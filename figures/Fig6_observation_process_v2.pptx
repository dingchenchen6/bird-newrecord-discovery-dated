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242f1cbab3a696aa0fb7b6b1557f9844458988d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8503920" cy="7315200"/>
            <a:chOff x="182880" y="182880"/>
            <a:chExt cx="8503920" cy="731520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850392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8503919" cy="73151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4891109" cy="35406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143578" y="252469"/>
              <a:ext cx="3473632" cy="354067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190785" y="680766"/>
              <a:ext cx="3851572" cy="248159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90785" y="3023482"/>
              <a:ext cx="3851572" cy="0"/>
            </a:xfrm>
            <a:custGeom>
              <a:avLst/>
              <a:pathLst>
                <a:path w="3851572" h="0">
                  <a:moveTo>
                    <a:pt x="0" y="0"/>
                  </a:moveTo>
                  <a:lnTo>
                    <a:pt x="3851572" y="0"/>
                  </a:lnTo>
                  <a:lnTo>
                    <a:pt x="38515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190785" y="2523464"/>
              <a:ext cx="3851572" cy="0"/>
            </a:xfrm>
            <a:custGeom>
              <a:avLst/>
              <a:pathLst>
                <a:path w="3851572" h="0">
                  <a:moveTo>
                    <a:pt x="0" y="0"/>
                  </a:moveTo>
                  <a:lnTo>
                    <a:pt x="3851572" y="0"/>
                  </a:lnTo>
                  <a:lnTo>
                    <a:pt x="38515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190785" y="1818728"/>
              <a:ext cx="3851572" cy="0"/>
            </a:xfrm>
            <a:custGeom>
              <a:avLst/>
              <a:pathLst>
                <a:path w="3851572" h="0">
                  <a:moveTo>
                    <a:pt x="0" y="0"/>
                  </a:moveTo>
                  <a:lnTo>
                    <a:pt x="3851572" y="0"/>
                  </a:lnTo>
                  <a:lnTo>
                    <a:pt x="38515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0785" y="1318709"/>
              <a:ext cx="3851572" cy="0"/>
            </a:xfrm>
            <a:custGeom>
              <a:avLst/>
              <a:pathLst>
                <a:path w="3851572" h="0">
                  <a:moveTo>
                    <a:pt x="0" y="0"/>
                  </a:moveTo>
                  <a:lnTo>
                    <a:pt x="3851572" y="0"/>
                  </a:lnTo>
                  <a:lnTo>
                    <a:pt x="38515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0785" y="797099"/>
              <a:ext cx="3851572" cy="0"/>
            </a:xfrm>
            <a:custGeom>
              <a:avLst/>
              <a:pathLst>
                <a:path w="3851572" h="0">
                  <a:moveTo>
                    <a:pt x="0" y="0"/>
                  </a:moveTo>
                  <a:lnTo>
                    <a:pt x="3851572" y="0"/>
                  </a:lnTo>
                  <a:lnTo>
                    <a:pt x="38515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0785" y="2523464"/>
              <a:ext cx="3851572" cy="0"/>
            </a:xfrm>
            <a:custGeom>
              <a:avLst/>
              <a:pathLst>
                <a:path w="3851572" h="0">
                  <a:moveTo>
                    <a:pt x="0" y="0"/>
                  </a:moveTo>
                  <a:lnTo>
                    <a:pt x="3851572" y="0"/>
                  </a:lnTo>
                  <a:lnTo>
                    <a:pt x="3851572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533310" y="1638150"/>
              <a:ext cx="415398" cy="1402509"/>
            </a:xfrm>
            <a:custGeom>
              <a:avLst/>
              <a:pathLst>
                <a:path w="415398" h="1402509">
                  <a:moveTo>
                    <a:pt x="165595" y="1402509"/>
                  </a:moveTo>
                  <a:lnTo>
                    <a:pt x="164812" y="1399765"/>
                  </a:lnTo>
                  <a:lnTo>
                    <a:pt x="164036" y="1397020"/>
                  </a:lnTo>
                  <a:lnTo>
                    <a:pt x="163269" y="1394275"/>
                  </a:lnTo>
                  <a:lnTo>
                    <a:pt x="162512" y="1391531"/>
                  </a:lnTo>
                  <a:lnTo>
                    <a:pt x="161761" y="1388786"/>
                  </a:lnTo>
                  <a:lnTo>
                    <a:pt x="161019" y="1386041"/>
                  </a:lnTo>
                  <a:lnTo>
                    <a:pt x="160286" y="1383297"/>
                  </a:lnTo>
                  <a:lnTo>
                    <a:pt x="159559" y="1380552"/>
                  </a:lnTo>
                  <a:lnTo>
                    <a:pt x="158839" y="1377807"/>
                  </a:lnTo>
                  <a:lnTo>
                    <a:pt x="158127" y="1375063"/>
                  </a:lnTo>
                  <a:lnTo>
                    <a:pt x="157419" y="1372318"/>
                  </a:lnTo>
                  <a:lnTo>
                    <a:pt x="156716" y="1369573"/>
                  </a:lnTo>
                  <a:lnTo>
                    <a:pt x="156019" y="1366829"/>
                  </a:lnTo>
                  <a:lnTo>
                    <a:pt x="155323" y="1364084"/>
                  </a:lnTo>
                  <a:lnTo>
                    <a:pt x="154631" y="1361340"/>
                  </a:lnTo>
                  <a:lnTo>
                    <a:pt x="153939" y="1358595"/>
                  </a:lnTo>
                  <a:lnTo>
                    <a:pt x="153248" y="1355850"/>
                  </a:lnTo>
                  <a:lnTo>
                    <a:pt x="152556" y="1353106"/>
                  </a:lnTo>
                  <a:lnTo>
                    <a:pt x="151861" y="1350361"/>
                  </a:lnTo>
                  <a:lnTo>
                    <a:pt x="151162" y="1347616"/>
                  </a:lnTo>
                  <a:lnTo>
                    <a:pt x="150460" y="1344872"/>
                  </a:lnTo>
                  <a:lnTo>
                    <a:pt x="149748" y="1342127"/>
                  </a:lnTo>
                  <a:lnTo>
                    <a:pt x="149029" y="1339382"/>
                  </a:lnTo>
                  <a:lnTo>
                    <a:pt x="148304" y="1336638"/>
                  </a:lnTo>
                  <a:lnTo>
                    <a:pt x="147563" y="1333893"/>
                  </a:lnTo>
                  <a:lnTo>
                    <a:pt x="146811" y="1331149"/>
                  </a:lnTo>
                  <a:lnTo>
                    <a:pt x="146048" y="1328404"/>
                  </a:lnTo>
                  <a:lnTo>
                    <a:pt x="145265" y="1325659"/>
                  </a:lnTo>
                  <a:lnTo>
                    <a:pt x="144465" y="1322915"/>
                  </a:lnTo>
                  <a:lnTo>
                    <a:pt x="143651" y="1320170"/>
                  </a:lnTo>
                  <a:lnTo>
                    <a:pt x="142811" y="1317425"/>
                  </a:lnTo>
                  <a:lnTo>
                    <a:pt x="141950" y="1314681"/>
                  </a:lnTo>
                  <a:lnTo>
                    <a:pt x="141071" y="1311936"/>
                  </a:lnTo>
                  <a:lnTo>
                    <a:pt x="140162" y="1309191"/>
                  </a:lnTo>
                  <a:lnTo>
                    <a:pt x="139226" y="1306447"/>
                  </a:lnTo>
                  <a:lnTo>
                    <a:pt x="138269" y="1303702"/>
                  </a:lnTo>
                  <a:lnTo>
                    <a:pt x="137278" y="1300958"/>
                  </a:lnTo>
                  <a:lnTo>
                    <a:pt x="136255" y="1298213"/>
                  </a:lnTo>
                  <a:lnTo>
                    <a:pt x="135208" y="1295468"/>
                  </a:lnTo>
                  <a:lnTo>
                    <a:pt x="134126" y="1292724"/>
                  </a:lnTo>
                  <a:lnTo>
                    <a:pt x="133006" y="1289979"/>
                  </a:lnTo>
                  <a:lnTo>
                    <a:pt x="131860" y="1287234"/>
                  </a:lnTo>
                  <a:lnTo>
                    <a:pt x="130677" y="1284490"/>
                  </a:lnTo>
                  <a:lnTo>
                    <a:pt x="129453" y="1281745"/>
                  </a:lnTo>
                  <a:lnTo>
                    <a:pt x="128200" y="1279000"/>
                  </a:lnTo>
                  <a:lnTo>
                    <a:pt x="126912" y="1276256"/>
                  </a:lnTo>
                  <a:lnTo>
                    <a:pt x="125577" y="1273511"/>
                  </a:lnTo>
                  <a:lnTo>
                    <a:pt x="124214" y="1270767"/>
                  </a:lnTo>
                  <a:lnTo>
                    <a:pt x="122816" y="1268022"/>
                  </a:lnTo>
                  <a:lnTo>
                    <a:pt x="121369" y="1265277"/>
                  </a:lnTo>
                  <a:lnTo>
                    <a:pt x="119894" y="1262533"/>
                  </a:lnTo>
                  <a:lnTo>
                    <a:pt x="118387" y="1259788"/>
                  </a:lnTo>
                  <a:lnTo>
                    <a:pt x="116828" y="1257043"/>
                  </a:lnTo>
                  <a:lnTo>
                    <a:pt x="115243" y="1254299"/>
                  </a:lnTo>
                  <a:lnTo>
                    <a:pt x="113628" y="1251554"/>
                  </a:lnTo>
                  <a:lnTo>
                    <a:pt x="111962" y="1248809"/>
                  </a:lnTo>
                  <a:lnTo>
                    <a:pt x="110271" y="1246065"/>
                  </a:lnTo>
                  <a:lnTo>
                    <a:pt x="108553" y="1243320"/>
                  </a:lnTo>
                  <a:lnTo>
                    <a:pt x="106788" y="1240576"/>
                  </a:lnTo>
                  <a:lnTo>
                    <a:pt x="104998" y="1237831"/>
                  </a:lnTo>
                  <a:lnTo>
                    <a:pt x="103184" y="1235086"/>
                  </a:lnTo>
                  <a:lnTo>
                    <a:pt x="101329" y="1232342"/>
                  </a:lnTo>
                  <a:lnTo>
                    <a:pt x="99451" y="1229597"/>
                  </a:lnTo>
                  <a:lnTo>
                    <a:pt x="97552" y="1226852"/>
                  </a:lnTo>
                  <a:lnTo>
                    <a:pt x="95620" y="1224108"/>
                  </a:lnTo>
                  <a:lnTo>
                    <a:pt x="93666" y="1221363"/>
                  </a:lnTo>
                  <a:lnTo>
                    <a:pt x="91695" y="1218618"/>
                  </a:lnTo>
                  <a:lnTo>
                    <a:pt x="89697" y="1215874"/>
                  </a:lnTo>
                  <a:lnTo>
                    <a:pt x="87682" y="1213129"/>
                  </a:lnTo>
                  <a:lnTo>
                    <a:pt x="85653" y="1210385"/>
                  </a:lnTo>
                  <a:lnTo>
                    <a:pt x="83606" y="1207640"/>
                  </a:lnTo>
                  <a:lnTo>
                    <a:pt x="81545" y="1204895"/>
                  </a:lnTo>
                  <a:lnTo>
                    <a:pt x="79475" y="1202151"/>
                  </a:lnTo>
                  <a:lnTo>
                    <a:pt x="77394" y="1199406"/>
                  </a:lnTo>
                  <a:lnTo>
                    <a:pt x="75304" y="1196661"/>
                  </a:lnTo>
                  <a:lnTo>
                    <a:pt x="73210" y="1193917"/>
                  </a:lnTo>
                  <a:lnTo>
                    <a:pt x="71111" y="1191172"/>
                  </a:lnTo>
                  <a:lnTo>
                    <a:pt x="69011" y="1188427"/>
                  </a:lnTo>
                  <a:lnTo>
                    <a:pt x="66911" y="1185683"/>
                  </a:lnTo>
                  <a:lnTo>
                    <a:pt x="64812" y="1182938"/>
                  </a:lnTo>
                  <a:lnTo>
                    <a:pt x="62718" y="1180194"/>
                  </a:lnTo>
                  <a:lnTo>
                    <a:pt x="60630" y="1177449"/>
                  </a:lnTo>
                  <a:lnTo>
                    <a:pt x="58548" y="1174704"/>
                  </a:lnTo>
                  <a:lnTo>
                    <a:pt x="56480" y="1171960"/>
                  </a:lnTo>
                  <a:lnTo>
                    <a:pt x="54421" y="1169215"/>
                  </a:lnTo>
                  <a:lnTo>
                    <a:pt x="52374" y="1166470"/>
                  </a:lnTo>
                  <a:lnTo>
                    <a:pt x="50348" y="1163726"/>
                  </a:lnTo>
                  <a:lnTo>
                    <a:pt x="48337" y="1160981"/>
                  </a:lnTo>
                  <a:lnTo>
                    <a:pt x="46341" y="1158236"/>
                  </a:lnTo>
                  <a:lnTo>
                    <a:pt x="44376" y="1155492"/>
                  </a:lnTo>
                  <a:lnTo>
                    <a:pt x="42429" y="1152747"/>
                  </a:lnTo>
                  <a:lnTo>
                    <a:pt x="40501" y="1150003"/>
                  </a:lnTo>
                  <a:lnTo>
                    <a:pt x="38613" y="1147258"/>
                  </a:lnTo>
                  <a:lnTo>
                    <a:pt x="36747" y="1144513"/>
                  </a:lnTo>
                  <a:lnTo>
                    <a:pt x="34904" y="1141769"/>
                  </a:lnTo>
                  <a:lnTo>
                    <a:pt x="33108" y="1139024"/>
                  </a:lnTo>
                  <a:lnTo>
                    <a:pt x="31339" y="1136279"/>
                  </a:lnTo>
                  <a:lnTo>
                    <a:pt x="29597" y="1133535"/>
                  </a:lnTo>
                  <a:lnTo>
                    <a:pt x="27907" y="1130790"/>
                  </a:lnTo>
                  <a:lnTo>
                    <a:pt x="26250" y="1128045"/>
                  </a:lnTo>
                  <a:lnTo>
                    <a:pt x="24624" y="1125301"/>
                  </a:lnTo>
                  <a:lnTo>
                    <a:pt x="23053" y="1122556"/>
                  </a:lnTo>
                  <a:lnTo>
                    <a:pt x="21522" y="1119812"/>
                  </a:lnTo>
                  <a:lnTo>
                    <a:pt x="20026" y="1117067"/>
                  </a:lnTo>
                  <a:lnTo>
                    <a:pt x="18586" y="1114322"/>
                  </a:lnTo>
                  <a:lnTo>
                    <a:pt x="17194" y="1111578"/>
                  </a:lnTo>
                  <a:lnTo>
                    <a:pt x="15839" y="1108833"/>
                  </a:lnTo>
                  <a:lnTo>
                    <a:pt x="14543" y="1106088"/>
                  </a:lnTo>
                  <a:lnTo>
                    <a:pt x="13301" y="1103344"/>
                  </a:lnTo>
                  <a:lnTo>
                    <a:pt x="12099" y="1100599"/>
                  </a:lnTo>
                  <a:lnTo>
                    <a:pt x="10956" y="1097854"/>
                  </a:lnTo>
                  <a:lnTo>
                    <a:pt x="9989" y="1095403"/>
                  </a:lnTo>
                  <a:lnTo>
                    <a:pt x="9873" y="1095110"/>
                  </a:lnTo>
                  <a:lnTo>
                    <a:pt x="8832" y="1092365"/>
                  </a:lnTo>
                  <a:lnTo>
                    <a:pt x="7851" y="1089620"/>
                  </a:lnTo>
                  <a:lnTo>
                    <a:pt x="6935" y="1086876"/>
                  </a:lnTo>
                  <a:lnTo>
                    <a:pt x="6064" y="1084131"/>
                  </a:lnTo>
                  <a:lnTo>
                    <a:pt x="5250" y="1081387"/>
                  </a:lnTo>
                  <a:lnTo>
                    <a:pt x="4507" y="1078642"/>
                  </a:lnTo>
                  <a:lnTo>
                    <a:pt x="3809" y="1075897"/>
                  </a:lnTo>
                  <a:lnTo>
                    <a:pt x="3166" y="1073153"/>
                  </a:lnTo>
                  <a:lnTo>
                    <a:pt x="2600" y="1070408"/>
                  </a:lnTo>
                  <a:lnTo>
                    <a:pt x="2078" y="1067663"/>
                  </a:lnTo>
                  <a:lnTo>
                    <a:pt x="1608" y="1064919"/>
                  </a:lnTo>
                  <a:lnTo>
                    <a:pt x="1218" y="1062174"/>
                  </a:lnTo>
                  <a:lnTo>
                    <a:pt x="872" y="1059429"/>
                  </a:lnTo>
                  <a:lnTo>
                    <a:pt x="575" y="1056685"/>
                  </a:lnTo>
                  <a:lnTo>
                    <a:pt x="358" y="1053940"/>
                  </a:lnTo>
                  <a:lnTo>
                    <a:pt x="185" y="1051196"/>
                  </a:lnTo>
                  <a:lnTo>
                    <a:pt x="55" y="1048451"/>
                  </a:lnTo>
                  <a:lnTo>
                    <a:pt x="7" y="1045706"/>
                  </a:lnTo>
                  <a:lnTo>
                    <a:pt x="0" y="1042962"/>
                  </a:lnTo>
                  <a:lnTo>
                    <a:pt x="34" y="1040217"/>
                  </a:lnTo>
                  <a:lnTo>
                    <a:pt x="142" y="1037472"/>
                  </a:lnTo>
                  <a:lnTo>
                    <a:pt x="291" y="1034728"/>
                  </a:lnTo>
                  <a:lnTo>
                    <a:pt x="479" y="1031983"/>
                  </a:lnTo>
                  <a:lnTo>
                    <a:pt x="732" y="1029238"/>
                  </a:lnTo>
                  <a:lnTo>
                    <a:pt x="1026" y="1026494"/>
                  </a:lnTo>
                  <a:lnTo>
                    <a:pt x="1355" y="1023749"/>
                  </a:lnTo>
                  <a:lnTo>
                    <a:pt x="1739" y="1021005"/>
                  </a:lnTo>
                  <a:lnTo>
                    <a:pt x="2162" y="1018260"/>
                  </a:lnTo>
                  <a:lnTo>
                    <a:pt x="2614" y="1015515"/>
                  </a:lnTo>
                  <a:lnTo>
                    <a:pt x="3114" y="1012771"/>
                  </a:lnTo>
                  <a:lnTo>
                    <a:pt x="3648" y="1010026"/>
                  </a:lnTo>
                  <a:lnTo>
                    <a:pt x="4207" y="1007281"/>
                  </a:lnTo>
                  <a:lnTo>
                    <a:pt x="4803" y="1004537"/>
                  </a:lnTo>
                  <a:lnTo>
                    <a:pt x="5428" y="1001792"/>
                  </a:lnTo>
                  <a:lnTo>
                    <a:pt x="6074" y="999047"/>
                  </a:lnTo>
                  <a:lnTo>
                    <a:pt x="6747" y="996303"/>
                  </a:lnTo>
                  <a:lnTo>
                    <a:pt x="7444" y="993558"/>
                  </a:lnTo>
                  <a:lnTo>
                    <a:pt x="8155" y="990814"/>
                  </a:lnTo>
                  <a:lnTo>
                    <a:pt x="8884" y="988069"/>
                  </a:lnTo>
                  <a:lnTo>
                    <a:pt x="9630" y="985324"/>
                  </a:lnTo>
                  <a:lnTo>
                    <a:pt x="10385" y="982580"/>
                  </a:lnTo>
                  <a:lnTo>
                    <a:pt x="11150" y="979835"/>
                  </a:lnTo>
                  <a:lnTo>
                    <a:pt x="11924" y="977090"/>
                  </a:lnTo>
                  <a:lnTo>
                    <a:pt x="12701" y="974346"/>
                  </a:lnTo>
                  <a:lnTo>
                    <a:pt x="13482" y="971601"/>
                  </a:lnTo>
                  <a:lnTo>
                    <a:pt x="14263" y="968856"/>
                  </a:lnTo>
                  <a:lnTo>
                    <a:pt x="15043" y="966112"/>
                  </a:lnTo>
                  <a:lnTo>
                    <a:pt x="15820" y="963367"/>
                  </a:lnTo>
                  <a:lnTo>
                    <a:pt x="16589" y="960623"/>
                  </a:lnTo>
                  <a:lnTo>
                    <a:pt x="17352" y="957878"/>
                  </a:lnTo>
                  <a:lnTo>
                    <a:pt x="18109" y="955133"/>
                  </a:lnTo>
                  <a:lnTo>
                    <a:pt x="18849" y="952389"/>
                  </a:lnTo>
                  <a:lnTo>
                    <a:pt x="19579" y="949644"/>
                  </a:lnTo>
                  <a:lnTo>
                    <a:pt x="20299" y="946899"/>
                  </a:lnTo>
                  <a:lnTo>
                    <a:pt x="20446" y="946322"/>
                  </a:lnTo>
                  <a:lnTo>
                    <a:pt x="20996" y="944155"/>
                  </a:lnTo>
                  <a:lnTo>
                    <a:pt x="21680" y="941410"/>
                  </a:lnTo>
                  <a:lnTo>
                    <a:pt x="22350" y="938665"/>
                  </a:lnTo>
                  <a:lnTo>
                    <a:pt x="22994" y="935921"/>
                  </a:lnTo>
                  <a:lnTo>
                    <a:pt x="23621" y="933176"/>
                  </a:lnTo>
                  <a:lnTo>
                    <a:pt x="24232" y="930432"/>
                  </a:lnTo>
                  <a:lnTo>
                    <a:pt x="24815" y="927687"/>
                  </a:lnTo>
                  <a:lnTo>
                    <a:pt x="25377" y="924942"/>
                  </a:lnTo>
                  <a:lnTo>
                    <a:pt x="25923" y="922198"/>
                  </a:lnTo>
                  <a:lnTo>
                    <a:pt x="26440" y="919453"/>
                  </a:lnTo>
                  <a:lnTo>
                    <a:pt x="26935" y="916708"/>
                  </a:lnTo>
                  <a:lnTo>
                    <a:pt x="27413" y="913964"/>
                  </a:lnTo>
                  <a:lnTo>
                    <a:pt x="27863" y="911219"/>
                  </a:lnTo>
                  <a:lnTo>
                    <a:pt x="28291" y="908474"/>
                  </a:lnTo>
                  <a:lnTo>
                    <a:pt x="28701" y="905730"/>
                  </a:lnTo>
                  <a:lnTo>
                    <a:pt x="29087" y="902985"/>
                  </a:lnTo>
                  <a:lnTo>
                    <a:pt x="29451" y="900241"/>
                  </a:lnTo>
                  <a:lnTo>
                    <a:pt x="29799" y="897496"/>
                  </a:lnTo>
                  <a:lnTo>
                    <a:pt x="30125" y="894751"/>
                  </a:lnTo>
                  <a:lnTo>
                    <a:pt x="30431" y="892007"/>
                  </a:lnTo>
                  <a:lnTo>
                    <a:pt x="30723" y="889262"/>
                  </a:lnTo>
                  <a:lnTo>
                    <a:pt x="30998" y="886517"/>
                  </a:lnTo>
                  <a:lnTo>
                    <a:pt x="31255" y="883773"/>
                  </a:lnTo>
                  <a:lnTo>
                    <a:pt x="31501" y="881028"/>
                  </a:lnTo>
                  <a:lnTo>
                    <a:pt x="31734" y="878283"/>
                  </a:lnTo>
                  <a:lnTo>
                    <a:pt x="31953" y="875539"/>
                  </a:lnTo>
                  <a:lnTo>
                    <a:pt x="32165" y="872794"/>
                  </a:lnTo>
                  <a:lnTo>
                    <a:pt x="32369" y="870050"/>
                  </a:lnTo>
                  <a:lnTo>
                    <a:pt x="32563" y="867305"/>
                  </a:lnTo>
                  <a:lnTo>
                    <a:pt x="32753" y="864560"/>
                  </a:lnTo>
                  <a:lnTo>
                    <a:pt x="32940" y="861816"/>
                  </a:lnTo>
                  <a:lnTo>
                    <a:pt x="33123" y="859071"/>
                  </a:lnTo>
                  <a:lnTo>
                    <a:pt x="33306" y="856326"/>
                  </a:lnTo>
                  <a:lnTo>
                    <a:pt x="33489" y="853582"/>
                  </a:lnTo>
                  <a:lnTo>
                    <a:pt x="33676" y="850837"/>
                  </a:lnTo>
                  <a:lnTo>
                    <a:pt x="33866" y="848092"/>
                  </a:lnTo>
                  <a:lnTo>
                    <a:pt x="34059" y="845348"/>
                  </a:lnTo>
                  <a:lnTo>
                    <a:pt x="34263" y="842603"/>
                  </a:lnTo>
                  <a:lnTo>
                    <a:pt x="34474" y="839859"/>
                  </a:lnTo>
                  <a:lnTo>
                    <a:pt x="34692" y="837114"/>
                  </a:lnTo>
                  <a:lnTo>
                    <a:pt x="34926" y="834369"/>
                  </a:lnTo>
                  <a:lnTo>
                    <a:pt x="35171" y="831625"/>
                  </a:lnTo>
                  <a:lnTo>
                    <a:pt x="35427" y="828880"/>
                  </a:lnTo>
                  <a:lnTo>
                    <a:pt x="35703" y="826135"/>
                  </a:lnTo>
                  <a:lnTo>
                    <a:pt x="35995" y="823391"/>
                  </a:lnTo>
                  <a:lnTo>
                    <a:pt x="36300" y="820646"/>
                  </a:lnTo>
                  <a:lnTo>
                    <a:pt x="36629" y="817901"/>
                  </a:lnTo>
                  <a:lnTo>
                    <a:pt x="36979" y="815157"/>
                  </a:lnTo>
                  <a:lnTo>
                    <a:pt x="37344" y="812412"/>
                  </a:lnTo>
                  <a:lnTo>
                    <a:pt x="37736" y="809667"/>
                  </a:lnTo>
                  <a:lnTo>
                    <a:pt x="38152" y="806923"/>
                  </a:lnTo>
                  <a:lnTo>
                    <a:pt x="38586" y="804178"/>
                  </a:lnTo>
                  <a:lnTo>
                    <a:pt x="39049" y="801434"/>
                  </a:lnTo>
                  <a:lnTo>
                    <a:pt x="39539" y="798689"/>
                  </a:lnTo>
                  <a:lnTo>
                    <a:pt x="40050" y="795944"/>
                  </a:lnTo>
                  <a:lnTo>
                    <a:pt x="40589" y="793200"/>
                  </a:lnTo>
                  <a:lnTo>
                    <a:pt x="41159" y="790455"/>
                  </a:lnTo>
                  <a:lnTo>
                    <a:pt x="41751" y="787710"/>
                  </a:lnTo>
                  <a:lnTo>
                    <a:pt x="42372" y="784966"/>
                  </a:lnTo>
                  <a:lnTo>
                    <a:pt x="43027" y="782221"/>
                  </a:lnTo>
                  <a:lnTo>
                    <a:pt x="43704" y="779476"/>
                  </a:lnTo>
                  <a:lnTo>
                    <a:pt x="44408" y="776732"/>
                  </a:lnTo>
                  <a:lnTo>
                    <a:pt x="45150" y="773987"/>
                  </a:lnTo>
                  <a:lnTo>
                    <a:pt x="45915" y="771243"/>
                  </a:lnTo>
                  <a:lnTo>
                    <a:pt x="46705" y="768498"/>
                  </a:lnTo>
                  <a:lnTo>
                    <a:pt x="47535" y="765753"/>
                  </a:lnTo>
                  <a:lnTo>
                    <a:pt x="48388" y="763009"/>
                  </a:lnTo>
                  <a:lnTo>
                    <a:pt x="49166" y="760571"/>
                  </a:lnTo>
                  <a:lnTo>
                    <a:pt x="49265" y="760264"/>
                  </a:lnTo>
                  <a:lnTo>
                    <a:pt x="50182" y="757519"/>
                  </a:lnTo>
                  <a:lnTo>
                    <a:pt x="51122" y="754775"/>
                  </a:lnTo>
                  <a:lnTo>
                    <a:pt x="52084" y="752030"/>
                  </a:lnTo>
                  <a:lnTo>
                    <a:pt x="53088" y="749285"/>
                  </a:lnTo>
                  <a:lnTo>
                    <a:pt x="54114" y="746541"/>
                  </a:lnTo>
                  <a:lnTo>
                    <a:pt x="55161" y="743796"/>
                  </a:lnTo>
                  <a:lnTo>
                    <a:pt x="56248" y="741052"/>
                  </a:lnTo>
                  <a:lnTo>
                    <a:pt x="57356" y="738307"/>
                  </a:lnTo>
                  <a:lnTo>
                    <a:pt x="58486" y="735562"/>
                  </a:lnTo>
                  <a:lnTo>
                    <a:pt x="59651" y="732818"/>
                  </a:lnTo>
                  <a:lnTo>
                    <a:pt x="60839" y="730073"/>
                  </a:lnTo>
                  <a:lnTo>
                    <a:pt x="62047" y="727328"/>
                  </a:lnTo>
                  <a:lnTo>
                    <a:pt x="63287" y="724584"/>
                  </a:lnTo>
                  <a:lnTo>
                    <a:pt x="64550" y="721839"/>
                  </a:lnTo>
                  <a:lnTo>
                    <a:pt x="65832" y="719094"/>
                  </a:lnTo>
                  <a:lnTo>
                    <a:pt x="67142" y="716350"/>
                  </a:lnTo>
                  <a:lnTo>
                    <a:pt x="68475" y="713605"/>
                  </a:lnTo>
                  <a:lnTo>
                    <a:pt x="69825" y="710861"/>
                  </a:lnTo>
                  <a:lnTo>
                    <a:pt x="71200" y="708116"/>
                  </a:lnTo>
                  <a:lnTo>
                    <a:pt x="72597" y="705371"/>
                  </a:lnTo>
                  <a:lnTo>
                    <a:pt x="74009" y="702627"/>
                  </a:lnTo>
                  <a:lnTo>
                    <a:pt x="75443" y="699882"/>
                  </a:lnTo>
                  <a:lnTo>
                    <a:pt x="76898" y="697137"/>
                  </a:lnTo>
                  <a:lnTo>
                    <a:pt x="78366" y="694393"/>
                  </a:lnTo>
                  <a:lnTo>
                    <a:pt x="79852" y="691648"/>
                  </a:lnTo>
                  <a:lnTo>
                    <a:pt x="81357" y="688903"/>
                  </a:lnTo>
                  <a:lnTo>
                    <a:pt x="82873" y="686159"/>
                  </a:lnTo>
                  <a:lnTo>
                    <a:pt x="84404" y="683414"/>
                  </a:lnTo>
                  <a:lnTo>
                    <a:pt x="85951" y="680670"/>
                  </a:lnTo>
                  <a:lnTo>
                    <a:pt x="87507" y="677925"/>
                  </a:lnTo>
                  <a:lnTo>
                    <a:pt x="89075" y="675180"/>
                  </a:lnTo>
                  <a:lnTo>
                    <a:pt x="90656" y="672436"/>
                  </a:lnTo>
                  <a:lnTo>
                    <a:pt x="92245" y="669691"/>
                  </a:lnTo>
                  <a:lnTo>
                    <a:pt x="93841" y="666946"/>
                  </a:lnTo>
                  <a:lnTo>
                    <a:pt x="95447" y="664202"/>
                  </a:lnTo>
                  <a:lnTo>
                    <a:pt x="97058" y="661457"/>
                  </a:lnTo>
                  <a:lnTo>
                    <a:pt x="98674" y="658712"/>
                  </a:lnTo>
                  <a:lnTo>
                    <a:pt x="100296" y="655968"/>
                  </a:lnTo>
                  <a:lnTo>
                    <a:pt x="101920" y="653223"/>
                  </a:lnTo>
                  <a:lnTo>
                    <a:pt x="103547" y="650479"/>
                  </a:lnTo>
                  <a:lnTo>
                    <a:pt x="105175" y="647734"/>
                  </a:lnTo>
                  <a:lnTo>
                    <a:pt x="106803" y="644989"/>
                  </a:lnTo>
                  <a:lnTo>
                    <a:pt x="108431" y="642245"/>
                  </a:lnTo>
                  <a:lnTo>
                    <a:pt x="110055" y="639500"/>
                  </a:lnTo>
                  <a:lnTo>
                    <a:pt x="111677" y="636755"/>
                  </a:lnTo>
                  <a:lnTo>
                    <a:pt x="113296" y="634011"/>
                  </a:lnTo>
                  <a:lnTo>
                    <a:pt x="114908" y="631266"/>
                  </a:lnTo>
                  <a:lnTo>
                    <a:pt x="116513" y="628521"/>
                  </a:lnTo>
                  <a:lnTo>
                    <a:pt x="118114" y="625777"/>
                  </a:lnTo>
                  <a:lnTo>
                    <a:pt x="119703" y="623032"/>
                  </a:lnTo>
                  <a:lnTo>
                    <a:pt x="121284" y="620288"/>
                  </a:lnTo>
                  <a:lnTo>
                    <a:pt x="122856" y="617543"/>
                  </a:lnTo>
                  <a:lnTo>
                    <a:pt x="124415" y="614798"/>
                  </a:lnTo>
                  <a:lnTo>
                    <a:pt x="125960" y="612054"/>
                  </a:lnTo>
                  <a:lnTo>
                    <a:pt x="127496" y="609309"/>
                  </a:lnTo>
                  <a:lnTo>
                    <a:pt x="129015" y="606564"/>
                  </a:lnTo>
                  <a:lnTo>
                    <a:pt x="130517" y="603820"/>
                  </a:lnTo>
                  <a:lnTo>
                    <a:pt x="132007" y="601075"/>
                  </a:lnTo>
                  <a:lnTo>
                    <a:pt x="133478" y="598330"/>
                  </a:lnTo>
                  <a:lnTo>
                    <a:pt x="134930" y="595586"/>
                  </a:lnTo>
                  <a:lnTo>
                    <a:pt x="136366" y="592841"/>
                  </a:lnTo>
                  <a:lnTo>
                    <a:pt x="137783" y="590097"/>
                  </a:lnTo>
                  <a:lnTo>
                    <a:pt x="139176" y="587352"/>
                  </a:lnTo>
                  <a:lnTo>
                    <a:pt x="140553" y="584607"/>
                  </a:lnTo>
                  <a:lnTo>
                    <a:pt x="141909" y="581863"/>
                  </a:lnTo>
                  <a:lnTo>
                    <a:pt x="143237" y="579118"/>
                  </a:lnTo>
                  <a:lnTo>
                    <a:pt x="144548" y="576373"/>
                  </a:lnTo>
                  <a:lnTo>
                    <a:pt x="145837" y="573629"/>
                  </a:lnTo>
                  <a:lnTo>
                    <a:pt x="147095" y="570884"/>
                  </a:lnTo>
                  <a:lnTo>
                    <a:pt x="148335" y="568139"/>
                  </a:lnTo>
                  <a:lnTo>
                    <a:pt x="149554" y="565395"/>
                  </a:lnTo>
                  <a:lnTo>
                    <a:pt x="150738" y="562650"/>
                  </a:lnTo>
                  <a:lnTo>
                    <a:pt x="151903" y="559906"/>
                  </a:lnTo>
                  <a:lnTo>
                    <a:pt x="153047" y="557161"/>
                  </a:lnTo>
                  <a:lnTo>
                    <a:pt x="154154" y="554416"/>
                  </a:lnTo>
                  <a:lnTo>
                    <a:pt x="155241" y="551672"/>
                  </a:lnTo>
                  <a:lnTo>
                    <a:pt x="156307" y="548927"/>
                  </a:lnTo>
                  <a:lnTo>
                    <a:pt x="157336" y="546182"/>
                  </a:lnTo>
                  <a:lnTo>
                    <a:pt x="158343" y="543438"/>
                  </a:lnTo>
                  <a:lnTo>
                    <a:pt x="159329" y="540693"/>
                  </a:lnTo>
                  <a:lnTo>
                    <a:pt x="160279" y="537948"/>
                  </a:lnTo>
                  <a:lnTo>
                    <a:pt x="161206" y="535204"/>
                  </a:lnTo>
                  <a:lnTo>
                    <a:pt x="162112" y="532459"/>
                  </a:lnTo>
                  <a:lnTo>
                    <a:pt x="162983" y="529714"/>
                  </a:lnTo>
                  <a:lnTo>
                    <a:pt x="163830" y="526970"/>
                  </a:lnTo>
                  <a:lnTo>
                    <a:pt x="164656" y="524225"/>
                  </a:lnTo>
                  <a:lnTo>
                    <a:pt x="165449" y="521481"/>
                  </a:lnTo>
                  <a:lnTo>
                    <a:pt x="166217" y="518736"/>
                  </a:lnTo>
                  <a:lnTo>
                    <a:pt x="166965" y="515991"/>
                  </a:lnTo>
                  <a:lnTo>
                    <a:pt x="167682" y="513247"/>
                  </a:lnTo>
                  <a:lnTo>
                    <a:pt x="168374" y="510502"/>
                  </a:lnTo>
                  <a:lnTo>
                    <a:pt x="169046" y="507757"/>
                  </a:lnTo>
                  <a:lnTo>
                    <a:pt x="169690" y="505013"/>
                  </a:lnTo>
                  <a:lnTo>
                    <a:pt x="170308" y="502268"/>
                  </a:lnTo>
                  <a:lnTo>
                    <a:pt x="170908" y="499523"/>
                  </a:lnTo>
                  <a:lnTo>
                    <a:pt x="171483" y="496779"/>
                  </a:lnTo>
                  <a:lnTo>
                    <a:pt x="172031" y="494034"/>
                  </a:lnTo>
                  <a:lnTo>
                    <a:pt x="172563" y="491290"/>
                  </a:lnTo>
                  <a:lnTo>
                    <a:pt x="173073" y="488545"/>
                  </a:lnTo>
                  <a:lnTo>
                    <a:pt x="173557" y="485800"/>
                  </a:lnTo>
                  <a:lnTo>
                    <a:pt x="174025" y="483056"/>
                  </a:lnTo>
                  <a:lnTo>
                    <a:pt x="174474" y="480311"/>
                  </a:lnTo>
                  <a:lnTo>
                    <a:pt x="174899" y="477566"/>
                  </a:lnTo>
                  <a:lnTo>
                    <a:pt x="175309" y="474822"/>
                  </a:lnTo>
                  <a:lnTo>
                    <a:pt x="175704" y="472077"/>
                  </a:lnTo>
                  <a:lnTo>
                    <a:pt x="176075" y="469332"/>
                  </a:lnTo>
                  <a:lnTo>
                    <a:pt x="176434" y="466588"/>
                  </a:lnTo>
                  <a:lnTo>
                    <a:pt x="176779" y="463843"/>
                  </a:lnTo>
                  <a:lnTo>
                    <a:pt x="177103" y="461099"/>
                  </a:lnTo>
                  <a:lnTo>
                    <a:pt x="177416" y="458354"/>
                  </a:lnTo>
                  <a:lnTo>
                    <a:pt x="177719" y="455609"/>
                  </a:lnTo>
                  <a:lnTo>
                    <a:pt x="178002" y="452865"/>
                  </a:lnTo>
                  <a:lnTo>
                    <a:pt x="178277" y="450120"/>
                  </a:lnTo>
                  <a:lnTo>
                    <a:pt x="178542" y="447375"/>
                  </a:lnTo>
                  <a:lnTo>
                    <a:pt x="178793" y="444631"/>
                  </a:lnTo>
                  <a:lnTo>
                    <a:pt x="179035" y="441886"/>
                  </a:lnTo>
                  <a:lnTo>
                    <a:pt x="179270" y="439141"/>
                  </a:lnTo>
                  <a:lnTo>
                    <a:pt x="179493" y="436397"/>
                  </a:lnTo>
                  <a:lnTo>
                    <a:pt x="179710" y="433652"/>
                  </a:lnTo>
                  <a:lnTo>
                    <a:pt x="179922" y="430908"/>
                  </a:lnTo>
                  <a:lnTo>
                    <a:pt x="180124" y="428163"/>
                  </a:lnTo>
                  <a:lnTo>
                    <a:pt x="180322" y="425418"/>
                  </a:lnTo>
                  <a:lnTo>
                    <a:pt x="180516" y="422674"/>
                  </a:lnTo>
                  <a:lnTo>
                    <a:pt x="180704" y="419929"/>
                  </a:lnTo>
                  <a:lnTo>
                    <a:pt x="180889" y="417184"/>
                  </a:lnTo>
                  <a:lnTo>
                    <a:pt x="181071" y="414440"/>
                  </a:lnTo>
                  <a:lnTo>
                    <a:pt x="181251" y="411695"/>
                  </a:lnTo>
                  <a:lnTo>
                    <a:pt x="181428" y="408950"/>
                  </a:lnTo>
                  <a:lnTo>
                    <a:pt x="181605" y="406206"/>
                  </a:lnTo>
                  <a:lnTo>
                    <a:pt x="181780" y="403461"/>
                  </a:lnTo>
                  <a:lnTo>
                    <a:pt x="181955" y="400717"/>
                  </a:lnTo>
                  <a:lnTo>
                    <a:pt x="182131" y="397972"/>
                  </a:lnTo>
                  <a:lnTo>
                    <a:pt x="182307" y="395227"/>
                  </a:lnTo>
                  <a:lnTo>
                    <a:pt x="182484" y="392483"/>
                  </a:lnTo>
                  <a:lnTo>
                    <a:pt x="182663" y="389738"/>
                  </a:lnTo>
                  <a:lnTo>
                    <a:pt x="182843" y="386993"/>
                  </a:lnTo>
                  <a:lnTo>
                    <a:pt x="183027" y="384249"/>
                  </a:lnTo>
                  <a:lnTo>
                    <a:pt x="183212" y="381504"/>
                  </a:lnTo>
                  <a:lnTo>
                    <a:pt x="183400" y="378759"/>
                  </a:lnTo>
                  <a:lnTo>
                    <a:pt x="183593" y="376015"/>
                  </a:lnTo>
                  <a:lnTo>
                    <a:pt x="183788" y="373270"/>
                  </a:lnTo>
                  <a:lnTo>
                    <a:pt x="183986" y="370526"/>
                  </a:lnTo>
                  <a:lnTo>
                    <a:pt x="184190" y="367781"/>
                  </a:lnTo>
                  <a:lnTo>
                    <a:pt x="184397" y="365036"/>
                  </a:lnTo>
                  <a:lnTo>
                    <a:pt x="184607" y="362292"/>
                  </a:lnTo>
                  <a:lnTo>
                    <a:pt x="184823" y="359547"/>
                  </a:lnTo>
                  <a:lnTo>
                    <a:pt x="185043" y="356802"/>
                  </a:lnTo>
                  <a:lnTo>
                    <a:pt x="185266" y="354058"/>
                  </a:lnTo>
                  <a:lnTo>
                    <a:pt x="185496" y="351313"/>
                  </a:lnTo>
                  <a:lnTo>
                    <a:pt x="185729" y="348568"/>
                  </a:lnTo>
                  <a:lnTo>
                    <a:pt x="185965" y="345824"/>
                  </a:lnTo>
                  <a:lnTo>
                    <a:pt x="186208" y="343079"/>
                  </a:lnTo>
                  <a:lnTo>
                    <a:pt x="186455" y="340335"/>
                  </a:lnTo>
                  <a:lnTo>
                    <a:pt x="186704" y="337590"/>
                  </a:lnTo>
                  <a:lnTo>
                    <a:pt x="186960" y="334845"/>
                  </a:lnTo>
                  <a:lnTo>
                    <a:pt x="187218" y="332101"/>
                  </a:lnTo>
                  <a:lnTo>
                    <a:pt x="187480" y="329356"/>
                  </a:lnTo>
                  <a:lnTo>
                    <a:pt x="187747" y="326611"/>
                  </a:lnTo>
                  <a:lnTo>
                    <a:pt x="188017" y="323867"/>
                  </a:lnTo>
                  <a:lnTo>
                    <a:pt x="188289" y="321122"/>
                  </a:lnTo>
                  <a:lnTo>
                    <a:pt x="188565" y="318377"/>
                  </a:lnTo>
                  <a:lnTo>
                    <a:pt x="188844" y="315633"/>
                  </a:lnTo>
                  <a:lnTo>
                    <a:pt x="189125" y="312888"/>
                  </a:lnTo>
                  <a:lnTo>
                    <a:pt x="189408" y="310144"/>
                  </a:lnTo>
                  <a:lnTo>
                    <a:pt x="189693" y="307399"/>
                  </a:lnTo>
                  <a:lnTo>
                    <a:pt x="189980" y="304654"/>
                  </a:lnTo>
                  <a:lnTo>
                    <a:pt x="190268" y="301910"/>
                  </a:lnTo>
                  <a:lnTo>
                    <a:pt x="190557" y="299165"/>
                  </a:lnTo>
                  <a:lnTo>
                    <a:pt x="190847" y="296420"/>
                  </a:lnTo>
                  <a:lnTo>
                    <a:pt x="191137" y="293676"/>
                  </a:lnTo>
                  <a:lnTo>
                    <a:pt x="191426" y="290931"/>
                  </a:lnTo>
                  <a:lnTo>
                    <a:pt x="191716" y="288186"/>
                  </a:lnTo>
                  <a:lnTo>
                    <a:pt x="192004" y="285442"/>
                  </a:lnTo>
                  <a:lnTo>
                    <a:pt x="192291" y="282697"/>
                  </a:lnTo>
                  <a:lnTo>
                    <a:pt x="192576" y="279953"/>
                  </a:lnTo>
                  <a:lnTo>
                    <a:pt x="192860" y="277208"/>
                  </a:lnTo>
                  <a:lnTo>
                    <a:pt x="193140" y="274463"/>
                  </a:lnTo>
                  <a:lnTo>
                    <a:pt x="193418" y="271719"/>
                  </a:lnTo>
                  <a:lnTo>
                    <a:pt x="193694" y="268974"/>
                  </a:lnTo>
                  <a:lnTo>
                    <a:pt x="193964" y="266229"/>
                  </a:lnTo>
                  <a:lnTo>
                    <a:pt x="194231" y="263485"/>
                  </a:lnTo>
                  <a:lnTo>
                    <a:pt x="194495" y="260740"/>
                  </a:lnTo>
                  <a:lnTo>
                    <a:pt x="194752" y="257995"/>
                  </a:lnTo>
                  <a:lnTo>
                    <a:pt x="195004" y="255251"/>
                  </a:lnTo>
                  <a:lnTo>
                    <a:pt x="195253" y="252506"/>
                  </a:lnTo>
                  <a:lnTo>
                    <a:pt x="195493" y="249761"/>
                  </a:lnTo>
                  <a:lnTo>
                    <a:pt x="195727" y="247017"/>
                  </a:lnTo>
                  <a:lnTo>
                    <a:pt x="195957" y="244272"/>
                  </a:lnTo>
                  <a:lnTo>
                    <a:pt x="196177" y="241528"/>
                  </a:lnTo>
                  <a:lnTo>
                    <a:pt x="196391" y="238783"/>
                  </a:lnTo>
                  <a:lnTo>
                    <a:pt x="196599" y="236038"/>
                  </a:lnTo>
                  <a:lnTo>
                    <a:pt x="196796" y="233294"/>
                  </a:lnTo>
                  <a:lnTo>
                    <a:pt x="196986" y="230549"/>
                  </a:lnTo>
                  <a:lnTo>
                    <a:pt x="197170" y="227804"/>
                  </a:lnTo>
                  <a:lnTo>
                    <a:pt x="197343" y="225060"/>
                  </a:lnTo>
                  <a:lnTo>
                    <a:pt x="197507" y="222315"/>
                  </a:lnTo>
                  <a:lnTo>
                    <a:pt x="197664" y="219570"/>
                  </a:lnTo>
                  <a:lnTo>
                    <a:pt x="197810" y="216826"/>
                  </a:lnTo>
                  <a:lnTo>
                    <a:pt x="197946" y="214081"/>
                  </a:lnTo>
                  <a:lnTo>
                    <a:pt x="198075" y="211337"/>
                  </a:lnTo>
                  <a:lnTo>
                    <a:pt x="198193" y="208592"/>
                  </a:lnTo>
                  <a:lnTo>
                    <a:pt x="198300" y="205847"/>
                  </a:lnTo>
                  <a:lnTo>
                    <a:pt x="198400" y="203103"/>
                  </a:lnTo>
                  <a:lnTo>
                    <a:pt x="198489" y="200358"/>
                  </a:lnTo>
                  <a:lnTo>
                    <a:pt x="198567" y="197613"/>
                  </a:lnTo>
                  <a:lnTo>
                    <a:pt x="198637" y="194869"/>
                  </a:lnTo>
                  <a:lnTo>
                    <a:pt x="198698" y="192124"/>
                  </a:lnTo>
                  <a:lnTo>
                    <a:pt x="198747" y="189379"/>
                  </a:lnTo>
                  <a:lnTo>
                    <a:pt x="198788" y="186635"/>
                  </a:lnTo>
                  <a:lnTo>
                    <a:pt x="198820" y="183890"/>
                  </a:lnTo>
                  <a:lnTo>
                    <a:pt x="198841" y="181146"/>
                  </a:lnTo>
                  <a:lnTo>
                    <a:pt x="198854" y="178401"/>
                  </a:lnTo>
                  <a:lnTo>
                    <a:pt x="198859" y="175656"/>
                  </a:lnTo>
                  <a:lnTo>
                    <a:pt x="198853" y="172912"/>
                  </a:lnTo>
                  <a:lnTo>
                    <a:pt x="198840" y="170167"/>
                  </a:lnTo>
                  <a:lnTo>
                    <a:pt x="198820" y="167422"/>
                  </a:lnTo>
                  <a:lnTo>
                    <a:pt x="198789" y="164678"/>
                  </a:lnTo>
                  <a:lnTo>
                    <a:pt x="198752" y="161933"/>
                  </a:lnTo>
                  <a:lnTo>
                    <a:pt x="198709" y="159188"/>
                  </a:lnTo>
                  <a:lnTo>
                    <a:pt x="198656" y="156444"/>
                  </a:lnTo>
                  <a:lnTo>
                    <a:pt x="198598" y="153699"/>
                  </a:lnTo>
                  <a:lnTo>
                    <a:pt x="198535" y="150955"/>
                  </a:lnTo>
                  <a:lnTo>
                    <a:pt x="198464" y="148210"/>
                  </a:lnTo>
                  <a:lnTo>
                    <a:pt x="198388" y="145465"/>
                  </a:lnTo>
                  <a:lnTo>
                    <a:pt x="198308" y="142721"/>
                  </a:lnTo>
                  <a:lnTo>
                    <a:pt x="198222" y="139976"/>
                  </a:lnTo>
                  <a:lnTo>
                    <a:pt x="198132" y="137231"/>
                  </a:lnTo>
                  <a:lnTo>
                    <a:pt x="198040" y="134487"/>
                  </a:lnTo>
                  <a:lnTo>
                    <a:pt x="197942" y="131742"/>
                  </a:lnTo>
                  <a:lnTo>
                    <a:pt x="197843" y="128997"/>
                  </a:lnTo>
                  <a:lnTo>
                    <a:pt x="197741" y="126253"/>
                  </a:lnTo>
                  <a:lnTo>
                    <a:pt x="197637" y="123508"/>
                  </a:lnTo>
                  <a:lnTo>
                    <a:pt x="197531" y="120764"/>
                  </a:lnTo>
                  <a:lnTo>
                    <a:pt x="197425" y="118019"/>
                  </a:lnTo>
                  <a:lnTo>
                    <a:pt x="197318" y="115274"/>
                  </a:lnTo>
                  <a:lnTo>
                    <a:pt x="197211" y="112530"/>
                  </a:lnTo>
                  <a:lnTo>
                    <a:pt x="197104" y="109785"/>
                  </a:lnTo>
                  <a:lnTo>
                    <a:pt x="196998" y="107040"/>
                  </a:lnTo>
                  <a:lnTo>
                    <a:pt x="196894" y="104296"/>
                  </a:lnTo>
                  <a:lnTo>
                    <a:pt x="196791" y="101551"/>
                  </a:lnTo>
                  <a:lnTo>
                    <a:pt x="196691" y="98806"/>
                  </a:lnTo>
                  <a:lnTo>
                    <a:pt x="196594" y="96062"/>
                  </a:lnTo>
                  <a:lnTo>
                    <a:pt x="196499" y="93317"/>
                  </a:lnTo>
                  <a:lnTo>
                    <a:pt x="196407" y="90573"/>
                  </a:lnTo>
                  <a:lnTo>
                    <a:pt x="196321" y="87828"/>
                  </a:lnTo>
                  <a:lnTo>
                    <a:pt x="196238" y="85083"/>
                  </a:lnTo>
                  <a:lnTo>
                    <a:pt x="196159" y="82339"/>
                  </a:lnTo>
                  <a:lnTo>
                    <a:pt x="196087" y="79594"/>
                  </a:lnTo>
                  <a:lnTo>
                    <a:pt x="196019" y="76849"/>
                  </a:lnTo>
                  <a:lnTo>
                    <a:pt x="195956" y="74105"/>
                  </a:lnTo>
                  <a:lnTo>
                    <a:pt x="195902" y="71360"/>
                  </a:lnTo>
                  <a:lnTo>
                    <a:pt x="195852" y="68615"/>
                  </a:lnTo>
                  <a:lnTo>
                    <a:pt x="195808" y="65871"/>
                  </a:lnTo>
                  <a:lnTo>
                    <a:pt x="195774" y="63126"/>
                  </a:lnTo>
                  <a:lnTo>
                    <a:pt x="195745" y="60382"/>
                  </a:lnTo>
                  <a:lnTo>
                    <a:pt x="195722" y="57637"/>
                  </a:lnTo>
                  <a:lnTo>
                    <a:pt x="195710" y="54892"/>
                  </a:lnTo>
                  <a:lnTo>
                    <a:pt x="195704" y="52148"/>
                  </a:lnTo>
                  <a:lnTo>
                    <a:pt x="195705" y="49403"/>
                  </a:lnTo>
                  <a:lnTo>
                    <a:pt x="195716" y="46658"/>
                  </a:lnTo>
                  <a:lnTo>
                    <a:pt x="195735" y="43914"/>
                  </a:lnTo>
                  <a:lnTo>
                    <a:pt x="195759" y="41169"/>
                  </a:lnTo>
                  <a:lnTo>
                    <a:pt x="195795" y="38424"/>
                  </a:lnTo>
                  <a:lnTo>
                    <a:pt x="195838" y="35680"/>
                  </a:lnTo>
                  <a:lnTo>
                    <a:pt x="195888" y="32935"/>
                  </a:lnTo>
                  <a:lnTo>
                    <a:pt x="195949" y="30191"/>
                  </a:lnTo>
                  <a:lnTo>
                    <a:pt x="196017" y="27446"/>
                  </a:lnTo>
                  <a:lnTo>
                    <a:pt x="196092" y="24701"/>
                  </a:lnTo>
                  <a:lnTo>
                    <a:pt x="196176" y="21957"/>
                  </a:lnTo>
                  <a:lnTo>
                    <a:pt x="196269" y="19212"/>
                  </a:lnTo>
                  <a:lnTo>
                    <a:pt x="196368" y="16467"/>
                  </a:lnTo>
                  <a:lnTo>
                    <a:pt x="196476" y="13723"/>
                  </a:lnTo>
                  <a:lnTo>
                    <a:pt x="196592" y="10978"/>
                  </a:lnTo>
                  <a:lnTo>
                    <a:pt x="196714" y="8233"/>
                  </a:lnTo>
                  <a:lnTo>
                    <a:pt x="196844" y="5489"/>
                  </a:lnTo>
                  <a:lnTo>
                    <a:pt x="196982" y="2744"/>
                  </a:lnTo>
                  <a:lnTo>
                    <a:pt x="197125" y="0"/>
                  </a:lnTo>
                  <a:lnTo>
                    <a:pt x="218272" y="0"/>
                  </a:lnTo>
                  <a:lnTo>
                    <a:pt x="218415" y="2744"/>
                  </a:lnTo>
                  <a:lnTo>
                    <a:pt x="218553" y="5489"/>
                  </a:lnTo>
                  <a:lnTo>
                    <a:pt x="218683" y="8233"/>
                  </a:lnTo>
                  <a:lnTo>
                    <a:pt x="218805" y="10978"/>
                  </a:lnTo>
                  <a:lnTo>
                    <a:pt x="218921" y="13723"/>
                  </a:lnTo>
                  <a:lnTo>
                    <a:pt x="219029" y="16467"/>
                  </a:lnTo>
                  <a:lnTo>
                    <a:pt x="219128" y="19212"/>
                  </a:lnTo>
                  <a:lnTo>
                    <a:pt x="219221" y="21957"/>
                  </a:lnTo>
                  <a:lnTo>
                    <a:pt x="219305" y="24701"/>
                  </a:lnTo>
                  <a:lnTo>
                    <a:pt x="219380" y="27446"/>
                  </a:lnTo>
                  <a:lnTo>
                    <a:pt x="219448" y="30191"/>
                  </a:lnTo>
                  <a:lnTo>
                    <a:pt x="219509" y="32935"/>
                  </a:lnTo>
                  <a:lnTo>
                    <a:pt x="219559" y="35680"/>
                  </a:lnTo>
                  <a:lnTo>
                    <a:pt x="219602" y="38424"/>
                  </a:lnTo>
                  <a:lnTo>
                    <a:pt x="219638" y="41169"/>
                  </a:lnTo>
                  <a:lnTo>
                    <a:pt x="219662" y="43914"/>
                  </a:lnTo>
                  <a:lnTo>
                    <a:pt x="219681" y="46658"/>
                  </a:lnTo>
                  <a:lnTo>
                    <a:pt x="219692" y="49403"/>
                  </a:lnTo>
                  <a:lnTo>
                    <a:pt x="219693" y="52148"/>
                  </a:lnTo>
                  <a:lnTo>
                    <a:pt x="219687" y="54892"/>
                  </a:lnTo>
                  <a:lnTo>
                    <a:pt x="219675" y="57637"/>
                  </a:lnTo>
                  <a:lnTo>
                    <a:pt x="219652" y="60382"/>
                  </a:lnTo>
                  <a:lnTo>
                    <a:pt x="219623" y="63126"/>
                  </a:lnTo>
                  <a:lnTo>
                    <a:pt x="219589" y="65871"/>
                  </a:lnTo>
                  <a:lnTo>
                    <a:pt x="219545" y="68615"/>
                  </a:lnTo>
                  <a:lnTo>
                    <a:pt x="219495" y="71360"/>
                  </a:lnTo>
                  <a:lnTo>
                    <a:pt x="219441" y="74105"/>
                  </a:lnTo>
                  <a:lnTo>
                    <a:pt x="219378" y="76849"/>
                  </a:lnTo>
                  <a:lnTo>
                    <a:pt x="219310" y="79594"/>
                  </a:lnTo>
                  <a:lnTo>
                    <a:pt x="219238" y="82339"/>
                  </a:lnTo>
                  <a:lnTo>
                    <a:pt x="219159" y="85083"/>
                  </a:lnTo>
                  <a:lnTo>
                    <a:pt x="219076" y="87828"/>
                  </a:lnTo>
                  <a:lnTo>
                    <a:pt x="218990" y="90573"/>
                  </a:lnTo>
                  <a:lnTo>
                    <a:pt x="218898" y="93317"/>
                  </a:lnTo>
                  <a:lnTo>
                    <a:pt x="218803" y="96062"/>
                  </a:lnTo>
                  <a:lnTo>
                    <a:pt x="218706" y="98806"/>
                  </a:lnTo>
                  <a:lnTo>
                    <a:pt x="218606" y="101551"/>
                  </a:lnTo>
                  <a:lnTo>
                    <a:pt x="218503" y="104296"/>
                  </a:lnTo>
                  <a:lnTo>
                    <a:pt x="218399" y="107040"/>
                  </a:lnTo>
                  <a:lnTo>
                    <a:pt x="218293" y="109785"/>
                  </a:lnTo>
                  <a:lnTo>
                    <a:pt x="218186" y="112530"/>
                  </a:lnTo>
                  <a:lnTo>
                    <a:pt x="218079" y="115274"/>
                  </a:lnTo>
                  <a:lnTo>
                    <a:pt x="217972" y="118019"/>
                  </a:lnTo>
                  <a:lnTo>
                    <a:pt x="217866" y="120764"/>
                  </a:lnTo>
                  <a:lnTo>
                    <a:pt x="217760" y="123508"/>
                  </a:lnTo>
                  <a:lnTo>
                    <a:pt x="217656" y="126253"/>
                  </a:lnTo>
                  <a:lnTo>
                    <a:pt x="217554" y="128997"/>
                  </a:lnTo>
                  <a:lnTo>
                    <a:pt x="217455" y="131742"/>
                  </a:lnTo>
                  <a:lnTo>
                    <a:pt x="217357" y="134487"/>
                  </a:lnTo>
                  <a:lnTo>
                    <a:pt x="217265" y="137231"/>
                  </a:lnTo>
                  <a:lnTo>
                    <a:pt x="217175" y="139976"/>
                  </a:lnTo>
                  <a:lnTo>
                    <a:pt x="217089" y="142721"/>
                  </a:lnTo>
                  <a:lnTo>
                    <a:pt x="217009" y="145465"/>
                  </a:lnTo>
                  <a:lnTo>
                    <a:pt x="216933" y="148210"/>
                  </a:lnTo>
                  <a:lnTo>
                    <a:pt x="216862" y="150955"/>
                  </a:lnTo>
                  <a:lnTo>
                    <a:pt x="216799" y="153699"/>
                  </a:lnTo>
                  <a:lnTo>
                    <a:pt x="216741" y="156444"/>
                  </a:lnTo>
                  <a:lnTo>
                    <a:pt x="216688" y="159188"/>
                  </a:lnTo>
                  <a:lnTo>
                    <a:pt x="216645" y="161933"/>
                  </a:lnTo>
                  <a:lnTo>
                    <a:pt x="216608" y="164678"/>
                  </a:lnTo>
                  <a:lnTo>
                    <a:pt x="216577" y="167422"/>
                  </a:lnTo>
                  <a:lnTo>
                    <a:pt x="216557" y="170167"/>
                  </a:lnTo>
                  <a:lnTo>
                    <a:pt x="216544" y="172912"/>
                  </a:lnTo>
                  <a:lnTo>
                    <a:pt x="216538" y="175656"/>
                  </a:lnTo>
                  <a:lnTo>
                    <a:pt x="216543" y="178401"/>
                  </a:lnTo>
                  <a:lnTo>
                    <a:pt x="216556" y="181146"/>
                  </a:lnTo>
                  <a:lnTo>
                    <a:pt x="216577" y="183890"/>
                  </a:lnTo>
                  <a:lnTo>
                    <a:pt x="216609" y="186635"/>
                  </a:lnTo>
                  <a:lnTo>
                    <a:pt x="216650" y="189379"/>
                  </a:lnTo>
                  <a:lnTo>
                    <a:pt x="216699" y="192124"/>
                  </a:lnTo>
                  <a:lnTo>
                    <a:pt x="216760" y="194869"/>
                  </a:lnTo>
                  <a:lnTo>
                    <a:pt x="216830" y="197613"/>
                  </a:lnTo>
                  <a:lnTo>
                    <a:pt x="216908" y="200358"/>
                  </a:lnTo>
                  <a:lnTo>
                    <a:pt x="216997" y="203103"/>
                  </a:lnTo>
                  <a:lnTo>
                    <a:pt x="217097" y="205847"/>
                  </a:lnTo>
                  <a:lnTo>
                    <a:pt x="217204" y="208592"/>
                  </a:lnTo>
                  <a:lnTo>
                    <a:pt x="217322" y="211337"/>
                  </a:lnTo>
                  <a:lnTo>
                    <a:pt x="217451" y="214081"/>
                  </a:lnTo>
                  <a:lnTo>
                    <a:pt x="217587" y="216826"/>
                  </a:lnTo>
                  <a:lnTo>
                    <a:pt x="217733" y="219570"/>
                  </a:lnTo>
                  <a:lnTo>
                    <a:pt x="217890" y="222315"/>
                  </a:lnTo>
                  <a:lnTo>
                    <a:pt x="218054" y="225060"/>
                  </a:lnTo>
                  <a:lnTo>
                    <a:pt x="218227" y="227804"/>
                  </a:lnTo>
                  <a:lnTo>
                    <a:pt x="218411" y="230549"/>
                  </a:lnTo>
                  <a:lnTo>
                    <a:pt x="218601" y="233294"/>
                  </a:lnTo>
                  <a:lnTo>
                    <a:pt x="218798" y="236038"/>
                  </a:lnTo>
                  <a:lnTo>
                    <a:pt x="219006" y="238783"/>
                  </a:lnTo>
                  <a:lnTo>
                    <a:pt x="219220" y="241528"/>
                  </a:lnTo>
                  <a:lnTo>
                    <a:pt x="219440" y="244272"/>
                  </a:lnTo>
                  <a:lnTo>
                    <a:pt x="219670" y="247017"/>
                  </a:lnTo>
                  <a:lnTo>
                    <a:pt x="219904" y="249761"/>
                  </a:lnTo>
                  <a:lnTo>
                    <a:pt x="220144" y="252506"/>
                  </a:lnTo>
                  <a:lnTo>
                    <a:pt x="220393" y="255251"/>
                  </a:lnTo>
                  <a:lnTo>
                    <a:pt x="220645" y="257995"/>
                  </a:lnTo>
                  <a:lnTo>
                    <a:pt x="220902" y="260740"/>
                  </a:lnTo>
                  <a:lnTo>
                    <a:pt x="221166" y="263485"/>
                  </a:lnTo>
                  <a:lnTo>
                    <a:pt x="221433" y="266229"/>
                  </a:lnTo>
                  <a:lnTo>
                    <a:pt x="221703" y="268974"/>
                  </a:lnTo>
                  <a:lnTo>
                    <a:pt x="221979" y="271719"/>
                  </a:lnTo>
                  <a:lnTo>
                    <a:pt x="222257" y="274463"/>
                  </a:lnTo>
                  <a:lnTo>
                    <a:pt x="222537" y="277208"/>
                  </a:lnTo>
                  <a:lnTo>
                    <a:pt x="222821" y="279953"/>
                  </a:lnTo>
                  <a:lnTo>
                    <a:pt x="223106" y="282697"/>
                  </a:lnTo>
                  <a:lnTo>
                    <a:pt x="223393" y="285442"/>
                  </a:lnTo>
                  <a:lnTo>
                    <a:pt x="223681" y="288186"/>
                  </a:lnTo>
                  <a:lnTo>
                    <a:pt x="223971" y="290931"/>
                  </a:lnTo>
                  <a:lnTo>
                    <a:pt x="224260" y="293676"/>
                  </a:lnTo>
                  <a:lnTo>
                    <a:pt x="224550" y="296420"/>
                  </a:lnTo>
                  <a:lnTo>
                    <a:pt x="224840" y="299165"/>
                  </a:lnTo>
                  <a:lnTo>
                    <a:pt x="225129" y="301910"/>
                  </a:lnTo>
                  <a:lnTo>
                    <a:pt x="225417" y="304654"/>
                  </a:lnTo>
                  <a:lnTo>
                    <a:pt x="225704" y="307399"/>
                  </a:lnTo>
                  <a:lnTo>
                    <a:pt x="225989" y="310144"/>
                  </a:lnTo>
                  <a:lnTo>
                    <a:pt x="226272" y="312888"/>
                  </a:lnTo>
                  <a:lnTo>
                    <a:pt x="226553" y="315633"/>
                  </a:lnTo>
                  <a:lnTo>
                    <a:pt x="226832" y="318377"/>
                  </a:lnTo>
                  <a:lnTo>
                    <a:pt x="227108" y="321122"/>
                  </a:lnTo>
                  <a:lnTo>
                    <a:pt x="227380" y="323867"/>
                  </a:lnTo>
                  <a:lnTo>
                    <a:pt x="227650" y="326611"/>
                  </a:lnTo>
                  <a:lnTo>
                    <a:pt x="227917" y="329356"/>
                  </a:lnTo>
                  <a:lnTo>
                    <a:pt x="228179" y="332101"/>
                  </a:lnTo>
                  <a:lnTo>
                    <a:pt x="228437" y="334845"/>
                  </a:lnTo>
                  <a:lnTo>
                    <a:pt x="228693" y="337590"/>
                  </a:lnTo>
                  <a:lnTo>
                    <a:pt x="228942" y="340335"/>
                  </a:lnTo>
                  <a:lnTo>
                    <a:pt x="229189" y="343079"/>
                  </a:lnTo>
                  <a:lnTo>
                    <a:pt x="229432" y="345824"/>
                  </a:lnTo>
                  <a:lnTo>
                    <a:pt x="229668" y="348568"/>
                  </a:lnTo>
                  <a:lnTo>
                    <a:pt x="229901" y="351313"/>
                  </a:lnTo>
                  <a:lnTo>
                    <a:pt x="230131" y="354058"/>
                  </a:lnTo>
                  <a:lnTo>
                    <a:pt x="230354" y="356802"/>
                  </a:lnTo>
                  <a:lnTo>
                    <a:pt x="230574" y="359547"/>
                  </a:lnTo>
                  <a:lnTo>
                    <a:pt x="230790" y="362292"/>
                  </a:lnTo>
                  <a:lnTo>
                    <a:pt x="231000" y="365036"/>
                  </a:lnTo>
                  <a:lnTo>
                    <a:pt x="231207" y="367781"/>
                  </a:lnTo>
                  <a:lnTo>
                    <a:pt x="231411" y="370526"/>
                  </a:lnTo>
                  <a:lnTo>
                    <a:pt x="231609" y="373270"/>
                  </a:lnTo>
                  <a:lnTo>
                    <a:pt x="231804" y="376015"/>
                  </a:lnTo>
                  <a:lnTo>
                    <a:pt x="231997" y="378759"/>
                  </a:lnTo>
                  <a:lnTo>
                    <a:pt x="232185" y="381504"/>
                  </a:lnTo>
                  <a:lnTo>
                    <a:pt x="232370" y="384249"/>
                  </a:lnTo>
                  <a:lnTo>
                    <a:pt x="232554" y="386993"/>
                  </a:lnTo>
                  <a:lnTo>
                    <a:pt x="232734" y="389738"/>
                  </a:lnTo>
                  <a:lnTo>
                    <a:pt x="232913" y="392483"/>
                  </a:lnTo>
                  <a:lnTo>
                    <a:pt x="233090" y="395227"/>
                  </a:lnTo>
                  <a:lnTo>
                    <a:pt x="233266" y="397972"/>
                  </a:lnTo>
                  <a:lnTo>
                    <a:pt x="233442" y="400717"/>
                  </a:lnTo>
                  <a:lnTo>
                    <a:pt x="233617" y="403461"/>
                  </a:lnTo>
                  <a:lnTo>
                    <a:pt x="233793" y="406206"/>
                  </a:lnTo>
                  <a:lnTo>
                    <a:pt x="233969" y="408950"/>
                  </a:lnTo>
                  <a:lnTo>
                    <a:pt x="234146" y="411695"/>
                  </a:lnTo>
                  <a:lnTo>
                    <a:pt x="234326" y="414440"/>
                  </a:lnTo>
                  <a:lnTo>
                    <a:pt x="234508" y="417184"/>
                  </a:lnTo>
                  <a:lnTo>
                    <a:pt x="234693" y="419929"/>
                  </a:lnTo>
                  <a:lnTo>
                    <a:pt x="234881" y="422674"/>
                  </a:lnTo>
                  <a:lnTo>
                    <a:pt x="235075" y="425418"/>
                  </a:lnTo>
                  <a:lnTo>
                    <a:pt x="235273" y="428163"/>
                  </a:lnTo>
                  <a:lnTo>
                    <a:pt x="235476" y="430908"/>
                  </a:lnTo>
                  <a:lnTo>
                    <a:pt x="235687" y="433652"/>
                  </a:lnTo>
                  <a:lnTo>
                    <a:pt x="235904" y="436397"/>
                  </a:lnTo>
                  <a:lnTo>
                    <a:pt x="236127" y="439141"/>
                  </a:lnTo>
                  <a:lnTo>
                    <a:pt x="236362" y="441886"/>
                  </a:lnTo>
                  <a:lnTo>
                    <a:pt x="236605" y="444631"/>
                  </a:lnTo>
                  <a:lnTo>
                    <a:pt x="236855" y="447375"/>
                  </a:lnTo>
                  <a:lnTo>
                    <a:pt x="237120" y="450120"/>
                  </a:lnTo>
                  <a:lnTo>
                    <a:pt x="237395" y="452865"/>
                  </a:lnTo>
                  <a:lnTo>
                    <a:pt x="237678" y="455609"/>
                  </a:lnTo>
                  <a:lnTo>
                    <a:pt x="237981" y="458354"/>
                  </a:lnTo>
                  <a:lnTo>
                    <a:pt x="238294" y="461099"/>
                  </a:lnTo>
                  <a:lnTo>
                    <a:pt x="238618" y="463843"/>
                  </a:lnTo>
                  <a:lnTo>
                    <a:pt x="238963" y="466588"/>
                  </a:lnTo>
                  <a:lnTo>
                    <a:pt x="239322" y="469332"/>
                  </a:lnTo>
                  <a:lnTo>
                    <a:pt x="239694" y="472077"/>
                  </a:lnTo>
                  <a:lnTo>
                    <a:pt x="240088" y="474822"/>
                  </a:lnTo>
                  <a:lnTo>
                    <a:pt x="240498" y="477566"/>
                  </a:lnTo>
                  <a:lnTo>
                    <a:pt x="240923" y="480311"/>
                  </a:lnTo>
                  <a:lnTo>
                    <a:pt x="241372" y="483056"/>
                  </a:lnTo>
                  <a:lnTo>
                    <a:pt x="241841" y="485800"/>
                  </a:lnTo>
                  <a:lnTo>
                    <a:pt x="242324" y="488545"/>
                  </a:lnTo>
                  <a:lnTo>
                    <a:pt x="242834" y="491290"/>
                  </a:lnTo>
                  <a:lnTo>
                    <a:pt x="243366" y="494034"/>
                  </a:lnTo>
                  <a:lnTo>
                    <a:pt x="243914" y="496779"/>
                  </a:lnTo>
                  <a:lnTo>
                    <a:pt x="244489" y="499523"/>
                  </a:lnTo>
                  <a:lnTo>
                    <a:pt x="245089" y="502268"/>
                  </a:lnTo>
                  <a:lnTo>
                    <a:pt x="245707" y="505013"/>
                  </a:lnTo>
                  <a:lnTo>
                    <a:pt x="246351" y="507757"/>
                  </a:lnTo>
                  <a:lnTo>
                    <a:pt x="247023" y="510502"/>
                  </a:lnTo>
                  <a:lnTo>
                    <a:pt x="247715" y="513247"/>
                  </a:lnTo>
                  <a:lnTo>
                    <a:pt x="248432" y="515991"/>
                  </a:lnTo>
                  <a:lnTo>
                    <a:pt x="249180" y="518736"/>
                  </a:lnTo>
                  <a:lnTo>
                    <a:pt x="249948" y="521481"/>
                  </a:lnTo>
                  <a:lnTo>
                    <a:pt x="250741" y="524225"/>
                  </a:lnTo>
                  <a:lnTo>
                    <a:pt x="251568" y="526970"/>
                  </a:lnTo>
                  <a:lnTo>
                    <a:pt x="252414" y="529714"/>
                  </a:lnTo>
                  <a:lnTo>
                    <a:pt x="253285" y="532459"/>
                  </a:lnTo>
                  <a:lnTo>
                    <a:pt x="254191" y="535204"/>
                  </a:lnTo>
                  <a:lnTo>
                    <a:pt x="255118" y="537948"/>
                  </a:lnTo>
                  <a:lnTo>
                    <a:pt x="256068" y="540693"/>
                  </a:lnTo>
                  <a:lnTo>
                    <a:pt x="257054" y="543438"/>
                  </a:lnTo>
                  <a:lnTo>
                    <a:pt x="258061" y="546182"/>
                  </a:lnTo>
                  <a:lnTo>
                    <a:pt x="259090" y="548927"/>
                  </a:lnTo>
                  <a:lnTo>
                    <a:pt x="260156" y="551672"/>
                  </a:lnTo>
                  <a:lnTo>
                    <a:pt x="261243" y="554416"/>
                  </a:lnTo>
                  <a:lnTo>
                    <a:pt x="262350" y="557161"/>
                  </a:lnTo>
                  <a:lnTo>
                    <a:pt x="263494" y="559906"/>
                  </a:lnTo>
                  <a:lnTo>
                    <a:pt x="264659" y="562650"/>
                  </a:lnTo>
                  <a:lnTo>
                    <a:pt x="265843" y="565395"/>
                  </a:lnTo>
                  <a:lnTo>
                    <a:pt x="267062" y="568139"/>
                  </a:lnTo>
                  <a:lnTo>
                    <a:pt x="268302" y="570884"/>
                  </a:lnTo>
                  <a:lnTo>
                    <a:pt x="269560" y="573629"/>
                  </a:lnTo>
                  <a:lnTo>
                    <a:pt x="270849" y="576373"/>
                  </a:lnTo>
                  <a:lnTo>
                    <a:pt x="272160" y="579118"/>
                  </a:lnTo>
                  <a:lnTo>
                    <a:pt x="273488" y="581863"/>
                  </a:lnTo>
                  <a:lnTo>
                    <a:pt x="274844" y="584607"/>
                  </a:lnTo>
                  <a:lnTo>
                    <a:pt x="276221" y="587352"/>
                  </a:lnTo>
                  <a:lnTo>
                    <a:pt x="277614" y="590097"/>
                  </a:lnTo>
                  <a:lnTo>
                    <a:pt x="279031" y="592841"/>
                  </a:lnTo>
                  <a:lnTo>
                    <a:pt x="280467" y="595586"/>
                  </a:lnTo>
                  <a:lnTo>
                    <a:pt x="281919" y="598330"/>
                  </a:lnTo>
                  <a:lnTo>
                    <a:pt x="283390" y="601075"/>
                  </a:lnTo>
                  <a:lnTo>
                    <a:pt x="284880" y="603820"/>
                  </a:lnTo>
                  <a:lnTo>
                    <a:pt x="286382" y="606564"/>
                  </a:lnTo>
                  <a:lnTo>
                    <a:pt x="287901" y="609309"/>
                  </a:lnTo>
                  <a:lnTo>
                    <a:pt x="289437" y="612054"/>
                  </a:lnTo>
                  <a:lnTo>
                    <a:pt x="290983" y="614798"/>
                  </a:lnTo>
                  <a:lnTo>
                    <a:pt x="292541" y="617543"/>
                  </a:lnTo>
                  <a:lnTo>
                    <a:pt x="294113" y="620288"/>
                  </a:lnTo>
                  <a:lnTo>
                    <a:pt x="295694" y="623032"/>
                  </a:lnTo>
                  <a:lnTo>
                    <a:pt x="297283" y="625777"/>
                  </a:lnTo>
                  <a:lnTo>
                    <a:pt x="298884" y="628521"/>
                  </a:lnTo>
                  <a:lnTo>
                    <a:pt x="300490" y="631266"/>
                  </a:lnTo>
                  <a:lnTo>
                    <a:pt x="302101" y="634011"/>
                  </a:lnTo>
                  <a:lnTo>
                    <a:pt x="303720" y="636755"/>
                  </a:lnTo>
                  <a:lnTo>
                    <a:pt x="305342" y="639500"/>
                  </a:lnTo>
                  <a:lnTo>
                    <a:pt x="306967" y="642245"/>
                  </a:lnTo>
                  <a:lnTo>
                    <a:pt x="308594" y="644989"/>
                  </a:lnTo>
                  <a:lnTo>
                    <a:pt x="310222" y="647734"/>
                  </a:lnTo>
                  <a:lnTo>
                    <a:pt x="311850" y="650479"/>
                  </a:lnTo>
                  <a:lnTo>
                    <a:pt x="313477" y="653223"/>
                  </a:lnTo>
                  <a:lnTo>
                    <a:pt x="315101" y="655968"/>
                  </a:lnTo>
                  <a:lnTo>
                    <a:pt x="316723" y="658712"/>
                  </a:lnTo>
                  <a:lnTo>
                    <a:pt x="318339" y="661457"/>
                  </a:lnTo>
                  <a:lnTo>
                    <a:pt x="319950" y="664202"/>
                  </a:lnTo>
                  <a:lnTo>
                    <a:pt x="321556" y="666946"/>
                  </a:lnTo>
                  <a:lnTo>
                    <a:pt x="323152" y="669691"/>
                  </a:lnTo>
                  <a:lnTo>
                    <a:pt x="324741" y="672436"/>
                  </a:lnTo>
                  <a:lnTo>
                    <a:pt x="326322" y="675180"/>
                  </a:lnTo>
                  <a:lnTo>
                    <a:pt x="327890" y="677925"/>
                  </a:lnTo>
                  <a:lnTo>
                    <a:pt x="329446" y="680670"/>
                  </a:lnTo>
                  <a:lnTo>
                    <a:pt x="330993" y="683414"/>
                  </a:lnTo>
                  <a:lnTo>
                    <a:pt x="332524" y="686159"/>
                  </a:lnTo>
                  <a:lnTo>
                    <a:pt x="334040" y="688903"/>
                  </a:lnTo>
                  <a:lnTo>
                    <a:pt x="335545" y="691648"/>
                  </a:lnTo>
                  <a:lnTo>
                    <a:pt x="337031" y="694393"/>
                  </a:lnTo>
                  <a:lnTo>
                    <a:pt x="338499" y="697137"/>
                  </a:lnTo>
                  <a:lnTo>
                    <a:pt x="339954" y="699882"/>
                  </a:lnTo>
                  <a:lnTo>
                    <a:pt x="341388" y="702627"/>
                  </a:lnTo>
                  <a:lnTo>
                    <a:pt x="342800" y="705371"/>
                  </a:lnTo>
                  <a:lnTo>
                    <a:pt x="344197" y="708116"/>
                  </a:lnTo>
                  <a:lnTo>
                    <a:pt x="345572" y="710861"/>
                  </a:lnTo>
                  <a:lnTo>
                    <a:pt x="346922" y="713605"/>
                  </a:lnTo>
                  <a:lnTo>
                    <a:pt x="348255" y="716350"/>
                  </a:lnTo>
                  <a:lnTo>
                    <a:pt x="349566" y="719094"/>
                  </a:lnTo>
                  <a:lnTo>
                    <a:pt x="350847" y="721839"/>
                  </a:lnTo>
                  <a:lnTo>
                    <a:pt x="352110" y="724584"/>
                  </a:lnTo>
                  <a:lnTo>
                    <a:pt x="353350" y="727328"/>
                  </a:lnTo>
                  <a:lnTo>
                    <a:pt x="354558" y="730073"/>
                  </a:lnTo>
                  <a:lnTo>
                    <a:pt x="355746" y="732818"/>
                  </a:lnTo>
                  <a:lnTo>
                    <a:pt x="356912" y="735562"/>
                  </a:lnTo>
                  <a:lnTo>
                    <a:pt x="358041" y="738307"/>
                  </a:lnTo>
                  <a:lnTo>
                    <a:pt x="359149" y="741052"/>
                  </a:lnTo>
                  <a:lnTo>
                    <a:pt x="360236" y="743796"/>
                  </a:lnTo>
                  <a:lnTo>
                    <a:pt x="361283" y="746541"/>
                  </a:lnTo>
                  <a:lnTo>
                    <a:pt x="362309" y="749285"/>
                  </a:lnTo>
                  <a:lnTo>
                    <a:pt x="363313" y="752030"/>
                  </a:lnTo>
                  <a:lnTo>
                    <a:pt x="364275" y="754775"/>
                  </a:lnTo>
                  <a:lnTo>
                    <a:pt x="365215" y="757519"/>
                  </a:lnTo>
                  <a:lnTo>
                    <a:pt x="366132" y="760264"/>
                  </a:lnTo>
                  <a:lnTo>
                    <a:pt x="366231" y="760571"/>
                  </a:lnTo>
                  <a:lnTo>
                    <a:pt x="367009" y="763009"/>
                  </a:lnTo>
                  <a:lnTo>
                    <a:pt x="367862" y="765753"/>
                  </a:lnTo>
                  <a:lnTo>
                    <a:pt x="368692" y="768498"/>
                  </a:lnTo>
                  <a:lnTo>
                    <a:pt x="369482" y="771243"/>
                  </a:lnTo>
                  <a:lnTo>
                    <a:pt x="370247" y="773987"/>
                  </a:lnTo>
                  <a:lnTo>
                    <a:pt x="370989" y="776732"/>
                  </a:lnTo>
                  <a:lnTo>
                    <a:pt x="371693" y="779476"/>
                  </a:lnTo>
                  <a:lnTo>
                    <a:pt x="372370" y="782221"/>
                  </a:lnTo>
                  <a:lnTo>
                    <a:pt x="373025" y="784966"/>
                  </a:lnTo>
                  <a:lnTo>
                    <a:pt x="373646" y="787710"/>
                  </a:lnTo>
                  <a:lnTo>
                    <a:pt x="374238" y="790455"/>
                  </a:lnTo>
                  <a:lnTo>
                    <a:pt x="374808" y="793200"/>
                  </a:lnTo>
                  <a:lnTo>
                    <a:pt x="375347" y="795944"/>
                  </a:lnTo>
                  <a:lnTo>
                    <a:pt x="375858" y="798689"/>
                  </a:lnTo>
                  <a:lnTo>
                    <a:pt x="376348" y="801434"/>
                  </a:lnTo>
                  <a:lnTo>
                    <a:pt x="376811" y="804178"/>
                  </a:lnTo>
                  <a:lnTo>
                    <a:pt x="377245" y="806923"/>
                  </a:lnTo>
                  <a:lnTo>
                    <a:pt x="377661" y="809667"/>
                  </a:lnTo>
                  <a:lnTo>
                    <a:pt x="378053" y="812412"/>
                  </a:lnTo>
                  <a:lnTo>
                    <a:pt x="378418" y="815157"/>
                  </a:lnTo>
                  <a:lnTo>
                    <a:pt x="378768" y="817901"/>
                  </a:lnTo>
                  <a:lnTo>
                    <a:pt x="379097" y="820646"/>
                  </a:lnTo>
                  <a:lnTo>
                    <a:pt x="379402" y="823391"/>
                  </a:lnTo>
                  <a:lnTo>
                    <a:pt x="379694" y="826135"/>
                  </a:lnTo>
                  <a:lnTo>
                    <a:pt x="379970" y="828880"/>
                  </a:lnTo>
                  <a:lnTo>
                    <a:pt x="380226" y="831625"/>
                  </a:lnTo>
                  <a:lnTo>
                    <a:pt x="380471" y="834369"/>
                  </a:lnTo>
                  <a:lnTo>
                    <a:pt x="380705" y="837114"/>
                  </a:lnTo>
                  <a:lnTo>
                    <a:pt x="380923" y="839859"/>
                  </a:lnTo>
                  <a:lnTo>
                    <a:pt x="381134" y="842603"/>
                  </a:lnTo>
                  <a:lnTo>
                    <a:pt x="381338" y="845348"/>
                  </a:lnTo>
                  <a:lnTo>
                    <a:pt x="381531" y="848092"/>
                  </a:lnTo>
                  <a:lnTo>
                    <a:pt x="381721" y="850837"/>
                  </a:lnTo>
                  <a:lnTo>
                    <a:pt x="381908" y="853582"/>
                  </a:lnTo>
                  <a:lnTo>
                    <a:pt x="382091" y="856326"/>
                  </a:lnTo>
                  <a:lnTo>
                    <a:pt x="382274" y="859071"/>
                  </a:lnTo>
                  <a:lnTo>
                    <a:pt x="382457" y="861816"/>
                  </a:lnTo>
                  <a:lnTo>
                    <a:pt x="382644" y="864560"/>
                  </a:lnTo>
                  <a:lnTo>
                    <a:pt x="382834" y="867305"/>
                  </a:lnTo>
                  <a:lnTo>
                    <a:pt x="383028" y="870050"/>
                  </a:lnTo>
                  <a:lnTo>
                    <a:pt x="383232" y="872794"/>
                  </a:lnTo>
                  <a:lnTo>
                    <a:pt x="383444" y="875539"/>
                  </a:lnTo>
                  <a:lnTo>
                    <a:pt x="383663" y="878283"/>
                  </a:lnTo>
                  <a:lnTo>
                    <a:pt x="383896" y="881028"/>
                  </a:lnTo>
                  <a:lnTo>
                    <a:pt x="384142" y="883773"/>
                  </a:lnTo>
                  <a:lnTo>
                    <a:pt x="384399" y="886517"/>
                  </a:lnTo>
                  <a:lnTo>
                    <a:pt x="384674" y="889262"/>
                  </a:lnTo>
                  <a:lnTo>
                    <a:pt x="384966" y="892007"/>
                  </a:lnTo>
                  <a:lnTo>
                    <a:pt x="385272" y="894751"/>
                  </a:lnTo>
                  <a:lnTo>
                    <a:pt x="385598" y="897496"/>
                  </a:lnTo>
                  <a:lnTo>
                    <a:pt x="385946" y="900241"/>
                  </a:lnTo>
                  <a:lnTo>
                    <a:pt x="386310" y="902985"/>
                  </a:lnTo>
                  <a:lnTo>
                    <a:pt x="386696" y="905730"/>
                  </a:lnTo>
                  <a:lnTo>
                    <a:pt x="387106" y="908474"/>
                  </a:lnTo>
                  <a:lnTo>
                    <a:pt x="387534" y="911219"/>
                  </a:lnTo>
                  <a:lnTo>
                    <a:pt x="387984" y="913964"/>
                  </a:lnTo>
                  <a:lnTo>
                    <a:pt x="388462" y="916708"/>
                  </a:lnTo>
                  <a:lnTo>
                    <a:pt x="388957" y="919453"/>
                  </a:lnTo>
                  <a:lnTo>
                    <a:pt x="389474" y="922198"/>
                  </a:lnTo>
                  <a:lnTo>
                    <a:pt x="390020" y="924942"/>
                  </a:lnTo>
                  <a:lnTo>
                    <a:pt x="390582" y="927687"/>
                  </a:lnTo>
                  <a:lnTo>
                    <a:pt x="391165" y="930432"/>
                  </a:lnTo>
                  <a:lnTo>
                    <a:pt x="391776" y="933176"/>
                  </a:lnTo>
                  <a:lnTo>
                    <a:pt x="392403" y="935921"/>
                  </a:lnTo>
                  <a:lnTo>
                    <a:pt x="393047" y="938665"/>
                  </a:lnTo>
                  <a:lnTo>
                    <a:pt x="393717" y="941410"/>
                  </a:lnTo>
                  <a:lnTo>
                    <a:pt x="394401" y="944155"/>
                  </a:lnTo>
                  <a:lnTo>
                    <a:pt x="394951" y="946322"/>
                  </a:lnTo>
                  <a:lnTo>
                    <a:pt x="395098" y="946899"/>
                  </a:lnTo>
                  <a:lnTo>
                    <a:pt x="395818" y="949644"/>
                  </a:lnTo>
                  <a:lnTo>
                    <a:pt x="396548" y="952389"/>
                  </a:lnTo>
                  <a:lnTo>
                    <a:pt x="397288" y="955133"/>
                  </a:lnTo>
                  <a:lnTo>
                    <a:pt x="398045" y="957878"/>
                  </a:lnTo>
                  <a:lnTo>
                    <a:pt x="398808" y="960623"/>
                  </a:lnTo>
                  <a:lnTo>
                    <a:pt x="399577" y="963367"/>
                  </a:lnTo>
                  <a:lnTo>
                    <a:pt x="400354" y="966112"/>
                  </a:lnTo>
                  <a:lnTo>
                    <a:pt x="401134" y="968856"/>
                  </a:lnTo>
                  <a:lnTo>
                    <a:pt x="401915" y="971601"/>
                  </a:lnTo>
                  <a:lnTo>
                    <a:pt x="402696" y="974346"/>
                  </a:lnTo>
                  <a:lnTo>
                    <a:pt x="403473" y="977090"/>
                  </a:lnTo>
                  <a:lnTo>
                    <a:pt x="404247" y="979835"/>
                  </a:lnTo>
                  <a:lnTo>
                    <a:pt x="405012" y="982580"/>
                  </a:lnTo>
                  <a:lnTo>
                    <a:pt x="405767" y="985324"/>
                  </a:lnTo>
                  <a:lnTo>
                    <a:pt x="406513" y="988069"/>
                  </a:lnTo>
                  <a:lnTo>
                    <a:pt x="407242" y="990814"/>
                  </a:lnTo>
                  <a:lnTo>
                    <a:pt x="407953" y="993558"/>
                  </a:lnTo>
                  <a:lnTo>
                    <a:pt x="408650" y="996303"/>
                  </a:lnTo>
                  <a:lnTo>
                    <a:pt x="409323" y="999047"/>
                  </a:lnTo>
                  <a:lnTo>
                    <a:pt x="409969" y="1001792"/>
                  </a:lnTo>
                  <a:lnTo>
                    <a:pt x="410594" y="1004537"/>
                  </a:lnTo>
                  <a:lnTo>
                    <a:pt x="411190" y="1007281"/>
                  </a:lnTo>
                  <a:lnTo>
                    <a:pt x="411749" y="1010026"/>
                  </a:lnTo>
                  <a:lnTo>
                    <a:pt x="412283" y="1012771"/>
                  </a:lnTo>
                  <a:lnTo>
                    <a:pt x="412783" y="1015515"/>
                  </a:lnTo>
                  <a:lnTo>
                    <a:pt x="413236" y="1018260"/>
                  </a:lnTo>
                  <a:lnTo>
                    <a:pt x="413658" y="1021005"/>
                  </a:lnTo>
                  <a:lnTo>
                    <a:pt x="414043" y="1023749"/>
                  </a:lnTo>
                  <a:lnTo>
                    <a:pt x="414371" y="1026494"/>
                  </a:lnTo>
                  <a:lnTo>
                    <a:pt x="414665" y="1029238"/>
                  </a:lnTo>
                  <a:lnTo>
                    <a:pt x="414918" y="1031983"/>
                  </a:lnTo>
                  <a:lnTo>
                    <a:pt x="415106" y="1034728"/>
                  </a:lnTo>
                  <a:lnTo>
                    <a:pt x="415255" y="1037472"/>
                  </a:lnTo>
                  <a:lnTo>
                    <a:pt x="415363" y="1040217"/>
                  </a:lnTo>
                  <a:lnTo>
                    <a:pt x="415398" y="1042962"/>
                  </a:lnTo>
                  <a:lnTo>
                    <a:pt x="415390" y="1045706"/>
                  </a:lnTo>
                  <a:lnTo>
                    <a:pt x="415342" y="1048451"/>
                  </a:lnTo>
                  <a:lnTo>
                    <a:pt x="415212" y="1051196"/>
                  </a:lnTo>
                  <a:lnTo>
                    <a:pt x="415039" y="1053940"/>
                  </a:lnTo>
                  <a:lnTo>
                    <a:pt x="414822" y="1056685"/>
                  </a:lnTo>
                  <a:lnTo>
                    <a:pt x="414525" y="1059429"/>
                  </a:lnTo>
                  <a:lnTo>
                    <a:pt x="414179" y="1062174"/>
                  </a:lnTo>
                  <a:lnTo>
                    <a:pt x="413789" y="1064919"/>
                  </a:lnTo>
                  <a:lnTo>
                    <a:pt x="413319" y="1067663"/>
                  </a:lnTo>
                  <a:lnTo>
                    <a:pt x="412797" y="1070408"/>
                  </a:lnTo>
                  <a:lnTo>
                    <a:pt x="412231" y="1073153"/>
                  </a:lnTo>
                  <a:lnTo>
                    <a:pt x="411588" y="1075897"/>
                  </a:lnTo>
                  <a:lnTo>
                    <a:pt x="410890" y="1078642"/>
                  </a:lnTo>
                  <a:lnTo>
                    <a:pt x="410147" y="1081387"/>
                  </a:lnTo>
                  <a:lnTo>
                    <a:pt x="409333" y="1084131"/>
                  </a:lnTo>
                  <a:lnTo>
                    <a:pt x="408462" y="1086876"/>
                  </a:lnTo>
                  <a:lnTo>
                    <a:pt x="407546" y="1089620"/>
                  </a:lnTo>
                  <a:lnTo>
                    <a:pt x="406565" y="1092365"/>
                  </a:lnTo>
                  <a:lnTo>
                    <a:pt x="405524" y="1095110"/>
                  </a:lnTo>
                  <a:lnTo>
                    <a:pt x="405408" y="1095403"/>
                  </a:lnTo>
                  <a:lnTo>
                    <a:pt x="404441" y="1097854"/>
                  </a:lnTo>
                  <a:lnTo>
                    <a:pt x="403298" y="1100599"/>
                  </a:lnTo>
                  <a:lnTo>
                    <a:pt x="402096" y="1103344"/>
                  </a:lnTo>
                  <a:lnTo>
                    <a:pt x="400854" y="1106088"/>
                  </a:lnTo>
                  <a:lnTo>
                    <a:pt x="399558" y="1108833"/>
                  </a:lnTo>
                  <a:lnTo>
                    <a:pt x="398203" y="1111578"/>
                  </a:lnTo>
                  <a:lnTo>
                    <a:pt x="396811" y="1114322"/>
                  </a:lnTo>
                  <a:lnTo>
                    <a:pt x="395371" y="1117067"/>
                  </a:lnTo>
                  <a:lnTo>
                    <a:pt x="393875" y="1119812"/>
                  </a:lnTo>
                  <a:lnTo>
                    <a:pt x="392344" y="1122556"/>
                  </a:lnTo>
                  <a:lnTo>
                    <a:pt x="390773" y="1125301"/>
                  </a:lnTo>
                  <a:lnTo>
                    <a:pt x="389147" y="1128045"/>
                  </a:lnTo>
                  <a:lnTo>
                    <a:pt x="387490" y="1130790"/>
                  </a:lnTo>
                  <a:lnTo>
                    <a:pt x="385800" y="1133535"/>
                  </a:lnTo>
                  <a:lnTo>
                    <a:pt x="384058" y="1136279"/>
                  </a:lnTo>
                  <a:lnTo>
                    <a:pt x="382289" y="1139024"/>
                  </a:lnTo>
                  <a:lnTo>
                    <a:pt x="380493" y="1141769"/>
                  </a:lnTo>
                  <a:lnTo>
                    <a:pt x="378650" y="1144513"/>
                  </a:lnTo>
                  <a:lnTo>
                    <a:pt x="376784" y="1147258"/>
                  </a:lnTo>
                  <a:lnTo>
                    <a:pt x="374896" y="1150003"/>
                  </a:lnTo>
                  <a:lnTo>
                    <a:pt x="372968" y="1152747"/>
                  </a:lnTo>
                  <a:lnTo>
                    <a:pt x="371021" y="1155492"/>
                  </a:lnTo>
                  <a:lnTo>
                    <a:pt x="369056" y="1158236"/>
                  </a:lnTo>
                  <a:lnTo>
                    <a:pt x="367060" y="1160981"/>
                  </a:lnTo>
                  <a:lnTo>
                    <a:pt x="365049" y="1163726"/>
                  </a:lnTo>
                  <a:lnTo>
                    <a:pt x="363023" y="1166470"/>
                  </a:lnTo>
                  <a:lnTo>
                    <a:pt x="360976" y="1169215"/>
                  </a:lnTo>
                  <a:lnTo>
                    <a:pt x="358917" y="1171960"/>
                  </a:lnTo>
                  <a:lnTo>
                    <a:pt x="356849" y="1174704"/>
                  </a:lnTo>
                  <a:lnTo>
                    <a:pt x="354767" y="1177449"/>
                  </a:lnTo>
                  <a:lnTo>
                    <a:pt x="352679" y="1180194"/>
                  </a:lnTo>
                  <a:lnTo>
                    <a:pt x="350585" y="1182938"/>
                  </a:lnTo>
                  <a:lnTo>
                    <a:pt x="348487" y="1185683"/>
                  </a:lnTo>
                  <a:lnTo>
                    <a:pt x="346386" y="1188427"/>
                  </a:lnTo>
                  <a:lnTo>
                    <a:pt x="344286" y="1191172"/>
                  </a:lnTo>
                  <a:lnTo>
                    <a:pt x="342187" y="1193917"/>
                  </a:lnTo>
                  <a:lnTo>
                    <a:pt x="340093" y="1196661"/>
                  </a:lnTo>
                  <a:lnTo>
                    <a:pt x="338003" y="1199406"/>
                  </a:lnTo>
                  <a:lnTo>
                    <a:pt x="335922" y="1202151"/>
                  </a:lnTo>
                  <a:lnTo>
                    <a:pt x="333852" y="1204895"/>
                  </a:lnTo>
                  <a:lnTo>
                    <a:pt x="331791" y="1207640"/>
                  </a:lnTo>
                  <a:lnTo>
                    <a:pt x="329744" y="1210385"/>
                  </a:lnTo>
                  <a:lnTo>
                    <a:pt x="327715" y="1213129"/>
                  </a:lnTo>
                  <a:lnTo>
                    <a:pt x="325700" y="1215874"/>
                  </a:lnTo>
                  <a:lnTo>
                    <a:pt x="323702" y="1218618"/>
                  </a:lnTo>
                  <a:lnTo>
                    <a:pt x="321731" y="1221363"/>
                  </a:lnTo>
                  <a:lnTo>
                    <a:pt x="319777" y="1224108"/>
                  </a:lnTo>
                  <a:lnTo>
                    <a:pt x="317845" y="1226852"/>
                  </a:lnTo>
                  <a:lnTo>
                    <a:pt x="315946" y="1229597"/>
                  </a:lnTo>
                  <a:lnTo>
                    <a:pt x="314068" y="1232342"/>
                  </a:lnTo>
                  <a:lnTo>
                    <a:pt x="312213" y="1235086"/>
                  </a:lnTo>
                  <a:lnTo>
                    <a:pt x="310399" y="1237831"/>
                  </a:lnTo>
                  <a:lnTo>
                    <a:pt x="308609" y="1240576"/>
                  </a:lnTo>
                  <a:lnTo>
                    <a:pt x="306844" y="1243320"/>
                  </a:lnTo>
                  <a:lnTo>
                    <a:pt x="305126" y="1246065"/>
                  </a:lnTo>
                  <a:lnTo>
                    <a:pt x="303435" y="1248809"/>
                  </a:lnTo>
                  <a:lnTo>
                    <a:pt x="301769" y="1251554"/>
                  </a:lnTo>
                  <a:lnTo>
                    <a:pt x="300154" y="1254299"/>
                  </a:lnTo>
                  <a:lnTo>
                    <a:pt x="298569" y="1257043"/>
                  </a:lnTo>
                  <a:lnTo>
                    <a:pt x="297011" y="1259788"/>
                  </a:lnTo>
                  <a:lnTo>
                    <a:pt x="295503" y="1262533"/>
                  </a:lnTo>
                  <a:lnTo>
                    <a:pt x="294028" y="1265277"/>
                  </a:lnTo>
                  <a:lnTo>
                    <a:pt x="292581" y="1268022"/>
                  </a:lnTo>
                  <a:lnTo>
                    <a:pt x="291183" y="1270767"/>
                  </a:lnTo>
                  <a:lnTo>
                    <a:pt x="289820" y="1273511"/>
                  </a:lnTo>
                  <a:lnTo>
                    <a:pt x="288485" y="1276256"/>
                  </a:lnTo>
                  <a:lnTo>
                    <a:pt x="287197" y="1279000"/>
                  </a:lnTo>
                  <a:lnTo>
                    <a:pt x="285944" y="1281745"/>
                  </a:lnTo>
                  <a:lnTo>
                    <a:pt x="284720" y="1284490"/>
                  </a:lnTo>
                  <a:lnTo>
                    <a:pt x="283537" y="1287234"/>
                  </a:lnTo>
                  <a:lnTo>
                    <a:pt x="282391" y="1289979"/>
                  </a:lnTo>
                  <a:lnTo>
                    <a:pt x="281271" y="1292724"/>
                  </a:lnTo>
                  <a:lnTo>
                    <a:pt x="280189" y="1295468"/>
                  </a:lnTo>
                  <a:lnTo>
                    <a:pt x="279142" y="1298213"/>
                  </a:lnTo>
                  <a:lnTo>
                    <a:pt x="278119" y="1300958"/>
                  </a:lnTo>
                  <a:lnTo>
                    <a:pt x="277128" y="1303702"/>
                  </a:lnTo>
                  <a:lnTo>
                    <a:pt x="276171" y="1306447"/>
                  </a:lnTo>
                  <a:lnTo>
                    <a:pt x="275235" y="1309191"/>
                  </a:lnTo>
                  <a:lnTo>
                    <a:pt x="274326" y="1311936"/>
                  </a:lnTo>
                  <a:lnTo>
                    <a:pt x="273447" y="1314681"/>
                  </a:lnTo>
                  <a:lnTo>
                    <a:pt x="272586" y="1317425"/>
                  </a:lnTo>
                  <a:lnTo>
                    <a:pt x="271746" y="1320170"/>
                  </a:lnTo>
                  <a:lnTo>
                    <a:pt x="270932" y="1322915"/>
                  </a:lnTo>
                  <a:lnTo>
                    <a:pt x="270132" y="1325659"/>
                  </a:lnTo>
                  <a:lnTo>
                    <a:pt x="269349" y="1328404"/>
                  </a:lnTo>
                  <a:lnTo>
                    <a:pt x="268586" y="1331149"/>
                  </a:lnTo>
                  <a:lnTo>
                    <a:pt x="267834" y="1333893"/>
                  </a:lnTo>
                  <a:lnTo>
                    <a:pt x="267093" y="1336638"/>
                  </a:lnTo>
                  <a:lnTo>
                    <a:pt x="266368" y="1339382"/>
                  </a:lnTo>
                  <a:lnTo>
                    <a:pt x="265649" y="1342127"/>
                  </a:lnTo>
                  <a:lnTo>
                    <a:pt x="264937" y="1344872"/>
                  </a:lnTo>
                  <a:lnTo>
                    <a:pt x="264235" y="1347616"/>
                  </a:lnTo>
                  <a:lnTo>
                    <a:pt x="263536" y="1350361"/>
                  </a:lnTo>
                  <a:lnTo>
                    <a:pt x="262841" y="1353106"/>
                  </a:lnTo>
                  <a:lnTo>
                    <a:pt x="262149" y="1355850"/>
                  </a:lnTo>
                  <a:lnTo>
                    <a:pt x="261458" y="1358595"/>
                  </a:lnTo>
                  <a:lnTo>
                    <a:pt x="260766" y="1361340"/>
                  </a:lnTo>
                  <a:lnTo>
                    <a:pt x="260074" y="1364084"/>
                  </a:lnTo>
                  <a:lnTo>
                    <a:pt x="259378" y="1366829"/>
                  </a:lnTo>
                  <a:lnTo>
                    <a:pt x="258681" y="1369573"/>
                  </a:lnTo>
                  <a:lnTo>
                    <a:pt x="257978" y="1372318"/>
                  </a:lnTo>
                  <a:lnTo>
                    <a:pt x="257270" y="1375063"/>
                  </a:lnTo>
                  <a:lnTo>
                    <a:pt x="256558" y="1377807"/>
                  </a:lnTo>
                  <a:lnTo>
                    <a:pt x="255838" y="1380552"/>
                  </a:lnTo>
                  <a:lnTo>
                    <a:pt x="255111" y="1383297"/>
                  </a:lnTo>
                  <a:lnTo>
                    <a:pt x="254378" y="1386041"/>
                  </a:lnTo>
                  <a:lnTo>
                    <a:pt x="253636" y="1388786"/>
                  </a:lnTo>
                  <a:lnTo>
                    <a:pt x="252885" y="1391531"/>
                  </a:lnTo>
                  <a:lnTo>
                    <a:pt x="252128" y="1394275"/>
                  </a:lnTo>
                  <a:lnTo>
                    <a:pt x="251361" y="1397020"/>
                  </a:lnTo>
                  <a:lnTo>
                    <a:pt x="250585" y="1399765"/>
                  </a:lnTo>
                  <a:lnTo>
                    <a:pt x="249802" y="1402509"/>
                  </a:lnTo>
                  <a:close/>
                </a:path>
              </a:pathLst>
            </a:custGeom>
            <a:noFill/>
            <a:ln w="948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2485821" y="793566"/>
              <a:ext cx="344459" cy="2255991"/>
            </a:xfrm>
            <a:custGeom>
              <a:avLst/>
              <a:pathLst>
                <a:path w="344459" h="2255991">
                  <a:moveTo>
                    <a:pt x="148386" y="2255991"/>
                  </a:moveTo>
                  <a:lnTo>
                    <a:pt x="147583" y="2251576"/>
                  </a:lnTo>
                  <a:lnTo>
                    <a:pt x="146757" y="2247161"/>
                  </a:lnTo>
                  <a:lnTo>
                    <a:pt x="145898" y="2242746"/>
                  </a:lnTo>
                  <a:lnTo>
                    <a:pt x="145018" y="2238331"/>
                  </a:lnTo>
                  <a:lnTo>
                    <a:pt x="144115" y="2233916"/>
                  </a:lnTo>
                  <a:lnTo>
                    <a:pt x="143171" y="2229502"/>
                  </a:lnTo>
                  <a:lnTo>
                    <a:pt x="142199" y="2225087"/>
                  </a:lnTo>
                  <a:lnTo>
                    <a:pt x="141200" y="2220672"/>
                  </a:lnTo>
                  <a:lnTo>
                    <a:pt x="140161" y="2216257"/>
                  </a:lnTo>
                  <a:lnTo>
                    <a:pt x="139082" y="2211842"/>
                  </a:lnTo>
                  <a:lnTo>
                    <a:pt x="137972" y="2207427"/>
                  </a:lnTo>
                  <a:lnTo>
                    <a:pt x="136825" y="2203012"/>
                  </a:lnTo>
                  <a:lnTo>
                    <a:pt x="135623" y="2198598"/>
                  </a:lnTo>
                  <a:lnTo>
                    <a:pt x="134386" y="2194183"/>
                  </a:lnTo>
                  <a:lnTo>
                    <a:pt x="133113" y="2189768"/>
                  </a:lnTo>
                  <a:lnTo>
                    <a:pt x="131778" y="2185353"/>
                  </a:lnTo>
                  <a:lnTo>
                    <a:pt x="130400" y="2180938"/>
                  </a:lnTo>
                  <a:lnTo>
                    <a:pt x="128981" y="2176523"/>
                  </a:lnTo>
                  <a:lnTo>
                    <a:pt x="127506" y="2172108"/>
                  </a:lnTo>
                  <a:lnTo>
                    <a:pt x="125973" y="2167694"/>
                  </a:lnTo>
                  <a:lnTo>
                    <a:pt x="124398" y="2163279"/>
                  </a:lnTo>
                  <a:lnTo>
                    <a:pt x="122773" y="2158864"/>
                  </a:lnTo>
                  <a:lnTo>
                    <a:pt x="121078" y="2154449"/>
                  </a:lnTo>
                  <a:lnTo>
                    <a:pt x="119338" y="2150034"/>
                  </a:lnTo>
                  <a:lnTo>
                    <a:pt x="117554" y="2145619"/>
                  </a:lnTo>
                  <a:lnTo>
                    <a:pt x="115697" y="2141204"/>
                  </a:lnTo>
                  <a:lnTo>
                    <a:pt x="113790" y="2136790"/>
                  </a:lnTo>
                  <a:lnTo>
                    <a:pt x="111840" y="2132375"/>
                  </a:lnTo>
                  <a:lnTo>
                    <a:pt x="109828" y="2127960"/>
                  </a:lnTo>
                  <a:lnTo>
                    <a:pt x="107759" y="2123545"/>
                  </a:lnTo>
                  <a:lnTo>
                    <a:pt x="105648" y="2119130"/>
                  </a:lnTo>
                  <a:lnTo>
                    <a:pt x="103490" y="2114715"/>
                  </a:lnTo>
                  <a:lnTo>
                    <a:pt x="101268" y="2110301"/>
                  </a:lnTo>
                  <a:lnTo>
                    <a:pt x="99009" y="2105886"/>
                  </a:lnTo>
                  <a:lnTo>
                    <a:pt x="96714" y="2101471"/>
                  </a:lnTo>
                  <a:lnTo>
                    <a:pt x="94362" y="2097056"/>
                  </a:lnTo>
                  <a:lnTo>
                    <a:pt x="91976" y="2092641"/>
                  </a:lnTo>
                  <a:lnTo>
                    <a:pt x="89560" y="2088226"/>
                  </a:lnTo>
                  <a:lnTo>
                    <a:pt x="87106" y="2083811"/>
                  </a:lnTo>
                  <a:lnTo>
                    <a:pt x="84619" y="2079397"/>
                  </a:lnTo>
                  <a:lnTo>
                    <a:pt x="82111" y="2074982"/>
                  </a:lnTo>
                  <a:lnTo>
                    <a:pt x="79582" y="2070567"/>
                  </a:lnTo>
                  <a:lnTo>
                    <a:pt x="77028" y="2066152"/>
                  </a:lnTo>
                  <a:lnTo>
                    <a:pt x="74464" y="2061737"/>
                  </a:lnTo>
                  <a:lnTo>
                    <a:pt x="71890" y="2057322"/>
                  </a:lnTo>
                  <a:lnTo>
                    <a:pt x="69309" y="2052907"/>
                  </a:lnTo>
                  <a:lnTo>
                    <a:pt x="66727" y="2048493"/>
                  </a:lnTo>
                  <a:lnTo>
                    <a:pt x="64148" y="2044078"/>
                  </a:lnTo>
                  <a:lnTo>
                    <a:pt x="61576" y="2039663"/>
                  </a:lnTo>
                  <a:lnTo>
                    <a:pt x="59019" y="2035248"/>
                  </a:lnTo>
                  <a:lnTo>
                    <a:pt x="56476" y="2030833"/>
                  </a:lnTo>
                  <a:lnTo>
                    <a:pt x="53951" y="2026418"/>
                  </a:lnTo>
                  <a:lnTo>
                    <a:pt x="51461" y="2022003"/>
                  </a:lnTo>
                  <a:lnTo>
                    <a:pt x="48996" y="2017589"/>
                  </a:lnTo>
                  <a:lnTo>
                    <a:pt x="46559" y="2013174"/>
                  </a:lnTo>
                  <a:lnTo>
                    <a:pt x="44173" y="2008759"/>
                  </a:lnTo>
                  <a:lnTo>
                    <a:pt x="41828" y="2004344"/>
                  </a:lnTo>
                  <a:lnTo>
                    <a:pt x="39520" y="1999929"/>
                  </a:lnTo>
                  <a:lnTo>
                    <a:pt x="37267" y="1995514"/>
                  </a:lnTo>
                  <a:lnTo>
                    <a:pt x="35077" y="1991099"/>
                  </a:lnTo>
                  <a:lnTo>
                    <a:pt x="32933" y="1986685"/>
                  </a:lnTo>
                  <a:lnTo>
                    <a:pt x="30842" y="1982270"/>
                  </a:lnTo>
                  <a:lnTo>
                    <a:pt x="28837" y="1977855"/>
                  </a:lnTo>
                  <a:lnTo>
                    <a:pt x="26885" y="1973440"/>
                  </a:lnTo>
                  <a:lnTo>
                    <a:pt x="24987" y="1969025"/>
                  </a:lnTo>
                  <a:lnTo>
                    <a:pt x="23180" y="1964610"/>
                  </a:lnTo>
                  <a:lnTo>
                    <a:pt x="21440" y="1960195"/>
                  </a:lnTo>
                  <a:lnTo>
                    <a:pt x="19760" y="1955781"/>
                  </a:lnTo>
                  <a:lnTo>
                    <a:pt x="18159" y="1951366"/>
                  </a:lnTo>
                  <a:lnTo>
                    <a:pt x="16644" y="1946951"/>
                  </a:lnTo>
                  <a:lnTo>
                    <a:pt x="15189" y="1942536"/>
                  </a:lnTo>
                  <a:lnTo>
                    <a:pt x="13801" y="1938121"/>
                  </a:lnTo>
                  <a:lnTo>
                    <a:pt x="12514" y="1933706"/>
                  </a:lnTo>
                  <a:lnTo>
                    <a:pt x="11288" y="1929291"/>
                  </a:lnTo>
                  <a:lnTo>
                    <a:pt x="10122" y="1924877"/>
                  </a:lnTo>
                  <a:lnTo>
                    <a:pt x="9049" y="1920462"/>
                  </a:lnTo>
                  <a:lnTo>
                    <a:pt x="8365" y="1917454"/>
                  </a:lnTo>
                  <a:lnTo>
                    <a:pt x="8045" y="1916047"/>
                  </a:lnTo>
                  <a:lnTo>
                    <a:pt x="7098" y="1911632"/>
                  </a:lnTo>
                  <a:lnTo>
                    <a:pt x="6227" y="1907217"/>
                  </a:lnTo>
                  <a:lnTo>
                    <a:pt x="5432" y="1902802"/>
                  </a:lnTo>
                  <a:lnTo>
                    <a:pt x="4691" y="1898387"/>
                  </a:lnTo>
                  <a:lnTo>
                    <a:pt x="4006" y="1893973"/>
                  </a:lnTo>
                  <a:lnTo>
                    <a:pt x="3405" y="1889558"/>
                  </a:lnTo>
                  <a:lnTo>
                    <a:pt x="2852" y="1885143"/>
                  </a:lnTo>
                  <a:lnTo>
                    <a:pt x="2345" y="1880728"/>
                  </a:lnTo>
                  <a:lnTo>
                    <a:pt x="1909" y="1876313"/>
                  </a:lnTo>
                  <a:lnTo>
                    <a:pt x="1522" y="1871898"/>
                  </a:lnTo>
                  <a:lnTo>
                    <a:pt x="1177" y="1867483"/>
                  </a:lnTo>
                  <a:lnTo>
                    <a:pt x="883" y="1863069"/>
                  </a:lnTo>
                  <a:lnTo>
                    <a:pt x="643" y="1858654"/>
                  </a:lnTo>
                  <a:lnTo>
                    <a:pt x="437" y="1854239"/>
                  </a:lnTo>
                  <a:lnTo>
                    <a:pt x="268" y="1849824"/>
                  </a:lnTo>
                  <a:lnTo>
                    <a:pt x="153" y="1845409"/>
                  </a:lnTo>
                  <a:lnTo>
                    <a:pt x="68" y="1840994"/>
                  </a:lnTo>
                  <a:lnTo>
                    <a:pt x="12" y="1836579"/>
                  </a:lnTo>
                  <a:lnTo>
                    <a:pt x="0" y="1832165"/>
                  </a:lnTo>
                  <a:lnTo>
                    <a:pt x="18" y="1827750"/>
                  </a:lnTo>
                  <a:lnTo>
                    <a:pt x="61" y="1823335"/>
                  </a:lnTo>
                  <a:lnTo>
                    <a:pt x="137" y="1818920"/>
                  </a:lnTo>
                  <a:lnTo>
                    <a:pt x="245" y="1814505"/>
                  </a:lnTo>
                  <a:lnTo>
                    <a:pt x="376" y="1810090"/>
                  </a:lnTo>
                  <a:lnTo>
                    <a:pt x="530" y="1805675"/>
                  </a:lnTo>
                  <a:lnTo>
                    <a:pt x="720" y="1801261"/>
                  </a:lnTo>
                  <a:lnTo>
                    <a:pt x="930" y="1796846"/>
                  </a:lnTo>
                  <a:lnTo>
                    <a:pt x="1161" y="1792431"/>
                  </a:lnTo>
                  <a:lnTo>
                    <a:pt x="1424" y="1788016"/>
                  </a:lnTo>
                  <a:lnTo>
                    <a:pt x="1710" y="1783601"/>
                  </a:lnTo>
                  <a:lnTo>
                    <a:pt x="2017" y="1779186"/>
                  </a:lnTo>
                  <a:lnTo>
                    <a:pt x="2350" y="1774771"/>
                  </a:lnTo>
                  <a:lnTo>
                    <a:pt x="2713" y="1770357"/>
                  </a:lnTo>
                  <a:lnTo>
                    <a:pt x="3097" y="1765942"/>
                  </a:lnTo>
                  <a:lnTo>
                    <a:pt x="3502" y="1761527"/>
                  </a:lnTo>
                  <a:lnTo>
                    <a:pt x="3944" y="1757112"/>
                  </a:lnTo>
                  <a:lnTo>
                    <a:pt x="4409" y="1752697"/>
                  </a:lnTo>
                  <a:lnTo>
                    <a:pt x="4895" y="1748282"/>
                  </a:lnTo>
                  <a:lnTo>
                    <a:pt x="5417" y="1743867"/>
                  </a:lnTo>
                  <a:lnTo>
                    <a:pt x="5967" y="1739453"/>
                  </a:lnTo>
                  <a:lnTo>
                    <a:pt x="6541" y="1735038"/>
                  </a:lnTo>
                  <a:lnTo>
                    <a:pt x="7146" y="1730623"/>
                  </a:lnTo>
                  <a:lnTo>
                    <a:pt x="7788" y="1726208"/>
                  </a:lnTo>
                  <a:lnTo>
                    <a:pt x="8455" y="1721793"/>
                  </a:lnTo>
                  <a:lnTo>
                    <a:pt x="9149" y="1717378"/>
                  </a:lnTo>
                  <a:lnTo>
                    <a:pt x="9888" y="1712963"/>
                  </a:lnTo>
                  <a:lnTo>
                    <a:pt x="10653" y="1708549"/>
                  </a:lnTo>
                  <a:lnTo>
                    <a:pt x="11139" y="1705840"/>
                  </a:lnTo>
                  <a:lnTo>
                    <a:pt x="11445" y="1704134"/>
                  </a:lnTo>
                  <a:lnTo>
                    <a:pt x="12278" y="1699719"/>
                  </a:lnTo>
                  <a:lnTo>
                    <a:pt x="13145" y="1695304"/>
                  </a:lnTo>
                  <a:lnTo>
                    <a:pt x="14039" y="1690889"/>
                  </a:lnTo>
                  <a:lnTo>
                    <a:pt x="14967" y="1686474"/>
                  </a:lnTo>
                  <a:lnTo>
                    <a:pt x="15936" y="1682060"/>
                  </a:lnTo>
                  <a:lnTo>
                    <a:pt x="16931" y="1677645"/>
                  </a:lnTo>
                  <a:lnTo>
                    <a:pt x="17954" y="1673230"/>
                  </a:lnTo>
                  <a:lnTo>
                    <a:pt x="19023" y="1668815"/>
                  </a:lnTo>
                  <a:lnTo>
                    <a:pt x="20117" y="1664400"/>
                  </a:lnTo>
                  <a:lnTo>
                    <a:pt x="21237" y="1659985"/>
                  </a:lnTo>
                  <a:lnTo>
                    <a:pt x="22395" y="1655570"/>
                  </a:lnTo>
                  <a:lnTo>
                    <a:pt x="23582" y="1651156"/>
                  </a:lnTo>
                  <a:lnTo>
                    <a:pt x="24794" y="1646741"/>
                  </a:lnTo>
                  <a:lnTo>
                    <a:pt x="26034" y="1642326"/>
                  </a:lnTo>
                  <a:lnTo>
                    <a:pt x="27306" y="1637911"/>
                  </a:lnTo>
                  <a:lnTo>
                    <a:pt x="28600" y="1633496"/>
                  </a:lnTo>
                  <a:lnTo>
                    <a:pt x="29914" y="1629081"/>
                  </a:lnTo>
                  <a:lnTo>
                    <a:pt x="31261" y="1624666"/>
                  </a:lnTo>
                  <a:lnTo>
                    <a:pt x="32626" y="1620252"/>
                  </a:lnTo>
                  <a:lnTo>
                    <a:pt x="34008" y="1615837"/>
                  </a:lnTo>
                  <a:lnTo>
                    <a:pt x="35414" y="1611422"/>
                  </a:lnTo>
                  <a:lnTo>
                    <a:pt x="36838" y="1607007"/>
                  </a:lnTo>
                  <a:lnTo>
                    <a:pt x="38275" y="1602592"/>
                  </a:lnTo>
                  <a:lnTo>
                    <a:pt x="39727" y="1598177"/>
                  </a:lnTo>
                  <a:lnTo>
                    <a:pt x="41196" y="1593762"/>
                  </a:lnTo>
                  <a:lnTo>
                    <a:pt x="42675" y="1589348"/>
                  </a:lnTo>
                  <a:lnTo>
                    <a:pt x="44162" y="1584933"/>
                  </a:lnTo>
                  <a:lnTo>
                    <a:pt x="45662" y="1580518"/>
                  </a:lnTo>
                  <a:lnTo>
                    <a:pt x="47167" y="1576103"/>
                  </a:lnTo>
                  <a:lnTo>
                    <a:pt x="48678" y="1571688"/>
                  </a:lnTo>
                  <a:lnTo>
                    <a:pt x="50194" y="1567273"/>
                  </a:lnTo>
                  <a:lnTo>
                    <a:pt x="51713" y="1562858"/>
                  </a:lnTo>
                  <a:lnTo>
                    <a:pt x="53233" y="1558444"/>
                  </a:lnTo>
                  <a:lnTo>
                    <a:pt x="54754" y="1554029"/>
                  </a:lnTo>
                  <a:lnTo>
                    <a:pt x="56273" y="1549614"/>
                  </a:lnTo>
                  <a:lnTo>
                    <a:pt x="57789" y="1545199"/>
                  </a:lnTo>
                  <a:lnTo>
                    <a:pt x="59302" y="1540784"/>
                  </a:lnTo>
                  <a:lnTo>
                    <a:pt x="60808" y="1536369"/>
                  </a:lnTo>
                  <a:lnTo>
                    <a:pt x="62308" y="1531954"/>
                  </a:lnTo>
                  <a:lnTo>
                    <a:pt x="63801" y="1527540"/>
                  </a:lnTo>
                  <a:lnTo>
                    <a:pt x="65283" y="1523125"/>
                  </a:lnTo>
                  <a:lnTo>
                    <a:pt x="66755" y="1518710"/>
                  </a:lnTo>
                  <a:lnTo>
                    <a:pt x="68216" y="1514295"/>
                  </a:lnTo>
                  <a:lnTo>
                    <a:pt x="69666" y="1509880"/>
                  </a:lnTo>
                  <a:lnTo>
                    <a:pt x="71097" y="1505465"/>
                  </a:lnTo>
                  <a:lnTo>
                    <a:pt x="72516" y="1501050"/>
                  </a:lnTo>
                  <a:lnTo>
                    <a:pt x="73923" y="1496636"/>
                  </a:lnTo>
                  <a:lnTo>
                    <a:pt x="74391" y="1495138"/>
                  </a:lnTo>
                  <a:lnTo>
                    <a:pt x="75304" y="1492221"/>
                  </a:lnTo>
                  <a:lnTo>
                    <a:pt x="76671" y="1487806"/>
                  </a:lnTo>
                  <a:lnTo>
                    <a:pt x="78021" y="1483391"/>
                  </a:lnTo>
                  <a:lnTo>
                    <a:pt x="79347" y="1478976"/>
                  </a:lnTo>
                  <a:lnTo>
                    <a:pt x="80651" y="1474561"/>
                  </a:lnTo>
                  <a:lnTo>
                    <a:pt x="81936" y="1470146"/>
                  </a:lnTo>
                  <a:lnTo>
                    <a:pt x="83199" y="1465732"/>
                  </a:lnTo>
                  <a:lnTo>
                    <a:pt x="84430" y="1461317"/>
                  </a:lnTo>
                  <a:lnTo>
                    <a:pt x="85642" y="1456902"/>
                  </a:lnTo>
                  <a:lnTo>
                    <a:pt x="86832" y="1452487"/>
                  </a:lnTo>
                  <a:lnTo>
                    <a:pt x="87984" y="1448072"/>
                  </a:lnTo>
                  <a:lnTo>
                    <a:pt x="89113" y="1443657"/>
                  </a:lnTo>
                  <a:lnTo>
                    <a:pt x="90219" y="1439242"/>
                  </a:lnTo>
                  <a:lnTo>
                    <a:pt x="91290" y="1434828"/>
                  </a:lnTo>
                  <a:lnTo>
                    <a:pt x="92329" y="1430413"/>
                  </a:lnTo>
                  <a:lnTo>
                    <a:pt x="93343" y="1425998"/>
                  </a:lnTo>
                  <a:lnTo>
                    <a:pt x="94327" y="1421583"/>
                  </a:lnTo>
                  <a:lnTo>
                    <a:pt x="95271" y="1417168"/>
                  </a:lnTo>
                  <a:lnTo>
                    <a:pt x="96188" y="1412753"/>
                  </a:lnTo>
                  <a:lnTo>
                    <a:pt x="97079" y="1408338"/>
                  </a:lnTo>
                  <a:lnTo>
                    <a:pt x="97924" y="1403924"/>
                  </a:lnTo>
                  <a:lnTo>
                    <a:pt x="98740" y="1399509"/>
                  </a:lnTo>
                  <a:lnTo>
                    <a:pt x="99529" y="1395094"/>
                  </a:lnTo>
                  <a:lnTo>
                    <a:pt x="100278" y="1390679"/>
                  </a:lnTo>
                  <a:lnTo>
                    <a:pt x="100991" y="1386264"/>
                  </a:lnTo>
                  <a:lnTo>
                    <a:pt x="101677" y="1381849"/>
                  </a:lnTo>
                  <a:lnTo>
                    <a:pt x="102330" y="1377434"/>
                  </a:lnTo>
                  <a:lnTo>
                    <a:pt x="102941" y="1373020"/>
                  </a:lnTo>
                  <a:lnTo>
                    <a:pt x="103525" y="1368605"/>
                  </a:lnTo>
                  <a:lnTo>
                    <a:pt x="104083" y="1364190"/>
                  </a:lnTo>
                  <a:lnTo>
                    <a:pt x="104596" y="1359775"/>
                  </a:lnTo>
                  <a:lnTo>
                    <a:pt x="105083" y="1355360"/>
                  </a:lnTo>
                  <a:lnTo>
                    <a:pt x="105545" y="1350945"/>
                  </a:lnTo>
                  <a:lnTo>
                    <a:pt x="105973" y="1346530"/>
                  </a:lnTo>
                  <a:lnTo>
                    <a:pt x="106370" y="1342116"/>
                  </a:lnTo>
                  <a:lnTo>
                    <a:pt x="106745" y="1337701"/>
                  </a:lnTo>
                  <a:lnTo>
                    <a:pt x="107095" y="1333286"/>
                  </a:lnTo>
                  <a:lnTo>
                    <a:pt x="107413" y="1328871"/>
                  </a:lnTo>
                  <a:lnTo>
                    <a:pt x="107713" y="1324456"/>
                  </a:lnTo>
                  <a:lnTo>
                    <a:pt x="107994" y="1320041"/>
                  </a:lnTo>
                  <a:lnTo>
                    <a:pt x="108249" y="1315626"/>
                  </a:lnTo>
                  <a:lnTo>
                    <a:pt x="108488" y="1311212"/>
                  </a:lnTo>
                  <a:lnTo>
                    <a:pt x="108713" y="1306797"/>
                  </a:lnTo>
                  <a:lnTo>
                    <a:pt x="108922" y="1302382"/>
                  </a:lnTo>
                  <a:lnTo>
                    <a:pt x="109117" y="1297967"/>
                  </a:lnTo>
                  <a:lnTo>
                    <a:pt x="109305" y="1293552"/>
                  </a:lnTo>
                  <a:lnTo>
                    <a:pt x="109484" y="1289137"/>
                  </a:lnTo>
                  <a:lnTo>
                    <a:pt x="109655" y="1284722"/>
                  </a:lnTo>
                  <a:lnTo>
                    <a:pt x="109823" y="1280308"/>
                  </a:lnTo>
                  <a:lnTo>
                    <a:pt x="109990" y="1275893"/>
                  </a:lnTo>
                  <a:lnTo>
                    <a:pt x="110157" y="1271478"/>
                  </a:lnTo>
                  <a:lnTo>
                    <a:pt x="110327" y="1267063"/>
                  </a:lnTo>
                  <a:lnTo>
                    <a:pt x="110501" y="1262648"/>
                  </a:lnTo>
                  <a:lnTo>
                    <a:pt x="110683" y="1258233"/>
                  </a:lnTo>
                  <a:lnTo>
                    <a:pt x="110875" y="1253819"/>
                  </a:lnTo>
                  <a:lnTo>
                    <a:pt x="111076" y="1249404"/>
                  </a:lnTo>
                  <a:lnTo>
                    <a:pt x="111289" y="1244989"/>
                  </a:lnTo>
                  <a:lnTo>
                    <a:pt x="111522" y="1240574"/>
                  </a:lnTo>
                  <a:lnTo>
                    <a:pt x="111769" y="1236159"/>
                  </a:lnTo>
                  <a:lnTo>
                    <a:pt x="112030" y="1231744"/>
                  </a:lnTo>
                  <a:lnTo>
                    <a:pt x="112319" y="1227329"/>
                  </a:lnTo>
                  <a:lnTo>
                    <a:pt x="112627" y="1222915"/>
                  </a:lnTo>
                  <a:lnTo>
                    <a:pt x="112954" y="1218500"/>
                  </a:lnTo>
                  <a:lnTo>
                    <a:pt x="113308" y="1214085"/>
                  </a:lnTo>
                  <a:lnTo>
                    <a:pt x="113690" y="1209670"/>
                  </a:lnTo>
                  <a:lnTo>
                    <a:pt x="114093" y="1205255"/>
                  </a:lnTo>
                  <a:lnTo>
                    <a:pt x="114521" y="1200840"/>
                  </a:lnTo>
                  <a:lnTo>
                    <a:pt x="114985" y="1196425"/>
                  </a:lnTo>
                  <a:lnTo>
                    <a:pt x="115472" y="1192011"/>
                  </a:lnTo>
                  <a:lnTo>
                    <a:pt x="115982" y="1187596"/>
                  </a:lnTo>
                  <a:lnTo>
                    <a:pt x="116529" y="1183181"/>
                  </a:lnTo>
                  <a:lnTo>
                    <a:pt x="117101" y="1178766"/>
                  </a:lnTo>
                  <a:lnTo>
                    <a:pt x="117697" y="1174351"/>
                  </a:lnTo>
                  <a:lnTo>
                    <a:pt x="118323" y="1169936"/>
                  </a:lnTo>
                  <a:lnTo>
                    <a:pt x="118979" y="1165521"/>
                  </a:lnTo>
                  <a:lnTo>
                    <a:pt x="119655" y="1161107"/>
                  </a:lnTo>
                  <a:lnTo>
                    <a:pt x="120356" y="1156692"/>
                  </a:lnTo>
                  <a:lnTo>
                    <a:pt x="121088" y="1152277"/>
                  </a:lnTo>
                  <a:lnTo>
                    <a:pt x="121839" y="1147862"/>
                  </a:lnTo>
                  <a:lnTo>
                    <a:pt x="122607" y="1143447"/>
                  </a:lnTo>
                  <a:lnTo>
                    <a:pt x="123403" y="1139032"/>
                  </a:lnTo>
                  <a:lnTo>
                    <a:pt x="124215" y="1134617"/>
                  </a:lnTo>
                  <a:lnTo>
                    <a:pt x="125041" y="1130203"/>
                  </a:lnTo>
                  <a:lnTo>
                    <a:pt x="125885" y="1125788"/>
                  </a:lnTo>
                  <a:lnTo>
                    <a:pt x="126744" y="1121373"/>
                  </a:lnTo>
                  <a:lnTo>
                    <a:pt x="127612" y="1116958"/>
                  </a:lnTo>
                  <a:lnTo>
                    <a:pt x="128489" y="1112543"/>
                  </a:lnTo>
                  <a:lnTo>
                    <a:pt x="129377" y="1108128"/>
                  </a:lnTo>
                  <a:lnTo>
                    <a:pt x="130270" y="1103713"/>
                  </a:lnTo>
                  <a:lnTo>
                    <a:pt x="131166" y="1099299"/>
                  </a:lnTo>
                  <a:lnTo>
                    <a:pt x="132065" y="1094884"/>
                  </a:lnTo>
                  <a:lnTo>
                    <a:pt x="132963" y="1090469"/>
                  </a:lnTo>
                  <a:lnTo>
                    <a:pt x="133860" y="1086054"/>
                  </a:lnTo>
                  <a:lnTo>
                    <a:pt x="134754" y="1081639"/>
                  </a:lnTo>
                  <a:lnTo>
                    <a:pt x="135640" y="1077224"/>
                  </a:lnTo>
                  <a:lnTo>
                    <a:pt x="136520" y="1072809"/>
                  </a:lnTo>
                  <a:lnTo>
                    <a:pt x="137392" y="1068395"/>
                  </a:lnTo>
                  <a:lnTo>
                    <a:pt x="138249" y="1063980"/>
                  </a:lnTo>
                  <a:lnTo>
                    <a:pt x="139095" y="1059565"/>
                  </a:lnTo>
                  <a:lnTo>
                    <a:pt x="139931" y="1055150"/>
                  </a:lnTo>
                  <a:lnTo>
                    <a:pt x="140745" y="1050735"/>
                  </a:lnTo>
                  <a:lnTo>
                    <a:pt x="141544" y="1046320"/>
                  </a:lnTo>
                  <a:lnTo>
                    <a:pt x="142328" y="1041905"/>
                  </a:lnTo>
                  <a:lnTo>
                    <a:pt x="143091" y="1037491"/>
                  </a:lnTo>
                  <a:lnTo>
                    <a:pt x="143830" y="1033076"/>
                  </a:lnTo>
                  <a:lnTo>
                    <a:pt x="144552" y="1028661"/>
                  </a:lnTo>
                  <a:lnTo>
                    <a:pt x="145254" y="1024246"/>
                  </a:lnTo>
                  <a:lnTo>
                    <a:pt x="145926" y="1019831"/>
                  </a:lnTo>
                  <a:lnTo>
                    <a:pt x="146578" y="1015416"/>
                  </a:lnTo>
                  <a:lnTo>
                    <a:pt x="147210" y="1011001"/>
                  </a:lnTo>
                  <a:lnTo>
                    <a:pt x="147812" y="1006587"/>
                  </a:lnTo>
                  <a:lnTo>
                    <a:pt x="148390" y="1002172"/>
                  </a:lnTo>
                  <a:lnTo>
                    <a:pt x="148947" y="997757"/>
                  </a:lnTo>
                  <a:lnTo>
                    <a:pt x="149478" y="993342"/>
                  </a:lnTo>
                  <a:lnTo>
                    <a:pt x="149981" y="988927"/>
                  </a:lnTo>
                  <a:lnTo>
                    <a:pt x="150463" y="984512"/>
                  </a:lnTo>
                  <a:lnTo>
                    <a:pt x="150924" y="980097"/>
                  </a:lnTo>
                  <a:lnTo>
                    <a:pt x="151353" y="975683"/>
                  </a:lnTo>
                  <a:lnTo>
                    <a:pt x="151762" y="971268"/>
                  </a:lnTo>
                  <a:lnTo>
                    <a:pt x="152153" y="966853"/>
                  </a:lnTo>
                  <a:lnTo>
                    <a:pt x="152514" y="962438"/>
                  </a:lnTo>
                  <a:lnTo>
                    <a:pt x="152855" y="958023"/>
                  </a:lnTo>
                  <a:lnTo>
                    <a:pt x="153178" y="953608"/>
                  </a:lnTo>
                  <a:lnTo>
                    <a:pt x="153479" y="949193"/>
                  </a:lnTo>
                  <a:lnTo>
                    <a:pt x="153757" y="944779"/>
                  </a:lnTo>
                  <a:lnTo>
                    <a:pt x="154020" y="940364"/>
                  </a:lnTo>
                  <a:lnTo>
                    <a:pt x="154267" y="935949"/>
                  </a:lnTo>
                  <a:lnTo>
                    <a:pt x="154491" y="931534"/>
                  </a:lnTo>
                  <a:lnTo>
                    <a:pt x="154702" y="927119"/>
                  </a:lnTo>
                  <a:lnTo>
                    <a:pt x="154900" y="922704"/>
                  </a:lnTo>
                  <a:lnTo>
                    <a:pt x="155080" y="918289"/>
                  </a:lnTo>
                  <a:lnTo>
                    <a:pt x="155247" y="913875"/>
                  </a:lnTo>
                  <a:lnTo>
                    <a:pt x="155404" y="909460"/>
                  </a:lnTo>
                  <a:lnTo>
                    <a:pt x="155549" y="905045"/>
                  </a:lnTo>
                  <a:lnTo>
                    <a:pt x="155682" y="900630"/>
                  </a:lnTo>
                  <a:lnTo>
                    <a:pt x="155807" y="896215"/>
                  </a:lnTo>
                  <a:lnTo>
                    <a:pt x="155925" y="891800"/>
                  </a:lnTo>
                  <a:lnTo>
                    <a:pt x="156033" y="887385"/>
                  </a:lnTo>
                  <a:lnTo>
                    <a:pt x="156135" y="882971"/>
                  </a:lnTo>
                  <a:lnTo>
                    <a:pt x="156233" y="878556"/>
                  </a:lnTo>
                  <a:lnTo>
                    <a:pt x="156325" y="874141"/>
                  </a:lnTo>
                  <a:lnTo>
                    <a:pt x="156413" y="869726"/>
                  </a:lnTo>
                  <a:lnTo>
                    <a:pt x="156499" y="865311"/>
                  </a:lnTo>
                  <a:lnTo>
                    <a:pt x="156583" y="860896"/>
                  </a:lnTo>
                  <a:lnTo>
                    <a:pt x="156665" y="856481"/>
                  </a:lnTo>
                  <a:lnTo>
                    <a:pt x="156746" y="852067"/>
                  </a:lnTo>
                  <a:lnTo>
                    <a:pt x="156828" y="847652"/>
                  </a:lnTo>
                  <a:lnTo>
                    <a:pt x="156910" y="843237"/>
                  </a:lnTo>
                  <a:lnTo>
                    <a:pt x="156994" y="838822"/>
                  </a:lnTo>
                  <a:lnTo>
                    <a:pt x="157080" y="834407"/>
                  </a:lnTo>
                  <a:lnTo>
                    <a:pt x="157169" y="829992"/>
                  </a:lnTo>
                  <a:lnTo>
                    <a:pt x="157262" y="825578"/>
                  </a:lnTo>
                  <a:lnTo>
                    <a:pt x="157357" y="821163"/>
                  </a:lnTo>
                  <a:lnTo>
                    <a:pt x="157457" y="816748"/>
                  </a:lnTo>
                  <a:lnTo>
                    <a:pt x="157562" y="812333"/>
                  </a:lnTo>
                  <a:lnTo>
                    <a:pt x="157672" y="807918"/>
                  </a:lnTo>
                  <a:lnTo>
                    <a:pt x="157786" y="803503"/>
                  </a:lnTo>
                  <a:lnTo>
                    <a:pt x="157908" y="799088"/>
                  </a:lnTo>
                  <a:lnTo>
                    <a:pt x="158035" y="794674"/>
                  </a:lnTo>
                  <a:lnTo>
                    <a:pt x="158167" y="790259"/>
                  </a:lnTo>
                  <a:lnTo>
                    <a:pt x="158307" y="785844"/>
                  </a:lnTo>
                  <a:lnTo>
                    <a:pt x="158453" y="781429"/>
                  </a:lnTo>
                  <a:lnTo>
                    <a:pt x="158605" y="777014"/>
                  </a:lnTo>
                  <a:lnTo>
                    <a:pt x="158764" y="772599"/>
                  </a:lnTo>
                  <a:lnTo>
                    <a:pt x="158931" y="768184"/>
                  </a:lnTo>
                  <a:lnTo>
                    <a:pt x="159103" y="763770"/>
                  </a:lnTo>
                  <a:lnTo>
                    <a:pt x="159281" y="759355"/>
                  </a:lnTo>
                  <a:lnTo>
                    <a:pt x="159469" y="754940"/>
                  </a:lnTo>
                  <a:lnTo>
                    <a:pt x="159661" y="750525"/>
                  </a:lnTo>
                  <a:lnTo>
                    <a:pt x="159859" y="746110"/>
                  </a:lnTo>
                  <a:lnTo>
                    <a:pt x="160064" y="741695"/>
                  </a:lnTo>
                  <a:lnTo>
                    <a:pt x="160275" y="737280"/>
                  </a:lnTo>
                  <a:lnTo>
                    <a:pt x="160491" y="732866"/>
                  </a:lnTo>
                  <a:lnTo>
                    <a:pt x="160713" y="728451"/>
                  </a:lnTo>
                  <a:lnTo>
                    <a:pt x="160941" y="724036"/>
                  </a:lnTo>
                  <a:lnTo>
                    <a:pt x="161173" y="719621"/>
                  </a:lnTo>
                  <a:lnTo>
                    <a:pt x="161408" y="715206"/>
                  </a:lnTo>
                  <a:lnTo>
                    <a:pt x="161650" y="710791"/>
                  </a:lnTo>
                  <a:lnTo>
                    <a:pt x="161895" y="706376"/>
                  </a:lnTo>
                  <a:lnTo>
                    <a:pt x="162142" y="701962"/>
                  </a:lnTo>
                  <a:lnTo>
                    <a:pt x="162393" y="697547"/>
                  </a:lnTo>
                  <a:lnTo>
                    <a:pt x="162647" y="693132"/>
                  </a:lnTo>
                  <a:lnTo>
                    <a:pt x="162902" y="688717"/>
                  </a:lnTo>
                  <a:lnTo>
                    <a:pt x="163160" y="684302"/>
                  </a:lnTo>
                  <a:lnTo>
                    <a:pt x="163419" y="679887"/>
                  </a:lnTo>
                  <a:lnTo>
                    <a:pt x="163678" y="675472"/>
                  </a:lnTo>
                  <a:lnTo>
                    <a:pt x="163938" y="671058"/>
                  </a:lnTo>
                  <a:lnTo>
                    <a:pt x="164199" y="666643"/>
                  </a:lnTo>
                  <a:lnTo>
                    <a:pt x="164458" y="662228"/>
                  </a:lnTo>
                  <a:lnTo>
                    <a:pt x="164717" y="657813"/>
                  </a:lnTo>
                  <a:lnTo>
                    <a:pt x="164975" y="653398"/>
                  </a:lnTo>
                  <a:lnTo>
                    <a:pt x="165231" y="648983"/>
                  </a:lnTo>
                  <a:lnTo>
                    <a:pt x="165485" y="644568"/>
                  </a:lnTo>
                  <a:lnTo>
                    <a:pt x="165737" y="640154"/>
                  </a:lnTo>
                  <a:lnTo>
                    <a:pt x="165985" y="635739"/>
                  </a:lnTo>
                  <a:lnTo>
                    <a:pt x="166230" y="631324"/>
                  </a:lnTo>
                  <a:lnTo>
                    <a:pt x="166473" y="626909"/>
                  </a:lnTo>
                  <a:lnTo>
                    <a:pt x="166710" y="622494"/>
                  </a:lnTo>
                  <a:lnTo>
                    <a:pt x="166944" y="618079"/>
                  </a:lnTo>
                  <a:lnTo>
                    <a:pt x="167175" y="613664"/>
                  </a:lnTo>
                  <a:lnTo>
                    <a:pt x="167399" y="609250"/>
                  </a:lnTo>
                  <a:lnTo>
                    <a:pt x="167619" y="604835"/>
                  </a:lnTo>
                  <a:lnTo>
                    <a:pt x="167834" y="600420"/>
                  </a:lnTo>
                  <a:lnTo>
                    <a:pt x="168044" y="596005"/>
                  </a:lnTo>
                  <a:lnTo>
                    <a:pt x="168247" y="591590"/>
                  </a:lnTo>
                  <a:lnTo>
                    <a:pt x="168445" y="587175"/>
                  </a:lnTo>
                  <a:lnTo>
                    <a:pt x="168639" y="582760"/>
                  </a:lnTo>
                  <a:lnTo>
                    <a:pt x="168824" y="578346"/>
                  </a:lnTo>
                  <a:lnTo>
                    <a:pt x="169005" y="573931"/>
                  </a:lnTo>
                  <a:lnTo>
                    <a:pt x="169180" y="569516"/>
                  </a:lnTo>
                  <a:lnTo>
                    <a:pt x="169348" y="565101"/>
                  </a:lnTo>
                  <a:lnTo>
                    <a:pt x="169510" y="560686"/>
                  </a:lnTo>
                  <a:lnTo>
                    <a:pt x="169666" y="556271"/>
                  </a:lnTo>
                  <a:lnTo>
                    <a:pt x="169817" y="551856"/>
                  </a:lnTo>
                  <a:lnTo>
                    <a:pt x="169959" y="547442"/>
                  </a:lnTo>
                  <a:lnTo>
                    <a:pt x="170097" y="543027"/>
                  </a:lnTo>
                  <a:lnTo>
                    <a:pt x="170230" y="538612"/>
                  </a:lnTo>
                  <a:lnTo>
                    <a:pt x="170355" y="534197"/>
                  </a:lnTo>
                  <a:lnTo>
                    <a:pt x="170475" y="529782"/>
                  </a:lnTo>
                  <a:lnTo>
                    <a:pt x="170590" y="525367"/>
                  </a:lnTo>
                  <a:lnTo>
                    <a:pt x="170698" y="520952"/>
                  </a:lnTo>
                  <a:lnTo>
                    <a:pt x="170800" y="516538"/>
                  </a:lnTo>
                  <a:lnTo>
                    <a:pt x="170899" y="512123"/>
                  </a:lnTo>
                  <a:lnTo>
                    <a:pt x="170992" y="507708"/>
                  </a:lnTo>
                  <a:lnTo>
                    <a:pt x="171078" y="503293"/>
                  </a:lnTo>
                  <a:lnTo>
                    <a:pt x="171161" y="498878"/>
                  </a:lnTo>
                  <a:lnTo>
                    <a:pt x="171240" y="494463"/>
                  </a:lnTo>
                  <a:lnTo>
                    <a:pt x="171312" y="490048"/>
                  </a:lnTo>
                  <a:lnTo>
                    <a:pt x="171380" y="485634"/>
                  </a:lnTo>
                  <a:lnTo>
                    <a:pt x="171445" y="481219"/>
                  </a:lnTo>
                  <a:lnTo>
                    <a:pt x="171506" y="476804"/>
                  </a:lnTo>
                  <a:lnTo>
                    <a:pt x="171562" y="472389"/>
                  </a:lnTo>
                  <a:lnTo>
                    <a:pt x="171614" y="467974"/>
                  </a:lnTo>
                  <a:lnTo>
                    <a:pt x="171664" y="463559"/>
                  </a:lnTo>
                  <a:lnTo>
                    <a:pt x="171709" y="459144"/>
                  </a:lnTo>
                  <a:lnTo>
                    <a:pt x="171751" y="454730"/>
                  </a:lnTo>
                  <a:lnTo>
                    <a:pt x="171791" y="450315"/>
                  </a:lnTo>
                  <a:lnTo>
                    <a:pt x="171827" y="445900"/>
                  </a:lnTo>
                  <a:lnTo>
                    <a:pt x="171860" y="441485"/>
                  </a:lnTo>
                  <a:lnTo>
                    <a:pt x="171891" y="437070"/>
                  </a:lnTo>
                  <a:lnTo>
                    <a:pt x="171919" y="432655"/>
                  </a:lnTo>
                  <a:lnTo>
                    <a:pt x="171945" y="428240"/>
                  </a:lnTo>
                  <a:lnTo>
                    <a:pt x="171968" y="423826"/>
                  </a:lnTo>
                  <a:lnTo>
                    <a:pt x="171990" y="419411"/>
                  </a:lnTo>
                  <a:lnTo>
                    <a:pt x="172008" y="414996"/>
                  </a:lnTo>
                  <a:lnTo>
                    <a:pt x="172026" y="410581"/>
                  </a:lnTo>
                  <a:lnTo>
                    <a:pt x="172041" y="406166"/>
                  </a:lnTo>
                  <a:lnTo>
                    <a:pt x="172054" y="401751"/>
                  </a:lnTo>
                  <a:lnTo>
                    <a:pt x="172066" y="397337"/>
                  </a:lnTo>
                  <a:lnTo>
                    <a:pt x="172076" y="392922"/>
                  </a:lnTo>
                  <a:lnTo>
                    <a:pt x="172085" y="388507"/>
                  </a:lnTo>
                  <a:lnTo>
                    <a:pt x="172092" y="384092"/>
                  </a:lnTo>
                  <a:lnTo>
                    <a:pt x="172097" y="379677"/>
                  </a:lnTo>
                  <a:lnTo>
                    <a:pt x="172101" y="375262"/>
                  </a:lnTo>
                  <a:lnTo>
                    <a:pt x="172104" y="370847"/>
                  </a:lnTo>
                  <a:lnTo>
                    <a:pt x="172105" y="366433"/>
                  </a:lnTo>
                  <a:lnTo>
                    <a:pt x="172105" y="362018"/>
                  </a:lnTo>
                  <a:lnTo>
                    <a:pt x="172103" y="357603"/>
                  </a:lnTo>
                  <a:lnTo>
                    <a:pt x="172100" y="353188"/>
                  </a:lnTo>
                  <a:lnTo>
                    <a:pt x="172096" y="348773"/>
                  </a:lnTo>
                  <a:lnTo>
                    <a:pt x="172090" y="344358"/>
                  </a:lnTo>
                  <a:lnTo>
                    <a:pt x="172083" y="339943"/>
                  </a:lnTo>
                  <a:lnTo>
                    <a:pt x="172074" y="335529"/>
                  </a:lnTo>
                  <a:lnTo>
                    <a:pt x="172064" y="331114"/>
                  </a:lnTo>
                  <a:lnTo>
                    <a:pt x="172052" y="326699"/>
                  </a:lnTo>
                  <a:lnTo>
                    <a:pt x="172038" y="322284"/>
                  </a:lnTo>
                  <a:lnTo>
                    <a:pt x="172023" y="317869"/>
                  </a:lnTo>
                  <a:lnTo>
                    <a:pt x="172006" y="313454"/>
                  </a:lnTo>
                  <a:lnTo>
                    <a:pt x="171987" y="309039"/>
                  </a:lnTo>
                  <a:lnTo>
                    <a:pt x="171967" y="304625"/>
                  </a:lnTo>
                  <a:lnTo>
                    <a:pt x="171944" y="300210"/>
                  </a:lnTo>
                  <a:lnTo>
                    <a:pt x="171919" y="295795"/>
                  </a:lnTo>
                  <a:lnTo>
                    <a:pt x="171892" y="291380"/>
                  </a:lnTo>
                  <a:lnTo>
                    <a:pt x="171863" y="286965"/>
                  </a:lnTo>
                  <a:lnTo>
                    <a:pt x="171831" y="282550"/>
                  </a:lnTo>
                  <a:lnTo>
                    <a:pt x="171797" y="278135"/>
                  </a:lnTo>
                  <a:lnTo>
                    <a:pt x="171761" y="273721"/>
                  </a:lnTo>
                  <a:lnTo>
                    <a:pt x="171721" y="269306"/>
                  </a:lnTo>
                  <a:lnTo>
                    <a:pt x="171679" y="264891"/>
                  </a:lnTo>
                  <a:lnTo>
                    <a:pt x="171635" y="260476"/>
                  </a:lnTo>
                  <a:lnTo>
                    <a:pt x="171587" y="256061"/>
                  </a:lnTo>
                  <a:lnTo>
                    <a:pt x="171536" y="251646"/>
                  </a:lnTo>
                  <a:lnTo>
                    <a:pt x="171482" y="247231"/>
                  </a:lnTo>
                  <a:lnTo>
                    <a:pt x="171425" y="242817"/>
                  </a:lnTo>
                  <a:lnTo>
                    <a:pt x="171364" y="238402"/>
                  </a:lnTo>
                  <a:lnTo>
                    <a:pt x="171300" y="233987"/>
                  </a:lnTo>
                  <a:lnTo>
                    <a:pt x="171233" y="229572"/>
                  </a:lnTo>
                  <a:lnTo>
                    <a:pt x="171162" y="225157"/>
                  </a:lnTo>
                  <a:lnTo>
                    <a:pt x="171087" y="220742"/>
                  </a:lnTo>
                  <a:lnTo>
                    <a:pt x="171009" y="216327"/>
                  </a:lnTo>
                  <a:lnTo>
                    <a:pt x="170928" y="211913"/>
                  </a:lnTo>
                  <a:lnTo>
                    <a:pt x="170842" y="207498"/>
                  </a:lnTo>
                  <a:lnTo>
                    <a:pt x="170753" y="203083"/>
                  </a:lnTo>
                  <a:lnTo>
                    <a:pt x="170661" y="198668"/>
                  </a:lnTo>
                  <a:lnTo>
                    <a:pt x="170564" y="194253"/>
                  </a:lnTo>
                  <a:lnTo>
                    <a:pt x="170464" y="189838"/>
                  </a:lnTo>
                  <a:lnTo>
                    <a:pt x="170361" y="185423"/>
                  </a:lnTo>
                  <a:lnTo>
                    <a:pt x="170254" y="181009"/>
                  </a:lnTo>
                  <a:lnTo>
                    <a:pt x="170144" y="176594"/>
                  </a:lnTo>
                  <a:lnTo>
                    <a:pt x="170031" y="172179"/>
                  </a:lnTo>
                  <a:lnTo>
                    <a:pt x="169915" y="167764"/>
                  </a:lnTo>
                  <a:lnTo>
                    <a:pt x="169796" y="163349"/>
                  </a:lnTo>
                  <a:lnTo>
                    <a:pt x="169674" y="158934"/>
                  </a:lnTo>
                  <a:lnTo>
                    <a:pt x="169550" y="154519"/>
                  </a:lnTo>
                  <a:lnTo>
                    <a:pt x="169423" y="150105"/>
                  </a:lnTo>
                  <a:lnTo>
                    <a:pt x="169294" y="145690"/>
                  </a:lnTo>
                  <a:lnTo>
                    <a:pt x="169164" y="141275"/>
                  </a:lnTo>
                  <a:lnTo>
                    <a:pt x="169032" y="136860"/>
                  </a:lnTo>
                  <a:lnTo>
                    <a:pt x="168898" y="132445"/>
                  </a:lnTo>
                  <a:lnTo>
                    <a:pt x="168764" y="128030"/>
                  </a:lnTo>
                  <a:lnTo>
                    <a:pt x="168629" y="123615"/>
                  </a:lnTo>
                  <a:lnTo>
                    <a:pt x="168494" y="119201"/>
                  </a:lnTo>
                  <a:lnTo>
                    <a:pt x="168360" y="114786"/>
                  </a:lnTo>
                  <a:lnTo>
                    <a:pt x="168225" y="110371"/>
                  </a:lnTo>
                  <a:lnTo>
                    <a:pt x="168092" y="105956"/>
                  </a:lnTo>
                  <a:lnTo>
                    <a:pt x="167959" y="101541"/>
                  </a:lnTo>
                  <a:lnTo>
                    <a:pt x="167829" y="97126"/>
                  </a:lnTo>
                  <a:lnTo>
                    <a:pt x="167700" y="92711"/>
                  </a:lnTo>
                  <a:lnTo>
                    <a:pt x="167574" y="88297"/>
                  </a:lnTo>
                  <a:lnTo>
                    <a:pt x="167451" y="83882"/>
                  </a:lnTo>
                  <a:lnTo>
                    <a:pt x="167331" y="79467"/>
                  </a:lnTo>
                  <a:lnTo>
                    <a:pt x="167215" y="75052"/>
                  </a:lnTo>
                  <a:lnTo>
                    <a:pt x="167103" y="70637"/>
                  </a:lnTo>
                  <a:lnTo>
                    <a:pt x="166995" y="66222"/>
                  </a:lnTo>
                  <a:lnTo>
                    <a:pt x="166893" y="61807"/>
                  </a:lnTo>
                  <a:lnTo>
                    <a:pt x="166796" y="57393"/>
                  </a:lnTo>
                  <a:lnTo>
                    <a:pt x="166703" y="52978"/>
                  </a:lnTo>
                  <a:lnTo>
                    <a:pt x="166618" y="48563"/>
                  </a:lnTo>
                  <a:lnTo>
                    <a:pt x="166539" y="44148"/>
                  </a:lnTo>
                  <a:lnTo>
                    <a:pt x="166466" y="39733"/>
                  </a:lnTo>
                  <a:lnTo>
                    <a:pt x="166400" y="35318"/>
                  </a:lnTo>
                  <a:lnTo>
                    <a:pt x="166342" y="30903"/>
                  </a:lnTo>
                  <a:lnTo>
                    <a:pt x="166290" y="26489"/>
                  </a:lnTo>
                  <a:lnTo>
                    <a:pt x="166245" y="22074"/>
                  </a:lnTo>
                  <a:lnTo>
                    <a:pt x="166210" y="17659"/>
                  </a:lnTo>
                  <a:lnTo>
                    <a:pt x="166182" y="13244"/>
                  </a:lnTo>
                  <a:lnTo>
                    <a:pt x="166160" y="8829"/>
                  </a:lnTo>
                  <a:lnTo>
                    <a:pt x="166149" y="4414"/>
                  </a:lnTo>
                  <a:lnTo>
                    <a:pt x="166146" y="0"/>
                  </a:lnTo>
                  <a:lnTo>
                    <a:pt x="178313" y="0"/>
                  </a:lnTo>
                  <a:lnTo>
                    <a:pt x="178309" y="4414"/>
                  </a:lnTo>
                  <a:lnTo>
                    <a:pt x="178298" y="8829"/>
                  </a:lnTo>
                  <a:lnTo>
                    <a:pt x="178276" y="13244"/>
                  </a:lnTo>
                  <a:lnTo>
                    <a:pt x="178248" y="17659"/>
                  </a:lnTo>
                  <a:lnTo>
                    <a:pt x="178214" y="22074"/>
                  </a:lnTo>
                  <a:lnTo>
                    <a:pt x="178168" y="26489"/>
                  </a:lnTo>
                  <a:lnTo>
                    <a:pt x="178117" y="30903"/>
                  </a:lnTo>
                  <a:lnTo>
                    <a:pt x="178059" y="35318"/>
                  </a:lnTo>
                  <a:lnTo>
                    <a:pt x="177993" y="39733"/>
                  </a:lnTo>
                  <a:lnTo>
                    <a:pt x="177919" y="44148"/>
                  </a:lnTo>
                  <a:lnTo>
                    <a:pt x="177840" y="48563"/>
                  </a:lnTo>
                  <a:lnTo>
                    <a:pt x="177755" y="52978"/>
                  </a:lnTo>
                  <a:lnTo>
                    <a:pt x="177662" y="57393"/>
                  </a:lnTo>
                  <a:lnTo>
                    <a:pt x="177565" y="61807"/>
                  </a:lnTo>
                  <a:lnTo>
                    <a:pt x="177464" y="66222"/>
                  </a:lnTo>
                  <a:lnTo>
                    <a:pt x="177355" y="70637"/>
                  </a:lnTo>
                  <a:lnTo>
                    <a:pt x="177243" y="75052"/>
                  </a:lnTo>
                  <a:lnTo>
                    <a:pt x="177127" y="79467"/>
                  </a:lnTo>
                  <a:lnTo>
                    <a:pt x="177008" y="83882"/>
                  </a:lnTo>
                  <a:lnTo>
                    <a:pt x="176884" y="88297"/>
                  </a:lnTo>
                  <a:lnTo>
                    <a:pt x="176758" y="92711"/>
                  </a:lnTo>
                  <a:lnTo>
                    <a:pt x="176630" y="97126"/>
                  </a:lnTo>
                  <a:lnTo>
                    <a:pt x="176499" y="101541"/>
                  </a:lnTo>
                  <a:lnTo>
                    <a:pt x="176367" y="105956"/>
                  </a:lnTo>
                  <a:lnTo>
                    <a:pt x="176234" y="110371"/>
                  </a:lnTo>
                  <a:lnTo>
                    <a:pt x="176099" y="114786"/>
                  </a:lnTo>
                  <a:lnTo>
                    <a:pt x="175964" y="119201"/>
                  </a:lnTo>
                  <a:lnTo>
                    <a:pt x="175829" y="123615"/>
                  </a:lnTo>
                  <a:lnTo>
                    <a:pt x="175694" y="128030"/>
                  </a:lnTo>
                  <a:lnTo>
                    <a:pt x="175560" y="132445"/>
                  </a:lnTo>
                  <a:lnTo>
                    <a:pt x="175427" y="136860"/>
                  </a:lnTo>
                  <a:lnTo>
                    <a:pt x="175295" y="141275"/>
                  </a:lnTo>
                  <a:lnTo>
                    <a:pt x="175164" y="145690"/>
                  </a:lnTo>
                  <a:lnTo>
                    <a:pt x="175036" y="150105"/>
                  </a:lnTo>
                  <a:lnTo>
                    <a:pt x="174909" y="154519"/>
                  </a:lnTo>
                  <a:lnTo>
                    <a:pt x="174785" y="158934"/>
                  </a:lnTo>
                  <a:lnTo>
                    <a:pt x="174663" y="163349"/>
                  </a:lnTo>
                  <a:lnTo>
                    <a:pt x="174544" y="167764"/>
                  </a:lnTo>
                  <a:lnTo>
                    <a:pt x="174427" y="172179"/>
                  </a:lnTo>
                  <a:lnTo>
                    <a:pt x="174314" y="176594"/>
                  </a:lnTo>
                  <a:lnTo>
                    <a:pt x="174204" y="181009"/>
                  </a:lnTo>
                  <a:lnTo>
                    <a:pt x="174097" y="185423"/>
                  </a:lnTo>
                  <a:lnTo>
                    <a:pt x="173994" y="189838"/>
                  </a:lnTo>
                  <a:lnTo>
                    <a:pt x="173895" y="194253"/>
                  </a:lnTo>
                  <a:lnTo>
                    <a:pt x="173798" y="198668"/>
                  </a:lnTo>
                  <a:lnTo>
                    <a:pt x="173706" y="203083"/>
                  </a:lnTo>
                  <a:lnTo>
                    <a:pt x="173617" y="207498"/>
                  </a:lnTo>
                  <a:lnTo>
                    <a:pt x="173531" y="211913"/>
                  </a:lnTo>
                  <a:lnTo>
                    <a:pt x="173449" y="216327"/>
                  </a:lnTo>
                  <a:lnTo>
                    <a:pt x="173372" y="220742"/>
                  </a:lnTo>
                  <a:lnTo>
                    <a:pt x="173297" y="225157"/>
                  </a:lnTo>
                  <a:lnTo>
                    <a:pt x="173225" y="229572"/>
                  </a:lnTo>
                  <a:lnTo>
                    <a:pt x="173159" y="233987"/>
                  </a:lnTo>
                  <a:lnTo>
                    <a:pt x="173095" y="238402"/>
                  </a:lnTo>
                  <a:lnTo>
                    <a:pt x="173034" y="242817"/>
                  </a:lnTo>
                  <a:lnTo>
                    <a:pt x="172977" y="247231"/>
                  </a:lnTo>
                  <a:lnTo>
                    <a:pt x="172923" y="251646"/>
                  </a:lnTo>
                  <a:lnTo>
                    <a:pt x="172872" y="256061"/>
                  </a:lnTo>
                  <a:lnTo>
                    <a:pt x="172824" y="260476"/>
                  </a:lnTo>
                  <a:lnTo>
                    <a:pt x="172779" y="264891"/>
                  </a:lnTo>
                  <a:lnTo>
                    <a:pt x="172737" y="269306"/>
                  </a:lnTo>
                  <a:lnTo>
                    <a:pt x="172698" y="273721"/>
                  </a:lnTo>
                  <a:lnTo>
                    <a:pt x="172661" y="278135"/>
                  </a:lnTo>
                  <a:lnTo>
                    <a:pt x="172627" y="282550"/>
                  </a:lnTo>
                  <a:lnTo>
                    <a:pt x="172595" y="286965"/>
                  </a:lnTo>
                  <a:lnTo>
                    <a:pt x="172567" y="291380"/>
                  </a:lnTo>
                  <a:lnTo>
                    <a:pt x="172540" y="295795"/>
                  </a:lnTo>
                  <a:lnTo>
                    <a:pt x="172515" y="300210"/>
                  </a:lnTo>
                  <a:lnTo>
                    <a:pt x="172492" y="304625"/>
                  </a:lnTo>
                  <a:lnTo>
                    <a:pt x="172471" y="309039"/>
                  </a:lnTo>
                  <a:lnTo>
                    <a:pt x="172453" y="313454"/>
                  </a:lnTo>
                  <a:lnTo>
                    <a:pt x="172435" y="317869"/>
                  </a:lnTo>
                  <a:lnTo>
                    <a:pt x="172420" y="322284"/>
                  </a:lnTo>
                  <a:lnTo>
                    <a:pt x="172407" y="326699"/>
                  </a:lnTo>
                  <a:lnTo>
                    <a:pt x="172395" y="331114"/>
                  </a:lnTo>
                  <a:lnTo>
                    <a:pt x="172385" y="335529"/>
                  </a:lnTo>
                  <a:lnTo>
                    <a:pt x="172376" y="339943"/>
                  </a:lnTo>
                  <a:lnTo>
                    <a:pt x="172368" y="344358"/>
                  </a:lnTo>
                  <a:lnTo>
                    <a:pt x="172363" y="348773"/>
                  </a:lnTo>
                  <a:lnTo>
                    <a:pt x="172358" y="353188"/>
                  </a:lnTo>
                  <a:lnTo>
                    <a:pt x="172355" y="357603"/>
                  </a:lnTo>
                  <a:lnTo>
                    <a:pt x="172353" y="362018"/>
                  </a:lnTo>
                  <a:lnTo>
                    <a:pt x="172353" y="366433"/>
                  </a:lnTo>
                  <a:lnTo>
                    <a:pt x="172355" y="370847"/>
                  </a:lnTo>
                  <a:lnTo>
                    <a:pt x="172357" y="375262"/>
                  </a:lnTo>
                  <a:lnTo>
                    <a:pt x="172361" y="379677"/>
                  </a:lnTo>
                  <a:lnTo>
                    <a:pt x="172367" y="384092"/>
                  </a:lnTo>
                  <a:lnTo>
                    <a:pt x="172374" y="388507"/>
                  </a:lnTo>
                  <a:lnTo>
                    <a:pt x="172382" y="392922"/>
                  </a:lnTo>
                  <a:lnTo>
                    <a:pt x="172392" y="397337"/>
                  </a:lnTo>
                  <a:lnTo>
                    <a:pt x="172404" y="401751"/>
                  </a:lnTo>
                  <a:lnTo>
                    <a:pt x="172417" y="406166"/>
                  </a:lnTo>
                  <a:lnTo>
                    <a:pt x="172433" y="410581"/>
                  </a:lnTo>
                  <a:lnTo>
                    <a:pt x="172450" y="414996"/>
                  </a:lnTo>
                  <a:lnTo>
                    <a:pt x="172469" y="419411"/>
                  </a:lnTo>
                  <a:lnTo>
                    <a:pt x="172490" y="423826"/>
                  </a:lnTo>
                  <a:lnTo>
                    <a:pt x="172514" y="428240"/>
                  </a:lnTo>
                  <a:lnTo>
                    <a:pt x="172539" y="432655"/>
                  </a:lnTo>
                  <a:lnTo>
                    <a:pt x="172567" y="437070"/>
                  </a:lnTo>
                  <a:lnTo>
                    <a:pt x="172599" y="441485"/>
                  </a:lnTo>
                  <a:lnTo>
                    <a:pt x="172632" y="445900"/>
                  </a:lnTo>
                  <a:lnTo>
                    <a:pt x="172667" y="450315"/>
                  </a:lnTo>
                  <a:lnTo>
                    <a:pt x="172707" y="454730"/>
                  </a:lnTo>
                  <a:lnTo>
                    <a:pt x="172750" y="459144"/>
                  </a:lnTo>
                  <a:lnTo>
                    <a:pt x="172795" y="463559"/>
                  </a:lnTo>
                  <a:lnTo>
                    <a:pt x="172844" y="467974"/>
                  </a:lnTo>
                  <a:lnTo>
                    <a:pt x="172897" y="472389"/>
                  </a:lnTo>
                  <a:lnTo>
                    <a:pt x="172953" y="476804"/>
                  </a:lnTo>
                  <a:lnTo>
                    <a:pt x="173013" y="481219"/>
                  </a:lnTo>
                  <a:lnTo>
                    <a:pt x="173078" y="485634"/>
                  </a:lnTo>
                  <a:lnTo>
                    <a:pt x="173147" y="490048"/>
                  </a:lnTo>
                  <a:lnTo>
                    <a:pt x="173219" y="494463"/>
                  </a:lnTo>
                  <a:lnTo>
                    <a:pt x="173298" y="498878"/>
                  </a:lnTo>
                  <a:lnTo>
                    <a:pt x="173380" y="503293"/>
                  </a:lnTo>
                  <a:lnTo>
                    <a:pt x="173467" y="507708"/>
                  </a:lnTo>
                  <a:lnTo>
                    <a:pt x="173560" y="512123"/>
                  </a:lnTo>
                  <a:lnTo>
                    <a:pt x="173658" y="516538"/>
                  </a:lnTo>
                  <a:lnTo>
                    <a:pt x="173761" y="520952"/>
                  </a:lnTo>
                  <a:lnTo>
                    <a:pt x="173869" y="525367"/>
                  </a:lnTo>
                  <a:lnTo>
                    <a:pt x="173984" y="529782"/>
                  </a:lnTo>
                  <a:lnTo>
                    <a:pt x="174104" y="534197"/>
                  </a:lnTo>
                  <a:lnTo>
                    <a:pt x="174228" y="538612"/>
                  </a:lnTo>
                  <a:lnTo>
                    <a:pt x="174361" y="543027"/>
                  </a:lnTo>
                  <a:lnTo>
                    <a:pt x="174499" y="547442"/>
                  </a:lnTo>
                  <a:lnTo>
                    <a:pt x="174642" y="551856"/>
                  </a:lnTo>
                  <a:lnTo>
                    <a:pt x="174792" y="556271"/>
                  </a:lnTo>
                  <a:lnTo>
                    <a:pt x="174949" y="560686"/>
                  </a:lnTo>
                  <a:lnTo>
                    <a:pt x="175111" y="565101"/>
                  </a:lnTo>
                  <a:lnTo>
                    <a:pt x="175279" y="569516"/>
                  </a:lnTo>
                  <a:lnTo>
                    <a:pt x="175454" y="573931"/>
                  </a:lnTo>
                  <a:lnTo>
                    <a:pt x="175634" y="578346"/>
                  </a:lnTo>
                  <a:lnTo>
                    <a:pt x="175820" y="582760"/>
                  </a:lnTo>
                  <a:lnTo>
                    <a:pt x="176013" y="587175"/>
                  </a:lnTo>
                  <a:lnTo>
                    <a:pt x="176212" y="591590"/>
                  </a:lnTo>
                  <a:lnTo>
                    <a:pt x="176415" y="596005"/>
                  </a:lnTo>
                  <a:lnTo>
                    <a:pt x="176625" y="600420"/>
                  </a:lnTo>
                  <a:lnTo>
                    <a:pt x="176840" y="604835"/>
                  </a:lnTo>
                  <a:lnTo>
                    <a:pt x="177059" y="609250"/>
                  </a:lnTo>
                  <a:lnTo>
                    <a:pt x="177284" y="613664"/>
                  </a:lnTo>
                  <a:lnTo>
                    <a:pt x="177514" y="618079"/>
                  </a:lnTo>
                  <a:lnTo>
                    <a:pt x="177748" y="622494"/>
                  </a:lnTo>
                  <a:lnTo>
                    <a:pt x="177985" y="626909"/>
                  </a:lnTo>
                  <a:lnTo>
                    <a:pt x="178228" y="631324"/>
                  </a:lnTo>
                  <a:lnTo>
                    <a:pt x="178474" y="635739"/>
                  </a:lnTo>
                  <a:lnTo>
                    <a:pt x="178722" y="640154"/>
                  </a:lnTo>
                  <a:lnTo>
                    <a:pt x="178974" y="644568"/>
                  </a:lnTo>
                  <a:lnTo>
                    <a:pt x="179228" y="648983"/>
                  </a:lnTo>
                  <a:lnTo>
                    <a:pt x="179484" y="653398"/>
                  </a:lnTo>
                  <a:lnTo>
                    <a:pt x="179741" y="657813"/>
                  </a:lnTo>
                  <a:lnTo>
                    <a:pt x="180000" y="662228"/>
                  </a:lnTo>
                  <a:lnTo>
                    <a:pt x="180260" y="666643"/>
                  </a:lnTo>
                  <a:lnTo>
                    <a:pt x="180520" y="671058"/>
                  </a:lnTo>
                  <a:lnTo>
                    <a:pt x="180780" y="675472"/>
                  </a:lnTo>
                  <a:lnTo>
                    <a:pt x="181040" y="679887"/>
                  </a:lnTo>
                  <a:lnTo>
                    <a:pt x="181299" y="684302"/>
                  </a:lnTo>
                  <a:lnTo>
                    <a:pt x="181556" y="688717"/>
                  </a:lnTo>
                  <a:lnTo>
                    <a:pt x="181812" y="693132"/>
                  </a:lnTo>
                  <a:lnTo>
                    <a:pt x="182065" y="697547"/>
                  </a:lnTo>
                  <a:lnTo>
                    <a:pt x="182317" y="701962"/>
                  </a:lnTo>
                  <a:lnTo>
                    <a:pt x="182564" y="706376"/>
                  </a:lnTo>
                  <a:lnTo>
                    <a:pt x="182809" y="710791"/>
                  </a:lnTo>
                  <a:lnTo>
                    <a:pt x="183050" y="715206"/>
                  </a:lnTo>
                  <a:lnTo>
                    <a:pt x="183286" y="719621"/>
                  </a:lnTo>
                  <a:lnTo>
                    <a:pt x="183518" y="724036"/>
                  </a:lnTo>
                  <a:lnTo>
                    <a:pt x="183745" y="728451"/>
                  </a:lnTo>
                  <a:lnTo>
                    <a:pt x="183967" y="732866"/>
                  </a:lnTo>
                  <a:lnTo>
                    <a:pt x="184183" y="737280"/>
                  </a:lnTo>
                  <a:lnTo>
                    <a:pt x="184394" y="741695"/>
                  </a:lnTo>
                  <a:lnTo>
                    <a:pt x="184600" y="746110"/>
                  </a:lnTo>
                  <a:lnTo>
                    <a:pt x="184797" y="750525"/>
                  </a:lnTo>
                  <a:lnTo>
                    <a:pt x="184990" y="754940"/>
                  </a:lnTo>
                  <a:lnTo>
                    <a:pt x="185177" y="759355"/>
                  </a:lnTo>
                  <a:lnTo>
                    <a:pt x="185355" y="763770"/>
                  </a:lnTo>
                  <a:lnTo>
                    <a:pt x="185528" y="768184"/>
                  </a:lnTo>
                  <a:lnTo>
                    <a:pt x="185694" y="772599"/>
                  </a:lnTo>
                  <a:lnTo>
                    <a:pt x="185853" y="777014"/>
                  </a:lnTo>
                  <a:lnTo>
                    <a:pt x="186005" y="781429"/>
                  </a:lnTo>
                  <a:lnTo>
                    <a:pt x="186152" y="785844"/>
                  </a:lnTo>
                  <a:lnTo>
                    <a:pt x="186291" y="790259"/>
                  </a:lnTo>
                  <a:lnTo>
                    <a:pt x="186423" y="794674"/>
                  </a:lnTo>
                  <a:lnTo>
                    <a:pt x="186550" y="799088"/>
                  </a:lnTo>
                  <a:lnTo>
                    <a:pt x="186672" y="803503"/>
                  </a:lnTo>
                  <a:lnTo>
                    <a:pt x="186787" y="807918"/>
                  </a:lnTo>
                  <a:lnTo>
                    <a:pt x="186896" y="812333"/>
                  </a:lnTo>
                  <a:lnTo>
                    <a:pt x="187002" y="816748"/>
                  </a:lnTo>
                  <a:lnTo>
                    <a:pt x="187101" y="821163"/>
                  </a:lnTo>
                  <a:lnTo>
                    <a:pt x="187197" y="825578"/>
                  </a:lnTo>
                  <a:lnTo>
                    <a:pt x="187289" y="829992"/>
                  </a:lnTo>
                  <a:lnTo>
                    <a:pt x="187378" y="834407"/>
                  </a:lnTo>
                  <a:lnTo>
                    <a:pt x="187464" y="838822"/>
                  </a:lnTo>
                  <a:lnTo>
                    <a:pt x="187548" y="843237"/>
                  </a:lnTo>
                  <a:lnTo>
                    <a:pt x="187631" y="847652"/>
                  </a:lnTo>
                  <a:lnTo>
                    <a:pt x="187712" y="852067"/>
                  </a:lnTo>
                  <a:lnTo>
                    <a:pt x="187794" y="856481"/>
                  </a:lnTo>
                  <a:lnTo>
                    <a:pt x="187876" y="860896"/>
                  </a:lnTo>
                  <a:lnTo>
                    <a:pt x="187959" y="865311"/>
                  </a:lnTo>
                  <a:lnTo>
                    <a:pt x="188045" y="869726"/>
                  </a:lnTo>
                  <a:lnTo>
                    <a:pt x="188134" y="874141"/>
                  </a:lnTo>
                  <a:lnTo>
                    <a:pt x="188225" y="878556"/>
                  </a:lnTo>
                  <a:lnTo>
                    <a:pt x="188323" y="882971"/>
                  </a:lnTo>
                  <a:lnTo>
                    <a:pt x="188426" y="887385"/>
                  </a:lnTo>
                  <a:lnTo>
                    <a:pt x="188533" y="891800"/>
                  </a:lnTo>
                  <a:lnTo>
                    <a:pt x="188651" y="896215"/>
                  </a:lnTo>
                  <a:lnTo>
                    <a:pt x="188776" y="900630"/>
                  </a:lnTo>
                  <a:lnTo>
                    <a:pt x="188909" y="905045"/>
                  </a:lnTo>
                  <a:lnTo>
                    <a:pt x="189054" y="909460"/>
                  </a:lnTo>
                  <a:lnTo>
                    <a:pt x="189211" y="913875"/>
                  </a:lnTo>
                  <a:lnTo>
                    <a:pt x="189379" y="918289"/>
                  </a:lnTo>
                  <a:lnTo>
                    <a:pt x="189559" y="922704"/>
                  </a:lnTo>
                  <a:lnTo>
                    <a:pt x="189757" y="927119"/>
                  </a:lnTo>
                  <a:lnTo>
                    <a:pt x="189968" y="931534"/>
                  </a:lnTo>
                  <a:lnTo>
                    <a:pt x="190191" y="935949"/>
                  </a:lnTo>
                  <a:lnTo>
                    <a:pt x="190438" y="940364"/>
                  </a:lnTo>
                  <a:lnTo>
                    <a:pt x="190701" y="944779"/>
                  </a:lnTo>
                  <a:lnTo>
                    <a:pt x="190980" y="949193"/>
                  </a:lnTo>
                  <a:lnTo>
                    <a:pt x="191281" y="953608"/>
                  </a:lnTo>
                  <a:lnTo>
                    <a:pt x="191604" y="958023"/>
                  </a:lnTo>
                  <a:lnTo>
                    <a:pt x="191945" y="962438"/>
                  </a:lnTo>
                  <a:lnTo>
                    <a:pt x="192306" y="966853"/>
                  </a:lnTo>
                  <a:lnTo>
                    <a:pt x="192696" y="971268"/>
                  </a:lnTo>
                  <a:lnTo>
                    <a:pt x="193106" y="975683"/>
                  </a:lnTo>
                  <a:lnTo>
                    <a:pt x="193534" y="980097"/>
                  </a:lnTo>
                  <a:lnTo>
                    <a:pt x="193995" y="984512"/>
                  </a:lnTo>
                  <a:lnTo>
                    <a:pt x="194478" y="988927"/>
                  </a:lnTo>
                  <a:lnTo>
                    <a:pt x="194980" y="993342"/>
                  </a:lnTo>
                  <a:lnTo>
                    <a:pt x="195511" y="997757"/>
                  </a:lnTo>
                  <a:lnTo>
                    <a:pt x="196069" y="1002172"/>
                  </a:lnTo>
                  <a:lnTo>
                    <a:pt x="196647" y="1006587"/>
                  </a:lnTo>
                  <a:lnTo>
                    <a:pt x="197248" y="1011001"/>
                  </a:lnTo>
                  <a:lnTo>
                    <a:pt x="197881" y="1015416"/>
                  </a:lnTo>
                  <a:lnTo>
                    <a:pt x="198533" y="1019831"/>
                  </a:lnTo>
                  <a:lnTo>
                    <a:pt x="199204" y="1024246"/>
                  </a:lnTo>
                  <a:lnTo>
                    <a:pt x="199907" y="1028661"/>
                  </a:lnTo>
                  <a:lnTo>
                    <a:pt x="200628" y="1033076"/>
                  </a:lnTo>
                  <a:lnTo>
                    <a:pt x="201368" y="1037491"/>
                  </a:lnTo>
                  <a:lnTo>
                    <a:pt x="202131" y="1041905"/>
                  </a:lnTo>
                  <a:lnTo>
                    <a:pt x="202914" y="1046320"/>
                  </a:lnTo>
                  <a:lnTo>
                    <a:pt x="203713" y="1050735"/>
                  </a:lnTo>
                  <a:lnTo>
                    <a:pt x="204528" y="1055150"/>
                  </a:lnTo>
                  <a:lnTo>
                    <a:pt x="205363" y="1059565"/>
                  </a:lnTo>
                  <a:lnTo>
                    <a:pt x="206210" y="1063980"/>
                  </a:lnTo>
                  <a:lnTo>
                    <a:pt x="207067" y="1068395"/>
                  </a:lnTo>
                  <a:lnTo>
                    <a:pt x="207939" y="1072809"/>
                  </a:lnTo>
                  <a:lnTo>
                    <a:pt x="208819" y="1077224"/>
                  </a:lnTo>
                  <a:lnTo>
                    <a:pt x="209705" y="1081639"/>
                  </a:lnTo>
                  <a:lnTo>
                    <a:pt x="210598" y="1086054"/>
                  </a:lnTo>
                  <a:lnTo>
                    <a:pt x="211495" y="1090469"/>
                  </a:lnTo>
                  <a:lnTo>
                    <a:pt x="212393" y="1094884"/>
                  </a:lnTo>
                  <a:lnTo>
                    <a:pt x="213292" y="1099299"/>
                  </a:lnTo>
                  <a:lnTo>
                    <a:pt x="214189" y="1103713"/>
                  </a:lnTo>
                  <a:lnTo>
                    <a:pt x="215081" y="1108128"/>
                  </a:lnTo>
                  <a:lnTo>
                    <a:pt x="215969" y="1112543"/>
                  </a:lnTo>
                  <a:lnTo>
                    <a:pt x="216847" y="1116958"/>
                  </a:lnTo>
                  <a:lnTo>
                    <a:pt x="217715" y="1121373"/>
                  </a:lnTo>
                  <a:lnTo>
                    <a:pt x="218574" y="1125788"/>
                  </a:lnTo>
                  <a:lnTo>
                    <a:pt x="219417" y="1130203"/>
                  </a:lnTo>
                  <a:lnTo>
                    <a:pt x="220244" y="1134617"/>
                  </a:lnTo>
                  <a:lnTo>
                    <a:pt x="221056" y="1139032"/>
                  </a:lnTo>
                  <a:lnTo>
                    <a:pt x="221851" y="1143447"/>
                  </a:lnTo>
                  <a:lnTo>
                    <a:pt x="222620" y="1147862"/>
                  </a:lnTo>
                  <a:lnTo>
                    <a:pt x="223370" y="1152277"/>
                  </a:lnTo>
                  <a:lnTo>
                    <a:pt x="224103" y="1156692"/>
                  </a:lnTo>
                  <a:lnTo>
                    <a:pt x="224803" y="1161107"/>
                  </a:lnTo>
                  <a:lnTo>
                    <a:pt x="225480" y="1165521"/>
                  </a:lnTo>
                  <a:lnTo>
                    <a:pt x="226136" y="1169936"/>
                  </a:lnTo>
                  <a:lnTo>
                    <a:pt x="226762" y="1174351"/>
                  </a:lnTo>
                  <a:lnTo>
                    <a:pt x="227357" y="1178766"/>
                  </a:lnTo>
                  <a:lnTo>
                    <a:pt x="227930" y="1183181"/>
                  </a:lnTo>
                  <a:lnTo>
                    <a:pt x="228477" y="1187596"/>
                  </a:lnTo>
                  <a:lnTo>
                    <a:pt x="228986" y="1192011"/>
                  </a:lnTo>
                  <a:lnTo>
                    <a:pt x="229473" y="1196425"/>
                  </a:lnTo>
                  <a:lnTo>
                    <a:pt x="229937" y="1200840"/>
                  </a:lnTo>
                  <a:lnTo>
                    <a:pt x="230365" y="1205255"/>
                  </a:lnTo>
                  <a:lnTo>
                    <a:pt x="230769" y="1209670"/>
                  </a:lnTo>
                  <a:lnTo>
                    <a:pt x="231151" y="1214085"/>
                  </a:lnTo>
                  <a:lnTo>
                    <a:pt x="231505" y="1218500"/>
                  </a:lnTo>
                  <a:lnTo>
                    <a:pt x="231832" y="1222915"/>
                  </a:lnTo>
                  <a:lnTo>
                    <a:pt x="232140" y="1227329"/>
                  </a:lnTo>
                  <a:lnTo>
                    <a:pt x="232428" y="1231744"/>
                  </a:lnTo>
                  <a:lnTo>
                    <a:pt x="232690" y="1236159"/>
                  </a:lnTo>
                  <a:lnTo>
                    <a:pt x="232937" y="1240574"/>
                  </a:lnTo>
                  <a:lnTo>
                    <a:pt x="233169" y="1244989"/>
                  </a:lnTo>
                  <a:lnTo>
                    <a:pt x="233382" y="1249404"/>
                  </a:lnTo>
                  <a:lnTo>
                    <a:pt x="233583" y="1253819"/>
                  </a:lnTo>
                  <a:lnTo>
                    <a:pt x="233776" y="1258233"/>
                  </a:lnTo>
                  <a:lnTo>
                    <a:pt x="233957" y="1262648"/>
                  </a:lnTo>
                  <a:lnTo>
                    <a:pt x="234131" y="1267063"/>
                  </a:lnTo>
                  <a:lnTo>
                    <a:pt x="234301" y="1271478"/>
                  </a:lnTo>
                  <a:lnTo>
                    <a:pt x="234468" y="1275893"/>
                  </a:lnTo>
                  <a:lnTo>
                    <a:pt x="234635" y="1280308"/>
                  </a:lnTo>
                  <a:lnTo>
                    <a:pt x="234804" y="1284722"/>
                  </a:lnTo>
                  <a:lnTo>
                    <a:pt x="234975" y="1289137"/>
                  </a:lnTo>
                  <a:lnTo>
                    <a:pt x="235154" y="1293552"/>
                  </a:lnTo>
                  <a:lnTo>
                    <a:pt x="235341" y="1297967"/>
                  </a:lnTo>
                  <a:lnTo>
                    <a:pt x="235537" y="1302382"/>
                  </a:lnTo>
                  <a:lnTo>
                    <a:pt x="235745" y="1306797"/>
                  </a:lnTo>
                  <a:lnTo>
                    <a:pt x="235971" y="1311212"/>
                  </a:lnTo>
                  <a:lnTo>
                    <a:pt x="236210" y="1315626"/>
                  </a:lnTo>
                  <a:lnTo>
                    <a:pt x="236464" y="1320041"/>
                  </a:lnTo>
                  <a:lnTo>
                    <a:pt x="236746" y="1324456"/>
                  </a:lnTo>
                  <a:lnTo>
                    <a:pt x="237046" y="1328871"/>
                  </a:lnTo>
                  <a:lnTo>
                    <a:pt x="237364" y="1333286"/>
                  </a:lnTo>
                  <a:lnTo>
                    <a:pt x="237714" y="1337701"/>
                  </a:lnTo>
                  <a:lnTo>
                    <a:pt x="238089" y="1342116"/>
                  </a:lnTo>
                  <a:lnTo>
                    <a:pt x="238486" y="1346530"/>
                  </a:lnTo>
                  <a:lnTo>
                    <a:pt x="238913" y="1350945"/>
                  </a:lnTo>
                  <a:lnTo>
                    <a:pt x="239375" y="1355360"/>
                  </a:lnTo>
                  <a:lnTo>
                    <a:pt x="239862" y="1359775"/>
                  </a:lnTo>
                  <a:lnTo>
                    <a:pt x="240376" y="1364190"/>
                  </a:lnTo>
                  <a:lnTo>
                    <a:pt x="240934" y="1368605"/>
                  </a:lnTo>
                  <a:lnTo>
                    <a:pt x="241518" y="1373020"/>
                  </a:lnTo>
                  <a:lnTo>
                    <a:pt x="242129" y="1377434"/>
                  </a:lnTo>
                  <a:lnTo>
                    <a:pt x="242782" y="1381849"/>
                  </a:lnTo>
                  <a:lnTo>
                    <a:pt x="243468" y="1386264"/>
                  </a:lnTo>
                  <a:lnTo>
                    <a:pt x="244181" y="1390679"/>
                  </a:lnTo>
                  <a:lnTo>
                    <a:pt x="244930" y="1395094"/>
                  </a:lnTo>
                  <a:lnTo>
                    <a:pt x="245719" y="1399509"/>
                  </a:lnTo>
                  <a:lnTo>
                    <a:pt x="246535" y="1403924"/>
                  </a:lnTo>
                  <a:lnTo>
                    <a:pt x="247380" y="1408338"/>
                  </a:lnTo>
                  <a:lnTo>
                    <a:pt x="248270" y="1412753"/>
                  </a:lnTo>
                  <a:lnTo>
                    <a:pt x="249188" y="1417168"/>
                  </a:lnTo>
                  <a:lnTo>
                    <a:pt x="250131" y="1421583"/>
                  </a:lnTo>
                  <a:lnTo>
                    <a:pt x="251115" y="1425998"/>
                  </a:lnTo>
                  <a:lnTo>
                    <a:pt x="252129" y="1430413"/>
                  </a:lnTo>
                  <a:lnTo>
                    <a:pt x="253169" y="1434828"/>
                  </a:lnTo>
                  <a:lnTo>
                    <a:pt x="254240" y="1439242"/>
                  </a:lnTo>
                  <a:lnTo>
                    <a:pt x="255345" y="1443657"/>
                  </a:lnTo>
                  <a:lnTo>
                    <a:pt x="256474" y="1448072"/>
                  </a:lnTo>
                  <a:lnTo>
                    <a:pt x="257627" y="1452487"/>
                  </a:lnTo>
                  <a:lnTo>
                    <a:pt x="258817" y="1456902"/>
                  </a:lnTo>
                  <a:lnTo>
                    <a:pt x="260028" y="1461317"/>
                  </a:lnTo>
                  <a:lnTo>
                    <a:pt x="261260" y="1465732"/>
                  </a:lnTo>
                  <a:lnTo>
                    <a:pt x="262522" y="1470146"/>
                  </a:lnTo>
                  <a:lnTo>
                    <a:pt x="263808" y="1474561"/>
                  </a:lnTo>
                  <a:lnTo>
                    <a:pt x="265111" y="1478976"/>
                  </a:lnTo>
                  <a:lnTo>
                    <a:pt x="266437" y="1483391"/>
                  </a:lnTo>
                  <a:lnTo>
                    <a:pt x="267788" y="1487806"/>
                  </a:lnTo>
                  <a:lnTo>
                    <a:pt x="269154" y="1492221"/>
                  </a:lnTo>
                  <a:lnTo>
                    <a:pt x="270067" y="1495138"/>
                  </a:lnTo>
                  <a:lnTo>
                    <a:pt x="270536" y="1496636"/>
                  </a:lnTo>
                  <a:lnTo>
                    <a:pt x="271942" y="1501050"/>
                  </a:lnTo>
                  <a:lnTo>
                    <a:pt x="273361" y="1505465"/>
                  </a:lnTo>
                  <a:lnTo>
                    <a:pt x="274793" y="1509880"/>
                  </a:lnTo>
                  <a:lnTo>
                    <a:pt x="276242" y="1514295"/>
                  </a:lnTo>
                  <a:lnTo>
                    <a:pt x="277704" y="1518710"/>
                  </a:lnTo>
                  <a:lnTo>
                    <a:pt x="279175" y="1523125"/>
                  </a:lnTo>
                  <a:lnTo>
                    <a:pt x="280658" y="1527540"/>
                  </a:lnTo>
                  <a:lnTo>
                    <a:pt x="282151" y="1531954"/>
                  </a:lnTo>
                  <a:lnTo>
                    <a:pt x="283651" y="1536369"/>
                  </a:lnTo>
                  <a:lnTo>
                    <a:pt x="285156" y="1540784"/>
                  </a:lnTo>
                  <a:lnTo>
                    <a:pt x="286670" y="1545199"/>
                  </a:lnTo>
                  <a:lnTo>
                    <a:pt x="288186" y="1549614"/>
                  </a:lnTo>
                  <a:lnTo>
                    <a:pt x="289705" y="1554029"/>
                  </a:lnTo>
                  <a:lnTo>
                    <a:pt x="291225" y="1558444"/>
                  </a:lnTo>
                  <a:lnTo>
                    <a:pt x="292745" y="1562858"/>
                  </a:lnTo>
                  <a:lnTo>
                    <a:pt x="294264" y="1567273"/>
                  </a:lnTo>
                  <a:lnTo>
                    <a:pt x="295780" y="1571688"/>
                  </a:lnTo>
                  <a:lnTo>
                    <a:pt x="297291" y="1576103"/>
                  </a:lnTo>
                  <a:lnTo>
                    <a:pt x="298797" y="1580518"/>
                  </a:lnTo>
                  <a:lnTo>
                    <a:pt x="300297" y="1584933"/>
                  </a:lnTo>
                  <a:lnTo>
                    <a:pt x="301784" y="1589348"/>
                  </a:lnTo>
                  <a:lnTo>
                    <a:pt x="303262" y="1593762"/>
                  </a:lnTo>
                  <a:lnTo>
                    <a:pt x="304731" y="1598177"/>
                  </a:lnTo>
                  <a:lnTo>
                    <a:pt x="306184" y="1602592"/>
                  </a:lnTo>
                  <a:lnTo>
                    <a:pt x="307621" y="1607007"/>
                  </a:lnTo>
                  <a:lnTo>
                    <a:pt x="309044" y="1611422"/>
                  </a:lnTo>
                  <a:lnTo>
                    <a:pt x="310450" y="1615837"/>
                  </a:lnTo>
                  <a:lnTo>
                    <a:pt x="311832" y="1620252"/>
                  </a:lnTo>
                  <a:lnTo>
                    <a:pt x="313197" y="1624666"/>
                  </a:lnTo>
                  <a:lnTo>
                    <a:pt x="314544" y="1629081"/>
                  </a:lnTo>
                  <a:lnTo>
                    <a:pt x="315859" y="1633496"/>
                  </a:lnTo>
                  <a:lnTo>
                    <a:pt x="317152" y="1637911"/>
                  </a:lnTo>
                  <a:lnTo>
                    <a:pt x="318425" y="1642326"/>
                  </a:lnTo>
                  <a:lnTo>
                    <a:pt x="319665" y="1646741"/>
                  </a:lnTo>
                  <a:lnTo>
                    <a:pt x="320876" y="1651156"/>
                  </a:lnTo>
                  <a:lnTo>
                    <a:pt x="322064" y="1655570"/>
                  </a:lnTo>
                  <a:lnTo>
                    <a:pt x="323222" y="1659985"/>
                  </a:lnTo>
                  <a:lnTo>
                    <a:pt x="324342" y="1664400"/>
                  </a:lnTo>
                  <a:lnTo>
                    <a:pt x="325436" y="1668815"/>
                  </a:lnTo>
                  <a:lnTo>
                    <a:pt x="326504" y="1673230"/>
                  </a:lnTo>
                  <a:lnTo>
                    <a:pt x="327527" y="1677645"/>
                  </a:lnTo>
                  <a:lnTo>
                    <a:pt x="328523" y="1682060"/>
                  </a:lnTo>
                  <a:lnTo>
                    <a:pt x="329491" y="1686474"/>
                  </a:lnTo>
                  <a:lnTo>
                    <a:pt x="330420" y="1690889"/>
                  </a:lnTo>
                  <a:lnTo>
                    <a:pt x="331314" y="1695304"/>
                  </a:lnTo>
                  <a:lnTo>
                    <a:pt x="332180" y="1699719"/>
                  </a:lnTo>
                  <a:lnTo>
                    <a:pt x="333013" y="1704134"/>
                  </a:lnTo>
                  <a:lnTo>
                    <a:pt x="333320" y="1705840"/>
                  </a:lnTo>
                  <a:lnTo>
                    <a:pt x="333806" y="1708549"/>
                  </a:lnTo>
                  <a:lnTo>
                    <a:pt x="334571" y="1712963"/>
                  </a:lnTo>
                  <a:lnTo>
                    <a:pt x="335310" y="1717378"/>
                  </a:lnTo>
                  <a:lnTo>
                    <a:pt x="336003" y="1721793"/>
                  </a:lnTo>
                  <a:lnTo>
                    <a:pt x="336671" y="1726208"/>
                  </a:lnTo>
                  <a:lnTo>
                    <a:pt x="337312" y="1730623"/>
                  </a:lnTo>
                  <a:lnTo>
                    <a:pt x="337918" y="1735038"/>
                  </a:lnTo>
                  <a:lnTo>
                    <a:pt x="338492" y="1739453"/>
                  </a:lnTo>
                  <a:lnTo>
                    <a:pt x="339042" y="1743867"/>
                  </a:lnTo>
                  <a:lnTo>
                    <a:pt x="339563" y="1748282"/>
                  </a:lnTo>
                  <a:lnTo>
                    <a:pt x="340050" y="1752697"/>
                  </a:lnTo>
                  <a:lnTo>
                    <a:pt x="340514" y="1757112"/>
                  </a:lnTo>
                  <a:lnTo>
                    <a:pt x="340956" y="1761527"/>
                  </a:lnTo>
                  <a:lnTo>
                    <a:pt x="341362" y="1765942"/>
                  </a:lnTo>
                  <a:lnTo>
                    <a:pt x="341746" y="1770357"/>
                  </a:lnTo>
                  <a:lnTo>
                    <a:pt x="342108" y="1774771"/>
                  </a:lnTo>
                  <a:lnTo>
                    <a:pt x="342441" y="1779186"/>
                  </a:lnTo>
                  <a:lnTo>
                    <a:pt x="342748" y="1783601"/>
                  </a:lnTo>
                  <a:lnTo>
                    <a:pt x="343035" y="1788016"/>
                  </a:lnTo>
                  <a:lnTo>
                    <a:pt x="343297" y="1792431"/>
                  </a:lnTo>
                  <a:lnTo>
                    <a:pt x="343528" y="1796846"/>
                  </a:lnTo>
                  <a:lnTo>
                    <a:pt x="343739" y="1801261"/>
                  </a:lnTo>
                  <a:lnTo>
                    <a:pt x="343929" y="1805675"/>
                  </a:lnTo>
                  <a:lnTo>
                    <a:pt x="344083" y="1810090"/>
                  </a:lnTo>
                  <a:lnTo>
                    <a:pt x="344213" y="1814505"/>
                  </a:lnTo>
                  <a:lnTo>
                    <a:pt x="344322" y="1818920"/>
                  </a:lnTo>
                  <a:lnTo>
                    <a:pt x="344397" y="1823335"/>
                  </a:lnTo>
                  <a:lnTo>
                    <a:pt x="344441" y="1827750"/>
                  </a:lnTo>
                  <a:lnTo>
                    <a:pt x="344459" y="1832165"/>
                  </a:lnTo>
                  <a:lnTo>
                    <a:pt x="344446" y="1836579"/>
                  </a:lnTo>
                  <a:lnTo>
                    <a:pt x="344391" y="1840994"/>
                  </a:lnTo>
                  <a:lnTo>
                    <a:pt x="344305" y="1845409"/>
                  </a:lnTo>
                  <a:lnTo>
                    <a:pt x="344190" y="1849824"/>
                  </a:lnTo>
                  <a:lnTo>
                    <a:pt x="344021" y="1854239"/>
                  </a:lnTo>
                  <a:lnTo>
                    <a:pt x="343816" y="1858654"/>
                  </a:lnTo>
                  <a:lnTo>
                    <a:pt x="343575" y="1863069"/>
                  </a:lnTo>
                  <a:lnTo>
                    <a:pt x="343282" y="1867483"/>
                  </a:lnTo>
                  <a:lnTo>
                    <a:pt x="342936" y="1871898"/>
                  </a:lnTo>
                  <a:lnTo>
                    <a:pt x="342550" y="1876313"/>
                  </a:lnTo>
                  <a:lnTo>
                    <a:pt x="342114" y="1880728"/>
                  </a:lnTo>
                  <a:lnTo>
                    <a:pt x="341607" y="1885143"/>
                  </a:lnTo>
                  <a:lnTo>
                    <a:pt x="341053" y="1889558"/>
                  </a:lnTo>
                  <a:lnTo>
                    <a:pt x="340452" y="1893973"/>
                  </a:lnTo>
                  <a:lnTo>
                    <a:pt x="339767" y="1898387"/>
                  </a:lnTo>
                  <a:lnTo>
                    <a:pt x="339026" y="1902802"/>
                  </a:lnTo>
                  <a:lnTo>
                    <a:pt x="338232" y="1907217"/>
                  </a:lnTo>
                  <a:lnTo>
                    <a:pt x="337360" y="1911632"/>
                  </a:lnTo>
                  <a:lnTo>
                    <a:pt x="336413" y="1916047"/>
                  </a:lnTo>
                  <a:lnTo>
                    <a:pt x="336093" y="1917454"/>
                  </a:lnTo>
                  <a:lnTo>
                    <a:pt x="335409" y="1920462"/>
                  </a:lnTo>
                  <a:lnTo>
                    <a:pt x="334337" y="1924877"/>
                  </a:lnTo>
                  <a:lnTo>
                    <a:pt x="333171" y="1929291"/>
                  </a:lnTo>
                  <a:lnTo>
                    <a:pt x="331944" y="1933706"/>
                  </a:lnTo>
                  <a:lnTo>
                    <a:pt x="330657" y="1938121"/>
                  </a:lnTo>
                  <a:lnTo>
                    <a:pt x="329269" y="1942536"/>
                  </a:lnTo>
                  <a:lnTo>
                    <a:pt x="327815" y="1946951"/>
                  </a:lnTo>
                  <a:lnTo>
                    <a:pt x="326300" y="1951366"/>
                  </a:lnTo>
                  <a:lnTo>
                    <a:pt x="324699" y="1955781"/>
                  </a:lnTo>
                  <a:lnTo>
                    <a:pt x="323018" y="1960195"/>
                  </a:lnTo>
                  <a:lnTo>
                    <a:pt x="321278" y="1964610"/>
                  </a:lnTo>
                  <a:lnTo>
                    <a:pt x="319471" y="1969025"/>
                  </a:lnTo>
                  <a:lnTo>
                    <a:pt x="317574" y="1973440"/>
                  </a:lnTo>
                  <a:lnTo>
                    <a:pt x="315622" y="1977855"/>
                  </a:lnTo>
                  <a:lnTo>
                    <a:pt x="313616" y="1982270"/>
                  </a:lnTo>
                  <a:lnTo>
                    <a:pt x="311525" y="1986685"/>
                  </a:lnTo>
                  <a:lnTo>
                    <a:pt x="309382" y="1991099"/>
                  </a:lnTo>
                  <a:lnTo>
                    <a:pt x="307191" y="1995514"/>
                  </a:lnTo>
                  <a:lnTo>
                    <a:pt x="304938" y="1999929"/>
                  </a:lnTo>
                  <a:lnTo>
                    <a:pt x="302631" y="2004344"/>
                  </a:lnTo>
                  <a:lnTo>
                    <a:pt x="300286" y="2008759"/>
                  </a:lnTo>
                  <a:lnTo>
                    <a:pt x="297899" y="2013174"/>
                  </a:lnTo>
                  <a:lnTo>
                    <a:pt x="295462" y="2017589"/>
                  </a:lnTo>
                  <a:lnTo>
                    <a:pt x="292998" y="2022003"/>
                  </a:lnTo>
                  <a:lnTo>
                    <a:pt x="290508" y="2026418"/>
                  </a:lnTo>
                  <a:lnTo>
                    <a:pt x="287983" y="2030833"/>
                  </a:lnTo>
                  <a:lnTo>
                    <a:pt x="285440" y="2035248"/>
                  </a:lnTo>
                  <a:lnTo>
                    <a:pt x="282883" y="2039663"/>
                  </a:lnTo>
                  <a:lnTo>
                    <a:pt x="280311" y="2044078"/>
                  </a:lnTo>
                  <a:lnTo>
                    <a:pt x="277732" y="2048493"/>
                  </a:lnTo>
                  <a:lnTo>
                    <a:pt x="275150" y="2052907"/>
                  </a:lnTo>
                  <a:lnTo>
                    <a:pt x="272568" y="2057322"/>
                  </a:lnTo>
                  <a:lnTo>
                    <a:pt x="269994" y="2061737"/>
                  </a:lnTo>
                  <a:lnTo>
                    <a:pt x="267430" y="2066152"/>
                  </a:lnTo>
                  <a:lnTo>
                    <a:pt x="264877" y="2070567"/>
                  </a:lnTo>
                  <a:lnTo>
                    <a:pt x="262347" y="2074982"/>
                  </a:lnTo>
                  <a:lnTo>
                    <a:pt x="259839" y="2079397"/>
                  </a:lnTo>
                  <a:lnTo>
                    <a:pt x="257353" y="2083811"/>
                  </a:lnTo>
                  <a:lnTo>
                    <a:pt x="254899" y="2088226"/>
                  </a:lnTo>
                  <a:lnTo>
                    <a:pt x="252483" y="2092641"/>
                  </a:lnTo>
                  <a:lnTo>
                    <a:pt x="250096" y="2097056"/>
                  </a:lnTo>
                  <a:lnTo>
                    <a:pt x="247745" y="2101471"/>
                  </a:lnTo>
                  <a:lnTo>
                    <a:pt x="245449" y="2105886"/>
                  </a:lnTo>
                  <a:lnTo>
                    <a:pt x="243190" y="2110301"/>
                  </a:lnTo>
                  <a:lnTo>
                    <a:pt x="240969" y="2114715"/>
                  </a:lnTo>
                  <a:lnTo>
                    <a:pt x="238811" y="2119130"/>
                  </a:lnTo>
                  <a:lnTo>
                    <a:pt x="236700" y="2123545"/>
                  </a:lnTo>
                  <a:lnTo>
                    <a:pt x="234630" y="2127960"/>
                  </a:lnTo>
                  <a:lnTo>
                    <a:pt x="232619" y="2132375"/>
                  </a:lnTo>
                  <a:lnTo>
                    <a:pt x="230668" y="2136790"/>
                  </a:lnTo>
                  <a:lnTo>
                    <a:pt x="228762" y="2141204"/>
                  </a:lnTo>
                  <a:lnTo>
                    <a:pt x="226905" y="2145619"/>
                  </a:lnTo>
                  <a:lnTo>
                    <a:pt x="225120" y="2150034"/>
                  </a:lnTo>
                  <a:lnTo>
                    <a:pt x="223381" y="2154449"/>
                  </a:lnTo>
                  <a:lnTo>
                    <a:pt x="221685" y="2158864"/>
                  </a:lnTo>
                  <a:lnTo>
                    <a:pt x="220061" y="2163279"/>
                  </a:lnTo>
                  <a:lnTo>
                    <a:pt x="218485" y="2167694"/>
                  </a:lnTo>
                  <a:lnTo>
                    <a:pt x="216953" y="2172108"/>
                  </a:lnTo>
                  <a:lnTo>
                    <a:pt x="215477" y="2176523"/>
                  </a:lnTo>
                  <a:lnTo>
                    <a:pt x="214059" y="2180938"/>
                  </a:lnTo>
                  <a:lnTo>
                    <a:pt x="212681" y="2185353"/>
                  </a:lnTo>
                  <a:lnTo>
                    <a:pt x="211345" y="2189768"/>
                  </a:lnTo>
                  <a:lnTo>
                    <a:pt x="210072" y="2194183"/>
                  </a:lnTo>
                  <a:lnTo>
                    <a:pt x="208835" y="2198598"/>
                  </a:lnTo>
                  <a:lnTo>
                    <a:pt x="207634" y="2203012"/>
                  </a:lnTo>
                  <a:lnTo>
                    <a:pt x="206487" y="2207427"/>
                  </a:lnTo>
                  <a:lnTo>
                    <a:pt x="205376" y="2211842"/>
                  </a:lnTo>
                  <a:lnTo>
                    <a:pt x="204298" y="2216257"/>
                  </a:lnTo>
                  <a:lnTo>
                    <a:pt x="203259" y="2220672"/>
                  </a:lnTo>
                  <a:lnTo>
                    <a:pt x="202260" y="2225087"/>
                  </a:lnTo>
                  <a:lnTo>
                    <a:pt x="201288" y="2229502"/>
                  </a:lnTo>
                  <a:lnTo>
                    <a:pt x="200344" y="2233916"/>
                  </a:lnTo>
                  <a:lnTo>
                    <a:pt x="199441" y="2238331"/>
                  </a:lnTo>
                  <a:lnTo>
                    <a:pt x="198560" y="2242746"/>
                  </a:lnTo>
                  <a:lnTo>
                    <a:pt x="197702" y="2247161"/>
                  </a:lnTo>
                  <a:lnTo>
                    <a:pt x="196876" y="2251576"/>
                  </a:lnTo>
                  <a:lnTo>
                    <a:pt x="196073" y="2255991"/>
                  </a:lnTo>
                  <a:close/>
                </a:path>
              </a:pathLst>
            </a:custGeom>
            <a:noFill/>
            <a:ln w="948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3326746" y="1479907"/>
              <a:ext cx="496691" cy="1555785"/>
            </a:xfrm>
            <a:custGeom>
              <a:avLst/>
              <a:pathLst>
                <a:path w="496691" h="1555785">
                  <a:moveTo>
                    <a:pt x="222374" y="1555785"/>
                  </a:moveTo>
                  <a:lnTo>
                    <a:pt x="221543" y="1552740"/>
                  </a:lnTo>
                  <a:lnTo>
                    <a:pt x="220701" y="1549696"/>
                  </a:lnTo>
                  <a:lnTo>
                    <a:pt x="219840" y="1546651"/>
                  </a:lnTo>
                  <a:lnTo>
                    <a:pt x="218967" y="1543606"/>
                  </a:lnTo>
                  <a:lnTo>
                    <a:pt x="218081" y="1540562"/>
                  </a:lnTo>
                  <a:lnTo>
                    <a:pt x="217177" y="1537517"/>
                  </a:lnTo>
                  <a:lnTo>
                    <a:pt x="216252" y="1534473"/>
                  </a:lnTo>
                  <a:lnTo>
                    <a:pt x="215311" y="1531428"/>
                  </a:lnTo>
                  <a:lnTo>
                    <a:pt x="214353" y="1528384"/>
                  </a:lnTo>
                  <a:lnTo>
                    <a:pt x="213365" y="1525339"/>
                  </a:lnTo>
                  <a:lnTo>
                    <a:pt x="212354" y="1522294"/>
                  </a:lnTo>
                  <a:lnTo>
                    <a:pt x="211321" y="1519250"/>
                  </a:lnTo>
                  <a:lnTo>
                    <a:pt x="210260" y="1516205"/>
                  </a:lnTo>
                  <a:lnTo>
                    <a:pt x="209161" y="1513161"/>
                  </a:lnTo>
                  <a:lnTo>
                    <a:pt x="208035" y="1510116"/>
                  </a:lnTo>
                  <a:lnTo>
                    <a:pt x="206879" y="1507071"/>
                  </a:lnTo>
                  <a:lnTo>
                    <a:pt x="205678" y="1504027"/>
                  </a:lnTo>
                  <a:lnTo>
                    <a:pt x="204436" y="1500982"/>
                  </a:lnTo>
                  <a:lnTo>
                    <a:pt x="203159" y="1497938"/>
                  </a:lnTo>
                  <a:lnTo>
                    <a:pt x="201842" y="1494893"/>
                  </a:lnTo>
                  <a:lnTo>
                    <a:pt x="200463" y="1491848"/>
                  </a:lnTo>
                  <a:lnTo>
                    <a:pt x="199042" y="1488804"/>
                  </a:lnTo>
                  <a:lnTo>
                    <a:pt x="197577" y="1485759"/>
                  </a:lnTo>
                  <a:lnTo>
                    <a:pt x="196051" y="1482715"/>
                  </a:lnTo>
                  <a:lnTo>
                    <a:pt x="194465" y="1479670"/>
                  </a:lnTo>
                  <a:lnTo>
                    <a:pt x="192828" y="1476626"/>
                  </a:lnTo>
                  <a:lnTo>
                    <a:pt x="191142" y="1473581"/>
                  </a:lnTo>
                  <a:lnTo>
                    <a:pt x="189370" y="1470536"/>
                  </a:lnTo>
                  <a:lnTo>
                    <a:pt x="187543" y="1467492"/>
                  </a:lnTo>
                  <a:lnTo>
                    <a:pt x="185661" y="1464447"/>
                  </a:lnTo>
                  <a:lnTo>
                    <a:pt x="183707" y="1461403"/>
                  </a:lnTo>
                  <a:lnTo>
                    <a:pt x="181675" y="1458358"/>
                  </a:lnTo>
                  <a:lnTo>
                    <a:pt x="179584" y="1455313"/>
                  </a:lnTo>
                  <a:lnTo>
                    <a:pt x="177435" y="1452269"/>
                  </a:lnTo>
                  <a:lnTo>
                    <a:pt x="175194" y="1449224"/>
                  </a:lnTo>
                  <a:lnTo>
                    <a:pt x="172888" y="1446180"/>
                  </a:lnTo>
                  <a:lnTo>
                    <a:pt x="170522" y="1443135"/>
                  </a:lnTo>
                  <a:lnTo>
                    <a:pt x="168085" y="1440090"/>
                  </a:lnTo>
                  <a:lnTo>
                    <a:pt x="165563" y="1437046"/>
                  </a:lnTo>
                  <a:lnTo>
                    <a:pt x="162982" y="1434001"/>
                  </a:lnTo>
                  <a:lnTo>
                    <a:pt x="160343" y="1430957"/>
                  </a:lnTo>
                  <a:lnTo>
                    <a:pt x="157622" y="1427912"/>
                  </a:lnTo>
                  <a:lnTo>
                    <a:pt x="154836" y="1424867"/>
                  </a:lnTo>
                  <a:lnTo>
                    <a:pt x="151996" y="1421823"/>
                  </a:lnTo>
                  <a:lnTo>
                    <a:pt x="149098" y="1418778"/>
                  </a:lnTo>
                  <a:lnTo>
                    <a:pt x="146123" y="1415734"/>
                  </a:lnTo>
                  <a:lnTo>
                    <a:pt x="143101" y="1412689"/>
                  </a:lnTo>
                  <a:lnTo>
                    <a:pt x="140033" y="1409645"/>
                  </a:lnTo>
                  <a:lnTo>
                    <a:pt x="136906" y="1406600"/>
                  </a:lnTo>
                  <a:lnTo>
                    <a:pt x="133728" y="1403555"/>
                  </a:lnTo>
                  <a:lnTo>
                    <a:pt x="130513" y="1400511"/>
                  </a:lnTo>
                  <a:lnTo>
                    <a:pt x="127262" y="1397466"/>
                  </a:lnTo>
                  <a:lnTo>
                    <a:pt x="123960" y="1394422"/>
                  </a:lnTo>
                  <a:lnTo>
                    <a:pt x="120632" y="1391377"/>
                  </a:lnTo>
                  <a:lnTo>
                    <a:pt x="117279" y="1388332"/>
                  </a:lnTo>
                  <a:lnTo>
                    <a:pt x="113898" y="1385288"/>
                  </a:lnTo>
                  <a:lnTo>
                    <a:pt x="110496" y="1382243"/>
                  </a:lnTo>
                  <a:lnTo>
                    <a:pt x="107080" y="1379199"/>
                  </a:lnTo>
                  <a:lnTo>
                    <a:pt x="103654" y="1376154"/>
                  </a:lnTo>
                  <a:lnTo>
                    <a:pt x="100218" y="1373109"/>
                  </a:lnTo>
                  <a:lnTo>
                    <a:pt x="96783" y="1370065"/>
                  </a:lnTo>
                  <a:lnTo>
                    <a:pt x="93349" y="1367020"/>
                  </a:lnTo>
                  <a:lnTo>
                    <a:pt x="89921" y="1363976"/>
                  </a:lnTo>
                  <a:lnTo>
                    <a:pt x="86508" y="1360931"/>
                  </a:lnTo>
                  <a:lnTo>
                    <a:pt x="83111" y="1357887"/>
                  </a:lnTo>
                  <a:lnTo>
                    <a:pt x="79730" y="1354842"/>
                  </a:lnTo>
                  <a:lnTo>
                    <a:pt x="76380" y="1351797"/>
                  </a:lnTo>
                  <a:lnTo>
                    <a:pt x="73062" y="1348753"/>
                  </a:lnTo>
                  <a:lnTo>
                    <a:pt x="69773" y="1345708"/>
                  </a:lnTo>
                  <a:lnTo>
                    <a:pt x="66519" y="1342664"/>
                  </a:lnTo>
                  <a:lnTo>
                    <a:pt x="63321" y="1339619"/>
                  </a:lnTo>
                  <a:lnTo>
                    <a:pt x="60164" y="1336574"/>
                  </a:lnTo>
                  <a:lnTo>
                    <a:pt x="57050" y="1333530"/>
                  </a:lnTo>
                  <a:lnTo>
                    <a:pt x="53999" y="1330485"/>
                  </a:lnTo>
                  <a:lnTo>
                    <a:pt x="51012" y="1327441"/>
                  </a:lnTo>
                  <a:lnTo>
                    <a:pt x="48078" y="1324396"/>
                  </a:lnTo>
                  <a:lnTo>
                    <a:pt x="45199" y="1321351"/>
                  </a:lnTo>
                  <a:lnTo>
                    <a:pt x="42415" y="1318307"/>
                  </a:lnTo>
                  <a:lnTo>
                    <a:pt x="39694" y="1315262"/>
                  </a:lnTo>
                  <a:lnTo>
                    <a:pt x="37035" y="1312218"/>
                  </a:lnTo>
                  <a:lnTo>
                    <a:pt x="34461" y="1309173"/>
                  </a:lnTo>
                  <a:lnTo>
                    <a:pt x="31980" y="1306128"/>
                  </a:lnTo>
                  <a:lnTo>
                    <a:pt x="29569" y="1303084"/>
                  </a:lnTo>
                  <a:lnTo>
                    <a:pt x="27230" y="1300039"/>
                  </a:lnTo>
                  <a:lnTo>
                    <a:pt x="25006" y="1296995"/>
                  </a:lnTo>
                  <a:lnTo>
                    <a:pt x="22865" y="1293950"/>
                  </a:lnTo>
                  <a:lnTo>
                    <a:pt x="20801" y="1290906"/>
                  </a:lnTo>
                  <a:lnTo>
                    <a:pt x="18830" y="1287861"/>
                  </a:lnTo>
                  <a:lnTo>
                    <a:pt x="16974" y="1284816"/>
                  </a:lnTo>
                  <a:lnTo>
                    <a:pt x="15200" y="1281772"/>
                  </a:lnTo>
                  <a:lnTo>
                    <a:pt x="13507" y="1278727"/>
                  </a:lnTo>
                  <a:lnTo>
                    <a:pt x="11935" y="1275683"/>
                  </a:lnTo>
                  <a:lnTo>
                    <a:pt x="10461" y="1272638"/>
                  </a:lnTo>
                  <a:lnTo>
                    <a:pt x="9071" y="1269593"/>
                  </a:lnTo>
                  <a:lnTo>
                    <a:pt x="7773" y="1266549"/>
                  </a:lnTo>
                  <a:lnTo>
                    <a:pt x="6605" y="1263504"/>
                  </a:lnTo>
                  <a:lnTo>
                    <a:pt x="5521" y="1260460"/>
                  </a:lnTo>
                  <a:lnTo>
                    <a:pt x="4521" y="1257415"/>
                  </a:lnTo>
                  <a:lnTo>
                    <a:pt x="3637" y="1254370"/>
                  </a:lnTo>
                  <a:lnTo>
                    <a:pt x="2859" y="1251326"/>
                  </a:lnTo>
                  <a:lnTo>
                    <a:pt x="2163" y="1248281"/>
                  </a:lnTo>
                  <a:lnTo>
                    <a:pt x="1552" y="1245237"/>
                  </a:lnTo>
                  <a:lnTo>
                    <a:pt x="1074" y="1242192"/>
                  </a:lnTo>
                  <a:lnTo>
                    <a:pt x="677" y="1239148"/>
                  </a:lnTo>
                  <a:lnTo>
                    <a:pt x="360" y="1236103"/>
                  </a:lnTo>
                  <a:lnTo>
                    <a:pt x="145" y="1233058"/>
                  </a:lnTo>
                  <a:lnTo>
                    <a:pt x="34" y="1230014"/>
                  </a:lnTo>
                  <a:lnTo>
                    <a:pt x="0" y="1226969"/>
                  </a:lnTo>
                  <a:lnTo>
                    <a:pt x="40" y="1223925"/>
                  </a:lnTo>
                  <a:lnTo>
                    <a:pt x="195" y="1220880"/>
                  </a:lnTo>
                  <a:lnTo>
                    <a:pt x="427" y="1217835"/>
                  </a:lnTo>
                  <a:lnTo>
                    <a:pt x="728" y="1214791"/>
                  </a:lnTo>
                  <a:lnTo>
                    <a:pt x="1110" y="1211746"/>
                  </a:lnTo>
                  <a:lnTo>
                    <a:pt x="1587" y="1208702"/>
                  </a:lnTo>
                  <a:lnTo>
                    <a:pt x="2126" y="1205657"/>
                  </a:lnTo>
                  <a:lnTo>
                    <a:pt x="2727" y="1202612"/>
                  </a:lnTo>
                  <a:lnTo>
                    <a:pt x="3414" y="1199568"/>
                  </a:lnTo>
                  <a:lnTo>
                    <a:pt x="4166" y="1196523"/>
                  </a:lnTo>
                  <a:lnTo>
                    <a:pt x="4971" y="1193479"/>
                  </a:lnTo>
                  <a:lnTo>
                    <a:pt x="5834" y="1190434"/>
                  </a:lnTo>
                  <a:lnTo>
                    <a:pt x="6771" y="1187389"/>
                  </a:lnTo>
                  <a:lnTo>
                    <a:pt x="7752" y="1184345"/>
                  </a:lnTo>
                  <a:lnTo>
                    <a:pt x="8776" y="1181300"/>
                  </a:lnTo>
                  <a:lnTo>
                    <a:pt x="9855" y="1178256"/>
                  </a:lnTo>
                  <a:lnTo>
                    <a:pt x="10980" y="1175211"/>
                  </a:lnTo>
                  <a:lnTo>
                    <a:pt x="12139" y="1172167"/>
                  </a:lnTo>
                  <a:lnTo>
                    <a:pt x="13330" y="1169122"/>
                  </a:lnTo>
                  <a:lnTo>
                    <a:pt x="14567" y="1166077"/>
                  </a:lnTo>
                  <a:lnTo>
                    <a:pt x="15828" y="1163033"/>
                  </a:lnTo>
                  <a:lnTo>
                    <a:pt x="17111" y="1159988"/>
                  </a:lnTo>
                  <a:lnTo>
                    <a:pt x="18420" y="1156944"/>
                  </a:lnTo>
                  <a:lnTo>
                    <a:pt x="19751" y="1153899"/>
                  </a:lnTo>
                  <a:lnTo>
                    <a:pt x="21026" y="1151011"/>
                  </a:lnTo>
                  <a:lnTo>
                    <a:pt x="21095" y="1150854"/>
                  </a:lnTo>
                  <a:lnTo>
                    <a:pt x="22451" y="1147810"/>
                  </a:lnTo>
                  <a:lnTo>
                    <a:pt x="23820" y="1144765"/>
                  </a:lnTo>
                  <a:lnTo>
                    <a:pt x="25195" y="1141721"/>
                  </a:lnTo>
                  <a:lnTo>
                    <a:pt x="26573" y="1138676"/>
                  </a:lnTo>
                  <a:lnTo>
                    <a:pt x="27954" y="1135631"/>
                  </a:lnTo>
                  <a:lnTo>
                    <a:pt x="29332" y="1132587"/>
                  </a:lnTo>
                  <a:lnTo>
                    <a:pt x="30708" y="1129542"/>
                  </a:lnTo>
                  <a:lnTo>
                    <a:pt x="32079" y="1126498"/>
                  </a:lnTo>
                  <a:lnTo>
                    <a:pt x="33441" y="1123453"/>
                  </a:lnTo>
                  <a:lnTo>
                    <a:pt x="34792" y="1120409"/>
                  </a:lnTo>
                  <a:lnTo>
                    <a:pt x="36135" y="1117364"/>
                  </a:lnTo>
                  <a:lnTo>
                    <a:pt x="37466" y="1114319"/>
                  </a:lnTo>
                  <a:lnTo>
                    <a:pt x="38779" y="1111275"/>
                  </a:lnTo>
                  <a:lnTo>
                    <a:pt x="40079" y="1108230"/>
                  </a:lnTo>
                  <a:lnTo>
                    <a:pt x="41367" y="1105186"/>
                  </a:lnTo>
                  <a:lnTo>
                    <a:pt x="42635" y="1102141"/>
                  </a:lnTo>
                  <a:lnTo>
                    <a:pt x="43887" y="1099096"/>
                  </a:lnTo>
                  <a:lnTo>
                    <a:pt x="45125" y="1096052"/>
                  </a:lnTo>
                  <a:lnTo>
                    <a:pt x="46349" y="1093007"/>
                  </a:lnTo>
                  <a:lnTo>
                    <a:pt x="47551" y="1089963"/>
                  </a:lnTo>
                  <a:lnTo>
                    <a:pt x="48741" y="1086918"/>
                  </a:lnTo>
                  <a:lnTo>
                    <a:pt x="49919" y="1083873"/>
                  </a:lnTo>
                  <a:lnTo>
                    <a:pt x="51081" y="1080829"/>
                  </a:lnTo>
                  <a:lnTo>
                    <a:pt x="52231" y="1077784"/>
                  </a:lnTo>
                  <a:lnTo>
                    <a:pt x="53371" y="1074740"/>
                  </a:lnTo>
                  <a:lnTo>
                    <a:pt x="54503" y="1071695"/>
                  </a:lnTo>
                  <a:lnTo>
                    <a:pt x="55625" y="1068650"/>
                  </a:lnTo>
                  <a:lnTo>
                    <a:pt x="56742" y="1065606"/>
                  </a:lnTo>
                  <a:lnTo>
                    <a:pt x="57856" y="1062561"/>
                  </a:lnTo>
                  <a:lnTo>
                    <a:pt x="58967" y="1059517"/>
                  </a:lnTo>
                  <a:lnTo>
                    <a:pt x="60078" y="1056472"/>
                  </a:lnTo>
                  <a:lnTo>
                    <a:pt x="61191" y="1053428"/>
                  </a:lnTo>
                  <a:lnTo>
                    <a:pt x="62307" y="1050383"/>
                  </a:lnTo>
                  <a:lnTo>
                    <a:pt x="63431" y="1047338"/>
                  </a:lnTo>
                  <a:lnTo>
                    <a:pt x="64563" y="1044294"/>
                  </a:lnTo>
                  <a:lnTo>
                    <a:pt x="65704" y="1041249"/>
                  </a:lnTo>
                  <a:lnTo>
                    <a:pt x="66857" y="1038205"/>
                  </a:lnTo>
                  <a:lnTo>
                    <a:pt x="68028" y="1035160"/>
                  </a:lnTo>
                  <a:lnTo>
                    <a:pt x="69213" y="1032115"/>
                  </a:lnTo>
                  <a:lnTo>
                    <a:pt x="70413" y="1029071"/>
                  </a:lnTo>
                  <a:lnTo>
                    <a:pt x="71637" y="1026026"/>
                  </a:lnTo>
                  <a:lnTo>
                    <a:pt x="72883" y="1022982"/>
                  </a:lnTo>
                  <a:lnTo>
                    <a:pt x="74149" y="1019937"/>
                  </a:lnTo>
                  <a:lnTo>
                    <a:pt x="75435" y="1016892"/>
                  </a:lnTo>
                  <a:lnTo>
                    <a:pt x="76756" y="1013848"/>
                  </a:lnTo>
                  <a:lnTo>
                    <a:pt x="78099" y="1010803"/>
                  </a:lnTo>
                  <a:lnTo>
                    <a:pt x="79465" y="1007759"/>
                  </a:lnTo>
                  <a:lnTo>
                    <a:pt x="80861" y="1004714"/>
                  </a:lnTo>
                  <a:lnTo>
                    <a:pt x="82290" y="1001670"/>
                  </a:lnTo>
                  <a:lnTo>
                    <a:pt x="83742" y="998625"/>
                  </a:lnTo>
                  <a:lnTo>
                    <a:pt x="85219" y="995580"/>
                  </a:lnTo>
                  <a:lnTo>
                    <a:pt x="86733" y="992536"/>
                  </a:lnTo>
                  <a:lnTo>
                    <a:pt x="88272" y="989491"/>
                  </a:lnTo>
                  <a:lnTo>
                    <a:pt x="89835" y="986447"/>
                  </a:lnTo>
                  <a:lnTo>
                    <a:pt x="91426" y="983402"/>
                  </a:lnTo>
                  <a:lnTo>
                    <a:pt x="91718" y="982854"/>
                  </a:lnTo>
                  <a:lnTo>
                    <a:pt x="93049" y="980357"/>
                  </a:lnTo>
                  <a:lnTo>
                    <a:pt x="94693" y="977313"/>
                  </a:lnTo>
                  <a:lnTo>
                    <a:pt x="96357" y="974268"/>
                  </a:lnTo>
                  <a:lnTo>
                    <a:pt x="98051" y="971224"/>
                  </a:lnTo>
                  <a:lnTo>
                    <a:pt x="99765" y="968179"/>
                  </a:lnTo>
                  <a:lnTo>
                    <a:pt x="101496" y="965134"/>
                  </a:lnTo>
                  <a:lnTo>
                    <a:pt x="103246" y="962090"/>
                  </a:lnTo>
                  <a:lnTo>
                    <a:pt x="105016" y="959045"/>
                  </a:lnTo>
                  <a:lnTo>
                    <a:pt x="106799" y="956001"/>
                  </a:lnTo>
                  <a:lnTo>
                    <a:pt x="108593" y="952956"/>
                  </a:lnTo>
                  <a:lnTo>
                    <a:pt x="110400" y="949911"/>
                  </a:lnTo>
                  <a:lnTo>
                    <a:pt x="112217" y="946867"/>
                  </a:lnTo>
                  <a:lnTo>
                    <a:pt x="114038" y="943822"/>
                  </a:lnTo>
                  <a:lnTo>
                    <a:pt x="115865" y="940778"/>
                  </a:lnTo>
                  <a:lnTo>
                    <a:pt x="117695" y="937733"/>
                  </a:lnTo>
                  <a:lnTo>
                    <a:pt x="119525" y="934689"/>
                  </a:lnTo>
                  <a:lnTo>
                    <a:pt x="121353" y="931644"/>
                  </a:lnTo>
                  <a:lnTo>
                    <a:pt x="123177" y="928599"/>
                  </a:lnTo>
                  <a:lnTo>
                    <a:pt x="124993" y="925555"/>
                  </a:lnTo>
                  <a:lnTo>
                    <a:pt x="126802" y="922510"/>
                  </a:lnTo>
                  <a:lnTo>
                    <a:pt x="128603" y="919466"/>
                  </a:lnTo>
                  <a:lnTo>
                    <a:pt x="130386" y="916421"/>
                  </a:lnTo>
                  <a:lnTo>
                    <a:pt x="132156" y="913376"/>
                  </a:lnTo>
                  <a:lnTo>
                    <a:pt x="133911" y="910332"/>
                  </a:lnTo>
                  <a:lnTo>
                    <a:pt x="135647" y="907287"/>
                  </a:lnTo>
                  <a:lnTo>
                    <a:pt x="137357" y="904243"/>
                  </a:lnTo>
                  <a:lnTo>
                    <a:pt x="139048" y="901198"/>
                  </a:lnTo>
                  <a:lnTo>
                    <a:pt x="140718" y="898153"/>
                  </a:lnTo>
                  <a:lnTo>
                    <a:pt x="142355" y="895109"/>
                  </a:lnTo>
                  <a:lnTo>
                    <a:pt x="143964" y="892064"/>
                  </a:lnTo>
                  <a:lnTo>
                    <a:pt x="145549" y="889020"/>
                  </a:lnTo>
                  <a:lnTo>
                    <a:pt x="147104" y="885975"/>
                  </a:lnTo>
                  <a:lnTo>
                    <a:pt x="148618" y="882931"/>
                  </a:lnTo>
                  <a:lnTo>
                    <a:pt x="150103" y="879886"/>
                  </a:lnTo>
                  <a:lnTo>
                    <a:pt x="151559" y="876841"/>
                  </a:lnTo>
                  <a:lnTo>
                    <a:pt x="152972" y="873797"/>
                  </a:lnTo>
                  <a:lnTo>
                    <a:pt x="154348" y="870752"/>
                  </a:lnTo>
                  <a:lnTo>
                    <a:pt x="155691" y="867708"/>
                  </a:lnTo>
                  <a:lnTo>
                    <a:pt x="157001" y="864663"/>
                  </a:lnTo>
                  <a:lnTo>
                    <a:pt x="158260" y="861618"/>
                  </a:lnTo>
                  <a:lnTo>
                    <a:pt x="159485" y="858574"/>
                  </a:lnTo>
                  <a:lnTo>
                    <a:pt x="160677" y="855529"/>
                  </a:lnTo>
                  <a:lnTo>
                    <a:pt x="161826" y="852485"/>
                  </a:lnTo>
                  <a:lnTo>
                    <a:pt x="162931" y="849440"/>
                  </a:lnTo>
                  <a:lnTo>
                    <a:pt x="164004" y="846395"/>
                  </a:lnTo>
                  <a:lnTo>
                    <a:pt x="165043" y="843351"/>
                  </a:lnTo>
                  <a:lnTo>
                    <a:pt x="166032" y="840306"/>
                  </a:lnTo>
                  <a:lnTo>
                    <a:pt x="166987" y="837262"/>
                  </a:lnTo>
                  <a:lnTo>
                    <a:pt x="167911" y="834217"/>
                  </a:lnTo>
                  <a:lnTo>
                    <a:pt x="168798" y="831172"/>
                  </a:lnTo>
                  <a:lnTo>
                    <a:pt x="169644" y="828128"/>
                  </a:lnTo>
                  <a:lnTo>
                    <a:pt x="170461" y="825083"/>
                  </a:lnTo>
                  <a:lnTo>
                    <a:pt x="171251" y="822039"/>
                  </a:lnTo>
                  <a:lnTo>
                    <a:pt x="172001" y="818994"/>
                  </a:lnTo>
                  <a:lnTo>
                    <a:pt x="172723" y="815950"/>
                  </a:lnTo>
                  <a:lnTo>
                    <a:pt x="173422" y="812905"/>
                  </a:lnTo>
                  <a:lnTo>
                    <a:pt x="174094" y="809860"/>
                  </a:lnTo>
                  <a:lnTo>
                    <a:pt x="174736" y="806816"/>
                  </a:lnTo>
                  <a:lnTo>
                    <a:pt x="175358" y="803771"/>
                  </a:lnTo>
                  <a:lnTo>
                    <a:pt x="175962" y="800727"/>
                  </a:lnTo>
                  <a:lnTo>
                    <a:pt x="176543" y="797682"/>
                  </a:lnTo>
                  <a:lnTo>
                    <a:pt x="177106" y="794637"/>
                  </a:lnTo>
                  <a:lnTo>
                    <a:pt x="177656" y="791593"/>
                  </a:lnTo>
                  <a:lnTo>
                    <a:pt x="178193" y="788548"/>
                  </a:lnTo>
                  <a:lnTo>
                    <a:pt x="178715" y="785504"/>
                  </a:lnTo>
                  <a:lnTo>
                    <a:pt x="179228" y="782459"/>
                  </a:lnTo>
                  <a:lnTo>
                    <a:pt x="179734" y="779414"/>
                  </a:lnTo>
                  <a:lnTo>
                    <a:pt x="180232" y="776370"/>
                  </a:lnTo>
                  <a:lnTo>
                    <a:pt x="180726" y="773325"/>
                  </a:lnTo>
                  <a:lnTo>
                    <a:pt x="181216" y="770281"/>
                  </a:lnTo>
                  <a:lnTo>
                    <a:pt x="181705" y="767236"/>
                  </a:lnTo>
                  <a:lnTo>
                    <a:pt x="182193" y="764192"/>
                  </a:lnTo>
                  <a:lnTo>
                    <a:pt x="182683" y="761147"/>
                  </a:lnTo>
                  <a:lnTo>
                    <a:pt x="183174" y="758102"/>
                  </a:lnTo>
                  <a:lnTo>
                    <a:pt x="183668" y="755058"/>
                  </a:lnTo>
                  <a:lnTo>
                    <a:pt x="184168" y="752013"/>
                  </a:lnTo>
                  <a:lnTo>
                    <a:pt x="184671" y="748969"/>
                  </a:lnTo>
                  <a:lnTo>
                    <a:pt x="185180" y="745924"/>
                  </a:lnTo>
                  <a:lnTo>
                    <a:pt x="185696" y="742879"/>
                  </a:lnTo>
                  <a:lnTo>
                    <a:pt x="186220" y="739835"/>
                  </a:lnTo>
                  <a:lnTo>
                    <a:pt x="186749" y="736790"/>
                  </a:lnTo>
                  <a:lnTo>
                    <a:pt x="187285" y="733746"/>
                  </a:lnTo>
                  <a:lnTo>
                    <a:pt x="187831" y="730701"/>
                  </a:lnTo>
                  <a:lnTo>
                    <a:pt x="188382" y="727656"/>
                  </a:lnTo>
                  <a:lnTo>
                    <a:pt x="188941" y="724612"/>
                  </a:lnTo>
                  <a:lnTo>
                    <a:pt x="189507" y="721567"/>
                  </a:lnTo>
                  <a:lnTo>
                    <a:pt x="190081" y="718523"/>
                  </a:lnTo>
                  <a:lnTo>
                    <a:pt x="190660" y="715478"/>
                  </a:lnTo>
                  <a:lnTo>
                    <a:pt x="191244" y="712433"/>
                  </a:lnTo>
                  <a:lnTo>
                    <a:pt x="191836" y="709389"/>
                  </a:lnTo>
                  <a:lnTo>
                    <a:pt x="192432" y="706344"/>
                  </a:lnTo>
                  <a:lnTo>
                    <a:pt x="193031" y="703300"/>
                  </a:lnTo>
                  <a:lnTo>
                    <a:pt x="193635" y="700255"/>
                  </a:lnTo>
                  <a:lnTo>
                    <a:pt x="194242" y="697211"/>
                  </a:lnTo>
                  <a:lnTo>
                    <a:pt x="194851" y="694166"/>
                  </a:lnTo>
                  <a:lnTo>
                    <a:pt x="195461" y="691121"/>
                  </a:lnTo>
                  <a:lnTo>
                    <a:pt x="196073" y="688077"/>
                  </a:lnTo>
                  <a:lnTo>
                    <a:pt x="196686" y="685032"/>
                  </a:lnTo>
                  <a:lnTo>
                    <a:pt x="197298" y="681988"/>
                  </a:lnTo>
                  <a:lnTo>
                    <a:pt x="197910" y="678943"/>
                  </a:lnTo>
                  <a:lnTo>
                    <a:pt x="198520" y="675898"/>
                  </a:lnTo>
                  <a:lnTo>
                    <a:pt x="199130" y="672854"/>
                  </a:lnTo>
                  <a:lnTo>
                    <a:pt x="199737" y="669809"/>
                  </a:lnTo>
                  <a:lnTo>
                    <a:pt x="200343" y="666765"/>
                  </a:lnTo>
                  <a:lnTo>
                    <a:pt x="200946" y="663720"/>
                  </a:lnTo>
                  <a:lnTo>
                    <a:pt x="201547" y="660675"/>
                  </a:lnTo>
                  <a:lnTo>
                    <a:pt x="202145" y="657631"/>
                  </a:lnTo>
                  <a:lnTo>
                    <a:pt x="202741" y="654586"/>
                  </a:lnTo>
                  <a:lnTo>
                    <a:pt x="203335" y="651542"/>
                  </a:lnTo>
                  <a:lnTo>
                    <a:pt x="203926" y="648497"/>
                  </a:lnTo>
                  <a:lnTo>
                    <a:pt x="204516" y="645453"/>
                  </a:lnTo>
                  <a:lnTo>
                    <a:pt x="205103" y="642408"/>
                  </a:lnTo>
                  <a:lnTo>
                    <a:pt x="205690" y="639363"/>
                  </a:lnTo>
                  <a:lnTo>
                    <a:pt x="206275" y="636319"/>
                  </a:lnTo>
                  <a:lnTo>
                    <a:pt x="206859" y="633274"/>
                  </a:lnTo>
                  <a:lnTo>
                    <a:pt x="207444" y="630230"/>
                  </a:lnTo>
                  <a:lnTo>
                    <a:pt x="208028" y="627185"/>
                  </a:lnTo>
                  <a:lnTo>
                    <a:pt x="208613" y="624140"/>
                  </a:lnTo>
                  <a:lnTo>
                    <a:pt x="209200" y="621096"/>
                  </a:lnTo>
                  <a:lnTo>
                    <a:pt x="209788" y="618051"/>
                  </a:lnTo>
                  <a:lnTo>
                    <a:pt x="210377" y="615007"/>
                  </a:lnTo>
                  <a:lnTo>
                    <a:pt x="210970" y="611962"/>
                  </a:lnTo>
                  <a:lnTo>
                    <a:pt x="211566" y="608917"/>
                  </a:lnTo>
                  <a:lnTo>
                    <a:pt x="212165" y="605873"/>
                  </a:lnTo>
                  <a:lnTo>
                    <a:pt x="212767" y="602828"/>
                  </a:lnTo>
                  <a:lnTo>
                    <a:pt x="213374" y="599784"/>
                  </a:lnTo>
                  <a:lnTo>
                    <a:pt x="213984" y="596739"/>
                  </a:lnTo>
                  <a:lnTo>
                    <a:pt x="214598" y="593694"/>
                  </a:lnTo>
                  <a:lnTo>
                    <a:pt x="215217" y="590650"/>
                  </a:lnTo>
                  <a:lnTo>
                    <a:pt x="215841" y="587605"/>
                  </a:lnTo>
                  <a:lnTo>
                    <a:pt x="216468" y="584561"/>
                  </a:lnTo>
                  <a:lnTo>
                    <a:pt x="217099" y="581516"/>
                  </a:lnTo>
                  <a:lnTo>
                    <a:pt x="217734" y="578472"/>
                  </a:lnTo>
                  <a:lnTo>
                    <a:pt x="218372" y="575427"/>
                  </a:lnTo>
                  <a:lnTo>
                    <a:pt x="219013" y="572382"/>
                  </a:lnTo>
                  <a:lnTo>
                    <a:pt x="219657" y="569338"/>
                  </a:lnTo>
                  <a:lnTo>
                    <a:pt x="220303" y="566293"/>
                  </a:lnTo>
                  <a:lnTo>
                    <a:pt x="220950" y="563249"/>
                  </a:lnTo>
                  <a:lnTo>
                    <a:pt x="221597" y="560204"/>
                  </a:lnTo>
                  <a:lnTo>
                    <a:pt x="222244" y="557159"/>
                  </a:lnTo>
                  <a:lnTo>
                    <a:pt x="222890" y="554115"/>
                  </a:lnTo>
                  <a:lnTo>
                    <a:pt x="223534" y="551070"/>
                  </a:lnTo>
                  <a:lnTo>
                    <a:pt x="224175" y="548026"/>
                  </a:lnTo>
                  <a:lnTo>
                    <a:pt x="224811" y="544981"/>
                  </a:lnTo>
                  <a:lnTo>
                    <a:pt x="225444" y="541936"/>
                  </a:lnTo>
                  <a:lnTo>
                    <a:pt x="226071" y="538892"/>
                  </a:lnTo>
                  <a:lnTo>
                    <a:pt x="226689" y="535847"/>
                  </a:lnTo>
                  <a:lnTo>
                    <a:pt x="227300" y="532803"/>
                  </a:lnTo>
                  <a:lnTo>
                    <a:pt x="227903" y="529758"/>
                  </a:lnTo>
                  <a:lnTo>
                    <a:pt x="228496" y="526714"/>
                  </a:lnTo>
                  <a:lnTo>
                    <a:pt x="229075" y="523669"/>
                  </a:lnTo>
                  <a:lnTo>
                    <a:pt x="229645" y="520624"/>
                  </a:lnTo>
                  <a:lnTo>
                    <a:pt x="230203" y="517580"/>
                  </a:lnTo>
                  <a:lnTo>
                    <a:pt x="230745" y="514535"/>
                  </a:lnTo>
                  <a:lnTo>
                    <a:pt x="231272" y="511491"/>
                  </a:lnTo>
                  <a:lnTo>
                    <a:pt x="231786" y="508446"/>
                  </a:lnTo>
                  <a:lnTo>
                    <a:pt x="232285" y="505401"/>
                  </a:lnTo>
                  <a:lnTo>
                    <a:pt x="232764" y="502357"/>
                  </a:lnTo>
                  <a:lnTo>
                    <a:pt x="233228" y="499312"/>
                  </a:lnTo>
                  <a:lnTo>
                    <a:pt x="233678" y="496268"/>
                  </a:lnTo>
                  <a:lnTo>
                    <a:pt x="234106" y="493223"/>
                  </a:lnTo>
                  <a:lnTo>
                    <a:pt x="234516" y="490178"/>
                  </a:lnTo>
                  <a:lnTo>
                    <a:pt x="234911" y="487134"/>
                  </a:lnTo>
                  <a:lnTo>
                    <a:pt x="235289" y="484089"/>
                  </a:lnTo>
                  <a:lnTo>
                    <a:pt x="235644" y="481045"/>
                  </a:lnTo>
                  <a:lnTo>
                    <a:pt x="235983" y="478000"/>
                  </a:lnTo>
                  <a:lnTo>
                    <a:pt x="236308" y="474955"/>
                  </a:lnTo>
                  <a:lnTo>
                    <a:pt x="236613" y="471911"/>
                  </a:lnTo>
                  <a:lnTo>
                    <a:pt x="236900" y="468866"/>
                  </a:lnTo>
                  <a:lnTo>
                    <a:pt x="237173" y="465822"/>
                  </a:lnTo>
                  <a:lnTo>
                    <a:pt x="237432" y="462777"/>
                  </a:lnTo>
                  <a:lnTo>
                    <a:pt x="237670" y="459733"/>
                  </a:lnTo>
                  <a:lnTo>
                    <a:pt x="237897" y="456688"/>
                  </a:lnTo>
                  <a:lnTo>
                    <a:pt x="238111" y="453643"/>
                  </a:lnTo>
                  <a:lnTo>
                    <a:pt x="238312" y="450599"/>
                  </a:lnTo>
                  <a:lnTo>
                    <a:pt x="238498" y="447554"/>
                  </a:lnTo>
                  <a:lnTo>
                    <a:pt x="238675" y="444510"/>
                  </a:lnTo>
                  <a:lnTo>
                    <a:pt x="238844" y="441465"/>
                  </a:lnTo>
                  <a:lnTo>
                    <a:pt x="239000" y="438420"/>
                  </a:lnTo>
                  <a:lnTo>
                    <a:pt x="239148" y="435376"/>
                  </a:lnTo>
                  <a:lnTo>
                    <a:pt x="239290" y="432331"/>
                  </a:lnTo>
                  <a:lnTo>
                    <a:pt x="239425" y="429287"/>
                  </a:lnTo>
                  <a:lnTo>
                    <a:pt x="239553" y="426242"/>
                  </a:lnTo>
                  <a:lnTo>
                    <a:pt x="239677" y="423197"/>
                  </a:lnTo>
                  <a:lnTo>
                    <a:pt x="239798" y="420153"/>
                  </a:lnTo>
                  <a:lnTo>
                    <a:pt x="239915" y="417108"/>
                  </a:lnTo>
                  <a:lnTo>
                    <a:pt x="240030" y="414064"/>
                  </a:lnTo>
                  <a:lnTo>
                    <a:pt x="240144" y="411019"/>
                  </a:lnTo>
                  <a:lnTo>
                    <a:pt x="240257" y="407975"/>
                  </a:lnTo>
                  <a:lnTo>
                    <a:pt x="240371" y="404930"/>
                  </a:lnTo>
                  <a:lnTo>
                    <a:pt x="240485" y="401885"/>
                  </a:lnTo>
                  <a:lnTo>
                    <a:pt x="240599" y="398841"/>
                  </a:lnTo>
                  <a:lnTo>
                    <a:pt x="240716" y="395796"/>
                  </a:lnTo>
                  <a:lnTo>
                    <a:pt x="240836" y="392752"/>
                  </a:lnTo>
                  <a:lnTo>
                    <a:pt x="240957" y="389707"/>
                  </a:lnTo>
                  <a:lnTo>
                    <a:pt x="241081" y="386662"/>
                  </a:lnTo>
                  <a:lnTo>
                    <a:pt x="241209" y="383618"/>
                  </a:lnTo>
                  <a:lnTo>
                    <a:pt x="241341" y="380573"/>
                  </a:lnTo>
                  <a:lnTo>
                    <a:pt x="241475" y="377529"/>
                  </a:lnTo>
                  <a:lnTo>
                    <a:pt x="241613" y="374484"/>
                  </a:lnTo>
                  <a:lnTo>
                    <a:pt x="241756" y="371439"/>
                  </a:lnTo>
                  <a:lnTo>
                    <a:pt x="241901" y="368395"/>
                  </a:lnTo>
                  <a:lnTo>
                    <a:pt x="242050" y="365350"/>
                  </a:lnTo>
                  <a:lnTo>
                    <a:pt x="242203" y="362306"/>
                  </a:lnTo>
                  <a:lnTo>
                    <a:pt x="242359" y="359261"/>
                  </a:lnTo>
                  <a:lnTo>
                    <a:pt x="242517" y="356216"/>
                  </a:lnTo>
                  <a:lnTo>
                    <a:pt x="242679" y="353172"/>
                  </a:lnTo>
                  <a:lnTo>
                    <a:pt x="242843" y="350127"/>
                  </a:lnTo>
                  <a:lnTo>
                    <a:pt x="243009" y="347083"/>
                  </a:lnTo>
                  <a:lnTo>
                    <a:pt x="243177" y="344038"/>
                  </a:lnTo>
                  <a:lnTo>
                    <a:pt x="243346" y="340994"/>
                  </a:lnTo>
                  <a:lnTo>
                    <a:pt x="243517" y="337949"/>
                  </a:lnTo>
                  <a:lnTo>
                    <a:pt x="243688" y="334904"/>
                  </a:lnTo>
                  <a:lnTo>
                    <a:pt x="243859" y="331860"/>
                  </a:lnTo>
                  <a:lnTo>
                    <a:pt x="244030" y="328815"/>
                  </a:lnTo>
                  <a:lnTo>
                    <a:pt x="244200" y="325771"/>
                  </a:lnTo>
                  <a:lnTo>
                    <a:pt x="244370" y="322726"/>
                  </a:lnTo>
                  <a:lnTo>
                    <a:pt x="244538" y="319681"/>
                  </a:lnTo>
                  <a:lnTo>
                    <a:pt x="244704" y="316637"/>
                  </a:lnTo>
                  <a:lnTo>
                    <a:pt x="244869" y="313592"/>
                  </a:lnTo>
                  <a:lnTo>
                    <a:pt x="245031" y="310548"/>
                  </a:lnTo>
                  <a:lnTo>
                    <a:pt x="245189" y="307503"/>
                  </a:lnTo>
                  <a:lnTo>
                    <a:pt x="245345" y="304458"/>
                  </a:lnTo>
                  <a:lnTo>
                    <a:pt x="245498" y="301414"/>
                  </a:lnTo>
                  <a:lnTo>
                    <a:pt x="245647" y="298369"/>
                  </a:lnTo>
                  <a:lnTo>
                    <a:pt x="245791" y="295325"/>
                  </a:lnTo>
                  <a:lnTo>
                    <a:pt x="245932" y="292280"/>
                  </a:lnTo>
                  <a:lnTo>
                    <a:pt x="246069" y="289236"/>
                  </a:lnTo>
                  <a:lnTo>
                    <a:pt x="246200" y="286191"/>
                  </a:lnTo>
                  <a:lnTo>
                    <a:pt x="246327" y="283146"/>
                  </a:lnTo>
                  <a:lnTo>
                    <a:pt x="246449" y="280102"/>
                  </a:lnTo>
                  <a:lnTo>
                    <a:pt x="246567" y="277057"/>
                  </a:lnTo>
                  <a:lnTo>
                    <a:pt x="246679" y="274013"/>
                  </a:lnTo>
                  <a:lnTo>
                    <a:pt x="246786" y="270968"/>
                  </a:lnTo>
                  <a:lnTo>
                    <a:pt x="246889" y="267923"/>
                  </a:lnTo>
                  <a:lnTo>
                    <a:pt x="246986" y="264879"/>
                  </a:lnTo>
                  <a:lnTo>
                    <a:pt x="247078" y="261834"/>
                  </a:lnTo>
                  <a:lnTo>
                    <a:pt x="247165" y="258790"/>
                  </a:lnTo>
                  <a:lnTo>
                    <a:pt x="247248" y="255745"/>
                  </a:lnTo>
                  <a:lnTo>
                    <a:pt x="247324" y="252700"/>
                  </a:lnTo>
                  <a:lnTo>
                    <a:pt x="247396" y="249656"/>
                  </a:lnTo>
                  <a:lnTo>
                    <a:pt x="247464" y="246611"/>
                  </a:lnTo>
                  <a:lnTo>
                    <a:pt x="247527" y="243567"/>
                  </a:lnTo>
                  <a:lnTo>
                    <a:pt x="247584" y="240522"/>
                  </a:lnTo>
                  <a:lnTo>
                    <a:pt x="247637" y="237477"/>
                  </a:lnTo>
                  <a:lnTo>
                    <a:pt x="247687" y="234433"/>
                  </a:lnTo>
                  <a:lnTo>
                    <a:pt x="247730" y="231388"/>
                  </a:lnTo>
                  <a:lnTo>
                    <a:pt x="247770" y="228344"/>
                  </a:lnTo>
                  <a:lnTo>
                    <a:pt x="247806" y="225299"/>
                  </a:lnTo>
                  <a:lnTo>
                    <a:pt x="247838" y="222255"/>
                  </a:lnTo>
                  <a:lnTo>
                    <a:pt x="247864" y="219210"/>
                  </a:lnTo>
                  <a:lnTo>
                    <a:pt x="247887" y="216165"/>
                  </a:lnTo>
                  <a:lnTo>
                    <a:pt x="247907" y="213121"/>
                  </a:lnTo>
                  <a:lnTo>
                    <a:pt x="247922" y="210076"/>
                  </a:lnTo>
                  <a:lnTo>
                    <a:pt x="247933" y="207032"/>
                  </a:lnTo>
                  <a:lnTo>
                    <a:pt x="247940" y="203987"/>
                  </a:lnTo>
                  <a:lnTo>
                    <a:pt x="247944" y="200942"/>
                  </a:lnTo>
                  <a:lnTo>
                    <a:pt x="247943" y="197898"/>
                  </a:lnTo>
                  <a:lnTo>
                    <a:pt x="247939" y="194853"/>
                  </a:lnTo>
                  <a:lnTo>
                    <a:pt x="247931" y="191809"/>
                  </a:lnTo>
                  <a:lnTo>
                    <a:pt x="247919" y="188764"/>
                  </a:lnTo>
                  <a:lnTo>
                    <a:pt x="247902" y="185719"/>
                  </a:lnTo>
                  <a:lnTo>
                    <a:pt x="247883" y="182675"/>
                  </a:lnTo>
                  <a:lnTo>
                    <a:pt x="247859" y="179630"/>
                  </a:lnTo>
                  <a:lnTo>
                    <a:pt x="247830" y="176586"/>
                  </a:lnTo>
                  <a:lnTo>
                    <a:pt x="247798" y="173541"/>
                  </a:lnTo>
                  <a:lnTo>
                    <a:pt x="247762" y="170497"/>
                  </a:lnTo>
                  <a:lnTo>
                    <a:pt x="247721" y="167452"/>
                  </a:lnTo>
                  <a:lnTo>
                    <a:pt x="247675" y="164407"/>
                  </a:lnTo>
                  <a:lnTo>
                    <a:pt x="247626" y="161363"/>
                  </a:lnTo>
                  <a:lnTo>
                    <a:pt x="247573" y="158318"/>
                  </a:lnTo>
                  <a:lnTo>
                    <a:pt x="247513" y="155274"/>
                  </a:lnTo>
                  <a:lnTo>
                    <a:pt x="247449" y="152229"/>
                  </a:lnTo>
                  <a:lnTo>
                    <a:pt x="247382" y="149184"/>
                  </a:lnTo>
                  <a:lnTo>
                    <a:pt x="247309" y="146140"/>
                  </a:lnTo>
                  <a:lnTo>
                    <a:pt x="247230" y="143095"/>
                  </a:lnTo>
                  <a:lnTo>
                    <a:pt x="247148" y="140051"/>
                  </a:lnTo>
                  <a:lnTo>
                    <a:pt x="247061" y="137006"/>
                  </a:lnTo>
                  <a:lnTo>
                    <a:pt x="246968" y="133961"/>
                  </a:lnTo>
                  <a:lnTo>
                    <a:pt x="246870" y="130917"/>
                  </a:lnTo>
                  <a:lnTo>
                    <a:pt x="246768" y="127872"/>
                  </a:lnTo>
                  <a:lnTo>
                    <a:pt x="246661" y="124828"/>
                  </a:lnTo>
                  <a:lnTo>
                    <a:pt x="246548" y="121783"/>
                  </a:lnTo>
                  <a:lnTo>
                    <a:pt x="246431" y="118738"/>
                  </a:lnTo>
                  <a:lnTo>
                    <a:pt x="246310" y="115694"/>
                  </a:lnTo>
                  <a:lnTo>
                    <a:pt x="246184" y="112649"/>
                  </a:lnTo>
                  <a:lnTo>
                    <a:pt x="246053" y="109605"/>
                  </a:lnTo>
                  <a:lnTo>
                    <a:pt x="245918" y="106560"/>
                  </a:lnTo>
                  <a:lnTo>
                    <a:pt x="245780" y="103516"/>
                  </a:lnTo>
                  <a:lnTo>
                    <a:pt x="245638" y="100471"/>
                  </a:lnTo>
                  <a:lnTo>
                    <a:pt x="245492" y="97426"/>
                  </a:lnTo>
                  <a:lnTo>
                    <a:pt x="245344" y="94382"/>
                  </a:lnTo>
                  <a:lnTo>
                    <a:pt x="245192" y="91337"/>
                  </a:lnTo>
                  <a:lnTo>
                    <a:pt x="245038" y="88293"/>
                  </a:lnTo>
                  <a:lnTo>
                    <a:pt x="244883" y="85248"/>
                  </a:lnTo>
                  <a:lnTo>
                    <a:pt x="244726" y="82203"/>
                  </a:lnTo>
                  <a:lnTo>
                    <a:pt x="244567" y="79159"/>
                  </a:lnTo>
                  <a:lnTo>
                    <a:pt x="244408" y="76114"/>
                  </a:lnTo>
                  <a:lnTo>
                    <a:pt x="244249" y="73070"/>
                  </a:lnTo>
                  <a:lnTo>
                    <a:pt x="244091" y="70025"/>
                  </a:lnTo>
                  <a:lnTo>
                    <a:pt x="243933" y="66980"/>
                  </a:lnTo>
                  <a:lnTo>
                    <a:pt x="243777" y="63936"/>
                  </a:lnTo>
                  <a:lnTo>
                    <a:pt x="243623" y="60891"/>
                  </a:lnTo>
                  <a:lnTo>
                    <a:pt x="243472" y="57847"/>
                  </a:lnTo>
                  <a:lnTo>
                    <a:pt x="243325" y="54802"/>
                  </a:lnTo>
                  <a:lnTo>
                    <a:pt x="243180" y="51758"/>
                  </a:lnTo>
                  <a:lnTo>
                    <a:pt x="243040" y="48713"/>
                  </a:lnTo>
                  <a:lnTo>
                    <a:pt x="242906" y="45668"/>
                  </a:lnTo>
                  <a:lnTo>
                    <a:pt x="242777" y="42624"/>
                  </a:lnTo>
                  <a:lnTo>
                    <a:pt x="242653" y="39579"/>
                  </a:lnTo>
                  <a:lnTo>
                    <a:pt x="242538" y="36535"/>
                  </a:lnTo>
                  <a:lnTo>
                    <a:pt x="242429" y="33490"/>
                  </a:lnTo>
                  <a:lnTo>
                    <a:pt x="242328" y="30445"/>
                  </a:lnTo>
                  <a:lnTo>
                    <a:pt x="242233" y="27401"/>
                  </a:lnTo>
                  <a:lnTo>
                    <a:pt x="242150" y="24356"/>
                  </a:lnTo>
                  <a:lnTo>
                    <a:pt x="242075" y="21312"/>
                  </a:lnTo>
                  <a:lnTo>
                    <a:pt x="242007" y="18267"/>
                  </a:lnTo>
                  <a:lnTo>
                    <a:pt x="241951" y="15222"/>
                  </a:lnTo>
                  <a:lnTo>
                    <a:pt x="241905" y="12178"/>
                  </a:lnTo>
                  <a:lnTo>
                    <a:pt x="241868" y="9133"/>
                  </a:lnTo>
                  <a:lnTo>
                    <a:pt x="241840" y="6089"/>
                  </a:lnTo>
                  <a:lnTo>
                    <a:pt x="241826" y="3044"/>
                  </a:lnTo>
                  <a:lnTo>
                    <a:pt x="241822" y="0"/>
                  </a:lnTo>
                  <a:lnTo>
                    <a:pt x="254869" y="0"/>
                  </a:lnTo>
                  <a:lnTo>
                    <a:pt x="254864" y="3044"/>
                  </a:lnTo>
                  <a:lnTo>
                    <a:pt x="254851" y="6089"/>
                  </a:lnTo>
                  <a:lnTo>
                    <a:pt x="254822" y="9133"/>
                  </a:lnTo>
                  <a:lnTo>
                    <a:pt x="254785" y="12178"/>
                  </a:lnTo>
                  <a:lnTo>
                    <a:pt x="254740" y="15222"/>
                  </a:lnTo>
                  <a:lnTo>
                    <a:pt x="254683" y="18267"/>
                  </a:lnTo>
                  <a:lnTo>
                    <a:pt x="254616" y="21312"/>
                  </a:lnTo>
                  <a:lnTo>
                    <a:pt x="254541" y="24356"/>
                  </a:lnTo>
                  <a:lnTo>
                    <a:pt x="254457" y="27401"/>
                  </a:lnTo>
                  <a:lnTo>
                    <a:pt x="254363" y="30445"/>
                  </a:lnTo>
                  <a:lnTo>
                    <a:pt x="254261" y="33490"/>
                  </a:lnTo>
                  <a:lnTo>
                    <a:pt x="254153" y="36535"/>
                  </a:lnTo>
                  <a:lnTo>
                    <a:pt x="254037" y="39579"/>
                  </a:lnTo>
                  <a:lnTo>
                    <a:pt x="253913" y="42624"/>
                  </a:lnTo>
                  <a:lnTo>
                    <a:pt x="253785" y="45668"/>
                  </a:lnTo>
                  <a:lnTo>
                    <a:pt x="253651" y="48713"/>
                  </a:lnTo>
                  <a:lnTo>
                    <a:pt x="253511" y="51758"/>
                  </a:lnTo>
                  <a:lnTo>
                    <a:pt x="253366" y="54802"/>
                  </a:lnTo>
                  <a:lnTo>
                    <a:pt x="253219" y="57847"/>
                  </a:lnTo>
                  <a:lnTo>
                    <a:pt x="253068" y="60891"/>
                  </a:lnTo>
                  <a:lnTo>
                    <a:pt x="252913" y="63936"/>
                  </a:lnTo>
                  <a:lnTo>
                    <a:pt x="252757" y="66980"/>
                  </a:lnTo>
                  <a:lnTo>
                    <a:pt x="252600" y="70025"/>
                  </a:lnTo>
                  <a:lnTo>
                    <a:pt x="252441" y="73070"/>
                  </a:lnTo>
                  <a:lnTo>
                    <a:pt x="252282" y="76114"/>
                  </a:lnTo>
                  <a:lnTo>
                    <a:pt x="252124" y="79159"/>
                  </a:lnTo>
                  <a:lnTo>
                    <a:pt x="251965" y="82203"/>
                  </a:lnTo>
                  <a:lnTo>
                    <a:pt x="251808" y="85248"/>
                  </a:lnTo>
                  <a:lnTo>
                    <a:pt x="251652" y="88293"/>
                  </a:lnTo>
                  <a:lnTo>
                    <a:pt x="251499" y="91337"/>
                  </a:lnTo>
                  <a:lnTo>
                    <a:pt x="251347" y="94382"/>
                  </a:lnTo>
                  <a:lnTo>
                    <a:pt x="251199" y="97426"/>
                  </a:lnTo>
                  <a:lnTo>
                    <a:pt x="251053" y="100471"/>
                  </a:lnTo>
                  <a:lnTo>
                    <a:pt x="250910" y="103516"/>
                  </a:lnTo>
                  <a:lnTo>
                    <a:pt x="250772" y="106560"/>
                  </a:lnTo>
                  <a:lnTo>
                    <a:pt x="250638" y="109605"/>
                  </a:lnTo>
                  <a:lnTo>
                    <a:pt x="250507" y="112649"/>
                  </a:lnTo>
                  <a:lnTo>
                    <a:pt x="250381" y="115694"/>
                  </a:lnTo>
                  <a:lnTo>
                    <a:pt x="250260" y="118738"/>
                  </a:lnTo>
                  <a:lnTo>
                    <a:pt x="250143" y="121783"/>
                  </a:lnTo>
                  <a:lnTo>
                    <a:pt x="250030" y="124828"/>
                  </a:lnTo>
                  <a:lnTo>
                    <a:pt x="249923" y="127872"/>
                  </a:lnTo>
                  <a:lnTo>
                    <a:pt x="249821" y="130917"/>
                  </a:lnTo>
                  <a:lnTo>
                    <a:pt x="249723" y="133961"/>
                  </a:lnTo>
                  <a:lnTo>
                    <a:pt x="249630" y="137006"/>
                  </a:lnTo>
                  <a:lnTo>
                    <a:pt x="249543" y="140051"/>
                  </a:lnTo>
                  <a:lnTo>
                    <a:pt x="249460" y="143095"/>
                  </a:lnTo>
                  <a:lnTo>
                    <a:pt x="249382" y="146140"/>
                  </a:lnTo>
                  <a:lnTo>
                    <a:pt x="249309" y="149184"/>
                  </a:lnTo>
                  <a:lnTo>
                    <a:pt x="249241" y="152229"/>
                  </a:lnTo>
                  <a:lnTo>
                    <a:pt x="249178" y="155274"/>
                  </a:lnTo>
                  <a:lnTo>
                    <a:pt x="249118" y="158318"/>
                  </a:lnTo>
                  <a:lnTo>
                    <a:pt x="249065" y="161363"/>
                  </a:lnTo>
                  <a:lnTo>
                    <a:pt x="249016" y="164407"/>
                  </a:lnTo>
                  <a:lnTo>
                    <a:pt x="248970" y="167452"/>
                  </a:lnTo>
                  <a:lnTo>
                    <a:pt x="248929" y="170497"/>
                  </a:lnTo>
                  <a:lnTo>
                    <a:pt x="248893" y="173541"/>
                  </a:lnTo>
                  <a:lnTo>
                    <a:pt x="248861" y="176586"/>
                  </a:lnTo>
                  <a:lnTo>
                    <a:pt x="248832" y="179630"/>
                  </a:lnTo>
                  <a:lnTo>
                    <a:pt x="248808" y="182675"/>
                  </a:lnTo>
                  <a:lnTo>
                    <a:pt x="248788" y="185719"/>
                  </a:lnTo>
                  <a:lnTo>
                    <a:pt x="248772" y="188764"/>
                  </a:lnTo>
                  <a:lnTo>
                    <a:pt x="248760" y="191809"/>
                  </a:lnTo>
                  <a:lnTo>
                    <a:pt x="248752" y="194853"/>
                  </a:lnTo>
                  <a:lnTo>
                    <a:pt x="248748" y="197898"/>
                  </a:lnTo>
                  <a:lnTo>
                    <a:pt x="248747" y="200942"/>
                  </a:lnTo>
                  <a:lnTo>
                    <a:pt x="248750" y="203987"/>
                  </a:lnTo>
                  <a:lnTo>
                    <a:pt x="248758" y="207032"/>
                  </a:lnTo>
                  <a:lnTo>
                    <a:pt x="248769" y="210076"/>
                  </a:lnTo>
                  <a:lnTo>
                    <a:pt x="248784" y="213121"/>
                  </a:lnTo>
                  <a:lnTo>
                    <a:pt x="248803" y="216165"/>
                  </a:lnTo>
                  <a:lnTo>
                    <a:pt x="248827" y="219210"/>
                  </a:lnTo>
                  <a:lnTo>
                    <a:pt x="248853" y="222255"/>
                  </a:lnTo>
                  <a:lnTo>
                    <a:pt x="248885" y="225299"/>
                  </a:lnTo>
                  <a:lnTo>
                    <a:pt x="248921" y="228344"/>
                  </a:lnTo>
                  <a:lnTo>
                    <a:pt x="248960" y="231388"/>
                  </a:lnTo>
                  <a:lnTo>
                    <a:pt x="249004" y="234433"/>
                  </a:lnTo>
                  <a:lnTo>
                    <a:pt x="249053" y="237477"/>
                  </a:lnTo>
                  <a:lnTo>
                    <a:pt x="249107" y="240522"/>
                  </a:lnTo>
                  <a:lnTo>
                    <a:pt x="249164" y="243567"/>
                  </a:lnTo>
                  <a:lnTo>
                    <a:pt x="249227" y="246611"/>
                  </a:lnTo>
                  <a:lnTo>
                    <a:pt x="249295" y="249656"/>
                  </a:lnTo>
                  <a:lnTo>
                    <a:pt x="249367" y="252700"/>
                  </a:lnTo>
                  <a:lnTo>
                    <a:pt x="249443" y="255745"/>
                  </a:lnTo>
                  <a:lnTo>
                    <a:pt x="249526" y="258790"/>
                  </a:lnTo>
                  <a:lnTo>
                    <a:pt x="249613" y="261834"/>
                  </a:lnTo>
                  <a:lnTo>
                    <a:pt x="249705" y="264879"/>
                  </a:lnTo>
                  <a:lnTo>
                    <a:pt x="249802" y="267923"/>
                  </a:lnTo>
                  <a:lnTo>
                    <a:pt x="249905" y="270968"/>
                  </a:lnTo>
                  <a:lnTo>
                    <a:pt x="250012" y="274013"/>
                  </a:lnTo>
                  <a:lnTo>
                    <a:pt x="250124" y="277057"/>
                  </a:lnTo>
                  <a:lnTo>
                    <a:pt x="250242" y="280102"/>
                  </a:lnTo>
                  <a:lnTo>
                    <a:pt x="250364" y="283146"/>
                  </a:lnTo>
                  <a:lnTo>
                    <a:pt x="250491" y="286191"/>
                  </a:lnTo>
                  <a:lnTo>
                    <a:pt x="250622" y="289236"/>
                  </a:lnTo>
                  <a:lnTo>
                    <a:pt x="250759" y="292280"/>
                  </a:lnTo>
                  <a:lnTo>
                    <a:pt x="250900" y="295325"/>
                  </a:lnTo>
                  <a:lnTo>
                    <a:pt x="251044" y="298369"/>
                  </a:lnTo>
                  <a:lnTo>
                    <a:pt x="251193" y="301414"/>
                  </a:lnTo>
                  <a:lnTo>
                    <a:pt x="251346" y="304458"/>
                  </a:lnTo>
                  <a:lnTo>
                    <a:pt x="251501" y="307503"/>
                  </a:lnTo>
                  <a:lnTo>
                    <a:pt x="251660" y="310548"/>
                  </a:lnTo>
                  <a:lnTo>
                    <a:pt x="251822" y="313592"/>
                  </a:lnTo>
                  <a:lnTo>
                    <a:pt x="251987" y="316637"/>
                  </a:lnTo>
                  <a:lnTo>
                    <a:pt x="252153" y="319681"/>
                  </a:lnTo>
                  <a:lnTo>
                    <a:pt x="252321" y="322726"/>
                  </a:lnTo>
                  <a:lnTo>
                    <a:pt x="252491" y="325771"/>
                  </a:lnTo>
                  <a:lnTo>
                    <a:pt x="252661" y="328815"/>
                  </a:lnTo>
                  <a:lnTo>
                    <a:pt x="252832" y="331860"/>
                  </a:lnTo>
                  <a:lnTo>
                    <a:pt x="253003" y="334904"/>
                  </a:lnTo>
                  <a:lnTo>
                    <a:pt x="253174" y="337949"/>
                  </a:lnTo>
                  <a:lnTo>
                    <a:pt x="253345" y="340994"/>
                  </a:lnTo>
                  <a:lnTo>
                    <a:pt x="253514" y="344038"/>
                  </a:lnTo>
                  <a:lnTo>
                    <a:pt x="253682" y="347083"/>
                  </a:lnTo>
                  <a:lnTo>
                    <a:pt x="253848" y="350127"/>
                  </a:lnTo>
                  <a:lnTo>
                    <a:pt x="254012" y="353172"/>
                  </a:lnTo>
                  <a:lnTo>
                    <a:pt x="254173" y="356216"/>
                  </a:lnTo>
                  <a:lnTo>
                    <a:pt x="254332" y="359261"/>
                  </a:lnTo>
                  <a:lnTo>
                    <a:pt x="254488" y="362306"/>
                  </a:lnTo>
                  <a:lnTo>
                    <a:pt x="254641" y="365350"/>
                  </a:lnTo>
                  <a:lnTo>
                    <a:pt x="254790" y="368395"/>
                  </a:lnTo>
                  <a:lnTo>
                    <a:pt x="254935" y="371439"/>
                  </a:lnTo>
                  <a:lnTo>
                    <a:pt x="255078" y="374484"/>
                  </a:lnTo>
                  <a:lnTo>
                    <a:pt x="255216" y="377529"/>
                  </a:lnTo>
                  <a:lnTo>
                    <a:pt x="255350" y="380573"/>
                  </a:lnTo>
                  <a:lnTo>
                    <a:pt x="255481" y="383618"/>
                  </a:lnTo>
                  <a:lnTo>
                    <a:pt x="255610" y="386662"/>
                  </a:lnTo>
                  <a:lnTo>
                    <a:pt x="255734" y="389707"/>
                  </a:lnTo>
                  <a:lnTo>
                    <a:pt x="255855" y="392752"/>
                  </a:lnTo>
                  <a:lnTo>
                    <a:pt x="255975" y="395796"/>
                  </a:lnTo>
                  <a:lnTo>
                    <a:pt x="256091" y="398841"/>
                  </a:lnTo>
                  <a:lnTo>
                    <a:pt x="256206" y="401885"/>
                  </a:lnTo>
                  <a:lnTo>
                    <a:pt x="256320" y="404930"/>
                  </a:lnTo>
                  <a:lnTo>
                    <a:pt x="256433" y="407975"/>
                  </a:lnTo>
                  <a:lnTo>
                    <a:pt x="256547" y="411019"/>
                  </a:lnTo>
                  <a:lnTo>
                    <a:pt x="256660" y="414064"/>
                  </a:lnTo>
                  <a:lnTo>
                    <a:pt x="256776" y="417108"/>
                  </a:lnTo>
                  <a:lnTo>
                    <a:pt x="256893" y="420153"/>
                  </a:lnTo>
                  <a:lnTo>
                    <a:pt x="257014" y="423197"/>
                  </a:lnTo>
                  <a:lnTo>
                    <a:pt x="257138" y="426242"/>
                  </a:lnTo>
                  <a:lnTo>
                    <a:pt x="257266" y="429287"/>
                  </a:lnTo>
                  <a:lnTo>
                    <a:pt x="257401" y="432331"/>
                  </a:lnTo>
                  <a:lnTo>
                    <a:pt x="257543" y="435376"/>
                  </a:lnTo>
                  <a:lnTo>
                    <a:pt x="257691" y="438420"/>
                  </a:lnTo>
                  <a:lnTo>
                    <a:pt x="257847" y="441465"/>
                  </a:lnTo>
                  <a:lnTo>
                    <a:pt x="258015" y="444510"/>
                  </a:lnTo>
                  <a:lnTo>
                    <a:pt x="258193" y="447554"/>
                  </a:lnTo>
                  <a:lnTo>
                    <a:pt x="258379" y="450599"/>
                  </a:lnTo>
                  <a:lnTo>
                    <a:pt x="258580" y="453643"/>
                  </a:lnTo>
                  <a:lnTo>
                    <a:pt x="258794" y="456688"/>
                  </a:lnTo>
                  <a:lnTo>
                    <a:pt x="259020" y="459733"/>
                  </a:lnTo>
                  <a:lnTo>
                    <a:pt x="259259" y="462777"/>
                  </a:lnTo>
                  <a:lnTo>
                    <a:pt x="259518" y="465822"/>
                  </a:lnTo>
                  <a:lnTo>
                    <a:pt x="259791" y="468866"/>
                  </a:lnTo>
                  <a:lnTo>
                    <a:pt x="260078" y="471911"/>
                  </a:lnTo>
                  <a:lnTo>
                    <a:pt x="260383" y="474955"/>
                  </a:lnTo>
                  <a:lnTo>
                    <a:pt x="260707" y="478000"/>
                  </a:lnTo>
                  <a:lnTo>
                    <a:pt x="261047" y="481045"/>
                  </a:lnTo>
                  <a:lnTo>
                    <a:pt x="261402" y="484089"/>
                  </a:lnTo>
                  <a:lnTo>
                    <a:pt x="261780" y="487134"/>
                  </a:lnTo>
                  <a:lnTo>
                    <a:pt x="262175" y="490178"/>
                  </a:lnTo>
                  <a:lnTo>
                    <a:pt x="262585" y="493223"/>
                  </a:lnTo>
                  <a:lnTo>
                    <a:pt x="263013" y="496268"/>
                  </a:lnTo>
                  <a:lnTo>
                    <a:pt x="263463" y="499312"/>
                  </a:lnTo>
                  <a:lnTo>
                    <a:pt x="263927" y="502357"/>
                  </a:lnTo>
                  <a:lnTo>
                    <a:pt x="264405" y="505401"/>
                  </a:lnTo>
                  <a:lnTo>
                    <a:pt x="264904" y="508446"/>
                  </a:lnTo>
                  <a:lnTo>
                    <a:pt x="265419" y="511491"/>
                  </a:lnTo>
                  <a:lnTo>
                    <a:pt x="265946" y="514535"/>
                  </a:lnTo>
                  <a:lnTo>
                    <a:pt x="266487" y="517580"/>
                  </a:lnTo>
                  <a:lnTo>
                    <a:pt x="267046" y="520624"/>
                  </a:lnTo>
                  <a:lnTo>
                    <a:pt x="267616" y="523669"/>
                  </a:lnTo>
                  <a:lnTo>
                    <a:pt x="268195" y="526714"/>
                  </a:lnTo>
                  <a:lnTo>
                    <a:pt x="268788" y="529758"/>
                  </a:lnTo>
                  <a:lnTo>
                    <a:pt x="269391" y="532803"/>
                  </a:lnTo>
                  <a:lnTo>
                    <a:pt x="270002" y="535847"/>
                  </a:lnTo>
                  <a:lnTo>
                    <a:pt x="270620" y="538892"/>
                  </a:lnTo>
                  <a:lnTo>
                    <a:pt x="271247" y="541936"/>
                  </a:lnTo>
                  <a:lnTo>
                    <a:pt x="271879" y="544981"/>
                  </a:lnTo>
                  <a:lnTo>
                    <a:pt x="272516" y="548026"/>
                  </a:lnTo>
                  <a:lnTo>
                    <a:pt x="273157" y="551070"/>
                  </a:lnTo>
                  <a:lnTo>
                    <a:pt x="273801" y="554115"/>
                  </a:lnTo>
                  <a:lnTo>
                    <a:pt x="274447" y="557159"/>
                  </a:lnTo>
                  <a:lnTo>
                    <a:pt x="275094" y="560204"/>
                  </a:lnTo>
                  <a:lnTo>
                    <a:pt x="275741" y="563249"/>
                  </a:lnTo>
                  <a:lnTo>
                    <a:pt x="276388" y="566293"/>
                  </a:lnTo>
                  <a:lnTo>
                    <a:pt x="277034" y="569338"/>
                  </a:lnTo>
                  <a:lnTo>
                    <a:pt x="277677" y="572382"/>
                  </a:lnTo>
                  <a:lnTo>
                    <a:pt x="278318" y="575427"/>
                  </a:lnTo>
                  <a:lnTo>
                    <a:pt x="278957" y="578472"/>
                  </a:lnTo>
                  <a:lnTo>
                    <a:pt x="279592" y="581516"/>
                  </a:lnTo>
                  <a:lnTo>
                    <a:pt x="280223" y="584561"/>
                  </a:lnTo>
                  <a:lnTo>
                    <a:pt x="280850" y="587605"/>
                  </a:lnTo>
                  <a:lnTo>
                    <a:pt x="281473" y="590650"/>
                  </a:lnTo>
                  <a:lnTo>
                    <a:pt x="282093" y="593694"/>
                  </a:lnTo>
                  <a:lnTo>
                    <a:pt x="282707" y="596739"/>
                  </a:lnTo>
                  <a:lnTo>
                    <a:pt x="283317" y="599784"/>
                  </a:lnTo>
                  <a:lnTo>
                    <a:pt x="283924" y="602828"/>
                  </a:lnTo>
                  <a:lnTo>
                    <a:pt x="284526" y="605873"/>
                  </a:lnTo>
                  <a:lnTo>
                    <a:pt x="285125" y="608917"/>
                  </a:lnTo>
                  <a:lnTo>
                    <a:pt x="285720" y="611962"/>
                  </a:lnTo>
                  <a:lnTo>
                    <a:pt x="286313" y="615007"/>
                  </a:lnTo>
                  <a:lnTo>
                    <a:pt x="286903" y="618051"/>
                  </a:lnTo>
                  <a:lnTo>
                    <a:pt x="287491" y="621096"/>
                  </a:lnTo>
                  <a:lnTo>
                    <a:pt x="288078" y="624140"/>
                  </a:lnTo>
                  <a:lnTo>
                    <a:pt x="288663" y="627185"/>
                  </a:lnTo>
                  <a:lnTo>
                    <a:pt x="289247" y="630230"/>
                  </a:lnTo>
                  <a:lnTo>
                    <a:pt x="289832" y="633274"/>
                  </a:lnTo>
                  <a:lnTo>
                    <a:pt x="290416" y="636319"/>
                  </a:lnTo>
                  <a:lnTo>
                    <a:pt x="291001" y="639363"/>
                  </a:lnTo>
                  <a:lnTo>
                    <a:pt x="291588" y="642408"/>
                  </a:lnTo>
                  <a:lnTo>
                    <a:pt x="292175" y="645453"/>
                  </a:lnTo>
                  <a:lnTo>
                    <a:pt x="292764" y="648497"/>
                  </a:lnTo>
                  <a:lnTo>
                    <a:pt x="293356" y="651542"/>
                  </a:lnTo>
                  <a:lnTo>
                    <a:pt x="293950" y="654586"/>
                  </a:lnTo>
                  <a:lnTo>
                    <a:pt x="294545" y="657631"/>
                  </a:lnTo>
                  <a:lnTo>
                    <a:pt x="295144" y="660675"/>
                  </a:lnTo>
                  <a:lnTo>
                    <a:pt x="295745" y="663720"/>
                  </a:lnTo>
                  <a:lnTo>
                    <a:pt x="296348" y="666765"/>
                  </a:lnTo>
                  <a:lnTo>
                    <a:pt x="296953" y="669809"/>
                  </a:lnTo>
                  <a:lnTo>
                    <a:pt x="297561" y="672854"/>
                  </a:lnTo>
                  <a:lnTo>
                    <a:pt x="298171" y="675898"/>
                  </a:lnTo>
                  <a:lnTo>
                    <a:pt x="298781" y="678943"/>
                  </a:lnTo>
                  <a:lnTo>
                    <a:pt x="299393" y="681988"/>
                  </a:lnTo>
                  <a:lnTo>
                    <a:pt x="300005" y="685032"/>
                  </a:lnTo>
                  <a:lnTo>
                    <a:pt x="300617" y="688077"/>
                  </a:lnTo>
                  <a:lnTo>
                    <a:pt x="301229" y="691121"/>
                  </a:lnTo>
                  <a:lnTo>
                    <a:pt x="301840" y="694166"/>
                  </a:lnTo>
                  <a:lnTo>
                    <a:pt x="302449" y="697211"/>
                  </a:lnTo>
                  <a:lnTo>
                    <a:pt x="303056" y="700255"/>
                  </a:lnTo>
                  <a:lnTo>
                    <a:pt x="303659" y="703300"/>
                  </a:lnTo>
                  <a:lnTo>
                    <a:pt x="304259" y="706344"/>
                  </a:lnTo>
                  <a:lnTo>
                    <a:pt x="304855" y="709389"/>
                  </a:lnTo>
                  <a:lnTo>
                    <a:pt x="305446" y="712433"/>
                  </a:lnTo>
                  <a:lnTo>
                    <a:pt x="306031" y="715478"/>
                  </a:lnTo>
                  <a:lnTo>
                    <a:pt x="306610" y="718523"/>
                  </a:lnTo>
                  <a:lnTo>
                    <a:pt x="307184" y="721567"/>
                  </a:lnTo>
                  <a:lnTo>
                    <a:pt x="307750" y="724612"/>
                  </a:lnTo>
                  <a:lnTo>
                    <a:pt x="308308" y="727656"/>
                  </a:lnTo>
                  <a:lnTo>
                    <a:pt x="308860" y="730701"/>
                  </a:lnTo>
                  <a:lnTo>
                    <a:pt x="309406" y="733746"/>
                  </a:lnTo>
                  <a:lnTo>
                    <a:pt x="309942" y="736790"/>
                  </a:lnTo>
                  <a:lnTo>
                    <a:pt x="310471" y="739835"/>
                  </a:lnTo>
                  <a:lnTo>
                    <a:pt x="310994" y="742879"/>
                  </a:lnTo>
                  <a:lnTo>
                    <a:pt x="311511" y="745924"/>
                  </a:lnTo>
                  <a:lnTo>
                    <a:pt x="312019" y="748969"/>
                  </a:lnTo>
                  <a:lnTo>
                    <a:pt x="312523" y="752013"/>
                  </a:lnTo>
                  <a:lnTo>
                    <a:pt x="313023" y="755058"/>
                  </a:lnTo>
                  <a:lnTo>
                    <a:pt x="313517" y="758102"/>
                  </a:lnTo>
                  <a:lnTo>
                    <a:pt x="314008" y="761147"/>
                  </a:lnTo>
                  <a:lnTo>
                    <a:pt x="314497" y="764192"/>
                  </a:lnTo>
                  <a:lnTo>
                    <a:pt x="314986" y="767236"/>
                  </a:lnTo>
                  <a:lnTo>
                    <a:pt x="315474" y="770281"/>
                  </a:lnTo>
                  <a:lnTo>
                    <a:pt x="315965" y="773325"/>
                  </a:lnTo>
                  <a:lnTo>
                    <a:pt x="316458" y="776370"/>
                  </a:lnTo>
                  <a:lnTo>
                    <a:pt x="316957" y="779414"/>
                  </a:lnTo>
                  <a:lnTo>
                    <a:pt x="317463" y="782459"/>
                  </a:lnTo>
                  <a:lnTo>
                    <a:pt x="317976" y="785504"/>
                  </a:lnTo>
                  <a:lnTo>
                    <a:pt x="318498" y="788548"/>
                  </a:lnTo>
                  <a:lnTo>
                    <a:pt x="319035" y="791593"/>
                  </a:lnTo>
                  <a:lnTo>
                    <a:pt x="319585" y="794637"/>
                  </a:lnTo>
                  <a:lnTo>
                    <a:pt x="320148" y="797682"/>
                  </a:lnTo>
                  <a:lnTo>
                    <a:pt x="320729" y="800727"/>
                  </a:lnTo>
                  <a:lnTo>
                    <a:pt x="321333" y="803771"/>
                  </a:lnTo>
                  <a:lnTo>
                    <a:pt x="321955" y="806816"/>
                  </a:lnTo>
                  <a:lnTo>
                    <a:pt x="322596" y="809860"/>
                  </a:lnTo>
                  <a:lnTo>
                    <a:pt x="323269" y="812905"/>
                  </a:lnTo>
                  <a:lnTo>
                    <a:pt x="323967" y="815950"/>
                  </a:lnTo>
                  <a:lnTo>
                    <a:pt x="324689" y="818994"/>
                  </a:lnTo>
                  <a:lnTo>
                    <a:pt x="325440" y="822039"/>
                  </a:lnTo>
                  <a:lnTo>
                    <a:pt x="326229" y="825083"/>
                  </a:lnTo>
                  <a:lnTo>
                    <a:pt x="327047" y="828128"/>
                  </a:lnTo>
                  <a:lnTo>
                    <a:pt x="327892" y="831172"/>
                  </a:lnTo>
                  <a:lnTo>
                    <a:pt x="328779" y="834217"/>
                  </a:lnTo>
                  <a:lnTo>
                    <a:pt x="329704" y="837262"/>
                  </a:lnTo>
                  <a:lnTo>
                    <a:pt x="330659" y="840306"/>
                  </a:lnTo>
                  <a:lnTo>
                    <a:pt x="331648" y="843351"/>
                  </a:lnTo>
                  <a:lnTo>
                    <a:pt x="332687" y="846395"/>
                  </a:lnTo>
                  <a:lnTo>
                    <a:pt x="333759" y="849440"/>
                  </a:lnTo>
                  <a:lnTo>
                    <a:pt x="334865" y="852485"/>
                  </a:lnTo>
                  <a:lnTo>
                    <a:pt x="336013" y="855529"/>
                  </a:lnTo>
                  <a:lnTo>
                    <a:pt x="337206" y="858574"/>
                  </a:lnTo>
                  <a:lnTo>
                    <a:pt x="338431" y="861618"/>
                  </a:lnTo>
                  <a:lnTo>
                    <a:pt x="339689" y="864663"/>
                  </a:lnTo>
                  <a:lnTo>
                    <a:pt x="341000" y="867708"/>
                  </a:lnTo>
                  <a:lnTo>
                    <a:pt x="342343" y="870752"/>
                  </a:lnTo>
                  <a:lnTo>
                    <a:pt x="343718" y="873797"/>
                  </a:lnTo>
                  <a:lnTo>
                    <a:pt x="345132" y="876841"/>
                  </a:lnTo>
                  <a:lnTo>
                    <a:pt x="346588" y="879886"/>
                  </a:lnTo>
                  <a:lnTo>
                    <a:pt x="348073" y="882931"/>
                  </a:lnTo>
                  <a:lnTo>
                    <a:pt x="349587" y="885975"/>
                  </a:lnTo>
                  <a:lnTo>
                    <a:pt x="351142" y="889020"/>
                  </a:lnTo>
                  <a:lnTo>
                    <a:pt x="352726" y="892064"/>
                  </a:lnTo>
                  <a:lnTo>
                    <a:pt x="354336" y="895109"/>
                  </a:lnTo>
                  <a:lnTo>
                    <a:pt x="355973" y="898153"/>
                  </a:lnTo>
                  <a:lnTo>
                    <a:pt x="357643" y="901198"/>
                  </a:lnTo>
                  <a:lnTo>
                    <a:pt x="359334" y="904243"/>
                  </a:lnTo>
                  <a:lnTo>
                    <a:pt x="361044" y="907287"/>
                  </a:lnTo>
                  <a:lnTo>
                    <a:pt x="362780" y="910332"/>
                  </a:lnTo>
                  <a:lnTo>
                    <a:pt x="364535" y="913376"/>
                  </a:lnTo>
                  <a:lnTo>
                    <a:pt x="366304" y="916421"/>
                  </a:lnTo>
                  <a:lnTo>
                    <a:pt x="368088" y="919466"/>
                  </a:lnTo>
                  <a:lnTo>
                    <a:pt x="369888" y="922510"/>
                  </a:lnTo>
                  <a:lnTo>
                    <a:pt x="371697" y="925555"/>
                  </a:lnTo>
                  <a:lnTo>
                    <a:pt x="373514" y="928599"/>
                  </a:lnTo>
                  <a:lnTo>
                    <a:pt x="375338" y="931644"/>
                  </a:lnTo>
                  <a:lnTo>
                    <a:pt x="377166" y="934689"/>
                  </a:lnTo>
                  <a:lnTo>
                    <a:pt x="378996" y="937733"/>
                  </a:lnTo>
                  <a:lnTo>
                    <a:pt x="380826" y="940778"/>
                  </a:lnTo>
                  <a:lnTo>
                    <a:pt x="382652" y="943822"/>
                  </a:lnTo>
                  <a:lnTo>
                    <a:pt x="384474" y="946867"/>
                  </a:lnTo>
                  <a:lnTo>
                    <a:pt x="386290" y="949911"/>
                  </a:lnTo>
                  <a:lnTo>
                    <a:pt x="388098" y="952956"/>
                  </a:lnTo>
                  <a:lnTo>
                    <a:pt x="389892" y="956001"/>
                  </a:lnTo>
                  <a:lnTo>
                    <a:pt x="391675" y="959045"/>
                  </a:lnTo>
                  <a:lnTo>
                    <a:pt x="393445" y="962090"/>
                  </a:lnTo>
                  <a:lnTo>
                    <a:pt x="395194" y="965134"/>
                  </a:lnTo>
                  <a:lnTo>
                    <a:pt x="396926" y="968179"/>
                  </a:lnTo>
                  <a:lnTo>
                    <a:pt x="398640" y="971224"/>
                  </a:lnTo>
                  <a:lnTo>
                    <a:pt x="400333" y="974268"/>
                  </a:lnTo>
                  <a:lnTo>
                    <a:pt x="401998" y="977313"/>
                  </a:lnTo>
                  <a:lnTo>
                    <a:pt x="403642" y="980357"/>
                  </a:lnTo>
                  <a:lnTo>
                    <a:pt x="404973" y="982854"/>
                  </a:lnTo>
                  <a:lnTo>
                    <a:pt x="405264" y="983402"/>
                  </a:lnTo>
                  <a:lnTo>
                    <a:pt x="406855" y="986447"/>
                  </a:lnTo>
                  <a:lnTo>
                    <a:pt x="408418" y="989491"/>
                  </a:lnTo>
                  <a:lnTo>
                    <a:pt x="409958" y="992536"/>
                  </a:lnTo>
                  <a:lnTo>
                    <a:pt x="411472" y="995580"/>
                  </a:lnTo>
                  <a:lnTo>
                    <a:pt x="412949" y="998625"/>
                  </a:lnTo>
                  <a:lnTo>
                    <a:pt x="414401" y="1001670"/>
                  </a:lnTo>
                  <a:lnTo>
                    <a:pt x="415829" y="1004714"/>
                  </a:lnTo>
                  <a:lnTo>
                    <a:pt x="417226" y="1007759"/>
                  </a:lnTo>
                  <a:lnTo>
                    <a:pt x="418592" y="1010803"/>
                  </a:lnTo>
                  <a:lnTo>
                    <a:pt x="419935" y="1013848"/>
                  </a:lnTo>
                  <a:lnTo>
                    <a:pt x="421256" y="1016892"/>
                  </a:lnTo>
                  <a:lnTo>
                    <a:pt x="422542" y="1019937"/>
                  </a:lnTo>
                  <a:lnTo>
                    <a:pt x="423808" y="1022982"/>
                  </a:lnTo>
                  <a:lnTo>
                    <a:pt x="425054" y="1026026"/>
                  </a:lnTo>
                  <a:lnTo>
                    <a:pt x="426277" y="1029071"/>
                  </a:lnTo>
                  <a:lnTo>
                    <a:pt x="427478" y="1032115"/>
                  </a:lnTo>
                  <a:lnTo>
                    <a:pt x="428663" y="1035160"/>
                  </a:lnTo>
                  <a:lnTo>
                    <a:pt x="429834" y="1038205"/>
                  </a:lnTo>
                  <a:lnTo>
                    <a:pt x="430987" y="1041249"/>
                  </a:lnTo>
                  <a:lnTo>
                    <a:pt x="432128" y="1044294"/>
                  </a:lnTo>
                  <a:lnTo>
                    <a:pt x="433260" y="1047338"/>
                  </a:lnTo>
                  <a:lnTo>
                    <a:pt x="434384" y="1050383"/>
                  </a:lnTo>
                  <a:lnTo>
                    <a:pt x="435500" y="1053428"/>
                  </a:lnTo>
                  <a:lnTo>
                    <a:pt x="436613" y="1056472"/>
                  </a:lnTo>
                  <a:lnTo>
                    <a:pt x="437724" y="1059517"/>
                  </a:lnTo>
                  <a:lnTo>
                    <a:pt x="438835" y="1062561"/>
                  </a:lnTo>
                  <a:lnTo>
                    <a:pt x="439949" y="1065606"/>
                  </a:lnTo>
                  <a:lnTo>
                    <a:pt x="441066" y="1068650"/>
                  </a:lnTo>
                  <a:lnTo>
                    <a:pt x="442187" y="1071695"/>
                  </a:lnTo>
                  <a:lnTo>
                    <a:pt x="443320" y="1074740"/>
                  </a:lnTo>
                  <a:lnTo>
                    <a:pt x="444460" y="1077784"/>
                  </a:lnTo>
                  <a:lnTo>
                    <a:pt x="445609" y="1080829"/>
                  </a:lnTo>
                  <a:lnTo>
                    <a:pt x="446772" y="1083873"/>
                  </a:lnTo>
                  <a:lnTo>
                    <a:pt x="447950" y="1086918"/>
                  </a:lnTo>
                  <a:lnTo>
                    <a:pt x="449140" y="1089963"/>
                  </a:lnTo>
                  <a:lnTo>
                    <a:pt x="450342" y="1093007"/>
                  </a:lnTo>
                  <a:lnTo>
                    <a:pt x="451566" y="1096052"/>
                  </a:lnTo>
                  <a:lnTo>
                    <a:pt x="452804" y="1099096"/>
                  </a:lnTo>
                  <a:lnTo>
                    <a:pt x="454055" y="1102141"/>
                  </a:lnTo>
                  <a:lnTo>
                    <a:pt x="455324" y="1105186"/>
                  </a:lnTo>
                  <a:lnTo>
                    <a:pt x="456612" y="1108230"/>
                  </a:lnTo>
                  <a:lnTo>
                    <a:pt x="457912" y="1111275"/>
                  </a:lnTo>
                  <a:lnTo>
                    <a:pt x="459225" y="1114319"/>
                  </a:lnTo>
                  <a:lnTo>
                    <a:pt x="460556" y="1117364"/>
                  </a:lnTo>
                  <a:lnTo>
                    <a:pt x="461898" y="1120409"/>
                  </a:lnTo>
                  <a:lnTo>
                    <a:pt x="463250" y="1123453"/>
                  </a:lnTo>
                  <a:lnTo>
                    <a:pt x="464612" y="1126498"/>
                  </a:lnTo>
                  <a:lnTo>
                    <a:pt x="465983" y="1129542"/>
                  </a:lnTo>
                  <a:lnTo>
                    <a:pt x="467358" y="1132587"/>
                  </a:lnTo>
                  <a:lnTo>
                    <a:pt x="468737" y="1135631"/>
                  </a:lnTo>
                  <a:lnTo>
                    <a:pt x="470118" y="1138676"/>
                  </a:lnTo>
                  <a:lnTo>
                    <a:pt x="471496" y="1141721"/>
                  </a:lnTo>
                  <a:lnTo>
                    <a:pt x="472871" y="1144765"/>
                  </a:lnTo>
                  <a:lnTo>
                    <a:pt x="474240" y="1147810"/>
                  </a:lnTo>
                  <a:lnTo>
                    <a:pt x="475596" y="1150854"/>
                  </a:lnTo>
                  <a:lnTo>
                    <a:pt x="475665" y="1151011"/>
                  </a:lnTo>
                  <a:lnTo>
                    <a:pt x="476940" y="1153899"/>
                  </a:lnTo>
                  <a:lnTo>
                    <a:pt x="478271" y="1156944"/>
                  </a:lnTo>
                  <a:lnTo>
                    <a:pt x="479580" y="1159988"/>
                  </a:lnTo>
                  <a:lnTo>
                    <a:pt x="480863" y="1163033"/>
                  </a:lnTo>
                  <a:lnTo>
                    <a:pt x="482124" y="1166077"/>
                  </a:lnTo>
                  <a:lnTo>
                    <a:pt x="483361" y="1169122"/>
                  </a:lnTo>
                  <a:lnTo>
                    <a:pt x="484552" y="1172167"/>
                  </a:lnTo>
                  <a:lnTo>
                    <a:pt x="485711" y="1175211"/>
                  </a:lnTo>
                  <a:lnTo>
                    <a:pt x="486836" y="1178256"/>
                  </a:lnTo>
                  <a:lnTo>
                    <a:pt x="487915" y="1181300"/>
                  </a:lnTo>
                  <a:lnTo>
                    <a:pt x="488939" y="1184345"/>
                  </a:lnTo>
                  <a:lnTo>
                    <a:pt x="489920" y="1187389"/>
                  </a:lnTo>
                  <a:lnTo>
                    <a:pt x="490856" y="1190434"/>
                  </a:lnTo>
                  <a:lnTo>
                    <a:pt x="491719" y="1193479"/>
                  </a:lnTo>
                  <a:lnTo>
                    <a:pt x="492525" y="1196523"/>
                  </a:lnTo>
                  <a:lnTo>
                    <a:pt x="493277" y="1199568"/>
                  </a:lnTo>
                  <a:lnTo>
                    <a:pt x="493964" y="1202612"/>
                  </a:lnTo>
                  <a:lnTo>
                    <a:pt x="494565" y="1205657"/>
                  </a:lnTo>
                  <a:lnTo>
                    <a:pt x="495104" y="1208702"/>
                  </a:lnTo>
                  <a:lnTo>
                    <a:pt x="495581" y="1211746"/>
                  </a:lnTo>
                  <a:lnTo>
                    <a:pt x="495963" y="1214791"/>
                  </a:lnTo>
                  <a:lnTo>
                    <a:pt x="496264" y="1217835"/>
                  </a:lnTo>
                  <a:lnTo>
                    <a:pt x="496495" y="1220880"/>
                  </a:lnTo>
                  <a:lnTo>
                    <a:pt x="496650" y="1223925"/>
                  </a:lnTo>
                  <a:lnTo>
                    <a:pt x="496691" y="1226969"/>
                  </a:lnTo>
                  <a:lnTo>
                    <a:pt x="496657" y="1230014"/>
                  </a:lnTo>
                  <a:lnTo>
                    <a:pt x="496546" y="1233058"/>
                  </a:lnTo>
                  <a:lnTo>
                    <a:pt x="496331" y="1236103"/>
                  </a:lnTo>
                  <a:lnTo>
                    <a:pt x="496014" y="1239148"/>
                  </a:lnTo>
                  <a:lnTo>
                    <a:pt x="495617" y="1242192"/>
                  </a:lnTo>
                  <a:lnTo>
                    <a:pt x="495139" y="1245237"/>
                  </a:lnTo>
                  <a:lnTo>
                    <a:pt x="494527" y="1248281"/>
                  </a:lnTo>
                  <a:lnTo>
                    <a:pt x="493832" y="1251326"/>
                  </a:lnTo>
                  <a:lnTo>
                    <a:pt x="493054" y="1254370"/>
                  </a:lnTo>
                  <a:lnTo>
                    <a:pt x="492170" y="1257415"/>
                  </a:lnTo>
                  <a:lnTo>
                    <a:pt x="491170" y="1260460"/>
                  </a:lnTo>
                  <a:lnTo>
                    <a:pt x="490086" y="1263504"/>
                  </a:lnTo>
                  <a:lnTo>
                    <a:pt x="488918" y="1266549"/>
                  </a:lnTo>
                  <a:lnTo>
                    <a:pt x="487579" y="1269683"/>
                  </a:lnTo>
                  <a:lnTo>
                    <a:pt x="486229" y="1272638"/>
                  </a:lnTo>
                  <a:lnTo>
                    <a:pt x="484755" y="1275683"/>
                  </a:lnTo>
                  <a:lnTo>
                    <a:pt x="483184" y="1278727"/>
                  </a:lnTo>
                  <a:lnTo>
                    <a:pt x="481491" y="1281772"/>
                  </a:lnTo>
                  <a:lnTo>
                    <a:pt x="479716" y="1284816"/>
                  </a:lnTo>
                  <a:lnTo>
                    <a:pt x="477861" y="1287861"/>
                  </a:lnTo>
                  <a:lnTo>
                    <a:pt x="475890" y="1290906"/>
                  </a:lnTo>
                  <a:lnTo>
                    <a:pt x="473826" y="1293950"/>
                  </a:lnTo>
                  <a:lnTo>
                    <a:pt x="471684" y="1296995"/>
                  </a:lnTo>
                  <a:lnTo>
                    <a:pt x="469461" y="1300039"/>
                  </a:lnTo>
                  <a:lnTo>
                    <a:pt x="467122" y="1303084"/>
                  </a:lnTo>
                  <a:lnTo>
                    <a:pt x="464711" y="1306128"/>
                  </a:lnTo>
                  <a:lnTo>
                    <a:pt x="462230" y="1309173"/>
                  </a:lnTo>
                  <a:lnTo>
                    <a:pt x="459655" y="1312218"/>
                  </a:lnTo>
                  <a:lnTo>
                    <a:pt x="456997" y="1315262"/>
                  </a:lnTo>
                  <a:lnTo>
                    <a:pt x="454276" y="1318307"/>
                  </a:lnTo>
                  <a:lnTo>
                    <a:pt x="451492" y="1321351"/>
                  </a:lnTo>
                  <a:lnTo>
                    <a:pt x="448613" y="1324396"/>
                  </a:lnTo>
                  <a:lnTo>
                    <a:pt x="445679" y="1327441"/>
                  </a:lnTo>
                  <a:lnTo>
                    <a:pt x="442692" y="1330485"/>
                  </a:lnTo>
                  <a:lnTo>
                    <a:pt x="439641" y="1333530"/>
                  </a:lnTo>
                  <a:lnTo>
                    <a:pt x="436527" y="1336574"/>
                  </a:lnTo>
                  <a:lnTo>
                    <a:pt x="433370" y="1339619"/>
                  </a:lnTo>
                  <a:lnTo>
                    <a:pt x="430172" y="1342664"/>
                  </a:lnTo>
                  <a:lnTo>
                    <a:pt x="426918" y="1345708"/>
                  </a:lnTo>
                  <a:lnTo>
                    <a:pt x="423629" y="1348753"/>
                  </a:lnTo>
                  <a:lnTo>
                    <a:pt x="420311" y="1351797"/>
                  </a:lnTo>
                  <a:lnTo>
                    <a:pt x="416961" y="1354842"/>
                  </a:lnTo>
                  <a:lnTo>
                    <a:pt x="413580" y="1357887"/>
                  </a:lnTo>
                  <a:lnTo>
                    <a:pt x="410182" y="1360931"/>
                  </a:lnTo>
                  <a:lnTo>
                    <a:pt x="406770" y="1363976"/>
                  </a:lnTo>
                  <a:lnTo>
                    <a:pt x="403342" y="1367020"/>
                  </a:lnTo>
                  <a:lnTo>
                    <a:pt x="399908" y="1370065"/>
                  </a:lnTo>
                  <a:lnTo>
                    <a:pt x="396472" y="1373109"/>
                  </a:lnTo>
                  <a:lnTo>
                    <a:pt x="393037" y="1376154"/>
                  </a:lnTo>
                  <a:lnTo>
                    <a:pt x="389611" y="1379199"/>
                  </a:lnTo>
                  <a:lnTo>
                    <a:pt x="386195" y="1382243"/>
                  </a:lnTo>
                  <a:lnTo>
                    <a:pt x="382792" y="1385288"/>
                  </a:lnTo>
                  <a:lnTo>
                    <a:pt x="379412" y="1388332"/>
                  </a:lnTo>
                  <a:lnTo>
                    <a:pt x="376059" y="1391377"/>
                  </a:lnTo>
                  <a:lnTo>
                    <a:pt x="372731" y="1394422"/>
                  </a:lnTo>
                  <a:lnTo>
                    <a:pt x="369429" y="1397466"/>
                  </a:lnTo>
                  <a:lnTo>
                    <a:pt x="366178" y="1400511"/>
                  </a:lnTo>
                  <a:lnTo>
                    <a:pt x="362963" y="1403555"/>
                  </a:lnTo>
                  <a:lnTo>
                    <a:pt x="359785" y="1406600"/>
                  </a:lnTo>
                  <a:lnTo>
                    <a:pt x="356658" y="1409645"/>
                  </a:lnTo>
                  <a:lnTo>
                    <a:pt x="353590" y="1412689"/>
                  </a:lnTo>
                  <a:lnTo>
                    <a:pt x="350567" y="1415734"/>
                  </a:lnTo>
                  <a:lnTo>
                    <a:pt x="347593" y="1418778"/>
                  </a:lnTo>
                  <a:lnTo>
                    <a:pt x="344695" y="1421823"/>
                  </a:lnTo>
                  <a:lnTo>
                    <a:pt x="341855" y="1424867"/>
                  </a:lnTo>
                  <a:lnTo>
                    <a:pt x="339069" y="1427912"/>
                  </a:lnTo>
                  <a:lnTo>
                    <a:pt x="336348" y="1430957"/>
                  </a:lnTo>
                  <a:lnTo>
                    <a:pt x="333709" y="1434001"/>
                  </a:lnTo>
                  <a:lnTo>
                    <a:pt x="331128" y="1437046"/>
                  </a:lnTo>
                  <a:lnTo>
                    <a:pt x="328606" y="1440090"/>
                  </a:lnTo>
                  <a:lnTo>
                    <a:pt x="326169" y="1443135"/>
                  </a:lnTo>
                  <a:lnTo>
                    <a:pt x="323803" y="1446180"/>
                  </a:lnTo>
                  <a:lnTo>
                    <a:pt x="321497" y="1449224"/>
                  </a:lnTo>
                  <a:lnTo>
                    <a:pt x="319256" y="1452269"/>
                  </a:lnTo>
                  <a:lnTo>
                    <a:pt x="317106" y="1455313"/>
                  </a:lnTo>
                  <a:lnTo>
                    <a:pt x="315016" y="1458358"/>
                  </a:lnTo>
                  <a:lnTo>
                    <a:pt x="312984" y="1461403"/>
                  </a:lnTo>
                  <a:lnTo>
                    <a:pt x="311030" y="1464447"/>
                  </a:lnTo>
                  <a:lnTo>
                    <a:pt x="309148" y="1467492"/>
                  </a:lnTo>
                  <a:lnTo>
                    <a:pt x="307321" y="1470536"/>
                  </a:lnTo>
                  <a:lnTo>
                    <a:pt x="305549" y="1473581"/>
                  </a:lnTo>
                  <a:lnTo>
                    <a:pt x="303862" y="1476626"/>
                  </a:lnTo>
                  <a:lnTo>
                    <a:pt x="302226" y="1479670"/>
                  </a:lnTo>
                  <a:lnTo>
                    <a:pt x="300639" y="1482715"/>
                  </a:lnTo>
                  <a:lnTo>
                    <a:pt x="299113" y="1485759"/>
                  </a:lnTo>
                  <a:lnTo>
                    <a:pt x="297649" y="1488804"/>
                  </a:lnTo>
                  <a:lnTo>
                    <a:pt x="296228" y="1491848"/>
                  </a:lnTo>
                  <a:lnTo>
                    <a:pt x="294849" y="1494893"/>
                  </a:lnTo>
                  <a:lnTo>
                    <a:pt x="293532" y="1497938"/>
                  </a:lnTo>
                  <a:lnTo>
                    <a:pt x="292255" y="1500982"/>
                  </a:lnTo>
                  <a:lnTo>
                    <a:pt x="291013" y="1504027"/>
                  </a:lnTo>
                  <a:lnTo>
                    <a:pt x="289812" y="1507071"/>
                  </a:lnTo>
                  <a:lnTo>
                    <a:pt x="288656" y="1510116"/>
                  </a:lnTo>
                  <a:lnTo>
                    <a:pt x="287529" y="1513161"/>
                  </a:lnTo>
                  <a:lnTo>
                    <a:pt x="286431" y="1516205"/>
                  </a:lnTo>
                  <a:lnTo>
                    <a:pt x="285370" y="1519250"/>
                  </a:lnTo>
                  <a:lnTo>
                    <a:pt x="284337" y="1522294"/>
                  </a:lnTo>
                  <a:lnTo>
                    <a:pt x="283326" y="1525339"/>
                  </a:lnTo>
                  <a:lnTo>
                    <a:pt x="282338" y="1528384"/>
                  </a:lnTo>
                  <a:lnTo>
                    <a:pt x="281380" y="1531428"/>
                  </a:lnTo>
                  <a:lnTo>
                    <a:pt x="280439" y="1534473"/>
                  </a:lnTo>
                  <a:lnTo>
                    <a:pt x="279514" y="1537517"/>
                  </a:lnTo>
                  <a:lnTo>
                    <a:pt x="278610" y="1540562"/>
                  </a:lnTo>
                  <a:lnTo>
                    <a:pt x="277724" y="1543606"/>
                  </a:lnTo>
                  <a:lnTo>
                    <a:pt x="276851" y="1546651"/>
                  </a:lnTo>
                  <a:lnTo>
                    <a:pt x="275990" y="1549696"/>
                  </a:lnTo>
                  <a:lnTo>
                    <a:pt x="275148" y="1552740"/>
                  </a:lnTo>
                  <a:lnTo>
                    <a:pt x="274317" y="1555785"/>
                  </a:lnTo>
                  <a:close/>
                </a:path>
              </a:pathLst>
            </a:custGeom>
            <a:noFill/>
            <a:ln w="948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079464" y="1461950"/>
              <a:ext cx="825337" cy="1494213"/>
            </a:xfrm>
            <a:custGeom>
              <a:avLst/>
              <a:pathLst>
                <a:path w="825337" h="1494213">
                  <a:moveTo>
                    <a:pt x="392059" y="1494213"/>
                  </a:moveTo>
                  <a:lnTo>
                    <a:pt x="391529" y="1491289"/>
                  </a:lnTo>
                  <a:lnTo>
                    <a:pt x="391002" y="1488365"/>
                  </a:lnTo>
                  <a:lnTo>
                    <a:pt x="390478" y="1485441"/>
                  </a:lnTo>
                  <a:lnTo>
                    <a:pt x="389957" y="1482517"/>
                  </a:lnTo>
                  <a:lnTo>
                    <a:pt x="389440" y="1479593"/>
                  </a:lnTo>
                  <a:lnTo>
                    <a:pt x="388924" y="1476668"/>
                  </a:lnTo>
                  <a:lnTo>
                    <a:pt x="388411" y="1473744"/>
                  </a:lnTo>
                  <a:lnTo>
                    <a:pt x="387899" y="1470820"/>
                  </a:lnTo>
                  <a:lnTo>
                    <a:pt x="387389" y="1467896"/>
                  </a:lnTo>
                  <a:lnTo>
                    <a:pt x="386878" y="1464972"/>
                  </a:lnTo>
                  <a:lnTo>
                    <a:pt x="386366" y="1462048"/>
                  </a:lnTo>
                  <a:lnTo>
                    <a:pt x="385853" y="1459124"/>
                  </a:lnTo>
                  <a:lnTo>
                    <a:pt x="385336" y="1456200"/>
                  </a:lnTo>
                  <a:lnTo>
                    <a:pt x="384816" y="1453276"/>
                  </a:lnTo>
                  <a:lnTo>
                    <a:pt x="384290" y="1450352"/>
                  </a:lnTo>
                  <a:lnTo>
                    <a:pt x="383755" y="1447428"/>
                  </a:lnTo>
                  <a:lnTo>
                    <a:pt x="383214" y="1444503"/>
                  </a:lnTo>
                  <a:lnTo>
                    <a:pt x="382664" y="1441579"/>
                  </a:lnTo>
                  <a:lnTo>
                    <a:pt x="382097" y="1438655"/>
                  </a:lnTo>
                  <a:lnTo>
                    <a:pt x="381519" y="1435731"/>
                  </a:lnTo>
                  <a:lnTo>
                    <a:pt x="380927" y="1432807"/>
                  </a:lnTo>
                  <a:lnTo>
                    <a:pt x="380316" y="1429883"/>
                  </a:lnTo>
                  <a:lnTo>
                    <a:pt x="379683" y="1426959"/>
                  </a:lnTo>
                  <a:lnTo>
                    <a:pt x="379030" y="1424035"/>
                  </a:lnTo>
                  <a:lnTo>
                    <a:pt x="378358" y="1421111"/>
                  </a:lnTo>
                  <a:lnTo>
                    <a:pt x="377654" y="1418187"/>
                  </a:lnTo>
                  <a:lnTo>
                    <a:pt x="376922" y="1415262"/>
                  </a:lnTo>
                  <a:lnTo>
                    <a:pt x="376163" y="1412338"/>
                  </a:lnTo>
                  <a:lnTo>
                    <a:pt x="375377" y="1409414"/>
                  </a:lnTo>
                  <a:lnTo>
                    <a:pt x="374546" y="1406490"/>
                  </a:lnTo>
                  <a:lnTo>
                    <a:pt x="373681" y="1403566"/>
                  </a:lnTo>
                  <a:lnTo>
                    <a:pt x="372784" y="1400642"/>
                  </a:lnTo>
                  <a:lnTo>
                    <a:pt x="371848" y="1397718"/>
                  </a:lnTo>
                  <a:lnTo>
                    <a:pt x="370859" y="1394794"/>
                  </a:lnTo>
                  <a:lnTo>
                    <a:pt x="369833" y="1391870"/>
                  </a:lnTo>
                  <a:lnTo>
                    <a:pt x="368767" y="1388946"/>
                  </a:lnTo>
                  <a:lnTo>
                    <a:pt x="367650" y="1386021"/>
                  </a:lnTo>
                  <a:lnTo>
                    <a:pt x="366479" y="1383097"/>
                  </a:lnTo>
                  <a:lnTo>
                    <a:pt x="365266" y="1380173"/>
                  </a:lnTo>
                  <a:lnTo>
                    <a:pt x="364009" y="1377249"/>
                  </a:lnTo>
                  <a:lnTo>
                    <a:pt x="362688" y="1374325"/>
                  </a:lnTo>
                  <a:lnTo>
                    <a:pt x="361318" y="1371401"/>
                  </a:lnTo>
                  <a:lnTo>
                    <a:pt x="359902" y="1368477"/>
                  </a:lnTo>
                  <a:lnTo>
                    <a:pt x="358440" y="1365553"/>
                  </a:lnTo>
                  <a:lnTo>
                    <a:pt x="356908" y="1362629"/>
                  </a:lnTo>
                  <a:lnTo>
                    <a:pt x="355333" y="1359705"/>
                  </a:lnTo>
                  <a:lnTo>
                    <a:pt x="353714" y="1356781"/>
                  </a:lnTo>
                  <a:lnTo>
                    <a:pt x="352041" y="1353856"/>
                  </a:lnTo>
                  <a:lnTo>
                    <a:pt x="350312" y="1350932"/>
                  </a:lnTo>
                  <a:lnTo>
                    <a:pt x="348543" y="1348008"/>
                  </a:lnTo>
                  <a:lnTo>
                    <a:pt x="346734" y="1345084"/>
                  </a:lnTo>
                  <a:lnTo>
                    <a:pt x="344873" y="1342160"/>
                  </a:lnTo>
                  <a:lnTo>
                    <a:pt x="342971" y="1339236"/>
                  </a:lnTo>
                  <a:lnTo>
                    <a:pt x="341036" y="1336312"/>
                  </a:lnTo>
                  <a:lnTo>
                    <a:pt x="339070" y="1333388"/>
                  </a:lnTo>
                  <a:lnTo>
                    <a:pt x="337062" y="1330464"/>
                  </a:lnTo>
                  <a:lnTo>
                    <a:pt x="335031" y="1327540"/>
                  </a:lnTo>
                  <a:lnTo>
                    <a:pt x="332979" y="1324615"/>
                  </a:lnTo>
                  <a:lnTo>
                    <a:pt x="330907" y="1321691"/>
                  </a:lnTo>
                  <a:lnTo>
                    <a:pt x="328816" y="1318767"/>
                  </a:lnTo>
                  <a:lnTo>
                    <a:pt x="326718" y="1315843"/>
                  </a:lnTo>
                  <a:lnTo>
                    <a:pt x="324615" y="1312919"/>
                  </a:lnTo>
                  <a:lnTo>
                    <a:pt x="322511" y="1309995"/>
                  </a:lnTo>
                  <a:lnTo>
                    <a:pt x="320415" y="1307071"/>
                  </a:lnTo>
                  <a:lnTo>
                    <a:pt x="318328" y="1304147"/>
                  </a:lnTo>
                  <a:lnTo>
                    <a:pt x="316255" y="1301223"/>
                  </a:lnTo>
                  <a:lnTo>
                    <a:pt x="314211" y="1298299"/>
                  </a:lnTo>
                  <a:lnTo>
                    <a:pt x="312195" y="1295374"/>
                  </a:lnTo>
                  <a:lnTo>
                    <a:pt x="310210" y="1292450"/>
                  </a:lnTo>
                  <a:lnTo>
                    <a:pt x="308261" y="1289526"/>
                  </a:lnTo>
                  <a:lnTo>
                    <a:pt x="306373" y="1286602"/>
                  </a:lnTo>
                  <a:lnTo>
                    <a:pt x="304532" y="1283678"/>
                  </a:lnTo>
                  <a:lnTo>
                    <a:pt x="302742" y="1280754"/>
                  </a:lnTo>
                  <a:lnTo>
                    <a:pt x="301019" y="1277830"/>
                  </a:lnTo>
                  <a:lnTo>
                    <a:pt x="299379" y="1274906"/>
                  </a:lnTo>
                  <a:lnTo>
                    <a:pt x="297806" y="1271982"/>
                  </a:lnTo>
                  <a:lnTo>
                    <a:pt x="296301" y="1269058"/>
                  </a:lnTo>
                  <a:lnTo>
                    <a:pt x="294901" y="1266134"/>
                  </a:lnTo>
                  <a:lnTo>
                    <a:pt x="293594" y="1263209"/>
                  </a:lnTo>
                  <a:lnTo>
                    <a:pt x="292371" y="1260285"/>
                  </a:lnTo>
                  <a:lnTo>
                    <a:pt x="291233" y="1257361"/>
                  </a:lnTo>
                  <a:lnTo>
                    <a:pt x="290236" y="1254437"/>
                  </a:lnTo>
                  <a:lnTo>
                    <a:pt x="289334" y="1251513"/>
                  </a:lnTo>
                  <a:lnTo>
                    <a:pt x="288528" y="1248589"/>
                  </a:lnTo>
                  <a:lnTo>
                    <a:pt x="287834" y="1245665"/>
                  </a:lnTo>
                  <a:lnTo>
                    <a:pt x="287285" y="1242741"/>
                  </a:lnTo>
                  <a:lnTo>
                    <a:pt x="286838" y="1239817"/>
                  </a:lnTo>
                  <a:lnTo>
                    <a:pt x="286494" y="1236893"/>
                  </a:lnTo>
                  <a:lnTo>
                    <a:pt x="286289" y="1233968"/>
                  </a:lnTo>
                  <a:lnTo>
                    <a:pt x="286218" y="1231044"/>
                  </a:lnTo>
                  <a:lnTo>
                    <a:pt x="286252" y="1228120"/>
                  </a:lnTo>
                  <a:lnTo>
                    <a:pt x="286392" y="1225196"/>
                  </a:lnTo>
                  <a:lnTo>
                    <a:pt x="286690" y="1222272"/>
                  </a:lnTo>
                  <a:lnTo>
                    <a:pt x="287102" y="1219348"/>
                  </a:lnTo>
                  <a:lnTo>
                    <a:pt x="287618" y="1216424"/>
                  </a:lnTo>
                  <a:lnTo>
                    <a:pt x="288245" y="1213500"/>
                  </a:lnTo>
                  <a:lnTo>
                    <a:pt x="289024" y="1210576"/>
                  </a:lnTo>
                  <a:lnTo>
                    <a:pt x="289901" y="1207652"/>
                  </a:lnTo>
                  <a:lnTo>
                    <a:pt x="290875" y="1204727"/>
                  </a:lnTo>
                  <a:lnTo>
                    <a:pt x="291966" y="1201803"/>
                  </a:lnTo>
                  <a:lnTo>
                    <a:pt x="293179" y="1198879"/>
                  </a:lnTo>
                  <a:lnTo>
                    <a:pt x="294479" y="1195955"/>
                  </a:lnTo>
                  <a:lnTo>
                    <a:pt x="295865" y="1193031"/>
                  </a:lnTo>
                  <a:lnTo>
                    <a:pt x="297365" y="1190107"/>
                  </a:lnTo>
                  <a:lnTo>
                    <a:pt x="298955" y="1187183"/>
                  </a:lnTo>
                  <a:lnTo>
                    <a:pt x="300618" y="1184259"/>
                  </a:lnTo>
                  <a:lnTo>
                    <a:pt x="302352" y="1181335"/>
                  </a:lnTo>
                  <a:lnTo>
                    <a:pt x="304187" y="1178411"/>
                  </a:lnTo>
                  <a:lnTo>
                    <a:pt x="306082" y="1175486"/>
                  </a:lnTo>
                  <a:lnTo>
                    <a:pt x="308032" y="1172562"/>
                  </a:lnTo>
                  <a:lnTo>
                    <a:pt x="310044" y="1169638"/>
                  </a:lnTo>
                  <a:lnTo>
                    <a:pt x="312119" y="1166714"/>
                  </a:lnTo>
                  <a:lnTo>
                    <a:pt x="314235" y="1163790"/>
                  </a:lnTo>
                  <a:lnTo>
                    <a:pt x="316388" y="1160866"/>
                  </a:lnTo>
                  <a:lnTo>
                    <a:pt x="318584" y="1157942"/>
                  </a:lnTo>
                  <a:lnTo>
                    <a:pt x="320811" y="1155018"/>
                  </a:lnTo>
                  <a:lnTo>
                    <a:pt x="323058" y="1152094"/>
                  </a:lnTo>
                  <a:lnTo>
                    <a:pt x="325323" y="1149170"/>
                  </a:lnTo>
                  <a:lnTo>
                    <a:pt x="327605" y="1146246"/>
                  </a:lnTo>
                  <a:lnTo>
                    <a:pt x="329891" y="1143321"/>
                  </a:lnTo>
                  <a:lnTo>
                    <a:pt x="332178" y="1140397"/>
                  </a:lnTo>
                  <a:lnTo>
                    <a:pt x="334463" y="1137473"/>
                  </a:lnTo>
                  <a:lnTo>
                    <a:pt x="336733" y="1134549"/>
                  </a:lnTo>
                  <a:lnTo>
                    <a:pt x="338988" y="1131625"/>
                  </a:lnTo>
                  <a:lnTo>
                    <a:pt x="341225" y="1128701"/>
                  </a:lnTo>
                  <a:lnTo>
                    <a:pt x="343435" y="1125777"/>
                  </a:lnTo>
                  <a:lnTo>
                    <a:pt x="345606" y="1122853"/>
                  </a:lnTo>
                  <a:lnTo>
                    <a:pt x="347744" y="1119929"/>
                  </a:lnTo>
                  <a:lnTo>
                    <a:pt x="349847" y="1117005"/>
                  </a:lnTo>
                  <a:lnTo>
                    <a:pt x="351894" y="1114080"/>
                  </a:lnTo>
                  <a:lnTo>
                    <a:pt x="353887" y="1111156"/>
                  </a:lnTo>
                  <a:lnTo>
                    <a:pt x="355832" y="1108232"/>
                  </a:lnTo>
                  <a:lnTo>
                    <a:pt x="357727" y="1105308"/>
                  </a:lnTo>
                  <a:lnTo>
                    <a:pt x="359535" y="1102384"/>
                  </a:lnTo>
                  <a:lnTo>
                    <a:pt x="361284" y="1099460"/>
                  </a:lnTo>
                  <a:lnTo>
                    <a:pt x="362971" y="1096536"/>
                  </a:lnTo>
                  <a:lnTo>
                    <a:pt x="364586" y="1093612"/>
                  </a:lnTo>
                  <a:lnTo>
                    <a:pt x="366106" y="1090688"/>
                  </a:lnTo>
                  <a:lnTo>
                    <a:pt x="367558" y="1087764"/>
                  </a:lnTo>
                  <a:lnTo>
                    <a:pt x="368940" y="1084839"/>
                  </a:lnTo>
                  <a:lnTo>
                    <a:pt x="370226" y="1081915"/>
                  </a:lnTo>
                  <a:lnTo>
                    <a:pt x="371421" y="1078991"/>
                  </a:lnTo>
                  <a:lnTo>
                    <a:pt x="372541" y="1076067"/>
                  </a:lnTo>
                  <a:lnTo>
                    <a:pt x="373586" y="1073143"/>
                  </a:lnTo>
                  <a:lnTo>
                    <a:pt x="374517" y="1070219"/>
                  </a:lnTo>
                  <a:lnTo>
                    <a:pt x="375366" y="1067295"/>
                  </a:lnTo>
                  <a:lnTo>
                    <a:pt x="376138" y="1064371"/>
                  </a:lnTo>
                  <a:lnTo>
                    <a:pt x="376827" y="1061447"/>
                  </a:lnTo>
                  <a:lnTo>
                    <a:pt x="377402" y="1058523"/>
                  </a:lnTo>
                  <a:lnTo>
                    <a:pt x="377901" y="1055599"/>
                  </a:lnTo>
                  <a:lnTo>
                    <a:pt x="378326" y="1052674"/>
                  </a:lnTo>
                  <a:lnTo>
                    <a:pt x="378657" y="1049750"/>
                  </a:lnTo>
                  <a:lnTo>
                    <a:pt x="378891" y="1046826"/>
                  </a:lnTo>
                  <a:lnTo>
                    <a:pt x="379054" y="1043902"/>
                  </a:lnTo>
                  <a:lnTo>
                    <a:pt x="379145" y="1040978"/>
                  </a:lnTo>
                  <a:lnTo>
                    <a:pt x="379137" y="1038054"/>
                  </a:lnTo>
                  <a:lnTo>
                    <a:pt x="379051" y="1035130"/>
                  </a:lnTo>
                  <a:lnTo>
                    <a:pt x="378898" y="1032206"/>
                  </a:lnTo>
                  <a:lnTo>
                    <a:pt x="378678" y="1029282"/>
                  </a:lnTo>
                  <a:lnTo>
                    <a:pt x="378393" y="1026687"/>
                  </a:lnTo>
                  <a:lnTo>
                    <a:pt x="378357" y="1026358"/>
                  </a:lnTo>
                  <a:lnTo>
                    <a:pt x="377974" y="1023433"/>
                  </a:lnTo>
                  <a:lnTo>
                    <a:pt x="377528" y="1020509"/>
                  </a:lnTo>
                  <a:lnTo>
                    <a:pt x="377010" y="1017585"/>
                  </a:lnTo>
                  <a:lnTo>
                    <a:pt x="376408" y="1014661"/>
                  </a:lnTo>
                  <a:lnTo>
                    <a:pt x="375745" y="1011737"/>
                  </a:lnTo>
                  <a:lnTo>
                    <a:pt x="375022" y="1008813"/>
                  </a:lnTo>
                  <a:lnTo>
                    <a:pt x="374219" y="1005889"/>
                  </a:lnTo>
                  <a:lnTo>
                    <a:pt x="373340" y="1002965"/>
                  </a:lnTo>
                  <a:lnTo>
                    <a:pt x="372399" y="1000041"/>
                  </a:lnTo>
                  <a:lnTo>
                    <a:pt x="371396" y="997117"/>
                  </a:lnTo>
                  <a:lnTo>
                    <a:pt x="370296" y="994192"/>
                  </a:lnTo>
                  <a:lnTo>
                    <a:pt x="369122" y="991268"/>
                  </a:lnTo>
                  <a:lnTo>
                    <a:pt x="367879" y="988344"/>
                  </a:lnTo>
                  <a:lnTo>
                    <a:pt x="366557" y="985420"/>
                  </a:lnTo>
                  <a:lnTo>
                    <a:pt x="365120" y="982496"/>
                  </a:lnTo>
                  <a:lnTo>
                    <a:pt x="363601" y="979572"/>
                  </a:lnTo>
                  <a:lnTo>
                    <a:pt x="361996" y="976648"/>
                  </a:lnTo>
                  <a:lnTo>
                    <a:pt x="360276" y="973724"/>
                  </a:lnTo>
                  <a:lnTo>
                    <a:pt x="358427" y="970800"/>
                  </a:lnTo>
                  <a:lnTo>
                    <a:pt x="356472" y="967876"/>
                  </a:lnTo>
                  <a:lnTo>
                    <a:pt x="354407" y="964952"/>
                  </a:lnTo>
                  <a:lnTo>
                    <a:pt x="352173" y="962027"/>
                  </a:lnTo>
                  <a:lnTo>
                    <a:pt x="349792" y="959103"/>
                  </a:lnTo>
                  <a:lnTo>
                    <a:pt x="347274" y="956179"/>
                  </a:lnTo>
                  <a:lnTo>
                    <a:pt x="344614" y="953255"/>
                  </a:lnTo>
                  <a:lnTo>
                    <a:pt x="341716" y="950331"/>
                  </a:lnTo>
                  <a:lnTo>
                    <a:pt x="338652" y="947407"/>
                  </a:lnTo>
                  <a:lnTo>
                    <a:pt x="335419" y="944483"/>
                  </a:lnTo>
                  <a:lnTo>
                    <a:pt x="331976" y="941559"/>
                  </a:lnTo>
                  <a:lnTo>
                    <a:pt x="328267" y="938635"/>
                  </a:lnTo>
                  <a:lnTo>
                    <a:pt x="324359" y="935711"/>
                  </a:lnTo>
                  <a:lnTo>
                    <a:pt x="320247" y="932786"/>
                  </a:lnTo>
                  <a:lnTo>
                    <a:pt x="315846" y="929862"/>
                  </a:lnTo>
                  <a:lnTo>
                    <a:pt x="311170" y="926938"/>
                  </a:lnTo>
                  <a:lnTo>
                    <a:pt x="306266" y="924014"/>
                  </a:lnTo>
                  <a:lnTo>
                    <a:pt x="301128" y="921090"/>
                  </a:lnTo>
                  <a:lnTo>
                    <a:pt x="295626" y="918166"/>
                  </a:lnTo>
                  <a:lnTo>
                    <a:pt x="289864" y="915242"/>
                  </a:lnTo>
                  <a:lnTo>
                    <a:pt x="283854" y="912318"/>
                  </a:lnTo>
                  <a:lnTo>
                    <a:pt x="277571" y="909394"/>
                  </a:lnTo>
                  <a:lnTo>
                    <a:pt x="270919" y="906470"/>
                  </a:lnTo>
                  <a:lnTo>
                    <a:pt x="264022" y="903545"/>
                  </a:lnTo>
                  <a:lnTo>
                    <a:pt x="256879" y="900621"/>
                  </a:lnTo>
                  <a:lnTo>
                    <a:pt x="249430" y="897697"/>
                  </a:lnTo>
                  <a:lnTo>
                    <a:pt x="241678" y="894773"/>
                  </a:lnTo>
                  <a:lnTo>
                    <a:pt x="233703" y="891849"/>
                  </a:lnTo>
                  <a:lnTo>
                    <a:pt x="225511" y="888925"/>
                  </a:lnTo>
                  <a:lnTo>
                    <a:pt x="217027" y="886001"/>
                  </a:lnTo>
                  <a:lnTo>
                    <a:pt x="208334" y="883077"/>
                  </a:lnTo>
                  <a:lnTo>
                    <a:pt x="199472" y="880153"/>
                  </a:lnTo>
                  <a:lnTo>
                    <a:pt x="190447" y="877229"/>
                  </a:lnTo>
                  <a:lnTo>
                    <a:pt x="181219" y="874305"/>
                  </a:lnTo>
                  <a:lnTo>
                    <a:pt x="171890" y="871380"/>
                  </a:lnTo>
                  <a:lnTo>
                    <a:pt x="162476" y="868456"/>
                  </a:lnTo>
                  <a:lnTo>
                    <a:pt x="152984" y="865532"/>
                  </a:lnTo>
                  <a:lnTo>
                    <a:pt x="143456" y="862608"/>
                  </a:lnTo>
                  <a:lnTo>
                    <a:pt x="133934" y="859684"/>
                  </a:lnTo>
                  <a:lnTo>
                    <a:pt x="124437" y="856760"/>
                  </a:lnTo>
                  <a:lnTo>
                    <a:pt x="115018" y="853836"/>
                  </a:lnTo>
                  <a:lnTo>
                    <a:pt x="105725" y="850912"/>
                  </a:lnTo>
                  <a:lnTo>
                    <a:pt x="96564" y="847988"/>
                  </a:lnTo>
                  <a:lnTo>
                    <a:pt x="87557" y="845064"/>
                  </a:lnTo>
                  <a:lnTo>
                    <a:pt x="78851" y="842139"/>
                  </a:lnTo>
                  <a:lnTo>
                    <a:pt x="70403" y="839215"/>
                  </a:lnTo>
                  <a:lnTo>
                    <a:pt x="62222" y="836291"/>
                  </a:lnTo>
                  <a:lnTo>
                    <a:pt x="54367" y="833367"/>
                  </a:lnTo>
                  <a:lnTo>
                    <a:pt x="47009" y="830443"/>
                  </a:lnTo>
                  <a:lnTo>
                    <a:pt x="40027" y="827519"/>
                  </a:lnTo>
                  <a:lnTo>
                    <a:pt x="33441" y="824595"/>
                  </a:lnTo>
                  <a:lnTo>
                    <a:pt x="27398" y="821671"/>
                  </a:lnTo>
                  <a:lnTo>
                    <a:pt x="21957" y="818747"/>
                  </a:lnTo>
                  <a:lnTo>
                    <a:pt x="17003" y="815823"/>
                  </a:lnTo>
                  <a:lnTo>
                    <a:pt x="12550" y="812898"/>
                  </a:lnTo>
                  <a:lnTo>
                    <a:pt x="8862" y="809974"/>
                  </a:lnTo>
                  <a:lnTo>
                    <a:pt x="5800" y="807050"/>
                  </a:lnTo>
                  <a:lnTo>
                    <a:pt x="3302" y="804126"/>
                  </a:lnTo>
                  <a:lnTo>
                    <a:pt x="1396" y="801202"/>
                  </a:lnTo>
                  <a:lnTo>
                    <a:pt x="400" y="798278"/>
                  </a:lnTo>
                  <a:lnTo>
                    <a:pt x="79" y="795933"/>
                  </a:lnTo>
                  <a:lnTo>
                    <a:pt x="0" y="795354"/>
                  </a:lnTo>
                  <a:lnTo>
                    <a:pt x="196" y="792430"/>
                  </a:lnTo>
                  <a:lnTo>
                    <a:pt x="1112" y="789506"/>
                  </a:lnTo>
                  <a:lnTo>
                    <a:pt x="2849" y="786582"/>
                  </a:lnTo>
                  <a:lnTo>
                    <a:pt x="5173" y="783657"/>
                  </a:lnTo>
                  <a:lnTo>
                    <a:pt x="5937" y="782889"/>
                  </a:lnTo>
                  <a:lnTo>
                    <a:pt x="8079" y="780733"/>
                  </a:lnTo>
                  <a:lnTo>
                    <a:pt x="11765" y="777809"/>
                  </a:lnTo>
                  <a:lnTo>
                    <a:pt x="16117" y="774885"/>
                  </a:lnTo>
                  <a:lnTo>
                    <a:pt x="21000" y="771961"/>
                  </a:lnTo>
                  <a:lnTo>
                    <a:pt x="26402" y="769037"/>
                  </a:lnTo>
                  <a:lnTo>
                    <a:pt x="32560" y="766113"/>
                  </a:lnTo>
                  <a:lnTo>
                    <a:pt x="39191" y="763189"/>
                  </a:lnTo>
                  <a:lnTo>
                    <a:pt x="46258" y="760265"/>
                  </a:lnTo>
                  <a:lnTo>
                    <a:pt x="53791" y="757341"/>
                  </a:lnTo>
                  <a:lnTo>
                    <a:pt x="61865" y="754417"/>
                  </a:lnTo>
                  <a:lnTo>
                    <a:pt x="70269" y="751492"/>
                  </a:lnTo>
                  <a:lnTo>
                    <a:pt x="78984" y="748568"/>
                  </a:lnTo>
                  <a:lnTo>
                    <a:pt x="88058" y="745644"/>
                  </a:lnTo>
                  <a:lnTo>
                    <a:pt x="97425" y="742720"/>
                  </a:lnTo>
                  <a:lnTo>
                    <a:pt x="106986" y="739796"/>
                  </a:lnTo>
                  <a:lnTo>
                    <a:pt x="116718" y="736872"/>
                  </a:lnTo>
                  <a:lnTo>
                    <a:pt x="126637" y="733948"/>
                  </a:lnTo>
                  <a:lnTo>
                    <a:pt x="136644" y="731024"/>
                  </a:lnTo>
                  <a:lnTo>
                    <a:pt x="146705" y="728100"/>
                  </a:lnTo>
                  <a:lnTo>
                    <a:pt x="156798" y="725176"/>
                  </a:lnTo>
                  <a:lnTo>
                    <a:pt x="166868" y="722251"/>
                  </a:lnTo>
                  <a:lnTo>
                    <a:pt x="176880" y="719327"/>
                  </a:lnTo>
                  <a:lnTo>
                    <a:pt x="186818" y="716403"/>
                  </a:lnTo>
                  <a:lnTo>
                    <a:pt x="196634" y="713479"/>
                  </a:lnTo>
                  <a:lnTo>
                    <a:pt x="206259" y="710555"/>
                  </a:lnTo>
                  <a:lnTo>
                    <a:pt x="215719" y="707631"/>
                  </a:lnTo>
                  <a:lnTo>
                    <a:pt x="224999" y="704707"/>
                  </a:lnTo>
                  <a:lnTo>
                    <a:pt x="233997" y="701783"/>
                  </a:lnTo>
                  <a:lnTo>
                    <a:pt x="242715" y="698859"/>
                  </a:lnTo>
                  <a:lnTo>
                    <a:pt x="251187" y="695935"/>
                  </a:lnTo>
                  <a:lnTo>
                    <a:pt x="259402" y="693010"/>
                  </a:lnTo>
                  <a:lnTo>
                    <a:pt x="267191" y="690086"/>
                  </a:lnTo>
                  <a:lnTo>
                    <a:pt x="274679" y="687162"/>
                  </a:lnTo>
                  <a:lnTo>
                    <a:pt x="281870" y="684238"/>
                  </a:lnTo>
                  <a:lnTo>
                    <a:pt x="288718" y="681314"/>
                  </a:lnTo>
                  <a:lnTo>
                    <a:pt x="295114" y="678390"/>
                  </a:lnTo>
                  <a:lnTo>
                    <a:pt x="301195" y="675466"/>
                  </a:lnTo>
                  <a:lnTo>
                    <a:pt x="306959" y="672542"/>
                  </a:lnTo>
                  <a:lnTo>
                    <a:pt x="312309" y="669618"/>
                  </a:lnTo>
                  <a:lnTo>
                    <a:pt x="317254" y="666694"/>
                  </a:lnTo>
                  <a:lnTo>
                    <a:pt x="321886" y="663770"/>
                  </a:lnTo>
                  <a:lnTo>
                    <a:pt x="326206" y="660845"/>
                  </a:lnTo>
                  <a:lnTo>
                    <a:pt x="330079" y="657921"/>
                  </a:lnTo>
                  <a:lnTo>
                    <a:pt x="333623" y="654997"/>
                  </a:lnTo>
                  <a:lnTo>
                    <a:pt x="336876" y="652073"/>
                  </a:lnTo>
                  <a:lnTo>
                    <a:pt x="339831" y="649149"/>
                  </a:lnTo>
                  <a:lnTo>
                    <a:pt x="342371" y="646225"/>
                  </a:lnTo>
                  <a:lnTo>
                    <a:pt x="344653" y="643301"/>
                  </a:lnTo>
                  <a:lnTo>
                    <a:pt x="346685" y="640377"/>
                  </a:lnTo>
                  <a:lnTo>
                    <a:pt x="348423" y="637453"/>
                  </a:lnTo>
                  <a:lnTo>
                    <a:pt x="349856" y="634529"/>
                  </a:lnTo>
                  <a:lnTo>
                    <a:pt x="351080" y="631604"/>
                  </a:lnTo>
                  <a:lnTo>
                    <a:pt x="352100" y="628680"/>
                  </a:lnTo>
                  <a:lnTo>
                    <a:pt x="352860" y="625756"/>
                  </a:lnTo>
                  <a:lnTo>
                    <a:pt x="353418" y="622832"/>
                  </a:lnTo>
                  <a:lnTo>
                    <a:pt x="353817" y="619908"/>
                  </a:lnTo>
                  <a:lnTo>
                    <a:pt x="354067" y="616984"/>
                  </a:lnTo>
                  <a:lnTo>
                    <a:pt x="354111" y="614060"/>
                  </a:lnTo>
                  <a:lnTo>
                    <a:pt x="354039" y="611136"/>
                  </a:lnTo>
                  <a:lnTo>
                    <a:pt x="353861" y="608212"/>
                  </a:lnTo>
                  <a:lnTo>
                    <a:pt x="353576" y="605288"/>
                  </a:lnTo>
                  <a:lnTo>
                    <a:pt x="353178" y="602363"/>
                  </a:lnTo>
                  <a:lnTo>
                    <a:pt x="352719" y="599439"/>
                  </a:lnTo>
                  <a:lnTo>
                    <a:pt x="352204" y="596515"/>
                  </a:lnTo>
                  <a:lnTo>
                    <a:pt x="351632" y="593591"/>
                  </a:lnTo>
                  <a:lnTo>
                    <a:pt x="351024" y="590667"/>
                  </a:lnTo>
                  <a:lnTo>
                    <a:pt x="350400" y="587743"/>
                  </a:lnTo>
                  <a:lnTo>
                    <a:pt x="349765" y="584819"/>
                  </a:lnTo>
                  <a:lnTo>
                    <a:pt x="349131" y="581895"/>
                  </a:lnTo>
                  <a:lnTo>
                    <a:pt x="348514" y="578971"/>
                  </a:lnTo>
                  <a:lnTo>
                    <a:pt x="347917" y="576047"/>
                  </a:lnTo>
                  <a:lnTo>
                    <a:pt x="347349" y="573123"/>
                  </a:lnTo>
                  <a:lnTo>
                    <a:pt x="346837" y="570198"/>
                  </a:lnTo>
                  <a:lnTo>
                    <a:pt x="346372" y="567274"/>
                  </a:lnTo>
                  <a:lnTo>
                    <a:pt x="345957" y="564350"/>
                  </a:lnTo>
                  <a:lnTo>
                    <a:pt x="345610" y="561426"/>
                  </a:lnTo>
                  <a:lnTo>
                    <a:pt x="345349" y="558502"/>
                  </a:lnTo>
                  <a:lnTo>
                    <a:pt x="345155" y="555578"/>
                  </a:lnTo>
                  <a:lnTo>
                    <a:pt x="345031" y="552654"/>
                  </a:lnTo>
                  <a:lnTo>
                    <a:pt x="345011" y="549730"/>
                  </a:lnTo>
                  <a:lnTo>
                    <a:pt x="345083" y="546806"/>
                  </a:lnTo>
                  <a:lnTo>
                    <a:pt x="345234" y="543882"/>
                  </a:lnTo>
                  <a:lnTo>
                    <a:pt x="345466" y="540957"/>
                  </a:lnTo>
                  <a:lnTo>
                    <a:pt x="345825" y="538033"/>
                  </a:lnTo>
                  <a:lnTo>
                    <a:pt x="346268" y="535109"/>
                  </a:lnTo>
                  <a:lnTo>
                    <a:pt x="346791" y="532185"/>
                  </a:lnTo>
                  <a:lnTo>
                    <a:pt x="347408" y="529261"/>
                  </a:lnTo>
                  <a:lnTo>
                    <a:pt x="348138" y="526337"/>
                  </a:lnTo>
                  <a:lnTo>
                    <a:pt x="348945" y="523413"/>
                  </a:lnTo>
                  <a:lnTo>
                    <a:pt x="349826" y="520489"/>
                  </a:lnTo>
                  <a:lnTo>
                    <a:pt x="350803" y="517565"/>
                  </a:lnTo>
                  <a:lnTo>
                    <a:pt x="351866" y="514641"/>
                  </a:lnTo>
                  <a:lnTo>
                    <a:pt x="352992" y="511716"/>
                  </a:lnTo>
                  <a:lnTo>
                    <a:pt x="354181" y="508792"/>
                  </a:lnTo>
                  <a:lnTo>
                    <a:pt x="355454" y="505868"/>
                  </a:lnTo>
                  <a:lnTo>
                    <a:pt x="356782" y="502944"/>
                  </a:lnTo>
                  <a:lnTo>
                    <a:pt x="358157" y="500020"/>
                  </a:lnTo>
                  <a:lnTo>
                    <a:pt x="359578" y="497096"/>
                  </a:lnTo>
                  <a:lnTo>
                    <a:pt x="361055" y="494172"/>
                  </a:lnTo>
                  <a:lnTo>
                    <a:pt x="362561" y="491248"/>
                  </a:lnTo>
                  <a:lnTo>
                    <a:pt x="364093" y="488324"/>
                  </a:lnTo>
                  <a:lnTo>
                    <a:pt x="365652" y="485400"/>
                  </a:lnTo>
                  <a:lnTo>
                    <a:pt x="367230" y="482476"/>
                  </a:lnTo>
                  <a:lnTo>
                    <a:pt x="368817" y="479551"/>
                  </a:lnTo>
                  <a:lnTo>
                    <a:pt x="370410" y="476627"/>
                  </a:lnTo>
                  <a:lnTo>
                    <a:pt x="372001" y="473703"/>
                  </a:lnTo>
                  <a:lnTo>
                    <a:pt x="373584" y="470779"/>
                  </a:lnTo>
                  <a:lnTo>
                    <a:pt x="375156" y="467855"/>
                  </a:lnTo>
                  <a:lnTo>
                    <a:pt x="376713" y="464931"/>
                  </a:lnTo>
                  <a:lnTo>
                    <a:pt x="378239" y="462007"/>
                  </a:lnTo>
                  <a:lnTo>
                    <a:pt x="379737" y="459083"/>
                  </a:lnTo>
                  <a:lnTo>
                    <a:pt x="381207" y="456159"/>
                  </a:lnTo>
                  <a:lnTo>
                    <a:pt x="382641" y="453235"/>
                  </a:lnTo>
                  <a:lnTo>
                    <a:pt x="384021" y="450310"/>
                  </a:lnTo>
                  <a:lnTo>
                    <a:pt x="385362" y="447386"/>
                  </a:lnTo>
                  <a:lnTo>
                    <a:pt x="386660" y="444462"/>
                  </a:lnTo>
                  <a:lnTo>
                    <a:pt x="387898" y="441538"/>
                  </a:lnTo>
                  <a:lnTo>
                    <a:pt x="389075" y="438614"/>
                  </a:lnTo>
                  <a:lnTo>
                    <a:pt x="390201" y="435690"/>
                  </a:lnTo>
                  <a:lnTo>
                    <a:pt x="391276" y="432766"/>
                  </a:lnTo>
                  <a:lnTo>
                    <a:pt x="392271" y="429842"/>
                  </a:lnTo>
                  <a:lnTo>
                    <a:pt x="393205" y="426918"/>
                  </a:lnTo>
                  <a:lnTo>
                    <a:pt x="394082" y="423994"/>
                  </a:lnTo>
                  <a:lnTo>
                    <a:pt x="394899" y="421069"/>
                  </a:lnTo>
                  <a:lnTo>
                    <a:pt x="395628" y="418145"/>
                  </a:lnTo>
                  <a:lnTo>
                    <a:pt x="396299" y="415221"/>
                  </a:lnTo>
                  <a:lnTo>
                    <a:pt x="396912" y="412297"/>
                  </a:lnTo>
                  <a:lnTo>
                    <a:pt x="397453" y="409373"/>
                  </a:lnTo>
                  <a:lnTo>
                    <a:pt x="397917" y="406449"/>
                  </a:lnTo>
                  <a:lnTo>
                    <a:pt x="398324" y="403525"/>
                  </a:lnTo>
                  <a:lnTo>
                    <a:pt x="398674" y="400601"/>
                  </a:lnTo>
                  <a:lnTo>
                    <a:pt x="398945" y="397677"/>
                  </a:lnTo>
                  <a:lnTo>
                    <a:pt x="399154" y="394753"/>
                  </a:lnTo>
                  <a:lnTo>
                    <a:pt x="399310" y="391828"/>
                  </a:lnTo>
                  <a:lnTo>
                    <a:pt x="399413" y="388904"/>
                  </a:lnTo>
                  <a:lnTo>
                    <a:pt x="399437" y="385980"/>
                  </a:lnTo>
                  <a:lnTo>
                    <a:pt x="399413" y="383056"/>
                  </a:lnTo>
                  <a:lnTo>
                    <a:pt x="399343" y="380132"/>
                  </a:lnTo>
                  <a:lnTo>
                    <a:pt x="399220" y="377208"/>
                  </a:lnTo>
                  <a:lnTo>
                    <a:pt x="399037" y="374284"/>
                  </a:lnTo>
                  <a:lnTo>
                    <a:pt x="398815" y="371360"/>
                  </a:lnTo>
                  <a:lnTo>
                    <a:pt x="398553" y="368436"/>
                  </a:lnTo>
                  <a:lnTo>
                    <a:pt x="398244" y="365512"/>
                  </a:lnTo>
                  <a:lnTo>
                    <a:pt x="397894" y="362588"/>
                  </a:lnTo>
                  <a:lnTo>
                    <a:pt x="397513" y="359663"/>
                  </a:lnTo>
                  <a:lnTo>
                    <a:pt x="397103" y="356739"/>
                  </a:lnTo>
                  <a:lnTo>
                    <a:pt x="396654" y="353815"/>
                  </a:lnTo>
                  <a:lnTo>
                    <a:pt x="396181" y="350891"/>
                  </a:lnTo>
                  <a:lnTo>
                    <a:pt x="395688" y="347967"/>
                  </a:lnTo>
                  <a:lnTo>
                    <a:pt x="395175" y="345043"/>
                  </a:lnTo>
                  <a:lnTo>
                    <a:pt x="394640" y="342119"/>
                  </a:lnTo>
                  <a:lnTo>
                    <a:pt x="394095" y="339195"/>
                  </a:lnTo>
                  <a:lnTo>
                    <a:pt x="393539" y="336271"/>
                  </a:lnTo>
                  <a:lnTo>
                    <a:pt x="392975" y="333347"/>
                  </a:lnTo>
                  <a:lnTo>
                    <a:pt x="392407" y="330422"/>
                  </a:lnTo>
                  <a:lnTo>
                    <a:pt x="391839" y="327498"/>
                  </a:lnTo>
                  <a:lnTo>
                    <a:pt x="391271" y="324574"/>
                  </a:lnTo>
                  <a:lnTo>
                    <a:pt x="390711" y="321650"/>
                  </a:lnTo>
                  <a:lnTo>
                    <a:pt x="390159" y="318726"/>
                  </a:lnTo>
                  <a:lnTo>
                    <a:pt x="389618" y="315802"/>
                  </a:lnTo>
                  <a:lnTo>
                    <a:pt x="389089" y="312878"/>
                  </a:lnTo>
                  <a:lnTo>
                    <a:pt x="388583" y="309954"/>
                  </a:lnTo>
                  <a:lnTo>
                    <a:pt x="388095" y="307030"/>
                  </a:lnTo>
                  <a:lnTo>
                    <a:pt x="387627" y="304106"/>
                  </a:lnTo>
                  <a:lnTo>
                    <a:pt x="387184" y="301181"/>
                  </a:lnTo>
                  <a:lnTo>
                    <a:pt x="386775" y="298257"/>
                  </a:lnTo>
                  <a:lnTo>
                    <a:pt x="386392" y="295333"/>
                  </a:lnTo>
                  <a:lnTo>
                    <a:pt x="386036" y="292409"/>
                  </a:lnTo>
                  <a:lnTo>
                    <a:pt x="385719" y="289485"/>
                  </a:lnTo>
                  <a:lnTo>
                    <a:pt x="385441" y="286561"/>
                  </a:lnTo>
                  <a:lnTo>
                    <a:pt x="385194" y="283637"/>
                  </a:lnTo>
                  <a:lnTo>
                    <a:pt x="384980" y="280713"/>
                  </a:lnTo>
                  <a:lnTo>
                    <a:pt x="384818" y="277789"/>
                  </a:lnTo>
                  <a:lnTo>
                    <a:pt x="384693" y="274865"/>
                  </a:lnTo>
                  <a:lnTo>
                    <a:pt x="384604" y="271941"/>
                  </a:lnTo>
                  <a:lnTo>
                    <a:pt x="384553" y="269016"/>
                  </a:lnTo>
                  <a:lnTo>
                    <a:pt x="384557" y="266092"/>
                  </a:lnTo>
                  <a:lnTo>
                    <a:pt x="384596" y="263168"/>
                  </a:lnTo>
                  <a:lnTo>
                    <a:pt x="384672" y="260244"/>
                  </a:lnTo>
                  <a:lnTo>
                    <a:pt x="384792" y="257320"/>
                  </a:lnTo>
                  <a:lnTo>
                    <a:pt x="384959" y="254396"/>
                  </a:lnTo>
                  <a:lnTo>
                    <a:pt x="385160" y="251472"/>
                  </a:lnTo>
                  <a:lnTo>
                    <a:pt x="385395" y="248548"/>
                  </a:lnTo>
                  <a:lnTo>
                    <a:pt x="385676" y="245624"/>
                  </a:lnTo>
                  <a:lnTo>
                    <a:pt x="385994" y="242700"/>
                  </a:lnTo>
                  <a:lnTo>
                    <a:pt x="386341" y="239775"/>
                  </a:lnTo>
                  <a:lnTo>
                    <a:pt x="386718" y="236851"/>
                  </a:lnTo>
                  <a:lnTo>
                    <a:pt x="387137" y="233927"/>
                  </a:lnTo>
                  <a:lnTo>
                    <a:pt x="387581" y="231003"/>
                  </a:lnTo>
                  <a:lnTo>
                    <a:pt x="388049" y="228079"/>
                  </a:lnTo>
                  <a:lnTo>
                    <a:pt x="388542" y="225155"/>
                  </a:lnTo>
                  <a:lnTo>
                    <a:pt x="389062" y="222231"/>
                  </a:lnTo>
                  <a:lnTo>
                    <a:pt x="389600" y="219307"/>
                  </a:lnTo>
                  <a:lnTo>
                    <a:pt x="390153" y="216383"/>
                  </a:lnTo>
                  <a:lnTo>
                    <a:pt x="390723" y="213459"/>
                  </a:lnTo>
                  <a:lnTo>
                    <a:pt x="391307" y="210534"/>
                  </a:lnTo>
                  <a:lnTo>
                    <a:pt x="391899" y="207610"/>
                  </a:lnTo>
                  <a:lnTo>
                    <a:pt x="392498" y="204686"/>
                  </a:lnTo>
                  <a:lnTo>
                    <a:pt x="393102" y="201762"/>
                  </a:lnTo>
                  <a:lnTo>
                    <a:pt x="393708" y="198838"/>
                  </a:lnTo>
                  <a:lnTo>
                    <a:pt x="394313" y="195914"/>
                  </a:lnTo>
                  <a:lnTo>
                    <a:pt x="394915" y="192990"/>
                  </a:lnTo>
                  <a:lnTo>
                    <a:pt x="395510" y="190066"/>
                  </a:lnTo>
                  <a:lnTo>
                    <a:pt x="396097" y="187142"/>
                  </a:lnTo>
                  <a:lnTo>
                    <a:pt x="396674" y="184218"/>
                  </a:lnTo>
                  <a:lnTo>
                    <a:pt x="397238" y="181294"/>
                  </a:lnTo>
                  <a:lnTo>
                    <a:pt x="397784" y="178369"/>
                  </a:lnTo>
                  <a:lnTo>
                    <a:pt x="398314" y="175445"/>
                  </a:lnTo>
                  <a:lnTo>
                    <a:pt x="398827" y="172521"/>
                  </a:lnTo>
                  <a:lnTo>
                    <a:pt x="399314" y="169597"/>
                  </a:lnTo>
                  <a:lnTo>
                    <a:pt x="399777" y="166673"/>
                  </a:lnTo>
                  <a:lnTo>
                    <a:pt x="400218" y="163749"/>
                  </a:lnTo>
                  <a:lnTo>
                    <a:pt x="400636" y="160825"/>
                  </a:lnTo>
                  <a:lnTo>
                    <a:pt x="401015" y="157901"/>
                  </a:lnTo>
                  <a:lnTo>
                    <a:pt x="401369" y="154977"/>
                  </a:lnTo>
                  <a:lnTo>
                    <a:pt x="401696" y="152053"/>
                  </a:lnTo>
                  <a:lnTo>
                    <a:pt x="401990" y="149128"/>
                  </a:lnTo>
                  <a:lnTo>
                    <a:pt x="402245" y="146204"/>
                  </a:lnTo>
                  <a:lnTo>
                    <a:pt x="402471" y="143280"/>
                  </a:lnTo>
                  <a:lnTo>
                    <a:pt x="402667" y="140356"/>
                  </a:lnTo>
                  <a:lnTo>
                    <a:pt x="402823" y="137432"/>
                  </a:lnTo>
                  <a:lnTo>
                    <a:pt x="402942" y="134508"/>
                  </a:lnTo>
                  <a:lnTo>
                    <a:pt x="403031" y="131584"/>
                  </a:lnTo>
                  <a:lnTo>
                    <a:pt x="403089" y="128660"/>
                  </a:lnTo>
                  <a:lnTo>
                    <a:pt x="403102" y="125736"/>
                  </a:lnTo>
                  <a:lnTo>
                    <a:pt x="403084" y="122812"/>
                  </a:lnTo>
                  <a:lnTo>
                    <a:pt x="403036" y="119887"/>
                  </a:lnTo>
                  <a:lnTo>
                    <a:pt x="402956" y="116963"/>
                  </a:lnTo>
                  <a:lnTo>
                    <a:pt x="402835" y="114039"/>
                  </a:lnTo>
                  <a:lnTo>
                    <a:pt x="402687" y="111115"/>
                  </a:lnTo>
                  <a:lnTo>
                    <a:pt x="402513" y="108191"/>
                  </a:lnTo>
                  <a:lnTo>
                    <a:pt x="402307" y="105267"/>
                  </a:lnTo>
                  <a:lnTo>
                    <a:pt x="402069" y="102343"/>
                  </a:lnTo>
                  <a:lnTo>
                    <a:pt x="401809" y="99419"/>
                  </a:lnTo>
                  <a:lnTo>
                    <a:pt x="401528" y="96495"/>
                  </a:lnTo>
                  <a:lnTo>
                    <a:pt x="401218" y="93571"/>
                  </a:lnTo>
                  <a:lnTo>
                    <a:pt x="400888" y="90647"/>
                  </a:lnTo>
                  <a:lnTo>
                    <a:pt x="400542" y="87722"/>
                  </a:lnTo>
                  <a:lnTo>
                    <a:pt x="400181" y="84798"/>
                  </a:lnTo>
                  <a:lnTo>
                    <a:pt x="399800" y="81874"/>
                  </a:lnTo>
                  <a:lnTo>
                    <a:pt x="399410" y="78950"/>
                  </a:lnTo>
                  <a:lnTo>
                    <a:pt x="399011" y="76026"/>
                  </a:lnTo>
                  <a:lnTo>
                    <a:pt x="398603" y="73102"/>
                  </a:lnTo>
                  <a:lnTo>
                    <a:pt x="398191" y="70178"/>
                  </a:lnTo>
                  <a:lnTo>
                    <a:pt x="397777" y="67254"/>
                  </a:lnTo>
                  <a:lnTo>
                    <a:pt x="397363" y="64330"/>
                  </a:lnTo>
                  <a:lnTo>
                    <a:pt x="396951" y="61406"/>
                  </a:lnTo>
                  <a:lnTo>
                    <a:pt x="396546" y="58481"/>
                  </a:lnTo>
                  <a:lnTo>
                    <a:pt x="396148" y="55557"/>
                  </a:lnTo>
                  <a:lnTo>
                    <a:pt x="395758" y="52633"/>
                  </a:lnTo>
                  <a:lnTo>
                    <a:pt x="395386" y="49709"/>
                  </a:lnTo>
                  <a:lnTo>
                    <a:pt x="395027" y="46785"/>
                  </a:lnTo>
                  <a:lnTo>
                    <a:pt x="394684" y="43861"/>
                  </a:lnTo>
                  <a:lnTo>
                    <a:pt x="394359" y="40937"/>
                  </a:lnTo>
                  <a:lnTo>
                    <a:pt x="394062" y="38013"/>
                  </a:lnTo>
                  <a:lnTo>
                    <a:pt x="393786" y="35089"/>
                  </a:lnTo>
                  <a:lnTo>
                    <a:pt x="393531" y="32165"/>
                  </a:lnTo>
                  <a:lnTo>
                    <a:pt x="393307" y="29240"/>
                  </a:lnTo>
                  <a:lnTo>
                    <a:pt x="393115" y="26316"/>
                  </a:lnTo>
                  <a:lnTo>
                    <a:pt x="392949" y="23392"/>
                  </a:lnTo>
                  <a:lnTo>
                    <a:pt x="392810" y="20468"/>
                  </a:lnTo>
                  <a:lnTo>
                    <a:pt x="392712" y="17544"/>
                  </a:lnTo>
                  <a:lnTo>
                    <a:pt x="392646" y="14620"/>
                  </a:lnTo>
                  <a:lnTo>
                    <a:pt x="392609" y="11696"/>
                  </a:lnTo>
                  <a:lnTo>
                    <a:pt x="392602" y="8772"/>
                  </a:lnTo>
                  <a:lnTo>
                    <a:pt x="392641" y="5848"/>
                  </a:lnTo>
                  <a:lnTo>
                    <a:pt x="392710" y="2924"/>
                  </a:lnTo>
                  <a:lnTo>
                    <a:pt x="392808" y="0"/>
                  </a:lnTo>
                  <a:lnTo>
                    <a:pt x="432528" y="0"/>
                  </a:lnTo>
                  <a:lnTo>
                    <a:pt x="432626" y="2924"/>
                  </a:lnTo>
                  <a:lnTo>
                    <a:pt x="432695" y="5848"/>
                  </a:lnTo>
                  <a:lnTo>
                    <a:pt x="432734" y="8772"/>
                  </a:lnTo>
                  <a:lnTo>
                    <a:pt x="432727" y="11696"/>
                  </a:lnTo>
                  <a:lnTo>
                    <a:pt x="432690" y="14620"/>
                  </a:lnTo>
                  <a:lnTo>
                    <a:pt x="432624" y="17544"/>
                  </a:lnTo>
                  <a:lnTo>
                    <a:pt x="432526" y="20468"/>
                  </a:lnTo>
                  <a:lnTo>
                    <a:pt x="432387" y="23392"/>
                  </a:lnTo>
                  <a:lnTo>
                    <a:pt x="432221" y="26316"/>
                  </a:lnTo>
                  <a:lnTo>
                    <a:pt x="432029" y="29240"/>
                  </a:lnTo>
                  <a:lnTo>
                    <a:pt x="431805" y="32165"/>
                  </a:lnTo>
                  <a:lnTo>
                    <a:pt x="431550" y="35089"/>
                  </a:lnTo>
                  <a:lnTo>
                    <a:pt x="431274" y="38013"/>
                  </a:lnTo>
                  <a:lnTo>
                    <a:pt x="430977" y="40937"/>
                  </a:lnTo>
                  <a:lnTo>
                    <a:pt x="430652" y="43861"/>
                  </a:lnTo>
                  <a:lnTo>
                    <a:pt x="430309" y="46785"/>
                  </a:lnTo>
                  <a:lnTo>
                    <a:pt x="429950" y="49709"/>
                  </a:lnTo>
                  <a:lnTo>
                    <a:pt x="429578" y="52633"/>
                  </a:lnTo>
                  <a:lnTo>
                    <a:pt x="429188" y="55557"/>
                  </a:lnTo>
                  <a:lnTo>
                    <a:pt x="428790" y="58481"/>
                  </a:lnTo>
                  <a:lnTo>
                    <a:pt x="428385" y="61406"/>
                  </a:lnTo>
                  <a:lnTo>
                    <a:pt x="427973" y="64330"/>
                  </a:lnTo>
                  <a:lnTo>
                    <a:pt x="427559" y="67254"/>
                  </a:lnTo>
                  <a:lnTo>
                    <a:pt x="427145" y="70178"/>
                  </a:lnTo>
                  <a:lnTo>
                    <a:pt x="426733" y="73102"/>
                  </a:lnTo>
                  <a:lnTo>
                    <a:pt x="426325" y="76026"/>
                  </a:lnTo>
                  <a:lnTo>
                    <a:pt x="425926" y="78950"/>
                  </a:lnTo>
                  <a:lnTo>
                    <a:pt x="425536" y="81874"/>
                  </a:lnTo>
                  <a:lnTo>
                    <a:pt x="425155" y="84798"/>
                  </a:lnTo>
                  <a:lnTo>
                    <a:pt x="424794" y="87722"/>
                  </a:lnTo>
                  <a:lnTo>
                    <a:pt x="424448" y="90647"/>
                  </a:lnTo>
                  <a:lnTo>
                    <a:pt x="424118" y="93571"/>
                  </a:lnTo>
                  <a:lnTo>
                    <a:pt x="423808" y="96495"/>
                  </a:lnTo>
                  <a:lnTo>
                    <a:pt x="423527" y="99419"/>
                  </a:lnTo>
                  <a:lnTo>
                    <a:pt x="423267" y="102343"/>
                  </a:lnTo>
                  <a:lnTo>
                    <a:pt x="423029" y="105267"/>
                  </a:lnTo>
                  <a:lnTo>
                    <a:pt x="422823" y="108191"/>
                  </a:lnTo>
                  <a:lnTo>
                    <a:pt x="422649" y="111115"/>
                  </a:lnTo>
                  <a:lnTo>
                    <a:pt x="422501" y="114039"/>
                  </a:lnTo>
                  <a:lnTo>
                    <a:pt x="422380" y="116963"/>
                  </a:lnTo>
                  <a:lnTo>
                    <a:pt x="422300" y="119887"/>
                  </a:lnTo>
                  <a:lnTo>
                    <a:pt x="422252" y="122812"/>
                  </a:lnTo>
                  <a:lnTo>
                    <a:pt x="422234" y="125736"/>
                  </a:lnTo>
                  <a:lnTo>
                    <a:pt x="422247" y="128660"/>
                  </a:lnTo>
                  <a:lnTo>
                    <a:pt x="422305" y="131584"/>
                  </a:lnTo>
                  <a:lnTo>
                    <a:pt x="422394" y="134508"/>
                  </a:lnTo>
                  <a:lnTo>
                    <a:pt x="422513" y="137432"/>
                  </a:lnTo>
                  <a:lnTo>
                    <a:pt x="422669" y="140356"/>
                  </a:lnTo>
                  <a:lnTo>
                    <a:pt x="422865" y="143280"/>
                  </a:lnTo>
                  <a:lnTo>
                    <a:pt x="423091" y="146204"/>
                  </a:lnTo>
                  <a:lnTo>
                    <a:pt x="423346" y="149128"/>
                  </a:lnTo>
                  <a:lnTo>
                    <a:pt x="423640" y="152053"/>
                  </a:lnTo>
                  <a:lnTo>
                    <a:pt x="423967" y="154977"/>
                  </a:lnTo>
                  <a:lnTo>
                    <a:pt x="424321" y="157901"/>
                  </a:lnTo>
                  <a:lnTo>
                    <a:pt x="424700" y="160825"/>
                  </a:lnTo>
                  <a:lnTo>
                    <a:pt x="425118" y="163749"/>
                  </a:lnTo>
                  <a:lnTo>
                    <a:pt x="425559" y="166673"/>
                  </a:lnTo>
                  <a:lnTo>
                    <a:pt x="426022" y="169597"/>
                  </a:lnTo>
                  <a:lnTo>
                    <a:pt x="426509" y="172521"/>
                  </a:lnTo>
                  <a:lnTo>
                    <a:pt x="427022" y="175445"/>
                  </a:lnTo>
                  <a:lnTo>
                    <a:pt x="427552" y="178369"/>
                  </a:lnTo>
                  <a:lnTo>
                    <a:pt x="428098" y="181294"/>
                  </a:lnTo>
                  <a:lnTo>
                    <a:pt x="428662" y="184218"/>
                  </a:lnTo>
                  <a:lnTo>
                    <a:pt x="429239" y="187142"/>
                  </a:lnTo>
                  <a:lnTo>
                    <a:pt x="429826" y="190066"/>
                  </a:lnTo>
                  <a:lnTo>
                    <a:pt x="430421" y="192990"/>
                  </a:lnTo>
                  <a:lnTo>
                    <a:pt x="431023" y="195914"/>
                  </a:lnTo>
                  <a:lnTo>
                    <a:pt x="431628" y="198838"/>
                  </a:lnTo>
                  <a:lnTo>
                    <a:pt x="432234" y="201762"/>
                  </a:lnTo>
                  <a:lnTo>
                    <a:pt x="432838" y="204686"/>
                  </a:lnTo>
                  <a:lnTo>
                    <a:pt x="433437" y="207610"/>
                  </a:lnTo>
                  <a:lnTo>
                    <a:pt x="434029" y="210534"/>
                  </a:lnTo>
                  <a:lnTo>
                    <a:pt x="434613" y="213459"/>
                  </a:lnTo>
                  <a:lnTo>
                    <a:pt x="435183" y="216383"/>
                  </a:lnTo>
                  <a:lnTo>
                    <a:pt x="435736" y="219307"/>
                  </a:lnTo>
                  <a:lnTo>
                    <a:pt x="436274" y="222231"/>
                  </a:lnTo>
                  <a:lnTo>
                    <a:pt x="436794" y="225155"/>
                  </a:lnTo>
                  <a:lnTo>
                    <a:pt x="437287" y="228079"/>
                  </a:lnTo>
                  <a:lnTo>
                    <a:pt x="437755" y="231003"/>
                  </a:lnTo>
                  <a:lnTo>
                    <a:pt x="438199" y="233927"/>
                  </a:lnTo>
                  <a:lnTo>
                    <a:pt x="438618" y="236851"/>
                  </a:lnTo>
                  <a:lnTo>
                    <a:pt x="438995" y="239775"/>
                  </a:lnTo>
                  <a:lnTo>
                    <a:pt x="439342" y="242700"/>
                  </a:lnTo>
                  <a:lnTo>
                    <a:pt x="439660" y="245624"/>
                  </a:lnTo>
                  <a:lnTo>
                    <a:pt x="439941" y="248548"/>
                  </a:lnTo>
                  <a:lnTo>
                    <a:pt x="440176" y="251472"/>
                  </a:lnTo>
                  <a:lnTo>
                    <a:pt x="440377" y="254396"/>
                  </a:lnTo>
                  <a:lnTo>
                    <a:pt x="440544" y="257320"/>
                  </a:lnTo>
                  <a:lnTo>
                    <a:pt x="440664" y="260244"/>
                  </a:lnTo>
                  <a:lnTo>
                    <a:pt x="440740" y="263168"/>
                  </a:lnTo>
                  <a:lnTo>
                    <a:pt x="440779" y="266092"/>
                  </a:lnTo>
                  <a:lnTo>
                    <a:pt x="440783" y="269016"/>
                  </a:lnTo>
                  <a:lnTo>
                    <a:pt x="440732" y="271941"/>
                  </a:lnTo>
                  <a:lnTo>
                    <a:pt x="440643" y="274865"/>
                  </a:lnTo>
                  <a:lnTo>
                    <a:pt x="440518" y="277789"/>
                  </a:lnTo>
                  <a:lnTo>
                    <a:pt x="440356" y="280713"/>
                  </a:lnTo>
                  <a:lnTo>
                    <a:pt x="440142" y="283637"/>
                  </a:lnTo>
                  <a:lnTo>
                    <a:pt x="439895" y="286561"/>
                  </a:lnTo>
                  <a:lnTo>
                    <a:pt x="439617" y="289485"/>
                  </a:lnTo>
                  <a:lnTo>
                    <a:pt x="439300" y="292409"/>
                  </a:lnTo>
                  <a:lnTo>
                    <a:pt x="438944" y="295333"/>
                  </a:lnTo>
                  <a:lnTo>
                    <a:pt x="438561" y="298257"/>
                  </a:lnTo>
                  <a:lnTo>
                    <a:pt x="438152" y="301181"/>
                  </a:lnTo>
                  <a:lnTo>
                    <a:pt x="437709" y="304106"/>
                  </a:lnTo>
                  <a:lnTo>
                    <a:pt x="437241" y="307030"/>
                  </a:lnTo>
                  <a:lnTo>
                    <a:pt x="436753" y="309954"/>
                  </a:lnTo>
                  <a:lnTo>
                    <a:pt x="436247" y="312878"/>
                  </a:lnTo>
                  <a:lnTo>
                    <a:pt x="435718" y="315802"/>
                  </a:lnTo>
                  <a:lnTo>
                    <a:pt x="435177" y="318726"/>
                  </a:lnTo>
                  <a:lnTo>
                    <a:pt x="434625" y="321650"/>
                  </a:lnTo>
                  <a:lnTo>
                    <a:pt x="434065" y="324574"/>
                  </a:lnTo>
                  <a:lnTo>
                    <a:pt x="433498" y="327498"/>
                  </a:lnTo>
                  <a:lnTo>
                    <a:pt x="432929" y="330422"/>
                  </a:lnTo>
                  <a:lnTo>
                    <a:pt x="432361" y="333347"/>
                  </a:lnTo>
                  <a:lnTo>
                    <a:pt x="431797" y="336271"/>
                  </a:lnTo>
                  <a:lnTo>
                    <a:pt x="431242" y="339195"/>
                  </a:lnTo>
                  <a:lnTo>
                    <a:pt x="430696" y="342119"/>
                  </a:lnTo>
                  <a:lnTo>
                    <a:pt x="430161" y="345043"/>
                  </a:lnTo>
                  <a:lnTo>
                    <a:pt x="429648" y="347967"/>
                  </a:lnTo>
                  <a:lnTo>
                    <a:pt x="429155" y="350891"/>
                  </a:lnTo>
                  <a:lnTo>
                    <a:pt x="428682" y="353815"/>
                  </a:lnTo>
                  <a:lnTo>
                    <a:pt x="428233" y="356739"/>
                  </a:lnTo>
                  <a:lnTo>
                    <a:pt x="427823" y="359663"/>
                  </a:lnTo>
                  <a:lnTo>
                    <a:pt x="427442" y="362588"/>
                  </a:lnTo>
                  <a:lnTo>
                    <a:pt x="427092" y="365512"/>
                  </a:lnTo>
                  <a:lnTo>
                    <a:pt x="426783" y="368436"/>
                  </a:lnTo>
                  <a:lnTo>
                    <a:pt x="426521" y="371360"/>
                  </a:lnTo>
                  <a:lnTo>
                    <a:pt x="426299" y="374284"/>
                  </a:lnTo>
                  <a:lnTo>
                    <a:pt x="426116" y="377208"/>
                  </a:lnTo>
                  <a:lnTo>
                    <a:pt x="425993" y="380132"/>
                  </a:lnTo>
                  <a:lnTo>
                    <a:pt x="425923" y="383056"/>
                  </a:lnTo>
                  <a:lnTo>
                    <a:pt x="425899" y="385980"/>
                  </a:lnTo>
                  <a:lnTo>
                    <a:pt x="425923" y="388904"/>
                  </a:lnTo>
                  <a:lnTo>
                    <a:pt x="426026" y="391828"/>
                  </a:lnTo>
                  <a:lnTo>
                    <a:pt x="426182" y="394753"/>
                  </a:lnTo>
                  <a:lnTo>
                    <a:pt x="426391" y="397677"/>
                  </a:lnTo>
                  <a:lnTo>
                    <a:pt x="426662" y="400601"/>
                  </a:lnTo>
                  <a:lnTo>
                    <a:pt x="427012" y="403525"/>
                  </a:lnTo>
                  <a:lnTo>
                    <a:pt x="427419" y="406449"/>
                  </a:lnTo>
                  <a:lnTo>
                    <a:pt x="427883" y="409373"/>
                  </a:lnTo>
                  <a:lnTo>
                    <a:pt x="428424" y="412297"/>
                  </a:lnTo>
                  <a:lnTo>
                    <a:pt x="429037" y="415221"/>
                  </a:lnTo>
                  <a:lnTo>
                    <a:pt x="429708" y="418145"/>
                  </a:lnTo>
                  <a:lnTo>
                    <a:pt x="430438" y="421069"/>
                  </a:lnTo>
                  <a:lnTo>
                    <a:pt x="431254" y="423994"/>
                  </a:lnTo>
                  <a:lnTo>
                    <a:pt x="432131" y="426918"/>
                  </a:lnTo>
                  <a:lnTo>
                    <a:pt x="433065" y="429842"/>
                  </a:lnTo>
                  <a:lnTo>
                    <a:pt x="434060" y="432766"/>
                  </a:lnTo>
                  <a:lnTo>
                    <a:pt x="435135" y="435690"/>
                  </a:lnTo>
                  <a:lnTo>
                    <a:pt x="436261" y="438614"/>
                  </a:lnTo>
                  <a:lnTo>
                    <a:pt x="437438" y="441538"/>
                  </a:lnTo>
                  <a:lnTo>
                    <a:pt x="438676" y="444462"/>
                  </a:lnTo>
                  <a:lnTo>
                    <a:pt x="439974" y="447386"/>
                  </a:lnTo>
                  <a:lnTo>
                    <a:pt x="441315" y="450310"/>
                  </a:lnTo>
                  <a:lnTo>
                    <a:pt x="442696" y="453235"/>
                  </a:lnTo>
                  <a:lnTo>
                    <a:pt x="444129" y="456159"/>
                  </a:lnTo>
                  <a:lnTo>
                    <a:pt x="445599" y="459083"/>
                  </a:lnTo>
                  <a:lnTo>
                    <a:pt x="447097" y="462007"/>
                  </a:lnTo>
                  <a:lnTo>
                    <a:pt x="448623" y="464931"/>
                  </a:lnTo>
                  <a:lnTo>
                    <a:pt x="450180" y="467855"/>
                  </a:lnTo>
                  <a:lnTo>
                    <a:pt x="451752" y="470779"/>
                  </a:lnTo>
                  <a:lnTo>
                    <a:pt x="453335" y="473703"/>
                  </a:lnTo>
                  <a:lnTo>
                    <a:pt x="454926" y="476627"/>
                  </a:lnTo>
                  <a:lnTo>
                    <a:pt x="456519" y="479551"/>
                  </a:lnTo>
                  <a:lnTo>
                    <a:pt x="458106" y="482476"/>
                  </a:lnTo>
                  <a:lnTo>
                    <a:pt x="459684" y="485400"/>
                  </a:lnTo>
                  <a:lnTo>
                    <a:pt x="461243" y="488324"/>
                  </a:lnTo>
                  <a:lnTo>
                    <a:pt x="462775" y="491248"/>
                  </a:lnTo>
                  <a:lnTo>
                    <a:pt x="464281" y="494172"/>
                  </a:lnTo>
                  <a:lnTo>
                    <a:pt x="465758" y="497096"/>
                  </a:lnTo>
                  <a:lnTo>
                    <a:pt x="467179" y="500020"/>
                  </a:lnTo>
                  <a:lnTo>
                    <a:pt x="468554" y="502944"/>
                  </a:lnTo>
                  <a:lnTo>
                    <a:pt x="469882" y="505868"/>
                  </a:lnTo>
                  <a:lnTo>
                    <a:pt x="471155" y="508792"/>
                  </a:lnTo>
                  <a:lnTo>
                    <a:pt x="472344" y="511716"/>
                  </a:lnTo>
                  <a:lnTo>
                    <a:pt x="473470" y="514641"/>
                  </a:lnTo>
                  <a:lnTo>
                    <a:pt x="474533" y="517565"/>
                  </a:lnTo>
                  <a:lnTo>
                    <a:pt x="475510" y="520489"/>
                  </a:lnTo>
                  <a:lnTo>
                    <a:pt x="476391" y="523413"/>
                  </a:lnTo>
                  <a:lnTo>
                    <a:pt x="477198" y="526337"/>
                  </a:lnTo>
                  <a:lnTo>
                    <a:pt x="477928" y="529261"/>
                  </a:lnTo>
                  <a:lnTo>
                    <a:pt x="478545" y="532185"/>
                  </a:lnTo>
                  <a:lnTo>
                    <a:pt x="479068" y="535109"/>
                  </a:lnTo>
                  <a:lnTo>
                    <a:pt x="479511" y="538033"/>
                  </a:lnTo>
                  <a:lnTo>
                    <a:pt x="479870" y="540957"/>
                  </a:lnTo>
                  <a:lnTo>
                    <a:pt x="480102" y="543882"/>
                  </a:lnTo>
                  <a:lnTo>
                    <a:pt x="480253" y="546806"/>
                  </a:lnTo>
                  <a:lnTo>
                    <a:pt x="480325" y="549730"/>
                  </a:lnTo>
                  <a:lnTo>
                    <a:pt x="480305" y="552654"/>
                  </a:lnTo>
                  <a:lnTo>
                    <a:pt x="480181" y="555578"/>
                  </a:lnTo>
                  <a:lnTo>
                    <a:pt x="479987" y="558502"/>
                  </a:lnTo>
                  <a:lnTo>
                    <a:pt x="479726" y="561426"/>
                  </a:lnTo>
                  <a:lnTo>
                    <a:pt x="479379" y="564350"/>
                  </a:lnTo>
                  <a:lnTo>
                    <a:pt x="478964" y="567274"/>
                  </a:lnTo>
                  <a:lnTo>
                    <a:pt x="478499" y="570198"/>
                  </a:lnTo>
                  <a:lnTo>
                    <a:pt x="477987" y="573123"/>
                  </a:lnTo>
                  <a:lnTo>
                    <a:pt x="477419" y="576047"/>
                  </a:lnTo>
                  <a:lnTo>
                    <a:pt x="476822" y="578971"/>
                  </a:lnTo>
                  <a:lnTo>
                    <a:pt x="476205" y="581895"/>
                  </a:lnTo>
                  <a:lnTo>
                    <a:pt x="475571" y="584819"/>
                  </a:lnTo>
                  <a:lnTo>
                    <a:pt x="474936" y="587743"/>
                  </a:lnTo>
                  <a:lnTo>
                    <a:pt x="474312" y="590667"/>
                  </a:lnTo>
                  <a:lnTo>
                    <a:pt x="473704" y="593591"/>
                  </a:lnTo>
                  <a:lnTo>
                    <a:pt x="473133" y="596515"/>
                  </a:lnTo>
                  <a:lnTo>
                    <a:pt x="472617" y="599439"/>
                  </a:lnTo>
                  <a:lnTo>
                    <a:pt x="472158" y="602363"/>
                  </a:lnTo>
                  <a:lnTo>
                    <a:pt x="471760" y="605288"/>
                  </a:lnTo>
                  <a:lnTo>
                    <a:pt x="471475" y="608212"/>
                  </a:lnTo>
                  <a:lnTo>
                    <a:pt x="471297" y="611136"/>
                  </a:lnTo>
                  <a:lnTo>
                    <a:pt x="471225" y="614060"/>
                  </a:lnTo>
                  <a:lnTo>
                    <a:pt x="471269" y="616984"/>
                  </a:lnTo>
                  <a:lnTo>
                    <a:pt x="471519" y="619908"/>
                  </a:lnTo>
                  <a:lnTo>
                    <a:pt x="471918" y="622832"/>
                  </a:lnTo>
                  <a:lnTo>
                    <a:pt x="472476" y="625756"/>
                  </a:lnTo>
                  <a:lnTo>
                    <a:pt x="473236" y="628680"/>
                  </a:lnTo>
                  <a:lnTo>
                    <a:pt x="474256" y="631604"/>
                  </a:lnTo>
                  <a:lnTo>
                    <a:pt x="475480" y="634529"/>
                  </a:lnTo>
                  <a:lnTo>
                    <a:pt x="476913" y="637453"/>
                  </a:lnTo>
                  <a:lnTo>
                    <a:pt x="478651" y="640377"/>
                  </a:lnTo>
                  <a:lnTo>
                    <a:pt x="480683" y="643301"/>
                  </a:lnTo>
                  <a:lnTo>
                    <a:pt x="482965" y="646225"/>
                  </a:lnTo>
                  <a:lnTo>
                    <a:pt x="485505" y="649149"/>
                  </a:lnTo>
                  <a:lnTo>
                    <a:pt x="488460" y="652073"/>
                  </a:lnTo>
                  <a:lnTo>
                    <a:pt x="491713" y="654997"/>
                  </a:lnTo>
                  <a:lnTo>
                    <a:pt x="495257" y="657921"/>
                  </a:lnTo>
                  <a:lnTo>
                    <a:pt x="499130" y="660845"/>
                  </a:lnTo>
                  <a:lnTo>
                    <a:pt x="503451" y="663770"/>
                  </a:lnTo>
                  <a:lnTo>
                    <a:pt x="508082" y="666694"/>
                  </a:lnTo>
                  <a:lnTo>
                    <a:pt x="513027" y="669618"/>
                  </a:lnTo>
                  <a:lnTo>
                    <a:pt x="518377" y="672542"/>
                  </a:lnTo>
                  <a:lnTo>
                    <a:pt x="524141" y="675466"/>
                  </a:lnTo>
                  <a:lnTo>
                    <a:pt x="530222" y="678390"/>
                  </a:lnTo>
                  <a:lnTo>
                    <a:pt x="536618" y="681314"/>
                  </a:lnTo>
                  <a:lnTo>
                    <a:pt x="543466" y="684238"/>
                  </a:lnTo>
                  <a:lnTo>
                    <a:pt x="550657" y="687162"/>
                  </a:lnTo>
                  <a:lnTo>
                    <a:pt x="558145" y="690086"/>
                  </a:lnTo>
                  <a:lnTo>
                    <a:pt x="565934" y="693010"/>
                  </a:lnTo>
                  <a:lnTo>
                    <a:pt x="574149" y="695935"/>
                  </a:lnTo>
                  <a:lnTo>
                    <a:pt x="582621" y="698859"/>
                  </a:lnTo>
                  <a:lnTo>
                    <a:pt x="591339" y="701783"/>
                  </a:lnTo>
                  <a:lnTo>
                    <a:pt x="600337" y="704707"/>
                  </a:lnTo>
                  <a:lnTo>
                    <a:pt x="609617" y="707631"/>
                  </a:lnTo>
                  <a:lnTo>
                    <a:pt x="619077" y="710555"/>
                  </a:lnTo>
                  <a:lnTo>
                    <a:pt x="628702" y="713479"/>
                  </a:lnTo>
                  <a:lnTo>
                    <a:pt x="638518" y="716403"/>
                  </a:lnTo>
                  <a:lnTo>
                    <a:pt x="648456" y="719327"/>
                  </a:lnTo>
                  <a:lnTo>
                    <a:pt x="658468" y="722251"/>
                  </a:lnTo>
                  <a:lnTo>
                    <a:pt x="668538" y="725176"/>
                  </a:lnTo>
                  <a:lnTo>
                    <a:pt x="678631" y="728100"/>
                  </a:lnTo>
                  <a:lnTo>
                    <a:pt x="688692" y="731024"/>
                  </a:lnTo>
                  <a:lnTo>
                    <a:pt x="698699" y="733948"/>
                  </a:lnTo>
                  <a:lnTo>
                    <a:pt x="708618" y="736872"/>
                  </a:lnTo>
                  <a:lnTo>
                    <a:pt x="718350" y="739796"/>
                  </a:lnTo>
                  <a:lnTo>
                    <a:pt x="727911" y="742720"/>
                  </a:lnTo>
                  <a:lnTo>
                    <a:pt x="737278" y="745644"/>
                  </a:lnTo>
                  <a:lnTo>
                    <a:pt x="746352" y="748568"/>
                  </a:lnTo>
                  <a:lnTo>
                    <a:pt x="755067" y="751492"/>
                  </a:lnTo>
                  <a:lnTo>
                    <a:pt x="763471" y="754417"/>
                  </a:lnTo>
                  <a:lnTo>
                    <a:pt x="771545" y="757341"/>
                  </a:lnTo>
                  <a:lnTo>
                    <a:pt x="779078" y="760265"/>
                  </a:lnTo>
                  <a:lnTo>
                    <a:pt x="786145" y="763189"/>
                  </a:lnTo>
                  <a:lnTo>
                    <a:pt x="792776" y="766113"/>
                  </a:lnTo>
                  <a:lnTo>
                    <a:pt x="798934" y="769037"/>
                  </a:lnTo>
                  <a:lnTo>
                    <a:pt x="804336" y="771961"/>
                  </a:lnTo>
                  <a:lnTo>
                    <a:pt x="809219" y="774885"/>
                  </a:lnTo>
                  <a:lnTo>
                    <a:pt x="813571" y="777809"/>
                  </a:lnTo>
                  <a:lnTo>
                    <a:pt x="817258" y="780733"/>
                  </a:lnTo>
                  <a:lnTo>
                    <a:pt x="819400" y="782889"/>
                  </a:lnTo>
                  <a:lnTo>
                    <a:pt x="820163" y="783657"/>
                  </a:lnTo>
                  <a:lnTo>
                    <a:pt x="822487" y="786582"/>
                  </a:lnTo>
                  <a:lnTo>
                    <a:pt x="824224" y="789506"/>
                  </a:lnTo>
                  <a:lnTo>
                    <a:pt x="825140" y="792430"/>
                  </a:lnTo>
                  <a:lnTo>
                    <a:pt x="825337" y="795354"/>
                  </a:lnTo>
                  <a:lnTo>
                    <a:pt x="825257" y="795933"/>
                  </a:lnTo>
                  <a:lnTo>
                    <a:pt x="824936" y="798278"/>
                  </a:lnTo>
                  <a:lnTo>
                    <a:pt x="823940" y="801202"/>
                  </a:lnTo>
                  <a:lnTo>
                    <a:pt x="822034" y="804126"/>
                  </a:lnTo>
                  <a:lnTo>
                    <a:pt x="819536" y="807050"/>
                  </a:lnTo>
                  <a:lnTo>
                    <a:pt x="816474" y="809974"/>
                  </a:lnTo>
                  <a:lnTo>
                    <a:pt x="812786" y="812898"/>
                  </a:lnTo>
                  <a:lnTo>
                    <a:pt x="808333" y="815823"/>
                  </a:lnTo>
                  <a:lnTo>
                    <a:pt x="803379" y="818747"/>
                  </a:lnTo>
                  <a:lnTo>
                    <a:pt x="797938" y="821671"/>
                  </a:lnTo>
                  <a:lnTo>
                    <a:pt x="791895" y="824595"/>
                  </a:lnTo>
                  <a:lnTo>
                    <a:pt x="785309" y="827519"/>
                  </a:lnTo>
                  <a:lnTo>
                    <a:pt x="778327" y="830443"/>
                  </a:lnTo>
                  <a:lnTo>
                    <a:pt x="770969" y="833367"/>
                  </a:lnTo>
                  <a:lnTo>
                    <a:pt x="763114" y="836291"/>
                  </a:lnTo>
                  <a:lnTo>
                    <a:pt x="754933" y="839215"/>
                  </a:lnTo>
                  <a:lnTo>
                    <a:pt x="746485" y="842139"/>
                  </a:lnTo>
                  <a:lnTo>
                    <a:pt x="737779" y="845064"/>
                  </a:lnTo>
                  <a:lnTo>
                    <a:pt x="728772" y="847988"/>
                  </a:lnTo>
                  <a:lnTo>
                    <a:pt x="719611" y="850912"/>
                  </a:lnTo>
                  <a:lnTo>
                    <a:pt x="710318" y="853836"/>
                  </a:lnTo>
                  <a:lnTo>
                    <a:pt x="700899" y="856760"/>
                  </a:lnTo>
                  <a:lnTo>
                    <a:pt x="691402" y="859684"/>
                  </a:lnTo>
                  <a:lnTo>
                    <a:pt x="681880" y="862608"/>
                  </a:lnTo>
                  <a:lnTo>
                    <a:pt x="672352" y="865532"/>
                  </a:lnTo>
                  <a:lnTo>
                    <a:pt x="662860" y="868456"/>
                  </a:lnTo>
                  <a:lnTo>
                    <a:pt x="653446" y="871380"/>
                  </a:lnTo>
                  <a:lnTo>
                    <a:pt x="644117" y="874305"/>
                  </a:lnTo>
                  <a:lnTo>
                    <a:pt x="634889" y="877229"/>
                  </a:lnTo>
                  <a:lnTo>
                    <a:pt x="625864" y="880153"/>
                  </a:lnTo>
                  <a:lnTo>
                    <a:pt x="617002" y="883077"/>
                  </a:lnTo>
                  <a:lnTo>
                    <a:pt x="608309" y="886001"/>
                  </a:lnTo>
                  <a:lnTo>
                    <a:pt x="599825" y="888925"/>
                  </a:lnTo>
                  <a:lnTo>
                    <a:pt x="591633" y="891849"/>
                  </a:lnTo>
                  <a:lnTo>
                    <a:pt x="583658" y="894773"/>
                  </a:lnTo>
                  <a:lnTo>
                    <a:pt x="575906" y="897697"/>
                  </a:lnTo>
                  <a:lnTo>
                    <a:pt x="568457" y="900621"/>
                  </a:lnTo>
                  <a:lnTo>
                    <a:pt x="561314" y="903545"/>
                  </a:lnTo>
                  <a:lnTo>
                    <a:pt x="554417" y="906470"/>
                  </a:lnTo>
                  <a:lnTo>
                    <a:pt x="547765" y="909394"/>
                  </a:lnTo>
                  <a:lnTo>
                    <a:pt x="541482" y="912318"/>
                  </a:lnTo>
                  <a:lnTo>
                    <a:pt x="535472" y="915242"/>
                  </a:lnTo>
                  <a:lnTo>
                    <a:pt x="529710" y="918166"/>
                  </a:lnTo>
                  <a:lnTo>
                    <a:pt x="524208" y="921090"/>
                  </a:lnTo>
                  <a:lnTo>
                    <a:pt x="519070" y="924014"/>
                  </a:lnTo>
                  <a:lnTo>
                    <a:pt x="514166" y="926938"/>
                  </a:lnTo>
                  <a:lnTo>
                    <a:pt x="509490" y="929862"/>
                  </a:lnTo>
                  <a:lnTo>
                    <a:pt x="505089" y="932786"/>
                  </a:lnTo>
                  <a:lnTo>
                    <a:pt x="500977" y="935711"/>
                  </a:lnTo>
                  <a:lnTo>
                    <a:pt x="497069" y="938635"/>
                  </a:lnTo>
                  <a:lnTo>
                    <a:pt x="493360" y="941559"/>
                  </a:lnTo>
                  <a:lnTo>
                    <a:pt x="489917" y="944483"/>
                  </a:lnTo>
                  <a:lnTo>
                    <a:pt x="486684" y="947407"/>
                  </a:lnTo>
                  <a:lnTo>
                    <a:pt x="483620" y="950331"/>
                  </a:lnTo>
                  <a:lnTo>
                    <a:pt x="480722" y="953255"/>
                  </a:lnTo>
                  <a:lnTo>
                    <a:pt x="478062" y="956179"/>
                  </a:lnTo>
                  <a:lnTo>
                    <a:pt x="475544" y="959103"/>
                  </a:lnTo>
                  <a:lnTo>
                    <a:pt x="473163" y="962027"/>
                  </a:lnTo>
                  <a:lnTo>
                    <a:pt x="470929" y="964952"/>
                  </a:lnTo>
                  <a:lnTo>
                    <a:pt x="468864" y="967876"/>
                  </a:lnTo>
                  <a:lnTo>
                    <a:pt x="466909" y="970800"/>
                  </a:lnTo>
                  <a:lnTo>
                    <a:pt x="465060" y="973724"/>
                  </a:lnTo>
                  <a:lnTo>
                    <a:pt x="463340" y="976648"/>
                  </a:lnTo>
                  <a:lnTo>
                    <a:pt x="461735" y="979572"/>
                  </a:lnTo>
                  <a:lnTo>
                    <a:pt x="460216" y="982496"/>
                  </a:lnTo>
                  <a:lnTo>
                    <a:pt x="458779" y="985420"/>
                  </a:lnTo>
                  <a:lnTo>
                    <a:pt x="457457" y="988344"/>
                  </a:lnTo>
                  <a:lnTo>
                    <a:pt x="456214" y="991268"/>
                  </a:lnTo>
                  <a:lnTo>
                    <a:pt x="455040" y="994192"/>
                  </a:lnTo>
                  <a:lnTo>
                    <a:pt x="453940" y="997117"/>
                  </a:lnTo>
                  <a:lnTo>
                    <a:pt x="452937" y="1000041"/>
                  </a:lnTo>
                  <a:lnTo>
                    <a:pt x="451996" y="1002965"/>
                  </a:lnTo>
                  <a:lnTo>
                    <a:pt x="451117" y="1005889"/>
                  </a:lnTo>
                  <a:lnTo>
                    <a:pt x="450314" y="1008813"/>
                  </a:lnTo>
                  <a:lnTo>
                    <a:pt x="449591" y="1011737"/>
                  </a:lnTo>
                  <a:lnTo>
                    <a:pt x="448928" y="1014661"/>
                  </a:lnTo>
                  <a:lnTo>
                    <a:pt x="448326" y="1017585"/>
                  </a:lnTo>
                  <a:lnTo>
                    <a:pt x="447808" y="1020509"/>
                  </a:lnTo>
                  <a:lnTo>
                    <a:pt x="447362" y="1023433"/>
                  </a:lnTo>
                  <a:lnTo>
                    <a:pt x="446979" y="1026358"/>
                  </a:lnTo>
                  <a:lnTo>
                    <a:pt x="446943" y="1026687"/>
                  </a:lnTo>
                  <a:lnTo>
                    <a:pt x="446658" y="1029282"/>
                  </a:lnTo>
                  <a:lnTo>
                    <a:pt x="446438" y="1032206"/>
                  </a:lnTo>
                  <a:lnTo>
                    <a:pt x="446285" y="1035130"/>
                  </a:lnTo>
                  <a:lnTo>
                    <a:pt x="446199" y="1038054"/>
                  </a:lnTo>
                  <a:lnTo>
                    <a:pt x="446191" y="1040978"/>
                  </a:lnTo>
                  <a:lnTo>
                    <a:pt x="446282" y="1043902"/>
                  </a:lnTo>
                  <a:lnTo>
                    <a:pt x="446445" y="1046826"/>
                  </a:lnTo>
                  <a:lnTo>
                    <a:pt x="446679" y="1049750"/>
                  </a:lnTo>
                  <a:lnTo>
                    <a:pt x="447010" y="1052674"/>
                  </a:lnTo>
                  <a:lnTo>
                    <a:pt x="447435" y="1055599"/>
                  </a:lnTo>
                  <a:lnTo>
                    <a:pt x="447934" y="1058523"/>
                  </a:lnTo>
                  <a:lnTo>
                    <a:pt x="448509" y="1061447"/>
                  </a:lnTo>
                  <a:lnTo>
                    <a:pt x="449198" y="1064371"/>
                  </a:lnTo>
                  <a:lnTo>
                    <a:pt x="449970" y="1067295"/>
                  </a:lnTo>
                  <a:lnTo>
                    <a:pt x="450819" y="1070219"/>
                  </a:lnTo>
                  <a:lnTo>
                    <a:pt x="451750" y="1073143"/>
                  </a:lnTo>
                  <a:lnTo>
                    <a:pt x="452795" y="1076067"/>
                  </a:lnTo>
                  <a:lnTo>
                    <a:pt x="453915" y="1078991"/>
                  </a:lnTo>
                  <a:lnTo>
                    <a:pt x="455110" y="1081915"/>
                  </a:lnTo>
                  <a:lnTo>
                    <a:pt x="456396" y="1084839"/>
                  </a:lnTo>
                  <a:lnTo>
                    <a:pt x="457778" y="1087764"/>
                  </a:lnTo>
                  <a:lnTo>
                    <a:pt x="459230" y="1090688"/>
                  </a:lnTo>
                  <a:lnTo>
                    <a:pt x="460750" y="1093612"/>
                  </a:lnTo>
                  <a:lnTo>
                    <a:pt x="462365" y="1096536"/>
                  </a:lnTo>
                  <a:lnTo>
                    <a:pt x="464052" y="1099460"/>
                  </a:lnTo>
                  <a:lnTo>
                    <a:pt x="465801" y="1102384"/>
                  </a:lnTo>
                  <a:lnTo>
                    <a:pt x="467609" y="1105308"/>
                  </a:lnTo>
                  <a:lnTo>
                    <a:pt x="469504" y="1108232"/>
                  </a:lnTo>
                  <a:lnTo>
                    <a:pt x="471449" y="1111156"/>
                  </a:lnTo>
                  <a:lnTo>
                    <a:pt x="473442" y="1114080"/>
                  </a:lnTo>
                  <a:lnTo>
                    <a:pt x="475489" y="1117005"/>
                  </a:lnTo>
                  <a:lnTo>
                    <a:pt x="477592" y="1119929"/>
                  </a:lnTo>
                  <a:lnTo>
                    <a:pt x="479730" y="1122853"/>
                  </a:lnTo>
                  <a:lnTo>
                    <a:pt x="481901" y="1125777"/>
                  </a:lnTo>
                  <a:lnTo>
                    <a:pt x="484111" y="1128701"/>
                  </a:lnTo>
                  <a:lnTo>
                    <a:pt x="486348" y="1131625"/>
                  </a:lnTo>
                  <a:lnTo>
                    <a:pt x="488603" y="1134549"/>
                  </a:lnTo>
                  <a:lnTo>
                    <a:pt x="490873" y="1137473"/>
                  </a:lnTo>
                  <a:lnTo>
                    <a:pt x="493158" y="1140397"/>
                  </a:lnTo>
                  <a:lnTo>
                    <a:pt x="495445" y="1143321"/>
                  </a:lnTo>
                  <a:lnTo>
                    <a:pt x="497731" y="1146246"/>
                  </a:lnTo>
                  <a:lnTo>
                    <a:pt x="500013" y="1149170"/>
                  </a:lnTo>
                  <a:lnTo>
                    <a:pt x="502278" y="1152094"/>
                  </a:lnTo>
                  <a:lnTo>
                    <a:pt x="504525" y="1155018"/>
                  </a:lnTo>
                  <a:lnTo>
                    <a:pt x="506752" y="1157942"/>
                  </a:lnTo>
                  <a:lnTo>
                    <a:pt x="508948" y="1160866"/>
                  </a:lnTo>
                  <a:lnTo>
                    <a:pt x="511101" y="1163790"/>
                  </a:lnTo>
                  <a:lnTo>
                    <a:pt x="513217" y="1166714"/>
                  </a:lnTo>
                  <a:lnTo>
                    <a:pt x="515293" y="1169638"/>
                  </a:lnTo>
                  <a:lnTo>
                    <a:pt x="517304" y="1172562"/>
                  </a:lnTo>
                  <a:lnTo>
                    <a:pt x="519254" y="1175486"/>
                  </a:lnTo>
                  <a:lnTo>
                    <a:pt x="521149" y="1178411"/>
                  </a:lnTo>
                  <a:lnTo>
                    <a:pt x="522984" y="1181335"/>
                  </a:lnTo>
                  <a:lnTo>
                    <a:pt x="524718" y="1184259"/>
                  </a:lnTo>
                  <a:lnTo>
                    <a:pt x="526381" y="1187183"/>
                  </a:lnTo>
                  <a:lnTo>
                    <a:pt x="527971" y="1190107"/>
                  </a:lnTo>
                  <a:lnTo>
                    <a:pt x="529471" y="1193031"/>
                  </a:lnTo>
                  <a:lnTo>
                    <a:pt x="530857" y="1195955"/>
                  </a:lnTo>
                  <a:lnTo>
                    <a:pt x="532157" y="1198879"/>
                  </a:lnTo>
                  <a:lnTo>
                    <a:pt x="533370" y="1201803"/>
                  </a:lnTo>
                  <a:lnTo>
                    <a:pt x="534461" y="1204727"/>
                  </a:lnTo>
                  <a:lnTo>
                    <a:pt x="535435" y="1207652"/>
                  </a:lnTo>
                  <a:lnTo>
                    <a:pt x="536312" y="1210576"/>
                  </a:lnTo>
                  <a:lnTo>
                    <a:pt x="537091" y="1213500"/>
                  </a:lnTo>
                  <a:lnTo>
                    <a:pt x="537718" y="1216424"/>
                  </a:lnTo>
                  <a:lnTo>
                    <a:pt x="538234" y="1219348"/>
                  </a:lnTo>
                  <a:lnTo>
                    <a:pt x="538646" y="1222272"/>
                  </a:lnTo>
                  <a:lnTo>
                    <a:pt x="538944" y="1225196"/>
                  </a:lnTo>
                  <a:lnTo>
                    <a:pt x="539084" y="1228120"/>
                  </a:lnTo>
                  <a:lnTo>
                    <a:pt x="539118" y="1231044"/>
                  </a:lnTo>
                  <a:lnTo>
                    <a:pt x="539047" y="1233968"/>
                  </a:lnTo>
                  <a:lnTo>
                    <a:pt x="538842" y="1236893"/>
                  </a:lnTo>
                  <a:lnTo>
                    <a:pt x="538498" y="1239817"/>
                  </a:lnTo>
                  <a:lnTo>
                    <a:pt x="538051" y="1242741"/>
                  </a:lnTo>
                  <a:lnTo>
                    <a:pt x="537502" y="1245665"/>
                  </a:lnTo>
                  <a:lnTo>
                    <a:pt x="536808" y="1248589"/>
                  </a:lnTo>
                  <a:lnTo>
                    <a:pt x="536002" y="1251513"/>
                  </a:lnTo>
                  <a:lnTo>
                    <a:pt x="535100" y="1254437"/>
                  </a:lnTo>
                  <a:lnTo>
                    <a:pt x="534103" y="1257361"/>
                  </a:lnTo>
                  <a:lnTo>
                    <a:pt x="532965" y="1260285"/>
                  </a:lnTo>
                  <a:lnTo>
                    <a:pt x="531742" y="1263209"/>
                  </a:lnTo>
                  <a:lnTo>
                    <a:pt x="530435" y="1266134"/>
                  </a:lnTo>
                  <a:lnTo>
                    <a:pt x="529035" y="1269058"/>
                  </a:lnTo>
                  <a:lnTo>
                    <a:pt x="527530" y="1271982"/>
                  </a:lnTo>
                  <a:lnTo>
                    <a:pt x="525957" y="1274906"/>
                  </a:lnTo>
                  <a:lnTo>
                    <a:pt x="524317" y="1277830"/>
                  </a:lnTo>
                  <a:lnTo>
                    <a:pt x="522594" y="1280754"/>
                  </a:lnTo>
                  <a:lnTo>
                    <a:pt x="520804" y="1283678"/>
                  </a:lnTo>
                  <a:lnTo>
                    <a:pt x="518963" y="1286602"/>
                  </a:lnTo>
                  <a:lnTo>
                    <a:pt x="517075" y="1289526"/>
                  </a:lnTo>
                  <a:lnTo>
                    <a:pt x="515126" y="1292450"/>
                  </a:lnTo>
                  <a:lnTo>
                    <a:pt x="513141" y="1295374"/>
                  </a:lnTo>
                  <a:lnTo>
                    <a:pt x="511125" y="1298299"/>
                  </a:lnTo>
                  <a:lnTo>
                    <a:pt x="509081" y="1301223"/>
                  </a:lnTo>
                  <a:lnTo>
                    <a:pt x="507008" y="1304147"/>
                  </a:lnTo>
                  <a:lnTo>
                    <a:pt x="504921" y="1307071"/>
                  </a:lnTo>
                  <a:lnTo>
                    <a:pt x="502825" y="1309995"/>
                  </a:lnTo>
                  <a:lnTo>
                    <a:pt x="500721" y="1312919"/>
                  </a:lnTo>
                  <a:lnTo>
                    <a:pt x="498618" y="1315843"/>
                  </a:lnTo>
                  <a:lnTo>
                    <a:pt x="496520" y="1318767"/>
                  </a:lnTo>
                  <a:lnTo>
                    <a:pt x="494429" y="1321691"/>
                  </a:lnTo>
                  <a:lnTo>
                    <a:pt x="492357" y="1324615"/>
                  </a:lnTo>
                  <a:lnTo>
                    <a:pt x="490305" y="1327540"/>
                  </a:lnTo>
                  <a:lnTo>
                    <a:pt x="488274" y="1330464"/>
                  </a:lnTo>
                  <a:lnTo>
                    <a:pt x="486266" y="1333388"/>
                  </a:lnTo>
                  <a:lnTo>
                    <a:pt x="484300" y="1336312"/>
                  </a:lnTo>
                  <a:lnTo>
                    <a:pt x="482365" y="1339236"/>
                  </a:lnTo>
                  <a:lnTo>
                    <a:pt x="480463" y="1342160"/>
                  </a:lnTo>
                  <a:lnTo>
                    <a:pt x="478602" y="1345084"/>
                  </a:lnTo>
                  <a:lnTo>
                    <a:pt x="476793" y="1348008"/>
                  </a:lnTo>
                  <a:lnTo>
                    <a:pt x="475024" y="1350932"/>
                  </a:lnTo>
                  <a:lnTo>
                    <a:pt x="473295" y="1353856"/>
                  </a:lnTo>
                  <a:lnTo>
                    <a:pt x="471622" y="1356781"/>
                  </a:lnTo>
                  <a:lnTo>
                    <a:pt x="470003" y="1359705"/>
                  </a:lnTo>
                  <a:lnTo>
                    <a:pt x="468428" y="1362629"/>
                  </a:lnTo>
                  <a:lnTo>
                    <a:pt x="466896" y="1365553"/>
                  </a:lnTo>
                  <a:lnTo>
                    <a:pt x="465434" y="1368477"/>
                  </a:lnTo>
                  <a:lnTo>
                    <a:pt x="464018" y="1371401"/>
                  </a:lnTo>
                  <a:lnTo>
                    <a:pt x="462648" y="1374325"/>
                  </a:lnTo>
                  <a:lnTo>
                    <a:pt x="461327" y="1377249"/>
                  </a:lnTo>
                  <a:lnTo>
                    <a:pt x="460070" y="1380173"/>
                  </a:lnTo>
                  <a:lnTo>
                    <a:pt x="458857" y="1383097"/>
                  </a:lnTo>
                  <a:lnTo>
                    <a:pt x="457686" y="1386021"/>
                  </a:lnTo>
                  <a:lnTo>
                    <a:pt x="456569" y="1388946"/>
                  </a:lnTo>
                  <a:lnTo>
                    <a:pt x="455503" y="1391870"/>
                  </a:lnTo>
                  <a:lnTo>
                    <a:pt x="454477" y="1394794"/>
                  </a:lnTo>
                  <a:lnTo>
                    <a:pt x="453488" y="1397718"/>
                  </a:lnTo>
                  <a:lnTo>
                    <a:pt x="452552" y="1400642"/>
                  </a:lnTo>
                  <a:lnTo>
                    <a:pt x="451655" y="1403566"/>
                  </a:lnTo>
                  <a:lnTo>
                    <a:pt x="450791" y="1406490"/>
                  </a:lnTo>
                  <a:lnTo>
                    <a:pt x="449959" y="1409414"/>
                  </a:lnTo>
                  <a:lnTo>
                    <a:pt x="449173" y="1412338"/>
                  </a:lnTo>
                  <a:lnTo>
                    <a:pt x="448414" y="1415262"/>
                  </a:lnTo>
                  <a:lnTo>
                    <a:pt x="447682" y="1418187"/>
                  </a:lnTo>
                  <a:lnTo>
                    <a:pt x="446978" y="1421111"/>
                  </a:lnTo>
                  <a:lnTo>
                    <a:pt x="446306" y="1424035"/>
                  </a:lnTo>
                  <a:lnTo>
                    <a:pt x="445653" y="1426959"/>
                  </a:lnTo>
                  <a:lnTo>
                    <a:pt x="445020" y="1429883"/>
                  </a:lnTo>
                  <a:lnTo>
                    <a:pt x="444409" y="1432807"/>
                  </a:lnTo>
                  <a:lnTo>
                    <a:pt x="443817" y="1435731"/>
                  </a:lnTo>
                  <a:lnTo>
                    <a:pt x="443239" y="1438655"/>
                  </a:lnTo>
                  <a:lnTo>
                    <a:pt x="442672" y="1441579"/>
                  </a:lnTo>
                  <a:lnTo>
                    <a:pt x="442122" y="1444503"/>
                  </a:lnTo>
                  <a:lnTo>
                    <a:pt x="441581" y="1447428"/>
                  </a:lnTo>
                  <a:lnTo>
                    <a:pt x="441046" y="1450352"/>
                  </a:lnTo>
                  <a:lnTo>
                    <a:pt x="440520" y="1453276"/>
                  </a:lnTo>
                  <a:lnTo>
                    <a:pt x="440000" y="1456200"/>
                  </a:lnTo>
                  <a:lnTo>
                    <a:pt x="439483" y="1459124"/>
                  </a:lnTo>
                  <a:lnTo>
                    <a:pt x="438970" y="1462048"/>
                  </a:lnTo>
                  <a:lnTo>
                    <a:pt x="438458" y="1464972"/>
                  </a:lnTo>
                  <a:lnTo>
                    <a:pt x="437947" y="1467896"/>
                  </a:lnTo>
                  <a:lnTo>
                    <a:pt x="437437" y="1470820"/>
                  </a:lnTo>
                  <a:lnTo>
                    <a:pt x="436925" y="1473744"/>
                  </a:lnTo>
                  <a:lnTo>
                    <a:pt x="436412" y="1476668"/>
                  </a:lnTo>
                  <a:lnTo>
                    <a:pt x="435896" y="1479593"/>
                  </a:lnTo>
                  <a:lnTo>
                    <a:pt x="435379" y="1482517"/>
                  </a:lnTo>
                  <a:lnTo>
                    <a:pt x="434858" y="1485441"/>
                  </a:lnTo>
                  <a:lnTo>
                    <a:pt x="434334" y="1488365"/>
                  </a:lnTo>
                  <a:lnTo>
                    <a:pt x="433807" y="1491289"/>
                  </a:lnTo>
                  <a:lnTo>
                    <a:pt x="433277" y="1494213"/>
                  </a:lnTo>
                  <a:close/>
                </a:path>
              </a:pathLst>
            </a:custGeom>
            <a:noFill/>
            <a:ln w="948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1865285" y="201992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3532638" y="278460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437077" y="2428728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62578" y="174027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98820" y="2729835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379178" y="2240957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537188" y="2053144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697882" y="265259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5124" y="249873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456334" y="2690173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215" y="2785960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56444" y="2626134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579816" y="223611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607005" y="2484682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11393" y="247862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852895" y="2373399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717598" y="2975759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876347" y="2437516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77724" y="2712016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493604" y="2272546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507600" y="262707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589709" y="2796366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23526" y="2233934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584005" y="276516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715140" y="2711124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426072" y="1720898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794945" y="1973188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475526" y="2762558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364072" y="2258274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03844" y="246970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660760" y="2699133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49817" y="222824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411297" y="2250694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726590" y="273601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475890" y="266521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383731" y="2443065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715940" y="247779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561637" y="2536648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17176" y="2978553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59751" y="2566983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48781" y="2136706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583643" y="2707048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570340" y="2685016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1792312" y="239980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675353" y="2077005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763673" y="3038689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572736" y="2459915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658309" y="2468541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514605" y="1451084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864516" y="256263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524698" y="1970690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95678" y="257375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349442" y="2257938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11882" y="2262026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457754" y="2598385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376210" y="2240834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846007" y="277022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9067" y="267535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6538" y="2563325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822175" y="229704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720401" y="2561066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50118" y="2664764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77908" y="252748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53597" y="272945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630687" y="227996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668172" y="2771411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595602" y="2783326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558890" y="1683260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06831" y="2413818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50673" y="2888877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464856" y="2736755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82496" y="2202894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582070" y="2771499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682315" y="228974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831454" y="243355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604072" y="3016939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828733" y="2985488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535231" y="2007085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462781" y="274078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95477" y="1749486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17342" y="236887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417036" y="2762769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803932" y="2581429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19343" y="2702516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618334" y="1976276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424571" y="2818493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822541" y="230068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863023" y="262812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24099" y="263653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656902" y="284628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83443" y="260754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758938" y="259286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85375" y="1974587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0338" y="2765808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771581" y="2283924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597423" y="2238670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09408" y="2480745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649643" y="2338069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543641" y="2386288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1769325" y="278466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57488" y="2736936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643668" y="2654969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1781372" y="2791144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368077" y="2243490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78575" y="2235964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631885" y="2242355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368685" y="222990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91128" y="2380206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1630131" y="2530736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577596" y="238785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544023" y="2861036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348025" y="2241254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1810581" y="2330578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761857" y="1613668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648499" y="2677004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08304" y="2700831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713011" y="2419913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723861" y="2483857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585415" y="2647140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429610" y="2237815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698768" y="2848270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652333" y="2814316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509648" y="2656469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593758" y="228195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15472" y="233272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618610" y="2246353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1810290" y="236587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792521" y="2654909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1582103" y="2457434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05605" y="259283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55306" y="2161286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1627400" y="1627284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11506" y="2618458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34728" y="282622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535467" y="288136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05710" y="224452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1864953" y="244379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598928" y="2422268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664657" y="2770725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645432" y="2245455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38066" y="224464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877364" y="230692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536003" y="1515836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492121" y="2936768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1855097" y="2701282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05126" y="2672017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779741" y="2957644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1810234" y="2271616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597691" y="2211984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498516" y="243023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00264" y="2352555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98448" y="223386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445557" y="1990038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1720907" y="191097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639852" y="2572296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712350" y="260550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35607" y="225598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721454" y="2476294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1178" y="2316592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1662581" y="245909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689244" y="2717379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563451" y="2764583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551810" y="1992379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61191" y="266812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1633905" y="277616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415725" y="2736771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358869" y="2633761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01285" y="2239341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584155" y="2273674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579246" y="2467481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1567529" y="2607498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646219" y="2590052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556821" y="146904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35371" y="2253706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669097" y="2695300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539557" y="2759448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00287" y="2404451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603117" y="2699931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559078" y="1982044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37136" y="250757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526456" y="2250610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407548" y="2690595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573958" y="2581890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784375" y="2556672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1681408" y="247085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359937" y="2247681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1797952" y="279272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38109" y="2254753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454039" y="2734583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689743" y="258417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587045" y="2552968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1711337" y="269408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1576791" y="267318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612425" y="251704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496227" y="2493224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500477" y="254362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2702659" y="2463868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734869" y="2782889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403028" y="2368650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427076" y="2232021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557334" y="2773019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572651" y="2620054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67313" y="256296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623956" y="2480478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38857" y="2606580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93936" y="2784309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1822209" y="2670262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52715" y="2821266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723537" y="2315090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632683" y="244131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701093" y="286502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1711631" y="300446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1616298" y="2354222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630391" y="2785635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1713985" y="218213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672648" y="259403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871718" y="2358139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534037" y="242888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634616" y="2663788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573942" y="257317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02902" y="217842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402862" y="2262470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831775" y="2643078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635358" y="2781754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590465" y="2753724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80960" y="2783857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696482" y="2708469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1849582" y="263820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644204" y="2740513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1769895" y="243832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663368" y="209840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638277" y="2554277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73564" y="2691122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1787846" y="263964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852122" y="294363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503587" y="1993597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08419" y="2710045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1579527" y="2704142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389358" y="224998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507094" y="280039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59468" y="2724076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739596" y="2662926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605035" y="247238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23632" y="3024826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69425" y="2245328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640558" y="2048853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610896" y="2543000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693231" y="1891545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505283" y="236285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25473" y="2682004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676676" y="2260590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1638277" y="229646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678835" y="243817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658568" y="2456938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680804" y="2627929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613614" y="2211360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456673" y="2631408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43340" y="253706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883965" y="280812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1706034" y="253160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1689200" y="166691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1630736" y="2215144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690407" y="2696714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70406" y="2698217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769425" y="2455918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31042" y="2243326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527951" y="280034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573831" y="2231448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609992" y="244091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1878425" y="2871882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743728" y="302906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592793" y="3029792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13177" y="254728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523455" y="2483310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1875291" y="290380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50064" y="1469822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407604" y="2233985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522844" y="248998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15115" y="2229354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851272" y="223371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37974" y="2309144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624686" y="2743665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53999" y="2873639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57367" y="2788771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79454" y="1943765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454399" y="267000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682389" y="2613230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421733" y="2707639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566792" y="270084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1806336" y="231178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53948" y="2154379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158" y="225527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425920" y="2651204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557957" y="1732750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8558" y="223586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818696" y="2471494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599743" y="256585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79180" y="2412876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521555" y="2585362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1849456" y="271887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396005" y="2398443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453787" y="2681157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73692" y="2510453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704775" y="2665874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818251" y="2562226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1718930" y="302760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1744910" y="223203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1753915" y="237419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1867227" y="266614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521484" y="2733889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680315" y="2528138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77739" y="2706688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677290" y="2454410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03801" y="2349523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775407" y="275564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549404" y="2507194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1818892" y="2418589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792227" y="2709686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494269" y="282592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518172" y="2610674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609771" y="2664133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61045" y="2739936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1586297" y="278804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1878513" y="210541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547033" y="2383513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730805" y="276385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1628351" y="2038626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648817" y="186859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1713621" y="2517259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32013" y="2664124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729102" y="220085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60415" y="235251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78486" y="2203942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73541" y="2771521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699532" y="2553063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558325" y="2024573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426759" y="2347055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2588077" y="2657430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629535" y="280756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874925" y="2336212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495271" y="2240607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1768815" y="265200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589791" y="2771402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41104" y="245371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1767728" y="2825689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1865710" y="250667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1567591" y="258401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841884" y="240275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574128" y="286845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890319" y="2333944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4560540" y="225089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615396" y="2084975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1816993" y="2809998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604413" y="2717905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1606193" y="2680962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464447" y="2512864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487730" y="2196249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1787638" y="2722688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830138" y="2573608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804878" y="2836168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626186" y="2958107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88869" y="2343242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834725" y="2675521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319967" y="2945299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46874" y="277519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523172" y="250108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646313" y="2229961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1846704" y="262588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750783" y="2680412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1765403" y="2661733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616210" y="2283590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07739" y="2688051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512118" y="782700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472234" y="244938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428671" y="2062511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1658059" y="249093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622789" y="263564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1659183" y="2017530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560965" y="2399406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91926" y="1942604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579793" y="2009341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4488684" y="2230215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619004" y="2688525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400207" y="2835316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706971" y="2993382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57861" y="2235896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674756" y="2995019"/>
              <a:ext cx="21732" cy="21732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8181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1734450" y="2374647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589365" y="1988748"/>
              <a:ext cx="21732" cy="21732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8181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890145" y="2459035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1606895" y="2633926"/>
              <a:ext cx="21732" cy="2173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34679" y="2836210"/>
              <a:ext cx="21732" cy="21732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8181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1707107" y="2550570"/>
              <a:ext cx="67804" cy="67804"/>
            </a:xfrm>
            <a:custGeom>
              <a:avLst/>
              <a:pathLst>
                <a:path w="67804" h="67804">
                  <a:moveTo>
                    <a:pt x="0" y="33902"/>
                  </a:moveTo>
                  <a:lnTo>
                    <a:pt x="33902" y="0"/>
                  </a:lnTo>
                  <a:lnTo>
                    <a:pt x="67804" y="33902"/>
                  </a:lnTo>
                  <a:lnTo>
                    <a:pt x="33902" y="67804"/>
                  </a:lnTo>
                  <a:close/>
                </a:path>
              </a:pathLst>
            </a:custGeom>
            <a:solidFill>
              <a:srgbClr val="26262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2624148" y="2465504"/>
              <a:ext cx="67804" cy="67804"/>
            </a:xfrm>
            <a:custGeom>
              <a:avLst/>
              <a:pathLst>
                <a:path w="67804" h="67804">
                  <a:moveTo>
                    <a:pt x="0" y="33902"/>
                  </a:moveTo>
                  <a:lnTo>
                    <a:pt x="33902" y="0"/>
                  </a:lnTo>
                  <a:lnTo>
                    <a:pt x="67804" y="33902"/>
                  </a:lnTo>
                  <a:lnTo>
                    <a:pt x="33902" y="67804"/>
                  </a:lnTo>
                  <a:close/>
                </a:path>
              </a:pathLst>
            </a:custGeom>
            <a:solidFill>
              <a:srgbClr val="26262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541189" y="2597016"/>
              <a:ext cx="67804" cy="67804"/>
            </a:xfrm>
            <a:custGeom>
              <a:avLst/>
              <a:pathLst>
                <a:path w="67804" h="67804">
                  <a:moveTo>
                    <a:pt x="0" y="33902"/>
                  </a:moveTo>
                  <a:lnTo>
                    <a:pt x="33902" y="0"/>
                  </a:lnTo>
                  <a:lnTo>
                    <a:pt x="67804" y="33902"/>
                  </a:lnTo>
                  <a:lnTo>
                    <a:pt x="33902" y="67804"/>
                  </a:lnTo>
                  <a:close/>
                </a:path>
              </a:pathLst>
            </a:custGeom>
            <a:solidFill>
              <a:srgbClr val="26262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58230" y="2223981"/>
              <a:ext cx="67804" cy="67804"/>
            </a:xfrm>
            <a:custGeom>
              <a:avLst/>
              <a:pathLst>
                <a:path w="67804" h="67804">
                  <a:moveTo>
                    <a:pt x="0" y="33902"/>
                  </a:moveTo>
                  <a:lnTo>
                    <a:pt x="33902" y="0"/>
                  </a:lnTo>
                  <a:lnTo>
                    <a:pt x="67804" y="33902"/>
                  </a:lnTo>
                  <a:lnTo>
                    <a:pt x="33902" y="67804"/>
                  </a:lnTo>
                  <a:close/>
                </a:path>
              </a:pathLst>
            </a:custGeom>
            <a:solidFill>
              <a:srgbClr val="26262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1190785" y="680766"/>
              <a:ext cx="0" cy="2481590"/>
            </a:xfrm>
            <a:custGeom>
              <a:avLst/>
              <a:pathLst>
                <a:path w="0" h="2481590">
                  <a:moveTo>
                    <a:pt x="0" y="2481590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tx415"/>
            <p:cNvSpPr/>
            <p:nvPr/>
          </p:nvSpPr>
          <p:spPr>
            <a:xfrm>
              <a:off x="936063" y="2987089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936063" y="2487071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936063" y="1782334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1.50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936063" y="1282316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2.00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936063" y="760706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2.70</a:t>
              </a:r>
            </a:p>
          </p:txBody>
        </p:sp>
        <p:sp>
          <p:nvSpPr>
            <p:cNvPr id="420" name="pl420"/>
            <p:cNvSpPr/>
            <p:nvPr/>
          </p:nvSpPr>
          <p:spPr>
            <a:xfrm>
              <a:off x="1159153" y="30234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1159153" y="25234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1159153" y="18187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1159153" y="131870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1159153" y="79709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1190785" y="3162357"/>
              <a:ext cx="3851572" cy="0"/>
            </a:xfrm>
            <a:custGeom>
              <a:avLst/>
              <a:pathLst>
                <a:path w="3851572" h="0">
                  <a:moveTo>
                    <a:pt x="0" y="0"/>
                  </a:moveTo>
                  <a:lnTo>
                    <a:pt x="3851572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1741009" y="316235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2658050" y="316235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3575092" y="316235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4492133" y="316235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tx430"/>
            <p:cNvSpPr/>
            <p:nvPr/>
          </p:nvSpPr>
          <p:spPr>
            <a:xfrm rot="-900000">
              <a:off x="1356206" y="3269954"/>
              <a:ext cx="40105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431" name="tx431"/>
            <p:cNvSpPr/>
            <p:nvPr/>
          </p:nvSpPr>
          <p:spPr>
            <a:xfrm rot="-900000">
              <a:off x="2384341" y="3255328"/>
              <a:ext cx="28803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432" name="tx432"/>
            <p:cNvSpPr/>
            <p:nvPr/>
          </p:nvSpPr>
          <p:spPr>
            <a:xfrm rot="-900000">
              <a:off x="2956954" y="3300673"/>
              <a:ext cx="63843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Long-distance</a:t>
              </a:r>
            </a:p>
          </p:txBody>
        </p:sp>
        <p:sp>
          <p:nvSpPr>
            <p:cNvPr id="433" name="tx433"/>
            <p:cNvSpPr/>
            <p:nvPr/>
          </p:nvSpPr>
          <p:spPr>
            <a:xfrm rot="-900000">
              <a:off x="4085218" y="3272865"/>
              <a:ext cx="42355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Unknown</a:t>
              </a:r>
            </a:p>
          </p:txBody>
        </p:sp>
        <p:sp>
          <p:nvSpPr>
            <p:cNvPr id="434" name="tx434"/>
            <p:cNvSpPr/>
            <p:nvPr/>
          </p:nvSpPr>
          <p:spPr>
            <a:xfrm rot="-5400000">
              <a:off x="-310713" y="1876070"/>
              <a:ext cx="141978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Species hazard multiplier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1190785" y="509330"/>
              <a:ext cx="2952140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Species random intercepts; diamond is the group median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1190785" y="328384"/>
              <a:ext cx="264755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Intrinsic detectability differs among species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331229" y="320101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38" name="ph438"/>
            <p:cNvSpPr/>
            <p:nvPr/>
          </p:nvSpPr>
          <p:spPr>
            <a:xfrm>
              <a:off x="7001209" y="1554114"/>
              <a:ext cx="205501" cy="317208"/>
            </a:xfrm>
            <a:custGeom>
              <a:avLst/>
              <a:pathLst>
                <a:path w="205501" h="317208">
                  <a:moveTo>
                    <a:pt x="182879" y="182880"/>
                  </a:moveTo>
                  <a:lnTo>
                    <a:pt x="183043" y="182499"/>
                  </a:lnTo>
                  <a:lnTo>
                    <a:pt x="183049" y="182286"/>
                  </a:lnTo>
                  <a:lnTo>
                    <a:pt x="182845" y="181775"/>
                  </a:lnTo>
                  <a:lnTo>
                    <a:pt x="182555" y="181621"/>
                  </a:lnTo>
                  <a:lnTo>
                    <a:pt x="182305" y="181428"/>
                  </a:lnTo>
                  <a:lnTo>
                    <a:pt x="182166" y="181039"/>
                  </a:lnTo>
                  <a:lnTo>
                    <a:pt x="182053" y="180570"/>
                  </a:lnTo>
                  <a:lnTo>
                    <a:pt x="181711" y="180451"/>
                  </a:lnTo>
                  <a:lnTo>
                    <a:pt x="181229" y="180461"/>
                  </a:lnTo>
                  <a:lnTo>
                    <a:pt x="181088" y="180603"/>
                  </a:lnTo>
                  <a:lnTo>
                    <a:pt x="180452" y="181011"/>
                  </a:lnTo>
                  <a:lnTo>
                    <a:pt x="179856" y="181019"/>
                  </a:lnTo>
                  <a:lnTo>
                    <a:pt x="179534" y="180937"/>
                  </a:lnTo>
                  <a:lnTo>
                    <a:pt x="179337" y="180585"/>
                  </a:lnTo>
                  <a:lnTo>
                    <a:pt x="179202" y="179936"/>
                  </a:lnTo>
                  <a:lnTo>
                    <a:pt x="178562" y="179289"/>
                  </a:lnTo>
                  <a:lnTo>
                    <a:pt x="178367" y="179154"/>
                  </a:lnTo>
                  <a:lnTo>
                    <a:pt x="178162" y="178963"/>
                  </a:lnTo>
                  <a:lnTo>
                    <a:pt x="177977" y="178656"/>
                  </a:lnTo>
                  <a:lnTo>
                    <a:pt x="177176" y="178590"/>
                  </a:lnTo>
                  <a:lnTo>
                    <a:pt x="177238" y="178998"/>
                  </a:lnTo>
                  <a:lnTo>
                    <a:pt x="176944" y="178824"/>
                  </a:lnTo>
                  <a:lnTo>
                    <a:pt x="176636" y="178908"/>
                  </a:lnTo>
                  <a:lnTo>
                    <a:pt x="176453" y="179023"/>
                  </a:lnTo>
                  <a:lnTo>
                    <a:pt x="176176" y="178867"/>
                  </a:lnTo>
                  <a:lnTo>
                    <a:pt x="176172" y="178633"/>
                  </a:lnTo>
                  <a:lnTo>
                    <a:pt x="176463" y="178462"/>
                  </a:lnTo>
                  <a:lnTo>
                    <a:pt x="176516" y="178220"/>
                  </a:lnTo>
                  <a:lnTo>
                    <a:pt x="176510" y="178062"/>
                  </a:lnTo>
                  <a:lnTo>
                    <a:pt x="176524" y="177789"/>
                  </a:lnTo>
                  <a:lnTo>
                    <a:pt x="176754" y="177507"/>
                  </a:lnTo>
                  <a:lnTo>
                    <a:pt x="176531" y="177396"/>
                  </a:lnTo>
                  <a:lnTo>
                    <a:pt x="176049" y="177259"/>
                  </a:lnTo>
                  <a:lnTo>
                    <a:pt x="175972" y="177444"/>
                  </a:lnTo>
                  <a:lnTo>
                    <a:pt x="175700" y="177637"/>
                  </a:lnTo>
                  <a:lnTo>
                    <a:pt x="175328" y="177865"/>
                  </a:lnTo>
                  <a:lnTo>
                    <a:pt x="174512" y="178230"/>
                  </a:lnTo>
                  <a:lnTo>
                    <a:pt x="173767" y="178061"/>
                  </a:lnTo>
                  <a:lnTo>
                    <a:pt x="173469" y="177643"/>
                  </a:lnTo>
                  <a:lnTo>
                    <a:pt x="173719" y="177209"/>
                  </a:lnTo>
                  <a:lnTo>
                    <a:pt x="173750" y="176715"/>
                  </a:lnTo>
                  <a:lnTo>
                    <a:pt x="173597" y="176678"/>
                  </a:lnTo>
                  <a:lnTo>
                    <a:pt x="173468" y="176701"/>
                  </a:lnTo>
                  <a:lnTo>
                    <a:pt x="173253" y="176778"/>
                  </a:lnTo>
                  <a:lnTo>
                    <a:pt x="173123" y="176893"/>
                  </a:lnTo>
                  <a:lnTo>
                    <a:pt x="172919" y="177224"/>
                  </a:lnTo>
                  <a:lnTo>
                    <a:pt x="172965" y="177471"/>
                  </a:lnTo>
                  <a:lnTo>
                    <a:pt x="172719" y="177522"/>
                  </a:lnTo>
                  <a:lnTo>
                    <a:pt x="172301" y="177557"/>
                  </a:lnTo>
                  <a:lnTo>
                    <a:pt x="172165" y="177493"/>
                  </a:lnTo>
                  <a:lnTo>
                    <a:pt x="171852" y="177233"/>
                  </a:lnTo>
                  <a:lnTo>
                    <a:pt x="171751" y="176774"/>
                  </a:lnTo>
                  <a:lnTo>
                    <a:pt x="171306" y="176596"/>
                  </a:lnTo>
                  <a:lnTo>
                    <a:pt x="171169" y="176581"/>
                  </a:lnTo>
                  <a:lnTo>
                    <a:pt x="171042" y="176798"/>
                  </a:lnTo>
                  <a:lnTo>
                    <a:pt x="170769" y="176889"/>
                  </a:lnTo>
                  <a:lnTo>
                    <a:pt x="170573" y="177216"/>
                  </a:lnTo>
                  <a:lnTo>
                    <a:pt x="170372" y="177278"/>
                  </a:lnTo>
                  <a:lnTo>
                    <a:pt x="170220" y="177221"/>
                  </a:lnTo>
                  <a:lnTo>
                    <a:pt x="169944" y="177028"/>
                  </a:lnTo>
                  <a:lnTo>
                    <a:pt x="169898" y="176765"/>
                  </a:lnTo>
                  <a:lnTo>
                    <a:pt x="169899" y="176516"/>
                  </a:lnTo>
                  <a:lnTo>
                    <a:pt x="169694" y="176359"/>
                  </a:lnTo>
                  <a:lnTo>
                    <a:pt x="169064" y="176503"/>
                  </a:lnTo>
                  <a:lnTo>
                    <a:pt x="168789" y="176554"/>
                  </a:lnTo>
                  <a:lnTo>
                    <a:pt x="168767" y="176734"/>
                  </a:lnTo>
                  <a:lnTo>
                    <a:pt x="168959" y="176851"/>
                  </a:lnTo>
                  <a:lnTo>
                    <a:pt x="168887" y="177376"/>
                  </a:lnTo>
                  <a:lnTo>
                    <a:pt x="168232" y="177173"/>
                  </a:lnTo>
                  <a:lnTo>
                    <a:pt x="167863" y="177048"/>
                  </a:lnTo>
                  <a:lnTo>
                    <a:pt x="167033" y="177031"/>
                  </a:lnTo>
                  <a:lnTo>
                    <a:pt x="166961" y="177192"/>
                  </a:lnTo>
                  <a:lnTo>
                    <a:pt x="166153" y="177282"/>
                  </a:lnTo>
                  <a:lnTo>
                    <a:pt x="165789" y="177064"/>
                  </a:lnTo>
                  <a:lnTo>
                    <a:pt x="165484" y="176915"/>
                  </a:lnTo>
                  <a:lnTo>
                    <a:pt x="165166" y="176856"/>
                  </a:lnTo>
                  <a:lnTo>
                    <a:pt x="164882" y="176896"/>
                  </a:lnTo>
                  <a:lnTo>
                    <a:pt x="164457" y="177009"/>
                  </a:lnTo>
                  <a:lnTo>
                    <a:pt x="164263" y="177109"/>
                  </a:lnTo>
                  <a:lnTo>
                    <a:pt x="163887" y="177427"/>
                  </a:lnTo>
                  <a:lnTo>
                    <a:pt x="163740" y="178490"/>
                  </a:lnTo>
                  <a:lnTo>
                    <a:pt x="164043" y="178773"/>
                  </a:lnTo>
                  <a:lnTo>
                    <a:pt x="164412" y="178932"/>
                  </a:lnTo>
                  <a:lnTo>
                    <a:pt x="164728" y="179079"/>
                  </a:lnTo>
                  <a:lnTo>
                    <a:pt x="164969" y="179199"/>
                  </a:lnTo>
                  <a:lnTo>
                    <a:pt x="165270" y="179813"/>
                  </a:lnTo>
                  <a:lnTo>
                    <a:pt x="165626" y="180229"/>
                  </a:lnTo>
                  <a:lnTo>
                    <a:pt x="165680" y="180380"/>
                  </a:lnTo>
                  <a:lnTo>
                    <a:pt x="165704" y="180720"/>
                  </a:lnTo>
                  <a:lnTo>
                    <a:pt x="165316" y="181150"/>
                  </a:lnTo>
                  <a:lnTo>
                    <a:pt x="164806" y="181109"/>
                  </a:lnTo>
                  <a:lnTo>
                    <a:pt x="164864" y="182076"/>
                  </a:lnTo>
                  <a:lnTo>
                    <a:pt x="165007" y="182196"/>
                  </a:lnTo>
                  <a:lnTo>
                    <a:pt x="165518" y="182437"/>
                  </a:lnTo>
                  <a:lnTo>
                    <a:pt x="166131" y="182568"/>
                  </a:lnTo>
                  <a:lnTo>
                    <a:pt x="166768" y="182467"/>
                  </a:lnTo>
                  <a:lnTo>
                    <a:pt x="167098" y="182205"/>
                  </a:lnTo>
                  <a:lnTo>
                    <a:pt x="167226" y="182254"/>
                  </a:lnTo>
                  <a:lnTo>
                    <a:pt x="167444" y="182338"/>
                  </a:lnTo>
                  <a:lnTo>
                    <a:pt x="168585" y="182363"/>
                  </a:lnTo>
                  <a:lnTo>
                    <a:pt x="168608" y="182831"/>
                  </a:lnTo>
                  <a:lnTo>
                    <a:pt x="168566" y="183016"/>
                  </a:lnTo>
                  <a:lnTo>
                    <a:pt x="168508" y="183594"/>
                  </a:lnTo>
                  <a:lnTo>
                    <a:pt x="168424" y="184314"/>
                  </a:lnTo>
                  <a:lnTo>
                    <a:pt x="168503" y="184732"/>
                  </a:lnTo>
                  <a:lnTo>
                    <a:pt x="168377" y="185322"/>
                  </a:lnTo>
                  <a:lnTo>
                    <a:pt x="168294" y="185500"/>
                  </a:lnTo>
                  <a:lnTo>
                    <a:pt x="168272" y="186110"/>
                  </a:lnTo>
                  <a:lnTo>
                    <a:pt x="168497" y="186296"/>
                  </a:lnTo>
                  <a:lnTo>
                    <a:pt x="169000" y="186474"/>
                  </a:lnTo>
                  <a:lnTo>
                    <a:pt x="168784" y="186978"/>
                  </a:lnTo>
                  <a:lnTo>
                    <a:pt x="168660" y="187691"/>
                  </a:lnTo>
                  <a:lnTo>
                    <a:pt x="168753" y="188653"/>
                  </a:lnTo>
                  <a:lnTo>
                    <a:pt x="168296" y="188847"/>
                  </a:lnTo>
                  <a:lnTo>
                    <a:pt x="167792" y="190354"/>
                  </a:lnTo>
                  <a:lnTo>
                    <a:pt x="167630" y="190865"/>
                  </a:lnTo>
                  <a:lnTo>
                    <a:pt x="167563" y="190997"/>
                  </a:lnTo>
                  <a:lnTo>
                    <a:pt x="167488" y="191147"/>
                  </a:lnTo>
                  <a:lnTo>
                    <a:pt x="167940" y="192154"/>
                  </a:lnTo>
                  <a:lnTo>
                    <a:pt x="167577" y="192886"/>
                  </a:lnTo>
                  <a:lnTo>
                    <a:pt x="165383" y="194248"/>
                  </a:lnTo>
                  <a:lnTo>
                    <a:pt x="164765" y="194456"/>
                  </a:lnTo>
                  <a:lnTo>
                    <a:pt x="164521" y="194369"/>
                  </a:lnTo>
                  <a:lnTo>
                    <a:pt x="164160" y="194009"/>
                  </a:lnTo>
                  <a:lnTo>
                    <a:pt x="163957" y="193960"/>
                  </a:lnTo>
                  <a:lnTo>
                    <a:pt x="163050" y="194552"/>
                  </a:lnTo>
                  <a:lnTo>
                    <a:pt x="161579" y="194561"/>
                  </a:lnTo>
                  <a:lnTo>
                    <a:pt x="161549" y="194847"/>
                  </a:lnTo>
                  <a:lnTo>
                    <a:pt x="161530" y="195074"/>
                  </a:lnTo>
                  <a:lnTo>
                    <a:pt x="161024" y="195488"/>
                  </a:lnTo>
                  <a:lnTo>
                    <a:pt x="161138" y="196032"/>
                  </a:lnTo>
                  <a:lnTo>
                    <a:pt x="161277" y="196397"/>
                  </a:lnTo>
                  <a:lnTo>
                    <a:pt x="161409" y="196763"/>
                  </a:lnTo>
                  <a:lnTo>
                    <a:pt x="161129" y="196984"/>
                  </a:lnTo>
                  <a:lnTo>
                    <a:pt x="161072" y="197124"/>
                  </a:lnTo>
                  <a:lnTo>
                    <a:pt x="161000" y="197331"/>
                  </a:lnTo>
                  <a:lnTo>
                    <a:pt x="160978" y="197763"/>
                  </a:lnTo>
                  <a:lnTo>
                    <a:pt x="160168" y="198135"/>
                  </a:lnTo>
                  <a:lnTo>
                    <a:pt x="160081" y="198348"/>
                  </a:lnTo>
                  <a:lnTo>
                    <a:pt x="159872" y="198579"/>
                  </a:lnTo>
                  <a:lnTo>
                    <a:pt x="159717" y="198652"/>
                  </a:lnTo>
                  <a:lnTo>
                    <a:pt x="159517" y="198731"/>
                  </a:lnTo>
                  <a:lnTo>
                    <a:pt x="159060" y="198987"/>
                  </a:lnTo>
                  <a:lnTo>
                    <a:pt x="158418" y="199317"/>
                  </a:lnTo>
                  <a:lnTo>
                    <a:pt x="157505" y="199602"/>
                  </a:lnTo>
                  <a:lnTo>
                    <a:pt x="157219" y="199981"/>
                  </a:lnTo>
                  <a:lnTo>
                    <a:pt x="156944" y="200368"/>
                  </a:lnTo>
                  <a:lnTo>
                    <a:pt x="156703" y="200482"/>
                  </a:lnTo>
                  <a:lnTo>
                    <a:pt x="156820" y="200686"/>
                  </a:lnTo>
                  <a:lnTo>
                    <a:pt x="156960" y="200779"/>
                  </a:lnTo>
                  <a:lnTo>
                    <a:pt x="157047" y="201155"/>
                  </a:lnTo>
                  <a:lnTo>
                    <a:pt x="156918" y="201276"/>
                  </a:lnTo>
                  <a:lnTo>
                    <a:pt x="156754" y="201476"/>
                  </a:lnTo>
                  <a:lnTo>
                    <a:pt x="156662" y="201728"/>
                  </a:lnTo>
                  <a:lnTo>
                    <a:pt x="157014" y="201949"/>
                  </a:lnTo>
                  <a:lnTo>
                    <a:pt x="157403" y="202157"/>
                  </a:lnTo>
                  <a:lnTo>
                    <a:pt x="157387" y="202393"/>
                  </a:lnTo>
                  <a:lnTo>
                    <a:pt x="157005" y="202306"/>
                  </a:lnTo>
                  <a:lnTo>
                    <a:pt x="156909" y="202545"/>
                  </a:lnTo>
                  <a:lnTo>
                    <a:pt x="157188" y="203414"/>
                  </a:lnTo>
                  <a:lnTo>
                    <a:pt x="156892" y="203838"/>
                  </a:lnTo>
                  <a:lnTo>
                    <a:pt x="156432" y="203783"/>
                  </a:lnTo>
                  <a:lnTo>
                    <a:pt x="156446" y="204098"/>
                  </a:lnTo>
                  <a:lnTo>
                    <a:pt x="156508" y="204277"/>
                  </a:lnTo>
                  <a:lnTo>
                    <a:pt x="156590" y="204502"/>
                  </a:lnTo>
                  <a:lnTo>
                    <a:pt x="156239" y="204710"/>
                  </a:lnTo>
                  <a:lnTo>
                    <a:pt x="156091" y="205130"/>
                  </a:lnTo>
                  <a:lnTo>
                    <a:pt x="156083" y="205257"/>
                  </a:lnTo>
                  <a:lnTo>
                    <a:pt x="156075" y="205417"/>
                  </a:lnTo>
                  <a:lnTo>
                    <a:pt x="155786" y="206078"/>
                  </a:lnTo>
                  <a:lnTo>
                    <a:pt x="155923" y="206277"/>
                  </a:lnTo>
                  <a:lnTo>
                    <a:pt x="156412" y="207000"/>
                  </a:lnTo>
                  <a:lnTo>
                    <a:pt x="156870" y="206946"/>
                  </a:lnTo>
                  <a:lnTo>
                    <a:pt x="157216" y="206785"/>
                  </a:lnTo>
                  <a:lnTo>
                    <a:pt x="157595" y="206947"/>
                  </a:lnTo>
                  <a:lnTo>
                    <a:pt x="157720" y="207238"/>
                  </a:lnTo>
                  <a:lnTo>
                    <a:pt x="157692" y="207387"/>
                  </a:lnTo>
                  <a:lnTo>
                    <a:pt x="157792" y="207763"/>
                  </a:lnTo>
                  <a:lnTo>
                    <a:pt x="157916" y="207902"/>
                  </a:lnTo>
                  <a:lnTo>
                    <a:pt x="157965" y="208064"/>
                  </a:lnTo>
                  <a:lnTo>
                    <a:pt x="158264" y="208046"/>
                  </a:lnTo>
                  <a:lnTo>
                    <a:pt x="158346" y="207741"/>
                  </a:lnTo>
                  <a:lnTo>
                    <a:pt x="158735" y="207550"/>
                  </a:lnTo>
                  <a:lnTo>
                    <a:pt x="159082" y="207986"/>
                  </a:lnTo>
                  <a:lnTo>
                    <a:pt x="159362" y="208167"/>
                  </a:lnTo>
                  <a:lnTo>
                    <a:pt x="159692" y="208135"/>
                  </a:lnTo>
                  <a:lnTo>
                    <a:pt x="160093" y="208133"/>
                  </a:lnTo>
                  <a:lnTo>
                    <a:pt x="160373" y="208206"/>
                  </a:lnTo>
                  <a:lnTo>
                    <a:pt x="160452" y="208555"/>
                  </a:lnTo>
                  <a:lnTo>
                    <a:pt x="159874" y="208905"/>
                  </a:lnTo>
                  <a:lnTo>
                    <a:pt x="159845" y="209073"/>
                  </a:lnTo>
                  <a:lnTo>
                    <a:pt x="159959" y="209363"/>
                  </a:lnTo>
                  <a:lnTo>
                    <a:pt x="160282" y="209658"/>
                  </a:lnTo>
                  <a:lnTo>
                    <a:pt x="160892" y="209974"/>
                  </a:lnTo>
                  <a:lnTo>
                    <a:pt x="161374" y="210073"/>
                  </a:lnTo>
                  <a:lnTo>
                    <a:pt x="161257" y="210472"/>
                  </a:lnTo>
                  <a:lnTo>
                    <a:pt x="160940" y="211326"/>
                  </a:lnTo>
                  <a:lnTo>
                    <a:pt x="160820" y="211628"/>
                  </a:lnTo>
                  <a:lnTo>
                    <a:pt x="160564" y="212204"/>
                  </a:lnTo>
                  <a:lnTo>
                    <a:pt x="160776" y="212858"/>
                  </a:lnTo>
                  <a:lnTo>
                    <a:pt x="160993" y="212904"/>
                  </a:lnTo>
                  <a:lnTo>
                    <a:pt x="161773" y="213310"/>
                  </a:lnTo>
                  <a:lnTo>
                    <a:pt x="162055" y="213523"/>
                  </a:lnTo>
                  <a:lnTo>
                    <a:pt x="162203" y="213421"/>
                  </a:lnTo>
                  <a:lnTo>
                    <a:pt x="162650" y="213352"/>
                  </a:lnTo>
                  <a:lnTo>
                    <a:pt x="162881" y="213644"/>
                  </a:lnTo>
                  <a:lnTo>
                    <a:pt x="162704" y="213592"/>
                  </a:lnTo>
                  <a:lnTo>
                    <a:pt x="162323" y="213966"/>
                  </a:lnTo>
                  <a:lnTo>
                    <a:pt x="162149" y="214335"/>
                  </a:lnTo>
                  <a:lnTo>
                    <a:pt x="162334" y="214409"/>
                  </a:lnTo>
                  <a:lnTo>
                    <a:pt x="162373" y="214605"/>
                  </a:lnTo>
                  <a:lnTo>
                    <a:pt x="162567" y="214485"/>
                  </a:lnTo>
                  <a:lnTo>
                    <a:pt x="162710" y="214675"/>
                  </a:lnTo>
                  <a:lnTo>
                    <a:pt x="163340" y="214908"/>
                  </a:lnTo>
                  <a:lnTo>
                    <a:pt x="163494" y="214696"/>
                  </a:lnTo>
                  <a:lnTo>
                    <a:pt x="163691" y="214381"/>
                  </a:lnTo>
                  <a:lnTo>
                    <a:pt x="164019" y="214443"/>
                  </a:lnTo>
                  <a:lnTo>
                    <a:pt x="164462" y="214315"/>
                  </a:lnTo>
                  <a:lnTo>
                    <a:pt x="164615" y="214300"/>
                  </a:lnTo>
                  <a:lnTo>
                    <a:pt x="164752" y="214301"/>
                  </a:lnTo>
                  <a:lnTo>
                    <a:pt x="164885" y="214171"/>
                  </a:lnTo>
                  <a:lnTo>
                    <a:pt x="165076" y="213859"/>
                  </a:lnTo>
                  <a:lnTo>
                    <a:pt x="165144" y="213702"/>
                  </a:lnTo>
                  <a:lnTo>
                    <a:pt x="165518" y="213738"/>
                  </a:lnTo>
                  <a:lnTo>
                    <a:pt x="165594" y="213889"/>
                  </a:lnTo>
                  <a:lnTo>
                    <a:pt x="165885" y="213832"/>
                  </a:lnTo>
                  <a:lnTo>
                    <a:pt x="166127" y="213628"/>
                  </a:lnTo>
                  <a:lnTo>
                    <a:pt x="166441" y="213605"/>
                  </a:lnTo>
                  <a:lnTo>
                    <a:pt x="166709" y="213632"/>
                  </a:lnTo>
                  <a:lnTo>
                    <a:pt x="166791" y="214057"/>
                  </a:lnTo>
                  <a:lnTo>
                    <a:pt x="166670" y="214240"/>
                  </a:lnTo>
                  <a:lnTo>
                    <a:pt x="166819" y="214368"/>
                  </a:lnTo>
                  <a:lnTo>
                    <a:pt x="167046" y="214623"/>
                  </a:lnTo>
                  <a:lnTo>
                    <a:pt x="167383" y="214890"/>
                  </a:lnTo>
                  <a:lnTo>
                    <a:pt x="167583" y="214870"/>
                  </a:lnTo>
                  <a:lnTo>
                    <a:pt x="168082" y="214960"/>
                  </a:lnTo>
                  <a:lnTo>
                    <a:pt x="168369" y="215123"/>
                  </a:lnTo>
                  <a:lnTo>
                    <a:pt x="168414" y="215588"/>
                  </a:lnTo>
                  <a:lnTo>
                    <a:pt x="168599" y="215548"/>
                  </a:lnTo>
                  <a:lnTo>
                    <a:pt x="168585" y="215900"/>
                  </a:lnTo>
                  <a:lnTo>
                    <a:pt x="168490" y="216094"/>
                  </a:lnTo>
                  <a:lnTo>
                    <a:pt x="168166" y="216306"/>
                  </a:lnTo>
                  <a:lnTo>
                    <a:pt x="168014" y="216350"/>
                  </a:lnTo>
                  <a:lnTo>
                    <a:pt x="167810" y="216352"/>
                  </a:lnTo>
                  <a:lnTo>
                    <a:pt x="167758" y="216506"/>
                  </a:lnTo>
                  <a:lnTo>
                    <a:pt x="167689" y="216796"/>
                  </a:lnTo>
                  <a:lnTo>
                    <a:pt x="167537" y="217109"/>
                  </a:lnTo>
                  <a:lnTo>
                    <a:pt x="167245" y="217182"/>
                  </a:lnTo>
                  <a:lnTo>
                    <a:pt x="167030" y="217127"/>
                  </a:lnTo>
                  <a:lnTo>
                    <a:pt x="166818" y="217168"/>
                  </a:lnTo>
                  <a:lnTo>
                    <a:pt x="166908" y="217700"/>
                  </a:lnTo>
                  <a:lnTo>
                    <a:pt x="166950" y="218473"/>
                  </a:lnTo>
                  <a:lnTo>
                    <a:pt x="167270" y="218794"/>
                  </a:lnTo>
                  <a:lnTo>
                    <a:pt x="167802" y="218771"/>
                  </a:lnTo>
                  <a:lnTo>
                    <a:pt x="168089" y="218953"/>
                  </a:lnTo>
                  <a:lnTo>
                    <a:pt x="168620" y="218870"/>
                  </a:lnTo>
                  <a:lnTo>
                    <a:pt x="168878" y="218839"/>
                  </a:lnTo>
                  <a:lnTo>
                    <a:pt x="169007" y="218902"/>
                  </a:lnTo>
                  <a:lnTo>
                    <a:pt x="169458" y="218744"/>
                  </a:lnTo>
                  <a:lnTo>
                    <a:pt x="169530" y="218902"/>
                  </a:lnTo>
                  <a:lnTo>
                    <a:pt x="169489" y="219107"/>
                  </a:lnTo>
                  <a:lnTo>
                    <a:pt x="169659" y="219387"/>
                  </a:lnTo>
                  <a:lnTo>
                    <a:pt x="169823" y="219400"/>
                  </a:lnTo>
                  <a:lnTo>
                    <a:pt x="170044" y="219108"/>
                  </a:lnTo>
                  <a:lnTo>
                    <a:pt x="170217" y="219174"/>
                  </a:lnTo>
                  <a:lnTo>
                    <a:pt x="170347" y="218873"/>
                  </a:lnTo>
                  <a:lnTo>
                    <a:pt x="170425" y="218545"/>
                  </a:lnTo>
                  <a:lnTo>
                    <a:pt x="170671" y="218134"/>
                  </a:lnTo>
                  <a:lnTo>
                    <a:pt x="170713" y="217977"/>
                  </a:lnTo>
                  <a:lnTo>
                    <a:pt x="170880" y="217139"/>
                  </a:lnTo>
                  <a:lnTo>
                    <a:pt x="171162" y="217124"/>
                  </a:lnTo>
                  <a:lnTo>
                    <a:pt x="171792" y="217012"/>
                  </a:lnTo>
                  <a:lnTo>
                    <a:pt x="172026" y="217230"/>
                  </a:lnTo>
                  <a:lnTo>
                    <a:pt x="172422" y="217378"/>
                  </a:lnTo>
                  <a:lnTo>
                    <a:pt x="172620" y="217568"/>
                  </a:lnTo>
                  <a:lnTo>
                    <a:pt x="172672" y="217766"/>
                  </a:lnTo>
                  <a:lnTo>
                    <a:pt x="172395" y="218012"/>
                  </a:lnTo>
                  <a:lnTo>
                    <a:pt x="172236" y="218357"/>
                  </a:lnTo>
                  <a:lnTo>
                    <a:pt x="172347" y="218633"/>
                  </a:lnTo>
                  <a:lnTo>
                    <a:pt x="172476" y="218935"/>
                  </a:lnTo>
                  <a:lnTo>
                    <a:pt x="172493" y="219125"/>
                  </a:lnTo>
                  <a:lnTo>
                    <a:pt x="172605" y="219323"/>
                  </a:lnTo>
                  <a:lnTo>
                    <a:pt x="172723" y="219509"/>
                  </a:lnTo>
                  <a:lnTo>
                    <a:pt x="172950" y="219785"/>
                  </a:lnTo>
                  <a:lnTo>
                    <a:pt x="173176" y="219769"/>
                  </a:lnTo>
                  <a:lnTo>
                    <a:pt x="173393" y="219719"/>
                  </a:lnTo>
                  <a:lnTo>
                    <a:pt x="173537" y="219285"/>
                  </a:lnTo>
                  <a:lnTo>
                    <a:pt x="173853" y="219323"/>
                  </a:lnTo>
                  <a:lnTo>
                    <a:pt x="174104" y="219132"/>
                  </a:lnTo>
                  <a:lnTo>
                    <a:pt x="174435" y="219174"/>
                  </a:lnTo>
                  <a:lnTo>
                    <a:pt x="174437" y="219307"/>
                  </a:lnTo>
                  <a:lnTo>
                    <a:pt x="174734" y="219455"/>
                  </a:lnTo>
                  <a:lnTo>
                    <a:pt x="175566" y="220203"/>
                  </a:lnTo>
                  <a:lnTo>
                    <a:pt x="175608" y="220410"/>
                  </a:lnTo>
                  <a:lnTo>
                    <a:pt x="175546" y="220568"/>
                  </a:lnTo>
                  <a:lnTo>
                    <a:pt x="175504" y="220939"/>
                  </a:lnTo>
                  <a:lnTo>
                    <a:pt x="175648" y="220925"/>
                  </a:lnTo>
                  <a:lnTo>
                    <a:pt x="175778" y="221092"/>
                  </a:lnTo>
                  <a:lnTo>
                    <a:pt x="175648" y="221398"/>
                  </a:lnTo>
                  <a:lnTo>
                    <a:pt x="175642" y="221559"/>
                  </a:lnTo>
                  <a:lnTo>
                    <a:pt x="175497" y="221892"/>
                  </a:lnTo>
                  <a:lnTo>
                    <a:pt x="175799" y="222260"/>
                  </a:lnTo>
                  <a:lnTo>
                    <a:pt x="175720" y="222781"/>
                  </a:lnTo>
                  <a:lnTo>
                    <a:pt x="175741" y="223055"/>
                  </a:lnTo>
                  <a:lnTo>
                    <a:pt x="175762" y="223299"/>
                  </a:lnTo>
                  <a:lnTo>
                    <a:pt x="176109" y="223522"/>
                  </a:lnTo>
                  <a:lnTo>
                    <a:pt x="176171" y="223707"/>
                  </a:lnTo>
                  <a:lnTo>
                    <a:pt x="176060" y="224713"/>
                  </a:lnTo>
                  <a:lnTo>
                    <a:pt x="176004" y="225084"/>
                  </a:lnTo>
                  <a:lnTo>
                    <a:pt x="175843" y="225816"/>
                  </a:lnTo>
                  <a:lnTo>
                    <a:pt x="175849" y="226060"/>
                  </a:lnTo>
                  <a:lnTo>
                    <a:pt x="175938" y="227268"/>
                  </a:lnTo>
                  <a:lnTo>
                    <a:pt x="175677" y="227983"/>
                  </a:lnTo>
                  <a:lnTo>
                    <a:pt x="175365" y="228486"/>
                  </a:lnTo>
                  <a:lnTo>
                    <a:pt x="174229" y="230018"/>
                  </a:lnTo>
                  <a:lnTo>
                    <a:pt x="174167" y="230156"/>
                  </a:lnTo>
                  <a:lnTo>
                    <a:pt x="174008" y="230273"/>
                  </a:lnTo>
                  <a:lnTo>
                    <a:pt x="173523" y="230460"/>
                  </a:lnTo>
                  <a:lnTo>
                    <a:pt x="173191" y="230633"/>
                  </a:lnTo>
                  <a:lnTo>
                    <a:pt x="172975" y="230689"/>
                  </a:lnTo>
                  <a:lnTo>
                    <a:pt x="172174" y="230755"/>
                  </a:lnTo>
                  <a:lnTo>
                    <a:pt x="171556" y="230812"/>
                  </a:lnTo>
                  <a:lnTo>
                    <a:pt x="171455" y="229848"/>
                  </a:lnTo>
                  <a:lnTo>
                    <a:pt x="171041" y="230010"/>
                  </a:lnTo>
                  <a:lnTo>
                    <a:pt x="170692" y="230570"/>
                  </a:lnTo>
                  <a:lnTo>
                    <a:pt x="170282" y="231768"/>
                  </a:lnTo>
                  <a:lnTo>
                    <a:pt x="169694" y="232794"/>
                  </a:lnTo>
                  <a:lnTo>
                    <a:pt x="169516" y="233904"/>
                  </a:lnTo>
                  <a:lnTo>
                    <a:pt x="169323" y="233947"/>
                  </a:lnTo>
                  <a:lnTo>
                    <a:pt x="169647" y="234165"/>
                  </a:lnTo>
                  <a:lnTo>
                    <a:pt x="169808" y="234024"/>
                  </a:lnTo>
                  <a:lnTo>
                    <a:pt x="169994" y="234059"/>
                  </a:lnTo>
                  <a:lnTo>
                    <a:pt x="169913" y="234210"/>
                  </a:lnTo>
                  <a:lnTo>
                    <a:pt x="170128" y="234579"/>
                  </a:lnTo>
                  <a:lnTo>
                    <a:pt x="170378" y="234569"/>
                  </a:lnTo>
                  <a:lnTo>
                    <a:pt x="170581" y="234589"/>
                  </a:lnTo>
                  <a:lnTo>
                    <a:pt x="171934" y="235383"/>
                  </a:lnTo>
                  <a:lnTo>
                    <a:pt x="172026" y="235536"/>
                  </a:lnTo>
                  <a:lnTo>
                    <a:pt x="171979" y="236076"/>
                  </a:lnTo>
                  <a:lnTo>
                    <a:pt x="171991" y="236216"/>
                  </a:lnTo>
                  <a:lnTo>
                    <a:pt x="172049" y="236349"/>
                  </a:lnTo>
                  <a:lnTo>
                    <a:pt x="172164" y="236496"/>
                  </a:lnTo>
                  <a:lnTo>
                    <a:pt x="172724" y="236836"/>
                  </a:lnTo>
                  <a:lnTo>
                    <a:pt x="172893" y="236880"/>
                  </a:lnTo>
                  <a:lnTo>
                    <a:pt x="173230" y="236626"/>
                  </a:lnTo>
                  <a:lnTo>
                    <a:pt x="173842" y="236837"/>
                  </a:lnTo>
                  <a:lnTo>
                    <a:pt x="174357" y="236531"/>
                  </a:lnTo>
                  <a:lnTo>
                    <a:pt x="174682" y="236442"/>
                  </a:lnTo>
                  <a:lnTo>
                    <a:pt x="174867" y="236393"/>
                  </a:lnTo>
                  <a:lnTo>
                    <a:pt x="175195" y="236327"/>
                  </a:lnTo>
                  <a:lnTo>
                    <a:pt x="175637" y="236434"/>
                  </a:lnTo>
                  <a:lnTo>
                    <a:pt x="176027" y="236510"/>
                  </a:lnTo>
                  <a:lnTo>
                    <a:pt x="176060" y="236705"/>
                  </a:lnTo>
                  <a:lnTo>
                    <a:pt x="176050" y="236837"/>
                  </a:lnTo>
                  <a:lnTo>
                    <a:pt x="176502" y="236764"/>
                  </a:lnTo>
                  <a:lnTo>
                    <a:pt x="176839" y="236685"/>
                  </a:lnTo>
                  <a:lnTo>
                    <a:pt x="177219" y="236384"/>
                  </a:lnTo>
                  <a:lnTo>
                    <a:pt x="177509" y="236255"/>
                  </a:lnTo>
                  <a:lnTo>
                    <a:pt x="177916" y="236351"/>
                  </a:lnTo>
                  <a:lnTo>
                    <a:pt x="178156" y="236440"/>
                  </a:lnTo>
                  <a:lnTo>
                    <a:pt x="178365" y="236511"/>
                  </a:lnTo>
                  <a:lnTo>
                    <a:pt x="178577" y="236532"/>
                  </a:lnTo>
                  <a:lnTo>
                    <a:pt x="178912" y="236513"/>
                  </a:lnTo>
                  <a:lnTo>
                    <a:pt x="179481" y="236568"/>
                  </a:lnTo>
                  <a:lnTo>
                    <a:pt x="179746" y="236467"/>
                  </a:lnTo>
                  <a:lnTo>
                    <a:pt x="179924" y="236671"/>
                  </a:lnTo>
                  <a:lnTo>
                    <a:pt x="180507" y="236636"/>
                  </a:lnTo>
                  <a:lnTo>
                    <a:pt x="180693" y="236625"/>
                  </a:lnTo>
                  <a:lnTo>
                    <a:pt x="180962" y="236264"/>
                  </a:lnTo>
                  <a:lnTo>
                    <a:pt x="181261" y="236243"/>
                  </a:lnTo>
                  <a:lnTo>
                    <a:pt x="181644" y="236445"/>
                  </a:lnTo>
                  <a:lnTo>
                    <a:pt x="182168" y="236605"/>
                  </a:lnTo>
                  <a:lnTo>
                    <a:pt x="182607" y="236773"/>
                  </a:lnTo>
                  <a:lnTo>
                    <a:pt x="182782" y="236443"/>
                  </a:lnTo>
                  <a:lnTo>
                    <a:pt x="182933" y="236458"/>
                  </a:lnTo>
                  <a:lnTo>
                    <a:pt x="183323" y="236597"/>
                  </a:lnTo>
                  <a:lnTo>
                    <a:pt x="183694" y="236727"/>
                  </a:lnTo>
                  <a:lnTo>
                    <a:pt x="183784" y="236585"/>
                  </a:lnTo>
                  <a:lnTo>
                    <a:pt x="183955" y="236348"/>
                  </a:lnTo>
                  <a:lnTo>
                    <a:pt x="184254" y="236345"/>
                  </a:lnTo>
                  <a:lnTo>
                    <a:pt x="184575" y="236562"/>
                  </a:lnTo>
                  <a:lnTo>
                    <a:pt x="184571" y="236330"/>
                  </a:lnTo>
                  <a:lnTo>
                    <a:pt x="184557" y="235958"/>
                  </a:lnTo>
                  <a:lnTo>
                    <a:pt x="184706" y="235802"/>
                  </a:lnTo>
                  <a:lnTo>
                    <a:pt x="184986" y="235546"/>
                  </a:lnTo>
                  <a:lnTo>
                    <a:pt x="185252" y="235422"/>
                  </a:lnTo>
                  <a:lnTo>
                    <a:pt x="185609" y="235427"/>
                  </a:lnTo>
                  <a:lnTo>
                    <a:pt x="185834" y="235137"/>
                  </a:lnTo>
                  <a:lnTo>
                    <a:pt x="186118" y="234946"/>
                  </a:lnTo>
                  <a:lnTo>
                    <a:pt x="186259" y="234742"/>
                  </a:lnTo>
                  <a:lnTo>
                    <a:pt x="186421" y="234446"/>
                  </a:lnTo>
                  <a:lnTo>
                    <a:pt x="186638" y="233999"/>
                  </a:lnTo>
                  <a:lnTo>
                    <a:pt x="187017" y="234104"/>
                  </a:lnTo>
                  <a:lnTo>
                    <a:pt x="187698" y="233777"/>
                  </a:lnTo>
                  <a:lnTo>
                    <a:pt x="187957" y="233932"/>
                  </a:lnTo>
                  <a:lnTo>
                    <a:pt x="188257" y="234024"/>
                  </a:lnTo>
                  <a:lnTo>
                    <a:pt x="188155" y="234483"/>
                  </a:lnTo>
                  <a:lnTo>
                    <a:pt x="188138" y="234870"/>
                  </a:lnTo>
                  <a:lnTo>
                    <a:pt x="188519" y="234937"/>
                  </a:lnTo>
                  <a:lnTo>
                    <a:pt x="188974" y="235167"/>
                  </a:lnTo>
                  <a:lnTo>
                    <a:pt x="189299" y="235412"/>
                  </a:lnTo>
                  <a:lnTo>
                    <a:pt x="189561" y="235580"/>
                  </a:lnTo>
                  <a:lnTo>
                    <a:pt x="189732" y="235760"/>
                  </a:lnTo>
                  <a:lnTo>
                    <a:pt x="189908" y="235784"/>
                  </a:lnTo>
                  <a:lnTo>
                    <a:pt x="190379" y="235296"/>
                  </a:lnTo>
                  <a:lnTo>
                    <a:pt x="190760" y="235623"/>
                  </a:lnTo>
                  <a:lnTo>
                    <a:pt x="190780" y="235757"/>
                  </a:lnTo>
                  <a:lnTo>
                    <a:pt x="191210" y="235615"/>
                  </a:lnTo>
                  <a:lnTo>
                    <a:pt x="191595" y="235593"/>
                  </a:lnTo>
                  <a:lnTo>
                    <a:pt x="191894" y="235320"/>
                  </a:lnTo>
                  <a:lnTo>
                    <a:pt x="192202" y="235089"/>
                  </a:lnTo>
                  <a:lnTo>
                    <a:pt x="192441" y="235223"/>
                  </a:lnTo>
                  <a:lnTo>
                    <a:pt x="192824" y="235322"/>
                  </a:lnTo>
                  <a:lnTo>
                    <a:pt x="193308" y="235311"/>
                  </a:lnTo>
                  <a:lnTo>
                    <a:pt x="193631" y="235319"/>
                  </a:lnTo>
                  <a:lnTo>
                    <a:pt x="194014" y="235386"/>
                  </a:lnTo>
                  <a:lnTo>
                    <a:pt x="193879" y="235370"/>
                  </a:lnTo>
                  <a:lnTo>
                    <a:pt x="193666" y="234805"/>
                  </a:lnTo>
                  <a:lnTo>
                    <a:pt x="193915" y="234761"/>
                  </a:lnTo>
                  <a:lnTo>
                    <a:pt x="194065" y="234391"/>
                  </a:lnTo>
                  <a:lnTo>
                    <a:pt x="194053" y="234044"/>
                  </a:lnTo>
                  <a:lnTo>
                    <a:pt x="193920" y="233749"/>
                  </a:lnTo>
                  <a:lnTo>
                    <a:pt x="194161" y="233637"/>
                  </a:lnTo>
                  <a:lnTo>
                    <a:pt x="194618" y="234217"/>
                  </a:lnTo>
                  <a:lnTo>
                    <a:pt x="194851" y="234587"/>
                  </a:lnTo>
                  <a:lnTo>
                    <a:pt x="194815" y="234803"/>
                  </a:lnTo>
                  <a:lnTo>
                    <a:pt x="195209" y="235251"/>
                  </a:lnTo>
                  <a:lnTo>
                    <a:pt x="195014" y="235867"/>
                  </a:lnTo>
                  <a:lnTo>
                    <a:pt x="194969" y="236052"/>
                  </a:lnTo>
                  <a:lnTo>
                    <a:pt x="194816" y="236238"/>
                  </a:lnTo>
                  <a:lnTo>
                    <a:pt x="194734" y="236380"/>
                  </a:lnTo>
                  <a:lnTo>
                    <a:pt x="194689" y="237161"/>
                  </a:lnTo>
                  <a:lnTo>
                    <a:pt x="194654" y="237290"/>
                  </a:lnTo>
                  <a:lnTo>
                    <a:pt x="194466" y="237473"/>
                  </a:lnTo>
                  <a:lnTo>
                    <a:pt x="194428" y="237623"/>
                  </a:lnTo>
                  <a:lnTo>
                    <a:pt x="194498" y="237992"/>
                  </a:lnTo>
                  <a:lnTo>
                    <a:pt x="194523" y="238221"/>
                  </a:lnTo>
                  <a:lnTo>
                    <a:pt x="194608" y="238389"/>
                  </a:lnTo>
                  <a:lnTo>
                    <a:pt x="194737" y="238405"/>
                  </a:lnTo>
                  <a:lnTo>
                    <a:pt x="195162" y="238670"/>
                  </a:lnTo>
                  <a:lnTo>
                    <a:pt x="195292" y="238608"/>
                  </a:lnTo>
                  <a:lnTo>
                    <a:pt x="195823" y="238192"/>
                  </a:lnTo>
                  <a:lnTo>
                    <a:pt x="196250" y="238361"/>
                  </a:lnTo>
                  <a:lnTo>
                    <a:pt x="196231" y="238490"/>
                  </a:lnTo>
                  <a:lnTo>
                    <a:pt x="196057" y="238484"/>
                  </a:lnTo>
                  <a:lnTo>
                    <a:pt x="195876" y="238421"/>
                  </a:lnTo>
                  <a:lnTo>
                    <a:pt x="195736" y="238450"/>
                  </a:lnTo>
                  <a:lnTo>
                    <a:pt x="195622" y="238647"/>
                  </a:lnTo>
                  <a:lnTo>
                    <a:pt x="195583" y="238818"/>
                  </a:lnTo>
                  <a:lnTo>
                    <a:pt x="195653" y="239076"/>
                  </a:lnTo>
                  <a:lnTo>
                    <a:pt x="195482" y="239297"/>
                  </a:lnTo>
                  <a:lnTo>
                    <a:pt x="195398" y="239503"/>
                  </a:lnTo>
                  <a:lnTo>
                    <a:pt x="195601" y="239527"/>
                  </a:lnTo>
                  <a:lnTo>
                    <a:pt x="195758" y="239433"/>
                  </a:lnTo>
                  <a:lnTo>
                    <a:pt x="195957" y="239043"/>
                  </a:lnTo>
                  <a:lnTo>
                    <a:pt x="196099" y="238954"/>
                  </a:lnTo>
                  <a:lnTo>
                    <a:pt x="196398" y="239179"/>
                  </a:lnTo>
                  <a:lnTo>
                    <a:pt x="196730" y="239253"/>
                  </a:lnTo>
                  <a:lnTo>
                    <a:pt x="196870" y="239084"/>
                  </a:lnTo>
                  <a:lnTo>
                    <a:pt x="197228" y="238889"/>
                  </a:lnTo>
                  <a:lnTo>
                    <a:pt x="197321" y="239160"/>
                  </a:lnTo>
                  <a:lnTo>
                    <a:pt x="197553" y="239221"/>
                  </a:lnTo>
                  <a:lnTo>
                    <a:pt x="197918" y="239329"/>
                  </a:lnTo>
                  <a:lnTo>
                    <a:pt x="197956" y="239542"/>
                  </a:lnTo>
                  <a:lnTo>
                    <a:pt x="198115" y="239748"/>
                  </a:lnTo>
                  <a:lnTo>
                    <a:pt x="198269" y="240039"/>
                  </a:lnTo>
                  <a:lnTo>
                    <a:pt x="198779" y="239959"/>
                  </a:lnTo>
                  <a:lnTo>
                    <a:pt x="199087" y="240126"/>
                  </a:lnTo>
                  <a:lnTo>
                    <a:pt x="199429" y="239683"/>
                  </a:lnTo>
                  <a:lnTo>
                    <a:pt x="199660" y="239699"/>
                  </a:lnTo>
                  <a:lnTo>
                    <a:pt x="199896" y="239846"/>
                  </a:lnTo>
                  <a:lnTo>
                    <a:pt x="200130" y="240066"/>
                  </a:lnTo>
                  <a:lnTo>
                    <a:pt x="200482" y="240081"/>
                  </a:lnTo>
                  <a:lnTo>
                    <a:pt x="200634" y="239907"/>
                  </a:lnTo>
                  <a:lnTo>
                    <a:pt x="200785" y="239883"/>
                  </a:lnTo>
                  <a:lnTo>
                    <a:pt x="201197" y="239997"/>
                  </a:lnTo>
                  <a:lnTo>
                    <a:pt x="201176" y="240281"/>
                  </a:lnTo>
                  <a:lnTo>
                    <a:pt x="201484" y="240148"/>
                  </a:lnTo>
                  <a:lnTo>
                    <a:pt x="201435" y="240598"/>
                  </a:lnTo>
                  <a:lnTo>
                    <a:pt x="201771" y="240442"/>
                  </a:lnTo>
                  <a:lnTo>
                    <a:pt x="201983" y="240614"/>
                  </a:lnTo>
                  <a:lnTo>
                    <a:pt x="202134" y="240843"/>
                  </a:lnTo>
                  <a:lnTo>
                    <a:pt x="202300" y="241011"/>
                  </a:lnTo>
                  <a:lnTo>
                    <a:pt x="202808" y="241060"/>
                  </a:lnTo>
                  <a:lnTo>
                    <a:pt x="202728" y="241411"/>
                  </a:lnTo>
                  <a:lnTo>
                    <a:pt x="202640" y="241724"/>
                  </a:lnTo>
                  <a:lnTo>
                    <a:pt x="202715" y="241870"/>
                  </a:lnTo>
                  <a:lnTo>
                    <a:pt x="203122" y="241930"/>
                  </a:lnTo>
                  <a:lnTo>
                    <a:pt x="203300" y="242242"/>
                  </a:lnTo>
                  <a:lnTo>
                    <a:pt x="203294" y="242373"/>
                  </a:lnTo>
                  <a:lnTo>
                    <a:pt x="203322" y="241971"/>
                  </a:lnTo>
                  <a:lnTo>
                    <a:pt x="203556" y="242017"/>
                  </a:lnTo>
                  <a:lnTo>
                    <a:pt x="204085" y="242317"/>
                  </a:lnTo>
                  <a:lnTo>
                    <a:pt x="203926" y="241954"/>
                  </a:lnTo>
                  <a:lnTo>
                    <a:pt x="203729" y="242042"/>
                  </a:lnTo>
                  <a:lnTo>
                    <a:pt x="203755" y="241875"/>
                  </a:lnTo>
                  <a:lnTo>
                    <a:pt x="204169" y="241388"/>
                  </a:lnTo>
                  <a:lnTo>
                    <a:pt x="204265" y="241191"/>
                  </a:lnTo>
                  <a:lnTo>
                    <a:pt x="204547" y="241260"/>
                  </a:lnTo>
                  <a:lnTo>
                    <a:pt x="204460" y="241608"/>
                  </a:lnTo>
                  <a:lnTo>
                    <a:pt x="204622" y="241647"/>
                  </a:lnTo>
                  <a:lnTo>
                    <a:pt x="204661" y="241999"/>
                  </a:lnTo>
                  <a:lnTo>
                    <a:pt x="204943" y="241956"/>
                  </a:lnTo>
                  <a:lnTo>
                    <a:pt x="205100" y="241837"/>
                  </a:lnTo>
                  <a:lnTo>
                    <a:pt x="205012" y="242037"/>
                  </a:lnTo>
                  <a:lnTo>
                    <a:pt x="205219" y="242089"/>
                  </a:lnTo>
                  <a:lnTo>
                    <a:pt x="205472" y="242221"/>
                  </a:lnTo>
                  <a:lnTo>
                    <a:pt x="205501" y="242506"/>
                  </a:lnTo>
                  <a:lnTo>
                    <a:pt x="205215" y="242467"/>
                  </a:lnTo>
                  <a:lnTo>
                    <a:pt x="205057" y="242607"/>
                  </a:lnTo>
                  <a:lnTo>
                    <a:pt x="204983" y="242870"/>
                  </a:lnTo>
                  <a:lnTo>
                    <a:pt x="204806" y="243084"/>
                  </a:lnTo>
                  <a:lnTo>
                    <a:pt x="204659" y="243344"/>
                  </a:lnTo>
                  <a:lnTo>
                    <a:pt x="204807" y="243725"/>
                  </a:lnTo>
                  <a:lnTo>
                    <a:pt x="204947" y="244040"/>
                  </a:lnTo>
                  <a:lnTo>
                    <a:pt x="204806" y="244518"/>
                  </a:lnTo>
                  <a:lnTo>
                    <a:pt x="204881" y="245017"/>
                  </a:lnTo>
                  <a:lnTo>
                    <a:pt x="204744" y="245186"/>
                  </a:lnTo>
                  <a:lnTo>
                    <a:pt x="205132" y="245721"/>
                  </a:lnTo>
                  <a:lnTo>
                    <a:pt x="204866" y="245959"/>
                  </a:lnTo>
                  <a:lnTo>
                    <a:pt x="204851" y="246245"/>
                  </a:lnTo>
                  <a:lnTo>
                    <a:pt x="204854" y="246556"/>
                  </a:lnTo>
                  <a:lnTo>
                    <a:pt x="204690" y="246621"/>
                  </a:lnTo>
                  <a:lnTo>
                    <a:pt x="204536" y="246684"/>
                  </a:lnTo>
                  <a:lnTo>
                    <a:pt x="204369" y="246769"/>
                  </a:lnTo>
                  <a:lnTo>
                    <a:pt x="204236" y="246952"/>
                  </a:lnTo>
                  <a:lnTo>
                    <a:pt x="204030" y="247282"/>
                  </a:lnTo>
                  <a:lnTo>
                    <a:pt x="203851" y="247350"/>
                  </a:lnTo>
                  <a:lnTo>
                    <a:pt x="203569" y="247523"/>
                  </a:lnTo>
                  <a:lnTo>
                    <a:pt x="203465" y="248176"/>
                  </a:lnTo>
                  <a:lnTo>
                    <a:pt x="203079" y="248460"/>
                  </a:lnTo>
                  <a:lnTo>
                    <a:pt x="202870" y="248627"/>
                  </a:lnTo>
                  <a:lnTo>
                    <a:pt x="202973" y="248757"/>
                  </a:lnTo>
                  <a:lnTo>
                    <a:pt x="203125" y="248885"/>
                  </a:lnTo>
                  <a:lnTo>
                    <a:pt x="203356" y="249214"/>
                  </a:lnTo>
                  <a:lnTo>
                    <a:pt x="202900" y="249608"/>
                  </a:lnTo>
                  <a:lnTo>
                    <a:pt x="202772" y="250088"/>
                  </a:lnTo>
                  <a:lnTo>
                    <a:pt x="202600" y="250454"/>
                  </a:lnTo>
                  <a:lnTo>
                    <a:pt x="202435" y="250530"/>
                  </a:lnTo>
                  <a:lnTo>
                    <a:pt x="202201" y="250947"/>
                  </a:lnTo>
                  <a:lnTo>
                    <a:pt x="202006" y="251021"/>
                  </a:lnTo>
                  <a:lnTo>
                    <a:pt x="201868" y="251314"/>
                  </a:lnTo>
                  <a:lnTo>
                    <a:pt x="202034" y="251656"/>
                  </a:lnTo>
                  <a:lnTo>
                    <a:pt x="202078" y="251850"/>
                  </a:lnTo>
                  <a:lnTo>
                    <a:pt x="201966" y="252056"/>
                  </a:lnTo>
                  <a:lnTo>
                    <a:pt x="202075" y="252592"/>
                  </a:lnTo>
                  <a:lnTo>
                    <a:pt x="202126" y="252847"/>
                  </a:lnTo>
                  <a:lnTo>
                    <a:pt x="202182" y="253011"/>
                  </a:lnTo>
                  <a:lnTo>
                    <a:pt x="202343" y="253045"/>
                  </a:lnTo>
                  <a:lnTo>
                    <a:pt x="202484" y="253002"/>
                  </a:lnTo>
                  <a:lnTo>
                    <a:pt x="202681" y="253066"/>
                  </a:lnTo>
                  <a:lnTo>
                    <a:pt x="202722" y="253326"/>
                  </a:lnTo>
                  <a:lnTo>
                    <a:pt x="202762" y="253912"/>
                  </a:lnTo>
                  <a:lnTo>
                    <a:pt x="202868" y="254099"/>
                  </a:lnTo>
                  <a:lnTo>
                    <a:pt x="202845" y="254369"/>
                  </a:lnTo>
                  <a:lnTo>
                    <a:pt x="202614" y="254382"/>
                  </a:lnTo>
                  <a:lnTo>
                    <a:pt x="202218" y="254360"/>
                  </a:lnTo>
                  <a:lnTo>
                    <a:pt x="201950" y="254507"/>
                  </a:lnTo>
                  <a:lnTo>
                    <a:pt x="201801" y="254690"/>
                  </a:lnTo>
                  <a:lnTo>
                    <a:pt x="201757" y="254847"/>
                  </a:lnTo>
                  <a:lnTo>
                    <a:pt x="201599" y="255065"/>
                  </a:lnTo>
                  <a:lnTo>
                    <a:pt x="201549" y="255202"/>
                  </a:lnTo>
                  <a:lnTo>
                    <a:pt x="201496" y="255387"/>
                  </a:lnTo>
                  <a:lnTo>
                    <a:pt x="201214" y="255776"/>
                  </a:lnTo>
                  <a:lnTo>
                    <a:pt x="200991" y="256087"/>
                  </a:lnTo>
                  <a:lnTo>
                    <a:pt x="200926" y="256292"/>
                  </a:lnTo>
                  <a:lnTo>
                    <a:pt x="200962" y="256432"/>
                  </a:lnTo>
                  <a:lnTo>
                    <a:pt x="200751" y="256734"/>
                  </a:lnTo>
                  <a:lnTo>
                    <a:pt x="200557" y="256777"/>
                  </a:lnTo>
                  <a:lnTo>
                    <a:pt x="200365" y="256796"/>
                  </a:lnTo>
                  <a:lnTo>
                    <a:pt x="200142" y="256961"/>
                  </a:lnTo>
                  <a:lnTo>
                    <a:pt x="199886" y="256911"/>
                  </a:lnTo>
                  <a:lnTo>
                    <a:pt x="199474" y="256626"/>
                  </a:lnTo>
                  <a:lnTo>
                    <a:pt x="199124" y="256747"/>
                  </a:lnTo>
                  <a:lnTo>
                    <a:pt x="199041" y="256891"/>
                  </a:lnTo>
                  <a:lnTo>
                    <a:pt x="199133" y="257170"/>
                  </a:lnTo>
                  <a:lnTo>
                    <a:pt x="199110" y="257369"/>
                  </a:lnTo>
                  <a:lnTo>
                    <a:pt x="199213" y="258127"/>
                  </a:lnTo>
                  <a:lnTo>
                    <a:pt x="199054" y="258599"/>
                  </a:lnTo>
                  <a:lnTo>
                    <a:pt x="199361" y="259030"/>
                  </a:lnTo>
                  <a:lnTo>
                    <a:pt x="199374" y="259278"/>
                  </a:lnTo>
                  <a:lnTo>
                    <a:pt x="199283" y="259464"/>
                  </a:lnTo>
                  <a:lnTo>
                    <a:pt x="199244" y="259666"/>
                  </a:lnTo>
                  <a:lnTo>
                    <a:pt x="199242" y="259967"/>
                  </a:lnTo>
                  <a:lnTo>
                    <a:pt x="199010" y="260041"/>
                  </a:lnTo>
                  <a:lnTo>
                    <a:pt x="198780" y="260098"/>
                  </a:lnTo>
                  <a:lnTo>
                    <a:pt x="198282" y="261039"/>
                  </a:lnTo>
                  <a:lnTo>
                    <a:pt x="198141" y="261106"/>
                  </a:lnTo>
                  <a:lnTo>
                    <a:pt x="197972" y="261187"/>
                  </a:lnTo>
                  <a:lnTo>
                    <a:pt x="197785" y="261312"/>
                  </a:lnTo>
                  <a:lnTo>
                    <a:pt x="197677" y="261507"/>
                  </a:lnTo>
                  <a:lnTo>
                    <a:pt x="197669" y="261859"/>
                  </a:lnTo>
                  <a:lnTo>
                    <a:pt x="197474" y="262261"/>
                  </a:lnTo>
                  <a:lnTo>
                    <a:pt x="197144" y="262441"/>
                  </a:lnTo>
                  <a:lnTo>
                    <a:pt x="196883" y="262527"/>
                  </a:lnTo>
                  <a:lnTo>
                    <a:pt x="196562" y="262557"/>
                  </a:lnTo>
                  <a:lnTo>
                    <a:pt x="196360" y="262502"/>
                  </a:lnTo>
                  <a:lnTo>
                    <a:pt x="196204" y="262263"/>
                  </a:lnTo>
                  <a:lnTo>
                    <a:pt x="196025" y="262090"/>
                  </a:lnTo>
                  <a:lnTo>
                    <a:pt x="195976" y="261816"/>
                  </a:lnTo>
                  <a:lnTo>
                    <a:pt x="195961" y="261537"/>
                  </a:lnTo>
                  <a:lnTo>
                    <a:pt x="195901" y="261255"/>
                  </a:lnTo>
                  <a:lnTo>
                    <a:pt x="195735" y="260936"/>
                  </a:lnTo>
                  <a:lnTo>
                    <a:pt x="195721" y="260626"/>
                  </a:lnTo>
                  <a:lnTo>
                    <a:pt x="195446" y="260718"/>
                  </a:lnTo>
                  <a:lnTo>
                    <a:pt x="195114" y="260882"/>
                  </a:lnTo>
                  <a:lnTo>
                    <a:pt x="194683" y="261128"/>
                  </a:lnTo>
                  <a:lnTo>
                    <a:pt x="194406" y="261324"/>
                  </a:lnTo>
                  <a:lnTo>
                    <a:pt x="193520" y="261952"/>
                  </a:lnTo>
                  <a:lnTo>
                    <a:pt x="193232" y="262504"/>
                  </a:lnTo>
                  <a:lnTo>
                    <a:pt x="193089" y="262819"/>
                  </a:lnTo>
                  <a:lnTo>
                    <a:pt x="193075" y="262964"/>
                  </a:lnTo>
                  <a:lnTo>
                    <a:pt x="192579" y="263487"/>
                  </a:lnTo>
                  <a:lnTo>
                    <a:pt x="192246" y="263580"/>
                  </a:lnTo>
                  <a:lnTo>
                    <a:pt x="192005" y="263506"/>
                  </a:lnTo>
                  <a:lnTo>
                    <a:pt x="191854" y="263495"/>
                  </a:lnTo>
                  <a:lnTo>
                    <a:pt x="191807" y="263674"/>
                  </a:lnTo>
                  <a:lnTo>
                    <a:pt x="191259" y="263592"/>
                  </a:lnTo>
                  <a:lnTo>
                    <a:pt x="190992" y="263681"/>
                  </a:lnTo>
                  <a:lnTo>
                    <a:pt x="190613" y="263703"/>
                  </a:lnTo>
                  <a:lnTo>
                    <a:pt x="189900" y="263767"/>
                  </a:lnTo>
                  <a:lnTo>
                    <a:pt x="189780" y="263983"/>
                  </a:lnTo>
                  <a:lnTo>
                    <a:pt x="189764" y="264176"/>
                  </a:lnTo>
                  <a:lnTo>
                    <a:pt x="189995" y="264388"/>
                  </a:lnTo>
                  <a:lnTo>
                    <a:pt x="190616" y="264978"/>
                  </a:lnTo>
                  <a:lnTo>
                    <a:pt x="190738" y="265204"/>
                  </a:lnTo>
                  <a:lnTo>
                    <a:pt x="190534" y="265634"/>
                  </a:lnTo>
                  <a:lnTo>
                    <a:pt x="190249" y="265889"/>
                  </a:lnTo>
                  <a:lnTo>
                    <a:pt x="190109" y="266296"/>
                  </a:lnTo>
                  <a:lnTo>
                    <a:pt x="189677" y="266747"/>
                  </a:lnTo>
                  <a:lnTo>
                    <a:pt x="189806" y="267116"/>
                  </a:lnTo>
                  <a:lnTo>
                    <a:pt x="189865" y="267356"/>
                  </a:lnTo>
                  <a:lnTo>
                    <a:pt x="190376" y="267500"/>
                  </a:lnTo>
                  <a:lnTo>
                    <a:pt x="190622" y="267595"/>
                  </a:lnTo>
                  <a:lnTo>
                    <a:pt x="190592" y="267977"/>
                  </a:lnTo>
                  <a:lnTo>
                    <a:pt x="191037" y="268371"/>
                  </a:lnTo>
                  <a:lnTo>
                    <a:pt x="191335" y="268343"/>
                  </a:lnTo>
                  <a:lnTo>
                    <a:pt x="191514" y="268305"/>
                  </a:lnTo>
                  <a:lnTo>
                    <a:pt x="191802" y="268101"/>
                  </a:lnTo>
                  <a:lnTo>
                    <a:pt x="191935" y="268016"/>
                  </a:lnTo>
                  <a:lnTo>
                    <a:pt x="192248" y="267755"/>
                  </a:lnTo>
                  <a:lnTo>
                    <a:pt x="192784" y="267348"/>
                  </a:lnTo>
                  <a:lnTo>
                    <a:pt x="193289" y="267363"/>
                  </a:lnTo>
                  <a:lnTo>
                    <a:pt x="193287" y="267968"/>
                  </a:lnTo>
                  <a:lnTo>
                    <a:pt x="193387" y="268117"/>
                  </a:lnTo>
                  <a:lnTo>
                    <a:pt x="193501" y="268312"/>
                  </a:lnTo>
                  <a:lnTo>
                    <a:pt x="193354" y="268824"/>
                  </a:lnTo>
                  <a:lnTo>
                    <a:pt x="193384" y="268983"/>
                  </a:lnTo>
                  <a:lnTo>
                    <a:pt x="193249" y="269260"/>
                  </a:lnTo>
                  <a:lnTo>
                    <a:pt x="193384" y="269747"/>
                  </a:lnTo>
                  <a:lnTo>
                    <a:pt x="193416" y="270296"/>
                  </a:lnTo>
                  <a:lnTo>
                    <a:pt x="193542" y="270484"/>
                  </a:lnTo>
                  <a:lnTo>
                    <a:pt x="193425" y="271114"/>
                  </a:lnTo>
                  <a:lnTo>
                    <a:pt x="193701" y="271239"/>
                  </a:lnTo>
                  <a:lnTo>
                    <a:pt x="193925" y="271453"/>
                  </a:lnTo>
                  <a:lnTo>
                    <a:pt x="194008" y="271628"/>
                  </a:lnTo>
                  <a:lnTo>
                    <a:pt x="194063" y="272154"/>
                  </a:lnTo>
                  <a:lnTo>
                    <a:pt x="194265" y="272857"/>
                  </a:lnTo>
                  <a:lnTo>
                    <a:pt x="194687" y="273311"/>
                  </a:lnTo>
                  <a:lnTo>
                    <a:pt x="194696" y="273793"/>
                  </a:lnTo>
                  <a:lnTo>
                    <a:pt x="195028" y="273877"/>
                  </a:lnTo>
                  <a:lnTo>
                    <a:pt x="195611" y="273864"/>
                  </a:lnTo>
                  <a:lnTo>
                    <a:pt x="196063" y="274072"/>
                  </a:lnTo>
                  <a:lnTo>
                    <a:pt x="196033" y="274498"/>
                  </a:lnTo>
                  <a:lnTo>
                    <a:pt x="195830" y="274643"/>
                  </a:lnTo>
                  <a:lnTo>
                    <a:pt x="195626" y="274665"/>
                  </a:lnTo>
                  <a:lnTo>
                    <a:pt x="195254" y="275004"/>
                  </a:lnTo>
                  <a:lnTo>
                    <a:pt x="195091" y="275115"/>
                  </a:lnTo>
                  <a:lnTo>
                    <a:pt x="194951" y="275138"/>
                  </a:lnTo>
                  <a:lnTo>
                    <a:pt x="194430" y="275300"/>
                  </a:lnTo>
                  <a:lnTo>
                    <a:pt x="194183" y="275437"/>
                  </a:lnTo>
                  <a:lnTo>
                    <a:pt x="193957" y="275380"/>
                  </a:lnTo>
                  <a:lnTo>
                    <a:pt x="193826" y="275115"/>
                  </a:lnTo>
                  <a:lnTo>
                    <a:pt x="193770" y="274893"/>
                  </a:lnTo>
                  <a:lnTo>
                    <a:pt x="193767" y="274751"/>
                  </a:lnTo>
                  <a:lnTo>
                    <a:pt x="193595" y="274672"/>
                  </a:lnTo>
                  <a:lnTo>
                    <a:pt x="193437" y="274563"/>
                  </a:lnTo>
                  <a:lnTo>
                    <a:pt x="193280" y="274460"/>
                  </a:lnTo>
                  <a:lnTo>
                    <a:pt x="192999" y="274461"/>
                  </a:lnTo>
                  <a:lnTo>
                    <a:pt x="192663" y="274578"/>
                  </a:lnTo>
                  <a:lnTo>
                    <a:pt x="192438" y="274693"/>
                  </a:lnTo>
                  <a:lnTo>
                    <a:pt x="192101" y="274739"/>
                  </a:lnTo>
                  <a:lnTo>
                    <a:pt x="191974" y="275043"/>
                  </a:lnTo>
                  <a:lnTo>
                    <a:pt x="191683" y="275371"/>
                  </a:lnTo>
                  <a:lnTo>
                    <a:pt x="191505" y="275511"/>
                  </a:lnTo>
                  <a:lnTo>
                    <a:pt x="191164" y="275752"/>
                  </a:lnTo>
                  <a:lnTo>
                    <a:pt x="190965" y="275707"/>
                  </a:lnTo>
                  <a:lnTo>
                    <a:pt x="190700" y="275926"/>
                  </a:lnTo>
                  <a:lnTo>
                    <a:pt x="190354" y="275823"/>
                  </a:lnTo>
                  <a:lnTo>
                    <a:pt x="190130" y="275720"/>
                  </a:lnTo>
                  <a:lnTo>
                    <a:pt x="189921" y="276063"/>
                  </a:lnTo>
                  <a:lnTo>
                    <a:pt x="189914" y="276306"/>
                  </a:lnTo>
                  <a:lnTo>
                    <a:pt x="189998" y="276444"/>
                  </a:lnTo>
                  <a:lnTo>
                    <a:pt x="189985" y="276685"/>
                  </a:lnTo>
                  <a:lnTo>
                    <a:pt x="189959" y="276851"/>
                  </a:lnTo>
                  <a:lnTo>
                    <a:pt x="189860" y="277245"/>
                  </a:lnTo>
                  <a:lnTo>
                    <a:pt x="189756" y="277438"/>
                  </a:lnTo>
                  <a:lnTo>
                    <a:pt x="189722" y="277576"/>
                  </a:lnTo>
                  <a:lnTo>
                    <a:pt x="189385" y="277890"/>
                  </a:lnTo>
                  <a:lnTo>
                    <a:pt x="189225" y="277670"/>
                  </a:lnTo>
                  <a:lnTo>
                    <a:pt x="189054" y="277560"/>
                  </a:lnTo>
                  <a:lnTo>
                    <a:pt x="188699" y="277595"/>
                  </a:lnTo>
                  <a:lnTo>
                    <a:pt x="188367" y="277965"/>
                  </a:lnTo>
                  <a:lnTo>
                    <a:pt x="188032" y="277925"/>
                  </a:lnTo>
                  <a:lnTo>
                    <a:pt x="187534" y="277756"/>
                  </a:lnTo>
                  <a:lnTo>
                    <a:pt x="186457" y="277346"/>
                  </a:lnTo>
                  <a:lnTo>
                    <a:pt x="186308" y="277389"/>
                  </a:lnTo>
                  <a:lnTo>
                    <a:pt x="186162" y="277349"/>
                  </a:lnTo>
                  <a:lnTo>
                    <a:pt x="186023" y="277313"/>
                  </a:lnTo>
                  <a:lnTo>
                    <a:pt x="185832" y="277362"/>
                  </a:lnTo>
                  <a:lnTo>
                    <a:pt x="185656" y="277409"/>
                  </a:lnTo>
                  <a:lnTo>
                    <a:pt x="185192" y="277123"/>
                  </a:lnTo>
                  <a:lnTo>
                    <a:pt x="184994" y="277107"/>
                  </a:lnTo>
                  <a:lnTo>
                    <a:pt x="184610" y="276891"/>
                  </a:lnTo>
                  <a:lnTo>
                    <a:pt x="184470" y="276770"/>
                  </a:lnTo>
                  <a:lnTo>
                    <a:pt x="184330" y="276771"/>
                  </a:lnTo>
                  <a:lnTo>
                    <a:pt x="184017" y="276528"/>
                  </a:lnTo>
                  <a:lnTo>
                    <a:pt x="183857" y="276564"/>
                  </a:lnTo>
                  <a:lnTo>
                    <a:pt x="183610" y="276741"/>
                  </a:lnTo>
                  <a:lnTo>
                    <a:pt x="183291" y="276983"/>
                  </a:lnTo>
                  <a:lnTo>
                    <a:pt x="182942" y="277423"/>
                  </a:lnTo>
                  <a:lnTo>
                    <a:pt x="182623" y="277392"/>
                  </a:lnTo>
                  <a:lnTo>
                    <a:pt x="182140" y="277023"/>
                  </a:lnTo>
                  <a:lnTo>
                    <a:pt x="181876" y="277022"/>
                  </a:lnTo>
                  <a:lnTo>
                    <a:pt x="181740" y="276757"/>
                  </a:lnTo>
                  <a:lnTo>
                    <a:pt x="181717" y="276536"/>
                  </a:lnTo>
                  <a:lnTo>
                    <a:pt x="181725" y="276318"/>
                  </a:lnTo>
                  <a:lnTo>
                    <a:pt x="181516" y="276285"/>
                  </a:lnTo>
                  <a:lnTo>
                    <a:pt x="181082" y="276223"/>
                  </a:lnTo>
                  <a:lnTo>
                    <a:pt x="180931" y="276235"/>
                  </a:lnTo>
                  <a:lnTo>
                    <a:pt x="180838" y="276373"/>
                  </a:lnTo>
                  <a:lnTo>
                    <a:pt x="180483" y="276325"/>
                  </a:lnTo>
                  <a:lnTo>
                    <a:pt x="180051" y="276036"/>
                  </a:lnTo>
                  <a:lnTo>
                    <a:pt x="180087" y="275887"/>
                  </a:lnTo>
                  <a:lnTo>
                    <a:pt x="179715" y="275511"/>
                  </a:lnTo>
                  <a:lnTo>
                    <a:pt x="179259" y="275271"/>
                  </a:lnTo>
                  <a:lnTo>
                    <a:pt x="178939" y="275405"/>
                  </a:lnTo>
                  <a:lnTo>
                    <a:pt x="178890" y="275232"/>
                  </a:lnTo>
                  <a:lnTo>
                    <a:pt x="178635" y="275046"/>
                  </a:lnTo>
                  <a:lnTo>
                    <a:pt x="178439" y="275109"/>
                  </a:lnTo>
                  <a:lnTo>
                    <a:pt x="178184" y="275581"/>
                  </a:lnTo>
                  <a:lnTo>
                    <a:pt x="177839" y="275696"/>
                  </a:lnTo>
                  <a:lnTo>
                    <a:pt x="177500" y="275922"/>
                  </a:lnTo>
                  <a:lnTo>
                    <a:pt x="177397" y="276053"/>
                  </a:lnTo>
                  <a:lnTo>
                    <a:pt x="177083" y="276138"/>
                  </a:lnTo>
                  <a:lnTo>
                    <a:pt x="176884" y="276285"/>
                  </a:lnTo>
                  <a:lnTo>
                    <a:pt x="176650" y="276627"/>
                  </a:lnTo>
                  <a:lnTo>
                    <a:pt x="175911" y="276901"/>
                  </a:lnTo>
                  <a:lnTo>
                    <a:pt x="175985" y="277258"/>
                  </a:lnTo>
                  <a:lnTo>
                    <a:pt x="176035" y="277451"/>
                  </a:lnTo>
                  <a:lnTo>
                    <a:pt x="175817" y="278023"/>
                  </a:lnTo>
                  <a:lnTo>
                    <a:pt x="176006" y="278688"/>
                  </a:lnTo>
                  <a:lnTo>
                    <a:pt x="176121" y="278834"/>
                  </a:lnTo>
                  <a:lnTo>
                    <a:pt x="176359" y="279044"/>
                  </a:lnTo>
                  <a:lnTo>
                    <a:pt x="176468" y="279390"/>
                  </a:lnTo>
                  <a:lnTo>
                    <a:pt x="176106" y="279661"/>
                  </a:lnTo>
                  <a:lnTo>
                    <a:pt x="175968" y="279738"/>
                  </a:lnTo>
                  <a:lnTo>
                    <a:pt x="175957" y="279929"/>
                  </a:lnTo>
                  <a:lnTo>
                    <a:pt x="176056" y="280137"/>
                  </a:lnTo>
                  <a:lnTo>
                    <a:pt x="176383" y="280447"/>
                  </a:lnTo>
                  <a:lnTo>
                    <a:pt x="176695" y="280840"/>
                  </a:lnTo>
                  <a:lnTo>
                    <a:pt x="176840" y="280916"/>
                  </a:lnTo>
                  <a:lnTo>
                    <a:pt x="176931" y="281295"/>
                  </a:lnTo>
                  <a:lnTo>
                    <a:pt x="177754" y="281615"/>
                  </a:lnTo>
                  <a:lnTo>
                    <a:pt x="177903" y="281678"/>
                  </a:lnTo>
                  <a:lnTo>
                    <a:pt x="177709" y="281855"/>
                  </a:lnTo>
                  <a:lnTo>
                    <a:pt x="177262" y="282002"/>
                  </a:lnTo>
                  <a:lnTo>
                    <a:pt x="176914" y="282501"/>
                  </a:lnTo>
                  <a:lnTo>
                    <a:pt x="176464" y="282761"/>
                  </a:lnTo>
                  <a:lnTo>
                    <a:pt x="176287" y="282884"/>
                  </a:lnTo>
                  <a:lnTo>
                    <a:pt x="176007" y="283018"/>
                  </a:lnTo>
                  <a:lnTo>
                    <a:pt x="175165" y="283339"/>
                  </a:lnTo>
                  <a:lnTo>
                    <a:pt x="174634" y="283628"/>
                  </a:lnTo>
                  <a:lnTo>
                    <a:pt x="174592" y="283790"/>
                  </a:lnTo>
                  <a:lnTo>
                    <a:pt x="174637" y="283986"/>
                  </a:lnTo>
                  <a:lnTo>
                    <a:pt x="174947" y="284031"/>
                  </a:lnTo>
                  <a:lnTo>
                    <a:pt x="175010" y="284201"/>
                  </a:lnTo>
                  <a:lnTo>
                    <a:pt x="174992" y="284491"/>
                  </a:lnTo>
                  <a:lnTo>
                    <a:pt x="175282" y="284635"/>
                  </a:lnTo>
                  <a:lnTo>
                    <a:pt x="175428" y="284596"/>
                  </a:lnTo>
                  <a:lnTo>
                    <a:pt x="175674" y="284599"/>
                  </a:lnTo>
                  <a:lnTo>
                    <a:pt x="176035" y="284733"/>
                  </a:lnTo>
                  <a:lnTo>
                    <a:pt x="176236" y="284300"/>
                  </a:lnTo>
                  <a:lnTo>
                    <a:pt x="176228" y="284114"/>
                  </a:lnTo>
                  <a:lnTo>
                    <a:pt x="176357" y="284122"/>
                  </a:lnTo>
                  <a:lnTo>
                    <a:pt x="176614" y="284440"/>
                  </a:lnTo>
                  <a:lnTo>
                    <a:pt x="176589" y="284696"/>
                  </a:lnTo>
                  <a:lnTo>
                    <a:pt x="176532" y="284826"/>
                  </a:lnTo>
                  <a:lnTo>
                    <a:pt x="176379" y="285029"/>
                  </a:lnTo>
                  <a:lnTo>
                    <a:pt x="175960" y="285223"/>
                  </a:lnTo>
                  <a:lnTo>
                    <a:pt x="175779" y="285094"/>
                  </a:lnTo>
                  <a:lnTo>
                    <a:pt x="175479" y="284882"/>
                  </a:lnTo>
                  <a:lnTo>
                    <a:pt x="175113" y="285050"/>
                  </a:lnTo>
                  <a:lnTo>
                    <a:pt x="174972" y="285475"/>
                  </a:lnTo>
                  <a:lnTo>
                    <a:pt x="175242" y="285712"/>
                  </a:lnTo>
                  <a:lnTo>
                    <a:pt x="175353" y="286134"/>
                  </a:lnTo>
                  <a:lnTo>
                    <a:pt x="175371" y="286367"/>
                  </a:lnTo>
                  <a:lnTo>
                    <a:pt x="175748" y="286199"/>
                  </a:lnTo>
                  <a:lnTo>
                    <a:pt x="176034" y="286451"/>
                  </a:lnTo>
                  <a:lnTo>
                    <a:pt x="176025" y="286697"/>
                  </a:lnTo>
                  <a:lnTo>
                    <a:pt x="176020" y="286921"/>
                  </a:lnTo>
                  <a:lnTo>
                    <a:pt x="176080" y="287078"/>
                  </a:lnTo>
                  <a:lnTo>
                    <a:pt x="176237" y="287481"/>
                  </a:lnTo>
                  <a:lnTo>
                    <a:pt x="176320" y="287714"/>
                  </a:lnTo>
                  <a:lnTo>
                    <a:pt x="176332" y="288034"/>
                  </a:lnTo>
                  <a:lnTo>
                    <a:pt x="176392" y="288290"/>
                  </a:lnTo>
                  <a:lnTo>
                    <a:pt x="176382" y="288557"/>
                  </a:lnTo>
                  <a:lnTo>
                    <a:pt x="176292" y="288859"/>
                  </a:lnTo>
                  <a:lnTo>
                    <a:pt x="176312" y="289067"/>
                  </a:lnTo>
                  <a:lnTo>
                    <a:pt x="176366" y="289229"/>
                  </a:lnTo>
                  <a:lnTo>
                    <a:pt x="176542" y="289369"/>
                  </a:lnTo>
                  <a:lnTo>
                    <a:pt x="176693" y="289435"/>
                  </a:lnTo>
                  <a:lnTo>
                    <a:pt x="176650" y="289737"/>
                  </a:lnTo>
                  <a:lnTo>
                    <a:pt x="176385" y="290159"/>
                  </a:lnTo>
                  <a:lnTo>
                    <a:pt x="176409" y="290396"/>
                  </a:lnTo>
                  <a:lnTo>
                    <a:pt x="176331" y="290939"/>
                  </a:lnTo>
                  <a:lnTo>
                    <a:pt x="176511" y="291205"/>
                  </a:lnTo>
                  <a:lnTo>
                    <a:pt x="176630" y="291457"/>
                  </a:lnTo>
                  <a:lnTo>
                    <a:pt x="176569" y="291606"/>
                  </a:lnTo>
                  <a:lnTo>
                    <a:pt x="176439" y="291792"/>
                  </a:lnTo>
                  <a:lnTo>
                    <a:pt x="176343" y="292140"/>
                  </a:lnTo>
                  <a:lnTo>
                    <a:pt x="176385" y="292467"/>
                  </a:lnTo>
                  <a:lnTo>
                    <a:pt x="176342" y="292851"/>
                  </a:lnTo>
                  <a:lnTo>
                    <a:pt x="176412" y="293018"/>
                  </a:lnTo>
                  <a:lnTo>
                    <a:pt x="176408" y="293192"/>
                  </a:lnTo>
                  <a:lnTo>
                    <a:pt x="176325" y="293501"/>
                  </a:lnTo>
                  <a:lnTo>
                    <a:pt x="175927" y="293139"/>
                  </a:lnTo>
                  <a:lnTo>
                    <a:pt x="175735" y="293022"/>
                  </a:lnTo>
                  <a:lnTo>
                    <a:pt x="175563" y="292964"/>
                  </a:lnTo>
                  <a:lnTo>
                    <a:pt x="175446" y="293119"/>
                  </a:lnTo>
                  <a:lnTo>
                    <a:pt x="175266" y="293419"/>
                  </a:lnTo>
                  <a:lnTo>
                    <a:pt x="174798" y="293254"/>
                  </a:lnTo>
                  <a:lnTo>
                    <a:pt x="174367" y="293678"/>
                  </a:lnTo>
                  <a:lnTo>
                    <a:pt x="174485" y="294250"/>
                  </a:lnTo>
                  <a:lnTo>
                    <a:pt x="174544" y="294547"/>
                  </a:lnTo>
                  <a:lnTo>
                    <a:pt x="174553" y="294974"/>
                  </a:lnTo>
                  <a:lnTo>
                    <a:pt x="174311" y="295458"/>
                  </a:lnTo>
                  <a:lnTo>
                    <a:pt x="174137" y="295642"/>
                  </a:lnTo>
                  <a:lnTo>
                    <a:pt x="173971" y="295802"/>
                  </a:lnTo>
                  <a:lnTo>
                    <a:pt x="173765" y="295989"/>
                  </a:lnTo>
                  <a:lnTo>
                    <a:pt x="173370" y="296207"/>
                  </a:lnTo>
                  <a:lnTo>
                    <a:pt x="173181" y="296354"/>
                  </a:lnTo>
                  <a:lnTo>
                    <a:pt x="173060" y="296561"/>
                  </a:lnTo>
                  <a:lnTo>
                    <a:pt x="172908" y="296726"/>
                  </a:lnTo>
                  <a:lnTo>
                    <a:pt x="172732" y="296875"/>
                  </a:lnTo>
                  <a:lnTo>
                    <a:pt x="172329" y="297287"/>
                  </a:lnTo>
                  <a:lnTo>
                    <a:pt x="172191" y="297532"/>
                  </a:lnTo>
                  <a:lnTo>
                    <a:pt x="171792" y="297496"/>
                  </a:lnTo>
                  <a:lnTo>
                    <a:pt x="171422" y="297285"/>
                  </a:lnTo>
                  <a:lnTo>
                    <a:pt x="171201" y="297362"/>
                  </a:lnTo>
                  <a:lnTo>
                    <a:pt x="171004" y="297557"/>
                  </a:lnTo>
                  <a:lnTo>
                    <a:pt x="171012" y="297830"/>
                  </a:lnTo>
                  <a:lnTo>
                    <a:pt x="171041" y="298045"/>
                  </a:lnTo>
                  <a:lnTo>
                    <a:pt x="171324" y="298260"/>
                  </a:lnTo>
                  <a:lnTo>
                    <a:pt x="171301" y="298591"/>
                  </a:lnTo>
                  <a:lnTo>
                    <a:pt x="171171" y="298650"/>
                  </a:lnTo>
                  <a:lnTo>
                    <a:pt x="170790" y="298611"/>
                  </a:lnTo>
                  <a:lnTo>
                    <a:pt x="170655" y="298646"/>
                  </a:lnTo>
                  <a:lnTo>
                    <a:pt x="170441" y="299048"/>
                  </a:lnTo>
                  <a:lnTo>
                    <a:pt x="170414" y="299374"/>
                  </a:lnTo>
                  <a:lnTo>
                    <a:pt x="170337" y="299786"/>
                  </a:lnTo>
                  <a:lnTo>
                    <a:pt x="170332" y="299930"/>
                  </a:lnTo>
                  <a:lnTo>
                    <a:pt x="170384" y="300107"/>
                  </a:lnTo>
                  <a:lnTo>
                    <a:pt x="170570" y="300231"/>
                  </a:lnTo>
                  <a:lnTo>
                    <a:pt x="170713" y="300725"/>
                  </a:lnTo>
                  <a:lnTo>
                    <a:pt x="170844" y="301159"/>
                  </a:lnTo>
                  <a:lnTo>
                    <a:pt x="170849" y="301295"/>
                  </a:lnTo>
                  <a:lnTo>
                    <a:pt x="170747" y="301736"/>
                  </a:lnTo>
                  <a:lnTo>
                    <a:pt x="170633" y="302160"/>
                  </a:lnTo>
                  <a:lnTo>
                    <a:pt x="170264" y="302471"/>
                  </a:lnTo>
                  <a:lnTo>
                    <a:pt x="169859" y="302855"/>
                  </a:lnTo>
                  <a:lnTo>
                    <a:pt x="169846" y="303137"/>
                  </a:lnTo>
                  <a:lnTo>
                    <a:pt x="169648" y="303478"/>
                  </a:lnTo>
                  <a:lnTo>
                    <a:pt x="169297" y="303552"/>
                  </a:lnTo>
                  <a:lnTo>
                    <a:pt x="169143" y="303540"/>
                  </a:lnTo>
                  <a:lnTo>
                    <a:pt x="168977" y="303519"/>
                  </a:lnTo>
                  <a:lnTo>
                    <a:pt x="168649" y="303822"/>
                  </a:lnTo>
                  <a:lnTo>
                    <a:pt x="168567" y="304138"/>
                  </a:lnTo>
                  <a:lnTo>
                    <a:pt x="168204" y="304711"/>
                  </a:lnTo>
                  <a:lnTo>
                    <a:pt x="167922" y="305189"/>
                  </a:lnTo>
                  <a:lnTo>
                    <a:pt x="167764" y="305319"/>
                  </a:lnTo>
                  <a:lnTo>
                    <a:pt x="167539" y="305523"/>
                  </a:lnTo>
                  <a:lnTo>
                    <a:pt x="167211" y="305962"/>
                  </a:lnTo>
                  <a:lnTo>
                    <a:pt x="166913" y="306275"/>
                  </a:lnTo>
                  <a:lnTo>
                    <a:pt x="166719" y="306394"/>
                  </a:lnTo>
                  <a:lnTo>
                    <a:pt x="166412" y="306084"/>
                  </a:lnTo>
                  <a:lnTo>
                    <a:pt x="166101" y="305908"/>
                  </a:lnTo>
                  <a:lnTo>
                    <a:pt x="165878" y="305815"/>
                  </a:lnTo>
                  <a:lnTo>
                    <a:pt x="165694" y="305907"/>
                  </a:lnTo>
                  <a:lnTo>
                    <a:pt x="165431" y="306059"/>
                  </a:lnTo>
                  <a:lnTo>
                    <a:pt x="165332" y="306187"/>
                  </a:lnTo>
                  <a:lnTo>
                    <a:pt x="164993" y="306236"/>
                  </a:lnTo>
                  <a:lnTo>
                    <a:pt x="164710" y="306287"/>
                  </a:lnTo>
                  <a:lnTo>
                    <a:pt x="164455" y="306410"/>
                  </a:lnTo>
                  <a:lnTo>
                    <a:pt x="164259" y="306476"/>
                  </a:lnTo>
                  <a:lnTo>
                    <a:pt x="164067" y="306547"/>
                  </a:lnTo>
                  <a:lnTo>
                    <a:pt x="163863" y="306743"/>
                  </a:lnTo>
                  <a:lnTo>
                    <a:pt x="163844" y="306908"/>
                  </a:lnTo>
                  <a:lnTo>
                    <a:pt x="163684" y="307125"/>
                  </a:lnTo>
                  <a:lnTo>
                    <a:pt x="163499" y="307380"/>
                  </a:lnTo>
                  <a:lnTo>
                    <a:pt x="163469" y="307532"/>
                  </a:lnTo>
                  <a:lnTo>
                    <a:pt x="163148" y="307617"/>
                  </a:lnTo>
                  <a:lnTo>
                    <a:pt x="162823" y="308107"/>
                  </a:lnTo>
                  <a:lnTo>
                    <a:pt x="162536" y="308627"/>
                  </a:lnTo>
                  <a:lnTo>
                    <a:pt x="161954" y="308803"/>
                  </a:lnTo>
                  <a:lnTo>
                    <a:pt x="161780" y="308926"/>
                  </a:lnTo>
                  <a:lnTo>
                    <a:pt x="161581" y="309114"/>
                  </a:lnTo>
                  <a:lnTo>
                    <a:pt x="161199" y="309241"/>
                  </a:lnTo>
                  <a:lnTo>
                    <a:pt x="161193" y="309578"/>
                  </a:lnTo>
                  <a:lnTo>
                    <a:pt x="161148" y="309894"/>
                  </a:lnTo>
                  <a:lnTo>
                    <a:pt x="161025" y="310151"/>
                  </a:lnTo>
                  <a:lnTo>
                    <a:pt x="161039" y="310450"/>
                  </a:lnTo>
                  <a:lnTo>
                    <a:pt x="161140" y="310748"/>
                  </a:lnTo>
                  <a:lnTo>
                    <a:pt x="161083" y="310939"/>
                  </a:lnTo>
                  <a:lnTo>
                    <a:pt x="161006" y="311324"/>
                  </a:lnTo>
                  <a:lnTo>
                    <a:pt x="160850" y="311803"/>
                  </a:lnTo>
                  <a:lnTo>
                    <a:pt x="160517" y="312032"/>
                  </a:lnTo>
                  <a:lnTo>
                    <a:pt x="160397" y="312183"/>
                  </a:lnTo>
                  <a:lnTo>
                    <a:pt x="159821" y="311959"/>
                  </a:lnTo>
                  <a:lnTo>
                    <a:pt x="159650" y="312112"/>
                  </a:lnTo>
                  <a:lnTo>
                    <a:pt x="159648" y="312300"/>
                  </a:lnTo>
                  <a:lnTo>
                    <a:pt x="159289" y="312007"/>
                  </a:lnTo>
                  <a:lnTo>
                    <a:pt x="158910" y="312040"/>
                  </a:lnTo>
                  <a:lnTo>
                    <a:pt x="158791" y="312000"/>
                  </a:lnTo>
                  <a:lnTo>
                    <a:pt x="158767" y="312171"/>
                  </a:lnTo>
                  <a:lnTo>
                    <a:pt x="158349" y="312465"/>
                  </a:lnTo>
                  <a:lnTo>
                    <a:pt x="156714" y="312136"/>
                  </a:lnTo>
                  <a:lnTo>
                    <a:pt x="156290" y="312749"/>
                  </a:lnTo>
                  <a:lnTo>
                    <a:pt x="156161" y="313006"/>
                  </a:lnTo>
                  <a:lnTo>
                    <a:pt x="155869" y="313213"/>
                  </a:lnTo>
                  <a:lnTo>
                    <a:pt x="155778" y="313482"/>
                  </a:lnTo>
                  <a:lnTo>
                    <a:pt x="155066" y="313441"/>
                  </a:lnTo>
                  <a:lnTo>
                    <a:pt x="154888" y="313331"/>
                  </a:lnTo>
                  <a:lnTo>
                    <a:pt x="154720" y="312995"/>
                  </a:lnTo>
                  <a:lnTo>
                    <a:pt x="154692" y="312764"/>
                  </a:lnTo>
                  <a:lnTo>
                    <a:pt x="153783" y="312799"/>
                  </a:lnTo>
                  <a:lnTo>
                    <a:pt x="153727" y="312947"/>
                  </a:lnTo>
                  <a:lnTo>
                    <a:pt x="153760" y="313445"/>
                  </a:lnTo>
                  <a:lnTo>
                    <a:pt x="153782" y="313578"/>
                  </a:lnTo>
                  <a:lnTo>
                    <a:pt x="153952" y="314023"/>
                  </a:lnTo>
                  <a:lnTo>
                    <a:pt x="153994" y="314293"/>
                  </a:lnTo>
                  <a:lnTo>
                    <a:pt x="154008" y="314476"/>
                  </a:lnTo>
                  <a:lnTo>
                    <a:pt x="154070" y="315088"/>
                  </a:lnTo>
                  <a:lnTo>
                    <a:pt x="154053" y="315260"/>
                  </a:lnTo>
                  <a:lnTo>
                    <a:pt x="154104" y="315497"/>
                  </a:lnTo>
                  <a:lnTo>
                    <a:pt x="154076" y="315947"/>
                  </a:lnTo>
                  <a:lnTo>
                    <a:pt x="153793" y="316081"/>
                  </a:lnTo>
                  <a:lnTo>
                    <a:pt x="153367" y="316158"/>
                  </a:lnTo>
                  <a:lnTo>
                    <a:pt x="153163" y="315884"/>
                  </a:lnTo>
                  <a:lnTo>
                    <a:pt x="152962" y="315793"/>
                  </a:lnTo>
                  <a:lnTo>
                    <a:pt x="152754" y="315884"/>
                  </a:lnTo>
                  <a:lnTo>
                    <a:pt x="152367" y="315743"/>
                  </a:lnTo>
                  <a:lnTo>
                    <a:pt x="152090" y="315772"/>
                  </a:lnTo>
                  <a:lnTo>
                    <a:pt x="151955" y="315806"/>
                  </a:lnTo>
                  <a:lnTo>
                    <a:pt x="151471" y="315640"/>
                  </a:lnTo>
                  <a:lnTo>
                    <a:pt x="151341" y="315712"/>
                  </a:lnTo>
                  <a:lnTo>
                    <a:pt x="151005" y="315884"/>
                  </a:lnTo>
                  <a:lnTo>
                    <a:pt x="150587" y="315897"/>
                  </a:lnTo>
                  <a:lnTo>
                    <a:pt x="150389" y="316003"/>
                  </a:lnTo>
                  <a:lnTo>
                    <a:pt x="150222" y="316244"/>
                  </a:lnTo>
                  <a:lnTo>
                    <a:pt x="150118" y="316504"/>
                  </a:lnTo>
                  <a:lnTo>
                    <a:pt x="149883" y="316968"/>
                  </a:lnTo>
                  <a:lnTo>
                    <a:pt x="149362" y="317208"/>
                  </a:lnTo>
                  <a:lnTo>
                    <a:pt x="149383" y="317067"/>
                  </a:lnTo>
                  <a:lnTo>
                    <a:pt x="149373" y="316903"/>
                  </a:lnTo>
                  <a:lnTo>
                    <a:pt x="149187" y="316686"/>
                  </a:lnTo>
                  <a:lnTo>
                    <a:pt x="148864" y="316793"/>
                  </a:lnTo>
                  <a:lnTo>
                    <a:pt x="148357" y="316593"/>
                  </a:lnTo>
                  <a:lnTo>
                    <a:pt x="147886" y="316411"/>
                  </a:lnTo>
                  <a:lnTo>
                    <a:pt x="147704" y="316413"/>
                  </a:lnTo>
                  <a:lnTo>
                    <a:pt x="147322" y="316139"/>
                  </a:lnTo>
                  <a:lnTo>
                    <a:pt x="146978" y="315515"/>
                  </a:lnTo>
                  <a:lnTo>
                    <a:pt x="146932" y="315203"/>
                  </a:lnTo>
                  <a:lnTo>
                    <a:pt x="147279" y="314995"/>
                  </a:lnTo>
                  <a:lnTo>
                    <a:pt x="147171" y="314862"/>
                  </a:lnTo>
                  <a:lnTo>
                    <a:pt x="147185" y="314579"/>
                  </a:lnTo>
                  <a:lnTo>
                    <a:pt x="147187" y="314346"/>
                  </a:lnTo>
                  <a:lnTo>
                    <a:pt x="147099" y="314102"/>
                  </a:lnTo>
                  <a:lnTo>
                    <a:pt x="146917" y="314080"/>
                  </a:lnTo>
                  <a:lnTo>
                    <a:pt x="146689" y="313922"/>
                  </a:lnTo>
                  <a:lnTo>
                    <a:pt x="146729" y="313717"/>
                  </a:lnTo>
                  <a:lnTo>
                    <a:pt x="146984" y="313408"/>
                  </a:lnTo>
                  <a:lnTo>
                    <a:pt x="147182" y="313222"/>
                  </a:lnTo>
                  <a:lnTo>
                    <a:pt x="147363" y="313145"/>
                  </a:lnTo>
                  <a:lnTo>
                    <a:pt x="147464" y="312992"/>
                  </a:lnTo>
                  <a:lnTo>
                    <a:pt x="147396" y="312800"/>
                  </a:lnTo>
                  <a:lnTo>
                    <a:pt x="147254" y="312691"/>
                  </a:lnTo>
                  <a:lnTo>
                    <a:pt x="147251" y="312551"/>
                  </a:lnTo>
                  <a:lnTo>
                    <a:pt x="147213" y="312409"/>
                  </a:lnTo>
                  <a:lnTo>
                    <a:pt x="146707" y="312053"/>
                  </a:lnTo>
                  <a:lnTo>
                    <a:pt x="146524" y="311866"/>
                  </a:lnTo>
                  <a:lnTo>
                    <a:pt x="146354" y="311676"/>
                  </a:lnTo>
                  <a:lnTo>
                    <a:pt x="146103" y="311535"/>
                  </a:lnTo>
                  <a:lnTo>
                    <a:pt x="145986" y="311283"/>
                  </a:lnTo>
                  <a:lnTo>
                    <a:pt x="145712" y="310954"/>
                  </a:lnTo>
                  <a:lnTo>
                    <a:pt x="145071" y="310896"/>
                  </a:lnTo>
                  <a:lnTo>
                    <a:pt x="144796" y="310901"/>
                  </a:lnTo>
                  <a:lnTo>
                    <a:pt x="144502" y="310884"/>
                  </a:lnTo>
                  <a:lnTo>
                    <a:pt x="144094" y="310842"/>
                  </a:lnTo>
                  <a:lnTo>
                    <a:pt x="143787" y="310507"/>
                  </a:lnTo>
                  <a:lnTo>
                    <a:pt x="143787" y="310361"/>
                  </a:lnTo>
                  <a:lnTo>
                    <a:pt x="143605" y="310047"/>
                  </a:lnTo>
                  <a:lnTo>
                    <a:pt x="143395" y="309689"/>
                  </a:lnTo>
                  <a:lnTo>
                    <a:pt x="143133" y="309569"/>
                  </a:lnTo>
                  <a:lnTo>
                    <a:pt x="142975" y="309344"/>
                  </a:lnTo>
                  <a:lnTo>
                    <a:pt x="142657" y="309308"/>
                  </a:lnTo>
                  <a:lnTo>
                    <a:pt x="142498" y="309318"/>
                  </a:lnTo>
                  <a:lnTo>
                    <a:pt x="142330" y="309326"/>
                  </a:lnTo>
                  <a:lnTo>
                    <a:pt x="141955" y="309294"/>
                  </a:lnTo>
                  <a:lnTo>
                    <a:pt x="141680" y="309560"/>
                  </a:lnTo>
                  <a:lnTo>
                    <a:pt x="141648" y="309702"/>
                  </a:lnTo>
                  <a:lnTo>
                    <a:pt x="141484" y="309923"/>
                  </a:lnTo>
                  <a:lnTo>
                    <a:pt x="141267" y="310027"/>
                  </a:lnTo>
                  <a:lnTo>
                    <a:pt x="140969" y="309611"/>
                  </a:lnTo>
                  <a:lnTo>
                    <a:pt x="140349" y="309543"/>
                  </a:lnTo>
                  <a:lnTo>
                    <a:pt x="140192" y="309692"/>
                  </a:lnTo>
                  <a:lnTo>
                    <a:pt x="140111" y="309871"/>
                  </a:lnTo>
                  <a:lnTo>
                    <a:pt x="139802" y="310208"/>
                  </a:lnTo>
                  <a:lnTo>
                    <a:pt x="139676" y="310328"/>
                  </a:lnTo>
                  <a:lnTo>
                    <a:pt x="139334" y="310028"/>
                  </a:lnTo>
                  <a:lnTo>
                    <a:pt x="138952" y="310103"/>
                  </a:lnTo>
                  <a:lnTo>
                    <a:pt x="138456" y="310364"/>
                  </a:lnTo>
                  <a:lnTo>
                    <a:pt x="138107" y="310440"/>
                  </a:lnTo>
                  <a:lnTo>
                    <a:pt x="137833" y="310674"/>
                  </a:lnTo>
                  <a:lnTo>
                    <a:pt x="137588" y="310628"/>
                  </a:lnTo>
                  <a:lnTo>
                    <a:pt x="137343" y="310669"/>
                  </a:lnTo>
                  <a:lnTo>
                    <a:pt x="136954" y="310230"/>
                  </a:lnTo>
                  <a:lnTo>
                    <a:pt x="136739" y="310169"/>
                  </a:lnTo>
                  <a:lnTo>
                    <a:pt x="136694" y="309925"/>
                  </a:lnTo>
                  <a:lnTo>
                    <a:pt x="136586" y="309724"/>
                  </a:lnTo>
                  <a:lnTo>
                    <a:pt x="136393" y="309849"/>
                  </a:lnTo>
                  <a:lnTo>
                    <a:pt x="136125" y="309864"/>
                  </a:lnTo>
                  <a:lnTo>
                    <a:pt x="135823" y="309874"/>
                  </a:lnTo>
                  <a:lnTo>
                    <a:pt x="135657" y="309862"/>
                  </a:lnTo>
                  <a:lnTo>
                    <a:pt x="135279" y="309540"/>
                  </a:lnTo>
                  <a:lnTo>
                    <a:pt x="134859" y="309315"/>
                  </a:lnTo>
                  <a:lnTo>
                    <a:pt x="134667" y="309254"/>
                  </a:lnTo>
                  <a:lnTo>
                    <a:pt x="134436" y="309440"/>
                  </a:lnTo>
                  <a:lnTo>
                    <a:pt x="134165" y="309546"/>
                  </a:lnTo>
                  <a:lnTo>
                    <a:pt x="133976" y="309641"/>
                  </a:lnTo>
                  <a:lnTo>
                    <a:pt x="133665" y="310009"/>
                  </a:lnTo>
                  <a:lnTo>
                    <a:pt x="133206" y="309918"/>
                  </a:lnTo>
                  <a:lnTo>
                    <a:pt x="133496" y="309615"/>
                  </a:lnTo>
                  <a:lnTo>
                    <a:pt x="133355" y="309489"/>
                  </a:lnTo>
                  <a:lnTo>
                    <a:pt x="133132" y="309483"/>
                  </a:lnTo>
                  <a:lnTo>
                    <a:pt x="133054" y="309719"/>
                  </a:lnTo>
                  <a:lnTo>
                    <a:pt x="133054" y="309960"/>
                  </a:lnTo>
                  <a:lnTo>
                    <a:pt x="132867" y="310105"/>
                  </a:lnTo>
                  <a:lnTo>
                    <a:pt x="132589" y="310052"/>
                  </a:lnTo>
                  <a:lnTo>
                    <a:pt x="132406" y="309936"/>
                  </a:lnTo>
                  <a:lnTo>
                    <a:pt x="132142" y="310194"/>
                  </a:lnTo>
                  <a:lnTo>
                    <a:pt x="131916" y="310348"/>
                  </a:lnTo>
                  <a:lnTo>
                    <a:pt x="131761" y="310423"/>
                  </a:lnTo>
                  <a:lnTo>
                    <a:pt x="131357" y="310296"/>
                  </a:lnTo>
                  <a:lnTo>
                    <a:pt x="130994" y="309946"/>
                  </a:lnTo>
                  <a:lnTo>
                    <a:pt x="130705" y="310048"/>
                  </a:lnTo>
                  <a:lnTo>
                    <a:pt x="130645" y="310348"/>
                  </a:lnTo>
                  <a:lnTo>
                    <a:pt x="130314" y="310194"/>
                  </a:lnTo>
                  <a:lnTo>
                    <a:pt x="130174" y="310244"/>
                  </a:lnTo>
                  <a:lnTo>
                    <a:pt x="129690" y="309842"/>
                  </a:lnTo>
                  <a:lnTo>
                    <a:pt x="129762" y="309292"/>
                  </a:lnTo>
                  <a:lnTo>
                    <a:pt x="129768" y="308846"/>
                  </a:lnTo>
                  <a:lnTo>
                    <a:pt x="129632" y="308508"/>
                  </a:lnTo>
                  <a:lnTo>
                    <a:pt x="129505" y="308435"/>
                  </a:lnTo>
                  <a:lnTo>
                    <a:pt x="129074" y="308195"/>
                  </a:lnTo>
                  <a:lnTo>
                    <a:pt x="128914" y="307740"/>
                  </a:lnTo>
                  <a:lnTo>
                    <a:pt x="128699" y="307732"/>
                  </a:lnTo>
                  <a:lnTo>
                    <a:pt x="128480" y="307639"/>
                  </a:lnTo>
                  <a:lnTo>
                    <a:pt x="128338" y="307556"/>
                  </a:lnTo>
                  <a:lnTo>
                    <a:pt x="128055" y="307639"/>
                  </a:lnTo>
                  <a:lnTo>
                    <a:pt x="127832" y="307841"/>
                  </a:lnTo>
                  <a:lnTo>
                    <a:pt x="127676" y="307882"/>
                  </a:lnTo>
                  <a:lnTo>
                    <a:pt x="127443" y="308173"/>
                  </a:lnTo>
                  <a:lnTo>
                    <a:pt x="126943" y="308627"/>
                  </a:lnTo>
                  <a:lnTo>
                    <a:pt x="126601" y="308701"/>
                  </a:lnTo>
                  <a:lnTo>
                    <a:pt x="126399" y="308939"/>
                  </a:lnTo>
                  <a:lnTo>
                    <a:pt x="125984" y="308751"/>
                  </a:lnTo>
                  <a:lnTo>
                    <a:pt x="125787" y="308515"/>
                  </a:lnTo>
                  <a:lnTo>
                    <a:pt x="125513" y="308514"/>
                  </a:lnTo>
                  <a:lnTo>
                    <a:pt x="125207" y="308623"/>
                  </a:lnTo>
                  <a:lnTo>
                    <a:pt x="124699" y="308442"/>
                  </a:lnTo>
                  <a:lnTo>
                    <a:pt x="124352" y="308512"/>
                  </a:lnTo>
                  <a:lnTo>
                    <a:pt x="124269" y="308698"/>
                  </a:lnTo>
                  <a:lnTo>
                    <a:pt x="124102" y="308264"/>
                  </a:lnTo>
                  <a:lnTo>
                    <a:pt x="123818" y="307975"/>
                  </a:lnTo>
                  <a:lnTo>
                    <a:pt x="123743" y="307795"/>
                  </a:lnTo>
                  <a:lnTo>
                    <a:pt x="123692" y="307470"/>
                  </a:lnTo>
                  <a:lnTo>
                    <a:pt x="123565" y="307092"/>
                  </a:lnTo>
                  <a:lnTo>
                    <a:pt x="123527" y="306899"/>
                  </a:lnTo>
                  <a:lnTo>
                    <a:pt x="123656" y="306173"/>
                  </a:lnTo>
                  <a:lnTo>
                    <a:pt x="123834" y="305913"/>
                  </a:lnTo>
                  <a:lnTo>
                    <a:pt x="123672" y="305577"/>
                  </a:lnTo>
                  <a:lnTo>
                    <a:pt x="123543" y="305579"/>
                  </a:lnTo>
                  <a:lnTo>
                    <a:pt x="123404" y="305462"/>
                  </a:lnTo>
                  <a:lnTo>
                    <a:pt x="123131" y="305183"/>
                  </a:lnTo>
                  <a:lnTo>
                    <a:pt x="122988" y="305054"/>
                  </a:lnTo>
                  <a:lnTo>
                    <a:pt x="122558" y="305489"/>
                  </a:lnTo>
                  <a:lnTo>
                    <a:pt x="122245" y="305521"/>
                  </a:lnTo>
                  <a:lnTo>
                    <a:pt x="122097" y="305455"/>
                  </a:lnTo>
                  <a:lnTo>
                    <a:pt x="121996" y="305284"/>
                  </a:lnTo>
                  <a:lnTo>
                    <a:pt x="121779" y="305377"/>
                  </a:lnTo>
                  <a:lnTo>
                    <a:pt x="121585" y="305382"/>
                  </a:lnTo>
                  <a:lnTo>
                    <a:pt x="121582" y="305084"/>
                  </a:lnTo>
                  <a:lnTo>
                    <a:pt x="121632" y="304946"/>
                  </a:lnTo>
                  <a:lnTo>
                    <a:pt x="121236" y="304681"/>
                  </a:lnTo>
                  <a:lnTo>
                    <a:pt x="120955" y="304603"/>
                  </a:lnTo>
                  <a:lnTo>
                    <a:pt x="121030" y="304453"/>
                  </a:lnTo>
                  <a:lnTo>
                    <a:pt x="120703" y="304140"/>
                  </a:lnTo>
                  <a:lnTo>
                    <a:pt x="120680" y="303916"/>
                  </a:lnTo>
                  <a:lnTo>
                    <a:pt x="120718" y="303767"/>
                  </a:lnTo>
                  <a:lnTo>
                    <a:pt x="120776" y="303547"/>
                  </a:lnTo>
                  <a:lnTo>
                    <a:pt x="120943" y="303374"/>
                  </a:lnTo>
                  <a:lnTo>
                    <a:pt x="121020" y="303131"/>
                  </a:lnTo>
                  <a:lnTo>
                    <a:pt x="120885" y="302264"/>
                  </a:lnTo>
                  <a:lnTo>
                    <a:pt x="120470" y="301641"/>
                  </a:lnTo>
                  <a:lnTo>
                    <a:pt x="120629" y="301385"/>
                  </a:lnTo>
                  <a:lnTo>
                    <a:pt x="120529" y="301129"/>
                  </a:lnTo>
                  <a:lnTo>
                    <a:pt x="120284" y="301193"/>
                  </a:lnTo>
                  <a:lnTo>
                    <a:pt x="120148" y="301245"/>
                  </a:lnTo>
                  <a:lnTo>
                    <a:pt x="119945" y="301054"/>
                  </a:lnTo>
                  <a:lnTo>
                    <a:pt x="119848" y="300907"/>
                  </a:lnTo>
                  <a:lnTo>
                    <a:pt x="119581" y="300516"/>
                  </a:lnTo>
                  <a:lnTo>
                    <a:pt x="119623" y="300297"/>
                  </a:lnTo>
                  <a:lnTo>
                    <a:pt x="119566" y="300122"/>
                  </a:lnTo>
                  <a:lnTo>
                    <a:pt x="119413" y="300036"/>
                  </a:lnTo>
                  <a:lnTo>
                    <a:pt x="119130" y="299381"/>
                  </a:lnTo>
                  <a:lnTo>
                    <a:pt x="119242" y="299194"/>
                  </a:lnTo>
                  <a:lnTo>
                    <a:pt x="119449" y="299115"/>
                  </a:lnTo>
                  <a:lnTo>
                    <a:pt x="119454" y="298824"/>
                  </a:lnTo>
                  <a:lnTo>
                    <a:pt x="119425" y="298546"/>
                  </a:lnTo>
                  <a:lnTo>
                    <a:pt x="119545" y="298384"/>
                  </a:lnTo>
                  <a:lnTo>
                    <a:pt x="119661" y="298084"/>
                  </a:lnTo>
                  <a:lnTo>
                    <a:pt x="119848" y="297763"/>
                  </a:lnTo>
                  <a:lnTo>
                    <a:pt x="119920" y="297577"/>
                  </a:lnTo>
                  <a:lnTo>
                    <a:pt x="119662" y="297262"/>
                  </a:lnTo>
                  <a:lnTo>
                    <a:pt x="119416" y="297202"/>
                  </a:lnTo>
                  <a:lnTo>
                    <a:pt x="119059" y="297270"/>
                  </a:lnTo>
                  <a:lnTo>
                    <a:pt x="118493" y="297396"/>
                  </a:lnTo>
                  <a:lnTo>
                    <a:pt x="118306" y="297565"/>
                  </a:lnTo>
                  <a:lnTo>
                    <a:pt x="118162" y="298144"/>
                  </a:lnTo>
                  <a:lnTo>
                    <a:pt x="118203" y="298386"/>
                  </a:lnTo>
                  <a:lnTo>
                    <a:pt x="118111" y="298549"/>
                  </a:lnTo>
                  <a:lnTo>
                    <a:pt x="117769" y="298689"/>
                  </a:lnTo>
                  <a:lnTo>
                    <a:pt x="117502" y="298897"/>
                  </a:lnTo>
                  <a:lnTo>
                    <a:pt x="117289" y="298870"/>
                  </a:lnTo>
                  <a:lnTo>
                    <a:pt x="117132" y="298733"/>
                  </a:lnTo>
                  <a:lnTo>
                    <a:pt x="117081" y="298560"/>
                  </a:lnTo>
                  <a:lnTo>
                    <a:pt x="116788" y="298227"/>
                  </a:lnTo>
                  <a:lnTo>
                    <a:pt x="116812" y="298040"/>
                  </a:lnTo>
                  <a:lnTo>
                    <a:pt x="116558" y="297862"/>
                  </a:lnTo>
                  <a:lnTo>
                    <a:pt x="116632" y="297732"/>
                  </a:lnTo>
                  <a:lnTo>
                    <a:pt x="116710" y="297504"/>
                  </a:lnTo>
                  <a:lnTo>
                    <a:pt x="116532" y="297266"/>
                  </a:lnTo>
                  <a:lnTo>
                    <a:pt x="116364" y="297011"/>
                  </a:lnTo>
                  <a:lnTo>
                    <a:pt x="116062" y="297232"/>
                  </a:lnTo>
                  <a:lnTo>
                    <a:pt x="115532" y="297785"/>
                  </a:lnTo>
                  <a:lnTo>
                    <a:pt x="115248" y="297776"/>
                  </a:lnTo>
                  <a:lnTo>
                    <a:pt x="115055" y="297731"/>
                  </a:lnTo>
                  <a:lnTo>
                    <a:pt x="114748" y="297835"/>
                  </a:lnTo>
                  <a:lnTo>
                    <a:pt x="114662" y="298171"/>
                  </a:lnTo>
                  <a:lnTo>
                    <a:pt x="114668" y="298369"/>
                  </a:lnTo>
                  <a:lnTo>
                    <a:pt x="114278" y="298424"/>
                  </a:lnTo>
                  <a:lnTo>
                    <a:pt x="113913" y="298246"/>
                  </a:lnTo>
                  <a:lnTo>
                    <a:pt x="113787" y="298020"/>
                  </a:lnTo>
                  <a:lnTo>
                    <a:pt x="113473" y="297994"/>
                  </a:lnTo>
                  <a:lnTo>
                    <a:pt x="113136" y="297926"/>
                  </a:lnTo>
                  <a:lnTo>
                    <a:pt x="112868" y="297533"/>
                  </a:lnTo>
                  <a:lnTo>
                    <a:pt x="112826" y="297403"/>
                  </a:lnTo>
                  <a:lnTo>
                    <a:pt x="112911" y="297060"/>
                  </a:lnTo>
                  <a:lnTo>
                    <a:pt x="113201" y="296838"/>
                  </a:lnTo>
                  <a:lnTo>
                    <a:pt x="113283" y="296515"/>
                  </a:lnTo>
                  <a:lnTo>
                    <a:pt x="113432" y="296148"/>
                  </a:lnTo>
                  <a:lnTo>
                    <a:pt x="113526" y="296009"/>
                  </a:lnTo>
                  <a:lnTo>
                    <a:pt x="113606" y="295853"/>
                  </a:lnTo>
                  <a:lnTo>
                    <a:pt x="113581" y="295581"/>
                  </a:lnTo>
                  <a:lnTo>
                    <a:pt x="113546" y="295415"/>
                  </a:lnTo>
                  <a:lnTo>
                    <a:pt x="113371" y="295162"/>
                  </a:lnTo>
                  <a:lnTo>
                    <a:pt x="113247" y="294912"/>
                  </a:lnTo>
                  <a:lnTo>
                    <a:pt x="113249" y="294781"/>
                  </a:lnTo>
                  <a:lnTo>
                    <a:pt x="113030" y="294473"/>
                  </a:lnTo>
                  <a:lnTo>
                    <a:pt x="112807" y="294368"/>
                  </a:lnTo>
                  <a:lnTo>
                    <a:pt x="112429" y="294370"/>
                  </a:lnTo>
                  <a:lnTo>
                    <a:pt x="112206" y="294373"/>
                  </a:lnTo>
                  <a:lnTo>
                    <a:pt x="112011" y="294215"/>
                  </a:lnTo>
                  <a:lnTo>
                    <a:pt x="111862" y="294077"/>
                  </a:lnTo>
                  <a:lnTo>
                    <a:pt x="111658" y="293914"/>
                  </a:lnTo>
                  <a:lnTo>
                    <a:pt x="111258" y="293790"/>
                  </a:lnTo>
                  <a:lnTo>
                    <a:pt x="111071" y="293982"/>
                  </a:lnTo>
                  <a:lnTo>
                    <a:pt x="110587" y="294041"/>
                  </a:lnTo>
                  <a:lnTo>
                    <a:pt x="110398" y="294111"/>
                  </a:lnTo>
                  <a:lnTo>
                    <a:pt x="110268" y="294081"/>
                  </a:lnTo>
                  <a:lnTo>
                    <a:pt x="109917" y="294290"/>
                  </a:lnTo>
                  <a:lnTo>
                    <a:pt x="109782" y="294207"/>
                  </a:lnTo>
                  <a:lnTo>
                    <a:pt x="109603" y="294131"/>
                  </a:lnTo>
                  <a:lnTo>
                    <a:pt x="108817" y="294532"/>
                  </a:lnTo>
                  <a:lnTo>
                    <a:pt x="108579" y="294825"/>
                  </a:lnTo>
                  <a:lnTo>
                    <a:pt x="108268" y="295080"/>
                  </a:lnTo>
                  <a:lnTo>
                    <a:pt x="108164" y="295457"/>
                  </a:lnTo>
                  <a:lnTo>
                    <a:pt x="108315" y="295743"/>
                  </a:lnTo>
                  <a:lnTo>
                    <a:pt x="108492" y="295898"/>
                  </a:lnTo>
                  <a:lnTo>
                    <a:pt x="108493" y="296111"/>
                  </a:lnTo>
                  <a:lnTo>
                    <a:pt x="108388" y="296282"/>
                  </a:lnTo>
                  <a:lnTo>
                    <a:pt x="108341" y="296417"/>
                  </a:lnTo>
                  <a:lnTo>
                    <a:pt x="108312" y="296720"/>
                  </a:lnTo>
                  <a:lnTo>
                    <a:pt x="108040" y="296807"/>
                  </a:lnTo>
                  <a:lnTo>
                    <a:pt x="107695" y="297000"/>
                  </a:lnTo>
                  <a:lnTo>
                    <a:pt x="107272" y="297184"/>
                  </a:lnTo>
                  <a:lnTo>
                    <a:pt x="107187" y="297496"/>
                  </a:lnTo>
                  <a:lnTo>
                    <a:pt x="106834" y="297827"/>
                  </a:lnTo>
                  <a:lnTo>
                    <a:pt x="106511" y="297801"/>
                  </a:lnTo>
                  <a:lnTo>
                    <a:pt x="106215" y="297989"/>
                  </a:lnTo>
                  <a:lnTo>
                    <a:pt x="106237" y="298477"/>
                  </a:lnTo>
                  <a:lnTo>
                    <a:pt x="106409" y="298499"/>
                  </a:lnTo>
                  <a:lnTo>
                    <a:pt x="106996" y="298749"/>
                  </a:lnTo>
                  <a:lnTo>
                    <a:pt x="107195" y="298981"/>
                  </a:lnTo>
                  <a:lnTo>
                    <a:pt x="107339" y="299190"/>
                  </a:lnTo>
                  <a:lnTo>
                    <a:pt x="107461" y="299322"/>
                  </a:lnTo>
                  <a:lnTo>
                    <a:pt x="107646" y="299508"/>
                  </a:lnTo>
                  <a:lnTo>
                    <a:pt x="108073" y="299424"/>
                  </a:lnTo>
                  <a:lnTo>
                    <a:pt x="108210" y="299791"/>
                  </a:lnTo>
                  <a:lnTo>
                    <a:pt x="108377" y="299927"/>
                  </a:lnTo>
                  <a:lnTo>
                    <a:pt x="108557" y="299910"/>
                  </a:lnTo>
                  <a:lnTo>
                    <a:pt x="108691" y="300073"/>
                  </a:lnTo>
                  <a:lnTo>
                    <a:pt x="108625" y="300376"/>
                  </a:lnTo>
                  <a:lnTo>
                    <a:pt x="108569" y="300514"/>
                  </a:lnTo>
                  <a:lnTo>
                    <a:pt x="108380" y="300716"/>
                  </a:lnTo>
                  <a:lnTo>
                    <a:pt x="108223" y="300786"/>
                  </a:lnTo>
                  <a:lnTo>
                    <a:pt x="107600" y="301502"/>
                  </a:lnTo>
                  <a:lnTo>
                    <a:pt x="107373" y="301689"/>
                  </a:lnTo>
                  <a:lnTo>
                    <a:pt x="107789" y="302275"/>
                  </a:lnTo>
                  <a:lnTo>
                    <a:pt x="107966" y="302713"/>
                  </a:lnTo>
                  <a:lnTo>
                    <a:pt x="107853" y="303079"/>
                  </a:lnTo>
                  <a:lnTo>
                    <a:pt x="107831" y="303361"/>
                  </a:lnTo>
                  <a:lnTo>
                    <a:pt x="107519" y="303569"/>
                  </a:lnTo>
                  <a:lnTo>
                    <a:pt x="107274" y="303522"/>
                  </a:lnTo>
                  <a:lnTo>
                    <a:pt x="106935" y="303581"/>
                  </a:lnTo>
                  <a:lnTo>
                    <a:pt x="106782" y="303945"/>
                  </a:lnTo>
                  <a:lnTo>
                    <a:pt x="106626" y="303862"/>
                  </a:lnTo>
                  <a:lnTo>
                    <a:pt x="106256" y="303867"/>
                  </a:lnTo>
                  <a:lnTo>
                    <a:pt x="106018" y="304083"/>
                  </a:lnTo>
                  <a:lnTo>
                    <a:pt x="105652" y="304248"/>
                  </a:lnTo>
                  <a:lnTo>
                    <a:pt x="105308" y="304266"/>
                  </a:lnTo>
                  <a:lnTo>
                    <a:pt x="105039" y="304560"/>
                  </a:lnTo>
                  <a:lnTo>
                    <a:pt x="104560" y="304545"/>
                  </a:lnTo>
                  <a:lnTo>
                    <a:pt x="104355" y="304446"/>
                  </a:lnTo>
                  <a:lnTo>
                    <a:pt x="103616" y="304541"/>
                  </a:lnTo>
                  <a:lnTo>
                    <a:pt x="103200" y="304525"/>
                  </a:lnTo>
                  <a:lnTo>
                    <a:pt x="103053" y="304621"/>
                  </a:lnTo>
                  <a:lnTo>
                    <a:pt x="102889" y="304830"/>
                  </a:lnTo>
                  <a:lnTo>
                    <a:pt x="102846" y="304964"/>
                  </a:lnTo>
                  <a:lnTo>
                    <a:pt x="102719" y="305215"/>
                  </a:lnTo>
                  <a:lnTo>
                    <a:pt x="102433" y="305489"/>
                  </a:lnTo>
                  <a:lnTo>
                    <a:pt x="102456" y="305926"/>
                  </a:lnTo>
                  <a:lnTo>
                    <a:pt x="102346" y="306093"/>
                  </a:lnTo>
                  <a:lnTo>
                    <a:pt x="102035" y="305873"/>
                  </a:lnTo>
                  <a:lnTo>
                    <a:pt x="101835" y="305970"/>
                  </a:lnTo>
                  <a:lnTo>
                    <a:pt x="101632" y="306022"/>
                  </a:lnTo>
                  <a:lnTo>
                    <a:pt x="101321" y="305950"/>
                  </a:lnTo>
                  <a:lnTo>
                    <a:pt x="101185" y="306036"/>
                  </a:lnTo>
                  <a:lnTo>
                    <a:pt x="100632" y="306147"/>
                  </a:lnTo>
                  <a:lnTo>
                    <a:pt x="100522" y="306303"/>
                  </a:lnTo>
                  <a:lnTo>
                    <a:pt x="100381" y="306503"/>
                  </a:lnTo>
                  <a:lnTo>
                    <a:pt x="100181" y="306565"/>
                  </a:lnTo>
                  <a:lnTo>
                    <a:pt x="99996" y="306712"/>
                  </a:lnTo>
                  <a:lnTo>
                    <a:pt x="99820" y="306919"/>
                  </a:lnTo>
                  <a:lnTo>
                    <a:pt x="99823" y="307073"/>
                  </a:lnTo>
                  <a:lnTo>
                    <a:pt x="99641" y="307202"/>
                  </a:lnTo>
                  <a:lnTo>
                    <a:pt x="99232" y="307243"/>
                  </a:lnTo>
                  <a:lnTo>
                    <a:pt x="99012" y="307304"/>
                  </a:lnTo>
                  <a:lnTo>
                    <a:pt x="98559" y="307634"/>
                  </a:lnTo>
                  <a:lnTo>
                    <a:pt x="98498" y="307811"/>
                  </a:lnTo>
                  <a:lnTo>
                    <a:pt x="98296" y="308193"/>
                  </a:lnTo>
                  <a:lnTo>
                    <a:pt x="97977" y="308253"/>
                  </a:lnTo>
                  <a:lnTo>
                    <a:pt x="97696" y="308613"/>
                  </a:lnTo>
                  <a:lnTo>
                    <a:pt x="97513" y="308871"/>
                  </a:lnTo>
                  <a:lnTo>
                    <a:pt x="97506" y="309082"/>
                  </a:lnTo>
                  <a:lnTo>
                    <a:pt x="97462" y="309244"/>
                  </a:lnTo>
                  <a:lnTo>
                    <a:pt x="97070" y="309541"/>
                  </a:lnTo>
                  <a:lnTo>
                    <a:pt x="96780" y="309571"/>
                  </a:lnTo>
                  <a:lnTo>
                    <a:pt x="96263" y="309723"/>
                  </a:lnTo>
                  <a:lnTo>
                    <a:pt x="96090" y="309643"/>
                  </a:lnTo>
                  <a:lnTo>
                    <a:pt x="95413" y="309621"/>
                  </a:lnTo>
                  <a:lnTo>
                    <a:pt x="95220" y="309509"/>
                  </a:lnTo>
                  <a:lnTo>
                    <a:pt x="94866" y="309471"/>
                  </a:lnTo>
                  <a:lnTo>
                    <a:pt x="94825" y="309174"/>
                  </a:lnTo>
                  <a:lnTo>
                    <a:pt x="94908" y="309024"/>
                  </a:lnTo>
                  <a:lnTo>
                    <a:pt x="95016" y="308534"/>
                  </a:lnTo>
                  <a:lnTo>
                    <a:pt x="94419" y="308486"/>
                  </a:lnTo>
                  <a:lnTo>
                    <a:pt x="94418" y="308188"/>
                  </a:lnTo>
                  <a:lnTo>
                    <a:pt x="94276" y="308167"/>
                  </a:lnTo>
                  <a:lnTo>
                    <a:pt x="94077" y="308080"/>
                  </a:lnTo>
                  <a:lnTo>
                    <a:pt x="94158" y="308361"/>
                  </a:lnTo>
                  <a:lnTo>
                    <a:pt x="93951" y="308428"/>
                  </a:lnTo>
                  <a:lnTo>
                    <a:pt x="93753" y="308413"/>
                  </a:lnTo>
                  <a:lnTo>
                    <a:pt x="93406" y="308490"/>
                  </a:lnTo>
                  <a:lnTo>
                    <a:pt x="93256" y="308865"/>
                  </a:lnTo>
                  <a:lnTo>
                    <a:pt x="93204" y="308992"/>
                  </a:lnTo>
                  <a:lnTo>
                    <a:pt x="92893" y="309340"/>
                  </a:lnTo>
                  <a:lnTo>
                    <a:pt x="92923" y="309528"/>
                  </a:lnTo>
                  <a:lnTo>
                    <a:pt x="92696" y="309790"/>
                  </a:lnTo>
                  <a:lnTo>
                    <a:pt x="92533" y="309654"/>
                  </a:lnTo>
                  <a:lnTo>
                    <a:pt x="92572" y="309255"/>
                  </a:lnTo>
                  <a:lnTo>
                    <a:pt x="92527" y="308985"/>
                  </a:lnTo>
                  <a:lnTo>
                    <a:pt x="92395" y="308611"/>
                  </a:lnTo>
                  <a:lnTo>
                    <a:pt x="92265" y="308563"/>
                  </a:lnTo>
                  <a:lnTo>
                    <a:pt x="92128" y="308493"/>
                  </a:lnTo>
                  <a:lnTo>
                    <a:pt x="91747" y="308293"/>
                  </a:lnTo>
                  <a:lnTo>
                    <a:pt x="91557" y="308167"/>
                  </a:lnTo>
                  <a:lnTo>
                    <a:pt x="91256" y="308274"/>
                  </a:lnTo>
                  <a:lnTo>
                    <a:pt x="90993" y="308259"/>
                  </a:lnTo>
                  <a:lnTo>
                    <a:pt x="91161" y="307918"/>
                  </a:lnTo>
                  <a:lnTo>
                    <a:pt x="90950" y="307317"/>
                  </a:lnTo>
                  <a:lnTo>
                    <a:pt x="90571" y="307022"/>
                  </a:lnTo>
                  <a:lnTo>
                    <a:pt x="90352" y="306777"/>
                  </a:lnTo>
                  <a:lnTo>
                    <a:pt x="90060" y="306674"/>
                  </a:lnTo>
                  <a:lnTo>
                    <a:pt x="89848" y="306297"/>
                  </a:lnTo>
                  <a:lnTo>
                    <a:pt x="90200" y="305613"/>
                  </a:lnTo>
                  <a:lnTo>
                    <a:pt x="90745" y="305177"/>
                  </a:lnTo>
                  <a:lnTo>
                    <a:pt x="91085" y="305052"/>
                  </a:lnTo>
                  <a:lnTo>
                    <a:pt x="91328" y="304983"/>
                  </a:lnTo>
                  <a:lnTo>
                    <a:pt x="91244" y="304752"/>
                  </a:lnTo>
                  <a:lnTo>
                    <a:pt x="91009" y="304503"/>
                  </a:lnTo>
                  <a:lnTo>
                    <a:pt x="90691" y="304308"/>
                  </a:lnTo>
                  <a:lnTo>
                    <a:pt x="90510" y="304344"/>
                  </a:lnTo>
                  <a:lnTo>
                    <a:pt x="90104" y="304338"/>
                  </a:lnTo>
                  <a:lnTo>
                    <a:pt x="89819" y="304246"/>
                  </a:lnTo>
                  <a:lnTo>
                    <a:pt x="89820" y="303964"/>
                  </a:lnTo>
                  <a:lnTo>
                    <a:pt x="90216" y="303731"/>
                  </a:lnTo>
                  <a:lnTo>
                    <a:pt x="90344" y="303791"/>
                  </a:lnTo>
                  <a:lnTo>
                    <a:pt x="90552" y="303846"/>
                  </a:lnTo>
                  <a:lnTo>
                    <a:pt x="90634" y="303663"/>
                  </a:lnTo>
                  <a:lnTo>
                    <a:pt x="90817" y="303274"/>
                  </a:lnTo>
                  <a:lnTo>
                    <a:pt x="90883" y="303033"/>
                  </a:lnTo>
                  <a:lnTo>
                    <a:pt x="90977" y="302601"/>
                  </a:lnTo>
                  <a:lnTo>
                    <a:pt x="91058" y="302449"/>
                  </a:lnTo>
                  <a:lnTo>
                    <a:pt x="91141" y="302230"/>
                  </a:lnTo>
                  <a:lnTo>
                    <a:pt x="91406" y="302028"/>
                  </a:lnTo>
                  <a:lnTo>
                    <a:pt x="91589" y="302047"/>
                  </a:lnTo>
                  <a:lnTo>
                    <a:pt x="91719" y="301973"/>
                  </a:lnTo>
                  <a:lnTo>
                    <a:pt x="91920" y="301920"/>
                  </a:lnTo>
                  <a:lnTo>
                    <a:pt x="92109" y="301906"/>
                  </a:lnTo>
                  <a:lnTo>
                    <a:pt x="92192" y="301574"/>
                  </a:lnTo>
                  <a:lnTo>
                    <a:pt x="92376" y="301174"/>
                  </a:lnTo>
                  <a:lnTo>
                    <a:pt x="92626" y="300961"/>
                  </a:lnTo>
                  <a:lnTo>
                    <a:pt x="92842" y="300610"/>
                  </a:lnTo>
                  <a:lnTo>
                    <a:pt x="92977" y="300647"/>
                  </a:lnTo>
                  <a:lnTo>
                    <a:pt x="93164" y="300579"/>
                  </a:lnTo>
                  <a:lnTo>
                    <a:pt x="93422" y="299877"/>
                  </a:lnTo>
                  <a:lnTo>
                    <a:pt x="93749" y="299565"/>
                  </a:lnTo>
                  <a:lnTo>
                    <a:pt x="94097" y="299343"/>
                  </a:lnTo>
                  <a:lnTo>
                    <a:pt x="94291" y="299231"/>
                  </a:lnTo>
                  <a:lnTo>
                    <a:pt x="94472" y="299423"/>
                  </a:lnTo>
                  <a:lnTo>
                    <a:pt x="94648" y="299517"/>
                  </a:lnTo>
                  <a:lnTo>
                    <a:pt x="94849" y="299624"/>
                  </a:lnTo>
                  <a:lnTo>
                    <a:pt x="94963" y="299805"/>
                  </a:lnTo>
                  <a:lnTo>
                    <a:pt x="95265" y="299586"/>
                  </a:lnTo>
                  <a:lnTo>
                    <a:pt x="95806" y="299013"/>
                  </a:lnTo>
                  <a:lnTo>
                    <a:pt x="95999" y="298691"/>
                  </a:lnTo>
                  <a:lnTo>
                    <a:pt x="96261" y="298735"/>
                  </a:lnTo>
                  <a:lnTo>
                    <a:pt x="96444" y="298745"/>
                  </a:lnTo>
                  <a:lnTo>
                    <a:pt x="96692" y="298297"/>
                  </a:lnTo>
                  <a:lnTo>
                    <a:pt x="96563" y="297825"/>
                  </a:lnTo>
                  <a:lnTo>
                    <a:pt x="96852" y="297759"/>
                  </a:lnTo>
                  <a:lnTo>
                    <a:pt x="97368" y="297302"/>
                  </a:lnTo>
                  <a:lnTo>
                    <a:pt x="97659" y="296851"/>
                  </a:lnTo>
                  <a:lnTo>
                    <a:pt x="97908" y="296559"/>
                  </a:lnTo>
                  <a:lnTo>
                    <a:pt x="98182" y="296239"/>
                  </a:lnTo>
                  <a:lnTo>
                    <a:pt x="98541" y="295839"/>
                  </a:lnTo>
                  <a:lnTo>
                    <a:pt x="98626" y="295659"/>
                  </a:lnTo>
                  <a:lnTo>
                    <a:pt x="98945" y="295298"/>
                  </a:lnTo>
                  <a:lnTo>
                    <a:pt x="98979" y="294798"/>
                  </a:lnTo>
                  <a:lnTo>
                    <a:pt x="99151" y="294602"/>
                  </a:lnTo>
                  <a:lnTo>
                    <a:pt x="99393" y="294590"/>
                  </a:lnTo>
                  <a:lnTo>
                    <a:pt x="99401" y="294386"/>
                  </a:lnTo>
                  <a:lnTo>
                    <a:pt x="99189" y="294059"/>
                  </a:lnTo>
                  <a:lnTo>
                    <a:pt x="99243" y="293754"/>
                  </a:lnTo>
                  <a:lnTo>
                    <a:pt x="99253" y="293518"/>
                  </a:lnTo>
                  <a:lnTo>
                    <a:pt x="99629" y="293094"/>
                  </a:lnTo>
                  <a:lnTo>
                    <a:pt x="99627" y="292922"/>
                  </a:lnTo>
                  <a:lnTo>
                    <a:pt x="99587" y="292792"/>
                  </a:lnTo>
                  <a:lnTo>
                    <a:pt x="99422" y="292417"/>
                  </a:lnTo>
                  <a:lnTo>
                    <a:pt x="99263" y="292029"/>
                  </a:lnTo>
                  <a:lnTo>
                    <a:pt x="99110" y="292070"/>
                  </a:lnTo>
                  <a:lnTo>
                    <a:pt x="98515" y="291603"/>
                  </a:lnTo>
                  <a:lnTo>
                    <a:pt x="98259" y="291486"/>
                  </a:lnTo>
                  <a:lnTo>
                    <a:pt x="98054" y="291635"/>
                  </a:lnTo>
                  <a:lnTo>
                    <a:pt x="97898" y="291755"/>
                  </a:lnTo>
                  <a:lnTo>
                    <a:pt x="97649" y="291936"/>
                  </a:lnTo>
                  <a:lnTo>
                    <a:pt x="97354" y="292013"/>
                  </a:lnTo>
                  <a:lnTo>
                    <a:pt x="97155" y="291970"/>
                  </a:lnTo>
                  <a:lnTo>
                    <a:pt x="96994" y="291961"/>
                  </a:lnTo>
                  <a:lnTo>
                    <a:pt x="96854" y="292472"/>
                  </a:lnTo>
                  <a:lnTo>
                    <a:pt x="96730" y="292289"/>
                  </a:lnTo>
                  <a:lnTo>
                    <a:pt x="96678" y="291948"/>
                  </a:lnTo>
                  <a:lnTo>
                    <a:pt x="96641" y="291685"/>
                  </a:lnTo>
                  <a:lnTo>
                    <a:pt x="96747" y="291367"/>
                  </a:lnTo>
                  <a:lnTo>
                    <a:pt x="96718" y="290990"/>
                  </a:lnTo>
                  <a:lnTo>
                    <a:pt x="96685" y="290755"/>
                  </a:lnTo>
                  <a:lnTo>
                    <a:pt x="96772" y="290550"/>
                  </a:lnTo>
                  <a:lnTo>
                    <a:pt x="96759" y="290202"/>
                  </a:lnTo>
                  <a:lnTo>
                    <a:pt x="96576" y="290226"/>
                  </a:lnTo>
                  <a:lnTo>
                    <a:pt x="96432" y="290565"/>
                  </a:lnTo>
                  <a:lnTo>
                    <a:pt x="95841" y="290778"/>
                  </a:lnTo>
                  <a:lnTo>
                    <a:pt x="95596" y="290661"/>
                  </a:lnTo>
                  <a:lnTo>
                    <a:pt x="95470" y="290486"/>
                  </a:lnTo>
                  <a:lnTo>
                    <a:pt x="95349" y="290344"/>
                  </a:lnTo>
                  <a:lnTo>
                    <a:pt x="95292" y="290200"/>
                  </a:lnTo>
                  <a:lnTo>
                    <a:pt x="95315" y="289997"/>
                  </a:lnTo>
                  <a:lnTo>
                    <a:pt x="95066" y="289708"/>
                  </a:lnTo>
                  <a:lnTo>
                    <a:pt x="94890" y="289310"/>
                  </a:lnTo>
                  <a:lnTo>
                    <a:pt x="94621" y="288870"/>
                  </a:lnTo>
                  <a:lnTo>
                    <a:pt x="94450" y="288737"/>
                  </a:lnTo>
                  <a:lnTo>
                    <a:pt x="94103" y="288518"/>
                  </a:lnTo>
                  <a:lnTo>
                    <a:pt x="93894" y="288485"/>
                  </a:lnTo>
                  <a:lnTo>
                    <a:pt x="93278" y="288328"/>
                  </a:lnTo>
                  <a:lnTo>
                    <a:pt x="93041" y="288337"/>
                  </a:lnTo>
                  <a:lnTo>
                    <a:pt x="92699" y="288292"/>
                  </a:lnTo>
                  <a:lnTo>
                    <a:pt x="92150" y="288061"/>
                  </a:lnTo>
                  <a:lnTo>
                    <a:pt x="91749" y="287859"/>
                  </a:lnTo>
                  <a:lnTo>
                    <a:pt x="91567" y="287765"/>
                  </a:lnTo>
                  <a:lnTo>
                    <a:pt x="91170" y="287571"/>
                  </a:lnTo>
                  <a:lnTo>
                    <a:pt x="90920" y="287464"/>
                  </a:lnTo>
                  <a:lnTo>
                    <a:pt x="90753" y="287391"/>
                  </a:lnTo>
                  <a:lnTo>
                    <a:pt x="90343" y="287309"/>
                  </a:lnTo>
                  <a:lnTo>
                    <a:pt x="90055" y="287303"/>
                  </a:lnTo>
                  <a:lnTo>
                    <a:pt x="89674" y="287320"/>
                  </a:lnTo>
                  <a:lnTo>
                    <a:pt x="89480" y="287329"/>
                  </a:lnTo>
                  <a:lnTo>
                    <a:pt x="88960" y="287410"/>
                  </a:lnTo>
                  <a:lnTo>
                    <a:pt x="88560" y="287489"/>
                  </a:lnTo>
                  <a:lnTo>
                    <a:pt x="88172" y="287675"/>
                  </a:lnTo>
                  <a:lnTo>
                    <a:pt x="87897" y="287903"/>
                  </a:lnTo>
                  <a:lnTo>
                    <a:pt x="87664" y="288160"/>
                  </a:lnTo>
                  <a:lnTo>
                    <a:pt x="87319" y="288725"/>
                  </a:lnTo>
                  <a:lnTo>
                    <a:pt x="87000" y="289347"/>
                  </a:lnTo>
                  <a:lnTo>
                    <a:pt x="86746" y="290184"/>
                  </a:lnTo>
                  <a:lnTo>
                    <a:pt x="86661" y="290785"/>
                  </a:lnTo>
                  <a:lnTo>
                    <a:pt x="86607" y="291169"/>
                  </a:lnTo>
                  <a:lnTo>
                    <a:pt x="86724" y="292721"/>
                  </a:lnTo>
                  <a:lnTo>
                    <a:pt x="86405" y="293302"/>
                  </a:lnTo>
                  <a:lnTo>
                    <a:pt x="86297" y="293557"/>
                  </a:lnTo>
                  <a:lnTo>
                    <a:pt x="86277" y="293698"/>
                  </a:lnTo>
                  <a:lnTo>
                    <a:pt x="86281" y="294100"/>
                  </a:lnTo>
                  <a:lnTo>
                    <a:pt x="86078" y="294492"/>
                  </a:lnTo>
                  <a:lnTo>
                    <a:pt x="85840" y="294833"/>
                  </a:lnTo>
                  <a:lnTo>
                    <a:pt x="85576" y="295026"/>
                  </a:lnTo>
                  <a:lnTo>
                    <a:pt x="85420" y="295085"/>
                  </a:lnTo>
                  <a:lnTo>
                    <a:pt x="85203" y="295114"/>
                  </a:lnTo>
                  <a:lnTo>
                    <a:pt x="84874" y="295112"/>
                  </a:lnTo>
                  <a:lnTo>
                    <a:pt x="84262" y="295063"/>
                  </a:lnTo>
                  <a:lnTo>
                    <a:pt x="84051" y="295034"/>
                  </a:lnTo>
                  <a:lnTo>
                    <a:pt x="83619" y="294987"/>
                  </a:lnTo>
                  <a:lnTo>
                    <a:pt x="83303" y="295011"/>
                  </a:lnTo>
                  <a:lnTo>
                    <a:pt x="83123" y="295057"/>
                  </a:lnTo>
                  <a:lnTo>
                    <a:pt x="82964" y="295127"/>
                  </a:lnTo>
                  <a:lnTo>
                    <a:pt x="82177" y="295630"/>
                  </a:lnTo>
                  <a:lnTo>
                    <a:pt x="81745" y="295955"/>
                  </a:lnTo>
                  <a:lnTo>
                    <a:pt x="81221" y="296283"/>
                  </a:lnTo>
                  <a:lnTo>
                    <a:pt x="80905" y="296460"/>
                  </a:lnTo>
                  <a:lnTo>
                    <a:pt x="80581" y="296631"/>
                  </a:lnTo>
                  <a:lnTo>
                    <a:pt x="79842" y="297011"/>
                  </a:lnTo>
                  <a:lnTo>
                    <a:pt x="79562" y="297141"/>
                  </a:lnTo>
                  <a:lnTo>
                    <a:pt x="79389" y="297219"/>
                  </a:lnTo>
                  <a:lnTo>
                    <a:pt x="79170" y="297304"/>
                  </a:lnTo>
                  <a:lnTo>
                    <a:pt x="78429" y="297669"/>
                  </a:lnTo>
                  <a:lnTo>
                    <a:pt x="78100" y="297831"/>
                  </a:lnTo>
                  <a:lnTo>
                    <a:pt x="77964" y="297913"/>
                  </a:lnTo>
                  <a:lnTo>
                    <a:pt x="77646" y="298122"/>
                  </a:lnTo>
                  <a:lnTo>
                    <a:pt x="76903" y="298853"/>
                  </a:lnTo>
                  <a:lnTo>
                    <a:pt x="76473" y="299202"/>
                  </a:lnTo>
                  <a:lnTo>
                    <a:pt x="76253" y="299365"/>
                  </a:lnTo>
                  <a:lnTo>
                    <a:pt x="75934" y="299601"/>
                  </a:lnTo>
                  <a:lnTo>
                    <a:pt x="75552" y="299881"/>
                  </a:lnTo>
                  <a:lnTo>
                    <a:pt x="75029" y="300193"/>
                  </a:lnTo>
                  <a:lnTo>
                    <a:pt x="74048" y="299435"/>
                  </a:lnTo>
                  <a:lnTo>
                    <a:pt x="73929" y="299117"/>
                  </a:lnTo>
                  <a:lnTo>
                    <a:pt x="73603" y="298679"/>
                  </a:lnTo>
                  <a:lnTo>
                    <a:pt x="73257" y="298353"/>
                  </a:lnTo>
                  <a:lnTo>
                    <a:pt x="72802" y="298170"/>
                  </a:lnTo>
                  <a:lnTo>
                    <a:pt x="72463" y="298148"/>
                  </a:lnTo>
                  <a:lnTo>
                    <a:pt x="72195" y="298145"/>
                  </a:lnTo>
                  <a:lnTo>
                    <a:pt x="71609" y="298139"/>
                  </a:lnTo>
                  <a:lnTo>
                    <a:pt x="71453" y="298140"/>
                  </a:lnTo>
                  <a:lnTo>
                    <a:pt x="71283" y="298141"/>
                  </a:lnTo>
                  <a:lnTo>
                    <a:pt x="70704" y="298199"/>
                  </a:lnTo>
                  <a:lnTo>
                    <a:pt x="70384" y="298263"/>
                  </a:lnTo>
                  <a:lnTo>
                    <a:pt x="70031" y="298276"/>
                  </a:lnTo>
                  <a:lnTo>
                    <a:pt x="70047" y="297973"/>
                  </a:lnTo>
                  <a:lnTo>
                    <a:pt x="69852" y="297350"/>
                  </a:lnTo>
                  <a:lnTo>
                    <a:pt x="69635" y="296758"/>
                  </a:lnTo>
                  <a:lnTo>
                    <a:pt x="70007" y="296466"/>
                  </a:lnTo>
                  <a:lnTo>
                    <a:pt x="69994" y="296141"/>
                  </a:lnTo>
                  <a:lnTo>
                    <a:pt x="69627" y="295779"/>
                  </a:lnTo>
                  <a:lnTo>
                    <a:pt x="69763" y="295465"/>
                  </a:lnTo>
                  <a:lnTo>
                    <a:pt x="69747" y="295206"/>
                  </a:lnTo>
                  <a:lnTo>
                    <a:pt x="67833" y="292471"/>
                  </a:lnTo>
                  <a:lnTo>
                    <a:pt x="67611" y="292159"/>
                  </a:lnTo>
                  <a:lnTo>
                    <a:pt x="67674" y="291934"/>
                  </a:lnTo>
                  <a:lnTo>
                    <a:pt x="67889" y="291396"/>
                  </a:lnTo>
                  <a:lnTo>
                    <a:pt x="67816" y="291082"/>
                  </a:lnTo>
                  <a:lnTo>
                    <a:pt x="67850" y="290549"/>
                  </a:lnTo>
                  <a:lnTo>
                    <a:pt x="67845" y="290179"/>
                  </a:lnTo>
                  <a:lnTo>
                    <a:pt x="67917" y="290002"/>
                  </a:lnTo>
                  <a:lnTo>
                    <a:pt x="67948" y="289762"/>
                  </a:lnTo>
                  <a:lnTo>
                    <a:pt x="68290" y="289291"/>
                  </a:lnTo>
                  <a:lnTo>
                    <a:pt x="68116" y="288929"/>
                  </a:lnTo>
                  <a:lnTo>
                    <a:pt x="68018" y="288796"/>
                  </a:lnTo>
                  <a:lnTo>
                    <a:pt x="68020" y="288595"/>
                  </a:lnTo>
                  <a:lnTo>
                    <a:pt x="67729" y="288213"/>
                  </a:lnTo>
                  <a:lnTo>
                    <a:pt x="67700" y="287815"/>
                  </a:lnTo>
                  <a:lnTo>
                    <a:pt x="67975" y="287531"/>
                  </a:lnTo>
                  <a:lnTo>
                    <a:pt x="68144" y="287142"/>
                  </a:lnTo>
                  <a:lnTo>
                    <a:pt x="67998" y="287048"/>
                  </a:lnTo>
                  <a:lnTo>
                    <a:pt x="67886" y="286793"/>
                  </a:lnTo>
                  <a:lnTo>
                    <a:pt x="67889" y="286578"/>
                  </a:lnTo>
                  <a:lnTo>
                    <a:pt x="68051" y="286274"/>
                  </a:lnTo>
                  <a:lnTo>
                    <a:pt x="68192" y="285930"/>
                  </a:lnTo>
                  <a:lnTo>
                    <a:pt x="68012" y="285766"/>
                  </a:lnTo>
                  <a:lnTo>
                    <a:pt x="67994" y="285602"/>
                  </a:lnTo>
                  <a:lnTo>
                    <a:pt x="68178" y="285143"/>
                  </a:lnTo>
                  <a:lnTo>
                    <a:pt x="67929" y="284936"/>
                  </a:lnTo>
                  <a:lnTo>
                    <a:pt x="67667" y="284849"/>
                  </a:lnTo>
                  <a:lnTo>
                    <a:pt x="67524" y="284918"/>
                  </a:lnTo>
                  <a:lnTo>
                    <a:pt x="67300" y="284197"/>
                  </a:lnTo>
                  <a:lnTo>
                    <a:pt x="67130" y="283764"/>
                  </a:lnTo>
                  <a:lnTo>
                    <a:pt x="67161" y="283498"/>
                  </a:lnTo>
                  <a:lnTo>
                    <a:pt x="67085" y="283293"/>
                  </a:lnTo>
                  <a:lnTo>
                    <a:pt x="66981" y="283154"/>
                  </a:lnTo>
                  <a:lnTo>
                    <a:pt x="66984" y="282921"/>
                  </a:lnTo>
                  <a:lnTo>
                    <a:pt x="66928" y="282575"/>
                  </a:lnTo>
                  <a:lnTo>
                    <a:pt x="67094" y="282447"/>
                  </a:lnTo>
                  <a:lnTo>
                    <a:pt x="67361" y="282234"/>
                  </a:lnTo>
                  <a:lnTo>
                    <a:pt x="67307" y="281685"/>
                  </a:lnTo>
                  <a:lnTo>
                    <a:pt x="67254" y="281476"/>
                  </a:lnTo>
                  <a:lnTo>
                    <a:pt x="67051" y="281382"/>
                  </a:lnTo>
                  <a:lnTo>
                    <a:pt x="66575" y="281026"/>
                  </a:lnTo>
                  <a:lnTo>
                    <a:pt x="66452" y="280771"/>
                  </a:lnTo>
                  <a:lnTo>
                    <a:pt x="66104" y="280651"/>
                  </a:lnTo>
                  <a:lnTo>
                    <a:pt x="65976" y="280536"/>
                  </a:lnTo>
                  <a:lnTo>
                    <a:pt x="65515" y="280167"/>
                  </a:lnTo>
                  <a:lnTo>
                    <a:pt x="65033" y="279495"/>
                  </a:lnTo>
                  <a:lnTo>
                    <a:pt x="64690" y="279430"/>
                  </a:lnTo>
                  <a:lnTo>
                    <a:pt x="64283" y="279220"/>
                  </a:lnTo>
                  <a:lnTo>
                    <a:pt x="64284" y="278255"/>
                  </a:lnTo>
                  <a:lnTo>
                    <a:pt x="64356" y="278100"/>
                  </a:lnTo>
                  <a:lnTo>
                    <a:pt x="64184" y="278003"/>
                  </a:lnTo>
                  <a:lnTo>
                    <a:pt x="63421" y="277546"/>
                  </a:lnTo>
                  <a:lnTo>
                    <a:pt x="63207" y="277497"/>
                  </a:lnTo>
                  <a:lnTo>
                    <a:pt x="63072" y="277389"/>
                  </a:lnTo>
                  <a:lnTo>
                    <a:pt x="62910" y="277208"/>
                  </a:lnTo>
                  <a:lnTo>
                    <a:pt x="62759" y="277211"/>
                  </a:lnTo>
                  <a:lnTo>
                    <a:pt x="62506" y="277311"/>
                  </a:lnTo>
                  <a:lnTo>
                    <a:pt x="62325" y="277138"/>
                  </a:lnTo>
                  <a:lnTo>
                    <a:pt x="61572" y="277372"/>
                  </a:lnTo>
                  <a:lnTo>
                    <a:pt x="61305" y="277313"/>
                  </a:lnTo>
                  <a:lnTo>
                    <a:pt x="61605" y="276424"/>
                  </a:lnTo>
                  <a:lnTo>
                    <a:pt x="61552" y="275989"/>
                  </a:lnTo>
                  <a:lnTo>
                    <a:pt x="61322" y="275713"/>
                  </a:lnTo>
                  <a:lnTo>
                    <a:pt x="61071" y="275449"/>
                  </a:lnTo>
                  <a:lnTo>
                    <a:pt x="60904" y="275207"/>
                  </a:lnTo>
                  <a:lnTo>
                    <a:pt x="60649" y="275138"/>
                  </a:lnTo>
                  <a:lnTo>
                    <a:pt x="60647" y="274883"/>
                  </a:lnTo>
                  <a:lnTo>
                    <a:pt x="60665" y="274659"/>
                  </a:lnTo>
                  <a:lnTo>
                    <a:pt x="60479" y="274340"/>
                  </a:lnTo>
                  <a:lnTo>
                    <a:pt x="60276" y="273980"/>
                  </a:lnTo>
                  <a:lnTo>
                    <a:pt x="60390" y="273764"/>
                  </a:lnTo>
                  <a:lnTo>
                    <a:pt x="60830" y="273538"/>
                  </a:lnTo>
                  <a:lnTo>
                    <a:pt x="60853" y="273217"/>
                  </a:lnTo>
                  <a:lnTo>
                    <a:pt x="61132" y="273266"/>
                  </a:lnTo>
                  <a:lnTo>
                    <a:pt x="61290" y="273204"/>
                  </a:lnTo>
                  <a:lnTo>
                    <a:pt x="61594" y="272758"/>
                  </a:lnTo>
                  <a:lnTo>
                    <a:pt x="61896" y="272291"/>
                  </a:lnTo>
                  <a:lnTo>
                    <a:pt x="62132" y="272252"/>
                  </a:lnTo>
                  <a:lnTo>
                    <a:pt x="62374" y="272390"/>
                  </a:lnTo>
                  <a:lnTo>
                    <a:pt x="62590" y="272224"/>
                  </a:lnTo>
                  <a:lnTo>
                    <a:pt x="62649" y="272090"/>
                  </a:lnTo>
                  <a:lnTo>
                    <a:pt x="62608" y="271963"/>
                  </a:lnTo>
                  <a:lnTo>
                    <a:pt x="62335" y="271926"/>
                  </a:lnTo>
                  <a:lnTo>
                    <a:pt x="61962" y="271903"/>
                  </a:lnTo>
                  <a:lnTo>
                    <a:pt x="61811" y="271925"/>
                  </a:lnTo>
                  <a:lnTo>
                    <a:pt x="61632" y="271584"/>
                  </a:lnTo>
                  <a:lnTo>
                    <a:pt x="61438" y="271198"/>
                  </a:lnTo>
                  <a:lnTo>
                    <a:pt x="61272" y="271142"/>
                  </a:lnTo>
                  <a:lnTo>
                    <a:pt x="61039" y="270964"/>
                  </a:lnTo>
                  <a:lnTo>
                    <a:pt x="60816" y="270952"/>
                  </a:lnTo>
                  <a:lnTo>
                    <a:pt x="60657" y="270888"/>
                  </a:lnTo>
                  <a:lnTo>
                    <a:pt x="60664" y="270624"/>
                  </a:lnTo>
                  <a:lnTo>
                    <a:pt x="60891" y="270290"/>
                  </a:lnTo>
                  <a:lnTo>
                    <a:pt x="60795" y="269750"/>
                  </a:lnTo>
                  <a:lnTo>
                    <a:pt x="60925" y="269407"/>
                  </a:lnTo>
                  <a:lnTo>
                    <a:pt x="60983" y="269262"/>
                  </a:lnTo>
                  <a:lnTo>
                    <a:pt x="61119" y="268778"/>
                  </a:lnTo>
                  <a:lnTo>
                    <a:pt x="61365" y="268433"/>
                  </a:lnTo>
                  <a:lnTo>
                    <a:pt x="61508" y="268304"/>
                  </a:lnTo>
                  <a:lnTo>
                    <a:pt x="61761" y="268015"/>
                  </a:lnTo>
                  <a:lnTo>
                    <a:pt x="61602" y="267968"/>
                  </a:lnTo>
                  <a:lnTo>
                    <a:pt x="61417" y="268015"/>
                  </a:lnTo>
                  <a:lnTo>
                    <a:pt x="61065" y="267679"/>
                  </a:lnTo>
                  <a:lnTo>
                    <a:pt x="61067" y="267552"/>
                  </a:lnTo>
                  <a:lnTo>
                    <a:pt x="60934" y="267202"/>
                  </a:lnTo>
                  <a:lnTo>
                    <a:pt x="60722" y="266962"/>
                  </a:lnTo>
                  <a:lnTo>
                    <a:pt x="60319" y="266669"/>
                  </a:lnTo>
                  <a:lnTo>
                    <a:pt x="60278" y="266200"/>
                  </a:lnTo>
                  <a:lnTo>
                    <a:pt x="60002" y="265860"/>
                  </a:lnTo>
                  <a:lnTo>
                    <a:pt x="59923" y="265730"/>
                  </a:lnTo>
                  <a:lnTo>
                    <a:pt x="60116" y="265416"/>
                  </a:lnTo>
                  <a:lnTo>
                    <a:pt x="60061" y="265199"/>
                  </a:lnTo>
                  <a:lnTo>
                    <a:pt x="59612" y="264907"/>
                  </a:lnTo>
                  <a:lnTo>
                    <a:pt x="59384" y="264859"/>
                  </a:lnTo>
                  <a:lnTo>
                    <a:pt x="59136" y="264780"/>
                  </a:lnTo>
                  <a:lnTo>
                    <a:pt x="59128" y="264628"/>
                  </a:lnTo>
                  <a:lnTo>
                    <a:pt x="58693" y="264408"/>
                  </a:lnTo>
                  <a:lnTo>
                    <a:pt x="58354" y="264268"/>
                  </a:lnTo>
                  <a:lnTo>
                    <a:pt x="57984" y="264468"/>
                  </a:lnTo>
                  <a:lnTo>
                    <a:pt x="57740" y="264550"/>
                  </a:lnTo>
                  <a:lnTo>
                    <a:pt x="57680" y="264415"/>
                  </a:lnTo>
                  <a:lnTo>
                    <a:pt x="57402" y="264025"/>
                  </a:lnTo>
                  <a:lnTo>
                    <a:pt x="57451" y="263516"/>
                  </a:lnTo>
                  <a:lnTo>
                    <a:pt x="57629" y="263366"/>
                  </a:lnTo>
                  <a:lnTo>
                    <a:pt x="57589" y="263152"/>
                  </a:lnTo>
                  <a:lnTo>
                    <a:pt x="57557" y="262978"/>
                  </a:lnTo>
                  <a:lnTo>
                    <a:pt x="57571" y="262831"/>
                  </a:lnTo>
                  <a:lnTo>
                    <a:pt x="57251" y="262656"/>
                  </a:lnTo>
                  <a:lnTo>
                    <a:pt x="57059" y="262495"/>
                  </a:lnTo>
                  <a:lnTo>
                    <a:pt x="56958" y="262140"/>
                  </a:lnTo>
                  <a:lnTo>
                    <a:pt x="56938" y="261775"/>
                  </a:lnTo>
                  <a:lnTo>
                    <a:pt x="56658" y="261679"/>
                  </a:lnTo>
                  <a:lnTo>
                    <a:pt x="56342" y="261460"/>
                  </a:lnTo>
                  <a:lnTo>
                    <a:pt x="56067" y="261277"/>
                  </a:lnTo>
                  <a:lnTo>
                    <a:pt x="55993" y="261110"/>
                  </a:lnTo>
                  <a:lnTo>
                    <a:pt x="55702" y="260156"/>
                  </a:lnTo>
                  <a:lnTo>
                    <a:pt x="55758" y="259580"/>
                  </a:lnTo>
                  <a:lnTo>
                    <a:pt x="55841" y="259428"/>
                  </a:lnTo>
                  <a:lnTo>
                    <a:pt x="55874" y="259119"/>
                  </a:lnTo>
                  <a:lnTo>
                    <a:pt x="56132" y="258713"/>
                  </a:lnTo>
                  <a:lnTo>
                    <a:pt x="56180" y="257982"/>
                  </a:lnTo>
                  <a:lnTo>
                    <a:pt x="56712" y="257460"/>
                  </a:lnTo>
                  <a:lnTo>
                    <a:pt x="57185" y="257430"/>
                  </a:lnTo>
                  <a:lnTo>
                    <a:pt x="57424" y="257564"/>
                  </a:lnTo>
                  <a:lnTo>
                    <a:pt x="57838" y="257786"/>
                  </a:lnTo>
                  <a:lnTo>
                    <a:pt x="58189" y="257643"/>
                  </a:lnTo>
                  <a:lnTo>
                    <a:pt x="58334" y="257536"/>
                  </a:lnTo>
                  <a:lnTo>
                    <a:pt x="59046" y="257429"/>
                  </a:lnTo>
                  <a:lnTo>
                    <a:pt x="59267" y="257045"/>
                  </a:lnTo>
                  <a:lnTo>
                    <a:pt x="59405" y="256977"/>
                  </a:lnTo>
                  <a:lnTo>
                    <a:pt x="59694" y="256769"/>
                  </a:lnTo>
                  <a:lnTo>
                    <a:pt x="59708" y="256397"/>
                  </a:lnTo>
                  <a:lnTo>
                    <a:pt x="59565" y="256492"/>
                  </a:lnTo>
                  <a:lnTo>
                    <a:pt x="59216" y="256239"/>
                  </a:lnTo>
                  <a:lnTo>
                    <a:pt x="59526" y="255797"/>
                  </a:lnTo>
                  <a:lnTo>
                    <a:pt x="59488" y="255498"/>
                  </a:lnTo>
                  <a:lnTo>
                    <a:pt x="59530" y="254921"/>
                  </a:lnTo>
                  <a:lnTo>
                    <a:pt x="59324" y="254803"/>
                  </a:lnTo>
                  <a:lnTo>
                    <a:pt x="59028" y="254619"/>
                  </a:lnTo>
                  <a:lnTo>
                    <a:pt x="58821" y="254307"/>
                  </a:lnTo>
                  <a:lnTo>
                    <a:pt x="58835" y="254108"/>
                  </a:lnTo>
                  <a:lnTo>
                    <a:pt x="59157" y="253588"/>
                  </a:lnTo>
                  <a:lnTo>
                    <a:pt x="59492" y="253083"/>
                  </a:lnTo>
                  <a:lnTo>
                    <a:pt x="59544" y="252819"/>
                  </a:lnTo>
                  <a:lnTo>
                    <a:pt x="59741" y="252598"/>
                  </a:lnTo>
                  <a:lnTo>
                    <a:pt x="59917" y="252604"/>
                  </a:lnTo>
                  <a:lnTo>
                    <a:pt x="60124" y="252491"/>
                  </a:lnTo>
                  <a:lnTo>
                    <a:pt x="60311" y="252242"/>
                  </a:lnTo>
                  <a:lnTo>
                    <a:pt x="60718" y="252130"/>
                  </a:lnTo>
                  <a:lnTo>
                    <a:pt x="61088" y="251815"/>
                  </a:lnTo>
                  <a:lnTo>
                    <a:pt x="61319" y="251800"/>
                  </a:lnTo>
                  <a:lnTo>
                    <a:pt x="61622" y="251934"/>
                  </a:lnTo>
                  <a:lnTo>
                    <a:pt x="62099" y="251791"/>
                  </a:lnTo>
                  <a:lnTo>
                    <a:pt x="62202" y="251319"/>
                  </a:lnTo>
                  <a:lnTo>
                    <a:pt x="62432" y="251171"/>
                  </a:lnTo>
                  <a:lnTo>
                    <a:pt x="62667" y="251197"/>
                  </a:lnTo>
                  <a:lnTo>
                    <a:pt x="62835" y="250956"/>
                  </a:lnTo>
                  <a:lnTo>
                    <a:pt x="62984" y="250682"/>
                  </a:lnTo>
                  <a:lnTo>
                    <a:pt x="63555" y="250487"/>
                  </a:lnTo>
                  <a:lnTo>
                    <a:pt x="63943" y="249749"/>
                  </a:lnTo>
                  <a:lnTo>
                    <a:pt x="64605" y="249469"/>
                  </a:lnTo>
                  <a:lnTo>
                    <a:pt x="65260" y="249112"/>
                  </a:lnTo>
                  <a:lnTo>
                    <a:pt x="65701" y="248903"/>
                  </a:lnTo>
                  <a:lnTo>
                    <a:pt x="66327" y="248725"/>
                  </a:lnTo>
                  <a:lnTo>
                    <a:pt x="66845" y="248801"/>
                  </a:lnTo>
                  <a:lnTo>
                    <a:pt x="67118" y="248745"/>
                  </a:lnTo>
                  <a:lnTo>
                    <a:pt x="67263" y="248733"/>
                  </a:lnTo>
                  <a:lnTo>
                    <a:pt x="67594" y="248830"/>
                  </a:lnTo>
                  <a:lnTo>
                    <a:pt x="67506" y="248549"/>
                  </a:lnTo>
                  <a:lnTo>
                    <a:pt x="67334" y="248066"/>
                  </a:lnTo>
                  <a:lnTo>
                    <a:pt x="67347" y="247854"/>
                  </a:lnTo>
                  <a:lnTo>
                    <a:pt x="67316" y="247653"/>
                  </a:lnTo>
                  <a:lnTo>
                    <a:pt x="67226" y="247449"/>
                  </a:lnTo>
                  <a:lnTo>
                    <a:pt x="67066" y="247060"/>
                  </a:lnTo>
                  <a:lnTo>
                    <a:pt x="66961" y="246299"/>
                  </a:lnTo>
                  <a:lnTo>
                    <a:pt x="66765" y="246273"/>
                  </a:lnTo>
                  <a:lnTo>
                    <a:pt x="65059" y="246085"/>
                  </a:lnTo>
                  <a:lnTo>
                    <a:pt x="65049" y="245838"/>
                  </a:lnTo>
                  <a:lnTo>
                    <a:pt x="65090" y="245659"/>
                  </a:lnTo>
                  <a:lnTo>
                    <a:pt x="64019" y="245012"/>
                  </a:lnTo>
                  <a:lnTo>
                    <a:pt x="63830" y="245145"/>
                  </a:lnTo>
                  <a:lnTo>
                    <a:pt x="63561" y="245216"/>
                  </a:lnTo>
                  <a:lnTo>
                    <a:pt x="63305" y="245210"/>
                  </a:lnTo>
                  <a:lnTo>
                    <a:pt x="62968" y="244987"/>
                  </a:lnTo>
                  <a:lnTo>
                    <a:pt x="62425" y="244923"/>
                  </a:lnTo>
                  <a:lnTo>
                    <a:pt x="62579" y="244551"/>
                  </a:lnTo>
                  <a:lnTo>
                    <a:pt x="62694" y="244285"/>
                  </a:lnTo>
                  <a:lnTo>
                    <a:pt x="62711" y="244116"/>
                  </a:lnTo>
                  <a:lnTo>
                    <a:pt x="62588" y="243854"/>
                  </a:lnTo>
                  <a:lnTo>
                    <a:pt x="62325" y="243813"/>
                  </a:lnTo>
                  <a:lnTo>
                    <a:pt x="62036" y="243694"/>
                  </a:lnTo>
                  <a:lnTo>
                    <a:pt x="61726" y="243299"/>
                  </a:lnTo>
                  <a:lnTo>
                    <a:pt x="61660" y="243095"/>
                  </a:lnTo>
                  <a:lnTo>
                    <a:pt x="61438" y="242923"/>
                  </a:lnTo>
                  <a:lnTo>
                    <a:pt x="61016" y="242987"/>
                  </a:lnTo>
                  <a:lnTo>
                    <a:pt x="60707" y="242617"/>
                  </a:lnTo>
                  <a:lnTo>
                    <a:pt x="60620" y="242365"/>
                  </a:lnTo>
                  <a:lnTo>
                    <a:pt x="60613" y="242018"/>
                  </a:lnTo>
                  <a:lnTo>
                    <a:pt x="60426" y="241697"/>
                  </a:lnTo>
                  <a:lnTo>
                    <a:pt x="60525" y="241275"/>
                  </a:lnTo>
                  <a:lnTo>
                    <a:pt x="60442" y="241081"/>
                  </a:lnTo>
                  <a:lnTo>
                    <a:pt x="60385" y="240830"/>
                  </a:lnTo>
                  <a:lnTo>
                    <a:pt x="60092" y="240413"/>
                  </a:lnTo>
                  <a:lnTo>
                    <a:pt x="59859" y="240379"/>
                  </a:lnTo>
                  <a:lnTo>
                    <a:pt x="59529" y="240540"/>
                  </a:lnTo>
                  <a:lnTo>
                    <a:pt x="59373" y="240608"/>
                  </a:lnTo>
                  <a:lnTo>
                    <a:pt x="59116" y="240701"/>
                  </a:lnTo>
                  <a:lnTo>
                    <a:pt x="58821" y="241008"/>
                  </a:lnTo>
                  <a:lnTo>
                    <a:pt x="58697" y="241291"/>
                  </a:lnTo>
                  <a:lnTo>
                    <a:pt x="58110" y="241431"/>
                  </a:lnTo>
                  <a:lnTo>
                    <a:pt x="57830" y="241399"/>
                  </a:lnTo>
                  <a:lnTo>
                    <a:pt x="57349" y="241376"/>
                  </a:lnTo>
                  <a:lnTo>
                    <a:pt x="56981" y="241337"/>
                  </a:lnTo>
                  <a:lnTo>
                    <a:pt x="56530" y="241965"/>
                  </a:lnTo>
                  <a:lnTo>
                    <a:pt x="56293" y="242287"/>
                  </a:lnTo>
                  <a:lnTo>
                    <a:pt x="55840" y="241776"/>
                  </a:lnTo>
                  <a:lnTo>
                    <a:pt x="55761" y="241614"/>
                  </a:lnTo>
                  <a:lnTo>
                    <a:pt x="55667" y="241290"/>
                  </a:lnTo>
                  <a:lnTo>
                    <a:pt x="55395" y="240862"/>
                  </a:lnTo>
                  <a:lnTo>
                    <a:pt x="54940" y="240141"/>
                  </a:lnTo>
                  <a:lnTo>
                    <a:pt x="54781" y="240074"/>
                  </a:lnTo>
                  <a:lnTo>
                    <a:pt x="54497" y="240069"/>
                  </a:lnTo>
                  <a:lnTo>
                    <a:pt x="54551" y="239844"/>
                  </a:lnTo>
                  <a:lnTo>
                    <a:pt x="54565" y="239677"/>
                  </a:lnTo>
                  <a:lnTo>
                    <a:pt x="54495" y="239463"/>
                  </a:lnTo>
                  <a:lnTo>
                    <a:pt x="54399" y="239160"/>
                  </a:lnTo>
                  <a:lnTo>
                    <a:pt x="54254" y="239074"/>
                  </a:lnTo>
                  <a:lnTo>
                    <a:pt x="53999" y="238960"/>
                  </a:lnTo>
                  <a:lnTo>
                    <a:pt x="53866" y="238936"/>
                  </a:lnTo>
                  <a:lnTo>
                    <a:pt x="53628" y="238810"/>
                  </a:lnTo>
                  <a:lnTo>
                    <a:pt x="53630" y="238657"/>
                  </a:lnTo>
                  <a:lnTo>
                    <a:pt x="53703" y="238341"/>
                  </a:lnTo>
                  <a:lnTo>
                    <a:pt x="53543" y="238095"/>
                  </a:lnTo>
                  <a:lnTo>
                    <a:pt x="52786" y="238029"/>
                  </a:lnTo>
                  <a:lnTo>
                    <a:pt x="52637" y="237896"/>
                  </a:lnTo>
                  <a:lnTo>
                    <a:pt x="52241" y="237696"/>
                  </a:lnTo>
                  <a:lnTo>
                    <a:pt x="52041" y="237713"/>
                  </a:lnTo>
                  <a:lnTo>
                    <a:pt x="51772" y="237743"/>
                  </a:lnTo>
                  <a:lnTo>
                    <a:pt x="51696" y="237587"/>
                  </a:lnTo>
                  <a:lnTo>
                    <a:pt x="51675" y="237359"/>
                  </a:lnTo>
                  <a:lnTo>
                    <a:pt x="51256" y="237235"/>
                  </a:lnTo>
                  <a:lnTo>
                    <a:pt x="51056" y="237251"/>
                  </a:lnTo>
                  <a:lnTo>
                    <a:pt x="51011" y="237517"/>
                  </a:lnTo>
                  <a:lnTo>
                    <a:pt x="51005" y="237666"/>
                  </a:lnTo>
                  <a:lnTo>
                    <a:pt x="50982" y="238023"/>
                  </a:lnTo>
                  <a:lnTo>
                    <a:pt x="50896" y="238160"/>
                  </a:lnTo>
                  <a:lnTo>
                    <a:pt x="50835" y="238335"/>
                  </a:lnTo>
                  <a:lnTo>
                    <a:pt x="50785" y="238512"/>
                  </a:lnTo>
                  <a:lnTo>
                    <a:pt x="50389" y="238886"/>
                  </a:lnTo>
                  <a:lnTo>
                    <a:pt x="50234" y="238888"/>
                  </a:lnTo>
                  <a:lnTo>
                    <a:pt x="49930" y="239080"/>
                  </a:lnTo>
                  <a:lnTo>
                    <a:pt x="49732" y="239264"/>
                  </a:lnTo>
                  <a:lnTo>
                    <a:pt x="49474" y="239506"/>
                  </a:lnTo>
                  <a:lnTo>
                    <a:pt x="49499" y="239677"/>
                  </a:lnTo>
                  <a:lnTo>
                    <a:pt x="49174" y="239768"/>
                  </a:lnTo>
                  <a:lnTo>
                    <a:pt x="49153" y="239926"/>
                  </a:lnTo>
                  <a:lnTo>
                    <a:pt x="49257" y="240133"/>
                  </a:lnTo>
                  <a:lnTo>
                    <a:pt x="49207" y="240262"/>
                  </a:lnTo>
                  <a:lnTo>
                    <a:pt x="49070" y="240504"/>
                  </a:lnTo>
                  <a:lnTo>
                    <a:pt x="48668" y="240592"/>
                  </a:lnTo>
                  <a:lnTo>
                    <a:pt x="48473" y="240316"/>
                  </a:lnTo>
                  <a:lnTo>
                    <a:pt x="48149" y="239996"/>
                  </a:lnTo>
                  <a:lnTo>
                    <a:pt x="47883" y="239833"/>
                  </a:lnTo>
                  <a:lnTo>
                    <a:pt x="47683" y="239814"/>
                  </a:lnTo>
                  <a:lnTo>
                    <a:pt x="47564" y="239686"/>
                  </a:lnTo>
                  <a:lnTo>
                    <a:pt x="47682" y="239424"/>
                  </a:lnTo>
                  <a:lnTo>
                    <a:pt x="47580" y="239226"/>
                  </a:lnTo>
                  <a:lnTo>
                    <a:pt x="47265" y="238852"/>
                  </a:lnTo>
                  <a:lnTo>
                    <a:pt x="47336" y="238704"/>
                  </a:lnTo>
                  <a:lnTo>
                    <a:pt x="47055" y="238460"/>
                  </a:lnTo>
                  <a:lnTo>
                    <a:pt x="46843" y="238279"/>
                  </a:lnTo>
                  <a:lnTo>
                    <a:pt x="46978" y="237727"/>
                  </a:lnTo>
                  <a:lnTo>
                    <a:pt x="47013" y="237281"/>
                  </a:lnTo>
                  <a:lnTo>
                    <a:pt x="47100" y="236925"/>
                  </a:lnTo>
                  <a:lnTo>
                    <a:pt x="47015" y="236636"/>
                  </a:lnTo>
                  <a:lnTo>
                    <a:pt x="46674" y="236152"/>
                  </a:lnTo>
                  <a:lnTo>
                    <a:pt x="46311" y="235527"/>
                  </a:lnTo>
                  <a:lnTo>
                    <a:pt x="46116" y="235238"/>
                  </a:lnTo>
                  <a:lnTo>
                    <a:pt x="45785" y="235194"/>
                  </a:lnTo>
                  <a:lnTo>
                    <a:pt x="45414" y="235273"/>
                  </a:lnTo>
                  <a:lnTo>
                    <a:pt x="45256" y="235231"/>
                  </a:lnTo>
                  <a:lnTo>
                    <a:pt x="44876" y="235133"/>
                  </a:lnTo>
                  <a:lnTo>
                    <a:pt x="44755" y="235267"/>
                  </a:lnTo>
                  <a:lnTo>
                    <a:pt x="44475" y="235370"/>
                  </a:lnTo>
                  <a:lnTo>
                    <a:pt x="44169" y="234782"/>
                  </a:lnTo>
                  <a:lnTo>
                    <a:pt x="43796" y="234589"/>
                  </a:lnTo>
                  <a:lnTo>
                    <a:pt x="43778" y="234372"/>
                  </a:lnTo>
                  <a:lnTo>
                    <a:pt x="43848" y="234167"/>
                  </a:lnTo>
                  <a:lnTo>
                    <a:pt x="43924" y="233939"/>
                  </a:lnTo>
                  <a:lnTo>
                    <a:pt x="43913" y="233527"/>
                  </a:lnTo>
                  <a:lnTo>
                    <a:pt x="44063" y="233405"/>
                  </a:lnTo>
                  <a:lnTo>
                    <a:pt x="44117" y="233204"/>
                  </a:lnTo>
                  <a:lnTo>
                    <a:pt x="43936" y="232920"/>
                  </a:lnTo>
                  <a:lnTo>
                    <a:pt x="43878" y="233093"/>
                  </a:lnTo>
                  <a:lnTo>
                    <a:pt x="43621" y="233215"/>
                  </a:lnTo>
                  <a:lnTo>
                    <a:pt x="43496" y="233083"/>
                  </a:lnTo>
                  <a:lnTo>
                    <a:pt x="43410" y="232891"/>
                  </a:lnTo>
                  <a:lnTo>
                    <a:pt x="43397" y="232487"/>
                  </a:lnTo>
                  <a:lnTo>
                    <a:pt x="43365" y="232085"/>
                  </a:lnTo>
                  <a:lnTo>
                    <a:pt x="43055" y="231707"/>
                  </a:lnTo>
                  <a:lnTo>
                    <a:pt x="42710" y="231721"/>
                  </a:lnTo>
                  <a:lnTo>
                    <a:pt x="42336" y="231590"/>
                  </a:lnTo>
                  <a:lnTo>
                    <a:pt x="42241" y="231738"/>
                  </a:lnTo>
                  <a:lnTo>
                    <a:pt x="42236" y="231966"/>
                  </a:lnTo>
                  <a:lnTo>
                    <a:pt x="41773" y="232057"/>
                  </a:lnTo>
                  <a:lnTo>
                    <a:pt x="41257" y="231916"/>
                  </a:lnTo>
                  <a:lnTo>
                    <a:pt x="41036" y="231855"/>
                  </a:lnTo>
                  <a:lnTo>
                    <a:pt x="40823" y="231427"/>
                  </a:lnTo>
                  <a:lnTo>
                    <a:pt x="40881" y="231096"/>
                  </a:lnTo>
                  <a:lnTo>
                    <a:pt x="40812" y="230844"/>
                  </a:lnTo>
                  <a:lnTo>
                    <a:pt x="40910" y="230501"/>
                  </a:lnTo>
                  <a:lnTo>
                    <a:pt x="41098" y="230093"/>
                  </a:lnTo>
                  <a:lnTo>
                    <a:pt x="41298" y="229966"/>
                  </a:lnTo>
                  <a:lnTo>
                    <a:pt x="41078" y="229553"/>
                  </a:lnTo>
                  <a:lnTo>
                    <a:pt x="40817" y="229401"/>
                  </a:lnTo>
                  <a:lnTo>
                    <a:pt x="40985" y="228334"/>
                  </a:lnTo>
                  <a:lnTo>
                    <a:pt x="41024" y="227818"/>
                  </a:lnTo>
                  <a:lnTo>
                    <a:pt x="41155" y="227182"/>
                  </a:lnTo>
                  <a:lnTo>
                    <a:pt x="40900" y="226739"/>
                  </a:lnTo>
                  <a:lnTo>
                    <a:pt x="40917" y="226577"/>
                  </a:lnTo>
                  <a:lnTo>
                    <a:pt x="40761" y="224968"/>
                  </a:lnTo>
                  <a:lnTo>
                    <a:pt x="41452" y="224399"/>
                  </a:lnTo>
                  <a:lnTo>
                    <a:pt x="42415" y="223643"/>
                  </a:lnTo>
                  <a:lnTo>
                    <a:pt x="42468" y="223407"/>
                  </a:lnTo>
                  <a:lnTo>
                    <a:pt x="42565" y="223236"/>
                  </a:lnTo>
                  <a:lnTo>
                    <a:pt x="42723" y="222984"/>
                  </a:lnTo>
                  <a:lnTo>
                    <a:pt x="43158" y="221543"/>
                  </a:lnTo>
                  <a:lnTo>
                    <a:pt x="44430" y="220424"/>
                  </a:lnTo>
                  <a:lnTo>
                    <a:pt x="44766" y="220330"/>
                  </a:lnTo>
                  <a:lnTo>
                    <a:pt x="45084" y="219826"/>
                  </a:lnTo>
                  <a:lnTo>
                    <a:pt x="44956" y="219365"/>
                  </a:lnTo>
                  <a:lnTo>
                    <a:pt x="44835" y="219213"/>
                  </a:lnTo>
                  <a:lnTo>
                    <a:pt x="44917" y="218433"/>
                  </a:lnTo>
                  <a:lnTo>
                    <a:pt x="46127" y="216722"/>
                  </a:lnTo>
                  <a:lnTo>
                    <a:pt x="46499" y="216232"/>
                  </a:lnTo>
                  <a:lnTo>
                    <a:pt x="46656" y="216284"/>
                  </a:lnTo>
                  <a:lnTo>
                    <a:pt x="47002" y="216351"/>
                  </a:lnTo>
                  <a:lnTo>
                    <a:pt x="47591" y="216352"/>
                  </a:lnTo>
                  <a:lnTo>
                    <a:pt x="47629" y="216145"/>
                  </a:lnTo>
                  <a:lnTo>
                    <a:pt x="47806" y="216015"/>
                  </a:lnTo>
                  <a:lnTo>
                    <a:pt x="48335" y="215842"/>
                  </a:lnTo>
                  <a:lnTo>
                    <a:pt x="48466" y="215740"/>
                  </a:lnTo>
                  <a:lnTo>
                    <a:pt x="48594" y="215728"/>
                  </a:lnTo>
                  <a:lnTo>
                    <a:pt x="48987" y="215186"/>
                  </a:lnTo>
                  <a:lnTo>
                    <a:pt x="49239" y="214981"/>
                  </a:lnTo>
                  <a:lnTo>
                    <a:pt x="49956" y="214548"/>
                  </a:lnTo>
                  <a:lnTo>
                    <a:pt x="50331" y="214287"/>
                  </a:lnTo>
                  <a:lnTo>
                    <a:pt x="50849" y="213714"/>
                  </a:lnTo>
                  <a:lnTo>
                    <a:pt x="51047" y="213702"/>
                  </a:lnTo>
                  <a:lnTo>
                    <a:pt x="52167" y="213021"/>
                  </a:lnTo>
                  <a:lnTo>
                    <a:pt x="52529" y="212794"/>
                  </a:lnTo>
                  <a:lnTo>
                    <a:pt x="53257" y="213290"/>
                  </a:lnTo>
                  <a:lnTo>
                    <a:pt x="53441" y="213169"/>
                  </a:lnTo>
                  <a:lnTo>
                    <a:pt x="54259" y="213463"/>
                  </a:lnTo>
                  <a:lnTo>
                    <a:pt x="54346" y="213208"/>
                  </a:lnTo>
                  <a:lnTo>
                    <a:pt x="54483" y="213119"/>
                  </a:lnTo>
                  <a:lnTo>
                    <a:pt x="54904" y="212612"/>
                  </a:lnTo>
                  <a:lnTo>
                    <a:pt x="56012" y="212530"/>
                  </a:lnTo>
                  <a:lnTo>
                    <a:pt x="56147" y="212584"/>
                  </a:lnTo>
                  <a:lnTo>
                    <a:pt x="56332" y="212653"/>
                  </a:lnTo>
                  <a:lnTo>
                    <a:pt x="56900" y="213057"/>
                  </a:lnTo>
                  <a:lnTo>
                    <a:pt x="58681" y="212742"/>
                  </a:lnTo>
                  <a:lnTo>
                    <a:pt x="59115" y="212780"/>
                  </a:lnTo>
                  <a:lnTo>
                    <a:pt x="59353" y="213004"/>
                  </a:lnTo>
                  <a:lnTo>
                    <a:pt x="59810" y="212915"/>
                  </a:lnTo>
                  <a:lnTo>
                    <a:pt x="60197" y="212919"/>
                  </a:lnTo>
                  <a:lnTo>
                    <a:pt x="60591" y="212473"/>
                  </a:lnTo>
                  <a:lnTo>
                    <a:pt x="61323" y="212032"/>
                  </a:lnTo>
                  <a:lnTo>
                    <a:pt x="61398" y="211695"/>
                  </a:lnTo>
                  <a:lnTo>
                    <a:pt x="61466" y="211219"/>
                  </a:lnTo>
                  <a:lnTo>
                    <a:pt x="61425" y="210934"/>
                  </a:lnTo>
                  <a:lnTo>
                    <a:pt x="61234" y="210751"/>
                  </a:lnTo>
                  <a:lnTo>
                    <a:pt x="60974" y="210591"/>
                  </a:lnTo>
                  <a:lnTo>
                    <a:pt x="60617" y="210263"/>
                  </a:lnTo>
                  <a:lnTo>
                    <a:pt x="60616" y="210120"/>
                  </a:lnTo>
                  <a:lnTo>
                    <a:pt x="60729" y="209517"/>
                  </a:lnTo>
                  <a:lnTo>
                    <a:pt x="60712" y="209025"/>
                  </a:lnTo>
                  <a:lnTo>
                    <a:pt x="60735" y="208782"/>
                  </a:lnTo>
                  <a:lnTo>
                    <a:pt x="60936" y="208257"/>
                  </a:lnTo>
                  <a:lnTo>
                    <a:pt x="61586" y="206337"/>
                  </a:lnTo>
                  <a:lnTo>
                    <a:pt x="61440" y="205709"/>
                  </a:lnTo>
                  <a:lnTo>
                    <a:pt x="61273" y="205483"/>
                  </a:lnTo>
                  <a:lnTo>
                    <a:pt x="61225" y="205259"/>
                  </a:lnTo>
                  <a:lnTo>
                    <a:pt x="61416" y="204968"/>
                  </a:lnTo>
                  <a:lnTo>
                    <a:pt x="61724" y="204057"/>
                  </a:lnTo>
                  <a:lnTo>
                    <a:pt x="62188" y="203141"/>
                  </a:lnTo>
                  <a:lnTo>
                    <a:pt x="62041" y="202941"/>
                  </a:lnTo>
                  <a:lnTo>
                    <a:pt x="61944" y="202751"/>
                  </a:lnTo>
                  <a:lnTo>
                    <a:pt x="61985" y="202210"/>
                  </a:lnTo>
                  <a:lnTo>
                    <a:pt x="61777" y="202052"/>
                  </a:lnTo>
                  <a:lnTo>
                    <a:pt x="61808" y="201196"/>
                  </a:lnTo>
                  <a:lnTo>
                    <a:pt x="61974" y="200555"/>
                  </a:lnTo>
                  <a:lnTo>
                    <a:pt x="62187" y="200524"/>
                  </a:lnTo>
                  <a:lnTo>
                    <a:pt x="62352" y="200243"/>
                  </a:lnTo>
                  <a:lnTo>
                    <a:pt x="62107" y="199238"/>
                  </a:lnTo>
                  <a:lnTo>
                    <a:pt x="62308" y="197289"/>
                  </a:lnTo>
                  <a:lnTo>
                    <a:pt x="62382" y="196949"/>
                  </a:lnTo>
                  <a:lnTo>
                    <a:pt x="62401" y="196679"/>
                  </a:lnTo>
                  <a:lnTo>
                    <a:pt x="62303" y="196417"/>
                  </a:lnTo>
                  <a:lnTo>
                    <a:pt x="62379" y="195895"/>
                  </a:lnTo>
                  <a:lnTo>
                    <a:pt x="62344" y="195741"/>
                  </a:lnTo>
                  <a:lnTo>
                    <a:pt x="62145" y="195358"/>
                  </a:lnTo>
                  <a:lnTo>
                    <a:pt x="62204" y="195150"/>
                  </a:lnTo>
                  <a:lnTo>
                    <a:pt x="61985" y="194920"/>
                  </a:lnTo>
                  <a:lnTo>
                    <a:pt x="61832" y="194814"/>
                  </a:lnTo>
                  <a:lnTo>
                    <a:pt x="61718" y="194121"/>
                  </a:lnTo>
                  <a:lnTo>
                    <a:pt x="61626" y="193882"/>
                  </a:lnTo>
                  <a:lnTo>
                    <a:pt x="61477" y="193418"/>
                  </a:lnTo>
                  <a:lnTo>
                    <a:pt x="61391" y="192881"/>
                  </a:lnTo>
                  <a:lnTo>
                    <a:pt x="61438" y="192645"/>
                  </a:lnTo>
                  <a:lnTo>
                    <a:pt x="61437" y="192274"/>
                  </a:lnTo>
                  <a:lnTo>
                    <a:pt x="61420" y="192053"/>
                  </a:lnTo>
                  <a:lnTo>
                    <a:pt x="61666" y="191610"/>
                  </a:lnTo>
                  <a:lnTo>
                    <a:pt x="61785" y="191386"/>
                  </a:lnTo>
                  <a:lnTo>
                    <a:pt x="61734" y="191189"/>
                  </a:lnTo>
                  <a:lnTo>
                    <a:pt x="61559" y="190975"/>
                  </a:lnTo>
                  <a:lnTo>
                    <a:pt x="61325" y="190517"/>
                  </a:lnTo>
                  <a:lnTo>
                    <a:pt x="61183" y="189966"/>
                  </a:lnTo>
                  <a:lnTo>
                    <a:pt x="61073" y="189079"/>
                  </a:lnTo>
                  <a:lnTo>
                    <a:pt x="61217" y="188789"/>
                  </a:lnTo>
                  <a:lnTo>
                    <a:pt x="61021" y="188229"/>
                  </a:lnTo>
                  <a:lnTo>
                    <a:pt x="60918" y="188096"/>
                  </a:lnTo>
                  <a:lnTo>
                    <a:pt x="60790" y="187820"/>
                  </a:lnTo>
                  <a:lnTo>
                    <a:pt x="60830" y="187453"/>
                  </a:lnTo>
                  <a:lnTo>
                    <a:pt x="60805" y="187064"/>
                  </a:lnTo>
                  <a:lnTo>
                    <a:pt x="60825" y="186589"/>
                  </a:lnTo>
                  <a:lnTo>
                    <a:pt x="60847" y="186355"/>
                  </a:lnTo>
                  <a:lnTo>
                    <a:pt x="60851" y="186152"/>
                  </a:lnTo>
                  <a:lnTo>
                    <a:pt x="60775" y="185751"/>
                  </a:lnTo>
                  <a:lnTo>
                    <a:pt x="60489" y="185027"/>
                  </a:lnTo>
                  <a:lnTo>
                    <a:pt x="60149" y="184137"/>
                  </a:lnTo>
                  <a:lnTo>
                    <a:pt x="60248" y="183542"/>
                  </a:lnTo>
                  <a:lnTo>
                    <a:pt x="60295" y="183233"/>
                  </a:lnTo>
                  <a:lnTo>
                    <a:pt x="59816" y="182986"/>
                  </a:lnTo>
                  <a:lnTo>
                    <a:pt x="59580" y="182712"/>
                  </a:lnTo>
                  <a:lnTo>
                    <a:pt x="60176" y="182180"/>
                  </a:lnTo>
                  <a:lnTo>
                    <a:pt x="59729" y="180937"/>
                  </a:lnTo>
                  <a:lnTo>
                    <a:pt x="59414" y="180943"/>
                  </a:lnTo>
                  <a:lnTo>
                    <a:pt x="59201" y="180407"/>
                  </a:lnTo>
                  <a:lnTo>
                    <a:pt x="60021" y="179275"/>
                  </a:lnTo>
                  <a:lnTo>
                    <a:pt x="60356" y="179050"/>
                  </a:lnTo>
                  <a:lnTo>
                    <a:pt x="60509" y="178954"/>
                  </a:lnTo>
                  <a:lnTo>
                    <a:pt x="61768" y="178302"/>
                  </a:lnTo>
                  <a:lnTo>
                    <a:pt x="61367" y="177777"/>
                  </a:lnTo>
                  <a:lnTo>
                    <a:pt x="60367" y="178278"/>
                  </a:lnTo>
                  <a:lnTo>
                    <a:pt x="60069" y="178663"/>
                  </a:lnTo>
                  <a:lnTo>
                    <a:pt x="59533" y="179373"/>
                  </a:lnTo>
                  <a:lnTo>
                    <a:pt x="58521" y="180152"/>
                  </a:lnTo>
                  <a:lnTo>
                    <a:pt x="58496" y="180558"/>
                  </a:lnTo>
                  <a:lnTo>
                    <a:pt x="58578" y="180814"/>
                  </a:lnTo>
                  <a:lnTo>
                    <a:pt x="58510" y="181172"/>
                  </a:lnTo>
                  <a:lnTo>
                    <a:pt x="57705" y="181391"/>
                  </a:lnTo>
                  <a:lnTo>
                    <a:pt x="57564" y="181502"/>
                  </a:lnTo>
                  <a:lnTo>
                    <a:pt x="57415" y="181608"/>
                  </a:lnTo>
                  <a:lnTo>
                    <a:pt x="57282" y="181704"/>
                  </a:lnTo>
                  <a:lnTo>
                    <a:pt x="57084" y="181935"/>
                  </a:lnTo>
                  <a:lnTo>
                    <a:pt x="56876" y="182205"/>
                  </a:lnTo>
                  <a:lnTo>
                    <a:pt x="56428" y="182387"/>
                  </a:lnTo>
                  <a:lnTo>
                    <a:pt x="56533" y="181992"/>
                  </a:lnTo>
                  <a:lnTo>
                    <a:pt x="56442" y="181617"/>
                  </a:lnTo>
                  <a:lnTo>
                    <a:pt x="56358" y="181481"/>
                  </a:lnTo>
                  <a:lnTo>
                    <a:pt x="56157" y="181200"/>
                  </a:lnTo>
                  <a:lnTo>
                    <a:pt x="55213" y="182115"/>
                  </a:lnTo>
                  <a:lnTo>
                    <a:pt x="54824" y="182237"/>
                  </a:lnTo>
                  <a:lnTo>
                    <a:pt x="54683" y="182166"/>
                  </a:lnTo>
                  <a:lnTo>
                    <a:pt x="54077" y="181898"/>
                  </a:lnTo>
                  <a:lnTo>
                    <a:pt x="53690" y="181681"/>
                  </a:lnTo>
                  <a:lnTo>
                    <a:pt x="52622" y="182616"/>
                  </a:lnTo>
                  <a:lnTo>
                    <a:pt x="52460" y="183453"/>
                  </a:lnTo>
                  <a:lnTo>
                    <a:pt x="52430" y="183774"/>
                  </a:lnTo>
                  <a:lnTo>
                    <a:pt x="52059" y="184874"/>
                  </a:lnTo>
                  <a:lnTo>
                    <a:pt x="51436" y="185028"/>
                  </a:lnTo>
                  <a:lnTo>
                    <a:pt x="51484" y="184712"/>
                  </a:lnTo>
                  <a:lnTo>
                    <a:pt x="50865" y="184950"/>
                  </a:lnTo>
                  <a:lnTo>
                    <a:pt x="48217" y="185178"/>
                  </a:lnTo>
                  <a:lnTo>
                    <a:pt x="47840" y="184561"/>
                  </a:lnTo>
                  <a:lnTo>
                    <a:pt x="47211" y="184393"/>
                  </a:lnTo>
                  <a:lnTo>
                    <a:pt x="47109" y="184171"/>
                  </a:lnTo>
                  <a:lnTo>
                    <a:pt x="45958" y="183131"/>
                  </a:lnTo>
                  <a:lnTo>
                    <a:pt x="45902" y="182890"/>
                  </a:lnTo>
                  <a:lnTo>
                    <a:pt x="45853" y="182758"/>
                  </a:lnTo>
                  <a:lnTo>
                    <a:pt x="45722" y="182396"/>
                  </a:lnTo>
                  <a:lnTo>
                    <a:pt x="45595" y="182048"/>
                  </a:lnTo>
                  <a:lnTo>
                    <a:pt x="45518" y="181850"/>
                  </a:lnTo>
                  <a:lnTo>
                    <a:pt x="45012" y="181269"/>
                  </a:lnTo>
                  <a:lnTo>
                    <a:pt x="44064" y="180280"/>
                  </a:lnTo>
                  <a:lnTo>
                    <a:pt x="43544" y="180025"/>
                  </a:lnTo>
                  <a:lnTo>
                    <a:pt x="43359" y="179910"/>
                  </a:lnTo>
                  <a:lnTo>
                    <a:pt x="43139" y="179064"/>
                  </a:lnTo>
                  <a:lnTo>
                    <a:pt x="42767" y="178896"/>
                  </a:lnTo>
                  <a:lnTo>
                    <a:pt x="42384" y="178912"/>
                  </a:lnTo>
                  <a:lnTo>
                    <a:pt x="42075" y="178541"/>
                  </a:lnTo>
                  <a:lnTo>
                    <a:pt x="42076" y="178300"/>
                  </a:lnTo>
                  <a:lnTo>
                    <a:pt x="41529" y="178000"/>
                  </a:lnTo>
                  <a:lnTo>
                    <a:pt x="41164" y="178088"/>
                  </a:lnTo>
                  <a:lnTo>
                    <a:pt x="40837" y="178142"/>
                  </a:lnTo>
                  <a:lnTo>
                    <a:pt x="39414" y="178399"/>
                  </a:lnTo>
                  <a:lnTo>
                    <a:pt x="38963" y="178483"/>
                  </a:lnTo>
                  <a:lnTo>
                    <a:pt x="38538" y="178821"/>
                  </a:lnTo>
                  <a:lnTo>
                    <a:pt x="37824" y="178773"/>
                  </a:lnTo>
                  <a:lnTo>
                    <a:pt x="37591" y="178418"/>
                  </a:lnTo>
                  <a:lnTo>
                    <a:pt x="37719" y="178206"/>
                  </a:lnTo>
                  <a:lnTo>
                    <a:pt x="37734" y="177318"/>
                  </a:lnTo>
                  <a:lnTo>
                    <a:pt x="36991" y="177188"/>
                  </a:lnTo>
                  <a:lnTo>
                    <a:pt x="36889" y="177540"/>
                  </a:lnTo>
                  <a:lnTo>
                    <a:pt x="36258" y="177682"/>
                  </a:lnTo>
                  <a:lnTo>
                    <a:pt x="34894" y="177217"/>
                  </a:lnTo>
                  <a:lnTo>
                    <a:pt x="34151" y="177120"/>
                  </a:lnTo>
                  <a:lnTo>
                    <a:pt x="33542" y="176676"/>
                  </a:lnTo>
                  <a:lnTo>
                    <a:pt x="33916" y="176451"/>
                  </a:lnTo>
                  <a:lnTo>
                    <a:pt x="34043" y="176114"/>
                  </a:lnTo>
                  <a:lnTo>
                    <a:pt x="33994" y="175603"/>
                  </a:lnTo>
                  <a:lnTo>
                    <a:pt x="33639" y="175383"/>
                  </a:lnTo>
                  <a:lnTo>
                    <a:pt x="33690" y="174875"/>
                  </a:lnTo>
                  <a:lnTo>
                    <a:pt x="33822" y="174694"/>
                  </a:lnTo>
                  <a:lnTo>
                    <a:pt x="34007" y="174423"/>
                  </a:lnTo>
                  <a:lnTo>
                    <a:pt x="34089" y="174142"/>
                  </a:lnTo>
                  <a:lnTo>
                    <a:pt x="34052" y="173785"/>
                  </a:lnTo>
                  <a:lnTo>
                    <a:pt x="33738" y="173698"/>
                  </a:lnTo>
                  <a:lnTo>
                    <a:pt x="33534" y="173846"/>
                  </a:lnTo>
                  <a:lnTo>
                    <a:pt x="33304" y="174061"/>
                  </a:lnTo>
                  <a:lnTo>
                    <a:pt x="33276" y="173671"/>
                  </a:lnTo>
                  <a:lnTo>
                    <a:pt x="33282" y="173356"/>
                  </a:lnTo>
                  <a:lnTo>
                    <a:pt x="33095" y="173377"/>
                  </a:lnTo>
                  <a:lnTo>
                    <a:pt x="33082" y="173145"/>
                  </a:lnTo>
                  <a:lnTo>
                    <a:pt x="33097" y="172534"/>
                  </a:lnTo>
                  <a:lnTo>
                    <a:pt x="33256" y="171446"/>
                  </a:lnTo>
                  <a:lnTo>
                    <a:pt x="33077" y="171267"/>
                  </a:lnTo>
                  <a:lnTo>
                    <a:pt x="33002" y="170899"/>
                  </a:lnTo>
                  <a:lnTo>
                    <a:pt x="32996" y="170635"/>
                  </a:lnTo>
                  <a:lnTo>
                    <a:pt x="33150" y="170561"/>
                  </a:lnTo>
                  <a:lnTo>
                    <a:pt x="33338" y="170001"/>
                  </a:lnTo>
                  <a:lnTo>
                    <a:pt x="33131" y="168859"/>
                  </a:lnTo>
                  <a:lnTo>
                    <a:pt x="33145" y="168640"/>
                  </a:lnTo>
                  <a:lnTo>
                    <a:pt x="33624" y="168639"/>
                  </a:lnTo>
                  <a:lnTo>
                    <a:pt x="33872" y="168758"/>
                  </a:lnTo>
                  <a:lnTo>
                    <a:pt x="34352" y="168650"/>
                  </a:lnTo>
                  <a:lnTo>
                    <a:pt x="34356" y="168489"/>
                  </a:lnTo>
                  <a:lnTo>
                    <a:pt x="34319" y="168250"/>
                  </a:lnTo>
                  <a:lnTo>
                    <a:pt x="33876" y="168068"/>
                  </a:lnTo>
                  <a:lnTo>
                    <a:pt x="33674" y="167960"/>
                  </a:lnTo>
                  <a:lnTo>
                    <a:pt x="33485" y="167745"/>
                  </a:lnTo>
                  <a:lnTo>
                    <a:pt x="33499" y="167432"/>
                  </a:lnTo>
                  <a:lnTo>
                    <a:pt x="33596" y="167290"/>
                  </a:lnTo>
                  <a:lnTo>
                    <a:pt x="33729" y="166945"/>
                  </a:lnTo>
                  <a:lnTo>
                    <a:pt x="33397" y="166576"/>
                  </a:lnTo>
                  <a:lnTo>
                    <a:pt x="33429" y="166369"/>
                  </a:lnTo>
                  <a:lnTo>
                    <a:pt x="33512" y="166230"/>
                  </a:lnTo>
                  <a:lnTo>
                    <a:pt x="33885" y="166287"/>
                  </a:lnTo>
                  <a:lnTo>
                    <a:pt x="34020" y="166033"/>
                  </a:lnTo>
                  <a:lnTo>
                    <a:pt x="33755" y="165579"/>
                  </a:lnTo>
                  <a:lnTo>
                    <a:pt x="33561" y="165557"/>
                  </a:lnTo>
                  <a:lnTo>
                    <a:pt x="33404" y="165571"/>
                  </a:lnTo>
                  <a:lnTo>
                    <a:pt x="32780" y="165552"/>
                  </a:lnTo>
                  <a:lnTo>
                    <a:pt x="32651" y="165499"/>
                  </a:lnTo>
                  <a:lnTo>
                    <a:pt x="32490" y="165431"/>
                  </a:lnTo>
                  <a:lnTo>
                    <a:pt x="32266" y="165263"/>
                  </a:lnTo>
                  <a:lnTo>
                    <a:pt x="32129" y="165143"/>
                  </a:lnTo>
                  <a:lnTo>
                    <a:pt x="32172" y="164890"/>
                  </a:lnTo>
                  <a:lnTo>
                    <a:pt x="31754" y="164458"/>
                  </a:lnTo>
                  <a:lnTo>
                    <a:pt x="31704" y="164208"/>
                  </a:lnTo>
                  <a:lnTo>
                    <a:pt x="31656" y="163922"/>
                  </a:lnTo>
                  <a:lnTo>
                    <a:pt x="31272" y="163724"/>
                  </a:lnTo>
                  <a:lnTo>
                    <a:pt x="30784" y="163705"/>
                  </a:lnTo>
                  <a:lnTo>
                    <a:pt x="30328" y="163868"/>
                  </a:lnTo>
                  <a:lnTo>
                    <a:pt x="29963" y="163894"/>
                  </a:lnTo>
                  <a:lnTo>
                    <a:pt x="29672" y="163654"/>
                  </a:lnTo>
                  <a:lnTo>
                    <a:pt x="29519" y="163570"/>
                  </a:lnTo>
                  <a:lnTo>
                    <a:pt x="29361" y="163543"/>
                  </a:lnTo>
                  <a:lnTo>
                    <a:pt x="29046" y="163516"/>
                  </a:lnTo>
                  <a:lnTo>
                    <a:pt x="28500" y="163553"/>
                  </a:lnTo>
                  <a:lnTo>
                    <a:pt x="27791" y="163392"/>
                  </a:lnTo>
                  <a:lnTo>
                    <a:pt x="27202" y="163462"/>
                  </a:lnTo>
                  <a:lnTo>
                    <a:pt x="27000" y="163157"/>
                  </a:lnTo>
                  <a:lnTo>
                    <a:pt x="27143" y="162954"/>
                  </a:lnTo>
                  <a:lnTo>
                    <a:pt x="27520" y="163009"/>
                  </a:lnTo>
                  <a:lnTo>
                    <a:pt x="27629" y="162791"/>
                  </a:lnTo>
                  <a:lnTo>
                    <a:pt x="27316" y="162266"/>
                  </a:lnTo>
                  <a:lnTo>
                    <a:pt x="26845" y="162222"/>
                  </a:lnTo>
                  <a:lnTo>
                    <a:pt x="26592" y="161929"/>
                  </a:lnTo>
                  <a:lnTo>
                    <a:pt x="26338" y="161907"/>
                  </a:lnTo>
                  <a:lnTo>
                    <a:pt x="25471" y="161917"/>
                  </a:lnTo>
                  <a:lnTo>
                    <a:pt x="24853" y="161954"/>
                  </a:lnTo>
                  <a:lnTo>
                    <a:pt x="24470" y="162156"/>
                  </a:lnTo>
                  <a:lnTo>
                    <a:pt x="24296" y="162208"/>
                  </a:lnTo>
                  <a:lnTo>
                    <a:pt x="24095" y="162229"/>
                  </a:lnTo>
                  <a:lnTo>
                    <a:pt x="23892" y="162161"/>
                  </a:lnTo>
                  <a:lnTo>
                    <a:pt x="23846" y="162030"/>
                  </a:lnTo>
                  <a:lnTo>
                    <a:pt x="23747" y="161742"/>
                  </a:lnTo>
                  <a:lnTo>
                    <a:pt x="23600" y="161372"/>
                  </a:lnTo>
                  <a:lnTo>
                    <a:pt x="23026" y="160678"/>
                  </a:lnTo>
                  <a:lnTo>
                    <a:pt x="22612" y="160569"/>
                  </a:lnTo>
                  <a:lnTo>
                    <a:pt x="22360" y="160584"/>
                  </a:lnTo>
                  <a:lnTo>
                    <a:pt x="22166" y="160562"/>
                  </a:lnTo>
                  <a:lnTo>
                    <a:pt x="21737" y="160307"/>
                  </a:lnTo>
                  <a:lnTo>
                    <a:pt x="21665" y="159794"/>
                  </a:lnTo>
                  <a:lnTo>
                    <a:pt x="21715" y="159622"/>
                  </a:lnTo>
                  <a:lnTo>
                    <a:pt x="22162" y="159419"/>
                  </a:lnTo>
                  <a:lnTo>
                    <a:pt x="22380" y="159309"/>
                  </a:lnTo>
                  <a:lnTo>
                    <a:pt x="22352" y="159154"/>
                  </a:lnTo>
                  <a:lnTo>
                    <a:pt x="22265" y="158863"/>
                  </a:lnTo>
                  <a:lnTo>
                    <a:pt x="22020" y="158388"/>
                  </a:lnTo>
                  <a:lnTo>
                    <a:pt x="22259" y="158436"/>
                  </a:lnTo>
                  <a:lnTo>
                    <a:pt x="22628" y="158516"/>
                  </a:lnTo>
                  <a:lnTo>
                    <a:pt x="22938" y="158576"/>
                  </a:lnTo>
                  <a:lnTo>
                    <a:pt x="23289" y="158536"/>
                  </a:lnTo>
                  <a:lnTo>
                    <a:pt x="23412" y="158394"/>
                  </a:lnTo>
                  <a:lnTo>
                    <a:pt x="23549" y="158176"/>
                  </a:lnTo>
                  <a:lnTo>
                    <a:pt x="23464" y="157936"/>
                  </a:lnTo>
                  <a:lnTo>
                    <a:pt x="23177" y="157684"/>
                  </a:lnTo>
                  <a:lnTo>
                    <a:pt x="23164" y="157298"/>
                  </a:lnTo>
                  <a:lnTo>
                    <a:pt x="23163" y="157103"/>
                  </a:lnTo>
                  <a:lnTo>
                    <a:pt x="23070" y="156351"/>
                  </a:lnTo>
                  <a:lnTo>
                    <a:pt x="22914" y="155711"/>
                  </a:lnTo>
                  <a:lnTo>
                    <a:pt x="22733" y="155576"/>
                  </a:lnTo>
                  <a:lnTo>
                    <a:pt x="22207" y="155582"/>
                  </a:lnTo>
                  <a:lnTo>
                    <a:pt x="22201" y="154889"/>
                  </a:lnTo>
                  <a:lnTo>
                    <a:pt x="22487" y="154510"/>
                  </a:lnTo>
                  <a:lnTo>
                    <a:pt x="22499" y="154249"/>
                  </a:lnTo>
                  <a:lnTo>
                    <a:pt x="22498" y="154101"/>
                  </a:lnTo>
                  <a:lnTo>
                    <a:pt x="22491" y="153938"/>
                  </a:lnTo>
                  <a:lnTo>
                    <a:pt x="22262" y="153742"/>
                  </a:lnTo>
                  <a:lnTo>
                    <a:pt x="22354" y="153613"/>
                  </a:lnTo>
                  <a:lnTo>
                    <a:pt x="22605" y="153307"/>
                  </a:lnTo>
                  <a:lnTo>
                    <a:pt x="22990" y="153254"/>
                  </a:lnTo>
                  <a:lnTo>
                    <a:pt x="23158" y="153233"/>
                  </a:lnTo>
                  <a:lnTo>
                    <a:pt x="23355" y="153199"/>
                  </a:lnTo>
                  <a:lnTo>
                    <a:pt x="23583" y="152975"/>
                  </a:lnTo>
                  <a:lnTo>
                    <a:pt x="23556" y="152512"/>
                  </a:lnTo>
                  <a:lnTo>
                    <a:pt x="24537" y="152701"/>
                  </a:lnTo>
                  <a:lnTo>
                    <a:pt x="24851" y="152765"/>
                  </a:lnTo>
                  <a:lnTo>
                    <a:pt x="25054" y="153167"/>
                  </a:lnTo>
                  <a:lnTo>
                    <a:pt x="24962" y="153483"/>
                  </a:lnTo>
                  <a:lnTo>
                    <a:pt x="25227" y="153766"/>
                  </a:lnTo>
                  <a:lnTo>
                    <a:pt x="25372" y="153853"/>
                  </a:lnTo>
                  <a:lnTo>
                    <a:pt x="25635" y="154000"/>
                  </a:lnTo>
                  <a:lnTo>
                    <a:pt x="25775" y="154222"/>
                  </a:lnTo>
                  <a:lnTo>
                    <a:pt x="25803" y="154437"/>
                  </a:lnTo>
                  <a:lnTo>
                    <a:pt x="25800" y="154708"/>
                  </a:lnTo>
                  <a:lnTo>
                    <a:pt x="25997" y="155007"/>
                  </a:lnTo>
                  <a:lnTo>
                    <a:pt x="26666" y="155110"/>
                  </a:lnTo>
                  <a:lnTo>
                    <a:pt x="26958" y="155418"/>
                  </a:lnTo>
                  <a:lnTo>
                    <a:pt x="27200" y="155451"/>
                  </a:lnTo>
                  <a:lnTo>
                    <a:pt x="27620" y="155493"/>
                  </a:lnTo>
                  <a:lnTo>
                    <a:pt x="27877" y="155222"/>
                  </a:lnTo>
                  <a:lnTo>
                    <a:pt x="28205" y="155202"/>
                  </a:lnTo>
                  <a:lnTo>
                    <a:pt x="28174" y="155374"/>
                  </a:lnTo>
                  <a:lnTo>
                    <a:pt x="28218" y="155517"/>
                  </a:lnTo>
                  <a:lnTo>
                    <a:pt x="28651" y="155691"/>
                  </a:lnTo>
                  <a:lnTo>
                    <a:pt x="28844" y="155484"/>
                  </a:lnTo>
                  <a:lnTo>
                    <a:pt x="29049" y="155455"/>
                  </a:lnTo>
                  <a:lnTo>
                    <a:pt x="29426" y="155427"/>
                  </a:lnTo>
                  <a:lnTo>
                    <a:pt x="29808" y="155654"/>
                  </a:lnTo>
                  <a:lnTo>
                    <a:pt x="30735" y="155991"/>
                  </a:lnTo>
                  <a:lnTo>
                    <a:pt x="30971" y="155844"/>
                  </a:lnTo>
                  <a:lnTo>
                    <a:pt x="31455" y="155729"/>
                  </a:lnTo>
                  <a:lnTo>
                    <a:pt x="31884" y="155792"/>
                  </a:lnTo>
                  <a:lnTo>
                    <a:pt x="32147" y="155807"/>
                  </a:lnTo>
                  <a:lnTo>
                    <a:pt x="32557" y="155485"/>
                  </a:lnTo>
                  <a:lnTo>
                    <a:pt x="32635" y="154848"/>
                  </a:lnTo>
                  <a:lnTo>
                    <a:pt x="32720" y="154613"/>
                  </a:lnTo>
                  <a:lnTo>
                    <a:pt x="32907" y="154422"/>
                  </a:lnTo>
                  <a:lnTo>
                    <a:pt x="33344" y="154212"/>
                  </a:lnTo>
                  <a:lnTo>
                    <a:pt x="34141" y="154158"/>
                  </a:lnTo>
                  <a:lnTo>
                    <a:pt x="35181" y="153799"/>
                  </a:lnTo>
                  <a:lnTo>
                    <a:pt x="35680" y="153408"/>
                  </a:lnTo>
                  <a:lnTo>
                    <a:pt x="36124" y="153447"/>
                  </a:lnTo>
                  <a:lnTo>
                    <a:pt x="36274" y="153422"/>
                  </a:lnTo>
                  <a:lnTo>
                    <a:pt x="36453" y="153290"/>
                  </a:lnTo>
                  <a:lnTo>
                    <a:pt x="36811" y="153208"/>
                  </a:lnTo>
                  <a:lnTo>
                    <a:pt x="37148" y="153428"/>
                  </a:lnTo>
                  <a:lnTo>
                    <a:pt x="37306" y="153037"/>
                  </a:lnTo>
                  <a:lnTo>
                    <a:pt x="37802" y="152963"/>
                  </a:lnTo>
                  <a:lnTo>
                    <a:pt x="37832" y="152767"/>
                  </a:lnTo>
                  <a:lnTo>
                    <a:pt x="37695" y="152193"/>
                  </a:lnTo>
                  <a:lnTo>
                    <a:pt x="37683" y="151827"/>
                  </a:lnTo>
                  <a:lnTo>
                    <a:pt x="37575" y="151234"/>
                  </a:lnTo>
                  <a:lnTo>
                    <a:pt x="37377" y="150916"/>
                  </a:lnTo>
                  <a:lnTo>
                    <a:pt x="37439" y="150690"/>
                  </a:lnTo>
                  <a:lnTo>
                    <a:pt x="37614" y="150379"/>
                  </a:lnTo>
                  <a:lnTo>
                    <a:pt x="38183" y="150313"/>
                  </a:lnTo>
                  <a:lnTo>
                    <a:pt x="38757" y="150024"/>
                  </a:lnTo>
                  <a:lnTo>
                    <a:pt x="38558" y="149781"/>
                  </a:lnTo>
                  <a:lnTo>
                    <a:pt x="38266" y="149672"/>
                  </a:lnTo>
                  <a:lnTo>
                    <a:pt x="38305" y="149513"/>
                  </a:lnTo>
                  <a:lnTo>
                    <a:pt x="38389" y="149378"/>
                  </a:lnTo>
                  <a:lnTo>
                    <a:pt x="38681" y="149277"/>
                  </a:lnTo>
                  <a:lnTo>
                    <a:pt x="38878" y="148751"/>
                  </a:lnTo>
                  <a:lnTo>
                    <a:pt x="38823" y="148592"/>
                  </a:lnTo>
                  <a:lnTo>
                    <a:pt x="38981" y="148140"/>
                  </a:lnTo>
                  <a:lnTo>
                    <a:pt x="39194" y="148014"/>
                  </a:lnTo>
                  <a:lnTo>
                    <a:pt x="39299" y="147626"/>
                  </a:lnTo>
                  <a:lnTo>
                    <a:pt x="39271" y="147384"/>
                  </a:lnTo>
                  <a:lnTo>
                    <a:pt x="39226" y="147198"/>
                  </a:lnTo>
                  <a:lnTo>
                    <a:pt x="39134" y="147006"/>
                  </a:lnTo>
                  <a:lnTo>
                    <a:pt x="39002" y="146853"/>
                  </a:lnTo>
                  <a:lnTo>
                    <a:pt x="39040" y="146453"/>
                  </a:lnTo>
                  <a:lnTo>
                    <a:pt x="39071" y="146246"/>
                  </a:lnTo>
                  <a:lnTo>
                    <a:pt x="39431" y="146094"/>
                  </a:lnTo>
                  <a:lnTo>
                    <a:pt x="40082" y="146230"/>
                  </a:lnTo>
                  <a:lnTo>
                    <a:pt x="40067" y="145952"/>
                  </a:lnTo>
                  <a:lnTo>
                    <a:pt x="40034" y="145516"/>
                  </a:lnTo>
                  <a:lnTo>
                    <a:pt x="40109" y="145034"/>
                  </a:lnTo>
                  <a:lnTo>
                    <a:pt x="40311" y="144732"/>
                  </a:lnTo>
                  <a:lnTo>
                    <a:pt x="40218" y="144399"/>
                  </a:lnTo>
                  <a:lnTo>
                    <a:pt x="39911" y="144397"/>
                  </a:lnTo>
                  <a:lnTo>
                    <a:pt x="39688" y="144326"/>
                  </a:lnTo>
                  <a:lnTo>
                    <a:pt x="39681" y="144197"/>
                  </a:lnTo>
                  <a:lnTo>
                    <a:pt x="39637" y="143963"/>
                  </a:lnTo>
                  <a:lnTo>
                    <a:pt x="39500" y="143679"/>
                  </a:lnTo>
                  <a:lnTo>
                    <a:pt x="39345" y="143491"/>
                  </a:lnTo>
                  <a:lnTo>
                    <a:pt x="39393" y="143200"/>
                  </a:lnTo>
                  <a:lnTo>
                    <a:pt x="39381" y="143011"/>
                  </a:lnTo>
                  <a:lnTo>
                    <a:pt x="38952" y="143173"/>
                  </a:lnTo>
                  <a:lnTo>
                    <a:pt x="38542" y="143339"/>
                  </a:lnTo>
                  <a:lnTo>
                    <a:pt x="38381" y="143247"/>
                  </a:lnTo>
                  <a:lnTo>
                    <a:pt x="38296" y="143054"/>
                  </a:lnTo>
                  <a:lnTo>
                    <a:pt x="38251" y="142924"/>
                  </a:lnTo>
                  <a:lnTo>
                    <a:pt x="38209" y="142252"/>
                  </a:lnTo>
                  <a:lnTo>
                    <a:pt x="38443" y="142162"/>
                  </a:lnTo>
                  <a:lnTo>
                    <a:pt x="38673" y="142077"/>
                  </a:lnTo>
                  <a:lnTo>
                    <a:pt x="38888" y="141686"/>
                  </a:lnTo>
                  <a:lnTo>
                    <a:pt x="38769" y="141421"/>
                  </a:lnTo>
                  <a:lnTo>
                    <a:pt x="38563" y="141374"/>
                  </a:lnTo>
                  <a:lnTo>
                    <a:pt x="38363" y="140823"/>
                  </a:lnTo>
                  <a:lnTo>
                    <a:pt x="38366" y="140575"/>
                  </a:lnTo>
                  <a:lnTo>
                    <a:pt x="38382" y="140286"/>
                  </a:lnTo>
                  <a:lnTo>
                    <a:pt x="38410" y="140081"/>
                  </a:lnTo>
                  <a:lnTo>
                    <a:pt x="38446" y="139844"/>
                  </a:lnTo>
                  <a:lnTo>
                    <a:pt x="38663" y="139349"/>
                  </a:lnTo>
                  <a:lnTo>
                    <a:pt x="39126" y="139729"/>
                  </a:lnTo>
                  <a:lnTo>
                    <a:pt x="39561" y="139765"/>
                  </a:lnTo>
                  <a:lnTo>
                    <a:pt x="39378" y="138936"/>
                  </a:lnTo>
                  <a:lnTo>
                    <a:pt x="39555" y="138751"/>
                  </a:lnTo>
                  <a:lnTo>
                    <a:pt x="39758" y="138410"/>
                  </a:lnTo>
                  <a:lnTo>
                    <a:pt x="39671" y="137912"/>
                  </a:lnTo>
                  <a:lnTo>
                    <a:pt x="39490" y="137230"/>
                  </a:lnTo>
                  <a:lnTo>
                    <a:pt x="39996" y="136954"/>
                  </a:lnTo>
                  <a:lnTo>
                    <a:pt x="40272" y="136372"/>
                  </a:lnTo>
                  <a:lnTo>
                    <a:pt x="40679" y="136642"/>
                  </a:lnTo>
                  <a:lnTo>
                    <a:pt x="41011" y="136861"/>
                  </a:lnTo>
                  <a:lnTo>
                    <a:pt x="41207" y="136991"/>
                  </a:lnTo>
                  <a:lnTo>
                    <a:pt x="41628" y="137122"/>
                  </a:lnTo>
                  <a:lnTo>
                    <a:pt x="41679" y="136960"/>
                  </a:lnTo>
                  <a:lnTo>
                    <a:pt x="41719" y="136545"/>
                  </a:lnTo>
                  <a:lnTo>
                    <a:pt x="41728" y="136249"/>
                  </a:lnTo>
                  <a:lnTo>
                    <a:pt x="41772" y="135901"/>
                  </a:lnTo>
                  <a:lnTo>
                    <a:pt x="41974" y="135212"/>
                  </a:lnTo>
                  <a:lnTo>
                    <a:pt x="42192" y="134979"/>
                  </a:lnTo>
                  <a:lnTo>
                    <a:pt x="43262" y="134695"/>
                  </a:lnTo>
                  <a:lnTo>
                    <a:pt x="43718" y="134355"/>
                  </a:lnTo>
                  <a:lnTo>
                    <a:pt x="44075" y="134596"/>
                  </a:lnTo>
                  <a:lnTo>
                    <a:pt x="44220" y="134876"/>
                  </a:lnTo>
                  <a:lnTo>
                    <a:pt x="44380" y="134887"/>
                  </a:lnTo>
                  <a:lnTo>
                    <a:pt x="44552" y="134880"/>
                  </a:lnTo>
                  <a:lnTo>
                    <a:pt x="44973" y="134696"/>
                  </a:lnTo>
                  <a:lnTo>
                    <a:pt x="45485" y="134859"/>
                  </a:lnTo>
                  <a:lnTo>
                    <a:pt x="45816" y="134899"/>
                  </a:lnTo>
                  <a:lnTo>
                    <a:pt x="45967" y="134881"/>
                  </a:lnTo>
                  <a:lnTo>
                    <a:pt x="46537" y="134592"/>
                  </a:lnTo>
                  <a:lnTo>
                    <a:pt x="46761" y="134431"/>
                  </a:lnTo>
                  <a:lnTo>
                    <a:pt x="47232" y="134399"/>
                  </a:lnTo>
                  <a:lnTo>
                    <a:pt x="47290" y="134532"/>
                  </a:lnTo>
                  <a:lnTo>
                    <a:pt x="47756" y="134525"/>
                  </a:lnTo>
                  <a:lnTo>
                    <a:pt x="47826" y="134260"/>
                  </a:lnTo>
                  <a:lnTo>
                    <a:pt x="47860" y="134050"/>
                  </a:lnTo>
                  <a:lnTo>
                    <a:pt x="48915" y="133992"/>
                  </a:lnTo>
                  <a:lnTo>
                    <a:pt x="49395" y="133952"/>
                  </a:lnTo>
                  <a:lnTo>
                    <a:pt x="50000" y="134125"/>
                  </a:lnTo>
                  <a:lnTo>
                    <a:pt x="50079" y="133947"/>
                  </a:lnTo>
                  <a:lnTo>
                    <a:pt x="50214" y="133757"/>
                  </a:lnTo>
                  <a:lnTo>
                    <a:pt x="50680" y="133697"/>
                  </a:lnTo>
                  <a:lnTo>
                    <a:pt x="50867" y="133812"/>
                  </a:lnTo>
                  <a:lnTo>
                    <a:pt x="50805" y="133553"/>
                  </a:lnTo>
                  <a:lnTo>
                    <a:pt x="50762" y="133400"/>
                  </a:lnTo>
                  <a:lnTo>
                    <a:pt x="50568" y="132773"/>
                  </a:lnTo>
                  <a:lnTo>
                    <a:pt x="50247" y="131850"/>
                  </a:lnTo>
                  <a:lnTo>
                    <a:pt x="49866" y="131408"/>
                  </a:lnTo>
                  <a:lnTo>
                    <a:pt x="49586" y="130923"/>
                  </a:lnTo>
                  <a:lnTo>
                    <a:pt x="49515" y="130780"/>
                  </a:lnTo>
                  <a:lnTo>
                    <a:pt x="49340" y="130318"/>
                  </a:lnTo>
                  <a:lnTo>
                    <a:pt x="49334" y="130116"/>
                  </a:lnTo>
                  <a:lnTo>
                    <a:pt x="49353" y="129696"/>
                  </a:lnTo>
                  <a:lnTo>
                    <a:pt x="49135" y="129651"/>
                  </a:lnTo>
                  <a:lnTo>
                    <a:pt x="49270" y="129227"/>
                  </a:lnTo>
                  <a:lnTo>
                    <a:pt x="49484" y="129086"/>
                  </a:lnTo>
                  <a:lnTo>
                    <a:pt x="49350" y="128817"/>
                  </a:lnTo>
                  <a:lnTo>
                    <a:pt x="49140" y="128522"/>
                  </a:lnTo>
                  <a:lnTo>
                    <a:pt x="49397" y="127907"/>
                  </a:lnTo>
                  <a:lnTo>
                    <a:pt x="49329" y="127729"/>
                  </a:lnTo>
                  <a:lnTo>
                    <a:pt x="49226" y="127415"/>
                  </a:lnTo>
                  <a:lnTo>
                    <a:pt x="49193" y="127207"/>
                  </a:lnTo>
                  <a:lnTo>
                    <a:pt x="48905" y="126873"/>
                  </a:lnTo>
                  <a:lnTo>
                    <a:pt x="48634" y="126566"/>
                  </a:lnTo>
                  <a:lnTo>
                    <a:pt x="48442" y="126327"/>
                  </a:lnTo>
                  <a:lnTo>
                    <a:pt x="48372" y="126084"/>
                  </a:lnTo>
                  <a:lnTo>
                    <a:pt x="47860" y="125550"/>
                  </a:lnTo>
                  <a:lnTo>
                    <a:pt x="47944" y="125321"/>
                  </a:lnTo>
                  <a:lnTo>
                    <a:pt x="48060" y="125154"/>
                  </a:lnTo>
                  <a:lnTo>
                    <a:pt x="48345" y="124812"/>
                  </a:lnTo>
                  <a:lnTo>
                    <a:pt x="49170" y="125022"/>
                  </a:lnTo>
                  <a:lnTo>
                    <a:pt x="49827" y="125310"/>
                  </a:lnTo>
                  <a:lnTo>
                    <a:pt x="49867" y="125136"/>
                  </a:lnTo>
                  <a:lnTo>
                    <a:pt x="49882" y="124982"/>
                  </a:lnTo>
                  <a:lnTo>
                    <a:pt x="50116" y="123668"/>
                  </a:lnTo>
                  <a:lnTo>
                    <a:pt x="49898" y="123476"/>
                  </a:lnTo>
                  <a:lnTo>
                    <a:pt x="49779" y="123343"/>
                  </a:lnTo>
                  <a:lnTo>
                    <a:pt x="50139" y="123241"/>
                  </a:lnTo>
                  <a:lnTo>
                    <a:pt x="50303" y="122684"/>
                  </a:lnTo>
                  <a:lnTo>
                    <a:pt x="50357" y="122554"/>
                  </a:lnTo>
                  <a:lnTo>
                    <a:pt x="50645" y="122529"/>
                  </a:lnTo>
                  <a:lnTo>
                    <a:pt x="50712" y="122355"/>
                  </a:lnTo>
                  <a:lnTo>
                    <a:pt x="50705" y="122162"/>
                  </a:lnTo>
                  <a:lnTo>
                    <a:pt x="50639" y="121327"/>
                  </a:lnTo>
                  <a:lnTo>
                    <a:pt x="50414" y="121117"/>
                  </a:lnTo>
                  <a:lnTo>
                    <a:pt x="50245" y="121019"/>
                  </a:lnTo>
                  <a:lnTo>
                    <a:pt x="49941" y="121117"/>
                  </a:lnTo>
                  <a:lnTo>
                    <a:pt x="49450" y="121323"/>
                  </a:lnTo>
                  <a:lnTo>
                    <a:pt x="49232" y="121306"/>
                  </a:lnTo>
                  <a:lnTo>
                    <a:pt x="48442" y="120873"/>
                  </a:lnTo>
                  <a:lnTo>
                    <a:pt x="47504" y="120886"/>
                  </a:lnTo>
                  <a:lnTo>
                    <a:pt x="47206" y="120835"/>
                  </a:lnTo>
                  <a:lnTo>
                    <a:pt x="47197" y="120650"/>
                  </a:lnTo>
                  <a:lnTo>
                    <a:pt x="47420" y="120247"/>
                  </a:lnTo>
                  <a:lnTo>
                    <a:pt x="47547" y="120005"/>
                  </a:lnTo>
                  <a:lnTo>
                    <a:pt x="47572" y="119691"/>
                  </a:lnTo>
                  <a:lnTo>
                    <a:pt x="47976" y="119423"/>
                  </a:lnTo>
                  <a:lnTo>
                    <a:pt x="47787" y="119272"/>
                  </a:lnTo>
                  <a:lnTo>
                    <a:pt x="47764" y="118995"/>
                  </a:lnTo>
                  <a:lnTo>
                    <a:pt x="47820" y="118730"/>
                  </a:lnTo>
                  <a:lnTo>
                    <a:pt x="48037" y="118525"/>
                  </a:lnTo>
                  <a:lnTo>
                    <a:pt x="48108" y="117906"/>
                  </a:lnTo>
                  <a:lnTo>
                    <a:pt x="48428" y="117664"/>
                  </a:lnTo>
                  <a:lnTo>
                    <a:pt x="48395" y="117136"/>
                  </a:lnTo>
                  <a:lnTo>
                    <a:pt x="48482" y="116611"/>
                  </a:lnTo>
                  <a:lnTo>
                    <a:pt x="48667" y="116572"/>
                  </a:lnTo>
                  <a:lnTo>
                    <a:pt x="48818" y="116538"/>
                  </a:lnTo>
                  <a:lnTo>
                    <a:pt x="49040" y="116306"/>
                  </a:lnTo>
                  <a:lnTo>
                    <a:pt x="48648" y="115812"/>
                  </a:lnTo>
                  <a:lnTo>
                    <a:pt x="48996" y="114963"/>
                  </a:lnTo>
                  <a:lnTo>
                    <a:pt x="49151" y="114972"/>
                  </a:lnTo>
                  <a:lnTo>
                    <a:pt x="49439" y="115037"/>
                  </a:lnTo>
                  <a:lnTo>
                    <a:pt x="49401" y="114548"/>
                  </a:lnTo>
                  <a:lnTo>
                    <a:pt x="49409" y="114333"/>
                  </a:lnTo>
                  <a:lnTo>
                    <a:pt x="49463" y="114021"/>
                  </a:lnTo>
                  <a:lnTo>
                    <a:pt x="49796" y="113970"/>
                  </a:lnTo>
                  <a:lnTo>
                    <a:pt x="50764" y="114134"/>
                  </a:lnTo>
                  <a:lnTo>
                    <a:pt x="51118" y="114114"/>
                  </a:lnTo>
                  <a:lnTo>
                    <a:pt x="51262" y="114019"/>
                  </a:lnTo>
                  <a:lnTo>
                    <a:pt x="51427" y="113019"/>
                  </a:lnTo>
                  <a:lnTo>
                    <a:pt x="51740" y="112834"/>
                  </a:lnTo>
                  <a:lnTo>
                    <a:pt x="51997" y="113003"/>
                  </a:lnTo>
                  <a:lnTo>
                    <a:pt x="52244" y="112915"/>
                  </a:lnTo>
                  <a:lnTo>
                    <a:pt x="52359" y="112755"/>
                  </a:lnTo>
                  <a:lnTo>
                    <a:pt x="52739" y="112585"/>
                  </a:lnTo>
                  <a:lnTo>
                    <a:pt x="53121" y="112604"/>
                  </a:lnTo>
                  <a:lnTo>
                    <a:pt x="53440" y="112747"/>
                  </a:lnTo>
                  <a:lnTo>
                    <a:pt x="53667" y="112765"/>
                  </a:lnTo>
                  <a:lnTo>
                    <a:pt x="53943" y="112497"/>
                  </a:lnTo>
                  <a:lnTo>
                    <a:pt x="54318" y="112152"/>
                  </a:lnTo>
                  <a:lnTo>
                    <a:pt x="54469" y="112015"/>
                  </a:lnTo>
                  <a:lnTo>
                    <a:pt x="54702" y="112056"/>
                  </a:lnTo>
                  <a:lnTo>
                    <a:pt x="54793" y="112380"/>
                  </a:lnTo>
                  <a:lnTo>
                    <a:pt x="55278" y="112464"/>
                  </a:lnTo>
                  <a:lnTo>
                    <a:pt x="55422" y="112497"/>
                  </a:lnTo>
                  <a:lnTo>
                    <a:pt x="55424" y="112705"/>
                  </a:lnTo>
                  <a:lnTo>
                    <a:pt x="55410" y="112862"/>
                  </a:lnTo>
                  <a:lnTo>
                    <a:pt x="55876" y="112863"/>
                  </a:lnTo>
                  <a:lnTo>
                    <a:pt x="56151" y="112774"/>
                  </a:lnTo>
                  <a:lnTo>
                    <a:pt x="56513" y="112535"/>
                  </a:lnTo>
                  <a:lnTo>
                    <a:pt x="56871" y="112651"/>
                  </a:lnTo>
                  <a:lnTo>
                    <a:pt x="57565" y="112663"/>
                  </a:lnTo>
                  <a:lnTo>
                    <a:pt x="57589" y="113230"/>
                  </a:lnTo>
                  <a:lnTo>
                    <a:pt x="58109" y="113701"/>
                  </a:lnTo>
                  <a:lnTo>
                    <a:pt x="58520" y="114130"/>
                  </a:lnTo>
                  <a:lnTo>
                    <a:pt x="58970" y="114218"/>
                  </a:lnTo>
                  <a:lnTo>
                    <a:pt x="59070" y="114473"/>
                  </a:lnTo>
                  <a:lnTo>
                    <a:pt x="59079" y="114751"/>
                  </a:lnTo>
                  <a:lnTo>
                    <a:pt x="59059" y="114926"/>
                  </a:lnTo>
                  <a:lnTo>
                    <a:pt x="59007" y="115296"/>
                  </a:lnTo>
                  <a:lnTo>
                    <a:pt x="59228" y="115381"/>
                  </a:lnTo>
                  <a:lnTo>
                    <a:pt x="59987" y="115364"/>
                  </a:lnTo>
                  <a:lnTo>
                    <a:pt x="59958" y="114859"/>
                  </a:lnTo>
                  <a:lnTo>
                    <a:pt x="59964" y="114501"/>
                  </a:lnTo>
                  <a:lnTo>
                    <a:pt x="60098" y="114230"/>
                  </a:lnTo>
                  <a:lnTo>
                    <a:pt x="60820" y="114283"/>
                  </a:lnTo>
                  <a:lnTo>
                    <a:pt x="60639" y="114576"/>
                  </a:lnTo>
                  <a:lnTo>
                    <a:pt x="60631" y="114880"/>
                  </a:lnTo>
                  <a:lnTo>
                    <a:pt x="61118" y="115449"/>
                  </a:lnTo>
                  <a:lnTo>
                    <a:pt x="61349" y="115493"/>
                  </a:lnTo>
                  <a:lnTo>
                    <a:pt x="61558" y="115344"/>
                  </a:lnTo>
                  <a:lnTo>
                    <a:pt x="61981" y="115048"/>
                  </a:lnTo>
                  <a:lnTo>
                    <a:pt x="62317" y="115320"/>
                  </a:lnTo>
                  <a:lnTo>
                    <a:pt x="62982" y="115305"/>
                  </a:lnTo>
                  <a:lnTo>
                    <a:pt x="63395" y="115492"/>
                  </a:lnTo>
                  <a:lnTo>
                    <a:pt x="63971" y="115849"/>
                  </a:lnTo>
                  <a:lnTo>
                    <a:pt x="64173" y="115897"/>
                  </a:lnTo>
                  <a:lnTo>
                    <a:pt x="64287" y="116209"/>
                  </a:lnTo>
                  <a:lnTo>
                    <a:pt x="64332" y="116462"/>
                  </a:lnTo>
                  <a:lnTo>
                    <a:pt x="64814" y="117020"/>
                  </a:lnTo>
                  <a:lnTo>
                    <a:pt x="64892" y="117355"/>
                  </a:lnTo>
                  <a:lnTo>
                    <a:pt x="64505" y="117891"/>
                  </a:lnTo>
                  <a:lnTo>
                    <a:pt x="64445" y="118354"/>
                  </a:lnTo>
                  <a:lnTo>
                    <a:pt x="64191" y="118520"/>
                  </a:lnTo>
                  <a:lnTo>
                    <a:pt x="64051" y="118586"/>
                  </a:lnTo>
                  <a:lnTo>
                    <a:pt x="63960" y="119278"/>
                  </a:lnTo>
                  <a:lnTo>
                    <a:pt x="64170" y="119823"/>
                  </a:lnTo>
                  <a:lnTo>
                    <a:pt x="64625" y="119977"/>
                  </a:lnTo>
                  <a:lnTo>
                    <a:pt x="65234" y="120123"/>
                  </a:lnTo>
                  <a:lnTo>
                    <a:pt x="65320" y="120448"/>
                  </a:lnTo>
                  <a:lnTo>
                    <a:pt x="65767" y="120566"/>
                  </a:lnTo>
                  <a:lnTo>
                    <a:pt x="65983" y="120827"/>
                  </a:lnTo>
                  <a:lnTo>
                    <a:pt x="66355" y="120902"/>
                  </a:lnTo>
                  <a:lnTo>
                    <a:pt x="66520" y="121047"/>
                  </a:lnTo>
                  <a:lnTo>
                    <a:pt x="66738" y="121437"/>
                  </a:lnTo>
                  <a:lnTo>
                    <a:pt x="66979" y="122030"/>
                  </a:lnTo>
                  <a:lnTo>
                    <a:pt x="67260" y="122316"/>
                  </a:lnTo>
                  <a:lnTo>
                    <a:pt x="67100" y="123199"/>
                  </a:lnTo>
                  <a:lnTo>
                    <a:pt x="66458" y="123092"/>
                  </a:lnTo>
                  <a:lnTo>
                    <a:pt x="66990" y="123358"/>
                  </a:lnTo>
                  <a:lnTo>
                    <a:pt x="67076" y="123592"/>
                  </a:lnTo>
                  <a:lnTo>
                    <a:pt x="67031" y="123912"/>
                  </a:lnTo>
                  <a:lnTo>
                    <a:pt x="67042" y="124163"/>
                  </a:lnTo>
                  <a:lnTo>
                    <a:pt x="67349" y="124442"/>
                  </a:lnTo>
                  <a:lnTo>
                    <a:pt x="67522" y="124730"/>
                  </a:lnTo>
                  <a:lnTo>
                    <a:pt x="67557" y="125125"/>
                  </a:lnTo>
                  <a:lnTo>
                    <a:pt x="67874" y="125037"/>
                  </a:lnTo>
                  <a:lnTo>
                    <a:pt x="68661" y="125633"/>
                  </a:lnTo>
                  <a:lnTo>
                    <a:pt x="69011" y="126117"/>
                  </a:lnTo>
                  <a:lnTo>
                    <a:pt x="69537" y="126311"/>
                  </a:lnTo>
                  <a:lnTo>
                    <a:pt x="69849" y="126509"/>
                  </a:lnTo>
                  <a:lnTo>
                    <a:pt x="70181" y="127011"/>
                  </a:lnTo>
                  <a:lnTo>
                    <a:pt x="70347" y="127528"/>
                  </a:lnTo>
                  <a:lnTo>
                    <a:pt x="70682" y="128003"/>
                  </a:lnTo>
                  <a:lnTo>
                    <a:pt x="70876" y="128323"/>
                  </a:lnTo>
                  <a:lnTo>
                    <a:pt x="71706" y="128374"/>
                  </a:lnTo>
                  <a:lnTo>
                    <a:pt x="72085" y="128204"/>
                  </a:lnTo>
                  <a:lnTo>
                    <a:pt x="72179" y="127835"/>
                  </a:lnTo>
                  <a:lnTo>
                    <a:pt x="72251" y="127656"/>
                  </a:lnTo>
                  <a:lnTo>
                    <a:pt x="72612" y="127573"/>
                  </a:lnTo>
                  <a:lnTo>
                    <a:pt x="72737" y="127826"/>
                  </a:lnTo>
                  <a:lnTo>
                    <a:pt x="73319" y="127709"/>
                  </a:lnTo>
                  <a:lnTo>
                    <a:pt x="73386" y="127182"/>
                  </a:lnTo>
                  <a:lnTo>
                    <a:pt x="73328" y="126971"/>
                  </a:lnTo>
                  <a:lnTo>
                    <a:pt x="73717" y="126776"/>
                  </a:lnTo>
                  <a:lnTo>
                    <a:pt x="74026" y="126703"/>
                  </a:lnTo>
                  <a:lnTo>
                    <a:pt x="74181" y="127297"/>
                  </a:lnTo>
                  <a:lnTo>
                    <a:pt x="74615" y="127528"/>
                  </a:lnTo>
                  <a:lnTo>
                    <a:pt x="74929" y="127412"/>
                  </a:lnTo>
                  <a:lnTo>
                    <a:pt x="75008" y="126977"/>
                  </a:lnTo>
                  <a:lnTo>
                    <a:pt x="75254" y="126521"/>
                  </a:lnTo>
                  <a:lnTo>
                    <a:pt x="75483" y="126330"/>
                  </a:lnTo>
                  <a:lnTo>
                    <a:pt x="75720" y="126311"/>
                  </a:lnTo>
                  <a:lnTo>
                    <a:pt x="76175" y="126303"/>
                  </a:lnTo>
                  <a:lnTo>
                    <a:pt x="76454" y="126373"/>
                  </a:lnTo>
                  <a:lnTo>
                    <a:pt x="76848" y="125785"/>
                  </a:lnTo>
                  <a:lnTo>
                    <a:pt x="77424" y="125626"/>
                  </a:lnTo>
                  <a:lnTo>
                    <a:pt x="77474" y="125495"/>
                  </a:lnTo>
                  <a:lnTo>
                    <a:pt x="77531" y="125310"/>
                  </a:lnTo>
                  <a:lnTo>
                    <a:pt x="77893" y="125048"/>
                  </a:lnTo>
                  <a:lnTo>
                    <a:pt x="78283" y="125317"/>
                  </a:lnTo>
                  <a:lnTo>
                    <a:pt x="78590" y="125305"/>
                  </a:lnTo>
                  <a:lnTo>
                    <a:pt x="78790" y="125288"/>
                  </a:lnTo>
                  <a:lnTo>
                    <a:pt x="79522" y="125046"/>
                  </a:lnTo>
                  <a:lnTo>
                    <a:pt x="79958" y="124949"/>
                  </a:lnTo>
                  <a:lnTo>
                    <a:pt x="80180" y="124419"/>
                  </a:lnTo>
                  <a:lnTo>
                    <a:pt x="80223" y="124214"/>
                  </a:lnTo>
                  <a:lnTo>
                    <a:pt x="80417" y="124012"/>
                  </a:lnTo>
                  <a:lnTo>
                    <a:pt x="81605" y="124118"/>
                  </a:lnTo>
                  <a:lnTo>
                    <a:pt x="81466" y="123436"/>
                  </a:lnTo>
                  <a:lnTo>
                    <a:pt x="81588" y="122436"/>
                  </a:lnTo>
                  <a:lnTo>
                    <a:pt x="81784" y="122202"/>
                  </a:lnTo>
                  <a:lnTo>
                    <a:pt x="82026" y="122195"/>
                  </a:lnTo>
                  <a:lnTo>
                    <a:pt x="82399" y="122097"/>
                  </a:lnTo>
                  <a:lnTo>
                    <a:pt x="82462" y="121624"/>
                  </a:lnTo>
                  <a:lnTo>
                    <a:pt x="82711" y="121543"/>
                  </a:lnTo>
                  <a:lnTo>
                    <a:pt x="83073" y="121481"/>
                  </a:lnTo>
                  <a:lnTo>
                    <a:pt x="83428" y="121219"/>
                  </a:lnTo>
                  <a:lnTo>
                    <a:pt x="83753" y="121365"/>
                  </a:lnTo>
                  <a:lnTo>
                    <a:pt x="84064" y="121428"/>
                  </a:lnTo>
                  <a:lnTo>
                    <a:pt x="84639" y="121351"/>
                  </a:lnTo>
                  <a:lnTo>
                    <a:pt x="84874" y="121194"/>
                  </a:lnTo>
                  <a:lnTo>
                    <a:pt x="84992" y="120734"/>
                  </a:lnTo>
                  <a:lnTo>
                    <a:pt x="85260" y="120674"/>
                  </a:lnTo>
                  <a:lnTo>
                    <a:pt x="85615" y="120989"/>
                  </a:lnTo>
                  <a:lnTo>
                    <a:pt x="86286" y="120733"/>
                  </a:lnTo>
                  <a:lnTo>
                    <a:pt x="86210" y="120302"/>
                  </a:lnTo>
                  <a:lnTo>
                    <a:pt x="86224" y="119905"/>
                  </a:lnTo>
                  <a:lnTo>
                    <a:pt x="86444" y="119527"/>
                  </a:lnTo>
                  <a:lnTo>
                    <a:pt x="87032" y="119418"/>
                  </a:lnTo>
                  <a:lnTo>
                    <a:pt x="87188" y="119873"/>
                  </a:lnTo>
                  <a:lnTo>
                    <a:pt x="87430" y="119926"/>
                  </a:lnTo>
                  <a:lnTo>
                    <a:pt x="87663" y="119935"/>
                  </a:lnTo>
                  <a:lnTo>
                    <a:pt x="87916" y="119905"/>
                  </a:lnTo>
                  <a:lnTo>
                    <a:pt x="88265" y="120310"/>
                  </a:lnTo>
                  <a:lnTo>
                    <a:pt x="88490" y="120418"/>
                  </a:lnTo>
                  <a:lnTo>
                    <a:pt x="89312" y="120584"/>
                  </a:lnTo>
                  <a:lnTo>
                    <a:pt x="89546" y="120599"/>
                  </a:lnTo>
                  <a:lnTo>
                    <a:pt x="89720" y="119783"/>
                  </a:lnTo>
                  <a:lnTo>
                    <a:pt x="89437" y="119444"/>
                  </a:lnTo>
                  <a:lnTo>
                    <a:pt x="89440" y="119211"/>
                  </a:lnTo>
                  <a:lnTo>
                    <a:pt x="89514" y="118622"/>
                  </a:lnTo>
                  <a:lnTo>
                    <a:pt x="89681" y="118343"/>
                  </a:lnTo>
                  <a:lnTo>
                    <a:pt x="89517" y="117950"/>
                  </a:lnTo>
                  <a:lnTo>
                    <a:pt x="89747" y="117635"/>
                  </a:lnTo>
                  <a:lnTo>
                    <a:pt x="89795" y="117426"/>
                  </a:lnTo>
                  <a:lnTo>
                    <a:pt x="89807" y="117147"/>
                  </a:lnTo>
                  <a:lnTo>
                    <a:pt x="89795" y="116876"/>
                  </a:lnTo>
                  <a:lnTo>
                    <a:pt x="89825" y="116663"/>
                  </a:lnTo>
                  <a:lnTo>
                    <a:pt x="89363" y="116488"/>
                  </a:lnTo>
                  <a:lnTo>
                    <a:pt x="89187" y="116421"/>
                  </a:lnTo>
                  <a:lnTo>
                    <a:pt x="88908" y="116180"/>
                  </a:lnTo>
                  <a:lnTo>
                    <a:pt x="88655" y="115858"/>
                  </a:lnTo>
                  <a:lnTo>
                    <a:pt x="88351" y="115630"/>
                  </a:lnTo>
                  <a:lnTo>
                    <a:pt x="88043" y="114478"/>
                  </a:lnTo>
                  <a:lnTo>
                    <a:pt x="87851" y="114049"/>
                  </a:lnTo>
                  <a:lnTo>
                    <a:pt x="87137" y="112900"/>
                  </a:lnTo>
                  <a:lnTo>
                    <a:pt x="86734" y="112373"/>
                  </a:lnTo>
                  <a:lnTo>
                    <a:pt x="86635" y="112146"/>
                  </a:lnTo>
                  <a:lnTo>
                    <a:pt x="86563" y="111782"/>
                  </a:lnTo>
                  <a:lnTo>
                    <a:pt x="86159" y="111270"/>
                  </a:lnTo>
                  <a:lnTo>
                    <a:pt x="85975" y="111283"/>
                  </a:lnTo>
                  <a:lnTo>
                    <a:pt x="85826" y="111279"/>
                  </a:lnTo>
                  <a:lnTo>
                    <a:pt x="85575" y="111045"/>
                  </a:lnTo>
                  <a:lnTo>
                    <a:pt x="85603" y="110882"/>
                  </a:lnTo>
                  <a:lnTo>
                    <a:pt x="85634" y="110696"/>
                  </a:lnTo>
                  <a:lnTo>
                    <a:pt x="85352" y="110428"/>
                  </a:lnTo>
                  <a:lnTo>
                    <a:pt x="85279" y="110200"/>
                  </a:lnTo>
                  <a:lnTo>
                    <a:pt x="85384" y="109307"/>
                  </a:lnTo>
                  <a:lnTo>
                    <a:pt x="85851" y="108484"/>
                  </a:lnTo>
                  <a:lnTo>
                    <a:pt x="86144" y="108187"/>
                  </a:lnTo>
                  <a:lnTo>
                    <a:pt x="86392" y="107536"/>
                  </a:lnTo>
                  <a:lnTo>
                    <a:pt x="86027" y="107233"/>
                  </a:lnTo>
                  <a:lnTo>
                    <a:pt x="85831" y="106965"/>
                  </a:lnTo>
                  <a:lnTo>
                    <a:pt x="85721" y="106540"/>
                  </a:lnTo>
                  <a:lnTo>
                    <a:pt x="85854" y="105486"/>
                  </a:lnTo>
                  <a:lnTo>
                    <a:pt x="86819" y="104319"/>
                  </a:lnTo>
                  <a:lnTo>
                    <a:pt x="87052" y="104036"/>
                  </a:lnTo>
                  <a:lnTo>
                    <a:pt x="87217" y="103812"/>
                  </a:lnTo>
                  <a:lnTo>
                    <a:pt x="87310" y="103445"/>
                  </a:lnTo>
                  <a:lnTo>
                    <a:pt x="86580" y="103097"/>
                  </a:lnTo>
                  <a:lnTo>
                    <a:pt x="86045" y="102710"/>
                  </a:lnTo>
                  <a:lnTo>
                    <a:pt x="85665" y="102749"/>
                  </a:lnTo>
                  <a:lnTo>
                    <a:pt x="85229" y="102783"/>
                  </a:lnTo>
                  <a:lnTo>
                    <a:pt x="84823" y="102629"/>
                  </a:lnTo>
                  <a:lnTo>
                    <a:pt x="84545" y="102573"/>
                  </a:lnTo>
                  <a:lnTo>
                    <a:pt x="84122" y="102612"/>
                  </a:lnTo>
                  <a:lnTo>
                    <a:pt x="83891" y="102778"/>
                  </a:lnTo>
                  <a:lnTo>
                    <a:pt x="83142" y="103656"/>
                  </a:lnTo>
                  <a:lnTo>
                    <a:pt x="82840" y="103685"/>
                  </a:lnTo>
                  <a:lnTo>
                    <a:pt x="82180" y="103644"/>
                  </a:lnTo>
                  <a:lnTo>
                    <a:pt x="82235" y="102903"/>
                  </a:lnTo>
                  <a:lnTo>
                    <a:pt x="81870" y="102906"/>
                  </a:lnTo>
                  <a:lnTo>
                    <a:pt x="81445" y="103214"/>
                  </a:lnTo>
                  <a:lnTo>
                    <a:pt x="81445" y="103677"/>
                  </a:lnTo>
                  <a:lnTo>
                    <a:pt x="80675" y="103695"/>
                  </a:lnTo>
                  <a:lnTo>
                    <a:pt x="80603" y="103561"/>
                  </a:lnTo>
                  <a:lnTo>
                    <a:pt x="80399" y="103400"/>
                  </a:lnTo>
                  <a:lnTo>
                    <a:pt x="79844" y="103458"/>
                  </a:lnTo>
                  <a:lnTo>
                    <a:pt x="79087" y="103788"/>
                  </a:lnTo>
                  <a:lnTo>
                    <a:pt x="78755" y="103512"/>
                  </a:lnTo>
                  <a:lnTo>
                    <a:pt x="78780" y="103147"/>
                  </a:lnTo>
                  <a:lnTo>
                    <a:pt x="79029" y="102822"/>
                  </a:lnTo>
                  <a:lnTo>
                    <a:pt x="79200" y="102740"/>
                  </a:lnTo>
                  <a:lnTo>
                    <a:pt x="79210" y="102464"/>
                  </a:lnTo>
                  <a:lnTo>
                    <a:pt x="78839" y="101835"/>
                  </a:lnTo>
                  <a:lnTo>
                    <a:pt x="78524" y="101545"/>
                  </a:lnTo>
                  <a:lnTo>
                    <a:pt x="78121" y="101276"/>
                  </a:lnTo>
                  <a:lnTo>
                    <a:pt x="77541" y="101285"/>
                  </a:lnTo>
                  <a:lnTo>
                    <a:pt x="77394" y="100910"/>
                  </a:lnTo>
                  <a:lnTo>
                    <a:pt x="77155" y="100807"/>
                  </a:lnTo>
                  <a:lnTo>
                    <a:pt x="76581" y="100821"/>
                  </a:lnTo>
                  <a:lnTo>
                    <a:pt x="76338" y="100530"/>
                  </a:lnTo>
                  <a:lnTo>
                    <a:pt x="76207" y="100274"/>
                  </a:lnTo>
                  <a:lnTo>
                    <a:pt x="76071" y="99775"/>
                  </a:lnTo>
                  <a:lnTo>
                    <a:pt x="75693" y="99852"/>
                  </a:lnTo>
                  <a:lnTo>
                    <a:pt x="75192" y="99344"/>
                  </a:lnTo>
                  <a:lnTo>
                    <a:pt x="74536" y="98931"/>
                  </a:lnTo>
                  <a:lnTo>
                    <a:pt x="74397" y="98916"/>
                  </a:lnTo>
                  <a:lnTo>
                    <a:pt x="74034" y="99169"/>
                  </a:lnTo>
                  <a:lnTo>
                    <a:pt x="73771" y="99141"/>
                  </a:lnTo>
                  <a:lnTo>
                    <a:pt x="73100" y="99013"/>
                  </a:lnTo>
                  <a:lnTo>
                    <a:pt x="72863" y="98884"/>
                  </a:lnTo>
                  <a:lnTo>
                    <a:pt x="72716" y="98433"/>
                  </a:lnTo>
                  <a:lnTo>
                    <a:pt x="73168" y="97733"/>
                  </a:lnTo>
                  <a:lnTo>
                    <a:pt x="72419" y="97288"/>
                  </a:lnTo>
                  <a:lnTo>
                    <a:pt x="72293" y="96945"/>
                  </a:lnTo>
                  <a:lnTo>
                    <a:pt x="71669" y="96827"/>
                  </a:lnTo>
                  <a:lnTo>
                    <a:pt x="71901" y="96508"/>
                  </a:lnTo>
                  <a:lnTo>
                    <a:pt x="71862" y="96378"/>
                  </a:lnTo>
                  <a:lnTo>
                    <a:pt x="71672" y="96117"/>
                  </a:lnTo>
                  <a:lnTo>
                    <a:pt x="71510" y="96092"/>
                  </a:lnTo>
                  <a:lnTo>
                    <a:pt x="71109" y="95935"/>
                  </a:lnTo>
                  <a:lnTo>
                    <a:pt x="70846" y="95807"/>
                  </a:lnTo>
                  <a:lnTo>
                    <a:pt x="71070" y="95376"/>
                  </a:lnTo>
                  <a:lnTo>
                    <a:pt x="71189" y="94967"/>
                  </a:lnTo>
                  <a:lnTo>
                    <a:pt x="71248" y="94802"/>
                  </a:lnTo>
                  <a:lnTo>
                    <a:pt x="71561" y="94725"/>
                  </a:lnTo>
                  <a:lnTo>
                    <a:pt x="71677" y="94129"/>
                  </a:lnTo>
                  <a:lnTo>
                    <a:pt x="71700" y="93949"/>
                  </a:lnTo>
                  <a:lnTo>
                    <a:pt x="72169" y="93495"/>
                  </a:lnTo>
                  <a:lnTo>
                    <a:pt x="72315" y="93412"/>
                  </a:lnTo>
                  <a:lnTo>
                    <a:pt x="72575" y="93396"/>
                  </a:lnTo>
                  <a:lnTo>
                    <a:pt x="72713" y="93324"/>
                  </a:lnTo>
                  <a:lnTo>
                    <a:pt x="72794" y="93014"/>
                  </a:lnTo>
                  <a:lnTo>
                    <a:pt x="72469" y="92632"/>
                  </a:lnTo>
                  <a:lnTo>
                    <a:pt x="72160" y="92293"/>
                  </a:lnTo>
                  <a:lnTo>
                    <a:pt x="72195" y="92018"/>
                  </a:lnTo>
                  <a:lnTo>
                    <a:pt x="72393" y="91524"/>
                  </a:lnTo>
                  <a:lnTo>
                    <a:pt x="72511" y="90867"/>
                  </a:lnTo>
                  <a:lnTo>
                    <a:pt x="72413" y="90526"/>
                  </a:lnTo>
                  <a:lnTo>
                    <a:pt x="72683" y="90194"/>
                  </a:lnTo>
                  <a:lnTo>
                    <a:pt x="73150" y="90376"/>
                  </a:lnTo>
                  <a:lnTo>
                    <a:pt x="73387" y="90617"/>
                  </a:lnTo>
                  <a:lnTo>
                    <a:pt x="73593" y="91138"/>
                  </a:lnTo>
                  <a:lnTo>
                    <a:pt x="73881" y="91274"/>
                  </a:lnTo>
                  <a:lnTo>
                    <a:pt x="74196" y="91339"/>
                  </a:lnTo>
                  <a:lnTo>
                    <a:pt x="74339" y="91324"/>
                  </a:lnTo>
                  <a:lnTo>
                    <a:pt x="74393" y="91172"/>
                  </a:lnTo>
                  <a:lnTo>
                    <a:pt x="74493" y="90879"/>
                  </a:lnTo>
                  <a:lnTo>
                    <a:pt x="74617" y="90667"/>
                  </a:lnTo>
                  <a:lnTo>
                    <a:pt x="74774" y="90434"/>
                  </a:lnTo>
                  <a:lnTo>
                    <a:pt x="75046" y="90112"/>
                  </a:lnTo>
                  <a:lnTo>
                    <a:pt x="75208" y="90137"/>
                  </a:lnTo>
                  <a:lnTo>
                    <a:pt x="75383" y="90122"/>
                  </a:lnTo>
                  <a:lnTo>
                    <a:pt x="75644" y="90004"/>
                  </a:lnTo>
                  <a:lnTo>
                    <a:pt x="75636" y="89544"/>
                  </a:lnTo>
                  <a:lnTo>
                    <a:pt x="75526" y="89273"/>
                  </a:lnTo>
                  <a:lnTo>
                    <a:pt x="75503" y="89016"/>
                  </a:lnTo>
                  <a:lnTo>
                    <a:pt x="76125" y="88975"/>
                  </a:lnTo>
                  <a:lnTo>
                    <a:pt x="76283" y="89092"/>
                  </a:lnTo>
                  <a:lnTo>
                    <a:pt x="76590" y="89276"/>
                  </a:lnTo>
                  <a:lnTo>
                    <a:pt x="77043" y="89346"/>
                  </a:lnTo>
                  <a:lnTo>
                    <a:pt x="77301" y="89200"/>
                  </a:lnTo>
                  <a:lnTo>
                    <a:pt x="77507" y="88819"/>
                  </a:lnTo>
                  <a:lnTo>
                    <a:pt x="77695" y="88285"/>
                  </a:lnTo>
                  <a:lnTo>
                    <a:pt x="77884" y="88318"/>
                  </a:lnTo>
                  <a:lnTo>
                    <a:pt x="78024" y="88312"/>
                  </a:lnTo>
                  <a:lnTo>
                    <a:pt x="78246" y="88254"/>
                  </a:lnTo>
                  <a:lnTo>
                    <a:pt x="78955" y="87983"/>
                  </a:lnTo>
                  <a:lnTo>
                    <a:pt x="79419" y="87618"/>
                  </a:lnTo>
                  <a:lnTo>
                    <a:pt x="79672" y="87765"/>
                  </a:lnTo>
                  <a:lnTo>
                    <a:pt x="79855" y="87615"/>
                  </a:lnTo>
                  <a:lnTo>
                    <a:pt x="80162" y="87158"/>
                  </a:lnTo>
                  <a:lnTo>
                    <a:pt x="80614" y="87344"/>
                  </a:lnTo>
                  <a:lnTo>
                    <a:pt x="80961" y="87022"/>
                  </a:lnTo>
                  <a:lnTo>
                    <a:pt x="81100" y="87001"/>
                  </a:lnTo>
                  <a:lnTo>
                    <a:pt x="81337" y="86989"/>
                  </a:lnTo>
                  <a:lnTo>
                    <a:pt x="81642" y="87508"/>
                  </a:lnTo>
                  <a:lnTo>
                    <a:pt x="81574" y="87920"/>
                  </a:lnTo>
                  <a:lnTo>
                    <a:pt x="81646" y="88179"/>
                  </a:lnTo>
                  <a:lnTo>
                    <a:pt x="81856" y="88275"/>
                  </a:lnTo>
                  <a:lnTo>
                    <a:pt x="82066" y="88236"/>
                  </a:lnTo>
                  <a:lnTo>
                    <a:pt x="82360" y="88273"/>
                  </a:lnTo>
                  <a:lnTo>
                    <a:pt x="82411" y="88406"/>
                  </a:lnTo>
                  <a:lnTo>
                    <a:pt x="82700" y="88793"/>
                  </a:lnTo>
                  <a:lnTo>
                    <a:pt x="83150" y="88785"/>
                  </a:lnTo>
                  <a:lnTo>
                    <a:pt x="83379" y="88950"/>
                  </a:lnTo>
                  <a:lnTo>
                    <a:pt x="83350" y="89250"/>
                  </a:lnTo>
                  <a:lnTo>
                    <a:pt x="83338" y="89377"/>
                  </a:lnTo>
                  <a:lnTo>
                    <a:pt x="83394" y="89604"/>
                  </a:lnTo>
                  <a:lnTo>
                    <a:pt x="83532" y="89680"/>
                  </a:lnTo>
                  <a:lnTo>
                    <a:pt x="83741" y="89690"/>
                  </a:lnTo>
                  <a:lnTo>
                    <a:pt x="84059" y="89734"/>
                  </a:lnTo>
                  <a:lnTo>
                    <a:pt x="83775" y="89959"/>
                  </a:lnTo>
                  <a:lnTo>
                    <a:pt x="83747" y="90268"/>
                  </a:lnTo>
                  <a:lnTo>
                    <a:pt x="83736" y="90586"/>
                  </a:lnTo>
                  <a:lnTo>
                    <a:pt x="83817" y="90742"/>
                  </a:lnTo>
                  <a:lnTo>
                    <a:pt x="84516" y="91160"/>
                  </a:lnTo>
                  <a:lnTo>
                    <a:pt x="84709" y="91141"/>
                  </a:lnTo>
                  <a:lnTo>
                    <a:pt x="85014" y="91280"/>
                  </a:lnTo>
                  <a:lnTo>
                    <a:pt x="85008" y="91410"/>
                  </a:lnTo>
                  <a:lnTo>
                    <a:pt x="84878" y="91420"/>
                  </a:lnTo>
                  <a:lnTo>
                    <a:pt x="84796" y="91577"/>
                  </a:lnTo>
                  <a:lnTo>
                    <a:pt x="84822" y="91799"/>
                  </a:lnTo>
                  <a:lnTo>
                    <a:pt x="85166" y="91866"/>
                  </a:lnTo>
                  <a:lnTo>
                    <a:pt x="85859" y="91770"/>
                  </a:lnTo>
                  <a:lnTo>
                    <a:pt x="86167" y="92044"/>
                  </a:lnTo>
                  <a:lnTo>
                    <a:pt x="86320" y="92220"/>
                  </a:lnTo>
                  <a:lnTo>
                    <a:pt x="86872" y="92500"/>
                  </a:lnTo>
                  <a:lnTo>
                    <a:pt x="87193" y="92780"/>
                  </a:lnTo>
                  <a:lnTo>
                    <a:pt x="87256" y="92982"/>
                  </a:lnTo>
                  <a:lnTo>
                    <a:pt x="87869" y="93066"/>
                  </a:lnTo>
                  <a:lnTo>
                    <a:pt x="87880" y="93492"/>
                  </a:lnTo>
                  <a:lnTo>
                    <a:pt x="87320" y="93846"/>
                  </a:lnTo>
                  <a:lnTo>
                    <a:pt x="86849" y="94248"/>
                  </a:lnTo>
                  <a:lnTo>
                    <a:pt x="87125" y="94291"/>
                  </a:lnTo>
                  <a:lnTo>
                    <a:pt x="87312" y="94232"/>
                  </a:lnTo>
                  <a:lnTo>
                    <a:pt x="88246" y="94232"/>
                  </a:lnTo>
                  <a:lnTo>
                    <a:pt x="88726" y="94201"/>
                  </a:lnTo>
                  <a:lnTo>
                    <a:pt x="88872" y="94227"/>
                  </a:lnTo>
                  <a:lnTo>
                    <a:pt x="89086" y="94404"/>
                  </a:lnTo>
                  <a:lnTo>
                    <a:pt x="89388" y="94435"/>
                  </a:lnTo>
                  <a:lnTo>
                    <a:pt x="89832" y="94596"/>
                  </a:lnTo>
                  <a:lnTo>
                    <a:pt x="90329" y="94803"/>
                  </a:lnTo>
                  <a:lnTo>
                    <a:pt x="90916" y="94788"/>
                  </a:lnTo>
                  <a:lnTo>
                    <a:pt x="91269" y="94789"/>
                  </a:lnTo>
                  <a:lnTo>
                    <a:pt x="91808" y="94814"/>
                  </a:lnTo>
                  <a:lnTo>
                    <a:pt x="92348" y="94761"/>
                  </a:lnTo>
                  <a:lnTo>
                    <a:pt x="92528" y="94826"/>
                  </a:lnTo>
                  <a:lnTo>
                    <a:pt x="92822" y="94968"/>
                  </a:lnTo>
                  <a:lnTo>
                    <a:pt x="93022" y="95054"/>
                  </a:lnTo>
                  <a:lnTo>
                    <a:pt x="93284" y="95085"/>
                  </a:lnTo>
                  <a:lnTo>
                    <a:pt x="93547" y="95019"/>
                  </a:lnTo>
                  <a:lnTo>
                    <a:pt x="93943" y="95181"/>
                  </a:lnTo>
                  <a:lnTo>
                    <a:pt x="94086" y="95245"/>
                  </a:lnTo>
                  <a:lnTo>
                    <a:pt x="94783" y="95904"/>
                  </a:lnTo>
                  <a:lnTo>
                    <a:pt x="95081" y="96701"/>
                  </a:lnTo>
                  <a:lnTo>
                    <a:pt x="95282" y="96916"/>
                  </a:lnTo>
                  <a:lnTo>
                    <a:pt x="95346" y="97107"/>
                  </a:lnTo>
                  <a:lnTo>
                    <a:pt x="95599" y="97303"/>
                  </a:lnTo>
                  <a:lnTo>
                    <a:pt x="95778" y="97451"/>
                  </a:lnTo>
                  <a:lnTo>
                    <a:pt x="96247" y="97738"/>
                  </a:lnTo>
                  <a:lnTo>
                    <a:pt x="96386" y="97945"/>
                  </a:lnTo>
                  <a:lnTo>
                    <a:pt x="97004" y="98577"/>
                  </a:lnTo>
                  <a:lnTo>
                    <a:pt x="97158" y="98367"/>
                  </a:lnTo>
                  <a:lnTo>
                    <a:pt x="97290" y="98247"/>
                  </a:lnTo>
                  <a:lnTo>
                    <a:pt x="97510" y="98153"/>
                  </a:lnTo>
                  <a:lnTo>
                    <a:pt x="97668" y="98110"/>
                  </a:lnTo>
                  <a:lnTo>
                    <a:pt x="98019" y="98150"/>
                  </a:lnTo>
                  <a:lnTo>
                    <a:pt x="98376" y="98345"/>
                  </a:lnTo>
                  <a:lnTo>
                    <a:pt x="98387" y="98088"/>
                  </a:lnTo>
                  <a:lnTo>
                    <a:pt x="98399" y="97931"/>
                  </a:lnTo>
                  <a:lnTo>
                    <a:pt x="98414" y="97731"/>
                  </a:lnTo>
                  <a:lnTo>
                    <a:pt x="98797" y="97679"/>
                  </a:lnTo>
                  <a:lnTo>
                    <a:pt x="99043" y="97781"/>
                  </a:lnTo>
                  <a:lnTo>
                    <a:pt x="99314" y="97825"/>
                  </a:lnTo>
                  <a:lnTo>
                    <a:pt x="99502" y="97819"/>
                  </a:lnTo>
                  <a:lnTo>
                    <a:pt x="100113" y="97816"/>
                  </a:lnTo>
                  <a:lnTo>
                    <a:pt x="100665" y="97947"/>
                  </a:lnTo>
                  <a:lnTo>
                    <a:pt x="101747" y="98274"/>
                  </a:lnTo>
                  <a:lnTo>
                    <a:pt x="102099" y="98600"/>
                  </a:lnTo>
                  <a:lnTo>
                    <a:pt x="101846" y="99204"/>
                  </a:lnTo>
                  <a:lnTo>
                    <a:pt x="101841" y="99587"/>
                  </a:lnTo>
                  <a:lnTo>
                    <a:pt x="102056" y="99628"/>
                  </a:lnTo>
                  <a:lnTo>
                    <a:pt x="102361" y="99706"/>
                  </a:lnTo>
                  <a:lnTo>
                    <a:pt x="102668" y="100030"/>
                  </a:lnTo>
                  <a:lnTo>
                    <a:pt x="102562" y="100636"/>
                  </a:lnTo>
                  <a:lnTo>
                    <a:pt x="102232" y="101079"/>
                  </a:lnTo>
                  <a:lnTo>
                    <a:pt x="102430" y="101595"/>
                  </a:lnTo>
                  <a:lnTo>
                    <a:pt x="102464" y="101928"/>
                  </a:lnTo>
                  <a:lnTo>
                    <a:pt x="102246" y="102551"/>
                  </a:lnTo>
                  <a:lnTo>
                    <a:pt x="102358" y="102915"/>
                  </a:lnTo>
                  <a:lnTo>
                    <a:pt x="102653" y="103365"/>
                  </a:lnTo>
                  <a:lnTo>
                    <a:pt x="102919" y="103619"/>
                  </a:lnTo>
                  <a:lnTo>
                    <a:pt x="103266" y="103799"/>
                  </a:lnTo>
                  <a:lnTo>
                    <a:pt x="103339" y="103983"/>
                  </a:lnTo>
                  <a:lnTo>
                    <a:pt x="103475" y="104340"/>
                  </a:lnTo>
                  <a:lnTo>
                    <a:pt x="103764" y="104256"/>
                  </a:lnTo>
                  <a:lnTo>
                    <a:pt x="104110" y="104221"/>
                  </a:lnTo>
                  <a:lnTo>
                    <a:pt x="104156" y="104352"/>
                  </a:lnTo>
                  <a:lnTo>
                    <a:pt x="104146" y="104514"/>
                  </a:lnTo>
                  <a:lnTo>
                    <a:pt x="104080" y="104885"/>
                  </a:lnTo>
                  <a:lnTo>
                    <a:pt x="104306" y="104938"/>
                  </a:lnTo>
                  <a:lnTo>
                    <a:pt x="104635" y="104797"/>
                  </a:lnTo>
                  <a:lnTo>
                    <a:pt x="105114" y="104673"/>
                  </a:lnTo>
                  <a:lnTo>
                    <a:pt x="105249" y="104981"/>
                  </a:lnTo>
                  <a:lnTo>
                    <a:pt x="105245" y="105122"/>
                  </a:lnTo>
                  <a:lnTo>
                    <a:pt x="105087" y="105201"/>
                  </a:lnTo>
                  <a:lnTo>
                    <a:pt x="104933" y="105327"/>
                  </a:lnTo>
                  <a:lnTo>
                    <a:pt x="104941" y="105464"/>
                  </a:lnTo>
                  <a:lnTo>
                    <a:pt x="105059" y="105682"/>
                  </a:lnTo>
                  <a:lnTo>
                    <a:pt x="105170" y="106589"/>
                  </a:lnTo>
                  <a:lnTo>
                    <a:pt x="104781" y="107044"/>
                  </a:lnTo>
                  <a:lnTo>
                    <a:pt x="104367" y="107559"/>
                  </a:lnTo>
                  <a:lnTo>
                    <a:pt x="104301" y="108183"/>
                  </a:lnTo>
                  <a:lnTo>
                    <a:pt x="104611" y="108258"/>
                  </a:lnTo>
                  <a:lnTo>
                    <a:pt x="104920" y="108402"/>
                  </a:lnTo>
                  <a:lnTo>
                    <a:pt x="105491" y="108730"/>
                  </a:lnTo>
                  <a:lnTo>
                    <a:pt x="105795" y="108819"/>
                  </a:lnTo>
                  <a:lnTo>
                    <a:pt x="105961" y="109110"/>
                  </a:lnTo>
                  <a:lnTo>
                    <a:pt x="106016" y="109240"/>
                  </a:lnTo>
                  <a:lnTo>
                    <a:pt x="106258" y="109271"/>
                  </a:lnTo>
                  <a:lnTo>
                    <a:pt x="106970" y="109233"/>
                  </a:lnTo>
                  <a:lnTo>
                    <a:pt x="107110" y="109529"/>
                  </a:lnTo>
                  <a:lnTo>
                    <a:pt x="107351" y="109815"/>
                  </a:lnTo>
                  <a:lnTo>
                    <a:pt x="107554" y="109878"/>
                  </a:lnTo>
                  <a:lnTo>
                    <a:pt x="107738" y="109873"/>
                  </a:lnTo>
                  <a:lnTo>
                    <a:pt x="107981" y="109879"/>
                  </a:lnTo>
                  <a:lnTo>
                    <a:pt x="108308" y="109998"/>
                  </a:lnTo>
                  <a:lnTo>
                    <a:pt x="108609" y="110502"/>
                  </a:lnTo>
                  <a:lnTo>
                    <a:pt x="108477" y="110687"/>
                  </a:lnTo>
                  <a:lnTo>
                    <a:pt x="108003" y="110720"/>
                  </a:lnTo>
                  <a:lnTo>
                    <a:pt x="108077" y="111041"/>
                  </a:lnTo>
                  <a:lnTo>
                    <a:pt x="108556" y="111146"/>
                  </a:lnTo>
                  <a:lnTo>
                    <a:pt x="108699" y="111173"/>
                  </a:lnTo>
                  <a:lnTo>
                    <a:pt x="109138" y="111099"/>
                  </a:lnTo>
                  <a:lnTo>
                    <a:pt x="109254" y="111576"/>
                  </a:lnTo>
                  <a:lnTo>
                    <a:pt x="109072" y="112066"/>
                  </a:lnTo>
                  <a:lnTo>
                    <a:pt x="109671" y="112128"/>
                  </a:lnTo>
                  <a:lnTo>
                    <a:pt x="110293" y="112436"/>
                  </a:lnTo>
                  <a:lnTo>
                    <a:pt x="111061" y="112497"/>
                  </a:lnTo>
                  <a:lnTo>
                    <a:pt x="111337" y="112492"/>
                  </a:lnTo>
                  <a:lnTo>
                    <a:pt x="111737" y="112467"/>
                  </a:lnTo>
                  <a:lnTo>
                    <a:pt x="112043" y="112677"/>
                  </a:lnTo>
                  <a:lnTo>
                    <a:pt x="112314" y="112690"/>
                  </a:lnTo>
                  <a:lnTo>
                    <a:pt x="112810" y="112546"/>
                  </a:lnTo>
                  <a:lnTo>
                    <a:pt x="113421" y="112360"/>
                  </a:lnTo>
                  <a:lnTo>
                    <a:pt x="113920" y="112175"/>
                  </a:lnTo>
                  <a:lnTo>
                    <a:pt x="114055" y="112158"/>
                  </a:lnTo>
                  <a:lnTo>
                    <a:pt x="114519" y="112326"/>
                  </a:lnTo>
                  <a:lnTo>
                    <a:pt x="114501" y="112498"/>
                  </a:lnTo>
                  <a:lnTo>
                    <a:pt x="114995" y="112711"/>
                  </a:lnTo>
                  <a:lnTo>
                    <a:pt x="115136" y="112738"/>
                  </a:lnTo>
                  <a:lnTo>
                    <a:pt x="115411" y="112685"/>
                  </a:lnTo>
                  <a:lnTo>
                    <a:pt x="115519" y="112416"/>
                  </a:lnTo>
                  <a:lnTo>
                    <a:pt x="115528" y="112125"/>
                  </a:lnTo>
                  <a:lnTo>
                    <a:pt x="115642" y="111836"/>
                  </a:lnTo>
                  <a:lnTo>
                    <a:pt x="116137" y="111765"/>
                  </a:lnTo>
                  <a:lnTo>
                    <a:pt x="117129" y="111830"/>
                  </a:lnTo>
                  <a:lnTo>
                    <a:pt x="117888" y="112309"/>
                  </a:lnTo>
                  <a:lnTo>
                    <a:pt x="117788" y="112630"/>
                  </a:lnTo>
                  <a:lnTo>
                    <a:pt x="117624" y="112871"/>
                  </a:lnTo>
                  <a:lnTo>
                    <a:pt x="118047" y="113026"/>
                  </a:lnTo>
                  <a:lnTo>
                    <a:pt x="118360" y="113020"/>
                  </a:lnTo>
                  <a:lnTo>
                    <a:pt x="118557" y="113217"/>
                  </a:lnTo>
                  <a:lnTo>
                    <a:pt x="118766" y="113728"/>
                  </a:lnTo>
                  <a:lnTo>
                    <a:pt x="118832" y="114306"/>
                  </a:lnTo>
                  <a:lnTo>
                    <a:pt x="119296" y="114582"/>
                  </a:lnTo>
                  <a:lnTo>
                    <a:pt x="119587" y="114589"/>
                  </a:lnTo>
                  <a:lnTo>
                    <a:pt x="119954" y="114536"/>
                  </a:lnTo>
                  <a:lnTo>
                    <a:pt x="120099" y="114350"/>
                  </a:lnTo>
                  <a:lnTo>
                    <a:pt x="120491" y="114341"/>
                  </a:lnTo>
                  <a:lnTo>
                    <a:pt x="120893" y="114314"/>
                  </a:lnTo>
                  <a:lnTo>
                    <a:pt x="120864" y="114007"/>
                  </a:lnTo>
                  <a:lnTo>
                    <a:pt x="121581" y="113659"/>
                  </a:lnTo>
                  <a:lnTo>
                    <a:pt x="121947" y="113425"/>
                  </a:lnTo>
                  <a:lnTo>
                    <a:pt x="122198" y="113455"/>
                  </a:lnTo>
                  <a:lnTo>
                    <a:pt x="122614" y="113426"/>
                  </a:lnTo>
                  <a:lnTo>
                    <a:pt x="122829" y="113079"/>
                  </a:lnTo>
                  <a:lnTo>
                    <a:pt x="122972" y="112835"/>
                  </a:lnTo>
                  <a:lnTo>
                    <a:pt x="123513" y="112980"/>
                  </a:lnTo>
                  <a:lnTo>
                    <a:pt x="123862" y="113170"/>
                  </a:lnTo>
                  <a:lnTo>
                    <a:pt x="124118" y="113346"/>
                  </a:lnTo>
                  <a:lnTo>
                    <a:pt x="124394" y="113562"/>
                  </a:lnTo>
                  <a:lnTo>
                    <a:pt x="124237" y="114386"/>
                  </a:lnTo>
                  <a:lnTo>
                    <a:pt x="124201" y="114572"/>
                  </a:lnTo>
                  <a:lnTo>
                    <a:pt x="124591" y="115267"/>
                  </a:lnTo>
                  <a:lnTo>
                    <a:pt x="124820" y="115342"/>
                  </a:lnTo>
                  <a:lnTo>
                    <a:pt x="125167" y="115685"/>
                  </a:lnTo>
                  <a:lnTo>
                    <a:pt x="125069" y="116074"/>
                  </a:lnTo>
                  <a:lnTo>
                    <a:pt x="125078" y="116306"/>
                  </a:lnTo>
                  <a:lnTo>
                    <a:pt x="125092" y="116453"/>
                  </a:lnTo>
                  <a:lnTo>
                    <a:pt x="125286" y="116463"/>
                  </a:lnTo>
                  <a:lnTo>
                    <a:pt x="125584" y="116407"/>
                  </a:lnTo>
                  <a:lnTo>
                    <a:pt x="126043" y="116158"/>
                  </a:lnTo>
                  <a:lnTo>
                    <a:pt x="126062" y="115832"/>
                  </a:lnTo>
                  <a:lnTo>
                    <a:pt x="126073" y="115678"/>
                  </a:lnTo>
                  <a:lnTo>
                    <a:pt x="126437" y="115686"/>
                  </a:lnTo>
                  <a:lnTo>
                    <a:pt x="127046" y="115476"/>
                  </a:lnTo>
                  <a:lnTo>
                    <a:pt x="126969" y="115076"/>
                  </a:lnTo>
                  <a:lnTo>
                    <a:pt x="127175" y="114706"/>
                  </a:lnTo>
                  <a:lnTo>
                    <a:pt x="126726" y="114388"/>
                  </a:lnTo>
                  <a:lnTo>
                    <a:pt x="126726" y="114227"/>
                  </a:lnTo>
                  <a:lnTo>
                    <a:pt x="126794" y="114024"/>
                  </a:lnTo>
                  <a:lnTo>
                    <a:pt x="127412" y="114167"/>
                  </a:lnTo>
                  <a:lnTo>
                    <a:pt x="127498" y="114436"/>
                  </a:lnTo>
                  <a:lnTo>
                    <a:pt x="128193" y="115065"/>
                  </a:lnTo>
                  <a:lnTo>
                    <a:pt x="128424" y="115234"/>
                  </a:lnTo>
                  <a:lnTo>
                    <a:pt x="128568" y="115295"/>
                  </a:lnTo>
                  <a:lnTo>
                    <a:pt x="128901" y="115438"/>
                  </a:lnTo>
                  <a:lnTo>
                    <a:pt x="129180" y="115735"/>
                  </a:lnTo>
                  <a:lnTo>
                    <a:pt x="129093" y="116148"/>
                  </a:lnTo>
                  <a:lnTo>
                    <a:pt x="128982" y="116357"/>
                  </a:lnTo>
                  <a:lnTo>
                    <a:pt x="128800" y="116871"/>
                  </a:lnTo>
                  <a:lnTo>
                    <a:pt x="128971" y="117344"/>
                  </a:lnTo>
                  <a:lnTo>
                    <a:pt x="129209" y="117585"/>
                  </a:lnTo>
                  <a:lnTo>
                    <a:pt x="129196" y="118123"/>
                  </a:lnTo>
                  <a:lnTo>
                    <a:pt x="129222" y="118499"/>
                  </a:lnTo>
                  <a:lnTo>
                    <a:pt x="129490" y="118657"/>
                  </a:lnTo>
                  <a:lnTo>
                    <a:pt x="129718" y="118726"/>
                  </a:lnTo>
                  <a:lnTo>
                    <a:pt x="129995" y="118971"/>
                  </a:lnTo>
                  <a:lnTo>
                    <a:pt x="130154" y="119331"/>
                  </a:lnTo>
                  <a:lnTo>
                    <a:pt x="130362" y="119833"/>
                  </a:lnTo>
                  <a:lnTo>
                    <a:pt x="130389" y="120139"/>
                  </a:lnTo>
                  <a:lnTo>
                    <a:pt x="130498" y="120392"/>
                  </a:lnTo>
                  <a:lnTo>
                    <a:pt x="130850" y="120750"/>
                  </a:lnTo>
                  <a:lnTo>
                    <a:pt x="131032" y="120774"/>
                  </a:lnTo>
                  <a:lnTo>
                    <a:pt x="131298" y="120379"/>
                  </a:lnTo>
                  <a:lnTo>
                    <a:pt x="131470" y="120300"/>
                  </a:lnTo>
                  <a:lnTo>
                    <a:pt x="131752" y="120208"/>
                  </a:lnTo>
                  <a:lnTo>
                    <a:pt x="132357" y="120352"/>
                  </a:lnTo>
                  <a:lnTo>
                    <a:pt x="132601" y="120542"/>
                  </a:lnTo>
                  <a:lnTo>
                    <a:pt x="132639" y="121074"/>
                  </a:lnTo>
                  <a:lnTo>
                    <a:pt x="132523" y="121511"/>
                  </a:lnTo>
                  <a:lnTo>
                    <a:pt x="132436" y="122030"/>
                  </a:lnTo>
                  <a:lnTo>
                    <a:pt x="132468" y="122471"/>
                  </a:lnTo>
                  <a:lnTo>
                    <a:pt x="132286" y="122929"/>
                  </a:lnTo>
                  <a:lnTo>
                    <a:pt x="132093" y="123193"/>
                  </a:lnTo>
                  <a:lnTo>
                    <a:pt x="132105" y="123379"/>
                  </a:lnTo>
                  <a:lnTo>
                    <a:pt x="132346" y="123710"/>
                  </a:lnTo>
                  <a:lnTo>
                    <a:pt x="132330" y="124272"/>
                  </a:lnTo>
                  <a:lnTo>
                    <a:pt x="132308" y="124464"/>
                  </a:lnTo>
                  <a:lnTo>
                    <a:pt x="132224" y="124661"/>
                  </a:lnTo>
                  <a:lnTo>
                    <a:pt x="132024" y="125070"/>
                  </a:lnTo>
                  <a:lnTo>
                    <a:pt x="131874" y="125343"/>
                  </a:lnTo>
                  <a:lnTo>
                    <a:pt x="131961" y="125532"/>
                  </a:lnTo>
                  <a:lnTo>
                    <a:pt x="131980" y="125994"/>
                  </a:lnTo>
                  <a:lnTo>
                    <a:pt x="131646" y="126607"/>
                  </a:lnTo>
                  <a:lnTo>
                    <a:pt x="131389" y="127054"/>
                  </a:lnTo>
                  <a:lnTo>
                    <a:pt x="131976" y="127615"/>
                  </a:lnTo>
                  <a:lnTo>
                    <a:pt x="132358" y="127796"/>
                  </a:lnTo>
                  <a:lnTo>
                    <a:pt x="133470" y="127576"/>
                  </a:lnTo>
                  <a:lnTo>
                    <a:pt x="134016" y="127142"/>
                  </a:lnTo>
                  <a:lnTo>
                    <a:pt x="135405" y="127105"/>
                  </a:lnTo>
                  <a:lnTo>
                    <a:pt x="135619" y="127145"/>
                  </a:lnTo>
                  <a:lnTo>
                    <a:pt x="136048" y="127061"/>
                  </a:lnTo>
                  <a:lnTo>
                    <a:pt x="136309" y="127111"/>
                  </a:lnTo>
                  <a:lnTo>
                    <a:pt x="137010" y="127319"/>
                  </a:lnTo>
                  <a:lnTo>
                    <a:pt x="137737" y="127454"/>
                  </a:lnTo>
                  <a:lnTo>
                    <a:pt x="138118" y="127623"/>
                  </a:lnTo>
                  <a:lnTo>
                    <a:pt x="138071" y="127073"/>
                  </a:lnTo>
                  <a:lnTo>
                    <a:pt x="138426" y="126984"/>
                  </a:lnTo>
                  <a:lnTo>
                    <a:pt x="138658" y="126956"/>
                  </a:lnTo>
                  <a:lnTo>
                    <a:pt x="138768" y="127153"/>
                  </a:lnTo>
                  <a:lnTo>
                    <a:pt x="139057" y="127361"/>
                  </a:lnTo>
                  <a:lnTo>
                    <a:pt x="139287" y="127500"/>
                  </a:lnTo>
                  <a:lnTo>
                    <a:pt x="140136" y="127105"/>
                  </a:lnTo>
                  <a:lnTo>
                    <a:pt x="140104" y="126919"/>
                  </a:lnTo>
                  <a:lnTo>
                    <a:pt x="140133" y="126607"/>
                  </a:lnTo>
                  <a:lnTo>
                    <a:pt x="140258" y="126130"/>
                  </a:lnTo>
                  <a:lnTo>
                    <a:pt x="140394" y="125991"/>
                  </a:lnTo>
                  <a:lnTo>
                    <a:pt x="140672" y="126069"/>
                  </a:lnTo>
                  <a:lnTo>
                    <a:pt x="141066" y="126549"/>
                  </a:lnTo>
                  <a:lnTo>
                    <a:pt x="142056" y="126672"/>
                  </a:lnTo>
                  <a:lnTo>
                    <a:pt x="142292" y="126496"/>
                  </a:lnTo>
                  <a:lnTo>
                    <a:pt x="142431" y="126507"/>
                  </a:lnTo>
                  <a:lnTo>
                    <a:pt x="142652" y="126754"/>
                  </a:lnTo>
                  <a:lnTo>
                    <a:pt x="142765" y="126959"/>
                  </a:lnTo>
                  <a:lnTo>
                    <a:pt x="142994" y="126884"/>
                  </a:lnTo>
                  <a:lnTo>
                    <a:pt x="143106" y="126535"/>
                  </a:lnTo>
                  <a:lnTo>
                    <a:pt x="143533" y="126450"/>
                  </a:lnTo>
                  <a:lnTo>
                    <a:pt x="143832" y="126315"/>
                  </a:lnTo>
                  <a:lnTo>
                    <a:pt x="144237" y="126062"/>
                  </a:lnTo>
                  <a:lnTo>
                    <a:pt x="144606" y="125764"/>
                  </a:lnTo>
                  <a:lnTo>
                    <a:pt x="144792" y="125764"/>
                  </a:lnTo>
                  <a:lnTo>
                    <a:pt x="145072" y="125771"/>
                  </a:lnTo>
                  <a:lnTo>
                    <a:pt x="145915" y="125795"/>
                  </a:lnTo>
                  <a:lnTo>
                    <a:pt x="146030" y="125666"/>
                  </a:lnTo>
                  <a:lnTo>
                    <a:pt x="146191" y="125568"/>
                  </a:lnTo>
                  <a:lnTo>
                    <a:pt x="146385" y="125624"/>
                  </a:lnTo>
                  <a:lnTo>
                    <a:pt x="147082" y="126418"/>
                  </a:lnTo>
                  <a:lnTo>
                    <a:pt x="147455" y="126583"/>
                  </a:lnTo>
                  <a:lnTo>
                    <a:pt x="147688" y="126605"/>
                  </a:lnTo>
                  <a:lnTo>
                    <a:pt x="147948" y="126512"/>
                  </a:lnTo>
                  <a:lnTo>
                    <a:pt x="148690" y="126552"/>
                  </a:lnTo>
                  <a:lnTo>
                    <a:pt x="149080" y="126686"/>
                  </a:lnTo>
                  <a:lnTo>
                    <a:pt x="149055" y="126903"/>
                  </a:lnTo>
                  <a:lnTo>
                    <a:pt x="148871" y="127255"/>
                  </a:lnTo>
                  <a:lnTo>
                    <a:pt x="148650" y="127325"/>
                  </a:lnTo>
                  <a:lnTo>
                    <a:pt x="148164" y="127301"/>
                  </a:lnTo>
                  <a:lnTo>
                    <a:pt x="147946" y="127681"/>
                  </a:lnTo>
                  <a:lnTo>
                    <a:pt x="148290" y="128328"/>
                  </a:lnTo>
                  <a:lnTo>
                    <a:pt x="148256" y="128621"/>
                  </a:lnTo>
                  <a:lnTo>
                    <a:pt x="148231" y="128976"/>
                  </a:lnTo>
                  <a:lnTo>
                    <a:pt x="148292" y="129792"/>
                  </a:lnTo>
                  <a:lnTo>
                    <a:pt x="148245" y="130383"/>
                  </a:lnTo>
                  <a:lnTo>
                    <a:pt x="147803" y="130815"/>
                  </a:lnTo>
                  <a:lnTo>
                    <a:pt x="147480" y="131134"/>
                  </a:lnTo>
                  <a:lnTo>
                    <a:pt x="147090" y="131522"/>
                  </a:lnTo>
                  <a:lnTo>
                    <a:pt x="146761" y="131853"/>
                  </a:lnTo>
                  <a:lnTo>
                    <a:pt x="146511" y="132095"/>
                  </a:lnTo>
                  <a:lnTo>
                    <a:pt x="146227" y="132299"/>
                  </a:lnTo>
                  <a:lnTo>
                    <a:pt x="146350" y="132655"/>
                  </a:lnTo>
                  <a:lnTo>
                    <a:pt x="146378" y="132814"/>
                  </a:lnTo>
                  <a:lnTo>
                    <a:pt x="146417" y="133077"/>
                  </a:lnTo>
                  <a:lnTo>
                    <a:pt x="146441" y="133337"/>
                  </a:lnTo>
                  <a:lnTo>
                    <a:pt x="146348" y="134046"/>
                  </a:lnTo>
                  <a:lnTo>
                    <a:pt x="146251" y="134866"/>
                  </a:lnTo>
                  <a:lnTo>
                    <a:pt x="146143" y="135815"/>
                  </a:lnTo>
                  <a:lnTo>
                    <a:pt x="146130" y="136299"/>
                  </a:lnTo>
                  <a:lnTo>
                    <a:pt x="146023" y="137310"/>
                  </a:lnTo>
                  <a:lnTo>
                    <a:pt x="146029" y="138483"/>
                  </a:lnTo>
                  <a:lnTo>
                    <a:pt x="145619" y="138327"/>
                  </a:lnTo>
                  <a:lnTo>
                    <a:pt x="145354" y="138224"/>
                  </a:lnTo>
                  <a:lnTo>
                    <a:pt x="145218" y="138170"/>
                  </a:lnTo>
                  <a:lnTo>
                    <a:pt x="145038" y="138101"/>
                  </a:lnTo>
                  <a:lnTo>
                    <a:pt x="144804" y="138011"/>
                  </a:lnTo>
                  <a:lnTo>
                    <a:pt x="144608" y="137936"/>
                  </a:lnTo>
                  <a:lnTo>
                    <a:pt x="144016" y="137757"/>
                  </a:lnTo>
                  <a:lnTo>
                    <a:pt x="143822" y="137765"/>
                  </a:lnTo>
                  <a:lnTo>
                    <a:pt x="143675" y="138293"/>
                  </a:lnTo>
                  <a:lnTo>
                    <a:pt x="143613" y="138663"/>
                  </a:lnTo>
                  <a:lnTo>
                    <a:pt x="143405" y="138758"/>
                  </a:lnTo>
                  <a:lnTo>
                    <a:pt x="143046" y="139280"/>
                  </a:lnTo>
                  <a:lnTo>
                    <a:pt x="142852" y="139806"/>
                  </a:lnTo>
                  <a:lnTo>
                    <a:pt x="142801" y="140155"/>
                  </a:lnTo>
                  <a:lnTo>
                    <a:pt x="142825" y="140393"/>
                  </a:lnTo>
                  <a:lnTo>
                    <a:pt x="142808" y="140677"/>
                  </a:lnTo>
                  <a:lnTo>
                    <a:pt x="142619" y="141299"/>
                  </a:lnTo>
                  <a:lnTo>
                    <a:pt x="142719" y="141823"/>
                  </a:lnTo>
                  <a:lnTo>
                    <a:pt x="143013" y="142183"/>
                  </a:lnTo>
                  <a:lnTo>
                    <a:pt x="142994" y="142361"/>
                  </a:lnTo>
                  <a:lnTo>
                    <a:pt x="142903" y="142879"/>
                  </a:lnTo>
                  <a:lnTo>
                    <a:pt x="142840" y="143087"/>
                  </a:lnTo>
                  <a:lnTo>
                    <a:pt x="142561" y="143552"/>
                  </a:lnTo>
                  <a:lnTo>
                    <a:pt x="142447" y="143732"/>
                  </a:lnTo>
                  <a:lnTo>
                    <a:pt x="141758" y="144095"/>
                  </a:lnTo>
                  <a:lnTo>
                    <a:pt x="141523" y="144048"/>
                  </a:lnTo>
                  <a:lnTo>
                    <a:pt x="141336" y="144003"/>
                  </a:lnTo>
                  <a:lnTo>
                    <a:pt x="141143" y="143997"/>
                  </a:lnTo>
                  <a:lnTo>
                    <a:pt x="140732" y="144085"/>
                  </a:lnTo>
                  <a:lnTo>
                    <a:pt x="140741" y="144366"/>
                  </a:lnTo>
                  <a:lnTo>
                    <a:pt x="140942" y="144607"/>
                  </a:lnTo>
                  <a:lnTo>
                    <a:pt x="141280" y="144621"/>
                  </a:lnTo>
                  <a:lnTo>
                    <a:pt x="141580" y="144681"/>
                  </a:lnTo>
                  <a:lnTo>
                    <a:pt x="141473" y="145144"/>
                  </a:lnTo>
                  <a:lnTo>
                    <a:pt x="141424" y="145318"/>
                  </a:lnTo>
                  <a:lnTo>
                    <a:pt x="141300" y="145540"/>
                  </a:lnTo>
                  <a:lnTo>
                    <a:pt x="141264" y="145858"/>
                  </a:lnTo>
                  <a:lnTo>
                    <a:pt x="141123" y="146433"/>
                  </a:lnTo>
                  <a:lnTo>
                    <a:pt x="140779" y="147102"/>
                  </a:lnTo>
                  <a:lnTo>
                    <a:pt x="140607" y="147188"/>
                  </a:lnTo>
                  <a:lnTo>
                    <a:pt x="140405" y="147278"/>
                  </a:lnTo>
                  <a:lnTo>
                    <a:pt x="139929" y="148336"/>
                  </a:lnTo>
                  <a:lnTo>
                    <a:pt x="139864" y="148663"/>
                  </a:lnTo>
                  <a:lnTo>
                    <a:pt x="139915" y="149503"/>
                  </a:lnTo>
                  <a:lnTo>
                    <a:pt x="140208" y="149565"/>
                  </a:lnTo>
                  <a:lnTo>
                    <a:pt x="141147" y="149392"/>
                  </a:lnTo>
                  <a:lnTo>
                    <a:pt x="141426" y="149734"/>
                  </a:lnTo>
                  <a:lnTo>
                    <a:pt x="141222" y="150757"/>
                  </a:lnTo>
                  <a:lnTo>
                    <a:pt x="141557" y="151479"/>
                  </a:lnTo>
                  <a:lnTo>
                    <a:pt x="141774" y="151447"/>
                  </a:lnTo>
                  <a:lnTo>
                    <a:pt x="142019" y="151462"/>
                  </a:lnTo>
                  <a:lnTo>
                    <a:pt x="142156" y="151863"/>
                  </a:lnTo>
                  <a:lnTo>
                    <a:pt x="142417" y="151995"/>
                  </a:lnTo>
                  <a:lnTo>
                    <a:pt x="143297" y="152583"/>
                  </a:lnTo>
                  <a:lnTo>
                    <a:pt x="143302" y="152894"/>
                  </a:lnTo>
                  <a:lnTo>
                    <a:pt x="143643" y="153229"/>
                  </a:lnTo>
                  <a:lnTo>
                    <a:pt x="143565" y="152791"/>
                  </a:lnTo>
                  <a:lnTo>
                    <a:pt x="143538" y="152648"/>
                  </a:lnTo>
                  <a:lnTo>
                    <a:pt x="143754" y="152699"/>
                  </a:lnTo>
                  <a:lnTo>
                    <a:pt x="144306" y="152846"/>
                  </a:lnTo>
                  <a:lnTo>
                    <a:pt x="144456" y="153176"/>
                  </a:lnTo>
                  <a:lnTo>
                    <a:pt x="144699" y="153137"/>
                  </a:lnTo>
                  <a:lnTo>
                    <a:pt x="145000" y="152941"/>
                  </a:lnTo>
                  <a:lnTo>
                    <a:pt x="145360" y="152693"/>
                  </a:lnTo>
                  <a:lnTo>
                    <a:pt x="145835" y="152527"/>
                  </a:lnTo>
                  <a:lnTo>
                    <a:pt x="146255" y="152363"/>
                  </a:lnTo>
                  <a:lnTo>
                    <a:pt x="146511" y="152264"/>
                  </a:lnTo>
                  <a:lnTo>
                    <a:pt x="146691" y="152208"/>
                  </a:lnTo>
                  <a:lnTo>
                    <a:pt x="146936" y="152133"/>
                  </a:lnTo>
                  <a:lnTo>
                    <a:pt x="147162" y="152068"/>
                  </a:lnTo>
                  <a:lnTo>
                    <a:pt x="147388" y="151996"/>
                  </a:lnTo>
                  <a:lnTo>
                    <a:pt x="147590" y="151925"/>
                  </a:lnTo>
                  <a:lnTo>
                    <a:pt x="148009" y="151121"/>
                  </a:lnTo>
                  <a:lnTo>
                    <a:pt x="148027" y="150516"/>
                  </a:lnTo>
                  <a:lnTo>
                    <a:pt x="148906" y="149854"/>
                  </a:lnTo>
                  <a:lnTo>
                    <a:pt x="149554" y="150110"/>
                  </a:lnTo>
                  <a:lnTo>
                    <a:pt x="149685" y="150201"/>
                  </a:lnTo>
                  <a:lnTo>
                    <a:pt x="149849" y="150349"/>
                  </a:lnTo>
                  <a:lnTo>
                    <a:pt x="149983" y="150486"/>
                  </a:lnTo>
                  <a:lnTo>
                    <a:pt x="150116" y="150646"/>
                  </a:lnTo>
                  <a:lnTo>
                    <a:pt x="150377" y="151139"/>
                  </a:lnTo>
                  <a:lnTo>
                    <a:pt x="150488" y="151477"/>
                  </a:lnTo>
                  <a:lnTo>
                    <a:pt x="150518" y="151774"/>
                  </a:lnTo>
                  <a:lnTo>
                    <a:pt x="150533" y="152606"/>
                  </a:lnTo>
                  <a:lnTo>
                    <a:pt x="150531" y="152755"/>
                  </a:lnTo>
                  <a:lnTo>
                    <a:pt x="150496" y="153181"/>
                  </a:lnTo>
                  <a:lnTo>
                    <a:pt x="150477" y="153426"/>
                  </a:lnTo>
                  <a:lnTo>
                    <a:pt x="150441" y="153986"/>
                  </a:lnTo>
                  <a:lnTo>
                    <a:pt x="150330" y="154299"/>
                  </a:lnTo>
                  <a:lnTo>
                    <a:pt x="150091" y="154334"/>
                  </a:lnTo>
                  <a:lnTo>
                    <a:pt x="149892" y="154369"/>
                  </a:lnTo>
                  <a:lnTo>
                    <a:pt x="149747" y="154468"/>
                  </a:lnTo>
                  <a:lnTo>
                    <a:pt x="149998" y="154717"/>
                  </a:lnTo>
                  <a:lnTo>
                    <a:pt x="150585" y="155115"/>
                  </a:lnTo>
                  <a:lnTo>
                    <a:pt x="150402" y="155446"/>
                  </a:lnTo>
                  <a:lnTo>
                    <a:pt x="150250" y="155406"/>
                  </a:lnTo>
                  <a:lnTo>
                    <a:pt x="149847" y="155378"/>
                  </a:lnTo>
                  <a:lnTo>
                    <a:pt x="150023" y="155485"/>
                  </a:lnTo>
                  <a:lnTo>
                    <a:pt x="150594" y="155599"/>
                  </a:lnTo>
                  <a:lnTo>
                    <a:pt x="150607" y="155730"/>
                  </a:lnTo>
                  <a:lnTo>
                    <a:pt x="150203" y="156199"/>
                  </a:lnTo>
                  <a:lnTo>
                    <a:pt x="150063" y="156601"/>
                  </a:lnTo>
                  <a:lnTo>
                    <a:pt x="150200" y="156627"/>
                  </a:lnTo>
                  <a:lnTo>
                    <a:pt x="150490" y="156676"/>
                  </a:lnTo>
                  <a:lnTo>
                    <a:pt x="150666" y="156609"/>
                  </a:lnTo>
                  <a:lnTo>
                    <a:pt x="150870" y="156540"/>
                  </a:lnTo>
                  <a:lnTo>
                    <a:pt x="151045" y="156940"/>
                  </a:lnTo>
                  <a:lnTo>
                    <a:pt x="151157" y="157305"/>
                  </a:lnTo>
                  <a:lnTo>
                    <a:pt x="151283" y="157794"/>
                  </a:lnTo>
                  <a:lnTo>
                    <a:pt x="151318" y="158061"/>
                  </a:lnTo>
                  <a:lnTo>
                    <a:pt x="151321" y="158399"/>
                  </a:lnTo>
                  <a:lnTo>
                    <a:pt x="151303" y="158986"/>
                  </a:lnTo>
                  <a:lnTo>
                    <a:pt x="151320" y="159194"/>
                  </a:lnTo>
                  <a:lnTo>
                    <a:pt x="151611" y="159972"/>
                  </a:lnTo>
                  <a:lnTo>
                    <a:pt x="152885" y="160607"/>
                  </a:lnTo>
                  <a:lnTo>
                    <a:pt x="153514" y="160641"/>
                  </a:lnTo>
                  <a:lnTo>
                    <a:pt x="153848" y="161075"/>
                  </a:lnTo>
                  <a:lnTo>
                    <a:pt x="153177" y="161589"/>
                  </a:lnTo>
                  <a:lnTo>
                    <a:pt x="152941" y="161663"/>
                  </a:lnTo>
                  <a:lnTo>
                    <a:pt x="152741" y="161713"/>
                  </a:lnTo>
                  <a:lnTo>
                    <a:pt x="152581" y="161739"/>
                  </a:lnTo>
                  <a:lnTo>
                    <a:pt x="152334" y="161783"/>
                  </a:lnTo>
                  <a:lnTo>
                    <a:pt x="152101" y="161834"/>
                  </a:lnTo>
                  <a:lnTo>
                    <a:pt x="151442" y="161984"/>
                  </a:lnTo>
                  <a:lnTo>
                    <a:pt x="151211" y="162081"/>
                  </a:lnTo>
                  <a:lnTo>
                    <a:pt x="150742" y="162756"/>
                  </a:lnTo>
                  <a:lnTo>
                    <a:pt x="150947" y="163346"/>
                  </a:lnTo>
                  <a:lnTo>
                    <a:pt x="151034" y="163843"/>
                  </a:lnTo>
                  <a:lnTo>
                    <a:pt x="151062" y="163995"/>
                  </a:lnTo>
                  <a:lnTo>
                    <a:pt x="151129" y="164254"/>
                  </a:lnTo>
                  <a:lnTo>
                    <a:pt x="151380" y="164700"/>
                  </a:lnTo>
                  <a:lnTo>
                    <a:pt x="151333" y="165241"/>
                  </a:lnTo>
                  <a:lnTo>
                    <a:pt x="151339" y="165711"/>
                  </a:lnTo>
                  <a:lnTo>
                    <a:pt x="151417" y="165851"/>
                  </a:lnTo>
                  <a:lnTo>
                    <a:pt x="151660" y="166085"/>
                  </a:lnTo>
                  <a:lnTo>
                    <a:pt x="151893" y="165743"/>
                  </a:lnTo>
                  <a:lnTo>
                    <a:pt x="152190" y="165588"/>
                  </a:lnTo>
                  <a:lnTo>
                    <a:pt x="152940" y="165761"/>
                  </a:lnTo>
                  <a:lnTo>
                    <a:pt x="153093" y="166001"/>
                  </a:lnTo>
                  <a:lnTo>
                    <a:pt x="153453" y="166193"/>
                  </a:lnTo>
                  <a:lnTo>
                    <a:pt x="153577" y="166681"/>
                  </a:lnTo>
                  <a:lnTo>
                    <a:pt x="153708" y="167368"/>
                  </a:lnTo>
                  <a:lnTo>
                    <a:pt x="153694" y="167666"/>
                  </a:lnTo>
                  <a:lnTo>
                    <a:pt x="153373" y="168194"/>
                  </a:lnTo>
                  <a:lnTo>
                    <a:pt x="153641" y="168893"/>
                  </a:lnTo>
                  <a:lnTo>
                    <a:pt x="153854" y="168960"/>
                  </a:lnTo>
                  <a:lnTo>
                    <a:pt x="154273" y="168963"/>
                  </a:lnTo>
                  <a:lnTo>
                    <a:pt x="154451" y="169150"/>
                  </a:lnTo>
                  <a:lnTo>
                    <a:pt x="154498" y="169766"/>
                  </a:lnTo>
                  <a:lnTo>
                    <a:pt x="154835" y="169722"/>
                  </a:lnTo>
                  <a:lnTo>
                    <a:pt x="154911" y="169478"/>
                  </a:lnTo>
                  <a:lnTo>
                    <a:pt x="155172" y="169209"/>
                  </a:lnTo>
                  <a:lnTo>
                    <a:pt x="155419" y="169198"/>
                  </a:lnTo>
                  <a:lnTo>
                    <a:pt x="156003" y="169386"/>
                  </a:lnTo>
                  <a:lnTo>
                    <a:pt x="156216" y="169922"/>
                  </a:lnTo>
                  <a:lnTo>
                    <a:pt x="156248" y="170174"/>
                  </a:lnTo>
                  <a:lnTo>
                    <a:pt x="156062" y="170879"/>
                  </a:lnTo>
                  <a:lnTo>
                    <a:pt x="156039" y="171322"/>
                  </a:lnTo>
                  <a:lnTo>
                    <a:pt x="156196" y="171606"/>
                  </a:lnTo>
                  <a:lnTo>
                    <a:pt x="156612" y="171648"/>
                  </a:lnTo>
                  <a:lnTo>
                    <a:pt x="157087" y="171532"/>
                  </a:lnTo>
                  <a:lnTo>
                    <a:pt x="157305" y="171591"/>
                  </a:lnTo>
                  <a:lnTo>
                    <a:pt x="157593" y="171660"/>
                  </a:lnTo>
                  <a:lnTo>
                    <a:pt x="157846" y="171704"/>
                  </a:lnTo>
                  <a:lnTo>
                    <a:pt x="158265" y="171722"/>
                  </a:lnTo>
                  <a:lnTo>
                    <a:pt x="158552" y="171484"/>
                  </a:lnTo>
                  <a:lnTo>
                    <a:pt x="158820" y="171146"/>
                  </a:lnTo>
                  <a:lnTo>
                    <a:pt x="159062" y="170686"/>
                  </a:lnTo>
                  <a:lnTo>
                    <a:pt x="159471" y="171056"/>
                  </a:lnTo>
                  <a:lnTo>
                    <a:pt x="159719" y="171374"/>
                  </a:lnTo>
                  <a:lnTo>
                    <a:pt x="160073" y="171494"/>
                  </a:lnTo>
                  <a:lnTo>
                    <a:pt x="160594" y="171528"/>
                  </a:lnTo>
                  <a:lnTo>
                    <a:pt x="161283" y="171440"/>
                  </a:lnTo>
                  <a:lnTo>
                    <a:pt x="161894" y="171346"/>
                  </a:lnTo>
                  <a:lnTo>
                    <a:pt x="162374" y="171232"/>
                  </a:lnTo>
                  <a:lnTo>
                    <a:pt x="162801" y="171133"/>
                  </a:lnTo>
                  <a:lnTo>
                    <a:pt x="162935" y="171117"/>
                  </a:lnTo>
                  <a:lnTo>
                    <a:pt x="163463" y="171087"/>
                  </a:lnTo>
                  <a:lnTo>
                    <a:pt x="163831" y="171324"/>
                  </a:lnTo>
                  <a:lnTo>
                    <a:pt x="164332" y="171455"/>
                  </a:lnTo>
                  <a:lnTo>
                    <a:pt x="165422" y="171137"/>
                  </a:lnTo>
                  <a:lnTo>
                    <a:pt x="165633" y="170692"/>
                  </a:lnTo>
                  <a:lnTo>
                    <a:pt x="165960" y="170563"/>
                  </a:lnTo>
                  <a:lnTo>
                    <a:pt x="166583" y="170425"/>
                  </a:lnTo>
                  <a:lnTo>
                    <a:pt x="167141" y="170746"/>
                  </a:lnTo>
                  <a:lnTo>
                    <a:pt x="167295" y="170846"/>
                  </a:lnTo>
                  <a:lnTo>
                    <a:pt x="167940" y="171086"/>
                  </a:lnTo>
                  <a:lnTo>
                    <a:pt x="168620" y="171284"/>
                  </a:lnTo>
                  <a:lnTo>
                    <a:pt x="168970" y="171421"/>
                  </a:lnTo>
                  <a:lnTo>
                    <a:pt x="169127" y="171498"/>
                  </a:lnTo>
                  <a:lnTo>
                    <a:pt x="169971" y="171298"/>
                  </a:lnTo>
                  <a:lnTo>
                    <a:pt x="170278" y="170993"/>
                  </a:lnTo>
                  <a:lnTo>
                    <a:pt x="171018" y="170892"/>
                  </a:lnTo>
                  <a:lnTo>
                    <a:pt x="171128" y="170661"/>
                  </a:lnTo>
                  <a:lnTo>
                    <a:pt x="171088" y="170296"/>
                  </a:lnTo>
                  <a:lnTo>
                    <a:pt x="170879" y="169921"/>
                  </a:lnTo>
                  <a:lnTo>
                    <a:pt x="170615" y="169760"/>
                  </a:lnTo>
                  <a:lnTo>
                    <a:pt x="170473" y="169606"/>
                  </a:lnTo>
                  <a:lnTo>
                    <a:pt x="170381" y="169070"/>
                  </a:lnTo>
                  <a:lnTo>
                    <a:pt x="170401" y="168844"/>
                  </a:lnTo>
                  <a:lnTo>
                    <a:pt x="170360" y="168568"/>
                  </a:lnTo>
                  <a:lnTo>
                    <a:pt x="170391" y="168239"/>
                  </a:lnTo>
                  <a:lnTo>
                    <a:pt x="170694" y="167799"/>
                  </a:lnTo>
                  <a:lnTo>
                    <a:pt x="170679" y="167286"/>
                  </a:lnTo>
                  <a:lnTo>
                    <a:pt x="170621" y="167135"/>
                  </a:lnTo>
                  <a:lnTo>
                    <a:pt x="170574" y="166853"/>
                  </a:lnTo>
                  <a:lnTo>
                    <a:pt x="170521" y="166449"/>
                  </a:lnTo>
                  <a:lnTo>
                    <a:pt x="170521" y="165736"/>
                  </a:lnTo>
                  <a:lnTo>
                    <a:pt x="170699" y="165571"/>
                  </a:lnTo>
                  <a:lnTo>
                    <a:pt x="171035" y="165518"/>
                  </a:lnTo>
                  <a:lnTo>
                    <a:pt x="171260" y="165621"/>
                  </a:lnTo>
                  <a:lnTo>
                    <a:pt x="171403" y="165717"/>
                  </a:lnTo>
                  <a:lnTo>
                    <a:pt x="171660" y="165739"/>
                  </a:lnTo>
                  <a:lnTo>
                    <a:pt x="172088" y="165915"/>
                  </a:lnTo>
                  <a:lnTo>
                    <a:pt x="172679" y="165744"/>
                  </a:lnTo>
                  <a:lnTo>
                    <a:pt x="172990" y="165689"/>
                  </a:lnTo>
                  <a:lnTo>
                    <a:pt x="173219" y="165649"/>
                  </a:lnTo>
                  <a:lnTo>
                    <a:pt x="173324" y="165416"/>
                  </a:lnTo>
                  <a:lnTo>
                    <a:pt x="173244" y="164619"/>
                  </a:lnTo>
                  <a:lnTo>
                    <a:pt x="173355" y="164173"/>
                  </a:lnTo>
                  <a:lnTo>
                    <a:pt x="173276" y="163611"/>
                  </a:lnTo>
                  <a:lnTo>
                    <a:pt x="173093" y="163240"/>
                  </a:lnTo>
                  <a:lnTo>
                    <a:pt x="173194" y="162921"/>
                  </a:lnTo>
                  <a:lnTo>
                    <a:pt x="173759" y="162819"/>
                  </a:lnTo>
                  <a:lnTo>
                    <a:pt x="173932" y="162923"/>
                  </a:lnTo>
                  <a:lnTo>
                    <a:pt x="174191" y="162908"/>
                  </a:lnTo>
                  <a:lnTo>
                    <a:pt x="174620" y="162676"/>
                  </a:lnTo>
                  <a:lnTo>
                    <a:pt x="174471" y="161991"/>
                  </a:lnTo>
                  <a:lnTo>
                    <a:pt x="174370" y="161678"/>
                  </a:lnTo>
                  <a:lnTo>
                    <a:pt x="174665" y="161119"/>
                  </a:lnTo>
                  <a:lnTo>
                    <a:pt x="175491" y="161061"/>
                  </a:lnTo>
                  <a:lnTo>
                    <a:pt x="176110" y="161041"/>
                  </a:lnTo>
                  <a:lnTo>
                    <a:pt x="176445" y="161077"/>
                  </a:lnTo>
                  <a:lnTo>
                    <a:pt x="176280" y="161424"/>
                  </a:lnTo>
                  <a:lnTo>
                    <a:pt x="176299" y="161598"/>
                  </a:lnTo>
                  <a:lnTo>
                    <a:pt x="176418" y="161893"/>
                  </a:lnTo>
                  <a:lnTo>
                    <a:pt x="176837" y="161674"/>
                  </a:lnTo>
                  <a:lnTo>
                    <a:pt x="177610" y="161898"/>
                  </a:lnTo>
                  <a:lnTo>
                    <a:pt x="177984" y="162027"/>
                  </a:lnTo>
                  <a:lnTo>
                    <a:pt x="178166" y="161833"/>
                  </a:lnTo>
                  <a:lnTo>
                    <a:pt x="178538" y="161666"/>
                  </a:lnTo>
                  <a:lnTo>
                    <a:pt x="179192" y="161579"/>
                  </a:lnTo>
                  <a:lnTo>
                    <a:pt x="179659" y="161385"/>
                  </a:lnTo>
                  <a:lnTo>
                    <a:pt x="179952" y="161251"/>
                  </a:lnTo>
                  <a:lnTo>
                    <a:pt x="180253" y="160991"/>
                  </a:lnTo>
                  <a:lnTo>
                    <a:pt x="180576" y="160975"/>
                  </a:lnTo>
                  <a:lnTo>
                    <a:pt x="180851" y="161048"/>
                  </a:lnTo>
                  <a:lnTo>
                    <a:pt x="181341" y="161332"/>
                  </a:lnTo>
                  <a:lnTo>
                    <a:pt x="181470" y="161588"/>
                  </a:lnTo>
                  <a:lnTo>
                    <a:pt x="181524" y="161822"/>
                  </a:lnTo>
                  <a:lnTo>
                    <a:pt x="181512" y="162559"/>
                  </a:lnTo>
                  <a:lnTo>
                    <a:pt x="181315" y="162558"/>
                  </a:lnTo>
                  <a:lnTo>
                    <a:pt x="181178" y="162673"/>
                  </a:lnTo>
                  <a:lnTo>
                    <a:pt x="181049" y="163196"/>
                  </a:lnTo>
                  <a:lnTo>
                    <a:pt x="181083" y="163365"/>
                  </a:lnTo>
                  <a:lnTo>
                    <a:pt x="181303" y="163393"/>
                  </a:lnTo>
                  <a:lnTo>
                    <a:pt x="182076" y="163243"/>
                  </a:lnTo>
                  <a:lnTo>
                    <a:pt x="182227" y="163189"/>
                  </a:lnTo>
                  <a:lnTo>
                    <a:pt x="182265" y="163726"/>
                  </a:lnTo>
                  <a:lnTo>
                    <a:pt x="182242" y="163854"/>
                  </a:lnTo>
                  <a:lnTo>
                    <a:pt x="182225" y="163993"/>
                  </a:lnTo>
                  <a:lnTo>
                    <a:pt x="182439" y="164329"/>
                  </a:lnTo>
                  <a:lnTo>
                    <a:pt x="182537" y="164464"/>
                  </a:lnTo>
                  <a:lnTo>
                    <a:pt x="182537" y="164709"/>
                  </a:lnTo>
                  <a:lnTo>
                    <a:pt x="182558" y="164909"/>
                  </a:lnTo>
                  <a:lnTo>
                    <a:pt x="182934" y="165112"/>
                  </a:lnTo>
                  <a:lnTo>
                    <a:pt x="183306" y="165354"/>
                  </a:lnTo>
                  <a:lnTo>
                    <a:pt x="183472" y="165512"/>
                  </a:lnTo>
                  <a:lnTo>
                    <a:pt x="183745" y="165858"/>
                  </a:lnTo>
                  <a:lnTo>
                    <a:pt x="184025" y="166222"/>
                  </a:lnTo>
                  <a:lnTo>
                    <a:pt x="184129" y="166361"/>
                  </a:lnTo>
                  <a:lnTo>
                    <a:pt x="184372" y="166668"/>
                  </a:lnTo>
                  <a:lnTo>
                    <a:pt x="184884" y="166837"/>
                  </a:lnTo>
                  <a:lnTo>
                    <a:pt x="187782" y="167606"/>
                  </a:lnTo>
                  <a:lnTo>
                    <a:pt x="187842" y="167888"/>
                  </a:lnTo>
                  <a:lnTo>
                    <a:pt x="188015" y="168680"/>
                  </a:lnTo>
                  <a:lnTo>
                    <a:pt x="188082" y="168966"/>
                  </a:lnTo>
                  <a:lnTo>
                    <a:pt x="188115" y="169105"/>
                  </a:lnTo>
                  <a:lnTo>
                    <a:pt x="188173" y="169355"/>
                  </a:lnTo>
                  <a:lnTo>
                    <a:pt x="188233" y="169608"/>
                  </a:lnTo>
                  <a:lnTo>
                    <a:pt x="188279" y="169804"/>
                  </a:lnTo>
                  <a:lnTo>
                    <a:pt x="188359" y="170142"/>
                  </a:lnTo>
                  <a:lnTo>
                    <a:pt x="188445" y="170506"/>
                  </a:lnTo>
                  <a:lnTo>
                    <a:pt x="188621" y="171255"/>
                  </a:lnTo>
                  <a:lnTo>
                    <a:pt x="188666" y="172021"/>
                  </a:lnTo>
                  <a:lnTo>
                    <a:pt x="188655" y="172739"/>
                  </a:lnTo>
                  <a:lnTo>
                    <a:pt x="188631" y="173299"/>
                  </a:lnTo>
                  <a:lnTo>
                    <a:pt x="188620" y="173474"/>
                  </a:lnTo>
                  <a:lnTo>
                    <a:pt x="188605" y="173701"/>
                  </a:lnTo>
                  <a:lnTo>
                    <a:pt x="188555" y="174976"/>
                  </a:lnTo>
                  <a:lnTo>
                    <a:pt x="188967" y="175625"/>
                  </a:lnTo>
                  <a:lnTo>
                    <a:pt x="188573" y="176031"/>
                  </a:lnTo>
                  <a:lnTo>
                    <a:pt x="188568" y="176196"/>
                  </a:lnTo>
                  <a:lnTo>
                    <a:pt x="188815" y="176362"/>
                  </a:lnTo>
                  <a:lnTo>
                    <a:pt x="189173" y="176370"/>
                  </a:lnTo>
                  <a:lnTo>
                    <a:pt x="189330" y="176374"/>
                  </a:lnTo>
                  <a:lnTo>
                    <a:pt x="189321" y="176646"/>
                  </a:lnTo>
                  <a:lnTo>
                    <a:pt x="189188" y="176741"/>
                  </a:lnTo>
                  <a:lnTo>
                    <a:pt x="188863" y="177186"/>
                  </a:lnTo>
                  <a:lnTo>
                    <a:pt x="188888" y="177675"/>
                  </a:lnTo>
                  <a:lnTo>
                    <a:pt x="189036" y="177804"/>
                  </a:lnTo>
                  <a:lnTo>
                    <a:pt x="188661" y="178184"/>
                  </a:lnTo>
                  <a:lnTo>
                    <a:pt x="187857" y="177518"/>
                  </a:lnTo>
                  <a:lnTo>
                    <a:pt x="187769" y="177215"/>
                  </a:lnTo>
                  <a:lnTo>
                    <a:pt x="187644" y="176857"/>
                  </a:lnTo>
                  <a:lnTo>
                    <a:pt x="187318" y="177085"/>
                  </a:lnTo>
                  <a:lnTo>
                    <a:pt x="187309" y="177359"/>
                  </a:lnTo>
                  <a:lnTo>
                    <a:pt x="187354" y="177527"/>
                  </a:lnTo>
                  <a:lnTo>
                    <a:pt x="187196" y="177868"/>
                  </a:lnTo>
                  <a:lnTo>
                    <a:pt x="186706" y="178306"/>
                  </a:lnTo>
                  <a:lnTo>
                    <a:pt x="186592" y="178871"/>
                  </a:lnTo>
                  <a:lnTo>
                    <a:pt x="186843" y="179254"/>
                  </a:lnTo>
                  <a:lnTo>
                    <a:pt x="186828" y="179766"/>
                  </a:lnTo>
                  <a:lnTo>
                    <a:pt x="186340" y="179721"/>
                  </a:lnTo>
                  <a:lnTo>
                    <a:pt x="186297" y="180180"/>
                  </a:lnTo>
                  <a:lnTo>
                    <a:pt x="186385" y="181015"/>
                  </a:lnTo>
                  <a:lnTo>
                    <a:pt x="186108" y="181318"/>
                  </a:lnTo>
                  <a:lnTo>
                    <a:pt x="185848" y="181522"/>
                  </a:lnTo>
                  <a:lnTo>
                    <a:pt x="185535" y="181476"/>
                  </a:lnTo>
                  <a:lnTo>
                    <a:pt x="185158" y="182056"/>
                  </a:lnTo>
                  <a:lnTo>
                    <a:pt x="184406" y="182418"/>
                  </a:lnTo>
                  <a:lnTo>
                    <a:pt x="184146" y="182277"/>
                  </a:lnTo>
                  <a:lnTo>
                    <a:pt x="184041" y="182886"/>
                  </a:lnTo>
                  <a:lnTo>
                    <a:pt x="184020" y="183085"/>
                  </a:lnTo>
                  <a:lnTo>
                    <a:pt x="183686" y="183365"/>
                  </a:lnTo>
                  <a:lnTo>
                    <a:pt x="183468" y="183233"/>
                  </a:lnTo>
                  <a:lnTo>
                    <a:pt x="183292" y="182966"/>
                  </a:lnTo>
                  <a:lnTo>
                    <a:pt x="183133" y="182870"/>
                  </a:lnTo>
                  <a:close/>
                </a:path>
              </a:pathLst>
            </a:custGeom>
            <a:solidFill>
              <a:srgbClr val="FFF3A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6909711" y="1178417"/>
              <a:ext cx="214640" cy="252867"/>
            </a:xfrm>
            <a:custGeom>
              <a:avLst/>
              <a:pathLst>
                <a:path w="214640" h="252867">
                  <a:moveTo>
                    <a:pt x="182879" y="182880"/>
                  </a:moveTo>
                  <a:lnTo>
                    <a:pt x="183156" y="183815"/>
                  </a:lnTo>
                  <a:lnTo>
                    <a:pt x="182867" y="184376"/>
                  </a:lnTo>
                  <a:lnTo>
                    <a:pt x="182565" y="184672"/>
                  </a:lnTo>
                  <a:lnTo>
                    <a:pt x="182546" y="184965"/>
                  </a:lnTo>
                  <a:lnTo>
                    <a:pt x="182544" y="185294"/>
                  </a:lnTo>
                  <a:lnTo>
                    <a:pt x="182356" y="185735"/>
                  </a:lnTo>
                  <a:lnTo>
                    <a:pt x="182363" y="185964"/>
                  </a:lnTo>
                  <a:lnTo>
                    <a:pt x="182495" y="186113"/>
                  </a:lnTo>
                  <a:lnTo>
                    <a:pt x="182725" y="186332"/>
                  </a:lnTo>
                  <a:lnTo>
                    <a:pt x="182808" y="186852"/>
                  </a:lnTo>
                  <a:lnTo>
                    <a:pt x="183082" y="187135"/>
                  </a:lnTo>
                  <a:lnTo>
                    <a:pt x="183450" y="187566"/>
                  </a:lnTo>
                  <a:lnTo>
                    <a:pt x="183760" y="187788"/>
                  </a:lnTo>
                  <a:lnTo>
                    <a:pt x="183995" y="187954"/>
                  </a:lnTo>
                  <a:lnTo>
                    <a:pt x="183875" y="188123"/>
                  </a:lnTo>
                  <a:lnTo>
                    <a:pt x="184217" y="188910"/>
                  </a:lnTo>
                  <a:lnTo>
                    <a:pt x="184726" y="189217"/>
                  </a:lnTo>
                  <a:lnTo>
                    <a:pt x="185236" y="189455"/>
                  </a:lnTo>
                  <a:lnTo>
                    <a:pt x="185449" y="189690"/>
                  </a:lnTo>
                  <a:lnTo>
                    <a:pt x="185812" y="189855"/>
                  </a:lnTo>
                  <a:lnTo>
                    <a:pt x="186322" y="190123"/>
                  </a:lnTo>
                  <a:lnTo>
                    <a:pt x="186807" y="190655"/>
                  </a:lnTo>
                  <a:lnTo>
                    <a:pt x="186932" y="190905"/>
                  </a:lnTo>
                  <a:lnTo>
                    <a:pt x="187041" y="191145"/>
                  </a:lnTo>
                  <a:lnTo>
                    <a:pt x="187661" y="191329"/>
                  </a:lnTo>
                  <a:lnTo>
                    <a:pt x="187874" y="191335"/>
                  </a:lnTo>
                  <a:lnTo>
                    <a:pt x="187982" y="191473"/>
                  </a:lnTo>
                  <a:lnTo>
                    <a:pt x="188293" y="191589"/>
                  </a:lnTo>
                  <a:lnTo>
                    <a:pt x="188445" y="191626"/>
                  </a:lnTo>
                  <a:lnTo>
                    <a:pt x="188948" y="191770"/>
                  </a:lnTo>
                  <a:lnTo>
                    <a:pt x="189474" y="192220"/>
                  </a:lnTo>
                  <a:lnTo>
                    <a:pt x="189999" y="192513"/>
                  </a:lnTo>
                  <a:lnTo>
                    <a:pt x="190242" y="192834"/>
                  </a:lnTo>
                  <a:lnTo>
                    <a:pt x="190257" y="193321"/>
                  </a:lnTo>
                  <a:lnTo>
                    <a:pt x="190539" y="193517"/>
                  </a:lnTo>
                  <a:lnTo>
                    <a:pt x="190805" y="193642"/>
                  </a:lnTo>
                  <a:lnTo>
                    <a:pt x="190604" y="194152"/>
                  </a:lnTo>
                  <a:lnTo>
                    <a:pt x="190646" y="194304"/>
                  </a:lnTo>
                  <a:lnTo>
                    <a:pt x="191113" y="194437"/>
                  </a:lnTo>
                  <a:lnTo>
                    <a:pt x="191327" y="194477"/>
                  </a:lnTo>
                  <a:lnTo>
                    <a:pt x="191486" y="194511"/>
                  </a:lnTo>
                  <a:lnTo>
                    <a:pt x="191843" y="194923"/>
                  </a:lnTo>
                  <a:lnTo>
                    <a:pt x="191962" y="195194"/>
                  </a:lnTo>
                  <a:lnTo>
                    <a:pt x="191855" y="195630"/>
                  </a:lnTo>
                  <a:lnTo>
                    <a:pt x="191975" y="195816"/>
                  </a:lnTo>
                  <a:lnTo>
                    <a:pt x="192338" y="196046"/>
                  </a:lnTo>
                  <a:lnTo>
                    <a:pt x="192863" y="196696"/>
                  </a:lnTo>
                  <a:lnTo>
                    <a:pt x="193380" y="197023"/>
                  </a:lnTo>
                  <a:lnTo>
                    <a:pt x="193593" y="197493"/>
                  </a:lnTo>
                  <a:lnTo>
                    <a:pt x="194081" y="197685"/>
                  </a:lnTo>
                  <a:lnTo>
                    <a:pt x="194332" y="197687"/>
                  </a:lnTo>
                  <a:lnTo>
                    <a:pt x="194881" y="197944"/>
                  </a:lnTo>
                  <a:lnTo>
                    <a:pt x="195866" y="198105"/>
                  </a:lnTo>
                  <a:lnTo>
                    <a:pt x="196289" y="197909"/>
                  </a:lnTo>
                  <a:lnTo>
                    <a:pt x="196525" y="197810"/>
                  </a:lnTo>
                  <a:lnTo>
                    <a:pt x="197024" y="197766"/>
                  </a:lnTo>
                  <a:lnTo>
                    <a:pt x="197765" y="197806"/>
                  </a:lnTo>
                  <a:lnTo>
                    <a:pt x="198017" y="197746"/>
                  </a:lnTo>
                  <a:lnTo>
                    <a:pt x="198179" y="197685"/>
                  </a:lnTo>
                  <a:lnTo>
                    <a:pt x="198340" y="197637"/>
                  </a:lnTo>
                  <a:lnTo>
                    <a:pt x="198514" y="197587"/>
                  </a:lnTo>
                  <a:lnTo>
                    <a:pt x="199124" y="197649"/>
                  </a:lnTo>
                  <a:lnTo>
                    <a:pt x="199295" y="197836"/>
                  </a:lnTo>
                  <a:lnTo>
                    <a:pt x="199899" y="197894"/>
                  </a:lnTo>
                  <a:lnTo>
                    <a:pt x="200108" y="197961"/>
                  </a:lnTo>
                  <a:lnTo>
                    <a:pt x="200927" y="197998"/>
                  </a:lnTo>
                  <a:lnTo>
                    <a:pt x="201379" y="197957"/>
                  </a:lnTo>
                  <a:lnTo>
                    <a:pt x="202144" y="198006"/>
                  </a:lnTo>
                  <a:lnTo>
                    <a:pt x="202728" y="198068"/>
                  </a:lnTo>
                  <a:lnTo>
                    <a:pt x="203036" y="198175"/>
                  </a:lnTo>
                  <a:lnTo>
                    <a:pt x="203606" y="198486"/>
                  </a:lnTo>
                  <a:lnTo>
                    <a:pt x="203858" y="198720"/>
                  </a:lnTo>
                  <a:lnTo>
                    <a:pt x="204183" y="198846"/>
                  </a:lnTo>
                  <a:lnTo>
                    <a:pt x="204514" y="198746"/>
                  </a:lnTo>
                  <a:lnTo>
                    <a:pt x="204863" y="198650"/>
                  </a:lnTo>
                  <a:lnTo>
                    <a:pt x="205117" y="198853"/>
                  </a:lnTo>
                  <a:lnTo>
                    <a:pt x="205535" y="199390"/>
                  </a:lnTo>
                  <a:lnTo>
                    <a:pt x="205823" y="199541"/>
                  </a:lnTo>
                  <a:lnTo>
                    <a:pt x="206024" y="199574"/>
                  </a:lnTo>
                  <a:lnTo>
                    <a:pt x="207180" y="199650"/>
                  </a:lnTo>
                  <a:lnTo>
                    <a:pt x="207628" y="199515"/>
                  </a:lnTo>
                  <a:lnTo>
                    <a:pt x="207827" y="199175"/>
                  </a:lnTo>
                  <a:lnTo>
                    <a:pt x="208092" y="198972"/>
                  </a:lnTo>
                  <a:lnTo>
                    <a:pt x="208673" y="198971"/>
                  </a:lnTo>
                  <a:lnTo>
                    <a:pt x="208908" y="198856"/>
                  </a:lnTo>
                  <a:lnTo>
                    <a:pt x="209375" y="198762"/>
                  </a:lnTo>
                  <a:lnTo>
                    <a:pt x="209883" y="198569"/>
                  </a:lnTo>
                  <a:lnTo>
                    <a:pt x="210571" y="198391"/>
                  </a:lnTo>
                  <a:lnTo>
                    <a:pt x="210859" y="198406"/>
                  </a:lnTo>
                  <a:lnTo>
                    <a:pt x="211274" y="198529"/>
                  </a:lnTo>
                  <a:lnTo>
                    <a:pt x="211995" y="198845"/>
                  </a:lnTo>
                  <a:lnTo>
                    <a:pt x="212943" y="198972"/>
                  </a:lnTo>
                  <a:lnTo>
                    <a:pt x="213344" y="198801"/>
                  </a:lnTo>
                  <a:lnTo>
                    <a:pt x="213910" y="198949"/>
                  </a:lnTo>
                  <a:lnTo>
                    <a:pt x="214292" y="199265"/>
                  </a:lnTo>
                  <a:lnTo>
                    <a:pt x="214640" y="199569"/>
                  </a:lnTo>
                  <a:lnTo>
                    <a:pt x="214175" y="199938"/>
                  </a:lnTo>
                  <a:lnTo>
                    <a:pt x="214264" y="200186"/>
                  </a:lnTo>
                  <a:lnTo>
                    <a:pt x="214086" y="200621"/>
                  </a:lnTo>
                  <a:lnTo>
                    <a:pt x="213533" y="200742"/>
                  </a:lnTo>
                  <a:lnTo>
                    <a:pt x="213056" y="200265"/>
                  </a:lnTo>
                  <a:lnTo>
                    <a:pt x="212920" y="200100"/>
                  </a:lnTo>
                  <a:lnTo>
                    <a:pt x="212598" y="199888"/>
                  </a:lnTo>
                  <a:lnTo>
                    <a:pt x="212287" y="199906"/>
                  </a:lnTo>
                  <a:lnTo>
                    <a:pt x="212092" y="199966"/>
                  </a:lnTo>
                  <a:lnTo>
                    <a:pt x="212190" y="200173"/>
                  </a:lnTo>
                  <a:lnTo>
                    <a:pt x="212236" y="200574"/>
                  </a:lnTo>
                  <a:lnTo>
                    <a:pt x="212177" y="200825"/>
                  </a:lnTo>
                  <a:lnTo>
                    <a:pt x="212021" y="200976"/>
                  </a:lnTo>
                  <a:lnTo>
                    <a:pt x="211430" y="201057"/>
                  </a:lnTo>
                  <a:lnTo>
                    <a:pt x="211316" y="200729"/>
                  </a:lnTo>
                  <a:lnTo>
                    <a:pt x="210996" y="200721"/>
                  </a:lnTo>
                  <a:lnTo>
                    <a:pt x="210933" y="201483"/>
                  </a:lnTo>
                  <a:lnTo>
                    <a:pt x="210796" y="201763"/>
                  </a:lnTo>
                  <a:lnTo>
                    <a:pt x="210714" y="202053"/>
                  </a:lnTo>
                  <a:lnTo>
                    <a:pt x="211218" y="203039"/>
                  </a:lnTo>
                  <a:lnTo>
                    <a:pt x="211285" y="203351"/>
                  </a:lnTo>
                  <a:lnTo>
                    <a:pt x="210948" y="203579"/>
                  </a:lnTo>
                  <a:lnTo>
                    <a:pt x="210565" y="203445"/>
                  </a:lnTo>
                  <a:lnTo>
                    <a:pt x="210261" y="203463"/>
                  </a:lnTo>
                  <a:lnTo>
                    <a:pt x="209727" y="203930"/>
                  </a:lnTo>
                  <a:lnTo>
                    <a:pt x="209543" y="203897"/>
                  </a:lnTo>
                  <a:lnTo>
                    <a:pt x="209330" y="203788"/>
                  </a:lnTo>
                  <a:lnTo>
                    <a:pt x="208724" y="203259"/>
                  </a:lnTo>
                  <a:lnTo>
                    <a:pt x="208311" y="203071"/>
                  </a:lnTo>
                  <a:lnTo>
                    <a:pt x="207816" y="203132"/>
                  </a:lnTo>
                  <a:lnTo>
                    <a:pt x="207315" y="203164"/>
                  </a:lnTo>
                  <a:lnTo>
                    <a:pt x="206926" y="203154"/>
                  </a:lnTo>
                  <a:lnTo>
                    <a:pt x="206789" y="203203"/>
                  </a:lnTo>
                  <a:lnTo>
                    <a:pt x="206640" y="203345"/>
                  </a:lnTo>
                  <a:lnTo>
                    <a:pt x="206514" y="203500"/>
                  </a:lnTo>
                  <a:lnTo>
                    <a:pt x="206266" y="203621"/>
                  </a:lnTo>
                  <a:lnTo>
                    <a:pt x="205551" y="203943"/>
                  </a:lnTo>
                  <a:lnTo>
                    <a:pt x="205172" y="203941"/>
                  </a:lnTo>
                  <a:lnTo>
                    <a:pt x="204409" y="204474"/>
                  </a:lnTo>
                  <a:lnTo>
                    <a:pt x="204353" y="204776"/>
                  </a:lnTo>
                  <a:lnTo>
                    <a:pt x="204628" y="205374"/>
                  </a:lnTo>
                  <a:lnTo>
                    <a:pt x="204969" y="205874"/>
                  </a:lnTo>
                  <a:lnTo>
                    <a:pt x="204813" y="206021"/>
                  </a:lnTo>
                  <a:lnTo>
                    <a:pt x="204274" y="205993"/>
                  </a:lnTo>
                  <a:lnTo>
                    <a:pt x="203611" y="206086"/>
                  </a:lnTo>
                  <a:lnTo>
                    <a:pt x="203013" y="206063"/>
                  </a:lnTo>
                  <a:lnTo>
                    <a:pt x="203256" y="206906"/>
                  </a:lnTo>
                  <a:lnTo>
                    <a:pt x="203583" y="207763"/>
                  </a:lnTo>
                  <a:lnTo>
                    <a:pt x="203809" y="208281"/>
                  </a:lnTo>
                  <a:lnTo>
                    <a:pt x="203898" y="208483"/>
                  </a:lnTo>
                  <a:lnTo>
                    <a:pt x="204306" y="208676"/>
                  </a:lnTo>
                  <a:lnTo>
                    <a:pt x="204891" y="209195"/>
                  </a:lnTo>
                  <a:lnTo>
                    <a:pt x="204712" y="209425"/>
                  </a:lnTo>
                  <a:lnTo>
                    <a:pt x="204437" y="209728"/>
                  </a:lnTo>
                  <a:lnTo>
                    <a:pt x="204191" y="209962"/>
                  </a:lnTo>
                  <a:lnTo>
                    <a:pt x="203854" y="210206"/>
                  </a:lnTo>
                  <a:lnTo>
                    <a:pt x="203929" y="210946"/>
                  </a:lnTo>
                  <a:lnTo>
                    <a:pt x="203909" y="211281"/>
                  </a:lnTo>
                  <a:lnTo>
                    <a:pt x="203528" y="211664"/>
                  </a:lnTo>
                  <a:lnTo>
                    <a:pt x="203763" y="212267"/>
                  </a:lnTo>
                  <a:lnTo>
                    <a:pt x="203931" y="212254"/>
                  </a:lnTo>
                  <a:lnTo>
                    <a:pt x="204159" y="212303"/>
                  </a:lnTo>
                  <a:lnTo>
                    <a:pt x="204230" y="212459"/>
                  </a:lnTo>
                  <a:lnTo>
                    <a:pt x="204447" y="212783"/>
                  </a:lnTo>
                  <a:lnTo>
                    <a:pt x="204586" y="212938"/>
                  </a:lnTo>
                  <a:lnTo>
                    <a:pt x="204607" y="213147"/>
                  </a:lnTo>
                  <a:lnTo>
                    <a:pt x="204690" y="213474"/>
                  </a:lnTo>
                  <a:lnTo>
                    <a:pt x="205093" y="213781"/>
                  </a:lnTo>
                  <a:lnTo>
                    <a:pt x="205243" y="214240"/>
                  </a:lnTo>
                  <a:lnTo>
                    <a:pt x="205269" y="214499"/>
                  </a:lnTo>
                  <a:lnTo>
                    <a:pt x="205524" y="215053"/>
                  </a:lnTo>
                  <a:lnTo>
                    <a:pt x="205890" y="215272"/>
                  </a:lnTo>
                  <a:lnTo>
                    <a:pt x="206098" y="215495"/>
                  </a:lnTo>
                  <a:lnTo>
                    <a:pt x="206145" y="215742"/>
                  </a:lnTo>
                  <a:lnTo>
                    <a:pt x="206084" y="216062"/>
                  </a:lnTo>
                  <a:lnTo>
                    <a:pt x="206195" y="216301"/>
                  </a:lnTo>
                  <a:lnTo>
                    <a:pt x="206626" y="216270"/>
                  </a:lnTo>
                  <a:lnTo>
                    <a:pt x="206795" y="216208"/>
                  </a:lnTo>
                  <a:lnTo>
                    <a:pt x="207196" y="216031"/>
                  </a:lnTo>
                  <a:lnTo>
                    <a:pt x="207595" y="215820"/>
                  </a:lnTo>
                  <a:lnTo>
                    <a:pt x="207664" y="215964"/>
                  </a:lnTo>
                  <a:lnTo>
                    <a:pt x="207749" y="216396"/>
                  </a:lnTo>
                  <a:lnTo>
                    <a:pt x="207780" y="216683"/>
                  </a:lnTo>
                  <a:lnTo>
                    <a:pt x="207941" y="217466"/>
                  </a:lnTo>
                  <a:lnTo>
                    <a:pt x="207890" y="217704"/>
                  </a:lnTo>
                  <a:lnTo>
                    <a:pt x="208111" y="218134"/>
                  </a:lnTo>
                  <a:lnTo>
                    <a:pt x="208367" y="218438"/>
                  </a:lnTo>
                  <a:lnTo>
                    <a:pt x="208743" y="218292"/>
                  </a:lnTo>
                  <a:lnTo>
                    <a:pt x="209383" y="218416"/>
                  </a:lnTo>
                  <a:lnTo>
                    <a:pt x="209907" y="218613"/>
                  </a:lnTo>
                  <a:lnTo>
                    <a:pt x="209892" y="218826"/>
                  </a:lnTo>
                  <a:lnTo>
                    <a:pt x="209568" y="218857"/>
                  </a:lnTo>
                  <a:lnTo>
                    <a:pt x="209340" y="218915"/>
                  </a:lnTo>
                  <a:lnTo>
                    <a:pt x="209599" y="219421"/>
                  </a:lnTo>
                  <a:lnTo>
                    <a:pt x="209824" y="219599"/>
                  </a:lnTo>
                  <a:lnTo>
                    <a:pt x="209418" y="219776"/>
                  </a:lnTo>
                  <a:lnTo>
                    <a:pt x="209765" y="220225"/>
                  </a:lnTo>
                  <a:lnTo>
                    <a:pt x="209900" y="220143"/>
                  </a:lnTo>
                  <a:lnTo>
                    <a:pt x="210122" y="220040"/>
                  </a:lnTo>
                  <a:lnTo>
                    <a:pt x="210279" y="220123"/>
                  </a:lnTo>
                  <a:lnTo>
                    <a:pt x="210392" y="220431"/>
                  </a:lnTo>
                  <a:lnTo>
                    <a:pt x="209874" y="220687"/>
                  </a:lnTo>
                  <a:lnTo>
                    <a:pt x="209541" y="220780"/>
                  </a:lnTo>
                  <a:lnTo>
                    <a:pt x="209009" y="220825"/>
                  </a:lnTo>
                  <a:lnTo>
                    <a:pt x="208320" y="220965"/>
                  </a:lnTo>
                  <a:lnTo>
                    <a:pt x="208494" y="221227"/>
                  </a:lnTo>
                  <a:lnTo>
                    <a:pt x="208564" y="221360"/>
                  </a:lnTo>
                  <a:lnTo>
                    <a:pt x="208677" y="221657"/>
                  </a:lnTo>
                  <a:lnTo>
                    <a:pt x="208470" y="222003"/>
                  </a:lnTo>
                  <a:lnTo>
                    <a:pt x="208458" y="222393"/>
                  </a:lnTo>
                  <a:lnTo>
                    <a:pt x="208069" y="222589"/>
                  </a:lnTo>
                  <a:lnTo>
                    <a:pt x="207590" y="222612"/>
                  </a:lnTo>
                  <a:lnTo>
                    <a:pt x="207294" y="222380"/>
                  </a:lnTo>
                  <a:lnTo>
                    <a:pt x="206807" y="222375"/>
                  </a:lnTo>
                  <a:lnTo>
                    <a:pt x="206621" y="222633"/>
                  </a:lnTo>
                  <a:lnTo>
                    <a:pt x="206478" y="222956"/>
                  </a:lnTo>
                  <a:lnTo>
                    <a:pt x="206234" y="223278"/>
                  </a:lnTo>
                  <a:lnTo>
                    <a:pt x="205944" y="223172"/>
                  </a:lnTo>
                  <a:lnTo>
                    <a:pt x="205713" y="223202"/>
                  </a:lnTo>
                  <a:lnTo>
                    <a:pt x="205409" y="223566"/>
                  </a:lnTo>
                  <a:lnTo>
                    <a:pt x="205055" y="223568"/>
                  </a:lnTo>
                  <a:lnTo>
                    <a:pt x="204830" y="223481"/>
                  </a:lnTo>
                  <a:lnTo>
                    <a:pt x="204538" y="223411"/>
                  </a:lnTo>
                  <a:lnTo>
                    <a:pt x="204399" y="223380"/>
                  </a:lnTo>
                  <a:lnTo>
                    <a:pt x="203974" y="223587"/>
                  </a:lnTo>
                  <a:lnTo>
                    <a:pt x="203617" y="224002"/>
                  </a:lnTo>
                  <a:lnTo>
                    <a:pt x="203530" y="224139"/>
                  </a:lnTo>
                  <a:lnTo>
                    <a:pt x="203469" y="224271"/>
                  </a:lnTo>
                  <a:lnTo>
                    <a:pt x="203178" y="224265"/>
                  </a:lnTo>
                  <a:lnTo>
                    <a:pt x="202936" y="224275"/>
                  </a:lnTo>
                  <a:lnTo>
                    <a:pt x="202975" y="224565"/>
                  </a:lnTo>
                  <a:lnTo>
                    <a:pt x="202771" y="225262"/>
                  </a:lnTo>
                  <a:lnTo>
                    <a:pt x="202666" y="225425"/>
                  </a:lnTo>
                  <a:lnTo>
                    <a:pt x="202492" y="225487"/>
                  </a:lnTo>
                  <a:lnTo>
                    <a:pt x="202162" y="225243"/>
                  </a:lnTo>
                  <a:lnTo>
                    <a:pt x="201921" y="224789"/>
                  </a:lnTo>
                  <a:lnTo>
                    <a:pt x="201967" y="225185"/>
                  </a:lnTo>
                  <a:lnTo>
                    <a:pt x="201754" y="225421"/>
                  </a:lnTo>
                  <a:lnTo>
                    <a:pt x="201494" y="225296"/>
                  </a:lnTo>
                  <a:lnTo>
                    <a:pt x="201120" y="225159"/>
                  </a:lnTo>
                  <a:lnTo>
                    <a:pt x="200774" y="225474"/>
                  </a:lnTo>
                  <a:lnTo>
                    <a:pt x="200445" y="225590"/>
                  </a:lnTo>
                  <a:lnTo>
                    <a:pt x="200148" y="225683"/>
                  </a:lnTo>
                  <a:lnTo>
                    <a:pt x="199932" y="225672"/>
                  </a:lnTo>
                  <a:lnTo>
                    <a:pt x="199612" y="225459"/>
                  </a:lnTo>
                  <a:lnTo>
                    <a:pt x="199373" y="225314"/>
                  </a:lnTo>
                  <a:lnTo>
                    <a:pt x="198535" y="225210"/>
                  </a:lnTo>
                  <a:lnTo>
                    <a:pt x="198071" y="225319"/>
                  </a:lnTo>
                  <a:lnTo>
                    <a:pt x="197904" y="225475"/>
                  </a:lnTo>
                  <a:lnTo>
                    <a:pt x="197465" y="225529"/>
                  </a:lnTo>
                  <a:lnTo>
                    <a:pt x="197355" y="225714"/>
                  </a:lnTo>
                  <a:lnTo>
                    <a:pt x="197194" y="225785"/>
                  </a:lnTo>
                  <a:lnTo>
                    <a:pt x="197013" y="225833"/>
                  </a:lnTo>
                  <a:lnTo>
                    <a:pt x="196852" y="226086"/>
                  </a:lnTo>
                  <a:lnTo>
                    <a:pt x="196420" y="226289"/>
                  </a:lnTo>
                  <a:lnTo>
                    <a:pt x="196239" y="226377"/>
                  </a:lnTo>
                  <a:lnTo>
                    <a:pt x="195839" y="226827"/>
                  </a:lnTo>
                  <a:lnTo>
                    <a:pt x="195884" y="226993"/>
                  </a:lnTo>
                  <a:lnTo>
                    <a:pt x="195628" y="227184"/>
                  </a:lnTo>
                  <a:lnTo>
                    <a:pt x="194799" y="227074"/>
                  </a:lnTo>
                  <a:lnTo>
                    <a:pt x="194501" y="226884"/>
                  </a:lnTo>
                  <a:lnTo>
                    <a:pt x="194111" y="226792"/>
                  </a:lnTo>
                  <a:lnTo>
                    <a:pt x="193856" y="226830"/>
                  </a:lnTo>
                  <a:lnTo>
                    <a:pt x="193609" y="226350"/>
                  </a:lnTo>
                  <a:lnTo>
                    <a:pt x="193326" y="226227"/>
                  </a:lnTo>
                  <a:lnTo>
                    <a:pt x="193040" y="226414"/>
                  </a:lnTo>
                  <a:lnTo>
                    <a:pt x="192892" y="226526"/>
                  </a:lnTo>
                  <a:lnTo>
                    <a:pt x="192680" y="226663"/>
                  </a:lnTo>
                  <a:lnTo>
                    <a:pt x="192401" y="226437"/>
                  </a:lnTo>
                  <a:lnTo>
                    <a:pt x="192162" y="226196"/>
                  </a:lnTo>
                  <a:lnTo>
                    <a:pt x="191903" y="226305"/>
                  </a:lnTo>
                  <a:lnTo>
                    <a:pt x="191594" y="226389"/>
                  </a:lnTo>
                  <a:lnTo>
                    <a:pt x="191481" y="226170"/>
                  </a:lnTo>
                  <a:lnTo>
                    <a:pt x="191052" y="226339"/>
                  </a:lnTo>
                  <a:lnTo>
                    <a:pt x="190821" y="226413"/>
                  </a:lnTo>
                  <a:lnTo>
                    <a:pt x="190481" y="226459"/>
                  </a:lnTo>
                  <a:lnTo>
                    <a:pt x="189616" y="226537"/>
                  </a:lnTo>
                  <a:lnTo>
                    <a:pt x="189311" y="226203"/>
                  </a:lnTo>
                  <a:lnTo>
                    <a:pt x="189016" y="226067"/>
                  </a:lnTo>
                  <a:lnTo>
                    <a:pt x="188986" y="226195"/>
                  </a:lnTo>
                  <a:lnTo>
                    <a:pt x="188504" y="226227"/>
                  </a:lnTo>
                  <a:lnTo>
                    <a:pt x="188302" y="226236"/>
                  </a:lnTo>
                  <a:lnTo>
                    <a:pt x="187971" y="226559"/>
                  </a:lnTo>
                  <a:lnTo>
                    <a:pt x="187877" y="226765"/>
                  </a:lnTo>
                  <a:lnTo>
                    <a:pt x="187877" y="226916"/>
                  </a:lnTo>
                  <a:lnTo>
                    <a:pt x="187878" y="227050"/>
                  </a:lnTo>
                  <a:lnTo>
                    <a:pt x="187668" y="227125"/>
                  </a:lnTo>
                  <a:lnTo>
                    <a:pt x="187087" y="227217"/>
                  </a:lnTo>
                  <a:lnTo>
                    <a:pt x="186955" y="227169"/>
                  </a:lnTo>
                  <a:lnTo>
                    <a:pt x="186286" y="226967"/>
                  </a:lnTo>
                  <a:lnTo>
                    <a:pt x="186216" y="227169"/>
                  </a:lnTo>
                  <a:lnTo>
                    <a:pt x="186130" y="227309"/>
                  </a:lnTo>
                  <a:lnTo>
                    <a:pt x="186010" y="227889"/>
                  </a:lnTo>
                  <a:lnTo>
                    <a:pt x="186050" y="228167"/>
                  </a:lnTo>
                  <a:lnTo>
                    <a:pt x="186113" y="228511"/>
                  </a:lnTo>
                  <a:lnTo>
                    <a:pt x="186041" y="228909"/>
                  </a:lnTo>
                  <a:lnTo>
                    <a:pt x="185928" y="229070"/>
                  </a:lnTo>
                  <a:lnTo>
                    <a:pt x="185769" y="230467"/>
                  </a:lnTo>
                  <a:lnTo>
                    <a:pt x="186357" y="230741"/>
                  </a:lnTo>
                  <a:lnTo>
                    <a:pt x="186450" y="230977"/>
                  </a:lnTo>
                  <a:lnTo>
                    <a:pt x="186400" y="231399"/>
                  </a:lnTo>
                  <a:lnTo>
                    <a:pt x="186373" y="231635"/>
                  </a:lnTo>
                  <a:lnTo>
                    <a:pt x="186388" y="231826"/>
                  </a:lnTo>
                  <a:lnTo>
                    <a:pt x="186397" y="231990"/>
                  </a:lnTo>
                  <a:lnTo>
                    <a:pt x="186397" y="232190"/>
                  </a:lnTo>
                  <a:lnTo>
                    <a:pt x="186395" y="232477"/>
                  </a:lnTo>
                  <a:lnTo>
                    <a:pt x="186453" y="232677"/>
                  </a:lnTo>
                  <a:lnTo>
                    <a:pt x="186439" y="233065"/>
                  </a:lnTo>
                  <a:lnTo>
                    <a:pt x="186582" y="233495"/>
                  </a:lnTo>
                  <a:lnTo>
                    <a:pt x="186894" y="233688"/>
                  </a:lnTo>
                  <a:lnTo>
                    <a:pt x="187074" y="233798"/>
                  </a:lnTo>
                  <a:lnTo>
                    <a:pt x="187240" y="233704"/>
                  </a:lnTo>
                  <a:lnTo>
                    <a:pt x="187556" y="233367"/>
                  </a:lnTo>
                  <a:lnTo>
                    <a:pt x="187585" y="233679"/>
                  </a:lnTo>
                  <a:lnTo>
                    <a:pt x="187773" y="233784"/>
                  </a:lnTo>
                  <a:lnTo>
                    <a:pt x="188117" y="233864"/>
                  </a:lnTo>
                  <a:lnTo>
                    <a:pt x="188897" y="234827"/>
                  </a:lnTo>
                  <a:lnTo>
                    <a:pt x="189530" y="235075"/>
                  </a:lnTo>
                  <a:lnTo>
                    <a:pt x="189775" y="235134"/>
                  </a:lnTo>
                  <a:lnTo>
                    <a:pt x="190443" y="235322"/>
                  </a:lnTo>
                  <a:lnTo>
                    <a:pt x="190867" y="235810"/>
                  </a:lnTo>
                  <a:lnTo>
                    <a:pt x="191210" y="235838"/>
                  </a:lnTo>
                  <a:lnTo>
                    <a:pt x="191237" y="235704"/>
                  </a:lnTo>
                  <a:lnTo>
                    <a:pt x="191034" y="235392"/>
                  </a:lnTo>
                  <a:lnTo>
                    <a:pt x="191394" y="235037"/>
                  </a:lnTo>
                  <a:lnTo>
                    <a:pt x="191788" y="235361"/>
                  </a:lnTo>
                  <a:lnTo>
                    <a:pt x="191991" y="235868"/>
                  </a:lnTo>
                  <a:lnTo>
                    <a:pt x="192046" y="236330"/>
                  </a:lnTo>
                  <a:lnTo>
                    <a:pt x="192086" y="236742"/>
                  </a:lnTo>
                  <a:lnTo>
                    <a:pt x="192233" y="236838"/>
                  </a:lnTo>
                  <a:lnTo>
                    <a:pt x="192294" y="236999"/>
                  </a:lnTo>
                  <a:lnTo>
                    <a:pt x="192293" y="237242"/>
                  </a:lnTo>
                  <a:lnTo>
                    <a:pt x="192463" y="237611"/>
                  </a:lnTo>
                  <a:lnTo>
                    <a:pt x="192715" y="238018"/>
                  </a:lnTo>
                  <a:lnTo>
                    <a:pt x="192294" y="238028"/>
                  </a:lnTo>
                  <a:lnTo>
                    <a:pt x="192162" y="238029"/>
                  </a:lnTo>
                  <a:lnTo>
                    <a:pt x="191578" y="238284"/>
                  </a:lnTo>
                  <a:lnTo>
                    <a:pt x="191180" y="238763"/>
                  </a:lnTo>
                  <a:lnTo>
                    <a:pt x="191004" y="238840"/>
                  </a:lnTo>
                  <a:lnTo>
                    <a:pt x="191002" y="239196"/>
                  </a:lnTo>
                  <a:lnTo>
                    <a:pt x="191223" y="239165"/>
                  </a:lnTo>
                  <a:lnTo>
                    <a:pt x="191299" y="239363"/>
                  </a:lnTo>
                  <a:lnTo>
                    <a:pt x="191449" y="239603"/>
                  </a:lnTo>
                  <a:lnTo>
                    <a:pt x="191312" y="239907"/>
                  </a:lnTo>
                  <a:lnTo>
                    <a:pt x="191556" y="240045"/>
                  </a:lnTo>
                  <a:lnTo>
                    <a:pt x="191366" y="240238"/>
                  </a:lnTo>
                  <a:lnTo>
                    <a:pt x="191226" y="240265"/>
                  </a:lnTo>
                  <a:lnTo>
                    <a:pt x="190917" y="240472"/>
                  </a:lnTo>
                  <a:lnTo>
                    <a:pt x="190601" y="240496"/>
                  </a:lnTo>
                  <a:lnTo>
                    <a:pt x="190461" y="240498"/>
                  </a:lnTo>
                  <a:lnTo>
                    <a:pt x="190374" y="240952"/>
                  </a:lnTo>
                  <a:lnTo>
                    <a:pt x="190489" y="241112"/>
                  </a:lnTo>
                  <a:lnTo>
                    <a:pt x="190446" y="241308"/>
                  </a:lnTo>
                  <a:lnTo>
                    <a:pt x="190700" y="241907"/>
                  </a:lnTo>
                  <a:lnTo>
                    <a:pt x="190652" y="242050"/>
                  </a:lnTo>
                  <a:lnTo>
                    <a:pt x="191175" y="242142"/>
                  </a:lnTo>
                  <a:lnTo>
                    <a:pt x="191161" y="242398"/>
                  </a:lnTo>
                  <a:lnTo>
                    <a:pt x="191086" y="242627"/>
                  </a:lnTo>
                  <a:lnTo>
                    <a:pt x="190851" y="242699"/>
                  </a:lnTo>
                  <a:lnTo>
                    <a:pt x="190514" y="242678"/>
                  </a:lnTo>
                  <a:lnTo>
                    <a:pt x="189805" y="242885"/>
                  </a:lnTo>
                  <a:lnTo>
                    <a:pt x="188557" y="245033"/>
                  </a:lnTo>
                  <a:lnTo>
                    <a:pt x="187818" y="245168"/>
                  </a:lnTo>
                  <a:lnTo>
                    <a:pt x="187269" y="245357"/>
                  </a:lnTo>
                  <a:lnTo>
                    <a:pt x="186695" y="245614"/>
                  </a:lnTo>
                  <a:lnTo>
                    <a:pt x="186741" y="245894"/>
                  </a:lnTo>
                  <a:lnTo>
                    <a:pt x="186713" y="246160"/>
                  </a:lnTo>
                  <a:lnTo>
                    <a:pt x="186222" y="246278"/>
                  </a:lnTo>
                  <a:lnTo>
                    <a:pt x="186109" y="246030"/>
                  </a:lnTo>
                  <a:lnTo>
                    <a:pt x="185920" y="245657"/>
                  </a:lnTo>
                  <a:lnTo>
                    <a:pt x="185636" y="245400"/>
                  </a:lnTo>
                  <a:lnTo>
                    <a:pt x="185282" y="245195"/>
                  </a:lnTo>
                  <a:lnTo>
                    <a:pt x="185155" y="245172"/>
                  </a:lnTo>
                  <a:lnTo>
                    <a:pt x="184681" y="245328"/>
                  </a:lnTo>
                  <a:lnTo>
                    <a:pt x="184398" y="245163"/>
                  </a:lnTo>
                  <a:lnTo>
                    <a:pt x="184065" y="245048"/>
                  </a:lnTo>
                  <a:lnTo>
                    <a:pt x="183587" y="245209"/>
                  </a:lnTo>
                  <a:lnTo>
                    <a:pt x="183429" y="245060"/>
                  </a:lnTo>
                  <a:lnTo>
                    <a:pt x="183246" y="245089"/>
                  </a:lnTo>
                  <a:lnTo>
                    <a:pt x="183264" y="245232"/>
                  </a:lnTo>
                  <a:lnTo>
                    <a:pt x="183594" y="245659"/>
                  </a:lnTo>
                  <a:lnTo>
                    <a:pt x="183895" y="245845"/>
                  </a:lnTo>
                  <a:lnTo>
                    <a:pt x="184254" y="246173"/>
                  </a:lnTo>
                  <a:lnTo>
                    <a:pt x="184008" y="246373"/>
                  </a:lnTo>
                  <a:lnTo>
                    <a:pt x="183797" y="246465"/>
                  </a:lnTo>
                  <a:lnTo>
                    <a:pt x="183619" y="246508"/>
                  </a:lnTo>
                  <a:lnTo>
                    <a:pt x="183190" y="246198"/>
                  </a:lnTo>
                  <a:lnTo>
                    <a:pt x="183026" y="246030"/>
                  </a:lnTo>
                  <a:lnTo>
                    <a:pt x="182788" y="246005"/>
                  </a:lnTo>
                  <a:lnTo>
                    <a:pt x="182511" y="245956"/>
                  </a:lnTo>
                  <a:lnTo>
                    <a:pt x="182257" y="245896"/>
                  </a:lnTo>
                  <a:lnTo>
                    <a:pt x="182071" y="245782"/>
                  </a:lnTo>
                  <a:lnTo>
                    <a:pt x="181753" y="245763"/>
                  </a:lnTo>
                  <a:lnTo>
                    <a:pt x="181467" y="246014"/>
                  </a:lnTo>
                  <a:lnTo>
                    <a:pt x="181127" y="245904"/>
                  </a:lnTo>
                  <a:lnTo>
                    <a:pt x="180994" y="245836"/>
                  </a:lnTo>
                  <a:lnTo>
                    <a:pt x="180648" y="246004"/>
                  </a:lnTo>
                  <a:lnTo>
                    <a:pt x="180465" y="246014"/>
                  </a:lnTo>
                  <a:lnTo>
                    <a:pt x="180163" y="245921"/>
                  </a:lnTo>
                  <a:lnTo>
                    <a:pt x="179964" y="245386"/>
                  </a:lnTo>
                  <a:lnTo>
                    <a:pt x="179766" y="245164"/>
                  </a:lnTo>
                  <a:lnTo>
                    <a:pt x="179664" y="244904"/>
                  </a:lnTo>
                  <a:lnTo>
                    <a:pt x="178933" y="245032"/>
                  </a:lnTo>
                  <a:lnTo>
                    <a:pt x="178721" y="244990"/>
                  </a:lnTo>
                  <a:lnTo>
                    <a:pt x="178392" y="245118"/>
                  </a:lnTo>
                  <a:lnTo>
                    <a:pt x="178199" y="245480"/>
                  </a:lnTo>
                  <a:lnTo>
                    <a:pt x="177962" y="245836"/>
                  </a:lnTo>
                  <a:lnTo>
                    <a:pt x="177687" y="246013"/>
                  </a:lnTo>
                  <a:lnTo>
                    <a:pt x="177430" y="246160"/>
                  </a:lnTo>
                  <a:lnTo>
                    <a:pt x="177178" y="245854"/>
                  </a:lnTo>
                  <a:lnTo>
                    <a:pt x="177130" y="245994"/>
                  </a:lnTo>
                  <a:lnTo>
                    <a:pt x="177069" y="246240"/>
                  </a:lnTo>
                  <a:lnTo>
                    <a:pt x="176895" y="246229"/>
                  </a:lnTo>
                  <a:lnTo>
                    <a:pt x="176501" y="246142"/>
                  </a:lnTo>
                  <a:lnTo>
                    <a:pt x="176399" y="246292"/>
                  </a:lnTo>
                  <a:lnTo>
                    <a:pt x="176327" y="246427"/>
                  </a:lnTo>
                  <a:lnTo>
                    <a:pt x="176360" y="246599"/>
                  </a:lnTo>
                  <a:lnTo>
                    <a:pt x="176275" y="246867"/>
                  </a:lnTo>
                  <a:lnTo>
                    <a:pt x="176531" y="247190"/>
                  </a:lnTo>
                  <a:lnTo>
                    <a:pt x="176369" y="247217"/>
                  </a:lnTo>
                  <a:lnTo>
                    <a:pt x="176211" y="247335"/>
                  </a:lnTo>
                  <a:lnTo>
                    <a:pt x="176185" y="247474"/>
                  </a:lnTo>
                  <a:lnTo>
                    <a:pt x="175960" y="247585"/>
                  </a:lnTo>
                  <a:lnTo>
                    <a:pt x="175845" y="247738"/>
                  </a:lnTo>
                  <a:lnTo>
                    <a:pt x="175629" y="248191"/>
                  </a:lnTo>
                  <a:lnTo>
                    <a:pt x="175328" y="248162"/>
                  </a:lnTo>
                  <a:lnTo>
                    <a:pt x="175141" y="248168"/>
                  </a:lnTo>
                  <a:lnTo>
                    <a:pt x="174960" y="248084"/>
                  </a:lnTo>
                  <a:lnTo>
                    <a:pt x="174467" y="248057"/>
                  </a:lnTo>
                  <a:lnTo>
                    <a:pt x="174546" y="248296"/>
                  </a:lnTo>
                  <a:lnTo>
                    <a:pt x="174686" y="248664"/>
                  </a:lnTo>
                  <a:lnTo>
                    <a:pt x="174462" y="248805"/>
                  </a:lnTo>
                  <a:lnTo>
                    <a:pt x="174296" y="248881"/>
                  </a:lnTo>
                  <a:lnTo>
                    <a:pt x="174128" y="249175"/>
                  </a:lnTo>
                  <a:lnTo>
                    <a:pt x="173964" y="249211"/>
                  </a:lnTo>
                  <a:lnTo>
                    <a:pt x="173605" y="249228"/>
                  </a:lnTo>
                  <a:lnTo>
                    <a:pt x="173458" y="249216"/>
                  </a:lnTo>
                  <a:lnTo>
                    <a:pt x="173064" y="249255"/>
                  </a:lnTo>
                  <a:lnTo>
                    <a:pt x="173287" y="249679"/>
                  </a:lnTo>
                  <a:lnTo>
                    <a:pt x="173283" y="249970"/>
                  </a:lnTo>
                  <a:lnTo>
                    <a:pt x="172878" y="249975"/>
                  </a:lnTo>
                  <a:lnTo>
                    <a:pt x="172587" y="249961"/>
                  </a:lnTo>
                  <a:lnTo>
                    <a:pt x="172558" y="249580"/>
                  </a:lnTo>
                  <a:lnTo>
                    <a:pt x="172551" y="249447"/>
                  </a:lnTo>
                  <a:lnTo>
                    <a:pt x="172458" y="249281"/>
                  </a:lnTo>
                  <a:lnTo>
                    <a:pt x="172279" y="249301"/>
                  </a:lnTo>
                  <a:lnTo>
                    <a:pt x="172124" y="249301"/>
                  </a:lnTo>
                  <a:lnTo>
                    <a:pt x="171871" y="249248"/>
                  </a:lnTo>
                  <a:lnTo>
                    <a:pt x="171740" y="249212"/>
                  </a:lnTo>
                  <a:lnTo>
                    <a:pt x="171757" y="249470"/>
                  </a:lnTo>
                  <a:lnTo>
                    <a:pt x="171820" y="249787"/>
                  </a:lnTo>
                  <a:lnTo>
                    <a:pt x="171959" y="249938"/>
                  </a:lnTo>
                  <a:lnTo>
                    <a:pt x="172169" y="250038"/>
                  </a:lnTo>
                  <a:lnTo>
                    <a:pt x="172364" y="250174"/>
                  </a:lnTo>
                  <a:lnTo>
                    <a:pt x="172152" y="251172"/>
                  </a:lnTo>
                  <a:lnTo>
                    <a:pt x="172515" y="251061"/>
                  </a:lnTo>
                  <a:lnTo>
                    <a:pt x="172695" y="250951"/>
                  </a:lnTo>
                  <a:lnTo>
                    <a:pt x="172776" y="251428"/>
                  </a:lnTo>
                  <a:lnTo>
                    <a:pt x="173152" y="251121"/>
                  </a:lnTo>
                  <a:lnTo>
                    <a:pt x="173342" y="251167"/>
                  </a:lnTo>
                  <a:lnTo>
                    <a:pt x="173520" y="251425"/>
                  </a:lnTo>
                  <a:lnTo>
                    <a:pt x="173516" y="251915"/>
                  </a:lnTo>
                  <a:lnTo>
                    <a:pt x="173576" y="252642"/>
                  </a:lnTo>
                  <a:lnTo>
                    <a:pt x="173327" y="252727"/>
                  </a:lnTo>
                  <a:lnTo>
                    <a:pt x="172975" y="252867"/>
                  </a:lnTo>
                  <a:lnTo>
                    <a:pt x="172539" y="252683"/>
                  </a:lnTo>
                  <a:lnTo>
                    <a:pt x="172389" y="252652"/>
                  </a:lnTo>
                  <a:lnTo>
                    <a:pt x="171364" y="252450"/>
                  </a:lnTo>
                  <a:lnTo>
                    <a:pt x="171177" y="252531"/>
                  </a:lnTo>
                  <a:lnTo>
                    <a:pt x="171003" y="252518"/>
                  </a:lnTo>
                  <a:lnTo>
                    <a:pt x="170858" y="252486"/>
                  </a:lnTo>
                  <a:lnTo>
                    <a:pt x="170383" y="252504"/>
                  </a:lnTo>
                  <a:lnTo>
                    <a:pt x="170174" y="252365"/>
                  </a:lnTo>
                  <a:lnTo>
                    <a:pt x="169756" y="252334"/>
                  </a:lnTo>
                  <a:lnTo>
                    <a:pt x="169513" y="252337"/>
                  </a:lnTo>
                  <a:lnTo>
                    <a:pt x="169091" y="252316"/>
                  </a:lnTo>
                  <a:lnTo>
                    <a:pt x="168872" y="252125"/>
                  </a:lnTo>
                  <a:lnTo>
                    <a:pt x="168582" y="251802"/>
                  </a:lnTo>
                  <a:lnTo>
                    <a:pt x="168515" y="251641"/>
                  </a:lnTo>
                  <a:lnTo>
                    <a:pt x="168069" y="250995"/>
                  </a:lnTo>
                  <a:lnTo>
                    <a:pt x="167991" y="250846"/>
                  </a:lnTo>
                  <a:lnTo>
                    <a:pt x="167509" y="250726"/>
                  </a:lnTo>
                  <a:lnTo>
                    <a:pt x="166967" y="250727"/>
                  </a:lnTo>
                  <a:lnTo>
                    <a:pt x="166588" y="250560"/>
                  </a:lnTo>
                  <a:lnTo>
                    <a:pt x="165901" y="249878"/>
                  </a:lnTo>
                  <a:lnTo>
                    <a:pt x="165721" y="249539"/>
                  </a:lnTo>
                  <a:lnTo>
                    <a:pt x="165624" y="248354"/>
                  </a:lnTo>
                  <a:lnTo>
                    <a:pt x="165666" y="247814"/>
                  </a:lnTo>
                  <a:lnTo>
                    <a:pt x="165496" y="247574"/>
                  </a:lnTo>
                  <a:lnTo>
                    <a:pt x="165266" y="247563"/>
                  </a:lnTo>
                  <a:lnTo>
                    <a:pt x="164888" y="247345"/>
                  </a:lnTo>
                  <a:lnTo>
                    <a:pt x="164817" y="247122"/>
                  </a:lnTo>
                  <a:lnTo>
                    <a:pt x="164238" y="246979"/>
                  </a:lnTo>
                  <a:lnTo>
                    <a:pt x="164096" y="246725"/>
                  </a:lnTo>
                  <a:lnTo>
                    <a:pt x="163824" y="246487"/>
                  </a:lnTo>
                  <a:lnTo>
                    <a:pt x="163554" y="246494"/>
                  </a:lnTo>
                  <a:lnTo>
                    <a:pt x="163177" y="246415"/>
                  </a:lnTo>
                  <a:lnTo>
                    <a:pt x="163029" y="246623"/>
                  </a:lnTo>
                  <a:lnTo>
                    <a:pt x="162590" y="246726"/>
                  </a:lnTo>
                  <a:lnTo>
                    <a:pt x="162403" y="246745"/>
                  </a:lnTo>
                  <a:lnTo>
                    <a:pt x="162190" y="246723"/>
                  </a:lnTo>
                  <a:lnTo>
                    <a:pt x="162060" y="246933"/>
                  </a:lnTo>
                  <a:lnTo>
                    <a:pt x="161862" y="247237"/>
                  </a:lnTo>
                  <a:lnTo>
                    <a:pt x="161820" y="247082"/>
                  </a:lnTo>
                  <a:lnTo>
                    <a:pt x="161694" y="247292"/>
                  </a:lnTo>
                  <a:lnTo>
                    <a:pt x="161474" y="247387"/>
                  </a:lnTo>
                  <a:lnTo>
                    <a:pt x="161342" y="247382"/>
                  </a:lnTo>
                  <a:lnTo>
                    <a:pt x="160887" y="247299"/>
                  </a:lnTo>
                  <a:lnTo>
                    <a:pt x="160698" y="247162"/>
                  </a:lnTo>
                  <a:lnTo>
                    <a:pt x="160532" y="247300"/>
                  </a:lnTo>
                  <a:lnTo>
                    <a:pt x="160286" y="247234"/>
                  </a:lnTo>
                  <a:lnTo>
                    <a:pt x="160265" y="247015"/>
                  </a:lnTo>
                  <a:lnTo>
                    <a:pt x="160012" y="247098"/>
                  </a:lnTo>
                  <a:lnTo>
                    <a:pt x="159849" y="247109"/>
                  </a:lnTo>
                  <a:lnTo>
                    <a:pt x="159285" y="247144"/>
                  </a:lnTo>
                  <a:lnTo>
                    <a:pt x="158507" y="247191"/>
                  </a:lnTo>
                  <a:lnTo>
                    <a:pt x="157311" y="247070"/>
                  </a:lnTo>
                  <a:lnTo>
                    <a:pt x="157202" y="246944"/>
                  </a:lnTo>
                  <a:lnTo>
                    <a:pt x="157215" y="246555"/>
                  </a:lnTo>
                  <a:lnTo>
                    <a:pt x="156967" y="246582"/>
                  </a:lnTo>
                  <a:lnTo>
                    <a:pt x="156455" y="247014"/>
                  </a:lnTo>
                  <a:lnTo>
                    <a:pt x="156022" y="247004"/>
                  </a:lnTo>
                  <a:lnTo>
                    <a:pt x="156051" y="246874"/>
                  </a:lnTo>
                  <a:lnTo>
                    <a:pt x="156090" y="246735"/>
                  </a:lnTo>
                  <a:lnTo>
                    <a:pt x="155952" y="246721"/>
                  </a:lnTo>
                  <a:lnTo>
                    <a:pt x="155879" y="246280"/>
                  </a:lnTo>
                  <a:lnTo>
                    <a:pt x="155554" y="246255"/>
                  </a:lnTo>
                  <a:lnTo>
                    <a:pt x="155364" y="246250"/>
                  </a:lnTo>
                  <a:lnTo>
                    <a:pt x="155325" y="246394"/>
                  </a:lnTo>
                  <a:lnTo>
                    <a:pt x="155366" y="247187"/>
                  </a:lnTo>
                  <a:lnTo>
                    <a:pt x="154926" y="247536"/>
                  </a:lnTo>
                  <a:lnTo>
                    <a:pt x="154475" y="247480"/>
                  </a:lnTo>
                  <a:lnTo>
                    <a:pt x="154299" y="247468"/>
                  </a:lnTo>
                  <a:lnTo>
                    <a:pt x="154243" y="247327"/>
                  </a:lnTo>
                  <a:lnTo>
                    <a:pt x="154250" y="247164"/>
                  </a:lnTo>
                  <a:lnTo>
                    <a:pt x="154020" y="246985"/>
                  </a:lnTo>
                  <a:lnTo>
                    <a:pt x="153818" y="246980"/>
                  </a:lnTo>
                  <a:lnTo>
                    <a:pt x="153673" y="246517"/>
                  </a:lnTo>
                  <a:lnTo>
                    <a:pt x="153520" y="246283"/>
                  </a:lnTo>
                  <a:lnTo>
                    <a:pt x="152751" y="245969"/>
                  </a:lnTo>
                  <a:lnTo>
                    <a:pt x="152617" y="246430"/>
                  </a:lnTo>
                  <a:lnTo>
                    <a:pt x="152692" y="246692"/>
                  </a:lnTo>
                  <a:lnTo>
                    <a:pt x="152957" y="246739"/>
                  </a:lnTo>
                  <a:lnTo>
                    <a:pt x="152874" y="246946"/>
                  </a:lnTo>
                  <a:lnTo>
                    <a:pt x="152354" y="247313"/>
                  </a:lnTo>
                  <a:lnTo>
                    <a:pt x="152100" y="247663"/>
                  </a:lnTo>
                  <a:lnTo>
                    <a:pt x="152086" y="247910"/>
                  </a:lnTo>
                  <a:lnTo>
                    <a:pt x="151872" y="248150"/>
                  </a:lnTo>
                  <a:lnTo>
                    <a:pt x="151696" y="248266"/>
                  </a:lnTo>
                  <a:lnTo>
                    <a:pt x="151486" y="248259"/>
                  </a:lnTo>
                  <a:lnTo>
                    <a:pt x="151284" y="248349"/>
                  </a:lnTo>
                  <a:lnTo>
                    <a:pt x="151054" y="248337"/>
                  </a:lnTo>
                  <a:lnTo>
                    <a:pt x="150534" y="248021"/>
                  </a:lnTo>
                  <a:lnTo>
                    <a:pt x="150282" y="248297"/>
                  </a:lnTo>
                  <a:lnTo>
                    <a:pt x="150268" y="248479"/>
                  </a:lnTo>
                  <a:lnTo>
                    <a:pt x="149902" y="248560"/>
                  </a:lnTo>
                  <a:lnTo>
                    <a:pt x="149585" y="248824"/>
                  </a:lnTo>
                  <a:lnTo>
                    <a:pt x="149422" y="248944"/>
                  </a:lnTo>
                  <a:lnTo>
                    <a:pt x="149226" y="249057"/>
                  </a:lnTo>
                  <a:lnTo>
                    <a:pt x="149251" y="249566"/>
                  </a:lnTo>
                  <a:lnTo>
                    <a:pt x="149633" y="249815"/>
                  </a:lnTo>
                  <a:lnTo>
                    <a:pt x="149507" y="250026"/>
                  </a:lnTo>
                  <a:lnTo>
                    <a:pt x="149273" y="249952"/>
                  </a:lnTo>
                  <a:lnTo>
                    <a:pt x="148677" y="249876"/>
                  </a:lnTo>
                  <a:lnTo>
                    <a:pt x="148500" y="249923"/>
                  </a:lnTo>
                  <a:lnTo>
                    <a:pt x="148222" y="249912"/>
                  </a:lnTo>
                  <a:lnTo>
                    <a:pt x="147633" y="249774"/>
                  </a:lnTo>
                  <a:lnTo>
                    <a:pt x="146925" y="249772"/>
                  </a:lnTo>
                  <a:lnTo>
                    <a:pt x="146627" y="249644"/>
                  </a:lnTo>
                  <a:lnTo>
                    <a:pt x="146319" y="249201"/>
                  </a:lnTo>
                  <a:lnTo>
                    <a:pt x="146237" y="248791"/>
                  </a:lnTo>
                  <a:lnTo>
                    <a:pt x="146120" y="248618"/>
                  </a:lnTo>
                  <a:lnTo>
                    <a:pt x="146061" y="248339"/>
                  </a:lnTo>
                  <a:lnTo>
                    <a:pt x="145796" y="248294"/>
                  </a:lnTo>
                  <a:lnTo>
                    <a:pt x="145467" y="248418"/>
                  </a:lnTo>
                  <a:lnTo>
                    <a:pt x="145421" y="248227"/>
                  </a:lnTo>
                  <a:lnTo>
                    <a:pt x="145205" y="247687"/>
                  </a:lnTo>
                  <a:lnTo>
                    <a:pt x="145075" y="247649"/>
                  </a:lnTo>
                  <a:lnTo>
                    <a:pt x="144815" y="247605"/>
                  </a:lnTo>
                  <a:lnTo>
                    <a:pt x="144335" y="247465"/>
                  </a:lnTo>
                  <a:lnTo>
                    <a:pt x="144573" y="247286"/>
                  </a:lnTo>
                  <a:lnTo>
                    <a:pt x="144609" y="247007"/>
                  </a:lnTo>
                  <a:lnTo>
                    <a:pt x="144383" y="246529"/>
                  </a:lnTo>
                  <a:lnTo>
                    <a:pt x="144202" y="246313"/>
                  </a:lnTo>
                  <a:lnTo>
                    <a:pt x="144094" y="245872"/>
                  </a:lnTo>
                  <a:lnTo>
                    <a:pt x="143731" y="245699"/>
                  </a:lnTo>
                  <a:lnTo>
                    <a:pt x="143563" y="245585"/>
                  </a:lnTo>
                  <a:lnTo>
                    <a:pt x="143370" y="245319"/>
                  </a:lnTo>
                  <a:lnTo>
                    <a:pt x="143389" y="245576"/>
                  </a:lnTo>
                  <a:lnTo>
                    <a:pt x="143298" y="245768"/>
                  </a:lnTo>
                  <a:lnTo>
                    <a:pt x="142869" y="246027"/>
                  </a:lnTo>
                  <a:lnTo>
                    <a:pt x="142097" y="245912"/>
                  </a:lnTo>
                  <a:lnTo>
                    <a:pt x="142028" y="246094"/>
                  </a:lnTo>
                  <a:lnTo>
                    <a:pt x="140961" y="245980"/>
                  </a:lnTo>
                  <a:lnTo>
                    <a:pt x="140749" y="246016"/>
                  </a:lnTo>
                  <a:lnTo>
                    <a:pt x="140235" y="246456"/>
                  </a:lnTo>
                  <a:lnTo>
                    <a:pt x="139965" y="246444"/>
                  </a:lnTo>
                  <a:lnTo>
                    <a:pt x="139697" y="246255"/>
                  </a:lnTo>
                  <a:lnTo>
                    <a:pt x="139499" y="245997"/>
                  </a:lnTo>
                  <a:lnTo>
                    <a:pt x="139407" y="245818"/>
                  </a:lnTo>
                  <a:lnTo>
                    <a:pt x="139221" y="245648"/>
                  </a:lnTo>
                  <a:lnTo>
                    <a:pt x="138660" y="245177"/>
                  </a:lnTo>
                  <a:lnTo>
                    <a:pt x="138370" y="245309"/>
                  </a:lnTo>
                  <a:lnTo>
                    <a:pt x="138216" y="245421"/>
                  </a:lnTo>
                  <a:lnTo>
                    <a:pt x="138081" y="245808"/>
                  </a:lnTo>
                  <a:lnTo>
                    <a:pt x="137847" y="246044"/>
                  </a:lnTo>
                  <a:lnTo>
                    <a:pt x="137498" y="246214"/>
                  </a:lnTo>
                  <a:lnTo>
                    <a:pt x="137367" y="245764"/>
                  </a:lnTo>
                  <a:lnTo>
                    <a:pt x="137514" y="245353"/>
                  </a:lnTo>
                  <a:lnTo>
                    <a:pt x="137657" y="245198"/>
                  </a:lnTo>
                  <a:lnTo>
                    <a:pt x="137747" y="244966"/>
                  </a:lnTo>
                  <a:lnTo>
                    <a:pt x="137705" y="244717"/>
                  </a:lnTo>
                  <a:lnTo>
                    <a:pt x="137750" y="244427"/>
                  </a:lnTo>
                  <a:lnTo>
                    <a:pt x="137771" y="244247"/>
                  </a:lnTo>
                  <a:lnTo>
                    <a:pt x="137630" y="244205"/>
                  </a:lnTo>
                  <a:lnTo>
                    <a:pt x="137035" y="243700"/>
                  </a:lnTo>
                  <a:lnTo>
                    <a:pt x="136685" y="243876"/>
                  </a:lnTo>
                  <a:lnTo>
                    <a:pt x="136049" y="243629"/>
                  </a:lnTo>
                  <a:lnTo>
                    <a:pt x="136128" y="243408"/>
                  </a:lnTo>
                  <a:lnTo>
                    <a:pt x="136390" y="243127"/>
                  </a:lnTo>
                  <a:lnTo>
                    <a:pt x="136386" y="242774"/>
                  </a:lnTo>
                  <a:lnTo>
                    <a:pt x="136581" y="242396"/>
                  </a:lnTo>
                  <a:lnTo>
                    <a:pt x="136761" y="242219"/>
                  </a:lnTo>
                  <a:lnTo>
                    <a:pt x="136864" y="241990"/>
                  </a:lnTo>
                  <a:lnTo>
                    <a:pt x="136862" y="241768"/>
                  </a:lnTo>
                  <a:lnTo>
                    <a:pt x="136704" y="241650"/>
                  </a:lnTo>
                  <a:lnTo>
                    <a:pt x="136568" y="241015"/>
                  </a:lnTo>
                  <a:lnTo>
                    <a:pt x="136529" y="240706"/>
                  </a:lnTo>
                  <a:lnTo>
                    <a:pt x="136602" y="239928"/>
                  </a:lnTo>
                  <a:lnTo>
                    <a:pt x="136374" y="239802"/>
                  </a:lnTo>
                  <a:lnTo>
                    <a:pt x="136238" y="239775"/>
                  </a:lnTo>
                  <a:lnTo>
                    <a:pt x="135632" y="239862"/>
                  </a:lnTo>
                  <a:lnTo>
                    <a:pt x="135374" y="239722"/>
                  </a:lnTo>
                  <a:lnTo>
                    <a:pt x="134905" y="239500"/>
                  </a:lnTo>
                  <a:lnTo>
                    <a:pt x="134516" y="239277"/>
                  </a:lnTo>
                  <a:lnTo>
                    <a:pt x="134421" y="239078"/>
                  </a:lnTo>
                  <a:lnTo>
                    <a:pt x="134450" y="237984"/>
                  </a:lnTo>
                  <a:lnTo>
                    <a:pt x="135284" y="238022"/>
                  </a:lnTo>
                  <a:lnTo>
                    <a:pt x="135610" y="237836"/>
                  </a:lnTo>
                  <a:lnTo>
                    <a:pt x="135781" y="237724"/>
                  </a:lnTo>
                  <a:lnTo>
                    <a:pt x="136270" y="237299"/>
                  </a:lnTo>
                  <a:lnTo>
                    <a:pt x="136571" y="237412"/>
                  </a:lnTo>
                  <a:lnTo>
                    <a:pt x="136770" y="237567"/>
                  </a:lnTo>
                  <a:lnTo>
                    <a:pt x="137612" y="237701"/>
                  </a:lnTo>
                  <a:lnTo>
                    <a:pt x="137769" y="237678"/>
                  </a:lnTo>
                  <a:lnTo>
                    <a:pt x="138449" y="237463"/>
                  </a:lnTo>
                  <a:lnTo>
                    <a:pt x="139238" y="237223"/>
                  </a:lnTo>
                  <a:lnTo>
                    <a:pt x="139418" y="237041"/>
                  </a:lnTo>
                  <a:lnTo>
                    <a:pt x="139361" y="236515"/>
                  </a:lnTo>
                  <a:lnTo>
                    <a:pt x="138949" y="236341"/>
                  </a:lnTo>
                  <a:lnTo>
                    <a:pt x="138747" y="236228"/>
                  </a:lnTo>
                  <a:lnTo>
                    <a:pt x="138558" y="236051"/>
                  </a:lnTo>
                  <a:lnTo>
                    <a:pt x="138346" y="235958"/>
                  </a:lnTo>
                  <a:lnTo>
                    <a:pt x="137760" y="235631"/>
                  </a:lnTo>
                  <a:lnTo>
                    <a:pt x="137510" y="235572"/>
                  </a:lnTo>
                  <a:lnTo>
                    <a:pt x="137423" y="235207"/>
                  </a:lnTo>
                  <a:lnTo>
                    <a:pt x="137580" y="235037"/>
                  </a:lnTo>
                  <a:lnTo>
                    <a:pt x="137789" y="234509"/>
                  </a:lnTo>
                  <a:lnTo>
                    <a:pt x="137771" y="234356"/>
                  </a:lnTo>
                  <a:lnTo>
                    <a:pt x="137855" y="233887"/>
                  </a:lnTo>
                  <a:lnTo>
                    <a:pt x="137698" y="233796"/>
                  </a:lnTo>
                  <a:lnTo>
                    <a:pt x="137253" y="233553"/>
                  </a:lnTo>
                  <a:lnTo>
                    <a:pt x="137382" y="233368"/>
                  </a:lnTo>
                  <a:lnTo>
                    <a:pt x="137592" y="233142"/>
                  </a:lnTo>
                  <a:lnTo>
                    <a:pt x="137683" y="232747"/>
                  </a:lnTo>
                  <a:lnTo>
                    <a:pt x="137424" y="232542"/>
                  </a:lnTo>
                  <a:lnTo>
                    <a:pt x="137067" y="232180"/>
                  </a:lnTo>
                  <a:lnTo>
                    <a:pt x="136674" y="232062"/>
                  </a:lnTo>
                  <a:lnTo>
                    <a:pt x="136399" y="231814"/>
                  </a:lnTo>
                  <a:lnTo>
                    <a:pt x="136299" y="231596"/>
                  </a:lnTo>
                  <a:lnTo>
                    <a:pt x="136152" y="231297"/>
                  </a:lnTo>
                  <a:lnTo>
                    <a:pt x="135862" y="231182"/>
                  </a:lnTo>
                  <a:lnTo>
                    <a:pt x="135444" y="231042"/>
                  </a:lnTo>
                  <a:lnTo>
                    <a:pt x="135107" y="230835"/>
                  </a:lnTo>
                  <a:lnTo>
                    <a:pt x="134965" y="230740"/>
                  </a:lnTo>
                  <a:lnTo>
                    <a:pt x="134425" y="230632"/>
                  </a:lnTo>
                  <a:lnTo>
                    <a:pt x="133950" y="230418"/>
                  </a:lnTo>
                  <a:lnTo>
                    <a:pt x="134030" y="230099"/>
                  </a:lnTo>
                  <a:lnTo>
                    <a:pt x="133937" y="229791"/>
                  </a:lnTo>
                  <a:lnTo>
                    <a:pt x="134063" y="229392"/>
                  </a:lnTo>
                  <a:lnTo>
                    <a:pt x="134149" y="229242"/>
                  </a:lnTo>
                  <a:lnTo>
                    <a:pt x="134451" y="228875"/>
                  </a:lnTo>
                  <a:lnTo>
                    <a:pt x="134819" y="228733"/>
                  </a:lnTo>
                  <a:lnTo>
                    <a:pt x="134917" y="228564"/>
                  </a:lnTo>
                  <a:lnTo>
                    <a:pt x="134663" y="228011"/>
                  </a:lnTo>
                  <a:lnTo>
                    <a:pt x="135046" y="227576"/>
                  </a:lnTo>
                  <a:lnTo>
                    <a:pt x="135185" y="227152"/>
                  </a:lnTo>
                  <a:lnTo>
                    <a:pt x="135693" y="227082"/>
                  </a:lnTo>
                  <a:lnTo>
                    <a:pt x="135838" y="227021"/>
                  </a:lnTo>
                  <a:lnTo>
                    <a:pt x="136063" y="226909"/>
                  </a:lnTo>
                  <a:lnTo>
                    <a:pt x="136471" y="226494"/>
                  </a:lnTo>
                  <a:lnTo>
                    <a:pt x="136607" y="226356"/>
                  </a:lnTo>
                  <a:lnTo>
                    <a:pt x="136911" y="226175"/>
                  </a:lnTo>
                  <a:lnTo>
                    <a:pt x="137099" y="226036"/>
                  </a:lnTo>
                  <a:lnTo>
                    <a:pt x="137277" y="225612"/>
                  </a:lnTo>
                  <a:lnTo>
                    <a:pt x="137480" y="225547"/>
                  </a:lnTo>
                  <a:lnTo>
                    <a:pt x="138060" y="225119"/>
                  </a:lnTo>
                  <a:lnTo>
                    <a:pt x="138615" y="225150"/>
                  </a:lnTo>
                  <a:lnTo>
                    <a:pt x="138879" y="225015"/>
                  </a:lnTo>
                  <a:lnTo>
                    <a:pt x="139103" y="224357"/>
                  </a:lnTo>
                  <a:lnTo>
                    <a:pt x="139394" y="224168"/>
                  </a:lnTo>
                  <a:lnTo>
                    <a:pt x="139942" y="224251"/>
                  </a:lnTo>
                  <a:lnTo>
                    <a:pt x="140218" y="224310"/>
                  </a:lnTo>
                  <a:lnTo>
                    <a:pt x="140436" y="223918"/>
                  </a:lnTo>
                  <a:lnTo>
                    <a:pt x="140474" y="223739"/>
                  </a:lnTo>
                  <a:lnTo>
                    <a:pt x="140764" y="223233"/>
                  </a:lnTo>
                  <a:lnTo>
                    <a:pt x="141264" y="223266"/>
                  </a:lnTo>
                  <a:lnTo>
                    <a:pt x="142157" y="223401"/>
                  </a:lnTo>
                  <a:lnTo>
                    <a:pt x="142427" y="223255"/>
                  </a:lnTo>
                  <a:lnTo>
                    <a:pt x="142441" y="223120"/>
                  </a:lnTo>
                  <a:lnTo>
                    <a:pt x="142574" y="222859"/>
                  </a:lnTo>
                  <a:lnTo>
                    <a:pt x="143003" y="222815"/>
                  </a:lnTo>
                  <a:lnTo>
                    <a:pt x="143300" y="222810"/>
                  </a:lnTo>
                  <a:lnTo>
                    <a:pt x="143670" y="222780"/>
                  </a:lnTo>
                  <a:lnTo>
                    <a:pt x="143900" y="222665"/>
                  </a:lnTo>
                  <a:lnTo>
                    <a:pt x="144219" y="222700"/>
                  </a:lnTo>
                  <a:lnTo>
                    <a:pt x="144426" y="222801"/>
                  </a:lnTo>
                  <a:lnTo>
                    <a:pt x="144625" y="222888"/>
                  </a:lnTo>
                  <a:lnTo>
                    <a:pt x="144808" y="222799"/>
                  </a:lnTo>
                  <a:lnTo>
                    <a:pt x="144622" y="222676"/>
                  </a:lnTo>
                  <a:lnTo>
                    <a:pt x="145076" y="222591"/>
                  </a:lnTo>
                  <a:lnTo>
                    <a:pt x="145367" y="222727"/>
                  </a:lnTo>
                  <a:lnTo>
                    <a:pt x="145569" y="222839"/>
                  </a:lnTo>
                  <a:lnTo>
                    <a:pt x="146015" y="222789"/>
                  </a:lnTo>
                  <a:lnTo>
                    <a:pt x="146395" y="222546"/>
                  </a:lnTo>
                  <a:lnTo>
                    <a:pt x="146522" y="222448"/>
                  </a:lnTo>
                  <a:lnTo>
                    <a:pt x="146534" y="221779"/>
                  </a:lnTo>
                  <a:lnTo>
                    <a:pt x="146836" y="221272"/>
                  </a:lnTo>
                  <a:lnTo>
                    <a:pt x="147339" y="220974"/>
                  </a:lnTo>
                  <a:lnTo>
                    <a:pt x="147442" y="220753"/>
                  </a:lnTo>
                  <a:lnTo>
                    <a:pt x="147703" y="220679"/>
                  </a:lnTo>
                  <a:lnTo>
                    <a:pt x="147981" y="220652"/>
                  </a:lnTo>
                  <a:lnTo>
                    <a:pt x="147978" y="221015"/>
                  </a:lnTo>
                  <a:lnTo>
                    <a:pt x="148165" y="221172"/>
                  </a:lnTo>
                  <a:lnTo>
                    <a:pt x="148348" y="221349"/>
                  </a:lnTo>
                  <a:lnTo>
                    <a:pt x="148564" y="221612"/>
                  </a:lnTo>
                  <a:lnTo>
                    <a:pt x="148883" y="221769"/>
                  </a:lnTo>
                  <a:lnTo>
                    <a:pt x="149039" y="221766"/>
                  </a:lnTo>
                  <a:lnTo>
                    <a:pt x="149345" y="221793"/>
                  </a:lnTo>
                  <a:lnTo>
                    <a:pt x="149647" y="221941"/>
                  </a:lnTo>
                  <a:lnTo>
                    <a:pt x="149875" y="222036"/>
                  </a:lnTo>
                  <a:lnTo>
                    <a:pt x="150333" y="222033"/>
                  </a:lnTo>
                  <a:lnTo>
                    <a:pt x="150574" y="221908"/>
                  </a:lnTo>
                  <a:lnTo>
                    <a:pt x="150540" y="221692"/>
                  </a:lnTo>
                  <a:lnTo>
                    <a:pt x="150355" y="221422"/>
                  </a:lnTo>
                  <a:lnTo>
                    <a:pt x="150299" y="221045"/>
                  </a:lnTo>
                  <a:lnTo>
                    <a:pt x="150421" y="220871"/>
                  </a:lnTo>
                  <a:lnTo>
                    <a:pt x="150345" y="220415"/>
                  </a:lnTo>
                  <a:lnTo>
                    <a:pt x="150630" y="220202"/>
                  </a:lnTo>
                  <a:lnTo>
                    <a:pt x="150977" y="220335"/>
                  </a:lnTo>
                  <a:lnTo>
                    <a:pt x="151265" y="220271"/>
                  </a:lnTo>
                  <a:lnTo>
                    <a:pt x="151792" y="219378"/>
                  </a:lnTo>
                  <a:lnTo>
                    <a:pt x="151705" y="219217"/>
                  </a:lnTo>
                  <a:lnTo>
                    <a:pt x="151755" y="218956"/>
                  </a:lnTo>
                  <a:lnTo>
                    <a:pt x="152126" y="218397"/>
                  </a:lnTo>
                  <a:lnTo>
                    <a:pt x="152292" y="218201"/>
                  </a:lnTo>
                  <a:lnTo>
                    <a:pt x="152882" y="218114"/>
                  </a:lnTo>
                  <a:lnTo>
                    <a:pt x="152919" y="217914"/>
                  </a:lnTo>
                  <a:lnTo>
                    <a:pt x="153005" y="217648"/>
                  </a:lnTo>
                  <a:lnTo>
                    <a:pt x="153155" y="217551"/>
                  </a:lnTo>
                  <a:lnTo>
                    <a:pt x="154011" y="217374"/>
                  </a:lnTo>
                  <a:lnTo>
                    <a:pt x="154869" y="217101"/>
                  </a:lnTo>
                  <a:lnTo>
                    <a:pt x="154874" y="216817"/>
                  </a:lnTo>
                  <a:lnTo>
                    <a:pt x="154735" y="216680"/>
                  </a:lnTo>
                  <a:lnTo>
                    <a:pt x="154344" y="216115"/>
                  </a:lnTo>
                  <a:lnTo>
                    <a:pt x="154219" y="215796"/>
                  </a:lnTo>
                  <a:lnTo>
                    <a:pt x="153967" y="215325"/>
                  </a:lnTo>
                  <a:lnTo>
                    <a:pt x="153901" y="215138"/>
                  </a:lnTo>
                  <a:lnTo>
                    <a:pt x="153762" y="214748"/>
                  </a:lnTo>
                  <a:lnTo>
                    <a:pt x="153409" y="214444"/>
                  </a:lnTo>
                  <a:lnTo>
                    <a:pt x="153280" y="214182"/>
                  </a:lnTo>
                  <a:lnTo>
                    <a:pt x="153202" y="213679"/>
                  </a:lnTo>
                  <a:lnTo>
                    <a:pt x="153182" y="213355"/>
                  </a:lnTo>
                  <a:lnTo>
                    <a:pt x="153108" y="213107"/>
                  </a:lnTo>
                  <a:lnTo>
                    <a:pt x="153057" y="212972"/>
                  </a:lnTo>
                  <a:lnTo>
                    <a:pt x="152733" y="212803"/>
                  </a:lnTo>
                  <a:lnTo>
                    <a:pt x="152454" y="212832"/>
                  </a:lnTo>
                  <a:lnTo>
                    <a:pt x="151941" y="212808"/>
                  </a:lnTo>
                  <a:lnTo>
                    <a:pt x="151503" y="212733"/>
                  </a:lnTo>
                  <a:lnTo>
                    <a:pt x="150978" y="212732"/>
                  </a:lnTo>
                  <a:lnTo>
                    <a:pt x="150728" y="212535"/>
                  </a:lnTo>
                  <a:lnTo>
                    <a:pt x="150883" y="212532"/>
                  </a:lnTo>
                  <a:lnTo>
                    <a:pt x="150820" y="212020"/>
                  </a:lnTo>
                  <a:lnTo>
                    <a:pt x="150648" y="211957"/>
                  </a:lnTo>
                  <a:lnTo>
                    <a:pt x="150296" y="212047"/>
                  </a:lnTo>
                  <a:lnTo>
                    <a:pt x="150086" y="211926"/>
                  </a:lnTo>
                  <a:lnTo>
                    <a:pt x="149897" y="211584"/>
                  </a:lnTo>
                  <a:lnTo>
                    <a:pt x="149704" y="211360"/>
                  </a:lnTo>
                  <a:lnTo>
                    <a:pt x="148344" y="209785"/>
                  </a:lnTo>
                  <a:lnTo>
                    <a:pt x="147531" y="209115"/>
                  </a:lnTo>
                  <a:lnTo>
                    <a:pt x="147356" y="208896"/>
                  </a:lnTo>
                  <a:lnTo>
                    <a:pt x="147492" y="208432"/>
                  </a:lnTo>
                  <a:lnTo>
                    <a:pt x="147321" y="207893"/>
                  </a:lnTo>
                  <a:lnTo>
                    <a:pt x="147389" y="207736"/>
                  </a:lnTo>
                  <a:lnTo>
                    <a:pt x="147674" y="206820"/>
                  </a:lnTo>
                  <a:lnTo>
                    <a:pt x="147073" y="206596"/>
                  </a:lnTo>
                  <a:lnTo>
                    <a:pt x="146130" y="206590"/>
                  </a:lnTo>
                  <a:lnTo>
                    <a:pt x="146152" y="206016"/>
                  </a:lnTo>
                  <a:lnTo>
                    <a:pt x="146298" y="205897"/>
                  </a:lnTo>
                  <a:lnTo>
                    <a:pt x="146368" y="205698"/>
                  </a:lnTo>
                  <a:lnTo>
                    <a:pt x="146487" y="205476"/>
                  </a:lnTo>
                  <a:lnTo>
                    <a:pt x="146660" y="205262"/>
                  </a:lnTo>
                  <a:lnTo>
                    <a:pt x="146664" y="204993"/>
                  </a:lnTo>
                  <a:lnTo>
                    <a:pt x="146817" y="204848"/>
                  </a:lnTo>
                  <a:lnTo>
                    <a:pt x="147328" y="204481"/>
                  </a:lnTo>
                  <a:lnTo>
                    <a:pt x="147654" y="204214"/>
                  </a:lnTo>
                  <a:lnTo>
                    <a:pt x="147936" y="204001"/>
                  </a:lnTo>
                  <a:lnTo>
                    <a:pt x="148446" y="204055"/>
                  </a:lnTo>
                  <a:lnTo>
                    <a:pt x="149063" y="204066"/>
                  </a:lnTo>
                  <a:lnTo>
                    <a:pt x="149276" y="203605"/>
                  </a:lnTo>
                  <a:lnTo>
                    <a:pt x="149618" y="202730"/>
                  </a:lnTo>
                  <a:lnTo>
                    <a:pt x="149947" y="202624"/>
                  </a:lnTo>
                  <a:lnTo>
                    <a:pt x="150195" y="202582"/>
                  </a:lnTo>
                  <a:lnTo>
                    <a:pt x="150372" y="202570"/>
                  </a:lnTo>
                  <a:lnTo>
                    <a:pt x="150605" y="202629"/>
                  </a:lnTo>
                  <a:lnTo>
                    <a:pt x="150861" y="202578"/>
                  </a:lnTo>
                  <a:lnTo>
                    <a:pt x="152109" y="201926"/>
                  </a:lnTo>
                  <a:lnTo>
                    <a:pt x="152656" y="201438"/>
                  </a:lnTo>
                  <a:lnTo>
                    <a:pt x="153075" y="201449"/>
                  </a:lnTo>
                  <a:lnTo>
                    <a:pt x="153672" y="201607"/>
                  </a:lnTo>
                  <a:lnTo>
                    <a:pt x="154797" y="201853"/>
                  </a:lnTo>
                  <a:lnTo>
                    <a:pt x="154947" y="201942"/>
                  </a:lnTo>
                  <a:lnTo>
                    <a:pt x="155118" y="202141"/>
                  </a:lnTo>
                  <a:lnTo>
                    <a:pt x="155275" y="202694"/>
                  </a:lnTo>
                  <a:lnTo>
                    <a:pt x="155565" y="203131"/>
                  </a:lnTo>
                  <a:lnTo>
                    <a:pt x="156019" y="203084"/>
                  </a:lnTo>
                  <a:lnTo>
                    <a:pt x="156666" y="202572"/>
                  </a:lnTo>
                  <a:lnTo>
                    <a:pt x="156852" y="202304"/>
                  </a:lnTo>
                  <a:lnTo>
                    <a:pt x="156949" y="202145"/>
                  </a:lnTo>
                  <a:lnTo>
                    <a:pt x="157159" y="201955"/>
                  </a:lnTo>
                  <a:lnTo>
                    <a:pt x="157466" y="202292"/>
                  </a:lnTo>
                  <a:lnTo>
                    <a:pt x="158146" y="201944"/>
                  </a:lnTo>
                  <a:lnTo>
                    <a:pt x="158579" y="201802"/>
                  </a:lnTo>
                  <a:lnTo>
                    <a:pt x="158729" y="201764"/>
                  </a:lnTo>
                  <a:lnTo>
                    <a:pt x="159064" y="201498"/>
                  </a:lnTo>
                  <a:lnTo>
                    <a:pt x="159262" y="201304"/>
                  </a:lnTo>
                  <a:lnTo>
                    <a:pt x="159764" y="200972"/>
                  </a:lnTo>
                  <a:lnTo>
                    <a:pt x="160243" y="201031"/>
                  </a:lnTo>
                  <a:lnTo>
                    <a:pt x="160563" y="201013"/>
                  </a:lnTo>
                  <a:lnTo>
                    <a:pt x="160904" y="200903"/>
                  </a:lnTo>
                  <a:lnTo>
                    <a:pt x="160823" y="200746"/>
                  </a:lnTo>
                  <a:lnTo>
                    <a:pt x="160563" y="200074"/>
                  </a:lnTo>
                  <a:lnTo>
                    <a:pt x="160787" y="199979"/>
                  </a:lnTo>
                  <a:lnTo>
                    <a:pt x="161026" y="199844"/>
                  </a:lnTo>
                  <a:lnTo>
                    <a:pt x="161186" y="199655"/>
                  </a:lnTo>
                  <a:lnTo>
                    <a:pt x="161517" y="199261"/>
                  </a:lnTo>
                  <a:lnTo>
                    <a:pt x="161784" y="199342"/>
                  </a:lnTo>
                  <a:lnTo>
                    <a:pt x="162072" y="199444"/>
                  </a:lnTo>
                  <a:lnTo>
                    <a:pt x="162555" y="199424"/>
                  </a:lnTo>
                  <a:lnTo>
                    <a:pt x="162813" y="198623"/>
                  </a:lnTo>
                  <a:lnTo>
                    <a:pt x="162894" y="198164"/>
                  </a:lnTo>
                  <a:lnTo>
                    <a:pt x="162986" y="197822"/>
                  </a:lnTo>
                  <a:lnTo>
                    <a:pt x="163113" y="197435"/>
                  </a:lnTo>
                  <a:lnTo>
                    <a:pt x="163716" y="196693"/>
                  </a:lnTo>
                  <a:lnTo>
                    <a:pt x="164146" y="196328"/>
                  </a:lnTo>
                  <a:lnTo>
                    <a:pt x="164729" y="195639"/>
                  </a:lnTo>
                  <a:lnTo>
                    <a:pt x="164820" y="195473"/>
                  </a:lnTo>
                  <a:lnTo>
                    <a:pt x="165099" y="195045"/>
                  </a:lnTo>
                  <a:lnTo>
                    <a:pt x="165102" y="194861"/>
                  </a:lnTo>
                  <a:lnTo>
                    <a:pt x="165135" y="194712"/>
                  </a:lnTo>
                  <a:lnTo>
                    <a:pt x="165304" y="194293"/>
                  </a:lnTo>
                  <a:lnTo>
                    <a:pt x="165771" y="193808"/>
                  </a:lnTo>
                  <a:lnTo>
                    <a:pt x="165938" y="193871"/>
                  </a:lnTo>
                  <a:lnTo>
                    <a:pt x="166180" y="194025"/>
                  </a:lnTo>
                  <a:lnTo>
                    <a:pt x="166665" y="194818"/>
                  </a:lnTo>
                  <a:lnTo>
                    <a:pt x="166782" y="195029"/>
                  </a:lnTo>
                  <a:lnTo>
                    <a:pt x="167097" y="195024"/>
                  </a:lnTo>
                  <a:lnTo>
                    <a:pt x="167711" y="195349"/>
                  </a:lnTo>
                  <a:lnTo>
                    <a:pt x="168126" y="195249"/>
                  </a:lnTo>
                  <a:lnTo>
                    <a:pt x="168128" y="194974"/>
                  </a:lnTo>
                  <a:lnTo>
                    <a:pt x="168305" y="194742"/>
                  </a:lnTo>
                  <a:lnTo>
                    <a:pt x="168456" y="194670"/>
                  </a:lnTo>
                  <a:lnTo>
                    <a:pt x="168834" y="194633"/>
                  </a:lnTo>
                  <a:lnTo>
                    <a:pt x="169300" y="194631"/>
                  </a:lnTo>
                  <a:lnTo>
                    <a:pt x="169659" y="194686"/>
                  </a:lnTo>
                  <a:lnTo>
                    <a:pt x="170051" y="194705"/>
                  </a:lnTo>
                  <a:lnTo>
                    <a:pt x="170889" y="194656"/>
                  </a:lnTo>
                  <a:lnTo>
                    <a:pt x="171118" y="194556"/>
                  </a:lnTo>
                  <a:lnTo>
                    <a:pt x="171283" y="194480"/>
                  </a:lnTo>
                  <a:lnTo>
                    <a:pt x="171941" y="194316"/>
                  </a:lnTo>
                  <a:lnTo>
                    <a:pt x="172189" y="194435"/>
                  </a:lnTo>
                  <a:lnTo>
                    <a:pt x="172222" y="194590"/>
                  </a:lnTo>
                  <a:lnTo>
                    <a:pt x="172267" y="194799"/>
                  </a:lnTo>
                  <a:lnTo>
                    <a:pt x="172611" y="194884"/>
                  </a:lnTo>
                  <a:lnTo>
                    <a:pt x="172998" y="194872"/>
                  </a:lnTo>
                  <a:lnTo>
                    <a:pt x="173168" y="194856"/>
                  </a:lnTo>
                  <a:lnTo>
                    <a:pt x="173488" y="194873"/>
                  </a:lnTo>
                  <a:lnTo>
                    <a:pt x="173731" y="194942"/>
                  </a:lnTo>
                  <a:lnTo>
                    <a:pt x="174014" y="194779"/>
                  </a:lnTo>
                  <a:lnTo>
                    <a:pt x="174172" y="194563"/>
                  </a:lnTo>
                  <a:lnTo>
                    <a:pt x="173986" y="194215"/>
                  </a:lnTo>
                  <a:lnTo>
                    <a:pt x="173942" y="193886"/>
                  </a:lnTo>
                  <a:lnTo>
                    <a:pt x="173833" y="193522"/>
                  </a:lnTo>
                  <a:lnTo>
                    <a:pt x="173575" y="193341"/>
                  </a:lnTo>
                  <a:lnTo>
                    <a:pt x="173364" y="193190"/>
                  </a:lnTo>
                  <a:lnTo>
                    <a:pt x="173208" y="192876"/>
                  </a:lnTo>
                  <a:lnTo>
                    <a:pt x="172919" y="192517"/>
                  </a:lnTo>
                  <a:lnTo>
                    <a:pt x="172749" y="192491"/>
                  </a:lnTo>
                  <a:lnTo>
                    <a:pt x="172485" y="192456"/>
                  </a:lnTo>
                  <a:lnTo>
                    <a:pt x="171859" y="191708"/>
                  </a:lnTo>
                  <a:lnTo>
                    <a:pt x="171634" y="191274"/>
                  </a:lnTo>
                  <a:lnTo>
                    <a:pt x="171245" y="190882"/>
                  </a:lnTo>
                  <a:lnTo>
                    <a:pt x="171041" y="190683"/>
                  </a:lnTo>
                  <a:lnTo>
                    <a:pt x="170901" y="190609"/>
                  </a:lnTo>
                  <a:lnTo>
                    <a:pt x="170249" y="189860"/>
                  </a:lnTo>
                  <a:lnTo>
                    <a:pt x="169832" y="189597"/>
                  </a:lnTo>
                  <a:lnTo>
                    <a:pt x="169658" y="189449"/>
                  </a:lnTo>
                  <a:lnTo>
                    <a:pt x="169509" y="189322"/>
                  </a:lnTo>
                  <a:lnTo>
                    <a:pt x="169082" y="188764"/>
                  </a:lnTo>
                  <a:lnTo>
                    <a:pt x="169101" y="188136"/>
                  </a:lnTo>
                  <a:lnTo>
                    <a:pt x="169455" y="187643"/>
                  </a:lnTo>
                  <a:lnTo>
                    <a:pt x="170064" y="187495"/>
                  </a:lnTo>
                  <a:lnTo>
                    <a:pt x="170284" y="187187"/>
                  </a:lnTo>
                  <a:lnTo>
                    <a:pt x="170525" y="187193"/>
                  </a:lnTo>
                  <a:lnTo>
                    <a:pt x="170720" y="187343"/>
                  </a:lnTo>
                  <a:lnTo>
                    <a:pt x="170795" y="187490"/>
                  </a:lnTo>
                  <a:lnTo>
                    <a:pt x="170949" y="187800"/>
                  </a:lnTo>
                  <a:lnTo>
                    <a:pt x="171033" y="188041"/>
                  </a:lnTo>
                  <a:lnTo>
                    <a:pt x="171264" y="188385"/>
                  </a:lnTo>
                  <a:lnTo>
                    <a:pt x="171589" y="188821"/>
                  </a:lnTo>
                  <a:lnTo>
                    <a:pt x="172412" y="188968"/>
                  </a:lnTo>
                  <a:lnTo>
                    <a:pt x="172763" y="188951"/>
                  </a:lnTo>
                  <a:lnTo>
                    <a:pt x="173072" y="189112"/>
                  </a:lnTo>
                  <a:lnTo>
                    <a:pt x="173630" y="189034"/>
                  </a:lnTo>
                  <a:lnTo>
                    <a:pt x="174158" y="189241"/>
                  </a:lnTo>
                  <a:lnTo>
                    <a:pt x="174499" y="189249"/>
                  </a:lnTo>
                  <a:lnTo>
                    <a:pt x="174625" y="188943"/>
                  </a:lnTo>
                  <a:lnTo>
                    <a:pt x="174436" y="188162"/>
                  </a:lnTo>
                  <a:lnTo>
                    <a:pt x="174265" y="187957"/>
                  </a:lnTo>
                  <a:lnTo>
                    <a:pt x="174033" y="187573"/>
                  </a:lnTo>
                  <a:lnTo>
                    <a:pt x="173652" y="186852"/>
                  </a:lnTo>
                  <a:lnTo>
                    <a:pt x="173588" y="186457"/>
                  </a:lnTo>
                  <a:lnTo>
                    <a:pt x="173626" y="186029"/>
                  </a:lnTo>
                  <a:lnTo>
                    <a:pt x="173699" y="185790"/>
                  </a:lnTo>
                  <a:lnTo>
                    <a:pt x="173775" y="185583"/>
                  </a:lnTo>
                  <a:lnTo>
                    <a:pt x="174236" y="185436"/>
                  </a:lnTo>
                  <a:lnTo>
                    <a:pt x="174418" y="185547"/>
                  </a:lnTo>
                  <a:lnTo>
                    <a:pt x="174790" y="185539"/>
                  </a:lnTo>
                  <a:lnTo>
                    <a:pt x="175068" y="185564"/>
                  </a:lnTo>
                  <a:lnTo>
                    <a:pt x="175456" y="185684"/>
                  </a:lnTo>
                  <a:lnTo>
                    <a:pt x="175705" y="185756"/>
                  </a:lnTo>
                  <a:lnTo>
                    <a:pt x="175982" y="185794"/>
                  </a:lnTo>
                  <a:lnTo>
                    <a:pt x="176147" y="185776"/>
                  </a:lnTo>
                  <a:lnTo>
                    <a:pt x="176617" y="185442"/>
                  </a:lnTo>
                  <a:lnTo>
                    <a:pt x="176779" y="185324"/>
                  </a:lnTo>
                  <a:lnTo>
                    <a:pt x="177326" y="185213"/>
                  </a:lnTo>
                  <a:lnTo>
                    <a:pt x="178195" y="185072"/>
                  </a:lnTo>
                  <a:lnTo>
                    <a:pt x="178699" y="185539"/>
                  </a:lnTo>
                  <a:lnTo>
                    <a:pt x="178944" y="185705"/>
                  </a:lnTo>
                  <a:lnTo>
                    <a:pt x="179434" y="185750"/>
                  </a:lnTo>
                  <a:lnTo>
                    <a:pt x="179925" y="185419"/>
                  </a:lnTo>
                  <a:lnTo>
                    <a:pt x="179983" y="185214"/>
                  </a:lnTo>
                  <a:lnTo>
                    <a:pt x="179994" y="184723"/>
                  </a:lnTo>
                  <a:lnTo>
                    <a:pt x="180015" y="184370"/>
                  </a:lnTo>
                  <a:lnTo>
                    <a:pt x="180199" y="183912"/>
                  </a:lnTo>
                  <a:lnTo>
                    <a:pt x="180248" y="183780"/>
                  </a:lnTo>
                  <a:lnTo>
                    <a:pt x="180080" y="183243"/>
                  </a:lnTo>
                  <a:lnTo>
                    <a:pt x="179903" y="182804"/>
                  </a:lnTo>
                  <a:lnTo>
                    <a:pt x="180036" y="182421"/>
                  </a:lnTo>
                  <a:lnTo>
                    <a:pt x="180578" y="182039"/>
                  </a:lnTo>
                  <a:lnTo>
                    <a:pt x="181047" y="182076"/>
                  </a:lnTo>
                  <a:lnTo>
                    <a:pt x="181199" y="182093"/>
                  </a:lnTo>
                  <a:lnTo>
                    <a:pt x="181561" y="182445"/>
                  </a:lnTo>
                  <a:lnTo>
                    <a:pt x="181695" y="182537"/>
                  </a:lnTo>
                  <a:lnTo>
                    <a:pt x="181893" y="182649"/>
                  </a:lnTo>
                  <a:close/>
                </a:path>
              </a:pathLst>
            </a:custGeom>
            <a:solidFill>
              <a:srgbClr val="E3F4F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6595184" y="1566426"/>
              <a:ext cx="246985" cy="358871"/>
            </a:xfrm>
            <a:custGeom>
              <a:avLst/>
              <a:pathLst>
                <a:path w="246985" h="358871">
                  <a:moveTo>
                    <a:pt x="182879" y="182880"/>
                  </a:moveTo>
                  <a:lnTo>
                    <a:pt x="183091" y="182966"/>
                  </a:lnTo>
                  <a:lnTo>
                    <a:pt x="183466" y="183017"/>
                  </a:lnTo>
                  <a:lnTo>
                    <a:pt x="183611" y="182965"/>
                  </a:lnTo>
                  <a:lnTo>
                    <a:pt x="183971" y="183120"/>
                  </a:lnTo>
                  <a:lnTo>
                    <a:pt x="184129" y="183167"/>
                  </a:lnTo>
                  <a:lnTo>
                    <a:pt x="184300" y="183169"/>
                  </a:lnTo>
                  <a:lnTo>
                    <a:pt x="184536" y="183189"/>
                  </a:lnTo>
                  <a:lnTo>
                    <a:pt x="185068" y="183884"/>
                  </a:lnTo>
                  <a:lnTo>
                    <a:pt x="185512" y="183948"/>
                  </a:lnTo>
                  <a:lnTo>
                    <a:pt x="185882" y="184234"/>
                  </a:lnTo>
                  <a:lnTo>
                    <a:pt x="186201" y="184547"/>
                  </a:lnTo>
                  <a:lnTo>
                    <a:pt x="186547" y="184911"/>
                  </a:lnTo>
                  <a:lnTo>
                    <a:pt x="186855" y="185049"/>
                  </a:lnTo>
                  <a:lnTo>
                    <a:pt x="187037" y="185078"/>
                  </a:lnTo>
                  <a:lnTo>
                    <a:pt x="187258" y="185321"/>
                  </a:lnTo>
                  <a:lnTo>
                    <a:pt x="187421" y="185681"/>
                  </a:lnTo>
                  <a:lnTo>
                    <a:pt x="187610" y="185750"/>
                  </a:lnTo>
                  <a:lnTo>
                    <a:pt x="187777" y="185803"/>
                  </a:lnTo>
                  <a:lnTo>
                    <a:pt x="187966" y="186091"/>
                  </a:lnTo>
                  <a:lnTo>
                    <a:pt x="188108" y="186271"/>
                  </a:lnTo>
                  <a:lnTo>
                    <a:pt x="188997" y="186173"/>
                  </a:lnTo>
                  <a:lnTo>
                    <a:pt x="189151" y="186157"/>
                  </a:lnTo>
                  <a:lnTo>
                    <a:pt x="189707" y="186206"/>
                  </a:lnTo>
                  <a:lnTo>
                    <a:pt x="189859" y="186172"/>
                  </a:lnTo>
                  <a:lnTo>
                    <a:pt x="190667" y="186205"/>
                  </a:lnTo>
                  <a:lnTo>
                    <a:pt x="191086" y="186615"/>
                  </a:lnTo>
                  <a:lnTo>
                    <a:pt x="191138" y="186968"/>
                  </a:lnTo>
                  <a:lnTo>
                    <a:pt x="191278" y="187687"/>
                  </a:lnTo>
                  <a:lnTo>
                    <a:pt x="191430" y="187765"/>
                  </a:lnTo>
                  <a:lnTo>
                    <a:pt x="191844" y="188123"/>
                  </a:lnTo>
                  <a:lnTo>
                    <a:pt x="192075" y="188422"/>
                  </a:lnTo>
                  <a:lnTo>
                    <a:pt x="192546" y="188671"/>
                  </a:lnTo>
                  <a:lnTo>
                    <a:pt x="192951" y="188766"/>
                  </a:lnTo>
                  <a:lnTo>
                    <a:pt x="193216" y="188798"/>
                  </a:lnTo>
                  <a:lnTo>
                    <a:pt x="193675" y="188838"/>
                  </a:lnTo>
                  <a:lnTo>
                    <a:pt x="193861" y="188929"/>
                  </a:lnTo>
                  <a:lnTo>
                    <a:pt x="194338" y="189069"/>
                  </a:lnTo>
                  <a:lnTo>
                    <a:pt x="194537" y="189216"/>
                  </a:lnTo>
                  <a:lnTo>
                    <a:pt x="194986" y="189774"/>
                  </a:lnTo>
                  <a:lnTo>
                    <a:pt x="195127" y="190017"/>
                  </a:lnTo>
                  <a:lnTo>
                    <a:pt x="195374" y="190332"/>
                  </a:lnTo>
                  <a:lnTo>
                    <a:pt x="196177" y="190947"/>
                  </a:lnTo>
                  <a:lnTo>
                    <a:pt x="196462" y="191152"/>
                  </a:lnTo>
                  <a:lnTo>
                    <a:pt x="196649" y="191280"/>
                  </a:lnTo>
                  <a:lnTo>
                    <a:pt x="197179" y="191301"/>
                  </a:lnTo>
                  <a:lnTo>
                    <a:pt x="197712" y="191305"/>
                  </a:lnTo>
                  <a:lnTo>
                    <a:pt x="197965" y="191290"/>
                  </a:lnTo>
                  <a:lnTo>
                    <a:pt x="198237" y="191203"/>
                  </a:lnTo>
                  <a:lnTo>
                    <a:pt x="198779" y="191620"/>
                  </a:lnTo>
                  <a:lnTo>
                    <a:pt x="198988" y="191670"/>
                  </a:lnTo>
                  <a:lnTo>
                    <a:pt x="199363" y="191487"/>
                  </a:lnTo>
                  <a:lnTo>
                    <a:pt x="200042" y="191574"/>
                  </a:lnTo>
                  <a:lnTo>
                    <a:pt x="200437" y="191810"/>
                  </a:lnTo>
                  <a:lnTo>
                    <a:pt x="200625" y="191918"/>
                  </a:lnTo>
                  <a:lnTo>
                    <a:pt x="200815" y="192023"/>
                  </a:lnTo>
                  <a:lnTo>
                    <a:pt x="201260" y="192200"/>
                  </a:lnTo>
                  <a:lnTo>
                    <a:pt x="201485" y="192372"/>
                  </a:lnTo>
                  <a:lnTo>
                    <a:pt x="201870" y="192539"/>
                  </a:lnTo>
                  <a:lnTo>
                    <a:pt x="202536" y="192966"/>
                  </a:lnTo>
                  <a:lnTo>
                    <a:pt x="202828" y="193218"/>
                  </a:lnTo>
                  <a:lnTo>
                    <a:pt x="203290" y="193403"/>
                  </a:lnTo>
                  <a:lnTo>
                    <a:pt x="203887" y="193738"/>
                  </a:lnTo>
                  <a:lnTo>
                    <a:pt x="204048" y="194001"/>
                  </a:lnTo>
                  <a:lnTo>
                    <a:pt x="204317" y="194362"/>
                  </a:lnTo>
                  <a:lnTo>
                    <a:pt x="204587" y="194527"/>
                  </a:lnTo>
                  <a:lnTo>
                    <a:pt x="204895" y="194747"/>
                  </a:lnTo>
                  <a:lnTo>
                    <a:pt x="205275" y="195250"/>
                  </a:lnTo>
                  <a:lnTo>
                    <a:pt x="205921" y="195624"/>
                  </a:lnTo>
                  <a:lnTo>
                    <a:pt x="206712" y="195988"/>
                  </a:lnTo>
                  <a:lnTo>
                    <a:pt x="206882" y="196083"/>
                  </a:lnTo>
                  <a:lnTo>
                    <a:pt x="207160" y="196323"/>
                  </a:lnTo>
                  <a:lnTo>
                    <a:pt x="207293" y="196461"/>
                  </a:lnTo>
                  <a:lnTo>
                    <a:pt x="207772" y="196899"/>
                  </a:lnTo>
                  <a:lnTo>
                    <a:pt x="208187" y="197478"/>
                  </a:lnTo>
                  <a:lnTo>
                    <a:pt x="208308" y="197851"/>
                  </a:lnTo>
                  <a:lnTo>
                    <a:pt x="208088" y="198258"/>
                  </a:lnTo>
                  <a:lnTo>
                    <a:pt x="208052" y="198396"/>
                  </a:lnTo>
                  <a:lnTo>
                    <a:pt x="208202" y="198705"/>
                  </a:lnTo>
                  <a:lnTo>
                    <a:pt x="208837" y="198723"/>
                  </a:lnTo>
                  <a:lnTo>
                    <a:pt x="209039" y="198791"/>
                  </a:lnTo>
                  <a:lnTo>
                    <a:pt x="209707" y="199120"/>
                  </a:lnTo>
                  <a:lnTo>
                    <a:pt x="209957" y="198993"/>
                  </a:lnTo>
                  <a:lnTo>
                    <a:pt x="210107" y="199066"/>
                  </a:lnTo>
                  <a:lnTo>
                    <a:pt x="210392" y="199248"/>
                  </a:lnTo>
                  <a:lnTo>
                    <a:pt x="210618" y="199360"/>
                  </a:lnTo>
                  <a:lnTo>
                    <a:pt x="211096" y="199436"/>
                  </a:lnTo>
                  <a:lnTo>
                    <a:pt x="211295" y="199549"/>
                  </a:lnTo>
                  <a:lnTo>
                    <a:pt x="211275" y="199737"/>
                  </a:lnTo>
                  <a:lnTo>
                    <a:pt x="211249" y="199925"/>
                  </a:lnTo>
                  <a:lnTo>
                    <a:pt x="211290" y="200198"/>
                  </a:lnTo>
                  <a:lnTo>
                    <a:pt x="211291" y="200607"/>
                  </a:lnTo>
                  <a:lnTo>
                    <a:pt x="211040" y="200665"/>
                  </a:lnTo>
                  <a:lnTo>
                    <a:pt x="210722" y="201351"/>
                  </a:lnTo>
                  <a:lnTo>
                    <a:pt x="211149" y="201809"/>
                  </a:lnTo>
                  <a:lnTo>
                    <a:pt x="211461" y="201882"/>
                  </a:lnTo>
                  <a:lnTo>
                    <a:pt x="211561" y="202321"/>
                  </a:lnTo>
                  <a:lnTo>
                    <a:pt x="211438" y="202656"/>
                  </a:lnTo>
                  <a:lnTo>
                    <a:pt x="211427" y="202833"/>
                  </a:lnTo>
                  <a:lnTo>
                    <a:pt x="211852" y="203285"/>
                  </a:lnTo>
                  <a:lnTo>
                    <a:pt x="212008" y="203367"/>
                  </a:lnTo>
                  <a:lnTo>
                    <a:pt x="212662" y="203435"/>
                  </a:lnTo>
                  <a:lnTo>
                    <a:pt x="212925" y="203485"/>
                  </a:lnTo>
                  <a:lnTo>
                    <a:pt x="213159" y="203536"/>
                  </a:lnTo>
                  <a:lnTo>
                    <a:pt x="213580" y="203546"/>
                  </a:lnTo>
                  <a:lnTo>
                    <a:pt x="214324" y="203554"/>
                  </a:lnTo>
                  <a:lnTo>
                    <a:pt x="214860" y="203587"/>
                  </a:lnTo>
                  <a:lnTo>
                    <a:pt x="214995" y="203619"/>
                  </a:lnTo>
                  <a:lnTo>
                    <a:pt x="215220" y="203662"/>
                  </a:lnTo>
                  <a:lnTo>
                    <a:pt x="215491" y="203704"/>
                  </a:lnTo>
                  <a:lnTo>
                    <a:pt x="216177" y="203579"/>
                  </a:lnTo>
                  <a:lnTo>
                    <a:pt x="216415" y="203560"/>
                  </a:lnTo>
                  <a:lnTo>
                    <a:pt x="216674" y="203160"/>
                  </a:lnTo>
                  <a:lnTo>
                    <a:pt x="216904" y="203003"/>
                  </a:lnTo>
                  <a:lnTo>
                    <a:pt x="217509" y="202983"/>
                  </a:lnTo>
                  <a:lnTo>
                    <a:pt x="217827" y="202915"/>
                  </a:lnTo>
                  <a:lnTo>
                    <a:pt x="218053" y="202879"/>
                  </a:lnTo>
                  <a:lnTo>
                    <a:pt x="218406" y="203240"/>
                  </a:lnTo>
                  <a:lnTo>
                    <a:pt x="218549" y="203301"/>
                  </a:lnTo>
                  <a:lnTo>
                    <a:pt x="218825" y="203228"/>
                  </a:lnTo>
                  <a:lnTo>
                    <a:pt x="219125" y="203067"/>
                  </a:lnTo>
                  <a:lnTo>
                    <a:pt x="219471" y="203001"/>
                  </a:lnTo>
                  <a:lnTo>
                    <a:pt x="219671" y="202995"/>
                  </a:lnTo>
                  <a:lnTo>
                    <a:pt x="220125" y="203164"/>
                  </a:lnTo>
                  <a:lnTo>
                    <a:pt x="220563" y="203005"/>
                  </a:lnTo>
                  <a:lnTo>
                    <a:pt x="221178" y="202941"/>
                  </a:lnTo>
                  <a:lnTo>
                    <a:pt x="221371" y="202828"/>
                  </a:lnTo>
                  <a:lnTo>
                    <a:pt x="221910" y="202716"/>
                  </a:lnTo>
                  <a:lnTo>
                    <a:pt x="222059" y="202803"/>
                  </a:lnTo>
                  <a:lnTo>
                    <a:pt x="222499" y="202780"/>
                  </a:lnTo>
                  <a:lnTo>
                    <a:pt x="222846" y="202713"/>
                  </a:lnTo>
                  <a:lnTo>
                    <a:pt x="223217" y="202757"/>
                  </a:lnTo>
                  <a:lnTo>
                    <a:pt x="223481" y="202878"/>
                  </a:lnTo>
                  <a:lnTo>
                    <a:pt x="224177" y="203357"/>
                  </a:lnTo>
                  <a:lnTo>
                    <a:pt x="224873" y="203233"/>
                  </a:lnTo>
                  <a:lnTo>
                    <a:pt x="225500" y="203019"/>
                  </a:lnTo>
                  <a:lnTo>
                    <a:pt x="225850" y="203099"/>
                  </a:lnTo>
                  <a:lnTo>
                    <a:pt x="226405" y="203203"/>
                  </a:lnTo>
                  <a:lnTo>
                    <a:pt x="226582" y="203169"/>
                  </a:lnTo>
                  <a:lnTo>
                    <a:pt x="226777" y="203132"/>
                  </a:lnTo>
                  <a:lnTo>
                    <a:pt x="227109" y="203109"/>
                  </a:lnTo>
                  <a:lnTo>
                    <a:pt x="227377" y="203245"/>
                  </a:lnTo>
                  <a:lnTo>
                    <a:pt x="228058" y="203943"/>
                  </a:lnTo>
                  <a:lnTo>
                    <a:pt x="228562" y="203923"/>
                  </a:lnTo>
                  <a:lnTo>
                    <a:pt x="228926" y="204334"/>
                  </a:lnTo>
                  <a:lnTo>
                    <a:pt x="228831" y="204580"/>
                  </a:lnTo>
                  <a:lnTo>
                    <a:pt x="229043" y="205290"/>
                  </a:lnTo>
                  <a:lnTo>
                    <a:pt x="229218" y="205552"/>
                  </a:lnTo>
                  <a:lnTo>
                    <a:pt x="229225" y="205883"/>
                  </a:lnTo>
                  <a:lnTo>
                    <a:pt x="229196" y="206530"/>
                  </a:lnTo>
                  <a:lnTo>
                    <a:pt x="229164" y="206700"/>
                  </a:lnTo>
                  <a:lnTo>
                    <a:pt x="229353" y="207221"/>
                  </a:lnTo>
                  <a:lnTo>
                    <a:pt x="229520" y="207454"/>
                  </a:lnTo>
                  <a:lnTo>
                    <a:pt x="229810" y="207873"/>
                  </a:lnTo>
                  <a:lnTo>
                    <a:pt x="230148" y="208140"/>
                  </a:lnTo>
                  <a:lnTo>
                    <a:pt x="229565" y="208230"/>
                  </a:lnTo>
                  <a:lnTo>
                    <a:pt x="229415" y="208432"/>
                  </a:lnTo>
                  <a:lnTo>
                    <a:pt x="229285" y="209290"/>
                  </a:lnTo>
                  <a:lnTo>
                    <a:pt x="229004" y="209378"/>
                  </a:lnTo>
                  <a:lnTo>
                    <a:pt x="228666" y="209834"/>
                  </a:lnTo>
                  <a:lnTo>
                    <a:pt x="228555" y="209971"/>
                  </a:lnTo>
                  <a:lnTo>
                    <a:pt x="228429" y="210209"/>
                  </a:lnTo>
                  <a:lnTo>
                    <a:pt x="228624" y="210485"/>
                  </a:lnTo>
                  <a:lnTo>
                    <a:pt x="228790" y="210588"/>
                  </a:lnTo>
                  <a:lnTo>
                    <a:pt x="229044" y="210631"/>
                  </a:lnTo>
                  <a:lnTo>
                    <a:pt x="229374" y="210583"/>
                  </a:lnTo>
                  <a:lnTo>
                    <a:pt x="229545" y="210523"/>
                  </a:lnTo>
                  <a:lnTo>
                    <a:pt x="230547" y="210534"/>
                  </a:lnTo>
                  <a:lnTo>
                    <a:pt x="231608" y="210857"/>
                  </a:lnTo>
                  <a:lnTo>
                    <a:pt x="232293" y="210403"/>
                  </a:lnTo>
                  <a:lnTo>
                    <a:pt x="232589" y="210276"/>
                  </a:lnTo>
                  <a:lnTo>
                    <a:pt x="233088" y="210251"/>
                  </a:lnTo>
                  <a:lnTo>
                    <a:pt x="233580" y="210578"/>
                  </a:lnTo>
                  <a:lnTo>
                    <a:pt x="233688" y="210727"/>
                  </a:lnTo>
                  <a:lnTo>
                    <a:pt x="234005" y="210929"/>
                  </a:lnTo>
                  <a:lnTo>
                    <a:pt x="233989" y="211279"/>
                  </a:lnTo>
                  <a:lnTo>
                    <a:pt x="234398" y="211314"/>
                  </a:lnTo>
                  <a:lnTo>
                    <a:pt x="234563" y="211377"/>
                  </a:lnTo>
                  <a:lnTo>
                    <a:pt x="234880" y="211581"/>
                  </a:lnTo>
                  <a:lnTo>
                    <a:pt x="234971" y="211730"/>
                  </a:lnTo>
                  <a:lnTo>
                    <a:pt x="235212" y="211895"/>
                  </a:lnTo>
                  <a:lnTo>
                    <a:pt x="235900" y="211807"/>
                  </a:lnTo>
                  <a:lnTo>
                    <a:pt x="236165" y="211767"/>
                  </a:lnTo>
                  <a:lnTo>
                    <a:pt x="236314" y="211720"/>
                  </a:lnTo>
                  <a:lnTo>
                    <a:pt x="236616" y="211771"/>
                  </a:lnTo>
                  <a:lnTo>
                    <a:pt x="236998" y="212172"/>
                  </a:lnTo>
                  <a:lnTo>
                    <a:pt x="237807" y="212355"/>
                  </a:lnTo>
                  <a:lnTo>
                    <a:pt x="238238" y="212475"/>
                  </a:lnTo>
                  <a:lnTo>
                    <a:pt x="237752" y="212889"/>
                  </a:lnTo>
                  <a:lnTo>
                    <a:pt x="237313" y="213178"/>
                  </a:lnTo>
                  <a:lnTo>
                    <a:pt x="236967" y="213600"/>
                  </a:lnTo>
                  <a:lnTo>
                    <a:pt x="237062" y="213737"/>
                  </a:lnTo>
                  <a:lnTo>
                    <a:pt x="237189" y="214062"/>
                  </a:lnTo>
                  <a:lnTo>
                    <a:pt x="237408" y="214096"/>
                  </a:lnTo>
                  <a:lnTo>
                    <a:pt x="237802" y="213902"/>
                  </a:lnTo>
                  <a:lnTo>
                    <a:pt x="238805" y="213786"/>
                  </a:lnTo>
                  <a:lnTo>
                    <a:pt x="239320" y="214775"/>
                  </a:lnTo>
                  <a:lnTo>
                    <a:pt x="239668" y="215107"/>
                  </a:lnTo>
                  <a:lnTo>
                    <a:pt x="240280" y="215266"/>
                  </a:lnTo>
                  <a:lnTo>
                    <a:pt x="240663" y="215400"/>
                  </a:lnTo>
                  <a:lnTo>
                    <a:pt x="240546" y="215743"/>
                  </a:lnTo>
                  <a:lnTo>
                    <a:pt x="240680" y="215829"/>
                  </a:lnTo>
                  <a:lnTo>
                    <a:pt x="240966" y="216021"/>
                  </a:lnTo>
                  <a:lnTo>
                    <a:pt x="241038" y="216363"/>
                  </a:lnTo>
                  <a:lnTo>
                    <a:pt x="241460" y="216680"/>
                  </a:lnTo>
                  <a:lnTo>
                    <a:pt x="243729" y="216892"/>
                  </a:lnTo>
                  <a:lnTo>
                    <a:pt x="244076" y="217340"/>
                  </a:lnTo>
                  <a:lnTo>
                    <a:pt x="244227" y="217396"/>
                  </a:lnTo>
                  <a:lnTo>
                    <a:pt x="244736" y="217540"/>
                  </a:lnTo>
                  <a:lnTo>
                    <a:pt x="244824" y="217709"/>
                  </a:lnTo>
                  <a:lnTo>
                    <a:pt x="244741" y="218078"/>
                  </a:lnTo>
                  <a:lnTo>
                    <a:pt x="244662" y="218548"/>
                  </a:lnTo>
                  <a:lnTo>
                    <a:pt x="244760" y="218713"/>
                  </a:lnTo>
                  <a:lnTo>
                    <a:pt x="245024" y="219622"/>
                  </a:lnTo>
                  <a:lnTo>
                    <a:pt x="245182" y="219842"/>
                  </a:lnTo>
                  <a:lnTo>
                    <a:pt x="245209" y="220302"/>
                  </a:lnTo>
                  <a:lnTo>
                    <a:pt x="245268" y="220798"/>
                  </a:lnTo>
                  <a:lnTo>
                    <a:pt x="245545" y="221672"/>
                  </a:lnTo>
                  <a:lnTo>
                    <a:pt x="245301" y="222016"/>
                  </a:lnTo>
                  <a:lnTo>
                    <a:pt x="245207" y="222464"/>
                  </a:lnTo>
                  <a:lnTo>
                    <a:pt x="245339" y="222759"/>
                  </a:lnTo>
                  <a:lnTo>
                    <a:pt x="245460" y="223092"/>
                  </a:lnTo>
                  <a:lnTo>
                    <a:pt x="245541" y="223527"/>
                  </a:lnTo>
                  <a:lnTo>
                    <a:pt x="245837" y="223607"/>
                  </a:lnTo>
                  <a:lnTo>
                    <a:pt x="245874" y="223748"/>
                  </a:lnTo>
                  <a:lnTo>
                    <a:pt x="245922" y="224188"/>
                  </a:lnTo>
                  <a:lnTo>
                    <a:pt x="245805" y="224673"/>
                  </a:lnTo>
                  <a:lnTo>
                    <a:pt x="245841" y="224959"/>
                  </a:lnTo>
                  <a:lnTo>
                    <a:pt x="246042" y="225202"/>
                  </a:lnTo>
                  <a:lnTo>
                    <a:pt x="246114" y="225345"/>
                  </a:lnTo>
                  <a:lnTo>
                    <a:pt x="246087" y="225889"/>
                  </a:lnTo>
                  <a:lnTo>
                    <a:pt x="246171" y="226300"/>
                  </a:lnTo>
                  <a:lnTo>
                    <a:pt x="246197" y="226794"/>
                  </a:lnTo>
                  <a:lnTo>
                    <a:pt x="246381" y="227117"/>
                  </a:lnTo>
                  <a:lnTo>
                    <a:pt x="246860" y="227435"/>
                  </a:lnTo>
                  <a:lnTo>
                    <a:pt x="246985" y="227658"/>
                  </a:lnTo>
                  <a:lnTo>
                    <a:pt x="246843" y="227874"/>
                  </a:lnTo>
                  <a:lnTo>
                    <a:pt x="246452" y="228270"/>
                  </a:lnTo>
                  <a:lnTo>
                    <a:pt x="246395" y="229037"/>
                  </a:lnTo>
                  <a:lnTo>
                    <a:pt x="245985" y="229234"/>
                  </a:lnTo>
                  <a:lnTo>
                    <a:pt x="245682" y="229401"/>
                  </a:lnTo>
                  <a:lnTo>
                    <a:pt x="245442" y="229485"/>
                  </a:lnTo>
                  <a:lnTo>
                    <a:pt x="245204" y="229409"/>
                  </a:lnTo>
                  <a:lnTo>
                    <a:pt x="244886" y="229853"/>
                  </a:lnTo>
                  <a:lnTo>
                    <a:pt x="244406" y="229996"/>
                  </a:lnTo>
                  <a:lnTo>
                    <a:pt x="244260" y="230353"/>
                  </a:lnTo>
                  <a:lnTo>
                    <a:pt x="243962" y="230890"/>
                  </a:lnTo>
                  <a:lnTo>
                    <a:pt x="243885" y="231044"/>
                  </a:lnTo>
                  <a:lnTo>
                    <a:pt x="243887" y="231217"/>
                  </a:lnTo>
                  <a:lnTo>
                    <a:pt x="243912" y="231439"/>
                  </a:lnTo>
                  <a:lnTo>
                    <a:pt x="244110" y="231677"/>
                  </a:lnTo>
                  <a:lnTo>
                    <a:pt x="244399" y="231806"/>
                  </a:lnTo>
                  <a:lnTo>
                    <a:pt x="244265" y="232014"/>
                  </a:lnTo>
                  <a:lnTo>
                    <a:pt x="244066" y="232434"/>
                  </a:lnTo>
                  <a:lnTo>
                    <a:pt x="244115" y="232622"/>
                  </a:lnTo>
                  <a:lnTo>
                    <a:pt x="243899" y="232927"/>
                  </a:lnTo>
                  <a:lnTo>
                    <a:pt x="243927" y="233186"/>
                  </a:lnTo>
                  <a:lnTo>
                    <a:pt x="244094" y="233164"/>
                  </a:lnTo>
                  <a:lnTo>
                    <a:pt x="244274" y="233171"/>
                  </a:lnTo>
                  <a:lnTo>
                    <a:pt x="244536" y="233240"/>
                  </a:lnTo>
                  <a:lnTo>
                    <a:pt x="244640" y="233328"/>
                  </a:lnTo>
                  <a:lnTo>
                    <a:pt x="244725" y="233872"/>
                  </a:lnTo>
                  <a:lnTo>
                    <a:pt x="244719" y="234064"/>
                  </a:lnTo>
                  <a:lnTo>
                    <a:pt x="244538" y="234691"/>
                  </a:lnTo>
                  <a:lnTo>
                    <a:pt x="244542" y="235229"/>
                  </a:lnTo>
                  <a:lnTo>
                    <a:pt x="244708" y="235156"/>
                  </a:lnTo>
                  <a:lnTo>
                    <a:pt x="244918" y="235095"/>
                  </a:lnTo>
                  <a:lnTo>
                    <a:pt x="245882" y="235123"/>
                  </a:lnTo>
                  <a:lnTo>
                    <a:pt x="245867" y="235557"/>
                  </a:lnTo>
                  <a:lnTo>
                    <a:pt x="245749" y="235706"/>
                  </a:lnTo>
                  <a:lnTo>
                    <a:pt x="245568" y="236133"/>
                  </a:lnTo>
                  <a:lnTo>
                    <a:pt x="245408" y="236453"/>
                  </a:lnTo>
                  <a:lnTo>
                    <a:pt x="245156" y="236632"/>
                  </a:lnTo>
                  <a:lnTo>
                    <a:pt x="245079" y="236965"/>
                  </a:lnTo>
                  <a:lnTo>
                    <a:pt x="245045" y="237197"/>
                  </a:lnTo>
                  <a:lnTo>
                    <a:pt x="244835" y="237803"/>
                  </a:lnTo>
                  <a:lnTo>
                    <a:pt x="244853" y="237986"/>
                  </a:lnTo>
                  <a:lnTo>
                    <a:pt x="245033" y="238241"/>
                  </a:lnTo>
                  <a:lnTo>
                    <a:pt x="245101" y="238440"/>
                  </a:lnTo>
                  <a:lnTo>
                    <a:pt x="244983" y="238708"/>
                  </a:lnTo>
                  <a:lnTo>
                    <a:pt x="244742" y="239129"/>
                  </a:lnTo>
                  <a:lnTo>
                    <a:pt x="244510" y="239499"/>
                  </a:lnTo>
                  <a:lnTo>
                    <a:pt x="244489" y="239643"/>
                  </a:lnTo>
                  <a:lnTo>
                    <a:pt x="244257" y="239939"/>
                  </a:lnTo>
                  <a:lnTo>
                    <a:pt x="244083" y="240247"/>
                  </a:lnTo>
                  <a:lnTo>
                    <a:pt x="243981" y="240581"/>
                  </a:lnTo>
                  <a:lnTo>
                    <a:pt x="243742" y="241058"/>
                  </a:lnTo>
                  <a:lnTo>
                    <a:pt x="243641" y="241415"/>
                  </a:lnTo>
                  <a:lnTo>
                    <a:pt x="243507" y="241549"/>
                  </a:lnTo>
                  <a:lnTo>
                    <a:pt x="243340" y="241672"/>
                  </a:lnTo>
                  <a:lnTo>
                    <a:pt x="243007" y="242007"/>
                  </a:lnTo>
                  <a:lnTo>
                    <a:pt x="242663" y="242707"/>
                  </a:lnTo>
                  <a:lnTo>
                    <a:pt x="242596" y="242915"/>
                  </a:lnTo>
                  <a:lnTo>
                    <a:pt x="242371" y="243244"/>
                  </a:lnTo>
                  <a:lnTo>
                    <a:pt x="241513" y="243330"/>
                  </a:lnTo>
                  <a:lnTo>
                    <a:pt x="241340" y="243369"/>
                  </a:lnTo>
                  <a:lnTo>
                    <a:pt x="241132" y="243317"/>
                  </a:lnTo>
                  <a:lnTo>
                    <a:pt x="240696" y="242566"/>
                  </a:lnTo>
                  <a:lnTo>
                    <a:pt x="240453" y="242426"/>
                  </a:lnTo>
                  <a:lnTo>
                    <a:pt x="239950" y="241955"/>
                  </a:lnTo>
                  <a:lnTo>
                    <a:pt x="239990" y="241363"/>
                  </a:lnTo>
                  <a:lnTo>
                    <a:pt x="239959" y="241114"/>
                  </a:lnTo>
                  <a:lnTo>
                    <a:pt x="239849" y="240868"/>
                  </a:lnTo>
                  <a:lnTo>
                    <a:pt x="239523" y="240434"/>
                  </a:lnTo>
                  <a:lnTo>
                    <a:pt x="239451" y="240276"/>
                  </a:lnTo>
                  <a:lnTo>
                    <a:pt x="239466" y="240014"/>
                  </a:lnTo>
                  <a:lnTo>
                    <a:pt x="239568" y="239625"/>
                  </a:lnTo>
                  <a:lnTo>
                    <a:pt x="239356" y="239590"/>
                  </a:lnTo>
                  <a:lnTo>
                    <a:pt x="238845" y="239476"/>
                  </a:lnTo>
                  <a:lnTo>
                    <a:pt x="238326" y="239384"/>
                  </a:lnTo>
                  <a:lnTo>
                    <a:pt x="238193" y="239489"/>
                  </a:lnTo>
                  <a:lnTo>
                    <a:pt x="237755" y="239869"/>
                  </a:lnTo>
                  <a:lnTo>
                    <a:pt x="237296" y="239909"/>
                  </a:lnTo>
                  <a:lnTo>
                    <a:pt x="237038" y="239643"/>
                  </a:lnTo>
                  <a:lnTo>
                    <a:pt x="236797" y="239468"/>
                  </a:lnTo>
                  <a:lnTo>
                    <a:pt x="236170" y="239278"/>
                  </a:lnTo>
                  <a:lnTo>
                    <a:pt x="236005" y="239261"/>
                  </a:lnTo>
                  <a:lnTo>
                    <a:pt x="235708" y="239034"/>
                  </a:lnTo>
                  <a:lnTo>
                    <a:pt x="235565" y="238912"/>
                  </a:lnTo>
                  <a:lnTo>
                    <a:pt x="235425" y="238873"/>
                  </a:lnTo>
                  <a:lnTo>
                    <a:pt x="235047" y="238997"/>
                  </a:lnTo>
                  <a:lnTo>
                    <a:pt x="234617" y="239462"/>
                  </a:lnTo>
                  <a:lnTo>
                    <a:pt x="234241" y="239555"/>
                  </a:lnTo>
                  <a:lnTo>
                    <a:pt x="233957" y="239727"/>
                  </a:lnTo>
                  <a:lnTo>
                    <a:pt x="233672" y="239798"/>
                  </a:lnTo>
                  <a:lnTo>
                    <a:pt x="233476" y="239891"/>
                  </a:lnTo>
                  <a:lnTo>
                    <a:pt x="233250" y="240029"/>
                  </a:lnTo>
                  <a:lnTo>
                    <a:pt x="233056" y="240198"/>
                  </a:lnTo>
                  <a:lnTo>
                    <a:pt x="232939" y="240327"/>
                  </a:lnTo>
                  <a:lnTo>
                    <a:pt x="232760" y="240372"/>
                  </a:lnTo>
                  <a:lnTo>
                    <a:pt x="232163" y="240700"/>
                  </a:lnTo>
                  <a:lnTo>
                    <a:pt x="231958" y="240706"/>
                  </a:lnTo>
                  <a:lnTo>
                    <a:pt x="231330" y="240898"/>
                  </a:lnTo>
                  <a:lnTo>
                    <a:pt x="231187" y="241023"/>
                  </a:lnTo>
                  <a:lnTo>
                    <a:pt x="230074" y="241744"/>
                  </a:lnTo>
                  <a:lnTo>
                    <a:pt x="229929" y="241838"/>
                  </a:lnTo>
                  <a:lnTo>
                    <a:pt x="229598" y="242117"/>
                  </a:lnTo>
                  <a:lnTo>
                    <a:pt x="229457" y="242232"/>
                  </a:lnTo>
                  <a:lnTo>
                    <a:pt x="229159" y="242554"/>
                  </a:lnTo>
                  <a:lnTo>
                    <a:pt x="228429" y="242960"/>
                  </a:lnTo>
                  <a:lnTo>
                    <a:pt x="228292" y="243398"/>
                  </a:lnTo>
                  <a:lnTo>
                    <a:pt x="228383" y="244294"/>
                  </a:lnTo>
                  <a:lnTo>
                    <a:pt x="228227" y="244305"/>
                  </a:lnTo>
                  <a:lnTo>
                    <a:pt x="227933" y="244449"/>
                  </a:lnTo>
                  <a:lnTo>
                    <a:pt x="227854" y="244245"/>
                  </a:lnTo>
                  <a:lnTo>
                    <a:pt x="227668" y="244028"/>
                  </a:lnTo>
                  <a:lnTo>
                    <a:pt x="227227" y="244416"/>
                  </a:lnTo>
                  <a:lnTo>
                    <a:pt x="227076" y="244683"/>
                  </a:lnTo>
                  <a:lnTo>
                    <a:pt x="226505" y="244834"/>
                  </a:lnTo>
                  <a:lnTo>
                    <a:pt x="225900" y="245093"/>
                  </a:lnTo>
                  <a:lnTo>
                    <a:pt x="225952" y="245404"/>
                  </a:lnTo>
                  <a:lnTo>
                    <a:pt x="226178" y="245650"/>
                  </a:lnTo>
                  <a:lnTo>
                    <a:pt x="226221" y="245885"/>
                  </a:lnTo>
                  <a:lnTo>
                    <a:pt x="226211" y="246167"/>
                  </a:lnTo>
                  <a:lnTo>
                    <a:pt x="226073" y="246507"/>
                  </a:lnTo>
                  <a:lnTo>
                    <a:pt x="225699" y="246898"/>
                  </a:lnTo>
                  <a:lnTo>
                    <a:pt x="225568" y="247000"/>
                  </a:lnTo>
                  <a:lnTo>
                    <a:pt x="225399" y="247147"/>
                  </a:lnTo>
                  <a:lnTo>
                    <a:pt x="225231" y="247301"/>
                  </a:lnTo>
                  <a:lnTo>
                    <a:pt x="224996" y="247511"/>
                  </a:lnTo>
                  <a:lnTo>
                    <a:pt x="224676" y="247665"/>
                  </a:lnTo>
                  <a:lnTo>
                    <a:pt x="224252" y="247672"/>
                  </a:lnTo>
                  <a:lnTo>
                    <a:pt x="224071" y="247752"/>
                  </a:lnTo>
                  <a:lnTo>
                    <a:pt x="223638" y="247851"/>
                  </a:lnTo>
                  <a:lnTo>
                    <a:pt x="223316" y="247998"/>
                  </a:lnTo>
                  <a:lnTo>
                    <a:pt x="223260" y="248430"/>
                  </a:lnTo>
                  <a:lnTo>
                    <a:pt x="223249" y="248632"/>
                  </a:lnTo>
                  <a:lnTo>
                    <a:pt x="222997" y="249429"/>
                  </a:lnTo>
                  <a:lnTo>
                    <a:pt x="222900" y="249922"/>
                  </a:lnTo>
                  <a:lnTo>
                    <a:pt x="222335" y="250091"/>
                  </a:lnTo>
                  <a:lnTo>
                    <a:pt x="222192" y="250131"/>
                  </a:lnTo>
                  <a:lnTo>
                    <a:pt x="221479" y="250410"/>
                  </a:lnTo>
                  <a:lnTo>
                    <a:pt x="221523" y="249913"/>
                  </a:lnTo>
                  <a:lnTo>
                    <a:pt x="221543" y="249509"/>
                  </a:lnTo>
                  <a:lnTo>
                    <a:pt x="220772" y="249557"/>
                  </a:lnTo>
                  <a:lnTo>
                    <a:pt x="220311" y="249814"/>
                  </a:lnTo>
                  <a:lnTo>
                    <a:pt x="220151" y="250003"/>
                  </a:lnTo>
                  <a:lnTo>
                    <a:pt x="219598" y="250498"/>
                  </a:lnTo>
                  <a:lnTo>
                    <a:pt x="219017" y="251099"/>
                  </a:lnTo>
                  <a:lnTo>
                    <a:pt x="218632" y="251215"/>
                  </a:lnTo>
                  <a:lnTo>
                    <a:pt x="218469" y="251282"/>
                  </a:lnTo>
                  <a:lnTo>
                    <a:pt x="218072" y="251858"/>
                  </a:lnTo>
                  <a:lnTo>
                    <a:pt x="217823" y="252054"/>
                  </a:lnTo>
                  <a:lnTo>
                    <a:pt x="217473" y="252297"/>
                  </a:lnTo>
                  <a:lnTo>
                    <a:pt x="217269" y="252830"/>
                  </a:lnTo>
                  <a:lnTo>
                    <a:pt x="216991" y="253423"/>
                  </a:lnTo>
                  <a:lnTo>
                    <a:pt x="216731" y="253858"/>
                  </a:lnTo>
                  <a:lnTo>
                    <a:pt x="216598" y="254131"/>
                  </a:lnTo>
                  <a:lnTo>
                    <a:pt x="216312" y="254561"/>
                  </a:lnTo>
                  <a:lnTo>
                    <a:pt x="216158" y="254818"/>
                  </a:lnTo>
                  <a:lnTo>
                    <a:pt x="215758" y="255173"/>
                  </a:lnTo>
                  <a:lnTo>
                    <a:pt x="215532" y="255418"/>
                  </a:lnTo>
                  <a:lnTo>
                    <a:pt x="215373" y="255637"/>
                  </a:lnTo>
                  <a:lnTo>
                    <a:pt x="215239" y="255830"/>
                  </a:lnTo>
                  <a:lnTo>
                    <a:pt x="214958" y="256330"/>
                  </a:lnTo>
                  <a:lnTo>
                    <a:pt x="214732" y="256533"/>
                  </a:lnTo>
                  <a:lnTo>
                    <a:pt x="214471" y="256905"/>
                  </a:lnTo>
                  <a:lnTo>
                    <a:pt x="214133" y="256789"/>
                  </a:lnTo>
                  <a:lnTo>
                    <a:pt x="213783" y="256352"/>
                  </a:lnTo>
                  <a:lnTo>
                    <a:pt x="213680" y="255555"/>
                  </a:lnTo>
                  <a:lnTo>
                    <a:pt x="214069" y="254706"/>
                  </a:lnTo>
                  <a:lnTo>
                    <a:pt x="214335" y="254463"/>
                  </a:lnTo>
                  <a:lnTo>
                    <a:pt x="214700" y="254059"/>
                  </a:lnTo>
                  <a:lnTo>
                    <a:pt x="214217" y="253337"/>
                  </a:lnTo>
                  <a:lnTo>
                    <a:pt x="213983" y="253084"/>
                  </a:lnTo>
                  <a:lnTo>
                    <a:pt x="213499" y="252672"/>
                  </a:lnTo>
                  <a:lnTo>
                    <a:pt x="213209" y="252437"/>
                  </a:lnTo>
                  <a:lnTo>
                    <a:pt x="212602" y="252046"/>
                  </a:lnTo>
                  <a:lnTo>
                    <a:pt x="212793" y="251972"/>
                  </a:lnTo>
                  <a:lnTo>
                    <a:pt x="213238" y="251768"/>
                  </a:lnTo>
                  <a:lnTo>
                    <a:pt x="213094" y="251288"/>
                  </a:lnTo>
                  <a:lnTo>
                    <a:pt x="212209" y="251050"/>
                  </a:lnTo>
                  <a:lnTo>
                    <a:pt x="212088" y="250787"/>
                  </a:lnTo>
                  <a:lnTo>
                    <a:pt x="211929" y="251087"/>
                  </a:lnTo>
                  <a:lnTo>
                    <a:pt x="211617" y="251455"/>
                  </a:lnTo>
                  <a:lnTo>
                    <a:pt x="211418" y="251675"/>
                  </a:lnTo>
                  <a:lnTo>
                    <a:pt x="210768" y="252012"/>
                  </a:lnTo>
                  <a:lnTo>
                    <a:pt x="210169" y="252373"/>
                  </a:lnTo>
                  <a:lnTo>
                    <a:pt x="209991" y="252432"/>
                  </a:lnTo>
                  <a:lnTo>
                    <a:pt x="209576" y="252607"/>
                  </a:lnTo>
                  <a:lnTo>
                    <a:pt x="209661" y="252930"/>
                  </a:lnTo>
                  <a:lnTo>
                    <a:pt x="209762" y="252783"/>
                  </a:lnTo>
                  <a:lnTo>
                    <a:pt x="210167" y="252716"/>
                  </a:lnTo>
                  <a:lnTo>
                    <a:pt x="210094" y="252889"/>
                  </a:lnTo>
                  <a:lnTo>
                    <a:pt x="209993" y="253031"/>
                  </a:lnTo>
                  <a:lnTo>
                    <a:pt x="209648" y="253253"/>
                  </a:lnTo>
                  <a:lnTo>
                    <a:pt x="209377" y="253430"/>
                  </a:lnTo>
                  <a:lnTo>
                    <a:pt x="209126" y="253629"/>
                  </a:lnTo>
                  <a:lnTo>
                    <a:pt x="208839" y="253763"/>
                  </a:lnTo>
                  <a:lnTo>
                    <a:pt x="208623" y="253772"/>
                  </a:lnTo>
                  <a:lnTo>
                    <a:pt x="208511" y="254125"/>
                  </a:lnTo>
                  <a:lnTo>
                    <a:pt x="208254" y="254494"/>
                  </a:lnTo>
                  <a:lnTo>
                    <a:pt x="207877" y="254418"/>
                  </a:lnTo>
                  <a:lnTo>
                    <a:pt x="207188" y="254558"/>
                  </a:lnTo>
                  <a:lnTo>
                    <a:pt x="206989" y="254776"/>
                  </a:lnTo>
                  <a:lnTo>
                    <a:pt x="206656" y="255104"/>
                  </a:lnTo>
                  <a:lnTo>
                    <a:pt x="206449" y="255370"/>
                  </a:lnTo>
                  <a:lnTo>
                    <a:pt x="206194" y="255527"/>
                  </a:lnTo>
                  <a:lnTo>
                    <a:pt x="205842" y="255068"/>
                  </a:lnTo>
                  <a:lnTo>
                    <a:pt x="205658" y="255110"/>
                  </a:lnTo>
                  <a:lnTo>
                    <a:pt x="205278" y="254731"/>
                  </a:lnTo>
                  <a:lnTo>
                    <a:pt x="205076" y="254544"/>
                  </a:lnTo>
                  <a:lnTo>
                    <a:pt x="205073" y="254407"/>
                  </a:lnTo>
                  <a:lnTo>
                    <a:pt x="205029" y="254140"/>
                  </a:lnTo>
                  <a:lnTo>
                    <a:pt x="204808" y="253791"/>
                  </a:lnTo>
                  <a:lnTo>
                    <a:pt x="204281" y="253098"/>
                  </a:lnTo>
                  <a:lnTo>
                    <a:pt x="204155" y="252581"/>
                  </a:lnTo>
                  <a:lnTo>
                    <a:pt x="203883" y="252296"/>
                  </a:lnTo>
                  <a:lnTo>
                    <a:pt x="203789" y="252070"/>
                  </a:lnTo>
                  <a:lnTo>
                    <a:pt x="203921" y="251926"/>
                  </a:lnTo>
                  <a:lnTo>
                    <a:pt x="204325" y="251684"/>
                  </a:lnTo>
                  <a:lnTo>
                    <a:pt x="204682" y="251720"/>
                  </a:lnTo>
                  <a:lnTo>
                    <a:pt x="204984" y="251487"/>
                  </a:lnTo>
                  <a:lnTo>
                    <a:pt x="205046" y="251296"/>
                  </a:lnTo>
                  <a:lnTo>
                    <a:pt x="205189" y="251096"/>
                  </a:lnTo>
                  <a:lnTo>
                    <a:pt x="205302" y="250591"/>
                  </a:lnTo>
                  <a:lnTo>
                    <a:pt x="205099" y="250269"/>
                  </a:lnTo>
                  <a:lnTo>
                    <a:pt x="204203" y="250042"/>
                  </a:lnTo>
                  <a:lnTo>
                    <a:pt x="203443" y="250326"/>
                  </a:lnTo>
                  <a:lnTo>
                    <a:pt x="203201" y="250204"/>
                  </a:lnTo>
                  <a:lnTo>
                    <a:pt x="202944" y="250204"/>
                  </a:lnTo>
                  <a:lnTo>
                    <a:pt x="202812" y="250238"/>
                  </a:lnTo>
                  <a:lnTo>
                    <a:pt x="202583" y="250120"/>
                  </a:lnTo>
                  <a:lnTo>
                    <a:pt x="202455" y="249915"/>
                  </a:lnTo>
                  <a:lnTo>
                    <a:pt x="202303" y="249655"/>
                  </a:lnTo>
                  <a:lnTo>
                    <a:pt x="202055" y="249838"/>
                  </a:lnTo>
                  <a:lnTo>
                    <a:pt x="201748" y="250176"/>
                  </a:lnTo>
                  <a:lnTo>
                    <a:pt x="201518" y="250250"/>
                  </a:lnTo>
                  <a:lnTo>
                    <a:pt x="201176" y="250657"/>
                  </a:lnTo>
                  <a:lnTo>
                    <a:pt x="200594" y="250651"/>
                  </a:lnTo>
                  <a:lnTo>
                    <a:pt x="200446" y="250827"/>
                  </a:lnTo>
                  <a:lnTo>
                    <a:pt x="199976" y="250828"/>
                  </a:lnTo>
                  <a:lnTo>
                    <a:pt x="199592" y="250879"/>
                  </a:lnTo>
                  <a:lnTo>
                    <a:pt x="199249" y="251015"/>
                  </a:lnTo>
                  <a:lnTo>
                    <a:pt x="199110" y="251261"/>
                  </a:lnTo>
                  <a:lnTo>
                    <a:pt x="198454" y="252008"/>
                  </a:lnTo>
                  <a:lnTo>
                    <a:pt x="198178" y="252253"/>
                  </a:lnTo>
                  <a:lnTo>
                    <a:pt x="197941" y="252367"/>
                  </a:lnTo>
                  <a:lnTo>
                    <a:pt x="197765" y="252464"/>
                  </a:lnTo>
                  <a:lnTo>
                    <a:pt x="197624" y="252579"/>
                  </a:lnTo>
                  <a:lnTo>
                    <a:pt x="197469" y="252837"/>
                  </a:lnTo>
                  <a:lnTo>
                    <a:pt x="197198" y="253097"/>
                  </a:lnTo>
                  <a:lnTo>
                    <a:pt x="197044" y="253218"/>
                  </a:lnTo>
                  <a:lnTo>
                    <a:pt x="196475" y="254035"/>
                  </a:lnTo>
                  <a:lnTo>
                    <a:pt x="196308" y="254203"/>
                  </a:lnTo>
                  <a:lnTo>
                    <a:pt x="195980" y="254629"/>
                  </a:lnTo>
                  <a:lnTo>
                    <a:pt x="195695" y="254968"/>
                  </a:lnTo>
                  <a:lnTo>
                    <a:pt x="195435" y="255193"/>
                  </a:lnTo>
                  <a:lnTo>
                    <a:pt x="195115" y="255636"/>
                  </a:lnTo>
                  <a:lnTo>
                    <a:pt x="194890" y="255888"/>
                  </a:lnTo>
                  <a:lnTo>
                    <a:pt x="194549" y="256301"/>
                  </a:lnTo>
                  <a:lnTo>
                    <a:pt x="194420" y="256419"/>
                  </a:lnTo>
                  <a:lnTo>
                    <a:pt x="193194" y="256601"/>
                  </a:lnTo>
                  <a:lnTo>
                    <a:pt x="192693" y="255979"/>
                  </a:lnTo>
                  <a:lnTo>
                    <a:pt x="192419" y="255906"/>
                  </a:lnTo>
                  <a:lnTo>
                    <a:pt x="192228" y="256080"/>
                  </a:lnTo>
                  <a:lnTo>
                    <a:pt x="191820" y="256321"/>
                  </a:lnTo>
                  <a:lnTo>
                    <a:pt x="191619" y="256273"/>
                  </a:lnTo>
                  <a:lnTo>
                    <a:pt x="191089" y="256612"/>
                  </a:lnTo>
                  <a:lnTo>
                    <a:pt x="190680" y="256619"/>
                  </a:lnTo>
                  <a:lnTo>
                    <a:pt x="190187" y="256249"/>
                  </a:lnTo>
                  <a:lnTo>
                    <a:pt x="190069" y="256099"/>
                  </a:lnTo>
                  <a:lnTo>
                    <a:pt x="189991" y="255694"/>
                  </a:lnTo>
                  <a:lnTo>
                    <a:pt x="189725" y="255066"/>
                  </a:lnTo>
                  <a:lnTo>
                    <a:pt x="189535" y="254818"/>
                  </a:lnTo>
                  <a:lnTo>
                    <a:pt x="189394" y="254775"/>
                  </a:lnTo>
                  <a:lnTo>
                    <a:pt x="189134" y="254564"/>
                  </a:lnTo>
                  <a:lnTo>
                    <a:pt x="189064" y="254344"/>
                  </a:lnTo>
                  <a:lnTo>
                    <a:pt x="189111" y="253758"/>
                  </a:lnTo>
                  <a:lnTo>
                    <a:pt x="189008" y="253587"/>
                  </a:lnTo>
                  <a:lnTo>
                    <a:pt x="188887" y="253323"/>
                  </a:lnTo>
                  <a:lnTo>
                    <a:pt x="188839" y="253030"/>
                  </a:lnTo>
                  <a:lnTo>
                    <a:pt x="188855" y="252869"/>
                  </a:lnTo>
                  <a:lnTo>
                    <a:pt x="188745" y="252627"/>
                  </a:lnTo>
                  <a:lnTo>
                    <a:pt x="188617" y="252596"/>
                  </a:lnTo>
                  <a:lnTo>
                    <a:pt x="187845" y="252561"/>
                  </a:lnTo>
                  <a:lnTo>
                    <a:pt x="187496" y="252627"/>
                  </a:lnTo>
                  <a:lnTo>
                    <a:pt x="187306" y="252738"/>
                  </a:lnTo>
                  <a:lnTo>
                    <a:pt x="186812" y="253192"/>
                  </a:lnTo>
                  <a:lnTo>
                    <a:pt x="186837" y="253356"/>
                  </a:lnTo>
                  <a:lnTo>
                    <a:pt x="186935" y="253754"/>
                  </a:lnTo>
                  <a:lnTo>
                    <a:pt x="187067" y="253935"/>
                  </a:lnTo>
                  <a:lnTo>
                    <a:pt x="187175" y="254086"/>
                  </a:lnTo>
                  <a:lnTo>
                    <a:pt x="187112" y="254384"/>
                  </a:lnTo>
                  <a:lnTo>
                    <a:pt x="186974" y="254941"/>
                  </a:lnTo>
                  <a:lnTo>
                    <a:pt x="186892" y="255300"/>
                  </a:lnTo>
                  <a:lnTo>
                    <a:pt x="186921" y="255633"/>
                  </a:lnTo>
                  <a:lnTo>
                    <a:pt x="186847" y="255341"/>
                  </a:lnTo>
                  <a:lnTo>
                    <a:pt x="186796" y="255198"/>
                  </a:lnTo>
                  <a:lnTo>
                    <a:pt x="186581" y="255072"/>
                  </a:lnTo>
                  <a:lnTo>
                    <a:pt x="186439" y="255217"/>
                  </a:lnTo>
                  <a:lnTo>
                    <a:pt x="186012" y="255828"/>
                  </a:lnTo>
                  <a:lnTo>
                    <a:pt x="185792" y="255897"/>
                  </a:lnTo>
                  <a:lnTo>
                    <a:pt x="185436" y="255995"/>
                  </a:lnTo>
                  <a:lnTo>
                    <a:pt x="185595" y="256196"/>
                  </a:lnTo>
                  <a:lnTo>
                    <a:pt x="185602" y="256439"/>
                  </a:lnTo>
                  <a:lnTo>
                    <a:pt x="185116" y="256690"/>
                  </a:lnTo>
                  <a:lnTo>
                    <a:pt x="184864" y="256748"/>
                  </a:lnTo>
                  <a:lnTo>
                    <a:pt x="184783" y="257018"/>
                  </a:lnTo>
                  <a:lnTo>
                    <a:pt x="184521" y="257193"/>
                  </a:lnTo>
                  <a:lnTo>
                    <a:pt x="184380" y="257418"/>
                  </a:lnTo>
                  <a:lnTo>
                    <a:pt x="184163" y="257554"/>
                  </a:lnTo>
                  <a:lnTo>
                    <a:pt x="183803" y="257462"/>
                  </a:lnTo>
                  <a:lnTo>
                    <a:pt x="183551" y="257233"/>
                  </a:lnTo>
                  <a:lnTo>
                    <a:pt x="183390" y="257145"/>
                  </a:lnTo>
                  <a:lnTo>
                    <a:pt x="183030" y="256806"/>
                  </a:lnTo>
                  <a:lnTo>
                    <a:pt x="182823" y="257065"/>
                  </a:lnTo>
                  <a:lnTo>
                    <a:pt x="182230" y="256757"/>
                  </a:lnTo>
                  <a:lnTo>
                    <a:pt x="181848" y="256395"/>
                  </a:lnTo>
                  <a:lnTo>
                    <a:pt x="181574" y="256374"/>
                  </a:lnTo>
                  <a:lnTo>
                    <a:pt x="181153" y="256378"/>
                  </a:lnTo>
                  <a:lnTo>
                    <a:pt x="180878" y="256479"/>
                  </a:lnTo>
                  <a:lnTo>
                    <a:pt x="180695" y="256912"/>
                  </a:lnTo>
                  <a:lnTo>
                    <a:pt x="180320" y="257144"/>
                  </a:lnTo>
                  <a:lnTo>
                    <a:pt x="180044" y="256980"/>
                  </a:lnTo>
                  <a:lnTo>
                    <a:pt x="179901" y="256987"/>
                  </a:lnTo>
                  <a:lnTo>
                    <a:pt x="179647" y="256916"/>
                  </a:lnTo>
                  <a:lnTo>
                    <a:pt x="179522" y="256682"/>
                  </a:lnTo>
                  <a:lnTo>
                    <a:pt x="179393" y="256785"/>
                  </a:lnTo>
                  <a:lnTo>
                    <a:pt x="179020" y="257082"/>
                  </a:lnTo>
                  <a:lnTo>
                    <a:pt x="178824" y="256776"/>
                  </a:lnTo>
                  <a:lnTo>
                    <a:pt x="178571" y="256810"/>
                  </a:lnTo>
                  <a:lnTo>
                    <a:pt x="178391" y="256991"/>
                  </a:lnTo>
                  <a:lnTo>
                    <a:pt x="178142" y="257341"/>
                  </a:lnTo>
                  <a:lnTo>
                    <a:pt x="178063" y="257530"/>
                  </a:lnTo>
                  <a:lnTo>
                    <a:pt x="178337" y="257924"/>
                  </a:lnTo>
                  <a:lnTo>
                    <a:pt x="178265" y="258287"/>
                  </a:lnTo>
                  <a:lnTo>
                    <a:pt x="178083" y="258894"/>
                  </a:lnTo>
                  <a:lnTo>
                    <a:pt x="177956" y="259202"/>
                  </a:lnTo>
                  <a:lnTo>
                    <a:pt x="178412" y="259643"/>
                  </a:lnTo>
                  <a:lnTo>
                    <a:pt x="178658" y="260071"/>
                  </a:lnTo>
                  <a:lnTo>
                    <a:pt x="178338" y="260444"/>
                  </a:lnTo>
                  <a:lnTo>
                    <a:pt x="178364" y="260742"/>
                  </a:lnTo>
                  <a:lnTo>
                    <a:pt x="178397" y="260897"/>
                  </a:lnTo>
                  <a:lnTo>
                    <a:pt x="178323" y="261121"/>
                  </a:lnTo>
                  <a:lnTo>
                    <a:pt x="177737" y="261167"/>
                  </a:lnTo>
                  <a:lnTo>
                    <a:pt x="177509" y="261346"/>
                  </a:lnTo>
                  <a:lnTo>
                    <a:pt x="177703" y="261907"/>
                  </a:lnTo>
                  <a:lnTo>
                    <a:pt x="178450" y="262327"/>
                  </a:lnTo>
                  <a:lnTo>
                    <a:pt x="178739" y="262861"/>
                  </a:lnTo>
                  <a:lnTo>
                    <a:pt x="178931" y="262843"/>
                  </a:lnTo>
                  <a:lnTo>
                    <a:pt x="179416" y="262772"/>
                  </a:lnTo>
                  <a:lnTo>
                    <a:pt x="179953" y="262742"/>
                  </a:lnTo>
                  <a:lnTo>
                    <a:pt x="180029" y="262906"/>
                  </a:lnTo>
                  <a:lnTo>
                    <a:pt x="180623" y="263589"/>
                  </a:lnTo>
                  <a:lnTo>
                    <a:pt x="180802" y="263741"/>
                  </a:lnTo>
                  <a:lnTo>
                    <a:pt x="181047" y="263997"/>
                  </a:lnTo>
                  <a:lnTo>
                    <a:pt x="181378" y="264517"/>
                  </a:lnTo>
                  <a:lnTo>
                    <a:pt x="181603" y="264593"/>
                  </a:lnTo>
                  <a:lnTo>
                    <a:pt x="181854" y="264553"/>
                  </a:lnTo>
                  <a:lnTo>
                    <a:pt x="182081" y="264600"/>
                  </a:lnTo>
                  <a:lnTo>
                    <a:pt x="182701" y="265737"/>
                  </a:lnTo>
                  <a:lnTo>
                    <a:pt x="183204" y="266607"/>
                  </a:lnTo>
                  <a:lnTo>
                    <a:pt x="183513" y="266781"/>
                  </a:lnTo>
                  <a:lnTo>
                    <a:pt x="183839" y="267237"/>
                  </a:lnTo>
                  <a:lnTo>
                    <a:pt x="184114" y="267245"/>
                  </a:lnTo>
                  <a:lnTo>
                    <a:pt x="184621" y="267171"/>
                  </a:lnTo>
                  <a:lnTo>
                    <a:pt x="184024" y="268041"/>
                  </a:lnTo>
                  <a:lnTo>
                    <a:pt x="184065" y="268506"/>
                  </a:lnTo>
                  <a:lnTo>
                    <a:pt x="183862" y="268960"/>
                  </a:lnTo>
                  <a:lnTo>
                    <a:pt x="183809" y="269233"/>
                  </a:lnTo>
                  <a:lnTo>
                    <a:pt x="183762" y="269478"/>
                  </a:lnTo>
                  <a:lnTo>
                    <a:pt x="183691" y="269841"/>
                  </a:lnTo>
                  <a:lnTo>
                    <a:pt x="183597" y="270275"/>
                  </a:lnTo>
                  <a:lnTo>
                    <a:pt x="183535" y="270531"/>
                  </a:lnTo>
                  <a:lnTo>
                    <a:pt x="183499" y="270675"/>
                  </a:lnTo>
                  <a:lnTo>
                    <a:pt x="183437" y="270938"/>
                  </a:lnTo>
                  <a:lnTo>
                    <a:pt x="183552" y="271284"/>
                  </a:lnTo>
                  <a:lnTo>
                    <a:pt x="183769" y="271390"/>
                  </a:lnTo>
                  <a:lnTo>
                    <a:pt x="183980" y="271648"/>
                  </a:lnTo>
                  <a:lnTo>
                    <a:pt x="183827" y="272037"/>
                  </a:lnTo>
                  <a:lnTo>
                    <a:pt x="183513" y="272854"/>
                  </a:lnTo>
                  <a:lnTo>
                    <a:pt x="183347" y="273221"/>
                  </a:lnTo>
                  <a:lnTo>
                    <a:pt x="183186" y="273789"/>
                  </a:lnTo>
                  <a:lnTo>
                    <a:pt x="183064" y="274032"/>
                  </a:lnTo>
                  <a:lnTo>
                    <a:pt x="182886" y="274334"/>
                  </a:lnTo>
                  <a:lnTo>
                    <a:pt x="182778" y="274511"/>
                  </a:lnTo>
                  <a:lnTo>
                    <a:pt x="182624" y="275074"/>
                  </a:lnTo>
                  <a:lnTo>
                    <a:pt x="182147" y="275334"/>
                  </a:lnTo>
                  <a:lnTo>
                    <a:pt x="181896" y="275819"/>
                  </a:lnTo>
                  <a:lnTo>
                    <a:pt x="182400" y="275764"/>
                  </a:lnTo>
                  <a:lnTo>
                    <a:pt x="182619" y="275897"/>
                  </a:lnTo>
                  <a:lnTo>
                    <a:pt x="182676" y="276133"/>
                  </a:lnTo>
                  <a:lnTo>
                    <a:pt x="182527" y="276545"/>
                  </a:lnTo>
                  <a:lnTo>
                    <a:pt x="182503" y="276976"/>
                  </a:lnTo>
                  <a:lnTo>
                    <a:pt x="182506" y="277269"/>
                  </a:lnTo>
                  <a:lnTo>
                    <a:pt x="182634" y="278145"/>
                  </a:lnTo>
                  <a:lnTo>
                    <a:pt x="182782" y="278234"/>
                  </a:lnTo>
                  <a:lnTo>
                    <a:pt x="182975" y="278386"/>
                  </a:lnTo>
                  <a:lnTo>
                    <a:pt x="183052" y="278693"/>
                  </a:lnTo>
                  <a:lnTo>
                    <a:pt x="183268" y="279089"/>
                  </a:lnTo>
                  <a:lnTo>
                    <a:pt x="183238" y="279227"/>
                  </a:lnTo>
                  <a:lnTo>
                    <a:pt x="182994" y="278897"/>
                  </a:lnTo>
                  <a:lnTo>
                    <a:pt x="182741" y="279486"/>
                  </a:lnTo>
                  <a:lnTo>
                    <a:pt x="182493" y="280172"/>
                  </a:lnTo>
                  <a:lnTo>
                    <a:pt x="182297" y="280607"/>
                  </a:lnTo>
                  <a:lnTo>
                    <a:pt x="182248" y="280771"/>
                  </a:lnTo>
                  <a:lnTo>
                    <a:pt x="181983" y="281359"/>
                  </a:lnTo>
                  <a:lnTo>
                    <a:pt x="182245" y="282004"/>
                  </a:lnTo>
                  <a:lnTo>
                    <a:pt x="182286" y="282499"/>
                  </a:lnTo>
                  <a:lnTo>
                    <a:pt x="182321" y="283012"/>
                  </a:lnTo>
                  <a:lnTo>
                    <a:pt x="182070" y="283409"/>
                  </a:lnTo>
                  <a:lnTo>
                    <a:pt x="182300" y="284224"/>
                  </a:lnTo>
                  <a:lnTo>
                    <a:pt x="181983" y="284155"/>
                  </a:lnTo>
                  <a:lnTo>
                    <a:pt x="181791" y="283957"/>
                  </a:lnTo>
                  <a:lnTo>
                    <a:pt x="181735" y="283668"/>
                  </a:lnTo>
                  <a:lnTo>
                    <a:pt x="181653" y="283363"/>
                  </a:lnTo>
                  <a:lnTo>
                    <a:pt x="181333" y="283837"/>
                  </a:lnTo>
                  <a:lnTo>
                    <a:pt x="181141" y="284124"/>
                  </a:lnTo>
                  <a:lnTo>
                    <a:pt x="180746" y="284077"/>
                  </a:lnTo>
                  <a:lnTo>
                    <a:pt x="180405" y="284267"/>
                  </a:lnTo>
                  <a:lnTo>
                    <a:pt x="180207" y="284317"/>
                  </a:lnTo>
                  <a:lnTo>
                    <a:pt x="180079" y="284319"/>
                  </a:lnTo>
                  <a:lnTo>
                    <a:pt x="179316" y="283877"/>
                  </a:lnTo>
                  <a:lnTo>
                    <a:pt x="178973" y="283682"/>
                  </a:lnTo>
                  <a:lnTo>
                    <a:pt x="178768" y="283630"/>
                  </a:lnTo>
                  <a:lnTo>
                    <a:pt x="178480" y="284021"/>
                  </a:lnTo>
                  <a:lnTo>
                    <a:pt x="178043" y="284277"/>
                  </a:lnTo>
                  <a:lnTo>
                    <a:pt x="177936" y="284447"/>
                  </a:lnTo>
                  <a:lnTo>
                    <a:pt x="177833" y="284612"/>
                  </a:lnTo>
                  <a:lnTo>
                    <a:pt x="177577" y="284628"/>
                  </a:lnTo>
                  <a:lnTo>
                    <a:pt x="177392" y="284418"/>
                  </a:lnTo>
                  <a:lnTo>
                    <a:pt x="177056" y="284680"/>
                  </a:lnTo>
                  <a:lnTo>
                    <a:pt x="176831" y="285016"/>
                  </a:lnTo>
                  <a:lnTo>
                    <a:pt x="176452" y="285269"/>
                  </a:lnTo>
                  <a:lnTo>
                    <a:pt x="176424" y="285427"/>
                  </a:lnTo>
                  <a:lnTo>
                    <a:pt x="176403" y="285693"/>
                  </a:lnTo>
                  <a:lnTo>
                    <a:pt x="176281" y="286053"/>
                  </a:lnTo>
                  <a:lnTo>
                    <a:pt x="176559" y="286338"/>
                  </a:lnTo>
                  <a:lnTo>
                    <a:pt x="177227" y="286587"/>
                  </a:lnTo>
                  <a:lnTo>
                    <a:pt x="177342" y="286338"/>
                  </a:lnTo>
                  <a:lnTo>
                    <a:pt x="177373" y="286202"/>
                  </a:lnTo>
                  <a:lnTo>
                    <a:pt x="177710" y="285610"/>
                  </a:lnTo>
                  <a:lnTo>
                    <a:pt x="177735" y="285866"/>
                  </a:lnTo>
                  <a:lnTo>
                    <a:pt x="177846" y="286193"/>
                  </a:lnTo>
                  <a:lnTo>
                    <a:pt x="178167" y="286328"/>
                  </a:lnTo>
                  <a:lnTo>
                    <a:pt x="178465" y="286405"/>
                  </a:lnTo>
                  <a:lnTo>
                    <a:pt x="178604" y="286758"/>
                  </a:lnTo>
                  <a:lnTo>
                    <a:pt x="178369" y="287105"/>
                  </a:lnTo>
                  <a:lnTo>
                    <a:pt x="178304" y="287289"/>
                  </a:lnTo>
                  <a:lnTo>
                    <a:pt x="178191" y="287814"/>
                  </a:lnTo>
                  <a:lnTo>
                    <a:pt x="178396" y="288281"/>
                  </a:lnTo>
                  <a:lnTo>
                    <a:pt x="179289" y="288188"/>
                  </a:lnTo>
                  <a:lnTo>
                    <a:pt x="179304" y="288614"/>
                  </a:lnTo>
                  <a:lnTo>
                    <a:pt x="179022" y="289014"/>
                  </a:lnTo>
                  <a:lnTo>
                    <a:pt x="179025" y="289145"/>
                  </a:lnTo>
                  <a:lnTo>
                    <a:pt x="179067" y="289289"/>
                  </a:lnTo>
                  <a:lnTo>
                    <a:pt x="179134" y="289772"/>
                  </a:lnTo>
                  <a:lnTo>
                    <a:pt x="179905" y="289799"/>
                  </a:lnTo>
                  <a:lnTo>
                    <a:pt x="180093" y="290181"/>
                  </a:lnTo>
                  <a:lnTo>
                    <a:pt x="180864" y="290607"/>
                  </a:lnTo>
                  <a:lnTo>
                    <a:pt x="181000" y="290784"/>
                  </a:lnTo>
                  <a:lnTo>
                    <a:pt x="181221" y="290970"/>
                  </a:lnTo>
                  <a:lnTo>
                    <a:pt x="181791" y="290760"/>
                  </a:lnTo>
                  <a:lnTo>
                    <a:pt x="181425" y="290087"/>
                  </a:lnTo>
                  <a:lnTo>
                    <a:pt x="181644" y="290141"/>
                  </a:lnTo>
                  <a:lnTo>
                    <a:pt x="181828" y="290031"/>
                  </a:lnTo>
                  <a:lnTo>
                    <a:pt x="181972" y="289865"/>
                  </a:lnTo>
                  <a:lnTo>
                    <a:pt x="182227" y="290082"/>
                  </a:lnTo>
                  <a:lnTo>
                    <a:pt x="182379" y="290099"/>
                  </a:lnTo>
                  <a:lnTo>
                    <a:pt x="182720" y="289987"/>
                  </a:lnTo>
                  <a:lnTo>
                    <a:pt x="183337" y="289265"/>
                  </a:lnTo>
                  <a:lnTo>
                    <a:pt x="182998" y="289070"/>
                  </a:lnTo>
                  <a:lnTo>
                    <a:pt x="182751" y="289076"/>
                  </a:lnTo>
                  <a:lnTo>
                    <a:pt x="182410" y="288968"/>
                  </a:lnTo>
                  <a:lnTo>
                    <a:pt x="182264" y="288602"/>
                  </a:lnTo>
                  <a:lnTo>
                    <a:pt x="182348" y="288405"/>
                  </a:lnTo>
                  <a:lnTo>
                    <a:pt x="182802" y="287822"/>
                  </a:lnTo>
                  <a:lnTo>
                    <a:pt x="182827" y="287507"/>
                  </a:lnTo>
                  <a:lnTo>
                    <a:pt x="183064" y="287039"/>
                  </a:lnTo>
                  <a:lnTo>
                    <a:pt x="183282" y="286695"/>
                  </a:lnTo>
                  <a:lnTo>
                    <a:pt x="183549" y="286393"/>
                  </a:lnTo>
                  <a:lnTo>
                    <a:pt x="183705" y="286444"/>
                  </a:lnTo>
                  <a:lnTo>
                    <a:pt x="183877" y="286373"/>
                  </a:lnTo>
                  <a:lnTo>
                    <a:pt x="184188" y="285988"/>
                  </a:lnTo>
                  <a:lnTo>
                    <a:pt x="184450" y="285452"/>
                  </a:lnTo>
                  <a:lnTo>
                    <a:pt x="184618" y="285132"/>
                  </a:lnTo>
                  <a:lnTo>
                    <a:pt x="184923" y="284586"/>
                  </a:lnTo>
                  <a:lnTo>
                    <a:pt x="185209" y="284419"/>
                  </a:lnTo>
                  <a:lnTo>
                    <a:pt x="185737" y="284257"/>
                  </a:lnTo>
                  <a:lnTo>
                    <a:pt x="186366" y="284234"/>
                  </a:lnTo>
                  <a:lnTo>
                    <a:pt x="186576" y="284369"/>
                  </a:lnTo>
                  <a:lnTo>
                    <a:pt x="186772" y="284630"/>
                  </a:lnTo>
                  <a:lnTo>
                    <a:pt x="187050" y="284710"/>
                  </a:lnTo>
                  <a:lnTo>
                    <a:pt x="187610" y="284849"/>
                  </a:lnTo>
                  <a:lnTo>
                    <a:pt x="187622" y="285116"/>
                  </a:lnTo>
                  <a:lnTo>
                    <a:pt x="187707" y="285281"/>
                  </a:lnTo>
                  <a:lnTo>
                    <a:pt x="187877" y="286274"/>
                  </a:lnTo>
                  <a:lnTo>
                    <a:pt x="187436" y="286319"/>
                  </a:lnTo>
                  <a:lnTo>
                    <a:pt x="187999" y="286613"/>
                  </a:lnTo>
                  <a:lnTo>
                    <a:pt x="188136" y="286727"/>
                  </a:lnTo>
                  <a:lnTo>
                    <a:pt x="188276" y="287329"/>
                  </a:lnTo>
                  <a:lnTo>
                    <a:pt x="188278" y="287500"/>
                  </a:lnTo>
                  <a:lnTo>
                    <a:pt x="188240" y="287844"/>
                  </a:lnTo>
                  <a:lnTo>
                    <a:pt x="188213" y="288816"/>
                  </a:lnTo>
                  <a:lnTo>
                    <a:pt x="188573" y="289768"/>
                  </a:lnTo>
                  <a:lnTo>
                    <a:pt x="188486" y="290045"/>
                  </a:lnTo>
                  <a:lnTo>
                    <a:pt x="188421" y="290608"/>
                  </a:lnTo>
                  <a:lnTo>
                    <a:pt x="188660" y="291089"/>
                  </a:lnTo>
                  <a:lnTo>
                    <a:pt x="189019" y="291410"/>
                  </a:lnTo>
                  <a:lnTo>
                    <a:pt x="188593" y="291858"/>
                  </a:lnTo>
                  <a:lnTo>
                    <a:pt x="188855" y="291850"/>
                  </a:lnTo>
                  <a:lnTo>
                    <a:pt x="189300" y="291663"/>
                  </a:lnTo>
                  <a:lnTo>
                    <a:pt x="189636" y="291521"/>
                  </a:lnTo>
                  <a:lnTo>
                    <a:pt x="189816" y="291980"/>
                  </a:lnTo>
                  <a:lnTo>
                    <a:pt x="189509" y="292406"/>
                  </a:lnTo>
                  <a:lnTo>
                    <a:pt x="189792" y="292528"/>
                  </a:lnTo>
                  <a:lnTo>
                    <a:pt x="190091" y="292628"/>
                  </a:lnTo>
                  <a:lnTo>
                    <a:pt x="190302" y="292668"/>
                  </a:lnTo>
                  <a:lnTo>
                    <a:pt x="190627" y="292919"/>
                  </a:lnTo>
                  <a:lnTo>
                    <a:pt x="190802" y="293333"/>
                  </a:lnTo>
                  <a:lnTo>
                    <a:pt x="190894" y="293576"/>
                  </a:lnTo>
                  <a:lnTo>
                    <a:pt x="191320" y="293911"/>
                  </a:lnTo>
                  <a:lnTo>
                    <a:pt x="191457" y="294194"/>
                  </a:lnTo>
                  <a:lnTo>
                    <a:pt x="191687" y="294264"/>
                  </a:lnTo>
                  <a:lnTo>
                    <a:pt x="191744" y="294113"/>
                  </a:lnTo>
                  <a:lnTo>
                    <a:pt x="191467" y="293185"/>
                  </a:lnTo>
                  <a:lnTo>
                    <a:pt x="191726" y="293171"/>
                  </a:lnTo>
                  <a:lnTo>
                    <a:pt x="191804" y="293375"/>
                  </a:lnTo>
                  <a:lnTo>
                    <a:pt x="191966" y="293605"/>
                  </a:lnTo>
                  <a:lnTo>
                    <a:pt x="192305" y="293610"/>
                  </a:lnTo>
                  <a:lnTo>
                    <a:pt x="191968" y="293212"/>
                  </a:lnTo>
                  <a:lnTo>
                    <a:pt x="192104" y="292787"/>
                  </a:lnTo>
                  <a:lnTo>
                    <a:pt x="192052" y="292584"/>
                  </a:lnTo>
                  <a:lnTo>
                    <a:pt x="191387" y="292480"/>
                  </a:lnTo>
                  <a:lnTo>
                    <a:pt x="191209" y="292228"/>
                  </a:lnTo>
                  <a:lnTo>
                    <a:pt x="191435" y="291809"/>
                  </a:lnTo>
                  <a:lnTo>
                    <a:pt x="191819" y="291730"/>
                  </a:lnTo>
                  <a:lnTo>
                    <a:pt x="192121" y="291737"/>
                  </a:lnTo>
                  <a:lnTo>
                    <a:pt x="192545" y="291992"/>
                  </a:lnTo>
                  <a:lnTo>
                    <a:pt x="192449" y="292392"/>
                  </a:lnTo>
                  <a:lnTo>
                    <a:pt x="192401" y="292635"/>
                  </a:lnTo>
                  <a:lnTo>
                    <a:pt x="192784" y="292838"/>
                  </a:lnTo>
                  <a:lnTo>
                    <a:pt x="192895" y="293211"/>
                  </a:lnTo>
                  <a:lnTo>
                    <a:pt x="192628" y="293814"/>
                  </a:lnTo>
                  <a:lnTo>
                    <a:pt x="192463" y="293817"/>
                  </a:lnTo>
                  <a:lnTo>
                    <a:pt x="192305" y="293833"/>
                  </a:lnTo>
                  <a:lnTo>
                    <a:pt x="192142" y="293935"/>
                  </a:lnTo>
                  <a:lnTo>
                    <a:pt x="192325" y="294391"/>
                  </a:lnTo>
                  <a:lnTo>
                    <a:pt x="192586" y="294303"/>
                  </a:lnTo>
                  <a:lnTo>
                    <a:pt x="192765" y="294315"/>
                  </a:lnTo>
                  <a:lnTo>
                    <a:pt x="192948" y="294291"/>
                  </a:lnTo>
                  <a:lnTo>
                    <a:pt x="193376" y="294447"/>
                  </a:lnTo>
                  <a:lnTo>
                    <a:pt x="193637" y="294497"/>
                  </a:lnTo>
                  <a:lnTo>
                    <a:pt x="193790" y="294356"/>
                  </a:lnTo>
                  <a:lnTo>
                    <a:pt x="193655" y="294170"/>
                  </a:lnTo>
                  <a:lnTo>
                    <a:pt x="193612" y="293856"/>
                  </a:lnTo>
                  <a:lnTo>
                    <a:pt x="193809" y="293643"/>
                  </a:lnTo>
                  <a:lnTo>
                    <a:pt x="193957" y="293375"/>
                  </a:lnTo>
                  <a:lnTo>
                    <a:pt x="194039" y="292964"/>
                  </a:lnTo>
                  <a:lnTo>
                    <a:pt x="194082" y="292736"/>
                  </a:lnTo>
                  <a:lnTo>
                    <a:pt x="194360" y="292899"/>
                  </a:lnTo>
                  <a:lnTo>
                    <a:pt x="194265" y="293114"/>
                  </a:lnTo>
                  <a:lnTo>
                    <a:pt x="194138" y="293644"/>
                  </a:lnTo>
                  <a:lnTo>
                    <a:pt x="194352" y="293603"/>
                  </a:lnTo>
                  <a:lnTo>
                    <a:pt x="194878" y="293823"/>
                  </a:lnTo>
                  <a:lnTo>
                    <a:pt x="195117" y="294285"/>
                  </a:lnTo>
                  <a:lnTo>
                    <a:pt x="195959" y="294217"/>
                  </a:lnTo>
                  <a:lnTo>
                    <a:pt x="196273" y="294313"/>
                  </a:lnTo>
                  <a:lnTo>
                    <a:pt x="196385" y="294742"/>
                  </a:lnTo>
                  <a:lnTo>
                    <a:pt x="196209" y="295106"/>
                  </a:lnTo>
                  <a:lnTo>
                    <a:pt x="195955" y="295778"/>
                  </a:lnTo>
                  <a:lnTo>
                    <a:pt x="195472" y="295760"/>
                  </a:lnTo>
                  <a:lnTo>
                    <a:pt x="195589" y="295948"/>
                  </a:lnTo>
                  <a:lnTo>
                    <a:pt x="195806" y="296031"/>
                  </a:lnTo>
                  <a:lnTo>
                    <a:pt x="196038" y="296328"/>
                  </a:lnTo>
                  <a:lnTo>
                    <a:pt x="196187" y="296364"/>
                  </a:lnTo>
                  <a:lnTo>
                    <a:pt x="196329" y="296318"/>
                  </a:lnTo>
                  <a:lnTo>
                    <a:pt x="196616" y="295846"/>
                  </a:lnTo>
                  <a:lnTo>
                    <a:pt x="196892" y="295826"/>
                  </a:lnTo>
                  <a:lnTo>
                    <a:pt x="197093" y="296249"/>
                  </a:lnTo>
                  <a:lnTo>
                    <a:pt x="196791" y="296575"/>
                  </a:lnTo>
                  <a:lnTo>
                    <a:pt x="196923" y="296769"/>
                  </a:lnTo>
                  <a:lnTo>
                    <a:pt x="197209" y="296747"/>
                  </a:lnTo>
                  <a:lnTo>
                    <a:pt x="197391" y="297134"/>
                  </a:lnTo>
                  <a:lnTo>
                    <a:pt x="196250" y="298197"/>
                  </a:lnTo>
                  <a:lnTo>
                    <a:pt x="196106" y="298392"/>
                  </a:lnTo>
                  <a:lnTo>
                    <a:pt x="195957" y="298606"/>
                  </a:lnTo>
                  <a:lnTo>
                    <a:pt x="196150" y="298783"/>
                  </a:lnTo>
                  <a:lnTo>
                    <a:pt x="196327" y="298829"/>
                  </a:lnTo>
                  <a:lnTo>
                    <a:pt x="196511" y="298961"/>
                  </a:lnTo>
                  <a:lnTo>
                    <a:pt x="196310" y="299423"/>
                  </a:lnTo>
                  <a:lnTo>
                    <a:pt x="196389" y="299774"/>
                  </a:lnTo>
                  <a:lnTo>
                    <a:pt x="196297" y="300002"/>
                  </a:lnTo>
                  <a:lnTo>
                    <a:pt x="196254" y="300133"/>
                  </a:lnTo>
                  <a:lnTo>
                    <a:pt x="196327" y="300394"/>
                  </a:lnTo>
                  <a:lnTo>
                    <a:pt x="195938" y="300740"/>
                  </a:lnTo>
                  <a:lnTo>
                    <a:pt x="195658" y="300786"/>
                  </a:lnTo>
                  <a:lnTo>
                    <a:pt x="195615" y="300985"/>
                  </a:lnTo>
                  <a:lnTo>
                    <a:pt x="195718" y="302111"/>
                  </a:lnTo>
                  <a:lnTo>
                    <a:pt x="195803" y="302417"/>
                  </a:lnTo>
                  <a:lnTo>
                    <a:pt x="195989" y="302544"/>
                  </a:lnTo>
                  <a:lnTo>
                    <a:pt x="196179" y="302762"/>
                  </a:lnTo>
                  <a:lnTo>
                    <a:pt x="196323" y="302867"/>
                  </a:lnTo>
                  <a:lnTo>
                    <a:pt x="196615" y="302878"/>
                  </a:lnTo>
                  <a:lnTo>
                    <a:pt x="196952" y="302913"/>
                  </a:lnTo>
                  <a:lnTo>
                    <a:pt x="197116" y="303004"/>
                  </a:lnTo>
                  <a:lnTo>
                    <a:pt x="197467" y="303131"/>
                  </a:lnTo>
                  <a:lnTo>
                    <a:pt x="198020" y="303085"/>
                  </a:lnTo>
                  <a:lnTo>
                    <a:pt x="198258" y="303421"/>
                  </a:lnTo>
                  <a:lnTo>
                    <a:pt x="198176" y="303655"/>
                  </a:lnTo>
                  <a:lnTo>
                    <a:pt x="198296" y="303834"/>
                  </a:lnTo>
                  <a:lnTo>
                    <a:pt x="198359" y="304279"/>
                  </a:lnTo>
                  <a:lnTo>
                    <a:pt x="198126" y="304632"/>
                  </a:lnTo>
                  <a:lnTo>
                    <a:pt x="198192" y="305112"/>
                  </a:lnTo>
                  <a:lnTo>
                    <a:pt x="197995" y="305633"/>
                  </a:lnTo>
                  <a:lnTo>
                    <a:pt x="198044" y="306061"/>
                  </a:lnTo>
                  <a:lnTo>
                    <a:pt x="197919" y="306387"/>
                  </a:lnTo>
                  <a:lnTo>
                    <a:pt x="197603" y="306974"/>
                  </a:lnTo>
                  <a:lnTo>
                    <a:pt x="197651" y="307187"/>
                  </a:lnTo>
                  <a:lnTo>
                    <a:pt x="197537" y="307436"/>
                  </a:lnTo>
                  <a:lnTo>
                    <a:pt x="197456" y="307598"/>
                  </a:lnTo>
                  <a:lnTo>
                    <a:pt x="197595" y="307858"/>
                  </a:lnTo>
                  <a:lnTo>
                    <a:pt x="198387" y="307739"/>
                  </a:lnTo>
                  <a:lnTo>
                    <a:pt x="199022" y="307675"/>
                  </a:lnTo>
                  <a:lnTo>
                    <a:pt x="199218" y="307702"/>
                  </a:lnTo>
                  <a:lnTo>
                    <a:pt x="199574" y="307740"/>
                  </a:lnTo>
                  <a:lnTo>
                    <a:pt x="200188" y="307392"/>
                  </a:lnTo>
                  <a:lnTo>
                    <a:pt x="200232" y="307260"/>
                  </a:lnTo>
                  <a:lnTo>
                    <a:pt x="200242" y="307129"/>
                  </a:lnTo>
                  <a:lnTo>
                    <a:pt x="200154" y="306633"/>
                  </a:lnTo>
                  <a:lnTo>
                    <a:pt x="200442" y="306650"/>
                  </a:lnTo>
                  <a:lnTo>
                    <a:pt x="200593" y="306388"/>
                  </a:lnTo>
                  <a:lnTo>
                    <a:pt x="200868" y="306409"/>
                  </a:lnTo>
                  <a:lnTo>
                    <a:pt x="201134" y="306394"/>
                  </a:lnTo>
                  <a:lnTo>
                    <a:pt x="201366" y="306371"/>
                  </a:lnTo>
                  <a:lnTo>
                    <a:pt x="201684" y="306345"/>
                  </a:lnTo>
                  <a:lnTo>
                    <a:pt x="201838" y="306348"/>
                  </a:lnTo>
                  <a:lnTo>
                    <a:pt x="202074" y="306318"/>
                  </a:lnTo>
                  <a:lnTo>
                    <a:pt x="201994" y="305919"/>
                  </a:lnTo>
                  <a:lnTo>
                    <a:pt x="201800" y="305567"/>
                  </a:lnTo>
                  <a:lnTo>
                    <a:pt x="202100" y="305476"/>
                  </a:lnTo>
                  <a:lnTo>
                    <a:pt x="202229" y="305284"/>
                  </a:lnTo>
                  <a:lnTo>
                    <a:pt x="202382" y="305013"/>
                  </a:lnTo>
                  <a:lnTo>
                    <a:pt x="202650" y="304630"/>
                  </a:lnTo>
                  <a:lnTo>
                    <a:pt x="202718" y="304468"/>
                  </a:lnTo>
                  <a:lnTo>
                    <a:pt x="202864" y="304536"/>
                  </a:lnTo>
                  <a:lnTo>
                    <a:pt x="203380" y="304732"/>
                  </a:lnTo>
                  <a:lnTo>
                    <a:pt x="203842" y="305156"/>
                  </a:lnTo>
                  <a:lnTo>
                    <a:pt x="203954" y="305288"/>
                  </a:lnTo>
                  <a:lnTo>
                    <a:pt x="204126" y="305494"/>
                  </a:lnTo>
                  <a:lnTo>
                    <a:pt x="204346" y="305665"/>
                  </a:lnTo>
                  <a:lnTo>
                    <a:pt x="204533" y="305781"/>
                  </a:lnTo>
                  <a:lnTo>
                    <a:pt x="204944" y="306856"/>
                  </a:lnTo>
                  <a:lnTo>
                    <a:pt x="204905" y="307061"/>
                  </a:lnTo>
                  <a:lnTo>
                    <a:pt x="205027" y="307722"/>
                  </a:lnTo>
                  <a:lnTo>
                    <a:pt x="204840" y="308232"/>
                  </a:lnTo>
                  <a:lnTo>
                    <a:pt x="205032" y="308644"/>
                  </a:lnTo>
                  <a:lnTo>
                    <a:pt x="204929" y="308825"/>
                  </a:lnTo>
                  <a:lnTo>
                    <a:pt x="204766" y="309212"/>
                  </a:lnTo>
                  <a:lnTo>
                    <a:pt x="204692" y="309407"/>
                  </a:lnTo>
                  <a:lnTo>
                    <a:pt x="204721" y="309558"/>
                  </a:lnTo>
                  <a:lnTo>
                    <a:pt x="204951" y="309609"/>
                  </a:lnTo>
                  <a:lnTo>
                    <a:pt x="205672" y="309940"/>
                  </a:lnTo>
                  <a:lnTo>
                    <a:pt x="205805" y="310036"/>
                  </a:lnTo>
                  <a:lnTo>
                    <a:pt x="205939" y="310185"/>
                  </a:lnTo>
                  <a:lnTo>
                    <a:pt x="205952" y="310681"/>
                  </a:lnTo>
                  <a:lnTo>
                    <a:pt x="205694" y="311065"/>
                  </a:lnTo>
                  <a:lnTo>
                    <a:pt x="205172" y="311676"/>
                  </a:lnTo>
                  <a:lnTo>
                    <a:pt x="205233" y="311974"/>
                  </a:lnTo>
                  <a:lnTo>
                    <a:pt x="205062" y="312315"/>
                  </a:lnTo>
                  <a:lnTo>
                    <a:pt x="204938" y="312605"/>
                  </a:lnTo>
                  <a:lnTo>
                    <a:pt x="205051" y="313118"/>
                  </a:lnTo>
                  <a:lnTo>
                    <a:pt x="205466" y="313846"/>
                  </a:lnTo>
                  <a:lnTo>
                    <a:pt x="205646" y="314097"/>
                  </a:lnTo>
                  <a:lnTo>
                    <a:pt x="205998" y="314564"/>
                  </a:lnTo>
                  <a:lnTo>
                    <a:pt x="206195" y="314613"/>
                  </a:lnTo>
                  <a:lnTo>
                    <a:pt x="206258" y="314834"/>
                  </a:lnTo>
                  <a:lnTo>
                    <a:pt x="206442" y="314864"/>
                  </a:lnTo>
                  <a:lnTo>
                    <a:pt x="206684" y="314824"/>
                  </a:lnTo>
                  <a:lnTo>
                    <a:pt x="206856" y="314268"/>
                  </a:lnTo>
                  <a:lnTo>
                    <a:pt x="207050" y="314226"/>
                  </a:lnTo>
                  <a:lnTo>
                    <a:pt x="207421" y="314561"/>
                  </a:lnTo>
                  <a:lnTo>
                    <a:pt x="207613" y="314610"/>
                  </a:lnTo>
                  <a:lnTo>
                    <a:pt x="207880" y="314952"/>
                  </a:lnTo>
                  <a:lnTo>
                    <a:pt x="208265" y="315175"/>
                  </a:lnTo>
                  <a:lnTo>
                    <a:pt x="208625" y="315548"/>
                  </a:lnTo>
                  <a:lnTo>
                    <a:pt x="209184" y="315839"/>
                  </a:lnTo>
                  <a:lnTo>
                    <a:pt x="209181" y="316006"/>
                  </a:lnTo>
                  <a:lnTo>
                    <a:pt x="209278" y="316270"/>
                  </a:lnTo>
                  <a:lnTo>
                    <a:pt x="209437" y="316858"/>
                  </a:lnTo>
                  <a:lnTo>
                    <a:pt x="209399" y="317184"/>
                  </a:lnTo>
                  <a:lnTo>
                    <a:pt x="209618" y="317750"/>
                  </a:lnTo>
                  <a:lnTo>
                    <a:pt x="210300" y="318354"/>
                  </a:lnTo>
                  <a:lnTo>
                    <a:pt x="210826" y="318638"/>
                  </a:lnTo>
                  <a:lnTo>
                    <a:pt x="211198" y="318661"/>
                  </a:lnTo>
                  <a:lnTo>
                    <a:pt x="211513" y="318914"/>
                  </a:lnTo>
                  <a:lnTo>
                    <a:pt x="212349" y="319060"/>
                  </a:lnTo>
                  <a:lnTo>
                    <a:pt x="212561" y="319193"/>
                  </a:lnTo>
                  <a:lnTo>
                    <a:pt x="212734" y="319511"/>
                  </a:lnTo>
                  <a:lnTo>
                    <a:pt x="212794" y="319732"/>
                  </a:lnTo>
                  <a:lnTo>
                    <a:pt x="213055" y="320209"/>
                  </a:lnTo>
                  <a:lnTo>
                    <a:pt x="212605" y="320942"/>
                  </a:lnTo>
                  <a:lnTo>
                    <a:pt x="212003" y="321434"/>
                  </a:lnTo>
                  <a:lnTo>
                    <a:pt x="211960" y="322371"/>
                  </a:lnTo>
                  <a:lnTo>
                    <a:pt x="211930" y="322796"/>
                  </a:lnTo>
                  <a:lnTo>
                    <a:pt x="211708" y="323351"/>
                  </a:lnTo>
                  <a:lnTo>
                    <a:pt x="211489" y="323426"/>
                  </a:lnTo>
                  <a:lnTo>
                    <a:pt x="211124" y="323516"/>
                  </a:lnTo>
                  <a:lnTo>
                    <a:pt x="210849" y="323892"/>
                  </a:lnTo>
                  <a:lnTo>
                    <a:pt x="210798" y="324021"/>
                  </a:lnTo>
                  <a:lnTo>
                    <a:pt x="210605" y="325009"/>
                  </a:lnTo>
                  <a:lnTo>
                    <a:pt x="210537" y="325345"/>
                  </a:lnTo>
                  <a:lnTo>
                    <a:pt x="210555" y="325584"/>
                  </a:lnTo>
                  <a:lnTo>
                    <a:pt x="210048" y="326861"/>
                  </a:lnTo>
                  <a:lnTo>
                    <a:pt x="209897" y="327063"/>
                  </a:lnTo>
                  <a:lnTo>
                    <a:pt x="209810" y="327242"/>
                  </a:lnTo>
                  <a:lnTo>
                    <a:pt x="209746" y="327408"/>
                  </a:lnTo>
                  <a:lnTo>
                    <a:pt x="209742" y="327946"/>
                  </a:lnTo>
                  <a:lnTo>
                    <a:pt x="209918" y="328240"/>
                  </a:lnTo>
                  <a:lnTo>
                    <a:pt x="210023" y="328577"/>
                  </a:lnTo>
                  <a:lnTo>
                    <a:pt x="209990" y="328991"/>
                  </a:lnTo>
                  <a:lnTo>
                    <a:pt x="210009" y="329227"/>
                  </a:lnTo>
                  <a:lnTo>
                    <a:pt x="209873" y="329648"/>
                  </a:lnTo>
                  <a:lnTo>
                    <a:pt x="210002" y="330050"/>
                  </a:lnTo>
                  <a:lnTo>
                    <a:pt x="210130" y="330316"/>
                  </a:lnTo>
                  <a:lnTo>
                    <a:pt x="210185" y="330617"/>
                  </a:lnTo>
                  <a:lnTo>
                    <a:pt x="210007" y="331163"/>
                  </a:lnTo>
                  <a:lnTo>
                    <a:pt x="209919" y="331509"/>
                  </a:lnTo>
                  <a:lnTo>
                    <a:pt x="209950" y="331858"/>
                  </a:lnTo>
                  <a:lnTo>
                    <a:pt x="210091" y="331913"/>
                  </a:lnTo>
                  <a:lnTo>
                    <a:pt x="210358" y="332004"/>
                  </a:lnTo>
                  <a:lnTo>
                    <a:pt x="210721" y="332152"/>
                  </a:lnTo>
                  <a:lnTo>
                    <a:pt x="210550" y="332381"/>
                  </a:lnTo>
                  <a:lnTo>
                    <a:pt x="210790" y="332512"/>
                  </a:lnTo>
                  <a:lnTo>
                    <a:pt x="211326" y="332838"/>
                  </a:lnTo>
                  <a:lnTo>
                    <a:pt x="211469" y="333086"/>
                  </a:lnTo>
                  <a:lnTo>
                    <a:pt x="211749" y="333109"/>
                  </a:lnTo>
                  <a:lnTo>
                    <a:pt x="211964" y="333088"/>
                  </a:lnTo>
                  <a:lnTo>
                    <a:pt x="212253" y="333397"/>
                  </a:lnTo>
                  <a:lnTo>
                    <a:pt x="212235" y="333626"/>
                  </a:lnTo>
                  <a:lnTo>
                    <a:pt x="211868" y="333970"/>
                  </a:lnTo>
                  <a:lnTo>
                    <a:pt x="212023" y="334437"/>
                  </a:lnTo>
                  <a:lnTo>
                    <a:pt x="211888" y="334577"/>
                  </a:lnTo>
                  <a:lnTo>
                    <a:pt x="211744" y="334661"/>
                  </a:lnTo>
                  <a:lnTo>
                    <a:pt x="211386" y="335046"/>
                  </a:lnTo>
                  <a:lnTo>
                    <a:pt x="210796" y="335312"/>
                  </a:lnTo>
                  <a:lnTo>
                    <a:pt x="210488" y="335547"/>
                  </a:lnTo>
                  <a:lnTo>
                    <a:pt x="210439" y="335691"/>
                  </a:lnTo>
                  <a:lnTo>
                    <a:pt x="210976" y="336202"/>
                  </a:lnTo>
                  <a:lnTo>
                    <a:pt x="211132" y="336363"/>
                  </a:lnTo>
                  <a:lnTo>
                    <a:pt x="211139" y="336606"/>
                  </a:lnTo>
                  <a:lnTo>
                    <a:pt x="210976" y="336708"/>
                  </a:lnTo>
                  <a:lnTo>
                    <a:pt x="210694" y="336832"/>
                  </a:lnTo>
                  <a:lnTo>
                    <a:pt x="210485" y="336921"/>
                  </a:lnTo>
                  <a:lnTo>
                    <a:pt x="210078" y="337165"/>
                  </a:lnTo>
                  <a:lnTo>
                    <a:pt x="209940" y="337237"/>
                  </a:lnTo>
                  <a:lnTo>
                    <a:pt x="209685" y="337352"/>
                  </a:lnTo>
                  <a:lnTo>
                    <a:pt x="209476" y="337386"/>
                  </a:lnTo>
                  <a:lnTo>
                    <a:pt x="209212" y="337509"/>
                  </a:lnTo>
                  <a:lnTo>
                    <a:pt x="208988" y="337621"/>
                  </a:lnTo>
                  <a:lnTo>
                    <a:pt x="208556" y="337950"/>
                  </a:lnTo>
                  <a:lnTo>
                    <a:pt x="208085" y="338142"/>
                  </a:lnTo>
                  <a:lnTo>
                    <a:pt x="208012" y="338307"/>
                  </a:lnTo>
                  <a:lnTo>
                    <a:pt x="207843" y="338580"/>
                  </a:lnTo>
                  <a:lnTo>
                    <a:pt x="207692" y="338930"/>
                  </a:lnTo>
                  <a:lnTo>
                    <a:pt x="208220" y="339412"/>
                  </a:lnTo>
                  <a:lnTo>
                    <a:pt x="208467" y="339690"/>
                  </a:lnTo>
                  <a:lnTo>
                    <a:pt x="208641" y="339531"/>
                  </a:lnTo>
                  <a:lnTo>
                    <a:pt x="209080" y="339243"/>
                  </a:lnTo>
                  <a:lnTo>
                    <a:pt x="209564" y="338813"/>
                  </a:lnTo>
                  <a:lnTo>
                    <a:pt x="209723" y="338729"/>
                  </a:lnTo>
                  <a:lnTo>
                    <a:pt x="209947" y="338966"/>
                  </a:lnTo>
                  <a:lnTo>
                    <a:pt x="210358" y="339367"/>
                  </a:lnTo>
                  <a:lnTo>
                    <a:pt x="210651" y="339377"/>
                  </a:lnTo>
                  <a:lnTo>
                    <a:pt x="211200" y="339122"/>
                  </a:lnTo>
                  <a:lnTo>
                    <a:pt x="211430" y="338915"/>
                  </a:lnTo>
                  <a:lnTo>
                    <a:pt x="211780" y="338457"/>
                  </a:lnTo>
                  <a:lnTo>
                    <a:pt x="212009" y="338411"/>
                  </a:lnTo>
                  <a:lnTo>
                    <a:pt x="212312" y="338551"/>
                  </a:lnTo>
                  <a:lnTo>
                    <a:pt x="212503" y="338749"/>
                  </a:lnTo>
                  <a:lnTo>
                    <a:pt x="212573" y="338982"/>
                  </a:lnTo>
                  <a:lnTo>
                    <a:pt x="212553" y="339678"/>
                  </a:lnTo>
                  <a:lnTo>
                    <a:pt x="212663" y="339881"/>
                  </a:lnTo>
                  <a:lnTo>
                    <a:pt x="212694" y="340018"/>
                  </a:lnTo>
                  <a:lnTo>
                    <a:pt x="213066" y="340343"/>
                  </a:lnTo>
                  <a:lnTo>
                    <a:pt x="212911" y="340477"/>
                  </a:lnTo>
                  <a:lnTo>
                    <a:pt x="212781" y="340561"/>
                  </a:lnTo>
                  <a:lnTo>
                    <a:pt x="212282" y="340679"/>
                  </a:lnTo>
                  <a:lnTo>
                    <a:pt x="212046" y="341092"/>
                  </a:lnTo>
                  <a:lnTo>
                    <a:pt x="212029" y="341541"/>
                  </a:lnTo>
                  <a:lnTo>
                    <a:pt x="211895" y="341850"/>
                  </a:lnTo>
                  <a:lnTo>
                    <a:pt x="211812" y="342040"/>
                  </a:lnTo>
                  <a:lnTo>
                    <a:pt x="211587" y="342154"/>
                  </a:lnTo>
                  <a:lnTo>
                    <a:pt x="211237" y="342370"/>
                  </a:lnTo>
                  <a:lnTo>
                    <a:pt x="211224" y="342623"/>
                  </a:lnTo>
                  <a:lnTo>
                    <a:pt x="211257" y="342922"/>
                  </a:lnTo>
                  <a:lnTo>
                    <a:pt x="211326" y="343370"/>
                  </a:lnTo>
                  <a:lnTo>
                    <a:pt x="211161" y="343437"/>
                  </a:lnTo>
                  <a:lnTo>
                    <a:pt x="211175" y="343602"/>
                  </a:lnTo>
                  <a:lnTo>
                    <a:pt x="211216" y="343948"/>
                  </a:lnTo>
                  <a:lnTo>
                    <a:pt x="211245" y="344274"/>
                  </a:lnTo>
                  <a:lnTo>
                    <a:pt x="210903" y="344339"/>
                  </a:lnTo>
                  <a:lnTo>
                    <a:pt x="210690" y="344462"/>
                  </a:lnTo>
                  <a:lnTo>
                    <a:pt x="210457" y="344663"/>
                  </a:lnTo>
                  <a:lnTo>
                    <a:pt x="210229" y="344824"/>
                  </a:lnTo>
                  <a:lnTo>
                    <a:pt x="209293" y="344947"/>
                  </a:lnTo>
                  <a:lnTo>
                    <a:pt x="208852" y="345070"/>
                  </a:lnTo>
                  <a:lnTo>
                    <a:pt x="208603" y="345107"/>
                  </a:lnTo>
                  <a:lnTo>
                    <a:pt x="208454" y="345143"/>
                  </a:lnTo>
                  <a:lnTo>
                    <a:pt x="208014" y="345386"/>
                  </a:lnTo>
                  <a:lnTo>
                    <a:pt x="208057" y="345544"/>
                  </a:lnTo>
                  <a:lnTo>
                    <a:pt x="208027" y="345762"/>
                  </a:lnTo>
                  <a:lnTo>
                    <a:pt x="207804" y="346067"/>
                  </a:lnTo>
                  <a:lnTo>
                    <a:pt x="207598" y="346164"/>
                  </a:lnTo>
                  <a:lnTo>
                    <a:pt x="207466" y="346384"/>
                  </a:lnTo>
                  <a:lnTo>
                    <a:pt x="207648" y="346601"/>
                  </a:lnTo>
                  <a:lnTo>
                    <a:pt x="207630" y="346782"/>
                  </a:lnTo>
                  <a:lnTo>
                    <a:pt x="207520" y="347036"/>
                  </a:lnTo>
                  <a:lnTo>
                    <a:pt x="207325" y="347040"/>
                  </a:lnTo>
                  <a:lnTo>
                    <a:pt x="207036" y="347094"/>
                  </a:lnTo>
                  <a:lnTo>
                    <a:pt x="207126" y="347337"/>
                  </a:lnTo>
                  <a:lnTo>
                    <a:pt x="207103" y="347555"/>
                  </a:lnTo>
                  <a:lnTo>
                    <a:pt x="206855" y="347739"/>
                  </a:lnTo>
                  <a:lnTo>
                    <a:pt x="206536" y="347704"/>
                  </a:lnTo>
                  <a:lnTo>
                    <a:pt x="206419" y="348006"/>
                  </a:lnTo>
                  <a:lnTo>
                    <a:pt x="206555" y="348129"/>
                  </a:lnTo>
                  <a:lnTo>
                    <a:pt x="206657" y="348805"/>
                  </a:lnTo>
                  <a:lnTo>
                    <a:pt x="206457" y="349566"/>
                  </a:lnTo>
                  <a:lnTo>
                    <a:pt x="206222" y="349983"/>
                  </a:lnTo>
                  <a:lnTo>
                    <a:pt x="206242" y="350337"/>
                  </a:lnTo>
                  <a:lnTo>
                    <a:pt x="206541" y="350732"/>
                  </a:lnTo>
                  <a:lnTo>
                    <a:pt x="206185" y="351030"/>
                  </a:lnTo>
                  <a:lnTo>
                    <a:pt x="205947" y="351267"/>
                  </a:lnTo>
                  <a:lnTo>
                    <a:pt x="206007" y="351460"/>
                  </a:lnTo>
                  <a:lnTo>
                    <a:pt x="205878" y="352126"/>
                  </a:lnTo>
                  <a:lnTo>
                    <a:pt x="205620" y="352767"/>
                  </a:lnTo>
                  <a:lnTo>
                    <a:pt x="205502" y="352993"/>
                  </a:lnTo>
                  <a:lnTo>
                    <a:pt x="205279" y="353571"/>
                  </a:lnTo>
                  <a:lnTo>
                    <a:pt x="205224" y="353720"/>
                  </a:lnTo>
                  <a:lnTo>
                    <a:pt x="204891" y="353995"/>
                  </a:lnTo>
                  <a:lnTo>
                    <a:pt x="204648" y="354196"/>
                  </a:lnTo>
                  <a:lnTo>
                    <a:pt x="204432" y="354404"/>
                  </a:lnTo>
                  <a:lnTo>
                    <a:pt x="204027" y="354515"/>
                  </a:lnTo>
                  <a:lnTo>
                    <a:pt x="203890" y="354641"/>
                  </a:lnTo>
                  <a:lnTo>
                    <a:pt x="203830" y="354798"/>
                  </a:lnTo>
                  <a:lnTo>
                    <a:pt x="203761" y="355094"/>
                  </a:lnTo>
                  <a:lnTo>
                    <a:pt x="203905" y="355362"/>
                  </a:lnTo>
                  <a:lnTo>
                    <a:pt x="203918" y="355672"/>
                  </a:lnTo>
                  <a:lnTo>
                    <a:pt x="204038" y="355914"/>
                  </a:lnTo>
                  <a:lnTo>
                    <a:pt x="204364" y="356210"/>
                  </a:lnTo>
                  <a:lnTo>
                    <a:pt x="204459" y="356403"/>
                  </a:lnTo>
                  <a:lnTo>
                    <a:pt x="204611" y="356791"/>
                  </a:lnTo>
                  <a:lnTo>
                    <a:pt x="204409" y="357267"/>
                  </a:lnTo>
                  <a:lnTo>
                    <a:pt x="204162" y="357282"/>
                  </a:lnTo>
                  <a:lnTo>
                    <a:pt x="204089" y="357459"/>
                  </a:lnTo>
                  <a:lnTo>
                    <a:pt x="204035" y="357676"/>
                  </a:lnTo>
                  <a:lnTo>
                    <a:pt x="203955" y="357888"/>
                  </a:lnTo>
                  <a:lnTo>
                    <a:pt x="203744" y="357853"/>
                  </a:lnTo>
                  <a:lnTo>
                    <a:pt x="203250" y="357412"/>
                  </a:lnTo>
                  <a:lnTo>
                    <a:pt x="202900" y="357206"/>
                  </a:lnTo>
                  <a:lnTo>
                    <a:pt x="202757" y="357194"/>
                  </a:lnTo>
                  <a:lnTo>
                    <a:pt x="202278" y="356969"/>
                  </a:lnTo>
                  <a:lnTo>
                    <a:pt x="202302" y="356701"/>
                  </a:lnTo>
                  <a:lnTo>
                    <a:pt x="202125" y="356380"/>
                  </a:lnTo>
                  <a:lnTo>
                    <a:pt x="201618" y="356437"/>
                  </a:lnTo>
                  <a:lnTo>
                    <a:pt x="201597" y="356594"/>
                  </a:lnTo>
                  <a:lnTo>
                    <a:pt x="201413" y="356898"/>
                  </a:lnTo>
                  <a:lnTo>
                    <a:pt x="201222" y="357161"/>
                  </a:lnTo>
                  <a:lnTo>
                    <a:pt x="201157" y="357348"/>
                  </a:lnTo>
                  <a:lnTo>
                    <a:pt x="201211" y="357654"/>
                  </a:lnTo>
                  <a:lnTo>
                    <a:pt x="201244" y="358034"/>
                  </a:lnTo>
                  <a:lnTo>
                    <a:pt x="201151" y="358400"/>
                  </a:lnTo>
                  <a:lnTo>
                    <a:pt x="200865" y="358871"/>
                  </a:lnTo>
                  <a:lnTo>
                    <a:pt x="200427" y="358849"/>
                  </a:lnTo>
                  <a:lnTo>
                    <a:pt x="200091" y="358707"/>
                  </a:lnTo>
                  <a:lnTo>
                    <a:pt x="199839" y="358356"/>
                  </a:lnTo>
                  <a:lnTo>
                    <a:pt x="199568" y="358233"/>
                  </a:lnTo>
                  <a:lnTo>
                    <a:pt x="199380" y="358193"/>
                  </a:lnTo>
                  <a:lnTo>
                    <a:pt x="199117" y="358032"/>
                  </a:lnTo>
                  <a:lnTo>
                    <a:pt x="198943" y="357901"/>
                  </a:lnTo>
                  <a:lnTo>
                    <a:pt x="197873" y="357457"/>
                  </a:lnTo>
                  <a:lnTo>
                    <a:pt x="198070" y="356832"/>
                  </a:lnTo>
                  <a:lnTo>
                    <a:pt x="197874" y="356558"/>
                  </a:lnTo>
                  <a:lnTo>
                    <a:pt x="197404" y="356454"/>
                  </a:lnTo>
                  <a:lnTo>
                    <a:pt x="197093" y="356451"/>
                  </a:lnTo>
                  <a:lnTo>
                    <a:pt x="196442" y="356421"/>
                  </a:lnTo>
                  <a:lnTo>
                    <a:pt x="196103" y="356607"/>
                  </a:lnTo>
                  <a:lnTo>
                    <a:pt x="195606" y="356849"/>
                  </a:lnTo>
                  <a:lnTo>
                    <a:pt x="195094" y="357242"/>
                  </a:lnTo>
                  <a:lnTo>
                    <a:pt x="194708" y="357182"/>
                  </a:lnTo>
                  <a:lnTo>
                    <a:pt x="194427" y="356926"/>
                  </a:lnTo>
                  <a:lnTo>
                    <a:pt x="194156" y="356283"/>
                  </a:lnTo>
                  <a:lnTo>
                    <a:pt x="194026" y="356135"/>
                  </a:lnTo>
                  <a:lnTo>
                    <a:pt x="193936" y="355910"/>
                  </a:lnTo>
                  <a:lnTo>
                    <a:pt x="193166" y="355319"/>
                  </a:lnTo>
                  <a:lnTo>
                    <a:pt x="192839" y="356132"/>
                  </a:lnTo>
                  <a:lnTo>
                    <a:pt x="192529" y="356274"/>
                  </a:lnTo>
                  <a:lnTo>
                    <a:pt x="192308" y="356324"/>
                  </a:lnTo>
                  <a:lnTo>
                    <a:pt x="191925" y="356588"/>
                  </a:lnTo>
                  <a:lnTo>
                    <a:pt x="191808" y="357046"/>
                  </a:lnTo>
                  <a:lnTo>
                    <a:pt x="191318" y="357280"/>
                  </a:lnTo>
                  <a:lnTo>
                    <a:pt x="191422" y="356501"/>
                  </a:lnTo>
                  <a:lnTo>
                    <a:pt x="191124" y="356012"/>
                  </a:lnTo>
                  <a:lnTo>
                    <a:pt x="190582" y="355897"/>
                  </a:lnTo>
                  <a:lnTo>
                    <a:pt x="190569" y="355715"/>
                  </a:lnTo>
                  <a:lnTo>
                    <a:pt x="190546" y="355343"/>
                  </a:lnTo>
                  <a:lnTo>
                    <a:pt x="190530" y="355026"/>
                  </a:lnTo>
                  <a:lnTo>
                    <a:pt x="190449" y="354850"/>
                  </a:lnTo>
                  <a:lnTo>
                    <a:pt x="190092" y="354464"/>
                  </a:lnTo>
                  <a:lnTo>
                    <a:pt x="190324" y="353441"/>
                  </a:lnTo>
                  <a:lnTo>
                    <a:pt x="190665" y="353038"/>
                  </a:lnTo>
                  <a:lnTo>
                    <a:pt x="190997" y="352824"/>
                  </a:lnTo>
                  <a:lnTo>
                    <a:pt x="191548" y="352674"/>
                  </a:lnTo>
                  <a:lnTo>
                    <a:pt x="191696" y="352548"/>
                  </a:lnTo>
                  <a:lnTo>
                    <a:pt x="191459" y="351799"/>
                  </a:lnTo>
                  <a:lnTo>
                    <a:pt x="191444" y="351626"/>
                  </a:lnTo>
                  <a:lnTo>
                    <a:pt x="191794" y="351238"/>
                  </a:lnTo>
                  <a:lnTo>
                    <a:pt x="192044" y="351012"/>
                  </a:lnTo>
                  <a:lnTo>
                    <a:pt x="192074" y="350305"/>
                  </a:lnTo>
                  <a:lnTo>
                    <a:pt x="192071" y="349918"/>
                  </a:lnTo>
                  <a:lnTo>
                    <a:pt x="192112" y="349783"/>
                  </a:lnTo>
                  <a:lnTo>
                    <a:pt x="192298" y="349568"/>
                  </a:lnTo>
                  <a:lnTo>
                    <a:pt x="192270" y="349275"/>
                  </a:lnTo>
                  <a:lnTo>
                    <a:pt x="191938" y="349269"/>
                  </a:lnTo>
                  <a:lnTo>
                    <a:pt x="191385" y="348966"/>
                  </a:lnTo>
                  <a:lnTo>
                    <a:pt x="191531" y="348511"/>
                  </a:lnTo>
                  <a:lnTo>
                    <a:pt x="191828" y="347939"/>
                  </a:lnTo>
                  <a:lnTo>
                    <a:pt x="191962" y="347650"/>
                  </a:lnTo>
                  <a:lnTo>
                    <a:pt x="192238" y="347222"/>
                  </a:lnTo>
                  <a:lnTo>
                    <a:pt x="192041" y="346904"/>
                  </a:lnTo>
                  <a:lnTo>
                    <a:pt x="191547" y="346607"/>
                  </a:lnTo>
                  <a:lnTo>
                    <a:pt x="191218" y="346369"/>
                  </a:lnTo>
                  <a:lnTo>
                    <a:pt x="190944" y="345883"/>
                  </a:lnTo>
                  <a:lnTo>
                    <a:pt x="190129" y="345169"/>
                  </a:lnTo>
                  <a:lnTo>
                    <a:pt x="190051" y="344880"/>
                  </a:lnTo>
                  <a:lnTo>
                    <a:pt x="189326" y="344430"/>
                  </a:lnTo>
                  <a:lnTo>
                    <a:pt x="188112" y="344986"/>
                  </a:lnTo>
                  <a:lnTo>
                    <a:pt x="187541" y="345125"/>
                  </a:lnTo>
                  <a:lnTo>
                    <a:pt x="187301" y="345194"/>
                  </a:lnTo>
                  <a:lnTo>
                    <a:pt x="186951" y="345399"/>
                  </a:lnTo>
                  <a:lnTo>
                    <a:pt x="186905" y="346052"/>
                  </a:lnTo>
                  <a:lnTo>
                    <a:pt x="187563" y="346415"/>
                  </a:lnTo>
                  <a:lnTo>
                    <a:pt x="187862" y="346860"/>
                  </a:lnTo>
                  <a:lnTo>
                    <a:pt x="188183" y="347181"/>
                  </a:lnTo>
                  <a:lnTo>
                    <a:pt x="188332" y="347230"/>
                  </a:lnTo>
                  <a:lnTo>
                    <a:pt x="188476" y="347222"/>
                  </a:lnTo>
                  <a:lnTo>
                    <a:pt x="188681" y="347447"/>
                  </a:lnTo>
                  <a:lnTo>
                    <a:pt x="188770" y="347780"/>
                  </a:lnTo>
                  <a:lnTo>
                    <a:pt x="188940" y="348089"/>
                  </a:lnTo>
                  <a:lnTo>
                    <a:pt x="189015" y="348226"/>
                  </a:lnTo>
                  <a:lnTo>
                    <a:pt x="188992" y="348399"/>
                  </a:lnTo>
                  <a:lnTo>
                    <a:pt x="188755" y="348697"/>
                  </a:lnTo>
                  <a:lnTo>
                    <a:pt x="188510" y="348743"/>
                  </a:lnTo>
                  <a:lnTo>
                    <a:pt x="188095" y="348888"/>
                  </a:lnTo>
                  <a:lnTo>
                    <a:pt x="187777" y="349222"/>
                  </a:lnTo>
                  <a:lnTo>
                    <a:pt x="187648" y="349580"/>
                  </a:lnTo>
                  <a:lnTo>
                    <a:pt x="187470" y="349897"/>
                  </a:lnTo>
                  <a:lnTo>
                    <a:pt x="188142" y="350433"/>
                  </a:lnTo>
                  <a:lnTo>
                    <a:pt x="188221" y="350809"/>
                  </a:lnTo>
                  <a:lnTo>
                    <a:pt x="187591" y="351258"/>
                  </a:lnTo>
                  <a:lnTo>
                    <a:pt x="187222" y="351365"/>
                  </a:lnTo>
                  <a:lnTo>
                    <a:pt x="186688" y="351349"/>
                  </a:lnTo>
                  <a:lnTo>
                    <a:pt x="185888" y="351735"/>
                  </a:lnTo>
                  <a:lnTo>
                    <a:pt x="185583" y="351689"/>
                  </a:lnTo>
                  <a:lnTo>
                    <a:pt x="185569" y="351472"/>
                  </a:lnTo>
                  <a:lnTo>
                    <a:pt x="185512" y="351300"/>
                  </a:lnTo>
                  <a:lnTo>
                    <a:pt x="185401" y="351094"/>
                  </a:lnTo>
                  <a:lnTo>
                    <a:pt x="185236" y="350997"/>
                  </a:lnTo>
                  <a:lnTo>
                    <a:pt x="185045" y="350952"/>
                  </a:lnTo>
                  <a:lnTo>
                    <a:pt x="184454" y="350856"/>
                  </a:lnTo>
                  <a:lnTo>
                    <a:pt x="184380" y="350188"/>
                  </a:lnTo>
                  <a:lnTo>
                    <a:pt x="184423" y="349944"/>
                  </a:lnTo>
                  <a:lnTo>
                    <a:pt x="184384" y="349658"/>
                  </a:lnTo>
                  <a:lnTo>
                    <a:pt x="184369" y="349508"/>
                  </a:lnTo>
                  <a:lnTo>
                    <a:pt x="184355" y="349150"/>
                  </a:lnTo>
                  <a:lnTo>
                    <a:pt x="184508" y="348589"/>
                  </a:lnTo>
                  <a:lnTo>
                    <a:pt x="184683" y="348338"/>
                  </a:lnTo>
                  <a:lnTo>
                    <a:pt x="184869" y="348182"/>
                  </a:lnTo>
                  <a:lnTo>
                    <a:pt x="185211" y="348161"/>
                  </a:lnTo>
                  <a:lnTo>
                    <a:pt x="185557" y="348076"/>
                  </a:lnTo>
                  <a:lnTo>
                    <a:pt x="185593" y="347927"/>
                  </a:lnTo>
                  <a:lnTo>
                    <a:pt x="185632" y="347661"/>
                  </a:lnTo>
                  <a:lnTo>
                    <a:pt x="185495" y="347291"/>
                  </a:lnTo>
                  <a:lnTo>
                    <a:pt x="185329" y="346582"/>
                  </a:lnTo>
                  <a:lnTo>
                    <a:pt x="184984" y="345853"/>
                  </a:lnTo>
                  <a:lnTo>
                    <a:pt x="184839" y="345520"/>
                  </a:lnTo>
                  <a:lnTo>
                    <a:pt x="184866" y="345369"/>
                  </a:lnTo>
                  <a:lnTo>
                    <a:pt x="184850" y="345241"/>
                  </a:lnTo>
                  <a:lnTo>
                    <a:pt x="184797" y="344949"/>
                  </a:lnTo>
                  <a:lnTo>
                    <a:pt x="184650" y="344731"/>
                  </a:lnTo>
                  <a:lnTo>
                    <a:pt x="184428" y="344346"/>
                  </a:lnTo>
                  <a:lnTo>
                    <a:pt x="184376" y="344170"/>
                  </a:lnTo>
                  <a:lnTo>
                    <a:pt x="184528" y="343756"/>
                  </a:lnTo>
                  <a:lnTo>
                    <a:pt x="184422" y="343602"/>
                  </a:lnTo>
                  <a:lnTo>
                    <a:pt x="184238" y="342767"/>
                  </a:lnTo>
                  <a:lnTo>
                    <a:pt x="184410" y="342438"/>
                  </a:lnTo>
                  <a:lnTo>
                    <a:pt x="184746" y="342381"/>
                  </a:lnTo>
                  <a:lnTo>
                    <a:pt x="185196" y="342334"/>
                  </a:lnTo>
                  <a:lnTo>
                    <a:pt x="185707" y="342147"/>
                  </a:lnTo>
                  <a:lnTo>
                    <a:pt x="185558" y="341549"/>
                  </a:lnTo>
                  <a:lnTo>
                    <a:pt x="185531" y="341173"/>
                  </a:lnTo>
                  <a:lnTo>
                    <a:pt x="185533" y="340953"/>
                  </a:lnTo>
                  <a:lnTo>
                    <a:pt x="185528" y="340661"/>
                  </a:lnTo>
                  <a:lnTo>
                    <a:pt x="185449" y="340258"/>
                  </a:lnTo>
                  <a:lnTo>
                    <a:pt x="185457" y="340036"/>
                  </a:lnTo>
                  <a:lnTo>
                    <a:pt x="185748" y="339679"/>
                  </a:lnTo>
                  <a:lnTo>
                    <a:pt x="185911" y="339487"/>
                  </a:lnTo>
                  <a:lnTo>
                    <a:pt x="186071" y="339313"/>
                  </a:lnTo>
                  <a:lnTo>
                    <a:pt x="186306" y="339090"/>
                  </a:lnTo>
                  <a:lnTo>
                    <a:pt x="186579" y="338090"/>
                  </a:lnTo>
                  <a:lnTo>
                    <a:pt x="186212" y="337841"/>
                  </a:lnTo>
                  <a:lnTo>
                    <a:pt x="186041" y="337942"/>
                  </a:lnTo>
                  <a:lnTo>
                    <a:pt x="185852" y="338045"/>
                  </a:lnTo>
                  <a:lnTo>
                    <a:pt x="185539" y="338105"/>
                  </a:lnTo>
                  <a:lnTo>
                    <a:pt x="185345" y="338130"/>
                  </a:lnTo>
                  <a:lnTo>
                    <a:pt x="185193" y="337816"/>
                  </a:lnTo>
                  <a:lnTo>
                    <a:pt x="184764" y="337558"/>
                  </a:lnTo>
                  <a:lnTo>
                    <a:pt x="184426" y="337078"/>
                  </a:lnTo>
                  <a:lnTo>
                    <a:pt x="184250" y="336982"/>
                  </a:lnTo>
                  <a:lnTo>
                    <a:pt x="183944" y="336968"/>
                  </a:lnTo>
                  <a:lnTo>
                    <a:pt x="183707" y="337554"/>
                  </a:lnTo>
                  <a:lnTo>
                    <a:pt x="182576" y="337595"/>
                  </a:lnTo>
                  <a:lnTo>
                    <a:pt x="181058" y="338321"/>
                  </a:lnTo>
                  <a:lnTo>
                    <a:pt x="180823" y="338341"/>
                  </a:lnTo>
                  <a:lnTo>
                    <a:pt x="180494" y="338468"/>
                  </a:lnTo>
                  <a:lnTo>
                    <a:pt x="180364" y="338460"/>
                  </a:lnTo>
                  <a:lnTo>
                    <a:pt x="180186" y="338394"/>
                  </a:lnTo>
                  <a:lnTo>
                    <a:pt x="179660" y="338127"/>
                  </a:lnTo>
                  <a:lnTo>
                    <a:pt x="179374" y="338239"/>
                  </a:lnTo>
                  <a:lnTo>
                    <a:pt x="179204" y="338238"/>
                  </a:lnTo>
                  <a:lnTo>
                    <a:pt x="178766" y="338030"/>
                  </a:lnTo>
                  <a:lnTo>
                    <a:pt x="178563" y="337873"/>
                  </a:lnTo>
                  <a:lnTo>
                    <a:pt x="178295" y="337724"/>
                  </a:lnTo>
                  <a:lnTo>
                    <a:pt x="178092" y="337646"/>
                  </a:lnTo>
                  <a:lnTo>
                    <a:pt x="177551" y="337461"/>
                  </a:lnTo>
                  <a:lnTo>
                    <a:pt x="177079" y="337347"/>
                  </a:lnTo>
                  <a:lnTo>
                    <a:pt x="176841" y="337150"/>
                  </a:lnTo>
                  <a:lnTo>
                    <a:pt x="176523" y="336882"/>
                  </a:lnTo>
                  <a:lnTo>
                    <a:pt x="176034" y="336649"/>
                  </a:lnTo>
                  <a:lnTo>
                    <a:pt x="175832" y="336446"/>
                  </a:lnTo>
                  <a:lnTo>
                    <a:pt x="175602" y="336325"/>
                  </a:lnTo>
                  <a:lnTo>
                    <a:pt x="175448" y="336332"/>
                  </a:lnTo>
                  <a:lnTo>
                    <a:pt x="175258" y="336393"/>
                  </a:lnTo>
                  <a:lnTo>
                    <a:pt x="174965" y="336242"/>
                  </a:lnTo>
                  <a:lnTo>
                    <a:pt x="175168" y="335849"/>
                  </a:lnTo>
                  <a:lnTo>
                    <a:pt x="175298" y="335564"/>
                  </a:lnTo>
                  <a:lnTo>
                    <a:pt x="175357" y="335416"/>
                  </a:lnTo>
                  <a:lnTo>
                    <a:pt x="175480" y="334611"/>
                  </a:lnTo>
                  <a:lnTo>
                    <a:pt x="175538" y="333814"/>
                  </a:lnTo>
                  <a:lnTo>
                    <a:pt x="175572" y="333633"/>
                  </a:lnTo>
                  <a:lnTo>
                    <a:pt x="175795" y="333533"/>
                  </a:lnTo>
                  <a:lnTo>
                    <a:pt x="175894" y="333384"/>
                  </a:lnTo>
                  <a:lnTo>
                    <a:pt x="175947" y="333220"/>
                  </a:lnTo>
                  <a:lnTo>
                    <a:pt x="176487" y="332598"/>
                  </a:lnTo>
                  <a:lnTo>
                    <a:pt x="176662" y="332239"/>
                  </a:lnTo>
                  <a:lnTo>
                    <a:pt x="176938" y="332109"/>
                  </a:lnTo>
                  <a:lnTo>
                    <a:pt x="177019" y="331938"/>
                  </a:lnTo>
                  <a:lnTo>
                    <a:pt x="177085" y="331677"/>
                  </a:lnTo>
                  <a:lnTo>
                    <a:pt x="177105" y="331475"/>
                  </a:lnTo>
                  <a:lnTo>
                    <a:pt x="177108" y="331316"/>
                  </a:lnTo>
                  <a:lnTo>
                    <a:pt x="176860" y="330653"/>
                  </a:lnTo>
                  <a:lnTo>
                    <a:pt x="176086" y="330420"/>
                  </a:lnTo>
                  <a:lnTo>
                    <a:pt x="175708" y="330202"/>
                  </a:lnTo>
                  <a:lnTo>
                    <a:pt x="175767" y="329961"/>
                  </a:lnTo>
                  <a:lnTo>
                    <a:pt x="175796" y="329587"/>
                  </a:lnTo>
                  <a:lnTo>
                    <a:pt x="175793" y="329401"/>
                  </a:lnTo>
                  <a:lnTo>
                    <a:pt x="175742" y="329252"/>
                  </a:lnTo>
                  <a:lnTo>
                    <a:pt x="175605" y="328966"/>
                  </a:lnTo>
                  <a:lnTo>
                    <a:pt x="175534" y="328817"/>
                  </a:lnTo>
                  <a:lnTo>
                    <a:pt x="175460" y="328474"/>
                  </a:lnTo>
                  <a:lnTo>
                    <a:pt x="175506" y="328228"/>
                  </a:lnTo>
                  <a:lnTo>
                    <a:pt x="175576" y="328100"/>
                  </a:lnTo>
                  <a:lnTo>
                    <a:pt x="175822" y="327730"/>
                  </a:lnTo>
                  <a:lnTo>
                    <a:pt x="175831" y="327600"/>
                  </a:lnTo>
                  <a:lnTo>
                    <a:pt x="175800" y="327334"/>
                  </a:lnTo>
                  <a:lnTo>
                    <a:pt x="175822" y="327144"/>
                  </a:lnTo>
                  <a:lnTo>
                    <a:pt x="175842" y="326737"/>
                  </a:lnTo>
                  <a:lnTo>
                    <a:pt x="175692" y="326447"/>
                  </a:lnTo>
                  <a:lnTo>
                    <a:pt x="175612" y="326207"/>
                  </a:lnTo>
                  <a:lnTo>
                    <a:pt x="175603" y="325897"/>
                  </a:lnTo>
                  <a:lnTo>
                    <a:pt x="175619" y="325606"/>
                  </a:lnTo>
                  <a:lnTo>
                    <a:pt x="175625" y="325233"/>
                  </a:lnTo>
                  <a:lnTo>
                    <a:pt x="175609" y="325046"/>
                  </a:lnTo>
                  <a:lnTo>
                    <a:pt x="175548" y="324827"/>
                  </a:lnTo>
                  <a:lnTo>
                    <a:pt x="175459" y="324667"/>
                  </a:lnTo>
                  <a:lnTo>
                    <a:pt x="175241" y="324455"/>
                  </a:lnTo>
                  <a:lnTo>
                    <a:pt x="174971" y="324300"/>
                  </a:lnTo>
                  <a:lnTo>
                    <a:pt x="174490" y="323995"/>
                  </a:lnTo>
                  <a:lnTo>
                    <a:pt x="174401" y="323725"/>
                  </a:lnTo>
                  <a:lnTo>
                    <a:pt x="174362" y="323311"/>
                  </a:lnTo>
                  <a:lnTo>
                    <a:pt x="174221" y="322572"/>
                  </a:lnTo>
                  <a:lnTo>
                    <a:pt x="174151" y="322269"/>
                  </a:lnTo>
                  <a:lnTo>
                    <a:pt x="174002" y="321983"/>
                  </a:lnTo>
                  <a:lnTo>
                    <a:pt x="173977" y="321644"/>
                  </a:lnTo>
                  <a:lnTo>
                    <a:pt x="174045" y="321385"/>
                  </a:lnTo>
                  <a:lnTo>
                    <a:pt x="173982" y="321085"/>
                  </a:lnTo>
                  <a:lnTo>
                    <a:pt x="173723" y="320530"/>
                  </a:lnTo>
                  <a:lnTo>
                    <a:pt x="173628" y="320206"/>
                  </a:lnTo>
                  <a:lnTo>
                    <a:pt x="173603" y="320058"/>
                  </a:lnTo>
                  <a:lnTo>
                    <a:pt x="173609" y="319882"/>
                  </a:lnTo>
                  <a:lnTo>
                    <a:pt x="173702" y="319523"/>
                  </a:lnTo>
                  <a:lnTo>
                    <a:pt x="173904" y="318979"/>
                  </a:lnTo>
                  <a:lnTo>
                    <a:pt x="173825" y="318580"/>
                  </a:lnTo>
                  <a:lnTo>
                    <a:pt x="173498" y="318387"/>
                  </a:lnTo>
                  <a:lnTo>
                    <a:pt x="173360" y="318364"/>
                  </a:lnTo>
                  <a:lnTo>
                    <a:pt x="173081" y="318327"/>
                  </a:lnTo>
                  <a:lnTo>
                    <a:pt x="172704" y="318118"/>
                  </a:lnTo>
                  <a:lnTo>
                    <a:pt x="172466" y="318561"/>
                  </a:lnTo>
                  <a:lnTo>
                    <a:pt x="172444" y="318795"/>
                  </a:lnTo>
                  <a:lnTo>
                    <a:pt x="172160" y="319144"/>
                  </a:lnTo>
                  <a:lnTo>
                    <a:pt x="172091" y="319484"/>
                  </a:lnTo>
                  <a:lnTo>
                    <a:pt x="172120" y="319974"/>
                  </a:lnTo>
                  <a:lnTo>
                    <a:pt x="171702" y="320566"/>
                  </a:lnTo>
                  <a:lnTo>
                    <a:pt x="171401" y="320905"/>
                  </a:lnTo>
                  <a:lnTo>
                    <a:pt x="171056" y="320938"/>
                  </a:lnTo>
                  <a:lnTo>
                    <a:pt x="170732" y="320748"/>
                  </a:lnTo>
                  <a:lnTo>
                    <a:pt x="170959" y="320374"/>
                  </a:lnTo>
                  <a:lnTo>
                    <a:pt x="170991" y="320070"/>
                  </a:lnTo>
                  <a:lnTo>
                    <a:pt x="170741" y="319878"/>
                  </a:lnTo>
                  <a:lnTo>
                    <a:pt x="169899" y="319536"/>
                  </a:lnTo>
                  <a:lnTo>
                    <a:pt x="169770" y="319253"/>
                  </a:lnTo>
                  <a:lnTo>
                    <a:pt x="169489" y="319008"/>
                  </a:lnTo>
                  <a:lnTo>
                    <a:pt x="169148" y="319121"/>
                  </a:lnTo>
                  <a:lnTo>
                    <a:pt x="168643" y="319332"/>
                  </a:lnTo>
                  <a:lnTo>
                    <a:pt x="168319" y="319514"/>
                  </a:lnTo>
                  <a:lnTo>
                    <a:pt x="167937" y="319820"/>
                  </a:lnTo>
                  <a:lnTo>
                    <a:pt x="167784" y="319841"/>
                  </a:lnTo>
                  <a:lnTo>
                    <a:pt x="167183" y="319653"/>
                  </a:lnTo>
                  <a:lnTo>
                    <a:pt x="167156" y="319436"/>
                  </a:lnTo>
                  <a:lnTo>
                    <a:pt x="167003" y="319235"/>
                  </a:lnTo>
                  <a:lnTo>
                    <a:pt x="166845" y="319104"/>
                  </a:lnTo>
                  <a:lnTo>
                    <a:pt x="166187" y="318768"/>
                  </a:lnTo>
                  <a:lnTo>
                    <a:pt x="165795" y="318681"/>
                  </a:lnTo>
                  <a:lnTo>
                    <a:pt x="165278" y="318550"/>
                  </a:lnTo>
                  <a:lnTo>
                    <a:pt x="165022" y="318469"/>
                  </a:lnTo>
                  <a:lnTo>
                    <a:pt x="164759" y="318371"/>
                  </a:lnTo>
                  <a:lnTo>
                    <a:pt x="164455" y="318621"/>
                  </a:lnTo>
                  <a:lnTo>
                    <a:pt x="164410" y="318806"/>
                  </a:lnTo>
                  <a:lnTo>
                    <a:pt x="164258" y="318998"/>
                  </a:lnTo>
                  <a:lnTo>
                    <a:pt x="164072" y="319162"/>
                  </a:lnTo>
                  <a:lnTo>
                    <a:pt x="163943" y="319242"/>
                  </a:lnTo>
                  <a:lnTo>
                    <a:pt x="163812" y="319360"/>
                  </a:lnTo>
                  <a:lnTo>
                    <a:pt x="163495" y="319907"/>
                  </a:lnTo>
                  <a:lnTo>
                    <a:pt x="163429" y="320103"/>
                  </a:lnTo>
                  <a:lnTo>
                    <a:pt x="163280" y="320149"/>
                  </a:lnTo>
                  <a:lnTo>
                    <a:pt x="162959" y="320499"/>
                  </a:lnTo>
                  <a:lnTo>
                    <a:pt x="162000" y="320602"/>
                  </a:lnTo>
                  <a:lnTo>
                    <a:pt x="161837" y="320619"/>
                  </a:lnTo>
                  <a:lnTo>
                    <a:pt x="161392" y="320673"/>
                  </a:lnTo>
                  <a:lnTo>
                    <a:pt x="161035" y="320666"/>
                  </a:lnTo>
                  <a:lnTo>
                    <a:pt x="160562" y="320648"/>
                  </a:lnTo>
                  <a:lnTo>
                    <a:pt x="160308" y="320629"/>
                  </a:lnTo>
                  <a:lnTo>
                    <a:pt x="159728" y="320519"/>
                  </a:lnTo>
                  <a:lnTo>
                    <a:pt x="159305" y="320903"/>
                  </a:lnTo>
                  <a:lnTo>
                    <a:pt x="159088" y="321317"/>
                  </a:lnTo>
                  <a:lnTo>
                    <a:pt x="158420" y="321888"/>
                  </a:lnTo>
                  <a:lnTo>
                    <a:pt x="158226" y="321854"/>
                  </a:lnTo>
                  <a:lnTo>
                    <a:pt x="157783" y="321756"/>
                  </a:lnTo>
                  <a:lnTo>
                    <a:pt x="157780" y="322443"/>
                  </a:lnTo>
                  <a:lnTo>
                    <a:pt x="157626" y="322760"/>
                  </a:lnTo>
                  <a:lnTo>
                    <a:pt x="157357" y="322795"/>
                  </a:lnTo>
                  <a:lnTo>
                    <a:pt x="157139" y="322973"/>
                  </a:lnTo>
                  <a:lnTo>
                    <a:pt x="157005" y="323593"/>
                  </a:lnTo>
                  <a:lnTo>
                    <a:pt x="156992" y="323819"/>
                  </a:lnTo>
                  <a:lnTo>
                    <a:pt x="156284" y="323761"/>
                  </a:lnTo>
                  <a:lnTo>
                    <a:pt x="155952" y="323695"/>
                  </a:lnTo>
                  <a:lnTo>
                    <a:pt x="155696" y="323337"/>
                  </a:lnTo>
                  <a:lnTo>
                    <a:pt x="155428" y="323169"/>
                  </a:lnTo>
                  <a:lnTo>
                    <a:pt x="154902" y="322465"/>
                  </a:lnTo>
                  <a:lnTo>
                    <a:pt x="155048" y="322205"/>
                  </a:lnTo>
                  <a:lnTo>
                    <a:pt x="155206" y="321856"/>
                  </a:lnTo>
                  <a:lnTo>
                    <a:pt x="155232" y="321428"/>
                  </a:lnTo>
                  <a:lnTo>
                    <a:pt x="155237" y="321097"/>
                  </a:lnTo>
                  <a:lnTo>
                    <a:pt x="155272" y="320701"/>
                  </a:lnTo>
                  <a:lnTo>
                    <a:pt x="155135" y="320656"/>
                  </a:lnTo>
                  <a:lnTo>
                    <a:pt x="154876" y="320485"/>
                  </a:lnTo>
                  <a:lnTo>
                    <a:pt x="154538" y="320279"/>
                  </a:lnTo>
                  <a:lnTo>
                    <a:pt x="154355" y="320237"/>
                  </a:lnTo>
                  <a:lnTo>
                    <a:pt x="154099" y="320199"/>
                  </a:lnTo>
                  <a:lnTo>
                    <a:pt x="153806" y="319900"/>
                  </a:lnTo>
                  <a:lnTo>
                    <a:pt x="153849" y="319514"/>
                  </a:lnTo>
                  <a:lnTo>
                    <a:pt x="154033" y="318300"/>
                  </a:lnTo>
                  <a:lnTo>
                    <a:pt x="154223" y="317847"/>
                  </a:lnTo>
                  <a:lnTo>
                    <a:pt x="154383" y="317255"/>
                  </a:lnTo>
                  <a:lnTo>
                    <a:pt x="154513" y="316876"/>
                  </a:lnTo>
                  <a:lnTo>
                    <a:pt x="154588" y="316675"/>
                  </a:lnTo>
                  <a:lnTo>
                    <a:pt x="154668" y="316457"/>
                  </a:lnTo>
                  <a:lnTo>
                    <a:pt x="154720" y="316317"/>
                  </a:lnTo>
                  <a:lnTo>
                    <a:pt x="154811" y="316031"/>
                  </a:lnTo>
                  <a:lnTo>
                    <a:pt x="154401" y="315858"/>
                  </a:lnTo>
                  <a:lnTo>
                    <a:pt x="154105" y="315650"/>
                  </a:lnTo>
                  <a:lnTo>
                    <a:pt x="153363" y="314973"/>
                  </a:lnTo>
                  <a:lnTo>
                    <a:pt x="153110" y="314472"/>
                  </a:lnTo>
                  <a:lnTo>
                    <a:pt x="153041" y="314121"/>
                  </a:lnTo>
                  <a:lnTo>
                    <a:pt x="152862" y="313727"/>
                  </a:lnTo>
                  <a:lnTo>
                    <a:pt x="152284" y="313609"/>
                  </a:lnTo>
                  <a:lnTo>
                    <a:pt x="152018" y="313881"/>
                  </a:lnTo>
                  <a:lnTo>
                    <a:pt x="151782" y="314011"/>
                  </a:lnTo>
                  <a:lnTo>
                    <a:pt x="151437" y="314177"/>
                  </a:lnTo>
                  <a:lnTo>
                    <a:pt x="151562" y="314497"/>
                  </a:lnTo>
                  <a:lnTo>
                    <a:pt x="151452" y="314790"/>
                  </a:lnTo>
                  <a:lnTo>
                    <a:pt x="151198" y="315393"/>
                  </a:lnTo>
                  <a:lnTo>
                    <a:pt x="150839" y="315126"/>
                  </a:lnTo>
                  <a:lnTo>
                    <a:pt x="150655" y="315489"/>
                  </a:lnTo>
                  <a:lnTo>
                    <a:pt x="150579" y="315695"/>
                  </a:lnTo>
                  <a:lnTo>
                    <a:pt x="150395" y="315892"/>
                  </a:lnTo>
                  <a:lnTo>
                    <a:pt x="150124" y="315871"/>
                  </a:lnTo>
                  <a:lnTo>
                    <a:pt x="149899" y="315853"/>
                  </a:lnTo>
                  <a:lnTo>
                    <a:pt x="149518" y="315773"/>
                  </a:lnTo>
                  <a:lnTo>
                    <a:pt x="149006" y="315537"/>
                  </a:lnTo>
                  <a:lnTo>
                    <a:pt x="148975" y="315309"/>
                  </a:lnTo>
                  <a:lnTo>
                    <a:pt x="148824" y="315023"/>
                  </a:lnTo>
                  <a:lnTo>
                    <a:pt x="148527" y="315077"/>
                  </a:lnTo>
                  <a:lnTo>
                    <a:pt x="148313" y="315152"/>
                  </a:lnTo>
                  <a:lnTo>
                    <a:pt x="148151" y="315115"/>
                  </a:lnTo>
                  <a:lnTo>
                    <a:pt x="147726" y="314778"/>
                  </a:lnTo>
                  <a:lnTo>
                    <a:pt x="147597" y="314649"/>
                  </a:lnTo>
                  <a:lnTo>
                    <a:pt x="146867" y="314963"/>
                  </a:lnTo>
                  <a:lnTo>
                    <a:pt x="146812" y="315530"/>
                  </a:lnTo>
                  <a:lnTo>
                    <a:pt x="146711" y="315659"/>
                  </a:lnTo>
                  <a:lnTo>
                    <a:pt x="146425" y="315806"/>
                  </a:lnTo>
                  <a:lnTo>
                    <a:pt x="146210" y="315604"/>
                  </a:lnTo>
                  <a:lnTo>
                    <a:pt x="146140" y="315438"/>
                  </a:lnTo>
                  <a:lnTo>
                    <a:pt x="146090" y="315219"/>
                  </a:lnTo>
                  <a:lnTo>
                    <a:pt x="146058" y="314974"/>
                  </a:lnTo>
                  <a:lnTo>
                    <a:pt x="146040" y="314793"/>
                  </a:lnTo>
                  <a:lnTo>
                    <a:pt x="146012" y="314578"/>
                  </a:lnTo>
                  <a:lnTo>
                    <a:pt x="145720" y="313965"/>
                  </a:lnTo>
                  <a:lnTo>
                    <a:pt x="145688" y="313709"/>
                  </a:lnTo>
                  <a:lnTo>
                    <a:pt x="145677" y="313313"/>
                  </a:lnTo>
                  <a:lnTo>
                    <a:pt x="145622" y="312992"/>
                  </a:lnTo>
                  <a:lnTo>
                    <a:pt x="145469" y="312540"/>
                  </a:lnTo>
                  <a:lnTo>
                    <a:pt x="144873" y="312569"/>
                  </a:lnTo>
                  <a:lnTo>
                    <a:pt x="144709" y="312938"/>
                  </a:lnTo>
                  <a:lnTo>
                    <a:pt x="144522" y="313179"/>
                  </a:lnTo>
                  <a:lnTo>
                    <a:pt x="143707" y="313565"/>
                  </a:lnTo>
                  <a:lnTo>
                    <a:pt x="143365" y="313645"/>
                  </a:lnTo>
                  <a:lnTo>
                    <a:pt x="143167" y="313844"/>
                  </a:lnTo>
                  <a:lnTo>
                    <a:pt x="142753" y="314215"/>
                  </a:lnTo>
                  <a:lnTo>
                    <a:pt x="142227" y="314554"/>
                  </a:lnTo>
                  <a:lnTo>
                    <a:pt x="141692" y="314646"/>
                  </a:lnTo>
                  <a:lnTo>
                    <a:pt x="141439" y="314065"/>
                  </a:lnTo>
                  <a:lnTo>
                    <a:pt x="141131" y="313529"/>
                  </a:lnTo>
                  <a:lnTo>
                    <a:pt x="140250" y="313505"/>
                  </a:lnTo>
                  <a:lnTo>
                    <a:pt x="139589" y="313774"/>
                  </a:lnTo>
                  <a:lnTo>
                    <a:pt x="139001" y="314144"/>
                  </a:lnTo>
                  <a:lnTo>
                    <a:pt x="139026" y="314515"/>
                  </a:lnTo>
                  <a:lnTo>
                    <a:pt x="139117" y="314710"/>
                  </a:lnTo>
                  <a:lnTo>
                    <a:pt x="139373" y="315007"/>
                  </a:lnTo>
                  <a:lnTo>
                    <a:pt x="139247" y="315604"/>
                  </a:lnTo>
                  <a:lnTo>
                    <a:pt x="139506" y="316237"/>
                  </a:lnTo>
                  <a:lnTo>
                    <a:pt x="139779" y="316208"/>
                  </a:lnTo>
                  <a:lnTo>
                    <a:pt x="139929" y="316721"/>
                  </a:lnTo>
                  <a:lnTo>
                    <a:pt x="139866" y="316868"/>
                  </a:lnTo>
                  <a:lnTo>
                    <a:pt x="139807" y="317003"/>
                  </a:lnTo>
                  <a:lnTo>
                    <a:pt x="139654" y="317485"/>
                  </a:lnTo>
                  <a:lnTo>
                    <a:pt x="139572" y="317672"/>
                  </a:lnTo>
                  <a:lnTo>
                    <a:pt x="138665" y="318140"/>
                  </a:lnTo>
                  <a:lnTo>
                    <a:pt x="138272" y="317961"/>
                  </a:lnTo>
                  <a:lnTo>
                    <a:pt x="137949" y="317649"/>
                  </a:lnTo>
                  <a:lnTo>
                    <a:pt x="137776" y="318219"/>
                  </a:lnTo>
                  <a:lnTo>
                    <a:pt x="137910" y="318574"/>
                  </a:lnTo>
                  <a:lnTo>
                    <a:pt x="138025" y="319057"/>
                  </a:lnTo>
                  <a:lnTo>
                    <a:pt x="138065" y="319221"/>
                  </a:lnTo>
                  <a:lnTo>
                    <a:pt x="138393" y="319550"/>
                  </a:lnTo>
                  <a:lnTo>
                    <a:pt x="138581" y="319563"/>
                  </a:lnTo>
                  <a:lnTo>
                    <a:pt x="138729" y="320068"/>
                  </a:lnTo>
                  <a:lnTo>
                    <a:pt x="138764" y="320392"/>
                  </a:lnTo>
                  <a:lnTo>
                    <a:pt x="138363" y="320751"/>
                  </a:lnTo>
                  <a:lnTo>
                    <a:pt x="138064" y="320968"/>
                  </a:lnTo>
                  <a:lnTo>
                    <a:pt x="137548" y="321731"/>
                  </a:lnTo>
                  <a:lnTo>
                    <a:pt x="137603" y="321910"/>
                  </a:lnTo>
                  <a:lnTo>
                    <a:pt x="137683" y="322157"/>
                  </a:lnTo>
                  <a:lnTo>
                    <a:pt x="137846" y="322412"/>
                  </a:lnTo>
                  <a:lnTo>
                    <a:pt x="138252" y="322408"/>
                  </a:lnTo>
                  <a:lnTo>
                    <a:pt x="138810" y="322461"/>
                  </a:lnTo>
                  <a:lnTo>
                    <a:pt x="138967" y="322694"/>
                  </a:lnTo>
                  <a:lnTo>
                    <a:pt x="139061" y="322833"/>
                  </a:lnTo>
                  <a:lnTo>
                    <a:pt x="139091" y="323336"/>
                  </a:lnTo>
                  <a:lnTo>
                    <a:pt x="139416" y="323892"/>
                  </a:lnTo>
                  <a:lnTo>
                    <a:pt x="139780" y="324074"/>
                  </a:lnTo>
                  <a:lnTo>
                    <a:pt x="140083" y="324159"/>
                  </a:lnTo>
                  <a:lnTo>
                    <a:pt x="140468" y="324202"/>
                  </a:lnTo>
                  <a:lnTo>
                    <a:pt x="140435" y="324538"/>
                  </a:lnTo>
                  <a:lnTo>
                    <a:pt x="140087" y="324948"/>
                  </a:lnTo>
                  <a:lnTo>
                    <a:pt x="139759" y="325367"/>
                  </a:lnTo>
                  <a:lnTo>
                    <a:pt x="139467" y="326024"/>
                  </a:lnTo>
                  <a:lnTo>
                    <a:pt x="139506" y="326337"/>
                  </a:lnTo>
                  <a:lnTo>
                    <a:pt x="139552" y="326670"/>
                  </a:lnTo>
                  <a:lnTo>
                    <a:pt x="139660" y="326965"/>
                  </a:lnTo>
                  <a:lnTo>
                    <a:pt x="139377" y="327096"/>
                  </a:lnTo>
                  <a:lnTo>
                    <a:pt x="138975" y="327274"/>
                  </a:lnTo>
                  <a:lnTo>
                    <a:pt x="138770" y="327602"/>
                  </a:lnTo>
                  <a:lnTo>
                    <a:pt x="138802" y="328155"/>
                  </a:lnTo>
                  <a:lnTo>
                    <a:pt x="138635" y="328416"/>
                  </a:lnTo>
                  <a:lnTo>
                    <a:pt x="138394" y="328566"/>
                  </a:lnTo>
                  <a:lnTo>
                    <a:pt x="138245" y="328675"/>
                  </a:lnTo>
                  <a:lnTo>
                    <a:pt x="138028" y="328798"/>
                  </a:lnTo>
                  <a:lnTo>
                    <a:pt x="137521" y="328884"/>
                  </a:lnTo>
                  <a:lnTo>
                    <a:pt x="137311" y="328780"/>
                  </a:lnTo>
                  <a:lnTo>
                    <a:pt x="136506" y="328936"/>
                  </a:lnTo>
                  <a:lnTo>
                    <a:pt x="136276" y="329047"/>
                  </a:lnTo>
                  <a:lnTo>
                    <a:pt x="136378" y="330427"/>
                  </a:lnTo>
                  <a:lnTo>
                    <a:pt x="136124" y="330509"/>
                  </a:lnTo>
                  <a:lnTo>
                    <a:pt x="135951" y="330528"/>
                  </a:lnTo>
                  <a:lnTo>
                    <a:pt x="135539" y="330571"/>
                  </a:lnTo>
                  <a:lnTo>
                    <a:pt x="134879" y="330788"/>
                  </a:lnTo>
                  <a:lnTo>
                    <a:pt x="134423" y="330869"/>
                  </a:lnTo>
                  <a:lnTo>
                    <a:pt x="133312" y="331212"/>
                  </a:lnTo>
                  <a:lnTo>
                    <a:pt x="133315" y="332096"/>
                  </a:lnTo>
                  <a:lnTo>
                    <a:pt x="133251" y="332411"/>
                  </a:lnTo>
                  <a:lnTo>
                    <a:pt x="133047" y="332596"/>
                  </a:lnTo>
                  <a:lnTo>
                    <a:pt x="132899" y="332552"/>
                  </a:lnTo>
                  <a:lnTo>
                    <a:pt x="132383" y="332260"/>
                  </a:lnTo>
                  <a:lnTo>
                    <a:pt x="131912" y="332052"/>
                  </a:lnTo>
                  <a:lnTo>
                    <a:pt x="131951" y="331587"/>
                  </a:lnTo>
                  <a:lnTo>
                    <a:pt x="131809" y="331201"/>
                  </a:lnTo>
                  <a:lnTo>
                    <a:pt x="131736" y="331027"/>
                  </a:lnTo>
                  <a:lnTo>
                    <a:pt x="131649" y="330623"/>
                  </a:lnTo>
                  <a:lnTo>
                    <a:pt x="131640" y="330295"/>
                  </a:lnTo>
                  <a:lnTo>
                    <a:pt x="131655" y="330103"/>
                  </a:lnTo>
                  <a:lnTo>
                    <a:pt x="131718" y="329955"/>
                  </a:lnTo>
                  <a:lnTo>
                    <a:pt x="132124" y="329666"/>
                  </a:lnTo>
                  <a:lnTo>
                    <a:pt x="132073" y="329309"/>
                  </a:lnTo>
                  <a:lnTo>
                    <a:pt x="131413" y="329254"/>
                  </a:lnTo>
                  <a:lnTo>
                    <a:pt x="130955" y="329215"/>
                  </a:lnTo>
                  <a:lnTo>
                    <a:pt x="131019" y="328826"/>
                  </a:lnTo>
                  <a:lnTo>
                    <a:pt x="131118" y="328444"/>
                  </a:lnTo>
                  <a:lnTo>
                    <a:pt x="131292" y="328151"/>
                  </a:lnTo>
                  <a:lnTo>
                    <a:pt x="131331" y="327900"/>
                  </a:lnTo>
                  <a:lnTo>
                    <a:pt x="131047" y="327431"/>
                  </a:lnTo>
                  <a:lnTo>
                    <a:pt x="130780" y="326981"/>
                  </a:lnTo>
                  <a:lnTo>
                    <a:pt x="130504" y="327064"/>
                  </a:lnTo>
                  <a:lnTo>
                    <a:pt x="130201" y="327308"/>
                  </a:lnTo>
                  <a:lnTo>
                    <a:pt x="129774" y="327316"/>
                  </a:lnTo>
                  <a:lnTo>
                    <a:pt x="129298" y="327564"/>
                  </a:lnTo>
                  <a:lnTo>
                    <a:pt x="129028" y="327413"/>
                  </a:lnTo>
                  <a:lnTo>
                    <a:pt x="128976" y="327151"/>
                  </a:lnTo>
                  <a:lnTo>
                    <a:pt x="128367" y="326976"/>
                  </a:lnTo>
                  <a:lnTo>
                    <a:pt x="128071" y="326924"/>
                  </a:lnTo>
                  <a:lnTo>
                    <a:pt x="127837" y="326886"/>
                  </a:lnTo>
                  <a:lnTo>
                    <a:pt x="127105" y="326983"/>
                  </a:lnTo>
                  <a:lnTo>
                    <a:pt x="127086" y="327181"/>
                  </a:lnTo>
                  <a:lnTo>
                    <a:pt x="126809" y="327759"/>
                  </a:lnTo>
                  <a:lnTo>
                    <a:pt x="126282" y="327997"/>
                  </a:lnTo>
                  <a:lnTo>
                    <a:pt x="126071" y="328007"/>
                  </a:lnTo>
                  <a:lnTo>
                    <a:pt x="125821" y="327858"/>
                  </a:lnTo>
                  <a:lnTo>
                    <a:pt x="126072" y="327456"/>
                  </a:lnTo>
                  <a:lnTo>
                    <a:pt x="126337" y="327133"/>
                  </a:lnTo>
                  <a:lnTo>
                    <a:pt x="126244" y="326919"/>
                  </a:lnTo>
                  <a:lnTo>
                    <a:pt x="126154" y="326709"/>
                  </a:lnTo>
                  <a:lnTo>
                    <a:pt x="125723" y="326770"/>
                  </a:lnTo>
                  <a:lnTo>
                    <a:pt x="125430" y="327205"/>
                  </a:lnTo>
                  <a:lnTo>
                    <a:pt x="125455" y="327740"/>
                  </a:lnTo>
                  <a:lnTo>
                    <a:pt x="125549" y="327911"/>
                  </a:lnTo>
                  <a:lnTo>
                    <a:pt x="124960" y="327993"/>
                  </a:lnTo>
                  <a:lnTo>
                    <a:pt x="124965" y="327665"/>
                  </a:lnTo>
                  <a:lnTo>
                    <a:pt x="124995" y="327331"/>
                  </a:lnTo>
                  <a:lnTo>
                    <a:pt x="124178" y="327144"/>
                  </a:lnTo>
                  <a:lnTo>
                    <a:pt x="124122" y="327373"/>
                  </a:lnTo>
                  <a:lnTo>
                    <a:pt x="124078" y="327602"/>
                  </a:lnTo>
                  <a:lnTo>
                    <a:pt x="124207" y="327861"/>
                  </a:lnTo>
                  <a:lnTo>
                    <a:pt x="124082" y="328295"/>
                  </a:lnTo>
                  <a:lnTo>
                    <a:pt x="123027" y="328564"/>
                  </a:lnTo>
                  <a:lnTo>
                    <a:pt x="122890" y="328700"/>
                  </a:lnTo>
                  <a:lnTo>
                    <a:pt x="122910" y="328874"/>
                  </a:lnTo>
                  <a:lnTo>
                    <a:pt x="123046" y="329368"/>
                  </a:lnTo>
                  <a:lnTo>
                    <a:pt x="123114" y="329598"/>
                  </a:lnTo>
                  <a:lnTo>
                    <a:pt x="122893" y="330064"/>
                  </a:lnTo>
                  <a:lnTo>
                    <a:pt x="122784" y="330332"/>
                  </a:lnTo>
                  <a:lnTo>
                    <a:pt x="122786" y="330534"/>
                  </a:lnTo>
                  <a:lnTo>
                    <a:pt x="122802" y="330717"/>
                  </a:lnTo>
                  <a:lnTo>
                    <a:pt x="122894" y="330956"/>
                  </a:lnTo>
                  <a:lnTo>
                    <a:pt x="123078" y="331279"/>
                  </a:lnTo>
                  <a:lnTo>
                    <a:pt x="123121" y="331546"/>
                  </a:lnTo>
                  <a:lnTo>
                    <a:pt x="123115" y="331684"/>
                  </a:lnTo>
                  <a:lnTo>
                    <a:pt x="123125" y="331857"/>
                  </a:lnTo>
                  <a:lnTo>
                    <a:pt x="123246" y="332145"/>
                  </a:lnTo>
                  <a:lnTo>
                    <a:pt x="122073" y="332249"/>
                  </a:lnTo>
                  <a:lnTo>
                    <a:pt x="121616" y="332353"/>
                  </a:lnTo>
                  <a:lnTo>
                    <a:pt x="121425" y="331768"/>
                  </a:lnTo>
                  <a:lnTo>
                    <a:pt x="121192" y="331534"/>
                  </a:lnTo>
                  <a:lnTo>
                    <a:pt x="121146" y="331313"/>
                  </a:lnTo>
                  <a:lnTo>
                    <a:pt x="121057" y="330976"/>
                  </a:lnTo>
                  <a:lnTo>
                    <a:pt x="120550" y="330495"/>
                  </a:lnTo>
                  <a:lnTo>
                    <a:pt x="120255" y="330770"/>
                  </a:lnTo>
                  <a:lnTo>
                    <a:pt x="119966" y="330898"/>
                  </a:lnTo>
                  <a:lnTo>
                    <a:pt x="119693" y="330970"/>
                  </a:lnTo>
                  <a:lnTo>
                    <a:pt x="119301" y="330965"/>
                  </a:lnTo>
                  <a:lnTo>
                    <a:pt x="119129" y="331109"/>
                  </a:lnTo>
                  <a:lnTo>
                    <a:pt x="118647" y="331762"/>
                  </a:lnTo>
                  <a:lnTo>
                    <a:pt x="118462" y="331912"/>
                  </a:lnTo>
                  <a:lnTo>
                    <a:pt x="118035" y="331636"/>
                  </a:lnTo>
                  <a:lnTo>
                    <a:pt x="117423" y="331747"/>
                  </a:lnTo>
                  <a:lnTo>
                    <a:pt x="117048" y="332189"/>
                  </a:lnTo>
                  <a:lnTo>
                    <a:pt x="116836" y="332632"/>
                  </a:lnTo>
                  <a:lnTo>
                    <a:pt x="116689" y="333021"/>
                  </a:lnTo>
                  <a:lnTo>
                    <a:pt x="116883" y="333675"/>
                  </a:lnTo>
                  <a:lnTo>
                    <a:pt x="117011" y="333834"/>
                  </a:lnTo>
                  <a:lnTo>
                    <a:pt x="117246" y="333935"/>
                  </a:lnTo>
                  <a:lnTo>
                    <a:pt x="117685" y="334046"/>
                  </a:lnTo>
                  <a:lnTo>
                    <a:pt x="117922" y="334245"/>
                  </a:lnTo>
                  <a:lnTo>
                    <a:pt x="118016" y="334433"/>
                  </a:lnTo>
                  <a:lnTo>
                    <a:pt x="117857" y="335355"/>
                  </a:lnTo>
                  <a:lnTo>
                    <a:pt x="118079" y="335673"/>
                  </a:lnTo>
                  <a:lnTo>
                    <a:pt x="118740" y="335486"/>
                  </a:lnTo>
                  <a:lnTo>
                    <a:pt x="119117" y="335595"/>
                  </a:lnTo>
                  <a:lnTo>
                    <a:pt x="119089" y="335735"/>
                  </a:lnTo>
                  <a:lnTo>
                    <a:pt x="118716" y="336662"/>
                  </a:lnTo>
                  <a:lnTo>
                    <a:pt x="118437" y="337130"/>
                  </a:lnTo>
                  <a:lnTo>
                    <a:pt x="118516" y="337643"/>
                  </a:lnTo>
                  <a:lnTo>
                    <a:pt x="118438" y="338142"/>
                  </a:lnTo>
                  <a:lnTo>
                    <a:pt x="118397" y="338371"/>
                  </a:lnTo>
                  <a:lnTo>
                    <a:pt x="118038" y="338659"/>
                  </a:lnTo>
                  <a:lnTo>
                    <a:pt x="117755" y="338664"/>
                  </a:lnTo>
                  <a:lnTo>
                    <a:pt x="117382" y="338663"/>
                  </a:lnTo>
                  <a:lnTo>
                    <a:pt x="117185" y="338645"/>
                  </a:lnTo>
                  <a:lnTo>
                    <a:pt x="116862" y="338855"/>
                  </a:lnTo>
                  <a:lnTo>
                    <a:pt x="117054" y="339141"/>
                  </a:lnTo>
                  <a:lnTo>
                    <a:pt x="117008" y="339332"/>
                  </a:lnTo>
                  <a:lnTo>
                    <a:pt x="116817" y="339722"/>
                  </a:lnTo>
                  <a:lnTo>
                    <a:pt x="116465" y="339857"/>
                  </a:lnTo>
                  <a:lnTo>
                    <a:pt x="116258" y="340174"/>
                  </a:lnTo>
                  <a:lnTo>
                    <a:pt x="116086" y="340130"/>
                  </a:lnTo>
                  <a:lnTo>
                    <a:pt x="115707" y="339733"/>
                  </a:lnTo>
                  <a:lnTo>
                    <a:pt x="115577" y="339438"/>
                  </a:lnTo>
                  <a:lnTo>
                    <a:pt x="115487" y="339030"/>
                  </a:lnTo>
                  <a:lnTo>
                    <a:pt x="115400" y="338803"/>
                  </a:lnTo>
                  <a:lnTo>
                    <a:pt x="115114" y="338575"/>
                  </a:lnTo>
                  <a:lnTo>
                    <a:pt x="114967" y="338771"/>
                  </a:lnTo>
                  <a:lnTo>
                    <a:pt x="114618" y="339044"/>
                  </a:lnTo>
                  <a:lnTo>
                    <a:pt x="114408" y="339074"/>
                  </a:lnTo>
                  <a:lnTo>
                    <a:pt x="114144" y="339223"/>
                  </a:lnTo>
                  <a:lnTo>
                    <a:pt x="114134" y="339467"/>
                  </a:lnTo>
                  <a:lnTo>
                    <a:pt x="114268" y="340266"/>
                  </a:lnTo>
                  <a:lnTo>
                    <a:pt x="114399" y="340414"/>
                  </a:lnTo>
                  <a:lnTo>
                    <a:pt x="115014" y="341293"/>
                  </a:lnTo>
                  <a:lnTo>
                    <a:pt x="114525" y="341404"/>
                  </a:lnTo>
                  <a:lnTo>
                    <a:pt x="114131" y="341493"/>
                  </a:lnTo>
                  <a:lnTo>
                    <a:pt x="113403" y="341658"/>
                  </a:lnTo>
                  <a:lnTo>
                    <a:pt x="113163" y="341974"/>
                  </a:lnTo>
                  <a:lnTo>
                    <a:pt x="113023" y="342206"/>
                  </a:lnTo>
                  <a:lnTo>
                    <a:pt x="112863" y="342963"/>
                  </a:lnTo>
                  <a:lnTo>
                    <a:pt x="112918" y="343199"/>
                  </a:lnTo>
                  <a:lnTo>
                    <a:pt x="113353" y="343877"/>
                  </a:lnTo>
                  <a:lnTo>
                    <a:pt x="113563" y="344158"/>
                  </a:lnTo>
                  <a:lnTo>
                    <a:pt x="113666" y="344453"/>
                  </a:lnTo>
                  <a:lnTo>
                    <a:pt x="113696" y="344663"/>
                  </a:lnTo>
                  <a:lnTo>
                    <a:pt x="113708" y="344795"/>
                  </a:lnTo>
                  <a:lnTo>
                    <a:pt x="113544" y="345511"/>
                  </a:lnTo>
                  <a:lnTo>
                    <a:pt x="113104" y="345740"/>
                  </a:lnTo>
                  <a:lnTo>
                    <a:pt x="112805" y="345988"/>
                  </a:lnTo>
                  <a:lnTo>
                    <a:pt x="112272" y="346203"/>
                  </a:lnTo>
                  <a:lnTo>
                    <a:pt x="112073" y="346009"/>
                  </a:lnTo>
                  <a:lnTo>
                    <a:pt x="111934" y="345931"/>
                  </a:lnTo>
                  <a:lnTo>
                    <a:pt x="111623" y="345756"/>
                  </a:lnTo>
                  <a:lnTo>
                    <a:pt x="111742" y="345437"/>
                  </a:lnTo>
                  <a:lnTo>
                    <a:pt x="111806" y="345056"/>
                  </a:lnTo>
                  <a:lnTo>
                    <a:pt x="111477" y="344669"/>
                  </a:lnTo>
                  <a:lnTo>
                    <a:pt x="111287" y="344797"/>
                  </a:lnTo>
                  <a:lnTo>
                    <a:pt x="110930" y="344839"/>
                  </a:lnTo>
                  <a:lnTo>
                    <a:pt x="110646" y="344622"/>
                  </a:lnTo>
                  <a:lnTo>
                    <a:pt x="110567" y="344316"/>
                  </a:lnTo>
                  <a:lnTo>
                    <a:pt x="110227" y="344771"/>
                  </a:lnTo>
                  <a:lnTo>
                    <a:pt x="109885" y="344929"/>
                  </a:lnTo>
                  <a:lnTo>
                    <a:pt x="109491" y="344748"/>
                  </a:lnTo>
                  <a:lnTo>
                    <a:pt x="109356" y="344537"/>
                  </a:lnTo>
                  <a:lnTo>
                    <a:pt x="109337" y="343848"/>
                  </a:lnTo>
                  <a:lnTo>
                    <a:pt x="108957" y="343858"/>
                  </a:lnTo>
                  <a:lnTo>
                    <a:pt x="108583" y="343985"/>
                  </a:lnTo>
                  <a:lnTo>
                    <a:pt x="108231" y="343795"/>
                  </a:lnTo>
                  <a:lnTo>
                    <a:pt x="107803" y="343455"/>
                  </a:lnTo>
                  <a:lnTo>
                    <a:pt x="107587" y="343784"/>
                  </a:lnTo>
                  <a:lnTo>
                    <a:pt x="107775" y="344140"/>
                  </a:lnTo>
                  <a:lnTo>
                    <a:pt x="107383" y="344480"/>
                  </a:lnTo>
                  <a:lnTo>
                    <a:pt x="107178" y="344562"/>
                  </a:lnTo>
                  <a:lnTo>
                    <a:pt x="107028" y="344652"/>
                  </a:lnTo>
                  <a:lnTo>
                    <a:pt x="106709" y="344521"/>
                  </a:lnTo>
                  <a:lnTo>
                    <a:pt x="106621" y="344092"/>
                  </a:lnTo>
                  <a:lnTo>
                    <a:pt x="106550" y="343561"/>
                  </a:lnTo>
                  <a:lnTo>
                    <a:pt x="106550" y="343362"/>
                  </a:lnTo>
                  <a:lnTo>
                    <a:pt x="106898" y="343009"/>
                  </a:lnTo>
                  <a:lnTo>
                    <a:pt x="107076" y="343018"/>
                  </a:lnTo>
                  <a:lnTo>
                    <a:pt x="107380" y="343019"/>
                  </a:lnTo>
                  <a:lnTo>
                    <a:pt x="107667" y="342835"/>
                  </a:lnTo>
                  <a:lnTo>
                    <a:pt x="107923" y="342520"/>
                  </a:lnTo>
                  <a:lnTo>
                    <a:pt x="108165" y="342251"/>
                  </a:lnTo>
                  <a:lnTo>
                    <a:pt x="108708" y="341800"/>
                  </a:lnTo>
                  <a:lnTo>
                    <a:pt x="108716" y="341660"/>
                  </a:lnTo>
                  <a:lnTo>
                    <a:pt x="108719" y="341300"/>
                  </a:lnTo>
                  <a:lnTo>
                    <a:pt x="108717" y="341106"/>
                  </a:lnTo>
                  <a:lnTo>
                    <a:pt x="108582" y="340516"/>
                  </a:lnTo>
                  <a:lnTo>
                    <a:pt x="108320" y="340100"/>
                  </a:lnTo>
                  <a:lnTo>
                    <a:pt x="108304" y="339966"/>
                  </a:lnTo>
                  <a:lnTo>
                    <a:pt x="108409" y="339666"/>
                  </a:lnTo>
                  <a:lnTo>
                    <a:pt x="108710" y="339264"/>
                  </a:lnTo>
                  <a:lnTo>
                    <a:pt x="109272" y="339426"/>
                  </a:lnTo>
                  <a:lnTo>
                    <a:pt x="109481" y="339098"/>
                  </a:lnTo>
                  <a:lnTo>
                    <a:pt x="109489" y="338522"/>
                  </a:lnTo>
                  <a:lnTo>
                    <a:pt x="109226" y="338230"/>
                  </a:lnTo>
                  <a:lnTo>
                    <a:pt x="108969" y="338057"/>
                  </a:lnTo>
                  <a:lnTo>
                    <a:pt x="108775" y="337760"/>
                  </a:lnTo>
                  <a:lnTo>
                    <a:pt x="108900" y="337624"/>
                  </a:lnTo>
                  <a:lnTo>
                    <a:pt x="109445" y="337787"/>
                  </a:lnTo>
                  <a:lnTo>
                    <a:pt x="110059" y="337417"/>
                  </a:lnTo>
                  <a:lnTo>
                    <a:pt x="109612" y="336883"/>
                  </a:lnTo>
                  <a:lnTo>
                    <a:pt x="109088" y="336992"/>
                  </a:lnTo>
                  <a:lnTo>
                    <a:pt x="108827" y="336769"/>
                  </a:lnTo>
                  <a:lnTo>
                    <a:pt x="108683" y="335966"/>
                  </a:lnTo>
                  <a:lnTo>
                    <a:pt x="108519" y="335760"/>
                  </a:lnTo>
                  <a:lnTo>
                    <a:pt x="107823" y="335547"/>
                  </a:lnTo>
                  <a:lnTo>
                    <a:pt x="107522" y="335370"/>
                  </a:lnTo>
                  <a:lnTo>
                    <a:pt x="107043" y="335073"/>
                  </a:lnTo>
                  <a:lnTo>
                    <a:pt x="106560" y="334195"/>
                  </a:lnTo>
                  <a:lnTo>
                    <a:pt x="106527" y="333765"/>
                  </a:lnTo>
                  <a:lnTo>
                    <a:pt x="106677" y="333531"/>
                  </a:lnTo>
                  <a:lnTo>
                    <a:pt x="106709" y="333195"/>
                  </a:lnTo>
                  <a:lnTo>
                    <a:pt x="106491" y="332578"/>
                  </a:lnTo>
                  <a:lnTo>
                    <a:pt x="105907" y="332288"/>
                  </a:lnTo>
                  <a:lnTo>
                    <a:pt x="105561" y="332185"/>
                  </a:lnTo>
                  <a:lnTo>
                    <a:pt x="105122" y="331705"/>
                  </a:lnTo>
                  <a:lnTo>
                    <a:pt x="105091" y="331319"/>
                  </a:lnTo>
                  <a:lnTo>
                    <a:pt x="104774" y="331117"/>
                  </a:lnTo>
                  <a:lnTo>
                    <a:pt x="104389" y="330928"/>
                  </a:lnTo>
                  <a:lnTo>
                    <a:pt x="103867" y="330551"/>
                  </a:lnTo>
                  <a:lnTo>
                    <a:pt x="103317" y="329744"/>
                  </a:lnTo>
                  <a:lnTo>
                    <a:pt x="103188" y="329392"/>
                  </a:lnTo>
                  <a:lnTo>
                    <a:pt x="103013" y="329430"/>
                  </a:lnTo>
                  <a:lnTo>
                    <a:pt x="102741" y="329540"/>
                  </a:lnTo>
                  <a:lnTo>
                    <a:pt x="102951" y="329840"/>
                  </a:lnTo>
                  <a:lnTo>
                    <a:pt x="102553" y="330124"/>
                  </a:lnTo>
                  <a:lnTo>
                    <a:pt x="102299" y="330279"/>
                  </a:lnTo>
                  <a:lnTo>
                    <a:pt x="102478" y="330618"/>
                  </a:lnTo>
                  <a:lnTo>
                    <a:pt x="102728" y="330663"/>
                  </a:lnTo>
                  <a:lnTo>
                    <a:pt x="102644" y="331176"/>
                  </a:lnTo>
                  <a:lnTo>
                    <a:pt x="102507" y="331159"/>
                  </a:lnTo>
                  <a:lnTo>
                    <a:pt x="102376" y="331213"/>
                  </a:lnTo>
                  <a:lnTo>
                    <a:pt x="102455" y="331640"/>
                  </a:lnTo>
                  <a:lnTo>
                    <a:pt x="102479" y="331862"/>
                  </a:lnTo>
                  <a:lnTo>
                    <a:pt x="102741" y="332395"/>
                  </a:lnTo>
                  <a:lnTo>
                    <a:pt x="103015" y="332797"/>
                  </a:lnTo>
                  <a:lnTo>
                    <a:pt x="103401" y="333126"/>
                  </a:lnTo>
                  <a:lnTo>
                    <a:pt x="103789" y="333377"/>
                  </a:lnTo>
                  <a:lnTo>
                    <a:pt x="103984" y="333718"/>
                  </a:lnTo>
                  <a:lnTo>
                    <a:pt x="104166" y="334035"/>
                  </a:lnTo>
                  <a:lnTo>
                    <a:pt x="104204" y="334281"/>
                  </a:lnTo>
                  <a:lnTo>
                    <a:pt x="104192" y="334517"/>
                  </a:lnTo>
                  <a:lnTo>
                    <a:pt x="104413" y="334601"/>
                  </a:lnTo>
                  <a:lnTo>
                    <a:pt x="104795" y="335639"/>
                  </a:lnTo>
                  <a:lnTo>
                    <a:pt x="105092" y="336020"/>
                  </a:lnTo>
                  <a:lnTo>
                    <a:pt x="105322" y="336466"/>
                  </a:lnTo>
                  <a:lnTo>
                    <a:pt x="104964" y="336919"/>
                  </a:lnTo>
                  <a:lnTo>
                    <a:pt x="104638" y="337098"/>
                  </a:lnTo>
                  <a:lnTo>
                    <a:pt x="104353" y="337030"/>
                  </a:lnTo>
                  <a:lnTo>
                    <a:pt x="104495" y="337730"/>
                  </a:lnTo>
                  <a:lnTo>
                    <a:pt x="104485" y="338138"/>
                  </a:lnTo>
                  <a:lnTo>
                    <a:pt x="104310" y="338570"/>
                  </a:lnTo>
                  <a:lnTo>
                    <a:pt x="104029" y="339007"/>
                  </a:lnTo>
                  <a:lnTo>
                    <a:pt x="103981" y="339411"/>
                  </a:lnTo>
                  <a:lnTo>
                    <a:pt x="104028" y="339659"/>
                  </a:lnTo>
                  <a:lnTo>
                    <a:pt x="104722" y="340645"/>
                  </a:lnTo>
                  <a:lnTo>
                    <a:pt x="105168" y="340839"/>
                  </a:lnTo>
                  <a:lnTo>
                    <a:pt x="104757" y="341221"/>
                  </a:lnTo>
                  <a:lnTo>
                    <a:pt x="104364" y="340877"/>
                  </a:lnTo>
                  <a:lnTo>
                    <a:pt x="104337" y="340716"/>
                  </a:lnTo>
                  <a:lnTo>
                    <a:pt x="104282" y="340535"/>
                  </a:lnTo>
                  <a:lnTo>
                    <a:pt x="103713" y="340164"/>
                  </a:lnTo>
                  <a:lnTo>
                    <a:pt x="103527" y="340007"/>
                  </a:lnTo>
                  <a:lnTo>
                    <a:pt x="103245" y="339700"/>
                  </a:lnTo>
                  <a:lnTo>
                    <a:pt x="103069" y="340497"/>
                  </a:lnTo>
                  <a:lnTo>
                    <a:pt x="103249" y="340622"/>
                  </a:lnTo>
                  <a:lnTo>
                    <a:pt x="103445" y="340848"/>
                  </a:lnTo>
                  <a:lnTo>
                    <a:pt x="103654" y="341160"/>
                  </a:lnTo>
                  <a:lnTo>
                    <a:pt x="103707" y="341461"/>
                  </a:lnTo>
                  <a:lnTo>
                    <a:pt x="104142" y="341811"/>
                  </a:lnTo>
                  <a:lnTo>
                    <a:pt x="104445" y="342125"/>
                  </a:lnTo>
                  <a:lnTo>
                    <a:pt x="103945" y="342374"/>
                  </a:lnTo>
                  <a:lnTo>
                    <a:pt x="103371" y="342723"/>
                  </a:lnTo>
                  <a:lnTo>
                    <a:pt x="103172" y="342647"/>
                  </a:lnTo>
                  <a:lnTo>
                    <a:pt x="103014" y="342567"/>
                  </a:lnTo>
                  <a:lnTo>
                    <a:pt x="102946" y="342229"/>
                  </a:lnTo>
                  <a:lnTo>
                    <a:pt x="101931" y="341447"/>
                  </a:lnTo>
                  <a:lnTo>
                    <a:pt x="101581" y="341566"/>
                  </a:lnTo>
                  <a:lnTo>
                    <a:pt x="100982" y="341271"/>
                  </a:lnTo>
                  <a:lnTo>
                    <a:pt x="100601" y="341051"/>
                  </a:lnTo>
                  <a:lnTo>
                    <a:pt x="100219" y="340959"/>
                  </a:lnTo>
                  <a:lnTo>
                    <a:pt x="99931" y="341693"/>
                  </a:lnTo>
                  <a:lnTo>
                    <a:pt x="99861" y="341984"/>
                  </a:lnTo>
                  <a:lnTo>
                    <a:pt x="99790" y="342275"/>
                  </a:lnTo>
                  <a:lnTo>
                    <a:pt x="99538" y="342689"/>
                  </a:lnTo>
                  <a:lnTo>
                    <a:pt x="99431" y="342834"/>
                  </a:lnTo>
                  <a:lnTo>
                    <a:pt x="99303" y="342908"/>
                  </a:lnTo>
                  <a:lnTo>
                    <a:pt x="99065" y="342982"/>
                  </a:lnTo>
                  <a:lnTo>
                    <a:pt x="98856" y="342645"/>
                  </a:lnTo>
                  <a:lnTo>
                    <a:pt x="98712" y="342426"/>
                  </a:lnTo>
                  <a:lnTo>
                    <a:pt x="98284" y="342441"/>
                  </a:lnTo>
                  <a:lnTo>
                    <a:pt x="98050" y="342607"/>
                  </a:lnTo>
                  <a:lnTo>
                    <a:pt x="97986" y="342401"/>
                  </a:lnTo>
                  <a:lnTo>
                    <a:pt x="97951" y="342242"/>
                  </a:lnTo>
                  <a:lnTo>
                    <a:pt x="97754" y="341714"/>
                  </a:lnTo>
                  <a:lnTo>
                    <a:pt x="97971" y="341510"/>
                  </a:lnTo>
                  <a:lnTo>
                    <a:pt x="98250" y="341162"/>
                  </a:lnTo>
                  <a:lnTo>
                    <a:pt x="98385" y="340372"/>
                  </a:lnTo>
                  <a:lnTo>
                    <a:pt x="98069" y="339734"/>
                  </a:lnTo>
                  <a:lnTo>
                    <a:pt x="97839" y="339581"/>
                  </a:lnTo>
                  <a:lnTo>
                    <a:pt x="97672" y="339440"/>
                  </a:lnTo>
                  <a:lnTo>
                    <a:pt x="97430" y="338974"/>
                  </a:lnTo>
                  <a:lnTo>
                    <a:pt x="97561" y="338603"/>
                  </a:lnTo>
                  <a:lnTo>
                    <a:pt x="97648" y="338196"/>
                  </a:lnTo>
                  <a:lnTo>
                    <a:pt x="97186" y="338005"/>
                  </a:lnTo>
                  <a:lnTo>
                    <a:pt x="96748" y="337705"/>
                  </a:lnTo>
                  <a:lnTo>
                    <a:pt x="96730" y="337501"/>
                  </a:lnTo>
                  <a:lnTo>
                    <a:pt x="96769" y="337335"/>
                  </a:lnTo>
                  <a:lnTo>
                    <a:pt x="97010" y="336625"/>
                  </a:lnTo>
                  <a:lnTo>
                    <a:pt x="96767" y="336391"/>
                  </a:lnTo>
                  <a:lnTo>
                    <a:pt x="96691" y="335519"/>
                  </a:lnTo>
                  <a:lnTo>
                    <a:pt x="96700" y="335155"/>
                  </a:lnTo>
                  <a:lnTo>
                    <a:pt x="96673" y="334821"/>
                  </a:lnTo>
                  <a:lnTo>
                    <a:pt x="96405" y="334689"/>
                  </a:lnTo>
                  <a:lnTo>
                    <a:pt x="96173" y="334652"/>
                  </a:lnTo>
                  <a:lnTo>
                    <a:pt x="96186" y="334314"/>
                  </a:lnTo>
                  <a:lnTo>
                    <a:pt x="96001" y="333942"/>
                  </a:lnTo>
                  <a:lnTo>
                    <a:pt x="95904" y="333775"/>
                  </a:lnTo>
                  <a:lnTo>
                    <a:pt x="95752" y="333693"/>
                  </a:lnTo>
                  <a:lnTo>
                    <a:pt x="95455" y="333482"/>
                  </a:lnTo>
                  <a:lnTo>
                    <a:pt x="95401" y="332951"/>
                  </a:lnTo>
                  <a:lnTo>
                    <a:pt x="95435" y="332631"/>
                  </a:lnTo>
                  <a:lnTo>
                    <a:pt x="95695" y="332361"/>
                  </a:lnTo>
                  <a:lnTo>
                    <a:pt x="95710" y="332141"/>
                  </a:lnTo>
                  <a:lnTo>
                    <a:pt x="94602" y="331472"/>
                  </a:lnTo>
                  <a:lnTo>
                    <a:pt x="94521" y="331164"/>
                  </a:lnTo>
                  <a:lnTo>
                    <a:pt x="94504" y="330857"/>
                  </a:lnTo>
                  <a:lnTo>
                    <a:pt x="94493" y="330655"/>
                  </a:lnTo>
                  <a:lnTo>
                    <a:pt x="94605" y="330347"/>
                  </a:lnTo>
                  <a:lnTo>
                    <a:pt x="94836" y="330159"/>
                  </a:lnTo>
                  <a:lnTo>
                    <a:pt x="94716" y="329661"/>
                  </a:lnTo>
                  <a:lnTo>
                    <a:pt x="94801" y="329132"/>
                  </a:lnTo>
                  <a:lnTo>
                    <a:pt x="94977" y="329049"/>
                  </a:lnTo>
                  <a:lnTo>
                    <a:pt x="94988" y="328713"/>
                  </a:lnTo>
                  <a:lnTo>
                    <a:pt x="94885" y="328509"/>
                  </a:lnTo>
                  <a:lnTo>
                    <a:pt x="94757" y="328064"/>
                  </a:lnTo>
                  <a:lnTo>
                    <a:pt x="94288" y="327864"/>
                  </a:lnTo>
                  <a:lnTo>
                    <a:pt x="93971" y="327617"/>
                  </a:lnTo>
                  <a:lnTo>
                    <a:pt x="93818" y="327334"/>
                  </a:lnTo>
                  <a:lnTo>
                    <a:pt x="93681" y="326923"/>
                  </a:lnTo>
                  <a:lnTo>
                    <a:pt x="93096" y="326725"/>
                  </a:lnTo>
                  <a:lnTo>
                    <a:pt x="92855" y="326374"/>
                  </a:lnTo>
                  <a:lnTo>
                    <a:pt x="92342" y="326153"/>
                  </a:lnTo>
                  <a:lnTo>
                    <a:pt x="92016" y="325873"/>
                  </a:lnTo>
                  <a:lnTo>
                    <a:pt x="91875" y="325773"/>
                  </a:lnTo>
                  <a:lnTo>
                    <a:pt x="91623" y="325795"/>
                  </a:lnTo>
                  <a:lnTo>
                    <a:pt x="91463" y="326014"/>
                  </a:lnTo>
                  <a:lnTo>
                    <a:pt x="91222" y="326145"/>
                  </a:lnTo>
                  <a:lnTo>
                    <a:pt x="90288" y="326345"/>
                  </a:lnTo>
                  <a:lnTo>
                    <a:pt x="90102" y="326302"/>
                  </a:lnTo>
                  <a:lnTo>
                    <a:pt x="89704" y="326369"/>
                  </a:lnTo>
                  <a:lnTo>
                    <a:pt x="89142" y="326581"/>
                  </a:lnTo>
                  <a:lnTo>
                    <a:pt x="88916" y="326625"/>
                  </a:lnTo>
                  <a:lnTo>
                    <a:pt x="88495" y="326516"/>
                  </a:lnTo>
                  <a:lnTo>
                    <a:pt x="88268" y="326335"/>
                  </a:lnTo>
                  <a:lnTo>
                    <a:pt x="87744" y="325630"/>
                  </a:lnTo>
                  <a:lnTo>
                    <a:pt x="87604" y="325654"/>
                  </a:lnTo>
                  <a:lnTo>
                    <a:pt x="87221" y="325862"/>
                  </a:lnTo>
                  <a:lnTo>
                    <a:pt x="87201" y="326063"/>
                  </a:lnTo>
                  <a:lnTo>
                    <a:pt x="86944" y="326221"/>
                  </a:lnTo>
                  <a:lnTo>
                    <a:pt x="86797" y="326254"/>
                  </a:lnTo>
                  <a:lnTo>
                    <a:pt x="86376" y="325955"/>
                  </a:lnTo>
                  <a:lnTo>
                    <a:pt x="86454" y="325730"/>
                  </a:lnTo>
                  <a:lnTo>
                    <a:pt x="86551" y="325511"/>
                  </a:lnTo>
                  <a:lnTo>
                    <a:pt x="86654" y="325314"/>
                  </a:lnTo>
                  <a:lnTo>
                    <a:pt x="86420" y="324933"/>
                  </a:lnTo>
                  <a:lnTo>
                    <a:pt x="86783" y="324523"/>
                  </a:lnTo>
                  <a:lnTo>
                    <a:pt x="86413" y="324082"/>
                  </a:lnTo>
                  <a:lnTo>
                    <a:pt x="86146" y="324162"/>
                  </a:lnTo>
                  <a:lnTo>
                    <a:pt x="85939" y="324395"/>
                  </a:lnTo>
                  <a:lnTo>
                    <a:pt x="85523" y="324116"/>
                  </a:lnTo>
                  <a:lnTo>
                    <a:pt x="85257" y="323764"/>
                  </a:lnTo>
                  <a:lnTo>
                    <a:pt x="84985" y="323279"/>
                  </a:lnTo>
                  <a:lnTo>
                    <a:pt x="84790" y="323169"/>
                  </a:lnTo>
                  <a:lnTo>
                    <a:pt x="84248" y="323031"/>
                  </a:lnTo>
                  <a:lnTo>
                    <a:pt x="84051" y="323161"/>
                  </a:lnTo>
                  <a:lnTo>
                    <a:pt x="83953" y="323388"/>
                  </a:lnTo>
                  <a:lnTo>
                    <a:pt x="84176" y="323404"/>
                  </a:lnTo>
                  <a:lnTo>
                    <a:pt x="84473" y="323803"/>
                  </a:lnTo>
                  <a:lnTo>
                    <a:pt x="84275" y="323822"/>
                  </a:lnTo>
                  <a:lnTo>
                    <a:pt x="84063" y="323842"/>
                  </a:lnTo>
                  <a:lnTo>
                    <a:pt x="83716" y="323564"/>
                  </a:lnTo>
                  <a:lnTo>
                    <a:pt x="83506" y="323951"/>
                  </a:lnTo>
                  <a:lnTo>
                    <a:pt x="83402" y="324121"/>
                  </a:lnTo>
                  <a:lnTo>
                    <a:pt x="83067" y="324527"/>
                  </a:lnTo>
                  <a:lnTo>
                    <a:pt x="82577" y="324878"/>
                  </a:lnTo>
                  <a:lnTo>
                    <a:pt x="82127" y="325019"/>
                  </a:lnTo>
                  <a:lnTo>
                    <a:pt x="81946" y="325108"/>
                  </a:lnTo>
                  <a:lnTo>
                    <a:pt x="81711" y="326160"/>
                  </a:lnTo>
                  <a:lnTo>
                    <a:pt x="81487" y="326559"/>
                  </a:lnTo>
                  <a:lnTo>
                    <a:pt x="81289" y="326261"/>
                  </a:lnTo>
                  <a:lnTo>
                    <a:pt x="80943" y="326126"/>
                  </a:lnTo>
                  <a:lnTo>
                    <a:pt x="80741" y="326150"/>
                  </a:lnTo>
                  <a:lnTo>
                    <a:pt x="80559" y="325966"/>
                  </a:lnTo>
                  <a:lnTo>
                    <a:pt x="80671" y="325616"/>
                  </a:lnTo>
                  <a:lnTo>
                    <a:pt x="80644" y="325453"/>
                  </a:lnTo>
                  <a:lnTo>
                    <a:pt x="80595" y="325209"/>
                  </a:lnTo>
                  <a:lnTo>
                    <a:pt x="80459" y="325044"/>
                  </a:lnTo>
                  <a:lnTo>
                    <a:pt x="80082" y="325006"/>
                  </a:lnTo>
                  <a:lnTo>
                    <a:pt x="79809" y="325152"/>
                  </a:lnTo>
                  <a:lnTo>
                    <a:pt x="79344" y="325317"/>
                  </a:lnTo>
                  <a:lnTo>
                    <a:pt x="78907" y="325056"/>
                  </a:lnTo>
                  <a:lnTo>
                    <a:pt x="78687" y="324825"/>
                  </a:lnTo>
                  <a:lnTo>
                    <a:pt x="78181" y="324686"/>
                  </a:lnTo>
                  <a:lnTo>
                    <a:pt x="77855" y="324692"/>
                  </a:lnTo>
                  <a:lnTo>
                    <a:pt x="77596" y="324692"/>
                  </a:lnTo>
                  <a:lnTo>
                    <a:pt x="77339" y="324998"/>
                  </a:lnTo>
                  <a:lnTo>
                    <a:pt x="77021" y="324866"/>
                  </a:lnTo>
                  <a:lnTo>
                    <a:pt x="76903" y="324619"/>
                  </a:lnTo>
                  <a:lnTo>
                    <a:pt x="77459" y="324402"/>
                  </a:lnTo>
                  <a:lnTo>
                    <a:pt x="77565" y="324159"/>
                  </a:lnTo>
                  <a:lnTo>
                    <a:pt x="77448" y="324019"/>
                  </a:lnTo>
                  <a:lnTo>
                    <a:pt x="77214" y="324037"/>
                  </a:lnTo>
                  <a:lnTo>
                    <a:pt x="77022" y="323520"/>
                  </a:lnTo>
                  <a:lnTo>
                    <a:pt x="76470" y="322951"/>
                  </a:lnTo>
                  <a:lnTo>
                    <a:pt x="76155" y="322847"/>
                  </a:lnTo>
                  <a:lnTo>
                    <a:pt x="75925" y="322771"/>
                  </a:lnTo>
                  <a:lnTo>
                    <a:pt x="75705" y="322568"/>
                  </a:lnTo>
                  <a:lnTo>
                    <a:pt x="75745" y="321338"/>
                  </a:lnTo>
                  <a:lnTo>
                    <a:pt x="75305" y="320626"/>
                  </a:lnTo>
                  <a:lnTo>
                    <a:pt x="75126" y="320603"/>
                  </a:lnTo>
                  <a:lnTo>
                    <a:pt x="74983" y="320393"/>
                  </a:lnTo>
                  <a:lnTo>
                    <a:pt x="75332" y="319805"/>
                  </a:lnTo>
                  <a:lnTo>
                    <a:pt x="75541" y="319333"/>
                  </a:lnTo>
                  <a:lnTo>
                    <a:pt x="75521" y="318981"/>
                  </a:lnTo>
                  <a:lnTo>
                    <a:pt x="75103" y="318854"/>
                  </a:lnTo>
                  <a:lnTo>
                    <a:pt x="75000" y="318471"/>
                  </a:lnTo>
                  <a:lnTo>
                    <a:pt x="75031" y="318309"/>
                  </a:lnTo>
                  <a:lnTo>
                    <a:pt x="74460" y="317856"/>
                  </a:lnTo>
                  <a:lnTo>
                    <a:pt x="74502" y="317475"/>
                  </a:lnTo>
                  <a:lnTo>
                    <a:pt x="74575" y="316863"/>
                  </a:lnTo>
                  <a:lnTo>
                    <a:pt x="75407" y="316293"/>
                  </a:lnTo>
                  <a:lnTo>
                    <a:pt x="75139" y="316018"/>
                  </a:lnTo>
                  <a:lnTo>
                    <a:pt x="74899" y="316335"/>
                  </a:lnTo>
                  <a:lnTo>
                    <a:pt x="74498" y="316141"/>
                  </a:lnTo>
                  <a:lnTo>
                    <a:pt x="74538" y="315878"/>
                  </a:lnTo>
                  <a:lnTo>
                    <a:pt x="74561" y="315729"/>
                  </a:lnTo>
                  <a:lnTo>
                    <a:pt x="74432" y="315377"/>
                  </a:lnTo>
                  <a:lnTo>
                    <a:pt x="74446" y="315144"/>
                  </a:lnTo>
                  <a:lnTo>
                    <a:pt x="73778" y="314236"/>
                  </a:lnTo>
                  <a:lnTo>
                    <a:pt x="73895" y="314059"/>
                  </a:lnTo>
                  <a:lnTo>
                    <a:pt x="74293" y="313789"/>
                  </a:lnTo>
                  <a:lnTo>
                    <a:pt x="74255" y="313555"/>
                  </a:lnTo>
                  <a:lnTo>
                    <a:pt x="73678" y="313052"/>
                  </a:lnTo>
                  <a:lnTo>
                    <a:pt x="73762" y="312800"/>
                  </a:lnTo>
                  <a:lnTo>
                    <a:pt x="73593" y="312323"/>
                  </a:lnTo>
                  <a:lnTo>
                    <a:pt x="73716" y="311936"/>
                  </a:lnTo>
                  <a:lnTo>
                    <a:pt x="73709" y="311680"/>
                  </a:lnTo>
                  <a:lnTo>
                    <a:pt x="73523" y="311417"/>
                  </a:lnTo>
                  <a:lnTo>
                    <a:pt x="73323" y="310983"/>
                  </a:lnTo>
                  <a:lnTo>
                    <a:pt x="73350" y="310807"/>
                  </a:lnTo>
                  <a:lnTo>
                    <a:pt x="73030" y="310228"/>
                  </a:lnTo>
                  <a:lnTo>
                    <a:pt x="73082" y="309747"/>
                  </a:lnTo>
                  <a:lnTo>
                    <a:pt x="73321" y="309477"/>
                  </a:lnTo>
                  <a:lnTo>
                    <a:pt x="73938" y="309182"/>
                  </a:lnTo>
                  <a:lnTo>
                    <a:pt x="73407" y="309072"/>
                  </a:lnTo>
                  <a:lnTo>
                    <a:pt x="73051" y="309280"/>
                  </a:lnTo>
                  <a:lnTo>
                    <a:pt x="72736" y="309622"/>
                  </a:lnTo>
                  <a:lnTo>
                    <a:pt x="72296" y="310077"/>
                  </a:lnTo>
                  <a:lnTo>
                    <a:pt x="71891" y="310338"/>
                  </a:lnTo>
                  <a:lnTo>
                    <a:pt x="72316" y="310772"/>
                  </a:lnTo>
                  <a:lnTo>
                    <a:pt x="72120" y="311060"/>
                  </a:lnTo>
                  <a:lnTo>
                    <a:pt x="71447" y="311023"/>
                  </a:lnTo>
                  <a:lnTo>
                    <a:pt x="71305" y="310963"/>
                  </a:lnTo>
                  <a:lnTo>
                    <a:pt x="71007" y="310641"/>
                  </a:lnTo>
                  <a:lnTo>
                    <a:pt x="71155" y="310033"/>
                  </a:lnTo>
                  <a:lnTo>
                    <a:pt x="70655" y="310072"/>
                  </a:lnTo>
                  <a:lnTo>
                    <a:pt x="70359" y="310234"/>
                  </a:lnTo>
                  <a:lnTo>
                    <a:pt x="70018" y="310906"/>
                  </a:lnTo>
                  <a:lnTo>
                    <a:pt x="69784" y="310915"/>
                  </a:lnTo>
                  <a:lnTo>
                    <a:pt x="69903" y="310721"/>
                  </a:lnTo>
                  <a:lnTo>
                    <a:pt x="69664" y="310141"/>
                  </a:lnTo>
                  <a:lnTo>
                    <a:pt x="69466" y="310244"/>
                  </a:lnTo>
                  <a:lnTo>
                    <a:pt x="68800" y="310297"/>
                  </a:lnTo>
                  <a:lnTo>
                    <a:pt x="68623" y="310278"/>
                  </a:lnTo>
                  <a:lnTo>
                    <a:pt x="68340" y="310131"/>
                  </a:lnTo>
                  <a:lnTo>
                    <a:pt x="67901" y="309952"/>
                  </a:lnTo>
                  <a:lnTo>
                    <a:pt x="67096" y="310193"/>
                  </a:lnTo>
                  <a:lnTo>
                    <a:pt x="66653" y="310407"/>
                  </a:lnTo>
                  <a:lnTo>
                    <a:pt x="66344" y="310605"/>
                  </a:lnTo>
                  <a:lnTo>
                    <a:pt x="66006" y="310151"/>
                  </a:lnTo>
                  <a:lnTo>
                    <a:pt x="66181" y="309770"/>
                  </a:lnTo>
                  <a:lnTo>
                    <a:pt x="65914" y="309625"/>
                  </a:lnTo>
                  <a:lnTo>
                    <a:pt x="65773" y="309678"/>
                  </a:lnTo>
                  <a:lnTo>
                    <a:pt x="65367" y="309904"/>
                  </a:lnTo>
                  <a:lnTo>
                    <a:pt x="65094" y="310018"/>
                  </a:lnTo>
                  <a:lnTo>
                    <a:pt x="64074" y="309446"/>
                  </a:lnTo>
                  <a:lnTo>
                    <a:pt x="64379" y="308293"/>
                  </a:lnTo>
                  <a:lnTo>
                    <a:pt x="63905" y="307946"/>
                  </a:lnTo>
                  <a:lnTo>
                    <a:pt x="63405" y="308094"/>
                  </a:lnTo>
                  <a:lnTo>
                    <a:pt x="62933" y="308263"/>
                  </a:lnTo>
                  <a:lnTo>
                    <a:pt x="62772" y="308371"/>
                  </a:lnTo>
                  <a:lnTo>
                    <a:pt x="62619" y="308153"/>
                  </a:lnTo>
                  <a:lnTo>
                    <a:pt x="62703" y="307594"/>
                  </a:lnTo>
                  <a:lnTo>
                    <a:pt x="62450" y="306780"/>
                  </a:lnTo>
                  <a:lnTo>
                    <a:pt x="62651" y="306513"/>
                  </a:lnTo>
                  <a:lnTo>
                    <a:pt x="62986" y="306349"/>
                  </a:lnTo>
                  <a:lnTo>
                    <a:pt x="63190" y="305854"/>
                  </a:lnTo>
                  <a:lnTo>
                    <a:pt x="63013" y="305513"/>
                  </a:lnTo>
                  <a:lnTo>
                    <a:pt x="63262" y="305314"/>
                  </a:lnTo>
                  <a:lnTo>
                    <a:pt x="63451" y="305163"/>
                  </a:lnTo>
                  <a:lnTo>
                    <a:pt x="63382" y="304933"/>
                  </a:lnTo>
                  <a:lnTo>
                    <a:pt x="63476" y="304627"/>
                  </a:lnTo>
                  <a:lnTo>
                    <a:pt x="62999" y="304168"/>
                  </a:lnTo>
                  <a:lnTo>
                    <a:pt x="62825" y="303815"/>
                  </a:lnTo>
                  <a:lnTo>
                    <a:pt x="62535" y="303761"/>
                  </a:lnTo>
                  <a:lnTo>
                    <a:pt x="62312" y="303721"/>
                  </a:lnTo>
                  <a:lnTo>
                    <a:pt x="61785" y="303624"/>
                  </a:lnTo>
                  <a:lnTo>
                    <a:pt x="61022" y="303757"/>
                  </a:lnTo>
                  <a:lnTo>
                    <a:pt x="60736" y="303821"/>
                  </a:lnTo>
                  <a:lnTo>
                    <a:pt x="60788" y="303621"/>
                  </a:lnTo>
                  <a:lnTo>
                    <a:pt x="61166" y="303329"/>
                  </a:lnTo>
                  <a:lnTo>
                    <a:pt x="61378" y="303198"/>
                  </a:lnTo>
                  <a:lnTo>
                    <a:pt x="61722" y="302988"/>
                  </a:lnTo>
                  <a:lnTo>
                    <a:pt x="61584" y="302652"/>
                  </a:lnTo>
                  <a:lnTo>
                    <a:pt x="61380" y="302320"/>
                  </a:lnTo>
                  <a:lnTo>
                    <a:pt x="60813" y="302095"/>
                  </a:lnTo>
                  <a:lnTo>
                    <a:pt x="60315" y="302290"/>
                  </a:lnTo>
                  <a:lnTo>
                    <a:pt x="59628" y="302535"/>
                  </a:lnTo>
                  <a:lnTo>
                    <a:pt x="59532" y="302730"/>
                  </a:lnTo>
                  <a:lnTo>
                    <a:pt x="59364" y="302881"/>
                  </a:lnTo>
                  <a:lnTo>
                    <a:pt x="59088" y="302695"/>
                  </a:lnTo>
                  <a:lnTo>
                    <a:pt x="59325" y="302274"/>
                  </a:lnTo>
                  <a:lnTo>
                    <a:pt x="59440" y="302025"/>
                  </a:lnTo>
                  <a:lnTo>
                    <a:pt x="59394" y="301805"/>
                  </a:lnTo>
                  <a:lnTo>
                    <a:pt x="58738" y="301387"/>
                  </a:lnTo>
                  <a:lnTo>
                    <a:pt x="58804" y="300795"/>
                  </a:lnTo>
                  <a:lnTo>
                    <a:pt x="58728" y="300206"/>
                  </a:lnTo>
                  <a:lnTo>
                    <a:pt x="58688" y="299947"/>
                  </a:lnTo>
                  <a:lnTo>
                    <a:pt x="58682" y="299651"/>
                  </a:lnTo>
                  <a:lnTo>
                    <a:pt x="58392" y="299304"/>
                  </a:lnTo>
                  <a:lnTo>
                    <a:pt x="57986" y="298798"/>
                  </a:lnTo>
                  <a:lnTo>
                    <a:pt x="57743" y="298741"/>
                  </a:lnTo>
                  <a:lnTo>
                    <a:pt x="57684" y="298527"/>
                  </a:lnTo>
                  <a:lnTo>
                    <a:pt x="57730" y="297976"/>
                  </a:lnTo>
                  <a:lnTo>
                    <a:pt x="57767" y="297722"/>
                  </a:lnTo>
                  <a:lnTo>
                    <a:pt x="57806" y="297464"/>
                  </a:lnTo>
                  <a:lnTo>
                    <a:pt x="57895" y="297186"/>
                  </a:lnTo>
                  <a:lnTo>
                    <a:pt x="57959" y="296991"/>
                  </a:lnTo>
                  <a:lnTo>
                    <a:pt x="58219" y="296920"/>
                  </a:lnTo>
                  <a:lnTo>
                    <a:pt x="58592" y="296877"/>
                  </a:lnTo>
                  <a:lnTo>
                    <a:pt x="58621" y="296743"/>
                  </a:lnTo>
                  <a:lnTo>
                    <a:pt x="58426" y="296020"/>
                  </a:lnTo>
                  <a:lnTo>
                    <a:pt x="58937" y="295529"/>
                  </a:lnTo>
                  <a:lnTo>
                    <a:pt x="58942" y="296055"/>
                  </a:lnTo>
                  <a:lnTo>
                    <a:pt x="59328" y="296028"/>
                  </a:lnTo>
                  <a:lnTo>
                    <a:pt x="59613" y="295507"/>
                  </a:lnTo>
                  <a:lnTo>
                    <a:pt x="59794" y="294927"/>
                  </a:lnTo>
                  <a:lnTo>
                    <a:pt x="60911" y="294406"/>
                  </a:lnTo>
                  <a:lnTo>
                    <a:pt x="60862" y="294251"/>
                  </a:lnTo>
                  <a:lnTo>
                    <a:pt x="61104" y="293900"/>
                  </a:lnTo>
                  <a:lnTo>
                    <a:pt x="61541" y="293624"/>
                  </a:lnTo>
                  <a:lnTo>
                    <a:pt x="61489" y="293459"/>
                  </a:lnTo>
                  <a:lnTo>
                    <a:pt x="61149" y="292877"/>
                  </a:lnTo>
                  <a:lnTo>
                    <a:pt x="61357" y="292790"/>
                  </a:lnTo>
                  <a:lnTo>
                    <a:pt x="61422" y="292544"/>
                  </a:lnTo>
                  <a:lnTo>
                    <a:pt x="61848" y="292728"/>
                  </a:lnTo>
                  <a:lnTo>
                    <a:pt x="62137" y="292406"/>
                  </a:lnTo>
                  <a:lnTo>
                    <a:pt x="62307" y="292205"/>
                  </a:lnTo>
                  <a:lnTo>
                    <a:pt x="62547" y="292032"/>
                  </a:lnTo>
                  <a:lnTo>
                    <a:pt x="62752" y="292143"/>
                  </a:lnTo>
                  <a:lnTo>
                    <a:pt x="63129" y="292538"/>
                  </a:lnTo>
                  <a:lnTo>
                    <a:pt x="63310" y="292554"/>
                  </a:lnTo>
                  <a:lnTo>
                    <a:pt x="63619" y="292575"/>
                  </a:lnTo>
                  <a:lnTo>
                    <a:pt x="63834" y="292590"/>
                  </a:lnTo>
                  <a:lnTo>
                    <a:pt x="64278" y="292669"/>
                  </a:lnTo>
                  <a:lnTo>
                    <a:pt x="64770" y="292579"/>
                  </a:lnTo>
                  <a:lnTo>
                    <a:pt x="64983" y="292408"/>
                  </a:lnTo>
                  <a:lnTo>
                    <a:pt x="64910" y="292203"/>
                  </a:lnTo>
                  <a:lnTo>
                    <a:pt x="64617" y="291580"/>
                  </a:lnTo>
                  <a:lnTo>
                    <a:pt x="64644" y="291119"/>
                  </a:lnTo>
                  <a:lnTo>
                    <a:pt x="64849" y="290779"/>
                  </a:lnTo>
                  <a:lnTo>
                    <a:pt x="65059" y="290674"/>
                  </a:lnTo>
                  <a:lnTo>
                    <a:pt x="65355" y="290588"/>
                  </a:lnTo>
                  <a:lnTo>
                    <a:pt x="65463" y="290730"/>
                  </a:lnTo>
                  <a:lnTo>
                    <a:pt x="65665" y="291100"/>
                  </a:lnTo>
                  <a:lnTo>
                    <a:pt x="66234" y="291249"/>
                  </a:lnTo>
                  <a:lnTo>
                    <a:pt x="66477" y="291363"/>
                  </a:lnTo>
                  <a:lnTo>
                    <a:pt x="66890" y="291747"/>
                  </a:lnTo>
                  <a:lnTo>
                    <a:pt x="66892" y="291408"/>
                  </a:lnTo>
                  <a:lnTo>
                    <a:pt x="66828" y="291148"/>
                  </a:lnTo>
                  <a:lnTo>
                    <a:pt x="67444" y="290622"/>
                  </a:lnTo>
                  <a:lnTo>
                    <a:pt x="67278" y="290239"/>
                  </a:lnTo>
                  <a:lnTo>
                    <a:pt x="67384" y="289967"/>
                  </a:lnTo>
                  <a:lnTo>
                    <a:pt x="67761" y="290120"/>
                  </a:lnTo>
                  <a:lnTo>
                    <a:pt x="67946" y="290331"/>
                  </a:lnTo>
                  <a:lnTo>
                    <a:pt x="68262" y="290288"/>
                  </a:lnTo>
                  <a:lnTo>
                    <a:pt x="68362" y="289593"/>
                  </a:lnTo>
                  <a:lnTo>
                    <a:pt x="68587" y="289446"/>
                  </a:lnTo>
                  <a:lnTo>
                    <a:pt x="68353" y="288810"/>
                  </a:lnTo>
                  <a:lnTo>
                    <a:pt x="68831" y="288038"/>
                  </a:lnTo>
                  <a:lnTo>
                    <a:pt x="68739" y="287500"/>
                  </a:lnTo>
                  <a:lnTo>
                    <a:pt x="68982" y="286738"/>
                  </a:lnTo>
                  <a:lnTo>
                    <a:pt x="69711" y="286340"/>
                  </a:lnTo>
                  <a:lnTo>
                    <a:pt x="69816" y="285963"/>
                  </a:lnTo>
                  <a:lnTo>
                    <a:pt x="69832" y="285790"/>
                  </a:lnTo>
                  <a:lnTo>
                    <a:pt x="69919" y="285581"/>
                  </a:lnTo>
                  <a:lnTo>
                    <a:pt x="70325" y="285264"/>
                  </a:lnTo>
                  <a:lnTo>
                    <a:pt x="70658" y="285499"/>
                  </a:lnTo>
                  <a:lnTo>
                    <a:pt x="71253" y="285350"/>
                  </a:lnTo>
                  <a:lnTo>
                    <a:pt x="71402" y="285314"/>
                  </a:lnTo>
                  <a:lnTo>
                    <a:pt x="71541" y="285280"/>
                  </a:lnTo>
                  <a:lnTo>
                    <a:pt x="71942" y="285286"/>
                  </a:lnTo>
                  <a:lnTo>
                    <a:pt x="72267" y="284895"/>
                  </a:lnTo>
                  <a:lnTo>
                    <a:pt x="72518" y="284728"/>
                  </a:lnTo>
                  <a:lnTo>
                    <a:pt x="73308" y="285245"/>
                  </a:lnTo>
                  <a:lnTo>
                    <a:pt x="74005" y="285041"/>
                  </a:lnTo>
                  <a:lnTo>
                    <a:pt x="74239" y="284543"/>
                  </a:lnTo>
                  <a:lnTo>
                    <a:pt x="74660" y="284041"/>
                  </a:lnTo>
                  <a:lnTo>
                    <a:pt x="74680" y="283848"/>
                  </a:lnTo>
                  <a:lnTo>
                    <a:pt x="74714" y="283500"/>
                  </a:lnTo>
                  <a:lnTo>
                    <a:pt x="74649" y="283327"/>
                  </a:lnTo>
                  <a:lnTo>
                    <a:pt x="74497" y="283062"/>
                  </a:lnTo>
                  <a:lnTo>
                    <a:pt x="74237" y="283047"/>
                  </a:lnTo>
                  <a:lnTo>
                    <a:pt x="73989" y="282930"/>
                  </a:lnTo>
                  <a:lnTo>
                    <a:pt x="73789" y="282572"/>
                  </a:lnTo>
                  <a:lnTo>
                    <a:pt x="73972" y="282378"/>
                  </a:lnTo>
                  <a:lnTo>
                    <a:pt x="73943" y="282228"/>
                  </a:lnTo>
                  <a:lnTo>
                    <a:pt x="73904" y="282031"/>
                  </a:lnTo>
                  <a:lnTo>
                    <a:pt x="73719" y="281946"/>
                  </a:lnTo>
                  <a:lnTo>
                    <a:pt x="73546" y="281699"/>
                  </a:lnTo>
                  <a:lnTo>
                    <a:pt x="73472" y="281476"/>
                  </a:lnTo>
                  <a:lnTo>
                    <a:pt x="73770" y="281531"/>
                  </a:lnTo>
                  <a:lnTo>
                    <a:pt x="73938" y="281410"/>
                  </a:lnTo>
                  <a:lnTo>
                    <a:pt x="74092" y="280808"/>
                  </a:lnTo>
                  <a:lnTo>
                    <a:pt x="74173" y="280627"/>
                  </a:lnTo>
                  <a:lnTo>
                    <a:pt x="74340" y="280496"/>
                  </a:lnTo>
                  <a:lnTo>
                    <a:pt x="74581" y="280170"/>
                  </a:lnTo>
                  <a:lnTo>
                    <a:pt x="74280" y="279437"/>
                  </a:lnTo>
                  <a:lnTo>
                    <a:pt x="74292" y="279059"/>
                  </a:lnTo>
                  <a:lnTo>
                    <a:pt x="74507" y="278622"/>
                  </a:lnTo>
                  <a:lnTo>
                    <a:pt x="74628" y="278404"/>
                  </a:lnTo>
                  <a:lnTo>
                    <a:pt x="74915" y="278327"/>
                  </a:lnTo>
                  <a:lnTo>
                    <a:pt x="75199" y="278252"/>
                  </a:lnTo>
                  <a:lnTo>
                    <a:pt x="75526" y="277659"/>
                  </a:lnTo>
                  <a:lnTo>
                    <a:pt x="75437" y="277289"/>
                  </a:lnTo>
                  <a:lnTo>
                    <a:pt x="75193" y="276864"/>
                  </a:lnTo>
                  <a:lnTo>
                    <a:pt x="75006" y="276901"/>
                  </a:lnTo>
                  <a:lnTo>
                    <a:pt x="74739" y="277088"/>
                  </a:lnTo>
                  <a:lnTo>
                    <a:pt x="74397" y="277122"/>
                  </a:lnTo>
                  <a:lnTo>
                    <a:pt x="74362" y="276808"/>
                  </a:lnTo>
                  <a:lnTo>
                    <a:pt x="73856" y="276745"/>
                  </a:lnTo>
                  <a:lnTo>
                    <a:pt x="73634" y="276802"/>
                  </a:lnTo>
                  <a:lnTo>
                    <a:pt x="72845" y="276549"/>
                  </a:lnTo>
                  <a:lnTo>
                    <a:pt x="72770" y="276257"/>
                  </a:lnTo>
                  <a:lnTo>
                    <a:pt x="72382" y="275271"/>
                  </a:lnTo>
                  <a:lnTo>
                    <a:pt x="72170" y="275263"/>
                  </a:lnTo>
                  <a:lnTo>
                    <a:pt x="72013" y="275377"/>
                  </a:lnTo>
                  <a:lnTo>
                    <a:pt x="71778" y="275394"/>
                  </a:lnTo>
                  <a:lnTo>
                    <a:pt x="71049" y="275148"/>
                  </a:lnTo>
                  <a:lnTo>
                    <a:pt x="70984" y="274960"/>
                  </a:lnTo>
                  <a:lnTo>
                    <a:pt x="70927" y="274274"/>
                  </a:lnTo>
                  <a:lnTo>
                    <a:pt x="70991" y="274145"/>
                  </a:lnTo>
                  <a:lnTo>
                    <a:pt x="71024" y="273911"/>
                  </a:lnTo>
                  <a:lnTo>
                    <a:pt x="70866" y="273815"/>
                  </a:lnTo>
                  <a:lnTo>
                    <a:pt x="70484" y="273711"/>
                  </a:lnTo>
                  <a:lnTo>
                    <a:pt x="69976" y="273589"/>
                  </a:lnTo>
                  <a:lnTo>
                    <a:pt x="69603" y="273577"/>
                  </a:lnTo>
                  <a:lnTo>
                    <a:pt x="69324" y="273535"/>
                  </a:lnTo>
                  <a:lnTo>
                    <a:pt x="69157" y="273301"/>
                  </a:lnTo>
                  <a:lnTo>
                    <a:pt x="68472" y="272792"/>
                  </a:lnTo>
                  <a:lnTo>
                    <a:pt x="68498" y="272543"/>
                  </a:lnTo>
                  <a:lnTo>
                    <a:pt x="68524" y="272358"/>
                  </a:lnTo>
                  <a:lnTo>
                    <a:pt x="68654" y="272168"/>
                  </a:lnTo>
                  <a:lnTo>
                    <a:pt x="68907" y="272055"/>
                  </a:lnTo>
                  <a:lnTo>
                    <a:pt x="69320" y="271963"/>
                  </a:lnTo>
                  <a:lnTo>
                    <a:pt x="69397" y="271407"/>
                  </a:lnTo>
                  <a:lnTo>
                    <a:pt x="69119" y="271275"/>
                  </a:lnTo>
                  <a:lnTo>
                    <a:pt x="68867" y="271202"/>
                  </a:lnTo>
                  <a:lnTo>
                    <a:pt x="68369" y="271300"/>
                  </a:lnTo>
                  <a:lnTo>
                    <a:pt x="68018" y="271621"/>
                  </a:lnTo>
                  <a:lnTo>
                    <a:pt x="67863" y="271802"/>
                  </a:lnTo>
                  <a:lnTo>
                    <a:pt x="67751" y="272049"/>
                  </a:lnTo>
                  <a:lnTo>
                    <a:pt x="67428" y="271925"/>
                  </a:lnTo>
                  <a:lnTo>
                    <a:pt x="67035" y="271625"/>
                  </a:lnTo>
                  <a:lnTo>
                    <a:pt x="67021" y="271207"/>
                  </a:lnTo>
                  <a:lnTo>
                    <a:pt x="67144" y="270966"/>
                  </a:lnTo>
                  <a:lnTo>
                    <a:pt x="67382" y="270751"/>
                  </a:lnTo>
                  <a:lnTo>
                    <a:pt x="67630" y="270544"/>
                  </a:lnTo>
                  <a:lnTo>
                    <a:pt x="67971" y="270278"/>
                  </a:lnTo>
                  <a:lnTo>
                    <a:pt x="68733" y="270788"/>
                  </a:lnTo>
                  <a:lnTo>
                    <a:pt x="68986" y="270691"/>
                  </a:lnTo>
                  <a:lnTo>
                    <a:pt x="69176" y="270285"/>
                  </a:lnTo>
                  <a:lnTo>
                    <a:pt x="69440" y="270447"/>
                  </a:lnTo>
                  <a:lnTo>
                    <a:pt x="69713" y="270577"/>
                  </a:lnTo>
                  <a:lnTo>
                    <a:pt x="70137" y="270321"/>
                  </a:lnTo>
                  <a:lnTo>
                    <a:pt x="70261" y="270150"/>
                  </a:lnTo>
                  <a:lnTo>
                    <a:pt x="70521" y="270199"/>
                  </a:lnTo>
                  <a:lnTo>
                    <a:pt x="70728" y="270317"/>
                  </a:lnTo>
                  <a:lnTo>
                    <a:pt x="71252" y="270051"/>
                  </a:lnTo>
                  <a:lnTo>
                    <a:pt x="71159" y="269636"/>
                  </a:lnTo>
                  <a:lnTo>
                    <a:pt x="71224" y="269393"/>
                  </a:lnTo>
                  <a:lnTo>
                    <a:pt x="71329" y="269187"/>
                  </a:lnTo>
                  <a:lnTo>
                    <a:pt x="71614" y="269246"/>
                  </a:lnTo>
                  <a:lnTo>
                    <a:pt x="71808" y="269243"/>
                  </a:lnTo>
                  <a:lnTo>
                    <a:pt x="71882" y="269049"/>
                  </a:lnTo>
                  <a:lnTo>
                    <a:pt x="71831" y="268839"/>
                  </a:lnTo>
                  <a:lnTo>
                    <a:pt x="71518" y="268715"/>
                  </a:lnTo>
                  <a:lnTo>
                    <a:pt x="71306" y="268760"/>
                  </a:lnTo>
                  <a:lnTo>
                    <a:pt x="70884" y="268746"/>
                  </a:lnTo>
                  <a:lnTo>
                    <a:pt x="70251" y="268053"/>
                  </a:lnTo>
                  <a:lnTo>
                    <a:pt x="70224" y="267638"/>
                  </a:lnTo>
                  <a:lnTo>
                    <a:pt x="70200" y="267230"/>
                  </a:lnTo>
                  <a:lnTo>
                    <a:pt x="70189" y="267046"/>
                  </a:lnTo>
                  <a:lnTo>
                    <a:pt x="70514" y="266254"/>
                  </a:lnTo>
                  <a:lnTo>
                    <a:pt x="71341" y="266386"/>
                  </a:lnTo>
                  <a:lnTo>
                    <a:pt x="71593" y="266675"/>
                  </a:lnTo>
                  <a:lnTo>
                    <a:pt x="72171" y="266844"/>
                  </a:lnTo>
                  <a:lnTo>
                    <a:pt x="72175" y="267060"/>
                  </a:lnTo>
                  <a:lnTo>
                    <a:pt x="72285" y="267257"/>
                  </a:lnTo>
                  <a:lnTo>
                    <a:pt x="73813" y="267130"/>
                  </a:lnTo>
                  <a:lnTo>
                    <a:pt x="74227" y="267368"/>
                  </a:lnTo>
                  <a:lnTo>
                    <a:pt x="74307" y="266734"/>
                  </a:lnTo>
                  <a:lnTo>
                    <a:pt x="74523" y="266700"/>
                  </a:lnTo>
                  <a:lnTo>
                    <a:pt x="74732" y="266427"/>
                  </a:lnTo>
                  <a:lnTo>
                    <a:pt x="74689" y="266191"/>
                  </a:lnTo>
                  <a:lnTo>
                    <a:pt x="74223" y="266270"/>
                  </a:lnTo>
                  <a:lnTo>
                    <a:pt x="73972" y="266067"/>
                  </a:lnTo>
                  <a:lnTo>
                    <a:pt x="73856" y="265890"/>
                  </a:lnTo>
                  <a:lnTo>
                    <a:pt x="73806" y="265741"/>
                  </a:lnTo>
                  <a:lnTo>
                    <a:pt x="73769" y="265244"/>
                  </a:lnTo>
                  <a:lnTo>
                    <a:pt x="73753" y="265029"/>
                  </a:lnTo>
                  <a:lnTo>
                    <a:pt x="73847" y="264367"/>
                  </a:lnTo>
                  <a:lnTo>
                    <a:pt x="74013" y="264125"/>
                  </a:lnTo>
                  <a:lnTo>
                    <a:pt x="74854" y="264100"/>
                  </a:lnTo>
                  <a:lnTo>
                    <a:pt x="75524" y="263143"/>
                  </a:lnTo>
                  <a:lnTo>
                    <a:pt x="75451" y="262949"/>
                  </a:lnTo>
                  <a:lnTo>
                    <a:pt x="75771" y="262228"/>
                  </a:lnTo>
                  <a:lnTo>
                    <a:pt x="75730" y="261403"/>
                  </a:lnTo>
                  <a:lnTo>
                    <a:pt x="75869" y="261186"/>
                  </a:lnTo>
                  <a:lnTo>
                    <a:pt x="76060" y="260668"/>
                  </a:lnTo>
                  <a:lnTo>
                    <a:pt x="76404" y="260450"/>
                  </a:lnTo>
                  <a:lnTo>
                    <a:pt x="76560" y="260471"/>
                  </a:lnTo>
                  <a:lnTo>
                    <a:pt x="76771" y="260433"/>
                  </a:lnTo>
                  <a:lnTo>
                    <a:pt x="77035" y="259964"/>
                  </a:lnTo>
                  <a:lnTo>
                    <a:pt x="76868" y="259619"/>
                  </a:lnTo>
                  <a:lnTo>
                    <a:pt x="77267" y="259638"/>
                  </a:lnTo>
                  <a:lnTo>
                    <a:pt x="77453" y="259477"/>
                  </a:lnTo>
                  <a:lnTo>
                    <a:pt x="77880" y="259212"/>
                  </a:lnTo>
                  <a:lnTo>
                    <a:pt x="78173" y="259246"/>
                  </a:lnTo>
                  <a:lnTo>
                    <a:pt x="78423" y="259458"/>
                  </a:lnTo>
                  <a:lnTo>
                    <a:pt x="78476" y="259687"/>
                  </a:lnTo>
                  <a:lnTo>
                    <a:pt x="78567" y="260023"/>
                  </a:lnTo>
                  <a:lnTo>
                    <a:pt x="78880" y="260275"/>
                  </a:lnTo>
                  <a:lnTo>
                    <a:pt x="78712" y="260751"/>
                  </a:lnTo>
                  <a:lnTo>
                    <a:pt x="78734" y="260928"/>
                  </a:lnTo>
                  <a:lnTo>
                    <a:pt x="78819" y="261089"/>
                  </a:lnTo>
                  <a:lnTo>
                    <a:pt x="79181" y="261124"/>
                  </a:lnTo>
                  <a:lnTo>
                    <a:pt x="79304" y="260903"/>
                  </a:lnTo>
                  <a:lnTo>
                    <a:pt x="79430" y="260682"/>
                  </a:lnTo>
                  <a:lnTo>
                    <a:pt x="79757" y="260390"/>
                  </a:lnTo>
                  <a:lnTo>
                    <a:pt x="80010" y="260573"/>
                  </a:lnTo>
                  <a:lnTo>
                    <a:pt x="79928" y="261150"/>
                  </a:lnTo>
                  <a:lnTo>
                    <a:pt x="80328" y="261429"/>
                  </a:lnTo>
                  <a:lnTo>
                    <a:pt x="80579" y="261142"/>
                  </a:lnTo>
                  <a:lnTo>
                    <a:pt x="80562" y="260547"/>
                  </a:lnTo>
                  <a:lnTo>
                    <a:pt x="80801" y="260415"/>
                  </a:lnTo>
                  <a:lnTo>
                    <a:pt x="80955" y="260609"/>
                  </a:lnTo>
                  <a:lnTo>
                    <a:pt x="81171" y="260726"/>
                  </a:lnTo>
                  <a:lnTo>
                    <a:pt x="81260" y="260541"/>
                  </a:lnTo>
                  <a:lnTo>
                    <a:pt x="81021" y="260976"/>
                  </a:lnTo>
                  <a:lnTo>
                    <a:pt x="81200" y="261408"/>
                  </a:lnTo>
                  <a:lnTo>
                    <a:pt x="81471" y="261188"/>
                  </a:lnTo>
                  <a:lnTo>
                    <a:pt x="81748" y="261034"/>
                  </a:lnTo>
                  <a:lnTo>
                    <a:pt x="82036" y="261240"/>
                  </a:lnTo>
                  <a:lnTo>
                    <a:pt x="82321" y="261511"/>
                  </a:lnTo>
                  <a:lnTo>
                    <a:pt x="83384" y="261829"/>
                  </a:lnTo>
                  <a:lnTo>
                    <a:pt x="84942" y="262070"/>
                  </a:lnTo>
                  <a:lnTo>
                    <a:pt x="85091" y="261847"/>
                  </a:lnTo>
                  <a:lnTo>
                    <a:pt x="85269" y="261898"/>
                  </a:lnTo>
                  <a:lnTo>
                    <a:pt x="85858" y="262074"/>
                  </a:lnTo>
                  <a:lnTo>
                    <a:pt x="86187" y="262233"/>
                  </a:lnTo>
                  <a:lnTo>
                    <a:pt x="86625" y="262753"/>
                  </a:lnTo>
                  <a:lnTo>
                    <a:pt x="86999" y="263251"/>
                  </a:lnTo>
                  <a:lnTo>
                    <a:pt x="87252" y="263335"/>
                  </a:lnTo>
                  <a:lnTo>
                    <a:pt x="87611" y="263453"/>
                  </a:lnTo>
                  <a:lnTo>
                    <a:pt x="88108" y="263240"/>
                  </a:lnTo>
                  <a:lnTo>
                    <a:pt x="88388" y="263244"/>
                  </a:lnTo>
                  <a:lnTo>
                    <a:pt x="88461" y="263762"/>
                  </a:lnTo>
                  <a:lnTo>
                    <a:pt x="88400" y="264072"/>
                  </a:lnTo>
                  <a:lnTo>
                    <a:pt x="88732" y="264212"/>
                  </a:lnTo>
                  <a:lnTo>
                    <a:pt x="88843" y="264545"/>
                  </a:lnTo>
                  <a:lnTo>
                    <a:pt x="89117" y="264594"/>
                  </a:lnTo>
                  <a:lnTo>
                    <a:pt x="89441" y="264548"/>
                  </a:lnTo>
                  <a:lnTo>
                    <a:pt x="89654" y="264959"/>
                  </a:lnTo>
                  <a:lnTo>
                    <a:pt x="89808" y="265139"/>
                  </a:lnTo>
                  <a:lnTo>
                    <a:pt x="90049" y="265075"/>
                  </a:lnTo>
                  <a:lnTo>
                    <a:pt x="90077" y="264783"/>
                  </a:lnTo>
                  <a:lnTo>
                    <a:pt x="89887" y="264519"/>
                  </a:lnTo>
                  <a:lnTo>
                    <a:pt x="89746" y="264109"/>
                  </a:lnTo>
                  <a:lnTo>
                    <a:pt x="90087" y="264453"/>
                  </a:lnTo>
                  <a:lnTo>
                    <a:pt x="90048" y="264625"/>
                  </a:lnTo>
                  <a:lnTo>
                    <a:pt x="90305" y="264586"/>
                  </a:lnTo>
                  <a:lnTo>
                    <a:pt x="90527" y="264593"/>
                  </a:lnTo>
                  <a:lnTo>
                    <a:pt x="90682" y="264597"/>
                  </a:lnTo>
                  <a:lnTo>
                    <a:pt x="90991" y="264610"/>
                  </a:lnTo>
                  <a:lnTo>
                    <a:pt x="91523" y="265032"/>
                  </a:lnTo>
                  <a:lnTo>
                    <a:pt x="91694" y="265666"/>
                  </a:lnTo>
                  <a:lnTo>
                    <a:pt x="91769" y="265972"/>
                  </a:lnTo>
                  <a:lnTo>
                    <a:pt x="91760" y="266104"/>
                  </a:lnTo>
                  <a:lnTo>
                    <a:pt x="91730" y="266318"/>
                  </a:lnTo>
                  <a:lnTo>
                    <a:pt x="91874" y="266420"/>
                  </a:lnTo>
                  <a:lnTo>
                    <a:pt x="91902" y="266761"/>
                  </a:lnTo>
                  <a:lnTo>
                    <a:pt x="91820" y="266957"/>
                  </a:lnTo>
                  <a:lnTo>
                    <a:pt x="91542" y="267450"/>
                  </a:lnTo>
                  <a:lnTo>
                    <a:pt x="91998" y="267912"/>
                  </a:lnTo>
                  <a:lnTo>
                    <a:pt x="91909" y="268212"/>
                  </a:lnTo>
                  <a:lnTo>
                    <a:pt x="92216" y="268182"/>
                  </a:lnTo>
                  <a:lnTo>
                    <a:pt x="92380" y="268166"/>
                  </a:lnTo>
                  <a:lnTo>
                    <a:pt x="92682" y="268403"/>
                  </a:lnTo>
                  <a:lnTo>
                    <a:pt x="92388" y="268985"/>
                  </a:lnTo>
                  <a:lnTo>
                    <a:pt x="92829" y="269427"/>
                  </a:lnTo>
                  <a:lnTo>
                    <a:pt x="93917" y="269093"/>
                  </a:lnTo>
                  <a:lnTo>
                    <a:pt x="94185" y="269556"/>
                  </a:lnTo>
                  <a:lnTo>
                    <a:pt x="94151" y="269716"/>
                  </a:lnTo>
                  <a:lnTo>
                    <a:pt x="93917" y="269995"/>
                  </a:lnTo>
                  <a:lnTo>
                    <a:pt x="94046" y="270241"/>
                  </a:lnTo>
                  <a:lnTo>
                    <a:pt x="94502" y="270439"/>
                  </a:lnTo>
                  <a:lnTo>
                    <a:pt x="94464" y="269677"/>
                  </a:lnTo>
                  <a:lnTo>
                    <a:pt x="95147" y="269834"/>
                  </a:lnTo>
                  <a:lnTo>
                    <a:pt x="95187" y="270279"/>
                  </a:lnTo>
                  <a:lnTo>
                    <a:pt x="95421" y="270196"/>
                  </a:lnTo>
                  <a:lnTo>
                    <a:pt x="95126" y="269182"/>
                  </a:lnTo>
                  <a:lnTo>
                    <a:pt x="95201" y="268942"/>
                  </a:lnTo>
                  <a:lnTo>
                    <a:pt x="95628" y="269508"/>
                  </a:lnTo>
                  <a:lnTo>
                    <a:pt x="95906" y="269738"/>
                  </a:lnTo>
                  <a:lnTo>
                    <a:pt x="96139" y="269435"/>
                  </a:lnTo>
                  <a:lnTo>
                    <a:pt x="96276" y="269226"/>
                  </a:lnTo>
                  <a:lnTo>
                    <a:pt x="96198" y="268938"/>
                  </a:lnTo>
                  <a:lnTo>
                    <a:pt x="96289" y="268700"/>
                  </a:lnTo>
                  <a:lnTo>
                    <a:pt x="96562" y="268084"/>
                  </a:lnTo>
                  <a:lnTo>
                    <a:pt x="96529" y="267897"/>
                  </a:lnTo>
                  <a:lnTo>
                    <a:pt x="96915" y="267988"/>
                  </a:lnTo>
                  <a:lnTo>
                    <a:pt x="97141" y="268128"/>
                  </a:lnTo>
                  <a:lnTo>
                    <a:pt x="97312" y="268284"/>
                  </a:lnTo>
                  <a:lnTo>
                    <a:pt x="97893" y="268450"/>
                  </a:lnTo>
                  <a:lnTo>
                    <a:pt x="97948" y="268187"/>
                  </a:lnTo>
                  <a:lnTo>
                    <a:pt x="98056" y="267928"/>
                  </a:lnTo>
                  <a:lnTo>
                    <a:pt x="98249" y="267860"/>
                  </a:lnTo>
                  <a:lnTo>
                    <a:pt x="98590" y="267740"/>
                  </a:lnTo>
                  <a:lnTo>
                    <a:pt x="99330" y="267475"/>
                  </a:lnTo>
                  <a:lnTo>
                    <a:pt x="99652" y="267603"/>
                  </a:lnTo>
                  <a:lnTo>
                    <a:pt x="99997" y="267660"/>
                  </a:lnTo>
                  <a:lnTo>
                    <a:pt x="99708" y="267170"/>
                  </a:lnTo>
                  <a:lnTo>
                    <a:pt x="100003" y="267193"/>
                  </a:lnTo>
                  <a:lnTo>
                    <a:pt x="100186" y="267416"/>
                  </a:lnTo>
                  <a:lnTo>
                    <a:pt x="100502" y="267753"/>
                  </a:lnTo>
                  <a:lnTo>
                    <a:pt x="100882" y="267703"/>
                  </a:lnTo>
                  <a:lnTo>
                    <a:pt x="101335" y="267288"/>
                  </a:lnTo>
                  <a:lnTo>
                    <a:pt x="101488" y="267238"/>
                  </a:lnTo>
                  <a:lnTo>
                    <a:pt x="101387" y="266847"/>
                  </a:lnTo>
                  <a:lnTo>
                    <a:pt x="101133" y="266756"/>
                  </a:lnTo>
                  <a:lnTo>
                    <a:pt x="100872" y="266536"/>
                  </a:lnTo>
                  <a:lnTo>
                    <a:pt x="100722" y="266282"/>
                  </a:lnTo>
                  <a:lnTo>
                    <a:pt x="101338" y="266251"/>
                  </a:lnTo>
                  <a:lnTo>
                    <a:pt x="101690" y="266232"/>
                  </a:lnTo>
                  <a:lnTo>
                    <a:pt x="101737" y="266028"/>
                  </a:lnTo>
                  <a:lnTo>
                    <a:pt x="101841" y="265566"/>
                  </a:lnTo>
                  <a:lnTo>
                    <a:pt x="101949" y="264788"/>
                  </a:lnTo>
                  <a:lnTo>
                    <a:pt x="102342" y="264866"/>
                  </a:lnTo>
                  <a:lnTo>
                    <a:pt x="102278" y="265062"/>
                  </a:lnTo>
                  <a:lnTo>
                    <a:pt x="102479" y="265308"/>
                  </a:lnTo>
                  <a:lnTo>
                    <a:pt x="103197" y="265112"/>
                  </a:lnTo>
                  <a:lnTo>
                    <a:pt x="103432" y="265120"/>
                  </a:lnTo>
                  <a:lnTo>
                    <a:pt x="103931" y="265287"/>
                  </a:lnTo>
                  <a:lnTo>
                    <a:pt x="104202" y="265449"/>
                  </a:lnTo>
                  <a:lnTo>
                    <a:pt x="104309" y="265654"/>
                  </a:lnTo>
                  <a:lnTo>
                    <a:pt x="104802" y="265283"/>
                  </a:lnTo>
                  <a:lnTo>
                    <a:pt x="105439" y="265191"/>
                  </a:lnTo>
                  <a:lnTo>
                    <a:pt x="105575" y="265236"/>
                  </a:lnTo>
                  <a:lnTo>
                    <a:pt x="107183" y="265013"/>
                  </a:lnTo>
                  <a:lnTo>
                    <a:pt x="107563" y="265072"/>
                  </a:lnTo>
                  <a:lnTo>
                    <a:pt x="107681" y="265303"/>
                  </a:lnTo>
                  <a:lnTo>
                    <a:pt x="107863" y="265549"/>
                  </a:lnTo>
                  <a:lnTo>
                    <a:pt x="108340" y="265536"/>
                  </a:lnTo>
                  <a:lnTo>
                    <a:pt x="108559" y="265511"/>
                  </a:lnTo>
                  <a:lnTo>
                    <a:pt x="109000" y="266394"/>
                  </a:lnTo>
                  <a:lnTo>
                    <a:pt x="109594" y="267087"/>
                  </a:lnTo>
                  <a:lnTo>
                    <a:pt x="109691" y="267542"/>
                  </a:lnTo>
                  <a:lnTo>
                    <a:pt x="109539" y="267557"/>
                  </a:lnTo>
                  <a:lnTo>
                    <a:pt x="109395" y="267571"/>
                  </a:lnTo>
                  <a:lnTo>
                    <a:pt x="108985" y="267757"/>
                  </a:lnTo>
                  <a:lnTo>
                    <a:pt x="108831" y="268292"/>
                  </a:lnTo>
                  <a:lnTo>
                    <a:pt x="109063" y="268443"/>
                  </a:lnTo>
                  <a:lnTo>
                    <a:pt x="109164" y="268572"/>
                  </a:lnTo>
                  <a:lnTo>
                    <a:pt x="109300" y="268869"/>
                  </a:lnTo>
                  <a:lnTo>
                    <a:pt x="109095" y="269604"/>
                  </a:lnTo>
                  <a:lnTo>
                    <a:pt x="109250" y="269702"/>
                  </a:lnTo>
                  <a:lnTo>
                    <a:pt x="109435" y="269821"/>
                  </a:lnTo>
                  <a:lnTo>
                    <a:pt x="109709" y="270294"/>
                  </a:lnTo>
                  <a:lnTo>
                    <a:pt x="109576" y="270542"/>
                  </a:lnTo>
                  <a:lnTo>
                    <a:pt x="109882" y="270604"/>
                  </a:lnTo>
                  <a:lnTo>
                    <a:pt x="110074" y="270627"/>
                  </a:lnTo>
                  <a:lnTo>
                    <a:pt x="110423" y="270879"/>
                  </a:lnTo>
                  <a:lnTo>
                    <a:pt x="110879" y="271267"/>
                  </a:lnTo>
                  <a:lnTo>
                    <a:pt x="111079" y="271467"/>
                  </a:lnTo>
                  <a:lnTo>
                    <a:pt x="110990" y="271863"/>
                  </a:lnTo>
                  <a:lnTo>
                    <a:pt x="110974" y="272004"/>
                  </a:lnTo>
                  <a:lnTo>
                    <a:pt x="110895" y="272693"/>
                  </a:lnTo>
                  <a:lnTo>
                    <a:pt x="111207" y="272969"/>
                  </a:lnTo>
                  <a:lnTo>
                    <a:pt x="111690" y="272847"/>
                  </a:lnTo>
                  <a:lnTo>
                    <a:pt x="111667" y="273029"/>
                  </a:lnTo>
                  <a:lnTo>
                    <a:pt x="111679" y="273249"/>
                  </a:lnTo>
                  <a:lnTo>
                    <a:pt x="112010" y="273310"/>
                  </a:lnTo>
                  <a:lnTo>
                    <a:pt x="111945" y="273519"/>
                  </a:lnTo>
                  <a:lnTo>
                    <a:pt x="111943" y="273747"/>
                  </a:lnTo>
                  <a:lnTo>
                    <a:pt x="111867" y="274772"/>
                  </a:lnTo>
                  <a:lnTo>
                    <a:pt x="111869" y="274931"/>
                  </a:lnTo>
                  <a:lnTo>
                    <a:pt x="111916" y="275116"/>
                  </a:lnTo>
                  <a:lnTo>
                    <a:pt x="112246" y="275346"/>
                  </a:lnTo>
                  <a:lnTo>
                    <a:pt x="112467" y="275337"/>
                  </a:lnTo>
                  <a:lnTo>
                    <a:pt x="113010" y="276019"/>
                  </a:lnTo>
                  <a:lnTo>
                    <a:pt x="112934" y="276243"/>
                  </a:lnTo>
                  <a:lnTo>
                    <a:pt x="112887" y="276583"/>
                  </a:lnTo>
                  <a:lnTo>
                    <a:pt x="113033" y="276949"/>
                  </a:lnTo>
                  <a:lnTo>
                    <a:pt x="113254" y="277185"/>
                  </a:lnTo>
                  <a:lnTo>
                    <a:pt x="113589" y="277237"/>
                  </a:lnTo>
                  <a:lnTo>
                    <a:pt x="113796" y="277376"/>
                  </a:lnTo>
                  <a:lnTo>
                    <a:pt x="113986" y="277510"/>
                  </a:lnTo>
                  <a:lnTo>
                    <a:pt x="114772" y="277669"/>
                  </a:lnTo>
                  <a:lnTo>
                    <a:pt x="115299" y="277592"/>
                  </a:lnTo>
                  <a:lnTo>
                    <a:pt x="115630" y="277392"/>
                  </a:lnTo>
                  <a:lnTo>
                    <a:pt x="116207" y="277051"/>
                  </a:lnTo>
                  <a:lnTo>
                    <a:pt x="116581" y="277015"/>
                  </a:lnTo>
                  <a:lnTo>
                    <a:pt x="116914" y="276867"/>
                  </a:lnTo>
                  <a:lnTo>
                    <a:pt x="117179" y="276492"/>
                  </a:lnTo>
                  <a:lnTo>
                    <a:pt x="117457" y="276238"/>
                  </a:lnTo>
                  <a:lnTo>
                    <a:pt x="117732" y="276551"/>
                  </a:lnTo>
                  <a:lnTo>
                    <a:pt x="117894" y="276735"/>
                  </a:lnTo>
                  <a:lnTo>
                    <a:pt x="118124" y="277157"/>
                  </a:lnTo>
                  <a:lnTo>
                    <a:pt x="118822" y="276974"/>
                  </a:lnTo>
                  <a:lnTo>
                    <a:pt x="119159" y="276832"/>
                  </a:lnTo>
                  <a:lnTo>
                    <a:pt x="119339" y="277011"/>
                  </a:lnTo>
                  <a:lnTo>
                    <a:pt x="119540" y="276951"/>
                  </a:lnTo>
                  <a:lnTo>
                    <a:pt x="119815" y="277014"/>
                  </a:lnTo>
                  <a:lnTo>
                    <a:pt x="120198" y="277255"/>
                  </a:lnTo>
                  <a:lnTo>
                    <a:pt x="120589" y="276817"/>
                  </a:lnTo>
                  <a:lnTo>
                    <a:pt x="120929" y="276678"/>
                  </a:lnTo>
                  <a:lnTo>
                    <a:pt x="121081" y="276616"/>
                  </a:lnTo>
                  <a:lnTo>
                    <a:pt x="121575" y="276545"/>
                  </a:lnTo>
                  <a:lnTo>
                    <a:pt x="121844" y="276008"/>
                  </a:lnTo>
                  <a:lnTo>
                    <a:pt x="121752" y="275665"/>
                  </a:lnTo>
                  <a:lnTo>
                    <a:pt x="122025" y="275130"/>
                  </a:lnTo>
                  <a:lnTo>
                    <a:pt x="122354" y="274768"/>
                  </a:lnTo>
                  <a:lnTo>
                    <a:pt x="122962" y="274677"/>
                  </a:lnTo>
                  <a:lnTo>
                    <a:pt x="123069" y="274841"/>
                  </a:lnTo>
                  <a:lnTo>
                    <a:pt x="123274" y="275236"/>
                  </a:lnTo>
                  <a:lnTo>
                    <a:pt x="123479" y="275650"/>
                  </a:lnTo>
                  <a:lnTo>
                    <a:pt x="123637" y="276029"/>
                  </a:lnTo>
                  <a:lnTo>
                    <a:pt x="123806" y="276068"/>
                  </a:lnTo>
                  <a:lnTo>
                    <a:pt x="124090" y="276090"/>
                  </a:lnTo>
                  <a:lnTo>
                    <a:pt x="124156" y="276238"/>
                  </a:lnTo>
                  <a:lnTo>
                    <a:pt x="124322" y="276777"/>
                  </a:lnTo>
                  <a:lnTo>
                    <a:pt x="124449" y="276857"/>
                  </a:lnTo>
                  <a:lnTo>
                    <a:pt x="124729" y="276920"/>
                  </a:lnTo>
                  <a:lnTo>
                    <a:pt x="125207" y="276837"/>
                  </a:lnTo>
                  <a:lnTo>
                    <a:pt x="125135" y="276637"/>
                  </a:lnTo>
                  <a:lnTo>
                    <a:pt x="124948" y="276406"/>
                  </a:lnTo>
                  <a:lnTo>
                    <a:pt x="124988" y="276229"/>
                  </a:lnTo>
                  <a:lnTo>
                    <a:pt x="125307" y="275938"/>
                  </a:lnTo>
                  <a:lnTo>
                    <a:pt x="125478" y="276266"/>
                  </a:lnTo>
                  <a:lnTo>
                    <a:pt x="125679" y="276510"/>
                  </a:lnTo>
                  <a:lnTo>
                    <a:pt x="125832" y="276484"/>
                  </a:lnTo>
                  <a:lnTo>
                    <a:pt x="126444" y="276080"/>
                  </a:lnTo>
                  <a:lnTo>
                    <a:pt x="126457" y="275222"/>
                  </a:lnTo>
                  <a:lnTo>
                    <a:pt x="126361" y="275070"/>
                  </a:lnTo>
                  <a:lnTo>
                    <a:pt x="126311" y="274749"/>
                  </a:lnTo>
                  <a:lnTo>
                    <a:pt x="126670" y="274027"/>
                  </a:lnTo>
                  <a:lnTo>
                    <a:pt x="127010" y="274231"/>
                  </a:lnTo>
                  <a:lnTo>
                    <a:pt x="127209" y="274351"/>
                  </a:lnTo>
                  <a:lnTo>
                    <a:pt x="127408" y="274245"/>
                  </a:lnTo>
                  <a:lnTo>
                    <a:pt x="127711" y="273907"/>
                  </a:lnTo>
                  <a:lnTo>
                    <a:pt x="127593" y="273526"/>
                  </a:lnTo>
                  <a:lnTo>
                    <a:pt x="127667" y="273239"/>
                  </a:lnTo>
                  <a:lnTo>
                    <a:pt x="127958" y="273259"/>
                  </a:lnTo>
                  <a:lnTo>
                    <a:pt x="128163" y="273266"/>
                  </a:lnTo>
                  <a:lnTo>
                    <a:pt x="128628" y="273008"/>
                  </a:lnTo>
                  <a:lnTo>
                    <a:pt x="128967" y="272512"/>
                  </a:lnTo>
                  <a:lnTo>
                    <a:pt x="129122" y="272191"/>
                  </a:lnTo>
                  <a:lnTo>
                    <a:pt x="129137" y="271999"/>
                  </a:lnTo>
                  <a:lnTo>
                    <a:pt x="129283" y="271881"/>
                  </a:lnTo>
                  <a:lnTo>
                    <a:pt x="129902" y="271274"/>
                  </a:lnTo>
                  <a:lnTo>
                    <a:pt x="130533" y="270628"/>
                  </a:lnTo>
                  <a:lnTo>
                    <a:pt x="131202" y="269984"/>
                  </a:lnTo>
                  <a:lnTo>
                    <a:pt x="131443" y="269699"/>
                  </a:lnTo>
                  <a:lnTo>
                    <a:pt x="132006" y="269000"/>
                  </a:lnTo>
                  <a:lnTo>
                    <a:pt x="132228" y="268684"/>
                  </a:lnTo>
                  <a:lnTo>
                    <a:pt x="132312" y="268552"/>
                  </a:lnTo>
                  <a:lnTo>
                    <a:pt x="132791" y="267864"/>
                  </a:lnTo>
                  <a:lnTo>
                    <a:pt x="133265" y="266979"/>
                  </a:lnTo>
                  <a:lnTo>
                    <a:pt x="133669" y="265779"/>
                  </a:lnTo>
                  <a:lnTo>
                    <a:pt x="133799" y="265554"/>
                  </a:lnTo>
                  <a:lnTo>
                    <a:pt x="133835" y="265340"/>
                  </a:lnTo>
                  <a:lnTo>
                    <a:pt x="134015" y="264933"/>
                  </a:lnTo>
                  <a:lnTo>
                    <a:pt x="134244" y="264649"/>
                  </a:lnTo>
                  <a:lnTo>
                    <a:pt x="134349" y="264303"/>
                  </a:lnTo>
                  <a:lnTo>
                    <a:pt x="134404" y="264165"/>
                  </a:lnTo>
                  <a:lnTo>
                    <a:pt x="134498" y="263917"/>
                  </a:lnTo>
                  <a:lnTo>
                    <a:pt x="134596" y="263676"/>
                  </a:lnTo>
                  <a:lnTo>
                    <a:pt x="135162" y="262905"/>
                  </a:lnTo>
                  <a:lnTo>
                    <a:pt x="135350" y="262816"/>
                  </a:lnTo>
                  <a:lnTo>
                    <a:pt x="135617" y="262621"/>
                  </a:lnTo>
                  <a:lnTo>
                    <a:pt x="136053" y="262174"/>
                  </a:lnTo>
                  <a:lnTo>
                    <a:pt x="136488" y="261569"/>
                  </a:lnTo>
                  <a:lnTo>
                    <a:pt x="136596" y="261267"/>
                  </a:lnTo>
                  <a:lnTo>
                    <a:pt x="136656" y="261101"/>
                  </a:lnTo>
                  <a:lnTo>
                    <a:pt x="136720" y="260923"/>
                  </a:lnTo>
                  <a:lnTo>
                    <a:pt x="136767" y="260726"/>
                  </a:lnTo>
                  <a:lnTo>
                    <a:pt x="136889" y="260198"/>
                  </a:lnTo>
                  <a:lnTo>
                    <a:pt x="136800" y="259758"/>
                  </a:lnTo>
                  <a:lnTo>
                    <a:pt x="137438" y="258105"/>
                  </a:lnTo>
                  <a:lnTo>
                    <a:pt x="137843" y="257490"/>
                  </a:lnTo>
                  <a:lnTo>
                    <a:pt x="138228" y="257054"/>
                  </a:lnTo>
                  <a:lnTo>
                    <a:pt x="138687" y="256430"/>
                  </a:lnTo>
                  <a:lnTo>
                    <a:pt x="138988" y="256071"/>
                  </a:lnTo>
                  <a:lnTo>
                    <a:pt x="139162" y="255838"/>
                  </a:lnTo>
                  <a:lnTo>
                    <a:pt x="139114" y="255636"/>
                  </a:lnTo>
                  <a:lnTo>
                    <a:pt x="139504" y="255680"/>
                  </a:lnTo>
                  <a:lnTo>
                    <a:pt x="139696" y="255735"/>
                  </a:lnTo>
                  <a:lnTo>
                    <a:pt x="140180" y="255522"/>
                  </a:lnTo>
                  <a:lnTo>
                    <a:pt x="140363" y="254801"/>
                  </a:lnTo>
                  <a:lnTo>
                    <a:pt x="140201" y="254681"/>
                  </a:lnTo>
                  <a:lnTo>
                    <a:pt x="140065" y="254261"/>
                  </a:lnTo>
                  <a:lnTo>
                    <a:pt x="140563" y="253877"/>
                  </a:lnTo>
                  <a:lnTo>
                    <a:pt x="141265" y="253232"/>
                  </a:lnTo>
                  <a:lnTo>
                    <a:pt x="141536" y="252637"/>
                  </a:lnTo>
                  <a:lnTo>
                    <a:pt x="142213" y="252171"/>
                  </a:lnTo>
                  <a:lnTo>
                    <a:pt x="142397" y="251727"/>
                  </a:lnTo>
                  <a:lnTo>
                    <a:pt x="142876" y="250995"/>
                  </a:lnTo>
                  <a:lnTo>
                    <a:pt x="143221" y="249900"/>
                  </a:lnTo>
                  <a:lnTo>
                    <a:pt x="142623" y="249203"/>
                  </a:lnTo>
                  <a:lnTo>
                    <a:pt x="142254" y="249246"/>
                  </a:lnTo>
                  <a:lnTo>
                    <a:pt x="141800" y="249134"/>
                  </a:lnTo>
                  <a:lnTo>
                    <a:pt x="141427" y="248636"/>
                  </a:lnTo>
                  <a:lnTo>
                    <a:pt x="141267" y="248294"/>
                  </a:lnTo>
                  <a:lnTo>
                    <a:pt x="141307" y="247915"/>
                  </a:lnTo>
                  <a:lnTo>
                    <a:pt x="141210" y="247782"/>
                  </a:lnTo>
                  <a:lnTo>
                    <a:pt x="141073" y="247596"/>
                  </a:lnTo>
                  <a:lnTo>
                    <a:pt x="140713" y="247113"/>
                  </a:lnTo>
                  <a:lnTo>
                    <a:pt x="140324" y="246841"/>
                  </a:lnTo>
                  <a:lnTo>
                    <a:pt x="140147" y="246528"/>
                  </a:lnTo>
                  <a:lnTo>
                    <a:pt x="140040" y="245708"/>
                  </a:lnTo>
                  <a:lnTo>
                    <a:pt x="140623" y="245573"/>
                  </a:lnTo>
                  <a:lnTo>
                    <a:pt x="140576" y="244908"/>
                  </a:lnTo>
                  <a:lnTo>
                    <a:pt x="140928" y="244370"/>
                  </a:lnTo>
                  <a:lnTo>
                    <a:pt x="141370" y="244191"/>
                  </a:lnTo>
                  <a:lnTo>
                    <a:pt x="141549" y="243989"/>
                  </a:lnTo>
                  <a:lnTo>
                    <a:pt x="141768" y="243933"/>
                  </a:lnTo>
                  <a:lnTo>
                    <a:pt x="141976" y="243316"/>
                  </a:lnTo>
                  <a:lnTo>
                    <a:pt x="142239" y="243196"/>
                  </a:lnTo>
                  <a:lnTo>
                    <a:pt x="142518" y="243002"/>
                  </a:lnTo>
                  <a:lnTo>
                    <a:pt x="142494" y="242652"/>
                  </a:lnTo>
                  <a:lnTo>
                    <a:pt x="142235" y="241815"/>
                  </a:lnTo>
                  <a:lnTo>
                    <a:pt x="142366" y="241542"/>
                  </a:lnTo>
                  <a:lnTo>
                    <a:pt x="143287" y="241074"/>
                  </a:lnTo>
                  <a:lnTo>
                    <a:pt x="143448" y="240879"/>
                  </a:lnTo>
                  <a:lnTo>
                    <a:pt x="143605" y="241197"/>
                  </a:lnTo>
                  <a:lnTo>
                    <a:pt x="143711" y="241352"/>
                  </a:lnTo>
                  <a:lnTo>
                    <a:pt x="144214" y="241206"/>
                  </a:lnTo>
                  <a:lnTo>
                    <a:pt x="144646" y="241212"/>
                  </a:lnTo>
                  <a:lnTo>
                    <a:pt x="145136" y="241125"/>
                  </a:lnTo>
                  <a:lnTo>
                    <a:pt x="145627" y="241254"/>
                  </a:lnTo>
                  <a:lnTo>
                    <a:pt x="145838" y="241389"/>
                  </a:lnTo>
                  <a:lnTo>
                    <a:pt x="146203" y="241587"/>
                  </a:lnTo>
                  <a:lnTo>
                    <a:pt x="146868" y="241550"/>
                  </a:lnTo>
                  <a:lnTo>
                    <a:pt x="147084" y="241466"/>
                  </a:lnTo>
                  <a:lnTo>
                    <a:pt x="147174" y="241597"/>
                  </a:lnTo>
                  <a:lnTo>
                    <a:pt x="147265" y="241789"/>
                  </a:lnTo>
                  <a:lnTo>
                    <a:pt x="147432" y="242259"/>
                  </a:lnTo>
                  <a:lnTo>
                    <a:pt x="147761" y="242539"/>
                  </a:lnTo>
                  <a:lnTo>
                    <a:pt x="148112" y="242794"/>
                  </a:lnTo>
                  <a:lnTo>
                    <a:pt x="148312" y="242746"/>
                  </a:lnTo>
                  <a:lnTo>
                    <a:pt x="148209" y="242573"/>
                  </a:lnTo>
                  <a:lnTo>
                    <a:pt x="148620" y="242198"/>
                  </a:lnTo>
                  <a:lnTo>
                    <a:pt x="148918" y="241823"/>
                  </a:lnTo>
                  <a:lnTo>
                    <a:pt x="149308" y="241332"/>
                  </a:lnTo>
                  <a:lnTo>
                    <a:pt x="149448" y="241138"/>
                  </a:lnTo>
                  <a:lnTo>
                    <a:pt x="149788" y="240611"/>
                  </a:lnTo>
                  <a:lnTo>
                    <a:pt x="150022" y="240278"/>
                  </a:lnTo>
                  <a:lnTo>
                    <a:pt x="150238" y="240113"/>
                  </a:lnTo>
                  <a:lnTo>
                    <a:pt x="150707" y="240176"/>
                  </a:lnTo>
                  <a:lnTo>
                    <a:pt x="151042" y="239669"/>
                  </a:lnTo>
                  <a:lnTo>
                    <a:pt x="151234" y="239397"/>
                  </a:lnTo>
                  <a:lnTo>
                    <a:pt x="151955" y="239615"/>
                  </a:lnTo>
                  <a:lnTo>
                    <a:pt x="152153" y="239711"/>
                  </a:lnTo>
                  <a:lnTo>
                    <a:pt x="152446" y="240197"/>
                  </a:lnTo>
                  <a:lnTo>
                    <a:pt x="152726" y="240585"/>
                  </a:lnTo>
                  <a:lnTo>
                    <a:pt x="152554" y="241110"/>
                  </a:lnTo>
                  <a:lnTo>
                    <a:pt x="152683" y="241803"/>
                  </a:lnTo>
                  <a:lnTo>
                    <a:pt x="152771" y="242117"/>
                  </a:lnTo>
                  <a:lnTo>
                    <a:pt x="152924" y="242422"/>
                  </a:lnTo>
                  <a:lnTo>
                    <a:pt x="152960" y="242569"/>
                  </a:lnTo>
                  <a:lnTo>
                    <a:pt x="153572" y="242544"/>
                  </a:lnTo>
                  <a:lnTo>
                    <a:pt x="153913" y="242504"/>
                  </a:lnTo>
                  <a:lnTo>
                    <a:pt x="154226" y="242661"/>
                  </a:lnTo>
                  <a:lnTo>
                    <a:pt x="154558" y="242938"/>
                  </a:lnTo>
                  <a:lnTo>
                    <a:pt x="154844" y="243123"/>
                  </a:lnTo>
                  <a:lnTo>
                    <a:pt x="155338" y="243289"/>
                  </a:lnTo>
                  <a:lnTo>
                    <a:pt x="155673" y="243424"/>
                  </a:lnTo>
                  <a:lnTo>
                    <a:pt x="156017" y="243630"/>
                  </a:lnTo>
                  <a:lnTo>
                    <a:pt x="156470" y="243543"/>
                  </a:lnTo>
                  <a:lnTo>
                    <a:pt x="157294" y="242860"/>
                  </a:lnTo>
                  <a:lnTo>
                    <a:pt x="157529" y="242641"/>
                  </a:lnTo>
                  <a:lnTo>
                    <a:pt x="157640" y="242498"/>
                  </a:lnTo>
                  <a:lnTo>
                    <a:pt x="157762" y="242337"/>
                  </a:lnTo>
                  <a:lnTo>
                    <a:pt x="157999" y="241870"/>
                  </a:lnTo>
                  <a:lnTo>
                    <a:pt x="158226" y="241673"/>
                  </a:lnTo>
                  <a:lnTo>
                    <a:pt x="158423" y="241523"/>
                  </a:lnTo>
                  <a:lnTo>
                    <a:pt x="159020" y="241044"/>
                  </a:lnTo>
                  <a:lnTo>
                    <a:pt x="159285" y="240810"/>
                  </a:lnTo>
                  <a:lnTo>
                    <a:pt x="159698" y="240619"/>
                  </a:lnTo>
                  <a:lnTo>
                    <a:pt x="159888" y="240502"/>
                  </a:lnTo>
                  <a:lnTo>
                    <a:pt x="160420" y="239690"/>
                  </a:lnTo>
                  <a:lnTo>
                    <a:pt x="160933" y="239326"/>
                  </a:lnTo>
                  <a:lnTo>
                    <a:pt x="161446" y="238995"/>
                  </a:lnTo>
                  <a:lnTo>
                    <a:pt x="161698" y="238905"/>
                  </a:lnTo>
                  <a:lnTo>
                    <a:pt x="161894" y="238547"/>
                  </a:lnTo>
                  <a:lnTo>
                    <a:pt x="161375" y="238401"/>
                  </a:lnTo>
                  <a:lnTo>
                    <a:pt x="161122" y="238343"/>
                  </a:lnTo>
                  <a:lnTo>
                    <a:pt x="160883" y="238287"/>
                  </a:lnTo>
                  <a:lnTo>
                    <a:pt x="160672" y="238239"/>
                  </a:lnTo>
                  <a:lnTo>
                    <a:pt x="160293" y="238193"/>
                  </a:lnTo>
                  <a:lnTo>
                    <a:pt x="160053" y="238115"/>
                  </a:lnTo>
                  <a:lnTo>
                    <a:pt x="159601" y="237589"/>
                  </a:lnTo>
                  <a:lnTo>
                    <a:pt x="159689" y="237179"/>
                  </a:lnTo>
                  <a:lnTo>
                    <a:pt x="159723" y="237027"/>
                  </a:lnTo>
                  <a:lnTo>
                    <a:pt x="159770" y="236696"/>
                  </a:lnTo>
                  <a:lnTo>
                    <a:pt x="159677" y="236460"/>
                  </a:lnTo>
                  <a:lnTo>
                    <a:pt x="159669" y="236289"/>
                  </a:lnTo>
                  <a:lnTo>
                    <a:pt x="159690" y="235921"/>
                  </a:lnTo>
                  <a:lnTo>
                    <a:pt x="160044" y="235090"/>
                  </a:lnTo>
                  <a:lnTo>
                    <a:pt x="160276" y="235204"/>
                  </a:lnTo>
                  <a:lnTo>
                    <a:pt x="161049" y="235363"/>
                  </a:lnTo>
                  <a:lnTo>
                    <a:pt x="161459" y="235289"/>
                  </a:lnTo>
                  <a:lnTo>
                    <a:pt x="161549" y="235149"/>
                  </a:lnTo>
                  <a:lnTo>
                    <a:pt x="161990" y="234254"/>
                  </a:lnTo>
                  <a:lnTo>
                    <a:pt x="162171" y="233690"/>
                  </a:lnTo>
                  <a:lnTo>
                    <a:pt x="162263" y="233490"/>
                  </a:lnTo>
                  <a:lnTo>
                    <a:pt x="162667" y="233481"/>
                  </a:lnTo>
                  <a:lnTo>
                    <a:pt x="163071" y="233125"/>
                  </a:lnTo>
                  <a:lnTo>
                    <a:pt x="163494" y="232932"/>
                  </a:lnTo>
                  <a:lnTo>
                    <a:pt x="163642" y="232874"/>
                  </a:lnTo>
                  <a:lnTo>
                    <a:pt x="164161" y="232787"/>
                  </a:lnTo>
                  <a:lnTo>
                    <a:pt x="164219" y="232165"/>
                  </a:lnTo>
                  <a:lnTo>
                    <a:pt x="163707" y="231859"/>
                  </a:lnTo>
                  <a:lnTo>
                    <a:pt x="163412" y="231849"/>
                  </a:lnTo>
                  <a:lnTo>
                    <a:pt x="163032" y="231119"/>
                  </a:lnTo>
                  <a:lnTo>
                    <a:pt x="163056" y="230920"/>
                  </a:lnTo>
                  <a:lnTo>
                    <a:pt x="163025" y="230661"/>
                  </a:lnTo>
                  <a:lnTo>
                    <a:pt x="162676" y="230372"/>
                  </a:lnTo>
                  <a:lnTo>
                    <a:pt x="162580" y="230178"/>
                  </a:lnTo>
                  <a:lnTo>
                    <a:pt x="162922" y="229574"/>
                  </a:lnTo>
                  <a:lnTo>
                    <a:pt x="163158" y="229213"/>
                  </a:lnTo>
                  <a:lnTo>
                    <a:pt x="163461" y="228495"/>
                  </a:lnTo>
                  <a:lnTo>
                    <a:pt x="163879" y="228236"/>
                  </a:lnTo>
                  <a:lnTo>
                    <a:pt x="164331" y="228061"/>
                  </a:lnTo>
                  <a:lnTo>
                    <a:pt x="164196" y="227702"/>
                  </a:lnTo>
                  <a:lnTo>
                    <a:pt x="164686" y="227222"/>
                  </a:lnTo>
                  <a:lnTo>
                    <a:pt x="164772" y="226817"/>
                  </a:lnTo>
                  <a:lnTo>
                    <a:pt x="165168" y="226390"/>
                  </a:lnTo>
                  <a:lnTo>
                    <a:pt x="165667" y="226086"/>
                  </a:lnTo>
                  <a:lnTo>
                    <a:pt x="165544" y="225555"/>
                  </a:lnTo>
                  <a:lnTo>
                    <a:pt x="164860" y="224793"/>
                  </a:lnTo>
                  <a:lnTo>
                    <a:pt x="165119" y="224553"/>
                  </a:lnTo>
                  <a:lnTo>
                    <a:pt x="165038" y="224421"/>
                  </a:lnTo>
                  <a:lnTo>
                    <a:pt x="164871" y="224465"/>
                  </a:lnTo>
                  <a:lnTo>
                    <a:pt x="164714" y="224532"/>
                  </a:lnTo>
                  <a:lnTo>
                    <a:pt x="164378" y="224679"/>
                  </a:lnTo>
                  <a:lnTo>
                    <a:pt x="164215" y="224708"/>
                  </a:lnTo>
                  <a:lnTo>
                    <a:pt x="164002" y="224785"/>
                  </a:lnTo>
                  <a:lnTo>
                    <a:pt x="163829" y="224863"/>
                  </a:lnTo>
                  <a:lnTo>
                    <a:pt x="163222" y="224959"/>
                  </a:lnTo>
                  <a:lnTo>
                    <a:pt x="163298" y="224311"/>
                  </a:lnTo>
                  <a:lnTo>
                    <a:pt x="163028" y="223988"/>
                  </a:lnTo>
                  <a:lnTo>
                    <a:pt x="162886" y="223854"/>
                  </a:lnTo>
                  <a:lnTo>
                    <a:pt x="163329" y="223617"/>
                  </a:lnTo>
                  <a:lnTo>
                    <a:pt x="164288" y="223433"/>
                  </a:lnTo>
                  <a:lnTo>
                    <a:pt x="164729" y="223089"/>
                  </a:lnTo>
                  <a:lnTo>
                    <a:pt x="165045" y="223130"/>
                  </a:lnTo>
                  <a:lnTo>
                    <a:pt x="165232" y="223123"/>
                  </a:lnTo>
                  <a:lnTo>
                    <a:pt x="165744" y="222542"/>
                  </a:lnTo>
                  <a:lnTo>
                    <a:pt x="166105" y="222223"/>
                  </a:lnTo>
                  <a:lnTo>
                    <a:pt x="166325" y="222074"/>
                  </a:lnTo>
                  <a:lnTo>
                    <a:pt x="166669" y="221897"/>
                  </a:lnTo>
                  <a:lnTo>
                    <a:pt x="167052" y="221661"/>
                  </a:lnTo>
                  <a:lnTo>
                    <a:pt x="167612" y="221413"/>
                  </a:lnTo>
                  <a:lnTo>
                    <a:pt x="167790" y="221272"/>
                  </a:lnTo>
                  <a:lnTo>
                    <a:pt x="168095" y="221007"/>
                  </a:lnTo>
                  <a:lnTo>
                    <a:pt x="168497" y="220508"/>
                  </a:lnTo>
                  <a:lnTo>
                    <a:pt x="168627" y="220485"/>
                  </a:lnTo>
                  <a:lnTo>
                    <a:pt x="168812" y="220440"/>
                  </a:lnTo>
                  <a:lnTo>
                    <a:pt x="169100" y="220314"/>
                  </a:lnTo>
                  <a:lnTo>
                    <a:pt x="169261" y="219873"/>
                  </a:lnTo>
                  <a:lnTo>
                    <a:pt x="169071" y="219590"/>
                  </a:lnTo>
                  <a:lnTo>
                    <a:pt x="168949" y="219045"/>
                  </a:lnTo>
                  <a:lnTo>
                    <a:pt x="168593" y="218907"/>
                  </a:lnTo>
                  <a:lnTo>
                    <a:pt x="168404" y="218850"/>
                  </a:lnTo>
                  <a:lnTo>
                    <a:pt x="168036" y="218218"/>
                  </a:lnTo>
                  <a:lnTo>
                    <a:pt x="168870" y="217803"/>
                  </a:lnTo>
                  <a:lnTo>
                    <a:pt x="169113" y="217358"/>
                  </a:lnTo>
                  <a:lnTo>
                    <a:pt x="169874" y="217290"/>
                  </a:lnTo>
                  <a:lnTo>
                    <a:pt x="170104" y="217129"/>
                  </a:lnTo>
                  <a:lnTo>
                    <a:pt x="170264" y="216901"/>
                  </a:lnTo>
                  <a:lnTo>
                    <a:pt x="170438" y="216533"/>
                  </a:lnTo>
                  <a:lnTo>
                    <a:pt x="170444" y="215787"/>
                  </a:lnTo>
                  <a:lnTo>
                    <a:pt x="170303" y="215628"/>
                  </a:lnTo>
                  <a:lnTo>
                    <a:pt x="170232" y="215300"/>
                  </a:lnTo>
                  <a:lnTo>
                    <a:pt x="170472" y="215112"/>
                  </a:lnTo>
                  <a:lnTo>
                    <a:pt x="170742" y="214919"/>
                  </a:lnTo>
                  <a:lnTo>
                    <a:pt x="170817" y="214634"/>
                  </a:lnTo>
                  <a:lnTo>
                    <a:pt x="170819" y="214506"/>
                  </a:lnTo>
                  <a:lnTo>
                    <a:pt x="170716" y="214112"/>
                  </a:lnTo>
                  <a:lnTo>
                    <a:pt x="170208" y="214132"/>
                  </a:lnTo>
                  <a:lnTo>
                    <a:pt x="170034" y="214258"/>
                  </a:lnTo>
                  <a:lnTo>
                    <a:pt x="169854" y="214233"/>
                  </a:lnTo>
                  <a:lnTo>
                    <a:pt x="169674" y="214081"/>
                  </a:lnTo>
                  <a:lnTo>
                    <a:pt x="169589" y="213677"/>
                  </a:lnTo>
                  <a:lnTo>
                    <a:pt x="169395" y="213425"/>
                  </a:lnTo>
                  <a:lnTo>
                    <a:pt x="169462" y="213087"/>
                  </a:lnTo>
                  <a:lnTo>
                    <a:pt x="169632" y="213018"/>
                  </a:lnTo>
                  <a:lnTo>
                    <a:pt x="170130" y="212953"/>
                  </a:lnTo>
                  <a:lnTo>
                    <a:pt x="170366" y="212886"/>
                  </a:lnTo>
                  <a:lnTo>
                    <a:pt x="170632" y="212761"/>
                  </a:lnTo>
                  <a:lnTo>
                    <a:pt x="170804" y="212506"/>
                  </a:lnTo>
                  <a:lnTo>
                    <a:pt x="170946" y="212384"/>
                  </a:lnTo>
                  <a:lnTo>
                    <a:pt x="171333" y="212391"/>
                  </a:lnTo>
                  <a:lnTo>
                    <a:pt x="171744" y="212739"/>
                  </a:lnTo>
                  <a:lnTo>
                    <a:pt x="172332" y="212510"/>
                  </a:lnTo>
                  <a:lnTo>
                    <a:pt x="172792" y="212622"/>
                  </a:lnTo>
                  <a:lnTo>
                    <a:pt x="173099" y="212306"/>
                  </a:lnTo>
                  <a:lnTo>
                    <a:pt x="173496" y="212541"/>
                  </a:lnTo>
                  <a:lnTo>
                    <a:pt x="173626" y="212514"/>
                  </a:lnTo>
                  <a:lnTo>
                    <a:pt x="174088" y="212383"/>
                  </a:lnTo>
                  <a:lnTo>
                    <a:pt x="174801" y="212388"/>
                  </a:lnTo>
                  <a:lnTo>
                    <a:pt x="174978" y="212329"/>
                  </a:lnTo>
                  <a:lnTo>
                    <a:pt x="175558" y="211879"/>
                  </a:lnTo>
                  <a:lnTo>
                    <a:pt x="175258" y="211440"/>
                  </a:lnTo>
                  <a:lnTo>
                    <a:pt x="175240" y="211295"/>
                  </a:lnTo>
                  <a:lnTo>
                    <a:pt x="175254" y="210899"/>
                  </a:lnTo>
                  <a:lnTo>
                    <a:pt x="175607" y="210626"/>
                  </a:lnTo>
                  <a:lnTo>
                    <a:pt x="176064" y="210670"/>
                  </a:lnTo>
                  <a:lnTo>
                    <a:pt x="176343" y="210767"/>
                  </a:lnTo>
                  <a:lnTo>
                    <a:pt x="176680" y="210778"/>
                  </a:lnTo>
                  <a:lnTo>
                    <a:pt x="177131" y="210591"/>
                  </a:lnTo>
                  <a:lnTo>
                    <a:pt x="177219" y="210160"/>
                  </a:lnTo>
                  <a:lnTo>
                    <a:pt x="177016" y="209834"/>
                  </a:lnTo>
                  <a:lnTo>
                    <a:pt x="176751" y="209534"/>
                  </a:lnTo>
                  <a:lnTo>
                    <a:pt x="176977" y="209508"/>
                  </a:lnTo>
                  <a:lnTo>
                    <a:pt x="177182" y="209092"/>
                  </a:lnTo>
                  <a:lnTo>
                    <a:pt x="177242" y="208564"/>
                  </a:lnTo>
                  <a:lnTo>
                    <a:pt x="178667" y="207245"/>
                  </a:lnTo>
                  <a:lnTo>
                    <a:pt x="178957" y="206894"/>
                  </a:lnTo>
                  <a:lnTo>
                    <a:pt x="179336" y="206791"/>
                  </a:lnTo>
                  <a:lnTo>
                    <a:pt x="179626" y="206907"/>
                  </a:lnTo>
                  <a:lnTo>
                    <a:pt x="180162" y="207402"/>
                  </a:lnTo>
                  <a:lnTo>
                    <a:pt x="180187" y="206978"/>
                  </a:lnTo>
                  <a:lnTo>
                    <a:pt x="180170" y="206787"/>
                  </a:lnTo>
                  <a:lnTo>
                    <a:pt x="180657" y="206543"/>
                  </a:lnTo>
                  <a:lnTo>
                    <a:pt x="181216" y="206101"/>
                  </a:lnTo>
                  <a:lnTo>
                    <a:pt x="181578" y="205935"/>
                  </a:lnTo>
                  <a:lnTo>
                    <a:pt x="182342" y="205382"/>
                  </a:lnTo>
                  <a:lnTo>
                    <a:pt x="183163" y="205170"/>
                  </a:lnTo>
                  <a:lnTo>
                    <a:pt x="183064" y="205042"/>
                  </a:lnTo>
                  <a:lnTo>
                    <a:pt x="182699" y="204877"/>
                  </a:lnTo>
                  <a:lnTo>
                    <a:pt x="182440" y="204577"/>
                  </a:lnTo>
                  <a:lnTo>
                    <a:pt x="182204" y="204338"/>
                  </a:lnTo>
                  <a:lnTo>
                    <a:pt x="182108" y="203975"/>
                  </a:lnTo>
                  <a:lnTo>
                    <a:pt x="182336" y="203862"/>
                  </a:lnTo>
                  <a:lnTo>
                    <a:pt x="182390" y="203650"/>
                  </a:lnTo>
                  <a:lnTo>
                    <a:pt x="182349" y="203392"/>
                  </a:lnTo>
                  <a:lnTo>
                    <a:pt x="181638" y="202378"/>
                  </a:lnTo>
                  <a:lnTo>
                    <a:pt x="182286" y="201779"/>
                  </a:lnTo>
                  <a:lnTo>
                    <a:pt x="182492" y="201637"/>
                  </a:lnTo>
                  <a:lnTo>
                    <a:pt x="182784" y="201391"/>
                  </a:lnTo>
                  <a:lnTo>
                    <a:pt x="182537" y="201356"/>
                  </a:lnTo>
                  <a:lnTo>
                    <a:pt x="182024" y="201201"/>
                  </a:lnTo>
                  <a:lnTo>
                    <a:pt x="181839" y="201075"/>
                  </a:lnTo>
                  <a:lnTo>
                    <a:pt x="181517" y="200886"/>
                  </a:lnTo>
                  <a:lnTo>
                    <a:pt x="181272" y="200759"/>
                  </a:lnTo>
                  <a:lnTo>
                    <a:pt x="180921" y="200538"/>
                  </a:lnTo>
                  <a:lnTo>
                    <a:pt x="180788" y="200403"/>
                  </a:lnTo>
                  <a:lnTo>
                    <a:pt x="179648" y="200147"/>
                  </a:lnTo>
                  <a:lnTo>
                    <a:pt x="179706" y="199886"/>
                  </a:lnTo>
                  <a:lnTo>
                    <a:pt x="179974" y="199490"/>
                  </a:lnTo>
                  <a:lnTo>
                    <a:pt x="180065" y="199265"/>
                  </a:lnTo>
                  <a:lnTo>
                    <a:pt x="179930" y="198999"/>
                  </a:lnTo>
                  <a:lnTo>
                    <a:pt x="179618" y="199002"/>
                  </a:lnTo>
                  <a:lnTo>
                    <a:pt x="179410" y="199103"/>
                  </a:lnTo>
                  <a:lnTo>
                    <a:pt x="179157" y="199138"/>
                  </a:lnTo>
                  <a:lnTo>
                    <a:pt x="178771" y="199122"/>
                  </a:lnTo>
                  <a:lnTo>
                    <a:pt x="178494" y="199056"/>
                  </a:lnTo>
                  <a:lnTo>
                    <a:pt x="178237" y="198888"/>
                  </a:lnTo>
                  <a:lnTo>
                    <a:pt x="178092" y="198792"/>
                  </a:lnTo>
                  <a:lnTo>
                    <a:pt x="177527" y="198529"/>
                  </a:lnTo>
                  <a:lnTo>
                    <a:pt x="177262" y="198334"/>
                  </a:lnTo>
                  <a:lnTo>
                    <a:pt x="177117" y="197756"/>
                  </a:lnTo>
                  <a:lnTo>
                    <a:pt x="177039" y="197594"/>
                  </a:lnTo>
                  <a:lnTo>
                    <a:pt x="176983" y="197247"/>
                  </a:lnTo>
                  <a:lnTo>
                    <a:pt x="176443" y="197269"/>
                  </a:lnTo>
                  <a:lnTo>
                    <a:pt x="176116" y="197217"/>
                  </a:lnTo>
                  <a:lnTo>
                    <a:pt x="175922" y="197104"/>
                  </a:lnTo>
                  <a:lnTo>
                    <a:pt x="175393" y="196839"/>
                  </a:lnTo>
                  <a:lnTo>
                    <a:pt x="175052" y="196431"/>
                  </a:lnTo>
                  <a:lnTo>
                    <a:pt x="175012" y="196254"/>
                  </a:lnTo>
                  <a:lnTo>
                    <a:pt x="174817" y="196060"/>
                  </a:lnTo>
                  <a:lnTo>
                    <a:pt x="174644" y="195834"/>
                  </a:lnTo>
                  <a:lnTo>
                    <a:pt x="174426" y="195546"/>
                  </a:lnTo>
                  <a:lnTo>
                    <a:pt x="173907" y="194805"/>
                  </a:lnTo>
                  <a:lnTo>
                    <a:pt x="173649" y="194659"/>
                  </a:lnTo>
                  <a:lnTo>
                    <a:pt x="173185" y="194738"/>
                  </a:lnTo>
                  <a:lnTo>
                    <a:pt x="172998" y="194222"/>
                  </a:lnTo>
                  <a:lnTo>
                    <a:pt x="173084" y="193890"/>
                  </a:lnTo>
                  <a:lnTo>
                    <a:pt x="173172" y="193600"/>
                  </a:lnTo>
                  <a:lnTo>
                    <a:pt x="173089" y="193277"/>
                  </a:lnTo>
                  <a:lnTo>
                    <a:pt x="172772" y="192591"/>
                  </a:lnTo>
                  <a:lnTo>
                    <a:pt x="172215" y="192107"/>
                  </a:lnTo>
                  <a:lnTo>
                    <a:pt x="172425" y="191627"/>
                  </a:lnTo>
                  <a:lnTo>
                    <a:pt x="172661" y="191582"/>
                  </a:lnTo>
                  <a:lnTo>
                    <a:pt x="173117" y="191251"/>
                  </a:lnTo>
                  <a:lnTo>
                    <a:pt x="173387" y="191191"/>
                  </a:lnTo>
                  <a:lnTo>
                    <a:pt x="174039" y="190904"/>
                  </a:lnTo>
                  <a:lnTo>
                    <a:pt x="174422" y="191247"/>
                  </a:lnTo>
                  <a:lnTo>
                    <a:pt x="174733" y="191447"/>
                  </a:lnTo>
                  <a:lnTo>
                    <a:pt x="175462" y="191822"/>
                  </a:lnTo>
                  <a:lnTo>
                    <a:pt x="175821" y="191783"/>
                  </a:lnTo>
                  <a:lnTo>
                    <a:pt x="176278" y="191454"/>
                  </a:lnTo>
                  <a:lnTo>
                    <a:pt x="176080" y="190953"/>
                  </a:lnTo>
                  <a:lnTo>
                    <a:pt x="175395" y="190600"/>
                  </a:lnTo>
                  <a:lnTo>
                    <a:pt x="175208" y="190450"/>
                  </a:lnTo>
                  <a:lnTo>
                    <a:pt x="174723" y="189987"/>
                  </a:lnTo>
                  <a:lnTo>
                    <a:pt x="175418" y="189456"/>
                  </a:lnTo>
                  <a:lnTo>
                    <a:pt x="175810" y="189433"/>
                  </a:lnTo>
                  <a:lnTo>
                    <a:pt x="176007" y="189307"/>
                  </a:lnTo>
                  <a:lnTo>
                    <a:pt x="175443" y="188185"/>
                  </a:lnTo>
                  <a:lnTo>
                    <a:pt x="175370" y="187829"/>
                  </a:lnTo>
                  <a:lnTo>
                    <a:pt x="175679" y="187664"/>
                  </a:lnTo>
                  <a:lnTo>
                    <a:pt x="175960" y="187645"/>
                  </a:lnTo>
                  <a:lnTo>
                    <a:pt x="176295" y="187558"/>
                  </a:lnTo>
                  <a:lnTo>
                    <a:pt x="176431" y="187431"/>
                  </a:lnTo>
                  <a:lnTo>
                    <a:pt x="176739" y="187502"/>
                  </a:lnTo>
                  <a:lnTo>
                    <a:pt x="176950" y="187620"/>
                  </a:lnTo>
                  <a:lnTo>
                    <a:pt x="177448" y="187796"/>
                  </a:lnTo>
                  <a:lnTo>
                    <a:pt x="177630" y="187823"/>
                  </a:lnTo>
                  <a:lnTo>
                    <a:pt x="178291" y="187964"/>
                  </a:lnTo>
                  <a:lnTo>
                    <a:pt x="178483" y="188047"/>
                  </a:lnTo>
                  <a:lnTo>
                    <a:pt x="178629" y="188091"/>
                  </a:lnTo>
                  <a:lnTo>
                    <a:pt x="178964" y="187887"/>
                  </a:lnTo>
                  <a:lnTo>
                    <a:pt x="179567" y="187280"/>
                  </a:lnTo>
                  <a:lnTo>
                    <a:pt x="179581" y="186973"/>
                  </a:lnTo>
                  <a:lnTo>
                    <a:pt x="179448" y="186792"/>
                  </a:lnTo>
                  <a:lnTo>
                    <a:pt x="179124" y="186659"/>
                  </a:lnTo>
                  <a:lnTo>
                    <a:pt x="178656" y="186120"/>
                  </a:lnTo>
                  <a:lnTo>
                    <a:pt x="178523" y="185855"/>
                  </a:lnTo>
                  <a:lnTo>
                    <a:pt x="178444" y="185696"/>
                  </a:lnTo>
                  <a:lnTo>
                    <a:pt x="178275" y="185361"/>
                  </a:lnTo>
                  <a:lnTo>
                    <a:pt x="178008" y="184840"/>
                  </a:lnTo>
                  <a:lnTo>
                    <a:pt x="177900" y="184692"/>
                  </a:lnTo>
                  <a:lnTo>
                    <a:pt x="177553" y="184402"/>
                  </a:lnTo>
                  <a:lnTo>
                    <a:pt x="177219" y="184224"/>
                  </a:lnTo>
                  <a:lnTo>
                    <a:pt x="177023" y="184119"/>
                  </a:lnTo>
                  <a:lnTo>
                    <a:pt x="176934" y="184038"/>
                  </a:lnTo>
                  <a:lnTo>
                    <a:pt x="177026" y="183825"/>
                  </a:lnTo>
                  <a:lnTo>
                    <a:pt x="176675" y="183496"/>
                  </a:lnTo>
                  <a:lnTo>
                    <a:pt x="176449" y="183037"/>
                  </a:lnTo>
                  <a:lnTo>
                    <a:pt x="176997" y="182719"/>
                  </a:lnTo>
                  <a:lnTo>
                    <a:pt x="177613" y="182279"/>
                  </a:lnTo>
                  <a:lnTo>
                    <a:pt x="177912" y="182304"/>
                  </a:lnTo>
                  <a:lnTo>
                    <a:pt x="178415" y="182530"/>
                  </a:lnTo>
                  <a:lnTo>
                    <a:pt x="178882" y="182402"/>
                  </a:lnTo>
                  <a:lnTo>
                    <a:pt x="179297" y="182551"/>
                  </a:lnTo>
                  <a:lnTo>
                    <a:pt x="179501" y="182702"/>
                  </a:lnTo>
                  <a:lnTo>
                    <a:pt x="179811" y="182859"/>
                  </a:lnTo>
                  <a:lnTo>
                    <a:pt x="180235" y="182788"/>
                  </a:lnTo>
                  <a:lnTo>
                    <a:pt x="180855" y="182543"/>
                  </a:lnTo>
                  <a:lnTo>
                    <a:pt x="181115" y="182261"/>
                  </a:lnTo>
                  <a:lnTo>
                    <a:pt x="181457" y="182158"/>
                  </a:lnTo>
                  <a:lnTo>
                    <a:pt x="181890" y="182065"/>
                  </a:lnTo>
                  <a:lnTo>
                    <a:pt x="182214" y="182277"/>
                  </a:lnTo>
                  <a:lnTo>
                    <a:pt x="182445" y="182416"/>
                  </a:lnTo>
                  <a:close/>
                </a:path>
              </a:pathLst>
            </a:custGeom>
            <a:solidFill>
              <a:srgbClr val="C1DEEC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6932830" y="194245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6933764" y="1942108"/>
              <a:ext cx="183390" cy="182880"/>
            </a:xfrm>
            <a:custGeom>
              <a:avLst/>
              <a:pathLst>
                <a:path w="183390" h="182880">
                  <a:moveTo>
                    <a:pt x="182879" y="182880"/>
                  </a:moveTo>
                  <a:lnTo>
                    <a:pt x="183029" y="182651"/>
                  </a:lnTo>
                  <a:lnTo>
                    <a:pt x="183390" y="18255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6943204" y="193650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6949652" y="1934632"/>
              <a:ext cx="182879" cy="183065"/>
            </a:xfrm>
            <a:custGeom>
              <a:avLst/>
              <a:pathLst>
                <a:path w="182879" h="183065">
                  <a:moveTo>
                    <a:pt x="182879" y="182880"/>
                  </a:moveTo>
                  <a:lnTo>
                    <a:pt x="182761" y="182943"/>
                  </a:lnTo>
                  <a:lnTo>
                    <a:pt x="182400" y="183065"/>
                  </a:lnTo>
                  <a:lnTo>
                    <a:pt x="182237" y="182676"/>
                  </a:lnTo>
                  <a:lnTo>
                    <a:pt x="182387" y="18269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6948080" y="193423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6949611" y="1933902"/>
              <a:ext cx="183080" cy="183091"/>
            </a:xfrm>
            <a:custGeom>
              <a:avLst/>
              <a:pathLst>
                <a:path w="183080" h="183091">
                  <a:moveTo>
                    <a:pt x="182879" y="182880"/>
                  </a:moveTo>
                  <a:lnTo>
                    <a:pt x="183080" y="18309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6947660" y="193367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6938936" y="192809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6966011" y="1909916"/>
              <a:ext cx="183037" cy="183697"/>
            </a:xfrm>
            <a:custGeom>
              <a:avLst/>
              <a:pathLst>
                <a:path w="183037" h="183697">
                  <a:moveTo>
                    <a:pt x="182879" y="182880"/>
                  </a:moveTo>
                  <a:lnTo>
                    <a:pt x="183037" y="183001"/>
                  </a:lnTo>
                  <a:lnTo>
                    <a:pt x="182886" y="183697"/>
                  </a:lnTo>
                  <a:lnTo>
                    <a:pt x="182810" y="18334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6966750" y="1907901"/>
              <a:ext cx="183226" cy="182934"/>
            </a:xfrm>
            <a:custGeom>
              <a:avLst/>
              <a:pathLst>
                <a:path w="183226" h="182934">
                  <a:moveTo>
                    <a:pt x="182879" y="182880"/>
                  </a:moveTo>
                  <a:lnTo>
                    <a:pt x="182792" y="182476"/>
                  </a:lnTo>
                  <a:lnTo>
                    <a:pt x="183226" y="18293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6957198" y="1907036"/>
              <a:ext cx="183220" cy="183109"/>
            </a:xfrm>
            <a:custGeom>
              <a:avLst/>
              <a:pathLst>
                <a:path w="183220" h="183109">
                  <a:moveTo>
                    <a:pt x="182879" y="182880"/>
                  </a:moveTo>
                  <a:lnTo>
                    <a:pt x="183220" y="182982"/>
                  </a:lnTo>
                  <a:lnTo>
                    <a:pt x="182852" y="183109"/>
                  </a:lnTo>
                  <a:lnTo>
                    <a:pt x="182488" y="18295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6958900" y="1906599"/>
              <a:ext cx="183604" cy="183495"/>
            </a:xfrm>
            <a:custGeom>
              <a:avLst/>
              <a:pathLst>
                <a:path w="183604" h="183495">
                  <a:moveTo>
                    <a:pt x="182879" y="182880"/>
                  </a:moveTo>
                  <a:lnTo>
                    <a:pt x="183604" y="183026"/>
                  </a:lnTo>
                  <a:lnTo>
                    <a:pt x="183503" y="183312"/>
                  </a:lnTo>
                  <a:lnTo>
                    <a:pt x="183348" y="183316"/>
                  </a:lnTo>
                  <a:lnTo>
                    <a:pt x="182780" y="183495"/>
                  </a:lnTo>
                  <a:lnTo>
                    <a:pt x="182016" y="183228"/>
                  </a:lnTo>
                  <a:lnTo>
                    <a:pt x="182207" y="18312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6969922" y="1906520"/>
              <a:ext cx="183734" cy="183452"/>
            </a:xfrm>
            <a:custGeom>
              <a:avLst/>
              <a:pathLst>
                <a:path w="183734" h="183452">
                  <a:moveTo>
                    <a:pt x="182879" y="182880"/>
                  </a:moveTo>
                  <a:lnTo>
                    <a:pt x="182278" y="183218"/>
                  </a:lnTo>
                  <a:lnTo>
                    <a:pt x="182085" y="183452"/>
                  </a:lnTo>
                  <a:lnTo>
                    <a:pt x="181587" y="183157"/>
                  </a:lnTo>
                  <a:lnTo>
                    <a:pt x="181892" y="182838"/>
                  </a:lnTo>
                  <a:lnTo>
                    <a:pt x="181784" y="182577"/>
                  </a:lnTo>
                  <a:lnTo>
                    <a:pt x="182003" y="182541"/>
                  </a:lnTo>
                  <a:lnTo>
                    <a:pt x="182151" y="182482"/>
                  </a:lnTo>
                  <a:lnTo>
                    <a:pt x="182228" y="182092"/>
                  </a:lnTo>
                  <a:lnTo>
                    <a:pt x="182419" y="181540"/>
                  </a:lnTo>
                  <a:lnTo>
                    <a:pt x="182912" y="181378"/>
                  </a:lnTo>
                  <a:lnTo>
                    <a:pt x="183089" y="181400"/>
                  </a:lnTo>
                  <a:lnTo>
                    <a:pt x="183444" y="181676"/>
                  </a:lnTo>
                  <a:lnTo>
                    <a:pt x="183734" y="181802"/>
                  </a:lnTo>
                  <a:lnTo>
                    <a:pt x="183706" y="182058"/>
                  </a:lnTo>
                  <a:lnTo>
                    <a:pt x="183249" y="18258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6962514" y="1905363"/>
              <a:ext cx="183565" cy="183048"/>
            </a:xfrm>
            <a:custGeom>
              <a:avLst/>
              <a:pathLst>
                <a:path w="183565" h="183048">
                  <a:moveTo>
                    <a:pt x="182879" y="182880"/>
                  </a:moveTo>
                  <a:lnTo>
                    <a:pt x="182896" y="182695"/>
                  </a:lnTo>
                  <a:lnTo>
                    <a:pt x="182974" y="182470"/>
                  </a:lnTo>
                  <a:lnTo>
                    <a:pt x="183195" y="182405"/>
                  </a:lnTo>
                  <a:lnTo>
                    <a:pt x="183532" y="182774"/>
                  </a:lnTo>
                  <a:lnTo>
                    <a:pt x="183565" y="182918"/>
                  </a:lnTo>
                  <a:lnTo>
                    <a:pt x="183492" y="183048"/>
                  </a:lnTo>
                  <a:lnTo>
                    <a:pt x="183265" y="182992"/>
                  </a:lnTo>
                  <a:lnTo>
                    <a:pt x="183069" y="18297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6977716" y="1902780"/>
              <a:ext cx="183515" cy="188002"/>
            </a:xfrm>
            <a:custGeom>
              <a:avLst/>
              <a:pathLst>
                <a:path w="183515" h="188002">
                  <a:moveTo>
                    <a:pt x="182879" y="182880"/>
                  </a:moveTo>
                  <a:lnTo>
                    <a:pt x="182934" y="183204"/>
                  </a:lnTo>
                  <a:lnTo>
                    <a:pt x="183418" y="184127"/>
                  </a:lnTo>
                  <a:lnTo>
                    <a:pt x="183417" y="184454"/>
                  </a:lnTo>
                  <a:lnTo>
                    <a:pt x="183429" y="184616"/>
                  </a:lnTo>
                  <a:lnTo>
                    <a:pt x="183515" y="185000"/>
                  </a:lnTo>
                  <a:lnTo>
                    <a:pt x="183388" y="185956"/>
                  </a:lnTo>
                  <a:lnTo>
                    <a:pt x="183404" y="186347"/>
                  </a:lnTo>
                  <a:lnTo>
                    <a:pt x="183184" y="186542"/>
                  </a:lnTo>
                  <a:lnTo>
                    <a:pt x="182868" y="186788"/>
                  </a:lnTo>
                  <a:lnTo>
                    <a:pt x="182637" y="186913"/>
                  </a:lnTo>
                  <a:lnTo>
                    <a:pt x="182380" y="187099"/>
                  </a:lnTo>
                  <a:lnTo>
                    <a:pt x="182103" y="187067"/>
                  </a:lnTo>
                  <a:lnTo>
                    <a:pt x="182336" y="186983"/>
                  </a:lnTo>
                  <a:lnTo>
                    <a:pt x="182367" y="186826"/>
                  </a:lnTo>
                  <a:lnTo>
                    <a:pt x="182269" y="186569"/>
                  </a:lnTo>
                  <a:lnTo>
                    <a:pt x="182133" y="186412"/>
                  </a:lnTo>
                  <a:lnTo>
                    <a:pt x="181892" y="186291"/>
                  </a:lnTo>
                  <a:lnTo>
                    <a:pt x="181323" y="186004"/>
                  </a:lnTo>
                  <a:lnTo>
                    <a:pt x="181037" y="185877"/>
                  </a:lnTo>
                  <a:lnTo>
                    <a:pt x="180865" y="185862"/>
                  </a:lnTo>
                  <a:lnTo>
                    <a:pt x="180487" y="185895"/>
                  </a:lnTo>
                  <a:lnTo>
                    <a:pt x="180063" y="185997"/>
                  </a:lnTo>
                  <a:lnTo>
                    <a:pt x="179577" y="186230"/>
                  </a:lnTo>
                  <a:lnTo>
                    <a:pt x="179325" y="186382"/>
                  </a:lnTo>
                  <a:lnTo>
                    <a:pt x="179108" y="186549"/>
                  </a:lnTo>
                  <a:lnTo>
                    <a:pt x="178916" y="186770"/>
                  </a:lnTo>
                  <a:lnTo>
                    <a:pt x="178563" y="187386"/>
                  </a:lnTo>
                  <a:lnTo>
                    <a:pt x="178517" y="187652"/>
                  </a:lnTo>
                  <a:lnTo>
                    <a:pt x="178252" y="188002"/>
                  </a:lnTo>
                  <a:lnTo>
                    <a:pt x="177804" y="187890"/>
                  </a:lnTo>
                  <a:lnTo>
                    <a:pt x="177435" y="187675"/>
                  </a:lnTo>
                  <a:lnTo>
                    <a:pt x="177209" y="187596"/>
                  </a:lnTo>
                  <a:lnTo>
                    <a:pt x="176844" y="187311"/>
                  </a:lnTo>
                  <a:lnTo>
                    <a:pt x="176497" y="186765"/>
                  </a:lnTo>
                  <a:lnTo>
                    <a:pt x="176767" y="186724"/>
                  </a:lnTo>
                  <a:lnTo>
                    <a:pt x="177203" y="186636"/>
                  </a:lnTo>
                  <a:lnTo>
                    <a:pt x="177487" y="186304"/>
                  </a:lnTo>
                  <a:lnTo>
                    <a:pt x="177552" y="186003"/>
                  </a:lnTo>
                  <a:lnTo>
                    <a:pt x="177540" y="185636"/>
                  </a:lnTo>
                  <a:lnTo>
                    <a:pt x="177360" y="185157"/>
                  </a:lnTo>
                  <a:lnTo>
                    <a:pt x="177020" y="184562"/>
                  </a:lnTo>
                  <a:lnTo>
                    <a:pt x="176759" y="184334"/>
                  </a:lnTo>
                  <a:lnTo>
                    <a:pt x="176819" y="184152"/>
                  </a:lnTo>
                  <a:lnTo>
                    <a:pt x="177009" y="183919"/>
                  </a:lnTo>
                  <a:lnTo>
                    <a:pt x="177314" y="183683"/>
                  </a:lnTo>
                  <a:lnTo>
                    <a:pt x="177964" y="183680"/>
                  </a:lnTo>
                  <a:lnTo>
                    <a:pt x="178394" y="184121"/>
                  </a:lnTo>
                  <a:lnTo>
                    <a:pt x="178740" y="184389"/>
                  </a:lnTo>
                  <a:lnTo>
                    <a:pt x="179160" y="184614"/>
                  </a:lnTo>
                  <a:lnTo>
                    <a:pt x="179708" y="184732"/>
                  </a:lnTo>
                  <a:lnTo>
                    <a:pt x="179933" y="184769"/>
                  </a:lnTo>
                  <a:lnTo>
                    <a:pt x="180171" y="184770"/>
                  </a:lnTo>
                  <a:lnTo>
                    <a:pt x="180538" y="184266"/>
                  </a:lnTo>
                  <a:lnTo>
                    <a:pt x="180522" y="184033"/>
                  </a:lnTo>
                  <a:lnTo>
                    <a:pt x="180600" y="183767"/>
                  </a:lnTo>
                  <a:lnTo>
                    <a:pt x="180872" y="183404"/>
                  </a:lnTo>
                  <a:lnTo>
                    <a:pt x="180851" y="183275"/>
                  </a:lnTo>
                  <a:lnTo>
                    <a:pt x="180818" y="182981"/>
                  </a:lnTo>
                  <a:lnTo>
                    <a:pt x="180819" y="182756"/>
                  </a:lnTo>
                  <a:lnTo>
                    <a:pt x="181174" y="182500"/>
                  </a:lnTo>
                  <a:lnTo>
                    <a:pt x="181496" y="182137"/>
                  </a:lnTo>
                  <a:lnTo>
                    <a:pt x="181493" y="181931"/>
                  </a:lnTo>
                  <a:lnTo>
                    <a:pt x="181782" y="181831"/>
                  </a:lnTo>
                  <a:lnTo>
                    <a:pt x="182149" y="182344"/>
                  </a:lnTo>
                  <a:lnTo>
                    <a:pt x="182220" y="182522"/>
                  </a:lnTo>
                  <a:lnTo>
                    <a:pt x="182341" y="182668"/>
                  </a:lnTo>
                  <a:lnTo>
                    <a:pt x="182512" y="182638"/>
                  </a:lnTo>
                  <a:lnTo>
                    <a:pt x="182756" y="18264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6967235" y="1901415"/>
              <a:ext cx="183706" cy="187757"/>
            </a:xfrm>
            <a:custGeom>
              <a:avLst/>
              <a:pathLst>
                <a:path w="183706" h="187757">
                  <a:moveTo>
                    <a:pt x="182879" y="182880"/>
                  </a:moveTo>
                  <a:lnTo>
                    <a:pt x="182841" y="182625"/>
                  </a:lnTo>
                  <a:lnTo>
                    <a:pt x="183245" y="182849"/>
                  </a:lnTo>
                  <a:lnTo>
                    <a:pt x="183439" y="182978"/>
                  </a:lnTo>
                  <a:lnTo>
                    <a:pt x="183550" y="183273"/>
                  </a:lnTo>
                  <a:lnTo>
                    <a:pt x="183558" y="183839"/>
                  </a:lnTo>
                  <a:lnTo>
                    <a:pt x="183574" y="184189"/>
                  </a:lnTo>
                  <a:lnTo>
                    <a:pt x="183593" y="184606"/>
                  </a:lnTo>
                  <a:lnTo>
                    <a:pt x="183706" y="185067"/>
                  </a:lnTo>
                  <a:lnTo>
                    <a:pt x="183658" y="185285"/>
                  </a:lnTo>
                  <a:lnTo>
                    <a:pt x="183261" y="185621"/>
                  </a:lnTo>
                  <a:lnTo>
                    <a:pt x="182894" y="186181"/>
                  </a:lnTo>
                  <a:lnTo>
                    <a:pt x="182505" y="186527"/>
                  </a:lnTo>
                  <a:lnTo>
                    <a:pt x="181830" y="187070"/>
                  </a:lnTo>
                  <a:lnTo>
                    <a:pt x="181308" y="187552"/>
                  </a:lnTo>
                  <a:lnTo>
                    <a:pt x="181180" y="187757"/>
                  </a:lnTo>
                  <a:lnTo>
                    <a:pt x="180673" y="187590"/>
                  </a:lnTo>
                  <a:lnTo>
                    <a:pt x="180526" y="187481"/>
                  </a:lnTo>
                  <a:lnTo>
                    <a:pt x="180137" y="187453"/>
                  </a:lnTo>
                  <a:lnTo>
                    <a:pt x="180001" y="187467"/>
                  </a:lnTo>
                  <a:lnTo>
                    <a:pt x="179740" y="187281"/>
                  </a:lnTo>
                  <a:lnTo>
                    <a:pt x="179371" y="187215"/>
                  </a:lnTo>
                  <a:lnTo>
                    <a:pt x="179243" y="187068"/>
                  </a:lnTo>
                  <a:lnTo>
                    <a:pt x="178910" y="186532"/>
                  </a:lnTo>
                  <a:lnTo>
                    <a:pt x="178762" y="186356"/>
                  </a:lnTo>
                  <a:lnTo>
                    <a:pt x="178673" y="186214"/>
                  </a:lnTo>
                  <a:lnTo>
                    <a:pt x="178667" y="185930"/>
                  </a:lnTo>
                  <a:lnTo>
                    <a:pt x="178798" y="185330"/>
                  </a:lnTo>
                  <a:lnTo>
                    <a:pt x="178763" y="185046"/>
                  </a:lnTo>
                  <a:lnTo>
                    <a:pt x="178842" y="184523"/>
                  </a:lnTo>
                  <a:lnTo>
                    <a:pt x="178913" y="184347"/>
                  </a:lnTo>
                  <a:lnTo>
                    <a:pt x="179102" y="183954"/>
                  </a:lnTo>
                  <a:lnTo>
                    <a:pt x="179236" y="183419"/>
                  </a:lnTo>
                  <a:lnTo>
                    <a:pt x="179484" y="182640"/>
                  </a:lnTo>
                  <a:lnTo>
                    <a:pt x="179700" y="182376"/>
                  </a:lnTo>
                  <a:lnTo>
                    <a:pt x="179839" y="182235"/>
                  </a:lnTo>
                  <a:lnTo>
                    <a:pt x="180033" y="182003"/>
                  </a:lnTo>
                  <a:lnTo>
                    <a:pt x="180406" y="181990"/>
                  </a:lnTo>
                  <a:lnTo>
                    <a:pt x="181547" y="181822"/>
                  </a:lnTo>
                  <a:lnTo>
                    <a:pt x="181760" y="182099"/>
                  </a:lnTo>
                  <a:lnTo>
                    <a:pt x="182058" y="182373"/>
                  </a:lnTo>
                  <a:lnTo>
                    <a:pt x="182293" y="182376"/>
                  </a:lnTo>
                  <a:lnTo>
                    <a:pt x="182470" y="182943"/>
                  </a:lnTo>
                  <a:lnTo>
                    <a:pt x="182627" y="183149"/>
                  </a:lnTo>
                  <a:lnTo>
                    <a:pt x="182479" y="183546"/>
                  </a:lnTo>
                  <a:lnTo>
                    <a:pt x="182333" y="183743"/>
                  </a:lnTo>
                  <a:lnTo>
                    <a:pt x="182525" y="183652"/>
                  </a:lnTo>
                  <a:lnTo>
                    <a:pt x="182659" y="183547"/>
                  </a:lnTo>
                  <a:lnTo>
                    <a:pt x="182948" y="18308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6973678" y="1899940"/>
              <a:ext cx="183972" cy="184228"/>
            </a:xfrm>
            <a:custGeom>
              <a:avLst/>
              <a:pathLst>
                <a:path w="183972" h="184228">
                  <a:moveTo>
                    <a:pt x="182879" y="182880"/>
                  </a:moveTo>
                  <a:lnTo>
                    <a:pt x="183149" y="182925"/>
                  </a:lnTo>
                  <a:lnTo>
                    <a:pt x="183625" y="183034"/>
                  </a:lnTo>
                  <a:lnTo>
                    <a:pt x="183876" y="183397"/>
                  </a:lnTo>
                  <a:lnTo>
                    <a:pt x="183527" y="183454"/>
                  </a:lnTo>
                  <a:lnTo>
                    <a:pt x="183346" y="183451"/>
                  </a:lnTo>
                  <a:lnTo>
                    <a:pt x="183086" y="183393"/>
                  </a:lnTo>
                  <a:lnTo>
                    <a:pt x="183323" y="183488"/>
                  </a:lnTo>
                  <a:lnTo>
                    <a:pt x="183538" y="183560"/>
                  </a:lnTo>
                  <a:lnTo>
                    <a:pt x="183746" y="183524"/>
                  </a:lnTo>
                  <a:lnTo>
                    <a:pt x="183972" y="183515"/>
                  </a:lnTo>
                  <a:lnTo>
                    <a:pt x="183328" y="184062"/>
                  </a:lnTo>
                  <a:lnTo>
                    <a:pt x="183057" y="184213"/>
                  </a:lnTo>
                  <a:lnTo>
                    <a:pt x="182657" y="184228"/>
                  </a:lnTo>
                  <a:lnTo>
                    <a:pt x="182818" y="183883"/>
                  </a:lnTo>
                  <a:lnTo>
                    <a:pt x="182556" y="184007"/>
                  </a:lnTo>
                  <a:lnTo>
                    <a:pt x="182277" y="183986"/>
                  </a:lnTo>
                  <a:lnTo>
                    <a:pt x="181806" y="183587"/>
                  </a:lnTo>
                  <a:lnTo>
                    <a:pt x="181670" y="183498"/>
                  </a:lnTo>
                  <a:lnTo>
                    <a:pt x="181369" y="183341"/>
                  </a:lnTo>
                  <a:lnTo>
                    <a:pt x="181284" y="183487"/>
                  </a:lnTo>
                  <a:lnTo>
                    <a:pt x="181043" y="183358"/>
                  </a:lnTo>
                  <a:lnTo>
                    <a:pt x="180855" y="183170"/>
                  </a:lnTo>
                  <a:lnTo>
                    <a:pt x="180903" y="182919"/>
                  </a:lnTo>
                  <a:lnTo>
                    <a:pt x="181546" y="182564"/>
                  </a:lnTo>
                  <a:lnTo>
                    <a:pt x="181921" y="182572"/>
                  </a:lnTo>
                  <a:lnTo>
                    <a:pt x="182349" y="18280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6990265" y="1888541"/>
              <a:ext cx="182953" cy="182880"/>
            </a:xfrm>
            <a:custGeom>
              <a:avLst/>
              <a:pathLst>
                <a:path w="182953" h="182880">
                  <a:moveTo>
                    <a:pt x="182879" y="182880"/>
                  </a:moveTo>
                  <a:lnTo>
                    <a:pt x="182742" y="182725"/>
                  </a:lnTo>
                  <a:lnTo>
                    <a:pt x="182953" y="18266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7000624" y="1877596"/>
              <a:ext cx="182879" cy="183018"/>
            </a:xfrm>
            <a:custGeom>
              <a:avLst/>
              <a:pathLst>
                <a:path w="182879" h="183018">
                  <a:moveTo>
                    <a:pt x="182879" y="182880"/>
                  </a:moveTo>
                  <a:lnTo>
                    <a:pt x="182676" y="183018"/>
                  </a:lnTo>
                  <a:lnTo>
                    <a:pt x="182610" y="18281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7000020" y="1873164"/>
              <a:ext cx="182879" cy="183153"/>
            </a:xfrm>
            <a:custGeom>
              <a:avLst/>
              <a:pathLst>
                <a:path w="182879" h="183153">
                  <a:moveTo>
                    <a:pt x="182879" y="182880"/>
                  </a:moveTo>
                  <a:lnTo>
                    <a:pt x="182555" y="183153"/>
                  </a:lnTo>
                  <a:lnTo>
                    <a:pt x="182412" y="183026"/>
                  </a:lnTo>
                  <a:lnTo>
                    <a:pt x="182512" y="182757"/>
                  </a:lnTo>
                  <a:lnTo>
                    <a:pt x="182669" y="18270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6999036" y="1872902"/>
              <a:ext cx="182893" cy="183368"/>
            </a:xfrm>
            <a:custGeom>
              <a:avLst/>
              <a:pathLst>
                <a:path w="182893" h="183368">
                  <a:moveTo>
                    <a:pt x="182879" y="182880"/>
                  </a:moveTo>
                  <a:lnTo>
                    <a:pt x="182649" y="183133"/>
                  </a:lnTo>
                  <a:lnTo>
                    <a:pt x="182511" y="183368"/>
                  </a:lnTo>
                  <a:lnTo>
                    <a:pt x="182525" y="183074"/>
                  </a:lnTo>
                  <a:lnTo>
                    <a:pt x="182893" y="18271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6988304" y="1736343"/>
              <a:ext cx="249160" cy="390064"/>
            </a:xfrm>
            <a:custGeom>
              <a:avLst/>
              <a:pathLst>
                <a:path w="249160" h="390064">
                  <a:moveTo>
                    <a:pt x="182879" y="182880"/>
                  </a:moveTo>
                  <a:lnTo>
                    <a:pt x="182835" y="183101"/>
                  </a:lnTo>
                  <a:lnTo>
                    <a:pt x="182873" y="183514"/>
                  </a:lnTo>
                  <a:lnTo>
                    <a:pt x="182936" y="183732"/>
                  </a:lnTo>
                  <a:lnTo>
                    <a:pt x="183106" y="183761"/>
                  </a:lnTo>
                  <a:lnTo>
                    <a:pt x="183432" y="183925"/>
                  </a:lnTo>
                  <a:lnTo>
                    <a:pt x="183207" y="184506"/>
                  </a:lnTo>
                  <a:lnTo>
                    <a:pt x="183192" y="184648"/>
                  </a:lnTo>
                  <a:lnTo>
                    <a:pt x="183087" y="184791"/>
                  </a:lnTo>
                  <a:lnTo>
                    <a:pt x="183011" y="184899"/>
                  </a:lnTo>
                  <a:lnTo>
                    <a:pt x="183156" y="184822"/>
                  </a:lnTo>
                  <a:lnTo>
                    <a:pt x="183373" y="184791"/>
                  </a:lnTo>
                  <a:lnTo>
                    <a:pt x="183601" y="184880"/>
                  </a:lnTo>
                  <a:lnTo>
                    <a:pt x="183939" y="185080"/>
                  </a:lnTo>
                  <a:lnTo>
                    <a:pt x="184041" y="185321"/>
                  </a:lnTo>
                  <a:lnTo>
                    <a:pt x="184404" y="185689"/>
                  </a:lnTo>
                  <a:lnTo>
                    <a:pt x="184703" y="185532"/>
                  </a:lnTo>
                  <a:lnTo>
                    <a:pt x="185183" y="185377"/>
                  </a:lnTo>
                  <a:lnTo>
                    <a:pt x="185449" y="185365"/>
                  </a:lnTo>
                  <a:lnTo>
                    <a:pt x="185821" y="185522"/>
                  </a:lnTo>
                  <a:lnTo>
                    <a:pt x="185840" y="185818"/>
                  </a:lnTo>
                  <a:lnTo>
                    <a:pt x="186243" y="185982"/>
                  </a:lnTo>
                  <a:lnTo>
                    <a:pt x="186129" y="186266"/>
                  </a:lnTo>
                  <a:lnTo>
                    <a:pt x="185951" y="186543"/>
                  </a:lnTo>
                  <a:lnTo>
                    <a:pt x="185918" y="186678"/>
                  </a:lnTo>
                  <a:lnTo>
                    <a:pt x="185830" y="186935"/>
                  </a:lnTo>
                  <a:lnTo>
                    <a:pt x="185281" y="187200"/>
                  </a:lnTo>
                  <a:lnTo>
                    <a:pt x="185214" y="187358"/>
                  </a:lnTo>
                  <a:lnTo>
                    <a:pt x="185133" y="187548"/>
                  </a:lnTo>
                  <a:lnTo>
                    <a:pt x="184587" y="187788"/>
                  </a:lnTo>
                  <a:lnTo>
                    <a:pt x="184490" y="188056"/>
                  </a:lnTo>
                  <a:lnTo>
                    <a:pt x="184338" y="188381"/>
                  </a:lnTo>
                  <a:lnTo>
                    <a:pt x="184203" y="188558"/>
                  </a:lnTo>
                  <a:lnTo>
                    <a:pt x="184316" y="188677"/>
                  </a:lnTo>
                  <a:lnTo>
                    <a:pt x="184670" y="188724"/>
                  </a:lnTo>
                  <a:lnTo>
                    <a:pt x="185212" y="188561"/>
                  </a:lnTo>
                  <a:lnTo>
                    <a:pt x="185586" y="188878"/>
                  </a:lnTo>
                  <a:lnTo>
                    <a:pt x="185758" y="188995"/>
                  </a:lnTo>
                  <a:lnTo>
                    <a:pt x="185953" y="189441"/>
                  </a:lnTo>
                  <a:lnTo>
                    <a:pt x="186122" y="189573"/>
                  </a:lnTo>
                  <a:lnTo>
                    <a:pt x="185959" y="189925"/>
                  </a:lnTo>
                  <a:lnTo>
                    <a:pt x="185718" y="190051"/>
                  </a:lnTo>
                  <a:lnTo>
                    <a:pt x="185723" y="190192"/>
                  </a:lnTo>
                  <a:lnTo>
                    <a:pt x="185821" y="190468"/>
                  </a:lnTo>
                  <a:lnTo>
                    <a:pt x="185821" y="190897"/>
                  </a:lnTo>
                  <a:lnTo>
                    <a:pt x="185710" y="191029"/>
                  </a:lnTo>
                  <a:lnTo>
                    <a:pt x="185572" y="191078"/>
                  </a:lnTo>
                  <a:lnTo>
                    <a:pt x="185424" y="191065"/>
                  </a:lnTo>
                  <a:lnTo>
                    <a:pt x="185115" y="190979"/>
                  </a:lnTo>
                  <a:lnTo>
                    <a:pt x="184956" y="191045"/>
                  </a:lnTo>
                  <a:lnTo>
                    <a:pt x="184796" y="191090"/>
                  </a:lnTo>
                  <a:lnTo>
                    <a:pt x="184640" y="191033"/>
                  </a:lnTo>
                  <a:lnTo>
                    <a:pt x="184597" y="191189"/>
                  </a:lnTo>
                  <a:lnTo>
                    <a:pt x="184383" y="191548"/>
                  </a:lnTo>
                  <a:lnTo>
                    <a:pt x="184318" y="191862"/>
                  </a:lnTo>
                  <a:lnTo>
                    <a:pt x="183784" y="191958"/>
                  </a:lnTo>
                  <a:lnTo>
                    <a:pt x="183514" y="192224"/>
                  </a:lnTo>
                  <a:lnTo>
                    <a:pt x="183122" y="192801"/>
                  </a:lnTo>
                  <a:lnTo>
                    <a:pt x="182680" y="193128"/>
                  </a:lnTo>
                  <a:lnTo>
                    <a:pt x="182551" y="193367"/>
                  </a:lnTo>
                  <a:lnTo>
                    <a:pt x="182581" y="193573"/>
                  </a:lnTo>
                  <a:lnTo>
                    <a:pt x="182608" y="193919"/>
                  </a:lnTo>
                  <a:lnTo>
                    <a:pt x="182559" y="194203"/>
                  </a:lnTo>
                  <a:lnTo>
                    <a:pt x="182533" y="194492"/>
                  </a:lnTo>
                  <a:lnTo>
                    <a:pt x="182792" y="194509"/>
                  </a:lnTo>
                  <a:lnTo>
                    <a:pt x="183027" y="194323"/>
                  </a:lnTo>
                  <a:lnTo>
                    <a:pt x="183170" y="194673"/>
                  </a:lnTo>
                  <a:lnTo>
                    <a:pt x="183137" y="194877"/>
                  </a:lnTo>
                  <a:lnTo>
                    <a:pt x="182955" y="195241"/>
                  </a:lnTo>
                  <a:lnTo>
                    <a:pt x="182819" y="195540"/>
                  </a:lnTo>
                  <a:lnTo>
                    <a:pt x="182999" y="196224"/>
                  </a:lnTo>
                  <a:lnTo>
                    <a:pt x="183089" y="196453"/>
                  </a:lnTo>
                  <a:lnTo>
                    <a:pt x="183128" y="196939"/>
                  </a:lnTo>
                  <a:lnTo>
                    <a:pt x="182969" y="197134"/>
                  </a:lnTo>
                  <a:lnTo>
                    <a:pt x="183273" y="197535"/>
                  </a:lnTo>
                  <a:lnTo>
                    <a:pt x="183591" y="197902"/>
                  </a:lnTo>
                  <a:lnTo>
                    <a:pt x="183859" y="198214"/>
                  </a:lnTo>
                  <a:lnTo>
                    <a:pt x="183983" y="198583"/>
                  </a:lnTo>
                  <a:lnTo>
                    <a:pt x="184266" y="198532"/>
                  </a:lnTo>
                  <a:lnTo>
                    <a:pt x="184642" y="198706"/>
                  </a:lnTo>
                  <a:lnTo>
                    <a:pt x="184775" y="198765"/>
                  </a:lnTo>
                  <a:lnTo>
                    <a:pt x="185147" y="198783"/>
                  </a:lnTo>
                  <a:lnTo>
                    <a:pt x="185371" y="198935"/>
                  </a:lnTo>
                  <a:lnTo>
                    <a:pt x="185704" y="199041"/>
                  </a:lnTo>
                  <a:lnTo>
                    <a:pt x="186091" y="199620"/>
                  </a:lnTo>
                  <a:lnTo>
                    <a:pt x="186436" y="199652"/>
                  </a:lnTo>
                  <a:lnTo>
                    <a:pt x="186456" y="200444"/>
                  </a:lnTo>
                  <a:lnTo>
                    <a:pt x="186486" y="200609"/>
                  </a:lnTo>
                  <a:lnTo>
                    <a:pt x="186685" y="200876"/>
                  </a:lnTo>
                  <a:lnTo>
                    <a:pt x="186827" y="200880"/>
                  </a:lnTo>
                  <a:lnTo>
                    <a:pt x="186769" y="201193"/>
                  </a:lnTo>
                  <a:lnTo>
                    <a:pt x="186997" y="201663"/>
                  </a:lnTo>
                  <a:lnTo>
                    <a:pt x="187092" y="202107"/>
                  </a:lnTo>
                  <a:lnTo>
                    <a:pt x="186974" y="202419"/>
                  </a:lnTo>
                  <a:lnTo>
                    <a:pt x="186860" y="202819"/>
                  </a:lnTo>
                  <a:lnTo>
                    <a:pt x="187092" y="203064"/>
                  </a:lnTo>
                  <a:lnTo>
                    <a:pt x="187273" y="203987"/>
                  </a:lnTo>
                  <a:lnTo>
                    <a:pt x="187639" y="204362"/>
                  </a:lnTo>
                  <a:lnTo>
                    <a:pt x="187516" y="205132"/>
                  </a:lnTo>
                  <a:lnTo>
                    <a:pt x="187235" y="205315"/>
                  </a:lnTo>
                  <a:lnTo>
                    <a:pt x="187264" y="205557"/>
                  </a:lnTo>
                  <a:lnTo>
                    <a:pt x="187365" y="205755"/>
                  </a:lnTo>
                  <a:lnTo>
                    <a:pt x="187584" y="205856"/>
                  </a:lnTo>
                  <a:lnTo>
                    <a:pt x="187866" y="205830"/>
                  </a:lnTo>
                  <a:lnTo>
                    <a:pt x="187861" y="206165"/>
                  </a:lnTo>
                  <a:lnTo>
                    <a:pt x="188027" y="206440"/>
                  </a:lnTo>
                  <a:lnTo>
                    <a:pt x="188396" y="207167"/>
                  </a:lnTo>
                  <a:lnTo>
                    <a:pt x="188388" y="207352"/>
                  </a:lnTo>
                  <a:lnTo>
                    <a:pt x="188502" y="207687"/>
                  </a:lnTo>
                  <a:lnTo>
                    <a:pt x="188915" y="207959"/>
                  </a:lnTo>
                  <a:lnTo>
                    <a:pt x="189070" y="208232"/>
                  </a:lnTo>
                  <a:lnTo>
                    <a:pt x="189580" y="208894"/>
                  </a:lnTo>
                  <a:lnTo>
                    <a:pt x="189366" y="208946"/>
                  </a:lnTo>
                  <a:lnTo>
                    <a:pt x="189061" y="208910"/>
                  </a:lnTo>
                  <a:lnTo>
                    <a:pt x="188611" y="209068"/>
                  </a:lnTo>
                  <a:lnTo>
                    <a:pt x="188685" y="209225"/>
                  </a:lnTo>
                  <a:lnTo>
                    <a:pt x="188827" y="209353"/>
                  </a:lnTo>
                  <a:lnTo>
                    <a:pt x="188749" y="209795"/>
                  </a:lnTo>
                  <a:lnTo>
                    <a:pt x="188593" y="209939"/>
                  </a:lnTo>
                  <a:lnTo>
                    <a:pt x="188790" y="210442"/>
                  </a:lnTo>
                  <a:lnTo>
                    <a:pt x="189263" y="210929"/>
                  </a:lnTo>
                  <a:lnTo>
                    <a:pt x="189666" y="211548"/>
                  </a:lnTo>
                  <a:lnTo>
                    <a:pt x="189710" y="211809"/>
                  </a:lnTo>
                  <a:lnTo>
                    <a:pt x="189733" y="212312"/>
                  </a:lnTo>
                  <a:lnTo>
                    <a:pt x="190074" y="212649"/>
                  </a:lnTo>
                  <a:lnTo>
                    <a:pt x="190109" y="213036"/>
                  </a:lnTo>
                  <a:lnTo>
                    <a:pt x="189952" y="213150"/>
                  </a:lnTo>
                  <a:lnTo>
                    <a:pt x="189894" y="213307"/>
                  </a:lnTo>
                  <a:lnTo>
                    <a:pt x="189754" y="214076"/>
                  </a:lnTo>
                  <a:lnTo>
                    <a:pt x="189670" y="214308"/>
                  </a:lnTo>
                  <a:lnTo>
                    <a:pt x="189511" y="215003"/>
                  </a:lnTo>
                  <a:lnTo>
                    <a:pt x="189332" y="215659"/>
                  </a:lnTo>
                  <a:lnTo>
                    <a:pt x="189106" y="215864"/>
                  </a:lnTo>
                  <a:lnTo>
                    <a:pt x="188722" y="216147"/>
                  </a:lnTo>
                  <a:lnTo>
                    <a:pt x="188398" y="216149"/>
                  </a:lnTo>
                  <a:lnTo>
                    <a:pt x="188215" y="216535"/>
                  </a:lnTo>
                  <a:lnTo>
                    <a:pt x="187972" y="216906"/>
                  </a:lnTo>
                  <a:lnTo>
                    <a:pt x="187955" y="217101"/>
                  </a:lnTo>
                  <a:lnTo>
                    <a:pt x="188267" y="217242"/>
                  </a:lnTo>
                  <a:lnTo>
                    <a:pt x="188698" y="217205"/>
                  </a:lnTo>
                  <a:lnTo>
                    <a:pt x="188677" y="217349"/>
                  </a:lnTo>
                  <a:lnTo>
                    <a:pt x="188706" y="217576"/>
                  </a:lnTo>
                  <a:lnTo>
                    <a:pt x="188899" y="217937"/>
                  </a:lnTo>
                  <a:lnTo>
                    <a:pt x="189073" y="217974"/>
                  </a:lnTo>
                  <a:lnTo>
                    <a:pt x="189187" y="218139"/>
                  </a:lnTo>
                  <a:lnTo>
                    <a:pt x="189464" y="218822"/>
                  </a:lnTo>
                  <a:lnTo>
                    <a:pt x="189653" y="219100"/>
                  </a:lnTo>
                  <a:lnTo>
                    <a:pt x="189616" y="219411"/>
                  </a:lnTo>
                  <a:lnTo>
                    <a:pt x="189709" y="219599"/>
                  </a:lnTo>
                  <a:lnTo>
                    <a:pt x="189928" y="219643"/>
                  </a:lnTo>
                  <a:lnTo>
                    <a:pt x="190080" y="219659"/>
                  </a:lnTo>
                  <a:lnTo>
                    <a:pt x="190326" y="219546"/>
                  </a:lnTo>
                  <a:lnTo>
                    <a:pt x="190804" y="219515"/>
                  </a:lnTo>
                  <a:lnTo>
                    <a:pt x="191078" y="219630"/>
                  </a:lnTo>
                  <a:lnTo>
                    <a:pt x="191307" y="219763"/>
                  </a:lnTo>
                  <a:lnTo>
                    <a:pt x="191606" y="219975"/>
                  </a:lnTo>
                  <a:lnTo>
                    <a:pt x="191843" y="220113"/>
                  </a:lnTo>
                  <a:lnTo>
                    <a:pt x="191885" y="219972"/>
                  </a:lnTo>
                  <a:lnTo>
                    <a:pt x="191964" y="219456"/>
                  </a:lnTo>
                  <a:lnTo>
                    <a:pt x="191972" y="219243"/>
                  </a:lnTo>
                  <a:lnTo>
                    <a:pt x="192107" y="219116"/>
                  </a:lnTo>
                  <a:lnTo>
                    <a:pt x="192871" y="219028"/>
                  </a:lnTo>
                  <a:lnTo>
                    <a:pt x="193026" y="218882"/>
                  </a:lnTo>
                  <a:lnTo>
                    <a:pt x="193067" y="218462"/>
                  </a:lnTo>
                  <a:lnTo>
                    <a:pt x="192807" y="218214"/>
                  </a:lnTo>
                  <a:lnTo>
                    <a:pt x="192843" y="217932"/>
                  </a:lnTo>
                  <a:lnTo>
                    <a:pt x="193067" y="217789"/>
                  </a:lnTo>
                  <a:lnTo>
                    <a:pt x="193402" y="218077"/>
                  </a:lnTo>
                  <a:lnTo>
                    <a:pt x="193663" y="218079"/>
                  </a:lnTo>
                  <a:lnTo>
                    <a:pt x="194696" y="218450"/>
                  </a:lnTo>
                  <a:lnTo>
                    <a:pt x="194750" y="218716"/>
                  </a:lnTo>
                  <a:lnTo>
                    <a:pt x="194987" y="218869"/>
                  </a:lnTo>
                  <a:lnTo>
                    <a:pt x="195245" y="218753"/>
                  </a:lnTo>
                  <a:lnTo>
                    <a:pt x="195590" y="218949"/>
                  </a:lnTo>
                  <a:lnTo>
                    <a:pt x="195731" y="219305"/>
                  </a:lnTo>
                  <a:lnTo>
                    <a:pt x="196050" y="219346"/>
                  </a:lnTo>
                  <a:lnTo>
                    <a:pt x="196247" y="219149"/>
                  </a:lnTo>
                  <a:lnTo>
                    <a:pt x="196639" y="219493"/>
                  </a:lnTo>
                  <a:lnTo>
                    <a:pt x="196922" y="219485"/>
                  </a:lnTo>
                  <a:lnTo>
                    <a:pt x="197267" y="219108"/>
                  </a:lnTo>
                  <a:lnTo>
                    <a:pt x="197679" y="218774"/>
                  </a:lnTo>
                  <a:lnTo>
                    <a:pt x="197863" y="218624"/>
                  </a:lnTo>
                  <a:lnTo>
                    <a:pt x="198364" y="218854"/>
                  </a:lnTo>
                  <a:lnTo>
                    <a:pt x="198486" y="219188"/>
                  </a:lnTo>
                  <a:lnTo>
                    <a:pt x="198202" y="219543"/>
                  </a:lnTo>
                  <a:lnTo>
                    <a:pt x="198004" y="219684"/>
                  </a:lnTo>
                  <a:lnTo>
                    <a:pt x="198223" y="220200"/>
                  </a:lnTo>
                  <a:lnTo>
                    <a:pt x="198182" y="220340"/>
                  </a:lnTo>
                  <a:lnTo>
                    <a:pt x="198119" y="220731"/>
                  </a:lnTo>
                  <a:lnTo>
                    <a:pt x="198624" y="220838"/>
                  </a:lnTo>
                  <a:lnTo>
                    <a:pt x="198795" y="220794"/>
                  </a:lnTo>
                  <a:lnTo>
                    <a:pt x="199169" y="221196"/>
                  </a:lnTo>
                  <a:lnTo>
                    <a:pt x="199308" y="221063"/>
                  </a:lnTo>
                  <a:lnTo>
                    <a:pt x="199521" y="221201"/>
                  </a:lnTo>
                  <a:lnTo>
                    <a:pt x="199682" y="221172"/>
                  </a:lnTo>
                  <a:lnTo>
                    <a:pt x="200050" y="221196"/>
                  </a:lnTo>
                  <a:lnTo>
                    <a:pt x="200274" y="221150"/>
                  </a:lnTo>
                  <a:lnTo>
                    <a:pt x="200422" y="221161"/>
                  </a:lnTo>
                  <a:lnTo>
                    <a:pt x="200642" y="221261"/>
                  </a:lnTo>
                  <a:lnTo>
                    <a:pt x="200986" y="221521"/>
                  </a:lnTo>
                  <a:lnTo>
                    <a:pt x="201213" y="221380"/>
                  </a:lnTo>
                  <a:lnTo>
                    <a:pt x="201622" y="221358"/>
                  </a:lnTo>
                  <a:lnTo>
                    <a:pt x="201843" y="221433"/>
                  </a:lnTo>
                  <a:lnTo>
                    <a:pt x="202323" y="221467"/>
                  </a:lnTo>
                  <a:lnTo>
                    <a:pt x="202687" y="221496"/>
                  </a:lnTo>
                  <a:lnTo>
                    <a:pt x="202868" y="221465"/>
                  </a:lnTo>
                  <a:lnTo>
                    <a:pt x="203010" y="221120"/>
                  </a:lnTo>
                  <a:lnTo>
                    <a:pt x="202940" y="221373"/>
                  </a:lnTo>
                  <a:lnTo>
                    <a:pt x="203104" y="221386"/>
                  </a:lnTo>
                  <a:lnTo>
                    <a:pt x="203544" y="221404"/>
                  </a:lnTo>
                  <a:lnTo>
                    <a:pt x="203876" y="221153"/>
                  </a:lnTo>
                  <a:lnTo>
                    <a:pt x="203979" y="220974"/>
                  </a:lnTo>
                  <a:lnTo>
                    <a:pt x="204074" y="220800"/>
                  </a:lnTo>
                  <a:lnTo>
                    <a:pt x="204156" y="220546"/>
                  </a:lnTo>
                  <a:lnTo>
                    <a:pt x="204159" y="220334"/>
                  </a:lnTo>
                  <a:lnTo>
                    <a:pt x="204617" y="219752"/>
                  </a:lnTo>
                  <a:lnTo>
                    <a:pt x="204715" y="219557"/>
                  </a:lnTo>
                  <a:lnTo>
                    <a:pt x="205122" y="219509"/>
                  </a:lnTo>
                  <a:lnTo>
                    <a:pt x="205330" y="219487"/>
                  </a:lnTo>
                  <a:lnTo>
                    <a:pt x="205651" y="219367"/>
                  </a:lnTo>
                  <a:lnTo>
                    <a:pt x="205808" y="219033"/>
                  </a:lnTo>
                  <a:lnTo>
                    <a:pt x="205806" y="218843"/>
                  </a:lnTo>
                  <a:lnTo>
                    <a:pt x="206092" y="218854"/>
                  </a:lnTo>
                  <a:lnTo>
                    <a:pt x="206511" y="218685"/>
                  </a:lnTo>
                  <a:lnTo>
                    <a:pt x="206536" y="218465"/>
                  </a:lnTo>
                  <a:lnTo>
                    <a:pt x="206749" y="218443"/>
                  </a:lnTo>
                  <a:lnTo>
                    <a:pt x="206841" y="218236"/>
                  </a:lnTo>
                  <a:lnTo>
                    <a:pt x="206819" y="218089"/>
                  </a:lnTo>
                  <a:lnTo>
                    <a:pt x="206706" y="217786"/>
                  </a:lnTo>
                  <a:lnTo>
                    <a:pt x="206569" y="217436"/>
                  </a:lnTo>
                  <a:lnTo>
                    <a:pt x="207053" y="217113"/>
                  </a:lnTo>
                  <a:lnTo>
                    <a:pt x="207284" y="217002"/>
                  </a:lnTo>
                  <a:lnTo>
                    <a:pt x="207494" y="216714"/>
                  </a:lnTo>
                  <a:lnTo>
                    <a:pt x="207793" y="216645"/>
                  </a:lnTo>
                  <a:lnTo>
                    <a:pt x="207934" y="216588"/>
                  </a:lnTo>
                  <a:lnTo>
                    <a:pt x="208313" y="216462"/>
                  </a:lnTo>
                  <a:lnTo>
                    <a:pt x="208788" y="216402"/>
                  </a:lnTo>
                  <a:lnTo>
                    <a:pt x="209037" y="216425"/>
                  </a:lnTo>
                  <a:lnTo>
                    <a:pt x="209459" y="216376"/>
                  </a:lnTo>
                  <a:lnTo>
                    <a:pt x="209798" y="216530"/>
                  </a:lnTo>
                  <a:lnTo>
                    <a:pt x="210156" y="216894"/>
                  </a:lnTo>
                  <a:lnTo>
                    <a:pt x="210132" y="217037"/>
                  </a:lnTo>
                  <a:lnTo>
                    <a:pt x="210079" y="217178"/>
                  </a:lnTo>
                  <a:lnTo>
                    <a:pt x="210114" y="217563"/>
                  </a:lnTo>
                  <a:lnTo>
                    <a:pt x="210497" y="217560"/>
                  </a:lnTo>
                  <a:lnTo>
                    <a:pt x="210913" y="217242"/>
                  </a:lnTo>
                  <a:lnTo>
                    <a:pt x="211173" y="217083"/>
                  </a:lnTo>
                  <a:lnTo>
                    <a:pt x="211621" y="216438"/>
                  </a:lnTo>
                  <a:lnTo>
                    <a:pt x="211696" y="216249"/>
                  </a:lnTo>
                  <a:lnTo>
                    <a:pt x="211865" y="215936"/>
                  </a:lnTo>
                  <a:lnTo>
                    <a:pt x="212128" y="215743"/>
                  </a:lnTo>
                  <a:lnTo>
                    <a:pt x="212188" y="215459"/>
                  </a:lnTo>
                  <a:lnTo>
                    <a:pt x="212353" y="215194"/>
                  </a:lnTo>
                  <a:lnTo>
                    <a:pt x="212324" y="214870"/>
                  </a:lnTo>
                  <a:lnTo>
                    <a:pt x="212219" y="214464"/>
                  </a:lnTo>
                  <a:lnTo>
                    <a:pt x="212208" y="213895"/>
                  </a:lnTo>
                  <a:lnTo>
                    <a:pt x="212373" y="213550"/>
                  </a:lnTo>
                  <a:lnTo>
                    <a:pt x="212659" y="213265"/>
                  </a:lnTo>
                  <a:lnTo>
                    <a:pt x="212825" y="213188"/>
                  </a:lnTo>
                  <a:lnTo>
                    <a:pt x="212682" y="212827"/>
                  </a:lnTo>
                  <a:lnTo>
                    <a:pt x="212627" y="212408"/>
                  </a:lnTo>
                  <a:lnTo>
                    <a:pt x="212720" y="212243"/>
                  </a:lnTo>
                  <a:lnTo>
                    <a:pt x="212751" y="212045"/>
                  </a:lnTo>
                  <a:lnTo>
                    <a:pt x="212759" y="211783"/>
                  </a:lnTo>
                  <a:lnTo>
                    <a:pt x="212739" y="211642"/>
                  </a:lnTo>
                  <a:lnTo>
                    <a:pt x="212883" y="211374"/>
                  </a:lnTo>
                  <a:lnTo>
                    <a:pt x="213654" y="211103"/>
                  </a:lnTo>
                  <a:lnTo>
                    <a:pt x="213801" y="210900"/>
                  </a:lnTo>
                  <a:lnTo>
                    <a:pt x="213943" y="210954"/>
                  </a:lnTo>
                  <a:lnTo>
                    <a:pt x="214293" y="210863"/>
                  </a:lnTo>
                  <a:lnTo>
                    <a:pt x="214375" y="210657"/>
                  </a:lnTo>
                  <a:lnTo>
                    <a:pt x="214440" y="210270"/>
                  </a:lnTo>
                  <a:lnTo>
                    <a:pt x="214684" y="210494"/>
                  </a:lnTo>
                  <a:lnTo>
                    <a:pt x="214645" y="210746"/>
                  </a:lnTo>
                  <a:lnTo>
                    <a:pt x="214937" y="210814"/>
                  </a:lnTo>
                  <a:lnTo>
                    <a:pt x="215389" y="210756"/>
                  </a:lnTo>
                  <a:lnTo>
                    <a:pt x="215530" y="210657"/>
                  </a:lnTo>
                  <a:lnTo>
                    <a:pt x="215799" y="210488"/>
                  </a:lnTo>
                  <a:lnTo>
                    <a:pt x="215827" y="210616"/>
                  </a:lnTo>
                  <a:lnTo>
                    <a:pt x="216057" y="210767"/>
                  </a:lnTo>
                  <a:lnTo>
                    <a:pt x="216420" y="210573"/>
                  </a:lnTo>
                  <a:lnTo>
                    <a:pt x="216591" y="210385"/>
                  </a:lnTo>
                  <a:lnTo>
                    <a:pt x="216888" y="210296"/>
                  </a:lnTo>
                  <a:lnTo>
                    <a:pt x="217213" y="210301"/>
                  </a:lnTo>
                  <a:lnTo>
                    <a:pt x="217360" y="210327"/>
                  </a:lnTo>
                  <a:lnTo>
                    <a:pt x="217429" y="210482"/>
                  </a:lnTo>
                  <a:lnTo>
                    <a:pt x="217723" y="210519"/>
                  </a:lnTo>
                  <a:lnTo>
                    <a:pt x="218308" y="210896"/>
                  </a:lnTo>
                  <a:lnTo>
                    <a:pt x="218168" y="211440"/>
                  </a:lnTo>
                  <a:lnTo>
                    <a:pt x="218444" y="211772"/>
                  </a:lnTo>
                  <a:lnTo>
                    <a:pt x="218241" y="212209"/>
                  </a:lnTo>
                  <a:lnTo>
                    <a:pt x="217937" y="212408"/>
                  </a:lnTo>
                  <a:lnTo>
                    <a:pt x="217674" y="212558"/>
                  </a:lnTo>
                  <a:lnTo>
                    <a:pt x="217542" y="212867"/>
                  </a:lnTo>
                  <a:lnTo>
                    <a:pt x="217722" y="213450"/>
                  </a:lnTo>
                  <a:lnTo>
                    <a:pt x="217710" y="213579"/>
                  </a:lnTo>
                  <a:lnTo>
                    <a:pt x="217788" y="214006"/>
                  </a:lnTo>
                  <a:lnTo>
                    <a:pt x="218040" y="214362"/>
                  </a:lnTo>
                  <a:lnTo>
                    <a:pt x="218171" y="214352"/>
                  </a:lnTo>
                  <a:lnTo>
                    <a:pt x="218373" y="214484"/>
                  </a:lnTo>
                  <a:lnTo>
                    <a:pt x="218709" y="214510"/>
                  </a:lnTo>
                  <a:lnTo>
                    <a:pt x="219004" y="214578"/>
                  </a:lnTo>
                  <a:lnTo>
                    <a:pt x="219271" y="214612"/>
                  </a:lnTo>
                  <a:lnTo>
                    <a:pt x="219423" y="214912"/>
                  </a:lnTo>
                  <a:lnTo>
                    <a:pt x="219338" y="215259"/>
                  </a:lnTo>
                  <a:lnTo>
                    <a:pt x="219037" y="215743"/>
                  </a:lnTo>
                  <a:lnTo>
                    <a:pt x="218906" y="216178"/>
                  </a:lnTo>
                  <a:lnTo>
                    <a:pt x="219431" y="216299"/>
                  </a:lnTo>
                  <a:lnTo>
                    <a:pt x="219646" y="216263"/>
                  </a:lnTo>
                  <a:lnTo>
                    <a:pt x="220036" y="216341"/>
                  </a:lnTo>
                  <a:lnTo>
                    <a:pt x="220418" y="216812"/>
                  </a:lnTo>
                  <a:lnTo>
                    <a:pt x="220454" y="216964"/>
                  </a:lnTo>
                  <a:lnTo>
                    <a:pt x="220533" y="217175"/>
                  </a:lnTo>
                  <a:lnTo>
                    <a:pt x="220777" y="217293"/>
                  </a:lnTo>
                  <a:lnTo>
                    <a:pt x="220593" y="217619"/>
                  </a:lnTo>
                  <a:lnTo>
                    <a:pt x="220599" y="217999"/>
                  </a:lnTo>
                  <a:lnTo>
                    <a:pt x="220833" y="218100"/>
                  </a:lnTo>
                  <a:lnTo>
                    <a:pt x="220705" y="218641"/>
                  </a:lnTo>
                  <a:lnTo>
                    <a:pt x="220805" y="219026"/>
                  </a:lnTo>
                  <a:lnTo>
                    <a:pt x="220703" y="219174"/>
                  </a:lnTo>
                  <a:lnTo>
                    <a:pt x="220769" y="219401"/>
                  </a:lnTo>
                  <a:lnTo>
                    <a:pt x="220809" y="219588"/>
                  </a:lnTo>
                  <a:lnTo>
                    <a:pt x="220597" y="219787"/>
                  </a:lnTo>
                  <a:lnTo>
                    <a:pt x="220545" y="220293"/>
                  </a:lnTo>
                  <a:lnTo>
                    <a:pt x="220212" y="220608"/>
                  </a:lnTo>
                  <a:lnTo>
                    <a:pt x="219974" y="220824"/>
                  </a:lnTo>
                  <a:lnTo>
                    <a:pt x="220065" y="220981"/>
                  </a:lnTo>
                  <a:lnTo>
                    <a:pt x="220628" y="221232"/>
                  </a:lnTo>
                  <a:lnTo>
                    <a:pt x="220851" y="221891"/>
                  </a:lnTo>
                  <a:lnTo>
                    <a:pt x="220925" y="222180"/>
                  </a:lnTo>
                  <a:lnTo>
                    <a:pt x="221109" y="222163"/>
                  </a:lnTo>
                  <a:lnTo>
                    <a:pt x="221249" y="222174"/>
                  </a:lnTo>
                  <a:lnTo>
                    <a:pt x="221386" y="222232"/>
                  </a:lnTo>
                  <a:lnTo>
                    <a:pt x="222029" y="223248"/>
                  </a:lnTo>
                  <a:lnTo>
                    <a:pt x="222386" y="223503"/>
                  </a:lnTo>
                  <a:lnTo>
                    <a:pt x="222124" y="223739"/>
                  </a:lnTo>
                  <a:lnTo>
                    <a:pt x="222093" y="223978"/>
                  </a:lnTo>
                  <a:lnTo>
                    <a:pt x="222275" y="224062"/>
                  </a:lnTo>
                  <a:lnTo>
                    <a:pt x="222451" y="224507"/>
                  </a:lnTo>
                  <a:lnTo>
                    <a:pt x="222747" y="224633"/>
                  </a:lnTo>
                  <a:lnTo>
                    <a:pt x="223293" y="225325"/>
                  </a:lnTo>
                  <a:lnTo>
                    <a:pt x="223420" y="225300"/>
                  </a:lnTo>
                  <a:lnTo>
                    <a:pt x="223584" y="225345"/>
                  </a:lnTo>
                  <a:lnTo>
                    <a:pt x="223724" y="225646"/>
                  </a:lnTo>
                  <a:lnTo>
                    <a:pt x="223410" y="225692"/>
                  </a:lnTo>
                  <a:lnTo>
                    <a:pt x="223136" y="225648"/>
                  </a:lnTo>
                  <a:lnTo>
                    <a:pt x="223195" y="226140"/>
                  </a:lnTo>
                  <a:lnTo>
                    <a:pt x="223083" y="226311"/>
                  </a:lnTo>
                  <a:lnTo>
                    <a:pt x="223535" y="226523"/>
                  </a:lnTo>
                  <a:lnTo>
                    <a:pt x="223973" y="226509"/>
                  </a:lnTo>
                  <a:lnTo>
                    <a:pt x="224219" y="226255"/>
                  </a:lnTo>
                  <a:lnTo>
                    <a:pt x="224697" y="226506"/>
                  </a:lnTo>
                  <a:lnTo>
                    <a:pt x="224814" y="226734"/>
                  </a:lnTo>
                  <a:lnTo>
                    <a:pt x="225157" y="226791"/>
                  </a:lnTo>
                  <a:lnTo>
                    <a:pt x="225208" y="226596"/>
                  </a:lnTo>
                  <a:lnTo>
                    <a:pt x="225394" y="226608"/>
                  </a:lnTo>
                  <a:lnTo>
                    <a:pt x="225981" y="226652"/>
                  </a:lnTo>
                  <a:lnTo>
                    <a:pt x="226016" y="226384"/>
                  </a:lnTo>
                  <a:lnTo>
                    <a:pt x="225646" y="226139"/>
                  </a:lnTo>
                  <a:lnTo>
                    <a:pt x="226256" y="225821"/>
                  </a:lnTo>
                  <a:lnTo>
                    <a:pt x="226429" y="225956"/>
                  </a:lnTo>
                  <a:lnTo>
                    <a:pt x="226588" y="225976"/>
                  </a:lnTo>
                  <a:lnTo>
                    <a:pt x="226808" y="226005"/>
                  </a:lnTo>
                  <a:lnTo>
                    <a:pt x="227066" y="226138"/>
                  </a:lnTo>
                  <a:lnTo>
                    <a:pt x="226884" y="226426"/>
                  </a:lnTo>
                  <a:lnTo>
                    <a:pt x="227320" y="226611"/>
                  </a:lnTo>
                  <a:lnTo>
                    <a:pt x="227331" y="226430"/>
                  </a:lnTo>
                  <a:lnTo>
                    <a:pt x="227362" y="226250"/>
                  </a:lnTo>
                  <a:lnTo>
                    <a:pt x="227666" y="226092"/>
                  </a:lnTo>
                  <a:lnTo>
                    <a:pt x="227867" y="226224"/>
                  </a:lnTo>
                  <a:lnTo>
                    <a:pt x="228137" y="226178"/>
                  </a:lnTo>
                  <a:lnTo>
                    <a:pt x="228245" y="225935"/>
                  </a:lnTo>
                  <a:lnTo>
                    <a:pt x="228394" y="225875"/>
                  </a:lnTo>
                  <a:lnTo>
                    <a:pt x="228558" y="225876"/>
                  </a:lnTo>
                  <a:lnTo>
                    <a:pt x="228714" y="225917"/>
                  </a:lnTo>
                  <a:lnTo>
                    <a:pt x="229114" y="225963"/>
                  </a:lnTo>
                  <a:lnTo>
                    <a:pt x="229256" y="225963"/>
                  </a:lnTo>
                  <a:lnTo>
                    <a:pt x="229430" y="225964"/>
                  </a:lnTo>
                  <a:lnTo>
                    <a:pt x="229597" y="225971"/>
                  </a:lnTo>
                  <a:lnTo>
                    <a:pt x="229748" y="225994"/>
                  </a:lnTo>
                  <a:lnTo>
                    <a:pt x="229943" y="225952"/>
                  </a:lnTo>
                  <a:lnTo>
                    <a:pt x="229679" y="225686"/>
                  </a:lnTo>
                  <a:lnTo>
                    <a:pt x="229748" y="225318"/>
                  </a:lnTo>
                  <a:lnTo>
                    <a:pt x="229711" y="225051"/>
                  </a:lnTo>
                  <a:lnTo>
                    <a:pt x="230162" y="224593"/>
                  </a:lnTo>
                  <a:lnTo>
                    <a:pt x="230410" y="224446"/>
                  </a:lnTo>
                  <a:lnTo>
                    <a:pt x="230583" y="224042"/>
                  </a:lnTo>
                  <a:lnTo>
                    <a:pt x="230298" y="224068"/>
                  </a:lnTo>
                  <a:lnTo>
                    <a:pt x="230343" y="223859"/>
                  </a:lnTo>
                  <a:lnTo>
                    <a:pt x="230548" y="223741"/>
                  </a:lnTo>
                  <a:lnTo>
                    <a:pt x="230840" y="223698"/>
                  </a:lnTo>
                  <a:lnTo>
                    <a:pt x="231027" y="223632"/>
                  </a:lnTo>
                  <a:lnTo>
                    <a:pt x="231210" y="223561"/>
                  </a:lnTo>
                  <a:lnTo>
                    <a:pt x="231400" y="223591"/>
                  </a:lnTo>
                  <a:lnTo>
                    <a:pt x="231607" y="223305"/>
                  </a:lnTo>
                  <a:lnTo>
                    <a:pt x="231839" y="223188"/>
                  </a:lnTo>
                  <a:lnTo>
                    <a:pt x="232309" y="223591"/>
                  </a:lnTo>
                  <a:lnTo>
                    <a:pt x="232502" y="223860"/>
                  </a:lnTo>
                  <a:lnTo>
                    <a:pt x="232662" y="224007"/>
                  </a:lnTo>
                  <a:lnTo>
                    <a:pt x="233050" y="224408"/>
                  </a:lnTo>
                  <a:lnTo>
                    <a:pt x="233280" y="224770"/>
                  </a:lnTo>
                  <a:lnTo>
                    <a:pt x="233615" y="225051"/>
                  </a:lnTo>
                  <a:lnTo>
                    <a:pt x="234138" y="224546"/>
                  </a:lnTo>
                  <a:lnTo>
                    <a:pt x="234342" y="224621"/>
                  </a:lnTo>
                  <a:lnTo>
                    <a:pt x="234509" y="224386"/>
                  </a:lnTo>
                  <a:lnTo>
                    <a:pt x="234738" y="224071"/>
                  </a:lnTo>
                  <a:lnTo>
                    <a:pt x="234941" y="223855"/>
                  </a:lnTo>
                  <a:lnTo>
                    <a:pt x="235094" y="223595"/>
                  </a:lnTo>
                  <a:lnTo>
                    <a:pt x="235369" y="223414"/>
                  </a:lnTo>
                  <a:lnTo>
                    <a:pt x="235682" y="223301"/>
                  </a:lnTo>
                  <a:lnTo>
                    <a:pt x="235771" y="222983"/>
                  </a:lnTo>
                  <a:lnTo>
                    <a:pt x="235820" y="222659"/>
                  </a:lnTo>
                  <a:lnTo>
                    <a:pt x="236084" y="222489"/>
                  </a:lnTo>
                  <a:lnTo>
                    <a:pt x="236290" y="222488"/>
                  </a:lnTo>
                  <a:lnTo>
                    <a:pt x="236574" y="222514"/>
                  </a:lnTo>
                  <a:lnTo>
                    <a:pt x="237142" y="222604"/>
                  </a:lnTo>
                  <a:lnTo>
                    <a:pt x="237354" y="222269"/>
                  </a:lnTo>
                  <a:lnTo>
                    <a:pt x="237087" y="221939"/>
                  </a:lnTo>
                  <a:lnTo>
                    <a:pt x="236999" y="221697"/>
                  </a:lnTo>
                  <a:lnTo>
                    <a:pt x="237120" y="221482"/>
                  </a:lnTo>
                  <a:lnTo>
                    <a:pt x="237326" y="221356"/>
                  </a:lnTo>
                  <a:lnTo>
                    <a:pt x="237749" y="221324"/>
                  </a:lnTo>
                  <a:lnTo>
                    <a:pt x="237960" y="221285"/>
                  </a:lnTo>
                  <a:lnTo>
                    <a:pt x="238407" y="221226"/>
                  </a:lnTo>
                  <a:lnTo>
                    <a:pt x="238647" y="221329"/>
                  </a:lnTo>
                  <a:lnTo>
                    <a:pt x="238898" y="221420"/>
                  </a:lnTo>
                  <a:lnTo>
                    <a:pt x="239217" y="221307"/>
                  </a:lnTo>
                  <a:lnTo>
                    <a:pt x="239347" y="221194"/>
                  </a:lnTo>
                  <a:lnTo>
                    <a:pt x="239776" y="221069"/>
                  </a:lnTo>
                  <a:lnTo>
                    <a:pt x="239975" y="221077"/>
                  </a:lnTo>
                  <a:lnTo>
                    <a:pt x="240063" y="221267"/>
                  </a:lnTo>
                  <a:lnTo>
                    <a:pt x="240142" y="221465"/>
                  </a:lnTo>
                  <a:lnTo>
                    <a:pt x="240485" y="221493"/>
                  </a:lnTo>
                  <a:lnTo>
                    <a:pt x="240731" y="221287"/>
                  </a:lnTo>
                  <a:lnTo>
                    <a:pt x="241188" y="221092"/>
                  </a:lnTo>
                  <a:lnTo>
                    <a:pt x="241368" y="221007"/>
                  </a:lnTo>
                  <a:lnTo>
                    <a:pt x="241634" y="220565"/>
                  </a:lnTo>
                  <a:lnTo>
                    <a:pt x="241777" y="220618"/>
                  </a:lnTo>
                  <a:lnTo>
                    <a:pt x="242042" y="220804"/>
                  </a:lnTo>
                  <a:lnTo>
                    <a:pt x="242149" y="220956"/>
                  </a:lnTo>
                  <a:lnTo>
                    <a:pt x="242225" y="221100"/>
                  </a:lnTo>
                  <a:lnTo>
                    <a:pt x="242011" y="221689"/>
                  </a:lnTo>
                  <a:lnTo>
                    <a:pt x="242108" y="222011"/>
                  </a:lnTo>
                  <a:lnTo>
                    <a:pt x="242316" y="222266"/>
                  </a:lnTo>
                  <a:lnTo>
                    <a:pt x="242356" y="222429"/>
                  </a:lnTo>
                  <a:lnTo>
                    <a:pt x="242782" y="222833"/>
                  </a:lnTo>
                  <a:lnTo>
                    <a:pt x="243249" y="222469"/>
                  </a:lnTo>
                  <a:lnTo>
                    <a:pt x="243910" y="222568"/>
                  </a:lnTo>
                  <a:lnTo>
                    <a:pt x="244090" y="222339"/>
                  </a:lnTo>
                  <a:lnTo>
                    <a:pt x="244483" y="221989"/>
                  </a:lnTo>
                  <a:lnTo>
                    <a:pt x="244381" y="222321"/>
                  </a:lnTo>
                  <a:lnTo>
                    <a:pt x="244798" y="222447"/>
                  </a:lnTo>
                  <a:lnTo>
                    <a:pt x="245169" y="222372"/>
                  </a:lnTo>
                  <a:lnTo>
                    <a:pt x="245381" y="222492"/>
                  </a:lnTo>
                  <a:lnTo>
                    <a:pt x="245574" y="222930"/>
                  </a:lnTo>
                  <a:lnTo>
                    <a:pt x="245503" y="223270"/>
                  </a:lnTo>
                  <a:lnTo>
                    <a:pt x="245314" y="223838"/>
                  </a:lnTo>
                  <a:lnTo>
                    <a:pt x="245919" y="225072"/>
                  </a:lnTo>
                  <a:lnTo>
                    <a:pt x="246253" y="225314"/>
                  </a:lnTo>
                  <a:lnTo>
                    <a:pt x="246419" y="225421"/>
                  </a:lnTo>
                  <a:lnTo>
                    <a:pt x="246629" y="225708"/>
                  </a:lnTo>
                  <a:lnTo>
                    <a:pt x="246635" y="225894"/>
                  </a:lnTo>
                  <a:lnTo>
                    <a:pt x="246821" y="226166"/>
                  </a:lnTo>
                  <a:lnTo>
                    <a:pt x="247113" y="226346"/>
                  </a:lnTo>
                  <a:lnTo>
                    <a:pt x="247358" y="226584"/>
                  </a:lnTo>
                  <a:lnTo>
                    <a:pt x="247586" y="226863"/>
                  </a:lnTo>
                  <a:lnTo>
                    <a:pt x="247662" y="227466"/>
                  </a:lnTo>
                  <a:lnTo>
                    <a:pt x="247699" y="227668"/>
                  </a:lnTo>
                  <a:lnTo>
                    <a:pt x="247890" y="227933"/>
                  </a:lnTo>
                  <a:lnTo>
                    <a:pt x="248243" y="228098"/>
                  </a:lnTo>
                  <a:lnTo>
                    <a:pt x="248441" y="228120"/>
                  </a:lnTo>
                  <a:lnTo>
                    <a:pt x="248656" y="228630"/>
                  </a:lnTo>
                  <a:lnTo>
                    <a:pt x="247960" y="228574"/>
                  </a:lnTo>
                  <a:lnTo>
                    <a:pt x="247456" y="228851"/>
                  </a:lnTo>
                  <a:lnTo>
                    <a:pt x="247417" y="229274"/>
                  </a:lnTo>
                  <a:lnTo>
                    <a:pt x="247703" y="229390"/>
                  </a:lnTo>
                  <a:lnTo>
                    <a:pt x="248023" y="229724"/>
                  </a:lnTo>
                  <a:lnTo>
                    <a:pt x="247855" y="230102"/>
                  </a:lnTo>
                  <a:lnTo>
                    <a:pt x="247463" y="230354"/>
                  </a:lnTo>
                  <a:lnTo>
                    <a:pt x="247588" y="230125"/>
                  </a:lnTo>
                  <a:lnTo>
                    <a:pt x="247563" y="229901"/>
                  </a:lnTo>
                  <a:lnTo>
                    <a:pt x="247036" y="229635"/>
                  </a:lnTo>
                  <a:lnTo>
                    <a:pt x="246306" y="229034"/>
                  </a:lnTo>
                  <a:lnTo>
                    <a:pt x="245721" y="229244"/>
                  </a:lnTo>
                  <a:lnTo>
                    <a:pt x="245361" y="229722"/>
                  </a:lnTo>
                  <a:lnTo>
                    <a:pt x="245180" y="229714"/>
                  </a:lnTo>
                  <a:lnTo>
                    <a:pt x="244562" y="229601"/>
                  </a:lnTo>
                  <a:lnTo>
                    <a:pt x="244408" y="229712"/>
                  </a:lnTo>
                  <a:lnTo>
                    <a:pt x="243908" y="229871"/>
                  </a:lnTo>
                  <a:lnTo>
                    <a:pt x="243708" y="229245"/>
                  </a:lnTo>
                  <a:lnTo>
                    <a:pt x="243558" y="228602"/>
                  </a:lnTo>
                  <a:lnTo>
                    <a:pt x="243879" y="228162"/>
                  </a:lnTo>
                  <a:lnTo>
                    <a:pt x="244246" y="227868"/>
                  </a:lnTo>
                  <a:lnTo>
                    <a:pt x="244436" y="227629"/>
                  </a:lnTo>
                  <a:lnTo>
                    <a:pt x="244548" y="227495"/>
                  </a:lnTo>
                  <a:lnTo>
                    <a:pt x="244704" y="227388"/>
                  </a:lnTo>
                  <a:lnTo>
                    <a:pt x="244804" y="227240"/>
                  </a:lnTo>
                  <a:lnTo>
                    <a:pt x="244543" y="227392"/>
                  </a:lnTo>
                  <a:lnTo>
                    <a:pt x="244152" y="227692"/>
                  </a:lnTo>
                  <a:lnTo>
                    <a:pt x="243509" y="227944"/>
                  </a:lnTo>
                  <a:lnTo>
                    <a:pt x="243523" y="227276"/>
                  </a:lnTo>
                  <a:lnTo>
                    <a:pt x="243176" y="227159"/>
                  </a:lnTo>
                  <a:lnTo>
                    <a:pt x="243032" y="227230"/>
                  </a:lnTo>
                  <a:lnTo>
                    <a:pt x="243088" y="227563"/>
                  </a:lnTo>
                  <a:lnTo>
                    <a:pt x="242979" y="227696"/>
                  </a:lnTo>
                  <a:lnTo>
                    <a:pt x="243354" y="228137"/>
                  </a:lnTo>
                  <a:lnTo>
                    <a:pt x="242970" y="228635"/>
                  </a:lnTo>
                  <a:lnTo>
                    <a:pt x="242832" y="228770"/>
                  </a:lnTo>
                  <a:lnTo>
                    <a:pt x="242659" y="228725"/>
                  </a:lnTo>
                  <a:lnTo>
                    <a:pt x="242588" y="228590"/>
                  </a:lnTo>
                  <a:lnTo>
                    <a:pt x="242411" y="228313"/>
                  </a:lnTo>
                  <a:lnTo>
                    <a:pt x="242288" y="228095"/>
                  </a:lnTo>
                  <a:lnTo>
                    <a:pt x="242557" y="227691"/>
                  </a:lnTo>
                  <a:lnTo>
                    <a:pt x="242255" y="227378"/>
                  </a:lnTo>
                  <a:lnTo>
                    <a:pt x="242133" y="226985"/>
                  </a:lnTo>
                  <a:lnTo>
                    <a:pt x="241839" y="226759"/>
                  </a:lnTo>
                  <a:lnTo>
                    <a:pt x="241659" y="227058"/>
                  </a:lnTo>
                  <a:lnTo>
                    <a:pt x="242065" y="227466"/>
                  </a:lnTo>
                  <a:lnTo>
                    <a:pt x="242012" y="227710"/>
                  </a:lnTo>
                  <a:lnTo>
                    <a:pt x="241702" y="228441"/>
                  </a:lnTo>
                  <a:lnTo>
                    <a:pt x="241442" y="228758"/>
                  </a:lnTo>
                  <a:lnTo>
                    <a:pt x="240873" y="228305"/>
                  </a:lnTo>
                  <a:lnTo>
                    <a:pt x="240599" y="228173"/>
                  </a:lnTo>
                  <a:lnTo>
                    <a:pt x="240477" y="227826"/>
                  </a:lnTo>
                  <a:lnTo>
                    <a:pt x="240427" y="227480"/>
                  </a:lnTo>
                  <a:lnTo>
                    <a:pt x="240200" y="227461"/>
                  </a:lnTo>
                  <a:lnTo>
                    <a:pt x="239914" y="227756"/>
                  </a:lnTo>
                  <a:lnTo>
                    <a:pt x="239604" y="227729"/>
                  </a:lnTo>
                  <a:lnTo>
                    <a:pt x="239408" y="227912"/>
                  </a:lnTo>
                  <a:lnTo>
                    <a:pt x="239582" y="228194"/>
                  </a:lnTo>
                  <a:lnTo>
                    <a:pt x="239785" y="228493"/>
                  </a:lnTo>
                  <a:lnTo>
                    <a:pt x="239933" y="228884"/>
                  </a:lnTo>
                  <a:lnTo>
                    <a:pt x="239564" y="229452"/>
                  </a:lnTo>
                  <a:lnTo>
                    <a:pt x="239506" y="229913"/>
                  </a:lnTo>
                  <a:lnTo>
                    <a:pt x="239288" y="230232"/>
                  </a:lnTo>
                  <a:lnTo>
                    <a:pt x="239288" y="230380"/>
                  </a:lnTo>
                  <a:lnTo>
                    <a:pt x="239686" y="231043"/>
                  </a:lnTo>
                  <a:lnTo>
                    <a:pt x="239957" y="230873"/>
                  </a:lnTo>
                  <a:lnTo>
                    <a:pt x="240111" y="230132"/>
                  </a:lnTo>
                  <a:lnTo>
                    <a:pt x="240128" y="229872"/>
                  </a:lnTo>
                  <a:lnTo>
                    <a:pt x="240248" y="229475"/>
                  </a:lnTo>
                  <a:lnTo>
                    <a:pt x="240406" y="229285"/>
                  </a:lnTo>
                  <a:lnTo>
                    <a:pt x="241095" y="229251"/>
                  </a:lnTo>
                  <a:lnTo>
                    <a:pt x="241518" y="229228"/>
                  </a:lnTo>
                  <a:lnTo>
                    <a:pt x="242042" y="228868"/>
                  </a:lnTo>
                  <a:lnTo>
                    <a:pt x="242336" y="228792"/>
                  </a:lnTo>
                  <a:lnTo>
                    <a:pt x="242517" y="228908"/>
                  </a:lnTo>
                  <a:lnTo>
                    <a:pt x="242676" y="229264"/>
                  </a:lnTo>
                  <a:lnTo>
                    <a:pt x="242975" y="229669"/>
                  </a:lnTo>
                  <a:lnTo>
                    <a:pt x="243278" y="229794"/>
                  </a:lnTo>
                  <a:lnTo>
                    <a:pt x="243490" y="230211"/>
                  </a:lnTo>
                  <a:lnTo>
                    <a:pt x="243640" y="230431"/>
                  </a:lnTo>
                  <a:lnTo>
                    <a:pt x="243802" y="230668"/>
                  </a:lnTo>
                  <a:lnTo>
                    <a:pt x="244267" y="230855"/>
                  </a:lnTo>
                  <a:lnTo>
                    <a:pt x="244706" y="230131"/>
                  </a:lnTo>
                  <a:lnTo>
                    <a:pt x="245195" y="230052"/>
                  </a:lnTo>
                  <a:lnTo>
                    <a:pt x="246429" y="230037"/>
                  </a:lnTo>
                  <a:lnTo>
                    <a:pt x="246593" y="230158"/>
                  </a:lnTo>
                  <a:lnTo>
                    <a:pt x="246771" y="230272"/>
                  </a:lnTo>
                  <a:lnTo>
                    <a:pt x="246726" y="230503"/>
                  </a:lnTo>
                  <a:lnTo>
                    <a:pt x="246701" y="230782"/>
                  </a:lnTo>
                  <a:lnTo>
                    <a:pt x="246718" y="231018"/>
                  </a:lnTo>
                  <a:lnTo>
                    <a:pt x="246730" y="231197"/>
                  </a:lnTo>
                  <a:lnTo>
                    <a:pt x="246731" y="231540"/>
                  </a:lnTo>
                  <a:lnTo>
                    <a:pt x="246962" y="231908"/>
                  </a:lnTo>
                  <a:lnTo>
                    <a:pt x="247066" y="232358"/>
                  </a:lnTo>
                  <a:lnTo>
                    <a:pt x="247139" y="232487"/>
                  </a:lnTo>
                  <a:lnTo>
                    <a:pt x="247588" y="232855"/>
                  </a:lnTo>
                  <a:lnTo>
                    <a:pt x="247989" y="233358"/>
                  </a:lnTo>
                  <a:lnTo>
                    <a:pt x="248303" y="233395"/>
                  </a:lnTo>
                  <a:lnTo>
                    <a:pt x="248921" y="233284"/>
                  </a:lnTo>
                  <a:lnTo>
                    <a:pt x="249160" y="233406"/>
                  </a:lnTo>
                  <a:lnTo>
                    <a:pt x="249017" y="233692"/>
                  </a:lnTo>
                  <a:lnTo>
                    <a:pt x="248666" y="234043"/>
                  </a:lnTo>
                  <a:lnTo>
                    <a:pt x="248333" y="233728"/>
                  </a:lnTo>
                  <a:lnTo>
                    <a:pt x="247940" y="233883"/>
                  </a:lnTo>
                  <a:lnTo>
                    <a:pt x="247680" y="233961"/>
                  </a:lnTo>
                  <a:lnTo>
                    <a:pt x="246815" y="233996"/>
                  </a:lnTo>
                  <a:lnTo>
                    <a:pt x="247158" y="234117"/>
                  </a:lnTo>
                  <a:lnTo>
                    <a:pt x="247566" y="234291"/>
                  </a:lnTo>
                  <a:lnTo>
                    <a:pt x="247978" y="234457"/>
                  </a:lnTo>
                  <a:lnTo>
                    <a:pt x="248085" y="234709"/>
                  </a:lnTo>
                  <a:lnTo>
                    <a:pt x="247934" y="234697"/>
                  </a:lnTo>
                  <a:lnTo>
                    <a:pt x="247736" y="234681"/>
                  </a:lnTo>
                  <a:lnTo>
                    <a:pt x="247126" y="234746"/>
                  </a:lnTo>
                  <a:lnTo>
                    <a:pt x="246847" y="234683"/>
                  </a:lnTo>
                  <a:lnTo>
                    <a:pt x="246589" y="234698"/>
                  </a:lnTo>
                  <a:lnTo>
                    <a:pt x="246408" y="234961"/>
                  </a:lnTo>
                  <a:lnTo>
                    <a:pt x="246477" y="235124"/>
                  </a:lnTo>
                  <a:lnTo>
                    <a:pt x="246744" y="235291"/>
                  </a:lnTo>
                  <a:lnTo>
                    <a:pt x="246570" y="235479"/>
                  </a:lnTo>
                  <a:lnTo>
                    <a:pt x="246497" y="235670"/>
                  </a:lnTo>
                  <a:lnTo>
                    <a:pt x="246675" y="235952"/>
                  </a:lnTo>
                  <a:lnTo>
                    <a:pt x="246855" y="235943"/>
                  </a:lnTo>
                  <a:lnTo>
                    <a:pt x="247463" y="235837"/>
                  </a:lnTo>
                  <a:lnTo>
                    <a:pt x="246713" y="236102"/>
                  </a:lnTo>
                  <a:lnTo>
                    <a:pt x="246358" y="236032"/>
                  </a:lnTo>
                  <a:lnTo>
                    <a:pt x="246132" y="236053"/>
                  </a:lnTo>
                  <a:lnTo>
                    <a:pt x="245729" y="235884"/>
                  </a:lnTo>
                  <a:lnTo>
                    <a:pt x="244822" y="235828"/>
                  </a:lnTo>
                  <a:lnTo>
                    <a:pt x="244161" y="235569"/>
                  </a:lnTo>
                  <a:lnTo>
                    <a:pt x="243459" y="235620"/>
                  </a:lnTo>
                  <a:lnTo>
                    <a:pt x="242903" y="235501"/>
                  </a:lnTo>
                  <a:lnTo>
                    <a:pt x="242635" y="235436"/>
                  </a:lnTo>
                  <a:lnTo>
                    <a:pt x="242596" y="235013"/>
                  </a:lnTo>
                  <a:lnTo>
                    <a:pt x="242251" y="234986"/>
                  </a:lnTo>
                  <a:lnTo>
                    <a:pt x="242062" y="235245"/>
                  </a:lnTo>
                  <a:lnTo>
                    <a:pt x="242126" y="235712"/>
                  </a:lnTo>
                  <a:lnTo>
                    <a:pt x="242384" y="236011"/>
                  </a:lnTo>
                  <a:lnTo>
                    <a:pt x="242665" y="235797"/>
                  </a:lnTo>
                  <a:lnTo>
                    <a:pt x="242964" y="236099"/>
                  </a:lnTo>
                  <a:lnTo>
                    <a:pt x="243097" y="236428"/>
                  </a:lnTo>
                  <a:lnTo>
                    <a:pt x="242969" y="236795"/>
                  </a:lnTo>
                  <a:lnTo>
                    <a:pt x="242953" y="237155"/>
                  </a:lnTo>
                  <a:lnTo>
                    <a:pt x="243512" y="238043"/>
                  </a:lnTo>
                  <a:lnTo>
                    <a:pt x="243414" y="238217"/>
                  </a:lnTo>
                  <a:lnTo>
                    <a:pt x="243068" y="238230"/>
                  </a:lnTo>
                  <a:lnTo>
                    <a:pt x="242855" y="238210"/>
                  </a:lnTo>
                  <a:lnTo>
                    <a:pt x="242741" y="237982"/>
                  </a:lnTo>
                  <a:lnTo>
                    <a:pt x="242662" y="237730"/>
                  </a:lnTo>
                  <a:lnTo>
                    <a:pt x="242650" y="237519"/>
                  </a:lnTo>
                  <a:lnTo>
                    <a:pt x="242096" y="237170"/>
                  </a:lnTo>
                  <a:lnTo>
                    <a:pt x="242086" y="237631"/>
                  </a:lnTo>
                  <a:lnTo>
                    <a:pt x="241869" y="237847"/>
                  </a:lnTo>
                  <a:lnTo>
                    <a:pt x="242142" y="238201"/>
                  </a:lnTo>
                  <a:lnTo>
                    <a:pt x="241910" y="238001"/>
                  </a:lnTo>
                  <a:lnTo>
                    <a:pt x="241666" y="238168"/>
                  </a:lnTo>
                  <a:lnTo>
                    <a:pt x="241800" y="238306"/>
                  </a:lnTo>
                  <a:lnTo>
                    <a:pt x="241509" y="238464"/>
                  </a:lnTo>
                  <a:lnTo>
                    <a:pt x="241664" y="238731"/>
                  </a:lnTo>
                  <a:lnTo>
                    <a:pt x="242467" y="238872"/>
                  </a:lnTo>
                  <a:lnTo>
                    <a:pt x="242526" y="239299"/>
                  </a:lnTo>
                  <a:lnTo>
                    <a:pt x="242509" y="239525"/>
                  </a:lnTo>
                  <a:lnTo>
                    <a:pt x="242502" y="240089"/>
                  </a:lnTo>
                  <a:lnTo>
                    <a:pt x="242331" y="240349"/>
                  </a:lnTo>
                  <a:lnTo>
                    <a:pt x="241709" y="240693"/>
                  </a:lnTo>
                  <a:lnTo>
                    <a:pt x="241336" y="240793"/>
                  </a:lnTo>
                  <a:lnTo>
                    <a:pt x="241127" y="240838"/>
                  </a:lnTo>
                  <a:lnTo>
                    <a:pt x="240448" y="241041"/>
                  </a:lnTo>
                  <a:lnTo>
                    <a:pt x="240034" y="240788"/>
                  </a:lnTo>
                  <a:lnTo>
                    <a:pt x="239792" y="240925"/>
                  </a:lnTo>
                  <a:lnTo>
                    <a:pt x="239801" y="241106"/>
                  </a:lnTo>
                  <a:lnTo>
                    <a:pt x="239500" y="241461"/>
                  </a:lnTo>
                  <a:lnTo>
                    <a:pt x="239520" y="241695"/>
                  </a:lnTo>
                  <a:lnTo>
                    <a:pt x="239353" y="241892"/>
                  </a:lnTo>
                  <a:lnTo>
                    <a:pt x="239801" y="241866"/>
                  </a:lnTo>
                  <a:lnTo>
                    <a:pt x="240168" y="241757"/>
                  </a:lnTo>
                  <a:lnTo>
                    <a:pt x="240491" y="241560"/>
                  </a:lnTo>
                  <a:lnTo>
                    <a:pt x="240734" y="241383"/>
                  </a:lnTo>
                  <a:lnTo>
                    <a:pt x="241139" y="241325"/>
                  </a:lnTo>
                  <a:lnTo>
                    <a:pt x="241317" y="241476"/>
                  </a:lnTo>
                  <a:lnTo>
                    <a:pt x="241409" y="241715"/>
                  </a:lnTo>
                  <a:lnTo>
                    <a:pt x="241253" y="242138"/>
                  </a:lnTo>
                  <a:lnTo>
                    <a:pt x="241522" y="242680"/>
                  </a:lnTo>
                  <a:lnTo>
                    <a:pt x="241259" y="243297"/>
                  </a:lnTo>
                  <a:lnTo>
                    <a:pt x="241059" y="243609"/>
                  </a:lnTo>
                  <a:lnTo>
                    <a:pt x="240780" y="243636"/>
                  </a:lnTo>
                  <a:lnTo>
                    <a:pt x="240354" y="243572"/>
                  </a:lnTo>
                  <a:lnTo>
                    <a:pt x="239889" y="243399"/>
                  </a:lnTo>
                  <a:lnTo>
                    <a:pt x="239647" y="243447"/>
                  </a:lnTo>
                  <a:lnTo>
                    <a:pt x="239269" y="243277"/>
                  </a:lnTo>
                  <a:lnTo>
                    <a:pt x="238951" y="243085"/>
                  </a:lnTo>
                  <a:lnTo>
                    <a:pt x="238715" y="243097"/>
                  </a:lnTo>
                  <a:lnTo>
                    <a:pt x="238435" y="243045"/>
                  </a:lnTo>
                  <a:lnTo>
                    <a:pt x="238244" y="243159"/>
                  </a:lnTo>
                  <a:lnTo>
                    <a:pt x="237850" y="243316"/>
                  </a:lnTo>
                  <a:lnTo>
                    <a:pt x="237425" y="243299"/>
                  </a:lnTo>
                  <a:lnTo>
                    <a:pt x="237202" y="243553"/>
                  </a:lnTo>
                  <a:lnTo>
                    <a:pt x="236904" y="243108"/>
                  </a:lnTo>
                  <a:lnTo>
                    <a:pt x="236670" y="243028"/>
                  </a:lnTo>
                  <a:lnTo>
                    <a:pt x="236362" y="243203"/>
                  </a:lnTo>
                  <a:lnTo>
                    <a:pt x="236408" y="243371"/>
                  </a:lnTo>
                  <a:lnTo>
                    <a:pt x="236316" y="243809"/>
                  </a:lnTo>
                  <a:lnTo>
                    <a:pt x="236437" y="243951"/>
                  </a:lnTo>
                  <a:lnTo>
                    <a:pt x="236521" y="244778"/>
                  </a:lnTo>
                  <a:lnTo>
                    <a:pt x="236172" y="245144"/>
                  </a:lnTo>
                  <a:lnTo>
                    <a:pt x="235364" y="245268"/>
                  </a:lnTo>
                  <a:lnTo>
                    <a:pt x="235086" y="245220"/>
                  </a:lnTo>
                  <a:lnTo>
                    <a:pt x="235218" y="244739"/>
                  </a:lnTo>
                  <a:lnTo>
                    <a:pt x="235011" y="244704"/>
                  </a:lnTo>
                  <a:lnTo>
                    <a:pt x="234674" y="244747"/>
                  </a:lnTo>
                  <a:lnTo>
                    <a:pt x="234082" y="245079"/>
                  </a:lnTo>
                  <a:lnTo>
                    <a:pt x="234642" y="245213"/>
                  </a:lnTo>
                  <a:lnTo>
                    <a:pt x="234455" y="245693"/>
                  </a:lnTo>
                  <a:lnTo>
                    <a:pt x="234882" y="247794"/>
                  </a:lnTo>
                  <a:lnTo>
                    <a:pt x="235235" y="247841"/>
                  </a:lnTo>
                  <a:lnTo>
                    <a:pt x="235472" y="248336"/>
                  </a:lnTo>
                  <a:lnTo>
                    <a:pt x="235513" y="248474"/>
                  </a:lnTo>
                  <a:lnTo>
                    <a:pt x="236173" y="248967"/>
                  </a:lnTo>
                  <a:lnTo>
                    <a:pt x="236306" y="248905"/>
                  </a:lnTo>
                  <a:lnTo>
                    <a:pt x="236747" y="249087"/>
                  </a:lnTo>
                  <a:lnTo>
                    <a:pt x="236880" y="249028"/>
                  </a:lnTo>
                  <a:lnTo>
                    <a:pt x="237042" y="248955"/>
                  </a:lnTo>
                  <a:lnTo>
                    <a:pt x="237392" y="248868"/>
                  </a:lnTo>
                  <a:lnTo>
                    <a:pt x="237201" y="249143"/>
                  </a:lnTo>
                  <a:lnTo>
                    <a:pt x="236536" y="249536"/>
                  </a:lnTo>
                  <a:lnTo>
                    <a:pt x="236444" y="249892"/>
                  </a:lnTo>
                  <a:lnTo>
                    <a:pt x="235943" y="251098"/>
                  </a:lnTo>
                  <a:lnTo>
                    <a:pt x="236125" y="251163"/>
                  </a:lnTo>
                  <a:lnTo>
                    <a:pt x="236527" y="251669"/>
                  </a:lnTo>
                  <a:lnTo>
                    <a:pt x="236837" y="251552"/>
                  </a:lnTo>
                  <a:lnTo>
                    <a:pt x="237012" y="251487"/>
                  </a:lnTo>
                  <a:lnTo>
                    <a:pt x="237239" y="251475"/>
                  </a:lnTo>
                  <a:lnTo>
                    <a:pt x="237435" y="251426"/>
                  </a:lnTo>
                  <a:lnTo>
                    <a:pt x="237714" y="251407"/>
                  </a:lnTo>
                  <a:lnTo>
                    <a:pt x="237305" y="251642"/>
                  </a:lnTo>
                  <a:lnTo>
                    <a:pt x="237291" y="251931"/>
                  </a:lnTo>
                  <a:lnTo>
                    <a:pt x="238101" y="252014"/>
                  </a:lnTo>
                  <a:lnTo>
                    <a:pt x="237942" y="252287"/>
                  </a:lnTo>
                  <a:lnTo>
                    <a:pt x="237710" y="252454"/>
                  </a:lnTo>
                  <a:lnTo>
                    <a:pt x="237254" y="252544"/>
                  </a:lnTo>
                  <a:lnTo>
                    <a:pt x="236945" y="252704"/>
                  </a:lnTo>
                  <a:lnTo>
                    <a:pt x="236655" y="252738"/>
                  </a:lnTo>
                  <a:lnTo>
                    <a:pt x="236491" y="252812"/>
                  </a:lnTo>
                  <a:lnTo>
                    <a:pt x="236224" y="253777"/>
                  </a:lnTo>
                  <a:lnTo>
                    <a:pt x="236251" y="253908"/>
                  </a:lnTo>
                  <a:lnTo>
                    <a:pt x="236325" y="254696"/>
                  </a:lnTo>
                  <a:lnTo>
                    <a:pt x="236362" y="255715"/>
                  </a:lnTo>
                  <a:lnTo>
                    <a:pt x="236829" y="255436"/>
                  </a:lnTo>
                  <a:lnTo>
                    <a:pt x="237324" y="255407"/>
                  </a:lnTo>
                  <a:lnTo>
                    <a:pt x="237090" y="255651"/>
                  </a:lnTo>
                  <a:lnTo>
                    <a:pt x="236862" y="255844"/>
                  </a:lnTo>
                  <a:lnTo>
                    <a:pt x="236725" y="255958"/>
                  </a:lnTo>
                  <a:lnTo>
                    <a:pt x="236329" y="256204"/>
                  </a:lnTo>
                  <a:lnTo>
                    <a:pt x="235944" y="256493"/>
                  </a:lnTo>
                  <a:lnTo>
                    <a:pt x="235648" y="256712"/>
                  </a:lnTo>
                  <a:lnTo>
                    <a:pt x="235493" y="256678"/>
                  </a:lnTo>
                  <a:lnTo>
                    <a:pt x="235121" y="256311"/>
                  </a:lnTo>
                  <a:lnTo>
                    <a:pt x="235413" y="256074"/>
                  </a:lnTo>
                  <a:lnTo>
                    <a:pt x="235534" y="255840"/>
                  </a:lnTo>
                  <a:lnTo>
                    <a:pt x="235095" y="255442"/>
                  </a:lnTo>
                  <a:lnTo>
                    <a:pt x="234718" y="255658"/>
                  </a:lnTo>
                  <a:lnTo>
                    <a:pt x="234567" y="255893"/>
                  </a:lnTo>
                  <a:lnTo>
                    <a:pt x="234415" y="256160"/>
                  </a:lnTo>
                  <a:lnTo>
                    <a:pt x="233916" y="256383"/>
                  </a:lnTo>
                  <a:lnTo>
                    <a:pt x="233483" y="256521"/>
                  </a:lnTo>
                  <a:lnTo>
                    <a:pt x="232797" y="257007"/>
                  </a:lnTo>
                  <a:lnTo>
                    <a:pt x="232155" y="257288"/>
                  </a:lnTo>
                  <a:lnTo>
                    <a:pt x="231918" y="257347"/>
                  </a:lnTo>
                  <a:lnTo>
                    <a:pt x="231615" y="257370"/>
                  </a:lnTo>
                  <a:lnTo>
                    <a:pt x="231198" y="257272"/>
                  </a:lnTo>
                  <a:lnTo>
                    <a:pt x="231071" y="257159"/>
                  </a:lnTo>
                  <a:lnTo>
                    <a:pt x="230656" y="257031"/>
                  </a:lnTo>
                  <a:lnTo>
                    <a:pt x="230499" y="257060"/>
                  </a:lnTo>
                  <a:lnTo>
                    <a:pt x="230315" y="257212"/>
                  </a:lnTo>
                  <a:lnTo>
                    <a:pt x="229876" y="257751"/>
                  </a:lnTo>
                  <a:lnTo>
                    <a:pt x="229649" y="258212"/>
                  </a:lnTo>
                  <a:lnTo>
                    <a:pt x="229468" y="258273"/>
                  </a:lnTo>
                  <a:lnTo>
                    <a:pt x="229488" y="258463"/>
                  </a:lnTo>
                  <a:lnTo>
                    <a:pt x="229743" y="258744"/>
                  </a:lnTo>
                  <a:lnTo>
                    <a:pt x="229999" y="259059"/>
                  </a:lnTo>
                  <a:lnTo>
                    <a:pt x="229731" y="259120"/>
                  </a:lnTo>
                  <a:lnTo>
                    <a:pt x="229553" y="259207"/>
                  </a:lnTo>
                  <a:lnTo>
                    <a:pt x="229496" y="259620"/>
                  </a:lnTo>
                  <a:lnTo>
                    <a:pt x="229149" y="259669"/>
                  </a:lnTo>
                  <a:lnTo>
                    <a:pt x="228966" y="259598"/>
                  </a:lnTo>
                  <a:lnTo>
                    <a:pt x="228639" y="259814"/>
                  </a:lnTo>
                  <a:lnTo>
                    <a:pt x="228273" y="260138"/>
                  </a:lnTo>
                  <a:lnTo>
                    <a:pt x="228233" y="260371"/>
                  </a:lnTo>
                  <a:lnTo>
                    <a:pt x="228120" y="260634"/>
                  </a:lnTo>
                  <a:lnTo>
                    <a:pt x="227915" y="260876"/>
                  </a:lnTo>
                  <a:lnTo>
                    <a:pt x="227654" y="261116"/>
                  </a:lnTo>
                  <a:lnTo>
                    <a:pt x="227253" y="261046"/>
                  </a:lnTo>
                  <a:lnTo>
                    <a:pt x="226875" y="261106"/>
                  </a:lnTo>
                  <a:lnTo>
                    <a:pt x="226517" y="260978"/>
                  </a:lnTo>
                  <a:lnTo>
                    <a:pt x="225950" y="260655"/>
                  </a:lnTo>
                  <a:lnTo>
                    <a:pt x="225928" y="260362"/>
                  </a:lnTo>
                  <a:lnTo>
                    <a:pt x="225553" y="260421"/>
                  </a:lnTo>
                  <a:lnTo>
                    <a:pt x="226145" y="259471"/>
                  </a:lnTo>
                  <a:lnTo>
                    <a:pt x="225972" y="259223"/>
                  </a:lnTo>
                  <a:lnTo>
                    <a:pt x="225708" y="259241"/>
                  </a:lnTo>
                  <a:lnTo>
                    <a:pt x="225999" y="258922"/>
                  </a:lnTo>
                  <a:lnTo>
                    <a:pt x="226167" y="258914"/>
                  </a:lnTo>
                  <a:lnTo>
                    <a:pt x="226221" y="258626"/>
                  </a:lnTo>
                  <a:lnTo>
                    <a:pt x="226269" y="258351"/>
                  </a:lnTo>
                  <a:lnTo>
                    <a:pt x="226594" y="258291"/>
                  </a:lnTo>
                  <a:lnTo>
                    <a:pt x="226167" y="258082"/>
                  </a:lnTo>
                  <a:lnTo>
                    <a:pt x="226337" y="257849"/>
                  </a:lnTo>
                  <a:lnTo>
                    <a:pt x="226623" y="257573"/>
                  </a:lnTo>
                  <a:lnTo>
                    <a:pt x="226928" y="257491"/>
                  </a:lnTo>
                  <a:lnTo>
                    <a:pt x="227110" y="257374"/>
                  </a:lnTo>
                  <a:lnTo>
                    <a:pt x="227318" y="257215"/>
                  </a:lnTo>
                  <a:lnTo>
                    <a:pt x="227505" y="256958"/>
                  </a:lnTo>
                  <a:lnTo>
                    <a:pt x="228274" y="256452"/>
                  </a:lnTo>
                  <a:lnTo>
                    <a:pt x="228418" y="256422"/>
                  </a:lnTo>
                  <a:lnTo>
                    <a:pt x="228547" y="256553"/>
                  </a:lnTo>
                  <a:lnTo>
                    <a:pt x="228805" y="256687"/>
                  </a:lnTo>
                  <a:lnTo>
                    <a:pt x="229728" y="256399"/>
                  </a:lnTo>
                  <a:lnTo>
                    <a:pt x="229803" y="256528"/>
                  </a:lnTo>
                  <a:lnTo>
                    <a:pt x="229812" y="256984"/>
                  </a:lnTo>
                  <a:lnTo>
                    <a:pt x="230096" y="256894"/>
                  </a:lnTo>
                  <a:lnTo>
                    <a:pt x="230311" y="256748"/>
                  </a:lnTo>
                  <a:lnTo>
                    <a:pt x="230200" y="256553"/>
                  </a:lnTo>
                  <a:lnTo>
                    <a:pt x="230197" y="256206"/>
                  </a:lnTo>
                  <a:lnTo>
                    <a:pt x="230334" y="256165"/>
                  </a:lnTo>
                  <a:lnTo>
                    <a:pt x="230605" y="256139"/>
                  </a:lnTo>
                  <a:lnTo>
                    <a:pt x="230698" y="255826"/>
                  </a:lnTo>
                  <a:lnTo>
                    <a:pt x="230626" y="255384"/>
                  </a:lnTo>
                  <a:lnTo>
                    <a:pt x="230498" y="255344"/>
                  </a:lnTo>
                  <a:lnTo>
                    <a:pt x="230620" y="255061"/>
                  </a:lnTo>
                  <a:lnTo>
                    <a:pt x="230908" y="255273"/>
                  </a:lnTo>
                  <a:lnTo>
                    <a:pt x="231179" y="254972"/>
                  </a:lnTo>
                  <a:lnTo>
                    <a:pt x="231165" y="254507"/>
                  </a:lnTo>
                  <a:lnTo>
                    <a:pt x="231323" y="254317"/>
                  </a:lnTo>
                  <a:lnTo>
                    <a:pt x="231614" y="254250"/>
                  </a:lnTo>
                  <a:lnTo>
                    <a:pt x="231761" y="254104"/>
                  </a:lnTo>
                  <a:lnTo>
                    <a:pt x="231855" y="253855"/>
                  </a:lnTo>
                  <a:lnTo>
                    <a:pt x="231578" y="253932"/>
                  </a:lnTo>
                  <a:lnTo>
                    <a:pt x="231197" y="253746"/>
                  </a:lnTo>
                  <a:lnTo>
                    <a:pt x="231027" y="253524"/>
                  </a:lnTo>
                  <a:lnTo>
                    <a:pt x="231454" y="253183"/>
                  </a:lnTo>
                  <a:lnTo>
                    <a:pt x="231623" y="252951"/>
                  </a:lnTo>
                  <a:lnTo>
                    <a:pt x="232268" y="252751"/>
                  </a:lnTo>
                  <a:lnTo>
                    <a:pt x="232199" y="252376"/>
                  </a:lnTo>
                  <a:lnTo>
                    <a:pt x="231929" y="252364"/>
                  </a:lnTo>
                  <a:lnTo>
                    <a:pt x="232286" y="252075"/>
                  </a:lnTo>
                  <a:lnTo>
                    <a:pt x="232820" y="252088"/>
                  </a:lnTo>
                  <a:lnTo>
                    <a:pt x="232899" y="251695"/>
                  </a:lnTo>
                  <a:lnTo>
                    <a:pt x="232867" y="251514"/>
                  </a:lnTo>
                  <a:lnTo>
                    <a:pt x="233619" y="251331"/>
                  </a:lnTo>
                  <a:lnTo>
                    <a:pt x="233815" y="251229"/>
                  </a:lnTo>
                  <a:lnTo>
                    <a:pt x="234021" y="250628"/>
                  </a:lnTo>
                  <a:lnTo>
                    <a:pt x="235062" y="249749"/>
                  </a:lnTo>
                  <a:lnTo>
                    <a:pt x="235159" y="249526"/>
                  </a:lnTo>
                  <a:lnTo>
                    <a:pt x="235268" y="249273"/>
                  </a:lnTo>
                  <a:lnTo>
                    <a:pt x="234723" y="248854"/>
                  </a:lnTo>
                  <a:lnTo>
                    <a:pt x="234528" y="248921"/>
                  </a:lnTo>
                  <a:lnTo>
                    <a:pt x="233872" y="249167"/>
                  </a:lnTo>
                  <a:lnTo>
                    <a:pt x="233535" y="249164"/>
                  </a:lnTo>
                  <a:lnTo>
                    <a:pt x="233365" y="249172"/>
                  </a:lnTo>
                  <a:lnTo>
                    <a:pt x="233038" y="249216"/>
                  </a:lnTo>
                  <a:lnTo>
                    <a:pt x="232804" y="249201"/>
                  </a:lnTo>
                  <a:lnTo>
                    <a:pt x="232624" y="249178"/>
                  </a:lnTo>
                  <a:lnTo>
                    <a:pt x="232101" y="249272"/>
                  </a:lnTo>
                  <a:lnTo>
                    <a:pt x="231848" y="249252"/>
                  </a:lnTo>
                  <a:lnTo>
                    <a:pt x="231180" y="249511"/>
                  </a:lnTo>
                  <a:lnTo>
                    <a:pt x="231054" y="249639"/>
                  </a:lnTo>
                  <a:lnTo>
                    <a:pt x="231002" y="249437"/>
                  </a:lnTo>
                  <a:lnTo>
                    <a:pt x="231048" y="249289"/>
                  </a:lnTo>
                  <a:lnTo>
                    <a:pt x="231054" y="249048"/>
                  </a:lnTo>
                  <a:lnTo>
                    <a:pt x="230847" y="248947"/>
                  </a:lnTo>
                  <a:lnTo>
                    <a:pt x="230285" y="249221"/>
                  </a:lnTo>
                  <a:lnTo>
                    <a:pt x="230109" y="249177"/>
                  </a:lnTo>
                  <a:lnTo>
                    <a:pt x="230067" y="248998"/>
                  </a:lnTo>
                  <a:lnTo>
                    <a:pt x="229965" y="248881"/>
                  </a:lnTo>
                  <a:lnTo>
                    <a:pt x="229799" y="248929"/>
                  </a:lnTo>
                  <a:lnTo>
                    <a:pt x="229597" y="249273"/>
                  </a:lnTo>
                  <a:lnTo>
                    <a:pt x="229223" y="249503"/>
                  </a:lnTo>
                  <a:lnTo>
                    <a:pt x="229018" y="249850"/>
                  </a:lnTo>
                  <a:lnTo>
                    <a:pt x="229078" y="250048"/>
                  </a:lnTo>
                  <a:lnTo>
                    <a:pt x="229365" y="250484"/>
                  </a:lnTo>
                  <a:lnTo>
                    <a:pt x="229460" y="250664"/>
                  </a:lnTo>
                  <a:lnTo>
                    <a:pt x="229552" y="250970"/>
                  </a:lnTo>
                  <a:lnTo>
                    <a:pt x="229340" y="251356"/>
                  </a:lnTo>
                  <a:lnTo>
                    <a:pt x="229335" y="251627"/>
                  </a:lnTo>
                  <a:lnTo>
                    <a:pt x="229106" y="251821"/>
                  </a:lnTo>
                  <a:lnTo>
                    <a:pt x="228652" y="252122"/>
                  </a:lnTo>
                  <a:lnTo>
                    <a:pt x="228487" y="252299"/>
                  </a:lnTo>
                  <a:lnTo>
                    <a:pt x="228235" y="252791"/>
                  </a:lnTo>
                  <a:lnTo>
                    <a:pt x="228096" y="253118"/>
                  </a:lnTo>
                  <a:lnTo>
                    <a:pt x="228071" y="253405"/>
                  </a:lnTo>
                  <a:lnTo>
                    <a:pt x="228228" y="253783"/>
                  </a:lnTo>
                  <a:lnTo>
                    <a:pt x="227801" y="254272"/>
                  </a:lnTo>
                  <a:lnTo>
                    <a:pt x="228068" y="254455"/>
                  </a:lnTo>
                  <a:lnTo>
                    <a:pt x="228447" y="254549"/>
                  </a:lnTo>
                  <a:lnTo>
                    <a:pt x="228249" y="254764"/>
                  </a:lnTo>
                  <a:lnTo>
                    <a:pt x="228033" y="254815"/>
                  </a:lnTo>
                  <a:lnTo>
                    <a:pt x="227733" y="254995"/>
                  </a:lnTo>
                  <a:lnTo>
                    <a:pt x="227636" y="255136"/>
                  </a:lnTo>
                  <a:lnTo>
                    <a:pt x="227331" y="255292"/>
                  </a:lnTo>
                  <a:lnTo>
                    <a:pt x="227073" y="255401"/>
                  </a:lnTo>
                  <a:lnTo>
                    <a:pt x="226859" y="255222"/>
                  </a:lnTo>
                  <a:lnTo>
                    <a:pt x="226871" y="254676"/>
                  </a:lnTo>
                  <a:lnTo>
                    <a:pt x="226997" y="254543"/>
                  </a:lnTo>
                  <a:lnTo>
                    <a:pt x="227226" y="254343"/>
                  </a:lnTo>
                  <a:lnTo>
                    <a:pt x="227186" y="254185"/>
                  </a:lnTo>
                  <a:lnTo>
                    <a:pt x="227094" y="254031"/>
                  </a:lnTo>
                  <a:lnTo>
                    <a:pt x="226921" y="253831"/>
                  </a:lnTo>
                  <a:lnTo>
                    <a:pt x="226740" y="253652"/>
                  </a:lnTo>
                  <a:lnTo>
                    <a:pt x="226493" y="253488"/>
                  </a:lnTo>
                  <a:lnTo>
                    <a:pt x="225920" y="253279"/>
                  </a:lnTo>
                  <a:lnTo>
                    <a:pt x="225929" y="253029"/>
                  </a:lnTo>
                  <a:lnTo>
                    <a:pt x="225943" y="252622"/>
                  </a:lnTo>
                  <a:lnTo>
                    <a:pt x="225535" y="252648"/>
                  </a:lnTo>
                  <a:lnTo>
                    <a:pt x="225348" y="253042"/>
                  </a:lnTo>
                  <a:lnTo>
                    <a:pt x="225256" y="253266"/>
                  </a:lnTo>
                  <a:lnTo>
                    <a:pt x="224823" y="253266"/>
                  </a:lnTo>
                  <a:lnTo>
                    <a:pt x="224567" y="253466"/>
                  </a:lnTo>
                  <a:lnTo>
                    <a:pt x="224153" y="253209"/>
                  </a:lnTo>
                  <a:lnTo>
                    <a:pt x="223908" y="252673"/>
                  </a:lnTo>
                  <a:lnTo>
                    <a:pt x="224215" y="252341"/>
                  </a:lnTo>
                  <a:lnTo>
                    <a:pt x="224739" y="252089"/>
                  </a:lnTo>
                  <a:lnTo>
                    <a:pt x="224750" y="251923"/>
                  </a:lnTo>
                  <a:lnTo>
                    <a:pt x="224614" y="251688"/>
                  </a:lnTo>
                  <a:lnTo>
                    <a:pt x="224580" y="251542"/>
                  </a:lnTo>
                  <a:lnTo>
                    <a:pt x="224431" y="251024"/>
                  </a:lnTo>
                  <a:lnTo>
                    <a:pt x="224158" y="250896"/>
                  </a:lnTo>
                  <a:lnTo>
                    <a:pt x="224205" y="250759"/>
                  </a:lnTo>
                  <a:lnTo>
                    <a:pt x="224686" y="250401"/>
                  </a:lnTo>
                  <a:lnTo>
                    <a:pt x="224565" y="249955"/>
                  </a:lnTo>
                  <a:lnTo>
                    <a:pt x="224713" y="249760"/>
                  </a:lnTo>
                  <a:lnTo>
                    <a:pt x="224990" y="249504"/>
                  </a:lnTo>
                  <a:lnTo>
                    <a:pt x="225197" y="249448"/>
                  </a:lnTo>
                  <a:lnTo>
                    <a:pt x="225650" y="249640"/>
                  </a:lnTo>
                  <a:lnTo>
                    <a:pt x="225826" y="249606"/>
                  </a:lnTo>
                  <a:lnTo>
                    <a:pt x="226000" y="249660"/>
                  </a:lnTo>
                  <a:lnTo>
                    <a:pt x="226214" y="249773"/>
                  </a:lnTo>
                  <a:lnTo>
                    <a:pt x="226553" y="249480"/>
                  </a:lnTo>
                  <a:lnTo>
                    <a:pt x="226409" y="249123"/>
                  </a:lnTo>
                  <a:lnTo>
                    <a:pt x="226217" y="249013"/>
                  </a:lnTo>
                  <a:lnTo>
                    <a:pt x="226366" y="248659"/>
                  </a:lnTo>
                  <a:lnTo>
                    <a:pt x="226435" y="248394"/>
                  </a:lnTo>
                  <a:lnTo>
                    <a:pt x="226334" y="248112"/>
                  </a:lnTo>
                  <a:lnTo>
                    <a:pt x="226175" y="248041"/>
                  </a:lnTo>
                  <a:lnTo>
                    <a:pt x="225930" y="248424"/>
                  </a:lnTo>
                  <a:lnTo>
                    <a:pt x="225784" y="248672"/>
                  </a:lnTo>
                  <a:lnTo>
                    <a:pt x="225618" y="248803"/>
                  </a:lnTo>
                  <a:lnTo>
                    <a:pt x="225278" y="248920"/>
                  </a:lnTo>
                  <a:lnTo>
                    <a:pt x="224883" y="249009"/>
                  </a:lnTo>
                  <a:lnTo>
                    <a:pt x="223963" y="249258"/>
                  </a:lnTo>
                  <a:lnTo>
                    <a:pt x="223779" y="248643"/>
                  </a:lnTo>
                  <a:lnTo>
                    <a:pt x="224025" y="247986"/>
                  </a:lnTo>
                  <a:lnTo>
                    <a:pt x="224393" y="247636"/>
                  </a:lnTo>
                  <a:lnTo>
                    <a:pt x="224606" y="247487"/>
                  </a:lnTo>
                  <a:lnTo>
                    <a:pt x="225340" y="247422"/>
                  </a:lnTo>
                  <a:lnTo>
                    <a:pt x="225931" y="246988"/>
                  </a:lnTo>
                  <a:lnTo>
                    <a:pt x="226096" y="246802"/>
                  </a:lnTo>
                  <a:lnTo>
                    <a:pt x="226398" y="246406"/>
                  </a:lnTo>
                  <a:lnTo>
                    <a:pt x="226113" y="246367"/>
                  </a:lnTo>
                  <a:lnTo>
                    <a:pt x="226239" y="246500"/>
                  </a:lnTo>
                  <a:lnTo>
                    <a:pt x="226047" y="246613"/>
                  </a:lnTo>
                  <a:lnTo>
                    <a:pt x="225861" y="246720"/>
                  </a:lnTo>
                  <a:lnTo>
                    <a:pt x="225156" y="247057"/>
                  </a:lnTo>
                  <a:lnTo>
                    <a:pt x="224902" y="247165"/>
                  </a:lnTo>
                  <a:lnTo>
                    <a:pt x="224589" y="247096"/>
                  </a:lnTo>
                  <a:lnTo>
                    <a:pt x="224438" y="246576"/>
                  </a:lnTo>
                  <a:lnTo>
                    <a:pt x="224536" y="246432"/>
                  </a:lnTo>
                  <a:lnTo>
                    <a:pt x="224319" y="246479"/>
                  </a:lnTo>
                  <a:lnTo>
                    <a:pt x="224315" y="246772"/>
                  </a:lnTo>
                  <a:lnTo>
                    <a:pt x="224245" y="246914"/>
                  </a:lnTo>
                  <a:lnTo>
                    <a:pt x="224004" y="247172"/>
                  </a:lnTo>
                  <a:lnTo>
                    <a:pt x="224019" y="247413"/>
                  </a:lnTo>
                  <a:lnTo>
                    <a:pt x="223763" y="247573"/>
                  </a:lnTo>
                  <a:lnTo>
                    <a:pt x="223561" y="247914"/>
                  </a:lnTo>
                  <a:lnTo>
                    <a:pt x="223484" y="248139"/>
                  </a:lnTo>
                  <a:lnTo>
                    <a:pt x="223320" y="248328"/>
                  </a:lnTo>
                  <a:lnTo>
                    <a:pt x="223109" y="248476"/>
                  </a:lnTo>
                  <a:lnTo>
                    <a:pt x="222866" y="248626"/>
                  </a:lnTo>
                  <a:lnTo>
                    <a:pt x="222833" y="248948"/>
                  </a:lnTo>
                  <a:lnTo>
                    <a:pt x="222860" y="249307"/>
                  </a:lnTo>
                  <a:lnTo>
                    <a:pt x="223389" y="249805"/>
                  </a:lnTo>
                  <a:lnTo>
                    <a:pt x="223370" y="250139"/>
                  </a:lnTo>
                  <a:lnTo>
                    <a:pt x="223325" y="250334"/>
                  </a:lnTo>
                  <a:lnTo>
                    <a:pt x="223014" y="250501"/>
                  </a:lnTo>
                  <a:lnTo>
                    <a:pt x="223057" y="250869"/>
                  </a:lnTo>
                  <a:lnTo>
                    <a:pt x="222728" y="251343"/>
                  </a:lnTo>
                  <a:lnTo>
                    <a:pt x="222378" y="251540"/>
                  </a:lnTo>
                  <a:lnTo>
                    <a:pt x="222225" y="251566"/>
                  </a:lnTo>
                  <a:lnTo>
                    <a:pt x="221669" y="251245"/>
                  </a:lnTo>
                  <a:lnTo>
                    <a:pt x="221749" y="251023"/>
                  </a:lnTo>
                  <a:lnTo>
                    <a:pt x="221741" y="250768"/>
                  </a:lnTo>
                  <a:lnTo>
                    <a:pt x="221679" y="250385"/>
                  </a:lnTo>
                  <a:lnTo>
                    <a:pt x="221579" y="250065"/>
                  </a:lnTo>
                  <a:lnTo>
                    <a:pt x="221223" y="249186"/>
                  </a:lnTo>
                  <a:lnTo>
                    <a:pt x="221032" y="248875"/>
                  </a:lnTo>
                  <a:lnTo>
                    <a:pt x="220852" y="248552"/>
                  </a:lnTo>
                  <a:lnTo>
                    <a:pt x="220751" y="248313"/>
                  </a:lnTo>
                  <a:lnTo>
                    <a:pt x="220600" y="248053"/>
                  </a:lnTo>
                  <a:lnTo>
                    <a:pt x="220493" y="247912"/>
                  </a:lnTo>
                  <a:lnTo>
                    <a:pt x="220201" y="247719"/>
                  </a:lnTo>
                  <a:lnTo>
                    <a:pt x="219974" y="247888"/>
                  </a:lnTo>
                  <a:lnTo>
                    <a:pt x="220056" y="248194"/>
                  </a:lnTo>
                  <a:lnTo>
                    <a:pt x="220303" y="248555"/>
                  </a:lnTo>
                  <a:lnTo>
                    <a:pt x="220287" y="248890"/>
                  </a:lnTo>
                  <a:lnTo>
                    <a:pt x="220206" y="249418"/>
                  </a:lnTo>
                  <a:lnTo>
                    <a:pt x="221462" y="251476"/>
                  </a:lnTo>
                  <a:lnTo>
                    <a:pt x="221592" y="251558"/>
                  </a:lnTo>
                  <a:lnTo>
                    <a:pt x="222022" y="251896"/>
                  </a:lnTo>
                  <a:lnTo>
                    <a:pt x="221991" y="252029"/>
                  </a:lnTo>
                  <a:lnTo>
                    <a:pt x="221919" y="252220"/>
                  </a:lnTo>
                  <a:lnTo>
                    <a:pt x="221732" y="252642"/>
                  </a:lnTo>
                  <a:lnTo>
                    <a:pt x="221573" y="252936"/>
                  </a:lnTo>
                  <a:lnTo>
                    <a:pt x="221441" y="252856"/>
                  </a:lnTo>
                  <a:lnTo>
                    <a:pt x="221230" y="252794"/>
                  </a:lnTo>
                  <a:lnTo>
                    <a:pt x="221031" y="252766"/>
                  </a:lnTo>
                  <a:lnTo>
                    <a:pt x="220826" y="252761"/>
                  </a:lnTo>
                  <a:lnTo>
                    <a:pt x="220677" y="252806"/>
                  </a:lnTo>
                  <a:lnTo>
                    <a:pt x="220497" y="252780"/>
                  </a:lnTo>
                  <a:lnTo>
                    <a:pt x="220103" y="252383"/>
                  </a:lnTo>
                  <a:lnTo>
                    <a:pt x="219807" y="251948"/>
                  </a:lnTo>
                  <a:lnTo>
                    <a:pt x="219614" y="251792"/>
                  </a:lnTo>
                  <a:lnTo>
                    <a:pt x="219217" y="251297"/>
                  </a:lnTo>
                  <a:lnTo>
                    <a:pt x="218984" y="251012"/>
                  </a:lnTo>
                  <a:lnTo>
                    <a:pt x="218975" y="250768"/>
                  </a:lnTo>
                  <a:lnTo>
                    <a:pt x="218890" y="250614"/>
                  </a:lnTo>
                  <a:lnTo>
                    <a:pt x="218751" y="250459"/>
                  </a:lnTo>
                  <a:lnTo>
                    <a:pt x="218482" y="250501"/>
                  </a:lnTo>
                  <a:lnTo>
                    <a:pt x="218350" y="250558"/>
                  </a:lnTo>
                  <a:lnTo>
                    <a:pt x="217570" y="250610"/>
                  </a:lnTo>
                  <a:lnTo>
                    <a:pt x="217369" y="250213"/>
                  </a:lnTo>
                  <a:lnTo>
                    <a:pt x="217484" y="249984"/>
                  </a:lnTo>
                  <a:lnTo>
                    <a:pt x="217673" y="249555"/>
                  </a:lnTo>
                  <a:lnTo>
                    <a:pt x="217640" y="248775"/>
                  </a:lnTo>
                  <a:lnTo>
                    <a:pt x="217480" y="248751"/>
                  </a:lnTo>
                  <a:lnTo>
                    <a:pt x="217114" y="248924"/>
                  </a:lnTo>
                  <a:lnTo>
                    <a:pt x="216886" y="249158"/>
                  </a:lnTo>
                  <a:lnTo>
                    <a:pt x="216720" y="249295"/>
                  </a:lnTo>
                  <a:lnTo>
                    <a:pt x="216516" y="249405"/>
                  </a:lnTo>
                  <a:lnTo>
                    <a:pt x="216207" y="249293"/>
                  </a:lnTo>
                  <a:lnTo>
                    <a:pt x="215997" y="249080"/>
                  </a:lnTo>
                  <a:lnTo>
                    <a:pt x="215767" y="248925"/>
                  </a:lnTo>
                  <a:lnTo>
                    <a:pt x="215750" y="249121"/>
                  </a:lnTo>
                  <a:lnTo>
                    <a:pt x="215948" y="249195"/>
                  </a:lnTo>
                  <a:lnTo>
                    <a:pt x="215931" y="249408"/>
                  </a:lnTo>
                  <a:lnTo>
                    <a:pt x="215899" y="249562"/>
                  </a:lnTo>
                  <a:lnTo>
                    <a:pt x="215808" y="249866"/>
                  </a:lnTo>
                  <a:lnTo>
                    <a:pt x="215379" y="250397"/>
                  </a:lnTo>
                  <a:lnTo>
                    <a:pt x="215104" y="250606"/>
                  </a:lnTo>
                  <a:lnTo>
                    <a:pt x="214914" y="250404"/>
                  </a:lnTo>
                  <a:lnTo>
                    <a:pt x="215274" y="250991"/>
                  </a:lnTo>
                  <a:lnTo>
                    <a:pt x="215238" y="251135"/>
                  </a:lnTo>
                  <a:lnTo>
                    <a:pt x="215244" y="251443"/>
                  </a:lnTo>
                  <a:lnTo>
                    <a:pt x="215448" y="251310"/>
                  </a:lnTo>
                  <a:lnTo>
                    <a:pt x="215638" y="251202"/>
                  </a:lnTo>
                  <a:lnTo>
                    <a:pt x="216410" y="250933"/>
                  </a:lnTo>
                  <a:lnTo>
                    <a:pt x="216744" y="250985"/>
                  </a:lnTo>
                  <a:lnTo>
                    <a:pt x="217099" y="251135"/>
                  </a:lnTo>
                  <a:lnTo>
                    <a:pt x="217247" y="251078"/>
                  </a:lnTo>
                  <a:lnTo>
                    <a:pt x="217756" y="250951"/>
                  </a:lnTo>
                  <a:lnTo>
                    <a:pt x="218115" y="251291"/>
                  </a:lnTo>
                  <a:lnTo>
                    <a:pt x="218079" y="251600"/>
                  </a:lnTo>
                  <a:lnTo>
                    <a:pt x="218382" y="251707"/>
                  </a:lnTo>
                  <a:lnTo>
                    <a:pt x="218140" y="251854"/>
                  </a:lnTo>
                  <a:lnTo>
                    <a:pt x="217592" y="252131"/>
                  </a:lnTo>
                  <a:lnTo>
                    <a:pt x="217683" y="252379"/>
                  </a:lnTo>
                  <a:lnTo>
                    <a:pt x="217681" y="252844"/>
                  </a:lnTo>
                  <a:lnTo>
                    <a:pt x="217540" y="252763"/>
                  </a:lnTo>
                  <a:lnTo>
                    <a:pt x="216776" y="252251"/>
                  </a:lnTo>
                  <a:lnTo>
                    <a:pt x="216499" y="252308"/>
                  </a:lnTo>
                  <a:lnTo>
                    <a:pt x="216977" y="252488"/>
                  </a:lnTo>
                  <a:lnTo>
                    <a:pt x="217280" y="252723"/>
                  </a:lnTo>
                  <a:lnTo>
                    <a:pt x="217535" y="252916"/>
                  </a:lnTo>
                  <a:lnTo>
                    <a:pt x="217906" y="253270"/>
                  </a:lnTo>
                  <a:lnTo>
                    <a:pt x="218080" y="253581"/>
                  </a:lnTo>
                  <a:lnTo>
                    <a:pt x="217875" y="253922"/>
                  </a:lnTo>
                  <a:lnTo>
                    <a:pt x="217696" y="253727"/>
                  </a:lnTo>
                  <a:lnTo>
                    <a:pt x="217487" y="253643"/>
                  </a:lnTo>
                  <a:lnTo>
                    <a:pt x="217322" y="253641"/>
                  </a:lnTo>
                  <a:lnTo>
                    <a:pt x="217292" y="253893"/>
                  </a:lnTo>
                  <a:lnTo>
                    <a:pt x="217102" y="253852"/>
                  </a:lnTo>
                  <a:lnTo>
                    <a:pt x="217157" y="254305"/>
                  </a:lnTo>
                  <a:lnTo>
                    <a:pt x="217536" y="254390"/>
                  </a:lnTo>
                  <a:lnTo>
                    <a:pt x="217414" y="254876"/>
                  </a:lnTo>
                  <a:lnTo>
                    <a:pt x="217325" y="255093"/>
                  </a:lnTo>
                  <a:lnTo>
                    <a:pt x="217007" y="255301"/>
                  </a:lnTo>
                  <a:lnTo>
                    <a:pt x="216725" y="255267"/>
                  </a:lnTo>
                  <a:lnTo>
                    <a:pt x="216539" y="255145"/>
                  </a:lnTo>
                  <a:lnTo>
                    <a:pt x="216149" y="255054"/>
                  </a:lnTo>
                  <a:lnTo>
                    <a:pt x="215923" y="255283"/>
                  </a:lnTo>
                  <a:lnTo>
                    <a:pt x="215802" y="255546"/>
                  </a:lnTo>
                  <a:lnTo>
                    <a:pt x="215551" y="255720"/>
                  </a:lnTo>
                  <a:lnTo>
                    <a:pt x="215325" y="255828"/>
                  </a:lnTo>
                  <a:lnTo>
                    <a:pt x="215157" y="255993"/>
                  </a:lnTo>
                  <a:lnTo>
                    <a:pt x="215222" y="256778"/>
                  </a:lnTo>
                  <a:lnTo>
                    <a:pt x="215590" y="256761"/>
                  </a:lnTo>
                  <a:lnTo>
                    <a:pt x="215757" y="257133"/>
                  </a:lnTo>
                  <a:lnTo>
                    <a:pt x="216175" y="257184"/>
                  </a:lnTo>
                  <a:lnTo>
                    <a:pt x="216572" y="257671"/>
                  </a:lnTo>
                  <a:lnTo>
                    <a:pt x="216567" y="257942"/>
                  </a:lnTo>
                  <a:lnTo>
                    <a:pt x="216845" y="258396"/>
                  </a:lnTo>
                  <a:lnTo>
                    <a:pt x="216714" y="258931"/>
                  </a:lnTo>
                  <a:lnTo>
                    <a:pt x="216996" y="258177"/>
                  </a:lnTo>
                  <a:lnTo>
                    <a:pt x="217150" y="257950"/>
                  </a:lnTo>
                  <a:lnTo>
                    <a:pt x="217604" y="257549"/>
                  </a:lnTo>
                  <a:lnTo>
                    <a:pt x="218047" y="257363"/>
                  </a:lnTo>
                  <a:lnTo>
                    <a:pt x="218376" y="257215"/>
                  </a:lnTo>
                  <a:lnTo>
                    <a:pt x="218577" y="257147"/>
                  </a:lnTo>
                  <a:lnTo>
                    <a:pt x="218812" y="257136"/>
                  </a:lnTo>
                  <a:lnTo>
                    <a:pt x="219030" y="257029"/>
                  </a:lnTo>
                  <a:lnTo>
                    <a:pt x="219168" y="256912"/>
                  </a:lnTo>
                  <a:lnTo>
                    <a:pt x="219420" y="256608"/>
                  </a:lnTo>
                  <a:lnTo>
                    <a:pt x="219623" y="256665"/>
                  </a:lnTo>
                  <a:lnTo>
                    <a:pt x="219988" y="256882"/>
                  </a:lnTo>
                  <a:lnTo>
                    <a:pt x="220583" y="257005"/>
                  </a:lnTo>
                  <a:lnTo>
                    <a:pt x="221035" y="256956"/>
                  </a:lnTo>
                  <a:lnTo>
                    <a:pt x="221442" y="256815"/>
                  </a:lnTo>
                  <a:lnTo>
                    <a:pt x="221922" y="256973"/>
                  </a:lnTo>
                  <a:lnTo>
                    <a:pt x="222175" y="257281"/>
                  </a:lnTo>
                  <a:lnTo>
                    <a:pt x="222566" y="257656"/>
                  </a:lnTo>
                  <a:lnTo>
                    <a:pt x="222752" y="257708"/>
                  </a:lnTo>
                  <a:lnTo>
                    <a:pt x="223208" y="258001"/>
                  </a:lnTo>
                  <a:lnTo>
                    <a:pt x="223534" y="258177"/>
                  </a:lnTo>
                  <a:lnTo>
                    <a:pt x="223765" y="258202"/>
                  </a:lnTo>
                  <a:lnTo>
                    <a:pt x="223743" y="258640"/>
                  </a:lnTo>
                  <a:lnTo>
                    <a:pt x="223960" y="259046"/>
                  </a:lnTo>
                  <a:lnTo>
                    <a:pt x="224229" y="259292"/>
                  </a:lnTo>
                  <a:lnTo>
                    <a:pt x="224133" y="259601"/>
                  </a:lnTo>
                  <a:lnTo>
                    <a:pt x="224053" y="259444"/>
                  </a:lnTo>
                  <a:lnTo>
                    <a:pt x="223962" y="259315"/>
                  </a:lnTo>
                  <a:lnTo>
                    <a:pt x="223359" y="258976"/>
                  </a:lnTo>
                  <a:lnTo>
                    <a:pt x="223236" y="259475"/>
                  </a:lnTo>
                  <a:lnTo>
                    <a:pt x="223131" y="259787"/>
                  </a:lnTo>
                  <a:lnTo>
                    <a:pt x="223411" y="259792"/>
                  </a:lnTo>
                  <a:lnTo>
                    <a:pt x="223759" y="260194"/>
                  </a:lnTo>
                  <a:lnTo>
                    <a:pt x="223649" y="260369"/>
                  </a:lnTo>
                  <a:lnTo>
                    <a:pt x="223627" y="260513"/>
                  </a:lnTo>
                  <a:lnTo>
                    <a:pt x="223651" y="260834"/>
                  </a:lnTo>
                  <a:lnTo>
                    <a:pt x="223397" y="261079"/>
                  </a:lnTo>
                  <a:lnTo>
                    <a:pt x="223572" y="261079"/>
                  </a:lnTo>
                  <a:lnTo>
                    <a:pt x="223839" y="261012"/>
                  </a:lnTo>
                  <a:lnTo>
                    <a:pt x="224073" y="261145"/>
                  </a:lnTo>
                  <a:lnTo>
                    <a:pt x="224156" y="261351"/>
                  </a:lnTo>
                  <a:lnTo>
                    <a:pt x="224533" y="261445"/>
                  </a:lnTo>
                  <a:lnTo>
                    <a:pt x="224466" y="261593"/>
                  </a:lnTo>
                  <a:lnTo>
                    <a:pt x="224250" y="261569"/>
                  </a:lnTo>
                  <a:lnTo>
                    <a:pt x="224051" y="261590"/>
                  </a:lnTo>
                  <a:lnTo>
                    <a:pt x="223709" y="261720"/>
                  </a:lnTo>
                  <a:lnTo>
                    <a:pt x="223478" y="261923"/>
                  </a:lnTo>
                  <a:lnTo>
                    <a:pt x="223668" y="262034"/>
                  </a:lnTo>
                  <a:lnTo>
                    <a:pt x="224236" y="262200"/>
                  </a:lnTo>
                  <a:lnTo>
                    <a:pt x="224615" y="262106"/>
                  </a:lnTo>
                  <a:lnTo>
                    <a:pt x="224770" y="262578"/>
                  </a:lnTo>
                  <a:lnTo>
                    <a:pt x="224382" y="262988"/>
                  </a:lnTo>
                  <a:lnTo>
                    <a:pt x="224780" y="262983"/>
                  </a:lnTo>
                  <a:lnTo>
                    <a:pt x="225076" y="263058"/>
                  </a:lnTo>
                  <a:lnTo>
                    <a:pt x="225054" y="263246"/>
                  </a:lnTo>
                  <a:lnTo>
                    <a:pt x="224701" y="263640"/>
                  </a:lnTo>
                  <a:lnTo>
                    <a:pt x="224877" y="263640"/>
                  </a:lnTo>
                  <a:lnTo>
                    <a:pt x="225203" y="264053"/>
                  </a:lnTo>
                  <a:lnTo>
                    <a:pt x="225367" y="264280"/>
                  </a:lnTo>
                  <a:lnTo>
                    <a:pt x="224716" y="264428"/>
                  </a:lnTo>
                  <a:lnTo>
                    <a:pt x="224435" y="264802"/>
                  </a:lnTo>
                  <a:lnTo>
                    <a:pt x="224011" y="265483"/>
                  </a:lnTo>
                  <a:lnTo>
                    <a:pt x="223214" y="265873"/>
                  </a:lnTo>
                  <a:lnTo>
                    <a:pt x="222880" y="265655"/>
                  </a:lnTo>
                  <a:lnTo>
                    <a:pt x="222870" y="265466"/>
                  </a:lnTo>
                  <a:lnTo>
                    <a:pt x="223266" y="265248"/>
                  </a:lnTo>
                  <a:lnTo>
                    <a:pt x="223463" y="265053"/>
                  </a:lnTo>
                  <a:lnTo>
                    <a:pt x="223354" y="264521"/>
                  </a:lnTo>
                  <a:lnTo>
                    <a:pt x="222814" y="264201"/>
                  </a:lnTo>
                  <a:lnTo>
                    <a:pt x="222200" y="264029"/>
                  </a:lnTo>
                  <a:lnTo>
                    <a:pt x="222175" y="264290"/>
                  </a:lnTo>
                  <a:lnTo>
                    <a:pt x="221557" y="264270"/>
                  </a:lnTo>
                  <a:lnTo>
                    <a:pt x="221192" y="264147"/>
                  </a:lnTo>
                  <a:lnTo>
                    <a:pt x="220608" y="263698"/>
                  </a:lnTo>
                  <a:lnTo>
                    <a:pt x="220087" y="263372"/>
                  </a:lnTo>
                  <a:lnTo>
                    <a:pt x="219760" y="263127"/>
                  </a:lnTo>
                  <a:lnTo>
                    <a:pt x="219525" y="262907"/>
                  </a:lnTo>
                  <a:lnTo>
                    <a:pt x="218676" y="262738"/>
                  </a:lnTo>
                  <a:lnTo>
                    <a:pt x="218209" y="262620"/>
                  </a:lnTo>
                  <a:lnTo>
                    <a:pt x="217896" y="262783"/>
                  </a:lnTo>
                  <a:lnTo>
                    <a:pt x="217549" y="263038"/>
                  </a:lnTo>
                  <a:lnTo>
                    <a:pt x="217279" y="263562"/>
                  </a:lnTo>
                  <a:lnTo>
                    <a:pt x="217590" y="264106"/>
                  </a:lnTo>
                  <a:lnTo>
                    <a:pt x="217732" y="264482"/>
                  </a:lnTo>
                  <a:lnTo>
                    <a:pt x="218039" y="264572"/>
                  </a:lnTo>
                  <a:lnTo>
                    <a:pt x="218245" y="264329"/>
                  </a:lnTo>
                  <a:lnTo>
                    <a:pt x="218579" y="264242"/>
                  </a:lnTo>
                  <a:lnTo>
                    <a:pt x="218795" y="264457"/>
                  </a:lnTo>
                  <a:lnTo>
                    <a:pt x="219127" y="265046"/>
                  </a:lnTo>
                  <a:lnTo>
                    <a:pt x="219189" y="265184"/>
                  </a:lnTo>
                  <a:lnTo>
                    <a:pt x="219112" y="265332"/>
                  </a:lnTo>
                  <a:lnTo>
                    <a:pt x="218950" y="266941"/>
                  </a:lnTo>
                  <a:lnTo>
                    <a:pt x="219139" y="267062"/>
                  </a:lnTo>
                  <a:lnTo>
                    <a:pt x="219376" y="267189"/>
                  </a:lnTo>
                  <a:lnTo>
                    <a:pt x="219116" y="267763"/>
                  </a:lnTo>
                  <a:lnTo>
                    <a:pt x="219303" y="268083"/>
                  </a:lnTo>
                  <a:lnTo>
                    <a:pt x="219563" y="268732"/>
                  </a:lnTo>
                  <a:lnTo>
                    <a:pt x="220083" y="268684"/>
                  </a:lnTo>
                  <a:lnTo>
                    <a:pt x="220395" y="268629"/>
                  </a:lnTo>
                  <a:lnTo>
                    <a:pt x="220605" y="268482"/>
                  </a:lnTo>
                  <a:lnTo>
                    <a:pt x="220916" y="268165"/>
                  </a:lnTo>
                  <a:lnTo>
                    <a:pt x="221077" y="268118"/>
                  </a:lnTo>
                  <a:lnTo>
                    <a:pt x="221297" y="268098"/>
                  </a:lnTo>
                  <a:lnTo>
                    <a:pt x="221608" y="268038"/>
                  </a:lnTo>
                  <a:lnTo>
                    <a:pt x="221739" y="267993"/>
                  </a:lnTo>
                  <a:lnTo>
                    <a:pt x="221938" y="267817"/>
                  </a:lnTo>
                  <a:lnTo>
                    <a:pt x="222091" y="267734"/>
                  </a:lnTo>
                  <a:lnTo>
                    <a:pt x="222159" y="267920"/>
                  </a:lnTo>
                  <a:lnTo>
                    <a:pt x="222035" y="268205"/>
                  </a:lnTo>
                  <a:lnTo>
                    <a:pt x="221830" y="268297"/>
                  </a:lnTo>
                  <a:lnTo>
                    <a:pt x="222012" y="268328"/>
                  </a:lnTo>
                  <a:lnTo>
                    <a:pt x="222389" y="268146"/>
                  </a:lnTo>
                  <a:lnTo>
                    <a:pt x="222426" y="267969"/>
                  </a:lnTo>
                  <a:lnTo>
                    <a:pt x="222570" y="267496"/>
                  </a:lnTo>
                  <a:lnTo>
                    <a:pt x="222956" y="267258"/>
                  </a:lnTo>
                  <a:lnTo>
                    <a:pt x="223417" y="267243"/>
                  </a:lnTo>
                  <a:lnTo>
                    <a:pt x="223441" y="267378"/>
                  </a:lnTo>
                  <a:lnTo>
                    <a:pt x="223611" y="267272"/>
                  </a:lnTo>
                  <a:lnTo>
                    <a:pt x="223715" y="266980"/>
                  </a:lnTo>
                  <a:lnTo>
                    <a:pt x="223572" y="266777"/>
                  </a:lnTo>
                  <a:lnTo>
                    <a:pt x="223954" y="266624"/>
                  </a:lnTo>
                  <a:lnTo>
                    <a:pt x="223951" y="266397"/>
                  </a:lnTo>
                  <a:lnTo>
                    <a:pt x="224375" y="266363"/>
                  </a:lnTo>
                  <a:lnTo>
                    <a:pt x="224698" y="266021"/>
                  </a:lnTo>
                  <a:lnTo>
                    <a:pt x="224863" y="265796"/>
                  </a:lnTo>
                  <a:lnTo>
                    <a:pt x="225054" y="265413"/>
                  </a:lnTo>
                  <a:lnTo>
                    <a:pt x="225212" y="265237"/>
                  </a:lnTo>
                  <a:lnTo>
                    <a:pt x="225598" y="265112"/>
                  </a:lnTo>
                  <a:lnTo>
                    <a:pt x="225781" y="265108"/>
                  </a:lnTo>
                  <a:lnTo>
                    <a:pt x="225785" y="265275"/>
                  </a:lnTo>
                  <a:lnTo>
                    <a:pt x="225734" y="265759"/>
                  </a:lnTo>
                  <a:lnTo>
                    <a:pt x="225925" y="265652"/>
                  </a:lnTo>
                  <a:lnTo>
                    <a:pt x="226370" y="265926"/>
                  </a:lnTo>
                  <a:lnTo>
                    <a:pt x="226601" y="266067"/>
                  </a:lnTo>
                  <a:lnTo>
                    <a:pt x="226303" y="266540"/>
                  </a:lnTo>
                  <a:lnTo>
                    <a:pt x="226157" y="266966"/>
                  </a:lnTo>
                  <a:lnTo>
                    <a:pt x="226575" y="266920"/>
                  </a:lnTo>
                  <a:lnTo>
                    <a:pt x="226795" y="266772"/>
                  </a:lnTo>
                  <a:lnTo>
                    <a:pt x="226945" y="266924"/>
                  </a:lnTo>
                  <a:lnTo>
                    <a:pt x="227282" y="267353"/>
                  </a:lnTo>
                  <a:lnTo>
                    <a:pt x="227247" y="267529"/>
                  </a:lnTo>
                  <a:lnTo>
                    <a:pt x="226830" y="267817"/>
                  </a:lnTo>
                  <a:lnTo>
                    <a:pt x="226621" y="267963"/>
                  </a:lnTo>
                  <a:lnTo>
                    <a:pt x="226749" y="268417"/>
                  </a:lnTo>
                  <a:lnTo>
                    <a:pt x="227140" y="268440"/>
                  </a:lnTo>
                  <a:lnTo>
                    <a:pt x="227481" y="268386"/>
                  </a:lnTo>
                  <a:lnTo>
                    <a:pt x="227877" y="268168"/>
                  </a:lnTo>
                  <a:lnTo>
                    <a:pt x="228076" y="268170"/>
                  </a:lnTo>
                  <a:lnTo>
                    <a:pt x="228332" y="268680"/>
                  </a:lnTo>
                  <a:lnTo>
                    <a:pt x="228500" y="268496"/>
                  </a:lnTo>
                  <a:lnTo>
                    <a:pt x="228588" y="268239"/>
                  </a:lnTo>
                  <a:lnTo>
                    <a:pt x="228840" y="268071"/>
                  </a:lnTo>
                  <a:lnTo>
                    <a:pt x="229038" y="268094"/>
                  </a:lnTo>
                  <a:lnTo>
                    <a:pt x="229352" y="267856"/>
                  </a:lnTo>
                  <a:lnTo>
                    <a:pt x="229515" y="267749"/>
                  </a:lnTo>
                  <a:lnTo>
                    <a:pt x="230026" y="267523"/>
                  </a:lnTo>
                  <a:lnTo>
                    <a:pt x="230381" y="267291"/>
                  </a:lnTo>
                  <a:lnTo>
                    <a:pt x="230541" y="267297"/>
                  </a:lnTo>
                  <a:lnTo>
                    <a:pt x="230211" y="267573"/>
                  </a:lnTo>
                  <a:lnTo>
                    <a:pt x="230116" y="267767"/>
                  </a:lnTo>
                  <a:lnTo>
                    <a:pt x="230053" y="268095"/>
                  </a:lnTo>
                  <a:lnTo>
                    <a:pt x="229830" y="268240"/>
                  </a:lnTo>
                  <a:lnTo>
                    <a:pt x="229625" y="268354"/>
                  </a:lnTo>
                  <a:lnTo>
                    <a:pt x="229330" y="268750"/>
                  </a:lnTo>
                  <a:lnTo>
                    <a:pt x="229144" y="268811"/>
                  </a:lnTo>
                  <a:lnTo>
                    <a:pt x="228820" y="269015"/>
                  </a:lnTo>
                  <a:lnTo>
                    <a:pt x="228722" y="269175"/>
                  </a:lnTo>
                  <a:lnTo>
                    <a:pt x="228495" y="269279"/>
                  </a:lnTo>
                  <a:lnTo>
                    <a:pt x="228203" y="269563"/>
                  </a:lnTo>
                  <a:lnTo>
                    <a:pt x="228466" y="269882"/>
                  </a:lnTo>
                  <a:lnTo>
                    <a:pt x="228191" y="269958"/>
                  </a:lnTo>
                  <a:lnTo>
                    <a:pt x="227684" y="269906"/>
                  </a:lnTo>
                  <a:lnTo>
                    <a:pt x="227484" y="269585"/>
                  </a:lnTo>
                  <a:lnTo>
                    <a:pt x="227463" y="269715"/>
                  </a:lnTo>
                  <a:lnTo>
                    <a:pt x="227025" y="270057"/>
                  </a:lnTo>
                  <a:lnTo>
                    <a:pt x="226829" y="269985"/>
                  </a:lnTo>
                  <a:lnTo>
                    <a:pt x="226969" y="269873"/>
                  </a:lnTo>
                  <a:lnTo>
                    <a:pt x="226960" y="269657"/>
                  </a:lnTo>
                  <a:lnTo>
                    <a:pt x="226847" y="269445"/>
                  </a:lnTo>
                  <a:lnTo>
                    <a:pt x="226572" y="269520"/>
                  </a:lnTo>
                  <a:lnTo>
                    <a:pt x="226295" y="269295"/>
                  </a:lnTo>
                  <a:lnTo>
                    <a:pt x="226184" y="269088"/>
                  </a:lnTo>
                  <a:lnTo>
                    <a:pt x="225885" y="269263"/>
                  </a:lnTo>
                  <a:lnTo>
                    <a:pt x="225640" y="269432"/>
                  </a:lnTo>
                  <a:lnTo>
                    <a:pt x="225466" y="269488"/>
                  </a:lnTo>
                  <a:lnTo>
                    <a:pt x="224954" y="269579"/>
                  </a:lnTo>
                  <a:lnTo>
                    <a:pt x="224036" y="270181"/>
                  </a:lnTo>
                  <a:lnTo>
                    <a:pt x="224007" y="270448"/>
                  </a:lnTo>
                  <a:lnTo>
                    <a:pt x="224050" y="270657"/>
                  </a:lnTo>
                  <a:lnTo>
                    <a:pt x="224269" y="270879"/>
                  </a:lnTo>
                  <a:lnTo>
                    <a:pt x="224670" y="270862"/>
                  </a:lnTo>
                  <a:lnTo>
                    <a:pt x="224925" y="270845"/>
                  </a:lnTo>
                  <a:lnTo>
                    <a:pt x="224876" y="271142"/>
                  </a:lnTo>
                  <a:lnTo>
                    <a:pt x="224333" y="271642"/>
                  </a:lnTo>
                  <a:lnTo>
                    <a:pt x="224102" y="271624"/>
                  </a:lnTo>
                  <a:lnTo>
                    <a:pt x="223975" y="271497"/>
                  </a:lnTo>
                  <a:lnTo>
                    <a:pt x="223974" y="271267"/>
                  </a:lnTo>
                  <a:lnTo>
                    <a:pt x="223912" y="270881"/>
                  </a:lnTo>
                  <a:lnTo>
                    <a:pt x="223808" y="270693"/>
                  </a:lnTo>
                  <a:lnTo>
                    <a:pt x="223081" y="270576"/>
                  </a:lnTo>
                  <a:lnTo>
                    <a:pt x="222911" y="270615"/>
                  </a:lnTo>
                  <a:lnTo>
                    <a:pt x="222546" y="270759"/>
                  </a:lnTo>
                  <a:lnTo>
                    <a:pt x="222678" y="271035"/>
                  </a:lnTo>
                  <a:lnTo>
                    <a:pt x="222851" y="271024"/>
                  </a:lnTo>
                  <a:lnTo>
                    <a:pt x="222552" y="271260"/>
                  </a:lnTo>
                  <a:lnTo>
                    <a:pt x="222463" y="271074"/>
                  </a:lnTo>
                  <a:lnTo>
                    <a:pt x="222313" y="271084"/>
                  </a:lnTo>
                  <a:lnTo>
                    <a:pt x="221535" y="271589"/>
                  </a:lnTo>
                  <a:lnTo>
                    <a:pt x="221342" y="271632"/>
                  </a:lnTo>
                  <a:lnTo>
                    <a:pt x="221031" y="271531"/>
                  </a:lnTo>
                  <a:lnTo>
                    <a:pt x="220867" y="271479"/>
                  </a:lnTo>
                  <a:lnTo>
                    <a:pt x="220404" y="271546"/>
                  </a:lnTo>
                  <a:lnTo>
                    <a:pt x="219982" y="271680"/>
                  </a:lnTo>
                  <a:lnTo>
                    <a:pt x="219457" y="271866"/>
                  </a:lnTo>
                  <a:lnTo>
                    <a:pt x="218917" y="271806"/>
                  </a:lnTo>
                  <a:lnTo>
                    <a:pt x="218527" y="271856"/>
                  </a:lnTo>
                  <a:lnTo>
                    <a:pt x="218400" y="271908"/>
                  </a:lnTo>
                  <a:lnTo>
                    <a:pt x="218149" y="272065"/>
                  </a:lnTo>
                  <a:lnTo>
                    <a:pt x="217931" y="272661"/>
                  </a:lnTo>
                  <a:lnTo>
                    <a:pt x="218205" y="272512"/>
                  </a:lnTo>
                  <a:lnTo>
                    <a:pt x="218530" y="272420"/>
                  </a:lnTo>
                  <a:lnTo>
                    <a:pt x="218756" y="272530"/>
                  </a:lnTo>
                  <a:lnTo>
                    <a:pt x="218850" y="272886"/>
                  </a:lnTo>
                  <a:lnTo>
                    <a:pt x="219060" y="272933"/>
                  </a:lnTo>
                  <a:lnTo>
                    <a:pt x="219359" y="273386"/>
                  </a:lnTo>
                  <a:lnTo>
                    <a:pt x="219569" y="273584"/>
                  </a:lnTo>
                  <a:lnTo>
                    <a:pt x="219268" y="273672"/>
                  </a:lnTo>
                  <a:lnTo>
                    <a:pt x="218968" y="273755"/>
                  </a:lnTo>
                  <a:lnTo>
                    <a:pt x="218815" y="273948"/>
                  </a:lnTo>
                  <a:lnTo>
                    <a:pt x="218950" y="274334"/>
                  </a:lnTo>
                  <a:lnTo>
                    <a:pt x="218950" y="274572"/>
                  </a:lnTo>
                  <a:lnTo>
                    <a:pt x="218751" y="274802"/>
                  </a:lnTo>
                  <a:lnTo>
                    <a:pt x="218491" y="274831"/>
                  </a:lnTo>
                  <a:lnTo>
                    <a:pt x="217835" y="275047"/>
                  </a:lnTo>
                  <a:lnTo>
                    <a:pt x="217679" y="275579"/>
                  </a:lnTo>
                  <a:lnTo>
                    <a:pt x="217634" y="275712"/>
                  </a:lnTo>
                  <a:lnTo>
                    <a:pt x="217290" y="275735"/>
                  </a:lnTo>
                  <a:lnTo>
                    <a:pt x="216848" y="275964"/>
                  </a:lnTo>
                  <a:lnTo>
                    <a:pt x="216720" y="276142"/>
                  </a:lnTo>
                  <a:lnTo>
                    <a:pt x="216629" y="276437"/>
                  </a:lnTo>
                  <a:lnTo>
                    <a:pt x="216660" y="276967"/>
                  </a:lnTo>
                  <a:lnTo>
                    <a:pt x="216932" y="277302"/>
                  </a:lnTo>
                  <a:lnTo>
                    <a:pt x="217046" y="277438"/>
                  </a:lnTo>
                  <a:lnTo>
                    <a:pt x="216952" y="277631"/>
                  </a:lnTo>
                  <a:lnTo>
                    <a:pt x="216423" y="277840"/>
                  </a:lnTo>
                  <a:lnTo>
                    <a:pt x="216285" y="277837"/>
                  </a:lnTo>
                  <a:lnTo>
                    <a:pt x="215900" y="277781"/>
                  </a:lnTo>
                  <a:lnTo>
                    <a:pt x="215365" y="277922"/>
                  </a:lnTo>
                  <a:lnTo>
                    <a:pt x="215080" y="278085"/>
                  </a:lnTo>
                  <a:lnTo>
                    <a:pt x="214946" y="278160"/>
                  </a:lnTo>
                  <a:lnTo>
                    <a:pt x="214719" y="278468"/>
                  </a:lnTo>
                  <a:lnTo>
                    <a:pt x="214575" y="278722"/>
                  </a:lnTo>
                  <a:lnTo>
                    <a:pt x="213827" y="279902"/>
                  </a:lnTo>
                  <a:lnTo>
                    <a:pt x="213489" y="280184"/>
                  </a:lnTo>
                  <a:lnTo>
                    <a:pt x="213293" y="280697"/>
                  </a:lnTo>
                  <a:lnTo>
                    <a:pt x="213270" y="281039"/>
                  </a:lnTo>
                  <a:lnTo>
                    <a:pt x="213262" y="281169"/>
                  </a:lnTo>
                  <a:lnTo>
                    <a:pt x="213015" y="281573"/>
                  </a:lnTo>
                  <a:lnTo>
                    <a:pt x="213020" y="282181"/>
                  </a:lnTo>
                  <a:lnTo>
                    <a:pt x="213005" y="282332"/>
                  </a:lnTo>
                  <a:lnTo>
                    <a:pt x="212761" y="282587"/>
                  </a:lnTo>
                  <a:lnTo>
                    <a:pt x="212218" y="283075"/>
                  </a:lnTo>
                  <a:lnTo>
                    <a:pt x="212508" y="283064"/>
                  </a:lnTo>
                  <a:lnTo>
                    <a:pt x="212717" y="283108"/>
                  </a:lnTo>
                  <a:lnTo>
                    <a:pt x="212820" y="282922"/>
                  </a:lnTo>
                  <a:lnTo>
                    <a:pt x="212873" y="282775"/>
                  </a:lnTo>
                  <a:lnTo>
                    <a:pt x="213113" y="282598"/>
                  </a:lnTo>
                  <a:lnTo>
                    <a:pt x="213219" y="282437"/>
                  </a:lnTo>
                  <a:lnTo>
                    <a:pt x="213214" y="282118"/>
                  </a:lnTo>
                  <a:lnTo>
                    <a:pt x="213204" y="281828"/>
                  </a:lnTo>
                  <a:lnTo>
                    <a:pt x="213256" y="281605"/>
                  </a:lnTo>
                  <a:lnTo>
                    <a:pt x="213445" y="281252"/>
                  </a:lnTo>
                  <a:lnTo>
                    <a:pt x="213779" y="280972"/>
                  </a:lnTo>
                  <a:lnTo>
                    <a:pt x="213911" y="280833"/>
                  </a:lnTo>
                  <a:lnTo>
                    <a:pt x="214044" y="280564"/>
                  </a:lnTo>
                  <a:lnTo>
                    <a:pt x="214319" y="280532"/>
                  </a:lnTo>
                  <a:lnTo>
                    <a:pt x="214680" y="280668"/>
                  </a:lnTo>
                  <a:lnTo>
                    <a:pt x="214764" y="280805"/>
                  </a:lnTo>
                  <a:lnTo>
                    <a:pt x="214949" y="281221"/>
                  </a:lnTo>
                  <a:lnTo>
                    <a:pt x="215133" y="281512"/>
                  </a:lnTo>
                  <a:lnTo>
                    <a:pt x="215813" y="281670"/>
                  </a:lnTo>
                  <a:lnTo>
                    <a:pt x="216294" y="281603"/>
                  </a:lnTo>
                  <a:lnTo>
                    <a:pt x="216532" y="281640"/>
                  </a:lnTo>
                  <a:lnTo>
                    <a:pt x="216662" y="281698"/>
                  </a:lnTo>
                  <a:lnTo>
                    <a:pt x="217075" y="281929"/>
                  </a:lnTo>
                  <a:lnTo>
                    <a:pt x="217114" y="282171"/>
                  </a:lnTo>
                  <a:lnTo>
                    <a:pt x="217257" y="282331"/>
                  </a:lnTo>
                  <a:lnTo>
                    <a:pt x="217777" y="282501"/>
                  </a:lnTo>
                  <a:lnTo>
                    <a:pt x="219340" y="283066"/>
                  </a:lnTo>
                  <a:lnTo>
                    <a:pt x="219539" y="282939"/>
                  </a:lnTo>
                  <a:lnTo>
                    <a:pt x="219755" y="282812"/>
                  </a:lnTo>
                  <a:lnTo>
                    <a:pt x="219960" y="282740"/>
                  </a:lnTo>
                  <a:lnTo>
                    <a:pt x="220331" y="282646"/>
                  </a:lnTo>
                  <a:lnTo>
                    <a:pt x="220468" y="282630"/>
                  </a:lnTo>
                  <a:lnTo>
                    <a:pt x="220727" y="282708"/>
                  </a:lnTo>
                  <a:lnTo>
                    <a:pt x="221137" y="283063"/>
                  </a:lnTo>
                  <a:lnTo>
                    <a:pt x="221187" y="283202"/>
                  </a:lnTo>
                  <a:lnTo>
                    <a:pt x="221204" y="283416"/>
                  </a:lnTo>
                  <a:lnTo>
                    <a:pt x="221117" y="283731"/>
                  </a:lnTo>
                  <a:lnTo>
                    <a:pt x="220919" y="284688"/>
                  </a:lnTo>
                  <a:lnTo>
                    <a:pt x="220758" y="285379"/>
                  </a:lnTo>
                  <a:lnTo>
                    <a:pt x="220326" y="285700"/>
                  </a:lnTo>
                  <a:lnTo>
                    <a:pt x="220254" y="285834"/>
                  </a:lnTo>
                  <a:lnTo>
                    <a:pt x="220166" y="286116"/>
                  </a:lnTo>
                  <a:lnTo>
                    <a:pt x="220080" y="286685"/>
                  </a:lnTo>
                  <a:lnTo>
                    <a:pt x="219966" y="287290"/>
                  </a:lnTo>
                  <a:lnTo>
                    <a:pt x="219629" y="287767"/>
                  </a:lnTo>
                  <a:lnTo>
                    <a:pt x="219320" y="287739"/>
                  </a:lnTo>
                  <a:lnTo>
                    <a:pt x="218866" y="287720"/>
                  </a:lnTo>
                  <a:lnTo>
                    <a:pt x="218596" y="287764"/>
                  </a:lnTo>
                  <a:lnTo>
                    <a:pt x="218224" y="287878"/>
                  </a:lnTo>
                  <a:lnTo>
                    <a:pt x="217811" y="288167"/>
                  </a:lnTo>
                  <a:lnTo>
                    <a:pt x="217520" y="288571"/>
                  </a:lnTo>
                  <a:lnTo>
                    <a:pt x="217338" y="289162"/>
                  </a:lnTo>
                  <a:lnTo>
                    <a:pt x="217185" y="289849"/>
                  </a:lnTo>
                  <a:lnTo>
                    <a:pt x="217137" y="290199"/>
                  </a:lnTo>
                  <a:lnTo>
                    <a:pt x="217420" y="290723"/>
                  </a:lnTo>
                  <a:lnTo>
                    <a:pt x="216952" y="291479"/>
                  </a:lnTo>
                  <a:lnTo>
                    <a:pt x="217176" y="291996"/>
                  </a:lnTo>
                  <a:lnTo>
                    <a:pt x="217271" y="292566"/>
                  </a:lnTo>
                  <a:lnTo>
                    <a:pt x="217353" y="293080"/>
                  </a:lnTo>
                  <a:lnTo>
                    <a:pt x="217348" y="293326"/>
                  </a:lnTo>
                  <a:lnTo>
                    <a:pt x="217277" y="293582"/>
                  </a:lnTo>
                  <a:lnTo>
                    <a:pt x="217344" y="293713"/>
                  </a:lnTo>
                  <a:lnTo>
                    <a:pt x="217484" y="293877"/>
                  </a:lnTo>
                  <a:lnTo>
                    <a:pt x="217699" y="294086"/>
                  </a:lnTo>
                  <a:lnTo>
                    <a:pt x="217839" y="294165"/>
                  </a:lnTo>
                  <a:lnTo>
                    <a:pt x="217985" y="294173"/>
                  </a:lnTo>
                  <a:lnTo>
                    <a:pt x="217994" y="294564"/>
                  </a:lnTo>
                  <a:lnTo>
                    <a:pt x="217757" y="294850"/>
                  </a:lnTo>
                  <a:lnTo>
                    <a:pt x="217531" y="294858"/>
                  </a:lnTo>
                  <a:lnTo>
                    <a:pt x="217337" y="295192"/>
                  </a:lnTo>
                  <a:lnTo>
                    <a:pt x="217090" y="295392"/>
                  </a:lnTo>
                  <a:lnTo>
                    <a:pt x="216954" y="295461"/>
                  </a:lnTo>
                  <a:lnTo>
                    <a:pt x="216896" y="295642"/>
                  </a:lnTo>
                  <a:lnTo>
                    <a:pt x="216900" y="295826"/>
                  </a:lnTo>
                  <a:lnTo>
                    <a:pt x="216842" y="296017"/>
                  </a:lnTo>
                  <a:lnTo>
                    <a:pt x="216684" y="296420"/>
                  </a:lnTo>
                  <a:lnTo>
                    <a:pt x="216874" y="296773"/>
                  </a:lnTo>
                  <a:lnTo>
                    <a:pt x="216595" y="297323"/>
                  </a:lnTo>
                  <a:lnTo>
                    <a:pt x="216431" y="297397"/>
                  </a:lnTo>
                  <a:lnTo>
                    <a:pt x="216128" y="297464"/>
                  </a:lnTo>
                  <a:lnTo>
                    <a:pt x="215918" y="297474"/>
                  </a:lnTo>
                  <a:lnTo>
                    <a:pt x="215776" y="297480"/>
                  </a:lnTo>
                  <a:lnTo>
                    <a:pt x="215014" y="297161"/>
                  </a:lnTo>
                  <a:lnTo>
                    <a:pt x="214759" y="297173"/>
                  </a:lnTo>
                  <a:lnTo>
                    <a:pt x="213611" y="297504"/>
                  </a:lnTo>
                  <a:lnTo>
                    <a:pt x="213405" y="297632"/>
                  </a:lnTo>
                  <a:lnTo>
                    <a:pt x="212830" y="297747"/>
                  </a:lnTo>
                  <a:lnTo>
                    <a:pt x="212519" y="297708"/>
                  </a:lnTo>
                  <a:lnTo>
                    <a:pt x="212330" y="297665"/>
                  </a:lnTo>
                  <a:lnTo>
                    <a:pt x="212113" y="297841"/>
                  </a:lnTo>
                  <a:lnTo>
                    <a:pt x="212233" y="298035"/>
                  </a:lnTo>
                  <a:lnTo>
                    <a:pt x="212065" y="298229"/>
                  </a:lnTo>
                  <a:lnTo>
                    <a:pt x="211888" y="298217"/>
                  </a:lnTo>
                  <a:lnTo>
                    <a:pt x="211743" y="298061"/>
                  </a:lnTo>
                  <a:lnTo>
                    <a:pt x="211546" y="298063"/>
                  </a:lnTo>
                  <a:lnTo>
                    <a:pt x="211379" y="298447"/>
                  </a:lnTo>
                  <a:lnTo>
                    <a:pt x="211724" y="299158"/>
                  </a:lnTo>
                  <a:lnTo>
                    <a:pt x="211773" y="299309"/>
                  </a:lnTo>
                  <a:lnTo>
                    <a:pt x="211606" y="299672"/>
                  </a:lnTo>
                  <a:lnTo>
                    <a:pt x="212004" y="300084"/>
                  </a:lnTo>
                  <a:lnTo>
                    <a:pt x="212287" y="299954"/>
                  </a:lnTo>
                  <a:lnTo>
                    <a:pt x="212506" y="300114"/>
                  </a:lnTo>
                  <a:lnTo>
                    <a:pt x="212724" y="300321"/>
                  </a:lnTo>
                  <a:lnTo>
                    <a:pt x="213115" y="300091"/>
                  </a:lnTo>
                  <a:lnTo>
                    <a:pt x="213956" y="300254"/>
                  </a:lnTo>
                  <a:lnTo>
                    <a:pt x="213967" y="300090"/>
                  </a:lnTo>
                  <a:lnTo>
                    <a:pt x="214264" y="299956"/>
                  </a:lnTo>
                  <a:lnTo>
                    <a:pt x="214255" y="300164"/>
                  </a:lnTo>
                  <a:lnTo>
                    <a:pt x="214289" y="300529"/>
                  </a:lnTo>
                  <a:lnTo>
                    <a:pt x="214351" y="300878"/>
                  </a:lnTo>
                  <a:lnTo>
                    <a:pt x="214236" y="301098"/>
                  </a:lnTo>
                  <a:lnTo>
                    <a:pt x="213989" y="301457"/>
                  </a:lnTo>
                  <a:lnTo>
                    <a:pt x="214279" y="301849"/>
                  </a:lnTo>
                  <a:lnTo>
                    <a:pt x="214420" y="301967"/>
                  </a:lnTo>
                  <a:lnTo>
                    <a:pt x="214548" y="302101"/>
                  </a:lnTo>
                  <a:lnTo>
                    <a:pt x="215046" y="302096"/>
                  </a:lnTo>
                  <a:lnTo>
                    <a:pt x="215181" y="302064"/>
                  </a:lnTo>
                  <a:lnTo>
                    <a:pt x="215541" y="302226"/>
                  </a:lnTo>
                  <a:lnTo>
                    <a:pt x="215753" y="302193"/>
                  </a:lnTo>
                  <a:lnTo>
                    <a:pt x="216231" y="301642"/>
                  </a:lnTo>
                  <a:lnTo>
                    <a:pt x="216421" y="301789"/>
                  </a:lnTo>
                  <a:lnTo>
                    <a:pt x="216232" y="301945"/>
                  </a:lnTo>
                  <a:lnTo>
                    <a:pt x="216319" y="302574"/>
                  </a:lnTo>
                  <a:lnTo>
                    <a:pt x="216772" y="302567"/>
                  </a:lnTo>
                  <a:lnTo>
                    <a:pt x="216977" y="302726"/>
                  </a:lnTo>
                  <a:lnTo>
                    <a:pt x="217107" y="303077"/>
                  </a:lnTo>
                  <a:lnTo>
                    <a:pt x="217039" y="303253"/>
                  </a:lnTo>
                  <a:lnTo>
                    <a:pt x="216959" y="303391"/>
                  </a:lnTo>
                  <a:lnTo>
                    <a:pt x="217206" y="303791"/>
                  </a:lnTo>
                  <a:lnTo>
                    <a:pt x="217266" y="304022"/>
                  </a:lnTo>
                  <a:lnTo>
                    <a:pt x="217042" y="304294"/>
                  </a:lnTo>
                  <a:lnTo>
                    <a:pt x="216901" y="304190"/>
                  </a:lnTo>
                  <a:lnTo>
                    <a:pt x="216555" y="304607"/>
                  </a:lnTo>
                  <a:lnTo>
                    <a:pt x="216612" y="304824"/>
                  </a:lnTo>
                  <a:lnTo>
                    <a:pt x="217010" y="305236"/>
                  </a:lnTo>
                  <a:lnTo>
                    <a:pt x="216701" y="305681"/>
                  </a:lnTo>
                  <a:lnTo>
                    <a:pt x="216887" y="305966"/>
                  </a:lnTo>
                  <a:lnTo>
                    <a:pt x="217319" y="306193"/>
                  </a:lnTo>
                  <a:lnTo>
                    <a:pt x="216818" y="306402"/>
                  </a:lnTo>
                  <a:lnTo>
                    <a:pt x="216927" y="307093"/>
                  </a:lnTo>
                  <a:lnTo>
                    <a:pt x="217211" y="307292"/>
                  </a:lnTo>
                  <a:lnTo>
                    <a:pt x="217656" y="307227"/>
                  </a:lnTo>
                  <a:lnTo>
                    <a:pt x="217875" y="307139"/>
                  </a:lnTo>
                  <a:lnTo>
                    <a:pt x="218040" y="307345"/>
                  </a:lnTo>
                  <a:lnTo>
                    <a:pt x="218262" y="306842"/>
                  </a:lnTo>
                  <a:lnTo>
                    <a:pt x="218311" y="306999"/>
                  </a:lnTo>
                  <a:lnTo>
                    <a:pt x="218263" y="307333"/>
                  </a:lnTo>
                  <a:lnTo>
                    <a:pt x="218107" y="307944"/>
                  </a:lnTo>
                  <a:lnTo>
                    <a:pt x="217804" y="308105"/>
                  </a:lnTo>
                  <a:lnTo>
                    <a:pt x="217512" y="308117"/>
                  </a:lnTo>
                  <a:lnTo>
                    <a:pt x="217089" y="308461"/>
                  </a:lnTo>
                  <a:lnTo>
                    <a:pt x="217215" y="308659"/>
                  </a:lnTo>
                  <a:lnTo>
                    <a:pt x="217445" y="308527"/>
                  </a:lnTo>
                  <a:lnTo>
                    <a:pt x="217751" y="308785"/>
                  </a:lnTo>
                  <a:lnTo>
                    <a:pt x="218009" y="308720"/>
                  </a:lnTo>
                  <a:lnTo>
                    <a:pt x="218291" y="308666"/>
                  </a:lnTo>
                  <a:lnTo>
                    <a:pt x="218490" y="308648"/>
                  </a:lnTo>
                  <a:lnTo>
                    <a:pt x="218761" y="309003"/>
                  </a:lnTo>
                  <a:lnTo>
                    <a:pt x="218849" y="309283"/>
                  </a:lnTo>
                  <a:lnTo>
                    <a:pt x="218815" y="309610"/>
                  </a:lnTo>
                  <a:lnTo>
                    <a:pt x="218737" y="309775"/>
                  </a:lnTo>
                  <a:lnTo>
                    <a:pt x="218678" y="310125"/>
                  </a:lnTo>
                  <a:lnTo>
                    <a:pt x="218811" y="310521"/>
                  </a:lnTo>
                  <a:lnTo>
                    <a:pt x="218800" y="310649"/>
                  </a:lnTo>
                  <a:lnTo>
                    <a:pt x="218746" y="310860"/>
                  </a:lnTo>
                  <a:lnTo>
                    <a:pt x="218800" y="311233"/>
                  </a:lnTo>
                  <a:lnTo>
                    <a:pt x="218595" y="311272"/>
                  </a:lnTo>
                  <a:lnTo>
                    <a:pt x="218308" y="311520"/>
                  </a:lnTo>
                  <a:lnTo>
                    <a:pt x="217961" y="311568"/>
                  </a:lnTo>
                  <a:lnTo>
                    <a:pt x="217625" y="311670"/>
                  </a:lnTo>
                  <a:lnTo>
                    <a:pt x="217491" y="311870"/>
                  </a:lnTo>
                  <a:lnTo>
                    <a:pt x="217794" y="312029"/>
                  </a:lnTo>
                  <a:lnTo>
                    <a:pt x="218313" y="311933"/>
                  </a:lnTo>
                  <a:lnTo>
                    <a:pt x="218918" y="311610"/>
                  </a:lnTo>
                  <a:lnTo>
                    <a:pt x="218824" y="311995"/>
                  </a:lnTo>
                  <a:lnTo>
                    <a:pt x="218671" y="312169"/>
                  </a:lnTo>
                  <a:lnTo>
                    <a:pt x="218513" y="312302"/>
                  </a:lnTo>
                  <a:lnTo>
                    <a:pt x="217916" y="312589"/>
                  </a:lnTo>
                  <a:lnTo>
                    <a:pt x="217430" y="312561"/>
                  </a:lnTo>
                  <a:lnTo>
                    <a:pt x="217217" y="312426"/>
                  </a:lnTo>
                  <a:lnTo>
                    <a:pt x="216953" y="312439"/>
                  </a:lnTo>
                  <a:lnTo>
                    <a:pt x="216644" y="312670"/>
                  </a:lnTo>
                  <a:lnTo>
                    <a:pt x="216418" y="312542"/>
                  </a:lnTo>
                  <a:lnTo>
                    <a:pt x="216633" y="312285"/>
                  </a:lnTo>
                  <a:lnTo>
                    <a:pt x="216691" y="312045"/>
                  </a:lnTo>
                  <a:lnTo>
                    <a:pt x="216678" y="311851"/>
                  </a:lnTo>
                  <a:lnTo>
                    <a:pt x="216532" y="311603"/>
                  </a:lnTo>
                  <a:lnTo>
                    <a:pt x="216371" y="311436"/>
                  </a:lnTo>
                  <a:lnTo>
                    <a:pt x="215988" y="311009"/>
                  </a:lnTo>
                  <a:lnTo>
                    <a:pt x="216024" y="310769"/>
                  </a:lnTo>
                  <a:lnTo>
                    <a:pt x="216454" y="310723"/>
                  </a:lnTo>
                  <a:lnTo>
                    <a:pt x="216216" y="310442"/>
                  </a:lnTo>
                  <a:lnTo>
                    <a:pt x="216246" y="310131"/>
                  </a:lnTo>
                  <a:lnTo>
                    <a:pt x="216207" y="309933"/>
                  </a:lnTo>
                  <a:lnTo>
                    <a:pt x="216139" y="309588"/>
                  </a:lnTo>
                  <a:lnTo>
                    <a:pt x="215989" y="309138"/>
                  </a:lnTo>
                  <a:lnTo>
                    <a:pt x="216045" y="308949"/>
                  </a:lnTo>
                  <a:lnTo>
                    <a:pt x="216001" y="308483"/>
                  </a:lnTo>
                  <a:lnTo>
                    <a:pt x="216099" y="308136"/>
                  </a:lnTo>
                  <a:lnTo>
                    <a:pt x="216190" y="307749"/>
                  </a:lnTo>
                  <a:lnTo>
                    <a:pt x="215984" y="307488"/>
                  </a:lnTo>
                  <a:lnTo>
                    <a:pt x="215444" y="307382"/>
                  </a:lnTo>
                  <a:lnTo>
                    <a:pt x="215177" y="307461"/>
                  </a:lnTo>
                  <a:lnTo>
                    <a:pt x="215152" y="307614"/>
                  </a:lnTo>
                  <a:lnTo>
                    <a:pt x="214845" y="308446"/>
                  </a:lnTo>
                  <a:lnTo>
                    <a:pt x="214760" y="308210"/>
                  </a:lnTo>
                  <a:lnTo>
                    <a:pt x="214484" y="308081"/>
                  </a:lnTo>
                  <a:lnTo>
                    <a:pt x="214305" y="308282"/>
                  </a:lnTo>
                  <a:lnTo>
                    <a:pt x="214005" y="308644"/>
                  </a:lnTo>
                  <a:lnTo>
                    <a:pt x="214394" y="308910"/>
                  </a:lnTo>
                  <a:lnTo>
                    <a:pt x="214583" y="309168"/>
                  </a:lnTo>
                  <a:lnTo>
                    <a:pt x="214643" y="309372"/>
                  </a:lnTo>
                  <a:lnTo>
                    <a:pt x="214783" y="309271"/>
                  </a:lnTo>
                  <a:lnTo>
                    <a:pt x="214937" y="309046"/>
                  </a:lnTo>
                  <a:lnTo>
                    <a:pt x="215227" y="309051"/>
                  </a:lnTo>
                  <a:lnTo>
                    <a:pt x="215146" y="309333"/>
                  </a:lnTo>
                  <a:lnTo>
                    <a:pt x="215259" y="309514"/>
                  </a:lnTo>
                  <a:lnTo>
                    <a:pt x="215515" y="309345"/>
                  </a:lnTo>
                  <a:lnTo>
                    <a:pt x="215634" y="309824"/>
                  </a:lnTo>
                  <a:lnTo>
                    <a:pt x="215536" y="310018"/>
                  </a:lnTo>
                  <a:lnTo>
                    <a:pt x="215389" y="310027"/>
                  </a:lnTo>
                  <a:lnTo>
                    <a:pt x="215272" y="310198"/>
                  </a:lnTo>
                  <a:lnTo>
                    <a:pt x="215215" y="310526"/>
                  </a:lnTo>
                  <a:lnTo>
                    <a:pt x="214702" y="310726"/>
                  </a:lnTo>
                  <a:lnTo>
                    <a:pt x="214529" y="311022"/>
                  </a:lnTo>
                  <a:lnTo>
                    <a:pt x="214517" y="311412"/>
                  </a:lnTo>
                  <a:lnTo>
                    <a:pt x="214270" y="311572"/>
                  </a:lnTo>
                  <a:lnTo>
                    <a:pt x="214001" y="311463"/>
                  </a:lnTo>
                  <a:lnTo>
                    <a:pt x="214235" y="311340"/>
                  </a:lnTo>
                  <a:lnTo>
                    <a:pt x="214091" y="310985"/>
                  </a:lnTo>
                  <a:lnTo>
                    <a:pt x="213656" y="310826"/>
                  </a:lnTo>
                  <a:lnTo>
                    <a:pt x="213221" y="310931"/>
                  </a:lnTo>
                  <a:lnTo>
                    <a:pt x="212802" y="311236"/>
                  </a:lnTo>
                  <a:lnTo>
                    <a:pt x="212525" y="311609"/>
                  </a:lnTo>
                  <a:lnTo>
                    <a:pt x="212335" y="311555"/>
                  </a:lnTo>
                  <a:lnTo>
                    <a:pt x="212243" y="311393"/>
                  </a:lnTo>
                  <a:lnTo>
                    <a:pt x="212507" y="311093"/>
                  </a:lnTo>
                  <a:lnTo>
                    <a:pt x="212714" y="310921"/>
                  </a:lnTo>
                  <a:lnTo>
                    <a:pt x="212982" y="310751"/>
                  </a:lnTo>
                  <a:lnTo>
                    <a:pt x="213207" y="310693"/>
                  </a:lnTo>
                  <a:lnTo>
                    <a:pt x="213391" y="310463"/>
                  </a:lnTo>
                  <a:lnTo>
                    <a:pt x="213404" y="310199"/>
                  </a:lnTo>
                  <a:lnTo>
                    <a:pt x="213227" y="309816"/>
                  </a:lnTo>
                  <a:lnTo>
                    <a:pt x="212873" y="309298"/>
                  </a:lnTo>
                  <a:lnTo>
                    <a:pt x="212267" y="308723"/>
                  </a:lnTo>
                  <a:lnTo>
                    <a:pt x="212540" y="308149"/>
                  </a:lnTo>
                  <a:lnTo>
                    <a:pt x="212784" y="307724"/>
                  </a:lnTo>
                  <a:lnTo>
                    <a:pt x="212675" y="307300"/>
                  </a:lnTo>
                  <a:lnTo>
                    <a:pt x="212495" y="307541"/>
                  </a:lnTo>
                  <a:lnTo>
                    <a:pt x="212231" y="307702"/>
                  </a:lnTo>
                  <a:lnTo>
                    <a:pt x="211916" y="307680"/>
                  </a:lnTo>
                  <a:lnTo>
                    <a:pt x="211936" y="307522"/>
                  </a:lnTo>
                  <a:lnTo>
                    <a:pt x="211732" y="307527"/>
                  </a:lnTo>
                  <a:lnTo>
                    <a:pt x="211473" y="307461"/>
                  </a:lnTo>
                  <a:lnTo>
                    <a:pt x="211265" y="307747"/>
                  </a:lnTo>
                  <a:lnTo>
                    <a:pt x="211178" y="307941"/>
                  </a:lnTo>
                  <a:lnTo>
                    <a:pt x="210997" y="308201"/>
                  </a:lnTo>
                  <a:lnTo>
                    <a:pt x="210495" y="308645"/>
                  </a:lnTo>
                  <a:lnTo>
                    <a:pt x="210281" y="308454"/>
                  </a:lnTo>
                  <a:lnTo>
                    <a:pt x="210500" y="308257"/>
                  </a:lnTo>
                  <a:lnTo>
                    <a:pt x="210686" y="308084"/>
                  </a:lnTo>
                  <a:lnTo>
                    <a:pt x="210802" y="307633"/>
                  </a:lnTo>
                  <a:lnTo>
                    <a:pt x="210815" y="307323"/>
                  </a:lnTo>
                  <a:lnTo>
                    <a:pt x="210753" y="306968"/>
                  </a:lnTo>
                  <a:lnTo>
                    <a:pt x="210674" y="306788"/>
                  </a:lnTo>
                  <a:lnTo>
                    <a:pt x="210870" y="306537"/>
                  </a:lnTo>
                  <a:lnTo>
                    <a:pt x="211060" y="306558"/>
                  </a:lnTo>
                  <a:lnTo>
                    <a:pt x="211201" y="305988"/>
                  </a:lnTo>
                  <a:lnTo>
                    <a:pt x="211111" y="305548"/>
                  </a:lnTo>
                  <a:lnTo>
                    <a:pt x="211047" y="305309"/>
                  </a:lnTo>
                  <a:lnTo>
                    <a:pt x="210878" y="305561"/>
                  </a:lnTo>
                  <a:lnTo>
                    <a:pt x="210522" y="305511"/>
                  </a:lnTo>
                  <a:lnTo>
                    <a:pt x="210305" y="305429"/>
                  </a:lnTo>
                  <a:lnTo>
                    <a:pt x="210090" y="305282"/>
                  </a:lnTo>
                  <a:lnTo>
                    <a:pt x="209857" y="305990"/>
                  </a:lnTo>
                  <a:lnTo>
                    <a:pt x="208915" y="305646"/>
                  </a:lnTo>
                  <a:lnTo>
                    <a:pt x="209233" y="304976"/>
                  </a:lnTo>
                  <a:lnTo>
                    <a:pt x="209105" y="305068"/>
                  </a:lnTo>
                  <a:lnTo>
                    <a:pt x="208336" y="304804"/>
                  </a:lnTo>
                  <a:lnTo>
                    <a:pt x="208345" y="304541"/>
                  </a:lnTo>
                  <a:lnTo>
                    <a:pt x="208164" y="304600"/>
                  </a:lnTo>
                  <a:lnTo>
                    <a:pt x="207985" y="304606"/>
                  </a:lnTo>
                  <a:lnTo>
                    <a:pt x="207837" y="304571"/>
                  </a:lnTo>
                  <a:lnTo>
                    <a:pt x="207567" y="304423"/>
                  </a:lnTo>
                  <a:lnTo>
                    <a:pt x="207332" y="304136"/>
                  </a:lnTo>
                  <a:lnTo>
                    <a:pt x="207284" y="303780"/>
                  </a:lnTo>
                  <a:lnTo>
                    <a:pt x="207563" y="303268"/>
                  </a:lnTo>
                  <a:lnTo>
                    <a:pt x="207273" y="303138"/>
                  </a:lnTo>
                  <a:lnTo>
                    <a:pt x="207220" y="303356"/>
                  </a:lnTo>
                  <a:lnTo>
                    <a:pt x="207116" y="303665"/>
                  </a:lnTo>
                  <a:lnTo>
                    <a:pt x="206893" y="303994"/>
                  </a:lnTo>
                  <a:lnTo>
                    <a:pt x="206969" y="304441"/>
                  </a:lnTo>
                  <a:lnTo>
                    <a:pt x="206885" y="304734"/>
                  </a:lnTo>
                  <a:lnTo>
                    <a:pt x="206852" y="305208"/>
                  </a:lnTo>
                  <a:lnTo>
                    <a:pt x="206657" y="305638"/>
                  </a:lnTo>
                  <a:lnTo>
                    <a:pt x="206455" y="305709"/>
                  </a:lnTo>
                  <a:lnTo>
                    <a:pt x="206230" y="306427"/>
                  </a:lnTo>
                  <a:lnTo>
                    <a:pt x="206258" y="306603"/>
                  </a:lnTo>
                  <a:lnTo>
                    <a:pt x="206338" y="306865"/>
                  </a:lnTo>
                  <a:lnTo>
                    <a:pt x="206304" y="307159"/>
                  </a:lnTo>
                  <a:lnTo>
                    <a:pt x="206315" y="307418"/>
                  </a:lnTo>
                  <a:lnTo>
                    <a:pt x="206395" y="307757"/>
                  </a:lnTo>
                  <a:lnTo>
                    <a:pt x="206485" y="307924"/>
                  </a:lnTo>
                  <a:lnTo>
                    <a:pt x="206755" y="308197"/>
                  </a:lnTo>
                  <a:lnTo>
                    <a:pt x="206765" y="308506"/>
                  </a:lnTo>
                  <a:lnTo>
                    <a:pt x="206190" y="308368"/>
                  </a:lnTo>
                  <a:lnTo>
                    <a:pt x="206021" y="308358"/>
                  </a:lnTo>
                  <a:lnTo>
                    <a:pt x="205697" y="309443"/>
                  </a:lnTo>
                  <a:lnTo>
                    <a:pt x="205256" y="309220"/>
                  </a:lnTo>
                  <a:lnTo>
                    <a:pt x="205053" y="309398"/>
                  </a:lnTo>
                  <a:lnTo>
                    <a:pt x="204913" y="309484"/>
                  </a:lnTo>
                  <a:lnTo>
                    <a:pt x="204343" y="309189"/>
                  </a:lnTo>
                  <a:lnTo>
                    <a:pt x="204594" y="308669"/>
                  </a:lnTo>
                  <a:lnTo>
                    <a:pt x="204334" y="308532"/>
                  </a:lnTo>
                  <a:lnTo>
                    <a:pt x="204049" y="308383"/>
                  </a:lnTo>
                  <a:lnTo>
                    <a:pt x="203709" y="307978"/>
                  </a:lnTo>
                  <a:lnTo>
                    <a:pt x="203709" y="307843"/>
                  </a:lnTo>
                  <a:lnTo>
                    <a:pt x="204169" y="306319"/>
                  </a:lnTo>
                  <a:lnTo>
                    <a:pt x="203998" y="306171"/>
                  </a:lnTo>
                  <a:lnTo>
                    <a:pt x="203565" y="306283"/>
                  </a:lnTo>
                  <a:lnTo>
                    <a:pt x="203552" y="305676"/>
                  </a:lnTo>
                  <a:lnTo>
                    <a:pt x="203253" y="305937"/>
                  </a:lnTo>
                  <a:lnTo>
                    <a:pt x="202761" y="306200"/>
                  </a:lnTo>
                  <a:lnTo>
                    <a:pt x="202373" y="306547"/>
                  </a:lnTo>
                  <a:lnTo>
                    <a:pt x="202234" y="306887"/>
                  </a:lnTo>
                  <a:lnTo>
                    <a:pt x="202074" y="306871"/>
                  </a:lnTo>
                  <a:lnTo>
                    <a:pt x="201870" y="306764"/>
                  </a:lnTo>
                  <a:lnTo>
                    <a:pt x="201707" y="306897"/>
                  </a:lnTo>
                  <a:lnTo>
                    <a:pt x="201580" y="307050"/>
                  </a:lnTo>
                  <a:lnTo>
                    <a:pt x="200812" y="307256"/>
                  </a:lnTo>
                  <a:lnTo>
                    <a:pt x="200834" y="307429"/>
                  </a:lnTo>
                  <a:lnTo>
                    <a:pt x="200386" y="307612"/>
                  </a:lnTo>
                  <a:lnTo>
                    <a:pt x="200150" y="307677"/>
                  </a:lnTo>
                  <a:lnTo>
                    <a:pt x="200011" y="307703"/>
                  </a:lnTo>
                  <a:lnTo>
                    <a:pt x="199690" y="307980"/>
                  </a:lnTo>
                  <a:lnTo>
                    <a:pt x="199470" y="308121"/>
                  </a:lnTo>
                  <a:lnTo>
                    <a:pt x="199181" y="308466"/>
                  </a:lnTo>
                  <a:lnTo>
                    <a:pt x="198985" y="308772"/>
                  </a:lnTo>
                  <a:lnTo>
                    <a:pt x="198914" y="309231"/>
                  </a:lnTo>
                  <a:lnTo>
                    <a:pt x="198752" y="309600"/>
                  </a:lnTo>
                  <a:lnTo>
                    <a:pt x="198555" y="309781"/>
                  </a:lnTo>
                  <a:lnTo>
                    <a:pt x="198184" y="309726"/>
                  </a:lnTo>
                  <a:lnTo>
                    <a:pt x="198319" y="309874"/>
                  </a:lnTo>
                  <a:lnTo>
                    <a:pt x="198467" y="310140"/>
                  </a:lnTo>
                  <a:lnTo>
                    <a:pt x="198603" y="310452"/>
                  </a:lnTo>
                  <a:lnTo>
                    <a:pt x="198724" y="310686"/>
                  </a:lnTo>
                  <a:lnTo>
                    <a:pt x="198940" y="310708"/>
                  </a:lnTo>
                  <a:lnTo>
                    <a:pt x="199215" y="311023"/>
                  </a:lnTo>
                  <a:lnTo>
                    <a:pt x="199821" y="310848"/>
                  </a:lnTo>
                  <a:lnTo>
                    <a:pt x="199872" y="310991"/>
                  </a:lnTo>
                  <a:lnTo>
                    <a:pt x="200461" y="311201"/>
                  </a:lnTo>
                  <a:lnTo>
                    <a:pt x="201148" y="311486"/>
                  </a:lnTo>
                  <a:lnTo>
                    <a:pt x="201400" y="311595"/>
                  </a:lnTo>
                  <a:lnTo>
                    <a:pt x="201548" y="311595"/>
                  </a:lnTo>
                  <a:lnTo>
                    <a:pt x="201743" y="311716"/>
                  </a:lnTo>
                  <a:lnTo>
                    <a:pt x="201927" y="311936"/>
                  </a:lnTo>
                  <a:lnTo>
                    <a:pt x="201867" y="312369"/>
                  </a:lnTo>
                  <a:lnTo>
                    <a:pt x="202012" y="312596"/>
                  </a:lnTo>
                  <a:lnTo>
                    <a:pt x="202158" y="312742"/>
                  </a:lnTo>
                  <a:lnTo>
                    <a:pt x="202097" y="313078"/>
                  </a:lnTo>
                  <a:lnTo>
                    <a:pt x="202389" y="313341"/>
                  </a:lnTo>
                  <a:lnTo>
                    <a:pt x="202635" y="313406"/>
                  </a:lnTo>
                  <a:lnTo>
                    <a:pt x="202624" y="313625"/>
                  </a:lnTo>
                  <a:lnTo>
                    <a:pt x="202513" y="314021"/>
                  </a:lnTo>
                  <a:lnTo>
                    <a:pt x="203019" y="314283"/>
                  </a:lnTo>
                  <a:lnTo>
                    <a:pt x="203150" y="314326"/>
                  </a:lnTo>
                  <a:lnTo>
                    <a:pt x="203410" y="314196"/>
                  </a:lnTo>
                  <a:lnTo>
                    <a:pt x="203377" y="313562"/>
                  </a:lnTo>
                  <a:lnTo>
                    <a:pt x="203298" y="313263"/>
                  </a:lnTo>
                  <a:lnTo>
                    <a:pt x="203270" y="313094"/>
                  </a:lnTo>
                  <a:lnTo>
                    <a:pt x="203585" y="313473"/>
                  </a:lnTo>
                  <a:lnTo>
                    <a:pt x="203950" y="313772"/>
                  </a:lnTo>
                  <a:lnTo>
                    <a:pt x="204284" y="313929"/>
                  </a:lnTo>
                  <a:lnTo>
                    <a:pt x="204828" y="313236"/>
                  </a:lnTo>
                  <a:lnTo>
                    <a:pt x="205013" y="313405"/>
                  </a:lnTo>
                  <a:lnTo>
                    <a:pt x="205263" y="313781"/>
                  </a:lnTo>
                  <a:lnTo>
                    <a:pt x="205178" y="314179"/>
                  </a:lnTo>
                  <a:lnTo>
                    <a:pt x="205333" y="314350"/>
                  </a:lnTo>
                  <a:lnTo>
                    <a:pt x="205722" y="314646"/>
                  </a:lnTo>
                  <a:lnTo>
                    <a:pt x="206046" y="314840"/>
                  </a:lnTo>
                  <a:lnTo>
                    <a:pt x="206484" y="315258"/>
                  </a:lnTo>
                  <a:lnTo>
                    <a:pt x="206812" y="315558"/>
                  </a:lnTo>
                  <a:lnTo>
                    <a:pt x="207024" y="315645"/>
                  </a:lnTo>
                  <a:lnTo>
                    <a:pt x="207179" y="315580"/>
                  </a:lnTo>
                  <a:lnTo>
                    <a:pt x="207307" y="315680"/>
                  </a:lnTo>
                  <a:lnTo>
                    <a:pt x="207746" y="315753"/>
                  </a:lnTo>
                  <a:lnTo>
                    <a:pt x="207944" y="315835"/>
                  </a:lnTo>
                  <a:lnTo>
                    <a:pt x="207712" y="316156"/>
                  </a:lnTo>
                  <a:lnTo>
                    <a:pt x="207637" y="316544"/>
                  </a:lnTo>
                  <a:lnTo>
                    <a:pt x="207438" y="316506"/>
                  </a:lnTo>
                  <a:lnTo>
                    <a:pt x="207299" y="316505"/>
                  </a:lnTo>
                  <a:lnTo>
                    <a:pt x="207159" y="316540"/>
                  </a:lnTo>
                  <a:lnTo>
                    <a:pt x="206341" y="317002"/>
                  </a:lnTo>
                  <a:lnTo>
                    <a:pt x="206162" y="317226"/>
                  </a:lnTo>
                  <a:lnTo>
                    <a:pt x="205882" y="316949"/>
                  </a:lnTo>
                  <a:lnTo>
                    <a:pt x="205623" y="316966"/>
                  </a:lnTo>
                  <a:lnTo>
                    <a:pt x="205485" y="317058"/>
                  </a:lnTo>
                  <a:lnTo>
                    <a:pt x="205112" y="316975"/>
                  </a:lnTo>
                  <a:lnTo>
                    <a:pt x="204840" y="316940"/>
                  </a:lnTo>
                  <a:lnTo>
                    <a:pt x="204827" y="317524"/>
                  </a:lnTo>
                  <a:lnTo>
                    <a:pt x="204851" y="318233"/>
                  </a:lnTo>
                  <a:lnTo>
                    <a:pt x="204947" y="318693"/>
                  </a:lnTo>
                  <a:lnTo>
                    <a:pt x="205301" y="318964"/>
                  </a:lnTo>
                  <a:lnTo>
                    <a:pt x="205037" y="319230"/>
                  </a:lnTo>
                  <a:lnTo>
                    <a:pt x="204574" y="319466"/>
                  </a:lnTo>
                  <a:lnTo>
                    <a:pt x="204319" y="319741"/>
                  </a:lnTo>
                  <a:lnTo>
                    <a:pt x="204270" y="320011"/>
                  </a:lnTo>
                  <a:lnTo>
                    <a:pt x="204030" y="320075"/>
                  </a:lnTo>
                  <a:lnTo>
                    <a:pt x="203899" y="319616"/>
                  </a:lnTo>
                  <a:lnTo>
                    <a:pt x="203646" y="319491"/>
                  </a:lnTo>
                  <a:lnTo>
                    <a:pt x="203415" y="319482"/>
                  </a:lnTo>
                  <a:lnTo>
                    <a:pt x="203038" y="319415"/>
                  </a:lnTo>
                  <a:lnTo>
                    <a:pt x="202713" y="319125"/>
                  </a:lnTo>
                  <a:lnTo>
                    <a:pt x="202012" y="319171"/>
                  </a:lnTo>
                  <a:lnTo>
                    <a:pt x="201857" y="319086"/>
                  </a:lnTo>
                  <a:lnTo>
                    <a:pt x="201580" y="319315"/>
                  </a:lnTo>
                  <a:lnTo>
                    <a:pt x="201090" y="319602"/>
                  </a:lnTo>
                  <a:lnTo>
                    <a:pt x="200956" y="319645"/>
                  </a:lnTo>
                  <a:lnTo>
                    <a:pt x="200726" y="319616"/>
                  </a:lnTo>
                  <a:lnTo>
                    <a:pt x="200571" y="319577"/>
                  </a:lnTo>
                  <a:lnTo>
                    <a:pt x="200440" y="319511"/>
                  </a:lnTo>
                  <a:lnTo>
                    <a:pt x="200081" y="319164"/>
                  </a:lnTo>
                  <a:lnTo>
                    <a:pt x="199882" y="318877"/>
                  </a:lnTo>
                  <a:lnTo>
                    <a:pt x="199577" y="318643"/>
                  </a:lnTo>
                  <a:lnTo>
                    <a:pt x="199318" y="318547"/>
                  </a:lnTo>
                  <a:lnTo>
                    <a:pt x="199196" y="318402"/>
                  </a:lnTo>
                  <a:lnTo>
                    <a:pt x="199072" y="317785"/>
                  </a:lnTo>
                  <a:lnTo>
                    <a:pt x="199305" y="317513"/>
                  </a:lnTo>
                  <a:lnTo>
                    <a:pt x="198924" y="317285"/>
                  </a:lnTo>
                  <a:lnTo>
                    <a:pt x="198710" y="317226"/>
                  </a:lnTo>
                  <a:lnTo>
                    <a:pt x="198437" y="317147"/>
                  </a:lnTo>
                  <a:lnTo>
                    <a:pt x="198435" y="317464"/>
                  </a:lnTo>
                  <a:lnTo>
                    <a:pt x="198402" y="317667"/>
                  </a:lnTo>
                  <a:lnTo>
                    <a:pt x="198149" y="317919"/>
                  </a:lnTo>
                  <a:lnTo>
                    <a:pt x="197835" y="318343"/>
                  </a:lnTo>
                  <a:lnTo>
                    <a:pt x="197747" y="318519"/>
                  </a:lnTo>
                  <a:lnTo>
                    <a:pt x="197447" y="318801"/>
                  </a:lnTo>
                  <a:lnTo>
                    <a:pt x="197847" y="319741"/>
                  </a:lnTo>
                  <a:lnTo>
                    <a:pt x="197945" y="319911"/>
                  </a:lnTo>
                  <a:lnTo>
                    <a:pt x="198081" y="320018"/>
                  </a:lnTo>
                  <a:lnTo>
                    <a:pt x="198383" y="320025"/>
                  </a:lnTo>
                  <a:lnTo>
                    <a:pt x="198619" y="320141"/>
                  </a:lnTo>
                  <a:lnTo>
                    <a:pt x="198980" y="320211"/>
                  </a:lnTo>
                  <a:lnTo>
                    <a:pt x="198982" y="320524"/>
                  </a:lnTo>
                  <a:lnTo>
                    <a:pt x="198824" y="320545"/>
                  </a:lnTo>
                  <a:lnTo>
                    <a:pt x="198630" y="320945"/>
                  </a:lnTo>
                  <a:lnTo>
                    <a:pt x="198752" y="321104"/>
                  </a:lnTo>
                  <a:lnTo>
                    <a:pt x="199112" y="321188"/>
                  </a:lnTo>
                  <a:lnTo>
                    <a:pt x="199283" y="321015"/>
                  </a:lnTo>
                  <a:lnTo>
                    <a:pt x="199390" y="320880"/>
                  </a:lnTo>
                  <a:lnTo>
                    <a:pt x="199743" y="321012"/>
                  </a:lnTo>
                  <a:lnTo>
                    <a:pt x="199795" y="321251"/>
                  </a:lnTo>
                  <a:lnTo>
                    <a:pt x="199740" y="321406"/>
                  </a:lnTo>
                  <a:lnTo>
                    <a:pt x="199692" y="321903"/>
                  </a:lnTo>
                  <a:lnTo>
                    <a:pt x="199517" y="322097"/>
                  </a:lnTo>
                  <a:lnTo>
                    <a:pt x="199312" y="322046"/>
                  </a:lnTo>
                  <a:lnTo>
                    <a:pt x="199330" y="321830"/>
                  </a:lnTo>
                  <a:lnTo>
                    <a:pt x="197072" y="322563"/>
                  </a:lnTo>
                  <a:lnTo>
                    <a:pt x="196510" y="322740"/>
                  </a:lnTo>
                  <a:lnTo>
                    <a:pt x="196273" y="323093"/>
                  </a:lnTo>
                  <a:lnTo>
                    <a:pt x="196082" y="322928"/>
                  </a:lnTo>
                  <a:lnTo>
                    <a:pt x="196222" y="322703"/>
                  </a:lnTo>
                  <a:lnTo>
                    <a:pt x="196260" y="322475"/>
                  </a:lnTo>
                  <a:lnTo>
                    <a:pt x="195488" y="322305"/>
                  </a:lnTo>
                  <a:lnTo>
                    <a:pt x="195122" y="322118"/>
                  </a:lnTo>
                  <a:lnTo>
                    <a:pt x="194845" y="321903"/>
                  </a:lnTo>
                  <a:lnTo>
                    <a:pt x="194697" y="321507"/>
                  </a:lnTo>
                  <a:lnTo>
                    <a:pt x="194655" y="321287"/>
                  </a:lnTo>
                  <a:lnTo>
                    <a:pt x="194604" y="320735"/>
                  </a:lnTo>
                  <a:lnTo>
                    <a:pt x="194761" y="320330"/>
                  </a:lnTo>
                  <a:lnTo>
                    <a:pt x="194990" y="320083"/>
                  </a:lnTo>
                  <a:lnTo>
                    <a:pt x="195208" y="320201"/>
                  </a:lnTo>
                  <a:lnTo>
                    <a:pt x="195427" y="320304"/>
                  </a:lnTo>
                  <a:lnTo>
                    <a:pt x="195655" y="320354"/>
                  </a:lnTo>
                  <a:lnTo>
                    <a:pt x="195924" y="319992"/>
                  </a:lnTo>
                  <a:lnTo>
                    <a:pt x="196228" y="319506"/>
                  </a:lnTo>
                  <a:lnTo>
                    <a:pt x="196430" y="319064"/>
                  </a:lnTo>
                  <a:lnTo>
                    <a:pt x="196395" y="318769"/>
                  </a:lnTo>
                  <a:lnTo>
                    <a:pt x="196245" y="318718"/>
                  </a:lnTo>
                  <a:lnTo>
                    <a:pt x="196436" y="318426"/>
                  </a:lnTo>
                  <a:lnTo>
                    <a:pt x="196616" y="317973"/>
                  </a:lnTo>
                  <a:lnTo>
                    <a:pt x="196510" y="318012"/>
                  </a:lnTo>
                  <a:lnTo>
                    <a:pt x="195961" y="318289"/>
                  </a:lnTo>
                  <a:lnTo>
                    <a:pt x="195825" y="317938"/>
                  </a:lnTo>
                  <a:lnTo>
                    <a:pt x="196177" y="317518"/>
                  </a:lnTo>
                  <a:lnTo>
                    <a:pt x="195754" y="317718"/>
                  </a:lnTo>
                  <a:lnTo>
                    <a:pt x="194926" y="317932"/>
                  </a:lnTo>
                  <a:lnTo>
                    <a:pt x="194122" y="318131"/>
                  </a:lnTo>
                  <a:lnTo>
                    <a:pt x="194003" y="317748"/>
                  </a:lnTo>
                  <a:lnTo>
                    <a:pt x="194330" y="317558"/>
                  </a:lnTo>
                  <a:lnTo>
                    <a:pt x="194934" y="317422"/>
                  </a:lnTo>
                  <a:lnTo>
                    <a:pt x="195813" y="317135"/>
                  </a:lnTo>
                  <a:lnTo>
                    <a:pt x="195504" y="317163"/>
                  </a:lnTo>
                  <a:lnTo>
                    <a:pt x="195199" y="317075"/>
                  </a:lnTo>
                  <a:lnTo>
                    <a:pt x="194882" y="317343"/>
                  </a:lnTo>
                  <a:lnTo>
                    <a:pt x="194710" y="317420"/>
                  </a:lnTo>
                  <a:lnTo>
                    <a:pt x="194077" y="317585"/>
                  </a:lnTo>
                  <a:lnTo>
                    <a:pt x="193900" y="317753"/>
                  </a:lnTo>
                  <a:lnTo>
                    <a:pt x="193779" y="318041"/>
                  </a:lnTo>
                  <a:lnTo>
                    <a:pt x="193651" y="318297"/>
                  </a:lnTo>
                  <a:lnTo>
                    <a:pt x="193362" y="318297"/>
                  </a:lnTo>
                  <a:lnTo>
                    <a:pt x="193178" y="318237"/>
                  </a:lnTo>
                  <a:lnTo>
                    <a:pt x="192903" y="318013"/>
                  </a:lnTo>
                  <a:lnTo>
                    <a:pt x="192703" y="317711"/>
                  </a:lnTo>
                  <a:lnTo>
                    <a:pt x="192671" y="317565"/>
                  </a:lnTo>
                  <a:lnTo>
                    <a:pt x="192765" y="317340"/>
                  </a:lnTo>
                  <a:lnTo>
                    <a:pt x="193025" y="317127"/>
                  </a:lnTo>
                  <a:lnTo>
                    <a:pt x="193041" y="316616"/>
                  </a:lnTo>
                  <a:lnTo>
                    <a:pt x="193023" y="316385"/>
                  </a:lnTo>
                  <a:lnTo>
                    <a:pt x="193190" y="316306"/>
                  </a:lnTo>
                  <a:lnTo>
                    <a:pt x="193242" y="316100"/>
                  </a:lnTo>
                  <a:lnTo>
                    <a:pt x="193231" y="315953"/>
                  </a:lnTo>
                  <a:lnTo>
                    <a:pt x="193515" y="316039"/>
                  </a:lnTo>
                  <a:lnTo>
                    <a:pt x="193605" y="316166"/>
                  </a:lnTo>
                  <a:lnTo>
                    <a:pt x="193705" y="316350"/>
                  </a:lnTo>
                  <a:lnTo>
                    <a:pt x="193835" y="316362"/>
                  </a:lnTo>
                  <a:lnTo>
                    <a:pt x="194211" y="316281"/>
                  </a:lnTo>
                  <a:lnTo>
                    <a:pt x="194527" y="316067"/>
                  </a:lnTo>
                  <a:lnTo>
                    <a:pt x="194635" y="315774"/>
                  </a:lnTo>
                  <a:lnTo>
                    <a:pt x="194779" y="315384"/>
                  </a:lnTo>
                  <a:lnTo>
                    <a:pt x="194295" y="315028"/>
                  </a:lnTo>
                  <a:lnTo>
                    <a:pt x="194070" y="315031"/>
                  </a:lnTo>
                  <a:lnTo>
                    <a:pt x="194025" y="315170"/>
                  </a:lnTo>
                  <a:lnTo>
                    <a:pt x="193889" y="315170"/>
                  </a:lnTo>
                  <a:lnTo>
                    <a:pt x="193508" y="315087"/>
                  </a:lnTo>
                  <a:lnTo>
                    <a:pt x="193214" y="314878"/>
                  </a:lnTo>
                  <a:lnTo>
                    <a:pt x="192953" y="314972"/>
                  </a:lnTo>
                  <a:lnTo>
                    <a:pt x="192905" y="315192"/>
                  </a:lnTo>
                  <a:lnTo>
                    <a:pt x="192343" y="315317"/>
                  </a:lnTo>
                  <a:lnTo>
                    <a:pt x="191931" y="315346"/>
                  </a:lnTo>
                  <a:lnTo>
                    <a:pt x="191757" y="315502"/>
                  </a:lnTo>
                  <a:lnTo>
                    <a:pt x="191443" y="315668"/>
                  </a:lnTo>
                  <a:lnTo>
                    <a:pt x="190372" y="316072"/>
                  </a:lnTo>
                  <a:lnTo>
                    <a:pt x="190229" y="316088"/>
                  </a:lnTo>
                  <a:lnTo>
                    <a:pt x="189956" y="316173"/>
                  </a:lnTo>
                  <a:lnTo>
                    <a:pt x="190053" y="316329"/>
                  </a:lnTo>
                  <a:lnTo>
                    <a:pt x="190198" y="316600"/>
                  </a:lnTo>
                  <a:lnTo>
                    <a:pt x="189770" y="316646"/>
                  </a:lnTo>
                  <a:lnTo>
                    <a:pt x="189527" y="316804"/>
                  </a:lnTo>
                  <a:lnTo>
                    <a:pt x="189050" y="316870"/>
                  </a:lnTo>
                  <a:lnTo>
                    <a:pt x="188815" y="316778"/>
                  </a:lnTo>
                  <a:lnTo>
                    <a:pt x="188653" y="316870"/>
                  </a:lnTo>
                  <a:lnTo>
                    <a:pt x="188985" y="317037"/>
                  </a:lnTo>
                  <a:lnTo>
                    <a:pt x="189484" y="316929"/>
                  </a:lnTo>
                  <a:lnTo>
                    <a:pt x="189726" y="317052"/>
                  </a:lnTo>
                  <a:lnTo>
                    <a:pt x="189927" y="316965"/>
                  </a:lnTo>
                  <a:lnTo>
                    <a:pt x="190254" y="317037"/>
                  </a:lnTo>
                  <a:lnTo>
                    <a:pt x="190287" y="317284"/>
                  </a:lnTo>
                  <a:lnTo>
                    <a:pt x="190641" y="317362"/>
                  </a:lnTo>
                  <a:lnTo>
                    <a:pt x="190837" y="317693"/>
                  </a:lnTo>
                  <a:lnTo>
                    <a:pt x="191079" y="317887"/>
                  </a:lnTo>
                  <a:lnTo>
                    <a:pt x="191098" y="318251"/>
                  </a:lnTo>
                  <a:lnTo>
                    <a:pt x="191225" y="318546"/>
                  </a:lnTo>
                  <a:lnTo>
                    <a:pt x="191641" y="318658"/>
                  </a:lnTo>
                  <a:lnTo>
                    <a:pt x="191962" y="318442"/>
                  </a:lnTo>
                  <a:lnTo>
                    <a:pt x="192159" y="318347"/>
                  </a:lnTo>
                  <a:lnTo>
                    <a:pt x="192376" y="318431"/>
                  </a:lnTo>
                  <a:lnTo>
                    <a:pt x="192392" y="318624"/>
                  </a:lnTo>
                  <a:lnTo>
                    <a:pt x="192770" y="318665"/>
                  </a:lnTo>
                  <a:lnTo>
                    <a:pt x="192857" y="318927"/>
                  </a:lnTo>
                  <a:lnTo>
                    <a:pt x="192576" y="319546"/>
                  </a:lnTo>
                  <a:lnTo>
                    <a:pt x="192715" y="319553"/>
                  </a:lnTo>
                  <a:lnTo>
                    <a:pt x="192779" y="319965"/>
                  </a:lnTo>
                  <a:lnTo>
                    <a:pt x="192723" y="320209"/>
                  </a:lnTo>
                  <a:lnTo>
                    <a:pt x="192552" y="320413"/>
                  </a:lnTo>
                  <a:lnTo>
                    <a:pt x="192319" y="320264"/>
                  </a:lnTo>
                  <a:lnTo>
                    <a:pt x="192267" y="320409"/>
                  </a:lnTo>
                  <a:lnTo>
                    <a:pt x="192031" y="320681"/>
                  </a:lnTo>
                  <a:lnTo>
                    <a:pt x="191535" y="320745"/>
                  </a:lnTo>
                  <a:lnTo>
                    <a:pt x="191176" y="321306"/>
                  </a:lnTo>
                  <a:lnTo>
                    <a:pt x="191226" y="321532"/>
                  </a:lnTo>
                  <a:lnTo>
                    <a:pt x="191396" y="321860"/>
                  </a:lnTo>
                  <a:lnTo>
                    <a:pt x="191679" y="322151"/>
                  </a:lnTo>
                  <a:lnTo>
                    <a:pt x="191908" y="322186"/>
                  </a:lnTo>
                  <a:lnTo>
                    <a:pt x="192036" y="322473"/>
                  </a:lnTo>
                  <a:lnTo>
                    <a:pt x="191738" y="322590"/>
                  </a:lnTo>
                  <a:lnTo>
                    <a:pt x="191532" y="322800"/>
                  </a:lnTo>
                  <a:lnTo>
                    <a:pt x="191321" y="322888"/>
                  </a:lnTo>
                  <a:lnTo>
                    <a:pt x="190842" y="322853"/>
                  </a:lnTo>
                  <a:lnTo>
                    <a:pt x="190155" y="323068"/>
                  </a:lnTo>
                  <a:lnTo>
                    <a:pt x="190107" y="323311"/>
                  </a:lnTo>
                  <a:lnTo>
                    <a:pt x="189512" y="323357"/>
                  </a:lnTo>
                  <a:lnTo>
                    <a:pt x="189453" y="323150"/>
                  </a:lnTo>
                  <a:lnTo>
                    <a:pt x="189175" y="323204"/>
                  </a:lnTo>
                  <a:lnTo>
                    <a:pt x="188640" y="323454"/>
                  </a:lnTo>
                  <a:lnTo>
                    <a:pt x="188293" y="323646"/>
                  </a:lnTo>
                  <a:lnTo>
                    <a:pt x="188371" y="323890"/>
                  </a:lnTo>
                  <a:lnTo>
                    <a:pt x="188603" y="323898"/>
                  </a:lnTo>
                  <a:lnTo>
                    <a:pt x="189194" y="324024"/>
                  </a:lnTo>
                  <a:lnTo>
                    <a:pt x="189576" y="324387"/>
                  </a:lnTo>
                  <a:lnTo>
                    <a:pt x="189781" y="324582"/>
                  </a:lnTo>
                  <a:lnTo>
                    <a:pt x="190671" y="325427"/>
                  </a:lnTo>
                  <a:lnTo>
                    <a:pt x="191278" y="325750"/>
                  </a:lnTo>
                  <a:lnTo>
                    <a:pt x="191554" y="325916"/>
                  </a:lnTo>
                  <a:lnTo>
                    <a:pt x="191737" y="326050"/>
                  </a:lnTo>
                  <a:lnTo>
                    <a:pt x="192170" y="326367"/>
                  </a:lnTo>
                  <a:lnTo>
                    <a:pt x="192598" y="326677"/>
                  </a:lnTo>
                  <a:lnTo>
                    <a:pt x="192818" y="326780"/>
                  </a:lnTo>
                  <a:lnTo>
                    <a:pt x="192968" y="326702"/>
                  </a:lnTo>
                  <a:lnTo>
                    <a:pt x="193127" y="326592"/>
                  </a:lnTo>
                  <a:lnTo>
                    <a:pt x="193194" y="326441"/>
                  </a:lnTo>
                  <a:lnTo>
                    <a:pt x="193243" y="326036"/>
                  </a:lnTo>
                  <a:lnTo>
                    <a:pt x="192991" y="325716"/>
                  </a:lnTo>
                  <a:lnTo>
                    <a:pt x="193268" y="325604"/>
                  </a:lnTo>
                  <a:lnTo>
                    <a:pt x="193276" y="325448"/>
                  </a:lnTo>
                  <a:lnTo>
                    <a:pt x="193448" y="325182"/>
                  </a:lnTo>
                  <a:lnTo>
                    <a:pt x="193895" y="325029"/>
                  </a:lnTo>
                  <a:lnTo>
                    <a:pt x="194296" y="325326"/>
                  </a:lnTo>
                  <a:lnTo>
                    <a:pt x="193717" y="325903"/>
                  </a:lnTo>
                  <a:lnTo>
                    <a:pt x="193623" y="326088"/>
                  </a:lnTo>
                  <a:lnTo>
                    <a:pt x="193609" y="326271"/>
                  </a:lnTo>
                  <a:lnTo>
                    <a:pt x="193497" y="327179"/>
                  </a:lnTo>
                  <a:lnTo>
                    <a:pt x="193343" y="327369"/>
                  </a:lnTo>
                  <a:lnTo>
                    <a:pt x="192888" y="327485"/>
                  </a:lnTo>
                  <a:lnTo>
                    <a:pt x="192823" y="327673"/>
                  </a:lnTo>
                  <a:lnTo>
                    <a:pt x="192800" y="327849"/>
                  </a:lnTo>
                  <a:lnTo>
                    <a:pt x="192819" y="328141"/>
                  </a:lnTo>
                  <a:lnTo>
                    <a:pt x="192907" y="328548"/>
                  </a:lnTo>
                  <a:lnTo>
                    <a:pt x="192971" y="328705"/>
                  </a:lnTo>
                  <a:lnTo>
                    <a:pt x="193426" y="329058"/>
                  </a:lnTo>
                  <a:lnTo>
                    <a:pt x="193762" y="328909"/>
                  </a:lnTo>
                  <a:lnTo>
                    <a:pt x="193947" y="329455"/>
                  </a:lnTo>
                  <a:lnTo>
                    <a:pt x="194354" y="329182"/>
                  </a:lnTo>
                  <a:lnTo>
                    <a:pt x="194577" y="329423"/>
                  </a:lnTo>
                  <a:lnTo>
                    <a:pt x="194251" y="329529"/>
                  </a:lnTo>
                  <a:lnTo>
                    <a:pt x="194116" y="329632"/>
                  </a:lnTo>
                  <a:lnTo>
                    <a:pt x="193972" y="329811"/>
                  </a:lnTo>
                  <a:lnTo>
                    <a:pt x="193792" y="329887"/>
                  </a:lnTo>
                  <a:lnTo>
                    <a:pt x="193086" y="329869"/>
                  </a:lnTo>
                  <a:lnTo>
                    <a:pt x="192810" y="329840"/>
                  </a:lnTo>
                  <a:lnTo>
                    <a:pt x="192877" y="329445"/>
                  </a:lnTo>
                  <a:lnTo>
                    <a:pt x="192769" y="329225"/>
                  </a:lnTo>
                  <a:lnTo>
                    <a:pt x="192320" y="329110"/>
                  </a:lnTo>
                  <a:lnTo>
                    <a:pt x="192038" y="329106"/>
                  </a:lnTo>
                  <a:lnTo>
                    <a:pt x="191679" y="329169"/>
                  </a:lnTo>
                  <a:lnTo>
                    <a:pt x="191449" y="329308"/>
                  </a:lnTo>
                  <a:lnTo>
                    <a:pt x="191191" y="329382"/>
                  </a:lnTo>
                  <a:lnTo>
                    <a:pt x="191030" y="329371"/>
                  </a:lnTo>
                  <a:lnTo>
                    <a:pt x="190904" y="329180"/>
                  </a:lnTo>
                  <a:lnTo>
                    <a:pt x="190281" y="329289"/>
                  </a:lnTo>
                  <a:lnTo>
                    <a:pt x="189860" y="329950"/>
                  </a:lnTo>
                  <a:lnTo>
                    <a:pt x="189713" y="330281"/>
                  </a:lnTo>
                  <a:lnTo>
                    <a:pt x="189945" y="330245"/>
                  </a:lnTo>
                  <a:lnTo>
                    <a:pt x="190036" y="330760"/>
                  </a:lnTo>
                  <a:lnTo>
                    <a:pt x="190170" y="331352"/>
                  </a:lnTo>
                  <a:lnTo>
                    <a:pt x="190436" y="331490"/>
                  </a:lnTo>
                  <a:lnTo>
                    <a:pt x="190883" y="331966"/>
                  </a:lnTo>
                  <a:lnTo>
                    <a:pt x="191250" y="332161"/>
                  </a:lnTo>
                  <a:lnTo>
                    <a:pt x="192181" y="332008"/>
                  </a:lnTo>
                  <a:lnTo>
                    <a:pt x="192513" y="331942"/>
                  </a:lnTo>
                  <a:lnTo>
                    <a:pt x="192833" y="332160"/>
                  </a:lnTo>
                  <a:lnTo>
                    <a:pt x="193034" y="332704"/>
                  </a:lnTo>
                  <a:lnTo>
                    <a:pt x="192885" y="332825"/>
                  </a:lnTo>
                  <a:lnTo>
                    <a:pt x="192564" y="332796"/>
                  </a:lnTo>
                  <a:lnTo>
                    <a:pt x="192350" y="332720"/>
                  </a:lnTo>
                  <a:lnTo>
                    <a:pt x="192133" y="332778"/>
                  </a:lnTo>
                  <a:lnTo>
                    <a:pt x="191771" y="332851"/>
                  </a:lnTo>
                  <a:lnTo>
                    <a:pt x="191385" y="332843"/>
                  </a:lnTo>
                  <a:lnTo>
                    <a:pt x="191036" y="333038"/>
                  </a:lnTo>
                  <a:lnTo>
                    <a:pt x="190891" y="333083"/>
                  </a:lnTo>
                  <a:lnTo>
                    <a:pt x="190762" y="333073"/>
                  </a:lnTo>
                  <a:lnTo>
                    <a:pt x="190117" y="332919"/>
                  </a:lnTo>
                  <a:lnTo>
                    <a:pt x="189746" y="332758"/>
                  </a:lnTo>
                  <a:lnTo>
                    <a:pt x="189691" y="332611"/>
                  </a:lnTo>
                  <a:lnTo>
                    <a:pt x="189590" y="332287"/>
                  </a:lnTo>
                  <a:lnTo>
                    <a:pt x="189309" y="332163"/>
                  </a:lnTo>
                  <a:lnTo>
                    <a:pt x="188675" y="332135"/>
                  </a:lnTo>
                  <a:lnTo>
                    <a:pt x="188280" y="332245"/>
                  </a:lnTo>
                  <a:lnTo>
                    <a:pt x="187980" y="332357"/>
                  </a:lnTo>
                  <a:lnTo>
                    <a:pt x="187935" y="332486"/>
                  </a:lnTo>
                  <a:lnTo>
                    <a:pt x="187834" y="332657"/>
                  </a:lnTo>
                  <a:lnTo>
                    <a:pt x="187545" y="332851"/>
                  </a:lnTo>
                  <a:lnTo>
                    <a:pt x="187099" y="332728"/>
                  </a:lnTo>
                  <a:lnTo>
                    <a:pt x="186955" y="333075"/>
                  </a:lnTo>
                  <a:lnTo>
                    <a:pt x="186787" y="333250"/>
                  </a:lnTo>
                  <a:lnTo>
                    <a:pt x="186509" y="333058"/>
                  </a:lnTo>
                  <a:lnTo>
                    <a:pt x="186264" y="333049"/>
                  </a:lnTo>
                  <a:lnTo>
                    <a:pt x="185980" y="333107"/>
                  </a:lnTo>
                  <a:lnTo>
                    <a:pt x="185676" y="333265"/>
                  </a:lnTo>
                  <a:lnTo>
                    <a:pt x="185505" y="333434"/>
                  </a:lnTo>
                  <a:lnTo>
                    <a:pt x="185326" y="333646"/>
                  </a:lnTo>
                  <a:lnTo>
                    <a:pt x="184947" y="333805"/>
                  </a:lnTo>
                  <a:lnTo>
                    <a:pt x="184801" y="333791"/>
                  </a:lnTo>
                  <a:lnTo>
                    <a:pt x="184239" y="333738"/>
                  </a:lnTo>
                  <a:lnTo>
                    <a:pt x="183561" y="334129"/>
                  </a:lnTo>
                  <a:lnTo>
                    <a:pt x="183386" y="334077"/>
                  </a:lnTo>
                  <a:lnTo>
                    <a:pt x="183183" y="334061"/>
                  </a:lnTo>
                  <a:lnTo>
                    <a:pt x="182666" y="334214"/>
                  </a:lnTo>
                  <a:lnTo>
                    <a:pt x="182463" y="334062"/>
                  </a:lnTo>
                  <a:lnTo>
                    <a:pt x="182058" y="334092"/>
                  </a:lnTo>
                  <a:lnTo>
                    <a:pt x="181899" y="333918"/>
                  </a:lnTo>
                  <a:lnTo>
                    <a:pt x="182068" y="333662"/>
                  </a:lnTo>
                  <a:lnTo>
                    <a:pt x="182149" y="333221"/>
                  </a:lnTo>
                  <a:lnTo>
                    <a:pt x="182010" y="333013"/>
                  </a:lnTo>
                  <a:lnTo>
                    <a:pt x="181998" y="332858"/>
                  </a:lnTo>
                  <a:lnTo>
                    <a:pt x="181990" y="332721"/>
                  </a:lnTo>
                  <a:lnTo>
                    <a:pt x="181941" y="332506"/>
                  </a:lnTo>
                  <a:lnTo>
                    <a:pt x="181797" y="332316"/>
                  </a:lnTo>
                  <a:lnTo>
                    <a:pt x="181476" y="332149"/>
                  </a:lnTo>
                  <a:lnTo>
                    <a:pt x="181368" y="331927"/>
                  </a:lnTo>
                  <a:lnTo>
                    <a:pt x="181357" y="331612"/>
                  </a:lnTo>
                  <a:lnTo>
                    <a:pt x="181998" y="330278"/>
                  </a:lnTo>
                  <a:lnTo>
                    <a:pt x="181849" y="330049"/>
                  </a:lnTo>
                  <a:lnTo>
                    <a:pt x="181425" y="329443"/>
                  </a:lnTo>
                  <a:lnTo>
                    <a:pt x="181175" y="329457"/>
                  </a:lnTo>
                  <a:lnTo>
                    <a:pt x="180873" y="329474"/>
                  </a:lnTo>
                  <a:lnTo>
                    <a:pt x="181233" y="330886"/>
                  </a:lnTo>
                  <a:lnTo>
                    <a:pt x="180961" y="330936"/>
                  </a:lnTo>
                  <a:lnTo>
                    <a:pt x="180621" y="331041"/>
                  </a:lnTo>
                  <a:lnTo>
                    <a:pt x="180374" y="331263"/>
                  </a:lnTo>
                  <a:lnTo>
                    <a:pt x="180259" y="331396"/>
                  </a:lnTo>
                  <a:lnTo>
                    <a:pt x="180210" y="331722"/>
                  </a:lnTo>
                  <a:lnTo>
                    <a:pt x="180467" y="331871"/>
                  </a:lnTo>
                  <a:lnTo>
                    <a:pt x="180743" y="331847"/>
                  </a:lnTo>
                  <a:lnTo>
                    <a:pt x="181010" y="332015"/>
                  </a:lnTo>
                  <a:lnTo>
                    <a:pt x="181372" y="332542"/>
                  </a:lnTo>
                  <a:lnTo>
                    <a:pt x="181333" y="332900"/>
                  </a:lnTo>
                  <a:lnTo>
                    <a:pt x="181375" y="333381"/>
                  </a:lnTo>
                  <a:lnTo>
                    <a:pt x="181353" y="333514"/>
                  </a:lnTo>
                  <a:lnTo>
                    <a:pt x="181086" y="333815"/>
                  </a:lnTo>
                  <a:lnTo>
                    <a:pt x="180743" y="333844"/>
                  </a:lnTo>
                  <a:lnTo>
                    <a:pt x="180212" y="334030"/>
                  </a:lnTo>
                  <a:lnTo>
                    <a:pt x="180021" y="333926"/>
                  </a:lnTo>
                  <a:lnTo>
                    <a:pt x="179682" y="334004"/>
                  </a:lnTo>
                  <a:lnTo>
                    <a:pt x="179751" y="334584"/>
                  </a:lnTo>
                  <a:lnTo>
                    <a:pt x="179643" y="334938"/>
                  </a:lnTo>
                  <a:lnTo>
                    <a:pt x="179792" y="335609"/>
                  </a:lnTo>
                  <a:lnTo>
                    <a:pt x="180008" y="336071"/>
                  </a:lnTo>
                  <a:lnTo>
                    <a:pt x="180357" y="336151"/>
                  </a:lnTo>
                  <a:lnTo>
                    <a:pt x="180442" y="336484"/>
                  </a:lnTo>
                  <a:lnTo>
                    <a:pt x="180136" y="336578"/>
                  </a:lnTo>
                  <a:lnTo>
                    <a:pt x="180152" y="336761"/>
                  </a:lnTo>
                  <a:lnTo>
                    <a:pt x="180359" y="336834"/>
                  </a:lnTo>
                  <a:lnTo>
                    <a:pt x="181371" y="336436"/>
                  </a:lnTo>
                  <a:lnTo>
                    <a:pt x="181671" y="336470"/>
                  </a:lnTo>
                  <a:lnTo>
                    <a:pt x="181925" y="336563"/>
                  </a:lnTo>
                  <a:lnTo>
                    <a:pt x="182141" y="336571"/>
                  </a:lnTo>
                  <a:lnTo>
                    <a:pt x="182475" y="336371"/>
                  </a:lnTo>
                  <a:lnTo>
                    <a:pt x="182505" y="336243"/>
                  </a:lnTo>
                  <a:lnTo>
                    <a:pt x="182418" y="335945"/>
                  </a:lnTo>
                  <a:lnTo>
                    <a:pt x="182691" y="335560"/>
                  </a:lnTo>
                  <a:lnTo>
                    <a:pt x="183119" y="335601"/>
                  </a:lnTo>
                  <a:lnTo>
                    <a:pt x="183107" y="335936"/>
                  </a:lnTo>
                  <a:lnTo>
                    <a:pt x="182941" y="336084"/>
                  </a:lnTo>
                  <a:lnTo>
                    <a:pt x="182673" y="336181"/>
                  </a:lnTo>
                  <a:lnTo>
                    <a:pt x="182664" y="336448"/>
                  </a:lnTo>
                  <a:lnTo>
                    <a:pt x="182802" y="336864"/>
                  </a:lnTo>
                  <a:lnTo>
                    <a:pt x="183069" y="337312"/>
                  </a:lnTo>
                  <a:lnTo>
                    <a:pt x="183270" y="337519"/>
                  </a:lnTo>
                  <a:lnTo>
                    <a:pt x="183866" y="337274"/>
                  </a:lnTo>
                  <a:lnTo>
                    <a:pt x="184021" y="337204"/>
                  </a:lnTo>
                  <a:lnTo>
                    <a:pt x="184181" y="337328"/>
                  </a:lnTo>
                  <a:lnTo>
                    <a:pt x="184382" y="337518"/>
                  </a:lnTo>
                  <a:lnTo>
                    <a:pt x="184678" y="337363"/>
                  </a:lnTo>
                  <a:lnTo>
                    <a:pt x="184778" y="337226"/>
                  </a:lnTo>
                  <a:lnTo>
                    <a:pt x="185048" y="337393"/>
                  </a:lnTo>
                  <a:lnTo>
                    <a:pt x="185152" y="337572"/>
                  </a:lnTo>
                  <a:lnTo>
                    <a:pt x="184922" y="337864"/>
                  </a:lnTo>
                  <a:lnTo>
                    <a:pt x="184984" y="338087"/>
                  </a:lnTo>
                  <a:lnTo>
                    <a:pt x="184951" y="338380"/>
                  </a:lnTo>
                  <a:lnTo>
                    <a:pt x="184900" y="338574"/>
                  </a:lnTo>
                  <a:lnTo>
                    <a:pt x="184715" y="338693"/>
                  </a:lnTo>
                  <a:lnTo>
                    <a:pt x="184414" y="338791"/>
                  </a:lnTo>
                  <a:lnTo>
                    <a:pt x="184298" y="339233"/>
                  </a:lnTo>
                  <a:lnTo>
                    <a:pt x="184277" y="339391"/>
                  </a:lnTo>
                  <a:lnTo>
                    <a:pt x="183929" y="339781"/>
                  </a:lnTo>
                  <a:lnTo>
                    <a:pt x="183778" y="339432"/>
                  </a:lnTo>
                  <a:lnTo>
                    <a:pt x="183529" y="339481"/>
                  </a:lnTo>
                  <a:lnTo>
                    <a:pt x="183316" y="339799"/>
                  </a:lnTo>
                  <a:lnTo>
                    <a:pt x="183212" y="340372"/>
                  </a:lnTo>
                  <a:lnTo>
                    <a:pt x="183309" y="340694"/>
                  </a:lnTo>
                  <a:lnTo>
                    <a:pt x="183146" y="340880"/>
                  </a:lnTo>
                  <a:lnTo>
                    <a:pt x="182867" y="340913"/>
                  </a:lnTo>
                  <a:lnTo>
                    <a:pt x="182715" y="340993"/>
                  </a:lnTo>
                  <a:lnTo>
                    <a:pt x="182595" y="341242"/>
                  </a:lnTo>
                  <a:lnTo>
                    <a:pt x="182605" y="341555"/>
                  </a:lnTo>
                  <a:lnTo>
                    <a:pt x="182004" y="342047"/>
                  </a:lnTo>
                  <a:lnTo>
                    <a:pt x="181877" y="342095"/>
                  </a:lnTo>
                  <a:lnTo>
                    <a:pt x="181323" y="342143"/>
                  </a:lnTo>
                  <a:lnTo>
                    <a:pt x="181134" y="341651"/>
                  </a:lnTo>
                  <a:lnTo>
                    <a:pt x="181026" y="341271"/>
                  </a:lnTo>
                  <a:lnTo>
                    <a:pt x="180779" y="341186"/>
                  </a:lnTo>
                  <a:lnTo>
                    <a:pt x="180339" y="341304"/>
                  </a:lnTo>
                  <a:lnTo>
                    <a:pt x="180204" y="341440"/>
                  </a:lnTo>
                  <a:lnTo>
                    <a:pt x="180052" y="341703"/>
                  </a:lnTo>
                  <a:lnTo>
                    <a:pt x="179865" y="342640"/>
                  </a:lnTo>
                  <a:lnTo>
                    <a:pt x="179868" y="342930"/>
                  </a:lnTo>
                  <a:lnTo>
                    <a:pt x="179890" y="343111"/>
                  </a:lnTo>
                  <a:lnTo>
                    <a:pt x="179972" y="343481"/>
                  </a:lnTo>
                  <a:lnTo>
                    <a:pt x="180179" y="343867"/>
                  </a:lnTo>
                  <a:lnTo>
                    <a:pt x="180587" y="344275"/>
                  </a:lnTo>
                  <a:lnTo>
                    <a:pt x="180760" y="344069"/>
                  </a:lnTo>
                  <a:lnTo>
                    <a:pt x="180863" y="343894"/>
                  </a:lnTo>
                  <a:lnTo>
                    <a:pt x="181134" y="343733"/>
                  </a:lnTo>
                  <a:lnTo>
                    <a:pt x="181355" y="343795"/>
                  </a:lnTo>
                  <a:lnTo>
                    <a:pt x="181295" y="343958"/>
                  </a:lnTo>
                  <a:lnTo>
                    <a:pt x="181249" y="344238"/>
                  </a:lnTo>
                  <a:lnTo>
                    <a:pt x="181348" y="344762"/>
                  </a:lnTo>
                  <a:lnTo>
                    <a:pt x="181194" y="344832"/>
                  </a:lnTo>
                  <a:lnTo>
                    <a:pt x="181145" y="345022"/>
                  </a:lnTo>
                  <a:lnTo>
                    <a:pt x="180947" y="345092"/>
                  </a:lnTo>
                  <a:lnTo>
                    <a:pt x="180875" y="345265"/>
                  </a:lnTo>
                  <a:lnTo>
                    <a:pt x="180980" y="345585"/>
                  </a:lnTo>
                  <a:lnTo>
                    <a:pt x="180914" y="345732"/>
                  </a:lnTo>
                  <a:lnTo>
                    <a:pt x="180707" y="346085"/>
                  </a:lnTo>
                  <a:lnTo>
                    <a:pt x="180501" y="346034"/>
                  </a:lnTo>
                  <a:lnTo>
                    <a:pt x="180359" y="346036"/>
                  </a:lnTo>
                  <a:lnTo>
                    <a:pt x="180014" y="346539"/>
                  </a:lnTo>
                  <a:lnTo>
                    <a:pt x="180214" y="346953"/>
                  </a:lnTo>
                  <a:lnTo>
                    <a:pt x="179944" y="346906"/>
                  </a:lnTo>
                  <a:lnTo>
                    <a:pt x="179746" y="346878"/>
                  </a:lnTo>
                  <a:lnTo>
                    <a:pt x="179535" y="346964"/>
                  </a:lnTo>
                  <a:lnTo>
                    <a:pt x="179397" y="347310"/>
                  </a:lnTo>
                  <a:lnTo>
                    <a:pt x="179184" y="347467"/>
                  </a:lnTo>
                  <a:lnTo>
                    <a:pt x="178962" y="347557"/>
                  </a:lnTo>
                  <a:lnTo>
                    <a:pt x="178921" y="347772"/>
                  </a:lnTo>
                  <a:lnTo>
                    <a:pt x="178781" y="347810"/>
                  </a:lnTo>
                  <a:lnTo>
                    <a:pt x="178564" y="347918"/>
                  </a:lnTo>
                  <a:lnTo>
                    <a:pt x="178380" y="348295"/>
                  </a:lnTo>
                  <a:lnTo>
                    <a:pt x="178017" y="348191"/>
                  </a:lnTo>
                  <a:lnTo>
                    <a:pt x="177758" y="348163"/>
                  </a:lnTo>
                  <a:lnTo>
                    <a:pt x="177531" y="348254"/>
                  </a:lnTo>
                  <a:lnTo>
                    <a:pt x="177221" y="348534"/>
                  </a:lnTo>
                  <a:lnTo>
                    <a:pt x="177038" y="348966"/>
                  </a:lnTo>
                  <a:lnTo>
                    <a:pt x="176968" y="348324"/>
                  </a:lnTo>
                  <a:lnTo>
                    <a:pt x="176981" y="348128"/>
                  </a:lnTo>
                  <a:lnTo>
                    <a:pt x="177186" y="347838"/>
                  </a:lnTo>
                  <a:lnTo>
                    <a:pt x="177093" y="347455"/>
                  </a:lnTo>
                  <a:lnTo>
                    <a:pt x="177304" y="347195"/>
                  </a:lnTo>
                  <a:lnTo>
                    <a:pt x="177293" y="347062"/>
                  </a:lnTo>
                  <a:lnTo>
                    <a:pt x="176945" y="346161"/>
                  </a:lnTo>
                  <a:lnTo>
                    <a:pt x="177008" y="345865"/>
                  </a:lnTo>
                  <a:lnTo>
                    <a:pt x="176032" y="345285"/>
                  </a:lnTo>
                  <a:lnTo>
                    <a:pt x="175704" y="344796"/>
                  </a:lnTo>
                  <a:lnTo>
                    <a:pt x="175492" y="344674"/>
                  </a:lnTo>
                  <a:lnTo>
                    <a:pt x="174888" y="344461"/>
                  </a:lnTo>
                  <a:lnTo>
                    <a:pt x="174691" y="344447"/>
                  </a:lnTo>
                  <a:lnTo>
                    <a:pt x="174464" y="344360"/>
                  </a:lnTo>
                  <a:lnTo>
                    <a:pt x="174301" y="344135"/>
                  </a:lnTo>
                  <a:lnTo>
                    <a:pt x="174247" y="343957"/>
                  </a:lnTo>
                  <a:lnTo>
                    <a:pt x="174078" y="343879"/>
                  </a:lnTo>
                  <a:lnTo>
                    <a:pt x="173821" y="343801"/>
                  </a:lnTo>
                  <a:lnTo>
                    <a:pt x="173355" y="343736"/>
                  </a:lnTo>
                  <a:lnTo>
                    <a:pt x="172975" y="343741"/>
                  </a:lnTo>
                  <a:lnTo>
                    <a:pt x="172098" y="343781"/>
                  </a:lnTo>
                  <a:lnTo>
                    <a:pt x="172273" y="343696"/>
                  </a:lnTo>
                  <a:lnTo>
                    <a:pt x="172172" y="343443"/>
                  </a:lnTo>
                  <a:lnTo>
                    <a:pt x="172122" y="343045"/>
                  </a:lnTo>
                  <a:lnTo>
                    <a:pt x="172073" y="342832"/>
                  </a:lnTo>
                  <a:lnTo>
                    <a:pt x="172377" y="342135"/>
                  </a:lnTo>
                  <a:lnTo>
                    <a:pt x="172061" y="341227"/>
                  </a:lnTo>
                  <a:lnTo>
                    <a:pt x="172049" y="340850"/>
                  </a:lnTo>
                  <a:lnTo>
                    <a:pt x="171924" y="340845"/>
                  </a:lnTo>
                  <a:lnTo>
                    <a:pt x="171896" y="341168"/>
                  </a:lnTo>
                  <a:lnTo>
                    <a:pt x="171847" y="341431"/>
                  </a:lnTo>
                  <a:lnTo>
                    <a:pt x="171975" y="341855"/>
                  </a:lnTo>
                  <a:lnTo>
                    <a:pt x="171704" y="342142"/>
                  </a:lnTo>
                  <a:lnTo>
                    <a:pt x="171547" y="342620"/>
                  </a:lnTo>
                  <a:lnTo>
                    <a:pt x="171516" y="343027"/>
                  </a:lnTo>
                  <a:lnTo>
                    <a:pt x="171512" y="343486"/>
                  </a:lnTo>
                  <a:lnTo>
                    <a:pt x="171755" y="343900"/>
                  </a:lnTo>
                  <a:lnTo>
                    <a:pt x="171660" y="344349"/>
                  </a:lnTo>
                  <a:lnTo>
                    <a:pt x="171248" y="344775"/>
                  </a:lnTo>
                  <a:lnTo>
                    <a:pt x="171104" y="344868"/>
                  </a:lnTo>
                  <a:lnTo>
                    <a:pt x="170892" y="344876"/>
                  </a:lnTo>
                  <a:lnTo>
                    <a:pt x="170343" y="345128"/>
                  </a:lnTo>
                  <a:lnTo>
                    <a:pt x="169956" y="345086"/>
                  </a:lnTo>
                  <a:lnTo>
                    <a:pt x="169962" y="345469"/>
                  </a:lnTo>
                  <a:lnTo>
                    <a:pt x="169542" y="345766"/>
                  </a:lnTo>
                  <a:lnTo>
                    <a:pt x="169238" y="345901"/>
                  </a:lnTo>
                  <a:lnTo>
                    <a:pt x="169103" y="346006"/>
                  </a:lnTo>
                  <a:lnTo>
                    <a:pt x="168933" y="346040"/>
                  </a:lnTo>
                  <a:lnTo>
                    <a:pt x="168677" y="345889"/>
                  </a:lnTo>
                  <a:lnTo>
                    <a:pt x="168525" y="345919"/>
                  </a:lnTo>
                  <a:lnTo>
                    <a:pt x="168073" y="346009"/>
                  </a:lnTo>
                  <a:lnTo>
                    <a:pt x="167746" y="346049"/>
                  </a:lnTo>
                  <a:lnTo>
                    <a:pt x="167429" y="345886"/>
                  </a:lnTo>
                  <a:lnTo>
                    <a:pt x="167195" y="345916"/>
                  </a:lnTo>
                  <a:lnTo>
                    <a:pt x="166820" y="345990"/>
                  </a:lnTo>
                  <a:lnTo>
                    <a:pt x="166634" y="345891"/>
                  </a:lnTo>
                  <a:lnTo>
                    <a:pt x="166330" y="345808"/>
                  </a:lnTo>
                  <a:lnTo>
                    <a:pt x="166160" y="345714"/>
                  </a:lnTo>
                  <a:lnTo>
                    <a:pt x="166089" y="345996"/>
                  </a:lnTo>
                  <a:lnTo>
                    <a:pt x="166241" y="346222"/>
                  </a:lnTo>
                  <a:lnTo>
                    <a:pt x="166058" y="346460"/>
                  </a:lnTo>
                  <a:lnTo>
                    <a:pt x="165424" y="346855"/>
                  </a:lnTo>
                  <a:lnTo>
                    <a:pt x="165260" y="346921"/>
                  </a:lnTo>
                  <a:lnTo>
                    <a:pt x="164869" y="347121"/>
                  </a:lnTo>
                  <a:lnTo>
                    <a:pt x="164727" y="347477"/>
                  </a:lnTo>
                  <a:lnTo>
                    <a:pt x="164774" y="347608"/>
                  </a:lnTo>
                  <a:lnTo>
                    <a:pt x="164534" y="347858"/>
                  </a:lnTo>
                  <a:lnTo>
                    <a:pt x="164310" y="347910"/>
                  </a:lnTo>
                  <a:lnTo>
                    <a:pt x="163795" y="347771"/>
                  </a:lnTo>
                  <a:lnTo>
                    <a:pt x="163574" y="347512"/>
                  </a:lnTo>
                  <a:lnTo>
                    <a:pt x="163168" y="347241"/>
                  </a:lnTo>
                  <a:lnTo>
                    <a:pt x="162704" y="346787"/>
                  </a:lnTo>
                  <a:lnTo>
                    <a:pt x="162343" y="346490"/>
                  </a:lnTo>
                  <a:lnTo>
                    <a:pt x="162413" y="346019"/>
                  </a:lnTo>
                  <a:lnTo>
                    <a:pt x="162347" y="345338"/>
                  </a:lnTo>
                  <a:lnTo>
                    <a:pt x="162264" y="345091"/>
                  </a:lnTo>
                  <a:lnTo>
                    <a:pt x="162391" y="344872"/>
                  </a:lnTo>
                  <a:lnTo>
                    <a:pt x="162256" y="344094"/>
                  </a:lnTo>
                  <a:lnTo>
                    <a:pt x="161907" y="344000"/>
                  </a:lnTo>
                  <a:lnTo>
                    <a:pt x="161983" y="343753"/>
                  </a:lnTo>
                  <a:lnTo>
                    <a:pt x="162261" y="343549"/>
                  </a:lnTo>
                  <a:lnTo>
                    <a:pt x="162495" y="343358"/>
                  </a:lnTo>
                  <a:lnTo>
                    <a:pt x="162734" y="343046"/>
                  </a:lnTo>
                  <a:lnTo>
                    <a:pt x="162812" y="342844"/>
                  </a:lnTo>
                  <a:lnTo>
                    <a:pt x="162615" y="342835"/>
                  </a:lnTo>
                  <a:lnTo>
                    <a:pt x="162331" y="342657"/>
                  </a:lnTo>
                  <a:lnTo>
                    <a:pt x="161951" y="342548"/>
                  </a:lnTo>
                  <a:lnTo>
                    <a:pt x="161997" y="342713"/>
                  </a:lnTo>
                  <a:lnTo>
                    <a:pt x="161966" y="342907"/>
                  </a:lnTo>
                  <a:lnTo>
                    <a:pt x="161837" y="343240"/>
                  </a:lnTo>
                  <a:lnTo>
                    <a:pt x="161504" y="343608"/>
                  </a:lnTo>
                  <a:lnTo>
                    <a:pt x="161363" y="343332"/>
                  </a:lnTo>
                  <a:lnTo>
                    <a:pt x="160764" y="343256"/>
                  </a:lnTo>
                  <a:lnTo>
                    <a:pt x="160926" y="343364"/>
                  </a:lnTo>
                  <a:lnTo>
                    <a:pt x="160650" y="343728"/>
                  </a:lnTo>
                  <a:lnTo>
                    <a:pt x="160531" y="343987"/>
                  </a:lnTo>
                  <a:lnTo>
                    <a:pt x="160494" y="344219"/>
                  </a:lnTo>
                  <a:lnTo>
                    <a:pt x="160379" y="344492"/>
                  </a:lnTo>
                  <a:lnTo>
                    <a:pt x="160172" y="344814"/>
                  </a:lnTo>
                  <a:lnTo>
                    <a:pt x="159854" y="345189"/>
                  </a:lnTo>
                  <a:lnTo>
                    <a:pt x="159725" y="345341"/>
                  </a:lnTo>
                  <a:lnTo>
                    <a:pt x="159337" y="345739"/>
                  </a:lnTo>
                  <a:lnTo>
                    <a:pt x="159207" y="345944"/>
                  </a:lnTo>
                  <a:lnTo>
                    <a:pt x="159123" y="346203"/>
                  </a:lnTo>
                  <a:lnTo>
                    <a:pt x="158785" y="346597"/>
                  </a:lnTo>
                  <a:lnTo>
                    <a:pt x="158289" y="346517"/>
                  </a:lnTo>
                  <a:lnTo>
                    <a:pt x="157605" y="346394"/>
                  </a:lnTo>
                  <a:lnTo>
                    <a:pt x="157409" y="346738"/>
                  </a:lnTo>
                  <a:lnTo>
                    <a:pt x="157181" y="347080"/>
                  </a:lnTo>
                  <a:lnTo>
                    <a:pt x="156942" y="347010"/>
                  </a:lnTo>
                  <a:lnTo>
                    <a:pt x="156148" y="347220"/>
                  </a:lnTo>
                  <a:lnTo>
                    <a:pt x="156147" y="347457"/>
                  </a:lnTo>
                  <a:lnTo>
                    <a:pt x="156145" y="347680"/>
                  </a:lnTo>
                  <a:lnTo>
                    <a:pt x="156144" y="347853"/>
                  </a:lnTo>
                  <a:lnTo>
                    <a:pt x="156254" y="347989"/>
                  </a:lnTo>
                  <a:lnTo>
                    <a:pt x="156862" y="347992"/>
                  </a:lnTo>
                  <a:lnTo>
                    <a:pt x="157574" y="349339"/>
                  </a:lnTo>
                  <a:lnTo>
                    <a:pt x="157154" y="349664"/>
                  </a:lnTo>
                  <a:lnTo>
                    <a:pt x="156750" y="350097"/>
                  </a:lnTo>
                  <a:lnTo>
                    <a:pt x="156326" y="350648"/>
                  </a:lnTo>
                  <a:lnTo>
                    <a:pt x="156297" y="350839"/>
                  </a:lnTo>
                  <a:lnTo>
                    <a:pt x="156319" y="351027"/>
                  </a:lnTo>
                  <a:lnTo>
                    <a:pt x="156520" y="351388"/>
                  </a:lnTo>
                  <a:lnTo>
                    <a:pt x="156619" y="351787"/>
                  </a:lnTo>
                  <a:lnTo>
                    <a:pt x="156622" y="352073"/>
                  </a:lnTo>
                  <a:lnTo>
                    <a:pt x="155999" y="352036"/>
                  </a:lnTo>
                  <a:lnTo>
                    <a:pt x="155785" y="351912"/>
                  </a:lnTo>
                  <a:lnTo>
                    <a:pt x="154023" y="351503"/>
                  </a:lnTo>
                  <a:lnTo>
                    <a:pt x="153469" y="351374"/>
                  </a:lnTo>
                  <a:lnTo>
                    <a:pt x="153204" y="351230"/>
                  </a:lnTo>
                  <a:lnTo>
                    <a:pt x="153246" y="351016"/>
                  </a:lnTo>
                  <a:lnTo>
                    <a:pt x="153108" y="350977"/>
                  </a:lnTo>
                  <a:lnTo>
                    <a:pt x="152961" y="350935"/>
                  </a:lnTo>
                  <a:lnTo>
                    <a:pt x="152000" y="350556"/>
                  </a:lnTo>
                  <a:lnTo>
                    <a:pt x="151720" y="350436"/>
                  </a:lnTo>
                  <a:lnTo>
                    <a:pt x="151239" y="350616"/>
                  </a:lnTo>
                  <a:lnTo>
                    <a:pt x="151406" y="350902"/>
                  </a:lnTo>
                  <a:lnTo>
                    <a:pt x="151688" y="351221"/>
                  </a:lnTo>
                  <a:lnTo>
                    <a:pt x="151666" y="351357"/>
                  </a:lnTo>
                  <a:lnTo>
                    <a:pt x="151513" y="351761"/>
                  </a:lnTo>
                  <a:lnTo>
                    <a:pt x="151188" y="352340"/>
                  </a:lnTo>
                  <a:lnTo>
                    <a:pt x="150960" y="352419"/>
                  </a:lnTo>
                  <a:lnTo>
                    <a:pt x="150628" y="352397"/>
                  </a:lnTo>
                  <a:lnTo>
                    <a:pt x="150369" y="352607"/>
                  </a:lnTo>
                  <a:lnTo>
                    <a:pt x="150589" y="352608"/>
                  </a:lnTo>
                  <a:lnTo>
                    <a:pt x="150964" y="352857"/>
                  </a:lnTo>
                  <a:lnTo>
                    <a:pt x="151396" y="353377"/>
                  </a:lnTo>
                  <a:lnTo>
                    <a:pt x="151266" y="353423"/>
                  </a:lnTo>
                  <a:lnTo>
                    <a:pt x="150987" y="353426"/>
                  </a:lnTo>
                  <a:lnTo>
                    <a:pt x="150715" y="353378"/>
                  </a:lnTo>
                  <a:lnTo>
                    <a:pt x="150932" y="353603"/>
                  </a:lnTo>
                  <a:lnTo>
                    <a:pt x="151223" y="353915"/>
                  </a:lnTo>
                  <a:lnTo>
                    <a:pt x="151400" y="354140"/>
                  </a:lnTo>
                  <a:lnTo>
                    <a:pt x="151965" y="354124"/>
                  </a:lnTo>
                  <a:lnTo>
                    <a:pt x="152582" y="354029"/>
                  </a:lnTo>
                  <a:lnTo>
                    <a:pt x="152883" y="354062"/>
                  </a:lnTo>
                  <a:lnTo>
                    <a:pt x="153087" y="354052"/>
                  </a:lnTo>
                  <a:lnTo>
                    <a:pt x="153241" y="354022"/>
                  </a:lnTo>
                  <a:lnTo>
                    <a:pt x="153478" y="353885"/>
                  </a:lnTo>
                  <a:lnTo>
                    <a:pt x="154265" y="353825"/>
                  </a:lnTo>
                  <a:lnTo>
                    <a:pt x="154467" y="353714"/>
                  </a:lnTo>
                  <a:lnTo>
                    <a:pt x="154715" y="353545"/>
                  </a:lnTo>
                  <a:lnTo>
                    <a:pt x="154866" y="353460"/>
                  </a:lnTo>
                  <a:lnTo>
                    <a:pt x="155265" y="353313"/>
                  </a:lnTo>
                  <a:lnTo>
                    <a:pt x="155681" y="353197"/>
                  </a:lnTo>
                  <a:lnTo>
                    <a:pt x="156414" y="353293"/>
                  </a:lnTo>
                  <a:lnTo>
                    <a:pt x="156943" y="353323"/>
                  </a:lnTo>
                  <a:lnTo>
                    <a:pt x="157404" y="353409"/>
                  </a:lnTo>
                  <a:lnTo>
                    <a:pt x="157630" y="353576"/>
                  </a:lnTo>
                  <a:lnTo>
                    <a:pt x="157689" y="353817"/>
                  </a:lnTo>
                  <a:lnTo>
                    <a:pt x="157600" y="354272"/>
                  </a:lnTo>
                  <a:lnTo>
                    <a:pt x="157357" y="354379"/>
                  </a:lnTo>
                  <a:lnTo>
                    <a:pt x="157008" y="354547"/>
                  </a:lnTo>
                  <a:lnTo>
                    <a:pt x="156989" y="354712"/>
                  </a:lnTo>
                  <a:lnTo>
                    <a:pt x="157036" y="355081"/>
                  </a:lnTo>
                  <a:lnTo>
                    <a:pt x="157119" y="355827"/>
                  </a:lnTo>
                  <a:lnTo>
                    <a:pt x="157984" y="355746"/>
                  </a:lnTo>
                  <a:lnTo>
                    <a:pt x="158171" y="355646"/>
                  </a:lnTo>
                  <a:lnTo>
                    <a:pt x="158416" y="355626"/>
                  </a:lnTo>
                  <a:lnTo>
                    <a:pt x="158676" y="355647"/>
                  </a:lnTo>
                  <a:lnTo>
                    <a:pt x="158864" y="355771"/>
                  </a:lnTo>
                  <a:lnTo>
                    <a:pt x="159127" y="356069"/>
                  </a:lnTo>
                  <a:lnTo>
                    <a:pt x="159101" y="356348"/>
                  </a:lnTo>
                  <a:lnTo>
                    <a:pt x="159311" y="356648"/>
                  </a:lnTo>
                  <a:lnTo>
                    <a:pt x="159460" y="356902"/>
                  </a:lnTo>
                  <a:lnTo>
                    <a:pt x="159402" y="357266"/>
                  </a:lnTo>
                  <a:lnTo>
                    <a:pt x="159498" y="357566"/>
                  </a:lnTo>
                  <a:lnTo>
                    <a:pt x="159930" y="357711"/>
                  </a:lnTo>
                  <a:lnTo>
                    <a:pt x="160172" y="357913"/>
                  </a:lnTo>
                  <a:lnTo>
                    <a:pt x="159826" y="358277"/>
                  </a:lnTo>
                  <a:lnTo>
                    <a:pt x="159840" y="358643"/>
                  </a:lnTo>
                  <a:lnTo>
                    <a:pt x="159886" y="358778"/>
                  </a:lnTo>
                  <a:lnTo>
                    <a:pt x="160019" y="359035"/>
                  </a:lnTo>
                  <a:lnTo>
                    <a:pt x="160231" y="359243"/>
                  </a:lnTo>
                  <a:lnTo>
                    <a:pt x="160420" y="359578"/>
                  </a:lnTo>
                  <a:lnTo>
                    <a:pt x="160186" y="359840"/>
                  </a:lnTo>
                  <a:lnTo>
                    <a:pt x="159931" y="359664"/>
                  </a:lnTo>
                  <a:lnTo>
                    <a:pt x="159697" y="359555"/>
                  </a:lnTo>
                  <a:lnTo>
                    <a:pt x="159270" y="359721"/>
                  </a:lnTo>
                  <a:lnTo>
                    <a:pt x="158950" y="359995"/>
                  </a:lnTo>
                  <a:lnTo>
                    <a:pt x="158843" y="360164"/>
                  </a:lnTo>
                  <a:lnTo>
                    <a:pt x="158710" y="360427"/>
                  </a:lnTo>
                  <a:lnTo>
                    <a:pt x="158577" y="360338"/>
                  </a:lnTo>
                  <a:lnTo>
                    <a:pt x="158249" y="360190"/>
                  </a:lnTo>
                  <a:lnTo>
                    <a:pt x="158069" y="360221"/>
                  </a:lnTo>
                  <a:lnTo>
                    <a:pt x="157682" y="360371"/>
                  </a:lnTo>
                  <a:lnTo>
                    <a:pt x="157517" y="360506"/>
                  </a:lnTo>
                  <a:lnTo>
                    <a:pt x="157351" y="360714"/>
                  </a:lnTo>
                  <a:lnTo>
                    <a:pt x="157260" y="360930"/>
                  </a:lnTo>
                  <a:lnTo>
                    <a:pt x="156713" y="361267"/>
                  </a:lnTo>
                  <a:lnTo>
                    <a:pt x="156617" y="361587"/>
                  </a:lnTo>
                  <a:lnTo>
                    <a:pt x="156266" y="361862"/>
                  </a:lnTo>
                  <a:lnTo>
                    <a:pt x="155974" y="362068"/>
                  </a:lnTo>
                  <a:lnTo>
                    <a:pt x="155861" y="362326"/>
                  </a:lnTo>
                  <a:lnTo>
                    <a:pt x="155455" y="362317"/>
                  </a:lnTo>
                  <a:lnTo>
                    <a:pt x="155263" y="362415"/>
                  </a:lnTo>
                  <a:lnTo>
                    <a:pt x="155023" y="362676"/>
                  </a:lnTo>
                  <a:lnTo>
                    <a:pt x="154965" y="363078"/>
                  </a:lnTo>
                  <a:lnTo>
                    <a:pt x="154560" y="363235"/>
                  </a:lnTo>
                  <a:lnTo>
                    <a:pt x="154423" y="363428"/>
                  </a:lnTo>
                  <a:lnTo>
                    <a:pt x="154341" y="363688"/>
                  </a:lnTo>
                  <a:lnTo>
                    <a:pt x="154299" y="363966"/>
                  </a:lnTo>
                  <a:lnTo>
                    <a:pt x="154302" y="364329"/>
                  </a:lnTo>
                  <a:lnTo>
                    <a:pt x="153736" y="364634"/>
                  </a:lnTo>
                  <a:lnTo>
                    <a:pt x="153692" y="364427"/>
                  </a:lnTo>
                  <a:lnTo>
                    <a:pt x="153785" y="364204"/>
                  </a:lnTo>
                  <a:lnTo>
                    <a:pt x="153850" y="363953"/>
                  </a:lnTo>
                  <a:lnTo>
                    <a:pt x="153780" y="363661"/>
                  </a:lnTo>
                  <a:lnTo>
                    <a:pt x="153962" y="363346"/>
                  </a:lnTo>
                  <a:lnTo>
                    <a:pt x="154091" y="363083"/>
                  </a:lnTo>
                  <a:lnTo>
                    <a:pt x="153810" y="363118"/>
                  </a:lnTo>
                  <a:lnTo>
                    <a:pt x="153595" y="363429"/>
                  </a:lnTo>
                  <a:lnTo>
                    <a:pt x="153555" y="363165"/>
                  </a:lnTo>
                  <a:lnTo>
                    <a:pt x="153576" y="362937"/>
                  </a:lnTo>
                  <a:lnTo>
                    <a:pt x="153348" y="362847"/>
                  </a:lnTo>
                  <a:lnTo>
                    <a:pt x="153301" y="362402"/>
                  </a:lnTo>
                  <a:lnTo>
                    <a:pt x="152958" y="362486"/>
                  </a:lnTo>
                  <a:lnTo>
                    <a:pt x="152919" y="362956"/>
                  </a:lnTo>
                  <a:lnTo>
                    <a:pt x="153141" y="363241"/>
                  </a:lnTo>
                  <a:lnTo>
                    <a:pt x="153523" y="363626"/>
                  </a:lnTo>
                  <a:lnTo>
                    <a:pt x="153396" y="363884"/>
                  </a:lnTo>
                  <a:lnTo>
                    <a:pt x="153038" y="363763"/>
                  </a:lnTo>
                  <a:lnTo>
                    <a:pt x="152746" y="363274"/>
                  </a:lnTo>
                  <a:lnTo>
                    <a:pt x="152692" y="363598"/>
                  </a:lnTo>
                  <a:lnTo>
                    <a:pt x="152408" y="363495"/>
                  </a:lnTo>
                  <a:lnTo>
                    <a:pt x="152909" y="364020"/>
                  </a:lnTo>
                  <a:lnTo>
                    <a:pt x="153155" y="364159"/>
                  </a:lnTo>
                  <a:lnTo>
                    <a:pt x="153334" y="364161"/>
                  </a:lnTo>
                  <a:lnTo>
                    <a:pt x="153191" y="364336"/>
                  </a:lnTo>
                  <a:lnTo>
                    <a:pt x="153046" y="364455"/>
                  </a:lnTo>
                  <a:lnTo>
                    <a:pt x="152950" y="364709"/>
                  </a:lnTo>
                  <a:lnTo>
                    <a:pt x="152813" y="364934"/>
                  </a:lnTo>
                  <a:lnTo>
                    <a:pt x="152481" y="365297"/>
                  </a:lnTo>
                  <a:lnTo>
                    <a:pt x="152361" y="365652"/>
                  </a:lnTo>
                  <a:lnTo>
                    <a:pt x="152159" y="366076"/>
                  </a:lnTo>
                  <a:lnTo>
                    <a:pt x="151971" y="366021"/>
                  </a:lnTo>
                  <a:lnTo>
                    <a:pt x="151729" y="366116"/>
                  </a:lnTo>
                  <a:lnTo>
                    <a:pt x="151588" y="366241"/>
                  </a:lnTo>
                  <a:lnTo>
                    <a:pt x="151490" y="366386"/>
                  </a:lnTo>
                  <a:lnTo>
                    <a:pt x="151253" y="366851"/>
                  </a:lnTo>
                  <a:lnTo>
                    <a:pt x="151094" y="367358"/>
                  </a:lnTo>
                  <a:lnTo>
                    <a:pt x="151051" y="367580"/>
                  </a:lnTo>
                  <a:lnTo>
                    <a:pt x="151021" y="368276"/>
                  </a:lnTo>
                  <a:lnTo>
                    <a:pt x="151044" y="369042"/>
                  </a:lnTo>
                  <a:lnTo>
                    <a:pt x="151062" y="369278"/>
                  </a:lnTo>
                  <a:lnTo>
                    <a:pt x="151203" y="369697"/>
                  </a:lnTo>
                  <a:lnTo>
                    <a:pt x="151111" y="369875"/>
                  </a:lnTo>
                  <a:lnTo>
                    <a:pt x="150959" y="370071"/>
                  </a:lnTo>
                  <a:lnTo>
                    <a:pt x="150816" y="370171"/>
                  </a:lnTo>
                  <a:lnTo>
                    <a:pt x="150606" y="370029"/>
                  </a:lnTo>
                  <a:lnTo>
                    <a:pt x="150430" y="369972"/>
                  </a:lnTo>
                  <a:lnTo>
                    <a:pt x="150212" y="369982"/>
                  </a:lnTo>
                  <a:lnTo>
                    <a:pt x="150166" y="369827"/>
                  </a:lnTo>
                  <a:lnTo>
                    <a:pt x="149667" y="369912"/>
                  </a:lnTo>
                  <a:lnTo>
                    <a:pt x="149238" y="370015"/>
                  </a:lnTo>
                  <a:lnTo>
                    <a:pt x="148928" y="370207"/>
                  </a:lnTo>
                  <a:lnTo>
                    <a:pt x="148670" y="370455"/>
                  </a:lnTo>
                  <a:lnTo>
                    <a:pt x="148455" y="370735"/>
                  </a:lnTo>
                  <a:lnTo>
                    <a:pt x="147981" y="371252"/>
                  </a:lnTo>
                  <a:lnTo>
                    <a:pt x="147793" y="371292"/>
                  </a:lnTo>
                  <a:lnTo>
                    <a:pt x="147453" y="371612"/>
                  </a:lnTo>
                  <a:lnTo>
                    <a:pt x="147306" y="371899"/>
                  </a:lnTo>
                  <a:lnTo>
                    <a:pt x="147256" y="372045"/>
                  </a:lnTo>
                  <a:lnTo>
                    <a:pt x="147206" y="372259"/>
                  </a:lnTo>
                  <a:lnTo>
                    <a:pt x="147178" y="372411"/>
                  </a:lnTo>
                  <a:lnTo>
                    <a:pt x="147142" y="372761"/>
                  </a:lnTo>
                  <a:lnTo>
                    <a:pt x="147086" y="373175"/>
                  </a:lnTo>
                  <a:lnTo>
                    <a:pt x="146302" y="373304"/>
                  </a:lnTo>
                  <a:lnTo>
                    <a:pt x="146183" y="373653"/>
                  </a:lnTo>
                  <a:lnTo>
                    <a:pt x="146135" y="373883"/>
                  </a:lnTo>
                  <a:lnTo>
                    <a:pt x="146083" y="374243"/>
                  </a:lnTo>
                  <a:lnTo>
                    <a:pt x="146019" y="374512"/>
                  </a:lnTo>
                  <a:lnTo>
                    <a:pt x="146043" y="374748"/>
                  </a:lnTo>
                  <a:lnTo>
                    <a:pt x="145875" y="375030"/>
                  </a:lnTo>
                  <a:lnTo>
                    <a:pt x="145484" y="375203"/>
                  </a:lnTo>
                  <a:lnTo>
                    <a:pt x="145299" y="375472"/>
                  </a:lnTo>
                  <a:lnTo>
                    <a:pt x="145085" y="375527"/>
                  </a:lnTo>
                  <a:lnTo>
                    <a:pt x="144941" y="375146"/>
                  </a:lnTo>
                  <a:lnTo>
                    <a:pt x="144968" y="374942"/>
                  </a:lnTo>
                  <a:lnTo>
                    <a:pt x="144677" y="374092"/>
                  </a:lnTo>
                  <a:lnTo>
                    <a:pt x="144917" y="373987"/>
                  </a:lnTo>
                  <a:lnTo>
                    <a:pt x="145286" y="373697"/>
                  </a:lnTo>
                  <a:lnTo>
                    <a:pt x="145556" y="373283"/>
                  </a:lnTo>
                  <a:lnTo>
                    <a:pt x="145794" y="372976"/>
                  </a:lnTo>
                  <a:lnTo>
                    <a:pt x="145956" y="372647"/>
                  </a:lnTo>
                  <a:lnTo>
                    <a:pt x="145986" y="372411"/>
                  </a:lnTo>
                  <a:lnTo>
                    <a:pt x="146014" y="372210"/>
                  </a:lnTo>
                  <a:lnTo>
                    <a:pt x="146679" y="371818"/>
                  </a:lnTo>
                  <a:lnTo>
                    <a:pt x="146823" y="371629"/>
                  </a:lnTo>
                  <a:lnTo>
                    <a:pt x="146141" y="371332"/>
                  </a:lnTo>
                  <a:lnTo>
                    <a:pt x="146190" y="371146"/>
                  </a:lnTo>
                  <a:lnTo>
                    <a:pt x="145934" y="370947"/>
                  </a:lnTo>
                  <a:lnTo>
                    <a:pt x="145637" y="370607"/>
                  </a:lnTo>
                  <a:lnTo>
                    <a:pt x="145674" y="370389"/>
                  </a:lnTo>
                  <a:lnTo>
                    <a:pt x="145722" y="370241"/>
                  </a:lnTo>
                  <a:lnTo>
                    <a:pt x="145936" y="370012"/>
                  </a:lnTo>
                  <a:lnTo>
                    <a:pt x="145852" y="369923"/>
                  </a:lnTo>
                  <a:lnTo>
                    <a:pt x="145629" y="370182"/>
                  </a:lnTo>
                  <a:lnTo>
                    <a:pt x="145495" y="370381"/>
                  </a:lnTo>
                  <a:lnTo>
                    <a:pt x="145511" y="370732"/>
                  </a:lnTo>
                  <a:lnTo>
                    <a:pt x="145121" y="370942"/>
                  </a:lnTo>
                  <a:lnTo>
                    <a:pt x="144996" y="370712"/>
                  </a:lnTo>
                  <a:lnTo>
                    <a:pt x="144494" y="370324"/>
                  </a:lnTo>
                  <a:lnTo>
                    <a:pt x="144110" y="370125"/>
                  </a:lnTo>
                  <a:lnTo>
                    <a:pt x="143975" y="370045"/>
                  </a:lnTo>
                  <a:lnTo>
                    <a:pt x="143890" y="369879"/>
                  </a:lnTo>
                  <a:lnTo>
                    <a:pt x="143550" y="369397"/>
                  </a:lnTo>
                  <a:lnTo>
                    <a:pt x="143417" y="369607"/>
                  </a:lnTo>
                  <a:lnTo>
                    <a:pt x="143673" y="369507"/>
                  </a:lnTo>
                  <a:lnTo>
                    <a:pt x="143737" y="369732"/>
                  </a:lnTo>
                  <a:lnTo>
                    <a:pt x="143764" y="369949"/>
                  </a:lnTo>
                  <a:lnTo>
                    <a:pt x="143873" y="370126"/>
                  </a:lnTo>
                  <a:lnTo>
                    <a:pt x="143906" y="370371"/>
                  </a:lnTo>
                  <a:lnTo>
                    <a:pt x="143717" y="370734"/>
                  </a:lnTo>
                  <a:lnTo>
                    <a:pt x="143326" y="371253"/>
                  </a:lnTo>
                  <a:lnTo>
                    <a:pt x="143111" y="371839"/>
                  </a:lnTo>
                  <a:lnTo>
                    <a:pt x="143080" y="371974"/>
                  </a:lnTo>
                  <a:lnTo>
                    <a:pt x="143069" y="372151"/>
                  </a:lnTo>
                  <a:lnTo>
                    <a:pt x="143325" y="372516"/>
                  </a:lnTo>
                  <a:lnTo>
                    <a:pt x="143459" y="372887"/>
                  </a:lnTo>
                  <a:lnTo>
                    <a:pt x="143563" y="373075"/>
                  </a:lnTo>
                  <a:lnTo>
                    <a:pt x="143683" y="373316"/>
                  </a:lnTo>
                  <a:lnTo>
                    <a:pt x="143592" y="373579"/>
                  </a:lnTo>
                  <a:lnTo>
                    <a:pt x="142952" y="373850"/>
                  </a:lnTo>
                  <a:lnTo>
                    <a:pt x="142684" y="374022"/>
                  </a:lnTo>
                  <a:lnTo>
                    <a:pt x="142428" y="374241"/>
                  </a:lnTo>
                  <a:lnTo>
                    <a:pt x="142206" y="374461"/>
                  </a:lnTo>
                  <a:lnTo>
                    <a:pt x="141625" y="374945"/>
                  </a:lnTo>
                  <a:lnTo>
                    <a:pt x="141499" y="375116"/>
                  </a:lnTo>
                  <a:lnTo>
                    <a:pt x="141207" y="375585"/>
                  </a:lnTo>
                  <a:lnTo>
                    <a:pt x="141026" y="375925"/>
                  </a:lnTo>
                  <a:lnTo>
                    <a:pt x="140923" y="376157"/>
                  </a:lnTo>
                  <a:lnTo>
                    <a:pt x="140806" y="376504"/>
                  </a:lnTo>
                  <a:lnTo>
                    <a:pt x="140697" y="376892"/>
                  </a:lnTo>
                  <a:lnTo>
                    <a:pt x="140625" y="377233"/>
                  </a:lnTo>
                  <a:lnTo>
                    <a:pt x="140543" y="377709"/>
                  </a:lnTo>
                  <a:lnTo>
                    <a:pt x="140514" y="378311"/>
                  </a:lnTo>
                  <a:lnTo>
                    <a:pt x="140497" y="378516"/>
                  </a:lnTo>
                  <a:lnTo>
                    <a:pt x="140505" y="378858"/>
                  </a:lnTo>
                  <a:lnTo>
                    <a:pt x="140532" y="379108"/>
                  </a:lnTo>
                  <a:lnTo>
                    <a:pt x="140567" y="379375"/>
                  </a:lnTo>
                  <a:lnTo>
                    <a:pt x="140588" y="379514"/>
                  </a:lnTo>
                  <a:lnTo>
                    <a:pt x="140634" y="379676"/>
                  </a:lnTo>
                  <a:lnTo>
                    <a:pt x="140698" y="379848"/>
                  </a:lnTo>
                  <a:lnTo>
                    <a:pt x="140797" y="380055"/>
                  </a:lnTo>
                  <a:lnTo>
                    <a:pt x="141173" y="380437"/>
                  </a:lnTo>
                  <a:lnTo>
                    <a:pt x="141033" y="380637"/>
                  </a:lnTo>
                  <a:lnTo>
                    <a:pt x="140780" y="380868"/>
                  </a:lnTo>
                  <a:lnTo>
                    <a:pt x="140551" y="381165"/>
                  </a:lnTo>
                  <a:lnTo>
                    <a:pt x="140047" y="382007"/>
                  </a:lnTo>
                  <a:lnTo>
                    <a:pt x="140014" y="382280"/>
                  </a:lnTo>
                  <a:lnTo>
                    <a:pt x="139880" y="382506"/>
                  </a:lnTo>
                  <a:lnTo>
                    <a:pt x="139426" y="382677"/>
                  </a:lnTo>
                  <a:lnTo>
                    <a:pt x="139328" y="382990"/>
                  </a:lnTo>
                  <a:lnTo>
                    <a:pt x="139213" y="383699"/>
                  </a:lnTo>
                  <a:lnTo>
                    <a:pt x="138922" y="383609"/>
                  </a:lnTo>
                  <a:lnTo>
                    <a:pt x="138983" y="383021"/>
                  </a:lnTo>
                  <a:lnTo>
                    <a:pt x="139007" y="382697"/>
                  </a:lnTo>
                  <a:lnTo>
                    <a:pt x="139153" y="382678"/>
                  </a:lnTo>
                  <a:lnTo>
                    <a:pt x="139418" y="382553"/>
                  </a:lnTo>
                  <a:lnTo>
                    <a:pt x="139441" y="381959"/>
                  </a:lnTo>
                  <a:lnTo>
                    <a:pt x="139111" y="381441"/>
                  </a:lnTo>
                  <a:lnTo>
                    <a:pt x="139263" y="380987"/>
                  </a:lnTo>
                  <a:lnTo>
                    <a:pt x="139504" y="380691"/>
                  </a:lnTo>
                  <a:lnTo>
                    <a:pt x="140014" y="380137"/>
                  </a:lnTo>
                  <a:lnTo>
                    <a:pt x="140041" y="379987"/>
                  </a:lnTo>
                  <a:lnTo>
                    <a:pt x="140107" y="379476"/>
                  </a:lnTo>
                  <a:lnTo>
                    <a:pt x="140113" y="379176"/>
                  </a:lnTo>
                  <a:lnTo>
                    <a:pt x="139787" y="378087"/>
                  </a:lnTo>
                  <a:lnTo>
                    <a:pt x="139539" y="377601"/>
                  </a:lnTo>
                  <a:lnTo>
                    <a:pt x="139708" y="377385"/>
                  </a:lnTo>
                  <a:lnTo>
                    <a:pt x="139441" y="377054"/>
                  </a:lnTo>
                  <a:lnTo>
                    <a:pt x="139139" y="376675"/>
                  </a:lnTo>
                  <a:lnTo>
                    <a:pt x="138723" y="376646"/>
                  </a:lnTo>
                  <a:lnTo>
                    <a:pt x="138384" y="376301"/>
                  </a:lnTo>
                  <a:lnTo>
                    <a:pt x="138545" y="376057"/>
                  </a:lnTo>
                  <a:lnTo>
                    <a:pt x="138246" y="375787"/>
                  </a:lnTo>
                  <a:lnTo>
                    <a:pt x="138220" y="376063"/>
                  </a:lnTo>
                  <a:lnTo>
                    <a:pt x="137984" y="375970"/>
                  </a:lnTo>
                  <a:lnTo>
                    <a:pt x="137555" y="375499"/>
                  </a:lnTo>
                  <a:lnTo>
                    <a:pt x="137306" y="375474"/>
                  </a:lnTo>
                  <a:lnTo>
                    <a:pt x="136886" y="375359"/>
                  </a:lnTo>
                  <a:lnTo>
                    <a:pt x="136607" y="375212"/>
                  </a:lnTo>
                  <a:lnTo>
                    <a:pt x="136101" y="374988"/>
                  </a:lnTo>
                  <a:lnTo>
                    <a:pt x="135801" y="374846"/>
                  </a:lnTo>
                  <a:lnTo>
                    <a:pt x="135395" y="374928"/>
                  </a:lnTo>
                  <a:lnTo>
                    <a:pt x="135247" y="374860"/>
                  </a:lnTo>
                  <a:lnTo>
                    <a:pt x="135026" y="374888"/>
                  </a:lnTo>
                  <a:lnTo>
                    <a:pt x="134604" y="374859"/>
                  </a:lnTo>
                  <a:lnTo>
                    <a:pt x="134429" y="374830"/>
                  </a:lnTo>
                  <a:lnTo>
                    <a:pt x="134116" y="374705"/>
                  </a:lnTo>
                  <a:lnTo>
                    <a:pt x="133694" y="374237"/>
                  </a:lnTo>
                  <a:lnTo>
                    <a:pt x="133557" y="374102"/>
                  </a:lnTo>
                  <a:lnTo>
                    <a:pt x="132947" y="373866"/>
                  </a:lnTo>
                  <a:lnTo>
                    <a:pt x="132104" y="373994"/>
                  </a:lnTo>
                  <a:lnTo>
                    <a:pt x="131916" y="374284"/>
                  </a:lnTo>
                  <a:lnTo>
                    <a:pt x="132389" y="374420"/>
                  </a:lnTo>
                  <a:lnTo>
                    <a:pt x="132547" y="374903"/>
                  </a:lnTo>
                  <a:lnTo>
                    <a:pt x="132692" y="374987"/>
                  </a:lnTo>
                  <a:lnTo>
                    <a:pt x="132984" y="375122"/>
                  </a:lnTo>
                  <a:lnTo>
                    <a:pt x="133241" y="375186"/>
                  </a:lnTo>
                  <a:lnTo>
                    <a:pt x="133377" y="375215"/>
                  </a:lnTo>
                  <a:lnTo>
                    <a:pt x="133764" y="375280"/>
                  </a:lnTo>
                  <a:lnTo>
                    <a:pt x="134007" y="375292"/>
                  </a:lnTo>
                  <a:lnTo>
                    <a:pt x="134433" y="375209"/>
                  </a:lnTo>
                  <a:lnTo>
                    <a:pt x="134762" y="375292"/>
                  </a:lnTo>
                  <a:lnTo>
                    <a:pt x="135117" y="375528"/>
                  </a:lnTo>
                  <a:lnTo>
                    <a:pt x="135214" y="375679"/>
                  </a:lnTo>
                  <a:lnTo>
                    <a:pt x="135278" y="376231"/>
                  </a:lnTo>
                  <a:lnTo>
                    <a:pt x="135277" y="376426"/>
                  </a:lnTo>
                  <a:lnTo>
                    <a:pt x="135458" y="376706"/>
                  </a:lnTo>
                  <a:lnTo>
                    <a:pt x="135757" y="377081"/>
                  </a:lnTo>
                  <a:lnTo>
                    <a:pt x="135894" y="377283"/>
                  </a:lnTo>
                  <a:lnTo>
                    <a:pt x="135770" y="377433"/>
                  </a:lnTo>
                  <a:lnTo>
                    <a:pt x="135470" y="377877"/>
                  </a:lnTo>
                  <a:lnTo>
                    <a:pt x="135402" y="378055"/>
                  </a:lnTo>
                  <a:lnTo>
                    <a:pt x="135231" y="378384"/>
                  </a:lnTo>
                  <a:lnTo>
                    <a:pt x="135088" y="378987"/>
                  </a:lnTo>
                  <a:lnTo>
                    <a:pt x="134897" y="379180"/>
                  </a:lnTo>
                  <a:lnTo>
                    <a:pt x="134722" y="379233"/>
                  </a:lnTo>
                  <a:lnTo>
                    <a:pt x="134576" y="379237"/>
                  </a:lnTo>
                  <a:lnTo>
                    <a:pt x="134523" y="379503"/>
                  </a:lnTo>
                  <a:lnTo>
                    <a:pt x="134528" y="379658"/>
                  </a:lnTo>
                  <a:lnTo>
                    <a:pt x="134598" y="380277"/>
                  </a:lnTo>
                  <a:lnTo>
                    <a:pt x="134338" y="380441"/>
                  </a:lnTo>
                  <a:lnTo>
                    <a:pt x="134144" y="380564"/>
                  </a:lnTo>
                  <a:lnTo>
                    <a:pt x="133977" y="380732"/>
                  </a:lnTo>
                  <a:lnTo>
                    <a:pt x="133716" y="381138"/>
                  </a:lnTo>
                  <a:lnTo>
                    <a:pt x="133567" y="381403"/>
                  </a:lnTo>
                  <a:lnTo>
                    <a:pt x="133282" y="381967"/>
                  </a:lnTo>
                  <a:lnTo>
                    <a:pt x="133128" y="381879"/>
                  </a:lnTo>
                  <a:lnTo>
                    <a:pt x="132866" y="381579"/>
                  </a:lnTo>
                  <a:lnTo>
                    <a:pt x="132318" y="381190"/>
                  </a:lnTo>
                  <a:lnTo>
                    <a:pt x="132196" y="381431"/>
                  </a:lnTo>
                  <a:lnTo>
                    <a:pt x="132495" y="381582"/>
                  </a:lnTo>
                  <a:lnTo>
                    <a:pt x="132775" y="381781"/>
                  </a:lnTo>
                  <a:lnTo>
                    <a:pt x="132921" y="382025"/>
                  </a:lnTo>
                  <a:lnTo>
                    <a:pt x="133051" y="382279"/>
                  </a:lnTo>
                  <a:lnTo>
                    <a:pt x="133157" y="382487"/>
                  </a:lnTo>
                  <a:lnTo>
                    <a:pt x="133194" y="382665"/>
                  </a:lnTo>
                  <a:lnTo>
                    <a:pt x="133549" y="382763"/>
                  </a:lnTo>
                  <a:lnTo>
                    <a:pt x="133699" y="382568"/>
                  </a:lnTo>
                  <a:lnTo>
                    <a:pt x="134241" y="382704"/>
                  </a:lnTo>
                  <a:lnTo>
                    <a:pt x="134490" y="382598"/>
                  </a:lnTo>
                  <a:lnTo>
                    <a:pt x="134740" y="382254"/>
                  </a:lnTo>
                  <a:lnTo>
                    <a:pt x="135069" y="382331"/>
                  </a:lnTo>
                  <a:lnTo>
                    <a:pt x="135128" y="382141"/>
                  </a:lnTo>
                  <a:lnTo>
                    <a:pt x="135285" y="381790"/>
                  </a:lnTo>
                  <a:lnTo>
                    <a:pt x="135673" y="381903"/>
                  </a:lnTo>
                  <a:lnTo>
                    <a:pt x="135727" y="382082"/>
                  </a:lnTo>
                  <a:lnTo>
                    <a:pt x="135676" y="382321"/>
                  </a:lnTo>
                  <a:lnTo>
                    <a:pt x="136041" y="382238"/>
                  </a:lnTo>
                  <a:lnTo>
                    <a:pt x="136251" y="382293"/>
                  </a:lnTo>
                  <a:lnTo>
                    <a:pt x="136412" y="382615"/>
                  </a:lnTo>
                  <a:lnTo>
                    <a:pt x="136633" y="382670"/>
                  </a:lnTo>
                  <a:lnTo>
                    <a:pt x="136827" y="382733"/>
                  </a:lnTo>
                  <a:lnTo>
                    <a:pt x="136487" y="383425"/>
                  </a:lnTo>
                  <a:lnTo>
                    <a:pt x="136361" y="383903"/>
                  </a:lnTo>
                  <a:lnTo>
                    <a:pt x="136062" y="383871"/>
                  </a:lnTo>
                  <a:lnTo>
                    <a:pt x="135942" y="383631"/>
                  </a:lnTo>
                  <a:lnTo>
                    <a:pt x="135599" y="383349"/>
                  </a:lnTo>
                  <a:lnTo>
                    <a:pt x="135467" y="383404"/>
                  </a:lnTo>
                  <a:lnTo>
                    <a:pt x="135163" y="383635"/>
                  </a:lnTo>
                  <a:lnTo>
                    <a:pt x="135117" y="383876"/>
                  </a:lnTo>
                  <a:lnTo>
                    <a:pt x="134785" y="384483"/>
                  </a:lnTo>
                  <a:lnTo>
                    <a:pt x="134723" y="384617"/>
                  </a:lnTo>
                  <a:lnTo>
                    <a:pt x="134622" y="384924"/>
                  </a:lnTo>
                  <a:lnTo>
                    <a:pt x="134613" y="385223"/>
                  </a:lnTo>
                  <a:lnTo>
                    <a:pt x="134615" y="385420"/>
                  </a:lnTo>
                  <a:lnTo>
                    <a:pt x="135049" y="385930"/>
                  </a:lnTo>
                  <a:lnTo>
                    <a:pt x="135332" y="386217"/>
                  </a:lnTo>
                  <a:lnTo>
                    <a:pt x="135162" y="386487"/>
                  </a:lnTo>
                  <a:lnTo>
                    <a:pt x="134796" y="386460"/>
                  </a:lnTo>
                  <a:lnTo>
                    <a:pt x="134395" y="386589"/>
                  </a:lnTo>
                  <a:lnTo>
                    <a:pt x="133641" y="386269"/>
                  </a:lnTo>
                  <a:lnTo>
                    <a:pt x="133577" y="386053"/>
                  </a:lnTo>
                  <a:lnTo>
                    <a:pt x="133276" y="386091"/>
                  </a:lnTo>
                  <a:lnTo>
                    <a:pt x="132791" y="386554"/>
                  </a:lnTo>
                  <a:lnTo>
                    <a:pt x="132639" y="386871"/>
                  </a:lnTo>
                  <a:lnTo>
                    <a:pt x="132559" y="387103"/>
                  </a:lnTo>
                  <a:lnTo>
                    <a:pt x="132504" y="387322"/>
                  </a:lnTo>
                  <a:lnTo>
                    <a:pt x="132451" y="387592"/>
                  </a:lnTo>
                  <a:lnTo>
                    <a:pt x="132444" y="387768"/>
                  </a:lnTo>
                  <a:lnTo>
                    <a:pt x="132434" y="388213"/>
                  </a:lnTo>
                  <a:lnTo>
                    <a:pt x="132444" y="388375"/>
                  </a:lnTo>
                  <a:lnTo>
                    <a:pt x="132497" y="388691"/>
                  </a:lnTo>
                  <a:lnTo>
                    <a:pt x="133205" y="389083"/>
                  </a:lnTo>
                  <a:lnTo>
                    <a:pt x="133233" y="389678"/>
                  </a:lnTo>
                  <a:lnTo>
                    <a:pt x="132767" y="389391"/>
                  </a:lnTo>
                  <a:lnTo>
                    <a:pt x="132630" y="389445"/>
                  </a:lnTo>
                  <a:lnTo>
                    <a:pt x="132273" y="389658"/>
                  </a:lnTo>
                  <a:lnTo>
                    <a:pt x="132056" y="389693"/>
                  </a:lnTo>
                  <a:lnTo>
                    <a:pt x="131893" y="389693"/>
                  </a:lnTo>
                  <a:lnTo>
                    <a:pt x="131710" y="389730"/>
                  </a:lnTo>
                  <a:lnTo>
                    <a:pt x="131570" y="389768"/>
                  </a:lnTo>
                  <a:lnTo>
                    <a:pt x="131397" y="389836"/>
                  </a:lnTo>
                  <a:lnTo>
                    <a:pt x="131136" y="389938"/>
                  </a:lnTo>
                  <a:lnTo>
                    <a:pt x="130718" y="389981"/>
                  </a:lnTo>
                  <a:lnTo>
                    <a:pt x="130514" y="389750"/>
                  </a:lnTo>
                  <a:lnTo>
                    <a:pt x="130372" y="389702"/>
                  </a:lnTo>
                  <a:lnTo>
                    <a:pt x="130010" y="389701"/>
                  </a:lnTo>
                  <a:lnTo>
                    <a:pt x="129833" y="389744"/>
                  </a:lnTo>
                  <a:lnTo>
                    <a:pt x="129344" y="389868"/>
                  </a:lnTo>
                  <a:lnTo>
                    <a:pt x="129073" y="389990"/>
                  </a:lnTo>
                  <a:lnTo>
                    <a:pt x="128895" y="390064"/>
                  </a:lnTo>
                  <a:lnTo>
                    <a:pt x="128643" y="390049"/>
                  </a:lnTo>
                  <a:lnTo>
                    <a:pt x="128626" y="389896"/>
                  </a:lnTo>
                  <a:lnTo>
                    <a:pt x="129096" y="389432"/>
                  </a:lnTo>
                  <a:lnTo>
                    <a:pt x="129270" y="389215"/>
                  </a:lnTo>
                  <a:lnTo>
                    <a:pt x="129383" y="389084"/>
                  </a:lnTo>
                  <a:lnTo>
                    <a:pt x="129548" y="388898"/>
                  </a:lnTo>
                  <a:lnTo>
                    <a:pt x="129672" y="388745"/>
                  </a:lnTo>
                  <a:lnTo>
                    <a:pt x="129952" y="388533"/>
                  </a:lnTo>
                  <a:lnTo>
                    <a:pt x="130242" y="388414"/>
                  </a:lnTo>
                  <a:lnTo>
                    <a:pt x="130396" y="388047"/>
                  </a:lnTo>
                  <a:lnTo>
                    <a:pt x="130936" y="387359"/>
                  </a:lnTo>
                  <a:lnTo>
                    <a:pt x="130798" y="386954"/>
                  </a:lnTo>
                  <a:lnTo>
                    <a:pt x="130328" y="385694"/>
                  </a:lnTo>
                  <a:lnTo>
                    <a:pt x="130156" y="385603"/>
                  </a:lnTo>
                  <a:lnTo>
                    <a:pt x="129982" y="385599"/>
                  </a:lnTo>
                  <a:lnTo>
                    <a:pt x="129827" y="385566"/>
                  </a:lnTo>
                  <a:lnTo>
                    <a:pt x="129775" y="385389"/>
                  </a:lnTo>
                  <a:lnTo>
                    <a:pt x="129550" y="384989"/>
                  </a:lnTo>
                  <a:lnTo>
                    <a:pt x="129619" y="384736"/>
                  </a:lnTo>
                  <a:lnTo>
                    <a:pt x="130019" y="384423"/>
                  </a:lnTo>
                  <a:lnTo>
                    <a:pt x="130154" y="384177"/>
                  </a:lnTo>
                  <a:lnTo>
                    <a:pt x="130306" y="383975"/>
                  </a:lnTo>
                  <a:lnTo>
                    <a:pt x="130395" y="383557"/>
                  </a:lnTo>
                  <a:lnTo>
                    <a:pt x="130164" y="383216"/>
                  </a:lnTo>
                  <a:lnTo>
                    <a:pt x="130049" y="383083"/>
                  </a:lnTo>
                  <a:lnTo>
                    <a:pt x="129949" y="382917"/>
                  </a:lnTo>
                  <a:lnTo>
                    <a:pt x="130037" y="382200"/>
                  </a:lnTo>
                  <a:lnTo>
                    <a:pt x="130513" y="381799"/>
                  </a:lnTo>
                  <a:lnTo>
                    <a:pt x="130699" y="381625"/>
                  </a:lnTo>
                  <a:lnTo>
                    <a:pt x="130576" y="381478"/>
                  </a:lnTo>
                  <a:lnTo>
                    <a:pt x="130751" y="381288"/>
                  </a:lnTo>
                  <a:lnTo>
                    <a:pt x="130985" y="381084"/>
                  </a:lnTo>
                  <a:lnTo>
                    <a:pt x="131351" y="380874"/>
                  </a:lnTo>
                  <a:lnTo>
                    <a:pt x="131480" y="380856"/>
                  </a:lnTo>
                  <a:lnTo>
                    <a:pt x="131750" y="380975"/>
                  </a:lnTo>
                  <a:lnTo>
                    <a:pt x="132102" y="381159"/>
                  </a:lnTo>
                  <a:lnTo>
                    <a:pt x="131887" y="380874"/>
                  </a:lnTo>
                  <a:lnTo>
                    <a:pt x="131759" y="380709"/>
                  </a:lnTo>
                  <a:lnTo>
                    <a:pt x="131125" y="380733"/>
                  </a:lnTo>
                  <a:lnTo>
                    <a:pt x="130986" y="380855"/>
                  </a:lnTo>
                  <a:lnTo>
                    <a:pt x="130322" y="381466"/>
                  </a:lnTo>
                  <a:lnTo>
                    <a:pt x="130298" y="381621"/>
                  </a:lnTo>
                  <a:lnTo>
                    <a:pt x="130014" y="381939"/>
                  </a:lnTo>
                  <a:lnTo>
                    <a:pt x="129538" y="382150"/>
                  </a:lnTo>
                  <a:lnTo>
                    <a:pt x="129196" y="382175"/>
                  </a:lnTo>
                  <a:lnTo>
                    <a:pt x="128855" y="382203"/>
                  </a:lnTo>
                  <a:lnTo>
                    <a:pt x="128634" y="381965"/>
                  </a:lnTo>
                  <a:lnTo>
                    <a:pt x="128524" y="382166"/>
                  </a:lnTo>
                  <a:lnTo>
                    <a:pt x="128566" y="382473"/>
                  </a:lnTo>
                  <a:lnTo>
                    <a:pt x="128320" y="382608"/>
                  </a:lnTo>
                  <a:lnTo>
                    <a:pt x="128140" y="382660"/>
                  </a:lnTo>
                  <a:lnTo>
                    <a:pt x="127561" y="382798"/>
                  </a:lnTo>
                  <a:lnTo>
                    <a:pt x="127174" y="382955"/>
                  </a:lnTo>
                  <a:lnTo>
                    <a:pt x="127028" y="382980"/>
                  </a:lnTo>
                  <a:lnTo>
                    <a:pt x="126978" y="383242"/>
                  </a:lnTo>
                  <a:lnTo>
                    <a:pt x="126938" y="383534"/>
                  </a:lnTo>
                  <a:lnTo>
                    <a:pt x="126843" y="383932"/>
                  </a:lnTo>
                  <a:lnTo>
                    <a:pt x="126887" y="384112"/>
                  </a:lnTo>
                  <a:lnTo>
                    <a:pt x="127016" y="384611"/>
                  </a:lnTo>
                  <a:lnTo>
                    <a:pt x="127050" y="384810"/>
                  </a:lnTo>
                  <a:lnTo>
                    <a:pt x="127093" y="384970"/>
                  </a:lnTo>
                  <a:lnTo>
                    <a:pt x="127153" y="385179"/>
                  </a:lnTo>
                  <a:lnTo>
                    <a:pt x="127192" y="385352"/>
                  </a:lnTo>
                  <a:lnTo>
                    <a:pt x="127004" y="385466"/>
                  </a:lnTo>
                  <a:lnTo>
                    <a:pt x="126695" y="385855"/>
                  </a:lnTo>
                  <a:lnTo>
                    <a:pt x="126702" y="386000"/>
                  </a:lnTo>
                  <a:lnTo>
                    <a:pt x="126691" y="386161"/>
                  </a:lnTo>
                  <a:lnTo>
                    <a:pt x="126764" y="386592"/>
                  </a:lnTo>
                  <a:lnTo>
                    <a:pt x="126842" y="386760"/>
                  </a:lnTo>
                  <a:lnTo>
                    <a:pt x="126985" y="386994"/>
                  </a:lnTo>
                  <a:lnTo>
                    <a:pt x="127264" y="387373"/>
                  </a:lnTo>
                  <a:lnTo>
                    <a:pt x="127220" y="387558"/>
                  </a:lnTo>
                  <a:lnTo>
                    <a:pt x="127065" y="387714"/>
                  </a:lnTo>
                  <a:lnTo>
                    <a:pt x="126807" y="387758"/>
                  </a:lnTo>
                  <a:lnTo>
                    <a:pt x="126294" y="387851"/>
                  </a:lnTo>
                  <a:lnTo>
                    <a:pt x="126203" y="388355"/>
                  </a:lnTo>
                  <a:lnTo>
                    <a:pt x="126039" y="388577"/>
                  </a:lnTo>
                  <a:lnTo>
                    <a:pt x="125803" y="388631"/>
                  </a:lnTo>
                  <a:lnTo>
                    <a:pt x="125341" y="388482"/>
                  </a:lnTo>
                  <a:lnTo>
                    <a:pt x="125343" y="388144"/>
                  </a:lnTo>
                  <a:lnTo>
                    <a:pt x="125254" y="387643"/>
                  </a:lnTo>
                  <a:lnTo>
                    <a:pt x="125377" y="387378"/>
                  </a:lnTo>
                  <a:lnTo>
                    <a:pt x="125522" y="387158"/>
                  </a:lnTo>
                  <a:lnTo>
                    <a:pt x="125521" y="386971"/>
                  </a:lnTo>
                  <a:lnTo>
                    <a:pt x="125758" y="386306"/>
                  </a:lnTo>
                  <a:lnTo>
                    <a:pt x="125806" y="386142"/>
                  </a:lnTo>
                  <a:lnTo>
                    <a:pt x="125949" y="385680"/>
                  </a:lnTo>
                  <a:lnTo>
                    <a:pt x="125689" y="385193"/>
                  </a:lnTo>
                  <a:lnTo>
                    <a:pt x="125496" y="385015"/>
                  </a:lnTo>
                  <a:lnTo>
                    <a:pt x="125541" y="385154"/>
                  </a:lnTo>
                  <a:lnTo>
                    <a:pt x="125645" y="385363"/>
                  </a:lnTo>
                  <a:lnTo>
                    <a:pt x="125738" y="385634"/>
                  </a:lnTo>
                  <a:lnTo>
                    <a:pt x="125419" y="385689"/>
                  </a:lnTo>
                  <a:lnTo>
                    <a:pt x="125419" y="385843"/>
                  </a:lnTo>
                  <a:lnTo>
                    <a:pt x="125142" y="386045"/>
                  </a:lnTo>
                  <a:lnTo>
                    <a:pt x="125056" y="385726"/>
                  </a:lnTo>
                  <a:lnTo>
                    <a:pt x="124988" y="385582"/>
                  </a:lnTo>
                  <a:lnTo>
                    <a:pt x="124484" y="385394"/>
                  </a:lnTo>
                  <a:lnTo>
                    <a:pt x="124515" y="385545"/>
                  </a:lnTo>
                  <a:lnTo>
                    <a:pt x="124822" y="385969"/>
                  </a:lnTo>
                  <a:lnTo>
                    <a:pt x="124779" y="386233"/>
                  </a:lnTo>
                  <a:lnTo>
                    <a:pt x="124567" y="386241"/>
                  </a:lnTo>
                  <a:lnTo>
                    <a:pt x="124822" y="386572"/>
                  </a:lnTo>
                  <a:lnTo>
                    <a:pt x="125010" y="386807"/>
                  </a:lnTo>
                  <a:lnTo>
                    <a:pt x="125092" y="387199"/>
                  </a:lnTo>
                  <a:lnTo>
                    <a:pt x="125122" y="387453"/>
                  </a:lnTo>
                  <a:lnTo>
                    <a:pt x="125008" y="387854"/>
                  </a:lnTo>
                  <a:lnTo>
                    <a:pt x="124839" y="387833"/>
                  </a:lnTo>
                  <a:lnTo>
                    <a:pt x="124689" y="387829"/>
                  </a:lnTo>
                  <a:lnTo>
                    <a:pt x="124370" y="387860"/>
                  </a:lnTo>
                  <a:lnTo>
                    <a:pt x="123992" y="387957"/>
                  </a:lnTo>
                  <a:lnTo>
                    <a:pt x="123640" y="387854"/>
                  </a:lnTo>
                  <a:lnTo>
                    <a:pt x="123514" y="387552"/>
                  </a:lnTo>
                  <a:lnTo>
                    <a:pt x="123020" y="387143"/>
                  </a:lnTo>
                  <a:lnTo>
                    <a:pt x="122574" y="387147"/>
                  </a:lnTo>
                  <a:lnTo>
                    <a:pt x="122265" y="386955"/>
                  </a:lnTo>
                  <a:lnTo>
                    <a:pt x="121915" y="386453"/>
                  </a:lnTo>
                  <a:lnTo>
                    <a:pt x="121677" y="386495"/>
                  </a:lnTo>
                  <a:lnTo>
                    <a:pt x="121274" y="386593"/>
                  </a:lnTo>
                  <a:lnTo>
                    <a:pt x="121021" y="386777"/>
                  </a:lnTo>
                  <a:lnTo>
                    <a:pt x="120820" y="386421"/>
                  </a:lnTo>
                  <a:lnTo>
                    <a:pt x="120174" y="386041"/>
                  </a:lnTo>
                  <a:lnTo>
                    <a:pt x="120010" y="385961"/>
                  </a:lnTo>
                  <a:lnTo>
                    <a:pt x="119745" y="385984"/>
                  </a:lnTo>
                  <a:lnTo>
                    <a:pt x="119471" y="385452"/>
                  </a:lnTo>
                  <a:lnTo>
                    <a:pt x="119022" y="385266"/>
                  </a:lnTo>
                  <a:lnTo>
                    <a:pt x="118786" y="385016"/>
                  </a:lnTo>
                  <a:lnTo>
                    <a:pt x="118591" y="384980"/>
                  </a:lnTo>
                  <a:lnTo>
                    <a:pt x="118189" y="384417"/>
                  </a:lnTo>
                  <a:lnTo>
                    <a:pt x="118251" y="383632"/>
                  </a:lnTo>
                  <a:lnTo>
                    <a:pt x="118200" y="383242"/>
                  </a:lnTo>
                  <a:lnTo>
                    <a:pt x="118250" y="382859"/>
                  </a:lnTo>
                  <a:lnTo>
                    <a:pt x="118150" y="382443"/>
                  </a:lnTo>
                  <a:lnTo>
                    <a:pt x="118091" y="382248"/>
                  </a:lnTo>
                  <a:lnTo>
                    <a:pt x="117977" y="381950"/>
                  </a:lnTo>
                  <a:lnTo>
                    <a:pt x="117761" y="381368"/>
                  </a:lnTo>
                  <a:lnTo>
                    <a:pt x="117556" y="380751"/>
                  </a:lnTo>
                  <a:lnTo>
                    <a:pt x="117524" y="380264"/>
                  </a:lnTo>
                  <a:lnTo>
                    <a:pt x="117367" y="380073"/>
                  </a:lnTo>
                  <a:lnTo>
                    <a:pt x="117197" y="379895"/>
                  </a:lnTo>
                  <a:lnTo>
                    <a:pt x="117197" y="379533"/>
                  </a:lnTo>
                  <a:lnTo>
                    <a:pt x="117485" y="379315"/>
                  </a:lnTo>
                  <a:lnTo>
                    <a:pt x="117512" y="379149"/>
                  </a:lnTo>
                  <a:lnTo>
                    <a:pt x="117336" y="378913"/>
                  </a:lnTo>
                  <a:lnTo>
                    <a:pt x="117180" y="378725"/>
                  </a:lnTo>
                  <a:lnTo>
                    <a:pt x="117033" y="378241"/>
                  </a:lnTo>
                  <a:lnTo>
                    <a:pt x="116511" y="377572"/>
                  </a:lnTo>
                  <a:lnTo>
                    <a:pt x="116384" y="377412"/>
                  </a:lnTo>
                  <a:lnTo>
                    <a:pt x="115807" y="377286"/>
                  </a:lnTo>
                  <a:lnTo>
                    <a:pt x="115554" y="377506"/>
                  </a:lnTo>
                  <a:lnTo>
                    <a:pt x="115420" y="377544"/>
                  </a:lnTo>
                  <a:lnTo>
                    <a:pt x="115236" y="377591"/>
                  </a:lnTo>
                  <a:lnTo>
                    <a:pt x="114794" y="377312"/>
                  </a:lnTo>
                  <a:lnTo>
                    <a:pt x="114809" y="376971"/>
                  </a:lnTo>
                  <a:lnTo>
                    <a:pt x="114993" y="376976"/>
                  </a:lnTo>
                  <a:lnTo>
                    <a:pt x="115123" y="377022"/>
                  </a:lnTo>
                  <a:lnTo>
                    <a:pt x="115372" y="376976"/>
                  </a:lnTo>
                  <a:lnTo>
                    <a:pt x="115389" y="376512"/>
                  </a:lnTo>
                  <a:lnTo>
                    <a:pt x="115238" y="376205"/>
                  </a:lnTo>
                  <a:lnTo>
                    <a:pt x="115310" y="375825"/>
                  </a:lnTo>
                  <a:lnTo>
                    <a:pt x="114930" y="375603"/>
                  </a:lnTo>
                  <a:lnTo>
                    <a:pt x="114699" y="375464"/>
                  </a:lnTo>
                  <a:lnTo>
                    <a:pt x="114751" y="375311"/>
                  </a:lnTo>
                  <a:lnTo>
                    <a:pt x="114569" y="374671"/>
                  </a:lnTo>
                  <a:lnTo>
                    <a:pt x="115018" y="374615"/>
                  </a:lnTo>
                  <a:lnTo>
                    <a:pt x="115370" y="374257"/>
                  </a:lnTo>
                  <a:lnTo>
                    <a:pt x="115493" y="373915"/>
                  </a:lnTo>
                  <a:lnTo>
                    <a:pt x="115515" y="373781"/>
                  </a:lnTo>
                  <a:lnTo>
                    <a:pt x="115536" y="373616"/>
                  </a:lnTo>
                  <a:lnTo>
                    <a:pt x="115528" y="373289"/>
                  </a:lnTo>
                  <a:lnTo>
                    <a:pt x="115518" y="373147"/>
                  </a:lnTo>
                  <a:lnTo>
                    <a:pt x="115484" y="372965"/>
                  </a:lnTo>
                  <a:lnTo>
                    <a:pt x="115431" y="372828"/>
                  </a:lnTo>
                  <a:lnTo>
                    <a:pt x="115166" y="372472"/>
                  </a:lnTo>
                  <a:lnTo>
                    <a:pt x="115218" y="372118"/>
                  </a:lnTo>
                  <a:lnTo>
                    <a:pt x="115292" y="371765"/>
                  </a:lnTo>
                  <a:lnTo>
                    <a:pt x="115361" y="371586"/>
                  </a:lnTo>
                  <a:lnTo>
                    <a:pt x="115544" y="371392"/>
                  </a:lnTo>
                  <a:lnTo>
                    <a:pt x="115492" y="371172"/>
                  </a:lnTo>
                  <a:lnTo>
                    <a:pt x="115348" y="371057"/>
                  </a:lnTo>
                  <a:lnTo>
                    <a:pt x="114751" y="370771"/>
                  </a:lnTo>
                  <a:lnTo>
                    <a:pt x="114615" y="370949"/>
                  </a:lnTo>
                  <a:lnTo>
                    <a:pt x="114485" y="371002"/>
                  </a:lnTo>
                  <a:lnTo>
                    <a:pt x="114547" y="370414"/>
                  </a:lnTo>
                  <a:lnTo>
                    <a:pt x="114358" y="370253"/>
                  </a:lnTo>
                  <a:lnTo>
                    <a:pt x="114248" y="370026"/>
                  </a:lnTo>
                  <a:lnTo>
                    <a:pt x="114033" y="369952"/>
                  </a:lnTo>
                  <a:lnTo>
                    <a:pt x="114384" y="369613"/>
                  </a:lnTo>
                  <a:lnTo>
                    <a:pt x="114421" y="369375"/>
                  </a:lnTo>
                  <a:lnTo>
                    <a:pt x="114369" y="368939"/>
                  </a:lnTo>
                  <a:lnTo>
                    <a:pt x="114242" y="368886"/>
                  </a:lnTo>
                  <a:lnTo>
                    <a:pt x="113910" y="368941"/>
                  </a:lnTo>
                  <a:lnTo>
                    <a:pt x="113572" y="368343"/>
                  </a:lnTo>
                  <a:lnTo>
                    <a:pt x="113536" y="368091"/>
                  </a:lnTo>
                  <a:lnTo>
                    <a:pt x="113510" y="367798"/>
                  </a:lnTo>
                  <a:lnTo>
                    <a:pt x="113561" y="367335"/>
                  </a:lnTo>
                  <a:lnTo>
                    <a:pt x="113431" y="366861"/>
                  </a:lnTo>
                  <a:lnTo>
                    <a:pt x="113466" y="366690"/>
                  </a:lnTo>
                  <a:lnTo>
                    <a:pt x="113632" y="366414"/>
                  </a:lnTo>
                  <a:lnTo>
                    <a:pt x="113778" y="366037"/>
                  </a:lnTo>
                  <a:lnTo>
                    <a:pt x="113779" y="365839"/>
                  </a:lnTo>
                  <a:lnTo>
                    <a:pt x="113786" y="365648"/>
                  </a:lnTo>
                  <a:lnTo>
                    <a:pt x="113963" y="365565"/>
                  </a:lnTo>
                  <a:lnTo>
                    <a:pt x="114191" y="365220"/>
                  </a:lnTo>
                  <a:lnTo>
                    <a:pt x="114442" y="364935"/>
                  </a:lnTo>
                  <a:lnTo>
                    <a:pt x="114636" y="364807"/>
                  </a:lnTo>
                  <a:lnTo>
                    <a:pt x="115195" y="364324"/>
                  </a:lnTo>
                  <a:lnTo>
                    <a:pt x="115319" y="364179"/>
                  </a:lnTo>
                  <a:lnTo>
                    <a:pt x="115588" y="364024"/>
                  </a:lnTo>
                  <a:lnTo>
                    <a:pt x="115997" y="363697"/>
                  </a:lnTo>
                  <a:lnTo>
                    <a:pt x="116034" y="363526"/>
                  </a:lnTo>
                  <a:lnTo>
                    <a:pt x="116179" y="363289"/>
                  </a:lnTo>
                  <a:lnTo>
                    <a:pt x="115679" y="362724"/>
                  </a:lnTo>
                  <a:lnTo>
                    <a:pt x="115089" y="362497"/>
                  </a:lnTo>
                  <a:lnTo>
                    <a:pt x="114956" y="362333"/>
                  </a:lnTo>
                  <a:lnTo>
                    <a:pt x="114556" y="361763"/>
                  </a:lnTo>
                  <a:lnTo>
                    <a:pt x="114337" y="361763"/>
                  </a:lnTo>
                  <a:lnTo>
                    <a:pt x="114178" y="361763"/>
                  </a:lnTo>
                  <a:lnTo>
                    <a:pt x="113999" y="361748"/>
                  </a:lnTo>
                  <a:lnTo>
                    <a:pt x="113845" y="361720"/>
                  </a:lnTo>
                  <a:lnTo>
                    <a:pt x="113685" y="361520"/>
                  </a:lnTo>
                  <a:lnTo>
                    <a:pt x="113707" y="361262"/>
                  </a:lnTo>
                  <a:lnTo>
                    <a:pt x="113847" y="361144"/>
                  </a:lnTo>
                  <a:lnTo>
                    <a:pt x="113900" y="360860"/>
                  </a:lnTo>
                  <a:lnTo>
                    <a:pt x="113890" y="360674"/>
                  </a:lnTo>
                  <a:lnTo>
                    <a:pt x="113742" y="360381"/>
                  </a:lnTo>
                  <a:lnTo>
                    <a:pt x="113909" y="360218"/>
                  </a:lnTo>
                  <a:lnTo>
                    <a:pt x="113876" y="359967"/>
                  </a:lnTo>
                  <a:lnTo>
                    <a:pt x="113836" y="359656"/>
                  </a:lnTo>
                  <a:lnTo>
                    <a:pt x="113895" y="359510"/>
                  </a:lnTo>
                  <a:lnTo>
                    <a:pt x="113919" y="359158"/>
                  </a:lnTo>
                  <a:lnTo>
                    <a:pt x="113921" y="358809"/>
                  </a:lnTo>
                  <a:lnTo>
                    <a:pt x="113747" y="358739"/>
                  </a:lnTo>
                  <a:lnTo>
                    <a:pt x="113167" y="358859"/>
                  </a:lnTo>
                  <a:lnTo>
                    <a:pt x="113030" y="358540"/>
                  </a:lnTo>
                  <a:lnTo>
                    <a:pt x="112897" y="357969"/>
                  </a:lnTo>
                  <a:lnTo>
                    <a:pt x="112858" y="357709"/>
                  </a:lnTo>
                  <a:lnTo>
                    <a:pt x="112948" y="357500"/>
                  </a:lnTo>
                  <a:lnTo>
                    <a:pt x="113114" y="357132"/>
                  </a:lnTo>
                  <a:lnTo>
                    <a:pt x="112976" y="356937"/>
                  </a:lnTo>
                  <a:lnTo>
                    <a:pt x="112771" y="356762"/>
                  </a:lnTo>
                  <a:lnTo>
                    <a:pt x="112696" y="356480"/>
                  </a:lnTo>
                  <a:lnTo>
                    <a:pt x="112671" y="356199"/>
                  </a:lnTo>
                  <a:lnTo>
                    <a:pt x="112378" y="355703"/>
                  </a:lnTo>
                  <a:lnTo>
                    <a:pt x="112303" y="355529"/>
                  </a:lnTo>
                  <a:lnTo>
                    <a:pt x="112198" y="355294"/>
                  </a:lnTo>
                  <a:lnTo>
                    <a:pt x="112341" y="355254"/>
                  </a:lnTo>
                  <a:lnTo>
                    <a:pt x="112470" y="354922"/>
                  </a:lnTo>
                  <a:lnTo>
                    <a:pt x="112363" y="354680"/>
                  </a:lnTo>
                  <a:lnTo>
                    <a:pt x="112178" y="354367"/>
                  </a:lnTo>
                  <a:lnTo>
                    <a:pt x="111756" y="353968"/>
                  </a:lnTo>
                  <a:lnTo>
                    <a:pt x="111590" y="354035"/>
                  </a:lnTo>
                  <a:lnTo>
                    <a:pt x="111374" y="354103"/>
                  </a:lnTo>
                  <a:lnTo>
                    <a:pt x="111224" y="353557"/>
                  </a:lnTo>
                  <a:lnTo>
                    <a:pt x="110966" y="353402"/>
                  </a:lnTo>
                  <a:lnTo>
                    <a:pt x="110924" y="353254"/>
                  </a:lnTo>
                  <a:lnTo>
                    <a:pt x="110813" y="352904"/>
                  </a:lnTo>
                  <a:lnTo>
                    <a:pt x="110680" y="352725"/>
                  </a:lnTo>
                  <a:lnTo>
                    <a:pt x="110531" y="352637"/>
                  </a:lnTo>
                  <a:lnTo>
                    <a:pt x="110258" y="352370"/>
                  </a:lnTo>
                  <a:lnTo>
                    <a:pt x="110019" y="351803"/>
                  </a:lnTo>
                  <a:lnTo>
                    <a:pt x="110295" y="351412"/>
                  </a:lnTo>
                  <a:lnTo>
                    <a:pt x="110632" y="351372"/>
                  </a:lnTo>
                  <a:lnTo>
                    <a:pt x="110845" y="351018"/>
                  </a:lnTo>
                  <a:lnTo>
                    <a:pt x="110657" y="350771"/>
                  </a:lnTo>
                  <a:lnTo>
                    <a:pt x="110569" y="350603"/>
                  </a:lnTo>
                  <a:lnTo>
                    <a:pt x="110525" y="350436"/>
                  </a:lnTo>
                  <a:lnTo>
                    <a:pt x="110398" y="350226"/>
                  </a:lnTo>
                  <a:lnTo>
                    <a:pt x="110238" y="349998"/>
                  </a:lnTo>
                  <a:lnTo>
                    <a:pt x="110053" y="349781"/>
                  </a:lnTo>
                  <a:lnTo>
                    <a:pt x="109764" y="349524"/>
                  </a:lnTo>
                  <a:lnTo>
                    <a:pt x="109294" y="349937"/>
                  </a:lnTo>
                  <a:lnTo>
                    <a:pt x="109222" y="349745"/>
                  </a:lnTo>
                  <a:lnTo>
                    <a:pt x="108842" y="349586"/>
                  </a:lnTo>
                  <a:lnTo>
                    <a:pt x="108531" y="349430"/>
                  </a:lnTo>
                  <a:lnTo>
                    <a:pt x="108109" y="348946"/>
                  </a:lnTo>
                  <a:lnTo>
                    <a:pt x="107951" y="348704"/>
                  </a:lnTo>
                  <a:lnTo>
                    <a:pt x="107802" y="348457"/>
                  </a:lnTo>
                  <a:lnTo>
                    <a:pt x="107716" y="348102"/>
                  </a:lnTo>
                  <a:lnTo>
                    <a:pt x="107387" y="347796"/>
                  </a:lnTo>
                  <a:lnTo>
                    <a:pt x="107214" y="347614"/>
                  </a:lnTo>
                  <a:lnTo>
                    <a:pt x="107029" y="347472"/>
                  </a:lnTo>
                  <a:lnTo>
                    <a:pt x="106873" y="347287"/>
                  </a:lnTo>
                  <a:lnTo>
                    <a:pt x="106840" y="347027"/>
                  </a:lnTo>
                  <a:lnTo>
                    <a:pt x="106881" y="346851"/>
                  </a:lnTo>
                  <a:lnTo>
                    <a:pt x="107012" y="346690"/>
                  </a:lnTo>
                  <a:lnTo>
                    <a:pt x="107277" y="346551"/>
                  </a:lnTo>
                  <a:lnTo>
                    <a:pt x="107265" y="346336"/>
                  </a:lnTo>
                  <a:lnTo>
                    <a:pt x="107126" y="346067"/>
                  </a:lnTo>
                  <a:lnTo>
                    <a:pt x="106893" y="345823"/>
                  </a:lnTo>
                  <a:lnTo>
                    <a:pt x="107200" y="345562"/>
                  </a:lnTo>
                  <a:lnTo>
                    <a:pt x="107596" y="345236"/>
                  </a:lnTo>
                  <a:lnTo>
                    <a:pt x="107749" y="345026"/>
                  </a:lnTo>
                  <a:lnTo>
                    <a:pt x="107790" y="344787"/>
                  </a:lnTo>
                  <a:lnTo>
                    <a:pt x="108015" y="344419"/>
                  </a:lnTo>
                  <a:lnTo>
                    <a:pt x="108220" y="344235"/>
                  </a:lnTo>
                  <a:lnTo>
                    <a:pt x="108463" y="343919"/>
                  </a:lnTo>
                  <a:lnTo>
                    <a:pt x="108405" y="343623"/>
                  </a:lnTo>
                  <a:lnTo>
                    <a:pt x="108653" y="343202"/>
                  </a:lnTo>
                  <a:lnTo>
                    <a:pt x="108970" y="343014"/>
                  </a:lnTo>
                  <a:lnTo>
                    <a:pt x="109023" y="342796"/>
                  </a:lnTo>
                  <a:lnTo>
                    <a:pt x="109049" y="342486"/>
                  </a:lnTo>
                  <a:lnTo>
                    <a:pt x="108915" y="342087"/>
                  </a:lnTo>
                  <a:lnTo>
                    <a:pt x="108793" y="341869"/>
                  </a:lnTo>
                  <a:lnTo>
                    <a:pt x="108557" y="341565"/>
                  </a:lnTo>
                  <a:lnTo>
                    <a:pt x="108243" y="341588"/>
                  </a:lnTo>
                  <a:lnTo>
                    <a:pt x="108054" y="341535"/>
                  </a:lnTo>
                  <a:lnTo>
                    <a:pt x="107755" y="341550"/>
                  </a:lnTo>
                  <a:lnTo>
                    <a:pt x="107555" y="341706"/>
                  </a:lnTo>
                  <a:lnTo>
                    <a:pt x="107399" y="341888"/>
                  </a:lnTo>
                  <a:lnTo>
                    <a:pt x="107297" y="342070"/>
                  </a:lnTo>
                  <a:lnTo>
                    <a:pt x="106904" y="342378"/>
                  </a:lnTo>
                  <a:lnTo>
                    <a:pt x="106599" y="342525"/>
                  </a:lnTo>
                  <a:lnTo>
                    <a:pt x="106443" y="342353"/>
                  </a:lnTo>
                  <a:lnTo>
                    <a:pt x="106040" y="342040"/>
                  </a:lnTo>
                  <a:lnTo>
                    <a:pt x="105827" y="342050"/>
                  </a:lnTo>
                  <a:lnTo>
                    <a:pt x="105449" y="342154"/>
                  </a:lnTo>
                  <a:lnTo>
                    <a:pt x="105233" y="342150"/>
                  </a:lnTo>
                  <a:lnTo>
                    <a:pt x="104702" y="342519"/>
                  </a:lnTo>
                  <a:lnTo>
                    <a:pt x="104478" y="342396"/>
                  </a:lnTo>
                  <a:lnTo>
                    <a:pt x="104229" y="342327"/>
                  </a:lnTo>
                  <a:lnTo>
                    <a:pt x="103959" y="342334"/>
                  </a:lnTo>
                  <a:lnTo>
                    <a:pt x="103670" y="342394"/>
                  </a:lnTo>
                  <a:lnTo>
                    <a:pt x="103512" y="342444"/>
                  </a:lnTo>
                  <a:lnTo>
                    <a:pt x="103342" y="342488"/>
                  </a:lnTo>
                  <a:lnTo>
                    <a:pt x="103028" y="342534"/>
                  </a:lnTo>
                  <a:lnTo>
                    <a:pt x="102690" y="342709"/>
                  </a:lnTo>
                  <a:lnTo>
                    <a:pt x="102406" y="342773"/>
                  </a:lnTo>
                  <a:lnTo>
                    <a:pt x="102149" y="342926"/>
                  </a:lnTo>
                  <a:lnTo>
                    <a:pt x="101968" y="343140"/>
                  </a:lnTo>
                  <a:lnTo>
                    <a:pt x="101629" y="342944"/>
                  </a:lnTo>
                  <a:lnTo>
                    <a:pt x="101407" y="342914"/>
                  </a:lnTo>
                  <a:lnTo>
                    <a:pt x="101258" y="342926"/>
                  </a:lnTo>
                  <a:lnTo>
                    <a:pt x="101002" y="342866"/>
                  </a:lnTo>
                  <a:lnTo>
                    <a:pt x="100995" y="342656"/>
                  </a:lnTo>
                  <a:lnTo>
                    <a:pt x="100659" y="342622"/>
                  </a:lnTo>
                  <a:lnTo>
                    <a:pt x="100570" y="342789"/>
                  </a:lnTo>
                  <a:lnTo>
                    <a:pt x="100560" y="342938"/>
                  </a:lnTo>
                  <a:lnTo>
                    <a:pt x="100466" y="343149"/>
                  </a:lnTo>
                  <a:lnTo>
                    <a:pt x="100329" y="343359"/>
                  </a:lnTo>
                  <a:lnTo>
                    <a:pt x="100114" y="343441"/>
                  </a:lnTo>
                  <a:lnTo>
                    <a:pt x="99981" y="343500"/>
                  </a:lnTo>
                  <a:lnTo>
                    <a:pt x="99846" y="343579"/>
                  </a:lnTo>
                  <a:lnTo>
                    <a:pt x="99673" y="343779"/>
                  </a:lnTo>
                  <a:lnTo>
                    <a:pt x="99586" y="344034"/>
                  </a:lnTo>
                  <a:lnTo>
                    <a:pt x="99401" y="344088"/>
                  </a:lnTo>
                  <a:lnTo>
                    <a:pt x="99138" y="344376"/>
                  </a:lnTo>
                  <a:lnTo>
                    <a:pt x="98932" y="344725"/>
                  </a:lnTo>
                  <a:lnTo>
                    <a:pt x="98667" y="344423"/>
                  </a:lnTo>
                  <a:lnTo>
                    <a:pt x="98312" y="344628"/>
                  </a:lnTo>
                  <a:lnTo>
                    <a:pt x="98002" y="344765"/>
                  </a:lnTo>
                  <a:lnTo>
                    <a:pt x="97918" y="344603"/>
                  </a:lnTo>
                  <a:lnTo>
                    <a:pt x="97681" y="344431"/>
                  </a:lnTo>
                  <a:lnTo>
                    <a:pt x="97385" y="344339"/>
                  </a:lnTo>
                  <a:lnTo>
                    <a:pt x="97395" y="343553"/>
                  </a:lnTo>
                  <a:lnTo>
                    <a:pt x="97354" y="343225"/>
                  </a:lnTo>
                  <a:lnTo>
                    <a:pt x="97399" y="343077"/>
                  </a:lnTo>
                  <a:lnTo>
                    <a:pt x="97588" y="342819"/>
                  </a:lnTo>
                  <a:lnTo>
                    <a:pt x="97404" y="342420"/>
                  </a:lnTo>
                  <a:lnTo>
                    <a:pt x="97366" y="342288"/>
                  </a:lnTo>
                  <a:lnTo>
                    <a:pt x="97292" y="342141"/>
                  </a:lnTo>
                  <a:lnTo>
                    <a:pt x="97056" y="341616"/>
                  </a:lnTo>
                  <a:lnTo>
                    <a:pt x="96975" y="341312"/>
                  </a:lnTo>
                  <a:lnTo>
                    <a:pt x="97095" y="340980"/>
                  </a:lnTo>
                  <a:lnTo>
                    <a:pt x="97038" y="340704"/>
                  </a:lnTo>
                  <a:lnTo>
                    <a:pt x="96913" y="340503"/>
                  </a:lnTo>
                  <a:lnTo>
                    <a:pt x="96737" y="340286"/>
                  </a:lnTo>
                  <a:lnTo>
                    <a:pt x="96556" y="339999"/>
                  </a:lnTo>
                  <a:lnTo>
                    <a:pt x="96468" y="339800"/>
                  </a:lnTo>
                  <a:lnTo>
                    <a:pt x="96286" y="339698"/>
                  </a:lnTo>
                  <a:lnTo>
                    <a:pt x="96129" y="339813"/>
                  </a:lnTo>
                  <a:lnTo>
                    <a:pt x="95512" y="339874"/>
                  </a:lnTo>
                  <a:lnTo>
                    <a:pt x="95294" y="339963"/>
                  </a:lnTo>
                  <a:lnTo>
                    <a:pt x="95128" y="339972"/>
                  </a:lnTo>
                  <a:lnTo>
                    <a:pt x="94818" y="339908"/>
                  </a:lnTo>
                  <a:lnTo>
                    <a:pt x="94692" y="339757"/>
                  </a:lnTo>
                  <a:lnTo>
                    <a:pt x="94641" y="339596"/>
                  </a:lnTo>
                  <a:lnTo>
                    <a:pt x="94679" y="339397"/>
                  </a:lnTo>
                  <a:lnTo>
                    <a:pt x="94665" y="339213"/>
                  </a:lnTo>
                  <a:lnTo>
                    <a:pt x="94322" y="339119"/>
                  </a:lnTo>
                  <a:lnTo>
                    <a:pt x="94193" y="339061"/>
                  </a:lnTo>
                  <a:lnTo>
                    <a:pt x="94134" y="338793"/>
                  </a:lnTo>
                  <a:lnTo>
                    <a:pt x="93739" y="338704"/>
                  </a:lnTo>
                  <a:lnTo>
                    <a:pt x="93757" y="338349"/>
                  </a:lnTo>
                  <a:lnTo>
                    <a:pt x="93757" y="338198"/>
                  </a:lnTo>
                  <a:lnTo>
                    <a:pt x="93799" y="337930"/>
                  </a:lnTo>
                  <a:lnTo>
                    <a:pt x="93848" y="337682"/>
                  </a:lnTo>
                  <a:lnTo>
                    <a:pt x="93744" y="337458"/>
                  </a:lnTo>
                  <a:lnTo>
                    <a:pt x="93565" y="337328"/>
                  </a:lnTo>
                  <a:lnTo>
                    <a:pt x="93295" y="337083"/>
                  </a:lnTo>
                  <a:lnTo>
                    <a:pt x="93189" y="336867"/>
                  </a:lnTo>
                  <a:lnTo>
                    <a:pt x="93145" y="336713"/>
                  </a:lnTo>
                  <a:lnTo>
                    <a:pt x="93011" y="336483"/>
                  </a:lnTo>
                  <a:lnTo>
                    <a:pt x="92799" y="336575"/>
                  </a:lnTo>
                  <a:lnTo>
                    <a:pt x="92765" y="336704"/>
                  </a:lnTo>
                  <a:lnTo>
                    <a:pt x="92485" y="336358"/>
                  </a:lnTo>
                  <a:lnTo>
                    <a:pt x="92125" y="335974"/>
                  </a:lnTo>
                  <a:lnTo>
                    <a:pt x="92181" y="335403"/>
                  </a:lnTo>
                  <a:lnTo>
                    <a:pt x="92248" y="335220"/>
                  </a:lnTo>
                  <a:lnTo>
                    <a:pt x="92385" y="335147"/>
                  </a:lnTo>
                  <a:lnTo>
                    <a:pt x="92722" y="334974"/>
                  </a:lnTo>
                  <a:lnTo>
                    <a:pt x="93114" y="334887"/>
                  </a:lnTo>
                  <a:lnTo>
                    <a:pt x="93369" y="334774"/>
                  </a:lnTo>
                  <a:lnTo>
                    <a:pt x="93797" y="334385"/>
                  </a:lnTo>
                  <a:lnTo>
                    <a:pt x="93586" y="334131"/>
                  </a:lnTo>
                  <a:lnTo>
                    <a:pt x="93386" y="333976"/>
                  </a:lnTo>
                  <a:lnTo>
                    <a:pt x="92995" y="333875"/>
                  </a:lnTo>
                  <a:lnTo>
                    <a:pt x="92833" y="333590"/>
                  </a:lnTo>
                  <a:lnTo>
                    <a:pt x="92827" y="333043"/>
                  </a:lnTo>
                  <a:lnTo>
                    <a:pt x="92990" y="333012"/>
                  </a:lnTo>
                  <a:lnTo>
                    <a:pt x="92869" y="332805"/>
                  </a:lnTo>
                  <a:lnTo>
                    <a:pt x="92565" y="332824"/>
                  </a:lnTo>
                  <a:lnTo>
                    <a:pt x="92330" y="332854"/>
                  </a:lnTo>
                  <a:lnTo>
                    <a:pt x="92011" y="333275"/>
                  </a:lnTo>
                  <a:lnTo>
                    <a:pt x="91582" y="333277"/>
                  </a:lnTo>
                  <a:lnTo>
                    <a:pt x="91504" y="333480"/>
                  </a:lnTo>
                  <a:lnTo>
                    <a:pt x="91183" y="333740"/>
                  </a:lnTo>
                  <a:lnTo>
                    <a:pt x="91195" y="334181"/>
                  </a:lnTo>
                  <a:lnTo>
                    <a:pt x="91239" y="334353"/>
                  </a:lnTo>
                  <a:lnTo>
                    <a:pt x="91212" y="334663"/>
                  </a:lnTo>
                  <a:lnTo>
                    <a:pt x="91160" y="334838"/>
                  </a:lnTo>
                  <a:lnTo>
                    <a:pt x="90892" y="335052"/>
                  </a:lnTo>
                  <a:lnTo>
                    <a:pt x="90614" y="335202"/>
                  </a:lnTo>
                  <a:lnTo>
                    <a:pt x="90413" y="335168"/>
                  </a:lnTo>
                  <a:lnTo>
                    <a:pt x="90098" y="335379"/>
                  </a:lnTo>
                  <a:lnTo>
                    <a:pt x="89961" y="335479"/>
                  </a:lnTo>
                  <a:lnTo>
                    <a:pt x="89640" y="335762"/>
                  </a:lnTo>
                  <a:lnTo>
                    <a:pt x="89397" y="335980"/>
                  </a:lnTo>
                  <a:lnTo>
                    <a:pt x="89235" y="336135"/>
                  </a:lnTo>
                  <a:lnTo>
                    <a:pt x="88922" y="336223"/>
                  </a:lnTo>
                  <a:lnTo>
                    <a:pt x="88665" y="336267"/>
                  </a:lnTo>
                  <a:lnTo>
                    <a:pt x="88269" y="336277"/>
                  </a:lnTo>
                  <a:lnTo>
                    <a:pt x="87928" y="336211"/>
                  </a:lnTo>
                  <a:lnTo>
                    <a:pt x="87749" y="336277"/>
                  </a:lnTo>
                  <a:lnTo>
                    <a:pt x="87541" y="336428"/>
                  </a:lnTo>
                  <a:lnTo>
                    <a:pt x="87242" y="336548"/>
                  </a:lnTo>
                  <a:lnTo>
                    <a:pt x="87076" y="336497"/>
                  </a:lnTo>
                  <a:lnTo>
                    <a:pt x="86610" y="336230"/>
                  </a:lnTo>
                  <a:lnTo>
                    <a:pt x="86693" y="336076"/>
                  </a:lnTo>
                  <a:lnTo>
                    <a:pt x="86938" y="335640"/>
                  </a:lnTo>
                  <a:lnTo>
                    <a:pt x="87036" y="335502"/>
                  </a:lnTo>
                  <a:lnTo>
                    <a:pt x="87318" y="335226"/>
                  </a:lnTo>
                  <a:lnTo>
                    <a:pt x="87201" y="334827"/>
                  </a:lnTo>
                  <a:lnTo>
                    <a:pt x="86466" y="335062"/>
                  </a:lnTo>
                  <a:lnTo>
                    <a:pt x="86231" y="334910"/>
                  </a:lnTo>
                  <a:lnTo>
                    <a:pt x="86096" y="334195"/>
                  </a:lnTo>
                  <a:lnTo>
                    <a:pt x="85885" y="333988"/>
                  </a:lnTo>
                  <a:lnTo>
                    <a:pt x="85396" y="333649"/>
                  </a:lnTo>
                  <a:lnTo>
                    <a:pt x="85282" y="333413"/>
                  </a:lnTo>
                  <a:lnTo>
                    <a:pt x="85026" y="333194"/>
                  </a:lnTo>
                  <a:lnTo>
                    <a:pt x="85043" y="333007"/>
                  </a:lnTo>
                  <a:lnTo>
                    <a:pt x="84933" y="332833"/>
                  </a:lnTo>
                  <a:lnTo>
                    <a:pt x="84612" y="332926"/>
                  </a:lnTo>
                  <a:lnTo>
                    <a:pt x="84372" y="333288"/>
                  </a:lnTo>
                  <a:lnTo>
                    <a:pt x="84189" y="333415"/>
                  </a:lnTo>
                  <a:lnTo>
                    <a:pt x="83969" y="333740"/>
                  </a:lnTo>
                  <a:lnTo>
                    <a:pt x="83820" y="333847"/>
                  </a:lnTo>
                  <a:lnTo>
                    <a:pt x="83679" y="333993"/>
                  </a:lnTo>
                  <a:lnTo>
                    <a:pt x="83471" y="334235"/>
                  </a:lnTo>
                  <a:lnTo>
                    <a:pt x="83205" y="334316"/>
                  </a:lnTo>
                  <a:lnTo>
                    <a:pt x="83073" y="334262"/>
                  </a:lnTo>
                  <a:lnTo>
                    <a:pt x="82639" y="334157"/>
                  </a:lnTo>
                  <a:lnTo>
                    <a:pt x="82503" y="334131"/>
                  </a:lnTo>
                  <a:lnTo>
                    <a:pt x="82343" y="334073"/>
                  </a:lnTo>
                  <a:lnTo>
                    <a:pt x="82054" y="334017"/>
                  </a:lnTo>
                  <a:lnTo>
                    <a:pt x="81648" y="334011"/>
                  </a:lnTo>
                  <a:lnTo>
                    <a:pt x="81272" y="334132"/>
                  </a:lnTo>
                  <a:lnTo>
                    <a:pt x="81348" y="334265"/>
                  </a:lnTo>
                  <a:lnTo>
                    <a:pt x="81165" y="334624"/>
                  </a:lnTo>
                  <a:lnTo>
                    <a:pt x="81052" y="334276"/>
                  </a:lnTo>
                  <a:lnTo>
                    <a:pt x="80973" y="334051"/>
                  </a:lnTo>
                  <a:lnTo>
                    <a:pt x="80885" y="333880"/>
                  </a:lnTo>
                  <a:lnTo>
                    <a:pt x="80557" y="333884"/>
                  </a:lnTo>
                  <a:lnTo>
                    <a:pt x="80266" y="334012"/>
                  </a:lnTo>
                  <a:lnTo>
                    <a:pt x="80074" y="333605"/>
                  </a:lnTo>
                  <a:lnTo>
                    <a:pt x="79933" y="333609"/>
                  </a:lnTo>
                  <a:lnTo>
                    <a:pt x="79662" y="333525"/>
                  </a:lnTo>
                  <a:lnTo>
                    <a:pt x="79490" y="333206"/>
                  </a:lnTo>
                  <a:lnTo>
                    <a:pt x="79481" y="332971"/>
                  </a:lnTo>
                  <a:lnTo>
                    <a:pt x="79342" y="332922"/>
                  </a:lnTo>
                  <a:lnTo>
                    <a:pt x="79280" y="332586"/>
                  </a:lnTo>
                  <a:lnTo>
                    <a:pt x="78966" y="332326"/>
                  </a:lnTo>
                  <a:lnTo>
                    <a:pt x="78721" y="332039"/>
                  </a:lnTo>
                  <a:lnTo>
                    <a:pt x="78603" y="331773"/>
                  </a:lnTo>
                  <a:lnTo>
                    <a:pt x="78301" y="331628"/>
                  </a:lnTo>
                  <a:lnTo>
                    <a:pt x="78001" y="331851"/>
                  </a:lnTo>
                  <a:lnTo>
                    <a:pt x="77797" y="331980"/>
                  </a:lnTo>
                  <a:lnTo>
                    <a:pt x="77478" y="331912"/>
                  </a:lnTo>
                  <a:lnTo>
                    <a:pt x="77051" y="331748"/>
                  </a:lnTo>
                  <a:lnTo>
                    <a:pt x="76770" y="331135"/>
                  </a:lnTo>
                  <a:lnTo>
                    <a:pt x="76329" y="331281"/>
                  </a:lnTo>
                  <a:lnTo>
                    <a:pt x="75711" y="331112"/>
                  </a:lnTo>
                  <a:lnTo>
                    <a:pt x="75407" y="330948"/>
                  </a:lnTo>
                  <a:lnTo>
                    <a:pt x="75068" y="330965"/>
                  </a:lnTo>
                  <a:lnTo>
                    <a:pt x="74665" y="330870"/>
                  </a:lnTo>
                  <a:lnTo>
                    <a:pt x="74519" y="330779"/>
                  </a:lnTo>
                  <a:lnTo>
                    <a:pt x="74102" y="330770"/>
                  </a:lnTo>
                  <a:lnTo>
                    <a:pt x="74005" y="330563"/>
                  </a:lnTo>
                  <a:lnTo>
                    <a:pt x="73904" y="330410"/>
                  </a:lnTo>
                  <a:lnTo>
                    <a:pt x="73730" y="330277"/>
                  </a:lnTo>
                  <a:lnTo>
                    <a:pt x="73421" y="330084"/>
                  </a:lnTo>
                  <a:lnTo>
                    <a:pt x="73305" y="329728"/>
                  </a:lnTo>
                  <a:lnTo>
                    <a:pt x="73228" y="329592"/>
                  </a:lnTo>
                  <a:lnTo>
                    <a:pt x="73033" y="329521"/>
                  </a:lnTo>
                  <a:lnTo>
                    <a:pt x="72747" y="329454"/>
                  </a:lnTo>
                  <a:lnTo>
                    <a:pt x="72709" y="329325"/>
                  </a:lnTo>
                  <a:lnTo>
                    <a:pt x="72654" y="328826"/>
                  </a:lnTo>
                  <a:lnTo>
                    <a:pt x="72861" y="328589"/>
                  </a:lnTo>
                  <a:lnTo>
                    <a:pt x="73245" y="328492"/>
                  </a:lnTo>
                  <a:lnTo>
                    <a:pt x="73503" y="328862"/>
                  </a:lnTo>
                  <a:lnTo>
                    <a:pt x="74018" y="329017"/>
                  </a:lnTo>
                  <a:lnTo>
                    <a:pt x="74246" y="329226"/>
                  </a:lnTo>
                  <a:lnTo>
                    <a:pt x="74459" y="329324"/>
                  </a:lnTo>
                  <a:lnTo>
                    <a:pt x="74684" y="329208"/>
                  </a:lnTo>
                  <a:lnTo>
                    <a:pt x="74737" y="329040"/>
                  </a:lnTo>
                  <a:lnTo>
                    <a:pt x="74444" y="328513"/>
                  </a:lnTo>
                  <a:lnTo>
                    <a:pt x="74077" y="328198"/>
                  </a:lnTo>
                  <a:lnTo>
                    <a:pt x="73881" y="327802"/>
                  </a:lnTo>
                  <a:lnTo>
                    <a:pt x="73710" y="327768"/>
                  </a:lnTo>
                  <a:lnTo>
                    <a:pt x="73467" y="327676"/>
                  </a:lnTo>
                  <a:lnTo>
                    <a:pt x="73284" y="327597"/>
                  </a:lnTo>
                  <a:lnTo>
                    <a:pt x="73123" y="327528"/>
                  </a:lnTo>
                  <a:lnTo>
                    <a:pt x="72942" y="327313"/>
                  </a:lnTo>
                  <a:lnTo>
                    <a:pt x="72865" y="327015"/>
                  </a:lnTo>
                  <a:lnTo>
                    <a:pt x="72852" y="326883"/>
                  </a:lnTo>
                  <a:lnTo>
                    <a:pt x="72817" y="326546"/>
                  </a:lnTo>
                  <a:lnTo>
                    <a:pt x="73201" y="326337"/>
                  </a:lnTo>
                  <a:lnTo>
                    <a:pt x="73427" y="326368"/>
                  </a:lnTo>
                  <a:lnTo>
                    <a:pt x="73507" y="326093"/>
                  </a:lnTo>
                  <a:lnTo>
                    <a:pt x="73754" y="325906"/>
                  </a:lnTo>
                  <a:lnTo>
                    <a:pt x="73766" y="325774"/>
                  </a:lnTo>
                  <a:lnTo>
                    <a:pt x="73982" y="325639"/>
                  </a:lnTo>
                  <a:lnTo>
                    <a:pt x="74642" y="325724"/>
                  </a:lnTo>
                  <a:lnTo>
                    <a:pt x="74685" y="325526"/>
                  </a:lnTo>
                  <a:lnTo>
                    <a:pt x="74869" y="325188"/>
                  </a:lnTo>
                  <a:lnTo>
                    <a:pt x="74623" y="324994"/>
                  </a:lnTo>
                  <a:lnTo>
                    <a:pt x="74569" y="324791"/>
                  </a:lnTo>
                  <a:lnTo>
                    <a:pt x="74352" y="324615"/>
                  </a:lnTo>
                  <a:lnTo>
                    <a:pt x="74455" y="324328"/>
                  </a:lnTo>
                  <a:lnTo>
                    <a:pt x="74443" y="324145"/>
                  </a:lnTo>
                  <a:lnTo>
                    <a:pt x="74289" y="323899"/>
                  </a:lnTo>
                  <a:lnTo>
                    <a:pt x="74072" y="323718"/>
                  </a:lnTo>
                  <a:lnTo>
                    <a:pt x="73813" y="323647"/>
                  </a:lnTo>
                  <a:lnTo>
                    <a:pt x="73512" y="323552"/>
                  </a:lnTo>
                  <a:lnTo>
                    <a:pt x="73352" y="323575"/>
                  </a:lnTo>
                  <a:lnTo>
                    <a:pt x="73145" y="323591"/>
                  </a:lnTo>
                  <a:lnTo>
                    <a:pt x="73046" y="323380"/>
                  </a:lnTo>
                  <a:lnTo>
                    <a:pt x="73147" y="323078"/>
                  </a:lnTo>
                  <a:lnTo>
                    <a:pt x="72863" y="322491"/>
                  </a:lnTo>
                  <a:lnTo>
                    <a:pt x="72824" y="322265"/>
                  </a:lnTo>
                  <a:lnTo>
                    <a:pt x="72906" y="322028"/>
                  </a:lnTo>
                  <a:lnTo>
                    <a:pt x="73043" y="322072"/>
                  </a:lnTo>
                  <a:lnTo>
                    <a:pt x="73171" y="322019"/>
                  </a:lnTo>
                  <a:lnTo>
                    <a:pt x="73423" y="321896"/>
                  </a:lnTo>
                  <a:lnTo>
                    <a:pt x="73386" y="321722"/>
                  </a:lnTo>
                  <a:lnTo>
                    <a:pt x="73212" y="321249"/>
                  </a:lnTo>
                  <a:lnTo>
                    <a:pt x="73069" y="320958"/>
                  </a:lnTo>
                  <a:lnTo>
                    <a:pt x="72792" y="320829"/>
                  </a:lnTo>
                  <a:lnTo>
                    <a:pt x="72544" y="320941"/>
                  </a:lnTo>
                  <a:lnTo>
                    <a:pt x="71995" y="320676"/>
                  </a:lnTo>
                  <a:lnTo>
                    <a:pt x="72137" y="319942"/>
                  </a:lnTo>
                  <a:lnTo>
                    <a:pt x="72000" y="319748"/>
                  </a:lnTo>
                  <a:lnTo>
                    <a:pt x="72205" y="319644"/>
                  </a:lnTo>
                  <a:lnTo>
                    <a:pt x="72137" y="319403"/>
                  </a:lnTo>
                  <a:lnTo>
                    <a:pt x="72170" y="319182"/>
                  </a:lnTo>
                  <a:lnTo>
                    <a:pt x="72128" y="318718"/>
                  </a:lnTo>
                  <a:lnTo>
                    <a:pt x="72091" y="318408"/>
                  </a:lnTo>
                  <a:lnTo>
                    <a:pt x="72117" y="318210"/>
                  </a:lnTo>
                  <a:lnTo>
                    <a:pt x="72299" y="318096"/>
                  </a:lnTo>
                  <a:lnTo>
                    <a:pt x="72456" y="318002"/>
                  </a:lnTo>
                  <a:lnTo>
                    <a:pt x="72920" y="318003"/>
                  </a:lnTo>
                  <a:lnTo>
                    <a:pt x="73114" y="318003"/>
                  </a:lnTo>
                  <a:lnTo>
                    <a:pt x="73456" y="317939"/>
                  </a:lnTo>
                  <a:lnTo>
                    <a:pt x="73897" y="317277"/>
                  </a:lnTo>
                  <a:lnTo>
                    <a:pt x="74392" y="317267"/>
                  </a:lnTo>
                  <a:lnTo>
                    <a:pt x="74677" y="317224"/>
                  </a:lnTo>
                  <a:lnTo>
                    <a:pt x="75061" y="317035"/>
                  </a:lnTo>
                  <a:lnTo>
                    <a:pt x="75140" y="316841"/>
                  </a:lnTo>
                  <a:lnTo>
                    <a:pt x="75227" y="316680"/>
                  </a:lnTo>
                  <a:lnTo>
                    <a:pt x="75448" y="316268"/>
                  </a:lnTo>
                  <a:lnTo>
                    <a:pt x="75812" y="315589"/>
                  </a:lnTo>
                  <a:lnTo>
                    <a:pt x="75762" y="315284"/>
                  </a:lnTo>
                  <a:lnTo>
                    <a:pt x="75616" y="314943"/>
                  </a:lnTo>
                  <a:lnTo>
                    <a:pt x="75641" y="314746"/>
                  </a:lnTo>
                  <a:lnTo>
                    <a:pt x="75839" y="314623"/>
                  </a:lnTo>
                  <a:lnTo>
                    <a:pt x="76007" y="314645"/>
                  </a:lnTo>
                  <a:lnTo>
                    <a:pt x="76189" y="314733"/>
                  </a:lnTo>
                  <a:lnTo>
                    <a:pt x="76324" y="314889"/>
                  </a:lnTo>
                  <a:lnTo>
                    <a:pt x="76703" y="314827"/>
                  </a:lnTo>
                  <a:lnTo>
                    <a:pt x="76793" y="314379"/>
                  </a:lnTo>
                  <a:lnTo>
                    <a:pt x="77070" y="314501"/>
                  </a:lnTo>
                  <a:lnTo>
                    <a:pt x="77184" y="314763"/>
                  </a:lnTo>
                  <a:lnTo>
                    <a:pt x="77400" y="314539"/>
                  </a:lnTo>
                  <a:lnTo>
                    <a:pt x="77623" y="314247"/>
                  </a:lnTo>
                  <a:lnTo>
                    <a:pt x="77802" y="313988"/>
                  </a:lnTo>
                  <a:lnTo>
                    <a:pt x="77955" y="313607"/>
                  </a:lnTo>
                  <a:lnTo>
                    <a:pt x="77971" y="313301"/>
                  </a:lnTo>
                  <a:lnTo>
                    <a:pt x="77778" y="313309"/>
                  </a:lnTo>
                  <a:lnTo>
                    <a:pt x="77642" y="313188"/>
                  </a:lnTo>
                  <a:lnTo>
                    <a:pt x="77933" y="312896"/>
                  </a:lnTo>
                  <a:lnTo>
                    <a:pt x="77537" y="312379"/>
                  </a:lnTo>
                  <a:lnTo>
                    <a:pt x="77178" y="312367"/>
                  </a:lnTo>
                  <a:lnTo>
                    <a:pt x="77389" y="312174"/>
                  </a:lnTo>
                  <a:lnTo>
                    <a:pt x="77639" y="312146"/>
                  </a:lnTo>
                  <a:lnTo>
                    <a:pt x="77729" y="311871"/>
                  </a:lnTo>
                  <a:lnTo>
                    <a:pt x="77657" y="311696"/>
                  </a:lnTo>
                  <a:lnTo>
                    <a:pt x="77501" y="311648"/>
                  </a:lnTo>
                  <a:lnTo>
                    <a:pt x="77511" y="311376"/>
                  </a:lnTo>
                  <a:lnTo>
                    <a:pt x="77320" y="311050"/>
                  </a:lnTo>
                  <a:lnTo>
                    <a:pt x="77681" y="310555"/>
                  </a:lnTo>
                  <a:lnTo>
                    <a:pt x="77876" y="310323"/>
                  </a:lnTo>
                  <a:lnTo>
                    <a:pt x="77957" y="310053"/>
                  </a:lnTo>
                  <a:lnTo>
                    <a:pt x="77848" y="309882"/>
                  </a:lnTo>
                  <a:lnTo>
                    <a:pt x="77873" y="309287"/>
                  </a:lnTo>
                  <a:lnTo>
                    <a:pt x="78080" y="309303"/>
                  </a:lnTo>
                  <a:lnTo>
                    <a:pt x="78364" y="309419"/>
                  </a:lnTo>
                  <a:lnTo>
                    <a:pt x="78531" y="309090"/>
                  </a:lnTo>
                  <a:lnTo>
                    <a:pt x="78463" y="308714"/>
                  </a:lnTo>
                  <a:lnTo>
                    <a:pt x="78515" y="308554"/>
                  </a:lnTo>
                  <a:lnTo>
                    <a:pt x="78476" y="308177"/>
                  </a:lnTo>
                  <a:lnTo>
                    <a:pt x="78089" y="307585"/>
                  </a:lnTo>
                  <a:lnTo>
                    <a:pt x="78051" y="307343"/>
                  </a:lnTo>
                  <a:lnTo>
                    <a:pt x="78225" y="306886"/>
                  </a:lnTo>
                  <a:lnTo>
                    <a:pt x="78153" y="306867"/>
                  </a:lnTo>
                  <a:lnTo>
                    <a:pt x="77890" y="306631"/>
                  </a:lnTo>
                  <a:lnTo>
                    <a:pt x="77982" y="306442"/>
                  </a:lnTo>
                  <a:lnTo>
                    <a:pt x="77982" y="306109"/>
                  </a:lnTo>
                  <a:lnTo>
                    <a:pt x="77893" y="305887"/>
                  </a:lnTo>
                  <a:lnTo>
                    <a:pt x="78038" y="305781"/>
                  </a:lnTo>
                  <a:lnTo>
                    <a:pt x="78145" y="305512"/>
                  </a:lnTo>
                  <a:lnTo>
                    <a:pt x="78238" y="305202"/>
                  </a:lnTo>
                  <a:lnTo>
                    <a:pt x="78431" y="305136"/>
                  </a:lnTo>
                  <a:lnTo>
                    <a:pt x="78623" y="305090"/>
                  </a:lnTo>
                  <a:lnTo>
                    <a:pt x="79069" y="304847"/>
                  </a:lnTo>
                  <a:lnTo>
                    <a:pt x="79019" y="304240"/>
                  </a:lnTo>
                  <a:lnTo>
                    <a:pt x="79016" y="304059"/>
                  </a:lnTo>
                  <a:lnTo>
                    <a:pt x="79070" y="303861"/>
                  </a:lnTo>
                  <a:lnTo>
                    <a:pt x="79612" y="303547"/>
                  </a:lnTo>
                  <a:lnTo>
                    <a:pt x="79895" y="303267"/>
                  </a:lnTo>
                  <a:lnTo>
                    <a:pt x="80017" y="303002"/>
                  </a:lnTo>
                  <a:lnTo>
                    <a:pt x="79890" y="302355"/>
                  </a:lnTo>
                  <a:lnTo>
                    <a:pt x="79816" y="302208"/>
                  </a:lnTo>
                  <a:lnTo>
                    <a:pt x="79766" y="301835"/>
                  </a:lnTo>
                  <a:lnTo>
                    <a:pt x="79783" y="301688"/>
                  </a:lnTo>
                  <a:lnTo>
                    <a:pt x="79788" y="301535"/>
                  </a:lnTo>
                  <a:lnTo>
                    <a:pt x="79736" y="301294"/>
                  </a:lnTo>
                  <a:lnTo>
                    <a:pt x="79633" y="301087"/>
                  </a:lnTo>
                  <a:lnTo>
                    <a:pt x="79292" y="301084"/>
                  </a:lnTo>
                  <a:lnTo>
                    <a:pt x="79306" y="300816"/>
                  </a:lnTo>
                  <a:lnTo>
                    <a:pt x="79377" y="300332"/>
                  </a:lnTo>
                  <a:lnTo>
                    <a:pt x="79235" y="300208"/>
                  </a:lnTo>
                  <a:lnTo>
                    <a:pt x="79692" y="299716"/>
                  </a:lnTo>
                  <a:lnTo>
                    <a:pt x="80267" y="299642"/>
                  </a:lnTo>
                  <a:lnTo>
                    <a:pt x="80309" y="299073"/>
                  </a:lnTo>
                  <a:lnTo>
                    <a:pt x="79941" y="298704"/>
                  </a:lnTo>
                  <a:lnTo>
                    <a:pt x="79947" y="297365"/>
                  </a:lnTo>
                  <a:lnTo>
                    <a:pt x="79909" y="297147"/>
                  </a:lnTo>
                  <a:lnTo>
                    <a:pt x="79973" y="297004"/>
                  </a:lnTo>
                  <a:lnTo>
                    <a:pt x="80257" y="296964"/>
                  </a:lnTo>
                  <a:lnTo>
                    <a:pt x="80249" y="296728"/>
                  </a:lnTo>
                  <a:lnTo>
                    <a:pt x="80414" y="296556"/>
                  </a:lnTo>
                  <a:lnTo>
                    <a:pt x="80544" y="296682"/>
                  </a:lnTo>
                  <a:lnTo>
                    <a:pt x="80860" y="296875"/>
                  </a:lnTo>
                  <a:lnTo>
                    <a:pt x="81120" y="296851"/>
                  </a:lnTo>
                  <a:lnTo>
                    <a:pt x="81374" y="296809"/>
                  </a:lnTo>
                  <a:lnTo>
                    <a:pt x="81773" y="296737"/>
                  </a:lnTo>
                  <a:lnTo>
                    <a:pt x="81845" y="296109"/>
                  </a:lnTo>
                  <a:lnTo>
                    <a:pt x="81859" y="295653"/>
                  </a:lnTo>
                  <a:lnTo>
                    <a:pt x="82094" y="295428"/>
                  </a:lnTo>
                  <a:lnTo>
                    <a:pt x="82186" y="295124"/>
                  </a:lnTo>
                  <a:lnTo>
                    <a:pt x="82249" y="294914"/>
                  </a:lnTo>
                  <a:lnTo>
                    <a:pt x="82301" y="294753"/>
                  </a:lnTo>
                  <a:lnTo>
                    <a:pt x="82547" y="294401"/>
                  </a:lnTo>
                  <a:lnTo>
                    <a:pt x="82569" y="294261"/>
                  </a:lnTo>
                  <a:lnTo>
                    <a:pt x="82822" y="294167"/>
                  </a:lnTo>
                  <a:lnTo>
                    <a:pt x="82985" y="294159"/>
                  </a:lnTo>
                  <a:lnTo>
                    <a:pt x="83454" y="294053"/>
                  </a:lnTo>
                  <a:lnTo>
                    <a:pt x="83834" y="293872"/>
                  </a:lnTo>
                  <a:lnTo>
                    <a:pt x="83983" y="294212"/>
                  </a:lnTo>
                  <a:lnTo>
                    <a:pt x="84133" y="294727"/>
                  </a:lnTo>
                  <a:lnTo>
                    <a:pt x="84523" y="294332"/>
                  </a:lnTo>
                  <a:lnTo>
                    <a:pt x="84517" y="294116"/>
                  </a:lnTo>
                  <a:lnTo>
                    <a:pt x="84515" y="293833"/>
                  </a:lnTo>
                  <a:lnTo>
                    <a:pt x="84714" y="293405"/>
                  </a:lnTo>
                  <a:lnTo>
                    <a:pt x="84212" y="292706"/>
                  </a:lnTo>
                  <a:lnTo>
                    <a:pt x="84095" y="292548"/>
                  </a:lnTo>
                  <a:lnTo>
                    <a:pt x="83858" y="292349"/>
                  </a:lnTo>
                  <a:lnTo>
                    <a:pt x="83879" y="292142"/>
                  </a:lnTo>
                  <a:lnTo>
                    <a:pt x="83845" y="291997"/>
                  </a:lnTo>
                  <a:lnTo>
                    <a:pt x="83654" y="291802"/>
                  </a:lnTo>
                  <a:lnTo>
                    <a:pt x="83394" y="291678"/>
                  </a:lnTo>
                  <a:lnTo>
                    <a:pt x="83109" y="291382"/>
                  </a:lnTo>
                  <a:lnTo>
                    <a:pt x="82935" y="291232"/>
                  </a:lnTo>
                  <a:lnTo>
                    <a:pt x="82870" y="291369"/>
                  </a:lnTo>
                  <a:lnTo>
                    <a:pt x="82711" y="291173"/>
                  </a:lnTo>
                  <a:lnTo>
                    <a:pt x="82704" y="290809"/>
                  </a:lnTo>
                  <a:lnTo>
                    <a:pt x="82673" y="290363"/>
                  </a:lnTo>
                  <a:lnTo>
                    <a:pt x="82679" y="290114"/>
                  </a:lnTo>
                  <a:lnTo>
                    <a:pt x="82871" y="289740"/>
                  </a:lnTo>
                  <a:lnTo>
                    <a:pt x="83007" y="289642"/>
                  </a:lnTo>
                  <a:lnTo>
                    <a:pt x="83214" y="289501"/>
                  </a:lnTo>
                  <a:lnTo>
                    <a:pt x="83203" y="289373"/>
                  </a:lnTo>
                  <a:lnTo>
                    <a:pt x="83365" y="289209"/>
                  </a:lnTo>
                  <a:lnTo>
                    <a:pt x="83611" y="289002"/>
                  </a:lnTo>
                  <a:lnTo>
                    <a:pt x="83833" y="288957"/>
                  </a:lnTo>
                  <a:lnTo>
                    <a:pt x="84285" y="288989"/>
                  </a:lnTo>
                  <a:lnTo>
                    <a:pt x="84295" y="288799"/>
                  </a:lnTo>
                  <a:lnTo>
                    <a:pt x="84361" y="288541"/>
                  </a:lnTo>
                  <a:lnTo>
                    <a:pt x="84471" y="288311"/>
                  </a:lnTo>
                  <a:lnTo>
                    <a:pt x="84661" y="288138"/>
                  </a:lnTo>
                  <a:lnTo>
                    <a:pt x="84934" y="287965"/>
                  </a:lnTo>
                  <a:lnTo>
                    <a:pt x="85481" y="288016"/>
                  </a:lnTo>
                  <a:lnTo>
                    <a:pt x="85783" y="287812"/>
                  </a:lnTo>
                  <a:lnTo>
                    <a:pt x="86035" y="287745"/>
                  </a:lnTo>
                  <a:lnTo>
                    <a:pt x="86191" y="287693"/>
                  </a:lnTo>
                  <a:lnTo>
                    <a:pt x="86892" y="287956"/>
                  </a:lnTo>
                  <a:lnTo>
                    <a:pt x="87198" y="287866"/>
                  </a:lnTo>
                  <a:lnTo>
                    <a:pt x="87493" y="288010"/>
                  </a:lnTo>
                  <a:lnTo>
                    <a:pt x="87657" y="287915"/>
                  </a:lnTo>
                  <a:lnTo>
                    <a:pt x="87818" y="287439"/>
                  </a:lnTo>
                  <a:lnTo>
                    <a:pt x="88174" y="287367"/>
                  </a:lnTo>
                  <a:lnTo>
                    <a:pt x="88320" y="287396"/>
                  </a:lnTo>
                  <a:lnTo>
                    <a:pt x="88603" y="287371"/>
                  </a:lnTo>
                  <a:lnTo>
                    <a:pt x="88966" y="287215"/>
                  </a:lnTo>
                  <a:lnTo>
                    <a:pt x="89376" y="286910"/>
                  </a:lnTo>
                  <a:lnTo>
                    <a:pt x="89423" y="286640"/>
                  </a:lnTo>
                  <a:lnTo>
                    <a:pt x="89653" y="286372"/>
                  </a:lnTo>
                  <a:lnTo>
                    <a:pt x="90035" y="286212"/>
                  </a:lnTo>
                  <a:lnTo>
                    <a:pt x="90151" y="285851"/>
                  </a:lnTo>
                  <a:lnTo>
                    <a:pt x="90160" y="285589"/>
                  </a:lnTo>
                  <a:lnTo>
                    <a:pt x="90381" y="285532"/>
                  </a:lnTo>
                  <a:lnTo>
                    <a:pt x="90781" y="285379"/>
                  </a:lnTo>
                  <a:lnTo>
                    <a:pt x="90932" y="285299"/>
                  </a:lnTo>
                  <a:lnTo>
                    <a:pt x="91173" y="285298"/>
                  </a:lnTo>
                  <a:lnTo>
                    <a:pt x="91367" y="285418"/>
                  </a:lnTo>
                  <a:lnTo>
                    <a:pt x="91923" y="285182"/>
                  </a:lnTo>
                  <a:lnTo>
                    <a:pt x="91873" y="284943"/>
                  </a:lnTo>
                  <a:lnTo>
                    <a:pt x="91891" y="284800"/>
                  </a:lnTo>
                  <a:lnTo>
                    <a:pt x="91761" y="284529"/>
                  </a:lnTo>
                  <a:lnTo>
                    <a:pt x="91602" y="284110"/>
                  </a:lnTo>
                  <a:lnTo>
                    <a:pt x="91541" y="283945"/>
                  </a:lnTo>
                  <a:lnTo>
                    <a:pt x="91571" y="283692"/>
                  </a:lnTo>
                  <a:lnTo>
                    <a:pt x="91637" y="283525"/>
                  </a:lnTo>
                  <a:lnTo>
                    <a:pt x="91753" y="283382"/>
                  </a:lnTo>
                  <a:lnTo>
                    <a:pt x="91999" y="283410"/>
                  </a:lnTo>
                  <a:lnTo>
                    <a:pt x="92251" y="282923"/>
                  </a:lnTo>
                  <a:lnTo>
                    <a:pt x="92421" y="282523"/>
                  </a:lnTo>
                  <a:lnTo>
                    <a:pt x="92761" y="282297"/>
                  </a:lnTo>
                  <a:lnTo>
                    <a:pt x="92855" y="282092"/>
                  </a:lnTo>
                  <a:lnTo>
                    <a:pt x="92948" y="282126"/>
                  </a:lnTo>
                  <a:lnTo>
                    <a:pt x="93110" y="282197"/>
                  </a:lnTo>
                  <a:lnTo>
                    <a:pt x="93194" y="281886"/>
                  </a:lnTo>
                  <a:lnTo>
                    <a:pt x="93149" y="281742"/>
                  </a:lnTo>
                  <a:lnTo>
                    <a:pt x="93434" y="281260"/>
                  </a:lnTo>
                  <a:lnTo>
                    <a:pt x="93884" y="281091"/>
                  </a:lnTo>
                  <a:lnTo>
                    <a:pt x="93901" y="280913"/>
                  </a:lnTo>
                  <a:lnTo>
                    <a:pt x="93923" y="280720"/>
                  </a:lnTo>
                  <a:lnTo>
                    <a:pt x="94401" y="280390"/>
                  </a:lnTo>
                  <a:lnTo>
                    <a:pt x="94534" y="280345"/>
                  </a:lnTo>
                  <a:lnTo>
                    <a:pt x="94746" y="280263"/>
                  </a:lnTo>
                  <a:lnTo>
                    <a:pt x="94967" y="280116"/>
                  </a:lnTo>
                  <a:lnTo>
                    <a:pt x="95286" y="279734"/>
                  </a:lnTo>
                  <a:lnTo>
                    <a:pt x="95568" y="279569"/>
                  </a:lnTo>
                  <a:lnTo>
                    <a:pt x="95646" y="279416"/>
                  </a:lnTo>
                  <a:lnTo>
                    <a:pt x="96385" y="278848"/>
                  </a:lnTo>
                  <a:lnTo>
                    <a:pt x="96588" y="278554"/>
                  </a:lnTo>
                  <a:lnTo>
                    <a:pt x="96619" y="278366"/>
                  </a:lnTo>
                  <a:lnTo>
                    <a:pt x="96363" y="277725"/>
                  </a:lnTo>
                  <a:lnTo>
                    <a:pt x="96230" y="277587"/>
                  </a:lnTo>
                  <a:lnTo>
                    <a:pt x="96278" y="277265"/>
                  </a:lnTo>
                  <a:lnTo>
                    <a:pt x="96143" y="276873"/>
                  </a:lnTo>
                  <a:lnTo>
                    <a:pt x="96236" y="276719"/>
                  </a:lnTo>
                  <a:lnTo>
                    <a:pt x="95945" y="275988"/>
                  </a:lnTo>
                  <a:lnTo>
                    <a:pt x="95569" y="276072"/>
                  </a:lnTo>
                  <a:lnTo>
                    <a:pt x="95409" y="276152"/>
                  </a:lnTo>
                  <a:lnTo>
                    <a:pt x="95220" y="276208"/>
                  </a:lnTo>
                  <a:lnTo>
                    <a:pt x="94512" y="276652"/>
                  </a:lnTo>
                  <a:lnTo>
                    <a:pt x="94102" y="276729"/>
                  </a:lnTo>
                  <a:lnTo>
                    <a:pt x="94058" y="276404"/>
                  </a:lnTo>
                  <a:lnTo>
                    <a:pt x="93829" y="276496"/>
                  </a:lnTo>
                  <a:lnTo>
                    <a:pt x="93297" y="276436"/>
                  </a:lnTo>
                  <a:lnTo>
                    <a:pt x="93153" y="276411"/>
                  </a:lnTo>
                  <a:lnTo>
                    <a:pt x="92758" y="276108"/>
                  </a:lnTo>
                  <a:lnTo>
                    <a:pt x="92842" y="275854"/>
                  </a:lnTo>
                  <a:lnTo>
                    <a:pt x="93000" y="275654"/>
                  </a:lnTo>
                  <a:lnTo>
                    <a:pt x="93060" y="275453"/>
                  </a:lnTo>
                  <a:lnTo>
                    <a:pt x="93198" y="275261"/>
                  </a:lnTo>
                  <a:lnTo>
                    <a:pt x="92960" y="275006"/>
                  </a:lnTo>
                  <a:lnTo>
                    <a:pt x="92947" y="274806"/>
                  </a:lnTo>
                  <a:lnTo>
                    <a:pt x="93038" y="274677"/>
                  </a:lnTo>
                  <a:lnTo>
                    <a:pt x="92714" y="274648"/>
                  </a:lnTo>
                  <a:lnTo>
                    <a:pt x="92429" y="274449"/>
                  </a:lnTo>
                  <a:lnTo>
                    <a:pt x="92761" y="274474"/>
                  </a:lnTo>
                  <a:lnTo>
                    <a:pt x="92706" y="273884"/>
                  </a:lnTo>
                  <a:lnTo>
                    <a:pt x="92603" y="273575"/>
                  </a:lnTo>
                  <a:lnTo>
                    <a:pt x="92575" y="273438"/>
                  </a:lnTo>
                  <a:lnTo>
                    <a:pt x="92973" y="272899"/>
                  </a:lnTo>
                  <a:lnTo>
                    <a:pt x="92962" y="272651"/>
                  </a:lnTo>
                  <a:lnTo>
                    <a:pt x="93014" y="272145"/>
                  </a:lnTo>
                  <a:lnTo>
                    <a:pt x="93071" y="271641"/>
                  </a:lnTo>
                  <a:lnTo>
                    <a:pt x="93337" y="271520"/>
                  </a:lnTo>
                  <a:lnTo>
                    <a:pt x="93500" y="271458"/>
                  </a:lnTo>
                  <a:lnTo>
                    <a:pt x="93889" y="271352"/>
                  </a:lnTo>
                  <a:lnTo>
                    <a:pt x="94025" y="270940"/>
                  </a:lnTo>
                  <a:lnTo>
                    <a:pt x="93672" y="270571"/>
                  </a:lnTo>
                  <a:lnTo>
                    <a:pt x="93859" y="270534"/>
                  </a:lnTo>
                  <a:lnTo>
                    <a:pt x="94137" y="270316"/>
                  </a:lnTo>
                  <a:lnTo>
                    <a:pt x="94441" y="270315"/>
                  </a:lnTo>
                  <a:lnTo>
                    <a:pt x="94518" y="270132"/>
                  </a:lnTo>
                  <a:lnTo>
                    <a:pt x="94713" y="269916"/>
                  </a:lnTo>
                  <a:lnTo>
                    <a:pt x="94514" y="269870"/>
                  </a:lnTo>
                  <a:lnTo>
                    <a:pt x="94518" y="269697"/>
                  </a:lnTo>
                  <a:lnTo>
                    <a:pt x="94875" y="269358"/>
                  </a:lnTo>
                  <a:lnTo>
                    <a:pt x="95149" y="269153"/>
                  </a:lnTo>
                  <a:lnTo>
                    <a:pt x="95281" y="269011"/>
                  </a:lnTo>
                  <a:lnTo>
                    <a:pt x="95413" y="268726"/>
                  </a:lnTo>
                  <a:lnTo>
                    <a:pt x="95435" y="268435"/>
                  </a:lnTo>
                  <a:lnTo>
                    <a:pt x="96182" y="268163"/>
                  </a:lnTo>
                  <a:lnTo>
                    <a:pt x="96593" y="267845"/>
                  </a:lnTo>
                  <a:lnTo>
                    <a:pt x="97040" y="267784"/>
                  </a:lnTo>
                  <a:lnTo>
                    <a:pt x="96793" y="267360"/>
                  </a:lnTo>
                  <a:lnTo>
                    <a:pt x="96849" y="266879"/>
                  </a:lnTo>
                  <a:lnTo>
                    <a:pt x="96947" y="266595"/>
                  </a:lnTo>
                  <a:lnTo>
                    <a:pt x="97276" y="266715"/>
                  </a:lnTo>
                  <a:lnTo>
                    <a:pt x="97426" y="266394"/>
                  </a:lnTo>
                  <a:lnTo>
                    <a:pt x="97528" y="266023"/>
                  </a:lnTo>
                  <a:lnTo>
                    <a:pt x="97471" y="265803"/>
                  </a:lnTo>
                  <a:lnTo>
                    <a:pt x="97607" y="265659"/>
                  </a:lnTo>
                  <a:lnTo>
                    <a:pt x="98219" y="265788"/>
                  </a:lnTo>
                  <a:lnTo>
                    <a:pt x="98341" y="266085"/>
                  </a:lnTo>
                  <a:lnTo>
                    <a:pt x="98634" y="266168"/>
                  </a:lnTo>
                  <a:lnTo>
                    <a:pt x="98837" y="266199"/>
                  </a:lnTo>
                  <a:lnTo>
                    <a:pt x="99134" y="266161"/>
                  </a:lnTo>
                  <a:lnTo>
                    <a:pt x="99175" y="266421"/>
                  </a:lnTo>
                  <a:lnTo>
                    <a:pt x="99242" y="267115"/>
                  </a:lnTo>
                  <a:lnTo>
                    <a:pt x="99242" y="267684"/>
                  </a:lnTo>
                  <a:lnTo>
                    <a:pt x="99442" y="267454"/>
                  </a:lnTo>
                  <a:lnTo>
                    <a:pt x="100131" y="267569"/>
                  </a:lnTo>
                  <a:lnTo>
                    <a:pt x="100494" y="267355"/>
                  </a:lnTo>
                  <a:lnTo>
                    <a:pt x="100624" y="267339"/>
                  </a:lnTo>
                  <a:lnTo>
                    <a:pt x="100826" y="267368"/>
                  </a:lnTo>
                  <a:lnTo>
                    <a:pt x="100929" y="267229"/>
                  </a:lnTo>
                  <a:lnTo>
                    <a:pt x="101054" y="266945"/>
                  </a:lnTo>
                  <a:lnTo>
                    <a:pt x="101281" y="266631"/>
                  </a:lnTo>
                  <a:lnTo>
                    <a:pt x="101262" y="266342"/>
                  </a:lnTo>
                  <a:lnTo>
                    <a:pt x="101167" y="266210"/>
                  </a:lnTo>
                  <a:lnTo>
                    <a:pt x="101053" y="266049"/>
                  </a:lnTo>
                  <a:lnTo>
                    <a:pt x="100962" y="265707"/>
                  </a:lnTo>
                  <a:lnTo>
                    <a:pt x="101065" y="265097"/>
                  </a:lnTo>
                  <a:lnTo>
                    <a:pt x="101104" y="264837"/>
                  </a:lnTo>
                  <a:lnTo>
                    <a:pt x="101176" y="264624"/>
                  </a:lnTo>
                  <a:lnTo>
                    <a:pt x="101818" y="264331"/>
                  </a:lnTo>
                  <a:lnTo>
                    <a:pt x="101985" y="263909"/>
                  </a:lnTo>
                  <a:lnTo>
                    <a:pt x="101926" y="263738"/>
                  </a:lnTo>
                  <a:lnTo>
                    <a:pt x="102217" y="263316"/>
                  </a:lnTo>
                  <a:lnTo>
                    <a:pt x="102386" y="263010"/>
                  </a:lnTo>
                  <a:lnTo>
                    <a:pt x="102221" y="262626"/>
                  </a:lnTo>
                  <a:lnTo>
                    <a:pt x="102092" y="262652"/>
                  </a:lnTo>
                  <a:lnTo>
                    <a:pt x="101818" y="262591"/>
                  </a:lnTo>
                  <a:lnTo>
                    <a:pt x="101610" y="262613"/>
                  </a:lnTo>
                  <a:lnTo>
                    <a:pt x="101173" y="262596"/>
                  </a:lnTo>
                  <a:lnTo>
                    <a:pt x="100726" y="262343"/>
                  </a:lnTo>
                  <a:lnTo>
                    <a:pt x="100822" y="262039"/>
                  </a:lnTo>
                  <a:lnTo>
                    <a:pt x="100689" y="262011"/>
                  </a:lnTo>
                  <a:lnTo>
                    <a:pt x="100505" y="261729"/>
                  </a:lnTo>
                  <a:lnTo>
                    <a:pt x="100531" y="261403"/>
                  </a:lnTo>
                  <a:lnTo>
                    <a:pt x="100414" y="261234"/>
                  </a:lnTo>
                  <a:lnTo>
                    <a:pt x="100405" y="261053"/>
                  </a:lnTo>
                  <a:lnTo>
                    <a:pt x="100069" y="260564"/>
                  </a:lnTo>
                  <a:lnTo>
                    <a:pt x="100048" y="260398"/>
                  </a:lnTo>
                  <a:lnTo>
                    <a:pt x="99749" y="260133"/>
                  </a:lnTo>
                  <a:lnTo>
                    <a:pt x="99394" y="259715"/>
                  </a:lnTo>
                  <a:lnTo>
                    <a:pt x="99081" y="259569"/>
                  </a:lnTo>
                  <a:lnTo>
                    <a:pt x="98833" y="259502"/>
                  </a:lnTo>
                  <a:lnTo>
                    <a:pt x="98534" y="258925"/>
                  </a:lnTo>
                  <a:lnTo>
                    <a:pt x="98728" y="258663"/>
                  </a:lnTo>
                  <a:lnTo>
                    <a:pt x="98826" y="258468"/>
                  </a:lnTo>
                  <a:lnTo>
                    <a:pt x="99048" y="258102"/>
                  </a:lnTo>
                  <a:lnTo>
                    <a:pt x="99374" y="257215"/>
                  </a:lnTo>
                  <a:lnTo>
                    <a:pt x="99352" y="256896"/>
                  </a:lnTo>
                  <a:lnTo>
                    <a:pt x="99404" y="256756"/>
                  </a:lnTo>
                  <a:lnTo>
                    <a:pt x="99393" y="256523"/>
                  </a:lnTo>
                  <a:lnTo>
                    <a:pt x="99371" y="256315"/>
                  </a:lnTo>
                  <a:lnTo>
                    <a:pt x="99362" y="256141"/>
                  </a:lnTo>
                  <a:lnTo>
                    <a:pt x="99393" y="255977"/>
                  </a:lnTo>
                  <a:lnTo>
                    <a:pt x="99435" y="255659"/>
                  </a:lnTo>
                  <a:lnTo>
                    <a:pt x="99222" y="255450"/>
                  </a:lnTo>
                  <a:lnTo>
                    <a:pt x="98840" y="255203"/>
                  </a:lnTo>
                  <a:lnTo>
                    <a:pt x="98968" y="254990"/>
                  </a:lnTo>
                  <a:lnTo>
                    <a:pt x="99102" y="254876"/>
                  </a:lnTo>
                  <a:lnTo>
                    <a:pt x="98767" y="254675"/>
                  </a:lnTo>
                  <a:lnTo>
                    <a:pt x="98488" y="254532"/>
                  </a:lnTo>
                  <a:lnTo>
                    <a:pt x="98343" y="254472"/>
                  </a:lnTo>
                  <a:lnTo>
                    <a:pt x="98211" y="254144"/>
                  </a:lnTo>
                  <a:lnTo>
                    <a:pt x="97956" y="253877"/>
                  </a:lnTo>
                  <a:lnTo>
                    <a:pt x="97475" y="253356"/>
                  </a:lnTo>
                  <a:lnTo>
                    <a:pt x="97455" y="252919"/>
                  </a:lnTo>
                  <a:lnTo>
                    <a:pt x="97540" y="252591"/>
                  </a:lnTo>
                  <a:lnTo>
                    <a:pt x="97381" y="252531"/>
                  </a:lnTo>
                  <a:lnTo>
                    <a:pt x="97511" y="252264"/>
                  </a:lnTo>
                  <a:lnTo>
                    <a:pt x="97714" y="251930"/>
                  </a:lnTo>
                  <a:lnTo>
                    <a:pt x="97935" y="251754"/>
                  </a:lnTo>
                  <a:lnTo>
                    <a:pt x="98108" y="251659"/>
                  </a:lnTo>
                  <a:lnTo>
                    <a:pt x="98431" y="251158"/>
                  </a:lnTo>
                  <a:lnTo>
                    <a:pt x="98598" y="251053"/>
                  </a:lnTo>
                  <a:lnTo>
                    <a:pt x="98778" y="250929"/>
                  </a:lnTo>
                  <a:lnTo>
                    <a:pt x="99390" y="250463"/>
                  </a:lnTo>
                  <a:lnTo>
                    <a:pt x="99330" y="250063"/>
                  </a:lnTo>
                  <a:lnTo>
                    <a:pt x="99223" y="249844"/>
                  </a:lnTo>
                  <a:lnTo>
                    <a:pt x="98826" y="249104"/>
                  </a:lnTo>
                  <a:lnTo>
                    <a:pt x="98817" y="248686"/>
                  </a:lnTo>
                  <a:lnTo>
                    <a:pt x="98653" y="248435"/>
                  </a:lnTo>
                  <a:lnTo>
                    <a:pt x="98584" y="248178"/>
                  </a:lnTo>
                  <a:lnTo>
                    <a:pt x="98734" y="247927"/>
                  </a:lnTo>
                  <a:lnTo>
                    <a:pt x="98779" y="247751"/>
                  </a:lnTo>
                  <a:lnTo>
                    <a:pt x="98730" y="247541"/>
                  </a:lnTo>
                  <a:lnTo>
                    <a:pt x="98787" y="247359"/>
                  </a:lnTo>
                  <a:lnTo>
                    <a:pt x="99206" y="246695"/>
                  </a:lnTo>
                  <a:lnTo>
                    <a:pt x="99356" y="246224"/>
                  </a:lnTo>
                  <a:lnTo>
                    <a:pt x="99403" y="246077"/>
                  </a:lnTo>
                  <a:lnTo>
                    <a:pt x="99509" y="245668"/>
                  </a:lnTo>
                  <a:lnTo>
                    <a:pt x="99694" y="245556"/>
                  </a:lnTo>
                  <a:lnTo>
                    <a:pt x="100082" y="245722"/>
                  </a:lnTo>
                  <a:lnTo>
                    <a:pt x="100260" y="245565"/>
                  </a:lnTo>
                  <a:lnTo>
                    <a:pt x="100282" y="244962"/>
                  </a:lnTo>
                  <a:lnTo>
                    <a:pt x="100626" y="244670"/>
                  </a:lnTo>
                  <a:lnTo>
                    <a:pt x="100858" y="244582"/>
                  </a:lnTo>
                  <a:lnTo>
                    <a:pt x="101007" y="244620"/>
                  </a:lnTo>
                  <a:lnTo>
                    <a:pt x="101114" y="244243"/>
                  </a:lnTo>
                  <a:lnTo>
                    <a:pt x="101292" y="244000"/>
                  </a:lnTo>
                  <a:lnTo>
                    <a:pt x="101425" y="243910"/>
                  </a:lnTo>
                  <a:lnTo>
                    <a:pt x="101577" y="243752"/>
                  </a:lnTo>
                  <a:lnTo>
                    <a:pt x="101808" y="243082"/>
                  </a:lnTo>
                  <a:lnTo>
                    <a:pt x="102068" y="242837"/>
                  </a:lnTo>
                  <a:lnTo>
                    <a:pt x="102416" y="242562"/>
                  </a:lnTo>
                  <a:lnTo>
                    <a:pt x="102537" y="242395"/>
                  </a:lnTo>
                  <a:lnTo>
                    <a:pt x="102726" y="242302"/>
                  </a:lnTo>
                  <a:lnTo>
                    <a:pt x="102816" y="242139"/>
                  </a:lnTo>
                  <a:lnTo>
                    <a:pt x="102928" y="241512"/>
                  </a:lnTo>
                  <a:lnTo>
                    <a:pt x="103213" y="241424"/>
                  </a:lnTo>
                  <a:lnTo>
                    <a:pt x="103404" y="241397"/>
                  </a:lnTo>
                  <a:lnTo>
                    <a:pt x="103734" y="241213"/>
                  </a:lnTo>
                  <a:lnTo>
                    <a:pt x="104237" y="240591"/>
                  </a:lnTo>
                  <a:lnTo>
                    <a:pt x="104473" y="240409"/>
                  </a:lnTo>
                  <a:lnTo>
                    <a:pt x="104928" y="240311"/>
                  </a:lnTo>
                  <a:lnTo>
                    <a:pt x="105177" y="240246"/>
                  </a:lnTo>
                  <a:lnTo>
                    <a:pt x="105381" y="240243"/>
                  </a:lnTo>
                  <a:lnTo>
                    <a:pt x="105803" y="240080"/>
                  </a:lnTo>
                  <a:lnTo>
                    <a:pt x="106297" y="240039"/>
                  </a:lnTo>
                  <a:lnTo>
                    <a:pt x="106370" y="240215"/>
                  </a:lnTo>
                  <a:lnTo>
                    <a:pt x="106530" y="240574"/>
                  </a:lnTo>
                  <a:lnTo>
                    <a:pt x="106699" y="240727"/>
                  </a:lnTo>
                  <a:lnTo>
                    <a:pt x="106957" y="240740"/>
                  </a:lnTo>
                  <a:lnTo>
                    <a:pt x="107074" y="240568"/>
                  </a:lnTo>
                  <a:lnTo>
                    <a:pt x="107033" y="240378"/>
                  </a:lnTo>
                  <a:lnTo>
                    <a:pt x="107082" y="240192"/>
                  </a:lnTo>
                  <a:lnTo>
                    <a:pt x="107221" y="239935"/>
                  </a:lnTo>
                  <a:lnTo>
                    <a:pt x="107370" y="239833"/>
                  </a:lnTo>
                  <a:lnTo>
                    <a:pt x="107845" y="239870"/>
                  </a:lnTo>
                  <a:lnTo>
                    <a:pt x="108201" y="239497"/>
                  </a:lnTo>
                  <a:lnTo>
                    <a:pt x="108564" y="239360"/>
                  </a:lnTo>
                  <a:lnTo>
                    <a:pt x="108748" y="239415"/>
                  </a:lnTo>
                  <a:lnTo>
                    <a:pt x="108982" y="239482"/>
                  </a:lnTo>
                  <a:lnTo>
                    <a:pt x="109222" y="239287"/>
                  </a:lnTo>
                  <a:lnTo>
                    <a:pt x="109513" y="238935"/>
                  </a:lnTo>
                  <a:lnTo>
                    <a:pt x="109716" y="238975"/>
                  </a:lnTo>
                  <a:lnTo>
                    <a:pt x="109861" y="239014"/>
                  </a:lnTo>
                  <a:lnTo>
                    <a:pt x="110137" y="239504"/>
                  </a:lnTo>
                  <a:lnTo>
                    <a:pt x="110295" y="239521"/>
                  </a:lnTo>
                  <a:lnTo>
                    <a:pt x="110570" y="239516"/>
                  </a:lnTo>
                  <a:lnTo>
                    <a:pt x="110969" y="239410"/>
                  </a:lnTo>
                  <a:lnTo>
                    <a:pt x="111053" y="239209"/>
                  </a:lnTo>
                  <a:lnTo>
                    <a:pt x="111318" y="238895"/>
                  </a:lnTo>
                  <a:lnTo>
                    <a:pt x="111623" y="238789"/>
                  </a:lnTo>
                  <a:lnTo>
                    <a:pt x="111884" y="238563"/>
                  </a:lnTo>
                  <a:lnTo>
                    <a:pt x="112513" y="238322"/>
                  </a:lnTo>
                  <a:lnTo>
                    <a:pt x="112903" y="238405"/>
                  </a:lnTo>
                  <a:lnTo>
                    <a:pt x="113272" y="238611"/>
                  </a:lnTo>
                  <a:lnTo>
                    <a:pt x="113296" y="238764"/>
                  </a:lnTo>
                  <a:lnTo>
                    <a:pt x="113576" y="238833"/>
                  </a:lnTo>
                  <a:lnTo>
                    <a:pt x="113920" y="239014"/>
                  </a:lnTo>
                  <a:lnTo>
                    <a:pt x="114019" y="238771"/>
                  </a:lnTo>
                  <a:lnTo>
                    <a:pt x="114121" y="238539"/>
                  </a:lnTo>
                  <a:lnTo>
                    <a:pt x="114471" y="238063"/>
                  </a:lnTo>
                  <a:lnTo>
                    <a:pt x="114458" y="237914"/>
                  </a:lnTo>
                  <a:lnTo>
                    <a:pt x="114538" y="237767"/>
                  </a:lnTo>
                  <a:lnTo>
                    <a:pt x="114785" y="237446"/>
                  </a:lnTo>
                  <a:lnTo>
                    <a:pt x="115238" y="237300"/>
                  </a:lnTo>
                  <a:lnTo>
                    <a:pt x="115423" y="237157"/>
                  </a:lnTo>
                  <a:lnTo>
                    <a:pt x="115565" y="237002"/>
                  </a:lnTo>
                  <a:lnTo>
                    <a:pt x="115722" y="236875"/>
                  </a:lnTo>
                  <a:lnTo>
                    <a:pt x="115898" y="236798"/>
                  </a:lnTo>
                  <a:lnTo>
                    <a:pt x="116078" y="236586"/>
                  </a:lnTo>
                  <a:lnTo>
                    <a:pt x="116848" y="236003"/>
                  </a:lnTo>
                  <a:lnTo>
                    <a:pt x="117012" y="236044"/>
                  </a:lnTo>
                  <a:lnTo>
                    <a:pt x="117170" y="236102"/>
                  </a:lnTo>
                  <a:lnTo>
                    <a:pt x="117351" y="236048"/>
                  </a:lnTo>
                  <a:lnTo>
                    <a:pt x="117644" y="235844"/>
                  </a:lnTo>
                  <a:lnTo>
                    <a:pt x="117874" y="235612"/>
                  </a:lnTo>
                  <a:lnTo>
                    <a:pt x="118026" y="235547"/>
                  </a:lnTo>
                  <a:lnTo>
                    <a:pt x="118265" y="235424"/>
                  </a:lnTo>
                  <a:lnTo>
                    <a:pt x="118161" y="235211"/>
                  </a:lnTo>
                  <a:lnTo>
                    <a:pt x="118162" y="234926"/>
                  </a:lnTo>
                  <a:lnTo>
                    <a:pt x="118162" y="234775"/>
                  </a:lnTo>
                  <a:lnTo>
                    <a:pt x="118143" y="234644"/>
                  </a:lnTo>
                  <a:lnTo>
                    <a:pt x="118047" y="234321"/>
                  </a:lnTo>
                  <a:lnTo>
                    <a:pt x="117865" y="234023"/>
                  </a:lnTo>
                  <a:lnTo>
                    <a:pt x="117870" y="233707"/>
                  </a:lnTo>
                  <a:lnTo>
                    <a:pt x="117958" y="233433"/>
                  </a:lnTo>
                  <a:lnTo>
                    <a:pt x="118116" y="233150"/>
                  </a:lnTo>
                  <a:lnTo>
                    <a:pt x="118402" y="232827"/>
                  </a:lnTo>
                  <a:lnTo>
                    <a:pt x="118496" y="232613"/>
                  </a:lnTo>
                  <a:lnTo>
                    <a:pt x="118700" y="232290"/>
                  </a:lnTo>
                  <a:lnTo>
                    <a:pt x="118923" y="232036"/>
                  </a:lnTo>
                  <a:lnTo>
                    <a:pt x="119114" y="231991"/>
                  </a:lnTo>
                  <a:lnTo>
                    <a:pt x="119302" y="231948"/>
                  </a:lnTo>
                  <a:lnTo>
                    <a:pt x="119536" y="231755"/>
                  </a:lnTo>
                  <a:lnTo>
                    <a:pt x="119585" y="231379"/>
                  </a:lnTo>
                  <a:lnTo>
                    <a:pt x="119697" y="231241"/>
                  </a:lnTo>
                  <a:lnTo>
                    <a:pt x="119856" y="230982"/>
                  </a:lnTo>
                  <a:lnTo>
                    <a:pt x="119990" y="230759"/>
                  </a:lnTo>
                  <a:lnTo>
                    <a:pt x="120168" y="230743"/>
                  </a:lnTo>
                  <a:lnTo>
                    <a:pt x="120377" y="230861"/>
                  </a:lnTo>
                  <a:lnTo>
                    <a:pt x="120741" y="230702"/>
                  </a:lnTo>
                  <a:lnTo>
                    <a:pt x="120888" y="230539"/>
                  </a:lnTo>
                  <a:lnTo>
                    <a:pt x="120890" y="230291"/>
                  </a:lnTo>
                  <a:lnTo>
                    <a:pt x="121221" y="230005"/>
                  </a:lnTo>
                  <a:lnTo>
                    <a:pt x="121592" y="229691"/>
                  </a:lnTo>
                  <a:lnTo>
                    <a:pt x="121700" y="229475"/>
                  </a:lnTo>
                  <a:lnTo>
                    <a:pt x="121982" y="229175"/>
                  </a:lnTo>
                  <a:lnTo>
                    <a:pt x="122153" y="228713"/>
                  </a:lnTo>
                  <a:lnTo>
                    <a:pt x="122143" y="228528"/>
                  </a:lnTo>
                  <a:lnTo>
                    <a:pt x="122472" y="228221"/>
                  </a:lnTo>
                  <a:lnTo>
                    <a:pt x="122651" y="228061"/>
                  </a:lnTo>
                  <a:lnTo>
                    <a:pt x="122664" y="227871"/>
                  </a:lnTo>
                  <a:lnTo>
                    <a:pt x="122545" y="227042"/>
                  </a:lnTo>
                  <a:lnTo>
                    <a:pt x="122401" y="226778"/>
                  </a:lnTo>
                  <a:lnTo>
                    <a:pt x="122184" y="226591"/>
                  </a:lnTo>
                  <a:lnTo>
                    <a:pt x="121862" y="226667"/>
                  </a:lnTo>
                  <a:lnTo>
                    <a:pt x="121511" y="226547"/>
                  </a:lnTo>
                  <a:lnTo>
                    <a:pt x="121670" y="226158"/>
                  </a:lnTo>
                  <a:lnTo>
                    <a:pt x="121704" y="225974"/>
                  </a:lnTo>
                  <a:lnTo>
                    <a:pt x="121714" y="225819"/>
                  </a:lnTo>
                  <a:lnTo>
                    <a:pt x="121621" y="225667"/>
                  </a:lnTo>
                  <a:lnTo>
                    <a:pt x="121437" y="225707"/>
                  </a:lnTo>
                  <a:lnTo>
                    <a:pt x="121141" y="225652"/>
                  </a:lnTo>
                  <a:lnTo>
                    <a:pt x="120855" y="225516"/>
                  </a:lnTo>
                  <a:lnTo>
                    <a:pt x="120379" y="225469"/>
                  </a:lnTo>
                  <a:lnTo>
                    <a:pt x="120224" y="225286"/>
                  </a:lnTo>
                  <a:lnTo>
                    <a:pt x="120061" y="224954"/>
                  </a:lnTo>
                  <a:lnTo>
                    <a:pt x="120150" y="224787"/>
                  </a:lnTo>
                  <a:lnTo>
                    <a:pt x="120203" y="224606"/>
                  </a:lnTo>
                  <a:lnTo>
                    <a:pt x="120171" y="224196"/>
                  </a:lnTo>
                  <a:lnTo>
                    <a:pt x="120204" y="223962"/>
                  </a:lnTo>
                  <a:lnTo>
                    <a:pt x="120063" y="223347"/>
                  </a:lnTo>
                  <a:lnTo>
                    <a:pt x="120286" y="223106"/>
                  </a:lnTo>
                  <a:lnTo>
                    <a:pt x="120317" y="222795"/>
                  </a:lnTo>
                  <a:lnTo>
                    <a:pt x="120505" y="222495"/>
                  </a:lnTo>
                  <a:lnTo>
                    <a:pt x="120664" y="222446"/>
                  </a:lnTo>
                  <a:lnTo>
                    <a:pt x="120857" y="222303"/>
                  </a:lnTo>
                  <a:lnTo>
                    <a:pt x="121103" y="222107"/>
                  </a:lnTo>
                  <a:lnTo>
                    <a:pt x="121163" y="221844"/>
                  </a:lnTo>
                  <a:lnTo>
                    <a:pt x="121222" y="221687"/>
                  </a:lnTo>
                  <a:lnTo>
                    <a:pt x="121322" y="221423"/>
                  </a:lnTo>
                  <a:lnTo>
                    <a:pt x="121332" y="221145"/>
                  </a:lnTo>
                  <a:lnTo>
                    <a:pt x="121116" y="220876"/>
                  </a:lnTo>
                  <a:lnTo>
                    <a:pt x="121091" y="220607"/>
                  </a:lnTo>
                  <a:lnTo>
                    <a:pt x="121098" y="220417"/>
                  </a:lnTo>
                  <a:lnTo>
                    <a:pt x="121046" y="220061"/>
                  </a:lnTo>
                  <a:lnTo>
                    <a:pt x="120586" y="219874"/>
                  </a:lnTo>
                  <a:lnTo>
                    <a:pt x="120424" y="219629"/>
                  </a:lnTo>
                  <a:lnTo>
                    <a:pt x="120468" y="219179"/>
                  </a:lnTo>
                  <a:lnTo>
                    <a:pt x="120304" y="218796"/>
                  </a:lnTo>
                  <a:lnTo>
                    <a:pt x="120231" y="218607"/>
                  </a:lnTo>
                  <a:lnTo>
                    <a:pt x="120434" y="218259"/>
                  </a:lnTo>
                  <a:lnTo>
                    <a:pt x="120621" y="218110"/>
                  </a:lnTo>
                  <a:lnTo>
                    <a:pt x="120412" y="217684"/>
                  </a:lnTo>
                  <a:lnTo>
                    <a:pt x="120185" y="217390"/>
                  </a:lnTo>
                  <a:lnTo>
                    <a:pt x="120138" y="216979"/>
                  </a:lnTo>
                  <a:lnTo>
                    <a:pt x="120169" y="216797"/>
                  </a:lnTo>
                  <a:lnTo>
                    <a:pt x="120200" y="216474"/>
                  </a:lnTo>
                  <a:lnTo>
                    <a:pt x="120222" y="216203"/>
                  </a:lnTo>
                  <a:lnTo>
                    <a:pt x="120091" y="215993"/>
                  </a:lnTo>
                  <a:lnTo>
                    <a:pt x="119717" y="215812"/>
                  </a:lnTo>
                  <a:lnTo>
                    <a:pt x="119666" y="215625"/>
                  </a:lnTo>
                  <a:lnTo>
                    <a:pt x="119656" y="215388"/>
                  </a:lnTo>
                  <a:lnTo>
                    <a:pt x="119488" y="215102"/>
                  </a:lnTo>
                  <a:lnTo>
                    <a:pt x="119096" y="215358"/>
                  </a:lnTo>
                  <a:lnTo>
                    <a:pt x="118919" y="215472"/>
                  </a:lnTo>
                  <a:lnTo>
                    <a:pt x="118714" y="215685"/>
                  </a:lnTo>
                  <a:lnTo>
                    <a:pt x="118681" y="215836"/>
                  </a:lnTo>
                  <a:lnTo>
                    <a:pt x="118033" y="215814"/>
                  </a:lnTo>
                  <a:lnTo>
                    <a:pt x="117865" y="215846"/>
                  </a:lnTo>
                  <a:lnTo>
                    <a:pt x="117431" y="215702"/>
                  </a:lnTo>
                  <a:lnTo>
                    <a:pt x="117198" y="215586"/>
                  </a:lnTo>
                  <a:lnTo>
                    <a:pt x="117065" y="215511"/>
                  </a:lnTo>
                  <a:lnTo>
                    <a:pt x="116896" y="215207"/>
                  </a:lnTo>
                  <a:lnTo>
                    <a:pt x="116945" y="214914"/>
                  </a:lnTo>
                  <a:lnTo>
                    <a:pt x="117010" y="214642"/>
                  </a:lnTo>
                  <a:lnTo>
                    <a:pt x="117092" y="214450"/>
                  </a:lnTo>
                  <a:lnTo>
                    <a:pt x="117180" y="213866"/>
                  </a:lnTo>
                  <a:lnTo>
                    <a:pt x="117060" y="213552"/>
                  </a:lnTo>
                  <a:lnTo>
                    <a:pt x="116879" y="213409"/>
                  </a:lnTo>
                  <a:lnTo>
                    <a:pt x="116884" y="212986"/>
                  </a:lnTo>
                  <a:lnTo>
                    <a:pt x="116488" y="212683"/>
                  </a:lnTo>
                  <a:lnTo>
                    <a:pt x="116379" y="212348"/>
                  </a:lnTo>
                  <a:lnTo>
                    <a:pt x="116929" y="211989"/>
                  </a:lnTo>
                  <a:lnTo>
                    <a:pt x="117006" y="211519"/>
                  </a:lnTo>
                  <a:lnTo>
                    <a:pt x="117000" y="211251"/>
                  </a:lnTo>
                  <a:lnTo>
                    <a:pt x="117384" y="210821"/>
                  </a:lnTo>
                  <a:lnTo>
                    <a:pt x="117789" y="210554"/>
                  </a:lnTo>
                  <a:lnTo>
                    <a:pt x="118032" y="210488"/>
                  </a:lnTo>
                  <a:lnTo>
                    <a:pt x="118258" y="210441"/>
                  </a:lnTo>
                  <a:lnTo>
                    <a:pt x="118701" y="210695"/>
                  </a:lnTo>
                  <a:lnTo>
                    <a:pt x="118811" y="210869"/>
                  </a:lnTo>
                  <a:lnTo>
                    <a:pt x="118961" y="211108"/>
                  </a:lnTo>
                  <a:lnTo>
                    <a:pt x="119297" y="211442"/>
                  </a:lnTo>
                  <a:lnTo>
                    <a:pt x="119237" y="211668"/>
                  </a:lnTo>
                  <a:lnTo>
                    <a:pt x="119372" y="211861"/>
                  </a:lnTo>
                  <a:lnTo>
                    <a:pt x="119709" y="212189"/>
                  </a:lnTo>
                  <a:lnTo>
                    <a:pt x="119906" y="212329"/>
                  </a:lnTo>
                  <a:lnTo>
                    <a:pt x="120120" y="212352"/>
                  </a:lnTo>
                  <a:lnTo>
                    <a:pt x="120354" y="212049"/>
                  </a:lnTo>
                  <a:lnTo>
                    <a:pt x="120272" y="211907"/>
                  </a:lnTo>
                  <a:lnTo>
                    <a:pt x="120544" y="211544"/>
                  </a:lnTo>
                  <a:lnTo>
                    <a:pt x="120323" y="211171"/>
                  </a:lnTo>
                  <a:lnTo>
                    <a:pt x="120113" y="210747"/>
                  </a:lnTo>
                  <a:lnTo>
                    <a:pt x="119914" y="210561"/>
                  </a:lnTo>
                  <a:lnTo>
                    <a:pt x="120067" y="210237"/>
                  </a:lnTo>
                  <a:lnTo>
                    <a:pt x="120371" y="209894"/>
                  </a:lnTo>
                  <a:lnTo>
                    <a:pt x="120446" y="209735"/>
                  </a:lnTo>
                  <a:lnTo>
                    <a:pt x="120608" y="209549"/>
                  </a:lnTo>
                  <a:lnTo>
                    <a:pt x="120791" y="209410"/>
                  </a:lnTo>
                  <a:lnTo>
                    <a:pt x="120965" y="209435"/>
                  </a:lnTo>
                  <a:lnTo>
                    <a:pt x="121254" y="209614"/>
                  </a:lnTo>
                  <a:lnTo>
                    <a:pt x="121384" y="209725"/>
                  </a:lnTo>
                  <a:lnTo>
                    <a:pt x="122287" y="209817"/>
                  </a:lnTo>
                  <a:lnTo>
                    <a:pt x="122453" y="209919"/>
                  </a:lnTo>
                  <a:lnTo>
                    <a:pt x="122779" y="210053"/>
                  </a:lnTo>
                  <a:lnTo>
                    <a:pt x="123081" y="210149"/>
                  </a:lnTo>
                  <a:lnTo>
                    <a:pt x="123429" y="209902"/>
                  </a:lnTo>
                  <a:lnTo>
                    <a:pt x="123727" y="209857"/>
                  </a:lnTo>
                  <a:lnTo>
                    <a:pt x="123939" y="209826"/>
                  </a:lnTo>
                  <a:lnTo>
                    <a:pt x="124143" y="209874"/>
                  </a:lnTo>
                  <a:lnTo>
                    <a:pt x="124180" y="209291"/>
                  </a:lnTo>
                  <a:lnTo>
                    <a:pt x="124102" y="209129"/>
                  </a:lnTo>
                  <a:lnTo>
                    <a:pt x="124087" y="208734"/>
                  </a:lnTo>
                  <a:lnTo>
                    <a:pt x="124626" y="208505"/>
                  </a:lnTo>
                  <a:lnTo>
                    <a:pt x="124927" y="208306"/>
                  </a:lnTo>
                  <a:lnTo>
                    <a:pt x="125126" y="208357"/>
                  </a:lnTo>
                  <a:lnTo>
                    <a:pt x="125533" y="208431"/>
                  </a:lnTo>
                  <a:lnTo>
                    <a:pt x="125834" y="208034"/>
                  </a:lnTo>
                  <a:lnTo>
                    <a:pt x="126104" y="207888"/>
                  </a:lnTo>
                  <a:lnTo>
                    <a:pt x="126444" y="207912"/>
                  </a:lnTo>
                  <a:lnTo>
                    <a:pt x="126545" y="207366"/>
                  </a:lnTo>
                  <a:lnTo>
                    <a:pt x="126880" y="206709"/>
                  </a:lnTo>
                  <a:lnTo>
                    <a:pt x="127145" y="206341"/>
                  </a:lnTo>
                  <a:lnTo>
                    <a:pt x="127561" y="206401"/>
                  </a:lnTo>
                  <a:lnTo>
                    <a:pt x="127723" y="206371"/>
                  </a:lnTo>
                  <a:lnTo>
                    <a:pt x="127811" y="206172"/>
                  </a:lnTo>
                  <a:lnTo>
                    <a:pt x="128085" y="205815"/>
                  </a:lnTo>
                  <a:lnTo>
                    <a:pt x="128055" y="205535"/>
                  </a:lnTo>
                  <a:lnTo>
                    <a:pt x="127827" y="205103"/>
                  </a:lnTo>
                  <a:lnTo>
                    <a:pt x="127703" y="204734"/>
                  </a:lnTo>
                  <a:lnTo>
                    <a:pt x="127769" y="204606"/>
                  </a:lnTo>
                  <a:lnTo>
                    <a:pt x="127819" y="204454"/>
                  </a:lnTo>
                  <a:lnTo>
                    <a:pt x="127791" y="204197"/>
                  </a:lnTo>
                  <a:lnTo>
                    <a:pt x="127868" y="204019"/>
                  </a:lnTo>
                  <a:lnTo>
                    <a:pt x="127942" y="203662"/>
                  </a:lnTo>
                  <a:lnTo>
                    <a:pt x="127818" y="203135"/>
                  </a:lnTo>
                  <a:lnTo>
                    <a:pt x="127687" y="202992"/>
                  </a:lnTo>
                  <a:lnTo>
                    <a:pt x="127553" y="202834"/>
                  </a:lnTo>
                  <a:lnTo>
                    <a:pt x="127410" y="202895"/>
                  </a:lnTo>
                  <a:lnTo>
                    <a:pt x="127183" y="202881"/>
                  </a:lnTo>
                  <a:lnTo>
                    <a:pt x="126929" y="202687"/>
                  </a:lnTo>
                  <a:lnTo>
                    <a:pt x="126981" y="202238"/>
                  </a:lnTo>
                  <a:lnTo>
                    <a:pt x="127050" y="201659"/>
                  </a:lnTo>
                  <a:lnTo>
                    <a:pt x="127491" y="201692"/>
                  </a:lnTo>
                  <a:lnTo>
                    <a:pt x="127813" y="201672"/>
                  </a:lnTo>
                  <a:lnTo>
                    <a:pt x="127954" y="201607"/>
                  </a:lnTo>
                  <a:lnTo>
                    <a:pt x="128114" y="201473"/>
                  </a:lnTo>
                  <a:lnTo>
                    <a:pt x="128288" y="201135"/>
                  </a:lnTo>
                  <a:lnTo>
                    <a:pt x="128346" y="200896"/>
                  </a:lnTo>
                  <a:lnTo>
                    <a:pt x="128670" y="200583"/>
                  </a:lnTo>
                  <a:lnTo>
                    <a:pt x="128799" y="200595"/>
                  </a:lnTo>
                  <a:lnTo>
                    <a:pt x="129160" y="200908"/>
                  </a:lnTo>
                  <a:lnTo>
                    <a:pt x="129243" y="201420"/>
                  </a:lnTo>
                  <a:lnTo>
                    <a:pt x="129162" y="201624"/>
                  </a:lnTo>
                  <a:lnTo>
                    <a:pt x="129283" y="202146"/>
                  </a:lnTo>
                  <a:lnTo>
                    <a:pt x="129493" y="202330"/>
                  </a:lnTo>
                  <a:lnTo>
                    <a:pt x="129694" y="202329"/>
                  </a:lnTo>
                  <a:lnTo>
                    <a:pt x="129898" y="201879"/>
                  </a:lnTo>
                  <a:lnTo>
                    <a:pt x="129965" y="201737"/>
                  </a:lnTo>
                  <a:lnTo>
                    <a:pt x="130196" y="201362"/>
                  </a:lnTo>
                  <a:lnTo>
                    <a:pt x="130406" y="201117"/>
                  </a:lnTo>
                  <a:lnTo>
                    <a:pt x="130821" y="200911"/>
                  </a:lnTo>
                  <a:lnTo>
                    <a:pt x="131154" y="200988"/>
                  </a:lnTo>
                  <a:lnTo>
                    <a:pt x="131325" y="200876"/>
                  </a:lnTo>
                  <a:lnTo>
                    <a:pt x="131605" y="200745"/>
                  </a:lnTo>
                  <a:lnTo>
                    <a:pt x="131885" y="200647"/>
                  </a:lnTo>
                  <a:lnTo>
                    <a:pt x="132279" y="200392"/>
                  </a:lnTo>
                  <a:lnTo>
                    <a:pt x="132472" y="200248"/>
                  </a:lnTo>
                  <a:lnTo>
                    <a:pt x="132785" y="199942"/>
                  </a:lnTo>
                  <a:lnTo>
                    <a:pt x="133104" y="199456"/>
                  </a:lnTo>
                  <a:lnTo>
                    <a:pt x="133497" y="198974"/>
                  </a:lnTo>
                  <a:lnTo>
                    <a:pt x="133738" y="198650"/>
                  </a:lnTo>
                  <a:lnTo>
                    <a:pt x="133880" y="198583"/>
                  </a:lnTo>
                  <a:lnTo>
                    <a:pt x="134127" y="198643"/>
                  </a:lnTo>
                  <a:lnTo>
                    <a:pt x="134235" y="198914"/>
                  </a:lnTo>
                  <a:lnTo>
                    <a:pt x="134643" y="199086"/>
                  </a:lnTo>
                  <a:lnTo>
                    <a:pt x="134740" y="198948"/>
                  </a:lnTo>
                  <a:lnTo>
                    <a:pt x="134886" y="198647"/>
                  </a:lnTo>
                  <a:lnTo>
                    <a:pt x="135403" y="198263"/>
                  </a:lnTo>
                  <a:lnTo>
                    <a:pt x="135609" y="198128"/>
                  </a:lnTo>
                  <a:lnTo>
                    <a:pt x="135742" y="198044"/>
                  </a:lnTo>
                  <a:lnTo>
                    <a:pt x="135908" y="197565"/>
                  </a:lnTo>
                  <a:lnTo>
                    <a:pt x="136446" y="196734"/>
                  </a:lnTo>
                  <a:lnTo>
                    <a:pt x="136716" y="196824"/>
                  </a:lnTo>
                  <a:lnTo>
                    <a:pt x="136682" y="197118"/>
                  </a:lnTo>
                  <a:lnTo>
                    <a:pt x="137375" y="197404"/>
                  </a:lnTo>
                  <a:lnTo>
                    <a:pt x="137683" y="197310"/>
                  </a:lnTo>
                  <a:lnTo>
                    <a:pt x="137723" y="197481"/>
                  </a:lnTo>
                  <a:lnTo>
                    <a:pt x="138068" y="197918"/>
                  </a:lnTo>
                  <a:lnTo>
                    <a:pt x="137846" y="198262"/>
                  </a:lnTo>
                  <a:lnTo>
                    <a:pt x="137806" y="198453"/>
                  </a:lnTo>
                  <a:lnTo>
                    <a:pt x="138101" y="198859"/>
                  </a:lnTo>
                  <a:lnTo>
                    <a:pt x="138236" y="198903"/>
                  </a:lnTo>
                  <a:lnTo>
                    <a:pt x="138293" y="198743"/>
                  </a:lnTo>
                  <a:lnTo>
                    <a:pt x="138425" y="198422"/>
                  </a:lnTo>
                  <a:lnTo>
                    <a:pt x="138642" y="198361"/>
                  </a:lnTo>
                  <a:lnTo>
                    <a:pt x="138923" y="198470"/>
                  </a:lnTo>
                  <a:lnTo>
                    <a:pt x="138904" y="198928"/>
                  </a:lnTo>
                  <a:lnTo>
                    <a:pt x="138846" y="199161"/>
                  </a:lnTo>
                  <a:lnTo>
                    <a:pt x="138973" y="199562"/>
                  </a:lnTo>
                  <a:lnTo>
                    <a:pt x="138772" y="199906"/>
                  </a:lnTo>
                  <a:lnTo>
                    <a:pt x="138876" y="200241"/>
                  </a:lnTo>
                  <a:lnTo>
                    <a:pt x="139078" y="200289"/>
                  </a:lnTo>
                  <a:lnTo>
                    <a:pt x="139217" y="200359"/>
                  </a:lnTo>
                  <a:lnTo>
                    <a:pt x="139427" y="200781"/>
                  </a:lnTo>
                  <a:lnTo>
                    <a:pt x="139544" y="200981"/>
                  </a:lnTo>
                  <a:lnTo>
                    <a:pt x="139471" y="201776"/>
                  </a:lnTo>
                  <a:lnTo>
                    <a:pt x="139723" y="201989"/>
                  </a:lnTo>
                  <a:lnTo>
                    <a:pt x="139868" y="202018"/>
                  </a:lnTo>
                  <a:lnTo>
                    <a:pt x="140248" y="202186"/>
                  </a:lnTo>
                  <a:lnTo>
                    <a:pt x="140916" y="202367"/>
                  </a:lnTo>
                  <a:lnTo>
                    <a:pt x="141334" y="202477"/>
                  </a:lnTo>
                  <a:lnTo>
                    <a:pt x="141405" y="202672"/>
                  </a:lnTo>
                  <a:lnTo>
                    <a:pt x="141613" y="202756"/>
                  </a:lnTo>
                  <a:lnTo>
                    <a:pt x="141888" y="202884"/>
                  </a:lnTo>
                  <a:lnTo>
                    <a:pt x="142025" y="203016"/>
                  </a:lnTo>
                  <a:lnTo>
                    <a:pt x="142031" y="203167"/>
                  </a:lnTo>
                  <a:lnTo>
                    <a:pt x="142302" y="203647"/>
                  </a:lnTo>
                  <a:lnTo>
                    <a:pt x="142565" y="203739"/>
                  </a:lnTo>
                  <a:lnTo>
                    <a:pt x="143211" y="203472"/>
                  </a:lnTo>
                  <a:lnTo>
                    <a:pt x="143548" y="203647"/>
                  </a:lnTo>
                  <a:lnTo>
                    <a:pt x="143740" y="203853"/>
                  </a:lnTo>
                  <a:lnTo>
                    <a:pt x="143828" y="204038"/>
                  </a:lnTo>
                  <a:lnTo>
                    <a:pt x="144023" y="204257"/>
                  </a:lnTo>
                  <a:lnTo>
                    <a:pt x="144219" y="204358"/>
                  </a:lnTo>
                  <a:lnTo>
                    <a:pt x="144370" y="204526"/>
                  </a:lnTo>
                  <a:lnTo>
                    <a:pt x="144484" y="204770"/>
                  </a:lnTo>
                  <a:lnTo>
                    <a:pt x="144636" y="204774"/>
                  </a:lnTo>
                  <a:lnTo>
                    <a:pt x="145103" y="204511"/>
                  </a:lnTo>
                  <a:lnTo>
                    <a:pt x="145348" y="204228"/>
                  </a:lnTo>
                  <a:lnTo>
                    <a:pt x="145414" y="203835"/>
                  </a:lnTo>
                  <a:lnTo>
                    <a:pt x="145647" y="203444"/>
                  </a:lnTo>
                  <a:lnTo>
                    <a:pt x="146224" y="203208"/>
                  </a:lnTo>
                  <a:lnTo>
                    <a:pt x="146357" y="202820"/>
                  </a:lnTo>
                  <a:lnTo>
                    <a:pt x="146492" y="202632"/>
                  </a:lnTo>
                  <a:lnTo>
                    <a:pt x="146648" y="202489"/>
                  </a:lnTo>
                  <a:lnTo>
                    <a:pt x="146455" y="202163"/>
                  </a:lnTo>
                  <a:lnTo>
                    <a:pt x="146459" y="201893"/>
                  </a:lnTo>
                  <a:lnTo>
                    <a:pt x="146608" y="201551"/>
                  </a:lnTo>
                  <a:lnTo>
                    <a:pt x="146635" y="201133"/>
                  </a:lnTo>
                  <a:lnTo>
                    <a:pt x="146614" y="200856"/>
                  </a:lnTo>
                  <a:lnTo>
                    <a:pt x="147078" y="200164"/>
                  </a:lnTo>
                  <a:lnTo>
                    <a:pt x="147329" y="199954"/>
                  </a:lnTo>
                  <a:lnTo>
                    <a:pt x="147560" y="199774"/>
                  </a:lnTo>
                  <a:lnTo>
                    <a:pt x="147623" y="199567"/>
                  </a:lnTo>
                  <a:lnTo>
                    <a:pt x="147871" y="199405"/>
                  </a:lnTo>
                  <a:lnTo>
                    <a:pt x="148007" y="199364"/>
                  </a:lnTo>
                  <a:lnTo>
                    <a:pt x="148291" y="199324"/>
                  </a:lnTo>
                  <a:lnTo>
                    <a:pt x="148596" y="199116"/>
                  </a:lnTo>
                  <a:lnTo>
                    <a:pt x="148732" y="199014"/>
                  </a:lnTo>
                  <a:lnTo>
                    <a:pt x="148999" y="198794"/>
                  </a:lnTo>
                  <a:lnTo>
                    <a:pt x="149269" y="198403"/>
                  </a:lnTo>
                  <a:lnTo>
                    <a:pt x="149400" y="198381"/>
                  </a:lnTo>
                  <a:lnTo>
                    <a:pt x="149685" y="198837"/>
                  </a:lnTo>
                  <a:lnTo>
                    <a:pt x="149839" y="198698"/>
                  </a:lnTo>
                  <a:lnTo>
                    <a:pt x="150065" y="198599"/>
                  </a:lnTo>
                  <a:lnTo>
                    <a:pt x="150453" y="198346"/>
                  </a:lnTo>
                  <a:lnTo>
                    <a:pt x="150585" y="198311"/>
                  </a:lnTo>
                  <a:lnTo>
                    <a:pt x="150812" y="198373"/>
                  </a:lnTo>
                  <a:lnTo>
                    <a:pt x="150945" y="198429"/>
                  </a:lnTo>
                  <a:lnTo>
                    <a:pt x="151193" y="198200"/>
                  </a:lnTo>
                  <a:lnTo>
                    <a:pt x="151382" y="198192"/>
                  </a:lnTo>
                  <a:lnTo>
                    <a:pt x="152377" y="197157"/>
                  </a:lnTo>
                  <a:lnTo>
                    <a:pt x="152575" y="197089"/>
                  </a:lnTo>
                  <a:lnTo>
                    <a:pt x="152722" y="197188"/>
                  </a:lnTo>
                  <a:lnTo>
                    <a:pt x="152953" y="197268"/>
                  </a:lnTo>
                  <a:lnTo>
                    <a:pt x="153270" y="197493"/>
                  </a:lnTo>
                  <a:lnTo>
                    <a:pt x="153797" y="197553"/>
                  </a:lnTo>
                  <a:lnTo>
                    <a:pt x="154098" y="197437"/>
                  </a:lnTo>
                  <a:lnTo>
                    <a:pt x="154352" y="197085"/>
                  </a:lnTo>
                  <a:lnTo>
                    <a:pt x="154456" y="196856"/>
                  </a:lnTo>
                  <a:lnTo>
                    <a:pt x="154487" y="196724"/>
                  </a:lnTo>
                  <a:lnTo>
                    <a:pt x="154727" y="196390"/>
                  </a:lnTo>
                  <a:lnTo>
                    <a:pt x="155563" y="196839"/>
                  </a:lnTo>
                  <a:lnTo>
                    <a:pt x="156273" y="196616"/>
                  </a:lnTo>
                  <a:lnTo>
                    <a:pt x="156473" y="196977"/>
                  </a:lnTo>
                  <a:lnTo>
                    <a:pt x="156817" y="196823"/>
                  </a:lnTo>
                  <a:lnTo>
                    <a:pt x="157254" y="196830"/>
                  </a:lnTo>
                  <a:lnTo>
                    <a:pt x="157563" y="197461"/>
                  </a:lnTo>
                  <a:lnTo>
                    <a:pt x="158339" y="197499"/>
                  </a:lnTo>
                  <a:lnTo>
                    <a:pt x="158437" y="197063"/>
                  </a:lnTo>
                  <a:lnTo>
                    <a:pt x="158413" y="196419"/>
                  </a:lnTo>
                  <a:lnTo>
                    <a:pt x="158405" y="196097"/>
                  </a:lnTo>
                  <a:lnTo>
                    <a:pt x="158516" y="195773"/>
                  </a:lnTo>
                  <a:lnTo>
                    <a:pt x="158685" y="195697"/>
                  </a:lnTo>
                  <a:lnTo>
                    <a:pt x="158813" y="195593"/>
                  </a:lnTo>
                  <a:lnTo>
                    <a:pt x="158841" y="195443"/>
                  </a:lnTo>
                  <a:lnTo>
                    <a:pt x="158938" y="195316"/>
                  </a:lnTo>
                  <a:lnTo>
                    <a:pt x="159112" y="195451"/>
                  </a:lnTo>
                  <a:lnTo>
                    <a:pt x="159624" y="195484"/>
                  </a:lnTo>
                  <a:lnTo>
                    <a:pt x="159484" y="194555"/>
                  </a:lnTo>
                  <a:lnTo>
                    <a:pt x="159475" y="194201"/>
                  </a:lnTo>
                  <a:lnTo>
                    <a:pt x="159800" y="193913"/>
                  </a:lnTo>
                  <a:lnTo>
                    <a:pt x="160252" y="193509"/>
                  </a:lnTo>
                  <a:lnTo>
                    <a:pt x="160417" y="193499"/>
                  </a:lnTo>
                  <a:lnTo>
                    <a:pt x="160737" y="193320"/>
                  </a:lnTo>
                  <a:lnTo>
                    <a:pt x="160911" y="193406"/>
                  </a:lnTo>
                  <a:lnTo>
                    <a:pt x="161045" y="193515"/>
                  </a:lnTo>
                  <a:lnTo>
                    <a:pt x="161216" y="193519"/>
                  </a:lnTo>
                  <a:lnTo>
                    <a:pt x="161406" y="193516"/>
                  </a:lnTo>
                  <a:lnTo>
                    <a:pt x="161556" y="193587"/>
                  </a:lnTo>
                  <a:lnTo>
                    <a:pt x="161732" y="193694"/>
                  </a:lnTo>
                  <a:lnTo>
                    <a:pt x="161883" y="193764"/>
                  </a:lnTo>
                  <a:lnTo>
                    <a:pt x="162065" y="193821"/>
                  </a:lnTo>
                  <a:lnTo>
                    <a:pt x="162204" y="193756"/>
                  </a:lnTo>
                  <a:lnTo>
                    <a:pt x="162401" y="193838"/>
                  </a:lnTo>
                  <a:lnTo>
                    <a:pt x="162536" y="193848"/>
                  </a:lnTo>
                  <a:lnTo>
                    <a:pt x="162743" y="193775"/>
                  </a:lnTo>
                  <a:lnTo>
                    <a:pt x="162797" y="193629"/>
                  </a:lnTo>
                  <a:lnTo>
                    <a:pt x="163279" y="193428"/>
                  </a:lnTo>
                  <a:lnTo>
                    <a:pt x="163824" y="193112"/>
                  </a:lnTo>
                  <a:lnTo>
                    <a:pt x="164007" y="193004"/>
                  </a:lnTo>
                  <a:lnTo>
                    <a:pt x="164275" y="192723"/>
                  </a:lnTo>
                  <a:lnTo>
                    <a:pt x="164855" y="192777"/>
                  </a:lnTo>
                  <a:lnTo>
                    <a:pt x="165144" y="192543"/>
                  </a:lnTo>
                  <a:lnTo>
                    <a:pt x="165552" y="192412"/>
                  </a:lnTo>
                  <a:lnTo>
                    <a:pt x="166196" y="192403"/>
                  </a:lnTo>
                  <a:lnTo>
                    <a:pt x="166537" y="192098"/>
                  </a:lnTo>
                  <a:lnTo>
                    <a:pt x="167404" y="192079"/>
                  </a:lnTo>
                  <a:lnTo>
                    <a:pt x="167723" y="192201"/>
                  </a:lnTo>
                  <a:lnTo>
                    <a:pt x="168025" y="192329"/>
                  </a:lnTo>
                  <a:lnTo>
                    <a:pt x="168440" y="192231"/>
                  </a:lnTo>
                  <a:lnTo>
                    <a:pt x="168587" y="191934"/>
                  </a:lnTo>
                  <a:lnTo>
                    <a:pt x="168692" y="191299"/>
                  </a:lnTo>
                  <a:lnTo>
                    <a:pt x="168690" y="191053"/>
                  </a:lnTo>
                  <a:lnTo>
                    <a:pt x="168604" y="190898"/>
                  </a:lnTo>
                  <a:lnTo>
                    <a:pt x="168619" y="190559"/>
                  </a:lnTo>
                  <a:lnTo>
                    <a:pt x="169065" y="190337"/>
                  </a:lnTo>
                  <a:lnTo>
                    <a:pt x="169017" y="190191"/>
                  </a:lnTo>
                  <a:lnTo>
                    <a:pt x="168804" y="190074"/>
                  </a:lnTo>
                  <a:lnTo>
                    <a:pt x="168723" y="189526"/>
                  </a:lnTo>
                  <a:lnTo>
                    <a:pt x="168676" y="189373"/>
                  </a:lnTo>
                  <a:lnTo>
                    <a:pt x="168976" y="189103"/>
                  </a:lnTo>
                  <a:lnTo>
                    <a:pt x="169140" y="189026"/>
                  </a:lnTo>
                  <a:lnTo>
                    <a:pt x="169334" y="188521"/>
                  </a:lnTo>
                  <a:lnTo>
                    <a:pt x="169249" y="188345"/>
                  </a:lnTo>
                  <a:lnTo>
                    <a:pt x="169290" y="188103"/>
                  </a:lnTo>
                  <a:lnTo>
                    <a:pt x="169122" y="187716"/>
                  </a:lnTo>
                  <a:lnTo>
                    <a:pt x="168904" y="187687"/>
                  </a:lnTo>
                  <a:lnTo>
                    <a:pt x="168522" y="187592"/>
                  </a:lnTo>
                  <a:lnTo>
                    <a:pt x="168239" y="187694"/>
                  </a:lnTo>
                  <a:lnTo>
                    <a:pt x="168062" y="187627"/>
                  </a:lnTo>
                  <a:lnTo>
                    <a:pt x="167891" y="187362"/>
                  </a:lnTo>
                  <a:lnTo>
                    <a:pt x="167828" y="187183"/>
                  </a:lnTo>
                  <a:lnTo>
                    <a:pt x="167744" y="186972"/>
                  </a:lnTo>
                  <a:lnTo>
                    <a:pt x="167221" y="186699"/>
                  </a:lnTo>
                  <a:lnTo>
                    <a:pt x="167151" y="186560"/>
                  </a:lnTo>
                  <a:lnTo>
                    <a:pt x="166992" y="186229"/>
                  </a:lnTo>
                  <a:lnTo>
                    <a:pt x="167257" y="186076"/>
                  </a:lnTo>
                  <a:lnTo>
                    <a:pt x="167402" y="185983"/>
                  </a:lnTo>
                  <a:lnTo>
                    <a:pt x="168191" y="185593"/>
                  </a:lnTo>
                  <a:lnTo>
                    <a:pt x="168236" y="185458"/>
                  </a:lnTo>
                  <a:lnTo>
                    <a:pt x="168328" y="185106"/>
                  </a:lnTo>
                  <a:lnTo>
                    <a:pt x="168710" y="184984"/>
                  </a:lnTo>
                  <a:lnTo>
                    <a:pt x="168923" y="184887"/>
                  </a:lnTo>
                  <a:lnTo>
                    <a:pt x="168907" y="184693"/>
                  </a:lnTo>
                  <a:lnTo>
                    <a:pt x="169613" y="184433"/>
                  </a:lnTo>
                  <a:lnTo>
                    <a:pt x="170135" y="183972"/>
                  </a:lnTo>
                  <a:lnTo>
                    <a:pt x="170427" y="183777"/>
                  </a:lnTo>
                  <a:lnTo>
                    <a:pt x="170684" y="183592"/>
                  </a:lnTo>
                  <a:lnTo>
                    <a:pt x="170921" y="183422"/>
                  </a:lnTo>
                  <a:lnTo>
                    <a:pt x="171238" y="183231"/>
                  </a:lnTo>
                  <a:lnTo>
                    <a:pt x="171546" y="183195"/>
                  </a:lnTo>
                  <a:lnTo>
                    <a:pt x="171504" y="183517"/>
                  </a:lnTo>
                  <a:lnTo>
                    <a:pt x="171469" y="183865"/>
                  </a:lnTo>
                  <a:lnTo>
                    <a:pt x="171538" y="184061"/>
                  </a:lnTo>
                  <a:lnTo>
                    <a:pt x="171752" y="184588"/>
                  </a:lnTo>
                  <a:lnTo>
                    <a:pt x="172045" y="184842"/>
                  </a:lnTo>
                  <a:lnTo>
                    <a:pt x="171939" y="185056"/>
                  </a:lnTo>
                  <a:lnTo>
                    <a:pt x="172225" y="185149"/>
                  </a:lnTo>
                  <a:lnTo>
                    <a:pt x="172394" y="185261"/>
                  </a:lnTo>
                  <a:lnTo>
                    <a:pt x="172579" y="185362"/>
                  </a:lnTo>
                  <a:lnTo>
                    <a:pt x="172970" y="185271"/>
                  </a:lnTo>
                  <a:lnTo>
                    <a:pt x="173108" y="185285"/>
                  </a:lnTo>
                  <a:lnTo>
                    <a:pt x="173467" y="185274"/>
                  </a:lnTo>
                  <a:lnTo>
                    <a:pt x="173570" y="185403"/>
                  </a:lnTo>
                  <a:lnTo>
                    <a:pt x="173857" y="185557"/>
                  </a:lnTo>
                  <a:lnTo>
                    <a:pt x="174233" y="185238"/>
                  </a:lnTo>
                  <a:lnTo>
                    <a:pt x="174228" y="185070"/>
                  </a:lnTo>
                  <a:lnTo>
                    <a:pt x="174022" y="184691"/>
                  </a:lnTo>
                  <a:lnTo>
                    <a:pt x="173827" y="184472"/>
                  </a:lnTo>
                  <a:lnTo>
                    <a:pt x="173934" y="184141"/>
                  </a:lnTo>
                  <a:lnTo>
                    <a:pt x="174009" y="183932"/>
                  </a:lnTo>
                  <a:lnTo>
                    <a:pt x="174461" y="183816"/>
                  </a:lnTo>
                  <a:lnTo>
                    <a:pt x="175043" y="183844"/>
                  </a:lnTo>
                  <a:lnTo>
                    <a:pt x="175200" y="183973"/>
                  </a:lnTo>
                  <a:lnTo>
                    <a:pt x="175442" y="184139"/>
                  </a:lnTo>
                  <a:lnTo>
                    <a:pt x="175602" y="184132"/>
                  </a:lnTo>
                  <a:lnTo>
                    <a:pt x="175917" y="183950"/>
                  </a:lnTo>
                  <a:lnTo>
                    <a:pt x="176297" y="183829"/>
                  </a:lnTo>
                  <a:lnTo>
                    <a:pt x="176493" y="183790"/>
                  </a:lnTo>
                  <a:lnTo>
                    <a:pt x="176626" y="183616"/>
                  </a:lnTo>
                  <a:lnTo>
                    <a:pt x="176926" y="183404"/>
                  </a:lnTo>
                  <a:lnTo>
                    <a:pt x="177455" y="183606"/>
                  </a:lnTo>
                  <a:lnTo>
                    <a:pt x="177585" y="183725"/>
                  </a:lnTo>
                  <a:lnTo>
                    <a:pt x="177818" y="184424"/>
                  </a:lnTo>
                  <a:lnTo>
                    <a:pt x="177807" y="184608"/>
                  </a:lnTo>
                  <a:lnTo>
                    <a:pt x="177883" y="184807"/>
                  </a:lnTo>
                  <a:lnTo>
                    <a:pt x="178060" y="184905"/>
                  </a:lnTo>
                  <a:lnTo>
                    <a:pt x="178305" y="184681"/>
                  </a:lnTo>
                  <a:lnTo>
                    <a:pt x="178333" y="184546"/>
                  </a:lnTo>
                  <a:lnTo>
                    <a:pt x="178591" y="184233"/>
                  </a:lnTo>
                  <a:lnTo>
                    <a:pt x="178571" y="184365"/>
                  </a:lnTo>
                  <a:lnTo>
                    <a:pt x="178514" y="184556"/>
                  </a:lnTo>
                  <a:lnTo>
                    <a:pt x="179121" y="184605"/>
                  </a:lnTo>
                  <a:lnTo>
                    <a:pt x="179385" y="184260"/>
                  </a:lnTo>
                  <a:lnTo>
                    <a:pt x="180054" y="183879"/>
                  </a:lnTo>
                  <a:lnTo>
                    <a:pt x="180355" y="184233"/>
                  </a:lnTo>
                  <a:lnTo>
                    <a:pt x="180570" y="184155"/>
                  </a:lnTo>
                  <a:lnTo>
                    <a:pt x="180774" y="184179"/>
                  </a:lnTo>
                  <a:lnTo>
                    <a:pt x="180934" y="184171"/>
                  </a:lnTo>
                  <a:lnTo>
                    <a:pt x="181263" y="183778"/>
                  </a:lnTo>
                  <a:lnTo>
                    <a:pt x="181410" y="183432"/>
                  </a:lnTo>
                  <a:lnTo>
                    <a:pt x="181574" y="183260"/>
                  </a:lnTo>
                  <a:lnTo>
                    <a:pt x="181629" y="182892"/>
                  </a:lnTo>
                  <a:lnTo>
                    <a:pt x="181613" y="182683"/>
                  </a:lnTo>
                  <a:lnTo>
                    <a:pt x="181989" y="182383"/>
                  </a:lnTo>
                  <a:lnTo>
                    <a:pt x="182174" y="182406"/>
                  </a:lnTo>
                  <a:lnTo>
                    <a:pt x="182714" y="182281"/>
                  </a:lnTo>
                  <a:lnTo>
                    <a:pt x="182864" y="182463"/>
                  </a:lnTo>
                  <a:lnTo>
                    <a:pt x="182988" y="18270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7016302" y="1881205"/>
              <a:ext cx="183424" cy="183271"/>
            </a:xfrm>
            <a:custGeom>
              <a:avLst/>
              <a:pathLst>
                <a:path w="183424" h="183271">
                  <a:moveTo>
                    <a:pt x="182879" y="182880"/>
                  </a:moveTo>
                  <a:lnTo>
                    <a:pt x="183148" y="182907"/>
                  </a:lnTo>
                  <a:lnTo>
                    <a:pt x="183424" y="183056"/>
                  </a:lnTo>
                  <a:lnTo>
                    <a:pt x="183200" y="183271"/>
                  </a:lnTo>
                  <a:lnTo>
                    <a:pt x="183065" y="18322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7004025" y="1877625"/>
              <a:ext cx="182879" cy="183905"/>
            </a:xfrm>
            <a:custGeom>
              <a:avLst/>
              <a:pathLst>
                <a:path w="182879" h="183905">
                  <a:moveTo>
                    <a:pt x="182879" y="182880"/>
                  </a:moveTo>
                  <a:lnTo>
                    <a:pt x="181449" y="18390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7013269" y="187582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21" y="182804"/>
                  </a:lnTo>
                  <a:lnTo>
                    <a:pt x="182626" y="182663"/>
                  </a:lnTo>
                  <a:lnTo>
                    <a:pt x="182786" y="18237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7021999" y="1872767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46" y="182714"/>
                  </a:lnTo>
                  <a:lnTo>
                    <a:pt x="182702" y="182538"/>
                  </a:lnTo>
                  <a:lnTo>
                    <a:pt x="182846" y="18252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7017757" y="1870171"/>
              <a:ext cx="186117" cy="186507"/>
            </a:xfrm>
            <a:custGeom>
              <a:avLst/>
              <a:pathLst>
                <a:path w="186117" h="186507">
                  <a:moveTo>
                    <a:pt x="182879" y="182880"/>
                  </a:moveTo>
                  <a:lnTo>
                    <a:pt x="183118" y="183037"/>
                  </a:lnTo>
                  <a:lnTo>
                    <a:pt x="183085" y="183742"/>
                  </a:lnTo>
                  <a:lnTo>
                    <a:pt x="183140" y="184001"/>
                  </a:lnTo>
                  <a:lnTo>
                    <a:pt x="183280" y="184157"/>
                  </a:lnTo>
                  <a:lnTo>
                    <a:pt x="183619" y="184423"/>
                  </a:lnTo>
                  <a:lnTo>
                    <a:pt x="184110" y="184715"/>
                  </a:lnTo>
                  <a:lnTo>
                    <a:pt x="184568" y="184868"/>
                  </a:lnTo>
                  <a:lnTo>
                    <a:pt x="184938" y="184786"/>
                  </a:lnTo>
                  <a:lnTo>
                    <a:pt x="184945" y="184659"/>
                  </a:lnTo>
                  <a:lnTo>
                    <a:pt x="185874" y="184524"/>
                  </a:lnTo>
                  <a:lnTo>
                    <a:pt x="186051" y="184465"/>
                  </a:lnTo>
                  <a:lnTo>
                    <a:pt x="186117" y="185008"/>
                  </a:lnTo>
                  <a:lnTo>
                    <a:pt x="185982" y="185080"/>
                  </a:lnTo>
                  <a:lnTo>
                    <a:pt x="185377" y="184963"/>
                  </a:lnTo>
                  <a:lnTo>
                    <a:pt x="185135" y="185130"/>
                  </a:lnTo>
                  <a:lnTo>
                    <a:pt x="184887" y="185720"/>
                  </a:lnTo>
                  <a:lnTo>
                    <a:pt x="185077" y="185762"/>
                  </a:lnTo>
                  <a:lnTo>
                    <a:pt x="185315" y="186088"/>
                  </a:lnTo>
                  <a:lnTo>
                    <a:pt x="185269" y="186453"/>
                  </a:lnTo>
                  <a:lnTo>
                    <a:pt x="184954" y="186507"/>
                  </a:lnTo>
                  <a:lnTo>
                    <a:pt x="184715" y="186505"/>
                  </a:lnTo>
                  <a:lnTo>
                    <a:pt x="184263" y="186428"/>
                  </a:lnTo>
                  <a:lnTo>
                    <a:pt x="183864" y="186110"/>
                  </a:lnTo>
                  <a:lnTo>
                    <a:pt x="183676" y="185881"/>
                  </a:lnTo>
                  <a:lnTo>
                    <a:pt x="183638" y="185583"/>
                  </a:lnTo>
                  <a:lnTo>
                    <a:pt x="182659" y="185234"/>
                  </a:lnTo>
                  <a:lnTo>
                    <a:pt x="182265" y="184871"/>
                  </a:lnTo>
                  <a:lnTo>
                    <a:pt x="182106" y="184830"/>
                  </a:lnTo>
                  <a:lnTo>
                    <a:pt x="181816" y="184789"/>
                  </a:lnTo>
                  <a:lnTo>
                    <a:pt x="181465" y="184813"/>
                  </a:lnTo>
                  <a:lnTo>
                    <a:pt x="181204" y="184696"/>
                  </a:lnTo>
                  <a:lnTo>
                    <a:pt x="181150" y="184447"/>
                  </a:lnTo>
                  <a:lnTo>
                    <a:pt x="181171" y="184232"/>
                  </a:lnTo>
                  <a:lnTo>
                    <a:pt x="181389" y="184000"/>
                  </a:lnTo>
                  <a:lnTo>
                    <a:pt x="181339" y="183794"/>
                  </a:lnTo>
                  <a:lnTo>
                    <a:pt x="180974" y="183502"/>
                  </a:lnTo>
                  <a:lnTo>
                    <a:pt x="181146" y="183343"/>
                  </a:lnTo>
                  <a:lnTo>
                    <a:pt x="181468" y="183575"/>
                  </a:lnTo>
                  <a:lnTo>
                    <a:pt x="181718" y="183385"/>
                  </a:lnTo>
                  <a:lnTo>
                    <a:pt x="181801" y="182995"/>
                  </a:lnTo>
                  <a:lnTo>
                    <a:pt x="182129" y="182947"/>
                  </a:lnTo>
                  <a:lnTo>
                    <a:pt x="182068" y="182633"/>
                  </a:lnTo>
                  <a:lnTo>
                    <a:pt x="182246" y="182313"/>
                  </a:lnTo>
                  <a:lnTo>
                    <a:pt x="182377" y="182467"/>
                  </a:lnTo>
                  <a:lnTo>
                    <a:pt x="182422" y="182665"/>
                  </a:lnTo>
                  <a:lnTo>
                    <a:pt x="182546" y="18312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7023792" y="187097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72" y="182696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7021997" y="1870472"/>
              <a:ext cx="182879" cy="182983"/>
            </a:xfrm>
            <a:custGeom>
              <a:avLst/>
              <a:pathLst>
                <a:path w="182879" h="182983">
                  <a:moveTo>
                    <a:pt x="182879" y="182880"/>
                  </a:moveTo>
                  <a:lnTo>
                    <a:pt x="182711" y="182983"/>
                  </a:lnTo>
                  <a:lnTo>
                    <a:pt x="182465" y="182832"/>
                  </a:lnTo>
                  <a:lnTo>
                    <a:pt x="182599" y="18273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7021349" y="1869892"/>
              <a:ext cx="183106" cy="183082"/>
            </a:xfrm>
            <a:custGeom>
              <a:avLst/>
              <a:pathLst>
                <a:path w="183106" h="183082">
                  <a:moveTo>
                    <a:pt x="182879" y="182880"/>
                  </a:moveTo>
                  <a:lnTo>
                    <a:pt x="183106" y="183035"/>
                  </a:lnTo>
                  <a:lnTo>
                    <a:pt x="182855" y="18308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7023364" y="186973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60" y="182788"/>
                  </a:lnTo>
                  <a:lnTo>
                    <a:pt x="182701" y="182756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7020913" y="1869436"/>
              <a:ext cx="183221" cy="182880"/>
            </a:xfrm>
            <a:custGeom>
              <a:avLst/>
              <a:pathLst>
                <a:path w="183221" h="182880">
                  <a:moveTo>
                    <a:pt x="182879" y="182880"/>
                  </a:moveTo>
                  <a:lnTo>
                    <a:pt x="182932" y="182643"/>
                  </a:lnTo>
                  <a:lnTo>
                    <a:pt x="183221" y="182699"/>
                  </a:lnTo>
                  <a:lnTo>
                    <a:pt x="183153" y="18286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7018696" y="1869181"/>
              <a:ext cx="183452" cy="182920"/>
            </a:xfrm>
            <a:custGeom>
              <a:avLst/>
              <a:pathLst>
                <a:path w="183452" h="182920">
                  <a:moveTo>
                    <a:pt x="182879" y="182880"/>
                  </a:moveTo>
                  <a:lnTo>
                    <a:pt x="183034" y="182647"/>
                  </a:lnTo>
                  <a:lnTo>
                    <a:pt x="183139" y="182382"/>
                  </a:lnTo>
                  <a:lnTo>
                    <a:pt x="183452" y="182672"/>
                  </a:lnTo>
                  <a:lnTo>
                    <a:pt x="183437" y="182920"/>
                  </a:lnTo>
                  <a:lnTo>
                    <a:pt x="183260" y="18287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7013029" y="1866421"/>
              <a:ext cx="183065" cy="183139"/>
            </a:xfrm>
            <a:custGeom>
              <a:avLst/>
              <a:pathLst>
                <a:path w="183065" h="183139">
                  <a:moveTo>
                    <a:pt x="182879" y="182880"/>
                  </a:moveTo>
                  <a:lnTo>
                    <a:pt x="183065" y="183139"/>
                  </a:lnTo>
                  <a:lnTo>
                    <a:pt x="182794" y="18301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7017290" y="1866360"/>
              <a:ext cx="183299" cy="182988"/>
            </a:xfrm>
            <a:custGeom>
              <a:avLst/>
              <a:pathLst>
                <a:path w="183299" h="182988">
                  <a:moveTo>
                    <a:pt x="182879" y="182880"/>
                  </a:moveTo>
                  <a:lnTo>
                    <a:pt x="182732" y="182865"/>
                  </a:lnTo>
                  <a:lnTo>
                    <a:pt x="182460" y="182789"/>
                  </a:lnTo>
                  <a:lnTo>
                    <a:pt x="182741" y="182254"/>
                  </a:lnTo>
                  <a:lnTo>
                    <a:pt x="182960" y="182152"/>
                  </a:lnTo>
                  <a:lnTo>
                    <a:pt x="183147" y="182088"/>
                  </a:lnTo>
                  <a:lnTo>
                    <a:pt x="183299" y="182070"/>
                  </a:lnTo>
                  <a:lnTo>
                    <a:pt x="183176" y="182554"/>
                  </a:lnTo>
                  <a:lnTo>
                    <a:pt x="183243" y="18298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7009024" y="1865464"/>
              <a:ext cx="182879" cy="182981"/>
            </a:xfrm>
            <a:custGeom>
              <a:avLst/>
              <a:pathLst>
                <a:path w="182879" h="182981">
                  <a:moveTo>
                    <a:pt x="182879" y="182880"/>
                  </a:moveTo>
                  <a:lnTo>
                    <a:pt x="182655" y="182981"/>
                  </a:lnTo>
                  <a:lnTo>
                    <a:pt x="182757" y="18268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7014197" y="186186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67" y="182858"/>
                  </a:lnTo>
                  <a:lnTo>
                    <a:pt x="182774" y="18266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7021536" y="1853143"/>
              <a:ext cx="184146" cy="183162"/>
            </a:xfrm>
            <a:custGeom>
              <a:avLst/>
              <a:pathLst>
                <a:path w="184146" h="183162">
                  <a:moveTo>
                    <a:pt x="182879" y="182880"/>
                  </a:moveTo>
                  <a:lnTo>
                    <a:pt x="182809" y="183048"/>
                  </a:lnTo>
                  <a:lnTo>
                    <a:pt x="182545" y="183162"/>
                  </a:lnTo>
                  <a:lnTo>
                    <a:pt x="182132" y="182983"/>
                  </a:lnTo>
                  <a:lnTo>
                    <a:pt x="181864" y="182809"/>
                  </a:lnTo>
                  <a:lnTo>
                    <a:pt x="181865" y="182670"/>
                  </a:lnTo>
                  <a:lnTo>
                    <a:pt x="182226" y="182472"/>
                  </a:lnTo>
                  <a:lnTo>
                    <a:pt x="182361" y="182870"/>
                  </a:lnTo>
                  <a:lnTo>
                    <a:pt x="182601" y="182508"/>
                  </a:lnTo>
                  <a:lnTo>
                    <a:pt x="182618" y="182337"/>
                  </a:lnTo>
                  <a:lnTo>
                    <a:pt x="183057" y="181825"/>
                  </a:lnTo>
                  <a:lnTo>
                    <a:pt x="183263" y="181580"/>
                  </a:lnTo>
                  <a:lnTo>
                    <a:pt x="183771" y="181403"/>
                  </a:lnTo>
                  <a:lnTo>
                    <a:pt x="183916" y="181188"/>
                  </a:lnTo>
                  <a:lnTo>
                    <a:pt x="184146" y="181005"/>
                  </a:lnTo>
                  <a:lnTo>
                    <a:pt x="183991" y="181256"/>
                  </a:lnTo>
                  <a:lnTo>
                    <a:pt x="183743" y="181630"/>
                  </a:lnTo>
                  <a:lnTo>
                    <a:pt x="183805" y="181758"/>
                  </a:lnTo>
                  <a:lnTo>
                    <a:pt x="183732" y="182019"/>
                  </a:lnTo>
                  <a:lnTo>
                    <a:pt x="183359" y="18248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7023925" y="1852025"/>
              <a:ext cx="183628" cy="182913"/>
            </a:xfrm>
            <a:custGeom>
              <a:avLst/>
              <a:pathLst>
                <a:path w="183628" h="182913">
                  <a:moveTo>
                    <a:pt x="182879" y="182880"/>
                  </a:moveTo>
                  <a:lnTo>
                    <a:pt x="182937" y="182699"/>
                  </a:lnTo>
                  <a:lnTo>
                    <a:pt x="182971" y="182548"/>
                  </a:lnTo>
                  <a:lnTo>
                    <a:pt x="183628" y="18291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7021699" y="1851219"/>
              <a:ext cx="182879" cy="183432"/>
            </a:xfrm>
            <a:custGeom>
              <a:avLst/>
              <a:pathLst>
                <a:path w="182879" h="183432">
                  <a:moveTo>
                    <a:pt x="182879" y="182880"/>
                  </a:moveTo>
                  <a:lnTo>
                    <a:pt x="182802" y="183133"/>
                  </a:lnTo>
                  <a:lnTo>
                    <a:pt x="182617" y="183432"/>
                  </a:lnTo>
                  <a:lnTo>
                    <a:pt x="182380" y="183358"/>
                  </a:lnTo>
                  <a:lnTo>
                    <a:pt x="182705" y="18290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7023755" y="1851573"/>
              <a:ext cx="183417" cy="182950"/>
            </a:xfrm>
            <a:custGeom>
              <a:avLst/>
              <a:pathLst>
                <a:path w="183417" h="182950">
                  <a:moveTo>
                    <a:pt x="182879" y="182880"/>
                  </a:moveTo>
                  <a:lnTo>
                    <a:pt x="182694" y="182950"/>
                  </a:lnTo>
                  <a:lnTo>
                    <a:pt x="182699" y="182807"/>
                  </a:lnTo>
                  <a:lnTo>
                    <a:pt x="183417" y="182430"/>
                  </a:lnTo>
                  <a:lnTo>
                    <a:pt x="183161" y="18265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7023404" y="1832570"/>
              <a:ext cx="183573" cy="184921"/>
            </a:xfrm>
            <a:custGeom>
              <a:avLst/>
              <a:pathLst>
                <a:path w="183573" h="184921">
                  <a:moveTo>
                    <a:pt x="182879" y="182880"/>
                  </a:moveTo>
                  <a:lnTo>
                    <a:pt x="183136" y="183495"/>
                  </a:lnTo>
                  <a:lnTo>
                    <a:pt x="183229" y="183630"/>
                  </a:lnTo>
                  <a:lnTo>
                    <a:pt x="183516" y="183520"/>
                  </a:lnTo>
                  <a:lnTo>
                    <a:pt x="183573" y="184277"/>
                  </a:lnTo>
                  <a:lnTo>
                    <a:pt x="183552" y="184423"/>
                  </a:lnTo>
                  <a:lnTo>
                    <a:pt x="183259" y="184700"/>
                  </a:lnTo>
                  <a:lnTo>
                    <a:pt x="183129" y="184791"/>
                  </a:lnTo>
                  <a:lnTo>
                    <a:pt x="182509" y="184824"/>
                  </a:lnTo>
                  <a:lnTo>
                    <a:pt x="182301" y="184778"/>
                  </a:lnTo>
                  <a:lnTo>
                    <a:pt x="182032" y="184741"/>
                  </a:lnTo>
                  <a:lnTo>
                    <a:pt x="181566" y="184754"/>
                  </a:lnTo>
                  <a:lnTo>
                    <a:pt x="181183" y="184833"/>
                  </a:lnTo>
                  <a:lnTo>
                    <a:pt x="180893" y="184921"/>
                  </a:lnTo>
                  <a:lnTo>
                    <a:pt x="180356" y="184900"/>
                  </a:lnTo>
                  <a:lnTo>
                    <a:pt x="179758" y="184219"/>
                  </a:lnTo>
                  <a:lnTo>
                    <a:pt x="179623" y="184009"/>
                  </a:lnTo>
                  <a:lnTo>
                    <a:pt x="179298" y="183850"/>
                  </a:lnTo>
                  <a:lnTo>
                    <a:pt x="179923" y="182897"/>
                  </a:lnTo>
                  <a:lnTo>
                    <a:pt x="180306" y="182388"/>
                  </a:lnTo>
                  <a:lnTo>
                    <a:pt x="180512" y="182226"/>
                  </a:lnTo>
                  <a:lnTo>
                    <a:pt x="181225" y="181909"/>
                  </a:lnTo>
                  <a:lnTo>
                    <a:pt x="181299" y="181753"/>
                  </a:lnTo>
                  <a:lnTo>
                    <a:pt x="181609" y="181941"/>
                  </a:lnTo>
                  <a:lnTo>
                    <a:pt x="181850" y="182141"/>
                  </a:lnTo>
                  <a:lnTo>
                    <a:pt x="182680" y="182384"/>
                  </a:lnTo>
                  <a:lnTo>
                    <a:pt x="183040" y="182716"/>
                  </a:lnTo>
                  <a:lnTo>
                    <a:pt x="182906" y="18273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7023448" y="1831863"/>
              <a:ext cx="183282" cy="183163"/>
            </a:xfrm>
            <a:custGeom>
              <a:avLst/>
              <a:pathLst>
                <a:path w="183282" h="183163">
                  <a:moveTo>
                    <a:pt x="182879" y="182880"/>
                  </a:moveTo>
                  <a:lnTo>
                    <a:pt x="183282" y="182932"/>
                  </a:lnTo>
                  <a:lnTo>
                    <a:pt x="182978" y="18316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7024285" y="1830388"/>
              <a:ext cx="182879" cy="183762"/>
            </a:xfrm>
            <a:custGeom>
              <a:avLst/>
              <a:pathLst>
                <a:path w="182879" h="183762">
                  <a:moveTo>
                    <a:pt x="182879" y="182880"/>
                  </a:moveTo>
                  <a:lnTo>
                    <a:pt x="182742" y="183053"/>
                  </a:lnTo>
                  <a:lnTo>
                    <a:pt x="182648" y="183284"/>
                  </a:lnTo>
                  <a:lnTo>
                    <a:pt x="182736" y="183595"/>
                  </a:lnTo>
                  <a:lnTo>
                    <a:pt x="182721" y="183762"/>
                  </a:lnTo>
                  <a:lnTo>
                    <a:pt x="182118" y="183601"/>
                  </a:lnTo>
                  <a:lnTo>
                    <a:pt x="181530" y="183459"/>
                  </a:lnTo>
                  <a:lnTo>
                    <a:pt x="181312" y="183349"/>
                  </a:lnTo>
                  <a:lnTo>
                    <a:pt x="181212" y="183181"/>
                  </a:lnTo>
                  <a:lnTo>
                    <a:pt x="181079" y="183063"/>
                  </a:lnTo>
                  <a:lnTo>
                    <a:pt x="180832" y="182792"/>
                  </a:lnTo>
                  <a:lnTo>
                    <a:pt x="180881" y="182406"/>
                  </a:lnTo>
                  <a:lnTo>
                    <a:pt x="180952" y="182126"/>
                  </a:lnTo>
                  <a:lnTo>
                    <a:pt x="181233" y="182083"/>
                  </a:lnTo>
                  <a:lnTo>
                    <a:pt x="181487" y="182091"/>
                  </a:lnTo>
                  <a:lnTo>
                    <a:pt x="181984" y="182486"/>
                  </a:lnTo>
                  <a:lnTo>
                    <a:pt x="182235" y="182729"/>
                  </a:lnTo>
                  <a:lnTo>
                    <a:pt x="182480" y="182726"/>
                  </a:lnTo>
                  <a:lnTo>
                    <a:pt x="182683" y="18271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7023710" y="1805807"/>
              <a:ext cx="183616" cy="183429"/>
            </a:xfrm>
            <a:custGeom>
              <a:avLst/>
              <a:pathLst>
                <a:path w="183616" h="183429">
                  <a:moveTo>
                    <a:pt x="182879" y="182880"/>
                  </a:moveTo>
                  <a:lnTo>
                    <a:pt x="183080" y="182836"/>
                  </a:lnTo>
                  <a:lnTo>
                    <a:pt x="183406" y="182809"/>
                  </a:lnTo>
                  <a:lnTo>
                    <a:pt x="183488" y="182986"/>
                  </a:lnTo>
                  <a:lnTo>
                    <a:pt x="183273" y="183429"/>
                  </a:lnTo>
                  <a:lnTo>
                    <a:pt x="182901" y="183316"/>
                  </a:lnTo>
                  <a:lnTo>
                    <a:pt x="182478" y="183032"/>
                  </a:lnTo>
                  <a:lnTo>
                    <a:pt x="182409" y="183350"/>
                  </a:lnTo>
                  <a:lnTo>
                    <a:pt x="182355" y="183189"/>
                  </a:lnTo>
                  <a:lnTo>
                    <a:pt x="182488" y="182785"/>
                  </a:lnTo>
                  <a:lnTo>
                    <a:pt x="182530" y="182644"/>
                  </a:lnTo>
                  <a:lnTo>
                    <a:pt x="182700" y="182476"/>
                  </a:lnTo>
                  <a:lnTo>
                    <a:pt x="183112" y="182214"/>
                  </a:lnTo>
                  <a:lnTo>
                    <a:pt x="183325" y="182362"/>
                  </a:lnTo>
                  <a:lnTo>
                    <a:pt x="183616" y="182586"/>
                  </a:lnTo>
                  <a:lnTo>
                    <a:pt x="183339" y="18270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7023964" y="1804882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7023820" y="1804412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839" y="18265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7022262" y="1803833"/>
              <a:ext cx="182964" cy="183356"/>
            </a:xfrm>
            <a:custGeom>
              <a:avLst/>
              <a:pathLst>
                <a:path w="182964" h="183356">
                  <a:moveTo>
                    <a:pt x="182879" y="182880"/>
                  </a:moveTo>
                  <a:lnTo>
                    <a:pt x="182529" y="183312"/>
                  </a:lnTo>
                  <a:lnTo>
                    <a:pt x="182342" y="183356"/>
                  </a:lnTo>
                  <a:lnTo>
                    <a:pt x="182203" y="183332"/>
                  </a:lnTo>
                  <a:lnTo>
                    <a:pt x="182019" y="183202"/>
                  </a:lnTo>
                  <a:lnTo>
                    <a:pt x="182040" y="183063"/>
                  </a:lnTo>
                  <a:lnTo>
                    <a:pt x="182185" y="182880"/>
                  </a:lnTo>
                  <a:lnTo>
                    <a:pt x="182258" y="182712"/>
                  </a:lnTo>
                  <a:lnTo>
                    <a:pt x="182361" y="182308"/>
                  </a:lnTo>
                  <a:lnTo>
                    <a:pt x="182409" y="182109"/>
                  </a:lnTo>
                  <a:lnTo>
                    <a:pt x="182566" y="182074"/>
                  </a:lnTo>
                  <a:lnTo>
                    <a:pt x="182964" y="182467"/>
                  </a:lnTo>
                  <a:lnTo>
                    <a:pt x="182908" y="18272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7028295" y="1867692"/>
              <a:ext cx="183059" cy="183394"/>
            </a:xfrm>
            <a:custGeom>
              <a:avLst/>
              <a:pathLst>
                <a:path w="183059" h="183394">
                  <a:moveTo>
                    <a:pt x="182879" y="182880"/>
                  </a:moveTo>
                  <a:lnTo>
                    <a:pt x="183026" y="183049"/>
                  </a:lnTo>
                  <a:lnTo>
                    <a:pt x="183059" y="183272"/>
                  </a:lnTo>
                  <a:lnTo>
                    <a:pt x="182802" y="18339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7025805" y="1866652"/>
              <a:ext cx="183072" cy="183419"/>
            </a:xfrm>
            <a:custGeom>
              <a:avLst/>
              <a:pathLst>
                <a:path w="183072" h="183419">
                  <a:moveTo>
                    <a:pt x="182879" y="182880"/>
                  </a:moveTo>
                  <a:lnTo>
                    <a:pt x="182955" y="183063"/>
                  </a:lnTo>
                  <a:lnTo>
                    <a:pt x="183067" y="183419"/>
                  </a:lnTo>
                  <a:lnTo>
                    <a:pt x="182746" y="183192"/>
                  </a:lnTo>
                  <a:lnTo>
                    <a:pt x="182498" y="182989"/>
                  </a:lnTo>
                  <a:lnTo>
                    <a:pt x="182711" y="182460"/>
                  </a:lnTo>
                  <a:lnTo>
                    <a:pt x="183072" y="182301"/>
                  </a:lnTo>
                  <a:lnTo>
                    <a:pt x="182896" y="182596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7027248" y="1865045"/>
              <a:ext cx="182879" cy="183209"/>
            </a:xfrm>
            <a:custGeom>
              <a:avLst/>
              <a:pathLst>
                <a:path w="182879" h="183209">
                  <a:moveTo>
                    <a:pt x="182879" y="182880"/>
                  </a:moveTo>
                  <a:lnTo>
                    <a:pt x="182590" y="183036"/>
                  </a:lnTo>
                  <a:lnTo>
                    <a:pt x="182295" y="183140"/>
                  </a:lnTo>
                  <a:lnTo>
                    <a:pt x="181737" y="183209"/>
                  </a:lnTo>
                  <a:lnTo>
                    <a:pt x="181536" y="183061"/>
                  </a:lnTo>
                  <a:lnTo>
                    <a:pt x="181480" y="182680"/>
                  </a:lnTo>
                  <a:lnTo>
                    <a:pt x="181647" y="182708"/>
                  </a:lnTo>
                  <a:lnTo>
                    <a:pt x="181778" y="182362"/>
                  </a:lnTo>
                  <a:lnTo>
                    <a:pt x="182473" y="18218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7024408" y="1862495"/>
              <a:ext cx="183199" cy="183573"/>
            </a:xfrm>
            <a:custGeom>
              <a:avLst/>
              <a:pathLst>
                <a:path w="183199" h="183573">
                  <a:moveTo>
                    <a:pt x="182879" y="182880"/>
                  </a:moveTo>
                  <a:lnTo>
                    <a:pt x="183199" y="182714"/>
                  </a:lnTo>
                  <a:lnTo>
                    <a:pt x="183107" y="183196"/>
                  </a:lnTo>
                  <a:lnTo>
                    <a:pt x="183143" y="183466"/>
                  </a:lnTo>
                  <a:lnTo>
                    <a:pt x="182976" y="183573"/>
                  </a:lnTo>
                  <a:lnTo>
                    <a:pt x="182882" y="18342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7030051" y="1861847"/>
              <a:ext cx="183090" cy="182880"/>
            </a:xfrm>
            <a:custGeom>
              <a:avLst/>
              <a:pathLst>
                <a:path w="183090" h="182880">
                  <a:moveTo>
                    <a:pt x="182879" y="182880"/>
                  </a:moveTo>
                  <a:lnTo>
                    <a:pt x="182889" y="182523"/>
                  </a:lnTo>
                  <a:lnTo>
                    <a:pt x="183090" y="18287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7028723" y="1853161"/>
              <a:ext cx="187354" cy="193353"/>
            </a:xfrm>
            <a:custGeom>
              <a:avLst/>
              <a:pathLst>
                <a:path w="187354" h="193353">
                  <a:moveTo>
                    <a:pt x="182879" y="182880"/>
                  </a:moveTo>
                  <a:lnTo>
                    <a:pt x="182959" y="183357"/>
                  </a:lnTo>
                  <a:lnTo>
                    <a:pt x="183445" y="184048"/>
                  </a:lnTo>
                  <a:lnTo>
                    <a:pt x="183575" y="184004"/>
                  </a:lnTo>
                  <a:lnTo>
                    <a:pt x="184010" y="183634"/>
                  </a:lnTo>
                  <a:lnTo>
                    <a:pt x="184207" y="183557"/>
                  </a:lnTo>
                  <a:lnTo>
                    <a:pt x="184429" y="183608"/>
                  </a:lnTo>
                  <a:lnTo>
                    <a:pt x="184578" y="183895"/>
                  </a:lnTo>
                  <a:lnTo>
                    <a:pt x="185256" y="184305"/>
                  </a:lnTo>
                  <a:lnTo>
                    <a:pt x="185465" y="184366"/>
                  </a:lnTo>
                  <a:lnTo>
                    <a:pt x="185341" y="184700"/>
                  </a:lnTo>
                  <a:lnTo>
                    <a:pt x="184867" y="185198"/>
                  </a:lnTo>
                  <a:lnTo>
                    <a:pt x="185153" y="185475"/>
                  </a:lnTo>
                  <a:lnTo>
                    <a:pt x="185408" y="185681"/>
                  </a:lnTo>
                  <a:lnTo>
                    <a:pt x="185815" y="185965"/>
                  </a:lnTo>
                  <a:lnTo>
                    <a:pt x="186132" y="186041"/>
                  </a:lnTo>
                  <a:lnTo>
                    <a:pt x="186502" y="186097"/>
                  </a:lnTo>
                  <a:lnTo>
                    <a:pt x="186737" y="186060"/>
                  </a:lnTo>
                  <a:lnTo>
                    <a:pt x="186971" y="185923"/>
                  </a:lnTo>
                  <a:lnTo>
                    <a:pt x="187354" y="185925"/>
                  </a:lnTo>
                  <a:lnTo>
                    <a:pt x="186904" y="186681"/>
                  </a:lnTo>
                  <a:lnTo>
                    <a:pt x="186700" y="186882"/>
                  </a:lnTo>
                  <a:lnTo>
                    <a:pt x="186397" y="187121"/>
                  </a:lnTo>
                  <a:lnTo>
                    <a:pt x="186145" y="187217"/>
                  </a:lnTo>
                  <a:lnTo>
                    <a:pt x="186220" y="186764"/>
                  </a:lnTo>
                  <a:lnTo>
                    <a:pt x="186017" y="186625"/>
                  </a:lnTo>
                  <a:lnTo>
                    <a:pt x="185685" y="186529"/>
                  </a:lnTo>
                  <a:lnTo>
                    <a:pt x="185270" y="186612"/>
                  </a:lnTo>
                  <a:lnTo>
                    <a:pt x="185137" y="186786"/>
                  </a:lnTo>
                  <a:lnTo>
                    <a:pt x="184998" y="186923"/>
                  </a:lnTo>
                  <a:lnTo>
                    <a:pt x="184477" y="187005"/>
                  </a:lnTo>
                  <a:lnTo>
                    <a:pt x="184311" y="187428"/>
                  </a:lnTo>
                  <a:lnTo>
                    <a:pt x="184213" y="187715"/>
                  </a:lnTo>
                  <a:lnTo>
                    <a:pt x="184251" y="188035"/>
                  </a:lnTo>
                  <a:lnTo>
                    <a:pt x="184290" y="188291"/>
                  </a:lnTo>
                  <a:lnTo>
                    <a:pt x="184217" y="188536"/>
                  </a:lnTo>
                  <a:lnTo>
                    <a:pt x="184427" y="189114"/>
                  </a:lnTo>
                  <a:lnTo>
                    <a:pt x="185034" y="189679"/>
                  </a:lnTo>
                  <a:lnTo>
                    <a:pt x="185284" y="189704"/>
                  </a:lnTo>
                  <a:lnTo>
                    <a:pt x="186002" y="189637"/>
                  </a:lnTo>
                  <a:lnTo>
                    <a:pt x="186328" y="189583"/>
                  </a:lnTo>
                  <a:lnTo>
                    <a:pt x="186354" y="190055"/>
                  </a:lnTo>
                  <a:lnTo>
                    <a:pt x="186188" y="190315"/>
                  </a:lnTo>
                  <a:lnTo>
                    <a:pt x="186106" y="190545"/>
                  </a:lnTo>
                  <a:lnTo>
                    <a:pt x="186055" y="190768"/>
                  </a:lnTo>
                  <a:lnTo>
                    <a:pt x="185747" y="190725"/>
                  </a:lnTo>
                  <a:lnTo>
                    <a:pt x="185763" y="190592"/>
                  </a:lnTo>
                  <a:lnTo>
                    <a:pt x="185719" y="190337"/>
                  </a:lnTo>
                  <a:lnTo>
                    <a:pt x="185543" y="190179"/>
                  </a:lnTo>
                  <a:lnTo>
                    <a:pt x="185232" y="190080"/>
                  </a:lnTo>
                  <a:lnTo>
                    <a:pt x="184899" y="190092"/>
                  </a:lnTo>
                  <a:lnTo>
                    <a:pt x="184389" y="190489"/>
                  </a:lnTo>
                  <a:lnTo>
                    <a:pt x="184113" y="190584"/>
                  </a:lnTo>
                  <a:lnTo>
                    <a:pt x="183854" y="190655"/>
                  </a:lnTo>
                  <a:lnTo>
                    <a:pt x="183672" y="190685"/>
                  </a:lnTo>
                  <a:lnTo>
                    <a:pt x="183122" y="191193"/>
                  </a:lnTo>
                  <a:lnTo>
                    <a:pt x="182451" y="191457"/>
                  </a:lnTo>
                  <a:lnTo>
                    <a:pt x="182091" y="192128"/>
                  </a:lnTo>
                  <a:lnTo>
                    <a:pt x="182183" y="192459"/>
                  </a:lnTo>
                  <a:lnTo>
                    <a:pt x="182609" y="192471"/>
                  </a:lnTo>
                  <a:lnTo>
                    <a:pt x="182838" y="192430"/>
                  </a:lnTo>
                  <a:lnTo>
                    <a:pt x="183161" y="192593"/>
                  </a:lnTo>
                  <a:lnTo>
                    <a:pt x="183220" y="192791"/>
                  </a:lnTo>
                  <a:lnTo>
                    <a:pt x="182995" y="193005"/>
                  </a:lnTo>
                  <a:lnTo>
                    <a:pt x="182965" y="193135"/>
                  </a:lnTo>
                  <a:lnTo>
                    <a:pt x="182755" y="193353"/>
                  </a:lnTo>
                  <a:lnTo>
                    <a:pt x="182051" y="193027"/>
                  </a:lnTo>
                  <a:lnTo>
                    <a:pt x="181824" y="192630"/>
                  </a:lnTo>
                  <a:lnTo>
                    <a:pt x="181592" y="192418"/>
                  </a:lnTo>
                  <a:lnTo>
                    <a:pt x="181464" y="192367"/>
                  </a:lnTo>
                  <a:lnTo>
                    <a:pt x="180487" y="191827"/>
                  </a:lnTo>
                  <a:lnTo>
                    <a:pt x="180486" y="191158"/>
                  </a:lnTo>
                  <a:lnTo>
                    <a:pt x="180186" y="190907"/>
                  </a:lnTo>
                  <a:lnTo>
                    <a:pt x="180013" y="191105"/>
                  </a:lnTo>
                  <a:lnTo>
                    <a:pt x="179187" y="189762"/>
                  </a:lnTo>
                  <a:lnTo>
                    <a:pt x="179301" y="189532"/>
                  </a:lnTo>
                  <a:lnTo>
                    <a:pt x="179426" y="189237"/>
                  </a:lnTo>
                  <a:lnTo>
                    <a:pt x="179316" y="188926"/>
                  </a:lnTo>
                  <a:lnTo>
                    <a:pt x="179539" y="188748"/>
                  </a:lnTo>
                  <a:lnTo>
                    <a:pt x="179910" y="188751"/>
                  </a:lnTo>
                  <a:lnTo>
                    <a:pt x="180044" y="188703"/>
                  </a:lnTo>
                  <a:lnTo>
                    <a:pt x="180054" y="188564"/>
                  </a:lnTo>
                  <a:lnTo>
                    <a:pt x="180044" y="188280"/>
                  </a:lnTo>
                  <a:lnTo>
                    <a:pt x="180279" y="188260"/>
                  </a:lnTo>
                  <a:lnTo>
                    <a:pt x="180503" y="188296"/>
                  </a:lnTo>
                  <a:lnTo>
                    <a:pt x="180650" y="188494"/>
                  </a:lnTo>
                  <a:lnTo>
                    <a:pt x="181128" y="188268"/>
                  </a:lnTo>
                  <a:lnTo>
                    <a:pt x="181774" y="188472"/>
                  </a:lnTo>
                  <a:lnTo>
                    <a:pt x="181781" y="188206"/>
                  </a:lnTo>
                  <a:lnTo>
                    <a:pt x="181533" y="188123"/>
                  </a:lnTo>
                  <a:lnTo>
                    <a:pt x="181323" y="188098"/>
                  </a:lnTo>
                  <a:lnTo>
                    <a:pt x="181075" y="188047"/>
                  </a:lnTo>
                  <a:lnTo>
                    <a:pt x="180582" y="187746"/>
                  </a:lnTo>
                  <a:lnTo>
                    <a:pt x="180719" y="187383"/>
                  </a:lnTo>
                  <a:lnTo>
                    <a:pt x="180738" y="186661"/>
                  </a:lnTo>
                  <a:lnTo>
                    <a:pt x="180713" y="186348"/>
                  </a:lnTo>
                  <a:lnTo>
                    <a:pt x="180568" y="185929"/>
                  </a:lnTo>
                  <a:lnTo>
                    <a:pt x="180410" y="185544"/>
                  </a:lnTo>
                  <a:lnTo>
                    <a:pt x="180228" y="185382"/>
                  </a:lnTo>
                  <a:lnTo>
                    <a:pt x="180096" y="185291"/>
                  </a:lnTo>
                  <a:lnTo>
                    <a:pt x="179913" y="185276"/>
                  </a:lnTo>
                  <a:lnTo>
                    <a:pt x="179754" y="185086"/>
                  </a:lnTo>
                  <a:lnTo>
                    <a:pt x="179817" y="184925"/>
                  </a:lnTo>
                  <a:lnTo>
                    <a:pt x="179890" y="184310"/>
                  </a:lnTo>
                  <a:lnTo>
                    <a:pt x="180220" y="183559"/>
                  </a:lnTo>
                  <a:lnTo>
                    <a:pt x="180714" y="183607"/>
                  </a:lnTo>
                  <a:lnTo>
                    <a:pt x="180932" y="183439"/>
                  </a:lnTo>
                  <a:lnTo>
                    <a:pt x="181104" y="183113"/>
                  </a:lnTo>
                  <a:lnTo>
                    <a:pt x="181128" y="182961"/>
                  </a:lnTo>
                  <a:lnTo>
                    <a:pt x="181618" y="182446"/>
                  </a:lnTo>
                  <a:lnTo>
                    <a:pt x="181733" y="182593"/>
                  </a:lnTo>
                  <a:lnTo>
                    <a:pt x="181764" y="182844"/>
                  </a:lnTo>
                  <a:lnTo>
                    <a:pt x="181919" y="183172"/>
                  </a:lnTo>
                  <a:lnTo>
                    <a:pt x="182029" y="182962"/>
                  </a:lnTo>
                  <a:lnTo>
                    <a:pt x="181950" y="182694"/>
                  </a:lnTo>
                  <a:lnTo>
                    <a:pt x="182046" y="182457"/>
                  </a:lnTo>
                  <a:lnTo>
                    <a:pt x="182268" y="182206"/>
                  </a:lnTo>
                  <a:lnTo>
                    <a:pt x="182569" y="181925"/>
                  </a:lnTo>
                  <a:lnTo>
                    <a:pt x="182700" y="181864"/>
                  </a:lnTo>
                  <a:lnTo>
                    <a:pt x="183612" y="181677"/>
                  </a:lnTo>
                  <a:lnTo>
                    <a:pt x="183235" y="182202"/>
                  </a:lnTo>
                  <a:lnTo>
                    <a:pt x="182993" y="182400"/>
                  </a:lnTo>
                  <a:lnTo>
                    <a:pt x="182897" y="18255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7033023" y="1855301"/>
              <a:ext cx="183635" cy="182966"/>
            </a:xfrm>
            <a:custGeom>
              <a:avLst/>
              <a:pathLst>
                <a:path w="183635" h="182966">
                  <a:moveTo>
                    <a:pt x="182879" y="182880"/>
                  </a:moveTo>
                  <a:lnTo>
                    <a:pt x="182503" y="182701"/>
                  </a:lnTo>
                  <a:lnTo>
                    <a:pt x="182492" y="182541"/>
                  </a:lnTo>
                  <a:lnTo>
                    <a:pt x="182546" y="181976"/>
                  </a:lnTo>
                  <a:lnTo>
                    <a:pt x="182785" y="182099"/>
                  </a:lnTo>
                  <a:lnTo>
                    <a:pt x="183227" y="182216"/>
                  </a:lnTo>
                  <a:lnTo>
                    <a:pt x="183423" y="182497"/>
                  </a:lnTo>
                  <a:lnTo>
                    <a:pt x="183394" y="182312"/>
                  </a:lnTo>
                  <a:lnTo>
                    <a:pt x="183484" y="181967"/>
                  </a:lnTo>
                  <a:lnTo>
                    <a:pt x="183635" y="182508"/>
                  </a:lnTo>
                  <a:lnTo>
                    <a:pt x="183601" y="182888"/>
                  </a:lnTo>
                  <a:lnTo>
                    <a:pt x="183469" y="182966"/>
                  </a:lnTo>
                  <a:lnTo>
                    <a:pt x="183103" y="18284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7026208" y="1852960"/>
              <a:ext cx="183360" cy="183065"/>
            </a:xfrm>
            <a:custGeom>
              <a:avLst/>
              <a:pathLst>
                <a:path w="183360" h="183065">
                  <a:moveTo>
                    <a:pt x="182879" y="182880"/>
                  </a:moveTo>
                  <a:lnTo>
                    <a:pt x="182601" y="182764"/>
                  </a:lnTo>
                  <a:lnTo>
                    <a:pt x="182402" y="182917"/>
                  </a:lnTo>
                  <a:lnTo>
                    <a:pt x="182167" y="182964"/>
                  </a:lnTo>
                  <a:lnTo>
                    <a:pt x="181889" y="183065"/>
                  </a:lnTo>
                  <a:lnTo>
                    <a:pt x="181694" y="182901"/>
                  </a:lnTo>
                  <a:lnTo>
                    <a:pt x="181490" y="183049"/>
                  </a:lnTo>
                  <a:lnTo>
                    <a:pt x="181168" y="182506"/>
                  </a:lnTo>
                  <a:lnTo>
                    <a:pt x="181307" y="182285"/>
                  </a:lnTo>
                  <a:lnTo>
                    <a:pt x="181744" y="182138"/>
                  </a:lnTo>
                  <a:lnTo>
                    <a:pt x="181751" y="182474"/>
                  </a:lnTo>
                  <a:lnTo>
                    <a:pt x="181987" y="182478"/>
                  </a:lnTo>
                  <a:lnTo>
                    <a:pt x="182143" y="182336"/>
                  </a:lnTo>
                  <a:lnTo>
                    <a:pt x="182304" y="182241"/>
                  </a:lnTo>
                  <a:lnTo>
                    <a:pt x="182724" y="182156"/>
                  </a:lnTo>
                  <a:lnTo>
                    <a:pt x="182909" y="182075"/>
                  </a:lnTo>
                  <a:lnTo>
                    <a:pt x="183312" y="181917"/>
                  </a:lnTo>
                  <a:lnTo>
                    <a:pt x="183251" y="182221"/>
                  </a:lnTo>
                  <a:lnTo>
                    <a:pt x="183342" y="182431"/>
                  </a:lnTo>
                  <a:lnTo>
                    <a:pt x="183360" y="182588"/>
                  </a:lnTo>
                  <a:lnTo>
                    <a:pt x="183355" y="18281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7024834" y="1847360"/>
              <a:ext cx="183276" cy="183324"/>
            </a:xfrm>
            <a:custGeom>
              <a:avLst/>
              <a:pathLst>
                <a:path w="183276" h="183324">
                  <a:moveTo>
                    <a:pt x="182879" y="182880"/>
                  </a:moveTo>
                  <a:lnTo>
                    <a:pt x="183276" y="183021"/>
                  </a:lnTo>
                  <a:lnTo>
                    <a:pt x="183053" y="183324"/>
                  </a:lnTo>
                  <a:lnTo>
                    <a:pt x="182820" y="18315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7037157" y="1838708"/>
              <a:ext cx="182879" cy="183615"/>
            </a:xfrm>
            <a:custGeom>
              <a:avLst/>
              <a:pathLst>
                <a:path w="182879" h="183615">
                  <a:moveTo>
                    <a:pt x="182879" y="182880"/>
                  </a:moveTo>
                  <a:lnTo>
                    <a:pt x="182709" y="183138"/>
                  </a:lnTo>
                  <a:lnTo>
                    <a:pt x="182384" y="183437"/>
                  </a:lnTo>
                  <a:lnTo>
                    <a:pt x="181820" y="183615"/>
                  </a:lnTo>
                  <a:lnTo>
                    <a:pt x="182185" y="183073"/>
                  </a:lnTo>
                  <a:lnTo>
                    <a:pt x="182227" y="18288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7034795" y="1838104"/>
              <a:ext cx="183711" cy="183472"/>
            </a:xfrm>
            <a:custGeom>
              <a:avLst/>
              <a:pathLst>
                <a:path w="183711" h="183472">
                  <a:moveTo>
                    <a:pt x="182879" y="182880"/>
                  </a:moveTo>
                  <a:lnTo>
                    <a:pt x="183335" y="182896"/>
                  </a:lnTo>
                  <a:lnTo>
                    <a:pt x="183711" y="182972"/>
                  </a:lnTo>
                  <a:lnTo>
                    <a:pt x="183449" y="183236"/>
                  </a:lnTo>
                  <a:lnTo>
                    <a:pt x="183148" y="183472"/>
                  </a:lnTo>
                  <a:lnTo>
                    <a:pt x="182939" y="18324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7024901" y="1831580"/>
              <a:ext cx="183218" cy="183456"/>
            </a:xfrm>
            <a:custGeom>
              <a:avLst/>
              <a:pathLst>
                <a:path w="183218" h="183456">
                  <a:moveTo>
                    <a:pt x="182879" y="182880"/>
                  </a:moveTo>
                  <a:lnTo>
                    <a:pt x="182946" y="183074"/>
                  </a:lnTo>
                  <a:lnTo>
                    <a:pt x="182847" y="183456"/>
                  </a:lnTo>
                  <a:lnTo>
                    <a:pt x="182869" y="183281"/>
                  </a:lnTo>
                  <a:lnTo>
                    <a:pt x="182778" y="183025"/>
                  </a:lnTo>
                  <a:lnTo>
                    <a:pt x="182363" y="182716"/>
                  </a:lnTo>
                  <a:lnTo>
                    <a:pt x="182400" y="182548"/>
                  </a:lnTo>
                  <a:lnTo>
                    <a:pt x="182962" y="182199"/>
                  </a:lnTo>
                  <a:lnTo>
                    <a:pt x="183218" y="182324"/>
                  </a:lnTo>
                  <a:lnTo>
                    <a:pt x="183212" y="182558"/>
                  </a:lnTo>
                  <a:lnTo>
                    <a:pt x="182981" y="18261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7035132" y="1830342"/>
              <a:ext cx="184026" cy="183601"/>
            </a:xfrm>
            <a:custGeom>
              <a:avLst/>
              <a:pathLst>
                <a:path w="184026" h="183601">
                  <a:moveTo>
                    <a:pt x="182879" y="182880"/>
                  </a:moveTo>
                  <a:lnTo>
                    <a:pt x="182950" y="183029"/>
                  </a:lnTo>
                  <a:lnTo>
                    <a:pt x="183191" y="182735"/>
                  </a:lnTo>
                  <a:lnTo>
                    <a:pt x="183203" y="182584"/>
                  </a:lnTo>
                  <a:lnTo>
                    <a:pt x="183488" y="182415"/>
                  </a:lnTo>
                  <a:lnTo>
                    <a:pt x="183851" y="182413"/>
                  </a:lnTo>
                  <a:lnTo>
                    <a:pt x="184026" y="182510"/>
                  </a:lnTo>
                  <a:lnTo>
                    <a:pt x="183916" y="182843"/>
                  </a:lnTo>
                  <a:lnTo>
                    <a:pt x="183745" y="183018"/>
                  </a:lnTo>
                  <a:lnTo>
                    <a:pt x="183136" y="183502"/>
                  </a:lnTo>
                  <a:lnTo>
                    <a:pt x="182301" y="183567"/>
                  </a:lnTo>
                  <a:lnTo>
                    <a:pt x="182163" y="183601"/>
                  </a:lnTo>
                  <a:lnTo>
                    <a:pt x="181861" y="183417"/>
                  </a:lnTo>
                  <a:lnTo>
                    <a:pt x="181926" y="183228"/>
                  </a:lnTo>
                  <a:lnTo>
                    <a:pt x="182098" y="183070"/>
                  </a:lnTo>
                  <a:lnTo>
                    <a:pt x="182191" y="182870"/>
                  </a:lnTo>
                  <a:lnTo>
                    <a:pt x="182102" y="182366"/>
                  </a:lnTo>
                  <a:lnTo>
                    <a:pt x="182269" y="182131"/>
                  </a:lnTo>
                  <a:lnTo>
                    <a:pt x="182524" y="182433"/>
                  </a:lnTo>
                  <a:lnTo>
                    <a:pt x="182518" y="18271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7038220" y="1827268"/>
              <a:ext cx="182879" cy="184357"/>
            </a:xfrm>
            <a:custGeom>
              <a:avLst/>
              <a:pathLst>
                <a:path w="182879" h="184357">
                  <a:moveTo>
                    <a:pt x="182879" y="182880"/>
                  </a:moveTo>
                  <a:lnTo>
                    <a:pt x="182757" y="183149"/>
                  </a:lnTo>
                  <a:lnTo>
                    <a:pt x="182658" y="183451"/>
                  </a:lnTo>
                  <a:lnTo>
                    <a:pt x="182383" y="183106"/>
                  </a:lnTo>
                  <a:lnTo>
                    <a:pt x="182091" y="183300"/>
                  </a:lnTo>
                  <a:lnTo>
                    <a:pt x="181864" y="183454"/>
                  </a:lnTo>
                  <a:lnTo>
                    <a:pt x="181664" y="183283"/>
                  </a:lnTo>
                  <a:lnTo>
                    <a:pt x="181358" y="183435"/>
                  </a:lnTo>
                  <a:lnTo>
                    <a:pt x="181229" y="183577"/>
                  </a:lnTo>
                  <a:lnTo>
                    <a:pt x="181186" y="183764"/>
                  </a:lnTo>
                  <a:lnTo>
                    <a:pt x="181221" y="184016"/>
                  </a:lnTo>
                  <a:lnTo>
                    <a:pt x="181229" y="184321"/>
                  </a:lnTo>
                  <a:lnTo>
                    <a:pt x="180990" y="184357"/>
                  </a:lnTo>
                  <a:lnTo>
                    <a:pt x="181002" y="183941"/>
                  </a:lnTo>
                  <a:lnTo>
                    <a:pt x="181072" y="183688"/>
                  </a:lnTo>
                  <a:lnTo>
                    <a:pt x="181073" y="183419"/>
                  </a:lnTo>
                  <a:lnTo>
                    <a:pt x="181023" y="183171"/>
                  </a:lnTo>
                  <a:lnTo>
                    <a:pt x="181637" y="183005"/>
                  </a:lnTo>
                  <a:lnTo>
                    <a:pt x="182103" y="182422"/>
                  </a:lnTo>
                  <a:lnTo>
                    <a:pt x="182531" y="18260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7037287" y="1824850"/>
              <a:ext cx="182920" cy="183601"/>
            </a:xfrm>
            <a:custGeom>
              <a:avLst/>
              <a:pathLst>
                <a:path w="182920" h="183601">
                  <a:moveTo>
                    <a:pt x="182879" y="182880"/>
                  </a:moveTo>
                  <a:lnTo>
                    <a:pt x="182920" y="183195"/>
                  </a:lnTo>
                  <a:lnTo>
                    <a:pt x="182801" y="183512"/>
                  </a:lnTo>
                  <a:lnTo>
                    <a:pt x="182495" y="183601"/>
                  </a:lnTo>
                  <a:lnTo>
                    <a:pt x="182382" y="18336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7034011" y="181913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7033226" y="1818965"/>
              <a:ext cx="182886" cy="182895"/>
            </a:xfrm>
            <a:custGeom>
              <a:avLst/>
              <a:pathLst>
                <a:path w="182886" h="182895">
                  <a:moveTo>
                    <a:pt x="182879" y="182880"/>
                  </a:moveTo>
                  <a:lnTo>
                    <a:pt x="182667" y="182895"/>
                  </a:lnTo>
                  <a:lnTo>
                    <a:pt x="182755" y="182517"/>
                  </a:lnTo>
                  <a:lnTo>
                    <a:pt x="182886" y="18261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7037485" y="1813609"/>
              <a:ext cx="183270" cy="182880"/>
            </a:xfrm>
            <a:custGeom>
              <a:avLst/>
              <a:pathLst>
                <a:path w="183270" h="182880">
                  <a:moveTo>
                    <a:pt x="182879" y="182880"/>
                  </a:moveTo>
                  <a:lnTo>
                    <a:pt x="183007" y="182532"/>
                  </a:lnTo>
                  <a:lnTo>
                    <a:pt x="183130" y="182196"/>
                  </a:lnTo>
                  <a:lnTo>
                    <a:pt x="183270" y="18258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7029962" y="1812437"/>
              <a:ext cx="183311" cy="182880"/>
            </a:xfrm>
            <a:custGeom>
              <a:avLst/>
              <a:pathLst>
                <a:path w="183311" h="182880">
                  <a:moveTo>
                    <a:pt x="182879" y="182880"/>
                  </a:moveTo>
                  <a:lnTo>
                    <a:pt x="183311" y="18252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7029828" y="1810563"/>
              <a:ext cx="182964" cy="183262"/>
            </a:xfrm>
            <a:custGeom>
              <a:avLst/>
              <a:pathLst>
                <a:path w="182964" h="183262">
                  <a:moveTo>
                    <a:pt x="182879" y="182880"/>
                  </a:moveTo>
                  <a:lnTo>
                    <a:pt x="182964" y="183262"/>
                  </a:lnTo>
                  <a:lnTo>
                    <a:pt x="182668" y="18317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7028803" y="1810773"/>
              <a:ext cx="184528" cy="182880"/>
            </a:xfrm>
            <a:custGeom>
              <a:avLst/>
              <a:pathLst>
                <a:path w="184528" h="182880">
                  <a:moveTo>
                    <a:pt x="182879" y="182880"/>
                  </a:moveTo>
                  <a:lnTo>
                    <a:pt x="182767" y="182653"/>
                  </a:lnTo>
                  <a:lnTo>
                    <a:pt x="182588" y="182657"/>
                  </a:lnTo>
                  <a:lnTo>
                    <a:pt x="182367" y="182519"/>
                  </a:lnTo>
                  <a:lnTo>
                    <a:pt x="182304" y="182088"/>
                  </a:lnTo>
                  <a:lnTo>
                    <a:pt x="182711" y="181937"/>
                  </a:lnTo>
                  <a:lnTo>
                    <a:pt x="183654" y="181702"/>
                  </a:lnTo>
                  <a:lnTo>
                    <a:pt x="183820" y="181727"/>
                  </a:lnTo>
                  <a:lnTo>
                    <a:pt x="184262" y="181848"/>
                  </a:lnTo>
                  <a:lnTo>
                    <a:pt x="184528" y="182055"/>
                  </a:lnTo>
                  <a:lnTo>
                    <a:pt x="184123" y="182402"/>
                  </a:lnTo>
                  <a:lnTo>
                    <a:pt x="183845" y="182400"/>
                  </a:lnTo>
                  <a:lnTo>
                    <a:pt x="183376" y="18265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7034310" y="1808909"/>
              <a:ext cx="183200" cy="182880"/>
            </a:xfrm>
            <a:custGeom>
              <a:avLst/>
              <a:pathLst>
                <a:path w="183200" h="182880">
                  <a:moveTo>
                    <a:pt x="182879" y="182880"/>
                  </a:moveTo>
                  <a:lnTo>
                    <a:pt x="182997" y="182788"/>
                  </a:lnTo>
                  <a:lnTo>
                    <a:pt x="183200" y="182716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7026942" y="1808533"/>
              <a:ext cx="184138" cy="183657"/>
            </a:xfrm>
            <a:custGeom>
              <a:avLst/>
              <a:pathLst>
                <a:path w="184138" h="183657">
                  <a:moveTo>
                    <a:pt x="182879" y="182880"/>
                  </a:moveTo>
                  <a:lnTo>
                    <a:pt x="182702" y="183098"/>
                  </a:lnTo>
                  <a:lnTo>
                    <a:pt x="182604" y="183383"/>
                  </a:lnTo>
                  <a:lnTo>
                    <a:pt x="182315" y="183513"/>
                  </a:lnTo>
                  <a:lnTo>
                    <a:pt x="181366" y="183634"/>
                  </a:lnTo>
                  <a:lnTo>
                    <a:pt x="180858" y="183657"/>
                  </a:lnTo>
                  <a:lnTo>
                    <a:pt x="180525" y="183584"/>
                  </a:lnTo>
                  <a:lnTo>
                    <a:pt x="180403" y="183403"/>
                  </a:lnTo>
                  <a:lnTo>
                    <a:pt x="180297" y="183180"/>
                  </a:lnTo>
                  <a:lnTo>
                    <a:pt x="180232" y="182977"/>
                  </a:lnTo>
                  <a:lnTo>
                    <a:pt x="180196" y="182808"/>
                  </a:lnTo>
                  <a:lnTo>
                    <a:pt x="180179" y="182520"/>
                  </a:lnTo>
                  <a:lnTo>
                    <a:pt x="180388" y="182335"/>
                  </a:lnTo>
                  <a:lnTo>
                    <a:pt x="180495" y="182205"/>
                  </a:lnTo>
                  <a:lnTo>
                    <a:pt x="180736" y="182047"/>
                  </a:lnTo>
                  <a:lnTo>
                    <a:pt x="180889" y="182013"/>
                  </a:lnTo>
                  <a:lnTo>
                    <a:pt x="181339" y="182116"/>
                  </a:lnTo>
                  <a:lnTo>
                    <a:pt x="182089" y="182325"/>
                  </a:lnTo>
                  <a:lnTo>
                    <a:pt x="182717" y="182257"/>
                  </a:lnTo>
                  <a:lnTo>
                    <a:pt x="183002" y="182196"/>
                  </a:lnTo>
                  <a:lnTo>
                    <a:pt x="183304" y="181851"/>
                  </a:lnTo>
                  <a:lnTo>
                    <a:pt x="183634" y="181759"/>
                  </a:lnTo>
                  <a:lnTo>
                    <a:pt x="183914" y="181809"/>
                  </a:lnTo>
                  <a:lnTo>
                    <a:pt x="184073" y="181955"/>
                  </a:lnTo>
                  <a:lnTo>
                    <a:pt x="184138" y="182128"/>
                  </a:lnTo>
                  <a:lnTo>
                    <a:pt x="183956" y="182426"/>
                  </a:lnTo>
                  <a:lnTo>
                    <a:pt x="183731" y="182620"/>
                  </a:lnTo>
                  <a:lnTo>
                    <a:pt x="183484" y="182673"/>
                  </a:lnTo>
                  <a:lnTo>
                    <a:pt x="183251" y="182643"/>
                  </a:lnTo>
                  <a:lnTo>
                    <a:pt x="183092" y="18273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7030323" y="1807661"/>
              <a:ext cx="183297" cy="183143"/>
            </a:xfrm>
            <a:custGeom>
              <a:avLst/>
              <a:pathLst>
                <a:path w="183297" h="183143">
                  <a:moveTo>
                    <a:pt x="182879" y="182880"/>
                  </a:moveTo>
                  <a:lnTo>
                    <a:pt x="182559" y="182775"/>
                  </a:lnTo>
                  <a:lnTo>
                    <a:pt x="182368" y="182679"/>
                  </a:lnTo>
                  <a:lnTo>
                    <a:pt x="182219" y="182383"/>
                  </a:lnTo>
                  <a:lnTo>
                    <a:pt x="182521" y="182381"/>
                  </a:lnTo>
                  <a:lnTo>
                    <a:pt x="183198" y="182663"/>
                  </a:lnTo>
                  <a:lnTo>
                    <a:pt x="183297" y="182878"/>
                  </a:lnTo>
                  <a:lnTo>
                    <a:pt x="183086" y="183033"/>
                  </a:lnTo>
                  <a:lnTo>
                    <a:pt x="182841" y="183143"/>
                  </a:lnTo>
                  <a:lnTo>
                    <a:pt x="182904" y="18301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7035385" y="1807053"/>
              <a:ext cx="182885" cy="183969"/>
            </a:xfrm>
            <a:custGeom>
              <a:avLst/>
              <a:pathLst>
                <a:path w="182885" h="183969">
                  <a:moveTo>
                    <a:pt x="182879" y="182880"/>
                  </a:moveTo>
                  <a:lnTo>
                    <a:pt x="182576" y="183252"/>
                  </a:lnTo>
                  <a:lnTo>
                    <a:pt x="182635" y="183583"/>
                  </a:lnTo>
                  <a:lnTo>
                    <a:pt x="182885" y="183969"/>
                  </a:lnTo>
                  <a:lnTo>
                    <a:pt x="182601" y="183865"/>
                  </a:lnTo>
                  <a:lnTo>
                    <a:pt x="182180" y="183618"/>
                  </a:lnTo>
                  <a:lnTo>
                    <a:pt x="181927" y="183321"/>
                  </a:lnTo>
                  <a:lnTo>
                    <a:pt x="181735" y="183345"/>
                  </a:lnTo>
                  <a:lnTo>
                    <a:pt x="181456" y="183125"/>
                  </a:lnTo>
                  <a:lnTo>
                    <a:pt x="181356" y="182960"/>
                  </a:lnTo>
                  <a:lnTo>
                    <a:pt x="181426" y="182696"/>
                  </a:lnTo>
                  <a:lnTo>
                    <a:pt x="181890" y="182706"/>
                  </a:lnTo>
                  <a:lnTo>
                    <a:pt x="182353" y="182713"/>
                  </a:lnTo>
                  <a:lnTo>
                    <a:pt x="182780" y="18256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7029333" y="1806957"/>
              <a:ext cx="182879" cy="183360"/>
            </a:xfrm>
            <a:custGeom>
              <a:avLst/>
              <a:pathLst>
                <a:path w="182879" h="183360">
                  <a:moveTo>
                    <a:pt x="182879" y="182880"/>
                  </a:moveTo>
                  <a:lnTo>
                    <a:pt x="182872" y="183151"/>
                  </a:lnTo>
                  <a:lnTo>
                    <a:pt x="182657" y="183274"/>
                  </a:lnTo>
                  <a:lnTo>
                    <a:pt x="182387" y="183360"/>
                  </a:lnTo>
                  <a:lnTo>
                    <a:pt x="182449" y="183021"/>
                  </a:lnTo>
                  <a:lnTo>
                    <a:pt x="182688" y="18284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7037624" y="1826319"/>
              <a:ext cx="183128" cy="182880"/>
            </a:xfrm>
            <a:custGeom>
              <a:avLst/>
              <a:pathLst>
                <a:path w="183128" h="182880">
                  <a:moveTo>
                    <a:pt x="182879" y="182880"/>
                  </a:moveTo>
                  <a:lnTo>
                    <a:pt x="183128" y="18286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7056351" y="1821054"/>
              <a:ext cx="183813" cy="183378"/>
            </a:xfrm>
            <a:custGeom>
              <a:avLst/>
              <a:pathLst>
                <a:path w="183813" h="183378">
                  <a:moveTo>
                    <a:pt x="182879" y="182880"/>
                  </a:moveTo>
                  <a:lnTo>
                    <a:pt x="183408" y="182695"/>
                  </a:lnTo>
                  <a:lnTo>
                    <a:pt x="183701" y="182737"/>
                  </a:lnTo>
                  <a:lnTo>
                    <a:pt x="183813" y="183095"/>
                  </a:lnTo>
                  <a:lnTo>
                    <a:pt x="183291" y="183261"/>
                  </a:lnTo>
                  <a:lnTo>
                    <a:pt x="183109" y="183378"/>
                  </a:lnTo>
                  <a:lnTo>
                    <a:pt x="182793" y="183288"/>
                  </a:lnTo>
                  <a:lnTo>
                    <a:pt x="182597" y="182731"/>
                  </a:lnTo>
                  <a:lnTo>
                    <a:pt x="182440" y="182559"/>
                  </a:lnTo>
                  <a:lnTo>
                    <a:pt x="182259" y="182755"/>
                  </a:lnTo>
                  <a:lnTo>
                    <a:pt x="182278" y="182535"/>
                  </a:lnTo>
                  <a:lnTo>
                    <a:pt x="182547" y="182277"/>
                  </a:lnTo>
                  <a:lnTo>
                    <a:pt x="182680" y="182262"/>
                  </a:lnTo>
                  <a:lnTo>
                    <a:pt x="182755" y="182402"/>
                  </a:lnTo>
                  <a:lnTo>
                    <a:pt x="182728" y="18281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7043102" y="1815470"/>
              <a:ext cx="182879" cy="183320"/>
            </a:xfrm>
            <a:custGeom>
              <a:avLst/>
              <a:pathLst>
                <a:path w="182879" h="183320">
                  <a:moveTo>
                    <a:pt x="182879" y="182880"/>
                  </a:moveTo>
                  <a:lnTo>
                    <a:pt x="182855" y="183010"/>
                  </a:lnTo>
                  <a:lnTo>
                    <a:pt x="182448" y="18332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7039680" y="1815308"/>
              <a:ext cx="183329" cy="183182"/>
            </a:xfrm>
            <a:custGeom>
              <a:avLst/>
              <a:pathLst>
                <a:path w="183329" h="183182">
                  <a:moveTo>
                    <a:pt x="182879" y="182880"/>
                  </a:moveTo>
                  <a:lnTo>
                    <a:pt x="182184" y="183182"/>
                  </a:lnTo>
                  <a:lnTo>
                    <a:pt x="181815" y="183063"/>
                  </a:lnTo>
                  <a:lnTo>
                    <a:pt x="181747" y="182859"/>
                  </a:lnTo>
                  <a:lnTo>
                    <a:pt x="182000" y="182797"/>
                  </a:lnTo>
                  <a:lnTo>
                    <a:pt x="182410" y="181997"/>
                  </a:lnTo>
                  <a:lnTo>
                    <a:pt x="183018" y="182087"/>
                  </a:lnTo>
                  <a:lnTo>
                    <a:pt x="183321" y="181877"/>
                  </a:lnTo>
                  <a:lnTo>
                    <a:pt x="183329" y="182047"/>
                  </a:lnTo>
                  <a:lnTo>
                    <a:pt x="183327" y="182238"/>
                  </a:lnTo>
                  <a:lnTo>
                    <a:pt x="183222" y="182457"/>
                  </a:lnTo>
                  <a:lnTo>
                    <a:pt x="183187" y="18282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7042893" y="1813576"/>
              <a:ext cx="183350" cy="183268"/>
            </a:xfrm>
            <a:custGeom>
              <a:avLst/>
              <a:pathLst>
                <a:path w="183350" h="183268">
                  <a:moveTo>
                    <a:pt x="182879" y="182880"/>
                  </a:moveTo>
                  <a:lnTo>
                    <a:pt x="183072" y="182619"/>
                  </a:lnTo>
                  <a:lnTo>
                    <a:pt x="183286" y="182910"/>
                  </a:lnTo>
                  <a:lnTo>
                    <a:pt x="183350" y="183055"/>
                  </a:lnTo>
                  <a:lnTo>
                    <a:pt x="183117" y="18326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7043653" y="1812599"/>
              <a:ext cx="182952" cy="183269"/>
            </a:xfrm>
            <a:custGeom>
              <a:avLst/>
              <a:pathLst>
                <a:path w="182952" h="183269">
                  <a:moveTo>
                    <a:pt x="182879" y="182880"/>
                  </a:moveTo>
                  <a:lnTo>
                    <a:pt x="182952" y="183226"/>
                  </a:lnTo>
                  <a:lnTo>
                    <a:pt x="182670" y="18326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7043195" y="1812044"/>
              <a:ext cx="183674" cy="183713"/>
            </a:xfrm>
            <a:custGeom>
              <a:avLst/>
              <a:pathLst>
                <a:path w="183674" h="183713">
                  <a:moveTo>
                    <a:pt x="182879" y="182880"/>
                  </a:moveTo>
                  <a:lnTo>
                    <a:pt x="182752" y="183448"/>
                  </a:lnTo>
                  <a:lnTo>
                    <a:pt x="182507" y="183655"/>
                  </a:lnTo>
                  <a:lnTo>
                    <a:pt x="182263" y="183713"/>
                  </a:lnTo>
                  <a:lnTo>
                    <a:pt x="181964" y="183434"/>
                  </a:lnTo>
                  <a:lnTo>
                    <a:pt x="181747" y="183060"/>
                  </a:lnTo>
                  <a:lnTo>
                    <a:pt x="182211" y="182796"/>
                  </a:lnTo>
                  <a:lnTo>
                    <a:pt x="182531" y="182591"/>
                  </a:lnTo>
                  <a:lnTo>
                    <a:pt x="182572" y="182400"/>
                  </a:lnTo>
                  <a:lnTo>
                    <a:pt x="182818" y="181988"/>
                  </a:lnTo>
                  <a:lnTo>
                    <a:pt x="183076" y="181555"/>
                  </a:lnTo>
                  <a:lnTo>
                    <a:pt x="183206" y="181492"/>
                  </a:lnTo>
                  <a:lnTo>
                    <a:pt x="183450" y="181534"/>
                  </a:lnTo>
                  <a:lnTo>
                    <a:pt x="183663" y="181797"/>
                  </a:lnTo>
                  <a:lnTo>
                    <a:pt x="183674" y="182007"/>
                  </a:lnTo>
                  <a:lnTo>
                    <a:pt x="183643" y="182232"/>
                  </a:lnTo>
                  <a:lnTo>
                    <a:pt x="183380" y="18278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7051214" y="1808776"/>
              <a:ext cx="183422" cy="183386"/>
            </a:xfrm>
            <a:custGeom>
              <a:avLst/>
              <a:pathLst>
                <a:path w="183422" h="183386">
                  <a:moveTo>
                    <a:pt x="182879" y="182880"/>
                  </a:moveTo>
                  <a:lnTo>
                    <a:pt x="183126" y="182991"/>
                  </a:lnTo>
                  <a:lnTo>
                    <a:pt x="183422" y="183192"/>
                  </a:lnTo>
                  <a:lnTo>
                    <a:pt x="183317" y="183386"/>
                  </a:lnTo>
                  <a:lnTo>
                    <a:pt x="183169" y="183366"/>
                  </a:lnTo>
                  <a:lnTo>
                    <a:pt x="182678" y="18304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7050164" y="180870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84" y="182829"/>
                  </a:lnTo>
                  <a:lnTo>
                    <a:pt x="182718" y="18267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7042140" y="1806682"/>
              <a:ext cx="183404" cy="183327"/>
            </a:xfrm>
            <a:custGeom>
              <a:avLst/>
              <a:pathLst>
                <a:path w="183404" h="183327">
                  <a:moveTo>
                    <a:pt x="182879" y="182880"/>
                  </a:moveTo>
                  <a:lnTo>
                    <a:pt x="183014" y="182822"/>
                  </a:lnTo>
                  <a:lnTo>
                    <a:pt x="183404" y="182879"/>
                  </a:lnTo>
                  <a:lnTo>
                    <a:pt x="183392" y="183327"/>
                  </a:lnTo>
                  <a:lnTo>
                    <a:pt x="183036" y="18312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7051198" y="1806611"/>
              <a:ext cx="183109" cy="182940"/>
            </a:xfrm>
            <a:custGeom>
              <a:avLst/>
              <a:pathLst>
                <a:path w="183109" h="182940">
                  <a:moveTo>
                    <a:pt x="182879" y="182880"/>
                  </a:moveTo>
                  <a:lnTo>
                    <a:pt x="182689" y="182940"/>
                  </a:lnTo>
                  <a:lnTo>
                    <a:pt x="182597" y="182652"/>
                  </a:lnTo>
                  <a:lnTo>
                    <a:pt x="182819" y="182498"/>
                  </a:lnTo>
                  <a:lnTo>
                    <a:pt x="183109" y="182562"/>
                  </a:lnTo>
                  <a:lnTo>
                    <a:pt x="183088" y="18280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7042906" y="1802135"/>
              <a:ext cx="183661" cy="183056"/>
            </a:xfrm>
            <a:custGeom>
              <a:avLst/>
              <a:pathLst>
                <a:path w="183661" h="183056">
                  <a:moveTo>
                    <a:pt x="182879" y="182880"/>
                  </a:moveTo>
                  <a:lnTo>
                    <a:pt x="183158" y="182903"/>
                  </a:lnTo>
                  <a:lnTo>
                    <a:pt x="183344" y="182842"/>
                  </a:lnTo>
                  <a:lnTo>
                    <a:pt x="183655" y="182681"/>
                  </a:lnTo>
                  <a:lnTo>
                    <a:pt x="183661" y="182929"/>
                  </a:lnTo>
                  <a:lnTo>
                    <a:pt x="183451" y="183026"/>
                  </a:lnTo>
                  <a:lnTo>
                    <a:pt x="182939" y="183056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7041992" y="1800827"/>
              <a:ext cx="183414" cy="182922"/>
            </a:xfrm>
            <a:custGeom>
              <a:avLst/>
              <a:pathLst>
                <a:path w="183414" h="182922">
                  <a:moveTo>
                    <a:pt x="182879" y="182880"/>
                  </a:moveTo>
                  <a:lnTo>
                    <a:pt x="183297" y="182794"/>
                  </a:lnTo>
                  <a:lnTo>
                    <a:pt x="183414" y="182859"/>
                  </a:lnTo>
                  <a:lnTo>
                    <a:pt x="183181" y="18292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7045795" y="1798452"/>
              <a:ext cx="183388" cy="183272"/>
            </a:xfrm>
            <a:custGeom>
              <a:avLst/>
              <a:pathLst>
                <a:path w="183388" h="183272">
                  <a:moveTo>
                    <a:pt x="182879" y="182880"/>
                  </a:moveTo>
                  <a:lnTo>
                    <a:pt x="183044" y="182794"/>
                  </a:lnTo>
                  <a:lnTo>
                    <a:pt x="183388" y="182735"/>
                  </a:lnTo>
                  <a:lnTo>
                    <a:pt x="183342" y="183140"/>
                  </a:lnTo>
                  <a:lnTo>
                    <a:pt x="183009" y="183272"/>
                  </a:lnTo>
                  <a:lnTo>
                    <a:pt x="182856" y="18304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7047814" y="1796211"/>
              <a:ext cx="182889" cy="183629"/>
            </a:xfrm>
            <a:custGeom>
              <a:avLst/>
              <a:pathLst>
                <a:path w="182889" h="183629">
                  <a:moveTo>
                    <a:pt x="182879" y="182880"/>
                  </a:moveTo>
                  <a:lnTo>
                    <a:pt x="182483" y="183309"/>
                  </a:lnTo>
                  <a:lnTo>
                    <a:pt x="182889" y="183388"/>
                  </a:lnTo>
                  <a:lnTo>
                    <a:pt x="182073" y="183629"/>
                  </a:lnTo>
                  <a:lnTo>
                    <a:pt x="182148" y="183212"/>
                  </a:lnTo>
                  <a:lnTo>
                    <a:pt x="182272" y="182909"/>
                  </a:lnTo>
                  <a:lnTo>
                    <a:pt x="182597" y="18286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7048521" y="1796220"/>
              <a:ext cx="184044" cy="183356"/>
            </a:xfrm>
            <a:custGeom>
              <a:avLst/>
              <a:pathLst>
                <a:path w="184044" h="183356">
                  <a:moveTo>
                    <a:pt x="182879" y="182880"/>
                  </a:moveTo>
                  <a:lnTo>
                    <a:pt x="183263" y="182791"/>
                  </a:lnTo>
                  <a:lnTo>
                    <a:pt x="183736" y="182646"/>
                  </a:lnTo>
                  <a:lnTo>
                    <a:pt x="184044" y="182721"/>
                  </a:lnTo>
                  <a:lnTo>
                    <a:pt x="184024" y="182978"/>
                  </a:lnTo>
                  <a:lnTo>
                    <a:pt x="183898" y="183356"/>
                  </a:lnTo>
                  <a:lnTo>
                    <a:pt x="183619" y="183319"/>
                  </a:lnTo>
                  <a:lnTo>
                    <a:pt x="183210" y="183242"/>
                  </a:lnTo>
                  <a:lnTo>
                    <a:pt x="183082" y="18320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7051667" y="1795012"/>
              <a:ext cx="183856" cy="184716"/>
            </a:xfrm>
            <a:custGeom>
              <a:avLst/>
              <a:pathLst>
                <a:path w="183856" h="184716">
                  <a:moveTo>
                    <a:pt x="182879" y="182880"/>
                  </a:moveTo>
                  <a:lnTo>
                    <a:pt x="183136" y="183230"/>
                  </a:lnTo>
                  <a:lnTo>
                    <a:pt x="183126" y="183438"/>
                  </a:lnTo>
                  <a:lnTo>
                    <a:pt x="183349" y="184065"/>
                  </a:lnTo>
                  <a:lnTo>
                    <a:pt x="183530" y="184107"/>
                  </a:lnTo>
                  <a:lnTo>
                    <a:pt x="183856" y="184309"/>
                  </a:lnTo>
                  <a:lnTo>
                    <a:pt x="183461" y="184190"/>
                  </a:lnTo>
                  <a:lnTo>
                    <a:pt x="183243" y="184203"/>
                  </a:lnTo>
                  <a:lnTo>
                    <a:pt x="182839" y="184616"/>
                  </a:lnTo>
                  <a:lnTo>
                    <a:pt x="182634" y="184709"/>
                  </a:lnTo>
                  <a:lnTo>
                    <a:pt x="182485" y="184716"/>
                  </a:lnTo>
                  <a:lnTo>
                    <a:pt x="182330" y="184657"/>
                  </a:lnTo>
                  <a:lnTo>
                    <a:pt x="181835" y="184417"/>
                  </a:lnTo>
                  <a:lnTo>
                    <a:pt x="181488" y="184130"/>
                  </a:lnTo>
                  <a:lnTo>
                    <a:pt x="181152" y="183733"/>
                  </a:lnTo>
                  <a:lnTo>
                    <a:pt x="181181" y="183574"/>
                  </a:lnTo>
                  <a:lnTo>
                    <a:pt x="181249" y="183440"/>
                  </a:lnTo>
                  <a:lnTo>
                    <a:pt x="181130" y="183130"/>
                  </a:lnTo>
                  <a:lnTo>
                    <a:pt x="181336" y="182949"/>
                  </a:lnTo>
                  <a:lnTo>
                    <a:pt x="181577" y="182796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7052071" y="1795176"/>
              <a:ext cx="183400" cy="182928"/>
            </a:xfrm>
            <a:custGeom>
              <a:avLst/>
              <a:pathLst>
                <a:path w="183400" h="182928">
                  <a:moveTo>
                    <a:pt x="182879" y="182880"/>
                  </a:moveTo>
                  <a:lnTo>
                    <a:pt x="183400" y="18292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7065150" y="1794037"/>
              <a:ext cx="183160" cy="183223"/>
            </a:xfrm>
            <a:custGeom>
              <a:avLst/>
              <a:pathLst>
                <a:path w="183160" h="183223">
                  <a:moveTo>
                    <a:pt x="182879" y="182880"/>
                  </a:moveTo>
                  <a:lnTo>
                    <a:pt x="183004" y="183223"/>
                  </a:lnTo>
                  <a:lnTo>
                    <a:pt x="182700" y="182833"/>
                  </a:lnTo>
                  <a:lnTo>
                    <a:pt x="182976" y="182516"/>
                  </a:lnTo>
                  <a:lnTo>
                    <a:pt x="183129" y="182573"/>
                  </a:lnTo>
                  <a:lnTo>
                    <a:pt x="183160" y="182806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7064573" y="1793013"/>
              <a:ext cx="183036" cy="183458"/>
            </a:xfrm>
            <a:custGeom>
              <a:avLst/>
              <a:pathLst>
                <a:path w="183036" h="183458">
                  <a:moveTo>
                    <a:pt x="182879" y="182880"/>
                  </a:moveTo>
                  <a:lnTo>
                    <a:pt x="183036" y="183024"/>
                  </a:lnTo>
                  <a:lnTo>
                    <a:pt x="182610" y="183458"/>
                  </a:lnTo>
                  <a:lnTo>
                    <a:pt x="182608" y="18312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7053150" y="1789038"/>
              <a:ext cx="183435" cy="182928"/>
            </a:xfrm>
            <a:custGeom>
              <a:avLst/>
              <a:pathLst>
                <a:path w="183435" h="182928">
                  <a:moveTo>
                    <a:pt x="182879" y="182880"/>
                  </a:moveTo>
                  <a:lnTo>
                    <a:pt x="183056" y="182710"/>
                  </a:lnTo>
                  <a:lnTo>
                    <a:pt x="183339" y="182628"/>
                  </a:lnTo>
                  <a:lnTo>
                    <a:pt x="183435" y="182822"/>
                  </a:lnTo>
                  <a:lnTo>
                    <a:pt x="183209" y="18292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7053157" y="1784461"/>
              <a:ext cx="183911" cy="184442"/>
            </a:xfrm>
            <a:custGeom>
              <a:avLst/>
              <a:pathLst>
                <a:path w="183911" h="184442">
                  <a:moveTo>
                    <a:pt x="182879" y="182880"/>
                  </a:moveTo>
                  <a:lnTo>
                    <a:pt x="183044" y="183133"/>
                  </a:lnTo>
                  <a:lnTo>
                    <a:pt x="183517" y="183597"/>
                  </a:lnTo>
                  <a:lnTo>
                    <a:pt x="183689" y="184165"/>
                  </a:lnTo>
                  <a:lnTo>
                    <a:pt x="183911" y="184442"/>
                  </a:lnTo>
                  <a:lnTo>
                    <a:pt x="183398" y="184439"/>
                  </a:lnTo>
                  <a:lnTo>
                    <a:pt x="183407" y="184289"/>
                  </a:lnTo>
                  <a:lnTo>
                    <a:pt x="183401" y="183980"/>
                  </a:lnTo>
                  <a:lnTo>
                    <a:pt x="182917" y="183581"/>
                  </a:lnTo>
                  <a:lnTo>
                    <a:pt x="182704" y="18245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7048412" y="1782513"/>
              <a:ext cx="182879" cy="183091"/>
            </a:xfrm>
            <a:custGeom>
              <a:avLst/>
              <a:pathLst>
                <a:path w="182879" h="183091">
                  <a:moveTo>
                    <a:pt x="182879" y="182880"/>
                  </a:moveTo>
                  <a:lnTo>
                    <a:pt x="182680" y="18309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6153165" y="1106986"/>
              <a:ext cx="631641" cy="624178"/>
            </a:xfrm>
            <a:custGeom>
              <a:avLst/>
              <a:pathLst>
                <a:path w="631641" h="624178">
                  <a:moveTo>
                    <a:pt x="188956" y="182880"/>
                  </a:moveTo>
                  <a:lnTo>
                    <a:pt x="189033" y="183043"/>
                  </a:lnTo>
                  <a:lnTo>
                    <a:pt x="189461" y="183836"/>
                  </a:lnTo>
                  <a:lnTo>
                    <a:pt x="193050" y="190343"/>
                  </a:lnTo>
                  <a:lnTo>
                    <a:pt x="196782" y="197282"/>
                  </a:lnTo>
                  <a:lnTo>
                    <a:pt x="196976" y="197643"/>
                  </a:lnTo>
                  <a:lnTo>
                    <a:pt x="197363" y="198373"/>
                  </a:lnTo>
                  <a:lnTo>
                    <a:pt x="197741" y="199083"/>
                  </a:lnTo>
                  <a:lnTo>
                    <a:pt x="197907" y="199392"/>
                  </a:lnTo>
                  <a:lnTo>
                    <a:pt x="198555" y="200598"/>
                  </a:lnTo>
                  <a:lnTo>
                    <a:pt x="198669" y="200812"/>
                  </a:lnTo>
                  <a:lnTo>
                    <a:pt x="199024" y="201477"/>
                  </a:lnTo>
                  <a:lnTo>
                    <a:pt x="199109" y="201633"/>
                  </a:lnTo>
                  <a:lnTo>
                    <a:pt x="199431" y="202248"/>
                  </a:lnTo>
                  <a:lnTo>
                    <a:pt x="200442" y="204177"/>
                  </a:lnTo>
                  <a:lnTo>
                    <a:pt x="200652" y="204577"/>
                  </a:lnTo>
                  <a:lnTo>
                    <a:pt x="200759" y="204782"/>
                  </a:lnTo>
                  <a:lnTo>
                    <a:pt x="200908" y="205068"/>
                  </a:lnTo>
                  <a:lnTo>
                    <a:pt x="201173" y="205567"/>
                  </a:lnTo>
                  <a:lnTo>
                    <a:pt x="201653" y="206487"/>
                  </a:lnTo>
                  <a:lnTo>
                    <a:pt x="201744" y="206662"/>
                  </a:lnTo>
                  <a:lnTo>
                    <a:pt x="201893" y="206944"/>
                  </a:lnTo>
                  <a:lnTo>
                    <a:pt x="202058" y="207254"/>
                  </a:lnTo>
                  <a:lnTo>
                    <a:pt x="202138" y="207410"/>
                  </a:lnTo>
                  <a:lnTo>
                    <a:pt x="202380" y="207871"/>
                  </a:lnTo>
                  <a:lnTo>
                    <a:pt x="202616" y="208333"/>
                  </a:lnTo>
                  <a:lnTo>
                    <a:pt x="202852" y="208788"/>
                  </a:lnTo>
                  <a:lnTo>
                    <a:pt x="203091" y="209244"/>
                  </a:lnTo>
                  <a:lnTo>
                    <a:pt x="203326" y="209700"/>
                  </a:lnTo>
                  <a:lnTo>
                    <a:pt x="203568" y="210159"/>
                  </a:lnTo>
                  <a:lnTo>
                    <a:pt x="203686" y="210381"/>
                  </a:lnTo>
                  <a:lnTo>
                    <a:pt x="203805" y="210618"/>
                  </a:lnTo>
                  <a:lnTo>
                    <a:pt x="204011" y="210999"/>
                  </a:lnTo>
                  <a:lnTo>
                    <a:pt x="204155" y="211276"/>
                  </a:lnTo>
                  <a:lnTo>
                    <a:pt x="204283" y="211524"/>
                  </a:lnTo>
                  <a:lnTo>
                    <a:pt x="204365" y="211684"/>
                  </a:lnTo>
                  <a:lnTo>
                    <a:pt x="204658" y="212244"/>
                  </a:lnTo>
                  <a:lnTo>
                    <a:pt x="204872" y="212652"/>
                  </a:lnTo>
                  <a:lnTo>
                    <a:pt x="204992" y="212884"/>
                  </a:lnTo>
                  <a:lnTo>
                    <a:pt x="205198" y="213279"/>
                  </a:lnTo>
                  <a:lnTo>
                    <a:pt x="205403" y="213669"/>
                  </a:lnTo>
                  <a:lnTo>
                    <a:pt x="205599" y="214055"/>
                  </a:lnTo>
                  <a:lnTo>
                    <a:pt x="205799" y="214441"/>
                  </a:lnTo>
                  <a:lnTo>
                    <a:pt x="206001" y="214828"/>
                  </a:lnTo>
                  <a:lnTo>
                    <a:pt x="206196" y="215216"/>
                  </a:lnTo>
                  <a:lnTo>
                    <a:pt x="206395" y="215600"/>
                  </a:lnTo>
                  <a:lnTo>
                    <a:pt x="206594" y="215984"/>
                  </a:lnTo>
                  <a:lnTo>
                    <a:pt x="206797" y="216377"/>
                  </a:lnTo>
                  <a:lnTo>
                    <a:pt x="206993" y="216763"/>
                  </a:lnTo>
                  <a:lnTo>
                    <a:pt x="207190" y="217150"/>
                  </a:lnTo>
                  <a:lnTo>
                    <a:pt x="207394" y="217537"/>
                  </a:lnTo>
                  <a:lnTo>
                    <a:pt x="207595" y="217925"/>
                  </a:lnTo>
                  <a:lnTo>
                    <a:pt x="207795" y="218314"/>
                  </a:lnTo>
                  <a:lnTo>
                    <a:pt x="207988" y="218703"/>
                  </a:lnTo>
                  <a:lnTo>
                    <a:pt x="208185" y="219092"/>
                  </a:lnTo>
                  <a:lnTo>
                    <a:pt x="208419" y="219537"/>
                  </a:lnTo>
                  <a:lnTo>
                    <a:pt x="208594" y="219867"/>
                  </a:lnTo>
                  <a:lnTo>
                    <a:pt x="208804" y="220273"/>
                  </a:lnTo>
                  <a:lnTo>
                    <a:pt x="208993" y="220641"/>
                  </a:lnTo>
                  <a:lnTo>
                    <a:pt x="209191" y="221028"/>
                  </a:lnTo>
                  <a:lnTo>
                    <a:pt x="209391" y="221415"/>
                  </a:lnTo>
                  <a:lnTo>
                    <a:pt x="209594" y="221802"/>
                  </a:lnTo>
                  <a:lnTo>
                    <a:pt x="209799" y="222189"/>
                  </a:lnTo>
                  <a:lnTo>
                    <a:pt x="210004" y="222576"/>
                  </a:lnTo>
                  <a:lnTo>
                    <a:pt x="210250" y="223067"/>
                  </a:lnTo>
                  <a:lnTo>
                    <a:pt x="210392" y="223346"/>
                  </a:lnTo>
                  <a:lnTo>
                    <a:pt x="210594" y="223729"/>
                  </a:lnTo>
                  <a:lnTo>
                    <a:pt x="210792" y="224114"/>
                  </a:lnTo>
                  <a:lnTo>
                    <a:pt x="210988" y="224498"/>
                  </a:lnTo>
                  <a:lnTo>
                    <a:pt x="211186" y="224882"/>
                  </a:lnTo>
                  <a:lnTo>
                    <a:pt x="211384" y="225267"/>
                  </a:lnTo>
                  <a:lnTo>
                    <a:pt x="211582" y="225651"/>
                  </a:lnTo>
                  <a:lnTo>
                    <a:pt x="211780" y="226036"/>
                  </a:lnTo>
                  <a:lnTo>
                    <a:pt x="211977" y="226420"/>
                  </a:lnTo>
                  <a:lnTo>
                    <a:pt x="212234" y="226900"/>
                  </a:lnTo>
                  <a:lnTo>
                    <a:pt x="212409" y="227208"/>
                  </a:lnTo>
                  <a:lnTo>
                    <a:pt x="212477" y="227356"/>
                  </a:lnTo>
                  <a:lnTo>
                    <a:pt x="212178" y="227620"/>
                  </a:lnTo>
                  <a:lnTo>
                    <a:pt x="211575" y="228134"/>
                  </a:lnTo>
                  <a:lnTo>
                    <a:pt x="211259" y="228405"/>
                  </a:lnTo>
                  <a:lnTo>
                    <a:pt x="210948" y="228679"/>
                  </a:lnTo>
                  <a:lnTo>
                    <a:pt x="210632" y="228953"/>
                  </a:lnTo>
                  <a:lnTo>
                    <a:pt x="210303" y="229235"/>
                  </a:lnTo>
                  <a:lnTo>
                    <a:pt x="209976" y="229520"/>
                  </a:lnTo>
                  <a:lnTo>
                    <a:pt x="209644" y="229805"/>
                  </a:lnTo>
                  <a:lnTo>
                    <a:pt x="209486" y="229945"/>
                  </a:lnTo>
                  <a:lnTo>
                    <a:pt x="208625" y="230682"/>
                  </a:lnTo>
                  <a:lnTo>
                    <a:pt x="208163" y="231087"/>
                  </a:lnTo>
                  <a:lnTo>
                    <a:pt x="208030" y="231203"/>
                  </a:lnTo>
                  <a:lnTo>
                    <a:pt x="207870" y="231344"/>
                  </a:lnTo>
                  <a:lnTo>
                    <a:pt x="207242" y="231884"/>
                  </a:lnTo>
                  <a:lnTo>
                    <a:pt x="206954" y="232133"/>
                  </a:lnTo>
                  <a:lnTo>
                    <a:pt x="206753" y="232307"/>
                  </a:lnTo>
                  <a:lnTo>
                    <a:pt x="206505" y="232524"/>
                  </a:lnTo>
                  <a:lnTo>
                    <a:pt x="206112" y="232865"/>
                  </a:lnTo>
                  <a:lnTo>
                    <a:pt x="205929" y="233025"/>
                  </a:lnTo>
                  <a:lnTo>
                    <a:pt x="205788" y="233147"/>
                  </a:lnTo>
                  <a:lnTo>
                    <a:pt x="205459" y="233439"/>
                  </a:lnTo>
                  <a:lnTo>
                    <a:pt x="205138" y="233730"/>
                  </a:lnTo>
                  <a:lnTo>
                    <a:pt x="204979" y="233875"/>
                  </a:lnTo>
                  <a:lnTo>
                    <a:pt x="204813" y="234019"/>
                  </a:lnTo>
                  <a:lnTo>
                    <a:pt x="204160" y="234601"/>
                  </a:lnTo>
                  <a:lnTo>
                    <a:pt x="204020" y="234728"/>
                  </a:lnTo>
                  <a:lnTo>
                    <a:pt x="203497" y="235210"/>
                  </a:lnTo>
                  <a:lnTo>
                    <a:pt x="203702" y="235848"/>
                  </a:lnTo>
                  <a:lnTo>
                    <a:pt x="203943" y="236041"/>
                  </a:lnTo>
                  <a:lnTo>
                    <a:pt x="204195" y="236231"/>
                  </a:lnTo>
                  <a:lnTo>
                    <a:pt x="204195" y="236371"/>
                  </a:lnTo>
                  <a:lnTo>
                    <a:pt x="204088" y="236814"/>
                  </a:lnTo>
                  <a:lnTo>
                    <a:pt x="208160" y="241440"/>
                  </a:lnTo>
                  <a:lnTo>
                    <a:pt x="208804" y="242161"/>
                  </a:lnTo>
                  <a:lnTo>
                    <a:pt x="214653" y="248739"/>
                  </a:lnTo>
                  <a:lnTo>
                    <a:pt x="214936" y="249057"/>
                  </a:lnTo>
                  <a:lnTo>
                    <a:pt x="217303" y="251818"/>
                  </a:lnTo>
                  <a:lnTo>
                    <a:pt x="218451" y="252543"/>
                  </a:lnTo>
                  <a:lnTo>
                    <a:pt x="220103" y="253597"/>
                  </a:lnTo>
                  <a:lnTo>
                    <a:pt x="220724" y="253989"/>
                  </a:lnTo>
                  <a:lnTo>
                    <a:pt x="222082" y="254862"/>
                  </a:lnTo>
                  <a:lnTo>
                    <a:pt x="222584" y="255189"/>
                  </a:lnTo>
                  <a:lnTo>
                    <a:pt x="222741" y="255285"/>
                  </a:lnTo>
                  <a:lnTo>
                    <a:pt x="223153" y="255550"/>
                  </a:lnTo>
                  <a:lnTo>
                    <a:pt x="223903" y="256050"/>
                  </a:lnTo>
                  <a:lnTo>
                    <a:pt x="224297" y="256196"/>
                  </a:lnTo>
                  <a:lnTo>
                    <a:pt x="224868" y="256405"/>
                  </a:lnTo>
                  <a:lnTo>
                    <a:pt x="225508" y="256635"/>
                  </a:lnTo>
                  <a:lnTo>
                    <a:pt x="225945" y="257000"/>
                  </a:lnTo>
                  <a:lnTo>
                    <a:pt x="226394" y="257380"/>
                  </a:lnTo>
                  <a:lnTo>
                    <a:pt x="226689" y="257632"/>
                  </a:lnTo>
                  <a:lnTo>
                    <a:pt x="226834" y="257754"/>
                  </a:lnTo>
                  <a:lnTo>
                    <a:pt x="227271" y="258131"/>
                  </a:lnTo>
                  <a:lnTo>
                    <a:pt x="227454" y="258283"/>
                  </a:lnTo>
                  <a:lnTo>
                    <a:pt x="227712" y="258499"/>
                  </a:lnTo>
                  <a:lnTo>
                    <a:pt x="228098" y="258785"/>
                  </a:lnTo>
                  <a:lnTo>
                    <a:pt x="228280" y="258825"/>
                  </a:lnTo>
                  <a:lnTo>
                    <a:pt x="228851" y="258930"/>
                  </a:lnTo>
                  <a:lnTo>
                    <a:pt x="229458" y="259035"/>
                  </a:lnTo>
                  <a:lnTo>
                    <a:pt x="229715" y="259079"/>
                  </a:lnTo>
                  <a:lnTo>
                    <a:pt x="229892" y="259129"/>
                  </a:lnTo>
                  <a:lnTo>
                    <a:pt x="230406" y="259322"/>
                  </a:lnTo>
                  <a:lnTo>
                    <a:pt x="230550" y="259376"/>
                  </a:lnTo>
                  <a:lnTo>
                    <a:pt x="231225" y="259653"/>
                  </a:lnTo>
                  <a:lnTo>
                    <a:pt x="231230" y="259957"/>
                  </a:lnTo>
                  <a:lnTo>
                    <a:pt x="231239" y="260329"/>
                  </a:lnTo>
                  <a:lnTo>
                    <a:pt x="231247" y="260706"/>
                  </a:lnTo>
                  <a:lnTo>
                    <a:pt x="231261" y="261078"/>
                  </a:lnTo>
                  <a:lnTo>
                    <a:pt x="231271" y="261452"/>
                  </a:lnTo>
                  <a:lnTo>
                    <a:pt x="231280" y="261826"/>
                  </a:lnTo>
                  <a:lnTo>
                    <a:pt x="231291" y="262199"/>
                  </a:lnTo>
                  <a:lnTo>
                    <a:pt x="231303" y="262573"/>
                  </a:lnTo>
                  <a:lnTo>
                    <a:pt x="231314" y="262947"/>
                  </a:lnTo>
                  <a:lnTo>
                    <a:pt x="231324" y="263341"/>
                  </a:lnTo>
                  <a:lnTo>
                    <a:pt x="231333" y="263689"/>
                  </a:lnTo>
                  <a:lnTo>
                    <a:pt x="231342" y="264061"/>
                  </a:lnTo>
                  <a:lnTo>
                    <a:pt x="231353" y="264432"/>
                  </a:lnTo>
                  <a:lnTo>
                    <a:pt x="231366" y="264803"/>
                  </a:lnTo>
                  <a:lnTo>
                    <a:pt x="231376" y="265171"/>
                  </a:lnTo>
                  <a:lnTo>
                    <a:pt x="231383" y="265549"/>
                  </a:lnTo>
                  <a:lnTo>
                    <a:pt x="231395" y="265923"/>
                  </a:lnTo>
                  <a:lnTo>
                    <a:pt x="231406" y="266294"/>
                  </a:lnTo>
                  <a:lnTo>
                    <a:pt x="231417" y="266660"/>
                  </a:lnTo>
                  <a:lnTo>
                    <a:pt x="231426" y="267031"/>
                  </a:lnTo>
                  <a:lnTo>
                    <a:pt x="231435" y="267402"/>
                  </a:lnTo>
                  <a:lnTo>
                    <a:pt x="231445" y="267774"/>
                  </a:lnTo>
                  <a:lnTo>
                    <a:pt x="231454" y="268146"/>
                  </a:lnTo>
                  <a:lnTo>
                    <a:pt x="231490" y="269635"/>
                  </a:lnTo>
                  <a:lnTo>
                    <a:pt x="231499" y="270007"/>
                  </a:lnTo>
                  <a:lnTo>
                    <a:pt x="231531" y="270640"/>
                  </a:lnTo>
                  <a:lnTo>
                    <a:pt x="231555" y="271067"/>
                  </a:lnTo>
                  <a:lnTo>
                    <a:pt x="231567" y="271626"/>
                  </a:lnTo>
                  <a:lnTo>
                    <a:pt x="231575" y="271928"/>
                  </a:lnTo>
                  <a:lnTo>
                    <a:pt x="231580" y="272160"/>
                  </a:lnTo>
                  <a:lnTo>
                    <a:pt x="231622" y="273759"/>
                  </a:lnTo>
                  <a:lnTo>
                    <a:pt x="231653" y="275008"/>
                  </a:lnTo>
                  <a:lnTo>
                    <a:pt x="234721" y="273651"/>
                  </a:lnTo>
                  <a:lnTo>
                    <a:pt x="237738" y="272345"/>
                  </a:lnTo>
                  <a:lnTo>
                    <a:pt x="238414" y="272057"/>
                  </a:lnTo>
                  <a:lnTo>
                    <a:pt x="238747" y="271908"/>
                  </a:lnTo>
                  <a:lnTo>
                    <a:pt x="239105" y="271746"/>
                  </a:lnTo>
                  <a:lnTo>
                    <a:pt x="239928" y="271379"/>
                  </a:lnTo>
                  <a:lnTo>
                    <a:pt x="240727" y="271021"/>
                  </a:lnTo>
                  <a:lnTo>
                    <a:pt x="241206" y="270813"/>
                  </a:lnTo>
                  <a:lnTo>
                    <a:pt x="241620" y="270638"/>
                  </a:lnTo>
                  <a:lnTo>
                    <a:pt x="242203" y="270385"/>
                  </a:lnTo>
                  <a:lnTo>
                    <a:pt x="242539" y="270113"/>
                  </a:lnTo>
                  <a:lnTo>
                    <a:pt x="242300" y="269784"/>
                  </a:lnTo>
                  <a:lnTo>
                    <a:pt x="241951" y="269319"/>
                  </a:lnTo>
                  <a:lnTo>
                    <a:pt x="241609" y="268855"/>
                  </a:lnTo>
                  <a:lnTo>
                    <a:pt x="241364" y="268515"/>
                  </a:lnTo>
                  <a:lnTo>
                    <a:pt x="241090" y="268141"/>
                  </a:lnTo>
                  <a:lnTo>
                    <a:pt x="240926" y="267924"/>
                  </a:lnTo>
                  <a:lnTo>
                    <a:pt x="240597" y="267483"/>
                  </a:lnTo>
                  <a:lnTo>
                    <a:pt x="240376" y="267181"/>
                  </a:lnTo>
                  <a:lnTo>
                    <a:pt x="241288" y="266892"/>
                  </a:lnTo>
                  <a:lnTo>
                    <a:pt x="242310" y="266592"/>
                  </a:lnTo>
                  <a:lnTo>
                    <a:pt x="242668" y="266485"/>
                  </a:lnTo>
                  <a:lnTo>
                    <a:pt x="243005" y="266381"/>
                  </a:lnTo>
                  <a:lnTo>
                    <a:pt x="243301" y="266295"/>
                  </a:lnTo>
                  <a:lnTo>
                    <a:pt x="243700" y="266176"/>
                  </a:lnTo>
                  <a:lnTo>
                    <a:pt x="244172" y="266045"/>
                  </a:lnTo>
                  <a:lnTo>
                    <a:pt x="244308" y="266636"/>
                  </a:lnTo>
                  <a:lnTo>
                    <a:pt x="244411" y="267105"/>
                  </a:lnTo>
                  <a:lnTo>
                    <a:pt x="244511" y="267563"/>
                  </a:lnTo>
                  <a:lnTo>
                    <a:pt x="244615" y="268008"/>
                  </a:lnTo>
                  <a:lnTo>
                    <a:pt x="244715" y="268463"/>
                  </a:lnTo>
                  <a:lnTo>
                    <a:pt x="244825" y="268928"/>
                  </a:lnTo>
                  <a:lnTo>
                    <a:pt x="244917" y="269376"/>
                  </a:lnTo>
                  <a:lnTo>
                    <a:pt x="244973" y="269568"/>
                  </a:lnTo>
                  <a:lnTo>
                    <a:pt x="245121" y="269756"/>
                  </a:lnTo>
                  <a:lnTo>
                    <a:pt x="245199" y="269891"/>
                  </a:lnTo>
                  <a:lnTo>
                    <a:pt x="245287" y="270106"/>
                  </a:lnTo>
                  <a:lnTo>
                    <a:pt x="245491" y="270390"/>
                  </a:lnTo>
                  <a:lnTo>
                    <a:pt x="245984" y="270899"/>
                  </a:lnTo>
                  <a:lnTo>
                    <a:pt x="246226" y="271074"/>
                  </a:lnTo>
                  <a:lnTo>
                    <a:pt x="246428" y="271146"/>
                  </a:lnTo>
                  <a:lnTo>
                    <a:pt x="246669" y="271260"/>
                  </a:lnTo>
                  <a:lnTo>
                    <a:pt x="247407" y="271639"/>
                  </a:lnTo>
                  <a:lnTo>
                    <a:pt x="247886" y="271933"/>
                  </a:lnTo>
                  <a:lnTo>
                    <a:pt x="248136" y="272145"/>
                  </a:lnTo>
                  <a:lnTo>
                    <a:pt x="248407" y="272457"/>
                  </a:lnTo>
                  <a:lnTo>
                    <a:pt x="248996" y="272968"/>
                  </a:lnTo>
                  <a:lnTo>
                    <a:pt x="249220" y="273134"/>
                  </a:lnTo>
                  <a:lnTo>
                    <a:pt x="248897" y="269135"/>
                  </a:lnTo>
                  <a:lnTo>
                    <a:pt x="248887" y="268997"/>
                  </a:lnTo>
                  <a:lnTo>
                    <a:pt x="249206" y="268861"/>
                  </a:lnTo>
                  <a:lnTo>
                    <a:pt x="249634" y="268670"/>
                  </a:lnTo>
                  <a:lnTo>
                    <a:pt x="250380" y="268329"/>
                  </a:lnTo>
                  <a:lnTo>
                    <a:pt x="251130" y="267991"/>
                  </a:lnTo>
                  <a:lnTo>
                    <a:pt x="251878" y="267649"/>
                  </a:lnTo>
                  <a:lnTo>
                    <a:pt x="252627" y="267308"/>
                  </a:lnTo>
                  <a:lnTo>
                    <a:pt x="253096" y="267101"/>
                  </a:lnTo>
                  <a:lnTo>
                    <a:pt x="253376" y="266973"/>
                  </a:lnTo>
                  <a:lnTo>
                    <a:pt x="253713" y="266814"/>
                  </a:lnTo>
                  <a:lnTo>
                    <a:pt x="254117" y="266633"/>
                  </a:lnTo>
                  <a:lnTo>
                    <a:pt x="254856" y="266297"/>
                  </a:lnTo>
                  <a:lnTo>
                    <a:pt x="255595" y="265962"/>
                  </a:lnTo>
                  <a:lnTo>
                    <a:pt x="256378" y="265626"/>
                  </a:lnTo>
                  <a:lnTo>
                    <a:pt x="256665" y="266131"/>
                  </a:lnTo>
                  <a:lnTo>
                    <a:pt x="257033" y="266809"/>
                  </a:lnTo>
                  <a:lnTo>
                    <a:pt x="257355" y="267388"/>
                  </a:lnTo>
                  <a:lnTo>
                    <a:pt x="257543" y="267727"/>
                  </a:lnTo>
                  <a:lnTo>
                    <a:pt x="257678" y="267967"/>
                  </a:lnTo>
                  <a:lnTo>
                    <a:pt x="257761" y="268117"/>
                  </a:lnTo>
                  <a:lnTo>
                    <a:pt x="257937" y="268438"/>
                  </a:lnTo>
                  <a:lnTo>
                    <a:pt x="258094" y="268720"/>
                  </a:lnTo>
                  <a:lnTo>
                    <a:pt x="258209" y="268931"/>
                  </a:lnTo>
                  <a:lnTo>
                    <a:pt x="258346" y="269180"/>
                  </a:lnTo>
                  <a:lnTo>
                    <a:pt x="258418" y="269317"/>
                  </a:lnTo>
                  <a:lnTo>
                    <a:pt x="258632" y="269551"/>
                  </a:lnTo>
                  <a:lnTo>
                    <a:pt x="258995" y="269673"/>
                  </a:lnTo>
                  <a:lnTo>
                    <a:pt x="259255" y="269761"/>
                  </a:lnTo>
                  <a:lnTo>
                    <a:pt x="259572" y="269866"/>
                  </a:lnTo>
                  <a:lnTo>
                    <a:pt x="259825" y="269951"/>
                  </a:lnTo>
                  <a:lnTo>
                    <a:pt x="259956" y="269995"/>
                  </a:lnTo>
                  <a:lnTo>
                    <a:pt x="260158" y="270062"/>
                  </a:lnTo>
                  <a:lnTo>
                    <a:pt x="260390" y="270136"/>
                  </a:lnTo>
                  <a:lnTo>
                    <a:pt x="260536" y="270182"/>
                  </a:lnTo>
                  <a:lnTo>
                    <a:pt x="260672" y="270227"/>
                  </a:lnTo>
                  <a:lnTo>
                    <a:pt x="260870" y="270281"/>
                  </a:lnTo>
                  <a:lnTo>
                    <a:pt x="261097" y="269872"/>
                  </a:lnTo>
                  <a:lnTo>
                    <a:pt x="261290" y="269506"/>
                  </a:lnTo>
                  <a:lnTo>
                    <a:pt x="261557" y="268989"/>
                  </a:lnTo>
                  <a:lnTo>
                    <a:pt x="261688" y="268752"/>
                  </a:lnTo>
                  <a:lnTo>
                    <a:pt x="261778" y="268583"/>
                  </a:lnTo>
                  <a:lnTo>
                    <a:pt x="263612" y="267175"/>
                  </a:lnTo>
                  <a:lnTo>
                    <a:pt x="263662" y="263341"/>
                  </a:lnTo>
                  <a:lnTo>
                    <a:pt x="263675" y="262314"/>
                  </a:lnTo>
                  <a:lnTo>
                    <a:pt x="266680" y="262409"/>
                  </a:lnTo>
                  <a:lnTo>
                    <a:pt x="267829" y="262446"/>
                  </a:lnTo>
                  <a:lnTo>
                    <a:pt x="270917" y="262594"/>
                  </a:lnTo>
                  <a:lnTo>
                    <a:pt x="273899" y="262682"/>
                  </a:lnTo>
                  <a:lnTo>
                    <a:pt x="276327" y="262745"/>
                  </a:lnTo>
                  <a:lnTo>
                    <a:pt x="278776" y="262810"/>
                  </a:lnTo>
                  <a:lnTo>
                    <a:pt x="282913" y="259041"/>
                  </a:lnTo>
                  <a:lnTo>
                    <a:pt x="285980" y="259286"/>
                  </a:lnTo>
                  <a:lnTo>
                    <a:pt x="288903" y="259522"/>
                  </a:lnTo>
                  <a:lnTo>
                    <a:pt x="294971" y="260063"/>
                  </a:lnTo>
                  <a:lnTo>
                    <a:pt x="295627" y="260081"/>
                  </a:lnTo>
                  <a:lnTo>
                    <a:pt x="297715" y="260142"/>
                  </a:lnTo>
                  <a:lnTo>
                    <a:pt x="299677" y="261566"/>
                  </a:lnTo>
                  <a:lnTo>
                    <a:pt x="300926" y="263342"/>
                  </a:lnTo>
                  <a:lnTo>
                    <a:pt x="301506" y="264167"/>
                  </a:lnTo>
                  <a:lnTo>
                    <a:pt x="304188" y="268040"/>
                  </a:lnTo>
                  <a:lnTo>
                    <a:pt x="304674" y="268506"/>
                  </a:lnTo>
                  <a:lnTo>
                    <a:pt x="304776" y="270645"/>
                  </a:lnTo>
                  <a:lnTo>
                    <a:pt x="304878" y="272803"/>
                  </a:lnTo>
                  <a:lnTo>
                    <a:pt x="302062" y="276193"/>
                  </a:lnTo>
                  <a:lnTo>
                    <a:pt x="302061" y="277944"/>
                  </a:lnTo>
                  <a:lnTo>
                    <a:pt x="302060" y="281473"/>
                  </a:lnTo>
                  <a:lnTo>
                    <a:pt x="302059" y="285245"/>
                  </a:lnTo>
                  <a:lnTo>
                    <a:pt x="302059" y="287742"/>
                  </a:lnTo>
                  <a:lnTo>
                    <a:pt x="301697" y="287893"/>
                  </a:lnTo>
                  <a:lnTo>
                    <a:pt x="301084" y="288252"/>
                  </a:lnTo>
                  <a:lnTo>
                    <a:pt x="300552" y="288542"/>
                  </a:lnTo>
                  <a:lnTo>
                    <a:pt x="299970" y="288860"/>
                  </a:lnTo>
                  <a:lnTo>
                    <a:pt x="299838" y="288933"/>
                  </a:lnTo>
                  <a:lnTo>
                    <a:pt x="299380" y="289183"/>
                  </a:lnTo>
                  <a:lnTo>
                    <a:pt x="298798" y="289501"/>
                  </a:lnTo>
                  <a:lnTo>
                    <a:pt x="298256" y="289795"/>
                  </a:lnTo>
                  <a:lnTo>
                    <a:pt x="297639" y="290131"/>
                  </a:lnTo>
                  <a:lnTo>
                    <a:pt x="297000" y="290481"/>
                  </a:lnTo>
                  <a:lnTo>
                    <a:pt x="296482" y="290765"/>
                  </a:lnTo>
                  <a:lnTo>
                    <a:pt x="296281" y="290875"/>
                  </a:lnTo>
                  <a:lnTo>
                    <a:pt x="295811" y="291134"/>
                  </a:lnTo>
                  <a:lnTo>
                    <a:pt x="295391" y="291429"/>
                  </a:lnTo>
                  <a:lnTo>
                    <a:pt x="295019" y="291768"/>
                  </a:lnTo>
                  <a:lnTo>
                    <a:pt x="294921" y="291897"/>
                  </a:lnTo>
                  <a:lnTo>
                    <a:pt x="293820" y="293282"/>
                  </a:lnTo>
                  <a:lnTo>
                    <a:pt x="293714" y="293648"/>
                  </a:lnTo>
                  <a:lnTo>
                    <a:pt x="293640" y="293918"/>
                  </a:lnTo>
                  <a:lnTo>
                    <a:pt x="293601" y="294052"/>
                  </a:lnTo>
                  <a:lnTo>
                    <a:pt x="293493" y="294433"/>
                  </a:lnTo>
                  <a:lnTo>
                    <a:pt x="293353" y="294932"/>
                  </a:lnTo>
                  <a:lnTo>
                    <a:pt x="293224" y="295392"/>
                  </a:lnTo>
                  <a:lnTo>
                    <a:pt x="293087" y="295870"/>
                  </a:lnTo>
                  <a:lnTo>
                    <a:pt x="292978" y="296273"/>
                  </a:lnTo>
                  <a:lnTo>
                    <a:pt x="292919" y="296463"/>
                  </a:lnTo>
                  <a:lnTo>
                    <a:pt x="292869" y="296656"/>
                  </a:lnTo>
                  <a:lnTo>
                    <a:pt x="292698" y="297117"/>
                  </a:lnTo>
                  <a:lnTo>
                    <a:pt x="292556" y="297224"/>
                  </a:lnTo>
                  <a:lnTo>
                    <a:pt x="292423" y="297320"/>
                  </a:lnTo>
                  <a:lnTo>
                    <a:pt x="291981" y="297694"/>
                  </a:lnTo>
                  <a:lnTo>
                    <a:pt x="291721" y="297907"/>
                  </a:lnTo>
                  <a:lnTo>
                    <a:pt x="291574" y="298027"/>
                  </a:lnTo>
                  <a:lnTo>
                    <a:pt x="291353" y="298200"/>
                  </a:lnTo>
                  <a:lnTo>
                    <a:pt x="291140" y="298376"/>
                  </a:lnTo>
                  <a:lnTo>
                    <a:pt x="290950" y="298538"/>
                  </a:lnTo>
                  <a:lnTo>
                    <a:pt x="290542" y="298808"/>
                  </a:lnTo>
                  <a:lnTo>
                    <a:pt x="290404" y="298881"/>
                  </a:lnTo>
                  <a:lnTo>
                    <a:pt x="290248" y="298978"/>
                  </a:lnTo>
                  <a:lnTo>
                    <a:pt x="290116" y="299046"/>
                  </a:lnTo>
                  <a:lnTo>
                    <a:pt x="289987" y="299096"/>
                  </a:lnTo>
                  <a:lnTo>
                    <a:pt x="289405" y="299308"/>
                  </a:lnTo>
                  <a:lnTo>
                    <a:pt x="289235" y="299336"/>
                  </a:lnTo>
                  <a:lnTo>
                    <a:pt x="289091" y="299358"/>
                  </a:lnTo>
                  <a:lnTo>
                    <a:pt x="288895" y="299375"/>
                  </a:lnTo>
                  <a:lnTo>
                    <a:pt x="288652" y="299406"/>
                  </a:lnTo>
                  <a:lnTo>
                    <a:pt x="288381" y="299422"/>
                  </a:lnTo>
                  <a:lnTo>
                    <a:pt x="288232" y="299438"/>
                  </a:lnTo>
                  <a:lnTo>
                    <a:pt x="287980" y="299453"/>
                  </a:lnTo>
                  <a:lnTo>
                    <a:pt x="287766" y="299471"/>
                  </a:lnTo>
                  <a:lnTo>
                    <a:pt x="287478" y="299484"/>
                  </a:lnTo>
                  <a:lnTo>
                    <a:pt x="287278" y="299500"/>
                  </a:lnTo>
                  <a:lnTo>
                    <a:pt x="287044" y="299522"/>
                  </a:lnTo>
                  <a:lnTo>
                    <a:pt x="286773" y="299539"/>
                  </a:lnTo>
                  <a:lnTo>
                    <a:pt x="286513" y="299550"/>
                  </a:lnTo>
                  <a:lnTo>
                    <a:pt x="286347" y="299554"/>
                  </a:lnTo>
                  <a:lnTo>
                    <a:pt x="285829" y="299716"/>
                  </a:lnTo>
                  <a:lnTo>
                    <a:pt x="285675" y="299979"/>
                  </a:lnTo>
                  <a:lnTo>
                    <a:pt x="285374" y="300301"/>
                  </a:lnTo>
                  <a:lnTo>
                    <a:pt x="285272" y="300482"/>
                  </a:lnTo>
                  <a:lnTo>
                    <a:pt x="285047" y="300638"/>
                  </a:lnTo>
                  <a:lnTo>
                    <a:pt x="284862" y="300810"/>
                  </a:lnTo>
                  <a:lnTo>
                    <a:pt x="284495" y="301110"/>
                  </a:lnTo>
                  <a:lnTo>
                    <a:pt x="284175" y="301339"/>
                  </a:lnTo>
                  <a:lnTo>
                    <a:pt x="283757" y="301596"/>
                  </a:lnTo>
                  <a:lnTo>
                    <a:pt x="282963" y="301996"/>
                  </a:lnTo>
                  <a:lnTo>
                    <a:pt x="282553" y="302263"/>
                  </a:lnTo>
                  <a:lnTo>
                    <a:pt x="281570" y="302704"/>
                  </a:lnTo>
                  <a:lnTo>
                    <a:pt x="281360" y="302809"/>
                  </a:lnTo>
                  <a:lnTo>
                    <a:pt x="281093" y="302984"/>
                  </a:lnTo>
                  <a:lnTo>
                    <a:pt x="280924" y="303069"/>
                  </a:lnTo>
                  <a:lnTo>
                    <a:pt x="280560" y="303215"/>
                  </a:lnTo>
                  <a:lnTo>
                    <a:pt x="280424" y="303247"/>
                  </a:lnTo>
                  <a:lnTo>
                    <a:pt x="280275" y="303301"/>
                  </a:lnTo>
                  <a:lnTo>
                    <a:pt x="279574" y="303631"/>
                  </a:lnTo>
                  <a:lnTo>
                    <a:pt x="278657" y="304021"/>
                  </a:lnTo>
                  <a:lnTo>
                    <a:pt x="278511" y="304074"/>
                  </a:lnTo>
                  <a:lnTo>
                    <a:pt x="278226" y="304138"/>
                  </a:lnTo>
                  <a:lnTo>
                    <a:pt x="278050" y="304245"/>
                  </a:lnTo>
                  <a:lnTo>
                    <a:pt x="277753" y="304455"/>
                  </a:lnTo>
                  <a:lnTo>
                    <a:pt x="277573" y="304637"/>
                  </a:lnTo>
                  <a:lnTo>
                    <a:pt x="277400" y="304737"/>
                  </a:lnTo>
                  <a:lnTo>
                    <a:pt x="277054" y="304874"/>
                  </a:lnTo>
                  <a:lnTo>
                    <a:pt x="276906" y="304898"/>
                  </a:lnTo>
                  <a:lnTo>
                    <a:pt x="276595" y="305000"/>
                  </a:lnTo>
                  <a:lnTo>
                    <a:pt x="276465" y="305012"/>
                  </a:lnTo>
                  <a:lnTo>
                    <a:pt x="276289" y="305002"/>
                  </a:lnTo>
                  <a:lnTo>
                    <a:pt x="275941" y="305020"/>
                  </a:lnTo>
                  <a:lnTo>
                    <a:pt x="275744" y="304951"/>
                  </a:lnTo>
                  <a:lnTo>
                    <a:pt x="275345" y="304759"/>
                  </a:lnTo>
                  <a:lnTo>
                    <a:pt x="275145" y="304535"/>
                  </a:lnTo>
                  <a:lnTo>
                    <a:pt x="274817" y="304428"/>
                  </a:lnTo>
                  <a:lnTo>
                    <a:pt x="274594" y="304400"/>
                  </a:lnTo>
                  <a:lnTo>
                    <a:pt x="274375" y="304433"/>
                  </a:lnTo>
                  <a:lnTo>
                    <a:pt x="274076" y="304724"/>
                  </a:lnTo>
                  <a:lnTo>
                    <a:pt x="274002" y="304961"/>
                  </a:lnTo>
                  <a:lnTo>
                    <a:pt x="274134" y="305026"/>
                  </a:lnTo>
                  <a:lnTo>
                    <a:pt x="274403" y="305221"/>
                  </a:lnTo>
                  <a:lnTo>
                    <a:pt x="274430" y="305348"/>
                  </a:lnTo>
                  <a:lnTo>
                    <a:pt x="282072" y="304786"/>
                  </a:lnTo>
                  <a:lnTo>
                    <a:pt x="282363" y="304745"/>
                  </a:lnTo>
                  <a:lnTo>
                    <a:pt x="282712" y="304737"/>
                  </a:lnTo>
                  <a:lnTo>
                    <a:pt x="283142" y="304750"/>
                  </a:lnTo>
                  <a:lnTo>
                    <a:pt x="283470" y="304818"/>
                  </a:lnTo>
                  <a:lnTo>
                    <a:pt x="283851" y="304951"/>
                  </a:lnTo>
                  <a:lnTo>
                    <a:pt x="284326" y="305142"/>
                  </a:lnTo>
                  <a:lnTo>
                    <a:pt x="284931" y="305299"/>
                  </a:lnTo>
                  <a:lnTo>
                    <a:pt x="285599" y="305357"/>
                  </a:lnTo>
                  <a:lnTo>
                    <a:pt x="286040" y="305460"/>
                  </a:lnTo>
                  <a:lnTo>
                    <a:pt x="286300" y="305535"/>
                  </a:lnTo>
                  <a:lnTo>
                    <a:pt x="286739" y="305619"/>
                  </a:lnTo>
                  <a:lnTo>
                    <a:pt x="287841" y="305757"/>
                  </a:lnTo>
                  <a:lnTo>
                    <a:pt x="288384" y="305791"/>
                  </a:lnTo>
                  <a:lnTo>
                    <a:pt x="288641" y="305894"/>
                  </a:lnTo>
                  <a:lnTo>
                    <a:pt x="291241" y="308558"/>
                  </a:lnTo>
                  <a:lnTo>
                    <a:pt x="291863" y="309172"/>
                  </a:lnTo>
                  <a:lnTo>
                    <a:pt x="294210" y="310069"/>
                  </a:lnTo>
                  <a:lnTo>
                    <a:pt x="296925" y="310572"/>
                  </a:lnTo>
                  <a:lnTo>
                    <a:pt x="299993" y="312793"/>
                  </a:lnTo>
                  <a:lnTo>
                    <a:pt x="305028" y="313702"/>
                  </a:lnTo>
                  <a:lnTo>
                    <a:pt x="305489" y="314338"/>
                  </a:lnTo>
                  <a:lnTo>
                    <a:pt x="305617" y="314484"/>
                  </a:lnTo>
                  <a:lnTo>
                    <a:pt x="307572" y="317028"/>
                  </a:lnTo>
                  <a:lnTo>
                    <a:pt x="307080" y="318615"/>
                  </a:lnTo>
                  <a:lnTo>
                    <a:pt x="308065" y="321399"/>
                  </a:lnTo>
                  <a:lnTo>
                    <a:pt x="312614" y="322412"/>
                  </a:lnTo>
                  <a:lnTo>
                    <a:pt x="314786" y="322625"/>
                  </a:lnTo>
                  <a:lnTo>
                    <a:pt x="314749" y="326149"/>
                  </a:lnTo>
                  <a:lnTo>
                    <a:pt x="315282" y="326154"/>
                  </a:lnTo>
                  <a:lnTo>
                    <a:pt x="315421" y="326142"/>
                  </a:lnTo>
                  <a:lnTo>
                    <a:pt x="316320" y="326244"/>
                  </a:lnTo>
                  <a:lnTo>
                    <a:pt x="316521" y="326257"/>
                  </a:lnTo>
                  <a:lnTo>
                    <a:pt x="317051" y="326328"/>
                  </a:lnTo>
                  <a:lnTo>
                    <a:pt x="317397" y="326459"/>
                  </a:lnTo>
                  <a:lnTo>
                    <a:pt x="317613" y="326415"/>
                  </a:lnTo>
                  <a:lnTo>
                    <a:pt x="318510" y="326656"/>
                  </a:lnTo>
                  <a:lnTo>
                    <a:pt x="319009" y="326691"/>
                  </a:lnTo>
                  <a:lnTo>
                    <a:pt x="319631" y="326653"/>
                  </a:lnTo>
                  <a:lnTo>
                    <a:pt x="320041" y="326597"/>
                  </a:lnTo>
                  <a:lnTo>
                    <a:pt x="320301" y="326593"/>
                  </a:lnTo>
                  <a:lnTo>
                    <a:pt x="320463" y="326550"/>
                  </a:lnTo>
                  <a:lnTo>
                    <a:pt x="320641" y="326545"/>
                  </a:lnTo>
                  <a:lnTo>
                    <a:pt x="321095" y="326464"/>
                  </a:lnTo>
                  <a:lnTo>
                    <a:pt x="321788" y="326273"/>
                  </a:lnTo>
                  <a:lnTo>
                    <a:pt x="322071" y="326157"/>
                  </a:lnTo>
                  <a:lnTo>
                    <a:pt x="322303" y="326128"/>
                  </a:lnTo>
                  <a:lnTo>
                    <a:pt x="322559" y="326045"/>
                  </a:lnTo>
                  <a:lnTo>
                    <a:pt x="322731" y="325971"/>
                  </a:lnTo>
                  <a:lnTo>
                    <a:pt x="322901" y="325950"/>
                  </a:lnTo>
                  <a:lnTo>
                    <a:pt x="323118" y="325951"/>
                  </a:lnTo>
                  <a:lnTo>
                    <a:pt x="323643" y="326052"/>
                  </a:lnTo>
                  <a:lnTo>
                    <a:pt x="323788" y="326063"/>
                  </a:lnTo>
                  <a:lnTo>
                    <a:pt x="324197" y="326053"/>
                  </a:lnTo>
                  <a:lnTo>
                    <a:pt x="324567" y="325973"/>
                  </a:lnTo>
                  <a:lnTo>
                    <a:pt x="327596" y="325963"/>
                  </a:lnTo>
                  <a:lnTo>
                    <a:pt x="327704" y="328347"/>
                  </a:lnTo>
                  <a:lnTo>
                    <a:pt x="327785" y="331054"/>
                  </a:lnTo>
                  <a:lnTo>
                    <a:pt x="327854" y="332834"/>
                  </a:lnTo>
                  <a:lnTo>
                    <a:pt x="327977" y="334623"/>
                  </a:lnTo>
                  <a:lnTo>
                    <a:pt x="327992" y="334754"/>
                  </a:lnTo>
                  <a:lnTo>
                    <a:pt x="327987" y="335003"/>
                  </a:lnTo>
                  <a:lnTo>
                    <a:pt x="328235" y="335161"/>
                  </a:lnTo>
                  <a:lnTo>
                    <a:pt x="328214" y="335393"/>
                  </a:lnTo>
                  <a:lnTo>
                    <a:pt x="328157" y="335942"/>
                  </a:lnTo>
                  <a:lnTo>
                    <a:pt x="328246" y="336098"/>
                  </a:lnTo>
                  <a:lnTo>
                    <a:pt x="328329" y="336352"/>
                  </a:lnTo>
                  <a:lnTo>
                    <a:pt x="328569" y="337333"/>
                  </a:lnTo>
                  <a:lnTo>
                    <a:pt x="328694" y="337544"/>
                  </a:lnTo>
                  <a:lnTo>
                    <a:pt x="328741" y="337681"/>
                  </a:lnTo>
                  <a:lnTo>
                    <a:pt x="328784" y="337907"/>
                  </a:lnTo>
                  <a:lnTo>
                    <a:pt x="328940" y="338292"/>
                  </a:lnTo>
                  <a:lnTo>
                    <a:pt x="328952" y="338599"/>
                  </a:lnTo>
                  <a:lnTo>
                    <a:pt x="329014" y="338861"/>
                  </a:lnTo>
                  <a:lnTo>
                    <a:pt x="328797" y="339049"/>
                  </a:lnTo>
                  <a:lnTo>
                    <a:pt x="327592" y="340335"/>
                  </a:lnTo>
                  <a:lnTo>
                    <a:pt x="327481" y="340474"/>
                  </a:lnTo>
                  <a:lnTo>
                    <a:pt x="327613" y="340862"/>
                  </a:lnTo>
                  <a:lnTo>
                    <a:pt x="327574" y="341995"/>
                  </a:lnTo>
                  <a:lnTo>
                    <a:pt x="327717" y="342535"/>
                  </a:lnTo>
                  <a:lnTo>
                    <a:pt x="327898" y="342697"/>
                  </a:lnTo>
                  <a:lnTo>
                    <a:pt x="328196" y="342900"/>
                  </a:lnTo>
                  <a:lnTo>
                    <a:pt x="328785" y="343312"/>
                  </a:lnTo>
                  <a:lnTo>
                    <a:pt x="329316" y="343669"/>
                  </a:lnTo>
                  <a:lnTo>
                    <a:pt x="329553" y="343852"/>
                  </a:lnTo>
                  <a:lnTo>
                    <a:pt x="329665" y="343661"/>
                  </a:lnTo>
                  <a:lnTo>
                    <a:pt x="330310" y="342347"/>
                  </a:lnTo>
                  <a:lnTo>
                    <a:pt x="331480" y="342919"/>
                  </a:lnTo>
                  <a:lnTo>
                    <a:pt x="332604" y="343494"/>
                  </a:lnTo>
                  <a:lnTo>
                    <a:pt x="332785" y="343663"/>
                  </a:lnTo>
                  <a:lnTo>
                    <a:pt x="332859" y="344280"/>
                  </a:lnTo>
                  <a:lnTo>
                    <a:pt x="332906" y="344666"/>
                  </a:lnTo>
                  <a:lnTo>
                    <a:pt x="332962" y="345129"/>
                  </a:lnTo>
                  <a:lnTo>
                    <a:pt x="332926" y="345265"/>
                  </a:lnTo>
                  <a:lnTo>
                    <a:pt x="332882" y="345433"/>
                  </a:lnTo>
                  <a:lnTo>
                    <a:pt x="332802" y="345733"/>
                  </a:lnTo>
                  <a:lnTo>
                    <a:pt x="332682" y="346129"/>
                  </a:lnTo>
                  <a:lnTo>
                    <a:pt x="333228" y="346018"/>
                  </a:lnTo>
                  <a:lnTo>
                    <a:pt x="335497" y="345481"/>
                  </a:lnTo>
                  <a:lnTo>
                    <a:pt x="339006" y="344680"/>
                  </a:lnTo>
                  <a:lnTo>
                    <a:pt x="339142" y="344630"/>
                  </a:lnTo>
                  <a:lnTo>
                    <a:pt x="340517" y="343951"/>
                  </a:lnTo>
                  <a:lnTo>
                    <a:pt x="341087" y="343662"/>
                  </a:lnTo>
                  <a:lnTo>
                    <a:pt x="342910" y="342737"/>
                  </a:lnTo>
                  <a:lnTo>
                    <a:pt x="342569" y="343663"/>
                  </a:lnTo>
                  <a:lnTo>
                    <a:pt x="342411" y="344173"/>
                  </a:lnTo>
                  <a:lnTo>
                    <a:pt x="342105" y="344976"/>
                  </a:lnTo>
                  <a:lnTo>
                    <a:pt x="341937" y="345481"/>
                  </a:lnTo>
                  <a:lnTo>
                    <a:pt x="341748" y="345936"/>
                  </a:lnTo>
                  <a:lnTo>
                    <a:pt x="342584" y="347130"/>
                  </a:lnTo>
                  <a:lnTo>
                    <a:pt x="343188" y="347937"/>
                  </a:lnTo>
                  <a:lnTo>
                    <a:pt x="343233" y="348097"/>
                  </a:lnTo>
                  <a:lnTo>
                    <a:pt x="343258" y="348639"/>
                  </a:lnTo>
                  <a:lnTo>
                    <a:pt x="343343" y="349850"/>
                  </a:lnTo>
                  <a:lnTo>
                    <a:pt x="344133" y="349852"/>
                  </a:lnTo>
                  <a:lnTo>
                    <a:pt x="344870" y="350286"/>
                  </a:lnTo>
                  <a:lnTo>
                    <a:pt x="345801" y="350248"/>
                  </a:lnTo>
                  <a:lnTo>
                    <a:pt x="347028" y="350495"/>
                  </a:lnTo>
                  <a:lnTo>
                    <a:pt x="347151" y="350824"/>
                  </a:lnTo>
                  <a:lnTo>
                    <a:pt x="346358" y="353188"/>
                  </a:lnTo>
                  <a:lnTo>
                    <a:pt x="347212" y="353380"/>
                  </a:lnTo>
                  <a:lnTo>
                    <a:pt x="348178" y="353635"/>
                  </a:lnTo>
                  <a:lnTo>
                    <a:pt x="348406" y="353628"/>
                  </a:lnTo>
                  <a:lnTo>
                    <a:pt x="349152" y="353680"/>
                  </a:lnTo>
                  <a:lnTo>
                    <a:pt x="350731" y="354246"/>
                  </a:lnTo>
                  <a:lnTo>
                    <a:pt x="352027" y="354925"/>
                  </a:lnTo>
                  <a:lnTo>
                    <a:pt x="352678" y="355212"/>
                  </a:lnTo>
                  <a:lnTo>
                    <a:pt x="352870" y="355227"/>
                  </a:lnTo>
                  <a:lnTo>
                    <a:pt x="353286" y="355465"/>
                  </a:lnTo>
                  <a:lnTo>
                    <a:pt x="353482" y="355499"/>
                  </a:lnTo>
                  <a:lnTo>
                    <a:pt x="355690" y="356239"/>
                  </a:lnTo>
                  <a:lnTo>
                    <a:pt x="356086" y="356921"/>
                  </a:lnTo>
                  <a:lnTo>
                    <a:pt x="356212" y="357139"/>
                  </a:lnTo>
                  <a:lnTo>
                    <a:pt x="356881" y="358267"/>
                  </a:lnTo>
                  <a:lnTo>
                    <a:pt x="357533" y="359058"/>
                  </a:lnTo>
                  <a:lnTo>
                    <a:pt x="357617" y="358894"/>
                  </a:lnTo>
                  <a:lnTo>
                    <a:pt x="357788" y="358710"/>
                  </a:lnTo>
                  <a:lnTo>
                    <a:pt x="358164" y="358421"/>
                  </a:lnTo>
                  <a:lnTo>
                    <a:pt x="358345" y="358353"/>
                  </a:lnTo>
                  <a:lnTo>
                    <a:pt x="358511" y="358231"/>
                  </a:lnTo>
                  <a:lnTo>
                    <a:pt x="359486" y="357327"/>
                  </a:lnTo>
                  <a:lnTo>
                    <a:pt x="359729" y="357290"/>
                  </a:lnTo>
                  <a:lnTo>
                    <a:pt x="360002" y="357240"/>
                  </a:lnTo>
                  <a:lnTo>
                    <a:pt x="360376" y="357266"/>
                  </a:lnTo>
                  <a:lnTo>
                    <a:pt x="360603" y="357325"/>
                  </a:lnTo>
                  <a:lnTo>
                    <a:pt x="361252" y="357552"/>
                  </a:lnTo>
                  <a:lnTo>
                    <a:pt x="361759" y="357751"/>
                  </a:lnTo>
                  <a:lnTo>
                    <a:pt x="361891" y="357791"/>
                  </a:lnTo>
                  <a:lnTo>
                    <a:pt x="362600" y="357786"/>
                  </a:lnTo>
                  <a:lnTo>
                    <a:pt x="362796" y="357800"/>
                  </a:lnTo>
                  <a:lnTo>
                    <a:pt x="363076" y="357933"/>
                  </a:lnTo>
                  <a:lnTo>
                    <a:pt x="363267" y="358081"/>
                  </a:lnTo>
                  <a:lnTo>
                    <a:pt x="363580" y="358207"/>
                  </a:lnTo>
                  <a:lnTo>
                    <a:pt x="364007" y="358610"/>
                  </a:lnTo>
                  <a:lnTo>
                    <a:pt x="364511" y="358180"/>
                  </a:lnTo>
                  <a:lnTo>
                    <a:pt x="364826" y="357919"/>
                  </a:lnTo>
                  <a:lnTo>
                    <a:pt x="367146" y="356029"/>
                  </a:lnTo>
                  <a:lnTo>
                    <a:pt x="370333" y="351893"/>
                  </a:lnTo>
                  <a:lnTo>
                    <a:pt x="372754" y="350296"/>
                  </a:lnTo>
                  <a:lnTo>
                    <a:pt x="375511" y="348459"/>
                  </a:lnTo>
                  <a:lnTo>
                    <a:pt x="372754" y="345913"/>
                  </a:lnTo>
                  <a:lnTo>
                    <a:pt x="371836" y="345052"/>
                  </a:lnTo>
                  <a:lnTo>
                    <a:pt x="370619" y="343878"/>
                  </a:lnTo>
                  <a:lnTo>
                    <a:pt x="370124" y="343373"/>
                  </a:lnTo>
                  <a:lnTo>
                    <a:pt x="366137" y="339597"/>
                  </a:lnTo>
                  <a:lnTo>
                    <a:pt x="366936" y="339408"/>
                  </a:lnTo>
                  <a:lnTo>
                    <a:pt x="372754" y="337945"/>
                  </a:lnTo>
                  <a:lnTo>
                    <a:pt x="378433" y="336550"/>
                  </a:lnTo>
                  <a:lnTo>
                    <a:pt x="383630" y="335264"/>
                  </a:lnTo>
                  <a:lnTo>
                    <a:pt x="386298" y="333537"/>
                  </a:lnTo>
                  <a:lnTo>
                    <a:pt x="390276" y="332495"/>
                  </a:lnTo>
                  <a:lnTo>
                    <a:pt x="391186" y="333067"/>
                  </a:lnTo>
                  <a:lnTo>
                    <a:pt x="392462" y="333897"/>
                  </a:lnTo>
                  <a:lnTo>
                    <a:pt x="395994" y="336095"/>
                  </a:lnTo>
                  <a:lnTo>
                    <a:pt x="403652" y="337494"/>
                  </a:lnTo>
                  <a:lnTo>
                    <a:pt x="407049" y="338265"/>
                  </a:lnTo>
                  <a:lnTo>
                    <a:pt x="411352" y="339269"/>
                  </a:lnTo>
                  <a:lnTo>
                    <a:pt x="411730" y="339347"/>
                  </a:lnTo>
                  <a:lnTo>
                    <a:pt x="416577" y="335033"/>
                  </a:lnTo>
                  <a:lnTo>
                    <a:pt x="417862" y="334646"/>
                  </a:lnTo>
                  <a:lnTo>
                    <a:pt x="419779" y="333218"/>
                  </a:lnTo>
                  <a:lnTo>
                    <a:pt x="421350" y="332024"/>
                  </a:lnTo>
                  <a:lnTo>
                    <a:pt x="422420" y="331084"/>
                  </a:lnTo>
                  <a:lnTo>
                    <a:pt x="424550" y="329252"/>
                  </a:lnTo>
                  <a:lnTo>
                    <a:pt x="425155" y="329047"/>
                  </a:lnTo>
                  <a:lnTo>
                    <a:pt x="429985" y="327608"/>
                  </a:lnTo>
                  <a:lnTo>
                    <a:pt x="444057" y="323483"/>
                  </a:lnTo>
                  <a:lnTo>
                    <a:pt x="447730" y="323571"/>
                  </a:lnTo>
                  <a:lnTo>
                    <a:pt x="449941" y="324267"/>
                  </a:lnTo>
                  <a:lnTo>
                    <a:pt x="453302" y="325297"/>
                  </a:lnTo>
                  <a:lnTo>
                    <a:pt x="452217" y="329047"/>
                  </a:lnTo>
                  <a:lnTo>
                    <a:pt x="451639" y="330670"/>
                  </a:lnTo>
                  <a:lnTo>
                    <a:pt x="453551" y="333067"/>
                  </a:lnTo>
                  <a:lnTo>
                    <a:pt x="456653" y="336903"/>
                  </a:lnTo>
                  <a:lnTo>
                    <a:pt x="457586" y="339793"/>
                  </a:lnTo>
                  <a:lnTo>
                    <a:pt x="457656" y="339986"/>
                  </a:lnTo>
                  <a:lnTo>
                    <a:pt x="457467" y="340747"/>
                  </a:lnTo>
                  <a:lnTo>
                    <a:pt x="457367" y="341052"/>
                  </a:lnTo>
                  <a:lnTo>
                    <a:pt x="457262" y="341373"/>
                  </a:lnTo>
                  <a:lnTo>
                    <a:pt x="457168" y="341671"/>
                  </a:lnTo>
                  <a:lnTo>
                    <a:pt x="457322" y="343451"/>
                  </a:lnTo>
                  <a:lnTo>
                    <a:pt x="457369" y="343746"/>
                  </a:lnTo>
                  <a:lnTo>
                    <a:pt x="457417" y="344207"/>
                  </a:lnTo>
                  <a:lnTo>
                    <a:pt x="456460" y="346331"/>
                  </a:lnTo>
                  <a:lnTo>
                    <a:pt x="451167" y="348401"/>
                  </a:lnTo>
                  <a:lnTo>
                    <a:pt x="450002" y="350366"/>
                  </a:lnTo>
                  <a:lnTo>
                    <a:pt x="447248" y="354756"/>
                  </a:lnTo>
                  <a:lnTo>
                    <a:pt x="446764" y="355494"/>
                  </a:lnTo>
                  <a:lnTo>
                    <a:pt x="446672" y="355754"/>
                  </a:lnTo>
                  <a:lnTo>
                    <a:pt x="446629" y="355925"/>
                  </a:lnTo>
                  <a:lnTo>
                    <a:pt x="445975" y="356806"/>
                  </a:lnTo>
                  <a:lnTo>
                    <a:pt x="444505" y="359160"/>
                  </a:lnTo>
                  <a:lnTo>
                    <a:pt x="433659" y="365789"/>
                  </a:lnTo>
                  <a:lnTo>
                    <a:pt x="430763" y="367582"/>
                  </a:lnTo>
                  <a:lnTo>
                    <a:pt x="430579" y="367711"/>
                  </a:lnTo>
                  <a:lnTo>
                    <a:pt x="427234" y="369749"/>
                  </a:lnTo>
                  <a:lnTo>
                    <a:pt x="427753" y="370157"/>
                  </a:lnTo>
                  <a:lnTo>
                    <a:pt x="428289" y="370826"/>
                  </a:lnTo>
                  <a:lnTo>
                    <a:pt x="429244" y="372089"/>
                  </a:lnTo>
                  <a:lnTo>
                    <a:pt x="429501" y="372854"/>
                  </a:lnTo>
                  <a:lnTo>
                    <a:pt x="432569" y="380482"/>
                  </a:lnTo>
                  <a:lnTo>
                    <a:pt x="430261" y="381506"/>
                  </a:lnTo>
                  <a:lnTo>
                    <a:pt x="425500" y="383585"/>
                  </a:lnTo>
                  <a:lnTo>
                    <a:pt x="425098" y="384308"/>
                  </a:lnTo>
                  <a:lnTo>
                    <a:pt x="425096" y="385142"/>
                  </a:lnTo>
                  <a:lnTo>
                    <a:pt x="425171" y="385292"/>
                  </a:lnTo>
                  <a:lnTo>
                    <a:pt x="425076" y="385867"/>
                  </a:lnTo>
                  <a:lnTo>
                    <a:pt x="425033" y="386042"/>
                  </a:lnTo>
                  <a:lnTo>
                    <a:pt x="425002" y="386335"/>
                  </a:lnTo>
                  <a:lnTo>
                    <a:pt x="425122" y="386669"/>
                  </a:lnTo>
                  <a:lnTo>
                    <a:pt x="425361" y="387457"/>
                  </a:lnTo>
                  <a:lnTo>
                    <a:pt x="425451" y="388132"/>
                  </a:lnTo>
                  <a:lnTo>
                    <a:pt x="425732" y="388710"/>
                  </a:lnTo>
                  <a:lnTo>
                    <a:pt x="425869" y="388927"/>
                  </a:lnTo>
                  <a:lnTo>
                    <a:pt x="425980" y="389306"/>
                  </a:lnTo>
                  <a:lnTo>
                    <a:pt x="426102" y="389767"/>
                  </a:lnTo>
                  <a:lnTo>
                    <a:pt x="426168" y="390204"/>
                  </a:lnTo>
                  <a:lnTo>
                    <a:pt x="426200" y="390410"/>
                  </a:lnTo>
                  <a:lnTo>
                    <a:pt x="426336" y="391115"/>
                  </a:lnTo>
                  <a:lnTo>
                    <a:pt x="426343" y="391343"/>
                  </a:lnTo>
                  <a:lnTo>
                    <a:pt x="426440" y="391662"/>
                  </a:lnTo>
                  <a:lnTo>
                    <a:pt x="426519" y="392043"/>
                  </a:lnTo>
                  <a:lnTo>
                    <a:pt x="426567" y="392383"/>
                  </a:lnTo>
                  <a:lnTo>
                    <a:pt x="426751" y="393556"/>
                  </a:lnTo>
                  <a:lnTo>
                    <a:pt x="427060" y="393636"/>
                  </a:lnTo>
                  <a:lnTo>
                    <a:pt x="430595" y="394794"/>
                  </a:lnTo>
                  <a:lnTo>
                    <a:pt x="430921" y="394887"/>
                  </a:lnTo>
                  <a:lnTo>
                    <a:pt x="437261" y="396889"/>
                  </a:lnTo>
                  <a:lnTo>
                    <a:pt x="442815" y="402093"/>
                  </a:lnTo>
                  <a:lnTo>
                    <a:pt x="443717" y="402981"/>
                  </a:lnTo>
                  <a:lnTo>
                    <a:pt x="444807" y="404703"/>
                  </a:lnTo>
                  <a:lnTo>
                    <a:pt x="447448" y="406265"/>
                  </a:lnTo>
                  <a:lnTo>
                    <a:pt x="449941" y="408229"/>
                  </a:lnTo>
                  <a:lnTo>
                    <a:pt x="452865" y="410609"/>
                  </a:lnTo>
                  <a:lnTo>
                    <a:pt x="456912" y="413462"/>
                  </a:lnTo>
                  <a:lnTo>
                    <a:pt x="459003" y="413254"/>
                  </a:lnTo>
                  <a:lnTo>
                    <a:pt x="460907" y="412556"/>
                  </a:lnTo>
                  <a:lnTo>
                    <a:pt x="460902" y="412838"/>
                  </a:lnTo>
                  <a:lnTo>
                    <a:pt x="461297" y="413159"/>
                  </a:lnTo>
                  <a:lnTo>
                    <a:pt x="461770" y="413130"/>
                  </a:lnTo>
                  <a:lnTo>
                    <a:pt x="461994" y="413102"/>
                  </a:lnTo>
                  <a:lnTo>
                    <a:pt x="463197" y="412874"/>
                  </a:lnTo>
                  <a:lnTo>
                    <a:pt x="463481" y="412950"/>
                  </a:lnTo>
                  <a:lnTo>
                    <a:pt x="463894" y="412984"/>
                  </a:lnTo>
                  <a:lnTo>
                    <a:pt x="464304" y="412667"/>
                  </a:lnTo>
                  <a:lnTo>
                    <a:pt x="465439" y="412096"/>
                  </a:lnTo>
                  <a:lnTo>
                    <a:pt x="466707" y="411759"/>
                  </a:lnTo>
                  <a:lnTo>
                    <a:pt x="467026" y="412242"/>
                  </a:lnTo>
                  <a:lnTo>
                    <a:pt x="467140" y="412731"/>
                  </a:lnTo>
                  <a:lnTo>
                    <a:pt x="467570" y="412905"/>
                  </a:lnTo>
                  <a:lnTo>
                    <a:pt x="467697" y="412917"/>
                  </a:lnTo>
                  <a:lnTo>
                    <a:pt x="467836" y="412913"/>
                  </a:lnTo>
                  <a:lnTo>
                    <a:pt x="468811" y="412871"/>
                  </a:lnTo>
                  <a:lnTo>
                    <a:pt x="469158" y="412826"/>
                  </a:lnTo>
                  <a:lnTo>
                    <a:pt x="469320" y="412748"/>
                  </a:lnTo>
                  <a:lnTo>
                    <a:pt x="469675" y="412525"/>
                  </a:lnTo>
                  <a:lnTo>
                    <a:pt x="469855" y="412422"/>
                  </a:lnTo>
                  <a:lnTo>
                    <a:pt x="470321" y="412278"/>
                  </a:lnTo>
                  <a:lnTo>
                    <a:pt x="470533" y="412466"/>
                  </a:lnTo>
                  <a:lnTo>
                    <a:pt x="470673" y="412603"/>
                  </a:lnTo>
                  <a:lnTo>
                    <a:pt x="470835" y="412749"/>
                  </a:lnTo>
                  <a:lnTo>
                    <a:pt x="471501" y="412696"/>
                  </a:lnTo>
                  <a:lnTo>
                    <a:pt x="472110" y="412670"/>
                  </a:lnTo>
                  <a:lnTo>
                    <a:pt x="472485" y="412679"/>
                  </a:lnTo>
                  <a:lnTo>
                    <a:pt x="472985" y="412834"/>
                  </a:lnTo>
                  <a:lnTo>
                    <a:pt x="473272" y="412924"/>
                  </a:lnTo>
                  <a:lnTo>
                    <a:pt x="473868" y="413066"/>
                  </a:lnTo>
                  <a:lnTo>
                    <a:pt x="474422" y="412889"/>
                  </a:lnTo>
                  <a:lnTo>
                    <a:pt x="474940" y="412997"/>
                  </a:lnTo>
                  <a:lnTo>
                    <a:pt x="475784" y="413272"/>
                  </a:lnTo>
                  <a:lnTo>
                    <a:pt x="475733" y="413814"/>
                  </a:lnTo>
                  <a:lnTo>
                    <a:pt x="475686" y="414048"/>
                  </a:lnTo>
                  <a:lnTo>
                    <a:pt x="475654" y="414257"/>
                  </a:lnTo>
                  <a:lnTo>
                    <a:pt x="475510" y="414705"/>
                  </a:lnTo>
                  <a:lnTo>
                    <a:pt x="475375" y="414707"/>
                  </a:lnTo>
                  <a:lnTo>
                    <a:pt x="475289" y="414968"/>
                  </a:lnTo>
                  <a:lnTo>
                    <a:pt x="475353" y="415160"/>
                  </a:lnTo>
                  <a:lnTo>
                    <a:pt x="475641" y="415735"/>
                  </a:lnTo>
                  <a:lnTo>
                    <a:pt x="476719" y="416160"/>
                  </a:lnTo>
                  <a:lnTo>
                    <a:pt x="476965" y="416157"/>
                  </a:lnTo>
                  <a:lnTo>
                    <a:pt x="475955" y="417305"/>
                  </a:lnTo>
                  <a:lnTo>
                    <a:pt x="475507" y="417760"/>
                  </a:lnTo>
                  <a:lnTo>
                    <a:pt x="475486" y="417999"/>
                  </a:lnTo>
                  <a:lnTo>
                    <a:pt x="474979" y="418555"/>
                  </a:lnTo>
                  <a:lnTo>
                    <a:pt x="473049" y="419391"/>
                  </a:lnTo>
                  <a:lnTo>
                    <a:pt x="473154" y="419755"/>
                  </a:lnTo>
                  <a:lnTo>
                    <a:pt x="473015" y="419974"/>
                  </a:lnTo>
                  <a:lnTo>
                    <a:pt x="472990" y="420644"/>
                  </a:lnTo>
                  <a:lnTo>
                    <a:pt x="473068" y="420799"/>
                  </a:lnTo>
                  <a:lnTo>
                    <a:pt x="473241" y="421124"/>
                  </a:lnTo>
                  <a:lnTo>
                    <a:pt x="473651" y="421680"/>
                  </a:lnTo>
                  <a:lnTo>
                    <a:pt x="473944" y="422040"/>
                  </a:lnTo>
                  <a:lnTo>
                    <a:pt x="473991" y="422289"/>
                  </a:lnTo>
                  <a:lnTo>
                    <a:pt x="474225" y="422410"/>
                  </a:lnTo>
                  <a:lnTo>
                    <a:pt x="474453" y="422451"/>
                  </a:lnTo>
                  <a:lnTo>
                    <a:pt x="475112" y="422365"/>
                  </a:lnTo>
                  <a:lnTo>
                    <a:pt x="475613" y="422365"/>
                  </a:lnTo>
                  <a:lnTo>
                    <a:pt x="476161" y="422402"/>
                  </a:lnTo>
                  <a:lnTo>
                    <a:pt x="476565" y="422328"/>
                  </a:lnTo>
                  <a:lnTo>
                    <a:pt x="477539" y="422095"/>
                  </a:lnTo>
                  <a:lnTo>
                    <a:pt x="477737" y="422008"/>
                  </a:lnTo>
                  <a:lnTo>
                    <a:pt x="477901" y="421921"/>
                  </a:lnTo>
                  <a:lnTo>
                    <a:pt x="478270" y="421589"/>
                  </a:lnTo>
                  <a:lnTo>
                    <a:pt x="478691" y="421111"/>
                  </a:lnTo>
                  <a:lnTo>
                    <a:pt x="478990" y="420949"/>
                  </a:lnTo>
                  <a:lnTo>
                    <a:pt x="479394" y="420788"/>
                  </a:lnTo>
                  <a:lnTo>
                    <a:pt x="479807" y="420512"/>
                  </a:lnTo>
                  <a:lnTo>
                    <a:pt x="480142" y="420720"/>
                  </a:lnTo>
                  <a:lnTo>
                    <a:pt x="480241" y="420866"/>
                  </a:lnTo>
                  <a:lnTo>
                    <a:pt x="480320" y="420996"/>
                  </a:lnTo>
                  <a:lnTo>
                    <a:pt x="480412" y="421161"/>
                  </a:lnTo>
                  <a:lnTo>
                    <a:pt x="480541" y="421187"/>
                  </a:lnTo>
                  <a:lnTo>
                    <a:pt x="480957" y="421241"/>
                  </a:lnTo>
                  <a:lnTo>
                    <a:pt x="481754" y="421331"/>
                  </a:lnTo>
                  <a:lnTo>
                    <a:pt x="482779" y="421968"/>
                  </a:lnTo>
                  <a:lnTo>
                    <a:pt x="482907" y="422111"/>
                  </a:lnTo>
                  <a:lnTo>
                    <a:pt x="482946" y="422548"/>
                  </a:lnTo>
                  <a:lnTo>
                    <a:pt x="482915" y="422982"/>
                  </a:lnTo>
                  <a:lnTo>
                    <a:pt x="482935" y="423275"/>
                  </a:lnTo>
                  <a:lnTo>
                    <a:pt x="483065" y="423362"/>
                  </a:lnTo>
                  <a:lnTo>
                    <a:pt x="483172" y="423602"/>
                  </a:lnTo>
                  <a:lnTo>
                    <a:pt x="483194" y="423783"/>
                  </a:lnTo>
                  <a:lnTo>
                    <a:pt x="483391" y="423952"/>
                  </a:lnTo>
                  <a:lnTo>
                    <a:pt x="483608" y="423979"/>
                  </a:lnTo>
                  <a:lnTo>
                    <a:pt x="483748" y="424061"/>
                  </a:lnTo>
                  <a:lnTo>
                    <a:pt x="484140" y="424507"/>
                  </a:lnTo>
                  <a:lnTo>
                    <a:pt x="484456" y="425088"/>
                  </a:lnTo>
                  <a:lnTo>
                    <a:pt x="484442" y="425411"/>
                  </a:lnTo>
                  <a:lnTo>
                    <a:pt x="484473" y="425693"/>
                  </a:lnTo>
                  <a:lnTo>
                    <a:pt x="484963" y="425915"/>
                  </a:lnTo>
                  <a:lnTo>
                    <a:pt x="485147" y="426137"/>
                  </a:lnTo>
                  <a:lnTo>
                    <a:pt x="485168" y="426699"/>
                  </a:lnTo>
                  <a:lnTo>
                    <a:pt x="485131" y="426957"/>
                  </a:lnTo>
                  <a:lnTo>
                    <a:pt x="485165" y="427135"/>
                  </a:lnTo>
                  <a:lnTo>
                    <a:pt x="485310" y="427243"/>
                  </a:lnTo>
                  <a:lnTo>
                    <a:pt x="485765" y="427501"/>
                  </a:lnTo>
                  <a:lnTo>
                    <a:pt x="486363" y="427655"/>
                  </a:lnTo>
                  <a:lnTo>
                    <a:pt x="486633" y="427849"/>
                  </a:lnTo>
                  <a:lnTo>
                    <a:pt x="486642" y="428048"/>
                  </a:lnTo>
                  <a:lnTo>
                    <a:pt x="486640" y="429539"/>
                  </a:lnTo>
                  <a:lnTo>
                    <a:pt x="487077" y="429915"/>
                  </a:lnTo>
                  <a:lnTo>
                    <a:pt x="487239" y="429947"/>
                  </a:lnTo>
                  <a:lnTo>
                    <a:pt x="487849" y="429818"/>
                  </a:lnTo>
                  <a:lnTo>
                    <a:pt x="488060" y="429767"/>
                  </a:lnTo>
                  <a:lnTo>
                    <a:pt x="488551" y="429736"/>
                  </a:lnTo>
                  <a:lnTo>
                    <a:pt x="488700" y="429796"/>
                  </a:lnTo>
                  <a:lnTo>
                    <a:pt x="488911" y="429892"/>
                  </a:lnTo>
                  <a:lnTo>
                    <a:pt x="488812" y="430547"/>
                  </a:lnTo>
                  <a:lnTo>
                    <a:pt x="489306" y="430779"/>
                  </a:lnTo>
                  <a:lnTo>
                    <a:pt x="489457" y="430829"/>
                  </a:lnTo>
                  <a:lnTo>
                    <a:pt x="489590" y="430989"/>
                  </a:lnTo>
                  <a:lnTo>
                    <a:pt x="489926" y="430945"/>
                  </a:lnTo>
                  <a:lnTo>
                    <a:pt x="490050" y="430655"/>
                  </a:lnTo>
                  <a:lnTo>
                    <a:pt x="490288" y="430415"/>
                  </a:lnTo>
                  <a:lnTo>
                    <a:pt x="490725" y="430343"/>
                  </a:lnTo>
                  <a:lnTo>
                    <a:pt x="490856" y="430474"/>
                  </a:lnTo>
                  <a:lnTo>
                    <a:pt x="491319" y="430759"/>
                  </a:lnTo>
                  <a:lnTo>
                    <a:pt x="492511" y="431231"/>
                  </a:lnTo>
                  <a:lnTo>
                    <a:pt x="492654" y="431286"/>
                  </a:lnTo>
                  <a:lnTo>
                    <a:pt x="493353" y="431456"/>
                  </a:lnTo>
                  <a:lnTo>
                    <a:pt x="493879" y="431478"/>
                  </a:lnTo>
                  <a:lnTo>
                    <a:pt x="494329" y="431438"/>
                  </a:lnTo>
                  <a:lnTo>
                    <a:pt x="494538" y="431436"/>
                  </a:lnTo>
                  <a:lnTo>
                    <a:pt x="494752" y="431511"/>
                  </a:lnTo>
                  <a:lnTo>
                    <a:pt x="494735" y="431776"/>
                  </a:lnTo>
                  <a:lnTo>
                    <a:pt x="494743" y="432094"/>
                  </a:lnTo>
                  <a:lnTo>
                    <a:pt x="494784" y="432299"/>
                  </a:lnTo>
                  <a:lnTo>
                    <a:pt x="494944" y="432779"/>
                  </a:lnTo>
                  <a:lnTo>
                    <a:pt x="495120" y="432913"/>
                  </a:lnTo>
                  <a:lnTo>
                    <a:pt x="495232" y="433073"/>
                  </a:lnTo>
                  <a:lnTo>
                    <a:pt x="495233" y="433217"/>
                  </a:lnTo>
                  <a:lnTo>
                    <a:pt x="495295" y="433591"/>
                  </a:lnTo>
                  <a:lnTo>
                    <a:pt x="495395" y="433751"/>
                  </a:lnTo>
                  <a:lnTo>
                    <a:pt x="495551" y="433840"/>
                  </a:lnTo>
                  <a:lnTo>
                    <a:pt x="495563" y="434169"/>
                  </a:lnTo>
                  <a:lnTo>
                    <a:pt x="495492" y="434484"/>
                  </a:lnTo>
                  <a:lnTo>
                    <a:pt x="495223" y="434389"/>
                  </a:lnTo>
                  <a:lnTo>
                    <a:pt x="495392" y="434932"/>
                  </a:lnTo>
                  <a:lnTo>
                    <a:pt x="495446" y="435220"/>
                  </a:lnTo>
                  <a:lnTo>
                    <a:pt x="495408" y="435760"/>
                  </a:lnTo>
                  <a:lnTo>
                    <a:pt x="495277" y="435997"/>
                  </a:lnTo>
                  <a:lnTo>
                    <a:pt x="495458" y="436109"/>
                  </a:lnTo>
                  <a:lnTo>
                    <a:pt x="495849" y="435940"/>
                  </a:lnTo>
                  <a:lnTo>
                    <a:pt x="496024" y="435781"/>
                  </a:lnTo>
                  <a:lnTo>
                    <a:pt x="496343" y="435761"/>
                  </a:lnTo>
                  <a:lnTo>
                    <a:pt x="496674" y="435930"/>
                  </a:lnTo>
                  <a:lnTo>
                    <a:pt x="496860" y="436045"/>
                  </a:lnTo>
                  <a:lnTo>
                    <a:pt x="497119" y="436267"/>
                  </a:lnTo>
                  <a:lnTo>
                    <a:pt x="497475" y="435891"/>
                  </a:lnTo>
                  <a:lnTo>
                    <a:pt x="497642" y="435802"/>
                  </a:lnTo>
                  <a:lnTo>
                    <a:pt x="497973" y="436021"/>
                  </a:lnTo>
                  <a:lnTo>
                    <a:pt x="498111" y="436174"/>
                  </a:lnTo>
                  <a:lnTo>
                    <a:pt x="498416" y="436463"/>
                  </a:lnTo>
                  <a:lnTo>
                    <a:pt x="499157" y="437003"/>
                  </a:lnTo>
                  <a:lnTo>
                    <a:pt x="499198" y="437156"/>
                  </a:lnTo>
                  <a:lnTo>
                    <a:pt x="499181" y="437706"/>
                  </a:lnTo>
                  <a:lnTo>
                    <a:pt x="499856" y="438137"/>
                  </a:lnTo>
                  <a:lnTo>
                    <a:pt x="499685" y="438305"/>
                  </a:lnTo>
                  <a:lnTo>
                    <a:pt x="499662" y="438510"/>
                  </a:lnTo>
                  <a:lnTo>
                    <a:pt x="499989" y="439055"/>
                  </a:lnTo>
                  <a:lnTo>
                    <a:pt x="500164" y="439218"/>
                  </a:lnTo>
                  <a:lnTo>
                    <a:pt x="500655" y="439588"/>
                  </a:lnTo>
                  <a:lnTo>
                    <a:pt x="501211" y="439782"/>
                  </a:lnTo>
                  <a:lnTo>
                    <a:pt x="501254" y="439936"/>
                  </a:lnTo>
                  <a:lnTo>
                    <a:pt x="501285" y="440075"/>
                  </a:lnTo>
                  <a:lnTo>
                    <a:pt x="501339" y="440497"/>
                  </a:lnTo>
                  <a:lnTo>
                    <a:pt x="501322" y="440802"/>
                  </a:lnTo>
                  <a:lnTo>
                    <a:pt x="501394" y="441093"/>
                  </a:lnTo>
                  <a:lnTo>
                    <a:pt x="501484" y="441281"/>
                  </a:lnTo>
                  <a:lnTo>
                    <a:pt x="501573" y="441644"/>
                  </a:lnTo>
                  <a:lnTo>
                    <a:pt x="501391" y="441683"/>
                  </a:lnTo>
                  <a:lnTo>
                    <a:pt x="501236" y="441684"/>
                  </a:lnTo>
                  <a:lnTo>
                    <a:pt x="501139" y="442005"/>
                  </a:lnTo>
                  <a:lnTo>
                    <a:pt x="501121" y="442166"/>
                  </a:lnTo>
                  <a:lnTo>
                    <a:pt x="500712" y="442518"/>
                  </a:lnTo>
                  <a:lnTo>
                    <a:pt x="500548" y="442584"/>
                  </a:lnTo>
                  <a:lnTo>
                    <a:pt x="500351" y="442626"/>
                  </a:lnTo>
                  <a:lnTo>
                    <a:pt x="500163" y="442549"/>
                  </a:lnTo>
                  <a:lnTo>
                    <a:pt x="500000" y="442404"/>
                  </a:lnTo>
                  <a:lnTo>
                    <a:pt x="499613" y="442234"/>
                  </a:lnTo>
                  <a:lnTo>
                    <a:pt x="499146" y="442168"/>
                  </a:lnTo>
                  <a:lnTo>
                    <a:pt x="498985" y="442216"/>
                  </a:lnTo>
                  <a:lnTo>
                    <a:pt x="498942" y="442410"/>
                  </a:lnTo>
                  <a:lnTo>
                    <a:pt x="498855" y="442708"/>
                  </a:lnTo>
                  <a:lnTo>
                    <a:pt x="498454" y="442620"/>
                  </a:lnTo>
                  <a:lnTo>
                    <a:pt x="498322" y="442607"/>
                  </a:lnTo>
                  <a:lnTo>
                    <a:pt x="497592" y="442642"/>
                  </a:lnTo>
                  <a:lnTo>
                    <a:pt x="497602" y="442995"/>
                  </a:lnTo>
                  <a:lnTo>
                    <a:pt x="497451" y="443043"/>
                  </a:lnTo>
                  <a:lnTo>
                    <a:pt x="497318" y="443010"/>
                  </a:lnTo>
                  <a:lnTo>
                    <a:pt x="497112" y="442941"/>
                  </a:lnTo>
                  <a:lnTo>
                    <a:pt x="496673" y="443238"/>
                  </a:lnTo>
                  <a:lnTo>
                    <a:pt x="496410" y="443826"/>
                  </a:lnTo>
                  <a:lnTo>
                    <a:pt x="496198" y="444200"/>
                  </a:lnTo>
                  <a:lnTo>
                    <a:pt x="496162" y="444377"/>
                  </a:lnTo>
                  <a:lnTo>
                    <a:pt x="496193" y="444752"/>
                  </a:lnTo>
                  <a:lnTo>
                    <a:pt x="496413" y="445332"/>
                  </a:lnTo>
                  <a:lnTo>
                    <a:pt x="496642" y="445539"/>
                  </a:lnTo>
                  <a:lnTo>
                    <a:pt x="496979" y="445866"/>
                  </a:lnTo>
                  <a:lnTo>
                    <a:pt x="497176" y="446205"/>
                  </a:lnTo>
                  <a:lnTo>
                    <a:pt x="497009" y="446540"/>
                  </a:lnTo>
                  <a:lnTo>
                    <a:pt x="496857" y="447305"/>
                  </a:lnTo>
                  <a:lnTo>
                    <a:pt x="496934" y="447480"/>
                  </a:lnTo>
                  <a:lnTo>
                    <a:pt x="497294" y="447542"/>
                  </a:lnTo>
                  <a:lnTo>
                    <a:pt x="497724" y="447743"/>
                  </a:lnTo>
                  <a:lnTo>
                    <a:pt x="497697" y="448034"/>
                  </a:lnTo>
                  <a:lnTo>
                    <a:pt x="497699" y="448221"/>
                  </a:lnTo>
                  <a:lnTo>
                    <a:pt x="498013" y="448723"/>
                  </a:lnTo>
                  <a:lnTo>
                    <a:pt x="498447" y="448686"/>
                  </a:lnTo>
                  <a:lnTo>
                    <a:pt x="498828" y="449098"/>
                  </a:lnTo>
                  <a:lnTo>
                    <a:pt x="498610" y="449270"/>
                  </a:lnTo>
                  <a:lnTo>
                    <a:pt x="498677" y="449463"/>
                  </a:lnTo>
                  <a:lnTo>
                    <a:pt x="498937" y="449778"/>
                  </a:lnTo>
                  <a:lnTo>
                    <a:pt x="498917" y="450476"/>
                  </a:lnTo>
                  <a:lnTo>
                    <a:pt x="498560" y="450645"/>
                  </a:lnTo>
                  <a:lnTo>
                    <a:pt x="498254" y="450746"/>
                  </a:lnTo>
                  <a:lnTo>
                    <a:pt x="498094" y="450780"/>
                  </a:lnTo>
                  <a:lnTo>
                    <a:pt x="497986" y="451094"/>
                  </a:lnTo>
                  <a:lnTo>
                    <a:pt x="498505" y="451646"/>
                  </a:lnTo>
                  <a:lnTo>
                    <a:pt x="498680" y="451801"/>
                  </a:lnTo>
                  <a:lnTo>
                    <a:pt x="499235" y="452193"/>
                  </a:lnTo>
                  <a:lnTo>
                    <a:pt x="499808" y="452011"/>
                  </a:lnTo>
                  <a:lnTo>
                    <a:pt x="500290" y="451813"/>
                  </a:lnTo>
                  <a:lnTo>
                    <a:pt x="500550" y="451667"/>
                  </a:lnTo>
                  <a:lnTo>
                    <a:pt x="500832" y="451648"/>
                  </a:lnTo>
                  <a:lnTo>
                    <a:pt x="501111" y="452035"/>
                  </a:lnTo>
                  <a:lnTo>
                    <a:pt x="501655" y="452512"/>
                  </a:lnTo>
                  <a:lnTo>
                    <a:pt x="502201" y="453143"/>
                  </a:lnTo>
                  <a:lnTo>
                    <a:pt x="502318" y="453283"/>
                  </a:lnTo>
                  <a:lnTo>
                    <a:pt x="502568" y="453774"/>
                  </a:lnTo>
                  <a:lnTo>
                    <a:pt x="502584" y="453921"/>
                  </a:lnTo>
                  <a:lnTo>
                    <a:pt x="502639" y="454939"/>
                  </a:lnTo>
                  <a:lnTo>
                    <a:pt x="502637" y="455169"/>
                  </a:lnTo>
                  <a:lnTo>
                    <a:pt x="502491" y="455422"/>
                  </a:lnTo>
                  <a:lnTo>
                    <a:pt x="502396" y="455584"/>
                  </a:lnTo>
                  <a:lnTo>
                    <a:pt x="502367" y="455853"/>
                  </a:lnTo>
                  <a:lnTo>
                    <a:pt x="502672" y="456131"/>
                  </a:lnTo>
                  <a:lnTo>
                    <a:pt x="502654" y="455946"/>
                  </a:lnTo>
                  <a:lnTo>
                    <a:pt x="502962" y="455826"/>
                  </a:lnTo>
                  <a:lnTo>
                    <a:pt x="503164" y="455752"/>
                  </a:lnTo>
                  <a:lnTo>
                    <a:pt x="503357" y="455854"/>
                  </a:lnTo>
                  <a:lnTo>
                    <a:pt x="503744" y="456217"/>
                  </a:lnTo>
                  <a:lnTo>
                    <a:pt x="503697" y="456713"/>
                  </a:lnTo>
                  <a:lnTo>
                    <a:pt x="503686" y="457212"/>
                  </a:lnTo>
                  <a:lnTo>
                    <a:pt x="503831" y="458048"/>
                  </a:lnTo>
                  <a:lnTo>
                    <a:pt x="503972" y="458219"/>
                  </a:lnTo>
                  <a:lnTo>
                    <a:pt x="504405" y="458326"/>
                  </a:lnTo>
                  <a:lnTo>
                    <a:pt x="504545" y="458540"/>
                  </a:lnTo>
                  <a:lnTo>
                    <a:pt x="504387" y="458854"/>
                  </a:lnTo>
                  <a:lnTo>
                    <a:pt x="504250" y="458914"/>
                  </a:lnTo>
                  <a:lnTo>
                    <a:pt x="504079" y="458884"/>
                  </a:lnTo>
                  <a:lnTo>
                    <a:pt x="504534" y="460024"/>
                  </a:lnTo>
                  <a:lnTo>
                    <a:pt x="504756" y="460207"/>
                  </a:lnTo>
                  <a:lnTo>
                    <a:pt x="504806" y="460649"/>
                  </a:lnTo>
                  <a:lnTo>
                    <a:pt x="505274" y="460855"/>
                  </a:lnTo>
                  <a:lnTo>
                    <a:pt x="505561" y="460803"/>
                  </a:lnTo>
                  <a:lnTo>
                    <a:pt x="505962" y="461015"/>
                  </a:lnTo>
                  <a:lnTo>
                    <a:pt x="505960" y="461289"/>
                  </a:lnTo>
                  <a:lnTo>
                    <a:pt x="506492" y="461843"/>
                  </a:lnTo>
                  <a:lnTo>
                    <a:pt x="506611" y="462011"/>
                  </a:lnTo>
                  <a:lnTo>
                    <a:pt x="506806" y="462308"/>
                  </a:lnTo>
                  <a:lnTo>
                    <a:pt x="506790" y="462492"/>
                  </a:lnTo>
                  <a:lnTo>
                    <a:pt x="506615" y="462989"/>
                  </a:lnTo>
                  <a:lnTo>
                    <a:pt x="506411" y="462998"/>
                  </a:lnTo>
                  <a:lnTo>
                    <a:pt x="506147" y="463495"/>
                  </a:lnTo>
                  <a:lnTo>
                    <a:pt x="506335" y="463908"/>
                  </a:lnTo>
                  <a:lnTo>
                    <a:pt x="506359" y="464094"/>
                  </a:lnTo>
                  <a:lnTo>
                    <a:pt x="506033" y="464510"/>
                  </a:lnTo>
                  <a:lnTo>
                    <a:pt x="506050" y="464824"/>
                  </a:lnTo>
                  <a:lnTo>
                    <a:pt x="506299" y="465432"/>
                  </a:lnTo>
                  <a:lnTo>
                    <a:pt x="506619" y="465552"/>
                  </a:lnTo>
                  <a:lnTo>
                    <a:pt x="506875" y="465761"/>
                  </a:lnTo>
                  <a:lnTo>
                    <a:pt x="506979" y="465999"/>
                  </a:lnTo>
                  <a:lnTo>
                    <a:pt x="507163" y="466706"/>
                  </a:lnTo>
                  <a:lnTo>
                    <a:pt x="507248" y="467054"/>
                  </a:lnTo>
                  <a:lnTo>
                    <a:pt x="507430" y="467411"/>
                  </a:lnTo>
                  <a:lnTo>
                    <a:pt x="507824" y="468228"/>
                  </a:lnTo>
                  <a:lnTo>
                    <a:pt x="508139" y="468711"/>
                  </a:lnTo>
                  <a:lnTo>
                    <a:pt x="508031" y="468855"/>
                  </a:lnTo>
                  <a:lnTo>
                    <a:pt x="507950" y="469013"/>
                  </a:lnTo>
                  <a:lnTo>
                    <a:pt x="507681" y="469747"/>
                  </a:lnTo>
                  <a:lnTo>
                    <a:pt x="507619" y="469923"/>
                  </a:lnTo>
                  <a:lnTo>
                    <a:pt x="507486" y="470304"/>
                  </a:lnTo>
                  <a:lnTo>
                    <a:pt x="507329" y="470645"/>
                  </a:lnTo>
                  <a:lnTo>
                    <a:pt x="507128" y="470748"/>
                  </a:lnTo>
                  <a:lnTo>
                    <a:pt x="506904" y="470734"/>
                  </a:lnTo>
                  <a:lnTo>
                    <a:pt x="506573" y="470696"/>
                  </a:lnTo>
                  <a:lnTo>
                    <a:pt x="506052" y="470413"/>
                  </a:lnTo>
                  <a:lnTo>
                    <a:pt x="505692" y="470521"/>
                  </a:lnTo>
                  <a:lnTo>
                    <a:pt x="505138" y="470522"/>
                  </a:lnTo>
                  <a:lnTo>
                    <a:pt x="504959" y="470555"/>
                  </a:lnTo>
                  <a:lnTo>
                    <a:pt x="504858" y="470753"/>
                  </a:lnTo>
                  <a:lnTo>
                    <a:pt x="503809" y="471587"/>
                  </a:lnTo>
                  <a:lnTo>
                    <a:pt x="503456" y="471841"/>
                  </a:lnTo>
                  <a:lnTo>
                    <a:pt x="503444" y="472038"/>
                  </a:lnTo>
                  <a:lnTo>
                    <a:pt x="503416" y="472292"/>
                  </a:lnTo>
                  <a:lnTo>
                    <a:pt x="503169" y="472315"/>
                  </a:lnTo>
                  <a:lnTo>
                    <a:pt x="502945" y="472371"/>
                  </a:lnTo>
                  <a:lnTo>
                    <a:pt x="502379" y="472951"/>
                  </a:lnTo>
                  <a:lnTo>
                    <a:pt x="502276" y="473132"/>
                  </a:lnTo>
                  <a:lnTo>
                    <a:pt x="502380" y="473326"/>
                  </a:lnTo>
                  <a:lnTo>
                    <a:pt x="502482" y="473563"/>
                  </a:lnTo>
                  <a:lnTo>
                    <a:pt x="501829" y="473622"/>
                  </a:lnTo>
                  <a:lnTo>
                    <a:pt x="501636" y="473600"/>
                  </a:lnTo>
                  <a:lnTo>
                    <a:pt x="501546" y="473850"/>
                  </a:lnTo>
                  <a:lnTo>
                    <a:pt x="501446" y="474292"/>
                  </a:lnTo>
                  <a:lnTo>
                    <a:pt x="501405" y="474852"/>
                  </a:lnTo>
                  <a:lnTo>
                    <a:pt x="501219" y="475188"/>
                  </a:lnTo>
                  <a:lnTo>
                    <a:pt x="501276" y="475404"/>
                  </a:lnTo>
                  <a:lnTo>
                    <a:pt x="501298" y="475739"/>
                  </a:lnTo>
                  <a:lnTo>
                    <a:pt x="501284" y="475904"/>
                  </a:lnTo>
                  <a:lnTo>
                    <a:pt x="501234" y="476348"/>
                  </a:lnTo>
                  <a:lnTo>
                    <a:pt x="501230" y="476613"/>
                  </a:lnTo>
                  <a:lnTo>
                    <a:pt x="501223" y="476890"/>
                  </a:lnTo>
                  <a:lnTo>
                    <a:pt x="501080" y="477264"/>
                  </a:lnTo>
                  <a:lnTo>
                    <a:pt x="500930" y="477676"/>
                  </a:lnTo>
                  <a:lnTo>
                    <a:pt x="501053" y="477961"/>
                  </a:lnTo>
                  <a:lnTo>
                    <a:pt x="501329" y="478244"/>
                  </a:lnTo>
                  <a:lnTo>
                    <a:pt x="501361" y="478641"/>
                  </a:lnTo>
                  <a:lnTo>
                    <a:pt x="501299" y="478929"/>
                  </a:lnTo>
                  <a:lnTo>
                    <a:pt x="500914" y="479228"/>
                  </a:lnTo>
                  <a:lnTo>
                    <a:pt x="501134" y="479649"/>
                  </a:lnTo>
                  <a:lnTo>
                    <a:pt x="501244" y="479861"/>
                  </a:lnTo>
                  <a:lnTo>
                    <a:pt x="501435" y="480100"/>
                  </a:lnTo>
                  <a:lnTo>
                    <a:pt x="501669" y="480391"/>
                  </a:lnTo>
                  <a:lnTo>
                    <a:pt x="501931" y="480533"/>
                  </a:lnTo>
                  <a:lnTo>
                    <a:pt x="502121" y="480456"/>
                  </a:lnTo>
                  <a:lnTo>
                    <a:pt x="502631" y="480701"/>
                  </a:lnTo>
                  <a:lnTo>
                    <a:pt x="503132" y="480696"/>
                  </a:lnTo>
                  <a:lnTo>
                    <a:pt x="503312" y="480796"/>
                  </a:lnTo>
                  <a:lnTo>
                    <a:pt x="503623" y="481037"/>
                  </a:lnTo>
                  <a:lnTo>
                    <a:pt x="503779" y="481463"/>
                  </a:lnTo>
                  <a:lnTo>
                    <a:pt x="503071" y="481597"/>
                  </a:lnTo>
                  <a:lnTo>
                    <a:pt x="502779" y="481785"/>
                  </a:lnTo>
                  <a:lnTo>
                    <a:pt x="502779" y="482077"/>
                  </a:lnTo>
                  <a:lnTo>
                    <a:pt x="502910" y="482315"/>
                  </a:lnTo>
                  <a:lnTo>
                    <a:pt x="502988" y="482683"/>
                  </a:lnTo>
                  <a:lnTo>
                    <a:pt x="502796" y="483574"/>
                  </a:lnTo>
                  <a:lnTo>
                    <a:pt x="503231" y="484095"/>
                  </a:lnTo>
                  <a:lnTo>
                    <a:pt x="503427" y="483831"/>
                  </a:lnTo>
                  <a:lnTo>
                    <a:pt x="503610" y="483416"/>
                  </a:lnTo>
                  <a:lnTo>
                    <a:pt x="503728" y="483205"/>
                  </a:lnTo>
                  <a:lnTo>
                    <a:pt x="503887" y="483064"/>
                  </a:lnTo>
                  <a:lnTo>
                    <a:pt x="504371" y="482753"/>
                  </a:lnTo>
                  <a:lnTo>
                    <a:pt x="504478" y="482957"/>
                  </a:lnTo>
                  <a:lnTo>
                    <a:pt x="504593" y="483194"/>
                  </a:lnTo>
                  <a:lnTo>
                    <a:pt x="504962" y="483013"/>
                  </a:lnTo>
                  <a:lnTo>
                    <a:pt x="504990" y="483249"/>
                  </a:lnTo>
                  <a:lnTo>
                    <a:pt x="504997" y="483634"/>
                  </a:lnTo>
                  <a:lnTo>
                    <a:pt x="504990" y="483865"/>
                  </a:lnTo>
                  <a:lnTo>
                    <a:pt x="505015" y="484289"/>
                  </a:lnTo>
                  <a:lnTo>
                    <a:pt x="505334" y="484719"/>
                  </a:lnTo>
                  <a:lnTo>
                    <a:pt x="505725" y="484768"/>
                  </a:lnTo>
                  <a:lnTo>
                    <a:pt x="505843" y="484930"/>
                  </a:lnTo>
                  <a:lnTo>
                    <a:pt x="505995" y="485224"/>
                  </a:lnTo>
                  <a:lnTo>
                    <a:pt x="505826" y="485855"/>
                  </a:lnTo>
                  <a:lnTo>
                    <a:pt x="505960" y="486148"/>
                  </a:lnTo>
                  <a:lnTo>
                    <a:pt x="506345" y="486143"/>
                  </a:lnTo>
                  <a:lnTo>
                    <a:pt x="506667" y="486179"/>
                  </a:lnTo>
                  <a:lnTo>
                    <a:pt x="506768" y="486549"/>
                  </a:lnTo>
                  <a:lnTo>
                    <a:pt x="506800" y="486815"/>
                  </a:lnTo>
                  <a:lnTo>
                    <a:pt x="507535" y="487260"/>
                  </a:lnTo>
                  <a:lnTo>
                    <a:pt x="507879" y="487411"/>
                  </a:lnTo>
                  <a:lnTo>
                    <a:pt x="508187" y="487277"/>
                  </a:lnTo>
                  <a:lnTo>
                    <a:pt x="508381" y="487186"/>
                  </a:lnTo>
                  <a:lnTo>
                    <a:pt x="508516" y="487122"/>
                  </a:lnTo>
                  <a:lnTo>
                    <a:pt x="508866" y="486993"/>
                  </a:lnTo>
                  <a:lnTo>
                    <a:pt x="508995" y="487121"/>
                  </a:lnTo>
                  <a:lnTo>
                    <a:pt x="509324" y="487064"/>
                  </a:lnTo>
                  <a:lnTo>
                    <a:pt x="509508" y="486933"/>
                  </a:lnTo>
                  <a:lnTo>
                    <a:pt x="509855" y="487081"/>
                  </a:lnTo>
                  <a:lnTo>
                    <a:pt x="510005" y="487173"/>
                  </a:lnTo>
                  <a:lnTo>
                    <a:pt x="510359" y="487560"/>
                  </a:lnTo>
                  <a:lnTo>
                    <a:pt x="510248" y="487718"/>
                  </a:lnTo>
                  <a:lnTo>
                    <a:pt x="509969" y="488246"/>
                  </a:lnTo>
                  <a:lnTo>
                    <a:pt x="510050" y="488486"/>
                  </a:lnTo>
                  <a:lnTo>
                    <a:pt x="510239" y="488709"/>
                  </a:lnTo>
                  <a:lnTo>
                    <a:pt x="510481" y="488499"/>
                  </a:lnTo>
                  <a:lnTo>
                    <a:pt x="510694" y="488116"/>
                  </a:lnTo>
                  <a:lnTo>
                    <a:pt x="510524" y="487675"/>
                  </a:lnTo>
                  <a:lnTo>
                    <a:pt x="510734" y="487513"/>
                  </a:lnTo>
                  <a:lnTo>
                    <a:pt x="511159" y="487449"/>
                  </a:lnTo>
                  <a:lnTo>
                    <a:pt x="511373" y="487229"/>
                  </a:lnTo>
                  <a:lnTo>
                    <a:pt x="511726" y="487050"/>
                  </a:lnTo>
                  <a:lnTo>
                    <a:pt x="511963" y="487022"/>
                  </a:lnTo>
                  <a:lnTo>
                    <a:pt x="512359" y="486927"/>
                  </a:lnTo>
                  <a:lnTo>
                    <a:pt x="512488" y="486851"/>
                  </a:lnTo>
                  <a:lnTo>
                    <a:pt x="512818" y="486658"/>
                  </a:lnTo>
                  <a:lnTo>
                    <a:pt x="513096" y="486465"/>
                  </a:lnTo>
                  <a:lnTo>
                    <a:pt x="513398" y="486327"/>
                  </a:lnTo>
                  <a:lnTo>
                    <a:pt x="514373" y="486165"/>
                  </a:lnTo>
                  <a:lnTo>
                    <a:pt x="514728" y="486153"/>
                  </a:lnTo>
                  <a:lnTo>
                    <a:pt x="514999" y="486279"/>
                  </a:lnTo>
                  <a:lnTo>
                    <a:pt x="515192" y="486653"/>
                  </a:lnTo>
                  <a:lnTo>
                    <a:pt x="515544" y="486706"/>
                  </a:lnTo>
                  <a:lnTo>
                    <a:pt x="515779" y="486431"/>
                  </a:lnTo>
                  <a:lnTo>
                    <a:pt x="515939" y="486422"/>
                  </a:lnTo>
                  <a:lnTo>
                    <a:pt x="516681" y="487029"/>
                  </a:lnTo>
                  <a:lnTo>
                    <a:pt x="516917" y="486930"/>
                  </a:lnTo>
                  <a:lnTo>
                    <a:pt x="517156" y="486768"/>
                  </a:lnTo>
                  <a:lnTo>
                    <a:pt x="517645" y="486977"/>
                  </a:lnTo>
                  <a:lnTo>
                    <a:pt x="517682" y="487229"/>
                  </a:lnTo>
                  <a:lnTo>
                    <a:pt x="517553" y="487458"/>
                  </a:lnTo>
                  <a:lnTo>
                    <a:pt x="516658" y="488228"/>
                  </a:lnTo>
                  <a:lnTo>
                    <a:pt x="516440" y="488031"/>
                  </a:lnTo>
                  <a:lnTo>
                    <a:pt x="516398" y="487686"/>
                  </a:lnTo>
                  <a:lnTo>
                    <a:pt x="516378" y="487523"/>
                  </a:lnTo>
                  <a:lnTo>
                    <a:pt x="516060" y="487158"/>
                  </a:lnTo>
                  <a:lnTo>
                    <a:pt x="515781" y="487800"/>
                  </a:lnTo>
                  <a:lnTo>
                    <a:pt x="515356" y="487993"/>
                  </a:lnTo>
                  <a:lnTo>
                    <a:pt x="515020" y="488274"/>
                  </a:lnTo>
                  <a:lnTo>
                    <a:pt x="515091" y="488932"/>
                  </a:lnTo>
                  <a:lnTo>
                    <a:pt x="515874" y="489223"/>
                  </a:lnTo>
                  <a:lnTo>
                    <a:pt x="516160" y="489081"/>
                  </a:lnTo>
                  <a:lnTo>
                    <a:pt x="516298" y="489424"/>
                  </a:lnTo>
                  <a:lnTo>
                    <a:pt x="516170" y="489834"/>
                  </a:lnTo>
                  <a:lnTo>
                    <a:pt x="515941" y="490551"/>
                  </a:lnTo>
                  <a:lnTo>
                    <a:pt x="516153" y="490562"/>
                  </a:lnTo>
                  <a:lnTo>
                    <a:pt x="516354" y="490782"/>
                  </a:lnTo>
                  <a:lnTo>
                    <a:pt x="516602" y="490854"/>
                  </a:lnTo>
                  <a:lnTo>
                    <a:pt x="516758" y="490921"/>
                  </a:lnTo>
                  <a:lnTo>
                    <a:pt x="516949" y="491158"/>
                  </a:lnTo>
                  <a:lnTo>
                    <a:pt x="517307" y="491523"/>
                  </a:lnTo>
                  <a:lnTo>
                    <a:pt x="517879" y="491235"/>
                  </a:lnTo>
                  <a:lnTo>
                    <a:pt x="517669" y="491785"/>
                  </a:lnTo>
                  <a:lnTo>
                    <a:pt x="517472" y="491878"/>
                  </a:lnTo>
                  <a:lnTo>
                    <a:pt x="517161" y="492001"/>
                  </a:lnTo>
                  <a:lnTo>
                    <a:pt x="517270" y="492131"/>
                  </a:lnTo>
                  <a:lnTo>
                    <a:pt x="517510" y="492126"/>
                  </a:lnTo>
                  <a:lnTo>
                    <a:pt x="517755" y="492454"/>
                  </a:lnTo>
                  <a:lnTo>
                    <a:pt x="518096" y="492455"/>
                  </a:lnTo>
                  <a:lnTo>
                    <a:pt x="518237" y="492502"/>
                  </a:lnTo>
                  <a:lnTo>
                    <a:pt x="518544" y="492713"/>
                  </a:lnTo>
                  <a:lnTo>
                    <a:pt x="518607" y="493096"/>
                  </a:lnTo>
                  <a:lnTo>
                    <a:pt x="518591" y="493363"/>
                  </a:lnTo>
                  <a:lnTo>
                    <a:pt x="518789" y="493514"/>
                  </a:lnTo>
                  <a:lnTo>
                    <a:pt x="518960" y="493810"/>
                  </a:lnTo>
                  <a:lnTo>
                    <a:pt x="519248" y="494099"/>
                  </a:lnTo>
                  <a:lnTo>
                    <a:pt x="519759" y="493772"/>
                  </a:lnTo>
                  <a:lnTo>
                    <a:pt x="519872" y="493653"/>
                  </a:lnTo>
                  <a:lnTo>
                    <a:pt x="520009" y="493940"/>
                  </a:lnTo>
                  <a:lnTo>
                    <a:pt x="520081" y="494545"/>
                  </a:lnTo>
                  <a:lnTo>
                    <a:pt x="520140" y="495081"/>
                  </a:lnTo>
                  <a:lnTo>
                    <a:pt x="520392" y="495167"/>
                  </a:lnTo>
                  <a:lnTo>
                    <a:pt x="520631" y="495401"/>
                  </a:lnTo>
                  <a:lnTo>
                    <a:pt x="520651" y="495719"/>
                  </a:lnTo>
                  <a:lnTo>
                    <a:pt x="520642" y="495960"/>
                  </a:lnTo>
                  <a:lnTo>
                    <a:pt x="520504" y="496161"/>
                  </a:lnTo>
                  <a:lnTo>
                    <a:pt x="520584" y="496576"/>
                  </a:lnTo>
                  <a:lnTo>
                    <a:pt x="520737" y="497320"/>
                  </a:lnTo>
                  <a:lnTo>
                    <a:pt x="521151" y="497291"/>
                  </a:lnTo>
                  <a:lnTo>
                    <a:pt x="521294" y="496944"/>
                  </a:lnTo>
                  <a:lnTo>
                    <a:pt x="521603" y="496322"/>
                  </a:lnTo>
                  <a:lnTo>
                    <a:pt x="521663" y="496149"/>
                  </a:lnTo>
                  <a:lnTo>
                    <a:pt x="521733" y="495863"/>
                  </a:lnTo>
                  <a:lnTo>
                    <a:pt x="521758" y="495626"/>
                  </a:lnTo>
                  <a:lnTo>
                    <a:pt x="521794" y="495425"/>
                  </a:lnTo>
                  <a:lnTo>
                    <a:pt x="522008" y="495297"/>
                  </a:lnTo>
                  <a:lnTo>
                    <a:pt x="522151" y="495313"/>
                  </a:lnTo>
                  <a:lnTo>
                    <a:pt x="522930" y="494856"/>
                  </a:lnTo>
                  <a:lnTo>
                    <a:pt x="523449" y="495097"/>
                  </a:lnTo>
                  <a:lnTo>
                    <a:pt x="523605" y="495206"/>
                  </a:lnTo>
                  <a:lnTo>
                    <a:pt x="524466" y="495311"/>
                  </a:lnTo>
                  <a:lnTo>
                    <a:pt x="524868" y="495348"/>
                  </a:lnTo>
                  <a:lnTo>
                    <a:pt x="525340" y="495311"/>
                  </a:lnTo>
                  <a:lnTo>
                    <a:pt x="525611" y="495394"/>
                  </a:lnTo>
                  <a:lnTo>
                    <a:pt x="525803" y="495492"/>
                  </a:lnTo>
                  <a:lnTo>
                    <a:pt x="526061" y="495573"/>
                  </a:lnTo>
                  <a:lnTo>
                    <a:pt x="526276" y="495642"/>
                  </a:lnTo>
                  <a:lnTo>
                    <a:pt x="526743" y="495714"/>
                  </a:lnTo>
                  <a:lnTo>
                    <a:pt x="527061" y="495985"/>
                  </a:lnTo>
                  <a:lnTo>
                    <a:pt x="527550" y="496009"/>
                  </a:lnTo>
                  <a:lnTo>
                    <a:pt x="527354" y="496535"/>
                  </a:lnTo>
                  <a:lnTo>
                    <a:pt x="527361" y="496941"/>
                  </a:lnTo>
                  <a:lnTo>
                    <a:pt x="528022" y="497205"/>
                  </a:lnTo>
                  <a:lnTo>
                    <a:pt x="528320" y="497182"/>
                  </a:lnTo>
                  <a:lnTo>
                    <a:pt x="528785" y="497069"/>
                  </a:lnTo>
                  <a:lnTo>
                    <a:pt x="529070" y="496991"/>
                  </a:lnTo>
                  <a:lnTo>
                    <a:pt x="529316" y="496923"/>
                  </a:lnTo>
                  <a:lnTo>
                    <a:pt x="529576" y="497115"/>
                  </a:lnTo>
                  <a:lnTo>
                    <a:pt x="529703" y="497308"/>
                  </a:lnTo>
                  <a:lnTo>
                    <a:pt x="530217" y="496432"/>
                  </a:lnTo>
                  <a:lnTo>
                    <a:pt x="530652" y="496576"/>
                  </a:lnTo>
                  <a:lnTo>
                    <a:pt x="530555" y="497081"/>
                  </a:lnTo>
                  <a:lnTo>
                    <a:pt x="530420" y="497141"/>
                  </a:lnTo>
                  <a:lnTo>
                    <a:pt x="530328" y="497435"/>
                  </a:lnTo>
                  <a:lnTo>
                    <a:pt x="529522" y="497377"/>
                  </a:lnTo>
                  <a:lnTo>
                    <a:pt x="529533" y="497553"/>
                  </a:lnTo>
                  <a:lnTo>
                    <a:pt x="529594" y="497823"/>
                  </a:lnTo>
                  <a:lnTo>
                    <a:pt x="529693" y="498092"/>
                  </a:lnTo>
                  <a:lnTo>
                    <a:pt x="529763" y="498323"/>
                  </a:lnTo>
                  <a:lnTo>
                    <a:pt x="529666" y="499081"/>
                  </a:lnTo>
                  <a:lnTo>
                    <a:pt x="529785" y="499250"/>
                  </a:lnTo>
                  <a:lnTo>
                    <a:pt x="529942" y="499277"/>
                  </a:lnTo>
                  <a:lnTo>
                    <a:pt x="529983" y="499509"/>
                  </a:lnTo>
                  <a:lnTo>
                    <a:pt x="530015" y="499775"/>
                  </a:lnTo>
                  <a:lnTo>
                    <a:pt x="530026" y="500221"/>
                  </a:lnTo>
                  <a:lnTo>
                    <a:pt x="530151" y="500459"/>
                  </a:lnTo>
                  <a:lnTo>
                    <a:pt x="530255" y="500872"/>
                  </a:lnTo>
                  <a:lnTo>
                    <a:pt x="530414" y="501250"/>
                  </a:lnTo>
                  <a:lnTo>
                    <a:pt x="530584" y="501225"/>
                  </a:lnTo>
                  <a:lnTo>
                    <a:pt x="530815" y="501446"/>
                  </a:lnTo>
                  <a:lnTo>
                    <a:pt x="530907" y="501800"/>
                  </a:lnTo>
                  <a:lnTo>
                    <a:pt x="530880" y="502233"/>
                  </a:lnTo>
                  <a:lnTo>
                    <a:pt x="531448" y="502902"/>
                  </a:lnTo>
                  <a:lnTo>
                    <a:pt x="531371" y="502736"/>
                  </a:lnTo>
                  <a:lnTo>
                    <a:pt x="531719" y="502420"/>
                  </a:lnTo>
                  <a:lnTo>
                    <a:pt x="531843" y="501982"/>
                  </a:lnTo>
                  <a:lnTo>
                    <a:pt x="531876" y="501790"/>
                  </a:lnTo>
                  <a:lnTo>
                    <a:pt x="532088" y="501451"/>
                  </a:lnTo>
                  <a:lnTo>
                    <a:pt x="532423" y="501206"/>
                  </a:lnTo>
                  <a:lnTo>
                    <a:pt x="532543" y="501067"/>
                  </a:lnTo>
                  <a:lnTo>
                    <a:pt x="533023" y="500578"/>
                  </a:lnTo>
                  <a:lnTo>
                    <a:pt x="533373" y="500461"/>
                  </a:lnTo>
                  <a:lnTo>
                    <a:pt x="533487" y="500195"/>
                  </a:lnTo>
                  <a:lnTo>
                    <a:pt x="533522" y="500010"/>
                  </a:lnTo>
                  <a:lnTo>
                    <a:pt x="533620" y="499727"/>
                  </a:lnTo>
                  <a:lnTo>
                    <a:pt x="533867" y="499844"/>
                  </a:lnTo>
                  <a:lnTo>
                    <a:pt x="533844" y="500172"/>
                  </a:lnTo>
                  <a:lnTo>
                    <a:pt x="534068" y="500174"/>
                  </a:lnTo>
                  <a:lnTo>
                    <a:pt x="534180" y="500505"/>
                  </a:lnTo>
                  <a:lnTo>
                    <a:pt x="534245" y="500658"/>
                  </a:lnTo>
                  <a:lnTo>
                    <a:pt x="534363" y="500847"/>
                  </a:lnTo>
                  <a:lnTo>
                    <a:pt x="534571" y="500915"/>
                  </a:lnTo>
                  <a:lnTo>
                    <a:pt x="534827" y="500945"/>
                  </a:lnTo>
                  <a:lnTo>
                    <a:pt x="535370" y="500738"/>
                  </a:lnTo>
                  <a:lnTo>
                    <a:pt x="535576" y="500826"/>
                  </a:lnTo>
                  <a:lnTo>
                    <a:pt x="535752" y="500912"/>
                  </a:lnTo>
                  <a:lnTo>
                    <a:pt x="536214" y="501048"/>
                  </a:lnTo>
                  <a:lnTo>
                    <a:pt x="536195" y="501205"/>
                  </a:lnTo>
                  <a:lnTo>
                    <a:pt x="536187" y="501401"/>
                  </a:lnTo>
                  <a:lnTo>
                    <a:pt x="536215" y="501630"/>
                  </a:lnTo>
                  <a:lnTo>
                    <a:pt x="536247" y="501777"/>
                  </a:lnTo>
                  <a:lnTo>
                    <a:pt x="536317" y="502090"/>
                  </a:lnTo>
                  <a:lnTo>
                    <a:pt x="536583" y="502449"/>
                  </a:lnTo>
                  <a:lnTo>
                    <a:pt x="536577" y="502842"/>
                  </a:lnTo>
                  <a:lnTo>
                    <a:pt x="536272" y="503189"/>
                  </a:lnTo>
                  <a:lnTo>
                    <a:pt x="536500" y="503436"/>
                  </a:lnTo>
                  <a:lnTo>
                    <a:pt x="536638" y="503647"/>
                  </a:lnTo>
                  <a:lnTo>
                    <a:pt x="536683" y="503986"/>
                  </a:lnTo>
                  <a:lnTo>
                    <a:pt x="536817" y="504219"/>
                  </a:lnTo>
                  <a:lnTo>
                    <a:pt x="537019" y="504359"/>
                  </a:lnTo>
                  <a:lnTo>
                    <a:pt x="537170" y="504344"/>
                  </a:lnTo>
                  <a:lnTo>
                    <a:pt x="537419" y="504357"/>
                  </a:lnTo>
                  <a:lnTo>
                    <a:pt x="537585" y="504482"/>
                  </a:lnTo>
                  <a:lnTo>
                    <a:pt x="537960" y="505635"/>
                  </a:lnTo>
                  <a:lnTo>
                    <a:pt x="538083" y="505799"/>
                  </a:lnTo>
                  <a:lnTo>
                    <a:pt x="538950" y="506276"/>
                  </a:lnTo>
                  <a:lnTo>
                    <a:pt x="539347" y="506827"/>
                  </a:lnTo>
                  <a:lnTo>
                    <a:pt x="539283" y="507196"/>
                  </a:lnTo>
                  <a:lnTo>
                    <a:pt x="539597" y="507529"/>
                  </a:lnTo>
                  <a:lnTo>
                    <a:pt x="539881" y="507872"/>
                  </a:lnTo>
                  <a:lnTo>
                    <a:pt x="540255" y="507827"/>
                  </a:lnTo>
                  <a:lnTo>
                    <a:pt x="540567" y="508196"/>
                  </a:lnTo>
                  <a:lnTo>
                    <a:pt x="540678" y="508351"/>
                  </a:lnTo>
                  <a:lnTo>
                    <a:pt x="540974" y="508433"/>
                  </a:lnTo>
                  <a:lnTo>
                    <a:pt x="541245" y="508108"/>
                  </a:lnTo>
                  <a:lnTo>
                    <a:pt x="541343" y="507888"/>
                  </a:lnTo>
                  <a:lnTo>
                    <a:pt x="541290" y="507468"/>
                  </a:lnTo>
                  <a:lnTo>
                    <a:pt x="541206" y="507337"/>
                  </a:lnTo>
                  <a:lnTo>
                    <a:pt x="541201" y="506973"/>
                  </a:lnTo>
                  <a:lnTo>
                    <a:pt x="541397" y="506875"/>
                  </a:lnTo>
                  <a:lnTo>
                    <a:pt x="542059" y="506911"/>
                  </a:lnTo>
                  <a:lnTo>
                    <a:pt x="542478" y="506858"/>
                  </a:lnTo>
                  <a:lnTo>
                    <a:pt x="542984" y="506656"/>
                  </a:lnTo>
                  <a:lnTo>
                    <a:pt x="543185" y="506515"/>
                  </a:lnTo>
                  <a:lnTo>
                    <a:pt x="543355" y="506250"/>
                  </a:lnTo>
                  <a:lnTo>
                    <a:pt x="543539" y="506025"/>
                  </a:lnTo>
                  <a:lnTo>
                    <a:pt x="543915" y="505766"/>
                  </a:lnTo>
                  <a:lnTo>
                    <a:pt x="544200" y="505760"/>
                  </a:lnTo>
                  <a:lnTo>
                    <a:pt x="544329" y="505630"/>
                  </a:lnTo>
                  <a:lnTo>
                    <a:pt x="544668" y="505332"/>
                  </a:lnTo>
                  <a:lnTo>
                    <a:pt x="545254" y="505188"/>
                  </a:lnTo>
                  <a:lnTo>
                    <a:pt x="545847" y="504429"/>
                  </a:lnTo>
                  <a:lnTo>
                    <a:pt x="545754" y="503938"/>
                  </a:lnTo>
                  <a:lnTo>
                    <a:pt x="545864" y="503658"/>
                  </a:lnTo>
                  <a:lnTo>
                    <a:pt x="546199" y="503410"/>
                  </a:lnTo>
                  <a:lnTo>
                    <a:pt x="546246" y="502821"/>
                  </a:lnTo>
                  <a:lnTo>
                    <a:pt x="546277" y="502506"/>
                  </a:lnTo>
                  <a:lnTo>
                    <a:pt x="546011" y="501550"/>
                  </a:lnTo>
                  <a:lnTo>
                    <a:pt x="546127" y="501165"/>
                  </a:lnTo>
                  <a:lnTo>
                    <a:pt x="546272" y="500945"/>
                  </a:lnTo>
                  <a:lnTo>
                    <a:pt x="546324" y="500472"/>
                  </a:lnTo>
                  <a:lnTo>
                    <a:pt x="546180" y="500310"/>
                  </a:lnTo>
                  <a:lnTo>
                    <a:pt x="546160" y="500095"/>
                  </a:lnTo>
                  <a:lnTo>
                    <a:pt x="546043" y="499789"/>
                  </a:lnTo>
                  <a:lnTo>
                    <a:pt x="545728" y="499452"/>
                  </a:lnTo>
                  <a:lnTo>
                    <a:pt x="545550" y="499193"/>
                  </a:lnTo>
                  <a:lnTo>
                    <a:pt x="545606" y="498656"/>
                  </a:lnTo>
                  <a:lnTo>
                    <a:pt x="545507" y="497776"/>
                  </a:lnTo>
                  <a:lnTo>
                    <a:pt x="545249" y="497845"/>
                  </a:lnTo>
                  <a:lnTo>
                    <a:pt x="544909" y="497513"/>
                  </a:lnTo>
                  <a:lnTo>
                    <a:pt x="544920" y="497334"/>
                  </a:lnTo>
                  <a:lnTo>
                    <a:pt x="544911" y="497108"/>
                  </a:lnTo>
                  <a:lnTo>
                    <a:pt x="544226" y="496162"/>
                  </a:lnTo>
                  <a:lnTo>
                    <a:pt x="544144" y="495553"/>
                  </a:lnTo>
                  <a:lnTo>
                    <a:pt x="544343" y="495389"/>
                  </a:lnTo>
                  <a:lnTo>
                    <a:pt x="544357" y="495111"/>
                  </a:lnTo>
                  <a:lnTo>
                    <a:pt x="544402" y="494689"/>
                  </a:lnTo>
                  <a:lnTo>
                    <a:pt x="544447" y="494342"/>
                  </a:lnTo>
                  <a:lnTo>
                    <a:pt x="544539" y="493817"/>
                  </a:lnTo>
                  <a:lnTo>
                    <a:pt x="544639" y="493630"/>
                  </a:lnTo>
                  <a:lnTo>
                    <a:pt x="544970" y="493479"/>
                  </a:lnTo>
                  <a:lnTo>
                    <a:pt x="545279" y="493146"/>
                  </a:lnTo>
                  <a:lnTo>
                    <a:pt x="545025" y="492418"/>
                  </a:lnTo>
                  <a:lnTo>
                    <a:pt x="544892" y="492273"/>
                  </a:lnTo>
                  <a:lnTo>
                    <a:pt x="544907" y="491683"/>
                  </a:lnTo>
                  <a:lnTo>
                    <a:pt x="544665" y="491478"/>
                  </a:lnTo>
                  <a:lnTo>
                    <a:pt x="544418" y="491002"/>
                  </a:lnTo>
                  <a:lnTo>
                    <a:pt x="544697" y="490668"/>
                  </a:lnTo>
                  <a:lnTo>
                    <a:pt x="544533" y="490640"/>
                  </a:lnTo>
                  <a:lnTo>
                    <a:pt x="544214" y="490373"/>
                  </a:lnTo>
                  <a:lnTo>
                    <a:pt x="543777" y="489743"/>
                  </a:lnTo>
                  <a:lnTo>
                    <a:pt x="543711" y="489259"/>
                  </a:lnTo>
                  <a:lnTo>
                    <a:pt x="543692" y="488710"/>
                  </a:lnTo>
                  <a:lnTo>
                    <a:pt x="543870" y="488642"/>
                  </a:lnTo>
                  <a:lnTo>
                    <a:pt x="544129" y="488514"/>
                  </a:lnTo>
                  <a:lnTo>
                    <a:pt x="544338" y="488190"/>
                  </a:lnTo>
                  <a:lnTo>
                    <a:pt x="544736" y="487667"/>
                  </a:lnTo>
                  <a:lnTo>
                    <a:pt x="544988" y="487363"/>
                  </a:lnTo>
                  <a:lnTo>
                    <a:pt x="545426" y="487246"/>
                  </a:lnTo>
                  <a:lnTo>
                    <a:pt x="545770" y="486939"/>
                  </a:lnTo>
                  <a:lnTo>
                    <a:pt x="546121" y="486573"/>
                  </a:lnTo>
                  <a:lnTo>
                    <a:pt x="546540" y="486553"/>
                  </a:lnTo>
                  <a:lnTo>
                    <a:pt x="546691" y="486612"/>
                  </a:lnTo>
                  <a:lnTo>
                    <a:pt x="546983" y="486933"/>
                  </a:lnTo>
                  <a:lnTo>
                    <a:pt x="547094" y="487007"/>
                  </a:lnTo>
                  <a:lnTo>
                    <a:pt x="547236" y="486368"/>
                  </a:lnTo>
                  <a:lnTo>
                    <a:pt x="547538" y="486403"/>
                  </a:lnTo>
                  <a:lnTo>
                    <a:pt x="547997" y="486455"/>
                  </a:lnTo>
                  <a:lnTo>
                    <a:pt x="548810" y="486514"/>
                  </a:lnTo>
                  <a:lnTo>
                    <a:pt x="549063" y="486693"/>
                  </a:lnTo>
                  <a:lnTo>
                    <a:pt x="549531" y="486987"/>
                  </a:lnTo>
                  <a:lnTo>
                    <a:pt x="549996" y="486986"/>
                  </a:lnTo>
                  <a:lnTo>
                    <a:pt x="550110" y="486778"/>
                  </a:lnTo>
                  <a:lnTo>
                    <a:pt x="550043" y="486525"/>
                  </a:lnTo>
                  <a:lnTo>
                    <a:pt x="549973" y="486186"/>
                  </a:lnTo>
                  <a:lnTo>
                    <a:pt x="550197" y="486107"/>
                  </a:lnTo>
                  <a:lnTo>
                    <a:pt x="550285" y="486419"/>
                  </a:lnTo>
                  <a:lnTo>
                    <a:pt x="550552" y="486506"/>
                  </a:lnTo>
                  <a:lnTo>
                    <a:pt x="550843" y="486309"/>
                  </a:lnTo>
                  <a:lnTo>
                    <a:pt x="550880" y="486450"/>
                  </a:lnTo>
                  <a:lnTo>
                    <a:pt x="550836" y="486734"/>
                  </a:lnTo>
                  <a:lnTo>
                    <a:pt x="550942" y="487024"/>
                  </a:lnTo>
                  <a:lnTo>
                    <a:pt x="551306" y="487585"/>
                  </a:lnTo>
                  <a:lnTo>
                    <a:pt x="551966" y="487789"/>
                  </a:lnTo>
                  <a:lnTo>
                    <a:pt x="552488" y="488084"/>
                  </a:lnTo>
                  <a:lnTo>
                    <a:pt x="552738" y="487743"/>
                  </a:lnTo>
                  <a:lnTo>
                    <a:pt x="552743" y="487437"/>
                  </a:lnTo>
                  <a:lnTo>
                    <a:pt x="553026" y="486989"/>
                  </a:lnTo>
                  <a:lnTo>
                    <a:pt x="553302" y="486871"/>
                  </a:lnTo>
                  <a:lnTo>
                    <a:pt x="553721" y="487292"/>
                  </a:lnTo>
                  <a:lnTo>
                    <a:pt x="553923" y="487572"/>
                  </a:lnTo>
                  <a:lnTo>
                    <a:pt x="554213" y="487844"/>
                  </a:lnTo>
                  <a:lnTo>
                    <a:pt x="554477" y="488154"/>
                  </a:lnTo>
                  <a:lnTo>
                    <a:pt x="555134" y="488743"/>
                  </a:lnTo>
                  <a:lnTo>
                    <a:pt x="555308" y="488726"/>
                  </a:lnTo>
                  <a:lnTo>
                    <a:pt x="555668" y="488540"/>
                  </a:lnTo>
                  <a:lnTo>
                    <a:pt x="556008" y="488515"/>
                  </a:lnTo>
                  <a:lnTo>
                    <a:pt x="555916" y="488330"/>
                  </a:lnTo>
                  <a:lnTo>
                    <a:pt x="555611" y="488278"/>
                  </a:lnTo>
                  <a:lnTo>
                    <a:pt x="555570" y="488037"/>
                  </a:lnTo>
                  <a:lnTo>
                    <a:pt x="555775" y="487861"/>
                  </a:lnTo>
                  <a:lnTo>
                    <a:pt x="556118" y="487232"/>
                  </a:lnTo>
                  <a:lnTo>
                    <a:pt x="556283" y="487094"/>
                  </a:lnTo>
                  <a:lnTo>
                    <a:pt x="556575" y="487142"/>
                  </a:lnTo>
                  <a:lnTo>
                    <a:pt x="556748" y="487274"/>
                  </a:lnTo>
                  <a:lnTo>
                    <a:pt x="557241" y="487283"/>
                  </a:lnTo>
                  <a:lnTo>
                    <a:pt x="557565" y="487435"/>
                  </a:lnTo>
                  <a:lnTo>
                    <a:pt x="557751" y="487637"/>
                  </a:lnTo>
                  <a:lnTo>
                    <a:pt x="558022" y="487810"/>
                  </a:lnTo>
                  <a:lnTo>
                    <a:pt x="558215" y="487681"/>
                  </a:lnTo>
                  <a:lnTo>
                    <a:pt x="558473" y="487486"/>
                  </a:lnTo>
                  <a:lnTo>
                    <a:pt x="558633" y="487364"/>
                  </a:lnTo>
                  <a:lnTo>
                    <a:pt x="558528" y="486867"/>
                  </a:lnTo>
                  <a:lnTo>
                    <a:pt x="558555" y="486479"/>
                  </a:lnTo>
                  <a:lnTo>
                    <a:pt x="558728" y="486199"/>
                  </a:lnTo>
                  <a:lnTo>
                    <a:pt x="560089" y="486509"/>
                  </a:lnTo>
                  <a:lnTo>
                    <a:pt x="560312" y="486583"/>
                  </a:lnTo>
                  <a:lnTo>
                    <a:pt x="560369" y="486379"/>
                  </a:lnTo>
                  <a:lnTo>
                    <a:pt x="560341" y="485747"/>
                  </a:lnTo>
                  <a:lnTo>
                    <a:pt x="560598" y="484906"/>
                  </a:lnTo>
                  <a:lnTo>
                    <a:pt x="560716" y="484744"/>
                  </a:lnTo>
                  <a:lnTo>
                    <a:pt x="561245" y="484904"/>
                  </a:lnTo>
                  <a:lnTo>
                    <a:pt x="561229" y="485483"/>
                  </a:lnTo>
                  <a:lnTo>
                    <a:pt x="561565" y="485338"/>
                  </a:lnTo>
                  <a:lnTo>
                    <a:pt x="561824" y="484910"/>
                  </a:lnTo>
                  <a:lnTo>
                    <a:pt x="562191" y="485090"/>
                  </a:lnTo>
                  <a:lnTo>
                    <a:pt x="562216" y="484898"/>
                  </a:lnTo>
                  <a:lnTo>
                    <a:pt x="562283" y="484387"/>
                  </a:lnTo>
                  <a:lnTo>
                    <a:pt x="562064" y="484020"/>
                  </a:lnTo>
                  <a:lnTo>
                    <a:pt x="561815" y="483922"/>
                  </a:lnTo>
                  <a:lnTo>
                    <a:pt x="561596" y="483668"/>
                  </a:lnTo>
                  <a:lnTo>
                    <a:pt x="561447" y="483264"/>
                  </a:lnTo>
                  <a:lnTo>
                    <a:pt x="562717" y="483390"/>
                  </a:lnTo>
                  <a:lnTo>
                    <a:pt x="562443" y="483012"/>
                  </a:lnTo>
                  <a:lnTo>
                    <a:pt x="562007" y="482456"/>
                  </a:lnTo>
                  <a:lnTo>
                    <a:pt x="561670" y="482653"/>
                  </a:lnTo>
                  <a:lnTo>
                    <a:pt x="561387" y="482240"/>
                  </a:lnTo>
                  <a:lnTo>
                    <a:pt x="561174" y="481947"/>
                  </a:lnTo>
                  <a:lnTo>
                    <a:pt x="561021" y="481745"/>
                  </a:lnTo>
                  <a:lnTo>
                    <a:pt x="560745" y="481407"/>
                  </a:lnTo>
                  <a:lnTo>
                    <a:pt x="560696" y="480598"/>
                  </a:lnTo>
                  <a:lnTo>
                    <a:pt x="561042" y="480920"/>
                  </a:lnTo>
                  <a:lnTo>
                    <a:pt x="561014" y="480456"/>
                  </a:lnTo>
                  <a:lnTo>
                    <a:pt x="560617" y="480410"/>
                  </a:lnTo>
                  <a:lnTo>
                    <a:pt x="560411" y="480365"/>
                  </a:lnTo>
                  <a:lnTo>
                    <a:pt x="560078" y="480276"/>
                  </a:lnTo>
                  <a:lnTo>
                    <a:pt x="559878" y="480209"/>
                  </a:lnTo>
                  <a:lnTo>
                    <a:pt x="560210" y="479672"/>
                  </a:lnTo>
                  <a:lnTo>
                    <a:pt x="560439" y="479332"/>
                  </a:lnTo>
                  <a:lnTo>
                    <a:pt x="560831" y="479080"/>
                  </a:lnTo>
                  <a:lnTo>
                    <a:pt x="560965" y="478844"/>
                  </a:lnTo>
                  <a:lnTo>
                    <a:pt x="561407" y="478686"/>
                  </a:lnTo>
                  <a:lnTo>
                    <a:pt x="561589" y="478780"/>
                  </a:lnTo>
                  <a:lnTo>
                    <a:pt x="561872" y="478754"/>
                  </a:lnTo>
                  <a:lnTo>
                    <a:pt x="561852" y="478605"/>
                  </a:lnTo>
                  <a:lnTo>
                    <a:pt x="561929" y="478286"/>
                  </a:lnTo>
                  <a:lnTo>
                    <a:pt x="562159" y="478030"/>
                  </a:lnTo>
                  <a:lnTo>
                    <a:pt x="562382" y="478192"/>
                  </a:lnTo>
                  <a:lnTo>
                    <a:pt x="562786" y="478345"/>
                  </a:lnTo>
                  <a:lnTo>
                    <a:pt x="563214" y="478062"/>
                  </a:lnTo>
                  <a:lnTo>
                    <a:pt x="563331" y="477550"/>
                  </a:lnTo>
                  <a:lnTo>
                    <a:pt x="563224" y="477262"/>
                  </a:lnTo>
                  <a:lnTo>
                    <a:pt x="563064" y="477215"/>
                  </a:lnTo>
                  <a:lnTo>
                    <a:pt x="562275" y="477823"/>
                  </a:lnTo>
                  <a:lnTo>
                    <a:pt x="561972" y="477781"/>
                  </a:lnTo>
                  <a:lnTo>
                    <a:pt x="561750" y="477585"/>
                  </a:lnTo>
                  <a:lnTo>
                    <a:pt x="561438" y="476933"/>
                  </a:lnTo>
                  <a:lnTo>
                    <a:pt x="561282" y="476316"/>
                  </a:lnTo>
                  <a:lnTo>
                    <a:pt x="561616" y="476309"/>
                  </a:lnTo>
                  <a:lnTo>
                    <a:pt x="561621" y="476592"/>
                  </a:lnTo>
                  <a:lnTo>
                    <a:pt x="561486" y="476648"/>
                  </a:lnTo>
                  <a:lnTo>
                    <a:pt x="561755" y="476705"/>
                  </a:lnTo>
                  <a:lnTo>
                    <a:pt x="562110" y="476514"/>
                  </a:lnTo>
                  <a:lnTo>
                    <a:pt x="562226" y="476755"/>
                  </a:lnTo>
                  <a:lnTo>
                    <a:pt x="561852" y="477045"/>
                  </a:lnTo>
                  <a:lnTo>
                    <a:pt x="561863" y="477318"/>
                  </a:lnTo>
                  <a:lnTo>
                    <a:pt x="561928" y="477454"/>
                  </a:lnTo>
                  <a:lnTo>
                    <a:pt x="562276" y="477679"/>
                  </a:lnTo>
                  <a:lnTo>
                    <a:pt x="562185" y="477363"/>
                  </a:lnTo>
                  <a:lnTo>
                    <a:pt x="562165" y="477131"/>
                  </a:lnTo>
                  <a:lnTo>
                    <a:pt x="562550" y="476514"/>
                  </a:lnTo>
                  <a:lnTo>
                    <a:pt x="562882" y="476175"/>
                  </a:lnTo>
                  <a:lnTo>
                    <a:pt x="562901" y="475963"/>
                  </a:lnTo>
                  <a:lnTo>
                    <a:pt x="563262" y="475841"/>
                  </a:lnTo>
                  <a:lnTo>
                    <a:pt x="563426" y="475695"/>
                  </a:lnTo>
                  <a:lnTo>
                    <a:pt x="563586" y="475451"/>
                  </a:lnTo>
                  <a:lnTo>
                    <a:pt x="563570" y="475037"/>
                  </a:lnTo>
                  <a:lnTo>
                    <a:pt x="563556" y="474871"/>
                  </a:lnTo>
                  <a:lnTo>
                    <a:pt x="563355" y="474852"/>
                  </a:lnTo>
                  <a:lnTo>
                    <a:pt x="562944" y="474746"/>
                  </a:lnTo>
                  <a:lnTo>
                    <a:pt x="562760" y="474566"/>
                  </a:lnTo>
                  <a:lnTo>
                    <a:pt x="562749" y="474386"/>
                  </a:lnTo>
                  <a:lnTo>
                    <a:pt x="562776" y="474100"/>
                  </a:lnTo>
                  <a:lnTo>
                    <a:pt x="562846" y="473800"/>
                  </a:lnTo>
                  <a:lnTo>
                    <a:pt x="563151" y="473725"/>
                  </a:lnTo>
                  <a:lnTo>
                    <a:pt x="563290" y="473642"/>
                  </a:lnTo>
                  <a:lnTo>
                    <a:pt x="563268" y="473100"/>
                  </a:lnTo>
                  <a:lnTo>
                    <a:pt x="563114" y="472563"/>
                  </a:lnTo>
                  <a:lnTo>
                    <a:pt x="563399" y="472164"/>
                  </a:lnTo>
                  <a:lnTo>
                    <a:pt x="563574" y="472091"/>
                  </a:lnTo>
                  <a:lnTo>
                    <a:pt x="563953" y="471762"/>
                  </a:lnTo>
                  <a:lnTo>
                    <a:pt x="563842" y="470965"/>
                  </a:lnTo>
                  <a:lnTo>
                    <a:pt x="563456" y="470710"/>
                  </a:lnTo>
                  <a:lnTo>
                    <a:pt x="563305" y="470685"/>
                  </a:lnTo>
                  <a:lnTo>
                    <a:pt x="563237" y="470327"/>
                  </a:lnTo>
                  <a:lnTo>
                    <a:pt x="563465" y="469724"/>
                  </a:lnTo>
                  <a:lnTo>
                    <a:pt x="563217" y="469523"/>
                  </a:lnTo>
                  <a:lnTo>
                    <a:pt x="563077" y="469713"/>
                  </a:lnTo>
                  <a:lnTo>
                    <a:pt x="562930" y="470066"/>
                  </a:lnTo>
                  <a:lnTo>
                    <a:pt x="562794" y="470112"/>
                  </a:lnTo>
                  <a:lnTo>
                    <a:pt x="562658" y="469896"/>
                  </a:lnTo>
                  <a:lnTo>
                    <a:pt x="562727" y="469592"/>
                  </a:lnTo>
                  <a:lnTo>
                    <a:pt x="562777" y="469440"/>
                  </a:lnTo>
                  <a:lnTo>
                    <a:pt x="562660" y="469122"/>
                  </a:lnTo>
                  <a:lnTo>
                    <a:pt x="562378" y="469408"/>
                  </a:lnTo>
                  <a:lnTo>
                    <a:pt x="562031" y="469333"/>
                  </a:lnTo>
                  <a:lnTo>
                    <a:pt x="561955" y="469037"/>
                  </a:lnTo>
                  <a:lnTo>
                    <a:pt x="562021" y="468750"/>
                  </a:lnTo>
                  <a:lnTo>
                    <a:pt x="561962" y="468258"/>
                  </a:lnTo>
                  <a:lnTo>
                    <a:pt x="561540" y="467641"/>
                  </a:lnTo>
                  <a:lnTo>
                    <a:pt x="561174" y="467701"/>
                  </a:lnTo>
                  <a:lnTo>
                    <a:pt x="560839" y="467211"/>
                  </a:lnTo>
                  <a:lnTo>
                    <a:pt x="560671" y="467255"/>
                  </a:lnTo>
                  <a:lnTo>
                    <a:pt x="560471" y="467056"/>
                  </a:lnTo>
                  <a:lnTo>
                    <a:pt x="560388" y="466788"/>
                  </a:lnTo>
                  <a:lnTo>
                    <a:pt x="560333" y="466577"/>
                  </a:lnTo>
                  <a:lnTo>
                    <a:pt x="560043" y="466013"/>
                  </a:lnTo>
                  <a:lnTo>
                    <a:pt x="559684" y="466244"/>
                  </a:lnTo>
                  <a:lnTo>
                    <a:pt x="559521" y="466195"/>
                  </a:lnTo>
                  <a:lnTo>
                    <a:pt x="559398" y="465986"/>
                  </a:lnTo>
                  <a:lnTo>
                    <a:pt x="559381" y="465755"/>
                  </a:lnTo>
                  <a:lnTo>
                    <a:pt x="559296" y="465375"/>
                  </a:lnTo>
                  <a:lnTo>
                    <a:pt x="558979" y="465165"/>
                  </a:lnTo>
                  <a:lnTo>
                    <a:pt x="558667" y="465402"/>
                  </a:lnTo>
                  <a:lnTo>
                    <a:pt x="558502" y="465340"/>
                  </a:lnTo>
                  <a:lnTo>
                    <a:pt x="558211" y="465511"/>
                  </a:lnTo>
                  <a:lnTo>
                    <a:pt x="558037" y="465819"/>
                  </a:lnTo>
                  <a:lnTo>
                    <a:pt x="557792" y="465623"/>
                  </a:lnTo>
                  <a:lnTo>
                    <a:pt x="557748" y="465460"/>
                  </a:lnTo>
                  <a:lnTo>
                    <a:pt x="557640" y="465304"/>
                  </a:lnTo>
                  <a:lnTo>
                    <a:pt x="557377" y="465159"/>
                  </a:lnTo>
                  <a:lnTo>
                    <a:pt x="556773" y="465426"/>
                  </a:lnTo>
                  <a:lnTo>
                    <a:pt x="556726" y="465763"/>
                  </a:lnTo>
                  <a:lnTo>
                    <a:pt x="556282" y="465585"/>
                  </a:lnTo>
                  <a:lnTo>
                    <a:pt x="555788" y="465194"/>
                  </a:lnTo>
                  <a:lnTo>
                    <a:pt x="555604" y="464964"/>
                  </a:lnTo>
                  <a:lnTo>
                    <a:pt x="555081" y="464909"/>
                  </a:lnTo>
                  <a:lnTo>
                    <a:pt x="554537" y="464899"/>
                  </a:lnTo>
                  <a:lnTo>
                    <a:pt x="554028" y="464585"/>
                  </a:lnTo>
                  <a:lnTo>
                    <a:pt x="553909" y="464405"/>
                  </a:lnTo>
                  <a:lnTo>
                    <a:pt x="553760" y="463925"/>
                  </a:lnTo>
                  <a:lnTo>
                    <a:pt x="553480" y="463247"/>
                  </a:lnTo>
                  <a:lnTo>
                    <a:pt x="553314" y="463087"/>
                  </a:lnTo>
                  <a:lnTo>
                    <a:pt x="552822" y="463303"/>
                  </a:lnTo>
                  <a:lnTo>
                    <a:pt x="552280" y="463418"/>
                  </a:lnTo>
                  <a:lnTo>
                    <a:pt x="552162" y="463811"/>
                  </a:lnTo>
                  <a:lnTo>
                    <a:pt x="551956" y="463722"/>
                  </a:lnTo>
                  <a:lnTo>
                    <a:pt x="551856" y="463516"/>
                  </a:lnTo>
                  <a:lnTo>
                    <a:pt x="551850" y="463056"/>
                  </a:lnTo>
                  <a:lnTo>
                    <a:pt x="551956" y="462690"/>
                  </a:lnTo>
                  <a:lnTo>
                    <a:pt x="551742" y="462648"/>
                  </a:lnTo>
                  <a:lnTo>
                    <a:pt x="551659" y="462785"/>
                  </a:lnTo>
                  <a:lnTo>
                    <a:pt x="551576" y="463148"/>
                  </a:lnTo>
                  <a:lnTo>
                    <a:pt x="551437" y="463443"/>
                  </a:lnTo>
                  <a:lnTo>
                    <a:pt x="550468" y="462972"/>
                  </a:lnTo>
                  <a:lnTo>
                    <a:pt x="550448" y="462351"/>
                  </a:lnTo>
                  <a:lnTo>
                    <a:pt x="550111" y="462238"/>
                  </a:lnTo>
                  <a:lnTo>
                    <a:pt x="550036" y="462467"/>
                  </a:lnTo>
                  <a:lnTo>
                    <a:pt x="550056" y="462937"/>
                  </a:lnTo>
                  <a:lnTo>
                    <a:pt x="549885" y="463226"/>
                  </a:lnTo>
                  <a:lnTo>
                    <a:pt x="549574" y="462878"/>
                  </a:lnTo>
                  <a:lnTo>
                    <a:pt x="549496" y="462657"/>
                  </a:lnTo>
                  <a:lnTo>
                    <a:pt x="548835" y="462368"/>
                  </a:lnTo>
                  <a:lnTo>
                    <a:pt x="548528" y="462298"/>
                  </a:lnTo>
                  <a:lnTo>
                    <a:pt x="548473" y="462469"/>
                  </a:lnTo>
                  <a:lnTo>
                    <a:pt x="548484" y="462825"/>
                  </a:lnTo>
                  <a:lnTo>
                    <a:pt x="548596" y="463185"/>
                  </a:lnTo>
                  <a:lnTo>
                    <a:pt x="548543" y="463391"/>
                  </a:lnTo>
                  <a:lnTo>
                    <a:pt x="548352" y="463743"/>
                  </a:lnTo>
                  <a:lnTo>
                    <a:pt x="548224" y="463798"/>
                  </a:lnTo>
                  <a:lnTo>
                    <a:pt x="547679" y="463775"/>
                  </a:lnTo>
                  <a:lnTo>
                    <a:pt x="547567" y="463644"/>
                  </a:lnTo>
                  <a:lnTo>
                    <a:pt x="546806" y="463160"/>
                  </a:lnTo>
                  <a:lnTo>
                    <a:pt x="546551" y="463224"/>
                  </a:lnTo>
                  <a:lnTo>
                    <a:pt x="546235" y="463173"/>
                  </a:lnTo>
                  <a:lnTo>
                    <a:pt x="545616" y="462534"/>
                  </a:lnTo>
                  <a:lnTo>
                    <a:pt x="545468" y="462175"/>
                  </a:lnTo>
                  <a:lnTo>
                    <a:pt x="545397" y="462021"/>
                  </a:lnTo>
                  <a:lnTo>
                    <a:pt x="545104" y="461686"/>
                  </a:lnTo>
                  <a:lnTo>
                    <a:pt x="545240" y="461323"/>
                  </a:lnTo>
                  <a:lnTo>
                    <a:pt x="545573" y="461269"/>
                  </a:lnTo>
                  <a:lnTo>
                    <a:pt x="545771" y="461413"/>
                  </a:lnTo>
                  <a:lnTo>
                    <a:pt x="546007" y="461546"/>
                  </a:lnTo>
                  <a:lnTo>
                    <a:pt x="546463" y="460757"/>
                  </a:lnTo>
                  <a:lnTo>
                    <a:pt x="546461" y="459908"/>
                  </a:lnTo>
                  <a:lnTo>
                    <a:pt x="546426" y="459701"/>
                  </a:lnTo>
                  <a:lnTo>
                    <a:pt x="546430" y="459164"/>
                  </a:lnTo>
                  <a:lnTo>
                    <a:pt x="546562" y="458879"/>
                  </a:lnTo>
                  <a:lnTo>
                    <a:pt x="546852" y="458984"/>
                  </a:lnTo>
                  <a:lnTo>
                    <a:pt x="547456" y="458814"/>
                  </a:lnTo>
                  <a:lnTo>
                    <a:pt x="547477" y="458638"/>
                  </a:lnTo>
                  <a:lnTo>
                    <a:pt x="547256" y="457950"/>
                  </a:lnTo>
                  <a:lnTo>
                    <a:pt x="547017" y="457803"/>
                  </a:lnTo>
                  <a:lnTo>
                    <a:pt x="546210" y="457523"/>
                  </a:lnTo>
                  <a:lnTo>
                    <a:pt x="545897" y="457320"/>
                  </a:lnTo>
                  <a:lnTo>
                    <a:pt x="546002" y="456548"/>
                  </a:lnTo>
                  <a:lnTo>
                    <a:pt x="546202" y="456603"/>
                  </a:lnTo>
                  <a:lnTo>
                    <a:pt x="546219" y="456828"/>
                  </a:lnTo>
                  <a:lnTo>
                    <a:pt x="546422" y="456917"/>
                  </a:lnTo>
                  <a:lnTo>
                    <a:pt x="546696" y="456552"/>
                  </a:lnTo>
                  <a:lnTo>
                    <a:pt x="546658" y="456383"/>
                  </a:lnTo>
                  <a:lnTo>
                    <a:pt x="546281" y="455951"/>
                  </a:lnTo>
                  <a:lnTo>
                    <a:pt x="546398" y="455666"/>
                  </a:lnTo>
                  <a:lnTo>
                    <a:pt x="546568" y="455455"/>
                  </a:lnTo>
                  <a:lnTo>
                    <a:pt x="546841" y="455328"/>
                  </a:lnTo>
                  <a:lnTo>
                    <a:pt x="547040" y="454986"/>
                  </a:lnTo>
                  <a:lnTo>
                    <a:pt x="547143" y="454602"/>
                  </a:lnTo>
                  <a:lnTo>
                    <a:pt x="546937" y="454078"/>
                  </a:lnTo>
                  <a:lnTo>
                    <a:pt x="546684" y="453989"/>
                  </a:lnTo>
                  <a:lnTo>
                    <a:pt x="546185" y="453625"/>
                  </a:lnTo>
                  <a:lnTo>
                    <a:pt x="545893" y="453547"/>
                  </a:lnTo>
                  <a:lnTo>
                    <a:pt x="545769" y="453994"/>
                  </a:lnTo>
                  <a:lnTo>
                    <a:pt x="545478" y="453855"/>
                  </a:lnTo>
                  <a:lnTo>
                    <a:pt x="545363" y="453667"/>
                  </a:lnTo>
                  <a:lnTo>
                    <a:pt x="545326" y="453375"/>
                  </a:lnTo>
                  <a:lnTo>
                    <a:pt x="544757" y="453202"/>
                  </a:lnTo>
                  <a:lnTo>
                    <a:pt x="543953" y="452783"/>
                  </a:lnTo>
                  <a:lnTo>
                    <a:pt x="543753" y="452536"/>
                  </a:lnTo>
                  <a:lnTo>
                    <a:pt x="543397" y="452531"/>
                  </a:lnTo>
                  <a:lnTo>
                    <a:pt x="543146" y="452535"/>
                  </a:lnTo>
                  <a:lnTo>
                    <a:pt x="543074" y="451963"/>
                  </a:lnTo>
                  <a:lnTo>
                    <a:pt x="542983" y="451779"/>
                  </a:lnTo>
                  <a:lnTo>
                    <a:pt x="541915" y="451134"/>
                  </a:lnTo>
                  <a:lnTo>
                    <a:pt x="541726" y="451200"/>
                  </a:lnTo>
                  <a:lnTo>
                    <a:pt x="541420" y="451115"/>
                  </a:lnTo>
                  <a:lnTo>
                    <a:pt x="541263" y="450965"/>
                  </a:lnTo>
                  <a:lnTo>
                    <a:pt x="541274" y="450674"/>
                  </a:lnTo>
                  <a:lnTo>
                    <a:pt x="541076" y="450360"/>
                  </a:lnTo>
                  <a:lnTo>
                    <a:pt x="540905" y="449934"/>
                  </a:lnTo>
                  <a:lnTo>
                    <a:pt x="541150" y="449823"/>
                  </a:lnTo>
                  <a:lnTo>
                    <a:pt x="541537" y="450178"/>
                  </a:lnTo>
                  <a:lnTo>
                    <a:pt x="541682" y="450431"/>
                  </a:lnTo>
                  <a:lnTo>
                    <a:pt x="542191" y="450555"/>
                  </a:lnTo>
                  <a:lnTo>
                    <a:pt x="542209" y="449797"/>
                  </a:lnTo>
                  <a:lnTo>
                    <a:pt x="542480" y="449913"/>
                  </a:lnTo>
                  <a:lnTo>
                    <a:pt x="542649" y="450003"/>
                  </a:lnTo>
                  <a:lnTo>
                    <a:pt x="543055" y="450383"/>
                  </a:lnTo>
                  <a:lnTo>
                    <a:pt x="543218" y="450465"/>
                  </a:lnTo>
                  <a:lnTo>
                    <a:pt x="543547" y="450598"/>
                  </a:lnTo>
                  <a:lnTo>
                    <a:pt x="544190" y="450593"/>
                  </a:lnTo>
                  <a:lnTo>
                    <a:pt x="544531" y="450559"/>
                  </a:lnTo>
                  <a:lnTo>
                    <a:pt x="544607" y="450124"/>
                  </a:lnTo>
                  <a:lnTo>
                    <a:pt x="544520" y="449983"/>
                  </a:lnTo>
                  <a:lnTo>
                    <a:pt x="544988" y="449589"/>
                  </a:lnTo>
                  <a:lnTo>
                    <a:pt x="544742" y="449254"/>
                  </a:lnTo>
                  <a:lnTo>
                    <a:pt x="544333" y="448985"/>
                  </a:lnTo>
                  <a:lnTo>
                    <a:pt x="544122" y="448886"/>
                  </a:lnTo>
                  <a:lnTo>
                    <a:pt x="544043" y="448756"/>
                  </a:lnTo>
                  <a:lnTo>
                    <a:pt x="544204" y="448262"/>
                  </a:lnTo>
                  <a:lnTo>
                    <a:pt x="544172" y="447711"/>
                  </a:lnTo>
                  <a:lnTo>
                    <a:pt x="544415" y="447750"/>
                  </a:lnTo>
                  <a:lnTo>
                    <a:pt x="544591" y="447833"/>
                  </a:lnTo>
                  <a:lnTo>
                    <a:pt x="544742" y="447875"/>
                  </a:lnTo>
                  <a:lnTo>
                    <a:pt x="545030" y="447914"/>
                  </a:lnTo>
                  <a:lnTo>
                    <a:pt x="545171" y="447811"/>
                  </a:lnTo>
                  <a:lnTo>
                    <a:pt x="545581" y="447603"/>
                  </a:lnTo>
                  <a:lnTo>
                    <a:pt x="545962" y="447425"/>
                  </a:lnTo>
                  <a:lnTo>
                    <a:pt x="546007" y="446805"/>
                  </a:lnTo>
                  <a:lnTo>
                    <a:pt x="546027" y="445886"/>
                  </a:lnTo>
                  <a:lnTo>
                    <a:pt x="545888" y="445504"/>
                  </a:lnTo>
                  <a:lnTo>
                    <a:pt x="545846" y="445268"/>
                  </a:lnTo>
                  <a:lnTo>
                    <a:pt x="545910" y="445026"/>
                  </a:lnTo>
                  <a:lnTo>
                    <a:pt x="546386" y="444772"/>
                  </a:lnTo>
                  <a:lnTo>
                    <a:pt x="546877" y="444836"/>
                  </a:lnTo>
                  <a:lnTo>
                    <a:pt x="546947" y="444965"/>
                  </a:lnTo>
                  <a:lnTo>
                    <a:pt x="547403" y="444798"/>
                  </a:lnTo>
                  <a:lnTo>
                    <a:pt x="547294" y="444535"/>
                  </a:lnTo>
                  <a:lnTo>
                    <a:pt x="546957" y="443979"/>
                  </a:lnTo>
                  <a:lnTo>
                    <a:pt x="546907" y="443605"/>
                  </a:lnTo>
                  <a:lnTo>
                    <a:pt x="547450" y="443306"/>
                  </a:lnTo>
                  <a:lnTo>
                    <a:pt x="547734" y="443253"/>
                  </a:lnTo>
                  <a:lnTo>
                    <a:pt x="548029" y="443002"/>
                  </a:lnTo>
                  <a:lnTo>
                    <a:pt x="549068" y="442901"/>
                  </a:lnTo>
                  <a:lnTo>
                    <a:pt x="549041" y="442769"/>
                  </a:lnTo>
                  <a:lnTo>
                    <a:pt x="549205" y="442394"/>
                  </a:lnTo>
                  <a:lnTo>
                    <a:pt x="549929" y="442386"/>
                  </a:lnTo>
                  <a:lnTo>
                    <a:pt x="550111" y="442608"/>
                  </a:lnTo>
                  <a:lnTo>
                    <a:pt x="550534" y="443088"/>
                  </a:lnTo>
                  <a:lnTo>
                    <a:pt x="550711" y="442759"/>
                  </a:lnTo>
                  <a:lnTo>
                    <a:pt x="550969" y="443047"/>
                  </a:lnTo>
                  <a:lnTo>
                    <a:pt x="551391" y="443408"/>
                  </a:lnTo>
                  <a:lnTo>
                    <a:pt x="551758" y="443206"/>
                  </a:lnTo>
                  <a:lnTo>
                    <a:pt x="551593" y="443180"/>
                  </a:lnTo>
                  <a:lnTo>
                    <a:pt x="551447" y="443015"/>
                  </a:lnTo>
                  <a:lnTo>
                    <a:pt x="551326" y="442869"/>
                  </a:lnTo>
                  <a:lnTo>
                    <a:pt x="551285" y="442724"/>
                  </a:lnTo>
                  <a:lnTo>
                    <a:pt x="551268" y="442072"/>
                  </a:lnTo>
                  <a:lnTo>
                    <a:pt x="551401" y="442063"/>
                  </a:lnTo>
                  <a:lnTo>
                    <a:pt x="551535" y="441767"/>
                  </a:lnTo>
                  <a:lnTo>
                    <a:pt x="551597" y="441430"/>
                  </a:lnTo>
                  <a:lnTo>
                    <a:pt x="551614" y="441228"/>
                  </a:lnTo>
                  <a:lnTo>
                    <a:pt x="551672" y="440535"/>
                  </a:lnTo>
                  <a:lnTo>
                    <a:pt x="551804" y="440394"/>
                  </a:lnTo>
                  <a:lnTo>
                    <a:pt x="551841" y="440262"/>
                  </a:lnTo>
                  <a:lnTo>
                    <a:pt x="551710" y="439918"/>
                  </a:lnTo>
                  <a:lnTo>
                    <a:pt x="552056" y="439722"/>
                  </a:lnTo>
                  <a:lnTo>
                    <a:pt x="552338" y="439533"/>
                  </a:lnTo>
                  <a:lnTo>
                    <a:pt x="552280" y="439202"/>
                  </a:lnTo>
                  <a:lnTo>
                    <a:pt x="551927" y="438760"/>
                  </a:lnTo>
                  <a:lnTo>
                    <a:pt x="551658" y="438556"/>
                  </a:lnTo>
                  <a:lnTo>
                    <a:pt x="551730" y="438224"/>
                  </a:lnTo>
                  <a:lnTo>
                    <a:pt x="551715" y="437694"/>
                  </a:lnTo>
                  <a:lnTo>
                    <a:pt x="551130" y="437323"/>
                  </a:lnTo>
                  <a:lnTo>
                    <a:pt x="551607" y="437010"/>
                  </a:lnTo>
                  <a:lnTo>
                    <a:pt x="551641" y="436435"/>
                  </a:lnTo>
                  <a:lnTo>
                    <a:pt x="551338" y="436114"/>
                  </a:lnTo>
                  <a:lnTo>
                    <a:pt x="551105" y="435987"/>
                  </a:lnTo>
                  <a:lnTo>
                    <a:pt x="550804" y="436146"/>
                  </a:lnTo>
                  <a:lnTo>
                    <a:pt x="550766" y="436312"/>
                  </a:lnTo>
                  <a:lnTo>
                    <a:pt x="550450" y="436485"/>
                  </a:lnTo>
                  <a:lnTo>
                    <a:pt x="550122" y="436020"/>
                  </a:lnTo>
                  <a:lnTo>
                    <a:pt x="550121" y="435849"/>
                  </a:lnTo>
                  <a:lnTo>
                    <a:pt x="550495" y="435461"/>
                  </a:lnTo>
                  <a:lnTo>
                    <a:pt x="550437" y="435229"/>
                  </a:lnTo>
                  <a:lnTo>
                    <a:pt x="550195" y="434879"/>
                  </a:lnTo>
                  <a:lnTo>
                    <a:pt x="549314" y="434317"/>
                  </a:lnTo>
                  <a:lnTo>
                    <a:pt x="548990" y="434329"/>
                  </a:lnTo>
                  <a:lnTo>
                    <a:pt x="548578" y="434238"/>
                  </a:lnTo>
                  <a:lnTo>
                    <a:pt x="548203" y="433938"/>
                  </a:lnTo>
                  <a:lnTo>
                    <a:pt x="548119" y="433762"/>
                  </a:lnTo>
                  <a:lnTo>
                    <a:pt x="548257" y="433448"/>
                  </a:lnTo>
                  <a:lnTo>
                    <a:pt x="548246" y="433231"/>
                  </a:lnTo>
                  <a:lnTo>
                    <a:pt x="548097" y="432948"/>
                  </a:lnTo>
                  <a:lnTo>
                    <a:pt x="547953" y="432771"/>
                  </a:lnTo>
                  <a:lnTo>
                    <a:pt x="547831" y="432544"/>
                  </a:lnTo>
                  <a:lnTo>
                    <a:pt x="547882" y="431914"/>
                  </a:lnTo>
                  <a:lnTo>
                    <a:pt x="548031" y="432060"/>
                  </a:lnTo>
                  <a:lnTo>
                    <a:pt x="548183" y="432440"/>
                  </a:lnTo>
                  <a:lnTo>
                    <a:pt x="548503" y="432773"/>
                  </a:lnTo>
                  <a:lnTo>
                    <a:pt x="548677" y="432917"/>
                  </a:lnTo>
                  <a:lnTo>
                    <a:pt x="548945" y="433124"/>
                  </a:lnTo>
                  <a:lnTo>
                    <a:pt x="549100" y="433345"/>
                  </a:lnTo>
                  <a:lnTo>
                    <a:pt x="549091" y="433614"/>
                  </a:lnTo>
                  <a:lnTo>
                    <a:pt x="548874" y="433652"/>
                  </a:lnTo>
                  <a:lnTo>
                    <a:pt x="549030" y="433881"/>
                  </a:lnTo>
                  <a:lnTo>
                    <a:pt x="549306" y="434132"/>
                  </a:lnTo>
                  <a:lnTo>
                    <a:pt x="549461" y="434101"/>
                  </a:lnTo>
                  <a:lnTo>
                    <a:pt x="549761" y="433889"/>
                  </a:lnTo>
                  <a:lnTo>
                    <a:pt x="549816" y="433683"/>
                  </a:lnTo>
                  <a:lnTo>
                    <a:pt x="549702" y="433138"/>
                  </a:lnTo>
                  <a:lnTo>
                    <a:pt x="549728" y="432894"/>
                  </a:lnTo>
                  <a:lnTo>
                    <a:pt x="549998" y="432717"/>
                  </a:lnTo>
                  <a:lnTo>
                    <a:pt x="550370" y="432940"/>
                  </a:lnTo>
                  <a:lnTo>
                    <a:pt x="550502" y="432972"/>
                  </a:lnTo>
                  <a:lnTo>
                    <a:pt x="550974" y="433062"/>
                  </a:lnTo>
                  <a:lnTo>
                    <a:pt x="551762" y="432916"/>
                  </a:lnTo>
                  <a:lnTo>
                    <a:pt x="551635" y="432392"/>
                  </a:lnTo>
                  <a:lnTo>
                    <a:pt x="551689" y="431901"/>
                  </a:lnTo>
                  <a:lnTo>
                    <a:pt x="551769" y="431514"/>
                  </a:lnTo>
                  <a:lnTo>
                    <a:pt x="551758" y="431053"/>
                  </a:lnTo>
                  <a:lnTo>
                    <a:pt x="551696" y="430759"/>
                  </a:lnTo>
                  <a:lnTo>
                    <a:pt x="551898" y="430727"/>
                  </a:lnTo>
                  <a:lnTo>
                    <a:pt x="552088" y="430802"/>
                  </a:lnTo>
                  <a:lnTo>
                    <a:pt x="552428" y="430862"/>
                  </a:lnTo>
                  <a:lnTo>
                    <a:pt x="552570" y="430420"/>
                  </a:lnTo>
                  <a:lnTo>
                    <a:pt x="552314" y="430244"/>
                  </a:lnTo>
                  <a:lnTo>
                    <a:pt x="552012" y="429672"/>
                  </a:lnTo>
                  <a:lnTo>
                    <a:pt x="551910" y="428969"/>
                  </a:lnTo>
                  <a:lnTo>
                    <a:pt x="551849" y="428434"/>
                  </a:lnTo>
                  <a:lnTo>
                    <a:pt x="551669" y="427993"/>
                  </a:lnTo>
                  <a:lnTo>
                    <a:pt x="551374" y="427616"/>
                  </a:lnTo>
                  <a:lnTo>
                    <a:pt x="551146" y="427414"/>
                  </a:lnTo>
                  <a:lnTo>
                    <a:pt x="551007" y="427246"/>
                  </a:lnTo>
                  <a:lnTo>
                    <a:pt x="550885" y="427086"/>
                  </a:lnTo>
                  <a:lnTo>
                    <a:pt x="550834" y="426907"/>
                  </a:lnTo>
                  <a:lnTo>
                    <a:pt x="550757" y="426694"/>
                  </a:lnTo>
                  <a:lnTo>
                    <a:pt x="550512" y="426026"/>
                  </a:lnTo>
                  <a:lnTo>
                    <a:pt x="550359" y="425604"/>
                  </a:lnTo>
                  <a:lnTo>
                    <a:pt x="550819" y="425395"/>
                  </a:lnTo>
                  <a:lnTo>
                    <a:pt x="551079" y="425519"/>
                  </a:lnTo>
                  <a:lnTo>
                    <a:pt x="551431" y="425654"/>
                  </a:lnTo>
                  <a:lnTo>
                    <a:pt x="551806" y="426011"/>
                  </a:lnTo>
                  <a:lnTo>
                    <a:pt x="552124" y="425856"/>
                  </a:lnTo>
                  <a:lnTo>
                    <a:pt x="552513" y="425773"/>
                  </a:lnTo>
                  <a:lnTo>
                    <a:pt x="552648" y="425930"/>
                  </a:lnTo>
                  <a:lnTo>
                    <a:pt x="552915" y="426412"/>
                  </a:lnTo>
                  <a:lnTo>
                    <a:pt x="553102" y="426183"/>
                  </a:lnTo>
                  <a:lnTo>
                    <a:pt x="553195" y="425967"/>
                  </a:lnTo>
                  <a:lnTo>
                    <a:pt x="553279" y="425825"/>
                  </a:lnTo>
                  <a:lnTo>
                    <a:pt x="553467" y="425593"/>
                  </a:lnTo>
                  <a:lnTo>
                    <a:pt x="553625" y="425873"/>
                  </a:lnTo>
                  <a:lnTo>
                    <a:pt x="553771" y="426030"/>
                  </a:lnTo>
                  <a:lnTo>
                    <a:pt x="553967" y="426122"/>
                  </a:lnTo>
                  <a:lnTo>
                    <a:pt x="554520" y="426045"/>
                  </a:lnTo>
                  <a:lnTo>
                    <a:pt x="555045" y="426062"/>
                  </a:lnTo>
                  <a:lnTo>
                    <a:pt x="555077" y="426587"/>
                  </a:lnTo>
                  <a:lnTo>
                    <a:pt x="555427" y="426906"/>
                  </a:lnTo>
                  <a:lnTo>
                    <a:pt x="555597" y="426889"/>
                  </a:lnTo>
                  <a:lnTo>
                    <a:pt x="555872" y="427346"/>
                  </a:lnTo>
                  <a:lnTo>
                    <a:pt x="556017" y="427540"/>
                  </a:lnTo>
                  <a:lnTo>
                    <a:pt x="556303" y="427709"/>
                  </a:lnTo>
                  <a:lnTo>
                    <a:pt x="556371" y="427229"/>
                  </a:lnTo>
                  <a:lnTo>
                    <a:pt x="556121" y="426847"/>
                  </a:lnTo>
                  <a:lnTo>
                    <a:pt x="556238" y="426609"/>
                  </a:lnTo>
                  <a:lnTo>
                    <a:pt x="556463" y="426447"/>
                  </a:lnTo>
                  <a:lnTo>
                    <a:pt x="556646" y="426163"/>
                  </a:lnTo>
                  <a:lnTo>
                    <a:pt x="556778" y="425881"/>
                  </a:lnTo>
                  <a:lnTo>
                    <a:pt x="556643" y="425746"/>
                  </a:lnTo>
                  <a:lnTo>
                    <a:pt x="556503" y="425353"/>
                  </a:lnTo>
                  <a:lnTo>
                    <a:pt x="556709" y="424751"/>
                  </a:lnTo>
                  <a:lnTo>
                    <a:pt x="556883" y="424372"/>
                  </a:lnTo>
                  <a:lnTo>
                    <a:pt x="557063" y="424341"/>
                  </a:lnTo>
                  <a:lnTo>
                    <a:pt x="557547" y="424688"/>
                  </a:lnTo>
                  <a:lnTo>
                    <a:pt x="558067" y="424930"/>
                  </a:lnTo>
                  <a:lnTo>
                    <a:pt x="558537" y="425087"/>
                  </a:lnTo>
                  <a:lnTo>
                    <a:pt x="558686" y="425341"/>
                  </a:lnTo>
                  <a:lnTo>
                    <a:pt x="558839" y="425531"/>
                  </a:lnTo>
                  <a:lnTo>
                    <a:pt x="559316" y="425737"/>
                  </a:lnTo>
                  <a:lnTo>
                    <a:pt x="559790" y="426198"/>
                  </a:lnTo>
                  <a:lnTo>
                    <a:pt x="559963" y="426316"/>
                  </a:lnTo>
                  <a:lnTo>
                    <a:pt x="560096" y="426308"/>
                  </a:lnTo>
                  <a:lnTo>
                    <a:pt x="560551" y="426217"/>
                  </a:lnTo>
                  <a:lnTo>
                    <a:pt x="560941" y="426565"/>
                  </a:lnTo>
                  <a:lnTo>
                    <a:pt x="561078" y="426719"/>
                  </a:lnTo>
                  <a:lnTo>
                    <a:pt x="561507" y="426896"/>
                  </a:lnTo>
                  <a:lnTo>
                    <a:pt x="561922" y="426207"/>
                  </a:lnTo>
                  <a:lnTo>
                    <a:pt x="562315" y="425847"/>
                  </a:lnTo>
                  <a:lnTo>
                    <a:pt x="562189" y="425493"/>
                  </a:lnTo>
                  <a:lnTo>
                    <a:pt x="561733" y="425444"/>
                  </a:lnTo>
                  <a:lnTo>
                    <a:pt x="561487" y="425291"/>
                  </a:lnTo>
                  <a:lnTo>
                    <a:pt x="561323" y="425119"/>
                  </a:lnTo>
                  <a:lnTo>
                    <a:pt x="561688" y="424697"/>
                  </a:lnTo>
                  <a:lnTo>
                    <a:pt x="561910" y="424656"/>
                  </a:lnTo>
                  <a:lnTo>
                    <a:pt x="562348" y="424856"/>
                  </a:lnTo>
                  <a:lnTo>
                    <a:pt x="562840" y="425085"/>
                  </a:lnTo>
                  <a:lnTo>
                    <a:pt x="563283" y="425324"/>
                  </a:lnTo>
                  <a:lnTo>
                    <a:pt x="563521" y="425495"/>
                  </a:lnTo>
                  <a:lnTo>
                    <a:pt x="563846" y="425825"/>
                  </a:lnTo>
                  <a:lnTo>
                    <a:pt x="564122" y="426346"/>
                  </a:lnTo>
                  <a:lnTo>
                    <a:pt x="564350" y="426424"/>
                  </a:lnTo>
                  <a:lnTo>
                    <a:pt x="564911" y="426581"/>
                  </a:lnTo>
                  <a:lnTo>
                    <a:pt x="565516" y="426507"/>
                  </a:lnTo>
                  <a:lnTo>
                    <a:pt x="565336" y="426415"/>
                  </a:lnTo>
                  <a:lnTo>
                    <a:pt x="565096" y="426095"/>
                  </a:lnTo>
                  <a:lnTo>
                    <a:pt x="565275" y="425946"/>
                  </a:lnTo>
                  <a:lnTo>
                    <a:pt x="566326" y="426355"/>
                  </a:lnTo>
                  <a:lnTo>
                    <a:pt x="566683" y="426533"/>
                  </a:lnTo>
                  <a:lnTo>
                    <a:pt x="566702" y="426236"/>
                  </a:lnTo>
                  <a:lnTo>
                    <a:pt x="566596" y="425830"/>
                  </a:lnTo>
                  <a:lnTo>
                    <a:pt x="566516" y="425455"/>
                  </a:lnTo>
                  <a:lnTo>
                    <a:pt x="566692" y="425134"/>
                  </a:lnTo>
                  <a:lnTo>
                    <a:pt x="566947" y="425269"/>
                  </a:lnTo>
                  <a:lnTo>
                    <a:pt x="567246" y="425595"/>
                  </a:lnTo>
                  <a:lnTo>
                    <a:pt x="567937" y="425863"/>
                  </a:lnTo>
                  <a:lnTo>
                    <a:pt x="568031" y="425729"/>
                  </a:lnTo>
                  <a:lnTo>
                    <a:pt x="568205" y="425655"/>
                  </a:lnTo>
                  <a:lnTo>
                    <a:pt x="568472" y="425643"/>
                  </a:lnTo>
                  <a:lnTo>
                    <a:pt x="568849" y="425775"/>
                  </a:lnTo>
                  <a:lnTo>
                    <a:pt x="569147" y="426164"/>
                  </a:lnTo>
                  <a:lnTo>
                    <a:pt x="569367" y="426048"/>
                  </a:lnTo>
                  <a:lnTo>
                    <a:pt x="569647" y="425832"/>
                  </a:lnTo>
                  <a:lnTo>
                    <a:pt x="569804" y="425745"/>
                  </a:lnTo>
                  <a:lnTo>
                    <a:pt x="570647" y="425430"/>
                  </a:lnTo>
                  <a:lnTo>
                    <a:pt x="570851" y="425363"/>
                  </a:lnTo>
                  <a:lnTo>
                    <a:pt x="571614" y="425183"/>
                  </a:lnTo>
                  <a:lnTo>
                    <a:pt x="571817" y="425137"/>
                  </a:lnTo>
                  <a:lnTo>
                    <a:pt x="572546" y="425106"/>
                  </a:lnTo>
                  <a:lnTo>
                    <a:pt x="573481" y="425855"/>
                  </a:lnTo>
                  <a:lnTo>
                    <a:pt x="574025" y="426412"/>
                  </a:lnTo>
                  <a:lnTo>
                    <a:pt x="574647" y="427026"/>
                  </a:lnTo>
                  <a:lnTo>
                    <a:pt x="574845" y="426918"/>
                  </a:lnTo>
                  <a:lnTo>
                    <a:pt x="575338" y="426726"/>
                  </a:lnTo>
                  <a:lnTo>
                    <a:pt x="575871" y="426937"/>
                  </a:lnTo>
                  <a:lnTo>
                    <a:pt x="576103" y="427197"/>
                  </a:lnTo>
                  <a:lnTo>
                    <a:pt x="576286" y="427872"/>
                  </a:lnTo>
                  <a:lnTo>
                    <a:pt x="576378" y="428422"/>
                  </a:lnTo>
                  <a:lnTo>
                    <a:pt x="576427" y="428632"/>
                  </a:lnTo>
                  <a:lnTo>
                    <a:pt x="576469" y="428781"/>
                  </a:lnTo>
                  <a:lnTo>
                    <a:pt x="576388" y="429240"/>
                  </a:lnTo>
                  <a:lnTo>
                    <a:pt x="576301" y="429472"/>
                  </a:lnTo>
                  <a:lnTo>
                    <a:pt x="576100" y="429528"/>
                  </a:lnTo>
                  <a:lnTo>
                    <a:pt x="576321" y="429588"/>
                  </a:lnTo>
                  <a:lnTo>
                    <a:pt x="576440" y="429832"/>
                  </a:lnTo>
                  <a:lnTo>
                    <a:pt x="576305" y="430061"/>
                  </a:lnTo>
                  <a:lnTo>
                    <a:pt x="576345" y="430191"/>
                  </a:lnTo>
                  <a:lnTo>
                    <a:pt x="576558" y="430437"/>
                  </a:lnTo>
                  <a:lnTo>
                    <a:pt x="576540" y="430831"/>
                  </a:lnTo>
                  <a:lnTo>
                    <a:pt x="576595" y="431639"/>
                  </a:lnTo>
                  <a:lnTo>
                    <a:pt x="576859" y="432337"/>
                  </a:lnTo>
                  <a:lnTo>
                    <a:pt x="577043" y="432646"/>
                  </a:lnTo>
                  <a:lnTo>
                    <a:pt x="577255" y="433397"/>
                  </a:lnTo>
                  <a:lnTo>
                    <a:pt x="577131" y="433852"/>
                  </a:lnTo>
                  <a:lnTo>
                    <a:pt x="577081" y="434230"/>
                  </a:lnTo>
                  <a:lnTo>
                    <a:pt x="577493" y="435148"/>
                  </a:lnTo>
                  <a:lnTo>
                    <a:pt x="577803" y="435042"/>
                  </a:lnTo>
                  <a:lnTo>
                    <a:pt x="578406" y="434444"/>
                  </a:lnTo>
                  <a:lnTo>
                    <a:pt x="578593" y="434477"/>
                  </a:lnTo>
                  <a:lnTo>
                    <a:pt x="578569" y="434810"/>
                  </a:lnTo>
                  <a:lnTo>
                    <a:pt x="578846" y="434998"/>
                  </a:lnTo>
                  <a:lnTo>
                    <a:pt x="579207" y="435193"/>
                  </a:lnTo>
                  <a:lnTo>
                    <a:pt x="579384" y="435454"/>
                  </a:lnTo>
                  <a:lnTo>
                    <a:pt x="579605" y="435455"/>
                  </a:lnTo>
                  <a:lnTo>
                    <a:pt x="579760" y="435379"/>
                  </a:lnTo>
                  <a:lnTo>
                    <a:pt x="579946" y="435292"/>
                  </a:lnTo>
                  <a:lnTo>
                    <a:pt x="580137" y="435250"/>
                  </a:lnTo>
                  <a:lnTo>
                    <a:pt x="580641" y="435348"/>
                  </a:lnTo>
                  <a:lnTo>
                    <a:pt x="580835" y="435504"/>
                  </a:lnTo>
                  <a:lnTo>
                    <a:pt x="581481" y="435586"/>
                  </a:lnTo>
                  <a:lnTo>
                    <a:pt x="581706" y="435719"/>
                  </a:lnTo>
                  <a:lnTo>
                    <a:pt x="581787" y="435582"/>
                  </a:lnTo>
                  <a:lnTo>
                    <a:pt x="582056" y="435274"/>
                  </a:lnTo>
                  <a:lnTo>
                    <a:pt x="582269" y="435282"/>
                  </a:lnTo>
                  <a:lnTo>
                    <a:pt x="582507" y="435529"/>
                  </a:lnTo>
                  <a:lnTo>
                    <a:pt x="582511" y="435810"/>
                  </a:lnTo>
                  <a:lnTo>
                    <a:pt x="582682" y="436125"/>
                  </a:lnTo>
                  <a:lnTo>
                    <a:pt x="582961" y="435901"/>
                  </a:lnTo>
                  <a:lnTo>
                    <a:pt x="583239" y="435448"/>
                  </a:lnTo>
                  <a:lnTo>
                    <a:pt x="583504" y="435318"/>
                  </a:lnTo>
                  <a:lnTo>
                    <a:pt x="584272" y="435042"/>
                  </a:lnTo>
                  <a:lnTo>
                    <a:pt x="584349" y="435276"/>
                  </a:lnTo>
                  <a:lnTo>
                    <a:pt x="584334" y="435497"/>
                  </a:lnTo>
                  <a:lnTo>
                    <a:pt x="584366" y="435766"/>
                  </a:lnTo>
                  <a:lnTo>
                    <a:pt x="584459" y="435897"/>
                  </a:lnTo>
                  <a:lnTo>
                    <a:pt x="584914" y="436298"/>
                  </a:lnTo>
                  <a:lnTo>
                    <a:pt x="585389" y="436573"/>
                  </a:lnTo>
                  <a:lnTo>
                    <a:pt x="585866" y="436951"/>
                  </a:lnTo>
                  <a:lnTo>
                    <a:pt x="586064" y="437204"/>
                  </a:lnTo>
                  <a:lnTo>
                    <a:pt x="585981" y="437584"/>
                  </a:lnTo>
                  <a:lnTo>
                    <a:pt x="585999" y="437814"/>
                  </a:lnTo>
                  <a:lnTo>
                    <a:pt x="586185" y="438169"/>
                  </a:lnTo>
                  <a:lnTo>
                    <a:pt x="585943" y="438258"/>
                  </a:lnTo>
                  <a:lnTo>
                    <a:pt x="586288" y="438899"/>
                  </a:lnTo>
                  <a:lnTo>
                    <a:pt x="586624" y="438973"/>
                  </a:lnTo>
                  <a:lnTo>
                    <a:pt x="586593" y="438717"/>
                  </a:lnTo>
                  <a:lnTo>
                    <a:pt x="586840" y="438603"/>
                  </a:lnTo>
                  <a:lnTo>
                    <a:pt x="587024" y="438670"/>
                  </a:lnTo>
                  <a:lnTo>
                    <a:pt x="587161" y="438701"/>
                  </a:lnTo>
                  <a:lnTo>
                    <a:pt x="587339" y="438630"/>
                  </a:lnTo>
                  <a:lnTo>
                    <a:pt x="587605" y="438505"/>
                  </a:lnTo>
                  <a:lnTo>
                    <a:pt x="587941" y="438387"/>
                  </a:lnTo>
                  <a:lnTo>
                    <a:pt x="588490" y="438519"/>
                  </a:lnTo>
                  <a:lnTo>
                    <a:pt x="588798" y="438901"/>
                  </a:lnTo>
                  <a:lnTo>
                    <a:pt x="589914" y="439254"/>
                  </a:lnTo>
                  <a:lnTo>
                    <a:pt x="590208" y="439223"/>
                  </a:lnTo>
                  <a:lnTo>
                    <a:pt x="590608" y="439031"/>
                  </a:lnTo>
                  <a:lnTo>
                    <a:pt x="590963" y="438848"/>
                  </a:lnTo>
                  <a:lnTo>
                    <a:pt x="591231" y="438689"/>
                  </a:lnTo>
                  <a:lnTo>
                    <a:pt x="591603" y="438793"/>
                  </a:lnTo>
                  <a:lnTo>
                    <a:pt x="592200" y="439104"/>
                  </a:lnTo>
                  <a:lnTo>
                    <a:pt x="592105" y="439428"/>
                  </a:lnTo>
                  <a:lnTo>
                    <a:pt x="592274" y="439584"/>
                  </a:lnTo>
                  <a:lnTo>
                    <a:pt x="592503" y="439734"/>
                  </a:lnTo>
                  <a:lnTo>
                    <a:pt x="592727" y="439870"/>
                  </a:lnTo>
                  <a:lnTo>
                    <a:pt x="593336" y="439941"/>
                  </a:lnTo>
                  <a:lnTo>
                    <a:pt x="593682" y="439719"/>
                  </a:lnTo>
                  <a:lnTo>
                    <a:pt x="593723" y="439458"/>
                  </a:lnTo>
                  <a:lnTo>
                    <a:pt x="593960" y="439488"/>
                  </a:lnTo>
                  <a:lnTo>
                    <a:pt x="594247" y="439554"/>
                  </a:lnTo>
                  <a:lnTo>
                    <a:pt x="594623" y="439903"/>
                  </a:lnTo>
                  <a:lnTo>
                    <a:pt x="595150" y="440344"/>
                  </a:lnTo>
                  <a:lnTo>
                    <a:pt x="595236" y="440127"/>
                  </a:lnTo>
                  <a:lnTo>
                    <a:pt x="595441" y="440145"/>
                  </a:lnTo>
                  <a:lnTo>
                    <a:pt x="595543" y="440517"/>
                  </a:lnTo>
                  <a:lnTo>
                    <a:pt x="596562" y="440961"/>
                  </a:lnTo>
                  <a:lnTo>
                    <a:pt x="597230" y="441012"/>
                  </a:lnTo>
                  <a:lnTo>
                    <a:pt x="597274" y="440883"/>
                  </a:lnTo>
                  <a:lnTo>
                    <a:pt x="597403" y="440684"/>
                  </a:lnTo>
                  <a:lnTo>
                    <a:pt x="597664" y="440708"/>
                  </a:lnTo>
                  <a:lnTo>
                    <a:pt x="597983" y="440898"/>
                  </a:lnTo>
                  <a:lnTo>
                    <a:pt x="598082" y="441050"/>
                  </a:lnTo>
                  <a:lnTo>
                    <a:pt x="598215" y="441303"/>
                  </a:lnTo>
                  <a:lnTo>
                    <a:pt x="598387" y="441332"/>
                  </a:lnTo>
                  <a:lnTo>
                    <a:pt x="598574" y="441317"/>
                  </a:lnTo>
                  <a:lnTo>
                    <a:pt x="598979" y="441646"/>
                  </a:lnTo>
                  <a:lnTo>
                    <a:pt x="599634" y="442331"/>
                  </a:lnTo>
                  <a:lnTo>
                    <a:pt x="600231" y="442312"/>
                  </a:lnTo>
                  <a:lnTo>
                    <a:pt x="600457" y="442438"/>
                  </a:lnTo>
                  <a:lnTo>
                    <a:pt x="600686" y="442888"/>
                  </a:lnTo>
                  <a:lnTo>
                    <a:pt x="600908" y="443131"/>
                  </a:lnTo>
                  <a:lnTo>
                    <a:pt x="601164" y="443699"/>
                  </a:lnTo>
                  <a:lnTo>
                    <a:pt x="601507" y="443935"/>
                  </a:lnTo>
                  <a:lnTo>
                    <a:pt x="601802" y="444286"/>
                  </a:lnTo>
                  <a:lnTo>
                    <a:pt x="601798" y="445341"/>
                  </a:lnTo>
                  <a:lnTo>
                    <a:pt x="601734" y="445569"/>
                  </a:lnTo>
                  <a:lnTo>
                    <a:pt x="601683" y="446223"/>
                  </a:lnTo>
                  <a:lnTo>
                    <a:pt x="601757" y="446367"/>
                  </a:lnTo>
                  <a:lnTo>
                    <a:pt x="602033" y="446418"/>
                  </a:lnTo>
                  <a:lnTo>
                    <a:pt x="602288" y="446134"/>
                  </a:lnTo>
                  <a:lnTo>
                    <a:pt x="602753" y="446131"/>
                  </a:lnTo>
                  <a:lnTo>
                    <a:pt x="603214" y="445969"/>
                  </a:lnTo>
                  <a:lnTo>
                    <a:pt x="603207" y="446227"/>
                  </a:lnTo>
                  <a:lnTo>
                    <a:pt x="603379" y="446481"/>
                  </a:lnTo>
                  <a:lnTo>
                    <a:pt x="603546" y="446482"/>
                  </a:lnTo>
                  <a:lnTo>
                    <a:pt x="603628" y="446126"/>
                  </a:lnTo>
                  <a:lnTo>
                    <a:pt x="603512" y="445828"/>
                  </a:lnTo>
                  <a:lnTo>
                    <a:pt x="603680" y="445413"/>
                  </a:lnTo>
                  <a:lnTo>
                    <a:pt x="604120" y="445260"/>
                  </a:lnTo>
                  <a:lnTo>
                    <a:pt x="604359" y="445148"/>
                  </a:lnTo>
                  <a:lnTo>
                    <a:pt x="604655" y="445312"/>
                  </a:lnTo>
                  <a:lnTo>
                    <a:pt x="604975" y="445711"/>
                  </a:lnTo>
                  <a:lnTo>
                    <a:pt x="605059" y="445866"/>
                  </a:lnTo>
                  <a:lnTo>
                    <a:pt x="605085" y="446111"/>
                  </a:lnTo>
                  <a:lnTo>
                    <a:pt x="604926" y="446751"/>
                  </a:lnTo>
                  <a:lnTo>
                    <a:pt x="604438" y="446831"/>
                  </a:lnTo>
                  <a:lnTo>
                    <a:pt x="604148" y="447100"/>
                  </a:lnTo>
                  <a:lnTo>
                    <a:pt x="604362" y="447224"/>
                  </a:lnTo>
                  <a:lnTo>
                    <a:pt x="604625" y="447515"/>
                  </a:lnTo>
                  <a:lnTo>
                    <a:pt x="605307" y="448047"/>
                  </a:lnTo>
                  <a:lnTo>
                    <a:pt x="605748" y="448616"/>
                  </a:lnTo>
                  <a:lnTo>
                    <a:pt x="606341" y="449048"/>
                  </a:lnTo>
                  <a:lnTo>
                    <a:pt x="606914" y="448640"/>
                  </a:lnTo>
                  <a:lnTo>
                    <a:pt x="607175" y="448266"/>
                  </a:lnTo>
                  <a:lnTo>
                    <a:pt x="607325" y="448181"/>
                  </a:lnTo>
                  <a:lnTo>
                    <a:pt x="607678" y="448760"/>
                  </a:lnTo>
                  <a:lnTo>
                    <a:pt x="607608" y="449217"/>
                  </a:lnTo>
                  <a:lnTo>
                    <a:pt x="607927" y="449491"/>
                  </a:lnTo>
                  <a:lnTo>
                    <a:pt x="607994" y="449276"/>
                  </a:lnTo>
                  <a:lnTo>
                    <a:pt x="608490" y="449088"/>
                  </a:lnTo>
                  <a:lnTo>
                    <a:pt x="609286" y="449464"/>
                  </a:lnTo>
                  <a:lnTo>
                    <a:pt x="609396" y="449913"/>
                  </a:lnTo>
                  <a:lnTo>
                    <a:pt x="609434" y="450401"/>
                  </a:lnTo>
                  <a:lnTo>
                    <a:pt x="609750" y="450511"/>
                  </a:lnTo>
                  <a:lnTo>
                    <a:pt x="609910" y="450552"/>
                  </a:lnTo>
                  <a:lnTo>
                    <a:pt x="610227" y="450558"/>
                  </a:lnTo>
                  <a:lnTo>
                    <a:pt x="610655" y="450046"/>
                  </a:lnTo>
                  <a:lnTo>
                    <a:pt x="610835" y="449797"/>
                  </a:lnTo>
                  <a:lnTo>
                    <a:pt x="611136" y="449005"/>
                  </a:lnTo>
                  <a:lnTo>
                    <a:pt x="611028" y="448794"/>
                  </a:lnTo>
                  <a:lnTo>
                    <a:pt x="611101" y="448638"/>
                  </a:lnTo>
                  <a:lnTo>
                    <a:pt x="611339" y="448239"/>
                  </a:lnTo>
                  <a:lnTo>
                    <a:pt x="611779" y="447659"/>
                  </a:lnTo>
                  <a:lnTo>
                    <a:pt x="612082" y="447345"/>
                  </a:lnTo>
                  <a:lnTo>
                    <a:pt x="612677" y="447453"/>
                  </a:lnTo>
                  <a:lnTo>
                    <a:pt x="612494" y="447824"/>
                  </a:lnTo>
                  <a:lnTo>
                    <a:pt x="612080" y="448525"/>
                  </a:lnTo>
                  <a:lnTo>
                    <a:pt x="612043" y="448915"/>
                  </a:lnTo>
                  <a:lnTo>
                    <a:pt x="612225" y="449984"/>
                  </a:lnTo>
                  <a:lnTo>
                    <a:pt x="612716" y="450091"/>
                  </a:lnTo>
                  <a:lnTo>
                    <a:pt x="613578" y="450172"/>
                  </a:lnTo>
                  <a:lnTo>
                    <a:pt x="613814" y="450638"/>
                  </a:lnTo>
                  <a:lnTo>
                    <a:pt x="614210" y="451008"/>
                  </a:lnTo>
                  <a:lnTo>
                    <a:pt x="614161" y="450563"/>
                  </a:lnTo>
                  <a:lnTo>
                    <a:pt x="614227" y="450419"/>
                  </a:lnTo>
                  <a:lnTo>
                    <a:pt x="614854" y="450488"/>
                  </a:lnTo>
                  <a:lnTo>
                    <a:pt x="615237" y="450870"/>
                  </a:lnTo>
                  <a:lnTo>
                    <a:pt x="615474" y="450553"/>
                  </a:lnTo>
                  <a:lnTo>
                    <a:pt x="615555" y="450227"/>
                  </a:lnTo>
                  <a:lnTo>
                    <a:pt x="616527" y="450694"/>
                  </a:lnTo>
                  <a:lnTo>
                    <a:pt x="617582" y="450732"/>
                  </a:lnTo>
                  <a:lnTo>
                    <a:pt x="617903" y="451155"/>
                  </a:lnTo>
                  <a:lnTo>
                    <a:pt x="618123" y="452024"/>
                  </a:lnTo>
                  <a:lnTo>
                    <a:pt x="618718" y="452610"/>
                  </a:lnTo>
                  <a:lnTo>
                    <a:pt x="619268" y="453196"/>
                  </a:lnTo>
                  <a:lnTo>
                    <a:pt x="619738" y="454294"/>
                  </a:lnTo>
                  <a:lnTo>
                    <a:pt x="619771" y="454793"/>
                  </a:lnTo>
                  <a:lnTo>
                    <a:pt x="619552" y="455398"/>
                  </a:lnTo>
                  <a:lnTo>
                    <a:pt x="619575" y="455531"/>
                  </a:lnTo>
                  <a:lnTo>
                    <a:pt x="619776" y="455572"/>
                  </a:lnTo>
                  <a:lnTo>
                    <a:pt x="620567" y="455871"/>
                  </a:lnTo>
                  <a:lnTo>
                    <a:pt x="620967" y="456049"/>
                  </a:lnTo>
                  <a:lnTo>
                    <a:pt x="622374" y="456480"/>
                  </a:lnTo>
                  <a:lnTo>
                    <a:pt x="623371" y="456455"/>
                  </a:lnTo>
                  <a:lnTo>
                    <a:pt x="623693" y="455974"/>
                  </a:lnTo>
                  <a:lnTo>
                    <a:pt x="623688" y="454828"/>
                  </a:lnTo>
                  <a:lnTo>
                    <a:pt x="623844" y="454294"/>
                  </a:lnTo>
                  <a:lnTo>
                    <a:pt x="624055" y="454557"/>
                  </a:lnTo>
                  <a:lnTo>
                    <a:pt x="624251" y="454808"/>
                  </a:lnTo>
                  <a:lnTo>
                    <a:pt x="625180" y="455356"/>
                  </a:lnTo>
                  <a:lnTo>
                    <a:pt x="625871" y="456099"/>
                  </a:lnTo>
                  <a:lnTo>
                    <a:pt x="626091" y="456026"/>
                  </a:lnTo>
                  <a:lnTo>
                    <a:pt x="626296" y="455974"/>
                  </a:lnTo>
                  <a:lnTo>
                    <a:pt x="626720" y="456161"/>
                  </a:lnTo>
                  <a:lnTo>
                    <a:pt x="627351" y="456297"/>
                  </a:lnTo>
                  <a:lnTo>
                    <a:pt x="627513" y="456070"/>
                  </a:lnTo>
                  <a:lnTo>
                    <a:pt x="627995" y="456064"/>
                  </a:lnTo>
                  <a:lnTo>
                    <a:pt x="628380" y="456604"/>
                  </a:lnTo>
                  <a:lnTo>
                    <a:pt x="628527" y="456822"/>
                  </a:lnTo>
                  <a:lnTo>
                    <a:pt x="628715" y="457524"/>
                  </a:lnTo>
                  <a:lnTo>
                    <a:pt x="629146" y="458302"/>
                  </a:lnTo>
                  <a:lnTo>
                    <a:pt x="628840" y="459377"/>
                  </a:lnTo>
                  <a:lnTo>
                    <a:pt x="628898" y="461232"/>
                  </a:lnTo>
                  <a:lnTo>
                    <a:pt x="628852" y="461439"/>
                  </a:lnTo>
                  <a:lnTo>
                    <a:pt x="629044" y="462260"/>
                  </a:lnTo>
                  <a:lnTo>
                    <a:pt x="629381" y="463116"/>
                  </a:lnTo>
                  <a:lnTo>
                    <a:pt x="629144" y="463623"/>
                  </a:lnTo>
                  <a:lnTo>
                    <a:pt x="629187" y="464452"/>
                  </a:lnTo>
                  <a:lnTo>
                    <a:pt x="629445" y="465446"/>
                  </a:lnTo>
                  <a:lnTo>
                    <a:pt x="629545" y="465727"/>
                  </a:lnTo>
                  <a:lnTo>
                    <a:pt x="629825" y="466075"/>
                  </a:lnTo>
                  <a:lnTo>
                    <a:pt x="630457" y="466884"/>
                  </a:lnTo>
                  <a:lnTo>
                    <a:pt x="631141" y="467914"/>
                  </a:lnTo>
                  <a:lnTo>
                    <a:pt x="631534" y="468430"/>
                  </a:lnTo>
                  <a:lnTo>
                    <a:pt x="631641" y="468808"/>
                  </a:lnTo>
                  <a:lnTo>
                    <a:pt x="631500" y="469071"/>
                  </a:lnTo>
                  <a:lnTo>
                    <a:pt x="631258" y="469399"/>
                  </a:lnTo>
                  <a:lnTo>
                    <a:pt x="630986" y="469915"/>
                  </a:lnTo>
                  <a:lnTo>
                    <a:pt x="631329" y="470111"/>
                  </a:lnTo>
                  <a:lnTo>
                    <a:pt x="631434" y="470276"/>
                  </a:lnTo>
                  <a:lnTo>
                    <a:pt x="631140" y="470770"/>
                  </a:lnTo>
                  <a:lnTo>
                    <a:pt x="630894" y="471133"/>
                  </a:lnTo>
                  <a:lnTo>
                    <a:pt x="630452" y="471519"/>
                  </a:lnTo>
                  <a:lnTo>
                    <a:pt x="630325" y="472812"/>
                  </a:lnTo>
                  <a:lnTo>
                    <a:pt x="630350" y="473028"/>
                  </a:lnTo>
                  <a:lnTo>
                    <a:pt x="630534" y="473782"/>
                  </a:lnTo>
                  <a:lnTo>
                    <a:pt x="630594" y="473969"/>
                  </a:lnTo>
                  <a:lnTo>
                    <a:pt x="630575" y="474232"/>
                  </a:lnTo>
                  <a:lnTo>
                    <a:pt x="630466" y="474405"/>
                  </a:lnTo>
                  <a:lnTo>
                    <a:pt x="630266" y="474664"/>
                  </a:lnTo>
                  <a:lnTo>
                    <a:pt x="629919" y="475245"/>
                  </a:lnTo>
                  <a:lnTo>
                    <a:pt x="629637" y="475412"/>
                  </a:lnTo>
                  <a:lnTo>
                    <a:pt x="629519" y="476055"/>
                  </a:lnTo>
                  <a:lnTo>
                    <a:pt x="629551" y="476221"/>
                  </a:lnTo>
                  <a:lnTo>
                    <a:pt x="629564" y="476427"/>
                  </a:lnTo>
                  <a:lnTo>
                    <a:pt x="629541" y="476714"/>
                  </a:lnTo>
                  <a:lnTo>
                    <a:pt x="629526" y="476896"/>
                  </a:lnTo>
                  <a:lnTo>
                    <a:pt x="629360" y="477330"/>
                  </a:lnTo>
                  <a:lnTo>
                    <a:pt x="629225" y="477539"/>
                  </a:lnTo>
                  <a:lnTo>
                    <a:pt x="628531" y="477790"/>
                  </a:lnTo>
                  <a:lnTo>
                    <a:pt x="628303" y="477789"/>
                  </a:lnTo>
                  <a:lnTo>
                    <a:pt x="628142" y="477592"/>
                  </a:lnTo>
                  <a:lnTo>
                    <a:pt x="627931" y="477536"/>
                  </a:lnTo>
                  <a:lnTo>
                    <a:pt x="627601" y="477583"/>
                  </a:lnTo>
                  <a:lnTo>
                    <a:pt x="627437" y="477668"/>
                  </a:lnTo>
                  <a:lnTo>
                    <a:pt x="627011" y="477424"/>
                  </a:lnTo>
                  <a:lnTo>
                    <a:pt x="626416" y="477664"/>
                  </a:lnTo>
                  <a:lnTo>
                    <a:pt x="626215" y="477710"/>
                  </a:lnTo>
                  <a:lnTo>
                    <a:pt x="626067" y="477747"/>
                  </a:lnTo>
                  <a:lnTo>
                    <a:pt x="625776" y="478042"/>
                  </a:lnTo>
                  <a:lnTo>
                    <a:pt x="625879" y="478378"/>
                  </a:lnTo>
                  <a:lnTo>
                    <a:pt x="625822" y="478633"/>
                  </a:lnTo>
                  <a:lnTo>
                    <a:pt x="625663" y="478688"/>
                  </a:lnTo>
                  <a:lnTo>
                    <a:pt x="624836" y="479061"/>
                  </a:lnTo>
                  <a:lnTo>
                    <a:pt x="624627" y="479058"/>
                  </a:lnTo>
                  <a:lnTo>
                    <a:pt x="624246" y="479190"/>
                  </a:lnTo>
                  <a:lnTo>
                    <a:pt x="623972" y="479497"/>
                  </a:lnTo>
                  <a:lnTo>
                    <a:pt x="623829" y="479658"/>
                  </a:lnTo>
                  <a:lnTo>
                    <a:pt x="623737" y="479874"/>
                  </a:lnTo>
                  <a:lnTo>
                    <a:pt x="623439" y="480098"/>
                  </a:lnTo>
                  <a:lnTo>
                    <a:pt x="623303" y="480462"/>
                  </a:lnTo>
                  <a:lnTo>
                    <a:pt x="623660" y="480916"/>
                  </a:lnTo>
                  <a:lnTo>
                    <a:pt x="623639" y="481219"/>
                  </a:lnTo>
                  <a:lnTo>
                    <a:pt x="623642" y="481537"/>
                  </a:lnTo>
                  <a:lnTo>
                    <a:pt x="623943" y="481725"/>
                  </a:lnTo>
                  <a:lnTo>
                    <a:pt x="624128" y="481905"/>
                  </a:lnTo>
                  <a:lnTo>
                    <a:pt x="624310" y="482302"/>
                  </a:lnTo>
                  <a:lnTo>
                    <a:pt x="624448" y="482861"/>
                  </a:lnTo>
                  <a:lnTo>
                    <a:pt x="624444" y="483699"/>
                  </a:lnTo>
                  <a:lnTo>
                    <a:pt x="624399" y="484005"/>
                  </a:lnTo>
                  <a:lnTo>
                    <a:pt x="624509" y="484220"/>
                  </a:lnTo>
                  <a:lnTo>
                    <a:pt x="624532" y="484393"/>
                  </a:lnTo>
                  <a:lnTo>
                    <a:pt x="624548" y="484540"/>
                  </a:lnTo>
                  <a:lnTo>
                    <a:pt x="624235" y="485054"/>
                  </a:lnTo>
                  <a:lnTo>
                    <a:pt x="624253" y="485349"/>
                  </a:lnTo>
                  <a:lnTo>
                    <a:pt x="624620" y="485984"/>
                  </a:lnTo>
                  <a:lnTo>
                    <a:pt x="624629" y="486271"/>
                  </a:lnTo>
                  <a:lnTo>
                    <a:pt x="624601" y="486675"/>
                  </a:lnTo>
                  <a:lnTo>
                    <a:pt x="624376" y="487095"/>
                  </a:lnTo>
                  <a:lnTo>
                    <a:pt x="624064" y="487146"/>
                  </a:lnTo>
                  <a:lnTo>
                    <a:pt x="624007" y="487437"/>
                  </a:lnTo>
                  <a:lnTo>
                    <a:pt x="624324" y="487927"/>
                  </a:lnTo>
                  <a:lnTo>
                    <a:pt x="624083" y="488256"/>
                  </a:lnTo>
                  <a:lnTo>
                    <a:pt x="624101" y="488498"/>
                  </a:lnTo>
                  <a:lnTo>
                    <a:pt x="624256" y="488649"/>
                  </a:lnTo>
                  <a:lnTo>
                    <a:pt x="624513" y="488805"/>
                  </a:lnTo>
                  <a:lnTo>
                    <a:pt x="624586" y="489121"/>
                  </a:lnTo>
                  <a:lnTo>
                    <a:pt x="624473" y="489399"/>
                  </a:lnTo>
                  <a:lnTo>
                    <a:pt x="624403" y="489547"/>
                  </a:lnTo>
                  <a:lnTo>
                    <a:pt x="624244" y="489929"/>
                  </a:lnTo>
                  <a:lnTo>
                    <a:pt x="624455" y="490646"/>
                  </a:lnTo>
                  <a:lnTo>
                    <a:pt x="624501" y="490824"/>
                  </a:lnTo>
                  <a:lnTo>
                    <a:pt x="624561" y="491007"/>
                  </a:lnTo>
                  <a:lnTo>
                    <a:pt x="624641" y="491250"/>
                  </a:lnTo>
                  <a:lnTo>
                    <a:pt x="624732" y="491530"/>
                  </a:lnTo>
                  <a:lnTo>
                    <a:pt x="624893" y="492066"/>
                  </a:lnTo>
                  <a:lnTo>
                    <a:pt x="624954" y="492240"/>
                  </a:lnTo>
                  <a:lnTo>
                    <a:pt x="625222" y="492599"/>
                  </a:lnTo>
                  <a:lnTo>
                    <a:pt x="625803" y="492595"/>
                  </a:lnTo>
                  <a:lnTo>
                    <a:pt x="625967" y="492871"/>
                  </a:lnTo>
                  <a:lnTo>
                    <a:pt x="625985" y="493054"/>
                  </a:lnTo>
                  <a:lnTo>
                    <a:pt x="626193" y="493281"/>
                  </a:lnTo>
                  <a:lnTo>
                    <a:pt x="626388" y="493323"/>
                  </a:lnTo>
                  <a:lnTo>
                    <a:pt x="626750" y="493528"/>
                  </a:lnTo>
                  <a:lnTo>
                    <a:pt x="627031" y="493830"/>
                  </a:lnTo>
                  <a:lnTo>
                    <a:pt x="627160" y="493969"/>
                  </a:lnTo>
                  <a:lnTo>
                    <a:pt x="627350" y="494065"/>
                  </a:lnTo>
                  <a:lnTo>
                    <a:pt x="627510" y="494161"/>
                  </a:lnTo>
                  <a:lnTo>
                    <a:pt x="627661" y="494251"/>
                  </a:lnTo>
                  <a:lnTo>
                    <a:pt x="627866" y="494427"/>
                  </a:lnTo>
                  <a:lnTo>
                    <a:pt x="628006" y="494861"/>
                  </a:lnTo>
                  <a:lnTo>
                    <a:pt x="628196" y="495560"/>
                  </a:lnTo>
                  <a:lnTo>
                    <a:pt x="627552" y="496226"/>
                  </a:lnTo>
                  <a:lnTo>
                    <a:pt x="627470" y="496692"/>
                  </a:lnTo>
                  <a:lnTo>
                    <a:pt x="627439" y="496900"/>
                  </a:lnTo>
                  <a:lnTo>
                    <a:pt x="627500" y="497161"/>
                  </a:lnTo>
                  <a:lnTo>
                    <a:pt x="628007" y="497793"/>
                  </a:lnTo>
                  <a:lnTo>
                    <a:pt x="628023" y="498115"/>
                  </a:lnTo>
                  <a:lnTo>
                    <a:pt x="627908" y="498479"/>
                  </a:lnTo>
                  <a:lnTo>
                    <a:pt x="628361" y="499461"/>
                  </a:lnTo>
                  <a:lnTo>
                    <a:pt x="628320" y="500304"/>
                  </a:lnTo>
                  <a:lnTo>
                    <a:pt x="628498" y="500566"/>
                  </a:lnTo>
                  <a:lnTo>
                    <a:pt x="628612" y="500736"/>
                  </a:lnTo>
                  <a:lnTo>
                    <a:pt x="628748" y="501119"/>
                  </a:lnTo>
                  <a:lnTo>
                    <a:pt x="628621" y="501452"/>
                  </a:lnTo>
                  <a:lnTo>
                    <a:pt x="627965" y="502048"/>
                  </a:lnTo>
                  <a:lnTo>
                    <a:pt x="627728" y="503500"/>
                  </a:lnTo>
                  <a:lnTo>
                    <a:pt x="627683" y="504004"/>
                  </a:lnTo>
                  <a:lnTo>
                    <a:pt x="627652" y="504194"/>
                  </a:lnTo>
                  <a:lnTo>
                    <a:pt x="628047" y="504276"/>
                  </a:lnTo>
                  <a:lnTo>
                    <a:pt x="627444" y="505258"/>
                  </a:lnTo>
                  <a:lnTo>
                    <a:pt x="627283" y="505307"/>
                  </a:lnTo>
                  <a:lnTo>
                    <a:pt x="627087" y="505368"/>
                  </a:lnTo>
                  <a:lnTo>
                    <a:pt x="626732" y="505457"/>
                  </a:lnTo>
                  <a:lnTo>
                    <a:pt x="626685" y="505604"/>
                  </a:lnTo>
                  <a:lnTo>
                    <a:pt x="626476" y="506103"/>
                  </a:lnTo>
                  <a:lnTo>
                    <a:pt x="625923" y="506092"/>
                  </a:lnTo>
                  <a:lnTo>
                    <a:pt x="625663" y="505941"/>
                  </a:lnTo>
                  <a:lnTo>
                    <a:pt x="625279" y="505694"/>
                  </a:lnTo>
                  <a:lnTo>
                    <a:pt x="624986" y="505473"/>
                  </a:lnTo>
                  <a:lnTo>
                    <a:pt x="624496" y="506011"/>
                  </a:lnTo>
                  <a:lnTo>
                    <a:pt x="624408" y="506138"/>
                  </a:lnTo>
                  <a:lnTo>
                    <a:pt x="624134" y="506321"/>
                  </a:lnTo>
                  <a:lnTo>
                    <a:pt x="623286" y="506496"/>
                  </a:lnTo>
                  <a:lnTo>
                    <a:pt x="622577" y="506734"/>
                  </a:lnTo>
                  <a:lnTo>
                    <a:pt x="622448" y="506735"/>
                  </a:lnTo>
                  <a:lnTo>
                    <a:pt x="622284" y="506735"/>
                  </a:lnTo>
                  <a:lnTo>
                    <a:pt x="622001" y="506762"/>
                  </a:lnTo>
                  <a:lnTo>
                    <a:pt x="621693" y="506851"/>
                  </a:lnTo>
                  <a:lnTo>
                    <a:pt x="621330" y="506901"/>
                  </a:lnTo>
                  <a:lnTo>
                    <a:pt x="621108" y="506849"/>
                  </a:lnTo>
                  <a:lnTo>
                    <a:pt x="620883" y="506786"/>
                  </a:lnTo>
                  <a:lnTo>
                    <a:pt x="620626" y="506739"/>
                  </a:lnTo>
                  <a:lnTo>
                    <a:pt x="620155" y="506819"/>
                  </a:lnTo>
                  <a:lnTo>
                    <a:pt x="619877" y="506774"/>
                  </a:lnTo>
                  <a:lnTo>
                    <a:pt x="619348" y="506401"/>
                  </a:lnTo>
                  <a:lnTo>
                    <a:pt x="619116" y="506314"/>
                  </a:lnTo>
                  <a:lnTo>
                    <a:pt x="618568" y="506253"/>
                  </a:lnTo>
                  <a:lnTo>
                    <a:pt x="618300" y="506382"/>
                  </a:lnTo>
                  <a:lnTo>
                    <a:pt x="618281" y="506515"/>
                  </a:lnTo>
                  <a:lnTo>
                    <a:pt x="618151" y="506697"/>
                  </a:lnTo>
                  <a:lnTo>
                    <a:pt x="617965" y="506622"/>
                  </a:lnTo>
                  <a:lnTo>
                    <a:pt x="617866" y="506110"/>
                  </a:lnTo>
                  <a:lnTo>
                    <a:pt x="617665" y="505780"/>
                  </a:lnTo>
                  <a:lnTo>
                    <a:pt x="617422" y="505658"/>
                  </a:lnTo>
                  <a:lnTo>
                    <a:pt x="617101" y="505751"/>
                  </a:lnTo>
                  <a:lnTo>
                    <a:pt x="616929" y="506053"/>
                  </a:lnTo>
                  <a:lnTo>
                    <a:pt x="616850" y="506236"/>
                  </a:lnTo>
                  <a:lnTo>
                    <a:pt x="616621" y="506316"/>
                  </a:lnTo>
                  <a:lnTo>
                    <a:pt x="616101" y="506151"/>
                  </a:lnTo>
                  <a:lnTo>
                    <a:pt x="615866" y="505957"/>
                  </a:lnTo>
                  <a:lnTo>
                    <a:pt x="615895" y="506159"/>
                  </a:lnTo>
                  <a:lnTo>
                    <a:pt x="615955" y="506402"/>
                  </a:lnTo>
                  <a:lnTo>
                    <a:pt x="616033" y="506634"/>
                  </a:lnTo>
                  <a:lnTo>
                    <a:pt x="615845" y="506833"/>
                  </a:lnTo>
                  <a:lnTo>
                    <a:pt x="615569" y="507115"/>
                  </a:lnTo>
                  <a:lnTo>
                    <a:pt x="614860" y="507322"/>
                  </a:lnTo>
                  <a:lnTo>
                    <a:pt x="614371" y="507026"/>
                  </a:lnTo>
                  <a:lnTo>
                    <a:pt x="614181" y="507065"/>
                  </a:lnTo>
                  <a:lnTo>
                    <a:pt x="613965" y="507466"/>
                  </a:lnTo>
                  <a:lnTo>
                    <a:pt x="613976" y="507643"/>
                  </a:lnTo>
                  <a:lnTo>
                    <a:pt x="613728" y="507698"/>
                  </a:lnTo>
                  <a:lnTo>
                    <a:pt x="613678" y="507558"/>
                  </a:lnTo>
                  <a:lnTo>
                    <a:pt x="613539" y="507496"/>
                  </a:lnTo>
                  <a:lnTo>
                    <a:pt x="613387" y="507434"/>
                  </a:lnTo>
                  <a:lnTo>
                    <a:pt x="612901" y="506769"/>
                  </a:lnTo>
                  <a:lnTo>
                    <a:pt x="613057" y="506463"/>
                  </a:lnTo>
                  <a:lnTo>
                    <a:pt x="612764" y="506168"/>
                  </a:lnTo>
                  <a:lnTo>
                    <a:pt x="612688" y="505906"/>
                  </a:lnTo>
                  <a:lnTo>
                    <a:pt x="612681" y="505734"/>
                  </a:lnTo>
                  <a:lnTo>
                    <a:pt x="612491" y="505781"/>
                  </a:lnTo>
                  <a:lnTo>
                    <a:pt x="612219" y="505843"/>
                  </a:lnTo>
                  <a:lnTo>
                    <a:pt x="611973" y="505704"/>
                  </a:lnTo>
                  <a:lnTo>
                    <a:pt x="611844" y="505689"/>
                  </a:lnTo>
                  <a:lnTo>
                    <a:pt x="611542" y="505655"/>
                  </a:lnTo>
                  <a:lnTo>
                    <a:pt x="611372" y="505701"/>
                  </a:lnTo>
                  <a:lnTo>
                    <a:pt x="611194" y="505709"/>
                  </a:lnTo>
                  <a:lnTo>
                    <a:pt x="610926" y="505698"/>
                  </a:lnTo>
                  <a:lnTo>
                    <a:pt x="610703" y="505463"/>
                  </a:lnTo>
                  <a:lnTo>
                    <a:pt x="610021" y="506061"/>
                  </a:lnTo>
                  <a:lnTo>
                    <a:pt x="609792" y="506408"/>
                  </a:lnTo>
                  <a:lnTo>
                    <a:pt x="609467" y="506099"/>
                  </a:lnTo>
                  <a:lnTo>
                    <a:pt x="609121" y="506364"/>
                  </a:lnTo>
                  <a:lnTo>
                    <a:pt x="608640" y="506487"/>
                  </a:lnTo>
                  <a:lnTo>
                    <a:pt x="608384" y="506599"/>
                  </a:lnTo>
                  <a:lnTo>
                    <a:pt x="608225" y="506657"/>
                  </a:lnTo>
                  <a:lnTo>
                    <a:pt x="608066" y="506704"/>
                  </a:lnTo>
                  <a:lnTo>
                    <a:pt x="607741" y="506670"/>
                  </a:lnTo>
                  <a:lnTo>
                    <a:pt x="607610" y="506875"/>
                  </a:lnTo>
                  <a:lnTo>
                    <a:pt x="607274" y="506852"/>
                  </a:lnTo>
                  <a:lnTo>
                    <a:pt x="607053" y="507190"/>
                  </a:lnTo>
                  <a:lnTo>
                    <a:pt x="606678" y="507386"/>
                  </a:lnTo>
                  <a:lnTo>
                    <a:pt x="606430" y="507479"/>
                  </a:lnTo>
                  <a:lnTo>
                    <a:pt x="606094" y="507621"/>
                  </a:lnTo>
                  <a:lnTo>
                    <a:pt x="605822" y="507735"/>
                  </a:lnTo>
                  <a:lnTo>
                    <a:pt x="605575" y="507787"/>
                  </a:lnTo>
                  <a:lnTo>
                    <a:pt x="605446" y="507815"/>
                  </a:lnTo>
                  <a:lnTo>
                    <a:pt x="605290" y="507848"/>
                  </a:lnTo>
                  <a:lnTo>
                    <a:pt x="605034" y="507897"/>
                  </a:lnTo>
                  <a:lnTo>
                    <a:pt x="604807" y="507922"/>
                  </a:lnTo>
                  <a:lnTo>
                    <a:pt x="604608" y="507942"/>
                  </a:lnTo>
                  <a:lnTo>
                    <a:pt x="604216" y="507998"/>
                  </a:lnTo>
                  <a:lnTo>
                    <a:pt x="603971" y="508100"/>
                  </a:lnTo>
                  <a:lnTo>
                    <a:pt x="603819" y="508137"/>
                  </a:lnTo>
                  <a:lnTo>
                    <a:pt x="603384" y="508151"/>
                  </a:lnTo>
                  <a:lnTo>
                    <a:pt x="603122" y="508160"/>
                  </a:lnTo>
                  <a:lnTo>
                    <a:pt x="602841" y="508256"/>
                  </a:lnTo>
                  <a:lnTo>
                    <a:pt x="602710" y="508198"/>
                  </a:lnTo>
                  <a:lnTo>
                    <a:pt x="602443" y="508074"/>
                  </a:lnTo>
                  <a:lnTo>
                    <a:pt x="602288" y="507955"/>
                  </a:lnTo>
                  <a:lnTo>
                    <a:pt x="602384" y="507792"/>
                  </a:lnTo>
                  <a:lnTo>
                    <a:pt x="602519" y="507552"/>
                  </a:lnTo>
                  <a:lnTo>
                    <a:pt x="602455" y="507137"/>
                  </a:lnTo>
                  <a:lnTo>
                    <a:pt x="602265" y="507116"/>
                  </a:lnTo>
                  <a:lnTo>
                    <a:pt x="601915" y="507131"/>
                  </a:lnTo>
                  <a:lnTo>
                    <a:pt x="601582" y="507124"/>
                  </a:lnTo>
                  <a:lnTo>
                    <a:pt x="601633" y="507592"/>
                  </a:lnTo>
                  <a:lnTo>
                    <a:pt x="600982" y="507749"/>
                  </a:lnTo>
                  <a:lnTo>
                    <a:pt x="600690" y="507639"/>
                  </a:lnTo>
                  <a:lnTo>
                    <a:pt x="600575" y="507460"/>
                  </a:lnTo>
                  <a:lnTo>
                    <a:pt x="600166" y="507421"/>
                  </a:lnTo>
                  <a:lnTo>
                    <a:pt x="599245" y="507516"/>
                  </a:lnTo>
                  <a:lnTo>
                    <a:pt x="598738" y="507297"/>
                  </a:lnTo>
                  <a:lnTo>
                    <a:pt x="598569" y="507215"/>
                  </a:lnTo>
                  <a:lnTo>
                    <a:pt x="598232" y="506968"/>
                  </a:lnTo>
                  <a:lnTo>
                    <a:pt x="598046" y="506752"/>
                  </a:lnTo>
                  <a:lnTo>
                    <a:pt x="597629" y="506940"/>
                  </a:lnTo>
                  <a:lnTo>
                    <a:pt x="596341" y="506413"/>
                  </a:lnTo>
                  <a:lnTo>
                    <a:pt x="595832" y="505876"/>
                  </a:lnTo>
                  <a:lnTo>
                    <a:pt x="595541" y="505829"/>
                  </a:lnTo>
                  <a:lnTo>
                    <a:pt x="595370" y="505609"/>
                  </a:lnTo>
                  <a:lnTo>
                    <a:pt x="594915" y="505595"/>
                  </a:lnTo>
                  <a:lnTo>
                    <a:pt x="594309" y="505251"/>
                  </a:lnTo>
                  <a:lnTo>
                    <a:pt x="593989" y="505260"/>
                  </a:lnTo>
                  <a:lnTo>
                    <a:pt x="593640" y="505437"/>
                  </a:lnTo>
                  <a:lnTo>
                    <a:pt x="593447" y="505526"/>
                  </a:lnTo>
                  <a:lnTo>
                    <a:pt x="593079" y="505564"/>
                  </a:lnTo>
                  <a:lnTo>
                    <a:pt x="593001" y="506060"/>
                  </a:lnTo>
                  <a:lnTo>
                    <a:pt x="593359" y="505706"/>
                  </a:lnTo>
                  <a:lnTo>
                    <a:pt x="593659" y="505692"/>
                  </a:lnTo>
                  <a:lnTo>
                    <a:pt x="594051" y="506163"/>
                  </a:lnTo>
                  <a:lnTo>
                    <a:pt x="593981" y="506402"/>
                  </a:lnTo>
                  <a:lnTo>
                    <a:pt x="594145" y="506879"/>
                  </a:lnTo>
                  <a:lnTo>
                    <a:pt x="593906" y="507128"/>
                  </a:lnTo>
                  <a:lnTo>
                    <a:pt x="593717" y="507158"/>
                  </a:lnTo>
                  <a:lnTo>
                    <a:pt x="593649" y="506966"/>
                  </a:lnTo>
                  <a:lnTo>
                    <a:pt x="593337" y="507012"/>
                  </a:lnTo>
                  <a:lnTo>
                    <a:pt x="593197" y="507310"/>
                  </a:lnTo>
                  <a:lnTo>
                    <a:pt x="593702" y="507286"/>
                  </a:lnTo>
                  <a:lnTo>
                    <a:pt x="593226" y="507524"/>
                  </a:lnTo>
                  <a:lnTo>
                    <a:pt x="593048" y="507434"/>
                  </a:lnTo>
                  <a:lnTo>
                    <a:pt x="592943" y="507635"/>
                  </a:lnTo>
                  <a:lnTo>
                    <a:pt x="593102" y="507808"/>
                  </a:lnTo>
                  <a:lnTo>
                    <a:pt x="593429" y="508006"/>
                  </a:lnTo>
                  <a:lnTo>
                    <a:pt x="593265" y="508204"/>
                  </a:lnTo>
                  <a:lnTo>
                    <a:pt x="592916" y="508189"/>
                  </a:lnTo>
                  <a:lnTo>
                    <a:pt x="592702" y="507733"/>
                  </a:lnTo>
                  <a:lnTo>
                    <a:pt x="592324" y="507857"/>
                  </a:lnTo>
                  <a:lnTo>
                    <a:pt x="591964" y="507798"/>
                  </a:lnTo>
                  <a:lnTo>
                    <a:pt x="591652" y="507746"/>
                  </a:lnTo>
                  <a:lnTo>
                    <a:pt x="591423" y="507637"/>
                  </a:lnTo>
                  <a:lnTo>
                    <a:pt x="590916" y="507827"/>
                  </a:lnTo>
                  <a:lnTo>
                    <a:pt x="590799" y="508306"/>
                  </a:lnTo>
                  <a:lnTo>
                    <a:pt x="591036" y="508559"/>
                  </a:lnTo>
                  <a:lnTo>
                    <a:pt x="591072" y="508877"/>
                  </a:lnTo>
                  <a:lnTo>
                    <a:pt x="591183" y="509053"/>
                  </a:lnTo>
                  <a:lnTo>
                    <a:pt x="591376" y="509438"/>
                  </a:lnTo>
                  <a:lnTo>
                    <a:pt x="591519" y="509382"/>
                  </a:lnTo>
                  <a:lnTo>
                    <a:pt x="591727" y="509293"/>
                  </a:lnTo>
                  <a:lnTo>
                    <a:pt x="592117" y="509547"/>
                  </a:lnTo>
                  <a:lnTo>
                    <a:pt x="592212" y="510286"/>
                  </a:lnTo>
                  <a:lnTo>
                    <a:pt x="592353" y="510346"/>
                  </a:lnTo>
                  <a:lnTo>
                    <a:pt x="592761" y="510545"/>
                  </a:lnTo>
                  <a:lnTo>
                    <a:pt x="592925" y="510729"/>
                  </a:lnTo>
                  <a:lnTo>
                    <a:pt x="593067" y="511280"/>
                  </a:lnTo>
                  <a:lnTo>
                    <a:pt x="593044" y="511912"/>
                  </a:lnTo>
                  <a:lnTo>
                    <a:pt x="593188" y="512205"/>
                  </a:lnTo>
                  <a:lnTo>
                    <a:pt x="593347" y="512267"/>
                  </a:lnTo>
                  <a:lnTo>
                    <a:pt x="593526" y="512585"/>
                  </a:lnTo>
                  <a:lnTo>
                    <a:pt x="593642" y="513325"/>
                  </a:lnTo>
                  <a:lnTo>
                    <a:pt x="593565" y="513602"/>
                  </a:lnTo>
                  <a:lnTo>
                    <a:pt x="593384" y="513663"/>
                  </a:lnTo>
                  <a:lnTo>
                    <a:pt x="593416" y="513943"/>
                  </a:lnTo>
                  <a:lnTo>
                    <a:pt x="593738" y="514111"/>
                  </a:lnTo>
                  <a:lnTo>
                    <a:pt x="593866" y="514214"/>
                  </a:lnTo>
                  <a:lnTo>
                    <a:pt x="594100" y="514405"/>
                  </a:lnTo>
                  <a:lnTo>
                    <a:pt x="594570" y="514666"/>
                  </a:lnTo>
                  <a:lnTo>
                    <a:pt x="595087" y="515087"/>
                  </a:lnTo>
                  <a:lnTo>
                    <a:pt x="594929" y="515319"/>
                  </a:lnTo>
                  <a:lnTo>
                    <a:pt x="594737" y="515478"/>
                  </a:lnTo>
                  <a:lnTo>
                    <a:pt x="594783" y="515609"/>
                  </a:lnTo>
                  <a:lnTo>
                    <a:pt x="595122" y="515923"/>
                  </a:lnTo>
                  <a:lnTo>
                    <a:pt x="595314" y="516082"/>
                  </a:lnTo>
                  <a:lnTo>
                    <a:pt x="595429" y="516263"/>
                  </a:lnTo>
                  <a:lnTo>
                    <a:pt x="595621" y="516425"/>
                  </a:lnTo>
                  <a:lnTo>
                    <a:pt x="595799" y="516531"/>
                  </a:lnTo>
                  <a:lnTo>
                    <a:pt x="595886" y="516692"/>
                  </a:lnTo>
                  <a:lnTo>
                    <a:pt x="595997" y="516853"/>
                  </a:lnTo>
                  <a:lnTo>
                    <a:pt x="596340" y="517329"/>
                  </a:lnTo>
                  <a:lnTo>
                    <a:pt x="596912" y="517758"/>
                  </a:lnTo>
                  <a:lnTo>
                    <a:pt x="597262" y="517776"/>
                  </a:lnTo>
                  <a:lnTo>
                    <a:pt x="597656" y="517795"/>
                  </a:lnTo>
                  <a:lnTo>
                    <a:pt x="597927" y="517745"/>
                  </a:lnTo>
                  <a:lnTo>
                    <a:pt x="598212" y="517841"/>
                  </a:lnTo>
                  <a:lnTo>
                    <a:pt x="597966" y="518247"/>
                  </a:lnTo>
                  <a:lnTo>
                    <a:pt x="598836" y="519046"/>
                  </a:lnTo>
                  <a:lnTo>
                    <a:pt x="598614" y="519438"/>
                  </a:lnTo>
                  <a:lnTo>
                    <a:pt x="598259" y="519677"/>
                  </a:lnTo>
                  <a:lnTo>
                    <a:pt x="598004" y="519740"/>
                  </a:lnTo>
                  <a:lnTo>
                    <a:pt x="597858" y="519775"/>
                  </a:lnTo>
                  <a:lnTo>
                    <a:pt x="597295" y="519870"/>
                  </a:lnTo>
                  <a:lnTo>
                    <a:pt x="597094" y="519946"/>
                  </a:lnTo>
                  <a:lnTo>
                    <a:pt x="596860" y="519963"/>
                  </a:lnTo>
                  <a:lnTo>
                    <a:pt x="596628" y="520019"/>
                  </a:lnTo>
                  <a:lnTo>
                    <a:pt x="596448" y="520420"/>
                  </a:lnTo>
                  <a:lnTo>
                    <a:pt x="596334" y="520549"/>
                  </a:lnTo>
                  <a:lnTo>
                    <a:pt x="595951" y="520680"/>
                  </a:lnTo>
                  <a:lnTo>
                    <a:pt x="595691" y="520675"/>
                  </a:lnTo>
                  <a:lnTo>
                    <a:pt x="595249" y="520462"/>
                  </a:lnTo>
                  <a:lnTo>
                    <a:pt x="594799" y="520505"/>
                  </a:lnTo>
                  <a:lnTo>
                    <a:pt x="594045" y="520859"/>
                  </a:lnTo>
                  <a:lnTo>
                    <a:pt x="593310" y="520986"/>
                  </a:lnTo>
                  <a:lnTo>
                    <a:pt x="593168" y="520964"/>
                  </a:lnTo>
                  <a:lnTo>
                    <a:pt x="593165" y="520701"/>
                  </a:lnTo>
                  <a:lnTo>
                    <a:pt x="592963" y="520499"/>
                  </a:lnTo>
                  <a:lnTo>
                    <a:pt x="592783" y="520883"/>
                  </a:lnTo>
                  <a:lnTo>
                    <a:pt x="592690" y="521032"/>
                  </a:lnTo>
                  <a:lnTo>
                    <a:pt x="592433" y="520972"/>
                  </a:lnTo>
                  <a:lnTo>
                    <a:pt x="592192" y="520971"/>
                  </a:lnTo>
                  <a:lnTo>
                    <a:pt x="592049" y="520980"/>
                  </a:lnTo>
                  <a:lnTo>
                    <a:pt x="591835" y="520993"/>
                  </a:lnTo>
                  <a:lnTo>
                    <a:pt x="591567" y="521009"/>
                  </a:lnTo>
                  <a:lnTo>
                    <a:pt x="591302" y="521122"/>
                  </a:lnTo>
                  <a:lnTo>
                    <a:pt x="591047" y="521231"/>
                  </a:lnTo>
                  <a:lnTo>
                    <a:pt x="590859" y="521314"/>
                  </a:lnTo>
                  <a:lnTo>
                    <a:pt x="590904" y="521629"/>
                  </a:lnTo>
                  <a:lnTo>
                    <a:pt x="590179" y="522149"/>
                  </a:lnTo>
                  <a:lnTo>
                    <a:pt x="590191" y="522421"/>
                  </a:lnTo>
                  <a:lnTo>
                    <a:pt x="589855" y="522329"/>
                  </a:lnTo>
                  <a:lnTo>
                    <a:pt x="589728" y="522189"/>
                  </a:lnTo>
                  <a:lnTo>
                    <a:pt x="589795" y="521994"/>
                  </a:lnTo>
                  <a:lnTo>
                    <a:pt x="589854" y="521745"/>
                  </a:lnTo>
                  <a:lnTo>
                    <a:pt x="589932" y="521218"/>
                  </a:lnTo>
                  <a:lnTo>
                    <a:pt x="589983" y="520989"/>
                  </a:lnTo>
                  <a:lnTo>
                    <a:pt x="589807" y="520510"/>
                  </a:lnTo>
                  <a:lnTo>
                    <a:pt x="589667" y="520418"/>
                  </a:lnTo>
                  <a:lnTo>
                    <a:pt x="589096" y="520267"/>
                  </a:lnTo>
                  <a:lnTo>
                    <a:pt x="588942" y="520333"/>
                  </a:lnTo>
                  <a:lnTo>
                    <a:pt x="588715" y="520779"/>
                  </a:lnTo>
                  <a:lnTo>
                    <a:pt x="588430" y="520907"/>
                  </a:lnTo>
                  <a:lnTo>
                    <a:pt x="588205" y="520504"/>
                  </a:lnTo>
                  <a:lnTo>
                    <a:pt x="587647" y="520253"/>
                  </a:lnTo>
                  <a:lnTo>
                    <a:pt x="587244" y="520500"/>
                  </a:lnTo>
                  <a:lnTo>
                    <a:pt x="586920" y="520904"/>
                  </a:lnTo>
                  <a:lnTo>
                    <a:pt x="586741" y="521386"/>
                  </a:lnTo>
                  <a:lnTo>
                    <a:pt x="586165" y="521879"/>
                  </a:lnTo>
                  <a:lnTo>
                    <a:pt x="585955" y="521894"/>
                  </a:lnTo>
                  <a:lnTo>
                    <a:pt x="585857" y="522045"/>
                  </a:lnTo>
                  <a:lnTo>
                    <a:pt x="585818" y="522665"/>
                  </a:lnTo>
                  <a:lnTo>
                    <a:pt x="585419" y="522664"/>
                  </a:lnTo>
                  <a:lnTo>
                    <a:pt x="585211" y="522664"/>
                  </a:lnTo>
                  <a:lnTo>
                    <a:pt x="584487" y="522636"/>
                  </a:lnTo>
                  <a:lnTo>
                    <a:pt x="584186" y="522363"/>
                  </a:lnTo>
                  <a:lnTo>
                    <a:pt x="583959" y="522226"/>
                  </a:lnTo>
                  <a:lnTo>
                    <a:pt x="583883" y="522480"/>
                  </a:lnTo>
                  <a:lnTo>
                    <a:pt x="583659" y="522633"/>
                  </a:lnTo>
                  <a:lnTo>
                    <a:pt x="583283" y="522544"/>
                  </a:lnTo>
                  <a:lnTo>
                    <a:pt x="583000" y="522572"/>
                  </a:lnTo>
                  <a:lnTo>
                    <a:pt x="582685" y="522470"/>
                  </a:lnTo>
                  <a:lnTo>
                    <a:pt x="582258" y="522333"/>
                  </a:lnTo>
                  <a:lnTo>
                    <a:pt x="582062" y="522164"/>
                  </a:lnTo>
                  <a:lnTo>
                    <a:pt x="581927" y="522046"/>
                  </a:lnTo>
                  <a:lnTo>
                    <a:pt x="581792" y="521898"/>
                  </a:lnTo>
                  <a:lnTo>
                    <a:pt x="581530" y="521704"/>
                  </a:lnTo>
                  <a:lnTo>
                    <a:pt x="581247" y="521746"/>
                  </a:lnTo>
                  <a:lnTo>
                    <a:pt x="580621" y="521683"/>
                  </a:lnTo>
                  <a:lnTo>
                    <a:pt x="580073" y="521938"/>
                  </a:lnTo>
                  <a:lnTo>
                    <a:pt x="579572" y="522575"/>
                  </a:lnTo>
                  <a:lnTo>
                    <a:pt x="579443" y="522140"/>
                  </a:lnTo>
                  <a:lnTo>
                    <a:pt x="579088" y="521925"/>
                  </a:lnTo>
                  <a:lnTo>
                    <a:pt x="578986" y="521747"/>
                  </a:lnTo>
                  <a:lnTo>
                    <a:pt x="578912" y="521572"/>
                  </a:lnTo>
                  <a:lnTo>
                    <a:pt x="578710" y="521452"/>
                  </a:lnTo>
                  <a:lnTo>
                    <a:pt x="578205" y="521537"/>
                  </a:lnTo>
                  <a:lnTo>
                    <a:pt x="577875" y="521611"/>
                  </a:lnTo>
                  <a:lnTo>
                    <a:pt x="577671" y="521627"/>
                  </a:lnTo>
                  <a:lnTo>
                    <a:pt x="577412" y="521643"/>
                  </a:lnTo>
                  <a:lnTo>
                    <a:pt x="576660" y="521910"/>
                  </a:lnTo>
                  <a:lnTo>
                    <a:pt x="576396" y="522343"/>
                  </a:lnTo>
                  <a:lnTo>
                    <a:pt x="576373" y="522853"/>
                  </a:lnTo>
                  <a:lnTo>
                    <a:pt x="575934" y="522801"/>
                  </a:lnTo>
                  <a:lnTo>
                    <a:pt x="575634" y="523036"/>
                  </a:lnTo>
                  <a:lnTo>
                    <a:pt x="575482" y="523440"/>
                  </a:lnTo>
                  <a:lnTo>
                    <a:pt x="575064" y="524023"/>
                  </a:lnTo>
                  <a:lnTo>
                    <a:pt x="574773" y="523694"/>
                  </a:lnTo>
                  <a:lnTo>
                    <a:pt x="574484" y="523650"/>
                  </a:lnTo>
                  <a:lnTo>
                    <a:pt x="574351" y="523793"/>
                  </a:lnTo>
                  <a:lnTo>
                    <a:pt x="574272" y="524005"/>
                  </a:lnTo>
                  <a:lnTo>
                    <a:pt x="574105" y="524173"/>
                  </a:lnTo>
                  <a:lnTo>
                    <a:pt x="573869" y="524167"/>
                  </a:lnTo>
                  <a:lnTo>
                    <a:pt x="573504" y="523834"/>
                  </a:lnTo>
                  <a:lnTo>
                    <a:pt x="573292" y="523865"/>
                  </a:lnTo>
                  <a:lnTo>
                    <a:pt x="572924" y="524002"/>
                  </a:lnTo>
                  <a:lnTo>
                    <a:pt x="572803" y="523814"/>
                  </a:lnTo>
                  <a:lnTo>
                    <a:pt x="572590" y="523395"/>
                  </a:lnTo>
                  <a:lnTo>
                    <a:pt x="572807" y="522977"/>
                  </a:lnTo>
                  <a:lnTo>
                    <a:pt x="572744" y="522787"/>
                  </a:lnTo>
                  <a:lnTo>
                    <a:pt x="572687" y="522643"/>
                  </a:lnTo>
                  <a:lnTo>
                    <a:pt x="572502" y="522170"/>
                  </a:lnTo>
                  <a:lnTo>
                    <a:pt x="572433" y="521994"/>
                  </a:lnTo>
                  <a:lnTo>
                    <a:pt x="572186" y="521595"/>
                  </a:lnTo>
                  <a:lnTo>
                    <a:pt x="571696" y="521589"/>
                  </a:lnTo>
                  <a:lnTo>
                    <a:pt x="571532" y="521645"/>
                  </a:lnTo>
                  <a:lnTo>
                    <a:pt x="571227" y="521290"/>
                  </a:lnTo>
                  <a:lnTo>
                    <a:pt x="570977" y="521129"/>
                  </a:lnTo>
                  <a:lnTo>
                    <a:pt x="570755" y="521256"/>
                  </a:lnTo>
                  <a:lnTo>
                    <a:pt x="569795" y="520825"/>
                  </a:lnTo>
                  <a:lnTo>
                    <a:pt x="569613" y="520731"/>
                  </a:lnTo>
                  <a:lnTo>
                    <a:pt x="569411" y="520494"/>
                  </a:lnTo>
                  <a:lnTo>
                    <a:pt x="569305" y="520211"/>
                  </a:lnTo>
                  <a:lnTo>
                    <a:pt x="569030" y="520083"/>
                  </a:lnTo>
                  <a:lnTo>
                    <a:pt x="568952" y="519660"/>
                  </a:lnTo>
                  <a:lnTo>
                    <a:pt x="569159" y="519383"/>
                  </a:lnTo>
                  <a:lnTo>
                    <a:pt x="569233" y="519049"/>
                  </a:lnTo>
                  <a:lnTo>
                    <a:pt x="569143" y="518516"/>
                  </a:lnTo>
                  <a:lnTo>
                    <a:pt x="568735" y="518077"/>
                  </a:lnTo>
                  <a:lnTo>
                    <a:pt x="568589" y="518047"/>
                  </a:lnTo>
                  <a:lnTo>
                    <a:pt x="568381" y="518010"/>
                  </a:lnTo>
                  <a:lnTo>
                    <a:pt x="567993" y="518009"/>
                  </a:lnTo>
                  <a:lnTo>
                    <a:pt x="567805" y="517931"/>
                  </a:lnTo>
                  <a:lnTo>
                    <a:pt x="567717" y="517727"/>
                  </a:lnTo>
                  <a:lnTo>
                    <a:pt x="567571" y="517679"/>
                  </a:lnTo>
                  <a:lnTo>
                    <a:pt x="567340" y="517672"/>
                  </a:lnTo>
                  <a:lnTo>
                    <a:pt x="567384" y="517410"/>
                  </a:lnTo>
                  <a:lnTo>
                    <a:pt x="567452" y="517142"/>
                  </a:lnTo>
                  <a:lnTo>
                    <a:pt x="567026" y="517023"/>
                  </a:lnTo>
                  <a:lnTo>
                    <a:pt x="566386" y="517470"/>
                  </a:lnTo>
                  <a:lnTo>
                    <a:pt x="566078" y="517619"/>
                  </a:lnTo>
                  <a:lnTo>
                    <a:pt x="565871" y="517482"/>
                  </a:lnTo>
                  <a:lnTo>
                    <a:pt x="565964" y="517151"/>
                  </a:lnTo>
                  <a:lnTo>
                    <a:pt x="565708" y="516625"/>
                  </a:lnTo>
                  <a:lnTo>
                    <a:pt x="564991" y="515763"/>
                  </a:lnTo>
                  <a:lnTo>
                    <a:pt x="564336" y="515974"/>
                  </a:lnTo>
                  <a:lnTo>
                    <a:pt x="564131" y="515957"/>
                  </a:lnTo>
                  <a:lnTo>
                    <a:pt x="563974" y="515853"/>
                  </a:lnTo>
                  <a:lnTo>
                    <a:pt x="563797" y="515735"/>
                  </a:lnTo>
                  <a:lnTo>
                    <a:pt x="563667" y="515621"/>
                  </a:lnTo>
                  <a:lnTo>
                    <a:pt x="563379" y="515323"/>
                  </a:lnTo>
                  <a:lnTo>
                    <a:pt x="563196" y="515211"/>
                  </a:lnTo>
                  <a:lnTo>
                    <a:pt x="562584" y="515494"/>
                  </a:lnTo>
                  <a:lnTo>
                    <a:pt x="561985" y="514883"/>
                  </a:lnTo>
                  <a:lnTo>
                    <a:pt x="561676" y="514662"/>
                  </a:lnTo>
                  <a:lnTo>
                    <a:pt x="561162" y="514685"/>
                  </a:lnTo>
                  <a:lnTo>
                    <a:pt x="560549" y="514752"/>
                  </a:lnTo>
                  <a:lnTo>
                    <a:pt x="560283" y="514758"/>
                  </a:lnTo>
                  <a:lnTo>
                    <a:pt x="560067" y="514784"/>
                  </a:lnTo>
                  <a:lnTo>
                    <a:pt x="559734" y="515017"/>
                  </a:lnTo>
                  <a:lnTo>
                    <a:pt x="559493" y="515339"/>
                  </a:lnTo>
                  <a:lnTo>
                    <a:pt x="559142" y="515334"/>
                  </a:lnTo>
                  <a:lnTo>
                    <a:pt x="558800" y="515329"/>
                  </a:lnTo>
                  <a:lnTo>
                    <a:pt x="558615" y="515292"/>
                  </a:lnTo>
                  <a:lnTo>
                    <a:pt x="558380" y="515110"/>
                  </a:lnTo>
                  <a:lnTo>
                    <a:pt x="557696" y="514892"/>
                  </a:lnTo>
                  <a:lnTo>
                    <a:pt x="557125" y="514832"/>
                  </a:lnTo>
                  <a:lnTo>
                    <a:pt x="556885" y="514848"/>
                  </a:lnTo>
                  <a:lnTo>
                    <a:pt x="556397" y="514725"/>
                  </a:lnTo>
                  <a:lnTo>
                    <a:pt x="555843" y="514583"/>
                  </a:lnTo>
                  <a:lnTo>
                    <a:pt x="555272" y="514324"/>
                  </a:lnTo>
                  <a:lnTo>
                    <a:pt x="554728" y="514398"/>
                  </a:lnTo>
                  <a:lnTo>
                    <a:pt x="554153" y="515271"/>
                  </a:lnTo>
                  <a:lnTo>
                    <a:pt x="553701" y="515387"/>
                  </a:lnTo>
                  <a:lnTo>
                    <a:pt x="553298" y="515424"/>
                  </a:lnTo>
                  <a:lnTo>
                    <a:pt x="553031" y="515439"/>
                  </a:lnTo>
                  <a:lnTo>
                    <a:pt x="552549" y="515845"/>
                  </a:lnTo>
                  <a:lnTo>
                    <a:pt x="551569" y="515730"/>
                  </a:lnTo>
                  <a:lnTo>
                    <a:pt x="551032" y="515731"/>
                  </a:lnTo>
                  <a:lnTo>
                    <a:pt x="550510" y="515407"/>
                  </a:lnTo>
                  <a:lnTo>
                    <a:pt x="550207" y="515160"/>
                  </a:lnTo>
                  <a:lnTo>
                    <a:pt x="549749" y="514974"/>
                  </a:lnTo>
                  <a:lnTo>
                    <a:pt x="549495" y="514932"/>
                  </a:lnTo>
                  <a:lnTo>
                    <a:pt x="549199" y="514883"/>
                  </a:lnTo>
                  <a:lnTo>
                    <a:pt x="549118" y="515337"/>
                  </a:lnTo>
                  <a:lnTo>
                    <a:pt x="548405" y="514890"/>
                  </a:lnTo>
                  <a:lnTo>
                    <a:pt x="547930" y="515087"/>
                  </a:lnTo>
                  <a:lnTo>
                    <a:pt x="547866" y="515285"/>
                  </a:lnTo>
                  <a:lnTo>
                    <a:pt x="547972" y="515452"/>
                  </a:lnTo>
                  <a:lnTo>
                    <a:pt x="547743" y="516169"/>
                  </a:lnTo>
                  <a:lnTo>
                    <a:pt x="547568" y="516541"/>
                  </a:lnTo>
                  <a:lnTo>
                    <a:pt x="547411" y="516877"/>
                  </a:lnTo>
                  <a:lnTo>
                    <a:pt x="547305" y="517106"/>
                  </a:lnTo>
                  <a:lnTo>
                    <a:pt x="547268" y="517252"/>
                  </a:lnTo>
                  <a:lnTo>
                    <a:pt x="547219" y="517556"/>
                  </a:lnTo>
                  <a:lnTo>
                    <a:pt x="547027" y="517645"/>
                  </a:lnTo>
                  <a:lnTo>
                    <a:pt x="546787" y="517522"/>
                  </a:lnTo>
                  <a:lnTo>
                    <a:pt x="546248" y="517468"/>
                  </a:lnTo>
                  <a:lnTo>
                    <a:pt x="545796" y="517937"/>
                  </a:lnTo>
                  <a:lnTo>
                    <a:pt x="546068" y="518116"/>
                  </a:lnTo>
                  <a:lnTo>
                    <a:pt x="546019" y="518579"/>
                  </a:lnTo>
                  <a:lnTo>
                    <a:pt x="546157" y="518995"/>
                  </a:lnTo>
                  <a:lnTo>
                    <a:pt x="546090" y="519367"/>
                  </a:lnTo>
                  <a:lnTo>
                    <a:pt x="545774" y="519432"/>
                  </a:lnTo>
                  <a:lnTo>
                    <a:pt x="545639" y="519574"/>
                  </a:lnTo>
                  <a:lnTo>
                    <a:pt x="545834" y="520121"/>
                  </a:lnTo>
                  <a:lnTo>
                    <a:pt x="545941" y="520815"/>
                  </a:lnTo>
                  <a:lnTo>
                    <a:pt x="545873" y="521116"/>
                  </a:lnTo>
                  <a:lnTo>
                    <a:pt x="546354" y="521796"/>
                  </a:lnTo>
                  <a:lnTo>
                    <a:pt x="546977" y="522387"/>
                  </a:lnTo>
                  <a:lnTo>
                    <a:pt x="546897" y="522699"/>
                  </a:lnTo>
                  <a:lnTo>
                    <a:pt x="546751" y="523164"/>
                  </a:lnTo>
                  <a:lnTo>
                    <a:pt x="546642" y="523461"/>
                  </a:lnTo>
                  <a:lnTo>
                    <a:pt x="546726" y="523633"/>
                  </a:lnTo>
                  <a:lnTo>
                    <a:pt x="546841" y="523788"/>
                  </a:lnTo>
                  <a:lnTo>
                    <a:pt x="547161" y="524059"/>
                  </a:lnTo>
                  <a:lnTo>
                    <a:pt x="547307" y="524182"/>
                  </a:lnTo>
                  <a:lnTo>
                    <a:pt x="547722" y="524189"/>
                  </a:lnTo>
                  <a:lnTo>
                    <a:pt x="547970" y="524416"/>
                  </a:lnTo>
                  <a:lnTo>
                    <a:pt x="548412" y="524947"/>
                  </a:lnTo>
                  <a:lnTo>
                    <a:pt x="548493" y="525110"/>
                  </a:lnTo>
                  <a:lnTo>
                    <a:pt x="548425" y="525698"/>
                  </a:lnTo>
                  <a:lnTo>
                    <a:pt x="548591" y="526163"/>
                  </a:lnTo>
                  <a:lnTo>
                    <a:pt x="548204" y="526335"/>
                  </a:lnTo>
                  <a:lnTo>
                    <a:pt x="548262" y="526541"/>
                  </a:lnTo>
                  <a:lnTo>
                    <a:pt x="548371" y="526872"/>
                  </a:lnTo>
                  <a:lnTo>
                    <a:pt x="548749" y="527206"/>
                  </a:lnTo>
                  <a:lnTo>
                    <a:pt x="548770" y="527516"/>
                  </a:lnTo>
                  <a:lnTo>
                    <a:pt x="549052" y="527861"/>
                  </a:lnTo>
                  <a:lnTo>
                    <a:pt x="549282" y="528129"/>
                  </a:lnTo>
                  <a:lnTo>
                    <a:pt x="549284" y="528367"/>
                  </a:lnTo>
                  <a:lnTo>
                    <a:pt x="549244" y="528581"/>
                  </a:lnTo>
                  <a:lnTo>
                    <a:pt x="549022" y="528982"/>
                  </a:lnTo>
                  <a:lnTo>
                    <a:pt x="548828" y="529094"/>
                  </a:lnTo>
                  <a:lnTo>
                    <a:pt x="548058" y="529454"/>
                  </a:lnTo>
                  <a:lnTo>
                    <a:pt x="548158" y="529751"/>
                  </a:lnTo>
                  <a:lnTo>
                    <a:pt x="547902" y="529861"/>
                  </a:lnTo>
                  <a:lnTo>
                    <a:pt x="547478" y="529844"/>
                  </a:lnTo>
                  <a:lnTo>
                    <a:pt x="547119" y="529940"/>
                  </a:lnTo>
                  <a:lnTo>
                    <a:pt x="546577" y="530106"/>
                  </a:lnTo>
                  <a:lnTo>
                    <a:pt x="546148" y="530354"/>
                  </a:lnTo>
                  <a:lnTo>
                    <a:pt x="546186" y="530534"/>
                  </a:lnTo>
                  <a:lnTo>
                    <a:pt x="545890" y="530841"/>
                  </a:lnTo>
                  <a:lnTo>
                    <a:pt x="545413" y="531428"/>
                  </a:lnTo>
                  <a:lnTo>
                    <a:pt x="545235" y="531530"/>
                  </a:lnTo>
                  <a:lnTo>
                    <a:pt x="544581" y="531475"/>
                  </a:lnTo>
                  <a:lnTo>
                    <a:pt x="544476" y="531645"/>
                  </a:lnTo>
                  <a:lnTo>
                    <a:pt x="544257" y="532224"/>
                  </a:lnTo>
                  <a:lnTo>
                    <a:pt x="544509" y="532712"/>
                  </a:lnTo>
                  <a:lnTo>
                    <a:pt x="544376" y="532965"/>
                  </a:lnTo>
                  <a:lnTo>
                    <a:pt x="544346" y="533256"/>
                  </a:lnTo>
                  <a:lnTo>
                    <a:pt x="544412" y="533534"/>
                  </a:lnTo>
                  <a:lnTo>
                    <a:pt x="544914" y="533838"/>
                  </a:lnTo>
                  <a:lnTo>
                    <a:pt x="545173" y="534121"/>
                  </a:lnTo>
                  <a:lnTo>
                    <a:pt x="544959" y="534558"/>
                  </a:lnTo>
                  <a:lnTo>
                    <a:pt x="544791" y="534702"/>
                  </a:lnTo>
                  <a:lnTo>
                    <a:pt x="544333" y="534795"/>
                  </a:lnTo>
                  <a:lnTo>
                    <a:pt x="544173" y="534787"/>
                  </a:lnTo>
                  <a:lnTo>
                    <a:pt x="544066" y="534624"/>
                  </a:lnTo>
                  <a:lnTo>
                    <a:pt x="543140" y="534155"/>
                  </a:lnTo>
                  <a:lnTo>
                    <a:pt x="543120" y="534510"/>
                  </a:lnTo>
                  <a:lnTo>
                    <a:pt x="542979" y="534649"/>
                  </a:lnTo>
                  <a:lnTo>
                    <a:pt x="542786" y="534782"/>
                  </a:lnTo>
                  <a:lnTo>
                    <a:pt x="542555" y="534704"/>
                  </a:lnTo>
                  <a:lnTo>
                    <a:pt x="542401" y="534776"/>
                  </a:lnTo>
                  <a:lnTo>
                    <a:pt x="542060" y="535220"/>
                  </a:lnTo>
                  <a:lnTo>
                    <a:pt x="541786" y="535332"/>
                  </a:lnTo>
                  <a:lnTo>
                    <a:pt x="541736" y="535204"/>
                  </a:lnTo>
                  <a:lnTo>
                    <a:pt x="541475" y="535451"/>
                  </a:lnTo>
                  <a:lnTo>
                    <a:pt x="541007" y="535669"/>
                  </a:lnTo>
                  <a:lnTo>
                    <a:pt x="540786" y="535684"/>
                  </a:lnTo>
                  <a:lnTo>
                    <a:pt x="540572" y="535886"/>
                  </a:lnTo>
                  <a:lnTo>
                    <a:pt x="540341" y="536177"/>
                  </a:lnTo>
                  <a:lnTo>
                    <a:pt x="540215" y="536311"/>
                  </a:lnTo>
                  <a:lnTo>
                    <a:pt x="539729" y="536683"/>
                  </a:lnTo>
                  <a:lnTo>
                    <a:pt x="539576" y="536758"/>
                  </a:lnTo>
                  <a:lnTo>
                    <a:pt x="538997" y="536947"/>
                  </a:lnTo>
                  <a:lnTo>
                    <a:pt x="539044" y="537296"/>
                  </a:lnTo>
                  <a:lnTo>
                    <a:pt x="539307" y="537322"/>
                  </a:lnTo>
                  <a:lnTo>
                    <a:pt x="539781" y="537506"/>
                  </a:lnTo>
                  <a:lnTo>
                    <a:pt x="540167" y="537953"/>
                  </a:lnTo>
                  <a:lnTo>
                    <a:pt x="540092" y="538414"/>
                  </a:lnTo>
                  <a:lnTo>
                    <a:pt x="540061" y="539407"/>
                  </a:lnTo>
                  <a:lnTo>
                    <a:pt x="539812" y="539966"/>
                  </a:lnTo>
                  <a:lnTo>
                    <a:pt x="540040" y="540005"/>
                  </a:lnTo>
                  <a:lnTo>
                    <a:pt x="540285" y="539938"/>
                  </a:lnTo>
                  <a:lnTo>
                    <a:pt x="540480" y="539939"/>
                  </a:lnTo>
                  <a:lnTo>
                    <a:pt x="540751" y="540050"/>
                  </a:lnTo>
                  <a:lnTo>
                    <a:pt x="541255" y="540161"/>
                  </a:lnTo>
                  <a:lnTo>
                    <a:pt x="541652" y="539822"/>
                  </a:lnTo>
                  <a:lnTo>
                    <a:pt x="541839" y="539946"/>
                  </a:lnTo>
                  <a:lnTo>
                    <a:pt x="541816" y="540103"/>
                  </a:lnTo>
                  <a:lnTo>
                    <a:pt x="541936" y="540286"/>
                  </a:lnTo>
                  <a:lnTo>
                    <a:pt x="542089" y="540310"/>
                  </a:lnTo>
                  <a:lnTo>
                    <a:pt x="542452" y="540186"/>
                  </a:lnTo>
                  <a:lnTo>
                    <a:pt x="542481" y="539931"/>
                  </a:lnTo>
                  <a:lnTo>
                    <a:pt x="542656" y="539729"/>
                  </a:lnTo>
                  <a:lnTo>
                    <a:pt x="543894" y="539676"/>
                  </a:lnTo>
                  <a:lnTo>
                    <a:pt x="544333" y="539641"/>
                  </a:lnTo>
                  <a:lnTo>
                    <a:pt x="544583" y="539359"/>
                  </a:lnTo>
                  <a:lnTo>
                    <a:pt x="545068" y="539461"/>
                  </a:lnTo>
                  <a:lnTo>
                    <a:pt x="545216" y="539752"/>
                  </a:lnTo>
                  <a:lnTo>
                    <a:pt x="545387" y="539795"/>
                  </a:lnTo>
                  <a:lnTo>
                    <a:pt x="545792" y="539868"/>
                  </a:lnTo>
                  <a:lnTo>
                    <a:pt x="545898" y="540048"/>
                  </a:lnTo>
                  <a:lnTo>
                    <a:pt x="546028" y="540099"/>
                  </a:lnTo>
                  <a:lnTo>
                    <a:pt x="546211" y="540170"/>
                  </a:lnTo>
                  <a:lnTo>
                    <a:pt x="546447" y="540240"/>
                  </a:lnTo>
                  <a:lnTo>
                    <a:pt x="546697" y="540387"/>
                  </a:lnTo>
                  <a:lnTo>
                    <a:pt x="546875" y="540854"/>
                  </a:lnTo>
                  <a:lnTo>
                    <a:pt x="547130" y="540934"/>
                  </a:lnTo>
                  <a:lnTo>
                    <a:pt x="547479" y="541018"/>
                  </a:lnTo>
                  <a:lnTo>
                    <a:pt x="547713" y="541053"/>
                  </a:lnTo>
                  <a:lnTo>
                    <a:pt x="547857" y="541210"/>
                  </a:lnTo>
                  <a:lnTo>
                    <a:pt x="547860" y="541342"/>
                  </a:lnTo>
                  <a:lnTo>
                    <a:pt x="548062" y="541358"/>
                  </a:lnTo>
                  <a:lnTo>
                    <a:pt x="548514" y="541222"/>
                  </a:lnTo>
                  <a:lnTo>
                    <a:pt x="548881" y="541835"/>
                  </a:lnTo>
                  <a:lnTo>
                    <a:pt x="549020" y="541915"/>
                  </a:lnTo>
                  <a:lnTo>
                    <a:pt x="549352" y="541887"/>
                  </a:lnTo>
                  <a:lnTo>
                    <a:pt x="549651" y="542287"/>
                  </a:lnTo>
                  <a:lnTo>
                    <a:pt x="549801" y="542274"/>
                  </a:lnTo>
                  <a:lnTo>
                    <a:pt x="549904" y="542445"/>
                  </a:lnTo>
                  <a:lnTo>
                    <a:pt x="549784" y="542776"/>
                  </a:lnTo>
                  <a:lnTo>
                    <a:pt x="550394" y="542726"/>
                  </a:lnTo>
                  <a:lnTo>
                    <a:pt x="550566" y="542770"/>
                  </a:lnTo>
                  <a:lnTo>
                    <a:pt x="550664" y="543308"/>
                  </a:lnTo>
                  <a:lnTo>
                    <a:pt x="551024" y="543929"/>
                  </a:lnTo>
                  <a:lnTo>
                    <a:pt x="551042" y="544379"/>
                  </a:lnTo>
                  <a:lnTo>
                    <a:pt x="551099" y="544696"/>
                  </a:lnTo>
                  <a:lnTo>
                    <a:pt x="551232" y="544805"/>
                  </a:lnTo>
                  <a:lnTo>
                    <a:pt x="551392" y="544937"/>
                  </a:lnTo>
                  <a:lnTo>
                    <a:pt x="551632" y="545482"/>
                  </a:lnTo>
                  <a:lnTo>
                    <a:pt x="552913" y="545867"/>
                  </a:lnTo>
                  <a:lnTo>
                    <a:pt x="553291" y="546236"/>
                  </a:lnTo>
                  <a:lnTo>
                    <a:pt x="554425" y="546175"/>
                  </a:lnTo>
                  <a:lnTo>
                    <a:pt x="554665" y="546371"/>
                  </a:lnTo>
                  <a:lnTo>
                    <a:pt x="554699" y="546942"/>
                  </a:lnTo>
                  <a:lnTo>
                    <a:pt x="554461" y="547360"/>
                  </a:lnTo>
                  <a:lnTo>
                    <a:pt x="554258" y="547392"/>
                  </a:lnTo>
                  <a:lnTo>
                    <a:pt x="553738" y="547579"/>
                  </a:lnTo>
                  <a:lnTo>
                    <a:pt x="553527" y="547748"/>
                  </a:lnTo>
                  <a:lnTo>
                    <a:pt x="553414" y="548156"/>
                  </a:lnTo>
                  <a:lnTo>
                    <a:pt x="553758" y="548310"/>
                  </a:lnTo>
                  <a:lnTo>
                    <a:pt x="554002" y="548447"/>
                  </a:lnTo>
                  <a:lnTo>
                    <a:pt x="554077" y="549044"/>
                  </a:lnTo>
                  <a:lnTo>
                    <a:pt x="554054" y="549248"/>
                  </a:lnTo>
                  <a:lnTo>
                    <a:pt x="554030" y="549463"/>
                  </a:lnTo>
                  <a:lnTo>
                    <a:pt x="554115" y="550288"/>
                  </a:lnTo>
                  <a:lnTo>
                    <a:pt x="553371" y="550686"/>
                  </a:lnTo>
                  <a:lnTo>
                    <a:pt x="553240" y="551089"/>
                  </a:lnTo>
                  <a:lnTo>
                    <a:pt x="553017" y="551540"/>
                  </a:lnTo>
                  <a:lnTo>
                    <a:pt x="552798" y="551617"/>
                  </a:lnTo>
                  <a:lnTo>
                    <a:pt x="552514" y="551689"/>
                  </a:lnTo>
                  <a:lnTo>
                    <a:pt x="551936" y="551831"/>
                  </a:lnTo>
                  <a:lnTo>
                    <a:pt x="551555" y="551624"/>
                  </a:lnTo>
                  <a:lnTo>
                    <a:pt x="551303" y="551450"/>
                  </a:lnTo>
                  <a:lnTo>
                    <a:pt x="551114" y="551296"/>
                  </a:lnTo>
                  <a:lnTo>
                    <a:pt x="550953" y="551069"/>
                  </a:lnTo>
                  <a:lnTo>
                    <a:pt x="550803" y="551036"/>
                  </a:lnTo>
                  <a:lnTo>
                    <a:pt x="550302" y="551171"/>
                  </a:lnTo>
                  <a:lnTo>
                    <a:pt x="549995" y="551380"/>
                  </a:lnTo>
                  <a:lnTo>
                    <a:pt x="549684" y="551656"/>
                  </a:lnTo>
                  <a:lnTo>
                    <a:pt x="549435" y="551030"/>
                  </a:lnTo>
                  <a:lnTo>
                    <a:pt x="549310" y="550643"/>
                  </a:lnTo>
                  <a:lnTo>
                    <a:pt x="549238" y="550504"/>
                  </a:lnTo>
                  <a:lnTo>
                    <a:pt x="548974" y="550238"/>
                  </a:lnTo>
                  <a:lnTo>
                    <a:pt x="548358" y="550327"/>
                  </a:lnTo>
                  <a:lnTo>
                    <a:pt x="547761" y="550084"/>
                  </a:lnTo>
                  <a:lnTo>
                    <a:pt x="547477" y="549729"/>
                  </a:lnTo>
                  <a:lnTo>
                    <a:pt x="546604" y="550248"/>
                  </a:lnTo>
                  <a:lnTo>
                    <a:pt x="546665" y="550552"/>
                  </a:lnTo>
                  <a:lnTo>
                    <a:pt x="546343" y="551109"/>
                  </a:lnTo>
                  <a:lnTo>
                    <a:pt x="545825" y="551766"/>
                  </a:lnTo>
                  <a:lnTo>
                    <a:pt x="546220" y="552001"/>
                  </a:lnTo>
                  <a:lnTo>
                    <a:pt x="546520" y="552041"/>
                  </a:lnTo>
                  <a:lnTo>
                    <a:pt x="547116" y="551961"/>
                  </a:lnTo>
                  <a:lnTo>
                    <a:pt x="547122" y="551624"/>
                  </a:lnTo>
                  <a:lnTo>
                    <a:pt x="547275" y="551406"/>
                  </a:lnTo>
                  <a:lnTo>
                    <a:pt x="547412" y="551494"/>
                  </a:lnTo>
                  <a:lnTo>
                    <a:pt x="547853" y="551977"/>
                  </a:lnTo>
                  <a:lnTo>
                    <a:pt x="548224" y="552565"/>
                  </a:lnTo>
                  <a:lnTo>
                    <a:pt x="548447" y="552712"/>
                  </a:lnTo>
                  <a:lnTo>
                    <a:pt x="548440" y="552879"/>
                  </a:lnTo>
                  <a:lnTo>
                    <a:pt x="548434" y="553044"/>
                  </a:lnTo>
                  <a:lnTo>
                    <a:pt x="548422" y="553438"/>
                  </a:lnTo>
                  <a:lnTo>
                    <a:pt x="548570" y="554326"/>
                  </a:lnTo>
                  <a:lnTo>
                    <a:pt x="548620" y="554489"/>
                  </a:lnTo>
                  <a:lnTo>
                    <a:pt x="548907" y="554903"/>
                  </a:lnTo>
                  <a:lnTo>
                    <a:pt x="549280" y="555740"/>
                  </a:lnTo>
                  <a:lnTo>
                    <a:pt x="549438" y="555896"/>
                  </a:lnTo>
                  <a:lnTo>
                    <a:pt x="549529" y="556094"/>
                  </a:lnTo>
                  <a:lnTo>
                    <a:pt x="549416" y="556421"/>
                  </a:lnTo>
                  <a:lnTo>
                    <a:pt x="548860" y="557180"/>
                  </a:lnTo>
                  <a:lnTo>
                    <a:pt x="548532" y="557819"/>
                  </a:lnTo>
                  <a:lnTo>
                    <a:pt x="547802" y="557677"/>
                  </a:lnTo>
                  <a:lnTo>
                    <a:pt x="547640" y="557765"/>
                  </a:lnTo>
                  <a:lnTo>
                    <a:pt x="547210" y="557769"/>
                  </a:lnTo>
                  <a:lnTo>
                    <a:pt x="546915" y="557727"/>
                  </a:lnTo>
                  <a:lnTo>
                    <a:pt x="546211" y="557919"/>
                  </a:lnTo>
                  <a:lnTo>
                    <a:pt x="546200" y="558168"/>
                  </a:lnTo>
                  <a:lnTo>
                    <a:pt x="546247" y="558545"/>
                  </a:lnTo>
                  <a:lnTo>
                    <a:pt x="546466" y="559024"/>
                  </a:lnTo>
                  <a:lnTo>
                    <a:pt x="546541" y="559604"/>
                  </a:lnTo>
                  <a:lnTo>
                    <a:pt x="546212" y="559895"/>
                  </a:lnTo>
                  <a:lnTo>
                    <a:pt x="546022" y="560193"/>
                  </a:lnTo>
                  <a:lnTo>
                    <a:pt x="545756" y="560659"/>
                  </a:lnTo>
                  <a:lnTo>
                    <a:pt x="545734" y="560814"/>
                  </a:lnTo>
                  <a:lnTo>
                    <a:pt x="545344" y="561047"/>
                  </a:lnTo>
                  <a:lnTo>
                    <a:pt x="545104" y="561255"/>
                  </a:lnTo>
                  <a:lnTo>
                    <a:pt x="545084" y="561409"/>
                  </a:lnTo>
                  <a:lnTo>
                    <a:pt x="545086" y="561619"/>
                  </a:lnTo>
                  <a:lnTo>
                    <a:pt x="545248" y="562110"/>
                  </a:lnTo>
                  <a:lnTo>
                    <a:pt x="545407" y="562375"/>
                  </a:lnTo>
                  <a:lnTo>
                    <a:pt x="545265" y="563167"/>
                  </a:lnTo>
                  <a:lnTo>
                    <a:pt x="545112" y="563680"/>
                  </a:lnTo>
                  <a:lnTo>
                    <a:pt x="545125" y="563982"/>
                  </a:lnTo>
                  <a:lnTo>
                    <a:pt x="545057" y="564157"/>
                  </a:lnTo>
                  <a:lnTo>
                    <a:pt x="544906" y="564492"/>
                  </a:lnTo>
                  <a:lnTo>
                    <a:pt x="544468" y="564553"/>
                  </a:lnTo>
                  <a:lnTo>
                    <a:pt x="544306" y="564752"/>
                  </a:lnTo>
                  <a:lnTo>
                    <a:pt x="544199" y="564963"/>
                  </a:lnTo>
                  <a:lnTo>
                    <a:pt x="544223" y="565330"/>
                  </a:lnTo>
                  <a:lnTo>
                    <a:pt x="544144" y="565474"/>
                  </a:lnTo>
                  <a:lnTo>
                    <a:pt x="543932" y="565617"/>
                  </a:lnTo>
                  <a:lnTo>
                    <a:pt x="543732" y="565773"/>
                  </a:lnTo>
                  <a:lnTo>
                    <a:pt x="543638" y="565965"/>
                  </a:lnTo>
                  <a:lnTo>
                    <a:pt x="543006" y="566458"/>
                  </a:lnTo>
                  <a:lnTo>
                    <a:pt x="542731" y="566754"/>
                  </a:lnTo>
                  <a:lnTo>
                    <a:pt x="543053" y="566942"/>
                  </a:lnTo>
                  <a:lnTo>
                    <a:pt x="543050" y="567773"/>
                  </a:lnTo>
                  <a:lnTo>
                    <a:pt x="543166" y="568107"/>
                  </a:lnTo>
                  <a:lnTo>
                    <a:pt x="543423" y="568373"/>
                  </a:lnTo>
                  <a:lnTo>
                    <a:pt x="543911" y="568346"/>
                  </a:lnTo>
                  <a:lnTo>
                    <a:pt x="544100" y="568336"/>
                  </a:lnTo>
                  <a:lnTo>
                    <a:pt x="544331" y="568363"/>
                  </a:lnTo>
                  <a:lnTo>
                    <a:pt x="544592" y="567758"/>
                  </a:lnTo>
                  <a:lnTo>
                    <a:pt x="544813" y="567684"/>
                  </a:lnTo>
                  <a:lnTo>
                    <a:pt x="545256" y="568075"/>
                  </a:lnTo>
                  <a:lnTo>
                    <a:pt x="545297" y="568229"/>
                  </a:lnTo>
                  <a:lnTo>
                    <a:pt x="545410" y="568549"/>
                  </a:lnTo>
                  <a:lnTo>
                    <a:pt x="545657" y="568711"/>
                  </a:lnTo>
                  <a:lnTo>
                    <a:pt x="545804" y="568807"/>
                  </a:lnTo>
                  <a:lnTo>
                    <a:pt x="546051" y="568970"/>
                  </a:lnTo>
                  <a:lnTo>
                    <a:pt x="546124" y="569336"/>
                  </a:lnTo>
                  <a:lnTo>
                    <a:pt x="545752" y="569828"/>
                  </a:lnTo>
                  <a:lnTo>
                    <a:pt x="545467" y="570070"/>
                  </a:lnTo>
                  <a:lnTo>
                    <a:pt x="545037" y="569968"/>
                  </a:lnTo>
                  <a:lnTo>
                    <a:pt x="544805" y="570226"/>
                  </a:lnTo>
                  <a:lnTo>
                    <a:pt x="544742" y="571044"/>
                  </a:lnTo>
                  <a:lnTo>
                    <a:pt x="544682" y="571246"/>
                  </a:lnTo>
                  <a:lnTo>
                    <a:pt x="544658" y="571784"/>
                  </a:lnTo>
                  <a:lnTo>
                    <a:pt x="544913" y="572011"/>
                  </a:lnTo>
                  <a:lnTo>
                    <a:pt x="545548" y="572107"/>
                  </a:lnTo>
                  <a:lnTo>
                    <a:pt x="545623" y="572510"/>
                  </a:lnTo>
                  <a:lnTo>
                    <a:pt x="545648" y="572856"/>
                  </a:lnTo>
                  <a:lnTo>
                    <a:pt x="545639" y="573295"/>
                  </a:lnTo>
                  <a:lnTo>
                    <a:pt x="545792" y="573899"/>
                  </a:lnTo>
                  <a:lnTo>
                    <a:pt x="545549" y="574485"/>
                  </a:lnTo>
                  <a:lnTo>
                    <a:pt x="545517" y="574681"/>
                  </a:lnTo>
                  <a:lnTo>
                    <a:pt x="545526" y="575127"/>
                  </a:lnTo>
                  <a:lnTo>
                    <a:pt x="545679" y="575316"/>
                  </a:lnTo>
                  <a:lnTo>
                    <a:pt x="545987" y="575403"/>
                  </a:lnTo>
                  <a:lnTo>
                    <a:pt x="546212" y="575529"/>
                  </a:lnTo>
                  <a:lnTo>
                    <a:pt x="546810" y="575603"/>
                  </a:lnTo>
                  <a:lnTo>
                    <a:pt x="547163" y="575726"/>
                  </a:lnTo>
                  <a:lnTo>
                    <a:pt x="547388" y="576074"/>
                  </a:lnTo>
                  <a:lnTo>
                    <a:pt x="547829" y="576699"/>
                  </a:lnTo>
                  <a:lnTo>
                    <a:pt x="548019" y="576747"/>
                  </a:lnTo>
                  <a:lnTo>
                    <a:pt x="548358" y="576987"/>
                  </a:lnTo>
                  <a:lnTo>
                    <a:pt x="548253" y="577370"/>
                  </a:lnTo>
                  <a:lnTo>
                    <a:pt x="548174" y="577550"/>
                  </a:lnTo>
                  <a:lnTo>
                    <a:pt x="548771" y="578115"/>
                  </a:lnTo>
                  <a:lnTo>
                    <a:pt x="549320" y="578830"/>
                  </a:lnTo>
                  <a:lnTo>
                    <a:pt x="549359" y="579009"/>
                  </a:lnTo>
                  <a:lnTo>
                    <a:pt x="549350" y="579156"/>
                  </a:lnTo>
                  <a:lnTo>
                    <a:pt x="549456" y="579654"/>
                  </a:lnTo>
                  <a:lnTo>
                    <a:pt x="549378" y="579925"/>
                  </a:lnTo>
                  <a:lnTo>
                    <a:pt x="549331" y="580211"/>
                  </a:lnTo>
                  <a:lnTo>
                    <a:pt x="549367" y="581180"/>
                  </a:lnTo>
                  <a:lnTo>
                    <a:pt x="548985" y="581130"/>
                  </a:lnTo>
                  <a:lnTo>
                    <a:pt x="548658" y="581091"/>
                  </a:lnTo>
                  <a:lnTo>
                    <a:pt x="548448" y="581080"/>
                  </a:lnTo>
                  <a:lnTo>
                    <a:pt x="548258" y="581161"/>
                  </a:lnTo>
                  <a:lnTo>
                    <a:pt x="548261" y="581307"/>
                  </a:lnTo>
                  <a:lnTo>
                    <a:pt x="548268" y="581781"/>
                  </a:lnTo>
                  <a:lnTo>
                    <a:pt x="548336" y="581929"/>
                  </a:lnTo>
                  <a:lnTo>
                    <a:pt x="548482" y="582132"/>
                  </a:lnTo>
                  <a:lnTo>
                    <a:pt x="548654" y="582576"/>
                  </a:lnTo>
                  <a:lnTo>
                    <a:pt x="548577" y="582949"/>
                  </a:lnTo>
                  <a:lnTo>
                    <a:pt x="548528" y="583188"/>
                  </a:lnTo>
                  <a:lnTo>
                    <a:pt x="547915" y="583738"/>
                  </a:lnTo>
                  <a:lnTo>
                    <a:pt x="547629" y="583807"/>
                  </a:lnTo>
                  <a:lnTo>
                    <a:pt x="547344" y="583828"/>
                  </a:lnTo>
                  <a:lnTo>
                    <a:pt x="546738" y="583891"/>
                  </a:lnTo>
                  <a:lnTo>
                    <a:pt x="546600" y="583764"/>
                  </a:lnTo>
                  <a:lnTo>
                    <a:pt x="546477" y="583423"/>
                  </a:lnTo>
                  <a:lnTo>
                    <a:pt x="546400" y="583137"/>
                  </a:lnTo>
                  <a:lnTo>
                    <a:pt x="546106" y="582887"/>
                  </a:lnTo>
                  <a:lnTo>
                    <a:pt x="545915" y="582808"/>
                  </a:lnTo>
                  <a:lnTo>
                    <a:pt x="545625" y="583183"/>
                  </a:lnTo>
                  <a:lnTo>
                    <a:pt x="545250" y="583360"/>
                  </a:lnTo>
                  <a:lnTo>
                    <a:pt x="545066" y="583434"/>
                  </a:lnTo>
                  <a:lnTo>
                    <a:pt x="545018" y="583134"/>
                  </a:lnTo>
                  <a:lnTo>
                    <a:pt x="544633" y="582772"/>
                  </a:lnTo>
                  <a:lnTo>
                    <a:pt x="544525" y="582482"/>
                  </a:lnTo>
                  <a:lnTo>
                    <a:pt x="544450" y="582077"/>
                  </a:lnTo>
                  <a:lnTo>
                    <a:pt x="544402" y="581713"/>
                  </a:lnTo>
                  <a:lnTo>
                    <a:pt x="544448" y="581486"/>
                  </a:lnTo>
                  <a:lnTo>
                    <a:pt x="544507" y="581172"/>
                  </a:lnTo>
                  <a:lnTo>
                    <a:pt x="544380" y="580733"/>
                  </a:lnTo>
                  <a:lnTo>
                    <a:pt x="544268" y="580552"/>
                  </a:lnTo>
                  <a:lnTo>
                    <a:pt x="544239" y="580088"/>
                  </a:lnTo>
                  <a:lnTo>
                    <a:pt x="544231" y="579872"/>
                  </a:lnTo>
                  <a:lnTo>
                    <a:pt x="544127" y="579346"/>
                  </a:lnTo>
                  <a:lnTo>
                    <a:pt x="543828" y="579220"/>
                  </a:lnTo>
                  <a:lnTo>
                    <a:pt x="543129" y="579185"/>
                  </a:lnTo>
                  <a:lnTo>
                    <a:pt x="542958" y="579249"/>
                  </a:lnTo>
                  <a:lnTo>
                    <a:pt x="542709" y="579395"/>
                  </a:lnTo>
                  <a:lnTo>
                    <a:pt x="542355" y="579369"/>
                  </a:lnTo>
                  <a:lnTo>
                    <a:pt x="542020" y="579337"/>
                  </a:lnTo>
                  <a:lnTo>
                    <a:pt x="541753" y="579344"/>
                  </a:lnTo>
                  <a:lnTo>
                    <a:pt x="541378" y="579566"/>
                  </a:lnTo>
                  <a:lnTo>
                    <a:pt x="541429" y="579722"/>
                  </a:lnTo>
                  <a:lnTo>
                    <a:pt x="541470" y="579849"/>
                  </a:lnTo>
                  <a:lnTo>
                    <a:pt x="541487" y="580007"/>
                  </a:lnTo>
                  <a:lnTo>
                    <a:pt x="541236" y="580110"/>
                  </a:lnTo>
                  <a:lnTo>
                    <a:pt x="540645" y="580265"/>
                  </a:lnTo>
                  <a:lnTo>
                    <a:pt x="540151" y="580765"/>
                  </a:lnTo>
                  <a:lnTo>
                    <a:pt x="539588" y="580452"/>
                  </a:lnTo>
                  <a:lnTo>
                    <a:pt x="539284" y="580377"/>
                  </a:lnTo>
                  <a:lnTo>
                    <a:pt x="538976" y="579851"/>
                  </a:lnTo>
                  <a:lnTo>
                    <a:pt x="538678" y="579865"/>
                  </a:lnTo>
                  <a:lnTo>
                    <a:pt x="538437" y="579830"/>
                  </a:lnTo>
                  <a:lnTo>
                    <a:pt x="538112" y="579759"/>
                  </a:lnTo>
                  <a:lnTo>
                    <a:pt x="537426" y="580242"/>
                  </a:lnTo>
                  <a:lnTo>
                    <a:pt x="536864" y="580605"/>
                  </a:lnTo>
                  <a:lnTo>
                    <a:pt x="536706" y="580770"/>
                  </a:lnTo>
                  <a:lnTo>
                    <a:pt x="536314" y="581207"/>
                  </a:lnTo>
                  <a:lnTo>
                    <a:pt x="536152" y="581418"/>
                  </a:lnTo>
                  <a:lnTo>
                    <a:pt x="536008" y="581665"/>
                  </a:lnTo>
                  <a:lnTo>
                    <a:pt x="535616" y="581754"/>
                  </a:lnTo>
                  <a:lnTo>
                    <a:pt x="535295" y="581691"/>
                  </a:lnTo>
                  <a:lnTo>
                    <a:pt x="535123" y="581721"/>
                  </a:lnTo>
                  <a:lnTo>
                    <a:pt x="534852" y="581807"/>
                  </a:lnTo>
                  <a:lnTo>
                    <a:pt x="534722" y="582133"/>
                  </a:lnTo>
                  <a:lnTo>
                    <a:pt x="533954" y="582538"/>
                  </a:lnTo>
                  <a:lnTo>
                    <a:pt x="533689" y="582433"/>
                  </a:lnTo>
                  <a:lnTo>
                    <a:pt x="533349" y="582125"/>
                  </a:lnTo>
                  <a:lnTo>
                    <a:pt x="532708" y="581931"/>
                  </a:lnTo>
                  <a:lnTo>
                    <a:pt x="532580" y="581769"/>
                  </a:lnTo>
                  <a:lnTo>
                    <a:pt x="532467" y="581628"/>
                  </a:lnTo>
                  <a:lnTo>
                    <a:pt x="532630" y="580945"/>
                  </a:lnTo>
                  <a:lnTo>
                    <a:pt x="532010" y="581146"/>
                  </a:lnTo>
                  <a:lnTo>
                    <a:pt x="532052" y="581385"/>
                  </a:lnTo>
                  <a:lnTo>
                    <a:pt x="531835" y="581426"/>
                  </a:lnTo>
                  <a:lnTo>
                    <a:pt x="531708" y="581449"/>
                  </a:lnTo>
                  <a:lnTo>
                    <a:pt x="531356" y="581479"/>
                  </a:lnTo>
                  <a:lnTo>
                    <a:pt x="530980" y="581286"/>
                  </a:lnTo>
                  <a:lnTo>
                    <a:pt x="531430" y="580556"/>
                  </a:lnTo>
                  <a:lnTo>
                    <a:pt x="531780" y="580492"/>
                  </a:lnTo>
                  <a:lnTo>
                    <a:pt x="532009" y="580239"/>
                  </a:lnTo>
                  <a:lnTo>
                    <a:pt x="531865" y="579989"/>
                  </a:lnTo>
                  <a:lnTo>
                    <a:pt x="531478" y="580033"/>
                  </a:lnTo>
                  <a:lnTo>
                    <a:pt x="531153" y="579751"/>
                  </a:lnTo>
                  <a:lnTo>
                    <a:pt x="530809" y="579733"/>
                  </a:lnTo>
                  <a:lnTo>
                    <a:pt x="530506" y="579524"/>
                  </a:lnTo>
                  <a:lnTo>
                    <a:pt x="530254" y="579402"/>
                  </a:lnTo>
                  <a:lnTo>
                    <a:pt x="529996" y="579608"/>
                  </a:lnTo>
                  <a:lnTo>
                    <a:pt x="529435" y="579956"/>
                  </a:lnTo>
                  <a:lnTo>
                    <a:pt x="529049" y="579797"/>
                  </a:lnTo>
                  <a:lnTo>
                    <a:pt x="528763" y="579735"/>
                  </a:lnTo>
                  <a:lnTo>
                    <a:pt x="528322" y="580121"/>
                  </a:lnTo>
                  <a:lnTo>
                    <a:pt x="528017" y="580361"/>
                  </a:lnTo>
                  <a:lnTo>
                    <a:pt x="527697" y="580209"/>
                  </a:lnTo>
                  <a:lnTo>
                    <a:pt x="527683" y="580078"/>
                  </a:lnTo>
                  <a:lnTo>
                    <a:pt x="527648" y="579704"/>
                  </a:lnTo>
                  <a:lnTo>
                    <a:pt x="527502" y="579721"/>
                  </a:lnTo>
                  <a:lnTo>
                    <a:pt x="526693" y="579930"/>
                  </a:lnTo>
                  <a:lnTo>
                    <a:pt x="526482" y="579734"/>
                  </a:lnTo>
                  <a:lnTo>
                    <a:pt x="526296" y="579608"/>
                  </a:lnTo>
                  <a:lnTo>
                    <a:pt x="526059" y="579596"/>
                  </a:lnTo>
                  <a:lnTo>
                    <a:pt x="525762" y="579559"/>
                  </a:lnTo>
                  <a:lnTo>
                    <a:pt x="525406" y="579739"/>
                  </a:lnTo>
                  <a:lnTo>
                    <a:pt x="525501" y="579875"/>
                  </a:lnTo>
                  <a:lnTo>
                    <a:pt x="525444" y="580177"/>
                  </a:lnTo>
                  <a:lnTo>
                    <a:pt x="525404" y="580365"/>
                  </a:lnTo>
                  <a:lnTo>
                    <a:pt x="525224" y="580586"/>
                  </a:lnTo>
                  <a:lnTo>
                    <a:pt x="524469" y="581498"/>
                  </a:lnTo>
                  <a:lnTo>
                    <a:pt x="524318" y="581659"/>
                  </a:lnTo>
                  <a:lnTo>
                    <a:pt x="523953" y="582012"/>
                  </a:lnTo>
                  <a:lnTo>
                    <a:pt x="523531" y="581910"/>
                  </a:lnTo>
                  <a:lnTo>
                    <a:pt x="523376" y="581755"/>
                  </a:lnTo>
                  <a:lnTo>
                    <a:pt x="523139" y="581724"/>
                  </a:lnTo>
                  <a:lnTo>
                    <a:pt x="523033" y="582098"/>
                  </a:lnTo>
                  <a:lnTo>
                    <a:pt x="523061" y="582256"/>
                  </a:lnTo>
                  <a:lnTo>
                    <a:pt x="523012" y="582457"/>
                  </a:lnTo>
                  <a:lnTo>
                    <a:pt x="522919" y="582643"/>
                  </a:lnTo>
                  <a:lnTo>
                    <a:pt x="522594" y="582909"/>
                  </a:lnTo>
                  <a:lnTo>
                    <a:pt x="522273" y="582956"/>
                  </a:lnTo>
                  <a:lnTo>
                    <a:pt x="522202" y="583526"/>
                  </a:lnTo>
                  <a:lnTo>
                    <a:pt x="521897" y="583822"/>
                  </a:lnTo>
                  <a:lnTo>
                    <a:pt x="521581" y="584115"/>
                  </a:lnTo>
                  <a:lnTo>
                    <a:pt x="521154" y="584371"/>
                  </a:lnTo>
                  <a:lnTo>
                    <a:pt x="520952" y="584536"/>
                  </a:lnTo>
                  <a:lnTo>
                    <a:pt x="520694" y="585330"/>
                  </a:lnTo>
                  <a:lnTo>
                    <a:pt x="520938" y="585883"/>
                  </a:lnTo>
                  <a:lnTo>
                    <a:pt x="520289" y="586243"/>
                  </a:lnTo>
                  <a:lnTo>
                    <a:pt x="520412" y="586515"/>
                  </a:lnTo>
                  <a:lnTo>
                    <a:pt x="520565" y="586835"/>
                  </a:lnTo>
                  <a:lnTo>
                    <a:pt x="520630" y="587041"/>
                  </a:lnTo>
                  <a:lnTo>
                    <a:pt x="520703" y="587284"/>
                  </a:lnTo>
                  <a:lnTo>
                    <a:pt x="520681" y="587560"/>
                  </a:lnTo>
                  <a:lnTo>
                    <a:pt x="520651" y="587788"/>
                  </a:lnTo>
                  <a:lnTo>
                    <a:pt x="520587" y="588273"/>
                  </a:lnTo>
                  <a:lnTo>
                    <a:pt x="520483" y="588554"/>
                  </a:lnTo>
                  <a:lnTo>
                    <a:pt x="520429" y="588893"/>
                  </a:lnTo>
                  <a:lnTo>
                    <a:pt x="520441" y="589208"/>
                  </a:lnTo>
                  <a:lnTo>
                    <a:pt x="520330" y="589484"/>
                  </a:lnTo>
                  <a:lnTo>
                    <a:pt x="520092" y="589778"/>
                  </a:lnTo>
                  <a:lnTo>
                    <a:pt x="519187" y="589633"/>
                  </a:lnTo>
                  <a:lnTo>
                    <a:pt x="518392" y="589349"/>
                  </a:lnTo>
                  <a:lnTo>
                    <a:pt x="518158" y="589482"/>
                  </a:lnTo>
                  <a:lnTo>
                    <a:pt x="518063" y="589684"/>
                  </a:lnTo>
                  <a:lnTo>
                    <a:pt x="517948" y="589914"/>
                  </a:lnTo>
                  <a:lnTo>
                    <a:pt x="517769" y="589882"/>
                  </a:lnTo>
                  <a:lnTo>
                    <a:pt x="517492" y="589827"/>
                  </a:lnTo>
                  <a:lnTo>
                    <a:pt x="517261" y="589779"/>
                  </a:lnTo>
                  <a:lnTo>
                    <a:pt x="517058" y="589675"/>
                  </a:lnTo>
                  <a:lnTo>
                    <a:pt x="516766" y="589503"/>
                  </a:lnTo>
                  <a:lnTo>
                    <a:pt x="516694" y="589289"/>
                  </a:lnTo>
                  <a:lnTo>
                    <a:pt x="516593" y="589086"/>
                  </a:lnTo>
                  <a:lnTo>
                    <a:pt x="516413" y="589115"/>
                  </a:lnTo>
                  <a:lnTo>
                    <a:pt x="515885" y="589201"/>
                  </a:lnTo>
                  <a:lnTo>
                    <a:pt x="515497" y="589409"/>
                  </a:lnTo>
                  <a:lnTo>
                    <a:pt x="516054" y="590165"/>
                  </a:lnTo>
                  <a:lnTo>
                    <a:pt x="516315" y="590492"/>
                  </a:lnTo>
                  <a:lnTo>
                    <a:pt x="516468" y="590659"/>
                  </a:lnTo>
                  <a:lnTo>
                    <a:pt x="516459" y="590827"/>
                  </a:lnTo>
                  <a:lnTo>
                    <a:pt x="516555" y="591151"/>
                  </a:lnTo>
                  <a:lnTo>
                    <a:pt x="517272" y="591555"/>
                  </a:lnTo>
                  <a:lnTo>
                    <a:pt x="517588" y="592494"/>
                  </a:lnTo>
                  <a:lnTo>
                    <a:pt x="517472" y="592663"/>
                  </a:lnTo>
                  <a:lnTo>
                    <a:pt x="516883" y="592706"/>
                  </a:lnTo>
                  <a:lnTo>
                    <a:pt x="516904" y="592894"/>
                  </a:lnTo>
                  <a:lnTo>
                    <a:pt x="517229" y="593614"/>
                  </a:lnTo>
                  <a:lnTo>
                    <a:pt x="517546" y="593840"/>
                  </a:lnTo>
                  <a:lnTo>
                    <a:pt x="517915" y="593876"/>
                  </a:lnTo>
                  <a:lnTo>
                    <a:pt x="518143" y="593925"/>
                  </a:lnTo>
                  <a:lnTo>
                    <a:pt x="518414" y="593978"/>
                  </a:lnTo>
                  <a:lnTo>
                    <a:pt x="518686" y="593996"/>
                  </a:lnTo>
                  <a:lnTo>
                    <a:pt x="518849" y="594170"/>
                  </a:lnTo>
                  <a:lnTo>
                    <a:pt x="518847" y="594389"/>
                  </a:lnTo>
                  <a:lnTo>
                    <a:pt x="519165" y="594905"/>
                  </a:lnTo>
                  <a:lnTo>
                    <a:pt x="520339" y="595217"/>
                  </a:lnTo>
                  <a:lnTo>
                    <a:pt x="520597" y="595314"/>
                  </a:lnTo>
                  <a:lnTo>
                    <a:pt x="520828" y="595487"/>
                  </a:lnTo>
                  <a:lnTo>
                    <a:pt x="520948" y="595630"/>
                  </a:lnTo>
                  <a:lnTo>
                    <a:pt x="521070" y="595847"/>
                  </a:lnTo>
                  <a:lnTo>
                    <a:pt x="521346" y="596068"/>
                  </a:lnTo>
                  <a:lnTo>
                    <a:pt x="521684" y="596225"/>
                  </a:lnTo>
                  <a:lnTo>
                    <a:pt x="522169" y="596082"/>
                  </a:lnTo>
                  <a:lnTo>
                    <a:pt x="522591" y="595943"/>
                  </a:lnTo>
                  <a:lnTo>
                    <a:pt x="522841" y="595899"/>
                  </a:lnTo>
                  <a:lnTo>
                    <a:pt x="523183" y="595738"/>
                  </a:lnTo>
                  <a:lnTo>
                    <a:pt x="523436" y="595740"/>
                  </a:lnTo>
                  <a:lnTo>
                    <a:pt x="524096" y="595931"/>
                  </a:lnTo>
                  <a:lnTo>
                    <a:pt x="524435" y="596656"/>
                  </a:lnTo>
                  <a:lnTo>
                    <a:pt x="524802" y="596665"/>
                  </a:lnTo>
                  <a:lnTo>
                    <a:pt x="524714" y="596923"/>
                  </a:lnTo>
                  <a:lnTo>
                    <a:pt x="524514" y="596961"/>
                  </a:lnTo>
                  <a:lnTo>
                    <a:pt x="524809" y="597165"/>
                  </a:lnTo>
                  <a:lnTo>
                    <a:pt x="525017" y="597158"/>
                  </a:lnTo>
                  <a:lnTo>
                    <a:pt x="525509" y="597210"/>
                  </a:lnTo>
                  <a:lnTo>
                    <a:pt x="525527" y="597791"/>
                  </a:lnTo>
                  <a:lnTo>
                    <a:pt x="525761" y="598508"/>
                  </a:lnTo>
                  <a:lnTo>
                    <a:pt x="525773" y="598945"/>
                  </a:lnTo>
                  <a:lnTo>
                    <a:pt x="526005" y="599381"/>
                  </a:lnTo>
                  <a:lnTo>
                    <a:pt x="525910" y="599818"/>
                  </a:lnTo>
                  <a:lnTo>
                    <a:pt x="525814" y="599997"/>
                  </a:lnTo>
                  <a:lnTo>
                    <a:pt x="525364" y="599914"/>
                  </a:lnTo>
                  <a:lnTo>
                    <a:pt x="525108" y="599814"/>
                  </a:lnTo>
                  <a:lnTo>
                    <a:pt x="524865" y="599673"/>
                  </a:lnTo>
                  <a:lnTo>
                    <a:pt x="524770" y="599478"/>
                  </a:lnTo>
                  <a:lnTo>
                    <a:pt x="524774" y="598973"/>
                  </a:lnTo>
                  <a:lnTo>
                    <a:pt x="524662" y="598728"/>
                  </a:lnTo>
                  <a:lnTo>
                    <a:pt x="524427" y="598767"/>
                  </a:lnTo>
                  <a:lnTo>
                    <a:pt x="524276" y="598551"/>
                  </a:lnTo>
                  <a:lnTo>
                    <a:pt x="524621" y="598290"/>
                  </a:lnTo>
                  <a:lnTo>
                    <a:pt x="524638" y="598103"/>
                  </a:lnTo>
                  <a:lnTo>
                    <a:pt x="524477" y="597678"/>
                  </a:lnTo>
                  <a:lnTo>
                    <a:pt x="524092" y="598159"/>
                  </a:lnTo>
                  <a:lnTo>
                    <a:pt x="523917" y="599209"/>
                  </a:lnTo>
                  <a:lnTo>
                    <a:pt x="523621" y="599416"/>
                  </a:lnTo>
                  <a:lnTo>
                    <a:pt x="523468" y="599433"/>
                  </a:lnTo>
                  <a:lnTo>
                    <a:pt x="523217" y="599543"/>
                  </a:lnTo>
                  <a:lnTo>
                    <a:pt x="522909" y="600045"/>
                  </a:lnTo>
                  <a:lnTo>
                    <a:pt x="523377" y="600396"/>
                  </a:lnTo>
                  <a:lnTo>
                    <a:pt x="524037" y="599879"/>
                  </a:lnTo>
                  <a:lnTo>
                    <a:pt x="524191" y="599946"/>
                  </a:lnTo>
                  <a:lnTo>
                    <a:pt x="524098" y="600332"/>
                  </a:lnTo>
                  <a:lnTo>
                    <a:pt x="523717" y="600512"/>
                  </a:lnTo>
                  <a:lnTo>
                    <a:pt x="524158" y="601101"/>
                  </a:lnTo>
                  <a:lnTo>
                    <a:pt x="524561" y="601237"/>
                  </a:lnTo>
                  <a:lnTo>
                    <a:pt x="524295" y="601468"/>
                  </a:lnTo>
                  <a:lnTo>
                    <a:pt x="524168" y="601489"/>
                  </a:lnTo>
                  <a:lnTo>
                    <a:pt x="523996" y="601588"/>
                  </a:lnTo>
                  <a:lnTo>
                    <a:pt x="523791" y="601794"/>
                  </a:lnTo>
                  <a:lnTo>
                    <a:pt x="523801" y="602335"/>
                  </a:lnTo>
                  <a:lnTo>
                    <a:pt x="524350" y="603074"/>
                  </a:lnTo>
                  <a:lnTo>
                    <a:pt x="523852" y="603402"/>
                  </a:lnTo>
                  <a:lnTo>
                    <a:pt x="523627" y="603593"/>
                  </a:lnTo>
                  <a:lnTo>
                    <a:pt x="523576" y="604087"/>
                  </a:lnTo>
                  <a:lnTo>
                    <a:pt x="523694" y="604241"/>
                  </a:lnTo>
                  <a:lnTo>
                    <a:pt x="523961" y="604506"/>
                  </a:lnTo>
                  <a:lnTo>
                    <a:pt x="524128" y="604722"/>
                  </a:lnTo>
                  <a:lnTo>
                    <a:pt x="523956" y="606083"/>
                  </a:lnTo>
                  <a:lnTo>
                    <a:pt x="523916" y="606498"/>
                  </a:lnTo>
                  <a:lnTo>
                    <a:pt x="523826" y="606695"/>
                  </a:lnTo>
                  <a:lnTo>
                    <a:pt x="523526" y="606723"/>
                  </a:lnTo>
                  <a:lnTo>
                    <a:pt x="523153" y="606906"/>
                  </a:lnTo>
                  <a:lnTo>
                    <a:pt x="522809" y="607337"/>
                  </a:lnTo>
                  <a:lnTo>
                    <a:pt x="522432" y="607954"/>
                  </a:lnTo>
                  <a:lnTo>
                    <a:pt x="522258" y="607998"/>
                  </a:lnTo>
                  <a:lnTo>
                    <a:pt x="522049" y="608059"/>
                  </a:lnTo>
                  <a:lnTo>
                    <a:pt x="521895" y="608315"/>
                  </a:lnTo>
                  <a:lnTo>
                    <a:pt x="521901" y="608654"/>
                  </a:lnTo>
                  <a:lnTo>
                    <a:pt x="521845" y="608837"/>
                  </a:lnTo>
                  <a:lnTo>
                    <a:pt x="521645" y="608981"/>
                  </a:lnTo>
                  <a:lnTo>
                    <a:pt x="521111" y="608636"/>
                  </a:lnTo>
                  <a:lnTo>
                    <a:pt x="520941" y="608631"/>
                  </a:lnTo>
                  <a:lnTo>
                    <a:pt x="520636" y="608518"/>
                  </a:lnTo>
                  <a:lnTo>
                    <a:pt x="520423" y="608283"/>
                  </a:lnTo>
                  <a:lnTo>
                    <a:pt x="520059" y="608367"/>
                  </a:lnTo>
                  <a:lnTo>
                    <a:pt x="519899" y="608535"/>
                  </a:lnTo>
                  <a:lnTo>
                    <a:pt x="519710" y="608899"/>
                  </a:lnTo>
                  <a:lnTo>
                    <a:pt x="519453" y="609117"/>
                  </a:lnTo>
                  <a:lnTo>
                    <a:pt x="518646" y="609264"/>
                  </a:lnTo>
                  <a:lnTo>
                    <a:pt x="518325" y="609392"/>
                  </a:lnTo>
                  <a:lnTo>
                    <a:pt x="517926" y="609711"/>
                  </a:lnTo>
                  <a:lnTo>
                    <a:pt x="517574" y="609721"/>
                  </a:lnTo>
                  <a:lnTo>
                    <a:pt x="517038" y="610131"/>
                  </a:lnTo>
                  <a:lnTo>
                    <a:pt x="516822" y="610403"/>
                  </a:lnTo>
                  <a:lnTo>
                    <a:pt x="516521" y="610591"/>
                  </a:lnTo>
                  <a:lnTo>
                    <a:pt x="516390" y="610581"/>
                  </a:lnTo>
                  <a:lnTo>
                    <a:pt x="516096" y="610342"/>
                  </a:lnTo>
                  <a:lnTo>
                    <a:pt x="515785" y="610225"/>
                  </a:lnTo>
                  <a:lnTo>
                    <a:pt x="515408" y="610489"/>
                  </a:lnTo>
                  <a:lnTo>
                    <a:pt x="515209" y="610579"/>
                  </a:lnTo>
                  <a:lnTo>
                    <a:pt x="514712" y="610617"/>
                  </a:lnTo>
                  <a:lnTo>
                    <a:pt x="514369" y="610575"/>
                  </a:lnTo>
                  <a:lnTo>
                    <a:pt x="514062" y="610607"/>
                  </a:lnTo>
                  <a:lnTo>
                    <a:pt x="513853" y="610728"/>
                  </a:lnTo>
                  <a:lnTo>
                    <a:pt x="513473" y="611229"/>
                  </a:lnTo>
                  <a:lnTo>
                    <a:pt x="512925" y="611538"/>
                  </a:lnTo>
                  <a:lnTo>
                    <a:pt x="512591" y="611564"/>
                  </a:lnTo>
                  <a:lnTo>
                    <a:pt x="512174" y="611467"/>
                  </a:lnTo>
                  <a:lnTo>
                    <a:pt x="511819" y="611457"/>
                  </a:lnTo>
                  <a:lnTo>
                    <a:pt x="511638" y="611540"/>
                  </a:lnTo>
                  <a:lnTo>
                    <a:pt x="511221" y="611715"/>
                  </a:lnTo>
                  <a:lnTo>
                    <a:pt x="510917" y="611559"/>
                  </a:lnTo>
                  <a:lnTo>
                    <a:pt x="510609" y="610997"/>
                  </a:lnTo>
                  <a:lnTo>
                    <a:pt x="510445" y="610763"/>
                  </a:lnTo>
                  <a:lnTo>
                    <a:pt x="510090" y="610390"/>
                  </a:lnTo>
                  <a:lnTo>
                    <a:pt x="509299" y="610490"/>
                  </a:lnTo>
                  <a:lnTo>
                    <a:pt x="508839" y="610071"/>
                  </a:lnTo>
                  <a:lnTo>
                    <a:pt x="508607" y="609889"/>
                  </a:lnTo>
                  <a:lnTo>
                    <a:pt x="508041" y="609982"/>
                  </a:lnTo>
                  <a:lnTo>
                    <a:pt x="507689" y="610318"/>
                  </a:lnTo>
                  <a:lnTo>
                    <a:pt x="507496" y="610113"/>
                  </a:lnTo>
                  <a:lnTo>
                    <a:pt x="507154" y="609854"/>
                  </a:lnTo>
                  <a:lnTo>
                    <a:pt x="506321" y="609445"/>
                  </a:lnTo>
                  <a:lnTo>
                    <a:pt x="505861" y="609337"/>
                  </a:lnTo>
                  <a:lnTo>
                    <a:pt x="505588" y="609383"/>
                  </a:lnTo>
                  <a:lnTo>
                    <a:pt x="505375" y="609393"/>
                  </a:lnTo>
                  <a:lnTo>
                    <a:pt x="505126" y="609347"/>
                  </a:lnTo>
                  <a:lnTo>
                    <a:pt x="504710" y="609488"/>
                  </a:lnTo>
                  <a:lnTo>
                    <a:pt x="504262" y="609981"/>
                  </a:lnTo>
                  <a:lnTo>
                    <a:pt x="504352" y="610604"/>
                  </a:lnTo>
                  <a:lnTo>
                    <a:pt x="504268" y="610969"/>
                  </a:lnTo>
                  <a:lnTo>
                    <a:pt x="504091" y="611462"/>
                  </a:lnTo>
                  <a:lnTo>
                    <a:pt x="503849" y="611570"/>
                  </a:lnTo>
                  <a:lnTo>
                    <a:pt x="503370" y="611720"/>
                  </a:lnTo>
                  <a:lnTo>
                    <a:pt x="503383" y="611982"/>
                  </a:lnTo>
                  <a:lnTo>
                    <a:pt x="503642" y="612348"/>
                  </a:lnTo>
                  <a:lnTo>
                    <a:pt x="503741" y="612718"/>
                  </a:lnTo>
                  <a:lnTo>
                    <a:pt x="503673" y="612916"/>
                  </a:lnTo>
                  <a:lnTo>
                    <a:pt x="503497" y="613102"/>
                  </a:lnTo>
                  <a:lnTo>
                    <a:pt x="503737" y="613283"/>
                  </a:lnTo>
                  <a:lnTo>
                    <a:pt x="503666" y="613824"/>
                  </a:lnTo>
                  <a:lnTo>
                    <a:pt x="503988" y="614095"/>
                  </a:lnTo>
                  <a:lnTo>
                    <a:pt x="504363" y="614771"/>
                  </a:lnTo>
                  <a:lnTo>
                    <a:pt x="504531" y="615090"/>
                  </a:lnTo>
                  <a:lnTo>
                    <a:pt x="504681" y="615496"/>
                  </a:lnTo>
                  <a:lnTo>
                    <a:pt x="504895" y="616206"/>
                  </a:lnTo>
                  <a:lnTo>
                    <a:pt x="505521" y="616462"/>
                  </a:lnTo>
                  <a:lnTo>
                    <a:pt x="505706" y="616789"/>
                  </a:lnTo>
                  <a:lnTo>
                    <a:pt x="505989" y="616738"/>
                  </a:lnTo>
                  <a:lnTo>
                    <a:pt x="506036" y="616874"/>
                  </a:lnTo>
                  <a:lnTo>
                    <a:pt x="506053" y="617016"/>
                  </a:lnTo>
                  <a:lnTo>
                    <a:pt x="505907" y="617377"/>
                  </a:lnTo>
                  <a:lnTo>
                    <a:pt x="505904" y="617510"/>
                  </a:lnTo>
                  <a:lnTo>
                    <a:pt x="505327" y="618102"/>
                  </a:lnTo>
                  <a:lnTo>
                    <a:pt x="505152" y="618092"/>
                  </a:lnTo>
                  <a:lnTo>
                    <a:pt x="504562" y="618355"/>
                  </a:lnTo>
                  <a:lnTo>
                    <a:pt x="504311" y="618566"/>
                  </a:lnTo>
                  <a:lnTo>
                    <a:pt x="504065" y="618667"/>
                  </a:lnTo>
                  <a:lnTo>
                    <a:pt x="503757" y="618806"/>
                  </a:lnTo>
                  <a:lnTo>
                    <a:pt x="503491" y="618927"/>
                  </a:lnTo>
                  <a:lnTo>
                    <a:pt x="502803" y="619113"/>
                  </a:lnTo>
                  <a:lnTo>
                    <a:pt x="502538" y="619060"/>
                  </a:lnTo>
                  <a:lnTo>
                    <a:pt x="502065" y="619626"/>
                  </a:lnTo>
                  <a:lnTo>
                    <a:pt x="501927" y="619958"/>
                  </a:lnTo>
                  <a:lnTo>
                    <a:pt x="501761" y="620296"/>
                  </a:lnTo>
                  <a:lnTo>
                    <a:pt x="501280" y="620440"/>
                  </a:lnTo>
                  <a:lnTo>
                    <a:pt x="500548" y="620766"/>
                  </a:lnTo>
                  <a:lnTo>
                    <a:pt x="500292" y="620792"/>
                  </a:lnTo>
                  <a:lnTo>
                    <a:pt x="500028" y="621181"/>
                  </a:lnTo>
                  <a:lnTo>
                    <a:pt x="499753" y="621474"/>
                  </a:lnTo>
                  <a:lnTo>
                    <a:pt x="499613" y="621531"/>
                  </a:lnTo>
                  <a:lnTo>
                    <a:pt x="499485" y="621524"/>
                  </a:lnTo>
                  <a:lnTo>
                    <a:pt x="499058" y="621421"/>
                  </a:lnTo>
                  <a:lnTo>
                    <a:pt x="498738" y="621626"/>
                  </a:lnTo>
                  <a:lnTo>
                    <a:pt x="498505" y="621618"/>
                  </a:lnTo>
                  <a:lnTo>
                    <a:pt x="498122" y="621152"/>
                  </a:lnTo>
                  <a:lnTo>
                    <a:pt x="497481" y="621050"/>
                  </a:lnTo>
                  <a:lnTo>
                    <a:pt x="497043" y="620991"/>
                  </a:lnTo>
                  <a:lnTo>
                    <a:pt x="496775" y="621232"/>
                  </a:lnTo>
                  <a:lnTo>
                    <a:pt x="496741" y="621395"/>
                  </a:lnTo>
                  <a:lnTo>
                    <a:pt x="496686" y="621664"/>
                  </a:lnTo>
                  <a:lnTo>
                    <a:pt x="496691" y="621848"/>
                  </a:lnTo>
                  <a:lnTo>
                    <a:pt x="496711" y="622220"/>
                  </a:lnTo>
                  <a:lnTo>
                    <a:pt x="496526" y="622406"/>
                  </a:lnTo>
                  <a:lnTo>
                    <a:pt x="496231" y="622702"/>
                  </a:lnTo>
                  <a:lnTo>
                    <a:pt x="496096" y="622741"/>
                  </a:lnTo>
                  <a:lnTo>
                    <a:pt x="495951" y="622740"/>
                  </a:lnTo>
                  <a:lnTo>
                    <a:pt x="495824" y="622739"/>
                  </a:lnTo>
                  <a:lnTo>
                    <a:pt x="495556" y="622882"/>
                  </a:lnTo>
                  <a:lnTo>
                    <a:pt x="495486" y="623238"/>
                  </a:lnTo>
                  <a:lnTo>
                    <a:pt x="494888" y="623403"/>
                  </a:lnTo>
                  <a:lnTo>
                    <a:pt x="494589" y="623502"/>
                  </a:lnTo>
                  <a:lnTo>
                    <a:pt x="493976" y="623761"/>
                  </a:lnTo>
                  <a:lnTo>
                    <a:pt x="493756" y="623908"/>
                  </a:lnTo>
                  <a:lnTo>
                    <a:pt x="493021" y="624104"/>
                  </a:lnTo>
                  <a:lnTo>
                    <a:pt x="492672" y="624178"/>
                  </a:lnTo>
                  <a:lnTo>
                    <a:pt x="492543" y="624063"/>
                  </a:lnTo>
                  <a:lnTo>
                    <a:pt x="492134" y="623588"/>
                  </a:lnTo>
                  <a:lnTo>
                    <a:pt x="492125" y="623418"/>
                  </a:lnTo>
                  <a:lnTo>
                    <a:pt x="491850" y="623033"/>
                  </a:lnTo>
                  <a:lnTo>
                    <a:pt x="491466" y="622292"/>
                  </a:lnTo>
                  <a:lnTo>
                    <a:pt x="490750" y="621942"/>
                  </a:lnTo>
                  <a:lnTo>
                    <a:pt x="490437" y="621901"/>
                  </a:lnTo>
                  <a:lnTo>
                    <a:pt x="490162" y="621917"/>
                  </a:lnTo>
                  <a:lnTo>
                    <a:pt x="489827" y="621786"/>
                  </a:lnTo>
                  <a:lnTo>
                    <a:pt x="488981" y="622191"/>
                  </a:lnTo>
                  <a:lnTo>
                    <a:pt x="488564" y="622188"/>
                  </a:lnTo>
                  <a:lnTo>
                    <a:pt x="487718" y="622490"/>
                  </a:lnTo>
                  <a:lnTo>
                    <a:pt x="487547" y="622444"/>
                  </a:lnTo>
                  <a:lnTo>
                    <a:pt x="486951" y="622794"/>
                  </a:lnTo>
                  <a:lnTo>
                    <a:pt x="486627" y="622977"/>
                  </a:lnTo>
                  <a:lnTo>
                    <a:pt x="486164" y="622997"/>
                  </a:lnTo>
                  <a:lnTo>
                    <a:pt x="485788" y="623252"/>
                  </a:lnTo>
                  <a:lnTo>
                    <a:pt x="485194" y="623631"/>
                  </a:lnTo>
                  <a:lnTo>
                    <a:pt x="484695" y="623811"/>
                  </a:lnTo>
                  <a:lnTo>
                    <a:pt x="484301" y="623807"/>
                  </a:lnTo>
                  <a:lnTo>
                    <a:pt x="484171" y="623804"/>
                  </a:lnTo>
                  <a:lnTo>
                    <a:pt x="483819" y="623828"/>
                  </a:lnTo>
                  <a:lnTo>
                    <a:pt x="483593" y="623173"/>
                  </a:lnTo>
                  <a:lnTo>
                    <a:pt x="483561" y="623015"/>
                  </a:lnTo>
                  <a:lnTo>
                    <a:pt x="483410" y="622718"/>
                  </a:lnTo>
                  <a:lnTo>
                    <a:pt x="483312" y="622588"/>
                  </a:lnTo>
                  <a:lnTo>
                    <a:pt x="483040" y="622457"/>
                  </a:lnTo>
                  <a:lnTo>
                    <a:pt x="482645" y="621905"/>
                  </a:lnTo>
                  <a:lnTo>
                    <a:pt x="482422" y="621531"/>
                  </a:lnTo>
                  <a:lnTo>
                    <a:pt x="481765" y="621160"/>
                  </a:lnTo>
                  <a:lnTo>
                    <a:pt x="481356" y="621384"/>
                  </a:lnTo>
                  <a:lnTo>
                    <a:pt x="481147" y="621733"/>
                  </a:lnTo>
                  <a:lnTo>
                    <a:pt x="480882" y="621753"/>
                  </a:lnTo>
                  <a:lnTo>
                    <a:pt x="480368" y="622050"/>
                  </a:lnTo>
                  <a:lnTo>
                    <a:pt x="479919" y="622040"/>
                  </a:lnTo>
                  <a:lnTo>
                    <a:pt x="479416" y="621976"/>
                  </a:lnTo>
                  <a:lnTo>
                    <a:pt x="479144" y="621921"/>
                  </a:lnTo>
                  <a:lnTo>
                    <a:pt x="478738" y="622144"/>
                  </a:lnTo>
                  <a:lnTo>
                    <a:pt x="478531" y="622372"/>
                  </a:lnTo>
                  <a:lnTo>
                    <a:pt x="478192" y="622181"/>
                  </a:lnTo>
                  <a:lnTo>
                    <a:pt x="477898" y="622051"/>
                  </a:lnTo>
                  <a:lnTo>
                    <a:pt x="477579" y="621762"/>
                  </a:lnTo>
                  <a:lnTo>
                    <a:pt x="477466" y="621503"/>
                  </a:lnTo>
                  <a:lnTo>
                    <a:pt x="477217" y="621270"/>
                  </a:lnTo>
                  <a:lnTo>
                    <a:pt x="477089" y="620883"/>
                  </a:lnTo>
                  <a:lnTo>
                    <a:pt x="477054" y="620678"/>
                  </a:lnTo>
                  <a:lnTo>
                    <a:pt x="476754" y="620623"/>
                  </a:lnTo>
                  <a:lnTo>
                    <a:pt x="476063" y="620862"/>
                  </a:lnTo>
                  <a:lnTo>
                    <a:pt x="475738" y="621171"/>
                  </a:lnTo>
                  <a:lnTo>
                    <a:pt x="475458" y="621222"/>
                  </a:lnTo>
                  <a:lnTo>
                    <a:pt x="475098" y="621084"/>
                  </a:lnTo>
                  <a:lnTo>
                    <a:pt x="474879" y="621162"/>
                  </a:lnTo>
                  <a:lnTo>
                    <a:pt x="474265" y="620776"/>
                  </a:lnTo>
                  <a:lnTo>
                    <a:pt x="473938" y="620535"/>
                  </a:lnTo>
                  <a:lnTo>
                    <a:pt x="473810" y="620487"/>
                  </a:lnTo>
                  <a:lnTo>
                    <a:pt x="473627" y="620221"/>
                  </a:lnTo>
                  <a:lnTo>
                    <a:pt x="473217" y="619971"/>
                  </a:lnTo>
                  <a:lnTo>
                    <a:pt x="472596" y="619602"/>
                  </a:lnTo>
                  <a:lnTo>
                    <a:pt x="472384" y="619191"/>
                  </a:lnTo>
                  <a:lnTo>
                    <a:pt x="472359" y="619026"/>
                  </a:lnTo>
                  <a:lnTo>
                    <a:pt x="472292" y="618533"/>
                  </a:lnTo>
                  <a:lnTo>
                    <a:pt x="471860" y="618254"/>
                  </a:lnTo>
                  <a:lnTo>
                    <a:pt x="471666" y="618166"/>
                  </a:lnTo>
                  <a:lnTo>
                    <a:pt x="470880" y="618271"/>
                  </a:lnTo>
                  <a:lnTo>
                    <a:pt x="470611" y="618404"/>
                  </a:lnTo>
                  <a:lnTo>
                    <a:pt x="470156" y="618297"/>
                  </a:lnTo>
                  <a:lnTo>
                    <a:pt x="469977" y="617916"/>
                  </a:lnTo>
                  <a:lnTo>
                    <a:pt x="469809" y="617679"/>
                  </a:lnTo>
                  <a:lnTo>
                    <a:pt x="469680" y="617495"/>
                  </a:lnTo>
                  <a:lnTo>
                    <a:pt x="469517" y="617126"/>
                  </a:lnTo>
                  <a:lnTo>
                    <a:pt x="469271" y="617098"/>
                  </a:lnTo>
                  <a:lnTo>
                    <a:pt x="468964" y="617063"/>
                  </a:lnTo>
                  <a:lnTo>
                    <a:pt x="468515" y="617293"/>
                  </a:lnTo>
                  <a:lnTo>
                    <a:pt x="468346" y="617346"/>
                  </a:lnTo>
                  <a:lnTo>
                    <a:pt x="468088" y="617405"/>
                  </a:lnTo>
                  <a:lnTo>
                    <a:pt x="467635" y="617440"/>
                  </a:lnTo>
                  <a:lnTo>
                    <a:pt x="467334" y="617051"/>
                  </a:lnTo>
                  <a:lnTo>
                    <a:pt x="466718" y="616752"/>
                  </a:lnTo>
                  <a:lnTo>
                    <a:pt x="466537" y="616664"/>
                  </a:lnTo>
                  <a:lnTo>
                    <a:pt x="466186" y="616087"/>
                  </a:lnTo>
                  <a:lnTo>
                    <a:pt x="466028" y="615967"/>
                  </a:lnTo>
                  <a:lnTo>
                    <a:pt x="465530" y="615869"/>
                  </a:lnTo>
                  <a:lnTo>
                    <a:pt x="465187" y="615418"/>
                  </a:lnTo>
                  <a:lnTo>
                    <a:pt x="465016" y="615380"/>
                  </a:lnTo>
                  <a:lnTo>
                    <a:pt x="464805" y="615312"/>
                  </a:lnTo>
                  <a:lnTo>
                    <a:pt x="464711" y="615179"/>
                  </a:lnTo>
                  <a:lnTo>
                    <a:pt x="464495" y="615023"/>
                  </a:lnTo>
                  <a:lnTo>
                    <a:pt x="464179" y="614827"/>
                  </a:lnTo>
                  <a:lnTo>
                    <a:pt x="464182" y="614554"/>
                  </a:lnTo>
                  <a:lnTo>
                    <a:pt x="463995" y="614251"/>
                  </a:lnTo>
                  <a:lnTo>
                    <a:pt x="463797" y="614146"/>
                  </a:lnTo>
                  <a:lnTo>
                    <a:pt x="463568" y="614111"/>
                  </a:lnTo>
                  <a:lnTo>
                    <a:pt x="463187" y="614116"/>
                  </a:lnTo>
                  <a:lnTo>
                    <a:pt x="462534" y="614089"/>
                  </a:lnTo>
                  <a:lnTo>
                    <a:pt x="461996" y="613911"/>
                  </a:lnTo>
                  <a:lnTo>
                    <a:pt x="461427" y="613818"/>
                  </a:lnTo>
                  <a:lnTo>
                    <a:pt x="461154" y="613533"/>
                  </a:lnTo>
                  <a:lnTo>
                    <a:pt x="461166" y="613291"/>
                  </a:lnTo>
                  <a:lnTo>
                    <a:pt x="461164" y="612838"/>
                  </a:lnTo>
                  <a:lnTo>
                    <a:pt x="461050" y="612468"/>
                  </a:lnTo>
                  <a:lnTo>
                    <a:pt x="461080" y="612146"/>
                  </a:lnTo>
                  <a:lnTo>
                    <a:pt x="460855" y="611675"/>
                  </a:lnTo>
                  <a:lnTo>
                    <a:pt x="460535" y="611169"/>
                  </a:lnTo>
                  <a:lnTo>
                    <a:pt x="460718" y="610536"/>
                  </a:lnTo>
                  <a:lnTo>
                    <a:pt x="460717" y="610307"/>
                  </a:lnTo>
                  <a:lnTo>
                    <a:pt x="460735" y="609948"/>
                  </a:lnTo>
                  <a:lnTo>
                    <a:pt x="460926" y="609591"/>
                  </a:lnTo>
                  <a:lnTo>
                    <a:pt x="461028" y="608881"/>
                  </a:lnTo>
                  <a:lnTo>
                    <a:pt x="461286" y="608689"/>
                  </a:lnTo>
                  <a:lnTo>
                    <a:pt x="461765" y="608620"/>
                  </a:lnTo>
                  <a:lnTo>
                    <a:pt x="462692" y="608707"/>
                  </a:lnTo>
                  <a:lnTo>
                    <a:pt x="463116" y="609004"/>
                  </a:lnTo>
                  <a:lnTo>
                    <a:pt x="463273" y="609009"/>
                  </a:lnTo>
                  <a:lnTo>
                    <a:pt x="463443" y="608994"/>
                  </a:lnTo>
                  <a:lnTo>
                    <a:pt x="463732" y="608950"/>
                  </a:lnTo>
                  <a:lnTo>
                    <a:pt x="464254" y="608555"/>
                  </a:lnTo>
                  <a:lnTo>
                    <a:pt x="464383" y="608282"/>
                  </a:lnTo>
                  <a:lnTo>
                    <a:pt x="464471" y="607878"/>
                  </a:lnTo>
                  <a:lnTo>
                    <a:pt x="464418" y="607633"/>
                  </a:lnTo>
                  <a:lnTo>
                    <a:pt x="464485" y="607228"/>
                  </a:lnTo>
                  <a:lnTo>
                    <a:pt x="464596" y="606805"/>
                  </a:lnTo>
                  <a:lnTo>
                    <a:pt x="464923" y="606433"/>
                  </a:lnTo>
                  <a:lnTo>
                    <a:pt x="465407" y="606230"/>
                  </a:lnTo>
                  <a:lnTo>
                    <a:pt x="466025" y="606002"/>
                  </a:lnTo>
                  <a:lnTo>
                    <a:pt x="466291" y="605757"/>
                  </a:lnTo>
                  <a:lnTo>
                    <a:pt x="466232" y="605214"/>
                  </a:lnTo>
                  <a:lnTo>
                    <a:pt x="465915" y="604975"/>
                  </a:lnTo>
                  <a:lnTo>
                    <a:pt x="465726" y="604951"/>
                  </a:lnTo>
                  <a:lnTo>
                    <a:pt x="465422" y="604921"/>
                  </a:lnTo>
                  <a:lnTo>
                    <a:pt x="464981" y="604705"/>
                  </a:lnTo>
                  <a:lnTo>
                    <a:pt x="464713" y="604777"/>
                  </a:lnTo>
                  <a:lnTo>
                    <a:pt x="464477" y="604969"/>
                  </a:lnTo>
                  <a:lnTo>
                    <a:pt x="464285" y="605130"/>
                  </a:lnTo>
                  <a:lnTo>
                    <a:pt x="464041" y="605150"/>
                  </a:lnTo>
                  <a:lnTo>
                    <a:pt x="463456" y="604864"/>
                  </a:lnTo>
                  <a:lnTo>
                    <a:pt x="463185" y="604671"/>
                  </a:lnTo>
                  <a:lnTo>
                    <a:pt x="463027" y="604661"/>
                  </a:lnTo>
                  <a:lnTo>
                    <a:pt x="462726" y="604438"/>
                  </a:lnTo>
                  <a:lnTo>
                    <a:pt x="463006" y="604128"/>
                  </a:lnTo>
                  <a:lnTo>
                    <a:pt x="463379" y="603915"/>
                  </a:lnTo>
                  <a:lnTo>
                    <a:pt x="463454" y="603769"/>
                  </a:lnTo>
                  <a:lnTo>
                    <a:pt x="463643" y="603407"/>
                  </a:lnTo>
                  <a:lnTo>
                    <a:pt x="464122" y="602690"/>
                  </a:lnTo>
                  <a:lnTo>
                    <a:pt x="463961" y="602607"/>
                  </a:lnTo>
                  <a:lnTo>
                    <a:pt x="463752" y="602639"/>
                  </a:lnTo>
                  <a:lnTo>
                    <a:pt x="463681" y="602208"/>
                  </a:lnTo>
                  <a:lnTo>
                    <a:pt x="463716" y="602062"/>
                  </a:lnTo>
                  <a:lnTo>
                    <a:pt x="464064" y="601926"/>
                  </a:lnTo>
                  <a:lnTo>
                    <a:pt x="464442" y="601802"/>
                  </a:lnTo>
                  <a:lnTo>
                    <a:pt x="464196" y="601230"/>
                  </a:lnTo>
                  <a:lnTo>
                    <a:pt x="464162" y="601086"/>
                  </a:lnTo>
                  <a:lnTo>
                    <a:pt x="464136" y="600867"/>
                  </a:lnTo>
                  <a:lnTo>
                    <a:pt x="463965" y="600535"/>
                  </a:lnTo>
                  <a:lnTo>
                    <a:pt x="463864" y="600366"/>
                  </a:lnTo>
                  <a:lnTo>
                    <a:pt x="463701" y="599942"/>
                  </a:lnTo>
                  <a:lnTo>
                    <a:pt x="463624" y="599614"/>
                  </a:lnTo>
                  <a:lnTo>
                    <a:pt x="463520" y="599476"/>
                  </a:lnTo>
                  <a:lnTo>
                    <a:pt x="463404" y="599004"/>
                  </a:lnTo>
                  <a:lnTo>
                    <a:pt x="463410" y="598770"/>
                  </a:lnTo>
                  <a:lnTo>
                    <a:pt x="463255" y="598199"/>
                  </a:lnTo>
                  <a:lnTo>
                    <a:pt x="462932" y="597751"/>
                  </a:lnTo>
                  <a:lnTo>
                    <a:pt x="462874" y="597622"/>
                  </a:lnTo>
                  <a:lnTo>
                    <a:pt x="462805" y="597408"/>
                  </a:lnTo>
                  <a:lnTo>
                    <a:pt x="462442" y="596934"/>
                  </a:lnTo>
                  <a:lnTo>
                    <a:pt x="462384" y="596698"/>
                  </a:lnTo>
                  <a:lnTo>
                    <a:pt x="462341" y="596526"/>
                  </a:lnTo>
                  <a:lnTo>
                    <a:pt x="462421" y="596365"/>
                  </a:lnTo>
                  <a:lnTo>
                    <a:pt x="462547" y="595874"/>
                  </a:lnTo>
                  <a:lnTo>
                    <a:pt x="462501" y="595615"/>
                  </a:lnTo>
                  <a:lnTo>
                    <a:pt x="462401" y="595213"/>
                  </a:lnTo>
                  <a:lnTo>
                    <a:pt x="462314" y="594688"/>
                  </a:lnTo>
                  <a:lnTo>
                    <a:pt x="462206" y="594364"/>
                  </a:lnTo>
                  <a:lnTo>
                    <a:pt x="462136" y="594152"/>
                  </a:lnTo>
                  <a:lnTo>
                    <a:pt x="462027" y="593993"/>
                  </a:lnTo>
                  <a:lnTo>
                    <a:pt x="461790" y="593622"/>
                  </a:lnTo>
                  <a:lnTo>
                    <a:pt x="461855" y="593025"/>
                  </a:lnTo>
                  <a:lnTo>
                    <a:pt x="461990" y="592932"/>
                  </a:lnTo>
                  <a:lnTo>
                    <a:pt x="462392" y="592635"/>
                  </a:lnTo>
                  <a:lnTo>
                    <a:pt x="462733" y="592674"/>
                  </a:lnTo>
                  <a:lnTo>
                    <a:pt x="462927" y="592813"/>
                  </a:lnTo>
                  <a:lnTo>
                    <a:pt x="463313" y="593242"/>
                  </a:lnTo>
                  <a:lnTo>
                    <a:pt x="463504" y="593238"/>
                  </a:lnTo>
                  <a:lnTo>
                    <a:pt x="463645" y="593235"/>
                  </a:lnTo>
                  <a:lnTo>
                    <a:pt x="464092" y="593237"/>
                  </a:lnTo>
                  <a:lnTo>
                    <a:pt x="464722" y="593310"/>
                  </a:lnTo>
                  <a:lnTo>
                    <a:pt x="464962" y="593428"/>
                  </a:lnTo>
                  <a:lnTo>
                    <a:pt x="465141" y="593441"/>
                  </a:lnTo>
                  <a:lnTo>
                    <a:pt x="465162" y="593301"/>
                  </a:lnTo>
                  <a:lnTo>
                    <a:pt x="465097" y="592966"/>
                  </a:lnTo>
                  <a:lnTo>
                    <a:pt x="465212" y="592721"/>
                  </a:lnTo>
                  <a:lnTo>
                    <a:pt x="465745" y="592433"/>
                  </a:lnTo>
                  <a:lnTo>
                    <a:pt x="466116" y="592321"/>
                  </a:lnTo>
                  <a:lnTo>
                    <a:pt x="466459" y="592280"/>
                  </a:lnTo>
                  <a:lnTo>
                    <a:pt x="466422" y="592093"/>
                  </a:lnTo>
                  <a:lnTo>
                    <a:pt x="466278" y="592065"/>
                  </a:lnTo>
                  <a:lnTo>
                    <a:pt x="466117" y="592087"/>
                  </a:lnTo>
                  <a:lnTo>
                    <a:pt x="465714" y="591915"/>
                  </a:lnTo>
                  <a:lnTo>
                    <a:pt x="465464" y="591653"/>
                  </a:lnTo>
                  <a:lnTo>
                    <a:pt x="465149" y="591676"/>
                  </a:lnTo>
                  <a:lnTo>
                    <a:pt x="464949" y="591480"/>
                  </a:lnTo>
                  <a:lnTo>
                    <a:pt x="464138" y="591174"/>
                  </a:lnTo>
                  <a:lnTo>
                    <a:pt x="463645" y="591285"/>
                  </a:lnTo>
                  <a:lnTo>
                    <a:pt x="463161" y="591636"/>
                  </a:lnTo>
                  <a:lnTo>
                    <a:pt x="463060" y="591807"/>
                  </a:lnTo>
                  <a:lnTo>
                    <a:pt x="462478" y="592017"/>
                  </a:lnTo>
                  <a:lnTo>
                    <a:pt x="462277" y="591889"/>
                  </a:lnTo>
                  <a:lnTo>
                    <a:pt x="461892" y="591628"/>
                  </a:lnTo>
                  <a:lnTo>
                    <a:pt x="461677" y="591770"/>
                  </a:lnTo>
                  <a:lnTo>
                    <a:pt x="461528" y="591874"/>
                  </a:lnTo>
                  <a:lnTo>
                    <a:pt x="461257" y="591934"/>
                  </a:lnTo>
                  <a:lnTo>
                    <a:pt x="461163" y="591657"/>
                  </a:lnTo>
                  <a:lnTo>
                    <a:pt x="461159" y="591421"/>
                  </a:lnTo>
                  <a:lnTo>
                    <a:pt x="460935" y="591049"/>
                  </a:lnTo>
                  <a:lnTo>
                    <a:pt x="460847" y="590747"/>
                  </a:lnTo>
                  <a:lnTo>
                    <a:pt x="460870" y="590526"/>
                  </a:lnTo>
                  <a:lnTo>
                    <a:pt x="460854" y="590366"/>
                  </a:lnTo>
                  <a:lnTo>
                    <a:pt x="460378" y="589841"/>
                  </a:lnTo>
                  <a:lnTo>
                    <a:pt x="460315" y="589426"/>
                  </a:lnTo>
                  <a:lnTo>
                    <a:pt x="459871" y="589004"/>
                  </a:lnTo>
                  <a:lnTo>
                    <a:pt x="459838" y="588846"/>
                  </a:lnTo>
                  <a:lnTo>
                    <a:pt x="459447" y="588540"/>
                  </a:lnTo>
                  <a:lnTo>
                    <a:pt x="459308" y="588541"/>
                  </a:lnTo>
                  <a:lnTo>
                    <a:pt x="458754" y="588824"/>
                  </a:lnTo>
                  <a:lnTo>
                    <a:pt x="458381" y="588620"/>
                  </a:lnTo>
                  <a:lnTo>
                    <a:pt x="458255" y="588046"/>
                  </a:lnTo>
                  <a:lnTo>
                    <a:pt x="458301" y="587761"/>
                  </a:lnTo>
                  <a:lnTo>
                    <a:pt x="458306" y="587512"/>
                  </a:lnTo>
                  <a:lnTo>
                    <a:pt x="458233" y="587062"/>
                  </a:lnTo>
                  <a:lnTo>
                    <a:pt x="457851" y="586699"/>
                  </a:lnTo>
                  <a:lnTo>
                    <a:pt x="457243" y="586264"/>
                  </a:lnTo>
                  <a:lnTo>
                    <a:pt x="456960" y="586080"/>
                  </a:lnTo>
                  <a:lnTo>
                    <a:pt x="456838" y="585934"/>
                  </a:lnTo>
                  <a:lnTo>
                    <a:pt x="456792" y="585604"/>
                  </a:lnTo>
                  <a:lnTo>
                    <a:pt x="456803" y="585399"/>
                  </a:lnTo>
                  <a:lnTo>
                    <a:pt x="456857" y="585154"/>
                  </a:lnTo>
                  <a:lnTo>
                    <a:pt x="456801" y="584987"/>
                  </a:lnTo>
                  <a:lnTo>
                    <a:pt x="456656" y="584799"/>
                  </a:lnTo>
                  <a:lnTo>
                    <a:pt x="456593" y="584387"/>
                  </a:lnTo>
                  <a:lnTo>
                    <a:pt x="456565" y="583895"/>
                  </a:lnTo>
                  <a:lnTo>
                    <a:pt x="456295" y="583853"/>
                  </a:lnTo>
                  <a:lnTo>
                    <a:pt x="456024" y="583430"/>
                  </a:lnTo>
                  <a:lnTo>
                    <a:pt x="456030" y="583162"/>
                  </a:lnTo>
                  <a:lnTo>
                    <a:pt x="455842" y="582673"/>
                  </a:lnTo>
                  <a:lnTo>
                    <a:pt x="455846" y="582467"/>
                  </a:lnTo>
                  <a:lnTo>
                    <a:pt x="455909" y="582323"/>
                  </a:lnTo>
                  <a:lnTo>
                    <a:pt x="456270" y="582005"/>
                  </a:lnTo>
                  <a:lnTo>
                    <a:pt x="456310" y="581829"/>
                  </a:lnTo>
                  <a:lnTo>
                    <a:pt x="456306" y="581656"/>
                  </a:lnTo>
                  <a:lnTo>
                    <a:pt x="456295" y="581421"/>
                  </a:lnTo>
                  <a:lnTo>
                    <a:pt x="456390" y="581274"/>
                  </a:lnTo>
                  <a:lnTo>
                    <a:pt x="456525" y="581264"/>
                  </a:lnTo>
                  <a:lnTo>
                    <a:pt x="456782" y="580931"/>
                  </a:lnTo>
                  <a:lnTo>
                    <a:pt x="456699" y="580383"/>
                  </a:lnTo>
                  <a:lnTo>
                    <a:pt x="456604" y="580087"/>
                  </a:lnTo>
                  <a:lnTo>
                    <a:pt x="456272" y="579524"/>
                  </a:lnTo>
                  <a:lnTo>
                    <a:pt x="456041" y="579410"/>
                  </a:lnTo>
                  <a:lnTo>
                    <a:pt x="455645" y="579048"/>
                  </a:lnTo>
                  <a:lnTo>
                    <a:pt x="455058" y="578605"/>
                  </a:lnTo>
                  <a:lnTo>
                    <a:pt x="454926" y="578326"/>
                  </a:lnTo>
                  <a:lnTo>
                    <a:pt x="454494" y="577913"/>
                  </a:lnTo>
                  <a:lnTo>
                    <a:pt x="454323" y="577653"/>
                  </a:lnTo>
                  <a:lnTo>
                    <a:pt x="454126" y="577401"/>
                  </a:lnTo>
                  <a:lnTo>
                    <a:pt x="453969" y="577318"/>
                  </a:lnTo>
                  <a:lnTo>
                    <a:pt x="453651" y="577254"/>
                  </a:lnTo>
                  <a:lnTo>
                    <a:pt x="453506" y="577152"/>
                  </a:lnTo>
                  <a:lnTo>
                    <a:pt x="453126" y="576996"/>
                  </a:lnTo>
                  <a:lnTo>
                    <a:pt x="452761" y="576861"/>
                  </a:lnTo>
                  <a:lnTo>
                    <a:pt x="452558" y="576867"/>
                  </a:lnTo>
                  <a:lnTo>
                    <a:pt x="452180" y="576607"/>
                  </a:lnTo>
                  <a:lnTo>
                    <a:pt x="451664" y="576390"/>
                  </a:lnTo>
                  <a:lnTo>
                    <a:pt x="451324" y="576322"/>
                  </a:lnTo>
                  <a:lnTo>
                    <a:pt x="450994" y="576398"/>
                  </a:lnTo>
                  <a:lnTo>
                    <a:pt x="450757" y="576488"/>
                  </a:lnTo>
                  <a:lnTo>
                    <a:pt x="450157" y="576562"/>
                  </a:lnTo>
                  <a:lnTo>
                    <a:pt x="449844" y="576585"/>
                  </a:lnTo>
                  <a:lnTo>
                    <a:pt x="449433" y="576717"/>
                  </a:lnTo>
                  <a:lnTo>
                    <a:pt x="449296" y="576761"/>
                  </a:lnTo>
                  <a:lnTo>
                    <a:pt x="449116" y="576804"/>
                  </a:lnTo>
                  <a:lnTo>
                    <a:pt x="448769" y="576887"/>
                  </a:lnTo>
                  <a:lnTo>
                    <a:pt x="448573" y="576907"/>
                  </a:lnTo>
                  <a:lnTo>
                    <a:pt x="448126" y="576861"/>
                  </a:lnTo>
                  <a:lnTo>
                    <a:pt x="447705" y="576749"/>
                  </a:lnTo>
                  <a:lnTo>
                    <a:pt x="447495" y="576647"/>
                  </a:lnTo>
                  <a:lnTo>
                    <a:pt x="447263" y="576521"/>
                  </a:lnTo>
                  <a:lnTo>
                    <a:pt x="447128" y="576511"/>
                  </a:lnTo>
                  <a:lnTo>
                    <a:pt x="446865" y="576546"/>
                  </a:lnTo>
                  <a:lnTo>
                    <a:pt x="446620" y="576580"/>
                  </a:lnTo>
                  <a:lnTo>
                    <a:pt x="445909" y="576614"/>
                  </a:lnTo>
                  <a:lnTo>
                    <a:pt x="445385" y="576559"/>
                  </a:lnTo>
                  <a:lnTo>
                    <a:pt x="445025" y="576394"/>
                  </a:lnTo>
                  <a:lnTo>
                    <a:pt x="444634" y="576335"/>
                  </a:lnTo>
                  <a:lnTo>
                    <a:pt x="444198" y="576551"/>
                  </a:lnTo>
                  <a:lnTo>
                    <a:pt x="443968" y="576734"/>
                  </a:lnTo>
                  <a:lnTo>
                    <a:pt x="443804" y="576725"/>
                  </a:lnTo>
                  <a:lnTo>
                    <a:pt x="443483" y="576664"/>
                  </a:lnTo>
                  <a:lnTo>
                    <a:pt x="442924" y="576656"/>
                  </a:lnTo>
                  <a:lnTo>
                    <a:pt x="442685" y="576757"/>
                  </a:lnTo>
                  <a:lnTo>
                    <a:pt x="442485" y="576873"/>
                  </a:lnTo>
                  <a:lnTo>
                    <a:pt x="442309" y="577128"/>
                  </a:lnTo>
                  <a:lnTo>
                    <a:pt x="442098" y="577365"/>
                  </a:lnTo>
                  <a:lnTo>
                    <a:pt x="441803" y="577343"/>
                  </a:lnTo>
                  <a:lnTo>
                    <a:pt x="441295" y="577389"/>
                  </a:lnTo>
                  <a:lnTo>
                    <a:pt x="440741" y="577678"/>
                  </a:lnTo>
                  <a:lnTo>
                    <a:pt x="440425" y="577297"/>
                  </a:lnTo>
                  <a:lnTo>
                    <a:pt x="440218" y="577031"/>
                  </a:lnTo>
                  <a:lnTo>
                    <a:pt x="439875" y="577013"/>
                  </a:lnTo>
                  <a:lnTo>
                    <a:pt x="439464" y="576730"/>
                  </a:lnTo>
                  <a:lnTo>
                    <a:pt x="438879" y="576627"/>
                  </a:lnTo>
                  <a:lnTo>
                    <a:pt x="438567" y="576335"/>
                  </a:lnTo>
                  <a:lnTo>
                    <a:pt x="438156" y="576147"/>
                  </a:lnTo>
                  <a:lnTo>
                    <a:pt x="437849" y="576111"/>
                  </a:lnTo>
                  <a:lnTo>
                    <a:pt x="437590" y="576330"/>
                  </a:lnTo>
                  <a:lnTo>
                    <a:pt x="437006" y="576355"/>
                  </a:lnTo>
                  <a:lnTo>
                    <a:pt x="436992" y="576037"/>
                  </a:lnTo>
                  <a:lnTo>
                    <a:pt x="436924" y="575775"/>
                  </a:lnTo>
                  <a:lnTo>
                    <a:pt x="436354" y="575720"/>
                  </a:lnTo>
                  <a:lnTo>
                    <a:pt x="437070" y="575223"/>
                  </a:lnTo>
                  <a:lnTo>
                    <a:pt x="436945" y="574900"/>
                  </a:lnTo>
                  <a:lnTo>
                    <a:pt x="436544" y="575068"/>
                  </a:lnTo>
                  <a:lnTo>
                    <a:pt x="436273" y="575038"/>
                  </a:lnTo>
                  <a:lnTo>
                    <a:pt x="436121" y="575386"/>
                  </a:lnTo>
                  <a:lnTo>
                    <a:pt x="435769" y="575386"/>
                  </a:lnTo>
                  <a:lnTo>
                    <a:pt x="435693" y="574708"/>
                  </a:lnTo>
                  <a:lnTo>
                    <a:pt x="435386" y="574564"/>
                  </a:lnTo>
                  <a:lnTo>
                    <a:pt x="435138" y="574723"/>
                  </a:lnTo>
                  <a:lnTo>
                    <a:pt x="435175" y="574944"/>
                  </a:lnTo>
                  <a:lnTo>
                    <a:pt x="435138" y="575117"/>
                  </a:lnTo>
                  <a:lnTo>
                    <a:pt x="434845" y="575162"/>
                  </a:lnTo>
                  <a:lnTo>
                    <a:pt x="434304" y="574460"/>
                  </a:lnTo>
                  <a:lnTo>
                    <a:pt x="434110" y="574819"/>
                  </a:lnTo>
                  <a:lnTo>
                    <a:pt x="434007" y="575087"/>
                  </a:lnTo>
                  <a:lnTo>
                    <a:pt x="433485" y="575648"/>
                  </a:lnTo>
                  <a:lnTo>
                    <a:pt x="432931" y="575827"/>
                  </a:lnTo>
                  <a:lnTo>
                    <a:pt x="432831" y="576079"/>
                  </a:lnTo>
                  <a:lnTo>
                    <a:pt x="432648" y="576648"/>
                  </a:lnTo>
                  <a:lnTo>
                    <a:pt x="432347" y="577002"/>
                  </a:lnTo>
                  <a:lnTo>
                    <a:pt x="431899" y="576649"/>
                  </a:lnTo>
                  <a:lnTo>
                    <a:pt x="431611" y="576569"/>
                  </a:lnTo>
                  <a:lnTo>
                    <a:pt x="431496" y="576409"/>
                  </a:lnTo>
                  <a:lnTo>
                    <a:pt x="431590" y="576106"/>
                  </a:lnTo>
                  <a:lnTo>
                    <a:pt x="431839" y="575602"/>
                  </a:lnTo>
                  <a:lnTo>
                    <a:pt x="432087" y="575256"/>
                  </a:lnTo>
                  <a:lnTo>
                    <a:pt x="432217" y="575033"/>
                  </a:lnTo>
                  <a:lnTo>
                    <a:pt x="432325" y="574769"/>
                  </a:lnTo>
                  <a:lnTo>
                    <a:pt x="432398" y="574329"/>
                  </a:lnTo>
                  <a:lnTo>
                    <a:pt x="432459" y="573984"/>
                  </a:lnTo>
                  <a:lnTo>
                    <a:pt x="431961" y="573368"/>
                  </a:lnTo>
                  <a:lnTo>
                    <a:pt x="431914" y="573132"/>
                  </a:lnTo>
                  <a:lnTo>
                    <a:pt x="432065" y="572759"/>
                  </a:lnTo>
                  <a:lnTo>
                    <a:pt x="431782" y="572315"/>
                  </a:lnTo>
                  <a:lnTo>
                    <a:pt x="431744" y="572107"/>
                  </a:lnTo>
                  <a:lnTo>
                    <a:pt x="431755" y="571879"/>
                  </a:lnTo>
                  <a:lnTo>
                    <a:pt x="431796" y="571671"/>
                  </a:lnTo>
                  <a:lnTo>
                    <a:pt x="431773" y="571349"/>
                  </a:lnTo>
                  <a:lnTo>
                    <a:pt x="431533" y="571066"/>
                  </a:lnTo>
                  <a:lnTo>
                    <a:pt x="431333" y="570936"/>
                  </a:lnTo>
                  <a:lnTo>
                    <a:pt x="430939" y="570866"/>
                  </a:lnTo>
                  <a:lnTo>
                    <a:pt x="430548" y="570999"/>
                  </a:lnTo>
                  <a:lnTo>
                    <a:pt x="430398" y="571070"/>
                  </a:lnTo>
                  <a:lnTo>
                    <a:pt x="430128" y="571057"/>
                  </a:lnTo>
                  <a:lnTo>
                    <a:pt x="429626" y="570950"/>
                  </a:lnTo>
                  <a:lnTo>
                    <a:pt x="429373" y="571363"/>
                  </a:lnTo>
                  <a:lnTo>
                    <a:pt x="429221" y="571798"/>
                  </a:lnTo>
                  <a:lnTo>
                    <a:pt x="428899" y="572109"/>
                  </a:lnTo>
                  <a:lnTo>
                    <a:pt x="428450" y="572253"/>
                  </a:lnTo>
                  <a:lnTo>
                    <a:pt x="428331" y="572506"/>
                  </a:lnTo>
                  <a:lnTo>
                    <a:pt x="428278" y="572775"/>
                  </a:lnTo>
                  <a:lnTo>
                    <a:pt x="428377" y="573152"/>
                  </a:lnTo>
                  <a:lnTo>
                    <a:pt x="428358" y="573280"/>
                  </a:lnTo>
                  <a:lnTo>
                    <a:pt x="428277" y="573535"/>
                  </a:lnTo>
                  <a:lnTo>
                    <a:pt x="427871" y="573812"/>
                  </a:lnTo>
                  <a:lnTo>
                    <a:pt x="427574" y="573691"/>
                  </a:lnTo>
                  <a:lnTo>
                    <a:pt x="427409" y="573652"/>
                  </a:lnTo>
                  <a:lnTo>
                    <a:pt x="427041" y="573687"/>
                  </a:lnTo>
                  <a:lnTo>
                    <a:pt x="426303" y="573468"/>
                  </a:lnTo>
                  <a:lnTo>
                    <a:pt x="425520" y="573731"/>
                  </a:lnTo>
                  <a:lnTo>
                    <a:pt x="425306" y="573772"/>
                  </a:lnTo>
                  <a:lnTo>
                    <a:pt x="424990" y="573834"/>
                  </a:lnTo>
                  <a:lnTo>
                    <a:pt x="424770" y="573876"/>
                  </a:lnTo>
                  <a:lnTo>
                    <a:pt x="424377" y="573949"/>
                  </a:lnTo>
                  <a:lnTo>
                    <a:pt x="424070" y="573900"/>
                  </a:lnTo>
                  <a:lnTo>
                    <a:pt x="423797" y="573766"/>
                  </a:lnTo>
                  <a:lnTo>
                    <a:pt x="423225" y="573443"/>
                  </a:lnTo>
                  <a:lnTo>
                    <a:pt x="422891" y="573115"/>
                  </a:lnTo>
                  <a:lnTo>
                    <a:pt x="422760" y="572957"/>
                  </a:lnTo>
                  <a:lnTo>
                    <a:pt x="422357" y="572695"/>
                  </a:lnTo>
                  <a:lnTo>
                    <a:pt x="422013" y="572242"/>
                  </a:lnTo>
                  <a:lnTo>
                    <a:pt x="422163" y="572035"/>
                  </a:lnTo>
                  <a:lnTo>
                    <a:pt x="422322" y="571901"/>
                  </a:lnTo>
                  <a:lnTo>
                    <a:pt x="422323" y="571593"/>
                  </a:lnTo>
                  <a:lnTo>
                    <a:pt x="422302" y="571456"/>
                  </a:lnTo>
                  <a:lnTo>
                    <a:pt x="422022" y="571098"/>
                  </a:lnTo>
                  <a:lnTo>
                    <a:pt x="421550" y="570896"/>
                  </a:lnTo>
                  <a:lnTo>
                    <a:pt x="421316" y="570833"/>
                  </a:lnTo>
                  <a:lnTo>
                    <a:pt x="420923" y="570762"/>
                  </a:lnTo>
                  <a:lnTo>
                    <a:pt x="420722" y="570841"/>
                  </a:lnTo>
                  <a:lnTo>
                    <a:pt x="420550" y="570983"/>
                  </a:lnTo>
                  <a:lnTo>
                    <a:pt x="420020" y="571650"/>
                  </a:lnTo>
                  <a:lnTo>
                    <a:pt x="419667" y="571723"/>
                  </a:lnTo>
                  <a:lnTo>
                    <a:pt x="419135" y="571688"/>
                  </a:lnTo>
                  <a:lnTo>
                    <a:pt x="418669" y="571355"/>
                  </a:lnTo>
                  <a:lnTo>
                    <a:pt x="418376" y="571280"/>
                  </a:lnTo>
                  <a:lnTo>
                    <a:pt x="418101" y="571315"/>
                  </a:lnTo>
                  <a:lnTo>
                    <a:pt x="417868" y="571163"/>
                  </a:lnTo>
                  <a:lnTo>
                    <a:pt x="417448" y="571141"/>
                  </a:lnTo>
                  <a:lnTo>
                    <a:pt x="417131" y="570652"/>
                  </a:lnTo>
                  <a:lnTo>
                    <a:pt x="417143" y="570460"/>
                  </a:lnTo>
                  <a:lnTo>
                    <a:pt x="417280" y="570090"/>
                  </a:lnTo>
                  <a:lnTo>
                    <a:pt x="417519" y="569482"/>
                  </a:lnTo>
                  <a:lnTo>
                    <a:pt x="417690" y="568958"/>
                  </a:lnTo>
                  <a:lnTo>
                    <a:pt x="417646" y="568365"/>
                  </a:lnTo>
                  <a:lnTo>
                    <a:pt x="417815" y="568154"/>
                  </a:lnTo>
                  <a:lnTo>
                    <a:pt x="418012" y="567710"/>
                  </a:lnTo>
                  <a:lnTo>
                    <a:pt x="418183" y="567385"/>
                  </a:lnTo>
                  <a:lnTo>
                    <a:pt x="418414" y="567086"/>
                  </a:lnTo>
                  <a:lnTo>
                    <a:pt x="418395" y="566811"/>
                  </a:lnTo>
                  <a:lnTo>
                    <a:pt x="418262" y="566511"/>
                  </a:lnTo>
                  <a:lnTo>
                    <a:pt x="418124" y="566294"/>
                  </a:lnTo>
                  <a:lnTo>
                    <a:pt x="418000" y="566148"/>
                  </a:lnTo>
                  <a:lnTo>
                    <a:pt x="417878" y="566003"/>
                  </a:lnTo>
                  <a:lnTo>
                    <a:pt x="417738" y="565661"/>
                  </a:lnTo>
                  <a:lnTo>
                    <a:pt x="417387" y="565628"/>
                  </a:lnTo>
                  <a:lnTo>
                    <a:pt x="417098" y="565897"/>
                  </a:lnTo>
                  <a:lnTo>
                    <a:pt x="416691" y="565746"/>
                  </a:lnTo>
                  <a:lnTo>
                    <a:pt x="416457" y="565671"/>
                  </a:lnTo>
                  <a:lnTo>
                    <a:pt x="416194" y="565738"/>
                  </a:lnTo>
                  <a:lnTo>
                    <a:pt x="416081" y="565288"/>
                  </a:lnTo>
                  <a:lnTo>
                    <a:pt x="415962" y="565027"/>
                  </a:lnTo>
                  <a:lnTo>
                    <a:pt x="415853" y="564792"/>
                  </a:lnTo>
                  <a:lnTo>
                    <a:pt x="415842" y="564550"/>
                  </a:lnTo>
                  <a:lnTo>
                    <a:pt x="415900" y="564283"/>
                  </a:lnTo>
                  <a:lnTo>
                    <a:pt x="416094" y="563943"/>
                  </a:lnTo>
                  <a:lnTo>
                    <a:pt x="416287" y="563851"/>
                  </a:lnTo>
                  <a:lnTo>
                    <a:pt x="416535" y="563826"/>
                  </a:lnTo>
                  <a:lnTo>
                    <a:pt x="416681" y="563387"/>
                  </a:lnTo>
                  <a:lnTo>
                    <a:pt x="416721" y="563224"/>
                  </a:lnTo>
                  <a:lnTo>
                    <a:pt x="417240" y="562822"/>
                  </a:lnTo>
                  <a:lnTo>
                    <a:pt x="417055" y="561497"/>
                  </a:lnTo>
                  <a:lnTo>
                    <a:pt x="416909" y="561051"/>
                  </a:lnTo>
                  <a:lnTo>
                    <a:pt x="416619" y="560976"/>
                  </a:lnTo>
                  <a:lnTo>
                    <a:pt x="416347" y="560981"/>
                  </a:lnTo>
                  <a:lnTo>
                    <a:pt x="416163" y="561075"/>
                  </a:lnTo>
                  <a:lnTo>
                    <a:pt x="415838" y="561099"/>
                  </a:lnTo>
                  <a:lnTo>
                    <a:pt x="416009" y="560771"/>
                  </a:lnTo>
                  <a:lnTo>
                    <a:pt x="416131" y="560368"/>
                  </a:lnTo>
                  <a:lnTo>
                    <a:pt x="416181" y="560147"/>
                  </a:lnTo>
                  <a:lnTo>
                    <a:pt x="416227" y="559905"/>
                  </a:lnTo>
                  <a:lnTo>
                    <a:pt x="416485" y="559794"/>
                  </a:lnTo>
                  <a:lnTo>
                    <a:pt x="416705" y="559893"/>
                  </a:lnTo>
                  <a:lnTo>
                    <a:pt x="417016" y="559906"/>
                  </a:lnTo>
                  <a:lnTo>
                    <a:pt x="417182" y="559791"/>
                  </a:lnTo>
                  <a:lnTo>
                    <a:pt x="417746" y="559300"/>
                  </a:lnTo>
                  <a:lnTo>
                    <a:pt x="417992" y="559211"/>
                  </a:lnTo>
                  <a:lnTo>
                    <a:pt x="418144" y="559112"/>
                  </a:lnTo>
                  <a:lnTo>
                    <a:pt x="417900" y="558900"/>
                  </a:lnTo>
                  <a:lnTo>
                    <a:pt x="417580" y="558692"/>
                  </a:lnTo>
                  <a:lnTo>
                    <a:pt x="417270" y="558396"/>
                  </a:lnTo>
                  <a:lnTo>
                    <a:pt x="416971" y="558094"/>
                  </a:lnTo>
                  <a:lnTo>
                    <a:pt x="416421" y="558199"/>
                  </a:lnTo>
                  <a:lnTo>
                    <a:pt x="416229" y="558016"/>
                  </a:lnTo>
                  <a:lnTo>
                    <a:pt x="416003" y="557769"/>
                  </a:lnTo>
                  <a:lnTo>
                    <a:pt x="415966" y="557636"/>
                  </a:lnTo>
                  <a:lnTo>
                    <a:pt x="415963" y="557496"/>
                  </a:lnTo>
                  <a:lnTo>
                    <a:pt x="416212" y="557093"/>
                  </a:lnTo>
                  <a:lnTo>
                    <a:pt x="416087" y="556516"/>
                  </a:lnTo>
                  <a:lnTo>
                    <a:pt x="416021" y="556157"/>
                  </a:lnTo>
                  <a:lnTo>
                    <a:pt x="416019" y="555914"/>
                  </a:lnTo>
                  <a:lnTo>
                    <a:pt x="416041" y="555743"/>
                  </a:lnTo>
                  <a:lnTo>
                    <a:pt x="416032" y="555427"/>
                  </a:lnTo>
                  <a:lnTo>
                    <a:pt x="415882" y="555181"/>
                  </a:lnTo>
                  <a:lnTo>
                    <a:pt x="415473" y="554940"/>
                  </a:lnTo>
                  <a:lnTo>
                    <a:pt x="415170" y="554917"/>
                  </a:lnTo>
                  <a:lnTo>
                    <a:pt x="414933" y="554788"/>
                  </a:lnTo>
                  <a:lnTo>
                    <a:pt x="414792" y="554705"/>
                  </a:lnTo>
                  <a:lnTo>
                    <a:pt x="414420" y="554532"/>
                  </a:lnTo>
                  <a:lnTo>
                    <a:pt x="413922" y="554429"/>
                  </a:lnTo>
                  <a:lnTo>
                    <a:pt x="413540" y="554196"/>
                  </a:lnTo>
                  <a:lnTo>
                    <a:pt x="413198" y="554221"/>
                  </a:lnTo>
                  <a:lnTo>
                    <a:pt x="412556" y="554494"/>
                  </a:lnTo>
                  <a:lnTo>
                    <a:pt x="412356" y="554417"/>
                  </a:lnTo>
                  <a:lnTo>
                    <a:pt x="412175" y="554375"/>
                  </a:lnTo>
                  <a:lnTo>
                    <a:pt x="411583" y="554562"/>
                  </a:lnTo>
                  <a:lnTo>
                    <a:pt x="411302" y="554464"/>
                  </a:lnTo>
                  <a:lnTo>
                    <a:pt x="411165" y="554417"/>
                  </a:lnTo>
                  <a:lnTo>
                    <a:pt x="410792" y="554242"/>
                  </a:lnTo>
                  <a:lnTo>
                    <a:pt x="410484" y="554007"/>
                  </a:lnTo>
                  <a:lnTo>
                    <a:pt x="410193" y="553820"/>
                  </a:lnTo>
                  <a:lnTo>
                    <a:pt x="410264" y="553633"/>
                  </a:lnTo>
                  <a:lnTo>
                    <a:pt x="410297" y="553274"/>
                  </a:lnTo>
                  <a:lnTo>
                    <a:pt x="410323" y="552871"/>
                  </a:lnTo>
                  <a:lnTo>
                    <a:pt x="410320" y="552400"/>
                  </a:lnTo>
                  <a:lnTo>
                    <a:pt x="410281" y="552180"/>
                  </a:lnTo>
                  <a:lnTo>
                    <a:pt x="410250" y="552003"/>
                  </a:lnTo>
                  <a:lnTo>
                    <a:pt x="409959" y="551469"/>
                  </a:lnTo>
                  <a:lnTo>
                    <a:pt x="409773" y="550844"/>
                  </a:lnTo>
                  <a:lnTo>
                    <a:pt x="409570" y="550287"/>
                  </a:lnTo>
                  <a:lnTo>
                    <a:pt x="409664" y="549701"/>
                  </a:lnTo>
                  <a:lnTo>
                    <a:pt x="409257" y="549527"/>
                  </a:lnTo>
                  <a:lnTo>
                    <a:pt x="408828" y="549379"/>
                  </a:lnTo>
                  <a:lnTo>
                    <a:pt x="408242" y="549115"/>
                  </a:lnTo>
                  <a:lnTo>
                    <a:pt x="408090" y="548986"/>
                  </a:lnTo>
                  <a:lnTo>
                    <a:pt x="407811" y="548883"/>
                  </a:lnTo>
                  <a:lnTo>
                    <a:pt x="406668" y="548910"/>
                  </a:lnTo>
                  <a:lnTo>
                    <a:pt x="406381" y="549011"/>
                  </a:lnTo>
                  <a:lnTo>
                    <a:pt x="406070" y="549710"/>
                  </a:lnTo>
                  <a:lnTo>
                    <a:pt x="405811" y="550382"/>
                  </a:lnTo>
                  <a:lnTo>
                    <a:pt x="405700" y="550582"/>
                  </a:lnTo>
                  <a:lnTo>
                    <a:pt x="405714" y="550760"/>
                  </a:lnTo>
                  <a:lnTo>
                    <a:pt x="404980" y="550720"/>
                  </a:lnTo>
                  <a:lnTo>
                    <a:pt x="404345" y="550657"/>
                  </a:lnTo>
                  <a:lnTo>
                    <a:pt x="404069" y="550624"/>
                  </a:lnTo>
                  <a:lnTo>
                    <a:pt x="403605" y="550648"/>
                  </a:lnTo>
                  <a:lnTo>
                    <a:pt x="403352" y="550554"/>
                  </a:lnTo>
                  <a:lnTo>
                    <a:pt x="403298" y="551006"/>
                  </a:lnTo>
                  <a:lnTo>
                    <a:pt x="402903" y="551343"/>
                  </a:lnTo>
                  <a:lnTo>
                    <a:pt x="402931" y="551869"/>
                  </a:lnTo>
                  <a:lnTo>
                    <a:pt x="402725" y="552204"/>
                  </a:lnTo>
                  <a:lnTo>
                    <a:pt x="402441" y="552237"/>
                  </a:lnTo>
                  <a:lnTo>
                    <a:pt x="401947" y="552225"/>
                  </a:lnTo>
                  <a:lnTo>
                    <a:pt x="401437" y="552268"/>
                  </a:lnTo>
                  <a:lnTo>
                    <a:pt x="401029" y="552328"/>
                  </a:lnTo>
                  <a:lnTo>
                    <a:pt x="400745" y="552350"/>
                  </a:lnTo>
                  <a:lnTo>
                    <a:pt x="400363" y="552900"/>
                  </a:lnTo>
                  <a:lnTo>
                    <a:pt x="400266" y="553034"/>
                  </a:lnTo>
                  <a:lnTo>
                    <a:pt x="399987" y="553274"/>
                  </a:lnTo>
                  <a:lnTo>
                    <a:pt x="399852" y="553308"/>
                  </a:lnTo>
                  <a:lnTo>
                    <a:pt x="399601" y="553434"/>
                  </a:lnTo>
                  <a:lnTo>
                    <a:pt x="399568" y="553674"/>
                  </a:lnTo>
                  <a:lnTo>
                    <a:pt x="399458" y="553919"/>
                  </a:lnTo>
                  <a:lnTo>
                    <a:pt x="398963" y="554119"/>
                  </a:lnTo>
                  <a:lnTo>
                    <a:pt x="398380" y="554166"/>
                  </a:lnTo>
                  <a:lnTo>
                    <a:pt x="397604" y="554884"/>
                  </a:lnTo>
                  <a:lnTo>
                    <a:pt x="397711" y="555362"/>
                  </a:lnTo>
                  <a:lnTo>
                    <a:pt x="397032" y="555464"/>
                  </a:lnTo>
                  <a:lnTo>
                    <a:pt x="396391" y="555517"/>
                  </a:lnTo>
                  <a:lnTo>
                    <a:pt x="396359" y="555750"/>
                  </a:lnTo>
                  <a:lnTo>
                    <a:pt x="396016" y="555852"/>
                  </a:lnTo>
                  <a:lnTo>
                    <a:pt x="395833" y="556148"/>
                  </a:lnTo>
                  <a:lnTo>
                    <a:pt x="396282" y="556570"/>
                  </a:lnTo>
                  <a:lnTo>
                    <a:pt x="396420" y="556620"/>
                  </a:lnTo>
                  <a:lnTo>
                    <a:pt x="396710" y="556739"/>
                  </a:lnTo>
                  <a:lnTo>
                    <a:pt x="396845" y="556799"/>
                  </a:lnTo>
                  <a:lnTo>
                    <a:pt x="397186" y="557065"/>
                  </a:lnTo>
                  <a:lnTo>
                    <a:pt x="397643" y="557509"/>
                  </a:lnTo>
                  <a:lnTo>
                    <a:pt x="397981" y="557476"/>
                  </a:lnTo>
                  <a:lnTo>
                    <a:pt x="398186" y="557852"/>
                  </a:lnTo>
                  <a:lnTo>
                    <a:pt x="398381" y="558436"/>
                  </a:lnTo>
                  <a:lnTo>
                    <a:pt x="398175" y="558555"/>
                  </a:lnTo>
                  <a:lnTo>
                    <a:pt x="398021" y="558935"/>
                  </a:lnTo>
                  <a:lnTo>
                    <a:pt x="397829" y="559246"/>
                  </a:lnTo>
                  <a:lnTo>
                    <a:pt x="397744" y="559116"/>
                  </a:lnTo>
                  <a:lnTo>
                    <a:pt x="397470" y="558819"/>
                  </a:lnTo>
                  <a:lnTo>
                    <a:pt x="397304" y="558784"/>
                  </a:lnTo>
                  <a:lnTo>
                    <a:pt x="397167" y="558755"/>
                  </a:lnTo>
                  <a:lnTo>
                    <a:pt x="396657" y="558596"/>
                  </a:lnTo>
                  <a:lnTo>
                    <a:pt x="396445" y="558312"/>
                  </a:lnTo>
                  <a:lnTo>
                    <a:pt x="396282" y="558248"/>
                  </a:lnTo>
                  <a:lnTo>
                    <a:pt x="395880" y="558195"/>
                  </a:lnTo>
                  <a:lnTo>
                    <a:pt x="395410" y="558242"/>
                  </a:lnTo>
                  <a:lnTo>
                    <a:pt x="395142" y="558173"/>
                  </a:lnTo>
                  <a:lnTo>
                    <a:pt x="394544" y="558745"/>
                  </a:lnTo>
                  <a:lnTo>
                    <a:pt x="394355" y="558744"/>
                  </a:lnTo>
                  <a:lnTo>
                    <a:pt x="393504" y="558838"/>
                  </a:lnTo>
                  <a:lnTo>
                    <a:pt x="393275" y="558811"/>
                  </a:lnTo>
                  <a:lnTo>
                    <a:pt x="393019" y="558885"/>
                  </a:lnTo>
                  <a:lnTo>
                    <a:pt x="392873" y="558917"/>
                  </a:lnTo>
                  <a:lnTo>
                    <a:pt x="392553" y="558927"/>
                  </a:lnTo>
                  <a:lnTo>
                    <a:pt x="391983" y="559283"/>
                  </a:lnTo>
                  <a:lnTo>
                    <a:pt x="391783" y="559350"/>
                  </a:lnTo>
                  <a:lnTo>
                    <a:pt x="391653" y="559342"/>
                  </a:lnTo>
                  <a:lnTo>
                    <a:pt x="391385" y="559307"/>
                  </a:lnTo>
                  <a:lnTo>
                    <a:pt x="390963" y="559379"/>
                  </a:lnTo>
                  <a:lnTo>
                    <a:pt x="390577" y="559400"/>
                  </a:lnTo>
                  <a:lnTo>
                    <a:pt x="390526" y="559176"/>
                  </a:lnTo>
                  <a:lnTo>
                    <a:pt x="390114" y="558975"/>
                  </a:lnTo>
                  <a:lnTo>
                    <a:pt x="389525" y="558885"/>
                  </a:lnTo>
                  <a:lnTo>
                    <a:pt x="389543" y="559013"/>
                  </a:lnTo>
                  <a:lnTo>
                    <a:pt x="389441" y="559242"/>
                  </a:lnTo>
                  <a:lnTo>
                    <a:pt x="389319" y="559374"/>
                  </a:lnTo>
                  <a:lnTo>
                    <a:pt x="389176" y="559407"/>
                  </a:lnTo>
                  <a:lnTo>
                    <a:pt x="389100" y="559771"/>
                  </a:lnTo>
                  <a:lnTo>
                    <a:pt x="389065" y="559940"/>
                  </a:lnTo>
                  <a:lnTo>
                    <a:pt x="389046" y="560089"/>
                  </a:lnTo>
                  <a:lnTo>
                    <a:pt x="388997" y="560315"/>
                  </a:lnTo>
                  <a:lnTo>
                    <a:pt x="388755" y="560845"/>
                  </a:lnTo>
                  <a:lnTo>
                    <a:pt x="388588" y="560998"/>
                  </a:lnTo>
                  <a:lnTo>
                    <a:pt x="388338" y="561204"/>
                  </a:lnTo>
                  <a:lnTo>
                    <a:pt x="388132" y="561798"/>
                  </a:lnTo>
                  <a:lnTo>
                    <a:pt x="388073" y="561970"/>
                  </a:lnTo>
                  <a:lnTo>
                    <a:pt x="388041" y="562392"/>
                  </a:lnTo>
                  <a:lnTo>
                    <a:pt x="388011" y="562618"/>
                  </a:lnTo>
                  <a:lnTo>
                    <a:pt x="387818" y="563800"/>
                  </a:lnTo>
                  <a:lnTo>
                    <a:pt x="387627" y="563800"/>
                  </a:lnTo>
                  <a:lnTo>
                    <a:pt x="387111" y="563738"/>
                  </a:lnTo>
                  <a:lnTo>
                    <a:pt x="386964" y="564006"/>
                  </a:lnTo>
                  <a:lnTo>
                    <a:pt x="386729" y="563994"/>
                  </a:lnTo>
                  <a:lnTo>
                    <a:pt x="386580" y="563888"/>
                  </a:lnTo>
                  <a:lnTo>
                    <a:pt x="386560" y="563734"/>
                  </a:lnTo>
                  <a:lnTo>
                    <a:pt x="385845" y="563903"/>
                  </a:lnTo>
                  <a:lnTo>
                    <a:pt x="385666" y="563692"/>
                  </a:lnTo>
                  <a:lnTo>
                    <a:pt x="385240" y="563412"/>
                  </a:lnTo>
                  <a:lnTo>
                    <a:pt x="385138" y="563755"/>
                  </a:lnTo>
                  <a:lnTo>
                    <a:pt x="384718" y="564062"/>
                  </a:lnTo>
                  <a:lnTo>
                    <a:pt x="384641" y="563843"/>
                  </a:lnTo>
                  <a:lnTo>
                    <a:pt x="384840" y="563300"/>
                  </a:lnTo>
                  <a:lnTo>
                    <a:pt x="384961" y="563065"/>
                  </a:lnTo>
                  <a:lnTo>
                    <a:pt x="384364" y="563233"/>
                  </a:lnTo>
                  <a:lnTo>
                    <a:pt x="384223" y="563363"/>
                  </a:lnTo>
                  <a:lnTo>
                    <a:pt x="383719" y="563521"/>
                  </a:lnTo>
                  <a:lnTo>
                    <a:pt x="383177" y="563012"/>
                  </a:lnTo>
                  <a:lnTo>
                    <a:pt x="382842" y="563260"/>
                  </a:lnTo>
                  <a:lnTo>
                    <a:pt x="382658" y="563693"/>
                  </a:lnTo>
                  <a:lnTo>
                    <a:pt x="382647" y="563835"/>
                  </a:lnTo>
                  <a:lnTo>
                    <a:pt x="382744" y="564134"/>
                  </a:lnTo>
                  <a:lnTo>
                    <a:pt x="382447" y="564023"/>
                  </a:lnTo>
                  <a:lnTo>
                    <a:pt x="382469" y="563392"/>
                  </a:lnTo>
                  <a:lnTo>
                    <a:pt x="382269" y="563213"/>
                  </a:lnTo>
                  <a:lnTo>
                    <a:pt x="382099" y="563847"/>
                  </a:lnTo>
                  <a:lnTo>
                    <a:pt x="381749" y="563978"/>
                  </a:lnTo>
                  <a:lnTo>
                    <a:pt x="381568" y="564072"/>
                  </a:lnTo>
                  <a:lnTo>
                    <a:pt x="381874" y="564226"/>
                  </a:lnTo>
                  <a:lnTo>
                    <a:pt x="381662" y="564224"/>
                  </a:lnTo>
                  <a:lnTo>
                    <a:pt x="381469" y="564223"/>
                  </a:lnTo>
                  <a:lnTo>
                    <a:pt x="381334" y="564222"/>
                  </a:lnTo>
                  <a:lnTo>
                    <a:pt x="380859" y="563999"/>
                  </a:lnTo>
                  <a:lnTo>
                    <a:pt x="380421" y="563979"/>
                  </a:lnTo>
                  <a:lnTo>
                    <a:pt x="380236" y="563550"/>
                  </a:lnTo>
                  <a:lnTo>
                    <a:pt x="379719" y="563725"/>
                  </a:lnTo>
                  <a:lnTo>
                    <a:pt x="379600" y="563773"/>
                  </a:lnTo>
                  <a:lnTo>
                    <a:pt x="379532" y="563474"/>
                  </a:lnTo>
                  <a:lnTo>
                    <a:pt x="379103" y="563362"/>
                  </a:lnTo>
                  <a:lnTo>
                    <a:pt x="378246" y="563731"/>
                  </a:lnTo>
                  <a:lnTo>
                    <a:pt x="378144" y="563863"/>
                  </a:lnTo>
                  <a:lnTo>
                    <a:pt x="377981" y="564074"/>
                  </a:lnTo>
                  <a:lnTo>
                    <a:pt x="377839" y="564209"/>
                  </a:lnTo>
                  <a:lnTo>
                    <a:pt x="378076" y="564256"/>
                  </a:lnTo>
                  <a:lnTo>
                    <a:pt x="378271" y="564328"/>
                  </a:lnTo>
                  <a:lnTo>
                    <a:pt x="378606" y="564449"/>
                  </a:lnTo>
                  <a:lnTo>
                    <a:pt x="378797" y="564658"/>
                  </a:lnTo>
                  <a:lnTo>
                    <a:pt x="378945" y="564949"/>
                  </a:lnTo>
                  <a:lnTo>
                    <a:pt x="379076" y="565115"/>
                  </a:lnTo>
                  <a:lnTo>
                    <a:pt x="379295" y="565294"/>
                  </a:lnTo>
                  <a:lnTo>
                    <a:pt x="379512" y="565461"/>
                  </a:lnTo>
                  <a:lnTo>
                    <a:pt x="379706" y="565562"/>
                  </a:lnTo>
                  <a:lnTo>
                    <a:pt x="379989" y="565763"/>
                  </a:lnTo>
                  <a:lnTo>
                    <a:pt x="380200" y="566127"/>
                  </a:lnTo>
                  <a:lnTo>
                    <a:pt x="380517" y="566682"/>
                  </a:lnTo>
                  <a:lnTo>
                    <a:pt x="380724" y="567043"/>
                  </a:lnTo>
                  <a:lnTo>
                    <a:pt x="380937" y="567319"/>
                  </a:lnTo>
                  <a:lnTo>
                    <a:pt x="381061" y="567485"/>
                  </a:lnTo>
                  <a:lnTo>
                    <a:pt x="381343" y="567873"/>
                  </a:lnTo>
                  <a:lnTo>
                    <a:pt x="381577" y="568075"/>
                  </a:lnTo>
                  <a:lnTo>
                    <a:pt x="381731" y="568430"/>
                  </a:lnTo>
                  <a:lnTo>
                    <a:pt x="382008" y="568610"/>
                  </a:lnTo>
                  <a:lnTo>
                    <a:pt x="382396" y="568774"/>
                  </a:lnTo>
                  <a:lnTo>
                    <a:pt x="382473" y="568929"/>
                  </a:lnTo>
                  <a:lnTo>
                    <a:pt x="382564" y="569109"/>
                  </a:lnTo>
                  <a:lnTo>
                    <a:pt x="382748" y="569274"/>
                  </a:lnTo>
                  <a:lnTo>
                    <a:pt x="382885" y="569421"/>
                  </a:lnTo>
                  <a:lnTo>
                    <a:pt x="382991" y="569682"/>
                  </a:lnTo>
                  <a:lnTo>
                    <a:pt x="383018" y="569938"/>
                  </a:lnTo>
                  <a:lnTo>
                    <a:pt x="382952" y="570166"/>
                  </a:lnTo>
                  <a:lnTo>
                    <a:pt x="382769" y="570469"/>
                  </a:lnTo>
                  <a:lnTo>
                    <a:pt x="382674" y="570682"/>
                  </a:lnTo>
                  <a:lnTo>
                    <a:pt x="382203" y="571028"/>
                  </a:lnTo>
                  <a:lnTo>
                    <a:pt x="381882" y="571327"/>
                  </a:lnTo>
                  <a:lnTo>
                    <a:pt x="381856" y="571488"/>
                  </a:lnTo>
                  <a:lnTo>
                    <a:pt x="381825" y="571648"/>
                  </a:lnTo>
                  <a:lnTo>
                    <a:pt x="382052" y="571914"/>
                  </a:lnTo>
                  <a:lnTo>
                    <a:pt x="382192" y="571943"/>
                  </a:lnTo>
                  <a:lnTo>
                    <a:pt x="382325" y="571946"/>
                  </a:lnTo>
                  <a:lnTo>
                    <a:pt x="382559" y="571928"/>
                  </a:lnTo>
                  <a:lnTo>
                    <a:pt x="382814" y="571934"/>
                  </a:lnTo>
                  <a:lnTo>
                    <a:pt x="383140" y="571901"/>
                  </a:lnTo>
                  <a:lnTo>
                    <a:pt x="383552" y="571967"/>
                  </a:lnTo>
                  <a:lnTo>
                    <a:pt x="383885" y="572222"/>
                  </a:lnTo>
                  <a:lnTo>
                    <a:pt x="384068" y="572262"/>
                  </a:lnTo>
                  <a:lnTo>
                    <a:pt x="384488" y="572485"/>
                  </a:lnTo>
                  <a:lnTo>
                    <a:pt x="384722" y="572761"/>
                  </a:lnTo>
                  <a:lnTo>
                    <a:pt x="384957" y="573054"/>
                  </a:lnTo>
                  <a:lnTo>
                    <a:pt x="385067" y="573469"/>
                  </a:lnTo>
                  <a:lnTo>
                    <a:pt x="384801" y="573770"/>
                  </a:lnTo>
                  <a:lnTo>
                    <a:pt x="384506" y="573953"/>
                  </a:lnTo>
                  <a:lnTo>
                    <a:pt x="384367" y="574013"/>
                  </a:lnTo>
                  <a:lnTo>
                    <a:pt x="384111" y="574167"/>
                  </a:lnTo>
                  <a:lnTo>
                    <a:pt x="383831" y="574315"/>
                  </a:lnTo>
                  <a:lnTo>
                    <a:pt x="383772" y="574458"/>
                  </a:lnTo>
                  <a:lnTo>
                    <a:pt x="383714" y="574670"/>
                  </a:lnTo>
                  <a:lnTo>
                    <a:pt x="383845" y="575121"/>
                  </a:lnTo>
                  <a:lnTo>
                    <a:pt x="384081" y="575188"/>
                  </a:lnTo>
                  <a:lnTo>
                    <a:pt x="384587" y="575235"/>
                  </a:lnTo>
                  <a:lnTo>
                    <a:pt x="384825" y="574961"/>
                  </a:lnTo>
                  <a:lnTo>
                    <a:pt x="385017" y="574467"/>
                  </a:lnTo>
                  <a:lnTo>
                    <a:pt x="385323" y="574242"/>
                  </a:lnTo>
                  <a:lnTo>
                    <a:pt x="385616" y="574245"/>
                  </a:lnTo>
                  <a:lnTo>
                    <a:pt x="385778" y="574331"/>
                  </a:lnTo>
                  <a:lnTo>
                    <a:pt x="385878" y="574486"/>
                  </a:lnTo>
                  <a:lnTo>
                    <a:pt x="385890" y="574627"/>
                  </a:lnTo>
                  <a:lnTo>
                    <a:pt x="385777" y="574964"/>
                  </a:lnTo>
                  <a:lnTo>
                    <a:pt x="385624" y="575169"/>
                  </a:lnTo>
                  <a:lnTo>
                    <a:pt x="385365" y="575673"/>
                  </a:lnTo>
                  <a:lnTo>
                    <a:pt x="385128" y="576283"/>
                  </a:lnTo>
                  <a:lnTo>
                    <a:pt x="384960" y="576715"/>
                  </a:lnTo>
                  <a:lnTo>
                    <a:pt x="384890" y="576862"/>
                  </a:lnTo>
                  <a:lnTo>
                    <a:pt x="384871" y="577190"/>
                  </a:lnTo>
                  <a:lnTo>
                    <a:pt x="384931" y="577343"/>
                  </a:lnTo>
                  <a:lnTo>
                    <a:pt x="385001" y="577498"/>
                  </a:lnTo>
                  <a:lnTo>
                    <a:pt x="385142" y="577757"/>
                  </a:lnTo>
                  <a:lnTo>
                    <a:pt x="385275" y="577936"/>
                  </a:lnTo>
                  <a:lnTo>
                    <a:pt x="385398" y="578077"/>
                  </a:lnTo>
                  <a:lnTo>
                    <a:pt x="385622" y="578462"/>
                  </a:lnTo>
                  <a:lnTo>
                    <a:pt x="385666" y="578607"/>
                  </a:lnTo>
                  <a:lnTo>
                    <a:pt x="385706" y="578841"/>
                  </a:lnTo>
                  <a:lnTo>
                    <a:pt x="385800" y="579648"/>
                  </a:lnTo>
                  <a:lnTo>
                    <a:pt x="385997" y="579856"/>
                  </a:lnTo>
                  <a:lnTo>
                    <a:pt x="386233" y="579953"/>
                  </a:lnTo>
                  <a:lnTo>
                    <a:pt x="386596" y="580055"/>
                  </a:lnTo>
                  <a:lnTo>
                    <a:pt x="386814" y="580105"/>
                  </a:lnTo>
                  <a:lnTo>
                    <a:pt x="387134" y="580204"/>
                  </a:lnTo>
                  <a:lnTo>
                    <a:pt x="387457" y="580357"/>
                  </a:lnTo>
                  <a:lnTo>
                    <a:pt x="388003" y="580548"/>
                  </a:lnTo>
                  <a:lnTo>
                    <a:pt x="388356" y="580946"/>
                  </a:lnTo>
                  <a:lnTo>
                    <a:pt x="388509" y="581041"/>
                  </a:lnTo>
                  <a:lnTo>
                    <a:pt x="388636" y="581098"/>
                  </a:lnTo>
                  <a:lnTo>
                    <a:pt x="388921" y="581180"/>
                  </a:lnTo>
                  <a:lnTo>
                    <a:pt x="389170" y="581203"/>
                  </a:lnTo>
                  <a:lnTo>
                    <a:pt x="389478" y="581214"/>
                  </a:lnTo>
                  <a:lnTo>
                    <a:pt x="390047" y="581632"/>
                  </a:lnTo>
                  <a:lnTo>
                    <a:pt x="390137" y="581895"/>
                  </a:lnTo>
                  <a:lnTo>
                    <a:pt x="390505" y="582289"/>
                  </a:lnTo>
                  <a:lnTo>
                    <a:pt x="390815" y="582390"/>
                  </a:lnTo>
                  <a:lnTo>
                    <a:pt x="391139" y="582670"/>
                  </a:lnTo>
                  <a:lnTo>
                    <a:pt x="391132" y="582889"/>
                  </a:lnTo>
                  <a:lnTo>
                    <a:pt x="390826" y="583265"/>
                  </a:lnTo>
                  <a:lnTo>
                    <a:pt x="390679" y="583233"/>
                  </a:lnTo>
                  <a:lnTo>
                    <a:pt x="389893" y="583252"/>
                  </a:lnTo>
                  <a:lnTo>
                    <a:pt x="390047" y="583645"/>
                  </a:lnTo>
                  <a:lnTo>
                    <a:pt x="390212" y="583846"/>
                  </a:lnTo>
                  <a:lnTo>
                    <a:pt x="390450" y="584097"/>
                  </a:lnTo>
                  <a:lnTo>
                    <a:pt x="390371" y="584588"/>
                  </a:lnTo>
                  <a:lnTo>
                    <a:pt x="390130" y="584950"/>
                  </a:lnTo>
                  <a:lnTo>
                    <a:pt x="390165" y="585263"/>
                  </a:lnTo>
                  <a:lnTo>
                    <a:pt x="390310" y="585339"/>
                  </a:lnTo>
                  <a:lnTo>
                    <a:pt x="390759" y="585776"/>
                  </a:lnTo>
                  <a:lnTo>
                    <a:pt x="391348" y="586317"/>
                  </a:lnTo>
                  <a:lnTo>
                    <a:pt x="391024" y="586499"/>
                  </a:lnTo>
                  <a:lnTo>
                    <a:pt x="390815" y="586249"/>
                  </a:lnTo>
                  <a:lnTo>
                    <a:pt x="390604" y="585820"/>
                  </a:lnTo>
                  <a:lnTo>
                    <a:pt x="390436" y="585677"/>
                  </a:lnTo>
                  <a:lnTo>
                    <a:pt x="390131" y="586159"/>
                  </a:lnTo>
                  <a:lnTo>
                    <a:pt x="390397" y="586278"/>
                  </a:lnTo>
                  <a:lnTo>
                    <a:pt x="390467" y="586698"/>
                  </a:lnTo>
                  <a:lnTo>
                    <a:pt x="390255" y="586546"/>
                  </a:lnTo>
                  <a:lnTo>
                    <a:pt x="389994" y="586485"/>
                  </a:lnTo>
                  <a:lnTo>
                    <a:pt x="389763" y="586564"/>
                  </a:lnTo>
                  <a:lnTo>
                    <a:pt x="389635" y="586712"/>
                  </a:lnTo>
                  <a:lnTo>
                    <a:pt x="389182" y="587212"/>
                  </a:lnTo>
                  <a:lnTo>
                    <a:pt x="388868" y="587391"/>
                  </a:lnTo>
                  <a:lnTo>
                    <a:pt x="388223" y="588122"/>
                  </a:lnTo>
                  <a:lnTo>
                    <a:pt x="387571" y="588690"/>
                  </a:lnTo>
                  <a:lnTo>
                    <a:pt x="387464" y="588520"/>
                  </a:lnTo>
                  <a:lnTo>
                    <a:pt x="386812" y="588541"/>
                  </a:lnTo>
                  <a:lnTo>
                    <a:pt x="386859" y="588671"/>
                  </a:lnTo>
                  <a:lnTo>
                    <a:pt x="387020" y="588942"/>
                  </a:lnTo>
                  <a:lnTo>
                    <a:pt x="386642" y="589254"/>
                  </a:lnTo>
                  <a:lnTo>
                    <a:pt x="386411" y="589099"/>
                  </a:lnTo>
                  <a:lnTo>
                    <a:pt x="386262" y="588531"/>
                  </a:lnTo>
                  <a:lnTo>
                    <a:pt x="385911" y="588423"/>
                  </a:lnTo>
                  <a:lnTo>
                    <a:pt x="385726" y="588647"/>
                  </a:lnTo>
                  <a:lnTo>
                    <a:pt x="385530" y="588836"/>
                  </a:lnTo>
                  <a:lnTo>
                    <a:pt x="385345" y="588905"/>
                  </a:lnTo>
                  <a:lnTo>
                    <a:pt x="385176" y="588944"/>
                  </a:lnTo>
                  <a:lnTo>
                    <a:pt x="384995" y="589006"/>
                  </a:lnTo>
                  <a:lnTo>
                    <a:pt x="384585" y="588911"/>
                  </a:lnTo>
                  <a:lnTo>
                    <a:pt x="384523" y="588768"/>
                  </a:lnTo>
                  <a:lnTo>
                    <a:pt x="384424" y="588595"/>
                  </a:lnTo>
                  <a:lnTo>
                    <a:pt x="383700" y="588580"/>
                  </a:lnTo>
                  <a:lnTo>
                    <a:pt x="383565" y="588608"/>
                  </a:lnTo>
                  <a:lnTo>
                    <a:pt x="383093" y="588250"/>
                  </a:lnTo>
                  <a:lnTo>
                    <a:pt x="382926" y="588007"/>
                  </a:lnTo>
                  <a:lnTo>
                    <a:pt x="382630" y="588450"/>
                  </a:lnTo>
                  <a:lnTo>
                    <a:pt x="382613" y="588625"/>
                  </a:lnTo>
                  <a:lnTo>
                    <a:pt x="382639" y="589066"/>
                  </a:lnTo>
                  <a:lnTo>
                    <a:pt x="381537" y="590378"/>
                  </a:lnTo>
                  <a:lnTo>
                    <a:pt x="379991" y="592101"/>
                  </a:lnTo>
                  <a:lnTo>
                    <a:pt x="380344" y="592300"/>
                  </a:lnTo>
                  <a:lnTo>
                    <a:pt x="380597" y="592426"/>
                  </a:lnTo>
                  <a:lnTo>
                    <a:pt x="380516" y="592731"/>
                  </a:lnTo>
                  <a:lnTo>
                    <a:pt x="380507" y="592899"/>
                  </a:lnTo>
                  <a:lnTo>
                    <a:pt x="380497" y="593075"/>
                  </a:lnTo>
                  <a:lnTo>
                    <a:pt x="380620" y="593399"/>
                  </a:lnTo>
                  <a:lnTo>
                    <a:pt x="380831" y="593824"/>
                  </a:lnTo>
                  <a:lnTo>
                    <a:pt x="380777" y="593966"/>
                  </a:lnTo>
                  <a:lnTo>
                    <a:pt x="380755" y="594104"/>
                  </a:lnTo>
                  <a:lnTo>
                    <a:pt x="380868" y="594395"/>
                  </a:lnTo>
                  <a:lnTo>
                    <a:pt x="380907" y="594670"/>
                  </a:lnTo>
                  <a:lnTo>
                    <a:pt x="380857" y="594817"/>
                  </a:lnTo>
                  <a:lnTo>
                    <a:pt x="380923" y="594979"/>
                  </a:lnTo>
                  <a:lnTo>
                    <a:pt x="380986" y="595207"/>
                  </a:lnTo>
                  <a:lnTo>
                    <a:pt x="381065" y="595585"/>
                  </a:lnTo>
                  <a:lnTo>
                    <a:pt x="381003" y="595975"/>
                  </a:lnTo>
                  <a:lnTo>
                    <a:pt x="381026" y="596208"/>
                  </a:lnTo>
                  <a:lnTo>
                    <a:pt x="380735" y="596565"/>
                  </a:lnTo>
                  <a:lnTo>
                    <a:pt x="380333" y="596548"/>
                  </a:lnTo>
                  <a:lnTo>
                    <a:pt x="379824" y="596308"/>
                  </a:lnTo>
                  <a:lnTo>
                    <a:pt x="379444" y="596184"/>
                  </a:lnTo>
                  <a:lnTo>
                    <a:pt x="379269" y="596085"/>
                  </a:lnTo>
                  <a:lnTo>
                    <a:pt x="378765" y="595623"/>
                  </a:lnTo>
                  <a:lnTo>
                    <a:pt x="378555" y="595001"/>
                  </a:lnTo>
                  <a:lnTo>
                    <a:pt x="378329" y="594569"/>
                  </a:lnTo>
                  <a:lnTo>
                    <a:pt x="378165" y="594373"/>
                  </a:lnTo>
                  <a:lnTo>
                    <a:pt x="377902" y="594328"/>
                  </a:lnTo>
                  <a:lnTo>
                    <a:pt x="377666" y="594308"/>
                  </a:lnTo>
                  <a:lnTo>
                    <a:pt x="377567" y="594157"/>
                  </a:lnTo>
                  <a:lnTo>
                    <a:pt x="377159" y="593946"/>
                  </a:lnTo>
                  <a:lnTo>
                    <a:pt x="377105" y="593740"/>
                  </a:lnTo>
                  <a:lnTo>
                    <a:pt x="377096" y="593445"/>
                  </a:lnTo>
                  <a:lnTo>
                    <a:pt x="376847" y="593508"/>
                  </a:lnTo>
                  <a:lnTo>
                    <a:pt x="376971" y="593746"/>
                  </a:lnTo>
                  <a:lnTo>
                    <a:pt x="376846" y="594027"/>
                  </a:lnTo>
                  <a:lnTo>
                    <a:pt x="376687" y="594576"/>
                  </a:lnTo>
                  <a:lnTo>
                    <a:pt x="376916" y="594888"/>
                  </a:lnTo>
                  <a:lnTo>
                    <a:pt x="376892" y="595125"/>
                  </a:lnTo>
                  <a:lnTo>
                    <a:pt x="376673" y="595321"/>
                  </a:lnTo>
                  <a:lnTo>
                    <a:pt x="376425" y="595604"/>
                  </a:lnTo>
                  <a:lnTo>
                    <a:pt x="376543" y="595739"/>
                  </a:lnTo>
                  <a:lnTo>
                    <a:pt x="376440" y="596282"/>
                  </a:lnTo>
                  <a:lnTo>
                    <a:pt x="376256" y="596412"/>
                  </a:lnTo>
                  <a:lnTo>
                    <a:pt x="376081" y="596510"/>
                  </a:lnTo>
                  <a:lnTo>
                    <a:pt x="376340" y="597037"/>
                  </a:lnTo>
                  <a:lnTo>
                    <a:pt x="376210" y="597265"/>
                  </a:lnTo>
                  <a:lnTo>
                    <a:pt x="375971" y="597763"/>
                  </a:lnTo>
                  <a:lnTo>
                    <a:pt x="375701" y="597760"/>
                  </a:lnTo>
                  <a:lnTo>
                    <a:pt x="375467" y="597671"/>
                  </a:lnTo>
                  <a:lnTo>
                    <a:pt x="375197" y="597708"/>
                  </a:lnTo>
                  <a:lnTo>
                    <a:pt x="374766" y="597865"/>
                  </a:lnTo>
                  <a:lnTo>
                    <a:pt x="374328" y="597743"/>
                  </a:lnTo>
                  <a:lnTo>
                    <a:pt x="374115" y="597764"/>
                  </a:lnTo>
                  <a:lnTo>
                    <a:pt x="373785" y="597884"/>
                  </a:lnTo>
                  <a:lnTo>
                    <a:pt x="373532" y="597806"/>
                  </a:lnTo>
                  <a:lnTo>
                    <a:pt x="372974" y="597761"/>
                  </a:lnTo>
                  <a:lnTo>
                    <a:pt x="372317" y="597645"/>
                  </a:lnTo>
                  <a:lnTo>
                    <a:pt x="372167" y="597566"/>
                  </a:lnTo>
                  <a:lnTo>
                    <a:pt x="371851" y="597659"/>
                  </a:lnTo>
                  <a:lnTo>
                    <a:pt x="371716" y="597850"/>
                  </a:lnTo>
                  <a:lnTo>
                    <a:pt x="371597" y="598035"/>
                  </a:lnTo>
                  <a:lnTo>
                    <a:pt x="371440" y="598103"/>
                  </a:lnTo>
                  <a:lnTo>
                    <a:pt x="371096" y="598225"/>
                  </a:lnTo>
                  <a:lnTo>
                    <a:pt x="370514" y="598216"/>
                  </a:lnTo>
                  <a:lnTo>
                    <a:pt x="370071" y="598818"/>
                  </a:lnTo>
                  <a:lnTo>
                    <a:pt x="369884" y="599281"/>
                  </a:lnTo>
                  <a:lnTo>
                    <a:pt x="369823" y="599466"/>
                  </a:lnTo>
                  <a:lnTo>
                    <a:pt x="369581" y="599780"/>
                  </a:lnTo>
                  <a:lnTo>
                    <a:pt x="369255" y="600000"/>
                  </a:lnTo>
                  <a:lnTo>
                    <a:pt x="369114" y="600004"/>
                  </a:lnTo>
                  <a:lnTo>
                    <a:pt x="368708" y="600258"/>
                  </a:lnTo>
                  <a:lnTo>
                    <a:pt x="368268" y="600537"/>
                  </a:lnTo>
                  <a:lnTo>
                    <a:pt x="368041" y="601242"/>
                  </a:lnTo>
                  <a:lnTo>
                    <a:pt x="367914" y="601458"/>
                  </a:lnTo>
                  <a:lnTo>
                    <a:pt x="367012" y="601607"/>
                  </a:lnTo>
                  <a:lnTo>
                    <a:pt x="366587" y="601453"/>
                  </a:lnTo>
                  <a:lnTo>
                    <a:pt x="365929" y="601115"/>
                  </a:lnTo>
                  <a:lnTo>
                    <a:pt x="365925" y="600513"/>
                  </a:lnTo>
                  <a:lnTo>
                    <a:pt x="366117" y="600452"/>
                  </a:lnTo>
                  <a:lnTo>
                    <a:pt x="366327" y="600362"/>
                  </a:lnTo>
                  <a:lnTo>
                    <a:pt x="366497" y="599822"/>
                  </a:lnTo>
                  <a:lnTo>
                    <a:pt x="366465" y="599440"/>
                  </a:lnTo>
                  <a:lnTo>
                    <a:pt x="366609" y="598362"/>
                  </a:lnTo>
                  <a:lnTo>
                    <a:pt x="366308" y="597713"/>
                  </a:lnTo>
                  <a:lnTo>
                    <a:pt x="366091" y="597034"/>
                  </a:lnTo>
                  <a:lnTo>
                    <a:pt x="365674" y="596844"/>
                  </a:lnTo>
                  <a:lnTo>
                    <a:pt x="365460" y="596795"/>
                  </a:lnTo>
                  <a:lnTo>
                    <a:pt x="365206" y="596510"/>
                  </a:lnTo>
                  <a:lnTo>
                    <a:pt x="364805" y="596233"/>
                  </a:lnTo>
                  <a:lnTo>
                    <a:pt x="364635" y="596340"/>
                  </a:lnTo>
                  <a:lnTo>
                    <a:pt x="364436" y="596176"/>
                  </a:lnTo>
                  <a:lnTo>
                    <a:pt x="363916" y="595162"/>
                  </a:lnTo>
                  <a:lnTo>
                    <a:pt x="363710" y="594843"/>
                  </a:lnTo>
                  <a:lnTo>
                    <a:pt x="363857" y="594638"/>
                  </a:lnTo>
                  <a:lnTo>
                    <a:pt x="364080" y="594581"/>
                  </a:lnTo>
                  <a:lnTo>
                    <a:pt x="364818" y="594145"/>
                  </a:lnTo>
                  <a:lnTo>
                    <a:pt x="365348" y="593781"/>
                  </a:lnTo>
                  <a:lnTo>
                    <a:pt x="365579" y="594098"/>
                  </a:lnTo>
                  <a:lnTo>
                    <a:pt x="365661" y="594245"/>
                  </a:lnTo>
                  <a:lnTo>
                    <a:pt x="365937" y="594470"/>
                  </a:lnTo>
                  <a:lnTo>
                    <a:pt x="366011" y="594318"/>
                  </a:lnTo>
                  <a:lnTo>
                    <a:pt x="366539" y="593540"/>
                  </a:lnTo>
                  <a:lnTo>
                    <a:pt x="367063" y="593005"/>
                  </a:lnTo>
                  <a:lnTo>
                    <a:pt x="367459" y="592702"/>
                  </a:lnTo>
                  <a:lnTo>
                    <a:pt x="367698" y="592668"/>
                  </a:lnTo>
                  <a:lnTo>
                    <a:pt x="367968" y="592611"/>
                  </a:lnTo>
                  <a:lnTo>
                    <a:pt x="367826" y="591930"/>
                  </a:lnTo>
                  <a:lnTo>
                    <a:pt x="367922" y="591550"/>
                  </a:lnTo>
                  <a:lnTo>
                    <a:pt x="367914" y="591402"/>
                  </a:lnTo>
                  <a:lnTo>
                    <a:pt x="367891" y="591056"/>
                  </a:lnTo>
                  <a:lnTo>
                    <a:pt x="368090" y="590810"/>
                  </a:lnTo>
                  <a:lnTo>
                    <a:pt x="368151" y="590552"/>
                  </a:lnTo>
                  <a:lnTo>
                    <a:pt x="368111" y="590289"/>
                  </a:lnTo>
                  <a:lnTo>
                    <a:pt x="368137" y="590039"/>
                  </a:lnTo>
                  <a:lnTo>
                    <a:pt x="368477" y="589404"/>
                  </a:lnTo>
                  <a:lnTo>
                    <a:pt x="368709" y="589155"/>
                  </a:lnTo>
                  <a:lnTo>
                    <a:pt x="369021" y="588944"/>
                  </a:lnTo>
                  <a:lnTo>
                    <a:pt x="369438" y="588506"/>
                  </a:lnTo>
                  <a:lnTo>
                    <a:pt x="369420" y="587761"/>
                  </a:lnTo>
                  <a:lnTo>
                    <a:pt x="370036" y="587352"/>
                  </a:lnTo>
                  <a:lnTo>
                    <a:pt x="370238" y="587279"/>
                  </a:lnTo>
                  <a:lnTo>
                    <a:pt x="370621" y="587043"/>
                  </a:lnTo>
                  <a:lnTo>
                    <a:pt x="370226" y="586971"/>
                  </a:lnTo>
                  <a:lnTo>
                    <a:pt x="369841" y="586396"/>
                  </a:lnTo>
                  <a:lnTo>
                    <a:pt x="369923" y="586158"/>
                  </a:lnTo>
                  <a:lnTo>
                    <a:pt x="369949" y="585785"/>
                  </a:lnTo>
                  <a:lnTo>
                    <a:pt x="369821" y="585634"/>
                  </a:lnTo>
                  <a:lnTo>
                    <a:pt x="369389" y="585532"/>
                  </a:lnTo>
                  <a:lnTo>
                    <a:pt x="369055" y="585289"/>
                  </a:lnTo>
                  <a:lnTo>
                    <a:pt x="368947" y="585049"/>
                  </a:lnTo>
                  <a:lnTo>
                    <a:pt x="368850" y="584727"/>
                  </a:lnTo>
                  <a:lnTo>
                    <a:pt x="368856" y="584535"/>
                  </a:lnTo>
                  <a:lnTo>
                    <a:pt x="368955" y="584332"/>
                  </a:lnTo>
                  <a:lnTo>
                    <a:pt x="369021" y="584124"/>
                  </a:lnTo>
                  <a:lnTo>
                    <a:pt x="368747" y="583729"/>
                  </a:lnTo>
                  <a:lnTo>
                    <a:pt x="368781" y="583573"/>
                  </a:lnTo>
                  <a:lnTo>
                    <a:pt x="369025" y="583094"/>
                  </a:lnTo>
                  <a:lnTo>
                    <a:pt x="369099" y="582663"/>
                  </a:lnTo>
                  <a:lnTo>
                    <a:pt x="369027" y="582396"/>
                  </a:lnTo>
                  <a:lnTo>
                    <a:pt x="368962" y="582154"/>
                  </a:lnTo>
                  <a:lnTo>
                    <a:pt x="368743" y="581930"/>
                  </a:lnTo>
                  <a:lnTo>
                    <a:pt x="368475" y="581804"/>
                  </a:lnTo>
                  <a:lnTo>
                    <a:pt x="368194" y="581470"/>
                  </a:lnTo>
                  <a:lnTo>
                    <a:pt x="368120" y="581008"/>
                  </a:lnTo>
                  <a:lnTo>
                    <a:pt x="367854" y="580998"/>
                  </a:lnTo>
                  <a:lnTo>
                    <a:pt x="367425" y="580747"/>
                  </a:lnTo>
                  <a:lnTo>
                    <a:pt x="367107" y="580605"/>
                  </a:lnTo>
                  <a:lnTo>
                    <a:pt x="366913" y="580251"/>
                  </a:lnTo>
                  <a:lnTo>
                    <a:pt x="366304" y="580492"/>
                  </a:lnTo>
                  <a:lnTo>
                    <a:pt x="366179" y="581051"/>
                  </a:lnTo>
                  <a:lnTo>
                    <a:pt x="366228" y="581277"/>
                  </a:lnTo>
                  <a:lnTo>
                    <a:pt x="366286" y="581758"/>
                  </a:lnTo>
                  <a:lnTo>
                    <a:pt x="365771" y="582176"/>
                  </a:lnTo>
                  <a:lnTo>
                    <a:pt x="365353" y="582464"/>
                  </a:lnTo>
                  <a:lnTo>
                    <a:pt x="364969" y="582038"/>
                  </a:lnTo>
                  <a:lnTo>
                    <a:pt x="364323" y="582015"/>
                  </a:lnTo>
                  <a:lnTo>
                    <a:pt x="364106" y="582307"/>
                  </a:lnTo>
                  <a:lnTo>
                    <a:pt x="363970" y="582394"/>
                  </a:lnTo>
                  <a:lnTo>
                    <a:pt x="363746" y="582809"/>
                  </a:lnTo>
                  <a:lnTo>
                    <a:pt x="363390" y="582947"/>
                  </a:lnTo>
                  <a:lnTo>
                    <a:pt x="363406" y="583367"/>
                  </a:lnTo>
                  <a:lnTo>
                    <a:pt x="363144" y="583832"/>
                  </a:lnTo>
                  <a:lnTo>
                    <a:pt x="362685" y="584360"/>
                  </a:lnTo>
                  <a:lnTo>
                    <a:pt x="362615" y="584522"/>
                  </a:lnTo>
                  <a:lnTo>
                    <a:pt x="362382" y="584619"/>
                  </a:lnTo>
                  <a:lnTo>
                    <a:pt x="362069" y="584671"/>
                  </a:lnTo>
                  <a:lnTo>
                    <a:pt x="361668" y="584655"/>
                  </a:lnTo>
                  <a:lnTo>
                    <a:pt x="361479" y="584553"/>
                  </a:lnTo>
                  <a:lnTo>
                    <a:pt x="360659" y="584543"/>
                  </a:lnTo>
                  <a:lnTo>
                    <a:pt x="360385" y="584489"/>
                  </a:lnTo>
                  <a:lnTo>
                    <a:pt x="359872" y="584487"/>
                  </a:lnTo>
                  <a:lnTo>
                    <a:pt x="359651" y="584413"/>
                  </a:lnTo>
                  <a:lnTo>
                    <a:pt x="359394" y="584386"/>
                  </a:lnTo>
                  <a:lnTo>
                    <a:pt x="359101" y="584587"/>
                  </a:lnTo>
                  <a:lnTo>
                    <a:pt x="358880" y="584790"/>
                  </a:lnTo>
                  <a:lnTo>
                    <a:pt x="358452" y="584825"/>
                  </a:lnTo>
                  <a:lnTo>
                    <a:pt x="358237" y="584574"/>
                  </a:lnTo>
                  <a:lnTo>
                    <a:pt x="357916" y="583699"/>
                  </a:lnTo>
                  <a:lnTo>
                    <a:pt x="357898" y="583529"/>
                  </a:lnTo>
                  <a:lnTo>
                    <a:pt x="357989" y="583223"/>
                  </a:lnTo>
                  <a:lnTo>
                    <a:pt x="357951" y="582898"/>
                  </a:lnTo>
                  <a:lnTo>
                    <a:pt x="357899" y="582742"/>
                  </a:lnTo>
                  <a:lnTo>
                    <a:pt x="357894" y="582417"/>
                  </a:lnTo>
                  <a:lnTo>
                    <a:pt x="357957" y="582191"/>
                  </a:lnTo>
                  <a:lnTo>
                    <a:pt x="357724" y="581635"/>
                  </a:lnTo>
                  <a:lnTo>
                    <a:pt x="357715" y="581145"/>
                  </a:lnTo>
                  <a:lnTo>
                    <a:pt x="357808" y="580934"/>
                  </a:lnTo>
                  <a:lnTo>
                    <a:pt x="357774" y="580632"/>
                  </a:lnTo>
                  <a:lnTo>
                    <a:pt x="357704" y="580469"/>
                  </a:lnTo>
                  <a:lnTo>
                    <a:pt x="357825" y="579722"/>
                  </a:lnTo>
                  <a:lnTo>
                    <a:pt x="357745" y="579523"/>
                  </a:lnTo>
                  <a:lnTo>
                    <a:pt x="357726" y="579329"/>
                  </a:lnTo>
                  <a:lnTo>
                    <a:pt x="357640" y="579171"/>
                  </a:lnTo>
                  <a:lnTo>
                    <a:pt x="357521" y="578803"/>
                  </a:lnTo>
                  <a:lnTo>
                    <a:pt x="357377" y="578679"/>
                  </a:lnTo>
                  <a:lnTo>
                    <a:pt x="357010" y="578555"/>
                  </a:lnTo>
                  <a:lnTo>
                    <a:pt x="356764" y="578363"/>
                  </a:lnTo>
                  <a:lnTo>
                    <a:pt x="356771" y="578020"/>
                  </a:lnTo>
                  <a:lnTo>
                    <a:pt x="356807" y="577448"/>
                  </a:lnTo>
                  <a:lnTo>
                    <a:pt x="356776" y="577036"/>
                  </a:lnTo>
                  <a:lnTo>
                    <a:pt x="356427" y="576819"/>
                  </a:lnTo>
                  <a:lnTo>
                    <a:pt x="356244" y="576907"/>
                  </a:lnTo>
                  <a:lnTo>
                    <a:pt x="356130" y="577068"/>
                  </a:lnTo>
                  <a:lnTo>
                    <a:pt x="355870" y="577164"/>
                  </a:lnTo>
                  <a:lnTo>
                    <a:pt x="355620" y="577038"/>
                  </a:lnTo>
                  <a:lnTo>
                    <a:pt x="355554" y="576893"/>
                  </a:lnTo>
                  <a:lnTo>
                    <a:pt x="355508" y="576365"/>
                  </a:lnTo>
                  <a:lnTo>
                    <a:pt x="355259" y="576065"/>
                  </a:lnTo>
                  <a:lnTo>
                    <a:pt x="355103" y="575984"/>
                  </a:lnTo>
                  <a:lnTo>
                    <a:pt x="354959" y="575951"/>
                  </a:lnTo>
                  <a:lnTo>
                    <a:pt x="354790" y="575997"/>
                  </a:lnTo>
                  <a:lnTo>
                    <a:pt x="354449" y="576119"/>
                  </a:lnTo>
                  <a:lnTo>
                    <a:pt x="353762" y="575952"/>
                  </a:lnTo>
                  <a:lnTo>
                    <a:pt x="353539" y="575633"/>
                  </a:lnTo>
                  <a:lnTo>
                    <a:pt x="353408" y="575627"/>
                  </a:lnTo>
                  <a:lnTo>
                    <a:pt x="353167" y="575708"/>
                  </a:lnTo>
                  <a:lnTo>
                    <a:pt x="352709" y="575949"/>
                  </a:lnTo>
                  <a:lnTo>
                    <a:pt x="352537" y="576101"/>
                  </a:lnTo>
                  <a:lnTo>
                    <a:pt x="352402" y="576264"/>
                  </a:lnTo>
                  <a:lnTo>
                    <a:pt x="352219" y="576364"/>
                  </a:lnTo>
                  <a:lnTo>
                    <a:pt x="351830" y="576424"/>
                  </a:lnTo>
                  <a:lnTo>
                    <a:pt x="351636" y="576426"/>
                  </a:lnTo>
                  <a:lnTo>
                    <a:pt x="350692" y="576537"/>
                  </a:lnTo>
                  <a:lnTo>
                    <a:pt x="350619" y="576702"/>
                  </a:lnTo>
                  <a:lnTo>
                    <a:pt x="350629" y="577007"/>
                  </a:lnTo>
                  <a:lnTo>
                    <a:pt x="350659" y="577144"/>
                  </a:lnTo>
                  <a:lnTo>
                    <a:pt x="350608" y="577578"/>
                  </a:lnTo>
                  <a:lnTo>
                    <a:pt x="350415" y="577781"/>
                  </a:lnTo>
                  <a:lnTo>
                    <a:pt x="350184" y="577907"/>
                  </a:lnTo>
                  <a:lnTo>
                    <a:pt x="350016" y="577960"/>
                  </a:lnTo>
                  <a:lnTo>
                    <a:pt x="349879" y="577999"/>
                  </a:lnTo>
                  <a:lnTo>
                    <a:pt x="349316" y="578143"/>
                  </a:lnTo>
                  <a:lnTo>
                    <a:pt x="348691" y="578004"/>
                  </a:lnTo>
                  <a:lnTo>
                    <a:pt x="348391" y="577886"/>
                  </a:lnTo>
                  <a:lnTo>
                    <a:pt x="348233" y="577828"/>
                  </a:lnTo>
                  <a:lnTo>
                    <a:pt x="347065" y="577542"/>
                  </a:lnTo>
                  <a:lnTo>
                    <a:pt x="346920" y="577590"/>
                  </a:lnTo>
                  <a:lnTo>
                    <a:pt x="346515" y="577613"/>
                  </a:lnTo>
                  <a:lnTo>
                    <a:pt x="345607" y="577354"/>
                  </a:lnTo>
                  <a:lnTo>
                    <a:pt x="345419" y="577466"/>
                  </a:lnTo>
                  <a:lnTo>
                    <a:pt x="344970" y="577402"/>
                  </a:lnTo>
                  <a:lnTo>
                    <a:pt x="344635" y="577217"/>
                  </a:lnTo>
                  <a:lnTo>
                    <a:pt x="344084" y="577037"/>
                  </a:lnTo>
                  <a:lnTo>
                    <a:pt x="343560" y="576574"/>
                  </a:lnTo>
                  <a:lnTo>
                    <a:pt x="343309" y="576417"/>
                  </a:lnTo>
                  <a:lnTo>
                    <a:pt x="343117" y="576409"/>
                  </a:lnTo>
                  <a:lnTo>
                    <a:pt x="342958" y="576528"/>
                  </a:lnTo>
                  <a:lnTo>
                    <a:pt x="342433" y="577044"/>
                  </a:lnTo>
                  <a:lnTo>
                    <a:pt x="341755" y="577054"/>
                  </a:lnTo>
                  <a:lnTo>
                    <a:pt x="341507" y="577167"/>
                  </a:lnTo>
                  <a:lnTo>
                    <a:pt x="341190" y="577425"/>
                  </a:lnTo>
                  <a:lnTo>
                    <a:pt x="341026" y="577767"/>
                  </a:lnTo>
                  <a:lnTo>
                    <a:pt x="340743" y="577660"/>
                  </a:lnTo>
                  <a:lnTo>
                    <a:pt x="340517" y="577412"/>
                  </a:lnTo>
                  <a:lnTo>
                    <a:pt x="340768" y="576889"/>
                  </a:lnTo>
                  <a:lnTo>
                    <a:pt x="340861" y="576751"/>
                  </a:lnTo>
                  <a:lnTo>
                    <a:pt x="340770" y="576338"/>
                  </a:lnTo>
                  <a:lnTo>
                    <a:pt x="340478" y="575868"/>
                  </a:lnTo>
                  <a:lnTo>
                    <a:pt x="340432" y="575340"/>
                  </a:lnTo>
                  <a:lnTo>
                    <a:pt x="340381" y="574864"/>
                  </a:lnTo>
                  <a:lnTo>
                    <a:pt x="340552" y="574582"/>
                  </a:lnTo>
                  <a:lnTo>
                    <a:pt x="340747" y="574402"/>
                  </a:lnTo>
                  <a:lnTo>
                    <a:pt x="341420" y="573753"/>
                  </a:lnTo>
                  <a:lnTo>
                    <a:pt x="341218" y="573083"/>
                  </a:lnTo>
                  <a:lnTo>
                    <a:pt x="341266" y="572643"/>
                  </a:lnTo>
                  <a:lnTo>
                    <a:pt x="341382" y="572341"/>
                  </a:lnTo>
                  <a:lnTo>
                    <a:pt x="341385" y="571705"/>
                  </a:lnTo>
                  <a:lnTo>
                    <a:pt x="341255" y="571574"/>
                  </a:lnTo>
                  <a:lnTo>
                    <a:pt x="340796" y="571266"/>
                  </a:lnTo>
                  <a:lnTo>
                    <a:pt x="340322" y="570773"/>
                  </a:lnTo>
                  <a:lnTo>
                    <a:pt x="340225" y="570479"/>
                  </a:lnTo>
                  <a:lnTo>
                    <a:pt x="339990" y="570363"/>
                  </a:lnTo>
                  <a:lnTo>
                    <a:pt x="339961" y="569408"/>
                  </a:lnTo>
                  <a:lnTo>
                    <a:pt x="339673" y="569403"/>
                  </a:lnTo>
                  <a:lnTo>
                    <a:pt x="339402" y="569401"/>
                  </a:lnTo>
                  <a:lnTo>
                    <a:pt x="339239" y="569330"/>
                  </a:lnTo>
                  <a:lnTo>
                    <a:pt x="338933" y="569133"/>
                  </a:lnTo>
                  <a:lnTo>
                    <a:pt x="338626" y="569198"/>
                  </a:lnTo>
                  <a:lnTo>
                    <a:pt x="338378" y="569000"/>
                  </a:lnTo>
                  <a:lnTo>
                    <a:pt x="338185" y="568693"/>
                  </a:lnTo>
                  <a:lnTo>
                    <a:pt x="337841" y="568831"/>
                  </a:lnTo>
                  <a:lnTo>
                    <a:pt x="337460" y="568906"/>
                  </a:lnTo>
                  <a:lnTo>
                    <a:pt x="337054" y="568852"/>
                  </a:lnTo>
                  <a:lnTo>
                    <a:pt x="336062" y="568515"/>
                  </a:lnTo>
                  <a:lnTo>
                    <a:pt x="335966" y="568336"/>
                  </a:lnTo>
                  <a:lnTo>
                    <a:pt x="335947" y="568139"/>
                  </a:lnTo>
                  <a:lnTo>
                    <a:pt x="335937" y="567811"/>
                  </a:lnTo>
                  <a:lnTo>
                    <a:pt x="335617" y="567607"/>
                  </a:lnTo>
                  <a:lnTo>
                    <a:pt x="335339" y="567746"/>
                  </a:lnTo>
                  <a:lnTo>
                    <a:pt x="335071" y="567309"/>
                  </a:lnTo>
                  <a:lnTo>
                    <a:pt x="334866" y="567098"/>
                  </a:lnTo>
                  <a:lnTo>
                    <a:pt x="334508" y="567259"/>
                  </a:lnTo>
                  <a:lnTo>
                    <a:pt x="333860" y="567284"/>
                  </a:lnTo>
                  <a:lnTo>
                    <a:pt x="333659" y="566699"/>
                  </a:lnTo>
                  <a:lnTo>
                    <a:pt x="333248" y="566269"/>
                  </a:lnTo>
                  <a:lnTo>
                    <a:pt x="333119" y="565976"/>
                  </a:lnTo>
                  <a:lnTo>
                    <a:pt x="333075" y="565793"/>
                  </a:lnTo>
                  <a:lnTo>
                    <a:pt x="332677" y="564870"/>
                  </a:lnTo>
                  <a:lnTo>
                    <a:pt x="332243" y="564720"/>
                  </a:lnTo>
                  <a:lnTo>
                    <a:pt x="332128" y="564527"/>
                  </a:lnTo>
                  <a:lnTo>
                    <a:pt x="331983" y="564255"/>
                  </a:lnTo>
                  <a:lnTo>
                    <a:pt x="331732" y="563991"/>
                  </a:lnTo>
                  <a:lnTo>
                    <a:pt x="331297" y="563501"/>
                  </a:lnTo>
                  <a:lnTo>
                    <a:pt x="331422" y="563200"/>
                  </a:lnTo>
                  <a:lnTo>
                    <a:pt x="331221" y="562684"/>
                  </a:lnTo>
                  <a:lnTo>
                    <a:pt x="331121" y="562539"/>
                  </a:lnTo>
                  <a:lnTo>
                    <a:pt x="330762" y="562324"/>
                  </a:lnTo>
                  <a:lnTo>
                    <a:pt x="330609" y="562155"/>
                  </a:lnTo>
                  <a:lnTo>
                    <a:pt x="330327" y="561768"/>
                  </a:lnTo>
                  <a:lnTo>
                    <a:pt x="329896" y="561073"/>
                  </a:lnTo>
                  <a:lnTo>
                    <a:pt x="329614" y="561178"/>
                  </a:lnTo>
                  <a:lnTo>
                    <a:pt x="329508" y="560835"/>
                  </a:lnTo>
                  <a:lnTo>
                    <a:pt x="329429" y="560478"/>
                  </a:lnTo>
                  <a:lnTo>
                    <a:pt x="329413" y="560284"/>
                  </a:lnTo>
                  <a:lnTo>
                    <a:pt x="329366" y="560020"/>
                  </a:lnTo>
                  <a:lnTo>
                    <a:pt x="329044" y="559708"/>
                  </a:lnTo>
                  <a:lnTo>
                    <a:pt x="329055" y="559333"/>
                  </a:lnTo>
                  <a:lnTo>
                    <a:pt x="329163" y="558978"/>
                  </a:lnTo>
                  <a:lnTo>
                    <a:pt x="328991" y="558886"/>
                  </a:lnTo>
                  <a:lnTo>
                    <a:pt x="328628" y="558702"/>
                  </a:lnTo>
                  <a:lnTo>
                    <a:pt x="328182" y="558495"/>
                  </a:lnTo>
                  <a:lnTo>
                    <a:pt x="327917" y="557622"/>
                  </a:lnTo>
                  <a:lnTo>
                    <a:pt x="327707" y="557261"/>
                  </a:lnTo>
                  <a:lnTo>
                    <a:pt x="327436" y="556889"/>
                  </a:lnTo>
                  <a:lnTo>
                    <a:pt x="327084" y="556649"/>
                  </a:lnTo>
                  <a:lnTo>
                    <a:pt x="326972" y="556495"/>
                  </a:lnTo>
                  <a:lnTo>
                    <a:pt x="326849" y="556188"/>
                  </a:lnTo>
                  <a:lnTo>
                    <a:pt x="326691" y="555851"/>
                  </a:lnTo>
                  <a:lnTo>
                    <a:pt x="325504" y="555227"/>
                  </a:lnTo>
                  <a:lnTo>
                    <a:pt x="325110" y="554979"/>
                  </a:lnTo>
                  <a:lnTo>
                    <a:pt x="325008" y="554773"/>
                  </a:lnTo>
                  <a:lnTo>
                    <a:pt x="325420" y="554230"/>
                  </a:lnTo>
                  <a:lnTo>
                    <a:pt x="325634" y="553920"/>
                  </a:lnTo>
                  <a:lnTo>
                    <a:pt x="326037" y="553335"/>
                  </a:lnTo>
                  <a:lnTo>
                    <a:pt x="326154" y="552932"/>
                  </a:lnTo>
                  <a:lnTo>
                    <a:pt x="326223" y="552653"/>
                  </a:lnTo>
                  <a:lnTo>
                    <a:pt x="326211" y="552419"/>
                  </a:lnTo>
                  <a:lnTo>
                    <a:pt x="326553" y="552173"/>
                  </a:lnTo>
                  <a:lnTo>
                    <a:pt x="326740" y="551788"/>
                  </a:lnTo>
                  <a:lnTo>
                    <a:pt x="326573" y="551577"/>
                  </a:lnTo>
                  <a:lnTo>
                    <a:pt x="326325" y="551388"/>
                  </a:lnTo>
                  <a:lnTo>
                    <a:pt x="326595" y="550943"/>
                  </a:lnTo>
                  <a:lnTo>
                    <a:pt x="326728" y="550694"/>
                  </a:lnTo>
                  <a:lnTo>
                    <a:pt x="327012" y="549357"/>
                  </a:lnTo>
                  <a:lnTo>
                    <a:pt x="327145" y="549020"/>
                  </a:lnTo>
                  <a:lnTo>
                    <a:pt x="327892" y="548335"/>
                  </a:lnTo>
                  <a:lnTo>
                    <a:pt x="328236" y="548345"/>
                  </a:lnTo>
                  <a:lnTo>
                    <a:pt x="328842" y="548124"/>
                  </a:lnTo>
                  <a:lnTo>
                    <a:pt x="329179" y="547932"/>
                  </a:lnTo>
                  <a:lnTo>
                    <a:pt x="329359" y="547582"/>
                  </a:lnTo>
                  <a:lnTo>
                    <a:pt x="329752" y="547136"/>
                  </a:lnTo>
                  <a:lnTo>
                    <a:pt x="329959" y="546960"/>
                  </a:lnTo>
                  <a:lnTo>
                    <a:pt x="329943" y="546660"/>
                  </a:lnTo>
                  <a:lnTo>
                    <a:pt x="330082" y="546178"/>
                  </a:lnTo>
                  <a:lnTo>
                    <a:pt x="330308" y="546118"/>
                  </a:lnTo>
                  <a:lnTo>
                    <a:pt x="330531" y="546153"/>
                  </a:lnTo>
                  <a:lnTo>
                    <a:pt x="331085" y="546197"/>
                  </a:lnTo>
                  <a:lnTo>
                    <a:pt x="331649" y="546088"/>
                  </a:lnTo>
                  <a:lnTo>
                    <a:pt x="332002" y="545930"/>
                  </a:lnTo>
                  <a:lnTo>
                    <a:pt x="332223" y="545838"/>
                  </a:lnTo>
                  <a:lnTo>
                    <a:pt x="332518" y="546151"/>
                  </a:lnTo>
                  <a:lnTo>
                    <a:pt x="332692" y="546213"/>
                  </a:lnTo>
                  <a:lnTo>
                    <a:pt x="333592" y="546243"/>
                  </a:lnTo>
                  <a:lnTo>
                    <a:pt x="333831" y="546370"/>
                  </a:lnTo>
                  <a:lnTo>
                    <a:pt x="334240" y="546620"/>
                  </a:lnTo>
                  <a:lnTo>
                    <a:pt x="334497" y="547024"/>
                  </a:lnTo>
                  <a:lnTo>
                    <a:pt x="335003" y="547604"/>
                  </a:lnTo>
                  <a:lnTo>
                    <a:pt x="335311" y="547818"/>
                  </a:lnTo>
                  <a:lnTo>
                    <a:pt x="336095" y="547842"/>
                  </a:lnTo>
                  <a:lnTo>
                    <a:pt x="336141" y="548203"/>
                  </a:lnTo>
                  <a:lnTo>
                    <a:pt x="336205" y="548410"/>
                  </a:lnTo>
                  <a:lnTo>
                    <a:pt x="336672" y="548231"/>
                  </a:lnTo>
                  <a:lnTo>
                    <a:pt x="336944" y="548251"/>
                  </a:lnTo>
                  <a:lnTo>
                    <a:pt x="337112" y="548377"/>
                  </a:lnTo>
                  <a:lnTo>
                    <a:pt x="337279" y="548507"/>
                  </a:lnTo>
                  <a:lnTo>
                    <a:pt x="337593" y="548347"/>
                  </a:lnTo>
                  <a:lnTo>
                    <a:pt x="337845" y="548245"/>
                  </a:lnTo>
                  <a:lnTo>
                    <a:pt x="338100" y="548408"/>
                  </a:lnTo>
                  <a:lnTo>
                    <a:pt x="338743" y="548240"/>
                  </a:lnTo>
                  <a:lnTo>
                    <a:pt x="339035" y="548327"/>
                  </a:lnTo>
                  <a:lnTo>
                    <a:pt x="339317" y="548350"/>
                  </a:lnTo>
                  <a:lnTo>
                    <a:pt x="339737" y="548101"/>
                  </a:lnTo>
                  <a:lnTo>
                    <a:pt x="340237" y="548339"/>
                  </a:lnTo>
                  <a:lnTo>
                    <a:pt x="340386" y="548483"/>
                  </a:lnTo>
                  <a:lnTo>
                    <a:pt x="340667" y="548675"/>
                  </a:lnTo>
                  <a:lnTo>
                    <a:pt x="340995" y="548580"/>
                  </a:lnTo>
                  <a:lnTo>
                    <a:pt x="341268" y="548263"/>
                  </a:lnTo>
                  <a:lnTo>
                    <a:pt x="341655" y="547973"/>
                  </a:lnTo>
                  <a:lnTo>
                    <a:pt x="341801" y="548055"/>
                  </a:lnTo>
                  <a:lnTo>
                    <a:pt x="342078" y="548142"/>
                  </a:lnTo>
                  <a:lnTo>
                    <a:pt x="342257" y="548157"/>
                  </a:lnTo>
                  <a:lnTo>
                    <a:pt x="342402" y="548135"/>
                  </a:lnTo>
                  <a:lnTo>
                    <a:pt x="342673" y="548143"/>
                  </a:lnTo>
                  <a:lnTo>
                    <a:pt x="343183" y="548419"/>
                  </a:lnTo>
                  <a:lnTo>
                    <a:pt x="343029" y="548980"/>
                  </a:lnTo>
                  <a:lnTo>
                    <a:pt x="342963" y="549355"/>
                  </a:lnTo>
                  <a:lnTo>
                    <a:pt x="343084" y="549707"/>
                  </a:lnTo>
                  <a:lnTo>
                    <a:pt x="343425" y="549766"/>
                  </a:lnTo>
                  <a:lnTo>
                    <a:pt x="343663" y="549543"/>
                  </a:lnTo>
                  <a:lnTo>
                    <a:pt x="344196" y="549720"/>
                  </a:lnTo>
                  <a:lnTo>
                    <a:pt x="344274" y="550180"/>
                  </a:lnTo>
                  <a:lnTo>
                    <a:pt x="344466" y="550379"/>
                  </a:lnTo>
                  <a:lnTo>
                    <a:pt x="345241" y="550627"/>
                  </a:lnTo>
                  <a:lnTo>
                    <a:pt x="345615" y="550885"/>
                  </a:lnTo>
                  <a:lnTo>
                    <a:pt x="346668" y="550872"/>
                  </a:lnTo>
                  <a:lnTo>
                    <a:pt x="346750" y="551007"/>
                  </a:lnTo>
                  <a:lnTo>
                    <a:pt x="346834" y="551686"/>
                  </a:lnTo>
                  <a:lnTo>
                    <a:pt x="346532" y="551682"/>
                  </a:lnTo>
                  <a:lnTo>
                    <a:pt x="346670" y="551917"/>
                  </a:lnTo>
                  <a:lnTo>
                    <a:pt x="347036" y="551862"/>
                  </a:lnTo>
                  <a:lnTo>
                    <a:pt x="347191" y="551770"/>
                  </a:lnTo>
                  <a:lnTo>
                    <a:pt x="347366" y="551716"/>
                  </a:lnTo>
                  <a:lnTo>
                    <a:pt x="347525" y="551725"/>
                  </a:lnTo>
                  <a:lnTo>
                    <a:pt x="348456" y="551792"/>
                  </a:lnTo>
                  <a:lnTo>
                    <a:pt x="348619" y="551871"/>
                  </a:lnTo>
                  <a:lnTo>
                    <a:pt x="348955" y="552179"/>
                  </a:lnTo>
                  <a:lnTo>
                    <a:pt x="349189" y="552239"/>
                  </a:lnTo>
                  <a:lnTo>
                    <a:pt x="349583" y="552254"/>
                  </a:lnTo>
                  <a:lnTo>
                    <a:pt x="349782" y="552309"/>
                  </a:lnTo>
                  <a:lnTo>
                    <a:pt x="349990" y="552442"/>
                  </a:lnTo>
                  <a:lnTo>
                    <a:pt x="350084" y="552634"/>
                  </a:lnTo>
                  <a:lnTo>
                    <a:pt x="350644" y="552608"/>
                  </a:lnTo>
                  <a:lnTo>
                    <a:pt x="350732" y="552737"/>
                  </a:lnTo>
                  <a:lnTo>
                    <a:pt x="351236" y="552945"/>
                  </a:lnTo>
                  <a:lnTo>
                    <a:pt x="352108" y="552973"/>
                  </a:lnTo>
                  <a:lnTo>
                    <a:pt x="352645" y="553034"/>
                  </a:lnTo>
                  <a:lnTo>
                    <a:pt x="353021" y="553248"/>
                  </a:lnTo>
                  <a:lnTo>
                    <a:pt x="353055" y="553437"/>
                  </a:lnTo>
                  <a:lnTo>
                    <a:pt x="352913" y="553953"/>
                  </a:lnTo>
                  <a:lnTo>
                    <a:pt x="353047" y="554032"/>
                  </a:lnTo>
                  <a:lnTo>
                    <a:pt x="353505" y="554069"/>
                  </a:lnTo>
                  <a:lnTo>
                    <a:pt x="353708" y="554036"/>
                  </a:lnTo>
                  <a:lnTo>
                    <a:pt x="354054" y="553863"/>
                  </a:lnTo>
                  <a:lnTo>
                    <a:pt x="354210" y="553626"/>
                  </a:lnTo>
                  <a:lnTo>
                    <a:pt x="354360" y="553497"/>
                  </a:lnTo>
                  <a:lnTo>
                    <a:pt x="354560" y="553402"/>
                  </a:lnTo>
                  <a:lnTo>
                    <a:pt x="355057" y="553401"/>
                  </a:lnTo>
                  <a:lnTo>
                    <a:pt x="355227" y="553673"/>
                  </a:lnTo>
                  <a:lnTo>
                    <a:pt x="355560" y="553814"/>
                  </a:lnTo>
                  <a:lnTo>
                    <a:pt x="355750" y="554251"/>
                  </a:lnTo>
                  <a:lnTo>
                    <a:pt x="355948" y="554187"/>
                  </a:lnTo>
                  <a:lnTo>
                    <a:pt x="356755" y="554453"/>
                  </a:lnTo>
                  <a:lnTo>
                    <a:pt x="357102" y="554584"/>
                  </a:lnTo>
                  <a:lnTo>
                    <a:pt x="357295" y="554770"/>
                  </a:lnTo>
                  <a:lnTo>
                    <a:pt x="357709" y="555050"/>
                  </a:lnTo>
                  <a:lnTo>
                    <a:pt x="358082" y="555210"/>
                  </a:lnTo>
                  <a:lnTo>
                    <a:pt x="358266" y="555389"/>
                  </a:lnTo>
                  <a:lnTo>
                    <a:pt x="358413" y="555515"/>
                  </a:lnTo>
                  <a:lnTo>
                    <a:pt x="358680" y="555605"/>
                  </a:lnTo>
                  <a:lnTo>
                    <a:pt x="358962" y="555701"/>
                  </a:lnTo>
                  <a:lnTo>
                    <a:pt x="359257" y="555893"/>
                  </a:lnTo>
                  <a:lnTo>
                    <a:pt x="359371" y="556110"/>
                  </a:lnTo>
                  <a:lnTo>
                    <a:pt x="358909" y="556542"/>
                  </a:lnTo>
                  <a:lnTo>
                    <a:pt x="358958" y="556690"/>
                  </a:lnTo>
                  <a:lnTo>
                    <a:pt x="359293" y="557277"/>
                  </a:lnTo>
                  <a:lnTo>
                    <a:pt x="359915" y="557704"/>
                  </a:lnTo>
                  <a:lnTo>
                    <a:pt x="360291" y="557827"/>
                  </a:lnTo>
                  <a:lnTo>
                    <a:pt x="360851" y="557809"/>
                  </a:lnTo>
                  <a:lnTo>
                    <a:pt x="360891" y="557603"/>
                  </a:lnTo>
                  <a:lnTo>
                    <a:pt x="361271" y="557413"/>
                  </a:lnTo>
                  <a:lnTo>
                    <a:pt x="361686" y="558126"/>
                  </a:lnTo>
                  <a:lnTo>
                    <a:pt x="361536" y="558546"/>
                  </a:lnTo>
                  <a:lnTo>
                    <a:pt x="361568" y="558868"/>
                  </a:lnTo>
                  <a:lnTo>
                    <a:pt x="361772" y="558953"/>
                  </a:lnTo>
                  <a:lnTo>
                    <a:pt x="361907" y="558793"/>
                  </a:lnTo>
                  <a:lnTo>
                    <a:pt x="361962" y="558538"/>
                  </a:lnTo>
                  <a:lnTo>
                    <a:pt x="362307" y="558347"/>
                  </a:lnTo>
                  <a:lnTo>
                    <a:pt x="362334" y="558597"/>
                  </a:lnTo>
                  <a:lnTo>
                    <a:pt x="362292" y="558874"/>
                  </a:lnTo>
                  <a:lnTo>
                    <a:pt x="362561" y="559134"/>
                  </a:lnTo>
                  <a:lnTo>
                    <a:pt x="362707" y="558891"/>
                  </a:lnTo>
                  <a:lnTo>
                    <a:pt x="362997" y="558715"/>
                  </a:lnTo>
                  <a:lnTo>
                    <a:pt x="363149" y="558525"/>
                  </a:lnTo>
                  <a:lnTo>
                    <a:pt x="363325" y="558242"/>
                  </a:lnTo>
                  <a:lnTo>
                    <a:pt x="363347" y="558026"/>
                  </a:lnTo>
                  <a:lnTo>
                    <a:pt x="363551" y="557491"/>
                  </a:lnTo>
                  <a:lnTo>
                    <a:pt x="363965" y="557207"/>
                  </a:lnTo>
                  <a:lnTo>
                    <a:pt x="364362" y="556939"/>
                  </a:lnTo>
                  <a:lnTo>
                    <a:pt x="364515" y="556857"/>
                  </a:lnTo>
                  <a:lnTo>
                    <a:pt x="364719" y="556862"/>
                  </a:lnTo>
                  <a:lnTo>
                    <a:pt x="364894" y="557044"/>
                  </a:lnTo>
                  <a:lnTo>
                    <a:pt x="365300" y="556970"/>
                  </a:lnTo>
                  <a:lnTo>
                    <a:pt x="365457" y="556959"/>
                  </a:lnTo>
                  <a:lnTo>
                    <a:pt x="365792" y="556949"/>
                  </a:lnTo>
                  <a:lnTo>
                    <a:pt x="365923" y="556946"/>
                  </a:lnTo>
                  <a:lnTo>
                    <a:pt x="366589" y="557106"/>
                  </a:lnTo>
                  <a:lnTo>
                    <a:pt x="366890" y="556840"/>
                  </a:lnTo>
                  <a:lnTo>
                    <a:pt x="366986" y="556474"/>
                  </a:lnTo>
                  <a:lnTo>
                    <a:pt x="366873" y="555913"/>
                  </a:lnTo>
                  <a:lnTo>
                    <a:pt x="367328" y="555991"/>
                  </a:lnTo>
                  <a:lnTo>
                    <a:pt x="367598" y="556369"/>
                  </a:lnTo>
                  <a:lnTo>
                    <a:pt x="368027" y="556954"/>
                  </a:lnTo>
                  <a:lnTo>
                    <a:pt x="368449" y="556816"/>
                  </a:lnTo>
                  <a:lnTo>
                    <a:pt x="368855" y="556855"/>
                  </a:lnTo>
                  <a:lnTo>
                    <a:pt x="369531" y="557309"/>
                  </a:lnTo>
                  <a:lnTo>
                    <a:pt x="370123" y="557531"/>
                  </a:lnTo>
                  <a:lnTo>
                    <a:pt x="370376" y="557616"/>
                  </a:lnTo>
                  <a:lnTo>
                    <a:pt x="370666" y="557687"/>
                  </a:lnTo>
                  <a:lnTo>
                    <a:pt x="371051" y="557882"/>
                  </a:lnTo>
                  <a:lnTo>
                    <a:pt x="371096" y="557511"/>
                  </a:lnTo>
                  <a:lnTo>
                    <a:pt x="371111" y="557279"/>
                  </a:lnTo>
                  <a:lnTo>
                    <a:pt x="371154" y="557011"/>
                  </a:lnTo>
                  <a:lnTo>
                    <a:pt x="371278" y="556407"/>
                  </a:lnTo>
                  <a:lnTo>
                    <a:pt x="371463" y="555812"/>
                  </a:lnTo>
                  <a:lnTo>
                    <a:pt x="371111" y="555500"/>
                  </a:lnTo>
                  <a:lnTo>
                    <a:pt x="371589" y="555248"/>
                  </a:lnTo>
                  <a:lnTo>
                    <a:pt x="372255" y="555452"/>
                  </a:lnTo>
                  <a:lnTo>
                    <a:pt x="372538" y="555545"/>
                  </a:lnTo>
                  <a:lnTo>
                    <a:pt x="372800" y="555566"/>
                  </a:lnTo>
                  <a:lnTo>
                    <a:pt x="373070" y="555324"/>
                  </a:lnTo>
                  <a:lnTo>
                    <a:pt x="373534" y="554306"/>
                  </a:lnTo>
                  <a:lnTo>
                    <a:pt x="373856" y="554268"/>
                  </a:lnTo>
                  <a:lnTo>
                    <a:pt x="373847" y="554129"/>
                  </a:lnTo>
                  <a:lnTo>
                    <a:pt x="373770" y="553613"/>
                  </a:lnTo>
                  <a:lnTo>
                    <a:pt x="373390" y="553227"/>
                  </a:lnTo>
                  <a:lnTo>
                    <a:pt x="373202" y="552997"/>
                  </a:lnTo>
                  <a:lnTo>
                    <a:pt x="373532" y="552832"/>
                  </a:lnTo>
                  <a:lnTo>
                    <a:pt x="373716" y="552760"/>
                  </a:lnTo>
                  <a:lnTo>
                    <a:pt x="373987" y="552548"/>
                  </a:lnTo>
                  <a:lnTo>
                    <a:pt x="374137" y="552551"/>
                  </a:lnTo>
                  <a:lnTo>
                    <a:pt x="374836" y="552693"/>
                  </a:lnTo>
                  <a:lnTo>
                    <a:pt x="375137" y="552541"/>
                  </a:lnTo>
                  <a:lnTo>
                    <a:pt x="375182" y="552386"/>
                  </a:lnTo>
                  <a:lnTo>
                    <a:pt x="375173" y="552060"/>
                  </a:lnTo>
                  <a:lnTo>
                    <a:pt x="375094" y="551326"/>
                  </a:lnTo>
                  <a:lnTo>
                    <a:pt x="375162" y="551064"/>
                  </a:lnTo>
                  <a:lnTo>
                    <a:pt x="375122" y="550874"/>
                  </a:lnTo>
                  <a:lnTo>
                    <a:pt x="375028" y="550580"/>
                  </a:lnTo>
                  <a:lnTo>
                    <a:pt x="375119" y="550135"/>
                  </a:lnTo>
                  <a:lnTo>
                    <a:pt x="375282" y="549823"/>
                  </a:lnTo>
                  <a:lnTo>
                    <a:pt x="375961" y="549891"/>
                  </a:lnTo>
                  <a:lnTo>
                    <a:pt x="376255" y="550086"/>
                  </a:lnTo>
                  <a:lnTo>
                    <a:pt x="376839" y="550178"/>
                  </a:lnTo>
                  <a:lnTo>
                    <a:pt x="378063" y="550744"/>
                  </a:lnTo>
                  <a:lnTo>
                    <a:pt x="378440" y="550590"/>
                  </a:lnTo>
                  <a:lnTo>
                    <a:pt x="378427" y="549981"/>
                  </a:lnTo>
                  <a:lnTo>
                    <a:pt x="378532" y="549794"/>
                  </a:lnTo>
                  <a:lnTo>
                    <a:pt x="378733" y="549845"/>
                  </a:lnTo>
                  <a:lnTo>
                    <a:pt x="379210" y="548906"/>
                  </a:lnTo>
                  <a:lnTo>
                    <a:pt x="379181" y="548469"/>
                  </a:lnTo>
                  <a:lnTo>
                    <a:pt x="379580" y="547912"/>
                  </a:lnTo>
                  <a:lnTo>
                    <a:pt x="379757" y="547393"/>
                  </a:lnTo>
                  <a:lnTo>
                    <a:pt x="379831" y="547266"/>
                  </a:lnTo>
                  <a:lnTo>
                    <a:pt x="380167" y="547328"/>
                  </a:lnTo>
                  <a:lnTo>
                    <a:pt x="380324" y="547403"/>
                  </a:lnTo>
                  <a:lnTo>
                    <a:pt x="381023" y="547649"/>
                  </a:lnTo>
                  <a:lnTo>
                    <a:pt x="381232" y="547762"/>
                  </a:lnTo>
                  <a:lnTo>
                    <a:pt x="381740" y="547642"/>
                  </a:lnTo>
                  <a:lnTo>
                    <a:pt x="381898" y="547604"/>
                  </a:lnTo>
                  <a:lnTo>
                    <a:pt x="382107" y="547525"/>
                  </a:lnTo>
                  <a:lnTo>
                    <a:pt x="382573" y="546919"/>
                  </a:lnTo>
                  <a:lnTo>
                    <a:pt x="382303" y="546624"/>
                  </a:lnTo>
                  <a:lnTo>
                    <a:pt x="382059" y="546393"/>
                  </a:lnTo>
                  <a:lnTo>
                    <a:pt x="381937" y="546238"/>
                  </a:lnTo>
                  <a:lnTo>
                    <a:pt x="381836" y="546046"/>
                  </a:lnTo>
                  <a:lnTo>
                    <a:pt x="381555" y="545818"/>
                  </a:lnTo>
                  <a:lnTo>
                    <a:pt x="381313" y="545665"/>
                  </a:lnTo>
                  <a:lnTo>
                    <a:pt x="380776" y="544976"/>
                  </a:lnTo>
                  <a:lnTo>
                    <a:pt x="380667" y="544756"/>
                  </a:lnTo>
                  <a:lnTo>
                    <a:pt x="380654" y="544593"/>
                  </a:lnTo>
                  <a:lnTo>
                    <a:pt x="380317" y="543718"/>
                  </a:lnTo>
                  <a:lnTo>
                    <a:pt x="380039" y="543406"/>
                  </a:lnTo>
                  <a:lnTo>
                    <a:pt x="379737" y="543209"/>
                  </a:lnTo>
                  <a:lnTo>
                    <a:pt x="379606" y="543076"/>
                  </a:lnTo>
                  <a:lnTo>
                    <a:pt x="379235" y="542496"/>
                  </a:lnTo>
                  <a:lnTo>
                    <a:pt x="379239" y="542198"/>
                  </a:lnTo>
                  <a:lnTo>
                    <a:pt x="379320" y="541812"/>
                  </a:lnTo>
                  <a:lnTo>
                    <a:pt x="379255" y="541677"/>
                  </a:lnTo>
                  <a:lnTo>
                    <a:pt x="379068" y="541309"/>
                  </a:lnTo>
                  <a:lnTo>
                    <a:pt x="378904" y="541121"/>
                  </a:lnTo>
                  <a:lnTo>
                    <a:pt x="378749" y="540889"/>
                  </a:lnTo>
                  <a:lnTo>
                    <a:pt x="378665" y="540392"/>
                  </a:lnTo>
                  <a:lnTo>
                    <a:pt x="378511" y="540469"/>
                  </a:lnTo>
                  <a:lnTo>
                    <a:pt x="377963" y="540505"/>
                  </a:lnTo>
                  <a:lnTo>
                    <a:pt x="377830" y="540342"/>
                  </a:lnTo>
                  <a:lnTo>
                    <a:pt x="377504" y="539872"/>
                  </a:lnTo>
                  <a:lnTo>
                    <a:pt x="377241" y="539727"/>
                  </a:lnTo>
                  <a:lnTo>
                    <a:pt x="377055" y="539868"/>
                  </a:lnTo>
                  <a:lnTo>
                    <a:pt x="376735" y="539746"/>
                  </a:lnTo>
                  <a:lnTo>
                    <a:pt x="376228" y="539121"/>
                  </a:lnTo>
                  <a:lnTo>
                    <a:pt x="375579" y="539209"/>
                  </a:lnTo>
                  <a:lnTo>
                    <a:pt x="374866" y="539041"/>
                  </a:lnTo>
                  <a:lnTo>
                    <a:pt x="374668" y="539081"/>
                  </a:lnTo>
                  <a:lnTo>
                    <a:pt x="374531" y="539153"/>
                  </a:lnTo>
                  <a:lnTo>
                    <a:pt x="374187" y="539205"/>
                  </a:lnTo>
                  <a:lnTo>
                    <a:pt x="373841" y="539141"/>
                  </a:lnTo>
                  <a:lnTo>
                    <a:pt x="373478" y="539069"/>
                  </a:lnTo>
                  <a:lnTo>
                    <a:pt x="373235" y="539039"/>
                  </a:lnTo>
                  <a:lnTo>
                    <a:pt x="373087" y="539035"/>
                  </a:lnTo>
                  <a:lnTo>
                    <a:pt x="372923" y="539037"/>
                  </a:lnTo>
                  <a:lnTo>
                    <a:pt x="372637" y="538989"/>
                  </a:lnTo>
                  <a:lnTo>
                    <a:pt x="372329" y="538815"/>
                  </a:lnTo>
                  <a:lnTo>
                    <a:pt x="372046" y="538743"/>
                  </a:lnTo>
                  <a:lnTo>
                    <a:pt x="371679" y="538135"/>
                  </a:lnTo>
                  <a:lnTo>
                    <a:pt x="371224" y="537912"/>
                  </a:lnTo>
                  <a:lnTo>
                    <a:pt x="371051" y="537482"/>
                  </a:lnTo>
                  <a:lnTo>
                    <a:pt x="371027" y="537277"/>
                  </a:lnTo>
                  <a:lnTo>
                    <a:pt x="370658" y="537094"/>
                  </a:lnTo>
                  <a:lnTo>
                    <a:pt x="370271" y="536999"/>
                  </a:lnTo>
                  <a:lnTo>
                    <a:pt x="370106" y="536746"/>
                  </a:lnTo>
                  <a:lnTo>
                    <a:pt x="369962" y="536445"/>
                  </a:lnTo>
                  <a:lnTo>
                    <a:pt x="369790" y="536142"/>
                  </a:lnTo>
                  <a:lnTo>
                    <a:pt x="369752" y="535994"/>
                  </a:lnTo>
                  <a:lnTo>
                    <a:pt x="369613" y="534518"/>
                  </a:lnTo>
                  <a:lnTo>
                    <a:pt x="369565" y="533985"/>
                  </a:lnTo>
                  <a:lnTo>
                    <a:pt x="369527" y="533833"/>
                  </a:lnTo>
                  <a:lnTo>
                    <a:pt x="369691" y="533212"/>
                  </a:lnTo>
                  <a:lnTo>
                    <a:pt x="369855" y="533007"/>
                  </a:lnTo>
                  <a:lnTo>
                    <a:pt x="369649" y="532038"/>
                  </a:lnTo>
                  <a:lnTo>
                    <a:pt x="369503" y="531686"/>
                  </a:lnTo>
                  <a:lnTo>
                    <a:pt x="369444" y="531217"/>
                  </a:lnTo>
                  <a:lnTo>
                    <a:pt x="369542" y="530794"/>
                  </a:lnTo>
                  <a:lnTo>
                    <a:pt x="369578" y="530132"/>
                  </a:lnTo>
                  <a:lnTo>
                    <a:pt x="369545" y="529745"/>
                  </a:lnTo>
                  <a:lnTo>
                    <a:pt x="369614" y="528996"/>
                  </a:lnTo>
                  <a:lnTo>
                    <a:pt x="369622" y="528845"/>
                  </a:lnTo>
                  <a:lnTo>
                    <a:pt x="369508" y="528476"/>
                  </a:lnTo>
                  <a:lnTo>
                    <a:pt x="369512" y="528217"/>
                  </a:lnTo>
                  <a:lnTo>
                    <a:pt x="369554" y="527865"/>
                  </a:lnTo>
                  <a:lnTo>
                    <a:pt x="369794" y="527456"/>
                  </a:lnTo>
                  <a:lnTo>
                    <a:pt x="369878" y="527280"/>
                  </a:lnTo>
                  <a:lnTo>
                    <a:pt x="369877" y="526628"/>
                  </a:lnTo>
                  <a:lnTo>
                    <a:pt x="369841" y="525941"/>
                  </a:lnTo>
                  <a:lnTo>
                    <a:pt x="370023" y="525841"/>
                  </a:lnTo>
                  <a:lnTo>
                    <a:pt x="370135" y="525609"/>
                  </a:lnTo>
                  <a:lnTo>
                    <a:pt x="369871" y="525365"/>
                  </a:lnTo>
                  <a:lnTo>
                    <a:pt x="369661" y="525220"/>
                  </a:lnTo>
                  <a:lnTo>
                    <a:pt x="369560" y="524215"/>
                  </a:lnTo>
                  <a:lnTo>
                    <a:pt x="369916" y="524180"/>
                  </a:lnTo>
                  <a:lnTo>
                    <a:pt x="370039" y="523936"/>
                  </a:lnTo>
                  <a:lnTo>
                    <a:pt x="370551" y="523701"/>
                  </a:lnTo>
                  <a:lnTo>
                    <a:pt x="371050" y="523720"/>
                  </a:lnTo>
                  <a:lnTo>
                    <a:pt x="371498" y="523525"/>
                  </a:lnTo>
                  <a:lnTo>
                    <a:pt x="371866" y="523123"/>
                  </a:lnTo>
                  <a:lnTo>
                    <a:pt x="372190" y="523238"/>
                  </a:lnTo>
                  <a:lnTo>
                    <a:pt x="372607" y="523323"/>
                  </a:lnTo>
                  <a:lnTo>
                    <a:pt x="372876" y="523410"/>
                  </a:lnTo>
                  <a:lnTo>
                    <a:pt x="373088" y="523338"/>
                  </a:lnTo>
                  <a:lnTo>
                    <a:pt x="373262" y="523266"/>
                  </a:lnTo>
                  <a:lnTo>
                    <a:pt x="373760" y="523382"/>
                  </a:lnTo>
                  <a:lnTo>
                    <a:pt x="374418" y="523715"/>
                  </a:lnTo>
                  <a:lnTo>
                    <a:pt x="374587" y="523804"/>
                  </a:lnTo>
                  <a:lnTo>
                    <a:pt x="374986" y="523740"/>
                  </a:lnTo>
                  <a:lnTo>
                    <a:pt x="375114" y="523336"/>
                  </a:lnTo>
                  <a:lnTo>
                    <a:pt x="374901" y="523238"/>
                  </a:lnTo>
                  <a:lnTo>
                    <a:pt x="374707" y="523096"/>
                  </a:lnTo>
                  <a:lnTo>
                    <a:pt x="374604" y="522780"/>
                  </a:lnTo>
                  <a:lnTo>
                    <a:pt x="374585" y="522258"/>
                  </a:lnTo>
                  <a:lnTo>
                    <a:pt x="375127" y="521347"/>
                  </a:lnTo>
                  <a:lnTo>
                    <a:pt x="375581" y="521133"/>
                  </a:lnTo>
                  <a:lnTo>
                    <a:pt x="375311" y="520705"/>
                  </a:lnTo>
                  <a:lnTo>
                    <a:pt x="375521" y="520582"/>
                  </a:lnTo>
                  <a:lnTo>
                    <a:pt x="375659" y="520501"/>
                  </a:lnTo>
                  <a:lnTo>
                    <a:pt x="376004" y="520295"/>
                  </a:lnTo>
                  <a:lnTo>
                    <a:pt x="376110" y="519957"/>
                  </a:lnTo>
                  <a:lnTo>
                    <a:pt x="376180" y="519779"/>
                  </a:lnTo>
                  <a:lnTo>
                    <a:pt x="376550" y="519282"/>
                  </a:lnTo>
                  <a:lnTo>
                    <a:pt x="377315" y="518773"/>
                  </a:lnTo>
                  <a:lnTo>
                    <a:pt x="377577" y="518355"/>
                  </a:lnTo>
                  <a:lnTo>
                    <a:pt x="378806" y="518370"/>
                  </a:lnTo>
                  <a:lnTo>
                    <a:pt x="379050" y="517854"/>
                  </a:lnTo>
                  <a:lnTo>
                    <a:pt x="379400" y="517423"/>
                  </a:lnTo>
                  <a:lnTo>
                    <a:pt x="379558" y="517395"/>
                  </a:lnTo>
                  <a:lnTo>
                    <a:pt x="379832" y="517375"/>
                  </a:lnTo>
                  <a:lnTo>
                    <a:pt x="380296" y="517358"/>
                  </a:lnTo>
                  <a:lnTo>
                    <a:pt x="380899" y="517310"/>
                  </a:lnTo>
                  <a:lnTo>
                    <a:pt x="380941" y="516910"/>
                  </a:lnTo>
                  <a:lnTo>
                    <a:pt x="380931" y="516691"/>
                  </a:lnTo>
                  <a:lnTo>
                    <a:pt x="381148" y="516227"/>
                  </a:lnTo>
                  <a:lnTo>
                    <a:pt x="381547" y="516440"/>
                  </a:lnTo>
                  <a:lnTo>
                    <a:pt x="381957" y="516597"/>
                  </a:lnTo>
                  <a:lnTo>
                    <a:pt x="382154" y="516658"/>
                  </a:lnTo>
                  <a:lnTo>
                    <a:pt x="382413" y="516738"/>
                  </a:lnTo>
                  <a:lnTo>
                    <a:pt x="382630" y="516554"/>
                  </a:lnTo>
                  <a:lnTo>
                    <a:pt x="382848" y="516471"/>
                  </a:lnTo>
                  <a:lnTo>
                    <a:pt x="383215" y="516426"/>
                  </a:lnTo>
                  <a:lnTo>
                    <a:pt x="383670" y="516178"/>
                  </a:lnTo>
                  <a:lnTo>
                    <a:pt x="383796" y="516050"/>
                  </a:lnTo>
                  <a:lnTo>
                    <a:pt x="384060" y="515757"/>
                  </a:lnTo>
                  <a:lnTo>
                    <a:pt x="384240" y="514982"/>
                  </a:lnTo>
                  <a:lnTo>
                    <a:pt x="384260" y="514764"/>
                  </a:lnTo>
                  <a:lnTo>
                    <a:pt x="384263" y="514603"/>
                  </a:lnTo>
                  <a:lnTo>
                    <a:pt x="384310" y="514404"/>
                  </a:lnTo>
                  <a:lnTo>
                    <a:pt x="384355" y="514212"/>
                  </a:lnTo>
                  <a:lnTo>
                    <a:pt x="384576" y="514016"/>
                  </a:lnTo>
                  <a:lnTo>
                    <a:pt x="384691" y="513484"/>
                  </a:lnTo>
                  <a:lnTo>
                    <a:pt x="385228" y="513077"/>
                  </a:lnTo>
                  <a:lnTo>
                    <a:pt x="385543" y="512922"/>
                  </a:lnTo>
                  <a:lnTo>
                    <a:pt x="385778" y="512610"/>
                  </a:lnTo>
                  <a:lnTo>
                    <a:pt x="385779" y="512292"/>
                  </a:lnTo>
                  <a:lnTo>
                    <a:pt x="386048" y="511673"/>
                  </a:lnTo>
                  <a:lnTo>
                    <a:pt x="386556" y="511751"/>
                  </a:lnTo>
                  <a:lnTo>
                    <a:pt x="387105" y="511798"/>
                  </a:lnTo>
                  <a:lnTo>
                    <a:pt x="387638" y="511559"/>
                  </a:lnTo>
                  <a:lnTo>
                    <a:pt x="388083" y="511250"/>
                  </a:lnTo>
                  <a:lnTo>
                    <a:pt x="388372" y="510984"/>
                  </a:lnTo>
                  <a:lnTo>
                    <a:pt x="387945" y="510166"/>
                  </a:lnTo>
                  <a:lnTo>
                    <a:pt x="387611" y="509811"/>
                  </a:lnTo>
                  <a:lnTo>
                    <a:pt x="387354" y="509503"/>
                  </a:lnTo>
                  <a:lnTo>
                    <a:pt x="386913" y="508663"/>
                  </a:lnTo>
                  <a:lnTo>
                    <a:pt x="386711" y="508370"/>
                  </a:lnTo>
                  <a:lnTo>
                    <a:pt x="386950" y="508001"/>
                  </a:lnTo>
                  <a:lnTo>
                    <a:pt x="386887" y="507756"/>
                  </a:lnTo>
                  <a:lnTo>
                    <a:pt x="386968" y="507437"/>
                  </a:lnTo>
                  <a:lnTo>
                    <a:pt x="386772" y="507270"/>
                  </a:lnTo>
                  <a:lnTo>
                    <a:pt x="386612" y="507160"/>
                  </a:lnTo>
                  <a:lnTo>
                    <a:pt x="386339" y="506930"/>
                  </a:lnTo>
                  <a:lnTo>
                    <a:pt x="385839" y="506501"/>
                  </a:lnTo>
                  <a:lnTo>
                    <a:pt x="385534" y="506540"/>
                  </a:lnTo>
                  <a:lnTo>
                    <a:pt x="385199" y="506553"/>
                  </a:lnTo>
                  <a:lnTo>
                    <a:pt x="384689" y="506466"/>
                  </a:lnTo>
                  <a:lnTo>
                    <a:pt x="383895" y="505971"/>
                  </a:lnTo>
                  <a:lnTo>
                    <a:pt x="383656" y="505099"/>
                  </a:lnTo>
                  <a:lnTo>
                    <a:pt x="384125" y="504963"/>
                  </a:lnTo>
                  <a:lnTo>
                    <a:pt x="384677" y="505183"/>
                  </a:lnTo>
                  <a:lnTo>
                    <a:pt x="384886" y="504272"/>
                  </a:lnTo>
                  <a:lnTo>
                    <a:pt x="384975" y="503854"/>
                  </a:lnTo>
                  <a:lnTo>
                    <a:pt x="384805" y="503721"/>
                  </a:lnTo>
                  <a:lnTo>
                    <a:pt x="384561" y="503577"/>
                  </a:lnTo>
                  <a:lnTo>
                    <a:pt x="384539" y="503211"/>
                  </a:lnTo>
                  <a:lnTo>
                    <a:pt x="384457" y="503023"/>
                  </a:lnTo>
                  <a:lnTo>
                    <a:pt x="384143" y="502905"/>
                  </a:lnTo>
                  <a:lnTo>
                    <a:pt x="383992" y="502912"/>
                  </a:lnTo>
                  <a:lnTo>
                    <a:pt x="383725" y="502678"/>
                  </a:lnTo>
                  <a:lnTo>
                    <a:pt x="383714" y="502294"/>
                  </a:lnTo>
                  <a:lnTo>
                    <a:pt x="383573" y="501891"/>
                  </a:lnTo>
                  <a:lnTo>
                    <a:pt x="383636" y="501587"/>
                  </a:lnTo>
                  <a:lnTo>
                    <a:pt x="383797" y="501257"/>
                  </a:lnTo>
                  <a:lnTo>
                    <a:pt x="384033" y="500941"/>
                  </a:lnTo>
                  <a:lnTo>
                    <a:pt x="384006" y="500600"/>
                  </a:lnTo>
                  <a:lnTo>
                    <a:pt x="384023" y="500255"/>
                  </a:lnTo>
                  <a:lnTo>
                    <a:pt x="384334" y="500208"/>
                  </a:lnTo>
                  <a:lnTo>
                    <a:pt x="384574" y="499936"/>
                  </a:lnTo>
                  <a:lnTo>
                    <a:pt x="385612" y="500053"/>
                  </a:lnTo>
                  <a:lnTo>
                    <a:pt x="386004" y="500052"/>
                  </a:lnTo>
                  <a:lnTo>
                    <a:pt x="386528" y="500308"/>
                  </a:lnTo>
                  <a:lnTo>
                    <a:pt x="387125" y="500410"/>
                  </a:lnTo>
                  <a:lnTo>
                    <a:pt x="387799" y="500665"/>
                  </a:lnTo>
                  <a:lnTo>
                    <a:pt x="388256" y="500949"/>
                  </a:lnTo>
                  <a:lnTo>
                    <a:pt x="388407" y="500838"/>
                  </a:lnTo>
                  <a:lnTo>
                    <a:pt x="388398" y="500682"/>
                  </a:lnTo>
                  <a:lnTo>
                    <a:pt x="388792" y="500635"/>
                  </a:lnTo>
                  <a:lnTo>
                    <a:pt x="389095" y="500356"/>
                  </a:lnTo>
                  <a:lnTo>
                    <a:pt x="389288" y="500196"/>
                  </a:lnTo>
                  <a:lnTo>
                    <a:pt x="390001" y="499689"/>
                  </a:lnTo>
                  <a:lnTo>
                    <a:pt x="390061" y="499367"/>
                  </a:lnTo>
                  <a:lnTo>
                    <a:pt x="389991" y="499173"/>
                  </a:lnTo>
                  <a:lnTo>
                    <a:pt x="389603" y="498764"/>
                  </a:lnTo>
                  <a:lnTo>
                    <a:pt x="389714" y="498412"/>
                  </a:lnTo>
                  <a:lnTo>
                    <a:pt x="390051" y="497900"/>
                  </a:lnTo>
                  <a:lnTo>
                    <a:pt x="390356" y="498120"/>
                  </a:lnTo>
                  <a:lnTo>
                    <a:pt x="390525" y="497824"/>
                  </a:lnTo>
                  <a:lnTo>
                    <a:pt x="390607" y="497383"/>
                  </a:lnTo>
                  <a:lnTo>
                    <a:pt x="390664" y="497066"/>
                  </a:lnTo>
                  <a:lnTo>
                    <a:pt x="390509" y="496664"/>
                  </a:lnTo>
                  <a:lnTo>
                    <a:pt x="390929" y="496533"/>
                  </a:lnTo>
                  <a:lnTo>
                    <a:pt x="391439" y="496171"/>
                  </a:lnTo>
                  <a:lnTo>
                    <a:pt x="391527" y="495678"/>
                  </a:lnTo>
                  <a:lnTo>
                    <a:pt x="391575" y="495484"/>
                  </a:lnTo>
                  <a:lnTo>
                    <a:pt x="391798" y="495018"/>
                  </a:lnTo>
                  <a:lnTo>
                    <a:pt x="391885" y="494758"/>
                  </a:lnTo>
                  <a:lnTo>
                    <a:pt x="391901" y="494535"/>
                  </a:lnTo>
                  <a:lnTo>
                    <a:pt x="391899" y="494383"/>
                  </a:lnTo>
                  <a:lnTo>
                    <a:pt x="391895" y="494012"/>
                  </a:lnTo>
                  <a:lnTo>
                    <a:pt x="392244" y="493921"/>
                  </a:lnTo>
                  <a:lnTo>
                    <a:pt x="392519" y="493683"/>
                  </a:lnTo>
                  <a:lnTo>
                    <a:pt x="392093" y="493246"/>
                  </a:lnTo>
                  <a:lnTo>
                    <a:pt x="392177" y="493067"/>
                  </a:lnTo>
                  <a:lnTo>
                    <a:pt x="392603" y="493442"/>
                  </a:lnTo>
                  <a:lnTo>
                    <a:pt x="392809" y="493514"/>
                  </a:lnTo>
                  <a:lnTo>
                    <a:pt x="392954" y="493475"/>
                  </a:lnTo>
                  <a:lnTo>
                    <a:pt x="393202" y="493436"/>
                  </a:lnTo>
                  <a:lnTo>
                    <a:pt x="393663" y="493805"/>
                  </a:lnTo>
                  <a:lnTo>
                    <a:pt x="393782" y="494205"/>
                  </a:lnTo>
                  <a:lnTo>
                    <a:pt x="393971" y="494369"/>
                  </a:lnTo>
                  <a:lnTo>
                    <a:pt x="394654" y="494738"/>
                  </a:lnTo>
                  <a:lnTo>
                    <a:pt x="395028" y="494962"/>
                  </a:lnTo>
                  <a:lnTo>
                    <a:pt x="395356" y="495139"/>
                  </a:lnTo>
                  <a:lnTo>
                    <a:pt x="395718" y="495223"/>
                  </a:lnTo>
                  <a:lnTo>
                    <a:pt x="396474" y="495273"/>
                  </a:lnTo>
                  <a:lnTo>
                    <a:pt x="396648" y="495207"/>
                  </a:lnTo>
                  <a:lnTo>
                    <a:pt x="396842" y="495167"/>
                  </a:lnTo>
                  <a:lnTo>
                    <a:pt x="397138" y="495166"/>
                  </a:lnTo>
                  <a:lnTo>
                    <a:pt x="397156" y="495436"/>
                  </a:lnTo>
                  <a:lnTo>
                    <a:pt x="397613" y="495474"/>
                  </a:lnTo>
                  <a:lnTo>
                    <a:pt x="397835" y="495493"/>
                  </a:lnTo>
                  <a:lnTo>
                    <a:pt x="398530" y="495507"/>
                  </a:lnTo>
                  <a:lnTo>
                    <a:pt x="398719" y="495597"/>
                  </a:lnTo>
                  <a:lnTo>
                    <a:pt x="399109" y="495563"/>
                  </a:lnTo>
                  <a:lnTo>
                    <a:pt x="399437" y="495634"/>
                  </a:lnTo>
                  <a:lnTo>
                    <a:pt x="399771" y="495859"/>
                  </a:lnTo>
                  <a:lnTo>
                    <a:pt x="400122" y="496220"/>
                  </a:lnTo>
                  <a:lnTo>
                    <a:pt x="400372" y="496400"/>
                  </a:lnTo>
                  <a:lnTo>
                    <a:pt x="400592" y="496582"/>
                  </a:lnTo>
                  <a:lnTo>
                    <a:pt x="400960" y="496894"/>
                  </a:lnTo>
                  <a:lnTo>
                    <a:pt x="401433" y="497228"/>
                  </a:lnTo>
                  <a:lnTo>
                    <a:pt x="401783" y="496784"/>
                  </a:lnTo>
                  <a:lnTo>
                    <a:pt x="401959" y="496493"/>
                  </a:lnTo>
                  <a:lnTo>
                    <a:pt x="402204" y="496289"/>
                  </a:lnTo>
                  <a:lnTo>
                    <a:pt x="402398" y="496153"/>
                  </a:lnTo>
                  <a:lnTo>
                    <a:pt x="402696" y="495974"/>
                  </a:lnTo>
                  <a:lnTo>
                    <a:pt x="402697" y="495403"/>
                  </a:lnTo>
                  <a:lnTo>
                    <a:pt x="402556" y="495423"/>
                  </a:lnTo>
                  <a:lnTo>
                    <a:pt x="401744" y="495641"/>
                  </a:lnTo>
                  <a:lnTo>
                    <a:pt x="401233" y="496021"/>
                  </a:lnTo>
                  <a:lnTo>
                    <a:pt x="400780" y="495919"/>
                  </a:lnTo>
                  <a:lnTo>
                    <a:pt x="400748" y="495549"/>
                  </a:lnTo>
                  <a:lnTo>
                    <a:pt x="400942" y="495438"/>
                  </a:lnTo>
                  <a:lnTo>
                    <a:pt x="401264" y="495197"/>
                  </a:lnTo>
                  <a:lnTo>
                    <a:pt x="401463" y="494934"/>
                  </a:lnTo>
                  <a:lnTo>
                    <a:pt x="401899" y="494934"/>
                  </a:lnTo>
                  <a:lnTo>
                    <a:pt x="402035" y="494883"/>
                  </a:lnTo>
                  <a:lnTo>
                    <a:pt x="402441" y="494745"/>
                  </a:lnTo>
                  <a:lnTo>
                    <a:pt x="402641" y="494702"/>
                  </a:lnTo>
                  <a:lnTo>
                    <a:pt x="402935" y="494704"/>
                  </a:lnTo>
                  <a:lnTo>
                    <a:pt x="403133" y="494472"/>
                  </a:lnTo>
                  <a:lnTo>
                    <a:pt x="403488" y="494395"/>
                  </a:lnTo>
                  <a:lnTo>
                    <a:pt x="403825" y="494371"/>
                  </a:lnTo>
                  <a:lnTo>
                    <a:pt x="403807" y="494161"/>
                  </a:lnTo>
                  <a:lnTo>
                    <a:pt x="403667" y="493808"/>
                  </a:lnTo>
                  <a:lnTo>
                    <a:pt x="403317" y="493524"/>
                  </a:lnTo>
                  <a:lnTo>
                    <a:pt x="403008" y="493294"/>
                  </a:lnTo>
                  <a:lnTo>
                    <a:pt x="402506" y="492896"/>
                  </a:lnTo>
                  <a:lnTo>
                    <a:pt x="402119" y="492002"/>
                  </a:lnTo>
                  <a:lnTo>
                    <a:pt x="402097" y="491545"/>
                  </a:lnTo>
                  <a:lnTo>
                    <a:pt x="402227" y="491083"/>
                  </a:lnTo>
                  <a:lnTo>
                    <a:pt x="402323" y="490507"/>
                  </a:lnTo>
                  <a:lnTo>
                    <a:pt x="401738" y="490162"/>
                  </a:lnTo>
                  <a:lnTo>
                    <a:pt x="401288" y="489933"/>
                  </a:lnTo>
                  <a:lnTo>
                    <a:pt x="401135" y="489675"/>
                  </a:lnTo>
                  <a:lnTo>
                    <a:pt x="400979" y="489413"/>
                  </a:lnTo>
                  <a:lnTo>
                    <a:pt x="400868" y="488898"/>
                  </a:lnTo>
                  <a:lnTo>
                    <a:pt x="400565" y="488406"/>
                  </a:lnTo>
                  <a:lnTo>
                    <a:pt x="400312" y="488260"/>
                  </a:lnTo>
                  <a:lnTo>
                    <a:pt x="400023" y="487948"/>
                  </a:lnTo>
                  <a:lnTo>
                    <a:pt x="399727" y="487568"/>
                  </a:lnTo>
                  <a:lnTo>
                    <a:pt x="399664" y="487418"/>
                  </a:lnTo>
                  <a:lnTo>
                    <a:pt x="399634" y="487101"/>
                  </a:lnTo>
                  <a:lnTo>
                    <a:pt x="399613" y="486883"/>
                  </a:lnTo>
                  <a:lnTo>
                    <a:pt x="399595" y="486703"/>
                  </a:lnTo>
                  <a:lnTo>
                    <a:pt x="399555" y="486211"/>
                  </a:lnTo>
                  <a:lnTo>
                    <a:pt x="399398" y="485893"/>
                  </a:lnTo>
                  <a:lnTo>
                    <a:pt x="399186" y="485387"/>
                  </a:lnTo>
                  <a:lnTo>
                    <a:pt x="399132" y="485086"/>
                  </a:lnTo>
                  <a:lnTo>
                    <a:pt x="399468" y="484283"/>
                  </a:lnTo>
                  <a:lnTo>
                    <a:pt x="399496" y="484127"/>
                  </a:lnTo>
                  <a:lnTo>
                    <a:pt x="399583" y="483938"/>
                  </a:lnTo>
                  <a:lnTo>
                    <a:pt x="399878" y="483906"/>
                  </a:lnTo>
                  <a:lnTo>
                    <a:pt x="400139" y="483631"/>
                  </a:lnTo>
                  <a:lnTo>
                    <a:pt x="400211" y="483382"/>
                  </a:lnTo>
                  <a:lnTo>
                    <a:pt x="400345" y="483089"/>
                  </a:lnTo>
                  <a:lnTo>
                    <a:pt x="401272" y="482849"/>
                  </a:lnTo>
                  <a:lnTo>
                    <a:pt x="401826" y="482090"/>
                  </a:lnTo>
                  <a:lnTo>
                    <a:pt x="402199" y="481869"/>
                  </a:lnTo>
                  <a:lnTo>
                    <a:pt x="402439" y="481603"/>
                  </a:lnTo>
                  <a:lnTo>
                    <a:pt x="402535" y="481461"/>
                  </a:lnTo>
                  <a:lnTo>
                    <a:pt x="402654" y="481252"/>
                  </a:lnTo>
                  <a:lnTo>
                    <a:pt x="403162" y="481140"/>
                  </a:lnTo>
                  <a:lnTo>
                    <a:pt x="403426" y="481296"/>
                  </a:lnTo>
                  <a:lnTo>
                    <a:pt x="403633" y="481359"/>
                  </a:lnTo>
                  <a:lnTo>
                    <a:pt x="403769" y="481389"/>
                  </a:lnTo>
                  <a:lnTo>
                    <a:pt x="404760" y="481332"/>
                  </a:lnTo>
                  <a:lnTo>
                    <a:pt x="405181" y="481362"/>
                  </a:lnTo>
                  <a:lnTo>
                    <a:pt x="405631" y="481556"/>
                  </a:lnTo>
                  <a:lnTo>
                    <a:pt x="405761" y="481761"/>
                  </a:lnTo>
                  <a:lnTo>
                    <a:pt x="406242" y="481808"/>
                  </a:lnTo>
                  <a:lnTo>
                    <a:pt x="406571" y="481729"/>
                  </a:lnTo>
                  <a:lnTo>
                    <a:pt x="406928" y="481648"/>
                  </a:lnTo>
                  <a:lnTo>
                    <a:pt x="407224" y="481806"/>
                  </a:lnTo>
                  <a:lnTo>
                    <a:pt x="407558" y="481830"/>
                  </a:lnTo>
                  <a:lnTo>
                    <a:pt x="408087" y="481990"/>
                  </a:lnTo>
                  <a:lnTo>
                    <a:pt x="408334" y="482371"/>
                  </a:lnTo>
                  <a:lnTo>
                    <a:pt x="408871" y="482399"/>
                  </a:lnTo>
                  <a:lnTo>
                    <a:pt x="409281" y="481991"/>
                  </a:lnTo>
                  <a:lnTo>
                    <a:pt x="409236" y="481758"/>
                  </a:lnTo>
                  <a:lnTo>
                    <a:pt x="409371" y="481460"/>
                  </a:lnTo>
                  <a:lnTo>
                    <a:pt x="409529" y="481251"/>
                  </a:lnTo>
                  <a:lnTo>
                    <a:pt x="409571" y="481121"/>
                  </a:lnTo>
                  <a:lnTo>
                    <a:pt x="409538" y="480983"/>
                  </a:lnTo>
                  <a:lnTo>
                    <a:pt x="409380" y="480712"/>
                  </a:lnTo>
                  <a:lnTo>
                    <a:pt x="409336" y="480558"/>
                  </a:lnTo>
                  <a:lnTo>
                    <a:pt x="409235" y="480127"/>
                  </a:lnTo>
                  <a:lnTo>
                    <a:pt x="409256" y="479856"/>
                  </a:lnTo>
                  <a:lnTo>
                    <a:pt x="409307" y="479431"/>
                  </a:lnTo>
                  <a:lnTo>
                    <a:pt x="409290" y="479275"/>
                  </a:lnTo>
                  <a:lnTo>
                    <a:pt x="409310" y="478772"/>
                  </a:lnTo>
                  <a:lnTo>
                    <a:pt x="409243" y="478393"/>
                  </a:lnTo>
                  <a:lnTo>
                    <a:pt x="409059" y="478217"/>
                  </a:lnTo>
                  <a:lnTo>
                    <a:pt x="409147" y="477487"/>
                  </a:lnTo>
                  <a:lnTo>
                    <a:pt x="409396" y="477087"/>
                  </a:lnTo>
                  <a:lnTo>
                    <a:pt x="409367" y="476810"/>
                  </a:lnTo>
                  <a:lnTo>
                    <a:pt x="409435" y="476462"/>
                  </a:lnTo>
                  <a:lnTo>
                    <a:pt x="409714" y="476058"/>
                  </a:lnTo>
                  <a:lnTo>
                    <a:pt x="409969" y="475731"/>
                  </a:lnTo>
                  <a:lnTo>
                    <a:pt x="409967" y="474939"/>
                  </a:lnTo>
                  <a:lnTo>
                    <a:pt x="409718" y="474617"/>
                  </a:lnTo>
                  <a:lnTo>
                    <a:pt x="409490" y="474347"/>
                  </a:lnTo>
                  <a:lnTo>
                    <a:pt x="409474" y="473942"/>
                  </a:lnTo>
                  <a:lnTo>
                    <a:pt x="409864" y="473575"/>
                  </a:lnTo>
                  <a:lnTo>
                    <a:pt x="410093" y="473607"/>
                  </a:lnTo>
                  <a:lnTo>
                    <a:pt x="410318" y="473454"/>
                  </a:lnTo>
                  <a:lnTo>
                    <a:pt x="410036" y="473121"/>
                  </a:lnTo>
                  <a:lnTo>
                    <a:pt x="409265" y="473001"/>
                  </a:lnTo>
                  <a:lnTo>
                    <a:pt x="408508" y="472864"/>
                  </a:lnTo>
                  <a:lnTo>
                    <a:pt x="408466" y="472576"/>
                  </a:lnTo>
                  <a:lnTo>
                    <a:pt x="408097" y="472175"/>
                  </a:lnTo>
                  <a:lnTo>
                    <a:pt x="407427" y="472197"/>
                  </a:lnTo>
                  <a:lnTo>
                    <a:pt x="407274" y="472165"/>
                  </a:lnTo>
                  <a:lnTo>
                    <a:pt x="407217" y="471954"/>
                  </a:lnTo>
                  <a:lnTo>
                    <a:pt x="407106" y="471659"/>
                  </a:lnTo>
                  <a:lnTo>
                    <a:pt x="406796" y="471577"/>
                  </a:lnTo>
                  <a:lnTo>
                    <a:pt x="406711" y="471428"/>
                  </a:lnTo>
                  <a:lnTo>
                    <a:pt x="406769" y="471249"/>
                  </a:lnTo>
                  <a:lnTo>
                    <a:pt x="406896" y="471019"/>
                  </a:lnTo>
                  <a:lnTo>
                    <a:pt x="407314" y="471059"/>
                  </a:lnTo>
                  <a:lnTo>
                    <a:pt x="407520" y="471169"/>
                  </a:lnTo>
                  <a:lnTo>
                    <a:pt x="407656" y="471211"/>
                  </a:lnTo>
                  <a:lnTo>
                    <a:pt x="408102" y="470914"/>
                  </a:lnTo>
                  <a:lnTo>
                    <a:pt x="408772" y="470550"/>
                  </a:lnTo>
                  <a:lnTo>
                    <a:pt x="409020" y="470428"/>
                  </a:lnTo>
                  <a:lnTo>
                    <a:pt x="409067" y="470298"/>
                  </a:lnTo>
                  <a:lnTo>
                    <a:pt x="409192" y="469737"/>
                  </a:lnTo>
                  <a:lnTo>
                    <a:pt x="409221" y="469539"/>
                  </a:lnTo>
                  <a:lnTo>
                    <a:pt x="409192" y="469311"/>
                  </a:lnTo>
                  <a:lnTo>
                    <a:pt x="409457" y="469077"/>
                  </a:lnTo>
                  <a:lnTo>
                    <a:pt x="409522" y="468947"/>
                  </a:lnTo>
                  <a:lnTo>
                    <a:pt x="409510" y="468451"/>
                  </a:lnTo>
                  <a:lnTo>
                    <a:pt x="409707" y="468464"/>
                  </a:lnTo>
                  <a:lnTo>
                    <a:pt x="410010" y="468368"/>
                  </a:lnTo>
                  <a:lnTo>
                    <a:pt x="410064" y="468102"/>
                  </a:lnTo>
                  <a:lnTo>
                    <a:pt x="410089" y="467911"/>
                  </a:lnTo>
                  <a:lnTo>
                    <a:pt x="410183" y="467665"/>
                  </a:lnTo>
                  <a:lnTo>
                    <a:pt x="410418" y="467387"/>
                  </a:lnTo>
                  <a:lnTo>
                    <a:pt x="410626" y="467129"/>
                  </a:lnTo>
                  <a:lnTo>
                    <a:pt x="410641" y="466876"/>
                  </a:lnTo>
                  <a:lnTo>
                    <a:pt x="410768" y="466579"/>
                  </a:lnTo>
                  <a:lnTo>
                    <a:pt x="411145" y="466568"/>
                  </a:lnTo>
                  <a:lnTo>
                    <a:pt x="411501" y="466400"/>
                  </a:lnTo>
                  <a:lnTo>
                    <a:pt x="411680" y="466216"/>
                  </a:lnTo>
                  <a:lnTo>
                    <a:pt x="412073" y="466121"/>
                  </a:lnTo>
                  <a:lnTo>
                    <a:pt x="412796" y="466349"/>
                  </a:lnTo>
                  <a:lnTo>
                    <a:pt x="413017" y="466380"/>
                  </a:lnTo>
                  <a:lnTo>
                    <a:pt x="413671" y="466269"/>
                  </a:lnTo>
                  <a:lnTo>
                    <a:pt x="414000" y="466010"/>
                  </a:lnTo>
                  <a:lnTo>
                    <a:pt x="413869" y="465653"/>
                  </a:lnTo>
                  <a:lnTo>
                    <a:pt x="413762" y="465479"/>
                  </a:lnTo>
                  <a:lnTo>
                    <a:pt x="413213" y="465329"/>
                  </a:lnTo>
                  <a:lnTo>
                    <a:pt x="413105" y="465153"/>
                  </a:lnTo>
                  <a:lnTo>
                    <a:pt x="412798" y="465054"/>
                  </a:lnTo>
                  <a:lnTo>
                    <a:pt x="412330" y="464853"/>
                  </a:lnTo>
                  <a:lnTo>
                    <a:pt x="412074" y="464825"/>
                  </a:lnTo>
                  <a:lnTo>
                    <a:pt x="412212" y="464479"/>
                  </a:lnTo>
                  <a:lnTo>
                    <a:pt x="412080" y="463791"/>
                  </a:lnTo>
                  <a:lnTo>
                    <a:pt x="411627" y="463581"/>
                  </a:lnTo>
                  <a:lnTo>
                    <a:pt x="411466" y="463581"/>
                  </a:lnTo>
                  <a:lnTo>
                    <a:pt x="411298" y="463582"/>
                  </a:lnTo>
                  <a:lnTo>
                    <a:pt x="410894" y="463422"/>
                  </a:lnTo>
                  <a:lnTo>
                    <a:pt x="410630" y="463096"/>
                  </a:lnTo>
                  <a:lnTo>
                    <a:pt x="410329" y="462990"/>
                  </a:lnTo>
                  <a:lnTo>
                    <a:pt x="410128" y="462639"/>
                  </a:lnTo>
                  <a:lnTo>
                    <a:pt x="409842" y="462658"/>
                  </a:lnTo>
                  <a:lnTo>
                    <a:pt x="409704" y="462556"/>
                  </a:lnTo>
                  <a:lnTo>
                    <a:pt x="409492" y="462462"/>
                  </a:lnTo>
                  <a:lnTo>
                    <a:pt x="409066" y="462399"/>
                  </a:lnTo>
                  <a:lnTo>
                    <a:pt x="408922" y="462298"/>
                  </a:lnTo>
                  <a:lnTo>
                    <a:pt x="408774" y="462193"/>
                  </a:lnTo>
                  <a:lnTo>
                    <a:pt x="408601" y="462105"/>
                  </a:lnTo>
                  <a:lnTo>
                    <a:pt x="408290" y="461979"/>
                  </a:lnTo>
                  <a:lnTo>
                    <a:pt x="407780" y="461071"/>
                  </a:lnTo>
                  <a:lnTo>
                    <a:pt x="407539" y="460929"/>
                  </a:lnTo>
                  <a:lnTo>
                    <a:pt x="407437" y="460709"/>
                  </a:lnTo>
                  <a:lnTo>
                    <a:pt x="407206" y="460508"/>
                  </a:lnTo>
                  <a:lnTo>
                    <a:pt x="406912" y="460540"/>
                  </a:lnTo>
                  <a:lnTo>
                    <a:pt x="406629" y="460410"/>
                  </a:lnTo>
                  <a:lnTo>
                    <a:pt x="406313" y="460483"/>
                  </a:lnTo>
                  <a:lnTo>
                    <a:pt x="405847" y="460587"/>
                  </a:lnTo>
                  <a:lnTo>
                    <a:pt x="405432" y="460375"/>
                  </a:lnTo>
                  <a:lnTo>
                    <a:pt x="404997" y="460074"/>
                  </a:lnTo>
                  <a:lnTo>
                    <a:pt x="404888" y="459709"/>
                  </a:lnTo>
                  <a:lnTo>
                    <a:pt x="404717" y="459427"/>
                  </a:lnTo>
                  <a:lnTo>
                    <a:pt x="404696" y="459273"/>
                  </a:lnTo>
                  <a:lnTo>
                    <a:pt x="404698" y="459015"/>
                  </a:lnTo>
                  <a:lnTo>
                    <a:pt x="404748" y="458788"/>
                  </a:lnTo>
                  <a:lnTo>
                    <a:pt x="404595" y="458665"/>
                  </a:lnTo>
                  <a:lnTo>
                    <a:pt x="404481" y="458459"/>
                  </a:lnTo>
                  <a:lnTo>
                    <a:pt x="404363" y="458225"/>
                  </a:lnTo>
                  <a:lnTo>
                    <a:pt x="404253" y="457907"/>
                  </a:lnTo>
                  <a:lnTo>
                    <a:pt x="404515" y="457200"/>
                  </a:lnTo>
                  <a:lnTo>
                    <a:pt x="404387" y="457231"/>
                  </a:lnTo>
                  <a:lnTo>
                    <a:pt x="403856" y="457101"/>
                  </a:lnTo>
                  <a:lnTo>
                    <a:pt x="403893" y="456939"/>
                  </a:lnTo>
                  <a:lnTo>
                    <a:pt x="403800" y="456549"/>
                  </a:lnTo>
                  <a:lnTo>
                    <a:pt x="403526" y="456465"/>
                  </a:lnTo>
                  <a:lnTo>
                    <a:pt x="403284" y="456364"/>
                  </a:lnTo>
                  <a:lnTo>
                    <a:pt x="403119" y="455957"/>
                  </a:lnTo>
                  <a:lnTo>
                    <a:pt x="403143" y="455827"/>
                  </a:lnTo>
                  <a:lnTo>
                    <a:pt x="403085" y="455486"/>
                  </a:lnTo>
                  <a:lnTo>
                    <a:pt x="402797" y="455234"/>
                  </a:lnTo>
                  <a:lnTo>
                    <a:pt x="402538" y="455021"/>
                  </a:lnTo>
                  <a:lnTo>
                    <a:pt x="402267" y="454692"/>
                  </a:lnTo>
                  <a:lnTo>
                    <a:pt x="402507" y="454266"/>
                  </a:lnTo>
                  <a:lnTo>
                    <a:pt x="402772" y="454096"/>
                  </a:lnTo>
                  <a:lnTo>
                    <a:pt x="403221" y="453735"/>
                  </a:lnTo>
                  <a:lnTo>
                    <a:pt x="403289" y="453205"/>
                  </a:lnTo>
                  <a:lnTo>
                    <a:pt x="403144" y="453017"/>
                  </a:lnTo>
                  <a:lnTo>
                    <a:pt x="403010" y="452844"/>
                  </a:lnTo>
                  <a:lnTo>
                    <a:pt x="402679" y="452446"/>
                  </a:lnTo>
                  <a:lnTo>
                    <a:pt x="402474" y="452243"/>
                  </a:lnTo>
                  <a:lnTo>
                    <a:pt x="402316" y="452196"/>
                  </a:lnTo>
                  <a:lnTo>
                    <a:pt x="402080" y="452144"/>
                  </a:lnTo>
                  <a:lnTo>
                    <a:pt x="401728" y="452026"/>
                  </a:lnTo>
                  <a:lnTo>
                    <a:pt x="401407" y="451456"/>
                  </a:lnTo>
                  <a:lnTo>
                    <a:pt x="401392" y="451116"/>
                  </a:lnTo>
                  <a:lnTo>
                    <a:pt x="401351" y="450946"/>
                  </a:lnTo>
                  <a:lnTo>
                    <a:pt x="401043" y="450395"/>
                  </a:lnTo>
                  <a:lnTo>
                    <a:pt x="401214" y="450077"/>
                  </a:lnTo>
                  <a:lnTo>
                    <a:pt x="401421" y="450186"/>
                  </a:lnTo>
                  <a:lnTo>
                    <a:pt x="401617" y="450223"/>
                  </a:lnTo>
                  <a:lnTo>
                    <a:pt x="402088" y="450159"/>
                  </a:lnTo>
                  <a:lnTo>
                    <a:pt x="402064" y="449758"/>
                  </a:lnTo>
                  <a:lnTo>
                    <a:pt x="401804" y="449534"/>
                  </a:lnTo>
                  <a:lnTo>
                    <a:pt x="401587" y="449538"/>
                  </a:lnTo>
                  <a:lnTo>
                    <a:pt x="401280" y="449462"/>
                  </a:lnTo>
                  <a:lnTo>
                    <a:pt x="401121" y="449315"/>
                  </a:lnTo>
                  <a:lnTo>
                    <a:pt x="400692" y="449146"/>
                  </a:lnTo>
                  <a:lnTo>
                    <a:pt x="400251" y="448796"/>
                  </a:lnTo>
                  <a:lnTo>
                    <a:pt x="400407" y="448691"/>
                  </a:lnTo>
                  <a:lnTo>
                    <a:pt x="400483" y="448543"/>
                  </a:lnTo>
                  <a:lnTo>
                    <a:pt x="400608" y="448153"/>
                  </a:lnTo>
                  <a:lnTo>
                    <a:pt x="400282" y="448066"/>
                  </a:lnTo>
                  <a:lnTo>
                    <a:pt x="399798" y="448046"/>
                  </a:lnTo>
                  <a:lnTo>
                    <a:pt x="399665" y="448073"/>
                  </a:lnTo>
                  <a:lnTo>
                    <a:pt x="399107" y="447976"/>
                  </a:lnTo>
                  <a:lnTo>
                    <a:pt x="398906" y="447808"/>
                  </a:lnTo>
                  <a:lnTo>
                    <a:pt x="398639" y="447488"/>
                  </a:lnTo>
                  <a:lnTo>
                    <a:pt x="398412" y="447314"/>
                  </a:lnTo>
                  <a:lnTo>
                    <a:pt x="398053" y="447162"/>
                  </a:lnTo>
                  <a:lnTo>
                    <a:pt x="397135" y="446627"/>
                  </a:lnTo>
                  <a:lnTo>
                    <a:pt x="396998" y="446512"/>
                  </a:lnTo>
                  <a:lnTo>
                    <a:pt x="396892" y="446283"/>
                  </a:lnTo>
                  <a:lnTo>
                    <a:pt x="396655" y="445774"/>
                  </a:lnTo>
                  <a:lnTo>
                    <a:pt x="396321" y="445520"/>
                  </a:lnTo>
                  <a:lnTo>
                    <a:pt x="396172" y="445385"/>
                  </a:lnTo>
                  <a:lnTo>
                    <a:pt x="396105" y="445210"/>
                  </a:lnTo>
                  <a:lnTo>
                    <a:pt x="396060" y="444545"/>
                  </a:lnTo>
                  <a:lnTo>
                    <a:pt x="395913" y="444013"/>
                  </a:lnTo>
                  <a:lnTo>
                    <a:pt x="395899" y="443842"/>
                  </a:lnTo>
                  <a:lnTo>
                    <a:pt x="396060" y="443486"/>
                  </a:lnTo>
                  <a:lnTo>
                    <a:pt x="396173" y="443171"/>
                  </a:lnTo>
                  <a:lnTo>
                    <a:pt x="396576" y="442718"/>
                  </a:lnTo>
                  <a:lnTo>
                    <a:pt x="396768" y="442798"/>
                  </a:lnTo>
                  <a:lnTo>
                    <a:pt x="397091" y="442908"/>
                  </a:lnTo>
                  <a:lnTo>
                    <a:pt x="397228" y="442952"/>
                  </a:lnTo>
                  <a:lnTo>
                    <a:pt x="397379" y="442965"/>
                  </a:lnTo>
                  <a:lnTo>
                    <a:pt x="397668" y="442822"/>
                  </a:lnTo>
                  <a:lnTo>
                    <a:pt x="397670" y="442679"/>
                  </a:lnTo>
                  <a:lnTo>
                    <a:pt x="397716" y="442534"/>
                  </a:lnTo>
                  <a:lnTo>
                    <a:pt x="397847" y="442326"/>
                  </a:lnTo>
                  <a:lnTo>
                    <a:pt x="398016" y="442359"/>
                  </a:lnTo>
                  <a:lnTo>
                    <a:pt x="398286" y="442113"/>
                  </a:lnTo>
                  <a:lnTo>
                    <a:pt x="398699" y="441816"/>
                  </a:lnTo>
                  <a:lnTo>
                    <a:pt x="399242" y="441233"/>
                  </a:lnTo>
                  <a:lnTo>
                    <a:pt x="399478" y="441115"/>
                  </a:lnTo>
                  <a:lnTo>
                    <a:pt x="399632" y="441149"/>
                  </a:lnTo>
                  <a:lnTo>
                    <a:pt x="399904" y="441258"/>
                  </a:lnTo>
                  <a:lnTo>
                    <a:pt x="400115" y="441391"/>
                  </a:lnTo>
                  <a:lnTo>
                    <a:pt x="400378" y="441351"/>
                  </a:lnTo>
                  <a:lnTo>
                    <a:pt x="399901" y="440750"/>
                  </a:lnTo>
                  <a:lnTo>
                    <a:pt x="399803" y="440494"/>
                  </a:lnTo>
                  <a:lnTo>
                    <a:pt x="399658" y="440251"/>
                  </a:lnTo>
                  <a:lnTo>
                    <a:pt x="399101" y="439619"/>
                  </a:lnTo>
                  <a:lnTo>
                    <a:pt x="398822" y="439701"/>
                  </a:lnTo>
                  <a:lnTo>
                    <a:pt x="398400" y="439160"/>
                  </a:lnTo>
                  <a:lnTo>
                    <a:pt x="398224" y="439018"/>
                  </a:lnTo>
                  <a:lnTo>
                    <a:pt x="397559" y="438145"/>
                  </a:lnTo>
                  <a:lnTo>
                    <a:pt x="397436" y="437862"/>
                  </a:lnTo>
                  <a:lnTo>
                    <a:pt x="396867" y="437758"/>
                  </a:lnTo>
                  <a:lnTo>
                    <a:pt x="396761" y="437416"/>
                  </a:lnTo>
                  <a:lnTo>
                    <a:pt x="396344" y="437195"/>
                  </a:lnTo>
                  <a:lnTo>
                    <a:pt x="396093" y="437151"/>
                  </a:lnTo>
                  <a:lnTo>
                    <a:pt x="395873" y="437113"/>
                  </a:lnTo>
                  <a:lnTo>
                    <a:pt x="395347" y="436989"/>
                  </a:lnTo>
                  <a:lnTo>
                    <a:pt x="395077" y="436551"/>
                  </a:lnTo>
                  <a:lnTo>
                    <a:pt x="394714" y="436199"/>
                  </a:lnTo>
                  <a:lnTo>
                    <a:pt x="394673" y="436047"/>
                  </a:lnTo>
                  <a:lnTo>
                    <a:pt x="394500" y="435791"/>
                  </a:lnTo>
                  <a:lnTo>
                    <a:pt x="394336" y="435556"/>
                  </a:lnTo>
                  <a:lnTo>
                    <a:pt x="394420" y="435275"/>
                  </a:lnTo>
                  <a:lnTo>
                    <a:pt x="394473" y="435041"/>
                  </a:lnTo>
                  <a:lnTo>
                    <a:pt x="394344" y="434813"/>
                  </a:lnTo>
                  <a:lnTo>
                    <a:pt x="393977" y="434620"/>
                  </a:lnTo>
                  <a:lnTo>
                    <a:pt x="393624" y="434556"/>
                  </a:lnTo>
                  <a:lnTo>
                    <a:pt x="392838" y="433895"/>
                  </a:lnTo>
                  <a:lnTo>
                    <a:pt x="392390" y="433937"/>
                  </a:lnTo>
                  <a:lnTo>
                    <a:pt x="392232" y="433874"/>
                  </a:lnTo>
                  <a:lnTo>
                    <a:pt x="391564" y="433304"/>
                  </a:lnTo>
                  <a:lnTo>
                    <a:pt x="390694" y="433270"/>
                  </a:lnTo>
                  <a:lnTo>
                    <a:pt x="390479" y="433126"/>
                  </a:lnTo>
                  <a:lnTo>
                    <a:pt x="390249" y="432791"/>
                  </a:lnTo>
                  <a:lnTo>
                    <a:pt x="390262" y="432544"/>
                  </a:lnTo>
                  <a:lnTo>
                    <a:pt x="390459" y="432480"/>
                  </a:lnTo>
                  <a:lnTo>
                    <a:pt x="390709" y="432311"/>
                  </a:lnTo>
                  <a:lnTo>
                    <a:pt x="390693" y="431760"/>
                  </a:lnTo>
                  <a:lnTo>
                    <a:pt x="390945" y="431434"/>
                  </a:lnTo>
                  <a:lnTo>
                    <a:pt x="391411" y="431063"/>
                  </a:lnTo>
                  <a:lnTo>
                    <a:pt x="391560" y="430944"/>
                  </a:lnTo>
                  <a:lnTo>
                    <a:pt x="392217" y="430322"/>
                  </a:lnTo>
                  <a:lnTo>
                    <a:pt x="392050" y="429908"/>
                  </a:lnTo>
                  <a:lnTo>
                    <a:pt x="391931" y="429712"/>
                  </a:lnTo>
                  <a:lnTo>
                    <a:pt x="391801" y="429256"/>
                  </a:lnTo>
                  <a:lnTo>
                    <a:pt x="391908" y="428873"/>
                  </a:lnTo>
                  <a:lnTo>
                    <a:pt x="391658" y="428294"/>
                  </a:lnTo>
                  <a:lnTo>
                    <a:pt x="391578" y="427739"/>
                  </a:lnTo>
                  <a:lnTo>
                    <a:pt x="391869" y="427458"/>
                  </a:lnTo>
                  <a:lnTo>
                    <a:pt x="392059" y="427345"/>
                  </a:lnTo>
                  <a:lnTo>
                    <a:pt x="392290" y="427241"/>
                  </a:lnTo>
                  <a:lnTo>
                    <a:pt x="392532" y="427257"/>
                  </a:lnTo>
                  <a:lnTo>
                    <a:pt x="392969" y="427391"/>
                  </a:lnTo>
                  <a:lnTo>
                    <a:pt x="393191" y="427476"/>
                  </a:lnTo>
                  <a:lnTo>
                    <a:pt x="393445" y="427323"/>
                  </a:lnTo>
                  <a:lnTo>
                    <a:pt x="393808" y="427236"/>
                  </a:lnTo>
                  <a:lnTo>
                    <a:pt x="394003" y="427198"/>
                  </a:lnTo>
                  <a:lnTo>
                    <a:pt x="394450" y="427150"/>
                  </a:lnTo>
                  <a:lnTo>
                    <a:pt x="395020" y="426913"/>
                  </a:lnTo>
                  <a:lnTo>
                    <a:pt x="395561" y="426816"/>
                  </a:lnTo>
                  <a:lnTo>
                    <a:pt x="396312" y="426694"/>
                  </a:lnTo>
                  <a:lnTo>
                    <a:pt x="396987" y="426814"/>
                  </a:lnTo>
                  <a:lnTo>
                    <a:pt x="397465" y="426845"/>
                  </a:lnTo>
                  <a:lnTo>
                    <a:pt x="397425" y="426271"/>
                  </a:lnTo>
                  <a:lnTo>
                    <a:pt x="397274" y="425935"/>
                  </a:lnTo>
                  <a:lnTo>
                    <a:pt x="396925" y="425403"/>
                  </a:lnTo>
                  <a:lnTo>
                    <a:pt x="396636" y="425107"/>
                  </a:lnTo>
                  <a:lnTo>
                    <a:pt x="396189" y="424667"/>
                  </a:lnTo>
                  <a:lnTo>
                    <a:pt x="396155" y="424209"/>
                  </a:lnTo>
                  <a:lnTo>
                    <a:pt x="395367" y="423784"/>
                  </a:lnTo>
                  <a:lnTo>
                    <a:pt x="394954" y="423672"/>
                  </a:lnTo>
                  <a:lnTo>
                    <a:pt x="394609" y="423394"/>
                  </a:lnTo>
                  <a:lnTo>
                    <a:pt x="394540" y="423222"/>
                  </a:lnTo>
                  <a:lnTo>
                    <a:pt x="394117" y="422805"/>
                  </a:lnTo>
                  <a:lnTo>
                    <a:pt x="393846" y="422580"/>
                  </a:lnTo>
                  <a:lnTo>
                    <a:pt x="393710" y="422160"/>
                  </a:lnTo>
                  <a:lnTo>
                    <a:pt x="393398" y="421957"/>
                  </a:lnTo>
                  <a:lnTo>
                    <a:pt x="393093" y="421827"/>
                  </a:lnTo>
                  <a:lnTo>
                    <a:pt x="392737" y="421683"/>
                  </a:lnTo>
                  <a:lnTo>
                    <a:pt x="392481" y="421697"/>
                  </a:lnTo>
                  <a:lnTo>
                    <a:pt x="392173" y="421758"/>
                  </a:lnTo>
                  <a:lnTo>
                    <a:pt x="391492" y="421403"/>
                  </a:lnTo>
                  <a:lnTo>
                    <a:pt x="391352" y="421118"/>
                  </a:lnTo>
                  <a:lnTo>
                    <a:pt x="391317" y="420936"/>
                  </a:lnTo>
                  <a:lnTo>
                    <a:pt x="391155" y="420697"/>
                  </a:lnTo>
                  <a:lnTo>
                    <a:pt x="390856" y="420570"/>
                  </a:lnTo>
                  <a:lnTo>
                    <a:pt x="390687" y="420525"/>
                  </a:lnTo>
                  <a:lnTo>
                    <a:pt x="390338" y="420334"/>
                  </a:lnTo>
                  <a:lnTo>
                    <a:pt x="390208" y="419931"/>
                  </a:lnTo>
                  <a:lnTo>
                    <a:pt x="390131" y="419673"/>
                  </a:lnTo>
                  <a:lnTo>
                    <a:pt x="390161" y="419398"/>
                  </a:lnTo>
                  <a:lnTo>
                    <a:pt x="389766" y="419219"/>
                  </a:lnTo>
                  <a:lnTo>
                    <a:pt x="389066" y="418699"/>
                  </a:lnTo>
                  <a:lnTo>
                    <a:pt x="389072" y="418008"/>
                  </a:lnTo>
                  <a:lnTo>
                    <a:pt x="389181" y="417785"/>
                  </a:lnTo>
                  <a:lnTo>
                    <a:pt x="388806" y="417522"/>
                  </a:lnTo>
                  <a:lnTo>
                    <a:pt x="388545" y="417458"/>
                  </a:lnTo>
                  <a:lnTo>
                    <a:pt x="388211" y="417315"/>
                  </a:lnTo>
                  <a:lnTo>
                    <a:pt x="387626" y="417130"/>
                  </a:lnTo>
                  <a:lnTo>
                    <a:pt x="387331" y="417110"/>
                  </a:lnTo>
                  <a:lnTo>
                    <a:pt x="386876" y="416905"/>
                  </a:lnTo>
                  <a:lnTo>
                    <a:pt x="386627" y="416785"/>
                  </a:lnTo>
                  <a:lnTo>
                    <a:pt x="385835" y="416037"/>
                  </a:lnTo>
                  <a:lnTo>
                    <a:pt x="385569" y="415885"/>
                  </a:lnTo>
                  <a:lnTo>
                    <a:pt x="384838" y="415565"/>
                  </a:lnTo>
                  <a:lnTo>
                    <a:pt x="384686" y="415518"/>
                  </a:lnTo>
                  <a:lnTo>
                    <a:pt x="384249" y="415076"/>
                  </a:lnTo>
                  <a:lnTo>
                    <a:pt x="384220" y="414907"/>
                  </a:lnTo>
                  <a:lnTo>
                    <a:pt x="384241" y="414469"/>
                  </a:lnTo>
                  <a:lnTo>
                    <a:pt x="384261" y="414167"/>
                  </a:lnTo>
                  <a:lnTo>
                    <a:pt x="384070" y="414130"/>
                  </a:lnTo>
                  <a:lnTo>
                    <a:pt x="383847" y="414123"/>
                  </a:lnTo>
                  <a:lnTo>
                    <a:pt x="383568" y="414093"/>
                  </a:lnTo>
                  <a:lnTo>
                    <a:pt x="382933" y="413924"/>
                  </a:lnTo>
                  <a:lnTo>
                    <a:pt x="382791" y="413822"/>
                  </a:lnTo>
                  <a:lnTo>
                    <a:pt x="382482" y="413594"/>
                  </a:lnTo>
                  <a:lnTo>
                    <a:pt x="382271" y="413288"/>
                  </a:lnTo>
                  <a:lnTo>
                    <a:pt x="382078" y="413252"/>
                  </a:lnTo>
                  <a:lnTo>
                    <a:pt x="380976" y="413008"/>
                  </a:lnTo>
                  <a:lnTo>
                    <a:pt x="380183" y="412828"/>
                  </a:lnTo>
                  <a:lnTo>
                    <a:pt x="379988" y="412252"/>
                  </a:lnTo>
                  <a:lnTo>
                    <a:pt x="379807" y="411843"/>
                  </a:lnTo>
                  <a:lnTo>
                    <a:pt x="379500" y="411227"/>
                  </a:lnTo>
                  <a:lnTo>
                    <a:pt x="379245" y="411036"/>
                  </a:lnTo>
                  <a:lnTo>
                    <a:pt x="378810" y="410733"/>
                  </a:lnTo>
                  <a:lnTo>
                    <a:pt x="378640" y="410643"/>
                  </a:lnTo>
                  <a:lnTo>
                    <a:pt x="378301" y="410494"/>
                  </a:lnTo>
                  <a:lnTo>
                    <a:pt x="378156" y="410431"/>
                  </a:lnTo>
                  <a:lnTo>
                    <a:pt x="377627" y="410199"/>
                  </a:lnTo>
                  <a:lnTo>
                    <a:pt x="377161" y="410180"/>
                  </a:lnTo>
                  <a:lnTo>
                    <a:pt x="376652" y="410119"/>
                  </a:lnTo>
                  <a:lnTo>
                    <a:pt x="376622" y="409880"/>
                  </a:lnTo>
                  <a:lnTo>
                    <a:pt x="376655" y="409712"/>
                  </a:lnTo>
                  <a:lnTo>
                    <a:pt x="377102" y="408968"/>
                  </a:lnTo>
                  <a:lnTo>
                    <a:pt x="377398" y="408679"/>
                  </a:lnTo>
                  <a:lnTo>
                    <a:pt x="377193" y="408172"/>
                  </a:lnTo>
                  <a:lnTo>
                    <a:pt x="377216" y="408002"/>
                  </a:lnTo>
                  <a:lnTo>
                    <a:pt x="377569" y="407657"/>
                  </a:lnTo>
                  <a:lnTo>
                    <a:pt x="377690" y="407303"/>
                  </a:lnTo>
                  <a:lnTo>
                    <a:pt x="377337" y="407100"/>
                  </a:lnTo>
                  <a:lnTo>
                    <a:pt x="376932" y="406610"/>
                  </a:lnTo>
                  <a:lnTo>
                    <a:pt x="376806" y="406456"/>
                  </a:lnTo>
                  <a:lnTo>
                    <a:pt x="376602" y="406149"/>
                  </a:lnTo>
                  <a:lnTo>
                    <a:pt x="376119" y="405937"/>
                  </a:lnTo>
                  <a:lnTo>
                    <a:pt x="375510" y="405729"/>
                  </a:lnTo>
                  <a:lnTo>
                    <a:pt x="375188" y="405318"/>
                  </a:lnTo>
                  <a:lnTo>
                    <a:pt x="375289" y="404950"/>
                  </a:lnTo>
                  <a:lnTo>
                    <a:pt x="375069" y="404679"/>
                  </a:lnTo>
                  <a:lnTo>
                    <a:pt x="374833" y="404389"/>
                  </a:lnTo>
                  <a:lnTo>
                    <a:pt x="374489" y="404224"/>
                  </a:lnTo>
                  <a:lnTo>
                    <a:pt x="374201" y="404084"/>
                  </a:lnTo>
                  <a:lnTo>
                    <a:pt x="374037" y="403782"/>
                  </a:lnTo>
                  <a:lnTo>
                    <a:pt x="374178" y="403520"/>
                  </a:lnTo>
                  <a:lnTo>
                    <a:pt x="374424" y="403198"/>
                  </a:lnTo>
                  <a:lnTo>
                    <a:pt x="374513" y="402966"/>
                  </a:lnTo>
                  <a:lnTo>
                    <a:pt x="374225" y="402531"/>
                  </a:lnTo>
                  <a:lnTo>
                    <a:pt x="374108" y="402348"/>
                  </a:lnTo>
                  <a:lnTo>
                    <a:pt x="373985" y="401987"/>
                  </a:lnTo>
                  <a:lnTo>
                    <a:pt x="373987" y="401849"/>
                  </a:lnTo>
                  <a:lnTo>
                    <a:pt x="374064" y="401311"/>
                  </a:lnTo>
                  <a:lnTo>
                    <a:pt x="373926" y="401117"/>
                  </a:lnTo>
                  <a:lnTo>
                    <a:pt x="373626" y="400963"/>
                  </a:lnTo>
                  <a:lnTo>
                    <a:pt x="373415" y="400869"/>
                  </a:lnTo>
                  <a:lnTo>
                    <a:pt x="373290" y="400280"/>
                  </a:lnTo>
                  <a:lnTo>
                    <a:pt x="373021" y="400013"/>
                  </a:lnTo>
                  <a:lnTo>
                    <a:pt x="372752" y="399946"/>
                  </a:lnTo>
                  <a:lnTo>
                    <a:pt x="372672" y="399781"/>
                  </a:lnTo>
                  <a:lnTo>
                    <a:pt x="370018" y="399665"/>
                  </a:lnTo>
                  <a:lnTo>
                    <a:pt x="369694" y="400073"/>
                  </a:lnTo>
                  <a:lnTo>
                    <a:pt x="369453" y="400268"/>
                  </a:lnTo>
                  <a:lnTo>
                    <a:pt x="369130" y="400462"/>
                  </a:lnTo>
                  <a:lnTo>
                    <a:pt x="368961" y="400472"/>
                  </a:lnTo>
                  <a:lnTo>
                    <a:pt x="368461" y="400760"/>
                  </a:lnTo>
                  <a:lnTo>
                    <a:pt x="368233" y="400968"/>
                  </a:lnTo>
                  <a:lnTo>
                    <a:pt x="367730" y="401503"/>
                  </a:lnTo>
                  <a:lnTo>
                    <a:pt x="367535" y="401970"/>
                  </a:lnTo>
                  <a:lnTo>
                    <a:pt x="367395" y="402280"/>
                  </a:lnTo>
                  <a:lnTo>
                    <a:pt x="365937" y="402599"/>
                  </a:lnTo>
                  <a:lnTo>
                    <a:pt x="365765" y="402622"/>
                  </a:lnTo>
                  <a:lnTo>
                    <a:pt x="361616" y="399929"/>
                  </a:lnTo>
                  <a:lnTo>
                    <a:pt x="361103" y="399737"/>
                  </a:lnTo>
                  <a:lnTo>
                    <a:pt x="359890" y="397991"/>
                  </a:lnTo>
                  <a:lnTo>
                    <a:pt x="355804" y="394638"/>
                  </a:lnTo>
                  <a:lnTo>
                    <a:pt x="331044" y="387467"/>
                  </a:lnTo>
                  <a:lnTo>
                    <a:pt x="330646" y="387317"/>
                  </a:lnTo>
                  <a:lnTo>
                    <a:pt x="330354" y="387116"/>
                  </a:lnTo>
                  <a:lnTo>
                    <a:pt x="330011" y="386092"/>
                  </a:lnTo>
                  <a:lnTo>
                    <a:pt x="329891" y="385953"/>
                  </a:lnTo>
                  <a:lnTo>
                    <a:pt x="329835" y="385765"/>
                  </a:lnTo>
                  <a:lnTo>
                    <a:pt x="329823" y="385145"/>
                  </a:lnTo>
                  <a:lnTo>
                    <a:pt x="329947" y="384916"/>
                  </a:lnTo>
                  <a:lnTo>
                    <a:pt x="330175" y="384654"/>
                  </a:lnTo>
                  <a:lnTo>
                    <a:pt x="330378" y="384379"/>
                  </a:lnTo>
                  <a:lnTo>
                    <a:pt x="330564" y="384118"/>
                  </a:lnTo>
                  <a:lnTo>
                    <a:pt x="330694" y="383948"/>
                  </a:lnTo>
                  <a:lnTo>
                    <a:pt x="330858" y="383786"/>
                  </a:lnTo>
                  <a:lnTo>
                    <a:pt x="331176" y="383532"/>
                  </a:lnTo>
                  <a:lnTo>
                    <a:pt x="331169" y="383394"/>
                  </a:lnTo>
                  <a:lnTo>
                    <a:pt x="331046" y="382894"/>
                  </a:lnTo>
                  <a:lnTo>
                    <a:pt x="330943" y="382631"/>
                  </a:lnTo>
                  <a:lnTo>
                    <a:pt x="330906" y="382130"/>
                  </a:lnTo>
                  <a:lnTo>
                    <a:pt x="330969" y="381838"/>
                  </a:lnTo>
                  <a:lnTo>
                    <a:pt x="331075" y="381658"/>
                  </a:lnTo>
                  <a:lnTo>
                    <a:pt x="331131" y="381523"/>
                  </a:lnTo>
                  <a:lnTo>
                    <a:pt x="331205" y="381308"/>
                  </a:lnTo>
                  <a:lnTo>
                    <a:pt x="331222" y="381138"/>
                  </a:lnTo>
                  <a:lnTo>
                    <a:pt x="331331" y="380909"/>
                  </a:lnTo>
                  <a:lnTo>
                    <a:pt x="331618" y="380731"/>
                  </a:lnTo>
                  <a:lnTo>
                    <a:pt x="319048" y="376097"/>
                  </a:lnTo>
                  <a:lnTo>
                    <a:pt x="318090" y="376668"/>
                  </a:lnTo>
                  <a:lnTo>
                    <a:pt x="295578" y="367024"/>
                  </a:lnTo>
                  <a:lnTo>
                    <a:pt x="295710" y="367180"/>
                  </a:lnTo>
                  <a:lnTo>
                    <a:pt x="295934" y="367446"/>
                  </a:lnTo>
                  <a:lnTo>
                    <a:pt x="296215" y="367659"/>
                  </a:lnTo>
                  <a:lnTo>
                    <a:pt x="296417" y="367731"/>
                  </a:lnTo>
                  <a:lnTo>
                    <a:pt x="296592" y="367811"/>
                  </a:lnTo>
                  <a:lnTo>
                    <a:pt x="296695" y="368046"/>
                  </a:lnTo>
                  <a:lnTo>
                    <a:pt x="296424" y="368292"/>
                  </a:lnTo>
                  <a:lnTo>
                    <a:pt x="296556" y="368607"/>
                  </a:lnTo>
                  <a:lnTo>
                    <a:pt x="296889" y="368607"/>
                  </a:lnTo>
                  <a:lnTo>
                    <a:pt x="297330" y="368745"/>
                  </a:lnTo>
                  <a:lnTo>
                    <a:pt x="297363" y="369038"/>
                  </a:lnTo>
                  <a:lnTo>
                    <a:pt x="297927" y="369075"/>
                  </a:lnTo>
                  <a:lnTo>
                    <a:pt x="298271" y="369340"/>
                  </a:lnTo>
                  <a:lnTo>
                    <a:pt x="299112" y="369714"/>
                  </a:lnTo>
                  <a:lnTo>
                    <a:pt x="299170" y="369921"/>
                  </a:lnTo>
                  <a:lnTo>
                    <a:pt x="299150" y="370112"/>
                  </a:lnTo>
                  <a:lnTo>
                    <a:pt x="299591" y="370656"/>
                  </a:lnTo>
                  <a:lnTo>
                    <a:pt x="299785" y="371089"/>
                  </a:lnTo>
                  <a:lnTo>
                    <a:pt x="299814" y="371256"/>
                  </a:lnTo>
                  <a:lnTo>
                    <a:pt x="300040" y="371592"/>
                  </a:lnTo>
                  <a:lnTo>
                    <a:pt x="299943" y="372108"/>
                  </a:lnTo>
                  <a:lnTo>
                    <a:pt x="300094" y="372455"/>
                  </a:lnTo>
                  <a:lnTo>
                    <a:pt x="300517" y="372686"/>
                  </a:lnTo>
                  <a:lnTo>
                    <a:pt x="301151" y="372972"/>
                  </a:lnTo>
                  <a:lnTo>
                    <a:pt x="301434" y="373021"/>
                  </a:lnTo>
                  <a:lnTo>
                    <a:pt x="301870" y="373157"/>
                  </a:lnTo>
                  <a:lnTo>
                    <a:pt x="302028" y="373455"/>
                  </a:lnTo>
                  <a:lnTo>
                    <a:pt x="301827" y="374429"/>
                  </a:lnTo>
                  <a:lnTo>
                    <a:pt x="301862" y="374931"/>
                  </a:lnTo>
                  <a:lnTo>
                    <a:pt x="301908" y="375359"/>
                  </a:lnTo>
                  <a:lnTo>
                    <a:pt x="301917" y="375526"/>
                  </a:lnTo>
                  <a:lnTo>
                    <a:pt x="302114" y="375922"/>
                  </a:lnTo>
                  <a:lnTo>
                    <a:pt x="302280" y="376153"/>
                  </a:lnTo>
                  <a:lnTo>
                    <a:pt x="302356" y="376444"/>
                  </a:lnTo>
                  <a:lnTo>
                    <a:pt x="302578" y="376739"/>
                  </a:lnTo>
                  <a:lnTo>
                    <a:pt x="302662" y="376886"/>
                  </a:lnTo>
                  <a:lnTo>
                    <a:pt x="302650" y="377016"/>
                  </a:lnTo>
                  <a:lnTo>
                    <a:pt x="302596" y="377199"/>
                  </a:lnTo>
                  <a:lnTo>
                    <a:pt x="302624" y="377426"/>
                  </a:lnTo>
                  <a:lnTo>
                    <a:pt x="260494" y="348777"/>
                  </a:lnTo>
                  <a:lnTo>
                    <a:pt x="260370" y="348475"/>
                  </a:lnTo>
                  <a:lnTo>
                    <a:pt x="260211" y="348432"/>
                  </a:lnTo>
                  <a:lnTo>
                    <a:pt x="259954" y="346949"/>
                  </a:lnTo>
                  <a:lnTo>
                    <a:pt x="248354" y="339839"/>
                  </a:lnTo>
                  <a:lnTo>
                    <a:pt x="247233" y="339889"/>
                  </a:lnTo>
                  <a:lnTo>
                    <a:pt x="246998" y="340016"/>
                  </a:lnTo>
                  <a:lnTo>
                    <a:pt x="246995" y="340237"/>
                  </a:lnTo>
                  <a:lnTo>
                    <a:pt x="246968" y="340422"/>
                  </a:lnTo>
                  <a:lnTo>
                    <a:pt x="239836" y="346049"/>
                  </a:lnTo>
                  <a:lnTo>
                    <a:pt x="229286" y="343942"/>
                  </a:lnTo>
                  <a:lnTo>
                    <a:pt x="229141" y="344470"/>
                  </a:lnTo>
                  <a:lnTo>
                    <a:pt x="228994" y="344852"/>
                  </a:lnTo>
                  <a:lnTo>
                    <a:pt x="228799" y="345224"/>
                  </a:lnTo>
                  <a:lnTo>
                    <a:pt x="228675" y="345430"/>
                  </a:lnTo>
                  <a:lnTo>
                    <a:pt x="228555" y="345631"/>
                  </a:lnTo>
                  <a:lnTo>
                    <a:pt x="228370" y="345927"/>
                  </a:lnTo>
                  <a:lnTo>
                    <a:pt x="228218" y="346128"/>
                  </a:lnTo>
                  <a:lnTo>
                    <a:pt x="228077" y="346296"/>
                  </a:lnTo>
                  <a:lnTo>
                    <a:pt x="195960" y="338071"/>
                  </a:lnTo>
                  <a:lnTo>
                    <a:pt x="196034" y="337701"/>
                  </a:lnTo>
                  <a:lnTo>
                    <a:pt x="195859" y="337595"/>
                  </a:lnTo>
                  <a:lnTo>
                    <a:pt x="195677" y="337530"/>
                  </a:lnTo>
                  <a:lnTo>
                    <a:pt x="195219" y="337196"/>
                  </a:lnTo>
                  <a:lnTo>
                    <a:pt x="195064" y="337172"/>
                  </a:lnTo>
                  <a:lnTo>
                    <a:pt x="194597" y="336965"/>
                  </a:lnTo>
                  <a:lnTo>
                    <a:pt x="194157" y="337113"/>
                  </a:lnTo>
                  <a:lnTo>
                    <a:pt x="193910" y="337138"/>
                  </a:lnTo>
                  <a:lnTo>
                    <a:pt x="193679" y="336929"/>
                  </a:lnTo>
                  <a:lnTo>
                    <a:pt x="193456" y="336623"/>
                  </a:lnTo>
                  <a:lnTo>
                    <a:pt x="193322" y="336401"/>
                  </a:lnTo>
                  <a:lnTo>
                    <a:pt x="193066" y="336001"/>
                  </a:lnTo>
                  <a:lnTo>
                    <a:pt x="192738" y="336135"/>
                  </a:lnTo>
                  <a:lnTo>
                    <a:pt x="192020" y="336323"/>
                  </a:lnTo>
                  <a:lnTo>
                    <a:pt x="191632" y="336606"/>
                  </a:lnTo>
                  <a:lnTo>
                    <a:pt x="191428" y="336556"/>
                  </a:lnTo>
                  <a:lnTo>
                    <a:pt x="190946" y="336410"/>
                  </a:lnTo>
                  <a:lnTo>
                    <a:pt x="190550" y="336174"/>
                  </a:lnTo>
                  <a:lnTo>
                    <a:pt x="190373" y="336190"/>
                  </a:lnTo>
                  <a:lnTo>
                    <a:pt x="189967" y="336101"/>
                  </a:lnTo>
                  <a:lnTo>
                    <a:pt x="189528" y="335759"/>
                  </a:lnTo>
                  <a:lnTo>
                    <a:pt x="189270" y="335721"/>
                  </a:lnTo>
                  <a:lnTo>
                    <a:pt x="188833" y="335578"/>
                  </a:lnTo>
                  <a:lnTo>
                    <a:pt x="188224" y="335338"/>
                  </a:lnTo>
                  <a:lnTo>
                    <a:pt x="187965" y="335044"/>
                  </a:lnTo>
                  <a:lnTo>
                    <a:pt x="187777" y="335046"/>
                  </a:lnTo>
                  <a:lnTo>
                    <a:pt x="187251" y="335107"/>
                  </a:lnTo>
                  <a:lnTo>
                    <a:pt x="186677" y="335355"/>
                  </a:lnTo>
                  <a:lnTo>
                    <a:pt x="186535" y="335357"/>
                  </a:lnTo>
                  <a:lnTo>
                    <a:pt x="178761" y="335803"/>
                  </a:lnTo>
                  <a:lnTo>
                    <a:pt x="179249" y="335957"/>
                  </a:lnTo>
                  <a:lnTo>
                    <a:pt x="179477" y="336269"/>
                  </a:lnTo>
                  <a:lnTo>
                    <a:pt x="179638" y="336701"/>
                  </a:lnTo>
                  <a:lnTo>
                    <a:pt x="180022" y="337169"/>
                  </a:lnTo>
                  <a:lnTo>
                    <a:pt x="178797" y="339734"/>
                  </a:lnTo>
                  <a:lnTo>
                    <a:pt x="178774" y="339930"/>
                  </a:lnTo>
                  <a:lnTo>
                    <a:pt x="178582" y="340221"/>
                  </a:lnTo>
                  <a:lnTo>
                    <a:pt x="178291" y="340384"/>
                  </a:lnTo>
                  <a:lnTo>
                    <a:pt x="178448" y="340729"/>
                  </a:lnTo>
                  <a:lnTo>
                    <a:pt x="178322" y="341063"/>
                  </a:lnTo>
                  <a:lnTo>
                    <a:pt x="178159" y="341267"/>
                  </a:lnTo>
                  <a:lnTo>
                    <a:pt x="178223" y="341904"/>
                  </a:lnTo>
                  <a:lnTo>
                    <a:pt x="178396" y="341909"/>
                  </a:lnTo>
                  <a:lnTo>
                    <a:pt x="178601" y="342145"/>
                  </a:lnTo>
                  <a:lnTo>
                    <a:pt x="178682" y="342602"/>
                  </a:lnTo>
                  <a:lnTo>
                    <a:pt x="178647" y="342810"/>
                  </a:lnTo>
                  <a:lnTo>
                    <a:pt x="178502" y="343107"/>
                  </a:lnTo>
                  <a:lnTo>
                    <a:pt x="178144" y="343546"/>
                  </a:lnTo>
                  <a:lnTo>
                    <a:pt x="177966" y="343720"/>
                  </a:lnTo>
                  <a:lnTo>
                    <a:pt x="177751" y="343913"/>
                  </a:lnTo>
                  <a:lnTo>
                    <a:pt x="177642" y="344319"/>
                  </a:lnTo>
                  <a:lnTo>
                    <a:pt x="177670" y="344457"/>
                  </a:lnTo>
                  <a:lnTo>
                    <a:pt x="177339" y="344796"/>
                  </a:lnTo>
                  <a:lnTo>
                    <a:pt x="177274" y="344939"/>
                  </a:lnTo>
                  <a:lnTo>
                    <a:pt x="177348" y="345667"/>
                  </a:lnTo>
                  <a:lnTo>
                    <a:pt x="177531" y="345947"/>
                  </a:lnTo>
                  <a:lnTo>
                    <a:pt x="177717" y="346108"/>
                  </a:lnTo>
                  <a:lnTo>
                    <a:pt x="177500" y="346879"/>
                  </a:lnTo>
                  <a:lnTo>
                    <a:pt x="177592" y="347073"/>
                  </a:lnTo>
                  <a:lnTo>
                    <a:pt x="177535" y="347256"/>
                  </a:lnTo>
                  <a:lnTo>
                    <a:pt x="177470" y="347458"/>
                  </a:lnTo>
                  <a:lnTo>
                    <a:pt x="177505" y="347756"/>
                  </a:lnTo>
                  <a:lnTo>
                    <a:pt x="177738" y="347774"/>
                  </a:lnTo>
                  <a:lnTo>
                    <a:pt x="177901" y="347909"/>
                  </a:lnTo>
                  <a:lnTo>
                    <a:pt x="177860" y="348083"/>
                  </a:lnTo>
                  <a:lnTo>
                    <a:pt x="177920" y="348363"/>
                  </a:lnTo>
                  <a:lnTo>
                    <a:pt x="178089" y="348570"/>
                  </a:lnTo>
                  <a:lnTo>
                    <a:pt x="178237" y="348558"/>
                  </a:lnTo>
                  <a:lnTo>
                    <a:pt x="179375" y="350212"/>
                  </a:lnTo>
                  <a:lnTo>
                    <a:pt x="179386" y="351885"/>
                  </a:lnTo>
                  <a:lnTo>
                    <a:pt x="179402" y="353014"/>
                  </a:lnTo>
                  <a:lnTo>
                    <a:pt x="180636" y="354895"/>
                  </a:lnTo>
                  <a:lnTo>
                    <a:pt x="180626" y="355061"/>
                  </a:lnTo>
                  <a:lnTo>
                    <a:pt x="180625" y="355229"/>
                  </a:lnTo>
                  <a:lnTo>
                    <a:pt x="179277" y="362857"/>
                  </a:lnTo>
                  <a:lnTo>
                    <a:pt x="178825" y="362958"/>
                  </a:lnTo>
                  <a:lnTo>
                    <a:pt x="178653" y="363012"/>
                  </a:lnTo>
                  <a:lnTo>
                    <a:pt x="178244" y="363199"/>
                  </a:lnTo>
                  <a:lnTo>
                    <a:pt x="177777" y="363080"/>
                  </a:lnTo>
                  <a:lnTo>
                    <a:pt x="177326" y="363187"/>
                  </a:lnTo>
                  <a:lnTo>
                    <a:pt x="176907" y="363111"/>
                  </a:lnTo>
                  <a:lnTo>
                    <a:pt x="176733" y="362925"/>
                  </a:lnTo>
                  <a:lnTo>
                    <a:pt x="176164" y="362506"/>
                  </a:lnTo>
                  <a:lnTo>
                    <a:pt x="175995" y="362386"/>
                  </a:lnTo>
                  <a:lnTo>
                    <a:pt x="175636" y="362292"/>
                  </a:lnTo>
                  <a:lnTo>
                    <a:pt x="175099" y="362299"/>
                  </a:lnTo>
                  <a:lnTo>
                    <a:pt x="174915" y="362319"/>
                  </a:lnTo>
                  <a:lnTo>
                    <a:pt x="174604" y="362156"/>
                  </a:lnTo>
                  <a:lnTo>
                    <a:pt x="174468" y="362069"/>
                  </a:lnTo>
                  <a:lnTo>
                    <a:pt x="174240" y="361783"/>
                  </a:lnTo>
                  <a:lnTo>
                    <a:pt x="173734" y="361650"/>
                  </a:lnTo>
                  <a:lnTo>
                    <a:pt x="173560" y="361531"/>
                  </a:lnTo>
                  <a:lnTo>
                    <a:pt x="173302" y="361333"/>
                  </a:lnTo>
                  <a:lnTo>
                    <a:pt x="172927" y="361330"/>
                  </a:lnTo>
                  <a:lnTo>
                    <a:pt x="172690" y="361189"/>
                  </a:lnTo>
                  <a:lnTo>
                    <a:pt x="172363" y="360818"/>
                  </a:lnTo>
                  <a:lnTo>
                    <a:pt x="172117" y="360819"/>
                  </a:lnTo>
                  <a:lnTo>
                    <a:pt x="171881" y="360846"/>
                  </a:lnTo>
                  <a:lnTo>
                    <a:pt x="171946" y="361067"/>
                  </a:lnTo>
                  <a:lnTo>
                    <a:pt x="171992" y="361237"/>
                  </a:lnTo>
                  <a:lnTo>
                    <a:pt x="172259" y="361823"/>
                  </a:lnTo>
                  <a:lnTo>
                    <a:pt x="172513" y="362418"/>
                  </a:lnTo>
                  <a:lnTo>
                    <a:pt x="172346" y="362688"/>
                  </a:lnTo>
                  <a:lnTo>
                    <a:pt x="172229" y="362550"/>
                  </a:lnTo>
                  <a:lnTo>
                    <a:pt x="172065" y="362440"/>
                  </a:lnTo>
                  <a:lnTo>
                    <a:pt x="171769" y="362628"/>
                  </a:lnTo>
                  <a:lnTo>
                    <a:pt x="171415" y="362772"/>
                  </a:lnTo>
                  <a:lnTo>
                    <a:pt x="171243" y="362701"/>
                  </a:lnTo>
                  <a:lnTo>
                    <a:pt x="171047" y="362658"/>
                  </a:lnTo>
                  <a:lnTo>
                    <a:pt x="170582" y="363231"/>
                  </a:lnTo>
                  <a:lnTo>
                    <a:pt x="170556" y="363514"/>
                  </a:lnTo>
                  <a:lnTo>
                    <a:pt x="170863" y="363801"/>
                  </a:lnTo>
                  <a:lnTo>
                    <a:pt x="171068" y="363938"/>
                  </a:lnTo>
                  <a:lnTo>
                    <a:pt x="171287" y="364078"/>
                  </a:lnTo>
                  <a:lnTo>
                    <a:pt x="171572" y="364215"/>
                  </a:lnTo>
                  <a:lnTo>
                    <a:pt x="171749" y="364424"/>
                  </a:lnTo>
                  <a:lnTo>
                    <a:pt x="171621" y="365008"/>
                  </a:lnTo>
                  <a:lnTo>
                    <a:pt x="171174" y="365409"/>
                  </a:lnTo>
                  <a:lnTo>
                    <a:pt x="170718" y="365413"/>
                  </a:lnTo>
                  <a:lnTo>
                    <a:pt x="170392" y="365560"/>
                  </a:lnTo>
                  <a:lnTo>
                    <a:pt x="170231" y="365590"/>
                  </a:lnTo>
                  <a:lnTo>
                    <a:pt x="169865" y="365545"/>
                  </a:lnTo>
                  <a:lnTo>
                    <a:pt x="169052" y="365412"/>
                  </a:lnTo>
                  <a:lnTo>
                    <a:pt x="168442" y="365304"/>
                  </a:lnTo>
                  <a:lnTo>
                    <a:pt x="168280" y="365293"/>
                  </a:lnTo>
                  <a:lnTo>
                    <a:pt x="168001" y="365500"/>
                  </a:lnTo>
                  <a:lnTo>
                    <a:pt x="167919" y="365745"/>
                  </a:lnTo>
                  <a:lnTo>
                    <a:pt x="167660" y="365804"/>
                  </a:lnTo>
                  <a:lnTo>
                    <a:pt x="167094" y="365656"/>
                  </a:lnTo>
                  <a:lnTo>
                    <a:pt x="166602" y="366066"/>
                  </a:lnTo>
                  <a:lnTo>
                    <a:pt x="166628" y="366258"/>
                  </a:lnTo>
                  <a:lnTo>
                    <a:pt x="166667" y="366396"/>
                  </a:lnTo>
                  <a:lnTo>
                    <a:pt x="167532" y="367045"/>
                  </a:lnTo>
                  <a:lnTo>
                    <a:pt x="167884" y="367199"/>
                  </a:lnTo>
                  <a:lnTo>
                    <a:pt x="168179" y="367425"/>
                  </a:lnTo>
                  <a:lnTo>
                    <a:pt x="167914" y="367741"/>
                  </a:lnTo>
                  <a:lnTo>
                    <a:pt x="167861" y="367982"/>
                  </a:lnTo>
                  <a:lnTo>
                    <a:pt x="167840" y="368148"/>
                  </a:lnTo>
                  <a:lnTo>
                    <a:pt x="167822" y="368740"/>
                  </a:lnTo>
                  <a:lnTo>
                    <a:pt x="167748" y="369014"/>
                  </a:lnTo>
                  <a:lnTo>
                    <a:pt x="167422" y="369442"/>
                  </a:lnTo>
                  <a:lnTo>
                    <a:pt x="167045" y="369909"/>
                  </a:lnTo>
                  <a:lnTo>
                    <a:pt x="166861" y="370201"/>
                  </a:lnTo>
                  <a:lnTo>
                    <a:pt x="166758" y="370472"/>
                  </a:lnTo>
                  <a:lnTo>
                    <a:pt x="166431" y="370757"/>
                  </a:lnTo>
                  <a:lnTo>
                    <a:pt x="166164" y="370969"/>
                  </a:lnTo>
                  <a:lnTo>
                    <a:pt x="165957" y="371285"/>
                  </a:lnTo>
                  <a:lnTo>
                    <a:pt x="165646" y="371639"/>
                  </a:lnTo>
                  <a:lnTo>
                    <a:pt x="165386" y="371898"/>
                  </a:lnTo>
                  <a:lnTo>
                    <a:pt x="165318" y="372111"/>
                  </a:lnTo>
                  <a:lnTo>
                    <a:pt x="165293" y="372376"/>
                  </a:lnTo>
                  <a:lnTo>
                    <a:pt x="165315" y="372594"/>
                  </a:lnTo>
                  <a:lnTo>
                    <a:pt x="165485" y="372913"/>
                  </a:lnTo>
                  <a:lnTo>
                    <a:pt x="165624" y="373171"/>
                  </a:lnTo>
                  <a:lnTo>
                    <a:pt x="165623" y="373381"/>
                  </a:lnTo>
                  <a:lnTo>
                    <a:pt x="165685" y="373600"/>
                  </a:lnTo>
                  <a:lnTo>
                    <a:pt x="165841" y="373844"/>
                  </a:lnTo>
                  <a:lnTo>
                    <a:pt x="165958" y="374010"/>
                  </a:lnTo>
                  <a:lnTo>
                    <a:pt x="166154" y="374170"/>
                  </a:lnTo>
                  <a:lnTo>
                    <a:pt x="166416" y="374370"/>
                  </a:lnTo>
                  <a:lnTo>
                    <a:pt x="166234" y="374673"/>
                  </a:lnTo>
                  <a:lnTo>
                    <a:pt x="166376" y="374965"/>
                  </a:lnTo>
                  <a:lnTo>
                    <a:pt x="166607" y="375277"/>
                  </a:lnTo>
                  <a:lnTo>
                    <a:pt x="166769" y="375888"/>
                  </a:lnTo>
                  <a:lnTo>
                    <a:pt x="166820" y="376108"/>
                  </a:lnTo>
                  <a:lnTo>
                    <a:pt x="166899" y="377738"/>
                  </a:lnTo>
                  <a:lnTo>
                    <a:pt x="163181" y="376650"/>
                  </a:lnTo>
                  <a:lnTo>
                    <a:pt x="162601" y="376472"/>
                  </a:lnTo>
                  <a:lnTo>
                    <a:pt x="162088" y="376356"/>
                  </a:lnTo>
                  <a:lnTo>
                    <a:pt x="161721" y="376125"/>
                  </a:lnTo>
                  <a:lnTo>
                    <a:pt x="161106" y="375973"/>
                  </a:lnTo>
                  <a:lnTo>
                    <a:pt x="160777" y="375949"/>
                  </a:lnTo>
                  <a:lnTo>
                    <a:pt x="160097" y="375781"/>
                  </a:lnTo>
                  <a:lnTo>
                    <a:pt x="158345" y="375270"/>
                  </a:lnTo>
                  <a:lnTo>
                    <a:pt x="157932" y="375195"/>
                  </a:lnTo>
                  <a:lnTo>
                    <a:pt x="157452" y="375207"/>
                  </a:lnTo>
                  <a:lnTo>
                    <a:pt x="156863" y="375165"/>
                  </a:lnTo>
                  <a:lnTo>
                    <a:pt x="156510" y="375173"/>
                  </a:lnTo>
                  <a:lnTo>
                    <a:pt x="155795" y="375342"/>
                  </a:lnTo>
                  <a:lnTo>
                    <a:pt x="154811" y="376158"/>
                  </a:lnTo>
                  <a:lnTo>
                    <a:pt x="154623" y="376207"/>
                  </a:lnTo>
                  <a:lnTo>
                    <a:pt x="154306" y="376299"/>
                  </a:lnTo>
                  <a:lnTo>
                    <a:pt x="153979" y="376900"/>
                  </a:lnTo>
                  <a:lnTo>
                    <a:pt x="153991" y="377137"/>
                  </a:lnTo>
                  <a:lnTo>
                    <a:pt x="153949" y="377270"/>
                  </a:lnTo>
                  <a:lnTo>
                    <a:pt x="153825" y="377414"/>
                  </a:lnTo>
                  <a:lnTo>
                    <a:pt x="153230" y="378688"/>
                  </a:lnTo>
                  <a:lnTo>
                    <a:pt x="153196" y="378858"/>
                  </a:lnTo>
                  <a:lnTo>
                    <a:pt x="153235" y="379217"/>
                  </a:lnTo>
                  <a:lnTo>
                    <a:pt x="153100" y="379308"/>
                  </a:lnTo>
                  <a:lnTo>
                    <a:pt x="152862" y="379490"/>
                  </a:lnTo>
                  <a:lnTo>
                    <a:pt x="153164" y="379829"/>
                  </a:lnTo>
                  <a:lnTo>
                    <a:pt x="153214" y="380485"/>
                  </a:lnTo>
                  <a:lnTo>
                    <a:pt x="152917" y="380644"/>
                  </a:lnTo>
                  <a:lnTo>
                    <a:pt x="152751" y="380633"/>
                  </a:lnTo>
                  <a:lnTo>
                    <a:pt x="152564" y="380619"/>
                  </a:lnTo>
                  <a:lnTo>
                    <a:pt x="151740" y="381104"/>
                  </a:lnTo>
                  <a:lnTo>
                    <a:pt x="151370" y="381099"/>
                  </a:lnTo>
                  <a:lnTo>
                    <a:pt x="151092" y="380501"/>
                  </a:lnTo>
                  <a:lnTo>
                    <a:pt x="151053" y="380308"/>
                  </a:lnTo>
                  <a:lnTo>
                    <a:pt x="150946" y="380148"/>
                  </a:lnTo>
                  <a:lnTo>
                    <a:pt x="150308" y="380024"/>
                  </a:lnTo>
                  <a:lnTo>
                    <a:pt x="150027" y="380040"/>
                  </a:lnTo>
                  <a:lnTo>
                    <a:pt x="149657" y="380658"/>
                  </a:lnTo>
                  <a:lnTo>
                    <a:pt x="149380" y="380867"/>
                  </a:lnTo>
                  <a:lnTo>
                    <a:pt x="149162" y="380965"/>
                  </a:lnTo>
                  <a:lnTo>
                    <a:pt x="148302" y="380590"/>
                  </a:lnTo>
                  <a:lnTo>
                    <a:pt x="148172" y="380588"/>
                  </a:lnTo>
                  <a:lnTo>
                    <a:pt x="147986" y="380564"/>
                  </a:lnTo>
                  <a:lnTo>
                    <a:pt x="147858" y="380520"/>
                  </a:lnTo>
                  <a:lnTo>
                    <a:pt x="147658" y="380445"/>
                  </a:lnTo>
                  <a:lnTo>
                    <a:pt x="147515" y="380147"/>
                  </a:lnTo>
                  <a:lnTo>
                    <a:pt x="147251" y="380168"/>
                  </a:lnTo>
                  <a:lnTo>
                    <a:pt x="146883" y="379780"/>
                  </a:lnTo>
                  <a:lnTo>
                    <a:pt x="146701" y="379753"/>
                  </a:lnTo>
                  <a:lnTo>
                    <a:pt x="146401" y="379725"/>
                  </a:lnTo>
                  <a:lnTo>
                    <a:pt x="145971" y="379690"/>
                  </a:lnTo>
                  <a:lnTo>
                    <a:pt x="145804" y="379658"/>
                  </a:lnTo>
                  <a:lnTo>
                    <a:pt x="145657" y="379593"/>
                  </a:lnTo>
                  <a:lnTo>
                    <a:pt x="145612" y="379447"/>
                  </a:lnTo>
                  <a:lnTo>
                    <a:pt x="145317" y="379268"/>
                  </a:lnTo>
                  <a:lnTo>
                    <a:pt x="145109" y="379246"/>
                  </a:lnTo>
                  <a:lnTo>
                    <a:pt x="144907" y="379356"/>
                  </a:lnTo>
                  <a:lnTo>
                    <a:pt x="144513" y="379416"/>
                  </a:lnTo>
                  <a:lnTo>
                    <a:pt x="144245" y="379276"/>
                  </a:lnTo>
                  <a:lnTo>
                    <a:pt x="143992" y="379353"/>
                  </a:lnTo>
                  <a:lnTo>
                    <a:pt x="143942" y="379507"/>
                  </a:lnTo>
                  <a:lnTo>
                    <a:pt x="143858" y="379749"/>
                  </a:lnTo>
                  <a:lnTo>
                    <a:pt x="143690" y="379930"/>
                  </a:lnTo>
                  <a:lnTo>
                    <a:pt x="143289" y="379783"/>
                  </a:lnTo>
                  <a:lnTo>
                    <a:pt x="143110" y="379703"/>
                  </a:lnTo>
                  <a:lnTo>
                    <a:pt x="142889" y="379581"/>
                  </a:lnTo>
                  <a:lnTo>
                    <a:pt x="142661" y="379418"/>
                  </a:lnTo>
                  <a:lnTo>
                    <a:pt x="142273" y="379078"/>
                  </a:lnTo>
                  <a:lnTo>
                    <a:pt x="142158" y="378772"/>
                  </a:lnTo>
                  <a:lnTo>
                    <a:pt x="141899" y="378711"/>
                  </a:lnTo>
                  <a:lnTo>
                    <a:pt x="141709" y="378758"/>
                  </a:lnTo>
                  <a:lnTo>
                    <a:pt x="141518" y="378691"/>
                  </a:lnTo>
                  <a:lnTo>
                    <a:pt x="141455" y="378397"/>
                  </a:lnTo>
                  <a:lnTo>
                    <a:pt x="141226" y="378428"/>
                  </a:lnTo>
                  <a:lnTo>
                    <a:pt x="141082" y="378395"/>
                  </a:lnTo>
                  <a:lnTo>
                    <a:pt x="140468" y="377977"/>
                  </a:lnTo>
                  <a:lnTo>
                    <a:pt x="140261" y="377939"/>
                  </a:lnTo>
                  <a:lnTo>
                    <a:pt x="139800" y="377515"/>
                  </a:lnTo>
                  <a:lnTo>
                    <a:pt x="139459" y="377490"/>
                  </a:lnTo>
                  <a:lnTo>
                    <a:pt x="138667" y="376809"/>
                  </a:lnTo>
                  <a:lnTo>
                    <a:pt x="138005" y="375646"/>
                  </a:lnTo>
                  <a:lnTo>
                    <a:pt x="137857" y="375455"/>
                  </a:lnTo>
                  <a:lnTo>
                    <a:pt x="137706" y="375251"/>
                  </a:lnTo>
                  <a:lnTo>
                    <a:pt x="137093" y="374754"/>
                  </a:lnTo>
                  <a:lnTo>
                    <a:pt x="136754" y="374811"/>
                  </a:lnTo>
                  <a:lnTo>
                    <a:pt x="136483" y="374894"/>
                  </a:lnTo>
                  <a:lnTo>
                    <a:pt x="135390" y="374386"/>
                  </a:lnTo>
                  <a:lnTo>
                    <a:pt x="135383" y="374253"/>
                  </a:lnTo>
                  <a:lnTo>
                    <a:pt x="135113" y="373365"/>
                  </a:lnTo>
                  <a:lnTo>
                    <a:pt x="135025" y="372995"/>
                  </a:lnTo>
                  <a:lnTo>
                    <a:pt x="134890" y="372401"/>
                  </a:lnTo>
                  <a:lnTo>
                    <a:pt x="134215" y="371986"/>
                  </a:lnTo>
                  <a:lnTo>
                    <a:pt x="134043" y="372058"/>
                  </a:lnTo>
                  <a:lnTo>
                    <a:pt x="133866" y="372117"/>
                  </a:lnTo>
                  <a:lnTo>
                    <a:pt x="133697" y="372120"/>
                  </a:lnTo>
                  <a:lnTo>
                    <a:pt x="133065" y="371909"/>
                  </a:lnTo>
                  <a:lnTo>
                    <a:pt x="132920" y="371916"/>
                  </a:lnTo>
                  <a:lnTo>
                    <a:pt x="132524" y="371897"/>
                  </a:lnTo>
                  <a:lnTo>
                    <a:pt x="132156" y="371439"/>
                  </a:lnTo>
                  <a:lnTo>
                    <a:pt x="130827" y="371126"/>
                  </a:lnTo>
                  <a:lnTo>
                    <a:pt x="130451" y="370705"/>
                  </a:lnTo>
                  <a:lnTo>
                    <a:pt x="129474" y="370113"/>
                  </a:lnTo>
                  <a:lnTo>
                    <a:pt x="127573" y="371401"/>
                  </a:lnTo>
                  <a:lnTo>
                    <a:pt x="127215" y="371773"/>
                  </a:lnTo>
                  <a:lnTo>
                    <a:pt x="127055" y="371969"/>
                  </a:lnTo>
                  <a:lnTo>
                    <a:pt x="126741" y="372281"/>
                  </a:lnTo>
                  <a:lnTo>
                    <a:pt x="126233" y="372578"/>
                  </a:lnTo>
                  <a:lnTo>
                    <a:pt x="126082" y="372603"/>
                  </a:lnTo>
                  <a:lnTo>
                    <a:pt x="125804" y="372542"/>
                  </a:lnTo>
                  <a:lnTo>
                    <a:pt x="125546" y="372440"/>
                  </a:lnTo>
                  <a:lnTo>
                    <a:pt x="125327" y="372402"/>
                  </a:lnTo>
                  <a:lnTo>
                    <a:pt x="125065" y="372500"/>
                  </a:lnTo>
                  <a:lnTo>
                    <a:pt x="124732" y="372770"/>
                  </a:lnTo>
                  <a:lnTo>
                    <a:pt x="124588" y="373202"/>
                  </a:lnTo>
                  <a:lnTo>
                    <a:pt x="123994" y="373416"/>
                  </a:lnTo>
                  <a:lnTo>
                    <a:pt x="123668" y="373653"/>
                  </a:lnTo>
                  <a:lnTo>
                    <a:pt x="123271" y="373738"/>
                  </a:lnTo>
                  <a:lnTo>
                    <a:pt x="123020" y="374127"/>
                  </a:lnTo>
                  <a:lnTo>
                    <a:pt x="122858" y="374230"/>
                  </a:lnTo>
                  <a:lnTo>
                    <a:pt x="122526" y="374539"/>
                  </a:lnTo>
                  <a:lnTo>
                    <a:pt x="122135" y="374442"/>
                  </a:lnTo>
                  <a:lnTo>
                    <a:pt x="122146" y="374275"/>
                  </a:lnTo>
                  <a:lnTo>
                    <a:pt x="121944" y="373760"/>
                  </a:lnTo>
                  <a:lnTo>
                    <a:pt x="121662" y="373659"/>
                  </a:lnTo>
                  <a:lnTo>
                    <a:pt x="121418" y="373720"/>
                  </a:lnTo>
                  <a:lnTo>
                    <a:pt x="121175" y="373981"/>
                  </a:lnTo>
                  <a:lnTo>
                    <a:pt x="120987" y="374241"/>
                  </a:lnTo>
                  <a:lnTo>
                    <a:pt x="120698" y="374395"/>
                  </a:lnTo>
                  <a:lnTo>
                    <a:pt x="120515" y="374471"/>
                  </a:lnTo>
                  <a:lnTo>
                    <a:pt x="120375" y="374569"/>
                  </a:lnTo>
                  <a:lnTo>
                    <a:pt x="120005" y="374602"/>
                  </a:lnTo>
                  <a:lnTo>
                    <a:pt x="119405" y="374008"/>
                  </a:lnTo>
                  <a:lnTo>
                    <a:pt x="118831" y="373870"/>
                  </a:lnTo>
                  <a:lnTo>
                    <a:pt x="117929" y="374111"/>
                  </a:lnTo>
                  <a:lnTo>
                    <a:pt x="117129" y="374137"/>
                  </a:lnTo>
                  <a:lnTo>
                    <a:pt x="116555" y="373732"/>
                  </a:lnTo>
                  <a:lnTo>
                    <a:pt x="116187" y="373793"/>
                  </a:lnTo>
                  <a:lnTo>
                    <a:pt x="115761" y="373959"/>
                  </a:lnTo>
                  <a:lnTo>
                    <a:pt x="115293" y="373604"/>
                  </a:lnTo>
                  <a:lnTo>
                    <a:pt x="114289" y="373770"/>
                  </a:lnTo>
                  <a:lnTo>
                    <a:pt x="114111" y="373828"/>
                  </a:lnTo>
                  <a:lnTo>
                    <a:pt x="113153" y="374466"/>
                  </a:lnTo>
                  <a:lnTo>
                    <a:pt x="112957" y="374447"/>
                  </a:lnTo>
                  <a:lnTo>
                    <a:pt x="112454" y="373762"/>
                  </a:lnTo>
                  <a:lnTo>
                    <a:pt x="111949" y="373500"/>
                  </a:lnTo>
                  <a:lnTo>
                    <a:pt x="111346" y="372988"/>
                  </a:lnTo>
                  <a:lnTo>
                    <a:pt x="110893" y="373184"/>
                  </a:lnTo>
                  <a:lnTo>
                    <a:pt x="110764" y="373205"/>
                  </a:lnTo>
                  <a:lnTo>
                    <a:pt x="110145" y="372374"/>
                  </a:lnTo>
                  <a:lnTo>
                    <a:pt x="110178" y="371859"/>
                  </a:lnTo>
                  <a:lnTo>
                    <a:pt x="109980" y="371470"/>
                  </a:lnTo>
                  <a:lnTo>
                    <a:pt x="110003" y="371191"/>
                  </a:lnTo>
                  <a:lnTo>
                    <a:pt x="109504" y="370964"/>
                  </a:lnTo>
                  <a:lnTo>
                    <a:pt x="109359" y="370927"/>
                  </a:lnTo>
                  <a:lnTo>
                    <a:pt x="109097" y="370530"/>
                  </a:lnTo>
                  <a:lnTo>
                    <a:pt x="108812" y="370447"/>
                  </a:lnTo>
                  <a:lnTo>
                    <a:pt x="108299" y="370344"/>
                  </a:lnTo>
                  <a:lnTo>
                    <a:pt x="107928" y="370215"/>
                  </a:lnTo>
                  <a:lnTo>
                    <a:pt x="107790" y="369959"/>
                  </a:lnTo>
                  <a:lnTo>
                    <a:pt x="107637" y="369636"/>
                  </a:lnTo>
                  <a:lnTo>
                    <a:pt x="107368" y="369359"/>
                  </a:lnTo>
                  <a:lnTo>
                    <a:pt x="106618" y="369339"/>
                  </a:lnTo>
                  <a:lnTo>
                    <a:pt x="106428" y="369417"/>
                  </a:lnTo>
                  <a:lnTo>
                    <a:pt x="106042" y="369633"/>
                  </a:lnTo>
                  <a:lnTo>
                    <a:pt x="105378" y="369855"/>
                  </a:lnTo>
                  <a:lnTo>
                    <a:pt x="104869" y="369487"/>
                  </a:lnTo>
                  <a:lnTo>
                    <a:pt x="104688" y="369371"/>
                  </a:lnTo>
                  <a:lnTo>
                    <a:pt x="104071" y="369401"/>
                  </a:lnTo>
                  <a:lnTo>
                    <a:pt x="103696" y="369330"/>
                  </a:lnTo>
                  <a:lnTo>
                    <a:pt x="102995" y="368996"/>
                  </a:lnTo>
                  <a:lnTo>
                    <a:pt x="102811" y="368959"/>
                  </a:lnTo>
                  <a:lnTo>
                    <a:pt x="102373" y="368859"/>
                  </a:lnTo>
                  <a:lnTo>
                    <a:pt x="102165" y="368919"/>
                  </a:lnTo>
                  <a:lnTo>
                    <a:pt x="101783" y="368761"/>
                  </a:lnTo>
                  <a:lnTo>
                    <a:pt x="101359" y="368621"/>
                  </a:lnTo>
                  <a:lnTo>
                    <a:pt x="100938" y="368673"/>
                  </a:lnTo>
                  <a:lnTo>
                    <a:pt x="100748" y="368741"/>
                  </a:lnTo>
                  <a:lnTo>
                    <a:pt x="100435" y="368758"/>
                  </a:lnTo>
                  <a:lnTo>
                    <a:pt x="99986" y="368857"/>
                  </a:lnTo>
                  <a:lnTo>
                    <a:pt x="99742" y="369024"/>
                  </a:lnTo>
                  <a:lnTo>
                    <a:pt x="99045" y="369064"/>
                  </a:lnTo>
                  <a:lnTo>
                    <a:pt x="98558" y="369394"/>
                  </a:lnTo>
                  <a:lnTo>
                    <a:pt x="97975" y="369732"/>
                  </a:lnTo>
                  <a:lnTo>
                    <a:pt x="97538" y="370070"/>
                  </a:lnTo>
                  <a:lnTo>
                    <a:pt x="97235" y="370262"/>
                  </a:lnTo>
                  <a:lnTo>
                    <a:pt x="96999" y="370331"/>
                  </a:lnTo>
                  <a:lnTo>
                    <a:pt x="96765" y="370313"/>
                  </a:lnTo>
                  <a:lnTo>
                    <a:pt x="96486" y="370347"/>
                  </a:lnTo>
                  <a:lnTo>
                    <a:pt x="96024" y="370339"/>
                  </a:lnTo>
                  <a:lnTo>
                    <a:pt x="95723" y="370432"/>
                  </a:lnTo>
                  <a:lnTo>
                    <a:pt x="95512" y="370446"/>
                  </a:lnTo>
                  <a:lnTo>
                    <a:pt x="95356" y="370570"/>
                  </a:lnTo>
                  <a:lnTo>
                    <a:pt x="95093" y="370545"/>
                  </a:lnTo>
                  <a:lnTo>
                    <a:pt x="94386" y="370504"/>
                  </a:lnTo>
                  <a:lnTo>
                    <a:pt x="94056" y="370637"/>
                  </a:lnTo>
                  <a:lnTo>
                    <a:pt x="93793" y="370629"/>
                  </a:lnTo>
                  <a:lnTo>
                    <a:pt x="93625" y="370564"/>
                  </a:lnTo>
                  <a:lnTo>
                    <a:pt x="93319" y="370598"/>
                  </a:lnTo>
                  <a:lnTo>
                    <a:pt x="93118" y="370638"/>
                  </a:lnTo>
                  <a:lnTo>
                    <a:pt x="92867" y="370591"/>
                  </a:lnTo>
                  <a:lnTo>
                    <a:pt x="92406" y="370555"/>
                  </a:lnTo>
                  <a:lnTo>
                    <a:pt x="92087" y="370434"/>
                  </a:lnTo>
                  <a:lnTo>
                    <a:pt x="91660" y="370525"/>
                  </a:lnTo>
                  <a:lnTo>
                    <a:pt x="91506" y="370514"/>
                  </a:lnTo>
                  <a:lnTo>
                    <a:pt x="91223" y="370526"/>
                  </a:lnTo>
                  <a:lnTo>
                    <a:pt x="90823" y="370640"/>
                  </a:lnTo>
                  <a:lnTo>
                    <a:pt x="90150" y="370512"/>
                  </a:lnTo>
                  <a:lnTo>
                    <a:pt x="89873" y="370569"/>
                  </a:lnTo>
                  <a:lnTo>
                    <a:pt x="89376" y="370634"/>
                  </a:lnTo>
                  <a:lnTo>
                    <a:pt x="88941" y="370735"/>
                  </a:lnTo>
                  <a:lnTo>
                    <a:pt x="88802" y="370769"/>
                  </a:lnTo>
                  <a:lnTo>
                    <a:pt x="88389" y="370978"/>
                  </a:lnTo>
                  <a:lnTo>
                    <a:pt x="88198" y="371023"/>
                  </a:lnTo>
                  <a:lnTo>
                    <a:pt x="88023" y="371033"/>
                  </a:lnTo>
                  <a:lnTo>
                    <a:pt x="87508" y="371227"/>
                  </a:lnTo>
                  <a:lnTo>
                    <a:pt x="86795" y="371261"/>
                  </a:lnTo>
                  <a:lnTo>
                    <a:pt x="86447" y="371356"/>
                  </a:lnTo>
                  <a:lnTo>
                    <a:pt x="86277" y="371595"/>
                  </a:lnTo>
                  <a:lnTo>
                    <a:pt x="85883" y="371811"/>
                  </a:lnTo>
                  <a:lnTo>
                    <a:pt x="85714" y="371951"/>
                  </a:lnTo>
                  <a:lnTo>
                    <a:pt x="79768" y="357789"/>
                  </a:lnTo>
                  <a:lnTo>
                    <a:pt x="79675" y="357556"/>
                  </a:lnTo>
                  <a:lnTo>
                    <a:pt x="79426" y="356919"/>
                  </a:lnTo>
                  <a:lnTo>
                    <a:pt x="79270" y="356527"/>
                  </a:lnTo>
                  <a:lnTo>
                    <a:pt x="78314" y="354105"/>
                  </a:lnTo>
                  <a:lnTo>
                    <a:pt x="78077" y="354130"/>
                  </a:lnTo>
                  <a:lnTo>
                    <a:pt x="77798" y="354214"/>
                  </a:lnTo>
                  <a:lnTo>
                    <a:pt x="77515" y="354316"/>
                  </a:lnTo>
                  <a:lnTo>
                    <a:pt x="77341" y="354365"/>
                  </a:lnTo>
                  <a:lnTo>
                    <a:pt x="76904" y="354461"/>
                  </a:lnTo>
                  <a:lnTo>
                    <a:pt x="76689" y="354499"/>
                  </a:lnTo>
                  <a:lnTo>
                    <a:pt x="75473" y="354354"/>
                  </a:lnTo>
                  <a:lnTo>
                    <a:pt x="75209" y="354366"/>
                  </a:lnTo>
                  <a:lnTo>
                    <a:pt x="75037" y="354341"/>
                  </a:lnTo>
                  <a:lnTo>
                    <a:pt x="74599" y="354199"/>
                  </a:lnTo>
                  <a:lnTo>
                    <a:pt x="74360" y="354250"/>
                  </a:lnTo>
                  <a:lnTo>
                    <a:pt x="73742" y="354330"/>
                  </a:lnTo>
                  <a:lnTo>
                    <a:pt x="68569" y="354985"/>
                  </a:lnTo>
                  <a:lnTo>
                    <a:pt x="67285" y="355149"/>
                  </a:lnTo>
                  <a:lnTo>
                    <a:pt x="64749" y="355473"/>
                  </a:lnTo>
                  <a:lnTo>
                    <a:pt x="63771" y="355607"/>
                  </a:lnTo>
                  <a:lnTo>
                    <a:pt x="63482" y="355647"/>
                  </a:lnTo>
                  <a:lnTo>
                    <a:pt x="63118" y="355701"/>
                  </a:lnTo>
                  <a:lnTo>
                    <a:pt x="62834" y="355843"/>
                  </a:lnTo>
                  <a:lnTo>
                    <a:pt x="62691" y="355957"/>
                  </a:lnTo>
                  <a:lnTo>
                    <a:pt x="62097" y="356177"/>
                  </a:lnTo>
                  <a:lnTo>
                    <a:pt x="61703" y="356203"/>
                  </a:lnTo>
                  <a:lnTo>
                    <a:pt x="60702" y="355977"/>
                  </a:lnTo>
                  <a:lnTo>
                    <a:pt x="60245" y="355852"/>
                  </a:lnTo>
                  <a:lnTo>
                    <a:pt x="59740" y="355846"/>
                  </a:lnTo>
                  <a:lnTo>
                    <a:pt x="59539" y="355904"/>
                  </a:lnTo>
                  <a:lnTo>
                    <a:pt x="59348" y="355919"/>
                  </a:lnTo>
                  <a:lnTo>
                    <a:pt x="59196" y="355910"/>
                  </a:lnTo>
                  <a:lnTo>
                    <a:pt x="59020" y="355866"/>
                  </a:lnTo>
                  <a:lnTo>
                    <a:pt x="58651" y="355732"/>
                  </a:lnTo>
                  <a:lnTo>
                    <a:pt x="58280" y="355563"/>
                  </a:lnTo>
                  <a:lnTo>
                    <a:pt x="58028" y="355434"/>
                  </a:lnTo>
                  <a:lnTo>
                    <a:pt x="57744" y="355296"/>
                  </a:lnTo>
                  <a:lnTo>
                    <a:pt x="57460" y="355157"/>
                  </a:lnTo>
                  <a:lnTo>
                    <a:pt x="56894" y="354884"/>
                  </a:lnTo>
                  <a:lnTo>
                    <a:pt x="56613" y="354748"/>
                  </a:lnTo>
                  <a:lnTo>
                    <a:pt x="56273" y="354578"/>
                  </a:lnTo>
                  <a:lnTo>
                    <a:pt x="55971" y="354216"/>
                  </a:lnTo>
                  <a:lnTo>
                    <a:pt x="55113" y="353216"/>
                  </a:lnTo>
                  <a:lnTo>
                    <a:pt x="54984" y="352783"/>
                  </a:lnTo>
                  <a:lnTo>
                    <a:pt x="54921" y="352596"/>
                  </a:lnTo>
                  <a:lnTo>
                    <a:pt x="54589" y="352105"/>
                  </a:lnTo>
                  <a:lnTo>
                    <a:pt x="54732" y="351833"/>
                  </a:lnTo>
                  <a:lnTo>
                    <a:pt x="54935" y="351590"/>
                  </a:lnTo>
                  <a:lnTo>
                    <a:pt x="55234" y="351521"/>
                  </a:lnTo>
                  <a:lnTo>
                    <a:pt x="55520" y="351505"/>
                  </a:lnTo>
                  <a:lnTo>
                    <a:pt x="56092" y="351474"/>
                  </a:lnTo>
                  <a:lnTo>
                    <a:pt x="56377" y="351457"/>
                  </a:lnTo>
                  <a:lnTo>
                    <a:pt x="56663" y="351440"/>
                  </a:lnTo>
                  <a:lnTo>
                    <a:pt x="56949" y="351424"/>
                  </a:lnTo>
                  <a:lnTo>
                    <a:pt x="57235" y="351408"/>
                  </a:lnTo>
                  <a:lnTo>
                    <a:pt x="57807" y="351375"/>
                  </a:lnTo>
                  <a:lnTo>
                    <a:pt x="58669" y="351327"/>
                  </a:lnTo>
                  <a:lnTo>
                    <a:pt x="58958" y="351311"/>
                  </a:lnTo>
                  <a:lnTo>
                    <a:pt x="59248" y="351295"/>
                  </a:lnTo>
                  <a:lnTo>
                    <a:pt x="59533" y="351285"/>
                  </a:lnTo>
                  <a:lnTo>
                    <a:pt x="59541" y="350951"/>
                  </a:lnTo>
                  <a:lnTo>
                    <a:pt x="59543" y="350654"/>
                  </a:lnTo>
                  <a:lnTo>
                    <a:pt x="59545" y="350260"/>
                  </a:lnTo>
                  <a:lnTo>
                    <a:pt x="59547" y="350063"/>
                  </a:lnTo>
                  <a:lnTo>
                    <a:pt x="59549" y="349670"/>
                  </a:lnTo>
                  <a:lnTo>
                    <a:pt x="59553" y="349470"/>
                  </a:lnTo>
                  <a:lnTo>
                    <a:pt x="58586" y="349470"/>
                  </a:lnTo>
                  <a:lnTo>
                    <a:pt x="57736" y="349472"/>
                  </a:lnTo>
                  <a:lnTo>
                    <a:pt x="57606" y="349473"/>
                  </a:lnTo>
                  <a:lnTo>
                    <a:pt x="57413" y="349344"/>
                  </a:lnTo>
                  <a:lnTo>
                    <a:pt x="57149" y="349174"/>
                  </a:lnTo>
                  <a:lnTo>
                    <a:pt x="56869" y="349012"/>
                  </a:lnTo>
                  <a:lnTo>
                    <a:pt x="56291" y="348680"/>
                  </a:lnTo>
                  <a:lnTo>
                    <a:pt x="56019" y="348526"/>
                  </a:lnTo>
                  <a:lnTo>
                    <a:pt x="55735" y="348362"/>
                  </a:lnTo>
                  <a:lnTo>
                    <a:pt x="55164" y="348030"/>
                  </a:lnTo>
                  <a:lnTo>
                    <a:pt x="54748" y="347789"/>
                  </a:lnTo>
                  <a:lnTo>
                    <a:pt x="54448" y="347618"/>
                  </a:lnTo>
                  <a:lnTo>
                    <a:pt x="54272" y="347522"/>
                  </a:lnTo>
                  <a:lnTo>
                    <a:pt x="54023" y="347313"/>
                  </a:lnTo>
                  <a:lnTo>
                    <a:pt x="53606" y="347010"/>
                  </a:lnTo>
                  <a:lnTo>
                    <a:pt x="53345" y="347031"/>
                  </a:lnTo>
                  <a:lnTo>
                    <a:pt x="52773" y="347051"/>
                  </a:lnTo>
                  <a:lnTo>
                    <a:pt x="51824" y="347078"/>
                  </a:lnTo>
                  <a:lnTo>
                    <a:pt x="47596" y="347205"/>
                  </a:lnTo>
                  <a:lnTo>
                    <a:pt x="45609" y="347266"/>
                  </a:lnTo>
                  <a:lnTo>
                    <a:pt x="45139" y="347281"/>
                  </a:lnTo>
                  <a:lnTo>
                    <a:pt x="44928" y="347287"/>
                  </a:lnTo>
                  <a:lnTo>
                    <a:pt x="44510" y="347240"/>
                  </a:lnTo>
                  <a:lnTo>
                    <a:pt x="44033" y="347277"/>
                  </a:lnTo>
                  <a:lnTo>
                    <a:pt x="43711" y="347314"/>
                  </a:lnTo>
                  <a:lnTo>
                    <a:pt x="43334" y="347343"/>
                  </a:lnTo>
                  <a:lnTo>
                    <a:pt x="41935" y="347488"/>
                  </a:lnTo>
                  <a:lnTo>
                    <a:pt x="40697" y="347618"/>
                  </a:lnTo>
                  <a:lnTo>
                    <a:pt x="40160" y="347676"/>
                  </a:lnTo>
                  <a:lnTo>
                    <a:pt x="39635" y="347732"/>
                  </a:lnTo>
                  <a:lnTo>
                    <a:pt x="38987" y="347801"/>
                  </a:lnTo>
                  <a:lnTo>
                    <a:pt x="38518" y="347851"/>
                  </a:lnTo>
                  <a:lnTo>
                    <a:pt x="38132" y="347916"/>
                  </a:lnTo>
                  <a:lnTo>
                    <a:pt x="37947" y="347986"/>
                  </a:lnTo>
                  <a:lnTo>
                    <a:pt x="37810" y="348039"/>
                  </a:lnTo>
                  <a:lnTo>
                    <a:pt x="37599" y="348121"/>
                  </a:lnTo>
                  <a:lnTo>
                    <a:pt x="37294" y="348238"/>
                  </a:lnTo>
                  <a:lnTo>
                    <a:pt x="37088" y="348307"/>
                  </a:lnTo>
                  <a:lnTo>
                    <a:pt x="36892" y="348313"/>
                  </a:lnTo>
                  <a:lnTo>
                    <a:pt x="36294" y="348320"/>
                  </a:lnTo>
                  <a:lnTo>
                    <a:pt x="35946" y="348208"/>
                  </a:lnTo>
                  <a:lnTo>
                    <a:pt x="35728" y="348012"/>
                  </a:lnTo>
                  <a:lnTo>
                    <a:pt x="35489" y="347800"/>
                  </a:lnTo>
                  <a:lnTo>
                    <a:pt x="35295" y="347705"/>
                  </a:lnTo>
                  <a:lnTo>
                    <a:pt x="34483" y="347371"/>
                  </a:lnTo>
                  <a:lnTo>
                    <a:pt x="34061" y="347418"/>
                  </a:lnTo>
                  <a:lnTo>
                    <a:pt x="33384" y="347363"/>
                  </a:lnTo>
                  <a:lnTo>
                    <a:pt x="32701" y="347210"/>
                  </a:lnTo>
                  <a:lnTo>
                    <a:pt x="32539" y="347129"/>
                  </a:lnTo>
                  <a:lnTo>
                    <a:pt x="32395" y="347015"/>
                  </a:lnTo>
                  <a:lnTo>
                    <a:pt x="32528" y="346766"/>
                  </a:lnTo>
                  <a:lnTo>
                    <a:pt x="32774" y="344736"/>
                  </a:lnTo>
                  <a:lnTo>
                    <a:pt x="32880" y="343645"/>
                  </a:lnTo>
                  <a:lnTo>
                    <a:pt x="32993" y="342294"/>
                  </a:lnTo>
                  <a:lnTo>
                    <a:pt x="32950" y="341581"/>
                  </a:lnTo>
                  <a:lnTo>
                    <a:pt x="32847" y="341198"/>
                  </a:lnTo>
                  <a:lnTo>
                    <a:pt x="32519" y="340824"/>
                  </a:lnTo>
                  <a:lnTo>
                    <a:pt x="32325" y="340738"/>
                  </a:lnTo>
                  <a:lnTo>
                    <a:pt x="31780" y="339707"/>
                  </a:lnTo>
                  <a:lnTo>
                    <a:pt x="30811" y="339165"/>
                  </a:lnTo>
                  <a:lnTo>
                    <a:pt x="30348" y="338609"/>
                  </a:lnTo>
                  <a:lnTo>
                    <a:pt x="30562" y="338050"/>
                  </a:lnTo>
                  <a:lnTo>
                    <a:pt x="30503" y="337612"/>
                  </a:lnTo>
                  <a:lnTo>
                    <a:pt x="30613" y="337208"/>
                  </a:lnTo>
                  <a:lnTo>
                    <a:pt x="30715" y="336927"/>
                  </a:lnTo>
                  <a:lnTo>
                    <a:pt x="30735" y="336386"/>
                  </a:lnTo>
                  <a:lnTo>
                    <a:pt x="30352" y="336036"/>
                  </a:lnTo>
                  <a:lnTo>
                    <a:pt x="30082" y="335873"/>
                  </a:lnTo>
                  <a:lnTo>
                    <a:pt x="29862" y="335817"/>
                  </a:lnTo>
                  <a:lnTo>
                    <a:pt x="29499" y="335864"/>
                  </a:lnTo>
                  <a:lnTo>
                    <a:pt x="29011" y="336289"/>
                  </a:lnTo>
                  <a:lnTo>
                    <a:pt x="28754" y="336340"/>
                  </a:lnTo>
                  <a:lnTo>
                    <a:pt x="28405" y="336580"/>
                  </a:lnTo>
                  <a:lnTo>
                    <a:pt x="28272" y="336732"/>
                  </a:lnTo>
                  <a:lnTo>
                    <a:pt x="28109" y="336931"/>
                  </a:lnTo>
                  <a:lnTo>
                    <a:pt x="27949" y="337081"/>
                  </a:lnTo>
                  <a:lnTo>
                    <a:pt x="27820" y="337069"/>
                  </a:lnTo>
                  <a:lnTo>
                    <a:pt x="26749" y="337147"/>
                  </a:lnTo>
                  <a:lnTo>
                    <a:pt x="26280" y="337141"/>
                  </a:lnTo>
                  <a:lnTo>
                    <a:pt x="25817" y="337027"/>
                  </a:lnTo>
                  <a:lnTo>
                    <a:pt x="25350" y="337024"/>
                  </a:lnTo>
                  <a:lnTo>
                    <a:pt x="24905" y="337211"/>
                  </a:lnTo>
                  <a:lnTo>
                    <a:pt x="24368" y="337293"/>
                  </a:lnTo>
                  <a:lnTo>
                    <a:pt x="24021" y="336672"/>
                  </a:lnTo>
                  <a:lnTo>
                    <a:pt x="23897" y="336418"/>
                  </a:lnTo>
                  <a:lnTo>
                    <a:pt x="23346" y="336298"/>
                  </a:lnTo>
                  <a:lnTo>
                    <a:pt x="22963" y="336339"/>
                  </a:lnTo>
                  <a:lnTo>
                    <a:pt x="22630" y="336355"/>
                  </a:lnTo>
                  <a:lnTo>
                    <a:pt x="20982" y="336886"/>
                  </a:lnTo>
                  <a:lnTo>
                    <a:pt x="20764" y="337074"/>
                  </a:lnTo>
                  <a:lnTo>
                    <a:pt x="20505" y="337274"/>
                  </a:lnTo>
                  <a:lnTo>
                    <a:pt x="20404" y="337470"/>
                  </a:lnTo>
                  <a:lnTo>
                    <a:pt x="20237" y="337603"/>
                  </a:lnTo>
                  <a:lnTo>
                    <a:pt x="20048" y="337556"/>
                  </a:lnTo>
                  <a:lnTo>
                    <a:pt x="19751" y="337525"/>
                  </a:lnTo>
                  <a:lnTo>
                    <a:pt x="19167" y="337443"/>
                  </a:lnTo>
                  <a:lnTo>
                    <a:pt x="18605" y="337765"/>
                  </a:lnTo>
                  <a:lnTo>
                    <a:pt x="17652" y="337650"/>
                  </a:lnTo>
                  <a:lnTo>
                    <a:pt x="17374" y="337567"/>
                  </a:lnTo>
                  <a:lnTo>
                    <a:pt x="17168" y="337566"/>
                  </a:lnTo>
                  <a:lnTo>
                    <a:pt x="16175" y="337988"/>
                  </a:lnTo>
                  <a:lnTo>
                    <a:pt x="15736" y="337999"/>
                  </a:lnTo>
                  <a:lnTo>
                    <a:pt x="14949" y="338354"/>
                  </a:lnTo>
                  <a:lnTo>
                    <a:pt x="14797" y="338322"/>
                  </a:lnTo>
                  <a:lnTo>
                    <a:pt x="13814" y="338481"/>
                  </a:lnTo>
                  <a:lnTo>
                    <a:pt x="13480" y="338670"/>
                  </a:lnTo>
                  <a:lnTo>
                    <a:pt x="12863" y="338533"/>
                  </a:lnTo>
                  <a:lnTo>
                    <a:pt x="12179" y="338836"/>
                  </a:lnTo>
                  <a:lnTo>
                    <a:pt x="11592" y="338589"/>
                  </a:lnTo>
                  <a:lnTo>
                    <a:pt x="11345" y="338675"/>
                  </a:lnTo>
                  <a:lnTo>
                    <a:pt x="10960" y="338768"/>
                  </a:lnTo>
                  <a:lnTo>
                    <a:pt x="10794" y="338792"/>
                  </a:lnTo>
                  <a:lnTo>
                    <a:pt x="10639" y="338822"/>
                  </a:lnTo>
                  <a:lnTo>
                    <a:pt x="10427" y="338899"/>
                  </a:lnTo>
                  <a:lnTo>
                    <a:pt x="10220" y="338906"/>
                  </a:lnTo>
                  <a:lnTo>
                    <a:pt x="9520" y="338904"/>
                  </a:lnTo>
                  <a:lnTo>
                    <a:pt x="8871" y="338984"/>
                  </a:lnTo>
                  <a:lnTo>
                    <a:pt x="8595" y="338848"/>
                  </a:lnTo>
                  <a:lnTo>
                    <a:pt x="8426" y="338876"/>
                  </a:lnTo>
                  <a:lnTo>
                    <a:pt x="7815" y="339258"/>
                  </a:lnTo>
                  <a:lnTo>
                    <a:pt x="7468" y="339222"/>
                  </a:lnTo>
                  <a:lnTo>
                    <a:pt x="7225" y="339148"/>
                  </a:lnTo>
                  <a:lnTo>
                    <a:pt x="6718" y="339158"/>
                  </a:lnTo>
                  <a:lnTo>
                    <a:pt x="5806" y="339246"/>
                  </a:lnTo>
                  <a:lnTo>
                    <a:pt x="5522" y="339554"/>
                  </a:lnTo>
                  <a:lnTo>
                    <a:pt x="5288" y="340083"/>
                  </a:lnTo>
                  <a:lnTo>
                    <a:pt x="4814" y="340513"/>
                  </a:lnTo>
                  <a:lnTo>
                    <a:pt x="4666" y="341234"/>
                  </a:lnTo>
                  <a:lnTo>
                    <a:pt x="4628" y="341376"/>
                  </a:lnTo>
                  <a:lnTo>
                    <a:pt x="4408" y="341836"/>
                  </a:lnTo>
                  <a:lnTo>
                    <a:pt x="3971" y="341789"/>
                  </a:lnTo>
                  <a:lnTo>
                    <a:pt x="3565" y="341659"/>
                  </a:lnTo>
                  <a:lnTo>
                    <a:pt x="3007" y="341901"/>
                  </a:lnTo>
                  <a:lnTo>
                    <a:pt x="2799" y="341986"/>
                  </a:lnTo>
                  <a:lnTo>
                    <a:pt x="2192" y="341573"/>
                  </a:lnTo>
                  <a:lnTo>
                    <a:pt x="2109" y="341393"/>
                  </a:lnTo>
                  <a:lnTo>
                    <a:pt x="1394" y="341176"/>
                  </a:lnTo>
                  <a:lnTo>
                    <a:pt x="1233" y="341160"/>
                  </a:lnTo>
                  <a:lnTo>
                    <a:pt x="999" y="341110"/>
                  </a:lnTo>
                  <a:lnTo>
                    <a:pt x="424" y="339925"/>
                  </a:lnTo>
                  <a:lnTo>
                    <a:pt x="731" y="339686"/>
                  </a:lnTo>
                  <a:lnTo>
                    <a:pt x="947" y="339486"/>
                  </a:lnTo>
                  <a:lnTo>
                    <a:pt x="484" y="338226"/>
                  </a:lnTo>
                  <a:lnTo>
                    <a:pt x="480" y="338021"/>
                  </a:lnTo>
                  <a:lnTo>
                    <a:pt x="424" y="337874"/>
                  </a:lnTo>
                  <a:lnTo>
                    <a:pt x="131" y="337413"/>
                  </a:lnTo>
                  <a:lnTo>
                    <a:pt x="89" y="337240"/>
                  </a:lnTo>
                  <a:lnTo>
                    <a:pt x="90" y="337005"/>
                  </a:lnTo>
                  <a:lnTo>
                    <a:pt x="137" y="336725"/>
                  </a:lnTo>
                  <a:lnTo>
                    <a:pt x="60" y="336384"/>
                  </a:lnTo>
                  <a:lnTo>
                    <a:pt x="3" y="335891"/>
                  </a:lnTo>
                  <a:lnTo>
                    <a:pt x="0" y="335718"/>
                  </a:lnTo>
                  <a:lnTo>
                    <a:pt x="11" y="335331"/>
                  </a:lnTo>
                  <a:lnTo>
                    <a:pt x="222" y="334809"/>
                  </a:lnTo>
                  <a:lnTo>
                    <a:pt x="128" y="334177"/>
                  </a:lnTo>
                  <a:lnTo>
                    <a:pt x="112" y="334013"/>
                  </a:lnTo>
                  <a:lnTo>
                    <a:pt x="47" y="333195"/>
                  </a:lnTo>
                  <a:lnTo>
                    <a:pt x="451" y="332944"/>
                  </a:lnTo>
                  <a:lnTo>
                    <a:pt x="723" y="332726"/>
                  </a:lnTo>
                  <a:lnTo>
                    <a:pt x="1309" y="332397"/>
                  </a:lnTo>
                  <a:lnTo>
                    <a:pt x="1553" y="332334"/>
                  </a:lnTo>
                  <a:lnTo>
                    <a:pt x="1877" y="331932"/>
                  </a:lnTo>
                  <a:lnTo>
                    <a:pt x="4473" y="329714"/>
                  </a:lnTo>
                  <a:lnTo>
                    <a:pt x="6896" y="327644"/>
                  </a:lnTo>
                  <a:lnTo>
                    <a:pt x="7141" y="327491"/>
                  </a:lnTo>
                  <a:lnTo>
                    <a:pt x="11116" y="321746"/>
                  </a:lnTo>
                  <a:lnTo>
                    <a:pt x="11525" y="321156"/>
                  </a:lnTo>
                  <a:lnTo>
                    <a:pt x="13366" y="314895"/>
                  </a:lnTo>
                  <a:lnTo>
                    <a:pt x="13474" y="314446"/>
                  </a:lnTo>
                  <a:lnTo>
                    <a:pt x="13977" y="312358"/>
                  </a:lnTo>
                  <a:lnTo>
                    <a:pt x="15014" y="308064"/>
                  </a:lnTo>
                  <a:lnTo>
                    <a:pt x="15236" y="307146"/>
                  </a:lnTo>
                  <a:lnTo>
                    <a:pt x="15595" y="305660"/>
                  </a:lnTo>
                  <a:lnTo>
                    <a:pt x="15815" y="304300"/>
                  </a:lnTo>
                  <a:lnTo>
                    <a:pt x="15860" y="304020"/>
                  </a:lnTo>
                  <a:lnTo>
                    <a:pt x="16590" y="299858"/>
                  </a:lnTo>
                  <a:lnTo>
                    <a:pt x="17563" y="293149"/>
                  </a:lnTo>
                  <a:lnTo>
                    <a:pt x="18812" y="291133"/>
                  </a:lnTo>
                  <a:lnTo>
                    <a:pt x="20350" y="288652"/>
                  </a:lnTo>
                  <a:lnTo>
                    <a:pt x="21827" y="286275"/>
                  </a:lnTo>
                  <a:lnTo>
                    <a:pt x="22355" y="282719"/>
                  </a:lnTo>
                  <a:lnTo>
                    <a:pt x="22395" y="281688"/>
                  </a:lnTo>
                  <a:lnTo>
                    <a:pt x="22635" y="275407"/>
                  </a:lnTo>
                  <a:lnTo>
                    <a:pt x="22658" y="274801"/>
                  </a:lnTo>
                  <a:lnTo>
                    <a:pt x="25508" y="274381"/>
                  </a:lnTo>
                  <a:lnTo>
                    <a:pt x="38479" y="272453"/>
                  </a:lnTo>
                  <a:lnTo>
                    <a:pt x="44753" y="271537"/>
                  </a:lnTo>
                  <a:lnTo>
                    <a:pt x="44942" y="271491"/>
                  </a:lnTo>
                  <a:lnTo>
                    <a:pt x="54761" y="270773"/>
                  </a:lnTo>
                  <a:lnTo>
                    <a:pt x="54832" y="270637"/>
                  </a:lnTo>
                  <a:lnTo>
                    <a:pt x="57092" y="265129"/>
                  </a:lnTo>
                  <a:lnTo>
                    <a:pt x="56661" y="261381"/>
                  </a:lnTo>
                  <a:lnTo>
                    <a:pt x="60460" y="256823"/>
                  </a:lnTo>
                  <a:lnTo>
                    <a:pt x="64048" y="251546"/>
                  </a:lnTo>
                  <a:lnTo>
                    <a:pt x="64410" y="251080"/>
                  </a:lnTo>
                  <a:lnTo>
                    <a:pt x="71098" y="244352"/>
                  </a:lnTo>
                  <a:lnTo>
                    <a:pt x="74848" y="241437"/>
                  </a:lnTo>
                  <a:lnTo>
                    <a:pt x="84619" y="233951"/>
                  </a:lnTo>
                  <a:lnTo>
                    <a:pt x="91219" y="232867"/>
                  </a:lnTo>
                  <a:lnTo>
                    <a:pt x="92947" y="232539"/>
                  </a:lnTo>
                  <a:lnTo>
                    <a:pt x="93910" y="231024"/>
                  </a:lnTo>
                  <a:lnTo>
                    <a:pt x="95254" y="228990"/>
                  </a:lnTo>
                  <a:lnTo>
                    <a:pt x="95835" y="228387"/>
                  </a:lnTo>
                  <a:lnTo>
                    <a:pt x="97276" y="226828"/>
                  </a:lnTo>
                  <a:lnTo>
                    <a:pt x="101389" y="224632"/>
                  </a:lnTo>
                  <a:lnTo>
                    <a:pt x="103021" y="224305"/>
                  </a:lnTo>
                  <a:lnTo>
                    <a:pt x="106849" y="222471"/>
                  </a:lnTo>
                  <a:lnTo>
                    <a:pt x="107908" y="222369"/>
                  </a:lnTo>
                  <a:lnTo>
                    <a:pt x="108138" y="222862"/>
                  </a:lnTo>
                  <a:lnTo>
                    <a:pt x="108530" y="223258"/>
                  </a:lnTo>
                  <a:lnTo>
                    <a:pt x="108770" y="223461"/>
                  </a:lnTo>
                  <a:lnTo>
                    <a:pt x="109218" y="224037"/>
                  </a:lnTo>
                  <a:lnTo>
                    <a:pt x="109571" y="224243"/>
                  </a:lnTo>
                  <a:lnTo>
                    <a:pt x="110198" y="224774"/>
                  </a:lnTo>
                  <a:lnTo>
                    <a:pt x="110199" y="224908"/>
                  </a:lnTo>
                  <a:lnTo>
                    <a:pt x="110153" y="225105"/>
                  </a:lnTo>
                  <a:lnTo>
                    <a:pt x="109974" y="225474"/>
                  </a:lnTo>
                  <a:lnTo>
                    <a:pt x="110080" y="225748"/>
                  </a:lnTo>
                  <a:lnTo>
                    <a:pt x="110606" y="226341"/>
                  </a:lnTo>
                  <a:lnTo>
                    <a:pt x="110911" y="226977"/>
                  </a:lnTo>
                  <a:lnTo>
                    <a:pt x="111216" y="227315"/>
                  </a:lnTo>
                  <a:lnTo>
                    <a:pt x="111346" y="227733"/>
                  </a:lnTo>
                  <a:lnTo>
                    <a:pt x="111466" y="227986"/>
                  </a:lnTo>
                  <a:lnTo>
                    <a:pt x="112246" y="229498"/>
                  </a:lnTo>
                  <a:lnTo>
                    <a:pt x="112385" y="229649"/>
                  </a:lnTo>
                  <a:lnTo>
                    <a:pt x="113645" y="230901"/>
                  </a:lnTo>
                  <a:lnTo>
                    <a:pt x="113819" y="231074"/>
                  </a:lnTo>
                  <a:lnTo>
                    <a:pt x="114247" y="231197"/>
                  </a:lnTo>
                  <a:lnTo>
                    <a:pt x="114479" y="230982"/>
                  </a:lnTo>
                  <a:lnTo>
                    <a:pt x="114555" y="230766"/>
                  </a:lnTo>
                  <a:lnTo>
                    <a:pt x="114651" y="230493"/>
                  </a:lnTo>
                  <a:lnTo>
                    <a:pt x="114667" y="230215"/>
                  </a:lnTo>
                  <a:lnTo>
                    <a:pt x="114704" y="230086"/>
                  </a:lnTo>
                  <a:lnTo>
                    <a:pt x="114757" y="229894"/>
                  </a:lnTo>
                  <a:lnTo>
                    <a:pt x="114981" y="229356"/>
                  </a:lnTo>
                  <a:lnTo>
                    <a:pt x="115127" y="229038"/>
                  </a:lnTo>
                  <a:lnTo>
                    <a:pt x="115254" y="228734"/>
                  </a:lnTo>
                  <a:lnTo>
                    <a:pt x="115386" y="228308"/>
                  </a:lnTo>
                  <a:lnTo>
                    <a:pt x="115486" y="227965"/>
                  </a:lnTo>
                  <a:lnTo>
                    <a:pt x="115891" y="227445"/>
                  </a:lnTo>
                  <a:lnTo>
                    <a:pt x="116041" y="227316"/>
                  </a:lnTo>
                  <a:lnTo>
                    <a:pt x="116539" y="226774"/>
                  </a:lnTo>
                  <a:lnTo>
                    <a:pt x="116679" y="226665"/>
                  </a:lnTo>
                  <a:lnTo>
                    <a:pt x="116931" y="226468"/>
                  </a:lnTo>
                  <a:lnTo>
                    <a:pt x="117383" y="226114"/>
                  </a:lnTo>
                  <a:lnTo>
                    <a:pt x="117900" y="225710"/>
                  </a:lnTo>
                  <a:lnTo>
                    <a:pt x="118140" y="225582"/>
                  </a:lnTo>
                  <a:lnTo>
                    <a:pt x="118801" y="225148"/>
                  </a:lnTo>
                  <a:lnTo>
                    <a:pt x="119132" y="224979"/>
                  </a:lnTo>
                  <a:lnTo>
                    <a:pt x="119723" y="224644"/>
                  </a:lnTo>
                  <a:lnTo>
                    <a:pt x="120758" y="223932"/>
                  </a:lnTo>
                  <a:lnTo>
                    <a:pt x="121218" y="223627"/>
                  </a:lnTo>
                  <a:lnTo>
                    <a:pt x="121398" y="223508"/>
                  </a:lnTo>
                  <a:lnTo>
                    <a:pt x="121820" y="223228"/>
                  </a:lnTo>
                  <a:lnTo>
                    <a:pt x="122096" y="223078"/>
                  </a:lnTo>
                  <a:lnTo>
                    <a:pt x="122371" y="222959"/>
                  </a:lnTo>
                  <a:lnTo>
                    <a:pt x="122632" y="222704"/>
                  </a:lnTo>
                  <a:lnTo>
                    <a:pt x="123296" y="222200"/>
                  </a:lnTo>
                  <a:lnTo>
                    <a:pt x="123895" y="221954"/>
                  </a:lnTo>
                  <a:lnTo>
                    <a:pt x="124041" y="221922"/>
                  </a:lnTo>
                  <a:lnTo>
                    <a:pt x="124265" y="221752"/>
                  </a:lnTo>
                  <a:lnTo>
                    <a:pt x="124549" y="221418"/>
                  </a:lnTo>
                  <a:lnTo>
                    <a:pt x="124635" y="221281"/>
                  </a:lnTo>
                  <a:lnTo>
                    <a:pt x="124914" y="221208"/>
                  </a:lnTo>
                  <a:lnTo>
                    <a:pt x="125557" y="221041"/>
                  </a:lnTo>
                  <a:lnTo>
                    <a:pt x="125931" y="220962"/>
                  </a:lnTo>
                  <a:lnTo>
                    <a:pt x="126231" y="220880"/>
                  </a:lnTo>
                  <a:lnTo>
                    <a:pt x="126479" y="220760"/>
                  </a:lnTo>
                  <a:lnTo>
                    <a:pt x="126745" y="220602"/>
                  </a:lnTo>
                  <a:lnTo>
                    <a:pt x="127004" y="220475"/>
                  </a:lnTo>
                  <a:lnTo>
                    <a:pt x="127508" y="220194"/>
                  </a:lnTo>
                  <a:lnTo>
                    <a:pt x="127761" y="220036"/>
                  </a:lnTo>
                  <a:lnTo>
                    <a:pt x="128551" y="219813"/>
                  </a:lnTo>
                  <a:lnTo>
                    <a:pt x="128749" y="219780"/>
                  </a:lnTo>
                  <a:lnTo>
                    <a:pt x="129665" y="219784"/>
                  </a:lnTo>
                  <a:lnTo>
                    <a:pt x="130049" y="219623"/>
                  </a:lnTo>
                  <a:lnTo>
                    <a:pt x="130367" y="219599"/>
                  </a:lnTo>
                  <a:lnTo>
                    <a:pt x="131438" y="219546"/>
                  </a:lnTo>
                  <a:lnTo>
                    <a:pt x="131876" y="219508"/>
                  </a:lnTo>
                  <a:lnTo>
                    <a:pt x="132055" y="219492"/>
                  </a:lnTo>
                  <a:lnTo>
                    <a:pt x="132288" y="219436"/>
                  </a:lnTo>
                  <a:lnTo>
                    <a:pt x="132949" y="219275"/>
                  </a:lnTo>
                  <a:lnTo>
                    <a:pt x="133534" y="218976"/>
                  </a:lnTo>
                  <a:lnTo>
                    <a:pt x="133770" y="218922"/>
                  </a:lnTo>
                  <a:lnTo>
                    <a:pt x="134229" y="218892"/>
                  </a:lnTo>
                  <a:lnTo>
                    <a:pt x="134374" y="218885"/>
                  </a:lnTo>
                  <a:lnTo>
                    <a:pt x="134909" y="218988"/>
                  </a:lnTo>
                  <a:lnTo>
                    <a:pt x="135461" y="218955"/>
                  </a:lnTo>
                  <a:lnTo>
                    <a:pt x="135712" y="218858"/>
                  </a:lnTo>
                  <a:lnTo>
                    <a:pt x="136035" y="218632"/>
                  </a:lnTo>
                  <a:lnTo>
                    <a:pt x="136346" y="218414"/>
                  </a:lnTo>
                  <a:lnTo>
                    <a:pt x="136715" y="218130"/>
                  </a:lnTo>
                  <a:lnTo>
                    <a:pt x="137209" y="217973"/>
                  </a:lnTo>
                  <a:lnTo>
                    <a:pt x="137861" y="217852"/>
                  </a:lnTo>
                  <a:lnTo>
                    <a:pt x="138703" y="217442"/>
                  </a:lnTo>
                  <a:lnTo>
                    <a:pt x="139340" y="217256"/>
                  </a:lnTo>
                  <a:lnTo>
                    <a:pt x="139492" y="217178"/>
                  </a:lnTo>
                  <a:lnTo>
                    <a:pt x="139673" y="217027"/>
                  </a:lnTo>
                  <a:lnTo>
                    <a:pt x="140580" y="216622"/>
                  </a:lnTo>
                  <a:lnTo>
                    <a:pt x="140971" y="216474"/>
                  </a:lnTo>
                  <a:lnTo>
                    <a:pt x="142957" y="215408"/>
                  </a:lnTo>
                  <a:lnTo>
                    <a:pt x="143384" y="215073"/>
                  </a:lnTo>
                  <a:lnTo>
                    <a:pt x="143713" y="214711"/>
                  </a:lnTo>
                  <a:lnTo>
                    <a:pt x="144012" y="214404"/>
                  </a:lnTo>
                  <a:lnTo>
                    <a:pt x="144175" y="214268"/>
                  </a:lnTo>
                  <a:lnTo>
                    <a:pt x="144392" y="214086"/>
                  </a:lnTo>
                  <a:lnTo>
                    <a:pt x="144591" y="213924"/>
                  </a:lnTo>
                  <a:lnTo>
                    <a:pt x="144995" y="213587"/>
                  </a:lnTo>
                  <a:lnTo>
                    <a:pt x="145292" y="213332"/>
                  </a:lnTo>
                  <a:lnTo>
                    <a:pt x="145759" y="212768"/>
                  </a:lnTo>
                  <a:lnTo>
                    <a:pt x="145771" y="212605"/>
                  </a:lnTo>
                  <a:lnTo>
                    <a:pt x="146376" y="210995"/>
                  </a:lnTo>
                  <a:lnTo>
                    <a:pt x="146549" y="209950"/>
                  </a:lnTo>
                  <a:lnTo>
                    <a:pt x="144164" y="205768"/>
                  </a:lnTo>
                  <a:lnTo>
                    <a:pt x="145241" y="204932"/>
                  </a:lnTo>
                  <a:lnTo>
                    <a:pt x="146429" y="204010"/>
                  </a:lnTo>
                  <a:lnTo>
                    <a:pt x="148078" y="202772"/>
                  </a:lnTo>
                  <a:lnTo>
                    <a:pt x="142772" y="198017"/>
                  </a:lnTo>
                  <a:lnTo>
                    <a:pt x="142783" y="197644"/>
                  </a:lnTo>
                  <a:lnTo>
                    <a:pt x="142809" y="196863"/>
                  </a:lnTo>
                  <a:lnTo>
                    <a:pt x="143737" y="194165"/>
                  </a:lnTo>
                  <a:lnTo>
                    <a:pt x="141226" y="193447"/>
                  </a:lnTo>
                  <a:lnTo>
                    <a:pt x="140372" y="193181"/>
                  </a:lnTo>
                  <a:lnTo>
                    <a:pt x="140962" y="192420"/>
                  </a:lnTo>
                  <a:lnTo>
                    <a:pt x="141230" y="192052"/>
                  </a:lnTo>
                  <a:lnTo>
                    <a:pt x="141866" y="191200"/>
                  </a:lnTo>
                  <a:lnTo>
                    <a:pt x="141942" y="190344"/>
                  </a:lnTo>
                  <a:lnTo>
                    <a:pt x="142184" y="188503"/>
                  </a:lnTo>
                  <a:lnTo>
                    <a:pt x="142528" y="188285"/>
                  </a:lnTo>
                  <a:lnTo>
                    <a:pt x="143309" y="187811"/>
                  </a:lnTo>
                  <a:lnTo>
                    <a:pt x="143552" y="187667"/>
                  </a:lnTo>
                  <a:lnTo>
                    <a:pt x="144088" y="187252"/>
                  </a:lnTo>
                  <a:lnTo>
                    <a:pt x="145293" y="185818"/>
                  </a:lnTo>
                  <a:lnTo>
                    <a:pt x="146100" y="185549"/>
                  </a:lnTo>
                  <a:lnTo>
                    <a:pt x="146418" y="185422"/>
                  </a:lnTo>
                  <a:lnTo>
                    <a:pt x="147288" y="185167"/>
                  </a:lnTo>
                  <a:lnTo>
                    <a:pt x="147820" y="184636"/>
                  </a:lnTo>
                  <a:lnTo>
                    <a:pt x="148345" y="184557"/>
                  </a:lnTo>
                  <a:lnTo>
                    <a:pt x="149508" y="184062"/>
                  </a:lnTo>
                  <a:lnTo>
                    <a:pt x="149809" y="183821"/>
                  </a:lnTo>
                  <a:lnTo>
                    <a:pt x="150564" y="183429"/>
                  </a:lnTo>
                  <a:lnTo>
                    <a:pt x="150873" y="183266"/>
                  </a:lnTo>
                  <a:lnTo>
                    <a:pt x="151547" y="182908"/>
                  </a:lnTo>
                  <a:lnTo>
                    <a:pt x="151739" y="182802"/>
                  </a:lnTo>
                  <a:lnTo>
                    <a:pt x="152384" y="182491"/>
                  </a:lnTo>
                  <a:lnTo>
                    <a:pt x="152705" y="182372"/>
                  </a:lnTo>
                  <a:lnTo>
                    <a:pt x="152893" y="182273"/>
                  </a:lnTo>
                  <a:lnTo>
                    <a:pt x="153073" y="182161"/>
                  </a:lnTo>
                  <a:lnTo>
                    <a:pt x="153266" y="182063"/>
                  </a:lnTo>
                  <a:lnTo>
                    <a:pt x="155231" y="181083"/>
                  </a:lnTo>
                  <a:lnTo>
                    <a:pt x="156074" y="180473"/>
                  </a:lnTo>
                  <a:lnTo>
                    <a:pt x="157840" y="180343"/>
                  </a:lnTo>
                  <a:lnTo>
                    <a:pt x="158770" y="180258"/>
                  </a:lnTo>
                  <a:lnTo>
                    <a:pt x="159558" y="180176"/>
                  </a:lnTo>
                  <a:lnTo>
                    <a:pt x="160520" y="180087"/>
                  </a:lnTo>
                  <a:lnTo>
                    <a:pt x="160782" y="180061"/>
                  </a:lnTo>
                  <a:lnTo>
                    <a:pt x="161790" y="179964"/>
                  </a:lnTo>
                  <a:lnTo>
                    <a:pt x="162460" y="179896"/>
                  </a:lnTo>
                  <a:lnTo>
                    <a:pt x="163012" y="179844"/>
                  </a:lnTo>
                  <a:lnTo>
                    <a:pt x="163859" y="179765"/>
                  </a:lnTo>
                  <a:lnTo>
                    <a:pt x="164868" y="179665"/>
                  </a:lnTo>
                  <a:lnTo>
                    <a:pt x="165979" y="179562"/>
                  </a:lnTo>
                  <a:lnTo>
                    <a:pt x="170102" y="179090"/>
                  </a:lnTo>
                  <a:lnTo>
                    <a:pt x="172621" y="179180"/>
                  </a:lnTo>
                  <a:lnTo>
                    <a:pt x="174893" y="179187"/>
                  </a:lnTo>
                  <a:lnTo>
                    <a:pt x="178969" y="179200"/>
                  </a:lnTo>
                  <a:lnTo>
                    <a:pt x="179814" y="178999"/>
                  </a:lnTo>
                  <a:lnTo>
                    <a:pt x="180684" y="178793"/>
                  </a:lnTo>
                  <a:lnTo>
                    <a:pt x="180879" y="178744"/>
                  </a:lnTo>
                  <a:lnTo>
                    <a:pt x="181350" y="178631"/>
                  </a:lnTo>
                  <a:lnTo>
                    <a:pt x="181554" y="178582"/>
                  </a:lnTo>
                  <a:lnTo>
                    <a:pt x="182082" y="178464"/>
                  </a:lnTo>
                  <a:lnTo>
                    <a:pt x="182526" y="178360"/>
                  </a:lnTo>
                  <a:lnTo>
                    <a:pt x="183953" y="178024"/>
                  </a:lnTo>
                  <a:lnTo>
                    <a:pt x="184820" y="177819"/>
                  </a:lnTo>
                  <a:lnTo>
                    <a:pt x="185520" y="177658"/>
                  </a:lnTo>
                  <a:lnTo>
                    <a:pt x="185969" y="177548"/>
                  </a:lnTo>
                  <a:lnTo>
                    <a:pt x="186440" y="177442"/>
                  </a:lnTo>
                  <a:lnTo>
                    <a:pt x="187165" y="178829"/>
                  </a:lnTo>
                  <a:close/>
                  <a:moveTo>
                    <a:pt x="527887" y="497766"/>
                  </a:moveTo>
                  <a:lnTo>
                    <a:pt x="527331" y="497747"/>
                  </a:lnTo>
                  <a:lnTo>
                    <a:pt x="527106" y="497824"/>
                  </a:lnTo>
                  <a:lnTo>
                    <a:pt x="526339" y="498233"/>
                  </a:lnTo>
                  <a:lnTo>
                    <a:pt x="526069" y="498313"/>
                  </a:lnTo>
                  <a:lnTo>
                    <a:pt x="525542" y="498498"/>
                  </a:lnTo>
                  <a:lnTo>
                    <a:pt x="525368" y="498553"/>
                  </a:lnTo>
                  <a:lnTo>
                    <a:pt x="524980" y="498677"/>
                  </a:lnTo>
                  <a:lnTo>
                    <a:pt x="524663" y="498723"/>
                  </a:lnTo>
                  <a:lnTo>
                    <a:pt x="524379" y="498836"/>
                  </a:lnTo>
                  <a:lnTo>
                    <a:pt x="524125" y="499098"/>
                  </a:lnTo>
                  <a:lnTo>
                    <a:pt x="523400" y="498902"/>
                  </a:lnTo>
                  <a:lnTo>
                    <a:pt x="522946" y="499052"/>
                  </a:lnTo>
                  <a:lnTo>
                    <a:pt x="522721" y="499354"/>
                  </a:lnTo>
                  <a:lnTo>
                    <a:pt x="522686" y="499693"/>
                  </a:lnTo>
                  <a:lnTo>
                    <a:pt x="522784" y="500284"/>
                  </a:lnTo>
                  <a:lnTo>
                    <a:pt x="523156" y="500665"/>
                  </a:lnTo>
                  <a:lnTo>
                    <a:pt x="523496" y="500681"/>
                  </a:lnTo>
                  <a:lnTo>
                    <a:pt x="523803" y="500489"/>
                  </a:lnTo>
                  <a:lnTo>
                    <a:pt x="523958" y="500393"/>
                  </a:lnTo>
                  <a:lnTo>
                    <a:pt x="524327" y="500170"/>
                  </a:lnTo>
                  <a:lnTo>
                    <a:pt x="524933" y="500247"/>
                  </a:lnTo>
                  <a:lnTo>
                    <a:pt x="525107" y="500035"/>
                  </a:lnTo>
                  <a:lnTo>
                    <a:pt x="525688" y="500187"/>
                  </a:lnTo>
                  <a:lnTo>
                    <a:pt x="525974" y="500030"/>
                  </a:lnTo>
                  <a:lnTo>
                    <a:pt x="526412" y="499764"/>
                  </a:lnTo>
                  <a:lnTo>
                    <a:pt x="526688" y="499594"/>
                  </a:lnTo>
                  <a:lnTo>
                    <a:pt x="526745" y="499397"/>
                  </a:lnTo>
                  <a:lnTo>
                    <a:pt x="527170" y="499586"/>
                  </a:lnTo>
                  <a:lnTo>
                    <a:pt x="527305" y="499059"/>
                  </a:lnTo>
                  <a:lnTo>
                    <a:pt x="527392" y="498876"/>
                  </a:lnTo>
                  <a:lnTo>
                    <a:pt x="527657" y="498534"/>
                  </a:lnTo>
                  <a:lnTo>
                    <a:pt x="528305" y="498363"/>
                  </a:lnTo>
                  <a:lnTo>
                    <a:pt x="528495" y="498658"/>
                  </a:lnTo>
                  <a:lnTo>
                    <a:pt x="528770" y="499009"/>
                  </a:lnTo>
                  <a:lnTo>
                    <a:pt x="529041" y="499142"/>
                  </a:lnTo>
                  <a:lnTo>
                    <a:pt x="528995" y="498871"/>
                  </a:lnTo>
                  <a:lnTo>
                    <a:pt x="528838" y="498694"/>
                  </a:lnTo>
                  <a:lnTo>
                    <a:pt x="528955" y="498443"/>
                  </a:lnTo>
                  <a:lnTo>
                    <a:pt x="529147" y="497793"/>
                  </a:lnTo>
                  <a:lnTo>
                    <a:pt x="529212" y="497583"/>
                  </a:lnTo>
                  <a:lnTo>
                    <a:pt x="529197" y="497435"/>
                  </a:lnTo>
                  <a:lnTo>
                    <a:pt x="528972" y="497399"/>
                  </a:lnTo>
                  <a:lnTo>
                    <a:pt x="528557" y="497431"/>
                  </a:lnTo>
                  <a:lnTo>
                    <a:pt x="528292" y="497452"/>
                  </a:lnTo>
                  <a:lnTo>
                    <a:pt x="528010" y="497545"/>
                  </a:lnTo>
                  <a:close/>
                </a:path>
              </a:pathLst>
            </a:custGeom>
            <a:solidFill>
              <a:srgbClr val="FFB67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6674292" y="2084287"/>
              <a:ext cx="183107" cy="184068"/>
            </a:xfrm>
            <a:custGeom>
              <a:avLst/>
              <a:pathLst>
                <a:path w="183107" h="184068">
                  <a:moveTo>
                    <a:pt x="182879" y="182880"/>
                  </a:moveTo>
                  <a:lnTo>
                    <a:pt x="182583" y="183297"/>
                  </a:lnTo>
                  <a:lnTo>
                    <a:pt x="182058" y="184068"/>
                  </a:lnTo>
                  <a:lnTo>
                    <a:pt x="181856" y="184068"/>
                  </a:lnTo>
                  <a:lnTo>
                    <a:pt x="181697" y="184068"/>
                  </a:lnTo>
                  <a:lnTo>
                    <a:pt x="181786" y="183935"/>
                  </a:lnTo>
                  <a:lnTo>
                    <a:pt x="182211" y="183144"/>
                  </a:lnTo>
                  <a:lnTo>
                    <a:pt x="182351" y="182734"/>
                  </a:lnTo>
                  <a:lnTo>
                    <a:pt x="182478" y="182394"/>
                  </a:lnTo>
                  <a:lnTo>
                    <a:pt x="182933" y="182008"/>
                  </a:lnTo>
                  <a:lnTo>
                    <a:pt x="183107" y="182090"/>
                  </a:lnTo>
                  <a:lnTo>
                    <a:pt x="183079" y="182547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6672966" y="2076375"/>
              <a:ext cx="183018" cy="182880"/>
            </a:xfrm>
            <a:custGeom>
              <a:avLst/>
              <a:pathLst>
                <a:path w="183018" h="182880">
                  <a:moveTo>
                    <a:pt x="182879" y="182880"/>
                  </a:moveTo>
                  <a:lnTo>
                    <a:pt x="183018" y="182628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6667723" y="207391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6665265" y="2069931"/>
              <a:ext cx="183391" cy="183757"/>
            </a:xfrm>
            <a:custGeom>
              <a:avLst/>
              <a:pathLst>
                <a:path w="183391" h="183757">
                  <a:moveTo>
                    <a:pt x="182879" y="182880"/>
                  </a:moveTo>
                  <a:lnTo>
                    <a:pt x="183025" y="182948"/>
                  </a:lnTo>
                  <a:lnTo>
                    <a:pt x="183225" y="183102"/>
                  </a:lnTo>
                  <a:lnTo>
                    <a:pt x="183391" y="183294"/>
                  </a:lnTo>
                  <a:lnTo>
                    <a:pt x="183326" y="183757"/>
                  </a:lnTo>
                  <a:lnTo>
                    <a:pt x="183179" y="183653"/>
                  </a:lnTo>
                  <a:lnTo>
                    <a:pt x="182968" y="183476"/>
                  </a:lnTo>
                  <a:lnTo>
                    <a:pt x="182903" y="183311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6668319" y="2069683"/>
              <a:ext cx="182879" cy="183196"/>
            </a:xfrm>
            <a:custGeom>
              <a:avLst/>
              <a:pathLst>
                <a:path w="182879" h="183196">
                  <a:moveTo>
                    <a:pt x="182879" y="182880"/>
                  </a:moveTo>
                  <a:lnTo>
                    <a:pt x="182856" y="183185"/>
                  </a:lnTo>
                  <a:lnTo>
                    <a:pt x="181789" y="183196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6659699" y="2057223"/>
              <a:ext cx="184383" cy="183337"/>
            </a:xfrm>
            <a:custGeom>
              <a:avLst/>
              <a:pathLst>
                <a:path w="184383" h="183337">
                  <a:moveTo>
                    <a:pt x="182879" y="182880"/>
                  </a:moveTo>
                  <a:lnTo>
                    <a:pt x="183243" y="182835"/>
                  </a:lnTo>
                  <a:lnTo>
                    <a:pt x="183439" y="182945"/>
                  </a:lnTo>
                  <a:lnTo>
                    <a:pt x="184379" y="183143"/>
                  </a:lnTo>
                  <a:lnTo>
                    <a:pt x="184383" y="183337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6668094" y="2053795"/>
              <a:ext cx="187773" cy="188664"/>
            </a:xfrm>
            <a:custGeom>
              <a:avLst/>
              <a:pathLst>
                <a:path w="187773" h="188664">
                  <a:moveTo>
                    <a:pt x="182879" y="182880"/>
                  </a:moveTo>
                  <a:lnTo>
                    <a:pt x="183419" y="183042"/>
                  </a:lnTo>
                  <a:lnTo>
                    <a:pt x="183823" y="182925"/>
                  </a:lnTo>
                  <a:lnTo>
                    <a:pt x="184242" y="182940"/>
                  </a:lnTo>
                  <a:lnTo>
                    <a:pt x="184379" y="182968"/>
                  </a:lnTo>
                  <a:lnTo>
                    <a:pt x="184642" y="182977"/>
                  </a:lnTo>
                  <a:lnTo>
                    <a:pt x="185097" y="182774"/>
                  </a:lnTo>
                  <a:lnTo>
                    <a:pt x="185098" y="182439"/>
                  </a:lnTo>
                  <a:lnTo>
                    <a:pt x="185527" y="182236"/>
                  </a:lnTo>
                  <a:lnTo>
                    <a:pt x="185763" y="182143"/>
                  </a:lnTo>
                  <a:lnTo>
                    <a:pt x="186422" y="181950"/>
                  </a:lnTo>
                  <a:lnTo>
                    <a:pt x="187773" y="182786"/>
                  </a:lnTo>
                  <a:lnTo>
                    <a:pt x="187730" y="183102"/>
                  </a:lnTo>
                  <a:lnTo>
                    <a:pt x="187710" y="183243"/>
                  </a:lnTo>
                  <a:lnTo>
                    <a:pt x="187688" y="183380"/>
                  </a:lnTo>
                  <a:lnTo>
                    <a:pt x="187544" y="183947"/>
                  </a:lnTo>
                  <a:lnTo>
                    <a:pt x="187491" y="184099"/>
                  </a:lnTo>
                  <a:lnTo>
                    <a:pt x="187416" y="184305"/>
                  </a:lnTo>
                  <a:lnTo>
                    <a:pt x="187265" y="184740"/>
                  </a:lnTo>
                  <a:lnTo>
                    <a:pt x="187057" y="185356"/>
                  </a:lnTo>
                  <a:lnTo>
                    <a:pt x="186982" y="185595"/>
                  </a:lnTo>
                  <a:lnTo>
                    <a:pt x="186937" y="185760"/>
                  </a:lnTo>
                  <a:lnTo>
                    <a:pt x="186897" y="185945"/>
                  </a:lnTo>
                  <a:lnTo>
                    <a:pt x="186872" y="186125"/>
                  </a:lnTo>
                  <a:lnTo>
                    <a:pt x="186843" y="186385"/>
                  </a:lnTo>
                  <a:lnTo>
                    <a:pt x="186831" y="186568"/>
                  </a:lnTo>
                  <a:lnTo>
                    <a:pt x="186826" y="186721"/>
                  </a:lnTo>
                  <a:lnTo>
                    <a:pt x="186858" y="187312"/>
                  </a:lnTo>
                  <a:lnTo>
                    <a:pt x="186906" y="187643"/>
                  </a:lnTo>
                  <a:lnTo>
                    <a:pt x="186916" y="187791"/>
                  </a:lnTo>
                  <a:lnTo>
                    <a:pt x="186685" y="188638"/>
                  </a:lnTo>
                  <a:lnTo>
                    <a:pt x="186266" y="188664"/>
                  </a:lnTo>
                  <a:lnTo>
                    <a:pt x="185849" y="188026"/>
                  </a:lnTo>
                  <a:lnTo>
                    <a:pt x="185759" y="187708"/>
                  </a:lnTo>
                  <a:lnTo>
                    <a:pt x="185866" y="187151"/>
                  </a:lnTo>
                  <a:lnTo>
                    <a:pt x="185468" y="187023"/>
                  </a:lnTo>
                  <a:lnTo>
                    <a:pt x="185399" y="186891"/>
                  </a:lnTo>
                  <a:lnTo>
                    <a:pt x="185289" y="186673"/>
                  </a:lnTo>
                  <a:lnTo>
                    <a:pt x="185139" y="186395"/>
                  </a:lnTo>
                  <a:lnTo>
                    <a:pt x="184792" y="185919"/>
                  </a:lnTo>
                  <a:lnTo>
                    <a:pt x="183994" y="185440"/>
                  </a:lnTo>
                  <a:lnTo>
                    <a:pt x="183766" y="185468"/>
                  </a:lnTo>
                  <a:lnTo>
                    <a:pt x="183584" y="185488"/>
                  </a:lnTo>
                  <a:lnTo>
                    <a:pt x="183279" y="185574"/>
                  </a:lnTo>
                  <a:lnTo>
                    <a:pt x="182998" y="185522"/>
                  </a:lnTo>
                  <a:lnTo>
                    <a:pt x="181823" y="185413"/>
                  </a:lnTo>
                  <a:lnTo>
                    <a:pt x="181636" y="185505"/>
                  </a:lnTo>
                  <a:lnTo>
                    <a:pt x="181393" y="185604"/>
                  </a:lnTo>
                  <a:lnTo>
                    <a:pt x="181198" y="185613"/>
                  </a:lnTo>
                  <a:lnTo>
                    <a:pt x="180784" y="185522"/>
                  </a:lnTo>
                  <a:lnTo>
                    <a:pt x="180331" y="185495"/>
                  </a:lnTo>
                  <a:lnTo>
                    <a:pt x="179517" y="185748"/>
                  </a:lnTo>
                  <a:lnTo>
                    <a:pt x="179246" y="185960"/>
                  </a:lnTo>
                  <a:lnTo>
                    <a:pt x="178147" y="186621"/>
                  </a:lnTo>
                  <a:lnTo>
                    <a:pt x="177909" y="186684"/>
                  </a:lnTo>
                  <a:lnTo>
                    <a:pt x="177590" y="186777"/>
                  </a:lnTo>
                  <a:lnTo>
                    <a:pt x="177436" y="186822"/>
                  </a:lnTo>
                  <a:lnTo>
                    <a:pt x="176875" y="186962"/>
                  </a:lnTo>
                  <a:lnTo>
                    <a:pt x="176720" y="187035"/>
                  </a:lnTo>
                  <a:lnTo>
                    <a:pt x="176247" y="187147"/>
                  </a:lnTo>
                  <a:lnTo>
                    <a:pt x="176389" y="186453"/>
                  </a:lnTo>
                  <a:lnTo>
                    <a:pt x="176594" y="186122"/>
                  </a:lnTo>
                  <a:lnTo>
                    <a:pt x="177183" y="185357"/>
                  </a:lnTo>
                  <a:lnTo>
                    <a:pt x="177328" y="184879"/>
                  </a:lnTo>
                  <a:lnTo>
                    <a:pt x="177390" y="184676"/>
                  </a:lnTo>
                  <a:lnTo>
                    <a:pt x="177503" y="184479"/>
                  </a:lnTo>
                  <a:lnTo>
                    <a:pt x="178196" y="183896"/>
                  </a:lnTo>
                  <a:lnTo>
                    <a:pt x="178430" y="184020"/>
                  </a:lnTo>
                  <a:lnTo>
                    <a:pt x="178849" y="184155"/>
                  </a:lnTo>
                  <a:lnTo>
                    <a:pt x="179016" y="183970"/>
                  </a:lnTo>
                  <a:lnTo>
                    <a:pt x="178880" y="184001"/>
                  </a:lnTo>
                  <a:lnTo>
                    <a:pt x="178656" y="183315"/>
                  </a:lnTo>
                  <a:lnTo>
                    <a:pt x="178889" y="182914"/>
                  </a:lnTo>
                  <a:lnTo>
                    <a:pt x="178757" y="182512"/>
                  </a:lnTo>
                  <a:lnTo>
                    <a:pt x="178335" y="182199"/>
                  </a:lnTo>
                  <a:lnTo>
                    <a:pt x="178631" y="182160"/>
                  </a:lnTo>
                  <a:lnTo>
                    <a:pt x="180218" y="182036"/>
                  </a:lnTo>
                  <a:lnTo>
                    <a:pt x="180356" y="182063"/>
                  </a:lnTo>
                  <a:lnTo>
                    <a:pt x="180698" y="182147"/>
                  </a:lnTo>
                  <a:lnTo>
                    <a:pt x="180866" y="181743"/>
                  </a:lnTo>
                  <a:lnTo>
                    <a:pt x="181144" y="181530"/>
                  </a:lnTo>
                  <a:lnTo>
                    <a:pt x="181543" y="181310"/>
                  </a:lnTo>
                  <a:lnTo>
                    <a:pt x="181863" y="181226"/>
                  </a:lnTo>
                  <a:lnTo>
                    <a:pt x="182188" y="181498"/>
                  </a:lnTo>
                  <a:lnTo>
                    <a:pt x="182328" y="181789"/>
                  </a:lnTo>
                  <a:lnTo>
                    <a:pt x="182399" y="182098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6667991" y="2053150"/>
              <a:ext cx="183715" cy="183241"/>
            </a:xfrm>
            <a:custGeom>
              <a:avLst/>
              <a:pathLst>
                <a:path w="183715" h="183241">
                  <a:moveTo>
                    <a:pt x="182879" y="182880"/>
                  </a:moveTo>
                  <a:lnTo>
                    <a:pt x="183128" y="182559"/>
                  </a:lnTo>
                  <a:lnTo>
                    <a:pt x="183715" y="183241"/>
                  </a:lnTo>
                  <a:lnTo>
                    <a:pt x="183281" y="183241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6667829" y="205193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426" y="182713"/>
                  </a:lnTo>
                  <a:lnTo>
                    <a:pt x="182175" y="182726"/>
                  </a:lnTo>
                  <a:lnTo>
                    <a:pt x="182328" y="18239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6671232" y="2048096"/>
              <a:ext cx="187326" cy="187094"/>
            </a:xfrm>
            <a:custGeom>
              <a:avLst/>
              <a:pathLst>
                <a:path w="187326" h="187094">
                  <a:moveTo>
                    <a:pt x="182879" y="182880"/>
                  </a:moveTo>
                  <a:lnTo>
                    <a:pt x="182949" y="183150"/>
                  </a:lnTo>
                  <a:lnTo>
                    <a:pt x="183117" y="183086"/>
                  </a:lnTo>
                  <a:lnTo>
                    <a:pt x="183269" y="183023"/>
                  </a:lnTo>
                  <a:lnTo>
                    <a:pt x="183537" y="182721"/>
                  </a:lnTo>
                  <a:lnTo>
                    <a:pt x="183707" y="182634"/>
                  </a:lnTo>
                  <a:lnTo>
                    <a:pt x="184341" y="182547"/>
                  </a:lnTo>
                  <a:lnTo>
                    <a:pt x="185038" y="182203"/>
                  </a:lnTo>
                  <a:lnTo>
                    <a:pt x="185995" y="182544"/>
                  </a:lnTo>
                  <a:lnTo>
                    <a:pt x="186166" y="182529"/>
                  </a:lnTo>
                  <a:lnTo>
                    <a:pt x="186711" y="182314"/>
                  </a:lnTo>
                  <a:lnTo>
                    <a:pt x="186948" y="182038"/>
                  </a:lnTo>
                  <a:lnTo>
                    <a:pt x="187305" y="181942"/>
                  </a:lnTo>
                  <a:lnTo>
                    <a:pt x="187281" y="182223"/>
                  </a:lnTo>
                  <a:lnTo>
                    <a:pt x="187295" y="182354"/>
                  </a:lnTo>
                  <a:lnTo>
                    <a:pt x="187326" y="182548"/>
                  </a:lnTo>
                  <a:lnTo>
                    <a:pt x="187225" y="182723"/>
                  </a:lnTo>
                  <a:lnTo>
                    <a:pt x="186981" y="183055"/>
                  </a:lnTo>
                  <a:lnTo>
                    <a:pt x="186519" y="183839"/>
                  </a:lnTo>
                  <a:lnTo>
                    <a:pt x="186400" y="184150"/>
                  </a:lnTo>
                  <a:lnTo>
                    <a:pt x="186321" y="184357"/>
                  </a:lnTo>
                  <a:lnTo>
                    <a:pt x="186270" y="184592"/>
                  </a:lnTo>
                  <a:lnTo>
                    <a:pt x="186213" y="184758"/>
                  </a:lnTo>
                  <a:lnTo>
                    <a:pt x="186127" y="184966"/>
                  </a:lnTo>
                  <a:lnTo>
                    <a:pt x="185884" y="185723"/>
                  </a:lnTo>
                  <a:lnTo>
                    <a:pt x="185816" y="185951"/>
                  </a:lnTo>
                  <a:lnTo>
                    <a:pt x="185642" y="186427"/>
                  </a:lnTo>
                  <a:lnTo>
                    <a:pt x="185567" y="186561"/>
                  </a:lnTo>
                  <a:lnTo>
                    <a:pt x="185450" y="186726"/>
                  </a:lnTo>
                  <a:lnTo>
                    <a:pt x="184977" y="186938"/>
                  </a:lnTo>
                  <a:lnTo>
                    <a:pt x="184298" y="187094"/>
                  </a:lnTo>
                  <a:lnTo>
                    <a:pt x="183968" y="187016"/>
                  </a:lnTo>
                  <a:lnTo>
                    <a:pt x="184005" y="186506"/>
                  </a:lnTo>
                  <a:lnTo>
                    <a:pt x="183988" y="186078"/>
                  </a:lnTo>
                  <a:lnTo>
                    <a:pt x="183786" y="185784"/>
                  </a:lnTo>
                  <a:lnTo>
                    <a:pt x="183433" y="185917"/>
                  </a:lnTo>
                  <a:lnTo>
                    <a:pt x="183296" y="185455"/>
                  </a:lnTo>
                  <a:lnTo>
                    <a:pt x="182398" y="184253"/>
                  </a:lnTo>
                  <a:lnTo>
                    <a:pt x="182228" y="184301"/>
                  </a:lnTo>
                  <a:lnTo>
                    <a:pt x="182077" y="184745"/>
                  </a:lnTo>
                  <a:lnTo>
                    <a:pt x="181834" y="184627"/>
                  </a:lnTo>
                  <a:lnTo>
                    <a:pt x="181556" y="184461"/>
                  </a:lnTo>
                  <a:lnTo>
                    <a:pt x="180797" y="183754"/>
                  </a:lnTo>
                  <a:lnTo>
                    <a:pt x="180695" y="183564"/>
                  </a:lnTo>
                  <a:lnTo>
                    <a:pt x="180565" y="183601"/>
                  </a:lnTo>
                  <a:lnTo>
                    <a:pt x="180206" y="183632"/>
                  </a:lnTo>
                  <a:lnTo>
                    <a:pt x="180024" y="183306"/>
                  </a:lnTo>
                  <a:lnTo>
                    <a:pt x="180011" y="183024"/>
                  </a:lnTo>
                  <a:lnTo>
                    <a:pt x="181705" y="182257"/>
                  </a:lnTo>
                  <a:lnTo>
                    <a:pt x="182163" y="181949"/>
                  </a:lnTo>
                  <a:lnTo>
                    <a:pt x="182438" y="181686"/>
                  </a:lnTo>
                  <a:lnTo>
                    <a:pt x="182647" y="181766"/>
                  </a:lnTo>
                  <a:lnTo>
                    <a:pt x="182956" y="182188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6668608" y="2049659"/>
              <a:ext cx="183058" cy="182880"/>
            </a:xfrm>
            <a:custGeom>
              <a:avLst/>
              <a:pathLst>
                <a:path w="183058" h="182880">
                  <a:moveTo>
                    <a:pt x="182879" y="182880"/>
                  </a:moveTo>
                  <a:lnTo>
                    <a:pt x="182442" y="182859"/>
                  </a:lnTo>
                  <a:lnTo>
                    <a:pt x="182195" y="182796"/>
                  </a:lnTo>
                  <a:lnTo>
                    <a:pt x="182136" y="182486"/>
                  </a:lnTo>
                  <a:lnTo>
                    <a:pt x="182379" y="182286"/>
                  </a:lnTo>
                  <a:lnTo>
                    <a:pt x="182526" y="182295"/>
                  </a:lnTo>
                  <a:lnTo>
                    <a:pt x="183058" y="182332"/>
                  </a:lnTo>
                  <a:lnTo>
                    <a:pt x="183017" y="182620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6671206" y="2046963"/>
              <a:ext cx="183001" cy="183111"/>
            </a:xfrm>
            <a:custGeom>
              <a:avLst/>
              <a:pathLst>
                <a:path w="183001" h="183111">
                  <a:moveTo>
                    <a:pt x="182879" y="182880"/>
                  </a:moveTo>
                  <a:lnTo>
                    <a:pt x="183001" y="183111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6697392" y="2039661"/>
              <a:ext cx="183117" cy="182962"/>
            </a:xfrm>
            <a:custGeom>
              <a:avLst/>
              <a:pathLst>
                <a:path w="183117" h="182962">
                  <a:moveTo>
                    <a:pt x="182879" y="182880"/>
                  </a:moveTo>
                  <a:lnTo>
                    <a:pt x="182654" y="182962"/>
                  </a:lnTo>
                  <a:lnTo>
                    <a:pt x="182684" y="182714"/>
                  </a:lnTo>
                  <a:lnTo>
                    <a:pt x="183117" y="182430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6736435" y="2032158"/>
              <a:ext cx="183037" cy="182948"/>
            </a:xfrm>
            <a:custGeom>
              <a:avLst/>
              <a:pathLst>
                <a:path w="183037" h="182948">
                  <a:moveTo>
                    <a:pt x="182879" y="182880"/>
                  </a:moveTo>
                  <a:lnTo>
                    <a:pt x="182623" y="182905"/>
                  </a:lnTo>
                  <a:lnTo>
                    <a:pt x="182495" y="182910"/>
                  </a:lnTo>
                  <a:lnTo>
                    <a:pt x="182053" y="182948"/>
                  </a:lnTo>
                  <a:lnTo>
                    <a:pt x="182007" y="182795"/>
                  </a:lnTo>
                  <a:lnTo>
                    <a:pt x="181996" y="182642"/>
                  </a:lnTo>
                  <a:lnTo>
                    <a:pt x="182102" y="182429"/>
                  </a:lnTo>
                  <a:lnTo>
                    <a:pt x="182266" y="182370"/>
                  </a:lnTo>
                  <a:lnTo>
                    <a:pt x="182633" y="182398"/>
                  </a:lnTo>
                  <a:lnTo>
                    <a:pt x="182652" y="182643"/>
                  </a:lnTo>
                  <a:lnTo>
                    <a:pt x="182917" y="182639"/>
                  </a:lnTo>
                  <a:lnTo>
                    <a:pt x="183037" y="182860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6734391" y="2029430"/>
              <a:ext cx="182879" cy="183213"/>
            </a:xfrm>
            <a:custGeom>
              <a:avLst/>
              <a:pathLst>
                <a:path w="182879" h="183213">
                  <a:moveTo>
                    <a:pt x="182879" y="182880"/>
                  </a:moveTo>
                  <a:lnTo>
                    <a:pt x="182665" y="18321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6727518" y="2027668"/>
              <a:ext cx="184978" cy="186955"/>
            </a:xfrm>
            <a:custGeom>
              <a:avLst/>
              <a:pathLst>
                <a:path w="184978" h="186955">
                  <a:moveTo>
                    <a:pt x="182879" y="182880"/>
                  </a:moveTo>
                  <a:lnTo>
                    <a:pt x="182857" y="183019"/>
                  </a:lnTo>
                  <a:lnTo>
                    <a:pt x="183322" y="183120"/>
                  </a:lnTo>
                  <a:lnTo>
                    <a:pt x="183384" y="182954"/>
                  </a:lnTo>
                  <a:lnTo>
                    <a:pt x="183644" y="182748"/>
                  </a:lnTo>
                  <a:lnTo>
                    <a:pt x="183859" y="182705"/>
                  </a:lnTo>
                  <a:lnTo>
                    <a:pt x="184017" y="182781"/>
                  </a:lnTo>
                  <a:lnTo>
                    <a:pt x="184493" y="183161"/>
                  </a:lnTo>
                  <a:lnTo>
                    <a:pt x="184659" y="183108"/>
                  </a:lnTo>
                  <a:lnTo>
                    <a:pt x="184953" y="183277"/>
                  </a:lnTo>
                  <a:lnTo>
                    <a:pt x="184978" y="183721"/>
                  </a:lnTo>
                  <a:lnTo>
                    <a:pt x="184682" y="183966"/>
                  </a:lnTo>
                  <a:lnTo>
                    <a:pt x="184585" y="184243"/>
                  </a:lnTo>
                  <a:lnTo>
                    <a:pt x="183923" y="184218"/>
                  </a:lnTo>
                  <a:lnTo>
                    <a:pt x="183617" y="184375"/>
                  </a:lnTo>
                  <a:lnTo>
                    <a:pt x="183238" y="184601"/>
                  </a:lnTo>
                  <a:lnTo>
                    <a:pt x="182918" y="184903"/>
                  </a:lnTo>
                  <a:lnTo>
                    <a:pt x="182001" y="184590"/>
                  </a:lnTo>
                  <a:lnTo>
                    <a:pt x="181695" y="184670"/>
                  </a:lnTo>
                  <a:lnTo>
                    <a:pt x="180935" y="184946"/>
                  </a:lnTo>
                  <a:lnTo>
                    <a:pt x="180697" y="185101"/>
                  </a:lnTo>
                  <a:lnTo>
                    <a:pt x="180299" y="185407"/>
                  </a:lnTo>
                  <a:lnTo>
                    <a:pt x="180102" y="185631"/>
                  </a:lnTo>
                  <a:lnTo>
                    <a:pt x="179901" y="185796"/>
                  </a:lnTo>
                  <a:lnTo>
                    <a:pt x="179658" y="186009"/>
                  </a:lnTo>
                  <a:lnTo>
                    <a:pt x="179314" y="186316"/>
                  </a:lnTo>
                  <a:lnTo>
                    <a:pt x="179171" y="186442"/>
                  </a:lnTo>
                  <a:lnTo>
                    <a:pt x="178846" y="186833"/>
                  </a:lnTo>
                  <a:lnTo>
                    <a:pt x="178448" y="186404"/>
                  </a:lnTo>
                  <a:lnTo>
                    <a:pt x="178235" y="186442"/>
                  </a:lnTo>
                  <a:lnTo>
                    <a:pt x="178052" y="186504"/>
                  </a:lnTo>
                  <a:lnTo>
                    <a:pt x="177731" y="186755"/>
                  </a:lnTo>
                  <a:lnTo>
                    <a:pt x="177396" y="186763"/>
                  </a:lnTo>
                  <a:lnTo>
                    <a:pt x="177163" y="186955"/>
                  </a:lnTo>
                  <a:lnTo>
                    <a:pt x="176911" y="186819"/>
                  </a:lnTo>
                  <a:lnTo>
                    <a:pt x="176888" y="186663"/>
                  </a:lnTo>
                  <a:lnTo>
                    <a:pt x="177491" y="186278"/>
                  </a:lnTo>
                  <a:lnTo>
                    <a:pt x="177652" y="186202"/>
                  </a:lnTo>
                  <a:lnTo>
                    <a:pt x="177732" y="185939"/>
                  </a:lnTo>
                  <a:lnTo>
                    <a:pt x="177645" y="185765"/>
                  </a:lnTo>
                  <a:lnTo>
                    <a:pt x="177812" y="185204"/>
                  </a:lnTo>
                  <a:lnTo>
                    <a:pt x="177975" y="185106"/>
                  </a:lnTo>
                  <a:lnTo>
                    <a:pt x="178236" y="185115"/>
                  </a:lnTo>
                  <a:lnTo>
                    <a:pt x="178372" y="184928"/>
                  </a:lnTo>
                  <a:lnTo>
                    <a:pt x="178603" y="184712"/>
                  </a:lnTo>
                  <a:lnTo>
                    <a:pt x="178698" y="184272"/>
                  </a:lnTo>
                  <a:lnTo>
                    <a:pt x="178614" y="183957"/>
                  </a:lnTo>
                  <a:lnTo>
                    <a:pt x="178408" y="183586"/>
                  </a:lnTo>
                  <a:lnTo>
                    <a:pt x="178137" y="183541"/>
                  </a:lnTo>
                  <a:lnTo>
                    <a:pt x="177881" y="183306"/>
                  </a:lnTo>
                  <a:lnTo>
                    <a:pt x="178071" y="182960"/>
                  </a:lnTo>
                  <a:lnTo>
                    <a:pt x="178719" y="182924"/>
                  </a:lnTo>
                  <a:lnTo>
                    <a:pt x="178997" y="183025"/>
                  </a:lnTo>
                  <a:lnTo>
                    <a:pt x="179293" y="183196"/>
                  </a:lnTo>
                  <a:lnTo>
                    <a:pt x="179474" y="183303"/>
                  </a:lnTo>
                  <a:lnTo>
                    <a:pt x="179771" y="183123"/>
                  </a:lnTo>
                  <a:lnTo>
                    <a:pt x="180108" y="183216"/>
                  </a:lnTo>
                  <a:lnTo>
                    <a:pt x="180239" y="183101"/>
                  </a:lnTo>
                  <a:lnTo>
                    <a:pt x="180406" y="182640"/>
                  </a:lnTo>
                  <a:lnTo>
                    <a:pt x="180643" y="182592"/>
                  </a:lnTo>
                  <a:lnTo>
                    <a:pt x="180713" y="182760"/>
                  </a:lnTo>
                  <a:lnTo>
                    <a:pt x="181414" y="182358"/>
                  </a:lnTo>
                  <a:lnTo>
                    <a:pt x="181626" y="182490"/>
                  </a:lnTo>
                  <a:lnTo>
                    <a:pt x="181600" y="182915"/>
                  </a:lnTo>
                  <a:lnTo>
                    <a:pt x="181924" y="183246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6733728" y="2028079"/>
              <a:ext cx="182879" cy="183191"/>
            </a:xfrm>
            <a:custGeom>
              <a:avLst/>
              <a:pathLst>
                <a:path w="182879" h="183191">
                  <a:moveTo>
                    <a:pt x="182879" y="182880"/>
                  </a:moveTo>
                  <a:lnTo>
                    <a:pt x="182441" y="183191"/>
                  </a:lnTo>
                  <a:lnTo>
                    <a:pt x="182455" y="182836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6721937" y="2025777"/>
              <a:ext cx="183378" cy="183629"/>
            </a:xfrm>
            <a:custGeom>
              <a:avLst/>
              <a:pathLst>
                <a:path w="183378" h="183629">
                  <a:moveTo>
                    <a:pt x="182879" y="182880"/>
                  </a:moveTo>
                  <a:lnTo>
                    <a:pt x="183045" y="182647"/>
                  </a:lnTo>
                  <a:lnTo>
                    <a:pt x="183209" y="183080"/>
                  </a:lnTo>
                  <a:lnTo>
                    <a:pt x="183378" y="183568"/>
                  </a:lnTo>
                  <a:lnTo>
                    <a:pt x="183212" y="183629"/>
                  </a:lnTo>
                  <a:lnTo>
                    <a:pt x="182990" y="183157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6721356" y="2025969"/>
              <a:ext cx="182879" cy="183274"/>
            </a:xfrm>
            <a:custGeom>
              <a:avLst/>
              <a:pathLst>
                <a:path w="182879" h="183274">
                  <a:moveTo>
                    <a:pt x="182879" y="182880"/>
                  </a:moveTo>
                  <a:lnTo>
                    <a:pt x="182727" y="183208"/>
                  </a:lnTo>
                  <a:lnTo>
                    <a:pt x="182304" y="183274"/>
                  </a:lnTo>
                  <a:lnTo>
                    <a:pt x="182287" y="183113"/>
                  </a:lnTo>
                  <a:lnTo>
                    <a:pt x="182275" y="182965"/>
                  </a:lnTo>
                  <a:lnTo>
                    <a:pt x="182272" y="182782"/>
                  </a:lnTo>
                  <a:lnTo>
                    <a:pt x="182324" y="182544"/>
                  </a:lnTo>
                  <a:lnTo>
                    <a:pt x="182678" y="182508"/>
                  </a:lnTo>
                  <a:lnTo>
                    <a:pt x="182816" y="182650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6721927" y="2024235"/>
              <a:ext cx="182879" cy="183277"/>
            </a:xfrm>
            <a:custGeom>
              <a:avLst/>
              <a:pathLst>
                <a:path w="182879" h="183277">
                  <a:moveTo>
                    <a:pt x="182879" y="182880"/>
                  </a:moveTo>
                  <a:lnTo>
                    <a:pt x="182755" y="183277"/>
                  </a:lnTo>
                  <a:lnTo>
                    <a:pt x="182623" y="183152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6759412" y="2031283"/>
              <a:ext cx="183750" cy="183024"/>
            </a:xfrm>
            <a:custGeom>
              <a:avLst/>
              <a:pathLst>
                <a:path w="183750" h="183024">
                  <a:moveTo>
                    <a:pt x="182879" y="182880"/>
                  </a:moveTo>
                  <a:lnTo>
                    <a:pt x="183313" y="182552"/>
                  </a:lnTo>
                  <a:lnTo>
                    <a:pt x="183601" y="182368"/>
                  </a:lnTo>
                  <a:lnTo>
                    <a:pt x="183750" y="182482"/>
                  </a:lnTo>
                  <a:lnTo>
                    <a:pt x="183613" y="182823"/>
                  </a:lnTo>
                  <a:lnTo>
                    <a:pt x="183466" y="182858"/>
                  </a:lnTo>
                  <a:lnTo>
                    <a:pt x="183185" y="183024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6751140" y="2030111"/>
              <a:ext cx="183729" cy="183161"/>
            </a:xfrm>
            <a:custGeom>
              <a:avLst/>
              <a:pathLst>
                <a:path w="183729" h="183161">
                  <a:moveTo>
                    <a:pt x="182879" y="182880"/>
                  </a:moveTo>
                  <a:lnTo>
                    <a:pt x="183029" y="182756"/>
                  </a:lnTo>
                  <a:lnTo>
                    <a:pt x="183271" y="182680"/>
                  </a:lnTo>
                  <a:lnTo>
                    <a:pt x="183729" y="182788"/>
                  </a:lnTo>
                  <a:lnTo>
                    <a:pt x="183615" y="182971"/>
                  </a:lnTo>
                  <a:lnTo>
                    <a:pt x="183312" y="183161"/>
                  </a:lnTo>
                  <a:lnTo>
                    <a:pt x="183115" y="183100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6754121" y="2030069"/>
              <a:ext cx="183173" cy="182880"/>
            </a:xfrm>
            <a:custGeom>
              <a:avLst/>
              <a:pathLst>
                <a:path w="183173" h="182880">
                  <a:moveTo>
                    <a:pt x="182879" y="182880"/>
                  </a:moveTo>
                  <a:lnTo>
                    <a:pt x="182643" y="182704"/>
                  </a:lnTo>
                  <a:lnTo>
                    <a:pt x="182747" y="182438"/>
                  </a:lnTo>
                  <a:lnTo>
                    <a:pt x="183019" y="182382"/>
                  </a:lnTo>
                  <a:lnTo>
                    <a:pt x="183173" y="182379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6763576" y="2029721"/>
              <a:ext cx="182879" cy="183189"/>
            </a:xfrm>
            <a:custGeom>
              <a:avLst/>
              <a:pathLst>
                <a:path w="182879" h="183189">
                  <a:moveTo>
                    <a:pt x="182879" y="182880"/>
                  </a:moveTo>
                  <a:lnTo>
                    <a:pt x="182432" y="183189"/>
                  </a:lnTo>
                  <a:lnTo>
                    <a:pt x="182068" y="183089"/>
                  </a:lnTo>
                  <a:lnTo>
                    <a:pt x="181582" y="183005"/>
                  </a:lnTo>
                  <a:lnTo>
                    <a:pt x="181571" y="182737"/>
                  </a:lnTo>
                  <a:lnTo>
                    <a:pt x="181276" y="182864"/>
                  </a:lnTo>
                  <a:lnTo>
                    <a:pt x="182181" y="182440"/>
                  </a:lnTo>
                  <a:lnTo>
                    <a:pt x="182499" y="182505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6754331" y="2024923"/>
              <a:ext cx="183103" cy="188454"/>
            </a:xfrm>
            <a:custGeom>
              <a:avLst/>
              <a:pathLst>
                <a:path w="183103" h="188454">
                  <a:moveTo>
                    <a:pt x="182879" y="182880"/>
                  </a:moveTo>
                  <a:lnTo>
                    <a:pt x="182995" y="183344"/>
                  </a:lnTo>
                  <a:lnTo>
                    <a:pt x="183103" y="183722"/>
                  </a:lnTo>
                  <a:lnTo>
                    <a:pt x="182679" y="184149"/>
                  </a:lnTo>
                  <a:lnTo>
                    <a:pt x="182393" y="184358"/>
                  </a:lnTo>
                  <a:lnTo>
                    <a:pt x="181893" y="184659"/>
                  </a:lnTo>
                  <a:lnTo>
                    <a:pt x="181848" y="184962"/>
                  </a:lnTo>
                  <a:lnTo>
                    <a:pt x="182134" y="185884"/>
                  </a:lnTo>
                  <a:lnTo>
                    <a:pt x="182348" y="185972"/>
                  </a:lnTo>
                  <a:lnTo>
                    <a:pt x="182545" y="185949"/>
                  </a:lnTo>
                  <a:lnTo>
                    <a:pt x="182900" y="186082"/>
                  </a:lnTo>
                  <a:lnTo>
                    <a:pt x="182736" y="186386"/>
                  </a:lnTo>
                  <a:lnTo>
                    <a:pt x="182341" y="186334"/>
                  </a:lnTo>
                  <a:lnTo>
                    <a:pt x="181617" y="186501"/>
                  </a:lnTo>
                  <a:lnTo>
                    <a:pt x="181697" y="186822"/>
                  </a:lnTo>
                  <a:lnTo>
                    <a:pt x="181347" y="186976"/>
                  </a:lnTo>
                  <a:lnTo>
                    <a:pt x="181194" y="187116"/>
                  </a:lnTo>
                  <a:lnTo>
                    <a:pt x="181210" y="187250"/>
                  </a:lnTo>
                  <a:lnTo>
                    <a:pt x="180955" y="187217"/>
                  </a:lnTo>
                  <a:lnTo>
                    <a:pt x="180241" y="187136"/>
                  </a:lnTo>
                  <a:lnTo>
                    <a:pt x="180015" y="187160"/>
                  </a:lnTo>
                  <a:lnTo>
                    <a:pt x="179718" y="187031"/>
                  </a:lnTo>
                  <a:lnTo>
                    <a:pt x="179518" y="186904"/>
                  </a:lnTo>
                  <a:lnTo>
                    <a:pt x="179340" y="186867"/>
                  </a:lnTo>
                  <a:lnTo>
                    <a:pt x="179211" y="186855"/>
                  </a:lnTo>
                  <a:lnTo>
                    <a:pt x="179024" y="187130"/>
                  </a:lnTo>
                  <a:lnTo>
                    <a:pt x="178653" y="187340"/>
                  </a:lnTo>
                  <a:lnTo>
                    <a:pt x="178404" y="187403"/>
                  </a:lnTo>
                  <a:lnTo>
                    <a:pt x="178217" y="187521"/>
                  </a:lnTo>
                  <a:lnTo>
                    <a:pt x="178203" y="187709"/>
                  </a:lnTo>
                  <a:lnTo>
                    <a:pt x="178313" y="187954"/>
                  </a:lnTo>
                  <a:lnTo>
                    <a:pt x="178774" y="188285"/>
                  </a:lnTo>
                  <a:lnTo>
                    <a:pt x="178557" y="188310"/>
                  </a:lnTo>
                  <a:lnTo>
                    <a:pt x="178247" y="188061"/>
                  </a:lnTo>
                  <a:lnTo>
                    <a:pt x="177737" y="188454"/>
                  </a:lnTo>
                  <a:lnTo>
                    <a:pt x="177546" y="188321"/>
                  </a:lnTo>
                  <a:lnTo>
                    <a:pt x="177702" y="187656"/>
                  </a:lnTo>
                  <a:lnTo>
                    <a:pt x="177856" y="187533"/>
                  </a:lnTo>
                  <a:lnTo>
                    <a:pt x="177957" y="187299"/>
                  </a:lnTo>
                  <a:lnTo>
                    <a:pt x="177772" y="187182"/>
                  </a:lnTo>
                  <a:lnTo>
                    <a:pt x="177898" y="187005"/>
                  </a:lnTo>
                  <a:lnTo>
                    <a:pt x="178015" y="186573"/>
                  </a:lnTo>
                  <a:lnTo>
                    <a:pt x="178285" y="186379"/>
                  </a:lnTo>
                  <a:lnTo>
                    <a:pt x="178927" y="186303"/>
                  </a:lnTo>
                  <a:lnTo>
                    <a:pt x="179402" y="185878"/>
                  </a:lnTo>
                  <a:lnTo>
                    <a:pt x="179407" y="185600"/>
                  </a:lnTo>
                  <a:lnTo>
                    <a:pt x="179347" y="185418"/>
                  </a:lnTo>
                  <a:lnTo>
                    <a:pt x="179153" y="185329"/>
                  </a:lnTo>
                  <a:lnTo>
                    <a:pt x="178925" y="185208"/>
                  </a:lnTo>
                  <a:lnTo>
                    <a:pt x="179126" y="184976"/>
                  </a:lnTo>
                  <a:lnTo>
                    <a:pt x="179278" y="184845"/>
                  </a:lnTo>
                  <a:lnTo>
                    <a:pt x="179588" y="184787"/>
                  </a:lnTo>
                  <a:lnTo>
                    <a:pt x="179716" y="184761"/>
                  </a:lnTo>
                  <a:lnTo>
                    <a:pt x="180021" y="184633"/>
                  </a:lnTo>
                  <a:lnTo>
                    <a:pt x="180134" y="183821"/>
                  </a:lnTo>
                  <a:lnTo>
                    <a:pt x="180878" y="183366"/>
                  </a:lnTo>
                  <a:lnTo>
                    <a:pt x="181651" y="183464"/>
                  </a:lnTo>
                  <a:lnTo>
                    <a:pt x="181860" y="183074"/>
                  </a:lnTo>
                  <a:lnTo>
                    <a:pt x="182506" y="183049"/>
                  </a:lnTo>
                  <a:lnTo>
                    <a:pt x="182759" y="183100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6746476" y="2027496"/>
              <a:ext cx="183096" cy="183090"/>
            </a:xfrm>
            <a:custGeom>
              <a:avLst/>
              <a:pathLst>
                <a:path w="183096" h="183090">
                  <a:moveTo>
                    <a:pt x="182879" y="182880"/>
                  </a:moveTo>
                  <a:lnTo>
                    <a:pt x="182728" y="183090"/>
                  </a:lnTo>
                  <a:lnTo>
                    <a:pt x="182222" y="182931"/>
                  </a:lnTo>
                  <a:lnTo>
                    <a:pt x="182197" y="182327"/>
                  </a:lnTo>
                  <a:lnTo>
                    <a:pt x="182540" y="182081"/>
                  </a:lnTo>
                  <a:lnTo>
                    <a:pt x="182653" y="181841"/>
                  </a:lnTo>
                  <a:lnTo>
                    <a:pt x="182827" y="181370"/>
                  </a:lnTo>
                  <a:lnTo>
                    <a:pt x="183066" y="181492"/>
                  </a:lnTo>
                  <a:lnTo>
                    <a:pt x="182973" y="181655"/>
                  </a:lnTo>
                  <a:lnTo>
                    <a:pt x="183051" y="181788"/>
                  </a:lnTo>
                  <a:lnTo>
                    <a:pt x="183096" y="182187"/>
                  </a:lnTo>
                  <a:lnTo>
                    <a:pt x="183006" y="182366"/>
                  </a:lnTo>
                  <a:lnTo>
                    <a:pt x="182834" y="182517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6762414" y="2022596"/>
              <a:ext cx="183049" cy="191514"/>
            </a:xfrm>
            <a:custGeom>
              <a:avLst/>
              <a:pathLst>
                <a:path w="183049" h="191514">
                  <a:moveTo>
                    <a:pt x="182879" y="182880"/>
                  </a:moveTo>
                  <a:lnTo>
                    <a:pt x="183049" y="183250"/>
                  </a:lnTo>
                  <a:lnTo>
                    <a:pt x="182784" y="183641"/>
                  </a:lnTo>
                  <a:lnTo>
                    <a:pt x="182510" y="183944"/>
                  </a:lnTo>
                  <a:lnTo>
                    <a:pt x="182010" y="184105"/>
                  </a:lnTo>
                  <a:lnTo>
                    <a:pt x="181822" y="184118"/>
                  </a:lnTo>
                  <a:lnTo>
                    <a:pt x="181653" y="184117"/>
                  </a:lnTo>
                  <a:lnTo>
                    <a:pt x="181283" y="184009"/>
                  </a:lnTo>
                  <a:lnTo>
                    <a:pt x="180941" y="184579"/>
                  </a:lnTo>
                  <a:lnTo>
                    <a:pt x="180789" y="185267"/>
                  </a:lnTo>
                  <a:lnTo>
                    <a:pt x="180385" y="185726"/>
                  </a:lnTo>
                  <a:lnTo>
                    <a:pt x="180285" y="186076"/>
                  </a:lnTo>
                  <a:lnTo>
                    <a:pt x="180235" y="186290"/>
                  </a:lnTo>
                  <a:lnTo>
                    <a:pt x="180219" y="186452"/>
                  </a:lnTo>
                  <a:lnTo>
                    <a:pt x="180389" y="186814"/>
                  </a:lnTo>
                  <a:lnTo>
                    <a:pt x="180865" y="187715"/>
                  </a:lnTo>
                  <a:lnTo>
                    <a:pt x="180539" y="188010"/>
                  </a:lnTo>
                  <a:lnTo>
                    <a:pt x="180331" y="188269"/>
                  </a:lnTo>
                  <a:lnTo>
                    <a:pt x="180174" y="188425"/>
                  </a:lnTo>
                  <a:lnTo>
                    <a:pt x="180078" y="188759"/>
                  </a:lnTo>
                  <a:lnTo>
                    <a:pt x="179927" y="188998"/>
                  </a:lnTo>
                  <a:lnTo>
                    <a:pt x="179814" y="189354"/>
                  </a:lnTo>
                  <a:lnTo>
                    <a:pt x="179870" y="189599"/>
                  </a:lnTo>
                  <a:lnTo>
                    <a:pt x="179954" y="189799"/>
                  </a:lnTo>
                  <a:lnTo>
                    <a:pt x="180164" y="189956"/>
                  </a:lnTo>
                  <a:lnTo>
                    <a:pt x="180126" y="190114"/>
                  </a:lnTo>
                  <a:lnTo>
                    <a:pt x="180515" y="190300"/>
                  </a:lnTo>
                  <a:lnTo>
                    <a:pt x="180523" y="190464"/>
                  </a:lnTo>
                  <a:lnTo>
                    <a:pt x="180332" y="190990"/>
                  </a:lnTo>
                  <a:lnTo>
                    <a:pt x="180116" y="191147"/>
                  </a:lnTo>
                  <a:lnTo>
                    <a:pt x="179400" y="191514"/>
                  </a:lnTo>
                  <a:lnTo>
                    <a:pt x="179017" y="191466"/>
                  </a:lnTo>
                  <a:lnTo>
                    <a:pt x="178728" y="191239"/>
                  </a:lnTo>
                  <a:lnTo>
                    <a:pt x="178938" y="191049"/>
                  </a:lnTo>
                  <a:lnTo>
                    <a:pt x="179073" y="190850"/>
                  </a:lnTo>
                  <a:lnTo>
                    <a:pt x="178919" y="190501"/>
                  </a:lnTo>
                  <a:lnTo>
                    <a:pt x="178749" y="190573"/>
                  </a:lnTo>
                  <a:lnTo>
                    <a:pt x="178279" y="190815"/>
                  </a:lnTo>
                  <a:lnTo>
                    <a:pt x="178498" y="190366"/>
                  </a:lnTo>
                  <a:lnTo>
                    <a:pt x="178369" y="190183"/>
                  </a:lnTo>
                  <a:lnTo>
                    <a:pt x="178628" y="189827"/>
                  </a:lnTo>
                  <a:lnTo>
                    <a:pt x="178777" y="189643"/>
                  </a:lnTo>
                  <a:lnTo>
                    <a:pt x="178363" y="189404"/>
                  </a:lnTo>
                  <a:lnTo>
                    <a:pt x="178126" y="189826"/>
                  </a:lnTo>
                  <a:lnTo>
                    <a:pt x="177924" y="189957"/>
                  </a:lnTo>
                  <a:lnTo>
                    <a:pt x="177743" y="189992"/>
                  </a:lnTo>
                  <a:lnTo>
                    <a:pt x="177491" y="189902"/>
                  </a:lnTo>
                  <a:lnTo>
                    <a:pt x="177671" y="189318"/>
                  </a:lnTo>
                  <a:lnTo>
                    <a:pt x="177739" y="189017"/>
                  </a:lnTo>
                  <a:lnTo>
                    <a:pt x="177921" y="188810"/>
                  </a:lnTo>
                  <a:lnTo>
                    <a:pt x="178103" y="188692"/>
                  </a:lnTo>
                  <a:lnTo>
                    <a:pt x="178219" y="188385"/>
                  </a:lnTo>
                  <a:lnTo>
                    <a:pt x="178402" y="187996"/>
                  </a:lnTo>
                  <a:lnTo>
                    <a:pt x="178798" y="188012"/>
                  </a:lnTo>
                  <a:lnTo>
                    <a:pt x="178973" y="188235"/>
                  </a:lnTo>
                  <a:lnTo>
                    <a:pt x="179494" y="187790"/>
                  </a:lnTo>
                  <a:lnTo>
                    <a:pt x="179604" y="187225"/>
                  </a:lnTo>
                  <a:lnTo>
                    <a:pt x="179550" y="187022"/>
                  </a:lnTo>
                  <a:lnTo>
                    <a:pt x="179561" y="186845"/>
                  </a:lnTo>
                  <a:lnTo>
                    <a:pt x="179637" y="186905"/>
                  </a:lnTo>
                  <a:lnTo>
                    <a:pt x="179605" y="186632"/>
                  </a:lnTo>
                  <a:lnTo>
                    <a:pt x="179382" y="186681"/>
                  </a:lnTo>
                  <a:lnTo>
                    <a:pt x="179236" y="186850"/>
                  </a:lnTo>
                  <a:lnTo>
                    <a:pt x="178929" y="186572"/>
                  </a:lnTo>
                  <a:lnTo>
                    <a:pt x="178242" y="186516"/>
                  </a:lnTo>
                  <a:lnTo>
                    <a:pt x="178061" y="186787"/>
                  </a:lnTo>
                  <a:lnTo>
                    <a:pt x="177973" y="187079"/>
                  </a:lnTo>
                  <a:lnTo>
                    <a:pt x="177277" y="186768"/>
                  </a:lnTo>
                  <a:lnTo>
                    <a:pt x="176633" y="186519"/>
                  </a:lnTo>
                  <a:lnTo>
                    <a:pt x="177003" y="186132"/>
                  </a:lnTo>
                  <a:lnTo>
                    <a:pt x="176585" y="185802"/>
                  </a:lnTo>
                  <a:lnTo>
                    <a:pt x="176792" y="185564"/>
                  </a:lnTo>
                  <a:lnTo>
                    <a:pt x="177360" y="184894"/>
                  </a:lnTo>
                  <a:lnTo>
                    <a:pt x="177604" y="184714"/>
                  </a:lnTo>
                  <a:lnTo>
                    <a:pt x="177834" y="184633"/>
                  </a:lnTo>
                  <a:lnTo>
                    <a:pt x="177985" y="184689"/>
                  </a:lnTo>
                  <a:lnTo>
                    <a:pt x="178217" y="184526"/>
                  </a:lnTo>
                  <a:lnTo>
                    <a:pt x="178510" y="184500"/>
                  </a:lnTo>
                  <a:lnTo>
                    <a:pt x="178623" y="185190"/>
                  </a:lnTo>
                  <a:lnTo>
                    <a:pt x="178803" y="184959"/>
                  </a:lnTo>
                  <a:lnTo>
                    <a:pt x="179019" y="184838"/>
                  </a:lnTo>
                  <a:lnTo>
                    <a:pt x="179021" y="184579"/>
                  </a:lnTo>
                  <a:lnTo>
                    <a:pt x="179210" y="184352"/>
                  </a:lnTo>
                  <a:lnTo>
                    <a:pt x="179490" y="184154"/>
                  </a:lnTo>
                  <a:lnTo>
                    <a:pt x="179357" y="183486"/>
                  </a:lnTo>
                  <a:lnTo>
                    <a:pt x="179293" y="183187"/>
                  </a:lnTo>
                  <a:lnTo>
                    <a:pt x="179418" y="183015"/>
                  </a:lnTo>
                  <a:lnTo>
                    <a:pt x="179846" y="183380"/>
                  </a:lnTo>
                  <a:lnTo>
                    <a:pt x="180429" y="182959"/>
                  </a:lnTo>
                  <a:lnTo>
                    <a:pt x="180597" y="182989"/>
                  </a:lnTo>
                  <a:lnTo>
                    <a:pt x="180740" y="182897"/>
                  </a:lnTo>
                  <a:lnTo>
                    <a:pt x="180882" y="182840"/>
                  </a:lnTo>
                  <a:lnTo>
                    <a:pt x="181014" y="182814"/>
                  </a:lnTo>
                  <a:lnTo>
                    <a:pt x="181461" y="182449"/>
                  </a:lnTo>
                  <a:lnTo>
                    <a:pt x="181818" y="182463"/>
                  </a:lnTo>
                  <a:lnTo>
                    <a:pt x="181982" y="182588"/>
                  </a:lnTo>
                  <a:lnTo>
                    <a:pt x="182166" y="182694"/>
                  </a:lnTo>
                  <a:lnTo>
                    <a:pt x="182317" y="182732"/>
                  </a:lnTo>
                  <a:lnTo>
                    <a:pt x="182660" y="182609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6755082" y="2025149"/>
              <a:ext cx="183136" cy="183232"/>
            </a:xfrm>
            <a:custGeom>
              <a:avLst/>
              <a:pathLst>
                <a:path w="183136" h="183232">
                  <a:moveTo>
                    <a:pt x="182879" y="182880"/>
                  </a:moveTo>
                  <a:lnTo>
                    <a:pt x="183136" y="183232"/>
                  </a:lnTo>
                  <a:lnTo>
                    <a:pt x="182697" y="183184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6774423" y="2018443"/>
              <a:ext cx="183633" cy="184043"/>
            </a:xfrm>
            <a:custGeom>
              <a:avLst/>
              <a:pathLst>
                <a:path w="183633" h="184043">
                  <a:moveTo>
                    <a:pt x="182879" y="182880"/>
                  </a:moveTo>
                  <a:lnTo>
                    <a:pt x="183154" y="182501"/>
                  </a:lnTo>
                  <a:lnTo>
                    <a:pt x="183287" y="182432"/>
                  </a:lnTo>
                  <a:lnTo>
                    <a:pt x="183633" y="182618"/>
                  </a:lnTo>
                  <a:lnTo>
                    <a:pt x="183460" y="182894"/>
                  </a:lnTo>
                  <a:lnTo>
                    <a:pt x="182881" y="183419"/>
                  </a:lnTo>
                  <a:lnTo>
                    <a:pt x="182717" y="183338"/>
                  </a:lnTo>
                  <a:lnTo>
                    <a:pt x="182003" y="183138"/>
                  </a:lnTo>
                  <a:lnTo>
                    <a:pt x="181661" y="183427"/>
                  </a:lnTo>
                  <a:lnTo>
                    <a:pt x="181228" y="184043"/>
                  </a:lnTo>
                  <a:lnTo>
                    <a:pt x="181112" y="183825"/>
                  </a:lnTo>
                  <a:lnTo>
                    <a:pt x="181018" y="183318"/>
                  </a:lnTo>
                  <a:lnTo>
                    <a:pt x="181021" y="183083"/>
                  </a:lnTo>
                  <a:lnTo>
                    <a:pt x="181038" y="182714"/>
                  </a:lnTo>
                  <a:lnTo>
                    <a:pt x="181809" y="182810"/>
                  </a:lnTo>
                  <a:lnTo>
                    <a:pt x="181958" y="182692"/>
                  </a:lnTo>
                  <a:lnTo>
                    <a:pt x="182195" y="182284"/>
                  </a:lnTo>
                  <a:lnTo>
                    <a:pt x="182335" y="182483"/>
                  </a:lnTo>
                  <a:lnTo>
                    <a:pt x="182453" y="18276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6768237" y="2019017"/>
              <a:ext cx="183872" cy="182880"/>
            </a:xfrm>
            <a:custGeom>
              <a:avLst/>
              <a:pathLst>
                <a:path w="183872" h="182880">
                  <a:moveTo>
                    <a:pt x="182879" y="182880"/>
                  </a:moveTo>
                  <a:lnTo>
                    <a:pt x="182623" y="182473"/>
                  </a:lnTo>
                  <a:lnTo>
                    <a:pt x="182359" y="181912"/>
                  </a:lnTo>
                  <a:lnTo>
                    <a:pt x="182555" y="181708"/>
                  </a:lnTo>
                  <a:lnTo>
                    <a:pt x="183068" y="181527"/>
                  </a:lnTo>
                  <a:lnTo>
                    <a:pt x="183321" y="181434"/>
                  </a:lnTo>
                  <a:lnTo>
                    <a:pt x="183448" y="181383"/>
                  </a:lnTo>
                  <a:lnTo>
                    <a:pt x="183656" y="181406"/>
                  </a:lnTo>
                  <a:lnTo>
                    <a:pt x="183721" y="181620"/>
                  </a:lnTo>
                  <a:lnTo>
                    <a:pt x="183872" y="182003"/>
                  </a:lnTo>
                  <a:lnTo>
                    <a:pt x="183848" y="182137"/>
                  </a:lnTo>
                  <a:lnTo>
                    <a:pt x="183651" y="182561"/>
                  </a:lnTo>
                  <a:lnTo>
                    <a:pt x="183462" y="182597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6772561" y="2016142"/>
              <a:ext cx="183721" cy="183540"/>
            </a:xfrm>
            <a:custGeom>
              <a:avLst/>
              <a:pathLst>
                <a:path w="183721" h="183540">
                  <a:moveTo>
                    <a:pt x="182879" y="182880"/>
                  </a:moveTo>
                  <a:lnTo>
                    <a:pt x="182913" y="182316"/>
                  </a:lnTo>
                  <a:lnTo>
                    <a:pt x="182998" y="182111"/>
                  </a:lnTo>
                  <a:lnTo>
                    <a:pt x="183205" y="181936"/>
                  </a:lnTo>
                  <a:lnTo>
                    <a:pt x="183407" y="181831"/>
                  </a:lnTo>
                  <a:lnTo>
                    <a:pt x="183721" y="182280"/>
                  </a:lnTo>
                  <a:lnTo>
                    <a:pt x="183454" y="182734"/>
                  </a:lnTo>
                  <a:lnTo>
                    <a:pt x="183266" y="182829"/>
                  </a:lnTo>
                  <a:lnTo>
                    <a:pt x="182974" y="183036"/>
                  </a:lnTo>
                  <a:lnTo>
                    <a:pt x="182781" y="183270"/>
                  </a:lnTo>
                  <a:lnTo>
                    <a:pt x="182630" y="183437"/>
                  </a:lnTo>
                  <a:lnTo>
                    <a:pt x="182452" y="183540"/>
                  </a:lnTo>
                  <a:lnTo>
                    <a:pt x="182488" y="183300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6773750" y="2014386"/>
              <a:ext cx="183143" cy="183250"/>
            </a:xfrm>
            <a:custGeom>
              <a:avLst/>
              <a:pathLst>
                <a:path w="183143" h="183250">
                  <a:moveTo>
                    <a:pt x="182879" y="182880"/>
                  </a:moveTo>
                  <a:lnTo>
                    <a:pt x="183143" y="182959"/>
                  </a:lnTo>
                  <a:lnTo>
                    <a:pt x="183042" y="183189"/>
                  </a:lnTo>
                  <a:lnTo>
                    <a:pt x="182845" y="183250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6793211" y="2011029"/>
              <a:ext cx="183047" cy="182903"/>
            </a:xfrm>
            <a:custGeom>
              <a:avLst/>
              <a:pathLst>
                <a:path w="183047" h="182903">
                  <a:moveTo>
                    <a:pt x="182879" y="182880"/>
                  </a:moveTo>
                  <a:lnTo>
                    <a:pt x="182803" y="182402"/>
                  </a:lnTo>
                  <a:lnTo>
                    <a:pt x="182973" y="182465"/>
                  </a:lnTo>
                  <a:lnTo>
                    <a:pt x="183004" y="182701"/>
                  </a:lnTo>
                  <a:lnTo>
                    <a:pt x="183047" y="18290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6784343" y="2009647"/>
              <a:ext cx="183347" cy="182921"/>
            </a:xfrm>
            <a:custGeom>
              <a:avLst/>
              <a:pathLst>
                <a:path w="183347" h="182921">
                  <a:moveTo>
                    <a:pt x="182879" y="182880"/>
                  </a:moveTo>
                  <a:lnTo>
                    <a:pt x="183347" y="182478"/>
                  </a:lnTo>
                  <a:lnTo>
                    <a:pt x="183234" y="182694"/>
                  </a:lnTo>
                  <a:lnTo>
                    <a:pt x="183093" y="182921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6786260" y="2009058"/>
              <a:ext cx="183093" cy="183560"/>
            </a:xfrm>
            <a:custGeom>
              <a:avLst/>
              <a:pathLst>
                <a:path w="183093" h="183560">
                  <a:moveTo>
                    <a:pt x="182879" y="182880"/>
                  </a:moveTo>
                  <a:lnTo>
                    <a:pt x="183006" y="183024"/>
                  </a:lnTo>
                  <a:lnTo>
                    <a:pt x="183093" y="183560"/>
                  </a:lnTo>
                  <a:lnTo>
                    <a:pt x="182582" y="182896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6784009" y="2008948"/>
              <a:ext cx="183046" cy="183238"/>
            </a:xfrm>
            <a:custGeom>
              <a:avLst/>
              <a:pathLst>
                <a:path w="183046" h="183238">
                  <a:moveTo>
                    <a:pt x="182879" y="182880"/>
                  </a:moveTo>
                  <a:lnTo>
                    <a:pt x="183046" y="183090"/>
                  </a:lnTo>
                  <a:lnTo>
                    <a:pt x="182822" y="183238"/>
                  </a:lnTo>
                  <a:lnTo>
                    <a:pt x="182805" y="183056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6790085" y="2000087"/>
              <a:ext cx="183007" cy="183105"/>
            </a:xfrm>
            <a:custGeom>
              <a:avLst/>
              <a:pathLst>
                <a:path w="183007" h="183105">
                  <a:moveTo>
                    <a:pt x="182879" y="182880"/>
                  </a:moveTo>
                  <a:lnTo>
                    <a:pt x="182764" y="182717"/>
                  </a:lnTo>
                  <a:lnTo>
                    <a:pt x="182853" y="182571"/>
                  </a:lnTo>
                  <a:lnTo>
                    <a:pt x="183007" y="182963"/>
                  </a:lnTo>
                  <a:lnTo>
                    <a:pt x="182867" y="183105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6792887" y="1993982"/>
              <a:ext cx="182879" cy="184393"/>
            </a:xfrm>
            <a:custGeom>
              <a:avLst/>
              <a:pathLst>
                <a:path w="182879" h="184393">
                  <a:moveTo>
                    <a:pt x="182879" y="182880"/>
                  </a:moveTo>
                  <a:lnTo>
                    <a:pt x="182872" y="183143"/>
                  </a:lnTo>
                  <a:lnTo>
                    <a:pt x="182453" y="183806"/>
                  </a:lnTo>
                  <a:lnTo>
                    <a:pt x="182111" y="183934"/>
                  </a:lnTo>
                  <a:lnTo>
                    <a:pt x="181609" y="184393"/>
                  </a:lnTo>
                  <a:lnTo>
                    <a:pt x="181482" y="184340"/>
                  </a:lnTo>
                  <a:lnTo>
                    <a:pt x="181161" y="184152"/>
                  </a:lnTo>
                  <a:lnTo>
                    <a:pt x="181018" y="183528"/>
                  </a:lnTo>
                  <a:lnTo>
                    <a:pt x="181511" y="182687"/>
                  </a:lnTo>
                  <a:lnTo>
                    <a:pt x="181835" y="182668"/>
                  </a:lnTo>
                  <a:lnTo>
                    <a:pt x="181966" y="182374"/>
                  </a:lnTo>
                  <a:lnTo>
                    <a:pt x="181972" y="182207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6792199" y="1986876"/>
              <a:ext cx="183459" cy="183816"/>
            </a:xfrm>
            <a:custGeom>
              <a:avLst/>
              <a:pathLst>
                <a:path w="183459" h="183816">
                  <a:moveTo>
                    <a:pt x="182879" y="182880"/>
                  </a:moveTo>
                  <a:lnTo>
                    <a:pt x="183225" y="182554"/>
                  </a:lnTo>
                  <a:lnTo>
                    <a:pt x="183459" y="183058"/>
                  </a:lnTo>
                  <a:lnTo>
                    <a:pt x="182667" y="183816"/>
                  </a:lnTo>
                  <a:lnTo>
                    <a:pt x="182537" y="183593"/>
                  </a:lnTo>
                  <a:lnTo>
                    <a:pt x="182436" y="183304"/>
                  </a:lnTo>
                  <a:lnTo>
                    <a:pt x="182738" y="183022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6792190" y="1981533"/>
              <a:ext cx="185047" cy="188678"/>
            </a:xfrm>
            <a:custGeom>
              <a:avLst/>
              <a:pathLst>
                <a:path w="185047" h="188678">
                  <a:moveTo>
                    <a:pt x="182879" y="182880"/>
                  </a:moveTo>
                  <a:lnTo>
                    <a:pt x="183304" y="183013"/>
                  </a:lnTo>
                  <a:lnTo>
                    <a:pt x="183650" y="183629"/>
                  </a:lnTo>
                  <a:lnTo>
                    <a:pt x="183919" y="184112"/>
                  </a:lnTo>
                  <a:lnTo>
                    <a:pt x="184198" y="184736"/>
                  </a:lnTo>
                  <a:lnTo>
                    <a:pt x="184047" y="184947"/>
                  </a:lnTo>
                  <a:lnTo>
                    <a:pt x="184304" y="184888"/>
                  </a:lnTo>
                  <a:lnTo>
                    <a:pt x="184478" y="185405"/>
                  </a:lnTo>
                  <a:lnTo>
                    <a:pt x="184646" y="186227"/>
                  </a:lnTo>
                  <a:lnTo>
                    <a:pt x="184758" y="186955"/>
                  </a:lnTo>
                  <a:lnTo>
                    <a:pt x="184823" y="187266"/>
                  </a:lnTo>
                  <a:lnTo>
                    <a:pt x="184872" y="187497"/>
                  </a:lnTo>
                  <a:lnTo>
                    <a:pt x="185002" y="188100"/>
                  </a:lnTo>
                  <a:lnTo>
                    <a:pt x="185040" y="188284"/>
                  </a:lnTo>
                  <a:lnTo>
                    <a:pt x="185047" y="188452"/>
                  </a:lnTo>
                  <a:lnTo>
                    <a:pt x="184968" y="188678"/>
                  </a:lnTo>
                  <a:lnTo>
                    <a:pt x="184802" y="188382"/>
                  </a:lnTo>
                  <a:lnTo>
                    <a:pt x="184576" y="188053"/>
                  </a:lnTo>
                  <a:lnTo>
                    <a:pt x="184159" y="187432"/>
                  </a:lnTo>
                  <a:lnTo>
                    <a:pt x="184038" y="187165"/>
                  </a:lnTo>
                  <a:lnTo>
                    <a:pt x="183966" y="186975"/>
                  </a:lnTo>
                  <a:lnTo>
                    <a:pt x="183702" y="185932"/>
                  </a:lnTo>
                  <a:lnTo>
                    <a:pt x="183596" y="185547"/>
                  </a:lnTo>
                  <a:lnTo>
                    <a:pt x="183526" y="185335"/>
                  </a:lnTo>
                  <a:lnTo>
                    <a:pt x="183818" y="185040"/>
                  </a:lnTo>
                  <a:lnTo>
                    <a:pt x="183465" y="185331"/>
                  </a:lnTo>
                  <a:lnTo>
                    <a:pt x="182966" y="184739"/>
                  </a:lnTo>
                  <a:lnTo>
                    <a:pt x="182674" y="184405"/>
                  </a:lnTo>
                  <a:lnTo>
                    <a:pt x="182513" y="184196"/>
                  </a:lnTo>
                  <a:lnTo>
                    <a:pt x="182305" y="183937"/>
                  </a:lnTo>
                  <a:lnTo>
                    <a:pt x="182085" y="183714"/>
                  </a:lnTo>
                  <a:lnTo>
                    <a:pt x="181674" y="183395"/>
                  </a:lnTo>
                  <a:lnTo>
                    <a:pt x="181396" y="183283"/>
                  </a:lnTo>
                  <a:lnTo>
                    <a:pt x="181202" y="183247"/>
                  </a:lnTo>
                  <a:lnTo>
                    <a:pt x="180870" y="182927"/>
                  </a:lnTo>
                  <a:lnTo>
                    <a:pt x="180741" y="182648"/>
                  </a:lnTo>
                  <a:lnTo>
                    <a:pt x="180729" y="182386"/>
                  </a:lnTo>
                  <a:lnTo>
                    <a:pt x="180709" y="182049"/>
                  </a:lnTo>
                  <a:lnTo>
                    <a:pt x="181122" y="182203"/>
                  </a:lnTo>
                  <a:lnTo>
                    <a:pt x="181416" y="182309"/>
                  </a:lnTo>
                  <a:lnTo>
                    <a:pt x="181682" y="182488"/>
                  </a:lnTo>
                  <a:lnTo>
                    <a:pt x="182021" y="182213"/>
                  </a:lnTo>
                  <a:lnTo>
                    <a:pt x="182390" y="181947"/>
                  </a:lnTo>
                  <a:lnTo>
                    <a:pt x="182776" y="182348"/>
                  </a:lnTo>
                  <a:lnTo>
                    <a:pt x="183008" y="182481"/>
                  </a:lnTo>
                  <a:lnTo>
                    <a:pt x="183123" y="18270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6779385" y="1860894"/>
              <a:ext cx="332595" cy="412148"/>
            </a:xfrm>
            <a:custGeom>
              <a:avLst/>
              <a:pathLst>
                <a:path w="332595" h="412148">
                  <a:moveTo>
                    <a:pt x="182879" y="182880"/>
                  </a:moveTo>
                  <a:lnTo>
                    <a:pt x="182840" y="183114"/>
                  </a:lnTo>
                  <a:lnTo>
                    <a:pt x="183066" y="183469"/>
                  </a:lnTo>
                  <a:lnTo>
                    <a:pt x="183267" y="183205"/>
                  </a:lnTo>
                  <a:lnTo>
                    <a:pt x="183583" y="183153"/>
                  </a:lnTo>
                  <a:lnTo>
                    <a:pt x="183832" y="183220"/>
                  </a:lnTo>
                  <a:lnTo>
                    <a:pt x="184927" y="183985"/>
                  </a:lnTo>
                  <a:lnTo>
                    <a:pt x="185041" y="184460"/>
                  </a:lnTo>
                  <a:lnTo>
                    <a:pt x="185028" y="184858"/>
                  </a:lnTo>
                  <a:lnTo>
                    <a:pt x="185151" y="185168"/>
                  </a:lnTo>
                  <a:lnTo>
                    <a:pt x="186072" y="185496"/>
                  </a:lnTo>
                  <a:lnTo>
                    <a:pt x="186521" y="185329"/>
                  </a:lnTo>
                  <a:lnTo>
                    <a:pt x="186890" y="185448"/>
                  </a:lnTo>
                  <a:lnTo>
                    <a:pt x="187132" y="185816"/>
                  </a:lnTo>
                  <a:lnTo>
                    <a:pt x="187301" y="186515"/>
                  </a:lnTo>
                  <a:lnTo>
                    <a:pt x="187737" y="186978"/>
                  </a:lnTo>
                  <a:lnTo>
                    <a:pt x="187981" y="187161"/>
                  </a:lnTo>
                  <a:lnTo>
                    <a:pt x="188505" y="186768"/>
                  </a:lnTo>
                  <a:lnTo>
                    <a:pt x="189174" y="186689"/>
                  </a:lnTo>
                  <a:lnTo>
                    <a:pt x="189606" y="186462"/>
                  </a:lnTo>
                  <a:lnTo>
                    <a:pt x="190456" y="186629"/>
                  </a:lnTo>
                  <a:lnTo>
                    <a:pt x="190655" y="187172"/>
                  </a:lnTo>
                  <a:lnTo>
                    <a:pt x="191066" y="187271"/>
                  </a:lnTo>
                  <a:lnTo>
                    <a:pt x="191309" y="187007"/>
                  </a:lnTo>
                  <a:lnTo>
                    <a:pt x="191771" y="186805"/>
                  </a:lnTo>
                  <a:lnTo>
                    <a:pt x="191870" y="187277"/>
                  </a:lnTo>
                  <a:lnTo>
                    <a:pt x="192370" y="187599"/>
                  </a:lnTo>
                  <a:lnTo>
                    <a:pt x="192686" y="187613"/>
                  </a:lnTo>
                  <a:lnTo>
                    <a:pt x="193194" y="187788"/>
                  </a:lnTo>
                  <a:lnTo>
                    <a:pt x="193185" y="188460"/>
                  </a:lnTo>
                  <a:lnTo>
                    <a:pt x="193109" y="189064"/>
                  </a:lnTo>
                  <a:lnTo>
                    <a:pt x="193243" y="189135"/>
                  </a:lnTo>
                  <a:lnTo>
                    <a:pt x="193602" y="189098"/>
                  </a:lnTo>
                  <a:lnTo>
                    <a:pt x="193741" y="189006"/>
                  </a:lnTo>
                  <a:lnTo>
                    <a:pt x="194379" y="188565"/>
                  </a:lnTo>
                  <a:lnTo>
                    <a:pt x="194677" y="188572"/>
                  </a:lnTo>
                  <a:lnTo>
                    <a:pt x="194913" y="188560"/>
                  </a:lnTo>
                  <a:lnTo>
                    <a:pt x="195168" y="188421"/>
                  </a:lnTo>
                  <a:lnTo>
                    <a:pt x="195494" y="188407"/>
                  </a:lnTo>
                  <a:lnTo>
                    <a:pt x="195753" y="188601"/>
                  </a:lnTo>
                  <a:lnTo>
                    <a:pt x="196098" y="188532"/>
                  </a:lnTo>
                  <a:lnTo>
                    <a:pt x="196314" y="188297"/>
                  </a:lnTo>
                  <a:lnTo>
                    <a:pt x="196453" y="188156"/>
                  </a:lnTo>
                  <a:lnTo>
                    <a:pt x="196693" y="188132"/>
                  </a:lnTo>
                  <a:lnTo>
                    <a:pt x="196906" y="188194"/>
                  </a:lnTo>
                  <a:lnTo>
                    <a:pt x="197073" y="188282"/>
                  </a:lnTo>
                  <a:lnTo>
                    <a:pt x="197188" y="187728"/>
                  </a:lnTo>
                  <a:lnTo>
                    <a:pt x="197359" y="187424"/>
                  </a:lnTo>
                  <a:lnTo>
                    <a:pt x="197506" y="187424"/>
                  </a:lnTo>
                  <a:lnTo>
                    <a:pt x="197661" y="187457"/>
                  </a:lnTo>
                  <a:lnTo>
                    <a:pt x="197811" y="187478"/>
                  </a:lnTo>
                  <a:lnTo>
                    <a:pt x="198092" y="187108"/>
                  </a:lnTo>
                  <a:lnTo>
                    <a:pt x="198659" y="187160"/>
                  </a:lnTo>
                  <a:lnTo>
                    <a:pt x="198848" y="187224"/>
                  </a:lnTo>
                  <a:lnTo>
                    <a:pt x="199253" y="187344"/>
                  </a:lnTo>
                  <a:lnTo>
                    <a:pt x="199484" y="186989"/>
                  </a:lnTo>
                  <a:lnTo>
                    <a:pt x="199646" y="186883"/>
                  </a:lnTo>
                  <a:lnTo>
                    <a:pt x="199782" y="186926"/>
                  </a:lnTo>
                  <a:lnTo>
                    <a:pt x="199898" y="187122"/>
                  </a:lnTo>
                  <a:lnTo>
                    <a:pt x="200028" y="187606"/>
                  </a:lnTo>
                  <a:lnTo>
                    <a:pt x="200288" y="188056"/>
                  </a:lnTo>
                  <a:lnTo>
                    <a:pt x="200066" y="188455"/>
                  </a:lnTo>
                  <a:lnTo>
                    <a:pt x="200351" y="188462"/>
                  </a:lnTo>
                  <a:lnTo>
                    <a:pt x="200790" y="188303"/>
                  </a:lnTo>
                  <a:lnTo>
                    <a:pt x="201247" y="188382"/>
                  </a:lnTo>
                  <a:lnTo>
                    <a:pt x="201750" y="188544"/>
                  </a:lnTo>
                  <a:lnTo>
                    <a:pt x="202270" y="188532"/>
                  </a:lnTo>
                  <a:lnTo>
                    <a:pt x="202517" y="188432"/>
                  </a:lnTo>
                  <a:lnTo>
                    <a:pt x="202791" y="187930"/>
                  </a:lnTo>
                  <a:lnTo>
                    <a:pt x="202908" y="187549"/>
                  </a:lnTo>
                  <a:lnTo>
                    <a:pt x="202961" y="187293"/>
                  </a:lnTo>
                  <a:lnTo>
                    <a:pt x="203264" y="186881"/>
                  </a:lnTo>
                  <a:lnTo>
                    <a:pt x="203962" y="186726"/>
                  </a:lnTo>
                  <a:lnTo>
                    <a:pt x="204264" y="186701"/>
                  </a:lnTo>
                  <a:lnTo>
                    <a:pt x="204604" y="186273"/>
                  </a:lnTo>
                  <a:lnTo>
                    <a:pt x="205086" y="184937"/>
                  </a:lnTo>
                  <a:lnTo>
                    <a:pt x="204869" y="184380"/>
                  </a:lnTo>
                  <a:lnTo>
                    <a:pt x="205036" y="183747"/>
                  </a:lnTo>
                  <a:lnTo>
                    <a:pt x="206056" y="183483"/>
                  </a:lnTo>
                  <a:lnTo>
                    <a:pt x="206653" y="183564"/>
                  </a:lnTo>
                  <a:lnTo>
                    <a:pt x="206903" y="183706"/>
                  </a:lnTo>
                  <a:lnTo>
                    <a:pt x="207422" y="183495"/>
                  </a:lnTo>
                  <a:lnTo>
                    <a:pt x="207605" y="183397"/>
                  </a:lnTo>
                  <a:lnTo>
                    <a:pt x="207915" y="183026"/>
                  </a:lnTo>
                  <a:lnTo>
                    <a:pt x="208573" y="183250"/>
                  </a:lnTo>
                  <a:lnTo>
                    <a:pt x="208774" y="183371"/>
                  </a:lnTo>
                  <a:lnTo>
                    <a:pt x="209369" y="183434"/>
                  </a:lnTo>
                  <a:lnTo>
                    <a:pt x="209590" y="183830"/>
                  </a:lnTo>
                  <a:lnTo>
                    <a:pt x="209429" y="184019"/>
                  </a:lnTo>
                  <a:lnTo>
                    <a:pt x="208720" y="184756"/>
                  </a:lnTo>
                  <a:lnTo>
                    <a:pt x="208775" y="185058"/>
                  </a:lnTo>
                  <a:lnTo>
                    <a:pt x="208980" y="185332"/>
                  </a:lnTo>
                  <a:lnTo>
                    <a:pt x="209680" y="185413"/>
                  </a:lnTo>
                  <a:lnTo>
                    <a:pt x="209797" y="185667"/>
                  </a:lnTo>
                  <a:lnTo>
                    <a:pt x="209857" y="185949"/>
                  </a:lnTo>
                  <a:lnTo>
                    <a:pt x="210086" y="186064"/>
                  </a:lnTo>
                  <a:lnTo>
                    <a:pt x="210490" y="185869"/>
                  </a:lnTo>
                  <a:lnTo>
                    <a:pt x="210799" y="185702"/>
                  </a:lnTo>
                  <a:lnTo>
                    <a:pt x="211016" y="185933"/>
                  </a:lnTo>
                  <a:lnTo>
                    <a:pt x="210549" y="186362"/>
                  </a:lnTo>
                  <a:lnTo>
                    <a:pt x="210605" y="186596"/>
                  </a:lnTo>
                  <a:lnTo>
                    <a:pt x="210829" y="186741"/>
                  </a:lnTo>
                  <a:lnTo>
                    <a:pt x="210965" y="186820"/>
                  </a:lnTo>
                  <a:lnTo>
                    <a:pt x="210787" y="187112"/>
                  </a:lnTo>
                  <a:lnTo>
                    <a:pt x="210922" y="187197"/>
                  </a:lnTo>
                  <a:lnTo>
                    <a:pt x="210932" y="187643"/>
                  </a:lnTo>
                  <a:lnTo>
                    <a:pt x="210905" y="187818"/>
                  </a:lnTo>
                  <a:lnTo>
                    <a:pt x="210728" y="188176"/>
                  </a:lnTo>
                  <a:lnTo>
                    <a:pt x="210599" y="188243"/>
                  </a:lnTo>
                  <a:lnTo>
                    <a:pt x="210432" y="188416"/>
                  </a:lnTo>
                  <a:lnTo>
                    <a:pt x="210950" y="188905"/>
                  </a:lnTo>
                  <a:lnTo>
                    <a:pt x="211080" y="188927"/>
                  </a:lnTo>
                  <a:lnTo>
                    <a:pt x="211263" y="189074"/>
                  </a:lnTo>
                  <a:lnTo>
                    <a:pt x="211449" y="189365"/>
                  </a:lnTo>
                  <a:lnTo>
                    <a:pt x="211180" y="189462"/>
                  </a:lnTo>
                  <a:lnTo>
                    <a:pt x="210680" y="189430"/>
                  </a:lnTo>
                  <a:lnTo>
                    <a:pt x="210474" y="189867"/>
                  </a:lnTo>
                  <a:lnTo>
                    <a:pt x="210425" y="190211"/>
                  </a:lnTo>
                  <a:lnTo>
                    <a:pt x="210278" y="190494"/>
                  </a:lnTo>
                  <a:lnTo>
                    <a:pt x="210016" y="190652"/>
                  </a:lnTo>
                  <a:lnTo>
                    <a:pt x="210054" y="190895"/>
                  </a:lnTo>
                  <a:lnTo>
                    <a:pt x="210267" y="191111"/>
                  </a:lnTo>
                  <a:lnTo>
                    <a:pt x="210549" y="191208"/>
                  </a:lnTo>
                  <a:lnTo>
                    <a:pt x="210503" y="191535"/>
                  </a:lnTo>
                  <a:lnTo>
                    <a:pt x="210760" y="191917"/>
                  </a:lnTo>
                  <a:lnTo>
                    <a:pt x="210976" y="191860"/>
                  </a:lnTo>
                  <a:lnTo>
                    <a:pt x="211156" y="191377"/>
                  </a:lnTo>
                  <a:lnTo>
                    <a:pt x="211233" y="191183"/>
                  </a:lnTo>
                  <a:lnTo>
                    <a:pt x="211391" y="190881"/>
                  </a:lnTo>
                  <a:lnTo>
                    <a:pt x="211559" y="190716"/>
                  </a:lnTo>
                  <a:lnTo>
                    <a:pt x="211772" y="190692"/>
                  </a:lnTo>
                  <a:lnTo>
                    <a:pt x="211923" y="190767"/>
                  </a:lnTo>
                  <a:lnTo>
                    <a:pt x="212206" y="190740"/>
                  </a:lnTo>
                  <a:lnTo>
                    <a:pt x="212339" y="190707"/>
                  </a:lnTo>
                  <a:lnTo>
                    <a:pt x="212467" y="190733"/>
                  </a:lnTo>
                  <a:lnTo>
                    <a:pt x="212612" y="190865"/>
                  </a:lnTo>
                  <a:lnTo>
                    <a:pt x="212769" y="190584"/>
                  </a:lnTo>
                  <a:lnTo>
                    <a:pt x="213328" y="190042"/>
                  </a:lnTo>
                  <a:lnTo>
                    <a:pt x="213459" y="189974"/>
                  </a:lnTo>
                  <a:lnTo>
                    <a:pt x="213636" y="189867"/>
                  </a:lnTo>
                  <a:lnTo>
                    <a:pt x="214007" y="189715"/>
                  </a:lnTo>
                  <a:lnTo>
                    <a:pt x="214309" y="189692"/>
                  </a:lnTo>
                  <a:lnTo>
                    <a:pt x="214356" y="189544"/>
                  </a:lnTo>
                  <a:lnTo>
                    <a:pt x="214781" y="189243"/>
                  </a:lnTo>
                  <a:lnTo>
                    <a:pt x="215082" y="189417"/>
                  </a:lnTo>
                  <a:lnTo>
                    <a:pt x="215512" y="189151"/>
                  </a:lnTo>
                  <a:lnTo>
                    <a:pt x="215896" y="189218"/>
                  </a:lnTo>
                  <a:lnTo>
                    <a:pt x="216113" y="189520"/>
                  </a:lnTo>
                  <a:lnTo>
                    <a:pt x="216324" y="189492"/>
                  </a:lnTo>
                  <a:lnTo>
                    <a:pt x="216518" y="189241"/>
                  </a:lnTo>
                  <a:lnTo>
                    <a:pt x="216799" y="188977"/>
                  </a:lnTo>
                  <a:lnTo>
                    <a:pt x="216942" y="188970"/>
                  </a:lnTo>
                  <a:lnTo>
                    <a:pt x="217303" y="189256"/>
                  </a:lnTo>
                  <a:lnTo>
                    <a:pt x="217303" y="189394"/>
                  </a:lnTo>
                  <a:lnTo>
                    <a:pt x="217287" y="189538"/>
                  </a:lnTo>
                  <a:lnTo>
                    <a:pt x="217369" y="189816"/>
                  </a:lnTo>
                  <a:lnTo>
                    <a:pt x="217720" y="189738"/>
                  </a:lnTo>
                  <a:lnTo>
                    <a:pt x="217913" y="189815"/>
                  </a:lnTo>
                  <a:lnTo>
                    <a:pt x="218255" y="189756"/>
                  </a:lnTo>
                  <a:lnTo>
                    <a:pt x="218499" y="189730"/>
                  </a:lnTo>
                  <a:lnTo>
                    <a:pt x="218875" y="189910"/>
                  </a:lnTo>
                  <a:lnTo>
                    <a:pt x="219127" y="190019"/>
                  </a:lnTo>
                  <a:lnTo>
                    <a:pt x="219581" y="190153"/>
                  </a:lnTo>
                  <a:lnTo>
                    <a:pt x="219698" y="190013"/>
                  </a:lnTo>
                  <a:lnTo>
                    <a:pt x="219924" y="189662"/>
                  </a:lnTo>
                  <a:lnTo>
                    <a:pt x="220317" y="189748"/>
                  </a:lnTo>
                  <a:lnTo>
                    <a:pt x="220584" y="189911"/>
                  </a:lnTo>
                  <a:lnTo>
                    <a:pt x="220608" y="190096"/>
                  </a:lnTo>
                  <a:lnTo>
                    <a:pt x="220677" y="190254"/>
                  </a:lnTo>
                  <a:lnTo>
                    <a:pt x="220814" y="190245"/>
                  </a:lnTo>
                  <a:lnTo>
                    <a:pt x="220961" y="190230"/>
                  </a:lnTo>
                  <a:lnTo>
                    <a:pt x="220860" y="189985"/>
                  </a:lnTo>
                  <a:lnTo>
                    <a:pt x="220803" y="189748"/>
                  </a:lnTo>
                  <a:lnTo>
                    <a:pt x="221018" y="189572"/>
                  </a:lnTo>
                  <a:lnTo>
                    <a:pt x="221501" y="189477"/>
                  </a:lnTo>
                  <a:lnTo>
                    <a:pt x="221136" y="189085"/>
                  </a:lnTo>
                  <a:lnTo>
                    <a:pt x="221116" y="188876"/>
                  </a:lnTo>
                  <a:lnTo>
                    <a:pt x="221136" y="188705"/>
                  </a:lnTo>
                  <a:lnTo>
                    <a:pt x="221168" y="188517"/>
                  </a:lnTo>
                  <a:lnTo>
                    <a:pt x="221213" y="188313"/>
                  </a:lnTo>
                  <a:lnTo>
                    <a:pt x="221362" y="188189"/>
                  </a:lnTo>
                  <a:lnTo>
                    <a:pt x="221567" y="188045"/>
                  </a:lnTo>
                  <a:lnTo>
                    <a:pt x="222012" y="188264"/>
                  </a:lnTo>
                  <a:lnTo>
                    <a:pt x="222283" y="188233"/>
                  </a:lnTo>
                  <a:lnTo>
                    <a:pt x="222632" y="188425"/>
                  </a:lnTo>
                  <a:lnTo>
                    <a:pt x="223140" y="188586"/>
                  </a:lnTo>
                  <a:lnTo>
                    <a:pt x="223370" y="188566"/>
                  </a:lnTo>
                  <a:lnTo>
                    <a:pt x="223794" y="188691"/>
                  </a:lnTo>
                  <a:lnTo>
                    <a:pt x="224181" y="189001"/>
                  </a:lnTo>
                  <a:lnTo>
                    <a:pt x="224346" y="188733"/>
                  </a:lnTo>
                  <a:lnTo>
                    <a:pt x="224616" y="188652"/>
                  </a:lnTo>
                  <a:lnTo>
                    <a:pt x="224836" y="188600"/>
                  </a:lnTo>
                  <a:lnTo>
                    <a:pt x="225113" y="188189"/>
                  </a:lnTo>
                  <a:lnTo>
                    <a:pt x="225503" y="188237"/>
                  </a:lnTo>
                  <a:lnTo>
                    <a:pt x="225789" y="188134"/>
                  </a:lnTo>
                  <a:lnTo>
                    <a:pt x="225896" y="187980"/>
                  </a:lnTo>
                  <a:lnTo>
                    <a:pt x="226010" y="187760"/>
                  </a:lnTo>
                  <a:lnTo>
                    <a:pt x="226019" y="187609"/>
                  </a:lnTo>
                  <a:lnTo>
                    <a:pt x="226183" y="187117"/>
                  </a:lnTo>
                  <a:lnTo>
                    <a:pt x="226259" y="186983"/>
                  </a:lnTo>
                  <a:lnTo>
                    <a:pt x="226355" y="186358"/>
                  </a:lnTo>
                  <a:lnTo>
                    <a:pt x="226715" y="185963"/>
                  </a:lnTo>
                  <a:lnTo>
                    <a:pt x="227093" y="185919"/>
                  </a:lnTo>
                  <a:lnTo>
                    <a:pt x="227439" y="186337"/>
                  </a:lnTo>
                  <a:lnTo>
                    <a:pt x="227657" y="186443"/>
                  </a:lnTo>
                  <a:lnTo>
                    <a:pt x="228187" y="186412"/>
                  </a:lnTo>
                  <a:lnTo>
                    <a:pt x="228370" y="186437"/>
                  </a:lnTo>
                  <a:lnTo>
                    <a:pt x="228589" y="186331"/>
                  </a:lnTo>
                  <a:lnTo>
                    <a:pt x="228855" y="186182"/>
                  </a:lnTo>
                  <a:lnTo>
                    <a:pt x="229087" y="186018"/>
                  </a:lnTo>
                  <a:lnTo>
                    <a:pt x="228972" y="185609"/>
                  </a:lnTo>
                  <a:lnTo>
                    <a:pt x="228940" y="185343"/>
                  </a:lnTo>
                  <a:lnTo>
                    <a:pt x="229167" y="185337"/>
                  </a:lnTo>
                  <a:lnTo>
                    <a:pt x="229395" y="185294"/>
                  </a:lnTo>
                  <a:lnTo>
                    <a:pt x="229530" y="185261"/>
                  </a:lnTo>
                  <a:lnTo>
                    <a:pt x="229543" y="185088"/>
                  </a:lnTo>
                  <a:lnTo>
                    <a:pt x="229872" y="184691"/>
                  </a:lnTo>
                  <a:lnTo>
                    <a:pt x="230353" y="184643"/>
                  </a:lnTo>
                  <a:lnTo>
                    <a:pt x="230387" y="184770"/>
                  </a:lnTo>
                  <a:lnTo>
                    <a:pt x="230720" y="184850"/>
                  </a:lnTo>
                  <a:lnTo>
                    <a:pt x="230966" y="185146"/>
                  </a:lnTo>
                  <a:lnTo>
                    <a:pt x="231114" y="185142"/>
                  </a:lnTo>
                  <a:lnTo>
                    <a:pt x="231641" y="185275"/>
                  </a:lnTo>
                  <a:lnTo>
                    <a:pt x="231529" y="185619"/>
                  </a:lnTo>
                  <a:lnTo>
                    <a:pt x="231483" y="185995"/>
                  </a:lnTo>
                  <a:lnTo>
                    <a:pt x="231708" y="186182"/>
                  </a:lnTo>
                  <a:lnTo>
                    <a:pt x="231847" y="186064"/>
                  </a:lnTo>
                  <a:lnTo>
                    <a:pt x="231821" y="185915"/>
                  </a:lnTo>
                  <a:lnTo>
                    <a:pt x="231736" y="185748"/>
                  </a:lnTo>
                  <a:lnTo>
                    <a:pt x="231831" y="185481"/>
                  </a:lnTo>
                  <a:lnTo>
                    <a:pt x="232110" y="185535"/>
                  </a:lnTo>
                  <a:lnTo>
                    <a:pt x="232625" y="186030"/>
                  </a:lnTo>
                  <a:lnTo>
                    <a:pt x="232456" y="186566"/>
                  </a:lnTo>
                  <a:lnTo>
                    <a:pt x="232430" y="186761"/>
                  </a:lnTo>
                  <a:lnTo>
                    <a:pt x="232572" y="186885"/>
                  </a:lnTo>
                  <a:lnTo>
                    <a:pt x="232629" y="187172"/>
                  </a:lnTo>
                  <a:lnTo>
                    <a:pt x="233010" y="187169"/>
                  </a:lnTo>
                  <a:lnTo>
                    <a:pt x="233111" y="187457"/>
                  </a:lnTo>
                  <a:lnTo>
                    <a:pt x="233324" y="187841"/>
                  </a:lnTo>
                  <a:lnTo>
                    <a:pt x="233491" y="188013"/>
                  </a:lnTo>
                  <a:lnTo>
                    <a:pt x="233553" y="188196"/>
                  </a:lnTo>
                  <a:lnTo>
                    <a:pt x="233521" y="188402"/>
                  </a:lnTo>
                  <a:lnTo>
                    <a:pt x="233680" y="188484"/>
                  </a:lnTo>
                  <a:lnTo>
                    <a:pt x="234060" y="188699"/>
                  </a:lnTo>
                  <a:lnTo>
                    <a:pt x="234187" y="188654"/>
                  </a:lnTo>
                  <a:lnTo>
                    <a:pt x="234509" y="188602"/>
                  </a:lnTo>
                  <a:lnTo>
                    <a:pt x="234819" y="188553"/>
                  </a:lnTo>
                  <a:lnTo>
                    <a:pt x="235197" y="188632"/>
                  </a:lnTo>
                  <a:lnTo>
                    <a:pt x="235244" y="188791"/>
                  </a:lnTo>
                  <a:lnTo>
                    <a:pt x="235430" y="189051"/>
                  </a:lnTo>
                  <a:lnTo>
                    <a:pt x="235725" y="189180"/>
                  </a:lnTo>
                  <a:lnTo>
                    <a:pt x="236120" y="188748"/>
                  </a:lnTo>
                  <a:lnTo>
                    <a:pt x="236520" y="189097"/>
                  </a:lnTo>
                  <a:lnTo>
                    <a:pt x="236741" y="189097"/>
                  </a:lnTo>
                  <a:lnTo>
                    <a:pt x="237006" y="189128"/>
                  </a:lnTo>
                  <a:lnTo>
                    <a:pt x="237184" y="189542"/>
                  </a:lnTo>
                  <a:lnTo>
                    <a:pt x="237325" y="189808"/>
                  </a:lnTo>
                  <a:lnTo>
                    <a:pt x="237315" y="190287"/>
                  </a:lnTo>
                  <a:lnTo>
                    <a:pt x="237358" y="190473"/>
                  </a:lnTo>
                  <a:lnTo>
                    <a:pt x="237630" y="190416"/>
                  </a:lnTo>
                  <a:lnTo>
                    <a:pt x="237830" y="190562"/>
                  </a:lnTo>
                  <a:lnTo>
                    <a:pt x="238098" y="190876"/>
                  </a:lnTo>
                  <a:lnTo>
                    <a:pt x="238132" y="191041"/>
                  </a:lnTo>
                  <a:lnTo>
                    <a:pt x="238065" y="191771"/>
                  </a:lnTo>
                  <a:lnTo>
                    <a:pt x="238011" y="192034"/>
                  </a:lnTo>
                  <a:lnTo>
                    <a:pt x="238174" y="192200"/>
                  </a:lnTo>
                  <a:lnTo>
                    <a:pt x="238299" y="192353"/>
                  </a:lnTo>
                  <a:lnTo>
                    <a:pt x="238046" y="192406"/>
                  </a:lnTo>
                  <a:lnTo>
                    <a:pt x="237875" y="192460"/>
                  </a:lnTo>
                  <a:lnTo>
                    <a:pt x="238032" y="192780"/>
                  </a:lnTo>
                  <a:lnTo>
                    <a:pt x="238328" y="192619"/>
                  </a:lnTo>
                  <a:lnTo>
                    <a:pt x="238322" y="192826"/>
                  </a:lnTo>
                  <a:lnTo>
                    <a:pt x="238141" y="192948"/>
                  </a:lnTo>
                  <a:lnTo>
                    <a:pt x="237605" y="192858"/>
                  </a:lnTo>
                  <a:lnTo>
                    <a:pt x="237387" y="192665"/>
                  </a:lnTo>
                  <a:lnTo>
                    <a:pt x="237139" y="192963"/>
                  </a:lnTo>
                  <a:lnTo>
                    <a:pt x="236212" y="193660"/>
                  </a:lnTo>
                  <a:lnTo>
                    <a:pt x="236370" y="194196"/>
                  </a:lnTo>
                  <a:lnTo>
                    <a:pt x="236244" y="194335"/>
                  </a:lnTo>
                  <a:lnTo>
                    <a:pt x="236091" y="194344"/>
                  </a:lnTo>
                  <a:lnTo>
                    <a:pt x="235643" y="194448"/>
                  </a:lnTo>
                  <a:lnTo>
                    <a:pt x="235835" y="194747"/>
                  </a:lnTo>
                  <a:lnTo>
                    <a:pt x="236021" y="194791"/>
                  </a:lnTo>
                  <a:lnTo>
                    <a:pt x="235989" y="195060"/>
                  </a:lnTo>
                  <a:lnTo>
                    <a:pt x="235826" y="195329"/>
                  </a:lnTo>
                  <a:lnTo>
                    <a:pt x="236550" y="195755"/>
                  </a:lnTo>
                  <a:lnTo>
                    <a:pt x="236799" y="195818"/>
                  </a:lnTo>
                  <a:lnTo>
                    <a:pt x="237050" y="195759"/>
                  </a:lnTo>
                  <a:lnTo>
                    <a:pt x="237469" y="196059"/>
                  </a:lnTo>
                  <a:lnTo>
                    <a:pt x="237824" y="196131"/>
                  </a:lnTo>
                  <a:lnTo>
                    <a:pt x="237800" y="196288"/>
                  </a:lnTo>
                  <a:lnTo>
                    <a:pt x="237775" y="196741"/>
                  </a:lnTo>
                  <a:lnTo>
                    <a:pt x="237886" y="197099"/>
                  </a:lnTo>
                  <a:lnTo>
                    <a:pt x="237458" y="197793"/>
                  </a:lnTo>
                  <a:lnTo>
                    <a:pt x="237331" y="197760"/>
                  </a:lnTo>
                  <a:lnTo>
                    <a:pt x="236604" y="198110"/>
                  </a:lnTo>
                  <a:lnTo>
                    <a:pt x="235741" y="198174"/>
                  </a:lnTo>
                  <a:lnTo>
                    <a:pt x="235526" y="198204"/>
                  </a:lnTo>
                  <a:lnTo>
                    <a:pt x="235098" y="198385"/>
                  </a:lnTo>
                  <a:lnTo>
                    <a:pt x="235029" y="198584"/>
                  </a:lnTo>
                  <a:lnTo>
                    <a:pt x="234842" y="199196"/>
                  </a:lnTo>
                  <a:lnTo>
                    <a:pt x="234805" y="199435"/>
                  </a:lnTo>
                  <a:lnTo>
                    <a:pt x="234448" y="199493"/>
                  </a:lnTo>
                  <a:lnTo>
                    <a:pt x="234138" y="199784"/>
                  </a:lnTo>
                  <a:lnTo>
                    <a:pt x="233940" y="199737"/>
                  </a:lnTo>
                  <a:lnTo>
                    <a:pt x="233760" y="199696"/>
                  </a:lnTo>
                  <a:lnTo>
                    <a:pt x="233317" y="199587"/>
                  </a:lnTo>
                  <a:lnTo>
                    <a:pt x="233029" y="199472"/>
                  </a:lnTo>
                  <a:lnTo>
                    <a:pt x="232861" y="199339"/>
                  </a:lnTo>
                  <a:lnTo>
                    <a:pt x="232680" y="199249"/>
                  </a:lnTo>
                  <a:lnTo>
                    <a:pt x="232575" y="199407"/>
                  </a:lnTo>
                  <a:lnTo>
                    <a:pt x="232374" y="199551"/>
                  </a:lnTo>
                  <a:lnTo>
                    <a:pt x="232137" y="199418"/>
                  </a:lnTo>
                  <a:lnTo>
                    <a:pt x="231772" y="199355"/>
                  </a:lnTo>
                  <a:lnTo>
                    <a:pt x="231466" y="199414"/>
                  </a:lnTo>
                  <a:lnTo>
                    <a:pt x="231074" y="199453"/>
                  </a:lnTo>
                  <a:lnTo>
                    <a:pt x="230869" y="199849"/>
                  </a:lnTo>
                  <a:lnTo>
                    <a:pt x="230853" y="200097"/>
                  </a:lnTo>
                  <a:lnTo>
                    <a:pt x="230710" y="200250"/>
                  </a:lnTo>
                  <a:lnTo>
                    <a:pt x="230310" y="201008"/>
                  </a:lnTo>
                  <a:lnTo>
                    <a:pt x="230282" y="201326"/>
                  </a:lnTo>
                  <a:lnTo>
                    <a:pt x="230192" y="201599"/>
                  </a:lnTo>
                  <a:lnTo>
                    <a:pt x="230142" y="201782"/>
                  </a:lnTo>
                  <a:lnTo>
                    <a:pt x="229918" y="201928"/>
                  </a:lnTo>
                  <a:lnTo>
                    <a:pt x="229724" y="202019"/>
                  </a:lnTo>
                  <a:lnTo>
                    <a:pt x="229540" y="201843"/>
                  </a:lnTo>
                  <a:lnTo>
                    <a:pt x="229267" y="201820"/>
                  </a:lnTo>
                  <a:lnTo>
                    <a:pt x="229166" y="202383"/>
                  </a:lnTo>
                  <a:lnTo>
                    <a:pt x="229223" y="202538"/>
                  </a:lnTo>
                  <a:lnTo>
                    <a:pt x="229233" y="202681"/>
                  </a:lnTo>
                  <a:lnTo>
                    <a:pt x="228986" y="202886"/>
                  </a:lnTo>
                  <a:lnTo>
                    <a:pt x="228607" y="202877"/>
                  </a:lnTo>
                  <a:lnTo>
                    <a:pt x="228296" y="202811"/>
                  </a:lnTo>
                  <a:lnTo>
                    <a:pt x="227997" y="202609"/>
                  </a:lnTo>
                  <a:lnTo>
                    <a:pt x="227384" y="202926"/>
                  </a:lnTo>
                  <a:lnTo>
                    <a:pt x="226998" y="203169"/>
                  </a:lnTo>
                  <a:lnTo>
                    <a:pt x="227145" y="203613"/>
                  </a:lnTo>
                  <a:lnTo>
                    <a:pt x="227073" y="203788"/>
                  </a:lnTo>
                  <a:lnTo>
                    <a:pt x="226984" y="203927"/>
                  </a:lnTo>
                  <a:lnTo>
                    <a:pt x="226310" y="204163"/>
                  </a:lnTo>
                  <a:lnTo>
                    <a:pt x="225900" y="204101"/>
                  </a:lnTo>
                  <a:lnTo>
                    <a:pt x="225551" y="204280"/>
                  </a:lnTo>
                  <a:lnTo>
                    <a:pt x="225853" y="204711"/>
                  </a:lnTo>
                  <a:lnTo>
                    <a:pt x="225721" y="204824"/>
                  </a:lnTo>
                  <a:lnTo>
                    <a:pt x="225474" y="204879"/>
                  </a:lnTo>
                  <a:lnTo>
                    <a:pt x="225131" y="204872"/>
                  </a:lnTo>
                  <a:lnTo>
                    <a:pt x="224670" y="205101"/>
                  </a:lnTo>
                  <a:lnTo>
                    <a:pt x="224717" y="205308"/>
                  </a:lnTo>
                  <a:lnTo>
                    <a:pt x="224634" y="205707"/>
                  </a:lnTo>
                  <a:lnTo>
                    <a:pt x="224913" y="206079"/>
                  </a:lnTo>
                  <a:lnTo>
                    <a:pt x="224765" y="206570"/>
                  </a:lnTo>
                  <a:lnTo>
                    <a:pt x="224621" y="206616"/>
                  </a:lnTo>
                  <a:lnTo>
                    <a:pt x="224495" y="206858"/>
                  </a:lnTo>
                  <a:lnTo>
                    <a:pt x="224782" y="207007"/>
                  </a:lnTo>
                  <a:lnTo>
                    <a:pt x="224898" y="207164"/>
                  </a:lnTo>
                  <a:lnTo>
                    <a:pt x="225046" y="207501"/>
                  </a:lnTo>
                  <a:lnTo>
                    <a:pt x="225006" y="207977"/>
                  </a:lnTo>
                  <a:lnTo>
                    <a:pt x="224971" y="208273"/>
                  </a:lnTo>
                  <a:lnTo>
                    <a:pt x="224538" y="208812"/>
                  </a:lnTo>
                  <a:lnTo>
                    <a:pt x="224249" y="208944"/>
                  </a:lnTo>
                  <a:lnTo>
                    <a:pt x="223916" y="209060"/>
                  </a:lnTo>
                  <a:lnTo>
                    <a:pt x="223809" y="209465"/>
                  </a:lnTo>
                  <a:lnTo>
                    <a:pt x="223512" y="209638"/>
                  </a:lnTo>
                  <a:lnTo>
                    <a:pt x="223292" y="210127"/>
                  </a:lnTo>
                  <a:lnTo>
                    <a:pt x="223193" y="210687"/>
                  </a:lnTo>
                  <a:lnTo>
                    <a:pt x="223040" y="210896"/>
                  </a:lnTo>
                  <a:lnTo>
                    <a:pt x="222787" y="211032"/>
                  </a:lnTo>
                  <a:lnTo>
                    <a:pt x="222579" y="211312"/>
                  </a:lnTo>
                  <a:lnTo>
                    <a:pt x="222726" y="211514"/>
                  </a:lnTo>
                  <a:lnTo>
                    <a:pt x="222824" y="211689"/>
                  </a:lnTo>
                  <a:lnTo>
                    <a:pt x="222616" y="212098"/>
                  </a:lnTo>
                  <a:lnTo>
                    <a:pt x="222340" y="212190"/>
                  </a:lnTo>
                  <a:lnTo>
                    <a:pt x="222165" y="212409"/>
                  </a:lnTo>
                  <a:lnTo>
                    <a:pt x="222205" y="212601"/>
                  </a:lnTo>
                  <a:lnTo>
                    <a:pt x="222381" y="212811"/>
                  </a:lnTo>
                  <a:lnTo>
                    <a:pt x="222664" y="213049"/>
                  </a:lnTo>
                  <a:lnTo>
                    <a:pt x="222461" y="213554"/>
                  </a:lnTo>
                  <a:lnTo>
                    <a:pt x="222464" y="213721"/>
                  </a:lnTo>
                  <a:lnTo>
                    <a:pt x="222249" y="214010"/>
                  </a:lnTo>
                  <a:lnTo>
                    <a:pt x="222121" y="214078"/>
                  </a:lnTo>
                  <a:lnTo>
                    <a:pt x="221649" y="214238"/>
                  </a:lnTo>
                  <a:lnTo>
                    <a:pt x="221526" y="214452"/>
                  </a:lnTo>
                  <a:lnTo>
                    <a:pt x="221346" y="214664"/>
                  </a:lnTo>
                  <a:lnTo>
                    <a:pt x="221128" y="214680"/>
                  </a:lnTo>
                  <a:lnTo>
                    <a:pt x="220945" y="214692"/>
                  </a:lnTo>
                  <a:lnTo>
                    <a:pt x="220432" y="214734"/>
                  </a:lnTo>
                  <a:lnTo>
                    <a:pt x="220234" y="215006"/>
                  </a:lnTo>
                  <a:lnTo>
                    <a:pt x="220210" y="215600"/>
                  </a:lnTo>
                  <a:lnTo>
                    <a:pt x="220177" y="215839"/>
                  </a:lnTo>
                  <a:lnTo>
                    <a:pt x="220009" y="215950"/>
                  </a:lnTo>
                  <a:lnTo>
                    <a:pt x="219843" y="216010"/>
                  </a:lnTo>
                  <a:lnTo>
                    <a:pt x="219652" y="216018"/>
                  </a:lnTo>
                  <a:lnTo>
                    <a:pt x="219260" y="216165"/>
                  </a:lnTo>
                  <a:lnTo>
                    <a:pt x="218982" y="216063"/>
                  </a:lnTo>
                  <a:lnTo>
                    <a:pt x="218736" y="216101"/>
                  </a:lnTo>
                  <a:lnTo>
                    <a:pt x="218500" y="216105"/>
                  </a:lnTo>
                  <a:lnTo>
                    <a:pt x="218299" y="216073"/>
                  </a:lnTo>
                  <a:lnTo>
                    <a:pt x="217729" y="216400"/>
                  </a:lnTo>
                  <a:lnTo>
                    <a:pt x="217545" y="216480"/>
                  </a:lnTo>
                  <a:lnTo>
                    <a:pt x="217076" y="216411"/>
                  </a:lnTo>
                  <a:lnTo>
                    <a:pt x="216941" y="216340"/>
                  </a:lnTo>
                  <a:lnTo>
                    <a:pt x="216485" y="216427"/>
                  </a:lnTo>
                  <a:lnTo>
                    <a:pt x="216158" y="216355"/>
                  </a:lnTo>
                  <a:lnTo>
                    <a:pt x="215890" y="216503"/>
                  </a:lnTo>
                  <a:lnTo>
                    <a:pt x="215856" y="216652"/>
                  </a:lnTo>
                  <a:lnTo>
                    <a:pt x="215901" y="216800"/>
                  </a:lnTo>
                  <a:lnTo>
                    <a:pt x="216166" y="216926"/>
                  </a:lnTo>
                  <a:lnTo>
                    <a:pt x="216316" y="217332"/>
                  </a:lnTo>
                  <a:lnTo>
                    <a:pt x="216554" y="217497"/>
                  </a:lnTo>
                  <a:lnTo>
                    <a:pt x="216697" y="218018"/>
                  </a:lnTo>
                  <a:lnTo>
                    <a:pt x="216262" y="217766"/>
                  </a:lnTo>
                  <a:lnTo>
                    <a:pt x="216103" y="218112"/>
                  </a:lnTo>
                  <a:lnTo>
                    <a:pt x="216176" y="218439"/>
                  </a:lnTo>
                  <a:lnTo>
                    <a:pt x="216514" y="218385"/>
                  </a:lnTo>
                  <a:lnTo>
                    <a:pt x="216658" y="218174"/>
                  </a:lnTo>
                  <a:lnTo>
                    <a:pt x="216949" y="218131"/>
                  </a:lnTo>
                  <a:lnTo>
                    <a:pt x="217678" y="218448"/>
                  </a:lnTo>
                  <a:lnTo>
                    <a:pt x="217992" y="218521"/>
                  </a:lnTo>
                  <a:lnTo>
                    <a:pt x="218251" y="218710"/>
                  </a:lnTo>
                  <a:lnTo>
                    <a:pt x="218797" y="218378"/>
                  </a:lnTo>
                  <a:lnTo>
                    <a:pt x="219620" y="219080"/>
                  </a:lnTo>
                  <a:lnTo>
                    <a:pt x="219987" y="219047"/>
                  </a:lnTo>
                  <a:lnTo>
                    <a:pt x="220224" y="219142"/>
                  </a:lnTo>
                  <a:lnTo>
                    <a:pt x="220266" y="219578"/>
                  </a:lnTo>
                  <a:lnTo>
                    <a:pt x="220603" y="219574"/>
                  </a:lnTo>
                  <a:lnTo>
                    <a:pt x="220632" y="219996"/>
                  </a:lnTo>
                  <a:lnTo>
                    <a:pt x="220642" y="220236"/>
                  </a:lnTo>
                  <a:lnTo>
                    <a:pt x="220663" y="220548"/>
                  </a:lnTo>
                  <a:lnTo>
                    <a:pt x="220829" y="220607"/>
                  </a:lnTo>
                  <a:lnTo>
                    <a:pt x="220964" y="220833"/>
                  </a:lnTo>
                  <a:lnTo>
                    <a:pt x="221053" y="221015"/>
                  </a:lnTo>
                  <a:lnTo>
                    <a:pt x="221011" y="221143"/>
                  </a:lnTo>
                  <a:lnTo>
                    <a:pt x="220988" y="221331"/>
                  </a:lnTo>
                  <a:lnTo>
                    <a:pt x="221142" y="221524"/>
                  </a:lnTo>
                  <a:lnTo>
                    <a:pt x="221300" y="221593"/>
                  </a:lnTo>
                  <a:lnTo>
                    <a:pt x="222086" y="221493"/>
                  </a:lnTo>
                  <a:lnTo>
                    <a:pt x="222335" y="221343"/>
                  </a:lnTo>
                  <a:lnTo>
                    <a:pt x="222642" y="221149"/>
                  </a:lnTo>
                  <a:lnTo>
                    <a:pt x="222792" y="221585"/>
                  </a:lnTo>
                  <a:lnTo>
                    <a:pt x="222932" y="221298"/>
                  </a:lnTo>
                  <a:lnTo>
                    <a:pt x="222776" y="220990"/>
                  </a:lnTo>
                  <a:lnTo>
                    <a:pt x="223161" y="220891"/>
                  </a:lnTo>
                  <a:lnTo>
                    <a:pt x="223030" y="221124"/>
                  </a:lnTo>
                  <a:lnTo>
                    <a:pt x="223043" y="221301"/>
                  </a:lnTo>
                  <a:lnTo>
                    <a:pt x="223262" y="221143"/>
                  </a:lnTo>
                  <a:lnTo>
                    <a:pt x="223429" y="221075"/>
                  </a:lnTo>
                  <a:lnTo>
                    <a:pt x="223747" y="221445"/>
                  </a:lnTo>
                  <a:lnTo>
                    <a:pt x="223947" y="221733"/>
                  </a:lnTo>
                  <a:lnTo>
                    <a:pt x="223949" y="221959"/>
                  </a:lnTo>
                  <a:lnTo>
                    <a:pt x="224242" y="222038"/>
                  </a:lnTo>
                  <a:lnTo>
                    <a:pt x="224506" y="222099"/>
                  </a:lnTo>
                  <a:lnTo>
                    <a:pt x="224466" y="222375"/>
                  </a:lnTo>
                  <a:lnTo>
                    <a:pt x="224383" y="222505"/>
                  </a:lnTo>
                  <a:lnTo>
                    <a:pt x="224424" y="223088"/>
                  </a:lnTo>
                  <a:lnTo>
                    <a:pt x="224542" y="223394"/>
                  </a:lnTo>
                  <a:lnTo>
                    <a:pt x="224681" y="223418"/>
                  </a:lnTo>
                  <a:lnTo>
                    <a:pt x="225018" y="223685"/>
                  </a:lnTo>
                  <a:lnTo>
                    <a:pt x="225104" y="224049"/>
                  </a:lnTo>
                  <a:lnTo>
                    <a:pt x="225065" y="224223"/>
                  </a:lnTo>
                  <a:lnTo>
                    <a:pt x="224993" y="224379"/>
                  </a:lnTo>
                  <a:lnTo>
                    <a:pt x="224947" y="224527"/>
                  </a:lnTo>
                  <a:lnTo>
                    <a:pt x="225017" y="224851"/>
                  </a:lnTo>
                  <a:lnTo>
                    <a:pt x="225405" y="224965"/>
                  </a:lnTo>
                  <a:lnTo>
                    <a:pt x="225545" y="224948"/>
                  </a:lnTo>
                  <a:lnTo>
                    <a:pt x="225853" y="225307"/>
                  </a:lnTo>
                  <a:lnTo>
                    <a:pt x="226141" y="225321"/>
                  </a:lnTo>
                  <a:lnTo>
                    <a:pt x="226269" y="225129"/>
                  </a:lnTo>
                  <a:lnTo>
                    <a:pt x="226476" y="224874"/>
                  </a:lnTo>
                  <a:lnTo>
                    <a:pt x="226666" y="224806"/>
                  </a:lnTo>
                  <a:lnTo>
                    <a:pt x="226806" y="224839"/>
                  </a:lnTo>
                  <a:lnTo>
                    <a:pt x="227139" y="224541"/>
                  </a:lnTo>
                  <a:lnTo>
                    <a:pt x="227353" y="224436"/>
                  </a:lnTo>
                  <a:lnTo>
                    <a:pt x="227724" y="223938"/>
                  </a:lnTo>
                  <a:lnTo>
                    <a:pt x="227882" y="223540"/>
                  </a:lnTo>
                  <a:lnTo>
                    <a:pt x="228143" y="223515"/>
                  </a:lnTo>
                  <a:lnTo>
                    <a:pt x="229125" y="222970"/>
                  </a:lnTo>
                  <a:lnTo>
                    <a:pt x="229554" y="222638"/>
                  </a:lnTo>
                  <a:lnTo>
                    <a:pt x="229662" y="222475"/>
                  </a:lnTo>
                  <a:lnTo>
                    <a:pt x="229842" y="222211"/>
                  </a:lnTo>
                  <a:lnTo>
                    <a:pt x="230181" y="222439"/>
                  </a:lnTo>
                  <a:lnTo>
                    <a:pt x="230447" y="222878"/>
                  </a:lnTo>
                  <a:lnTo>
                    <a:pt x="230703" y="223012"/>
                  </a:lnTo>
                  <a:lnTo>
                    <a:pt x="231183" y="223174"/>
                  </a:lnTo>
                  <a:lnTo>
                    <a:pt x="231382" y="222964"/>
                  </a:lnTo>
                  <a:lnTo>
                    <a:pt x="231706" y="222988"/>
                  </a:lnTo>
                  <a:lnTo>
                    <a:pt x="231964" y="223101"/>
                  </a:lnTo>
                  <a:lnTo>
                    <a:pt x="232238" y="223176"/>
                  </a:lnTo>
                  <a:lnTo>
                    <a:pt x="232396" y="222994"/>
                  </a:lnTo>
                  <a:lnTo>
                    <a:pt x="232507" y="222656"/>
                  </a:lnTo>
                  <a:lnTo>
                    <a:pt x="232597" y="222386"/>
                  </a:lnTo>
                  <a:lnTo>
                    <a:pt x="233015" y="221875"/>
                  </a:lnTo>
                  <a:lnTo>
                    <a:pt x="233282" y="221707"/>
                  </a:lnTo>
                  <a:lnTo>
                    <a:pt x="233609" y="221439"/>
                  </a:lnTo>
                  <a:lnTo>
                    <a:pt x="233705" y="221569"/>
                  </a:lnTo>
                  <a:lnTo>
                    <a:pt x="234530" y="221454"/>
                  </a:lnTo>
                  <a:lnTo>
                    <a:pt x="235034" y="221141"/>
                  </a:lnTo>
                  <a:lnTo>
                    <a:pt x="235322" y="221568"/>
                  </a:lnTo>
                  <a:lnTo>
                    <a:pt x="235293" y="221721"/>
                  </a:lnTo>
                  <a:lnTo>
                    <a:pt x="235338" y="221938"/>
                  </a:lnTo>
                  <a:lnTo>
                    <a:pt x="235419" y="222078"/>
                  </a:lnTo>
                  <a:lnTo>
                    <a:pt x="235620" y="222554"/>
                  </a:lnTo>
                  <a:lnTo>
                    <a:pt x="235801" y="222710"/>
                  </a:lnTo>
                  <a:lnTo>
                    <a:pt x="235774" y="223000"/>
                  </a:lnTo>
                  <a:lnTo>
                    <a:pt x="236393" y="223147"/>
                  </a:lnTo>
                  <a:lnTo>
                    <a:pt x="236491" y="223294"/>
                  </a:lnTo>
                  <a:lnTo>
                    <a:pt x="236524" y="223437"/>
                  </a:lnTo>
                  <a:lnTo>
                    <a:pt x="236749" y="223483"/>
                  </a:lnTo>
                  <a:lnTo>
                    <a:pt x="236958" y="222918"/>
                  </a:lnTo>
                  <a:lnTo>
                    <a:pt x="237073" y="222620"/>
                  </a:lnTo>
                  <a:lnTo>
                    <a:pt x="237142" y="222395"/>
                  </a:lnTo>
                  <a:lnTo>
                    <a:pt x="237426" y="222576"/>
                  </a:lnTo>
                  <a:lnTo>
                    <a:pt x="237529" y="222428"/>
                  </a:lnTo>
                  <a:lnTo>
                    <a:pt x="237631" y="222246"/>
                  </a:lnTo>
                  <a:lnTo>
                    <a:pt x="237868" y="221979"/>
                  </a:lnTo>
                  <a:lnTo>
                    <a:pt x="237736" y="221367"/>
                  </a:lnTo>
                  <a:lnTo>
                    <a:pt x="237790" y="221236"/>
                  </a:lnTo>
                  <a:lnTo>
                    <a:pt x="237718" y="221037"/>
                  </a:lnTo>
                  <a:lnTo>
                    <a:pt x="237543" y="220824"/>
                  </a:lnTo>
                  <a:lnTo>
                    <a:pt x="237663" y="220351"/>
                  </a:lnTo>
                  <a:lnTo>
                    <a:pt x="237715" y="219872"/>
                  </a:lnTo>
                  <a:lnTo>
                    <a:pt x="237980" y="219917"/>
                  </a:lnTo>
                  <a:lnTo>
                    <a:pt x="238140" y="219873"/>
                  </a:lnTo>
                  <a:lnTo>
                    <a:pt x="238342" y="219654"/>
                  </a:lnTo>
                  <a:lnTo>
                    <a:pt x="238643" y="219833"/>
                  </a:lnTo>
                  <a:lnTo>
                    <a:pt x="238847" y="220019"/>
                  </a:lnTo>
                  <a:lnTo>
                    <a:pt x="239001" y="220118"/>
                  </a:lnTo>
                  <a:lnTo>
                    <a:pt x="239160" y="220172"/>
                  </a:lnTo>
                  <a:lnTo>
                    <a:pt x="239624" y="219843"/>
                  </a:lnTo>
                  <a:lnTo>
                    <a:pt x="239993" y="220307"/>
                  </a:lnTo>
                  <a:lnTo>
                    <a:pt x="241069" y="220834"/>
                  </a:lnTo>
                  <a:lnTo>
                    <a:pt x="241371" y="220829"/>
                  </a:lnTo>
                  <a:lnTo>
                    <a:pt x="241402" y="220601"/>
                  </a:lnTo>
                  <a:lnTo>
                    <a:pt x="241659" y="220423"/>
                  </a:lnTo>
                  <a:lnTo>
                    <a:pt x="242204" y="220374"/>
                  </a:lnTo>
                  <a:lnTo>
                    <a:pt x="242565" y="220517"/>
                  </a:lnTo>
                  <a:lnTo>
                    <a:pt x="242525" y="220804"/>
                  </a:lnTo>
                  <a:lnTo>
                    <a:pt x="242542" y="221405"/>
                  </a:lnTo>
                  <a:lnTo>
                    <a:pt x="242623" y="221614"/>
                  </a:lnTo>
                  <a:lnTo>
                    <a:pt x="242658" y="221872"/>
                  </a:lnTo>
                  <a:lnTo>
                    <a:pt x="243558" y="221555"/>
                  </a:lnTo>
                  <a:lnTo>
                    <a:pt x="243913" y="221174"/>
                  </a:lnTo>
                  <a:lnTo>
                    <a:pt x="243917" y="220935"/>
                  </a:lnTo>
                  <a:lnTo>
                    <a:pt x="243956" y="220663"/>
                  </a:lnTo>
                  <a:lnTo>
                    <a:pt x="243994" y="220466"/>
                  </a:lnTo>
                  <a:lnTo>
                    <a:pt x="244042" y="220328"/>
                  </a:lnTo>
                  <a:lnTo>
                    <a:pt x="244176" y="220213"/>
                  </a:lnTo>
                  <a:lnTo>
                    <a:pt x="244109" y="219741"/>
                  </a:lnTo>
                  <a:lnTo>
                    <a:pt x="244342" y="219071"/>
                  </a:lnTo>
                  <a:lnTo>
                    <a:pt x="244473" y="218468"/>
                  </a:lnTo>
                  <a:lnTo>
                    <a:pt x="244483" y="218296"/>
                  </a:lnTo>
                  <a:lnTo>
                    <a:pt x="244455" y="218145"/>
                  </a:lnTo>
                  <a:lnTo>
                    <a:pt x="244452" y="217893"/>
                  </a:lnTo>
                  <a:lnTo>
                    <a:pt x="244627" y="217567"/>
                  </a:lnTo>
                  <a:lnTo>
                    <a:pt x="244886" y="217496"/>
                  </a:lnTo>
                  <a:lnTo>
                    <a:pt x="245563" y="217608"/>
                  </a:lnTo>
                  <a:lnTo>
                    <a:pt x="245533" y="217751"/>
                  </a:lnTo>
                  <a:lnTo>
                    <a:pt x="245507" y="217997"/>
                  </a:lnTo>
                  <a:lnTo>
                    <a:pt x="245785" y="218245"/>
                  </a:lnTo>
                  <a:lnTo>
                    <a:pt x="246185" y="218114"/>
                  </a:lnTo>
                  <a:lnTo>
                    <a:pt x="246364" y="217818"/>
                  </a:lnTo>
                  <a:lnTo>
                    <a:pt x="246606" y="217535"/>
                  </a:lnTo>
                  <a:lnTo>
                    <a:pt x="247262" y="217212"/>
                  </a:lnTo>
                  <a:lnTo>
                    <a:pt x="247583" y="217277"/>
                  </a:lnTo>
                  <a:lnTo>
                    <a:pt x="247897" y="217083"/>
                  </a:lnTo>
                  <a:lnTo>
                    <a:pt x="248153" y="216905"/>
                  </a:lnTo>
                  <a:lnTo>
                    <a:pt x="248278" y="217234"/>
                  </a:lnTo>
                  <a:lnTo>
                    <a:pt x="248695" y="217169"/>
                  </a:lnTo>
                  <a:lnTo>
                    <a:pt x="248964" y="217443"/>
                  </a:lnTo>
                  <a:lnTo>
                    <a:pt x="249086" y="217015"/>
                  </a:lnTo>
                  <a:lnTo>
                    <a:pt x="249443" y="216918"/>
                  </a:lnTo>
                  <a:lnTo>
                    <a:pt x="249567" y="216733"/>
                  </a:lnTo>
                  <a:lnTo>
                    <a:pt x="250100" y="215732"/>
                  </a:lnTo>
                  <a:lnTo>
                    <a:pt x="250277" y="215941"/>
                  </a:lnTo>
                  <a:lnTo>
                    <a:pt x="250418" y="215894"/>
                  </a:lnTo>
                  <a:lnTo>
                    <a:pt x="250654" y="215856"/>
                  </a:lnTo>
                  <a:lnTo>
                    <a:pt x="250830" y="215867"/>
                  </a:lnTo>
                  <a:lnTo>
                    <a:pt x="251355" y="216363"/>
                  </a:lnTo>
                  <a:lnTo>
                    <a:pt x="251332" y="216586"/>
                  </a:lnTo>
                  <a:lnTo>
                    <a:pt x="251719" y="217192"/>
                  </a:lnTo>
                  <a:lnTo>
                    <a:pt x="252004" y="217261"/>
                  </a:lnTo>
                  <a:lnTo>
                    <a:pt x="252047" y="217483"/>
                  </a:lnTo>
                  <a:lnTo>
                    <a:pt x="252375" y="217322"/>
                  </a:lnTo>
                  <a:lnTo>
                    <a:pt x="252763" y="217127"/>
                  </a:lnTo>
                  <a:lnTo>
                    <a:pt x="253070" y="216936"/>
                  </a:lnTo>
                  <a:lnTo>
                    <a:pt x="253360" y="216861"/>
                  </a:lnTo>
                  <a:lnTo>
                    <a:pt x="253819" y="216566"/>
                  </a:lnTo>
                  <a:lnTo>
                    <a:pt x="254884" y="216322"/>
                  </a:lnTo>
                  <a:lnTo>
                    <a:pt x="255065" y="216331"/>
                  </a:lnTo>
                  <a:lnTo>
                    <a:pt x="255529" y="216353"/>
                  </a:lnTo>
                  <a:lnTo>
                    <a:pt x="255147" y="216131"/>
                  </a:lnTo>
                  <a:lnTo>
                    <a:pt x="255129" y="215960"/>
                  </a:lnTo>
                  <a:lnTo>
                    <a:pt x="255139" y="215699"/>
                  </a:lnTo>
                  <a:lnTo>
                    <a:pt x="255287" y="215663"/>
                  </a:lnTo>
                  <a:lnTo>
                    <a:pt x="255624" y="215543"/>
                  </a:lnTo>
                  <a:lnTo>
                    <a:pt x="255852" y="215411"/>
                  </a:lnTo>
                  <a:lnTo>
                    <a:pt x="256151" y="215214"/>
                  </a:lnTo>
                  <a:lnTo>
                    <a:pt x="256459" y="215045"/>
                  </a:lnTo>
                  <a:lnTo>
                    <a:pt x="256703" y="214880"/>
                  </a:lnTo>
                  <a:lnTo>
                    <a:pt x="256864" y="214895"/>
                  </a:lnTo>
                  <a:lnTo>
                    <a:pt x="257070" y="214990"/>
                  </a:lnTo>
                  <a:lnTo>
                    <a:pt x="257149" y="214836"/>
                  </a:lnTo>
                  <a:lnTo>
                    <a:pt x="257572" y="214716"/>
                  </a:lnTo>
                  <a:lnTo>
                    <a:pt x="258074" y="214769"/>
                  </a:lnTo>
                  <a:lnTo>
                    <a:pt x="258166" y="214503"/>
                  </a:lnTo>
                  <a:lnTo>
                    <a:pt x="258617" y="213778"/>
                  </a:lnTo>
                  <a:lnTo>
                    <a:pt x="258818" y="213664"/>
                  </a:lnTo>
                  <a:lnTo>
                    <a:pt x="258964" y="213626"/>
                  </a:lnTo>
                  <a:lnTo>
                    <a:pt x="259106" y="213633"/>
                  </a:lnTo>
                  <a:lnTo>
                    <a:pt x="259420" y="213561"/>
                  </a:lnTo>
                  <a:lnTo>
                    <a:pt x="259918" y="213484"/>
                  </a:lnTo>
                  <a:lnTo>
                    <a:pt x="259991" y="213621"/>
                  </a:lnTo>
                  <a:lnTo>
                    <a:pt x="260127" y="213813"/>
                  </a:lnTo>
                  <a:lnTo>
                    <a:pt x="260420" y="213954"/>
                  </a:lnTo>
                  <a:lnTo>
                    <a:pt x="260698" y="213868"/>
                  </a:lnTo>
                  <a:lnTo>
                    <a:pt x="260900" y="213884"/>
                  </a:lnTo>
                  <a:lnTo>
                    <a:pt x="261094" y="213947"/>
                  </a:lnTo>
                  <a:lnTo>
                    <a:pt x="261442" y="214174"/>
                  </a:lnTo>
                  <a:lnTo>
                    <a:pt x="261650" y="214434"/>
                  </a:lnTo>
                  <a:lnTo>
                    <a:pt x="262046" y="214351"/>
                  </a:lnTo>
                  <a:lnTo>
                    <a:pt x="262042" y="214044"/>
                  </a:lnTo>
                  <a:lnTo>
                    <a:pt x="261939" y="213832"/>
                  </a:lnTo>
                  <a:lnTo>
                    <a:pt x="261961" y="213596"/>
                  </a:lnTo>
                  <a:lnTo>
                    <a:pt x="262014" y="213414"/>
                  </a:lnTo>
                  <a:lnTo>
                    <a:pt x="262203" y="213053"/>
                  </a:lnTo>
                  <a:lnTo>
                    <a:pt x="262583" y="212946"/>
                  </a:lnTo>
                  <a:lnTo>
                    <a:pt x="262945" y="212932"/>
                  </a:lnTo>
                  <a:lnTo>
                    <a:pt x="263171" y="212639"/>
                  </a:lnTo>
                  <a:lnTo>
                    <a:pt x="263195" y="212415"/>
                  </a:lnTo>
                  <a:lnTo>
                    <a:pt x="263533" y="212042"/>
                  </a:lnTo>
                  <a:lnTo>
                    <a:pt x="263816" y="211917"/>
                  </a:lnTo>
                  <a:lnTo>
                    <a:pt x="263986" y="212092"/>
                  </a:lnTo>
                  <a:lnTo>
                    <a:pt x="264258" y="212281"/>
                  </a:lnTo>
                  <a:lnTo>
                    <a:pt x="264510" y="212347"/>
                  </a:lnTo>
                  <a:lnTo>
                    <a:pt x="264642" y="212385"/>
                  </a:lnTo>
                  <a:lnTo>
                    <a:pt x="264706" y="212624"/>
                  </a:lnTo>
                  <a:lnTo>
                    <a:pt x="264921" y="212726"/>
                  </a:lnTo>
                  <a:lnTo>
                    <a:pt x="265113" y="212914"/>
                  </a:lnTo>
                  <a:lnTo>
                    <a:pt x="265340" y="213156"/>
                  </a:lnTo>
                  <a:lnTo>
                    <a:pt x="265485" y="213118"/>
                  </a:lnTo>
                  <a:lnTo>
                    <a:pt x="265615" y="213266"/>
                  </a:lnTo>
                  <a:lnTo>
                    <a:pt x="265917" y="213154"/>
                  </a:lnTo>
                  <a:lnTo>
                    <a:pt x="266089" y="213170"/>
                  </a:lnTo>
                  <a:lnTo>
                    <a:pt x="266304" y="213261"/>
                  </a:lnTo>
                  <a:lnTo>
                    <a:pt x="266457" y="213419"/>
                  </a:lnTo>
                  <a:lnTo>
                    <a:pt x="266567" y="213821"/>
                  </a:lnTo>
                  <a:lnTo>
                    <a:pt x="266934" y="214028"/>
                  </a:lnTo>
                  <a:lnTo>
                    <a:pt x="267188" y="214645"/>
                  </a:lnTo>
                  <a:lnTo>
                    <a:pt x="267517" y="215059"/>
                  </a:lnTo>
                  <a:lnTo>
                    <a:pt x="267517" y="215215"/>
                  </a:lnTo>
                  <a:lnTo>
                    <a:pt x="267598" y="215348"/>
                  </a:lnTo>
                  <a:lnTo>
                    <a:pt x="267826" y="215377"/>
                  </a:lnTo>
                  <a:lnTo>
                    <a:pt x="267982" y="215336"/>
                  </a:lnTo>
                  <a:lnTo>
                    <a:pt x="268287" y="215307"/>
                  </a:lnTo>
                  <a:lnTo>
                    <a:pt x="268397" y="215530"/>
                  </a:lnTo>
                  <a:lnTo>
                    <a:pt x="268232" y="215845"/>
                  </a:lnTo>
                  <a:lnTo>
                    <a:pt x="268082" y="216007"/>
                  </a:lnTo>
                  <a:lnTo>
                    <a:pt x="268538" y="216233"/>
                  </a:lnTo>
                  <a:lnTo>
                    <a:pt x="269025" y="216574"/>
                  </a:lnTo>
                  <a:lnTo>
                    <a:pt x="269423" y="216991"/>
                  </a:lnTo>
                  <a:lnTo>
                    <a:pt x="269403" y="217297"/>
                  </a:lnTo>
                  <a:lnTo>
                    <a:pt x="269468" y="217470"/>
                  </a:lnTo>
                  <a:lnTo>
                    <a:pt x="269520" y="217598"/>
                  </a:lnTo>
                  <a:lnTo>
                    <a:pt x="269594" y="217868"/>
                  </a:lnTo>
                  <a:lnTo>
                    <a:pt x="269538" y="218056"/>
                  </a:lnTo>
                  <a:lnTo>
                    <a:pt x="269675" y="218772"/>
                  </a:lnTo>
                  <a:lnTo>
                    <a:pt x="269826" y="218885"/>
                  </a:lnTo>
                  <a:lnTo>
                    <a:pt x="269949" y="219099"/>
                  </a:lnTo>
                  <a:lnTo>
                    <a:pt x="270068" y="219599"/>
                  </a:lnTo>
                  <a:lnTo>
                    <a:pt x="270700" y="219730"/>
                  </a:lnTo>
                  <a:lnTo>
                    <a:pt x="271127" y="219735"/>
                  </a:lnTo>
                  <a:lnTo>
                    <a:pt x="271306" y="219553"/>
                  </a:lnTo>
                  <a:lnTo>
                    <a:pt x="271398" y="219289"/>
                  </a:lnTo>
                  <a:lnTo>
                    <a:pt x="271595" y="219317"/>
                  </a:lnTo>
                  <a:lnTo>
                    <a:pt x="271916" y="219596"/>
                  </a:lnTo>
                  <a:lnTo>
                    <a:pt x="272349" y="219883"/>
                  </a:lnTo>
                  <a:lnTo>
                    <a:pt x="272546" y="219902"/>
                  </a:lnTo>
                  <a:lnTo>
                    <a:pt x="272796" y="219816"/>
                  </a:lnTo>
                  <a:lnTo>
                    <a:pt x="272945" y="219796"/>
                  </a:lnTo>
                  <a:lnTo>
                    <a:pt x="273391" y="220095"/>
                  </a:lnTo>
                  <a:lnTo>
                    <a:pt x="273648" y="220156"/>
                  </a:lnTo>
                  <a:lnTo>
                    <a:pt x="273942" y="220221"/>
                  </a:lnTo>
                  <a:lnTo>
                    <a:pt x="274109" y="220468"/>
                  </a:lnTo>
                  <a:lnTo>
                    <a:pt x="274306" y="220863"/>
                  </a:lnTo>
                  <a:lnTo>
                    <a:pt x="274534" y="221487"/>
                  </a:lnTo>
                  <a:lnTo>
                    <a:pt x="274401" y="221766"/>
                  </a:lnTo>
                  <a:lnTo>
                    <a:pt x="274147" y="221947"/>
                  </a:lnTo>
                  <a:lnTo>
                    <a:pt x="274174" y="222216"/>
                  </a:lnTo>
                  <a:lnTo>
                    <a:pt x="274380" y="222561"/>
                  </a:lnTo>
                  <a:lnTo>
                    <a:pt x="274402" y="222726"/>
                  </a:lnTo>
                  <a:lnTo>
                    <a:pt x="275089" y="222778"/>
                  </a:lnTo>
                  <a:lnTo>
                    <a:pt x="275709" y="223054"/>
                  </a:lnTo>
                  <a:lnTo>
                    <a:pt x="276222" y="222997"/>
                  </a:lnTo>
                  <a:lnTo>
                    <a:pt x="276625" y="223063"/>
                  </a:lnTo>
                  <a:lnTo>
                    <a:pt x="277036" y="222801"/>
                  </a:lnTo>
                  <a:lnTo>
                    <a:pt x="277260" y="222638"/>
                  </a:lnTo>
                  <a:lnTo>
                    <a:pt x="277642" y="222215"/>
                  </a:lnTo>
                  <a:lnTo>
                    <a:pt x="278032" y="222062"/>
                  </a:lnTo>
                  <a:lnTo>
                    <a:pt x="278147" y="221845"/>
                  </a:lnTo>
                  <a:lnTo>
                    <a:pt x="278582" y="221870"/>
                  </a:lnTo>
                  <a:lnTo>
                    <a:pt x="278839" y="221951"/>
                  </a:lnTo>
                  <a:lnTo>
                    <a:pt x="279172" y="222207"/>
                  </a:lnTo>
                  <a:lnTo>
                    <a:pt x="279294" y="221870"/>
                  </a:lnTo>
                  <a:lnTo>
                    <a:pt x="279427" y="221906"/>
                  </a:lnTo>
                  <a:lnTo>
                    <a:pt x="279626" y="222048"/>
                  </a:lnTo>
                  <a:lnTo>
                    <a:pt x="279781" y="222217"/>
                  </a:lnTo>
                  <a:lnTo>
                    <a:pt x="280147" y="222063"/>
                  </a:lnTo>
                  <a:lnTo>
                    <a:pt x="280569" y="222108"/>
                  </a:lnTo>
                  <a:lnTo>
                    <a:pt x="280910" y="221848"/>
                  </a:lnTo>
                  <a:lnTo>
                    <a:pt x="280746" y="221646"/>
                  </a:lnTo>
                  <a:lnTo>
                    <a:pt x="280445" y="221277"/>
                  </a:lnTo>
                  <a:lnTo>
                    <a:pt x="280353" y="221027"/>
                  </a:lnTo>
                  <a:lnTo>
                    <a:pt x="280227" y="220874"/>
                  </a:lnTo>
                  <a:lnTo>
                    <a:pt x="280180" y="220737"/>
                  </a:lnTo>
                  <a:lnTo>
                    <a:pt x="279878" y="220520"/>
                  </a:lnTo>
                  <a:lnTo>
                    <a:pt x="279724" y="220484"/>
                  </a:lnTo>
                  <a:lnTo>
                    <a:pt x="279298" y="219869"/>
                  </a:lnTo>
                  <a:lnTo>
                    <a:pt x="279055" y="219519"/>
                  </a:lnTo>
                  <a:lnTo>
                    <a:pt x="278890" y="219533"/>
                  </a:lnTo>
                  <a:lnTo>
                    <a:pt x="278343" y="219018"/>
                  </a:lnTo>
                  <a:lnTo>
                    <a:pt x="278327" y="218788"/>
                  </a:lnTo>
                  <a:lnTo>
                    <a:pt x="278516" y="218331"/>
                  </a:lnTo>
                  <a:lnTo>
                    <a:pt x="278247" y="218083"/>
                  </a:lnTo>
                  <a:lnTo>
                    <a:pt x="278220" y="217921"/>
                  </a:lnTo>
                  <a:lnTo>
                    <a:pt x="277958" y="217680"/>
                  </a:lnTo>
                  <a:lnTo>
                    <a:pt x="277559" y="217614"/>
                  </a:lnTo>
                  <a:lnTo>
                    <a:pt x="277554" y="217332"/>
                  </a:lnTo>
                  <a:lnTo>
                    <a:pt x="277794" y="217303"/>
                  </a:lnTo>
                  <a:lnTo>
                    <a:pt x="278258" y="217094"/>
                  </a:lnTo>
                  <a:lnTo>
                    <a:pt x="278408" y="217154"/>
                  </a:lnTo>
                  <a:lnTo>
                    <a:pt x="278851" y="216988"/>
                  </a:lnTo>
                  <a:lnTo>
                    <a:pt x="278865" y="216731"/>
                  </a:lnTo>
                  <a:lnTo>
                    <a:pt x="279089" y="216551"/>
                  </a:lnTo>
                  <a:lnTo>
                    <a:pt x="279164" y="216039"/>
                  </a:lnTo>
                  <a:lnTo>
                    <a:pt x="279106" y="215886"/>
                  </a:lnTo>
                  <a:lnTo>
                    <a:pt x="278787" y="215943"/>
                  </a:lnTo>
                  <a:lnTo>
                    <a:pt x="278578" y="216065"/>
                  </a:lnTo>
                  <a:lnTo>
                    <a:pt x="278234" y="215993"/>
                  </a:lnTo>
                  <a:lnTo>
                    <a:pt x="278111" y="215853"/>
                  </a:lnTo>
                  <a:lnTo>
                    <a:pt x="277947" y="215680"/>
                  </a:lnTo>
                  <a:lnTo>
                    <a:pt x="277723" y="215661"/>
                  </a:lnTo>
                  <a:lnTo>
                    <a:pt x="277746" y="215481"/>
                  </a:lnTo>
                  <a:lnTo>
                    <a:pt x="277805" y="215103"/>
                  </a:lnTo>
                  <a:lnTo>
                    <a:pt x="277717" y="214875"/>
                  </a:lnTo>
                  <a:lnTo>
                    <a:pt x="277467" y="214662"/>
                  </a:lnTo>
                  <a:lnTo>
                    <a:pt x="277164" y="214434"/>
                  </a:lnTo>
                  <a:lnTo>
                    <a:pt x="277164" y="214286"/>
                  </a:lnTo>
                  <a:lnTo>
                    <a:pt x="277173" y="214012"/>
                  </a:lnTo>
                  <a:lnTo>
                    <a:pt x="277376" y="213774"/>
                  </a:lnTo>
                  <a:lnTo>
                    <a:pt x="277440" y="213450"/>
                  </a:lnTo>
                  <a:lnTo>
                    <a:pt x="277517" y="213265"/>
                  </a:lnTo>
                  <a:lnTo>
                    <a:pt x="277755" y="213068"/>
                  </a:lnTo>
                  <a:lnTo>
                    <a:pt x="277536" y="211965"/>
                  </a:lnTo>
                  <a:lnTo>
                    <a:pt x="277675" y="211850"/>
                  </a:lnTo>
                  <a:lnTo>
                    <a:pt x="277806" y="211638"/>
                  </a:lnTo>
                  <a:lnTo>
                    <a:pt x="277837" y="211450"/>
                  </a:lnTo>
                  <a:lnTo>
                    <a:pt x="277806" y="211178"/>
                  </a:lnTo>
                  <a:lnTo>
                    <a:pt x="277819" y="211029"/>
                  </a:lnTo>
                  <a:lnTo>
                    <a:pt x="278057" y="210788"/>
                  </a:lnTo>
                  <a:lnTo>
                    <a:pt x="277967" y="210323"/>
                  </a:lnTo>
                  <a:lnTo>
                    <a:pt x="278072" y="210102"/>
                  </a:lnTo>
                  <a:lnTo>
                    <a:pt x="278246" y="210188"/>
                  </a:lnTo>
                  <a:lnTo>
                    <a:pt x="278347" y="209822"/>
                  </a:lnTo>
                  <a:lnTo>
                    <a:pt x="278348" y="209406"/>
                  </a:lnTo>
                  <a:lnTo>
                    <a:pt x="278612" y="209198"/>
                  </a:lnTo>
                  <a:lnTo>
                    <a:pt x="278331" y="209212"/>
                  </a:lnTo>
                  <a:lnTo>
                    <a:pt x="278212" y="209047"/>
                  </a:lnTo>
                  <a:lnTo>
                    <a:pt x="278223" y="208887"/>
                  </a:lnTo>
                  <a:lnTo>
                    <a:pt x="278459" y="208877"/>
                  </a:lnTo>
                  <a:lnTo>
                    <a:pt x="278709" y="209108"/>
                  </a:lnTo>
                  <a:lnTo>
                    <a:pt x="279189" y="208977"/>
                  </a:lnTo>
                  <a:lnTo>
                    <a:pt x="279172" y="208787"/>
                  </a:lnTo>
                  <a:lnTo>
                    <a:pt x="279106" y="208652"/>
                  </a:lnTo>
                  <a:lnTo>
                    <a:pt x="279035" y="208391"/>
                  </a:lnTo>
                  <a:lnTo>
                    <a:pt x="279025" y="208198"/>
                  </a:lnTo>
                  <a:lnTo>
                    <a:pt x="279194" y="207919"/>
                  </a:lnTo>
                  <a:lnTo>
                    <a:pt x="279240" y="207619"/>
                  </a:lnTo>
                  <a:lnTo>
                    <a:pt x="279446" y="207350"/>
                  </a:lnTo>
                  <a:lnTo>
                    <a:pt x="279541" y="207140"/>
                  </a:lnTo>
                  <a:lnTo>
                    <a:pt x="279993" y="206976"/>
                  </a:lnTo>
                  <a:lnTo>
                    <a:pt x="280170" y="207018"/>
                  </a:lnTo>
                  <a:lnTo>
                    <a:pt x="280325" y="207002"/>
                  </a:lnTo>
                  <a:lnTo>
                    <a:pt x="280486" y="207090"/>
                  </a:lnTo>
                  <a:lnTo>
                    <a:pt x="280628" y="207168"/>
                  </a:lnTo>
                  <a:lnTo>
                    <a:pt x="280803" y="207471"/>
                  </a:lnTo>
                  <a:lnTo>
                    <a:pt x="281428" y="207749"/>
                  </a:lnTo>
                  <a:lnTo>
                    <a:pt x="281194" y="208603"/>
                  </a:lnTo>
                  <a:lnTo>
                    <a:pt x="281270" y="208881"/>
                  </a:lnTo>
                  <a:lnTo>
                    <a:pt x="281531" y="208728"/>
                  </a:lnTo>
                  <a:lnTo>
                    <a:pt x="282048" y="208672"/>
                  </a:lnTo>
                  <a:lnTo>
                    <a:pt x="282538" y="208450"/>
                  </a:lnTo>
                  <a:lnTo>
                    <a:pt x="283058" y="208125"/>
                  </a:lnTo>
                  <a:lnTo>
                    <a:pt x="283021" y="207982"/>
                  </a:lnTo>
                  <a:lnTo>
                    <a:pt x="282959" y="207821"/>
                  </a:lnTo>
                  <a:lnTo>
                    <a:pt x="282715" y="207697"/>
                  </a:lnTo>
                  <a:lnTo>
                    <a:pt x="282538" y="207671"/>
                  </a:lnTo>
                  <a:lnTo>
                    <a:pt x="282359" y="207518"/>
                  </a:lnTo>
                  <a:lnTo>
                    <a:pt x="282143" y="207394"/>
                  </a:lnTo>
                  <a:lnTo>
                    <a:pt x="282070" y="207011"/>
                  </a:lnTo>
                  <a:lnTo>
                    <a:pt x="282186" y="206663"/>
                  </a:lnTo>
                  <a:lnTo>
                    <a:pt x="282103" y="206348"/>
                  </a:lnTo>
                  <a:lnTo>
                    <a:pt x="282018" y="206198"/>
                  </a:lnTo>
                  <a:lnTo>
                    <a:pt x="281906" y="205779"/>
                  </a:lnTo>
                  <a:lnTo>
                    <a:pt x="282314" y="205851"/>
                  </a:lnTo>
                  <a:lnTo>
                    <a:pt x="282490" y="205656"/>
                  </a:lnTo>
                  <a:lnTo>
                    <a:pt x="282649" y="205725"/>
                  </a:lnTo>
                  <a:lnTo>
                    <a:pt x="282823" y="205859"/>
                  </a:lnTo>
                  <a:lnTo>
                    <a:pt x="282924" y="206012"/>
                  </a:lnTo>
                  <a:lnTo>
                    <a:pt x="283175" y="206175"/>
                  </a:lnTo>
                  <a:lnTo>
                    <a:pt x="283438" y="206228"/>
                  </a:lnTo>
                  <a:lnTo>
                    <a:pt x="283736" y="206464"/>
                  </a:lnTo>
                  <a:lnTo>
                    <a:pt x="283987" y="206414"/>
                  </a:lnTo>
                  <a:lnTo>
                    <a:pt x="284332" y="206390"/>
                  </a:lnTo>
                  <a:lnTo>
                    <a:pt x="284630" y="206561"/>
                  </a:lnTo>
                  <a:lnTo>
                    <a:pt x="285558" y="206635"/>
                  </a:lnTo>
                  <a:lnTo>
                    <a:pt x="285831" y="206605"/>
                  </a:lnTo>
                  <a:lnTo>
                    <a:pt x="286245" y="207284"/>
                  </a:lnTo>
                  <a:lnTo>
                    <a:pt x="286585" y="207459"/>
                  </a:lnTo>
                  <a:lnTo>
                    <a:pt x="286716" y="207429"/>
                  </a:lnTo>
                  <a:lnTo>
                    <a:pt x="287078" y="207129"/>
                  </a:lnTo>
                  <a:lnTo>
                    <a:pt x="287333" y="207060"/>
                  </a:lnTo>
                  <a:lnTo>
                    <a:pt x="287609" y="207358"/>
                  </a:lnTo>
                  <a:lnTo>
                    <a:pt x="287904" y="207646"/>
                  </a:lnTo>
                  <a:lnTo>
                    <a:pt x="288128" y="207814"/>
                  </a:lnTo>
                  <a:lnTo>
                    <a:pt x="288198" y="208035"/>
                  </a:lnTo>
                  <a:lnTo>
                    <a:pt x="288261" y="208371"/>
                  </a:lnTo>
                  <a:lnTo>
                    <a:pt x="288470" y="208506"/>
                  </a:lnTo>
                  <a:lnTo>
                    <a:pt x="288451" y="208778"/>
                  </a:lnTo>
                  <a:lnTo>
                    <a:pt x="288581" y="208974"/>
                  </a:lnTo>
                  <a:lnTo>
                    <a:pt x="288851" y="209058"/>
                  </a:lnTo>
                  <a:lnTo>
                    <a:pt x="289092" y="209163"/>
                  </a:lnTo>
                  <a:lnTo>
                    <a:pt x="289283" y="209455"/>
                  </a:lnTo>
                  <a:lnTo>
                    <a:pt x="289475" y="209333"/>
                  </a:lnTo>
                  <a:lnTo>
                    <a:pt x="289804" y="209329"/>
                  </a:lnTo>
                  <a:lnTo>
                    <a:pt x="289892" y="209500"/>
                  </a:lnTo>
                  <a:lnTo>
                    <a:pt x="289888" y="209955"/>
                  </a:lnTo>
                  <a:lnTo>
                    <a:pt x="290171" y="210013"/>
                  </a:lnTo>
                  <a:lnTo>
                    <a:pt x="290267" y="209714"/>
                  </a:lnTo>
                  <a:lnTo>
                    <a:pt x="290377" y="209428"/>
                  </a:lnTo>
                  <a:lnTo>
                    <a:pt x="290567" y="209459"/>
                  </a:lnTo>
                  <a:lnTo>
                    <a:pt x="290973" y="209466"/>
                  </a:lnTo>
                  <a:lnTo>
                    <a:pt x="291262" y="209522"/>
                  </a:lnTo>
                  <a:lnTo>
                    <a:pt x="291422" y="209580"/>
                  </a:lnTo>
                  <a:lnTo>
                    <a:pt x="291736" y="209608"/>
                  </a:lnTo>
                  <a:lnTo>
                    <a:pt x="291992" y="209710"/>
                  </a:lnTo>
                  <a:lnTo>
                    <a:pt x="292177" y="209719"/>
                  </a:lnTo>
                  <a:lnTo>
                    <a:pt x="292548" y="209629"/>
                  </a:lnTo>
                  <a:lnTo>
                    <a:pt x="292597" y="209442"/>
                  </a:lnTo>
                  <a:lnTo>
                    <a:pt x="292739" y="209296"/>
                  </a:lnTo>
                  <a:lnTo>
                    <a:pt x="293023" y="209007"/>
                  </a:lnTo>
                  <a:lnTo>
                    <a:pt x="293108" y="208863"/>
                  </a:lnTo>
                  <a:lnTo>
                    <a:pt x="293449" y="208541"/>
                  </a:lnTo>
                  <a:lnTo>
                    <a:pt x="293698" y="208367"/>
                  </a:lnTo>
                  <a:lnTo>
                    <a:pt x="293979" y="208305"/>
                  </a:lnTo>
                  <a:lnTo>
                    <a:pt x="293962" y="208455"/>
                  </a:lnTo>
                  <a:lnTo>
                    <a:pt x="294102" y="208662"/>
                  </a:lnTo>
                  <a:lnTo>
                    <a:pt x="294201" y="208862"/>
                  </a:lnTo>
                  <a:lnTo>
                    <a:pt x="294404" y="209212"/>
                  </a:lnTo>
                  <a:lnTo>
                    <a:pt x="294803" y="209437"/>
                  </a:lnTo>
                  <a:lnTo>
                    <a:pt x="295003" y="209944"/>
                  </a:lnTo>
                  <a:lnTo>
                    <a:pt x="295150" y="210359"/>
                  </a:lnTo>
                  <a:lnTo>
                    <a:pt x="295796" y="210296"/>
                  </a:lnTo>
                  <a:lnTo>
                    <a:pt x="296148" y="210284"/>
                  </a:lnTo>
                  <a:lnTo>
                    <a:pt x="296141" y="210763"/>
                  </a:lnTo>
                  <a:lnTo>
                    <a:pt x="295955" y="210951"/>
                  </a:lnTo>
                  <a:lnTo>
                    <a:pt x="295857" y="211089"/>
                  </a:lnTo>
                  <a:lnTo>
                    <a:pt x="295612" y="211525"/>
                  </a:lnTo>
                  <a:lnTo>
                    <a:pt x="295829" y="211789"/>
                  </a:lnTo>
                  <a:lnTo>
                    <a:pt x="296025" y="211961"/>
                  </a:lnTo>
                  <a:lnTo>
                    <a:pt x="296302" y="211963"/>
                  </a:lnTo>
                  <a:lnTo>
                    <a:pt x="296459" y="211877"/>
                  </a:lnTo>
                  <a:lnTo>
                    <a:pt x="296667" y="211726"/>
                  </a:lnTo>
                  <a:lnTo>
                    <a:pt x="296959" y="211672"/>
                  </a:lnTo>
                  <a:lnTo>
                    <a:pt x="297188" y="211726"/>
                  </a:lnTo>
                  <a:lnTo>
                    <a:pt x="297584" y="211716"/>
                  </a:lnTo>
                  <a:lnTo>
                    <a:pt x="297840" y="211672"/>
                  </a:lnTo>
                  <a:lnTo>
                    <a:pt x="298153" y="211584"/>
                  </a:lnTo>
                  <a:lnTo>
                    <a:pt x="298315" y="211429"/>
                  </a:lnTo>
                  <a:lnTo>
                    <a:pt x="298559" y="211211"/>
                  </a:lnTo>
                  <a:lnTo>
                    <a:pt x="298879" y="210928"/>
                  </a:lnTo>
                  <a:lnTo>
                    <a:pt x="299016" y="210828"/>
                  </a:lnTo>
                  <a:lnTo>
                    <a:pt x="299332" y="210617"/>
                  </a:lnTo>
                  <a:lnTo>
                    <a:pt x="299533" y="210651"/>
                  </a:lnTo>
                  <a:lnTo>
                    <a:pt x="299896" y="210438"/>
                  </a:lnTo>
                  <a:lnTo>
                    <a:pt x="300079" y="210287"/>
                  </a:lnTo>
                  <a:lnTo>
                    <a:pt x="300131" y="210112"/>
                  </a:lnTo>
                  <a:lnTo>
                    <a:pt x="300158" y="209802"/>
                  </a:lnTo>
                  <a:lnTo>
                    <a:pt x="300114" y="209630"/>
                  </a:lnTo>
                  <a:lnTo>
                    <a:pt x="300282" y="209103"/>
                  </a:lnTo>
                  <a:lnTo>
                    <a:pt x="300465" y="208856"/>
                  </a:lnTo>
                  <a:lnTo>
                    <a:pt x="300797" y="208641"/>
                  </a:lnTo>
                  <a:lnTo>
                    <a:pt x="301050" y="208392"/>
                  </a:lnTo>
                  <a:lnTo>
                    <a:pt x="301249" y="208302"/>
                  </a:lnTo>
                  <a:lnTo>
                    <a:pt x="301602" y="208265"/>
                  </a:lnTo>
                  <a:lnTo>
                    <a:pt x="301872" y="208266"/>
                  </a:lnTo>
                  <a:lnTo>
                    <a:pt x="301909" y="208461"/>
                  </a:lnTo>
                  <a:lnTo>
                    <a:pt x="301693" y="208676"/>
                  </a:lnTo>
                  <a:lnTo>
                    <a:pt x="301773" y="209108"/>
                  </a:lnTo>
                  <a:lnTo>
                    <a:pt x="301983" y="209390"/>
                  </a:lnTo>
                  <a:lnTo>
                    <a:pt x="302305" y="209425"/>
                  </a:lnTo>
                  <a:lnTo>
                    <a:pt x="302505" y="209580"/>
                  </a:lnTo>
                  <a:lnTo>
                    <a:pt x="302594" y="210046"/>
                  </a:lnTo>
                  <a:lnTo>
                    <a:pt x="302288" y="210223"/>
                  </a:lnTo>
                  <a:lnTo>
                    <a:pt x="301836" y="210373"/>
                  </a:lnTo>
                  <a:lnTo>
                    <a:pt x="301522" y="210479"/>
                  </a:lnTo>
                  <a:lnTo>
                    <a:pt x="301304" y="210596"/>
                  </a:lnTo>
                  <a:lnTo>
                    <a:pt x="301167" y="210669"/>
                  </a:lnTo>
                  <a:lnTo>
                    <a:pt x="301099" y="210852"/>
                  </a:lnTo>
                  <a:lnTo>
                    <a:pt x="301275" y="211640"/>
                  </a:lnTo>
                  <a:lnTo>
                    <a:pt x="301475" y="212091"/>
                  </a:lnTo>
                  <a:lnTo>
                    <a:pt x="301684" y="212152"/>
                  </a:lnTo>
                  <a:lnTo>
                    <a:pt x="301718" y="212023"/>
                  </a:lnTo>
                  <a:lnTo>
                    <a:pt x="302084" y="212022"/>
                  </a:lnTo>
                  <a:lnTo>
                    <a:pt x="302064" y="212162"/>
                  </a:lnTo>
                  <a:lnTo>
                    <a:pt x="302108" y="212316"/>
                  </a:lnTo>
                  <a:lnTo>
                    <a:pt x="302286" y="212622"/>
                  </a:lnTo>
                  <a:lnTo>
                    <a:pt x="302484" y="212777"/>
                  </a:lnTo>
                  <a:lnTo>
                    <a:pt x="302710" y="212998"/>
                  </a:lnTo>
                  <a:lnTo>
                    <a:pt x="302770" y="213187"/>
                  </a:lnTo>
                  <a:lnTo>
                    <a:pt x="302718" y="213379"/>
                  </a:lnTo>
                  <a:lnTo>
                    <a:pt x="302676" y="213646"/>
                  </a:lnTo>
                  <a:lnTo>
                    <a:pt x="302575" y="213989"/>
                  </a:lnTo>
                  <a:lnTo>
                    <a:pt x="302920" y="214232"/>
                  </a:lnTo>
                  <a:lnTo>
                    <a:pt x="303102" y="214260"/>
                  </a:lnTo>
                  <a:lnTo>
                    <a:pt x="303111" y="214510"/>
                  </a:lnTo>
                  <a:lnTo>
                    <a:pt x="303457" y="214537"/>
                  </a:lnTo>
                  <a:lnTo>
                    <a:pt x="303600" y="214714"/>
                  </a:lnTo>
                  <a:lnTo>
                    <a:pt x="303568" y="214904"/>
                  </a:lnTo>
                  <a:lnTo>
                    <a:pt x="303560" y="215045"/>
                  </a:lnTo>
                  <a:lnTo>
                    <a:pt x="303611" y="215206"/>
                  </a:lnTo>
                  <a:lnTo>
                    <a:pt x="303763" y="215369"/>
                  </a:lnTo>
                  <a:lnTo>
                    <a:pt x="304046" y="215421"/>
                  </a:lnTo>
                  <a:lnTo>
                    <a:pt x="304244" y="215403"/>
                  </a:lnTo>
                  <a:lnTo>
                    <a:pt x="304663" y="215200"/>
                  </a:lnTo>
                  <a:lnTo>
                    <a:pt x="305047" y="215262"/>
                  </a:lnTo>
                  <a:lnTo>
                    <a:pt x="305235" y="215138"/>
                  </a:lnTo>
                  <a:lnTo>
                    <a:pt x="305387" y="215249"/>
                  </a:lnTo>
                  <a:lnTo>
                    <a:pt x="305475" y="215448"/>
                  </a:lnTo>
                  <a:lnTo>
                    <a:pt x="305656" y="215735"/>
                  </a:lnTo>
                  <a:lnTo>
                    <a:pt x="305832" y="215951"/>
                  </a:lnTo>
                  <a:lnTo>
                    <a:pt x="305957" y="216153"/>
                  </a:lnTo>
                  <a:lnTo>
                    <a:pt x="305943" y="216554"/>
                  </a:lnTo>
                  <a:lnTo>
                    <a:pt x="305942" y="216914"/>
                  </a:lnTo>
                  <a:lnTo>
                    <a:pt x="306065" y="217424"/>
                  </a:lnTo>
                  <a:lnTo>
                    <a:pt x="306211" y="217590"/>
                  </a:lnTo>
                  <a:lnTo>
                    <a:pt x="306284" y="217737"/>
                  </a:lnTo>
                  <a:lnTo>
                    <a:pt x="306535" y="218081"/>
                  </a:lnTo>
                  <a:lnTo>
                    <a:pt x="306443" y="218382"/>
                  </a:lnTo>
                  <a:lnTo>
                    <a:pt x="306318" y="218526"/>
                  </a:lnTo>
                  <a:lnTo>
                    <a:pt x="306361" y="218795"/>
                  </a:lnTo>
                  <a:lnTo>
                    <a:pt x="306064" y="219520"/>
                  </a:lnTo>
                  <a:lnTo>
                    <a:pt x="306399" y="219828"/>
                  </a:lnTo>
                  <a:lnTo>
                    <a:pt x="306599" y="219880"/>
                  </a:lnTo>
                  <a:lnTo>
                    <a:pt x="306837" y="220052"/>
                  </a:lnTo>
                  <a:lnTo>
                    <a:pt x="307023" y="220219"/>
                  </a:lnTo>
                  <a:lnTo>
                    <a:pt x="307231" y="220076"/>
                  </a:lnTo>
                  <a:lnTo>
                    <a:pt x="307782" y="220042"/>
                  </a:lnTo>
                  <a:lnTo>
                    <a:pt x="307935" y="220066"/>
                  </a:lnTo>
                  <a:lnTo>
                    <a:pt x="308103" y="219733"/>
                  </a:lnTo>
                  <a:lnTo>
                    <a:pt x="308368" y="219504"/>
                  </a:lnTo>
                  <a:lnTo>
                    <a:pt x="308615" y="219366"/>
                  </a:lnTo>
                  <a:lnTo>
                    <a:pt x="308592" y="219228"/>
                  </a:lnTo>
                  <a:lnTo>
                    <a:pt x="308764" y="219028"/>
                  </a:lnTo>
                  <a:lnTo>
                    <a:pt x="308899" y="218949"/>
                  </a:lnTo>
                  <a:lnTo>
                    <a:pt x="309101" y="218892"/>
                  </a:lnTo>
                  <a:lnTo>
                    <a:pt x="309247" y="218808"/>
                  </a:lnTo>
                  <a:lnTo>
                    <a:pt x="309384" y="218597"/>
                  </a:lnTo>
                  <a:lnTo>
                    <a:pt x="309479" y="218387"/>
                  </a:lnTo>
                  <a:lnTo>
                    <a:pt x="309489" y="218238"/>
                  </a:lnTo>
                  <a:lnTo>
                    <a:pt x="309746" y="218025"/>
                  </a:lnTo>
                  <a:lnTo>
                    <a:pt x="309913" y="218105"/>
                  </a:lnTo>
                  <a:lnTo>
                    <a:pt x="309921" y="218315"/>
                  </a:lnTo>
                  <a:lnTo>
                    <a:pt x="310177" y="218375"/>
                  </a:lnTo>
                  <a:lnTo>
                    <a:pt x="310373" y="218330"/>
                  </a:lnTo>
                  <a:lnTo>
                    <a:pt x="310713" y="218589"/>
                  </a:lnTo>
                  <a:lnTo>
                    <a:pt x="311010" y="218505"/>
                  </a:lnTo>
                  <a:lnTo>
                    <a:pt x="311109" y="218331"/>
                  </a:lnTo>
                  <a:lnTo>
                    <a:pt x="311451" y="218173"/>
                  </a:lnTo>
                  <a:lnTo>
                    <a:pt x="311806" y="218122"/>
                  </a:lnTo>
                  <a:lnTo>
                    <a:pt x="311947" y="217983"/>
                  </a:lnTo>
                  <a:lnTo>
                    <a:pt x="312261" y="217937"/>
                  </a:lnTo>
                  <a:lnTo>
                    <a:pt x="312431" y="217893"/>
                  </a:lnTo>
                  <a:lnTo>
                    <a:pt x="312693" y="217769"/>
                  </a:lnTo>
                  <a:lnTo>
                    <a:pt x="312878" y="217783"/>
                  </a:lnTo>
                  <a:lnTo>
                    <a:pt x="313263" y="217771"/>
                  </a:lnTo>
                  <a:lnTo>
                    <a:pt x="313397" y="217845"/>
                  </a:lnTo>
                  <a:lnTo>
                    <a:pt x="313890" y="217608"/>
                  </a:lnTo>
                  <a:lnTo>
                    <a:pt x="314152" y="217599"/>
                  </a:lnTo>
                  <a:lnTo>
                    <a:pt x="314368" y="217603"/>
                  </a:lnTo>
                  <a:lnTo>
                    <a:pt x="314745" y="217499"/>
                  </a:lnTo>
                  <a:lnTo>
                    <a:pt x="315226" y="217643"/>
                  </a:lnTo>
                  <a:lnTo>
                    <a:pt x="315362" y="217802"/>
                  </a:lnTo>
                  <a:lnTo>
                    <a:pt x="315686" y="217966"/>
                  </a:lnTo>
                  <a:lnTo>
                    <a:pt x="315886" y="217686"/>
                  </a:lnTo>
                  <a:lnTo>
                    <a:pt x="316239" y="217488"/>
                  </a:lnTo>
                  <a:lnTo>
                    <a:pt x="316317" y="217337"/>
                  </a:lnTo>
                  <a:lnTo>
                    <a:pt x="316473" y="217155"/>
                  </a:lnTo>
                  <a:lnTo>
                    <a:pt x="316737" y="216982"/>
                  </a:lnTo>
                  <a:lnTo>
                    <a:pt x="316973" y="216984"/>
                  </a:lnTo>
                  <a:lnTo>
                    <a:pt x="317162" y="217037"/>
                  </a:lnTo>
                  <a:lnTo>
                    <a:pt x="317526" y="217030"/>
                  </a:lnTo>
                  <a:lnTo>
                    <a:pt x="317712" y="217318"/>
                  </a:lnTo>
                  <a:lnTo>
                    <a:pt x="317843" y="217612"/>
                  </a:lnTo>
                  <a:lnTo>
                    <a:pt x="318043" y="218036"/>
                  </a:lnTo>
                  <a:lnTo>
                    <a:pt x="317894" y="218306"/>
                  </a:lnTo>
                  <a:lnTo>
                    <a:pt x="317889" y="218463"/>
                  </a:lnTo>
                  <a:lnTo>
                    <a:pt x="317308" y="218912"/>
                  </a:lnTo>
                  <a:lnTo>
                    <a:pt x="317351" y="219166"/>
                  </a:lnTo>
                  <a:lnTo>
                    <a:pt x="317382" y="219440"/>
                  </a:lnTo>
                  <a:lnTo>
                    <a:pt x="317114" y="219703"/>
                  </a:lnTo>
                  <a:lnTo>
                    <a:pt x="316934" y="219868"/>
                  </a:lnTo>
                  <a:lnTo>
                    <a:pt x="316707" y="220335"/>
                  </a:lnTo>
                  <a:lnTo>
                    <a:pt x="316667" y="220475"/>
                  </a:lnTo>
                  <a:lnTo>
                    <a:pt x="316254" y="220860"/>
                  </a:lnTo>
                  <a:lnTo>
                    <a:pt x="315970" y="221195"/>
                  </a:lnTo>
                  <a:lnTo>
                    <a:pt x="315873" y="221353"/>
                  </a:lnTo>
                  <a:lnTo>
                    <a:pt x="316045" y="221516"/>
                  </a:lnTo>
                  <a:lnTo>
                    <a:pt x="316192" y="221853"/>
                  </a:lnTo>
                  <a:lnTo>
                    <a:pt x="316100" y="222034"/>
                  </a:lnTo>
                  <a:lnTo>
                    <a:pt x="315931" y="222138"/>
                  </a:lnTo>
                  <a:lnTo>
                    <a:pt x="315800" y="222300"/>
                  </a:lnTo>
                  <a:lnTo>
                    <a:pt x="315741" y="222566"/>
                  </a:lnTo>
                  <a:lnTo>
                    <a:pt x="315791" y="222736"/>
                  </a:lnTo>
                  <a:lnTo>
                    <a:pt x="315948" y="222921"/>
                  </a:lnTo>
                  <a:lnTo>
                    <a:pt x="316133" y="223063"/>
                  </a:lnTo>
                  <a:lnTo>
                    <a:pt x="316508" y="223324"/>
                  </a:lnTo>
                  <a:lnTo>
                    <a:pt x="316625" y="223632"/>
                  </a:lnTo>
                  <a:lnTo>
                    <a:pt x="316721" y="223906"/>
                  </a:lnTo>
                  <a:lnTo>
                    <a:pt x="316870" y="224153"/>
                  </a:lnTo>
                  <a:lnTo>
                    <a:pt x="317054" y="224434"/>
                  </a:lnTo>
                  <a:lnTo>
                    <a:pt x="317493" y="224912"/>
                  </a:lnTo>
                  <a:lnTo>
                    <a:pt x="317983" y="225109"/>
                  </a:lnTo>
                  <a:lnTo>
                    <a:pt x="318039" y="225503"/>
                  </a:lnTo>
                  <a:lnTo>
                    <a:pt x="318494" y="225082"/>
                  </a:lnTo>
                  <a:lnTo>
                    <a:pt x="318737" y="224959"/>
                  </a:lnTo>
                  <a:lnTo>
                    <a:pt x="318972" y="225230"/>
                  </a:lnTo>
                  <a:lnTo>
                    <a:pt x="319157" y="225447"/>
                  </a:lnTo>
                  <a:lnTo>
                    <a:pt x="319317" y="225674"/>
                  </a:lnTo>
                  <a:lnTo>
                    <a:pt x="319444" y="225885"/>
                  </a:lnTo>
                  <a:lnTo>
                    <a:pt x="319488" y="226052"/>
                  </a:lnTo>
                  <a:lnTo>
                    <a:pt x="319672" y="226323"/>
                  </a:lnTo>
                  <a:lnTo>
                    <a:pt x="319768" y="226659"/>
                  </a:lnTo>
                  <a:lnTo>
                    <a:pt x="319384" y="226894"/>
                  </a:lnTo>
                  <a:lnTo>
                    <a:pt x="319051" y="226924"/>
                  </a:lnTo>
                  <a:lnTo>
                    <a:pt x="318979" y="227464"/>
                  </a:lnTo>
                  <a:lnTo>
                    <a:pt x="319251" y="227937"/>
                  </a:lnTo>
                  <a:lnTo>
                    <a:pt x="319450" y="228086"/>
                  </a:lnTo>
                  <a:lnTo>
                    <a:pt x="319598" y="228174"/>
                  </a:lnTo>
                  <a:lnTo>
                    <a:pt x="319731" y="228353"/>
                  </a:lnTo>
                  <a:lnTo>
                    <a:pt x="319842" y="228702"/>
                  </a:lnTo>
                  <a:lnTo>
                    <a:pt x="320083" y="228842"/>
                  </a:lnTo>
                  <a:lnTo>
                    <a:pt x="320139" y="229224"/>
                  </a:lnTo>
                  <a:lnTo>
                    <a:pt x="320309" y="229558"/>
                  </a:lnTo>
                  <a:lnTo>
                    <a:pt x="320508" y="229484"/>
                  </a:lnTo>
                  <a:lnTo>
                    <a:pt x="320911" y="229661"/>
                  </a:lnTo>
                  <a:lnTo>
                    <a:pt x="321097" y="229816"/>
                  </a:lnTo>
                  <a:lnTo>
                    <a:pt x="321282" y="230129"/>
                  </a:lnTo>
                  <a:lnTo>
                    <a:pt x="321389" y="230652"/>
                  </a:lnTo>
                  <a:lnTo>
                    <a:pt x="321260" y="230703"/>
                  </a:lnTo>
                  <a:lnTo>
                    <a:pt x="321133" y="230843"/>
                  </a:lnTo>
                  <a:lnTo>
                    <a:pt x="321222" y="230977"/>
                  </a:lnTo>
                  <a:lnTo>
                    <a:pt x="321291" y="231404"/>
                  </a:lnTo>
                  <a:lnTo>
                    <a:pt x="321609" y="231733"/>
                  </a:lnTo>
                  <a:lnTo>
                    <a:pt x="321623" y="231967"/>
                  </a:lnTo>
                  <a:lnTo>
                    <a:pt x="321689" y="232211"/>
                  </a:lnTo>
                  <a:lnTo>
                    <a:pt x="321895" y="232386"/>
                  </a:lnTo>
                  <a:lnTo>
                    <a:pt x="321989" y="232786"/>
                  </a:lnTo>
                  <a:lnTo>
                    <a:pt x="321867" y="232949"/>
                  </a:lnTo>
                  <a:lnTo>
                    <a:pt x="321777" y="233158"/>
                  </a:lnTo>
                  <a:lnTo>
                    <a:pt x="321882" y="233812"/>
                  </a:lnTo>
                  <a:lnTo>
                    <a:pt x="321931" y="234253"/>
                  </a:lnTo>
                  <a:lnTo>
                    <a:pt x="322233" y="234186"/>
                  </a:lnTo>
                  <a:lnTo>
                    <a:pt x="322666" y="234188"/>
                  </a:lnTo>
                  <a:lnTo>
                    <a:pt x="322839" y="234258"/>
                  </a:lnTo>
                  <a:lnTo>
                    <a:pt x="322838" y="234607"/>
                  </a:lnTo>
                  <a:lnTo>
                    <a:pt x="322814" y="234959"/>
                  </a:lnTo>
                  <a:lnTo>
                    <a:pt x="322755" y="235105"/>
                  </a:lnTo>
                  <a:lnTo>
                    <a:pt x="322795" y="235416"/>
                  </a:lnTo>
                  <a:lnTo>
                    <a:pt x="322729" y="235691"/>
                  </a:lnTo>
                  <a:lnTo>
                    <a:pt x="322661" y="235830"/>
                  </a:lnTo>
                  <a:lnTo>
                    <a:pt x="322809" y="236123"/>
                  </a:lnTo>
                  <a:lnTo>
                    <a:pt x="322819" y="236309"/>
                  </a:lnTo>
                  <a:lnTo>
                    <a:pt x="322657" y="236571"/>
                  </a:lnTo>
                  <a:lnTo>
                    <a:pt x="322625" y="236711"/>
                  </a:lnTo>
                  <a:lnTo>
                    <a:pt x="322633" y="237116"/>
                  </a:lnTo>
                  <a:lnTo>
                    <a:pt x="322764" y="237169"/>
                  </a:lnTo>
                  <a:lnTo>
                    <a:pt x="322917" y="237197"/>
                  </a:lnTo>
                  <a:lnTo>
                    <a:pt x="323096" y="237212"/>
                  </a:lnTo>
                  <a:lnTo>
                    <a:pt x="323256" y="237211"/>
                  </a:lnTo>
                  <a:lnTo>
                    <a:pt x="323854" y="237646"/>
                  </a:lnTo>
                  <a:lnTo>
                    <a:pt x="323875" y="237782"/>
                  </a:lnTo>
                  <a:lnTo>
                    <a:pt x="324313" y="237949"/>
                  </a:lnTo>
                  <a:lnTo>
                    <a:pt x="325078" y="238595"/>
                  </a:lnTo>
                  <a:lnTo>
                    <a:pt x="325024" y="238822"/>
                  </a:lnTo>
                  <a:lnTo>
                    <a:pt x="324953" y="238975"/>
                  </a:lnTo>
                  <a:lnTo>
                    <a:pt x="324643" y="239293"/>
                  </a:lnTo>
                  <a:lnTo>
                    <a:pt x="324395" y="239505"/>
                  </a:lnTo>
                  <a:lnTo>
                    <a:pt x="324238" y="239628"/>
                  </a:lnTo>
                  <a:lnTo>
                    <a:pt x="323694" y="240095"/>
                  </a:lnTo>
                  <a:lnTo>
                    <a:pt x="323555" y="240350"/>
                  </a:lnTo>
                  <a:lnTo>
                    <a:pt x="323268" y="240652"/>
                  </a:lnTo>
                  <a:lnTo>
                    <a:pt x="322990" y="240841"/>
                  </a:lnTo>
                  <a:lnTo>
                    <a:pt x="322882" y="241014"/>
                  </a:lnTo>
                  <a:lnTo>
                    <a:pt x="322704" y="241123"/>
                  </a:lnTo>
                  <a:lnTo>
                    <a:pt x="322698" y="241288"/>
                  </a:lnTo>
                  <a:lnTo>
                    <a:pt x="322684" y="241592"/>
                  </a:lnTo>
                  <a:lnTo>
                    <a:pt x="322477" y="241983"/>
                  </a:lnTo>
                  <a:lnTo>
                    <a:pt x="322385" y="242139"/>
                  </a:lnTo>
                  <a:lnTo>
                    <a:pt x="322445" y="242567"/>
                  </a:lnTo>
                  <a:lnTo>
                    <a:pt x="322428" y="242910"/>
                  </a:lnTo>
                  <a:lnTo>
                    <a:pt x="322429" y="243247"/>
                  </a:lnTo>
                  <a:lnTo>
                    <a:pt x="322455" y="243539"/>
                  </a:lnTo>
                  <a:lnTo>
                    <a:pt x="322676" y="244283"/>
                  </a:lnTo>
                  <a:lnTo>
                    <a:pt x="323033" y="244355"/>
                  </a:lnTo>
                  <a:lnTo>
                    <a:pt x="323160" y="244335"/>
                  </a:lnTo>
                  <a:lnTo>
                    <a:pt x="323337" y="244482"/>
                  </a:lnTo>
                  <a:lnTo>
                    <a:pt x="323339" y="244824"/>
                  </a:lnTo>
                  <a:lnTo>
                    <a:pt x="322964" y="245228"/>
                  </a:lnTo>
                  <a:lnTo>
                    <a:pt x="322993" y="245462"/>
                  </a:lnTo>
                  <a:lnTo>
                    <a:pt x="323211" y="245500"/>
                  </a:lnTo>
                  <a:lnTo>
                    <a:pt x="323277" y="245702"/>
                  </a:lnTo>
                  <a:lnTo>
                    <a:pt x="323432" y="246087"/>
                  </a:lnTo>
                  <a:lnTo>
                    <a:pt x="323540" y="246532"/>
                  </a:lnTo>
                  <a:lnTo>
                    <a:pt x="323534" y="246398"/>
                  </a:lnTo>
                  <a:lnTo>
                    <a:pt x="323833" y="246258"/>
                  </a:lnTo>
                  <a:lnTo>
                    <a:pt x="324267" y="246506"/>
                  </a:lnTo>
                  <a:lnTo>
                    <a:pt x="324442" y="246679"/>
                  </a:lnTo>
                  <a:lnTo>
                    <a:pt x="324441" y="246958"/>
                  </a:lnTo>
                  <a:lnTo>
                    <a:pt x="324264" y="247054"/>
                  </a:lnTo>
                  <a:lnTo>
                    <a:pt x="324211" y="247214"/>
                  </a:lnTo>
                  <a:lnTo>
                    <a:pt x="324136" y="247566"/>
                  </a:lnTo>
                  <a:lnTo>
                    <a:pt x="324265" y="248104"/>
                  </a:lnTo>
                  <a:lnTo>
                    <a:pt x="324350" y="248277"/>
                  </a:lnTo>
                  <a:lnTo>
                    <a:pt x="324403" y="248414"/>
                  </a:lnTo>
                  <a:lnTo>
                    <a:pt x="324436" y="248596"/>
                  </a:lnTo>
                  <a:lnTo>
                    <a:pt x="324447" y="248738"/>
                  </a:lnTo>
                  <a:lnTo>
                    <a:pt x="324454" y="249065"/>
                  </a:lnTo>
                  <a:lnTo>
                    <a:pt x="324434" y="249230"/>
                  </a:lnTo>
                  <a:lnTo>
                    <a:pt x="324398" y="249405"/>
                  </a:lnTo>
                  <a:lnTo>
                    <a:pt x="324174" y="249894"/>
                  </a:lnTo>
                  <a:lnTo>
                    <a:pt x="323743" y="250111"/>
                  </a:lnTo>
                  <a:lnTo>
                    <a:pt x="323682" y="250608"/>
                  </a:lnTo>
                  <a:lnTo>
                    <a:pt x="323669" y="250760"/>
                  </a:lnTo>
                  <a:lnTo>
                    <a:pt x="323618" y="250913"/>
                  </a:lnTo>
                  <a:lnTo>
                    <a:pt x="323865" y="251046"/>
                  </a:lnTo>
                  <a:lnTo>
                    <a:pt x="324191" y="251493"/>
                  </a:lnTo>
                  <a:lnTo>
                    <a:pt x="324194" y="251732"/>
                  </a:lnTo>
                  <a:lnTo>
                    <a:pt x="324308" y="251961"/>
                  </a:lnTo>
                  <a:lnTo>
                    <a:pt x="324291" y="252425"/>
                  </a:lnTo>
                  <a:lnTo>
                    <a:pt x="324042" y="252471"/>
                  </a:lnTo>
                  <a:lnTo>
                    <a:pt x="323912" y="252424"/>
                  </a:lnTo>
                  <a:lnTo>
                    <a:pt x="323627" y="252580"/>
                  </a:lnTo>
                  <a:lnTo>
                    <a:pt x="323818" y="252903"/>
                  </a:lnTo>
                  <a:lnTo>
                    <a:pt x="324155" y="253040"/>
                  </a:lnTo>
                  <a:lnTo>
                    <a:pt x="324339" y="252993"/>
                  </a:lnTo>
                  <a:lnTo>
                    <a:pt x="324581" y="252762"/>
                  </a:lnTo>
                  <a:lnTo>
                    <a:pt x="324881" y="252729"/>
                  </a:lnTo>
                  <a:lnTo>
                    <a:pt x="325303" y="252861"/>
                  </a:lnTo>
                  <a:lnTo>
                    <a:pt x="325433" y="253051"/>
                  </a:lnTo>
                  <a:lnTo>
                    <a:pt x="325980" y="253714"/>
                  </a:lnTo>
                  <a:lnTo>
                    <a:pt x="326099" y="254174"/>
                  </a:lnTo>
                  <a:lnTo>
                    <a:pt x="326458" y="254388"/>
                  </a:lnTo>
                  <a:lnTo>
                    <a:pt x="326431" y="254598"/>
                  </a:lnTo>
                  <a:lnTo>
                    <a:pt x="326286" y="254855"/>
                  </a:lnTo>
                  <a:lnTo>
                    <a:pt x="325982" y="255105"/>
                  </a:lnTo>
                  <a:lnTo>
                    <a:pt x="326116" y="255344"/>
                  </a:lnTo>
                  <a:lnTo>
                    <a:pt x="326367" y="255578"/>
                  </a:lnTo>
                  <a:lnTo>
                    <a:pt x="326435" y="255906"/>
                  </a:lnTo>
                  <a:lnTo>
                    <a:pt x="326475" y="256200"/>
                  </a:lnTo>
                  <a:lnTo>
                    <a:pt x="326679" y="256817"/>
                  </a:lnTo>
                  <a:lnTo>
                    <a:pt x="326896" y="257399"/>
                  </a:lnTo>
                  <a:lnTo>
                    <a:pt x="327009" y="257697"/>
                  </a:lnTo>
                  <a:lnTo>
                    <a:pt x="327069" y="257892"/>
                  </a:lnTo>
                  <a:lnTo>
                    <a:pt x="327171" y="258348"/>
                  </a:lnTo>
                  <a:lnTo>
                    <a:pt x="327107" y="258727"/>
                  </a:lnTo>
                  <a:lnTo>
                    <a:pt x="327080" y="259374"/>
                  </a:lnTo>
                  <a:lnTo>
                    <a:pt x="327107" y="259866"/>
                  </a:lnTo>
                  <a:lnTo>
                    <a:pt x="327510" y="260429"/>
                  </a:lnTo>
                  <a:lnTo>
                    <a:pt x="327705" y="260465"/>
                  </a:lnTo>
                  <a:lnTo>
                    <a:pt x="328169" y="260739"/>
                  </a:lnTo>
                  <a:lnTo>
                    <a:pt x="328362" y="261057"/>
                  </a:lnTo>
                  <a:lnTo>
                    <a:pt x="328758" y="261370"/>
                  </a:lnTo>
                  <a:lnTo>
                    <a:pt x="328929" y="261410"/>
                  </a:lnTo>
                  <a:lnTo>
                    <a:pt x="329092" y="261490"/>
                  </a:lnTo>
                  <a:lnTo>
                    <a:pt x="329861" y="262011"/>
                  </a:lnTo>
                  <a:lnTo>
                    <a:pt x="329939" y="262226"/>
                  </a:lnTo>
                  <a:lnTo>
                    <a:pt x="330210" y="262032"/>
                  </a:lnTo>
                  <a:lnTo>
                    <a:pt x="330596" y="261943"/>
                  </a:lnTo>
                  <a:lnTo>
                    <a:pt x="330999" y="262180"/>
                  </a:lnTo>
                  <a:lnTo>
                    <a:pt x="331345" y="262546"/>
                  </a:lnTo>
                  <a:lnTo>
                    <a:pt x="331493" y="262596"/>
                  </a:lnTo>
                  <a:lnTo>
                    <a:pt x="331938" y="262592"/>
                  </a:lnTo>
                  <a:lnTo>
                    <a:pt x="332433" y="263001"/>
                  </a:lnTo>
                  <a:lnTo>
                    <a:pt x="332595" y="263506"/>
                  </a:lnTo>
                  <a:lnTo>
                    <a:pt x="332455" y="263551"/>
                  </a:lnTo>
                  <a:lnTo>
                    <a:pt x="332299" y="263586"/>
                  </a:lnTo>
                  <a:lnTo>
                    <a:pt x="331814" y="263843"/>
                  </a:lnTo>
                  <a:lnTo>
                    <a:pt x="331602" y="263962"/>
                  </a:lnTo>
                  <a:lnTo>
                    <a:pt x="331269" y="264211"/>
                  </a:lnTo>
                  <a:lnTo>
                    <a:pt x="331016" y="264417"/>
                  </a:lnTo>
                  <a:lnTo>
                    <a:pt x="330664" y="264825"/>
                  </a:lnTo>
                  <a:lnTo>
                    <a:pt x="330445" y="265100"/>
                  </a:lnTo>
                  <a:lnTo>
                    <a:pt x="330268" y="265356"/>
                  </a:lnTo>
                  <a:lnTo>
                    <a:pt x="330193" y="265525"/>
                  </a:lnTo>
                  <a:lnTo>
                    <a:pt x="330121" y="265890"/>
                  </a:lnTo>
                  <a:lnTo>
                    <a:pt x="329924" y="265889"/>
                  </a:lnTo>
                  <a:lnTo>
                    <a:pt x="329754" y="265871"/>
                  </a:lnTo>
                  <a:lnTo>
                    <a:pt x="329600" y="265850"/>
                  </a:lnTo>
                  <a:lnTo>
                    <a:pt x="329435" y="265899"/>
                  </a:lnTo>
                  <a:lnTo>
                    <a:pt x="329238" y="266120"/>
                  </a:lnTo>
                  <a:lnTo>
                    <a:pt x="329043" y="266024"/>
                  </a:lnTo>
                  <a:lnTo>
                    <a:pt x="328903" y="266229"/>
                  </a:lnTo>
                  <a:lnTo>
                    <a:pt x="328754" y="266680"/>
                  </a:lnTo>
                  <a:lnTo>
                    <a:pt x="328310" y="266398"/>
                  </a:lnTo>
                  <a:lnTo>
                    <a:pt x="328633" y="266008"/>
                  </a:lnTo>
                  <a:lnTo>
                    <a:pt x="328406" y="265354"/>
                  </a:lnTo>
                  <a:lnTo>
                    <a:pt x="328492" y="264714"/>
                  </a:lnTo>
                  <a:lnTo>
                    <a:pt x="328275" y="264422"/>
                  </a:lnTo>
                  <a:lnTo>
                    <a:pt x="328207" y="264251"/>
                  </a:lnTo>
                  <a:lnTo>
                    <a:pt x="328141" y="264064"/>
                  </a:lnTo>
                  <a:lnTo>
                    <a:pt x="328023" y="263471"/>
                  </a:lnTo>
                  <a:lnTo>
                    <a:pt x="327185" y="263420"/>
                  </a:lnTo>
                  <a:lnTo>
                    <a:pt x="326597" y="263360"/>
                  </a:lnTo>
                  <a:lnTo>
                    <a:pt x="325879" y="263544"/>
                  </a:lnTo>
                  <a:lnTo>
                    <a:pt x="325637" y="263391"/>
                  </a:lnTo>
                  <a:lnTo>
                    <a:pt x="325153" y="263190"/>
                  </a:lnTo>
                  <a:lnTo>
                    <a:pt x="324734" y="263301"/>
                  </a:lnTo>
                  <a:lnTo>
                    <a:pt x="324349" y="263678"/>
                  </a:lnTo>
                  <a:lnTo>
                    <a:pt x="323988" y="263764"/>
                  </a:lnTo>
                  <a:lnTo>
                    <a:pt x="323776" y="263950"/>
                  </a:lnTo>
                  <a:lnTo>
                    <a:pt x="324121" y="264305"/>
                  </a:lnTo>
                  <a:lnTo>
                    <a:pt x="324347" y="264301"/>
                  </a:lnTo>
                  <a:lnTo>
                    <a:pt x="324406" y="264598"/>
                  </a:lnTo>
                  <a:lnTo>
                    <a:pt x="323960" y="265236"/>
                  </a:lnTo>
                  <a:lnTo>
                    <a:pt x="323810" y="265642"/>
                  </a:lnTo>
                  <a:lnTo>
                    <a:pt x="323828" y="265929"/>
                  </a:lnTo>
                  <a:lnTo>
                    <a:pt x="323992" y="266272"/>
                  </a:lnTo>
                  <a:lnTo>
                    <a:pt x="324121" y="266383"/>
                  </a:lnTo>
                  <a:lnTo>
                    <a:pt x="324159" y="266191"/>
                  </a:lnTo>
                  <a:lnTo>
                    <a:pt x="324359" y="265989"/>
                  </a:lnTo>
                  <a:lnTo>
                    <a:pt x="324496" y="266095"/>
                  </a:lnTo>
                  <a:lnTo>
                    <a:pt x="324892" y="266125"/>
                  </a:lnTo>
                  <a:lnTo>
                    <a:pt x="325096" y="266042"/>
                  </a:lnTo>
                  <a:lnTo>
                    <a:pt x="325321" y="265797"/>
                  </a:lnTo>
                  <a:lnTo>
                    <a:pt x="325679" y="265800"/>
                  </a:lnTo>
                  <a:lnTo>
                    <a:pt x="325835" y="265864"/>
                  </a:lnTo>
                  <a:lnTo>
                    <a:pt x="326101" y="266052"/>
                  </a:lnTo>
                  <a:lnTo>
                    <a:pt x="326115" y="266261"/>
                  </a:lnTo>
                  <a:lnTo>
                    <a:pt x="325927" y="266423"/>
                  </a:lnTo>
                  <a:lnTo>
                    <a:pt x="325769" y="266478"/>
                  </a:lnTo>
                  <a:lnTo>
                    <a:pt x="325342" y="266725"/>
                  </a:lnTo>
                  <a:lnTo>
                    <a:pt x="325185" y="266960"/>
                  </a:lnTo>
                  <a:lnTo>
                    <a:pt x="325134" y="267286"/>
                  </a:lnTo>
                  <a:lnTo>
                    <a:pt x="325115" y="267435"/>
                  </a:lnTo>
                  <a:lnTo>
                    <a:pt x="325088" y="267648"/>
                  </a:lnTo>
                  <a:lnTo>
                    <a:pt x="325068" y="267826"/>
                  </a:lnTo>
                  <a:lnTo>
                    <a:pt x="325105" y="268288"/>
                  </a:lnTo>
                  <a:lnTo>
                    <a:pt x="324849" y="268353"/>
                  </a:lnTo>
                  <a:lnTo>
                    <a:pt x="324326" y="268150"/>
                  </a:lnTo>
                  <a:lnTo>
                    <a:pt x="324034" y="268163"/>
                  </a:lnTo>
                  <a:lnTo>
                    <a:pt x="323898" y="268117"/>
                  </a:lnTo>
                  <a:lnTo>
                    <a:pt x="323681" y="267989"/>
                  </a:lnTo>
                  <a:lnTo>
                    <a:pt x="323489" y="267946"/>
                  </a:lnTo>
                  <a:lnTo>
                    <a:pt x="323188" y="267879"/>
                  </a:lnTo>
                  <a:lnTo>
                    <a:pt x="322934" y="267748"/>
                  </a:lnTo>
                  <a:lnTo>
                    <a:pt x="322693" y="267398"/>
                  </a:lnTo>
                  <a:lnTo>
                    <a:pt x="322793" y="267165"/>
                  </a:lnTo>
                  <a:lnTo>
                    <a:pt x="323052" y="267068"/>
                  </a:lnTo>
                  <a:lnTo>
                    <a:pt x="323414" y="266993"/>
                  </a:lnTo>
                  <a:lnTo>
                    <a:pt x="323656" y="266974"/>
                  </a:lnTo>
                  <a:lnTo>
                    <a:pt x="323717" y="266850"/>
                  </a:lnTo>
                  <a:lnTo>
                    <a:pt x="323312" y="266840"/>
                  </a:lnTo>
                  <a:lnTo>
                    <a:pt x="323025" y="266715"/>
                  </a:lnTo>
                  <a:lnTo>
                    <a:pt x="322913" y="267054"/>
                  </a:lnTo>
                  <a:lnTo>
                    <a:pt x="322740" y="267068"/>
                  </a:lnTo>
                  <a:lnTo>
                    <a:pt x="322341" y="266915"/>
                  </a:lnTo>
                  <a:lnTo>
                    <a:pt x="321953" y="266455"/>
                  </a:lnTo>
                  <a:lnTo>
                    <a:pt x="321121" y="266309"/>
                  </a:lnTo>
                  <a:lnTo>
                    <a:pt x="320907" y="266323"/>
                  </a:lnTo>
                  <a:lnTo>
                    <a:pt x="320548" y="266422"/>
                  </a:lnTo>
                  <a:lnTo>
                    <a:pt x="320835" y="266632"/>
                  </a:lnTo>
                  <a:lnTo>
                    <a:pt x="321324" y="266817"/>
                  </a:lnTo>
                  <a:lnTo>
                    <a:pt x="320924" y="267599"/>
                  </a:lnTo>
                  <a:lnTo>
                    <a:pt x="320445" y="268534"/>
                  </a:lnTo>
                  <a:lnTo>
                    <a:pt x="320298" y="268813"/>
                  </a:lnTo>
                  <a:lnTo>
                    <a:pt x="320031" y="268657"/>
                  </a:lnTo>
                  <a:lnTo>
                    <a:pt x="319998" y="269000"/>
                  </a:lnTo>
                  <a:lnTo>
                    <a:pt x="320101" y="269322"/>
                  </a:lnTo>
                  <a:lnTo>
                    <a:pt x="319933" y="269652"/>
                  </a:lnTo>
                  <a:lnTo>
                    <a:pt x="320373" y="269877"/>
                  </a:lnTo>
                  <a:lnTo>
                    <a:pt x="320513" y="270107"/>
                  </a:lnTo>
                  <a:lnTo>
                    <a:pt x="320065" y="270378"/>
                  </a:lnTo>
                  <a:lnTo>
                    <a:pt x="319865" y="270362"/>
                  </a:lnTo>
                  <a:lnTo>
                    <a:pt x="319397" y="270509"/>
                  </a:lnTo>
                  <a:lnTo>
                    <a:pt x="318948" y="270622"/>
                  </a:lnTo>
                  <a:lnTo>
                    <a:pt x="318590" y="270672"/>
                  </a:lnTo>
                  <a:lnTo>
                    <a:pt x="318404" y="270718"/>
                  </a:lnTo>
                  <a:lnTo>
                    <a:pt x="318943" y="270791"/>
                  </a:lnTo>
                  <a:lnTo>
                    <a:pt x="319129" y="270733"/>
                  </a:lnTo>
                  <a:lnTo>
                    <a:pt x="319492" y="270786"/>
                  </a:lnTo>
                  <a:lnTo>
                    <a:pt x="319654" y="270812"/>
                  </a:lnTo>
                  <a:lnTo>
                    <a:pt x="320084" y="271256"/>
                  </a:lnTo>
                  <a:lnTo>
                    <a:pt x="319908" y="271460"/>
                  </a:lnTo>
                  <a:lnTo>
                    <a:pt x="319806" y="271652"/>
                  </a:lnTo>
                  <a:lnTo>
                    <a:pt x="319809" y="271812"/>
                  </a:lnTo>
                  <a:lnTo>
                    <a:pt x="319813" y="271950"/>
                  </a:lnTo>
                  <a:lnTo>
                    <a:pt x="319842" y="272081"/>
                  </a:lnTo>
                  <a:lnTo>
                    <a:pt x="319764" y="272340"/>
                  </a:lnTo>
                  <a:lnTo>
                    <a:pt x="319412" y="272520"/>
                  </a:lnTo>
                  <a:lnTo>
                    <a:pt x="319176" y="272831"/>
                  </a:lnTo>
                  <a:lnTo>
                    <a:pt x="319080" y="272988"/>
                  </a:lnTo>
                  <a:lnTo>
                    <a:pt x="318922" y="273291"/>
                  </a:lnTo>
                  <a:lnTo>
                    <a:pt x="318632" y="273711"/>
                  </a:lnTo>
                  <a:lnTo>
                    <a:pt x="317863" y="273025"/>
                  </a:lnTo>
                  <a:lnTo>
                    <a:pt x="317957" y="273469"/>
                  </a:lnTo>
                  <a:lnTo>
                    <a:pt x="317960" y="273616"/>
                  </a:lnTo>
                  <a:lnTo>
                    <a:pt x="318022" y="273825"/>
                  </a:lnTo>
                  <a:lnTo>
                    <a:pt x="318289" y="274233"/>
                  </a:lnTo>
                  <a:lnTo>
                    <a:pt x="317714" y="274802"/>
                  </a:lnTo>
                  <a:lnTo>
                    <a:pt x="317521" y="275113"/>
                  </a:lnTo>
                  <a:lnTo>
                    <a:pt x="317401" y="275371"/>
                  </a:lnTo>
                  <a:lnTo>
                    <a:pt x="317297" y="275691"/>
                  </a:lnTo>
                  <a:lnTo>
                    <a:pt x="317035" y="276112"/>
                  </a:lnTo>
                  <a:lnTo>
                    <a:pt x="316900" y="276256"/>
                  </a:lnTo>
                  <a:lnTo>
                    <a:pt x="316595" y="276370"/>
                  </a:lnTo>
                  <a:lnTo>
                    <a:pt x="316331" y="276071"/>
                  </a:lnTo>
                  <a:lnTo>
                    <a:pt x="316188" y="276531"/>
                  </a:lnTo>
                  <a:lnTo>
                    <a:pt x="316044" y="276758"/>
                  </a:lnTo>
                  <a:lnTo>
                    <a:pt x="316182" y="277375"/>
                  </a:lnTo>
                  <a:lnTo>
                    <a:pt x="316383" y="277659"/>
                  </a:lnTo>
                  <a:lnTo>
                    <a:pt x="316517" y="277923"/>
                  </a:lnTo>
                  <a:lnTo>
                    <a:pt x="316535" y="278223"/>
                  </a:lnTo>
                  <a:lnTo>
                    <a:pt x="316537" y="278717"/>
                  </a:lnTo>
                  <a:lnTo>
                    <a:pt x="316538" y="278968"/>
                  </a:lnTo>
                  <a:lnTo>
                    <a:pt x="316599" y="279495"/>
                  </a:lnTo>
                  <a:lnTo>
                    <a:pt x="316697" y="279820"/>
                  </a:lnTo>
                  <a:lnTo>
                    <a:pt x="316966" y="280192"/>
                  </a:lnTo>
                  <a:lnTo>
                    <a:pt x="317198" y="280240"/>
                  </a:lnTo>
                  <a:lnTo>
                    <a:pt x="317353" y="280107"/>
                  </a:lnTo>
                  <a:lnTo>
                    <a:pt x="317602" y="280037"/>
                  </a:lnTo>
                  <a:lnTo>
                    <a:pt x="317746" y="280267"/>
                  </a:lnTo>
                  <a:lnTo>
                    <a:pt x="317638" y="280395"/>
                  </a:lnTo>
                  <a:lnTo>
                    <a:pt x="317456" y="281224"/>
                  </a:lnTo>
                  <a:lnTo>
                    <a:pt x="317040" y="281330"/>
                  </a:lnTo>
                  <a:lnTo>
                    <a:pt x="316755" y="281156"/>
                  </a:lnTo>
                  <a:lnTo>
                    <a:pt x="316731" y="280992"/>
                  </a:lnTo>
                  <a:lnTo>
                    <a:pt x="316738" y="280681"/>
                  </a:lnTo>
                  <a:lnTo>
                    <a:pt x="316515" y="280583"/>
                  </a:lnTo>
                  <a:lnTo>
                    <a:pt x="316104" y="280654"/>
                  </a:lnTo>
                  <a:lnTo>
                    <a:pt x="315968" y="280553"/>
                  </a:lnTo>
                  <a:lnTo>
                    <a:pt x="315833" y="280255"/>
                  </a:lnTo>
                  <a:lnTo>
                    <a:pt x="315626" y="280027"/>
                  </a:lnTo>
                  <a:lnTo>
                    <a:pt x="315572" y="279379"/>
                  </a:lnTo>
                  <a:lnTo>
                    <a:pt x="315387" y="279276"/>
                  </a:lnTo>
                  <a:lnTo>
                    <a:pt x="315191" y="279168"/>
                  </a:lnTo>
                  <a:lnTo>
                    <a:pt x="314615" y="279101"/>
                  </a:lnTo>
                  <a:lnTo>
                    <a:pt x="314528" y="279283"/>
                  </a:lnTo>
                  <a:lnTo>
                    <a:pt x="315056" y="279426"/>
                  </a:lnTo>
                  <a:lnTo>
                    <a:pt x="315243" y="279798"/>
                  </a:lnTo>
                  <a:lnTo>
                    <a:pt x="314971" y="279807"/>
                  </a:lnTo>
                  <a:lnTo>
                    <a:pt x="314699" y="279898"/>
                  </a:lnTo>
                  <a:lnTo>
                    <a:pt x="314310" y="279957"/>
                  </a:lnTo>
                  <a:lnTo>
                    <a:pt x="314130" y="280039"/>
                  </a:lnTo>
                  <a:lnTo>
                    <a:pt x="313747" y="280272"/>
                  </a:lnTo>
                  <a:lnTo>
                    <a:pt x="313451" y="280511"/>
                  </a:lnTo>
                  <a:lnTo>
                    <a:pt x="313253" y="280692"/>
                  </a:lnTo>
                  <a:lnTo>
                    <a:pt x="313088" y="280851"/>
                  </a:lnTo>
                  <a:lnTo>
                    <a:pt x="312917" y="281046"/>
                  </a:lnTo>
                  <a:lnTo>
                    <a:pt x="312312" y="282100"/>
                  </a:lnTo>
                  <a:lnTo>
                    <a:pt x="312319" y="282294"/>
                  </a:lnTo>
                  <a:lnTo>
                    <a:pt x="312318" y="282467"/>
                  </a:lnTo>
                  <a:lnTo>
                    <a:pt x="312241" y="282603"/>
                  </a:lnTo>
                  <a:lnTo>
                    <a:pt x="311781" y="283384"/>
                  </a:lnTo>
                  <a:lnTo>
                    <a:pt x="311619" y="283440"/>
                  </a:lnTo>
                  <a:lnTo>
                    <a:pt x="311313" y="283407"/>
                  </a:lnTo>
                  <a:lnTo>
                    <a:pt x="310956" y="282644"/>
                  </a:lnTo>
                  <a:lnTo>
                    <a:pt x="310573" y="282604"/>
                  </a:lnTo>
                  <a:lnTo>
                    <a:pt x="310190" y="282587"/>
                  </a:lnTo>
                  <a:lnTo>
                    <a:pt x="310128" y="282375"/>
                  </a:lnTo>
                  <a:lnTo>
                    <a:pt x="310319" y="281917"/>
                  </a:lnTo>
                  <a:lnTo>
                    <a:pt x="310643" y="281792"/>
                  </a:lnTo>
                  <a:lnTo>
                    <a:pt x="310692" y="281277"/>
                  </a:lnTo>
                  <a:lnTo>
                    <a:pt x="310503" y="281109"/>
                  </a:lnTo>
                  <a:lnTo>
                    <a:pt x="310492" y="281383"/>
                  </a:lnTo>
                  <a:lnTo>
                    <a:pt x="310356" y="281689"/>
                  </a:lnTo>
                  <a:lnTo>
                    <a:pt x="310107" y="281758"/>
                  </a:lnTo>
                  <a:lnTo>
                    <a:pt x="310063" y="282056"/>
                  </a:lnTo>
                  <a:lnTo>
                    <a:pt x="309902" y="282166"/>
                  </a:lnTo>
                  <a:lnTo>
                    <a:pt x="309752" y="282253"/>
                  </a:lnTo>
                  <a:lnTo>
                    <a:pt x="309502" y="282348"/>
                  </a:lnTo>
                  <a:lnTo>
                    <a:pt x="309269" y="282488"/>
                  </a:lnTo>
                  <a:lnTo>
                    <a:pt x="309108" y="282600"/>
                  </a:lnTo>
                  <a:lnTo>
                    <a:pt x="308949" y="282733"/>
                  </a:lnTo>
                  <a:lnTo>
                    <a:pt x="308715" y="282947"/>
                  </a:lnTo>
                  <a:lnTo>
                    <a:pt x="308318" y="283392"/>
                  </a:lnTo>
                  <a:lnTo>
                    <a:pt x="308197" y="283546"/>
                  </a:lnTo>
                  <a:lnTo>
                    <a:pt x="308035" y="283769"/>
                  </a:lnTo>
                  <a:lnTo>
                    <a:pt x="307958" y="283897"/>
                  </a:lnTo>
                  <a:lnTo>
                    <a:pt x="307790" y="284209"/>
                  </a:lnTo>
                  <a:lnTo>
                    <a:pt x="307704" y="284391"/>
                  </a:lnTo>
                  <a:lnTo>
                    <a:pt x="307633" y="284560"/>
                  </a:lnTo>
                  <a:lnTo>
                    <a:pt x="307520" y="284862"/>
                  </a:lnTo>
                  <a:lnTo>
                    <a:pt x="307431" y="285196"/>
                  </a:lnTo>
                  <a:lnTo>
                    <a:pt x="307388" y="285404"/>
                  </a:lnTo>
                  <a:lnTo>
                    <a:pt x="307366" y="285585"/>
                  </a:lnTo>
                  <a:lnTo>
                    <a:pt x="307361" y="285759"/>
                  </a:lnTo>
                  <a:lnTo>
                    <a:pt x="307500" y="286133"/>
                  </a:lnTo>
                  <a:lnTo>
                    <a:pt x="307894" y="286527"/>
                  </a:lnTo>
                  <a:lnTo>
                    <a:pt x="308033" y="286626"/>
                  </a:lnTo>
                  <a:lnTo>
                    <a:pt x="308047" y="286943"/>
                  </a:lnTo>
                  <a:lnTo>
                    <a:pt x="307968" y="287187"/>
                  </a:lnTo>
                  <a:lnTo>
                    <a:pt x="307923" y="287379"/>
                  </a:lnTo>
                  <a:lnTo>
                    <a:pt x="307885" y="287611"/>
                  </a:lnTo>
                  <a:lnTo>
                    <a:pt x="307861" y="288145"/>
                  </a:lnTo>
                  <a:lnTo>
                    <a:pt x="307894" y="288338"/>
                  </a:lnTo>
                  <a:lnTo>
                    <a:pt x="308182" y="288754"/>
                  </a:lnTo>
                  <a:lnTo>
                    <a:pt x="308176" y="288974"/>
                  </a:lnTo>
                  <a:lnTo>
                    <a:pt x="308154" y="289188"/>
                  </a:lnTo>
                  <a:lnTo>
                    <a:pt x="308540" y="289798"/>
                  </a:lnTo>
                  <a:lnTo>
                    <a:pt x="308393" y="289951"/>
                  </a:lnTo>
                  <a:lnTo>
                    <a:pt x="308179" y="290109"/>
                  </a:lnTo>
                  <a:lnTo>
                    <a:pt x="308298" y="290420"/>
                  </a:lnTo>
                  <a:lnTo>
                    <a:pt x="307778" y="290736"/>
                  </a:lnTo>
                  <a:lnTo>
                    <a:pt x="307745" y="290605"/>
                  </a:lnTo>
                  <a:lnTo>
                    <a:pt x="307511" y="290345"/>
                  </a:lnTo>
                  <a:lnTo>
                    <a:pt x="307104" y="290511"/>
                  </a:lnTo>
                  <a:lnTo>
                    <a:pt x="306895" y="290725"/>
                  </a:lnTo>
                  <a:lnTo>
                    <a:pt x="306727" y="290990"/>
                  </a:lnTo>
                  <a:lnTo>
                    <a:pt x="306678" y="291127"/>
                  </a:lnTo>
                  <a:lnTo>
                    <a:pt x="306617" y="291335"/>
                  </a:lnTo>
                  <a:lnTo>
                    <a:pt x="306631" y="291826"/>
                  </a:lnTo>
                  <a:lnTo>
                    <a:pt x="306435" y="292155"/>
                  </a:lnTo>
                  <a:lnTo>
                    <a:pt x="306237" y="292572"/>
                  </a:lnTo>
                  <a:lnTo>
                    <a:pt x="306195" y="292763"/>
                  </a:lnTo>
                  <a:lnTo>
                    <a:pt x="306221" y="293113"/>
                  </a:lnTo>
                  <a:lnTo>
                    <a:pt x="305926" y="293331"/>
                  </a:lnTo>
                  <a:lnTo>
                    <a:pt x="305295" y="293133"/>
                  </a:lnTo>
                  <a:lnTo>
                    <a:pt x="304916" y="292964"/>
                  </a:lnTo>
                  <a:lnTo>
                    <a:pt x="304705" y="292993"/>
                  </a:lnTo>
                  <a:lnTo>
                    <a:pt x="304212" y="292922"/>
                  </a:lnTo>
                  <a:lnTo>
                    <a:pt x="303867" y="293195"/>
                  </a:lnTo>
                  <a:lnTo>
                    <a:pt x="303518" y="293244"/>
                  </a:lnTo>
                  <a:lnTo>
                    <a:pt x="302768" y="293325"/>
                  </a:lnTo>
                  <a:lnTo>
                    <a:pt x="302526" y="293344"/>
                  </a:lnTo>
                  <a:lnTo>
                    <a:pt x="302385" y="293413"/>
                  </a:lnTo>
                  <a:lnTo>
                    <a:pt x="302207" y="293545"/>
                  </a:lnTo>
                  <a:lnTo>
                    <a:pt x="301459" y="293762"/>
                  </a:lnTo>
                  <a:lnTo>
                    <a:pt x="300848" y="293505"/>
                  </a:lnTo>
                  <a:lnTo>
                    <a:pt x="300487" y="293403"/>
                  </a:lnTo>
                  <a:lnTo>
                    <a:pt x="300191" y="293255"/>
                  </a:lnTo>
                  <a:lnTo>
                    <a:pt x="299645" y="293057"/>
                  </a:lnTo>
                  <a:lnTo>
                    <a:pt x="299503" y="292930"/>
                  </a:lnTo>
                  <a:lnTo>
                    <a:pt x="299349" y="292618"/>
                  </a:lnTo>
                  <a:lnTo>
                    <a:pt x="299090" y="292301"/>
                  </a:lnTo>
                  <a:lnTo>
                    <a:pt x="298808" y="292300"/>
                  </a:lnTo>
                  <a:lnTo>
                    <a:pt x="298071" y="292422"/>
                  </a:lnTo>
                  <a:lnTo>
                    <a:pt x="297832" y="292492"/>
                  </a:lnTo>
                  <a:lnTo>
                    <a:pt x="297653" y="292558"/>
                  </a:lnTo>
                  <a:lnTo>
                    <a:pt x="297288" y="292712"/>
                  </a:lnTo>
                  <a:lnTo>
                    <a:pt x="296791" y="292992"/>
                  </a:lnTo>
                  <a:lnTo>
                    <a:pt x="296496" y="293219"/>
                  </a:lnTo>
                  <a:lnTo>
                    <a:pt x="296311" y="293353"/>
                  </a:lnTo>
                  <a:lnTo>
                    <a:pt x="296058" y="293539"/>
                  </a:lnTo>
                  <a:lnTo>
                    <a:pt x="295795" y="293743"/>
                  </a:lnTo>
                  <a:lnTo>
                    <a:pt x="295540" y="293942"/>
                  </a:lnTo>
                  <a:lnTo>
                    <a:pt x="295150" y="294289"/>
                  </a:lnTo>
                  <a:lnTo>
                    <a:pt x="294895" y="294577"/>
                  </a:lnTo>
                  <a:lnTo>
                    <a:pt x="294745" y="294776"/>
                  </a:lnTo>
                  <a:lnTo>
                    <a:pt x="294368" y="295166"/>
                  </a:lnTo>
                  <a:lnTo>
                    <a:pt x="293723" y="295985"/>
                  </a:lnTo>
                  <a:lnTo>
                    <a:pt x="293554" y="296166"/>
                  </a:lnTo>
                  <a:lnTo>
                    <a:pt x="293332" y="296469"/>
                  </a:lnTo>
                  <a:lnTo>
                    <a:pt x="292201" y="297433"/>
                  </a:lnTo>
                  <a:lnTo>
                    <a:pt x="292010" y="297663"/>
                  </a:lnTo>
                  <a:lnTo>
                    <a:pt x="291842" y="297773"/>
                  </a:lnTo>
                  <a:lnTo>
                    <a:pt x="291545" y="297772"/>
                  </a:lnTo>
                  <a:lnTo>
                    <a:pt x="291289" y="297820"/>
                  </a:lnTo>
                  <a:lnTo>
                    <a:pt x="291015" y="297991"/>
                  </a:lnTo>
                  <a:lnTo>
                    <a:pt x="290785" y="298151"/>
                  </a:lnTo>
                  <a:lnTo>
                    <a:pt x="290413" y="298542"/>
                  </a:lnTo>
                  <a:lnTo>
                    <a:pt x="290085" y="298190"/>
                  </a:lnTo>
                  <a:lnTo>
                    <a:pt x="290044" y="297796"/>
                  </a:lnTo>
                  <a:lnTo>
                    <a:pt x="289989" y="297626"/>
                  </a:lnTo>
                  <a:lnTo>
                    <a:pt x="289698" y="297309"/>
                  </a:lnTo>
                  <a:lnTo>
                    <a:pt x="289312" y="297239"/>
                  </a:lnTo>
                  <a:lnTo>
                    <a:pt x="289046" y="297214"/>
                  </a:lnTo>
                  <a:lnTo>
                    <a:pt x="288596" y="297229"/>
                  </a:lnTo>
                  <a:lnTo>
                    <a:pt x="288255" y="297277"/>
                  </a:lnTo>
                  <a:lnTo>
                    <a:pt x="287593" y="297519"/>
                  </a:lnTo>
                  <a:lnTo>
                    <a:pt x="287382" y="297632"/>
                  </a:lnTo>
                  <a:lnTo>
                    <a:pt x="287010" y="297904"/>
                  </a:lnTo>
                  <a:lnTo>
                    <a:pt x="286818" y="297987"/>
                  </a:lnTo>
                  <a:lnTo>
                    <a:pt x="286670" y="297930"/>
                  </a:lnTo>
                  <a:lnTo>
                    <a:pt x="286495" y="297870"/>
                  </a:lnTo>
                  <a:lnTo>
                    <a:pt x="286315" y="297970"/>
                  </a:lnTo>
                  <a:lnTo>
                    <a:pt x="286113" y="298093"/>
                  </a:lnTo>
                  <a:lnTo>
                    <a:pt x="285694" y="298492"/>
                  </a:lnTo>
                  <a:lnTo>
                    <a:pt x="285369" y="298890"/>
                  </a:lnTo>
                  <a:lnTo>
                    <a:pt x="285165" y="299174"/>
                  </a:lnTo>
                  <a:lnTo>
                    <a:pt x="285000" y="299311"/>
                  </a:lnTo>
                  <a:lnTo>
                    <a:pt x="284693" y="299160"/>
                  </a:lnTo>
                  <a:lnTo>
                    <a:pt x="284828" y="298940"/>
                  </a:lnTo>
                  <a:lnTo>
                    <a:pt x="285011" y="298762"/>
                  </a:lnTo>
                  <a:lnTo>
                    <a:pt x="284369" y="298942"/>
                  </a:lnTo>
                  <a:lnTo>
                    <a:pt x="284229" y="298966"/>
                  </a:lnTo>
                  <a:lnTo>
                    <a:pt x="284057" y="299014"/>
                  </a:lnTo>
                  <a:lnTo>
                    <a:pt x="283900" y="299087"/>
                  </a:lnTo>
                  <a:lnTo>
                    <a:pt x="283741" y="299173"/>
                  </a:lnTo>
                  <a:lnTo>
                    <a:pt x="283582" y="299277"/>
                  </a:lnTo>
                  <a:lnTo>
                    <a:pt x="282971" y="299771"/>
                  </a:lnTo>
                  <a:lnTo>
                    <a:pt x="282713" y="299547"/>
                  </a:lnTo>
                  <a:lnTo>
                    <a:pt x="282297" y="299431"/>
                  </a:lnTo>
                  <a:lnTo>
                    <a:pt x="282133" y="299494"/>
                  </a:lnTo>
                  <a:lnTo>
                    <a:pt x="281991" y="299573"/>
                  </a:lnTo>
                  <a:lnTo>
                    <a:pt x="281649" y="299819"/>
                  </a:lnTo>
                  <a:lnTo>
                    <a:pt x="281394" y="300010"/>
                  </a:lnTo>
                  <a:lnTo>
                    <a:pt x="281245" y="300138"/>
                  </a:lnTo>
                  <a:lnTo>
                    <a:pt x="281006" y="300375"/>
                  </a:lnTo>
                  <a:lnTo>
                    <a:pt x="280846" y="300553"/>
                  </a:lnTo>
                  <a:lnTo>
                    <a:pt x="280430" y="301101"/>
                  </a:lnTo>
                  <a:lnTo>
                    <a:pt x="280247" y="301335"/>
                  </a:lnTo>
                  <a:lnTo>
                    <a:pt x="279655" y="301982"/>
                  </a:lnTo>
                  <a:lnTo>
                    <a:pt x="279523" y="301896"/>
                  </a:lnTo>
                  <a:lnTo>
                    <a:pt x="279367" y="301819"/>
                  </a:lnTo>
                  <a:lnTo>
                    <a:pt x="279192" y="301719"/>
                  </a:lnTo>
                  <a:lnTo>
                    <a:pt x="279034" y="301529"/>
                  </a:lnTo>
                  <a:lnTo>
                    <a:pt x="279034" y="301059"/>
                  </a:lnTo>
                  <a:lnTo>
                    <a:pt x="279098" y="300925"/>
                  </a:lnTo>
                  <a:lnTo>
                    <a:pt x="279122" y="300657"/>
                  </a:lnTo>
                  <a:lnTo>
                    <a:pt x="279039" y="300350"/>
                  </a:lnTo>
                  <a:lnTo>
                    <a:pt x="279159" y="299792"/>
                  </a:lnTo>
                  <a:lnTo>
                    <a:pt x="279003" y="299437"/>
                  </a:lnTo>
                  <a:lnTo>
                    <a:pt x="278874" y="299224"/>
                  </a:lnTo>
                  <a:lnTo>
                    <a:pt x="279404" y="298957"/>
                  </a:lnTo>
                  <a:lnTo>
                    <a:pt x="279503" y="299133"/>
                  </a:lnTo>
                  <a:lnTo>
                    <a:pt x="279682" y="298982"/>
                  </a:lnTo>
                  <a:lnTo>
                    <a:pt x="279413" y="298540"/>
                  </a:lnTo>
                  <a:lnTo>
                    <a:pt x="279037" y="298332"/>
                  </a:lnTo>
                  <a:lnTo>
                    <a:pt x="278597" y="298365"/>
                  </a:lnTo>
                  <a:lnTo>
                    <a:pt x="278322" y="298193"/>
                  </a:lnTo>
                  <a:lnTo>
                    <a:pt x="277917" y="297670"/>
                  </a:lnTo>
                  <a:lnTo>
                    <a:pt x="277409" y="297426"/>
                  </a:lnTo>
                  <a:lnTo>
                    <a:pt x="277152" y="297326"/>
                  </a:lnTo>
                  <a:lnTo>
                    <a:pt x="276846" y="297250"/>
                  </a:lnTo>
                  <a:lnTo>
                    <a:pt x="276132" y="297148"/>
                  </a:lnTo>
                  <a:lnTo>
                    <a:pt x="275873" y="297141"/>
                  </a:lnTo>
                  <a:lnTo>
                    <a:pt x="275418" y="297163"/>
                  </a:lnTo>
                  <a:lnTo>
                    <a:pt x="275178" y="296783"/>
                  </a:lnTo>
                  <a:lnTo>
                    <a:pt x="274786" y="296038"/>
                  </a:lnTo>
                  <a:lnTo>
                    <a:pt x="274593" y="296009"/>
                  </a:lnTo>
                  <a:lnTo>
                    <a:pt x="274280" y="296002"/>
                  </a:lnTo>
                  <a:lnTo>
                    <a:pt x="274131" y="296011"/>
                  </a:lnTo>
                  <a:lnTo>
                    <a:pt x="273726" y="296055"/>
                  </a:lnTo>
                  <a:lnTo>
                    <a:pt x="273587" y="296070"/>
                  </a:lnTo>
                  <a:lnTo>
                    <a:pt x="273396" y="296115"/>
                  </a:lnTo>
                  <a:lnTo>
                    <a:pt x="273139" y="296188"/>
                  </a:lnTo>
                  <a:lnTo>
                    <a:pt x="272546" y="296408"/>
                  </a:lnTo>
                  <a:lnTo>
                    <a:pt x="272175" y="296575"/>
                  </a:lnTo>
                  <a:lnTo>
                    <a:pt x="271565" y="296622"/>
                  </a:lnTo>
                  <a:lnTo>
                    <a:pt x="271254" y="297150"/>
                  </a:lnTo>
                  <a:lnTo>
                    <a:pt x="271024" y="297284"/>
                  </a:lnTo>
                  <a:lnTo>
                    <a:pt x="270860" y="297419"/>
                  </a:lnTo>
                  <a:lnTo>
                    <a:pt x="270523" y="297717"/>
                  </a:lnTo>
                  <a:lnTo>
                    <a:pt x="270227" y="298037"/>
                  </a:lnTo>
                  <a:lnTo>
                    <a:pt x="269918" y="298423"/>
                  </a:lnTo>
                  <a:lnTo>
                    <a:pt x="269752" y="298646"/>
                  </a:lnTo>
                  <a:lnTo>
                    <a:pt x="269807" y="299010"/>
                  </a:lnTo>
                  <a:lnTo>
                    <a:pt x="269559" y="299386"/>
                  </a:lnTo>
                  <a:lnTo>
                    <a:pt x="269184" y="299674"/>
                  </a:lnTo>
                  <a:lnTo>
                    <a:pt x="269079" y="299884"/>
                  </a:lnTo>
                  <a:lnTo>
                    <a:pt x="269020" y="300130"/>
                  </a:lnTo>
                  <a:lnTo>
                    <a:pt x="268730" y="300307"/>
                  </a:lnTo>
                  <a:lnTo>
                    <a:pt x="268688" y="300865"/>
                  </a:lnTo>
                  <a:lnTo>
                    <a:pt x="268609" y="301137"/>
                  </a:lnTo>
                  <a:lnTo>
                    <a:pt x="268329" y="301484"/>
                  </a:lnTo>
                  <a:lnTo>
                    <a:pt x="268512" y="301818"/>
                  </a:lnTo>
                  <a:lnTo>
                    <a:pt x="268714" y="302189"/>
                  </a:lnTo>
                  <a:lnTo>
                    <a:pt x="268786" y="302462"/>
                  </a:lnTo>
                  <a:lnTo>
                    <a:pt x="268879" y="302790"/>
                  </a:lnTo>
                  <a:lnTo>
                    <a:pt x="268974" y="302955"/>
                  </a:lnTo>
                  <a:lnTo>
                    <a:pt x="269332" y="303045"/>
                  </a:lnTo>
                  <a:lnTo>
                    <a:pt x="269564" y="302626"/>
                  </a:lnTo>
                  <a:lnTo>
                    <a:pt x="269646" y="302475"/>
                  </a:lnTo>
                  <a:lnTo>
                    <a:pt x="269616" y="301650"/>
                  </a:lnTo>
                  <a:lnTo>
                    <a:pt x="269861" y="301500"/>
                  </a:lnTo>
                  <a:lnTo>
                    <a:pt x="269991" y="301562"/>
                  </a:lnTo>
                  <a:lnTo>
                    <a:pt x="270365" y="301812"/>
                  </a:lnTo>
                  <a:lnTo>
                    <a:pt x="270976" y="301639"/>
                  </a:lnTo>
                  <a:lnTo>
                    <a:pt x="271319" y="301599"/>
                  </a:lnTo>
                  <a:lnTo>
                    <a:pt x="271214" y="302254"/>
                  </a:lnTo>
                  <a:lnTo>
                    <a:pt x="270715" y="302384"/>
                  </a:lnTo>
                  <a:lnTo>
                    <a:pt x="270544" y="302569"/>
                  </a:lnTo>
                  <a:lnTo>
                    <a:pt x="270248" y="302865"/>
                  </a:lnTo>
                  <a:lnTo>
                    <a:pt x="270119" y="303060"/>
                  </a:lnTo>
                  <a:lnTo>
                    <a:pt x="269890" y="303404"/>
                  </a:lnTo>
                  <a:lnTo>
                    <a:pt x="269799" y="303603"/>
                  </a:lnTo>
                  <a:lnTo>
                    <a:pt x="269754" y="303748"/>
                  </a:lnTo>
                  <a:lnTo>
                    <a:pt x="269695" y="304058"/>
                  </a:lnTo>
                  <a:lnTo>
                    <a:pt x="269764" y="304460"/>
                  </a:lnTo>
                  <a:lnTo>
                    <a:pt x="270036" y="304689"/>
                  </a:lnTo>
                  <a:lnTo>
                    <a:pt x="270225" y="304818"/>
                  </a:lnTo>
                  <a:lnTo>
                    <a:pt x="270224" y="305593"/>
                  </a:lnTo>
                  <a:lnTo>
                    <a:pt x="270069" y="305700"/>
                  </a:lnTo>
                  <a:lnTo>
                    <a:pt x="269782" y="305430"/>
                  </a:lnTo>
                  <a:lnTo>
                    <a:pt x="269552" y="305053"/>
                  </a:lnTo>
                  <a:lnTo>
                    <a:pt x="269184" y="305016"/>
                  </a:lnTo>
                  <a:lnTo>
                    <a:pt x="268900" y="305125"/>
                  </a:lnTo>
                  <a:lnTo>
                    <a:pt x="268147" y="304695"/>
                  </a:lnTo>
                  <a:lnTo>
                    <a:pt x="267938" y="304350"/>
                  </a:lnTo>
                  <a:lnTo>
                    <a:pt x="267441" y="304387"/>
                  </a:lnTo>
                  <a:lnTo>
                    <a:pt x="267105" y="304296"/>
                  </a:lnTo>
                  <a:lnTo>
                    <a:pt x="266932" y="304139"/>
                  </a:lnTo>
                  <a:lnTo>
                    <a:pt x="266644" y="303938"/>
                  </a:lnTo>
                  <a:lnTo>
                    <a:pt x="266484" y="303801"/>
                  </a:lnTo>
                  <a:lnTo>
                    <a:pt x="266266" y="303622"/>
                  </a:lnTo>
                  <a:lnTo>
                    <a:pt x="265937" y="303640"/>
                  </a:lnTo>
                  <a:lnTo>
                    <a:pt x="265643" y="303706"/>
                  </a:lnTo>
                  <a:lnTo>
                    <a:pt x="265447" y="303759"/>
                  </a:lnTo>
                  <a:lnTo>
                    <a:pt x="265058" y="303708"/>
                  </a:lnTo>
                  <a:lnTo>
                    <a:pt x="264782" y="303879"/>
                  </a:lnTo>
                  <a:lnTo>
                    <a:pt x="264452" y="304258"/>
                  </a:lnTo>
                  <a:lnTo>
                    <a:pt x="264200" y="304233"/>
                  </a:lnTo>
                  <a:lnTo>
                    <a:pt x="263873" y="304167"/>
                  </a:lnTo>
                  <a:lnTo>
                    <a:pt x="263666" y="304144"/>
                  </a:lnTo>
                  <a:lnTo>
                    <a:pt x="263358" y="304156"/>
                  </a:lnTo>
                  <a:lnTo>
                    <a:pt x="262840" y="304181"/>
                  </a:lnTo>
                  <a:lnTo>
                    <a:pt x="262701" y="303834"/>
                  </a:lnTo>
                  <a:lnTo>
                    <a:pt x="262181" y="303644"/>
                  </a:lnTo>
                  <a:lnTo>
                    <a:pt x="261648" y="303140"/>
                  </a:lnTo>
                  <a:lnTo>
                    <a:pt x="261557" y="303012"/>
                  </a:lnTo>
                  <a:lnTo>
                    <a:pt x="261391" y="302577"/>
                  </a:lnTo>
                  <a:lnTo>
                    <a:pt x="261655" y="301873"/>
                  </a:lnTo>
                  <a:lnTo>
                    <a:pt x="261654" y="301558"/>
                  </a:lnTo>
                  <a:lnTo>
                    <a:pt x="261967" y="301333"/>
                  </a:lnTo>
                  <a:lnTo>
                    <a:pt x="262099" y="301416"/>
                  </a:lnTo>
                  <a:lnTo>
                    <a:pt x="262461" y="301519"/>
                  </a:lnTo>
                  <a:lnTo>
                    <a:pt x="262752" y="301541"/>
                  </a:lnTo>
                  <a:lnTo>
                    <a:pt x="263082" y="301634"/>
                  </a:lnTo>
                  <a:lnTo>
                    <a:pt x="263527" y="301704"/>
                  </a:lnTo>
                  <a:lnTo>
                    <a:pt x="264070" y="301460"/>
                  </a:lnTo>
                  <a:lnTo>
                    <a:pt x="264265" y="301268"/>
                  </a:lnTo>
                  <a:lnTo>
                    <a:pt x="264473" y="301246"/>
                  </a:lnTo>
                  <a:lnTo>
                    <a:pt x="264752" y="301100"/>
                  </a:lnTo>
                  <a:lnTo>
                    <a:pt x="264630" y="300880"/>
                  </a:lnTo>
                  <a:lnTo>
                    <a:pt x="264476" y="300596"/>
                  </a:lnTo>
                  <a:lnTo>
                    <a:pt x="264408" y="300455"/>
                  </a:lnTo>
                  <a:lnTo>
                    <a:pt x="263882" y="299861"/>
                  </a:lnTo>
                  <a:lnTo>
                    <a:pt x="263378" y="299924"/>
                  </a:lnTo>
                  <a:lnTo>
                    <a:pt x="263141" y="300135"/>
                  </a:lnTo>
                  <a:lnTo>
                    <a:pt x="262419" y="300410"/>
                  </a:lnTo>
                  <a:lnTo>
                    <a:pt x="262390" y="300626"/>
                  </a:lnTo>
                  <a:lnTo>
                    <a:pt x="262399" y="300962"/>
                  </a:lnTo>
                  <a:lnTo>
                    <a:pt x="262073" y="301021"/>
                  </a:lnTo>
                  <a:lnTo>
                    <a:pt x="261551" y="300343"/>
                  </a:lnTo>
                  <a:lnTo>
                    <a:pt x="261210" y="300067"/>
                  </a:lnTo>
                  <a:lnTo>
                    <a:pt x="260549" y="299748"/>
                  </a:lnTo>
                  <a:lnTo>
                    <a:pt x="260264" y="299680"/>
                  </a:lnTo>
                  <a:lnTo>
                    <a:pt x="260128" y="299666"/>
                  </a:lnTo>
                  <a:lnTo>
                    <a:pt x="259802" y="299649"/>
                  </a:lnTo>
                  <a:lnTo>
                    <a:pt x="259568" y="299656"/>
                  </a:lnTo>
                  <a:lnTo>
                    <a:pt x="259128" y="299687"/>
                  </a:lnTo>
                  <a:lnTo>
                    <a:pt x="258373" y="299861"/>
                  </a:lnTo>
                  <a:lnTo>
                    <a:pt x="258076" y="299956"/>
                  </a:lnTo>
                  <a:lnTo>
                    <a:pt x="257861" y="299967"/>
                  </a:lnTo>
                  <a:lnTo>
                    <a:pt x="257560" y="299966"/>
                  </a:lnTo>
                  <a:lnTo>
                    <a:pt x="257406" y="299980"/>
                  </a:lnTo>
                  <a:lnTo>
                    <a:pt x="257333" y="299702"/>
                  </a:lnTo>
                  <a:lnTo>
                    <a:pt x="257193" y="299221"/>
                  </a:lnTo>
                  <a:lnTo>
                    <a:pt x="257563" y="299025"/>
                  </a:lnTo>
                  <a:lnTo>
                    <a:pt x="257844" y="298753"/>
                  </a:lnTo>
                  <a:lnTo>
                    <a:pt x="258442" y="298524"/>
                  </a:lnTo>
                  <a:lnTo>
                    <a:pt x="258637" y="298112"/>
                  </a:lnTo>
                  <a:lnTo>
                    <a:pt x="259156" y="298088"/>
                  </a:lnTo>
                  <a:lnTo>
                    <a:pt x="259172" y="297716"/>
                  </a:lnTo>
                  <a:lnTo>
                    <a:pt x="259259" y="297066"/>
                  </a:lnTo>
                  <a:lnTo>
                    <a:pt x="259600" y="297086"/>
                  </a:lnTo>
                  <a:lnTo>
                    <a:pt x="259945" y="296831"/>
                  </a:lnTo>
                  <a:lnTo>
                    <a:pt x="260223" y="296699"/>
                  </a:lnTo>
                  <a:lnTo>
                    <a:pt x="260429" y="296343"/>
                  </a:lnTo>
                  <a:lnTo>
                    <a:pt x="260435" y="295680"/>
                  </a:lnTo>
                  <a:lnTo>
                    <a:pt x="260427" y="295311"/>
                  </a:lnTo>
                  <a:lnTo>
                    <a:pt x="260384" y="295146"/>
                  </a:lnTo>
                  <a:lnTo>
                    <a:pt x="260698" y="294724"/>
                  </a:lnTo>
                  <a:lnTo>
                    <a:pt x="260709" y="294439"/>
                  </a:lnTo>
                  <a:lnTo>
                    <a:pt x="260559" y="294776"/>
                  </a:lnTo>
                  <a:lnTo>
                    <a:pt x="260189" y="295130"/>
                  </a:lnTo>
                  <a:lnTo>
                    <a:pt x="260257" y="295473"/>
                  </a:lnTo>
                  <a:lnTo>
                    <a:pt x="260242" y="295869"/>
                  </a:lnTo>
                  <a:lnTo>
                    <a:pt x="260108" y="296296"/>
                  </a:lnTo>
                  <a:lnTo>
                    <a:pt x="259854" y="296446"/>
                  </a:lnTo>
                  <a:lnTo>
                    <a:pt x="259400" y="296599"/>
                  </a:lnTo>
                  <a:lnTo>
                    <a:pt x="259231" y="296716"/>
                  </a:lnTo>
                  <a:lnTo>
                    <a:pt x="259056" y="296866"/>
                  </a:lnTo>
                  <a:lnTo>
                    <a:pt x="258934" y="297418"/>
                  </a:lnTo>
                  <a:lnTo>
                    <a:pt x="258840" y="297629"/>
                  </a:lnTo>
                  <a:lnTo>
                    <a:pt x="258565" y="297732"/>
                  </a:lnTo>
                  <a:lnTo>
                    <a:pt x="258229" y="298232"/>
                  </a:lnTo>
                  <a:lnTo>
                    <a:pt x="258068" y="298412"/>
                  </a:lnTo>
                  <a:lnTo>
                    <a:pt x="257749" y="298244"/>
                  </a:lnTo>
                  <a:lnTo>
                    <a:pt x="257341" y="298065"/>
                  </a:lnTo>
                  <a:lnTo>
                    <a:pt x="257101" y="297994"/>
                  </a:lnTo>
                  <a:lnTo>
                    <a:pt x="256804" y="297934"/>
                  </a:lnTo>
                  <a:lnTo>
                    <a:pt x="255992" y="297935"/>
                  </a:lnTo>
                  <a:lnTo>
                    <a:pt x="255354" y="298144"/>
                  </a:lnTo>
                  <a:lnTo>
                    <a:pt x="254842" y="298659"/>
                  </a:lnTo>
                  <a:lnTo>
                    <a:pt x="254846" y="298786"/>
                  </a:lnTo>
                  <a:lnTo>
                    <a:pt x="254570" y="299057"/>
                  </a:lnTo>
                  <a:lnTo>
                    <a:pt x="254534" y="299210"/>
                  </a:lnTo>
                  <a:lnTo>
                    <a:pt x="254624" y="299380"/>
                  </a:lnTo>
                  <a:lnTo>
                    <a:pt x="254724" y="299562"/>
                  </a:lnTo>
                  <a:lnTo>
                    <a:pt x="255262" y="299634"/>
                  </a:lnTo>
                  <a:lnTo>
                    <a:pt x="255441" y="299877"/>
                  </a:lnTo>
                  <a:lnTo>
                    <a:pt x="255488" y="300113"/>
                  </a:lnTo>
                  <a:lnTo>
                    <a:pt x="255289" y="300309"/>
                  </a:lnTo>
                  <a:lnTo>
                    <a:pt x="255096" y="300355"/>
                  </a:lnTo>
                  <a:lnTo>
                    <a:pt x="254503" y="299923"/>
                  </a:lnTo>
                  <a:lnTo>
                    <a:pt x="254363" y="299833"/>
                  </a:lnTo>
                  <a:lnTo>
                    <a:pt x="254121" y="299534"/>
                  </a:lnTo>
                  <a:lnTo>
                    <a:pt x="254372" y="299018"/>
                  </a:lnTo>
                  <a:lnTo>
                    <a:pt x="254100" y="298883"/>
                  </a:lnTo>
                  <a:lnTo>
                    <a:pt x="253911" y="298822"/>
                  </a:lnTo>
                  <a:lnTo>
                    <a:pt x="253605" y="298819"/>
                  </a:lnTo>
                  <a:lnTo>
                    <a:pt x="253408" y="298855"/>
                  </a:lnTo>
                  <a:lnTo>
                    <a:pt x="253099" y="298911"/>
                  </a:lnTo>
                  <a:lnTo>
                    <a:pt x="252936" y="298952"/>
                  </a:lnTo>
                  <a:lnTo>
                    <a:pt x="252653" y="299049"/>
                  </a:lnTo>
                  <a:lnTo>
                    <a:pt x="252370" y="299236"/>
                  </a:lnTo>
                  <a:lnTo>
                    <a:pt x="251748" y="299449"/>
                  </a:lnTo>
                  <a:lnTo>
                    <a:pt x="251464" y="299451"/>
                  </a:lnTo>
                  <a:lnTo>
                    <a:pt x="251334" y="299458"/>
                  </a:lnTo>
                  <a:lnTo>
                    <a:pt x="251171" y="299486"/>
                  </a:lnTo>
                  <a:lnTo>
                    <a:pt x="250913" y="299571"/>
                  </a:lnTo>
                  <a:lnTo>
                    <a:pt x="250558" y="299730"/>
                  </a:lnTo>
                  <a:lnTo>
                    <a:pt x="250256" y="299806"/>
                  </a:lnTo>
                  <a:lnTo>
                    <a:pt x="249890" y="300049"/>
                  </a:lnTo>
                  <a:lnTo>
                    <a:pt x="249829" y="300486"/>
                  </a:lnTo>
                  <a:lnTo>
                    <a:pt x="249861" y="300804"/>
                  </a:lnTo>
                  <a:lnTo>
                    <a:pt x="249832" y="301035"/>
                  </a:lnTo>
                  <a:lnTo>
                    <a:pt x="249858" y="301268"/>
                  </a:lnTo>
                  <a:lnTo>
                    <a:pt x="249913" y="301501"/>
                  </a:lnTo>
                  <a:lnTo>
                    <a:pt x="249620" y="301598"/>
                  </a:lnTo>
                  <a:lnTo>
                    <a:pt x="249241" y="301658"/>
                  </a:lnTo>
                  <a:lnTo>
                    <a:pt x="249108" y="301780"/>
                  </a:lnTo>
                  <a:lnTo>
                    <a:pt x="248948" y="301947"/>
                  </a:lnTo>
                  <a:lnTo>
                    <a:pt x="248862" y="302078"/>
                  </a:lnTo>
                  <a:lnTo>
                    <a:pt x="248784" y="302359"/>
                  </a:lnTo>
                  <a:lnTo>
                    <a:pt x="248857" y="302605"/>
                  </a:lnTo>
                  <a:lnTo>
                    <a:pt x="249042" y="302677"/>
                  </a:lnTo>
                  <a:lnTo>
                    <a:pt x="249321" y="302804"/>
                  </a:lnTo>
                  <a:lnTo>
                    <a:pt x="249199" y="303503"/>
                  </a:lnTo>
                  <a:lnTo>
                    <a:pt x="248942" y="303521"/>
                  </a:lnTo>
                  <a:lnTo>
                    <a:pt x="248722" y="303531"/>
                  </a:lnTo>
                  <a:lnTo>
                    <a:pt x="248228" y="303602"/>
                  </a:lnTo>
                  <a:lnTo>
                    <a:pt x="248056" y="303744"/>
                  </a:lnTo>
                  <a:lnTo>
                    <a:pt x="247612" y="304175"/>
                  </a:lnTo>
                  <a:lnTo>
                    <a:pt x="247153" y="303975"/>
                  </a:lnTo>
                  <a:lnTo>
                    <a:pt x="246538" y="303910"/>
                  </a:lnTo>
                  <a:lnTo>
                    <a:pt x="246272" y="303445"/>
                  </a:lnTo>
                  <a:lnTo>
                    <a:pt x="246247" y="303259"/>
                  </a:lnTo>
                  <a:lnTo>
                    <a:pt x="246256" y="302899"/>
                  </a:lnTo>
                  <a:lnTo>
                    <a:pt x="246324" y="302643"/>
                  </a:lnTo>
                  <a:lnTo>
                    <a:pt x="246391" y="302448"/>
                  </a:lnTo>
                  <a:lnTo>
                    <a:pt x="246240" y="301967"/>
                  </a:lnTo>
                  <a:lnTo>
                    <a:pt x="245578" y="301498"/>
                  </a:lnTo>
                  <a:lnTo>
                    <a:pt x="245001" y="301594"/>
                  </a:lnTo>
                  <a:lnTo>
                    <a:pt x="244473" y="301635"/>
                  </a:lnTo>
                  <a:lnTo>
                    <a:pt x="244275" y="301507"/>
                  </a:lnTo>
                  <a:lnTo>
                    <a:pt x="244021" y="301320"/>
                  </a:lnTo>
                  <a:lnTo>
                    <a:pt x="243773" y="300986"/>
                  </a:lnTo>
                  <a:lnTo>
                    <a:pt x="243550" y="300908"/>
                  </a:lnTo>
                  <a:lnTo>
                    <a:pt x="243400" y="301167"/>
                  </a:lnTo>
                  <a:lnTo>
                    <a:pt x="243067" y="301215"/>
                  </a:lnTo>
                  <a:lnTo>
                    <a:pt x="243316" y="301494"/>
                  </a:lnTo>
                  <a:lnTo>
                    <a:pt x="243516" y="301667"/>
                  </a:lnTo>
                  <a:lnTo>
                    <a:pt x="243758" y="301933"/>
                  </a:lnTo>
                  <a:lnTo>
                    <a:pt x="243579" y="302336"/>
                  </a:lnTo>
                  <a:lnTo>
                    <a:pt x="243492" y="302555"/>
                  </a:lnTo>
                  <a:lnTo>
                    <a:pt x="243911" y="302613"/>
                  </a:lnTo>
                  <a:lnTo>
                    <a:pt x="244033" y="302748"/>
                  </a:lnTo>
                  <a:lnTo>
                    <a:pt x="244131" y="302918"/>
                  </a:lnTo>
                  <a:lnTo>
                    <a:pt x="244403" y="302972"/>
                  </a:lnTo>
                  <a:lnTo>
                    <a:pt x="244600" y="302930"/>
                  </a:lnTo>
                  <a:lnTo>
                    <a:pt x="245155" y="302935"/>
                  </a:lnTo>
                  <a:lnTo>
                    <a:pt x="245321" y="303114"/>
                  </a:lnTo>
                  <a:lnTo>
                    <a:pt x="245639" y="303244"/>
                  </a:lnTo>
                  <a:lnTo>
                    <a:pt x="245902" y="303442"/>
                  </a:lnTo>
                  <a:lnTo>
                    <a:pt x="246397" y="303996"/>
                  </a:lnTo>
                  <a:lnTo>
                    <a:pt x="246848" y="304088"/>
                  </a:lnTo>
                  <a:lnTo>
                    <a:pt x="246831" y="304355"/>
                  </a:lnTo>
                  <a:lnTo>
                    <a:pt x="246902" y="304522"/>
                  </a:lnTo>
                  <a:lnTo>
                    <a:pt x="246964" y="304720"/>
                  </a:lnTo>
                  <a:lnTo>
                    <a:pt x="246755" y="304862"/>
                  </a:lnTo>
                  <a:lnTo>
                    <a:pt x="246437" y="305096"/>
                  </a:lnTo>
                  <a:lnTo>
                    <a:pt x="245828" y="305639"/>
                  </a:lnTo>
                  <a:lnTo>
                    <a:pt x="245672" y="305833"/>
                  </a:lnTo>
                  <a:lnTo>
                    <a:pt x="245329" y="306259"/>
                  </a:lnTo>
                  <a:lnTo>
                    <a:pt x="245225" y="306436"/>
                  </a:lnTo>
                  <a:lnTo>
                    <a:pt x="245131" y="306620"/>
                  </a:lnTo>
                  <a:lnTo>
                    <a:pt x="245009" y="306878"/>
                  </a:lnTo>
                  <a:lnTo>
                    <a:pt x="244813" y="307216"/>
                  </a:lnTo>
                  <a:lnTo>
                    <a:pt x="244685" y="307448"/>
                  </a:lnTo>
                  <a:lnTo>
                    <a:pt x="244487" y="307861"/>
                  </a:lnTo>
                  <a:lnTo>
                    <a:pt x="244411" y="308114"/>
                  </a:lnTo>
                  <a:lnTo>
                    <a:pt x="244369" y="308325"/>
                  </a:lnTo>
                  <a:lnTo>
                    <a:pt x="244325" y="308592"/>
                  </a:lnTo>
                  <a:lnTo>
                    <a:pt x="244312" y="308794"/>
                  </a:lnTo>
                  <a:lnTo>
                    <a:pt x="244415" y="309253"/>
                  </a:lnTo>
                  <a:lnTo>
                    <a:pt x="244999" y="309851"/>
                  </a:lnTo>
                  <a:lnTo>
                    <a:pt x="244839" y="310086"/>
                  </a:lnTo>
                  <a:lnTo>
                    <a:pt x="244487" y="310288"/>
                  </a:lnTo>
                  <a:lnTo>
                    <a:pt x="244307" y="310211"/>
                  </a:lnTo>
                  <a:lnTo>
                    <a:pt x="244024" y="310153"/>
                  </a:lnTo>
                  <a:lnTo>
                    <a:pt x="243585" y="310503"/>
                  </a:lnTo>
                  <a:lnTo>
                    <a:pt x="243761" y="310106"/>
                  </a:lnTo>
                  <a:lnTo>
                    <a:pt x="243900" y="309692"/>
                  </a:lnTo>
                  <a:lnTo>
                    <a:pt x="243900" y="309316"/>
                  </a:lnTo>
                  <a:lnTo>
                    <a:pt x="244020" y="309106"/>
                  </a:lnTo>
                  <a:lnTo>
                    <a:pt x="243904" y="308795"/>
                  </a:lnTo>
                  <a:lnTo>
                    <a:pt x="243625" y="308478"/>
                  </a:lnTo>
                  <a:lnTo>
                    <a:pt x="243231" y="308249"/>
                  </a:lnTo>
                  <a:lnTo>
                    <a:pt x="242962" y="308146"/>
                  </a:lnTo>
                  <a:lnTo>
                    <a:pt x="242702" y="308078"/>
                  </a:lnTo>
                  <a:lnTo>
                    <a:pt x="242393" y="308045"/>
                  </a:lnTo>
                  <a:lnTo>
                    <a:pt x="242164" y="308041"/>
                  </a:lnTo>
                  <a:lnTo>
                    <a:pt x="242009" y="308039"/>
                  </a:lnTo>
                  <a:lnTo>
                    <a:pt x="241488" y="308109"/>
                  </a:lnTo>
                  <a:lnTo>
                    <a:pt x="241327" y="308379"/>
                  </a:lnTo>
                  <a:lnTo>
                    <a:pt x="241130" y="308333"/>
                  </a:lnTo>
                  <a:lnTo>
                    <a:pt x="240868" y="308437"/>
                  </a:lnTo>
                  <a:lnTo>
                    <a:pt x="240340" y="308233"/>
                  </a:lnTo>
                  <a:lnTo>
                    <a:pt x="240003" y="308172"/>
                  </a:lnTo>
                  <a:lnTo>
                    <a:pt x="239682" y="308250"/>
                  </a:lnTo>
                  <a:lnTo>
                    <a:pt x="239456" y="308337"/>
                  </a:lnTo>
                  <a:lnTo>
                    <a:pt x="239068" y="308441"/>
                  </a:lnTo>
                  <a:lnTo>
                    <a:pt x="238620" y="308484"/>
                  </a:lnTo>
                  <a:lnTo>
                    <a:pt x="238562" y="308212"/>
                  </a:lnTo>
                  <a:lnTo>
                    <a:pt x="238288" y="308121"/>
                  </a:lnTo>
                  <a:lnTo>
                    <a:pt x="238010" y="307731"/>
                  </a:lnTo>
                  <a:lnTo>
                    <a:pt x="238204" y="307523"/>
                  </a:lnTo>
                  <a:lnTo>
                    <a:pt x="238256" y="307335"/>
                  </a:lnTo>
                  <a:lnTo>
                    <a:pt x="238263" y="306888"/>
                  </a:lnTo>
                  <a:lnTo>
                    <a:pt x="238409" y="306409"/>
                  </a:lnTo>
                  <a:lnTo>
                    <a:pt x="238197" y="306124"/>
                  </a:lnTo>
                  <a:lnTo>
                    <a:pt x="237847" y="305848"/>
                  </a:lnTo>
                  <a:lnTo>
                    <a:pt x="237843" y="305697"/>
                  </a:lnTo>
                  <a:lnTo>
                    <a:pt x="237875" y="305533"/>
                  </a:lnTo>
                  <a:lnTo>
                    <a:pt x="238019" y="305255"/>
                  </a:lnTo>
                  <a:lnTo>
                    <a:pt x="238183" y="304853"/>
                  </a:lnTo>
                  <a:lnTo>
                    <a:pt x="238454" y="303937"/>
                  </a:lnTo>
                  <a:lnTo>
                    <a:pt x="238212" y="303654"/>
                  </a:lnTo>
                  <a:lnTo>
                    <a:pt x="238056" y="303381"/>
                  </a:lnTo>
                  <a:lnTo>
                    <a:pt x="238148" y="302719"/>
                  </a:lnTo>
                  <a:lnTo>
                    <a:pt x="238113" y="302425"/>
                  </a:lnTo>
                  <a:lnTo>
                    <a:pt x="238144" y="302191"/>
                  </a:lnTo>
                  <a:lnTo>
                    <a:pt x="238513" y="301625"/>
                  </a:lnTo>
                  <a:lnTo>
                    <a:pt x="238756" y="301332"/>
                  </a:lnTo>
                  <a:lnTo>
                    <a:pt x="239015" y="301172"/>
                  </a:lnTo>
                  <a:lnTo>
                    <a:pt x="239357" y="301086"/>
                  </a:lnTo>
                  <a:lnTo>
                    <a:pt x="239560" y="301060"/>
                  </a:lnTo>
                  <a:lnTo>
                    <a:pt x="240321" y="300411"/>
                  </a:lnTo>
                  <a:lnTo>
                    <a:pt x="240509" y="300437"/>
                  </a:lnTo>
                  <a:lnTo>
                    <a:pt x="240724" y="300403"/>
                  </a:lnTo>
                  <a:lnTo>
                    <a:pt x="241281" y="300045"/>
                  </a:lnTo>
                  <a:lnTo>
                    <a:pt x="241397" y="299863"/>
                  </a:lnTo>
                  <a:lnTo>
                    <a:pt x="241439" y="299676"/>
                  </a:lnTo>
                  <a:lnTo>
                    <a:pt x="241306" y="299599"/>
                  </a:lnTo>
                  <a:lnTo>
                    <a:pt x="241095" y="299423"/>
                  </a:lnTo>
                  <a:lnTo>
                    <a:pt x="240928" y="299224"/>
                  </a:lnTo>
                  <a:lnTo>
                    <a:pt x="240636" y="298934"/>
                  </a:lnTo>
                  <a:lnTo>
                    <a:pt x="240552" y="298600"/>
                  </a:lnTo>
                  <a:lnTo>
                    <a:pt x="239997" y="298161"/>
                  </a:lnTo>
                  <a:lnTo>
                    <a:pt x="239657" y="297756"/>
                  </a:lnTo>
                  <a:lnTo>
                    <a:pt x="239801" y="297955"/>
                  </a:lnTo>
                  <a:lnTo>
                    <a:pt x="239831" y="298619"/>
                  </a:lnTo>
                  <a:lnTo>
                    <a:pt x="239606" y="298088"/>
                  </a:lnTo>
                  <a:lnTo>
                    <a:pt x="239478" y="298008"/>
                  </a:lnTo>
                  <a:lnTo>
                    <a:pt x="239291" y="298032"/>
                  </a:lnTo>
                  <a:lnTo>
                    <a:pt x="239430" y="298367"/>
                  </a:lnTo>
                  <a:lnTo>
                    <a:pt x="239509" y="298557"/>
                  </a:lnTo>
                  <a:lnTo>
                    <a:pt x="239510" y="298725"/>
                  </a:lnTo>
                  <a:lnTo>
                    <a:pt x="239513" y="299019"/>
                  </a:lnTo>
                  <a:lnTo>
                    <a:pt x="239533" y="299202"/>
                  </a:lnTo>
                  <a:lnTo>
                    <a:pt x="239338" y="299607"/>
                  </a:lnTo>
                  <a:lnTo>
                    <a:pt x="238947" y="299970"/>
                  </a:lnTo>
                  <a:lnTo>
                    <a:pt x="238616" y="300111"/>
                  </a:lnTo>
                  <a:lnTo>
                    <a:pt x="238466" y="300235"/>
                  </a:lnTo>
                  <a:lnTo>
                    <a:pt x="238329" y="300384"/>
                  </a:lnTo>
                  <a:lnTo>
                    <a:pt x="237734" y="300147"/>
                  </a:lnTo>
                  <a:lnTo>
                    <a:pt x="237399" y="299975"/>
                  </a:lnTo>
                  <a:lnTo>
                    <a:pt x="237472" y="299817"/>
                  </a:lnTo>
                  <a:lnTo>
                    <a:pt x="237468" y="299647"/>
                  </a:lnTo>
                  <a:lnTo>
                    <a:pt x="236836" y="299701"/>
                  </a:lnTo>
                  <a:lnTo>
                    <a:pt x="236647" y="299691"/>
                  </a:lnTo>
                  <a:lnTo>
                    <a:pt x="236316" y="299714"/>
                  </a:lnTo>
                  <a:lnTo>
                    <a:pt x="236020" y="299932"/>
                  </a:lnTo>
                  <a:lnTo>
                    <a:pt x="236107" y="300273"/>
                  </a:lnTo>
                  <a:lnTo>
                    <a:pt x="235713" y="300344"/>
                  </a:lnTo>
                  <a:lnTo>
                    <a:pt x="235511" y="300387"/>
                  </a:lnTo>
                  <a:lnTo>
                    <a:pt x="235214" y="300491"/>
                  </a:lnTo>
                  <a:lnTo>
                    <a:pt x="234945" y="300586"/>
                  </a:lnTo>
                  <a:lnTo>
                    <a:pt x="234619" y="300693"/>
                  </a:lnTo>
                  <a:lnTo>
                    <a:pt x="234381" y="300805"/>
                  </a:lnTo>
                  <a:lnTo>
                    <a:pt x="234335" y="301050"/>
                  </a:lnTo>
                  <a:lnTo>
                    <a:pt x="234302" y="301215"/>
                  </a:lnTo>
                  <a:lnTo>
                    <a:pt x="233987" y="301511"/>
                  </a:lnTo>
                  <a:lnTo>
                    <a:pt x="232905" y="301991"/>
                  </a:lnTo>
                  <a:lnTo>
                    <a:pt x="232247" y="302278"/>
                  </a:lnTo>
                  <a:lnTo>
                    <a:pt x="231654" y="302549"/>
                  </a:lnTo>
                  <a:lnTo>
                    <a:pt x="231339" y="302787"/>
                  </a:lnTo>
                  <a:lnTo>
                    <a:pt x="231526" y="303007"/>
                  </a:lnTo>
                  <a:lnTo>
                    <a:pt x="231600" y="303185"/>
                  </a:lnTo>
                  <a:lnTo>
                    <a:pt x="231602" y="303523"/>
                  </a:lnTo>
                  <a:lnTo>
                    <a:pt x="231792" y="303738"/>
                  </a:lnTo>
                  <a:lnTo>
                    <a:pt x="231832" y="303932"/>
                  </a:lnTo>
                  <a:lnTo>
                    <a:pt x="231701" y="304171"/>
                  </a:lnTo>
                  <a:lnTo>
                    <a:pt x="231524" y="304173"/>
                  </a:lnTo>
                  <a:lnTo>
                    <a:pt x="231026" y="303862"/>
                  </a:lnTo>
                  <a:lnTo>
                    <a:pt x="230985" y="303661"/>
                  </a:lnTo>
                  <a:lnTo>
                    <a:pt x="230604" y="303529"/>
                  </a:lnTo>
                  <a:lnTo>
                    <a:pt x="230468" y="303367"/>
                  </a:lnTo>
                  <a:lnTo>
                    <a:pt x="230062" y="303457"/>
                  </a:lnTo>
                  <a:lnTo>
                    <a:pt x="230141" y="303623"/>
                  </a:lnTo>
                  <a:lnTo>
                    <a:pt x="230307" y="303918"/>
                  </a:lnTo>
                  <a:lnTo>
                    <a:pt x="230513" y="304077"/>
                  </a:lnTo>
                  <a:lnTo>
                    <a:pt x="230268" y="304472"/>
                  </a:lnTo>
                  <a:lnTo>
                    <a:pt x="230069" y="304511"/>
                  </a:lnTo>
                  <a:lnTo>
                    <a:pt x="229725" y="304515"/>
                  </a:lnTo>
                  <a:lnTo>
                    <a:pt x="229441" y="304784"/>
                  </a:lnTo>
                  <a:lnTo>
                    <a:pt x="229211" y="305283"/>
                  </a:lnTo>
                  <a:lnTo>
                    <a:pt x="228773" y="305766"/>
                  </a:lnTo>
                  <a:lnTo>
                    <a:pt x="228942" y="306104"/>
                  </a:lnTo>
                  <a:lnTo>
                    <a:pt x="229257" y="306112"/>
                  </a:lnTo>
                  <a:lnTo>
                    <a:pt x="229555" y="305835"/>
                  </a:lnTo>
                  <a:lnTo>
                    <a:pt x="230059" y="305898"/>
                  </a:lnTo>
                  <a:lnTo>
                    <a:pt x="230411" y="305952"/>
                  </a:lnTo>
                  <a:lnTo>
                    <a:pt x="230758" y="305926"/>
                  </a:lnTo>
                  <a:lnTo>
                    <a:pt x="230981" y="305909"/>
                  </a:lnTo>
                  <a:lnTo>
                    <a:pt x="231307" y="305885"/>
                  </a:lnTo>
                  <a:lnTo>
                    <a:pt x="231661" y="305657"/>
                  </a:lnTo>
                  <a:lnTo>
                    <a:pt x="231864" y="305515"/>
                  </a:lnTo>
                  <a:lnTo>
                    <a:pt x="232001" y="305542"/>
                  </a:lnTo>
                  <a:lnTo>
                    <a:pt x="232165" y="305605"/>
                  </a:lnTo>
                  <a:lnTo>
                    <a:pt x="232440" y="305673"/>
                  </a:lnTo>
                  <a:lnTo>
                    <a:pt x="231976" y="306634"/>
                  </a:lnTo>
                  <a:lnTo>
                    <a:pt x="231961" y="307043"/>
                  </a:lnTo>
                  <a:lnTo>
                    <a:pt x="231664" y="307460"/>
                  </a:lnTo>
                  <a:lnTo>
                    <a:pt x="231423" y="307671"/>
                  </a:lnTo>
                  <a:lnTo>
                    <a:pt x="231286" y="307774"/>
                  </a:lnTo>
                  <a:lnTo>
                    <a:pt x="230870" y="308106"/>
                  </a:lnTo>
                  <a:lnTo>
                    <a:pt x="230430" y="308432"/>
                  </a:lnTo>
                  <a:lnTo>
                    <a:pt x="230216" y="308473"/>
                  </a:lnTo>
                  <a:lnTo>
                    <a:pt x="230011" y="308537"/>
                  </a:lnTo>
                  <a:lnTo>
                    <a:pt x="229710" y="308600"/>
                  </a:lnTo>
                  <a:lnTo>
                    <a:pt x="229205" y="308478"/>
                  </a:lnTo>
                  <a:lnTo>
                    <a:pt x="229099" y="308607"/>
                  </a:lnTo>
                  <a:lnTo>
                    <a:pt x="228984" y="308777"/>
                  </a:lnTo>
                  <a:lnTo>
                    <a:pt x="228875" y="309231"/>
                  </a:lnTo>
                  <a:lnTo>
                    <a:pt x="228891" y="309622"/>
                  </a:lnTo>
                  <a:lnTo>
                    <a:pt x="228928" y="310092"/>
                  </a:lnTo>
                  <a:lnTo>
                    <a:pt x="229613" y="310246"/>
                  </a:lnTo>
                  <a:lnTo>
                    <a:pt x="230077" y="309576"/>
                  </a:lnTo>
                  <a:lnTo>
                    <a:pt x="230322" y="309459"/>
                  </a:lnTo>
                  <a:lnTo>
                    <a:pt x="230792" y="309567"/>
                  </a:lnTo>
                  <a:lnTo>
                    <a:pt x="231050" y="309976"/>
                  </a:lnTo>
                  <a:lnTo>
                    <a:pt x="231409" y="310442"/>
                  </a:lnTo>
                  <a:lnTo>
                    <a:pt x="231983" y="310583"/>
                  </a:lnTo>
                  <a:lnTo>
                    <a:pt x="232356" y="310685"/>
                  </a:lnTo>
                  <a:lnTo>
                    <a:pt x="232964" y="310623"/>
                  </a:lnTo>
                  <a:lnTo>
                    <a:pt x="233020" y="311288"/>
                  </a:lnTo>
                  <a:lnTo>
                    <a:pt x="233403" y="311563"/>
                  </a:lnTo>
                  <a:lnTo>
                    <a:pt x="233565" y="312125"/>
                  </a:lnTo>
                  <a:lnTo>
                    <a:pt x="233351" y="312389"/>
                  </a:lnTo>
                  <a:lnTo>
                    <a:pt x="233156" y="312581"/>
                  </a:lnTo>
                  <a:lnTo>
                    <a:pt x="232925" y="312611"/>
                  </a:lnTo>
                  <a:lnTo>
                    <a:pt x="232239" y="312842"/>
                  </a:lnTo>
                  <a:lnTo>
                    <a:pt x="231908" y="313111"/>
                  </a:lnTo>
                  <a:lnTo>
                    <a:pt x="231703" y="313121"/>
                  </a:lnTo>
                  <a:lnTo>
                    <a:pt x="231367" y="313232"/>
                  </a:lnTo>
                  <a:lnTo>
                    <a:pt x="231102" y="313515"/>
                  </a:lnTo>
                  <a:lnTo>
                    <a:pt x="230462" y="313282"/>
                  </a:lnTo>
                  <a:lnTo>
                    <a:pt x="230323" y="313370"/>
                  </a:lnTo>
                  <a:lnTo>
                    <a:pt x="230191" y="313475"/>
                  </a:lnTo>
                  <a:lnTo>
                    <a:pt x="229479" y="314657"/>
                  </a:lnTo>
                  <a:lnTo>
                    <a:pt x="228686" y="314482"/>
                  </a:lnTo>
                  <a:lnTo>
                    <a:pt x="228706" y="314003"/>
                  </a:lnTo>
                  <a:lnTo>
                    <a:pt x="228488" y="313940"/>
                  </a:lnTo>
                  <a:lnTo>
                    <a:pt x="228178" y="313827"/>
                  </a:lnTo>
                  <a:lnTo>
                    <a:pt x="228221" y="313493"/>
                  </a:lnTo>
                  <a:lnTo>
                    <a:pt x="228304" y="313284"/>
                  </a:lnTo>
                  <a:lnTo>
                    <a:pt x="228121" y="312613"/>
                  </a:lnTo>
                  <a:lnTo>
                    <a:pt x="228103" y="312436"/>
                  </a:lnTo>
                  <a:lnTo>
                    <a:pt x="227966" y="312146"/>
                  </a:lnTo>
                  <a:lnTo>
                    <a:pt x="228170" y="311801"/>
                  </a:lnTo>
                  <a:lnTo>
                    <a:pt x="228348" y="311376"/>
                  </a:lnTo>
                  <a:lnTo>
                    <a:pt x="228236" y="310851"/>
                  </a:lnTo>
                  <a:lnTo>
                    <a:pt x="228084" y="310582"/>
                  </a:lnTo>
                  <a:lnTo>
                    <a:pt x="227574" y="310159"/>
                  </a:lnTo>
                  <a:lnTo>
                    <a:pt x="227424" y="309819"/>
                  </a:lnTo>
                  <a:lnTo>
                    <a:pt x="227285" y="309480"/>
                  </a:lnTo>
                  <a:lnTo>
                    <a:pt x="227125" y="309451"/>
                  </a:lnTo>
                  <a:lnTo>
                    <a:pt x="226967" y="309432"/>
                  </a:lnTo>
                  <a:lnTo>
                    <a:pt x="226658" y="309393"/>
                  </a:lnTo>
                  <a:lnTo>
                    <a:pt x="226506" y="309314"/>
                  </a:lnTo>
                  <a:lnTo>
                    <a:pt x="226289" y="309165"/>
                  </a:lnTo>
                  <a:lnTo>
                    <a:pt x="226349" y="308894"/>
                  </a:lnTo>
                  <a:lnTo>
                    <a:pt x="226265" y="308541"/>
                  </a:lnTo>
                  <a:lnTo>
                    <a:pt x="226138" y="308329"/>
                  </a:lnTo>
                  <a:lnTo>
                    <a:pt x="226035" y="308081"/>
                  </a:lnTo>
                  <a:lnTo>
                    <a:pt x="225770" y="307968"/>
                  </a:lnTo>
                  <a:lnTo>
                    <a:pt x="225400" y="307638"/>
                  </a:lnTo>
                  <a:lnTo>
                    <a:pt x="225214" y="307614"/>
                  </a:lnTo>
                  <a:lnTo>
                    <a:pt x="224998" y="307580"/>
                  </a:lnTo>
                  <a:lnTo>
                    <a:pt x="224579" y="307522"/>
                  </a:lnTo>
                  <a:lnTo>
                    <a:pt x="224420" y="307547"/>
                  </a:lnTo>
                  <a:lnTo>
                    <a:pt x="223776" y="307756"/>
                  </a:lnTo>
                  <a:lnTo>
                    <a:pt x="223527" y="307881"/>
                  </a:lnTo>
                  <a:lnTo>
                    <a:pt x="223194" y="308036"/>
                  </a:lnTo>
                  <a:lnTo>
                    <a:pt x="222838" y="308217"/>
                  </a:lnTo>
                  <a:lnTo>
                    <a:pt x="222686" y="308224"/>
                  </a:lnTo>
                  <a:lnTo>
                    <a:pt x="222473" y="308099"/>
                  </a:lnTo>
                  <a:lnTo>
                    <a:pt x="222197" y="307942"/>
                  </a:lnTo>
                  <a:lnTo>
                    <a:pt x="222059" y="307997"/>
                  </a:lnTo>
                  <a:lnTo>
                    <a:pt x="221634" y="308127"/>
                  </a:lnTo>
                  <a:lnTo>
                    <a:pt x="221294" y="308324"/>
                  </a:lnTo>
                  <a:lnTo>
                    <a:pt x="221249" y="308870"/>
                  </a:lnTo>
                  <a:lnTo>
                    <a:pt x="221167" y="309348"/>
                  </a:lnTo>
                  <a:lnTo>
                    <a:pt x="221038" y="309337"/>
                  </a:lnTo>
                  <a:lnTo>
                    <a:pt x="220723" y="308953"/>
                  </a:lnTo>
                  <a:lnTo>
                    <a:pt x="220508" y="308762"/>
                  </a:lnTo>
                  <a:lnTo>
                    <a:pt x="220374" y="308662"/>
                  </a:lnTo>
                  <a:lnTo>
                    <a:pt x="220213" y="308639"/>
                  </a:lnTo>
                  <a:lnTo>
                    <a:pt x="219974" y="308890"/>
                  </a:lnTo>
                  <a:lnTo>
                    <a:pt x="218916" y="309935"/>
                  </a:lnTo>
                  <a:lnTo>
                    <a:pt x="218672" y="310207"/>
                  </a:lnTo>
                  <a:lnTo>
                    <a:pt x="218577" y="310398"/>
                  </a:lnTo>
                  <a:lnTo>
                    <a:pt x="218322" y="310572"/>
                  </a:lnTo>
                  <a:lnTo>
                    <a:pt x="218263" y="310371"/>
                  </a:lnTo>
                  <a:lnTo>
                    <a:pt x="217988" y="310100"/>
                  </a:lnTo>
                  <a:lnTo>
                    <a:pt x="217194" y="310063"/>
                  </a:lnTo>
                  <a:lnTo>
                    <a:pt x="217067" y="310125"/>
                  </a:lnTo>
                  <a:lnTo>
                    <a:pt x="216607" y="310121"/>
                  </a:lnTo>
                  <a:lnTo>
                    <a:pt x="216448" y="310097"/>
                  </a:lnTo>
                  <a:lnTo>
                    <a:pt x="215661" y="310040"/>
                  </a:lnTo>
                  <a:lnTo>
                    <a:pt x="215486" y="310142"/>
                  </a:lnTo>
                  <a:lnTo>
                    <a:pt x="215365" y="310472"/>
                  </a:lnTo>
                  <a:lnTo>
                    <a:pt x="215061" y="310693"/>
                  </a:lnTo>
                  <a:lnTo>
                    <a:pt x="214800" y="310678"/>
                  </a:lnTo>
                  <a:lnTo>
                    <a:pt x="214633" y="310712"/>
                  </a:lnTo>
                  <a:lnTo>
                    <a:pt x="214354" y="310852"/>
                  </a:lnTo>
                  <a:lnTo>
                    <a:pt x="213404" y="310976"/>
                  </a:lnTo>
                  <a:lnTo>
                    <a:pt x="212979" y="310975"/>
                  </a:lnTo>
                  <a:lnTo>
                    <a:pt x="212499" y="311872"/>
                  </a:lnTo>
                  <a:lnTo>
                    <a:pt x="212361" y="311754"/>
                  </a:lnTo>
                  <a:lnTo>
                    <a:pt x="211489" y="312446"/>
                  </a:lnTo>
                  <a:lnTo>
                    <a:pt x="210610" y="311698"/>
                  </a:lnTo>
                  <a:lnTo>
                    <a:pt x="209531" y="311447"/>
                  </a:lnTo>
                  <a:lnTo>
                    <a:pt x="209396" y="311526"/>
                  </a:lnTo>
                  <a:lnTo>
                    <a:pt x="207995" y="311579"/>
                  </a:lnTo>
                  <a:lnTo>
                    <a:pt x="207661" y="311596"/>
                  </a:lnTo>
                  <a:lnTo>
                    <a:pt x="207566" y="312945"/>
                  </a:lnTo>
                  <a:lnTo>
                    <a:pt x="207164" y="313281"/>
                  </a:lnTo>
                  <a:lnTo>
                    <a:pt x="206925" y="313426"/>
                  </a:lnTo>
                  <a:lnTo>
                    <a:pt x="206564" y="313331"/>
                  </a:lnTo>
                  <a:lnTo>
                    <a:pt x="206370" y="313325"/>
                  </a:lnTo>
                  <a:lnTo>
                    <a:pt x="206027" y="313504"/>
                  </a:lnTo>
                  <a:lnTo>
                    <a:pt x="205850" y="313651"/>
                  </a:lnTo>
                  <a:lnTo>
                    <a:pt x="205705" y="313820"/>
                  </a:lnTo>
                  <a:lnTo>
                    <a:pt x="205513" y="314044"/>
                  </a:lnTo>
                  <a:lnTo>
                    <a:pt x="205578" y="314401"/>
                  </a:lnTo>
                  <a:lnTo>
                    <a:pt x="205177" y="314805"/>
                  </a:lnTo>
                  <a:lnTo>
                    <a:pt x="204922" y="314301"/>
                  </a:lnTo>
                  <a:lnTo>
                    <a:pt x="204608" y="313570"/>
                  </a:lnTo>
                  <a:lnTo>
                    <a:pt x="204444" y="313044"/>
                  </a:lnTo>
                  <a:lnTo>
                    <a:pt x="204375" y="312434"/>
                  </a:lnTo>
                  <a:lnTo>
                    <a:pt x="204277" y="312001"/>
                  </a:lnTo>
                  <a:lnTo>
                    <a:pt x="204301" y="311839"/>
                  </a:lnTo>
                  <a:lnTo>
                    <a:pt x="204539" y="311700"/>
                  </a:lnTo>
                  <a:lnTo>
                    <a:pt x="204992" y="311419"/>
                  </a:lnTo>
                  <a:lnTo>
                    <a:pt x="205128" y="311233"/>
                  </a:lnTo>
                  <a:lnTo>
                    <a:pt x="205191" y="311022"/>
                  </a:lnTo>
                  <a:lnTo>
                    <a:pt x="205357" y="310636"/>
                  </a:lnTo>
                  <a:lnTo>
                    <a:pt x="204570" y="310412"/>
                  </a:lnTo>
                  <a:lnTo>
                    <a:pt x="204432" y="310240"/>
                  </a:lnTo>
                  <a:lnTo>
                    <a:pt x="204191" y="310167"/>
                  </a:lnTo>
                  <a:lnTo>
                    <a:pt x="204475" y="311265"/>
                  </a:lnTo>
                  <a:lnTo>
                    <a:pt x="204318" y="311367"/>
                  </a:lnTo>
                  <a:lnTo>
                    <a:pt x="204106" y="311455"/>
                  </a:lnTo>
                  <a:lnTo>
                    <a:pt x="203711" y="310012"/>
                  </a:lnTo>
                  <a:lnTo>
                    <a:pt x="203542" y="309876"/>
                  </a:lnTo>
                  <a:lnTo>
                    <a:pt x="203242" y="309362"/>
                  </a:lnTo>
                  <a:lnTo>
                    <a:pt x="203385" y="309277"/>
                  </a:lnTo>
                  <a:lnTo>
                    <a:pt x="203065" y="308886"/>
                  </a:lnTo>
                  <a:lnTo>
                    <a:pt x="203154" y="308726"/>
                  </a:lnTo>
                  <a:lnTo>
                    <a:pt x="202718" y="307690"/>
                  </a:lnTo>
                  <a:lnTo>
                    <a:pt x="202156" y="307913"/>
                  </a:lnTo>
                  <a:lnTo>
                    <a:pt x="201814" y="307024"/>
                  </a:lnTo>
                  <a:lnTo>
                    <a:pt x="201321" y="306007"/>
                  </a:lnTo>
                  <a:lnTo>
                    <a:pt x="200652" y="304909"/>
                  </a:lnTo>
                  <a:lnTo>
                    <a:pt x="200555" y="304661"/>
                  </a:lnTo>
                  <a:lnTo>
                    <a:pt x="200490" y="304531"/>
                  </a:lnTo>
                  <a:lnTo>
                    <a:pt x="200318" y="304568"/>
                  </a:lnTo>
                  <a:lnTo>
                    <a:pt x="200093" y="304189"/>
                  </a:lnTo>
                  <a:lnTo>
                    <a:pt x="200044" y="303906"/>
                  </a:lnTo>
                  <a:lnTo>
                    <a:pt x="200030" y="303389"/>
                  </a:lnTo>
                  <a:lnTo>
                    <a:pt x="200012" y="303224"/>
                  </a:lnTo>
                  <a:lnTo>
                    <a:pt x="200007" y="303039"/>
                  </a:lnTo>
                  <a:lnTo>
                    <a:pt x="200053" y="302854"/>
                  </a:lnTo>
                  <a:lnTo>
                    <a:pt x="200141" y="302389"/>
                  </a:lnTo>
                  <a:lnTo>
                    <a:pt x="200122" y="302034"/>
                  </a:lnTo>
                  <a:lnTo>
                    <a:pt x="199884" y="302284"/>
                  </a:lnTo>
                  <a:lnTo>
                    <a:pt x="199689" y="302103"/>
                  </a:lnTo>
                  <a:lnTo>
                    <a:pt x="199142" y="301682"/>
                  </a:lnTo>
                  <a:lnTo>
                    <a:pt x="198734" y="301606"/>
                  </a:lnTo>
                  <a:lnTo>
                    <a:pt x="198636" y="301477"/>
                  </a:lnTo>
                  <a:lnTo>
                    <a:pt x="198457" y="301387"/>
                  </a:lnTo>
                  <a:lnTo>
                    <a:pt x="198285" y="301896"/>
                  </a:lnTo>
                  <a:lnTo>
                    <a:pt x="197214" y="301863"/>
                  </a:lnTo>
                  <a:lnTo>
                    <a:pt x="196604" y="301698"/>
                  </a:lnTo>
                  <a:lnTo>
                    <a:pt x="196393" y="301323"/>
                  </a:lnTo>
                  <a:lnTo>
                    <a:pt x="196355" y="301100"/>
                  </a:lnTo>
                  <a:lnTo>
                    <a:pt x="195872" y="301143"/>
                  </a:lnTo>
                  <a:lnTo>
                    <a:pt x="194864" y="301275"/>
                  </a:lnTo>
                  <a:lnTo>
                    <a:pt x="194904" y="301441"/>
                  </a:lnTo>
                  <a:lnTo>
                    <a:pt x="194453" y="301847"/>
                  </a:lnTo>
                  <a:lnTo>
                    <a:pt x="193981" y="301892"/>
                  </a:lnTo>
                  <a:lnTo>
                    <a:pt x="193530" y="301966"/>
                  </a:lnTo>
                  <a:lnTo>
                    <a:pt x="193082" y="301973"/>
                  </a:lnTo>
                  <a:lnTo>
                    <a:pt x="192793" y="301860"/>
                  </a:lnTo>
                  <a:lnTo>
                    <a:pt x="192499" y="301599"/>
                  </a:lnTo>
                  <a:lnTo>
                    <a:pt x="192233" y="301950"/>
                  </a:lnTo>
                  <a:lnTo>
                    <a:pt x="192540" y="302224"/>
                  </a:lnTo>
                  <a:lnTo>
                    <a:pt x="192747" y="302377"/>
                  </a:lnTo>
                  <a:lnTo>
                    <a:pt x="192898" y="302729"/>
                  </a:lnTo>
                  <a:lnTo>
                    <a:pt x="193192" y="303026"/>
                  </a:lnTo>
                  <a:lnTo>
                    <a:pt x="193464" y="303719"/>
                  </a:lnTo>
                  <a:lnTo>
                    <a:pt x="193606" y="303960"/>
                  </a:lnTo>
                  <a:lnTo>
                    <a:pt x="194016" y="304214"/>
                  </a:lnTo>
                  <a:lnTo>
                    <a:pt x="194203" y="304315"/>
                  </a:lnTo>
                  <a:lnTo>
                    <a:pt x="194347" y="304450"/>
                  </a:lnTo>
                  <a:lnTo>
                    <a:pt x="194611" y="304775"/>
                  </a:lnTo>
                  <a:lnTo>
                    <a:pt x="194803" y="305038"/>
                  </a:lnTo>
                  <a:lnTo>
                    <a:pt x="195034" y="305334"/>
                  </a:lnTo>
                  <a:lnTo>
                    <a:pt x="195326" y="305717"/>
                  </a:lnTo>
                  <a:lnTo>
                    <a:pt x="195624" y="306124"/>
                  </a:lnTo>
                  <a:lnTo>
                    <a:pt x="195862" y="306429"/>
                  </a:lnTo>
                  <a:lnTo>
                    <a:pt x="195891" y="306557"/>
                  </a:lnTo>
                  <a:lnTo>
                    <a:pt x="195934" y="306807"/>
                  </a:lnTo>
                  <a:lnTo>
                    <a:pt x="195985" y="307100"/>
                  </a:lnTo>
                  <a:lnTo>
                    <a:pt x="196054" y="307423"/>
                  </a:lnTo>
                  <a:lnTo>
                    <a:pt x="196160" y="307635"/>
                  </a:lnTo>
                  <a:lnTo>
                    <a:pt x="196415" y="308142"/>
                  </a:lnTo>
                  <a:lnTo>
                    <a:pt x="196023" y="308518"/>
                  </a:lnTo>
                  <a:lnTo>
                    <a:pt x="195184" y="309285"/>
                  </a:lnTo>
                  <a:lnTo>
                    <a:pt x="194936" y="308858"/>
                  </a:lnTo>
                  <a:lnTo>
                    <a:pt x="194629" y="308343"/>
                  </a:lnTo>
                  <a:lnTo>
                    <a:pt x="194293" y="308088"/>
                  </a:lnTo>
                  <a:lnTo>
                    <a:pt x="193840" y="307915"/>
                  </a:lnTo>
                  <a:lnTo>
                    <a:pt x="193695" y="307994"/>
                  </a:lnTo>
                  <a:lnTo>
                    <a:pt x="193386" y="308310"/>
                  </a:lnTo>
                  <a:lnTo>
                    <a:pt x="193110" y="308490"/>
                  </a:lnTo>
                  <a:lnTo>
                    <a:pt x="193314" y="308566"/>
                  </a:lnTo>
                  <a:lnTo>
                    <a:pt x="192998" y="308761"/>
                  </a:lnTo>
                  <a:lnTo>
                    <a:pt x="192625" y="309027"/>
                  </a:lnTo>
                  <a:lnTo>
                    <a:pt x="192943" y="308949"/>
                  </a:lnTo>
                  <a:lnTo>
                    <a:pt x="193618" y="308899"/>
                  </a:lnTo>
                  <a:lnTo>
                    <a:pt x="194055" y="308913"/>
                  </a:lnTo>
                  <a:lnTo>
                    <a:pt x="194372" y="309152"/>
                  </a:lnTo>
                  <a:lnTo>
                    <a:pt x="194911" y="309960"/>
                  </a:lnTo>
                  <a:lnTo>
                    <a:pt x="194981" y="310242"/>
                  </a:lnTo>
                  <a:lnTo>
                    <a:pt x="194993" y="310393"/>
                  </a:lnTo>
                  <a:lnTo>
                    <a:pt x="195009" y="310569"/>
                  </a:lnTo>
                  <a:lnTo>
                    <a:pt x="195015" y="310890"/>
                  </a:lnTo>
                  <a:lnTo>
                    <a:pt x="195012" y="311394"/>
                  </a:lnTo>
                  <a:lnTo>
                    <a:pt x="195057" y="311856"/>
                  </a:lnTo>
                  <a:lnTo>
                    <a:pt x="195139" y="312313"/>
                  </a:lnTo>
                  <a:lnTo>
                    <a:pt x="194410" y="312424"/>
                  </a:lnTo>
                  <a:lnTo>
                    <a:pt x="194102" y="312461"/>
                  </a:lnTo>
                  <a:lnTo>
                    <a:pt x="193765" y="311967"/>
                  </a:lnTo>
                  <a:lnTo>
                    <a:pt x="193631" y="311322"/>
                  </a:lnTo>
                  <a:lnTo>
                    <a:pt x="193588" y="310927"/>
                  </a:lnTo>
                  <a:lnTo>
                    <a:pt x="193587" y="310252"/>
                  </a:lnTo>
                  <a:lnTo>
                    <a:pt x="192964" y="309764"/>
                  </a:lnTo>
                  <a:lnTo>
                    <a:pt x="193065" y="309920"/>
                  </a:lnTo>
                  <a:lnTo>
                    <a:pt x="193196" y="310204"/>
                  </a:lnTo>
                  <a:lnTo>
                    <a:pt x="193364" y="310772"/>
                  </a:lnTo>
                  <a:lnTo>
                    <a:pt x="193381" y="311345"/>
                  </a:lnTo>
                  <a:lnTo>
                    <a:pt x="193540" y="312178"/>
                  </a:lnTo>
                  <a:lnTo>
                    <a:pt x="193577" y="312919"/>
                  </a:lnTo>
                  <a:lnTo>
                    <a:pt x="193510" y="313096"/>
                  </a:lnTo>
                  <a:lnTo>
                    <a:pt x="193294" y="313146"/>
                  </a:lnTo>
                  <a:lnTo>
                    <a:pt x="193235" y="313313"/>
                  </a:lnTo>
                  <a:lnTo>
                    <a:pt x="193059" y="313993"/>
                  </a:lnTo>
                  <a:lnTo>
                    <a:pt x="193419" y="313998"/>
                  </a:lnTo>
                  <a:lnTo>
                    <a:pt x="193408" y="314490"/>
                  </a:lnTo>
                  <a:lnTo>
                    <a:pt x="193418" y="314799"/>
                  </a:lnTo>
                  <a:lnTo>
                    <a:pt x="193429" y="315136"/>
                  </a:lnTo>
                  <a:lnTo>
                    <a:pt x="193425" y="315514"/>
                  </a:lnTo>
                  <a:lnTo>
                    <a:pt x="193388" y="315740"/>
                  </a:lnTo>
                  <a:lnTo>
                    <a:pt x="192915" y="316228"/>
                  </a:lnTo>
                  <a:lnTo>
                    <a:pt x="192702" y="316264"/>
                  </a:lnTo>
                  <a:lnTo>
                    <a:pt x="192738" y="316727"/>
                  </a:lnTo>
                  <a:lnTo>
                    <a:pt x="192752" y="316883"/>
                  </a:lnTo>
                  <a:lnTo>
                    <a:pt x="192791" y="317318"/>
                  </a:lnTo>
                  <a:lnTo>
                    <a:pt x="192935" y="317513"/>
                  </a:lnTo>
                  <a:lnTo>
                    <a:pt x="193085" y="317276"/>
                  </a:lnTo>
                  <a:lnTo>
                    <a:pt x="193615" y="317494"/>
                  </a:lnTo>
                  <a:lnTo>
                    <a:pt x="194036" y="317602"/>
                  </a:lnTo>
                  <a:lnTo>
                    <a:pt x="194397" y="317683"/>
                  </a:lnTo>
                  <a:lnTo>
                    <a:pt x="194500" y="317887"/>
                  </a:lnTo>
                  <a:lnTo>
                    <a:pt x="194710" y="318041"/>
                  </a:lnTo>
                  <a:lnTo>
                    <a:pt x="194809" y="317871"/>
                  </a:lnTo>
                  <a:lnTo>
                    <a:pt x="195054" y="317953"/>
                  </a:lnTo>
                  <a:lnTo>
                    <a:pt x="195059" y="318209"/>
                  </a:lnTo>
                  <a:lnTo>
                    <a:pt x="195048" y="318651"/>
                  </a:lnTo>
                  <a:lnTo>
                    <a:pt x="194493" y="319187"/>
                  </a:lnTo>
                  <a:lnTo>
                    <a:pt x="193948" y="319158"/>
                  </a:lnTo>
                  <a:lnTo>
                    <a:pt x="193800" y="319246"/>
                  </a:lnTo>
                  <a:lnTo>
                    <a:pt x="193776" y="319373"/>
                  </a:lnTo>
                  <a:lnTo>
                    <a:pt x="193788" y="319671"/>
                  </a:lnTo>
                  <a:lnTo>
                    <a:pt x="194147" y="320169"/>
                  </a:lnTo>
                  <a:lnTo>
                    <a:pt x="194411" y="320458"/>
                  </a:lnTo>
                  <a:lnTo>
                    <a:pt x="193680" y="320562"/>
                  </a:lnTo>
                  <a:lnTo>
                    <a:pt x="193336" y="320854"/>
                  </a:lnTo>
                  <a:lnTo>
                    <a:pt x="193185" y="321162"/>
                  </a:lnTo>
                  <a:lnTo>
                    <a:pt x="193132" y="321443"/>
                  </a:lnTo>
                  <a:lnTo>
                    <a:pt x="193129" y="321686"/>
                  </a:lnTo>
                  <a:lnTo>
                    <a:pt x="193149" y="321837"/>
                  </a:lnTo>
                  <a:lnTo>
                    <a:pt x="193178" y="321975"/>
                  </a:lnTo>
                  <a:lnTo>
                    <a:pt x="193277" y="322266"/>
                  </a:lnTo>
                  <a:lnTo>
                    <a:pt x="193334" y="322856"/>
                  </a:lnTo>
                  <a:lnTo>
                    <a:pt x="193600" y="323015"/>
                  </a:lnTo>
                  <a:lnTo>
                    <a:pt x="193786" y="323365"/>
                  </a:lnTo>
                  <a:lnTo>
                    <a:pt x="193829" y="323515"/>
                  </a:lnTo>
                  <a:lnTo>
                    <a:pt x="193730" y="323889"/>
                  </a:lnTo>
                  <a:lnTo>
                    <a:pt x="193555" y="324188"/>
                  </a:lnTo>
                  <a:lnTo>
                    <a:pt x="193293" y="324094"/>
                  </a:lnTo>
                  <a:lnTo>
                    <a:pt x="193094" y="324114"/>
                  </a:lnTo>
                  <a:lnTo>
                    <a:pt x="192611" y="324359"/>
                  </a:lnTo>
                  <a:lnTo>
                    <a:pt x="192528" y="324488"/>
                  </a:lnTo>
                  <a:lnTo>
                    <a:pt x="192272" y="324946"/>
                  </a:lnTo>
                  <a:lnTo>
                    <a:pt x="191966" y="324987"/>
                  </a:lnTo>
                  <a:lnTo>
                    <a:pt x="191746" y="325098"/>
                  </a:lnTo>
                  <a:lnTo>
                    <a:pt x="191566" y="325152"/>
                  </a:lnTo>
                  <a:lnTo>
                    <a:pt x="191635" y="325412"/>
                  </a:lnTo>
                  <a:lnTo>
                    <a:pt x="191559" y="325633"/>
                  </a:lnTo>
                  <a:lnTo>
                    <a:pt x="191324" y="326178"/>
                  </a:lnTo>
                  <a:lnTo>
                    <a:pt x="191472" y="327022"/>
                  </a:lnTo>
                  <a:lnTo>
                    <a:pt x="191558" y="327174"/>
                  </a:lnTo>
                  <a:lnTo>
                    <a:pt x="191669" y="327442"/>
                  </a:lnTo>
                  <a:lnTo>
                    <a:pt x="192140" y="328196"/>
                  </a:lnTo>
                  <a:lnTo>
                    <a:pt x="192117" y="328579"/>
                  </a:lnTo>
                  <a:lnTo>
                    <a:pt x="192073" y="329689"/>
                  </a:lnTo>
                  <a:lnTo>
                    <a:pt x="192033" y="330065"/>
                  </a:lnTo>
                  <a:lnTo>
                    <a:pt x="192433" y="330792"/>
                  </a:lnTo>
                  <a:lnTo>
                    <a:pt x="192281" y="331100"/>
                  </a:lnTo>
                  <a:lnTo>
                    <a:pt x="191821" y="330764"/>
                  </a:lnTo>
                  <a:lnTo>
                    <a:pt x="191412" y="330766"/>
                  </a:lnTo>
                  <a:lnTo>
                    <a:pt x="191096" y="330868"/>
                  </a:lnTo>
                  <a:lnTo>
                    <a:pt x="190467" y="331295"/>
                  </a:lnTo>
                  <a:lnTo>
                    <a:pt x="190069" y="330974"/>
                  </a:lnTo>
                  <a:lnTo>
                    <a:pt x="189924" y="330971"/>
                  </a:lnTo>
                  <a:lnTo>
                    <a:pt x="189339" y="330579"/>
                  </a:lnTo>
                  <a:lnTo>
                    <a:pt x="189040" y="330239"/>
                  </a:lnTo>
                  <a:lnTo>
                    <a:pt x="188842" y="329741"/>
                  </a:lnTo>
                  <a:lnTo>
                    <a:pt x="188729" y="329492"/>
                  </a:lnTo>
                  <a:lnTo>
                    <a:pt x="188587" y="329166"/>
                  </a:lnTo>
                  <a:lnTo>
                    <a:pt x="188218" y="328296"/>
                  </a:lnTo>
                  <a:lnTo>
                    <a:pt x="187684" y="327035"/>
                  </a:lnTo>
                  <a:lnTo>
                    <a:pt x="187315" y="327040"/>
                  </a:lnTo>
                  <a:lnTo>
                    <a:pt x="187123" y="327042"/>
                  </a:lnTo>
                  <a:lnTo>
                    <a:pt x="186790" y="327046"/>
                  </a:lnTo>
                  <a:lnTo>
                    <a:pt x="186960" y="327472"/>
                  </a:lnTo>
                  <a:lnTo>
                    <a:pt x="186534" y="327868"/>
                  </a:lnTo>
                  <a:lnTo>
                    <a:pt x="186271" y="328112"/>
                  </a:lnTo>
                  <a:lnTo>
                    <a:pt x="185596" y="328605"/>
                  </a:lnTo>
                  <a:lnTo>
                    <a:pt x="185308" y="328150"/>
                  </a:lnTo>
                  <a:lnTo>
                    <a:pt x="185201" y="327964"/>
                  </a:lnTo>
                  <a:lnTo>
                    <a:pt x="184980" y="327748"/>
                  </a:lnTo>
                  <a:lnTo>
                    <a:pt x="185007" y="327996"/>
                  </a:lnTo>
                  <a:lnTo>
                    <a:pt x="185062" y="328224"/>
                  </a:lnTo>
                  <a:lnTo>
                    <a:pt x="185246" y="328990"/>
                  </a:lnTo>
                  <a:lnTo>
                    <a:pt x="185331" y="329364"/>
                  </a:lnTo>
                  <a:lnTo>
                    <a:pt x="185483" y="330037"/>
                  </a:lnTo>
                  <a:lnTo>
                    <a:pt x="185532" y="330253"/>
                  </a:lnTo>
                  <a:lnTo>
                    <a:pt x="185604" y="330567"/>
                  </a:lnTo>
                  <a:lnTo>
                    <a:pt x="185845" y="330802"/>
                  </a:lnTo>
                  <a:lnTo>
                    <a:pt x="186324" y="331161"/>
                  </a:lnTo>
                  <a:lnTo>
                    <a:pt x="186649" y="330995"/>
                  </a:lnTo>
                  <a:lnTo>
                    <a:pt x="186831" y="331115"/>
                  </a:lnTo>
                  <a:lnTo>
                    <a:pt x="186932" y="331547"/>
                  </a:lnTo>
                  <a:lnTo>
                    <a:pt x="186848" y="331698"/>
                  </a:lnTo>
                  <a:lnTo>
                    <a:pt x="186657" y="332044"/>
                  </a:lnTo>
                  <a:lnTo>
                    <a:pt x="186353" y="332838"/>
                  </a:lnTo>
                  <a:lnTo>
                    <a:pt x="186058" y="333172"/>
                  </a:lnTo>
                  <a:lnTo>
                    <a:pt x="186621" y="333831"/>
                  </a:lnTo>
                  <a:lnTo>
                    <a:pt x="186315" y="334009"/>
                  </a:lnTo>
                  <a:lnTo>
                    <a:pt x="186069" y="334110"/>
                  </a:lnTo>
                  <a:lnTo>
                    <a:pt x="185748" y="334257"/>
                  </a:lnTo>
                  <a:lnTo>
                    <a:pt x="185503" y="334439"/>
                  </a:lnTo>
                  <a:lnTo>
                    <a:pt x="185371" y="334737"/>
                  </a:lnTo>
                  <a:lnTo>
                    <a:pt x="185271" y="334865"/>
                  </a:lnTo>
                  <a:lnTo>
                    <a:pt x="184921" y="334904"/>
                  </a:lnTo>
                  <a:lnTo>
                    <a:pt x="184784" y="334809"/>
                  </a:lnTo>
                  <a:lnTo>
                    <a:pt x="184682" y="334571"/>
                  </a:lnTo>
                  <a:lnTo>
                    <a:pt x="184506" y="334367"/>
                  </a:lnTo>
                  <a:lnTo>
                    <a:pt x="184281" y="334141"/>
                  </a:lnTo>
                  <a:lnTo>
                    <a:pt x="183642" y="334067"/>
                  </a:lnTo>
                  <a:lnTo>
                    <a:pt x="183502" y="334101"/>
                  </a:lnTo>
                  <a:lnTo>
                    <a:pt x="183179" y="334266"/>
                  </a:lnTo>
                  <a:lnTo>
                    <a:pt x="183035" y="334330"/>
                  </a:lnTo>
                  <a:lnTo>
                    <a:pt x="182806" y="334301"/>
                  </a:lnTo>
                  <a:lnTo>
                    <a:pt x="182522" y="334216"/>
                  </a:lnTo>
                  <a:lnTo>
                    <a:pt x="182274" y="333985"/>
                  </a:lnTo>
                  <a:lnTo>
                    <a:pt x="182364" y="333400"/>
                  </a:lnTo>
                  <a:lnTo>
                    <a:pt x="182024" y="333128"/>
                  </a:lnTo>
                  <a:lnTo>
                    <a:pt x="181828" y="333018"/>
                  </a:lnTo>
                  <a:lnTo>
                    <a:pt x="181802" y="332833"/>
                  </a:lnTo>
                  <a:lnTo>
                    <a:pt x="181787" y="332219"/>
                  </a:lnTo>
                  <a:lnTo>
                    <a:pt x="181805" y="331990"/>
                  </a:lnTo>
                  <a:lnTo>
                    <a:pt x="181713" y="331464"/>
                  </a:lnTo>
                  <a:lnTo>
                    <a:pt x="181539" y="331109"/>
                  </a:lnTo>
                  <a:lnTo>
                    <a:pt x="181305" y="330681"/>
                  </a:lnTo>
                  <a:lnTo>
                    <a:pt x="181075" y="330833"/>
                  </a:lnTo>
                  <a:lnTo>
                    <a:pt x="181162" y="330984"/>
                  </a:lnTo>
                  <a:lnTo>
                    <a:pt x="181346" y="331229"/>
                  </a:lnTo>
                  <a:lnTo>
                    <a:pt x="181415" y="331516"/>
                  </a:lnTo>
                  <a:lnTo>
                    <a:pt x="181461" y="331745"/>
                  </a:lnTo>
                  <a:lnTo>
                    <a:pt x="181438" y="331955"/>
                  </a:lnTo>
                  <a:lnTo>
                    <a:pt x="181449" y="332297"/>
                  </a:lnTo>
                  <a:lnTo>
                    <a:pt x="181230" y="332597"/>
                  </a:lnTo>
                  <a:lnTo>
                    <a:pt x="180823" y="332739"/>
                  </a:lnTo>
                  <a:lnTo>
                    <a:pt x="180691" y="333085"/>
                  </a:lnTo>
                  <a:lnTo>
                    <a:pt x="180226" y="333547"/>
                  </a:lnTo>
                  <a:lnTo>
                    <a:pt x="180654" y="333725"/>
                  </a:lnTo>
                  <a:lnTo>
                    <a:pt x="180780" y="334073"/>
                  </a:lnTo>
                  <a:lnTo>
                    <a:pt x="180634" y="334247"/>
                  </a:lnTo>
                  <a:lnTo>
                    <a:pt x="180682" y="334452"/>
                  </a:lnTo>
                  <a:lnTo>
                    <a:pt x="180738" y="334692"/>
                  </a:lnTo>
                  <a:lnTo>
                    <a:pt x="181151" y="336470"/>
                  </a:lnTo>
                  <a:lnTo>
                    <a:pt x="181341" y="336568"/>
                  </a:lnTo>
                  <a:lnTo>
                    <a:pt x="181556" y="337194"/>
                  </a:lnTo>
                  <a:lnTo>
                    <a:pt x="181714" y="337321"/>
                  </a:lnTo>
                  <a:lnTo>
                    <a:pt x="181793" y="337463"/>
                  </a:lnTo>
                  <a:lnTo>
                    <a:pt x="181947" y="337755"/>
                  </a:lnTo>
                  <a:lnTo>
                    <a:pt x="182173" y="337779"/>
                  </a:lnTo>
                  <a:lnTo>
                    <a:pt x="181834" y="338182"/>
                  </a:lnTo>
                  <a:lnTo>
                    <a:pt x="181710" y="338561"/>
                  </a:lnTo>
                  <a:lnTo>
                    <a:pt x="181993" y="338915"/>
                  </a:lnTo>
                  <a:lnTo>
                    <a:pt x="181593" y="339073"/>
                  </a:lnTo>
                  <a:lnTo>
                    <a:pt x="181435" y="339378"/>
                  </a:lnTo>
                  <a:lnTo>
                    <a:pt x="181102" y="339942"/>
                  </a:lnTo>
                  <a:lnTo>
                    <a:pt x="180949" y="339838"/>
                  </a:lnTo>
                  <a:lnTo>
                    <a:pt x="180645" y="339574"/>
                  </a:lnTo>
                  <a:lnTo>
                    <a:pt x="180125" y="339163"/>
                  </a:lnTo>
                  <a:lnTo>
                    <a:pt x="180004" y="339030"/>
                  </a:lnTo>
                  <a:lnTo>
                    <a:pt x="179879" y="338728"/>
                  </a:lnTo>
                  <a:lnTo>
                    <a:pt x="179834" y="338582"/>
                  </a:lnTo>
                  <a:lnTo>
                    <a:pt x="179446" y="338723"/>
                  </a:lnTo>
                  <a:lnTo>
                    <a:pt x="179379" y="338532"/>
                  </a:lnTo>
                  <a:lnTo>
                    <a:pt x="179360" y="338380"/>
                  </a:lnTo>
                  <a:lnTo>
                    <a:pt x="179288" y="337797"/>
                  </a:lnTo>
                  <a:lnTo>
                    <a:pt x="179527" y="337457"/>
                  </a:lnTo>
                  <a:lnTo>
                    <a:pt x="179640" y="337297"/>
                  </a:lnTo>
                  <a:lnTo>
                    <a:pt x="179813" y="337068"/>
                  </a:lnTo>
                  <a:lnTo>
                    <a:pt x="179985" y="336829"/>
                  </a:lnTo>
                  <a:lnTo>
                    <a:pt x="179605" y="336674"/>
                  </a:lnTo>
                  <a:lnTo>
                    <a:pt x="179363" y="336994"/>
                  </a:lnTo>
                  <a:lnTo>
                    <a:pt x="179152" y="337273"/>
                  </a:lnTo>
                  <a:lnTo>
                    <a:pt x="179055" y="337400"/>
                  </a:lnTo>
                  <a:lnTo>
                    <a:pt x="178875" y="337230"/>
                  </a:lnTo>
                  <a:lnTo>
                    <a:pt x="178874" y="336938"/>
                  </a:lnTo>
                  <a:lnTo>
                    <a:pt x="179260" y="336026"/>
                  </a:lnTo>
                  <a:lnTo>
                    <a:pt x="179122" y="336086"/>
                  </a:lnTo>
                  <a:lnTo>
                    <a:pt x="179045" y="336319"/>
                  </a:lnTo>
                  <a:lnTo>
                    <a:pt x="178509" y="336428"/>
                  </a:lnTo>
                  <a:lnTo>
                    <a:pt x="178424" y="336270"/>
                  </a:lnTo>
                  <a:lnTo>
                    <a:pt x="177977" y="336076"/>
                  </a:lnTo>
                  <a:lnTo>
                    <a:pt x="177682" y="335881"/>
                  </a:lnTo>
                  <a:lnTo>
                    <a:pt x="177554" y="335707"/>
                  </a:lnTo>
                  <a:lnTo>
                    <a:pt x="177191" y="335224"/>
                  </a:lnTo>
                  <a:lnTo>
                    <a:pt x="176950" y="334890"/>
                  </a:lnTo>
                  <a:lnTo>
                    <a:pt x="177069" y="334706"/>
                  </a:lnTo>
                  <a:lnTo>
                    <a:pt x="176889" y="334445"/>
                  </a:lnTo>
                  <a:lnTo>
                    <a:pt x="176548" y="333948"/>
                  </a:lnTo>
                  <a:lnTo>
                    <a:pt x="176372" y="333691"/>
                  </a:lnTo>
                  <a:lnTo>
                    <a:pt x="175946" y="333071"/>
                  </a:lnTo>
                  <a:lnTo>
                    <a:pt x="175728" y="332737"/>
                  </a:lnTo>
                  <a:lnTo>
                    <a:pt x="175548" y="332449"/>
                  </a:lnTo>
                  <a:lnTo>
                    <a:pt x="175381" y="332171"/>
                  </a:lnTo>
                  <a:lnTo>
                    <a:pt x="175193" y="331858"/>
                  </a:lnTo>
                  <a:lnTo>
                    <a:pt x="175083" y="331366"/>
                  </a:lnTo>
                  <a:lnTo>
                    <a:pt x="175071" y="331161"/>
                  </a:lnTo>
                  <a:lnTo>
                    <a:pt x="175053" y="330800"/>
                  </a:lnTo>
                  <a:lnTo>
                    <a:pt x="175005" y="330463"/>
                  </a:lnTo>
                  <a:lnTo>
                    <a:pt x="175031" y="330301"/>
                  </a:lnTo>
                  <a:lnTo>
                    <a:pt x="175114" y="329954"/>
                  </a:lnTo>
                  <a:lnTo>
                    <a:pt x="175166" y="329770"/>
                  </a:lnTo>
                  <a:lnTo>
                    <a:pt x="175283" y="329459"/>
                  </a:lnTo>
                  <a:lnTo>
                    <a:pt x="175467" y="328892"/>
                  </a:lnTo>
                  <a:lnTo>
                    <a:pt x="175468" y="327894"/>
                  </a:lnTo>
                  <a:lnTo>
                    <a:pt x="175391" y="327638"/>
                  </a:lnTo>
                  <a:lnTo>
                    <a:pt x="175181" y="326857"/>
                  </a:lnTo>
                  <a:lnTo>
                    <a:pt x="175028" y="326357"/>
                  </a:lnTo>
                  <a:lnTo>
                    <a:pt x="174971" y="325965"/>
                  </a:lnTo>
                  <a:lnTo>
                    <a:pt x="175358" y="325308"/>
                  </a:lnTo>
                  <a:lnTo>
                    <a:pt x="175752" y="324712"/>
                  </a:lnTo>
                  <a:lnTo>
                    <a:pt x="175590" y="324831"/>
                  </a:lnTo>
                  <a:lnTo>
                    <a:pt x="175426" y="325019"/>
                  </a:lnTo>
                  <a:lnTo>
                    <a:pt x="175244" y="325151"/>
                  </a:lnTo>
                  <a:lnTo>
                    <a:pt x="175114" y="325247"/>
                  </a:lnTo>
                  <a:lnTo>
                    <a:pt x="174798" y="325259"/>
                  </a:lnTo>
                  <a:lnTo>
                    <a:pt x="174682" y="325036"/>
                  </a:lnTo>
                  <a:lnTo>
                    <a:pt x="174237" y="324553"/>
                  </a:lnTo>
                  <a:lnTo>
                    <a:pt x="174165" y="324685"/>
                  </a:lnTo>
                  <a:lnTo>
                    <a:pt x="174238" y="324908"/>
                  </a:lnTo>
                  <a:lnTo>
                    <a:pt x="174262" y="325145"/>
                  </a:lnTo>
                  <a:lnTo>
                    <a:pt x="174312" y="325400"/>
                  </a:lnTo>
                  <a:lnTo>
                    <a:pt x="174325" y="325548"/>
                  </a:lnTo>
                  <a:lnTo>
                    <a:pt x="174322" y="325719"/>
                  </a:lnTo>
                  <a:lnTo>
                    <a:pt x="174250" y="326302"/>
                  </a:lnTo>
                  <a:lnTo>
                    <a:pt x="174190" y="327150"/>
                  </a:lnTo>
                  <a:lnTo>
                    <a:pt x="173792" y="327628"/>
                  </a:lnTo>
                  <a:lnTo>
                    <a:pt x="174204" y="328060"/>
                  </a:lnTo>
                  <a:lnTo>
                    <a:pt x="173667" y="328765"/>
                  </a:lnTo>
                  <a:lnTo>
                    <a:pt x="173267" y="329255"/>
                  </a:lnTo>
                  <a:lnTo>
                    <a:pt x="172111" y="328456"/>
                  </a:lnTo>
                  <a:lnTo>
                    <a:pt x="171597" y="329312"/>
                  </a:lnTo>
                  <a:lnTo>
                    <a:pt x="171785" y="329537"/>
                  </a:lnTo>
                  <a:lnTo>
                    <a:pt x="172005" y="329826"/>
                  </a:lnTo>
                  <a:lnTo>
                    <a:pt x="171853" y="330144"/>
                  </a:lnTo>
                  <a:lnTo>
                    <a:pt x="171825" y="330283"/>
                  </a:lnTo>
                  <a:lnTo>
                    <a:pt x="171776" y="330463"/>
                  </a:lnTo>
                  <a:lnTo>
                    <a:pt x="171712" y="330987"/>
                  </a:lnTo>
                  <a:lnTo>
                    <a:pt x="171411" y="330908"/>
                  </a:lnTo>
                  <a:lnTo>
                    <a:pt x="171385" y="331236"/>
                  </a:lnTo>
                  <a:lnTo>
                    <a:pt x="171631" y="331234"/>
                  </a:lnTo>
                  <a:lnTo>
                    <a:pt x="171617" y="331417"/>
                  </a:lnTo>
                  <a:lnTo>
                    <a:pt x="171548" y="332285"/>
                  </a:lnTo>
                  <a:lnTo>
                    <a:pt x="171502" y="332858"/>
                  </a:lnTo>
                  <a:lnTo>
                    <a:pt x="171493" y="333083"/>
                  </a:lnTo>
                  <a:lnTo>
                    <a:pt x="171539" y="333222"/>
                  </a:lnTo>
                  <a:lnTo>
                    <a:pt x="171697" y="333280"/>
                  </a:lnTo>
                  <a:lnTo>
                    <a:pt x="171784" y="333562"/>
                  </a:lnTo>
                  <a:lnTo>
                    <a:pt x="172029" y="334385"/>
                  </a:lnTo>
                  <a:lnTo>
                    <a:pt x="171935" y="334630"/>
                  </a:lnTo>
                  <a:lnTo>
                    <a:pt x="171977" y="335032"/>
                  </a:lnTo>
                  <a:lnTo>
                    <a:pt x="171825" y="335292"/>
                  </a:lnTo>
                  <a:lnTo>
                    <a:pt x="171960" y="335876"/>
                  </a:lnTo>
                  <a:lnTo>
                    <a:pt x="172125" y="336130"/>
                  </a:lnTo>
                  <a:lnTo>
                    <a:pt x="172173" y="336336"/>
                  </a:lnTo>
                  <a:lnTo>
                    <a:pt x="171887" y="336813"/>
                  </a:lnTo>
                  <a:lnTo>
                    <a:pt x="171640" y="337170"/>
                  </a:lnTo>
                  <a:lnTo>
                    <a:pt x="171442" y="337190"/>
                  </a:lnTo>
                  <a:lnTo>
                    <a:pt x="171154" y="337298"/>
                  </a:lnTo>
                  <a:lnTo>
                    <a:pt x="170800" y="337707"/>
                  </a:lnTo>
                  <a:lnTo>
                    <a:pt x="170595" y="338032"/>
                  </a:lnTo>
                  <a:lnTo>
                    <a:pt x="170554" y="338429"/>
                  </a:lnTo>
                  <a:lnTo>
                    <a:pt x="170462" y="338700"/>
                  </a:lnTo>
                  <a:lnTo>
                    <a:pt x="170343" y="339173"/>
                  </a:lnTo>
                  <a:lnTo>
                    <a:pt x="170187" y="339240"/>
                  </a:lnTo>
                  <a:lnTo>
                    <a:pt x="169826" y="339370"/>
                  </a:lnTo>
                  <a:lnTo>
                    <a:pt x="169647" y="339460"/>
                  </a:lnTo>
                  <a:lnTo>
                    <a:pt x="169447" y="339742"/>
                  </a:lnTo>
                  <a:lnTo>
                    <a:pt x="169328" y="340009"/>
                  </a:lnTo>
                  <a:lnTo>
                    <a:pt x="169037" y="340100"/>
                  </a:lnTo>
                  <a:lnTo>
                    <a:pt x="168877" y="340150"/>
                  </a:lnTo>
                  <a:lnTo>
                    <a:pt x="168368" y="340171"/>
                  </a:lnTo>
                  <a:lnTo>
                    <a:pt x="168221" y="340265"/>
                  </a:lnTo>
                  <a:lnTo>
                    <a:pt x="168220" y="340780"/>
                  </a:lnTo>
                  <a:lnTo>
                    <a:pt x="167975" y="340800"/>
                  </a:lnTo>
                  <a:lnTo>
                    <a:pt x="167730" y="340854"/>
                  </a:lnTo>
                  <a:lnTo>
                    <a:pt x="167425" y="340920"/>
                  </a:lnTo>
                  <a:lnTo>
                    <a:pt x="166984" y="340673"/>
                  </a:lnTo>
                  <a:lnTo>
                    <a:pt x="166818" y="340435"/>
                  </a:lnTo>
                  <a:lnTo>
                    <a:pt x="166749" y="340187"/>
                  </a:lnTo>
                  <a:lnTo>
                    <a:pt x="166809" y="339800"/>
                  </a:lnTo>
                  <a:lnTo>
                    <a:pt x="166558" y="339367"/>
                  </a:lnTo>
                  <a:lnTo>
                    <a:pt x="166090" y="339310"/>
                  </a:lnTo>
                  <a:lnTo>
                    <a:pt x="165913" y="339121"/>
                  </a:lnTo>
                  <a:lnTo>
                    <a:pt x="165814" y="338816"/>
                  </a:lnTo>
                  <a:lnTo>
                    <a:pt x="165690" y="338352"/>
                  </a:lnTo>
                  <a:lnTo>
                    <a:pt x="165535" y="337818"/>
                  </a:lnTo>
                  <a:lnTo>
                    <a:pt x="165363" y="337810"/>
                  </a:lnTo>
                  <a:lnTo>
                    <a:pt x="165349" y="337539"/>
                  </a:lnTo>
                  <a:lnTo>
                    <a:pt x="165435" y="337236"/>
                  </a:lnTo>
                  <a:lnTo>
                    <a:pt x="165263" y="337085"/>
                  </a:lnTo>
                  <a:lnTo>
                    <a:pt x="165050" y="336935"/>
                  </a:lnTo>
                  <a:lnTo>
                    <a:pt x="164375" y="336306"/>
                  </a:lnTo>
                  <a:lnTo>
                    <a:pt x="164343" y="336503"/>
                  </a:lnTo>
                  <a:lnTo>
                    <a:pt x="164211" y="336783"/>
                  </a:lnTo>
                  <a:lnTo>
                    <a:pt x="164056" y="336760"/>
                  </a:lnTo>
                  <a:lnTo>
                    <a:pt x="163871" y="336763"/>
                  </a:lnTo>
                  <a:lnTo>
                    <a:pt x="163653" y="336811"/>
                  </a:lnTo>
                  <a:lnTo>
                    <a:pt x="163342" y="336909"/>
                  </a:lnTo>
                  <a:lnTo>
                    <a:pt x="163038" y="336922"/>
                  </a:lnTo>
                  <a:lnTo>
                    <a:pt x="162753" y="336945"/>
                  </a:lnTo>
                  <a:lnTo>
                    <a:pt x="162570" y="336982"/>
                  </a:lnTo>
                  <a:lnTo>
                    <a:pt x="162290" y="337165"/>
                  </a:lnTo>
                  <a:lnTo>
                    <a:pt x="161915" y="337411"/>
                  </a:lnTo>
                  <a:lnTo>
                    <a:pt x="161785" y="337490"/>
                  </a:lnTo>
                  <a:lnTo>
                    <a:pt x="161645" y="337591"/>
                  </a:lnTo>
                  <a:lnTo>
                    <a:pt x="161270" y="338060"/>
                  </a:lnTo>
                  <a:lnTo>
                    <a:pt x="161097" y="338317"/>
                  </a:lnTo>
                  <a:lnTo>
                    <a:pt x="161151" y="338691"/>
                  </a:lnTo>
                  <a:lnTo>
                    <a:pt x="161346" y="339054"/>
                  </a:lnTo>
                  <a:lnTo>
                    <a:pt x="161034" y="339319"/>
                  </a:lnTo>
                  <a:lnTo>
                    <a:pt x="160888" y="339350"/>
                  </a:lnTo>
                  <a:lnTo>
                    <a:pt x="160524" y="339132"/>
                  </a:lnTo>
                  <a:lnTo>
                    <a:pt x="160271" y="339280"/>
                  </a:lnTo>
                  <a:lnTo>
                    <a:pt x="159998" y="339464"/>
                  </a:lnTo>
                  <a:lnTo>
                    <a:pt x="159791" y="339237"/>
                  </a:lnTo>
                  <a:lnTo>
                    <a:pt x="159471" y="339642"/>
                  </a:lnTo>
                  <a:lnTo>
                    <a:pt x="159299" y="339910"/>
                  </a:lnTo>
                  <a:lnTo>
                    <a:pt x="159078" y="340348"/>
                  </a:lnTo>
                  <a:lnTo>
                    <a:pt x="159034" y="340610"/>
                  </a:lnTo>
                  <a:lnTo>
                    <a:pt x="158965" y="341022"/>
                  </a:lnTo>
                  <a:lnTo>
                    <a:pt x="158684" y="340952"/>
                  </a:lnTo>
                  <a:lnTo>
                    <a:pt x="158294" y="341186"/>
                  </a:lnTo>
                  <a:lnTo>
                    <a:pt x="157979" y="341487"/>
                  </a:lnTo>
                  <a:lnTo>
                    <a:pt x="157843" y="341514"/>
                  </a:lnTo>
                  <a:lnTo>
                    <a:pt x="157818" y="341865"/>
                  </a:lnTo>
                  <a:lnTo>
                    <a:pt x="157804" y="341996"/>
                  </a:lnTo>
                  <a:lnTo>
                    <a:pt x="157490" y="342169"/>
                  </a:lnTo>
                  <a:lnTo>
                    <a:pt x="157415" y="342413"/>
                  </a:lnTo>
                  <a:lnTo>
                    <a:pt x="157380" y="342598"/>
                  </a:lnTo>
                  <a:lnTo>
                    <a:pt x="157356" y="342773"/>
                  </a:lnTo>
                  <a:lnTo>
                    <a:pt x="157332" y="343415"/>
                  </a:lnTo>
                  <a:lnTo>
                    <a:pt x="156792" y="343700"/>
                  </a:lnTo>
                  <a:lnTo>
                    <a:pt x="156339" y="343737"/>
                  </a:lnTo>
                  <a:lnTo>
                    <a:pt x="156499" y="343946"/>
                  </a:lnTo>
                  <a:lnTo>
                    <a:pt x="156551" y="344144"/>
                  </a:lnTo>
                  <a:lnTo>
                    <a:pt x="156573" y="344291"/>
                  </a:lnTo>
                  <a:lnTo>
                    <a:pt x="156504" y="344432"/>
                  </a:lnTo>
                  <a:lnTo>
                    <a:pt x="156005" y="344438"/>
                  </a:lnTo>
                  <a:lnTo>
                    <a:pt x="155937" y="344605"/>
                  </a:lnTo>
                  <a:lnTo>
                    <a:pt x="155756" y="344622"/>
                  </a:lnTo>
                  <a:lnTo>
                    <a:pt x="155313" y="344904"/>
                  </a:lnTo>
                  <a:lnTo>
                    <a:pt x="155047" y="344920"/>
                  </a:lnTo>
                  <a:lnTo>
                    <a:pt x="154787" y="344898"/>
                  </a:lnTo>
                  <a:lnTo>
                    <a:pt x="154620" y="344886"/>
                  </a:lnTo>
                  <a:lnTo>
                    <a:pt x="154077" y="345128"/>
                  </a:lnTo>
                  <a:lnTo>
                    <a:pt x="153811" y="344978"/>
                  </a:lnTo>
                  <a:lnTo>
                    <a:pt x="153646" y="344910"/>
                  </a:lnTo>
                  <a:lnTo>
                    <a:pt x="153382" y="344693"/>
                  </a:lnTo>
                  <a:lnTo>
                    <a:pt x="153290" y="344479"/>
                  </a:lnTo>
                  <a:lnTo>
                    <a:pt x="152931" y="344277"/>
                  </a:lnTo>
                  <a:lnTo>
                    <a:pt x="152726" y="344342"/>
                  </a:lnTo>
                  <a:lnTo>
                    <a:pt x="152270" y="344105"/>
                  </a:lnTo>
                  <a:lnTo>
                    <a:pt x="151844" y="343802"/>
                  </a:lnTo>
                  <a:lnTo>
                    <a:pt x="151576" y="343640"/>
                  </a:lnTo>
                  <a:lnTo>
                    <a:pt x="151073" y="343357"/>
                  </a:lnTo>
                  <a:lnTo>
                    <a:pt x="150905" y="343240"/>
                  </a:lnTo>
                  <a:lnTo>
                    <a:pt x="150751" y="343188"/>
                  </a:lnTo>
                  <a:lnTo>
                    <a:pt x="150461" y="342997"/>
                  </a:lnTo>
                  <a:lnTo>
                    <a:pt x="150356" y="342796"/>
                  </a:lnTo>
                  <a:lnTo>
                    <a:pt x="150216" y="342783"/>
                  </a:lnTo>
                  <a:lnTo>
                    <a:pt x="150083" y="342923"/>
                  </a:lnTo>
                  <a:lnTo>
                    <a:pt x="149874" y="342816"/>
                  </a:lnTo>
                  <a:lnTo>
                    <a:pt x="149278" y="342668"/>
                  </a:lnTo>
                  <a:lnTo>
                    <a:pt x="148958" y="342368"/>
                  </a:lnTo>
                  <a:lnTo>
                    <a:pt x="148702" y="341727"/>
                  </a:lnTo>
                  <a:lnTo>
                    <a:pt x="148582" y="341302"/>
                  </a:lnTo>
                  <a:lnTo>
                    <a:pt x="148562" y="341116"/>
                  </a:lnTo>
                  <a:lnTo>
                    <a:pt x="148538" y="340846"/>
                  </a:lnTo>
                  <a:lnTo>
                    <a:pt x="148531" y="340493"/>
                  </a:lnTo>
                  <a:lnTo>
                    <a:pt x="148560" y="340164"/>
                  </a:lnTo>
                  <a:lnTo>
                    <a:pt x="148462" y="339336"/>
                  </a:lnTo>
                  <a:lnTo>
                    <a:pt x="148444" y="339146"/>
                  </a:lnTo>
                  <a:lnTo>
                    <a:pt x="148464" y="338812"/>
                  </a:lnTo>
                  <a:lnTo>
                    <a:pt x="148843" y="337931"/>
                  </a:lnTo>
                  <a:lnTo>
                    <a:pt x="148989" y="337827"/>
                  </a:lnTo>
                  <a:lnTo>
                    <a:pt x="149568" y="337540"/>
                  </a:lnTo>
                  <a:lnTo>
                    <a:pt x="149751" y="337409"/>
                  </a:lnTo>
                  <a:lnTo>
                    <a:pt x="150019" y="337345"/>
                  </a:lnTo>
                  <a:lnTo>
                    <a:pt x="150314" y="337394"/>
                  </a:lnTo>
                  <a:lnTo>
                    <a:pt x="150782" y="337219"/>
                  </a:lnTo>
                  <a:lnTo>
                    <a:pt x="150963" y="337076"/>
                  </a:lnTo>
                  <a:lnTo>
                    <a:pt x="151256" y="337009"/>
                  </a:lnTo>
                  <a:lnTo>
                    <a:pt x="151557" y="337008"/>
                  </a:lnTo>
                  <a:lnTo>
                    <a:pt x="151894" y="336941"/>
                  </a:lnTo>
                  <a:lnTo>
                    <a:pt x="151860" y="336597"/>
                  </a:lnTo>
                  <a:lnTo>
                    <a:pt x="151648" y="336939"/>
                  </a:lnTo>
                  <a:lnTo>
                    <a:pt x="151248" y="336806"/>
                  </a:lnTo>
                  <a:lnTo>
                    <a:pt x="151026" y="336692"/>
                  </a:lnTo>
                  <a:lnTo>
                    <a:pt x="150852" y="336599"/>
                  </a:lnTo>
                  <a:lnTo>
                    <a:pt x="150674" y="336530"/>
                  </a:lnTo>
                  <a:lnTo>
                    <a:pt x="150526" y="336499"/>
                  </a:lnTo>
                  <a:lnTo>
                    <a:pt x="150006" y="336749"/>
                  </a:lnTo>
                  <a:lnTo>
                    <a:pt x="149699" y="337275"/>
                  </a:lnTo>
                  <a:lnTo>
                    <a:pt x="149305" y="337465"/>
                  </a:lnTo>
                  <a:lnTo>
                    <a:pt x="149034" y="337558"/>
                  </a:lnTo>
                  <a:lnTo>
                    <a:pt x="148756" y="337738"/>
                  </a:lnTo>
                  <a:lnTo>
                    <a:pt x="148460" y="338000"/>
                  </a:lnTo>
                  <a:lnTo>
                    <a:pt x="148148" y="338284"/>
                  </a:lnTo>
                  <a:lnTo>
                    <a:pt x="147996" y="337845"/>
                  </a:lnTo>
                  <a:lnTo>
                    <a:pt x="147854" y="337417"/>
                  </a:lnTo>
                  <a:lnTo>
                    <a:pt x="147816" y="337272"/>
                  </a:lnTo>
                  <a:lnTo>
                    <a:pt x="147649" y="336925"/>
                  </a:lnTo>
                  <a:lnTo>
                    <a:pt x="147500" y="336443"/>
                  </a:lnTo>
                  <a:lnTo>
                    <a:pt x="147401" y="336259"/>
                  </a:lnTo>
                  <a:lnTo>
                    <a:pt x="147161" y="335874"/>
                  </a:lnTo>
                  <a:lnTo>
                    <a:pt x="147222" y="335523"/>
                  </a:lnTo>
                  <a:lnTo>
                    <a:pt x="147129" y="335248"/>
                  </a:lnTo>
                  <a:lnTo>
                    <a:pt x="147044" y="334254"/>
                  </a:lnTo>
                  <a:lnTo>
                    <a:pt x="147180" y="333970"/>
                  </a:lnTo>
                  <a:lnTo>
                    <a:pt x="147381" y="333377"/>
                  </a:lnTo>
                  <a:lnTo>
                    <a:pt x="147708" y="333259"/>
                  </a:lnTo>
                  <a:lnTo>
                    <a:pt x="147747" y="333011"/>
                  </a:lnTo>
                  <a:lnTo>
                    <a:pt x="147850" y="332540"/>
                  </a:lnTo>
                  <a:lnTo>
                    <a:pt x="147887" y="332224"/>
                  </a:lnTo>
                  <a:lnTo>
                    <a:pt x="147691" y="331955"/>
                  </a:lnTo>
                  <a:lnTo>
                    <a:pt x="147504" y="332799"/>
                  </a:lnTo>
                  <a:lnTo>
                    <a:pt x="147258" y="332933"/>
                  </a:lnTo>
                  <a:lnTo>
                    <a:pt x="146844" y="333567"/>
                  </a:lnTo>
                  <a:lnTo>
                    <a:pt x="146841" y="333917"/>
                  </a:lnTo>
                  <a:lnTo>
                    <a:pt x="146528" y="334172"/>
                  </a:lnTo>
                  <a:lnTo>
                    <a:pt x="146581" y="334468"/>
                  </a:lnTo>
                  <a:lnTo>
                    <a:pt x="146913" y="335456"/>
                  </a:lnTo>
                  <a:lnTo>
                    <a:pt x="146945" y="335712"/>
                  </a:lnTo>
                  <a:lnTo>
                    <a:pt x="147061" y="336197"/>
                  </a:lnTo>
                  <a:lnTo>
                    <a:pt x="147177" y="336545"/>
                  </a:lnTo>
                  <a:lnTo>
                    <a:pt x="147216" y="336798"/>
                  </a:lnTo>
                  <a:lnTo>
                    <a:pt x="147248" y="336982"/>
                  </a:lnTo>
                  <a:lnTo>
                    <a:pt x="147343" y="337390"/>
                  </a:lnTo>
                  <a:lnTo>
                    <a:pt x="147574" y="337947"/>
                  </a:lnTo>
                  <a:lnTo>
                    <a:pt x="147630" y="338105"/>
                  </a:lnTo>
                  <a:lnTo>
                    <a:pt x="147705" y="338630"/>
                  </a:lnTo>
                  <a:lnTo>
                    <a:pt x="147807" y="338876"/>
                  </a:lnTo>
                  <a:lnTo>
                    <a:pt x="147831" y="339010"/>
                  </a:lnTo>
                  <a:lnTo>
                    <a:pt x="147849" y="339175"/>
                  </a:lnTo>
                  <a:lnTo>
                    <a:pt x="147869" y="339524"/>
                  </a:lnTo>
                  <a:lnTo>
                    <a:pt x="147918" y="339656"/>
                  </a:lnTo>
                  <a:lnTo>
                    <a:pt x="147988" y="339991"/>
                  </a:lnTo>
                  <a:lnTo>
                    <a:pt x="147976" y="340289"/>
                  </a:lnTo>
                  <a:lnTo>
                    <a:pt x="147976" y="340541"/>
                  </a:lnTo>
                  <a:lnTo>
                    <a:pt x="147977" y="340681"/>
                  </a:lnTo>
                  <a:lnTo>
                    <a:pt x="147986" y="340852"/>
                  </a:lnTo>
                  <a:lnTo>
                    <a:pt x="148008" y="341060"/>
                  </a:lnTo>
                  <a:lnTo>
                    <a:pt x="148086" y="341391"/>
                  </a:lnTo>
                  <a:lnTo>
                    <a:pt x="148283" y="341919"/>
                  </a:lnTo>
                  <a:lnTo>
                    <a:pt x="148243" y="342318"/>
                  </a:lnTo>
                  <a:lnTo>
                    <a:pt x="148245" y="342733"/>
                  </a:lnTo>
                  <a:lnTo>
                    <a:pt x="148304" y="343290"/>
                  </a:lnTo>
                  <a:lnTo>
                    <a:pt x="148351" y="343548"/>
                  </a:lnTo>
                  <a:lnTo>
                    <a:pt x="148248" y="343745"/>
                  </a:lnTo>
                  <a:lnTo>
                    <a:pt x="148289" y="344509"/>
                  </a:lnTo>
                  <a:lnTo>
                    <a:pt x="148152" y="344790"/>
                  </a:lnTo>
                  <a:lnTo>
                    <a:pt x="148044" y="345253"/>
                  </a:lnTo>
                  <a:lnTo>
                    <a:pt x="148107" y="345597"/>
                  </a:lnTo>
                  <a:lnTo>
                    <a:pt x="147906" y="346031"/>
                  </a:lnTo>
                  <a:lnTo>
                    <a:pt x="147645" y="346144"/>
                  </a:lnTo>
                  <a:lnTo>
                    <a:pt x="147495" y="346196"/>
                  </a:lnTo>
                  <a:lnTo>
                    <a:pt x="147320" y="346241"/>
                  </a:lnTo>
                  <a:lnTo>
                    <a:pt x="147119" y="346290"/>
                  </a:lnTo>
                  <a:lnTo>
                    <a:pt x="146787" y="346300"/>
                  </a:lnTo>
                  <a:lnTo>
                    <a:pt x="146217" y="346424"/>
                  </a:lnTo>
                  <a:lnTo>
                    <a:pt x="145860" y="346662"/>
                  </a:lnTo>
                  <a:lnTo>
                    <a:pt x="145895" y="346982"/>
                  </a:lnTo>
                  <a:lnTo>
                    <a:pt x="145689" y="347123"/>
                  </a:lnTo>
                  <a:lnTo>
                    <a:pt x="145363" y="346760"/>
                  </a:lnTo>
                  <a:lnTo>
                    <a:pt x="144936" y="347020"/>
                  </a:lnTo>
                  <a:lnTo>
                    <a:pt x="144243" y="347240"/>
                  </a:lnTo>
                  <a:lnTo>
                    <a:pt x="143294" y="347360"/>
                  </a:lnTo>
                  <a:lnTo>
                    <a:pt x="142113" y="347421"/>
                  </a:lnTo>
                  <a:lnTo>
                    <a:pt x="141865" y="346896"/>
                  </a:lnTo>
                  <a:lnTo>
                    <a:pt x="141557" y="346113"/>
                  </a:lnTo>
                  <a:lnTo>
                    <a:pt x="141222" y="345906"/>
                  </a:lnTo>
                  <a:lnTo>
                    <a:pt x="140975" y="345981"/>
                  </a:lnTo>
                  <a:lnTo>
                    <a:pt x="140651" y="346127"/>
                  </a:lnTo>
                  <a:lnTo>
                    <a:pt x="140441" y="345597"/>
                  </a:lnTo>
                  <a:lnTo>
                    <a:pt x="140021" y="345519"/>
                  </a:lnTo>
                  <a:lnTo>
                    <a:pt x="139839" y="345115"/>
                  </a:lnTo>
                  <a:lnTo>
                    <a:pt x="140102" y="344787"/>
                  </a:lnTo>
                  <a:lnTo>
                    <a:pt x="140084" y="344548"/>
                  </a:lnTo>
                  <a:lnTo>
                    <a:pt x="139986" y="344279"/>
                  </a:lnTo>
                  <a:lnTo>
                    <a:pt x="140019" y="344060"/>
                  </a:lnTo>
                  <a:lnTo>
                    <a:pt x="140069" y="343821"/>
                  </a:lnTo>
                  <a:lnTo>
                    <a:pt x="140099" y="343542"/>
                  </a:lnTo>
                  <a:lnTo>
                    <a:pt x="139890" y="343474"/>
                  </a:lnTo>
                  <a:lnTo>
                    <a:pt x="139457" y="342978"/>
                  </a:lnTo>
                  <a:lnTo>
                    <a:pt x="139230" y="342934"/>
                  </a:lnTo>
                  <a:lnTo>
                    <a:pt x="139018" y="342911"/>
                  </a:lnTo>
                  <a:lnTo>
                    <a:pt x="138706" y="342900"/>
                  </a:lnTo>
                  <a:lnTo>
                    <a:pt x="138351" y="342915"/>
                  </a:lnTo>
                  <a:lnTo>
                    <a:pt x="137992" y="342969"/>
                  </a:lnTo>
                  <a:lnTo>
                    <a:pt x="137555" y="343058"/>
                  </a:lnTo>
                  <a:lnTo>
                    <a:pt x="137017" y="343225"/>
                  </a:lnTo>
                  <a:lnTo>
                    <a:pt x="136626" y="343360"/>
                  </a:lnTo>
                  <a:lnTo>
                    <a:pt x="136000" y="343641"/>
                  </a:lnTo>
                  <a:lnTo>
                    <a:pt x="135612" y="343806"/>
                  </a:lnTo>
                  <a:lnTo>
                    <a:pt x="134888" y="343876"/>
                  </a:lnTo>
                  <a:lnTo>
                    <a:pt x="134693" y="343838"/>
                  </a:lnTo>
                  <a:lnTo>
                    <a:pt x="134477" y="343830"/>
                  </a:lnTo>
                  <a:lnTo>
                    <a:pt x="133542" y="343593"/>
                  </a:lnTo>
                  <a:lnTo>
                    <a:pt x="133260" y="343811"/>
                  </a:lnTo>
                  <a:lnTo>
                    <a:pt x="133819" y="344035"/>
                  </a:lnTo>
                  <a:lnTo>
                    <a:pt x="134124" y="344155"/>
                  </a:lnTo>
                  <a:lnTo>
                    <a:pt x="134446" y="344332"/>
                  </a:lnTo>
                  <a:lnTo>
                    <a:pt x="132921" y="344857"/>
                  </a:lnTo>
                  <a:lnTo>
                    <a:pt x="132618" y="345011"/>
                  </a:lnTo>
                  <a:lnTo>
                    <a:pt x="132312" y="345126"/>
                  </a:lnTo>
                  <a:lnTo>
                    <a:pt x="132174" y="345177"/>
                  </a:lnTo>
                  <a:lnTo>
                    <a:pt x="132011" y="345277"/>
                  </a:lnTo>
                  <a:lnTo>
                    <a:pt x="131672" y="345555"/>
                  </a:lnTo>
                  <a:lnTo>
                    <a:pt x="131531" y="345656"/>
                  </a:lnTo>
                  <a:lnTo>
                    <a:pt x="131084" y="346041"/>
                  </a:lnTo>
                  <a:lnTo>
                    <a:pt x="131148" y="345749"/>
                  </a:lnTo>
                  <a:lnTo>
                    <a:pt x="129331" y="347258"/>
                  </a:lnTo>
                  <a:lnTo>
                    <a:pt x="128159" y="347995"/>
                  </a:lnTo>
                  <a:lnTo>
                    <a:pt x="127224" y="348346"/>
                  </a:lnTo>
                  <a:lnTo>
                    <a:pt x="126848" y="348430"/>
                  </a:lnTo>
                  <a:lnTo>
                    <a:pt x="126635" y="348296"/>
                  </a:lnTo>
                  <a:lnTo>
                    <a:pt x="126253" y="348183"/>
                  </a:lnTo>
                  <a:lnTo>
                    <a:pt x="125928" y="347865"/>
                  </a:lnTo>
                  <a:lnTo>
                    <a:pt x="125780" y="347003"/>
                  </a:lnTo>
                  <a:lnTo>
                    <a:pt x="125750" y="347195"/>
                  </a:lnTo>
                  <a:lnTo>
                    <a:pt x="125410" y="347568"/>
                  </a:lnTo>
                  <a:lnTo>
                    <a:pt x="125242" y="347230"/>
                  </a:lnTo>
                  <a:lnTo>
                    <a:pt x="125516" y="346528"/>
                  </a:lnTo>
                  <a:lnTo>
                    <a:pt x="125653" y="346486"/>
                  </a:lnTo>
                  <a:lnTo>
                    <a:pt x="125858" y="346434"/>
                  </a:lnTo>
                  <a:lnTo>
                    <a:pt x="125997" y="346303"/>
                  </a:lnTo>
                  <a:lnTo>
                    <a:pt x="126124" y="346160"/>
                  </a:lnTo>
                  <a:lnTo>
                    <a:pt x="126065" y="346001"/>
                  </a:lnTo>
                  <a:lnTo>
                    <a:pt x="125975" y="345772"/>
                  </a:lnTo>
                  <a:lnTo>
                    <a:pt x="125628" y="345940"/>
                  </a:lnTo>
                  <a:lnTo>
                    <a:pt x="125420" y="345921"/>
                  </a:lnTo>
                  <a:lnTo>
                    <a:pt x="125558" y="345680"/>
                  </a:lnTo>
                  <a:lnTo>
                    <a:pt x="125770" y="345594"/>
                  </a:lnTo>
                  <a:lnTo>
                    <a:pt x="126104" y="345480"/>
                  </a:lnTo>
                  <a:lnTo>
                    <a:pt x="126267" y="345322"/>
                  </a:lnTo>
                  <a:lnTo>
                    <a:pt x="126053" y="345286"/>
                  </a:lnTo>
                  <a:lnTo>
                    <a:pt x="125918" y="345381"/>
                  </a:lnTo>
                  <a:lnTo>
                    <a:pt x="125339" y="345534"/>
                  </a:lnTo>
                  <a:lnTo>
                    <a:pt x="125057" y="345968"/>
                  </a:lnTo>
                  <a:lnTo>
                    <a:pt x="124656" y="346044"/>
                  </a:lnTo>
                  <a:lnTo>
                    <a:pt x="124740" y="344806"/>
                  </a:lnTo>
                  <a:lnTo>
                    <a:pt x="124326" y="344901"/>
                  </a:lnTo>
                  <a:lnTo>
                    <a:pt x="124393" y="344480"/>
                  </a:lnTo>
                  <a:lnTo>
                    <a:pt x="124521" y="344233"/>
                  </a:lnTo>
                  <a:lnTo>
                    <a:pt x="124386" y="344132"/>
                  </a:lnTo>
                  <a:lnTo>
                    <a:pt x="124288" y="344308"/>
                  </a:lnTo>
                  <a:lnTo>
                    <a:pt x="123982" y="344534"/>
                  </a:lnTo>
                  <a:lnTo>
                    <a:pt x="123164" y="344385"/>
                  </a:lnTo>
                  <a:lnTo>
                    <a:pt x="122679" y="344619"/>
                  </a:lnTo>
                  <a:lnTo>
                    <a:pt x="122500" y="344774"/>
                  </a:lnTo>
                  <a:lnTo>
                    <a:pt x="121957" y="344861"/>
                  </a:lnTo>
                  <a:lnTo>
                    <a:pt x="121638" y="344934"/>
                  </a:lnTo>
                  <a:lnTo>
                    <a:pt x="121249" y="344785"/>
                  </a:lnTo>
                  <a:lnTo>
                    <a:pt x="121021" y="344087"/>
                  </a:lnTo>
                  <a:lnTo>
                    <a:pt x="120913" y="344655"/>
                  </a:lnTo>
                  <a:lnTo>
                    <a:pt x="120493" y="344691"/>
                  </a:lnTo>
                  <a:lnTo>
                    <a:pt x="121348" y="345253"/>
                  </a:lnTo>
                  <a:lnTo>
                    <a:pt x="121235" y="345425"/>
                  </a:lnTo>
                  <a:lnTo>
                    <a:pt x="120882" y="345497"/>
                  </a:lnTo>
                  <a:lnTo>
                    <a:pt x="121805" y="346079"/>
                  </a:lnTo>
                  <a:lnTo>
                    <a:pt x="121993" y="346109"/>
                  </a:lnTo>
                  <a:lnTo>
                    <a:pt x="122210" y="346301"/>
                  </a:lnTo>
                  <a:lnTo>
                    <a:pt x="122150" y="346526"/>
                  </a:lnTo>
                  <a:lnTo>
                    <a:pt x="122264" y="346651"/>
                  </a:lnTo>
                  <a:lnTo>
                    <a:pt x="122470" y="346267"/>
                  </a:lnTo>
                  <a:lnTo>
                    <a:pt x="122772" y="346445"/>
                  </a:lnTo>
                  <a:lnTo>
                    <a:pt x="123173" y="346651"/>
                  </a:lnTo>
                  <a:lnTo>
                    <a:pt x="123435" y="346714"/>
                  </a:lnTo>
                  <a:lnTo>
                    <a:pt x="123779" y="346842"/>
                  </a:lnTo>
                  <a:lnTo>
                    <a:pt x="124238" y="347144"/>
                  </a:lnTo>
                  <a:lnTo>
                    <a:pt x="124217" y="347519"/>
                  </a:lnTo>
                  <a:lnTo>
                    <a:pt x="124155" y="347802"/>
                  </a:lnTo>
                  <a:lnTo>
                    <a:pt x="124140" y="347933"/>
                  </a:lnTo>
                  <a:lnTo>
                    <a:pt x="124166" y="348119"/>
                  </a:lnTo>
                  <a:lnTo>
                    <a:pt x="123970" y="348463"/>
                  </a:lnTo>
                  <a:lnTo>
                    <a:pt x="124157" y="348671"/>
                  </a:lnTo>
                  <a:lnTo>
                    <a:pt x="124146" y="348917"/>
                  </a:lnTo>
                  <a:lnTo>
                    <a:pt x="123814" y="349585"/>
                  </a:lnTo>
                  <a:lnTo>
                    <a:pt x="123753" y="349717"/>
                  </a:lnTo>
                  <a:lnTo>
                    <a:pt x="123425" y="349949"/>
                  </a:lnTo>
                  <a:lnTo>
                    <a:pt x="123280" y="349962"/>
                  </a:lnTo>
                  <a:lnTo>
                    <a:pt x="123247" y="350276"/>
                  </a:lnTo>
                  <a:lnTo>
                    <a:pt x="123479" y="350765"/>
                  </a:lnTo>
                  <a:lnTo>
                    <a:pt x="123802" y="350776"/>
                  </a:lnTo>
                  <a:lnTo>
                    <a:pt x="123992" y="351145"/>
                  </a:lnTo>
                  <a:lnTo>
                    <a:pt x="123582" y="351130"/>
                  </a:lnTo>
                  <a:lnTo>
                    <a:pt x="123307" y="351120"/>
                  </a:lnTo>
                  <a:lnTo>
                    <a:pt x="122729" y="351157"/>
                  </a:lnTo>
                  <a:lnTo>
                    <a:pt x="122411" y="351218"/>
                  </a:lnTo>
                  <a:lnTo>
                    <a:pt x="122208" y="351268"/>
                  </a:lnTo>
                  <a:lnTo>
                    <a:pt x="121837" y="351381"/>
                  </a:lnTo>
                  <a:lnTo>
                    <a:pt x="121491" y="351547"/>
                  </a:lnTo>
                  <a:lnTo>
                    <a:pt x="121357" y="351615"/>
                  </a:lnTo>
                  <a:lnTo>
                    <a:pt x="121184" y="351695"/>
                  </a:lnTo>
                  <a:lnTo>
                    <a:pt x="121021" y="351784"/>
                  </a:lnTo>
                  <a:lnTo>
                    <a:pt x="120718" y="351966"/>
                  </a:lnTo>
                  <a:lnTo>
                    <a:pt x="120177" y="352433"/>
                  </a:lnTo>
                  <a:lnTo>
                    <a:pt x="119935" y="352733"/>
                  </a:lnTo>
                  <a:lnTo>
                    <a:pt x="119783" y="353018"/>
                  </a:lnTo>
                  <a:lnTo>
                    <a:pt x="119693" y="353265"/>
                  </a:lnTo>
                  <a:lnTo>
                    <a:pt x="119625" y="353585"/>
                  </a:lnTo>
                  <a:lnTo>
                    <a:pt x="119706" y="353858"/>
                  </a:lnTo>
                  <a:lnTo>
                    <a:pt x="119681" y="354055"/>
                  </a:lnTo>
                  <a:lnTo>
                    <a:pt x="119694" y="354298"/>
                  </a:lnTo>
                  <a:lnTo>
                    <a:pt x="119822" y="354641"/>
                  </a:lnTo>
                  <a:lnTo>
                    <a:pt x="119677" y="354914"/>
                  </a:lnTo>
                  <a:lnTo>
                    <a:pt x="119493" y="354984"/>
                  </a:lnTo>
                  <a:lnTo>
                    <a:pt x="119164" y="355053"/>
                  </a:lnTo>
                  <a:lnTo>
                    <a:pt x="118318" y="355009"/>
                  </a:lnTo>
                  <a:lnTo>
                    <a:pt x="118405" y="354822"/>
                  </a:lnTo>
                  <a:lnTo>
                    <a:pt x="118080" y="354556"/>
                  </a:lnTo>
                  <a:lnTo>
                    <a:pt x="117888" y="354548"/>
                  </a:lnTo>
                  <a:lnTo>
                    <a:pt x="117678" y="354548"/>
                  </a:lnTo>
                  <a:lnTo>
                    <a:pt x="117329" y="354234"/>
                  </a:lnTo>
                  <a:lnTo>
                    <a:pt x="117912" y="354840"/>
                  </a:lnTo>
                  <a:lnTo>
                    <a:pt x="118050" y="355058"/>
                  </a:lnTo>
                  <a:lnTo>
                    <a:pt x="117512" y="354839"/>
                  </a:lnTo>
                  <a:lnTo>
                    <a:pt x="117194" y="354829"/>
                  </a:lnTo>
                  <a:lnTo>
                    <a:pt x="117034" y="354843"/>
                  </a:lnTo>
                  <a:lnTo>
                    <a:pt x="116698" y="354913"/>
                  </a:lnTo>
                  <a:lnTo>
                    <a:pt x="116363" y="355037"/>
                  </a:lnTo>
                  <a:lnTo>
                    <a:pt x="115938" y="355271"/>
                  </a:lnTo>
                  <a:lnTo>
                    <a:pt x="115487" y="355593"/>
                  </a:lnTo>
                  <a:lnTo>
                    <a:pt x="115230" y="355795"/>
                  </a:lnTo>
                  <a:lnTo>
                    <a:pt x="114813" y="356032"/>
                  </a:lnTo>
                  <a:lnTo>
                    <a:pt x="114612" y="355850"/>
                  </a:lnTo>
                  <a:lnTo>
                    <a:pt x="114925" y="355524"/>
                  </a:lnTo>
                  <a:lnTo>
                    <a:pt x="114970" y="355284"/>
                  </a:lnTo>
                  <a:lnTo>
                    <a:pt x="114801" y="355159"/>
                  </a:lnTo>
                  <a:lnTo>
                    <a:pt x="114547" y="355276"/>
                  </a:lnTo>
                  <a:lnTo>
                    <a:pt x="114017" y="355262"/>
                  </a:lnTo>
                  <a:lnTo>
                    <a:pt x="113649" y="355393"/>
                  </a:lnTo>
                  <a:lnTo>
                    <a:pt x="113459" y="355482"/>
                  </a:lnTo>
                  <a:lnTo>
                    <a:pt x="113258" y="355613"/>
                  </a:lnTo>
                  <a:lnTo>
                    <a:pt x="112916" y="355842"/>
                  </a:lnTo>
                  <a:lnTo>
                    <a:pt x="112716" y="355996"/>
                  </a:lnTo>
                  <a:lnTo>
                    <a:pt x="112075" y="356162"/>
                  </a:lnTo>
                  <a:lnTo>
                    <a:pt x="112002" y="355791"/>
                  </a:lnTo>
                  <a:lnTo>
                    <a:pt x="111685" y="355640"/>
                  </a:lnTo>
                  <a:lnTo>
                    <a:pt x="111450" y="355494"/>
                  </a:lnTo>
                  <a:lnTo>
                    <a:pt x="111393" y="355347"/>
                  </a:lnTo>
                  <a:lnTo>
                    <a:pt x="111558" y="355177"/>
                  </a:lnTo>
                  <a:lnTo>
                    <a:pt x="111821" y="355305"/>
                  </a:lnTo>
                  <a:lnTo>
                    <a:pt x="112244" y="355347"/>
                  </a:lnTo>
                  <a:lnTo>
                    <a:pt x="112430" y="355317"/>
                  </a:lnTo>
                  <a:lnTo>
                    <a:pt x="112524" y="355149"/>
                  </a:lnTo>
                  <a:lnTo>
                    <a:pt x="112284" y="355073"/>
                  </a:lnTo>
                  <a:lnTo>
                    <a:pt x="111642" y="354799"/>
                  </a:lnTo>
                  <a:lnTo>
                    <a:pt x="111375" y="354254"/>
                  </a:lnTo>
                  <a:lnTo>
                    <a:pt x="111370" y="354114"/>
                  </a:lnTo>
                  <a:lnTo>
                    <a:pt x="110836" y="353304"/>
                  </a:lnTo>
                  <a:lnTo>
                    <a:pt x="110797" y="353129"/>
                  </a:lnTo>
                  <a:lnTo>
                    <a:pt x="110665" y="353299"/>
                  </a:lnTo>
                  <a:lnTo>
                    <a:pt x="110782" y="353621"/>
                  </a:lnTo>
                  <a:lnTo>
                    <a:pt x="110710" y="354005"/>
                  </a:lnTo>
                  <a:lnTo>
                    <a:pt x="110902" y="354761"/>
                  </a:lnTo>
                  <a:lnTo>
                    <a:pt x="109981" y="355138"/>
                  </a:lnTo>
                  <a:lnTo>
                    <a:pt x="109462" y="354961"/>
                  </a:lnTo>
                  <a:lnTo>
                    <a:pt x="109004" y="354722"/>
                  </a:lnTo>
                  <a:lnTo>
                    <a:pt x="108805" y="354695"/>
                  </a:lnTo>
                  <a:lnTo>
                    <a:pt x="108516" y="354714"/>
                  </a:lnTo>
                  <a:lnTo>
                    <a:pt x="108563" y="354931"/>
                  </a:lnTo>
                  <a:lnTo>
                    <a:pt x="109109" y="355108"/>
                  </a:lnTo>
                  <a:lnTo>
                    <a:pt x="109525" y="355595"/>
                  </a:lnTo>
                  <a:lnTo>
                    <a:pt x="109005" y="355767"/>
                  </a:lnTo>
                  <a:lnTo>
                    <a:pt x="108738" y="355869"/>
                  </a:lnTo>
                  <a:lnTo>
                    <a:pt x="108532" y="355978"/>
                  </a:lnTo>
                  <a:lnTo>
                    <a:pt x="108270" y="356139"/>
                  </a:lnTo>
                  <a:lnTo>
                    <a:pt x="108046" y="356325"/>
                  </a:lnTo>
                  <a:lnTo>
                    <a:pt x="107889" y="356524"/>
                  </a:lnTo>
                  <a:lnTo>
                    <a:pt x="107569" y="356893"/>
                  </a:lnTo>
                  <a:lnTo>
                    <a:pt x="107359" y="357154"/>
                  </a:lnTo>
                  <a:lnTo>
                    <a:pt x="107099" y="357431"/>
                  </a:lnTo>
                  <a:lnTo>
                    <a:pt x="106931" y="357595"/>
                  </a:lnTo>
                  <a:lnTo>
                    <a:pt x="106478" y="357976"/>
                  </a:lnTo>
                  <a:lnTo>
                    <a:pt x="106094" y="358312"/>
                  </a:lnTo>
                  <a:lnTo>
                    <a:pt x="105238" y="358842"/>
                  </a:lnTo>
                  <a:lnTo>
                    <a:pt x="104948" y="359063"/>
                  </a:lnTo>
                  <a:lnTo>
                    <a:pt x="104620" y="359565"/>
                  </a:lnTo>
                  <a:lnTo>
                    <a:pt x="104072" y="359742"/>
                  </a:lnTo>
                  <a:lnTo>
                    <a:pt x="103928" y="359839"/>
                  </a:lnTo>
                  <a:lnTo>
                    <a:pt x="103688" y="359523"/>
                  </a:lnTo>
                  <a:lnTo>
                    <a:pt x="103734" y="359386"/>
                  </a:lnTo>
                  <a:lnTo>
                    <a:pt x="103763" y="359229"/>
                  </a:lnTo>
                  <a:lnTo>
                    <a:pt x="103715" y="359086"/>
                  </a:lnTo>
                  <a:lnTo>
                    <a:pt x="103774" y="358832"/>
                  </a:lnTo>
                  <a:lnTo>
                    <a:pt x="104229" y="358980"/>
                  </a:lnTo>
                  <a:lnTo>
                    <a:pt x="104583" y="358148"/>
                  </a:lnTo>
                  <a:lnTo>
                    <a:pt x="104741" y="357874"/>
                  </a:lnTo>
                  <a:lnTo>
                    <a:pt x="104881" y="357608"/>
                  </a:lnTo>
                  <a:lnTo>
                    <a:pt x="105139" y="357347"/>
                  </a:lnTo>
                  <a:lnTo>
                    <a:pt x="105190" y="357164"/>
                  </a:lnTo>
                  <a:lnTo>
                    <a:pt x="104897" y="356785"/>
                  </a:lnTo>
                  <a:lnTo>
                    <a:pt x="104719" y="356766"/>
                  </a:lnTo>
                  <a:lnTo>
                    <a:pt x="103993" y="356534"/>
                  </a:lnTo>
                  <a:lnTo>
                    <a:pt x="103859" y="356746"/>
                  </a:lnTo>
                  <a:lnTo>
                    <a:pt x="103685" y="356695"/>
                  </a:lnTo>
                  <a:lnTo>
                    <a:pt x="103503" y="356654"/>
                  </a:lnTo>
                  <a:lnTo>
                    <a:pt x="103286" y="356495"/>
                  </a:lnTo>
                  <a:lnTo>
                    <a:pt x="102801" y="356254"/>
                  </a:lnTo>
                  <a:lnTo>
                    <a:pt x="102228" y="355894"/>
                  </a:lnTo>
                  <a:lnTo>
                    <a:pt x="101747" y="355787"/>
                  </a:lnTo>
                  <a:lnTo>
                    <a:pt x="101248" y="355876"/>
                  </a:lnTo>
                  <a:lnTo>
                    <a:pt x="101130" y="355954"/>
                  </a:lnTo>
                  <a:lnTo>
                    <a:pt x="101047" y="356504"/>
                  </a:lnTo>
                  <a:lnTo>
                    <a:pt x="101372" y="356367"/>
                  </a:lnTo>
                  <a:lnTo>
                    <a:pt x="101586" y="356334"/>
                  </a:lnTo>
                  <a:lnTo>
                    <a:pt x="101815" y="356334"/>
                  </a:lnTo>
                  <a:lnTo>
                    <a:pt x="102166" y="356334"/>
                  </a:lnTo>
                  <a:lnTo>
                    <a:pt x="102392" y="356363"/>
                  </a:lnTo>
                  <a:lnTo>
                    <a:pt x="102647" y="356675"/>
                  </a:lnTo>
                  <a:lnTo>
                    <a:pt x="102850" y="356795"/>
                  </a:lnTo>
                  <a:lnTo>
                    <a:pt x="102906" y="357013"/>
                  </a:lnTo>
                  <a:lnTo>
                    <a:pt x="102703" y="357229"/>
                  </a:lnTo>
                  <a:lnTo>
                    <a:pt x="102559" y="357215"/>
                  </a:lnTo>
                  <a:lnTo>
                    <a:pt x="102264" y="357152"/>
                  </a:lnTo>
                  <a:lnTo>
                    <a:pt x="101891" y="357111"/>
                  </a:lnTo>
                  <a:lnTo>
                    <a:pt x="101692" y="357146"/>
                  </a:lnTo>
                  <a:lnTo>
                    <a:pt x="101253" y="357262"/>
                  </a:lnTo>
                  <a:lnTo>
                    <a:pt x="100749" y="357463"/>
                  </a:lnTo>
                  <a:lnTo>
                    <a:pt x="100429" y="357592"/>
                  </a:lnTo>
                  <a:lnTo>
                    <a:pt x="100003" y="357750"/>
                  </a:lnTo>
                  <a:lnTo>
                    <a:pt x="99588" y="357780"/>
                  </a:lnTo>
                  <a:lnTo>
                    <a:pt x="98770" y="357699"/>
                  </a:lnTo>
                  <a:lnTo>
                    <a:pt x="98491" y="357725"/>
                  </a:lnTo>
                  <a:lnTo>
                    <a:pt x="98267" y="357788"/>
                  </a:lnTo>
                  <a:lnTo>
                    <a:pt x="98007" y="357931"/>
                  </a:lnTo>
                  <a:lnTo>
                    <a:pt x="97193" y="357483"/>
                  </a:lnTo>
                  <a:lnTo>
                    <a:pt x="97199" y="357221"/>
                  </a:lnTo>
                  <a:lnTo>
                    <a:pt x="97500" y="357282"/>
                  </a:lnTo>
                  <a:lnTo>
                    <a:pt x="97458" y="357026"/>
                  </a:lnTo>
                  <a:lnTo>
                    <a:pt x="97299" y="357049"/>
                  </a:lnTo>
                  <a:lnTo>
                    <a:pt x="97048" y="357157"/>
                  </a:lnTo>
                  <a:lnTo>
                    <a:pt x="96905" y="357040"/>
                  </a:lnTo>
                  <a:lnTo>
                    <a:pt x="96772" y="356928"/>
                  </a:lnTo>
                  <a:lnTo>
                    <a:pt x="96625" y="356840"/>
                  </a:lnTo>
                  <a:lnTo>
                    <a:pt x="96636" y="356702"/>
                  </a:lnTo>
                  <a:lnTo>
                    <a:pt x="96668" y="356518"/>
                  </a:lnTo>
                  <a:lnTo>
                    <a:pt x="96834" y="356191"/>
                  </a:lnTo>
                  <a:lnTo>
                    <a:pt x="96880" y="356057"/>
                  </a:lnTo>
                  <a:lnTo>
                    <a:pt x="96899" y="355872"/>
                  </a:lnTo>
                  <a:lnTo>
                    <a:pt x="96757" y="355779"/>
                  </a:lnTo>
                  <a:lnTo>
                    <a:pt x="96537" y="355649"/>
                  </a:lnTo>
                  <a:lnTo>
                    <a:pt x="96390" y="355652"/>
                  </a:lnTo>
                  <a:lnTo>
                    <a:pt x="96253" y="355643"/>
                  </a:lnTo>
                  <a:lnTo>
                    <a:pt x="95712" y="355573"/>
                  </a:lnTo>
                  <a:lnTo>
                    <a:pt x="95104" y="354958"/>
                  </a:lnTo>
                  <a:lnTo>
                    <a:pt x="95067" y="354817"/>
                  </a:lnTo>
                  <a:lnTo>
                    <a:pt x="95009" y="355075"/>
                  </a:lnTo>
                  <a:lnTo>
                    <a:pt x="94964" y="355222"/>
                  </a:lnTo>
                  <a:lnTo>
                    <a:pt x="94832" y="355393"/>
                  </a:lnTo>
                  <a:lnTo>
                    <a:pt x="94510" y="355752"/>
                  </a:lnTo>
                  <a:lnTo>
                    <a:pt x="94318" y="355656"/>
                  </a:lnTo>
                  <a:lnTo>
                    <a:pt x="94460" y="355818"/>
                  </a:lnTo>
                  <a:lnTo>
                    <a:pt x="93755" y="356898"/>
                  </a:lnTo>
                  <a:lnTo>
                    <a:pt x="93903" y="356933"/>
                  </a:lnTo>
                  <a:lnTo>
                    <a:pt x="94168" y="356874"/>
                  </a:lnTo>
                  <a:lnTo>
                    <a:pt x="94369" y="357246"/>
                  </a:lnTo>
                  <a:lnTo>
                    <a:pt x="94336" y="357460"/>
                  </a:lnTo>
                  <a:lnTo>
                    <a:pt x="94515" y="357606"/>
                  </a:lnTo>
                  <a:lnTo>
                    <a:pt x="94639" y="357464"/>
                  </a:lnTo>
                  <a:lnTo>
                    <a:pt x="95046" y="357142"/>
                  </a:lnTo>
                  <a:lnTo>
                    <a:pt x="95236" y="357262"/>
                  </a:lnTo>
                  <a:lnTo>
                    <a:pt x="95523" y="357332"/>
                  </a:lnTo>
                  <a:lnTo>
                    <a:pt x="95631" y="357046"/>
                  </a:lnTo>
                  <a:lnTo>
                    <a:pt x="95805" y="356941"/>
                  </a:lnTo>
                  <a:lnTo>
                    <a:pt x="95934" y="356928"/>
                  </a:lnTo>
                  <a:lnTo>
                    <a:pt x="96253" y="357017"/>
                  </a:lnTo>
                  <a:lnTo>
                    <a:pt x="96560" y="357249"/>
                  </a:lnTo>
                  <a:lnTo>
                    <a:pt x="96692" y="357359"/>
                  </a:lnTo>
                  <a:lnTo>
                    <a:pt x="97082" y="357802"/>
                  </a:lnTo>
                  <a:lnTo>
                    <a:pt x="96864" y="357922"/>
                  </a:lnTo>
                  <a:lnTo>
                    <a:pt x="96418" y="358017"/>
                  </a:lnTo>
                  <a:lnTo>
                    <a:pt x="96072" y="358077"/>
                  </a:lnTo>
                  <a:lnTo>
                    <a:pt x="95404" y="358297"/>
                  </a:lnTo>
                  <a:lnTo>
                    <a:pt x="95164" y="358391"/>
                  </a:lnTo>
                  <a:lnTo>
                    <a:pt x="94940" y="358493"/>
                  </a:lnTo>
                  <a:lnTo>
                    <a:pt x="94502" y="358781"/>
                  </a:lnTo>
                  <a:lnTo>
                    <a:pt x="94037" y="359137"/>
                  </a:lnTo>
                  <a:lnTo>
                    <a:pt x="93897" y="359256"/>
                  </a:lnTo>
                  <a:lnTo>
                    <a:pt x="93736" y="359403"/>
                  </a:lnTo>
                  <a:lnTo>
                    <a:pt x="93297" y="359437"/>
                  </a:lnTo>
                  <a:lnTo>
                    <a:pt x="92982" y="359480"/>
                  </a:lnTo>
                  <a:lnTo>
                    <a:pt x="92829" y="359545"/>
                  </a:lnTo>
                  <a:lnTo>
                    <a:pt x="92701" y="359610"/>
                  </a:lnTo>
                  <a:lnTo>
                    <a:pt x="92408" y="359829"/>
                  </a:lnTo>
                  <a:lnTo>
                    <a:pt x="92236" y="359951"/>
                  </a:lnTo>
                  <a:lnTo>
                    <a:pt x="91229" y="359878"/>
                  </a:lnTo>
                  <a:lnTo>
                    <a:pt x="90074" y="360695"/>
                  </a:lnTo>
                  <a:lnTo>
                    <a:pt x="89925" y="360854"/>
                  </a:lnTo>
                  <a:lnTo>
                    <a:pt x="89542" y="361274"/>
                  </a:lnTo>
                  <a:lnTo>
                    <a:pt x="89253" y="361353"/>
                  </a:lnTo>
                  <a:lnTo>
                    <a:pt x="89100" y="361323"/>
                  </a:lnTo>
                  <a:lnTo>
                    <a:pt x="88564" y="361367"/>
                  </a:lnTo>
                  <a:lnTo>
                    <a:pt x="88146" y="361082"/>
                  </a:lnTo>
                  <a:lnTo>
                    <a:pt x="87735" y="361074"/>
                  </a:lnTo>
                  <a:lnTo>
                    <a:pt x="87270" y="361268"/>
                  </a:lnTo>
                  <a:lnTo>
                    <a:pt x="87226" y="361115"/>
                  </a:lnTo>
                  <a:lnTo>
                    <a:pt x="87111" y="360945"/>
                  </a:lnTo>
                  <a:lnTo>
                    <a:pt x="86543" y="360780"/>
                  </a:lnTo>
                  <a:lnTo>
                    <a:pt x="85974" y="360619"/>
                  </a:lnTo>
                  <a:lnTo>
                    <a:pt x="85590" y="360713"/>
                  </a:lnTo>
                  <a:lnTo>
                    <a:pt x="85443" y="360754"/>
                  </a:lnTo>
                  <a:lnTo>
                    <a:pt x="85155" y="360842"/>
                  </a:lnTo>
                  <a:lnTo>
                    <a:pt x="84961" y="360916"/>
                  </a:lnTo>
                  <a:lnTo>
                    <a:pt x="83934" y="361421"/>
                  </a:lnTo>
                  <a:lnTo>
                    <a:pt x="83614" y="361923"/>
                  </a:lnTo>
                  <a:lnTo>
                    <a:pt x="83150" y="362351"/>
                  </a:lnTo>
                  <a:lnTo>
                    <a:pt x="82945" y="362595"/>
                  </a:lnTo>
                  <a:lnTo>
                    <a:pt x="82789" y="362782"/>
                  </a:lnTo>
                  <a:lnTo>
                    <a:pt x="82628" y="362990"/>
                  </a:lnTo>
                  <a:lnTo>
                    <a:pt x="82383" y="363322"/>
                  </a:lnTo>
                  <a:lnTo>
                    <a:pt x="82235" y="363552"/>
                  </a:lnTo>
                  <a:lnTo>
                    <a:pt x="82052" y="363842"/>
                  </a:lnTo>
                  <a:lnTo>
                    <a:pt x="81929" y="364047"/>
                  </a:lnTo>
                  <a:lnTo>
                    <a:pt x="81682" y="364392"/>
                  </a:lnTo>
                  <a:lnTo>
                    <a:pt x="81394" y="364823"/>
                  </a:lnTo>
                  <a:lnTo>
                    <a:pt x="81216" y="365169"/>
                  </a:lnTo>
                  <a:lnTo>
                    <a:pt x="81074" y="365491"/>
                  </a:lnTo>
                  <a:lnTo>
                    <a:pt x="80949" y="365826"/>
                  </a:lnTo>
                  <a:lnTo>
                    <a:pt x="80842" y="366155"/>
                  </a:lnTo>
                  <a:lnTo>
                    <a:pt x="80816" y="366305"/>
                  </a:lnTo>
                  <a:lnTo>
                    <a:pt x="80756" y="366489"/>
                  </a:lnTo>
                  <a:lnTo>
                    <a:pt x="80664" y="366749"/>
                  </a:lnTo>
                  <a:lnTo>
                    <a:pt x="80574" y="366954"/>
                  </a:lnTo>
                  <a:lnTo>
                    <a:pt x="80470" y="367149"/>
                  </a:lnTo>
                  <a:lnTo>
                    <a:pt x="80316" y="367437"/>
                  </a:lnTo>
                  <a:lnTo>
                    <a:pt x="80077" y="367600"/>
                  </a:lnTo>
                  <a:lnTo>
                    <a:pt x="79954" y="367759"/>
                  </a:lnTo>
                  <a:lnTo>
                    <a:pt x="79796" y="367995"/>
                  </a:lnTo>
                  <a:lnTo>
                    <a:pt x="79547" y="368312"/>
                  </a:lnTo>
                  <a:lnTo>
                    <a:pt x="79273" y="368466"/>
                  </a:lnTo>
                  <a:lnTo>
                    <a:pt x="79002" y="368588"/>
                  </a:lnTo>
                  <a:lnTo>
                    <a:pt x="78794" y="368550"/>
                  </a:lnTo>
                  <a:lnTo>
                    <a:pt x="78509" y="368299"/>
                  </a:lnTo>
                  <a:lnTo>
                    <a:pt x="78439" y="368667"/>
                  </a:lnTo>
                  <a:lnTo>
                    <a:pt x="77922" y="368671"/>
                  </a:lnTo>
                  <a:lnTo>
                    <a:pt x="77759" y="368624"/>
                  </a:lnTo>
                  <a:lnTo>
                    <a:pt x="77563" y="368634"/>
                  </a:lnTo>
                  <a:lnTo>
                    <a:pt x="77286" y="368598"/>
                  </a:lnTo>
                  <a:lnTo>
                    <a:pt x="76778" y="368512"/>
                  </a:lnTo>
                  <a:lnTo>
                    <a:pt x="76158" y="368839"/>
                  </a:lnTo>
                  <a:lnTo>
                    <a:pt x="75973" y="369021"/>
                  </a:lnTo>
                  <a:lnTo>
                    <a:pt x="75264" y="368905"/>
                  </a:lnTo>
                  <a:lnTo>
                    <a:pt x="74947" y="368766"/>
                  </a:lnTo>
                  <a:lnTo>
                    <a:pt x="74606" y="368644"/>
                  </a:lnTo>
                  <a:lnTo>
                    <a:pt x="74455" y="368583"/>
                  </a:lnTo>
                  <a:lnTo>
                    <a:pt x="74020" y="368591"/>
                  </a:lnTo>
                  <a:lnTo>
                    <a:pt x="73480" y="369005"/>
                  </a:lnTo>
                  <a:lnTo>
                    <a:pt x="73175" y="369058"/>
                  </a:lnTo>
                  <a:lnTo>
                    <a:pt x="73033" y="369128"/>
                  </a:lnTo>
                  <a:lnTo>
                    <a:pt x="72841" y="369391"/>
                  </a:lnTo>
                  <a:lnTo>
                    <a:pt x="72493" y="369919"/>
                  </a:lnTo>
                  <a:lnTo>
                    <a:pt x="72244" y="369951"/>
                  </a:lnTo>
                  <a:lnTo>
                    <a:pt x="72110" y="369948"/>
                  </a:lnTo>
                  <a:lnTo>
                    <a:pt x="71928" y="369901"/>
                  </a:lnTo>
                  <a:lnTo>
                    <a:pt x="71811" y="369376"/>
                  </a:lnTo>
                  <a:lnTo>
                    <a:pt x="72016" y="369165"/>
                  </a:lnTo>
                  <a:lnTo>
                    <a:pt x="72176" y="368746"/>
                  </a:lnTo>
                  <a:lnTo>
                    <a:pt x="72244" y="368438"/>
                  </a:lnTo>
                  <a:lnTo>
                    <a:pt x="72372" y="368271"/>
                  </a:lnTo>
                  <a:lnTo>
                    <a:pt x="72573" y="368107"/>
                  </a:lnTo>
                  <a:lnTo>
                    <a:pt x="72533" y="367704"/>
                  </a:lnTo>
                  <a:lnTo>
                    <a:pt x="72446" y="367496"/>
                  </a:lnTo>
                  <a:lnTo>
                    <a:pt x="72316" y="367464"/>
                  </a:lnTo>
                  <a:lnTo>
                    <a:pt x="72025" y="367607"/>
                  </a:lnTo>
                  <a:lnTo>
                    <a:pt x="71950" y="367173"/>
                  </a:lnTo>
                  <a:lnTo>
                    <a:pt x="71727" y="366914"/>
                  </a:lnTo>
                  <a:lnTo>
                    <a:pt x="71655" y="366558"/>
                  </a:lnTo>
                  <a:lnTo>
                    <a:pt x="71690" y="366394"/>
                  </a:lnTo>
                  <a:lnTo>
                    <a:pt x="71719" y="366262"/>
                  </a:lnTo>
                  <a:lnTo>
                    <a:pt x="71822" y="365914"/>
                  </a:lnTo>
                  <a:lnTo>
                    <a:pt x="72363" y="365259"/>
                  </a:lnTo>
                  <a:lnTo>
                    <a:pt x="72445" y="364694"/>
                  </a:lnTo>
                  <a:lnTo>
                    <a:pt x="71843" y="364767"/>
                  </a:lnTo>
                  <a:lnTo>
                    <a:pt x="71578" y="364567"/>
                  </a:lnTo>
                  <a:lnTo>
                    <a:pt x="71552" y="364311"/>
                  </a:lnTo>
                  <a:lnTo>
                    <a:pt x="71721" y="363708"/>
                  </a:lnTo>
                  <a:lnTo>
                    <a:pt x="71669" y="363515"/>
                  </a:lnTo>
                  <a:lnTo>
                    <a:pt x="71637" y="363048"/>
                  </a:lnTo>
                  <a:lnTo>
                    <a:pt x="71652" y="362527"/>
                  </a:lnTo>
                  <a:lnTo>
                    <a:pt x="71964" y="362105"/>
                  </a:lnTo>
                  <a:lnTo>
                    <a:pt x="71974" y="361628"/>
                  </a:lnTo>
                  <a:lnTo>
                    <a:pt x="71961" y="361341"/>
                  </a:lnTo>
                  <a:lnTo>
                    <a:pt x="71816" y="361450"/>
                  </a:lnTo>
                  <a:lnTo>
                    <a:pt x="71817" y="361615"/>
                  </a:lnTo>
                  <a:lnTo>
                    <a:pt x="71799" y="361847"/>
                  </a:lnTo>
                  <a:lnTo>
                    <a:pt x="71510" y="362181"/>
                  </a:lnTo>
                  <a:lnTo>
                    <a:pt x="71302" y="362014"/>
                  </a:lnTo>
                  <a:lnTo>
                    <a:pt x="71167" y="361904"/>
                  </a:lnTo>
                  <a:lnTo>
                    <a:pt x="71013" y="361785"/>
                  </a:lnTo>
                  <a:lnTo>
                    <a:pt x="70750" y="361589"/>
                  </a:lnTo>
                  <a:lnTo>
                    <a:pt x="70599" y="361459"/>
                  </a:lnTo>
                  <a:lnTo>
                    <a:pt x="70220" y="360964"/>
                  </a:lnTo>
                  <a:lnTo>
                    <a:pt x="70168" y="360803"/>
                  </a:lnTo>
                  <a:lnTo>
                    <a:pt x="70129" y="360442"/>
                  </a:lnTo>
                  <a:lnTo>
                    <a:pt x="69555" y="360312"/>
                  </a:lnTo>
                  <a:lnTo>
                    <a:pt x="69760" y="360452"/>
                  </a:lnTo>
                  <a:lnTo>
                    <a:pt x="70024" y="360895"/>
                  </a:lnTo>
                  <a:lnTo>
                    <a:pt x="70022" y="361042"/>
                  </a:lnTo>
                  <a:lnTo>
                    <a:pt x="70052" y="361200"/>
                  </a:lnTo>
                  <a:lnTo>
                    <a:pt x="70130" y="361441"/>
                  </a:lnTo>
                  <a:lnTo>
                    <a:pt x="70237" y="361663"/>
                  </a:lnTo>
                  <a:lnTo>
                    <a:pt x="70623" y="362444"/>
                  </a:lnTo>
                  <a:lnTo>
                    <a:pt x="70796" y="362887"/>
                  </a:lnTo>
                  <a:lnTo>
                    <a:pt x="70899" y="363092"/>
                  </a:lnTo>
                  <a:lnTo>
                    <a:pt x="70938" y="363224"/>
                  </a:lnTo>
                  <a:lnTo>
                    <a:pt x="71034" y="363626"/>
                  </a:lnTo>
                  <a:lnTo>
                    <a:pt x="70955" y="363873"/>
                  </a:lnTo>
                  <a:lnTo>
                    <a:pt x="70749" y="363890"/>
                  </a:lnTo>
                  <a:lnTo>
                    <a:pt x="70306" y="364021"/>
                  </a:lnTo>
                  <a:lnTo>
                    <a:pt x="70304" y="364274"/>
                  </a:lnTo>
                  <a:lnTo>
                    <a:pt x="70506" y="364583"/>
                  </a:lnTo>
                  <a:lnTo>
                    <a:pt x="70680" y="364654"/>
                  </a:lnTo>
                  <a:lnTo>
                    <a:pt x="70588" y="364460"/>
                  </a:lnTo>
                  <a:lnTo>
                    <a:pt x="70824" y="364041"/>
                  </a:lnTo>
                  <a:lnTo>
                    <a:pt x="71044" y="363962"/>
                  </a:lnTo>
                  <a:lnTo>
                    <a:pt x="71132" y="364576"/>
                  </a:lnTo>
                  <a:lnTo>
                    <a:pt x="71211" y="364953"/>
                  </a:lnTo>
                  <a:lnTo>
                    <a:pt x="71307" y="365107"/>
                  </a:lnTo>
                  <a:lnTo>
                    <a:pt x="70993" y="365594"/>
                  </a:lnTo>
                  <a:lnTo>
                    <a:pt x="71011" y="365748"/>
                  </a:lnTo>
                  <a:lnTo>
                    <a:pt x="70373" y="366023"/>
                  </a:lnTo>
                  <a:lnTo>
                    <a:pt x="70316" y="366249"/>
                  </a:lnTo>
                  <a:lnTo>
                    <a:pt x="70295" y="366586"/>
                  </a:lnTo>
                  <a:lnTo>
                    <a:pt x="70365" y="366724"/>
                  </a:lnTo>
                  <a:lnTo>
                    <a:pt x="70617" y="366796"/>
                  </a:lnTo>
                  <a:lnTo>
                    <a:pt x="70927" y="367038"/>
                  </a:lnTo>
                  <a:lnTo>
                    <a:pt x="70940" y="367371"/>
                  </a:lnTo>
                  <a:lnTo>
                    <a:pt x="71202" y="367572"/>
                  </a:lnTo>
                  <a:lnTo>
                    <a:pt x="71564" y="367900"/>
                  </a:lnTo>
                  <a:lnTo>
                    <a:pt x="71596" y="368209"/>
                  </a:lnTo>
                  <a:lnTo>
                    <a:pt x="71558" y="368473"/>
                  </a:lnTo>
                  <a:lnTo>
                    <a:pt x="71413" y="368777"/>
                  </a:lnTo>
                  <a:lnTo>
                    <a:pt x="71314" y="368980"/>
                  </a:lnTo>
                  <a:lnTo>
                    <a:pt x="71263" y="369166"/>
                  </a:lnTo>
                  <a:lnTo>
                    <a:pt x="71272" y="369393"/>
                  </a:lnTo>
                  <a:lnTo>
                    <a:pt x="71269" y="369650"/>
                  </a:lnTo>
                  <a:lnTo>
                    <a:pt x="71222" y="369941"/>
                  </a:lnTo>
                  <a:lnTo>
                    <a:pt x="71134" y="370276"/>
                  </a:lnTo>
                  <a:lnTo>
                    <a:pt x="70968" y="370208"/>
                  </a:lnTo>
                  <a:lnTo>
                    <a:pt x="70868" y="370548"/>
                  </a:lnTo>
                  <a:lnTo>
                    <a:pt x="70778" y="370995"/>
                  </a:lnTo>
                  <a:lnTo>
                    <a:pt x="70795" y="371158"/>
                  </a:lnTo>
                  <a:lnTo>
                    <a:pt x="70768" y="371492"/>
                  </a:lnTo>
                  <a:lnTo>
                    <a:pt x="70687" y="371744"/>
                  </a:lnTo>
                  <a:lnTo>
                    <a:pt x="70682" y="372030"/>
                  </a:lnTo>
                  <a:lnTo>
                    <a:pt x="70529" y="372254"/>
                  </a:lnTo>
                  <a:lnTo>
                    <a:pt x="70403" y="372400"/>
                  </a:lnTo>
                  <a:lnTo>
                    <a:pt x="70065" y="372384"/>
                  </a:lnTo>
                  <a:lnTo>
                    <a:pt x="69753" y="371992"/>
                  </a:lnTo>
                  <a:lnTo>
                    <a:pt x="69529" y="372116"/>
                  </a:lnTo>
                  <a:lnTo>
                    <a:pt x="69127" y="372422"/>
                  </a:lnTo>
                  <a:lnTo>
                    <a:pt x="69070" y="372556"/>
                  </a:lnTo>
                  <a:lnTo>
                    <a:pt x="68987" y="372945"/>
                  </a:lnTo>
                  <a:lnTo>
                    <a:pt x="68690" y="373308"/>
                  </a:lnTo>
                  <a:lnTo>
                    <a:pt x="68131" y="373507"/>
                  </a:lnTo>
                  <a:lnTo>
                    <a:pt x="67845" y="373507"/>
                  </a:lnTo>
                  <a:lnTo>
                    <a:pt x="67457" y="373384"/>
                  </a:lnTo>
                  <a:lnTo>
                    <a:pt x="67118" y="373699"/>
                  </a:lnTo>
                  <a:lnTo>
                    <a:pt x="66947" y="373720"/>
                  </a:lnTo>
                  <a:lnTo>
                    <a:pt x="66579" y="373772"/>
                  </a:lnTo>
                  <a:lnTo>
                    <a:pt x="66417" y="373843"/>
                  </a:lnTo>
                  <a:lnTo>
                    <a:pt x="66235" y="373947"/>
                  </a:lnTo>
                  <a:lnTo>
                    <a:pt x="65724" y="374217"/>
                  </a:lnTo>
                  <a:lnTo>
                    <a:pt x="65544" y="374302"/>
                  </a:lnTo>
                  <a:lnTo>
                    <a:pt x="65013" y="374053"/>
                  </a:lnTo>
                  <a:lnTo>
                    <a:pt x="64504" y="374021"/>
                  </a:lnTo>
                  <a:lnTo>
                    <a:pt x="64656" y="374242"/>
                  </a:lnTo>
                  <a:lnTo>
                    <a:pt x="64807" y="374563"/>
                  </a:lnTo>
                  <a:lnTo>
                    <a:pt x="64789" y="374793"/>
                  </a:lnTo>
                  <a:lnTo>
                    <a:pt x="64516" y="375042"/>
                  </a:lnTo>
                  <a:lnTo>
                    <a:pt x="64415" y="375781"/>
                  </a:lnTo>
                  <a:lnTo>
                    <a:pt x="63783" y="376762"/>
                  </a:lnTo>
                  <a:lnTo>
                    <a:pt x="63704" y="376555"/>
                  </a:lnTo>
                  <a:lnTo>
                    <a:pt x="63701" y="376111"/>
                  </a:lnTo>
                  <a:lnTo>
                    <a:pt x="63617" y="374637"/>
                  </a:lnTo>
                  <a:lnTo>
                    <a:pt x="63659" y="374487"/>
                  </a:lnTo>
                  <a:lnTo>
                    <a:pt x="63674" y="374228"/>
                  </a:lnTo>
                  <a:lnTo>
                    <a:pt x="63693" y="374018"/>
                  </a:lnTo>
                  <a:lnTo>
                    <a:pt x="63954" y="373717"/>
                  </a:lnTo>
                  <a:lnTo>
                    <a:pt x="63033" y="373544"/>
                  </a:lnTo>
                  <a:lnTo>
                    <a:pt x="63047" y="373711"/>
                  </a:lnTo>
                  <a:lnTo>
                    <a:pt x="63216" y="373985"/>
                  </a:lnTo>
                  <a:lnTo>
                    <a:pt x="63238" y="374554"/>
                  </a:lnTo>
                  <a:lnTo>
                    <a:pt x="63299" y="374827"/>
                  </a:lnTo>
                  <a:lnTo>
                    <a:pt x="63150" y="375304"/>
                  </a:lnTo>
                  <a:lnTo>
                    <a:pt x="63125" y="375523"/>
                  </a:lnTo>
                  <a:lnTo>
                    <a:pt x="62981" y="376113"/>
                  </a:lnTo>
                  <a:lnTo>
                    <a:pt x="62817" y="376464"/>
                  </a:lnTo>
                  <a:lnTo>
                    <a:pt x="62631" y="376435"/>
                  </a:lnTo>
                  <a:lnTo>
                    <a:pt x="62578" y="376563"/>
                  </a:lnTo>
                  <a:lnTo>
                    <a:pt x="62484" y="376955"/>
                  </a:lnTo>
                  <a:lnTo>
                    <a:pt x="62333" y="377242"/>
                  </a:lnTo>
                  <a:lnTo>
                    <a:pt x="62059" y="377772"/>
                  </a:lnTo>
                  <a:lnTo>
                    <a:pt x="61986" y="377912"/>
                  </a:lnTo>
                  <a:lnTo>
                    <a:pt x="61923" y="378150"/>
                  </a:lnTo>
                  <a:lnTo>
                    <a:pt x="61994" y="378426"/>
                  </a:lnTo>
                  <a:lnTo>
                    <a:pt x="61846" y="378571"/>
                  </a:lnTo>
                  <a:lnTo>
                    <a:pt x="61781" y="379571"/>
                  </a:lnTo>
                  <a:lnTo>
                    <a:pt x="61500" y="381063"/>
                  </a:lnTo>
                  <a:lnTo>
                    <a:pt x="61500" y="381303"/>
                  </a:lnTo>
                  <a:lnTo>
                    <a:pt x="61588" y="381854"/>
                  </a:lnTo>
                  <a:lnTo>
                    <a:pt x="61622" y="382080"/>
                  </a:lnTo>
                  <a:lnTo>
                    <a:pt x="61743" y="382527"/>
                  </a:lnTo>
                  <a:lnTo>
                    <a:pt x="61874" y="382872"/>
                  </a:lnTo>
                  <a:lnTo>
                    <a:pt x="62069" y="383348"/>
                  </a:lnTo>
                  <a:lnTo>
                    <a:pt x="62462" y="383967"/>
                  </a:lnTo>
                  <a:lnTo>
                    <a:pt x="62178" y="384985"/>
                  </a:lnTo>
                  <a:lnTo>
                    <a:pt x="62029" y="385335"/>
                  </a:lnTo>
                  <a:lnTo>
                    <a:pt x="62499" y="385176"/>
                  </a:lnTo>
                  <a:lnTo>
                    <a:pt x="63041" y="384998"/>
                  </a:lnTo>
                  <a:lnTo>
                    <a:pt x="63181" y="384916"/>
                  </a:lnTo>
                  <a:lnTo>
                    <a:pt x="63552" y="384823"/>
                  </a:lnTo>
                  <a:lnTo>
                    <a:pt x="63795" y="384746"/>
                  </a:lnTo>
                  <a:lnTo>
                    <a:pt x="64391" y="384782"/>
                  </a:lnTo>
                  <a:lnTo>
                    <a:pt x="66376" y="385003"/>
                  </a:lnTo>
                  <a:lnTo>
                    <a:pt x="67162" y="384933"/>
                  </a:lnTo>
                  <a:lnTo>
                    <a:pt x="67467" y="384925"/>
                  </a:lnTo>
                  <a:lnTo>
                    <a:pt x="68142" y="385426"/>
                  </a:lnTo>
                  <a:lnTo>
                    <a:pt x="68309" y="385601"/>
                  </a:lnTo>
                  <a:lnTo>
                    <a:pt x="69403" y="386097"/>
                  </a:lnTo>
                  <a:lnTo>
                    <a:pt x="69604" y="385931"/>
                  </a:lnTo>
                  <a:lnTo>
                    <a:pt x="69931" y="386038"/>
                  </a:lnTo>
                  <a:lnTo>
                    <a:pt x="70132" y="386782"/>
                  </a:lnTo>
                  <a:lnTo>
                    <a:pt x="70217" y="387533"/>
                  </a:lnTo>
                  <a:lnTo>
                    <a:pt x="70241" y="387716"/>
                  </a:lnTo>
                  <a:lnTo>
                    <a:pt x="70395" y="388625"/>
                  </a:lnTo>
                  <a:lnTo>
                    <a:pt x="70388" y="388763"/>
                  </a:lnTo>
                  <a:lnTo>
                    <a:pt x="70313" y="389337"/>
                  </a:lnTo>
                  <a:lnTo>
                    <a:pt x="70285" y="389552"/>
                  </a:lnTo>
                  <a:lnTo>
                    <a:pt x="70238" y="389970"/>
                  </a:lnTo>
                  <a:lnTo>
                    <a:pt x="70190" y="390468"/>
                  </a:lnTo>
                  <a:lnTo>
                    <a:pt x="69626" y="391083"/>
                  </a:lnTo>
                  <a:lnTo>
                    <a:pt x="69465" y="391047"/>
                  </a:lnTo>
                  <a:lnTo>
                    <a:pt x="68770" y="390295"/>
                  </a:lnTo>
                  <a:lnTo>
                    <a:pt x="68325" y="389521"/>
                  </a:lnTo>
                  <a:lnTo>
                    <a:pt x="68291" y="389375"/>
                  </a:lnTo>
                  <a:lnTo>
                    <a:pt x="67899" y="388169"/>
                  </a:lnTo>
                  <a:lnTo>
                    <a:pt x="67628" y="389632"/>
                  </a:lnTo>
                  <a:lnTo>
                    <a:pt x="67938" y="389823"/>
                  </a:lnTo>
                  <a:lnTo>
                    <a:pt x="67986" y="390685"/>
                  </a:lnTo>
                  <a:lnTo>
                    <a:pt x="68169" y="391051"/>
                  </a:lnTo>
                  <a:lnTo>
                    <a:pt x="66878" y="393358"/>
                  </a:lnTo>
                  <a:lnTo>
                    <a:pt x="68533" y="393206"/>
                  </a:lnTo>
                  <a:lnTo>
                    <a:pt x="68898" y="393451"/>
                  </a:lnTo>
                  <a:lnTo>
                    <a:pt x="69439" y="393553"/>
                  </a:lnTo>
                  <a:lnTo>
                    <a:pt x="69410" y="393789"/>
                  </a:lnTo>
                  <a:lnTo>
                    <a:pt x="69562" y="393986"/>
                  </a:lnTo>
                  <a:lnTo>
                    <a:pt x="69548" y="393746"/>
                  </a:lnTo>
                  <a:lnTo>
                    <a:pt x="70068" y="393398"/>
                  </a:lnTo>
                  <a:lnTo>
                    <a:pt x="70108" y="393534"/>
                  </a:lnTo>
                  <a:lnTo>
                    <a:pt x="70100" y="393676"/>
                  </a:lnTo>
                  <a:lnTo>
                    <a:pt x="70262" y="393920"/>
                  </a:lnTo>
                  <a:lnTo>
                    <a:pt x="70733" y="393705"/>
                  </a:lnTo>
                  <a:lnTo>
                    <a:pt x="72246" y="392905"/>
                  </a:lnTo>
                  <a:lnTo>
                    <a:pt x="72743" y="392859"/>
                  </a:lnTo>
                  <a:lnTo>
                    <a:pt x="73243" y="392787"/>
                  </a:lnTo>
                  <a:lnTo>
                    <a:pt x="73409" y="393218"/>
                  </a:lnTo>
                  <a:lnTo>
                    <a:pt x="73492" y="393457"/>
                  </a:lnTo>
                  <a:lnTo>
                    <a:pt x="73607" y="393815"/>
                  </a:lnTo>
                  <a:lnTo>
                    <a:pt x="73738" y="394459"/>
                  </a:lnTo>
                  <a:lnTo>
                    <a:pt x="73898" y="394789"/>
                  </a:lnTo>
                  <a:lnTo>
                    <a:pt x="73952" y="395312"/>
                  </a:lnTo>
                  <a:lnTo>
                    <a:pt x="74008" y="395795"/>
                  </a:lnTo>
                  <a:lnTo>
                    <a:pt x="74006" y="395946"/>
                  </a:lnTo>
                  <a:lnTo>
                    <a:pt x="73837" y="396618"/>
                  </a:lnTo>
                  <a:lnTo>
                    <a:pt x="72192" y="395364"/>
                  </a:lnTo>
                  <a:lnTo>
                    <a:pt x="71596" y="394128"/>
                  </a:lnTo>
                  <a:lnTo>
                    <a:pt x="70722" y="395755"/>
                  </a:lnTo>
                  <a:lnTo>
                    <a:pt x="70760" y="395944"/>
                  </a:lnTo>
                  <a:lnTo>
                    <a:pt x="71558" y="396479"/>
                  </a:lnTo>
                  <a:lnTo>
                    <a:pt x="72223" y="397136"/>
                  </a:lnTo>
                  <a:lnTo>
                    <a:pt x="72422" y="397288"/>
                  </a:lnTo>
                  <a:lnTo>
                    <a:pt x="72621" y="397401"/>
                  </a:lnTo>
                  <a:lnTo>
                    <a:pt x="72748" y="397264"/>
                  </a:lnTo>
                  <a:lnTo>
                    <a:pt x="72951" y="397096"/>
                  </a:lnTo>
                  <a:lnTo>
                    <a:pt x="73060" y="396827"/>
                  </a:lnTo>
                  <a:lnTo>
                    <a:pt x="73243" y="396682"/>
                  </a:lnTo>
                  <a:lnTo>
                    <a:pt x="73470" y="396781"/>
                  </a:lnTo>
                  <a:lnTo>
                    <a:pt x="74308" y="397924"/>
                  </a:lnTo>
                  <a:lnTo>
                    <a:pt x="74482" y="398278"/>
                  </a:lnTo>
                  <a:lnTo>
                    <a:pt x="74573" y="398538"/>
                  </a:lnTo>
                  <a:lnTo>
                    <a:pt x="74558" y="398790"/>
                  </a:lnTo>
                  <a:lnTo>
                    <a:pt x="75036" y="399402"/>
                  </a:lnTo>
                  <a:lnTo>
                    <a:pt x="75396" y="400359"/>
                  </a:lnTo>
                  <a:lnTo>
                    <a:pt x="75568" y="400721"/>
                  </a:lnTo>
                  <a:lnTo>
                    <a:pt x="75488" y="401854"/>
                  </a:lnTo>
                  <a:lnTo>
                    <a:pt x="75430" y="402135"/>
                  </a:lnTo>
                  <a:lnTo>
                    <a:pt x="75313" y="402668"/>
                  </a:lnTo>
                  <a:lnTo>
                    <a:pt x="75282" y="402926"/>
                  </a:lnTo>
                  <a:lnTo>
                    <a:pt x="73959" y="404359"/>
                  </a:lnTo>
                  <a:lnTo>
                    <a:pt x="73754" y="404595"/>
                  </a:lnTo>
                  <a:lnTo>
                    <a:pt x="73624" y="404824"/>
                  </a:lnTo>
                  <a:lnTo>
                    <a:pt x="73346" y="405494"/>
                  </a:lnTo>
                  <a:lnTo>
                    <a:pt x="73313" y="405631"/>
                  </a:lnTo>
                  <a:lnTo>
                    <a:pt x="72936" y="406253"/>
                  </a:lnTo>
                  <a:lnTo>
                    <a:pt x="72734" y="406506"/>
                  </a:lnTo>
                  <a:lnTo>
                    <a:pt x="72277" y="407298"/>
                  </a:lnTo>
                  <a:lnTo>
                    <a:pt x="72034" y="407705"/>
                  </a:lnTo>
                  <a:lnTo>
                    <a:pt x="71027" y="408517"/>
                  </a:lnTo>
                  <a:lnTo>
                    <a:pt x="70918" y="408664"/>
                  </a:lnTo>
                  <a:lnTo>
                    <a:pt x="70663" y="408700"/>
                  </a:lnTo>
                  <a:lnTo>
                    <a:pt x="70344" y="408614"/>
                  </a:lnTo>
                  <a:lnTo>
                    <a:pt x="69528" y="408691"/>
                  </a:lnTo>
                  <a:lnTo>
                    <a:pt x="69089" y="409002"/>
                  </a:lnTo>
                  <a:lnTo>
                    <a:pt x="68804" y="409544"/>
                  </a:lnTo>
                  <a:lnTo>
                    <a:pt x="68555" y="409591"/>
                  </a:lnTo>
                  <a:lnTo>
                    <a:pt x="68406" y="409612"/>
                  </a:lnTo>
                  <a:lnTo>
                    <a:pt x="68049" y="410255"/>
                  </a:lnTo>
                  <a:lnTo>
                    <a:pt x="67856" y="410346"/>
                  </a:lnTo>
                  <a:lnTo>
                    <a:pt x="67492" y="410517"/>
                  </a:lnTo>
                  <a:lnTo>
                    <a:pt x="67166" y="410670"/>
                  </a:lnTo>
                  <a:lnTo>
                    <a:pt x="66731" y="410499"/>
                  </a:lnTo>
                  <a:lnTo>
                    <a:pt x="66356" y="410606"/>
                  </a:lnTo>
                  <a:lnTo>
                    <a:pt x="66190" y="411195"/>
                  </a:lnTo>
                  <a:lnTo>
                    <a:pt x="64885" y="409951"/>
                  </a:lnTo>
                  <a:lnTo>
                    <a:pt x="64695" y="409937"/>
                  </a:lnTo>
                  <a:lnTo>
                    <a:pt x="64376" y="409913"/>
                  </a:lnTo>
                  <a:lnTo>
                    <a:pt x="63670" y="410197"/>
                  </a:lnTo>
                  <a:lnTo>
                    <a:pt x="63432" y="410170"/>
                  </a:lnTo>
                  <a:lnTo>
                    <a:pt x="63204" y="410090"/>
                  </a:lnTo>
                  <a:lnTo>
                    <a:pt x="63066" y="410039"/>
                  </a:lnTo>
                  <a:lnTo>
                    <a:pt x="62656" y="410339"/>
                  </a:lnTo>
                  <a:lnTo>
                    <a:pt x="62671" y="410550"/>
                  </a:lnTo>
                  <a:lnTo>
                    <a:pt x="62691" y="410839"/>
                  </a:lnTo>
                  <a:lnTo>
                    <a:pt x="62617" y="411035"/>
                  </a:lnTo>
                  <a:lnTo>
                    <a:pt x="62427" y="411288"/>
                  </a:lnTo>
                  <a:lnTo>
                    <a:pt x="62147" y="411446"/>
                  </a:lnTo>
                  <a:lnTo>
                    <a:pt x="61087" y="411446"/>
                  </a:lnTo>
                  <a:lnTo>
                    <a:pt x="60794" y="411568"/>
                  </a:lnTo>
                  <a:lnTo>
                    <a:pt x="59856" y="410985"/>
                  </a:lnTo>
                  <a:lnTo>
                    <a:pt x="59758" y="410755"/>
                  </a:lnTo>
                  <a:lnTo>
                    <a:pt x="59654" y="410512"/>
                  </a:lnTo>
                  <a:lnTo>
                    <a:pt x="59103" y="410502"/>
                  </a:lnTo>
                  <a:lnTo>
                    <a:pt x="58690" y="410387"/>
                  </a:lnTo>
                  <a:lnTo>
                    <a:pt x="58328" y="410286"/>
                  </a:lnTo>
                  <a:lnTo>
                    <a:pt x="57926" y="410047"/>
                  </a:lnTo>
                  <a:lnTo>
                    <a:pt x="57756" y="409667"/>
                  </a:lnTo>
                  <a:lnTo>
                    <a:pt x="57695" y="409497"/>
                  </a:lnTo>
                  <a:lnTo>
                    <a:pt x="57559" y="409322"/>
                  </a:lnTo>
                  <a:lnTo>
                    <a:pt x="57150" y="409248"/>
                  </a:lnTo>
                  <a:lnTo>
                    <a:pt x="56915" y="409545"/>
                  </a:lnTo>
                  <a:lnTo>
                    <a:pt x="56761" y="409737"/>
                  </a:lnTo>
                  <a:lnTo>
                    <a:pt x="56526" y="409779"/>
                  </a:lnTo>
                  <a:lnTo>
                    <a:pt x="56254" y="409830"/>
                  </a:lnTo>
                  <a:lnTo>
                    <a:pt x="56117" y="409855"/>
                  </a:lnTo>
                  <a:lnTo>
                    <a:pt x="55907" y="409716"/>
                  </a:lnTo>
                  <a:lnTo>
                    <a:pt x="55727" y="409919"/>
                  </a:lnTo>
                  <a:lnTo>
                    <a:pt x="55729" y="410284"/>
                  </a:lnTo>
                  <a:lnTo>
                    <a:pt x="55587" y="410289"/>
                  </a:lnTo>
                  <a:lnTo>
                    <a:pt x="55388" y="410273"/>
                  </a:lnTo>
                  <a:lnTo>
                    <a:pt x="55282" y="410055"/>
                  </a:lnTo>
                  <a:lnTo>
                    <a:pt x="55111" y="409705"/>
                  </a:lnTo>
                  <a:lnTo>
                    <a:pt x="54785" y="409350"/>
                  </a:lnTo>
                  <a:lnTo>
                    <a:pt x="54314" y="409560"/>
                  </a:lnTo>
                  <a:lnTo>
                    <a:pt x="54123" y="410019"/>
                  </a:lnTo>
                  <a:lnTo>
                    <a:pt x="53763" y="410350"/>
                  </a:lnTo>
                  <a:lnTo>
                    <a:pt x="53120" y="411242"/>
                  </a:lnTo>
                  <a:lnTo>
                    <a:pt x="52895" y="411509"/>
                  </a:lnTo>
                  <a:lnTo>
                    <a:pt x="52722" y="411862"/>
                  </a:lnTo>
                  <a:lnTo>
                    <a:pt x="52470" y="412148"/>
                  </a:lnTo>
                  <a:lnTo>
                    <a:pt x="52190" y="411559"/>
                  </a:lnTo>
                  <a:lnTo>
                    <a:pt x="52088" y="411107"/>
                  </a:lnTo>
                  <a:lnTo>
                    <a:pt x="52097" y="410817"/>
                  </a:lnTo>
                  <a:lnTo>
                    <a:pt x="52274" y="410258"/>
                  </a:lnTo>
                  <a:lnTo>
                    <a:pt x="52698" y="408903"/>
                  </a:lnTo>
                  <a:lnTo>
                    <a:pt x="52555" y="408332"/>
                  </a:lnTo>
                  <a:lnTo>
                    <a:pt x="52451" y="407919"/>
                  </a:lnTo>
                  <a:lnTo>
                    <a:pt x="52420" y="407733"/>
                  </a:lnTo>
                  <a:lnTo>
                    <a:pt x="52350" y="407314"/>
                  </a:lnTo>
                  <a:lnTo>
                    <a:pt x="52256" y="407001"/>
                  </a:lnTo>
                  <a:lnTo>
                    <a:pt x="52032" y="406722"/>
                  </a:lnTo>
                  <a:lnTo>
                    <a:pt x="51439" y="406301"/>
                  </a:lnTo>
                  <a:lnTo>
                    <a:pt x="50938" y="406384"/>
                  </a:lnTo>
                  <a:lnTo>
                    <a:pt x="50767" y="406143"/>
                  </a:lnTo>
                  <a:lnTo>
                    <a:pt x="50677" y="405889"/>
                  </a:lnTo>
                  <a:lnTo>
                    <a:pt x="50511" y="405420"/>
                  </a:lnTo>
                  <a:lnTo>
                    <a:pt x="50463" y="405285"/>
                  </a:lnTo>
                  <a:lnTo>
                    <a:pt x="50627" y="404504"/>
                  </a:lnTo>
                  <a:lnTo>
                    <a:pt x="51233" y="404223"/>
                  </a:lnTo>
                  <a:lnTo>
                    <a:pt x="51692" y="403217"/>
                  </a:lnTo>
                  <a:lnTo>
                    <a:pt x="51908" y="403317"/>
                  </a:lnTo>
                  <a:lnTo>
                    <a:pt x="52095" y="403419"/>
                  </a:lnTo>
                  <a:lnTo>
                    <a:pt x="52652" y="403753"/>
                  </a:lnTo>
                  <a:lnTo>
                    <a:pt x="52711" y="403895"/>
                  </a:lnTo>
                  <a:lnTo>
                    <a:pt x="52796" y="404055"/>
                  </a:lnTo>
                  <a:lnTo>
                    <a:pt x="53044" y="404350"/>
                  </a:lnTo>
                  <a:lnTo>
                    <a:pt x="53196" y="404393"/>
                  </a:lnTo>
                  <a:lnTo>
                    <a:pt x="53668" y="404464"/>
                  </a:lnTo>
                  <a:lnTo>
                    <a:pt x="54111" y="404808"/>
                  </a:lnTo>
                  <a:lnTo>
                    <a:pt x="54253" y="405888"/>
                  </a:lnTo>
                  <a:lnTo>
                    <a:pt x="54712" y="406177"/>
                  </a:lnTo>
                  <a:lnTo>
                    <a:pt x="55271" y="404642"/>
                  </a:lnTo>
                  <a:lnTo>
                    <a:pt x="55528" y="404454"/>
                  </a:lnTo>
                  <a:lnTo>
                    <a:pt x="55705" y="404167"/>
                  </a:lnTo>
                  <a:lnTo>
                    <a:pt x="55477" y="403300"/>
                  </a:lnTo>
                  <a:lnTo>
                    <a:pt x="54917" y="402463"/>
                  </a:lnTo>
                  <a:lnTo>
                    <a:pt x="54438" y="402534"/>
                  </a:lnTo>
                  <a:lnTo>
                    <a:pt x="54364" y="402267"/>
                  </a:lnTo>
                  <a:lnTo>
                    <a:pt x="54190" y="401373"/>
                  </a:lnTo>
                  <a:lnTo>
                    <a:pt x="53978" y="401414"/>
                  </a:lnTo>
                  <a:lnTo>
                    <a:pt x="53781" y="401650"/>
                  </a:lnTo>
                  <a:lnTo>
                    <a:pt x="53676" y="402088"/>
                  </a:lnTo>
                  <a:lnTo>
                    <a:pt x="53622" y="402313"/>
                  </a:lnTo>
                  <a:lnTo>
                    <a:pt x="53556" y="402456"/>
                  </a:lnTo>
                  <a:lnTo>
                    <a:pt x="53092" y="402798"/>
                  </a:lnTo>
                  <a:lnTo>
                    <a:pt x="53006" y="402386"/>
                  </a:lnTo>
                  <a:lnTo>
                    <a:pt x="53075" y="401840"/>
                  </a:lnTo>
                  <a:lnTo>
                    <a:pt x="52443" y="400830"/>
                  </a:lnTo>
                  <a:lnTo>
                    <a:pt x="52394" y="401137"/>
                  </a:lnTo>
                  <a:lnTo>
                    <a:pt x="52712" y="401993"/>
                  </a:lnTo>
                  <a:lnTo>
                    <a:pt x="52636" y="402246"/>
                  </a:lnTo>
                  <a:lnTo>
                    <a:pt x="52533" y="402427"/>
                  </a:lnTo>
                  <a:lnTo>
                    <a:pt x="52381" y="402757"/>
                  </a:lnTo>
                  <a:lnTo>
                    <a:pt x="52045" y="402666"/>
                  </a:lnTo>
                  <a:lnTo>
                    <a:pt x="52139" y="402437"/>
                  </a:lnTo>
                  <a:lnTo>
                    <a:pt x="52127" y="402251"/>
                  </a:lnTo>
                  <a:lnTo>
                    <a:pt x="51865" y="401236"/>
                  </a:lnTo>
                  <a:lnTo>
                    <a:pt x="51776" y="401092"/>
                  </a:lnTo>
                  <a:lnTo>
                    <a:pt x="51687" y="400924"/>
                  </a:lnTo>
                  <a:lnTo>
                    <a:pt x="51549" y="400717"/>
                  </a:lnTo>
                  <a:lnTo>
                    <a:pt x="50914" y="400496"/>
                  </a:lnTo>
                  <a:lnTo>
                    <a:pt x="50374" y="400136"/>
                  </a:lnTo>
                  <a:lnTo>
                    <a:pt x="49291" y="400145"/>
                  </a:lnTo>
                  <a:lnTo>
                    <a:pt x="48411" y="399416"/>
                  </a:lnTo>
                  <a:lnTo>
                    <a:pt x="48317" y="398936"/>
                  </a:lnTo>
                  <a:lnTo>
                    <a:pt x="48244" y="398733"/>
                  </a:lnTo>
                  <a:lnTo>
                    <a:pt x="47992" y="398272"/>
                  </a:lnTo>
                  <a:lnTo>
                    <a:pt x="48284" y="398320"/>
                  </a:lnTo>
                  <a:lnTo>
                    <a:pt x="48684" y="398137"/>
                  </a:lnTo>
                  <a:lnTo>
                    <a:pt x="48961" y="397733"/>
                  </a:lnTo>
                  <a:lnTo>
                    <a:pt x="48793" y="397473"/>
                  </a:lnTo>
                  <a:lnTo>
                    <a:pt x="48455" y="396409"/>
                  </a:lnTo>
                  <a:lnTo>
                    <a:pt x="48310" y="396093"/>
                  </a:lnTo>
                  <a:lnTo>
                    <a:pt x="48149" y="395781"/>
                  </a:lnTo>
                  <a:lnTo>
                    <a:pt x="47961" y="395490"/>
                  </a:lnTo>
                  <a:lnTo>
                    <a:pt x="47793" y="395230"/>
                  </a:lnTo>
                  <a:lnTo>
                    <a:pt x="47619" y="394964"/>
                  </a:lnTo>
                  <a:lnTo>
                    <a:pt x="47418" y="394666"/>
                  </a:lnTo>
                  <a:lnTo>
                    <a:pt x="45873" y="394411"/>
                  </a:lnTo>
                  <a:lnTo>
                    <a:pt x="45503" y="394104"/>
                  </a:lnTo>
                  <a:lnTo>
                    <a:pt x="45509" y="393755"/>
                  </a:lnTo>
                  <a:lnTo>
                    <a:pt x="45461" y="393588"/>
                  </a:lnTo>
                  <a:lnTo>
                    <a:pt x="45358" y="393225"/>
                  </a:lnTo>
                  <a:lnTo>
                    <a:pt x="45286" y="392800"/>
                  </a:lnTo>
                  <a:lnTo>
                    <a:pt x="45262" y="392657"/>
                  </a:lnTo>
                  <a:lnTo>
                    <a:pt x="45503" y="392378"/>
                  </a:lnTo>
                  <a:lnTo>
                    <a:pt x="45838" y="392325"/>
                  </a:lnTo>
                  <a:lnTo>
                    <a:pt x="46026" y="392295"/>
                  </a:lnTo>
                  <a:lnTo>
                    <a:pt x="46082" y="392066"/>
                  </a:lnTo>
                  <a:lnTo>
                    <a:pt x="46166" y="391721"/>
                  </a:lnTo>
                  <a:lnTo>
                    <a:pt x="46387" y="391626"/>
                  </a:lnTo>
                  <a:lnTo>
                    <a:pt x="46670" y="391610"/>
                  </a:lnTo>
                  <a:lnTo>
                    <a:pt x="47313" y="392251"/>
                  </a:lnTo>
                  <a:lnTo>
                    <a:pt x="47647" y="392053"/>
                  </a:lnTo>
                  <a:lnTo>
                    <a:pt x="47729" y="391908"/>
                  </a:lnTo>
                  <a:lnTo>
                    <a:pt x="48164" y="391755"/>
                  </a:lnTo>
                  <a:lnTo>
                    <a:pt x="48369" y="391208"/>
                  </a:lnTo>
                  <a:lnTo>
                    <a:pt x="48134" y="391348"/>
                  </a:lnTo>
                  <a:lnTo>
                    <a:pt x="47885" y="391151"/>
                  </a:lnTo>
                  <a:lnTo>
                    <a:pt x="48101" y="390958"/>
                  </a:lnTo>
                  <a:lnTo>
                    <a:pt x="48133" y="390753"/>
                  </a:lnTo>
                  <a:lnTo>
                    <a:pt x="47292" y="391310"/>
                  </a:lnTo>
                  <a:lnTo>
                    <a:pt x="47261" y="391971"/>
                  </a:lnTo>
                  <a:lnTo>
                    <a:pt x="46110" y="390627"/>
                  </a:lnTo>
                  <a:lnTo>
                    <a:pt x="46044" y="390485"/>
                  </a:lnTo>
                  <a:lnTo>
                    <a:pt x="45903" y="390233"/>
                  </a:lnTo>
                  <a:lnTo>
                    <a:pt x="45643" y="389892"/>
                  </a:lnTo>
                  <a:lnTo>
                    <a:pt x="45534" y="389725"/>
                  </a:lnTo>
                  <a:lnTo>
                    <a:pt x="45994" y="388203"/>
                  </a:lnTo>
                  <a:lnTo>
                    <a:pt x="46040" y="387981"/>
                  </a:lnTo>
                  <a:lnTo>
                    <a:pt x="46136" y="387513"/>
                  </a:lnTo>
                  <a:lnTo>
                    <a:pt x="46104" y="387368"/>
                  </a:lnTo>
                  <a:lnTo>
                    <a:pt x="46015" y="386976"/>
                  </a:lnTo>
                  <a:lnTo>
                    <a:pt x="45966" y="386757"/>
                  </a:lnTo>
                  <a:lnTo>
                    <a:pt x="45773" y="386497"/>
                  </a:lnTo>
                  <a:lnTo>
                    <a:pt x="45126" y="386648"/>
                  </a:lnTo>
                  <a:lnTo>
                    <a:pt x="45138" y="386843"/>
                  </a:lnTo>
                  <a:lnTo>
                    <a:pt x="44744" y="387115"/>
                  </a:lnTo>
                  <a:lnTo>
                    <a:pt x="44477" y="386850"/>
                  </a:lnTo>
                  <a:lnTo>
                    <a:pt x="44049" y="386130"/>
                  </a:lnTo>
                  <a:lnTo>
                    <a:pt x="42957" y="384564"/>
                  </a:lnTo>
                  <a:lnTo>
                    <a:pt x="42876" y="384415"/>
                  </a:lnTo>
                  <a:lnTo>
                    <a:pt x="42812" y="384283"/>
                  </a:lnTo>
                  <a:lnTo>
                    <a:pt x="42683" y="383988"/>
                  </a:lnTo>
                  <a:lnTo>
                    <a:pt x="42563" y="383484"/>
                  </a:lnTo>
                  <a:lnTo>
                    <a:pt x="42487" y="383158"/>
                  </a:lnTo>
                  <a:lnTo>
                    <a:pt x="42437" y="382938"/>
                  </a:lnTo>
                  <a:lnTo>
                    <a:pt x="42348" y="382440"/>
                  </a:lnTo>
                  <a:lnTo>
                    <a:pt x="42320" y="382073"/>
                  </a:lnTo>
                  <a:lnTo>
                    <a:pt x="42304" y="381554"/>
                  </a:lnTo>
                  <a:lnTo>
                    <a:pt x="42305" y="381319"/>
                  </a:lnTo>
                  <a:lnTo>
                    <a:pt x="42331" y="380948"/>
                  </a:lnTo>
                  <a:lnTo>
                    <a:pt x="42419" y="380544"/>
                  </a:lnTo>
                  <a:lnTo>
                    <a:pt x="43623" y="377537"/>
                  </a:lnTo>
                  <a:lnTo>
                    <a:pt x="43704" y="377357"/>
                  </a:lnTo>
                  <a:lnTo>
                    <a:pt x="43797" y="377045"/>
                  </a:lnTo>
                  <a:lnTo>
                    <a:pt x="43885" y="376696"/>
                  </a:lnTo>
                  <a:lnTo>
                    <a:pt x="43940" y="376319"/>
                  </a:lnTo>
                  <a:lnTo>
                    <a:pt x="43966" y="376185"/>
                  </a:lnTo>
                  <a:lnTo>
                    <a:pt x="43993" y="376045"/>
                  </a:lnTo>
                  <a:lnTo>
                    <a:pt x="44068" y="375660"/>
                  </a:lnTo>
                  <a:lnTo>
                    <a:pt x="44050" y="375517"/>
                  </a:lnTo>
                  <a:lnTo>
                    <a:pt x="44034" y="375387"/>
                  </a:lnTo>
                  <a:lnTo>
                    <a:pt x="43959" y="375209"/>
                  </a:lnTo>
                  <a:lnTo>
                    <a:pt x="43892" y="375049"/>
                  </a:lnTo>
                  <a:lnTo>
                    <a:pt x="43437" y="374259"/>
                  </a:lnTo>
                  <a:lnTo>
                    <a:pt x="43274" y="374038"/>
                  </a:lnTo>
                  <a:lnTo>
                    <a:pt x="42892" y="373459"/>
                  </a:lnTo>
                  <a:lnTo>
                    <a:pt x="42742" y="373148"/>
                  </a:lnTo>
                  <a:lnTo>
                    <a:pt x="42735" y="372905"/>
                  </a:lnTo>
                  <a:lnTo>
                    <a:pt x="42971" y="372360"/>
                  </a:lnTo>
                  <a:lnTo>
                    <a:pt x="43399" y="371662"/>
                  </a:lnTo>
                  <a:lnTo>
                    <a:pt x="43955" y="370961"/>
                  </a:lnTo>
                  <a:lnTo>
                    <a:pt x="45215" y="370782"/>
                  </a:lnTo>
                  <a:lnTo>
                    <a:pt x="46064" y="371299"/>
                  </a:lnTo>
                  <a:lnTo>
                    <a:pt x="45754" y="371206"/>
                  </a:lnTo>
                  <a:lnTo>
                    <a:pt x="45892" y="369639"/>
                  </a:lnTo>
                  <a:lnTo>
                    <a:pt x="46325" y="368950"/>
                  </a:lnTo>
                  <a:lnTo>
                    <a:pt x="46403" y="368721"/>
                  </a:lnTo>
                  <a:lnTo>
                    <a:pt x="46460" y="368538"/>
                  </a:lnTo>
                  <a:lnTo>
                    <a:pt x="46548" y="367962"/>
                  </a:lnTo>
                  <a:lnTo>
                    <a:pt x="46534" y="367308"/>
                  </a:lnTo>
                  <a:lnTo>
                    <a:pt x="46405" y="366603"/>
                  </a:lnTo>
                  <a:lnTo>
                    <a:pt x="46207" y="366379"/>
                  </a:lnTo>
                  <a:lnTo>
                    <a:pt x="46245" y="366130"/>
                  </a:lnTo>
                  <a:lnTo>
                    <a:pt x="46433" y="366124"/>
                  </a:lnTo>
                  <a:lnTo>
                    <a:pt x="46463" y="365847"/>
                  </a:lnTo>
                  <a:lnTo>
                    <a:pt x="46535" y="365046"/>
                  </a:lnTo>
                  <a:lnTo>
                    <a:pt x="46434" y="364160"/>
                  </a:lnTo>
                  <a:lnTo>
                    <a:pt x="46372" y="363844"/>
                  </a:lnTo>
                  <a:lnTo>
                    <a:pt x="46213" y="363527"/>
                  </a:lnTo>
                  <a:lnTo>
                    <a:pt x="45933" y="363022"/>
                  </a:lnTo>
                  <a:lnTo>
                    <a:pt x="46065" y="362938"/>
                  </a:lnTo>
                  <a:lnTo>
                    <a:pt x="46497" y="362819"/>
                  </a:lnTo>
                  <a:lnTo>
                    <a:pt x="46603" y="363024"/>
                  </a:lnTo>
                  <a:lnTo>
                    <a:pt x="46802" y="363313"/>
                  </a:lnTo>
                  <a:lnTo>
                    <a:pt x="46994" y="363529"/>
                  </a:lnTo>
                  <a:lnTo>
                    <a:pt x="47366" y="362991"/>
                  </a:lnTo>
                  <a:lnTo>
                    <a:pt x="47594" y="362861"/>
                  </a:lnTo>
                  <a:lnTo>
                    <a:pt x="48043" y="362856"/>
                  </a:lnTo>
                  <a:lnTo>
                    <a:pt x="48305" y="362863"/>
                  </a:lnTo>
                  <a:lnTo>
                    <a:pt x="49004" y="362807"/>
                  </a:lnTo>
                  <a:lnTo>
                    <a:pt x="49865" y="362605"/>
                  </a:lnTo>
                  <a:lnTo>
                    <a:pt x="50352" y="362557"/>
                  </a:lnTo>
                  <a:lnTo>
                    <a:pt x="50592" y="362557"/>
                  </a:lnTo>
                  <a:lnTo>
                    <a:pt x="51079" y="362556"/>
                  </a:lnTo>
                  <a:lnTo>
                    <a:pt x="51206" y="362556"/>
                  </a:lnTo>
                  <a:lnTo>
                    <a:pt x="51705" y="362539"/>
                  </a:lnTo>
                  <a:lnTo>
                    <a:pt x="51633" y="362011"/>
                  </a:lnTo>
                  <a:lnTo>
                    <a:pt x="51451" y="361870"/>
                  </a:lnTo>
                  <a:lnTo>
                    <a:pt x="51434" y="361520"/>
                  </a:lnTo>
                  <a:lnTo>
                    <a:pt x="51567" y="361034"/>
                  </a:lnTo>
                  <a:lnTo>
                    <a:pt x="52091" y="359888"/>
                  </a:lnTo>
                  <a:lnTo>
                    <a:pt x="52313" y="359897"/>
                  </a:lnTo>
                  <a:lnTo>
                    <a:pt x="52542" y="359632"/>
                  </a:lnTo>
                  <a:lnTo>
                    <a:pt x="51903" y="358639"/>
                  </a:lnTo>
                  <a:lnTo>
                    <a:pt x="52219" y="357683"/>
                  </a:lnTo>
                  <a:lnTo>
                    <a:pt x="52069" y="357641"/>
                  </a:lnTo>
                  <a:lnTo>
                    <a:pt x="51926" y="357602"/>
                  </a:lnTo>
                  <a:lnTo>
                    <a:pt x="51742" y="357773"/>
                  </a:lnTo>
                  <a:lnTo>
                    <a:pt x="51133" y="358272"/>
                  </a:lnTo>
                  <a:lnTo>
                    <a:pt x="50921" y="358274"/>
                  </a:lnTo>
                  <a:lnTo>
                    <a:pt x="50583" y="358280"/>
                  </a:lnTo>
                  <a:lnTo>
                    <a:pt x="50371" y="358314"/>
                  </a:lnTo>
                  <a:lnTo>
                    <a:pt x="50001" y="358444"/>
                  </a:lnTo>
                  <a:lnTo>
                    <a:pt x="49780" y="358447"/>
                  </a:lnTo>
                  <a:lnTo>
                    <a:pt x="49559" y="358449"/>
                  </a:lnTo>
                  <a:lnTo>
                    <a:pt x="48876" y="358454"/>
                  </a:lnTo>
                  <a:lnTo>
                    <a:pt x="48641" y="358436"/>
                  </a:lnTo>
                  <a:lnTo>
                    <a:pt x="47493" y="357820"/>
                  </a:lnTo>
                  <a:lnTo>
                    <a:pt x="47421" y="356812"/>
                  </a:lnTo>
                  <a:lnTo>
                    <a:pt x="47392" y="356492"/>
                  </a:lnTo>
                  <a:lnTo>
                    <a:pt x="47333" y="356187"/>
                  </a:lnTo>
                  <a:lnTo>
                    <a:pt x="47174" y="355974"/>
                  </a:lnTo>
                  <a:lnTo>
                    <a:pt x="47063" y="355821"/>
                  </a:lnTo>
                  <a:lnTo>
                    <a:pt x="46544" y="354611"/>
                  </a:lnTo>
                  <a:lnTo>
                    <a:pt x="46339" y="354347"/>
                  </a:lnTo>
                  <a:lnTo>
                    <a:pt x="46281" y="354061"/>
                  </a:lnTo>
                  <a:lnTo>
                    <a:pt x="46166" y="353444"/>
                  </a:lnTo>
                  <a:lnTo>
                    <a:pt x="45585" y="353088"/>
                  </a:lnTo>
                  <a:lnTo>
                    <a:pt x="45598" y="352624"/>
                  </a:lnTo>
                  <a:lnTo>
                    <a:pt x="45358" y="352063"/>
                  </a:lnTo>
                  <a:lnTo>
                    <a:pt x="45187" y="351817"/>
                  </a:lnTo>
                  <a:lnTo>
                    <a:pt x="45167" y="351118"/>
                  </a:lnTo>
                  <a:lnTo>
                    <a:pt x="45277" y="350856"/>
                  </a:lnTo>
                  <a:lnTo>
                    <a:pt x="45431" y="350790"/>
                  </a:lnTo>
                  <a:lnTo>
                    <a:pt x="45616" y="350641"/>
                  </a:lnTo>
                  <a:lnTo>
                    <a:pt x="45617" y="350346"/>
                  </a:lnTo>
                  <a:lnTo>
                    <a:pt x="45743" y="349990"/>
                  </a:lnTo>
                  <a:lnTo>
                    <a:pt x="45940" y="349614"/>
                  </a:lnTo>
                  <a:lnTo>
                    <a:pt x="46037" y="349213"/>
                  </a:lnTo>
                  <a:lnTo>
                    <a:pt x="46045" y="348901"/>
                  </a:lnTo>
                  <a:lnTo>
                    <a:pt x="46377" y="348663"/>
                  </a:lnTo>
                  <a:lnTo>
                    <a:pt x="46531" y="348834"/>
                  </a:lnTo>
                  <a:lnTo>
                    <a:pt x="46593" y="349152"/>
                  </a:lnTo>
                  <a:lnTo>
                    <a:pt x="46609" y="349298"/>
                  </a:lnTo>
                  <a:lnTo>
                    <a:pt x="46787" y="349906"/>
                  </a:lnTo>
                  <a:lnTo>
                    <a:pt x="46940" y="350197"/>
                  </a:lnTo>
                  <a:lnTo>
                    <a:pt x="47395" y="350670"/>
                  </a:lnTo>
                  <a:lnTo>
                    <a:pt x="47623" y="350557"/>
                  </a:lnTo>
                  <a:lnTo>
                    <a:pt x="47610" y="350377"/>
                  </a:lnTo>
                  <a:lnTo>
                    <a:pt x="47604" y="350243"/>
                  </a:lnTo>
                  <a:lnTo>
                    <a:pt x="47670" y="350039"/>
                  </a:lnTo>
                  <a:lnTo>
                    <a:pt x="47879" y="349902"/>
                  </a:lnTo>
                  <a:lnTo>
                    <a:pt x="48198" y="350179"/>
                  </a:lnTo>
                  <a:lnTo>
                    <a:pt x="48884" y="350249"/>
                  </a:lnTo>
                  <a:lnTo>
                    <a:pt x="49132" y="349880"/>
                  </a:lnTo>
                  <a:lnTo>
                    <a:pt x="49657" y="349761"/>
                  </a:lnTo>
                  <a:lnTo>
                    <a:pt x="50072" y="349622"/>
                  </a:lnTo>
                  <a:lnTo>
                    <a:pt x="50287" y="349522"/>
                  </a:lnTo>
                  <a:lnTo>
                    <a:pt x="50629" y="349747"/>
                  </a:lnTo>
                  <a:lnTo>
                    <a:pt x="51162" y="349675"/>
                  </a:lnTo>
                  <a:lnTo>
                    <a:pt x="51338" y="349538"/>
                  </a:lnTo>
                  <a:lnTo>
                    <a:pt x="51828" y="348830"/>
                  </a:lnTo>
                  <a:lnTo>
                    <a:pt x="51751" y="348182"/>
                  </a:lnTo>
                  <a:lnTo>
                    <a:pt x="51402" y="348039"/>
                  </a:lnTo>
                  <a:lnTo>
                    <a:pt x="51434" y="347746"/>
                  </a:lnTo>
                  <a:lnTo>
                    <a:pt x="51959" y="347255"/>
                  </a:lnTo>
                  <a:lnTo>
                    <a:pt x="52203" y="347113"/>
                  </a:lnTo>
                  <a:lnTo>
                    <a:pt x="52152" y="346653"/>
                  </a:lnTo>
                  <a:lnTo>
                    <a:pt x="52104" y="346228"/>
                  </a:lnTo>
                  <a:lnTo>
                    <a:pt x="52334" y="346003"/>
                  </a:lnTo>
                  <a:lnTo>
                    <a:pt x="52798" y="345756"/>
                  </a:lnTo>
                  <a:lnTo>
                    <a:pt x="52424" y="345190"/>
                  </a:lnTo>
                  <a:lnTo>
                    <a:pt x="52611" y="344994"/>
                  </a:lnTo>
                  <a:lnTo>
                    <a:pt x="52764" y="344463"/>
                  </a:lnTo>
                  <a:lnTo>
                    <a:pt x="52676" y="344186"/>
                  </a:lnTo>
                  <a:lnTo>
                    <a:pt x="52607" y="343465"/>
                  </a:lnTo>
                  <a:lnTo>
                    <a:pt x="52644" y="342448"/>
                  </a:lnTo>
                  <a:lnTo>
                    <a:pt x="53031" y="342011"/>
                  </a:lnTo>
                  <a:lnTo>
                    <a:pt x="53086" y="341468"/>
                  </a:lnTo>
                  <a:lnTo>
                    <a:pt x="53038" y="340970"/>
                  </a:lnTo>
                  <a:lnTo>
                    <a:pt x="53178" y="340933"/>
                  </a:lnTo>
                  <a:lnTo>
                    <a:pt x="53350" y="340805"/>
                  </a:lnTo>
                  <a:lnTo>
                    <a:pt x="53695" y="340519"/>
                  </a:lnTo>
                  <a:lnTo>
                    <a:pt x="53833" y="340362"/>
                  </a:lnTo>
                  <a:lnTo>
                    <a:pt x="54248" y="340196"/>
                  </a:lnTo>
                  <a:lnTo>
                    <a:pt x="54583" y="339753"/>
                  </a:lnTo>
                  <a:lnTo>
                    <a:pt x="54584" y="339604"/>
                  </a:lnTo>
                  <a:lnTo>
                    <a:pt x="55334" y="339676"/>
                  </a:lnTo>
                  <a:lnTo>
                    <a:pt x="55530" y="339822"/>
                  </a:lnTo>
                  <a:lnTo>
                    <a:pt x="55887" y="339964"/>
                  </a:lnTo>
                  <a:lnTo>
                    <a:pt x="56020" y="339998"/>
                  </a:lnTo>
                  <a:lnTo>
                    <a:pt x="56322" y="339961"/>
                  </a:lnTo>
                  <a:lnTo>
                    <a:pt x="56547" y="340038"/>
                  </a:lnTo>
                  <a:lnTo>
                    <a:pt x="56769" y="340229"/>
                  </a:lnTo>
                  <a:lnTo>
                    <a:pt x="57162" y="340612"/>
                  </a:lnTo>
                  <a:lnTo>
                    <a:pt x="57773" y="340444"/>
                  </a:lnTo>
                  <a:lnTo>
                    <a:pt x="58132" y="340269"/>
                  </a:lnTo>
                  <a:lnTo>
                    <a:pt x="58414" y="340060"/>
                  </a:lnTo>
                  <a:lnTo>
                    <a:pt x="58585" y="339592"/>
                  </a:lnTo>
                  <a:lnTo>
                    <a:pt x="58826" y="339332"/>
                  </a:lnTo>
                  <a:lnTo>
                    <a:pt x="58905" y="339553"/>
                  </a:lnTo>
                  <a:lnTo>
                    <a:pt x="58861" y="339757"/>
                  </a:lnTo>
                  <a:lnTo>
                    <a:pt x="58988" y="340029"/>
                  </a:lnTo>
                  <a:lnTo>
                    <a:pt x="59203" y="339930"/>
                  </a:lnTo>
                  <a:lnTo>
                    <a:pt x="59165" y="339613"/>
                  </a:lnTo>
                  <a:lnTo>
                    <a:pt x="59199" y="339486"/>
                  </a:lnTo>
                  <a:lnTo>
                    <a:pt x="59853" y="338602"/>
                  </a:lnTo>
                  <a:lnTo>
                    <a:pt x="60002" y="338600"/>
                  </a:lnTo>
                  <a:lnTo>
                    <a:pt x="60211" y="338723"/>
                  </a:lnTo>
                  <a:lnTo>
                    <a:pt x="60346" y="339144"/>
                  </a:lnTo>
                  <a:lnTo>
                    <a:pt x="60443" y="339412"/>
                  </a:lnTo>
                  <a:lnTo>
                    <a:pt x="60599" y="339264"/>
                  </a:lnTo>
                  <a:lnTo>
                    <a:pt x="60901" y="338839"/>
                  </a:lnTo>
                  <a:lnTo>
                    <a:pt x="61054" y="338833"/>
                  </a:lnTo>
                  <a:lnTo>
                    <a:pt x="61559" y="338856"/>
                  </a:lnTo>
                  <a:lnTo>
                    <a:pt x="61897" y="338759"/>
                  </a:lnTo>
                  <a:lnTo>
                    <a:pt x="62286" y="338926"/>
                  </a:lnTo>
                  <a:lnTo>
                    <a:pt x="62888" y="338817"/>
                  </a:lnTo>
                  <a:lnTo>
                    <a:pt x="63203" y="339154"/>
                  </a:lnTo>
                  <a:lnTo>
                    <a:pt x="63261" y="339338"/>
                  </a:lnTo>
                  <a:lnTo>
                    <a:pt x="63655" y="339538"/>
                  </a:lnTo>
                  <a:lnTo>
                    <a:pt x="64183" y="339644"/>
                  </a:lnTo>
                  <a:lnTo>
                    <a:pt x="65131" y="339437"/>
                  </a:lnTo>
                  <a:lnTo>
                    <a:pt x="65245" y="339250"/>
                  </a:lnTo>
                  <a:lnTo>
                    <a:pt x="65629" y="339018"/>
                  </a:lnTo>
                  <a:lnTo>
                    <a:pt x="65759" y="339084"/>
                  </a:lnTo>
                  <a:lnTo>
                    <a:pt x="66018" y="339055"/>
                  </a:lnTo>
                  <a:lnTo>
                    <a:pt x="66070" y="338898"/>
                  </a:lnTo>
                  <a:lnTo>
                    <a:pt x="66250" y="338139"/>
                  </a:lnTo>
                  <a:lnTo>
                    <a:pt x="66343" y="337968"/>
                  </a:lnTo>
                  <a:lnTo>
                    <a:pt x="66794" y="338308"/>
                  </a:lnTo>
                  <a:lnTo>
                    <a:pt x="67241" y="338583"/>
                  </a:lnTo>
                  <a:lnTo>
                    <a:pt x="67567" y="339035"/>
                  </a:lnTo>
                  <a:lnTo>
                    <a:pt x="68253" y="339160"/>
                  </a:lnTo>
                  <a:lnTo>
                    <a:pt x="68907" y="339161"/>
                  </a:lnTo>
                  <a:lnTo>
                    <a:pt x="69093" y="339181"/>
                  </a:lnTo>
                  <a:lnTo>
                    <a:pt x="69506" y="339152"/>
                  </a:lnTo>
                  <a:lnTo>
                    <a:pt x="70187" y="338980"/>
                  </a:lnTo>
                  <a:lnTo>
                    <a:pt x="70141" y="338520"/>
                  </a:lnTo>
                  <a:lnTo>
                    <a:pt x="70406" y="338426"/>
                  </a:lnTo>
                  <a:lnTo>
                    <a:pt x="70098" y="337957"/>
                  </a:lnTo>
                  <a:lnTo>
                    <a:pt x="70110" y="337738"/>
                  </a:lnTo>
                  <a:lnTo>
                    <a:pt x="70052" y="337551"/>
                  </a:lnTo>
                  <a:lnTo>
                    <a:pt x="69678" y="337456"/>
                  </a:lnTo>
                  <a:lnTo>
                    <a:pt x="69468" y="337195"/>
                  </a:lnTo>
                  <a:lnTo>
                    <a:pt x="69661" y="336924"/>
                  </a:lnTo>
                  <a:lnTo>
                    <a:pt x="69853" y="336754"/>
                  </a:lnTo>
                  <a:lnTo>
                    <a:pt x="70015" y="336644"/>
                  </a:lnTo>
                  <a:lnTo>
                    <a:pt x="70158" y="336519"/>
                  </a:lnTo>
                  <a:lnTo>
                    <a:pt x="70103" y="336374"/>
                  </a:lnTo>
                  <a:lnTo>
                    <a:pt x="69956" y="336168"/>
                  </a:lnTo>
                  <a:lnTo>
                    <a:pt x="69280" y="335691"/>
                  </a:lnTo>
                  <a:lnTo>
                    <a:pt x="68685" y="335371"/>
                  </a:lnTo>
                  <a:lnTo>
                    <a:pt x="68778" y="335160"/>
                  </a:lnTo>
                  <a:lnTo>
                    <a:pt x="68923" y="334861"/>
                  </a:lnTo>
                  <a:lnTo>
                    <a:pt x="69000" y="334035"/>
                  </a:lnTo>
                  <a:lnTo>
                    <a:pt x="69014" y="333811"/>
                  </a:lnTo>
                  <a:lnTo>
                    <a:pt x="68757" y="333384"/>
                  </a:lnTo>
                  <a:lnTo>
                    <a:pt x="68567" y="332971"/>
                  </a:lnTo>
                  <a:lnTo>
                    <a:pt x="68495" y="332588"/>
                  </a:lnTo>
                  <a:lnTo>
                    <a:pt x="68716" y="332310"/>
                  </a:lnTo>
                  <a:lnTo>
                    <a:pt x="68724" y="331967"/>
                  </a:lnTo>
                  <a:lnTo>
                    <a:pt x="68697" y="331623"/>
                  </a:lnTo>
                  <a:lnTo>
                    <a:pt x="68773" y="331251"/>
                  </a:lnTo>
                  <a:lnTo>
                    <a:pt x="68916" y="331026"/>
                  </a:lnTo>
                  <a:lnTo>
                    <a:pt x="68889" y="330742"/>
                  </a:lnTo>
                  <a:lnTo>
                    <a:pt x="68761" y="330535"/>
                  </a:lnTo>
                  <a:lnTo>
                    <a:pt x="68583" y="330349"/>
                  </a:lnTo>
                  <a:lnTo>
                    <a:pt x="68593" y="330088"/>
                  </a:lnTo>
                  <a:lnTo>
                    <a:pt x="68871" y="330107"/>
                  </a:lnTo>
                  <a:lnTo>
                    <a:pt x="69017" y="330130"/>
                  </a:lnTo>
                  <a:lnTo>
                    <a:pt x="69192" y="330093"/>
                  </a:lnTo>
                  <a:lnTo>
                    <a:pt x="69218" y="329754"/>
                  </a:lnTo>
                  <a:lnTo>
                    <a:pt x="69151" y="328893"/>
                  </a:lnTo>
                  <a:lnTo>
                    <a:pt x="69084" y="328705"/>
                  </a:lnTo>
                  <a:lnTo>
                    <a:pt x="68856" y="328514"/>
                  </a:lnTo>
                  <a:lnTo>
                    <a:pt x="68641" y="328530"/>
                  </a:lnTo>
                  <a:lnTo>
                    <a:pt x="68421" y="328423"/>
                  </a:lnTo>
                  <a:lnTo>
                    <a:pt x="67962" y="328079"/>
                  </a:lnTo>
                  <a:lnTo>
                    <a:pt x="67668" y="327644"/>
                  </a:lnTo>
                  <a:lnTo>
                    <a:pt x="67684" y="327225"/>
                  </a:lnTo>
                  <a:lnTo>
                    <a:pt x="67730" y="327092"/>
                  </a:lnTo>
                  <a:lnTo>
                    <a:pt x="67833" y="326942"/>
                  </a:lnTo>
                  <a:lnTo>
                    <a:pt x="68195" y="326311"/>
                  </a:lnTo>
                  <a:lnTo>
                    <a:pt x="68609" y="325746"/>
                  </a:lnTo>
                  <a:lnTo>
                    <a:pt x="68744" y="325884"/>
                  </a:lnTo>
                  <a:lnTo>
                    <a:pt x="68916" y="326294"/>
                  </a:lnTo>
                  <a:lnTo>
                    <a:pt x="69569" y="327074"/>
                  </a:lnTo>
                  <a:lnTo>
                    <a:pt x="69845" y="327126"/>
                  </a:lnTo>
                  <a:lnTo>
                    <a:pt x="70223" y="326722"/>
                  </a:lnTo>
                  <a:lnTo>
                    <a:pt x="70153" y="326482"/>
                  </a:lnTo>
                  <a:lnTo>
                    <a:pt x="70741" y="326196"/>
                  </a:lnTo>
                  <a:lnTo>
                    <a:pt x="70915" y="325955"/>
                  </a:lnTo>
                  <a:lnTo>
                    <a:pt x="70936" y="325707"/>
                  </a:lnTo>
                  <a:lnTo>
                    <a:pt x="70873" y="325442"/>
                  </a:lnTo>
                  <a:lnTo>
                    <a:pt x="71066" y="325193"/>
                  </a:lnTo>
                  <a:lnTo>
                    <a:pt x="71280" y="325242"/>
                  </a:lnTo>
                  <a:lnTo>
                    <a:pt x="71711" y="325262"/>
                  </a:lnTo>
                  <a:lnTo>
                    <a:pt x="72449" y="325965"/>
                  </a:lnTo>
                  <a:lnTo>
                    <a:pt x="72642" y="326174"/>
                  </a:lnTo>
                  <a:lnTo>
                    <a:pt x="72817" y="326520"/>
                  </a:lnTo>
                  <a:lnTo>
                    <a:pt x="72955" y="326633"/>
                  </a:lnTo>
                  <a:lnTo>
                    <a:pt x="73332" y="326891"/>
                  </a:lnTo>
                  <a:lnTo>
                    <a:pt x="73756" y="327352"/>
                  </a:lnTo>
                  <a:lnTo>
                    <a:pt x="73747" y="327666"/>
                  </a:lnTo>
                  <a:lnTo>
                    <a:pt x="74041" y="328095"/>
                  </a:lnTo>
                  <a:lnTo>
                    <a:pt x="74429" y="328083"/>
                  </a:lnTo>
                  <a:lnTo>
                    <a:pt x="74796" y="327956"/>
                  </a:lnTo>
                  <a:lnTo>
                    <a:pt x="75252" y="327722"/>
                  </a:lnTo>
                  <a:lnTo>
                    <a:pt x="75547" y="327541"/>
                  </a:lnTo>
                  <a:lnTo>
                    <a:pt x="75476" y="327196"/>
                  </a:lnTo>
                  <a:lnTo>
                    <a:pt x="75547" y="326959"/>
                  </a:lnTo>
                  <a:lnTo>
                    <a:pt x="75844" y="326779"/>
                  </a:lnTo>
                  <a:lnTo>
                    <a:pt x="75943" y="326597"/>
                  </a:lnTo>
                  <a:lnTo>
                    <a:pt x="75984" y="326442"/>
                  </a:lnTo>
                  <a:lnTo>
                    <a:pt x="76027" y="326268"/>
                  </a:lnTo>
                  <a:lnTo>
                    <a:pt x="76335" y="325847"/>
                  </a:lnTo>
                  <a:lnTo>
                    <a:pt x="76939" y="325860"/>
                  </a:lnTo>
                  <a:lnTo>
                    <a:pt x="77675" y="326213"/>
                  </a:lnTo>
                  <a:lnTo>
                    <a:pt x="78061" y="326143"/>
                  </a:lnTo>
                  <a:lnTo>
                    <a:pt x="78273" y="326289"/>
                  </a:lnTo>
                  <a:lnTo>
                    <a:pt x="78355" y="326471"/>
                  </a:lnTo>
                  <a:lnTo>
                    <a:pt x="78285" y="326860"/>
                  </a:lnTo>
                  <a:lnTo>
                    <a:pt x="78244" y="327368"/>
                  </a:lnTo>
                  <a:lnTo>
                    <a:pt x="78486" y="327527"/>
                  </a:lnTo>
                  <a:lnTo>
                    <a:pt x="78679" y="327489"/>
                  </a:lnTo>
                  <a:lnTo>
                    <a:pt x="78922" y="327318"/>
                  </a:lnTo>
                  <a:lnTo>
                    <a:pt x="79434" y="327781"/>
                  </a:lnTo>
                  <a:lnTo>
                    <a:pt x="79925" y="327431"/>
                  </a:lnTo>
                  <a:lnTo>
                    <a:pt x="80500" y="327000"/>
                  </a:lnTo>
                  <a:lnTo>
                    <a:pt x="81276" y="326679"/>
                  </a:lnTo>
                  <a:lnTo>
                    <a:pt x="81142" y="326029"/>
                  </a:lnTo>
                  <a:lnTo>
                    <a:pt x="80804" y="325556"/>
                  </a:lnTo>
                  <a:lnTo>
                    <a:pt x="80649" y="325441"/>
                  </a:lnTo>
                  <a:lnTo>
                    <a:pt x="80349" y="325340"/>
                  </a:lnTo>
                  <a:lnTo>
                    <a:pt x="80170" y="325000"/>
                  </a:lnTo>
                  <a:lnTo>
                    <a:pt x="80056" y="324340"/>
                  </a:lnTo>
                  <a:lnTo>
                    <a:pt x="80119" y="324183"/>
                  </a:lnTo>
                  <a:lnTo>
                    <a:pt x="80295" y="323821"/>
                  </a:lnTo>
                  <a:lnTo>
                    <a:pt x="80502" y="323681"/>
                  </a:lnTo>
                  <a:lnTo>
                    <a:pt x="80972" y="323625"/>
                  </a:lnTo>
                  <a:lnTo>
                    <a:pt x="81638" y="323345"/>
                  </a:lnTo>
                  <a:lnTo>
                    <a:pt x="81800" y="323122"/>
                  </a:lnTo>
                  <a:lnTo>
                    <a:pt x="81819" y="322854"/>
                  </a:lnTo>
                  <a:lnTo>
                    <a:pt x="81717" y="322719"/>
                  </a:lnTo>
                  <a:lnTo>
                    <a:pt x="81871" y="322454"/>
                  </a:lnTo>
                  <a:lnTo>
                    <a:pt x="82423" y="322354"/>
                  </a:lnTo>
                  <a:lnTo>
                    <a:pt x="82598" y="322050"/>
                  </a:lnTo>
                  <a:lnTo>
                    <a:pt x="82730" y="321739"/>
                  </a:lnTo>
                  <a:lnTo>
                    <a:pt x="82927" y="321360"/>
                  </a:lnTo>
                  <a:lnTo>
                    <a:pt x="83085" y="321291"/>
                  </a:lnTo>
                  <a:lnTo>
                    <a:pt x="83212" y="321370"/>
                  </a:lnTo>
                  <a:lnTo>
                    <a:pt x="83408" y="321752"/>
                  </a:lnTo>
                  <a:lnTo>
                    <a:pt x="83607" y="321980"/>
                  </a:lnTo>
                  <a:lnTo>
                    <a:pt x="84437" y="322201"/>
                  </a:lnTo>
                  <a:lnTo>
                    <a:pt x="84988" y="322162"/>
                  </a:lnTo>
                  <a:lnTo>
                    <a:pt x="85422" y="321887"/>
                  </a:lnTo>
                  <a:lnTo>
                    <a:pt x="85501" y="321757"/>
                  </a:lnTo>
                  <a:lnTo>
                    <a:pt x="85314" y="321379"/>
                  </a:lnTo>
                  <a:lnTo>
                    <a:pt x="85117" y="321330"/>
                  </a:lnTo>
                  <a:lnTo>
                    <a:pt x="84927" y="321167"/>
                  </a:lnTo>
                  <a:lnTo>
                    <a:pt x="84931" y="321012"/>
                  </a:lnTo>
                  <a:lnTo>
                    <a:pt x="84755" y="320393"/>
                  </a:lnTo>
                  <a:lnTo>
                    <a:pt x="84475" y="320223"/>
                  </a:lnTo>
                  <a:lnTo>
                    <a:pt x="84232" y="320079"/>
                  </a:lnTo>
                  <a:lnTo>
                    <a:pt x="84079" y="320041"/>
                  </a:lnTo>
                  <a:lnTo>
                    <a:pt x="83943" y="319852"/>
                  </a:lnTo>
                  <a:lnTo>
                    <a:pt x="84020" y="319308"/>
                  </a:lnTo>
                  <a:lnTo>
                    <a:pt x="84022" y="319108"/>
                  </a:lnTo>
                  <a:lnTo>
                    <a:pt x="83905" y="318831"/>
                  </a:lnTo>
                  <a:lnTo>
                    <a:pt x="83659" y="318514"/>
                  </a:lnTo>
                  <a:lnTo>
                    <a:pt x="82990" y="318420"/>
                  </a:lnTo>
                  <a:lnTo>
                    <a:pt x="82857" y="318556"/>
                  </a:lnTo>
                  <a:lnTo>
                    <a:pt x="82449" y="318084"/>
                  </a:lnTo>
                  <a:lnTo>
                    <a:pt x="82427" y="317955"/>
                  </a:lnTo>
                  <a:lnTo>
                    <a:pt x="82586" y="317396"/>
                  </a:lnTo>
                  <a:lnTo>
                    <a:pt x="82515" y="317025"/>
                  </a:lnTo>
                  <a:lnTo>
                    <a:pt x="82388" y="316790"/>
                  </a:lnTo>
                  <a:lnTo>
                    <a:pt x="82366" y="316507"/>
                  </a:lnTo>
                  <a:lnTo>
                    <a:pt x="82572" y="316182"/>
                  </a:lnTo>
                  <a:lnTo>
                    <a:pt x="82594" y="315355"/>
                  </a:lnTo>
                  <a:lnTo>
                    <a:pt x="82094" y="314739"/>
                  </a:lnTo>
                  <a:lnTo>
                    <a:pt x="81801" y="314289"/>
                  </a:lnTo>
                  <a:lnTo>
                    <a:pt x="81602" y="314018"/>
                  </a:lnTo>
                  <a:lnTo>
                    <a:pt x="81502" y="313874"/>
                  </a:lnTo>
                  <a:lnTo>
                    <a:pt x="81407" y="313558"/>
                  </a:lnTo>
                  <a:lnTo>
                    <a:pt x="81719" y="313310"/>
                  </a:lnTo>
                  <a:lnTo>
                    <a:pt x="82085" y="313541"/>
                  </a:lnTo>
                  <a:lnTo>
                    <a:pt x="82145" y="313694"/>
                  </a:lnTo>
                  <a:lnTo>
                    <a:pt x="82395" y="313892"/>
                  </a:lnTo>
                  <a:lnTo>
                    <a:pt x="82793" y="314091"/>
                  </a:lnTo>
                  <a:lnTo>
                    <a:pt x="83041" y="314129"/>
                  </a:lnTo>
                  <a:lnTo>
                    <a:pt x="83757" y="313873"/>
                  </a:lnTo>
                  <a:lnTo>
                    <a:pt x="83822" y="313376"/>
                  </a:lnTo>
                  <a:lnTo>
                    <a:pt x="83560" y="312982"/>
                  </a:lnTo>
                  <a:lnTo>
                    <a:pt x="83566" y="312441"/>
                  </a:lnTo>
                  <a:lnTo>
                    <a:pt x="83870" y="311775"/>
                  </a:lnTo>
                  <a:lnTo>
                    <a:pt x="84380" y="311667"/>
                  </a:lnTo>
                  <a:lnTo>
                    <a:pt x="84524" y="311593"/>
                  </a:lnTo>
                  <a:lnTo>
                    <a:pt x="84294" y="310995"/>
                  </a:lnTo>
                  <a:lnTo>
                    <a:pt x="84386" y="310408"/>
                  </a:lnTo>
                  <a:lnTo>
                    <a:pt x="84234" y="310283"/>
                  </a:lnTo>
                  <a:lnTo>
                    <a:pt x="83920" y="309896"/>
                  </a:lnTo>
                  <a:lnTo>
                    <a:pt x="84178" y="309786"/>
                  </a:lnTo>
                  <a:lnTo>
                    <a:pt x="84419" y="309834"/>
                  </a:lnTo>
                  <a:lnTo>
                    <a:pt x="84548" y="309564"/>
                  </a:lnTo>
                  <a:lnTo>
                    <a:pt x="84551" y="309380"/>
                  </a:lnTo>
                  <a:lnTo>
                    <a:pt x="84498" y="309122"/>
                  </a:lnTo>
                  <a:lnTo>
                    <a:pt x="84472" y="308693"/>
                  </a:lnTo>
                  <a:lnTo>
                    <a:pt x="84801" y="308518"/>
                  </a:lnTo>
                  <a:lnTo>
                    <a:pt x="85036" y="308609"/>
                  </a:lnTo>
                  <a:lnTo>
                    <a:pt x="85605" y="309201"/>
                  </a:lnTo>
                  <a:lnTo>
                    <a:pt x="85772" y="309571"/>
                  </a:lnTo>
                  <a:lnTo>
                    <a:pt x="85775" y="309713"/>
                  </a:lnTo>
                  <a:lnTo>
                    <a:pt x="85913" y="309912"/>
                  </a:lnTo>
                  <a:lnTo>
                    <a:pt x="86132" y="309827"/>
                  </a:lnTo>
                  <a:lnTo>
                    <a:pt x="86225" y="309658"/>
                  </a:lnTo>
                  <a:lnTo>
                    <a:pt x="86200" y="309347"/>
                  </a:lnTo>
                  <a:lnTo>
                    <a:pt x="86256" y="309152"/>
                  </a:lnTo>
                  <a:lnTo>
                    <a:pt x="86696" y="308933"/>
                  </a:lnTo>
                  <a:lnTo>
                    <a:pt x="87117" y="308638"/>
                  </a:lnTo>
                  <a:lnTo>
                    <a:pt x="87182" y="308504"/>
                  </a:lnTo>
                  <a:lnTo>
                    <a:pt x="87518" y="308633"/>
                  </a:lnTo>
                  <a:lnTo>
                    <a:pt x="88017" y="308749"/>
                  </a:lnTo>
                  <a:lnTo>
                    <a:pt x="88319" y="308531"/>
                  </a:lnTo>
                  <a:lnTo>
                    <a:pt x="88832" y="308723"/>
                  </a:lnTo>
                  <a:lnTo>
                    <a:pt x="89138" y="308784"/>
                  </a:lnTo>
                  <a:lnTo>
                    <a:pt x="89326" y="308701"/>
                  </a:lnTo>
                  <a:lnTo>
                    <a:pt x="89534" y="308531"/>
                  </a:lnTo>
                  <a:lnTo>
                    <a:pt x="89654" y="308400"/>
                  </a:lnTo>
                  <a:lnTo>
                    <a:pt x="89762" y="308216"/>
                  </a:lnTo>
                  <a:lnTo>
                    <a:pt x="89771" y="308087"/>
                  </a:lnTo>
                  <a:lnTo>
                    <a:pt x="89675" y="307418"/>
                  </a:lnTo>
                  <a:lnTo>
                    <a:pt x="90145" y="307529"/>
                  </a:lnTo>
                  <a:lnTo>
                    <a:pt x="90549" y="307559"/>
                  </a:lnTo>
                  <a:lnTo>
                    <a:pt x="90921" y="307678"/>
                  </a:lnTo>
                  <a:lnTo>
                    <a:pt x="91219" y="307693"/>
                  </a:lnTo>
                  <a:lnTo>
                    <a:pt x="91392" y="307684"/>
                  </a:lnTo>
                  <a:lnTo>
                    <a:pt x="91882" y="307462"/>
                  </a:lnTo>
                  <a:lnTo>
                    <a:pt x="92116" y="307119"/>
                  </a:lnTo>
                  <a:lnTo>
                    <a:pt x="92164" y="306841"/>
                  </a:lnTo>
                  <a:lnTo>
                    <a:pt x="92115" y="306594"/>
                  </a:lnTo>
                  <a:lnTo>
                    <a:pt x="92022" y="306433"/>
                  </a:lnTo>
                  <a:lnTo>
                    <a:pt x="92190" y="306442"/>
                  </a:lnTo>
                  <a:lnTo>
                    <a:pt x="92423" y="306449"/>
                  </a:lnTo>
                  <a:lnTo>
                    <a:pt x="92599" y="306294"/>
                  </a:lnTo>
                  <a:lnTo>
                    <a:pt x="92891" y="306181"/>
                  </a:lnTo>
                  <a:lnTo>
                    <a:pt x="93164" y="306252"/>
                  </a:lnTo>
                  <a:lnTo>
                    <a:pt x="93229" y="306495"/>
                  </a:lnTo>
                  <a:lnTo>
                    <a:pt x="93573" y="306580"/>
                  </a:lnTo>
                  <a:lnTo>
                    <a:pt x="93760" y="306363"/>
                  </a:lnTo>
                  <a:lnTo>
                    <a:pt x="93980" y="306236"/>
                  </a:lnTo>
                  <a:lnTo>
                    <a:pt x="94089" y="306045"/>
                  </a:lnTo>
                  <a:lnTo>
                    <a:pt x="94726" y="305809"/>
                  </a:lnTo>
                  <a:lnTo>
                    <a:pt x="95188" y="305910"/>
                  </a:lnTo>
                  <a:lnTo>
                    <a:pt x="95526" y="305891"/>
                  </a:lnTo>
                  <a:lnTo>
                    <a:pt x="95773" y="305949"/>
                  </a:lnTo>
                  <a:lnTo>
                    <a:pt x="95963" y="305635"/>
                  </a:lnTo>
                  <a:lnTo>
                    <a:pt x="96537" y="305014"/>
                  </a:lnTo>
                  <a:lnTo>
                    <a:pt x="96689" y="304651"/>
                  </a:lnTo>
                  <a:lnTo>
                    <a:pt x="96886" y="304402"/>
                  </a:lnTo>
                  <a:lnTo>
                    <a:pt x="97088" y="304121"/>
                  </a:lnTo>
                  <a:lnTo>
                    <a:pt x="96853" y="303456"/>
                  </a:lnTo>
                  <a:lnTo>
                    <a:pt x="96652" y="303102"/>
                  </a:lnTo>
                  <a:lnTo>
                    <a:pt x="95996" y="302698"/>
                  </a:lnTo>
                  <a:lnTo>
                    <a:pt x="95998" y="302291"/>
                  </a:lnTo>
                  <a:lnTo>
                    <a:pt x="96834" y="302376"/>
                  </a:lnTo>
                  <a:lnTo>
                    <a:pt x="97294" y="302114"/>
                  </a:lnTo>
                  <a:lnTo>
                    <a:pt x="97454" y="301842"/>
                  </a:lnTo>
                  <a:lnTo>
                    <a:pt x="97699" y="301903"/>
                  </a:lnTo>
                  <a:lnTo>
                    <a:pt x="98095" y="301764"/>
                  </a:lnTo>
                  <a:lnTo>
                    <a:pt x="98244" y="301767"/>
                  </a:lnTo>
                  <a:lnTo>
                    <a:pt x="98429" y="301861"/>
                  </a:lnTo>
                  <a:lnTo>
                    <a:pt x="98711" y="302022"/>
                  </a:lnTo>
                  <a:lnTo>
                    <a:pt x="99434" y="301792"/>
                  </a:lnTo>
                  <a:lnTo>
                    <a:pt x="99726" y="301953"/>
                  </a:lnTo>
                  <a:lnTo>
                    <a:pt x="99947" y="301916"/>
                  </a:lnTo>
                  <a:lnTo>
                    <a:pt x="100411" y="301955"/>
                  </a:lnTo>
                  <a:lnTo>
                    <a:pt x="100637" y="302066"/>
                  </a:lnTo>
                  <a:lnTo>
                    <a:pt x="100780" y="302093"/>
                  </a:lnTo>
                  <a:lnTo>
                    <a:pt x="101177" y="302048"/>
                  </a:lnTo>
                  <a:lnTo>
                    <a:pt x="101441" y="301886"/>
                  </a:lnTo>
                  <a:lnTo>
                    <a:pt x="101450" y="301604"/>
                  </a:lnTo>
                  <a:lnTo>
                    <a:pt x="101663" y="301517"/>
                  </a:lnTo>
                  <a:lnTo>
                    <a:pt x="102095" y="301549"/>
                  </a:lnTo>
                  <a:lnTo>
                    <a:pt x="102350" y="301348"/>
                  </a:lnTo>
                  <a:lnTo>
                    <a:pt x="102588" y="300962"/>
                  </a:lnTo>
                  <a:lnTo>
                    <a:pt x="102805" y="300317"/>
                  </a:lnTo>
                  <a:lnTo>
                    <a:pt x="102973" y="300074"/>
                  </a:lnTo>
                  <a:lnTo>
                    <a:pt x="103281" y="299942"/>
                  </a:lnTo>
                  <a:lnTo>
                    <a:pt x="103510" y="299776"/>
                  </a:lnTo>
                  <a:lnTo>
                    <a:pt x="103546" y="299526"/>
                  </a:lnTo>
                  <a:lnTo>
                    <a:pt x="103684" y="299516"/>
                  </a:lnTo>
                  <a:lnTo>
                    <a:pt x="103855" y="299607"/>
                  </a:lnTo>
                  <a:lnTo>
                    <a:pt x="104135" y="299664"/>
                  </a:lnTo>
                  <a:lnTo>
                    <a:pt x="104289" y="299224"/>
                  </a:lnTo>
                  <a:lnTo>
                    <a:pt x="104826" y="299048"/>
                  </a:lnTo>
                  <a:lnTo>
                    <a:pt x="104859" y="298918"/>
                  </a:lnTo>
                  <a:lnTo>
                    <a:pt x="104846" y="298733"/>
                  </a:lnTo>
                  <a:lnTo>
                    <a:pt x="104845" y="298495"/>
                  </a:lnTo>
                  <a:lnTo>
                    <a:pt x="104971" y="298201"/>
                  </a:lnTo>
                  <a:lnTo>
                    <a:pt x="105181" y="297921"/>
                  </a:lnTo>
                  <a:lnTo>
                    <a:pt x="105422" y="297469"/>
                  </a:lnTo>
                  <a:lnTo>
                    <a:pt x="105985" y="297043"/>
                  </a:lnTo>
                  <a:lnTo>
                    <a:pt x="106112" y="296894"/>
                  </a:lnTo>
                  <a:lnTo>
                    <a:pt x="106170" y="296378"/>
                  </a:lnTo>
                  <a:lnTo>
                    <a:pt x="106736" y="296323"/>
                  </a:lnTo>
                  <a:lnTo>
                    <a:pt x="106962" y="295970"/>
                  </a:lnTo>
                  <a:lnTo>
                    <a:pt x="107102" y="295888"/>
                  </a:lnTo>
                  <a:lnTo>
                    <a:pt x="107210" y="295548"/>
                  </a:lnTo>
                  <a:lnTo>
                    <a:pt x="107499" y="295350"/>
                  </a:lnTo>
                  <a:lnTo>
                    <a:pt x="107521" y="295092"/>
                  </a:lnTo>
                  <a:lnTo>
                    <a:pt x="107525" y="294641"/>
                  </a:lnTo>
                  <a:lnTo>
                    <a:pt x="107922" y="294246"/>
                  </a:lnTo>
                  <a:lnTo>
                    <a:pt x="108109" y="293815"/>
                  </a:lnTo>
                  <a:lnTo>
                    <a:pt x="108138" y="293626"/>
                  </a:lnTo>
                  <a:lnTo>
                    <a:pt x="108043" y="293098"/>
                  </a:lnTo>
                  <a:lnTo>
                    <a:pt x="107832" y="292986"/>
                  </a:lnTo>
                  <a:lnTo>
                    <a:pt x="107734" y="292750"/>
                  </a:lnTo>
                  <a:lnTo>
                    <a:pt x="107808" y="292560"/>
                  </a:lnTo>
                  <a:lnTo>
                    <a:pt x="107789" y="292369"/>
                  </a:lnTo>
                  <a:lnTo>
                    <a:pt x="107710" y="292137"/>
                  </a:lnTo>
                  <a:lnTo>
                    <a:pt x="107675" y="291888"/>
                  </a:lnTo>
                  <a:lnTo>
                    <a:pt x="107915" y="291921"/>
                  </a:lnTo>
                  <a:lnTo>
                    <a:pt x="108199" y="291691"/>
                  </a:lnTo>
                  <a:lnTo>
                    <a:pt x="108659" y="291458"/>
                  </a:lnTo>
                  <a:lnTo>
                    <a:pt x="108865" y="291381"/>
                  </a:lnTo>
                  <a:lnTo>
                    <a:pt x="109175" y="291072"/>
                  </a:lnTo>
                  <a:lnTo>
                    <a:pt x="108982" y="290763"/>
                  </a:lnTo>
                  <a:lnTo>
                    <a:pt x="108817" y="290652"/>
                  </a:lnTo>
                  <a:lnTo>
                    <a:pt x="108658" y="290263"/>
                  </a:lnTo>
                  <a:lnTo>
                    <a:pt x="108983" y="289939"/>
                  </a:lnTo>
                  <a:lnTo>
                    <a:pt x="109173" y="289933"/>
                  </a:lnTo>
                  <a:lnTo>
                    <a:pt x="109616" y="289593"/>
                  </a:lnTo>
                  <a:lnTo>
                    <a:pt x="109659" y="289427"/>
                  </a:lnTo>
                  <a:lnTo>
                    <a:pt x="110123" y="289110"/>
                  </a:lnTo>
                  <a:lnTo>
                    <a:pt x="110250" y="289109"/>
                  </a:lnTo>
                  <a:lnTo>
                    <a:pt x="110372" y="288811"/>
                  </a:lnTo>
                  <a:lnTo>
                    <a:pt x="110191" y="288365"/>
                  </a:lnTo>
                  <a:lnTo>
                    <a:pt x="110084" y="288172"/>
                  </a:lnTo>
                  <a:lnTo>
                    <a:pt x="110097" y="287820"/>
                  </a:lnTo>
                  <a:lnTo>
                    <a:pt x="110322" y="287577"/>
                  </a:lnTo>
                  <a:lnTo>
                    <a:pt x="110318" y="287336"/>
                  </a:lnTo>
                  <a:lnTo>
                    <a:pt x="109755" y="287595"/>
                  </a:lnTo>
                  <a:lnTo>
                    <a:pt x="109566" y="287503"/>
                  </a:lnTo>
                  <a:lnTo>
                    <a:pt x="109152" y="287638"/>
                  </a:lnTo>
                  <a:lnTo>
                    <a:pt x="108816" y="287532"/>
                  </a:lnTo>
                  <a:lnTo>
                    <a:pt x="108605" y="287365"/>
                  </a:lnTo>
                  <a:lnTo>
                    <a:pt x="108186" y="286940"/>
                  </a:lnTo>
                  <a:lnTo>
                    <a:pt x="108044" y="286472"/>
                  </a:lnTo>
                  <a:lnTo>
                    <a:pt x="108078" y="286192"/>
                  </a:lnTo>
                  <a:lnTo>
                    <a:pt x="108094" y="285939"/>
                  </a:lnTo>
                  <a:lnTo>
                    <a:pt x="108120" y="285565"/>
                  </a:lnTo>
                  <a:lnTo>
                    <a:pt x="108340" y="285134"/>
                  </a:lnTo>
                  <a:lnTo>
                    <a:pt x="108229" y="284935"/>
                  </a:lnTo>
                  <a:lnTo>
                    <a:pt x="108167" y="284763"/>
                  </a:lnTo>
                  <a:lnTo>
                    <a:pt x="108171" y="284584"/>
                  </a:lnTo>
                  <a:lnTo>
                    <a:pt x="108164" y="284317"/>
                  </a:lnTo>
                  <a:lnTo>
                    <a:pt x="107853" y="284265"/>
                  </a:lnTo>
                  <a:lnTo>
                    <a:pt x="107962" y="284121"/>
                  </a:lnTo>
                  <a:lnTo>
                    <a:pt x="108427" y="283808"/>
                  </a:lnTo>
                  <a:lnTo>
                    <a:pt x="108779" y="283753"/>
                  </a:lnTo>
                  <a:lnTo>
                    <a:pt x="109030" y="283507"/>
                  </a:lnTo>
                  <a:lnTo>
                    <a:pt x="108952" y="283276"/>
                  </a:lnTo>
                  <a:lnTo>
                    <a:pt x="108633" y="283264"/>
                  </a:lnTo>
                  <a:lnTo>
                    <a:pt x="108448" y="283220"/>
                  </a:lnTo>
                  <a:lnTo>
                    <a:pt x="108445" y="282996"/>
                  </a:lnTo>
                  <a:lnTo>
                    <a:pt x="108468" y="282774"/>
                  </a:lnTo>
                  <a:lnTo>
                    <a:pt x="108471" y="282541"/>
                  </a:lnTo>
                  <a:lnTo>
                    <a:pt x="108462" y="282234"/>
                  </a:lnTo>
                  <a:lnTo>
                    <a:pt x="108487" y="281682"/>
                  </a:lnTo>
                  <a:lnTo>
                    <a:pt x="108592" y="281459"/>
                  </a:lnTo>
                  <a:lnTo>
                    <a:pt x="108605" y="281246"/>
                  </a:lnTo>
                  <a:lnTo>
                    <a:pt x="108465" y="281185"/>
                  </a:lnTo>
                  <a:lnTo>
                    <a:pt x="108257" y="280838"/>
                  </a:lnTo>
                  <a:lnTo>
                    <a:pt x="108175" y="280656"/>
                  </a:lnTo>
                  <a:lnTo>
                    <a:pt x="108052" y="280474"/>
                  </a:lnTo>
                  <a:lnTo>
                    <a:pt x="107783" y="280188"/>
                  </a:lnTo>
                  <a:lnTo>
                    <a:pt x="107812" y="279916"/>
                  </a:lnTo>
                  <a:lnTo>
                    <a:pt x="107924" y="279665"/>
                  </a:lnTo>
                  <a:lnTo>
                    <a:pt x="107983" y="279299"/>
                  </a:lnTo>
                  <a:lnTo>
                    <a:pt x="107754" y="278776"/>
                  </a:lnTo>
                  <a:lnTo>
                    <a:pt x="107347" y="278856"/>
                  </a:lnTo>
                  <a:lnTo>
                    <a:pt x="107095" y="278617"/>
                  </a:lnTo>
                  <a:lnTo>
                    <a:pt x="107230" y="278309"/>
                  </a:lnTo>
                  <a:lnTo>
                    <a:pt x="107238" y="278095"/>
                  </a:lnTo>
                  <a:lnTo>
                    <a:pt x="107372" y="277904"/>
                  </a:lnTo>
                  <a:lnTo>
                    <a:pt x="107747" y="277522"/>
                  </a:lnTo>
                  <a:lnTo>
                    <a:pt x="108190" y="277176"/>
                  </a:lnTo>
                  <a:lnTo>
                    <a:pt x="108112" y="276678"/>
                  </a:lnTo>
                  <a:lnTo>
                    <a:pt x="107673" y="276451"/>
                  </a:lnTo>
                  <a:lnTo>
                    <a:pt x="107592" y="276198"/>
                  </a:lnTo>
                  <a:lnTo>
                    <a:pt x="107699" y="275550"/>
                  </a:lnTo>
                  <a:lnTo>
                    <a:pt x="107854" y="275168"/>
                  </a:lnTo>
                  <a:lnTo>
                    <a:pt x="107987" y="275093"/>
                  </a:lnTo>
                  <a:lnTo>
                    <a:pt x="108077" y="274937"/>
                  </a:lnTo>
                  <a:lnTo>
                    <a:pt x="108123" y="274692"/>
                  </a:lnTo>
                  <a:lnTo>
                    <a:pt x="108347" y="274231"/>
                  </a:lnTo>
                  <a:lnTo>
                    <a:pt x="108692" y="273976"/>
                  </a:lnTo>
                  <a:lnTo>
                    <a:pt x="108760" y="273748"/>
                  </a:lnTo>
                  <a:lnTo>
                    <a:pt x="108746" y="273349"/>
                  </a:lnTo>
                  <a:lnTo>
                    <a:pt x="108429" y="272916"/>
                  </a:lnTo>
                  <a:lnTo>
                    <a:pt x="108510" y="272644"/>
                  </a:lnTo>
                  <a:lnTo>
                    <a:pt x="108672" y="272312"/>
                  </a:lnTo>
                  <a:lnTo>
                    <a:pt x="108698" y="271998"/>
                  </a:lnTo>
                  <a:lnTo>
                    <a:pt x="108699" y="271793"/>
                  </a:lnTo>
                  <a:lnTo>
                    <a:pt x="108715" y="271630"/>
                  </a:lnTo>
                  <a:lnTo>
                    <a:pt x="108903" y="271316"/>
                  </a:lnTo>
                  <a:lnTo>
                    <a:pt x="108842" y="271179"/>
                  </a:lnTo>
                  <a:lnTo>
                    <a:pt x="108834" y="270844"/>
                  </a:lnTo>
                  <a:lnTo>
                    <a:pt x="108932" y="270687"/>
                  </a:lnTo>
                  <a:lnTo>
                    <a:pt x="108944" y="270294"/>
                  </a:lnTo>
                  <a:lnTo>
                    <a:pt x="109045" y="269979"/>
                  </a:lnTo>
                  <a:lnTo>
                    <a:pt x="109310" y="269990"/>
                  </a:lnTo>
                  <a:lnTo>
                    <a:pt x="109559" y="270012"/>
                  </a:lnTo>
                  <a:lnTo>
                    <a:pt x="109766" y="270046"/>
                  </a:lnTo>
                  <a:lnTo>
                    <a:pt x="110164" y="270111"/>
                  </a:lnTo>
                  <a:lnTo>
                    <a:pt x="110214" y="269942"/>
                  </a:lnTo>
                  <a:lnTo>
                    <a:pt x="110253" y="269672"/>
                  </a:lnTo>
                  <a:lnTo>
                    <a:pt x="110418" y="269461"/>
                  </a:lnTo>
                  <a:lnTo>
                    <a:pt x="110566" y="269483"/>
                  </a:lnTo>
                  <a:lnTo>
                    <a:pt x="110805" y="269149"/>
                  </a:lnTo>
                  <a:lnTo>
                    <a:pt x="110909" y="268949"/>
                  </a:lnTo>
                  <a:lnTo>
                    <a:pt x="111271" y="268692"/>
                  </a:lnTo>
                  <a:lnTo>
                    <a:pt x="111399" y="268619"/>
                  </a:lnTo>
                  <a:lnTo>
                    <a:pt x="111452" y="268476"/>
                  </a:lnTo>
                  <a:lnTo>
                    <a:pt x="111598" y="268048"/>
                  </a:lnTo>
                  <a:lnTo>
                    <a:pt x="111798" y="267831"/>
                  </a:lnTo>
                  <a:lnTo>
                    <a:pt x="111962" y="267396"/>
                  </a:lnTo>
                  <a:lnTo>
                    <a:pt x="112072" y="266943"/>
                  </a:lnTo>
                  <a:lnTo>
                    <a:pt x="112062" y="266736"/>
                  </a:lnTo>
                  <a:lnTo>
                    <a:pt x="112152" y="266263"/>
                  </a:lnTo>
                  <a:lnTo>
                    <a:pt x="112532" y="265847"/>
                  </a:lnTo>
                  <a:lnTo>
                    <a:pt x="112550" y="265717"/>
                  </a:lnTo>
                  <a:lnTo>
                    <a:pt x="112508" y="264844"/>
                  </a:lnTo>
                  <a:lnTo>
                    <a:pt x="112481" y="264579"/>
                  </a:lnTo>
                  <a:lnTo>
                    <a:pt x="112362" y="264142"/>
                  </a:lnTo>
                  <a:lnTo>
                    <a:pt x="112374" y="263798"/>
                  </a:lnTo>
                  <a:lnTo>
                    <a:pt x="112508" y="263063"/>
                  </a:lnTo>
                  <a:lnTo>
                    <a:pt x="113015" y="262953"/>
                  </a:lnTo>
                  <a:lnTo>
                    <a:pt x="113272" y="263004"/>
                  </a:lnTo>
                  <a:lnTo>
                    <a:pt x="113554" y="263111"/>
                  </a:lnTo>
                  <a:lnTo>
                    <a:pt x="114215" y="262962"/>
                  </a:lnTo>
                  <a:lnTo>
                    <a:pt x="114498" y="262834"/>
                  </a:lnTo>
                  <a:lnTo>
                    <a:pt x="114689" y="262641"/>
                  </a:lnTo>
                  <a:lnTo>
                    <a:pt x="114880" y="262451"/>
                  </a:lnTo>
                  <a:lnTo>
                    <a:pt x="115173" y="262804"/>
                  </a:lnTo>
                  <a:lnTo>
                    <a:pt x="115405" y="262788"/>
                  </a:lnTo>
                  <a:lnTo>
                    <a:pt x="115544" y="262720"/>
                  </a:lnTo>
                  <a:lnTo>
                    <a:pt x="116111" y="262356"/>
                  </a:lnTo>
                  <a:lnTo>
                    <a:pt x="116603" y="262395"/>
                  </a:lnTo>
                  <a:lnTo>
                    <a:pt x="117089" y="262638"/>
                  </a:lnTo>
                  <a:lnTo>
                    <a:pt x="117408" y="262497"/>
                  </a:lnTo>
                  <a:lnTo>
                    <a:pt x="117329" y="262127"/>
                  </a:lnTo>
                  <a:lnTo>
                    <a:pt x="117358" y="261732"/>
                  </a:lnTo>
                  <a:lnTo>
                    <a:pt x="117507" y="261349"/>
                  </a:lnTo>
                  <a:lnTo>
                    <a:pt x="117886" y="260959"/>
                  </a:lnTo>
                  <a:lnTo>
                    <a:pt x="118075" y="260935"/>
                  </a:lnTo>
                  <a:lnTo>
                    <a:pt x="118215" y="260599"/>
                  </a:lnTo>
                  <a:lnTo>
                    <a:pt x="118306" y="260260"/>
                  </a:lnTo>
                  <a:lnTo>
                    <a:pt x="118449" y="260032"/>
                  </a:lnTo>
                  <a:lnTo>
                    <a:pt x="118639" y="260076"/>
                  </a:lnTo>
                  <a:lnTo>
                    <a:pt x="118968" y="259990"/>
                  </a:lnTo>
                  <a:lnTo>
                    <a:pt x="119300" y="259865"/>
                  </a:lnTo>
                  <a:lnTo>
                    <a:pt x="119349" y="259071"/>
                  </a:lnTo>
                  <a:lnTo>
                    <a:pt x="119217" y="258993"/>
                  </a:lnTo>
                  <a:lnTo>
                    <a:pt x="118841" y="258941"/>
                  </a:lnTo>
                  <a:lnTo>
                    <a:pt x="118525" y="258981"/>
                  </a:lnTo>
                  <a:lnTo>
                    <a:pt x="118342" y="259138"/>
                  </a:lnTo>
                  <a:lnTo>
                    <a:pt x="118079" y="258892"/>
                  </a:lnTo>
                  <a:lnTo>
                    <a:pt x="117619" y="258722"/>
                  </a:lnTo>
                  <a:lnTo>
                    <a:pt x="117452" y="258393"/>
                  </a:lnTo>
                  <a:lnTo>
                    <a:pt x="117692" y="258239"/>
                  </a:lnTo>
                  <a:lnTo>
                    <a:pt x="117914" y="257989"/>
                  </a:lnTo>
                  <a:lnTo>
                    <a:pt x="117883" y="257857"/>
                  </a:lnTo>
                  <a:lnTo>
                    <a:pt x="117875" y="257090"/>
                  </a:lnTo>
                  <a:lnTo>
                    <a:pt x="117886" y="256656"/>
                  </a:lnTo>
                  <a:lnTo>
                    <a:pt x="118103" y="255980"/>
                  </a:lnTo>
                  <a:lnTo>
                    <a:pt x="118289" y="255867"/>
                  </a:lnTo>
                  <a:lnTo>
                    <a:pt x="118690" y="254983"/>
                  </a:lnTo>
                  <a:lnTo>
                    <a:pt x="118880" y="254470"/>
                  </a:lnTo>
                  <a:lnTo>
                    <a:pt x="118883" y="254314"/>
                  </a:lnTo>
                  <a:lnTo>
                    <a:pt x="118882" y="254173"/>
                  </a:lnTo>
                  <a:lnTo>
                    <a:pt x="118906" y="254008"/>
                  </a:lnTo>
                  <a:lnTo>
                    <a:pt x="119078" y="253968"/>
                  </a:lnTo>
                  <a:lnTo>
                    <a:pt x="119392" y="254025"/>
                  </a:lnTo>
                  <a:lnTo>
                    <a:pt x="119853" y="254528"/>
                  </a:lnTo>
                  <a:lnTo>
                    <a:pt x="120105" y="254629"/>
                  </a:lnTo>
                  <a:lnTo>
                    <a:pt x="120385" y="254725"/>
                  </a:lnTo>
                  <a:lnTo>
                    <a:pt x="120489" y="254386"/>
                  </a:lnTo>
                  <a:lnTo>
                    <a:pt x="120435" y="254147"/>
                  </a:lnTo>
                  <a:lnTo>
                    <a:pt x="120533" y="253859"/>
                  </a:lnTo>
                  <a:lnTo>
                    <a:pt x="120784" y="253800"/>
                  </a:lnTo>
                  <a:lnTo>
                    <a:pt x="121199" y="253854"/>
                  </a:lnTo>
                  <a:lnTo>
                    <a:pt x="121301" y="254183"/>
                  </a:lnTo>
                  <a:lnTo>
                    <a:pt x="121502" y="254466"/>
                  </a:lnTo>
                  <a:lnTo>
                    <a:pt x="121951" y="254553"/>
                  </a:lnTo>
                  <a:lnTo>
                    <a:pt x="122511" y="254734"/>
                  </a:lnTo>
                  <a:lnTo>
                    <a:pt x="122747" y="254927"/>
                  </a:lnTo>
                  <a:lnTo>
                    <a:pt x="123060" y="254880"/>
                  </a:lnTo>
                  <a:lnTo>
                    <a:pt x="123433" y="255044"/>
                  </a:lnTo>
                  <a:lnTo>
                    <a:pt x="124385" y="254810"/>
                  </a:lnTo>
                  <a:lnTo>
                    <a:pt x="124945" y="254659"/>
                  </a:lnTo>
                  <a:lnTo>
                    <a:pt x="125094" y="254191"/>
                  </a:lnTo>
                  <a:lnTo>
                    <a:pt x="125473" y="253955"/>
                  </a:lnTo>
                  <a:lnTo>
                    <a:pt x="125388" y="253486"/>
                  </a:lnTo>
                  <a:lnTo>
                    <a:pt x="125322" y="252978"/>
                  </a:lnTo>
                  <a:lnTo>
                    <a:pt x="125406" y="252520"/>
                  </a:lnTo>
                  <a:lnTo>
                    <a:pt x="125407" y="252325"/>
                  </a:lnTo>
                  <a:lnTo>
                    <a:pt x="125015" y="252013"/>
                  </a:lnTo>
                  <a:lnTo>
                    <a:pt x="124989" y="251602"/>
                  </a:lnTo>
                  <a:lnTo>
                    <a:pt x="125295" y="250772"/>
                  </a:lnTo>
                  <a:lnTo>
                    <a:pt x="125361" y="250608"/>
                  </a:lnTo>
                  <a:lnTo>
                    <a:pt x="125496" y="250552"/>
                  </a:lnTo>
                  <a:lnTo>
                    <a:pt x="125883" y="250625"/>
                  </a:lnTo>
                  <a:lnTo>
                    <a:pt x="126029" y="250702"/>
                  </a:lnTo>
                  <a:lnTo>
                    <a:pt x="126382" y="250835"/>
                  </a:lnTo>
                  <a:lnTo>
                    <a:pt x="126664" y="250443"/>
                  </a:lnTo>
                  <a:lnTo>
                    <a:pt x="126717" y="250305"/>
                  </a:lnTo>
                  <a:lnTo>
                    <a:pt x="126735" y="250097"/>
                  </a:lnTo>
                  <a:lnTo>
                    <a:pt x="126701" y="249875"/>
                  </a:lnTo>
                  <a:lnTo>
                    <a:pt x="126474" y="249419"/>
                  </a:lnTo>
                  <a:lnTo>
                    <a:pt x="126722" y="248971"/>
                  </a:lnTo>
                  <a:lnTo>
                    <a:pt x="127278" y="249404"/>
                  </a:lnTo>
                  <a:lnTo>
                    <a:pt x="127629" y="249390"/>
                  </a:lnTo>
                  <a:lnTo>
                    <a:pt x="127786" y="249251"/>
                  </a:lnTo>
                  <a:lnTo>
                    <a:pt x="128830" y="249176"/>
                  </a:lnTo>
                  <a:lnTo>
                    <a:pt x="129203" y="248484"/>
                  </a:lnTo>
                  <a:lnTo>
                    <a:pt x="129286" y="248105"/>
                  </a:lnTo>
                  <a:lnTo>
                    <a:pt x="129530" y="247826"/>
                  </a:lnTo>
                  <a:lnTo>
                    <a:pt x="129827" y="247597"/>
                  </a:lnTo>
                  <a:lnTo>
                    <a:pt x="129977" y="247400"/>
                  </a:lnTo>
                  <a:lnTo>
                    <a:pt x="129917" y="247250"/>
                  </a:lnTo>
                  <a:lnTo>
                    <a:pt x="129644" y="246824"/>
                  </a:lnTo>
                  <a:lnTo>
                    <a:pt x="129261" y="246545"/>
                  </a:lnTo>
                  <a:lnTo>
                    <a:pt x="129258" y="245928"/>
                  </a:lnTo>
                  <a:lnTo>
                    <a:pt x="129175" y="245191"/>
                  </a:lnTo>
                  <a:lnTo>
                    <a:pt x="129101" y="244911"/>
                  </a:lnTo>
                  <a:lnTo>
                    <a:pt x="128868" y="244806"/>
                  </a:lnTo>
                  <a:lnTo>
                    <a:pt x="128628" y="244461"/>
                  </a:lnTo>
                  <a:lnTo>
                    <a:pt x="128352" y="243717"/>
                  </a:lnTo>
                  <a:lnTo>
                    <a:pt x="128034" y="243400"/>
                  </a:lnTo>
                  <a:lnTo>
                    <a:pt x="127641" y="242366"/>
                  </a:lnTo>
                  <a:lnTo>
                    <a:pt x="127535" y="241902"/>
                  </a:lnTo>
                  <a:lnTo>
                    <a:pt x="127556" y="241168"/>
                  </a:lnTo>
                  <a:lnTo>
                    <a:pt x="127714" y="240726"/>
                  </a:lnTo>
                  <a:lnTo>
                    <a:pt x="127908" y="239804"/>
                  </a:lnTo>
                  <a:lnTo>
                    <a:pt x="127535" y="239324"/>
                  </a:lnTo>
                  <a:lnTo>
                    <a:pt x="127259" y="239014"/>
                  </a:lnTo>
                  <a:lnTo>
                    <a:pt x="127239" y="238662"/>
                  </a:lnTo>
                  <a:lnTo>
                    <a:pt x="127397" y="238022"/>
                  </a:lnTo>
                  <a:lnTo>
                    <a:pt x="127440" y="237294"/>
                  </a:lnTo>
                  <a:lnTo>
                    <a:pt x="127929" y="236841"/>
                  </a:lnTo>
                  <a:lnTo>
                    <a:pt x="128084" y="236937"/>
                  </a:lnTo>
                  <a:lnTo>
                    <a:pt x="128252" y="236988"/>
                  </a:lnTo>
                  <a:lnTo>
                    <a:pt x="128841" y="236961"/>
                  </a:lnTo>
                  <a:lnTo>
                    <a:pt x="129274" y="236376"/>
                  </a:lnTo>
                  <a:lnTo>
                    <a:pt x="129810" y="236651"/>
                  </a:lnTo>
                  <a:lnTo>
                    <a:pt x="129985" y="236381"/>
                  </a:lnTo>
                  <a:lnTo>
                    <a:pt x="130119" y="235969"/>
                  </a:lnTo>
                  <a:lnTo>
                    <a:pt x="130603" y="235120"/>
                  </a:lnTo>
                  <a:lnTo>
                    <a:pt x="130966" y="235143"/>
                  </a:lnTo>
                  <a:lnTo>
                    <a:pt x="131323" y="235540"/>
                  </a:lnTo>
                  <a:lnTo>
                    <a:pt x="131695" y="235444"/>
                  </a:lnTo>
                  <a:lnTo>
                    <a:pt x="131821" y="235200"/>
                  </a:lnTo>
                  <a:lnTo>
                    <a:pt x="131818" y="235047"/>
                  </a:lnTo>
                  <a:lnTo>
                    <a:pt x="131823" y="234812"/>
                  </a:lnTo>
                  <a:lnTo>
                    <a:pt x="131893" y="234454"/>
                  </a:lnTo>
                  <a:lnTo>
                    <a:pt x="132323" y="234469"/>
                  </a:lnTo>
                  <a:lnTo>
                    <a:pt x="132478" y="234323"/>
                  </a:lnTo>
                  <a:lnTo>
                    <a:pt x="132555" y="234113"/>
                  </a:lnTo>
                  <a:lnTo>
                    <a:pt x="132802" y="233806"/>
                  </a:lnTo>
                  <a:lnTo>
                    <a:pt x="133358" y="233731"/>
                  </a:lnTo>
                  <a:lnTo>
                    <a:pt x="133781" y="232820"/>
                  </a:lnTo>
                  <a:lnTo>
                    <a:pt x="133944" y="232751"/>
                  </a:lnTo>
                  <a:lnTo>
                    <a:pt x="134000" y="232500"/>
                  </a:lnTo>
                  <a:lnTo>
                    <a:pt x="134496" y="231876"/>
                  </a:lnTo>
                  <a:lnTo>
                    <a:pt x="134599" y="230676"/>
                  </a:lnTo>
                  <a:lnTo>
                    <a:pt x="134604" y="230479"/>
                  </a:lnTo>
                  <a:lnTo>
                    <a:pt x="134473" y="229695"/>
                  </a:lnTo>
                  <a:lnTo>
                    <a:pt x="134095" y="229736"/>
                  </a:lnTo>
                  <a:lnTo>
                    <a:pt x="133807" y="228950"/>
                  </a:lnTo>
                  <a:lnTo>
                    <a:pt x="133794" y="228710"/>
                  </a:lnTo>
                  <a:lnTo>
                    <a:pt x="133716" y="228530"/>
                  </a:lnTo>
                  <a:lnTo>
                    <a:pt x="133353" y="227821"/>
                  </a:lnTo>
                  <a:lnTo>
                    <a:pt x="132888" y="227177"/>
                  </a:lnTo>
                  <a:lnTo>
                    <a:pt x="132552" y="227104"/>
                  </a:lnTo>
                  <a:lnTo>
                    <a:pt x="132364" y="227090"/>
                  </a:lnTo>
                  <a:lnTo>
                    <a:pt x="131869" y="226548"/>
                  </a:lnTo>
                  <a:lnTo>
                    <a:pt x="131681" y="226366"/>
                  </a:lnTo>
                  <a:lnTo>
                    <a:pt x="131616" y="225723"/>
                  </a:lnTo>
                  <a:lnTo>
                    <a:pt x="131699" y="225425"/>
                  </a:lnTo>
                  <a:lnTo>
                    <a:pt x="131929" y="225094"/>
                  </a:lnTo>
                  <a:lnTo>
                    <a:pt x="132314" y="224902"/>
                  </a:lnTo>
                  <a:lnTo>
                    <a:pt x="132439" y="224535"/>
                  </a:lnTo>
                  <a:lnTo>
                    <a:pt x="132458" y="224075"/>
                  </a:lnTo>
                  <a:lnTo>
                    <a:pt x="132503" y="223833"/>
                  </a:lnTo>
                  <a:lnTo>
                    <a:pt x="132486" y="223451"/>
                  </a:lnTo>
                  <a:lnTo>
                    <a:pt x="132448" y="223233"/>
                  </a:lnTo>
                  <a:lnTo>
                    <a:pt x="131786" y="222472"/>
                  </a:lnTo>
                  <a:lnTo>
                    <a:pt x="131373" y="222068"/>
                  </a:lnTo>
                  <a:lnTo>
                    <a:pt x="131385" y="221803"/>
                  </a:lnTo>
                  <a:lnTo>
                    <a:pt x="131295" y="221557"/>
                  </a:lnTo>
                  <a:lnTo>
                    <a:pt x="130982" y="221324"/>
                  </a:lnTo>
                  <a:lnTo>
                    <a:pt x="130740" y="221219"/>
                  </a:lnTo>
                  <a:lnTo>
                    <a:pt x="130450" y="220991"/>
                  </a:lnTo>
                  <a:lnTo>
                    <a:pt x="130369" y="220834"/>
                  </a:lnTo>
                  <a:lnTo>
                    <a:pt x="130204" y="220743"/>
                  </a:lnTo>
                  <a:lnTo>
                    <a:pt x="129838" y="220643"/>
                  </a:lnTo>
                  <a:lnTo>
                    <a:pt x="129818" y="220310"/>
                  </a:lnTo>
                  <a:lnTo>
                    <a:pt x="129756" y="220060"/>
                  </a:lnTo>
                  <a:lnTo>
                    <a:pt x="129680" y="219642"/>
                  </a:lnTo>
                  <a:lnTo>
                    <a:pt x="129457" y="219230"/>
                  </a:lnTo>
                  <a:lnTo>
                    <a:pt x="129434" y="219055"/>
                  </a:lnTo>
                  <a:lnTo>
                    <a:pt x="129641" y="218719"/>
                  </a:lnTo>
                  <a:lnTo>
                    <a:pt x="130082" y="218542"/>
                  </a:lnTo>
                  <a:lnTo>
                    <a:pt x="130319" y="218156"/>
                  </a:lnTo>
                  <a:lnTo>
                    <a:pt x="130136" y="217699"/>
                  </a:lnTo>
                  <a:lnTo>
                    <a:pt x="130044" y="217185"/>
                  </a:lnTo>
                  <a:lnTo>
                    <a:pt x="129762" y="216872"/>
                  </a:lnTo>
                  <a:lnTo>
                    <a:pt x="130221" y="216378"/>
                  </a:lnTo>
                  <a:lnTo>
                    <a:pt x="130365" y="216295"/>
                  </a:lnTo>
                  <a:lnTo>
                    <a:pt x="130449" y="216133"/>
                  </a:lnTo>
                  <a:lnTo>
                    <a:pt x="130477" y="215950"/>
                  </a:lnTo>
                  <a:lnTo>
                    <a:pt x="130728" y="215088"/>
                  </a:lnTo>
                  <a:lnTo>
                    <a:pt x="131051" y="214906"/>
                  </a:lnTo>
                  <a:lnTo>
                    <a:pt x="131704" y="214841"/>
                  </a:lnTo>
                  <a:lnTo>
                    <a:pt x="132078" y="214591"/>
                  </a:lnTo>
                  <a:lnTo>
                    <a:pt x="132600" y="214747"/>
                  </a:lnTo>
                  <a:lnTo>
                    <a:pt x="132885" y="214555"/>
                  </a:lnTo>
                  <a:lnTo>
                    <a:pt x="133102" y="214291"/>
                  </a:lnTo>
                  <a:lnTo>
                    <a:pt x="133472" y="213957"/>
                  </a:lnTo>
                  <a:lnTo>
                    <a:pt x="133521" y="213515"/>
                  </a:lnTo>
                  <a:lnTo>
                    <a:pt x="133511" y="213266"/>
                  </a:lnTo>
                  <a:lnTo>
                    <a:pt x="133521" y="212927"/>
                  </a:lnTo>
                  <a:lnTo>
                    <a:pt x="133594" y="212764"/>
                  </a:lnTo>
                  <a:lnTo>
                    <a:pt x="133802" y="212606"/>
                  </a:lnTo>
                  <a:lnTo>
                    <a:pt x="134092" y="212474"/>
                  </a:lnTo>
                  <a:lnTo>
                    <a:pt x="134562" y="211735"/>
                  </a:lnTo>
                  <a:lnTo>
                    <a:pt x="134805" y="211585"/>
                  </a:lnTo>
                  <a:lnTo>
                    <a:pt x="135472" y="211411"/>
                  </a:lnTo>
                  <a:lnTo>
                    <a:pt x="135878" y="210663"/>
                  </a:lnTo>
                  <a:lnTo>
                    <a:pt x="136278" y="210466"/>
                  </a:lnTo>
                  <a:lnTo>
                    <a:pt x="136626" y="210305"/>
                  </a:lnTo>
                  <a:lnTo>
                    <a:pt x="136949" y="210006"/>
                  </a:lnTo>
                  <a:lnTo>
                    <a:pt x="137141" y="209823"/>
                  </a:lnTo>
                  <a:lnTo>
                    <a:pt x="137931" y="210050"/>
                  </a:lnTo>
                  <a:lnTo>
                    <a:pt x="138170" y="210057"/>
                  </a:lnTo>
                  <a:lnTo>
                    <a:pt x="138588" y="209406"/>
                  </a:lnTo>
                  <a:lnTo>
                    <a:pt x="138775" y="208877"/>
                  </a:lnTo>
                  <a:lnTo>
                    <a:pt x="138589" y="208507"/>
                  </a:lnTo>
                  <a:lnTo>
                    <a:pt x="138572" y="207948"/>
                  </a:lnTo>
                  <a:lnTo>
                    <a:pt x="138675" y="207415"/>
                  </a:lnTo>
                  <a:lnTo>
                    <a:pt x="138786" y="207121"/>
                  </a:lnTo>
                  <a:lnTo>
                    <a:pt x="138847" y="206801"/>
                  </a:lnTo>
                  <a:lnTo>
                    <a:pt x="138959" y="206125"/>
                  </a:lnTo>
                  <a:lnTo>
                    <a:pt x="138815" y="205996"/>
                  </a:lnTo>
                  <a:lnTo>
                    <a:pt x="138424" y="205931"/>
                  </a:lnTo>
                  <a:lnTo>
                    <a:pt x="137966" y="205789"/>
                  </a:lnTo>
                  <a:lnTo>
                    <a:pt x="137628" y="205465"/>
                  </a:lnTo>
                  <a:lnTo>
                    <a:pt x="137339" y="205070"/>
                  </a:lnTo>
                  <a:lnTo>
                    <a:pt x="137137" y="205019"/>
                  </a:lnTo>
                  <a:lnTo>
                    <a:pt x="136930" y="204670"/>
                  </a:lnTo>
                  <a:lnTo>
                    <a:pt x="136887" y="204315"/>
                  </a:lnTo>
                  <a:lnTo>
                    <a:pt x="137107" y="203211"/>
                  </a:lnTo>
                  <a:lnTo>
                    <a:pt x="137371" y="203039"/>
                  </a:lnTo>
                  <a:lnTo>
                    <a:pt x="137754" y="202436"/>
                  </a:lnTo>
                  <a:lnTo>
                    <a:pt x="137999" y="201995"/>
                  </a:lnTo>
                  <a:lnTo>
                    <a:pt x="138040" y="201544"/>
                  </a:lnTo>
                  <a:lnTo>
                    <a:pt x="138059" y="200909"/>
                  </a:lnTo>
                  <a:lnTo>
                    <a:pt x="138066" y="200506"/>
                  </a:lnTo>
                  <a:lnTo>
                    <a:pt x="138121" y="200165"/>
                  </a:lnTo>
                  <a:lnTo>
                    <a:pt x="138311" y="199706"/>
                  </a:lnTo>
                  <a:lnTo>
                    <a:pt x="138486" y="198735"/>
                  </a:lnTo>
                  <a:lnTo>
                    <a:pt x="138801" y="197419"/>
                  </a:lnTo>
                  <a:lnTo>
                    <a:pt x="138926" y="197028"/>
                  </a:lnTo>
                  <a:lnTo>
                    <a:pt x="139052" y="196495"/>
                  </a:lnTo>
                  <a:lnTo>
                    <a:pt x="139148" y="195931"/>
                  </a:lnTo>
                  <a:lnTo>
                    <a:pt x="139409" y="195651"/>
                  </a:lnTo>
                  <a:lnTo>
                    <a:pt x="139402" y="194842"/>
                  </a:lnTo>
                  <a:lnTo>
                    <a:pt x="139887" y="194742"/>
                  </a:lnTo>
                  <a:lnTo>
                    <a:pt x="141121" y="194680"/>
                  </a:lnTo>
                  <a:lnTo>
                    <a:pt x="141766" y="194802"/>
                  </a:lnTo>
                  <a:lnTo>
                    <a:pt x="141969" y="195561"/>
                  </a:lnTo>
                  <a:lnTo>
                    <a:pt x="142130" y="195844"/>
                  </a:lnTo>
                  <a:lnTo>
                    <a:pt x="142679" y="195745"/>
                  </a:lnTo>
                  <a:lnTo>
                    <a:pt x="142892" y="195695"/>
                  </a:lnTo>
                  <a:lnTo>
                    <a:pt x="143184" y="195969"/>
                  </a:lnTo>
                  <a:lnTo>
                    <a:pt x="144007" y="195671"/>
                  </a:lnTo>
                  <a:lnTo>
                    <a:pt x="144154" y="195442"/>
                  </a:lnTo>
                  <a:lnTo>
                    <a:pt x="144461" y="195201"/>
                  </a:lnTo>
                  <a:lnTo>
                    <a:pt x="144675" y="195267"/>
                  </a:lnTo>
                  <a:lnTo>
                    <a:pt x="145033" y="195221"/>
                  </a:lnTo>
                  <a:lnTo>
                    <a:pt x="145565" y="194935"/>
                  </a:lnTo>
                  <a:lnTo>
                    <a:pt x="145599" y="194801"/>
                  </a:lnTo>
                  <a:lnTo>
                    <a:pt x="145996" y="194585"/>
                  </a:lnTo>
                  <a:lnTo>
                    <a:pt x="146183" y="194461"/>
                  </a:lnTo>
                  <a:lnTo>
                    <a:pt x="146322" y="194571"/>
                  </a:lnTo>
                  <a:lnTo>
                    <a:pt x="146526" y="194956"/>
                  </a:lnTo>
                  <a:lnTo>
                    <a:pt x="146867" y="195289"/>
                  </a:lnTo>
                  <a:lnTo>
                    <a:pt x="147061" y="195475"/>
                  </a:lnTo>
                  <a:lnTo>
                    <a:pt x="147255" y="195771"/>
                  </a:lnTo>
                  <a:lnTo>
                    <a:pt x="147233" y="196006"/>
                  </a:lnTo>
                  <a:lnTo>
                    <a:pt x="147149" y="196320"/>
                  </a:lnTo>
                  <a:lnTo>
                    <a:pt x="147333" y="196507"/>
                  </a:lnTo>
                  <a:lnTo>
                    <a:pt x="147773" y="196804"/>
                  </a:lnTo>
                  <a:lnTo>
                    <a:pt x="148090" y="196797"/>
                  </a:lnTo>
                  <a:lnTo>
                    <a:pt x="148277" y="196590"/>
                  </a:lnTo>
                  <a:lnTo>
                    <a:pt x="148626" y="196120"/>
                  </a:lnTo>
                  <a:lnTo>
                    <a:pt x="148767" y="195709"/>
                  </a:lnTo>
                  <a:lnTo>
                    <a:pt x="148805" y="195271"/>
                  </a:lnTo>
                  <a:lnTo>
                    <a:pt x="148861" y="195096"/>
                  </a:lnTo>
                  <a:lnTo>
                    <a:pt x="149269" y="194729"/>
                  </a:lnTo>
                  <a:lnTo>
                    <a:pt x="149499" y="194871"/>
                  </a:lnTo>
                  <a:lnTo>
                    <a:pt x="149681" y="195096"/>
                  </a:lnTo>
                  <a:lnTo>
                    <a:pt x="149806" y="195317"/>
                  </a:lnTo>
                  <a:lnTo>
                    <a:pt x="149741" y="195573"/>
                  </a:lnTo>
                  <a:lnTo>
                    <a:pt x="149687" y="195962"/>
                  </a:lnTo>
                  <a:lnTo>
                    <a:pt x="149947" y="196295"/>
                  </a:lnTo>
                  <a:lnTo>
                    <a:pt x="150338" y="196327"/>
                  </a:lnTo>
                  <a:lnTo>
                    <a:pt x="150519" y="196276"/>
                  </a:lnTo>
                  <a:lnTo>
                    <a:pt x="151398" y="196525"/>
                  </a:lnTo>
                  <a:lnTo>
                    <a:pt x="151418" y="196706"/>
                  </a:lnTo>
                  <a:lnTo>
                    <a:pt x="151699" y="196933"/>
                  </a:lnTo>
                  <a:lnTo>
                    <a:pt x="152215" y="196879"/>
                  </a:lnTo>
                  <a:lnTo>
                    <a:pt x="152989" y="197004"/>
                  </a:lnTo>
                  <a:lnTo>
                    <a:pt x="153537" y="197261"/>
                  </a:lnTo>
                  <a:lnTo>
                    <a:pt x="153640" y="197500"/>
                  </a:lnTo>
                  <a:lnTo>
                    <a:pt x="154006" y="197501"/>
                  </a:lnTo>
                  <a:lnTo>
                    <a:pt x="155303" y="197363"/>
                  </a:lnTo>
                  <a:lnTo>
                    <a:pt x="156142" y="197018"/>
                  </a:lnTo>
                  <a:lnTo>
                    <a:pt x="156581" y="196748"/>
                  </a:lnTo>
                  <a:lnTo>
                    <a:pt x="156951" y="196819"/>
                  </a:lnTo>
                  <a:lnTo>
                    <a:pt x="157733" y="197089"/>
                  </a:lnTo>
                  <a:lnTo>
                    <a:pt x="158487" y="198085"/>
                  </a:lnTo>
                  <a:lnTo>
                    <a:pt x="158771" y="198396"/>
                  </a:lnTo>
                  <a:lnTo>
                    <a:pt x="159133" y="199104"/>
                  </a:lnTo>
                  <a:lnTo>
                    <a:pt x="159687" y="199266"/>
                  </a:lnTo>
                  <a:lnTo>
                    <a:pt x="159816" y="199595"/>
                  </a:lnTo>
                  <a:lnTo>
                    <a:pt x="160106" y="200773"/>
                  </a:lnTo>
                  <a:lnTo>
                    <a:pt x="159836" y="201170"/>
                  </a:lnTo>
                  <a:lnTo>
                    <a:pt x="159818" y="201791"/>
                  </a:lnTo>
                  <a:lnTo>
                    <a:pt x="159872" y="201924"/>
                  </a:lnTo>
                  <a:lnTo>
                    <a:pt x="160168" y="202539"/>
                  </a:lnTo>
                  <a:lnTo>
                    <a:pt x="160500" y="202638"/>
                  </a:lnTo>
                  <a:lnTo>
                    <a:pt x="160832" y="202978"/>
                  </a:lnTo>
                  <a:lnTo>
                    <a:pt x="160882" y="203194"/>
                  </a:lnTo>
                  <a:lnTo>
                    <a:pt x="160937" y="203546"/>
                  </a:lnTo>
                  <a:lnTo>
                    <a:pt x="160839" y="203939"/>
                  </a:lnTo>
                  <a:lnTo>
                    <a:pt x="160999" y="204777"/>
                  </a:lnTo>
                  <a:lnTo>
                    <a:pt x="161402" y="204828"/>
                  </a:lnTo>
                  <a:lnTo>
                    <a:pt x="162073" y="205065"/>
                  </a:lnTo>
                  <a:lnTo>
                    <a:pt x="162335" y="205174"/>
                  </a:lnTo>
                  <a:lnTo>
                    <a:pt x="162508" y="205528"/>
                  </a:lnTo>
                  <a:lnTo>
                    <a:pt x="162458" y="206092"/>
                  </a:lnTo>
                  <a:lnTo>
                    <a:pt x="162612" y="206548"/>
                  </a:lnTo>
                  <a:lnTo>
                    <a:pt x="162534" y="206895"/>
                  </a:lnTo>
                  <a:lnTo>
                    <a:pt x="162460" y="207102"/>
                  </a:lnTo>
                  <a:lnTo>
                    <a:pt x="162459" y="207523"/>
                  </a:lnTo>
                  <a:lnTo>
                    <a:pt x="162829" y="207695"/>
                  </a:lnTo>
                  <a:lnTo>
                    <a:pt x="163224" y="207672"/>
                  </a:lnTo>
                  <a:lnTo>
                    <a:pt x="163853" y="207484"/>
                  </a:lnTo>
                  <a:lnTo>
                    <a:pt x="164171" y="207561"/>
                  </a:lnTo>
                  <a:lnTo>
                    <a:pt x="164520" y="207491"/>
                  </a:lnTo>
                  <a:lnTo>
                    <a:pt x="164803" y="207385"/>
                  </a:lnTo>
                  <a:lnTo>
                    <a:pt x="165565" y="207463"/>
                  </a:lnTo>
                  <a:lnTo>
                    <a:pt x="165900" y="207405"/>
                  </a:lnTo>
                  <a:lnTo>
                    <a:pt x="166002" y="206972"/>
                  </a:lnTo>
                  <a:lnTo>
                    <a:pt x="166336" y="206735"/>
                  </a:lnTo>
                  <a:lnTo>
                    <a:pt x="167354" y="206378"/>
                  </a:lnTo>
                  <a:lnTo>
                    <a:pt x="168109" y="206329"/>
                  </a:lnTo>
                  <a:lnTo>
                    <a:pt x="168473" y="206621"/>
                  </a:lnTo>
                  <a:lnTo>
                    <a:pt x="168680" y="206537"/>
                  </a:lnTo>
                  <a:lnTo>
                    <a:pt x="168879" y="206392"/>
                  </a:lnTo>
                  <a:lnTo>
                    <a:pt x="169304" y="206408"/>
                  </a:lnTo>
                  <a:lnTo>
                    <a:pt x="169588" y="206467"/>
                  </a:lnTo>
                  <a:lnTo>
                    <a:pt x="170228" y="206341"/>
                  </a:lnTo>
                  <a:lnTo>
                    <a:pt x="170641" y="206210"/>
                  </a:lnTo>
                  <a:lnTo>
                    <a:pt x="170620" y="205896"/>
                  </a:lnTo>
                  <a:lnTo>
                    <a:pt x="170588" y="205500"/>
                  </a:lnTo>
                  <a:lnTo>
                    <a:pt x="171086" y="205392"/>
                  </a:lnTo>
                  <a:lnTo>
                    <a:pt x="170899" y="204766"/>
                  </a:lnTo>
                  <a:lnTo>
                    <a:pt x="171131" y="204539"/>
                  </a:lnTo>
                  <a:lnTo>
                    <a:pt x="171160" y="204055"/>
                  </a:lnTo>
                  <a:lnTo>
                    <a:pt x="170918" y="203484"/>
                  </a:lnTo>
                  <a:lnTo>
                    <a:pt x="170535" y="203115"/>
                  </a:lnTo>
                  <a:lnTo>
                    <a:pt x="170509" y="202393"/>
                  </a:lnTo>
                  <a:lnTo>
                    <a:pt x="170474" y="202093"/>
                  </a:lnTo>
                  <a:lnTo>
                    <a:pt x="169943" y="201763"/>
                  </a:lnTo>
                  <a:lnTo>
                    <a:pt x="169987" y="201432"/>
                  </a:lnTo>
                  <a:lnTo>
                    <a:pt x="170560" y="200801"/>
                  </a:lnTo>
                  <a:lnTo>
                    <a:pt x="170697" y="200764"/>
                  </a:lnTo>
                  <a:lnTo>
                    <a:pt x="170788" y="200155"/>
                  </a:lnTo>
                  <a:lnTo>
                    <a:pt x="170788" y="200009"/>
                  </a:lnTo>
                  <a:lnTo>
                    <a:pt x="170930" y="199749"/>
                  </a:lnTo>
                  <a:lnTo>
                    <a:pt x="171267" y="199431"/>
                  </a:lnTo>
                  <a:lnTo>
                    <a:pt x="171411" y="199330"/>
                  </a:lnTo>
                  <a:lnTo>
                    <a:pt x="171299" y="199159"/>
                  </a:lnTo>
                  <a:lnTo>
                    <a:pt x="171166" y="199124"/>
                  </a:lnTo>
                  <a:lnTo>
                    <a:pt x="170337" y="197774"/>
                  </a:lnTo>
                  <a:lnTo>
                    <a:pt x="170014" y="197412"/>
                  </a:lnTo>
                  <a:lnTo>
                    <a:pt x="169812" y="197204"/>
                  </a:lnTo>
                  <a:lnTo>
                    <a:pt x="169629" y="196979"/>
                  </a:lnTo>
                  <a:lnTo>
                    <a:pt x="169458" y="196584"/>
                  </a:lnTo>
                  <a:lnTo>
                    <a:pt x="169660" y="195866"/>
                  </a:lnTo>
                  <a:lnTo>
                    <a:pt x="169769" y="195614"/>
                  </a:lnTo>
                  <a:lnTo>
                    <a:pt x="170141" y="195364"/>
                  </a:lnTo>
                  <a:lnTo>
                    <a:pt x="170467" y="195145"/>
                  </a:lnTo>
                  <a:lnTo>
                    <a:pt x="171227" y="194617"/>
                  </a:lnTo>
                  <a:lnTo>
                    <a:pt x="171474" y="194631"/>
                  </a:lnTo>
                  <a:lnTo>
                    <a:pt x="171794" y="194565"/>
                  </a:lnTo>
                  <a:lnTo>
                    <a:pt x="171939" y="194522"/>
                  </a:lnTo>
                  <a:lnTo>
                    <a:pt x="172124" y="194260"/>
                  </a:lnTo>
                  <a:lnTo>
                    <a:pt x="172098" y="193807"/>
                  </a:lnTo>
                  <a:lnTo>
                    <a:pt x="171687" y="193835"/>
                  </a:lnTo>
                  <a:lnTo>
                    <a:pt x="171527" y="193778"/>
                  </a:lnTo>
                  <a:lnTo>
                    <a:pt x="171298" y="193283"/>
                  </a:lnTo>
                  <a:lnTo>
                    <a:pt x="171183" y="192845"/>
                  </a:lnTo>
                  <a:lnTo>
                    <a:pt x="171043" y="192799"/>
                  </a:lnTo>
                  <a:lnTo>
                    <a:pt x="170748" y="192344"/>
                  </a:lnTo>
                  <a:lnTo>
                    <a:pt x="170602" y="192145"/>
                  </a:lnTo>
                  <a:lnTo>
                    <a:pt x="170230" y="192121"/>
                  </a:lnTo>
                  <a:lnTo>
                    <a:pt x="169886" y="192103"/>
                  </a:lnTo>
                  <a:lnTo>
                    <a:pt x="169373" y="191890"/>
                  </a:lnTo>
                  <a:lnTo>
                    <a:pt x="168997" y="191841"/>
                  </a:lnTo>
                  <a:lnTo>
                    <a:pt x="168665" y="191995"/>
                  </a:lnTo>
                  <a:lnTo>
                    <a:pt x="168118" y="192299"/>
                  </a:lnTo>
                  <a:lnTo>
                    <a:pt x="167946" y="192194"/>
                  </a:lnTo>
                  <a:lnTo>
                    <a:pt x="167827" y="192030"/>
                  </a:lnTo>
                  <a:lnTo>
                    <a:pt x="167145" y="192301"/>
                  </a:lnTo>
                  <a:lnTo>
                    <a:pt x="166735" y="192277"/>
                  </a:lnTo>
                  <a:lnTo>
                    <a:pt x="166650" y="192147"/>
                  </a:lnTo>
                  <a:lnTo>
                    <a:pt x="166300" y="192045"/>
                  </a:lnTo>
                  <a:lnTo>
                    <a:pt x="165906" y="192080"/>
                  </a:lnTo>
                  <a:lnTo>
                    <a:pt x="165652" y="191886"/>
                  </a:lnTo>
                  <a:lnTo>
                    <a:pt x="165625" y="191679"/>
                  </a:lnTo>
                  <a:lnTo>
                    <a:pt x="165733" y="191343"/>
                  </a:lnTo>
                  <a:lnTo>
                    <a:pt x="165641" y="190778"/>
                  </a:lnTo>
                  <a:lnTo>
                    <a:pt x="165580" y="190639"/>
                  </a:lnTo>
                  <a:lnTo>
                    <a:pt x="165507" y="190473"/>
                  </a:lnTo>
                  <a:lnTo>
                    <a:pt x="165330" y="190032"/>
                  </a:lnTo>
                  <a:lnTo>
                    <a:pt x="165240" y="189372"/>
                  </a:lnTo>
                  <a:lnTo>
                    <a:pt x="165345" y="188875"/>
                  </a:lnTo>
                  <a:lnTo>
                    <a:pt x="165179" y="188635"/>
                  </a:lnTo>
                  <a:lnTo>
                    <a:pt x="165082" y="188354"/>
                  </a:lnTo>
                  <a:lnTo>
                    <a:pt x="165227" y="188106"/>
                  </a:lnTo>
                  <a:lnTo>
                    <a:pt x="165338" y="188233"/>
                  </a:lnTo>
                  <a:lnTo>
                    <a:pt x="165825" y="188593"/>
                  </a:lnTo>
                  <a:lnTo>
                    <a:pt x="166064" y="188348"/>
                  </a:lnTo>
                  <a:lnTo>
                    <a:pt x="166798" y="188179"/>
                  </a:lnTo>
                  <a:lnTo>
                    <a:pt x="166906" y="188778"/>
                  </a:lnTo>
                  <a:lnTo>
                    <a:pt x="166942" y="189058"/>
                  </a:lnTo>
                  <a:lnTo>
                    <a:pt x="167050" y="189373"/>
                  </a:lnTo>
                  <a:lnTo>
                    <a:pt x="167363" y="189761"/>
                  </a:lnTo>
                  <a:lnTo>
                    <a:pt x="167887" y="189925"/>
                  </a:lnTo>
                  <a:lnTo>
                    <a:pt x="168019" y="189424"/>
                  </a:lnTo>
                  <a:lnTo>
                    <a:pt x="168260" y="188705"/>
                  </a:lnTo>
                  <a:lnTo>
                    <a:pt x="168986" y="188106"/>
                  </a:lnTo>
                  <a:lnTo>
                    <a:pt x="169448" y="188011"/>
                  </a:lnTo>
                  <a:lnTo>
                    <a:pt x="169546" y="187695"/>
                  </a:lnTo>
                  <a:lnTo>
                    <a:pt x="169683" y="187489"/>
                  </a:lnTo>
                  <a:lnTo>
                    <a:pt x="170415" y="187595"/>
                  </a:lnTo>
                  <a:lnTo>
                    <a:pt x="170551" y="187619"/>
                  </a:lnTo>
                  <a:lnTo>
                    <a:pt x="170681" y="187633"/>
                  </a:lnTo>
                  <a:lnTo>
                    <a:pt x="170937" y="187602"/>
                  </a:lnTo>
                  <a:lnTo>
                    <a:pt x="171557" y="187783"/>
                  </a:lnTo>
                  <a:lnTo>
                    <a:pt x="171757" y="187710"/>
                  </a:lnTo>
                  <a:lnTo>
                    <a:pt x="172075" y="187114"/>
                  </a:lnTo>
                  <a:lnTo>
                    <a:pt x="172147" y="186920"/>
                  </a:lnTo>
                  <a:lnTo>
                    <a:pt x="172368" y="186891"/>
                  </a:lnTo>
                  <a:lnTo>
                    <a:pt x="173007" y="186389"/>
                  </a:lnTo>
                  <a:lnTo>
                    <a:pt x="173394" y="186180"/>
                  </a:lnTo>
                  <a:lnTo>
                    <a:pt x="173588" y="186199"/>
                  </a:lnTo>
                  <a:lnTo>
                    <a:pt x="173980" y="185715"/>
                  </a:lnTo>
                  <a:lnTo>
                    <a:pt x="174282" y="185494"/>
                  </a:lnTo>
                  <a:lnTo>
                    <a:pt x="174370" y="184614"/>
                  </a:lnTo>
                  <a:lnTo>
                    <a:pt x="174687" y="184511"/>
                  </a:lnTo>
                  <a:lnTo>
                    <a:pt x="175088" y="184457"/>
                  </a:lnTo>
                  <a:lnTo>
                    <a:pt x="175528" y="184763"/>
                  </a:lnTo>
                  <a:lnTo>
                    <a:pt x="175918" y="184728"/>
                  </a:lnTo>
                  <a:lnTo>
                    <a:pt x="175876" y="184414"/>
                  </a:lnTo>
                  <a:lnTo>
                    <a:pt x="175774" y="184030"/>
                  </a:lnTo>
                  <a:lnTo>
                    <a:pt x="175480" y="183641"/>
                  </a:lnTo>
                  <a:lnTo>
                    <a:pt x="175326" y="183353"/>
                  </a:lnTo>
                  <a:lnTo>
                    <a:pt x="175518" y="182846"/>
                  </a:lnTo>
                  <a:lnTo>
                    <a:pt x="176022" y="182480"/>
                  </a:lnTo>
                  <a:lnTo>
                    <a:pt x="176206" y="182473"/>
                  </a:lnTo>
                  <a:lnTo>
                    <a:pt x="176526" y="182442"/>
                  </a:lnTo>
                  <a:lnTo>
                    <a:pt x="176509" y="182187"/>
                  </a:lnTo>
                  <a:lnTo>
                    <a:pt x="176319" y="182308"/>
                  </a:lnTo>
                  <a:lnTo>
                    <a:pt x="176179" y="182186"/>
                  </a:lnTo>
                  <a:lnTo>
                    <a:pt x="176511" y="181593"/>
                  </a:lnTo>
                  <a:lnTo>
                    <a:pt x="176566" y="181366"/>
                  </a:lnTo>
                  <a:lnTo>
                    <a:pt x="176803" y="181314"/>
                  </a:lnTo>
                  <a:lnTo>
                    <a:pt x="177047" y="181368"/>
                  </a:lnTo>
                  <a:lnTo>
                    <a:pt x="177360" y="181627"/>
                  </a:lnTo>
                  <a:lnTo>
                    <a:pt x="177410" y="182044"/>
                  </a:lnTo>
                  <a:lnTo>
                    <a:pt x="177892" y="182233"/>
                  </a:lnTo>
                  <a:lnTo>
                    <a:pt x="178068" y="182062"/>
                  </a:lnTo>
                  <a:lnTo>
                    <a:pt x="178705" y="181824"/>
                  </a:lnTo>
                  <a:lnTo>
                    <a:pt x="178868" y="181568"/>
                  </a:lnTo>
                  <a:lnTo>
                    <a:pt x="178890" y="181313"/>
                  </a:lnTo>
                  <a:lnTo>
                    <a:pt x="178909" y="181123"/>
                  </a:lnTo>
                  <a:lnTo>
                    <a:pt x="178968" y="180897"/>
                  </a:lnTo>
                  <a:lnTo>
                    <a:pt x="179534" y="180539"/>
                  </a:lnTo>
                  <a:lnTo>
                    <a:pt x="180388" y="180369"/>
                  </a:lnTo>
                  <a:lnTo>
                    <a:pt x="180653" y="180936"/>
                  </a:lnTo>
                  <a:lnTo>
                    <a:pt x="181196" y="180757"/>
                  </a:lnTo>
                  <a:lnTo>
                    <a:pt x="181468" y="180926"/>
                  </a:lnTo>
                  <a:lnTo>
                    <a:pt x="181534" y="181147"/>
                  </a:lnTo>
                  <a:lnTo>
                    <a:pt x="181726" y="181273"/>
                  </a:lnTo>
                  <a:lnTo>
                    <a:pt x="181970" y="181155"/>
                  </a:lnTo>
                  <a:lnTo>
                    <a:pt x="181900" y="180551"/>
                  </a:lnTo>
                  <a:lnTo>
                    <a:pt x="182028" y="180258"/>
                  </a:lnTo>
                  <a:lnTo>
                    <a:pt x="182585" y="180354"/>
                  </a:lnTo>
                  <a:lnTo>
                    <a:pt x="182265" y="180724"/>
                  </a:lnTo>
                  <a:lnTo>
                    <a:pt x="182496" y="180957"/>
                  </a:lnTo>
                  <a:lnTo>
                    <a:pt x="182730" y="181402"/>
                  </a:lnTo>
                  <a:lnTo>
                    <a:pt x="182889" y="182284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6806571" y="2018092"/>
              <a:ext cx="183178" cy="183336"/>
            </a:xfrm>
            <a:custGeom>
              <a:avLst/>
              <a:pathLst>
                <a:path w="183178" h="183336">
                  <a:moveTo>
                    <a:pt x="182879" y="182880"/>
                  </a:moveTo>
                  <a:lnTo>
                    <a:pt x="183178" y="182746"/>
                  </a:lnTo>
                  <a:lnTo>
                    <a:pt x="183113" y="183027"/>
                  </a:lnTo>
                  <a:lnTo>
                    <a:pt x="182814" y="183336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6808611" y="2016833"/>
              <a:ext cx="183124" cy="183468"/>
            </a:xfrm>
            <a:custGeom>
              <a:avLst/>
              <a:pathLst>
                <a:path w="183124" h="183468">
                  <a:moveTo>
                    <a:pt x="182879" y="182880"/>
                  </a:moveTo>
                  <a:lnTo>
                    <a:pt x="183124" y="182836"/>
                  </a:lnTo>
                  <a:lnTo>
                    <a:pt x="182859" y="183015"/>
                  </a:lnTo>
                  <a:lnTo>
                    <a:pt x="181924" y="183337"/>
                  </a:lnTo>
                  <a:lnTo>
                    <a:pt x="181902" y="183468"/>
                  </a:lnTo>
                  <a:lnTo>
                    <a:pt x="181593" y="183270"/>
                  </a:lnTo>
                  <a:lnTo>
                    <a:pt x="182215" y="182895"/>
                  </a:lnTo>
                  <a:lnTo>
                    <a:pt x="182476" y="182615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6796014" y="2014765"/>
              <a:ext cx="183178" cy="183749"/>
            </a:xfrm>
            <a:custGeom>
              <a:avLst/>
              <a:pathLst>
                <a:path w="183178" h="183749">
                  <a:moveTo>
                    <a:pt x="182879" y="182880"/>
                  </a:moveTo>
                  <a:lnTo>
                    <a:pt x="183178" y="183089"/>
                  </a:lnTo>
                  <a:lnTo>
                    <a:pt x="182826" y="183606"/>
                  </a:lnTo>
                  <a:lnTo>
                    <a:pt x="181966" y="183749"/>
                  </a:lnTo>
                  <a:lnTo>
                    <a:pt x="182035" y="183511"/>
                  </a:lnTo>
                  <a:lnTo>
                    <a:pt x="181998" y="183368"/>
                  </a:lnTo>
                  <a:lnTo>
                    <a:pt x="181838" y="183271"/>
                  </a:lnTo>
                  <a:lnTo>
                    <a:pt x="181881" y="182618"/>
                  </a:lnTo>
                  <a:lnTo>
                    <a:pt x="182297" y="182472"/>
                  </a:lnTo>
                  <a:lnTo>
                    <a:pt x="182544" y="182560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6794448" y="2014766"/>
              <a:ext cx="182964" cy="183123"/>
            </a:xfrm>
            <a:custGeom>
              <a:avLst/>
              <a:pathLst>
                <a:path w="182964" h="183123">
                  <a:moveTo>
                    <a:pt x="182879" y="182880"/>
                  </a:moveTo>
                  <a:lnTo>
                    <a:pt x="182541" y="182957"/>
                  </a:lnTo>
                  <a:lnTo>
                    <a:pt x="182301" y="183123"/>
                  </a:lnTo>
                  <a:lnTo>
                    <a:pt x="182100" y="182922"/>
                  </a:lnTo>
                  <a:lnTo>
                    <a:pt x="182251" y="182426"/>
                  </a:lnTo>
                  <a:lnTo>
                    <a:pt x="182577" y="182099"/>
                  </a:lnTo>
                  <a:lnTo>
                    <a:pt x="182749" y="182186"/>
                  </a:lnTo>
                  <a:lnTo>
                    <a:pt x="182964" y="182521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6811372" y="2013826"/>
              <a:ext cx="182879" cy="182948"/>
            </a:xfrm>
            <a:custGeom>
              <a:avLst/>
              <a:pathLst>
                <a:path w="182879" h="182948">
                  <a:moveTo>
                    <a:pt x="182879" y="182880"/>
                  </a:moveTo>
                  <a:lnTo>
                    <a:pt x="182401" y="182948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6797413" y="2012827"/>
              <a:ext cx="182879" cy="184022"/>
            </a:xfrm>
            <a:custGeom>
              <a:avLst/>
              <a:pathLst>
                <a:path w="182879" h="184022">
                  <a:moveTo>
                    <a:pt x="182879" y="182880"/>
                  </a:moveTo>
                  <a:lnTo>
                    <a:pt x="182801" y="183089"/>
                  </a:lnTo>
                  <a:lnTo>
                    <a:pt x="182764" y="183462"/>
                  </a:lnTo>
                  <a:lnTo>
                    <a:pt x="182397" y="183604"/>
                  </a:lnTo>
                  <a:lnTo>
                    <a:pt x="182414" y="183775"/>
                  </a:lnTo>
                  <a:lnTo>
                    <a:pt x="182202" y="184022"/>
                  </a:lnTo>
                  <a:lnTo>
                    <a:pt x="181793" y="183538"/>
                  </a:lnTo>
                  <a:lnTo>
                    <a:pt x="181685" y="183135"/>
                  </a:lnTo>
                  <a:lnTo>
                    <a:pt x="181459" y="182774"/>
                  </a:lnTo>
                  <a:lnTo>
                    <a:pt x="181619" y="182725"/>
                  </a:lnTo>
                  <a:lnTo>
                    <a:pt x="181899" y="182694"/>
                  </a:lnTo>
                  <a:lnTo>
                    <a:pt x="182099" y="182734"/>
                  </a:lnTo>
                  <a:lnTo>
                    <a:pt x="182367" y="182658"/>
                  </a:lnTo>
                  <a:lnTo>
                    <a:pt x="182380" y="182519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6799687" y="2012397"/>
              <a:ext cx="183046" cy="183332"/>
            </a:xfrm>
            <a:custGeom>
              <a:avLst/>
              <a:pathLst>
                <a:path w="183046" h="183332">
                  <a:moveTo>
                    <a:pt x="182879" y="182880"/>
                  </a:moveTo>
                  <a:lnTo>
                    <a:pt x="183046" y="182851"/>
                  </a:lnTo>
                  <a:lnTo>
                    <a:pt x="182907" y="183120"/>
                  </a:lnTo>
                  <a:lnTo>
                    <a:pt x="182621" y="183332"/>
                  </a:lnTo>
                  <a:lnTo>
                    <a:pt x="182380" y="183243"/>
                  </a:lnTo>
                  <a:lnTo>
                    <a:pt x="182378" y="183103"/>
                  </a:lnTo>
                  <a:lnTo>
                    <a:pt x="182495" y="182765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6798660" y="201240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6795040" y="2011317"/>
              <a:ext cx="183242" cy="183545"/>
            </a:xfrm>
            <a:custGeom>
              <a:avLst/>
              <a:pathLst>
                <a:path w="183242" h="183545">
                  <a:moveTo>
                    <a:pt x="182879" y="182880"/>
                  </a:moveTo>
                  <a:lnTo>
                    <a:pt x="182734" y="183148"/>
                  </a:lnTo>
                  <a:lnTo>
                    <a:pt x="183008" y="182945"/>
                  </a:lnTo>
                  <a:lnTo>
                    <a:pt x="183220" y="182975"/>
                  </a:lnTo>
                  <a:lnTo>
                    <a:pt x="183242" y="183254"/>
                  </a:lnTo>
                  <a:lnTo>
                    <a:pt x="183015" y="183467"/>
                  </a:lnTo>
                  <a:lnTo>
                    <a:pt x="182601" y="183509"/>
                  </a:lnTo>
                  <a:lnTo>
                    <a:pt x="182359" y="183545"/>
                  </a:lnTo>
                  <a:lnTo>
                    <a:pt x="181996" y="182943"/>
                  </a:lnTo>
                  <a:lnTo>
                    <a:pt x="182269" y="182775"/>
                  </a:lnTo>
                  <a:lnTo>
                    <a:pt x="182439" y="182797"/>
                  </a:lnTo>
                  <a:lnTo>
                    <a:pt x="182666" y="182606"/>
                  </a:lnTo>
                  <a:lnTo>
                    <a:pt x="182799" y="182584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6806329" y="201101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6802495" y="2010659"/>
              <a:ext cx="183147" cy="182937"/>
            </a:xfrm>
            <a:custGeom>
              <a:avLst/>
              <a:pathLst>
                <a:path w="183147" h="182937">
                  <a:moveTo>
                    <a:pt x="182879" y="182880"/>
                  </a:moveTo>
                  <a:lnTo>
                    <a:pt x="183147" y="182937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6806521" y="201062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6803079" y="2010332"/>
              <a:ext cx="183184" cy="183324"/>
            </a:xfrm>
            <a:custGeom>
              <a:avLst/>
              <a:pathLst>
                <a:path w="183184" h="183324">
                  <a:moveTo>
                    <a:pt x="182879" y="182880"/>
                  </a:moveTo>
                  <a:lnTo>
                    <a:pt x="183102" y="182961"/>
                  </a:lnTo>
                  <a:lnTo>
                    <a:pt x="183184" y="183324"/>
                  </a:lnTo>
                  <a:lnTo>
                    <a:pt x="182617" y="183316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6794405" y="201037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6805819" y="2010556"/>
              <a:ext cx="183156" cy="182880"/>
            </a:xfrm>
            <a:custGeom>
              <a:avLst/>
              <a:pathLst>
                <a:path w="183156" h="182880">
                  <a:moveTo>
                    <a:pt x="182879" y="182880"/>
                  </a:moveTo>
                  <a:lnTo>
                    <a:pt x="182807" y="182496"/>
                  </a:lnTo>
                  <a:lnTo>
                    <a:pt x="182989" y="182528"/>
                  </a:lnTo>
                  <a:lnTo>
                    <a:pt x="183156" y="18269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6805208" y="2009660"/>
              <a:ext cx="183032" cy="183276"/>
            </a:xfrm>
            <a:custGeom>
              <a:avLst/>
              <a:pathLst>
                <a:path w="183032" h="183276">
                  <a:moveTo>
                    <a:pt x="182879" y="182880"/>
                  </a:moveTo>
                  <a:lnTo>
                    <a:pt x="183032" y="183276"/>
                  </a:lnTo>
                  <a:lnTo>
                    <a:pt x="182721" y="183094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6794598" y="2007957"/>
              <a:ext cx="182986" cy="183243"/>
            </a:xfrm>
            <a:custGeom>
              <a:avLst/>
              <a:pathLst>
                <a:path w="182986" h="183243">
                  <a:moveTo>
                    <a:pt x="182879" y="182880"/>
                  </a:moveTo>
                  <a:lnTo>
                    <a:pt x="182986" y="18324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6808032" y="2008332"/>
              <a:ext cx="182879" cy="182942"/>
            </a:xfrm>
            <a:custGeom>
              <a:avLst/>
              <a:pathLst>
                <a:path w="182879" h="182942">
                  <a:moveTo>
                    <a:pt x="182879" y="182880"/>
                  </a:moveTo>
                  <a:lnTo>
                    <a:pt x="182391" y="182942"/>
                  </a:lnTo>
                  <a:lnTo>
                    <a:pt x="181841" y="182612"/>
                  </a:lnTo>
                  <a:lnTo>
                    <a:pt x="182542" y="182089"/>
                  </a:lnTo>
                  <a:lnTo>
                    <a:pt x="182842" y="18254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6801677" y="2006991"/>
              <a:ext cx="183352" cy="183414"/>
            </a:xfrm>
            <a:custGeom>
              <a:avLst/>
              <a:pathLst>
                <a:path w="183352" h="183414">
                  <a:moveTo>
                    <a:pt x="182879" y="182880"/>
                  </a:moveTo>
                  <a:lnTo>
                    <a:pt x="183292" y="182890"/>
                  </a:lnTo>
                  <a:lnTo>
                    <a:pt x="183352" y="183119"/>
                  </a:lnTo>
                  <a:lnTo>
                    <a:pt x="183253" y="183277"/>
                  </a:lnTo>
                  <a:lnTo>
                    <a:pt x="182990" y="183414"/>
                  </a:lnTo>
                  <a:lnTo>
                    <a:pt x="182739" y="18329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6799283" y="2007168"/>
              <a:ext cx="183259" cy="182880"/>
            </a:xfrm>
            <a:custGeom>
              <a:avLst/>
              <a:pathLst>
                <a:path w="183259" h="182880">
                  <a:moveTo>
                    <a:pt x="182879" y="182880"/>
                  </a:moveTo>
                  <a:lnTo>
                    <a:pt x="182489" y="182218"/>
                  </a:lnTo>
                  <a:lnTo>
                    <a:pt x="182670" y="182097"/>
                  </a:lnTo>
                  <a:lnTo>
                    <a:pt x="182633" y="181573"/>
                  </a:lnTo>
                  <a:lnTo>
                    <a:pt x="182578" y="181262"/>
                  </a:lnTo>
                  <a:lnTo>
                    <a:pt x="182864" y="181321"/>
                  </a:lnTo>
                  <a:lnTo>
                    <a:pt x="182941" y="181704"/>
                  </a:lnTo>
                  <a:lnTo>
                    <a:pt x="183214" y="182027"/>
                  </a:lnTo>
                  <a:lnTo>
                    <a:pt x="183259" y="182210"/>
                  </a:lnTo>
                  <a:lnTo>
                    <a:pt x="183230" y="182341"/>
                  </a:lnTo>
                  <a:lnTo>
                    <a:pt x="183055" y="182534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6795116" y="2006197"/>
              <a:ext cx="182879" cy="183060"/>
            </a:xfrm>
            <a:custGeom>
              <a:avLst/>
              <a:pathLst>
                <a:path w="182879" h="183060">
                  <a:moveTo>
                    <a:pt x="182879" y="182880"/>
                  </a:moveTo>
                  <a:lnTo>
                    <a:pt x="182376" y="183060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6798761" y="200544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48" y="182759"/>
                  </a:lnTo>
                  <a:lnTo>
                    <a:pt x="182454" y="182652"/>
                  </a:lnTo>
                  <a:lnTo>
                    <a:pt x="182292" y="182505"/>
                  </a:lnTo>
                  <a:lnTo>
                    <a:pt x="182376" y="182155"/>
                  </a:lnTo>
                  <a:lnTo>
                    <a:pt x="182702" y="182384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6799106" y="1994717"/>
              <a:ext cx="182879" cy="183105"/>
            </a:xfrm>
            <a:custGeom>
              <a:avLst/>
              <a:pathLst>
                <a:path w="182879" h="183105">
                  <a:moveTo>
                    <a:pt x="182879" y="182880"/>
                  </a:moveTo>
                  <a:lnTo>
                    <a:pt x="182771" y="183105"/>
                  </a:lnTo>
                  <a:lnTo>
                    <a:pt x="182253" y="182930"/>
                  </a:lnTo>
                  <a:lnTo>
                    <a:pt x="181891" y="182552"/>
                  </a:lnTo>
                  <a:lnTo>
                    <a:pt x="181490" y="182236"/>
                  </a:lnTo>
                  <a:lnTo>
                    <a:pt x="182499" y="182168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6799863" y="1990295"/>
              <a:ext cx="183064" cy="183273"/>
            </a:xfrm>
            <a:custGeom>
              <a:avLst/>
              <a:pathLst>
                <a:path w="183064" h="183273">
                  <a:moveTo>
                    <a:pt x="182879" y="182880"/>
                  </a:moveTo>
                  <a:lnTo>
                    <a:pt x="183064" y="183054"/>
                  </a:lnTo>
                  <a:lnTo>
                    <a:pt x="182984" y="18327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6800100" y="1989873"/>
              <a:ext cx="183152" cy="183308"/>
            </a:xfrm>
            <a:custGeom>
              <a:avLst/>
              <a:pathLst>
                <a:path w="183152" h="183308">
                  <a:moveTo>
                    <a:pt x="182879" y="182880"/>
                  </a:moveTo>
                  <a:lnTo>
                    <a:pt x="183152" y="183074"/>
                  </a:lnTo>
                  <a:lnTo>
                    <a:pt x="183071" y="183308"/>
                  </a:lnTo>
                  <a:lnTo>
                    <a:pt x="182910" y="183214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6812275" y="2013091"/>
              <a:ext cx="183143" cy="182903"/>
            </a:xfrm>
            <a:custGeom>
              <a:avLst/>
              <a:pathLst>
                <a:path w="183143" h="182903">
                  <a:moveTo>
                    <a:pt x="182879" y="182880"/>
                  </a:moveTo>
                  <a:lnTo>
                    <a:pt x="182176" y="182903"/>
                  </a:lnTo>
                  <a:lnTo>
                    <a:pt x="181406" y="182832"/>
                  </a:lnTo>
                  <a:lnTo>
                    <a:pt x="181812" y="182615"/>
                  </a:lnTo>
                  <a:lnTo>
                    <a:pt x="182856" y="182275"/>
                  </a:lnTo>
                  <a:lnTo>
                    <a:pt x="183143" y="182487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6814386" y="2012516"/>
              <a:ext cx="182879" cy="183045"/>
            </a:xfrm>
            <a:custGeom>
              <a:avLst/>
              <a:pathLst>
                <a:path w="182879" h="183045">
                  <a:moveTo>
                    <a:pt x="182879" y="182880"/>
                  </a:moveTo>
                  <a:lnTo>
                    <a:pt x="182677" y="182991"/>
                  </a:lnTo>
                  <a:lnTo>
                    <a:pt x="182234" y="182982"/>
                  </a:lnTo>
                  <a:lnTo>
                    <a:pt x="181388" y="183045"/>
                  </a:lnTo>
                  <a:lnTo>
                    <a:pt x="181373" y="182583"/>
                  </a:lnTo>
                  <a:lnTo>
                    <a:pt x="181668" y="182294"/>
                  </a:lnTo>
                  <a:lnTo>
                    <a:pt x="181871" y="182283"/>
                  </a:lnTo>
                  <a:lnTo>
                    <a:pt x="182160" y="182319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6818353" y="2009866"/>
              <a:ext cx="182879" cy="184490"/>
            </a:xfrm>
            <a:custGeom>
              <a:avLst/>
              <a:pathLst>
                <a:path w="182879" h="184490">
                  <a:moveTo>
                    <a:pt x="182879" y="182880"/>
                  </a:moveTo>
                  <a:lnTo>
                    <a:pt x="182509" y="182974"/>
                  </a:lnTo>
                  <a:lnTo>
                    <a:pt x="182427" y="183197"/>
                  </a:lnTo>
                  <a:lnTo>
                    <a:pt x="182291" y="183545"/>
                  </a:lnTo>
                  <a:lnTo>
                    <a:pt x="181389" y="183754"/>
                  </a:lnTo>
                  <a:lnTo>
                    <a:pt x="181006" y="183945"/>
                  </a:lnTo>
                  <a:lnTo>
                    <a:pt x="179024" y="184490"/>
                  </a:lnTo>
                  <a:lnTo>
                    <a:pt x="179048" y="184354"/>
                  </a:lnTo>
                  <a:lnTo>
                    <a:pt x="179331" y="184101"/>
                  </a:lnTo>
                  <a:lnTo>
                    <a:pt x="179977" y="183790"/>
                  </a:lnTo>
                  <a:lnTo>
                    <a:pt x="180336" y="183593"/>
                  </a:lnTo>
                  <a:lnTo>
                    <a:pt x="180546" y="183566"/>
                  </a:lnTo>
                  <a:lnTo>
                    <a:pt x="180809" y="183500"/>
                  </a:lnTo>
                  <a:lnTo>
                    <a:pt x="180983" y="183386"/>
                  </a:lnTo>
                  <a:lnTo>
                    <a:pt x="181339" y="183205"/>
                  </a:lnTo>
                  <a:lnTo>
                    <a:pt x="181703" y="183196"/>
                  </a:lnTo>
                  <a:lnTo>
                    <a:pt x="182196" y="183167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6831271" y="1993099"/>
              <a:ext cx="182879" cy="183252"/>
            </a:xfrm>
            <a:custGeom>
              <a:avLst/>
              <a:pathLst>
                <a:path w="182879" h="183252">
                  <a:moveTo>
                    <a:pt x="182879" y="182880"/>
                  </a:moveTo>
                  <a:lnTo>
                    <a:pt x="182797" y="183137"/>
                  </a:lnTo>
                  <a:lnTo>
                    <a:pt x="182311" y="183252"/>
                  </a:lnTo>
                  <a:lnTo>
                    <a:pt x="182504" y="182945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6831231" y="1992080"/>
              <a:ext cx="182879" cy="183187"/>
            </a:xfrm>
            <a:custGeom>
              <a:avLst/>
              <a:pathLst>
                <a:path w="182879" h="183187">
                  <a:moveTo>
                    <a:pt x="182879" y="182880"/>
                  </a:moveTo>
                  <a:lnTo>
                    <a:pt x="182426" y="183187"/>
                  </a:lnTo>
                  <a:lnTo>
                    <a:pt x="181675" y="183034"/>
                  </a:lnTo>
                  <a:lnTo>
                    <a:pt x="181997" y="182590"/>
                  </a:lnTo>
                  <a:lnTo>
                    <a:pt x="182174" y="182556"/>
                  </a:lnTo>
                  <a:lnTo>
                    <a:pt x="182445" y="182768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6838785" y="1990023"/>
              <a:ext cx="182879" cy="183164"/>
            </a:xfrm>
            <a:custGeom>
              <a:avLst/>
              <a:pathLst>
                <a:path w="182879" h="183164">
                  <a:moveTo>
                    <a:pt x="182879" y="182880"/>
                  </a:moveTo>
                  <a:lnTo>
                    <a:pt x="182445" y="183164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6830860" y="1986944"/>
              <a:ext cx="183153" cy="183338"/>
            </a:xfrm>
            <a:custGeom>
              <a:avLst/>
              <a:pathLst>
                <a:path w="183153" h="183338">
                  <a:moveTo>
                    <a:pt x="182879" y="182880"/>
                  </a:moveTo>
                  <a:lnTo>
                    <a:pt x="183153" y="183338"/>
                  </a:lnTo>
                  <a:lnTo>
                    <a:pt x="182705" y="18316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6833915" y="198666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6831151" y="198327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6829739" y="198310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57" y="182827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6831061" y="198280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6828547" y="1981237"/>
              <a:ext cx="183436" cy="182880"/>
            </a:xfrm>
            <a:custGeom>
              <a:avLst/>
              <a:pathLst>
                <a:path w="183436" h="182880">
                  <a:moveTo>
                    <a:pt x="182879" y="182880"/>
                  </a:moveTo>
                  <a:lnTo>
                    <a:pt x="183043" y="182788"/>
                  </a:lnTo>
                  <a:lnTo>
                    <a:pt x="183436" y="182852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6842739" y="1980590"/>
              <a:ext cx="182879" cy="183582"/>
            </a:xfrm>
            <a:custGeom>
              <a:avLst/>
              <a:pathLst>
                <a:path w="182879" h="183582">
                  <a:moveTo>
                    <a:pt x="182879" y="182880"/>
                  </a:moveTo>
                  <a:lnTo>
                    <a:pt x="182697" y="183582"/>
                  </a:lnTo>
                  <a:lnTo>
                    <a:pt x="182494" y="183470"/>
                  </a:lnTo>
                  <a:lnTo>
                    <a:pt x="182076" y="183164"/>
                  </a:lnTo>
                  <a:lnTo>
                    <a:pt x="182039" y="182875"/>
                  </a:lnTo>
                  <a:lnTo>
                    <a:pt x="182369" y="182548"/>
                  </a:lnTo>
                  <a:lnTo>
                    <a:pt x="182499" y="182616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6852055" y="1979922"/>
              <a:ext cx="182879" cy="183078"/>
            </a:xfrm>
            <a:custGeom>
              <a:avLst/>
              <a:pathLst>
                <a:path w="182879" h="183078">
                  <a:moveTo>
                    <a:pt x="182879" y="182880"/>
                  </a:moveTo>
                  <a:lnTo>
                    <a:pt x="182665" y="183078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6848714" y="197844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6932657" y="1957267"/>
              <a:ext cx="183148" cy="182880"/>
            </a:xfrm>
            <a:custGeom>
              <a:avLst/>
              <a:pathLst>
                <a:path w="183148" h="182880">
                  <a:moveTo>
                    <a:pt x="182879" y="182880"/>
                  </a:moveTo>
                  <a:lnTo>
                    <a:pt x="183148" y="18275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6926753" y="1948030"/>
              <a:ext cx="183532" cy="186096"/>
            </a:xfrm>
            <a:custGeom>
              <a:avLst/>
              <a:pathLst>
                <a:path w="183532" h="186096">
                  <a:moveTo>
                    <a:pt x="182879" y="182880"/>
                  </a:moveTo>
                  <a:lnTo>
                    <a:pt x="182630" y="183211"/>
                  </a:lnTo>
                  <a:lnTo>
                    <a:pt x="182862" y="183486"/>
                  </a:lnTo>
                  <a:lnTo>
                    <a:pt x="183143" y="183372"/>
                  </a:lnTo>
                  <a:lnTo>
                    <a:pt x="183337" y="183294"/>
                  </a:lnTo>
                  <a:lnTo>
                    <a:pt x="183400" y="183612"/>
                  </a:lnTo>
                  <a:lnTo>
                    <a:pt x="183524" y="183793"/>
                  </a:lnTo>
                  <a:lnTo>
                    <a:pt x="183532" y="184125"/>
                  </a:lnTo>
                  <a:lnTo>
                    <a:pt x="183287" y="185066"/>
                  </a:lnTo>
                  <a:lnTo>
                    <a:pt x="183380" y="185390"/>
                  </a:lnTo>
                  <a:lnTo>
                    <a:pt x="183320" y="185705"/>
                  </a:lnTo>
                  <a:lnTo>
                    <a:pt x="182448" y="185888"/>
                  </a:lnTo>
                  <a:lnTo>
                    <a:pt x="181922" y="186096"/>
                  </a:lnTo>
                  <a:lnTo>
                    <a:pt x="181861" y="186005"/>
                  </a:lnTo>
                  <a:lnTo>
                    <a:pt x="181672" y="185582"/>
                  </a:lnTo>
                  <a:lnTo>
                    <a:pt x="181154" y="185435"/>
                  </a:lnTo>
                  <a:lnTo>
                    <a:pt x="180897" y="185458"/>
                  </a:lnTo>
                  <a:lnTo>
                    <a:pt x="179733" y="185786"/>
                  </a:lnTo>
                  <a:lnTo>
                    <a:pt x="178728" y="185190"/>
                  </a:lnTo>
                  <a:lnTo>
                    <a:pt x="178524" y="185187"/>
                  </a:lnTo>
                  <a:lnTo>
                    <a:pt x="178153" y="185165"/>
                  </a:lnTo>
                  <a:lnTo>
                    <a:pt x="177701" y="185100"/>
                  </a:lnTo>
                  <a:lnTo>
                    <a:pt x="177308" y="185148"/>
                  </a:lnTo>
                  <a:lnTo>
                    <a:pt x="176311" y="185004"/>
                  </a:lnTo>
                  <a:lnTo>
                    <a:pt x="175746" y="184474"/>
                  </a:lnTo>
                  <a:lnTo>
                    <a:pt x="175862" y="184254"/>
                  </a:lnTo>
                  <a:lnTo>
                    <a:pt x="176155" y="183929"/>
                  </a:lnTo>
                  <a:lnTo>
                    <a:pt x="176440" y="183767"/>
                  </a:lnTo>
                  <a:lnTo>
                    <a:pt x="176647" y="183611"/>
                  </a:lnTo>
                  <a:lnTo>
                    <a:pt x="176801" y="183427"/>
                  </a:lnTo>
                  <a:lnTo>
                    <a:pt x="177799" y="183376"/>
                  </a:lnTo>
                  <a:lnTo>
                    <a:pt x="178011" y="183705"/>
                  </a:lnTo>
                  <a:lnTo>
                    <a:pt x="178478" y="184342"/>
                  </a:lnTo>
                  <a:lnTo>
                    <a:pt x="178643" y="184379"/>
                  </a:lnTo>
                  <a:lnTo>
                    <a:pt x="179041" y="183981"/>
                  </a:lnTo>
                  <a:lnTo>
                    <a:pt x="179302" y="183839"/>
                  </a:lnTo>
                  <a:lnTo>
                    <a:pt x="179459" y="183652"/>
                  </a:lnTo>
                  <a:lnTo>
                    <a:pt x="179689" y="183455"/>
                  </a:lnTo>
                  <a:lnTo>
                    <a:pt x="180061" y="182789"/>
                  </a:lnTo>
                  <a:lnTo>
                    <a:pt x="180262" y="182686"/>
                  </a:lnTo>
                  <a:lnTo>
                    <a:pt x="180417" y="182636"/>
                  </a:lnTo>
                  <a:lnTo>
                    <a:pt x="180849" y="182759"/>
                  </a:lnTo>
                  <a:lnTo>
                    <a:pt x="180999" y="182973"/>
                  </a:lnTo>
                  <a:lnTo>
                    <a:pt x="181183" y="183279"/>
                  </a:lnTo>
                  <a:lnTo>
                    <a:pt x="181511" y="183266"/>
                  </a:lnTo>
                  <a:lnTo>
                    <a:pt x="182041" y="182675"/>
                  </a:lnTo>
                  <a:lnTo>
                    <a:pt x="182521" y="182459"/>
                  </a:lnTo>
                  <a:lnTo>
                    <a:pt x="182790" y="182259"/>
                  </a:lnTo>
                  <a:lnTo>
                    <a:pt x="182860" y="182548"/>
                  </a:lnTo>
                  <a:lnTo>
                    <a:pt x="182923" y="182717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6925809" y="194768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6924914" y="194371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6923307" y="1943636"/>
              <a:ext cx="182944" cy="183101"/>
            </a:xfrm>
            <a:custGeom>
              <a:avLst/>
              <a:pathLst>
                <a:path w="182944" h="183101">
                  <a:moveTo>
                    <a:pt x="182879" y="182880"/>
                  </a:moveTo>
                  <a:lnTo>
                    <a:pt x="182737" y="183101"/>
                  </a:lnTo>
                  <a:lnTo>
                    <a:pt x="182264" y="182917"/>
                  </a:lnTo>
                  <a:lnTo>
                    <a:pt x="182944" y="182593"/>
                  </a:lnTo>
                  <a:close/>
                </a:path>
              </a:pathLst>
            </a:custGeom>
            <a:solidFill>
              <a:srgbClr val="5582B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6588975" y="2028093"/>
              <a:ext cx="183332" cy="186651"/>
            </a:xfrm>
            <a:custGeom>
              <a:avLst/>
              <a:pathLst>
                <a:path w="183332" h="186651">
                  <a:moveTo>
                    <a:pt x="182879" y="182880"/>
                  </a:moveTo>
                  <a:lnTo>
                    <a:pt x="182596" y="183120"/>
                  </a:lnTo>
                  <a:lnTo>
                    <a:pt x="182483" y="183378"/>
                  </a:lnTo>
                  <a:lnTo>
                    <a:pt x="182729" y="184293"/>
                  </a:lnTo>
                  <a:lnTo>
                    <a:pt x="182497" y="184544"/>
                  </a:lnTo>
                  <a:lnTo>
                    <a:pt x="182377" y="184743"/>
                  </a:lnTo>
                  <a:lnTo>
                    <a:pt x="182319" y="184944"/>
                  </a:lnTo>
                  <a:lnTo>
                    <a:pt x="182164" y="185394"/>
                  </a:lnTo>
                  <a:lnTo>
                    <a:pt x="181992" y="185374"/>
                  </a:lnTo>
                  <a:lnTo>
                    <a:pt x="181653" y="185387"/>
                  </a:lnTo>
                  <a:lnTo>
                    <a:pt x="182124" y="185850"/>
                  </a:lnTo>
                  <a:lnTo>
                    <a:pt x="182284" y="186065"/>
                  </a:lnTo>
                  <a:lnTo>
                    <a:pt x="181980" y="186651"/>
                  </a:lnTo>
                  <a:lnTo>
                    <a:pt x="181785" y="186527"/>
                  </a:lnTo>
                  <a:lnTo>
                    <a:pt x="181590" y="186338"/>
                  </a:lnTo>
                  <a:lnTo>
                    <a:pt x="181458" y="186241"/>
                  </a:lnTo>
                  <a:lnTo>
                    <a:pt x="181418" y="186104"/>
                  </a:lnTo>
                  <a:lnTo>
                    <a:pt x="181332" y="185583"/>
                  </a:lnTo>
                  <a:lnTo>
                    <a:pt x="181307" y="185424"/>
                  </a:lnTo>
                  <a:lnTo>
                    <a:pt x="181058" y="184642"/>
                  </a:lnTo>
                  <a:lnTo>
                    <a:pt x="181133" y="184308"/>
                  </a:lnTo>
                  <a:lnTo>
                    <a:pt x="181375" y="183877"/>
                  </a:lnTo>
                  <a:lnTo>
                    <a:pt x="181514" y="183860"/>
                  </a:lnTo>
                  <a:lnTo>
                    <a:pt x="181651" y="183805"/>
                  </a:lnTo>
                  <a:lnTo>
                    <a:pt x="181705" y="183551"/>
                  </a:lnTo>
                  <a:lnTo>
                    <a:pt x="181769" y="183094"/>
                  </a:lnTo>
                  <a:lnTo>
                    <a:pt x="181815" y="182935"/>
                  </a:lnTo>
                  <a:lnTo>
                    <a:pt x="181887" y="182705"/>
                  </a:lnTo>
                  <a:lnTo>
                    <a:pt x="182106" y="182367"/>
                  </a:lnTo>
                  <a:lnTo>
                    <a:pt x="182182" y="182217"/>
                  </a:lnTo>
                  <a:lnTo>
                    <a:pt x="182176" y="181920"/>
                  </a:lnTo>
                  <a:lnTo>
                    <a:pt x="182286" y="181545"/>
                  </a:lnTo>
                  <a:lnTo>
                    <a:pt x="182496" y="181398"/>
                  </a:lnTo>
                  <a:lnTo>
                    <a:pt x="182592" y="181254"/>
                  </a:lnTo>
                  <a:lnTo>
                    <a:pt x="182761" y="181481"/>
                  </a:lnTo>
                  <a:lnTo>
                    <a:pt x="183332" y="182466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6587417" y="2025872"/>
              <a:ext cx="182885" cy="182880"/>
            </a:xfrm>
            <a:custGeom>
              <a:avLst/>
              <a:pathLst>
                <a:path w="182885" h="182880">
                  <a:moveTo>
                    <a:pt x="182879" y="182880"/>
                  </a:moveTo>
                  <a:lnTo>
                    <a:pt x="182885" y="182528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6597535" y="2024017"/>
              <a:ext cx="182879" cy="183565"/>
            </a:xfrm>
            <a:custGeom>
              <a:avLst/>
              <a:pathLst>
                <a:path w="182879" h="183565">
                  <a:moveTo>
                    <a:pt x="182879" y="182880"/>
                  </a:moveTo>
                  <a:lnTo>
                    <a:pt x="182876" y="183177"/>
                  </a:lnTo>
                  <a:lnTo>
                    <a:pt x="182728" y="183552"/>
                  </a:lnTo>
                  <a:lnTo>
                    <a:pt x="182545" y="183565"/>
                  </a:lnTo>
                  <a:lnTo>
                    <a:pt x="182369" y="183223"/>
                  </a:lnTo>
                  <a:lnTo>
                    <a:pt x="182136" y="182800"/>
                  </a:lnTo>
                  <a:lnTo>
                    <a:pt x="182392" y="182664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6596665" y="2023379"/>
              <a:ext cx="182984" cy="183313"/>
            </a:xfrm>
            <a:custGeom>
              <a:avLst/>
              <a:pathLst>
                <a:path w="182984" h="183313">
                  <a:moveTo>
                    <a:pt x="182879" y="182880"/>
                  </a:moveTo>
                  <a:lnTo>
                    <a:pt x="182984" y="183080"/>
                  </a:lnTo>
                  <a:lnTo>
                    <a:pt x="182907" y="183313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6596893" y="2023324"/>
              <a:ext cx="183362" cy="182880"/>
            </a:xfrm>
            <a:custGeom>
              <a:avLst/>
              <a:pathLst>
                <a:path w="183362" h="182880">
                  <a:moveTo>
                    <a:pt x="182879" y="182880"/>
                  </a:moveTo>
                  <a:lnTo>
                    <a:pt x="182646" y="182636"/>
                  </a:lnTo>
                  <a:lnTo>
                    <a:pt x="182437" y="182179"/>
                  </a:lnTo>
                  <a:lnTo>
                    <a:pt x="182749" y="182085"/>
                  </a:lnTo>
                  <a:lnTo>
                    <a:pt x="183052" y="182172"/>
                  </a:lnTo>
                  <a:lnTo>
                    <a:pt x="183321" y="182355"/>
                  </a:lnTo>
                  <a:lnTo>
                    <a:pt x="183362" y="182486"/>
                  </a:lnTo>
                  <a:lnTo>
                    <a:pt x="183220" y="182771"/>
                  </a:lnTo>
                  <a:lnTo>
                    <a:pt x="183031" y="182776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6596524" y="2022514"/>
              <a:ext cx="183007" cy="182880"/>
            </a:xfrm>
            <a:custGeom>
              <a:avLst/>
              <a:pathLst>
                <a:path w="183007" h="182880">
                  <a:moveTo>
                    <a:pt x="182879" y="182880"/>
                  </a:moveTo>
                  <a:lnTo>
                    <a:pt x="182696" y="182870"/>
                  </a:lnTo>
                  <a:lnTo>
                    <a:pt x="182830" y="182553"/>
                  </a:lnTo>
                  <a:lnTo>
                    <a:pt x="183007" y="182834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6620454" y="1822300"/>
              <a:ext cx="293535" cy="399220"/>
            </a:xfrm>
            <a:custGeom>
              <a:avLst/>
              <a:pathLst>
                <a:path w="293535" h="399220">
                  <a:moveTo>
                    <a:pt x="253271" y="182880"/>
                  </a:moveTo>
                  <a:lnTo>
                    <a:pt x="253665" y="182906"/>
                  </a:lnTo>
                  <a:lnTo>
                    <a:pt x="253999" y="183015"/>
                  </a:lnTo>
                  <a:lnTo>
                    <a:pt x="254201" y="183123"/>
                  </a:lnTo>
                  <a:lnTo>
                    <a:pt x="254215" y="183311"/>
                  </a:lnTo>
                  <a:lnTo>
                    <a:pt x="254166" y="183453"/>
                  </a:lnTo>
                  <a:lnTo>
                    <a:pt x="255003" y="183437"/>
                  </a:lnTo>
                  <a:lnTo>
                    <a:pt x="255110" y="183619"/>
                  </a:lnTo>
                  <a:lnTo>
                    <a:pt x="255327" y="183628"/>
                  </a:lnTo>
                  <a:lnTo>
                    <a:pt x="255520" y="183744"/>
                  </a:lnTo>
                  <a:lnTo>
                    <a:pt x="255991" y="184171"/>
                  </a:lnTo>
                  <a:lnTo>
                    <a:pt x="256255" y="184328"/>
                  </a:lnTo>
                  <a:lnTo>
                    <a:pt x="256391" y="184385"/>
                  </a:lnTo>
                  <a:lnTo>
                    <a:pt x="256710" y="184308"/>
                  </a:lnTo>
                  <a:lnTo>
                    <a:pt x="257170" y="184158"/>
                  </a:lnTo>
                  <a:lnTo>
                    <a:pt x="257416" y="184150"/>
                  </a:lnTo>
                  <a:lnTo>
                    <a:pt x="258092" y="184303"/>
                  </a:lnTo>
                  <a:lnTo>
                    <a:pt x="258963" y="184151"/>
                  </a:lnTo>
                  <a:lnTo>
                    <a:pt x="259174" y="183939"/>
                  </a:lnTo>
                  <a:lnTo>
                    <a:pt x="259372" y="184169"/>
                  </a:lnTo>
                  <a:lnTo>
                    <a:pt x="259770" y="184397"/>
                  </a:lnTo>
                  <a:lnTo>
                    <a:pt x="260132" y="184320"/>
                  </a:lnTo>
                  <a:lnTo>
                    <a:pt x="260492" y="184279"/>
                  </a:lnTo>
                  <a:lnTo>
                    <a:pt x="260542" y="184794"/>
                  </a:lnTo>
                  <a:lnTo>
                    <a:pt x="260526" y="185236"/>
                  </a:lnTo>
                  <a:lnTo>
                    <a:pt x="260350" y="185497"/>
                  </a:lnTo>
                  <a:lnTo>
                    <a:pt x="260819" y="186155"/>
                  </a:lnTo>
                  <a:lnTo>
                    <a:pt x="261010" y="186021"/>
                  </a:lnTo>
                  <a:lnTo>
                    <a:pt x="261128" y="185877"/>
                  </a:lnTo>
                  <a:lnTo>
                    <a:pt x="261528" y="186176"/>
                  </a:lnTo>
                  <a:lnTo>
                    <a:pt x="262116" y="186110"/>
                  </a:lnTo>
                  <a:lnTo>
                    <a:pt x="262255" y="186050"/>
                  </a:lnTo>
                  <a:lnTo>
                    <a:pt x="262589" y="185796"/>
                  </a:lnTo>
                  <a:lnTo>
                    <a:pt x="262708" y="185664"/>
                  </a:lnTo>
                  <a:lnTo>
                    <a:pt x="263452" y="185897"/>
                  </a:lnTo>
                  <a:lnTo>
                    <a:pt x="263635" y="186220"/>
                  </a:lnTo>
                  <a:lnTo>
                    <a:pt x="263688" y="186349"/>
                  </a:lnTo>
                  <a:lnTo>
                    <a:pt x="263766" y="186556"/>
                  </a:lnTo>
                  <a:lnTo>
                    <a:pt x="263648" y="187453"/>
                  </a:lnTo>
                  <a:lnTo>
                    <a:pt x="263722" y="188008"/>
                  </a:lnTo>
                  <a:lnTo>
                    <a:pt x="263221" y="188295"/>
                  </a:lnTo>
                  <a:lnTo>
                    <a:pt x="263007" y="188705"/>
                  </a:lnTo>
                  <a:lnTo>
                    <a:pt x="263161" y="189754"/>
                  </a:lnTo>
                  <a:lnTo>
                    <a:pt x="263151" y="190244"/>
                  </a:lnTo>
                  <a:lnTo>
                    <a:pt x="262940" y="190409"/>
                  </a:lnTo>
                  <a:lnTo>
                    <a:pt x="262652" y="190664"/>
                  </a:lnTo>
                  <a:lnTo>
                    <a:pt x="262555" y="190964"/>
                  </a:lnTo>
                  <a:lnTo>
                    <a:pt x="262623" y="191621"/>
                  </a:lnTo>
                  <a:lnTo>
                    <a:pt x="262899" y="192656"/>
                  </a:lnTo>
                  <a:lnTo>
                    <a:pt x="262473" y="192942"/>
                  </a:lnTo>
                  <a:lnTo>
                    <a:pt x="262464" y="193485"/>
                  </a:lnTo>
                  <a:lnTo>
                    <a:pt x="262124" y="194325"/>
                  </a:lnTo>
                  <a:lnTo>
                    <a:pt x="262233" y="194579"/>
                  </a:lnTo>
                  <a:lnTo>
                    <a:pt x="262360" y="194740"/>
                  </a:lnTo>
                  <a:lnTo>
                    <a:pt x="262617" y="194923"/>
                  </a:lnTo>
                  <a:lnTo>
                    <a:pt x="262803" y="195022"/>
                  </a:lnTo>
                  <a:lnTo>
                    <a:pt x="262742" y="195282"/>
                  </a:lnTo>
                  <a:lnTo>
                    <a:pt x="262507" y="195306"/>
                  </a:lnTo>
                  <a:lnTo>
                    <a:pt x="262308" y="195297"/>
                  </a:lnTo>
                  <a:lnTo>
                    <a:pt x="261668" y="195477"/>
                  </a:lnTo>
                  <a:lnTo>
                    <a:pt x="261511" y="195584"/>
                  </a:lnTo>
                  <a:lnTo>
                    <a:pt x="261285" y="196288"/>
                  </a:lnTo>
                  <a:lnTo>
                    <a:pt x="261064" y="196642"/>
                  </a:lnTo>
                  <a:lnTo>
                    <a:pt x="260842" y="197053"/>
                  </a:lnTo>
                  <a:lnTo>
                    <a:pt x="260774" y="197281"/>
                  </a:lnTo>
                  <a:lnTo>
                    <a:pt x="260765" y="197542"/>
                  </a:lnTo>
                  <a:lnTo>
                    <a:pt x="260540" y="198494"/>
                  </a:lnTo>
                  <a:lnTo>
                    <a:pt x="260316" y="198839"/>
                  </a:lnTo>
                  <a:lnTo>
                    <a:pt x="260124" y="198995"/>
                  </a:lnTo>
                  <a:lnTo>
                    <a:pt x="260090" y="199237"/>
                  </a:lnTo>
                  <a:lnTo>
                    <a:pt x="260150" y="199612"/>
                  </a:lnTo>
                  <a:lnTo>
                    <a:pt x="260398" y="199683"/>
                  </a:lnTo>
                  <a:lnTo>
                    <a:pt x="260605" y="199913"/>
                  </a:lnTo>
                  <a:lnTo>
                    <a:pt x="260660" y="200186"/>
                  </a:lnTo>
                  <a:lnTo>
                    <a:pt x="260988" y="200416"/>
                  </a:lnTo>
                  <a:lnTo>
                    <a:pt x="260993" y="200808"/>
                  </a:lnTo>
                  <a:lnTo>
                    <a:pt x="261280" y="201301"/>
                  </a:lnTo>
                  <a:lnTo>
                    <a:pt x="261234" y="201703"/>
                  </a:lnTo>
                  <a:lnTo>
                    <a:pt x="261241" y="201853"/>
                  </a:lnTo>
                  <a:lnTo>
                    <a:pt x="261494" y="202213"/>
                  </a:lnTo>
                  <a:lnTo>
                    <a:pt x="261909" y="202380"/>
                  </a:lnTo>
                  <a:lnTo>
                    <a:pt x="262051" y="202781"/>
                  </a:lnTo>
                  <a:lnTo>
                    <a:pt x="262163" y="203116"/>
                  </a:lnTo>
                  <a:lnTo>
                    <a:pt x="262223" y="203519"/>
                  </a:lnTo>
                  <a:lnTo>
                    <a:pt x="262637" y="203678"/>
                  </a:lnTo>
                  <a:lnTo>
                    <a:pt x="263052" y="203703"/>
                  </a:lnTo>
                  <a:lnTo>
                    <a:pt x="263502" y="203845"/>
                  </a:lnTo>
                  <a:lnTo>
                    <a:pt x="263636" y="204020"/>
                  </a:lnTo>
                  <a:lnTo>
                    <a:pt x="263863" y="203995"/>
                  </a:lnTo>
                  <a:lnTo>
                    <a:pt x="263758" y="203686"/>
                  </a:lnTo>
                  <a:lnTo>
                    <a:pt x="263886" y="203433"/>
                  </a:lnTo>
                  <a:lnTo>
                    <a:pt x="264127" y="203104"/>
                  </a:lnTo>
                  <a:lnTo>
                    <a:pt x="264345" y="202733"/>
                  </a:lnTo>
                  <a:lnTo>
                    <a:pt x="264466" y="202529"/>
                  </a:lnTo>
                  <a:lnTo>
                    <a:pt x="264788" y="202441"/>
                  </a:lnTo>
                  <a:lnTo>
                    <a:pt x="264945" y="202416"/>
                  </a:lnTo>
                  <a:lnTo>
                    <a:pt x="265132" y="202071"/>
                  </a:lnTo>
                  <a:lnTo>
                    <a:pt x="265345" y="201762"/>
                  </a:lnTo>
                  <a:lnTo>
                    <a:pt x="265879" y="201814"/>
                  </a:lnTo>
                  <a:lnTo>
                    <a:pt x="266153" y="202297"/>
                  </a:lnTo>
                  <a:lnTo>
                    <a:pt x="266423" y="202348"/>
                  </a:lnTo>
                  <a:lnTo>
                    <a:pt x="266727" y="201997"/>
                  </a:lnTo>
                  <a:lnTo>
                    <a:pt x="267207" y="202034"/>
                  </a:lnTo>
                  <a:lnTo>
                    <a:pt x="267176" y="202255"/>
                  </a:lnTo>
                  <a:lnTo>
                    <a:pt x="267241" y="202534"/>
                  </a:lnTo>
                  <a:lnTo>
                    <a:pt x="267593" y="202727"/>
                  </a:lnTo>
                  <a:lnTo>
                    <a:pt x="267910" y="202737"/>
                  </a:lnTo>
                  <a:lnTo>
                    <a:pt x="268211" y="202750"/>
                  </a:lnTo>
                  <a:lnTo>
                    <a:pt x="268445" y="202995"/>
                  </a:lnTo>
                  <a:lnTo>
                    <a:pt x="269003" y="202604"/>
                  </a:lnTo>
                  <a:lnTo>
                    <a:pt x="269173" y="202604"/>
                  </a:lnTo>
                  <a:lnTo>
                    <a:pt x="269459" y="202657"/>
                  </a:lnTo>
                  <a:lnTo>
                    <a:pt x="269670" y="202808"/>
                  </a:lnTo>
                  <a:lnTo>
                    <a:pt x="269857" y="202827"/>
                  </a:lnTo>
                  <a:lnTo>
                    <a:pt x="270209" y="202929"/>
                  </a:lnTo>
                  <a:lnTo>
                    <a:pt x="270256" y="203215"/>
                  </a:lnTo>
                  <a:lnTo>
                    <a:pt x="270527" y="203279"/>
                  </a:lnTo>
                  <a:lnTo>
                    <a:pt x="270945" y="203073"/>
                  </a:lnTo>
                  <a:lnTo>
                    <a:pt x="271593" y="203465"/>
                  </a:lnTo>
                  <a:lnTo>
                    <a:pt x="271318" y="203909"/>
                  </a:lnTo>
                  <a:lnTo>
                    <a:pt x="270973" y="203976"/>
                  </a:lnTo>
                  <a:lnTo>
                    <a:pt x="269999" y="204343"/>
                  </a:lnTo>
                  <a:lnTo>
                    <a:pt x="269833" y="204359"/>
                  </a:lnTo>
                  <a:lnTo>
                    <a:pt x="269658" y="204432"/>
                  </a:lnTo>
                  <a:lnTo>
                    <a:pt x="269360" y="204563"/>
                  </a:lnTo>
                  <a:lnTo>
                    <a:pt x="269072" y="204868"/>
                  </a:lnTo>
                  <a:lnTo>
                    <a:pt x="268951" y="205191"/>
                  </a:lnTo>
                  <a:lnTo>
                    <a:pt x="268983" y="205405"/>
                  </a:lnTo>
                  <a:lnTo>
                    <a:pt x="269472" y="205659"/>
                  </a:lnTo>
                  <a:lnTo>
                    <a:pt x="269426" y="206526"/>
                  </a:lnTo>
                  <a:lnTo>
                    <a:pt x="269667" y="207253"/>
                  </a:lnTo>
                  <a:lnTo>
                    <a:pt x="269533" y="207770"/>
                  </a:lnTo>
                  <a:lnTo>
                    <a:pt x="268905" y="207861"/>
                  </a:lnTo>
                  <a:lnTo>
                    <a:pt x="268672" y="207835"/>
                  </a:lnTo>
                  <a:lnTo>
                    <a:pt x="268466" y="207860"/>
                  </a:lnTo>
                  <a:lnTo>
                    <a:pt x="268094" y="208324"/>
                  </a:lnTo>
                  <a:lnTo>
                    <a:pt x="268045" y="208943"/>
                  </a:lnTo>
                  <a:lnTo>
                    <a:pt x="267457" y="209212"/>
                  </a:lnTo>
                  <a:lnTo>
                    <a:pt x="267263" y="209124"/>
                  </a:lnTo>
                  <a:lnTo>
                    <a:pt x="266787" y="209252"/>
                  </a:lnTo>
                  <a:lnTo>
                    <a:pt x="266339" y="209409"/>
                  </a:lnTo>
                  <a:lnTo>
                    <a:pt x="266178" y="209484"/>
                  </a:lnTo>
                  <a:lnTo>
                    <a:pt x="265972" y="209559"/>
                  </a:lnTo>
                  <a:lnTo>
                    <a:pt x="265672" y="209538"/>
                  </a:lnTo>
                  <a:lnTo>
                    <a:pt x="265186" y="209268"/>
                  </a:lnTo>
                  <a:lnTo>
                    <a:pt x="264810" y="209489"/>
                  </a:lnTo>
                  <a:lnTo>
                    <a:pt x="264462" y="209977"/>
                  </a:lnTo>
                  <a:lnTo>
                    <a:pt x="264427" y="210161"/>
                  </a:lnTo>
                  <a:lnTo>
                    <a:pt x="264430" y="210358"/>
                  </a:lnTo>
                  <a:lnTo>
                    <a:pt x="264471" y="210688"/>
                  </a:lnTo>
                  <a:lnTo>
                    <a:pt x="264465" y="211088"/>
                  </a:lnTo>
                  <a:lnTo>
                    <a:pt x="264845" y="211577"/>
                  </a:lnTo>
                  <a:lnTo>
                    <a:pt x="264844" y="211741"/>
                  </a:lnTo>
                  <a:lnTo>
                    <a:pt x="264831" y="212003"/>
                  </a:lnTo>
                  <a:lnTo>
                    <a:pt x="264730" y="212230"/>
                  </a:lnTo>
                  <a:lnTo>
                    <a:pt x="264652" y="212368"/>
                  </a:lnTo>
                  <a:lnTo>
                    <a:pt x="264580" y="212635"/>
                  </a:lnTo>
                  <a:lnTo>
                    <a:pt x="264511" y="212990"/>
                  </a:lnTo>
                  <a:lnTo>
                    <a:pt x="264577" y="213328"/>
                  </a:lnTo>
                  <a:lnTo>
                    <a:pt x="264852" y="213848"/>
                  </a:lnTo>
                  <a:lnTo>
                    <a:pt x="265476" y="214447"/>
                  </a:lnTo>
                  <a:lnTo>
                    <a:pt x="265657" y="214667"/>
                  </a:lnTo>
                  <a:lnTo>
                    <a:pt x="265787" y="215070"/>
                  </a:lnTo>
                  <a:lnTo>
                    <a:pt x="265673" y="215272"/>
                  </a:lnTo>
                  <a:lnTo>
                    <a:pt x="265459" y="215549"/>
                  </a:lnTo>
                  <a:lnTo>
                    <a:pt x="265284" y="215910"/>
                  </a:lnTo>
                  <a:lnTo>
                    <a:pt x="265098" y="216714"/>
                  </a:lnTo>
                  <a:lnTo>
                    <a:pt x="265070" y="216855"/>
                  </a:lnTo>
                  <a:lnTo>
                    <a:pt x="264983" y="217464"/>
                  </a:lnTo>
                  <a:lnTo>
                    <a:pt x="265200" y="217910"/>
                  </a:lnTo>
                  <a:lnTo>
                    <a:pt x="265234" y="218348"/>
                  </a:lnTo>
                  <a:lnTo>
                    <a:pt x="265213" y="218679"/>
                  </a:lnTo>
                  <a:lnTo>
                    <a:pt x="264973" y="219628"/>
                  </a:lnTo>
                  <a:lnTo>
                    <a:pt x="264937" y="219766"/>
                  </a:lnTo>
                  <a:lnTo>
                    <a:pt x="264660" y="220189"/>
                  </a:lnTo>
                  <a:lnTo>
                    <a:pt x="264350" y="220648"/>
                  </a:lnTo>
                  <a:lnTo>
                    <a:pt x="264246" y="220818"/>
                  </a:lnTo>
                  <a:lnTo>
                    <a:pt x="264088" y="221136"/>
                  </a:lnTo>
                  <a:lnTo>
                    <a:pt x="264217" y="221575"/>
                  </a:lnTo>
                  <a:lnTo>
                    <a:pt x="264159" y="221844"/>
                  </a:lnTo>
                  <a:lnTo>
                    <a:pt x="264086" y="221979"/>
                  </a:lnTo>
                  <a:lnTo>
                    <a:pt x="263834" y="222407"/>
                  </a:lnTo>
                  <a:lnTo>
                    <a:pt x="263642" y="222625"/>
                  </a:lnTo>
                  <a:lnTo>
                    <a:pt x="263147" y="222918"/>
                  </a:lnTo>
                  <a:lnTo>
                    <a:pt x="262915" y="222908"/>
                  </a:lnTo>
                  <a:lnTo>
                    <a:pt x="262764" y="223016"/>
                  </a:lnTo>
                  <a:lnTo>
                    <a:pt x="262626" y="223413"/>
                  </a:lnTo>
                  <a:lnTo>
                    <a:pt x="262480" y="223988"/>
                  </a:lnTo>
                  <a:lnTo>
                    <a:pt x="262382" y="224137"/>
                  </a:lnTo>
                  <a:lnTo>
                    <a:pt x="261491" y="225041"/>
                  </a:lnTo>
                  <a:lnTo>
                    <a:pt x="261245" y="225138"/>
                  </a:lnTo>
                  <a:lnTo>
                    <a:pt x="261016" y="225322"/>
                  </a:lnTo>
                  <a:lnTo>
                    <a:pt x="260643" y="225569"/>
                  </a:lnTo>
                  <a:lnTo>
                    <a:pt x="259900" y="225451"/>
                  </a:lnTo>
                  <a:lnTo>
                    <a:pt x="259633" y="225378"/>
                  </a:lnTo>
                  <a:lnTo>
                    <a:pt x="259349" y="225806"/>
                  </a:lnTo>
                  <a:lnTo>
                    <a:pt x="258903" y="226497"/>
                  </a:lnTo>
                  <a:lnTo>
                    <a:pt x="258786" y="226734"/>
                  </a:lnTo>
                  <a:lnTo>
                    <a:pt x="258656" y="227085"/>
                  </a:lnTo>
                  <a:lnTo>
                    <a:pt x="258580" y="227340"/>
                  </a:lnTo>
                  <a:lnTo>
                    <a:pt x="258191" y="227888"/>
                  </a:lnTo>
                  <a:lnTo>
                    <a:pt x="257760" y="228399"/>
                  </a:lnTo>
                  <a:lnTo>
                    <a:pt x="257577" y="228462"/>
                  </a:lnTo>
                  <a:lnTo>
                    <a:pt x="257334" y="228596"/>
                  </a:lnTo>
                  <a:lnTo>
                    <a:pt x="257184" y="228719"/>
                  </a:lnTo>
                  <a:lnTo>
                    <a:pt x="256493" y="229238"/>
                  </a:lnTo>
                  <a:lnTo>
                    <a:pt x="256682" y="229643"/>
                  </a:lnTo>
                  <a:lnTo>
                    <a:pt x="256762" y="230459"/>
                  </a:lnTo>
                  <a:lnTo>
                    <a:pt x="256873" y="230770"/>
                  </a:lnTo>
                  <a:lnTo>
                    <a:pt x="257072" y="231214"/>
                  </a:lnTo>
                  <a:lnTo>
                    <a:pt x="256752" y="232161"/>
                  </a:lnTo>
                  <a:lnTo>
                    <a:pt x="256392" y="232352"/>
                  </a:lnTo>
                  <a:lnTo>
                    <a:pt x="256016" y="232511"/>
                  </a:lnTo>
                  <a:lnTo>
                    <a:pt x="255524" y="232814"/>
                  </a:lnTo>
                  <a:lnTo>
                    <a:pt x="255260" y="233069"/>
                  </a:lnTo>
                  <a:lnTo>
                    <a:pt x="254724" y="233258"/>
                  </a:lnTo>
                  <a:lnTo>
                    <a:pt x="254546" y="233341"/>
                  </a:lnTo>
                  <a:lnTo>
                    <a:pt x="254041" y="233629"/>
                  </a:lnTo>
                  <a:lnTo>
                    <a:pt x="253803" y="233782"/>
                  </a:lnTo>
                  <a:lnTo>
                    <a:pt x="253673" y="233858"/>
                  </a:lnTo>
                  <a:lnTo>
                    <a:pt x="253154" y="234039"/>
                  </a:lnTo>
                  <a:lnTo>
                    <a:pt x="252940" y="234064"/>
                  </a:lnTo>
                  <a:lnTo>
                    <a:pt x="252532" y="234377"/>
                  </a:lnTo>
                  <a:lnTo>
                    <a:pt x="252596" y="234745"/>
                  </a:lnTo>
                  <a:lnTo>
                    <a:pt x="252350" y="235110"/>
                  </a:lnTo>
                  <a:lnTo>
                    <a:pt x="252132" y="235599"/>
                  </a:lnTo>
                  <a:lnTo>
                    <a:pt x="251966" y="236113"/>
                  </a:lnTo>
                  <a:lnTo>
                    <a:pt x="251897" y="236912"/>
                  </a:lnTo>
                  <a:lnTo>
                    <a:pt x="251906" y="237125"/>
                  </a:lnTo>
                  <a:lnTo>
                    <a:pt x="251709" y="237426"/>
                  </a:lnTo>
                  <a:lnTo>
                    <a:pt x="251546" y="237598"/>
                  </a:lnTo>
                  <a:lnTo>
                    <a:pt x="251299" y="238096"/>
                  </a:lnTo>
                  <a:lnTo>
                    <a:pt x="251177" y="238453"/>
                  </a:lnTo>
                  <a:lnTo>
                    <a:pt x="250945" y="238842"/>
                  </a:lnTo>
                  <a:lnTo>
                    <a:pt x="250794" y="239869"/>
                  </a:lnTo>
                  <a:lnTo>
                    <a:pt x="250908" y="240137"/>
                  </a:lnTo>
                  <a:lnTo>
                    <a:pt x="250833" y="240707"/>
                  </a:lnTo>
                  <a:lnTo>
                    <a:pt x="250855" y="240851"/>
                  </a:lnTo>
                  <a:lnTo>
                    <a:pt x="251481" y="241817"/>
                  </a:lnTo>
                  <a:lnTo>
                    <a:pt x="251704" y="242122"/>
                  </a:lnTo>
                  <a:lnTo>
                    <a:pt x="251291" y="242574"/>
                  </a:lnTo>
                  <a:lnTo>
                    <a:pt x="251422" y="242928"/>
                  </a:lnTo>
                  <a:lnTo>
                    <a:pt x="251640" y="242974"/>
                  </a:lnTo>
                  <a:lnTo>
                    <a:pt x="251797" y="242994"/>
                  </a:lnTo>
                  <a:lnTo>
                    <a:pt x="252039" y="243036"/>
                  </a:lnTo>
                  <a:lnTo>
                    <a:pt x="252187" y="243577"/>
                  </a:lnTo>
                  <a:lnTo>
                    <a:pt x="252105" y="243787"/>
                  </a:lnTo>
                  <a:lnTo>
                    <a:pt x="252030" y="244140"/>
                  </a:lnTo>
                  <a:lnTo>
                    <a:pt x="252082" y="244302"/>
                  </a:lnTo>
                  <a:lnTo>
                    <a:pt x="252151" y="244480"/>
                  </a:lnTo>
                  <a:lnTo>
                    <a:pt x="251941" y="244804"/>
                  </a:lnTo>
                  <a:lnTo>
                    <a:pt x="251818" y="244961"/>
                  </a:lnTo>
                  <a:lnTo>
                    <a:pt x="251769" y="245135"/>
                  </a:lnTo>
                  <a:lnTo>
                    <a:pt x="251995" y="245171"/>
                  </a:lnTo>
                  <a:lnTo>
                    <a:pt x="252249" y="244816"/>
                  </a:lnTo>
                  <a:lnTo>
                    <a:pt x="252342" y="244630"/>
                  </a:lnTo>
                  <a:lnTo>
                    <a:pt x="252972" y="244963"/>
                  </a:lnTo>
                  <a:lnTo>
                    <a:pt x="253332" y="244540"/>
                  </a:lnTo>
                  <a:lnTo>
                    <a:pt x="253463" y="244522"/>
                  </a:lnTo>
                  <a:lnTo>
                    <a:pt x="254018" y="244639"/>
                  </a:lnTo>
                  <a:lnTo>
                    <a:pt x="254331" y="244717"/>
                  </a:lnTo>
                  <a:lnTo>
                    <a:pt x="254613" y="244648"/>
                  </a:lnTo>
                  <a:lnTo>
                    <a:pt x="255437" y="244272"/>
                  </a:lnTo>
                  <a:lnTo>
                    <a:pt x="255565" y="244181"/>
                  </a:lnTo>
                  <a:lnTo>
                    <a:pt x="255869" y="244017"/>
                  </a:lnTo>
                  <a:lnTo>
                    <a:pt x="256459" y="243841"/>
                  </a:lnTo>
                  <a:lnTo>
                    <a:pt x="256450" y="243618"/>
                  </a:lnTo>
                  <a:lnTo>
                    <a:pt x="256287" y="242518"/>
                  </a:lnTo>
                  <a:lnTo>
                    <a:pt x="256448" y="242341"/>
                  </a:lnTo>
                  <a:lnTo>
                    <a:pt x="256772" y="242081"/>
                  </a:lnTo>
                  <a:lnTo>
                    <a:pt x="256760" y="241898"/>
                  </a:lnTo>
                  <a:lnTo>
                    <a:pt x="256644" y="241422"/>
                  </a:lnTo>
                  <a:lnTo>
                    <a:pt x="256795" y="240977"/>
                  </a:lnTo>
                  <a:lnTo>
                    <a:pt x="256717" y="240747"/>
                  </a:lnTo>
                  <a:lnTo>
                    <a:pt x="256585" y="240170"/>
                  </a:lnTo>
                  <a:lnTo>
                    <a:pt x="256749" y="239813"/>
                  </a:lnTo>
                  <a:lnTo>
                    <a:pt x="257075" y="239619"/>
                  </a:lnTo>
                  <a:lnTo>
                    <a:pt x="257694" y="239701"/>
                  </a:lnTo>
                  <a:lnTo>
                    <a:pt x="258585" y="239110"/>
                  </a:lnTo>
                  <a:lnTo>
                    <a:pt x="259281" y="238714"/>
                  </a:lnTo>
                  <a:lnTo>
                    <a:pt x="259787" y="238567"/>
                  </a:lnTo>
                  <a:lnTo>
                    <a:pt x="260471" y="238251"/>
                  </a:lnTo>
                  <a:lnTo>
                    <a:pt x="260456" y="238023"/>
                  </a:lnTo>
                  <a:lnTo>
                    <a:pt x="260713" y="237615"/>
                  </a:lnTo>
                  <a:lnTo>
                    <a:pt x="261254" y="237028"/>
                  </a:lnTo>
                  <a:lnTo>
                    <a:pt x="261242" y="236897"/>
                  </a:lnTo>
                  <a:lnTo>
                    <a:pt x="261239" y="236675"/>
                  </a:lnTo>
                  <a:lnTo>
                    <a:pt x="261434" y="236360"/>
                  </a:lnTo>
                  <a:lnTo>
                    <a:pt x="262234" y="235964"/>
                  </a:lnTo>
                  <a:lnTo>
                    <a:pt x="262593" y="235857"/>
                  </a:lnTo>
                  <a:lnTo>
                    <a:pt x="262804" y="235315"/>
                  </a:lnTo>
                  <a:lnTo>
                    <a:pt x="262864" y="235102"/>
                  </a:lnTo>
                  <a:lnTo>
                    <a:pt x="263056" y="235000"/>
                  </a:lnTo>
                  <a:lnTo>
                    <a:pt x="263344" y="235041"/>
                  </a:lnTo>
                  <a:lnTo>
                    <a:pt x="263635" y="235450"/>
                  </a:lnTo>
                  <a:lnTo>
                    <a:pt x="263969" y="236173"/>
                  </a:lnTo>
                  <a:lnTo>
                    <a:pt x="264120" y="236299"/>
                  </a:lnTo>
                  <a:lnTo>
                    <a:pt x="264732" y="236621"/>
                  </a:lnTo>
                  <a:lnTo>
                    <a:pt x="265009" y="236962"/>
                  </a:lnTo>
                  <a:lnTo>
                    <a:pt x="265658" y="237139"/>
                  </a:lnTo>
                  <a:lnTo>
                    <a:pt x="266272" y="237108"/>
                  </a:lnTo>
                  <a:lnTo>
                    <a:pt x="266472" y="236985"/>
                  </a:lnTo>
                  <a:lnTo>
                    <a:pt x="266966" y="236639"/>
                  </a:lnTo>
                  <a:lnTo>
                    <a:pt x="267005" y="236276"/>
                  </a:lnTo>
                  <a:lnTo>
                    <a:pt x="267484" y="235863"/>
                  </a:lnTo>
                  <a:lnTo>
                    <a:pt x="267699" y="235848"/>
                  </a:lnTo>
                  <a:lnTo>
                    <a:pt x="268146" y="236037"/>
                  </a:lnTo>
                  <a:lnTo>
                    <a:pt x="268125" y="236273"/>
                  </a:lnTo>
                  <a:lnTo>
                    <a:pt x="268323" y="236864"/>
                  </a:lnTo>
                  <a:lnTo>
                    <a:pt x="268709" y="237025"/>
                  </a:lnTo>
                  <a:lnTo>
                    <a:pt x="268991" y="236878"/>
                  </a:lnTo>
                  <a:lnTo>
                    <a:pt x="269154" y="236945"/>
                  </a:lnTo>
                  <a:lnTo>
                    <a:pt x="268907" y="237821"/>
                  </a:lnTo>
                  <a:lnTo>
                    <a:pt x="268911" y="238073"/>
                  </a:lnTo>
                  <a:lnTo>
                    <a:pt x="268950" y="238256"/>
                  </a:lnTo>
                  <a:lnTo>
                    <a:pt x="268935" y="238845"/>
                  </a:lnTo>
                  <a:lnTo>
                    <a:pt x="268800" y="239177"/>
                  </a:lnTo>
                  <a:lnTo>
                    <a:pt x="268746" y="239331"/>
                  </a:lnTo>
                  <a:lnTo>
                    <a:pt x="268685" y="239586"/>
                  </a:lnTo>
                  <a:lnTo>
                    <a:pt x="268906" y="239932"/>
                  </a:lnTo>
                  <a:lnTo>
                    <a:pt x="269522" y="240102"/>
                  </a:lnTo>
                  <a:lnTo>
                    <a:pt x="269992" y="240134"/>
                  </a:lnTo>
                  <a:lnTo>
                    <a:pt x="270181" y="240028"/>
                  </a:lnTo>
                  <a:lnTo>
                    <a:pt x="270541" y="240062"/>
                  </a:lnTo>
                  <a:lnTo>
                    <a:pt x="270712" y="240117"/>
                  </a:lnTo>
                  <a:lnTo>
                    <a:pt x="270612" y="240341"/>
                  </a:lnTo>
                  <a:lnTo>
                    <a:pt x="270688" y="240603"/>
                  </a:lnTo>
                  <a:lnTo>
                    <a:pt x="270564" y="241178"/>
                  </a:lnTo>
                  <a:lnTo>
                    <a:pt x="270291" y="241798"/>
                  </a:lnTo>
                  <a:lnTo>
                    <a:pt x="269820" y="241799"/>
                  </a:lnTo>
                  <a:lnTo>
                    <a:pt x="269657" y="242024"/>
                  </a:lnTo>
                  <a:lnTo>
                    <a:pt x="269458" y="242413"/>
                  </a:lnTo>
                  <a:lnTo>
                    <a:pt x="269588" y="243173"/>
                  </a:lnTo>
                  <a:lnTo>
                    <a:pt x="269693" y="243438"/>
                  </a:lnTo>
                  <a:lnTo>
                    <a:pt x="270006" y="243798"/>
                  </a:lnTo>
                  <a:lnTo>
                    <a:pt x="270358" y="243992"/>
                  </a:lnTo>
                  <a:lnTo>
                    <a:pt x="270339" y="244731"/>
                  </a:lnTo>
                  <a:lnTo>
                    <a:pt x="270199" y="245257"/>
                  </a:lnTo>
                  <a:lnTo>
                    <a:pt x="269995" y="245918"/>
                  </a:lnTo>
                  <a:lnTo>
                    <a:pt x="270065" y="246086"/>
                  </a:lnTo>
                  <a:lnTo>
                    <a:pt x="270282" y="246315"/>
                  </a:lnTo>
                  <a:lnTo>
                    <a:pt x="270427" y="246388"/>
                  </a:lnTo>
                  <a:lnTo>
                    <a:pt x="270388" y="246611"/>
                  </a:lnTo>
                  <a:lnTo>
                    <a:pt x="270178" y="246952"/>
                  </a:lnTo>
                  <a:lnTo>
                    <a:pt x="270118" y="247794"/>
                  </a:lnTo>
                  <a:lnTo>
                    <a:pt x="270121" y="248077"/>
                  </a:lnTo>
                  <a:lnTo>
                    <a:pt x="270313" y="248718"/>
                  </a:lnTo>
                  <a:lnTo>
                    <a:pt x="270653" y="248937"/>
                  </a:lnTo>
                  <a:lnTo>
                    <a:pt x="270932" y="249133"/>
                  </a:lnTo>
                  <a:lnTo>
                    <a:pt x="271027" y="249311"/>
                  </a:lnTo>
                  <a:lnTo>
                    <a:pt x="271211" y="249719"/>
                  </a:lnTo>
                  <a:lnTo>
                    <a:pt x="271336" y="250225"/>
                  </a:lnTo>
                  <a:lnTo>
                    <a:pt x="271267" y="250818"/>
                  </a:lnTo>
                  <a:lnTo>
                    <a:pt x="271086" y="251404"/>
                  </a:lnTo>
                  <a:lnTo>
                    <a:pt x="270860" y="251565"/>
                  </a:lnTo>
                  <a:lnTo>
                    <a:pt x="270466" y="252317"/>
                  </a:lnTo>
                  <a:lnTo>
                    <a:pt x="270424" y="252824"/>
                  </a:lnTo>
                  <a:lnTo>
                    <a:pt x="270265" y="253364"/>
                  </a:lnTo>
                  <a:lnTo>
                    <a:pt x="270100" y="253461"/>
                  </a:lnTo>
                  <a:lnTo>
                    <a:pt x="269919" y="254008"/>
                  </a:lnTo>
                  <a:lnTo>
                    <a:pt x="269301" y="254913"/>
                  </a:lnTo>
                  <a:lnTo>
                    <a:pt x="269231" y="255339"/>
                  </a:lnTo>
                  <a:lnTo>
                    <a:pt x="269442" y="255454"/>
                  </a:lnTo>
                  <a:lnTo>
                    <a:pt x="269584" y="255405"/>
                  </a:lnTo>
                  <a:lnTo>
                    <a:pt x="269825" y="255420"/>
                  </a:lnTo>
                  <a:lnTo>
                    <a:pt x="269911" y="255635"/>
                  </a:lnTo>
                  <a:lnTo>
                    <a:pt x="269929" y="255852"/>
                  </a:lnTo>
                  <a:lnTo>
                    <a:pt x="270034" y="256278"/>
                  </a:lnTo>
                  <a:lnTo>
                    <a:pt x="270570" y="256091"/>
                  </a:lnTo>
                  <a:lnTo>
                    <a:pt x="270745" y="255906"/>
                  </a:lnTo>
                  <a:lnTo>
                    <a:pt x="270889" y="255776"/>
                  </a:lnTo>
                  <a:lnTo>
                    <a:pt x="272073" y="256167"/>
                  </a:lnTo>
                  <a:lnTo>
                    <a:pt x="272488" y="256700"/>
                  </a:lnTo>
                  <a:lnTo>
                    <a:pt x="272584" y="257043"/>
                  </a:lnTo>
                  <a:lnTo>
                    <a:pt x="272605" y="257180"/>
                  </a:lnTo>
                  <a:lnTo>
                    <a:pt x="272821" y="257218"/>
                  </a:lnTo>
                  <a:lnTo>
                    <a:pt x="273315" y="257077"/>
                  </a:lnTo>
                  <a:lnTo>
                    <a:pt x="273857" y="256876"/>
                  </a:lnTo>
                  <a:lnTo>
                    <a:pt x="274376" y="257203"/>
                  </a:lnTo>
                  <a:lnTo>
                    <a:pt x="274625" y="257049"/>
                  </a:lnTo>
                  <a:lnTo>
                    <a:pt x="274713" y="256708"/>
                  </a:lnTo>
                  <a:lnTo>
                    <a:pt x="274982" y="255841"/>
                  </a:lnTo>
                  <a:lnTo>
                    <a:pt x="275094" y="255551"/>
                  </a:lnTo>
                  <a:lnTo>
                    <a:pt x="275238" y="255222"/>
                  </a:lnTo>
                  <a:lnTo>
                    <a:pt x="275504" y="254730"/>
                  </a:lnTo>
                  <a:lnTo>
                    <a:pt x="276017" y="254892"/>
                  </a:lnTo>
                  <a:lnTo>
                    <a:pt x="276790" y="255154"/>
                  </a:lnTo>
                  <a:lnTo>
                    <a:pt x="277212" y="255221"/>
                  </a:lnTo>
                  <a:lnTo>
                    <a:pt x="277392" y="255053"/>
                  </a:lnTo>
                  <a:lnTo>
                    <a:pt x="277488" y="254355"/>
                  </a:lnTo>
                  <a:lnTo>
                    <a:pt x="277184" y="254029"/>
                  </a:lnTo>
                  <a:lnTo>
                    <a:pt x="277421" y="253521"/>
                  </a:lnTo>
                  <a:lnTo>
                    <a:pt x="277600" y="253272"/>
                  </a:lnTo>
                  <a:lnTo>
                    <a:pt x="277779" y="252962"/>
                  </a:lnTo>
                  <a:lnTo>
                    <a:pt x="277882" y="252645"/>
                  </a:lnTo>
                  <a:lnTo>
                    <a:pt x="278056" y="252215"/>
                  </a:lnTo>
                  <a:lnTo>
                    <a:pt x="278257" y="251950"/>
                  </a:lnTo>
                  <a:lnTo>
                    <a:pt x="278671" y="251421"/>
                  </a:lnTo>
                  <a:lnTo>
                    <a:pt x="278799" y="251198"/>
                  </a:lnTo>
                  <a:lnTo>
                    <a:pt x="279293" y="250913"/>
                  </a:lnTo>
                  <a:lnTo>
                    <a:pt x="279892" y="250710"/>
                  </a:lnTo>
                  <a:lnTo>
                    <a:pt x="280252" y="250771"/>
                  </a:lnTo>
                  <a:lnTo>
                    <a:pt x="280578" y="251012"/>
                  </a:lnTo>
                  <a:lnTo>
                    <a:pt x="280763" y="251127"/>
                  </a:lnTo>
                  <a:lnTo>
                    <a:pt x="280962" y="251208"/>
                  </a:lnTo>
                  <a:lnTo>
                    <a:pt x="281231" y="251196"/>
                  </a:lnTo>
                  <a:lnTo>
                    <a:pt x="282148" y="250879"/>
                  </a:lnTo>
                  <a:lnTo>
                    <a:pt x="282489" y="250598"/>
                  </a:lnTo>
                  <a:lnTo>
                    <a:pt x="282918" y="250551"/>
                  </a:lnTo>
                  <a:lnTo>
                    <a:pt x="283006" y="250949"/>
                  </a:lnTo>
                  <a:lnTo>
                    <a:pt x="283790" y="251318"/>
                  </a:lnTo>
                  <a:lnTo>
                    <a:pt x="284089" y="251332"/>
                  </a:lnTo>
                  <a:lnTo>
                    <a:pt x="284390" y="251252"/>
                  </a:lnTo>
                  <a:lnTo>
                    <a:pt x="284935" y="251086"/>
                  </a:lnTo>
                  <a:lnTo>
                    <a:pt x="285268" y="251104"/>
                  </a:lnTo>
                  <a:lnTo>
                    <a:pt x="285314" y="251243"/>
                  </a:lnTo>
                  <a:lnTo>
                    <a:pt x="286056" y="251224"/>
                  </a:lnTo>
                  <a:lnTo>
                    <a:pt x="286160" y="251461"/>
                  </a:lnTo>
                  <a:lnTo>
                    <a:pt x="286264" y="251840"/>
                  </a:lnTo>
                  <a:lnTo>
                    <a:pt x="286390" y="251982"/>
                  </a:lnTo>
                  <a:lnTo>
                    <a:pt x="286438" y="252227"/>
                  </a:lnTo>
                  <a:lnTo>
                    <a:pt x="286598" y="252187"/>
                  </a:lnTo>
                  <a:lnTo>
                    <a:pt x="287390" y="251596"/>
                  </a:lnTo>
                  <a:lnTo>
                    <a:pt x="288085" y="251651"/>
                  </a:lnTo>
                  <a:lnTo>
                    <a:pt x="288404" y="251980"/>
                  </a:lnTo>
                  <a:lnTo>
                    <a:pt x="288712" y="251979"/>
                  </a:lnTo>
                  <a:lnTo>
                    <a:pt x="288902" y="251947"/>
                  </a:lnTo>
                  <a:lnTo>
                    <a:pt x="289165" y="251467"/>
                  </a:lnTo>
                  <a:lnTo>
                    <a:pt x="289779" y="251638"/>
                  </a:lnTo>
                  <a:lnTo>
                    <a:pt x="290347" y="251843"/>
                  </a:lnTo>
                  <a:lnTo>
                    <a:pt x="290556" y="251804"/>
                  </a:lnTo>
                  <a:lnTo>
                    <a:pt x="291168" y="252063"/>
                  </a:lnTo>
                  <a:lnTo>
                    <a:pt x="291666" y="252642"/>
                  </a:lnTo>
                  <a:lnTo>
                    <a:pt x="292011" y="252885"/>
                  </a:lnTo>
                  <a:lnTo>
                    <a:pt x="291764" y="253191"/>
                  </a:lnTo>
                  <a:lnTo>
                    <a:pt x="291379" y="253271"/>
                  </a:lnTo>
                  <a:lnTo>
                    <a:pt x="290792" y="253341"/>
                  </a:lnTo>
                  <a:lnTo>
                    <a:pt x="290163" y="253452"/>
                  </a:lnTo>
                  <a:lnTo>
                    <a:pt x="289983" y="253500"/>
                  </a:lnTo>
                  <a:lnTo>
                    <a:pt x="289604" y="253755"/>
                  </a:lnTo>
                  <a:lnTo>
                    <a:pt x="289409" y="254544"/>
                  </a:lnTo>
                  <a:lnTo>
                    <a:pt x="289380" y="254727"/>
                  </a:lnTo>
                  <a:lnTo>
                    <a:pt x="289282" y="254901"/>
                  </a:lnTo>
                  <a:lnTo>
                    <a:pt x="288920" y="255097"/>
                  </a:lnTo>
                  <a:lnTo>
                    <a:pt x="288765" y="255505"/>
                  </a:lnTo>
                  <a:lnTo>
                    <a:pt x="288975" y="255779"/>
                  </a:lnTo>
                  <a:lnTo>
                    <a:pt x="289067" y="256293"/>
                  </a:lnTo>
                  <a:lnTo>
                    <a:pt x="289227" y="257017"/>
                  </a:lnTo>
                  <a:lnTo>
                    <a:pt x="288747" y="257168"/>
                  </a:lnTo>
                  <a:lnTo>
                    <a:pt x="288572" y="257313"/>
                  </a:lnTo>
                  <a:lnTo>
                    <a:pt x="288362" y="257667"/>
                  </a:lnTo>
                  <a:lnTo>
                    <a:pt x="288388" y="257823"/>
                  </a:lnTo>
                  <a:lnTo>
                    <a:pt x="288744" y="258402"/>
                  </a:lnTo>
                  <a:lnTo>
                    <a:pt x="288719" y="258698"/>
                  </a:lnTo>
                  <a:lnTo>
                    <a:pt x="288642" y="259023"/>
                  </a:lnTo>
                  <a:lnTo>
                    <a:pt x="288893" y="259314"/>
                  </a:lnTo>
                  <a:lnTo>
                    <a:pt x="289135" y="259337"/>
                  </a:lnTo>
                  <a:lnTo>
                    <a:pt x="289300" y="259428"/>
                  </a:lnTo>
                  <a:lnTo>
                    <a:pt x="289451" y="259640"/>
                  </a:lnTo>
                  <a:lnTo>
                    <a:pt x="289728" y="259855"/>
                  </a:lnTo>
                  <a:lnTo>
                    <a:pt x="290024" y="259902"/>
                  </a:lnTo>
                  <a:lnTo>
                    <a:pt x="290227" y="260151"/>
                  </a:lnTo>
                  <a:lnTo>
                    <a:pt x="290337" y="260518"/>
                  </a:lnTo>
                  <a:lnTo>
                    <a:pt x="290339" y="260779"/>
                  </a:lnTo>
                  <a:lnTo>
                    <a:pt x="291098" y="261254"/>
                  </a:lnTo>
                  <a:lnTo>
                    <a:pt x="291392" y="261866"/>
                  </a:lnTo>
                  <a:lnTo>
                    <a:pt x="291417" y="262045"/>
                  </a:lnTo>
                  <a:lnTo>
                    <a:pt x="291430" y="262500"/>
                  </a:lnTo>
                  <a:lnTo>
                    <a:pt x="291310" y="262989"/>
                  </a:lnTo>
                  <a:lnTo>
                    <a:pt x="291480" y="263246"/>
                  </a:lnTo>
                  <a:lnTo>
                    <a:pt x="291246" y="263496"/>
                  </a:lnTo>
                  <a:lnTo>
                    <a:pt x="290854" y="263694"/>
                  </a:lnTo>
                  <a:lnTo>
                    <a:pt x="290597" y="264130"/>
                  </a:lnTo>
                  <a:lnTo>
                    <a:pt x="290517" y="264500"/>
                  </a:lnTo>
                  <a:lnTo>
                    <a:pt x="290633" y="264988"/>
                  </a:lnTo>
                  <a:lnTo>
                    <a:pt x="291105" y="265379"/>
                  </a:lnTo>
                  <a:lnTo>
                    <a:pt x="291295" y="265683"/>
                  </a:lnTo>
                  <a:lnTo>
                    <a:pt x="291617" y="265718"/>
                  </a:lnTo>
                  <a:lnTo>
                    <a:pt x="292069" y="266020"/>
                  </a:lnTo>
                  <a:lnTo>
                    <a:pt x="292284" y="266414"/>
                  </a:lnTo>
                  <a:lnTo>
                    <a:pt x="292647" y="267124"/>
                  </a:lnTo>
                  <a:lnTo>
                    <a:pt x="292746" y="267367"/>
                  </a:lnTo>
                  <a:lnTo>
                    <a:pt x="292759" y="268064"/>
                  </a:lnTo>
                  <a:lnTo>
                    <a:pt x="293208" y="268209"/>
                  </a:lnTo>
                  <a:lnTo>
                    <a:pt x="293493" y="268455"/>
                  </a:lnTo>
                  <a:lnTo>
                    <a:pt x="293535" y="269073"/>
                  </a:lnTo>
                  <a:lnTo>
                    <a:pt x="293530" y="269270"/>
                  </a:lnTo>
                  <a:lnTo>
                    <a:pt x="292931" y="270955"/>
                  </a:lnTo>
                  <a:lnTo>
                    <a:pt x="292922" y="271207"/>
                  </a:lnTo>
                  <a:lnTo>
                    <a:pt x="292862" y="271358"/>
                  </a:lnTo>
                  <a:lnTo>
                    <a:pt x="292363" y="272107"/>
                  </a:lnTo>
                  <a:lnTo>
                    <a:pt x="291974" y="272353"/>
                  </a:lnTo>
                  <a:lnTo>
                    <a:pt x="291716" y="272410"/>
                  </a:lnTo>
                  <a:lnTo>
                    <a:pt x="291470" y="272760"/>
                  </a:lnTo>
                  <a:lnTo>
                    <a:pt x="291409" y="272917"/>
                  </a:lnTo>
                  <a:lnTo>
                    <a:pt x="290974" y="272993"/>
                  </a:lnTo>
                  <a:lnTo>
                    <a:pt x="290800" y="273134"/>
                  </a:lnTo>
                  <a:lnTo>
                    <a:pt x="290750" y="273434"/>
                  </a:lnTo>
                  <a:lnTo>
                    <a:pt x="290749" y="273641"/>
                  </a:lnTo>
                  <a:lnTo>
                    <a:pt x="290748" y="273898"/>
                  </a:lnTo>
                  <a:lnTo>
                    <a:pt x="290395" y="274128"/>
                  </a:lnTo>
                  <a:lnTo>
                    <a:pt x="290087" y="273885"/>
                  </a:lnTo>
                  <a:lnTo>
                    <a:pt x="289810" y="273676"/>
                  </a:lnTo>
                  <a:lnTo>
                    <a:pt x="289319" y="274305"/>
                  </a:lnTo>
                  <a:lnTo>
                    <a:pt x="288870" y="274634"/>
                  </a:lnTo>
                  <a:lnTo>
                    <a:pt x="288877" y="275179"/>
                  </a:lnTo>
                  <a:lnTo>
                    <a:pt x="288585" y="275053"/>
                  </a:lnTo>
                  <a:lnTo>
                    <a:pt x="288029" y="275125"/>
                  </a:lnTo>
                  <a:lnTo>
                    <a:pt x="287772" y="275555"/>
                  </a:lnTo>
                  <a:lnTo>
                    <a:pt x="287183" y="275581"/>
                  </a:lnTo>
                  <a:lnTo>
                    <a:pt x="287015" y="275531"/>
                  </a:lnTo>
                  <a:lnTo>
                    <a:pt x="286382" y="275417"/>
                  </a:lnTo>
                  <a:lnTo>
                    <a:pt x="286371" y="275888"/>
                  </a:lnTo>
                  <a:lnTo>
                    <a:pt x="286328" y="276615"/>
                  </a:lnTo>
                  <a:lnTo>
                    <a:pt x="286152" y="277387"/>
                  </a:lnTo>
                  <a:lnTo>
                    <a:pt x="286241" y="277705"/>
                  </a:lnTo>
                  <a:lnTo>
                    <a:pt x="286866" y="278187"/>
                  </a:lnTo>
                  <a:lnTo>
                    <a:pt x="286839" y="278398"/>
                  </a:lnTo>
                  <a:lnTo>
                    <a:pt x="286645" y="279320"/>
                  </a:lnTo>
                  <a:lnTo>
                    <a:pt x="286474" y="279796"/>
                  </a:lnTo>
                  <a:lnTo>
                    <a:pt x="286466" y="280496"/>
                  </a:lnTo>
                  <a:lnTo>
                    <a:pt x="286672" y="281114"/>
                  </a:lnTo>
                  <a:lnTo>
                    <a:pt x="287036" y="282056"/>
                  </a:lnTo>
                  <a:lnTo>
                    <a:pt x="287293" y="282324"/>
                  </a:lnTo>
                  <a:lnTo>
                    <a:pt x="287537" y="283220"/>
                  </a:lnTo>
                  <a:lnTo>
                    <a:pt x="287799" y="283400"/>
                  </a:lnTo>
                  <a:lnTo>
                    <a:pt x="288077" y="283575"/>
                  </a:lnTo>
                  <a:lnTo>
                    <a:pt x="288106" y="283785"/>
                  </a:lnTo>
                  <a:lnTo>
                    <a:pt x="288085" y="284789"/>
                  </a:lnTo>
                  <a:lnTo>
                    <a:pt x="288388" y="285302"/>
                  </a:lnTo>
                  <a:lnTo>
                    <a:pt x="288707" y="285721"/>
                  </a:lnTo>
                  <a:lnTo>
                    <a:pt x="288848" y="285844"/>
                  </a:lnTo>
                  <a:lnTo>
                    <a:pt x="288885" y="286084"/>
                  </a:lnTo>
                  <a:lnTo>
                    <a:pt x="288607" y="286253"/>
                  </a:lnTo>
                  <a:lnTo>
                    <a:pt x="288461" y="286420"/>
                  </a:lnTo>
                  <a:lnTo>
                    <a:pt x="288178" y="286797"/>
                  </a:lnTo>
                  <a:lnTo>
                    <a:pt x="288144" y="287273"/>
                  </a:lnTo>
                  <a:lnTo>
                    <a:pt x="287204" y="287611"/>
                  </a:lnTo>
                  <a:lnTo>
                    <a:pt x="286717" y="287844"/>
                  </a:lnTo>
                  <a:lnTo>
                    <a:pt x="286486" y="288041"/>
                  </a:lnTo>
                  <a:lnTo>
                    <a:pt x="285991" y="287662"/>
                  </a:lnTo>
                  <a:lnTo>
                    <a:pt x="285499" y="287685"/>
                  </a:lnTo>
                  <a:lnTo>
                    <a:pt x="285559" y="288328"/>
                  </a:lnTo>
                  <a:lnTo>
                    <a:pt x="285638" y="288500"/>
                  </a:lnTo>
                  <a:lnTo>
                    <a:pt x="285666" y="288691"/>
                  </a:lnTo>
                  <a:lnTo>
                    <a:pt x="285648" y="288899"/>
                  </a:lnTo>
                  <a:lnTo>
                    <a:pt x="285464" y="289252"/>
                  </a:lnTo>
                  <a:lnTo>
                    <a:pt x="285216" y="289506"/>
                  </a:lnTo>
                  <a:lnTo>
                    <a:pt x="284960" y="289296"/>
                  </a:lnTo>
                  <a:lnTo>
                    <a:pt x="284815" y="289218"/>
                  </a:lnTo>
                  <a:lnTo>
                    <a:pt x="284427" y="289146"/>
                  </a:lnTo>
                  <a:lnTo>
                    <a:pt x="284292" y="289202"/>
                  </a:lnTo>
                  <a:lnTo>
                    <a:pt x="284227" y="289366"/>
                  </a:lnTo>
                  <a:lnTo>
                    <a:pt x="283909" y="290298"/>
                  </a:lnTo>
                  <a:lnTo>
                    <a:pt x="284162" y="290778"/>
                  </a:lnTo>
                  <a:lnTo>
                    <a:pt x="284357" y="290964"/>
                  </a:lnTo>
                  <a:lnTo>
                    <a:pt x="284337" y="291114"/>
                  </a:lnTo>
                  <a:lnTo>
                    <a:pt x="284253" y="291571"/>
                  </a:lnTo>
                  <a:lnTo>
                    <a:pt x="284320" y="292080"/>
                  </a:lnTo>
                  <a:lnTo>
                    <a:pt x="284176" y="292807"/>
                  </a:lnTo>
                  <a:lnTo>
                    <a:pt x="284021" y="292799"/>
                  </a:lnTo>
                  <a:lnTo>
                    <a:pt x="283546" y="293461"/>
                  </a:lnTo>
                  <a:lnTo>
                    <a:pt x="283100" y="293587"/>
                  </a:lnTo>
                  <a:lnTo>
                    <a:pt x="282364" y="293638"/>
                  </a:lnTo>
                  <a:lnTo>
                    <a:pt x="281879" y="293507"/>
                  </a:lnTo>
                  <a:lnTo>
                    <a:pt x="281556" y="293471"/>
                  </a:lnTo>
                  <a:lnTo>
                    <a:pt x="281262" y="293198"/>
                  </a:lnTo>
                  <a:lnTo>
                    <a:pt x="280853" y="293163"/>
                  </a:lnTo>
                  <a:lnTo>
                    <a:pt x="280433" y="293060"/>
                  </a:lnTo>
                  <a:lnTo>
                    <a:pt x="280156" y="292668"/>
                  </a:lnTo>
                  <a:lnTo>
                    <a:pt x="280045" y="292417"/>
                  </a:lnTo>
                  <a:lnTo>
                    <a:pt x="279635" y="292408"/>
                  </a:lnTo>
                  <a:lnTo>
                    <a:pt x="279464" y="292453"/>
                  </a:lnTo>
                  <a:lnTo>
                    <a:pt x="279375" y="292839"/>
                  </a:lnTo>
                  <a:lnTo>
                    <a:pt x="279417" y="293027"/>
                  </a:lnTo>
                  <a:lnTo>
                    <a:pt x="279215" y="293364"/>
                  </a:lnTo>
                  <a:lnTo>
                    <a:pt x="279036" y="293222"/>
                  </a:lnTo>
                  <a:lnTo>
                    <a:pt x="278545" y="292831"/>
                  </a:lnTo>
                  <a:lnTo>
                    <a:pt x="278198" y="292544"/>
                  </a:lnTo>
                  <a:lnTo>
                    <a:pt x="278009" y="292561"/>
                  </a:lnTo>
                  <a:lnTo>
                    <a:pt x="277837" y="292602"/>
                  </a:lnTo>
                  <a:lnTo>
                    <a:pt x="277813" y="292767"/>
                  </a:lnTo>
                  <a:lnTo>
                    <a:pt x="277814" y="292908"/>
                  </a:lnTo>
                  <a:lnTo>
                    <a:pt x="277811" y="293063"/>
                  </a:lnTo>
                  <a:lnTo>
                    <a:pt x="277621" y="293577"/>
                  </a:lnTo>
                  <a:lnTo>
                    <a:pt x="277220" y="294461"/>
                  </a:lnTo>
                  <a:lnTo>
                    <a:pt x="276811" y="294633"/>
                  </a:lnTo>
                  <a:lnTo>
                    <a:pt x="276818" y="295250"/>
                  </a:lnTo>
                  <a:lnTo>
                    <a:pt x="276806" y="295684"/>
                  </a:lnTo>
                  <a:lnTo>
                    <a:pt x="276815" y="296451"/>
                  </a:lnTo>
                  <a:lnTo>
                    <a:pt x="276862" y="296641"/>
                  </a:lnTo>
                  <a:lnTo>
                    <a:pt x="276498" y="296826"/>
                  </a:lnTo>
                  <a:lnTo>
                    <a:pt x="276405" y="297062"/>
                  </a:lnTo>
                  <a:lnTo>
                    <a:pt x="276678" y="297415"/>
                  </a:lnTo>
                  <a:lnTo>
                    <a:pt x="277010" y="297486"/>
                  </a:lnTo>
                  <a:lnTo>
                    <a:pt x="277355" y="297841"/>
                  </a:lnTo>
                  <a:lnTo>
                    <a:pt x="277539" y="297511"/>
                  </a:lnTo>
                  <a:lnTo>
                    <a:pt x="277772" y="297535"/>
                  </a:lnTo>
                  <a:lnTo>
                    <a:pt x="278148" y="297587"/>
                  </a:lnTo>
                  <a:lnTo>
                    <a:pt x="278280" y="297665"/>
                  </a:lnTo>
                  <a:lnTo>
                    <a:pt x="278140" y="298503"/>
                  </a:lnTo>
                  <a:lnTo>
                    <a:pt x="277807" y="298608"/>
                  </a:lnTo>
                  <a:lnTo>
                    <a:pt x="277570" y="298669"/>
                  </a:lnTo>
                  <a:lnTo>
                    <a:pt x="277331" y="298688"/>
                  </a:lnTo>
                  <a:lnTo>
                    <a:pt x="277238" y="298853"/>
                  </a:lnTo>
                  <a:lnTo>
                    <a:pt x="277143" y="299410"/>
                  </a:lnTo>
                  <a:lnTo>
                    <a:pt x="276959" y="299552"/>
                  </a:lnTo>
                  <a:lnTo>
                    <a:pt x="276681" y="299506"/>
                  </a:lnTo>
                  <a:lnTo>
                    <a:pt x="276439" y="299943"/>
                  </a:lnTo>
                  <a:lnTo>
                    <a:pt x="276289" y="300326"/>
                  </a:lnTo>
                  <a:lnTo>
                    <a:pt x="276378" y="300847"/>
                  </a:lnTo>
                  <a:lnTo>
                    <a:pt x="276322" y="301128"/>
                  </a:lnTo>
                  <a:lnTo>
                    <a:pt x="275822" y="301083"/>
                  </a:lnTo>
                  <a:lnTo>
                    <a:pt x="275500" y="300983"/>
                  </a:lnTo>
                  <a:lnTo>
                    <a:pt x="274620" y="301232"/>
                  </a:lnTo>
                  <a:lnTo>
                    <a:pt x="274476" y="301313"/>
                  </a:lnTo>
                  <a:lnTo>
                    <a:pt x="274336" y="301382"/>
                  </a:lnTo>
                  <a:lnTo>
                    <a:pt x="273942" y="301031"/>
                  </a:lnTo>
                  <a:lnTo>
                    <a:pt x="273811" y="301044"/>
                  </a:lnTo>
                  <a:lnTo>
                    <a:pt x="273620" y="301235"/>
                  </a:lnTo>
                  <a:lnTo>
                    <a:pt x="273429" y="301428"/>
                  </a:lnTo>
                  <a:lnTo>
                    <a:pt x="273146" y="301556"/>
                  </a:lnTo>
                  <a:lnTo>
                    <a:pt x="272486" y="301705"/>
                  </a:lnTo>
                  <a:lnTo>
                    <a:pt x="272203" y="301598"/>
                  </a:lnTo>
                  <a:lnTo>
                    <a:pt x="271946" y="301547"/>
                  </a:lnTo>
                  <a:lnTo>
                    <a:pt x="271347" y="301679"/>
                  </a:lnTo>
                  <a:lnTo>
                    <a:pt x="271306" y="302392"/>
                  </a:lnTo>
                  <a:lnTo>
                    <a:pt x="271325" y="302808"/>
                  </a:lnTo>
                  <a:lnTo>
                    <a:pt x="271412" y="303173"/>
                  </a:lnTo>
                  <a:lnTo>
                    <a:pt x="271439" y="303438"/>
                  </a:lnTo>
                  <a:lnTo>
                    <a:pt x="271481" y="304311"/>
                  </a:lnTo>
                  <a:lnTo>
                    <a:pt x="271116" y="304682"/>
                  </a:lnTo>
                  <a:lnTo>
                    <a:pt x="271083" y="304857"/>
                  </a:lnTo>
                  <a:lnTo>
                    <a:pt x="270993" y="305329"/>
                  </a:lnTo>
                  <a:lnTo>
                    <a:pt x="271003" y="305537"/>
                  </a:lnTo>
                  <a:lnTo>
                    <a:pt x="270781" y="306181"/>
                  </a:lnTo>
                  <a:lnTo>
                    <a:pt x="270640" y="306428"/>
                  </a:lnTo>
                  <a:lnTo>
                    <a:pt x="270443" y="306887"/>
                  </a:lnTo>
                  <a:lnTo>
                    <a:pt x="270383" y="307070"/>
                  </a:lnTo>
                  <a:lnTo>
                    <a:pt x="270330" y="307212"/>
                  </a:lnTo>
                  <a:lnTo>
                    <a:pt x="270097" y="307251"/>
                  </a:lnTo>
                  <a:lnTo>
                    <a:pt x="269840" y="307542"/>
                  </a:lnTo>
                  <a:lnTo>
                    <a:pt x="269736" y="307742"/>
                  </a:lnTo>
                  <a:lnTo>
                    <a:pt x="269497" y="308077"/>
                  </a:lnTo>
                  <a:lnTo>
                    <a:pt x="269269" y="308114"/>
                  </a:lnTo>
                  <a:lnTo>
                    <a:pt x="269180" y="308356"/>
                  </a:lnTo>
                  <a:lnTo>
                    <a:pt x="269145" y="308536"/>
                  </a:lnTo>
                  <a:lnTo>
                    <a:pt x="268940" y="308680"/>
                  </a:lnTo>
                  <a:lnTo>
                    <a:pt x="268697" y="308640"/>
                  </a:lnTo>
                  <a:lnTo>
                    <a:pt x="268491" y="308606"/>
                  </a:lnTo>
                  <a:lnTo>
                    <a:pt x="268174" y="308579"/>
                  </a:lnTo>
                  <a:lnTo>
                    <a:pt x="267942" y="308653"/>
                  </a:lnTo>
                  <a:lnTo>
                    <a:pt x="267962" y="309103"/>
                  </a:lnTo>
                  <a:lnTo>
                    <a:pt x="267863" y="309281"/>
                  </a:lnTo>
                  <a:lnTo>
                    <a:pt x="267713" y="309512"/>
                  </a:lnTo>
                  <a:lnTo>
                    <a:pt x="267773" y="309773"/>
                  </a:lnTo>
                  <a:lnTo>
                    <a:pt x="267766" y="310001"/>
                  </a:lnTo>
                  <a:lnTo>
                    <a:pt x="267647" y="310223"/>
                  </a:lnTo>
                  <a:lnTo>
                    <a:pt x="267630" y="310387"/>
                  </a:lnTo>
                  <a:lnTo>
                    <a:pt x="267629" y="310592"/>
                  </a:lnTo>
                  <a:lnTo>
                    <a:pt x="267523" y="311108"/>
                  </a:lnTo>
                  <a:lnTo>
                    <a:pt x="267441" y="311238"/>
                  </a:lnTo>
                  <a:lnTo>
                    <a:pt x="267549" y="311810"/>
                  </a:lnTo>
                  <a:lnTo>
                    <a:pt x="267710" y="312015"/>
                  </a:lnTo>
                  <a:lnTo>
                    <a:pt x="267691" y="312342"/>
                  </a:lnTo>
                  <a:lnTo>
                    <a:pt x="267414" y="312744"/>
                  </a:lnTo>
                  <a:lnTo>
                    <a:pt x="267095" y="313044"/>
                  </a:lnTo>
                  <a:lnTo>
                    <a:pt x="267054" y="313286"/>
                  </a:lnTo>
                  <a:lnTo>
                    <a:pt x="267008" y="313531"/>
                  </a:lnTo>
                  <a:lnTo>
                    <a:pt x="266918" y="313687"/>
                  </a:lnTo>
                  <a:lnTo>
                    <a:pt x="266742" y="313813"/>
                  </a:lnTo>
                  <a:lnTo>
                    <a:pt x="266618" y="314187"/>
                  </a:lnTo>
                  <a:lnTo>
                    <a:pt x="266533" y="314907"/>
                  </a:lnTo>
                  <a:lnTo>
                    <a:pt x="266874" y="315174"/>
                  </a:lnTo>
                  <a:lnTo>
                    <a:pt x="267190" y="315447"/>
                  </a:lnTo>
                  <a:lnTo>
                    <a:pt x="266907" y="315914"/>
                  </a:lnTo>
                  <a:lnTo>
                    <a:pt x="266456" y="316390"/>
                  </a:lnTo>
                  <a:lnTo>
                    <a:pt x="266167" y="316512"/>
                  </a:lnTo>
                  <a:lnTo>
                    <a:pt x="266169" y="316688"/>
                  </a:lnTo>
                  <a:lnTo>
                    <a:pt x="266161" y="316903"/>
                  </a:lnTo>
                  <a:lnTo>
                    <a:pt x="266145" y="317445"/>
                  </a:lnTo>
                  <a:lnTo>
                    <a:pt x="266477" y="317276"/>
                  </a:lnTo>
                  <a:lnTo>
                    <a:pt x="266921" y="317627"/>
                  </a:lnTo>
                  <a:lnTo>
                    <a:pt x="266915" y="317893"/>
                  </a:lnTo>
                  <a:lnTo>
                    <a:pt x="266855" y="318258"/>
                  </a:lnTo>
                  <a:lnTo>
                    <a:pt x="266627" y="318573"/>
                  </a:lnTo>
                  <a:lnTo>
                    <a:pt x="266878" y="318937"/>
                  </a:lnTo>
                  <a:lnTo>
                    <a:pt x="266983" y="319067"/>
                  </a:lnTo>
                  <a:lnTo>
                    <a:pt x="267107" y="319249"/>
                  </a:lnTo>
                  <a:lnTo>
                    <a:pt x="267265" y="319731"/>
                  </a:lnTo>
                  <a:lnTo>
                    <a:pt x="267396" y="319779"/>
                  </a:lnTo>
                  <a:lnTo>
                    <a:pt x="267537" y="319840"/>
                  </a:lnTo>
                  <a:lnTo>
                    <a:pt x="267470" y="320106"/>
                  </a:lnTo>
                  <a:lnTo>
                    <a:pt x="267401" y="320440"/>
                  </a:lnTo>
                  <a:lnTo>
                    <a:pt x="267393" y="320827"/>
                  </a:lnTo>
                  <a:lnTo>
                    <a:pt x="267402" y="321135"/>
                  </a:lnTo>
                  <a:lnTo>
                    <a:pt x="267399" y="321368"/>
                  </a:lnTo>
                  <a:lnTo>
                    <a:pt x="267356" y="321668"/>
                  </a:lnTo>
                  <a:lnTo>
                    <a:pt x="267379" y="321814"/>
                  </a:lnTo>
                  <a:lnTo>
                    <a:pt x="267697" y="321703"/>
                  </a:lnTo>
                  <a:lnTo>
                    <a:pt x="267884" y="321870"/>
                  </a:lnTo>
                  <a:lnTo>
                    <a:pt x="267950" y="322154"/>
                  </a:lnTo>
                  <a:lnTo>
                    <a:pt x="267516" y="322399"/>
                  </a:lnTo>
                  <a:lnTo>
                    <a:pt x="267261" y="322462"/>
                  </a:lnTo>
                  <a:lnTo>
                    <a:pt x="266893" y="322715"/>
                  </a:lnTo>
                  <a:lnTo>
                    <a:pt x="266827" y="322856"/>
                  </a:lnTo>
                  <a:lnTo>
                    <a:pt x="267106" y="322980"/>
                  </a:lnTo>
                  <a:lnTo>
                    <a:pt x="267103" y="323178"/>
                  </a:lnTo>
                  <a:lnTo>
                    <a:pt x="267098" y="323357"/>
                  </a:lnTo>
                  <a:lnTo>
                    <a:pt x="267160" y="323529"/>
                  </a:lnTo>
                  <a:lnTo>
                    <a:pt x="267271" y="323727"/>
                  </a:lnTo>
                  <a:lnTo>
                    <a:pt x="267033" y="324230"/>
                  </a:lnTo>
                  <a:lnTo>
                    <a:pt x="267026" y="324532"/>
                  </a:lnTo>
                  <a:lnTo>
                    <a:pt x="267009" y="324785"/>
                  </a:lnTo>
                  <a:lnTo>
                    <a:pt x="266979" y="325189"/>
                  </a:lnTo>
                  <a:lnTo>
                    <a:pt x="267117" y="325534"/>
                  </a:lnTo>
                  <a:lnTo>
                    <a:pt x="267536" y="325959"/>
                  </a:lnTo>
                  <a:lnTo>
                    <a:pt x="267747" y="326125"/>
                  </a:lnTo>
                  <a:lnTo>
                    <a:pt x="268181" y="326194"/>
                  </a:lnTo>
                  <a:lnTo>
                    <a:pt x="268550" y="326109"/>
                  </a:lnTo>
                  <a:lnTo>
                    <a:pt x="269074" y="326036"/>
                  </a:lnTo>
                  <a:lnTo>
                    <a:pt x="269315" y="326008"/>
                  </a:lnTo>
                  <a:lnTo>
                    <a:pt x="269221" y="326202"/>
                  </a:lnTo>
                  <a:lnTo>
                    <a:pt x="269025" y="326455"/>
                  </a:lnTo>
                  <a:lnTo>
                    <a:pt x="269029" y="326827"/>
                  </a:lnTo>
                  <a:lnTo>
                    <a:pt x="269293" y="327056"/>
                  </a:lnTo>
                  <a:lnTo>
                    <a:pt x="269303" y="327526"/>
                  </a:lnTo>
                  <a:lnTo>
                    <a:pt x="269181" y="327703"/>
                  </a:lnTo>
                  <a:lnTo>
                    <a:pt x="268915" y="327683"/>
                  </a:lnTo>
                  <a:lnTo>
                    <a:pt x="268591" y="328021"/>
                  </a:lnTo>
                  <a:lnTo>
                    <a:pt x="268437" y="328373"/>
                  </a:lnTo>
                  <a:lnTo>
                    <a:pt x="268104" y="328527"/>
                  </a:lnTo>
                  <a:lnTo>
                    <a:pt x="267881" y="328538"/>
                  </a:lnTo>
                  <a:lnTo>
                    <a:pt x="267613" y="328949"/>
                  </a:lnTo>
                  <a:lnTo>
                    <a:pt x="267782" y="329269"/>
                  </a:lnTo>
                  <a:lnTo>
                    <a:pt x="268121" y="329514"/>
                  </a:lnTo>
                  <a:lnTo>
                    <a:pt x="268106" y="329665"/>
                  </a:lnTo>
                  <a:lnTo>
                    <a:pt x="267796" y="329975"/>
                  </a:lnTo>
                  <a:lnTo>
                    <a:pt x="267591" y="330051"/>
                  </a:lnTo>
                  <a:lnTo>
                    <a:pt x="267051" y="330534"/>
                  </a:lnTo>
                  <a:lnTo>
                    <a:pt x="266785" y="330455"/>
                  </a:lnTo>
                  <a:lnTo>
                    <a:pt x="266583" y="330531"/>
                  </a:lnTo>
                  <a:lnTo>
                    <a:pt x="266641" y="330731"/>
                  </a:lnTo>
                  <a:lnTo>
                    <a:pt x="266720" y="330962"/>
                  </a:lnTo>
                  <a:lnTo>
                    <a:pt x="266740" y="331154"/>
                  </a:lnTo>
                  <a:lnTo>
                    <a:pt x="266665" y="331343"/>
                  </a:lnTo>
                  <a:lnTo>
                    <a:pt x="266763" y="331579"/>
                  </a:lnTo>
                  <a:lnTo>
                    <a:pt x="267036" y="331849"/>
                  </a:lnTo>
                  <a:lnTo>
                    <a:pt x="267069" y="332220"/>
                  </a:lnTo>
                  <a:lnTo>
                    <a:pt x="267041" y="332408"/>
                  </a:lnTo>
                  <a:lnTo>
                    <a:pt x="266853" y="332840"/>
                  </a:lnTo>
                  <a:lnTo>
                    <a:pt x="266444" y="333288"/>
                  </a:lnTo>
                  <a:lnTo>
                    <a:pt x="266474" y="333783"/>
                  </a:lnTo>
                  <a:lnTo>
                    <a:pt x="266430" y="333944"/>
                  </a:lnTo>
                  <a:lnTo>
                    <a:pt x="266152" y="334267"/>
                  </a:lnTo>
                  <a:lnTo>
                    <a:pt x="266033" y="334482"/>
                  </a:lnTo>
                  <a:lnTo>
                    <a:pt x="265893" y="334563"/>
                  </a:lnTo>
                  <a:lnTo>
                    <a:pt x="265542" y="334877"/>
                  </a:lnTo>
                  <a:lnTo>
                    <a:pt x="265210" y="335181"/>
                  </a:lnTo>
                  <a:lnTo>
                    <a:pt x="265043" y="335488"/>
                  </a:lnTo>
                  <a:lnTo>
                    <a:pt x="264638" y="335630"/>
                  </a:lnTo>
                  <a:lnTo>
                    <a:pt x="264277" y="336333"/>
                  </a:lnTo>
                  <a:lnTo>
                    <a:pt x="264029" y="336578"/>
                  </a:lnTo>
                  <a:lnTo>
                    <a:pt x="263903" y="336794"/>
                  </a:lnTo>
                  <a:lnTo>
                    <a:pt x="263776" y="337089"/>
                  </a:lnTo>
                  <a:lnTo>
                    <a:pt x="263778" y="337327"/>
                  </a:lnTo>
                  <a:lnTo>
                    <a:pt x="263791" y="337511"/>
                  </a:lnTo>
                  <a:lnTo>
                    <a:pt x="263541" y="337679"/>
                  </a:lnTo>
                  <a:lnTo>
                    <a:pt x="263095" y="338032"/>
                  </a:lnTo>
                  <a:lnTo>
                    <a:pt x="262912" y="338376"/>
                  </a:lnTo>
                  <a:lnTo>
                    <a:pt x="262786" y="338201"/>
                  </a:lnTo>
                  <a:lnTo>
                    <a:pt x="262615" y="338109"/>
                  </a:lnTo>
                  <a:lnTo>
                    <a:pt x="262479" y="338183"/>
                  </a:lnTo>
                  <a:lnTo>
                    <a:pt x="262371" y="338476"/>
                  </a:lnTo>
                  <a:lnTo>
                    <a:pt x="262119" y="338564"/>
                  </a:lnTo>
                  <a:lnTo>
                    <a:pt x="261838" y="338734"/>
                  </a:lnTo>
                  <a:lnTo>
                    <a:pt x="261708" y="339345"/>
                  </a:lnTo>
                  <a:lnTo>
                    <a:pt x="261478" y="339729"/>
                  </a:lnTo>
                  <a:lnTo>
                    <a:pt x="261281" y="339942"/>
                  </a:lnTo>
                  <a:lnTo>
                    <a:pt x="261026" y="340142"/>
                  </a:lnTo>
                  <a:lnTo>
                    <a:pt x="260404" y="340056"/>
                  </a:lnTo>
                  <a:lnTo>
                    <a:pt x="260381" y="340198"/>
                  </a:lnTo>
                  <a:lnTo>
                    <a:pt x="260238" y="340582"/>
                  </a:lnTo>
                  <a:lnTo>
                    <a:pt x="260038" y="340665"/>
                  </a:lnTo>
                  <a:lnTo>
                    <a:pt x="259712" y="340687"/>
                  </a:lnTo>
                  <a:lnTo>
                    <a:pt x="259568" y="340660"/>
                  </a:lnTo>
                  <a:lnTo>
                    <a:pt x="259181" y="340456"/>
                  </a:lnTo>
                  <a:lnTo>
                    <a:pt x="258879" y="340510"/>
                  </a:lnTo>
                  <a:lnTo>
                    <a:pt x="258604" y="340404"/>
                  </a:lnTo>
                  <a:lnTo>
                    <a:pt x="258051" y="340660"/>
                  </a:lnTo>
                  <a:lnTo>
                    <a:pt x="257545" y="340549"/>
                  </a:lnTo>
                  <a:lnTo>
                    <a:pt x="257360" y="340455"/>
                  </a:lnTo>
                  <a:lnTo>
                    <a:pt x="257175" y="340361"/>
                  </a:lnTo>
                  <a:lnTo>
                    <a:pt x="257017" y="340457"/>
                  </a:lnTo>
                  <a:lnTo>
                    <a:pt x="256630" y="340497"/>
                  </a:lnTo>
                  <a:lnTo>
                    <a:pt x="256250" y="340579"/>
                  </a:lnTo>
                  <a:lnTo>
                    <a:pt x="255936" y="340941"/>
                  </a:lnTo>
                  <a:lnTo>
                    <a:pt x="255708" y="340902"/>
                  </a:lnTo>
                  <a:lnTo>
                    <a:pt x="254747" y="341083"/>
                  </a:lnTo>
                  <a:lnTo>
                    <a:pt x="255355" y="341510"/>
                  </a:lnTo>
                  <a:lnTo>
                    <a:pt x="255764" y="341883"/>
                  </a:lnTo>
                  <a:lnTo>
                    <a:pt x="256038" y="342536"/>
                  </a:lnTo>
                  <a:lnTo>
                    <a:pt x="256000" y="342752"/>
                  </a:lnTo>
                  <a:lnTo>
                    <a:pt x="255727" y="343079"/>
                  </a:lnTo>
                  <a:lnTo>
                    <a:pt x="255550" y="343445"/>
                  </a:lnTo>
                  <a:lnTo>
                    <a:pt x="254904" y="343964"/>
                  </a:lnTo>
                  <a:lnTo>
                    <a:pt x="254895" y="344229"/>
                  </a:lnTo>
                  <a:lnTo>
                    <a:pt x="254617" y="344514"/>
                  </a:lnTo>
                  <a:lnTo>
                    <a:pt x="254457" y="344485"/>
                  </a:lnTo>
                  <a:lnTo>
                    <a:pt x="253745" y="344608"/>
                  </a:lnTo>
                  <a:lnTo>
                    <a:pt x="253612" y="344393"/>
                  </a:lnTo>
                  <a:lnTo>
                    <a:pt x="252947" y="344698"/>
                  </a:lnTo>
                  <a:lnTo>
                    <a:pt x="252911" y="344830"/>
                  </a:lnTo>
                  <a:lnTo>
                    <a:pt x="252575" y="345040"/>
                  </a:lnTo>
                  <a:lnTo>
                    <a:pt x="252412" y="345265"/>
                  </a:lnTo>
                  <a:lnTo>
                    <a:pt x="252142" y="345063"/>
                  </a:lnTo>
                  <a:lnTo>
                    <a:pt x="252095" y="344846"/>
                  </a:lnTo>
                  <a:lnTo>
                    <a:pt x="251822" y="344775"/>
                  </a:lnTo>
                  <a:lnTo>
                    <a:pt x="251492" y="344970"/>
                  </a:lnTo>
                  <a:lnTo>
                    <a:pt x="251354" y="345043"/>
                  </a:lnTo>
                  <a:lnTo>
                    <a:pt x="251122" y="345036"/>
                  </a:lnTo>
                  <a:lnTo>
                    <a:pt x="250953" y="345027"/>
                  </a:lnTo>
                  <a:lnTo>
                    <a:pt x="251046" y="345188"/>
                  </a:lnTo>
                  <a:lnTo>
                    <a:pt x="251106" y="345554"/>
                  </a:lnTo>
                  <a:lnTo>
                    <a:pt x="250997" y="345800"/>
                  </a:lnTo>
                  <a:lnTo>
                    <a:pt x="250613" y="346213"/>
                  </a:lnTo>
                  <a:lnTo>
                    <a:pt x="250323" y="346278"/>
                  </a:lnTo>
                  <a:lnTo>
                    <a:pt x="250150" y="346287"/>
                  </a:lnTo>
                  <a:lnTo>
                    <a:pt x="249764" y="346240"/>
                  </a:lnTo>
                  <a:lnTo>
                    <a:pt x="249480" y="346153"/>
                  </a:lnTo>
                  <a:lnTo>
                    <a:pt x="248930" y="346046"/>
                  </a:lnTo>
                  <a:lnTo>
                    <a:pt x="248670" y="346391"/>
                  </a:lnTo>
                  <a:lnTo>
                    <a:pt x="248703" y="346681"/>
                  </a:lnTo>
                  <a:lnTo>
                    <a:pt x="248693" y="346810"/>
                  </a:lnTo>
                  <a:lnTo>
                    <a:pt x="248586" y="346993"/>
                  </a:lnTo>
                  <a:lnTo>
                    <a:pt x="248427" y="347163"/>
                  </a:lnTo>
                  <a:lnTo>
                    <a:pt x="248257" y="347295"/>
                  </a:lnTo>
                  <a:lnTo>
                    <a:pt x="247938" y="347400"/>
                  </a:lnTo>
                  <a:lnTo>
                    <a:pt x="247572" y="347179"/>
                  </a:lnTo>
                  <a:lnTo>
                    <a:pt x="247086" y="347239"/>
                  </a:lnTo>
                  <a:lnTo>
                    <a:pt x="246666" y="347331"/>
                  </a:lnTo>
                  <a:lnTo>
                    <a:pt x="246449" y="347227"/>
                  </a:lnTo>
                  <a:lnTo>
                    <a:pt x="246113" y="347098"/>
                  </a:lnTo>
                  <a:lnTo>
                    <a:pt x="246001" y="347341"/>
                  </a:lnTo>
                  <a:lnTo>
                    <a:pt x="245407" y="347517"/>
                  </a:lnTo>
                  <a:lnTo>
                    <a:pt x="245170" y="347784"/>
                  </a:lnTo>
                  <a:lnTo>
                    <a:pt x="245151" y="348078"/>
                  </a:lnTo>
                  <a:lnTo>
                    <a:pt x="245156" y="348252"/>
                  </a:lnTo>
                  <a:lnTo>
                    <a:pt x="245063" y="348421"/>
                  </a:lnTo>
                  <a:lnTo>
                    <a:pt x="244844" y="348506"/>
                  </a:lnTo>
                  <a:lnTo>
                    <a:pt x="244706" y="348307"/>
                  </a:lnTo>
                  <a:lnTo>
                    <a:pt x="244704" y="348165"/>
                  </a:lnTo>
                  <a:lnTo>
                    <a:pt x="244537" y="347795"/>
                  </a:lnTo>
                  <a:lnTo>
                    <a:pt x="243967" y="347203"/>
                  </a:lnTo>
                  <a:lnTo>
                    <a:pt x="243712" y="347109"/>
                  </a:lnTo>
                  <a:lnTo>
                    <a:pt x="243332" y="347420"/>
                  </a:lnTo>
                  <a:lnTo>
                    <a:pt x="243429" y="347716"/>
                  </a:lnTo>
                  <a:lnTo>
                    <a:pt x="243483" y="348014"/>
                  </a:lnTo>
                  <a:lnTo>
                    <a:pt x="243460" y="348271"/>
                  </a:lnTo>
                  <a:lnTo>
                    <a:pt x="243270" y="348470"/>
                  </a:lnTo>
                  <a:lnTo>
                    <a:pt x="243024" y="348303"/>
                  </a:lnTo>
                  <a:lnTo>
                    <a:pt x="242927" y="348662"/>
                  </a:lnTo>
                  <a:lnTo>
                    <a:pt x="243166" y="348876"/>
                  </a:lnTo>
                  <a:lnTo>
                    <a:pt x="243316" y="349024"/>
                  </a:lnTo>
                  <a:lnTo>
                    <a:pt x="243225" y="349589"/>
                  </a:lnTo>
                  <a:lnTo>
                    <a:pt x="243455" y="350187"/>
                  </a:lnTo>
                  <a:lnTo>
                    <a:pt x="242980" y="350173"/>
                  </a:lnTo>
                  <a:lnTo>
                    <a:pt x="242730" y="350458"/>
                  </a:lnTo>
                  <a:lnTo>
                    <a:pt x="242477" y="351157"/>
                  </a:lnTo>
                  <a:lnTo>
                    <a:pt x="242491" y="351575"/>
                  </a:lnTo>
                  <a:lnTo>
                    <a:pt x="242897" y="352016"/>
                  </a:lnTo>
                  <a:lnTo>
                    <a:pt x="242508" y="352577"/>
                  </a:lnTo>
                  <a:lnTo>
                    <a:pt x="241972" y="352723"/>
                  </a:lnTo>
                  <a:lnTo>
                    <a:pt x="241702" y="352675"/>
                  </a:lnTo>
                  <a:lnTo>
                    <a:pt x="241326" y="352486"/>
                  </a:lnTo>
                  <a:lnTo>
                    <a:pt x="241076" y="352288"/>
                  </a:lnTo>
                  <a:lnTo>
                    <a:pt x="240893" y="352040"/>
                  </a:lnTo>
                  <a:lnTo>
                    <a:pt x="240567" y="351918"/>
                  </a:lnTo>
                  <a:lnTo>
                    <a:pt x="240338" y="352169"/>
                  </a:lnTo>
                  <a:lnTo>
                    <a:pt x="240433" y="352468"/>
                  </a:lnTo>
                  <a:lnTo>
                    <a:pt x="240533" y="352612"/>
                  </a:lnTo>
                  <a:lnTo>
                    <a:pt x="240847" y="353365"/>
                  </a:lnTo>
                  <a:lnTo>
                    <a:pt x="241424" y="353508"/>
                  </a:lnTo>
                  <a:lnTo>
                    <a:pt x="241525" y="353949"/>
                  </a:lnTo>
                  <a:lnTo>
                    <a:pt x="241483" y="354815"/>
                  </a:lnTo>
                  <a:lnTo>
                    <a:pt x="241297" y="355100"/>
                  </a:lnTo>
                  <a:lnTo>
                    <a:pt x="241320" y="355383"/>
                  </a:lnTo>
                  <a:lnTo>
                    <a:pt x="241523" y="355812"/>
                  </a:lnTo>
                  <a:lnTo>
                    <a:pt x="241339" y="356366"/>
                  </a:lnTo>
                  <a:lnTo>
                    <a:pt x="241358" y="356549"/>
                  </a:lnTo>
                  <a:lnTo>
                    <a:pt x="241427" y="356758"/>
                  </a:lnTo>
                  <a:lnTo>
                    <a:pt x="241914" y="357155"/>
                  </a:lnTo>
                  <a:lnTo>
                    <a:pt x="242158" y="356873"/>
                  </a:lnTo>
                  <a:lnTo>
                    <a:pt x="242591" y="357108"/>
                  </a:lnTo>
                  <a:lnTo>
                    <a:pt x="242893" y="357504"/>
                  </a:lnTo>
                  <a:lnTo>
                    <a:pt x="242953" y="357702"/>
                  </a:lnTo>
                  <a:lnTo>
                    <a:pt x="242805" y="358053"/>
                  </a:lnTo>
                  <a:lnTo>
                    <a:pt x="242875" y="358446"/>
                  </a:lnTo>
                  <a:lnTo>
                    <a:pt x="243010" y="358634"/>
                  </a:lnTo>
                  <a:lnTo>
                    <a:pt x="243163" y="358672"/>
                  </a:lnTo>
                  <a:lnTo>
                    <a:pt x="243407" y="358817"/>
                  </a:lnTo>
                  <a:lnTo>
                    <a:pt x="243686" y="358987"/>
                  </a:lnTo>
                  <a:lnTo>
                    <a:pt x="243863" y="359606"/>
                  </a:lnTo>
                  <a:lnTo>
                    <a:pt x="243858" y="359761"/>
                  </a:lnTo>
                  <a:lnTo>
                    <a:pt x="244048" y="359924"/>
                  </a:lnTo>
                  <a:lnTo>
                    <a:pt x="244435" y="360161"/>
                  </a:lnTo>
                  <a:lnTo>
                    <a:pt x="244433" y="360351"/>
                  </a:lnTo>
                  <a:lnTo>
                    <a:pt x="244253" y="360607"/>
                  </a:lnTo>
                  <a:lnTo>
                    <a:pt x="243919" y="360755"/>
                  </a:lnTo>
                  <a:lnTo>
                    <a:pt x="243369" y="360795"/>
                  </a:lnTo>
                  <a:lnTo>
                    <a:pt x="242539" y="360574"/>
                  </a:lnTo>
                  <a:lnTo>
                    <a:pt x="242336" y="360282"/>
                  </a:lnTo>
                  <a:lnTo>
                    <a:pt x="242144" y="359963"/>
                  </a:lnTo>
                  <a:lnTo>
                    <a:pt x="242017" y="359884"/>
                  </a:lnTo>
                  <a:lnTo>
                    <a:pt x="241738" y="360129"/>
                  </a:lnTo>
                  <a:lnTo>
                    <a:pt x="241661" y="360333"/>
                  </a:lnTo>
                  <a:lnTo>
                    <a:pt x="241468" y="360755"/>
                  </a:lnTo>
                  <a:lnTo>
                    <a:pt x="241075" y="360886"/>
                  </a:lnTo>
                  <a:lnTo>
                    <a:pt x="240802" y="361048"/>
                  </a:lnTo>
                  <a:lnTo>
                    <a:pt x="240648" y="361313"/>
                  </a:lnTo>
                  <a:lnTo>
                    <a:pt x="240830" y="361567"/>
                  </a:lnTo>
                  <a:lnTo>
                    <a:pt x="240731" y="361716"/>
                  </a:lnTo>
                  <a:lnTo>
                    <a:pt x="240481" y="362023"/>
                  </a:lnTo>
                  <a:lnTo>
                    <a:pt x="239645" y="362180"/>
                  </a:lnTo>
                  <a:lnTo>
                    <a:pt x="239433" y="362275"/>
                  </a:lnTo>
                  <a:lnTo>
                    <a:pt x="239227" y="362414"/>
                  </a:lnTo>
                  <a:lnTo>
                    <a:pt x="239050" y="362777"/>
                  </a:lnTo>
                  <a:lnTo>
                    <a:pt x="238995" y="362981"/>
                  </a:lnTo>
                  <a:lnTo>
                    <a:pt x="239102" y="363594"/>
                  </a:lnTo>
                  <a:lnTo>
                    <a:pt x="239435" y="364045"/>
                  </a:lnTo>
                  <a:lnTo>
                    <a:pt x="239580" y="364035"/>
                  </a:lnTo>
                  <a:lnTo>
                    <a:pt x="239736" y="364149"/>
                  </a:lnTo>
                  <a:lnTo>
                    <a:pt x="240073" y="364622"/>
                  </a:lnTo>
                  <a:lnTo>
                    <a:pt x="240191" y="365345"/>
                  </a:lnTo>
                  <a:lnTo>
                    <a:pt x="239301" y="365582"/>
                  </a:lnTo>
                  <a:lnTo>
                    <a:pt x="238700" y="366261"/>
                  </a:lnTo>
                  <a:lnTo>
                    <a:pt x="238104" y="366066"/>
                  </a:lnTo>
                  <a:lnTo>
                    <a:pt x="237753" y="365994"/>
                  </a:lnTo>
                  <a:lnTo>
                    <a:pt x="237610" y="366082"/>
                  </a:lnTo>
                  <a:lnTo>
                    <a:pt x="237398" y="366118"/>
                  </a:lnTo>
                  <a:lnTo>
                    <a:pt x="237158" y="365605"/>
                  </a:lnTo>
                  <a:lnTo>
                    <a:pt x="237216" y="365454"/>
                  </a:lnTo>
                  <a:lnTo>
                    <a:pt x="237286" y="365065"/>
                  </a:lnTo>
                  <a:lnTo>
                    <a:pt x="237204" y="364883"/>
                  </a:lnTo>
                  <a:lnTo>
                    <a:pt x="236773" y="364800"/>
                  </a:lnTo>
                  <a:lnTo>
                    <a:pt x="236538" y="364789"/>
                  </a:lnTo>
                  <a:lnTo>
                    <a:pt x="235535" y="364330"/>
                  </a:lnTo>
                  <a:lnTo>
                    <a:pt x="235182" y="364532"/>
                  </a:lnTo>
                  <a:lnTo>
                    <a:pt x="234958" y="364862"/>
                  </a:lnTo>
                  <a:lnTo>
                    <a:pt x="234915" y="365035"/>
                  </a:lnTo>
                  <a:lnTo>
                    <a:pt x="234874" y="365191"/>
                  </a:lnTo>
                  <a:lnTo>
                    <a:pt x="234775" y="365373"/>
                  </a:lnTo>
                  <a:lnTo>
                    <a:pt x="234430" y="365645"/>
                  </a:lnTo>
                  <a:lnTo>
                    <a:pt x="234432" y="365883"/>
                  </a:lnTo>
                  <a:lnTo>
                    <a:pt x="234478" y="366135"/>
                  </a:lnTo>
                  <a:lnTo>
                    <a:pt x="234183" y="366315"/>
                  </a:lnTo>
                  <a:lnTo>
                    <a:pt x="233727" y="366550"/>
                  </a:lnTo>
                  <a:lnTo>
                    <a:pt x="233361" y="366676"/>
                  </a:lnTo>
                  <a:lnTo>
                    <a:pt x="232972" y="366689"/>
                  </a:lnTo>
                  <a:lnTo>
                    <a:pt x="232679" y="366260"/>
                  </a:lnTo>
                  <a:lnTo>
                    <a:pt x="232687" y="365946"/>
                  </a:lnTo>
                  <a:lnTo>
                    <a:pt x="232082" y="365348"/>
                  </a:lnTo>
                  <a:lnTo>
                    <a:pt x="231887" y="365227"/>
                  </a:lnTo>
                  <a:lnTo>
                    <a:pt x="231651" y="364996"/>
                  </a:lnTo>
                  <a:lnTo>
                    <a:pt x="231574" y="364768"/>
                  </a:lnTo>
                  <a:lnTo>
                    <a:pt x="231381" y="364559"/>
                  </a:lnTo>
                  <a:lnTo>
                    <a:pt x="230509" y="363887"/>
                  </a:lnTo>
                  <a:lnTo>
                    <a:pt x="230132" y="363770"/>
                  </a:lnTo>
                  <a:lnTo>
                    <a:pt x="229910" y="363857"/>
                  </a:lnTo>
                  <a:lnTo>
                    <a:pt x="229804" y="364035"/>
                  </a:lnTo>
                  <a:lnTo>
                    <a:pt x="229868" y="364301"/>
                  </a:lnTo>
                  <a:lnTo>
                    <a:pt x="229801" y="364652"/>
                  </a:lnTo>
                  <a:lnTo>
                    <a:pt x="229373" y="364741"/>
                  </a:lnTo>
                  <a:lnTo>
                    <a:pt x="229116" y="365187"/>
                  </a:lnTo>
                  <a:lnTo>
                    <a:pt x="229045" y="365579"/>
                  </a:lnTo>
                  <a:lnTo>
                    <a:pt x="228671" y="365735"/>
                  </a:lnTo>
                  <a:lnTo>
                    <a:pt x="228475" y="365639"/>
                  </a:lnTo>
                  <a:lnTo>
                    <a:pt x="227847" y="364888"/>
                  </a:lnTo>
                  <a:lnTo>
                    <a:pt x="227675" y="364478"/>
                  </a:lnTo>
                  <a:lnTo>
                    <a:pt x="227439" y="364340"/>
                  </a:lnTo>
                  <a:lnTo>
                    <a:pt x="227126" y="364904"/>
                  </a:lnTo>
                  <a:lnTo>
                    <a:pt x="226764" y="365535"/>
                  </a:lnTo>
                  <a:lnTo>
                    <a:pt x="226661" y="365685"/>
                  </a:lnTo>
                  <a:lnTo>
                    <a:pt x="226592" y="365896"/>
                  </a:lnTo>
                  <a:lnTo>
                    <a:pt x="226615" y="366279"/>
                  </a:lnTo>
                  <a:lnTo>
                    <a:pt x="226893" y="366672"/>
                  </a:lnTo>
                  <a:lnTo>
                    <a:pt x="227352" y="367016"/>
                  </a:lnTo>
                  <a:lnTo>
                    <a:pt x="227630" y="367139"/>
                  </a:lnTo>
                  <a:lnTo>
                    <a:pt x="227874" y="367046"/>
                  </a:lnTo>
                  <a:lnTo>
                    <a:pt x="228015" y="367299"/>
                  </a:lnTo>
                  <a:lnTo>
                    <a:pt x="228091" y="367562"/>
                  </a:lnTo>
                  <a:lnTo>
                    <a:pt x="228149" y="368348"/>
                  </a:lnTo>
                  <a:lnTo>
                    <a:pt x="228123" y="368686"/>
                  </a:lnTo>
                  <a:lnTo>
                    <a:pt x="227948" y="368724"/>
                  </a:lnTo>
                  <a:lnTo>
                    <a:pt x="227711" y="368603"/>
                  </a:lnTo>
                  <a:lnTo>
                    <a:pt x="227525" y="368682"/>
                  </a:lnTo>
                  <a:lnTo>
                    <a:pt x="227511" y="369026"/>
                  </a:lnTo>
                  <a:lnTo>
                    <a:pt x="227796" y="369172"/>
                  </a:lnTo>
                  <a:lnTo>
                    <a:pt x="227821" y="369336"/>
                  </a:lnTo>
                  <a:lnTo>
                    <a:pt x="227772" y="369659"/>
                  </a:lnTo>
                  <a:lnTo>
                    <a:pt x="227705" y="369845"/>
                  </a:lnTo>
                  <a:lnTo>
                    <a:pt x="227628" y="370217"/>
                  </a:lnTo>
                  <a:lnTo>
                    <a:pt x="227655" y="370560"/>
                  </a:lnTo>
                  <a:lnTo>
                    <a:pt x="227481" y="371054"/>
                  </a:lnTo>
                  <a:lnTo>
                    <a:pt x="227415" y="371222"/>
                  </a:lnTo>
                  <a:lnTo>
                    <a:pt x="227498" y="371565"/>
                  </a:lnTo>
                  <a:lnTo>
                    <a:pt x="227688" y="371978"/>
                  </a:lnTo>
                  <a:lnTo>
                    <a:pt x="227945" y="372405"/>
                  </a:lnTo>
                  <a:lnTo>
                    <a:pt x="227931" y="372629"/>
                  </a:lnTo>
                  <a:lnTo>
                    <a:pt x="227768" y="373621"/>
                  </a:lnTo>
                  <a:lnTo>
                    <a:pt x="227709" y="373754"/>
                  </a:lnTo>
                  <a:lnTo>
                    <a:pt x="227706" y="374062"/>
                  </a:lnTo>
                  <a:lnTo>
                    <a:pt x="228524" y="374330"/>
                  </a:lnTo>
                  <a:lnTo>
                    <a:pt x="228887" y="374762"/>
                  </a:lnTo>
                  <a:lnTo>
                    <a:pt x="229034" y="374968"/>
                  </a:lnTo>
                  <a:lnTo>
                    <a:pt x="229091" y="375118"/>
                  </a:lnTo>
                  <a:lnTo>
                    <a:pt x="228946" y="375238"/>
                  </a:lnTo>
                  <a:lnTo>
                    <a:pt x="228784" y="375348"/>
                  </a:lnTo>
                  <a:lnTo>
                    <a:pt x="228592" y="375518"/>
                  </a:lnTo>
                  <a:lnTo>
                    <a:pt x="228395" y="375870"/>
                  </a:lnTo>
                  <a:lnTo>
                    <a:pt x="228869" y="376004"/>
                  </a:lnTo>
                  <a:lnTo>
                    <a:pt x="228983" y="376145"/>
                  </a:lnTo>
                  <a:lnTo>
                    <a:pt x="229041" y="376332"/>
                  </a:lnTo>
                  <a:lnTo>
                    <a:pt x="229268" y="376722"/>
                  </a:lnTo>
                  <a:lnTo>
                    <a:pt x="229275" y="377053"/>
                  </a:lnTo>
                  <a:lnTo>
                    <a:pt x="229163" y="377297"/>
                  </a:lnTo>
                  <a:lnTo>
                    <a:pt x="228798" y="377695"/>
                  </a:lnTo>
                  <a:lnTo>
                    <a:pt x="228163" y="377776"/>
                  </a:lnTo>
                  <a:lnTo>
                    <a:pt x="228024" y="377775"/>
                  </a:lnTo>
                  <a:lnTo>
                    <a:pt x="227383" y="377724"/>
                  </a:lnTo>
                  <a:lnTo>
                    <a:pt x="226861" y="377758"/>
                  </a:lnTo>
                  <a:lnTo>
                    <a:pt x="226216" y="377336"/>
                  </a:lnTo>
                  <a:lnTo>
                    <a:pt x="225981" y="377001"/>
                  </a:lnTo>
                  <a:lnTo>
                    <a:pt x="225442" y="376646"/>
                  </a:lnTo>
                  <a:lnTo>
                    <a:pt x="225164" y="376600"/>
                  </a:lnTo>
                  <a:lnTo>
                    <a:pt x="225205" y="376817"/>
                  </a:lnTo>
                  <a:lnTo>
                    <a:pt x="225001" y="377492"/>
                  </a:lnTo>
                  <a:lnTo>
                    <a:pt x="224868" y="377701"/>
                  </a:lnTo>
                  <a:lnTo>
                    <a:pt x="224690" y="377678"/>
                  </a:lnTo>
                  <a:lnTo>
                    <a:pt x="224345" y="377643"/>
                  </a:lnTo>
                  <a:lnTo>
                    <a:pt x="224176" y="377843"/>
                  </a:lnTo>
                  <a:lnTo>
                    <a:pt x="223904" y="378168"/>
                  </a:lnTo>
                  <a:lnTo>
                    <a:pt x="222991" y="378238"/>
                  </a:lnTo>
                  <a:lnTo>
                    <a:pt x="222547" y="378118"/>
                  </a:lnTo>
                  <a:lnTo>
                    <a:pt x="222110" y="377878"/>
                  </a:lnTo>
                  <a:lnTo>
                    <a:pt x="222171" y="377602"/>
                  </a:lnTo>
                  <a:lnTo>
                    <a:pt x="221516" y="377460"/>
                  </a:lnTo>
                  <a:lnTo>
                    <a:pt x="221032" y="377328"/>
                  </a:lnTo>
                  <a:lnTo>
                    <a:pt x="220758" y="377367"/>
                  </a:lnTo>
                  <a:lnTo>
                    <a:pt x="220490" y="377450"/>
                  </a:lnTo>
                  <a:lnTo>
                    <a:pt x="219985" y="377427"/>
                  </a:lnTo>
                  <a:lnTo>
                    <a:pt x="219739" y="377531"/>
                  </a:lnTo>
                  <a:lnTo>
                    <a:pt x="219530" y="377858"/>
                  </a:lnTo>
                  <a:lnTo>
                    <a:pt x="219375" y="378006"/>
                  </a:lnTo>
                  <a:lnTo>
                    <a:pt x="219277" y="377738"/>
                  </a:lnTo>
                  <a:lnTo>
                    <a:pt x="219097" y="377260"/>
                  </a:lnTo>
                  <a:lnTo>
                    <a:pt x="218933" y="377194"/>
                  </a:lnTo>
                  <a:lnTo>
                    <a:pt x="218683" y="377230"/>
                  </a:lnTo>
                  <a:lnTo>
                    <a:pt x="218131" y="378079"/>
                  </a:lnTo>
                  <a:lnTo>
                    <a:pt x="218096" y="378207"/>
                  </a:lnTo>
                  <a:lnTo>
                    <a:pt x="218135" y="378600"/>
                  </a:lnTo>
                  <a:lnTo>
                    <a:pt x="217893" y="378610"/>
                  </a:lnTo>
                  <a:lnTo>
                    <a:pt x="217792" y="378351"/>
                  </a:lnTo>
                  <a:lnTo>
                    <a:pt x="217836" y="378147"/>
                  </a:lnTo>
                  <a:lnTo>
                    <a:pt x="217552" y="378018"/>
                  </a:lnTo>
                  <a:lnTo>
                    <a:pt x="217517" y="378186"/>
                  </a:lnTo>
                  <a:lnTo>
                    <a:pt x="217315" y="378695"/>
                  </a:lnTo>
                  <a:lnTo>
                    <a:pt x="217064" y="378863"/>
                  </a:lnTo>
                  <a:lnTo>
                    <a:pt x="216704" y="379038"/>
                  </a:lnTo>
                  <a:lnTo>
                    <a:pt x="215848" y="378979"/>
                  </a:lnTo>
                  <a:lnTo>
                    <a:pt x="215700" y="378823"/>
                  </a:lnTo>
                  <a:lnTo>
                    <a:pt x="215479" y="378632"/>
                  </a:lnTo>
                  <a:lnTo>
                    <a:pt x="215190" y="378547"/>
                  </a:lnTo>
                  <a:lnTo>
                    <a:pt x="214951" y="378592"/>
                  </a:lnTo>
                  <a:lnTo>
                    <a:pt x="214818" y="378558"/>
                  </a:lnTo>
                  <a:lnTo>
                    <a:pt x="214461" y="378415"/>
                  </a:lnTo>
                  <a:lnTo>
                    <a:pt x="213960" y="378142"/>
                  </a:lnTo>
                  <a:lnTo>
                    <a:pt x="213477" y="378217"/>
                  </a:lnTo>
                  <a:lnTo>
                    <a:pt x="213520" y="378470"/>
                  </a:lnTo>
                  <a:lnTo>
                    <a:pt x="212906" y="378850"/>
                  </a:lnTo>
                  <a:lnTo>
                    <a:pt x="212764" y="378955"/>
                  </a:lnTo>
                  <a:lnTo>
                    <a:pt x="212626" y="379113"/>
                  </a:lnTo>
                  <a:lnTo>
                    <a:pt x="212281" y="379399"/>
                  </a:lnTo>
                  <a:lnTo>
                    <a:pt x="212110" y="379527"/>
                  </a:lnTo>
                  <a:lnTo>
                    <a:pt x="211901" y="379744"/>
                  </a:lnTo>
                  <a:lnTo>
                    <a:pt x="212017" y="380062"/>
                  </a:lnTo>
                  <a:lnTo>
                    <a:pt x="211758" y="380780"/>
                  </a:lnTo>
                  <a:lnTo>
                    <a:pt x="211544" y="381103"/>
                  </a:lnTo>
                  <a:lnTo>
                    <a:pt x="211539" y="382085"/>
                  </a:lnTo>
                  <a:lnTo>
                    <a:pt x="211670" y="382914"/>
                  </a:lnTo>
                  <a:lnTo>
                    <a:pt x="211695" y="383056"/>
                  </a:lnTo>
                  <a:lnTo>
                    <a:pt x="211506" y="383675"/>
                  </a:lnTo>
                  <a:lnTo>
                    <a:pt x="211528" y="384252"/>
                  </a:lnTo>
                  <a:lnTo>
                    <a:pt x="211430" y="384611"/>
                  </a:lnTo>
                  <a:lnTo>
                    <a:pt x="211266" y="384596"/>
                  </a:lnTo>
                  <a:lnTo>
                    <a:pt x="211039" y="385009"/>
                  </a:lnTo>
                  <a:lnTo>
                    <a:pt x="211083" y="385246"/>
                  </a:lnTo>
                  <a:lnTo>
                    <a:pt x="211025" y="385879"/>
                  </a:lnTo>
                  <a:lnTo>
                    <a:pt x="210722" y="385832"/>
                  </a:lnTo>
                  <a:lnTo>
                    <a:pt x="210365" y="386340"/>
                  </a:lnTo>
                  <a:lnTo>
                    <a:pt x="210494" y="386692"/>
                  </a:lnTo>
                  <a:lnTo>
                    <a:pt x="210716" y="386835"/>
                  </a:lnTo>
                  <a:lnTo>
                    <a:pt x="210697" y="387523"/>
                  </a:lnTo>
                  <a:lnTo>
                    <a:pt x="210269" y="388132"/>
                  </a:lnTo>
                  <a:lnTo>
                    <a:pt x="210093" y="388269"/>
                  </a:lnTo>
                  <a:lnTo>
                    <a:pt x="209516" y="388333"/>
                  </a:lnTo>
                  <a:lnTo>
                    <a:pt x="209219" y="388116"/>
                  </a:lnTo>
                  <a:lnTo>
                    <a:pt x="209004" y="388215"/>
                  </a:lnTo>
                  <a:lnTo>
                    <a:pt x="208588" y="388355"/>
                  </a:lnTo>
                  <a:lnTo>
                    <a:pt x="208007" y="388772"/>
                  </a:lnTo>
                  <a:lnTo>
                    <a:pt x="207815" y="388843"/>
                  </a:lnTo>
                  <a:lnTo>
                    <a:pt x="207129" y="388773"/>
                  </a:lnTo>
                  <a:lnTo>
                    <a:pt x="206681" y="388470"/>
                  </a:lnTo>
                  <a:lnTo>
                    <a:pt x="206585" y="388669"/>
                  </a:lnTo>
                  <a:lnTo>
                    <a:pt x="206535" y="388837"/>
                  </a:lnTo>
                  <a:lnTo>
                    <a:pt x="206541" y="388970"/>
                  </a:lnTo>
                  <a:lnTo>
                    <a:pt x="206562" y="389195"/>
                  </a:lnTo>
                  <a:lnTo>
                    <a:pt x="206105" y="389130"/>
                  </a:lnTo>
                  <a:lnTo>
                    <a:pt x="205871" y="388791"/>
                  </a:lnTo>
                  <a:lnTo>
                    <a:pt x="205718" y="388500"/>
                  </a:lnTo>
                  <a:lnTo>
                    <a:pt x="205541" y="387892"/>
                  </a:lnTo>
                  <a:lnTo>
                    <a:pt x="205524" y="387578"/>
                  </a:lnTo>
                  <a:lnTo>
                    <a:pt x="205435" y="387370"/>
                  </a:lnTo>
                  <a:lnTo>
                    <a:pt x="205104" y="387295"/>
                  </a:lnTo>
                  <a:lnTo>
                    <a:pt x="204956" y="387620"/>
                  </a:lnTo>
                  <a:lnTo>
                    <a:pt x="204976" y="387926"/>
                  </a:lnTo>
                  <a:lnTo>
                    <a:pt x="204871" y="388208"/>
                  </a:lnTo>
                  <a:lnTo>
                    <a:pt x="204674" y="388584"/>
                  </a:lnTo>
                  <a:lnTo>
                    <a:pt x="204548" y="388940"/>
                  </a:lnTo>
                  <a:lnTo>
                    <a:pt x="204505" y="389274"/>
                  </a:lnTo>
                  <a:lnTo>
                    <a:pt x="204362" y="389384"/>
                  </a:lnTo>
                  <a:lnTo>
                    <a:pt x="204208" y="389450"/>
                  </a:lnTo>
                  <a:lnTo>
                    <a:pt x="204096" y="389783"/>
                  </a:lnTo>
                  <a:lnTo>
                    <a:pt x="204141" y="390448"/>
                  </a:lnTo>
                  <a:lnTo>
                    <a:pt x="204290" y="390657"/>
                  </a:lnTo>
                  <a:lnTo>
                    <a:pt x="204529" y="391218"/>
                  </a:lnTo>
                  <a:lnTo>
                    <a:pt x="204721" y="393204"/>
                  </a:lnTo>
                  <a:lnTo>
                    <a:pt x="204815" y="393438"/>
                  </a:lnTo>
                  <a:lnTo>
                    <a:pt x="204733" y="393648"/>
                  </a:lnTo>
                  <a:lnTo>
                    <a:pt x="204909" y="394079"/>
                  </a:lnTo>
                  <a:lnTo>
                    <a:pt x="204960" y="394463"/>
                  </a:lnTo>
                  <a:lnTo>
                    <a:pt x="205107" y="394892"/>
                  </a:lnTo>
                  <a:lnTo>
                    <a:pt x="205203" y="395153"/>
                  </a:lnTo>
                  <a:lnTo>
                    <a:pt x="204742" y="395227"/>
                  </a:lnTo>
                  <a:lnTo>
                    <a:pt x="204829" y="395910"/>
                  </a:lnTo>
                  <a:lnTo>
                    <a:pt x="204898" y="396120"/>
                  </a:lnTo>
                  <a:lnTo>
                    <a:pt x="203646" y="396402"/>
                  </a:lnTo>
                  <a:lnTo>
                    <a:pt x="203399" y="396288"/>
                  </a:lnTo>
                  <a:lnTo>
                    <a:pt x="203198" y="396160"/>
                  </a:lnTo>
                  <a:lnTo>
                    <a:pt x="202462" y="395431"/>
                  </a:lnTo>
                  <a:lnTo>
                    <a:pt x="201624" y="394912"/>
                  </a:lnTo>
                  <a:lnTo>
                    <a:pt x="201361" y="394558"/>
                  </a:lnTo>
                  <a:lnTo>
                    <a:pt x="201189" y="394418"/>
                  </a:lnTo>
                  <a:lnTo>
                    <a:pt x="201317" y="393551"/>
                  </a:lnTo>
                  <a:lnTo>
                    <a:pt x="201449" y="392697"/>
                  </a:lnTo>
                  <a:lnTo>
                    <a:pt x="201470" y="392560"/>
                  </a:lnTo>
                  <a:lnTo>
                    <a:pt x="201551" y="392030"/>
                  </a:lnTo>
                  <a:lnTo>
                    <a:pt x="201574" y="391883"/>
                  </a:lnTo>
                  <a:lnTo>
                    <a:pt x="201423" y="391212"/>
                  </a:lnTo>
                  <a:lnTo>
                    <a:pt x="201383" y="390169"/>
                  </a:lnTo>
                  <a:lnTo>
                    <a:pt x="201071" y="390357"/>
                  </a:lnTo>
                  <a:lnTo>
                    <a:pt x="200130" y="391255"/>
                  </a:lnTo>
                  <a:lnTo>
                    <a:pt x="199809" y="392100"/>
                  </a:lnTo>
                  <a:lnTo>
                    <a:pt x="199658" y="392003"/>
                  </a:lnTo>
                  <a:lnTo>
                    <a:pt x="199289" y="391010"/>
                  </a:lnTo>
                  <a:lnTo>
                    <a:pt x="198962" y="389450"/>
                  </a:lnTo>
                  <a:lnTo>
                    <a:pt x="199315" y="388485"/>
                  </a:lnTo>
                  <a:lnTo>
                    <a:pt x="199097" y="388700"/>
                  </a:lnTo>
                  <a:lnTo>
                    <a:pt x="197989" y="389231"/>
                  </a:lnTo>
                  <a:lnTo>
                    <a:pt x="198010" y="389076"/>
                  </a:lnTo>
                  <a:lnTo>
                    <a:pt x="198056" y="388732"/>
                  </a:lnTo>
                  <a:lnTo>
                    <a:pt x="197303" y="387547"/>
                  </a:lnTo>
                  <a:lnTo>
                    <a:pt x="196993" y="386316"/>
                  </a:lnTo>
                  <a:lnTo>
                    <a:pt x="197902" y="384322"/>
                  </a:lnTo>
                  <a:lnTo>
                    <a:pt x="197773" y="384595"/>
                  </a:lnTo>
                  <a:lnTo>
                    <a:pt x="196472" y="384954"/>
                  </a:lnTo>
                  <a:lnTo>
                    <a:pt x="195821" y="386011"/>
                  </a:lnTo>
                  <a:lnTo>
                    <a:pt x="195524" y="385940"/>
                  </a:lnTo>
                  <a:lnTo>
                    <a:pt x="195223" y="386081"/>
                  </a:lnTo>
                  <a:lnTo>
                    <a:pt x="196190" y="387530"/>
                  </a:lnTo>
                  <a:lnTo>
                    <a:pt x="196254" y="387812"/>
                  </a:lnTo>
                  <a:lnTo>
                    <a:pt x="195630" y="388191"/>
                  </a:lnTo>
                  <a:lnTo>
                    <a:pt x="195474" y="388199"/>
                  </a:lnTo>
                  <a:lnTo>
                    <a:pt x="195239" y="388390"/>
                  </a:lnTo>
                  <a:lnTo>
                    <a:pt x="195662" y="388416"/>
                  </a:lnTo>
                  <a:lnTo>
                    <a:pt x="196000" y="388526"/>
                  </a:lnTo>
                  <a:lnTo>
                    <a:pt x="196169" y="388618"/>
                  </a:lnTo>
                  <a:lnTo>
                    <a:pt x="196426" y="388969"/>
                  </a:lnTo>
                  <a:lnTo>
                    <a:pt x="196951" y="389718"/>
                  </a:lnTo>
                  <a:lnTo>
                    <a:pt x="197490" y="390149"/>
                  </a:lnTo>
                  <a:lnTo>
                    <a:pt x="197550" y="390460"/>
                  </a:lnTo>
                  <a:lnTo>
                    <a:pt x="197763" y="390446"/>
                  </a:lnTo>
                  <a:lnTo>
                    <a:pt x="198106" y="391210"/>
                  </a:lnTo>
                  <a:lnTo>
                    <a:pt x="198143" y="391494"/>
                  </a:lnTo>
                  <a:lnTo>
                    <a:pt x="198171" y="391836"/>
                  </a:lnTo>
                  <a:lnTo>
                    <a:pt x="197986" y="391881"/>
                  </a:lnTo>
                  <a:lnTo>
                    <a:pt x="197300" y="393482"/>
                  </a:lnTo>
                  <a:lnTo>
                    <a:pt x="196535" y="394658"/>
                  </a:lnTo>
                  <a:lnTo>
                    <a:pt x="196992" y="394873"/>
                  </a:lnTo>
                  <a:lnTo>
                    <a:pt x="196805" y="395351"/>
                  </a:lnTo>
                  <a:lnTo>
                    <a:pt x="196921" y="395674"/>
                  </a:lnTo>
                  <a:lnTo>
                    <a:pt x="196824" y="395924"/>
                  </a:lnTo>
                  <a:lnTo>
                    <a:pt x="195747" y="395410"/>
                  </a:lnTo>
                  <a:lnTo>
                    <a:pt x="195537" y="395380"/>
                  </a:lnTo>
                  <a:lnTo>
                    <a:pt x="195396" y="395445"/>
                  </a:lnTo>
                  <a:lnTo>
                    <a:pt x="195076" y="395665"/>
                  </a:lnTo>
                  <a:lnTo>
                    <a:pt x="194936" y="395758"/>
                  </a:lnTo>
                  <a:lnTo>
                    <a:pt x="194752" y="395877"/>
                  </a:lnTo>
                  <a:lnTo>
                    <a:pt x="194371" y="396095"/>
                  </a:lnTo>
                  <a:lnTo>
                    <a:pt x="193509" y="396302"/>
                  </a:lnTo>
                  <a:lnTo>
                    <a:pt x="193225" y="396256"/>
                  </a:lnTo>
                  <a:lnTo>
                    <a:pt x="193115" y="396519"/>
                  </a:lnTo>
                  <a:lnTo>
                    <a:pt x="192973" y="396728"/>
                  </a:lnTo>
                  <a:lnTo>
                    <a:pt x="192835" y="396804"/>
                  </a:lnTo>
                  <a:lnTo>
                    <a:pt x="192541" y="396846"/>
                  </a:lnTo>
                  <a:lnTo>
                    <a:pt x="192290" y="396857"/>
                  </a:lnTo>
                  <a:lnTo>
                    <a:pt x="192061" y="396922"/>
                  </a:lnTo>
                  <a:lnTo>
                    <a:pt x="191878" y="396955"/>
                  </a:lnTo>
                  <a:lnTo>
                    <a:pt x="191545" y="396924"/>
                  </a:lnTo>
                  <a:lnTo>
                    <a:pt x="191403" y="396859"/>
                  </a:lnTo>
                  <a:lnTo>
                    <a:pt x="191241" y="396810"/>
                  </a:lnTo>
                  <a:lnTo>
                    <a:pt x="190937" y="396730"/>
                  </a:lnTo>
                  <a:lnTo>
                    <a:pt x="190401" y="396784"/>
                  </a:lnTo>
                  <a:lnTo>
                    <a:pt x="190214" y="396796"/>
                  </a:lnTo>
                  <a:lnTo>
                    <a:pt x="189532" y="396906"/>
                  </a:lnTo>
                  <a:lnTo>
                    <a:pt x="189261" y="396959"/>
                  </a:lnTo>
                  <a:lnTo>
                    <a:pt x="188889" y="397050"/>
                  </a:lnTo>
                  <a:lnTo>
                    <a:pt x="188400" y="396856"/>
                  </a:lnTo>
                  <a:lnTo>
                    <a:pt x="188542" y="396740"/>
                  </a:lnTo>
                  <a:lnTo>
                    <a:pt x="188558" y="396407"/>
                  </a:lnTo>
                  <a:lnTo>
                    <a:pt x="188451" y="396260"/>
                  </a:lnTo>
                  <a:lnTo>
                    <a:pt x="188184" y="395939"/>
                  </a:lnTo>
                  <a:lnTo>
                    <a:pt x="188328" y="396198"/>
                  </a:lnTo>
                  <a:lnTo>
                    <a:pt x="188239" y="396441"/>
                  </a:lnTo>
                  <a:lnTo>
                    <a:pt x="188127" y="396671"/>
                  </a:lnTo>
                  <a:lnTo>
                    <a:pt x="187990" y="396854"/>
                  </a:lnTo>
                  <a:lnTo>
                    <a:pt x="187583" y="397162"/>
                  </a:lnTo>
                  <a:lnTo>
                    <a:pt x="187424" y="397278"/>
                  </a:lnTo>
                  <a:lnTo>
                    <a:pt x="187103" y="397498"/>
                  </a:lnTo>
                  <a:lnTo>
                    <a:pt x="186591" y="397696"/>
                  </a:lnTo>
                  <a:lnTo>
                    <a:pt x="186417" y="397764"/>
                  </a:lnTo>
                  <a:lnTo>
                    <a:pt x="186177" y="397846"/>
                  </a:lnTo>
                  <a:lnTo>
                    <a:pt x="186020" y="397872"/>
                  </a:lnTo>
                  <a:lnTo>
                    <a:pt x="185657" y="397933"/>
                  </a:lnTo>
                  <a:lnTo>
                    <a:pt x="185170" y="397926"/>
                  </a:lnTo>
                  <a:lnTo>
                    <a:pt x="184971" y="397657"/>
                  </a:lnTo>
                  <a:lnTo>
                    <a:pt x="184839" y="397370"/>
                  </a:lnTo>
                  <a:lnTo>
                    <a:pt x="184732" y="397167"/>
                  </a:lnTo>
                  <a:lnTo>
                    <a:pt x="184781" y="396956"/>
                  </a:lnTo>
                  <a:lnTo>
                    <a:pt x="185008" y="396379"/>
                  </a:lnTo>
                  <a:lnTo>
                    <a:pt x="184995" y="396222"/>
                  </a:lnTo>
                  <a:lnTo>
                    <a:pt x="185010" y="396062"/>
                  </a:lnTo>
                  <a:lnTo>
                    <a:pt x="184832" y="395989"/>
                  </a:lnTo>
                  <a:lnTo>
                    <a:pt x="184815" y="396132"/>
                  </a:lnTo>
                  <a:lnTo>
                    <a:pt x="184775" y="396430"/>
                  </a:lnTo>
                  <a:lnTo>
                    <a:pt x="184322" y="396756"/>
                  </a:lnTo>
                  <a:lnTo>
                    <a:pt x="184438" y="396961"/>
                  </a:lnTo>
                  <a:lnTo>
                    <a:pt x="184429" y="397223"/>
                  </a:lnTo>
                  <a:lnTo>
                    <a:pt x="184358" y="397463"/>
                  </a:lnTo>
                  <a:lnTo>
                    <a:pt x="184430" y="397807"/>
                  </a:lnTo>
                  <a:lnTo>
                    <a:pt x="184021" y="398439"/>
                  </a:lnTo>
                  <a:lnTo>
                    <a:pt x="183284" y="398400"/>
                  </a:lnTo>
                  <a:lnTo>
                    <a:pt x="182811" y="398795"/>
                  </a:lnTo>
                  <a:lnTo>
                    <a:pt x="182481" y="398876"/>
                  </a:lnTo>
                  <a:lnTo>
                    <a:pt x="182413" y="398703"/>
                  </a:lnTo>
                  <a:lnTo>
                    <a:pt x="181600" y="399220"/>
                  </a:lnTo>
                  <a:lnTo>
                    <a:pt x="181195" y="399004"/>
                  </a:lnTo>
                  <a:lnTo>
                    <a:pt x="180959" y="398887"/>
                  </a:lnTo>
                  <a:lnTo>
                    <a:pt x="180766" y="398797"/>
                  </a:lnTo>
                  <a:lnTo>
                    <a:pt x="180518" y="398626"/>
                  </a:lnTo>
                  <a:lnTo>
                    <a:pt x="180389" y="398484"/>
                  </a:lnTo>
                  <a:lnTo>
                    <a:pt x="180003" y="398501"/>
                  </a:lnTo>
                  <a:lnTo>
                    <a:pt x="179785" y="398378"/>
                  </a:lnTo>
                  <a:lnTo>
                    <a:pt x="179093" y="398154"/>
                  </a:lnTo>
                  <a:lnTo>
                    <a:pt x="179157" y="397981"/>
                  </a:lnTo>
                  <a:lnTo>
                    <a:pt x="178918" y="397804"/>
                  </a:lnTo>
                  <a:lnTo>
                    <a:pt x="178250" y="397665"/>
                  </a:lnTo>
                  <a:lnTo>
                    <a:pt x="178019" y="397374"/>
                  </a:lnTo>
                  <a:lnTo>
                    <a:pt x="177672" y="397321"/>
                  </a:lnTo>
                  <a:lnTo>
                    <a:pt x="177399" y="397537"/>
                  </a:lnTo>
                  <a:lnTo>
                    <a:pt x="177241" y="397095"/>
                  </a:lnTo>
                  <a:lnTo>
                    <a:pt x="177342" y="396916"/>
                  </a:lnTo>
                  <a:lnTo>
                    <a:pt x="177438" y="396784"/>
                  </a:lnTo>
                  <a:lnTo>
                    <a:pt x="177569" y="396613"/>
                  </a:lnTo>
                  <a:lnTo>
                    <a:pt x="177728" y="396296"/>
                  </a:lnTo>
                  <a:lnTo>
                    <a:pt x="177885" y="396187"/>
                  </a:lnTo>
                  <a:lnTo>
                    <a:pt x="178085" y="396082"/>
                  </a:lnTo>
                  <a:lnTo>
                    <a:pt x="178427" y="395471"/>
                  </a:lnTo>
                  <a:lnTo>
                    <a:pt x="178924" y="395768"/>
                  </a:lnTo>
                  <a:lnTo>
                    <a:pt x="179107" y="395737"/>
                  </a:lnTo>
                  <a:lnTo>
                    <a:pt x="179347" y="395695"/>
                  </a:lnTo>
                  <a:lnTo>
                    <a:pt x="179505" y="395667"/>
                  </a:lnTo>
                  <a:lnTo>
                    <a:pt x="179854" y="395537"/>
                  </a:lnTo>
                  <a:lnTo>
                    <a:pt x="180338" y="395361"/>
                  </a:lnTo>
                  <a:lnTo>
                    <a:pt x="180643" y="395201"/>
                  </a:lnTo>
                  <a:lnTo>
                    <a:pt x="181062" y="394939"/>
                  </a:lnTo>
                  <a:lnTo>
                    <a:pt x="181308" y="394707"/>
                  </a:lnTo>
                  <a:lnTo>
                    <a:pt x="181454" y="394518"/>
                  </a:lnTo>
                  <a:lnTo>
                    <a:pt x="181803" y="394184"/>
                  </a:lnTo>
                  <a:lnTo>
                    <a:pt x="181969" y="393906"/>
                  </a:lnTo>
                  <a:lnTo>
                    <a:pt x="182038" y="393714"/>
                  </a:lnTo>
                  <a:lnTo>
                    <a:pt x="182067" y="393585"/>
                  </a:lnTo>
                  <a:lnTo>
                    <a:pt x="182082" y="393414"/>
                  </a:lnTo>
                  <a:lnTo>
                    <a:pt x="181923" y="393060"/>
                  </a:lnTo>
                  <a:lnTo>
                    <a:pt x="181757" y="392878"/>
                  </a:lnTo>
                  <a:lnTo>
                    <a:pt x="181632" y="392702"/>
                  </a:lnTo>
                  <a:lnTo>
                    <a:pt x="181585" y="392239"/>
                  </a:lnTo>
                  <a:lnTo>
                    <a:pt x="181426" y="391984"/>
                  </a:lnTo>
                  <a:lnTo>
                    <a:pt x="181385" y="391848"/>
                  </a:lnTo>
                  <a:lnTo>
                    <a:pt x="181375" y="391660"/>
                  </a:lnTo>
                  <a:lnTo>
                    <a:pt x="180458" y="391182"/>
                  </a:lnTo>
                  <a:lnTo>
                    <a:pt x="179548" y="391247"/>
                  </a:lnTo>
                  <a:lnTo>
                    <a:pt x="179193" y="391170"/>
                  </a:lnTo>
                  <a:lnTo>
                    <a:pt x="178930" y="390983"/>
                  </a:lnTo>
                  <a:lnTo>
                    <a:pt x="178499" y="390377"/>
                  </a:lnTo>
                  <a:lnTo>
                    <a:pt x="178442" y="389802"/>
                  </a:lnTo>
                  <a:lnTo>
                    <a:pt x="178418" y="389493"/>
                  </a:lnTo>
                  <a:lnTo>
                    <a:pt x="179250" y="388831"/>
                  </a:lnTo>
                  <a:lnTo>
                    <a:pt x="179793" y="388127"/>
                  </a:lnTo>
                  <a:lnTo>
                    <a:pt x="179296" y="388362"/>
                  </a:lnTo>
                  <a:lnTo>
                    <a:pt x="179220" y="388521"/>
                  </a:lnTo>
                  <a:lnTo>
                    <a:pt x="178838" y="388919"/>
                  </a:lnTo>
                  <a:lnTo>
                    <a:pt x="178370" y="389210"/>
                  </a:lnTo>
                  <a:lnTo>
                    <a:pt x="178300" y="389393"/>
                  </a:lnTo>
                  <a:lnTo>
                    <a:pt x="178327" y="389887"/>
                  </a:lnTo>
                  <a:lnTo>
                    <a:pt x="178354" y="390321"/>
                  </a:lnTo>
                  <a:lnTo>
                    <a:pt x="178186" y="388730"/>
                  </a:lnTo>
                  <a:lnTo>
                    <a:pt x="177903" y="389127"/>
                  </a:lnTo>
                  <a:lnTo>
                    <a:pt x="177068" y="389519"/>
                  </a:lnTo>
                  <a:lnTo>
                    <a:pt x="176603" y="389690"/>
                  </a:lnTo>
                  <a:lnTo>
                    <a:pt x="175491" y="390467"/>
                  </a:lnTo>
                  <a:lnTo>
                    <a:pt x="173996" y="390517"/>
                  </a:lnTo>
                  <a:lnTo>
                    <a:pt x="173815" y="390429"/>
                  </a:lnTo>
                  <a:lnTo>
                    <a:pt x="173661" y="390354"/>
                  </a:lnTo>
                  <a:lnTo>
                    <a:pt x="172362" y="389949"/>
                  </a:lnTo>
                  <a:lnTo>
                    <a:pt x="171375" y="387968"/>
                  </a:lnTo>
                  <a:lnTo>
                    <a:pt x="170855" y="387881"/>
                  </a:lnTo>
                  <a:lnTo>
                    <a:pt x="170622" y="387708"/>
                  </a:lnTo>
                  <a:lnTo>
                    <a:pt x="170489" y="387560"/>
                  </a:lnTo>
                  <a:lnTo>
                    <a:pt x="170371" y="387256"/>
                  </a:lnTo>
                  <a:lnTo>
                    <a:pt x="169796" y="386776"/>
                  </a:lnTo>
                  <a:lnTo>
                    <a:pt x="170006" y="386129"/>
                  </a:lnTo>
                  <a:lnTo>
                    <a:pt x="170413" y="386030"/>
                  </a:lnTo>
                  <a:lnTo>
                    <a:pt x="170432" y="385382"/>
                  </a:lnTo>
                  <a:lnTo>
                    <a:pt x="170182" y="384759"/>
                  </a:lnTo>
                  <a:lnTo>
                    <a:pt x="170551" y="384224"/>
                  </a:lnTo>
                  <a:lnTo>
                    <a:pt x="171058" y="384476"/>
                  </a:lnTo>
                  <a:lnTo>
                    <a:pt x="171251" y="384473"/>
                  </a:lnTo>
                  <a:lnTo>
                    <a:pt x="171750" y="384061"/>
                  </a:lnTo>
                  <a:lnTo>
                    <a:pt x="171663" y="383878"/>
                  </a:lnTo>
                  <a:lnTo>
                    <a:pt x="171365" y="383524"/>
                  </a:lnTo>
                  <a:lnTo>
                    <a:pt x="171343" y="383319"/>
                  </a:lnTo>
                  <a:lnTo>
                    <a:pt x="171278" y="383530"/>
                  </a:lnTo>
                  <a:lnTo>
                    <a:pt x="171129" y="383766"/>
                  </a:lnTo>
                  <a:lnTo>
                    <a:pt x="170854" y="383921"/>
                  </a:lnTo>
                  <a:lnTo>
                    <a:pt x="170412" y="383588"/>
                  </a:lnTo>
                  <a:lnTo>
                    <a:pt x="170355" y="383410"/>
                  </a:lnTo>
                  <a:lnTo>
                    <a:pt x="170372" y="383093"/>
                  </a:lnTo>
                  <a:lnTo>
                    <a:pt x="169823" y="382536"/>
                  </a:lnTo>
                  <a:lnTo>
                    <a:pt x="169765" y="382406"/>
                  </a:lnTo>
                  <a:lnTo>
                    <a:pt x="169743" y="382264"/>
                  </a:lnTo>
                  <a:lnTo>
                    <a:pt x="169745" y="382100"/>
                  </a:lnTo>
                  <a:lnTo>
                    <a:pt x="168999" y="381504"/>
                  </a:lnTo>
                  <a:lnTo>
                    <a:pt x="169298" y="381911"/>
                  </a:lnTo>
                  <a:lnTo>
                    <a:pt x="169688" y="382079"/>
                  </a:lnTo>
                  <a:lnTo>
                    <a:pt x="169352" y="382489"/>
                  </a:lnTo>
                  <a:lnTo>
                    <a:pt x="169145" y="382083"/>
                  </a:lnTo>
                  <a:lnTo>
                    <a:pt x="169406" y="382997"/>
                  </a:lnTo>
                  <a:lnTo>
                    <a:pt x="170005" y="383145"/>
                  </a:lnTo>
                  <a:lnTo>
                    <a:pt x="170021" y="383366"/>
                  </a:lnTo>
                  <a:lnTo>
                    <a:pt x="169975" y="383521"/>
                  </a:lnTo>
                  <a:lnTo>
                    <a:pt x="169867" y="383679"/>
                  </a:lnTo>
                  <a:lnTo>
                    <a:pt x="169840" y="384473"/>
                  </a:lnTo>
                  <a:lnTo>
                    <a:pt x="169774" y="384649"/>
                  </a:lnTo>
                  <a:lnTo>
                    <a:pt x="169657" y="384966"/>
                  </a:lnTo>
                  <a:lnTo>
                    <a:pt x="169401" y="385296"/>
                  </a:lnTo>
                  <a:lnTo>
                    <a:pt x="169593" y="385558"/>
                  </a:lnTo>
                  <a:lnTo>
                    <a:pt x="169253" y="386100"/>
                  </a:lnTo>
                  <a:lnTo>
                    <a:pt x="169089" y="385978"/>
                  </a:lnTo>
                  <a:lnTo>
                    <a:pt x="168649" y="385849"/>
                  </a:lnTo>
                  <a:lnTo>
                    <a:pt x="168791" y="385912"/>
                  </a:lnTo>
                  <a:lnTo>
                    <a:pt x="169051" y="386095"/>
                  </a:lnTo>
                  <a:lnTo>
                    <a:pt x="168961" y="386465"/>
                  </a:lnTo>
                  <a:lnTo>
                    <a:pt x="169066" y="386649"/>
                  </a:lnTo>
                  <a:lnTo>
                    <a:pt x="169375" y="386896"/>
                  </a:lnTo>
                  <a:lnTo>
                    <a:pt x="169442" y="387152"/>
                  </a:lnTo>
                  <a:lnTo>
                    <a:pt x="169465" y="387290"/>
                  </a:lnTo>
                  <a:lnTo>
                    <a:pt x="169487" y="387428"/>
                  </a:lnTo>
                  <a:lnTo>
                    <a:pt x="169474" y="388105"/>
                  </a:lnTo>
                  <a:lnTo>
                    <a:pt x="169551" y="388337"/>
                  </a:lnTo>
                  <a:lnTo>
                    <a:pt x="169795" y="388554"/>
                  </a:lnTo>
                  <a:lnTo>
                    <a:pt x="170019" y="388595"/>
                  </a:lnTo>
                  <a:lnTo>
                    <a:pt x="170040" y="389420"/>
                  </a:lnTo>
                  <a:lnTo>
                    <a:pt x="169882" y="389279"/>
                  </a:lnTo>
                  <a:lnTo>
                    <a:pt x="169769" y="389437"/>
                  </a:lnTo>
                  <a:lnTo>
                    <a:pt x="169811" y="389587"/>
                  </a:lnTo>
                  <a:lnTo>
                    <a:pt x="169603" y="389698"/>
                  </a:lnTo>
                  <a:lnTo>
                    <a:pt x="169053" y="389659"/>
                  </a:lnTo>
                  <a:lnTo>
                    <a:pt x="168852" y="389515"/>
                  </a:lnTo>
                  <a:lnTo>
                    <a:pt x="168276" y="388875"/>
                  </a:lnTo>
                  <a:lnTo>
                    <a:pt x="168198" y="389224"/>
                  </a:lnTo>
                  <a:lnTo>
                    <a:pt x="167890" y="389134"/>
                  </a:lnTo>
                  <a:lnTo>
                    <a:pt x="167859" y="388998"/>
                  </a:lnTo>
                  <a:lnTo>
                    <a:pt x="167661" y="389002"/>
                  </a:lnTo>
                  <a:lnTo>
                    <a:pt x="167478" y="389054"/>
                  </a:lnTo>
                  <a:lnTo>
                    <a:pt x="167301" y="389106"/>
                  </a:lnTo>
                  <a:lnTo>
                    <a:pt x="166980" y="389261"/>
                  </a:lnTo>
                  <a:lnTo>
                    <a:pt x="166746" y="389459"/>
                  </a:lnTo>
                  <a:lnTo>
                    <a:pt x="166510" y="389641"/>
                  </a:lnTo>
                  <a:lnTo>
                    <a:pt x="166257" y="389702"/>
                  </a:lnTo>
                  <a:lnTo>
                    <a:pt x="165917" y="389920"/>
                  </a:lnTo>
                  <a:lnTo>
                    <a:pt x="165703" y="390308"/>
                  </a:lnTo>
                  <a:lnTo>
                    <a:pt x="165494" y="390078"/>
                  </a:lnTo>
                  <a:lnTo>
                    <a:pt x="165371" y="389907"/>
                  </a:lnTo>
                  <a:lnTo>
                    <a:pt x="165206" y="389762"/>
                  </a:lnTo>
                  <a:lnTo>
                    <a:pt x="165192" y="389513"/>
                  </a:lnTo>
                  <a:lnTo>
                    <a:pt x="165226" y="389322"/>
                  </a:lnTo>
                  <a:lnTo>
                    <a:pt x="165381" y="389089"/>
                  </a:lnTo>
                  <a:lnTo>
                    <a:pt x="164714" y="388392"/>
                  </a:lnTo>
                  <a:lnTo>
                    <a:pt x="164266" y="388273"/>
                  </a:lnTo>
                  <a:lnTo>
                    <a:pt x="164537" y="387625"/>
                  </a:lnTo>
                  <a:lnTo>
                    <a:pt x="164565" y="387793"/>
                  </a:lnTo>
                  <a:lnTo>
                    <a:pt x="164839" y="387940"/>
                  </a:lnTo>
                  <a:lnTo>
                    <a:pt x="165008" y="387893"/>
                  </a:lnTo>
                  <a:lnTo>
                    <a:pt x="165002" y="387624"/>
                  </a:lnTo>
                  <a:lnTo>
                    <a:pt x="164631" y="387257"/>
                  </a:lnTo>
                  <a:lnTo>
                    <a:pt x="164382" y="386920"/>
                  </a:lnTo>
                  <a:lnTo>
                    <a:pt x="164236" y="386578"/>
                  </a:lnTo>
                  <a:lnTo>
                    <a:pt x="164250" y="386373"/>
                  </a:lnTo>
                  <a:lnTo>
                    <a:pt x="164449" y="386083"/>
                  </a:lnTo>
                  <a:lnTo>
                    <a:pt x="164504" y="385851"/>
                  </a:lnTo>
                  <a:lnTo>
                    <a:pt x="164478" y="385528"/>
                  </a:lnTo>
                  <a:lnTo>
                    <a:pt x="164581" y="385338"/>
                  </a:lnTo>
                  <a:lnTo>
                    <a:pt x="164605" y="385095"/>
                  </a:lnTo>
                  <a:lnTo>
                    <a:pt x="164613" y="384942"/>
                  </a:lnTo>
                  <a:lnTo>
                    <a:pt x="164339" y="384773"/>
                  </a:lnTo>
                  <a:lnTo>
                    <a:pt x="164370" y="384928"/>
                  </a:lnTo>
                  <a:lnTo>
                    <a:pt x="164282" y="385351"/>
                  </a:lnTo>
                  <a:lnTo>
                    <a:pt x="164082" y="385572"/>
                  </a:lnTo>
                  <a:lnTo>
                    <a:pt x="163823" y="385777"/>
                  </a:lnTo>
                  <a:lnTo>
                    <a:pt x="163865" y="385983"/>
                  </a:lnTo>
                  <a:lnTo>
                    <a:pt x="163656" y="386178"/>
                  </a:lnTo>
                  <a:lnTo>
                    <a:pt x="163527" y="386133"/>
                  </a:lnTo>
                  <a:lnTo>
                    <a:pt x="163356" y="385940"/>
                  </a:lnTo>
                  <a:lnTo>
                    <a:pt x="163066" y="385731"/>
                  </a:lnTo>
                  <a:lnTo>
                    <a:pt x="163009" y="385516"/>
                  </a:lnTo>
                  <a:lnTo>
                    <a:pt x="162959" y="385385"/>
                  </a:lnTo>
                  <a:lnTo>
                    <a:pt x="162446" y="385326"/>
                  </a:lnTo>
                  <a:lnTo>
                    <a:pt x="162393" y="385697"/>
                  </a:lnTo>
                  <a:lnTo>
                    <a:pt x="162988" y="385815"/>
                  </a:lnTo>
                  <a:lnTo>
                    <a:pt x="162966" y="386096"/>
                  </a:lnTo>
                  <a:lnTo>
                    <a:pt x="162983" y="386495"/>
                  </a:lnTo>
                  <a:lnTo>
                    <a:pt x="162697" y="386668"/>
                  </a:lnTo>
                  <a:lnTo>
                    <a:pt x="163087" y="387495"/>
                  </a:lnTo>
                  <a:lnTo>
                    <a:pt x="162363" y="387939"/>
                  </a:lnTo>
                  <a:lnTo>
                    <a:pt x="162011" y="387648"/>
                  </a:lnTo>
                  <a:lnTo>
                    <a:pt x="161512" y="386909"/>
                  </a:lnTo>
                  <a:lnTo>
                    <a:pt x="161647" y="386293"/>
                  </a:lnTo>
                  <a:lnTo>
                    <a:pt x="161647" y="385860"/>
                  </a:lnTo>
                  <a:lnTo>
                    <a:pt x="161525" y="385505"/>
                  </a:lnTo>
                  <a:lnTo>
                    <a:pt x="161682" y="384712"/>
                  </a:lnTo>
                  <a:lnTo>
                    <a:pt x="161649" y="384484"/>
                  </a:lnTo>
                  <a:lnTo>
                    <a:pt x="161754" y="384311"/>
                  </a:lnTo>
                  <a:lnTo>
                    <a:pt x="161837" y="384042"/>
                  </a:lnTo>
                  <a:lnTo>
                    <a:pt x="161994" y="383760"/>
                  </a:lnTo>
                  <a:lnTo>
                    <a:pt x="161894" y="383589"/>
                  </a:lnTo>
                  <a:lnTo>
                    <a:pt x="161910" y="383450"/>
                  </a:lnTo>
                  <a:lnTo>
                    <a:pt x="162085" y="383159"/>
                  </a:lnTo>
                  <a:lnTo>
                    <a:pt x="162344" y="382754"/>
                  </a:lnTo>
                  <a:lnTo>
                    <a:pt x="162861" y="382185"/>
                  </a:lnTo>
                  <a:lnTo>
                    <a:pt x="162960" y="381846"/>
                  </a:lnTo>
                  <a:lnTo>
                    <a:pt x="162872" y="381987"/>
                  </a:lnTo>
                  <a:lnTo>
                    <a:pt x="162147" y="382091"/>
                  </a:lnTo>
                  <a:lnTo>
                    <a:pt x="162055" y="381628"/>
                  </a:lnTo>
                  <a:lnTo>
                    <a:pt x="162011" y="382872"/>
                  </a:lnTo>
                  <a:lnTo>
                    <a:pt x="161771" y="383271"/>
                  </a:lnTo>
                  <a:lnTo>
                    <a:pt x="161116" y="382972"/>
                  </a:lnTo>
                  <a:lnTo>
                    <a:pt x="161397" y="384216"/>
                  </a:lnTo>
                  <a:lnTo>
                    <a:pt x="161398" y="384448"/>
                  </a:lnTo>
                  <a:lnTo>
                    <a:pt x="161350" y="384799"/>
                  </a:lnTo>
                  <a:lnTo>
                    <a:pt x="161182" y="384867"/>
                  </a:lnTo>
                  <a:lnTo>
                    <a:pt x="160962" y="386004"/>
                  </a:lnTo>
                  <a:lnTo>
                    <a:pt x="160192" y="385900"/>
                  </a:lnTo>
                  <a:lnTo>
                    <a:pt x="159952" y="385623"/>
                  </a:lnTo>
                  <a:lnTo>
                    <a:pt x="159894" y="385300"/>
                  </a:lnTo>
                  <a:lnTo>
                    <a:pt x="160039" y="384826"/>
                  </a:lnTo>
                  <a:lnTo>
                    <a:pt x="160000" y="384483"/>
                  </a:lnTo>
                  <a:lnTo>
                    <a:pt x="159857" y="383793"/>
                  </a:lnTo>
                  <a:lnTo>
                    <a:pt x="158663" y="382208"/>
                  </a:lnTo>
                  <a:lnTo>
                    <a:pt x="159127" y="381876"/>
                  </a:lnTo>
                  <a:lnTo>
                    <a:pt x="159514" y="381235"/>
                  </a:lnTo>
                  <a:lnTo>
                    <a:pt x="160128" y="380356"/>
                  </a:lnTo>
                  <a:lnTo>
                    <a:pt x="160466" y="379568"/>
                  </a:lnTo>
                  <a:lnTo>
                    <a:pt x="160578" y="378817"/>
                  </a:lnTo>
                  <a:lnTo>
                    <a:pt x="161436" y="378185"/>
                  </a:lnTo>
                  <a:lnTo>
                    <a:pt x="160723" y="377779"/>
                  </a:lnTo>
                  <a:lnTo>
                    <a:pt x="159225" y="377958"/>
                  </a:lnTo>
                  <a:lnTo>
                    <a:pt x="159067" y="377948"/>
                  </a:lnTo>
                  <a:lnTo>
                    <a:pt x="158072" y="377569"/>
                  </a:lnTo>
                  <a:lnTo>
                    <a:pt x="158103" y="377234"/>
                  </a:lnTo>
                  <a:lnTo>
                    <a:pt x="158150" y="376748"/>
                  </a:lnTo>
                  <a:lnTo>
                    <a:pt x="157536" y="377484"/>
                  </a:lnTo>
                  <a:lnTo>
                    <a:pt x="157273" y="377950"/>
                  </a:lnTo>
                  <a:lnTo>
                    <a:pt x="156627" y="378094"/>
                  </a:lnTo>
                  <a:lnTo>
                    <a:pt x="156033" y="378776"/>
                  </a:lnTo>
                  <a:lnTo>
                    <a:pt x="154811" y="379237"/>
                  </a:lnTo>
                  <a:lnTo>
                    <a:pt x="154780" y="378772"/>
                  </a:lnTo>
                  <a:lnTo>
                    <a:pt x="154645" y="379113"/>
                  </a:lnTo>
                  <a:lnTo>
                    <a:pt x="154705" y="379294"/>
                  </a:lnTo>
                  <a:lnTo>
                    <a:pt x="155036" y="379750"/>
                  </a:lnTo>
                  <a:lnTo>
                    <a:pt x="155195" y="380221"/>
                  </a:lnTo>
                  <a:lnTo>
                    <a:pt x="155813" y="380536"/>
                  </a:lnTo>
                  <a:lnTo>
                    <a:pt x="155926" y="380700"/>
                  </a:lnTo>
                  <a:lnTo>
                    <a:pt x="156535" y="382202"/>
                  </a:lnTo>
                  <a:lnTo>
                    <a:pt x="156580" y="382383"/>
                  </a:lnTo>
                  <a:lnTo>
                    <a:pt x="157332" y="383790"/>
                  </a:lnTo>
                  <a:lnTo>
                    <a:pt x="157951" y="383971"/>
                  </a:lnTo>
                  <a:lnTo>
                    <a:pt x="157280" y="384983"/>
                  </a:lnTo>
                  <a:lnTo>
                    <a:pt x="156818" y="384889"/>
                  </a:lnTo>
                  <a:lnTo>
                    <a:pt x="156427" y="384732"/>
                  </a:lnTo>
                  <a:lnTo>
                    <a:pt x="156522" y="384184"/>
                  </a:lnTo>
                  <a:lnTo>
                    <a:pt x="156480" y="384003"/>
                  </a:lnTo>
                  <a:lnTo>
                    <a:pt x="156323" y="383808"/>
                  </a:lnTo>
                  <a:lnTo>
                    <a:pt x="156319" y="383944"/>
                  </a:lnTo>
                  <a:lnTo>
                    <a:pt x="156355" y="384230"/>
                  </a:lnTo>
                  <a:lnTo>
                    <a:pt x="156377" y="384454"/>
                  </a:lnTo>
                  <a:lnTo>
                    <a:pt x="156604" y="385274"/>
                  </a:lnTo>
                  <a:lnTo>
                    <a:pt x="156572" y="385832"/>
                  </a:lnTo>
                  <a:lnTo>
                    <a:pt x="157886" y="384985"/>
                  </a:lnTo>
                  <a:lnTo>
                    <a:pt x="157987" y="385782"/>
                  </a:lnTo>
                  <a:lnTo>
                    <a:pt x="157857" y="386020"/>
                  </a:lnTo>
                  <a:lnTo>
                    <a:pt x="157891" y="386229"/>
                  </a:lnTo>
                  <a:lnTo>
                    <a:pt x="158668" y="385911"/>
                  </a:lnTo>
                  <a:lnTo>
                    <a:pt x="158867" y="386123"/>
                  </a:lnTo>
                  <a:lnTo>
                    <a:pt x="158949" y="387005"/>
                  </a:lnTo>
                  <a:lnTo>
                    <a:pt x="158883" y="387140"/>
                  </a:lnTo>
                  <a:lnTo>
                    <a:pt x="158828" y="387381"/>
                  </a:lnTo>
                  <a:lnTo>
                    <a:pt x="158828" y="387523"/>
                  </a:lnTo>
                  <a:lnTo>
                    <a:pt x="158613" y="387581"/>
                  </a:lnTo>
                  <a:lnTo>
                    <a:pt x="158283" y="387649"/>
                  </a:lnTo>
                  <a:lnTo>
                    <a:pt x="157737" y="389091"/>
                  </a:lnTo>
                  <a:lnTo>
                    <a:pt x="157355" y="390071"/>
                  </a:lnTo>
                  <a:lnTo>
                    <a:pt x="157143" y="390494"/>
                  </a:lnTo>
                  <a:lnTo>
                    <a:pt x="156728" y="390932"/>
                  </a:lnTo>
                  <a:lnTo>
                    <a:pt x="155932" y="391256"/>
                  </a:lnTo>
                  <a:lnTo>
                    <a:pt x="155373" y="391278"/>
                  </a:lnTo>
                  <a:lnTo>
                    <a:pt x="155359" y="391034"/>
                  </a:lnTo>
                  <a:lnTo>
                    <a:pt x="155400" y="390881"/>
                  </a:lnTo>
                  <a:lnTo>
                    <a:pt x="155635" y="390577"/>
                  </a:lnTo>
                  <a:lnTo>
                    <a:pt x="155783" y="390439"/>
                  </a:lnTo>
                  <a:lnTo>
                    <a:pt x="155887" y="390214"/>
                  </a:lnTo>
                  <a:lnTo>
                    <a:pt x="155776" y="390085"/>
                  </a:lnTo>
                  <a:lnTo>
                    <a:pt x="155477" y="390458"/>
                  </a:lnTo>
                  <a:lnTo>
                    <a:pt x="155252" y="391164"/>
                  </a:lnTo>
                  <a:lnTo>
                    <a:pt x="155346" y="391451"/>
                  </a:lnTo>
                  <a:lnTo>
                    <a:pt x="155336" y="391892"/>
                  </a:lnTo>
                  <a:lnTo>
                    <a:pt x="155198" y="391953"/>
                  </a:lnTo>
                  <a:lnTo>
                    <a:pt x="155178" y="392109"/>
                  </a:lnTo>
                  <a:lnTo>
                    <a:pt x="155200" y="392381"/>
                  </a:lnTo>
                  <a:lnTo>
                    <a:pt x="154998" y="392377"/>
                  </a:lnTo>
                  <a:lnTo>
                    <a:pt x="154854" y="392376"/>
                  </a:lnTo>
                  <a:lnTo>
                    <a:pt x="154080" y="392589"/>
                  </a:lnTo>
                  <a:lnTo>
                    <a:pt x="153919" y="392567"/>
                  </a:lnTo>
                  <a:lnTo>
                    <a:pt x="153170" y="392582"/>
                  </a:lnTo>
                  <a:lnTo>
                    <a:pt x="153036" y="392604"/>
                  </a:lnTo>
                  <a:lnTo>
                    <a:pt x="152529" y="392830"/>
                  </a:lnTo>
                  <a:lnTo>
                    <a:pt x="152509" y="393222"/>
                  </a:lnTo>
                  <a:lnTo>
                    <a:pt x="151427" y="393197"/>
                  </a:lnTo>
                  <a:lnTo>
                    <a:pt x="151366" y="392797"/>
                  </a:lnTo>
                  <a:lnTo>
                    <a:pt x="151368" y="392547"/>
                  </a:lnTo>
                  <a:lnTo>
                    <a:pt x="151681" y="391686"/>
                  </a:lnTo>
                  <a:lnTo>
                    <a:pt x="152382" y="391340"/>
                  </a:lnTo>
                  <a:lnTo>
                    <a:pt x="152211" y="391061"/>
                  </a:lnTo>
                  <a:lnTo>
                    <a:pt x="151951" y="390876"/>
                  </a:lnTo>
                  <a:lnTo>
                    <a:pt x="152673" y="390588"/>
                  </a:lnTo>
                  <a:lnTo>
                    <a:pt x="153067" y="390530"/>
                  </a:lnTo>
                  <a:lnTo>
                    <a:pt x="153222" y="390566"/>
                  </a:lnTo>
                  <a:lnTo>
                    <a:pt x="153829" y="388456"/>
                  </a:lnTo>
                  <a:lnTo>
                    <a:pt x="153164" y="387914"/>
                  </a:lnTo>
                  <a:lnTo>
                    <a:pt x="153576" y="387036"/>
                  </a:lnTo>
                  <a:lnTo>
                    <a:pt x="153104" y="386910"/>
                  </a:lnTo>
                  <a:lnTo>
                    <a:pt x="153060" y="387397"/>
                  </a:lnTo>
                  <a:lnTo>
                    <a:pt x="152867" y="387523"/>
                  </a:lnTo>
                  <a:lnTo>
                    <a:pt x="152682" y="387598"/>
                  </a:lnTo>
                  <a:lnTo>
                    <a:pt x="152536" y="387660"/>
                  </a:lnTo>
                  <a:lnTo>
                    <a:pt x="151969" y="387346"/>
                  </a:lnTo>
                  <a:lnTo>
                    <a:pt x="151439" y="387403"/>
                  </a:lnTo>
                  <a:lnTo>
                    <a:pt x="151302" y="386947"/>
                  </a:lnTo>
                  <a:lnTo>
                    <a:pt x="151029" y="386962"/>
                  </a:lnTo>
                  <a:lnTo>
                    <a:pt x="150209" y="386145"/>
                  </a:lnTo>
                  <a:lnTo>
                    <a:pt x="150135" y="385887"/>
                  </a:lnTo>
                  <a:lnTo>
                    <a:pt x="149708" y="385994"/>
                  </a:lnTo>
                  <a:lnTo>
                    <a:pt x="149836" y="386612"/>
                  </a:lnTo>
                  <a:lnTo>
                    <a:pt x="149974" y="386996"/>
                  </a:lnTo>
                  <a:lnTo>
                    <a:pt x="149951" y="387194"/>
                  </a:lnTo>
                  <a:lnTo>
                    <a:pt x="149917" y="387493"/>
                  </a:lnTo>
                  <a:lnTo>
                    <a:pt x="149709" y="387974"/>
                  </a:lnTo>
                  <a:lnTo>
                    <a:pt x="149558" y="387177"/>
                  </a:lnTo>
                  <a:lnTo>
                    <a:pt x="149659" y="386783"/>
                  </a:lnTo>
                  <a:lnTo>
                    <a:pt x="149574" y="386921"/>
                  </a:lnTo>
                  <a:lnTo>
                    <a:pt x="149269" y="387251"/>
                  </a:lnTo>
                  <a:lnTo>
                    <a:pt x="149139" y="387751"/>
                  </a:lnTo>
                  <a:lnTo>
                    <a:pt x="149160" y="387900"/>
                  </a:lnTo>
                  <a:lnTo>
                    <a:pt x="149521" y="388563"/>
                  </a:lnTo>
                  <a:lnTo>
                    <a:pt x="149192" y="389662"/>
                  </a:lnTo>
                  <a:lnTo>
                    <a:pt x="149177" y="389908"/>
                  </a:lnTo>
                  <a:lnTo>
                    <a:pt x="148742" y="390314"/>
                  </a:lnTo>
                  <a:lnTo>
                    <a:pt x="149237" y="390799"/>
                  </a:lnTo>
                  <a:lnTo>
                    <a:pt x="149504" y="390902"/>
                  </a:lnTo>
                  <a:lnTo>
                    <a:pt x="149419" y="391168"/>
                  </a:lnTo>
                  <a:lnTo>
                    <a:pt x="149282" y="391322"/>
                  </a:lnTo>
                  <a:lnTo>
                    <a:pt x="149197" y="391457"/>
                  </a:lnTo>
                  <a:lnTo>
                    <a:pt x="149031" y="391716"/>
                  </a:lnTo>
                  <a:lnTo>
                    <a:pt x="148837" y="391933"/>
                  </a:lnTo>
                  <a:lnTo>
                    <a:pt x="148529" y="392286"/>
                  </a:lnTo>
                  <a:lnTo>
                    <a:pt x="148402" y="392430"/>
                  </a:lnTo>
                  <a:lnTo>
                    <a:pt x="148207" y="392644"/>
                  </a:lnTo>
                  <a:lnTo>
                    <a:pt x="148351" y="393037"/>
                  </a:lnTo>
                  <a:lnTo>
                    <a:pt x="148320" y="393201"/>
                  </a:lnTo>
                  <a:lnTo>
                    <a:pt x="147934" y="393215"/>
                  </a:lnTo>
                  <a:lnTo>
                    <a:pt x="147691" y="393246"/>
                  </a:lnTo>
                  <a:lnTo>
                    <a:pt x="147342" y="393393"/>
                  </a:lnTo>
                  <a:lnTo>
                    <a:pt x="147071" y="393526"/>
                  </a:lnTo>
                  <a:lnTo>
                    <a:pt x="146847" y="394043"/>
                  </a:lnTo>
                  <a:lnTo>
                    <a:pt x="146618" y="394063"/>
                  </a:lnTo>
                  <a:lnTo>
                    <a:pt x="146184" y="394433"/>
                  </a:lnTo>
                  <a:lnTo>
                    <a:pt x="145824" y="394650"/>
                  </a:lnTo>
                  <a:lnTo>
                    <a:pt x="145574" y="394841"/>
                  </a:lnTo>
                  <a:lnTo>
                    <a:pt x="145395" y="394975"/>
                  </a:lnTo>
                  <a:lnTo>
                    <a:pt x="145060" y="394733"/>
                  </a:lnTo>
                  <a:lnTo>
                    <a:pt x="145121" y="394458"/>
                  </a:lnTo>
                  <a:lnTo>
                    <a:pt x="145575" y="394091"/>
                  </a:lnTo>
                  <a:lnTo>
                    <a:pt x="145736" y="393772"/>
                  </a:lnTo>
                  <a:lnTo>
                    <a:pt x="146161" y="393407"/>
                  </a:lnTo>
                  <a:lnTo>
                    <a:pt x="146302" y="393239"/>
                  </a:lnTo>
                  <a:lnTo>
                    <a:pt x="146385" y="393051"/>
                  </a:lnTo>
                  <a:lnTo>
                    <a:pt x="146986" y="391677"/>
                  </a:lnTo>
                  <a:lnTo>
                    <a:pt x="147080" y="391475"/>
                  </a:lnTo>
                  <a:lnTo>
                    <a:pt x="147210" y="391158"/>
                  </a:lnTo>
                  <a:lnTo>
                    <a:pt x="147291" y="390999"/>
                  </a:lnTo>
                  <a:lnTo>
                    <a:pt x="146863" y="391052"/>
                  </a:lnTo>
                  <a:lnTo>
                    <a:pt x="146680" y="391043"/>
                  </a:lnTo>
                  <a:lnTo>
                    <a:pt x="146559" y="390736"/>
                  </a:lnTo>
                  <a:lnTo>
                    <a:pt x="146583" y="390418"/>
                  </a:lnTo>
                  <a:lnTo>
                    <a:pt x="146579" y="389976"/>
                  </a:lnTo>
                  <a:lnTo>
                    <a:pt x="146032" y="389874"/>
                  </a:lnTo>
                  <a:lnTo>
                    <a:pt x="145812" y="389853"/>
                  </a:lnTo>
                  <a:lnTo>
                    <a:pt x="145601" y="389667"/>
                  </a:lnTo>
                  <a:lnTo>
                    <a:pt x="144883" y="390419"/>
                  </a:lnTo>
                  <a:lnTo>
                    <a:pt x="144699" y="390170"/>
                  </a:lnTo>
                  <a:lnTo>
                    <a:pt x="143382" y="390497"/>
                  </a:lnTo>
                  <a:lnTo>
                    <a:pt x="142380" y="392065"/>
                  </a:lnTo>
                  <a:lnTo>
                    <a:pt x="142411" y="392365"/>
                  </a:lnTo>
                  <a:lnTo>
                    <a:pt x="142904" y="392756"/>
                  </a:lnTo>
                  <a:lnTo>
                    <a:pt x="143091" y="392824"/>
                  </a:lnTo>
                  <a:lnTo>
                    <a:pt x="143366" y="392869"/>
                  </a:lnTo>
                  <a:lnTo>
                    <a:pt x="143677" y="392975"/>
                  </a:lnTo>
                  <a:lnTo>
                    <a:pt x="143878" y="393167"/>
                  </a:lnTo>
                  <a:lnTo>
                    <a:pt x="144063" y="393271"/>
                  </a:lnTo>
                  <a:lnTo>
                    <a:pt x="144181" y="393566"/>
                  </a:lnTo>
                  <a:lnTo>
                    <a:pt x="144053" y="393600"/>
                  </a:lnTo>
                  <a:lnTo>
                    <a:pt x="143626" y="393687"/>
                  </a:lnTo>
                  <a:lnTo>
                    <a:pt x="142806" y="393888"/>
                  </a:lnTo>
                  <a:lnTo>
                    <a:pt x="142315" y="394041"/>
                  </a:lnTo>
                  <a:lnTo>
                    <a:pt x="141677" y="394187"/>
                  </a:lnTo>
                  <a:lnTo>
                    <a:pt x="141476" y="394019"/>
                  </a:lnTo>
                  <a:lnTo>
                    <a:pt x="141937" y="393956"/>
                  </a:lnTo>
                  <a:lnTo>
                    <a:pt x="141756" y="393554"/>
                  </a:lnTo>
                  <a:lnTo>
                    <a:pt x="141350" y="393583"/>
                  </a:lnTo>
                  <a:lnTo>
                    <a:pt x="140892" y="393360"/>
                  </a:lnTo>
                  <a:lnTo>
                    <a:pt x="141007" y="393249"/>
                  </a:lnTo>
                  <a:lnTo>
                    <a:pt x="140322" y="392705"/>
                  </a:lnTo>
                  <a:lnTo>
                    <a:pt x="139942" y="393401"/>
                  </a:lnTo>
                  <a:lnTo>
                    <a:pt x="138848" y="392958"/>
                  </a:lnTo>
                  <a:lnTo>
                    <a:pt x="138688" y="392913"/>
                  </a:lnTo>
                  <a:lnTo>
                    <a:pt x="138466" y="392843"/>
                  </a:lnTo>
                  <a:lnTo>
                    <a:pt x="138205" y="392773"/>
                  </a:lnTo>
                  <a:lnTo>
                    <a:pt x="137864" y="392821"/>
                  </a:lnTo>
                  <a:lnTo>
                    <a:pt x="137731" y="392854"/>
                  </a:lnTo>
                  <a:lnTo>
                    <a:pt x="135086" y="393071"/>
                  </a:lnTo>
                  <a:lnTo>
                    <a:pt x="135028" y="392883"/>
                  </a:lnTo>
                  <a:lnTo>
                    <a:pt x="123895" y="390127"/>
                  </a:lnTo>
                  <a:lnTo>
                    <a:pt x="123569" y="390257"/>
                  </a:lnTo>
                  <a:lnTo>
                    <a:pt x="123271" y="390257"/>
                  </a:lnTo>
                  <a:lnTo>
                    <a:pt x="123067" y="390257"/>
                  </a:lnTo>
                  <a:lnTo>
                    <a:pt x="122734" y="390256"/>
                  </a:lnTo>
                  <a:lnTo>
                    <a:pt x="122279" y="390198"/>
                  </a:lnTo>
                  <a:lnTo>
                    <a:pt x="122025" y="390212"/>
                  </a:lnTo>
                  <a:lnTo>
                    <a:pt x="121622" y="390405"/>
                  </a:lnTo>
                  <a:lnTo>
                    <a:pt x="112263" y="388148"/>
                  </a:lnTo>
                  <a:lnTo>
                    <a:pt x="99804" y="381088"/>
                  </a:lnTo>
                  <a:lnTo>
                    <a:pt x="100532" y="378120"/>
                  </a:lnTo>
                  <a:lnTo>
                    <a:pt x="90678" y="373902"/>
                  </a:lnTo>
                  <a:lnTo>
                    <a:pt x="90159" y="373039"/>
                  </a:lnTo>
                  <a:lnTo>
                    <a:pt x="89998" y="372901"/>
                  </a:lnTo>
                  <a:lnTo>
                    <a:pt x="86862" y="370484"/>
                  </a:lnTo>
                  <a:lnTo>
                    <a:pt x="87082" y="370178"/>
                  </a:lnTo>
                  <a:lnTo>
                    <a:pt x="87060" y="369855"/>
                  </a:lnTo>
                  <a:lnTo>
                    <a:pt x="87039" y="369547"/>
                  </a:lnTo>
                  <a:lnTo>
                    <a:pt x="86537" y="362242"/>
                  </a:lnTo>
                  <a:lnTo>
                    <a:pt x="85581" y="360189"/>
                  </a:lnTo>
                  <a:lnTo>
                    <a:pt x="85605" y="360042"/>
                  </a:lnTo>
                  <a:lnTo>
                    <a:pt x="84505" y="358230"/>
                  </a:lnTo>
                  <a:lnTo>
                    <a:pt x="82118" y="357925"/>
                  </a:lnTo>
                  <a:lnTo>
                    <a:pt x="81843" y="358081"/>
                  </a:lnTo>
                  <a:lnTo>
                    <a:pt x="81671" y="357972"/>
                  </a:lnTo>
                  <a:lnTo>
                    <a:pt x="83303" y="346675"/>
                  </a:lnTo>
                  <a:lnTo>
                    <a:pt x="85589" y="347735"/>
                  </a:lnTo>
                  <a:lnTo>
                    <a:pt x="88095" y="344534"/>
                  </a:lnTo>
                  <a:lnTo>
                    <a:pt x="75475" y="334672"/>
                  </a:lnTo>
                  <a:lnTo>
                    <a:pt x="60028" y="330929"/>
                  </a:lnTo>
                  <a:lnTo>
                    <a:pt x="55328" y="332807"/>
                  </a:lnTo>
                  <a:lnTo>
                    <a:pt x="51889" y="329193"/>
                  </a:lnTo>
                  <a:lnTo>
                    <a:pt x="51851" y="329005"/>
                  </a:lnTo>
                  <a:lnTo>
                    <a:pt x="48696" y="326521"/>
                  </a:lnTo>
                  <a:lnTo>
                    <a:pt x="43397" y="326108"/>
                  </a:lnTo>
                  <a:lnTo>
                    <a:pt x="42250" y="320388"/>
                  </a:lnTo>
                  <a:lnTo>
                    <a:pt x="42076" y="320086"/>
                  </a:lnTo>
                  <a:lnTo>
                    <a:pt x="41837" y="319768"/>
                  </a:lnTo>
                  <a:lnTo>
                    <a:pt x="41539" y="319407"/>
                  </a:lnTo>
                  <a:lnTo>
                    <a:pt x="41589" y="318804"/>
                  </a:lnTo>
                  <a:lnTo>
                    <a:pt x="41712" y="318498"/>
                  </a:lnTo>
                  <a:lnTo>
                    <a:pt x="41930" y="318373"/>
                  </a:lnTo>
                  <a:lnTo>
                    <a:pt x="42165" y="318258"/>
                  </a:lnTo>
                  <a:lnTo>
                    <a:pt x="42954" y="317898"/>
                  </a:lnTo>
                  <a:lnTo>
                    <a:pt x="43084" y="317430"/>
                  </a:lnTo>
                  <a:lnTo>
                    <a:pt x="43028" y="317155"/>
                  </a:lnTo>
                  <a:lnTo>
                    <a:pt x="43226" y="316720"/>
                  </a:lnTo>
                  <a:lnTo>
                    <a:pt x="43227" y="316525"/>
                  </a:lnTo>
                  <a:lnTo>
                    <a:pt x="43443" y="316448"/>
                  </a:lnTo>
                  <a:lnTo>
                    <a:pt x="43910" y="316130"/>
                  </a:lnTo>
                  <a:lnTo>
                    <a:pt x="43818" y="315904"/>
                  </a:lnTo>
                  <a:lnTo>
                    <a:pt x="43728" y="315643"/>
                  </a:lnTo>
                  <a:lnTo>
                    <a:pt x="44190" y="315333"/>
                  </a:lnTo>
                  <a:lnTo>
                    <a:pt x="44673" y="315318"/>
                  </a:lnTo>
                  <a:lnTo>
                    <a:pt x="45264" y="314839"/>
                  </a:lnTo>
                  <a:lnTo>
                    <a:pt x="45576" y="314527"/>
                  </a:lnTo>
                  <a:lnTo>
                    <a:pt x="46271" y="313913"/>
                  </a:lnTo>
                  <a:lnTo>
                    <a:pt x="46598" y="313863"/>
                  </a:lnTo>
                  <a:lnTo>
                    <a:pt x="46816" y="313909"/>
                  </a:lnTo>
                  <a:lnTo>
                    <a:pt x="46887" y="314043"/>
                  </a:lnTo>
                  <a:lnTo>
                    <a:pt x="47195" y="314961"/>
                  </a:lnTo>
                  <a:lnTo>
                    <a:pt x="47384" y="315038"/>
                  </a:lnTo>
                  <a:lnTo>
                    <a:pt x="47881" y="314893"/>
                  </a:lnTo>
                  <a:lnTo>
                    <a:pt x="48152" y="314671"/>
                  </a:lnTo>
                  <a:lnTo>
                    <a:pt x="47976" y="314312"/>
                  </a:lnTo>
                  <a:lnTo>
                    <a:pt x="47616" y="313941"/>
                  </a:lnTo>
                  <a:lnTo>
                    <a:pt x="47106" y="313434"/>
                  </a:lnTo>
                  <a:lnTo>
                    <a:pt x="47258" y="313492"/>
                  </a:lnTo>
                  <a:lnTo>
                    <a:pt x="47453" y="313549"/>
                  </a:lnTo>
                  <a:lnTo>
                    <a:pt x="47814" y="313360"/>
                  </a:lnTo>
                  <a:lnTo>
                    <a:pt x="47874" y="313033"/>
                  </a:lnTo>
                  <a:lnTo>
                    <a:pt x="47673" y="312845"/>
                  </a:lnTo>
                  <a:lnTo>
                    <a:pt x="47543" y="312804"/>
                  </a:lnTo>
                  <a:lnTo>
                    <a:pt x="47342" y="312750"/>
                  </a:lnTo>
                  <a:lnTo>
                    <a:pt x="46779" y="312084"/>
                  </a:lnTo>
                  <a:lnTo>
                    <a:pt x="46630" y="312012"/>
                  </a:lnTo>
                  <a:lnTo>
                    <a:pt x="46463" y="311924"/>
                  </a:lnTo>
                  <a:lnTo>
                    <a:pt x="46061" y="311678"/>
                  </a:lnTo>
                  <a:lnTo>
                    <a:pt x="45650" y="311687"/>
                  </a:lnTo>
                  <a:lnTo>
                    <a:pt x="45564" y="311434"/>
                  </a:lnTo>
                  <a:lnTo>
                    <a:pt x="45918" y="311386"/>
                  </a:lnTo>
                  <a:lnTo>
                    <a:pt x="46480" y="311449"/>
                  </a:lnTo>
                  <a:lnTo>
                    <a:pt x="47054" y="311232"/>
                  </a:lnTo>
                  <a:lnTo>
                    <a:pt x="47417" y="311368"/>
                  </a:lnTo>
                  <a:lnTo>
                    <a:pt x="47524" y="311514"/>
                  </a:lnTo>
                  <a:lnTo>
                    <a:pt x="47672" y="311724"/>
                  </a:lnTo>
                  <a:lnTo>
                    <a:pt x="47910" y="311759"/>
                  </a:lnTo>
                  <a:lnTo>
                    <a:pt x="48099" y="311690"/>
                  </a:lnTo>
                  <a:lnTo>
                    <a:pt x="48431" y="311459"/>
                  </a:lnTo>
                  <a:lnTo>
                    <a:pt x="48720" y="311215"/>
                  </a:lnTo>
                  <a:lnTo>
                    <a:pt x="48870" y="310908"/>
                  </a:lnTo>
                  <a:lnTo>
                    <a:pt x="48997" y="310749"/>
                  </a:lnTo>
                  <a:lnTo>
                    <a:pt x="49599" y="310258"/>
                  </a:lnTo>
                  <a:lnTo>
                    <a:pt x="50058" y="309995"/>
                  </a:lnTo>
                  <a:lnTo>
                    <a:pt x="50140" y="309768"/>
                  </a:lnTo>
                  <a:lnTo>
                    <a:pt x="50175" y="309608"/>
                  </a:lnTo>
                  <a:lnTo>
                    <a:pt x="50137" y="309383"/>
                  </a:lnTo>
                  <a:lnTo>
                    <a:pt x="50211" y="309132"/>
                  </a:lnTo>
                  <a:lnTo>
                    <a:pt x="50434" y="308938"/>
                  </a:lnTo>
                  <a:lnTo>
                    <a:pt x="51086" y="308872"/>
                  </a:lnTo>
                  <a:lnTo>
                    <a:pt x="51489" y="308611"/>
                  </a:lnTo>
                  <a:lnTo>
                    <a:pt x="51669" y="308558"/>
                  </a:lnTo>
                  <a:lnTo>
                    <a:pt x="52453" y="308699"/>
                  </a:lnTo>
                  <a:lnTo>
                    <a:pt x="52522" y="308529"/>
                  </a:lnTo>
                  <a:lnTo>
                    <a:pt x="52620" y="307967"/>
                  </a:lnTo>
                  <a:lnTo>
                    <a:pt x="52711" y="307681"/>
                  </a:lnTo>
                  <a:lnTo>
                    <a:pt x="52589" y="307301"/>
                  </a:lnTo>
                  <a:lnTo>
                    <a:pt x="53026" y="306517"/>
                  </a:lnTo>
                  <a:lnTo>
                    <a:pt x="53219" y="306401"/>
                  </a:lnTo>
                  <a:lnTo>
                    <a:pt x="53556" y="306061"/>
                  </a:lnTo>
                  <a:lnTo>
                    <a:pt x="54148" y="306135"/>
                  </a:lnTo>
                  <a:lnTo>
                    <a:pt x="54591" y="305758"/>
                  </a:lnTo>
                  <a:lnTo>
                    <a:pt x="54928" y="305816"/>
                  </a:lnTo>
                  <a:lnTo>
                    <a:pt x="55485" y="305988"/>
                  </a:lnTo>
                  <a:lnTo>
                    <a:pt x="56006" y="306469"/>
                  </a:lnTo>
                  <a:lnTo>
                    <a:pt x="56176" y="307327"/>
                  </a:lnTo>
                  <a:lnTo>
                    <a:pt x="56843" y="306964"/>
                  </a:lnTo>
                  <a:lnTo>
                    <a:pt x="57441" y="307219"/>
                  </a:lnTo>
                  <a:lnTo>
                    <a:pt x="57539" y="307399"/>
                  </a:lnTo>
                  <a:lnTo>
                    <a:pt x="57675" y="307598"/>
                  </a:lnTo>
                  <a:lnTo>
                    <a:pt x="57817" y="307592"/>
                  </a:lnTo>
                  <a:lnTo>
                    <a:pt x="58756" y="307664"/>
                  </a:lnTo>
                  <a:lnTo>
                    <a:pt x="59223" y="307571"/>
                  </a:lnTo>
                  <a:lnTo>
                    <a:pt x="59425" y="307614"/>
                  </a:lnTo>
                  <a:lnTo>
                    <a:pt x="59491" y="307798"/>
                  </a:lnTo>
                  <a:lnTo>
                    <a:pt x="59618" y="308164"/>
                  </a:lnTo>
                  <a:lnTo>
                    <a:pt x="59166" y="308997"/>
                  </a:lnTo>
                  <a:lnTo>
                    <a:pt x="59286" y="309255"/>
                  </a:lnTo>
                  <a:lnTo>
                    <a:pt x="59649" y="309571"/>
                  </a:lnTo>
                  <a:lnTo>
                    <a:pt x="60128" y="309347"/>
                  </a:lnTo>
                  <a:lnTo>
                    <a:pt x="60294" y="309053"/>
                  </a:lnTo>
                  <a:lnTo>
                    <a:pt x="60352" y="308878"/>
                  </a:lnTo>
                  <a:lnTo>
                    <a:pt x="60905" y="308314"/>
                  </a:lnTo>
                  <a:lnTo>
                    <a:pt x="61023" y="308131"/>
                  </a:lnTo>
                  <a:lnTo>
                    <a:pt x="61398" y="307957"/>
                  </a:lnTo>
                  <a:lnTo>
                    <a:pt x="61872" y="307917"/>
                  </a:lnTo>
                  <a:lnTo>
                    <a:pt x="62230" y="307746"/>
                  </a:lnTo>
                  <a:lnTo>
                    <a:pt x="62495" y="307705"/>
                  </a:lnTo>
                  <a:lnTo>
                    <a:pt x="62575" y="307261"/>
                  </a:lnTo>
                  <a:lnTo>
                    <a:pt x="62584" y="306928"/>
                  </a:lnTo>
                  <a:lnTo>
                    <a:pt x="62859" y="306628"/>
                  </a:lnTo>
                  <a:lnTo>
                    <a:pt x="62911" y="306218"/>
                  </a:lnTo>
                  <a:lnTo>
                    <a:pt x="63297" y="306150"/>
                  </a:lnTo>
                  <a:lnTo>
                    <a:pt x="63848" y="305916"/>
                  </a:lnTo>
                  <a:lnTo>
                    <a:pt x="63820" y="305782"/>
                  </a:lnTo>
                  <a:lnTo>
                    <a:pt x="64503" y="305250"/>
                  </a:lnTo>
                  <a:lnTo>
                    <a:pt x="64631" y="304502"/>
                  </a:lnTo>
                  <a:lnTo>
                    <a:pt x="65136" y="303970"/>
                  </a:lnTo>
                  <a:lnTo>
                    <a:pt x="64386" y="303456"/>
                  </a:lnTo>
                  <a:lnTo>
                    <a:pt x="64341" y="303205"/>
                  </a:lnTo>
                  <a:lnTo>
                    <a:pt x="64306" y="302729"/>
                  </a:lnTo>
                  <a:lnTo>
                    <a:pt x="64428" y="302494"/>
                  </a:lnTo>
                  <a:lnTo>
                    <a:pt x="64677" y="302249"/>
                  </a:lnTo>
                  <a:lnTo>
                    <a:pt x="64805" y="302175"/>
                  </a:lnTo>
                  <a:lnTo>
                    <a:pt x="64969" y="302061"/>
                  </a:lnTo>
                  <a:lnTo>
                    <a:pt x="65207" y="301455"/>
                  </a:lnTo>
                  <a:lnTo>
                    <a:pt x="65220" y="301199"/>
                  </a:lnTo>
                  <a:lnTo>
                    <a:pt x="65172" y="301032"/>
                  </a:lnTo>
                  <a:lnTo>
                    <a:pt x="65292" y="300783"/>
                  </a:lnTo>
                  <a:lnTo>
                    <a:pt x="65473" y="300581"/>
                  </a:lnTo>
                  <a:lnTo>
                    <a:pt x="65641" y="300265"/>
                  </a:lnTo>
                  <a:lnTo>
                    <a:pt x="65636" y="300054"/>
                  </a:lnTo>
                  <a:lnTo>
                    <a:pt x="65606" y="299634"/>
                  </a:lnTo>
                  <a:lnTo>
                    <a:pt x="65707" y="298781"/>
                  </a:lnTo>
                  <a:lnTo>
                    <a:pt x="65741" y="298464"/>
                  </a:lnTo>
                  <a:lnTo>
                    <a:pt x="65893" y="298090"/>
                  </a:lnTo>
                  <a:lnTo>
                    <a:pt x="65951" y="297858"/>
                  </a:lnTo>
                  <a:lnTo>
                    <a:pt x="65405" y="297024"/>
                  </a:lnTo>
                  <a:lnTo>
                    <a:pt x="65263" y="296341"/>
                  </a:lnTo>
                  <a:lnTo>
                    <a:pt x="65233" y="296197"/>
                  </a:lnTo>
                  <a:lnTo>
                    <a:pt x="65295" y="296002"/>
                  </a:lnTo>
                  <a:lnTo>
                    <a:pt x="65368" y="295463"/>
                  </a:lnTo>
                  <a:lnTo>
                    <a:pt x="65251" y="295249"/>
                  </a:lnTo>
                  <a:lnTo>
                    <a:pt x="65168" y="295014"/>
                  </a:lnTo>
                  <a:lnTo>
                    <a:pt x="65169" y="294793"/>
                  </a:lnTo>
                  <a:lnTo>
                    <a:pt x="65409" y="293712"/>
                  </a:lnTo>
                  <a:lnTo>
                    <a:pt x="65745" y="293507"/>
                  </a:lnTo>
                  <a:lnTo>
                    <a:pt x="66479" y="293413"/>
                  </a:lnTo>
                  <a:lnTo>
                    <a:pt x="66717" y="293416"/>
                  </a:lnTo>
                  <a:lnTo>
                    <a:pt x="66873" y="293396"/>
                  </a:lnTo>
                  <a:lnTo>
                    <a:pt x="67138" y="293197"/>
                  </a:lnTo>
                  <a:lnTo>
                    <a:pt x="67341" y="292823"/>
                  </a:lnTo>
                  <a:lnTo>
                    <a:pt x="67290" y="292443"/>
                  </a:lnTo>
                  <a:lnTo>
                    <a:pt x="66791" y="292115"/>
                  </a:lnTo>
                  <a:lnTo>
                    <a:pt x="66543" y="291966"/>
                  </a:lnTo>
                  <a:lnTo>
                    <a:pt x="66446" y="291705"/>
                  </a:lnTo>
                  <a:lnTo>
                    <a:pt x="66359" y="291336"/>
                  </a:lnTo>
                  <a:lnTo>
                    <a:pt x="66507" y="291277"/>
                  </a:lnTo>
                  <a:lnTo>
                    <a:pt x="67247" y="291388"/>
                  </a:lnTo>
                  <a:lnTo>
                    <a:pt x="67392" y="291150"/>
                  </a:lnTo>
                  <a:lnTo>
                    <a:pt x="67408" y="290831"/>
                  </a:lnTo>
                  <a:lnTo>
                    <a:pt x="67077" y="290449"/>
                  </a:lnTo>
                  <a:lnTo>
                    <a:pt x="66624" y="290562"/>
                  </a:lnTo>
                  <a:lnTo>
                    <a:pt x="66389" y="290555"/>
                  </a:lnTo>
                  <a:lnTo>
                    <a:pt x="66169" y="290428"/>
                  </a:lnTo>
                  <a:lnTo>
                    <a:pt x="65810" y="289975"/>
                  </a:lnTo>
                  <a:lnTo>
                    <a:pt x="65792" y="289680"/>
                  </a:lnTo>
                  <a:lnTo>
                    <a:pt x="65527" y="289208"/>
                  </a:lnTo>
                  <a:lnTo>
                    <a:pt x="65103" y="288739"/>
                  </a:lnTo>
                  <a:lnTo>
                    <a:pt x="65039" y="288000"/>
                  </a:lnTo>
                  <a:lnTo>
                    <a:pt x="65060" y="287498"/>
                  </a:lnTo>
                  <a:lnTo>
                    <a:pt x="64987" y="287256"/>
                  </a:lnTo>
                  <a:lnTo>
                    <a:pt x="64693" y="287064"/>
                  </a:lnTo>
                  <a:lnTo>
                    <a:pt x="64211" y="286883"/>
                  </a:lnTo>
                  <a:lnTo>
                    <a:pt x="63953" y="286657"/>
                  </a:lnTo>
                  <a:lnTo>
                    <a:pt x="63830" y="286366"/>
                  </a:lnTo>
                  <a:lnTo>
                    <a:pt x="63503" y="285926"/>
                  </a:lnTo>
                  <a:lnTo>
                    <a:pt x="63029" y="285775"/>
                  </a:lnTo>
                  <a:lnTo>
                    <a:pt x="62835" y="285595"/>
                  </a:lnTo>
                  <a:lnTo>
                    <a:pt x="62991" y="285343"/>
                  </a:lnTo>
                  <a:lnTo>
                    <a:pt x="63228" y="285162"/>
                  </a:lnTo>
                  <a:lnTo>
                    <a:pt x="63351" y="284253"/>
                  </a:lnTo>
                  <a:lnTo>
                    <a:pt x="63224" y="283993"/>
                  </a:lnTo>
                  <a:lnTo>
                    <a:pt x="62595" y="284081"/>
                  </a:lnTo>
                  <a:lnTo>
                    <a:pt x="62458" y="283925"/>
                  </a:lnTo>
                  <a:lnTo>
                    <a:pt x="62322" y="283618"/>
                  </a:lnTo>
                  <a:lnTo>
                    <a:pt x="62037" y="283461"/>
                  </a:lnTo>
                  <a:lnTo>
                    <a:pt x="61741" y="283110"/>
                  </a:lnTo>
                  <a:lnTo>
                    <a:pt x="61751" y="282685"/>
                  </a:lnTo>
                  <a:lnTo>
                    <a:pt x="61820" y="282495"/>
                  </a:lnTo>
                  <a:lnTo>
                    <a:pt x="61718" y="282206"/>
                  </a:lnTo>
                  <a:lnTo>
                    <a:pt x="61658" y="281692"/>
                  </a:lnTo>
                  <a:lnTo>
                    <a:pt x="61516" y="281412"/>
                  </a:lnTo>
                  <a:lnTo>
                    <a:pt x="61214" y="281189"/>
                  </a:lnTo>
                  <a:lnTo>
                    <a:pt x="60978" y="281039"/>
                  </a:lnTo>
                  <a:lnTo>
                    <a:pt x="60828" y="280943"/>
                  </a:lnTo>
                  <a:lnTo>
                    <a:pt x="60607" y="280801"/>
                  </a:lnTo>
                  <a:lnTo>
                    <a:pt x="60334" y="280941"/>
                  </a:lnTo>
                  <a:lnTo>
                    <a:pt x="60204" y="280965"/>
                  </a:lnTo>
                  <a:lnTo>
                    <a:pt x="59966" y="280739"/>
                  </a:lnTo>
                  <a:lnTo>
                    <a:pt x="59678" y="280246"/>
                  </a:lnTo>
                  <a:lnTo>
                    <a:pt x="59596" y="280105"/>
                  </a:lnTo>
                  <a:lnTo>
                    <a:pt x="59144" y="280119"/>
                  </a:lnTo>
                  <a:lnTo>
                    <a:pt x="58937" y="280188"/>
                  </a:lnTo>
                  <a:lnTo>
                    <a:pt x="58745" y="280237"/>
                  </a:lnTo>
                  <a:lnTo>
                    <a:pt x="58100" y="280401"/>
                  </a:lnTo>
                  <a:lnTo>
                    <a:pt x="57949" y="280368"/>
                  </a:lnTo>
                  <a:lnTo>
                    <a:pt x="57485" y="280249"/>
                  </a:lnTo>
                  <a:lnTo>
                    <a:pt x="57204" y="280100"/>
                  </a:lnTo>
                  <a:lnTo>
                    <a:pt x="56670" y="280010"/>
                  </a:lnTo>
                  <a:lnTo>
                    <a:pt x="55976" y="280452"/>
                  </a:lnTo>
                  <a:lnTo>
                    <a:pt x="55816" y="280985"/>
                  </a:lnTo>
                  <a:lnTo>
                    <a:pt x="55707" y="281461"/>
                  </a:lnTo>
                  <a:lnTo>
                    <a:pt x="55680" y="281729"/>
                  </a:lnTo>
                  <a:lnTo>
                    <a:pt x="56051" y="282499"/>
                  </a:lnTo>
                  <a:lnTo>
                    <a:pt x="56012" y="282629"/>
                  </a:lnTo>
                  <a:lnTo>
                    <a:pt x="55789" y="283355"/>
                  </a:lnTo>
                  <a:lnTo>
                    <a:pt x="55213" y="283340"/>
                  </a:lnTo>
                  <a:lnTo>
                    <a:pt x="54945" y="283230"/>
                  </a:lnTo>
                  <a:lnTo>
                    <a:pt x="54769" y="283157"/>
                  </a:lnTo>
                  <a:lnTo>
                    <a:pt x="54390" y="283001"/>
                  </a:lnTo>
                  <a:lnTo>
                    <a:pt x="54222" y="282856"/>
                  </a:lnTo>
                  <a:lnTo>
                    <a:pt x="53909" y="283150"/>
                  </a:lnTo>
                  <a:lnTo>
                    <a:pt x="53808" y="283374"/>
                  </a:lnTo>
                  <a:lnTo>
                    <a:pt x="53733" y="283600"/>
                  </a:lnTo>
                  <a:lnTo>
                    <a:pt x="53734" y="283741"/>
                  </a:lnTo>
                  <a:lnTo>
                    <a:pt x="53609" y="283984"/>
                  </a:lnTo>
                  <a:lnTo>
                    <a:pt x="53480" y="283991"/>
                  </a:lnTo>
                  <a:lnTo>
                    <a:pt x="53289" y="284003"/>
                  </a:lnTo>
                  <a:lnTo>
                    <a:pt x="53041" y="284051"/>
                  </a:lnTo>
                  <a:lnTo>
                    <a:pt x="52877" y="283942"/>
                  </a:lnTo>
                  <a:lnTo>
                    <a:pt x="52472" y="284057"/>
                  </a:lnTo>
                  <a:lnTo>
                    <a:pt x="51742" y="284149"/>
                  </a:lnTo>
                  <a:lnTo>
                    <a:pt x="51608" y="283469"/>
                  </a:lnTo>
                  <a:lnTo>
                    <a:pt x="51916" y="283283"/>
                  </a:lnTo>
                  <a:lnTo>
                    <a:pt x="52014" y="282963"/>
                  </a:lnTo>
                  <a:lnTo>
                    <a:pt x="51846" y="282810"/>
                  </a:lnTo>
                  <a:lnTo>
                    <a:pt x="51565" y="282428"/>
                  </a:lnTo>
                  <a:lnTo>
                    <a:pt x="51151" y="282386"/>
                  </a:lnTo>
                  <a:lnTo>
                    <a:pt x="50845" y="282355"/>
                  </a:lnTo>
                  <a:lnTo>
                    <a:pt x="50303" y="282260"/>
                  </a:lnTo>
                  <a:lnTo>
                    <a:pt x="50027" y="282459"/>
                  </a:lnTo>
                  <a:lnTo>
                    <a:pt x="49973" y="282588"/>
                  </a:lnTo>
                  <a:lnTo>
                    <a:pt x="49910" y="282739"/>
                  </a:lnTo>
                  <a:lnTo>
                    <a:pt x="49187" y="282723"/>
                  </a:lnTo>
                  <a:lnTo>
                    <a:pt x="48907" y="282791"/>
                  </a:lnTo>
                  <a:lnTo>
                    <a:pt x="48297" y="282535"/>
                  </a:lnTo>
                  <a:lnTo>
                    <a:pt x="48077" y="282719"/>
                  </a:lnTo>
                  <a:lnTo>
                    <a:pt x="47750" y="283129"/>
                  </a:lnTo>
                  <a:lnTo>
                    <a:pt x="47574" y="283267"/>
                  </a:lnTo>
                  <a:lnTo>
                    <a:pt x="47366" y="283430"/>
                  </a:lnTo>
                  <a:lnTo>
                    <a:pt x="47112" y="283630"/>
                  </a:lnTo>
                  <a:lnTo>
                    <a:pt x="46831" y="283717"/>
                  </a:lnTo>
                  <a:lnTo>
                    <a:pt x="46415" y="283901"/>
                  </a:lnTo>
                  <a:lnTo>
                    <a:pt x="46232" y="284008"/>
                  </a:lnTo>
                  <a:lnTo>
                    <a:pt x="46060" y="283882"/>
                  </a:lnTo>
                  <a:lnTo>
                    <a:pt x="45954" y="283588"/>
                  </a:lnTo>
                  <a:lnTo>
                    <a:pt x="45750" y="283005"/>
                  </a:lnTo>
                  <a:lnTo>
                    <a:pt x="45797" y="282778"/>
                  </a:lnTo>
                  <a:lnTo>
                    <a:pt x="45895" y="282553"/>
                  </a:lnTo>
                  <a:lnTo>
                    <a:pt x="45772" y="281990"/>
                  </a:lnTo>
                  <a:lnTo>
                    <a:pt x="46022" y="281738"/>
                  </a:lnTo>
                  <a:lnTo>
                    <a:pt x="45803" y="281443"/>
                  </a:lnTo>
                  <a:lnTo>
                    <a:pt x="45557" y="281294"/>
                  </a:lnTo>
                  <a:lnTo>
                    <a:pt x="45386" y="280536"/>
                  </a:lnTo>
                  <a:lnTo>
                    <a:pt x="45414" y="280392"/>
                  </a:lnTo>
                  <a:lnTo>
                    <a:pt x="45350" y="280185"/>
                  </a:lnTo>
                  <a:lnTo>
                    <a:pt x="45346" y="279960"/>
                  </a:lnTo>
                  <a:lnTo>
                    <a:pt x="45279" y="279668"/>
                  </a:lnTo>
                  <a:lnTo>
                    <a:pt x="44920" y="279376"/>
                  </a:lnTo>
                  <a:lnTo>
                    <a:pt x="44607" y="279359"/>
                  </a:lnTo>
                  <a:lnTo>
                    <a:pt x="44055" y="279287"/>
                  </a:lnTo>
                  <a:lnTo>
                    <a:pt x="43732" y="279631"/>
                  </a:lnTo>
                  <a:lnTo>
                    <a:pt x="43574" y="279639"/>
                  </a:lnTo>
                  <a:lnTo>
                    <a:pt x="43392" y="279550"/>
                  </a:lnTo>
                  <a:lnTo>
                    <a:pt x="42778" y="279606"/>
                  </a:lnTo>
                  <a:lnTo>
                    <a:pt x="42606" y="279659"/>
                  </a:lnTo>
                  <a:lnTo>
                    <a:pt x="41929" y="279687"/>
                  </a:lnTo>
                  <a:lnTo>
                    <a:pt x="41474" y="279938"/>
                  </a:lnTo>
                  <a:lnTo>
                    <a:pt x="41557" y="280363"/>
                  </a:lnTo>
                  <a:lnTo>
                    <a:pt x="41317" y="280572"/>
                  </a:lnTo>
                  <a:lnTo>
                    <a:pt x="41190" y="280761"/>
                  </a:lnTo>
                  <a:lnTo>
                    <a:pt x="41090" y="281061"/>
                  </a:lnTo>
                  <a:lnTo>
                    <a:pt x="41082" y="281316"/>
                  </a:lnTo>
                  <a:lnTo>
                    <a:pt x="41078" y="281467"/>
                  </a:lnTo>
                  <a:lnTo>
                    <a:pt x="41123" y="281794"/>
                  </a:lnTo>
                  <a:lnTo>
                    <a:pt x="41099" y="281975"/>
                  </a:lnTo>
                  <a:lnTo>
                    <a:pt x="41009" y="282241"/>
                  </a:lnTo>
                  <a:lnTo>
                    <a:pt x="40862" y="282440"/>
                  </a:lnTo>
                  <a:lnTo>
                    <a:pt x="40757" y="282638"/>
                  </a:lnTo>
                  <a:lnTo>
                    <a:pt x="40635" y="283497"/>
                  </a:lnTo>
                  <a:lnTo>
                    <a:pt x="40796" y="283801"/>
                  </a:lnTo>
                  <a:lnTo>
                    <a:pt x="40610" y="284240"/>
                  </a:lnTo>
                  <a:lnTo>
                    <a:pt x="40321" y="284296"/>
                  </a:lnTo>
                  <a:lnTo>
                    <a:pt x="40111" y="284542"/>
                  </a:lnTo>
                  <a:lnTo>
                    <a:pt x="39971" y="284532"/>
                  </a:lnTo>
                  <a:lnTo>
                    <a:pt x="39751" y="284478"/>
                  </a:lnTo>
                  <a:lnTo>
                    <a:pt x="39340" y="284294"/>
                  </a:lnTo>
                  <a:lnTo>
                    <a:pt x="39205" y="284224"/>
                  </a:lnTo>
                  <a:lnTo>
                    <a:pt x="38998" y="284115"/>
                  </a:lnTo>
                  <a:lnTo>
                    <a:pt x="38368" y="283947"/>
                  </a:lnTo>
                  <a:lnTo>
                    <a:pt x="38059" y="283809"/>
                  </a:lnTo>
                  <a:lnTo>
                    <a:pt x="37459" y="284087"/>
                  </a:lnTo>
                  <a:lnTo>
                    <a:pt x="37073" y="284009"/>
                  </a:lnTo>
                  <a:lnTo>
                    <a:pt x="36957" y="283812"/>
                  </a:lnTo>
                  <a:lnTo>
                    <a:pt x="36833" y="283678"/>
                  </a:lnTo>
                  <a:lnTo>
                    <a:pt x="36778" y="283549"/>
                  </a:lnTo>
                  <a:lnTo>
                    <a:pt x="36731" y="283393"/>
                  </a:lnTo>
                  <a:lnTo>
                    <a:pt x="36542" y="282776"/>
                  </a:lnTo>
                  <a:lnTo>
                    <a:pt x="36020" y="282479"/>
                  </a:lnTo>
                  <a:lnTo>
                    <a:pt x="35675" y="282149"/>
                  </a:lnTo>
                  <a:lnTo>
                    <a:pt x="35458" y="281958"/>
                  </a:lnTo>
                  <a:lnTo>
                    <a:pt x="33908" y="281141"/>
                  </a:lnTo>
                  <a:lnTo>
                    <a:pt x="33080" y="280249"/>
                  </a:lnTo>
                  <a:lnTo>
                    <a:pt x="32343" y="280491"/>
                  </a:lnTo>
                  <a:lnTo>
                    <a:pt x="32223" y="280789"/>
                  </a:lnTo>
                  <a:lnTo>
                    <a:pt x="31956" y="280942"/>
                  </a:lnTo>
                  <a:lnTo>
                    <a:pt x="31653" y="280951"/>
                  </a:lnTo>
                  <a:lnTo>
                    <a:pt x="31678" y="281311"/>
                  </a:lnTo>
                  <a:lnTo>
                    <a:pt x="32111" y="281596"/>
                  </a:lnTo>
                  <a:lnTo>
                    <a:pt x="32428" y="281880"/>
                  </a:lnTo>
                  <a:lnTo>
                    <a:pt x="32365" y="282050"/>
                  </a:lnTo>
                  <a:lnTo>
                    <a:pt x="31914" y="282569"/>
                  </a:lnTo>
                  <a:lnTo>
                    <a:pt x="31782" y="282596"/>
                  </a:lnTo>
                  <a:lnTo>
                    <a:pt x="31569" y="282558"/>
                  </a:lnTo>
                  <a:lnTo>
                    <a:pt x="31005" y="282558"/>
                  </a:lnTo>
                  <a:lnTo>
                    <a:pt x="30723" y="282206"/>
                  </a:lnTo>
                  <a:lnTo>
                    <a:pt x="30591" y="282095"/>
                  </a:lnTo>
                  <a:lnTo>
                    <a:pt x="30236" y="282030"/>
                  </a:lnTo>
                  <a:lnTo>
                    <a:pt x="30081" y="281919"/>
                  </a:lnTo>
                  <a:lnTo>
                    <a:pt x="29966" y="281698"/>
                  </a:lnTo>
                  <a:lnTo>
                    <a:pt x="29874" y="281515"/>
                  </a:lnTo>
                  <a:lnTo>
                    <a:pt x="29323" y="281151"/>
                  </a:lnTo>
                  <a:lnTo>
                    <a:pt x="28927" y="280792"/>
                  </a:lnTo>
                  <a:lnTo>
                    <a:pt x="28755" y="280375"/>
                  </a:lnTo>
                  <a:lnTo>
                    <a:pt x="28652" y="280063"/>
                  </a:lnTo>
                  <a:lnTo>
                    <a:pt x="28511" y="279823"/>
                  </a:lnTo>
                  <a:lnTo>
                    <a:pt x="28378" y="279731"/>
                  </a:lnTo>
                  <a:lnTo>
                    <a:pt x="28147" y="279503"/>
                  </a:lnTo>
                  <a:lnTo>
                    <a:pt x="28105" y="279348"/>
                  </a:lnTo>
                  <a:lnTo>
                    <a:pt x="28009" y="278713"/>
                  </a:lnTo>
                  <a:lnTo>
                    <a:pt x="28176" y="278239"/>
                  </a:lnTo>
                  <a:lnTo>
                    <a:pt x="28388" y="277965"/>
                  </a:lnTo>
                  <a:lnTo>
                    <a:pt x="28577" y="277970"/>
                  </a:lnTo>
                  <a:lnTo>
                    <a:pt x="29204" y="278037"/>
                  </a:lnTo>
                  <a:lnTo>
                    <a:pt x="29208" y="278225"/>
                  </a:lnTo>
                  <a:lnTo>
                    <a:pt x="29347" y="278429"/>
                  </a:lnTo>
                  <a:lnTo>
                    <a:pt x="29983" y="278090"/>
                  </a:lnTo>
                  <a:lnTo>
                    <a:pt x="29977" y="277902"/>
                  </a:lnTo>
                  <a:lnTo>
                    <a:pt x="30018" y="277527"/>
                  </a:lnTo>
                  <a:lnTo>
                    <a:pt x="30253" y="277453"/>
                  </a:lnTo>
                  <a:lnTo>
                    <a:pt x="30375" y="276864"/>
                  </a:lnTo>
                  <a:lnTo>
                    <a:pt x="30451" y="276603"/>
                  </a:lnTo>
                  <a:lnTo>
                    <a:pt x="29313" y="275799"/>
                  </a:lnTo>
                  <a:lnTo>
                    <a:pt x="29265" y="275661"/>
                  </a:lnTo>
                  <a:lnTo>
                    <a:pt x="29182" y="275502"/>
                  </a:lnTo>
                  <a:lnTo>
                    <a:pt x="29013" y="275144"/>
                  </a:lnTo>
                  <a:lnTo>
                    <a:pt x="29008" y="274850"/>
                  </a:lnTo>
                  <a:lnTo>
                    <a:pt x="28978" y="274654"/>
                  </a:lnTo>
                  <a:lnTo>
                    <a:pt x="28602" y="274185"/>
                  </a:lnTo>
                  <a:lnTo>
                    <a:pt x="28453" y="274237"/>
                  </a:lnTo>
                  <a:lnTo>
                    <a:pt x="28308" y="274287"/>
                  </a:lnTo>
                  <a:lnTo>
                    <a:pt x="28126" y="273741"/>
                  </a:lnTo>
                  <a:lnTo>
                    <a:pt x="27962" y="273595"/>
                  </a:lnTo>
                  <a:lnTo>
                    <a:pt x="27552" y="273048"/>
                  </a:lnTo>
                  <a:lnTo>
                    <a:pt x="27682" y="272728"/>
                  </a:lnTo>
                  <a:lnTo>
                    <a:pt x="27871" y="272370"/>
                  </a:lnTo>
                  <a:lnTo>
                    <a:pt x="27742" y="272187"/>
                  </a:lnTo>
                  <a:lnTo>
                    <a:pt x="27742" y="272057"/>
                  </a:lnTo>
                  <a:lnTo>
                    <a:pt x="27921" y="271823"/>
                  </a:lnTo>
                  <a:lnTo>
                    <a:pt x="28139" y="271621"/>
                  </a:lnTo>
                  <a:lnTo>
                    <a:pt x="28696" y="271165"/>
                  </a:lnTo>
                  <a:lnTo>
                    <a:pt x="28810" y="270911"/>
                  </a:lnTo>
                  <a:lnTo>
                    <a:pt x="28736" y="270624"/>
                  </a:lnTo>
                  <a:lnTo>
                    <a:pt x="28541" y="270396"/>
                  </a:lnTo>
                  <a:lnTo>
                    <a:pt x="28127" y="270370"/>
                  </a:lnTo>
                  <a:lnTo>
                    <a:pt x="27915" y="270282"/>
                  </a:lnTo>
                  <a:lnTo>
                    <a:pt x="27592" y="269992"/>
                  </a:lnTo>
                  <a:lnTo>
                    <a:pt x="27378" y="269708"/>
                  </a:lnTo>
                  <a:lnTo>
                    <a:pt x="26348" y="269171"/>
                  </a:lnTo>
                  <a:lnTo>
                    <a:pt x="25870" y="269089"/>
                  </a:lnTo>
                  <a:lnTo>
                    <a:pt x="25725" y="269224"/>
                  </a:lnTo>
                  <a:lnTo>
                    <a:pt x="25384" y="269151"/>
                  </a:lnTo>
                  <a:lnTo>
                    <a:pt x="25356" y="268996"/>
                  </a:lnTo>
                  <a:lnTo>
                    <a:pt x="25293" y="268822"/>
                  </a:lnTo>
                  <a:lnTo>
                    <a:pt x="25067" y="268596"/>
                  </a:lnTo>
                  <a:lnTo>
                    <a:pt x="25342" y="268137"/>
                  </a:lnTo>
                  <a:lnTo>
                    <a:pt x="25075" y="267658"/>
                  </a:lnTo>
                  <a:lnTo>
                    <a:pt x="25195" y="267151"/>
                  </a:lnTo>
                  <a:lnTo>
                    <a:pt x="25057" y="267116"/>
                  </a:lnTo>
                  <a:lnTo>
                    <a:pt x="24905" y="267022"/>
                  </a:lnTo>
                  <a:lnTo>
                    <a:pt x="24750" y="266953"/>
                  </a:lnTo>
                  <a:lnTo>
                    <a:pt x="24298" y="266763"/>
                  </a:lnTo>
                  <a:lnTo>
                    <a:pt x="24000" y="266562"/>
                  </a:lnTo>
                  <a:lnTo>
                    <a:pt x="23348" y="266456"/>
                  </a:lnTo>
                  <a:lnTo>
                    <a:pt x="23249" y="266161"/>
                  </a:lnTo>
                  <a:lnTo>
                    <a:pt x="22986" y="265939"/>
                  </a:lnTo>
                  <a:lnTo>
                    <a:pt x="22775" y="265980"/>
                  </a:lnTo>
                  <a:lnTo>
                    <a:pt x="22503" y="266034"/>
                  </a:lnTo>
                  <a:lnTo>
                    <a:pt x="22258" y="266169"/>
                  </a:lnTo>
                  <a:lnTo>
                    <a:pt x="22130" y="266240"/>
                  </a:lnTo>
                  <a:lnTo>
                    <a:pt x="21867" y="266338"/>
                  </a:lnTo>
                  <a:lnTo>
                    <a:pt x="21332" y="266430"/>
                  </a:lnTo>
                  <a:lnTo>
                    <a:pt x="21187" y="266455"/>
                  </a:lnTo>
                  <a:lnTo>
                    <a:pt x="20886" y="266602"/>
                  </a:lnTo>
                  <a:lnTo>
                    <a:pt x="20631" y="266726"/>
                  </a:lnTo>
                  <a:lnTo>
                    <a:pt x="20610" y="266944"/>
                  </a:lnTo>
                  <a:lnTo>
                    <a:pt x="20196" y="267363"/>
                  </a:lnTo>
                  <a:lnTo>
                    <a:pt x="20025" y="267422"/>
                  </a:lnTo>
                  <a:lnTo>
                    <a:pt x="19867" y="267476"/>
                  </a:lnTo>
                  <a:lnTo>
                    <a:pt x="19633" y="267320"/>
                  </a:lnTo>
                  <a:lnTo>
                    <a:pt x="19430" y="267325"/>
                  </a:lnTo>
                  <a:lnTo>
                    <a:pt x="18992" y="267521"/>
                  </a:lnTo>
                  <a:lnTo>
                    <a:pt x="18597" y="267393"/>
                  </a:lnTo>
                  <a:lnTo>
                    <a:pt x="18429" y="267489"/>
                  </a:lnTo>
                  <a:lnTo>
                    <a:pt x="18272" y="267284"/>
                  </a:lnTo>
                  <a:lnTo>
                    <a:pt x="18190" y="266938"/>
                  </a:lnTo>
                  <a:lnTo>
                    <a:pt x="18038" y="266851"/>
                  </a:lnTo>
                  <a:lnTo>
                    <a:pt x="17684" y="266667"/>
                  </a:lnTo>
                  <a:lnTo>
                    <a:pt x="17318" y="266517"/>
                  </a:lnTo>
                  <a:lnTo>
                    <a:pt x="16980" y="266464"/>
                  </a:lnTo>
                  <a:lnTo>
                    <a:pt x="16629" y="266408"/>
                  </a:lnTo>
                  <a:lnTo>
                    <a:pt x="16490" y="266386"/>
                  </a:lnTo>
                  <a:lnTo>
                    <a:pt x="15891" y="266114"/>
                  </a:lnTo>
                  <a:lnTo>
                    <a:pt x="15351" y="266149"/>
                  </a:lnTo>
                  <a:lnTo>
                    <a:pt x="15242" y="265880"/>
                  </a:lnTo>
                  <a:lnTo>
                    <a:pt x="15178" y="265724"/>
                  </a:lnTo>
                  <a:lnTo>
                    <a:pt x="14775" y="265678"/>
                  </a:lnTo>
                  <a:lnTo>
                    <a:pt x="14544" y="265913"/>
                  </a:lnTo>
                  <a:lnTo>
                    <a:pt x="14294" y="266097"/>
                  </a:lnTo>
                  <a:lnTo>
                    <a:pt x="14070" y="266163"/>
                  </a:lnTo>
                  <a:lnTo>
                    <a:pt x="13923" y="266207"/>
                  </a:lnTo>
                  <a:lnTo>
                    <a:pt x="13605" y="266015"/>
                  </a:lnTo>
                  <a:lnTo>
                    <a:pt x="13286" y="265950"/>
                  </a:lnTo>
                  <a:lnTo>
                    <a:pt x="12980" y="265939"/>
                  </a:lnTo>
                  <a:lnTo>
                    <a:pt x="12458" y="265797"/>
                  </a:lnTo>
                  <a:lnTo>
                    <a:pt x="12431" y="265669"/>
                  </a:lnTo>
                  <a:lnTo>
                    <a:pt x="12053" y="265222"/>
                  </a:lnTo>
                  <a:lnTo>
                    <a:pt x="11587" y="265355"/>
                  </a:lnTo>
                  <a:lnTo>
                    <a:pt x="11449" y="266258"/>
                  </a:lnTo>
                  <a:lnTo>
                    <a:pt x="11287" y="266158"/>
                  </a:lnTo>
                  <a:lnTo>
                    <a:pt x="10627" y="265817"/>
                  </a:lnTo>
                  <a:lnTo>
                    <a:pt x="10358" y="265946"/>
                  </a:lnTo>
                  <a:lnTo>
                    <a:pt x="10046" y="266225"/>
                  </a:lnTo>
                  <a:lnTo>
                    <a:pt x="9874" y="266555"/>
                  </a:lnTo>
                  <a:lnTo>
                    <a:pt x="9663" y="266930"/>
                  </a:lnTo>
                  <a:lnTo>
                    <a:pt x="9899" y="267419"/>
                  </a:lnTo>
                  <a:lnTo>
                    <a:pt x="9919" y="267607"/>
                  </a:lnTo>
                  <a:lnTo>
                    <a:pt x="9970" y="268094"/>
                  </a:lnTo>
                  <a:lnTo>
                    <a:pt x="9996" y="268301"/>
                  </a:lnTo>
                  <a:lnTo>
                    <a:pt x="10029" y="268571"/>
                  </a:lnTo>
                  <a:lnTo>
                    <a:pt x="10118" y="268736"/>
                  </a:lnTo>
                  <a:lnTo>
                    <a:pt x="10245" y="269204"/>
                  </a:lnTo>
                  <a:lnTo>
                    <a:pt x="10352" y="270069"/>
                  </a:lnTo>
                  <a:lnTo>
                    <a:pt x="10560" y="270368"/>
                  </a:lnTo>
                  <a:lnTo>
                    <a:pt x="9704" y="271417"/>
                  </a:lnTo>
                  <a:lnTo>
                    <a:pt x="9506" y="271339"/>
                  </a:lnTo>
                  <a:lnTo>
                    <a:pt x="9152" y="271021"/>
                  </a:lnTo>
                  <a:lnTo>
                    <a:pt x="8888" y="270708"/>
                  </a:lnTo>
                  <a:lnTo>
                    <a:pt x="8663" y="270394"/>
                  </a:lnTo>
                  <a:lnTo>
                    <a:pt x="8532" y="270200"/>
                  </a:lnTo>
                  <a:lnTo>
                    <a:pt x="8386" y="270155"/>
                  </a:lnTo>
                  <a:lnTo>
                    <a:pt x="7976" y="269736"/>
                  </a:lnTo>
                  <a:lnTo>
                    <a:pt x="7568" y="269305"/>
                  </a:lnTo>
                  <a:lnTo>
                    <a:pt x="7194" y="269150"/>
                  </a:lnTo>
                  <a:lnTo>
                    <a:pt x="7035" y="269163"/>
                  </a:lnTo>
                  <a:lnTo>
                    <a:pt x="6631" y="268984"/>
                  </a:lnTo>
                  <a:lnTo>
                    <a:pt x="6192" y="268845"/>
                  </a:lnTo>
                  <a:lnTo>
                    <a:pt x="6291" y="268416"/>
                  </a:lnTo>
                  <a:lnTo>
                    <a:pt x="6637" y="267786"/>
                  </a:lnTo>
                  <a:lnTo>
                    <a:pt x="6598" y="267312"/>
                  </a:lnTo>
                  <a:lnTo>
                    <a:pt x="6370" y="266917"/>
                  </a:lnTo>
                  <a:lnTo>
                    <a:pt x="6205" y="266890"/>
                  </a:lnTo>
                  <a:lnTo>
                    <a:pt x="5748" y="266857"/>
                  </a:lnTo>
                  <a:lnTo>
                    <a:pt x="5578" y="266810"/>
                  </a:lnTo>
                  <a:lnTo>
                    <a:pt x="5225" y="266891"/>
                  </a:lnTo>
                  <a:lnTo>
                    <a:pt x="4882" y="266980"/>
                  </a:lnTo>
                  <a:lnTo>
                    <a:pt x="4724" y="266359"/>
                  </a:lnTo>
                  <a:lnTo>
                    <a:pt x="4656" y="266165"/>
                  </a:lnTo>
                  <a:lnTo>
                    <a:pt x="4693" y="265671"/>
                  </a:lnTo>
                  <a:lnTo>
                    <a:pt x="4566" y="265307"/>
                  </a:lnTo>
                  <a:lnTo>
                    <a:pt x="4474" y="265172"/>
                  </a:lnTo>
                  <a:lnTo>
                    <a:pt x="4427" y="264871"/>
                  </a:lnTo>
                  <a:lnTo>
                    <a:pt x="3890" y="264275"/>
                  </a:lnTo>
                  <a:lnTo>
                    <a:pt x="3677" y="263607"/>
                  </a:lnTo>
                  <a:lnTo>
                    <a:pt x="3550" y="263260"/>
                  </a:lnTo>
                  <a:lnTo>
                    <a:pt x="3516" y="263000"/>
                  </a:lnTo>
                  <a:lnTo>
                    <a:pt x="3742" y="262946"/>
                  </a:lnTo>
                  <a:lnTo>
                    <a:pt x="3778" y="262697"/>
                  </a:lnTo>
                  <a:lnTo>
                    <a:pt x="3707" y="262447"/>
                  </a:lnTo>
                  <a:lnTo>
                    <a:pt x="3483" y="262384"/>
                  </a:lnTo>
                  <a:lnTo>
                    <a:pt x="3374" y="262161"/>
                  </a:lnTo>
                  <a:lnTo>
                    <a:pt x="3140" y="261866"/>
                  </a:lnTo>
                  <a:lnTo>
                    <a:pt x="2833" y="261992"/>
                  </a:lnTo>
                  <a:lnTo>
                    <a:pt x="2616" y="261824"/>
                  </a:lnTo>
                  <a:lnTo>
                    <a:pt x="2520" y="261382"/>
                  </a:lnTo>
                  <a:lnTo>
                    <a:pt x="2482" y="261106"/>
                  </a:lnTo>
                  <a:lnTo>
                    <a:pt x="2447" y="260854"/>
                  </a:lnTo>
                  <a:lnTo>
                    <a:pt x="2428" y="260524"/>
                  </a:lnTo>
                  <a:lnTo>
                    <a:pt x="2305" y="260331"/>
                  </a:lnTo>
                  <a:lnTo>
                    <a:pt x="2157" y="260176"/>
                  </a:lnTo>
                  <a:lnTo>
                    <a:pt x="2125" y="259741"/>
                  </a:lnTo>
                  <a:lnTo>
                    <a:pt x="1961" y="259438"/>
                  </a:lnTo>
                  <a:lnTo>
                    <a:pt x="1950" y="259168"/>
                  </a:lnTo>
                  <a:lnTo>
                    <a:pt x="1987" y="258528"/>
                  </a:lnTo>
                  <a:lnTo>
                    <a:pt x="2014" y="258151"/>
                  </a:lnTo>
                  <a:lnTo>
                    <a:pt x="2069" y="257814"/>
                  </a:lnTo>
                  <a:lnTo>
                    <a:pt x="1909" y="257658"/>
                  </a:lnTo>
                  <a:lnTo>
                    <a:pt x="1763" y="257569"/>
                  </a:lnTo>
                  <a:lnTo>
                    <a:pt x="1587" y="257461"/>
                  </a:lnTo>
                  <a:lnTo>
                    <a:pt x="1416" y="257380"/>
                  </a:lnTo>
                  <a:lnTo>
                    <a:pt x="1303" y="257011"/>
                  </a:lnTo>
                  <a:lnTo>
                    <a:pt x="916" y="257110"/>
                  </a:lnTo>
                  <a:lnTo>
                    <a:pt x="0" y="257397"/>
                  </a:lnTo>
                  <a:lnTo>
                    <a:pt x="83" y="257097"/>
                  </a:lnTo>
                  <a:lnTo>
                    <a:pt x="395" y="257229"/>
                  </a:lnTo>
                  <a:lnTo>
                    <a:pt x="761" y="257080"/>
                  </a:lnTo>
                  <a:lnTo>
                    <a:pt x="1075" y="256703"/>
                  </a:lnTo>
                  <a:lnTo>
                    <a:pt x="1593" y="256457"/>
                  </a:lnTo>
                  <a:lnTo>
                    <a:pt x="1853" y="255932"/>
                  </a:lnTo>
                  <a:lnTo>
                    <a:pt x="1983" y="255365"/>
                  </a:lnTo>
                  <a:lnTo>
                    <a:pt x="1978" y="255119"/>
                  </a:lnTo>
                  <a:lnTo>
                    <a:pt x="2204" y="254792"/>
                  </a:lnTo>
                  <a:lnTo>
                    <a:pt x="2368" y="254450"/>
                  </a:lnTo>
                  <a:lnTo>
                    <a:pt x="2569" y="253787"/>
                  </a:lnTo>
                  <a:lnTo>
                    <a:pt x="2582" y="253427"/>
                  </a:lnTo>
                  <a:lnTo>
                    <a:pt x="3001" y="253248"/>
                  </a:lnTo>
                  <a:lnTo>
                    <a:pt x="3211" y="253286"/>
                  </a:lnTo>
                  <a:lnTo>
                    <a:pt x="3619" y="253360"/>
                  </a:lnTo>
                  <a:lnTo>
                    <a:pt x="4076" y="253395"/>
                  </a:lnTo>
                  <a:lnTo>
                    <a:pt x="4229" y="253489"/>
                  </a:lnTo>
                  <a:lnTo>
                    <a:pt x="4703" y="254037"/>
                  </a:lnTo>
                  <a:lnTo>
                    <a:pt x="5101" y="254075"/>
                  </a:lnTo>
                  <a:lnTo>
                    <a:pt x="5378" y="254139"/>
                  </a:lnTo>
                  <a:lnTo>
                    <a:pt x="5639" y="254370"/>
                  </a:lnTo>
                  <a:lnTo>
                    <a:pt x="5657" y="254631"/>
                  </a:lnTo>
                  <a:lnTo>
                    <a:pt x="5797" y="254918"/>
                  </a:lnTo>
                  <a:lnTo>
                    <a:pt x="6405" y="255681"/>
                  </a:lnTo>
                  <a:lnTo>
                    <a:pt x="7011" y="256427"/>
                  </a:lnTo>
                  <a:lnTo>
                    <a:pt x="7201" y="256447"/>
                  </a:lnTo>
                  <a:lnTo>
                    <a:pt x="7592" y="256448"/>
                  </a:lnTo>
                  <a:lnTo>
                    <a:pt x="7922" y="256483"/>
                  </a:lnTo>
                  <a:lnTo>
                    <a:pt x="8370" y="256574"/>
                  </a:lnTo>
                  <a:lnTo>
                    <a:pt x="8525" y="256574"/>
                  </a:lnTo>
                  <a:lnTo>
                    <a:pt x="8661" y="256592"/>
                  </a:lnTo>
                  <a:lnTo>
                    <a:pt x="8921" y="256644"/>
                  </a:lnTo>
                  <a:lnTo>
                    <a:pt x="9241" y="256714"/>
                  </a:lnTo>
                  <a:lnTo>
                    <a:pt x="9415" y="256779"/>
                  </a:lnTo>
                  <a:lnTo>
                    <a:pt x="9779" y="257828"/>
                  </a:lnTo>
                  <a:lnTo>
                    <a:pt x="10091" y="258032"/>
                  </a:lnTo>
                  <a:lnTo>
                    <a:pt x="10388" y="258165"/>
                  </a:lnTo>
                  <a:lnTo>
                    <a:pt x="10563" y="258224"/>
                  </a:lnTo>
                  <a:lnTo>
                    <a:pt x="10713" y="258235"/>
                  </a:lnTo>
                  <a:lnTo>
                    <a:pt x="10976" y="258208"/>
                  </a:lnTo>
                  <a:lnTo>
                    <a:pt x="11281" y="257998"/>
                  </a:lnTo>
                  <a:lnTo>
                    <a:pt x="11372" y="257752"/>
                  </a:lnTo>
                  <a:lnTo>
                    <a:pt x="11456" y="257559"/>
                  </a:lnTo>
                  <a:lnTo>
                    <a:pt x="11472" y="257417"/>
                  </a:lnTo>
                  <a:lnTo>
                    <a:pt x="11477" y="257241"/>
                  </a:lnTo>
                  <a:lnTo>
                    <a:pt x="11487" y="257044"/>
                  </a:lnTo>
                  <a:lnTo>
                    <a:pt x="11819" y="256640"/>
                  </a:lnTo>
                  <a:lnTo>
                    <a:pt x="11964" y="256519"/>
                  </a:lnTo>
                  <a:lnTo>
                    <a:pt x="12221" y="256411"/>
                  </a:lnTo>
                  <a:lnTo>
                    <a:pt x="12567" y="256314"/>
                  </a:lnTo>
                  <a:lnTo>
                    <a:pt x="12771" y="256257"/>
                  </a:lnTo>
                  <a:lnTo>
                    <a:pt x="12968" y="256237"/>
                  </a:lnTo>
                  <a:lnTo>
                    <a:pt x="15190" y="255504"/>
                  </a:lnTo>
                  <a:lnTo>
                    <a:pt x="15408" y="255077"/>
                  </a:lnTo>
                  <a:lnTo>
                    <a:pt x="15553" y="254935"/>
                  </a:lnTo>
                  <a:lnTo>
                    <a:pt x="15686" y="254746"/>
                  </a:lnTo>
                  <a:lnTo>
                    <a:pt x="15771" y="254556"/>
                  </a:lnTo>
                  <a:lnTo>
                    <a:pt x="15806" y="254399"/>
                  </a:lnTo>
                  <a:lnTo>
                    <a:pt x="15806" y="254153"/>
                  </a:lnTo>
                  <a:lnTo>
                    <a:pt x="16130" y="253089"/>
                  </a:lnTo>
                  <a:lnTo>
                    <a:pt x="16416" y="252842"/>
                  </a:lnTo>
                  <a:lnTo>
                    <a:pt x="16548" y="252747"/>
                  </a:lnTo>
                  <a:lnTo>
                    <a:pt x="16814" y="252612"/>
                  </a:lnTo>
                  <a:lnTo>
                    <a:pt x="17008" y="252501"/>
                  </a:lnTo>
                  <a:lnTo>
                    <a:pt x="17675" y="252151"/>
                  </a:lnTo>
                  <a:lnTo>
                    <a:pt x="18352" y="252053"/>
                  </a:lnTo>
                  <a:lnTo>
                    <a:pt x="19144" y="251814"/>
                  </a:lnTo>
                  <a:lnTo>
                    <a:pt x="19851" y="251686"/>
                  </a:lnTo>
                  <a:lnTo>
                    <a:pt x="20147" y="251653"/>
                  </a:lnTo>
                  <a:lnTo>
                    <a:pt x="20387" y="251601"/>
                  </a:lnTo>
                  <a:lnTo>
                    <a:pt x="21229" y="251152"/>
                  </a:lnTo>
                  <a:lnTo>
                    <a:pt x="21657" y="250893"/>
                  </a:lnTo>
                  <a:lnTo>
                    <a:pt x="21936" y="250828"/>
                  </a:lnTo>
                  <a:lnTo>
                    <a:pt x="22123" y="250827"/>
                  </a:lnTo>
                  <a:lnTo>
                    <a:pt x="22586" y="247492"/>
                  </a:lnTo>
                  <a:lnTo>
                    <a:pt x="22526" y="247182"/>
                  </a:lnTo>
                  <a:lnTo>
                    <a:pt x="22885" y="246890"/>
                  </a:lnTo>
                  <a:lnTo>
                    <a:pt x="23294" y="246646"/>
                  </a:lnTo>
                  <a:lnTo>
                    <a:pt x="23554" y="246445"/>
                  </a:lnTo>
                  <a:lnTo>
                    <a:pt x="24395" y="244946"/>
                  </a:lnTo>
                  <a:lnTo>
                    <a:pt x="24487" y="244802"/>
                  </a:lnTo>
                  <a:lnTo>
                    <a:pt x="24972" y="244291"/>
                  </a:lnTo>
                  <a:lnTo>
                    <a:pt x="25427" y="244081"/>
                  </a:lnTo>
                  <a:lnTo>
                    <a:pt x="25664" y="243966"/>
                  </a:lnTo>
                  <a:lnTo>
                    <a:pt x="26021" y="243704"/>
                  </a:lnTo>
                  <a:lnTo>
                    <a:pt x="26111" y="243527"/>
                  </a:lnTo>
                  <a:lnTo>
                    <a:pt x="26401" y="243086"/>
                  </a:lnTo>
                  <a:lnTo>
                    <a:pt x="27302" y="243180"/>
                  </a:lnTo>
                  <a:lnTo>
                    <a:pt x="27767" y="242421"/>
                  </a:lnTo>
                  <a:lnTo>
                    <a:pt x="28875" y="241719"/>
                  </a:lnTo>
                  <a:lnTo>
                    <a:pt x="30217" y="243002"/>
                  </a:lnTo>
                  <a:lnTo>
                    <a:pt x="30879" y="242920"/>
                  </a:lnTo>
                  <a:lnTo>
                    <a:pt x="31126" y="244177"/>
                  </a:lnTo>
                  <a:lnTo>
                    <a:pt x="31562" y="244593"/>
                  </a:lnTo>
                  <a:lnTo>
                    <a:pt x="31875" y="244609"/>
                  </a:lnTo>
                  <a:lnTo>
                    <a:pt x="32502" y="244747"/>
                  </a:lnTo>
                  <a:lnTo>
                    <a:pt x="32808" y="244807"/>
                  </a:lnTo>
                  <a:lnTo>
                    <a:pt x="33003" y="244827"/>
                  </a:lnTo>
                  <a:lnTo>
                    <a:pt x="33404" y="244835"/>
                  </a:lnTo>
                  <a:lnTo>
                    <a:pt x="34226" y="244405"/>
                  </a:lnTo>
                  <a:lnTo>
                    <a:pt x="34404" y="244296"/>
                  </a:lnTo>
                  <a:lnTo>
                    <a:pt x="34821" y="244138"/>
                  </a:lnTo>
                  <a:lnTo>
                    <a:pt x="35427" y="243995"/>
                  </a:lnTo>
                  <a:lnTo>
                    <a:pt x="35857" y="244029"/>
                  </a:lnTo>
                  <a:lnTo>
                    <a:pt x="36338" y="244113"/>
                  </a:lnTo>
                  <a:lnTo>
                    <a:pt x="36557" y="244224"/>
                  </a:lnTo>
                  <a:lnTo>
                    <a:pt x="36898" y="244335"/>
                  </a:lnTo>
                  <a:lnTo>
                    <a:pt x="37197" y="244412"/>
                  </a:lnTo>
                  <a:lnTo>
                    <a:pt x="37455" y="244480"/>
                  </a:lnTo>
                  <a:lnTo>
                    <a:pt x="37712" y="244592"/>
                  </a:lnTo>
                  <a:lnTo>
                    <a:pt x="37888" y="244707"/>
                  </a:lnTo>
                  <a:lnTo>
                    <a:pt x="38360" y="245200"/>
                  </a:lnTo>
                  <a:lnTo>
                    <a:pt x="61331" y="256192"/>
                  </a:lnTo>
                  <a:lnTo>
                    <a:pt x="61385" y="256056"/>
                  </a:lnTo>
                  <a:lnTo>
                    <a:pt x="63739" y="254232"/>
                  </a:lnTo>
                  <a:lnTo>
                    <a:pt x="64136" y="253885"/>
                  </a:lnTo>
                  <a:lnTo>
                    <a:pt x="64555" y="253455"/>
                  </a:lnTo>
                  <a:lnTo>
                    <a:pt x="64995" y="253153"/>
                  </a:lnTo>
                  <a:lnTo>
                    <a:pt x="65041" y="252958"/>
                  </a:lnTo>
                  <a:lnTo>
                    <a:pt x="65082" y="252657"/>
                  </a:lnTo>
                  <a:lnTo>
                    <a:pt x="65208" y="252175"/>
                  </a:lnTo>
                  <a:lnTo>
                    <a:pt x="66457" y="251783"/>
                  </a:lnTo>
                  <a:lnTo>
                    <a:pt x="66522" y="251520"/>
                  </a:lnTo>
                  <a:lnTo>
                    <a:pt x="66827" y="250390"/>
                  </a:lnTo>
                  <a:lnTo>
                    <a:pt x="67100" y="250026"/>
                  </a:lnTo>
                  <a:lnTo>
                    <a:pt x="67333" y="249490"/>
                  </a:lnTo>
                  <a:lnTo>
                    <a:pt x="67375" y="249218"/>
                  </a:lnTo>
                  <a:lnTo>
                    <a:pt x="67419" y="248493"/>
                  </a:lnTo>
                  <a:lnTo>
                    <a:pt x="67484" y="248362"/>
                  </a:lnTo>
                  <a:lnTo>
                    <a:pt x="67643" y="247966"/>
                  </a:lnTo>
                  <a:lnTo>
                    <a:pt x="67354" y="247224"/>
                  </a:lnTo>
                  <a:lnTo>
                    <a:pt x="67305" y="246648"/>
                  </a:lnTo>
                  <a:lnTo>
                    <a:pt x="67206" y="246233"/>
                  </a:lnTo>
                  <a:lnTo>
                    <a:pt x="66559" y="245443"/>
                  </a:lnTo>
                  <a:lnTo>
                    <a:pt x="66445" y="245262"/>
                  </a:lnTo>
                  <a:lnTo>
                    <a:pt x="65662" y="243199"/>
                  </a:lnTo>
                  <a:lnTo>
                    <a:pt x="67114" y="243450"/>
                  </a:lnTo>
                  <a:lnTo>
                    <a:pt x="68413" y="242329"/>
                  </a:lnTo>
                  <a:lnTo>
                    <a:pt x="68576" y="242415"/>
                  </a:lnTo>
                  <a:lnTo>
                    <a:pt x="68740" y="242540"/>
                  </a:lnTo>
                  <a:lnTo>
                    <a:pt x="69438" y="242793"/>
                  </a:lnTo>
                  <a:lnTo>
                    <a:pt x="69610" y="242653"/>
                  </a:lnTo>
                  <a:lnTo>
                    <a:pt x="70030" y="242439"/>
                  </a:lnTo>
                  <a:lnTo>
                    <a:pt x="71041" y="242618"/>
                  </a:lnTo>
                  <a:lnTo>
                    <a:pt x="72039" y="242184"/>
                  </a:lnTo>
                  <a:lnTo>
                    <a:pt x="72564" y="242024"/>
                  </a:lnTo>
                  <a:lnTo>
                    <a:pt x="72777" y="242011"/>
                  </a:lnTo>
                  <a:lnTo>
                    <a:pt x="73429" y="241898"/>
                  </a:lnTo>
                  <a:lnTo>
                    <a:pt x="73665" y="241780"/>
                  </a:lnTo>
                  <a:lnTo>
                    <a:pt x="74013" y="241544"/>
                  </a:lnTo>
                  <a:lnTo>
                    <a:pt x="74148" y="241496"/>
                  </a:lnTo>
                  <a:lnTo>
                    <a:pt x="75048" y="241291"/>
                  </a:lnTo>
                  <a:lnTo>
                    <a:pt x="75770" y="240905"/>
                  </a:lnTo>
                  <a:lnTo>
                    <a:pt x="76193" y="240781"/>
                  </a:lnTo>
                  <a:lnTo>
                    <a:pt x="76775" y="240642"/>
                  </a:lnTo>
                  <a:lnTo>
                    <a:pt x="76883" y="240358"/>
                  </a:lnTo>
                  <a:lnTo>
                    <a:pt x="76911" y="240223"/>
                  </a:lnTo>
                  <a:lnTo>
                    <a:pt x="77338" y="239835"/>
                  </a:lnTo>
                  <a:lnTo>
                    <a:pt x="77684" y="239712"/>
                  </a:lnTo>
                  <a:lnTo>
                    <a:pt x="77905" y="239677"/>
                  </a:lnTo>
                  <a:lnTo>
                    <a:pt x="78274" y="239587"/>
                  </a:lnTo>
                  <a:lnTo>
                    <a:pt x="78408" y="239531"/>
                  </a:lnTo>
                  <a:lnTo>
                    <a:pt x="78945" y="239348"/>
                  </a:lnTo>
                  <a:lnTo>
                    <a:pt x="79438" y="239254"/>
                  </a:lnTo>
                  <a:lnTo>
                    <a:pt x="79771" y="239024"/>
                  </a:lnTo>
                  <a:lnTo>
                    <a:pt x="79956" y="238660"/>
                  </a:lnTo>
                  <a:lnTo>
                    <a:pt x="80265" y="238283"/>
                  </a:lnTo>
                  <a:lnTo>
                    <a:pt x="81733" y="237810"/>
                  </a:lnTo>
                  <a:lnTo>
                    <a:pt x="82229" y="237782"/>
                  </a:lnTo>
                  <a:lnTo>
                    <a:pt x="82506" y="237582"/>
                  </a:lnTo>
                  <a:lnTo>
                    <a:pt x="84047" y="236107"/>
                  </a:lnTo>
                  <a:lnTo>
                    <a:pt x="84434" y="235494"/>
                  </a:lnTo>
                  <a:lnTo>
                    <a:pt x="84439" y="235352"/>
                  </a:lnTo>
                  <a:lnTo>
                    <a:pt x="84421" y="235161"/>
                  </a:lnTo>
                  <a:lnTo>
                    <a:pt x="84356" y="234732"/>
                  </a:lnTo>
                  <a:lnTo>
                    <a:pt x="84563" y="234249"/>
                  </a:lnTo>
                  <a:lnTo>
                    <a:pt x="84716" y="234169"/>
                  </a:lnTo>
                  <a:lnTo>
                    <a:pt x="84962" y="234130"/>
                  </a:lnTo>
                  <a:lnTo>
                    <a:pt x="85496" y="233998"/>
                  </a:lnTo>
                  <a:lnTo>
                    <a:pt x="85625" y="233938"/>
                  </a:lnTo>
                  <a:lnTo>
                    <a:pt x="85753" y="233878"/>
                  </a:lnTo>
                  <a:lnTo>
                    <a:pt x="86150" y="233668"/>
                  </a:lnTo>
                  <a:lnTo>
                    <a:pt x="86421" y="233654"/>
                  </a:lnTo>
                  <a:lnTo>
                    <a:pt x="86764" y="233722"/>
                  </a:lnTo>
                  <a:lnTo>
                    <a:pt x="88601" y="233867"/>
                  </a:lnTo>
                  <a:lnTo>
                    <a:pt x="89448" y="233543"/>
                  </a:lnTo>
                  <a:lnTo>
                    <a:pt x="89700" y="233780"/>
                  </a:lnTo>
                  <a:lnTo>
                    <a:pt x="90755" y="233939"/>
                  </a:lnTo>
                  <a:lnTo>
                    <a:pt x="91072" y="233861"/>
                  </a:lnTo>
                  <a:lnTo>
                    <a:pt x="91255" y="233800"/>
                  </a:lnTo>
                  <a:lnTo>
                    <a:pt x="91459" y="233746"/>
                  </a:lnTo>
                  <a:lnTo>
                    <a:pt x="91740" y="233669"/>
                  </a:lnTo>
                  <a:lnTo>
                    <a:pt x="91874" y="233631"/>
                  </a:lnTo>
                  <a:lnTo>
                    <a:pt x="92226" y="233496"/>
                  </a:lnTo>
                  <a:lnTo>
                    <a:pt x="92370" y="233428"/>
                  </a:lnTo>
                  <a:lnTo>
                    <a:pt x="92667" y="233312"/>
                  </a:lnTo>
                  <a:lnTo>
                    <a:pt x="92926" y="233342"/>
                  </a:lnTo>
                  <a:lnTo>
                    <a:pt x="93175" y="233393"/>
                  </a:lnTo>
                  <a:lnTo>
                    <a:pt x="93449" y="233471"/>
                  </a:lnTo>
                  <a:lnTo>
                    <a:pt x="94364" y="233115"/>
                  </a:lnTo>
                  <a:lnTo>
                    <a:pt x="94432" y="232850"/>
                  </a:lnTo>
                  <a:lnTo>
                    <a:pt x="94433" y="232701"/>
                  </a:lnTo>
                  <a:lnTo>
                    <a:pt x="94439" y="232521"/>
                  </a:lnTo>
                  <a:lnTo>
                    <a:pt x="94455" y="232085"/>
                  </a:lnTo>
                  <a:lnTo>
                    <a:pt x="94512" y="231503"/>
                  </a:lnTo>
                  <a:lnTo>
                    <a:pt x="94605" y="231270"/>
                  </a:lnTo>
                  <a:lnTo>
                    <a:pt x="94923" y="230821"/>
                  </a:lnTo>
                  <a:lnTo>
                    <a:pt x="95379" y="230562"/>
                  </a:lnTo>
                  <a:lnTo>
                    <a:pt x="95795" y="230526"/>
                  </a:lnTo>
                  <a:lnTo>
                    <a:pt x="96104" y="230578"/>
                  </a:lnTo>
                  <a:lnTo>
                    <a:pt x="96255" y="230621"/>
                  </a:lnTo>
                  <a:lnTo>
                    <a:pt x="96642" y="230760"/>
                  </a:lnTo>
                  <a:lnTo>
                    <a:pt x="97529" y="231134"/>
                  </a:lnTo>
                  <a:lnTo>
                    <a:pt x="98150" y="230731"/>
                  </a:lnTo>
                  <a:lnTo>
                    <a:pt x="97793" y="230310"/>
                  </a:lnTo>
                  <a:lnTo>
                    <a:pt x="97960" y="229938"/>
                  </a:lnTo>
                  <a:lnTo>
                    <a:pt x="98174" y="229785"/>
                  </a:lnTo>
                  <a:lnTo>
                    <a:pt x="98374" y="229685"/>
                  </a:lnTo>
                  <a:lnTo>
                    <a:pt x="98780" y="229429"/>
                  </a:lnTo>
                  <a:lnTo>
                    <a:pt x="98767" y="229089"/>
                  </a:lnTo>
                  <a:lnTo>
                    <a:pt x="98653" y="228724"/>
                  </a:lnTo>
                  <a:lnTo>
                    <a:pt x="98712" y="228540"/>
                  </a:lnTo>
                  <a:lnTo>
                    <a:pt x="98666" y="228395"/>
                  </a:lnTo>
                  <a:lnTo>
                    <a:pt x="98588" y="228154"/>
                  </a:lnTo>
                  <a:lnTo>
                    <a:pt x="98551" y="227958"/>
                  </a:lnTo>
                  <a:lnTo>
                    <a:pt x="98558" y="227706"/>
                  </a:lnTo>
                  <a:lnTo>
                    <a:pt x="98673" y="227347"/>
                  </a:lnTo>
                  <a:lnTo>
                    <a:pt x="98667" y="226923"/>
                  </a:lnTo>
                  <a:lnTo>
                    <a:pt x="98690" y="226731"/>
                  </a:lnTo>
                  <a:lnTo>
                    <a:pt x="98799" y="226429"/>
                  </a:lnTo>
                  <a:lnTo>
                    <a:pt x="98706" y="225956"/>
                  </a:lnTo>
                  <a:lnTo>
                    <a:pt x="98524" y="225885"/>
                  </a:lnTo>
                  <a:lnTo>
                    <a:pt x="98023" y="225852"/>
                  </a:lnTo>
                  <a:lnTo>
                    <a:pt x="97743" y="225710"/>
                  </a:lnTo>
                  <a:lnTo>
                    <a:pt x="97687" y="225504"/>
                  </a:lnTo>
                  <a:lnTo>
                    <a:pt x="97563" y="225242"/>
                  </a:lnTo>
                  <a:lnTo>
                    <a:pt x="97440" y="224942"/>
                  </a:lnTo>
                  <a:lnTo>
                    <a:pt x="97494" y="224665"/>
                  </a:lnTo>
                  <a:lnTo>
                    <a:pt x="97468" y="224469"/>
                  </a:lnTo>
                  <a:lnTo>
                    <a:pt x="97365" y="224136"/>
                  </a:lnTo>
                  <a:lnTo>
                    <a:pt x="97282" y="223679"/>
                  </a:lnTo>
                  <a:lnTo>
                    <a:pt x="97062" y="223153"/>
                  </a:lnTo>
                  <a:lnTo>
                    <a:pt x="97069" y="222923"/>
                  </a:lnTo>
                  <a:lnTo>
                    <a:pt x="96982" y="222675"/>
                  </a:lnTo>
                  <a:lnTo>
                    <a:pt x="96931" y="222238"/>
                  </a:lnTo>
                  <a:lnTo>
                    <a:pt x="97107" y="222091"/>
                  </a:lnTo>
                  <a:lnTo>
                    <a:pt x="97530" y="221858"/>
                  </a:lnTo>
                  <a:lnTo>
                    <a:pt x="97819" y="221997"/>
                  </a:lnTo>
                  <a:lnTo>
                    <a:pt x="98220" y="221919"/>
                  </a:lnTo>
                  <a:lnTo>
                    <a:pt x="98196" y="221763"/>
                  </a:lnTo>
                  <a:lnTo>
                    <a:pt x="98253" y="221469"/>
                  </a:lnTo>
                  <a:lnTo>
                    <a:pt x="98382" y="221288"/>
                  </a:lnTo>
                  <a:lnTo>
                    <a:pt x="98449" y="221083"/>
                  </a:lnTo>
                  <a:lnTo>
                    <a:pt x="98502" y="220810"/>
                  </a:lnTo>
                  <a:lnTo>
                    <a:pt x="98719" y="220367"/>
                  </a:lnTo>
                  <a:lnTo>
                    <a:pt x="98823" y="220197"/>
                  </a:lnTo>
                  <a:lnTo>
                    <a:pt x="98842" y="219788"/>
                  </a:lnTo>
                  <a:lnTo>
                    <a:pt x="99056" y="219692"/>
                  </a:lnTo>
                  <a:lnTo>
                    <a:pt x="99458" y="219537"/>
                  </a:lnTo>
                  <a:lnTo>
                    <a:pt x="99904" y="219476"/>
                  </a:lnTo>
                  <a:lnTo>
                    <a:pt x="100364" y="219439"/>
                  </a:lnTo>
                  <a:lnTo>
                    <a:pt x="100670" y="219277"/>
                  </a:lnTo>
                  <a:lnTo>
                    <a:pt x="101122" y="218671"/>
                  </a:lnTo>
                  <a:lnTo>
                    <a:pt x="101108" y="218480"/>
                  </a:lnTo>
                  <a:lnTo>
                    <a:pt x="101068" y="218303"/>
                  </a:lnTo>
                  <a:lnTo>
                    <a:pt x="100882" y="218243"/>
                  </a:lnTo>
                  <a:lnTo>
                    <a:pt x="100757" y="217895"/>
                  </a:lnTo>
                  <a:lnTo>
                    <a:pt x="100730" y="217670"/>
                  </a:lnTo>
                  <a:lnTo>
                    <a:pt x="100818" y="217518"/>
                  </a:lnTo>
                  <a:lnTo>
                    <a:pt x="100815" y="217275"/>
                  </a:lnTo>
                  <a:lnTo>
                    <a:pt x="101403" y="216704"/>
                  </a:lnTo>
                  <a:lnTo>
                    <a:pt x="101829" y="216603"/>
                  </a:lnTo>
                  <a:lnTo>
                    <a:pt x="102003" y="216614"/>
                  </a:lnTo>
                  <a:lnTo>
                    <a:pt x="102383" y="216667"/>
                  </a:lnTo>
                  <a:lnTo>
                    <a:pt x="102729" y="216767"/>
                  </a:lnTo>
                  <a:lnTo>
                    <a:pt x="103043" y="216788"/>
                  </a:lnTo>
                  <a:lnTo>
                    <a:pt x="103326" y="216677"/>
                  </a:lnTo>
                  <a:lnTo>
                    <a:pt x="103904" y="216715"/>
                  </a:lnTo>
                  <a:lnTo>
                    <a:pt x="104218" y="216482"/>
                  </a:lnTo>
                  <a:lnTo>
                    <a:pt x="104691" y="216325"/>
                  </a:lnTo>
                  <a:lnTo>
                    <a:pt x="104897" y="216291"/>
                  </a:lnTo>
                  <a:lnTo>
                    <a:pt x="105048" y="216339"/>
                  </a:lnTo>
                  <a:lnTo>
                    <a:pt x="105401" y="216159"/>
                  </a:lnTo>
                  <a:lnTo>
                    <a:pt x="105455" y="215842"/>
                  </a:lnTo>
                  <a:lnTo>
                    <a:pt x="106107" y="215041"/>
                  </a:lnTo>
                  <a:lnTo>
                    <a:pt x="106874" y="215202"/>
                  </a:lnTo>
                  <a:lnTo>
                    <a:pt x="107244" y="215333"/>
                  </a:lnTo>
                  <a:lnTo>
                    <a:pt x="107455" y="215620"/>
                  </a:lnTo>
                  <a:lnTo>
                    <a:pt x="107324" y="215744"/>
                  </a:lnTo>
                  <a:lnTo>
                    <a:pt x="107231" y="215922"/>
                  </a:lnTo>
                  <a:lnTo>
                    <a:pt x="107121" y="216331"/>
                  </a:lnTo>
                  <a:lnTo>
                    <a:pt x="107058" y="216668"/>
                  </a:lnTo>
                  <a:lnTo>
                    <a:pt x="107053" y="216927"/>
                  </a:lnTo>
                  <a:lnTo>
                    <a:pt x="107165" y="217194"/>
                  </a:lnTo>
                  <a:lnTo>
                    <a:pt x="107507" y="217525"/>
                  </a:lnTo>
                  <a:lnTo>
                    <a:pt x="107653" y="217647"/>
                  </a:lnTo>
                  <a:lnTo>
                    <a:pt x="107980" y="217765"/>
                  </a:lnTo>
                  <a:lnTo>
                    <a:pt x="108378" y="217852"/>
                  </a:lnTo>
                  <a:lnTo>
                    <a:pt x="109009" y="218235"/>
                  </a:lnTo>
                  <a:lnTo>
                    <a:pt x="109394" y="218640"/>
                  </a:lnTo>
                  <a:lnTo>
                    <a:pt x="109541" y="218702"/>
                  </a:lnTo>
                  <a:lnTo>
                    <a:pt x="109694" y="218797"/>
                  </a:lnTo>
                  <a:lnTo>
                    <a:pt x="109838" y="219032"/>
                  </a:lnTo>
                  <a:lnTo>
                    <a:pt x="109892" y="219305"/>
                  </a:lnTo>
                  <a:lnTo>
                    <a:pt x="110762" y="219634"/>
                  </a:lnTo>
                  <a:lnTo>
                    <a:pt x="110943" y="219843"/>
                  </a:lnTo>
                  <a:lnTo>
                    <a:pt x="110666" y="219989"/>
                  </a:lnTo>
                  <a:lnTo>
                    <a:pt x="110642" y="220206"/>
                  </a:lnTo>
                  <a:lnTo>
                    <a:pt x="110652" y="220336"/>
                  </a:lnTo>
                  <a:lnTo>
                    <a:pt x="110755" y="220501"/>
                  </a:lnTo>
                  <a:lnTo>
                    <a:pt x="110946" y="220799"/>
                  </a:lnTo>
                  <a:lnTo>
                    <a:pt x="110911" y="220957"/>
                  </a:lnTo>
                  <a:lnTo>
                    <a:pt x="110972" y="221164"/>
                  </a:lnTo>
                  <a:lnTo>
                    <a:pt x="110971" y="221674"/>
                  </a:lnTo>
                  <a:lnTo>
                    <a:pt x="110989" y="221817"/>
                  </a:lnTo>
                  <a:lnTo>
                    <a:pt x="110935" y="222075"/>
                  </a:lnTo>
                  <a:lnTo>
                    <a:pt x="110580" y="222517"/>
                  </a:lnTo>
                  <a:lnTo>
                    <a:pt x="110430" y="222549"/>
                  </a:lnTo>
                  <a:lnTo>
                    <a:pt x="110177" y="222573"/>
                  </a:lnTo>
                  <a:lnTo>
                    <a:pt x="110008" y="222815"/>
                  </a:lnTo>
                  <a:lnTo>
                    <a:pt x="110063" y="223023"/>
                  </a:lnTo>
                  <a:lnTo>
                    <a:pt x="110123" y="223209"/>
                  </a:lnTo>
                  <a:lnTo>
                    <a:pt x="110496" y="223871"/>
                  </a:lnTo>
                  <a:lnTo>
                    <a:pt x="110676" y="223801"/>
                  </a:lnTo>
                  <a:lnTo>
                    <a:pt x="110932" y="223808"/>
                  </a:lnTo>
                  <a:lnTo>
                    <a:pt x="111064" y="223871"/>
                  </a:lnTo>
                  <a:lnTo>
                    <a:pt x="111530" y="223851"/>
                  </a:lnTo>
                  <a:lnTo>
                    <a:pt x="111670" y="223927"/>
                  </a:lnTo>
                  <a:lnTo>
                    <a:pt x="111878" y="224200"/>
                  </a:lnTo>
                  <a:lnTo>
                    <a:pt x="112073" y="224276"/>
                  </a:lnTo>
                  <a:lnTo>
                    <a:pt x="112474" y="223973"/>
                  </a:lnTo>
                  <a:lnTo>
                    <a:pt x="112496" y="223541"/>
                  </a:lnTo>
                  <a:lnTo>
                    <a:pt x="112646" y="223507"/>
                  </a:lnTo>
                  <a:lnTo>
                    <a:pt x="112847" y="223570"/>
                  </a:lnTo>
                  <a:lnTo>
                    <a:pt x="113079" y="223642"/>
                  </a:lnTo>
                  <a:lnTo>
                    <a:pt x="113282" y="223719"/>
                  </a:lnTo>
                  <a:lnTo>
                    <a:pt x="113433" y="223799"/>
                  </a:lnTo>
                  <a:lnTo>
                    <a:pt x="113423" y="224161"/>
                  </a:lnTo>
                  <a:lnTo>
                    <a:pt x="113676" y="224448"/>
                  </a:lnTo>
                  <a:lnTo>
                    <a:pt x="113813" y="224466"/>
                  </a:lnTo>
                  <a:lnTo>
                    <a:pt x="114061" y="224497"/>
                  </a:lnTo>
                  <a:lnTo>
                    <a:pt x="114201" y="224515"/>
                  </a:lnTo>
                  <a:lnTo>
                    <a:pt x="114553" y="224600"/>
                  </a:lnTo>
                  <a:lnTo>
                    <a:pt x="114477" y="224756"/>
                  </a:lnTo>
                  <a:lnTo>
                    <a:pt x="114217" y="225314"/>
                  </a:lnTo>
                  <a:lnTo>
                    <a:pt x="113912" y="226062"/>
                  </a:lnTo>
                  <a:lnTo>
                    <a:pt x="113724" y="226317"/>
                  </a:lnTo>
                  <a:lnTo>
                    <a:pt x="113869" y="226513"/>
                  </a:lnTo>
                  <a:lnTo>
                    <a:pt x="114498" y="227063"/>
                  </a:lnTo>
                  <a:lnTo>
                    <a:pt x="114481" y="227273"/>
                  </a:lnTo>
                  <a:lnTo>
                    <a:pt x="114467" y="227440"/>
                  </a:lnTo>
                  <a:lnTo>
                    <a:pt x="114428" y="227904"/>
                  </a:lnTo>
                  <a:lnTo>
                    <a:pt x="114653" y="228252"/>
                  </a:lnTo>
                  <a:lnTo>
                    <a:pt x="114658" y="228500"/>
                  </a:lnTo>
                  <a:lnTo>
                    <a:pt x="114663" y="228716"/>
                  </a:lnTo>
                  <a:lnTo>
                    <a:pt x="114851" y="229038"/>
                  </a:lnTo>
                  <a:lnTo>
                    <a:pt x="114997" y="229100"/>
                  </a:lnTo>
                  <a:lnTo>
                    <a:pt x="115303" y="229089"/>
                  </a:lnTo>
                  <a:lnTo>
                    <a:pt x="115329" y="229283"/>
                  </a:lnTo>
                  <a:lnTo>
                    <a:pt x="115348" y="229430"/>
                  </a:lnTo>
                  <a:lnTo>
                    <a:pt x="115603" y="229324"/>
                  </a:lnTo>
                  <a:lnTo>
                    <a:pt x="115781" y="229088"/>
                  </a:lnTo>
                  <a:lnTo>
                    <a:pt x="116090" y="228877"/>
                  </a:lnTo>
                  <a:lnTo>
                    <a:pt x="116415" y="228656"/>
                  </a:lnTo>
                  <a:lnTo>
                    <a:pt x="116595" y="228590"/>
                  </a:lnTo>
                  <a:lnTo>
                    <a:pt x="116928" y="228818"/>
                  </a:lnTo>
                  <a:lnTo>
                    <a:pt x="116855" y="229208"/>
                  </a:lnTo>
                  <a:lnTo>
                    <a:pt x="116709" y="229297"/>
                  </a:lnTo>
                  <a:lnTo>
                    <a:pt x="116991" y="229732"/>
                  </a:lnTo>
                  <a:lnTo>
                    <a:pt x="116830" y="230044"/>
                  </a:lnTo>
                  <a:lnTo>
                    <a:pt x="116650" y="230486"/>
                  </a:lnTo>
                  <a:lnTo>
                    <a:pt x="116355" y="231114"/>
                  </a:lnTo>
                  <a:lnTo>
                    <a:pt x="116443" y="231317"/>
                  </a:lnTo>
                  <a:lnTo>
                    <a:pt x="116409" y="231652"/>
                  </a:lnTo>
                  <a:lnTo>
                    <a:pt x="116407" y="231953"/>
                  </a:lnTo>
                  <a:lnTo>
                    <a:pt x="116445" y="232117"/>
                  </a:lnTo>
                  <a:lnTo>
                    <a:pt x="117404" y="232287"/>
                  </a:lnTo>
                  <a:lnTo>
                    <a:pt x="117655" y="232233"/>
                  </a:lnTo>
                  <a:lnTo>
                    <a:pt x="117902" y="232076"/>
                  </a:lnTo>
                  <a:lnTo>
                    <a:pt x="118301" y="232107"/>
                  </a:lnTo>
                  <a:lnTo>
                    <a:pt x="118450" y="231814"/>
                  </a:lnTo>
                  <a:lnTo>
                    <a:pt x="118704" y="231763"/>
                  </a:lnTo>
                  <a:lnTo>
                    <a:pt x="118881" y="231721"/>
                  </a:lnTo>
                  <a:lnTo>
                    <a:pt x="119060" y="231542"/>
                  </a:lnTo>
                  <a:lnTo>
                    <a:pt x="119159" y="231233"/>
                  </a:lnTo>
                  <a:lnTo>
                    <a:pt x="120208" y="230559"/>
                  </a:lnTo>
                  <a:lnTo>
                    <a:pt x="120376" y="230461"/>
                  </a:lnTo>
                  <a:lnTo>
                    <a:pt x="120590" y="230355"/>
                  </a:lnTo>
                  <a:lnTo>
                    <a:pt x="120794" y="230407"/>
                  </a:lnTo>
                  <a:lnTo>
                    <a:pt x="121259" y="230416"/>
                  </a:lnTo>
                  <a:lnTo>
                    <a:pt x="121218" y="230025"/>
                  </a:lnTo>
                  <a:lnTo>
                    <a:pt x="121438" y="230058"/>
                  </a:lnTo>
                  <a:lnTo>
                    <a:pt x="121739" y="230186"/>
                  </a:lnTo>
                  <a:lnTo>
                    <a:pt x="121803" y="229916"/>
                  </a:lnTo>
                  <a:lnTo>
                    <a:pt x="121990" y="229770"/>
                  </a:lnTo>
                  <a:lnTo>
                    <a:pt x="122093" y="228994"/>
                  </a:lnTo>
                  <a:lnTo>
                    <a:pt x="122983" y="227919"/>
                  </a:lnTo>
                  <a:lnTo>
                    <a:pt x="123517" y="227610"/>
                  </a:lnTo>
                  <a:lnTo>
                    <a:pt x="123830" y="227550"/>
                  </a:lnTo>
                  <a:lnTo>
                    <a:pt x="123987" y="227604"/>
                  </a:lnTo>
                  <a:lnTo>
                    <a:pt x="124052" y="227849"/>
                  </a:lnTo>
                  <a:lnTo>
                    <a:pt x="124102" y="228040"/>
                  </a:lnTo>
                  <a:lnTo>
                    <a:pt x="123940" y="228222"/>
                  </a:lnTo>
                  <a:lnTo>
                    <a:pt x="123587" y="228579"/>
                  </a:lnTo>
                  <a:lnTo>
                    <a:pt x="123649" y="228712"/>
                  </a:lnTo>
                  <a:lnTo>
                    <a:pt x="123896" y="228808"/>
                  </a:lnTo>
                  <a:lnTo>
                    <a:pt x="123850" y="228997"/>
                  </a:lnTo>
                  <a:lnTo>
                    <a:pt x="124045" y="229382"/>
                  </a:lnTo>
                  <a:lnTo>
                    <a:pt x="123916" y="230787"/>
                  </a:lnTo>
                  <a:lnTo>
                    <a:pt x="124179" y="230905"/>
                  </a:lnTo>
                  <a:lnTo>
                    <a:pt x="124353" y="231165"/>
                  </a:lnTo>
                  <a:lnTo>
                    <a:pt x="124824" y="231752"/>
                  </a:lnTo>
                  <a:lnTo>
                    <a:pt x="125129" y="231913"/>
                  </a:lnTo>
                  <a:lnTo>
                    <a:pt x="125146" y="232072"/>
                  </a:lnTo>
                  <a:lnTo>
                    <a:pt x="125218" y="232258"/>
                  </a:lnTo>
                  <a:lnTo>
                    <a:pt x="124942" y="232633"/>
                  </a:lnTo>
                  <a:lnTo>
                    <a:pt x="125548" y="232692"/>
                  </a:lnTo>
                  <a:lnTo>
                    <a:pt x="125587" y="232333"/>
                  </a:lnTo>
                  <a:lnTo>
                    <a:pt x="125770" y="232122"/>
                  </a:lnTo>
                  <a:lnTo>
                    <a:pt x="125995" y="231997"/>
                  </a:lnTo>
                  <a:lnTo>
                    <a:pt x="126203" y="231881"/>
                  </a:lnTo>
                  <a:lnTo>
                    <a:pt x="126438" y="231750"/>
                  </a:lnTo>
                  <a:lnTo>
                    <a:pt x="126717" y="231592"/>
                  </a:lnTo>
                  <a:lnTo>
                    <a:pt x="126739" y="231428"/>
                  </a:lnTo>
                  <a:lnTo>
                    <a:pt x="126926" y="231053"/>
                  </a:lnTo>
                  <a:lnTo>
                    <a:pt x="127151" y="231016"/>
                  </a:lnTo>
                  <a:lnTo>
                    <a:pt x="127288" y="230993"/>
                  </a:lnTo>
                  <a:lnTo>
                    <a:pt x="127689" y="231340"/>
                  </a:lnTo>
                  <a:lnTo>
                    <a:pt x="127797" y="231790"/>
                  </a:lnTo>
                  <a:lnTo>
                    <a:pt x="127698" y="231979"/>
                  </a:lnTo>
                  <a:lnTo>
                    <a:pt x="127514" y="232333"/>
                  </a:lnTo>
                  <a:lnTo>
                    <a:pt x="127504" y="232546"/>
                  </a:lnTo>
                  <a:lnTo>
                    <a:pt x="127709" y="233321"/>
                  </a:lnTo>
                  <a:lnTo>
                    <a:pt x="127840" y="233400"/>
                  </a:lnTo>
                  <a:lnTo>
                    <a:pt x="127993" y="233408"/>
                  </a:lnTo>
                  <a:lnTo>
                    <a:pt x="128155" y="233730"/>
                  </a:lnTo>
                  <a:lnTo>
                    <a:pt x="128466" y="234063"/>
                  </a:lnTo>
                  <a:lnTo>
                    <a:pt x="128252" y="234486"/>
                  </a:lnTo>
                  <a:lnTo>
                    <a:pt x="128461" y="234807"/>
                  </a:lnTo>
                  <a:lnTo>
                    <a:pt x="128799" y="235142"/>
                  </a:lnTo>
                  <a:lnTo>
                    <a:pt x="128691" y="235287"/>
                  </a:lnTo>
                  <a:lnTo>
                    <a:pt x="128582" y="235433"/>
                  </a:lnTo>
                  <a:lnTo>
                    <a:pt x="127998" y="235787"/>
                  </a:lnTo>
                  <a:lnTo>
                    <a:pt x="128393" y="236325"/>
                  </a:lnTo>
                  <a:lnTo>
                    <a:pt x="128581" y="236349"/>
                  </a:lnTo>
                  <a:lnTo>
                    <a:pt x="128961" y="236410"/>
                  </a:lnTo>
                  <a:lnTo>
                    <a:pt x="129466" y="236053"/>
                  </a:lnTo>
                  <a:lnTo>
                    <a:pt x="129661" y="235914"/>
                  </a:lnTo>
                  <a:lnTo>
                    <a:pt x="130124" y="236024"/>
                  </a:lnTo>
                  <a:lnTo>
                    <a:pt x="130320" y="236107"/>
                  </a:lnTo>
                  <a:lnTo>
                    <a:pt x="130669" y="236393"/>
                  </a:lnTo>
                  <a:lnTo>
                    <a:pt x="131102" y="236222"/>
                  </a:lnTo>
                  <a:lnTo>
                    <a:pt x="131394" y="236119"/>
                  </a:lnTo>
                  <a:lnTo>
                    <a:pt x="131679" y="236019"/>
                  </a:lnTo>
                  <a:lnTo>
                    <a:pt x="131855" y="235812"/>
                  </a:lnTo>
                  <a:lnTo>
                    <a:pt x="131828" y="235328"/>
                  </a:lnTo>
                  <a:lnTo>
                    <a:pt x="132042" y="235281"/>
                  </a:lnTo>
                  <a:lnTo>
                    <a:pt x="132180" y="235252"/>
                  </a:lnTo>
                  <a:lnTo>
                    <a:pt x="132317" y="235223"/>
                  </a:lnTo>
                  <a:lnTo>
                    <a:pt x="132532" y="235179"/>
                  </a:lnTo>
                  <a:lnTo>
                    <a:pt x="132947" y="234968"/>
                  </a:lnTo>
                  <a:lnTo>
                    <a:pt x="133127" y="234871"/>
                  </a:lnTo>
                  <a:lnTo>
                    <a:pt x="133329" y="234838"/>
                  </a:lnTo>
                  <a:lnTo>
                    <a:pt x="133689" y="234749"/>
                  </a:lnTo>
                  <a:lnTo>
                    <a:pt x="134039" y="234602"/>
                  </a:lnTo>
                  <a:lnTo>
                    <a:pt x="134239" y="234518"/>
                  </a:lnTo>
                  <a:lnTo>
                    <a:pt x="134543" y="234220"/>
                  </a:lnTo>
                  <a:lnTo>
                    <a:pt x="134760" y="234007"/>
                  </a:lnTo>
                  <a:lnTo>
                    <a:pt x="135111" y="233796"/>
                  </a:lnTo>
                  <a:lnTo>
                    <a:pt x="135419" y="233657"/>
                  </a:lnTo>
                  <a:lnTo>
                    <a:pt x="135696" y="233705"/>
                  </a:lnTo>
                  <a:lnTo>
                    <a:pt x="135966" y="233555"/>
                  </a:lnTo>
                  <a:lnTo>
                    <a:pt x="136327" y="233514"/>
                  </a:lnTo>
                  <a:lnTo>
                    <a:pt x="136548" y="233389"/>
                  </a:lnTo>
                  <a:lnTo>
                    <a:pt x="137085" y="233049"/>
                  </a:lnTo>
                  <a:lnTo>
                    <a:pt x="137425" y="233143"/>
                  </a:lnTo>
                  <a:lnTo>
                    <a:pt x="137787" y="232919"/>
                  </a:lnTo>
                  <a:lnTo>
                    <a:pt x="138108" y="232820"/>
                  </a:lnTo>
                  <a:lnTo>
                    <a:pt x="138318" y="232794"/>
                  </a:lnTo>
                  <a:lnTo>
                    <a:pt x="138642" y="232776"/>
                  </a:lnTo>
                  <a:lnTo>
                    <a:pt x="138953" y="232795"/>
                  </a:lnTo>
                  <a:lnTo>
                    <a:pt x="139159" y="232819"/>
                  </a:lnTo>
                  <a:lnTo>
                    <a:pt x="139366" y="232851"/>
                  </a:lnTo>
                  <a:lnTo>
                    <a:pt x="139930" y="233029"/>
                  </a:lnTo>
                  <a:lnTo>
                    <a:pt x="140256" y="232847"/>
                  </a:lnTo>
                  <a:lnTo>
                    <a:pt x="140574" y="232655"/>
                  </a:lnTo>
                  <a:lnTo>
                    <a:pt x="140766" y="232538"/>
                  </a:lnTo>
                  <a:lnTo>
                    <a:pt x="141043" y="232376"/>
                  </a:lnTo>
                  <a:lnTo>
                    <a:pt x="141202" y="232307"/>
                  </a:lnTo>
                  <a:lnTo>
                    <a:pt x="141395" y="231934"/>
                  </a:lnTo>
                  <a:lnTo>
                    <a:pt x="141546" y="231717"/>
                  </a:lnTo>
                  <a:lnTo>
                    <a:pt x="141799" y="231504"/>
                  </a:lnTo>
                  <a:lnTo>
                    <a:pt x="142184" y="231292"/>
                  </a:lnTo>
                  <a:lnTo>
                    <a:pt x="141982" y="230447"/>
                  </a:lnTo>
                  <a:lnTo>
                    <a:pt x="142016" y="230286"/>
                  </a:lnTo>
                  <a:lnTo>
                    <a:pt x="142530" y="229451"/>
                  </a:lnTo>
                  <a:lnTo>
                    <a:pt x="142383" y="229318"/>
                  </a:lnTo>
                  <a:lnTo>
                    <a:pt x="142124" y="229029"/>
                  </a:lnTo>
                  <a:lnTo>
                    <a:pt x="142264" y="228733"/>
                  </a:lnTo>
                  <a:lnTo>
                    <a:pt x="142398" y="228479"/>
                  </a:lnTo>
                  <a:lnTo>
                    <a:pt x="142705" y="227749"/>
                  </a:lnTo>
                  <a:lnTo>
                    <a:pt x="142911" y="227212"/>
                  </a:lnTo>
                  <a:lnTo>
                    <a:pt x="142782" y="227033"/>
                  </a:lnTo>
                  <a:lnTo>
                    <a:pt x="142628" y="226838"/>
                  </a:lnTo>
                  <a:lnTo>
                    <a:pt x="142439" y="226329"/>
                  </a:lnTo>
                  <a:lnTo>
                    <a:pt x="142556" y="226198"/>
                  </a:lnTo>
                  <a:lnTo>
                    <a:pt x="142749" y="225902"/>
                  </a:lnTo>
                  <a:lnTo>
                    <a:pt x="142822" y="225418"/>
                  </a:lnTo>
                  <a:lnTo>
                    <a:pt x="142576" y="224674"/>
                  </a:lnTo>
                  <a:lnTo>
                    <a:pt x="142351" y="224390"/>
                  </a:lnTo>
                  <a:lnTo>
                    <a:pt x="142570" y="224238"/>
                  </a:lnTo>
                  <a:lnTo>
                    <a:pt x="143018" y="224279"/>
                  </a:lnTo>
                  <a:lnTo>
                    <a:pt x="143666" y="224421"/>
                  </a:lnTo>
                  <a:lnTo>
                    <a:pt x="143842" y="224421"/>
                  </a:lnTo>
                  <a:lnTo>
                    <a:pt x="144148" y="224104"/>
                  </a:lnTo>
                  <a:lnTo>
                    <a:pt x="144056" y="223601"/>
                  </a:lnTo>
                  <a:lnTo>
                    <a:pt x="144005" y="223404"/>
                  </a:lnTo>
                  <a:lnTo>
                    <a:pt x="144016" y="223154"/>
                  </a:lnTo>
                  <a:lnTo>
                    <a:pt x="143866" y="222894"/>
                  </a:lnTo>
                  <a:lnTo>
                    <a:pt x="143132" y="222739"/>
                  </a:lnTo>
                  <a:lnTo>
                    <a:pt x="143002" y="222545"/>
                  </a:lnTo>
                  <a:lnTo>
                    <a:pt x="142951" y="222365"/>
                  </a:lnTo>
                  <a:lnTo>
                    <a:pt x="142962" y="222194"/>
                  </a:lnTo>
                  <a:lnTo>
                    <a:pt x="143470" y="221851"/>
                  </a:lnTo>
                  <a:lnTo>
                    <a:pt x="143929" y="221655"/>
                  </a:lnTo>
                  <a:lnTo>
                    <a:pt x="144357" y="221493"/>
                  </a:lnTo>
                  <a:lnTo>
                    <a:pt x="145125" y="221706"/>
                  </a:lnTo>
                  <a:lnTo>
                    <a:pt x="145407" y="221893"/>
                  </a:lnTo>
                  <a:lnTo>
                    <a:pt x="145519" y="222148"/>
                  </a:lnTo>
                  <a:lnTo>
                    <a:pt x="145598" y="222379"/>
                  </a:lnTo>
                  <a:lnTo>
                    <a:pt x="145753" y="222740"/>
                  </a:lnTo>
                  <a:lnTo>
                    <a:pt x="146525" y="222646"/>
                  </a:lnTo>
                  <a:lnTo>
                    <a:pt x="146426" y="222214"/>
                  </a:lnTo>
                  <a:lnTo>
                    <a:pt x="146203" y="221988"/>
                  </a:lnTo>
                  <a:lnTo>
                    <a:pt x="146109" y="221458"/>
                  </a:lnTo>
                  <a:lnTo>
                    <a:pt x="146228" y="221244"/>
                  </a:lnTo>
                  <a:lnTo>
                    <a:pt x="146489" y="221129"/>
                  </a:lnTo>
                  <a:lnTo>
                    <a:pt x="146755" y="220968"/>
                  </a:lnTo>
                  <a:lnTo>
                    <a:pt x="146831" y="220820"/>
                  </a:lnTo>
                  <a:lnTo>
                    <a:pt x="147012" y="220593"/>
                  </a:lnTo>
                  <a:lnTo>
                    <a:pt x="147535" y="220576"/>
                  </a:lnTo>
                  <a:lnTo>
                    <a:pt x="147690" y="220613"/>
                  </a:lnTo>
                  <a:lnTo>
                    <a:pt x="148133" y="220425"/>
                  </a:lnTo>
                  <a:lnTo>
                    <a:pt x="148229" y="220087"/>
                  </a:lnTo>
                  <a:lnTo>
                    <a:pt x="148126" y="219954"/>
                  </a:lnTo>
                  <a:lnTo>
                    <a:pt x="148213" y="219785"/>
                  </a:lnTo>
                  <a:lnTo>
                    <a:pt x="148334" y="219491"/>
                  </a:lnTo>
                  <a:lnTo>
                    <a:pt x="148549" y="218759"/>
                  </a:lnTo>
                  <a:lnTo>
                    <a:pt x="148880" y="218500"/>
                  </a:lnTo>
                  <a:lnTo>
                    <a:pt x="149046" y="218617"/>
                  </a:lnTo>
                  <a:lnTo>
                    <a:pt x="149786" y="218052"/>
                  </a:lnTo>
                  <a:lnTo>
                    <a:pt x="150154" y="218048"/>
                  </a:lnTo>
                  <a:lnTo>
                    <a:pt x="150407" y="218532"/>
                  </a:lnTo>
                  <a:lnTo>
                    <a:pt x="150484" y="218747"/>
                  </a:lnTo>
                  <a:lnTo>
                    <a:pt x="150691" y="218993"/>
                  </a:lnTo>
                  <a:lnTo>
                    <a:pt x="151109" y="219366"/>
                  </a:lnTo>
                  <a:lnTo>
                    <a:pt x="151410" y="219497"/>
                  </a:lnTo>
                  <a:lnTo>
                    <a:pt x="151978" y="219756"/>
                  </a:lnTo>
                  <a:lnTo>
                    <a:pt x="152257" y="219987"/>
                  </a:lnTo>
                  <a:lnTo>
                    <a:pt x="152432" y="220290"/>
                  </a:lnTo>
                  <a:lnTo>
                    <a:pt x="152720" y="220909"/>
                  </a:lnTo>
                  <a:lnTo>
                    <a:pt x="152870" y="221294"/>
                  </a:lnTo>
                  <a:lnTo>
                    <a:pt x="152897" y="221643"/>
                  </a:lnTo>
                  <a:lnTo>
                    <a:pt x="153066" y="222213"/>
                  </a:lnTo>
                  <a:lnTo>
                    <a:pt x="153948" y="221794"/>
                  </a:lnTo>
                  <a:lnTo>
                    <a:pt x="154163" y="221709"/>
                  </a:lnTo>
                  <a:lnTo>
                    <a:pt x="154859" y="221539"/>
                  </a:lnTo>
                  <a:lnTo>
                    <a:pt x="155459" y="221488"/>
                  </a:lnTo>
                  <a:lnTo>
                    <a:pt x="155690" y="221533"/>
                  </a:lnTo>
                  <a:lnTo>
                    <a:pt x="155735" y="221695"/>
                  </a:lnTo>
                  <a:lnTo>
                    <a:pt x="156028" y="221859"/>
                  </a:lnTo>
                  <a:lnTo>
                    <a:pt x="156294" y="222007"/>
                  </a:lnTo>
                  <a:lnTo>
                    <a:pt x="156680" y="222807"/>
                  </a:lnTo>
                  <a:lnTo>
                    <a:pt x="156629" y="223176"/>
                  </a:lnTo>
                  <a:lnTo>
                    <a:pt x="156690" y="223329"/>
                  </a:lnTo>
                  <a:lnTo>
                    <a:pt x="156850" y="223262"/>
                  </a:lnTo>
                  <a:lnTo>
                    <a:pt x="157149" y="223271"/>
                  </a:lnTo>
                  <a:lnTo>
                    <a:pt x="157412" y="223542"/>
                  </a:lnTo>
                  <a:lnTo>
                    <a:pt x="157806" y="223807"/>
                  </a:lnTo>
                  <a:lnTo>
                    <a:pt x="158220" y="224223"/>
                  </a:lnTo>
                  <a:lnTo>
                    <a:pt x="158571" y="225071"/>
                  </a:lnTo>
                  <a:lnTo>
                    <a:pt x="158979" y="225355"/>
                  </a:lnTo>
                  <a:lnTo>
                    <a:pt x="159429" y="225599"/>
                  </a:lnTo>
                  <a:lnTo>
                    <a:pt x="159772" y="226298"/>
                  </a:lnTo>
                  <a:lnTo>
                    <a:pt x="159600" y="226704"/>
                  </a:lnTo>
                  <a:lnTo>
                    <a:pt x="159706" y="226998"/>
                  </a:lnTo>
                  <a:lnTo>
                    <a:pt x="160140" y="227451"/>
                  </a:lnTo>
                  <a:lnTo>
                    <a:pt x="160739" y="228061"/>
                  </a:lnTo>
                  <a:lnTo>
                    <a:pt x="160957" y="227787"/>
                  </a:lnTo>
                  <a:lnTo>
                    <a:pt x="161150" y="226801"/>
                  </a:lnTo>
                  <a:lnTo>
                    <a:pt x="160984" y="226298"/>
                  </a:lnTo>
                  <a:lnTo>
                    <a:pt x="160662" y="225711"/>
                  </a:lnTo>
                  <a:lnTo>
                    <a:pt x="160865" y="225241"/>
                  </a:lnTo>
                  <a:lnTo>
                    <a:pt x="160843" y="224881"/>
                  </a:lnTo>
                  <a:lnTo>
                    <a:pt x="160600" y="224414"/>
                  </a:lnTo>
                  <a:lnTo>
                    <a:pt x="160593" y="224036"/>
                  </a:lnTo>
                  <a:lnTo>
                    <a:pt x="160518" y="223657"/>
                  </a:lnTo>
                  <a:lnTo>
                    <a:pt x="160210" y="223691"/>
                  </a:lnTo>
                  <a:lnTo>
                    <a:pt x="159801" y="223614"/>
                  </a:lnTo>
                  <a:lnTo>
                    <a:pt x="159654" y="223470"/>
                  </a:lnTo>
                  <a:lnTo>
                    <a:pt x="159562" y="223189"/>
                  </a:lnTo>
                  <a:lnTo>
                    <a:pt x="159692" y="222915"/>
                  </a:lnTo>
                  <a:lnTo>
                    <a:pt x="159821" y="222806"/>
                  </a:lnTo>
                  <a:lnTo>
                    <a:pt x="159867" y="222177"/>
                  </a:lnTo>
                  <a:lnTo>
                    <a:pt x="159934" y="221768"/>
                  </a:lnTo>
                  <a:lnTo>
                    <a:pt x="160482" y="220607"/>
                  </a:lnTo>
                  <a:lnTo>
                    <a:pt x="160637" y="220820"/>
                  </a:lnTo>
                  <a:lnTo>
                    <a:pt x="160950" y="221158"/>
                  </a:lnTo>
                  <a:lnTo>
                    <a:pt x="161275" y="221115"/>
                  </a:lnTo>
                  <a:lnTo>
                    <a:pt x="161193" y="220790"/>
                  </a:lnTo>
                  <a:lnTo>
                    <a:pt x="160959" y="220490"/>
                  </a:lnTo>
                  <a:lnTo>
                    <a:pt x="160781" y="220512"/>
                  </a:lnTo>
                  <a:lnTo>
                    <a:pt x="160701" y="220277"/>
                  </a:lnTo>
                  <a:lnTo>
                    <a:pt x="160501" y="220155"/>
                  </a:lnTo>
                  <a:lnTo>
                    <a:pt x="160499" y="220010"/>
                  </a:lnTo>
                  <a:lnTo>
                    <a:pt x="160790" y="219925"/>
                  </a:lnTo>
                  <a:lnTo>
                    <a:pt x="160845" y="219743"/>
                  </a:lnTo>
                  <a:lnTo>
                    <a:pt x="161003" y="219405"/>
                  </a:lnTo>
                  <a:lnTo>
                    <a:pt x="161349" y="218730"/>
                  </a:lnTo>
                  <a:lnTo>
                    <a:pt x="161640" y="218523"/>
                  </a:lnTo>
                  <a:lnTo>
                    <a:pt x="162148" y="218375"/>
                  </a:lnTo>
                  <a:lnTo>
                    <a:pt x="162556" y="218299"/>
                  </a:lnTo>
                  <a:lnTo>
                    <a:pt x="163205" y="218711"/>
                  </a:lnTo>
                  <a:lnTo>
                    <a:pt x="163495" y="218778"/>
                  </a:lnTo>
                  <a:lnTo>
                    <a:pt x="163018" y="217949"/>
                  </a:lnTo>
                  <a:lnTo>
                    <a:pt x="162838" y="217756"/>
                  </a:lnTo>
                  <a:lnTo>
                    <a:pt x="162499" y="217431"/>
                  </a:lnTo>
                  <a:lnTo>
                    <a:pt x="162264" y="217313"/>
                  </a:lnTo>
                  <a:lnTo>
                    <a:pt x="162391" y="217033"/>
                  </a:lnTo>
                  <a:lnTo>
                    <a:pt x="162246" y="216316"/>
                  </a:lnTo>
                  <a:lnTo>
                    <a:pt x="162381" y="215905"/>
                  </a:lnTo>
                  <a:lnTo>
                    <a:pt x="162508" y="215738"/>
                  </a:lnTo>
                  <a:lnTo>
                    <a:pt x="163103" y="215758"/>
                  </a:lnTo>
                  <a:lnTo>
                    <a:pt x="163363" y="215824"/>
                  </a:lnTo>
                  <a:lnTo>
                    <a:pt x="163386" y="215595"/>
                  </a:lnTo>
                  <a:lnTo>
                    <a:pt x="163445" y="215071"/>
                  </a:lnTo>
                  <a:lnTo>
                    <a:pt x="163285" y="215047"/>
                  </a:lnTo>
                  <a:lnTo>
                    <a:pt x="163300" y="214625"/>
                  </a:lnTo>
                  <a:lnTo>
                    <a:pt x="163343" y="214254"/>
                  </a:lnTo>
                  <a:lnTo>
                    <a:pt x="163491" y="214160"/>
                  </a:lnTo>
                  <a:lnTo>
                    <a:pt x="163816" y="214140"/>
                  </a:lnTo>
                  <a:lnTo>
                    <a:pt x="163949" y="214143"/>
                  </a:lnTo>
                  <a:lnTo>
                    <a:pt x="164162" y="214196"/>
                  </a:lnTo>
                  <a:lnTo>
                    <a:pt x="164555" y="213982"/>
                  </a:lnTo>
                  <a:lnTo>
                    <a:pt x="164931" y="213691"/>
                  </a:lnTo>
                  <a:lnTo>
                    <a:pt x="165086" y="213693"/>
                  </a:lnTo>
                  <a:lnTo>
                    <a:pt x="165428" y="213666"/>
                  </a:lnTo>
                  <a:lnTo>
                    <a:pt x="165614" y="213634"/>
                  </a:lnTo>
                  <a:lnTo>
                    <a:pt x="165782" y="213561"/>
                  </a:lnTo>
                  <a:lnTo>
                    <a:pt x="166236" y="213644"/>
                  </a:lnTo>
                  <a:lnTo>
                    <a:pt x="166482" y="214008"/>
                  </a:lnTo>
                  <a:lnTo>
                    <a:pt x="166738" y="214077"/>
                  </a:lnTo>
                  <a:lnTo>
                    <a:pt x="167007" y="214151"/>
                  </a:lnTo>
                  <a:lnTo>
                    <a:pt x="167195" y="214281"/>
                  </a:lnTo>
                  <a:lnTo>
                    <a:pt x="167051" y="214687"/>
                  </a:lnTo>
                  <a:lnTo>
                    <a:pt x="167037" y="214840"/>
                  </a:lnTo>
                  <a:lnTo>
                    <a:pt x="166956" y="215152"/>
                  </a:lnTo>
                  <a:lnTo>
                    <a:pt x="167131" y="215237"/>
                  </a:lnTo>
                  <a:lnTo>
                    <a:pt x="167470" y="215542"/>
                  </a:lnTo>
                  <a:lnTo>
                    <a:pt x="167525" y="215765"/>
                  </a:lnTo>
                  <a:lnTo>
                    <a:pt x="167412" y="216357"/>
                  </a:lnTo>
                  <a:lnTo>
                    <a:pt x="167191" y="216507"/>
                  </a:lnTo>
                  <a:lnTo>
                    <a:pt x="166978" y="217200"/>
                  </a:lnTo>
                  <a:lnTo>
                    <a:pt x="167573" y="217417"/>
                  </a:lnTo>
                  <a:lnTo>
                    <a:pt x="167726" y="217930"/>
                  </a:lnTo>
                  <a:lnTo>
                    <a:pt x="167847" y="218113"/>
                  </a:lnTo>
                  <a:lnTo>
                    <a:pt x="168380" y="218253"/>
                  </a:lnTo>
                  <a:lnTo>
                    <a:pt x="168419" y="217986"/>
                  </a:lnTo>
                  <a:lnTo>
                    <a:pt x="168507" y="217812"/>
                  </a:lnTo>
                  <a:lnTo>
                    <a:pt x="168625" y="217580"/>
                  </a:lnTo>
                  <a:lnTo>
                    <a:pt x="168805" y="217538"/>
                  </a:lnTo>
                  <a:lnTo>
                    <a:pt x="169082" y="217571"/>
                  </a:lnTo>
                  <a:lnTo>
                    <a:pt x="169320" y="217549"/>
                  </a:lnTo>
                  <a:lnTo>
                    <a:pt x="169650" y="217476"/>
                  </a:lnTo>
                  <a:lnTo>
                    <a:pt x="169829" y="217166"/>
                  </a:lnTo>
                  <a:lnTo>
                    <a:pt x="170017" y="217201"/>
                  </a:lnTo>
                  <a:lnTo>
                    <a:pt x="170284" y="217122"/>
                  </a:lnTo>
                  <a:lnTo>
                    <a:pt x="170888" y="217150"/>
                  </a:lnTo>
                  <a:lnTo>
                    <a:pt x="171240" y="217272"/>
                  </a:lnTo>
                  <a:lnTo>
                    <a:pt x="171364" y="217837"/>
                  </a:lnTo>
                  <a:lnTo>
                    <a:pt x="171633" y="217828"/>
                  </a:lnTo>
                  <a:lnTo>
                    <a:pt x="172164" y="217676"/>
                  </a:lnTo>
                  <a:lnTo>
                    <a:pt x="172466" y="217479"/>
                  </a:lnTo>
                  <a:lnTo>
                    <a:pt x="172821" y="217236"/>
                  </a:lnTo>
                  <a:lnTo>
                    <a:pt x="173527" y="217127"/>
                  </a:lnTo>
                  <a:lnTo>
                    <a:pt x="174191" y="217612"/>
                  </a:lnTo>
                  <a:lnTo>
                    <a:pt x="174273" y="217768"/>
                  </a:lnTo>
                  <a:lnTo>
                    <a:pt x="174291" y="217930"/>
                  </a:lnTo>
                  <a:lnTo>
                    <a:pt x="174367" y="218243"/>
                  </a:lnTo>
                  <a:lnTo>
                    <a:pt x="174857" y="218181"/>
                  </a:lnTo>
                  <a:lnTo>
                    <a:pt x="175226" y="218091"/>
                  </a:lnTo>
                  <a:lnTo>
                    <a:pt x="175605" y="218496"/>
                  </a:lnTo>
                  <a:lnTo>
                    <a:pt x="175841" y="218780"/>
                  </a:lnTo>
                  <a:lnTo>
                    <a:pt x="176636" y="218807"/>
                  </a:lnTo>
                  <a:lnTo>
                    <a:pt x="177233" y="218669"/>
                  </a:lnTo>
                  <a:lnTo>
                    <a:pt x="177515" y="218547"/>
                  </a:lnTo>
                  <a:lnTo>
                    <a:pt x="177714" y="218209"/>
                  </a:lnTo>
                  <a:lnTo>
                    <a:pt x="177981" y="217885"/>
                  </a:lnTo>
                  <a:lnTo>
                    <a:pt x="178408" y="217967"/>
                  </a:lnTo>
                  <a:lnTo>
                    <a:pt x="178565" y="217856"/>
                  </a:lnTo>
                  <a:lnTo>
                    <a:pt x="178717" y="217583"/>
                  </a:lnTo>
                  <a:lnTo>
                    <a:pt x="178745" y="217361"/>
                  </a:lnTo>
                  <a:lnTo>
                    <a:pt x="178610" y="217281"/>
                  </a:lnTo>
                  <a:lnTo>
                    <a:pt x="178124" y="217032"/>
                  </a:lnTo>
                  <a:lnTo>
                    <a:pt x="177990" y="216885"/>
                  </a:lnTo>
                  <a:lnTo>
                    <a:pt x="177721" y="216734"/>
                  </a:lnTo>
                  <a:lnTo>
                    <a:pt x="177371" y="216653"/>
                  </a:lnTo>
                  <a:lnTo>
                    <a:pt x="177258" y="216448"/>
                  </a:lnTo>
                  <a:lnTo>
                    <a:pt x="177172" y="216148"/>
                  </a:lnTo>
                  <a:lnTo>
                    <a:pt x="177118" y="215410"/>
                  </a:lnTo>
                  <a:lnTo>
                    <a:pt x="177063" y="215218"/>
                  </a:lnTo>
                  <a:lnTo>
                    <a:pt x="177025" y="214961"/>
                  </a:lnTo>
                  <a:lnTo>
                    <a:pt x="177282" y="214658"/>
                  </a:lnTo>
                  <a:lnTo>
                    <a:pt x="177049" y="214530"/>
                  </a:lnTo>
                  <a:lnTo>
                    <a:pt x="176827" y="214429"/>
                  </a:lnTo>
                  <a:lnTo>
                    <a:pt x="176625" y="213870"/>
                  </a:lnTo>
                  <a:lnTo>
                    <a:pt x="176619" y="213660"/>
                  </a:lnTo>
                  <a:lnTo>
                    <a:pt x="176949" y="213127"/>
                  </a:lnTo>
                  <a:lnTo>
                    <a:pt x="177300" y="212422"/>
                  </a:lnTo>
                  <a:lnTo>
                    <a:pt x="177667" y="211722"/>
                  </a:lnTo>
                  <a:lnTo>
                    <a:pt x="177899" y="211393"/>
                  </a:lnTo>
                  <a:lnTo>
                    <a:pt x="178043" y="211284"/>
                  </a:lnTo>
                  <a:lnTo>
                    <a:pt x="178233" y="211168"/>
                  </a:lnTo>
                  <a:lnTo>
                    <a:pt x="178175" y="210782"/>
                  </a:lnTo>
                  <a:lnTo>
                    <a:pt x="178309" y="210205"/>
                  </a:lnTo>
                  <a:lnTo>
                    <a:pt x="178213" y="209955"/>
                  </a:lnTo>
                  <a:lnTo>
                    <a:pt x="177960" y="209841"/>
                  </a:lnTo>
                  <a:lnTo>
                    <a:pt x="177444" y="209475"/>
                  </a:lnTo>
                  <a:lnTo>
                    <a:pt x="177510" y="209229"/>
                  </a:lnTo>
                  <a:lnTo>
                    <a:pt x="177346" y="208992"/>
                  </a:lnTo>
                  <a:lnTo>
                    <a:pt x="177034" y="209286"/>
                  </a:lnTo>
                  <a:lnTo>
                    <a:pt x="176978" y="209509"/>
                  </a:lnTo>
                  <a:lnTo>
                    <a:pt x="176866" y="209774"/>
                  </a:lnTo>
                  <a:lnTo>
                    <a:pt x="176607" y="209854"/>
                  </a:lnTo>
                  <a:lnTo>
                    <a:pt x="176231" y="209554"/>
                  </a:lnTo>
                  <a:lnTo>
                    <a:pt x="175410" y="209563"/>
                  </a:lnTo>
                  <a:lnTo>
                    <a:pt x="175384" y="209821"/>
                  </a:lnTo>
                  <a:lnTo>
                    <a:pt x="175130" y="209882"/>
                  </a:lnTo>
                  <a:lnTo>
                    <a:pt x="174737" y="210078"/>
                  </a:lnTo>
                  <a:lnTo>
                    <a:pt x="174706" y="210430"/>
                  </a:lnTo>
                  <a:lnTo>
                    <a:pt x="174620" y="210585"/>
                  </a:lnTo>
                  <a:lnTo>
                    <a:pt x="174458" y="210786"/>
                  </a:lnTo>
                  <a:lnTo>
                    <a:pt x="173988" y="211219"/>
                  </a:lnTo>
                  <a:lnTo>
                    <a:pt x="173999" y="211401"/>
                  </a:lnTo>
                  <a:lnTo>
                    <a:pt x="173864" y="211410"/>
                  </a:lnTo>
                  <a:lnTo>
                    <a:pt x="173223" y="211844"/>
                  </a:lnTo>
                  <a:lnTo>
                    <a:pt x="172838" y="211618"/>
                  </a:lnTo>
                  <a:lnTo>
                    <a:pt x="172679" y="211524"/>
                  </a:lnTo>
                  <a:lnTo>
                    <a:pt x="172354" y="211717"/>
                  </a:lnTo>
                  <a:lnTo>
                    <a:pt x="172280" y="211855"/>
                  </a:lnTo>
                  <a:lnTo>
                    <a:pt x="172053" y="211805"/>
                  </a:lnTo>
                  <a:lnTo>
                    <a:pt x="171694" y="211681"/>
                  </a:lnTo>
                  <a:lnTo>
                    <a:pt x="171441" y="211455"/>
                  </a:lnTo>
                  <a:lnTo>
                    <a:pt x="171358" y="210576"/>
                  </a:lnTo>
                  <a:lnTo>
                    <a:pt x="171480" y="210163"/>
                  </a:lnTo>
                  <a:lnTo>
                    <a:pt x="172079" y="209654"/>
                  </a:lnTo>
                  <a:lnTo>
                    <a:pt x="172399" y="209422"/>
                  </a:lnTo>
                  <a:lnTo>
                    <a:pt x="173174" y="209074"/>
                  </a:lnTo>
                  <a:lnTo>
                    <a:pt x="173268" y="209452"/>
                  </a:lnTo>
                  <a:lnTo>
                    <a:pt x="173473" y="209547"/>
                  </a:lnTo>
                  <a:lnTo>
                    <a:pt x="173754" y="209515"/>
                  </a:lnTo>
                  <a:lnTo>
                    <a:pt x="173832" y="209001"/>
                  </a:lnTo>
                  <a:lnTo>
                    <a:pt x="174283" y="209035"/>
                  </a:lnTo>
                  <a:lnTo>
                    <a:pt x="174605" y="208589"/>
                  </a:lnTo>
                  <a:lnTo>
                    <a:pt x="174903" y="208147"/>
                  </a:lnTo>
                  <a:lnTo>
                    <a:pt x="175398" y="208026"/>
                  </a:lnTo>
                  <a:lnTo>
                    <a:pt x="175198" y="207679"/>
                  </a:lnTo>
                  <a:lnTo>
                    <a:pt x="175110" y="207300"/>
                  </a:lnTo>
                  <a:lnTo>
                    <a:pt x="176014" y="206800"/>
                  </a:lnTo>
                  <a:lnTo>
                    <a:pt x="176179" y="206827"/>
                  </a:lnTo>
                  <a:lnTo>
                    <a:pt x="176379" y="206864"/>
                  </a:lnTo>
                  <a:lnTo>
                    <a:pt x="176945" y="206934"/>
                  </a:lnTo>
                  <a:lnTo>
                    <a:pt x="177312" y="206875"/>
                  </a:lnTo>
                  <a:lnTo>
                    <a:pt x="177591" y="207121"/>
                  </a:lnTo>
                  <a:lnTo>
                    <a:pt x="178166" y="207358"/>
                  </a:lnTo>
                  <a:lnTo>
                    <a:pt x="178451" y="207391"/>
                  </a:lnTo>
                  <a:lnTo>
                    <a:pt x="178448" y="207003"/>
                  </a:lnTo>
                  <a:lnTo>
                    <a:pt x="178580" y="206820"/>
                  </a:lnTo>
                  <a:lnTo>
                    <a:pt x="179008" y="206304"/>
                  </a:lnTo>
                  <a:lnTo>
                    <a:pt x="179298" y="206268"/>
                  </a:lnTo>
                  <a:lnTo>
                    <a:pt x="180280" y="206088"/>
                  </a:lnTo>
                  <a:lnTo>
                    <a:pt x="180530" y="206215"/>
                  </a:lnTo>
                  <a:lnTo>
                    <a:pt x="180675" y="206359"/>
                  </a:lnTo>
                  <a:lnTo>
                    <a:pt x="180951" y="206647"/>
                  </a:lnTo>
                  <a:lnTo>
                    <a:pt x="180878" y="207660"/>
                  </a:lnTo>
                  <a:lnTo>
                    <a:pt x="180491" y="208208"/>
                  </a:lnTo>
                  <a:lnTo>
                    <a:pt x="180727" y="208581"/>
                  </a:lnTo>
                  <a:lnTo>
                    <a:pt x="181348" y="208940"/>
                  </a:lnTo>
                  <a:lnTo>
                    <a:pt x="181475" y="208249"/>
                  </a:lnTo>
                  <a:lnTo>
                    <a:pt x="181812" y="208149"/>
                  </a:lnTo>
                  <a:lnTo>
                    <a:pt x="182351" y="208181"/>
                  </a:lnTo>
                  <a:lnTo>
                    <a:pt x="182622" y="207817"/>
                  </a:lnTo>
                  <a:lnTo>
                    <a:pt x="182771" y="207466"/>
                  </a:lnTo>
                  <a:lnTo>
                    <a:pt x="182252" y="207305"/>
                  </a:lnTo>
                  <a:lnTo>
                    <a:pt x="181827" y="206594"/>
                  </a:lnTo>
                  <a:lnTo>
                    <a:pt x="182356" y="206226"/>
                  </a:lnTo>
                  <a:lnTo>
                    <a:pt x="182627" y="206334"/>
                  </a:lnTo>
                  <a:lnTo>
                    <a:pt x="182797" y="206448"/>
                  </a:lnTo>
                  <a:lnTo>
                    <a:pt x="183280" y="206809"/>
                  </a:lnTo>
                  <a:lnTo>
                    <a:pt x="183391" y="207060"/>
                  </a:lnTo>
                  <a:lnTo>
                    <a:pt x="183097" y="207696"/>
                  </a:lnTo>
                  <a:lnTo>
                    <a:pt x="183388" y="208087"/>
                  </a:lnTo>
                  <a:lnTo>
                    <a:pt x="183465" y="208428"/>
                  </a:lnTo>
                  <a:lnTo>
                    <a:pt x="183486" y="208616"/>
                  </a:lnTo>
                  <a:lnTo>
                    <a:pt x="183435" y="209154"/>
                  </a:lnTo>
                  <a:lnTo>
                    <a:pt x="184411" y="209218"/>
                  </a:lnTo>
                  <a:lnTo>
                    <a:pt x="184579" y="209332"/>
                  </a:lnTo>
                  <a:lnTo>
                    <a:pt x="184953" y="209604"/>
                  </a:lnTo>
                  <a:lnTo>
                    <a:pt x="185384" y="210067"/>
                  </a:lnTo>
                  <a:lnTo>
                    <a:pt x="185678" y="210124"/>
                  </a:lnTo>
                  <a:lnTo>
                    <a:pt x="186221" y="210201"/>
                  </a:lnTo>
                  <a:lnTo>
                    <a:pt x="186817" y="210188"/>
                  </a:lnTo>
                  <a:lnTo>
                    <a:pt x="187655" y="209373"/>
                  </a:lnTo>
                  <a:lnTo>
                    <a:pt x="187941" y="209389"/>
                  </a:lnTo>
                  <a:lnTo>
                    <a:pt x="188186" y="209407"/>
                  </a:lnTo>
                  <a:lnTo>
                    <a:pt x="188580" y="209396"/>
                  </a:lnTo>
                  <a:lnTo>
                    <a:pt x="188532" y="208736"/>
                  </a:lnTo>
                  <a:lnTo>
                    <a:pt x="188228" y="208307"/>
                  </a:lnTo>
                  <a:lnTo>
                    <a:pt x="187998" y="208133"/>
                  </a:lnTo>
                  <a:lnTo>
                    <a:pt x="188153" y="207836"/>
                  </a:lnTo>
                  <a:lnTo>
                    <a:pt x="188426" y="207742"/>
                  </a:lnTo>
                  <a:lnTo>
                    <a:pt x="188186" y="207346"/>
                  </a:lnTo>
                  <a:lnTo>
                    <a:pt x="188354" y="206943"/>
                  </a:lnTo>
                  <a:lnTo>
                    <a:pt x="188511" y="206662"/>
                  </a:lnTo>
                  <a:lnTo>
                    <a:pt x="188453" y="206232"/>
                  </a:lnTo>
                  <a:lnTo>
                    <a:pt x="188386" y="206023"/>
                  </a:lnTo>
                  <a:lnTo>
                    <a:pt x="188337" y="205647"/>
                  </a:lnTo>
                  <a:lnTo>
                    <a:pt x="188620" y="204801"/>
                  </a:lnTo>
                  <a:lnTo>
                    <a:pt x="189220" y="204653"/>
                  </a:lnTo>
                  <a:lnTo>
                    <a:pt x="189661" y="204397"/>
                  </a:lnTo>
                  <a:lnTo>
                    <a:pt x="189794" y="204059"/>
                  </a:lnTo>
                  <a:lnTo>
                    <a:pt x="190399" y="203508"/>
                  </a:lnTo>
                  <a:lnTo>
                    <a:pt x="190465" y="203369"/>
                  </a:lnTo>
                  <a:lnTo>
                    <a:pt x="190618" y="202963"/>
                  </a:lnTo>
                  <a:lnTo>
                    <a:pt x="190643" y="202670"/>
                  </a:lnTo>
                  <a:lnTo>
                    <a:pt x="190482" y="202236"/>
                  </a:lnTo>
                  <a:lnTo>
                    <a:pt x="190604" y="202013"/>
                  </a:lnTo>
                  <a:lnTo>
                    <a:pt x="191044" y="201871"/>
                  </a:lnTo>
                  <a:lnTo>
                    <a:pt x="191539" y="201692"/>
                  </a:lnTo>
                  <a:lnTo>
                    <a:pt x="191722" y="201606"/>
                  </a:lnTo>
                  <a:lnTo>
                    <a:pt x="191910" y="201503"/>
                  </a:lnTo>
                  <a:lnTo>
                    <a:pt x="192066" y="201176"/>
                  </a:lnTo>
                  <a:lnTo>
                    <a:pt x="192149" y="200980"/>
                  </a:lnTo>
                  <a:lnTo>
                    <a:pt x="192141" y="200839"/>
                  </a:lnTo>
                  <a:lnTo>
                    <a:pt x="192318" y="199626"/>
                  </a:lnTo>
                  <a:lnTo>
                    <a:pt x="191736" y="199296"/>
                  </a:lnTo>
                  <a:lnTo>
                    <a:pt x="191057" y="199181"/>
                  </a:lnTo>
                  <a:lnTo>
                    <a:pt x="191282" y="199087"/>
                  </a:lnTo>
                  <a:lnTo>
                    <a:pt x="191523" y="199018"/>
                  </a:lnTo>
                  <a:lnTo>
                    <a:pt x="191750" y="198996"/>
                  </a:lnTo>
                  <a:lnTo>
                    <a:pt x="192135" y="198553"/>
                  </a:lnTo>
                  <a:lnTo>
                    <a:pt x="192810" y="198221"/>
                  </a:lnTo>
                  <a:lnTo>
                    <a:pt x="193027" y="198060"/>
                  </a:lnTo>
                  <a:lnTo>
                    <a:pt x="193225" y="197822"/>
                  </a:lnTo>
                  <a:lnTo>
                    <a:pt x="193489" y="197528"/>
                  </a:lnTo>
                  <a:lnTo>
                    <a:pt x="193674" y="197384"/>
                  </a:lnTo>
                  <a:lnTo>
                    <a:pt x="193907" y="197093"/>
                  </a:lnTo>
                  <a:lnTo>
                    <a:pt x="194052" y="196548"/>
                  </a:lnTo>
                  <a:lnTo>
                    <a:pt x="194115" y="196325"/>
                  </a:lnTo>
                  <a:lnTo>
                    <a:pt x="194521" y="196363"/>
                  </a:lnTo>
                  <a:lnTo>
                    <a:pt x="194557" y="196521"/>
                  </a:lnTo>
                  <a:lnTo>
                    <a:pt x="194591" y="196702"/>
                  </a:lnTo>
                  <a:lnTo>
                    <a:pt x="194715" y="196869"/>
                  </a:lnTo>
                  <a:lnTo>
                    <a:pt x="194974" y="197010"/>
                  </a:lnTo>
                  <a:lnTo>
                    <a:pt x="195124" y="197154"/>
                  </a:lnTo>
                  <a:lnTo>
                    <a:pt x="195196" y="197536"/>
                  </a:lnTo>
                  <a:lnTo>
                    <a:pt x="195460" y="197704"/>
                  </a:lnTo>
                  <a:lnTo>
                    <a:pt x="196145" y="197905"/>
                  </a:lnTo>
                  <a:lnTo>
                    <a:pt x="196534" y="197468"/>
                  </a:lnTo>
                  <a:lnTo>
                    <a:pt x="196478" y="197212"/>
                  </a:lnTo>
                  <a:lnTo>
                    <a:pt x="196548" y="196697"/>
                  </a:lnTo>
                  <a:lnTo>
                    <a:pt x="196791" y="196619"/>
                  </a:lnTo>
                  <a:lnTo>
                    <a:pt x="196955" y="196594"/>
                  </a:lnTo>
                  <a:lnTo>
                    <a:pt x="197210" y="196681"/>
                  </a:lnTo>
                  <a:lnTo>
                    <a:pt x="197498" y="197041"/>
                  </a:lnTo>
                  <a:lnTo>
                    <a:pt x="197724" y="197221"/>
                  </a:lnTo>
                  <a:lnTo>
                    <a:pt x="197976" y="196782"/>
                  </a:lnTo>
                  <a:lnTo>
                    <a:pt x="198148" y="196740"/>
                  </a:lnTo>
                  <a:lnTo>
                    <a:pt x="198397" y="196677"/>
                  </a:lnTo>
                  <a:lnTo>
                    <a:pt x="198656" y="196584"/>
                  </a:lnTo>
                  <a:lnTo>
                    <a:pt x="199230" y="195740"/>
                  </a:lnTo>
                  <a:lnTo>
                    <a:pt x="199649" y="195461"/>
                  </a:lnTo>
                  <a:lnTo>
                    <a:pt x="199836" y="195395"/>
                  </a:lnTo>
                  <a:lnTo>
                    <a:pt x="200078" y="195421"/>
                  </a:lnTo>
                  <a:lnTo>
                    <a:pt x="200610" y="195966"/>
                  </a:lnTo>
                  <a:lnTo>
                    <a:pt x="200572" y="196108"/>
                  </a:lnTo>
                  <a:lnTo>
                    <a:pt x="200531" y="196278"/>
                  </a:lnTo>
                  <a:lnTo>
                    <a:pt x="200492" y="196792"/>
                  </a:lnTo>
                  <a:lnTo>
                    <a:pt x="200684" y="197066"/>
                  </a:lnTo>
                  <a:lnTo>
                    <a:pt x="201118" y="197078"/>
                  </a:lnTo>
                  <a:lnTo>
                    <a:pt x="201257" y="197005"/>
                  </a:lnTo>
                  <a:lnTo>
                    <a:pt x="201615" y="196864"/>
                  </a:lnTo>
                  <a:lnTo>
                    <a:pt x="201854" y="197137"/>
                  </a:lnTo>
                  <a:lnTo>
                    <a:pt x="202070" y="197430"/>
                  </a:lnTo>
                  <a:lnTo>
                    <a:pt x="202372" y="197817"/>
                  </a:lnTo>
                  <a:lnTo>
                    <a:pt x="202521" y="197611"/>
                  </a:lnTo>
                  <a:lnTo>
                    <a:pt x="202468" y="197315"/>
                  </a:lnTo>
                  <a:lnTo>
                    <a:pt x="202869" y="197314"/>
                  </a:lnTo>
                  <a:lnTo>
                    <a:pt x="203362" y="197563"/>
                  </a:lnTo>
                  <a:lnTo>
                    <a:pt x="203599" y="198067"/>
                  </a:lnTo>
                  <a:lnTo>
                    <a:pt x="203501" y="198296"/>
                  </a:lnTo>
                  <a:lnTo>
                    <a:pt x="203234" y="198746"/>
                  </a:lnTo>
                  <a:lnTo>
                    <a:pt x="203163" y="198881"/>
                  </a:lnTo>
                  <a:lnTo>
                    <a:pt x="203040" y="199246"/>
                  </a:lnTo>
                  <a:lnTo>
                    <a:pt x="202589" y="199730"/>
                  </a:lnTo>
                  <a:lnTo>
                    <a:pt x="202399" y="199631"/>
                  </a:lnTo>
                  <a:lnTo>
                    <a:pt x="202256" y="199556"/>
                  </a:lnTo>
                  <a:lnTo>
                    <a:pt x="202215" y="199861"/>
                  </a:lnTo>
                  <a:lnTo>
                    <a:pt x="202046" y="200237"/>
                  </a:lnTo>
                  <a:lnTo>
                    <a:pt x="201731" y="200627"/>
                  </a:lnTo>
                  <a:lnTo>
                    <a:pt x="201613" y="201102"/>
                  </a:lnTo>
                  <a:lnTo>
                    <a:pt x="201814" y="201370"/>
                  </a:lnTo>
                  <a:lnTo>
                    <a:pt x="202176" y="201705"/>
                  </a:lnTo>
                  <a:lnTo>
                    <a:pt x="201685" y="202052"/>
                  </a:lnTo>
                  <a:lnTo>
                    <a:pt x="201612" y="202299"/>
                  </a:lnTo>
                  <a:lnTo>
                    <a:pt x="201632" y="202476"/>
                  </a:lnTo>
                  <a:lnTo>
                    <a:pt x="201894" y="202881"/>
                  </a:lnTo>
                  <a:lnTo>
                    <a:pt x="202326" y="202916"/>
                  </a:lnTo>
                  <a:lnTo>
                    <a:pt x="202621" y="202712"/>
                  </a:lnTo>
                  <a:lnTo>
                    <a:pt x="203245" y="202752"/>
                  </a:lnTo>
                  <a:lnTo>
                    <a:pt x="203803" y="202633"/>
                  </a:lnTo>
                  <a:lnTo>
                    <a:pt x="204065" y="202546"/>
                  </a:lnTo>
                  <a:lnTo>
                    <a:pt x="204226" y="202501"/>
                  </a:lnTo>
                  <a:lnTo>
                    <a:pt x="204841" y="202473"/>
                  </a:lnTo>
                  <a:lnTo>
                    <a:pt x="205013" y="202505"/>
                  </a:lnTo>
                  <a:lnTo>
                    <a:pt x="204927" y="203077"/>
                  </a:lnTo>
                  <a:lnTo>
                    <a:pt x="205160" y="203175"/>
                  </a:lnTo>
                  <a:lnTo>
                    <a:pt x="205412" y="203414"/>
                  </a:lnTo>
                  <a:lnTo>
                    <a:pt x="205670" y="203315"/>
                  </a:lnTo>
                  <a:lnTo>
                    <a:pt x="206403" y="203018"/>
                  </a:lnTo>
                  <a:lnTo>
                    <a:pt x="206878" y="202565"/>
                  </a:lnTo>
                  <a:lnTo>
                    <a:pt x="206947" y="202270"/>
                  </a:lnTo>
                  <a:lnTo>
                    <a:pt x="207475" y="201649"/>
                  </a:lnTo>
                  <a:lnTo>
                    <a:pt x="207355" y="201188"/>
                  </a:lnTo>
                  <a:lnTo>
                    <a:pt x="207245" y="201047"/>
                  </a:lnTo>
                  <a:lnTo>
                    <a:pt x="206957" y="200764"/>
                  </a:lnTo>
                  <a:lnTo>
                    <a:pt x="206894" y="200423"/>
                  </a:lnTo>
                  <a:lnTo>
                    <a:pt x="206753" y="199865"/>
                  </a:lnTo>
                  <a:lnTo>
                    <a:pt x="206680" y="199566"/>
                  </a:lnTo>
                  <a:lnTo>
                    <a:pt x="206694" y="199090"/>
                  </a:lnTo>
                  <a:lnTo>
                    <a:pt x="206763" y="198931"/>
                  </a:lnTo>
                  <a:lnTo>
                    <a:pt x="206845" y="198792"/>
                  </a:lnTo>
                  <a:lnTo>
                    <a:pt x="206695" y="198686"/>
                  </a:lnTo>
                  <a:lnTo>
                    <a:pt x="206211" y="198424"/>
                  </a:lnTo>
                  <a:lnTo>
                    <a:pt x="206018" y="198369"/>
                  </a:lnTo>
                  <a:lnTo>
                    <a:pt x="205739" y="198162"/>
                  </a:lnTo>
                  <a:lnTo>
                    <a:pt x="205731" y="197921"/>
                  </a:lnTo>
                  <a:lnTo>
                    <a:pt x="206121" y="196910"/>
                  </a:lnTo>
                  <a:lnTo>
                    <a:pt x="206326" y="196294"/>
                  </a:lnTo>
                  <a:lnTo>
                    <a:pt x="206440" y="196103"/>
                  </a:lnTo>
                  <a:lnTo>
                    <a:pt x="206974" y="195815"/>
                  </a:lnTo>
                  <a:lnTo>
                    <a:pt x="207072" y="195953"/>
                  </a:lnTo>
                  <a:lnTo>
                    <a:pt x="207284" y="196134"/>
                  </a:lnTo>
                  <a:lnTo>
                    <a:pt x="208024" y="196369"/>
                  </a:lnTo>
                  <a:lnTo>
                    <a:pt x="208697" y="196455"/>
                  </a:lnTo>
                  <a:lnTo>
                    <a:pt x="208834" y="196465"/>
                  </a:lnTo>
                  <a:lnTo>
                    <a:pt x="209065" y="196298"/>
                  </a:lnTo>
                  <a:lnTo>
                    <a:pt x="209505" y="195736"/>
                  </a:lnTo>
                  <a:lnTo>
                    <a:pt x="209717" y="195349"/>
                  </a:lnTo>
                  <a:lnTo>
                    <a:pt x="209757" y="195100"/>
                  </a:lnTo>
                  <a:lnTo>
                    <a:pt x="209750" y="194774"/>
                  </a:lnTo>
                  <a:lnTo>
                    <a:pt x="209755" y="194645"/>
                  </a:lnTo>
                  <a:lnTo>
                    <a:pt x="209961" y="193452"/>
                  </a:lnTo>
                  <a:lnTo>
                    <a:pt x="210218" y="192888"/>
                  </a:lnTo>
                  <a:lnTo>
                    <a:pt x="210491" y="192256"/>
                  </a:lnTo>
                  <a:lnTo>
                    <a:pt x="210501" y="191889"/>
                  </a:lnTo>
                  <a:lnTo>
                    <a:pt x="210632" y="190998"/>
                  </a:lnTo>
                  <a:lnTo>
                    <a:pt x="211161" y="190614"/>
                  </a:lnTo>
                  <a:lnTo>
                    <a:pt x="211369" y="190572"/>
                  </a:lnTo>
                  <a:lnTo>
                    <a:pt x="211532" y="190430"/>
                  </a:lnTo>
                  <a:lnTo>
                    <a:pt x="212077" y="189860"/>
                  </a:lnTo>
                  <a:lnTo>
                    <a:pt x="212268" y="189619"/>
                  </a:lnTo>
                  <a:lnTo>
                    <a:pt x="212540" y="189264"/>
                  </a:lnTo>
                  <a:lnTo>
                    <a:pt x="212974" y="188930"/>
                  </a:lnTo>
                  <a:lnTo>
                    <a:pt x="213129" y="189065"/>
                  </a:lnTo>
                  <a:lnTo>
                    <a:pt x="213229" y="189199"/>
                  </a:lnTo>
                  <a:lnTo>
                    <a:pt x="213435" y="189683"/>
                  </a:lnTo>
                  <a:lnTo>
                    <a:pt x="214166" y="189532"/>
                  </a:lnTo>
                  <a:lnTo>
                    <a:pt x="214394" y="189530"/>
                  </a:lnTo>
                  <a:lnTo>
                    <a:pt x="214635" y="189596"/>
                  </a:lnTo>
                  <a:lnTo>
                    <a:pt x="214774" y="189768"/>
                  </a:lnTo>
                  <a:lnTo>
                    <a:pt x="215005" y="190268"/>
                  </a:lnTo>
                  <a:lnTo>
                    <a:pt x="215214" y="190494"/>
                  </a:lnTo>
                  <a:lnTo>
                    <a:pt x="215563" y="190534"/>
                  </a:lnTo>
                  <a:lnTo>
                    <a:pt x="215780" y="190520"/>
                  </a:lnTo>
                  <a:lnTo>
                    <a:pt x="216029" y="190127"/>
                  </a:lnTo>
                  <a:lnTo>
                    <a:pt x="216472" y="190388"/>
                  </a:lnTo>
                  <a:lnTo>
                    <a:pt x="216743" y="190425"/>
                  </a:lnTo>
                  <a:lnTo>
                    <a:pt x="217176" y="190112"/>
                  </a:lnTo>
                  <a:lnTo>
                    <a:pt x="217768" y="190302"/>
                  </a:lnTo>
                  <a:lnTo>
                    <a:pt x="217686" y="190475"/>
                  </a:lnTo>
                  <a:lnTo>
                    <a:pt x="217598" y="190655"/>
                  </a:lnTo>
                  <a:lnTo>
                    <a:pt x="217551" y="191105"/>
                  </a:lnTo>
                  <a:lnTo>
                    <a:pt x="217666" y="191301"/>
                  </a:lnTo>
                  <a:lnTo>
                    <a:pt x="217811" y="191635"/>
                  </a:lnTo>
                  <a:lnTo>
                    <a:pt x="217895" y="191834"/>
                  </a:lnTo>
                  <a:lnTo>
                    <a:pt x="217693" y="192111"/>
                  </a:lnTo>
                  <a:lnTo>
                    <a:pt x="217598" y="192485"/>
                  </a:lnTo>
                  <a:lnTo>
                    <a:pt x="217388" y="192904"/>
                  </a:lnTo>
                  <a:lnTo>
                    <a:pt x="217301" y="193077"/>
                  </a:lnTo>
                  <a:lnTo>
                    <a:pt x="217189" y="193214"/>
                  </a:lnTo>
                  <a:lnTo>
                    <a:pt x="217113" y="193345"/>
                  </a:lnTo>
                  <a:lnTo>
                    <a:pt x="216922" y="193933"/>
                  </a:lnTo>
                  <a:lnTo>
                    <a:pt x="216810" y="194368"/>
                  </a:lnTo>
                  <a:lnTo>
                    <a:pt x="216846" y="194549"/>
                  </a:lnTo>
                  <a:lnTo>
                    <a:pt x="216881" y="194805"/>
                  </a:lnTo>
                  <a:lnTo>
                    <a:pt x="216863" y="195157"/>
                  </a:lnTo>
                  <a:lnTo>
                    <a:pt x="216663" y="195569"/>
                  </a:lnTo>
                  <a:lnTo>
                    <a:pt x="216787" y="195840"/>
                  </a:lnTo>
                  <a:lnTo>
                    <a:pt x="217029" y="195842"/>
                  </a:lnTo>
                  <a:lnTo>
                    <a:pt x="217221" y="195863"/>
                  </a:lnTo>
                  <a:lnTo>
                    <a:pt x="217645" y="196022"/>
                  </a:lnTo>
                  <a:lnTo>
                    <a:pt x="218176" y="196765"/>
                  </a:lnTo>
                  <a:lnTo>
                    <a:pt x="218330" y="196546"/>
                  </a:lnTo>
                  <a:lnTo>
                    <a:pt x="218367" y="196404"/>
                  </a:lnTo>
                  <a:lnTo>
                    <a:pt x="218471" y="196252"/>
                  </a:lnTo>
                  <a:lnTo>
                    <a:pt x="218857" y="196093"/>
                  </a:lnTo>
                  <a:lnTo>
                    <a:pt x="219038" y="196234"/>
                  </a:lnTo>
                  <a:lnTo>
                    <a:pt x="219309" y="196599"/>
                  </a:lnTo>
                  <a:lnTo>
                    <a:pt x="219551" y="196848"/>
                  </a:lnTo>
                  <a:lnTo>
                    <a:pt x="219722" y="196911"/>
                  </a:lnTo>
                  <a:lnTo>
                    <a:pt x="220104" y="196913"/>
                  </a:lnTo>
                  <a:lnTo>
                    <a:pt x="220337" y="196709"/>
                  </a:lnTo>
                  <a:lnTo>
                    <a:pt x="220431" y="196271"/>
                  </a:lnTo>
                  <a:lnTo>
                    <a:pt x="220520" y="195828"/>
                  </a:lnTo>
                  <a:lnTo>
                    <a:pt x="220671" y="195548"/>
                  </a:lnTo>
                  <a:lnTo>
                    <a:pt x="221171" y="194964"/>
                  </a:lnTo>
                  <a:lnTo>
                    <a:pt x="221464" y="194704"/>
                  </a:lnTo>
                  <a:lnTo>
                    <a:pt x="221845" y="195088"/>
                  </a:lnTo>
                  <a:lnTo>
                    <a:pt x="222090" y="195541"/>
                  </a:lnTo>
                  <a:lnTo>
                    <a:pt x="222229" y="195756"/>
                  </a:lnTo>
                  <a:lnTo>
                    <a:pt x="222455" y="195876"/>
                  </a:lnTo>
                  <a:lnTo>
                    <a:pt x="223107" y="196149"/>
                  </a:lnTo>
                  <a:lnTo>
                    <a:pt x="223353" y="196791"/>
                  </a:lnTo>
                  <a:lnTo>
                    <a:pt x="223579" y="196972"/>
                  </a:lnTo>
                  <a:lnTo>
                    <a:pt x="223546" y="197334"/>
                  </a:lnTo>
                  <a:lnTo>
                    <a:pt x="223515" y="197719"/>
                  </a:lnTo>
                  <a:lnTo>
                    <a:pt x="223827" y="197964"/>
                  </a:lnTo>
                  <a:lnTo>
                    <a:pt x="223758" y="198263"/>
                  </a:lnTo>
                  <a:lnTo>
                    <a:pt x="223644" y="198489"/>
                  </a:lnTo>
                  <a:lnTo>
                    <a:pt x="223633" y="198961"/>
                  </a:lnTo>
                  <a:lnTo>
                    <a:pt x="223798" y="199101"/>
                  </a:lnTo>
                  <a:lnTo>
                    <a:pt x="224465" y="199176"/>
                  </a:lnTo>
                  <a:lnTo>
                    <a:pt x="224839" y="199117"/>
                  </a:lnTo>
                  <a:lnTo>
                    <a:pt x="225037" y="199147"/>
                  </a:lnTo>
                  <a:lnTo>
                    <a:pt x="225266" y="199222"/>
                  </a:lnTo>
                  <a:lnTo>
                    <a:pt x="225461" y="199201"/>
                  </a:lnTo>
                  <a:lnTo>
                    <a:pt x="225875" y="199117"/>
                  </a:lnTo>
                  <a:lnTo>
                    <a:pt x="226464" y="198857"/>
                  </a:lnTo>
                  <a:lnTo>
                    <a:pt x="226791" y="198395"/>
                  </a:lnTo>
                  <a:lnTo>
                    <a:pt x="227019" y="197928"/>
                  </a:lnTo>
                  <a:lnTo>
                    <a:pt x="227149" y="197635"/>
                  </a:lnTo>
                  <a:lnTo>
                    <a:pt x="227289" y="197227"/>
                  </a:lnTo>
                  <a:lnTo>
                    <a:pt x="227501" y="196670"/>
                  </a:lnTo>
                  <a:lnTo>
                    <a:pt x="227750" y="196103"/>
                  </a:lnTo>
                  <a:lnTo>
                    <a:pt x="227920" y="195712"/>
                  </a:lnTo>
                  <a:lnTo>
                    <a:pt x="227843" y="195359"/>
                  </a:lnTo>
                  <a:lnTo>
                    <a:pt x="227755" y="195109"/>
                  </a:lnTo>
                  <a:lnTo>
                    <a:pt x="227771" y="194863"/>
                  </a:lnTo>
                  <a:lnTo>
                    <a:pt x="228498" y="194454"/>
                  </a:lnTo>
                  <a:lnTo>
                    <a:pt x="228548" y="194069"/>
                  </a:lnTo>
                  <a:lnTo>
                    <a:pt x="228534" y="193733"/>
                  </a:lnTo>
                  <a:lnTo>
                    <a:pt x="228550" y="193398"/>
                  </a:lnTo>
                  <a:lnTo>
                    <a:pt x="228700" y="193225"/>
                  </a:lnTo>
                  <a:lnTo>
                    <a:pt x="228969" y="192930"/>
                  </a:lnTo>
                  <a:lnTo>
                    <a:pt x="229122" y="192765"/>
                  </a:lnTo>
                  <a:lnTo>
                    <a:pt x="229270" y="192653"/>
                  </a:lnTo>
                  <a:lnTo>
                    <a:pt x="229602" y="192574"/>
                  </a:lnTo>
                  <a:lnTo>
                    <a:pt x="229968" y="192259"/>
                  </a:lnTo>
                  <a:lnTo>
                    <a:pt x="230381" y="191573"/>
                  </a:lnTo>
                  <a:lnTo>
                    <a:pt x="230453" y="191408"/>
                  </a:lnTo>
                  <a:lnTo>
                    <a:pt x="230838" y="191011"/>
                  </a:lnTo>
                  <a:lnTo>
                    <a:pt x="231336" y="190614"/>
                  </a:lnTo>
                  <a:lnTo>
                    <a:pt x="232292" y="189886"/>
                  </a:lnTo>
                  <a:lnTo>
                    <a:pt x="232542" y="189682"/>
                  </a:lnTo>
                  <a:lnTo>
                    <a:pt x="232867" y="190152"/>
                  </a:lnTo>
                  <a:lnTo>
                    <a:pt x="233448" y="189940"/>
                  </a:lnTo>
                  <a:lnTo>
                    <a:pt x="233681" y="189651"/>
                  </a:lnTo>
                  <a:lnTo>
                    <a:pt x="234018" y="189381"/>
                  </a:lnTo>
                  <a:lnTo>
                    <a:pt x="234554" y="188428"/>
                  </a:lnTo>
                  <a:lnTo>
                    <a:pt x="234969" y="188072"/>
                  </a:lnTo>
                  <a:lnTo>
                    <a:pt x="235052" y="187943"/>
                  </a:lnTo>
                  <a:lnTo>
                    <a:pt x="235291" y="187551"/>
                  </a:lnTo>
                  <a:lnTo>
                    <a:pt x="235464" y="186991"/>
                  </a:lnTo>
                  <a:lnTo>
                    <a:pt x="235448" y="186731"/>
                  </a:lnTo>
                  <a:lnTo>
                    <a:pt x="235323" y="186531"/>
                  </a:lnTo>
                  <a:lnTo>
                    <a:pt x="235168" y="186301"/>
                  </a:lnTo>
                  <a:lnTo>
                    <a:pt x="235108" y="186115"/>
                  </a:lnTo>
                  <a:lnTo>
                    <a:pt x="235133" y="185574"/>
                  </a:lnTo>
                  <a:lnTo>
                    <a:pt x="235228" y="185418"/>
                  </a:lnTo>
                  <a:lnTo>
                    <a:pt x="235376" y="185239"/>
                  </a:lnTo>
                  <a:lnTo>
                    <a:pt x="235439" y="185097"/>
                  </a:lnTo>
                  <a:lnTo>
                    <a:pt x="235957" y="185006"/>
                  </a:lnTo>
                  <a:lnTo>
                    <a:pt x="236690" y="184534"/>
                  </a:lnTo>
                  <a:lnTo>
                    <a:pt x="237047" y="183916"/>
                  </a:lnTo>
                  <a:lnTo>
                    <a:pt x="237691" y="183073"/>
                  </a:lnTo>
                  <a:lnTo>
                    <a:pt x="238017" y="182935"/>
                  </a:lnTo>
                  <a:lnTo>
                    <a:pt x="238016" y="183318"/>
                  </a:lnTo>
                  <a:lnTo>
                    <a:pt x="237981" y="183579"/>
                  </a:lnTo>
                  <a:lnTo>
                    <a:pt x="238254" y="183726"/>
                  </a:lnTo>
                  <a:lnTo>
                    <a:pt x="238710" y="183999"/>
                  </a:lnTo>
                  <a:lnTo>
                    <a:pt x="239005" y="184184"/>
                  </a:lnTo>
                  <a:lnTo>
                    <a:pt x="239199" y="184114"/>
                  </a:lnTo>
                  <a:lnTo>
                    <a:pt x="239456" y="184011"/>
                  </a:lnTo>
                  <a:lnTo>
                    <a:pt x="239908" y="183708"/>
                  </a:lnTo>
                  <a:lnTo>
                    <a:pt x="240583" y="183879"/>
                  </a:lnTo>
                  <a:lnTo>
                    <a:pt x="241290" y="184594"/>
                  </a:lnTo>
                  <a:lnTo>
                    <a:pt x="241653" y="184771"/>
                  </a:lnTo>
                  <a:lnTo>
                    <a:pt x="242193" y="184530"/>
                  </a:lnTo>
                  <a:lnTo>
                    <a:pt x="242091" y="184323"/>
                  </a:lnTo>
                  <a:lnTo>
                    <a:pt x="242189" y="184136"/>
                  </a:lnTo>
                  <a:lnTo>
                    <a:pt x="242620" y="183708"/>
                  </a:lnTo>
                  <a:lnTo>
                    <a:pt x="242857" y="183826"/>
                  </a:lnTo>
                  <a:lnTo>
                    <a:pt x="242981" y="184203"/>
                  </a:lnTo>
                  <a:lnTo>
                    <a:pt x="243041" y="184438"/>
                  </a:lnTo>
                  <a:lnTo>
                    <a:pt x="242935" y="184941"/>
                  </a:lnTo>
                  <a:lnTo>
                    <a:pt x="242631" y="185426"/>
                  </a:lnTo>
                  <a:lnTo>
                    <a:pt x="242513" y="185854"/>
                  </a:lnTo>
                  <a:lnTo>
                    <a:pt x="242666" y="186068"/>
                  </a:lnTo>
                  <a:lnTo>
                    <a:pt x="242775" y="186195"/>
                  </a:lnTo>
                  <a:lnTo>
                    <a:pt x="243334" y="186765"/>
                  </a:lnTo>
                  <a:lnTo>
                    <a:pt x="243679" y="186498"/>
                  </a:lnTo>
                  <a:lnTo>
                    <a:pt x="244011" y="186241"/>
                  </a:lnTo>
                  <a:lnTo>
                    <a:pt x="244911" y="186066"/>
                  </a:lnTo>
                  <a:lnTo>
                    <a:pt x="245508" y="186290"/>
                  </a:lnTo>
                  <a:lnTo>
                    <a:pt x="245813" y="186421"/>
                  </a:lnTo>
                  <a:lnTo>
                    <a:pt x="246054" y="186525"/>
                  </a:lnTo>
                  <a:lnTo>
                    <a:pt x="246303" y="186535"/>
                  </a:lnTo>
                  <a:lnTo>
                    <a:pt x="246546" y="186391"/>
                  </a:lnTo>
                  <a:lnTo>
                    <a:pt x="246728" y="186220"/>
                  </a:lnTo>
                  <a:lnTo>
                    <a:pt x="247226" y="185792"/>
                  </a:lnTo>
                  <a:lnTo>
                    <a:pt x="247668" y="185849"/>
                  </a:lnTo>
                  <a:lnTo>
                    <a:pt x="248144" y="185688"/>
                  </a:lnTo>
                  <a:lnTo>
                    <a:pt x="248935" y="185581"/>
                  </a:lnTo>
                  <a:lnTo>
                    <a:pt x="249350" y="185641"/>
                  </a:lnTo>
                  <a:lnTo>
                    <a:pt x="249660" y="186302"/>
                  </a:lnTo>
                  <a:lnTo>
                    <a:pt x="249881" y="186305"/>
                  </a:lnTo>
                  <a:lnTo>
                    <a:pt x="250089" y="185517"/>
                  </a:lnTo>
                  <a:lnTo>
                    <a:pt x="250225" y="185064"/>
                  </a:lnTo>
                  <a:lnTo>
                    <a:pt x="250073" y="184209"/>
                  </a:lnTo>
                  <a:lnTo>
                    <a:pt x="249822" y="183634"/>
                  </a:lnTo>
                  <a:lnTo>
                    <a:pt x="250062" y="183562"/>
                  </a:lnTo>
                  <a:lnTo>
                    <a:pt x="250356" y="183443"/>
                  </a:lnTo>
                  <a:lnTo>
                    <a:pt x="250477" y="182977"/>
                  </a:lnTo>
                  <a:lnTo>
                    <a:pt x="250490" y="182551"/>
                  </a:lnTo>
                  <a:lnTo>
                    <a:pt x="250525" y="182306"/>
                  </a:lnTo>
                  <a:lnTo>
                    <a:pt x="250623" y="181978"/>
                  </a:lnTo>
                  <a:lnTo>
                    <a:pt x="250458" y="181311"/>
                  </a:lnTo>
                  <a:lnTo>
                    <a:pt x="250623" y="181167"/>
                  </a:lnTo>
                  <a:lnTo>
                    <a:pt x="250844" y="181006"/>
                  </a:lnTo>
                  <a:lnTo>
                    <a:pt x="251100" y="180916"/>
                  </a:lnTo>
                  <a:lnTo>
                    <a:pt x="251694" y="180882"/>
                  </a:lnTo>
                  <a:lnTo>
                    <a:pt x="251879" y="181120"/>
                  </a:lnTo>
                  <a:lnTo>
                    <a:pt x="251943" y="181258"/>
                  </a:lnTo>
                  <a:lnTo>
                    <a:pt x="251994" y="181483"/>
                  </a:lnTo>
                  <a:lnTo>
                    <a:pt x="252172" y="181778"/>
                  </a:lnTo>
                  <a:lnTo>
                    <a:pt x="252415" y="181869"/>
                  </a:lnTo>
                  <a:lnTo>
                    <a:pt x="252778" y="182139"/>
                  </a:lnTo>
                  <a:lnTo>
                    <a:pt x="252716" y="182312"/>
                  </a:lnTo>
                  <a:lnTo>
                    <a:pt x="252691" y="182805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6617766" y="2055303"/>
              <a:ext cx="183654" cy="183469"/>
            </a:xfrm>
            <a:custGeom>
              <a:avLst/>
              <a:pathLst>
                <a:path w="183654" h="183469">
                  <a:moveTo>
                    <a:pt x="182879" y="182880"/>
                  </a:moveTo>
                  <a:lnTo>
                    <a:pt x="182589" y="182754"/>
                  </a:lnTo>
                  <a:lnTo>
                    <a:pt x="181837" y="182940"/>
                  </a:lnTo>
                  <a:lnTo>
                    <a:pt x="182052" y="183469"/>
                  </a:lnTo>
                  <a:lnTo>
                    <a:pt x="181898" y="183347"/>
                  </a:lnTo>
                  <a:lnTo>
                    <a:pt x="181544" y="182880"/>
                  </a:lnTo>
                  <a:lnTo>
                    <a:pt x="181568" y="182611"/>
                  </a:lnTo>
                  <a:lnTo>
                    <a:pt x="181555" y="182217"/>
                  </a:lnTo>
                  <a:lnTo>
                    <a:pt x="181506" y="182035"/>
                  </a:lnTo>
                  <a:lnTo>
                    <a:pt x="181473" y="181696"/>
                  </a:lnTo>
                  <a:lnTo>
                    <a:pt x="181710" y="181507"/>
                  </a:lnTo>
                  <a:lnTo>
                    <a:pt x="181791" y="181329"/>
                  </a:lnTo>
                  <a:lnTo>
                    <a:pt x="182021" y="181161"/>
                  </a:lnTo>
                  <a:lnTo>
                    <a:pt x="182527" y="180868"/>
                  </a:lnTo>
                  <a:lnTo>
                    <a:pt x="182678" y="180813"/>
                  </a:lnTo>
                  <a:lnTo>
                    <a:pt x="182957" y="180729"/>
                  </a:lnTo>
                  <a:lnTo>
                    <a:pt x="183363" y="180861"/>
                  </a:lnTo>
                  <a:lnTo>
                    <a:pt x="183607" y="181224"/>
                  </a:lnTo>
                  <a:lnTo>
                    <a:pt x="183654" y="181461"/>
                  </a:lnTo>
                  <a:lnTo>
                    <a:pt x="183630" y="181766"/>
                  </a:lnTo>
                  <a:lnTo>
                    <a:pt x="183606" y="181896"/>
                  </a:lnTo>
                  <a:lnTo>
                    <a:pt x="183499" y="182165"/>
                  </a:lnTo>
                  <a:lnTo>
                    <a:pt x="183199" y="182804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6616510" y="2035010"/>
              <a:ext cx="183666" cy="182940"/>
            </a:xfrm>
            <a:custGeom>
              <a:avLst/>
              <a:pathLst>
                <a:path w="183666" h="182940">
                  <a:moveTo>
                    <a:pt x="182879" y="182880"/>
                  </a:moveTo>
                  <a:lnTo>
                    <a:pt x="183305" y="182831"/>
                  </a:lnTo>
                  <a:lnTo>
                    <a:pt x="183498" y="182796"/>
                  </a:lnTo>
                  <a:lnTo>
                    <a:pt x="183666" y="182866"/>
                  </a:lnTo>
                  <a:lnTo>
                    <a:pt x="183311" y="182940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6601025" y="2030146"/>
              <a:ext cx="183434" cy="182967"/>
            </a:xfrm>
            <a:custGeom>
              <a:avLst/>
              <a:pathLst>
                <a:path w="183434" h="182967">
                  <a:moveTo>
                    <a:pt x="182879" y="182880"/>
                  </a:moveTo>
                  <a:lnTo>
                    <a:pt x="182681" y="182780"/>
                  </a:lnTo>
                  <a:lnTo>
                    <a:pt x="182370" y="182967"/>
                  </a:lnTo>
                  <a:lnTo>
                    <a:pt x="182768" y="182602"/>
                  </a:lnTo>
                  <a:lnTo>
                    <a:pt x="183011" y="182346"/>
                  </a:lnTo>
                  <a:lnTo>
                    <a:pt x="183239" y="182178"/>
                  </a:lnTo>
                  <a:lnTo>
                    <a:pt x="183434" y="182400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6614437" y="2029344"/>
              <a:ext cx="184182" cy="182880"/>
            </a:xfrm>
            <a:custGeom>
              <a:avLst/>
              <a:pathLst>
                <a:path w="184182" h="182880">
                  <a:moveTo>
                    <a:pt x="182879" y="182880"/>
                  </a:moveTo>
                  <a:lnTo>
                    <a:pt x="183042" y="182787"/>
                  </a:lnTo>
                  <a:lnTo>
                    <a:pt x="183824" y="182256"/>
                  </a:lnTo>
                  <a:lnTo>
                    <a:pt x="184182" y="182042"/>
                  </a:lnTo>
                  <a:lnTo>
                    <a:pt x="184049" y="182489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6615853" y="202805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6607685" y="2024739"/>
              <a:ext cx="182879" cy="183231"/>
            </a:xfrm>
            <a:custGeom>
              <a:avLst/>
              <a:pathLst>
                <a:path w="182879" h="183231">
                  <a:moveTo>
                    <a:pt x="182879" y="182880"/>
                  </a:moveTo>
                  <a:lnTo>
                    <a:pt x="182861" y="183012"/>
                  </a:lnTo>
                  <a:lnTo>
                    <a:pt x="182582" y="183231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6598615" y="2017709"/>
              <a:ext cx="182879" cy="184339"/>
            </a:xfrm>
            <a:custGeom>
              <a:avLst/>
              <a:pathLst>
                <a:path w="182879" h="184339">
                  <a:moveTo>
                    <a:pt x="182879" y="182880"/>
                  </a:moveTo>
                  <a:lnTo>
                    <a:pt x="182706" y="183052"/>
                  </a:lnTo>
                  <a:lnTo>
                    <a:pt x="182176" y="183342"/>
                  </a:lnTo>
                  <a:lnTo>
                    <a:pt x="181596" y="184107"/>
                  </a:lnTo>
                  <a:lnTo>
                    <a:pt x="181175" y="184339"/>
                  </a:lnTo>
                  <a:lnTo>
                    <a:pt x="181398" y="183931"/>
                  </a:lnTo>
                  <a:lnTo>
                    <a:pt x="181176" y="183364"/>
                  </a:lnTo>
                  <a:lnTo>
                    <a:pt x="180966" y="182995"/>
                  </a:lnTo>
                  <a:lnTo>
                    <a:pt x="182399" y="182371"/>
                  </a:lnTo>
                  <a:close/>
                </a:path>
              </a:pathLst>
            </a:custGeom>
            <a:solidFill>
              <a:srgbClr val="FFF1AA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6557981" y="1696860"/>
              <a:ext cx="259512" cy="383676"/>
            </a:xfrm>
            <a:custGeom>
              <a:avLst/>
              <a:pathLst>
                <a:path w="259512" h="383676">
                  <a:moveTo>
                    <a:pt x="182879" y="182880"/>
                  </a:moveTo>
                  <a:lnTo>
                    <a:pt x="182896" y="183310"/>
                  </a:lnTo>
                  <a:lnTo>
                    <a:pt x="183115" y="183719"/>
                  </a:lnTo>
                  <a:lnTo>
                    <a:pt x="183215" y="184145"/>
                  </a:lnTo>
                  <a:lnTo>
                    <a:pt x="183243" y="184359"/>
                  </a:lnTo>
                  <a:lnTo>
                    <a:pt x="183261" y="184634"/>
                  </a:lnTo>
                  <a:lnTo>
                    <a:pt x="183292" y="184785"/>
                  </a:lnTo>
                  <a:lnTo>
                    <a:pt x="183347" y="185020"/>
                  </a:lnTo>
                  <a:lnTo>
                    <a:pt x="183451" y="185211"/>
                  </a:lnTo>
                  <a:lnTo>
                    <a:pt x="183738" y="185374"/>
                  </a:lnTo>
                  <a:lnTo>
                    <a:pt x="183914" y="185225"/>
                  </a:lnTo>
                  <a:lnTo>
                    <a:pt x="183926" y="184658"/>
                  </a:lnTo>
                  <a:lnTo>
                    <a:pt x="184109" y="184494"/>
                  </a:lnTo>
                  <a:lnTo>
                    <a:pt x="184888" y="184216"/>
                  </a:lnTo>
                  <a:lnTo>
                    <a:pt x="185227" y="184653"/>
                  </a:lnTo>
                  <a:lnTo>
                    <a:pt x="185354" y="184682"/>
                  </a:lnTo>
                  <a:lnTo>
                    <a:pt x="185583" y="184703"/>
                  </a:lnTo>
                  <a:lnTo>
                    <a:pt x="185867" y="184618"/>
                  </a:lnTo>
                  <a:lnTo>
                    <a:pt x="186134" y="184697"/>
                  </a:lnTo>
                  <a:lnTo>
                    <a:pt x="186199" y="184961"/>
                  </a:lnTo>
                  <a:lnTo>
                    <a:pt x="186448" y="185274"/>
                  </a:lnTo>
                  <a:lnTo>
                    <a:pt x="186721" y="185339"/>
                  </a:lnTo>
                  <a:lnTo>
                    <a:pt x="187102" y="185420"/>
                  </a:lnTo>
                  <a:lnTo>
                    <a:pt x="187327" y="185437"/>
                  </a:lnTo>
                  <a:lnTo>
                    <a:pt x="187598" y="185458"/>
                  </a:lnTo>
                  <a:lnTo>
                    <a:pt x="187782" y="185262"/>
                  </a:lnTo>
                  <a:lnTo>
                    <a:pt x="187863" y="185046"/>
                  </a:lnTo>
                  <a:lnTo>
                    <a:pt x="188107" y="184939"/>
                  </a:lnTo>
                  <a:lnTo>
                    <a:pt x="188419" y="184944"/>
                  </a:lnTo>
                  <a:lnTo>
                    <a:pt x="188687" y="184272"/>
                  </a:lnTo>
                  <a:lnTo>
                    <a:pt x="188568" y="183925"/>
                  </a:lnTo>
                  <a:lnTo>
                    <a:pt x="188760" y="183648"/>
                  </a:lnTo>
                  <a:lnTo>
                    <a:pt x="188985" y="183577"/>
                  </a:lnTo>
                  <a:lnTo>
                    <a:pt x="189303" y="183363"/>
                  </a:lnTo>
                  <a:lnTo>
                    <a:pt x="189761" y="183009"/>
                  </a:lnTo>
                  <a:lnTo>
                    <a:pt x="190075" y="183313"/>
                  </a:lnTo>
                  <a:lnTo>
                    <a:pt x="190274" y="183765"/>
                  </a:lnTo>
                  <a:lnTo>
                    <a:pt x="190343" y="184152"/>
                  </a:lnTo>
                  <a:lnTo>
                    <a:pt x="191115" y="184936"/>
                  </a:lnTo>
                  <a:lnTo>
                    <a:pt x="191351" y="185246"/>
                  </a:lnTo>
                  <a:lnTo>
                    <a:pt x="191941" y="185471"/>
                  </a:lnTo>
                  <a:lnTo>
                    <a:pt x="191997" y="185684"/>
                  </a:lnTo>
                  <a:lnTo>
                    <a:pt x="191923" y="185884"/>
                  </a:lnTo>
                  <a:lnTo>
                    <a:pt x="191871" y="186024"/>
                  </a:lnTo>
                  <a:lnTo>
                    <a:pt x="191783" y="186262"/>
                  </a:lnTo>
                  <a:lnTo>
                    <a:pt x="191643" y="186572"/>
                  </a:lnTo>
                  <a:lnTo>
                    <a:pt x="191555" y="187162"/>
                  </a:lnTo>
                  <a:lnTo>
                    <a:pt x="191426" y="187414"/>
                  </a:lnTo>
                  <a:lnTo>
                    <a:pt x="191201" y="187994"/>
                  </a:lnTo>
                  <a:lnTo>
                    <a:pt x="191052" y="189081"/>
                  </a:lnTo>
                  <a:lnTo>
                    <a:pt x="191151" y="189762"/>
                  </a:lnTo>
                  <a:lnTo>
                    <a:pt x="191302" y="189765"/>
                  </a:lnTo>
                  <a:lnTo>
                    <a:pt x="191558" y="189804"/>
                  </a:lnTo>
                  <a:lnTo>
                    <a:pt x="191983" y="189918"/>
                  </a:lnTo>
                  <a:lnTo>
                    <a:pt x="192202" y="190187"/>
                  </a:lnTo>
                  <a:lnTo>
                    <a:pt x="192338" y="190222"/>
                  </a:lnTo>
                  <a:lnTo>
                    <a:pt x="192458" y="190387"/>
                  </a:lnTo>
                  <a:lnTo>
                    <a:pt x="192442" y="190786"/>
                  </a:lnTo>
                  <a:lnTo>
                    <a:pt x="192435" y="190994"/>
                  </a:lnTo>
                  <a:lnTo>
                    <a:pt x="192396" y="191462"/>
                  </a:lnTo>
                  <a:lnTo>
                    <a:pt x="192251" y="191772"/>
                  </a:lnTo>
                  <a:lnTo>
                    <a:pt x="192262" y="192617"/>
                  </a:lnTo>
                  <a:lnTo>
                    <a:pt x="192701" y="192780"/>
                  </a:lnTo>
                  <a:lnTo>
                    <a:pt x="193010" y="193200"/>
                  </a:lnTo>
                  <a:lnTo>
                    <a:pt x="193360" y="193328"/>
                  </a:lnTo>
                  <a:lnTo>
                    <a:pt x="194185" y="193561"/>
                  </a:lnTo>
                  <a:lnTo>
                    <a:pt x="194195" y="193386"/>
                  </a:lnTo>
                  <a:lnTo>
                    <a:pt x="194219" y="193004"/>
                  </a:lnTo>
                  <a:lnTo>
                    <a:pt x="194407" y="192415"/>
                  </a:lnTo>
                  <a:lnTo>
                    <a:pt x="194560" y="192362"/>
                  </a:lnTo>
                  <a:lnTo>
                    <a:pt x="194872" y="192288"/>
                  </a:lnTo>
                  <a:lnTo>
                    <a:pt x="194818" y="191317"/>
                  </a:lnTo>
                  <a:lnTo>
                    <a:pt x="195254" y="191380"/>
                  </a:lnTo>
                  <a:lnTo>
                    <a:pt x="195429" y="191421"/>
                  </a:lnTo>
                  <a:lnTo>
                    <a:pt x="195866" y="191313"/>
                  </a:lnTo>
                  <a:lnTo>
                    <a:pt x="196353" y="190784"/>
                  </a:lnTo>
                  <a:lnTo>
                    <a:pt x="196636" y="190132"/>
                  </a:lnTo>
                  <a:lnTo>
                    <a:pt x="197019" y="190115"/>
                  </a:lnTo>
                  <a:lnTo>
                    <a:pt x="197603" y="190202"/>
                  </a:lnTo>
                  <a:lnTo>
                    <a:pt x="197921" y="190227"/>
                  </a:lnTo>
                  <a:lnTo>
                    <a:pt x="198332" y="190234"/>
                  </a:lnTo>
                  <a:lnTo>
                    <a:pt x="198595" y="190239"/>
                  </a:lnTo>
                  <a:lnTo>
                    <a:pt x="199040" y="190185"/>
                  </a:lnTo>
                  <a:lnTo>
                    <a:pt x="199659" y="190167"/>
                  </a:lnTo>
                  <a:lnTo>
                    <a:pt x="200197" y="190031"/>
                  </a:lnTo>
                  <a:lnTo>
                    <a:pt x="200483" y="189716"/>
                  </a:lnTo>
                  <a:lnTo>
                    <a:pt x="200632" y="189669"/>
                  </a:lnTo>
                  <a:lnTo>
                    <a:pt x="200756" y="189267"/>
                  </a:lnTo>
                  <a:lnTo>
                    <a:pt x="201015" y="188927"/>
                  </a:lnTo>
                  <a:lnTo>
                    <a:pt x="201145" y="188809"/>
                  </a:lnTo>
                  <a:lnTo>
                    <a:pt x="201275" y="188729"/>
                  </a:lnTo>
                  <a:lnTo>
                    <a:pt x="201460" y="188565"/>
                  </a:lnTo>
                  <a:lnTo>
                    <a:pt x="201612" y="188372"/>
                  </a:lnTo>
                  <a:lnTo>
                    <a:pt x="201723" y="188134"/>
                  </a:lnTo>
                  <a:lnTo>
                    <a:pt x="201962" y="187938"/>
                  </a:lnTo>
                  <a:lnTo>
                    <a:pt x="202225" y="188036"/>
                  </a:lnTo>
                  <a:lnTo>
                    <a:pt x="202481" y="188116"/>
                  </a:lnTo>
                  <a:lnTo>
                    <a:pt x="202998" y="188248"/>
                  </a:lnTo>
                  <a:lnTo>
                    <a:pt x="203482" y="188355"/>
                  </a:lnTo>
                  <a:lnTo>
                    <a:pt x="204059" y="188677"/>
                  </a:lnTo>
                  <a:lnTo>
                    <a:pt x="204214" y="188811"/>
                  </a:lnTo>
                  <a:lnTo>
                    <a:pt x="204369" y="189041"/>
                  </a:lnTo>
                  <a:lnTo>
                    <a:pt x="204491" y="189411"/>
                  </a:lnTo>
                  <a:lnTo>
                    <a:pt x="204997" y="189407"/>
                  </a:lnTo>
                  <a:lnTo>
                    <a:pt x="205395" y="189188"/>
                  </a:lnTo>
                  <a:lnTo>
                    <a:pt x="205532" y="189074"/>
                  </a:lnTo>
                  <a:lnTo>
                    <a:pt x="205846" y="188898"/>
                  </a:lnTo>
                  <a:lnTo>
                    <a:pt x="206459" y="188646"/>
                  </a:lnTo>
                  <a:lnTo>
                    <a:pt x="206943" y="188689"/>
                  </a:lnTo>
                  <a:lnTo>
                    <a:pt x="206985" y="188855"/>
                  </a:lnTo>
                  <a:lnTo>
                    <a:pt x="207536" y="189243"/>
                  </a:lnTo>
                  <a:lnTo>
                    <a:pt x="208031" y="189495"/>
                  </a:lnTo>
                  <a:lnTo>
                    <a:pt x="208197" y="189704"/>
                  </a:lnTo>
                  <a:lnTo>
                    <a:pt x="207909" y="190111"/>
                  </a:lnTo>
                  <a:lnTo>
                    <a:pt x="208003" y="190412"/>
                  </a:lnTo>
                  <a:lnTo>
                    <a:pt x="208341" y="190512"/>
                  </a:lnTo>
                  <a:lnTo>
                    <a:pt x="208764" y="190246"/>
                  </a:lnTo>
                  <a:lnTo>
                    <a:pt x="209215" y="189822"/>
                  </a:lnTo>
                  <a:lnTo>
                    <a:pt x="209300" y="189310"/>
                  </a:lnTo>
                  <a:lnTo>
                    <a:pt x="209295" y="189038"/>
                  </a:lnTo>
                  <a:lnTo>
                    <a:pt x="209531" y="188590"/>
                  </a:lnTo>
                  <a:lnTo>
                    <a:pt x="209647" y="188362"/>
                  </a:lnTo>
                  <a:lnTo>
                    <a:pt x="209691" y="187770"/>
                  </a:lnTo>
                  <a:lnTo>
                    <a:pt x="210079" y="187771"/>
                  </a:lnTo>
                  <a:lnTo>
                    <a:pt x="210284" y="187893"/>
                  </a:lnTo>
                  <a:lnTo>
                    <a:pt x="210563" y="187930"/>
                  </a:lnTo>
                  <a:lnTo>
                    <a:pt x="210701" y="187954"/>
                  </a:lnTo>
                  <a:lnTo>
                    <a:pt x="211182" y="188250"/>
                  </a:lnTo>
                  <a:lnTo>
                    <a:pt x="211107" y="188545"/>
                  </a:lnTo>
                  <a:lnTo>
                    <a:pt x="210904" y="189090"/>
                  </a:lnTo>
                  <a:lnTo>
                    <a:pt x="210812" y="189448"/>
                  </a:lnTo>
                  <a:lnTo>
                    <a:pt x="210806" y="189625"/>
                  </a:lnTo>
                  <a:lnTo>
                    <a:pt x="210832" y="189779"/>
                  </a:lnTo>
                  <a:lnTo>
                    <a:pt x="210926" y="190097"/>
                  </a:lnTo>
                  <a:lnTo>
                    <a:pt x="211185" y="190652"/>
                  </a:lnTo>
                  <a:lnTo>
                    <a:pt x="211247" y="190951"/>
                  </a:lnTo>
                  <a:lnTo>
                    <a:pt x="211180" y="191210"/>
                  </a:lnTo>
                  <a:lnTo>
                    <a:pt x="211205" y="191549"/>
                  </a:lnTo>
                  <a:lnTo>
                    <a:pt x="211358" y="191843"/>
                  </a:lnTo>
                  <a:lnTo>
                    <a:pt x="211424" y="192139"/>
                  </a:lnTo>
                  <a:lnTo>
                    <a:pt x="211565" y="192877"/>
                  </a:lnTo>
                  <a:lnTo>
                    <a:pt x="211604" y="193292"/>
                  </a:lnTo>
                  <a:lnTo>
                    <a:pt x="211884" y="193800"/>
                  </a:lnTo>
                  <a:lnTo>
                    <a:pt x="212174" y="193866"/>
                  </a:lnTo>
                  <a:lnTo>
                    <a:pt x="212444" y="194022"/>
                  </a:lnTo>
                  <a:lnTo>
                    <a:pt x="212662" y="194233"/>
                  </a:lnTo>
                  <a:lnTo>
                    <a:pt x="212751" y="194393"/>
                  </a:lnTo>
                  <a:lnTo>
                    <a:pt x="212811" y="194613"/>
                  </a:lnTo>
                  <a:lnTo>
                    <a:pt x="212828" y="194800"/>
                  </a:lnTo>
                  <a:lnTo>
                    <a:pt x="212821" y="195173"/>
                  </a:lnTo>
                  <a:lnTo>
                    <a:pt x="212806" y="195463"/>
                  </a:lnTo>
                  <a:lnTo>
                    <a:pt x="212814" y="195773"/>
                  </a:lnTo>
                  <a:lnTo>
                    <a:pt x="212895" y="196014"/>
                  </a:lnTo>
                  <a:lnTo>
                    <a:pt x="213085" y="196451"/>
                  </a:lnTo>
                  <a:lnTo>
                    <a:pt x="213025" y="196710"/>
                  </a:lnTo>
                  <a:lnTo>
                    <a:pt x="213003" y="196901"/>
                  </a:lnTo>
                  <a:lnTo>
                    <a:pt x="213034" y="197167"/>
                  </a:lnTo>
                  <a:lnTo>
                    <a:pt x="212987" y="197403"/>
                  </a:lnTo>
                  <a:lnTo>
                    <a:pt x="212779" y="197667"/>
                  </a:lnTo>
                  <a:lnTo>
                    <a:pt x="212679" y="197888"/>
                  </a:lnTo>
                  <a:lnTo>
                    <a:pt x="212663" y="198041"/>
                  </a:lnTo>
                  <a:lnTo>
                    <a:pt x="212737" y="198384"/>
                  </a:lnTo>
                  <a:lnTo>
                    <a:pt x="212808" y="198532"/>
                  </a:lnTo>
                  <a:lnTo>
                    <a:pt x="212945" y="198819"/>
                  </a:lnTo>
                  <a:lnTo>
                    <a:pt x="212996" y="198968"/>
                  </a:lnTo>
                  <a:lnTo>
                    <a:pt x="212999" y="199153"/>
                  </a:lnTo>
                  <a:lnTo>
                    <a:pt x="212970" y="199527"/>
                  </a:lnTo>
                  <a:lnTo>
                    <a:pt x="212972" y="199841"/>
                  </a:lnTo>
                  <a:lnTo>
                    <a:pt x="213288" y="199987"/>
                  </a:lnTo>
                  <a:lnTo>
                    <a:pt x="214257" y="200443"/>
                  </a:lnTo>
                  <a:lnTo>
                    <a:pt x="214310" y="200883"/>
                  </a:lnTo>
                  <a:lnTo>
                    <a:pt x="214308" y="201042"/>
                  </a:lnTo>
                  <a:lnTo>
                    <a:pt x="214288" y="201243"/>
                  </a:lnTo>
                  <a:lnTo>
                    <a:pt x="214222" y="201505"/>
                  </a:lnTo>
                  <a:lnTo>
                    <a:pt x="214080" y="201727"/>
                  </a:lnTo>
                  <a:lnTo>
                    <a:pt x="213758" y="201916"/>
                  </a:lnTo>
                  <a:lnTo>
                    <a:pt x="213689" y="202165"/>
                  </a:lnTo>
                  <a:lnTo>
                    <a:pt x="213150" y="202787"/>
                  </a:lnTo>
                  <a:lnTo>
                    <a:pt x="213097" y="202951"/>
                  </a:lnTo>
                  <a:lnTo>
                    <a:pt x="212905" y="203162"/>
                  </a:lnTo>
                  <a:lnTo>
                    <a:pt x="212766" y="203224"/>
                  </a:lnTo>
                  <a:lnTo>
                    <a:pt x="212735" y="203445"/>
                  </a:lnTo>
                  <a:lnTo>
                    <a:pt x="212670" y="204629"/>
                  </a:lnTo>
                  <a:lnTo>
                    <a:pt x="212560" y="204982"/>
                  </a:lnTo>
                  <a:lnTo>
                    <a:pt x="212500" y="205131"/>
                  </a:lnTo>
                  <a:lnTo>
                    <a:pt x="212239" y="205626"/>
                  </a:lnTo>
                  <a:lnTo>
                    <a:pt x="212168" y="205893"/>
                  </a:lnTo>
                  <a:lnTo>
                    <a:pt x="212490" y="205950"/>
                  </a:lnTo>
                  <a:lnTo>
                    <a:pt x="212651" y="205898"/>
                  </a:lnTo>
                  <a:lnTo>
                    <a:pt x="212884" y="205907"/>
                  </a:lnTo>
                  <a:lnTo>
                    <a:pt x="213035" y="206013"/>
                  </a:lnTo>
                  <a:lnTo>
                    <a:pt x="213301" y="206257"/>
                  </a:lnTo>
                  <a:lnTo>
                    <a:pt x="213726" y="206449"/>
                  </a:lnTo>
                  <a:lnTo>
                    <a:pt x="214093" y="206783"/>
                  </a:lnTo>
                  <a:lnTo>
                    <a:pt x="214377" y="206960"/>
                  </a:lnTo>
                  <a:lnTo>
                    <a:pt x="214754" y="207027"/>
                  </a:lnTo>
                  <a:lnTo>
                    <a:pt x="215295" y="207212"/>
                  </a:lnTo>
                  <a:lnTo>
                    <a:pt x="215498" y="207290"/>
                  </a:lnTo>
                  <a:lnTo>
                    <a:pt x="215801" y="207495"/>
                  </a:lnTo>
                  <a:lnTo>
                    <a:pt x="215969" y="207597"/>
                  </a:lnTo>
                  <a:lnTo>
                    <a:pt x="216407" y="207804"/>
                  </a:lnTo>
                  <a:lnTo>
                    <a:pt x="216703" y="207769"/>
                  </a:lnTo>
                  <a:lnTo>
                    <a:pt x="217083" y="207731"/>
                  </a:lnTo>
                  <a:lnTo>
                    <a:pt x="217388" y="207961"/>
                  </a:lnTo>
                  <a:lnTo>
                    <a:pt x="217567" y="208026"/>
                  </a:lnTo>
                  <a:lnTo>
                    <a:pt x="217696" y="208034"/>
                  </a:lnTo>
                  <a:lnTo>
                    <a:pt x="218025" y="207908"/>
                  </a:lnTo>
                  <a:lnTo>
                    <a:pt x="219356" y="207450"/>
                  </a:lnTo>
                  <a:lnTo>
                    <a:pt x="220475" y="207137"/>
                  </a:lnTo>
                  <a:lnTo>
                    <a:pt x="221044" y="206690"/>
                  </a:lnTo>
                  <a:lnTo>
                    <a:pt x="221251" y="206459"/>
                  </a:lnTo>
                  <a:lnTo>
                    <a:pt x="221453" y="206548"/>
                  </a:lnTo>
                  <a:lnTo>
                    <a:pt x="221643" y="206656"/>
                  </a:lnTo>
                  <a:lnTo>
                    <a:pt x="222231" y="207395"/>
                  </a:lnTo>
                  <a:lnTo>
                    <a:pt x="222452" y="207423"/>
                  </a:lnTo>
                  <a:lnTo>
                    <a:pt x="222548" y="207696"/>
                  </a:lnTo>
                  <a:lnTo>
                    <a:pt x="222795" y="207676"/>
                  </a:lnTo>
                  <a:lnTo>
                    <a:pt x="223105" y="207592"/>
                  </a:lnTo>
                  <a:lnTo>
                    <a:pt x="223244" y="207508"/>
                  </a:lnTo>
                  <a:lnTo>
                    <a:pt x="223643" y="207453"/>
                  </a:lnTo>
                  <a:lnTo>
                    <a:pt x="223790" y="208388"/>
                  </a:lnTo>
                  <a:lnTo>
                    <a:pt x="223509" y="208657"/>
                  </a:lnTo>
                  <a:lnTo>
                    <a:pt x="223274" y="208879"/>
                  </a:lnTo>
                  <a:lnTo>
                    <a:pt x="223079" y="209092"/>
                  </a:lnTo>
                  <a:lnTo>
                    <a:pt x="222951" y="209245"/>
                  </a:lnTo>
                  <a:lnTo>
                    <a:pt x="222644" y="209662"/>
                  </a:lnTo>
                  <a:lnTo>
                    <a:pt x="222699" y="210025"/>
                  </a:lnTo>
                  <a:lnTo>
                    <a:pt x="222733" y="210247"/>
                  </a:lnTo>
                  <a:lnTo>
                    <a:pt x="222736" y="210520"/>
                  </a:lnTo>
                  <a:lnTo>
                    <a:pt x="222723" y="210841"/>
                  </a:lnTo>
                  <a:lnTo>
                    <a:pt x="222869" y="211425"/>
                  </a:lnTo>
                  <a:lnTo>
                    <a:pt x="222679" y="211897"/>
                  </a:lnTo>
                  <a:lnTo>
                    <a:pt x="222307" y="211898"/>
                  </a:lnTo>
                  <a:lnTo>
                    <a:pt x="221949" y="211948"/>
                  </a:lnTo>
                  <a:lnTo>
                    <a:pt x="221613" y="212004"/>
                  </a:lnTo>
                  <a:lnTo>
                    <a:pt x="221437" y="212466"/>
                  </a:lnTo>
                  <a:lnTo>
                    <a:pt x="221625" y="213168"/>
                  </a:lnTo>
                  <a:lnTo>
                    <a:pt x="221594" y="213575"/>
                  </a:lnTo>
                  <a:lnTo>
                    <a:pt x="221579" y="213736"/>
                  </a:lnTo>
                  <a:lnTo>
                    <a:pt x="221655" y="213964"/>
                  </a:lnTo>
                  <a:lnTo>
                    <a:pt x="221853" y="214298"/>
                  </a:lnTo>
                  <a:lnTo>
                    <a:pt x="222022" y="214580"/>
                  </a:lnTo>
                  <a:lnTo>
                    <a:pt x="222053" y="214807"/>
                  </a:lnTo>
                  <a:lnTo>
                    <a:pt x="222068" y="214936"/>
                  </a:lnTo>
                  <a:lnTo>
                    <a:pt x="222056" y="215356"/>
                  </a:lnTo>
                  <a:lnTo>
                    <a:pt x="222397" y="215870"/>
                  </a:lnTo>
                  <a:lnTo>
                    <a:pt x="222824" y="216505"/>
                  </a:lnTo>
                  <a:lnTo>
                    <a:pt x="222839" y="217082"/>
                  </a:lnTo>
                  <a:lnTo>
                    <a:pt x="222833" y="217241"/>
                  </a:lnTo>
                  <a:lnTo>
                    <a:pt x="222796" y="217493"/>
                  </a:lnTo>
                  <a:lnTo>
                    <a:pt x="222588" y="217721"/>
                  </a:lnTo>
                  <a:lnTo>
                    <a:pt x="222414" y="217728"/>
                  </a:lnTo>
                  <a:lnTo>
                    <a:pt x="221999" y="217767"/>
                  </a:lnTo>
                  <a:lnTo>
                    <a:pt x="221878" y="217914"/>
                  </a:lnTo>
                  <a:lnTo>
                    <a:pt x="221571" y="218584"/>
                  </a:lnTo>
                  <a:lnTo>
                    <a:pt x="221559" y="218730"/>
                  </a:lnTo>
                  <a:lnTo>
                    <a:pt x="221572" y="219074"/>
                  </a:lnTo>
                  <a:lnTo>
                    <a:pt x="221609" y="219288"/>
                  </a:lnTo>
                  <a:lnTo>
                    <a:pt x="221626" y="219510"/>
                  </a:lnTo>
                  <a:lnTo>
                    <a:pt x="221582" y="219755"/>
                  </a:lnTo>
                  <a:lnTo>
                    <a:pt x="221812" y="220477"/>
                  </a:lnTo>
                  <a:lnTo>
                    <a:pt x="222248" y="220519"/>
                  </a:lnTo>
                  <a:lnTo>
                    <a:pt x="222439" y="220564"/>
                  </a:lnTo>
                  <a:lnTo>
                    <a:pt x="222604" y="220660"/>
                  </a:lnTo>
                  <a:lnTo>
                    <a:pt x="222714" y="220866"/>
                  </a:lnTo>
                  <a:lnTo>
                    <a:pt x="222772" y="221038"/>
                  </a:lnTo>
                  <a:lnTo>
                    <a:pt x="222825" y="221272"/>
                  </a:lnTo>
                  <a:lnTo>
                    <a:pt x="223219" y="221218"/>
                  </a:lnTo>
                  <a:lnTo>
                    <a:pt x="224230" y="221015"/>
                  </a:lnTo>
                  <a:lnTo>
                    <a:pt x="224623" y="220844"/>
                  </a:lnTo>
                  <a:lnTo>
                    <a:pt x="225173" y="220722"/>
                  </a:lnTo>
                  <a:lnTo>
                    <a:pt x="225454" y="220247"/>
                  </a:lnTo>
                  <a:lnTo>
                    <a:pt x="224603" y="219862"/>
                  </a:lnTo>
                  <a:lnTo>
                    <a:pt x="224733" y="219311"/>
                  </a:lnTo>
                  <a:lnTo>
                    <a:pt x="224851" y="219146"/>
                  </a:lnTo>
                  <a:lnTo>
                    <a:pt x="225014" y="218657"/>
                  </a:lnTo>
                  <a:lnTo>
                    <a:pt x="225322" y="218443"/>
                  </a:lnTo>
                  <a:lnTo>
                    <a:pt x="225713" y="218309"/>
                  </a:lnTo>
                  <a:lnTo>
                    <a:pt x="226090" y="218115"/>
                  </a:lnTo>
                  <a:lnTo>
                    <a:pt x="226195" y="217966"/>
                  </a:lnTo>
                  <a:lnTo>
                    <a:pt x="226218" y="217793"/>
                  </a:lnTo>
                  <a:lnTo>
                    <a:pt x="226143" y="217655"/>
                  </a:lnTo>
                  <a:lnTo>
                    <a:pt x="225973" y="217347"/>
                  </a:lnTo>
                  <a:lnTo>
                    <a:pt x="225883" y="217013"/>
                  </a:lnTo>
                  <a:lnTo>
                    <a:pt x="225678" y="216789"/>
                  </a:lnTo>
                  <a:lnTo>
                    <a:pt x="225535" y="216797"/>
                  </a:lnTo>
                  <a:lnTo>
                    <a:pt x="225228" y="216595"/>
                  </a:lnTo>
                  <a:lnTo>
                    <a:pt x="224988" y="216076"/>
                  </a:lnTo>
                  <a:lnTo>
                    <a:pt x="224587" y="215954"/>
                  </a:lnTo>
                  <a:lnTo>
                    <a:pt x="224034" y="215473"/>
                  </a:lnTo>
                  <a:lnTo>
                    <a:pt x="224234" y="214879"/>
                  </a:lnTo>
                  <a:lnTo>
                    <a:pt x="224504" y="214760"/>
                  </a:lnTo>
                  <a:lnTo>
                    <a:pt x="225051" y="214690"/>
                  </a:lnTo>
                  <a:lnTo>
                    <a:pt x="226481" y="214124"/>
                  </a:lnTo>
                  <a:lnTo>
                    <a:pt x="227223" y="214299"/>
                  </a:lnTo>
                  <a:lnTo>
                    <a:pt x="227254" y="214447"/>
                  </a:lnTo>
                  <a:lnTo>
                    <a:pt x="227947" y="215049"/>
                  </a:lnTo>
                  <a:lnTo>
                    <a:pt x="228208" y="215841"/>
                  </a:lnTo>
                  <a:lnTo>
                    <a:pt x="228421" y="215935"/>
                  </a:lnTo>
                  <a:lnTo>
                    <a:pt x="229068" y="216234"/>
                  </a:lnTo>
                  <a:lnTo>
                    <a:pt x="229244" y="216470"/>
                  </a:lnTo>
                  <a:lnTo>
                    <a:pt x="229452" y="216796"/>
                  </a:lnTo>
                  <a:lnTo>
                    <a:pt x="229164" y="217217"/>
                  </a:lnTo>
                  <a:lnTo>
                    <a:pt x="228964" y="217669"/>
                  </a:lnTo>
                  <a:lnTo>
                    <a:pt x="228697" y="218170"/>
                  </a:lnTo>
                  <a:lnTo>
                    <a:pt x="228663" y="218637"/>
                  </a:lnTo>
                  <a:lnTo>
                    <a:pt x="229319" y="218806"/>
                  </a:lnTo>
                  <a:lnTo>
                    <a:pt x="229541" y="218984"/>
                  </a:lnTo>
                  <a:lnTo>
                    <a:pt x="229447" y="219210"/>
                  </a:lnTo>
                  <a:lnTo>
                    <a:pt x="229315" y="219350"/>
                  </a:lnTo>
                  <a:lnTo>
                    <a:pt x="229257" y="219578"/>
                  </a:lnTo>
                  <a:lnTo>
                    <a:pt x="229336" y="220081"/>
                  </a:lnTo>
                  <a:lnTo>
                    <a:pt x="229238" y="220605"/>
                  </a:lnTo>
                  <a:lnTo>
                    <a:pt x="228997" y="220804"/>
                  </a:lnTo>
                  <a:lnTo>
                    <a:pt x="228641" y="221218"/>
                  </a:lnTo>
                  <a:lnTo>
                    <a:pt x="229038" y="221724"/>
                  </a:lnTo>
                  <a:lnTo>
                    <a:pt x="228880" y="222144"/>
                  </a:lnTo>
                  <a:lnTo>
                    <a:pt x="228559" y="222233"/>
                  </a:lnTo>
                  <a:lnTo>
                    <a:pt x="228200" y="222391"/>
                  </a:lnTo>
                  <a:lnTo>
                    <a:pt x="227687" y="222835"/>
                  </a:lnTo>
                  <a:lnTo>
                    <a:pt x="227260" y="223525"/>
                  </a:lnTo>
                  <a:lnTo>
                    <a:pt x="227481" y="224291"/>
                  </a:lnTo>
                  <a:lnTo>
                    <a:pt x="227658" y="224419"/>
                  </a:lnTo>
                  <a:lnTo>
                    <a:pt x="227733" y="224593"/>
                  </a:lnTo>
                  <a:lnTo>
                    <a:pt x="227748" y="224910"/>
                  </a:lnTo>
                  <a:lnTo>
                    <a:pt x="227772" y="225281"/>
                  </a:lnTo>
                  <a:lnTo>
                    <a:pt x="228185" y="225538"/>
                  </a:lnTo>
                  <a:lnTo>
                    <a:pt x="228563" y="225752"/>
                  </a:lnTo>
                  <a:lnTo>
                    <a:pt x="228551" y="226481"/>
                  </a:lnTo>
                  <a:lnTo>
                    <a:pt x="228771" y="227098"/>
                  </a:lnTo>
                  <a:lnTo>
                    <a:pt x="229085" y="226312"/>
                  </a:lnTo>
                  <a:lnTo>
                    <a:pt x="229269" y="225946"/>
                  </a:lnTo>
                  <a:lnTo>
                    <a:pt x="229511" y="225891"/>
                  </a:lnTo>
                  <a:lnTo>
                    <a:pt x="229742" y="225838"/>
                  </a:lnTo>
                  <a:lnTo>
                    <a:pt x="230202" y="225253"/>
                  </a:lnTo>
                  <a:lnTo>
                    <a:pt x="231038" y="225184"/>
                  </a:lnTo>
                  <a:lnTo>
                    <a:pt x="231142" y="225483"/>
                  </a:lnTo>
                  <a:lnTo>
                    <a:pt x="231229" y="225702"/>
                  </a:lnTo>
                  <a:lnTo>
                    <a:pt x="231506" y="226355"/>
                  </a:lnTo>
                  <a:lnTo>
                    <a:pt x="231658" y="226521"/>
                  </a:lnTo>
                  <a:lnTo>
                    <a:pt x="231948" y="226768"/>
                  </a:lnTo>
                  <a:lnTo>
                    <a:pt x="232681" y="226464"/>
                  </a:lnTo>
                  <a:lnTo>
                    <a:pt x="232808" y="226415"/>
                  </a:lnTo>
                  <a:lnTo>
                    <a:pt x="233305" y="226173"/>
                  </a:lnTo>
                  <a:lnTo>
                    <a:pt x="233937" y="225893"/>
                  </a:lnTo>
                  <a:lnTo>
                    <a:pt x="234346" y="226045"/>
                  </a:lnTo>
                  <a:lnTo>
                    <a:pt x="234888" y="225963"/>
                  </a:lnTo>
                  <a:lnTo>
                    <a:pt x="235179" y="226253"/>
                  </a:lnTo>
                  <a:lnTo>
                    <a:pt x="235084" y="226724"/>
                  </a:lnTo>
                  <a:lnTo>
                    <a:pt x="235623" y="227280"/>
                  </a:lnTo>
                  <a:lnTo>
                    <a:pt x="236158" y="227475"/>
                  </a:lnTo>
                  <a:lnTo>
                    <a:pt x="236415" y="227723"/>
                  </a:lnTo>
                  <a:lnTo>
                    <a:pt x="236582" y="227759"/>
                  </a:lnTo>
                  <a:lnTo>
                    <a:pt x="236858" y="227817"/>
                  </a:lnTo>
                  <a:lnTo>
                    <a:pt x="237095" y="227973"/>
                  </a:lnTo>
                  <a:lnTo>
                    <a:pt x="237317" y="228345"/>
                  </a:lnTo>
                  <a:lnTo>
                    <a:pt x="237630" y="228415"/>
                  </a:lnTo>
                  <a:lnTo>
                    <a:pt x="238105" y="228393"/>
                  </a:lnTo>
                  <a:lnTo>
                    <a:pt x="238357" y="227961"/>
                  </a:lnTo>
                  <a:lnTo>
                    <a:pt x="238447" y="227594"/>
                  </a:lnTo>
                  <a:lnTo>
                    <a:pt x="238333" y="227110"/>
                  </a:lnTo>
                  <a:lnTo>
                    <a:pt x="238365" y="226893"/>
                  </a:lnTo>
                  <a:lnTo>
                    <a:pt x="238425" y="226727"/>
                  </a:lnTo>
                  <a:lnTo>
                    <a:pt x="238615" y="226464"/>
                  </a:lnTo>
                  <a:lnTo>
                    <a:pt x="238800" y="226160"/>
                  </a:lnTo>
                  <a:lnTo>
                    <a:pt x="238959" y="225879"/>
                  </a:lnTo>
                  <a:lnTo>
                    <a:pt x="239358" y="225968"/>
                  </a:lnTo>
                  <a:lnTo>
                    <a:pt x="239514" y="226302"/>
                  </a:lnTo>
                  <a:lnTo>
                    <a:pt x="239529" y="226638"/>
                  </a:lnTo>
                  <a:lnTo>
                    <a:pt x="239974" y="226763"/>
                  </a:lnTo>
                  <a:lnTo>
                    <a:pt x="240199" y="226769"/>
                  </a:lnTo>
                  <a:lnTo>
                    <a:pt x="240576" y="227137"/>
                  </a:lnTo>
                  <a:lnTo>
                    <a:pt x="240987" y="227432"/>
                  </a:lnTo>
                  <a:lnTo>
                    <a:pt x="241166" y="227444"/>
                  </a:lnTo>
                  <a:lnTo>
                    <a:pt x="241238" y="227243"/>
                  </a:lnTo>
                  <a:lnTo>
                    <a:pt x="241295" y="227015"/>
                  </a:lnTo>
                  <a:lnTo>
                    <a:pt x="241390" y="226832"/>
                  </a:lnTo>
                  <a:lnTo>
                    <a:pt x="241771" y="226717"/>
                  </a:lnTo>
                  <a:lnTo>
                    <a:pt x="241813" y="226339"/>
                  </a:lnTo>
                  <a:lnTo>
                    <a:pt x="241661" y="225970"/>
                  </a:lnTo>
                  <a:lnTo>
                    <a:pt x="241425" y="225655"/>
                  </a:lnTo>
                  <a:lnTo>
                    <a:pt x="241232" y="225468"/>
                  </a:lnTo>
                  <a:lnTo>
                    <a:pt x="241138" y="225155"/>
                  </a:lnTo>
                  <a:lnTo>
                    <a:pt x="241100" y="224915"/>
                  </a:lnTo>
                  <a:lnTo>
                    <a:pt x="240989" y="224492"/>
                  </a:lnTo>
                  <a:lnTo>
                    <a:pt x="241033" y="224364"/>
                  </a:lnTo>
                  <a:lnTo>
                    <a:pt x="241102" y="224191"/>
                  </a:lnTo>
                  <a:lnTo>
                    <a:pt x="241433" y="224061"/>
                  </a:lnTo>
                  <a:lnTo>
                    <a:pt x="241635" y="223970"/>
                  </a:lnTo>
                  <a:lnTo>
                    <a:pt x="241934" y="223681"/>
                  </a:lnTo>
                  <a:lnTo>
                    <a:pt x="242211" y="223546"/>
                  </a:lnTo>
                  <a:lnTo>
                    <a:pt x="242431" y="223279"/>
                  </a:lnTo>
                  <a:lnTo>
                    <a:pt x="242410" y="222816"/>
                  </a:lnTo>
                  <a:lnTo>
                    <a:pt x="242705" y="222559"/>
                  </a:lnTo>
                  <a:lnTo>
                    <a:pt x="242865" y="222105"/>
                  </a:lnTo>
                  <a:lnTo>
                    <a:pt x="243346" y="221373"/>
                  </a:lnTo>
                  <a:lnTo>
                    <a:pt x="243153" y="220963"/>
                  </a:lnTo>
                  <a:lnTo>
                    <a:pt x="243160" y="220809"/>
                  </a:lnTo>
                  <a:lnTo>
                    <a:pt x="243656" y="220470"/>
                  </a:lnTo>
                  <a:lnTo>
                    <a:pt x="243617" y="220047"/>
                  </a:lnTo>
                  <a:lnTo>
                    <a:pt x="243307" y="219708"/>
                  </a:lnTo>
                  <a:lnTo>
                    <a:pt x="243425" y="219550"/>
                  </a:lnTo>
                  <a:lnTo>
                    <a:pt x="243702" y="219023"/>
                  </a:lnTo>
                  <a:lnTo>
                    <a:pt x="243882" y="217844"/>
                  </a:lnTo>
                  <a:lnTo>
                    <a:pt x="243758" y="217695"/>
                  </a:lnTo>
                  <a:lnTo>
                    <a:pt x="243630" y="217445"/>
                  </a:lnTo>
                  <a:lnTo>
                    <a:pt x="243771" y="217256"/>
                  </a:lnTo>
                  <a:lnTo>
                    <a:pt x="244238" y="217287"/>
                  </a:lnTo>
                  <a:lnTo>
                    <a:pt x="244306" y="217121"/>
                  </a:lnTo>
                  <a:lnTo>
                    <a:pt x="244329" y="216904"/>
                  </a:lnTo>
                  <a:lnTo>
                    <a:pt x="244361" y="216582"/>
                  </a:lnTo>
                  <a:lnTo>
                    <a:pt x="244578" y="216679"/>
                  </a:lnTo>
                  <a:lnTo>
                    <a:pt x="244780" y="216478"/>
                  </a:lnTo>
                  <a:lnTo>
                    <a:pt x="244835" y="216339"/>
                  </a:lnTo>
                  <a:lnTo>
                    <a:pt x="244835" y="216107"/>
                  </a:lnTo>
                  <a:lnTo>
                    <a:pt x="244616" y="215803"/>
                  </a:lnTo>
                  <a:lnTo>
                    <a:pt x="244800" y="215730"/>
                  </a:lnTo>
                  <a:lnTo>
                    <a:pt x="245085" y="215417"/>
                  </a:lnTo>
                  <a:lnTo>
                    <a:pt x="245293" y="215281"/>
                  </a:lnTo>
                  <a:lnTo>
                    <a:pt x="245260" y="215110"/>
                  </a:lnTo>
                  <a:lnTo>
                    <a:pt x="245231" y="214932"/>
                  </a:lnTo>
                  <a:lnTo>
                    <a:pt x="245657" y="214710"/>
                  </a:lnTo>
                  <a:lnTo>
                    <a:pt x="245856" y="214693"/>
                  </a:lnTo>
                  <a:lnTo>
                    <a:pt x="246302" y="214477"/>
                  </a:lnTo>
                  <a:lnTo>
                    <a:pt x="246844" y="214729"/>
                  </a:lnTo>
                  <a:lnTo>
                    <a:pt x="247432" y="214390"/>
                  </a:lnTo>
                  <a:lnTo>
                    <a:pt x="247660" y="214229"/>
                  </a:lnTo>
                  <a:lnTo>
                    <a:pt x="247893" y="214029"/>
                  </a:lnTo>
                  <a:lnTo>
                    <a:pt x="248312" y="213849"/>
                  </a:lnTo>
                  <a:lnTo>
                    <a:pt x="248465" y="213881"/>
                  </a:lnTo>
                  <a:lnTo>
                    <a:pt x="248147" y="214414"/>
                  </a:lnTo>
                  <a:lnTo>
                    <a:pt x="247934" y="215174"/>
                  </a:lnTo>
                  <a:lnTo>
                    <a:pt x="248021" y="215415"/>
                  </a:lnTo>
                  <a:lnTo>
                    <a:pt x="247981" y="215580"/>
                  </a:lnTo>
                  <a:lnTo>
                    <a:pt x="247915" y="215721"/>
                  </a:lnTo>
                  <a:lnTo>
                    <a:pt x="247857" y="215957"/>
                  </a:lnTo>
                  <a:lnTo>
                    <a:pt x="247834" y="216480"/>
                  </a:lnTo>
                  <a:lnTo>
                    <a:pt x="247845" y="216706"/>
                  </a:lnTo>
                  <a:lnTo>
                    <a:pt x="247960" y="217653"/>
                  </a:lnTo>
                  <a:lnTo>
                    <a:pt x="248085" y="217801"/>
                  </a:lnTo>
                  <a:lnTo>
                    <a:pt x="248109" y="218055"/>
                  </a:lnTo>
                  <a:lnTo>
                    <a:pt x="248086" y="218279"/>
                  </a:lnTo>
                  <a:lnTo>
                    <a:pt x="248346" y="218717"/>
                  </a:lnTo>
                  <a:lnTo>
                    <a:pt x="248609" y="219010"/>
                  </a:lnTo>
                  <a:lnTo>
                    <a:pt x="249024" y="219156"/>
                  </a:lnTo>
                  <a:lnTo>
                    <a:pt x="248988" y="219514"/>
                  </a:lnTo>
                  <a:lnTo>
                    <a:pt x="248873" y="219802"/>
                  </a:lnTo>
                  <a:lnTo>
                    <a:pt x="248607" y="220153"/>
                  </a:lnTo>
                  <a:lnTo>
                    <a:pt x="248435" y="220331"/>
                  </a:lnTo>
                  <a:lnTo>
                    <a:pt x="248415" y="220482"/>
                  </a:lnTo>
                  <a:lnTo>
                    <a:pt x="248218" y="220746"/>
                  </a:lnTo>
                  <a:lnTo>
                    <a:pt x="248267" y="220972"/>
                  </a:lnTo>
                  <a:lnTo>
                    <a:pt x="248352" y="221321"/>
                  </a:lnTo>
                  <a:lnTo>
                    <a:pt x="248475" y="221823"/>
                  </a:lnTo>
                  <a:lnTo>
                    <a:pt x="248400" y="221963"/>
                  </a:lnTo>
                  <a:lnTo>
                    <a:pt x="248718" y="222021"/>
                  </a:lnTo>
                  <a:lnTo>
                    <a:pt x="249211" y="222527"/>
                  </a:lnTo>
                  <a:lnTo>
                    <a:pt x="249434" y="222877"/>
                  </a:lnTo>
                  <a:lnTo>
                    <a:pt x="249298" y="223370"/>
                  </a:lnTo>
                  <a:lnTo>
                    <a:pt x="249756" y="223528"/>
                  </a:lnTo>
                  <a:lnTo>
                    <a:pt x="250145" y="223347"/>
                  </a:lnTo>
                  <a:lnTo>
                    <a:pt x="250629" y="222834"/>
                  </a:lnTo>
                  <a:lnTo>
                    <a:pt x="250809" y="222649"/>
                  </a:lnTo>
                  <a:lnTo>
                    <a:pt x="251346" y="222853"/>
                  </a:lnTo>
                  <a:lnTo>
                    <a:pt x="251473" y="222885"/>
                  </a:lnTo>
                  <a:lnTo>
                    <a:pt x="251653" y="222928"/>
                  </a:lnTo>
                  <a:lnTo>
                    <a:pt x="251830" y="223214"/>
                  </a:lnTo>
                  <a:lnTo>
                    <a:pt x="251716" y="223389"/>
                  </a:lnTo>
                  <a:lnTo>
                    <a:pt x="251511" y="223658"/>
                  </a:lnTo>
                  <a:lnTo>
                    <a:pt x="251444" y="223969"/>
                  </a:lnTo>
                  <a:lnTo>
                    <a:pt x="252251" y="223371"/>
                  </a:lnTo>
                  <a:lnTo>
                    <a:pt x="252434" y="223427"/>
                  </a:lnTo>
                  <a:lnTo>
                    <a:pt x="252600" y="223556"/>
                  </a:lnTo>
                  <a:lnTo>
                    <a:pt x="252880" y="223631"/>
                  </a:lnTo>
                  <a:lnTo>
                    <a:pt x="253103" y="223814"/>
                  </a:lnTo>
                  <a:lnTo>
                    <a:pt x="252951" y="223853"/>
                  </a:lnTo>
                  <a:lnTo>
                    <a:pt x="252755" y="223923"/>
                  </a:lnTo>
                  <a:lnTo>
                    <a:pt x="252386" y="224197"/>
                  </a:lnTo>
                  <a:lnTo>
                    <a:pt x="252142" y="224764"/>
                  </a:lnTo>
                  <a:lnTo>
                    <a:pt x="251777" y="225583"/>
                  </a:lnTo>
                  <a:lnTo>
                    <a:pt x="251774" y="225867"/>
                  </a:lnTo>
                  <a:lnTo>
                    <a:pt x="251438" y="226201"/>
                  </a:lnTo>
                  <a:lnTo>
                    <a:pt x="251217" y="226425"/>
                  </a:lnTo>
                  <a:lnTo>
                    <a:pt x="251063" y="226996"/>
                  </a:lnTo>
                  <a:lnTo>
                    <a:pt x="251003" y="227496"/>
                  </a:lnTo>
                  <a:lnTo>
                    <a:pt x="251091" y="227711"/>
                  </a:lnTo>
                  <a:lnTo>
                    <a:pt x="251118" y="227861"/>
                  </a:lnTo>
                  <a:lnTo>
                    <a:pt x="251184" y="228394"/>
                  </a:lnTo>
                  <a:lnTo>
                    <a:pt x="250819" y="228718"/>
                  </a:lnTo>
                  <a:lnTo>
                    <a:pt x="250927" y="229485"/>
                  </a:lnTo>
                  <a:lnTo>
                    <a:pt x="250596" y="229902"/>
                  </a:lnTo>
                  <a:lnTo>
                    <a:pt x="250575" y="230105"/>
                  </a:lnTo>
                  <a:lnTo>
                    <a:pt x="250565" y="230304"/>
                  </a:lnTo>
                  <a:lnTo>
                    <a:pt x="250457" y="230557"/>
                  </a:lnTo>
                  <a:lnTo>
                    <a:pt x="249977" y="231054"/>
                  </a:lnTo>
                  <a:lnTo>
                    <a:pt x="249983" y="231562"/>
                  </a:lnTo>
                  <a:lnTo>
                    <a:pt x="249990" y="231767"/>
                  </a:lnTo>
                  <a:lnTo>
                    <a:pt x="249808" y="231966"/>
                  </a:lnTo>
                  <a:lnTo>
                    <a:pt x="249649" y="232082"/>
                  </a:lnTo>
                  <a:lnTo>
                    <a:pt x="249593" y="232672"/>
                  </a:lnTo>
                  <a:lnTo>
                    <a:pt x="249615" y="232809"/>
                  </a:lnTo>
                  <a:lnTo>
                    <a:pt x="249403" y="233407"/>
                  </a:lnTo>
                  <a:lnTo>
                    <a:pt x="249401" y="233568"/>
                  </a:lnTo>
                  <a:lnTo>
                    <a:pt x="249413" y="234245"/>
                  </a:lnTo>
                  <a:lnTo>
                    <a:pt x="249870" y="233785"/>
                  </a:lnTo>
                  <a:lnTo>
                    <a:pt x="250132" y="233748"/>
                  </a:lnTo>
                  <a:lnTo>
                    <a:pt x="250380" y="233712"/>
                  </a:lnTo>
                  <a:lnTo>
                    <a:pt x="250574" y="233211"/>
                  </a:lnTo>
                  <a:lnTo>
                    <a:pt x="250658" y="233014"/>
                  </a:lnTo>
                  <a:lnTo>
                    <a:pt x="250878" y="232720"/>
                  </a:lnTo>
                  <a:lnTo>
                    <a:pt x="251448" y="233102"/>
                  </a:lnTo>
                  <a:lnTo>
                    <a:pt x="251770" y="233287"/>
                  </a:lnTo>
                  <a:lnTo>
                    <a:pt x="252508" y="234097"/>
                  </a:lnTo>
                  <a:lnTo>
                    <a:pt x="252407" y="234230"/>
                  </a:lnTo>
                  <a:lnTo>
                    <a:pt x="252140" y="234716"/>
                  </a:lnTo>
                  <a:lnTo>
                    <a:pt x="251959" y="234973"/>
                  </a:lnTo>
                  <a:lnTo>
                    <a:pt x="251851" y="235228"/>
                  </a:lnTo>
                  <a:lnTo>
                    <a:pt x="251129" y="235202"/>
                  </a:lnTo>
                  <a:lnTo>
                    <a:pt x="250868" y="235381"/>
                  </a:lnTo>
                  <a:lnTo>
                    <a:pt x="250619" y="235702"/>
                  </a:lnTo>
                  <a:lnTo>
                    <a:pt x="250330" y="236309"/>
                  </a:lnTo>
                  <a:lnTo>
                    <a:pt x="250014" y="236884"/>
                  </a:lnTo>
                  <a:lnTo>
                    <a:pt x="249668" y="236935"/>
                  </a:lnTo>
                  <a:lnTo>
                    <a:pt x="249475" y="237442"/>
                  </a:lnTo>
                  <a:lnTo>
                    <a:pt x="249734" y="237989"/>
                  </a:lnTo>
                  <a:lnTo>
                    <a:pt x="249903" y="238353"/>
                  </a:lnTo>
                  <a:lnTo>
                    <a:pt x="250045" y="238988"/>
                  </a:lnTo>
                  <a:lnTo>
                    <a:pt x="249948" y="239330"/>
                  </a:lnTo>
                  <a:lnTo>
                    <a:pt x="250182" y="240019"/>
                  </a:lnTo>
                  <a:lnTo>
                    <a:pt x="250120" y="240524"/>
                  </a:lnTo>
                  <a:lnTo>
                    <a:pt x="250137" y="240950"/>
                  </a:lnTo>
                  <a:lnTo>
                    <a:pt x="250311" y="241037"/>
                  </a:lnTo>
                  <a:lnTo>
                    <a:pt x="250619" y="241293"/>
                  </a:lnTo>
                  <a:lnTo>
                    <a:pt x="250732" y="241470"/>
                  </a:lnTo>
                  <a:lnTo>
                    <a:pt x="250437" y="241533"/>
                  </a:lnTo>
                  <a:lnTo>
                    <a:pt x="250321" y="241725"/>
                  </a:lnTo>
                  <a:lnTo>
                    <a:pt x="250677" y="241963"/>
                  </a:lnTo>
                  <a:lnTo>
                    <a:pt x="250918" y="242159"/>
                  </a:lnTo>
                  <a:lnTo>
                    <a:pt x="251103" y="242255"/>
                  </a:lnTo>
                  <a:lnTo>
                    <a:pt x="251326" y="242457"/>
                  </a:lnTo>
                  <a:lnTo>
                    <a:pt x="251155" y="242675"/>
                  </a:lnTo>
                  <a:lnTo>
                    <a:pt x="251079" y="242862"/>
                  </a:lnTo>
                  <a:lnTo>
                    <a:pt x="251027" y="243010"/>
                  </a:lnTo>
                  <a:lnTo>
                    <a:pt x="250978" y="243423"/>
                  </a:lnTo>
                  <a:lnTo>
                    <a:pt x="251082" y="243890"/>
                  </a:lnTo>
                  <a:lnTo>
                    <a:pt x="250874" y="244384"/>
                  </a:lnTo>
                  <a:lnTo>
                    <a:pt x="250710" y="244663"/>
                  </a:lnTo>
                  <a:lnTo>
                    <a:pt x="250657" y="245082"/>
                  </a:lnTo>
                  <a:lnTo>
                    <a:pt x="251157" y="245430"/>
                  </a:lnTo>
                  <a:lnTo>
                    <a:pt x="251427" y="245466"/>
                  </a:lnTo>
                  <a:lnTo>
                    <a:pt x="251866" y="246206"/>
                  </a:lnTo>
                  <a:lnTo>
                    <a:pt x="251870" y="246404"/>
                  </a:lnTo>
                  <a:lnTo>
                    <a:pt x="252119" y="247340"/>
                  </a:lnTo>
                  <a:lnTo>
                    <a:pt x="251949" y="247415"/>
                  </a:lnTo>
                  <a:lnTo>
                    <a:pt x="252150" y="247570"/>
                  </a:lnTo>
                  <a:lnTo>
                    <a:pt x="252591" y="247502"/>
                  </a:lnTo>
                  <a:lnTo>
                    <a:pt x="252970" y="247679"/>
                  </a:lnTo>
                  <a:lnTo>
                    <a:pt x="253603" y="247548"/>
                  </a:lnTo>
                  <a:lnTo>
                    <a:pt x="254031" y="247758"/>
                  </a:lnTo>
                  <a:lnTo>
                    <a:pt x="254038" y="248081"/>
                  </a:lnTo>
                  <a:lnTo>
                    <a:pt x="254345" y="248476"/>
                  </a:lnTo>
                  <a:lnTo>
                    <a:pt x="254715" y="248654"/>
                  </a:lnTo>
                  <a:lnTo>
                    <a:pt x="255502" y="248974"/>
                  </a:lnTo>
                  <a:lnTo>
                    <a:pt x="255962" y="249430"/>
                  </a:lnTo>
                  <a:lnTo>
                    <a:pt x="255881" y="249659"/>
                  </a:lnTo>
                  <a:lnTo>
                    <a:pt x="255636" y="249932"/>
                  </a:lnTo>
                  <a:lnTo>
                    <a:pt x="255590" y="250447"/>
                  </a:lnTo>
                  <a:lnTo>
                    <a:pt x="255736" y="250809"/>
                  </a:lnTo>
                  <a:lnTo>
                    <a:pt x="255942" y="251089"/>
                  </a:lnTo>
                  <a:lnTo>
                    <a:pt x="256229" y="251437"/>
                  </a:lnTo>
                  <a:lnTo>
                    <a:pt x="256028" y="252171"/>
                  </a:lnTo>
                  <a:lnTo>
                    <a:pt x="255900" y="252733"/>
                  </a:lnTo>
                  <a:lnTo>
                    <a:pt x="255568" y="253058"/>
                  </a:lnTo>
                  <a:lnTo>
                    <a:pt x="255334" y="253598"/>
                  </a:lnTo>
                  <a:lnTo>
                    <a:pt x="255503" y="254204"/>
                  </a:lnTo>
                  <a:lnTo>
                    <a:pt x="255690" y="254576"/>
                  </a:lnTo>
                  <a:lnTo>
                    <a:pt x="255347" y="254762"/>
                  </a:lnTo>
                  <a:lnTo>
                    <a:pt x="254894" y="254716"/>
                  </a:lnTo>
                  <a:lnTo>
                    <a:pt x="253864" y="254976"/>
                  </a:lnTo>
                  <a:lnTo>
                    <a:pt x="253342" y="255297"/>
                  </a:lnTo>
                  <a:lnTo>
                    <a:pt x="252481" y="255862"/>
                  </a:lnTo>
                  <a:lnTo>
                    <a:pt x="252253" y="256052"/>
                  </a:lnTo>
                  <a:lnTo>
                    <a:pt x="252144" y="256235"/>
                  </a:lnTo>
                  <a:lnTo>
                    <a:pt x="251816" y="256597"/>
                  </a:lnTo>
                  <a:lnTo>
                    <a:pt x="251566" y="256796"/>
                  </a:lnTo>
                  <a:lnTo>
                    <a:pt x="251362" y="256915"/>
                  </a:lnTo>
                  <a:lnTo>
                    <a:pt x="251020" y="257485"/>
                  </a:lnTo>
                  <a:lnTo>
                    <a:pt x="250901" y="257622"/>
                  </a:lnTo>
                  <a:lnTo>
                    <a:pt x="250631" y="257679"/>
                  </a:lnTo>
                  <a:lnTo>
                    <a:pt x="250336" y="257741"/>
                  </a:lnTo>
                  <a:lnTo>
                    <a:pt x="250114" y="258085"/>
                  </a:lnTo>
                  <a:lnTo>
                    <a:pt x="249842" y="258298"/>
                  </a:lnTo>
                  <a:lnTo>
                    <a:pt x="249496" y="258236"/>
                  </a:lnTo>
                  <a:lnTo>
                    <a:pt x="249348" y="258457"/>
                  </a:lnTo>
                  <a:lnTo>
                    <a:pt x="249545" y="258928"/>
                  </a:lnTo>
                  <a:lnTo>
                    <a:pt x="249715" y="259369"/>
                  </a:lnTo>
                  <a:lnTo>
                    <a:pt x="249681" y="259872"/>
                  </a:lnTo>
                  <a:lnTo>
                    <a:pt x="249546" y="259980"/>
                  </a:lnTo>
                  <a:lnTo>
                    <a:pt x="249333" y="260638"/>
                  </a:lnTo>
                  <a:lnTo>
                    <a:pt x="249226" y="260868"/>
                  </a:lnTo>
                  <a:lnTo>
                    <a:pt x="248822" y="260786"/>
                  </a:lnTo>
                  <a:lnTo>
                    <a:pt x="248233" y="260595"/>
                  </a:lnTo>
                  <a:lnTo>
                    <a:pt x="247555" y="260978"/>
                  </a:lnTo>
                  <a:lnTo>
                    <a:pt x="247405" y="260862"/>
                  </a:lnTo>
                  <a:lnTo>
                    <a:pt x="247415" y="260301"/>
                  </a:lnTo>
                  <a:lnTo>
                    <a:pt x="246581" y="260246"/>
                  </a:lnTo>
                  <a:lnTo>
                    <a:pt x="246382" y="259530"/>
                  </a:lnTo>
                  <a:lnTo>
                    <a:pt x="245889" y="259690"/>
                  </a:lnTo>
                  <a:lnTo>
                    <a:pt x="245642" y="259913"/>
                  </a:lnTo>
                  <a:lnTo>
                    <a:pt x="245161" y="260316"/>
                  </a:lnTo>
                  <a:lnTo>
                    <a:pt x="245011" y="260349"/>
                  </a:lnTo>
                  <a:lnTo>
                    <a:pt x="244752" y="260446"/>
                  </a:lnTo>
                  <a:lnTo>
                    <a:pt x="244329" y="260957"/>
                  </a:lnTo>
                  <a:lnTo>
                    <a:pt x="244129" y="261158"/>
                  </a:lnTo>
                  <a:lnTo>
                    <a:pt x="243801" y="261088"/>
                  </a:lnTo>
                  <a:lnTo>
                    <a:pt x="244042" y="260721"/>
                  </a:lnTo>
                  <a:lnTo>
                    <a:pt x="244115" y="260290"/>
                  </a:lnTo>
                  <a:lnTo>
                    <a:pt x="243738" y="259736"/>
                  </a:lnTo>
                  <a:lnTo>
                    <a:pt x="243513" y="259628"/>
                  </a:lnTo>
                  <a:lnTo>
                    <a:pt x="243274" y="259806"/>
                  </a:lnTo>
                  <a:lnTo>
                    <a:pt x="243067" y="260121"/>
                  </a:lnTo>
                  <a:lnTo>
                    <a:pt x="242929" y="260325"/>
                  </a:lnTo>
                  <a:lnTo>
                    <a:pt x="242619" y="260576"/>
                  </a:lnTo>
                  <a:lnTo>
                    <a:pt x="242064" y="260959"/>
                  </a:lnTo>
                  <a:lnTo>
                    <a:pt x="242804" y="260811"/>
                  </a:lnTo>
                  <a:lnTo>
                    <a:pt x="243187" y="260510"/>
                  </a:lnTo>
                  <a:lnTo>
                    <a:pt x="243412" y="260873"/>
                  </a:lnTo>
                  <a:lnTo>
                    <a:pt x="243246" y="261142"/>
                  </a:lnTo>
                  <a:lnTo>
                    <a:pt x="242678" y="261661"/>
                  </a:lnTo>
                  <a:lnTo>
                    <a:pt x="242367" y="261865"/>
                  </a:lnTo>
                  <a:lnTo>
                    <a:pt x="242558" y="262180"/>
                  </a:lnTo>
                  <a:lnTo>
                    <a:pt x="242433" y="262690"/>
                  </a:lnTo>
                  <a:lnTo>
                    <a:pt x="242289" y="263055"/>
                  </a:lnTo>
                  <a:lnTo>
                    <a:pt x="242485" y="263372"/>
                  </a:lnTo>
                  <a:lnTo>
                    <a:pt x="241843" y="263826"/>
                  </a:lnTo>
                  <a:lnTo>
                    <a:pt x="241769" y="264126"/>
                  </a:lnTo>
                  <a:lnTo>
                    <a:pt x="241820" y="264273"/>
                  </a:lnTo>
                  <a:lnTo>
                    <a:pt x="241915" y="264570"/>
                  </a:lnTo>
                  <a:lnTo>
                    <a:pt x="241763" y="264567"/>
                  </a:lnTo>
                  <a:lnTo>
                    <a:pt x="241481" y="264644"/>
                  </a:lnTo>
                  <a:lnTo>
                    <a:pt x="241259" y="264821"/>
                  </a:lnTo>
                  <a:lnTo>
                    <a:pt x="241037" y="264673"/>
                  </a:lnTo>
                  <a:lnTo>
                    <a:pt x="240737" y="264786"/>
                  </a:lnTo>
                  <a:lnTo>
                    <a:pt x="240659" y="264960"/>
                  </a:lnTo>
                  <a:lnTo>
                    <a:pt x="240493" y="265141"/>
                  </a:lnTo>
                  <a:lnTo>
                    <a:pt x="240176" y="264985"/>
                  </a:lnTo>
                  <a:lnTo>
                    <a:pt x="240075" y="264853"/>
                  </a:lnTo>
                  <a:lnTo>
                    <a:pt x="239842" y="264576"/>
                  </a:lnTo>
                  <a:lnTo>
                    <a:pt x="239669" y="264676"/>
                  </a:lnTo>
                  <a:lnTo>
                    <a:pt x="239775" y="265007"/>
                  </a:lnTo>
                  <a:lnTo>
                    <a:pt x="239932" y="265627"/>
                  </a:lnTo>
                  <a:lnTo>
                    <a:pt x="240022" y="265888"/>
                  </a:lnTo>
                  <a:lnTo>
                    <a:pt x="239723" y="266468"/>
                  </a:lnTo>
                  <a:lnTo>
                    <a:pt x="239674" y="266668"/>
                  </a:lnTo>
                  <a:lnTo>
                    <a:pt x="239441" y="267194"/>
                  </a:lnTo>
                  <a:lnTo>
                    <a:pt x="239059" y="267046"/>
                  </a:lnTo>
                  <a:lnTo>
                    <a:pt x="238758" y="267015"/>
                  </a:lnTo>
                  <a:lnTo>
                    <a:pt x="238243" y="267487"/>
                  </a:lnTo>
                  <a:lnTo>
                    <a:pt x="237710" y="267546"/>
                  </a:lnTo>
                  <a:lnTo>
                    <a:pt x="237256" y="267566"/>
                  </a:lnTo>
                  <a:lnTo>
                    <a:pt x="237334" y="267912"/>
                  </a:lnTo>
                  <a:lnTo>
                    <a:pt x="236379" y="268995"/>
                  </a:lnTo>
                  <a:lnTo>
                    <a:pt x="236054" y="269015"/>
                  </a:lnTo>
                  <a:lnTo>
                    <a:pt x="235855" y="269381"/>
                  </a:lnTo>
                  <a:lnTo>
                    <a:pt x="235677" y="269541"/>
                  </a:lnTo>
                  <a:lnTo>
                    <a:pt x="235332" y="269634"/>
                  </a:lnTo>
                  <a:lnTo>
                    <a:pt x="235035" y="269678"/>
                  </a:lnTo>
                  <a:lnTo>
                    <a:pt x="234328" y="270381"/>
                  </a:lnTo>
                  <a:lnTo>
                    <a:pt x="234638" y="270510"/>
                  </a:lnTo>
                  <a:lnTo>
                    <a:pt x="234903" y="270565"/>
                  </a:lnTo>
                  <a:lnTo>
                    <a:pt x="234896" y="271030"/>
                  </a:lnTo>
                  <a:lnTo>
                    <a:pt x="235109" y="271420"/>
                  </a:lnTo>
                  <a:lnTo>
                    <a:pt x="235049" y="272284"/>
                  </a:lnTo>
                  <a:lnTo>
                    <a:pt x="234699" y="272363"/>
                  </a:lnTo>
                  <a:lnTo>
                    <a:pt x="234131" y="273476"/>
                  </a:lnTo>
                  <a:lnTo>
                    <a:pt x="233901" y="273635"/>
                  </a:lnTo>
                  <a:lnTo>
                    <a:pt x="233581" y="274057"/>
                  </a:lnTo>
                  <a:lnTo>
                    <a:pt x="233586" y="274206"/>
                  </a:lnTo>
                  <a:lnTo>
                    <a:pt x="233477" y="274536"/>
                  </a:lnTo>
                  <a:lnTo>
                    <a:pt x="233160" y="274430"/>
                  </a:lnTo>
                  <a:lnTo>
                    <a:pt x="232844" y="274235"/>
                  </a:lnTo>
                  <a:lnTo>
                    <a:pt x="232523" y="274296"/>
                  </a:lnTo>
                  <a:lnTo>
                    <a:pt x="232298" y="274749"/>
                  </a:lnTo>
                  <a:lnTo>
                    <a:pt x="231967" y="274978"/>
                  </a:lnTo>
                  <a:lnTo>
                    <a:pt x="231526" y="275243"/>
                  </a:lnTo>
                  <a:lnTo>
                    <a:pt x="231313" y="275366"/>
                  </a:lnTo>
                  <a:lnTo>
                    <a:pt x="231172" y="275398"/>
                  </a:lnTo>
                  <a:lnTo>
                    <a:pt x="230899" y="275298"/>
                  </a:lnTo>
                  <a:lnTo>
                    <a:pt x="230720" y="275109"/>
                  </a:lnTo>
                  <a:lnTo>
                    <a:pt x="230561" y="275030"/>
                  </a:lnTo>
                  <a:lnTo>
                    <a:pt x="229849" y="275668"/>
                  </a:lnTo>
                  <a:lnTo>
                    <a:pt x="230345" y="275842"/>
                  </a:lnTo>
                  <a:lnTo>
                    <a:pt x="230530" y="276017"/>
                  </a:lnTo>
                  <a:lnTo>
                    <a:pt x="230894" y="276375"/>
                  </a:lnTo>
                  <a:lnTo>
                    <a:pt x="231229" y="276682"/>
                  </a:lnTo>
                  <a:lnTo>
                    <a:pt x="231923" y="276745"/>
                  </a:lnTo>
                  <a:lnTo>
                    <a:pt x="231894" y="277136"/>
                  </a:lnTo>
                  <a:lnTo>
                    <a:pt x="231986" y="277487"/>
                  </a:lnTo>
                  <a:lnTo>
                    <a:pt x="232097" y="277653"/>
                  </a:lnTo>
                  <a:lnTo>
                    <a:pt x="232544" y="277925"/>
                  </a:lnTo>
                  <a:lnTo>
                    <a:pt x="232873" y="278035"/>
                  </a:lnTo>
                  <a:lnTo>
                    <a:pt x="233082" y="278317"/>
                  </a:lnTo>
                  <a:lnTo>
                    <a:pt x="233151" y="278528"/>
                  </a:lnTo>
                  <a:lnTo>
                    <a:pt x="233197" y="278742"/>
                  </a:lnTo>
                  <a:lnTo>
                    <a:pt x="232898" y="279243"/>
                  </a:lnTo>
                  <a:lnTo>
                    <a:pt x="233134" y="279402"/>
                  </a:lnTo>
                  <a:lnTo>
                    <a:pt x="233521" y="279200"/>
                  </a:lnTo>
                  <a:lnTo>
                    <a:pt x="233811" y="278883"/>
                  </a:lnTo>
                  <a:lnTo>
                    <a:pt x="233930" y="278707"/>
                  </a:lnTo>
                  <a:lnTo>
                    <a:pt x="234136" y="278494"/>
                  </a:lnTo>
                  <a:lnTo>
                    <a:pt x="234270" y="278567"/>
                  </a:lnTo>
                  <a:lnTo>
                    <a:pt x="234583" y="278140"/>
                  </a:lnTo>
                  <a:lnTo>
                    <a:pt x="234836" y="278003"/>
                  </a:lnTo>
                  <a:lnTo>
                    <a:pt x="234877" y="278167"/>
                  </a:lnTo>
                  <a:lnTo>
                    <a:pt x="234879" y="278579"/>
                  </a:lnTo>
                  <a:lnTo>
                    <a:pt x="234981" y="278908"/>
                  </a:lnTo>
                  <a:lnTo>
                    <a:pt x="235847" y="278602"/>
                  </a:lnTo>
                  <a:lnTo>
                    <a:pt x="236091" y="278402"/>
                  </a:lnTo>
                  <a:lnTo>
                    <a:pt x="235653" y="277538"/>
                  </a:lnTo>
                  <a:lnTo>
                    <a:pt x="235682" y="277172"/>
                  </a:lnTo>
                  <a:lnTo>
                    <a:pt x="236185" y="277107"/>
                  </a:lnTo>
                  <a:lnTo>
                    <a:pt x="236429" y="277145"/>
                  </a:lnTo>
                  <a:lnTo>
                    <a:pt x="236608" y="277077"/>
                  </a:lnTo>
                  <a:lnTo>
                    <a:pt x="236948" y="276684"/>
                  </a:lnTo>
                  <a:lnTo>
                    <a:pt x="237111" y="276445"/>
                  </a:lnTo>
                  <a:lnTo>
                    <a:pt x="237377" y="276184"/>
                  </a:lnTo>
                  <a:lnTo>
                    <a:pt x="237699" y="276020"/>
                  </a:lnTo>
                  <a:lnTo>
                    <a:pt x="238171" y="275947"/>
                  </a:lnTo>
                  <a:lnTo>
                    <a:pt x="238323" y="275701"/>
                  </a:lnTo>
                  <a:lnTo>
                    <a:pt x="238437" y="275413"/>
                  </a:lnTo>
                  <a:lnTo>
                    <a:pt x="238838" y="274840"/>
                  </a:lnTo>
                  <a:lnTo>
                    <a:pt x="239310" y="275048"/>
                  </a:lnTo>
                  <a:lnTo>
                    <a:pt x="239701" y="275093"/>
                  </a:lnTo>
                  <a:lnTo>
                    <a:pt x="239917" y="275030"/>
                  </a:lnTo>
                  <a:lnTo>
                    <a:pt x="239990" y="274856"/>
                  </a:lnTo>
                  <a:lnTo>
                    <a:pt x="240215" y="274584"/>
                  </a:lnTo>
                  <a:lnTo>
                    <a:pt x="240963" y="274239"/>
                  </a:lnTo>
                  <a:lnTo>
                    <a:pt x="241492" y="274144"/>
                  </a:lnTo>
                  <a:lnTo>
                    <a:pt x="242225" y="273903"/>
                  </a:lnTo>
                  <a:lnTo>
                    <a:pt x="242712" y="273847"/>
                  </a:lnTo>
                  <a:lnTo>
                    <a:pt x="243067" y="274073"/>
                  </a:lnTo>
                  <a:lnTo>
                    <a:pt x="242959" y="274389"/>
                  </a:lnTo>
                  <a:lnTo>
                    <a:pt x="242736" y="274561"/>
                  </a:lnTo>
                  <a:lnTo>
                    <a:pt x="242365" y="274851"/>
                  </a:lnTo>
                  <a:lnTo>
                    <a:pt x="242074" y="275275"/>
                  </a:lnTo>
                  <a:lnTo>
                    <a:pt x="241846" y="276069"/>
                  </a:lnTo>
                  <a:lnTo>
                    <a:pt x="242010" y="276293"/>
                  </a:lnTo>
                  <a:lnTo>
                    <a:pt x="242975" y="276186"/>
                  </a:lnTo>
                  <a:lnTo>
                    <a:pt x="243304" y="276167"/>
                  </a:lnTo>
                  <a:lnTo>
                    <a:pt x="243826" y="276165"/>
                  </a:lnTo>
                  <a:lnTo>
                    <a:pt x="243925" y="276327"/>
                  </a:lnTo>
                  <a:lnTo>
                    <a:pt x="244229" y="276464"/>
                  </a:lnTo>
                  <a:lnTo>
                    <a:pt x="244321" y="276278"/>
                  </a:lnTo>
                  <a:lnTo>
                    <a:pt x="244488" y="275881"/>
                  </a:lnTo>
                  <a:lnTo>
                    <a:pt x="244847" y="275688"/>
                  </a:lnTo>
                  <a:lnTo>
                    <a:pt x="245142" y="275735"/>
                  </a:lnTo>
                  <a:lnTo>
                    <a:pt x="245455" y="275519"/>
                  </a:lnTo>
                  <a:lnTo>
                    <a:pt x="245626" y="275368"/>
                  </a:lnTo>
                  <a:lnTo>
                    <a:pt x="245797" y="275166"/>
                  </a:lnTo>
                  <a:lnTo>
                    <a:pt x="246058" y="274740"/>
                  </a:lnTo>
                  <a:lnTo>
                    <a:pt x="246134" y="274335"/>
                  </a:lnTo>
                  <a:lnTo>
                    <a:pt x="246576" y="273784"/>
                  </a:lnTo>
                  <a:lnTo>
                    <a:pt x="246635" y="273655"/>
                  </a:lnTo>
                  <a:lnTo>
                    <a:pt x="246832" y="273465"/>
                  </a:lnTo>
                  <a:lnTo>
                    <a:pt x="247048" y="273292"/>
                  </a:lnTo>
                  <a:lnTo>
                    <a:pt x="247236" y="272776"/>
                  </a:lnTo>
                  <a:lnTo>
                    <a:pt x="247563" y="272657"/>
                  </a:lnTo>
                  <a:lnTo>
                    <a:pt x="247794" y="272852"/>
                  </a:lnTo>
                  <a:lnTo>
                    <a:pt x="247746" y="273292"/>
                  </a:lnTo>
                  <a:lnTo>
                    <a:pt x="247864" y="273495"/>
                  </a:lnTo>
                  <a:lnTo>
                    <a:pt x="248073" y="273760"/>
                  </a:lnTo>
                  <a:lnTo>
                    <a:pt x="248708" y="273555"/>
                  </a:lnTo>
                  <a:lnTo>
                    <a:pt x="248976" y="273517"/>
                  </a:lnTo>
                  <a:lnTo>
                    <a:pt x="249201" y="273517"/>
                  </a:lnTo>
                  <a:lnTo>
                    <a:pt x="249681" y="273237"/>
                  </a:lnTo>
                  <a:lnTo>
                    <a:pt x="250052" y="273328"/>
                  </a:lnTo>
                  <a:lnTo>
                    <a:pt x="250329" y="273362"/>
                  </a:lnTo>
                  <a:lnTo>
                    <a:pt x="250595" y="273340"/>
                  </a:lnTo>
                  <a:lnTo>
                    <a:pt x="250783" y="272971"/>
                  </a:lnTo>
                  <a:lnTo>
                    <a:pt x="250790" y="272735"/>
                  </a:lnTo>
                  <a:lnTo>
                    <a:pt x="251798" y="272649"/>
                  </a:lnTo>
                  <a:lnTo>
                    <a:pt x="251971" y="272765"/>
                  </a:lnTo>
                  <a:lnTo>
                    <a:pt x="252498" y="272500"/>
                  </a:lnTo>
                  <a:lnTo>
                    <a:pt x="252792" y="273014"/>
                  </a:lnTo>
                  <a:lnTo>
                    <a:pt x="253303" y="272599"/>
                  </a:lnTo>
                  <a:lnTo>
                    <a:pt x="253572" y="272610"/>
                  </a:lnTo>
                  <a:lnTo>
                    <a:pt x="253972" y="272623"/>
                  </a:lnTo>
                  <a:lnTo>
                    <a:pt x="254001" y="272909"/>
                  </a:lnTo>
                  <a:lnTo>
                    <a:pt x="254525" y="273862"/>
                  </a:lnTo>
                  <a:lnTo>
                    <a:pt x="254883" y="273875"/>
                  </a:lnTo>
                  <a:lnTo>
                    <a:pt x="255166" y="273798"/>
                  </a:lnTo>
                  <a:lnTo>
                    <a:pt x="256200" y="273632"/>
                  </a:lnTo>
                  <a:lnTo>
                    <a:pt x="256011" y="274232"/>
                  </a:lnTo>
                  <a:lnTo>
                    <a:pt x="255766" y="274444"/>
                  </a:lnTo>
                  <a:lnTo>
                    <a:pt x="255575" y="275122"/>
                  </a:lnTo>
                  <a:lnTo>
                    <a:pt x="255651" y="275753"/>
                  </a:lnTo>
                  <a:lnTo>
                    <a:pt x="255912" y="275742"/>
                  </a:lnTo>
                  <a:lnTo>
                    <a:pt x="256472" y="275806"/>
                  </a:lnTo>
                  <a:lnTo>
                    <a:pt x="256359" y="276270"/>
                  </a:lnTo>
                  <a:lnTo>
                    <a:pt x="256089" y="276199"/>
                  </a:lnTo>
                  <a:lnTo>
                    <a:pt x="255943" y="276188"/>
                  </a:lnTo>
                  <a:lnTo>
                    <a:pt x="255637" y="276225"/>
                  </a:lnTo>
                  <a:lnTo>
                    <a:pt x="255468" y="276432"/>
                  </a:lnTo>
                  <a:lnTo>
                    <a:pt x="255677" y="276467"/>
                  </a:lnTo>
                  <a:lnTo>
                    <a:pt x="256035" y="276568"/>
                  </a:lnTo>
                  <a:lnTo>
                    <a:pt x="256252" y="276647"/>
                  </a:lnTo>
                  <a:lnTo>
                    <a:pt x="256779" y="276909"/>
                  </a:lnTo>
                  <a:lnTo>
                    <a:pt x="256818" y="276440"/>
                  </a:lnTo>
                  <a:lnTo>
                    <a:pt x="256778" y="275986"/>
                  </a:lnTo>
                  <a:lnTo>
                    <a:pt x="256806" y="275822"/>
                  </a:lnTo>
                  <a:lnTo>
                    <a:pt x="256933" y="275843"/>
                  </a:lnTo>
                  <a:lnTo>
                    <a:pt x="257164" y="275828"/>
                  </a:lnTo>
                  <a:lnTo>
                    <a:pt x="258023" y="276365"/>
                  </a:lnTo>
                  <a:lnTo>
                    <a:pt x="257806" y="276580"/>
                  </a:lnTo>
                  <a:lnTo>
                    <a:pt x="257837" y="277223"/>
                  </a:lnTo>
                  <a:lnTo>
                    <a:pt x="258140" y="278184"/>
                  </a:lnTo>
                  <a:lnTo>
                    <a:pt x="258304" y="278310"/>
                  </a:lnTo>
                  <a:lnTo>
                    <a:pt x="258794" y="278780"/>
                  </a:lnTo>
                  <a:lnTo>
                    <a:pt x="258832" y="279353"/>
                  </a:lnTo>
                  <a:lnTo>
                    <a:pt x="258276" y="279833"/>
                  </a:lnTo>
                  <a:lnTo>
                    <a:pt x="258363" y="280344"/>
                  </a:lnTo>
                  <a:lnTo>
                    <a:pt x="258643" y="280396"/>
                  </a:lnTo>
                  <a:lnTo>
                    <a:pt x="258969" y="280356"/>
                  </a:lnTo>
                  <a:lnTo>
                    <a:pt x="259075" y="280693"/>
                  </a:lnTo>
                  <a:lnTo>
                    <a:pt x="259211" y="281029"/>
                  </a:lnTo>
                  <a:lnTo>
                    <a:pt x="259512" y="281460"/>
                  </a:lnTo>
                  <a:lnTo>
                    <a:pt x="259054" y="281775"/>
                  </a:lnTo>
                  <a:lnTo>
                    <a:pt x="258730" y="281900"/>
                  </a:lnTo>
                  <a:lnTo>
                    <a:pt x="258539" y="282198"/>
                  </a:lnTo>
                  <a:lnTo>
                    <a:pt x="258604" y="282376"/>
                  </a:lnTo>
                  <a:lnTo>
                    <a:pt x="258576" y="282610"/>
                  </a:lnTo>
                  <a:lnTo>
                    <a:pt x="257692" y="282313"/>
                  </a:lnTo>
                  <a:lnTo>
                    <a:pt x="257459" y="282406"/>
                  </a:lnTo>
                  <a:lnTo>
                    <a:pt x="257021" y="282724"/>
                  </a:lnTo>
                  <a:lnTo>
                    <a:pt x="256690" y="283138"/>
                  </a:lnTo>
                  <a:lnTo>
                    <a:pt x="256015" y="283352"/>
                  </a:lnTo>
                  <a:lnTo>
                    <a:pt x="255579" y="283658"/>
                  </a:lnTo>
                  <a:lnTo>
                    <a:pt x="255065" y="284078"/>
                  </a:lnTo>
                  <a:lnTo>
                    <a:pt x="254807" y="284217"/>
                  </a:lnTo>
                  <a:lnTo>
                    <a:pt x="254778" y="284538"/>
                  </a:lnTo>
                  <a:lnTo>
                    <a:pt x="254893" y="285422"/>
                  </a:lnTo>
                  <a:lnTo>
                    <a:pt x="255236" y="285414"/>
                  </a:lnTo>
                  <a:lnTo>
                    <a:pt x="255522" y="284981"/>
                  </a:lnTo>
                  <a:lnTo>
                    <a:pt x="255749" y="284651"/>
                  </a:lnTo>
                  <a:lnTo>
                    <a:pt x="255913" y="284506"/>
                  </a:lnTo>
                  <a:lnTo>
                    <a:pt x="256369" y="283749"/>
                  </a:lnTo>
                  <a:lnTo>
                    <a:pt x="256592" y="283785"/>
                  </a:lnTo>
                  <a:lnTo>
                    <a:pt x="256707" y="284168"/>
                  </a:lnTo>
                  <a:lnTo>
                    <a:pt x="256874" y="284378"/>
                  </a:lnTo>
                  <a:lnTo>
                    <a:pt x="257444" y="284434"/>
                  </a:lnTo>
                  <a:lnTo>
                    <a:pt x="257716" y="284542"/>
                  </a:lnTo>
                  <a:lnTo>
                    <a:pt x="257633" y="285030"/>
                  </a:lnTo>
                  <a:lnTo>
                    <a:pt x="257860" y="285842"/>
                  </a:lnTo>
                  <a:lnTo>
                    <a:pt x="257715" y="286218"/>
                  </a:lnTo>
                  <a:lnTo>
                    <a:pt x="257466" y="286491"/>
                  </a:lnTo>
                  <a:lnTo>
                    <a:pt x="257309" y="286644"/>
                  </a:lnTo>
                  <a:lnTo>
                    <a:pt x="257201" y="286965"/>
                  </a:lnTo>
                  <a:lnTo>
                    <a:pt x="257126" y="287465"/>
                  </a:lnTo>
                  <a:lnTo>
                    <a:pt x="257225" y="287680"/>
                  </a:lnTo>
                  <a:lnTo>
                    <a:pt x="257758" y="288192"/>
                  </a:lnTo>
                  <a:lnTo>
                    <a:pt x="257907" y="289175"/>
                  </a:lnTo>
                  <a:lnTo>
                    <a:pt x="257874" y="289820"/>
                  </a:lnTo>
                  <a:lnTo>
                    <a:pt x="257363" y="290229"/>
                  </a:lnTo>
                  <a:lnTo>
                    <a:pt x="257366" y="289941"/>
                  </a:lnTo>
                  <a:lnTo>
                    <a:pt x="257425" y="289801"/>
                  </a:lnTo>
                  <a:lnTo>
                    <a:pt x="257534" y="289497"/>
                  </a:lnTo>
                  <a:lnTo>
                    <a:pt x="256791" y="289815"/>
                  </a:lnTo>
                  <a:lnTo>
                    <a:pt x="256372" y="289502"/>
                  </a:lnTo>
                  <a:lnTo>
                    <a:pt x="256006" y="289436"/>
                  </a:lnTo>
                  <a:lnTo>
                    <a:pt x="255836" y="289499"/>
                  </a:lnTo>
                  <a:lnTo>
                    <a:pt x="255604" y="289792"/>
                  </a:lnTo>
                  <a:lnTo>
                    <a:pt x="255460" y="289776"/>
                  </a:lnTo>
                  <a:lnTo>
                    <a:pt x="254966" y="289805"/>
                  </a:lnTo>
                  <a:lnTo>
                    <a:pt x="254619" y="290319"/>
                  </a:lnTo>
                  <a:lnTo>
                    <a:pt x="254391" y="290357"/>
                  </a:lnTo>
                  <a:lnTo>
                    <a:pt x="254064" y="291025"/>
                  </a:lnTo>
                  <a:lnTo>
                    <a:pt x="254055" y="291402"/>
                  </a:lnTo>
                  <a:lnTo>
                    <a:pt x="253606" y="291531"/>
                  </a:lnTo>
                  <a:lnTo>
                    <a:pt x="253379" y="291301"/>
                  </a:lnTo>
                  <a:lnTo>
                    <a:pt x="253276" y="291149"/>
                  </a:lnTo>
                  <a:lnTo>
                    <a:pt x="252815" y="291151"/>
                  </a:lnTo>
                  <a:lnTo>
                    <a:pt x="252604" y="291242"/>
                  </a:lnTo>
                  <a:lnTo>
                    <a:pt x="252748" y="291449"/>
                  </a:lnTo>
                  <a:lnTo>
                    <a:pt x="253017" y="291809"/>
                  </a:lnTo>
                  <a:lnTo>
                    <a:pt x="252867" y="291905"/>
                  </a:lnTo>
                  <a:lnTo>
                    <a:pt x="252243" y="292244"/>
                  </a:lnTo>
                  <a:lnTo>
                    <a:pt x="251939" y="292321"/>
                  </a:lnTo>
                  <a:lnTo>
                    <a:pt x="251027" y="292436"/>
                  </a:lnTo>
                  <a:lnTo>
                    <a:pt x="250526" y="292255"/>
                  </a:lnTo>
                  <a:lnTo>
                    <a:pt x="250133" y="292078"/>
                  </a:lnTo>
                  <a:lnTo>
                    <a:pt x="249757" y="292046"/>
                  </a:lnTo>
                  <a:lnTo>
                    <a:pt x="249635" y="292305"/>
                  </a:lnTo>
                  <a:lnTo>
                    <a:pt x="248987" y="292450"/>
                  </a:lnTo>
                  <a:lnTo>
                    <a:pt x="249044" y="292818"/>
                  </a:lnTo>
                  <a:lnTo>
                    <a:pt x="249433" y="293344"/>
                  </a:lnTo>
                  <a:lnTo>
                    <a:pt x="249554" y="293667"/>
                  </a:lnTo>
                  <a:lnTo>
                    <a:pt x="249563" y="293871"/>
                  </a:lnTo>
                  <a:lnTo>
                    <a:pt x="249611" y="294134"/>
                  </a:lnTo>
                  <a:lnTo>
                    <a:pt x="250024" y="294259"/>
                  </a:lnTo>
                  <a:lnTo>
                    <a:pt x="250508" y="294388"/>
                  </a:lnTo>
                  <a:lnTo>
                    <a:pt x="251012" y="294744"/>
                  </a:lnTo>
                  <a:lnTo>
                    <a:pt x="251352" y="294503"/>
                  </a:lnTo>
                  <a:lnTo>
                    <a:pt x="251767" y="294774"/>
                  </a:lnTo>
                  <a:lnTo>
                    <a:pt x="251812" y="294995"/>
                  </a:lnTo>
                  <a:lnTo>
                    <a:pt x="252123" y="295242"/>
                  </a:lnTo>
                  <a:lnTo>
                    <a:pt x="252401" y="295826"/>
                  </a:lnTo>
                  <a:lnTo>
                    <a:pt x="252709" y="296397"/>
                  </a:lnTo>
                  <a:lnTo>
                    <a:pt x="252999" y="296772"/>
                  </a:lnTo>
                  <a:lnTo>
                    <a:pt x="252911" y="297112"/>
                  </a:lnTo>
                  <a:lnTo>
                    <a:pt x="252843" y="297451"/>
                  </a:lnTo>
                  <a:lnTo>
                    <a:pt x="252840" y="298090"/>
                  </a:lnTo>
                  <a:lnTo>
                    <a:pt x="253269" y="298158"/>
                  </a:lnTo>
                  <a:lnTo>
                    <a:pt x="253268" y="298445"/>
                  </a:lnTo>
                  <a:lnTo>
                    <a:pt x="253576" y="298957"/>
                  </a:lnTo>
                  <a:lnTo>
                    <a:pt x="253662" y="299677"/>
                  </a:lnTo>
                  <a:lnTo>
                    <a:pt x="253445" y="299831"/>
                  </a:lnTo>
                  <a:lnTo>
                    <a:pt x="253135" y="299939"/>
                  </a:lnTo>
                  <a:lnTo>
                    <a:pt x="252891" y="300075"/>
                  </a:lnTo>
                  <a:lnTo>
                    <a:pt x="252482" y="300413"/>
                  </a:lnTo>
                  <a:lnTo>
                    <a:pt x="252801" y="300870"/>
                  </a:lnTo>
                  <a:lnTo>
                    <a:pt x="252978" y="301250"/>
                  </a:lnTo>
                  <a:lnTo>
                    <a:pt x="252681" y="301533"/>
                  </a:lnTo>
                  <a:lnTo>
                    <a:pt x="252365" y="301707"/>
                  </a:lnTo>
                  <a:lnTo>
                    <a:pt x="251882" y="302381"/>
                  </a:lnTo>
                  <a:lnTo>
                    <a:pt x="252532" y="302652"/>
                  </a:lnTo>
                  <a:lnTo>
                    <a:pt x="252705" y="302858"/>
                  </a:lnTo>
                  <a:lnTo>
                    <a:pt x="252462" y="303091"/>
                  </a:lnTo>
                  <a:lnTo>
                    <a:pt x="251749" y="303505"/>
                  </a:lnTo>
                  <a:lnTo>
                    <a:pt x="251445" y="303569"/>
                  </a:lnTo>
                  <a:lnTo>
                    <a:pt x="251300" y="303638"/>
                  </a:lnTo>
                  <a:lnTo>
                    <a:pt x="251015" y="304066"/>
                  </a:lnTo>
                  <a:lnTo>
                    <a:pt x="250543" y="304357"/>
                  </a:lnTo>
                  <a:lnTo>
                    <a:pt x="250558" y="304502"/>
                  </a:lnTo>
                  <a:lnTo>
                    <a:pt x="250252" y="304907"/>
                  </a:lnTo>
                  <a:lnTo>
                    <a:pt x="250112" y="305186"/>
                  </a:lnTo>
                  <a:lnTo>
                    <a:pt x="250061" y="305533"/>
                  </a:lnTo>
                  <a:lnTo>
                    <a:pt x="250070" y="305727"/>
                  </a:lnTo>
                  <a:lnTo>
                    <a:pt x="249975" y="306102"/>
                  </a:lnTo>
                  <a:lnTo>
                    <a:pt x="249552" y="306146"/>
                  </a:lnTo>
                  <a:lnTo>
                    <a:pt x="249258" y="306776"/>
                  </a:lnTo>
                  <a:lnTo>
                    <a:pt x="249372" y="307141"/>
                  </a:lnTo>
                  <a:lnTo>
                    <a:pt x="249465" y="307708"/>
                  </a:lnTo>
                  <a:lnTo>
                    <a:pt x="248970" y="307895"/>
                  </a:lnTo>
                  <a:lnTo>
                    <a:pt x="248807" y="308030"/>
                  </a:lnTo>
                  <a:lnTo>
                    <a:pt x="248560" y="308247"/>
                  </a:lnTo>
                  <a:lnTo>
                    <a:pt x="248407" y="308561"/>
                  </a:lnTo>
                  <a:lnTo>
                    <a:pt x="248478" y="308760"/>
                  </a:lnTo>
                  <a:lnTo>
                    <a:pt x="248584" y="308942"/>
                  </a:lnTo>
                  <a:lnTo>
                    <a:pt x="248686" y="309350"/>
                  </a:lnTo>
                  <a:lnTo>
                    <a:pt x="248728" y="309623"/>
                  </a:lnTo>
                  <a:lnTo>
                    <a:pt x="248692" y="309801"/>
                  </a:lnTo>
                  <a:lnTo>
                    <a:pt x="248691" y="310066"/>
                  </a:lnTo>
                  <a:lnTo>
                    <a:pt x="249304" y="310067"/>
                  </a:lnTo>
                  <a:lnTo>
                    <a:pt x="249661" y="310328"/>
                  </a:lnTo>
                  <a:lnTo>
                    <a:pt x="249907" y="310370"/>
                  </a:lnTo>
                  <a:lnTo>
                    <a:pt x="250300" y="310357"/>
                  </a:lnTo>
                  <a:lnTo>
                    <a:pt x="250438" y="310414"/>
                  </a:lnTo>
                  <a:lnTo>
                    <a:pt x="250861" y="311090"/>
                  </a:lnTo>
                  <a:lnTo>
                    <a:pt x="251042" y="311580"/>
                  </a:lnTo>
                  <a:lnTo>
                    <a:pt x="251365" y="311495"/>
                  </a:lnTo>
                  <a:lnTo>
                    <a:pt x="251558" y="311398"/>
                  </a:lnTo>
                  <a:lnTo>
                    <a:pt x="251905" y="311186"/>
                  </a:lnTo>
                  <a:lnTo>
                    <a:pt x="252282" y="310937"/>
                  </a:lnTo>
                  <a:lnTo>
                    <a:pt x="252809" y="310707"/>
                  </a:lnTo>
                  <a:lnTo>
                    <a:pt x="253982" y="310515"/>
                  </a:lnTo>
                  <a:lnTo>
                    <a:pt x="254462" y="310577"/>
                  </a:lnTo>
                  <a:lnTo>
                    <a:pt x="254663" y="310515"/>
                  </a:lnTo>
                  <a:lnTo>
                    <a:pt x="254861" y="310394"/>
                  </a:lnTo>
                  <a:lnTo>
                    <a:pt x="255014" y="310220"/>
                  </a:lnTo>
                  <a:lnTo>
                    <a:pt x="255064" y="310053"/>
                  </a:lnTo>
                  <a:lnTo>
                    <a:pt x="255034" y="309880"/>
                  </a:lnTo>
                  <a:lnTo>
                    <a:pt x="255189" y="309722"/>
                  </a:lnTo>
                  <a:lnTo>
                    <a:pt x="255379" y="309585"/>
                  </a:lnTo>
                  <a:lnTo>
                    <a:pt x="255666" y="309388"/>
                  </a:lnTo>
                  <a:lnTo>
                    <a:pt x="255947" y="309404"/>
                  </a:lnTo>
                  <a:lnTo>
                    <a:pt x="256164" y="309683"/>
                  </a:lnTo>
                  <a:lnTo>
                    <a:pt x="256108" y="310098"/>
                  </a:lnTo>
                  <a:lnTo>
                    <a:pt x="255899" y="310283"/>
                  </a:lnTo>
                  <a:lnTo>
                    <a:pt x="255690" y="310583"/>
                  </a:lnTo>
                  <a:lnTo>
                    <a:pt x="255552" y="310822"/>
                  </a:lnTo>
                  <a:lnTo>
                    <a:pt x="255507" y="310965"/>
                  </a:lnTo>
                  <a:lnTo>
                    <a:pt x="255561" y="311302"/>
                  </a:lnTo>
                  <a:lnTo>
                    <a:pt x="255337" y="311682"/>
                  </a:lnTo>
                  <a:lnTo>
                    <a:pt x="255162" y="311942"/>
                  </a:lnTo>
                  <a:lnTo>
                    <a:pt x="254979" y="312104"/>
                  </a:lnTo>
                  <a:lnTo>
                    <a:pt x="254852" y="312551"/>
                  </a:lnTo>
                  <a:lnTo>
                    <a:pt x="255253" y="312916"/>
                  </a:lnTo>
                  <a:lnTo>
                    <a:pt x="255382" y="313341"/>
                  </a:lnTo>
                  <a:lnTo>
                    <a:pt x="255357" y="313523"/>
                  </a:lnTo>
                  <a:lnTo>
                    <a:pt x="255517" y="314036"/>
                  </a:lnTo>
                  <a:lnTo>
                    <a:pt x="255870" y="313876"/>
                  </a:lnTo>
                  <a:lnTo>
                    <a:pt x="256054" y="314100"/>
                  </a:lnTo>
                  <a:lnTo>
                    <a:pt x="256195" y="314337"/>
                  </a:lnTo>
                  <a:lnTo>
                    <a:pt x="255586" y="314614"/>
                  </a:lnTo>
                  <a:lnTo>
                    <a:pt x="255963" y="315304"/>
                  </a:lnTo>
                  <a:lnTo>
                    <a:pt x="255973" y="315902"/>
                  </a:lnTo>
                  <a:lnTo>
                    <a:pt x="255979" y="316093"/>
                  </a:lnTo>
                  <a:lnTo>
                    <a:pt x="256381" y="316756"/>
                  </a:lnTo>
                  <a:lnTo>
                    <a:pt x="256802" y="316738"/>
                  </a:lnTo>
                  <a:lnTo>
                    <a:pt x="257055" y="316578"/>
                  </a:lnTo>
                  <a:lnTo>
                    <a:pt x="257169" y="316787"/>
                  </a:lnTo>
                  <a:lnTo>
                    <a:pt x="257528" y="317318"/>
                  </a:lnTo>
                  <a:lnTo>
                    <a:pt x="257721" y="317464"/>
                  </a:lnTo>
                  <a:lnTo>
                    <a:pt x="257596" y="318164"/>
                  </a:lnTo>
                  <a:lnTo>
                    <a:pt x="257348" y="318667"/>
                  </a:lnTo>
                  <a:lnTo>
                    <a:pt x="257124" y="318780"/>
                  </a:lnTo>
                  <a:lnTo>
                    <a:pt x="256697" y="318778"/>
                  </a:lnTo>
                  <a:lnTo>
                    <a:pt x="256088" y="318908"/>
                  </a:lnTo>
                  <a:lnTo>
                    <a:pt x="255812" y="319084"/>
                  </a:lnTo>
                  <a:lnTo>
                    <a:pt x="255653" y="319026"/>
                  </a:lnTo>
                  <a:lnTo>
                    <a:pt x="255248" y="318823"/>
                  </a:lnTo>
                  <a:lnTo>
                    <a:pt x="255221" y="319072"/>
                  </a:lnTo>
                  <a:lnTo>
                    <a:pt x="255214" y="319227"/>
                  </a:lnTo>
                  <a:lnTo>
                    <a:pt x="255192" y="319904"/>
                  </a:lnTo>
                  <a:lnTo>
                    <a:pt x="255270" y="320168"/>
                  </a:lnTo>
                  <a:lnTo>
                    <a:pt x="255348" y="320558"/>
                  </a:lnTo>
                  <a:lnTo>
                    <a:pt x="255338" y="320742"/>
                  </a:lnTo>
                  <a:lnTo>
                    <a:pt x="255753" y="320974"/>
                  </a:lnTo>
                  <a:lnTo>
                    <a:pt x="256194" y="321013"/>
                  </a:lnTo>
                  <a:lnTo>
                    <a:pt x="256417" y="321117"/>
                  </a:lnTo>
                  <a:lnTo>
                    <a:pt x="256300" y="321489"/>
                  </a:lnTo>
                  <a:lnTo>
                    <a:pt x="256531" y="321819"/>
                  </a:lnTo>
                  <a:lnTo>
                    <a:pt x="256512" y="322056"/>
                  </a:lnTo>
                  <a:lnTo>
                    <a:pt x="256334" y="322609"/>
                  </a:lnTo>
                  <a:lnTo>
                    <a:pt x="256106" y="322864"/>
                  </a:lnTo>
                  <a:lnTo>
                    <a:pt x="255675" y="323134"/>
                  </a:lnTo>
                  <a:lnTo>
                    <a:pt x="255702" y="323296"/>
                  </a:lnTo>
                  <a:lnTo>
                    <a:pt x="255499" y="323500"/>
                  </a:lnTo>
                  <a:lnTo>
                    <a:pt x="255015" y="323719"/>
                  </a:lnTo>
                  <a:lnTo>
                    <a:pt x="254381" y="324313"/>
                  </a:lnTo>
                  <a:lnTo>
                    <a:pt x="254223" y="324437"/>
                  </a:lnTo>
                  <a:lnTo>
                    <a:pt x="253996" y="324459"/>
                  </a:lnTo>
                  <a:lnTo>
                    <a:pt x="253702" y="324547"/>
                  </a:lnTo>
                  <a:lnTo>
                    <a:pt x="253801" y="324769"/>
                  </a:lnTo>
                  <a:lnTo>
                    <a:pt x="254331" y="324776"/>
                  </a:lnTo>
                  <a:lnTo>
                    <a:pt x="254852" y="325207"/>
                  </a:lnTo>
                  <a:lnTo>
                    <a:pt x="254614" y="326279"/>
                  </a:lnTo>
                  <a:lnTo>
                    <a:pt x="254622" y="326425"/>
                  </a:lnTo>
                  <a:lnTo>
                    <a:pt x="254539" y="326616"/>
                  </a:lnTo>
                  <a:lnTo>
                    <a:pt x="254361" y="326958"/>
                  </a:lnTo>
                  <a:lnTo>
                    <a:pt x="254195" y="327046"/>
                  </a:lnTo>
                  <a:lnTo>
                    <a:pt x="254012" y="327132"/>
                  </a:lnTo>
                  <a:lnTo>
                    <a:pt x="253517" y="327311"/>
                  </a:lnTo>
                  <a:lnTo>
                    <a:pt x="253017" y="327521"/>
                  </a:lnTo>
                  <a:lnTo>
                    <a:pt x="253070" y="327890"/>
                  </a:lnTo>
                  <a:lnTo>
                    <a:pt x="253120" y="328168"/>
                  </a:lnTo>
                  <a:lnTo>
                    <a:pt x="253091" y="328404"/>
                  </a:lnTo>
                  <a:lnTo>
                    <a:pt x="252938" y="328810"/>
                  </a:lnTo>
                  <a:lnTo>
                    <a:pt x="252816" y="329036"/>
                  </a:lnTo>
                  <a:lnTo>
                    <a:pt x="252267" y="329500"/>
                  </a:lnTo>
                  <a:lnTo>
                    <a:pt x="252134" y="329837"/>
                  </a:lnTo>
                  <a:lnTo>
                    <a:pt x="251495" y="330120"/>
                  </a:lnTo>
                  <a:lnTo>
                    <a:pt x="250933" y="330421"/>
                  </a:lnTo>
                  <a:lnTo>
                    <a:pt x="250810" y="331108"/>
                  </a:lnTo>
                  <a:lnTo>
                    <a:pt x="250859" y="331463"/>
                  </a:lnTo>
                  <a:lnTo>
                    <a:pt x="250980" y="331803"/>
                  </a:lnTo>
                  <a:lnTo>
                    <a:pt x="250974" y="332129"/>
                  </a:lnTo>
                  <a:lnTo>
                    <a:pt x="250687" y="332497"/>
                  </a:lnTo>
                  <a:lnTo>
                    <a:pt x="250658" y="332786"/>
                  </a:lnTo>
                  <a:lnTo>
                    <a:pt x="250809" y="333210"/>
                  </a:lnTo>
                  <a:lnTo>
                    <a:pt x="250540" y="333369"/>
                  </a:lnTo>
                  <a:lnTo>
                    <a:pt x="250472" y="333580"/>
                  </a:lnTo>
                  <a:lnTo>
                    <a:pt x="250899" y="333892"/>
                  </a:lnTo>
                  <a:lnTo>
                    <a:pt x="251007" y="334190"/>
                  </a:lnTo>
                  <a:lnTo>
                    <a:pt x="250913" y="334871"/>
                  </a:lnTo>
                  <a:lnTo>
                    <a:pt x="250658" y="334847"/>
                  </a:lnTo>
                  <a:lnTo>
                    <a:pt x="250413" y="334830"/>
                  </a:lnTo>
                  <a:lnTo>
                    <a:pt x="249904" y="335404"/>
                  </a:lnTo>
                  <a:lnTo>
                    <a:pt x="249238" y="335643"/>
                  </a:lnTo>
                  <a:lnTo>
                    <a:pt x="248688" y="335641"/>
                  </a:lnTo>
                  <a:lnTo>
                    <a:pt x="248126" y="335560"/>
                  </a:lnTo>
                  <a:lnTo>
                    <a:pt x="247755" y="335362"/>
                  </a:lnTo>
                  <a:lnTo>
                    <a:pt x="247426" y="335045"/>
                  </a:lnTo>
                  <a:lnTo>
                    <a:pt x="247052" y="334772"/>
                  </a:lnTo>
                  <a:lnTo>
                    <a:pt x="246370" y="334705"/>
                  </a:lnTo>
                  <a:lnTo>
                    <a:pt x="245956" y="334237"/>
                  </a:lnTo>
                  <a:lnTo>
                    <a:pt x="245959" y="334057"/>
                  </a:lnTo>
                  <a:lnTo>
                    <a:pt x="245938" y="333868"/>
                  </a:lnTo>
                  <a:lnTo>
                    <a:pt x="245436" y="333270"/>
                  </a:lnTo>
                  <a:lnTo>
                    <a:pt x="245812" y="333012"/>
                  </a:lnTo>
                  <a:lnTo>
                    <a:pt x="245848" y="332398"/>
                  </a:lnTo>
                  <a:lnTo>
                    <a:pt x="245667" y="332166"/>
                  </a:lnTo>
                  <a:lnTo>
                    <a:pt x="245270" y="331888"/>
                  </a:lnTo>
                  <a:lnTo>
                    <a:pt x="245081" y="331764"/>
                  </a:lnTo>
                  <a:lnTo>
                    <a:pt x="244394" y="331894"/>
                  </a:lnTo>
                  <a:lnTo>
                    <a:pt x="244306" y="332073"/>
                  </a:lnTo>
                  <a:lnTo>
                    <a:pt x="244724" y="332745"/>
                  </a:lnTo>
                  <a:lnTo>
                    <a:pt x="245250" y="333009"/>
                  </a:lnTo>
                  <a:lnTo>
                    <a:pt x="245088" y="333267"/>
                  </a:lnTo>
                  <a:lnTo>
                    <a:pt x="244492" y="333648"/>
                  </a:lnTo>
                  <a:lnTo>
                    <a:pt x="244284" y="333589"/>
                  </a:lnTo>
                  <a:lnTo>
                    <a:pt x="243994" y="334116"/>
                  </a:lnTo>
                  <a:lnTo>
                    <a:pt x="243503" y="334425"/>
                  </a:lnTo>
                  <a:lnTo>
                    <a:pt x="243101" y="333873"/>
                  </a:lnTo>
                  <a:lnTo>
                    <a:pt x="243165" y="333246"/>
                  </a:lnTo>
                  <a:lnTo>
                    <a:pt x="243624" y="332761"/>
                  </a:lnTo>
                  <a:lnTo>
                    <a:pt x="243416" y="332068"/>
                  </a:lnTo>
                  <a:lnTo>
                    <a:pt x="243148" y="331800"/>
                  </a:lnTo>
                  <a:lnTo>
                    <a:pt x="243003" y="331656"/>
                  </a:lnTo>
                  <a:lnTo>
                    <a:pt x="241994" y="331699"/>
                  </a:lnTo>
                  <a:lnTo>
                    <a:pt x="241683" y="331666"/>
                  </a:lnTo>
                  <a:lnTo>
                    <a:pt x="241481" y="331745"/>
                  </a:lnTo>
                  <a:lnTo>
                    <a:pt x="241035" y="332282"/>
                  </a:lnTo>
                  <a:lnTo>
                    <a:pt x="240908" y="332492"/>
                  </a:lnTo>
                  <a:lnTo>
                    <a:pt x="240930" y="332919"/>
                  </a:lnTo>
                  <a:lnTo>
                    <a:pt x="240619" y="332790"/>
                  </a:lnTo>
                  <a:lnTo>
                    <a:pt x="239917" y="332409"/>
                  </a:lnTo>
                  <a:lnTo>
                    <a:pt x="239618" y="332367"/>
                  </a:lnTo>
                  <a:lnTo>
                    <a:pt x="239246" y="332372"/>
                  </a:lnTo>
                  <a:lnTo>
                    <a:pt x="238851" y="332304"/>
                  </a:lnTo>
                  <a:lnTo>
                    <a:pt x="238652" y="332268"/>
                  </a:lnTo>
                  <a:lnTo>
                    <a:pt x="238337" y="332236"/>
                  </a:lnTo>
                  <a:lnTo>
                    <a:pt x="237567" y="332944"/>
                  </a:lnTo>
                  <a:lnTo>
                    <a:pt x="237671" y="333120"/>
                  </a:lnTo>
                  <a:lnTo>
                    <a:pt x="237519" y="333537"/>
                  </a:lnTo>
                  <a:lnTo>
                    <a:pt x="237336" y="333626"/>
                  </a:lnTo>
                  <a:lnTo>
                    <a:pt x="237059" y="334381"/>
                  </a:lnTo>
                  <a:lnTo>
                    <a:pt x="236497" y="334323"/>
                  </a:lnTo>
                  <a:lnTo>
                    <a:pt x="236396" y="334930"/>
                  </a:lnTo>
                  <a:lnTo>
                    <a:pt x="236227" y="334956"/>
                  </a:lnTo>
                  <a:lnTo>
                    <a:pt x="235908" y="334976"/>
                  </a:lnTo>
                  <a:lnTo>
                    <a:pt x="235783" y="334596"/>
                  </a:lnTo>
                  <a:lnTo>
                    <a:pt x="235518" y="334507"/>
                  </a:lnTo>
                  <a:lnTo>
                    <a:pt x="234871" y="334863"/>
                  </a:lnTo>
                  <a:lnTo>
                    <a:pt x="234547" y="335099"/>
                  </a:lnTo>
                  <a:lnTo>
                    <a:pt x="233848" y="335721"/>
                  </a:lnTo>
                  <a:lnTo>
                    <a:pt x="233830" y="336093"/>
                  </a:lnTo>
                  <a:lnTo>
                    <a:pt x="233987" y="337002"/>
                  </a:lnTo>
                  <a:lnTo>
                    <a:pt x="234216" y="337147"/>
                  </a:lnTo>
                  <a:lnTo>
                    <a:pt x="234534" y="337248"/>
                  </a:lnTo>
                  <a:lnTo>
                    <a:pt x="234777" y="337288"/>
                  </a:lnTo>
                  <a:lnTo>
                    <a:pt x="234838" y="337108"/>
                  </a:lnTo>
                  <a:lnTo>
                    <a:pt x="235152" y="336965"/>
                  </a:lnTo>
                  <a:lnTo>
                    <a:pt x="235433" y="337109"/>
                  </a:lnTo>
                  <a:lnTo>
                    <a:pt x="235927" y="337291"/>
                  </a:lnTo>
                  <a:lnTo>
                    <a:pt x="236337" y="336850"/>
                  </a:lnTo>
                  <a:lnTo>
                    <a:pt x="236472" y="336842"/>
                  </a:lnTo>
                  <a:lnTo>
                    <a:pt x="236588" y="336529"/>
                  </a:lnTo>
                  <a:lnTo>
                    <a:pt x="236931" y="336227"/>
                  </a:lnTo>
                  <a:lnTo>
                    <a:pt x="237093" y="336025"/>
                  </a:lnTo>
                  <a:lnTo>
                    <a:pt x="237184" y="335755"/>
                  </a:lnTo>
                  <a:lnTo>
                    <a:pt x="237467" y="335339"/>
                  </a:lnTo>
                  <a:lnTo>
                    <a:pt x="237666" y="335309"/>
                  </a:lnTo>
                  <a:lnTo>
                    <a:pt x="237929" y="335227"/>
                  </a:lnTo>
                  <a:lnTo>
                    <a:pt x="238067" y="334743"/>
                  </a:lnTo>
                  <a:lnTo>
                    <a:pt x="238815" y="335221"/>
                  </a:lnTo>
                  <a:lnTo>
                    <a:pt x="239204" y="335264"/>
                  </a:lnTo>
                  <a:lnTo>
                    <a:pt x="239353" y="335196"/>
                  </a:lnTo>
                  <a:lnTo>
                    <a:pt x="239451" y="334949"/>
                  </a:lnTo>
                  <a:lnTo>
                    <a:pt x="239598" y="334608"/>
                  </a:lnTo>
                  <a:lnTo>
                    <a:pt x="240027" y="334454"/>
                  </a:lnTo>
                  <a:lnTo>
                    <a:pt x="239982" y="334669"/>
                  </a:lnTo>
                  <a:lnTo>
                    <a:pt x="240042" y="335086"/>
                  </a:lnTo>
                  <a:lnTo>
                    <a:pt x="240432" y="335281"/>
                  </a:lnTo>
                  <a:lnTo>
                    <a:pt x="240896" y="335509"/>
                  </a:lnTo>
                  <a:lnTo>
                    <a:pt x="240624" y="335911"/>
                  </a:lnTo>
                  <a:lnTo>
                    <a:pt x="240650" y="336255"/>
                  </a:lnTo>
                  <a:lnTo>
                    <a:pt x="240706" y="336608"/>
                  </a:lnTo>
                  <a:lnTo>
                    <a:pt x="240515" y="336725"/>
                  </a:lnTo>
                  <a:lnTo>
                    <a:pt x="240372" y="336833"/>
                  </a:lnTo>
                  <a:lnTo>
                    <a:pt x="240140" y="337163"/>
                  </a:lnTo>
                  <a:lnTo>
                    <a:pt x="239773" y="337862"/>
                  </a:lnTo>
                  <a:lnTo>
                    <a:pt x="239421" y="338567"/>
                  </a:lnTo>
                  <a:lnTo>
                    <a:pt x="239092" y="339101"/>
                  </a:lnTo>
                  <a:lnTo>
                    <a:pt x="239134" y="339430"/>
                  </a:lnTo>
                  <a:lnTo>
                    <a:pt x="239300" y="339870"/>
                  </a:lnTo>
                  <a:lnTo>
                    <a:pt x="239687" y="339925"/>
                  </a:lnTo>
                  <a:lnTo>
                    <a:pt x="239639" y="340297"/>
                  </a:lnTo>
                  <a:lnTo>
                    <a:pt x="239498" y="340402"/>
                  </a:lnTo>
                  <a:lnTo>
                    <a:pt x="239535" y="340658"/>
                  </a:lnTo>
                  <a:lnTo>
                    <a:pt x="239590" y="340850"/>
                  </a:lnTo>
                  <a:lnTo>
                    <a:pt x="239643" y="341693"/>
                  </a:lnTo>
                  <a:lnTo>
                    <a:pt x="239731" y="341888"/>
                  </a:lnTo>
                  <a:lnTo>
                    <a:pt x="240040" y="342143"/>
                  </a:lnTo>
                  <a:lnTo>
                    <a:pt x="240268" y="342191"/>
                  </a:lnTo>
                  <a:lnTo>
                    <a:pt x="240463" y="342326"/>
                  </a:lnTo>
                  <a:lnTo>
                    <a:pt x="240597" y="342473"/>
                  </a:lnTo>
                  <a:lnTo>
                    <a:pt x="241082" y="342721"/>
                  </a:lnTo>
                  <a:lnTo>
                    <a:pt x="241304" y="342869"/>
                  </a:lnTo>
                  <a:lnTo>
                    <a:pt x="241170" y="343081"/>
                  </a:lnTo>
                  <a:lnTo>
                    <a:pt x="241038" y="343297"/>
                  </a:lnTo>
                  <a:lnTo>
                    <a:pt x="240616" y="343389"/>
                  </a:lnTo>
                  <a:lnTo>
                    <a:pt x="240383" y="343349"/>
                  </a:lnTo>
                  <a:lnTo>
                    <a:pt x="240187" y="343649"/>
                  </a:lnTo>
                  <a:lnTo>
                    <a:pt x="239921" y="344033"/>
                  </a:lnTo>
                  <a:lnTo>
                    <a:pt x="239541" y="343949"/>
                  </a:lnTo>
                  <a:lnTo>
                    <a:pt x="238789" y="344501"/>
                  </a:lnTo>
                  <a:lnTo>
                    <a:pt x="238314" y="344220"/>
                  </a:lnTo>
                  <a:lnTo>
                    <a:pt x="238078" y="343936"/>
                  </a:lnTo>
                  <a:lnTo>
                    <a:pt x="237541" y="343562"/>
                  </a:lnTo>
                  <a:lnTo>
                    <a:pt x="237330" y="343621"/>
                  </a:lnTo>
                  <a:lnTo>
                    <a:pt x="236818" y="343622"/>
                  </a:lnTo>
                  <a:lnTo>
                    <a:pt x="236763" y="343352"/>
                  </a:lnTo>
                  <a:lnTo>
                    <a:pt x="236745" y="343209"/>
                  </a:lnTo>
                  <a:lnTo>
                    <a:pt x="236598" y="342980"/>
                  </a:lnTo>
                  <a:lnTo>
                    <a:pt x="235964" y="342552"/>
                  </a:lnTo>
                  <a:lnTo>
                    <a:pt x="235294" y="342676"/>
                  </a:lnTo>
                  <a:lnTo>
                    <a:pt x="234831" y="343008"/>
                  </a:lnTo>
                  <a:lnTo>
                    <a:pt x="234628" y="343121"/>
                  </a:lnTo>
                  <a:lnTo>
                    <a:pt x="234105" y="343268"/>
                  </a:lnTo>
                  <a:lnTo>
                    <a:pt x="233694" y="342861"/>
                  </a:lnTo>
                  <a:lnTo>
                    <a:pt x="233634" y="342562"/>
                  </a:lnTo>
                  <a:lnTo>
                    <a:pt x="233304" y="342620"/>
                  </a:lnTo>
                  <a:lnTo>
                    <a:pt x="232741" y="342526"/>
                  </a:lnTo>
                  <a:lnTo>
                    <a:pt x="232489" y="342642"/>
                  </a:lnTo>
                  <a:lnTo>
                    <a:pt x="232175" y="342637"/>
                  </a:lnTo>
                  <a:lnTo>
                    <a:pt x="232183" y="342928"/>
                  </a:lnTo>
                  <a:lnTo>
                    <a:pt x="231793" y="342989"/>
                  </a:lnTo>
                  <a:lnTo>
                    <a:pt x="231555" y="343012"/>
                  </a:lnTo>
                  <a:lnTo>
                    <a:pt x="231277" y="342978"/>
                  </a:lnTo>
                  <a:lnTo>
                    <a:pt x="231098" y="343021"/>
                  </a:lnTo>
                  <a:lnTo>
                    <a:pt x="230979" y="343253"/>
                  </a:lnTo>
                  <a:lnTo>
                    <a:pt x="230877" y="343542"/>
                  </a:lnTo>
                  <a:lnTo>
                    <a:pt x="230588" y="343901"/>
                  </a:lnTo>
                  <a:lnTo>
                    <a:pt x="230319" y="343553"/>
                  </a:lnTo>
                  <a:lnTo>
                    <a:pt x="230155" y="343027"/>
                  </a:lnTo>
                  <a:lnTo>
                    <a:pt x="229866" y="342718"/>
                  </a:lnTo>
                  <a:lnTo>
                    <a:pt x="229451" y="342640"/>
                  </a:lnTo>
                  <a:lnTo>
                    <a:pt x="229664" y="341947"/>
                  </a:lnTo>
                  <a:lnTo>
                    <a:pt x="230080" y="341596"/>
                  </a:lnTo>
                  <a:lnTo>
                    <a:pt x="229998" y="341206"/>
                  </a:lnTo>
                  <a:lnTo>
                    <a:pt x="229817" y="340842"/>
                  </a:lnTo>
                  <a:lnTo>
                    <a:pt x="229587" y="340667"/>
                  </a:lnTo>
                  <a:lnTo>
                    <a:pt x="229429" y="340592"/>
                  </a:lnTo>
                  <a:lnTo>
                    <a:pt x="229510" y="340281"/>
                  </a:lnTo>
                  <a:lnTo>
                    <a:pt x="229523" y="340128"/>
                  </a:lnTo>
                  <a:lnTo>
                    <a:pt x="229664" y="339714"/>
                  </a:lnTo>
                  <a:lnTo>
                    <a:pt x="229479" y="339592"/>
                  </a:lnTo>
                  <a:lnTo>
                    <a:pt x="229211" y="339517"/>
                  </a:lnTo>
                  <a:lnTo>
                    <a:pt x="228783" y="339294"/>
                  </a:lnTo>
                  <a:lnTo>
                    <a:pt x="228708" y="339084"/>
                  </a:lnTo>
                  <a:lnTo>
                    <a:pt x="228246" y="339002"/>
                  </a:lnTo>
                  <a:lnTo>
                    <a:pt x="228086" y="339075"/>
                  </a:lnTo>
                  <a:lnTo>
                    <a:pt x="227900" y="339107"/>
                  </a:lnTo>
                  <a:lnTo>
                    <a:pt x="227558" y="339133"/>
                  </a:lnTo>
                  <a:lnTo>
                    <a:pt x="227221" y="339158"/>
                  </a:lnTo>
                  <a:lnTo>
                    <a:pt x="227028" y="339423"/>
                  </a:lnTo>
                  <a:lnTo>
                    <a:pt x="226635" y="339636"/>
                  </a:lnTo>
                  <a:lnTo>
                    <a:pt x="226422" y="339584"/>
                  </a:lnTo>
                  <a:lnTo>
                    <a:pt x="226289" y="339581"/>
                  </a:lnTo>
                  <a:lnTo>
                    <a:pt x="225964" y="339601"/>
                  </a:lnTo>
                  <a:lnTo>
                    <a:pt x="225816" y="339695"/>
                  </a:lnTo>
                  <a:lnTo>
                    <a:pt x="225687" y="340211"/>
                  </a:lnTo>
                  <a:lnTo>
                    <a:pt x="225757" y="340487"/>
                  </a:lnTo>
                  <a:lnTo>
                    <a:pt x="225894" y="340661"/>
                  </a:lnTo>
                  <a:lnTo>
                    <a:pt x="225859" y="341035"/>
                  </a:lnTo>
                  <a:lnTo>
                    <a:pt x="225775" y="341270"/>
                  </a:lnTo>
                  <a:lnTo>
                    <a:pt x="225225" y="341086"/>
                  </a:lnTo>
                  <a:lnTo>
                    <a:pt x="224967" y="341189"/>
                  </a:lnTo>
                  <a:lnTo>
                    <a:pt x="224853" y="341346"/>
                  </a:lnTo>
                  <a:lnTo>
                    <a:pt x="224918" y="342313"/>
                  </a:lnTo>
                  <a:lnTo>
                    <a:pt x="224863" y="342474"/>
                  </a:lnTo>
                  <a:lnTo>
                    <a:pt x="224736" y="342753"/>
                  </a:lnTo>
                  <a:lnTo>
                    <a:pt x="225124" y="342963"/>
                  </a:lnTo>
                  <a:lnTo>
                    <a:pt x="225311" y="343196"/>
                  </a:lnTo>
                  <a:lnTo>
                    <a:pt x="225964" y="343877"/>
                  </a:lnTo>
                  <a:lnTo>
                    <a:pt x="225841" y="344244"/>
                  </a:lnTo>
                  <a:lnTo>
                    <a:pt x="225387" y="343927"/>
                  </a:lnTo>
                  <a:lnTo>
                    <a:pt x="225029" y="343740"/>
                  </a:lnTo>
                  <a:lnTo>
                    <a:pt x="224621" y="343816"/>
                  </a:lnTo>
                  <a:lnTo>
                    <a:pt x="224096" y="343971"/>
                  </a:lnTo>
                  <a:lnTo>
                    <a:pt x="223742" y="344275"/>
                  </a:lnTo>
                  <a:lnTo>
                    <a:pt x="223476" y="344846"/>
                  </a:lnTo>
                  <a:lnTo>
                    <a:pt x="223318" y="345184"/>
                  </a:lnTo>
                  <a:lnTo>
                    <a:pt x="223212" y="345424"/>
                  </a:lnTo>
                  <a:lnTo>
                    <a:pt x="222972" y="345451"/>
                  </a:lnTo>
                  <a:lnTo>
                    <a:pt x="222974" y="345607"/>
                  </a:lnTo>
                  <a:lnTo>
                    <a:pt x="223174" y="345718"/>
                  </a:lnTo>
                  <a:lnTo>
                    <a:pt x="223254" y="345952"/>
                  </a:lnTo>
                  <a:lnTo>
                    <a:pt x="223577" y="346018"/>
                  </a:lnTo>
                  <a:lnTo>
                    <a:pt x="223666" y="346230"/>
                  </a:lnTo>
                  <a:lnTo>
                    <a:pt x="223576" y="346631"/>
                  </a:lnTo>
                  <a:lnTo>
                    <a:pt x="223398" y="346585"/>
                  </a:lnTo>
                  <a:lnTo>
                    <a:pt x="223073" y="346200"/>
                  </a:lnTo>
                  <a:lnTo>
                    <a:pt x="222814" y="346061"/>
                  </a:lnTo>
                  <a:lnTo>
                    <a:pt x="222407" y="347209"/>
                  </a:lnTo>
                  <a:lnTo>
                    <a:pt x="222473" y="348012"/>
                  </a:lnTo>
                  <a:lnTo>
                    <a:pt x="222294" y="348247"/>
                  </a:lnTo>
                  <a:lnTo>
                    <a:pt x="222002" y="348495"/>
                  </a:lnTo>
                  <a:lnTo>
                    <a:pt x="222035" y="348629"/>
                  </a:lnTo>
                  <a:lnTo>
                    <a:pt x="222144" y="348939"/>
                  </a:lnTo>
                  <a:lnTo>
                    <a:pt x="222533" y="349134"/>
                  </a:lnTo>
                  <a:lnTo>
                    <a:pt x="222836" y="349060"/>
                  </a:lnTo>
                  <a:lnTo>
                    <a:pt x="222995" y="349099"/>
                  </a:lnTo>
                  <a:lnTo>
                    <a:pt x="223065" y="349477"/>
                  </a:lnTo>
                  <a:lnTo>
                    <a:pt x="223073" y="349855"/>
                  </a:lnTo>
                  <a:lnTo>
                    <a:pt x="223319" y="350325"/>
                  </a:lnTo>
                  <a:lnTo>
                    <a:pt x="223226" y="350741"/>
                  </a:lnTo>
                  <a:lnTo>
                    <a:pt x="223140" y="351178"/>
                  </a:lnTo>
                  <a:lnTo>
                    <a:pt x="223456" y="351739"/>
                  </a:lnTo>
                  <a:lnTo>
                    <a:pt x="223425" y="352661"/>
                  </a:lnTo>
                  <a:lnTo>
                    <a:pt x="223375" y="353469"/>
                  </a:lnTo>
                  <a:lnTo>
                    <a:pt x="223010" y="353359"/>
                  </a:lnTo>
                  <a:lnTo>
                    <a:pt x="222613" y="352891"/>
                  </a:lnTo>
                  <a:lnTo>
                    <a:pt x="222179" y="352438"/>
                  </a:lnTo>
                  <a:lnTo>
                    <a:pt x="222144" y="352019"/>
                  </a:lnTo>
                  <a:lnTo>
                    <a:pt x="222256" y="351630"/>
                  </a:lnTo>
                  <a:lnTo>
                    <a:pt x="221901" y="351039"/>
                  </a:lnTo>
                  <a:lnTo>
                    <a:pt x="221452" y="350795"/>
                  </a:lnTo>
                  <a:lnTo>
                    <a:pt x="221094" y="350178"/>
                  </a:lnTo>
                  <a:lnTo>
                    <a:pt x="220693" y="349663"/>
                  </a:lnTo>
                  <a:lnTo>
                    <a:pt x="220279" y="349247"/>
                  </a:lnTo>
                  <a:lnTo>
                    <a:pt x="219885" y="348982"/>
                  </a:lnTo>
                  <a:lnTo>
                    <a:pt x="219492" y="348635"/>
                  </a:lnTo>
                  <a:lnTo>
                    <a:pt x="219323" y="348702"/>
                  </a:lnTo>
                  <a:lnTo>
                    <a:pt x="219163" y="348770"/>
                  </a:lnTo>
                  <a:lnTo>
                    <a:pt x="219034" y="348485"/>
                  </a:lnTo>
                  <a:lnTo>
                    <a:pt x="219152" y="348248"/>
                  </a:lnTo>
                  <a:lnTo>
                    <a:pt x="218743" y="347424"/>
                  </a:lnTo>
                  <a:lnTo>
                    <a:pt x="218500" y="347299"/>
                  </a:lnTo>
                  <a:lnTo>
                    <a:pt x="218208" y="347136"/>
                  </a:lnTo>
                  <a:lnTo>
                    <a:pt x="218129" y="346928"/>
                  </a:lnTo>
                  <a:lnTo>
                    <a:pt x="217932" y="346929"/>
                  </a:lnTo>
                  <a:lnTo>
                    <a:pt x="217332" y="346979"/>
                  </a:lnTo>
                  <a:lnTo>
                    <a:pt x="216592" y="347165"/>
                  </a:lnTo>
                  <a:lnTo>
                    <a:pt x="215868" y="347893"/>
                  </a:lnTo>
                  <a:lnTo>
                    <a:pt x="215386" y="347341"/>
                  </a:lnTo>
                  <a:lnTo>
                    <a:pt x="215370" y="347084"/>
                  </a:lnTo>
                  <a:lnTo>
                    <a:pt x="215338" y="346718"/>
                  </a:lnTo>
                  <a:lnTo>
                    <a:pt x="215193" y="346349"/>
                  </a:lnTo>
                  <a:lnTo>
                    <a:pt x="214836" y="345609"/>
                  </a:lnTo>
                  <a:lnTo>
                    <a:pt x="214729" y="345427"/>
                  </a:lnTo>
                  <a:lnTo>
                    <a:pt x="214451" y="345197"/>
                  </a:lnTo>
                  <a:lnTo>
                    <a:pt x="213883" y="344938"/>
                  </a:lnTo>
                  <a:lnTo>
                    <a:pt x="213547" y="344795"/>
                  </a:lnTo>
                  <a:lnTo>
                    <a:pt x="213164" y="344434"/>
                  </a:lnTo>
                  <a:lnTo>
                    <a:pt x="212929" y="344149"/>
                  </a:lnTo>
                  <a:lnTo>
                    <a:pt x="212795" y="343509"/>
                  </a:lnTo>
                  <a:lnTo>
                    <a:pt x="212627" y="343489"/>
                  </a:lnTo>
                  <a:lnTo>
                    <a:pt x="212213" y="343496"/>
                  </a:lnTo>
                  <a:lnTo>
                    <a:pt x="211499" y="344032"/>
                  </a:lnTo>
                  <a:lnTo>
                    <a:pt x="211177" y="343951"/>
                  </a:lnTo>
                  <a:lnTo>
                    <a:pt x="210996" y="344384"/>
                  </a:lnTo>
                  <a:lnTo>
                    <a:pt x="210807" y="344931"/>
                  </a:lnTo>
                  <a:lnTo>
                    <a:pt x="210585" y="345235"/>
                  </a:lnTo>
                  <a:lnTo>
                    <a:pt x="210599" y="345394"/>
                  </a:lnTo>
                  <a:lnTo>
                    <a:pt x="210789" y="345655"/>
                  </a:lnTo>
                  <a:lnTo>
                    <a:pt x="210437" y="345971"/>
                  </a:lnTo>
                  <a:lnTo>
                    <a:pt x="210163" y="346054"/>
                  </a:lnTo>
                  <a:lnTo>
                    <a:pt x="210007" y="346016"/>
                  </a:lnTo>
                  <a:lnTo>
                    <a:pt x="209370" y="346134"/>
                  </a:lnTo>
                  <a:lnTo>
                    <a:pt x="209303" y="346261"/>
                  </a:lnTo>
                  <a:lnTo>
                    <a:pt x="209129" y="346496"/>
                  </a:lnTo>
                  <a:lnTo>
                    <a:pt x="208962" y="346570"/>
                  </a:lnTo>
                  <a:lnTo>
                    <a:pt x="208603" y="346716"/>
                  </a:lnTo>
                  <a:lnTo>
                    <a:pt x="208544" y="347233"/>
                  </a:lnTo>
                  <a:lnTo>
                    <a:pt x="208676" y="347428"/>
                  </a:lnTo>
                  <a:lnTo>
                    <a:pt x="209063" y="347888"/>
                  </a:lnTo>
                  <a:lnTo>
                    <a:pt x="208631" y="348294"/>
                  </a:lnTo>
                  <a:lnTo>
                    <a:pt x="208226" y="348181"/>
                  </a:lnTo>
                  <a:lnTo>
                    <a:pt x="208053" y="347757"/>
                  </a:lnTo>
                  <a:lnTo>
                    <a:pt x="207992" y="347589"/>
                  </a:lnTo>
                  <a:lnTo>
                    <a:pt x="207784" y="347186"/>
                  </a:lnTo>
                  <a:lnTo>
                    <a:pt x="207380" y="347214"/>
                  </a:lnTo>
                  <a:lnTo>
                    <a:pt x="206829" y="346934"/>
                  </a:lnTo>
                  <a:lnTo>
                    <a:pt x="206402" y="347095"/>
                  </a:lnTo>
                  <a:lnTo>
                    <a:pt x="205943" y="347291"/>
                  </a:lnTo>
                  <a:lnTo>
                    <a:pt x="205435" y="347634"/>
                  </a:lnTo>
                  <a:lnTo>
                    <a:pt x="205423" y="347806"/>
                  </a:lnTo>
                  <a:lnTo>
                    <a:pt x="205484" y="348005"/>
                  </a:lnTo>
                  <a:lnTo>
                    <a:pt x="205995" y="348065"/>
                  </a:lnTo>
                  <a:lnTo>
                    <a:pt x="206339" y="348334"/>
                  </a:lnTo>
                  <a:lnTo>
                    <a:pt x="206488" y="348594"/>
                  </a:lnTo>
                  <a:lnTo>
                    <a:pt x="206463" y="348902"/>
                  </a:lnTo>
                  <a:lnTo>
                    <a:pt x="206706" y="349386"/>
                  </a:lnTo>
                  <a:lnTo>
                    <a:pt x="206560" y="349639"/>
                  </a:lnTo>
                  <a:lnTo>
                    <a:pt x="206285" y="349866"/>
                  </a:lnTo>
                  <a:lnTo>
                    <a:pt x="206138" y="349861"/>
                  </a:lnTo>
                  <a:lnTo>
                    <a:pt x="205395" y="349653"/>
                  </a:lnTo>
                  <a:lnTo>
                    <a:pt x="205004" y="349693"/>
                  </a:lnTo>
                  <a:lnTo>
                    <a:pt x="204782" y="349925"/>
                  </a:lnTo>
                  <a:lnTo>
                    <a:pt x="205314" y="350468"/>
                  </a:lnTo>
                  <a:lnTo>
                    <a:pt x="205295" y="350858"/>
                  </a:lnTo>
                  <a:lnTo>
                    <a:pt x="205169" y="351487"/>
                  </a:lnTo>
                  <a:lnTo>
                    <a:pt x="205029" y="351638"/>
                  </a:lnTo>
                  <a:lnTo>
                    <a:pt x="204965" y="352053"/>
                  </a:lnTo>
                  <a:lnTo>
                    <a:pt x="205138" y="352311"/>
                  </a:lnTo>
                  <a:lnTo>
                    <a:pt x="205255" y="352474"/>
                  </a:lnTo>
                  <a:lnTo>
                    <a:pt x="205189" y="353036"/>
                  </a:lnTo>
                  <a:lnTo>
                    <a:pt x="205201" y="353435"/>
                  </a:lnTo>
                  <a:lnTo>
                    <a:pt x="204870" y="353919"/>
                  </a:lnTo>
                  <a:lnTo>
                    <a:pt x="204736" y="354174"/>
                  </a:lnTo>
                  <a:lnTo>
                    <a:pt x="204679" y="354632"/>
                  </a:lnTo>
                  <a:lnTo>
                    <a:pt x="204856" y="354758"/>
                  </a:lnTo>
                  <a:lnTo>
                    <a:pt x="204611" y="355461"/>
                  </a:lnTo>
                  <a:lnTo>
                    <a:pt x="204484" y="355739"/>
                  </a:lnTo>
                  <a:lnTo>
                    <a:pt x="204737" y="356371"/>
                  </a:lnTo>
                  <a:lnTo>
                    <a:pt x="204566" y="356868"/>
                  </a:lnTo>
                  <a:lnTo>
                    <a:pt x="204272" y="356945"/>
                  </a:lnTo>
                  <a:lnTo>
                    <a:pt x="203978" y="357193"/>
                  </a:lnTo>
                  <a:lnTo>
                    <a:pt x="203857" y="357417"/>
                  </a:lnTo>
                  <a:lnTo>
                    <a:pt x="203675" y="357747"/>
                  </a:lnTo>
                  <a:lnTo>
                    <a:pt x="203406" y="357880"/>
                  </a:lnTo>
                  <a:lnTo>
                    <a:pt x="203239" y="357979"/>
                  </a:lnTo>
                  <a:lnTo>
                    <a:pt x="203046" y="358095"/>
                  </a:lnTo>
                  <a:lnTo>
                    <a:pt x="202660" y="358334"/>
                  </a:lnTo>
                  <a:lnTo>
                    <a:pt x="202245" y="358422"/>
                  </a:lnTo>
                  <a:lnTo>
                    <a:pt x="201822" y="358288"/>
                  </a:lnTo>
                  <a:lnTo>
                    <a:pt x="201615" y="358257"/>
                  </a:lnTo>
                  <a:lnTo>
                    <a:pt x="201426" y="358235"/>
                  </a:lnTo>
                  <a:lnTo>
                    <a:pt x="201102" y="358216"/>
                  </a:lnTo>
                  <a:lnTo>
                    <a:pt x="200791" y="358234"/>
                  </a:lnTo>
                  <a:lnTo>
                    <a:pt x="200580" y="358261"/>
                  </a:lnTo>
                  <a:lnTo>
                    <a:pt x="200207" y="358457"/>
                  </a:lnTo>
                  <a:lnTo>
                    <a:pt x="199768" y="358593"/>
                  </a:lnTo>
                  <a:lnTo>
                    <a:pt x="199165" y="358564"/>
                  </a:lnTo>
                  <a:lnTo>
                    <a:pt x="199021" y="358830"/>
                  </a:lnTo>
                  <a:lnTo>
                    <a:pt x="198584" y="358979"/>
                  </a:lnTo>
                  <a:lnTo>
                    <a:pt x="198439" y="358995"/>
                  </a:lnTo>
                  <a:lnTo>
                    <a:pt x="198050" y="359211"/>
                  </a:lnTo>
                  <a:lnTo>
                    <a:pt x="197729" y="359149"/>
                  </a:lnTo>
                  <a:lnTo>
                    <a:pt x="197510" y="359280"/>
                  </a:lnTo>
                  <a:lnTo>
                    <a:pt x="197233" y="359447"/>
                  </a:lnTo>
                  <a:lnTo>
                    <a:pt x="197006" y="359670"/>
                  </a:lnTo>
                  <a:lnTo>
                    <a:pt x="196712" y="359958"/>
                  </a:lnTo>
                  <a:lnTo>
                    <a:pt x="196512" y="360042"/>
                  </a:lnTo>
                  <a:lnTo>
                    <a:pt x="196040" y="360240"/>
                  </a:lnTo>
                  <a:lnTo>
                    <a:pt x="195802" y="360279"/>
                  </a:lnTo>
                  <a:lnTo>
                    <a:pt x="195600" y="360312"/>
                  </a:lnTo>
                  <a:lnTo>
                    <a:pt x="195420" y="360408"/>
                  </a:lnTo>
                  <a:lnTo>
                    <a:pt x="195004" y="360620"/>
                  </a:lnTo>
                  <a:lnTo>
                    <a:pt x="194790" y="360664"/>
                  </a:lnTo>
                  <a:lnTo>
                    <a:pt x="194653" y="360692"/>
                  </a:lnTo>
                  <a:lnTo>
                    <a:pt x="194515" y="360721"/>
                  </a:lnTo>
                  <a:lnTo>
                    <a:pt x="194311" y="360952"/>
                  </a:lnTo>
                  <a:lnTo>
                    <a:pt x="194266" y="361325"/>
                  </a:lnTo>
                  <a:lnTo>
                    <a:pt x="194151" y="361460"/>
                  </a:lnTo>
                  <a:lnTo>
                    <a:pt x="193866" y="361560"/>
                  </a:lnTo>
                  <a:lnTo>
                    <a:pt x="193575" y="361662"/>
                  </a:lnTo>
                  <a:lnTo>
                    <a:pt x="192985" y="361733"/>
                  </a:lnTo>
                  <a:lnTo>
                    <a:pt x="192726" y="361505"/>
                  </a:lnTo>
                  <a:lnTo>
                    <a:pt x="192492" y="361432"/>
                  </a:lnTo>
                  <a:lnTo>
                    <a:pt x="192134" y="361355"/>
                  </a:lnTo>
                  <a:lnTo>
                    <a:pt x="191843" y="361561"/>
                  </a:lnTo>
                  <a:lnTo>
                    <a:pt x="191336" y="361835"/>
                  </a:lnTo>
                  <a:lnTo>
                    <a:pt x="191054" y="361790"/>
                  </a:lnTo>
                  <a:lnTo>
                    <a:pt x="190311" y="361324"/>
                  </a:lnTo>
                  <a:lnTo>
                    <a:pt x="190576" y="361164"/>
                  </a:lnTo>
                  <a:lnTo>
                    <a:pt x="191055" y="360874"/>
                  </a:lnTo>
                  <a:lnTo>
                    <a:pt x="191164" y="360727"/>
                  </a:lnTo>
                  <a:lnTo>
                    <a:pt x="191109" y="360389"/>
                  </a:lnTo>
                  <a:lnTo>
                    <a:pt x="190934" y="360247"/>
                  </a:lnTo>
                  <a:lnTo>
                    <a:pt x="190949" y="359706"/>
                  </a:lnTo>
                  <a:lnTo>
                    <a:pt x="190806" y="359369"/>
                  </a:lnTo>
                  <a:lnTo>
                    <a:pt x="190537" y="359093"/>
                  </a:lnTo>
                  <a:lnTo>
                    <a:pt x="190466" y="358849"/>
                  </a:lnTo>
                  <a:lnTo>
                    <a:pt x="190313" y="358840"/>
                  </a:lnTo>
                  <a:lnTo>
                    <a:pt x="189970" y="358123"/>
                  </a:lnTo>
                  <a:lnTo>
                    <a:pt x="189977" y="357987"/>
                  </a:lnTo>
                  <a:lnTo>
                    <a:pt x="189987" y="357773"/>
                  </a:lnTo>
                  <a:lnTo>
                    <a:pt x="190171" y="357419"/>
                  </a:lnTo>
                  <a:lnTo>
                    <a:pt x="190261" y="357078"/>
                  </a:lnTo>
                  <a:lnTo>
                    <a:pt x="189987" y="356629"/>
                  </a:lnTo>
                  <a:lnTo>
                    <a:pt x="189761" y="356434"/>
                  </a:lnTo>
                  <a:lnTo>
                    <a:pt x="189624" y="356456"/>
                  </a:lnTo>
                  <a:lnTo>
                    <a:pt x="189238" y="356670"/>
                  </a:lnTo>
                  <a:lnTo>
                    <a:pt x="189211" y="356868"/>
                  </a:lnTo>
                  <a:lnTo>
                    <a:pt x="189190" y="357033"/>
                  </a:lnTo>
                  <a:lnTo>
                    <a:pt x="188911" y="357190"/>
                  </a:lnTo>
                  <a:lnTo>
                    <a:pt x="188636" y="357344"/>
                  </a:lnTo>
                  <a:lnTo>
                    <a:pt x="188468" y="357437"/>
                  </a:lnTo>
                  <a:lnTo>
                    <a:pt x="188175" y="357641"/>
                  </a:lnTo>
                  <a:lnTo>
                    <a:pt x="188039" y="357967"/>
                  </a:lnTo>
                  <a:lnTo>
                    <a:pt x="187257" y="358284"/>
                  </a:lnTo>
                  <a:lnTo>
                    <a:pt x="187556" y="357885"/>
                  </a:lnTo>
                  <a:lnTo>
                    <a:pt x="187691" y="357699"/>
                  </a:lnTo>
                  <a:lnTo>
                    <a:pt x="187619" y="357512"/>
                  </a:lnTo>
                  <a:lnTo>
                    <a:pt x="187464" y="357174"/>
                  </a:lnTo>
                  <a:lnTo>
                    <a:pt x="186967" y="356621"/>
                  </a:lnTo>
                  <a:lnTo>
                    <a:pt x="186744" y="356576"/>
                  </a:lnTo>
                  <a:lnTo>
                    <a:pt x="186522" y="356268"/>
                  </a:lnTo>
                  <a:lnTo>
                    <a:pt x="186489" y="355274"/>
                  </a:lnTo>
                  <a:lnTo>
                    <a:pt x="186456" y="354702"/>
                  </a:lnTo>
                  <a:lnTo>
                    <a:pt x="186322" y="354438"/>
                  </a:lnTo>
                  <a:lnTo>
                    <a:pt x="186342" y="354229"/>
                  </a:lnTo>
                  <a:lnTo>
                    <a:pt x="186122" y="354153"/>
                  </a:lnTo>
                  <a:lnTo>
                    <a:pt x="186144" y="353769"/>
                  </a:lnTo>
                  <a:lnTo>
                    <a:pt x="186524" y="353619"/>
                  </a:lnTo>
                  <a:lnTo>
                    <a:pt x="186575" y="353480"/>
                  </a:lnTo>
                  <a:lnTo>
                    <a:pt x="186506" y="353221"/>
                  </a:lnTo>
                  <a:lnTo>
                    <a:pt x="186438" y="352962"/>
                  </a:lnTo>
                  <a:lnTo>
                    <a:pt x="186120" y="353037"/>
                  </a:lnTo>
                  <a:lnTo>
                    <a:pt x="185590" y="353376"/>
                  </a:lnTo>
                  <a:lnTo>
                    <a:pt x="184760" y="354238"/>
                  </a:lnTo>
                  <a:lnTo>
                    <a:pt x="184495" y="354829"/>
                  </a:lnTo>
                  <a:lnTo>
                    <a:pt x="184462" y="355210"/>
                  </a:lnTo>
                  <a:lnTo>
                    <a:pt x="184275" y="355357"/>
                  </a:lnTo>
                  <a:lnTo>
                    <a:pt x="184026" y="355712"/>
                  </a:lnTo>
                  <a:lnTo>
                    <a:pt x="183911" y="355498"/>
                  </a:lnTo>
                  <a:lnTo>
                    <a:pt x="183589" y="355642"/>
                  </a:lnTo>
                  <a:lnTo>
                    <a:pt x="183593" y="356044"/>
                  </a:lnTo>
                  <a:lnTo>
                    <a:pt x="183267" y="355848"/>
                  </a:lnTo>
                  <a:lnTo>
                    <a:pt x="183063" y="355795"/>
                  </a:lnTo>
                  <a:lnTo>
                    <a:pt x="182849" y="355902"/>
                  </a:lnTo>
                  <a:lnTo>
                    <a:pt x="182681" y="356000"/>
                  </a:lnTo>
                  <a:lnTo>
                    <a:pt x="181631" y="356674"/>
                  </a:lnTo>
                  <a:lnTo>
                    <a:pt x="181533" y="356983"/>
                  </a:lnTo>
                  <a:lnTo>
                    <a:pt x="181354" y="357161"/>
                  </a:lnTo>
                  <a:lnTo>
                    <a:pt x="181177" y="357203"/>
                  </a:lnTo>
                  <a:lnTo>
                    <a:pt x="180922" y="357255"/>
                  </a:lnTo>
                  <a:lnTo>
                    <a:pt x="180652" y="357591"/>
                  </a:lnTo>
                  <a:lnTo>
                    <a:pt x="180375" y="357516"/>
                  </a:lnTo>
                  <a:lnTo>
                    <a:pt x="180127" y="357674"/>
                  </a:lnTo>
                  <a:lnTo>
                    <a:pt x="179877" y="357727"/>
                  </a:lnTo>
                  <a:lnTo>
                    <a:pt x="178917" y="357558"/>
                  </a:lnTo>
                  <a:lnTo>
                    <a:pt x="178880" y="357394"/>
                  </a:lnTo>
                  <a:lnTo>
                    <a:pt x="178881" y="357092"/>
                  </a:lnTo>
                  <a:lnTo>
                    <a:pt x="178904" y="356687"/>
                  </a:lnTo>
                  <a:lnTo>
                    <a:pt x="179090" y="356211"/>
                  </a:lnTo>
                  <a:lnTo>
                    <a:pt x="179174" y="355801"/>
                  </a:lnTo>
                  <a:lnTo>
                    <a:pt x="179331" y="355168"/>
                  </a:lnTo>
                  <a:lnTo>
                    <a:pt x="179344" y="354922"/>
                  </a:lnTo>
                  <a:lnTo>
                    <a:pt x="179172" y="354707"/>
                  </a:lnTo>
                  <a:lnTo>
                    <a:pt x="179506" y="354404"/>
                  </a:lnTo>
                  <a:lnTo>
                    <a:pt x="179208" y="354032"/>
                  </a:lnTo>
                  <a:lnTo>
                    <a:pt x="179025" y="354041"/>
                  </a:lnTo>
                  <a:lnTo>
                    <a:pt x="178691" y="354230"/>
                  </a:lnTo>
                  <a:lnTo>
                    <a:pt x="178479" y="354375"/>
                  </a:lnTo>
                  <a:lnTo>
                    <a:pt x="178254" y="354528"/>
                  </a:lnTo>
                  <a:lnTo>
                    <a:pt x="177956" y="354902"/>
                  </a:lnTo>
                  <a:lnTo>
                    <a:pt x="177821" y="354870"/>
                  </a:lnTo>
                  <a:lnTo>
                    <a:pt x="177798" y="354697"/>
                  </a:lnTo>
                  <a:lnTo>
                    <a:pt x="177776" y="354529"/>
                  </a:lnTo>
                  <a:lnTo>
                    <a:pt x="177470" y="354540"/>
                  </a:lnTo>
                  <a:lnTo>
                    <a:pt x="177324" y="354479"/>
                  </a:lnTo>
                  <a:lnTo>
                    <a:pt x="177136" y="354156"/>
                  </a:lnTo>
                  <a:lnTo>
                    <a:pt x="177131" y="353941"/>
                  </a:lnTo>
                  <a:lnTo>
                    <a:pt x="176867" y="353511"/>
                  </a:lnTo>
                  <a:lnTo>
                    <a:pt x="176908" y="353262"/>
                  </a:lnTo>
                  <a:lnTo>
                    <a:pt x="176940" y="352880"/>
                  </a:lnTo>
                  <a:lnTo>
                    <a:pt x="176954" y="352713"/>
                  </a:lnTo>
                  <a:lnTo>
                    <a:pt x="176609" y="352107"/>
                  </a:lnTo>
                  <a:lnTo>
                    <a:pt x="176342" y="351954"/>
                  </a:lnTo>
                  <a:lnTo>
                    <a:pt x="176321" y="351634"/>
                  </a:lnTo>
                  <a:lnTo>
                    <a:pt x="176438" y="351341"/>
                  </a:lnTo>
                  <a:lnTo>
                    <a:pt x="176689" y="350754"/>
                  </a:lnTo>
                  <a:lnTo>
                    <a:pt x="176950" y="350197"/>
                  </a:lnTo>
                  <a:lnTo>
                    <a:pt x="176924" y="349988"/>
                  </a:lnTo>
                  <a:lnTo>
                    <a:pt x="176674" y="349956"/>
                  </a:lnTo>
                  <a:lnTo>
                    <a:pt x="176533" y="349938"/>
                  </a:lnTo>
                  <a:lnTo>
                    <a:pt x="176286" y="349906"/>
                  </a:lnTo>
                  <a:lnTo>
                    <a:pt x="176037" y="349874"/>
                  </a:lnTo>
                  <a:lnTo>
                    <a:pt x="175901" y="349403"/>
                  </a:lnTo>
                  <a:lnTo>
                    <a:pt x="175906" y="349239"/>
                  </a:lnTo>
                  <a:lnTo>
                    <a:pt x="175693" y="349126"/>
                  </a:lnTo>
                  <a:lnTo>
                    <a:pt x="175452" y="349051"/>
                  </a:lnTo>
                  <a:lnTo>
                    <a:pt x="175320" y="349010"/>
                  </a:lnTo>
                  <a:lnTo>
                    <a:pt x="175119" y="348947"/>
                  </a:lnTo>
                  <a:lnTo>
                    <a:pt x="174969" y="348982"/>
                  </a:lnTo>
                  <a:lnTo>
                    <a:pt x="174947" y="349414"/>
                  </a:lnTo>
                  <a:lnTo>
                    <a:pt x="174545" y="349716"/>
                  </a:lnTo>
                  <a:lnTo>
                    <a:pt x="174256" y="349516"/>
                  </a:lnTo>
                  <a:lnTo>
                    <a:pt x="174142" y="349367"/>
                  </a:lnTo>
                  <a:lnTo>
                    <a:pt x="173700" y="349305"/>
                  </a:lnTo>
                  <a:lnTo>
                    <a:pt x="173536" y="349312"/>
                  </a:lnTo>
                  <a:lnTo>
                    <a:pt x="173283" y="349190"/>
                  </a:lnTo>
                  <a:lnTo>
                    <a:pt x="173149" y="349242"/>
                  </a:lnTo>
                  <a:lnTo>
                    <a:pt x="172652" y="348936"/>
                  </a:lnTo>
                  <a:lnTo>
                    <a:pt x="172596" y="348650"/>
                  </a:lnTo>
                  <a:lnTo>
                    <a:pt x="172535" y="348463"/>
                  </a:lnTo>
                  <a:lnTo>
                    <a:pt x="172521" y="348064"/>
                  </a:lnTo>
                  <a:lnTo>
                    <a:pt x="172650" y="348013"/>
                  </a:lnTo>
                  <a:lnTo>
                    <a:pt x="172903" y="347989"/>
                  </a:lnTo>
                  <a:lnTo>
                    <a:pt x="173312" y="347761"/>
                  </a:lnTo>
                  <a:lnTo>
                    <a:pt x="173408" y="347515"/>
                  </a:lnTo>
                  <a:lnTo>
                    <a:pt x="173462" y="347258"/>
                  </a:lnTo>
                  <a:lnTo>
                    <a:pt x="173586" y="346653"/>
                  </a:lnTo>
                  <a:lnTo>
                    <a:pt x="173397" y="346528"/>
                  </a:lnTo>
                  <a:lnTo>
                    <a:pt x="173383" y="346398"/>
                  </a:lnTo>
                  <a:lnTo>
                    <a:pt x="173364" y="346028"/>
                  </a:lnTo>
                  <a:lnTo>
                    <a:pt x="173227" y="345942"/>
                  </a:lnTo>
                  <a:lnTo>
                    <a:pt x="173125" y="345776"/>
                  </a:lnTo>
                  <a:lnTo>
                    <a:pt x="173115" y="345646"/>
                  </a:lnTo>
                  <a:lnTo>
                    <a:pt x="173219" y="345303"/>
                  </a:lnTo>
                  <a:lnTo>
                    <a:pt x="173365" y="345080"/>
                  </a:lnTo>
                  <a:lnTo>
                    <a:pt x="172432" y="344913"/>
                  </a:lnTo>
                  <a:lnTo>
                    <a:pt x="172364" y="344746"/>
                  </a:lnTo>
                  <a:lnTo>
                    <a:pt x="172311" y="344473"/>
                  </a:lnTo>
                  <a:lnTo>
                    <a:pt x="172167" y="344238"/>
                  </a:lnTo>
                  <a:lnTo>
                    <a:pt x="172014" y="344142"/>
                  </a:lnTo>
                  <a:lnTo>
                    <a:pt x="171867" y="344080"/>
                  </a:lnTo>
                  <a:lnTo>
                    <a:pt x="171481" y="343675"/>
                  </a:lnTo>
                  <a:lnTo>
                    <a:pt x="170850" y="343293"/>
                  </a:lnTo>
                  <a:lnTo>
                    <a:pt x="170452" y="343206"/>
                  </a:lnTo>
                  <a:lnTo>
                    <a:pt x="170126" y="343087"/>
                  </a:lnTo>
                  <a:lnTo>
                    <a:pt x="169980" y="342965"/>
                  </a:lnTo>
                  <a:lnTo>
                    <a:pt x="169638" y="342634"/>
                  </a:lnTo>
                  <a:lnTo>
                    <a:pt x="169526" y="342367"/>
                  </a:lnTo>
                  <a:lnTo>
                    <a:pt x="169530" y="342109"/>
                  </a:lnTo>
                  <a:lnTo>
                    <a:pt x="169594" y="341772"/>
                  </a:lnTo>
                  <a:lnTo>
                    <a:pt x="169704" y="341362"/>
                  </a:lnTo>
                  <a:lnTo>
                    <a:pt x="169797" y="341185"/>
                  </a:lnTo>
                  <a:lnTo>
                    <a:pt x="170006" y="340928"/>
                  </a:lnTo>
                  <a:lnTo>
                    <a:pt x="169508" y="340755"/>
                  </a:lnTo>
                  <a:lnTo>
                    <a:pt x="168588" y="340340"/>
                  </a:lnTo>
                  <a:lnTo>
                    <a:pt x="167991" y="340788"/>
                  </a:lnTo>
                  <a:lnTo>
                    <a:pt x="167928" y="341283"/>
                  </a:lnTo>
                  <a:lnTo>
                    <a:pt x="167841" y="341616"/>
                  </a:lnTo>
                  <a:lnTo>
                    <a:pt x="167521" y="341779"/>
                  </a:lnTo>
                  <a:lnTo>
                    <a:pt x="167370" y="341731"/>
                  </a:lnTo>
                  <a:lnTo>
                    <a:pt x="167164" y="341766"/>
                  </a:lnTo>
                  <a:lnTo>
                    <a:pt x="166585" y="342001"/>
                  </a:lnTo>
                  <a:lnTo>
                    <a:pt x="165997" y="342199"/>
                  </a:lnTo>
                  <a:lnTo>
                    <a:pt x="165683" y="342239"/>
                  </a:lnTo>
                  <a:lnTo>
                    <a:pt x="165369" y="342233"/>
                  </a:lnTo>
                  <a:lnTo>
                    <a:pt x="165141" y="342190"/>
                  </a:lnTo>
                  <a:lnTo>
                    <a:pt x="164735" y="342072"/>
                  </a:lnTo>
                  <a:lnTo>
                    <a:pt x="164476" y="342055"/>
                  </a:lnTo>
                  <a:lnTo>
                    <a:pt x="164302" y="342043"/>
                  </a:lnTo>
                  <a:lnTo>
                    <a:pt x="163264" y="342580"/>
                  </a:lnTo>
                  <a:lnTo>
                    <a:pt x="163288" y="342715"/>
                  </a:lnTo>
                  <a:lnTo>
                    <a:pt x="163284" y="342970"/>
                  </a:lnTo>
                  <a:lnTo>
                    <a:pt x="163194" y="343196"/>
                  </a:lnTo>
                  <a:lnTo>
                    <a:pt x="163229" y="343336"/>
                  </a:lnTo>
                  <a:lnTo>
                    <a:pt x="163355" y="343683"/>
                  </a:lnTo>
                  <a:lnTo>
                    <a:pt x="163541" y="343743"/>
                  </a:lnTo>
                  <a:lnTo>
                    <a:pt x="163581" y="343921"/>
                  </a:lnTo>
                  <a:lnTo>
                    <a:pt x="163395" y="344552"/>
                  </a:lnTo>
                  <a:lnTo>
                    <a:pt x="163143" y="344718"/>
                  </a:lnTo>
                  <a:lnTo>
                    <a:pt x="162837" y="344880"/>
                  </a:lnTo>
                  <a:lnTo>
                    <a:pt x="162212" y="344905"/>
                  </a:lnTo>
                  <a:lnTo>
                    <a:pt x="161931" y="344978"/>
                  </a:lnTo>
                  <a:lnTo>
                    <a:pt x="161529" y="345132"/>
                  </a:lnTo>
                  <a:lnTo>
                    <a:pt x="161296" y="345448"/>
                  </a:lnTo>
                  <a:lnTo>
                    <a:pt x="161295" y="345638"/>
                  </a:lnTo>
                  <a:lnTo>
                    <a:pt x="161004" y="345967"/>
                  </a:lnTo>
                  <a:lnTo>
                    <a:pt x="160959" y="346327"/>
                  </a:lnTo>
                  <a:lnTo>
                    <a:pt x="160921" y="346523"/>
                  </a:lnTo>
                  <a:lnTo>
                    <a:pt x="160836" y="346755"/>
                  </a:lnTo>
                  <a:lnTo>
                    <a:pt x="160726" y="346909"/>
                  </a:lnTo>
                  <a:lnTo>
                    <a:pt x="160669" y="347203"/>
                  </a:lnTo>
                  <a:lnTo>
                    <a:pt x="160501" y="347510"/>
                  </a:lnTo>
                  <a:lnTo>
                    <a:pt x="160197" y="347352"/>
                  </a:lnTo>
                  <a:lnTo>
                    <a:pt x="160002" y="347298"/>
                  </a:lnTo>
                  <a:lnTo>
                    <a:pt x="159580" y="347531"/>
                  </a:lnTo>
                  <a:lnTo>
                    <a:pt x="159376" y="347967"/>
                  </a:lnTo>
                  <a:lnTo>
                    <a:pt x="159497" y="348193"/>
                  </a:lnTo>
                  <a:lnTo>
                    <a:pt x="159542" y="348364"/>
                  </a:lnTo>
                  <a:lnTo>
                    <a:pt x="159606" y="349084"/>
                  </a:lnTo>
                  <a:lnTo>
                    <a:pt x="159854" y="349327"/>
                  </a:lnTo>
                  <a:lnTo>
                    <a:pt x="159854" y="349677"/>
                  </a:lnTo>
                  <a:lnTo>
                    <a:pt x="159941" y="349909"/>
                  </a:lnTo>
                  <a:lnTo>
                    <a:pt x="159968" y="350191"/>
                  </a:lnTo>
                  <a:lnTo>
                    <a:pt x="159943" y="350549"/>
                  </a:lnTo>
                  <a:lnTo>
                    <a:pt x="160035" y="350682"/>
                  </a:lnTo>
                  <a:lnTo>
                    <a:pt x="160160" y="350944"/>
                  </a:lnTo>
                  <a:lnTo>
                    <a:pt x="160307" y="351243"/>
                  </a:lnTo>
                  <a:lnTo>
                    <a:pt x="160496" y="351293"/>
                  </a:lnTo>
                  <a:lnTo>
                    <a:pt x="161020" y="351327"/>
                  </a:lnTo>
                  <a:lnTo>
                    <a:pt x="161248" y="351589"/>
                  </a:lnTo>
                  <a:lnTo>
                    <a:pt x="161270" y="351874"/>
                  </a:lnTo>
                  <a:lnTo>
                    <a:pt x="161163" y="352171"/>
                  </a:lnTo>
                  <a:lnTo>
                    <a:pt x="161128" y="352465"/>
                  </a:lnTo>
                  <a:lnTo>
                    <a:pt x="161134" y="352888"/>
                  </a:lnTo>
                  <a:lnTo>
                    <a:pt x="161031" y="353146"/>
                  </a:lnTo>
                  <a:lnTo>
                    <a:pt x="161024" y="353399"/>
                  </a:lnTo>
                  <a:lnTo>
                    <a:pt x="161061" y="353594"/>
                  </a:lnTo>
                  <a:lnTo>
                    <a:pt x="161138" y="353836"/>
                  </a:lnTo>
                  <a:lnTo>
                    <a:pt x="161185" y="353981"/>
                  </a:lnTo>
                  <a:lnTo>
                    <a:pt x="161162" y="354385"/>
                  </a:lnTo>
                  <a:lnTo>
                    <a:pt x="161266" y="354654"/>
                  </a:lnTo>
                  <a:lnTo>
                    <a:pt x="160977" y="355098"/>
                  </a:lnTo>
                  <a:lnTo>
                    <a:pt x="160847" y="355125"/>
                  </a:lnTo>
                  <a:lnTo>
                    <a:pt x="160647" y="355225"/>
                  </a:lnTo>
                  <a:lnTo>
                    <a:pt x="160280" y="355589"/>
                  </a:lnTo>
                  <a:lnTo>
                    <a:pt x="160348" y="355897"/>
                  </a:lnTo>
                  <a:lnTo>
                    <a:pt x="160155" y="356509"/>
                  </a:lnTo>
                  <a:lnTo>
                    <a:pt x="159438" y="356408"/>
                  </a:lnTo>
                  <a:lnTo>
                    <a:pt x="159023" y="356145"/>
                  </a:lnTo>
                  <a:lnTo>
                    <a:pt x="158728" y="356062"/>
                  </a:lnTo>
                  <a:lnTo>
                    <a:pt x="158561" y="356016"/>
                  </a:lnTo>
                  <a:lnTo>
                    <a:pt x="158261" y="355966"/>
                  </a:lnTo>
                  <a:lnTo>
                    <a:pt x="157584" y="356114"/>
                  </a:lnTo>
                  <a:lnTo>
                    <a:pt x="157184" y="356498"/>
                  </a:lnTo>
                  <a:lnTo>
                    <a:pt x="157077" y="356711"/>
                  </a:lnTo>
                  <a:lnTo>
                    <a:pt x="156937" y="357251"/>
                  </a:lnTo>
                  <a:lnTo>
                    <a:pt x="156922" y="357625"/>
                  </a:lnTo>
                  <a:lnTo>
                    <a:pt x="156912" y="357962"/>
                  </a:lnTo>
                  <a:lnTo>
                    <a:pt x="156906" y="358142"/>
                  </a:lnTo>
                  <a:lnTo>
                    <a:pt x="156882" y="358427"/>
                  </a:lnTo>
                  <a:lnTo>
                    <a:pt x="156099" y="358950"/>
                  </a:lnTo>
                  <a:lnTo>
                    <a:pt x="155922" y="358912"/>
                  </a:lnTo>
                  <a:lnTo>
                    <a:pt x="155647" y="358833"/>
                  </a:lnTo>
                  <a:lnTo>
                    <a:pt x="155293" y="358764"/>
                  </a:lnTo>
                  <a:lnTo>
                    <a:pt x="155006" y="358777"/>
                  </a:lnTo>
                  <a:lnTo>
                    <a:pt x="154842" y="358868"/>
                  </a:lnTo>
                  <a:lnTo>
                    <a:pt x="154645" y="358962"/>
                  </a:lnTo>
                  <a:lnTo>
                    <a:pt x="154346" y="359071"/>
                  </a:lnTo>
                  <a:lnTo>
                    <a:pt x="154113" y="359138"/>
                  </a:lnTo>
                  <a:lnTo>
                    <a:pt x="153889" y="359198"/>
                  </a:lnTo>
                  <a:lnTo>
                    <a:pt x="153696" y="359250"/>
                  </a:lnTo>
                  <a:lnTo>
                    <a:pt x="153545" y="359301"/>
                  </a:lnTo>
                  <a:lnTo>
                    <a:pt x="152308" y="359330"/>
                  </a:lnTo>
                  <a:lnTo>
                    <a:pt x="152149" y="359198"/>
                  </a:lnTo>
                  <a:lnTo>
                    <a:pt x="151335" y="359146"/>
                  </a:lnTo>
                  <a:lnTo>
                    <a:pt x="149378" y="359230"/>
                  </a:lnTo>
                  <a:lnTo>
                    <a:pt x="149036" y="359104"/>
                  </a:lnTo>
                  <a:lnTo>
                    <a:pt x="148832" y="359093"/>
                  </a:lnTo>
                  <a:lnTo>
                    <a:pt x="148354" y="359237"/>
                  </a:lnTo>
                  <a:lnTo>
                    <a:pt x="148226" y="359319"/>
                  </a:lnTo>
                  <a:lnTo>
                    <a:pt x="148097" y="359379"/>
                  </a:lnTo>
                  <a:lnTo>
                    <a:pt x="147864" y="359480"/>
                  </a:lnTo>
                  <a:lnTo>
                    <a:pt x="147435" y="359570"/>
                  </a:lnTo>
                  <a:lnTo>
                    <a:pt x="147189" y="359609"/>
                  </a:lnTo>
                  <a:lnTo>
                    <a:pt x="146832" y="360029"/>
                  </a:lnTo>
                  <a:lnTo>
                    <a:pt x="146829" y="360172"/>
                  </a:lnTo>
                  <a:lnTo>
                    <a:pt x="146894" y="360601"/>
                  </a:lnTo>
                  <a:lnTo>
                    <a:pt x="146912" y="360792"/>
                  </a:lnTo>
                  <a:lnTo>
                    <a:pt x="146771" y="361265"/>
                  </a:lnTo>
                  <a:lnTo>
                    <a:pt x="145077" y="362884"/>
                  </a:lnTo>
                  <a:lnTo>
                    <a:pt x="144850" y="363150"/>
                  </a:lnTo>
                  <a:lnTo>
                    <a:pt x="144354" y="363261"/>
                  </a:lnTo>
                  <a:lnTo>
                    <a:pt x="143050" y="363516"/>
                  </a:lnTo>
                  <a:lnTo>
                    <a:pt x="142618" y="363823"/>
                  </a:lnTo>
                  <a:lnTo>
                    <a:pt x="142347" y="364292"/>
                  </a:lnTo>
                  <a:lnTo>
                    <a:pt x="142082" y="364660"/>
                  </a:lnTo>
                  <a:lnTo>
                    <a:pt x="141566" y="364757"/>
                  </a:lnTo>
                  <a:lnTo>
                    <a:pt x="141315" y="364815"/>
                  </a:lnTo>
                  <a:lnTo>
                    <a:pt x="140880" y="364972"/>
                  </a:lnTo>
                  <a:lnTo>
                    <a:pt x="140700" y="365039"/>
                  </a:lnTo>
                  <a:lnTo>
                    <a:pt x="140284" y="365128"/>
                  </a:lnTo>
                  <a:lnTo>
                    <a:pt x="140026" y="365188"/>
                  </a:lnTo>
                  <a:lnTo>
                    <a:pt x="139446" y="365536"/>
                  </a:lnTo>
                  <a:lnTo>
                    <a:pt x="139383" y="365664"/>
                  </a:lnTo>
                  <a:lnTo>
                    <a:pt x="139308" y="365942"/>
                  </a:lnTo>
                  <a:lnTo>
                    <a:pt x="138837" y="366181"/>
                  </a:lnTo>
                  <a:lnTo>
                    <a:pt x="138404" y="366310"/>
                  </a:lnTo>
                  <a:lnTo>
                    <a:pt x="137666" y="366730"/>
                  </a:lnTo>
                  <a:lnTo>
                    <a:pt x="136844" y="366852"/>
                  </a:lnTo>
                  <a:lnTo>
                    <a:pt x="136621" y="366936"/>
                  </a:lnTo>
                  <a:lnTo>
                    <a:pt x="136282" y="367138"/>
                  </a:lnTo>
                  <a:lnTo>
                    <a:pt x="136138" y="367220"/>
                  </a:lnTo>
                  <a:lnTo>
                    <a:pt x="135704" y="367408"/>
                  </a:lnTo>
                  <a:lnTo>
                    <a:pt x="135250" y="367452"/>
                  </a:lnTo>
                  <a:lnTo>
                    <a:pt x="134829" y="367495"/>
                  </a:lnTo>
                  <a:lnTo>
                    <a:pt x="133724" y="368073"/>
                  </a:lnTo>
                  <a:lnTo>
                    <a:pt x="132686" y="367869"/>
                  </a:lnTo>
                  <a:lnTo>
                    <a:pt x="132210" y="367973"/>
                  </a:lnTo>
                  <a:lnTo>
                    <a:pt x="132083" y="368094"/>
                  </a:lnTo>
                  <a:lnTo>
                    <a:pt x="131382" y="368102"/>
                  </a:lnTo>
                  <a:lnTo>
                    <a:pt x="131213" y="367980"/>
                  </a:lnTo>
                  <a:lnTo>
                    <a:pt x="131049" y="367855"/>
                  </a:lnTo>
                  <a:lnTo>
                    <a:pt x="129697" y="368704"/>
                  </a:lnTo>
                  <a:lnTo>
                    <a:pt x="128277" y="368642"/>
                  </a:lnTo>
                  <a:lnTo>
                    <a:pt x="128644" y="370260"/>
                  </a:lnTo>
                  <a:lnTo>
                    <a:pt x="128918" y="370703"/>
                  </a:lnTo>
                  <a:lnTo>
                    <a:pt x="129587" y="371490"/>
                  </a:lnTo>
                  <a:lnTo>
                    <a:pt x="129773" y="371947"/>
                  </a:lnTo>
                  <a:lnTo>
                    <a:pt x="129742" y="372530"/>
                  </a:lnTo>
                  <a:lnTo>
                    <a:pt x="130089" y="373251"/>
                  </a:lnTo>
                  <a:lnTo>
                    <a:pt x="130052" y="373653"/>
                  </a:lnTo>
                  <a:lnTo>
                    <a:pt x="129957" y="373802"/>
                  </a:lnTo>
                  <a:lnTo>
                    <a:pt x="129904" y="374303"/>
                  </a:lnTo>
                  <a:lnTo>
                    <a:pt x="129848" y="374658"/>
                  </a:lnTo>
                  <a:lnTo>
                    <a:pt x="129733" y="375162"/>
                  </a:lnTo>
                  <a:lnTo>
                    <a:pt x="129270" y="375702"/>
                  </a:lnTo>
                  <a:lnTo>
                    <a:pt x="129040" y="376768"/>
                  </a:lnTo>
                  <a:lnTo>
                    <a:pt x="128979" y="377043"/>
                  </a:lnTo>
                  <a:lnTo>
                    <a:pt x="127842" y="377415"/>
                  </a:lnTo>
                  <a:lnTo>
                    <a:pt x="127625" y="377825"/>
                  </a:lnTo>
                  <a:lnTo>
                    <a:pt x="127532" y="378218"/>
                  </a:lnTo>
                  <a:lnTo>
                    <a:pt x="127508" y="378446"/>
                  </a:lnTo>
                  <a:lnTo>
                    <a:pt x="127216" y="378853"/>
                  </a:lnTo>
                  <a:lnTo>
                    <a:pt x="126694" y="379114"/>
                  </a:lnTo>
                  <a:lnTo>
                    <a:pt x="126427" y="379567"/>
                  </a:lnTo>
                  <a:lnTo>
                    <a:pt x="123921" y="381334"/>
                  </a:lnTo>
                  <a:lnTo>
                    <a:pt x="123858" y="381496"/>
                  </a:lnTo>
                  <a:lnTo>
                    <a:pt x="100875" y="370841"/>
                  </a:lnTo>
                  <a:lnTo>
                    <a:pt x="100610" y="370318"/>
                  </a:lnTo>
                  <a:lnTo>
                    <a:pt x="100361" y="370148"/>
                  </a:lnTo>
                  <a:lnTo>
                    <a:pt x="100083" y="369973"/>
                  </a:lnTo>
                  <a:lnTo>
                    <a:pt x="99928" y="369920"/>
                  </a:lnTo>
                  <a:lnTo>
                    <a:pt x="99619" y="369839"/>
                  </a:lnTo>
                  <a:lnTo>
                    <a:pt x="99371" y="369775"/>
                  </a:lnTo>
                  <a:lnTo>
                    <a:pt x="99030" y="369665"/>
                  </a:lnTo>
                  <a:lnTo>
                    <a:pt x="98688" y="369495"/>
                  </a:lnTo>
                  <a:lnTo>
                    <a:pt x="98329" y="369469"/>
                  </a:lnTo>
                  <a:lnTo>
                    <a:pt x="97479" y="369521"/>
                  </a:lnTo>
                  <a:lnTo>
                    <a:pt x="97051" y="369634"/>
                  </a:lnTo>
                  <a:lnTo>
                    <a:pt x="96877" y="369736"/>
                  </a:lnTo>
                  <a:lnTo>
                    <a:pt x="96009" y="370272"/>
                  </a:lnTo>
                  <a:lnTo>
                    <a:pt x="95777" y="370275"/>
                  </a:lnTo>
                  <a:lnTo>
                    <a:pt x="95476" y="370267"/>
                  </a:lnTo>
                  <a:lnTo>
                    <a:pt x="95214" y="370237"/>
                  </a:lnTo>
                  <a:lnTo>
                    <a:pt x="94619" y="370079"/>
                  </a:lnTo>
                  <a:lnTo>
                    <a:pt x="94348" y="370049"/>
                  </a:lnTo>
                  <a:lnTo>
                    <a:pt x="93792" y="369937"/>
                  </a:lnTo>
                  <a:lnTo>
                    <a:pt x="93556" y="368492"/>
                  </a:lnTo>
                  <a:lnTo>
                    <a:pt x="92892" y="368513"/>
                  </a:lnTo>
                  <a:lnTo>
                    <a:pt x="91727" y="367133"/>
                  </a:lnTo>
                  <a:lnTo>
                    <a:pt x="90499" y="367566"/>
                  </a:lnTo>
                  <a:lnTo>
                    <a:pt x="89983" y="368346"/>
                  </a:lnTo>
                  <a:lnTo>
                    <a:pt x="89156" y="368489"/>
                  </a:lnTo>
                  <a:lnTo>
                    <a:pt x="88625" y="368839"/>
                  </a:lnTo>
                  <a:lnTo>
                    <a:pt x="88584" y="368967"/>
                  </a:lnTo>
                  <a:lnTo>
                    <a:pt x="88293" y="369351"/>
                  </a:lnTo>
                  <a:lnTo>
                    <a:pt x="88031" y="369452"/>
                  </a:lnTo>
                  <a:lnTo>
                    <a:pt x="87670" y="369615"/>
                  </a:lnTo>
                  <a:lnTo>
                    <a:pt x="87087" y="370070"/>
                  </a:lnTo>
                  <a:lnTo>
                    <a:pt x="86959" y="370242"/>
                  </a:lnTo>
                  <a:lnTo>
                    <a:pt x="86312" y="371493"/>
                  </a:lnTo>
                  <a:lnTo>
                    <a:pt x="85913" y="371991"/>
                  </a:lnTo>
                  <a:lnTo>
                    <a:pt x="85751" y="372098"/>
                  </a:lnTo>
                  <a:lnTo>
                    <a:pt x="85162" y="372437"/>
                  </a:lnTo>
                  <a:lnTo>
                    <a:pt x="84998" y="372798"/>
                  </a:lnTo>
                  <a:lnTo>
                    <a:pt x="84764" y="376267"/>
                  </a:lnTo>
                  <a:lnTo>
                    <a:pt x="84555" y="376268"/>
                  </a:lnTo>
                  <a:lnTo>
                    <a:pt x="84371" y="376274"/>
                  </a:lnTo>
                  <a:lnTo>
                    <a:pt x="83876" y="376473"/>
                  </a:lnTo>
                  <a:lnTo>
                    <a:pt x="83408" y="376803"/>
                  </a:lnTo>
                  <a:lnTo>
                    <a:pt x="82859" y="377042"/>
                  </a:lnTo>
                  <a:lnTo>
                    <a:pt x="82464" y="377125"/>
                  </a:lnTo>
                  <a:lnTo>
                    <a:pt x="81802" y="377238"/>
                  </a:lnTo>
                  <a:lnTo>
                    <a:pt x="81088" y="377424"/>
                  </a:lnTo>
                  <a:lnTo>
                    <a:pt x="80289" y="377573"/>
                  </a:lnTo>
                  <a:lnTo>
                    <a:pt x="79664" y="377790"/>
                  </a:lnTo>
                  <a:lnTo>
                    <a:pt x="79481" y="377941"/>
                  </a:lnTo>
                  <a:lnTo>
                    <a:pt x="79287" y="378052"/>
                  </a:lnTo>
                  <a:lnTo>
                    <a:pt x="79021" y="378188"/>
                  </a:lnTo>
                  <a:lnTo>
                    <a:pt x="78785" y="378357"/>
                  </a:lnTo>
                  <a:lnTo>
                    <a:pt x="78283" y="379212"/>
                  </a:lnTo>
                  <a:lnTo>
                    <a:pt x="78279" y="379594"/>
                  </a:lnTo>
                  <a:lnTo>
                    <a:pt x="78279" y="379840"/>
                  </a:lnTo>
                  <a:lnTo>
                    <a:pt x="78244" y="379997"/>
                  </a:lnTo>
                  <a:lnTo>
                    <a:pt x="78159" y="380187"/>
                  </a:lnTo>
                  <a:lnTo>
                    <a:pt x="78026" y="380375"/>
                  </a:lnTo>
                  <a:lnTo>
                    <a:pt x="77800" y="380606"/>
                  </a:lnTo>
                  <a:lnTo>
                    <a:pt x="75701" y="381677"/>
                  </a:lnTo>
                  <a:lnTo>
                    <a:pt x="75441" y="381678"/>
                  </a:lnTo>
                  <a:lnTo>
                    <a:pt x="75244" y="381697"/>
                  </a:lnTo>
                  <a:lnTo>
                    <a:pt x="75040" y="381754"/>
                  </a:lnTo>
                  <a:lnTo>
                    <a:pt x="74694" y="381852"/>
                  </a:lnTo>
                  <a:lnTo>
                    <a:pt x="74437" y="381959"/>
                  </a:lnTo>
                  <a:lnTo>
                    <a:pt x="74024" y="382335"/>
                  </a:lnTo>
                  <a:lnTo>
                    <a:pt x="73949" y="382542"/>
                  </a:lnTo>
                  <a:lnTo>
                    <a:pt x="73949" y="382682"/>
                  </a:lnTo>
                  <a:lnTo>
                    <a:pt x="73945" y="382858"/>
                  </a:lnTo>
                  <a:lnTo>
                    <a:pt x="73929" y="382999"/>
                  </a:lnTo>
                  <a:lnTo>
                    <a:pt x="73844" y="383192"/>
                  </a:lnTo>
                  <a:lnTo>
                    <a:pt x="73623" y="383596"/>
                  </a:lnTo>
                  <a:lnTo>
                    <a:pt x="73332" y="383669"/>
                  </a:lnTo>
                  <a:lnTo>
                    <a:pt x="73186" y="383676"/>
                  </a:lnTo>
                  <a:lnTo>
                    <a:pt x="73036" y="383665"/>
                  </a:lnTo>
                  <a:lnTo>
                    <a:pt x="72717" y="383548"/>
                  </a:lnTo>
                  <a:lnTo>
                    <a:pt x="72383" y="383372"/>
                  </a:lnTo>
                  <a:lnTo>
                    <a:pt x="72075" y="382330"/>
                  </a:lnTo>
                  <a:lnTo>
                    <a:pt x="71888" y="382219"/>
                  </a:lnTo>
                  <a:lnTo>
                    <a:pt x="71714" y="382154"/>
                  </a:lnTo>
                  <a:lnTo>
                    <a:pt x="71393" y="382084"/>
                  </a:lnTo>
                  <a:lnTo>
                    <a:pt x="71134" y="382033"/>
                  </a:lnTo>
                  <a:lnTo>
                    <a:pt x="70997" y="382015"/>
                  </a:lnTo>
                  <a:lnTo>
                    <a:pt x="70676" y="382012"/>
                  </a:lnTo>
                  <a:lnTo>
                    <a:pt x="70261" y="381886"/>
                  </a:lnTo>
                  <a:lnTo>
                    <a:pt x="70065" y="381888"/>
                  </a:lnTo>
                  <a:lnTo>
                    <a:pt x="69673" y="381887"/>
                  </a:lnTo>
                  <a:lnTo>
                    <a:pt x="69224" y="381638"/>
                  </a:lnTo>
                  <a:lnTo>
                    <a:pt x="68878" y="381122"/>
                  </a:lnTo>
                  <a:lnTo>
                    <a:pt x="68252" y="380336"/>
                  </a:lnTo>
                  <a:lnTo>
                    <a:pt x="68130" y="380071"/>
                  </a:lnTo>
                  <a:lnTo>
                    <a:pt x="68031" y="379648"/>
                  </a:lnTo>
                  <a:lnTo>
                    <a:pt x="67850" y="379580"/>
                  </a:lnTo>
                  <a:lnTo>
                    <a:pt x="67574" y="379516"/>
                  </a:lnTo>
                  <a:lnTo>
                    <a:pt x="66913" y="379218"/>
                  </a:lnTo>
                  <a:lnTo>
                    <a:pt x="66702" y="378930"/>
                  </a:lnTo>
                  <a:lnTo>
                    <a:pt x="66526" y="378834"/>
                  </a:lnTo>
                  <a:lnTo>
                    <a:pt x="66084" y="378800"/>
                  </a:lnTo>
                  <a:lnTo>
                    <a:pt x="65684" y="378727"/>
                  </a:lnTo>
                  <a:lnTo>
                    <a:pt x="65473" y="378312"/>
                  </a:lnTo>
                  <a:lnTo>
                    <a:pt x="65648" y="378001"/>
                  </a:lnTo>
                  <a:lnTo>
                    <a:pt x="65944" y="377633"/>
                  </a:lnTo>
                  <a:lnTo>
                    <a:pt x="65953" y="377487"/>
                  </a:lnTo>
                  <a:lnTo>
                    <a:pt x="65890" y="377278"/>
                  </a:lnTo>
                  <a:lnTo>
                    <a:pt x="66080" y="376706"/>
                  </a:lnTo>
                  <a:lnTo>
                    <a:pt x="66029" y="376544"/>
                  </a:lnTo>
                  <a:lnTo>
                    <a:pt x="65768" y="375957"/>
                  </a:lnTo>
                  <a:lnTo>
                    <a:pt x="65789" y="375764"/>
                  </a:lnTo>
                  <a:lnTo>
                    <a:pt x="65817" y="375527"/>
                  </a:lnTo>
                  <a:lnTo>
                    <a:pt x="65871" y="375084"/>
                  </a:lnTo>
                  <a:lnTo>
                    <a:pt x="66189" y="374602"/>
                  </a:lnTo>
                  <a:lnTo>
                    <a:pt x="66342" y="374530"/>
                  </a:lnTo>
                  <a:lnTo>
                    <a:pt x="66664" y="374144"/>
                  </a:lnTo>
                  <a:lnTo>
                    <a:pt x="67073" y="373726"/>
                  </a:lnTo>
                  <a:lnTo>
                    <a:pt x="67255" y="373382"/>
                  </a:lnTo>
                  <a:lnTo>
                    <a:pt x="67372" y="373115"/>
                  </a:lnTo>
                  <a:lnTo>
                    <a:pt x="67663" y="372574"/>
                  </a:lnTo>
                  <a:lnTo>
                    <a:pt x="68057" y="371971"/>
                  </a:lnTo>
                  <a:lnTo>
                    <a:pt x="68440" y="371779"/>
                  </a:lnTo>
                  <a:lnTo>
                    <a:pt x="68622" y="371564"/>
                  </a:lnTo>
                  <a:lnTo>
                    <a:pt x="68975" y="371547"/>
                  </a:lnTo>
                  <a:lnTo>
                    <a:pt x="69238" y="371385"/>
                  </a:lnTo>
                  <a:lnTo>
                    <a:pt x="69560" y="371085"/>
                  </a:lnTo>
                  <a:lnTo>
                    <a:pt x="69600" y="370917"/>
                  </a:lnTo>
                  <a:lnTo>
                    <a:pt x="69633" y="370658"/>
                  </a:lnTo>
                  <a:lnTo>
                    <a:pt x="69675" y="370521"/>
                  </a:lnTo>
                  <a:lnTo>
                    <a:pt x="69846" y="370261"/>
                  </a:lnTo>
                  <a:lnTo>
                    <a:pt x="70039" y="370031"/>
                  </a:lnTo>
                  <a:lnTo>
                    <a:pt x="70145" y="369842"/>
                  </a:lnTo>
                  <a:lnTo>
                    <a:pt x="70196" y="369675"/>
                  </a:lnTo>
                  <a:lnTo>
                    <a:pt x="70300" y="369405"/>
                  </a:lnTo>
                  <a:lnTo>
                    <a:pt x="70481" y="369220"/>
                  </a:lnTo>
                  <a:lnTo>
                    <a:pt x="70659" y="369039"/>
                  </a:lnTo>
                  <a:lnTo>
                    <a:pt x="70687" y="368842"/>
                  </a:lnTo>
                  <a:lnTo>
                    <a:pt x="70689" y="368445"/>
                  </a:lnTo>
                  <a:lnTo>
                    <a:pt x="71071" y="368189"/>
                  </a:lnTo>
                  <a:lnTo>
                    <a:pt x="71269" y="368149"/>
                  </a:lnTo>
                  <a:lnTo>
                    <a:pt x="71461" y="367620"/>
                  </a:lnTo>
                  <a:lnTo>
                    <a:pt x="71665" y="367408"/>
                  </a:lnTo>
                  <a:lnTo>
                    <a:pt x="72119" y="367167"/>
                  </a:lnTo>
                  <a:lnTo>
                    <a:pt x="72290" y="367209"/>
                  </a:lnTo>
                  <a:lnTo>
                    <a:pt x="72554" y="366889"/>
                  </a:lnTo>
                  <a:lnTo>
                    <a:pt x="72477" y="366736"/>
                  </a:lnTo>
                  <a:lnTo>
                    <a:pt x="72256" y="366328"/>
                  </a:lnTo>
                  <a:lnTo>
                    <a:pt x="72238" y="366003"/>
                  </a:lnTo>
                  <a:lnTo>
                    <a:pt x="72224" y="365864"/>
                  </a:lnTo>
                  <a:lnTo>
                    <a:pt x="72041" y="365482"/>
                  </a:lnTo>
                  <a:lnTo>
                    <a:pt x="72035" y="365276"/>
                  </a:lnTo>
                  <a:lnTo>
                    <a:pt x="71733" y="364929"/>
                  </a:lnTo>
                  <a:lnTo>
                    <a:pt x="71595" y="364810"/>
                  </a:lnTo>
                  <a:lnTo>
                    <a:pt x="71445" y="364550"/>
                  </a:lnTo>
                  <a:lnTo>
                    <a:pt x="71193" y="364463"/>
                  </a:lnTo>
                  <a:lnTo>
                    <a:pt x="71052" y="364377"/>
                  </a:lnTo>
                  <a:lnTo>
                    <a:pt x="70690" y="364338"/>
                  </a:lnTo>
                  <a:lnTo>
                    <a:pt x="70286" y="364342"/>
                  </a:lnTo>
                  <a:lnTo>
                    <a:pt x="70042" y="364404"/>
                  </a:lnTo>
                  <a:lnTo>
                    <a:pt x="69897" y="364494"/>
                  </a:lnTo>
                  <a:lnTo>
                    <a:pt x="69073" y="364385"/>
                  </a:lnTo>
                  <a:lnTo>
                    <a:pt x="69119" y="364260"/>
                  </a:lnTo>
                  <a:lnTo>
                    <a:pt x="69607" y="364284"/>
                  </a:lnTo>
                  <a:lnTo>
                    <a:pt x="69879" y="364274"/>
                  </a:lnTo>
                  <a:lnTo>
                    <a:pt x="70545" y="364178"/>
                  </a:lnTo>
                  <a:lnTo>
                    <a:pt x="71477" y="363423"/>
                  </a:lnTo>
                  <a:lnTo>
                    <a:pt x="71461" y="363166"/>
                  </a:lnTo>
                  <a:lnTo>
                    <a:pt x="71518" y="362722"/>
                  </a:lnTo>
                  <a:lnTo>
                    <a:pt x="71708" y="362534"/>
                  </a:lnTo>
                  <a:lnTo>
                    <a:pt x="71776" y="362403"/>
                  </a:lnTo>
                  <a:lnTo>
                    <a:pt x="71833" y="361910"/>
                  </a:lnTo>
                  <a:lnTo>
                    <a:pt x="72025" y="361386"/>
                  </a:lnTo>
                  <a:lnTo>
                    <a:pt x="72186" y="361232"/>
                  </a:lnTo>
                  <a:lnTo>
                    <a:pt x="72514" y="360999"/>
                  </a:lnTo>
                  <a:lnTo>
                    <a:pt x="72748" y="360677"/>
                  </a:lnTo>
                  <a:lnTo>
                    <a:pt x="72780" y="360212"/>
                  </a:lnTo>
                  <a:lnTo>
                    <a:pt x="73026" y="359899"/>
                  </a:lnTo>
                  <a:lnTo>
                    <a:pt x="73304" y="359555"/>
                  </a:lnTo>
                  <a:lnTo>
                    <a:pt x="73380" y="359338"/>
                  </a:lnTo>
                  <a:lnTo>
                    <a:pt x="73371" y="358934"/>
                  </a:lnTo>
                  <a:lnTo>
                    <a:pt x="73312" y="358786"/>
                  </a:lnTo>
                  <a:lnTo>
                    <a:pt x="73100" y="358572"/>
                  </a:lnTo>
                  <a:lnTo>
                    <a:pt x="73170" y="358291"/>
                  </a:lnTo>
                  <a:lnTo>
                    <a:pt x="73391" y="358020"/>
                  </a:lnTo>
                  <a:lnTo>
                    <a:pt x="73646" y="357825"/>
                  </a:lnTo>
                  <a:lnTo>
                    <a:pt x="73938" y="357746"/>
                  </a:lnTo>
                  <a:lnTo>
                    <a:pt x="74124" y="357783"/>
                  </a:lnTo>
                  <a:lnTo>
                    <a:pt x="74294" y="357868"/>
                  </a:lnTo>
                  <a:lnTo>
                    <a:pt x="74699" y="358175"/>
                  </a:lnTo>
                  <a:lnTo>
                    <a:pt x="74842" y="358476"/>
                  </a:lnTo>
                  <a:lnTo>
                    <a:pt x="75095" y="358915"/>
                  </a:lnTo>
                  <a:lnTo>
                    <a:pt x="75729" y="359702"/>
                  </a:lnTo>
                  <a:lnTo>
                    <a:pt x="75938" y="359805"/>
                  </a:lnTo>
                  <a:lnTo>
                    <a:pt x="76297" y="359877"/>
                  </a:lnTo>
                  <a:lnTo>
                    <a:pt x="76586" y="359776"/>
                  </a:lnTo>
                  <a:lnTo>
                    <a:pt x="76615" y="359405"/>
                  </a:lnTo>
                  <a:lnTo>
                    <a:pt x="76414" y="359046"/>
                  </a:lnTo>
                  <a:lnTo>
                    <a:pt x="76270" y="358482"/>
                  </a:lnTo>
                  <a:lnTo>
                    <a:pt x="76435" y="358325"/>
                  </a:lnTo>
                  <a:lnTo>
                    <a:pt x="76576" y="358269"/>
                  </a:lnTo>
                  <a:lnTo>
                    <a:pt x="76468" y="358133"/>
                  </a:lnTo>
                  <a:lnTo>
                    <a:pt x="76314" y="357755"/>
                  </a:lnTo>
                  <a:lnTo>
                    <a:pt x="76643" y="356702"/>
                  </a:lnTo>
                  <a:lnTo>
                    <a:pt x="76903" y="356603"/>
                  </a:lnTo>
                  <a:lnTo>
                    <a:pt x="76930" y="356411"/>
                  </a:lnTo>
                  <a:lnTo>
                    <a:pt x="76734" y="355939"/>
                  </a:lnTo>
                  <a:lnTo>
                    <a:pt x="76664" y="355706"/>
                  </a:lnTo>
                  <a:lnTo>
                    <a:pt x="76613" y="355460"/>
                  </a:lnTo>
                  <a:lnTo>
                    <a:pt x="76292" y="355376"/>
                  </a:lnTo>
                  <a:lnTo>
                    <a:pt x="76035" y="355495"/>
                  </a:lnTo>
                  <a:lnTo>
                    <a:pt x="75560" y="355869"/>
                  </a:lnTo>
                  <a:lnTo>
                    <a:pt x="75528" y="355681"/>
                  </a:lnTo>
                  <a:lnTo>
                    <a:pt x="75363" y="355491"/>
                  </a:lnTo>
                  <a:lnTo>
                    <a:pt x="75267" y="355354"/>
                  </a:lnTo>
                  <a:lnTo>
                    <a:pt x="75098" y="355010"/>
                  </a:lnTo>
                  <a:lnTo>
                    <a:pt x="74661" y="354865"/>
                  </a:lnTo>
                  <a:lnTo>
                    <a:pt x="74217" y="354849"/>
                  </a:lnTo>
                  <a:lnTo>
                    <a:pt x="74156" y="355121"/>
                  </a:lnTo>
                  <a:lnTo>
                    <a:pt x="73960" y="355385"/>
                  </a:lnTo>
                  <a:lnTo>
                    <a:pt x="73754" y="355331"/>
                  </a:lnTo>
                  <a:lnTo>
                    <a:pt x="73554" y="355250"/>
                  </a:lnTo>
                  <a:lnTo>
                    <a:pt x="73332" y="355083"/>
                  </a:lnTo>
                  <a:lnTo>
                    <a:pt x="73160" y="355034"/>
                  </a:lnTo>
                  <a:lnTo>
                    <a:pt x="73158" y="354888"/>
                  </a:lnTo>
                  <a:lnTo>
                    <a:pt x="73002" y="354829"/>
                  </a:lnTo>
                  <a:lnTo>
                    <a:pt x="72396" y="354509"/>
                  </a:lnTo>
                  <a:lnTo>
                    <a:pt x="72424" y="354194"/>
                  </a:lnTo>
                  <a:lnTo>
                    <a:pt x="72296" y="353933"/>
                  </a:lnTo>
                  <a:lnTo>
                    <a:pt x="72123" y="353977"/>
                  </a:lnTo>
                  <a:lnTo>
                    <a:pt x="71996" y="354095"/>
                  </a:lnTo>
                  <a:lnTo>
                    <a:pt x="71740" y="353967"/>
                  </a:lnTo>
                  <a:lnTo>
                    <a:pt x="71535" y="354029"/>
                  </a:lnTo>
                  <a:lnTo>
                    <a:pt x="70931" y="354297"/>
                  </a:lnTo>
                  <a:lnTo>
                    <a:pt x="70604" y="354584"/>
                  </a:lnTo>
                  <a:lnTo>
                    <a:pt x="70323" y="354284"/>
                  </a:lnTo>
                  <a:lnTo>
                    <a:pt x="70079" y="354153"/>
                  </a:lnTo>
                  <a:lnTo>
                    <a:pt x="69973" y="353750"/>
                  </a:lnTo>
                  <a:lnTo>
                    <a:pt x="70116" y="353641"/>
                  </a:lnTo>
                  <a:lnTo>
                    <a:pt x="69941" y="353103"/>
                  </a:lnTo>
                  <a:lnTo>
                    <a:pt x="69963" y="352828"/>
                  </a:lnTo>
                  <a:lnTo>
                    <a:pt x="69961" y="352399"/>
                  </a:lnTo>
                  <a:lnTo>
                    <a:pt x="70079" y="352084"/>
                  </a:lnTo>
                  <a:lnTo>
                    <a:pt x="70005" y="351950"/>
                  </a:lnTo>
                  <a:lnTo>
                    <a:pt x="69927" y="351675"/>
                  </a:lnTo>
                  <a:lnTo>
                    <a:pt x="69572" y="350932"/>
                  </a:lnTo>
                  <a:lnTo>
                    <a:pt x="69224" y="350948"/>
                  </a:lnTo>
                  <a:lnTo>
                    <a:pt x="68722" y="350874"/>
                  </a:lnTo>
                  <a:lnTo>
                    <a:pt x="68565" y="350763"/>
                  </a:lnTo>
                  <a:lnTo>
                    <a:pt x="68368" y="350607"/>
                  </a:lnTo>
                  <a:lnTo>
                    <a:pt x="68153" y="350437"/>
                  </a:lnTo>
                  <a:lnTo>
                    <a:pt x="67904" y="350174"/>
                  </a:lnTo>
                  <a:lnTo>
                    <a:pt x="67926" y="349934"/>
                  </a:lnTo>
                  <a:lnTo>
                    <a:pt x="67733" y="349730"/>
                  </a:lnTo>
                  <a:lnTo>
                    <a:pt x="67347" y="349424"/>
                  </a:lnTo>
                  <a:lnTo>
                    <a:pt x="67149" y="349267"/>
                  </a:lnTo>
                  <a:lnTo>
                    <a:pt x="66985" y="349288"/>
                  </a:lnTo>
                  <a:lnTo>
                    <a:pt x="66759" y="349487"/>
                  </a:lnTo>
                  <a:lnTo>
                    <a:pt x="66638" y="349763"/>
                  </a:lnTo>
                  <a:lnTo>
                    <a:pt x="66484" y="349685"/>
                  </a:lnTo>
                  <a:lnTo>
                    <a:pt x="66210" y="349587"/>
                  </a:lnTo>
                  <a:lnTo>
                    <a:pt x="66033" y="348794"/>
                  </a:lnTo>
                  <a:lnTo>
                    <a:pt x="65980" y="348510"/>
                  </a:lnTo>
                  <a:lnTo>
                    <a:pt x="66067" y="347893"/>
                  </a:lnTo>
                  <a:lnTo>
                    <a:pt x="65937" y="347079"/>
                  </a:lnTo>
                  <a:lnTo>
                    <a:pt x="65927" y="346874"/>
                  </a:lnTo>
                  <a:lnTo>
                    <a:pt x="66014" y="346684"/>
                  </a:lnTo>
                  <a:lnTo>
                    <a:pt x="66119" y="346496"/>
                  </a:lnTo>
                  <a:lnTo>
                    <a:pt x="66277" y="346276"/>
                  </a:lnTo>
                  <a:lnTo>
                    <a:pt x="66281" y="345933"/>
                  </a:lnTo>
                  <a:lnTo>
                    <a:pt x="66317" y="345752"/>
                  </a:lnTo>
                  <a:lnTo>
                    <a:pt x="66410" y="344944"/>
                  </a:lnTo>
                  <a:lnTo>
                    <a:pt x="66362" y="344342"/>
                  </a:lnTo>
                  <a:lnTo>
                    <a:pt x="66401" y="344096"/>
                  </a:lnTo>
                  <a:lnTo>
                    <a:pt x="66366" y="343810"/>
                  </a:lnTo>
                  <a:lnTo>
                    <a:pt x="66093" y="343805"/>
                  </a:lnTo>
                  <a:lnTo>
                    <a:pt x="66040" y="343956"/>
                  </a:lnTo>
                  <a:lnTo>
                    <a:pt x="66009" y="344128"/>
                  </a:lnTo>
                  <a:lnTo>
                    <a:pt x="66212" y="344351"/>
                  </a:lnTo>
                  <a:lnTo>
                    <a:pt x="66047" y="344430"/>
                  </a:lnTo>
                  <a:lnTo>
                    <a:pt x="65721" y="344144"/>
                  </a:lnTo>
                  <a:lnTo>
                    <a:pt x="65395" y="344068"/>
                  </a:lnTo>
                  <a:lnTo>
                    <a:pt x="65049" y="344027"/>
                  </a:lnTo>
                  <a:lnTo>
                    <a:pt x="64742" y="344432"/>
                  </a:lnTo>
                  <a:lnTo>
                    <a:pt x="64634" y="344576"/>
                  </a:lnTo>
                  <a:lnTo>
                    <a:pt x="64520" y="344726"/>
                  </a:lnTo>
                  <a:lnTo>
                    <a:pt x="64261" y="344770"/>
                  </a:lnTo>
                  <a:lnTo>
                    <a:pt x="64119" y="344913"/>
                  </a:lnTo>
                  <a:lnTo>
                    <a:pt x="63524" y="345370"/>
                  </a:lnTo>
                  <a:lnTo>
                    <a:pt x="63202" y="345282"/>
                  </a:lnTo>
                  <a:lnTo>
                    <a:pt x="62977" y="345265"/>
                  </a:lnTo>
                  <a:lnTo>
                    <a:pt x="62831" y="345254"/>
                  </a:lnTo>
                  <a:lnTo>
                    <a:pt x="62351" y="345350"/>
                  </a:lnTo>
                  <a:lnTo>
                    <a:pt x="62346" y="345774"/>
                  </a:lnTo>
                  <a:lnTo>
                    <a:pt x="62329" y="346104"/>
                  </a:lnTo>
                  <a:lnTo>
                    <a:pt x="62188" y="346228"/>
                  </a:lnTo>
                  <a:lnTo>
                    <a:pt x="61844" y="346149"/>
                  </a:lnTo>
                  <a:lnTo>
                    <a:pt x="61816" y="345971"/>
                  </a:lnTo>
                  <a:lnTo>
                    <a:pt x="61776" y="345722"/>
                  </a:lnTo>
                  <a:lnTo>
                    <a:pt x="61572" y="345538"/>
                  </a:lnTo>
                  <a:lnTo>
                    <a:pt x="61243" y="345304"/>
                  </a:lnTo>
                  <a:lnTo>
                    <a:pt x="61367" y="344887"/>
                  </a:lnTo>
                  <a:lnTo>
                    <a:pt x="61742" y="344694"/>
                  </a:lnTo>
                  <a:lnTo>
                    <a:pt x="61817" y="344407"/>
                  </a:lnTo>
                  <a:lnTo>
                    <a:pt x="61861" y="344239"/>
                  </a:lnTo>
                  <a:lnTo>
                    <a:pt x="61826" y="343990"/>
                  </a:lnTo>
                  <a:lnTo>
                    <a:pt x="61767" y="343572"/>
                  </a:lnTo>
                  <a:lnTo>
                    <a:pt x="61834" y="343420"/>
                  </a:lnTo>
                  <a:lnTo>
                    <a:pt x="61826" y="342721"/>
                  </a:lnTo>
                  <a:lnTo>
                    <a:pt x="61660" y="342517"/>
                  </a:lnTo>
                  <a:lnTo>
                    <a:pt x="61529" y="342409"/>
                  </a:lnTo>
                  <a:lnTo>
                    <a:pt x="61546" y="341843"/>
                  </a:lnTo>
                  <a:lnTo>
                    <a:pt x="61352" y="341459"/>
                  </a:lnTo>
                  <a:lnTo>
                    <a:pt x="61239" y="341316"/>
                  </a:lnTo>
                  <a:lnTo>
                    <a:pt x="61082" y="341316"/>
                  </a:lnTo>
                  <a:lnTo>
                    <a:pt x="60647" y="340894"/>
                  </a:lnTo>
                  <a:lnTo>
                    <a:pt x="60377" y="341002"/>
                  </a:lnTo>
                  <a:lnTo>
                    <a:pt x="60221" y="340983"/>
                  </a:lnTo>
                  <a:lnTo>
                    <a:pt x="59957" y="340988"/>
                  </a:lnTo>
                  <a:lnTo>
                    <a:pt x="59610" y="341294"/>
                  </a:lnTo>
                  <a:lnTo>
                    <a:pt x="59033" y="341721"/>
                  </a:lnTo>
                  <a:lnTo>
                    <a:pt x="59192" y="341132"/>
                  </a:lnTo>
                  <a:lnTo>
                    <a:pt x="59055" y="340841"/>
                  </a:lnTo>
                  <a:lnTo>
                    <a:pt x="58681" y="340685"/>
                  </a:lnTo>
                  <a:lnTo>
                    <a:pt x="58449" y="340745"/>
                  </a:lnTo>
                  <a:lnTo>
                    <a:pt x="58221" y="340761"/>
                  </a:lnTo>
                  <a:lnTo>
                    <a:pt x="58012" y="340596"/>
                  </a:lnTo>
                  <a:lnTo>
                    <a:pt x="57719" y="339774"/>
                  </a:lnTo>
                  <a:lnTo>
                    <a:pt x="57574" y="339640"/>
                  </a:lnTo>
                  <a:lnTo>
                    <a:pt x="57402" y="339621"/>
                  </a:lnTo>
                  <a:lnTo>
                    <a:pt x="57269" y="339481"/>
                  </a:lnTo>
                  <a:lnTo>
                    <a:pt x="57242" y="339289"/>
                  </a:lnTo>
                  <a:lnTo>
                    <a:pt x="57493" y="339019"/>
                  </a:lnTo>
                  <a:lnTo>
                    <a:pt x="57531" y="338857"/>
                  </a:lnTo>
                  <a:lnTo>
                    <a:pt x="57090" y="338309"/>
                  </a:lnTo>
                  <a:lnTo>
                    <a:pt x="57042" y="338006"/>
                  </a:lnTo>
                  <a:lnTo>
                    <a:pt x="57210" y="337550"/>
                  </a:lnTo>
                  <a:lnTo>
                    <a:pt x="57280" y="336574"/>
                  </a:lnTo>
                  <a:lnTo>
                    <a:pt x="57440" y="336221"/>
                  </a:lnTo>
                  <a:lnTo>
                    <a:pt x="57504" y="335997"/>
                  </a:lnTo>
                  <a:lnTo>
                    <a:pt x="57430" y="335722"/>
                  </a:lnTo>
                  <a:lnTo>
                    <a:pt x="57454" y="335334"/>
                  </a:lnTo>
                  <a:lnTo>
                    <a:pt x="57525" y="335146"/>
                  </a:lnTo>
                  <a:lnTo>
                    <a:pt x="57624" y="334716"/>
                  </a:lnTo>
                  <a:lnTo>
                    <a:pt x="57665" y="334470"/>
                  </a:lnTo>
                  <a:lnTo>
                    <a:pt x="57555" y="333993"/>
                  </a:lnTo>
                  <a:lnTo>
                    <a:pt x="57594" y="333861"/>
                  </a:lnTo>
                  <a:lnTo>
                    <a:pt x="57845" y="333498"/>
                  </a:lnTo>
                  <a:lnTo>
                    <a:pt x="57971" y="333668"/>
                  </a:lnTo>
                  <a:lnTo>
                    <a:pt x="58288" y="334125"/>
                  </a:lnTo>
                  <a:lnTo>
                    <a:pt x="58459" y="334244"/>
                  </a:lnTo>
                  <a:lnTo>
                    <a:pt x="58761" y="334740"/>
                  </a:lnTo>
                  <a:lnTo>
                    <a:pt x="59158" y="334948"/>
                  </a:lnTo>
                  <a:lnTo>
                    <a:pt x="59509" y="334749"/>
                  </a:lnTo>
                  <a:lnTo>
                    <a:pt x="59804" y="334444"/>
                  </a:lnTo>
                  <a:lnTo>
                    <a:pt x="59858" y="334214"/>
                  </a:lnTo>
                  <a:lnTo>
                    <a:pt x="59955" y="334082"/>
                  </a:lnTo>
                  <a:lnTo>
                    <a:pt x="60122" y="333505"/>
                  </a:lnTo>
                  <a:lnTo>
                    <a:pt x="60475" y="333517"/>
                  </a:lnTo>
                  <a:lnTo>
                    <a:pt x="60444" y="333199"/>
                  </a:lnTo>
                  <a:lnTo>
                    <a:pt x="60438" y="332934"/>
                  </a:lnTo>
                  <a:lnTo>
                    <a:pt x="60536" y="332108"/>
                  </a:lnTo>
                  <a:lnTo>
                    <a:pt x="61002" y="331560"/>
                  </a:lnTo>
                  <a:lnTo>
                    <a:pt x="61344" y="331102"/>
                  </a:lnTo>
                  <a:lnTo>
                    <a:pt x="61622" y="330947"/>
                  </a:lnTo>
                  <a:lnTo>
                    <a:pt x="61605" y="330797"/>
                  </a:lnTo>
                  <a:lnTo>
                    <a:pt x="61579" y="330560"/>
                  </a:lnTo>
                  <a:lnTo>
                    <a:pt x="61525" y="330431"/>
                  </a:lnTo>
                  <a:lnTo>
                    <a:pt x="61451" y="329981"/>
                  </a:lnTo>
                  <a:lnTo>
                    <a:pt x="61510" y="329827"/>
                  </a:lnTo>
                  <a:lnTo>
                    <a:pt x="61576" y="329654"/>
                  </a:lnTo>
                  <a:lnTo>
                    <a:pt x="61640" y="329489"/>
                  </a:lnTo>
                  <a:lnTo>
                    <a:pt x="61691" y="329355"/>
                  </a:lnTo>
                  <a:lnTo>
                    <a:pt x="61876" y="329009"/>
                  </a:lnTo>
                  <a:lnTo>
                    <a:pt x="61926" y="328653"/>
                  </a:lnTo>
                  <a:lnTo>
                    <a:pt x="61874" y="328350"/>
                  </a:lnTo>
                  <a:lnTo>
                    <a:pt x="61817" y="328049"/>
                  </a:lnTo>
                  <a:lnTo>
                    <a:pt x="61785" y="327764"/>
                  </a:lnTo>
                  <a:lnTo>
                    <a:pt x="61546" y="327705"/>
                  </a:lnTo>
                  <a:lnTo>
                    <a:pt x="61171" y="327599"/>
                  </a:lnTo>
                  <a:lnTo>
                    <a:pt x="61125" y="327392"/>
                  </a:lnTo>
                  <a:lnTo>
                    <a:pt x="61724" y="326420"/>
                  </a:lnTo>
                  <a:lnTo>
                    <a:pt x="61992" y="325939"/>
                  </a:lnTo>
                  <a:lnTo>
                    <a:pt x="62086" y="325828"/>
                  </a:lnTo>
                  <a:lnTo>
                    <a:pt x="62158" y="325459"/>
                  </a:lnTo>
                  <a:lnTo>
                    <a:pt x="62271" y="324731"/>
                  </a:lnTo>
                  <a:lnTo>
                    <a:pt x="62630" y="324312"/>
                  </a:lnTo>
                  <a:lnTo>
                    <a:pt x="62781" y="323975"/>
                  </a:lnTo>
                  <a:lnTo>
                    <a:pt x="62864" y="323746"/>
                  </a:lnTo>
                  <a:lnTo>
                    <a:pt x="62830" y="323402"/>
                  </a:lnTo>
                  <a:lnTo>
                    <a:pt x="62978" y="323149"/>
                  </a:lnTo>
                  <a:lnTo>
                    <a:pt x="62965" y="322752"/>
                  </a:lnTo>
                  <a:lnTo>
                    <a:pt x="63056" y="322516"/>
                  </a:lnTo>
                  <a:lnTo>
                    <a:pt x="62943" y="322346"/>
                  </a:lnTo>
                  <a:lnTo>
                    <a:pt x="62867" y="322039"/>
                  </a:lnTo>
                  <a:lnTo>
                    <a:pt x="62852" y="321862"/>
                  </a:lnTo>
                  <a:lnTo>
                    <a:pt x="62989" y="321747"/>
                  </a:lnTo>
                  <a:lnTo>
                    <a:pt x="63137" y="321554"/>
                  </a:lnTo>
                  <a:lnTo>
                    <a:pt x="63245" y="321001"/>
                  </a:lnTo>
                  <a:lnTo>
                    <a:pt x="63098" y="320445"/>
                  </a:lnTo>
                  <a:lnTo>
                    <a:pt x="62844" y="320127"/>
                  </a:lnTo>
                  <a:lnTo>
                    <a:pt x="62613" y="319848"/>
                  </a:lnTo>
                  <a:lnTo>
                    <a:pt x="62614" y="319664"/>
                  </a:lnTo>
                  <a:lnTo>
                    <a:pt x="62785" y="319333"/>
                  </a:lnTo>
                  <a:lnTo>
                    <a:pt x="62956" y="319307"/>
                  </a:lnTo>
                  <a:lnTo>
                    <a:pt x="63169" y="319322"/>
                  </a:lnTo>
                  <a:lnTo>
                    <a:pt x="63348" y="319466"/>
                  </a:lnTo>
                  <a:lnTo>
                    <a:pt x="63883" y="319906"/>
                  </a:lnTo>
                  <a:lnTo>
                    <a:pt x="64550" y="319573"/>
                  </a:lnTo>
                  <a:lnTo>
                    <a:pt x="64696" y="319449"/>
                  </a:lnTo>
                  <a:lnTo>
                    <a:pt x="64947" y="319382"/>
                  </a:lnTo>
                  <a:lnTo>
                    <a:pt x="65180" y="319078"/>
                  </a:lnTo>
                  <a:lnTo>
                    <a:pt x="65275" y="318887"/>
                  </a:lnTo>
                  <a:lnTo>
                    <a:pt x="65367" y="318625"/>
                  </a:lnTo>
                  <a:lnTo>
                    <a:pt x="65415" y="318323"/>
                  </a:lnTo>
                  <a:lnTo>
                    <a:pt x="65421" y="318134"/>
                  </a:lnTo>
                  <a:lnTo>
                    <a:pt x="65344" y="317764"/>
                  </a:lnTo>
                  <a:lnTo>
                    <a:pt x="65151" y="317523"/>
                  </a:lnTo>
                  <a:lnTo>
                    <a:pt x="65055" y="317279"/>
                  </a:lnTo>
                  <a:lnTo>
                    <a:pt x="65006" y="316856"/>
                  </a:lnTo>
                  <a:lnTo>
                    <a:pt x="65030" y="316311"/>
                  </a:lnTo>
                  <a:lnTo>
                    <a:pt x="65062" y="316169"/>
                  </a:lnTo>
                  <a:lnTo>
                    <a:pt x="65043" y="315884"/>
                  </a:lnTo>
                  <a:lnTo>
                    <a:pt x="65438" y="315420"/>
                  </a:lnTo>
                  <a:lnTo>
                    <a:pt x="65572" y="315104"/>
                  </a:lnTo>
                  <a:lnTo>
                    <a:pt x="65606" y="314886"/>
                  </a:lnTo>
                  <a:lnTo>
                    <a:pt x="65713" y="314689"/>
                  </a:lnTo>
                  <a:lnTo>
                    <a:pt x="65852" y="314424"/>
                  </a:lnTo>
                  <a:lnTo>
                    <a:pt x="65889" y="314259"/>
                  </a:lnTo>
                  <a:lnTo>
                    <a:pt x="66033" y="313684"/>
                  </a:lnTo>
                  <a:lnTo>
                    <a:pt x="66244" y="313344"/>
                  </a:lnTo>
                  <a:lnTo>
                    <a:pt x="66187" y="313062"/>
                  </a:lnTo>
                  <a:lnTo>
                    <a:pt x="66107" y="312840"/>
                  </a:lnTo>
                  <a:lnTo>
                    <a:pt x="65975" y="312400"/>
                  </a:lnTo>
                  <a:lnTo>
                    <a:pt x="65951" y="312001"/>
                  </a:lnTo>
                  <a:lnTo>
                    <a:pt x="66162" y="311752"/>
                  </a:lnTo>
                  <a:lnTo>
                    <a:pt x="66276" y="311549"/>
                  </a:lnTo>
                  <a:lnTo>
                    <a:pt x="66370" y="311302"/>
                  </a:lnTo>
                  <a:lnTo>
                    <a:pt x="66926" y="310797"/>
                  </a:lnTo>
                  <a:lnTo>
                    <a:pt x="67087" y="310578"/>
                  </a:lnTo>
                  <a:lnTo>
                    <a:pt x="67295" y="310365"/>
                  </a:lnTo>
                  <a:lnTo>
                    <a:pt x="67433" y="310255"/>
                  </a:lnTo>
                  <a:lnTo>
                    <a:pt x="67474" y="309976"/>
                  </a:lnTo>
                  <a:lnTo>
                    <a:pt x="67593" y="309683"/>
                  </a:lnTo>
                  <a:lnTo>
                    <a:pt x="68008" y="309121"/>
                  </a:lnTo>
                  <a:lnTo>
                    <a:pt x="68222" y="309024"/>
                  </a:lnTo>
                  <a:lnTo>
                    <a:pt x="68434" y="309014"/>
                  </a:lnTo>
                  <a:lnTo>
                    <a:pt x="68707" y="308969"/>
                  </a:lnTo>
                  <a:lnTo>
                    <a:pt x="69045" y="308695"/>
                  </a:lnTo>
                  <a:lnTo>
                    <a:pt x="69215" y="308723"/>
                  </a:lnTo>
                  <a:lnTo>
                    <a:pt x="69492" y="308732"/>
                  </a:lnTo>
                  <a:lnTo>
                    <a:pt x="70038" y="308617"/>
                  </a:lnTo>
                  <a:lnTo>
                    <a:pt x="70493" y="308320"/>
                  </a:lnTo>
                  <a:lnTo>
                    <a:pt x="70436" y="308006"/>
                  </a:lnTo>
                  <a:lnTo>
                    <a:pt x="70428" y="307617"/>
                  </a:lnTo>
                  <a:lnTo>
                    <a:pt x="70483" y="307478"/>
                  </a:lnTo>
                  <a:lnTo>
                    <a:pt x="70900" y="307121"/>
                  </a:lnTo>
                  <a:lnTo>
                    <a:pt x="71296" y="307141"/>
                  </a:lnTo>
                  <a:lnTo>
                    <a:pt x="71419" y="306894"/>
                  </a:lnTo>
                  <a:lnTo>
                    <a:pt x="71438" y="306562"/>
                  </a:lnTo>
                  <a:lnTo>
                    <a:pt x="71298" y="306496"/>
                  </a:lnTo>
                  <a:lnTo>
                    <a:pt x="70873" y="306081"/>
                  </a:lnTo>
                  <a:lnTo>
                    <a:pt x="70686" y="305710"/>
                  </a:lnTo>
                  <a:lnTo>
                    <a:pt x="70647" y="305501"/>
                  </a:lnTo>
                  <a:lnTo>
                    <a:pt x="70831" y="305203"/>
                  </a:lnTo>
                  <a:lnTo>
                    <a:pt x="70768" y="304923"/>
                  </a:lnTo>
                  <a:lnTo>
                    <a:pt x="70708" y="304394"/>
                  </a:lnTo>
                  <a:lnTo>
                    <a:pt x="70624" y="304025"/>
                  </a:lnTo>
                  <a:lnTo>
                    <a:pt x="70448" y="303956"/>
                  </a:lnTo>
                  <a:lnTo>
                    <a:pt x="70079" y="303878"/>
                  </a:lnTo>
                  <a:lnTo>
                    <a:pt x="69705" y="303744"/>
                  </a:lnTo>
                  <a:lnTo>
                    <a:pt x="69426" y="303301"/>
                  </a:lnTo>
                  <a:lnTo>
                    <a:pt x="69562" y="302588"/>
                  </a:lnTo>
                  <a:lnTo>
                    <a:pt x="69576" y="301967"/>
                  </a:lnTo>
                  <a:lnTo>
                    <a:pt x="69470" y="301814"/>
                  </a:lnTo>
                  <a:lnTo>
                    <a:pt x="69342" y="301628"/>
                  </a:lnTo>
                  <a:lnTo>
                    <a:pt x="68986" y="301322"/>
                  </a:lnTo>
                  <a:lnTo>
                    <a:pt x="68842" y="301055"/>
                  </a:lnTo>
                  <a:lnTo>
                    <a:pt x="68645" y="300799"/>
                  </a:lnTo>
                  <a:lnTo>
                    <a:pt x="68443" y="300635"/>
                  </a:lnTo>
                  <a:lnTo>
                    <a:pt x="68345" y="300458"/>
                  </a:lnTo>
                  <a:lnTo>
                    <a:pt x="68179" y="300315"/>
                  </a:lnTo>
                  <a:lnTo>
                    <a:pt x="67915" y="300195"/>
                  </a:lnTo>
                  <a:lnTo>
                    <a:pt x="67309" y="300070"/>
                  </a:lnTo>
                  <a:lnTo>
                    <a:pt x="67062" y="300111"/>
                  </a:lnTo>
                  <a:lnTo>
                    <a:pt x="66954" y="299732"/>
                  </a:lnTo>
                  <a:lnTo>
                    <a:pt x="67021" y="299450"/>
                  </a:lnTo>
                  <a:lnTo>
                    <a:pt x="67185" y="299137"/>
                  </a:lnTo>
                  <a:lnTo>
                    <a:pt x="67449" y="298619"/>
                  </a:lnTo>
                  <a:lnTo>
                    <a:pt x="67114" y="298167"/>
                  </a:lnTo>
                  <a:lnTo>
                    <a:pt x="67137" y="297941"/>
                  </a:lnTo>
                  <a:lnTo>
                    <a:pt x="67072" y="297752"/>
                  </a:lnTo>
                  <a:lnTo>
                    <a:pt x="66801" y="297420"/>
                  </a:lnTo>
                  <a:lnTo>
                    <a:pt x="66485" y="297229"/>
                  </a:lnTo>
                  <a:lnTo>
                    <a:pt x="66228" y="297402"/>
                  </a:lnTo>
                  <a:lnTo>
                    <a:pt x="65984" y="297489"/>
                  </a:lnTo>
                  <a:lnTo>
                    <a:pt x="65685" y="297460"/>
                  </a:lnTo>
                  <a:lnTo>
                    <a:pt x="65510" y="297399"/>
                  </a:lnTo>
                  <a:lnTo>
                    <a:pt x="64966" y="297361"/>
                  </a:lnTo>
                  <a:lnTo>
                    <a:pt x="64806" y="297369"/>
                  </a:lnTo>
                  <a:lnTo>
                    <a:pt x="64540" y="297294"/>
                  </a:lnTo>
                  <a:lnTo>
                    <a:pt x="64331" y="297295"/>
                  </a:lnTo>
                  <a:lnTo>
                    <a:pt x="64096" y="297474"/>
                  </a:lnTo>
                  <a:lnTo>
                    <a:pt x="63743" y="297709"/>
                  </a:lnTo>
                  <a:lnTo>
                    <a:pt x="63274" y="297369"/>
                  </a:lnTo>
                  <a:lnTo>
                    <a:pt x="63147" y="297232"/>
                  </a:lnTo>
                  <a:lnTo>
                    <a:pt x="62931" y="297045"/>
                  </a:lnTo>
                  <a:lnTo>
                    <a:pt x="62760" y="296723"/>
                  </a:lnTo>
                  <a:lnTo>
                    <a:pt x="62733" y="296241"/>
                  </a:lnTo>
                  <a:lnTo>
                    <a:pt x="62801" y="295767"/>
                  </a:lnTo>
                  <a:lnTo>
                    <a:pt x="62811" y="295605"/>
                  </a:lnTo>
                  <a:lnTo>
                    <a:pt x="62915" y="295382"/>
                  </a:lnTo>
                  <a:lnTo>
                    <a:pt x="63027" y="295073"/>
                  </a:lnTo>
                  <a:lnTo>
                    <a:pt x="63074" y="294881"/>
                  </a:lnTo>
                  <a:lnTo>
                    <a:pt x="62942" y="294490"/>
                  </a:lnTo>
                  <a:lnTo>
                    <a:pt x="62543" y="293952"/>
                  </a:lnTo>
                  <a:lnTo>
                    <a:pt x="62392" y="293850"/>
                  </a:lnTo>
                  <a:lnTo>
                    <a:pt x="62078" y="293625"/>
                  </a:lnTo>
                  <a:lnTo>
                    <a:pt x="62040" y="293435"/>
                  </a:lnTo>
                  <a:lnTo>
                    <a:pt x="62124" y="293244"/>
                  </a:lnTo>
                  <a:lnTo>
                    <a:pt x="62088" y="293098"/>
                  </a:lnTo>
                  <a:lnTo>
                    <a:pt x="61566" y="292466"/>
                  </a:lnTo>
                  <a:lnTo>
                    <a:pt x="61014" y="292008"/>
                  </a:lnTo>
                  <a:lnTo>
                    <a:pt x="60396" y="292189"/>
                  </a:lnTo>
                  <a:lnTo>
                    <a:pt x="60373" y="292349"/>
                  </a:lnTo>
                  <a:lnTo>
                    <a:pt x="60382" y="292718"/>
                  </a:lnTo>
                  <a:lnTo>
                    <a:pt x="60392" y="293043"/>
                  </a:lnTo>
                  <a:lnTo>
                    <a:pt x="60230" y="293232"/>
                  </a:lnTo>
                  <a:lnTo>
                    <a:pt x="60122" y="293411"/>
                  </a:lnTo>
                  <a:lnTo>
                    <a:pt x="59755" y="294023"/>
                  </a:lnTo>
                  <a:lnTo>
                    <a:pt x="59806" y="294357"/>
                  </a:lnTo>
                  <a:lnTo>
                    <a:pt x="59574" y="294757"/>
                  </a:lnTo>
                  <a:lnTo>
                    <a:pt x="59110" y="294948"/>
                  </a:lnTo>
                  <a:lnTo>
                    <a:pt x="59080" y="295127"/>
                  </a:lnTo>
                  <a:lnTo>
                    <a:pt x="59003" y="295499"/>
                  </a:lnTo>
                  <a:lnTo>
                    <a:pt x="58818" y="295710"/>
                  </a:lnTo>
                  <a:lnTo>
                    <a:pt x="58691" y="295841"/>
                  </a:lnTo>
                  <a:lnTo>
                    <a:pt x="58476" y="295969"/>
                  </a:lnTo>
                  <a:lnTo>
                    <a:pt x="58294" y="295951"/>
                  </a:lnTo>
                  <a:lnTo>
                    <a:pt x="58076" y="295912"/>
                  </a:lnTo>
                  <a:lnTo>
                    <a:pt x="57752" y="295969"/>
                  </a:lnTo>
                  <a:lnTo>
                    <a:pt x="57227" y="296230"/>
                  </a:lnTo>
                  <a:lnTo>
                    <a:pt x="57086" y="296274"/>
                  </a:lnTo>
                  <a:lnTo>
                    <a:pt x="56894" y="296118"/>
                  </a:lnTo>
                  <a:lnTo>
                    <a:pt x="56886" y="295853"/>
                  </a:lnTo>
                  <a:lnTo>
                    <a:pt x="56758" y="295647"/>
                  </a:lnTo>
                  <a:lnTo>
                    <a:pt x="56580" y="295525"/>
                  </a:lnTo>
                  <a:lnTo>
                    <a:pt x="56254" y="295392"/>
                  </a:lnTo>
                  <a:lnTo>
                    <a:pt x="56108" y="295388"/>
                  </a:lnTo>
                  <a:lnTo>
                    <a:pt x="55918" y="295361"/>
                  </a:lnTo>
                  <a:lnTo>
                    <a:pt x="55634" y="295377"/>
                  </a:lnTo>
                  <a:lnTo>
                    <a:pt x="55547" y="295683"/>
                  </a:lnTo>
                  <a:lnTo>
                    <a:pt x="54939" y="295997"/>
                  </a:lnTo>
                  <a:lnTo>
                    <a:pt x="54603" y="295630"/>
                  </a:lnTo>
                  <a:lnTo>
                    <a:pt x="54379" y="295604"/>
                  </a:lnTo>
                  <a:lnTo>
                    <a:pt x="54226" y="295627"/>
                  </a:lnTo>
                  <a:lnTo>
                    <a:pt x="54015" y="295797"/>
                  </a:lnTo>
                  <a:lnTo>
                    <a:pt x="53753" y="295870"/>
                  </a:lnTo>
                  <a:lnTo>
                    <a:pt x="53389" y="295774"/>
                  </a:lnTo>
                  <a:lnTo>
                    <a:pt x="52751" y="295577"/>
                  </a:lnTo>
                  <a:lnTo>
                    <a:pt x="52342" y="295122"/>
                  </a:lnTo>
                  <a:lnTo>
                    <a:pt x="52105" y="295295"/>
                  </a:lnTo>
                  <a:lnTo>
                    <a:pt x="51636" y="295177"/>
                  </a:lnTo>
                  <a:lnTo>
                    <a:pt x="51549" y="295025"/>
                  </a:lnTo>
                  <a:lnTo>
                    <a:pt x="51198" y="294794"/>
                  </a:lnTo>
                  <a:lnTo>
                    <a:pt x="50878" y="294803"/>
                  </a:lnTo>
                  <a:lnTo>
                    <a:pt x="50762" y="294943"/>
                  </a:lnTo>
                  <a:lnTo>
                    <a:pt x="50433" y="295011"/>
                  </a:lnTo>
                  <a:lnTo>
                    <a:pt x="50106" y="294934"/>
                  </a:lnTo>
                  <a:lnTo>
                    <a:pt x="49933" y="294917"/>
                  </a:lnTo>
                  <a:lnTo>
                    <a:pt x="49701" y="295164"/>
                  </a:lnTo>
                  <a:lnTo>
                    <a:pt x="49517" y="295462"/>
                  </a:lnTo>
                  <a:lnTo>
                    <a:pt x="49415" y="295729"/>
                  </a:lnTo>
                  <a:lnTo>
                    <a:pt x="49290" y="295910"/>
                  </a:lnTo>
                  <a:lnTo>
                    <a:pt x="49119" y="296146"/>
                  </a:lnTo>
                  <a:lnTo>
                    <a:pt x="48924" y="296623"/>
                  </a:lnTo>
                  <a:lnTo>
                    <a:pt x="48728" y="296836"/>
                  </a:lnTo>
                  <a:lnTo>
                    <a:pt x="48637" y="297013"/>
                  </a:lnTo>
                  <a:lnTo>
                    <a:pt x="48493" y="297225"/>
                  </a:lnTo>
                  <a:lnTo>
                    <a:pt x="48157" y="297672"/>
                  </a:lnTo>
                  <a:lnTo>
                    <a:pt x="47674" y="297974"/>
                  </a:lnTo>
                  <a:lnTo>
                    <a:pt x="47517" y="298578"/>
                  </a:lnTo>
                  <a:lnTo>
                    <a:pt x="47703" y="299145"/>
                  </a:lnTo>
                  <a:lnTo>
                    <a:pt x="47773" y="299434"/>
                  </a:lnTo>
                  <a:lnTo>
                    <a:pt x="47746" y="299702"/>
                  </a:lnTo>
                  <a:lnTo>
                    <a:pt x="47701" y="300401"/>
                  </a:lnTo>
                  <a:lnTo>
                    <a:pt x="47555" y="300562"/>
                  </a:lnTo>
                  <a:lnTo>
                    <a:pt x="47409" y="300709"/>
                  </a:lnTo>
                  <a:lnTo>
                    <a:pt x="47161" y="300862"/>
                  </a:lnTo>
                  <a:lnTo>
                    <a:pt x="46860" y="300894"/>
                  </a:lnTo>
                  <a:lnTo>
                    <a:pt x="46104" y="300531"/>
                  </a:lnTo>
                  <a:lnTo>
                    <a:pt x="45825" y="300639"/>
                  </a:lnTo>
                  <a:lnTo>
                    <a:pt x="45645" y="300567"/>
                  </a:lnTo>
                  <a:lnTo>
                    <a:pt x="44976" y="300314"/>
                  </a:lnTo>
                  <a:lnTo>
                    <a:pt x="44726" y="300347"/>
                  </a:lnTo>
                  <a:lnTo>
                    <a:pt x="44487" y="300516"/>
                  </a:lnTo>
                  <a:lnTo>
                    <a:pt x="44253" y="300459"/>
                  </a:lnTo>
                  <a:lnTo>
                    <a:pt x="44121" y="300435"/>
                  </a:lnTo>
                  <a:lnTo>
                    <a:pt x="43723" y="300361"/>
                  </a:lnTo>
                  <a:lnTo>
                    <a:pt x="43453" y="300328"/>
                  </a:lnTo>
                  <a:lnTo>
                    <a:pt x="43192" y="300326"/>
                  </a:lnTo>
                  <a:lnTo>
                    <a:pt x="42822" y="300406"/>
                  </a:lnTo>
                  <a:lnTo>
                    <a:pt x="42540" y="300466"/>
                  </a:lnTo>
                  <a:lnTo>
                    <a:pt x="41736" y="300661"/>
                  </a:lnTo>
                  <a:lnTo>
                    <a:pt x="41364" y="300559"/>
                  </a:lnTo>
                  <a:lnTo>
                    <a:pt x="41020" y="300527"/>
                  </a:lnTo>
                  <a:lnTo>
                    <a:pt x="40853" y="300511"/>
                  </a:lnTo>
                  <a:lnTo>
                    <a:pt x="40352" y="300523"/>
                  </a:lnTo>
                  <a:lnTo>
                    <a:pt x="40117" y="300588"/>
                  </a:lnTo>
                  <a:lnTo>
                    <a:pt x="39969" y="300629"/>
                  </a:lnTo>
                  <a:lnTo>
                    <a:pt x="39718" y="300585"/>
                  </a:lnTo>
                  <a:lnTo>
                    <a:pt x="39649" y="300449"/>
                  </a:lnTo>
                  <a:lnTo>
                    <a:pt x="39392" y="300231"/>
                  </a:lnTo>
                  <a:lnTo>
                    <a:pt x="39237" y="300181"/>
                  </a:lnTo>
                  <a:lnTo>
                    <a:pt x="39115" y="299940"/>
                  </a:lnTo>
                  <a:lnTo>
                    <a:pt x="38763" y="299799"/>
                  </a:lnTo>
                  <a:lnTo>
                    <a:pt x="38598" y="299936"/>
                  </a:lnTo>
                  <a:lnTo>
                    <a:pt x="38356" y="299959"/>
                  </a:lnTo>
                  <a:lnTo>
                    <a:pt x="38199" y="299918"/>
                  </a:lnTo>
                  <a:lnTo>
                    <a:pt x="38048" y="299878"/>
                  </a:lnTo>
                  <a:lnTo>
                    <a:pt x="37877" y="299615"/>
                  </a:lnTo>
                  <a:lnTo>
                    <a:pt x="37797" y="299285"/>
                  </a:lnTo>
                  <a:lnTo>
                    <a:pt x="37855" y="299081"/>
                  </a:lnTo>
                  <a:lnTo>
                    <a:pt x="37686" y="298696"/>
                  </a:lnTo>
                  <a:lnTo>
                    <a:pt x="37338" y="298298"/>
                  </a:lnTo>
                  <a:lnTo>
                    <a:pt x="37005" y="298110"/>
                  </a:lnTo>
                  <a:lnTo>
                    <a:pt x="36691" y="298005"/>
                  </a:lnTo>
                  <a:lnTo>
                    <a:pt x="36479" y="297941"/>
                  </a:lnTo>
                  <a:lnTo>
                    <a:pt x="36061" y="297615"/>
                  </a:lnTo>
                  <a:lnTo>
                    <a:pt x="36048" y="297365"/>
                  </a:lnTo>
                  <a:lnTo>
                    <a:pt x="36185" y="296902"/>
                  </a:lnTo>
                  <a:lnTo>
                    <a:pt x="35956" y="296490"/>
                  </a:lnTo>
                  <a:lnTo>
                    <a:pt x="35803" y="296221"/>
                  </a:lnTo>
                  <a:lnTo>
                    <a:pt x="35553" y="296039"/>
                  </a:lnTo>
                  <a:lnTo>
                    <a:pt x="35329" y="295740"/>
                  </a:lnTo>
                  <a:lnTo>
                    <a:pt x="35360" y="295510"/>
                  </a:lnTo>
                  <a:lnTo>
                    <a:pt x="35492" y="295170"/>
                  </a:lnTo>
                  <a:lnTo>
                    <a:pt x="35818" y="294656"/>
                  </a:lnTo>
                  <a:lnTo>
                    <a:pt x="35822" y="294467"/>
                  </a:lnTo>
                  <a:lnTo>
                    <a:pt x="35818" y="294169"/>
                  </a:lnTo>
                  <a:lnTo>
                    <a:pt x="35729" y="293854"/>
                  </a:lnTo>
                  <a:lnTo>
                    <a:pt x="35750" y="293699"/>
                  </a:lnTo>
                  <a:lnTo>
                    <a:pt x="35780" y="293445"/>
                  </a:lnTo>
                  <a:lnTo>
                    <a:pt x="35770" y="292878"/>
                  </a:lnTo>
                  <a:lnTo>
                    <a:pt x="35858" y="292736"/>
                  </a:lnTo>
                  <a:lnTo>
                    <a:pt x="36032" y="292592"/>
                  </a:lnTo>
                  <a:lnTo>
                    <a:pt x="36098" y="292450"/>
                  </a:lnTo>
                  <a:lnTo>
                    <a:pt x="36073" y="292117"/>
                  </a:lnTo>
                  <a:lnTo>
                    <a:pt x="36150" y="291970"/>
                  </a:lnTo>
                  <a:lnTo>
                    <a:pt x="36286" y="291674"/>
                  </a:lnTo>
                  <a:lnTo>
                    <a:pt x="36256" y="291494"/>
                  </a:lnTo>
                  <a:lnTo>
                    <a:pt x="36211" y="291243"/>
                  </a:lnTo>
                  <a:lnTo>
                    <a:pt x="35853" y="290807"/>
                  </a:lnTo>
                  <a:lnTo>
                    <a:pt x="35537" y="291137"/>
                  </a:lnTo>
                  <a:lnTo>
                    <a:pt x="35225" y="291331"/>
                  </a:lnTo>
                  <a:lnTo>
                    <a:pt x="34793" y="290982"/>
                  </a:lnTo>
                  <a:lnTo>
                    <a:pt x="34653" y="290895"/>
                  </a:lnTo>
                  <a:lnTo>
                    <a:pt x="34434" y="290510"/>
                  </a:lnTo>
                  <a:lnTo>
                    <a:pt x="34426" y="290282"/>
                  </a:lnTo>
                  <a:lnTo>
                    <a:pt x="34188" y="289780"/>
                  </a:lnTo>
                  <a:lnTo>
                    <a:pt x="34230" y="289609"/>
                  </a:lnTo>
                  <a:lnTo>
                    <a:pt x="34254" y="289293"/>
                  </a:lnTo>
                  <a:lnTo>
                    <a:pt x="34036" y="288942"/>
                  </a:lnTo>
                  <a:lnTo>
                    <a:pt x="33925" y="288765"/>
                  </a:lnTo>
                  <a:lnTo>
                    <a:pt x="33691" y="288241"/>
                  </a:lnTo>
                  <a:lnTo>
                    <a:pt x="33637" y="288029"/>
                  </a:lnTo>
                  <a:lnTo>
                    <a:pt x="33588" y="287684"/>
                  </a:lnTo>
                  <a:lnTo>
                    <a:pt x="33597" y="287360"/>
                  </a:lnTo>
                  <a:lnTo>
                    <a:pt x="33817" y="286722"/>
                  </a:lnTo>
                  <a:lnTo>
                    <a:pt x="34123" y="286666"/>
                  </a:lnTo>
                  <a:lnTo>
                    <a:pt x="34329" y="286413"/>
                  </a:lnTo>
                  <a:lnTo>
                    <a:pt x="34359" y="286037"/>
                  </a:lnTo>
                  <a:lnTo>
                    <a:pt x="34424" y="285723"/>
                  </a:lnTo>
                  <a:lnTo>
                    <a:pt x="34597" y="285644"/>
                  </a:lnTo>
                  <a:lnTo>
                    <a:pt x="35007" y="285584"/>
                  </a:lnTo>
                  <a:lnTo>
                    <a:pt x="35148" y="285550"/>
                  </a:lnTo>
                  <a:lnTo>
                    <a:pt x="35667" y="285254"/>
                  </a:lnTo>
                  <a:lnTo>
                    <a:pt x="35925" y="285155"/>
                  </a:lnTo>
                  <a:lnTo>
                    <a:pt x="36371" y="285078"/>
                  </a:lnTo>
                  <a:lnTo>
                    <a:pt x="36529" y="284750"/>
                  </a:lnTo>
                  <a:lnTo>
                    <a:pt x="36441" y="284581"/>
                  </a:lnTo>
                  <a:lnTo>
                    <a:pt x="36268" y="284443"/>
                  </a:lnTo>
                  <a:lnTo>
                    <a:pt x="36124" y="284188"/>
                  </a:lnTo>
                  <a:lnTo>
                    <a:pt x="36069" y="283981"/>
                  </a:lnTo>
                  <a:lnTo>
                    <a:pt x="36042" y="283682"/>
                  </a:lnTo>
                  <a:lnTo>
                    <a:pt x="35908" y="283418"/>
                  </a:lnTo>
                  <a:lnTo>
                    <a:pt x="35932" y="283138"/>
                  </a:lnTo>
                  <a:lnTo>
                    <a:pt x="36009" y="282896"/>
                  </a:lnTo>
                  <a:lnTo>
                    <a:pt x="36183" y="282631"/>
                  </a:lnTo>
                  <a:lnTo>
                    <a:pt x="36412" y="282225"/>
                  </a:lnTo>
                  <a:lnTo>
                    <a:pt x="36467" y="281911"/>
                  </a:lnTo>
                  <a:lnTo>
                    <a:pt x="36467" y="281772"/>
                  </a:lnTo>
                  <a:lnTo>
                    <a:pt x="36197" y="281329"/>
                  </a:lnTo>
                  <a:lnTo>
                    <a:pt x="35803" y="281084"/>
                  </a:lnTo>
                  <a:lnTo>
                    <a:pt x="35517" y="280821"/>
                  </a:lnTo>
                  <a:lnTo>
                    <a:pt x="35545" y="280644"/>
                  </a:lnTo>
                  <a:lnTo>
                    <a:pt x="35521" y="280483"/>
                  </a:lnTo>
                  <a:lnTo>
                    <a:pt x="35291" y="279994"/>
                  </a:lnTo>
                  <a:lnTo>
                    <a:pt x="35254" y="279806"/>
                  </a:lnTo>
                  <a:lnTo>
                    <a:pt x="35103" y="279483"/>
                  </a:lnTo>
                  <a:lnTo>
                    <a:pt x="34788" y="279103"/>
                  </a:lnTo>
                  <a:lnTo>
                    <a:pt x="34664" y="278736"/>
                  </a:lnTo>
                  <a:lnTo>
                    <a:pt x="34359" y="278088"/>
                  </a:lnTo>
                  <a:lnTo>
                    <a:pt x="34030" y="277745"/>
                  </a:lnTo>
                  <a:lnTo>
                    <a:pt x="33898" y="277597"/>
                  </a:lnTo>
                  <a:lnTo>
                    <a:pt x="33603" y="277132"/>
                  </a:lnTo>
                  <a:lnTo>
                    <a:pt x="33260" y="277081"/>
                  </a:lnTo>
                  <a:lnTo>
                    <a:pt x="33018" y="277051"/>
                  </a:lnTo>
                  <a:lnTo>
                    <a:pt x="32481" y="277059"/>
                  </a:lnTo>
                  <a:lnTo>
                    <a:pt x="32321" y="277222"/>
                  </a:lnTo>
                  <a:lnTo>
                    <a:pt x="32065" y="277615"/>
                  </a:lnTo>
                  <a:lnTo>
                    <a:pt x="31737" y="277943"/>
                  </a:lnTo>
                  <a:lnTo>
                    <a:pt x="31680" y="278308"/>
                  </a:lnTo>
                  <a:lnTo>
                    <a:pt x="31213" y="278574"/>
                  </a:lnTo>
                  <a:lnTo>
                    <a:pt x="30853" y="278708"/>
                  </a:lnTo>
                  <a:lnTo>
                    <a:pt x="30662" y="278837"/>
                  </a:lnTo>
                  <a:lnTo>
                    <a:pt x="30488" y="278994"/>
                  </a:lnTo>
                  <a:lnTo>
                    <a:pt x="30317" y="278968"/>
                  </a:lnTo>
                  <a:lnTo>
                    <a:pt x="30295" y="278828"/>
                  </a:lnTo>
                  <a:lnTo>
                    <a:pt x="30660" y="278432"/>
                  </a:lnTo>
                  <a:lnTo>
                    <a:pt x="30604" y="278280"/>
                  </a:lnTo>
                  <a:lnTo>
                    <a:pt x="30547" y="278061"/>
                  </a:lnTo>
                  <a:lnTo>
                    <a:pt x="30454" y="277724"/>
                  </a:lnTo>
                  <a:lnTo>
                    <a:pt x="30186" y="277668"/>
                  </a:lnTo>
                  <a:lnTo>
                    <a:pt x="30030" y="277437"/>
                  </a:lnTo>
                  <a:lnTo>
                    <a:pt x="29875" y="277060"/>
                  </a:lnTo>
                  <a:lnTo>
                    <a:pt x="29779" y="276824"/>
                  </a:lnTo>
                  <a:lnTo>
                    <a:pt x="29709" y="276539"/>
                  </a:lnTo>
                  <a:lnTo>
                    <a:pt x="29953" y="276412"/>
                  </a:lnTo>
                  <a:lnTo>
                    <a:pt x="29995" y="276124"/>
                  </a:lnTo>
                  <a:lnTo>
                    <a:pt x="30466" y="275954"/>
                  </a:lnTo>
                  <a:lnTo>
                    <a:pt x="30609" y="276109"/>
                  </a:lnTo>
                  <a:lnTo>
                    <a:pt x="31906" y="276452"/>
                  </a:lnTo>
                  <a:lnTo>
                    <a:pt x="31857" y="275884"/>
                  </a:lnTo>
                  <a:lnTo>
                    <a:pt x="31696" y="275389"/>
                  </a:lnTo>
                  <a:lnTo>
                    <a:pt x="31657" y="275251"/>
                  </a:lnTo>
                  <a:lnTo>
                    <a:pt x="31447" y="275320"/>
                  </a:lnTo>
                  <a:lnTo>
                    <a:pt x="31227" y="275370"/>
                  </a:lnTo>
                  <a:lnTo>
                    <a:pt x="30541" y="275068"/>
                  </a:lnTo>
                  <a:lnTo>
                    <a:pt x="30426" y="274911"/>
                  </a:lnTo>
                  <a:lnTo>
                    <a:pt x="30524" y="274489"/>
                  </a:lnTo>
                  <a:lnTo>
                    <a:pt x="30621" y="274311"/>
                  </a:lnTo>
                  <a:lnTo>
                    <a:pt x="31446" y="273869"/>
                  </a:lnTo>
                  <a:lnTo>
                    <a:pt x="31622" y="273768"/>
                  </a:lnTo>
                  <a:lnTo>
                    <a:pt x="32241" y="273685"/>
                  </a:lnTo>
                  <a:lnTo>
                    <a:pt x="32554" y="273567"/>
                  </a:lnTo>
                  <a:lnTo>
                    <a:pt x="33047" y="273590"/>
                  </a:lnTo>
                  <a:lnTo>
                    <a:pt x="33371" y="273743"/>
                  </a:lnTo>
                  <a:lnTo>
                    <a:pt x="33480" y="273545"/>
                  </a:lnTo>
                  <a:lnTo>
                    <a:pt x="33898" y="273015"/>
                  </a:lnTo>
                  <a:lnTo>
                    <a:pt x="33798" y="272582"/>
                  </a:lnTo>
                  <a:lnTo>
                    <a:pt x="34233" y="272297"/>
                  </a:lnTo>
                  <a:lnTo>
                    <a:pt x="34334" y="272087"/>
                  </a:lnTo>
                  <a:lnTo>
                    <a:pt x="34503" y="271739"/>
                  </a:lnTo>
                  <a:lnTo>
                    <a:pt x="34529" y="271521"/>
                  </a:lnTo>
                  <a:lnTo>
                    <a:pt x="34710" y="271315"/>
                  </a:lnTo>
                  <a:lnTo>
                    <a:pt x="34940" y="271005"/>
                  </a:lnTo>
                  <a:lnTo>
                    <a:pt x="35280" y="270574"/>
                  </a:lnTo>
                  <a:lnTo>
                    <a:pt x="35312" y="270439"/>
                  </a:lnTo>
                  <a:lnTo>
                    <a:pt x="35289" y="270272"/>
                  </a:lnTo>
                  <a:lnTo>
                    <a:pt x="35380" y="270046"/>
                  </a:lnTo>
                  <a:lnTo>
                    <a:pt x="35733" y="270050"/>
                  </a:lnTo>
                  <a:lnTo>
                    <a:pt x="36135" y="269664"/>
                  </a:lnTo>
                  <a:lnTo>
                    <a:pt x="36471" y="269228"/>
                  </a:lnTo>
                  <a:lnTo>
                    <a:pt x="36775" y="268840"/>
                  </a:lnTo>
                  <a:lnTo>
                    <a:pt x="36955" y="268472"/>
                  </a:lnTo>
                  <a:lnTo>
                    <a:pt x="37048" y="268332"/>
                  </a:lnTo>
                  <a:lnTo>
                    <a:pt x="37362" y="268454"/>
                  </a:lnTo>
                  <a:lnTo>
                    <a:pt x="37416" y="268286"/>
                  </a:lnTo>
                  <a:lnTo>
                    <a:pt x="37341" y="267736"/>
                  </a:lnTo>
                  <a:lnTo>
                    <a:pt x="37457" y="267598"/>
                  </a:lnTo>
                  <a:lnTo>
                    <a:pt x="38172" y="267756"/>
                  </a:lnTo>
                  <a:lnTo>
                    <a:pt x="38667" y="267604"/>
                  </a:lnTo>
                  <a:lnTo>
                    <a:pt x="38864" y="267410"/>
                  </a:lnTo>
                  <a:lnTo>
                    <a:pt x="38917" y="267033"/>
                  </a:lnTo>
                  <a:lnTo>
                    <a:pt x="38941" y="266869"/>
                  </a:lnTo>
                  <a:lnTo>
                    <a:pt x="39170" y="266737"/>
                  </a:lnTo>
                  <a:lnTo>
                    <a:pt x="39581" y="266808"/>
                  </a:lnTo>
                  <a:lnTo>
                    <a:pt x="39788" y="266632"/>
                  </a:lnTo>
                  <a:lnTo>
                    <a:pt x="39912" y="265941"/>
                  </a:lnTo>
                  <a:lnTo>
                    <a:pt x="40150" y="265171"/>
                  </a:lnTo>
                  <a:lnTo>
                    <a:pt x="40231" y="264729"/>
                  </a:lnTo>
                  <a:lnTo>
                    <a:pt x="40644" y="264527"/>
                  </a:lnTo>
                  <a:lnTo>
                    <a:pt x="40794" y="264479"/>
                  </a:lnTo>
                  <a:lnTo>
                    <a:pt x="41317" y="264101"/>
                  </a:lnTo>
                  <a:lnTo>
                    <a:pt x="41323" y="263689"/>
                  </a:lnTo>
                  <a:lnTo>
                    <a:pt x="41329" y="263445"/>
                  </a:lnTo>
                  <a:lnTo>
                    <a:pt x="41347" y="262888"/>
                  </a:lnTo>
                  <a:lnTo>
                    <a:pt x="41360" y="262519"/>
                  </a:lnTo>
                  <a:lnTo>
                    <a:pt x="41520" y="262313"/>
                  </a:lnTo>
                  <a:lnTo>
                    <a:pt x="41697" y="262229"/>
                  </a:lnTo>
                  <a:lnTo>
                    <a:pt x="42198" y="261114"/>
                  </a:lnTo>
                  <a:lnTo>
                    <a:pt x="42229" y="260581"/>
                  </a:lnTo>
                  <a:lnTo>
                    <a:pt x="42351" y="260323"/>
                  </a:lnTo>
                  <a:lnTo>
                    <a:pt x="42359" y="260176"/>
                  </a:lnTo>
                  <a:lnTo>
                    <a:pt x="42515" y="259897"/>
                  </a:lnTo>
                  <a:lnTo>
                    <a:pt x="42835" y="260217"/>
                  </a:lnTo>
                  <a:lnTo>
                    <a:pt x="43200" y="260338"/>
                  </a:lnTo>
                  <a:lnTo>
                    <a:pt x="43358" y="260452"/>
                  </a:lnTo>
                  <a:lnTo>
                    <a:pt x="43656" y="260711"/>
                  </a:lnTo>
                  <a:lnTo>
                    <a:pt x="44272" y="261042"/>
                  </a:lnTo>
                  <a:lnTo>
                    <a:pt x="44602" y="260989"/>
                  </a:lnTo>
                  <a:lnTo>
                    <a:pt x="45027" y="260601"/>
                  </a:lnTo>
                  <a:lnTo>
                    <a:pt x="45308" y="260465"/>
                  </a:lnTo>
                  <a:lnTo>
                    <a:pt x="45489" y="260476"/>
                  </a:lnTo>
                  <a:lnTo>
                    <a:pt x="45625" y="260503"/>
                  </a:lnTo>
                  <a:lnTo>
                    <a:pt x="45615" y="260888"/>
                  </a:lnTo>
                  <a:lnTo>
                    <a:pt x="45796" y="261324"/>
                  </a:lnTo>
                  <a:lnTo>
                    <a:pt x="45811" y="261583"/>
                  </a:lnTo>
                  <a:lnTo>
                    <a:pt x="45788" y="262255"/>
                  </a:lnTo>
                  <a:lnTo>
                    <a:pt x="45704" y="262495"/>
                  </a:lnTo>
                  <a:lnTo>
                    <a:pt x="45853" y="262860"/>
                  </a:lnTo>
                  <a:lnTo>
                    <a:pt x="46175" y="263187"/>
                  </a:lnTo>
                  <a:lnTo>
                    <a:pt x="46574" y="263435"/>
                  </a:lnTo>
                  <a:lnTo>
                    <a:pt x="46792" y="263486"/>
                  </a:lnTo>
                  <a:lnTo>
                    <a:pt x="47240" y="263723"/>
                  </a:lnTo>
                  <a:lnTo>
                    <a:pt x="47456" y="264110"/>
                  </a:lnTo>
                  <a:lnTo>
                    <a:pt x="47852" y="264314"/>
                  </a:lnTo>
                  <a:lnTo>
                    <a:pt x="48126" y="264484"/>
                  </a:lnTo>
                  <a:lnTo>
                    <a:pt x="48281" y="264817"/>
                  </a:lnTo>
                  <a:lnTo>
                    <a:pt x="48432" y="264807"/>
                  </a:lnTo>
                  <a:lnTo>
                    <a:pt x="48695" y="264730"/>
                  </a:lnTo>
                  <a:lnTo>
                    <a:pt x="48898" y="264614"/>
                  </a:lnTo>
                  <a:lnTo>
                    <a:pt x="49099" y="264544"/>
                  </a:lnTo>
                  <a:lnTo>
                    <a:pt x="49439" y="264540"/>
                  </a:lnTo>
                  <a:lnTo>
                    <a:pt x="49627" y="264863"/>
                  </a:lnTo>
                  <a:lnTo>
                    <a:pt x="50150" y="265093"/>
                  </a:lnTo>
                  <a:lnTo>
                    <a:pt x="50111" y="265479"/>
                  </a:lnTo>
                  <a:lnTo>
                    <a:pt x="50101" y="265895"/>
                  </a:lnTo>
                  <a:lnTo>
                    <a:pt x="50202" y="266031"/>
                  </a:lnTo>
                  <a:lnTo>
                    <a:pt x="50360" y="266225"/>
                  </a:lnTo>
                  <a:lnTo>
                    <a:pt x="50543" y="266495"/>
                  </a:lnTo>
                  <a:lnTo>
                    <a:pt x="50625" y="266670"/>
                  </a:lnTo>
                  <a:lnTo>
                    <a:pt x="50946" y="267036"/>
                  </a:lnTo>
                  <a:lnTo>
                    <a:pt x="51356" y="267400"/>
                  </a:lnTo>
                  <a:lnTo>
                    <a:pt x="51717" y="267774"/>
                  </a:lnTo>
                  <a:lnTo>
                    <a:pt x="52024" y="267506"/>
                  </a:lnTo>
                  <a:lnTo>
                    <a:pt x="52255" y="267284"/>
                  </a:lnTo>
                  <a:lnTo>
                    <a:pt x="52470" y="266689"/>
                  </a:lnTo>
                  <a:lnTo>
                    <a:pt x="52639" y="266712"/>
                  </a:lnTo>
                  <a:lnTo>
                    <a:pt x="52969" y="267062"/>
                  </a:lnTo>
                  <a:lnTo>
                    <a:pt x="53183" y="267031"/>
                  </a:lnTo>
                  <a:lnTo>
                    <a:pt x="53401" y="266921"/>
                  </a:lnTo>
                  <a:lnTo>
                    <a:pt x="53517" y="266648"/>
                  </a:lnTo>
                  <a:lnTo>
                    <a:pt x="53274" y="266366"/>
                  </a:lnTo>
                  <a:lnTo>
                    <a:pt x="53273" y="266159"/>
                  </a:lnTo>
                  <a:lnTo>
                    <a:pt x="53562" y="266145"/>
                  </a:lnTo>
                  <a:lnTo>
                    <a:pt x="54035" y="266487"/>
                  </a:lnTo>
                  <a:lnTo>
                    <a:pt x="54381" y="266418"/>
                  </a:lnTo>
                  <a:lnTo>
                    <a:pt x="54912" y="266019"/>
                  </a:lnTo>
                  <a:lnTo>
                    <a:pt x="55019" y="265768"/>
                  </a:lnTo>
                  <a:lnTo>
                    <a:pt x="54607" y="265076"/>
                  </a:lnTo>
                  <a:lnTo>
                    <a:pt x="54530" y="264735"/>
                  </a:lnTo>
                  <a:lnTo>
                    <a:pt x="54655" y="264509"/>
                  </a:lnTo>
                  <a:lnTo>
                    <a:pt x="54807" y="264342"/>
                  </a:lnTo>
                  <a:lnTo>
                    <a:pt x="55046" y="263944"/>
                  </a:lnTo>
                  <a:lnTo>
                    <a:pt x="55466" y="263622"/>
                  </a:lnTo>
                  <a:lnTo>
                    <a:pt x="56197" y="263060"/>
                  </a:lnTo>
                  <a:lnTo>
                    <a:pt x="56643" y="262159"/>
                  </a:lnTo>
                  <a:lnTo>
                    <a:pt x="56707" y="261890"/>
                  </a:lnTo>
                  <a:lnTo>
                    <a:pt x="56929" y="261672"/>
                  </a:lnTo>
                  <a:lnTo>
                    <a:pt x="57089" y="261534"/>
                  </a:lnTo>
                  <a:lnTo>
                    <a:pt x="57506" y="261364"/>
                  </a:lnTo>
                  <a:lnTo>
                    <a:pt x="57995" y="260531"/>
                  </a:lnTo>
                  <a:lnTo>
                    <a:pt x="58223" y="260359"/>
                  </a:lnTo>
                  <a:lnTo>
                    <a:pt x="58222" y="260201"/>
                  </a:lnTo>
                  <a:lnTo>
                    <a:pt x="58012" y="260030"/>
                  </a:lnTo>
                  <a:lnTo>
                    <a:pt x="58116" y="259624"/>
                  </a:lnTo>
                  <a:lnTo>
                    <a:pt x="58288" y="259296"/>
                  </a:lnTo>
                  <a:lnTo>
                    <a:pt x="58573" y="258890"/>
                  </a:lnTo>
                  <a:lnTo>
                    <a:pt x="59191" y="258956"/>
                  </a:lnTo>
                  <a:lnTo>
                    <a:pt x="59373" y="259123"/>
                  </a:lnTo>
                  <a:lnTo>
                    <a:pt x="59747" y="258999"/>
                  </a:lnTo>
                  <a:lnTo>
                    <a:pt x="60055" y="259173"/>
                  </a:lnTo>
                  <a:lnTo>
                    <a:pt x="60362" y="259214"/>
                  </a:lnTo>
                  <a:lnTo>
                    <a:pt x="60798" y="259600"/>
                  </a:lnTo>
                  <a:lnTo>
                    <a:pt x="61021" y="259940"/>
                  </a:lnTo>
                  <a:lnTo>
                    <a:pt x="61434" y="260260"/>
                  </a:lnTo>
                  <a:lnTo>
                    <a:pt x="61575" y="260293"/>
                  </a:lnTo>
                  <a:lnTo>
                    <a:pt x="61690" y="260421"/>
                  </a:lnTo>
                  <a:lnTo>
                    <a:pt x="61736" y="260575"/>
                  </a:lnTo>
                  <a:lnTo>
                    <a:pt x="62785" y="260945"/>
                  </a:lnTo>
                  <a:lnTo>
                    <a:pt x="64088" y="261117"/>
                  </a:lnTo>
                  <a:lnTo>
                    <a:pt x="63970" y="261531"/>
                  </a:lnTo>
                  <a:lnTo>
                    <a:pt x="63957" y="261669"/>
                  </a:lnTo>
                  <a:lnTo>
                    <a:pt x="64160" y="261769"/>
                  </a:lnTo>
                  <a:lnTo>
                    <a:pt x="64360" y="261883"/>
                  </a:lnTo>
                  <a:lnTo>
                    <a:pt x="64791" y="262006"/>
                  </a:lnTo>
                  <a:lnTo>
                    <a:pt x="64684" y="262248"/>
                  </a:lnTo>
                  <a:lnTo>
                    <a:pt x="64663" y="262415"/>
                  </a:lnTo>
                  <a:lnTo>
                    <a:pt x="65354" y="264034"/>
                  </a:lnTo>
                  <a:lnTo>
                    <a:pt x="65779" y="264399"/>
                  </a:lnTo>
                  <a:lnTo>
                    <a:pt x="65876" y="264583"/>
                  </a:lnTo>
                  <a:lnTo>
                    <a:pt x="66031" y="264995"/>
                  </a:lnTo>
                  <a:lnTo>
                    <a:pt x="66562" y="264806"/>
                  </a:lnTo>
                  <a:lnTo>
                    <a:pt x="66701" y="264805"/>
                  </a:lnTo>
                  <a:lnTo>
                    <a:pt x="66845" y="264763"/>
                  </a:lnTo>
                  <a:lnTo>
                    <a:pt x="67042" y="264740"/>
                  </a:lnTo>
                  <a:lnTo>
                    <a:pt x="67248" y="264844"/>
                  </a:lnTo>
                  <a:lnTo>
                    <a:pt x="67583" y="265196"/>
                  </a:lnTo>
                  <a:lnTo>
                    <a:pt x="67817" y="265387"/>
                  </a:lnTo>
                  <a:lnTo>
                    <a:pt x="68435" y="265726"/>
                  </a:lnTo>
                  <a:lnTo>
                    <a:pt x="68692" y="265834"/>
                  </a:lnTo>
                  <a:lnTo>
                    <a:pt x="69448" y="265334"/>
                  </a:lnTo>
                  <a:lnTo>
                    <a:pt x="70195" y="265180"/>
                  </a:lnTo>
                  <a:lnTo>
                    <a:pt x="70345" y="265234"/>
                  </a:lnTo>
                  <a:lnTo>
                    <a:pt x="70533" y="265358"/>
                  </a:lnTo>
                  <a:lnTo>
                    <a:pt x="70662" y="265363"/>
                  </a:lnTo>
                  <a:lnTo>
                    <a:pt x="71103" y="265331"/>
                  </a:lnTo>
                  <a:lnTo>
                    <a:pt x="71547" y="264736"/>
                  </a:lnTo>
                  <a:lnTo>
                    <a:pt x="72286" y="264467"/>
                  </a:lnTo>
                  <a:lnTo>
                    <a:pt x="72919" y="264326"/>
                  </a:lnTo>
                  <a:lnTo>
                    <a:pt x="73196" y="264554"/>
                  </a:lnTo>
                  <a:lnTo>
                    <a:pt x="73330" y="264553"/>
                  </a:lnTo>
                  <a:lnTo>
                    <a:pt x="73668" y="264501"/>
                  </a:lnTo>
                  <a:lnTo>
                    <a:pt x="73869" y="264228"/>
                  </a:lnTo>
                  <a:lnTo>
                    <a:pt x="74038" y="264163"/>
                  </a:lnTo>
                  <a:lnTo>
                    <a:pt x="74535" y="264719"/>
                  </a:lnTo>
                  <a:lnTo>
                    <a:pt x="74726" y="265318"/>
                  </a:lnTo>
                  <a:lnTo>
                    <a:pt x="74895" y="265392"/>
                  </a:lnTo>
                  <a:lnTo>
                    <a:pt x="75366" y="265321"/>
                  </a:lnTo>
                  <a:lnTo>
                    <a:pt x="76106" y="264180"/>
                  </a:lnTo>
                  <a:lnTo>
                    <a:pt x="76202" y="263860"/>
                  </a:lnTo>
                  <a:lnTo>
                    <a:pt x="76814" y="263891"/>
                  </a:lnTo>
                  <a:lnTo>
                    <a:pt x="77110" y="264171"/>
                  </a:lnTo>
                  <a:lnTo>
                    <a:pt x="77421" y="264314"/>
                  </a:lnTo>
                  <a:lnTo>
                    <a:pt x="77808" y="264518"/>
                  </a:lnTo>
                  <a:lnTo>
                    <a:pt x="77917" y="264706"/>
                  </a:lnTo>
                  <a:lnTo>
                    <a:pt x="77922" y="264993"/>
                  </a:lnTo>
                  <a:lnTo>
                    <a:pt x="77902" y="265381"/>
                  </a:lnTo>
                  <a:lnTo>
                    <a:pt x="77913" y="265851"/>
                  </a:lnTo>
                  <a:lnTo>
                    <a:pt x="77966" y="266156"/>
                  </a:lnTo>
                  <a:lnTo>
                    <a:pt x="79090" y="266228"/>
                  </a:lnTo>
                  <a:lnTo>
                    <a:pt x="79232" y="266268"/>
                  </a:lnTo>
                  <a:lnTo>
                    <a:pt x="79563" y="265918"/>
                  </a:lnTo>
                  <a:lnTo>
                    <a:pt x="79968" y="265714"/>
                  </a:lnTo>
                  <a:lnTo>
                    <a:pt x="80033" y="265525"/>
                  </a:lnTo>
                  <a:lnTo>
                    <a:pt x="80108" y="265309"/>
                  </a:lnTo>
                  <a:lnTo>
                    <a:pt x="80202" y="265036"/>
                  </a:lnTo>
                  <a:lnTo>
                    <a:pt x="80521" y="264868"/>
                  </a:lnTo>
                  <a:lnTo>
                    <a:pt x="80660" y="264817"/>
                  </a:lnTo>
                  <a:lnTo>
                    <a:pt x="80819" y="264760"/>
                  </a:lnTo>
                  <a:lnTo>
                    <a:pt x="81085" y="264664"/>
                  </a:lnTo>
                  <a:lnTo>
                    <a:pt x="81198" y="264487"/>
                  </a:lnTo>
                  <a:lnTo>
                    <a:pt x="81292" y="264340"/>
                  </a:lnTo>
                  <a:lnTo>
                    <a:pt x="81407" y="264160"/>
                  </a:lnTo>
                  <a:lnTo>
                    <a:pt x="81712" y="264010"/>
                  </a:lnTo>
                  <a:lnTo>
                    <a:pt x="81966" y="263745"/>
                  </a:lnTo>
                  <a:lnTo>
                    <a:pt x="82103" y="263658"/>
                  </a:lnTo>
                  <a:lnTo>
                    <a:pt x="82523" y="263633"/>
                  </a:lnTo>
                  <a:lnTo>
                    <a:pt x="83229" y="263252"/>
                  </a:lnTo>
                  <a:lnTo>
                    <a:pt x="83442" y="263086"/>
                  </a:lnTo>
                  <a:lnTo>
                    <a:pt x="83639" y="262932"/>
                  </a:lnTo>
                  <a:lnTo>
                    <a:pt x="83852" y="262765"/>
                  </a:lnTo>
                  <a:lnTo>
                    <a:pt x="84099" y="262573"/>
                  </a:lnTo>
                  <a:lnTo>
                    <a:pt x="84872" y="261797"/>
                  </a:lnTo>
                  <a:lnTo>
                    <a:pt x="85074" y="261762"/>
                  </a:lnTo>
                  <a:lnTo>
                    <a:pt x="85408" y="261473"/>
                  </a:lnTo>
                  <a:lnTo>
                    <a:pt x="85574" y="261452"/>
                  </a:lnTo>
                  <a:lnTo>
                    <a:pt x="85786" y="261431"/>
                  </a:lnTo>
                  <a:lnTo>
                    <a:pt x="86103" y="261139"/>
                  </a:lnTo>
                  <a:lnTo>
                    <a:pt x="86327" y="260932"/>
                  </a:lnTo>
                  <a:lnTo>
                    <a:pt x="86472" y="260942"/>
                  </a:lnTo>
                  <a:lnTo>
                    <a:pt x="86719" y="260958"/>
                  </a:lnTo>
                  <a:lnTo>
                    <a:pt x="87015" y="260964"/>
                  </a:lnTo>
                  <a:lnTo>
                    <a:pt x="87342" y="261345"/>
                  </a:lnTo>
                  <a:lnTo>
                    <a:pt x="87532" y="261252"/>
                  </a:lnTo>
                  <a:lnTo>
                    <a:pt x="87954" y="261035"/>
                  </a:lnTo>
                  <a:lnTo>
                    <a:pt x="88189" y="261051"/>
                  </a:lnTo>
                  <a:lnTo>
                    <a:pt x="88374" y="261064"/>
                  </a:lnTo>
                  <a:lnTo>
                    <a:pt x="88534" y="261075"/>
                  </a:lnTo>
                  <a:lnTo>
                    <a:pt x="88835" y="261096"/>
                  </a:lnTo>
                  <a:lnTo>
                    <a:pt x="89387" y="261445"/>
                  </a:lnTo>
                  <a:lnTo>
                    <a:pt x="89655" y="261598"/>
                  </a:lnTo>
                  <a:lnTo>
                    <a:pt x="89923" y="261334"/>
                  </a:lnTo>
                  <a:lnTo>
                    <a:pt x="90046" y="261465"/>
                  </a:lnTo>
                  <a:lnTo>
                    <a:pt x="90178" y="261813"/>
                  </a:lnTo>
                  <a:lnTo>
                    <a:pt x="90426" y="261976"/>
                  </a:lnTo>
                  <a:lnTo>
                    <a:pt x="90659" y="262065"/>
                  </a:lnTo>
                  <a:lnTo>
                    <a:pt x="90656" y="262285"/>
                  </a:lnTo>
                  <a:lnTo>
                    <a:pt x="90650" y="262691"/>
                  </a:lnTo>
                  <a:lnTo>
                    <a:pt x="90980" y="262993"/>
                  </a:lnTo>
                  <a:lnTo>
                    <a:pt x="90999" y="262716"/>
                  </a:lnTo>
                  <a:lnTo>
                    <a:pt x="91445" y="262213"/>
                  </a:lnTo>
                  <a:lnTo>
                    <a:pt x="91819" y="261728"/>
                  </a:lnTo>
                  <a:lnTo>
                    <a:pt x="91989" y="261429"/>
                  </a:lnTo>
                  <a:lnTo>
                    <a:pt x="92231" y="261002"/>
                  </a:lnTo>
                  <a:lnTo>
                    <a:pt x="92344" y="260804"/>
                  </a:lnTo>
                  <a:lnTo>
                    <a:pt x="92474" y="260575"/>
                  </a:lnTo>
                  <a:lnTo>
                    <a:pt x="92509" y="260139"/>
                  </a:lnTo>
                  <a:lnTo>
                    <a:pt x="92356" y="260013"/>
                  </a:lnTo>
                  <a:lnTo>
                    <a:pt x="92363" y="259797"/>
                  </a:lnTo>
                  <a:lnTo>
                    <a:pt x="92456" y="259600"/>
                  </a:lnTo>
                  <a:lnTo>
                    <a:pt x="92667" y="259152"/>
                  </a:lnTo>
                  <a:lnTo>
                    <a:pt x="92811" y="258839"/>
                  </a:lnTo>
                  <a:lnTo>
                    <a:pt x="92631" y="258405"/>
                  </a:lnTo>
                  <a:lnTo>
                    <a:pt x="92716" y="258217"/>
                  </a:lnTo>
                  <a:lnTo>
                    <a:pt x="92906" y="257759"/>
                  </a:lnTo>
                  <a:lnTo>
                    <a:pt x="93121" y="257751"/>
                  </a:lnTo>
                  <a:lnTo>
                    <a:pt x="93426" y="257199"/>
                  </a:lnTo>
                  <a:lnTo>
                    <a:pt x="93526" y="257020"/>
                  </a:lnTo>
                  <a:lnTo>
                    <a:pt x="93660" y="256596"/>
                  </a:lnTo>
                  <a:lnTo>
                    <a:pt x="93550" y="256283"/>
                  </a:lnTo>
                  <a:lnTo>
                    <a:pt x="93482" y="256092"/>
                  </a:lnTo>
                  <a:lnTo>
                    <a:pt x="93394" y="255933"/>
                  </a:lnTo>
                  <a:lnTo>
                    <a:pt x="93242" y="255530"/>
                  </a:lnTo>
                  <a:lnTo>
                    <a:pt x="93093" y="255462"/>
                  </a:lnTo>
                  <a:lnTo>
                    <a:pt x="92808" y="255619"/>
                  </a:lnTo>
                  <a:lnTo>
                    <a:pt x="92596" y="255316"/>
                  </a:lnTo>
                  <a:lnTo>
                    <a:pt x="92875" y="255237"/>
                  </a:lnTo>
                  <a:lnTo>
                    <a:pt x="92942" y="255063"/>
                  </a:lnTo>
                  <a:lnTo>
                    <a:pt x="93050" y="254786"/>
                  </a:lnTo>
                  <a:lnTo>
                    <a:pt x="93103" y="254650"/>
                  </a:lnTo>
                  <a:lnTo>
                    <a:pt x="93142" y="254401"/>
                  </a:lnTo>
                  <a:lnTo>
                    <a:pt x="93138" y="254007"/>
                  </a:lnTo>
                  <a:lnTo>
                    <a:pt x="93643" y="253686"/>
                  </a:lnTo>
                  <a:lnTo>
                    <a:pt x="94255" y="253404"/>
                  </a:lnTo>
                  <a:lnTo>
                    <a:pt x="94675" y="253010"/>
                  </a:lnTo>
                  <a:lnTo>
                    <a:pt x="95020" y="252729"/>
                  </a:lnTo>
                  <a:lnTo>
                    <a:pt x="95319" y="252503"/>
                  </a:lnTo>
                  <a:lnTo>
                    <a:pt x="95352" y="252350"/>
                  </a:lnTo>
                  <a:lnTo>
                    <a:pt x="95281" y="251907"/>
                  </a:lnTo>
                  <a:lnTo>
                    <a:pt x="95130" y="251423"/>
                  </a:lnTo>
                  <a:lnTo>
                    <a:pt x="95324" y="251236"/>
                  </a:lnTo>
                  <a:lnTo>
                    <a:pt x="95389" y="251053"/>
                  </a:lnTo>
                  <a:lnTo>
                    <a:pt x="95503" y="250623"/>
                  </a:lnTo>
                  <a:lnTo>
                    <a:pt x="95497" y="250472"/>
                  </a:lnTo>
                  <a:lnTo>
                    <a:pt x="95485" y="250179"/>
                  </a:lnTo>
                  <a:lnTo>
                    <a:pt x="95375" y="249799"/>
                  </a:lnTo>
                  <a:lnTo>
                    <a:pt x="95171" y="249257"/>
                  </a:lnTo>
                  <a:lnTo>
                    <a:pt x="95213" y="248786"/>
                  </a:lnTo>
                  <a:lnTo>
                    <a:pt x="95512" y="248393"/>
                  </a:lnTo>
                  <a:lnTo>
                    <a:pt x="95870" y="248027"/>
                  </a:lnTo>
                  <a:lnTo>
                    <a:pt x="96031" y="247658"/>
                  </a:lnTo>
                  <a:lnTo>
                    <a:pt x="96218" y="247463"/>
                  </a:lnTo>
                  <a:lnTo>
                    <a:pt x="96483" y="247492"/>
                  </a:lnTo>
                  <a:lnTo>
                    <a:pt x="96740" y="247344"/>
                  </a:lnTo>
                  <a:lnTo>
                    <a:pt x="96877" y="247132"/>
                  </a:lnTo>
                  <a:lnTo>
                    <a:pt x="97255" y="246507"/>
                  </a:lnTo>
                  <a:lnTo>
                    <a:pt x="97728" y="246449"/>
                  </a:lnTo>
                  <a:lnTo>
                    <a:pt x="98050" y="246234"/>
                  </a:lnTo>
                  <a:lnTo>
                    <a:pt x="98778" y="246412"/>
                  </a:lnTo>
                  <a:lnTo>
                    <a:pt x="98769" y="245994"/>
                  </a:lnTo>
                  <a:lnTo>
                    <a:pt x="98899" y="245886"/>
                  </a:lnTo>
                  <a:lnTo>
                    <a:pt x="99208" y="245783"/>
                  </a:lnTo>
                  <a:lnTo>
                    <a:pt x="99702" y="245744"/>
                  </a:lnTo>
                  <a:lnTo>
                    <a:pt x="100185" y="245838"/>
                  </a:lnTo>
                  <a:lnTo>
                    <a:pt x="100467" y="245553"/>
                  </a:lnTo>
                  <a:lnTo>
                    <a:pt x="100574" y="245342"/>
                  </a:lnTo>
                  <a:lnTo>
                    <a:pt x="101272" y="245677"/>
                  </a:lnTo>
                  <a:lnTo>
                    <a:pt x="101510" y="245635"/>
                  </a:lnTo>
                  <a:lnTo>
                    <a:pt x="101621" y="245458"/>
                  </a:lnTo>
                  <a:lnTo>
                    <a:pt x="101979" y="245364"/>
                  </a:lnTo>
                  <a:lnTo>
                    <a:pt x="102361" y="245417"/>
                  </a:lnTo>
                  <a:lnTo>
                    <a:pt x="102683" y="245554"/>
                  </a:lnTo>
                  <a:lnTo>
                    <a:pt x="102872" y="245638"/>
                  </a:lnTo>
                  <a:lnTo>
                    <a:pt x="103260" y="245647"/>
                  </a:lnTo>
                  <a:lnTo>
                    <a:pt x="103573" y="245809"/>
                  </a:lnTo>
                  <a:lnTo>
                    <a:pt x="103769" y="246091"/>
                  </a:lnTo>
                  <a:lnTo>
                    <a:pt x="103941" y="246173"/>
                  </a:lnTo>
                  <a:lnTo>
                    <a:pt x="104330" y="246322"/>
                  </a:lnTo>
                  <a:lnTo>
                    <a:pt x="104320" y="246517"/>
                  </a:lnTo>
                  <a:lnTo>
                    <a:pt x="104519" y="246754"/>
                  </a:lnTo>
                  <a:lnTo>
                    <a:pt x="104553" y="247015"/>
                  </a:lnTo>
                  <a:lnTo>
                    <a:pt x="104639" y="247223"/>
                  </a:lnTo>
                  <a:lnTo>
                    <a:pt x="104813" y="247484"/>
                  </a:lnTo>
                  <a:lnTo>
                    <a:pt x="105262" y="247768"/>
                  </a:lnTo>
                  <a:lnTo>
                    <a:pt x="105550" y="247758"/>
                  </a:lnTo>
                  <a:lnTo>
                    <a:pt x="105985" y="247688"/>
                  </a:lnTo>
                  <a:lnTo>
                    <a:pt x="106173" y="247729"/>
                  </a:lnTo>
                  <a:lnTo>
                    <a:pt x="106447" y="247789"/>
                  </a:lnTo>
                  <a:lnTo>
                    <a:pt x="106777" y="247862"/>
                  </a:lnTo>
                  <a:lnTo>
                    <a:pt x="106935" y="248003"/>
                  </a:lnTo>
                  <a:lnTo>
                    <a:pt x="106830" y="248383"/>
                  </a:lnTo>
                  <a:lnTo>
                    <a:pt x="106895" y="248635"/>
                  </a:lnTo>
                  <a:lnTo>
                    <a:pt x="107107" y="248979"/>
                  </a:lnTo>
                  <a:lnTo>
                    <a:pt x="107505" y="249204"/>
                  </a:lnTo>
                  <a:lnTo>
                    <a:pt x="107599" y="249469"/>
                  </a:lnTo>
                  <a:lnTo>
                    <a:pt x="107550" y="249725"/>
                  </a:lnTo>
                  <a:lnTo>
                    <a:pt x="107658" y="250138"/>
                  </a:lnTo>
                  <a:lnTo>
                    <a:pt x="107853" y="250352"/>
                  </a:lnTo>
                  <a:lnTo>
                    <a:pt x="108040" y="250392"/>
                  </a:lnTo>
                  <a:lnTo>
                    <a:pt x="108171" y="250435"/>
                  </a:lnTo>
                  <a:lnTo>
                    <a:pt x="108382" y="250396"/>
                  </a:lnTo>
                  <a:lnTo>
                    <a:pt x="108502" y="250263"/>
                  </a:lnTo>
                  <a:lnTo>
                    <a:pt x="108659" y="249974"/>
                  </a:lnTo>
                  <a:lnTo>
                    <a:pt x="108873" y="249604"/>
                  </a:lnTo>
                  <a:lnTo>
                    <a:pt x="109008" y="249472"/>
                  </a:lnTo>
                  <a:lnTo>
                    <a:pt x="109276" y="249323"/>
                  </a:lnTo>
                  <a:lnTo>
                    <a:pt x="109550" y="249323"/>
                  </a:lnTo>
                  <a:lnTo>
                    <a:pt x="110019" y="249575"/>
                  </a:lnTo>
                  <a:lnTo>
                    <a:pt x="110610" y="249657"/>
                  </a:lnTo>
                  <a:lnTo>
                    <a:pt x="111157" y="249484"/>
                  </a:lnTo>
                  <a:lnTo>
                    <a:pt x="111383" y="249320"/>
                  </a:lnTo>
                  <a:lnTo>
                    <a:pt x="111314" y="249104"/>
                  </a:lnTo>
                  <a:lnTo>
                    <a:pt x="111322" y="248962"/>
                  </a:lnTo>
                  <a:lnTo>
                    <a:pt x="111396" y="248578"/>
                  </a:lnTo>
                  <a:lnTo>
                    <a:pt x="111475" y="248361"/>
                  </a:lnTo>
                  <a:lnTo>
                    <a:pt x="111812" y="248224"/>
                  </a:lnTo>
                  <a:lnTo>
                    <a:pt x="112125" y="248117"/>
                  </a:lnTo>
                  <a:lnTo>
                    <a:pt x="112360" y="248114"/>
                  </a:lnTo>
                  <a:lnTo>
                    <a:pt x="112550" y="248073"/>
                  </a:lnTo>
                  <a:lnTo>
                    <a:pt x="112844" y="247926"/>
                  </a:lnTo>
                  <a:lnTo>
                    <a:pt x="113358" y="247937"/>
                  </a:lnTo>
                  <a:lnTo>
                    <a:pt x="113501" y="247837"/>
                  </a:lnTo>
                  <a:lnTo>
                    <a:pt x="113662" y="247806"/>
                  </a:lnTo>
                  <a:lnTo>
                    <a:pt x="113800" y="247813"/>
                  </a:lnTo>
                  <a:lnTo>
                    <a:pt x="114016" y="247886"/>
                  </a:lnTo>
                  <a:lnTo>
                    <a:pt x="114415" y="248031"/>
                  </a:lnTo>
                  <a:lnTo>
                    <a:pt x="114671" y="248047"/>
                  </a:lnTo>
                  <a:lnTo>
                    <a:pt x="114970" y="248164"/>
                  </a:lnTo>
                  <a:lnTo>
                    <a:pt x="115260" y="248171"/>
                  </a:lnTo>
                  <a:lnTo>
                    <a:pt x="115611" y="248192"/>
                  </a:lnTo>
                  <a:lnTo>
                    <a:pt x="115783" y="248330"/>
                  </a:lnTo>
                  <a:lnTo>
                    <a:pt x="116307" y="248333"/>
                  </a:lnTo>
                  <a:lnTo>
                    <a:pt x="116589" y="248079"/>
                  </a:lnTo>
                  <a:lnTo>
                    <a:pt x="116772" y="247909"/>
                  </a:lnTo>
                  <a:lnTo>
                    <a:pt x="117102" y="247421"/>
                  </a:lnTo>
                  <a:lnTo>
                    <a:pt x="117161" y="247130"/>
                  </a:lnTo>
                  <a:lnTo>
                    <a:pt x="117345" y="247026"/>
                  </a:lnTo>
                  <a:lnTo>
                    <a:pt x="117747" y="247039"/>
                  </a:lnTo>
                  <a:lnTo>
                    <a:pt x="118015" y="247031"/>
                  </a:lnTo>
                  <a:lnTo>
                    <a:pt x="118492" y="246662"/>
                  </a:lnTo>
                  <a:lnTo>
                    <a:pt x="118656" y="246619"/>
                  </a:lnTo>
                  <a:lnTo>
                    <a:pt x="118913" y="246645"/>
                  </a:lnTo>
                  <a:lnTo>
                    <a:pt x="119239" y="246664"/>
                  </a:lnTo>
                  <a:lnTo>
                    <a:pt x="119588" y="247351"/>
                  </a:lnTo>
                  <a:lnTo>
                    <a:pt x="119796" y="247320"/>
                  </a:lnTo>
                  <a:lnTo>
                    <a:pt x="120078" y="247227"/>
                  </a:lnTo>
                  <a:lnTo>
                    <a:pt x="120958" y="246859"/>
                  </a:lnTo>
                  <a:lnTo>
                    <a:pt x="121304" y="246641"/>
                  </a:lnTo>
                  <a:lnTo>
                    <a:pt x="121641" y="246445"/>
                  </a:lnTo>
                  <a:lnTo>
                    <a:pt x="122299" y="246599"/>
                  </a:lnTo>
                  <a:lnTo>
                    <a:pt x="122594" y="246600"/>
                  </a:lnTo>
                  <a:lnTo>
                    <a:pt x="122752" y="246635"/>
                  </a:lnTo>
                  <a:lnTo>
                    <a:pt x="123176" y="246510"/>
                  </a:lnTo>
                  <a:lnTo>
                    <a:pt x="123513" y="246310"/>
                  </a:lnTo>
                  <a:lnTo>
                    <a:pt x="123727" y="246241"/>
                  </a:lnTo>
                  <a:lnTo>
                    <a:pt x="124268" y="246066"/>
                  </a:lnTo>
                  <a:lnTo>
                    <a:pt x="124517" y="245720"/>
                  </a:lnTo>
                  <a:lnTo>
                    <a:pt x="124486" y="245400"/>
                  </a:lnTo>
                  <a:lnTo>
                    <a:pt x="124622" y="245252"/>
                  </a:lnTo>
                  <a:lnTo>
                    <a:pt x="125206" y="245325"/>
                  </a:lnTo>
                  <a:lnTo>
                    <a:pt x="125512" y="245265"/>
                  </a:lnTo>
                  <a:lnTo>
                    <a:pt x="125730" y="245202"/>
                  </a:lnTo>
                  <a:lnTo>
                    <a:pt x="126033" y="245165"/>
                  </a:lnTo>
                  <a:lnTo>
                    <a:pt x="126216" y="245143"/>
                  </a:lnTo>
                  <a:lnTo>
                    <a:pt x="126512" y="245241"/>
                  </a:lnTo>
                  <a:lnTo>
                    <a:pt x="126763" y="245172"/>
                  </a:lnTo>
                  <a:lnTo>
                    <a:pt x="126957" y="245182"/>
                  </a:lnTo>
                  <a:lnTo>
                    <a:pt x="127259" y="245269"/>
                  </a:lnTo>
                  <a:lnTo>
                    <a:pt x="127830" y="245478"/>
                  </a:lnTo>
                  <a:lnTo>
                    <a:pt x="128357" y="245786"/>
                  </a:lnTo>
                  <a:lnTo>
                    <a:pt x="128621" y="245909"/>
                  </a:lnTo>
                  <a:lnTo>
                    <a:pt x="129101" y="245982"/>
                  </a:lnTo>
                  <a:lnTo>
                    <a:pt x="129305" y="246117"/>
                  </a:lnTo>
                  <a:lnTo>
                    <a:pt x="129614" y="246266"/>
                  </a:lnTo>
                  <a:lnTo>
                    <a:pt x="129943" y="246086"/>
                  </a:lnTo>
                  <a:lnTo>
                    <a:pt x="130101" y="245910"/>
                  </a:lnTo>
                  <a:lnTo>
                    <a:pt x="130362" y="245839"/>
                  </a:lnTo>
                  <a:lnTo>
                    <a:pt x="130823" y="245971"/>
                  </a:lnTo>
                  <a:lnTo>
                    <a:pt x="131065" y="245682"/>
                  </a:lnTo>
                  <a:lnTo>
                    <a:pt x="131302" y="245655"/>
                  </a:lnTo>
                  <a:lnTo>
                    <a:pt x="131496" y="245702"/>
                  </a:lnTo>
                  <a:lnTo>
                    <a:pt x="131745" y="245577"/>
                  </a:lnTo>
                  <a:lnTo>
                    <a:pt x="131968" y="245357"/>
                  </a:lnTo>
                  <a:lnTo>
                    <a:pt x="132407" y="245129"/>
                  </a:lnTo>
                  <a:lnTo>
                    <a:pt x="132733" y="244877"/>
                  </a:lnTo>
                  <a:lnTo>
                    <a:pt x="133217" y="244505"/>
                  </a:lnTo>
                  <a:lnTo>
                    <a:pt x="133553" y="244142"/>
                  </a:lnTo>
                  <a:lnTo>
                    <a:pt x="133899" y="243944"/>
                  </a:lnTo>
                  <a:lnTo>
                    <a:pt x="134129" y="243822"/>
                  </a:lnTo>
                  <a:lnTo>
                    <a:pt x="134415" y="243843"/>
                  </a:lnTo>
                  <a:lnTo>
                    <a:pt x="134622" y="243842"/>
                  </a:lnTo>
                  <a:lnTo>
                    <a:pt x="134833" y="243719"/>
                  </a:lnTo>
                  <a:lnTo>
                    <a:pt x="135002" y="243617"/>
                  </a:lnTo>
                  <a:lnTo>
                    <a:pt x="134865" y="243193"/>
                  </a:lnTo>
                  <a:lnTo>
                    <a:pt x="134439" y="242580"/>
                  </a:lnTo>
                  <a:lnTo>
                    <a:pt x="134527" y="242428"/>
                  </a:lnTo>
                  <a:lnTo>
                    <a:pt x="134799" y="242114"/>
                  </a:lnTo>
                  <a:lnTo>
                    <a:pt x="134931" y="242045"/>
                  </a:lnTo>
                  <a:lnTo>
                    <a:pt x="135229" y="241632"/>
                  </a:lnTo>
                  <a:lnTo>
                    <a:pt x="135316" y="241379"/>
                  </a:lnTo>
                  <a:lnTo>
                    <a:pt x="134904" y="240700"/>
                  </a:lnTo>
                  <a:lnTo>
                    <a:pt x="134837" y="240375"/>
                  </a:lnTo>
                  <a:lnTo>
                    <a:pt x="134800" y="240247"/>
                  </a:lnTo>
                  <a:lnTo>
                    <a:pt x="134663" y="240018"/>
                  </a:lnTo>
                  <a:lnTo>
                    <a:pt x="133800" y="239854"/>
                  </a:lnTo>
                  <a:lnTo>
                    <a:pt x="133795" y="239674"/>
                  </a:lnTo>
                  <a:lnTo>
                    <a:pt x="133835" y="239441"/>
                  </a:lnTo>
                  <a:lnTo>
                    <a:pt x="134089" y="239315"/>
                  </a:lnTo>
                  <a:lnTo>
                    <a:pt x="134089" y="238910"/>
                  </a:lnTo>
                  <a:lnTo>
                    <a:pt x="134113" y="238732"/>
                  </a:lnTo>
                  <a:lnTo>
                    <a:pt x="134080" y="238255"/>
                  </a:lnTo>
                  <a:lnTo>
                    <a:pt x="134289" y="238233"/>
                  </a:lnTo>
                  <a:lnTo>
                    <a:pt x="134820" y="237534"/>
                  </a:lnTo>
                  <a:lnTo>
                    <a:pt x="134478" y="237167"/>
                  </a:lnTo>
                  <a:lnTo>
                    <a:pt x="134417" y="237004"/>
                  </a:lnTo>
                  <a:lnTo>
                    <a:pt x="134153" y="236326"/>
                  </a:lnTo>
                  <a:lnTo>
                    <a:pt x="133898" y="235994"/>
                  </a:lnTo>
                  <a:lnTo>
                    <a:pt x="133608" y="235535"/>
                  </a:lnTo>
                  <a:lnTo>
                    <a:pt x="132647" y="235362"/>
                  </a:lnTo>
                  <a:lnTo>
                    <a:pt x="132245" y="235217"/>
                  </a:lnTo>
                  <a:lnTo>
                    <a:pt x="131804" y="235080"/>
                  </a:lnTo>
                  <a:lnTo>
                    <a:pt x="131418" y="234468"/>
                  </a:lnTo>
                  <a:lnTo>
                    <a:pt x="131474" y="234260"/>
                  </a:lnTo>
                  <a:lnTo>
                    <a:pt x="131643" y="234012"/>
                  </a:lnTo>
                  <a:lnTo>
                    <a:pt x="132333" y="233167"/>
                  </a:lnTo>
                  <a:lnTo>
                    <a:pt x="132365" y="232948"/>
                  </a:lnTo>
                  <a:lnTo>
                    <a:pt x="132189" y="232189"/>
                  </a:lnTo>
                  <a:lnTo>
                    <a:pt x="131952" y="231826"/>
                  </a:lnTo>
                  <a:lnTo>
                    <a:pt x="131791" y="231457"/>
                  </a:lnTo>
                  <a:lnTo>
                    <a:pt x="131583" y="231329"/>
                  </a:lnTo>
                  <a:lnTo>
                    <a:pt x="131373" y="231284"/>
                  </a:lnTo>
                  <a:lnTo>
                    <a:pt x="130934" y="230955"/>
                  </a:lnTo>
                  <a:lnTo>
                    <a:pt x="130840" y="230414"/>
                  </a:lnTo>
                  <a:lnTo>
                    <a:pt x="130278" y="230228"/>
                  </a:lnTo>
                  <a:lnTo>
                    <a:pt x="130128" y="229608"/>
                  </a:lnTo>
                  <a:lnTo>
                    <a:pt x="129820" y="229585"/>
                  </a:lnTo>
                  <a:lnTo>
                    <a:pt x="129498" y="229478"/>
                  </a:lnTo>
                  <a:lnTo>
                    <a:pt x="129038" y="229078"/>
                  </a:lnTo>
                  <a:lnTo>
                    <a:pt x="128746" y="228922"/>
                  </a:lnTo>
                  <a:lnTo>
                    <a:pt x="128347" y="228718"/>
                  </a:lnTo>
                  <a:lnTo>
                    <a:pt x="127780" y="228382"/>
                  </a:lnTo>
                  <a:lnTo>
                    <a:pt x="127383" y="228378"/>
                  </a:lnTo>
                  <a:lnTo>
                    <a:pt x="126715" y="228242"/>
                  </a:lnTo>
                  <a:lnTo>
                    <a:pt x="126428" y="228327"/>
                  </a:lnTo>
                  <a:lnTo>
                    <a:pt x="126050" y="228353"/>
                  </a:lnTo>
                  <a:lnTo>
                    <a:pt x="125825" y="228373"/>
                  </a:lnTo>
                  <a:lnTo>
                    <a:pt x="125547" y="228445"/>
                  </a:lnTo>
                  <a:lnTo>
                    <a:pt x="125003" y="228841"/>
                  </a:lnTo>
                  <a:lnTo>
                    <a:pt x="124717" y="229093"/>
                  </a:lnTo>
                  <a:lnTo>
                    <a:pt x="124410" y="229280"/>
                  </a:lnTo>
                  <a:lnTo>
                    <a:pt x="123889" y="229443"/>
                  </a:lnTo>
                  <a:lnTo>
                    <a:pt x="123203" y="229791"/>
                  </a:lnTo>
                  <a:lnTo>
                    <a:pt x="123362" y="230185"/>
                  </a:lnTo>
                  <a:lnTo>
                    <a:pt x="123476" y="230429"/>
                  </a:lnTo>
                  <a:lnTo>
                    <a:pt x="123412" y="230807"/>
                  </a:lnTo>
                  <a:lnTo>
                    <a:pt x="122800" y="230341"/>
                  </a:lnTo>
                  <a:lnTo>
                    <a:pt x="122583" y="230252"/>
                  </a:lnTo>
                  <a:lnTo>
                    <a:pt x="122363" y="230327"/>
                  </a:lnTo>
                  <a:lnTo>
                    <a:pt x="122117" y="230419"/>
                  </a:lnTo>
                  <a:lnTo>
                    <a:pt x="121615" y="230577"/>
                  </a:lnTo>
                  <a:lnTo>
                    <a:pt x="121437" y="230816"/>
                  </a:lnTo>
                  <a:lnTo>
                    <a:pt x="121167" y="230412"/>
                  </a:lnTo>
                  <a:lnTo>
                    <a:pt x="121073" y="230022"/>
                  </a:lnTo>
                  <a:lnTo>
                    <a:pt x="120885" y="229575"/>
                  </a:lnTo>
                  <a:lnTo>
                    <a:pt x="120651" y="229423"/>
                  </a:lnTo>
                  <a:lnTo>
                    <a:pt x="120358" y="229283"/>
                  </a:lnTo>
                  <a:lnTo>
                    <a:pt x="119898" y="229183"/>
                  </a:lnTo>
                  <a:lnTo>
                    <a:pt x="119827" y="229490"/>
                  </a:lnTo>
                  <a:lnTo>
                    <a:pt x="119583" y="229714"/>
                  </a:lnTo>
                  <a:lnTo>
                    <a:pt x="119300" y="229542"/>
                  </a:lnTo>
                  <a:lnTo>
                    <a:pt x="119166" y="229468"/>
                  </a:lnTo>
                  <a:lnTo>
                    <a:pt x="118931" y="229543"/>
                  </a:lnTo>
                  <a:lnTo>
                    <a:pt x="118041" y="230260"/>
                  </a:lnTo>
                  <a:lnTo>
                    <a:pt x="117422" y="230074"/>
                  </a:lnTo>
                  <a:lnTo>
                    <a:pt x="117392" y="229726"/>
                  </a:lnTo>
                  <a:lnTo>
                    <a:pt x="117247" y="229232"/>
                  </a:lnTo>
                  <a:lnTo>
                    <a:pt x="117090" y="229095"/>
                  </a:lnTo>
                  <a:lnTo>
                    <a:pt x="116867" y="228764"/>
                  </a:lnTo>
                  <a:lnTo>
                    <a:pt x="116784" y="228518"/>
                  </a:lnTo>
                  <a:lnTo>
                    <a:pt x="116753" y="228127"/>
                  </a:lnTo>
                  <a:lnTo>
                    <a:pt x="116942" y="227616"/>
                  </a:lnTo>
                  <a:lnTo>
                    <a:pt x="117126" y="227066"/>
                  </a:lnTo>
                  <a:lnTo>
                    <a:pt x="117510" y="226356"/>
                  </a:lnTo>
                  <a:lnTo>
                    <a:pt x="117669" y="225893"/>
                  </a:lnTo>
                  <a:lnTo>
                    <a:pt x="117922" y="225287"/>
                  </a:lnTo>
                  <a:lnTo>
                    <a:pt x="117855" y="225042"/>
                  </a:lnTo>
                  <a:lnTo>
                    <a:pt x="117172" y="224348"/>
                  </a:lnTo>
                  <a:lnTo>
                    <a:pt x="116759" y="224599"/>
                  </a:lnTo>
                  <a:lnTo>
                    <a:pt x="116387" y="224384"/>
                  </a:lnTo>
                  <a:lnTo>
                    <a:pt x="116147" y="224021"/>
                  </a:lnTo>
                  <a:lnTo>
                    <a:pt x="116056" y="223868"/>
                  </a:lnTo>
                  <a:lnTo>
                    <a:pt x="115754" y="223181"/>
                  </a:lnTo>
                  <a:lnTo>
                    <a:pt x="115623" y="222813"/>
                  </a:lnTo>
                  <a:lnTo>
                    <a:pt x="115509" y="222474"/>
                  </a:lnTo>
                  <a:lnTo>
                    <a:pt x="115134" y="222029"/>
                  </a:lnTo>
                  <a:lnTo>
                    <a:pt x="114849" y="222053"/>
                  </a:lnTo>
                  <a:lnTo>
                    <a:pt x="114676" y="222045"/>
                  </a:lnTo>
                  <a:lnTo>
                    <a:pt x="114470" y="221983"/>
                  </a:lnTo>
                  <a:lnTo>
                    <a:pt x="114310" y="221799"/>
                  </a:lnTo>
                  <a:lnTo>
                    <a:pt x="114301" y="221668"/>
                  </a:lnTo>
                  <a:lnTo>
                    <a:pt x="114218" y="221381"/>
                  </a:lnTo>
                  <a:lnTo>
                    <a:pt x="114114" y="221073"/>
                  </a:lnTo>
                  <a:lnTo>
                    <a:pt x="113477" y="220812"/>
                  </a:lnTo>
                  <a:lnTo>
                    <a:pt x="113300" y="221323"/>
                  </a:lnTo>
                  <a:lnTo>
                    <a:pt x="113333" y="221538"/>
                  </a:lnTo>
                  <a:lnTo>
                    <a:pt x="113667" y="221777"/>
                  </a:lnTo>
                  <a:lnTo>
                    <a:pt x="113522" y="221950"/>
                  </a:lnTo>
                  <a:lnTo>
                    <a:pt x="112919" y="221963"/>
                  </a:lnTo>
                  <a:lnTo>
                    <a:pt x="112592" y="222016"/>
                  </a:lnTo>
                  <a:lnTo>
                    <a:pt x="112061" y="222175"/>
                  </a:lnTo>
                  <a:lnTo>
                    <a:pt x="111952" y="222399"/>
                  </a:lnTo>
                  <a:lnTo>
                    <a:pt x="112022" y="223059"/>
                  </a:lnTo>
                  <a:lnTo>
                    <a:pt x="112029" y="223248"/>
                  </a:lnTo>
                  <a:lnTo>
                    <a:pt x="112058" y="223439"/>
                  </a:lnTo>
                  <a:lnTo>
                    <a:pt x="111779" y="223618"/>
                  </a:lnTo>
                  <a:lnTo>
                    <a:pt x="111424" y="223482"/>
                  </a:lnTo>
                  <a:lnTo>
                    <a:pt x="110765" y="223262"/>
                  </a:lnTo>
                  <a:lnTo>
                    <a:pt x="110278" y="223125"/>
                  </a:lnTo>
                  <a:lnTo>
                    <a:pt x="110150" y="223058"/>
                  </a:lnTo>
                  <a:lnTo>
                    <a:pt x="110047" y="222855"/>
                  </a:lnTo>
                  <a:lnTo>
                    <a:pt x="109872" y="222566"/>
                  </a:lnTo>
                  <a:lnTo>
                    <a:pt x="109729" y="222328"/>
                  </a:lnTo>
                  <a:lnTo>
                    <a:pt x="109560" y="222064"/>
                  </a:lnTo>
                  <a:lnTo>
                    <a:pt x="109216" y="221830"/>
                  </a:lnTo>
                  <a:lnTo>
                    <a:pt x="108605" y="221626"/>
                  </a:lnTo>
                  <a:lnTo>
                    <a:pt x="108259" y="221824"/>
                  </a:lnTo>
                  <a:lnTo>
                    <a:pt x="108277" y="221271"/>
                  </a:lnTo>
                  <a:lnTo>
                    <a:pt x="108441" y="221049"/>
                  </a:lnTo>
                  <a:lnTo>
                    <a:pt x="108632" y="220680"/>
                  </a:lnTo>
                  <a:lnTo>
                    <a:pt x="108693" y="220486"/>
                  </a:lnTo>
                  <a:lnTo>
                    <a:pt x="108703" y="220289"/>
                  </a:lnTo>
                  <a:lnTo>
                    <a:pt x="108716" y="220039"/>
                  </a:lnTo>
                  <a:lnTo>
                    <a:pt x="108762" y="219780"/>
                  </a:lnTo>
                  <a:lnTo>
                    <a:pt x="108819" y="219597"/>
                  </a:lnTo>
                  <a:lnTo>
                    <a:pt x="108820" y="219212"/>
                  </a:lnTo>
                  <a:lnTo>
                    <a:pt x="108728" y="218755"/>
                  </a:lnTo>
                  <a:lnTo>
                    <a:pt x="108478" y="218199"/>
                  </a:lnTo>
                  <a:lnTo>
                    <a:pt x="108402" y="217776"/>
                  </a:lnTo>
                  <a:lnTo>
                    <a:pt x="108617" y="217391"/>
                  </a:lnTo>
                  <a:lnTo>
                    <a:pt x="108568" y="217055"/>
                  </a:lnTo>
                  <a:lnTo>
                    <a:pt x="108527" y="216907"/>
                  </a:lnTo>
                  <a:lnTo>
                    <a:pt x="107938" y="216566"/>
                  </a:lnTo>
                  <a:lnTo>
                    <a:pt x="107593" y="216448"/>
                  </a:lnTo>
                  <a:lnTo>
                    <a:pt x="107266" y="216261"/>
                  </a:lnTo>
                  <a:lnTo>
                    <a:pt x="107111" y="216031"/>
                  </a:lnTo>
                  <a:lnTo>
                    <a:pt x="107468" y="215147"/>
                  </a:lnTo>
                  <a:lnTo>
                    <a:pt x="107260" y="214859"/>
                  </a:lnTo>
                  <a:lnTo>
                    <a:pt x="107098" y="214750"/>
                  </a:lnTo>
                  <a:lnTo>
                    <a:pt x="107185" y="214560"/>
                  </a:lnTo>
                  <a:lnTo>
                    <a:pt x="107557" y="214174"/>
                  </a:lnTo>
                  <a:lnTo>
                    <a:pt x="107653" y="213957"/>
                  </a:lnTo>
                  <a:lnTo>
                    <a:pt x="107741" y="213748"/>
                  </a:lnTo>
                  <a:lnTo>
                    <a:pt x="107793" y="213312"/>
                  </a:lnTo>
                  <a:lnTo>
                    <a:pt x="107812" y="213149"/>
                  </a:lnTo>
                  <a:lnTo>
                    <a:pt x="108070" y="212790"/>
                  </a:lnTo>
                  <a:lnTo>
                    <a:pt x="108258" y="212789"/>
                  </a:lnTo>
                  <a:lnTo>
                    <a:pt x="108765" y="212580"/>
                  </a:lnTo>
                  <a:lnTo>
                    <a:pt x="109021" y="212544"/>
                  </a:lnTo>
                  <a:lnTo>
                    <a:pt x="109159" y="212567"/>
                  </a:lnTo>
                  <a:lnTo>
                    <a:pt x="109410" y="212388"/>
                  </a:lnTo>
                  <a:lnTo>
                    <a:pt x="109558" y="212025"/>
                  </a:lnTo>
                  <a:lnTo>
                    <a:pt x="109686" y="212033"/>
                  </a:lnTo>
                  <a:lnTo>
                    <a:pt x="109948" y="211958"/>
                  </a:lnTo>
                  <a:lnTo>
                    <a:pt x="110728" y="209680"/>
                  </a:lnTo>
                  <a:lnTo>
                    <a:pt x="111476" y="209453"/>
                  </a:lnTo>
                  <a:lnTo>
                    <a:pt x="111799" y="208942"/>
                  </a:lnTo>
                  <a:lnTo>
                    <a:pt x="112078" y="208601"/>
                  </a:lnTo>
                  <a:lnTo>
                    <a:pt x="112450" y="208524"/>
                  </a:lnTo>
                  <a:lnTo>
                    <a:pt x="112746" y="209405"/>
                  </a:lnTo>
                  <a:lnTo>
                    <a:pt x="112888" y="209652"/>
                  </a:lnTo>
                  <a:lnTo>
                    <a:pt x="113194" y="209532"/>
                  </a:lnTo>
                  <a:lnTo>
                    <a:pt x="113587" y="209346"/>
                  </a:lnTo>
                  <a:lnTo>
                    <a:pt x="113648" y="209119"/>
                  </a:lnTo>
                  <a:lnTo>
                    <a:pt x="113861" y="208738"/>
                  </a:lnTo>
                  <a:lnTo>
                    <a:pt x="114271" y="209053"/>
                  </a:lnTo>
                  <a:lnTo>
                    <a:pt x="114956" y="209194"/>
                  </a:lnTo>
                  <a:lnTo>
                    <a:pt x="115116" y="209111"/>
                  </a:lnTo>
                  <a:lnTo>
                    <a:pt x="115486" y="209149"/>
                  </a:lnTo>
                  <a:lnTo>
                    <a:pt x="116245" y="208965"/>
                  </a:lnTo>
                  <a:lnTo>
                    <a:pt x="116594" y="209103"/>
                  </a:lnTo>
                  <a:lnTo>
                    <a:pt x="116750" y="209239"/>
                  </a:lnTo>
                  <a:lnTo>
                    <a:pt x="116927" y="209164"/>
                  </a:lnTo>
                  <a:lnTo>
                    <a:pt x="117792" y="209286"/>
                  </a:lnTo>
                  <a:lnTo>
                    <a:pt x="118141" y="209080"/>
                  </a:lnTo>
                  <a:lnTo>
                    <a:pt x="118326" y="209141"/>
                  </a:lnTo>
                  <a:lnTo>
                    <a:pt x="118516" y="209045"/>
                  </a:lnTo>
                  <a:lnTo>
                    <a:pt x="118476" y="208634"/>
                  </a:lnTo>
                  <a:lnTo>
                    <a:pt x="118154" y="208396"/>
                  </a:lnTo>
                  <a:lnTo>
                    <a:pt x="117988" y="208218"/>
                  </a:lnTo>
                  <a:lnTo>
                    <a:pt x="118037" y="207512"/>
                  </a:lnTo>
                  <a:lnTo>
                    <a:pt x="118052" y="207311"/>
                  </a:lnTo>
                  <a:lnTo>
                    <a:pt x="117851" y="206926"/>
                  </a:lnTo>
                  <a:lnTo>
                    <a:pt x="117867" y="206649"/>
                  </a:lnTo>
                  <a:lnTo>
                    <a:pt x="117963" y="206233"/>
                  </a:lnTo>
                  <a:lnTo>
                    <a:pt x="118445" y="206181"/>
                  </a:lnTo>
                  <a:lnTo>
                    <a:pt x="118754" y="206018"/>
                  </a:lnTo>
                  <a:lnTo>
                    <a:pt x="119436" y="205785"/>
                  </a:lnTo>
                  <a:lnTo>
                    <a:pt x="119713" y="205580"/>
                  </a:lnTo>
                  <a:lnTo>
                    <a:pt x="119664" y="205167"/>
                  </a:lnTo>
                  <a:lnTo>
                    <a:pt x="119560" y="204892"/>
                  </a:lnTo>
                  <a:lnTo>
                    <a:pt x="119567" y="204697"/>
                  </a:lnTo>
                  <a:lnTo>
                    <a:pt x="120225" y="204230"/>
                  </a:lnTo>
                  <a:lnTo>
                    <a:pt x="120475" y="204210"/>
                  </a:lnTo>
                  <a:lnTo>
                    <a:pt x="120432" y="203745"/>
                  </a:lnTo>
                  <a:lnTo>
                    <a:pt x="120782" y="203215"/>
                  </a:lnTo>
                  <a:lnTo>
                    <a:pt x="120827" y="202620"/>
                  </a:lnTo>
                  <a:lnTo>
                    <a:pt x="120941" y="202117"/>
                  </a:lnTo>
                  <a:lnTo>
                    <a:pt x="121328" y="202823"/>
                  </a:lnTo>
                  <a:lnTo>
                    <a:pt x="121785" y="203048"/>
                  </a:lnTo>
                  <a:lnTo>
                    <a:pt x="122393" y="203065"/>
                  </a:lnTo>
                  <a:lnTo>
                    <a:pt x="122596" y="203267"/>
                  </a:lnTo>
                  <a:lnTo>
                    <a:pt x="122804" y="203515"/>
                  </a:lnTo>
                  <a:lnTo>
                    <a:pt x="122926" y="203664"/>
                  </a:lnTo>
                  <a:lnTo>
                    <a:pt x="123141" y="204002"/>
                  </a:lnTo>
                  <a:lnTo>
                    <a:pt x="123354" y="204523"/>
                  </a:lnTo>
                  <a:lnTo>
                    <a:pt x="123375" y="205111"/>
                  </a:lnTo>
                  <a:lnTo>
                    <a:pt x="123674" y="205276"/>
                  </a:lnTo>
                  <a:lnTo>
                    <a:pt x="123912" y="205138"/>
                  </a:lnTo>
                  <a:lnTo>
                    <a:pt x="124159" y="205258"/>
                  </a:lnTo>
                  <a:lnTo>
                    <a:pt x="124364" y="205450"/>
                  </a:lnTo>
                  <a:lnTo>
                    <a:pt x="124910" y="205343"/>
                  </a:lnTo>
                  <a:lnTo>
                    <a:pt x="125169" y="205435"/>
                  </a:lnTo>
                  <a:lnTo>
                    <a:pt x="125439" y="205678"/>
                  </a:lnTo>
                  <a:lnTo>
                    <a:pt x="125452" y="206612"/>
                  </a:lnTo>
                  <a:lnTo>
                    <a:pt x="125755" y="206841"/>
                  </a:lnTo>
                  <a:lnTo>
                    <a:pt x="125846" y="207104"/>
                  </a:lnTo>
                  <a:lnTo>
                    <a:pt x="125868" y="207256"/>
                  </a:lnTo>
                  <a:lnTo>
                    <a:pt x="125933" y="207501"/>
                  </a:lnTo>
                  <a:lnTo>
                    <a:pt x="126514" y="207871"/>
                  </a:lnTo>
                  <a:lnTo>
                    <a:pt x="126949" y="207716"/>
                  </a:lnTo>
                  <a:lnTo>
                    <a:pt x="126835" y="207436"/>
                  </a:lnTo>
                  <a:lnTo>
                    <a:pt x="127099" y="207325"/>
                  </a:lnTo>
                  <a:lnTo>
                    <a:pt x="127596" y="207323"/>
                  </a:lnTo>
                  <a:lnTo>
                    <a:pt x="127820" y="207402"/>
                  </a:lnTo>
                  <a:lnTo>
                    <a:pt x="128227" y="207545"/>
                  </a:lnTo>
                  <a:lnTo>
                    <a:pt x="128608" y="207821"/>
                  </a:lnTo>
                  <a:lnTo>
                    <a:pt x="128679" y="208069"/>
                  </a:lnTo>
                  <a:lnTo>
                    <a:pt x="128653" y="208414"/>
                  </a:lnTo>
                  <a:lnTo>
                    <a:pt x="128906" y="208758"/>
                  </a:lnTo>
                  <a:lnTo>
                    <a:pt x="129280" y="209328"/>
                  </a:lnTo>
                  <a:lnTo>
                    <a:pt x="129291" y="209855"/>
                  </a:lnTo>
                  <a:lnTo>
                    <a:pt x="129464" y="210158"/>
                  </a:lnTo>
                  <a:lnTo>
                    <a:pt x="129914" y="210448"/>
                  </a:lnTo>
                  <a:lnTo>
                    <a:pt x="130181" y="210483"/>
                  </a:lnTo>
                  <a:lnTo>
                    <a:pt x="130485" y="210390"/>
                  </a:lnTo>
                  <a:lnTo>
                    <a:pt x="130761" y="210730"/>
                  </a:lnTo>
                  <a:lnTo>
                    <a:pt x="131039" y="210933"/>
                  </a:lnTo>
                  <a:lnTo>
                    <a:pt x="131229" y="211071"/>
                  </a:lnTo>
                  <a:lnTo>
                    <a:pt x="131506" y="211276"/>
                  </a:lnTo>
                  <a:lnTo>
                    <a:pt x="131736" y="211622"/>
                  </a:lnTo>
                  <a:lnTo>
                    <a:pt x="132169" y="211737"/>
                  </a:lnTo>
                  <a:lnTo>
                    <a:pt x="132884" y="211898"/>
                  </a:lnTo>
                  <a:lnTo>
                    <a:pt x="133135" y="211909"/>
                  </a:lnTo>
                  <a:lnTo>
                    <a:pt x="133401" y="212010"/>
                  </a:lnTo>
                  <a:lnTo>
                    <a:pt x="133657" y="212719"/>
                  </a:lnTo>
                  <a:lnTo>
                    <a:pt x="133882" y="213329"/>
                  </a:lnTo>
                  <a:lnTo>
                    <a:pt x="133970" y="213522"/>
                  </a:lnTo>
                  <a:lnTo>
                    <a:pt x="134342" y="213801"/>
                  </a:lnTo>
                  <a:lnTo>
                    <a:pt x="134709" y="214266"/>
                  </a:lnTo>
                  <a:lnTo>
                    <a:pt x="134930" y="214469"/>
                  </a:lnTo>
                  <a:lnTo>
                    <a:pt x="135416" y="214556"/>
                  </a:lnTo>
                  <a:lnTo>
                    <a:pt x="135787" y="214512"/>
                  </a:lnTo>
                  <a:lnTo>
                    <a:pt x="136327" y="214528"/>
                  </a:lnTo>
                  <a:lnTo>
                    <a:pt x="136469" y="214673"/>
                  </a:lnTo>
                  <a:lnTo>
                    <a:pt x="136760" y="214449"/>
                  </a:lnTo>
                  <a:lnTo>
                    <a:pt x="136675" y="214138"/>
                  </a:lnTo>
                  <a:lnTo>
                    <a:pt x="136644" y="213914"/>
                  </a:lnTo>
                  <a:lnTo>
                    <a:pt x="136606" y="213649"/>
                  </a:lnTo>
                  <a:lnTo>
                    <a:pt x="136672" y="213517"/>
                  </a:lnTo>
                  <a:lnTo>
                    <a:pt x="136665" y="213252"/>
                  </a:lnTo>
                  <a:lnTo>
                    <a:pt x="136640" y="212778"/>
                  </a:lnTo>
                  <a:lnTo>
                    <a:pt x="136506" y="212474"/>
                  </a:lnTo>
                  <a:lnTo>
                    <a:pt x="136662" y="212385"/>
                  </a:lnTo>
                  <a:lnTo>
                    <a:pt x="136741" y="212255"/>
                  </a:lnTo>
                  <a:lnTo>
                    <a:pt x="137004" y="211797"/>
                  </a:lnTo>
                  <a:lnTo>
                    <a:pt x="137083" y="211471"/>
                  </a:lnTo>
                  <a:lnTo>
                    <a:pt x="137202" y="210656"/>
                  </a:lnTo>
                  <a:lnTo>
                    <a:pt x="137618" y="210510"/>
                  </a:lnTo>
                  <a:lnTo>
                    <a:pt x="137843" y="210668"/>
                  </a:lnTo>
                  <a:lnTo>
                    <a:pt x="138314" y="210901"/>
                  </a:lnTo>
                  <a:lnTo>
                    <a:pt x="138981" y="211051"/>
                  </a:lnTo>
                  <a:lnTo>
                    <a:pt x="139193" y="211041"/>
                  </a:lnTo>
                  <a:lnTo>
                    <a:pt x="140155" y="211995"/>
                  </a:lnTo>
                  <a:lnTo>
                    <a:pt x="140243" y="212164"/>
                  </a:lnTo>
                  <a:lnTo>
                    <a:pt x="140374" y="212214"/>
                  </a:lnTo>
                  <a:lnTo>
                    <a:pt x="140972" y="212134"/>
                  </a:lnTo>
                  <a:lnTo>
                    <a:pt x="141726" y="211883"/>
                  </a:lnTo>
                  <a:lnTo>
                    <a:pt x="141638" y="211667"/>
                  </a:lnTo>
                  <a:lnTo>
                    <a:pt x="141189" y="211266"/>
                  </a:lnTo>
                  <a:lnTo>
                    <a:pt x="140883" y="210856"/>
                  </a:lnTo>
                  <a:lnTo>
                    <a:pt x="140847" y="210712"/>
                  </a:lnTo>
                  <a:lnTo>
                    <a:pt x="140591" y="210349"/>
                  </a:lnTo>
                  <a:lnTo>
                    <a:pt x="140435" y="210170"/>
                  </a:lnTo>
                  <a:lnTo>
                    <a:pt x="140170" y="209677"/>
                  </a:lnTo>
                  <a:lnTo>
                    <a:pt x="140587" y="209406"/>
                  </a:lnTo>
                  <a:lnTo>
                    <a:pt x="140782" y="209622"/>
                  </a:lnTo>
                  <a:lnTo>
                    <a:pt x="141296" y="209822"/>
                  </a:lnTo>
                  <a:lnTo>
                    <a:pt x="141492" y="210112"/>
                  </a:lnTo>
                  <a:lnTo>
                    <a:pt x="141541" y="210293"/>
                  </a:lnTo>
                  <a:lnTo>
                    <a:pt x="141726" y="210681"/>
                  </a:lnTo>
                  <a:lnTo>
                    <a:pt x="142074" y="210764"/>
                  </a:lnTo>
                  <a:lnTo>
                    <a:pt x="142111" y="210247"/>
                  </a:lnTo>
                  <a:lnTo>
                    <a:pt x="141398" y="209463"/>
                  </a:lnTo>
                  <a:lnTo>
                    <a:pt x="141191" y="209169"/>
                  </a:lnTo>
                  <a:lnTo>
                    <a:pt x="141184" y="208934"/>
                  </a:lnTo>
                  <a:lnTo>
                    <a:pt x="141398" y="208421"/>
                  </a:lnTo>
                  <a:lnTo>
                    <a:pt x="141513" y="208137"/>
                  </a:lnTo>
                  <a:lnTo>
                    <a:pt x="141704" y="207643"/>
                  </a:lnTo>
                  <a:lnTo>
                    <a:pt x="141644" y="206857"/>
                  </a:lnTo>
                  <a:lnTo>
                    <a:pt x="141679" y="206561"/>
                  </a:lnTo>
                  <a:lnTo>
                    <a:pt x="141905" y="206648"/>
                  </a:lnTo>
                  <a:lnTo>
                    <a:pt x="142288" y="206341"/>
                  </a:lnTo>
                  <a:lnTo>
                    <a:pt x="142512" y="205882"/>
                  </a:lnTo>
                  <a:lnTo>
                    <a:pt x="142049" y="205356"/>
                  </a:lnTo>
                  <a:lnTo>
                    <a:pt x="141798" y="204432"/>
                  </a:lnTo>
                  <a:lnTo>
                    <a:pt x="141616" y="204167"/>
                  </a:lnTo>
                  <a:lnTo>
                    <a:pt x="141387" y="204046"/>
                  </a:lnTo>
                  <a:lnTo>
                    <a:pt x="141392" y="203754"/>
                  </a:lnTo>
                  <a:lnTo>
                    <a:pt x="141369" y="203602"/>
                  </a:lnTo>
                  <a:lnTo>
                    <a:pt x="141187" y="203285"/>
                  </a:lnTo>
                  <a:lnTo>
                    <a:pt x="140751" y="202767"/>
                  </a:lnTo>
                  <a:lnTo>
                    <a:pt x="140604" y="202693"/>
                  </a:lnTo>
                  <a:lnTo>
                    <a:pt x="140130" y="202288"/>
                  </a:lnTo>
                  <a:lnTo>
                    <a:pt x="139779" y="201664"/>
                  </a:lnTo>
                  <a:lnTo>
                    <a:pt x="139676" y="201356"/>
                  </a:lnTo>
                  <a:lnTo>
                    <a:pt x="139650" y="201158"/>
                  </a:lnTo>
                  <a:lnTo>
                    <a:pt x="139579" y="200780"/>
                  </a:lnTo>
                  <a:lnTo>
                    <a:pt x="139717" y="200722"/>
                  </a:lnTo>
                  <a:lnTo>
                    <a:pt x="140084" y="200475"/>
                  </a:lnTo>
                  <a:lnTo>
                    <a:pt x="139837" y="200158"/>
                  </a:lnTo>
                  <a:lnTo>
                    <a:pt x="139559" y="200169"/>
                  </a:lnTo>
                  <a:lnTo>
                    <a:pt x="139558" y="199782"/>
                  </a:lnTo>
                  <a:lnTo>
                    <a:pt x="139909" y="199607"/>
                  </a:lnTo>
                  <a:lnTo>
                    <a:pt x="140166" y="199185"/>
                  </a:lnTo>
                  <a:lnTo>
                    <a:pt x="139956" y="199101"/>
                  </a:lnTo>
                  <a:lnTo>
                    <a:pt x="140259" y="198979"/>
                  </a:lnTo>
                  <a:lnTo>
                    <a:pt x="140440" y="199008"/>
                  </a:lnTo>
                  <a:lnTo>
                    <a:pt x="140803" y="199708"/>
                  </a:lnTo>
                  <a:lnTo>
                    <a:pt x="141147" y="200201"/>
                  </a:lnTo>
                  <a:lnTo>
                    <a:pt x="141831" y="200635"/>
                  </a:lnTo>
                  <a:lnTo>
                    <a:pt x="142144" y="200697"/>
                  </a:lnTo>
                  <a:lnTo>
                    <a:pt x="142254" y="201058"/>
                  </a:lnTo>
                  <a:lnTo>
                    <a:pt x="142767" y="201596"/>
                  </a:lnTo>
                  <a:lnTo>
                    <a:pt x="142878" y="201912"/>
                  </a:lnTo>
                  <a:lnTo>
                    <a:pt x="143452" y="201859"/>
                  </a:lnTo>
                  <a:lnTo>
                    <a:pt x="143873" y="202484"/>
                  </a:lnTo>
                  <a:lnTo>
                    <a:pt x="143910" y="202812"/>
                  </a:lnTo>
                  <a:lnTo>
                    <a:pt x="143778" y="203172"/>
                  </a:lnTo>
                  <a:lnTo>
                    <a:pt x="143729" y="203449"/>
                  </a:lnTo>
                  <a:lnTo>
                    <a:pt x="143896" y="204136"/>
                  </a:lnTo>
                  <a:lnTo>
                    <a:pt x="144298" y="204686"/>
                  </a:lnTo>
                  <a:lnTo>
                    <a:pt x="144725" y="204936"/>
                  </a:lnTo>
                  <a:lnTo>
                    <a:pt x="145225" y="205182"/>
                  </a:lnTo>
                  <a:lnTo>
                    <a:pt x="145722" y="205326"/>
                  </a:lnTo>
                  <a:lnTo>
                    <a:pt x="145808" y="205820"/>
                  </a:lnTo>
                  <a:lnTo>
                    <a:pt x="146127" y="206429"/>
                  </a:lnTo>
                  <a:lnTo>
                    <a:pt x="146660" y="206623"/>
                  </a:lnTo>
                  <a:lnTo>
                    <a:pt x="147112" y="206452"/>
                  </a:lnTo>
                  <a:lnTo>
                    <a:pt x="146959" y="207307"/>
                  </a:lnTo>
                  <a:lnTo>
                    <a:pt x="146352" y="207234"/>
                  </a:lnTo>
                  <a:lnTo>
                    <a:pt x="146061" y="207186"/>
                  </a:lnTo>
                  <a:lnTo>
                    <a:pt x="145945" y="207495"/>
                  </a:lnTo>
                  <a:lnTo>
                    <a:pt x="146192" y="207635"/>
                  </a:lnTo>
                  <a:lnTo>
                    <a:pt x="146551" y="207923"/>
                  </a:lnTo>
                  <a:lnTo>
                    <a:pt x="146720" y="208190"/>
                  </a:lnTo>
                  <a:lnTo>
                    <a:pt x="146620" y="208813"/>
                  </a:lnTo>
                  <a:lnTo>
                    <a:pt x="146089" y="208925"/>
                  </a:lnTo>
                  <a:lnTo>
                    <a:pt x="145738" y="208873"/>
                  </a:lnTo>
                  <a:lnTo>
                    <a:pt x="145588" y="209302"/>
                  </a:lnTo>
                  <a:lnTo>
                    <a:pt x="145507" y="209533"/>
                  </a:lnTo>
                  <a:lnTo>
                    <a:pt x="145659" y="209842"/>
                  </a:lnTo>
                  <a:lnTo>
                    <a:pt x="145789" y="210098"/>
                  </a:lnTo>
                  <a:lnTo>
                    <a:pt x="145920" y="210691"/>
                  </a:lnTo>
                  <a:lnTo>
                    <a:pt x="145922" y="210907"/>
                  </a:lnTo>
                  <a:lnTo>
                    <a:pt x="145919" y="211227"/>
                  </a:lnTo>
                  <a:lnTo>
                    <a:pt x="145891" y="211411"/>
                  </a:lnTo>
                  <a:lnTo>
                    <a:pt x="145368" y="211817"/>
                  </a:lnTo>
                  <a:lnTo>
                    <a:pt x="145067" y="212153"/>
                  </a:lnTo>
                  <a:lnTo>
                    <a:pt x="144714" y="212563"/>
                  </a:lnTo>
                  <a:lnTo>
                    <a:pt x="144537" y="212585"/>
                  </a:lnTo>
                  <a:lnTo>
                    <a:pt x="144279" y="212584"/>
                  </a:lnTo>
                  <a:lnTo>
                    <a:pt x="143926" y="212651"/>
                  </a:lnTo>
                  <a:lnTo>
                    <a:pt x="143743" y="213000"/>
                  </a:lnTo>
                  <a:lnTo>
                    <a:pt x="143752" y="213127"/>
                  </a:lnTo>
                  <a:lnTo>
                    <a:pt x="143925" y="213959"/>
                  </a:lnTo>
                  <a:lnTo>
                    <a:pt x="144070" y="214273"/>
                  </a:lnTo>
                  <a:lnTo>
                    <a:pt x="144231" y="214219"/>
                  </a:lnTo>
                  <a:lnTo>
                    <a:pt x="144444" y="214094"/>
                  </a:lnTo>
                  <a:lnTo>
                    <a:pt x="144999" y="213914"/>
                  </a:lnTo>
                  <a:lnTo>
                    <a:pt x="144953" y="213598"/>
                  </a:lnTo>
                  <a:lnTo>
                    <a:pt x="144858" y="213131"/>
                  </a:lnTo>
                  <a:lnTo>
                    <a:pt x="145123" y="213062"/>
                  </a:lnTo>
                  <a:lnTo>
                    <a:pt x="145532" y="213415"/>
                  </a:lnTo>
                  <a:lnTo>
                    <a:pt x="145786" y="213552"/>
                  </a:lnTo>
                  <a:lnTo>
                    <a:pt x="146185" y="213419"/>
                  </a:lnTo>
                  <a:lnTo>
                    <a:pt x="146510" y="213942"/>
                  </a:lnTo>
                  <a:lnTo>
                    <a:pt x="146559" y="214104"/>
                  </a:lnTo>
                  <a:lnTo>
                    <a:pt x="146708" y="214327"/>
                  </a:lnTo>
                  <a:lnTo>
                    <a:pt x="147302" y="214449"/>
                  </a:lnTo>
                  <a:lnTo>
                    <a:pt x="147638" y="214103"/>
                  </a:lnTo>
                  <a:lnTo>
                    <a:pt x="147787" y="213957"/>
                  </a:lnTo>
                  <a:lnTo>
                    <a:pt x="147849" y="214189"/>
                  </a:lnTo>
                  <a:lnTo>
                    <a:pt x="148353" y="214394"/>
                  </a:lnTo>
                  <a:lnTo>
                    <a:pt x="148490" y="214363"/>
                  </a:lnTo>
                  <a:lnTo>
                    <a:pt x="148733" y="214266"/>
                  </a:lnTo>
                  <a:lnTo>
                    <a:pt x="149029" y="214780"/>
                  </a:lnTo>
                  <a:lnTo>
                    <a:pt x="148945" y="215004"/>
                  </a:lnTo>
                  <a:lnTo>
                    <a:pt x="148826" y="215322"/>
                  </a:lnTo>
                  <a:lnTo>
                    <a:pt x="149137" y="215497"/>
                  </a:lnTo>
                  <a:lnTo>
                    <a:pt x="149276" y="215576"/>
                  </a:lnTo>
                  <a:lnTo>
                    <a:pt x="149601" y="215685"/>
                  </a:lnTo>
                  <a:lnTo>
                    <a:pt x="150008" y="215554"/>
                  </a:lnTo>
                  <a:lnTo>
                    <a:pt x="150307" y="215307"/>
                  </a:lnTo>
                  <a:lnTo>
                    <a:pt x="150911" y="214978"/>
                  </a:lnTo>
                  <a:lnTo>
                    <a:pt x="150911" y="214361"/>
                  </a:lnTo>
                  <a:lnTo>
                    <a:pt x="150898" y="214229"/>
                  </a:lnTo>
                  <a:lnTo>
                    <a:pt x="150851" y="213955"/>
                  </a:lnTo>
                  <a:lnTo>
                    <a:pt x="150736" y="213662"/>
                  </a:lnTo>
                  <a:lnTo>
                    <a:pt x="150556" y="213443"/>
                  </a:lnTo>
                  <a:lnTo>
                    <a:pt x="150093" y="212722"/>
                  </a:lnTo>
                  <a:lnTo>
                    <a:pt x="150086" y="212181"/>
                  </a:lnTo>
                  <a:lnTo>
                    <a:pt x="150272" y="211669"/>
                  </a:lnTo>
                  <a:lnTo>
                    <a:pt x="150366" y="211540"/>
                  </a:lnTo>
                  <a:lnTo>
                    <a:pt x="150654" y="211181"/>
                  </a:lnTo>
                  <a:lnTo>
                    <a:pt x="151334" y="211060"/>
                  </a:lnTo>
                  <a:lnTo>
                    <a:pt x="151728" y="210971"/>
                  </a:lnTo>
                  <a:lnTo>
                    <a:pt x="151734" y="210123"/>
                  </a:lnTo>
                  <a:lnTo>
                    <a:pt x="151602" y="209980"/>
                  </a:lnTo>
                  <a:lnTo>
                    <a:pt x="151387" y="209626"/>
                  </a:lnTo>
                  <a:lnTo>
                    <a:pt x="151329" y="208935"/>
                  </a:lnTo>
                  <a:lnTo>
                    <a:pt x="151415" y="208724"/>
                  </a:lnTo>
                  <a:lnTo>
                    <a:pt x="151611" y="208640"/>
                  </a:lnTo>
                  <a:lnTo>
                    <a:pt x="151821" y="208610"/>
                  </a:lnTo>
                  <a:lnTo>
                    <a:pt x="152170" y="208338"/>
                  </a:lnTo>
                  <a:lnTo>
                    <a:pt x="152492" y="208179"/>
                  </a:lnTo>
                  <a:lnTo>
                    <a:pt x="152650" y="208452"/>
                  </a:lnTo>
                  <a:lnTo>
                    <a:pt x="152691" y="208747"/>
                  </a:lnTo>
                  <a:lnTo>
                    <a:pt x="152822" y="209140"/>
                  </a:lnTo>
                  <a:lnTo>
                    <a:pt x="152915" y="209308"/>
                  </a:lnTo>
                  <a:lnTo>
                    <a:pt x="153288" y="209696"/>
                  </a:lnTo>
                  <a:lnTo>
                    <a:pt x="153564" y="209557"/>
                  </a:lnTo>
                  <a:lnTo>
                    <a:pt x="153850" y="209249"/>
                  </a:lnTo>
                  <a:lnTo>
                    <a:pt x="154061" y="209223"/>
                  </a:lnTo>
                  <a:lnTo>
                    <a:pt x="154215" y="208881"/>
                  </a:lnTo>
                  <a:lnTo>
                    <a:pt x="154107" y="208597"/>
                  </a:lnTo>
                  <a:lnTo>
                    <a:pt x="154162" y="208195"/>
                  </a:lnTo>
                  <a:lnTo>
                    <a:pt x="154388" y="208211"/>
                  </a:lnTo>
                  <a:lnTo>
                    <a:pt x="154585" y="208229"/>
                  </a:lnTo>
                  <a:lnTo>
                    <a:pt x="154958" y="208230"/>
                  </a:lnTo>
                  <a:lnTo>
                    <a:pt x="155602" y="208079"/>
                  </a:lnTo>
                  <a:lnTo>
                    <a:pt x="155606" y="207844"/>
                  </a:lnTo>
                  <a:lnTo>
                    <a:pt x="155683" y="207557"/>
                  </a:lnTo>
                  <a:lnTo>
                    <a:pt x="155532" y="206919"/>
                  </a:lnTo>
                  <a:lnTo>
                    <a:pt x="155775" y="206494"/>
                  </a:lnTo>
                  <a:lnTo>
                    <a:pt x="155919" y="206228"/>
                  </a:lnTo>
                  <a:lnTo>
                    <a:pt x="156292" y="205302"/>
                  </a:lnTo>
                  <a:lnTo>
                    <a:pt x="156247" y="205070"/>
                  </a:lnTo>
                  <a:lnTo>
                    <a:pt x="155556" y="205233"/>
                  </a:lnTo>
                  <a:lnTo>
                    <a:pt x="155281" y="205239"/>
                  </a:lnTo>
                  <a:lnTo>
                    <a:pt x="155405" y="204405"/>
                  </a:lnTo>
                  <a:lnTo>
                    <a:pt x="155219" y="204000"/>
                  </a:lnTo>
                  <a:lnTo>
                    <a:pt x="155051" y="203739"/>
                  </a:lnTo>
                  <a:lnTo>
                    <a:pt x="154692" y="203543"/>
                  </a:lnTo>
                  <a:lnTo>
                    <a:pt x="154449" y="203502"/>
                  </a:lnTo>
                  <a:lnTo>
                    <a:pt x="154146" y="203369"/>
                  </a:lnTo>
                  <a:lnTo>
                    <a:pt x="154051" y="203167"/>
                  </a:lnTo>
                  <a:lnTo>
                    <a:pt x="153892" y="202587"/>
                  </a:lnTo>
                  <a:lnTo>
                    <a:pt x="154159" y="201935"/>
                  </a:lnTo>
                  <a:lnTo>
                    <a:pt x="154251" y="201755"/>
                  </a:lnTo>
                  <a:lnTo>
                    <a:pt x="154694" y="201265"/>
                  </a:lnTo>
                  <a:lnTo>
                    <a:pt x="155499" y="201570"/>
                  </a:lnTo>
                  <a:lnTo>
                    <a:pt x="155713" y="201451"/>
                  </a:lnTo>
                  <a:lnTo>
                    <a:pt x="156130" y="200862"/>
                  </a:lnTo>
                  <a:lnTo>
                    <a:pt x="156332" y="200676"/>
                  </a:lnTo>
                  <a:lnTo>
                    <a:pt x="156657" y="200483"/>
                  </a:lnTo>
                  <a:lnTo>
                    <a:pt x="157019" y="200504"/>
                  </a:lnTo>
                  <a:lnTo>
                    <a:pt x="157169" y="200464"/>
                  </a:lnTo>
                  <a:lnTo>
                    <a:pt x="157580" y="200175"/>
                  </a:lnTo>
                  <a:lnTo>
                    <a:pt x="157882" y="200044"/>
                  </a:lnTo>
                  <a:lnTo>
                    <a:pt x="158309" y="200657"/>
                  </a:lnTo>
                  <a:lnTo>
                    <a:pt x="158349" y="200880"/>
                  </a:lnTo>
                  <a:lnTo>
                    <a:pt x="158480" y="201256"/>
                  </a:lnTo>
                  <a:lnTo>
                    <a:pt x="158691" y="201364"/>
                  </a:lnTo>
                  <a:lnTo>
                    <a:pt x="158866" y="201943"/>
                  </a:lnTo>
                  <a:lnTo>
                    <a:pt x="159934" y="201750"/>
                  </a:lnTo>
                  <a:lnTo>
                    <a:pt x="160430" y="201645"/>
                  </a:lnTo>
                  <a:lnTo>
                    <a:pt x="160323" y="201403"/>
                  </a:lnTo>
                  <a:lnTo>
                    <a:pt x="160318" y="201251"/>
                  </a:lnTo>
                  <a:lnTo>
                    <a:pt x="160330" y="201028"/>
                  </a:lnTo>
                  <a:lnTo>
                    <a:pt x="160152" y="200661"/>
                  </a:lnTo>
                  <a:lnTo>
                    <a:pt x="160076" y="200469"/>
                  </a:lnTo>
                  <a:lnTo>
                    <a:pt x="160002" y="200274"/>
                  </a:lnTo>
                  <a:lnTo>
                    <a:pt x="159988" y="200052"/>
                  </a:lnTo>
                  <a:lnTo>
                    <a:pt x="159993" y="199873"/>
                  </a:lnTo>
                  <a:lnTo>
                    <a:pt x="160141" y="199525"/>
                  </a:lnTo>
                  <a:lnTo>
                    <a:pt x="160312" y="199144"/>
                  </a:lnTo>
                  <a:lnTo>
                    <a:pt x="160159" y="198793"/>
                  </a:lnTo>
                  <a:lnTo>
                    <a:pt x="160113" y="198441"/>
                  </a:lnTo>
                  <a:lnTo>
                    <a:pt x="160090" y="198224"/>
                  </a:lnTo>
                  <a:lnTo>
                    <a:pt x="160909" y="198044"/>
                  </a:lnTo>
                  <a:lnTo>
                    <a:pt x="161407" y="197749"/>
                  </a:lnTo>
                  <a:lnTo>
                    <a:pt x="161404" y="197320"/>
                  </a:lnTo>
                  <a:lnTo>
                    <a:pt x="161283" y="197112"/>
                  </a:lnTo>
                  <a:lnTo>
                    <a:pt x="161343" y="196866"/>
                  </a:lnTo>
                  <a:lnTo>
                    <a:pt x="161454" y="196725"/>
                  </a:lnTo>
                  <a:lnTo>
                    <a:pt x="162222" y="197081"/>
                  </a:lnTo>
                  <a:lnTo>
                    <a:pt x="162151" y="197367"/>
                  </a:lnTo>
                  <a:lnTo>
                    <a:pt x="162325" y="197623"/>
                  </a:lnTo>
                  <a:lnTo>
                    <a:pt x="162858" y="197405"/>
                  </a:lnTo>
                  <a:lnTo>
                    <a:pt x="162536" y="197034"/>
                  </a:lnTo>
                  <a:lnTo>
                    <a:pt x="162805" y="196511"/>
                  </a:lnTo>
                  <a:lnTo>
                    <a:pt x="163056" y="196308"/>
                  </a:lnTo>
                  <a:lnTo>
                    <a:pt x="163356" y="196275"/>
                  </a:lnTo>
                  <a:lnTo>
                    <a:pt x="163476" y="196552"/>
                  </a:lnTo>
                  <a:lnTo>
                    <a:pt x="163423" y="197026"/>
                  </a:lnTo>
                  <a:lnTo>
                    <a:pt x="163176" y="197127"/>
                  </a:lnTo>
                  <a:lnTo>
                    <a:pt x="163017" y="197505"/>
                  </a:lnTo>
                  <a:lnTo>
                    <a:pt x="163274" y="197573"/>
                  </a:lnTo>
                  <a:lnTo>
                    <a:pt x="163526" y="197556"/>
                  </a:lnTo>
                  <a:lnTo>
                    <a:pt x="164145" y="197131"/>
                  </a:lnTo>
                  <a:lnTo>
                    <a:pt x="164289" y="196747"/>
                  </a:lnTo>
                  <a:lnTo>
                    <a:pt x="164359" y="196481"/>
                  </a:lnTo>
                  <a:lnTo>
                    <a:pt x="165079" y="196455"/>
                  </a:lnTo>
                  <a:lnTo>
                    <a:pt x="165280" y="196491"/>
                  </a:lnTo>
                  <a:lnTo>
                    <a:pt x="165582" y="196545"/>
                  </a:lnTo>
                  <a:lnTo>
                    <a:pt x="166294" y="196757"/>
                  </a:lnTo>
                  <a:lnTo>
                    <a:pt x="166313" y="197156"/>
                  </a:lnTo>
                  <a:lnTo>
                    <a:pt x="166716" y="196787"/>
                  </a:lnTo>
                  <a:lnTo>
                    <a:pt x="167264" y="196918"/>
                  </a:lnTo>
                  <a:lnTo>
                    <a:pt x="167404" y="196875"/>
                  </a:lnTo>
                  <a:lnTo>
                    <a:pt x="167707" y="196630"/>
                  </a:lnTo>
                  <a:lnTo>
                    <a:pt x="168163" y="196665"/>
                  </a:lnTo>
                  <a:lnTo>
                    <a:pt x="168250" y="196997"/>
                  </a:lnTo>
                  <a:lnTo>
                    <a:pt x="168546" y="197581"/>
                  </a:lnTo>
                  <a:lnTo>
                    <a:pt x="168396" y="197880"/>
                  </a:lnTo>
                  <a:lnTo>
                    <a:pt x="168300" y="198073"/>
                  </a:lnTo>
                  <a:lnTo>
                    <a:pt x="168196" y="198520"/>
                  </a:lnTo>
                  <a:lnTo>
                    <a:pt x="168258" y="198804"/>
                  </a:lnTo>
                  <a:lnTo>
                    <a:pt x="168718" y="198813"/>
                  </a:lnTo>
                  <a:lnTo>
                    <a:pt x="169410" y="198947"/>
                  </a:lnTo>
                  <a:lnTo>
                    <a:pt x="169045" y="199235"/>
                  </a:lnTo>
                  <a:lnTo>
                    <a:pt x="168921" y="199522"/>
                  </a:lnTo>
                  <a:lnTo>
                    <a:pt x="168857" y="199670"/>
                  </a:lnTo>
                  <a:lnTo>
                    <a:pt x="168843" y="199861"/>
                  </a:lnTo>
                  <a:lnTo>
                    <a:pt x="168852" y="200189"/>
                  </a:lnTo>
                  <a:lnTo>
                    <a:pt x="168939" y="200594"/>
                  </a:lnTo>
                  <a:lnTo>
                    <a:pt x="169171" y="200922"/>
                  </a:lnTo>
                  <a:lnTo>
                    <a:pt x="169048" y="201410"/>
                  </a:lnTo>
                  <a:lnTo>
                    <a:pt x="169173" y="201695"/>
                  </a:lnTo>
                  <a:lnTo>
                    <a:pt x="169586" y="201827"/>
                  </a:lnTo>
                  <a:lnTo>
                    <a:pt x="170102" y="202119"/>
                  </a:lnTo>
                  <a:lnTo>
                    <a:pt x="170393" y="202121"/>
                  </a:lnTo>
                  <a:lnTo>
                    <a:pt x="170509" y="201799"/>
                  </a:lnTo>
                  <a:lnTo>
                    <a:pt x="170432" y="201370"/>
                  </a:lnTo>
                  <a:lnTo>
                    <a:pt x="171307" y="200537"/>
                  </a:lnTo>
                  <a:lnTo>
                    <a:pt x="171930" y="200425"/>
                  </a:lnTo>
                  <a:lnTo>
                    <a:pt x="172410" y="200146"/>
                  </a:lnTo>
                  <a:lnTo>
                    <a:pt x="172741" y="200137"/>
                  </a:lnTo>
                  <a:lnTo>
                    <a:pt x="173181" y="200092"/>
                  </a:lnTo>
                  <a:lnTo>
                    <a:pt x="173343" y="200074"/>
                  </a:lnTo>
                  <a:lnTo>
                    <a:pt x="173563" y="198822"/>
                  </a:lnTo>
                  <a:lnTo>
                    <a:pt x="173559" y="198539"/>
                  </a:lnTo>
                  <a:lnTo>
                    <a:pt x="173709" y="198502"/>
                  </a:lnTo>
                  <a:lnTo>
                    <a:pt x="174590" y="198363"/>
                  </a:lnTo>
                  <a:lnTo>
                    <a:pt x="174995" y="198474"/>
                  </a:lnTo>
                  <a:lnTo>
                    <a:pt x="175231" y="198364"/>
                  </a:lnTo>
                  <a:lnTo>
                    <a:pt x="175448" y="198242"/>
                  </a:lnTo>
                  <a:lnTo>
                    <a:pt x="175604" y="198128"/>
                  </a:lnTo>
                  <a:lnTo>
                    <a:pt x="175969" y="197869"/>
                  </a:lnTo>
                  <a:lnTo>
                    <a:pt x="175908" y="197458"/>
                  </a:lnTo>
                  <a:lnTo>
                    <a:pt x="176052" y="197034"/>
                  </a:lnTo>
                  <a:lnTo>
                    <a:pt x="176344" y="196683"/>
                  </a:lnTo>
                  <a:lnTo>
                    <a:pt x="176830" y="196682"/>
                  </a:lnTo>
                  <a:lnTo>
                    <a:pt x="176827" y="196382"/>
                  </a:lnTo>
                  <a:lnTo>
                    <a:pt x="176734" y="196092"/>
                  </a:lnTo>
                  <a:lnTo>
                    <a:pt x="176709" y="195903"/>
                  </a:lnTo>
                  <a:lnTo>
                    <a:pt x="176712" y="195431"/>
                  </a:lnTo>
                  <a:lnTo>
                    <a:pt x="176976" y="194906"/>
                  </a:lnTo>
                  <a:lnTo>
                    <a:pt x="177290" y="194514"/>
                  </a:lnTo>
                  <a:lnTo>
                    <a:pt x="177692" y="193950"/>
                  </a:lnTo>
                  <a:lnTo>
                    <a:pt x="177415" y="193726"/>
                  </a:lnTo>
                  <a:lnTo>
                    <a:pt x="177240" y="193721"/>
                  </a:lnTo>
                  <a:lnTo>
                    <a:pt x="176965" y="193634"/>
                  </a:lnTo>
                  <a:lnTo>
                    <a:pt x="176482" y="193334"/>
                  </a:lnTo>
                  <a:lnTo>
                    <a:pt x="176359" y="192686"/>
                  </a:lnTo>
                  <a:lnTo>
                    <a:pt x="176257" y="192389"/>
                  </a:lnTo>
                  <a:lnTo>
                    <a:pt x="176139" y="192214"/>
                  </a:lnTo>
                  <a:lnTo>
                    <a:pt x="175789" y="191944"/>
                  </a:lnTo>
                  <a:lnTo>
                    <a:pt x="175186" y="192009"/>
                  </a:lnTo>
                  <a:lnTo>
                    <a:pt x="174960" y="191901"/>
                  </a:lnTo>
                  <a:lnTo>
                    <a:pt x="174886" y="191723"/>
                  </a:lnTo>
                  <a:lnTo>
                    <a:pt x="174806" y="191477"/>
                  </a:lnTo>
                  <a:lnTo>
                    <a:pt x="174756" y="191272"/>
                  </a:lnTo>
                  <a:lnTo>
                    <a:pt x="175406" y="190399"/>
                  </a:lnTo>
                  <a:lnTo>
                    <a:pt x="175927" y="190110"/>
                  </a:lnTo>
                  <a:lnTo>
                    <a:pt x="175966" y="189949"/>
                  </a:lnTo>
                  <a:lnTo>
                    <a:pt x="175908" y="189420"/>
                  </a:lnTo>
                  <a:lnTo>
                    <a:pt x="175744" y="189120"/>
                  </a:lnTo>
                  <a:lnTo>
                    <a:pt x="175596" y="189116"/>
                  </a:lnTo>
                  <a:lnTo>
                    <a:pt x="175268" y="188788"/>
                  </a:lnTo>
                  <a:lnTo>
                    <a:pt x="175228" y="188623"/>
                  </a:lnTo>
                  <a:lnTo>
                    <a:pt x="175113" y="188141"/>
                  </a:lnTo>
                  <a:lnTo>
                    <a:pt x="175005" y="187559"/>
                  </a:lnTo>
                  <a:lnTo>
                    <a:pt x="175206" y="187245"/>
                  </a:lnTo>
                  <a:lnTo>
                    <a:pt x="175600" y="187519"/>
                  </a:lnTo>
                  <a:lnTo>
                    <a:pt x="176650" y="187493"/>
                  </a:lnTo>
                  <a:lnTo>
                    <a:pt x="176779" y="187230"/>
                  </a:lnTo>
                  <a:lnTo>
                    <a:pt x="176871" y="186837"/>
                  </a:lnTo>
                  <a:lnTo>
                    <a:pt x="177010" y="186569"/>
                  </a:lnTo>
                  <a:lnTo>
                    <a:pt x="177069" y="186434"/>
                  </a:lnTo>
                  <a:lnTo>
                    <a:pt x="177173" y="185991"/>
                  </a:lnTo>
                  <a:lnTo>
                    <a:pt x="176860" y="185763"/>
                  </a:lnTo>
                  <a:lnTo>
                    <a:pt x="176435" y="185454"/>
                  </a:lnTo>
                  <a:lnTo>
                    <a:pt x="176452" y="185124"/>
                  </a:lnTo>
                  <a:lnTo>
                    <a:pt x="176422" y="184424"/>
                  </a:lnTo>
                  <a:lnTo>
                    <a:pt x="176315" y="184266"/>
                  </a:lnTo>
                  <a:lnTo>
                    <a:pt x="176175" y="183845"/>
                  </a:lnTo>
                  <a:lnTo>
                    <a:pt x="176558" y="183409"/>
                  </a:lnTo>
                  <a:lnTo>
                    <a:pt x="177336" y="183241"/>
                  </a:lnTo>
                  <a:lnTo>
                    <a:pt x="177930" y="182904"/>
                  </a:lnTo>
                  <a:lnTo>
                    <a:pt x="178607" y="183225"/>
                  </a:lnTo>
                  <a:lnTo>
                    <a:pt x="178563" y="183997"/>
                  </a:lnTo>
                  <a:lnTo>
                    <a:pt x="178990" y="184217"/>
                  </a:lnTo>
                  <a:lnTo>
                    <a:pt x="179795" y="183901"/>
                  </a:lnTo>
                  <a:lnTo>
                    <a:pt x="180103" y="183660"/>
                  </a:lnTo>
                  <a:lnTo>
                    <a:pt x="180370" y="183411"/>
                  </a:lnTo>
                  <a:lnTo>
                    <a:pt x="180647" y="183182"/>
                  </a:lnTo>
                  <a:lnTo>
                    <a:pt x="181205" y="183196"/>
                  </a:lnTo>
                  <a:lnTo>
                    <a:pt x="181829" y="182644"/>
                  </a:lnTo>
                  <a:lnTo>
                    <a:pt x="181967" y="182310"/>
                  </a:lnTo>
                  <a:lnTo>
                    <a:pt x="182388" y="182026"/>
                  </a:lnTo>
                  <a:lnTo>
                    <a:pt x="182740" y="182220"/>
                  </a:lnTo>
                  <a:lnTo>
                    <a:pt x="182825" y="182559"/>
                  </a:lnTo>
                  <a:close/>
                </a:path>
              </a:pathLst>
            </a:custGeom>
            <a:solidFill>
              <a:srgbClr val="FE9E6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6697725" y="2284434"/>
              <a:ext cx="184165" cy="183689"/>
            </a:xfrm>
            <a:custGeom>
              <a:avLst/>
              <a:pathLst>
                <a:path w="184165" h="183689">
                  <a:moveTo>
                    <a:pt x="182879" y="182880"/>
                  </a:moveTo>
                  <a:lnTo>
                    <a:pt x="183256" y="182632"/>
                  </a:lnTo>
                  <a:lnTo>
                    <a:pt x="183824" y="182359"/>
                  </a:lnTo>
                  <a:lnTo>
                    <a:pt x="184006" y="182395"/>
                  </a:lnTo>
                  <a:lnTo>
                    <a:pt x="184138" y="182601"/>
                  </a:lnTo>
                  <a:lnTo>
                    <a:pt x="184165" y="183003"/>
                  </a:lnTo>
                  <a:lnTo>
                    <a:pt x="184019" y="183297"/>
                  </a:lnTo>
                  <a:lnTo>
                    <a:pt x="183656" y="183601"/>
                  </a:lnTo>
                  <a:lnTo>
                    <a:pt x="183411" y="183663"/>
                  </a:lnTo>
                  <a:lnTo>
                    <a:pt x="183088" y="183689"/>
                  </a:lnTo>
                  <a:lnTo>
                    <a:pt x="182857" y="183601"/>
                  </a:lnTo>
                  <a:lnTo>
                    <a:pt x="182743" y="183395"/>
                  </a:lnTo>
                  <a:lnTo>
                    <a:pt x="182748" y="183173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6710055" y="2255989"/>
              <a:ext cx="184250" cy="183163"/>
            </a:xfrm>
            <a:custGeom>
              <a:avLst/>
              <a:pathLst>
                <a:path w="184250" h="183163">
                  <a:moveTo>
                    <a:pt x="182879" y="182880"/>
                  </a:moveTo>
                  <a:lnTo>
                    <a:pt x="182677" y="182885"/>
                  </a:lnTo>
                  <a:lnTo>
                    <a:pt x="182510" y="182931"/>
                  </a:lnTo>
                  <a:lnTo>
                    <a:pt x="182307" y="182977"/>
                  </a:lnTo>
                  <a:lnTo>
                    <a:pt x="182077" y="182952"/>
                  </a:lnTo>
                  <a:lnTo>
                    <a:pt x="182036" y="182699"/>
                  </a:lnTo>
                  <a:lnTo>
                    <a:pt x="182086" y="182529"/>
                  </a:lnTo>
                  <a:lnTo>
                    <a:pt x="182265" y="182313"/>
                  </a:lnTo>
                  <a:lnTo>
                    <a:pt x="182877" y="182076"/>
                  </a:lnTo>
                  <a:lnTo>
                    <a:pt x="183081" y="182010"/>
                  </a:lnTo>
                  <a:lnTo>
                    <a:pt x="183303" y="181955"/>
                  </a:lnTo>
                  <a:lnTo>
                    <a:pt x="183553" y="181901"/>
                  </a:lnTo>
                  <a:lnTo>
                    <a:pt x="183765" y="181886"/>
                  </a:lnTo>
                  <a:lnTo>
                    <a:pt x="184003" y="181931"/>
                  </a:lnTo>
                  <a:lnTo>
                    <a:pt x="184147" y="182065"/>
                  </a:lnTo>
                  <a:lnTo>
                    <a:pt x="184227" y="182238"/>
                  </a:lnTo>
                  <a:lnTo>
                    <a:pt x="184250" y="182470"/>
                  </a:lnTo>
                  <a:lnTo>
                    <a:pt x="184237" y="182620"/>
                  </a:lnTo>
                  <a:lnTo>
                    <a:pt x="184189" y="182750"/>
                  </a:lnTo>
                  <a:lnTo>
                    <a:pt x="184047" y="183060"/>
                  </a:lnTo>
                  <a:lnTo>
                    <a:pt x="183877" y="183163"/>
                  </a:lnTo>
                  <a:lnTo>
                    <a:pt x="183701" y="183163"/>
                  </a:lnTo>
                  <a:lnTo>
                    <a:pt x="183464" y="183066"/>
                  </a:lnTo>
                  <a:lnTo>
                    <a:pt x="183174" y="18295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6708443" y="2228232"/>
              <a:ext cx="183012" cy="183498"/>
            </a:xfrm>
            <a:custGeom>
              <a:avLst/>
              <a:pathLst>
                <a:path w="183012" h="183498">
                  <a:moveTo>
                    <a:pt x="182879" y="182880"/>
                  </a:moveTo>
                  <a:lnTo>
                    <a:pt x="182978" y="183022"/>
                  </a:lnTo>
                  <a:lnTo>
                    <a:pt x="183012" y="183174"/>
                  </a:lnTo>
                  <a:lnTo>
                    <a:pt x="182923" y="183453"/>
                  </a:lnTo>
                  <a:lnTo>
                    <a:pt x="182664" y="183498"/>
                  </a:lnTo>
                  <a:lnTo>
                    <a:pt x="182322" y="183048"/>
                  </a:lnTo>
                  <a:lnTo>
                    <a:pt x="182289" y="182876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6710951" y="2228009"/>
              <a:ext cx="183813" cy="183746"/>
            </a:xfrm>
            <a:custGeom>
              <a:avLst/>
              <a:pathLst>
                <a:path w="183813" h="183746">
                  <a:moveTo>
                    <a:pt x="182879" y="182880"/>
                  </a:moveTo>
                  <a:lnTo>
                    <a:pt x="182423" y="183060"/>
                  </a:lnTo>
                  <a:lnTo>
                    <a:pt x="182123" y="183264"/>
                  </a:lnTo>
                  <a:lnTo>
                    <a:pt x="181880" y="183429"/>
                  </a:lnTo>
                  <a:lnTo>
                    <a:pt x="181452" y="183620"/>
                  </a:lnTo>
                  <a:lnTo>
                    <a:pt x="181126" y="183723"/>
                  </a:lnTo>
                  <a:lnTo>
                    <a:pt x="180830" y="183746"/>
                  </a:lnTo>
                  <a:lnTo>
                    <a:pt x="180685" y="183622"/>
                  </a:lnTo>
                  <a:lnTo>
                    <a:pt x="180617" y="183319"/>
                  </a:lnTo>
                  <a:lnTo>
                    <a:pt x="180576" y="183067"/>
                  </a:lnTo>
                  <a:lnTo>
                    <a:pt x="180671" y="182918"/>
                  </a:lnTo>
                  <a:lnTo>
                    <a:pt x="180901" y="182994"/>
                  </a:lnTo>
                  <a:lnTo>
                    <a:pt x="181122" y="183009"/>
                  </a:lnTo>
                  <a:lnTo>
                    <a:pt x="181426" y="183036"/>
                  </a:lnTo>
                  <a:lnTo>
                    <a:pt x="181652" y="182841"/>
                  </a:lnTo>
                  <a:lnTo>
                    <a:pt x="181806" y="182553"/>
                  </a:lnTo>
                  <a:lnTo>
                    <a:pt x="182031" y="182377"/>
                  </a:lnTo>
                  <a:lnTo>
                    <a:pt x="182283" y="182263"/>
                  </a:lnTo>
                  <a:lnTo>
                    <a:pt x="182486" y="182247"/>
                  </a:lnTo>
                  <a:lnTo>
                    <a:pt x="182671" y="182241"/>
                  </a:lnTo>
                  <a:lnTo>
                    <a:pt x="182848" y="182165"/>
                  </a:lnTo>
                  <a:lnTo>
                    <a:pt x="182908" y="181936"/>
                  </a:lnTo>
                  <a:lnTo>
                    <a:pt x="182784" y="181701"/>
                  </a:lnTo>
                  <a:lnTo>
                    <a:pt x="182470" y="181714"/>
                  </a:lnTo>
                  <a:lnTo>
                    <a:pt x="182275" y="181740"/>
                  </a:lnTo>
                  <a:lnTo>
                    <a:pt x="182014" y="181844"/>
                  </a:lnTo>
                  <a:lnTo>
                    <a:pt x="181790" y="181980"/>
                  </a:lnTo>
                  <a:lnTo>
                    <a:pt x="181482" y="182103"/>
                  </a:lnTo>
                  <a:lnTo>
                    <a:pt x="181177" y="182166"/>
                  </a:lnTo>
                  <a:lnTo>
                    <a:pt x="180851" y="182249"/>
                  </a:lnTo>
                  <a:lnTo>
                    <a:pt x="180507" y="182402"/>
                  </a:lnTo>
                  <a:lnTo>
                    <a:pt x="180356" y="182549"/>
                  </a:lnTo>
                  <a:lnTo>
                    <a:pt x="180121" y="182765"/>
                  </a:lnTo>
                  <a:lnTo>
                    <a:pt x="179939" y="182896"/>
                  </a:lnTo>
                  <a:lnTo>
                    <a:pt x="179728" y="182997"/>
                  </a:lnTo>
                  <a:lnTo>
                    <a:pt x="179591" y="182913"/>
                  </a:lnTo>
                  <a:lnTo>
                    <a:pt x="179410" y="182749"/>
                  </a:lnTo>
                  <a:lnTo>
                    <a:pt x="179396" y="182507"/>
                  </a:lnTo>
                  <a:lnTo>
                    <a:pt x="179513" y="182218"/>
                  </a:lnTo>
                  <a:lnTo>
                    <a:pt x="179903" y="182097"/>
                  </a:lnTo>
                  <a:lnTo>
                    <a:pt x="180248" y="181934"/>
                  </a:lnTo>
                  <a:lnTo>
                    <a:pt x="180443" y="181888"/>
                  </a:lnTo>
                  <a:lnTo>
                    <a:pt x="180984" y="181659"/>
                  </a:lnTo>
                  <a:lnTo>
                    <a:pt x="181321" y="181426"/>
                  </a:lnTo>
                  <a:lnTo>
                    <a:pt x="181704" y="181184"/>
                  </a:lnTo>
                  <a:lnTo>
                    <a:pt x="182132" y="181063"/>
                  </a:lnTo>
                  <a:lnTo>
                    <a:pt x="182632" y="181005"/>
                  </a:lnTo>
                  <a:lnTo>
                    <a:pt x="182991" y="181033"/>
                  </a:lnTo>
                  <a:lnTo>
                    <a:pt x="183338" y="181232"/>
                  </a:lnTo>
                  <a:lnTo>
                    <a:pt x="183665" y="181531"/>
                  </a:lnTo>
                  <a:lnTo>
                    <a:pt x="183813" y="181927"/>
                  </a:lnTo>
                  <a:lnTo>
                    <a:pt x="183789" y="182218"/>
                  </a:lnTo>
                  <a:lnTo>
                    <a:pt x="183655" y="182446"/>
                  </a:lnTo>
                  <a:lnTo>
                    <a:pt x="183336" y="182699"/>
                  </a:lnTo>
                  <a:lnTo>
                    <a:pt x="183121" y="182805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6639888" y="217950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6629118" y="2177938"/>
              <a:ext cx="183030" cy="183281"/>
            </a:xfrm>
            <a:custGeom>
              <a:avLst/>
              <a:pathLst>
                <a:path w="183030" h="183281">
                  <a:moveTo>
                    <a:pt x="182879" y="182880"/>
                  </a:moveTo>
                  <a:lnTo>
                    <a:pt x="183030" y="183281"/>
                  </a:lnTo>
                  <a:lnTo>
                    <a:pt x="182812" y="183123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6638692" y="2177994"/>
              <a:ext cx="182879" cy="183115"/>
            </a:xfrm>
            <a:custGeom>
              <a:avLst/>
              <a:pathLst>
                <a:path w="182879" h="183115">
                  <a:moveTo>
                    <a:pt x="182879" y="182880"/>
                  </a:moveTo>
                  <a:lnTo>
                    <a:pt x="182757" y="183115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6627472" y="2177002"/>
              <a:ext cx="183140" cy="183653"/>
            </a:xfrm>
            <a:custGeom>
              <a:avLst/>
              <a:pathLst>
                <a:path w="183140" h="183653">
                  <a:moveTo>
                    <a:pt x="182879" y="182880"/>
                  </a:moveTo>
                  <a:lnTo>
                    <a:pt x="183028" y="183130"/>
                  </a:lnTo>
                  <a:lnTo>
                    <a:pt x="183140" y="183444"/>
                  </a:lnTo>
                  <a:lnTo>
                    <a:pt x="182899" y="183653"/>
                  </a:lnTo>
                  <a:lnTo>
                    <a:pt x="182587" y="183509"/>
                  </a:lnTo>
                  <a:lnTo>
                    <a:pt x="182624" y="183357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6631909" y="2177106"/>
              <a:ext cx="183158" cy="182880"/>
            </a:xfrm>
            <a:custGeom>
              <a:avLst/>
              <a:pathLst>
                <a:path w="183158" h="182880">
                  <a:moveTo>
                    <a:pt x="182879" y="182880"/>
                  </a:moveTo>
                  <a:lnTo>
                    <a:pt x="183158" y="182865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6642307" y="2173879"/>
              <a:ext cx="183380" cy="183251"/>
            </a:xfrm>
            <a:custGeom>
              <a:avLst/>
              <a:pathLst>
                <a:path w="183380" h="183251">
                  <a:moveTo>
                    <a:pt x="182879" y="182880"/>
                  </a:moveTo>
                  <a:lnTo>
                    <a:pt x="183380" y="182952"/>
                  </a:lnTo>
                  <a:lnTo>
                    <a:pt x="183333" y="183150"/>
                  </a:lnTo>
                  <a:lnTo>
                    <a:pt x="183077" y="183251"/>
                  </a:lnTo>
                  <a:lnTo>
                    <a:pt x="182889" y="18304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6665419" y="2159554"/>
              <a:ext cx="183204" cy="182985"/>
            </a:xfrm>
            <a:custGeom>
              <a:avLst/>
              <a:pathLst>
                <a:path w="183204" h="182985">
                  <a:moveTo>
                    <a:pt x="182879" y="182880"/>
                  </a:moveTo>
                  <a:lnTo>
                    <a:pt x="183204" y="182985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6670130" y="2158329"/>
              <a:ext cx="183578" cy="183466"/>
            </a:xfrm>
            <a:custGeom>
              <a:avLst/>
              <a:pathLst>
                <a:path w="183578" h="183466">
                  <a:moveTo>
                    <a:pt x="182879" y="182880"/>
                  </a:moveTo>
                  <a:lnTo>
                    <a:pt x="183084" y="182661"/>
                  </a:lnTo>
                  <a:lnTo>
                    <a:pt x="183247" y="182686"/>
                  </a:lnTo>
                  <a:lnTo>
                    <a:pt x="183539" y="182853"/>
                  </a:lnTo>
                  <a:lnTo>
                    <a:pt x="183578" y="183020"/>
                  </a:lnTo>
                  <a:lnTo>
                    <a:pt x="183478" y="183242"/>
                  </a:lnTo>
                  <a:lnTo>
                    <a:pt x="183239" y="183466"/>
                  </a:lnTo>
                  <a:lnTo>
                    <a:pt x="182876" y="183356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6669935" y="2157456"/>
              <a:ext cx="183252" cy="183516"/>
            </a:xfrm>
            <a:custGeom>
              <a:avLst/>
              <a:pathLst>
                <a:path w="183252" h="183516">
                  <a:moveTo>
                    <a:pt x="182879" y="182880"/>
                  </a:moveTo>
                  <a:lnTo>
                    <a:pt x="183047" y="182867"/>
                  </a:lnTo>
                  <a:lnTo>
                    <a:pt x="183252" y="183468"/>
                  </a:lnTo>
                  <a:lnTo>
                    <a:pt x="182940" y="183516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6673949" y="2137294"/>
              <a:ext cx="182879" cy="183469"/>
            </a:xfrm>
            <a:custGeom>
              <a:avLst/>
              <a:pathLst>
                <a:path w="182879" h="183469">
                  <a:moveTo>
                    <a:pt x="182879" y="182880"/>
                  </a:moveTo>
                  <a:lnTo>
                    <a:pt x="182733" y="183400"/>
                  </a:lnTo>
                  <a:lnTo>
                    <a:pt x="182315" y="183469"/>
                  </a:lnTo>
                  <a:lnTo>
                    <a:pt x="182297" y="183179"/>
                  </a:lnTo>
                  <a:lnTo>
                    <a:pt x="182632" y="182892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6681330" y="2098804"/>
              <a:ext cx="193508" cy="264691"/>
            </a:xfrm>
            <a:custGeom>
              <a:avLst/>
              <a:pathLst>
                <a:path w="193508" h="264691">
                  <a:moveTo>
                    <a:pt x="182879" y="182880"/>
                  </a:moveTo>
                  <a:lnTo>
                    <a:pt x="183118" y="183281"/>
                  </a:lnTo>
                  <a:lnTo>
                    <a:pt x="183727" y="183761"/>
                  </a:lnTo>
                  <a:lnTo>
                    <a:pt x="185589" y="184359"/>
                  </a:lnTo>
                  <a:lnTo>
                    <a:pt x="186600" y="184343"/>
                  </a:lnTo>
                  <a:lnTo>
                    <a:pt x="186873" y="184413"/>
                  </a:lnTo>
                  <a:lnTo>
                    <a:pt x="187052" y="184407"/>
                  </a:lnTo>
                  <a:lnTo>
                    <a:pt x="187428" y="184304"/>
                  </a:lnTo>
                  <a:lnTo>
                    <a:pt x="187693" y="184214"/>
                  </a:lnTo>
                  <a:lnTo>
                    <a:pt x="188116" y="184199"/>
                  </a:lnTo>
                  <a:lnTo>
                    <a:pt x="189523" y="184152"/>
                  </a:lnTo>
                  <a:lnTo>
                    <a:pt x="190052" y="185231"/>
                  </a:lnTo>
                  <a:lnTo>
                    <a:pt x="190052" y="185955"/>
                  </a:lnTo>
                  <a:lnTo>
                    <a:pt x="190076" y="186219"/>
                  </a:lnTo>
                  <a:lnTo>
                    <a:pt x="190213" y="186720"/>
                  </a:lnTo>
                  <a:lnTo>
                    <a:pt x="190288" y="186955"/>
                  </a:lnTo>
                  <a:lnTo>
                    <a:pt x="190401" y="187305"/>
                  </a:lnTo>
                  <a:lnTo>
                    <a:pt x="190511" y="187649"/>
                  </a:lnTo>
                  <a:lnTo>
                    <a:pt x="190649" y="188039"/>
                  </a:lnTo>
                  <a:lnTo>
                    <a:pt x="190771" y="188618"/>
                  </a:lnTo>
                  <a:lnTo>
                    <a:pt x="190939" y="189162"/>
                  </a:lnTo>
                  <a:lnTo>
                    <a:pt x="191095" y="189785"/>
                  </a:lnTo>
                  <a:lnTo>
                    <a:pt x="191243" y="190280"/>
                  </a:lnTo>
                  <a:lnTo>
                    <a:pt x="191419" y="190867"/>
                  </a:lnTo>
                  <a:lnTo>
                    <a:pt x="191515" y="191187"/>
                  </a:lnTo>
                  <a:lnTo>
                    <a:pt x="191696" y="191901"/>
                  </a:lnTo>
                  <a:lnTo>
                    <a:pt x="191728" y="192226"/>
                  </a:lnTo>
                  <a:lnTo>
                    <a:pt x="191755" y="193247"/>
                  </a:lnTo>
                  <a:lnTo>
                    <a:pt x="191798" y="193818"/>
                  </a:lnTo>
                  <a:lnTo>
                    <a:pt x="191808" y="195117"/>
                  </a:lnTo>
                  <a:lnTo>
                    <a:pt x="191837" y="195268"/>
                  </a:lnTo>
                  <a:lnTo>
                    <a:pt x="191828" y="195477"/>
                  </a:lnTo>
                  <a:lnTo>
                    <a:pt x="191871" y="196026"/>
                  </a:lnTo>
                  <a:lnTo>
                    <a:pt x="191970" y="196826"/>
                  </a:lnTo>
                  <a:lnTo>
                    <a:pt x="192038" y="197158"/>
                  </a:lnTo>
                  <a:lnTo>
                    <a:pt x="192109" y="197503"/>
                  </a:lnTo>
                  <a:lnTo>
                    <a:pt x="192599" y="198006"/>
                  </a:lnTo>
                  <a:lnTo>
                    <a:pt x="192762" y="198151"/>
                  </a:lnTo>
                  <a:lnTo>
                    <a:pt x="192786" y="198281"/>
                  </a:lnTo>
                  <a:lnTo>
                    <a:pt x="193030" y="198573"/>
                  </a:lnTo>
                  <a:lnTo>
                    <a:pt x="193052" y="198908"/>
                  </a:lnTo>
                  <a:lnTo>
                    <a:pt x="193057" y="199379"/>
                  </a:lnTo>
                  <a:lnTo>
                    <a:pt x="193204" y="199828"/>
                  </a:lnTo>
                  <a:lnTo>
                    <a:pt x="193508" y="199789"/>
                  </a:lnTo>
                  <a:lnTo>
                    <a:pt x="193335" y="200056"/>
                  </a:lnTo>
                  <a:lnTo>
                    <a:pt x="192977" y="200103"/>
                  </a:lnTo>
                  <a:lnTo>
                    <a:pt x="192448" y="199820"/>
                  </a:lnTo>
                  <a:lnTo>
                    <a:pt x="192254" y="199807"/>
                  </a:lnTo>
                  <a:lnTo>
                    <a:pt x="191925" y="199785"/>
                  </a:lnTo>
                  <a:lnTo>
                    <a:pt x="191623" y="199767"/>
                  </a:lnTo>
                  <a:lnTo>
                    <a:pt x="191235" y="199777"/>
                  </a:lnTo>
                  <a:lnTo>
                    <a:pt x="191015" y="200000"/>
                  </a:lnTo>
                  <a:lnTo>
                    <a:pt x="190613" y="200741"/>
                  </a:lnTo>
                  <a:lnTo>
                    <a:pt x="190430" y="201020"/>
                  </a:lnTo>
                  <a:lnTo>
                    <a:pt x="189741" y="201666"/>
                  </a:lnTo>
                  <a:lnTo>
                    <a:pt x="189398" y="201926"/>
                  </a:lnTo>
                  <a:lnTo>
                    <a:pt x="189264" y="201999"/>
                  </a:lnTo>
                  <a:lnTo>
                    <a:pt x="188699" y="202283"/>
                  </a:lnTo>
                  <a:lnTo>
                    <a:pt x="188436" y="202673"/>
                  </a:lnTo>
                  <a:lnTo>
                    <a:pt x="188273" y="202904"/>
                  </a:lnTo>
                  <a:lnTo>
                    <a:pt x="188068" y="203038"/>
                  </a:lnTo>
                  <a:lnTo>
                    <a:pt x="187912" y="203302"/>
                  </a:lnTo>
                  <a:lnTo>
                    <a:pt x="187751" y="203568"/>
                  </a:lnTo>
                  <a:lnTo>
                    <a:pt x="187462" y="203861"/>
                  </a:lnTo>
                  <a:lnTo>
                    <a:pt x="187382" y="204093"/>
                  </a:lnTo>
                  <a:lnTo>
                    <a:pt x="187038" y="204379"/>
                  </a:lnTo>
                  <a:lnTo>
                    <a:pt x="187040" y="204515"/>
                  </a:lnTo>
                  <a:lnTo>
                    <a:pt x="186938" y="204703"/>
                  </a:lnTo>
                  <a:lnTo>
                    <a:pt x="186650" y="204995"/>
                  </a:lnTo>
                  <a:lnTo>
                    <a:pt x="186375" y="204991"/>
                  </a:lnTo>
                  <a:lnTo>
                    <a:pt x="186069" y="204787"/>
                  </a:lnTo>
                  <a:lnTo>
                    <a:pt x="185865" y="204604"/>
                  </a:lnTo>
                  <a:lnTo>
                    <a:pt x="185915" y="204329"/>
                  </a:lnTo>
                  <a:lnTo>
                    <a:pt x="185892" y="204179"/>
                  </a:lnTo>
                  <a:lnTo>
                    <a:pt x="185571" y="203740"/>
                  </a:lnTo>
                  <a:lnTo>
                    <a:pt x="185378" y="203473"/>
                  </a:lnTo>
                  <a:lnTo>
                    <a:pt x="185787" y="203596"/>
                  </a:lnTo>
                  <a:lnTo>
                    <a:pt x="185657" y="203310"/>
                  </a:lnTo>
                  <a:lnTo>
                    <a:pt x="185519" y="203277"/>
                  </a:lnTo>
                  <a:lnTo>
                    <a:pt x="185249" y="203289"/>
                  </a:lnTo>
                  <a:lnTo>
                    <a:pt x="185179" y="202937"/>
                  </a:lnTo>
                  <a:lnTo>
                    <a:pt x="185204" y="202809"/>
                  </a:lnTo>
                  <a:lnTo>
                    <a:pt x="185364" y="202617"/>
                  </a:lnTo>
                  <a:lnTo>
                    <a:pt x="185417" y="202461"/>
                  </a:lnTo>
                  <a:lnTo>
                    <a:pt x="185408" y="202256"/>
                  </a:lnTo>
                  <a:lnTo>
                    <a:pt x="185304" y="202097"/>
                  </a:lnTo>
                  <a:lnTo>
                    <a:pt x="185089" y="201704"/>
                  </a:lnTo>
                  <a:lnTo>
                    <a:pt x="185234" y="201555"/>
                  </a:lnTo>
                  <a:lnTo>
                    <a:pt x="185420" y="201366"/>
                  </a:lnTo>
                  <a:lnTo>
                    <a:pt x="185566" y="201271"/>
                  </a:lnTo>
                  <a:lnTo>
                    <a:pt x="185836" y="201124"/>
                  </a:lnTo>
                  <a:lnTo>
                    <a:pt x="186228" y="201375"/>
                  </a:lnTo>
                  <a:lnTo>
                    <a:pt x="186751" y="201340"/>
                  </a:lnTo>
                  <a:lnTo>
                    <a:pt x="186904" y="201197"/>
                  </a:lnTo>
                  <a:lnTo>
                    <a:pt x="186822" y="200892"/>
                  </a:lnTo>
                  <a:lnTo>
                    <a:pt x="187246" y="200618"/>
                  </a:lnTo>
                  <a:lnTo>
                    <a:pt x="187275" y="200445"/>
                  </a:lnTo>
                  <a:lnTo>
                    <a:pt x="187256" y="200057"/>
                  </a:lnTo>
                  <a:lnTo>
                    <a:pt x="187341" y="199885"/>
                  </a:lnTo>
                  <a:lnTo>
                    <a:pt x="187655" y="199619"/>
                  </a:lnTo>
                  <a:lnTo>
                    <a:pt x="187562" y="199518"/>
                  </a:lnTo>
                  <a:lnTo>
                    <a:pt x="187240" y="199684"/>
                  </a:lnTo>
                  <a:lnTo>
                    <a:pt x="187215" y="200037"/>
                  </a:lnTo>
                  <a:lnTo>
                    <a:pt x="187205" y="200419"/>
                  </a:lnTo>
                  <a:lnTo>
                    <a:pt x="187143" y="200665"/>
                  </a:lnTo>
                  <a:lnTo>
                    <a:pt x="186922" y="200780"/>
                  </a:lnTo>
                  <a:lnTo>
                    <a:pt x="186409" y="200500"/>
                  </a:lnTo>
                  <a:lnTo>
                    <a:pt x="185854" y="200473"/>
                  </a:lnTo>
                  <a:lnTo>
                    <a:pt x="185417" y="200454"/>
                  </a:lnTo>
                  <a:lnTo>
                    <a:pt x="184719" y="200561"/>
                  </a:lnTo>
                  <a:lnTo>
                    <a:pt x="184505" y="200708"/>
                  </a:lnTo>
                  <a:lnTo>
                    <a:pt x="184006" y="200779"/>
                  </a:lnTo>
                  <a:lnTo>
                    <a:pt x="183971" y="200592"/>
                  </a:lnTo>
                  <a:lnTo>
                    <a:pt x="183772" y="200388"/>
                  </a:lnTo>
                  <a:lnTo>
                    <a:pt x="183518" y="200527"/>
                  </a:lnTo>
                  <a:lnTo>
                    <a:pt x="183328" y="200659"/>
                  </a:lnTo>
                  <a:lnTo>
                    <a:pt x="183099" y="200664"/>
                  </a:lnTo>
                  <a:lnTo>
                    <a:pt x="182739" y="200720"/>
                  </a:lnTo>
                  <a:lnTo>
                    <a:pt x="183041" y="200752"/>
                  </a:lnTo>
                  <a:lnTo>
                    <a:pt x="183399" y="200749"/>
                  </a:lnTo>
                  <a:lnTo>
                    <a:pt x="183422" y="200922"/>
                  </a:lnTo>
                  <a:lnTo>
                    <a:pt x="183916" y="201265"/>
                  </a:lnTo>
                  <a:lnTo>
                    <a:pt x="184091" y="201933"/>
                  </a:lnTo>
                  <a:lnTo>
                    <a:pt x="184854" y="202962"/>
                  </a:lnTo>
                  <a:lnTo>
                    <a:pt x="184954" y="203180"/>
                  </a:lnTo>
                  <a:lnTo>
                    <a:pt x="185091" y="203417"/>
                  </a:lnTo>
                  <a:lnTo>
                    <a:pt x="185574" y="204173"/>
                  </a:lnTo>
                  <a:lnTo>
                    <a:pt x="185607" y="204478"/>
                  </a:lnTo>
                  <a:lnTo>
                    <a:pt x="185569" y="204759"/>
                  </a:lnTo>
                  <a:lnTo>
                    <a:pt x="185312" y="204651"/>
                  </a:lnTo>
                  <a:lnTo>
                    <a:pt x="185207" y="204200"/>
                  </a:lnTo>
                  <a:lnTo>
                    <a:pt x="185041" y="204226"/>
                  </a:lnTo>
                  <a:lnTo>
                    <a:pt x="184819" y="204346"/>
                  </a:lnTo>
                  <a:lnTo>
                    <a:pt x="184631" y="204511"/>
                  </a:lnTo>
                  <a:lnTo>
                    <a:pt x="184510" y="204653"/>
                  </a:lnTo>
                  <a:lnTo>
                    <a:pt x="184401" y="204879"/>
                  </a:lnTo>
                  <a:lnTo>
                    <a:pt x="184360" y="205119"/>
                  </a:lnTo>
                  <a:lnTo>
                    <a:pt x="184361" y="205342"/>
                  </a:lnTo>
                  <a:lnTo>
                    <a:pt x="184414" y="205567"/>
                  </a:lnTo>
                  <a:lnTo>
                    <a:pt x="184461" y="205766"/>
                  </a:lnTo>
                  <a:lnTo>
                    <a:pt x="184473" y="206081"/>
                  </a:lnTo>
                  <a:lnTo>
                    <a:pt x="184311" y="206752"/>
                  </a:lnTo>
                  <a:lnTo>
                    <a:pt x="184011" y="206971"/>
                  </a:lnTo>
                  <a:lnTo>
                    <a:pt x="183613" y="207550"/>
                  </a:lnTo>
                  <a:lnTo>
                    <a:pt x="183331" y="207775"/>
                  </a:lnTo>
                  <a:lnTo>
                    <a:pt x="183156" y="207830"/>
                  </a:lnTo>
                  <a:lnTo>
                    <a:pt x="182639" y="208013"/>
                  </a:lnTo>
                  <a:lnTo>
                    <a:pt x="182768" y="208298"/>
                  </a:lnTo>
                  <a:lnTo>
                    <a:pt x="183158" y="208285"/>
                  </a:lnTo>
                  <a:lnTo>
                    <a:pt x="182955" y="208471"/>
                  </a:lnTo>
                  <a:lnTo>
                    <a:pt x="182813" y="208658"/>
                  </a:lnTo>
                  <a:lnTo>
                    <a:pt x="182737" y="208925"/>
                  </a:lnTo>
                  <a:lnTo>
                    <a:pt x="182612" y="209323"/>
                  </a:lnTo>
                  <a:lnTo>
                    <a:pt x="182369" y="209543"/>
                  </a:lnTo>
                  <a:lnTo>
                    <a:pt x="182120" y="209652"/>
                  </a:lnTo>
                  <a:lnTo>
                    <a:pt x="181885" y="209755"/>
                  </a:lnTo>
                  <a:lnTo>
                    <a:pt x="181600" y="210032"/>
                  </a:lnTo>
                  <a:lnTo>
                    <a:pt x="181304" y="209923"/>
                  </a:lnTo>
                  <a:lnTo>
                    <a:pt x="181124" y="209827"/>
                  </a:lnTo>
                  <a:lnTo>
                    <a:pt x="180941" y="209808"/>
                  </a:lnTo>
                  <a:lnTo>
                    <a:pt x="180647" y="209816"/>
                  </a:lnTo>
                  <a:lnTo>
                    <a:pt x="180293" y="209975"/>
                  </a:lnTo>
                  <a:lnTo>
                    <a:pt x="179799" y="210389"/>
                  </a:lnTo>
                  <a:lnTo>
                    <a:pt x="179387" y="210828"/>
                  </a:lnTo>
                  <a:lnTo>
                    <a:pt x="179205" y="211303"/>
                  </a:lnTo>
                  <a:lnTo>
                    <a:pt x="179248" y="211569"/>
                  </a:lnTo>
                  <a:lnTo>
                    <a:pt x="179180" y="212246"/>
                  </a:lnTo>
                  <a:lnTo>
                    <a:pt x="179291" y="212464"/>
                  </a:lnTo>
                  <a:lnTo>
                    <a:pt x="179703" y="213298"/>
                  </a:lnTo>
                  <a:lnTo>
                    <a:pt x="179605" y="213637"/>
                  </a:lnTo>
                  <a:lnTo>
                    <a:pt x="179417" y="213981"/>
                  </a:lnTo>
                  <a:lnTo>
                    <a:pt x="179136" y="214063"/>
                  </a:lnTo>
                  <a:lnTo>
                    <a:pt x="178627" y="214307"/>
                  </a:lnTo>
                  <a:lnTo>
                    <a:pt x="178461" y="214219"/>
                  </a:lnTo>
                  <a:lnTo>
                    <a:pt x="178311" y="214207"/>
                  </a:lnTo>
                  <a:lnTo>
                    <a:pt x="178163" y="214231"/>
                  </a:lnTo>
                  <a:lnTo>
                    <a:pt x="177900" y="214426"/>
                  </a:lnTo>
                  <a:lnTo>
                    <a:pt x="177819" y="214562"/>
                  </a:lnTo>
                  <a:lnTo>
                    <a:pt x="177743" y="214747"/>
                  </a:lnTo>
                  <a:lnTo>
                    <a:pt x="177723" y="215134"/>
                  </a:lnTo>
                  <a:lnTo>
                    <a:pt x="177730" y="215268"/>
                  </a:lnTo>
                  <a:lnTo>
                    <a:pt x="177891" y="215506"/>
                  </a:lnTo>
                  <a:lnTo>
                    <a:pt x="177949" y="215864"/>
                  </a:lnTo>
                  <a:lnTo>
                    <a:pt x="177896" y="216321"/>
                  </a:lnTo>
                  <a:lnTo>
                    <a:pt x="177837" y="216586"/>
                  </a:lnTo>
                  <a:lnTo>
                    <a:pt x="177761" y="216819"/>
                  </a:lnTo>
                  <a:lnTo>
                    <a:pt x="177380" y="217786"/>
                  </a:lnTo>
                  <a:lnTo>
                    <a:pt x="177216" y="217971"/>
                  </a:lnTo>
                  <a:lnTo>
                    <a:pt x="177089" y="218216"/>
                  </a:lnTo>
                  <a:lnTo>
                    <a:pt x="177038" y="218636"/>
                  </a:lnTo>
                  <a:lnTo>
                    <a:pt x="176748" y="219150"/>
                  </a:lnTo>
                  <a:lnTo>
                    <a:pt x="176334" y="219433"/>
                  </a:lnTo>
                  <a:lnTo>
                    <a:pt x="176245" y="219621"/>
                  </a:lnTo>
                  <a:lnTo>
                    <a:pt x="176097" y="220108"/>
                  </a:lnTo>
                  <a:lnTo>
                    <a:pt x="175836" y="221047"/>
                  </a:lnTo>
                  <a:lnTo>
                    <a:pt x="175641" y="221018"/>
                  </a:lnTo>
                  <a:lnTo>
                    <a:pt x="175120" y="221373"/>
                  </a:lnTo>
                  <a:lnTo>
                    <a:pt x="174876" y="221972"/>
                  </a:lnTo>
                  <a:lnTo>
                    <a:pt x="174997" y="222192"/>
                  </a:lnTo>
                  <a:lnTo>
                    <a:pt x="175086" y="222791"/>
                  </a:lnTo>
                  <a:lnTo>
                    <a:pt x="174653" y="223244"/>
                  </a:lnTo>
                  <a:lnTo>
                    <a:pt x="174645" y="223394"/>
                  </a:lnTo>
                  <a:lnTo>
                    <a:pt x="175017" y="223764"/>
                  </a:lnTo>
                  <a:lnTo>
                    <a:pt x="175203" y="222814"/>
                  </a:lnTo>
                  <a:lnTo>
                    <a:pt x="175520" y="222322"/>
                  </a:lnTo>
                  <a:lnTo>
                    <a:pt x="175499" y="222525"/>
                  </a:lnTo>
                  <a:lnTo>
                    <a:pt x="175484" y="222803"/>
                  </a:lnTo>
                  <a:lnTo>
                    <a:pt x="175450" y="223027"/>
                  </a:lnTo>
                  <a:lnTo>
                    <a:pt x="175400" y="223275"/>
                  </a:lnTo>
                  <a:lnTo>
                    <a:pt x="175387" y="223470"/>
                  </a:lnTo>
                  <a:lnTo>
                    <a:pt x="175340" y="224163"/>
                  </a:lnTo>
                  <a:lnTo>
                    <a:pt x="175259" y="225280"/>
                  </a:lnTo>
                  <a:lnTo>
                    <a:pt x="175216" y="225666"/>
                  </a:lnTo>
                  <a:lnTo>
                    <a:pt x="175131" y="225925"/>
                  </a:lnTo>
                  <a:lnTo>
                    <a:pt x="174879" y="225871"/>
                  </a:lnTo>
                  <a:lnTo>
                    <a:pt x="174210" y="226055"/>
                  </a:lnTo>
                  <a:lnTo>
                    <a:pt x="173976" y="226360"/>
                  </a:lnTo>
                  <a:lnTo>
                    <a:pt x="173926" y="226587"/>
                  </a:lnTo>
                  <a:lnTo>
                    <a:pt x="173859" y="226887"/>
                  </a:lnTo>
                  <a:lnTo>
                    <a:pt x="173652" y="227421"/>
                  </a:lnTo>
                  <a:lnTo>
                    <a:pt x="173515" y="227607"/>
                  </a:lnTo>
                  <a:lnTo>
                    <a:pt x="173311" y="228096"/>
                  </a:lnTo>
                  <a:lnTo>
                    <a:pt x="173203" y="228574"/>
                  </a:lnTo>
                  <a:lnTo>
                    <a:pt x="173110" y="229212"/>
                  </a:lnTo>
                  <a:lnTo>
                    <a:pt x="173077" y="229713"/>
                  </a:lnTo>
                  <a:lnTo>
                    <a:pt x="173075" y="229973"/>
                  </a:lnTo>
                  <a:lnTo>
                    <a:pt x="173074" y="230130"/>
                  </a:lnTo>
                  <a:lnTo>
                    <a:pt x="173014" y="230633"/>
                  </a:lnTo>
                  <a:lnTo>
                    <a:pt x="173024" y="231100"/>
                  </a:lnTo>
                  <a:lnTo>
                    <a:pt x="173027" y="231276"/>
                  </a:lnTo>
                  <a:lnTo>
                    <a:pt x="173015" y="231440"/>
                  </a:lnTo>
                  <a:lnTo>
                    <a:pt x="173058" y="231695"/>
                  </a:lnTo>
                  <a:lnTo>
                    <a:pt x="173074" y="231837"/>
                  </a:lnTo>
                  <a:lnTo>
                    <a:pt x="173110" y="232264"/>
                  </a:lnTo>
                  <a:lnTo>
                    <a:pt x="172900" y="232579"/>
                  </a:lnTo>
                  <a:lnTo>
                    <a:pt x="172669" y="232655"/>
                  </a:lnTo>
                  <a:lnTo>
                    <a:pt x="172430" y="232743"/>
                  </a:lnTo>
                  <a:lnTo>
                    <a:pt x="172265" y="232828"/>
                  </a:lnTo>
                  <a:lnTo>
                    <a:pt x="171845" y="233199"/>
                  </a:lnTo>
                  <a:lnTo>
                    <a:pt x="171308" y="233263"/>
                  </a:lnTo>
                  <a:lnTo>
                    <a:pt x="171268" y="233704"/>
                  </a:lnTo>
                  <a:lnTo>
                    <a:pt x="171314" y="234089"/>
                  </a:lnTo>
                  <a:lnTo>
                    <a:pt x="171234" y="234666"/>
                  </a:lnTo>
                  <a:lnTo>
                    <a:pt x="170985" y="235079"/>
                  </a:lnTo>
                  <a:lnTo>
                    <a:pt x="170497" y="235045"/>
                  </a:lnTo>
                  <a:lnTo>
                    <a:pt x="170078" y="235488"/>
                  </a:lnTo>
                  <a:lnTo>
                    <a:pt x="170066" y="235830"/>
                  </a:lnTo>
                  <a:lnTo>
                    <a:pt x="170252" y="236127"/>
                  </a:lnTo>
                  <a:lnTo>
                    <a:pt x="170602" y="236328"/>
                  </a:lnTo>
                  <a:lnTo>
                    <a:pt x="171083" y="236411"/>
                  </a:lnTo>
                  <a:lnTo>
                    <a:pt x="171228" y="236497"/>
                  </a:lnTo>
                  <a:lnTo>
                    <a:pt x="171374" y="236606"/>
                  </a:lnTo>
                  <a:lnTo>
                    <a:pt x="171636" y="236642"/>
                  </a:lnTo>
                  <a:lnTo>
                    <a:pt x="172226" y="237058"/>
                  </a:lnTo>
                  <a:lnTo>
                    <a:pt x="172461" y="236995"/>
                  </a:lnTo>
                  <a:lnTo>
                    <a:pt x="172705" y="236722"/>
                  </a:lnTo>
                  <a:lnTo>
                    <a:pt x="173076" y="236625"/>
                  </a:lnTo>
                  <a:lnTo>
                    <a:pt x="173047" y="236421"/>
                  </a:lnTo>
                  <a:lnTo>
                    <a:pt x="172848" y="236156"/>
                  </a:lnTo>
                  <a:lnTo>
                    <a:pt x="172782" y="235456"/>
                  </a:lnTo>
                  <a:lnTo>
                    <a:pt x="172669" y="234939"/>
                  </a:lnTo>
                  <a:lnTo>
                    <a:pt x="172387" y="234598"/>
                  </a:lnTo>
                  <a:lnTo>
                    <a:pt x="172339" y="234219"/>
                  </a:lnTo>
                  <a:lnTo>
                    <a:pt x="172281" y="233988"/>
                  </a:lnTo>
                  <a:lnTo>
                    <a:pt x="172262" y="233834"/>
                  </a:lnTo>
                  <a:lnTo>
                    <a:pt x="172501" y="232844"/>
                  </a:lnTo>
                  <a:lnTo>
                    <a:pt x="172656" y="232772"/>
                  </a:lnTo>
                  <a:lnTo>
                    <a:pt x="172973" y="232785"/>
                  </a:lnTo>
                  <a:lnTo>
                    <a:pt x="173118" y="233233"/>
                  </a:lnTo>
                  <a:lnTo>
                    <a:pt x="173117" y="233807"/>
                  </a:lnTo>
                  <a:lnTo>
                    <a:pt x="173150" y="234133"/>
                  </a:lnTo>
                  <a:lnTo>
                    <a:pt x="173198" y="234599"/>
                  </a:lnTo>
                  <a:lnTo>
                    <a:pt x="173226" y="234828"/>
                  </a:lnTo>
                  <a:lnTo>
                    <a:pt x="173338" y="235467"/>
                  </a:lnTo>
                  <a:lnTo>
                    <a:pt x="173537" y="236091"/>
                  </a:lnTo>
                  <a:lnTo>
                    <a:pt x="173635" y="236399"/>
                  </a:lnTo>
                  <a:lnTo>
                    <a:pt x="173689" y="236569"/>
                  </a:lnTo>
                  <a:lnTo>
                    <a:pt x="174174" y="237234"/>
                  </a:lnTo>
                  <a:lnTo>
                    <a:pt x="173996" y="237531"/>
                  </a:lnTo>
                  <a:lnTo>
                    <a:pt x="173849" y="237475"/>
                  </a:lnTo>
                  <a:lnTo>
                    <a:pt x="173689" y="237196"/>
                  </a:lnTo>
                  <a:lnTo>
                    <a:pt x="173518" y="237231"/>
                  </a:lnTo>
                  <a:lnTo>
                    <a:pt x="173153" y="237571"/>
                  </a:lnTo>
                  <a:lnTo>
                    <a:pt x="173007" y="237682"/>
                  </a:lnTo>
                  <a:lnTo>
                    <a:pt x="172557" y="237606"/>
                  </a:lnTo>
                  <a:lnTo>
                    <a:pt x="172312" y="238063"/>
                  </a:lnTo>
                  <a:lnTo>
                    <a:pt x="172129" y="237971"/>
                  </a:lnTo>
                  <a:lnTo>
                    <a:pt x="171930" y="237778"/>
                  </a:lnTo>
                  <a:lnTo>
                    <a:pt x="171774" y="237766"/>
                  </a:lnTo>
                  <a:lnTo>
                    <a:pt x="171404" y="237884"/>
                  </a:lnTo>
                  <a:lnTo>
                    <a:pt x="171214" y="238064"/>
                  </a:lnTo>
                  <a:lnTo>
                    <a:pt x="171103" y="238209"/>
                  </a:lnTo>
                  <a:lnTo>
                    <a:pt x="170999" y="238395"/>
                  </a:lnTo>
                  <a:lnTo>
                    <a:pt x="170771" y="238949"/>
                  </a:lnTo>
                  <a:lnTo>
                    <a:pt x="170207" y="239704"/>
                  </a:lnTo>
                  <a:lnTo>
                    <a:pt x="170071" y="239919"/>
                  </a:lnTo>
                  <a:lnTo>
                    <a:pt x="169935" y="240332"/>
                  </a:lnTo>
                  <a:lnTo>
                    <a:pt x="169886" y="240576"/>
                  </a:lnTo>
                  <a:lnTo>
                    <a:pt x="169849" y="240755"/>
                  </a:lnTo>
                  <a:lnTo>
                    <a:pt x="169822" y="241685"/>
                  </a:lnTo>
                  <a:lnTo>
                    <a:pt x="169780" y="241929"/>
                  </a:lnTo>
                  <a:lnTo>
                    <a:pt x="169684" y="242080"/>
                  </a:lnTo>
                  <a:lnTo>
                    <a:pt x="169228" y="242708"/>
                  </a:lnTo>
                  <a:lnTo>
                    <a:pt x="168456" y="242147"/>
                  </a:lnTo>
                  <a:lnTo>
                    <a:pt x="168287" y="242169"/>
                  </a:lnTo>
                  <a:lnTo>
                    <a:pt x="167160" y="242785"/>
                  </a:lnTo>
                  <a:lnTo>
                    <a:pt x="166830" y="242325"/>
                  </a:lnTo>
                  <a:lnTo>
                    <a:pt x="166688" y="242279"/>
                  </a:lnTo>
                  <a:lnTo>
                    <a:pt x="166367" y="242295"/>
                  </a:lnTo>
                  <a:lnTo>
                    <a:pt x="166201" y="242355"/>
                  </a:lnTo>
                  <a:lnTo>
                    <a:pt x="166154" y="242258"/>
                  </a:lnTo>
                  <a:lnTo>
                    <a:pt x="166319" y="242026"/>
                  </a:lnTo>
                  <a:lnTo>
                    <a:pt x="166814" y="241699"/>
                  </a:lnTo>
                  <a:lnTo>
                    <a:pt x="167155" y="241574"/>
                  </a:lnTo>
                  <a:lnTo>
                    <a:pt x="167668" y="241698"/>
                  </a:lnTo>
                  <a:lnTo>
                    <a:pt x="167960" y="241668"/>
                  </a:lnTo>
                  <a:lnTo>
                    <a:pt x="168236" y="241636"/>
                  </a:lnTo>
                  <a:lnTo>
                    <a:pt x="168406" y="241734"/>
                  </a:lnTo>
                  <a:lnTo>
                    <a:pt x="168787" y="241707"/>
                  </a:lnTo>
                  <a:lnTo>
                    <a:pt x="168971" y="241283"/>
                  </a:lnTo>
                  <a:lnTo>
                    <a:pt x="169085" y="241533"/>
                  </a:lnTo>
                  <a:lnTo>
                    <a:pt x="169263" y="241799"/>
                  </a:lnTo>
                  <a:lnTo>
                    <a:pt x="169260" y="241619"/>
                  </a:lnTo>
                  <a:lnTo>
                    <a:pt x="169327" y="241262"/>
                  </a:lnTo>
                  <a:lnTo>
                    <a:pt x="168841" y="240945"/>
                  </a:lnTo>
                  <a:lnTo>
                    <a:pt x="168394" y="241032"/>
                  </a:lnTo>
                  <a:lnTo>
                    <a:pt x="168585" y="241647"/>
                  </a:lnTo>
                  <a:lnTo>
                    <a:pt x="168447" y="241583"/>
                  </a:lnTo>
                  <a:lnTo>
                    <a:pt x="168224" y="241477"/>
                  </a:lnTo>
                  <a:lnTo>
                    <a:pt x="167562" y="241631"/>
                  </a:lnTo>
                  <a:lnTo>
                    <a:pt x="167324" y="241509"/>
                  </a:lnTo>
                  <a:lnTo>
                    <a:pt x="167053" y="241487"/>
                  </a:lnTo>
                  <a:lnTo>
                    <a:pt x="166764" y="241550"/>
                  </a:lnTo>
                  <a:lnTo>
                    <a:pt x="166314" y="241894"/>
                  </a:lnTo>
                  <a:lnTo>
                    <a:pt x="165806" y="242640"/>
                  </a:lnTo>
                  <a:lnTo>
                    <a:pt x="165586" y="242741"/>
                  </a:lnTo>
                  <a:lnTo>
                    <a:pt x="165119" y="242849"/>
                  </a:lnTo>
                  <a:lnTo>
                    <a:pt x="165040" y="242667"/>
                  </a:lnTo>
                  <a:lnTo>
                    <a:pt x="164606" y="242506"/>
                  </a:lnTo>
                  <a:lnTo>
                    <a:pt x="164170" y="242449"/>
                  </a:lnTo>
                  <a:lnTo>
                    <a:pt x="163803" y="242674"/>
                  </a:lnTo>
                  <a:lnTo>
                    <a:pt x="163615" y="242685"/>
                  </a:lnTo>
                  <a:lnTo>
                    <a:pt x="163423" y="242765"/>
                  </a:lnTo>
                  <a:lnTo>
                    <a:pt x="163179" y="242905"/>
                  </a:lnTo>
                  <a:lnTo>
                    <a:pt x="162702" y="243349"/>
                  </a:lnTo>
                  <a:lnTo>
                    <a:pt x="162211" y="243921"/>
                  </a:lnTo>
                  <a:lnTo>
                    <a:pt x="162015" y="244187"/>
                  </a:lnTo>
                  <a:lnTo>
                    <a:pt x="161669" y="244108"/>
                  </a:lnTo>
                  <a:lnTo>
                    <a:pt x="161541" y="244226"/>
                  </a:lnTo>
                  <a:lnTo>
                    <a:pt x="161394" y="244337"/>
                  </a:lnTo>
                  <a:lnTo>
                    <a:pt x="161210" y="244478"/>
                  </a:lnTo>
                  <a:lnTo>
                    <a:pt x="160906" y="244712"/>
                  </a:lnTo>
                  <a:lnTo>
                    <a:pt x="160545" y="245106"/>
                  </a:lnTo>
                  <a:lnTo>
                    <a:pt x="160463" y="245234"/>
                  </a:lnTo>
                  <a:lnTo>
                    <a:pt x="160341" y="245486"/>
                  </a:lnTo>
                  <a:lnTo>
                    <a:pt x="160198" y="245842"/>
                  </a:lnTo>
                  <a:lnTo>
                    <a:pt x="160086" y="246002"/>
                  </a:lnTo>
                  <a:lnTo>
                    <a:pt x="159789" y="246181"/>
                  </a:lnTo>
                  <a:lnTo>
                    <a:pt x="159487" y="246179"/>
                  </a:lnTo>
                  <a:lnTo>
                    <a:pt x="159349" y="246257"/>
                  </a:lnTo>
                  <a:lnTo>
                    <a:pt x="159018" y="246690"/>
                  </a:lnTo>
                  <a:lnTo>
                    <a:pt x="158883" y="246974"/>
                  </a:lnTo>
                  <a:lnTo>
                    <a:pt x="158763" y="247326"/>
                  </a:lnTo>
                  <a:lnTo>
                    <a:pt x="158635" y="247546"/>
                  </a:lnTo>
                  <a:lnTo>
                    <a:pt x="157848" y="247812"/>
                  </a:lnTo>
                  <a:lnTo>
                    <a:pt x="157586" y="248022"/>
                  </a:lnTo>
                  <a:lnTo>
                    <a:pt x="157291" y="248498"/>
                  </a:lnTo>
                  <a:lnTo>
                    <a:pt x="157075" y="249024"/>
                  </a:lnTo>
                  <a:lnTo>
                    <a:pt x="156786" y="249958"/>
                  </a:lnTo>
                  <a:lnTo>
                    <a:pt x="156645" y="250250"/>
                  </a:lnTo>
                  <a:lnTo>
                    <a:pt x="156524" y="250654"/>
                  </a:lnTo>
                  <a:lnTo>
                    <a:pt x="156300" y="251487"/>
                  </a:lnTo>
                  <a:lnTo>
                    <a:pt x="156107" y="252533"/>
                  </a:lnTo>
                  <a:lnTo>
                    <a:pt x="155989" y="253175"/>
                  </a:lnTo>
                  <a:lnTo>
                    <a:pt x="155961" y="253326"/>
                  </a:lnTo>
                  <a:lnTo>
                    <a:pt x="155778" y="253072"/>
                  </a:lnTo>
                  <a:lnTo>
                    <a:pt x="155777" y="252880"/>
                  </a:lnTo>
                  <a:lnTo>
                    <a:pt x="155728" y="252634"/>
                  </a:lnTo>
                  <a:lnTo>
                    <a:pt x="155103" y="252502"/>
                  </a:lnTo>
                  <a:lnTo>
                    <a:pt x="154951" y="253525"/>
                  </a:lnTo>
                  <a:lnTo>
                    <a:pt x="154578" y="253633"/>
                  </a:lnTo>
                  <a:lnTo>
                    <a:pt x="154489" y="253855"/>
                  </a:lnTo>
                  <a:lnTo>
                    <a:pt x="154569" y="254149"/>
                  </a:lnTo>
                  <a:lnTo>
                    <a:pt x="154603" y="253819"/>
                  </a:lnTo>
                  <a:lnTo>
                    <a:pt x="154832" y="253572"/>
                  </a:lnTo>
                  <a:lnTo>
                    <a:pt x="154977" y="253839"/>
                  </a:lnTo>
                  <a:lnTo>
                    <a:pt x="155127" y="253936"/>
                  </a:lnTo>
                  <a:lnTo>
                    <a:pt x="155604" y="253978"/>
                  </a:lnTo>
                  <a:lnTo>
                    <a:pt x="155455" y="254252"/>
                  </a:lnTo>
                  <a:lnTo>
                    <a:pt x="155403" y="254636"/>
                  </a:lnTo>
                  <a:lnTo>
                    <a:pt x="155144" y="254856"/>
                  </a:lnTo>
                  <a:lnTo>
                    <a:pt x="154760" y="254897"/>
                  </a:lnTo>
                  <a:lnTo>
                    <a:pt x="154483" y="254825"/>
                  </a:lnTo>
                  <a:lnTo>
                    <a:pt x="154312" y="254841"/>
                  </a:lnTo>
                  <a:lnTo>
                    <a:pt x="154005" y="254996"/>
                  </a:lnTo>
                  <a:lnTo>
                    <a:pt x="153764" y="255210"/>
                  </a:lnTo>
                  <a:lnTo>
                    <a:pt x="153242" y="255044"/>
                  </a:lnTo>
                  <a:lnTo>
                    <a:pt x="152975" y="254847"/>
                  </a:lnTo>
                  <a:lnTo>
                    <a:pt x="152813" y="254822"/>
                  </a:lnTo>
                  <a:lnTo>
                    <a:pt x="152520" y="254912"/>
                  </a:lnTo>
                  <a:lnTo>
                    <a:pt x="152228" y="254835"/>
                  </a:lnTo>
                  <a:lnTo>
                    <a:pt x="152053" y="254691"/>
                  </a:lnTo>
                  <a:lnTo>
                    <a:pt x="152104" y="254311"/>
                  </a:lnTo>
                  <a:lnTo>
                    <a:pt x="152072" y="253830"/>
                  </a:lnTo>
                  <a:lnTo>
                    <a:pt x="152219" y="253794"/>
                  </a:lnTo>
                  <a:lnTo>
                    <a:pt x="152412" y="253967"/>
                  </a:lnTo>
                  <a:lnTo>
                    <a:pt x="152598" y="254188"/>
                  </a:lnTo>
                  <a:lnTo>
                    <a:pt x="152836" y="254362"/>
                  </a:lnTo>
                  <a:lnTo>
                    <a:pt x="152973" y="254389"/>
                  </a:lnTo>
                  <a:lnTo>
                    <a:pt x="153507" y="254390"/>
                  </a:lnTo>
                  <a:lnTo>
                    <a:pt x="154007" y="253827"/>
                  </a:lnTo>
                  <a:lnTo>
                    <a:pt x="154153" y="253534"/>
                  </a:lnTo>
                  <a:lnTo>
                    <a:pt x="154182" y="253302"/>
                  </a:lnTo>
                  <a:lnTo>
                    <a:pt x="154467" y="252830"/>
                  </a:lnTo>
                  <a:lnTo>
                    <a:pt x="154502" y="252487"/>
                  </a:lnTo>
                  <a:lnTo>
                    <a:pt x="154145" y="252169"/>
                  </a:lnTo>
                  <a:lnTo>
                    <a:pt x="153937" y="252248"/>
                  </a:lnTo>
                  <a:lnTo>
                    <a:pt x="153997" y="252562"/>
                  </a:lnTo>
                  <a:lnTo>
                    <a:pt x="153658" y="252799"/>
                  </a:lnTo>
                  <a:lnTo>
                    <a:pt x="153097" y="252805"/>
                  </a:lnTo>
                  <a:lnTo>
                    <a:pt x="152688" y="252865"/>
                  </a:lnTo>
                  <a:lnTo>
                    <a:pt x="152553" y="253115"/>
                  </a:lnTo>
                  <a:lnTo>
                    <a:pt x="152032" y="253754"/>
                  </a:lnTo>
                  <a:lnTo>
                    <a:pt x="151613" y="253701"/>
                  </a:lnTo>
                  <a:lnTo>
                    <a:pt x="151009" y="253553"/>
                  </a:lnTo>
                  <a:lnTo>
                    <a:pt x="150816" y="253505"/>
                  </a:lnTo>
                  <a:lnTo>
                    <a:pt x="150564" y="253485"/>
                  </a:lnTo>
                  <a:lnTo>
                    <a:pt x="150207" y="253511"/>
                  </a:lnTo>
                  <a:lnTo>
                    <a:pt x="149773" y="253564"/>
                  </a:lnTo>
                  <a:lnTo>
                    <a:pt x="149509" y="253631"/>
                  </a:lnTo>
                  <a:lnTo>
                    <a:pt x="149062" y="253787"/>
                  </a:lnTo>
                  <a:lnTo>
                    <a:pt x="148583" y="254034"/>
                  </a:lnTo>
                  <a:lnTo>
                    <a:pt x="148146" y="254334"/>
                  </a:lnTo>
                  <a:lnTo>
                    <a:pt x="148004" y="254455"/>
                  </a:lnTo>
                  <a:lnTo>
                    <a:pt x="147850" y="254637"/>
                  </a:lnTo>
                  <a:lnTo>
                    <a:pt x="147365" y="254770"/>
                  </a:lnTo>
                  <a:lnTo>
                    <a:pt x="147071" y="254890"/>
                  </a:lnTo>
                  <a:lnTo>
                    <a:pt x="146875" y="254991"/>
                  </a:lnTo>
                  <a:lnTo>
                    <a:pt x="146613" y="255126"/>
                  </a:lnTo>
                  <a:lnTo>
                    <a:pt x="146444" y="255213"/>
                  </a:lnTo>
                  <a:lnTo>
                    <a:pt x="146219" y="254980"/>
                  </a:lnTo>
                  <a:lnTo>
                    <a:pt x="146252" y="254626"/>
                  </a:lnTo>
                  <a:lnTo>
                    <a:pt x="146160" y="254421"/>
                  </a:lnTo>
                  <a:lnTo>
                    <a:pt x="146013" y="254284"/>
                  </a:lnTo>
                  <a:lnTo>
                    <a:pt x="145818" y="254188"/>
                  </a:lnTo>
                  <a:lnTo>
                    <a:pt x="145446" y="254117"/>
                  </a:lnTo>
                  <a:lnTo>
                    <a:pt x="145078" y="254161"/>
                  </a:lnTo>
                  <a:lnTo>
                    <a:pt x="144846" y="254263"/>
                  </a:lnTo>
                  <a:lnTo>
                    <a:pt x="144678" y="254359"/>
                  </a:lnTo>
                  <a:lnTo>
                    <a:pt x="144442" y="254558"/>
                  </a:lnTo>
                  <a:lnTo>
                    <a:pt x="144206" y="254714"/>
                  </a:lnTo>
                  <a:lnTo>
                    <a:pt x="144079" y="254902"/>
                  </a:lnTo>
                  <a:lnTo>
                    <a:pt x="143834" y="255214"/>
                  </a:lnTo>
                  <a:lnTo>
                    <a:pt x="143573" y="255712"/>
                  </a:lnTo>
                  <a:lnTo>
                    <a:pt x="143239" y="256590"/>
                  </a:lnTo>
                  <a:lnTo>
                    <a:pt x="143165" y="256843"/>
                  </a:lnTo>
                  <a:lnTo>
                    <a:pt x="143108" y="257041"/>
                  </a:lnTo>
                  <a:lnTo>
                    <a:pt x="143010" y="257567"/>
                  </a:lnTo>
                  <a:lnTo>
                    <a:pt x="142842" y="257958"/>
                  </a:lnTo>
                  <a:lnTo>
                    <a:pt x="142711" y="258168"/>
                  </a:lnTo>
                  <a:lnTo>
                    <a:pt x="142522" y="258742"/>
                  </a:lnTo>
                  <a:lnTo>
                    <a:pt x="142499" y="259000"/>
                  </a:lnTo>
                  <a:lnTo>
                    <a:pt x="142478" y="259234"/>
                  </a:lnTo>
                  <a:lnTo>
                    <a:pt x="142603" y="259641"/>
                  </a:lnTo>
                  <a:lnTo>
                    <a:pt x="142799" y="259694"/>
                  </a:lnTo>
                  <a:lnTo>
                    <a:pt x="143161" y="259835"/>
                  </a:lnTo>
                  <a:lnTo>
                    <a:pt x="142423" y="260222"/>
                  </a:lnTo>
                  <a:lnTo>
                    <a:pt x="142073" y="260206"/>
                  </a:lnTo>
                  <a:lnTo>
                    <a:pt x="141960" y="260077"/>
                  </a:lnTo>
                  <a:lnTo>
                    <a:pt x="141921" y="259941"/>
                  </a:lnTo>
                  <a:lnTo>
                    <a:pt x="142030" y="259582"/>
                  </a:lnTo>
                  <a:lnTo>
                    <a:pt x="141940" y="259360"/>
                  </a:lnTo>
                  <a:lnTo>
                    <a:pt x="141735" y="259178"/>
                  </a:lnTo>
                  <a:lnTo>
                    <a:pt x="141341" y="259656"/>
                  </a:lnTo>
                  <a:lnTo>
                    <a:pt x="141144" y="259634"/>
                  </a:lnTo>
                  <a:lnTo>
                    <a:pt x="140981" y="259535"/>
                  </a:lnTo>
                  <a:lnTo>
                    <a:pt x="140715" y="259828"/>
                  </a:lnTo>
                  <a:lnTo>
                    <a:pt x="141187" y="260423"/>
                  </a:lnTo>
                  <a:lnTo>
                    <a:pt x="141526" y="260097"/>
                  </a:lnTo>
                  <a:lnTo>
                    <a:pt x="141636" y="259786"/>
                  </a:lnTo>
                  <a:lnTo>
                    <a:pt x="141727" y="259367"/>
                  </a:lnTo>
                  <a:lnTo>
                    <a:pt x="141741" y="259524"/>
                  </a:lnTo>
                  <a:lnTo>
                    <a:pt x="141747" y="259677"/>
                  </a:lnTo>
                  <a:lnTo>
                    <a:pt x="141989" y="260413"/>
                  </a:lnTo>
                  <a:lnTo>
                    <a:pt x="142494" y="260328"/>
                  </a:lnTo>
                  <a:lnTo>
                    <a:pt x="143036" y="260370"/>
                  </a:lnTo>
                  <a:lnTo>
                    <a:pt x="143360" y="260859"/>
                  </a:lnTo>
                  <a:lnTo>
                    <a:pt x="143333" y="261050"/>
                  </a:lnTo>
                  <a:lnTo>
                    <a:pt x="143297" y="261311"/>
                  </a:lnTo>
                  <a:lnTo>
                    <a:pt x="142899" y="261505"/>
                  </a:lnTo>
                  <a:lnTo>
                    <a:pt x="142760" y="261688"/>
                  </a:lnTo>
                  <a:lnTo>
                    <a:pt x="142913" y="261919"/>
                  </a:lnTo>
                  <a:lnTo>
                    <a:pt x="142818" y="262278"/>
                  </a:lnTo>
                  <a:lnTo>
                    <a:pt x="142662" y="262456"/>
                  </a:lnTo>
                  <a:lnTo>
                    <a:pt x="142241" y="262085"/>
                  </a:lnTo>
                  <a:lnTo>
                    <a:pt x="141821" y="262410"/>
                  </a:lnTo>
                  <a:lnTo>
                    <a:pt x="142019" y="262717"/>
                  </a:lnTo>
                  <a:lnTo>
                    <a:pt x="142162" y="263133"/>
                  </a:lnTo>
                  <a:lnTo>
                    <a:pt x="141862" y="263145"/>
                  </a:lnTo>
                  <a:lnTo>
                    <a:pt x="141704" y="263127"/>
                  </a:lnTo>
                  <a:lnTo>
                    <a:pt x="141288" y="262623"/>
                  </a:lnTo>
                  <a:lnTo>
                    <a:pt x="141271" y="262239"/>
                  </a:lnTo>
                  <a:lnTo>
                    <a:pt x="141554" y="262094"/>
                  </a:lnTo>
                  <a:lnTo>
                    <a:pt x="141452" y="261787"/>
                  </a:lnTo>
                  <a:lnTo>
                    <a:pt x="141111" y="261433"/>
                  </a:lnTo>
                  <a:lnTo>
                    <a:pt x="140950" y="261386"/>
                  </a:lnTo>
                  <a:lnTo>
                    <a:pt x="140747" y="261361"/>
                  </a:lnTo>
                  <a:lnTo>
                    <a:pt x="140504" y="261400"/>
                  </a:lnTo>
                  <a:lnTo>
                    <a:pt x="140355" y="261435"/>
                  </a:lnTo>
                  <a:lnTo>
                    <a:pt x="140169" y="261538"/>
                  </a:lnTo>
                  <a:lnTo>
                    <a:pt x="140031" y="261547"/>
                  </a:lnTo>
                  <a:lnTo>
                    <a:pt x="139660" y="261573"/>
                  </a:lnTo>
                  <a:lnTo>
                    <a:pt x="139104" y="261750"/>
                  </a:lnTo>
                  <a:lnTo>
                    <a:pt x="138922" y="261837"/>
                  </a:lnTo>
                  <a:lnTo>
                    <a:pt x="138259" y="262459"/>
                  </a:lnTo>
                  <a:lnTo>
                    <a:pt x="138247" y="262995"/>
                  </a:lnTo>
                  <a:lnTo>
                    <a:pt x="138442" y="263496"/>
                  </a:lnTo>
                  <a:lnTo>
                    <a:pt x="138554" y="264258"/>
                  </a:lnTo>
                  <a:lnTo>
                    <a:pt x="138061" y="263822"/>
                  </a:lnTo>
                  <a:lnTo>
                    <a:pt x="137786" y="263994"/>
                  </a:lnTo>
                  <a:lnTo>
                    <a:pt x="137634" y="264018"/>
                  </a:lnTo>
                  <a:lnTo>
                    <a:pt x="137323" y="263920"/>
                  </a:lnTo>
                  <a:lnTo>
                    <a:pt x="137056" y="263987"/>
                  </a:lnTo>
                  <a:lnTo>
                    <a:pt x="137094" y="264422"/>
                  </a:lnTo>
                  <a:lnTo>
                    <a:pt x="136957" y="264394"/>
                  </a:lnTo>
                  <a:lnTo>
                    <a:pt x="136822" y="264427"/>
                  </a:lnTo>
                  <a:lnTo>
                    <a:pt x="136793" y="264578"/>
                  </a:lnTo>
                  <a:lnTo>
                    <a:pt x="136724" y="264691"/>
                  </a:lnTo>
                  <a:lnTo>
                    <a:pt x="136519" y="263397"/>
                  </a:lnTo>
                  <a:lnTo>
                    <a:pt x="136739" y="263124"/>
                  </a:lnTo>
                  <a:lnTo>
                    <a:pt x="136895" y="262881"/>
                  </a:lnTo>
                  <a:lnTo>
                    <a:pt x="136854" y="262696"/>
                  </a:lnTo>
                  <a:lnTo>
                    <a:pt x="136551" y="262683"/>
                  </a:lnTo>
                  <a:lnTo>
                    <a:pt x="136211" y="262290"/>
                  </a:lnTo>
                  <a:lnTo>
                    <a:pt x="136074" y="262206"/>
                  </a:lnTo>
                  <a:lnTo>
                    <a:pt x="135873" y="262181"/>
                  </a:lnTo>
                  <a:lnTo>
                    <a:pt x="135904" y="261795"/>
                  </a:lnTo>
                  <a:lnTo>
                    <a:pt x="136246" y="261632"/>
                  </a:lnTo>
                  <a:lnTo>
                    <a:pt x="136371" y="261461"/>
                  </a:lnTo>
                  <a:lnTo>
                    <a:pt x="136616" y="261383"/>
                  </a:lnTo>
                  <a:lnTo>
                    <a:pt x="136849" y="261155"/>
                  </a:lnTo>
                  <a:lnTo>
                    <a:pt x="136800" y="260863"/>
                  </a:lnTo>
                  <a:lnTo>
                    <a:pt x="136705" y="260573"/>
                  </a:lnTo>
                  <a:lnTo>
                    <a:pt x="136537" y="260485"/>
                  </a:lnTo>
                  <a:lnTo>
                    <a:pt x="136519" y="261054"/>
                  </a:lnTo>
                  <a:lnTo>
                    <a:pt x="136287" y="261320"/>
                  </a:lnTo>
                  <a:lnTo>
                    <a:pt x="135929" y="261534"/>
                  </a:lnTo>
                  <a:lnTo>
                    <a:pt x="135733" y="261511"/>
                  </a:lnTo>
                  <a:lnTo>
                    <a:pt x="135389" y="261647"/>
                  </a:lnTo>
                  <a:lnTo>
                    <a:pt x="135258" y="261725"/>
                  </a:lnTo>
                  <a:lnTo>
                    <a:pt x="135374" y="262043"/>
                  </a:lnTo>
                  <a:lnTo>
                    <a:pt x="135550" y="262152"/>
                  </a:lnTo>
                  <a:lnTo>
                    <a:pt x="135295" y="262618"/>
                  </a:lnTo>
                  <a:lnTo>
                    <a:pt x="135209" y="262481"/>
                  </a:lnTo>
                  <a:lnTo>
                    <a:pt x="134843" y="262014"/>
                  </a:lnTo>
                  <a:lnTo>
                    <a:pt x="134400" y="262341"/>
                  </a:lnTo>
                  <a:lnTo>
                    <a:pt x="134356" y="262470"/>
                  </a:lnTo>
                  <a:lnTo>
                    <a:pt x="133856" y="262699"/>
                  </a:lnTo>
                  <a:lnTo>
                    <a:pt x="133779" y="262968"/>
                  </a:lnTo>
                  <a:lnTo>
                    <a:pt x="133552" y="263467"/>
                  </a:lnTo>
                  <a:lnTo>
                    <a:pt x="133166" y="263418"/>
                  </a:lnTo>
                  <a:lnTo>
                    <a:pt x="132877" y="262869"/>
                  </a:lnTo>
                  <a:lnTo>
                    <a:pt x="133004" y="262471"/>
                  </a:lnTo>
                  <a:lnTo>
                    <a:pt x="133304" y="262438"/>
                  </a:lnTo>
                  <a:lnTo>
                    <a:pt x="133479" y="262356"/>
                  </a:lnTo>
                  <a:lnTo>
                    <a:pt x="133414" y="261662"/>
                  </a:lnTo>
                  <a:lnTo>
                    <a:pt x="133570" y="261641"/>
                  </a:lnTo>
                  <a:lnTo>
                    <a:pt x="133879" y="261484"/>
                  </a:lnTo>
                  <a:lnTo>
                    <a:pt x="133932" y="261314"/>
                  </a:lnTo>
                  <a:lnTo>
                    <a:pt x="133867" y="260808"/>
                  </a:lnTo>
                  <a:lnTo>
                    <a:pt x="133784" y="260591"/>
                  </a:lnTo>
                  <a:lnTo>
                    <a:pt x="133679" y="260427"/>
                  </a:lnTo>
                  <a:lnTo>
                    <a:pt x="133456" y="260162"/>
                  </a:lnTo>
                  <a:lnTo>
                    <a:pt x="133113" y="259847"/>
                  </a:lnTo>
                  <a:lnTo>
                    <a:pt x="132662" y="259550"/>
                  </a:lnTo>
                  <a:lnTo>
                    <a:pt x="132486" y="259450"/>
                  </a:lnTo>
                  <a:lnTo>
                    <a:pt x="132022" y="259261"/>
                  </a:lnTo>
                  <a:lnTo>
                    <a:pt x="131692" y="259175"/>
                  </a:lnTo>
                  <a:lnTo>
                    <a:pt x="131194" y="259087"/>
                  </a:lnTo>
                  <a:lnTo>
                    <a:pt x="130094" y="259062"/>
                  </a:lnTo>
                  <a:lnTo>
                    <a:pt x="129578" y="259082"/>
                  </a:lnTo>
                  <a:lnTo>
                    <a:pt x="129125" y="259099"/>
                  </a:lnTo>
                  <a:lnTo>
                    <a:pt x="128785" y="259049"/>
                  </a:lnTo>
                  <a:lnTo>
                    <a:pt x="128543" y="259018"/>
                  </a:lnTo>
                  <a:lnTo>
                    <a:pt x="128392" y="259055"/>
                  </a:lnTo>
                  <a:lnTo>
                    <a:pt x="128247" y="259015"/>
                  </a:lnTo>
                  <a:lnTo>
                    <a:pt x="127958" y="258780"/>
                  </a:lnTo>
                  <a:lnTo>
                    <a:pt x="127629" y="258499"/>
                  </a:lnTo>
                  <a:lnTo>
                    <a:pt x="127315" y="258406"/>
                  </a:lnTo>
                  <a:lnTo>
                    <a:pt x="127152" y="258374"/>
                  </a:lnTo>
                  <a:lnTo>
                    <a:pt x="126642" y="258347"/>
                  </a:lnTo>
                  <a:lnTo>
                    <a:pt x="126391" y="258361"/>
                  </a:lnTo>
                  <a:lnTo>
                    <a:pt x="126126" y="258375"/>
                  </a:lnTo>
                  <a:lnTo>
                    <a:pt x="125886" y="258389"/>
                  </a:lnTo>
                  <a:lnTo>
                    <a:pt x="125136" y="258498"/>
                  </a:lnTo>
                  <a:lnTo>
                    <a:pt x="124890" y="258534"/>
                  </a:lnTo>
                  <a:lnTo>
                    <a:pt x="124662" y="258567"/>
                  </a:lnTo>
                  <a:lnTo>
                    <a:pt x="124471" y="258689"/>
                  </a:lnTo>
                  <a:lnTo>
                    <a:pt x="123885" y="258550"/>
                  </a:lnTo>
                  <a:lnTo>
                    <a:pt x="123484" y="258582"/>
                  </a:lnTo>
                  <a:lnTo>
                    <a:pt x="123259" y="258600"/>
                  </a:lnTo>
                  <a:lnTo>
                    <a:pt x="123081" y="258659"/>
                  </a:lnTo>
                  <a:lnTo>
                    <a:pt x="122390" y="258995"/>
                  </a:lnTo>
                  <a:lnTo>
                    <a:pt x="122157" y="259218"/>
                  </a:lnTo>
                  <a:lnTo>
                    <a:pt x="121797" y="259282"/>
                  </a:lnTo>
                  <a:lnTo>
                    <a:pt x="121497" y="259209"/>
                  </a:lnTo>
                  <a:lnTo>
                    <a:pt x="121150" y="259047"/>
                  </a:lnTo>
                  <a:lnTo>
                    <a:pt x="121008" y="258893"/>
                  </a:lnTo>
                  <a:lnTo>
                    <a:pt x="120667" y="258849"/>
                  </a:lnTo>
                  <a:lnTo>
                    <a:pt x="120503" y="258550"/>
                  </a:lnTo>
                  <a:lnTo>
                    <a:pt x="120190" y="257844"/>
                  </a:lnTo>
                  <a:lnTo>
                    <a:pt x="120467" y="257809"/>
                  </a:lnTo>
                  <a:lnTo>
                    <a:pt x="120465" y="257671"/>
                  </a:lnTo>
                  <a:lnTo>
                    <a:pt x="120463" y="257462"/>
                  </a:lnTo>
                  <a:lnTo>
                    <a:pt x="120370" y="257243"/>
                  </a:lnTo>
                  <a:lnTo>
                    <a:pt x="120240" y="257045"/>
                  </a:lnTo>
                  <a:lnTo>
                    <a:pt x="120038" y="256861"/>
                  </a:lnTo>
                  <a:lnTo>
                    <a:pt x="119738" y="256708"/>
                  </a:lnTo>
                  <a:lnTo>
                    <a:pt x="119310" y="256398"/>
                  </a:lnTo>
                  <a:lnTo>
                    <a:pt x="118978" y="256018"/>
                  </a:lnTo>
                  <a:lnTo>
                    <a:pt x="118835" y="255921"/>
                  </a:lnTo>
                  <a:lnTo>
                    <a:pt x="118534" y="255789"/>
                  </a:lnTo>
                  <a:lnTo>
                    <a:pt x="118331" y="255710"/>
                  </a:lnTo>
                  <a:lnTo>
                    <a:pt x="118197" y="255658"/>
                  </a:lnTo>
                  <a:lnTo>
                    <a:pt x="117985" y="255601"/>
                  </a:lnTo>
                  <a:lnTo>
                    <a:pt x="117252" y="255546"/>
                  </a:lnTo>
                  <a:lnTo>
                    <a:pt x="117025" y="255563"/>
                  </a:lnTo>
                  <a:lnTo>
                    <a:pt x="116594" y="255596"/>
                  </a:lnTo>
                  <a:lnTo>
                    <a:pt x="116035" y="255716"/>
                  </a:lnTo>
                  <a:lnTo>
                    <a:pt x="115412" y="255889"/>
                  </a:lnTo>
                  <a:lnTo>
                    <a:pt x="115277" y="255922"/>
                  </a:lnTo>
                  <a:lnTo>
                    <a:pt x="115070" y="255907"/>
                  </a:lnTo>
                  <a:lnTo>
                    <a:pt x="114282" y="256019"/>
                  </a:lnTo>
                  <a:lnTo>
                    <a:pt x="114268" y="255677"/>
                  </a:lnTo>
                  <a:lnTo>
                    <a:pt x="114160" y="255447"/>
                  </a:lnTo>
                  <a:lnTo>
                    <a:pt x="114002" y="255277"/>
                  </a:lnTo>
                  <a:lnTo>
                    <a:pt x="113539" y="254991"/>
                  </a:lnTo>
                  <a:lnTo>
                    <a:pt x="113421" y="254772"/>
                  </a:lnTo>
                  <a:lnTo>
                    <a:pt x="113285" y="254412"/>
                  </a:lnTo>
                  <a:lnTo>
                    <a:pt x="113166" y="254149"/>
                  </a:lnTo>
                  <a:lnTo>
                    <a:pt x="112927" y="254058"/>
                  </a:lnTo>
                  <a:lnTo>
                    <a:pt x="112741" y="253990"/>
                  </a:lnTo>
                  <a:lnTo>
                    <a:pt x="112105" y="253682"/>
                  </a:lnTo>
                  <a:lnTo>
                    <a:pt x="111920" y="253629"/>
                  </a:lnTo>
                  <a:lnTo>
                    <a:pt x="111461" y="253497"/>
                  </a:lnTo>
                  <a:lnTo>
                    <a:pt x="111010" y="253382"/>
                  </a:lnTo>
                  <a:lnTo>
                    <a:pt x="110755" y="253350"/>
                  </a:lnTo>
                  <a:lnTo>
                    <a:pt x="110467" y="253315"/>
                  </a:lnTo>
                  <a:lnTo>
                    <a:pt x="110295" y="253271"/>
                  </a:lnTo>
                  <a:lnTo>
                    <a:pt x="110083" y="253180"/>
                  </a:lnTo>
                  <a:lnTo>
                    <a:pt x="109454" y="252747"/>
                  </a:lnTo>
                  <a:lnTo>
                    <a:pt x="109055" y="252504"/>
                  </a:lnTo>
                  <a:lnTo>
                    <a:pt x="108871" y="252186"/>
                  </a:lnTo>
                  <a:lnTo>
                    <a:pt x="108699" y="251902"/>
                  </a:lnTo>
                  <a:lnTo>
                    <a:pt x="108342" y="251551"/>
                  </a:lnTo>
                  <a:lnTo>
                    <a:pt x="108013" y="251303"/>
                  </a:lnTo>
                  <a:lnTo>
                    <a:pt x="107531" y="251031"/>
                  </a:lnTo>
                  <a:lnTo>
                    <a:pt x="106640" y="250626"/>
                  </a:lnTo>
                  <a:lnTo>
                    <a:pt x="105935" y="250410"/>
                  </a:lnTo>
                  <a:lnTo>
                    <a:pt x="105395" y="250309"/>
                  </a:lnTo>
                  <a:lnTo>
                    <a:pt x="104836" y="250218"/>
                  </a:lnTo>
                  <a:lnTo>
                    <a:pt x="103317" y="249975"/>
                  </a:lnTo>
                  <a:lnTo>
                    <a:pt x="103111" y="249915"/>
                  </a:lnTo>
                  <a:lnTo>
                    <a:pt x="102904" y="249811"/>
                  </a:lnTo>
                  <a:lnTo>
                    <a:pt x="102653" y="249596"/>
                  </a:lnTo>
                  <a:lnTo>
                    <a:pt x="102470" y="248683"/>
                  </a:lnTo>
                  <a:lnTo>
                    <a:pt x="102398" y="248332"/>
                  </a:lnTo>
                  <a:lnTo>
                    <a:pt x="102345" y="248176"/>
                  </a:lnTo>
                  <a:lnTo>
                    <a:pt x="102158" y="247768"/>
                  </a:lnTo>
                  <a:lnTo>
                    <a:pt x="102169" y="247506"/>
                  </a:lnTo>
                  <a:lnTo>
                    <a:pt x="102266" y="247124"/>
                  </a:lnTo>
                  <a:lnTo>
                    <a:pt x="102357" y="246768"/>
                  </a:lnTo>
                  <a:lnTo>
                    <a:pt x="102445" y="246599"/>
                  </a:lnTo>
                  <a:lnTo>
                    <a:pt x="102588" y="246280"/>
                  </a:lnTo>
                  <a:lnTo>
                    <a:pt x="102783" y="245860"/>
                  </a:lnTo>
                  <a:lnTo>
                    <a:pt x="102838" y="245698"/>
                  </a:lnTo>
                  <a:lnTo>
                    <a:pt x="102887" y="245553"/>
                  </a:lnTo>
                  <a:lnTo>
                    <a:pt x="103044" y="245086"/>
                  </a:lnTo>
                  <a:lnTo>
                    <a:pt x="103150" y="244573"/>
                  </a:lnTo>
                  <a:lnTo>
                    <a:pt x="103176" y="244327"/>
                  </a:lnTo>
                  <a:lnTo>
                    <a:pt x="103099" y="243813"/>
                  </a:lnTo>
                  <a:lnTo>
                    <a:pt x="103223" y="243264"/>
                  </a:lnTo>
                  <a:lnTo>
                    <a:pt x="103262" y="242852"/>
                  </a:lnTo>
                  <a:lnTo>
                    <a:pt x="103248" y="242529"/>
                  </a:lnTo>
                  <a:lnTo>
                    <a:pt x="103179" y="242171"/>
                  </a:lnTo>
                  <a:lnTo>
                    <a:pt x="103151" y="242041"/>
                  </a:lnTo>
                  <a:lnTo>
                    <a:pt x="102855" y="241773"/>
                  </a:lnTo>
                  <a:lnTo>
                    <a:pt x="102917" y="241589"/>
                  </a:lnTo>
                  <a:lnTo>
                    <a:pt x="103100" y="241251"/>
                  </a:lnTo>
                  <a:lnTo>
                    <a:pt x="103109" y="241076"/>
                  </a:lnTo>
                  <a:lnTo>
                    <a:pt x="103082" y="240844"/>
                  </a:lnTo>
                  <a:lnTo>
                    <a:pt x="102990" y="240551"/>
                  </a:lnTo>
                  <a:lnTo>
                    <a:pt x="103048" y="240260"/>
                  </a:lnTo>
                  <a:lnTo>
                    <a:pt x="102983" y="239768"/>
                  </a:lnTo>
                  <a:lnTo>
                    <a:pt x="102903" y="239361"/>
                  </a:lnTo>
                  <a:lnTo>
                    <a:pt x="102751" y="239040"/>
                  </a:lnTo>
                  <a:lnTo>
                    <a:pt x="102514" y="238673"/>
                  </a:lnTo>
                  <a:lnTo>
                    <a:pt x="102221" y="237588"/>
                  </a:lnTo>
                  <a:lnTo>
                    <a:pt x="102024" y="237031"/>
                  </a:lnTo>
                  <a:lnTo>
                    <a:pt x="101870" y="236735"/>
                  </a:lnTo>
                  <a:lnTo>
                    <a:pt x="101670" y="236436"/>
                  </a:lnTo>
                  <a:lnTo>
                    <a:pt x="101455" y="236198"/>
                  </a:lnTo>
                  <a:lnTo>
                    <a:pt x="101294" y="236060"/>
                  </a:lnTo>
                  <a:lnTo>
                    <a:pt x="100956" y="235845"/>
                  </a:lnTo>
                  <a:lnTo>
                    <a:pt x="100782" y="235774"/>
                  </a:lnTo>
                  <a:lnTo>
                    <a:pt x="100578" y="235722"/>
                  </a:lnTo>
                  <a:lnTo>
                    <a:pt x="100231" y="235633"/>
                  </a:lnTo>
                  <a:lnTo>
                    <a:pt x="100170" y="234963"/>
                  </a:lnTo>
                  <a:lnTo>
                    <a:pt x="100292" y="234578"/>
                  </a:lnTo>
                  <a:lnTo>
                    <a:pt x="100351" y="234394"/>
                  </a:lnTo>
                  <a:lnTo>
                    <a:pt x="100449" y="233983"/>
                  </a:lnTo>
                  <a:lnTo>
                    <a:pt x="100656" y="234025"/>
                  </a:lnTo>
                  <a:lnTo>
                    <a:pt x="100570" y="233729"/>
                  </a:lnTo>
                  <a:lnTo>
                    <a:pt x="100707" y="233537"/>
                  </a:lnTo>
                  <a:lnTo>
                    <a:pt x="100862" y="233321"/>
                  </a:lnTo>
                  <a:lnTo>
                    <a:pt x="101153" y="232817"/>
                  </a:lnTo>
                  <a:lnTo>
                    <a:pt x="101279" y="232509"/>
                  </a:lnTo>
                  <a:lnTo>
                    <a:pt x="101330" y="232271"/>
                  </a:lnTo>
                  <a:lnTo>
                    <a:pt x="101402" y="231941"/>
                  </a:lnTo>
                  <a:lnTo>
                    <a:pt x="101468" y="231695"/>
                  </a:lnTo>
                  <a:lnTo>
                    <a:pt x="101528" y="231328"/>
                  </a:lnTo>
                  <a:lnTo>
                    <a:pt x="101547" y="230972"/>
                  </a:lnTo>
                  <a:lnTo>
                    <a:pt x="101532" y="230722"/>
                  </a:lnTo>
                  <a:lnTo>
                    <a:pt x="101477" y="230524"/>
                  </a:lnTo>
                  <a:lnTo>
                    <a:pt x="101441" y="230393"/>
                  </a:lnTo>
                  <a:lnTo>
                    <a:pt x="101135" y="229792"/>
                  </a:lnTo>
                  <a:lnTo>
                    <a:pt x="101096" y="229551"/>
                  </a:lnTo>
                  <a:lnTo>
                    <a:pt x="100989" y="229392"/>
                  </a:lnTo>
                  <a:lnTo>
                    <a:pt x="101109" y="228830"/>
                  </a:lnTo>
                  <a:lnTo>
                    <a:pt x="101113" y="228597"/>
                  </a:lnTo>
                  <a:lnTo>
                    <a:pt x="101087" y="228163"/>
                  </a:lnTo>
                  <a:lnTo>
                    <a:pt x="101020" y="227857"/>
                  </a:lnTo>
                  <a:lnTo>
                    <a:pt x="100856" y="227343"/>
                  </a:lnTo>
                  <a:lnTo>
                    <a:pt x="100796" y="227152"/>
                  </a:lnTo>
                  <a:lnTo>
                    <a:pt x="100582" y="226630"/>
                  </a:lnTo>
                  <a:lnTo>
                    <a:pt x="100542" y="226479"/>
                  </a:lnTo>
                  <a:lnTo>
                    <a:pt x="100542" y="226165"/>
                  </a:lnTo>
                  <a:lnTo>
                    <a:pt x="100520" y="225908"/>
                  </a:lnTo>
                  <a:lnTo>
                    <a:pt x="100360" y="225312"/>
                  </a:lnTo>
                  <a:lnTo>
                    <a:pt x="100193" y="224673"/>
                  </a:lnTo>
                  <a:lnTo>
                    <a:pt x="100155" y="224464"/>
                  </a:lnTo>
                  <a:lnTo>
                    <a:pt x="100083" y="224270"/>
                  </a:lnTo>
                  <a:lnTo>
                    <a:pt x="99957" y="224081"/>
                  </a:lnTo>
                  <a:lnTo>
                    <a:pt x="99869" y="223815"/>
                  </a:lnTo>
                  <a:lnTo>
                    <a:pt x="99836" y="223595"/>
                  </a:lnTo>
                  <a:lnTo>
                    <a:pt x="100119" y="223549"/>
                  </a:lnTo>
                  <a:lnTo>
                    <a:pt x="100426" y="223352"/>
                  </a:lnTo>
                  <a:lnTo>
                    <a:pt x="100830" y="222991"/>
                  </a:lnTo>
                  <a:lnTo>
                    <a:pt x="101222" y="222580"/>
                  </a:lnTo>
                  <a:lnTo>
                    <a:pt x="101549" y="222096"/>
                  </a:lnTo>
                  <a:lnTo>
                    <a:pt x="101717" y="221796"/>
                  </a:lnTo>
                  <a:lnTo>
                    <a:pt x="101776" y="221537"/>
                  </a:lnTo>
                  <a:lnTo>
                    <a:pt x="101848" y="221377"/>
                  </a:lnTo>
                  <a:lnTo>
                    <a:pt x="102179" y="220854"/>
                  </a:lnTo>
                  <a:lnTo>
                    <a:pt x="102275" y="220584"/>
                  </a:lnTo>
                  <a:lnTo>
                    <a:pt x="102284" y="220428"/>
                  </a:lnTo>
                  <a:lnTo>
                    <a:pt x="102209" y="220273"/>
                  </a:lnTo>
                  <a:lnTo>
                    <a:pt x="102187" y="219654"/>
                  </a:lnTo>
                  <a:lnTo>
                    <a:pt x="101972" y="219357"/>
                  </a:lnTo>
                  <a:lnTo>
                    <a:pt x="101734" y="219086"/>
                  </a:lnTo>
                  <a:lnTo>
                    <a:pt x="101582" y="218943"/>
                  </a:lnTo>
                  <a:lnTo>
                    <a:pt x="101431" y="218801"/>
                  </a:lnTo>
                  <a:lnTo>
                    <a:pt x="101054" y="218592"/>
                  </a:lnTo>
                  <a:lnTo>
                    <a:pt x="100483" y="218102"/>
                  </a:lnTo>
                  <a:lnTo>
                    <a:pt x="100524" y="217951"/>
                  </a:lnTo>
                  <a:lnTo>
                    <a:pt x="100585" y="217816"/>
                  </a:lnTo>
                  <a:lnTo>
                    <a:pt x="100614" y="217624"/>
                  </a:lnTo>
                  <a:lnTo>
                    <a:pt x="100617" y="217421"/>
                  </a:lnTo>
                  <a:lnTo>
                    <a:pt x="100569" y="216879"/>
                  </a:lnTo>
                  <a:lnTo>
                    <a:pt x="100594" y="216663"/>
                  </a:lnTo>
                  <a:lnTo>
                    <a:pt x="100621" y="216426"/>
                  </a:lnTo>
                  <a:lnTo>
                    <a:pt x="100634" y="216034"/>
                  </a:lnTo>
                  <a:lnTo>
                    <a:pt x="100665" y="215676"/>
                  </a:lnTo>
                  <a:lnTo>
                    <a:pt x="100634" y="215479"/>
                  </a:lnTo>
                  <a:lnTo>
                    <a:pt x="100738" y="215091"/>
                  </a:lnTo>
                  <a:lnTo>
                    <a:pt x="100761" y="214899"/>
                  </a:lnTo>
                  <a:lnTo>
                    <a:pt x="100913" y="215066"/>
                  </a:lnTo>
                  <a:lnTo>
                    <a:pt x="101197" y="215218"/>
                  </a:lnTo>
                  <a:lnTo>
                    <a:pt x="101327" y="215288"/>
                  </a:lnTo>
                  <a:lnTo>
                    <a:pt x="101777" y="215481"/>
                  </a:lnTo>
                  <a:lnTo>
                    <a:pt x="101672" y="215074"/>
                  </a:lnTo>
                  <a:lnTo>
                    <a:pt x="101774" y="214473"/>
                  </a:lnTo>
                  <a:lnTo>
                    <a:pt x="101875" y="214718"/>
                  </a:lnTo>
                  <a:lnTo>
                    <a:pt x="102193" y="214987"/>
                  </a:lnTo>
                  <a:lnTo>
                    <a:pt x="102048" y="214849"/>
                  </a:lnTo>
                  <a:lnTo>
                    <a:pt x="101938" y="214665"/>
                  </a:lnTo>
                  <a:lnTo>
                    <a:pt x="101792" y="214131"/>
                  </a:lnTo>
                  <a:lnTo>
                    <a:pt x="102124" y="213913"/>
                  </a:lnTo>
                  <a:lnTo>
                    <a:pt x="102434" y="214271"/>
                  </a:lnTo>
                  <a:lnTo>
                    <a:pt x="102441" y="214409"/>
                  </a:lnTo>
                  <a:lnTo>
                    <a:pt x="102653" y="214444"/>
                  </a:lnTo>
                  <a:lnTo>
                    <a:pt x="102529" y="214105"/>
                  </a:lnTo>
                  <a:lnTo>
                    <a:pt x="102395" y="213737"/>
                  </a:lnTo>
                  <a:lnTo>
                    <a:pt x="102348" y="213606"/>
                  </a:lnTo>
                  <a:lnTo>
                    <a:pt x="102129" y="213503"/>
                  </a:lnTo>
                  <a:lnTo>
                    <a:pt x="101956" y="213235"/>
                  </a:lnTo>
                  <a:lnTo>
                    <a:pt x="101827" y="213034"/>
                  </a:lnTo>
                  <a:lnTo>
                    <a:pt x="101741" y="212693"/>
                  </a:lnTo>
                  <a:lnTo>
                    <a:pt x="101956" y="212536"/>
                  </a:lnTo>
                  <a:lnTo>
                    <a:pt x="102113" y="212477"/>
                  </a:lnTo>
                  <a:lnTo>
                    <a:pt x="102247" y="212362"/>
                  </a:lnTo>
                  <a:lnTo>
                    <a:pt x="102354" y="212170"/>
                  </a:lnTo>
                  <a:lnTo>
                    <a:pt x="102372" y="212022"/>
                  </a:lnTo>
                  <a:lnTo>
                    <a:pt x="102452" y="211757"/>
                  </a:lnTo>
                  <a:lnTo>
                    <a:pt x="102541" y="211614"/>
                  </a:lnTo>
                  <a:lnTo>
                    <a:pt x="102888" y="211635"/>
                  </a:lnTo>
                  <a:lnTo>
                    <a:pt x="103702" y="211671"/>
                  </a:lnTo>
                  <a:lnTo>
                    <a:pt x="103851" y="211648"/>
                  </a:lnTo>
                  <a:lnTo>
                    <a:pt x="103987" y="211627"/>
                  </a:lnTo>
                  <a:lnTo>
                    <a:pt x="104215" y="211592"/>
                  </a:lnTo>
                  <a:lnTo>
                    <a:pt x="104850" y="211352"/>
                  </a:lnTo>
                  <a:lnTo>
                    <a:pt x="105180" y="211254"/>
                  </a:lnTo>
                  <a:lnTo>
                    <a:pt x="105438" y="210983"/>
                  </a:lnTo>
                  <a:lnTo>
                    <a:pt x="105759" y="210844"/>
                  </a:lnTo>
                  <a:lnTo>
                    <a:pt x="105923" y="210745"/>
                  </a:lnTo>
                  <a:lnTo>
                    <a:pt x="106088" y="210646"/>
                  </a:lnTo>
                  <a:lnTo>
                    <a:pt x="106848" y="209953"/>
                  </a:lnTo>
                  <a:lnTo>
                    <a:pt x="106901" y="209778"/>
                  </a:lnTo>
                  <a:lnTo>
                    <a:pt x="107135" y="209504"/>
                  </a:lnTo>
                  <a:lnTo>
                    <a:pt x="107385" y="209279"/>
                  </a:lnTo>
                  <a:lnTo>
                    <a:pt x="107413" y="209087"/>
                  </a:lnTo>
                  <a:lnTo>
                    <a:pt x="107797" y="208664"/>
                  </a:lnTo>
                  <a:lnTo>
                    <a:pt x="108076" y="208501"/>
                  </a:lnTo>
                  <a:lnTo>
                    <a:pt x="108347" y="208361"/>
                  </a:lnTo>
                  <a:lnTo>
                    <a:pt x="108545" y="208313"/>
                  </a:lnTo>
                  <a:lnTo>
                    <a:pt x="108750" y="208298"/>
                  </a:lnTo>
                  <a:lnTo>
                    <a:pt x="108905" y="208254"/>
                  </a:lnTo>
                  <a:lnTo>
                    <a:pt x="109424" y="208068"/>
                  </a:lnTo>
                  <a:lnTo>
                    <a:pt x="109719" y="207877"/>
                  </a:lnTo>
                  <a:lnTo>
                    <a:pt x="109958" y="207709"/>
                  </a:lnTo>
                  <a:lnTo>
                    <a:pt x="110298" y="207428"/>
                  </a:lnTo>
                  <a:lnTo>
                    <a:pt x="110554" y="207133"/>
                  </a:lnTo>
                  <a:lnTo>
                    <a:pt x="111092" y="206638"/>
                  </a:lnTo>
                  <a:lnTo>
                    <a:pt x="111513" y="206209"/>
                  </a:lnTo>
                  <a:lnTo>
                    <a:pt x="112315" y="205655"/>
                  </a:lnTo>
                  <a:lnTo>
                    <a:pt x="112450" y="205607"/>
                  </a:lnTo>
                  <a:lnTo>
                    <a:pt x="112714" y="205620"/>
                  </a:lnTo>
                  <a:lnTo>
                    <a:pt x="112882" y="205603"/>
                  </a:lnTo>
                  <a:lnTo>
                    <a:pt x="112673" y="205481"/>
                  </a:lnTo>
                  <a:lnTo>
                    <a:pt x="112377" y="205486"/>
                  </a:lnTo>
                  <a:lnTo>
                    <a:pt x="112180" y="205538"/>
                  </a:lnTo>
                  <a:lnTo>
                    <a:pt x="112414" y="205296"/>
                  </a:lnTo>
                  <a:lnTo>
                    <a:pt x="112572" y="205134"/>
                  </a:lnTo>
                  <a:lnTo>
                    <a:pt x="112890" y="204838"/>
                  </a:lnTo>
                  <a:lnTo>
                    <a:pt x="113192" y="204638"/>
                  </a:lnTo>
                  <a:lnTo>
                    <a:pt x="113470" y="204487"/>
                  </a:lnTo>
                  <a:lnTo>
                    <a:pt x="113812" y="204173"/>
                  </a:lnTo>
                  <a:lnTo>
                    <a:pt x="114186" y="203659"/>
                  </a:lnTo>
                  <a:lnTo>
                    <a:pt x="114464" y="203264"/>
                  </a:lnTo>
                  <a:lnTo>
                    <a:pt x="114482" y="203104"/>
                  </a:lnTo>
                  <a:lnTo>
                    <a:pt x="115047" y="202404"/>
                  </a:lnTo>
                  <a:lnTo>
                    <a:pt x="115324" y="202269"/>
                  </a:lnTo>
                  <a:lnTo>
                    <a:pt x="115890" y="202050"/>
                  </a:lnTo>
                  <a:lnTo>
                    <a:pt x="116176" y="201871"/>
                  </a:lnTo>
                  <a:lnTo>
                    <a:pt x="116690" y="201749"/>
                  </a:lnTo>
                  <a:lnTo>
                    <a:pt x="116938" y="201706"/>
                  </a:lnTo>
                  <a:lnTo>
                    <a:pt x="117239" y="201582"/>
                  </a:lnTo>
                  <a:lnTo>
                    <a:pt x="117811" y="201425"/>
                  </a:lnTo>
                  <a:lnTo>
                    <a:pt x="118222" y="201119"/>
                  </a:lnTo>
                  <a:lnTo>
                    <a:pt x="118393" y="201036"/>
                  </a:lnTo>
                  <a:lnTo>
                    <a:pt x="118673" y="200814"/>
                  </a:lnTo>
                  <a:lnTo>
                    <a:pt x="118875" y="200686"/>
                  </a:lnTo>
                  <a:lnTo>
                    <a:pt x="119096" y="200547"/>
                  </a:lnTo>
                  <a:lnTo>
                    <a:pt x="119433" y="200415"/>
                  </a:lnTo>
                  <a:lnTo>
                    <a:pt x="120077" y="200049"/>
                  </a:lnTo>
                  <a:lnTo>
                    <a:pt x="120924" y="199808"/>
                  </a:lnTo>
                  <a:lnTo>
                    <a:pt x="121101" y="199728"/>
                  </a:lnTo>
                  <a:lnTo>
                    <a:pt x="121713" y="199271"/>
                  </a:lnTo>
                  <a:lnTo>
                    <a:pt x="121941" y="199027"/>
                  </a:lnTo>
                  <a:lnTo>
                    <a:pt x="122351" y="198722"/>
                  </a:lnTo>
                  <a:lnTo>
                    <a:pt x="122422" y="198538"/>
                  </a:lnTo>
                  <a:lnTo>
                    <a:pt x="122743" y="198226"/>
                  </a:lnTo>
                  <a:lnTo>
                    <a:pt x="122848" y="197946"/>
                  </a:lnTo>
                  <a:lnTo>
                    <a:pt x="122851" y="197789"/>
                  </a:lnTo>
                  <a:lnTo>
                    <a:pt x="122944" y="197469"/>
                  </a:lnTo>
                  <a:lnTo>
                    <a:pt x="122975" y="197083"/>
                  </a:lnTo>
                  <a:lnTo>
                    <a:pt x="122861" y="196358"/>
                  </a:lnTo>
                  <a:lnTo>
                    <a:pt x="123056" y="196450"/>
                  </a:lnTo>
                  <a:lnTo>
                    <a:pt x="123314" y="196760"/>
                  </a:lnTo>
                  <a:lnTo>
                    <a:pt x="123480" y="196756"/>
                  </a:lnTo>
                  <a:lnTo>
                    <a:pt x="123701" y="196355"/>
                  </a:lnTo>
                  <a:lnTo>
                    <a:pt x="124258" y="196349"/>
                  </a:lnTo>
                  <a:lnTo>
                    <a:pt x="125041" y="196267"/>
                  </a:lnTo>
                  <a:lnTo>
                    <a:pt x="125334" y="196196"/>
                  </a:lnTo>
                  <a:lnTo>
                    <a:pt x="125780" y="196422"/>
                  </a:lnTo>
                  <a:lnTo>
                    <a:pt x="125893" y="196650"/>
                  </a:lnTo>
                  <a:lnTo>
                    <a:pt x="126227" y="197406"/>
                  </a:lnTo>
                  <a:lnTo>
                    <a:pt x="126488" y="197552"/>
                  </a:lnTo>
                  <a:lnTo>
                    <a:pt x="126558" y="197197"/>
                  </a:lnTo>
                  <a:lnTo>
                    <a:pt x="126537" y="196650"/>
                  </a:lnTo>
                  <a:lnTo>
                    <a:pt x="126307" y="196270"/>
                  </a:lnTo>
                  <a:lnTo>
                    <a:pt x="125925" y="196119"/>
                  </a:lnTo>
                  <a:lnTo>
                    <a:pt x="125612" y="195747"/>
                  </a:lnTo>
                  <a:lnTo>
                    <a:pt x="125258" y="195506"/>
                  </a:lnTo>
                  <a:lnTo>
                    <a:pt x="125493" y="195126"/>
                  </a:lnTo>
                  <a:lnTo>
                    <a:pt x="126040" y="194864"/>
                  </a:lnTo>
                  <a:lnTo>
                    <a:pt x="126328" y="194947"/>
                  </a:lnTo>
                  <a:lnTo>
                    <a:pt x="126531" y="194510"/>
                  </a:lnTo>
                  <a:lnTo>
                    <a:pt x="126493" y="194173"/>
                  </a:lnTo>
                  <a:lnTo>
                    <a:pt x="126551" y="194027"/>
                  </a:lnTo>
                  <a:lnTo>
                    <a:pt x="127052" y="193760"/>
                  </a:lnTo>
                  <a:lnTo>
                    <a:pt x="126826" y="193710"/>
                  </a:lnTo>
                  <a:lnTo>
                    <a:pt x="126445" y="193580"/>
                  </a:lnTo>
                  <a:lnTo>
                    <a:pt x="126228" y="193693"/>
                  </a:lnTo>
                  <a:lnTo>
                    <a:pt x="125816" y="193540"/>
                  </a:lnTo>
                  <a:lnTo>
                    <a:pt x="125705" y="193271"/>
                  </a:lnTo>
                  <a:lnTo>
                    <a:pt x="125332" y="193517"/>
                  </a:lnTo>
                  <a:lnTo>
                    <a:pt x="125093" y="194111"/>
                  </a:lnTo>
                  <a:lnTo>
                    <a:pt x="125144" y="194291"/>
                  </a:lnTo>
                  <a:lnTo>
                    <a:pt x="124931" y="194461"/>
                  </a:lnTo>
                  <a:lnTo>
                    <a:pt x="124903" y="194209"/>
                  </a:lnTo>
                  <a:lnTo>
                    <a:pt x="124490" y="194328"/>
                  </a:lnTo>
                  <a:lnTo>
                    <a:pt x="124468" y="194515"/>
                  </a:lnTo>
                  <a:lnTo>
                    <a:pt x="124206" y="194597"/>
                  </a:lnTo>
                  <a:lnTo>
                    <a:pt x="124038" y="194546"/>
                  </a:lnTo>
                  <a:lnTo>
                    <a:pt x="123780" y="194645"/>
                  </a:lnTo>
                  <a:lnTo>
                    <a:pt x="123562" y="194560"/>
                  </a:lnTo>
                  <a:lnTo>
                    <a:pt x="123577" y="195083"/>
                  </a:lnTo>
                  <a:lnTo>
                    <a:pt x="123410" y="195406"/>
                  </a:lnTo>
                  <a:lnTo>
                    <a:pt x="122990" y="195420"/>
                  </a:lnTo>
                  <a:lnTo>
                    <a:pt x="123032" y="195814"/>
                  </a:lnTo>
                  <a:lnTo>
                    <a:pt x="122996" y="195959"/>
                  </a:lnTo>
                  <a:lnTo>
                    <a:pt x="122952" y="196134"/>
                  </a:lnTo>
                  <a:lnTo>
                    <a:pt x="122744" y="196153"/>
                  </a:lnTo>
                  <a:lnTo>
                    <a:pt x="122561" y="196145"/>
                  </a:lnTo>
                  <a:lnTo>
                    <a:pt x="122339" y="196025"/>
                  </a:lnTo>
                  <a:lnTo>
                    <a:pt x="121988" y="195836"/>
                  </a:lnTo>
                  <a:lnTo>
                    <a:pt x="121784" y="196055"/>
                  </a:lnTo>
                  <a:lnTo>
                    <a:pt x="121522" y="196422"/>
                  </a:lnTo>
                  <a:lnTo>
                    <a:pt x="121062" y="196545"/>
                  </a:lnTo>
                  <a:lnTo>
                    <a:pt x="120916" y="196544"/>
                  </a:lnTo>
                  <a:lnTo>
                    <a:pt x="120916" y="196963"/>
                  </a:lnTo>
                  <a:lnTo>
                    <a:pt x="120536" y="196964"/>
                  </a:lnTo>
                  <a:lnTo>
                    <a:pt x="120535" y="196324"/>
                  </a:lnTo>
                  <a:lnTo>
                    <a:pt x="120849" y="196192"/>
                  </a:lnTo>
                  <a:lnTo>
                    <a:pt x="121230" y="196192"/>
                  </a:lnTo>
                  <a:lnTo>
                    <a:pt x="121230" y="196017"/>
                  </a:lnTo>
                  <a:lnTo>
                    <a:pt x="121230" y="195795"/>
                  </a:lnTo>
                  <a:lnTo>
                    <a:pt x="121536" y="195800"/>
                  </a:lnTo>
                  <a:lnTo>
                    <a:pt x="121603" y="195650"/>
                  </a:lnTo>
                  <a:lnTo>
                    <a:pt x="121442" y="195424"/>
                  </a:lnTo>
                  <a:lnTo>
                    <a:pt x="121241" y="194864"/>
                  </a:lnTo>
                  <a:lnTo>
                    <a:pt x="121035" y="194550"/>
                  </a:lnTo>
                  <a:lnTo>
                    <a:pt x="121068" y="194271"/>
                  </a:lnTo>
                  <a:lnTo>
                    <a:pt x="121056" y="193984"/>
                  </a:lnTo>
                  <a:lnTo>
                    <a:pt x="120851" y="193950"/>
                  </a:lnTo>
                  <a:lnTo>
                    <a:pt x="120824" y="193196"/>
                  </a:lnTo>
                  <a:lnTo>
                    <a:pt x="120944" y="192906"/>
                  </a:lnTo>
                  <a:lnTo>
                    <a:pt x="121359" y="192272"/>
                  </a:lnTo>
                  <a:lnTo>
                    <a:pt x="121657" y="191978"/>
                  </a:lnTo>
                  <a:lnTo>
                    <a:pt x="121964" y="191676"/>
                  </a:lnTo>
                  <a:lnTo>
                    <a:pt x="122361" y="191542"/>
                  </a:lnTo>
                  <a:lnTo>
                    <a:pt x="122737" y="191693"/>
                  </a:lnTo>
                  <a:lnTo>
                    <a:pt x="122825" y="191533"/>
                  </a:lnTo>
                  <a:lnTo>
                    <a:pt x="122824" y="191368"/>
                  </a:lnTo>
                  <a:lnTo>
                    <a:pt x="123187" y="190554"/>
                  </a:lnTo>
                  <a:lnTo>
                    <a:pt x="123655" y="190505"/>
                  </a:lnTo>
                  <a:lnTo>
                    <a:pt x="123960" y="190496"/>
                  </a:lnTo>
                  <a:lnTo>
                    <a:pt x="124184" y="190463"/>
                  </a:lnTo>
                  <a:lnTo>
                    <a:pt x="124361" y="190387"/>
                  </a:lnTo>
                  <a:lnTo>
                    <a:pt x="124583" y="189636"/>
                  </a:lnTo>
                  <a:lnTo>
                    <a:pt x="124748" y="189553"/>
                  </a:lnTo>
                  <a:lnTo>
                    <a:pt x="124881" y="189286"/>
                  </a:lnTo>
                  <a:lnTo>
                    <a:pt x="124751" y="188792"/>
                  </a:lnTo>
                  <a:lnTo>
                    <a:pt x="124809" y="188485"/>
                  </a:lnTo>
                  <a:lnTo>
                    <a:pt x="124986" y="188506"/>
                  </a:lnTo>
                  <a:lnTo>
                    <a:pt x="125852" y="188725"/>
                  </a:lnTo>
                  <a:lnTo>
                    <a:pt x="125832" y="188361"/>
                  </a:lnTo>
                  <a:lnTo>
                    <a:pt x="125977" y="188056"/>
                  </a:lnTo>
                  <a:lnTo>
                    <a:pt x="126364" y="187766"/>
                  </a:lnTo>
                  <a:lnTo>
                    <a:pt x="126580" y="187826"/>
                  </a:lnTo>
                  <a:lnTo>
                    <a:pt x="126711" y="188005"/>
                  </a:lnTo>
                  <a:lnTo>
                    <a:pt x="127024" y="187917"/>
                  </a:lnTo>
                  <a:lnTo>
                    <a:pt x="127322" y="188235"/>
                  </a:lnTo>
                  <a:lnTo>
                    <a:pt x="127077" y="188435"/>
                  </a:lnTo>
                  <a:lnTo>
                    <a:pt x="126903" y="188616"/>
                  </a:lnTo>
                  <a:lnTo>
                    <a:pt x="126935" y="188881"/>
                  </a:lnTo>
                  <a:lnTo>
                    <a:pt x="127112" y="189122"/>
                  </a:lnTo>
                  <a:lnTo>
                    <a:pt x="127313" y="189288"/>
                  </a:lnTo>
                  <a:lnTo>
                    <a:pt x="127471" y="189336"/>
                  </a:lnTo>
                  <a:lnTo>
                    <a:pt x="127805" y="189214"/>
                  </a:lnTo>
                  <a:lnTo>
                    <a:pt x="128077" y="189114"/>
                  </a:lnTo>
                  <a:lnTo>
                    <a:pt x="128761" y="189037"/>
                  </a:lnTo>
                  <a:lnTo>
                    <a:pt x="128898" y="189006"/>
                  </a:lnTo>
                  <a:lnTo>
                    <a:pt x="129160" y="189226"/>
                  </a:lnTo>
                  <a:lnTo>
                    <a:pt x="129394" y="189475"/>
                  </a:lnTo>
                  <a:lnTo>
                    <a:pt x="129316" y="189218"/>
                  </a:lnTo>
                  <a:lnTo>
                    <a:pt x="129730" y="189368"/>
                  </a:lnTo>
                  <a:lnTo>
                    <a:pt x="129892" y="189642"/>
                  </a:lnTo>
                  <a:lnTo>
                    <a:pt x="130041" y="189703"/>
                  </a:lnTo>
                  <a:lnTo>
                    <a:pt x="130202" y="189850"/>
                  </a:lnTo>
                  <a:lnTo>
                    <a:pt x="130248" y="189983"/>
                  </a:lnTo>
                  <a:lnTo>
                    <a:pt x="130385" y="190195"/>
                  </a:lnTo>
                  <a:lnTo>
                    <a:pt x="130729" y="190745"/>
                  </a:lnTo>
                  <a:lnTo>
                    <a:pt x="131200" y="190722"/>
                  </a:lnTo>
                  <a:lnTo>
                    <a:pt x="131299" y="190318"/>
                  </a:lnTo>
                  <a:lnTo>
                    <a:pt x="131605" y="190049"/>
                  </a:lnTo>
                  <a:lnTo>
                    <a:pt x="132240" y="190221"/>
                  </a:lnTo>
                  <a:lnTo>
                    <a:pt x="132197" y="189885"/>
                  </a:lnTo>
                  <a:lnTo>
                    <a:pt x="132611" y="189973"/>
                  </a:lnTo>
                  <a:lnTo>
                    <a:pt x="132785" y="190322"/>
                  </a:lnTo>
                  <a:lnTo>
                    <a:pt x="132884" y="190756"/>
                  </a:lnTo>
                  <a:lnTo>
                    <a:pt x="133012" y="191186"/>
                  </a:lnTo>
                  <a:lnTo>
                    <a:pt x="133026" y="191371"/>
                  </a:lnTo>
                  <a:lnTo>
                    <a:pt x="133180" y="191765"/>
                  </a:lnTo>
                  <a:lnTo>
                    <a:pt x="133183" y="191440"/>
                  </a:lnTo>
                  <a:lnTo>
                    <a:pt x="133335" y="191186"/>
                  </a:lnTo>
                  <a:lnTo>
                    <a:pt x="133498" y="191119"/>
                  </a:lnTo>
                  <a:lnTo>
                    <a:pt x="133718" y="191094"/>
                  </a:lnTo>
                  <a:lnTo>
                    <a:pt x="133959" y="191093"/>
                  </a:lnTo>
                  <a:lnTo>
                    <a:pt x="134435" y="190994"/>
                  </a:lnTo>
                  <a:lnTo>
                    <a:pt x="134680" y="190892"/>
                  </a:lnTo>
                  <a:lnTo>
                    <a:pt x="135045" y="190619"/>
                  </a:lnTo>
                  <a:lnTo>
                    <a:pt x="135158" y="190444"/>
                  </a:lnTo>
                  <a:lnTo>
                    <a:pt x="135242" y="190233"/>
                  </a:lnTo>
                  <a:lnTo>
                    <a:pt x="135406" y="190089"/>
                  </a:lnTo>
                  <a:lnTo>
                    <a:pt x="135366" y="190329"/>
                  </a:lnTo>
                  <a:lnTo>
                    <a:pt x="135323" y="190591"/>
                  </a:lnTo>
                  <a:lnTo>
                    <a:pt x="135347" y="190953"/>
                  </a:lnTo>
                  <a:lnTo>
                    <a:pt x="135026" y="191000"/>
                  </a:lnTo>
                  <a:lnTo>
                    <a:pt x="134776" y="191411"/>
                  </a:lnTo>
                  <a:lnTo>
                    <a:pt x="134911" y="191355"/>
                  </a:lnTo>
                  <a:lnTo>
                    <a:pt x="135228" y="191396"/>
                  </a:lnTo>
                  <a:lnTo>
                    <a:pt x="135557" y="191095"/>
                  </a:lnTo>
                  <a:lnTo>
                    <a:pt x="135688" y="190881"/>
                  </a:lnTo>
                  <a:lnTo>
                    <a:pt x="136027" y="190473"/>
                  </a:lnTo>
                  <a:lnTo>
                    <a:pt x="136198" y="190456"/>
                  </a:lnTo>
                  <a:lnTo>
                    <a:pt x="136351" y="190577"/>
                  </a:lnTo>
                  <a:lnTo>
                    <a:pt x="136632" y="190676"/>
                  </a:lnTo>
                  <a:lnTo>
                    <a:pt x="136587" y="190402"/>
                  </a:lnTo>
                  <a:lnTo>
                    <a:pt x="136992" y="190421"/>
                  </a:lnTo>
                  <a:lnTo>
                    <a:pt x="136807" y="190333"/>
                  </a:lnTo>
                  <a:lnTo>
                    <a:pt x="136623" y="190284"/>
                  </a:lnTo>
                  <a:lnTo>
                    <a:pt x="136415" y="190216"/>
                  </a:lnTo>
                  <a:lnTo>
                    <a:pt x="136218" y="190182"/>
                  </a:lnTo>
                  <a:lnTo>
                    <a:pt x="135785" y="190144"/>
                  </a:lnTo>
                  <a:lnTo>
                    <a:pt x="135606" y="190063"/>
                  </a:lnTo>
                  <a:lnTo>
                    <a:pt x="135414" y="189766"/>
                  </a:lnTo>
                  <a:lnTo>
                    <a:pt x="135035" y="189885"/>
                  </a:lnTo>
                  <a:lnTo>
                    <a:pt x="134748" y="189452"/>
                  </a:lnTo>
                  <a:lnTo>
                    <a:pt x="134955" y="189118"/>
                  </a:lnTo>
                  <a:lnTo>
                    <a:pt x="134991" y="188969"/>
                  </a:lnTo>
                  <a:lnTo>
                    <a:pt x="134711" y="188375"/>
                  </a:lnTo>
                  <a:lnTo>
                    <a:pt x="134763" y="188173"/>
                  </a:lnTo>
                  <a:lnTo>
                    <a:pt x="135030" y="187880"/>
                  </a:lnTo>
                  <a:lnTo>
                    <a:pt x="136528" y="188267"/>
                  </a:lnTo>
                  <a:lnTo>
                    <a:pt x="136200" y="187771"/>
                  </a:lnTo>
                  <a:lnTo>
                    <a:pt x="135888" y="187674"/>
                  </a:lnTo>
                  <a:lnTo>
                    <a:pt x="135720" y="187694"/>
                  </a:lnTo>
                  <a:lnTo>
                    <a:pt x="135259" y="187808"/>
                  </a:lnTo>
                  <a:lnTo>
                    <a:pt x="135117" y="187573"/>
                  </a:lnTo>
                  <a:lnTo>
                    <a:pt x="135183" y="187174"/>
                  </a:lnTo>
                  <a:lnTo>
                    <a:pt x="135227" y="186915"/>
                  </a:lnTo>
                  <a:lnTo>
                    <a:pt x="135469" y="186500"/>
                  </a:lnTo>
                  <a:lnTo>
                    <a:pt x="135640" y="186433"/>
                  </a:lnTo>
                  <a:lnTo>
                    <a:pt x="135797" y="186417"/>
                  </a:lnTo>
                  <a:lnTo>
                    <a:pt x="135988" y="186396"/>
                  </a:lnTo>
                  <a:lnTo>
                    <a:pt x="136551" y="185824"/>
                  </a:lnTo>
                  <a:lnTo>
                    <a:pt x="136745" y="185560"/>
                  </a:lnTo>
                  <a:lnTo>
                    <a:pt x="136899" y="185223"/>
                  </a:lnTo>
                  <a:lnTo>
                    <a:pt x="137084" y="185007"/>
                  </a:lnTo>
                  <a:lnTo>
                    <a:pt x="137507" y="184810"/>
                  </a:lnTo>
                  <a:lnTo>
                    <a:pt x="137751" y="184732"/>
                  </a:lnTo>
                  <a:lnTo>
                    <a:pt x="138389" y="184407"/>
                  </a:lnTo>
                  <a:lnTo>
                    <a:pt x="138549" y="184438"/>
                  </a:lnTo>
                  <a:lnTo>
                    <a:pt x="139054" y="184443"/>
                  </a:lnTo>
                  <a:lnTo>
                    <a:pt x="139338" y="184441"/>
                  </a:lnTo>
                  <a:lnTo>
                    <a:pt x="139567" y="184397"/>
                  </a:lnTo>
                  <a:lnTo>
                    <a:pt x="139879" y="184283"/>
                  </a:lnTo>
                  <a:lnTo>
                    <a:pt x="142806" y="184194"/>
                  </a:lnTo>
                  <a:lnTo>
                    <a:pt x="142838" y="184589"/>
                  </a:lnTo>
                  <a:lnTo>
                    <a:pt x="142821" y="184740"/>
                  </a:lnTo>
                  <a:lnTo>
                    <a:pt x="142817" y="185141"/>
                  </a:lnTo>
                  <a:lnTo>
                    <a:pt x="143032" y="185319"/>
                  </a:lnTo>
                  <a:lnTo>
                    <a:pt x="143008" y="184932"/>
                  </a:lnTo>
                  <a:lnTo>
                    <a:pt x="143132" y="184748"/>
                  </a:lnTo>
                  <a:lnTo>
                    <a:pt x="143534" y="185251"/>
                  </a:lnTo>
                  <a:lnTo>
                    <a:pt x="144062" y="185675"/>
                  </a:lnTo>
                  <a:lnTo>
                    <a:pt x="144357" y="185742"/>
                  </a:lnTo>
                  <a:lnTo>
                    <a:pt x="144859" y="185697"/>
                  </a:lnTo>
                  <a:lnTo>
                    <a:pt x="145022" y="185646"/>
                  </a:lnTo>
                  <a:lnTo>
                    <a:pt x="145446" y="185731"/>
                  </a:lnTo>
                  <a:lnTo>
                    <a:pt x="145598" y="185884"/>
                  </a:lnTo>
                  <a:lnTo>
                    <a:pt x="145608" y="186234"/>
                  </a:lnTo>
                  <a:lnTo>
                    <a:pt x="145682" y="186593"/>
                  </a:lnTo>
                  <a:lnTo>
                    <a:pt x="145798" y="186941"/>
                  </a:lnTo>
                  <a:lnTo>
                    <a:pt x="146283" y="186618"/>
                  </a:lnTo>
                  <a:lnTo>
                    <a:pt x="146350" y="186489"/>
                  </a:lnTo>
                  <a:lnTo>
                    <a:pt x="146416" y="186265"/>
                  </a:lnTo>
                  <a:lnTo>
                    <a:pt x="146323" y="185965"/>
                  </a:lnTo>
                  <a:lnTo>
                    <a:pt x="146211" y="185732"/>
                  </a:lnTo>
                  <a:lnTo>
                    <a:pt x="146258" y="185593"/>
                  </a:lnTo>
                  <a:lnTo>
                    <a:pt x="146293" y="185303"/>
                  </a:lnTo>
                  <a:lnTo>
                    <a:pt x="146210" y="185073"/>
                  </a:lnTo>
                  <a:lnTo>
                    <a:pt x="146188" y="184803"/>
                  </a:lnTo>
                  <a:lnTo>
                    <a:pt x="146671" y="184870"/>
                  </a:lnTo>
                  <a:lnTo>
                    <a:pt x="146952" y="185175"/>
                  </a:lnTo>
                  <a:lnTo>
                    <a:pt x="146984" y="185479"/>
                  </a:lnTo>
                  <a:lnTo>
                    <a:pt x="146954" y="185609"/>
                  </a:lnTo>
                  <a:lnTo>
                    <a:pt x="147044" y="186268"/>
                  </a:lnTo>
                  <a:lnTo>
                    <a:pt x="147152" y="186410"/>
                  </a:lnTo>
                  <a:lnTo>
                    <a:pt x="146951" y="187741"/>
                  </a:lnTo>
                  <a:lnTo>
                    <a:pt x="147206" y="187882"/>
                  </a:lnTo>
                  <a:lnTo>
                    <a:pt x="147350" y="188065"/>
                  </a:lnTo>
                  <a:lnTo>
                    <a:pt x="147437" y="187898"/>
                  </a:lnTo>
                  <a:lnTo>
                    <a:pt x="147304" y="187607"/>
                  </a:lnTo>
                  <a:lnTo>
                    <a:pt x="147036" y="187482"/>
                  </a:lnTo>
                  <a:lnTo>
                    <a:pt x="147008" y="187207"/>
                  </a:lnTo>
                  <a:lnTo>
                    <a:pt x="147357" y="186806"/>
                  </a:lnTo>
                  <a:lnTo>
                    <a:pt x="147698" y="186817"/>
                  </a:lnTo>
                  <a:lnTo>
                    <a:pt x="148306" y="186988"/>
                  </a:lnTo>
                  <a:lnTo>
                    <a:pt x="148341" y="186393"/>
                  </a:lnTo>
                  <a:lnTo>
                    <a:pt x="148473" y="186295"/>
                  </a:lnTo>
                  <a:lnTo>
                    <a:pt x="148519" y="185857"/>
                  </a:lnTo>
                  <a:lnTo>
                    <a:pt x="148694" y="185733"/>
                  </a:lnTo>
                  <a:lnTo>
                    <a:pt x="148971" y="185493"/>
                  </a:lnTo>
                  <a:lnTo>
                    <a:pt x="149026" y="185319"/>
                  </a:lnTo>
                  <a:lnTo>
                    <a:pt x="149003" y="184966"/>
                  </a:lnTo>
                  <a:lnTo>
                    <a:pt x="148815" y="184910"/>
                  </a:lnTo>
                  <a:lnTo>
                    <a:pt x="148691" y="184779"/>
                  </a:lnTo>
                  <a:lnTo>
                    <a:pt x="148651" y="184605"/>
                  </a:lnTo>
                  <a:lnTo>
                    <a:pt x="148983" y="184637"/>
                  </a:lnTo>
                  <a:lnTo>
                    <a:pt x="149347" y="184855"/>
                  </a:lnTo>
                  <a:lnTo>
                    <a:pt x="149594" y="184873"/>
                  </a:lnTo>
                  <a:lnTo>
                    <a:pt x="149816" y="184874"/>
                  </a:lnTo>
                  <a:lnTo>
                    <a:pt x="150106" y="184784"/>
                  </a:lnTo>
                  <a:lnTo>
                    <a:pt x="150679" y="184596"/>
                  </a:lnTo>
                  <a:lnTo>
                    <a:pt x="151002" y="184451"/>
                  </a:lnTo>
                  <a:lnTo>
                    <a:pt x="151207" y="184818"/>
                  </a:lnTo>
                  <a:lnTo>
                    <a:pt x="151524" y="185305"/>
                  </a:lnTo>
                  <a:lnTo>
                    <a:pt x="151588" y="185676"/>
                  </a:lnTo>
                  <a:lnTo>
                    <a:pt x="151765" y="185910"/>
                  </a:lnTo>
                  <a:lnTo>
                    <a:pt x="152001" y="186190"/>
                  </a:lnTo>
                  <a:lnTo>
                    <a:pt x="152390" y="186501"/>
                  </a:lnTo>
                  <a:lnTo>
                    <a:pt x="152892" y="186762"/>
                  </a:lnTo>
                  <a:lnTo>
                    <a:pt x="153036" y="186812"/>
                  </a:lnTo>
                  <a:lnTo>
                    <a:pt x="153226" y="186846"/>
                  </a:lnTo>
                  <a:lnTo>
                    <a:pt x="153550" y="186829"/>
                  </a:lnTo>
                  <a:lnTo>
                    <a:pt x="153835" y="186745"/>
                  </a:lnTo>
                  <a:lnTo>
                    <a:pt x="154078" y="186664"/>
                  </a:lnTo>
                  <a:lnTo>
                    <a:pt x="153840" y="186855"/>
                  </a:lnTo>
                  <a:lnTo>
                    <a:pt x="153434" y="187029"/>
                  </a:lnTo>
                  <a:lnTo>
                    <a:pt x="152834" y="186882"/>
                  </a:lnTo>
                  <a:lnTo>
                    <a:pt x="152655" y="187150"/>
                  </a:lnTo>
                  <a:lnTo>
                    <a:pt x="152592" y="187280"/>
                  </a:lnTo>
                  <a:lnTo>
                    <a:pt x="152345" y="187518"/>
                  </a:lnTo>
                  <a:lnTo>
                    <a:pt x="152091" y="187513"/>
                  </a:lnTo>
                  <a:lnTo>
                    <a:pt x="151919" y="187575"/>
                  </a:lnTo>
                  <a:lnTo>
                    <a:pt x="151698" y="187819"/>
                  </a:lnTo>
                  <a:lnTo>
                    <a:pt x="151990" y="188119"/>
                  </a:lnTo>
                  <a:lnTo>
                    <a:pt x="152233" y="188152"/>
                  </a:lnTo>
                  <a:lnTo>
                    <a:pt x="152397" y="188156"/>
                  </a:lnTo>
                  <a:lnTo>
                    <a:pt x="152601" y="188096"/>
                  </a:lnTo>
                  <a:lnTo>
                    <a:pt x="153033" y="188395"/>
                  </a:lnTo>
                  <a:lnTo>
                    <a:pt x="153168" y="188670"/>
                  </a:lnTo>
                  <a:lnTo>
                    <a:pt x="153167" y="188532"/>
                  </a:lnTo>
                  <a:lnTo>
                    <a:pt x="153089" y="188284"/>
                  </a:lnTo>
                  <a:lnTo>
                    <a:pt x="153123" y="187803"/>
                  </a:lnTo>
                  <a:lnTo>
                    <a:pt x="153498" y="188043"/>
                  </a:lnTo>
                  <a:lnTo>
                    <a:pt x="153585" y="188336"/>
                  </a:lnTo>
                  <a:lnTo>
                    <a:pt x="153596" y="187995"/>
                  </a:lnTo>
                  <a:lnTo>
                    <a:pt x="153636" y="187756"/>
                  </a:lnTo>
                  <a:lnTo>
                    <a:pt x="153462" y="187712"/>
                  </a:lnTo>
                  <a:lnTo>
                    <a:pt x="153188" y="187636"/>
                  </a:lnTo>
                  <a:lnTo>
                    <a:pt x="152782" y="187390"/>
                  </a:lnTo>
                  <a:lnTo>
                    <a:pt x="152867" y="187059"/>
                  </a:lnTo>
                  <a:lnTo>
                    <a:pt x="152999" y="187058"/>
                  </a:lnTo>
                  <a:lnTo>
                    <a:pt x="153308" y="187214"/>
                  </a:lnTo>
                  <a:lnTo>
                    <a:pt x="153446" y="187215"/>
                  </a:lnTo>
                  <a:lnTo>
                    <a:pt x="153649" y="187164"/>
                  </a:lnTo>
                  <a:lnTo>
                    <a:pt x="153835" y="187058"/>
                  </a:lnTo>
                  <a:lnTo>
                    <a:pt x="154245" y="186803"/>
                  </a:lnTo>
                  <a:lnTo>
                    <a:pt x="154176" y="186449"/>
                  </a:lnTo>
                  <a:lnTo>
                    <a:pt x="154020" y="186283"/>
                  </a:lnTo>
                  <a:lnTo>
                    <a:pt x="153754" y="186166"/>
                  </a:lnTo>
                  <a:lnTo>
                    <a:pt x="153652" y="185915"/>
                  </a:lnTo>
                  <a:lnTo>
                    <a:pt x="153918" y="185903"/>
                  </a:lnTo>
                  <a:lnTo>
                    <a:pt x="154043" y="186119"/>
                  </a:lnTo>
                  <a:lnTo>
                    <a:pt x="154242" y="185912"/>
                  </a:lnTo>
                  <a:lnTo>
                    <a:pt x="154483" y="185796"/>
                  </a:lnTo>
                  <a:lnTo>
                    <a:pt x="154747" y="185743"/>
                  </a:lnTo>
                  <a:lnTo>
                    <a:pt x="155121" y="185609"/>
                  </a:lnTo>
                  <a:lnTo>
                    <a:pt x="155433" y="185088"/>
                  </a:lnTo>
                  <a:lnTo>
                    <a:pt x="155595" y="184990"/>
                  </a:lnTo>
                  <a:lnTo>
                    <a:pt x="155830" y="184911"/>
                  </a:lnTo>
                  <a:lnTo>
                    <a:pt x="156102" y="185056"/>
                  </a:lnTo>
                  <a:lnTo>
                    <a:pt x="156509" y="185317"/>
                  </a:lnTo>
                  <a:lnTo>
                    <a:pt x="156702" y="185255"/>
                  </a:lnTo>
                  <a:lnTo>
                    <a:pt x="157035" y="185198"/>
                  </a:lnTo>
                  <a:lnTo>
                    <a:pt x="157326" y="185179"/>
                  </a:lnTo>
                  <a:lnTo>
                    <a:pt x="157594" y="185162"/>
                  </a:lnTo>
                  <a:lnTo>
                    <a:pt x="157861" y="185553"/>
                  </a:lnTo>
                  <a:lnTo>
                    <a:pt x="157940" y="185549"/>
                  </a:lnTo>
                  <a:lnTo>
                    <a:pt x="157968" y="185239"/>
                  </a:lnTo>
                  <a:lnTo>
                    <a:pt x="158158" y="184877"/>
                  </a:lnTo>
                  <a:lnTo>
                    <a:pt x="157782" y="184967"/>
                  </a:lnTo>
                  <a:lnTo>
                    <a:pt x="157653" y="184960"/>
                  </a:lnTo>
                  <a:lnTo>
                    <a:pt x="157517" y="184952"/>
                  </a:lnTo>
                  <a:lnTo>
                    <a:pt x="157108" y="185050"/>
                  </a:lnTo>
                  <a:lnTo>
                    <a:pt x="156817" y="184973"/>
                  </a:lnTo>
                  <a:lnTo>
                    <a:pt x="156352" y="184897"/>
                  </a:lnTo>
                  <a:lnTo>
                    <a:pt x="156167" y="184876"/>
                  </a:lnTo>
                  <a:lnTo>
                    <a:pt x="156682" y="184760"/>
                  </a:lnTo>
                  <a:lnTo>
                    <a:pt x="156921" y="184725"/>
                  </a:lnTo>
                  <a:lnTo>
                    <a:pt x="157209" y="184679"/>
                  </a:lnTo>
                  <a:lnTo>
                    <a:pt x="157339" y="184624"/>
                  </a:lnTo>
                  <a:lnTo>
                    <a:pt x="157662" y="184487"/>
                  </a:lnTo>
                  <a:lnTo>
                    <a:pt x="157863" y="184352"/>
                  </a:lnTo>
                  <a:lnTo>
                    <a:pt x="158916" y="182795"/>
                  </a:lnTo>
                  <a:lnTo>
                    <a:pt x="159079" y="182276"/>
                  </a:lnTo>
                  <a:lnTo>
                    <a:pt x="159320" y="181654"/>
                  </a:lnTo>
                  <a:lnTo>
                    <a:pt x="159437" y="181448"/>
                  </a:lnTo>
                  <a:lnTo>
                    <a:pt x="159731" y="181422"/>
                  </a:lnTo>
                  <a:lnTo>
                    <a:pt x="160081" y="181391"/>
                  </a:lnTo>
                  <a:lnTo>
                    <a:pt x="160316" y="181410"/>
                  </a:lnTo>
                  <a:lnTo>
                    <a:pt x="163195" y="182953"/>
                  </a:lnTo>
                  <a:lnTo>
                    <a:pt x="163579" y="183033"/>
                  </a:lnTo>
                  <a:lnTo>
                    <a:pt x="163842" y="183087"/>
                  </a:lnTo>
                  <a:lnTo>
                    <a:pt x="163926" y="182923"/>
                  </a:lnTo>
                  <a:lnTo>
                    <a:pt x="164140" y="182561"/>
                  </a:lnTo>
                  <a:lnTo>
                    <a:pt x="163868" y="182479"/>
                  </a:lnTo>
                  <a:lnTo>
                    <a:pt x="164043" y="182285"/>
                  </a:lnTo>
                  <a:lnTo>
                    <a:pt x="164386" y="182327"/>
                  </a:lnTo>
                  <a:lnTo>
                    <a:pt x="164603" y="182640"/>
                  </a:lnTo>
                  <a:lnTo>
                    <a:pt x="164902" y="182634"/>
                  </a:lnTo>
                  <a:lnTo>
                    <a:pt x="165352" y="182340"/>
                  </a:lnTo>
                  <a:lnTo>
                    <a:pt x="165370" y="182197"/>
                  </a:lnTo>
                  <a:lnTo>
                    <a:pt x="165364" y="181974"/>
                  </a:lnTo>
                  <a:lnTo>
                    <a:pt x="165937" y="181905"/>
                  </a:lnTo>
                  <a:lnTo>
                    <a:pt x="165804" y="180726"/>
                  </a:lnTo>
                  <a:lnTo>
                    <a:pt x="166573" y="180312"/>
                  </a:lnTo>
                  <a:lnTo>
                    <a:pt x="167028" y="180187"/>
                  </a:lnTo>
                  <a:lnTo>
                    <a:pt x="167649" y="180283"/>
                  </a:lnTo>
                  <a:lnTo>
                    <a:pt x="167726" y="180426"/>
                  </a:lnTo>
                  <a:lnTo>
                    <a:pt x="167865" y="180731"/>
                  </a:lnTo>
                  <a:lnTo>
                    <a:pt x="171531" y="182787"/>
                  </a:lnTo>
                  <a:lnTo>
                    <a:pt x="174322" y="183438"/>
                  </a:lnTo>
                  <a:lnTo>
                    <a:pt x="174038" y="183621"/>
                  </a:lnTo>
                  <a:lnTo>
                    <a:pt x="174050" y="184153"/>
                  </a:lnTo>
                  <a:lnTo>
                    <a:pt x="174115" y="184555"/>
                  </a:lnTo>
                  <a:lnTo>
                    <a:pt x="174215" y="185243"/>
                  </a:lnTo>
                  <a:lnTo>
                    <a:pt x="174595" y="185438"/>
                  </a:lnTo>
                  <a:lnTo>
                    <a:pt x="174742" y="185259"/>
                  </a:lnTo>
                  <a:lnTo>
                    <a:pt x="175169" y="185065"/>
                  </a:lnTo>
                  <a:lnTo>
                    <a:pt x="175245" y="184720"/>
                  </a:lnTo>
                  <a:lnTo>
                    <a:pt x="175193" y="184439"/>
                  </a:lnTo>
                  <a:lnTo>
                    <a:pt x="175666" y="184246"/>
                  </a:lnTo>
                  <a:lnTo>
                    <a:pt x="175902" y="184321"/>
                  </a:lnTo>
                  <a:lnTo>
                    <a:pt x="175923" y="184619"/>
                  </a:lnTo>
                  <a:lnTo>
                    <a:pt x="175759" y="184871"/>
                  </a:lnTo>
                  <a:lnTo>
                    <a:pt x="175659" y="185422"/>
                  </a:lnTo>
                  <a:lnTo>
                    <a:pt x="175757" y="185561"/>
                  </a:lnTo>
                  <a:lnTo>
                    <a:pt x="176045" y="185846"/>
                  </a:lnTo>
                  <a:lnTo>
                    <a:pt x="175841" y="186085"/>
                  </a:lnTo>
                  <a:lnTo>
                    <a:pt x="175686" y="186065"/>
                  </a:lnTo>
                  <a:lnTo>
                    <a:pt x="175234" y="186188"/>
                  </a:lnTo>
                  <a:lnTo>
                    <a:pt x="174843" y="186349"/>
                  </a:lnTo>
                  <a:lnTo>
                    <a:pt x="174999" y="186419"/>
                  </a:lnTo>
                  <a:lnTo>
                    <a:pt x="175182" y="186271"/>
                  </a:lnTo>
                  <a:lnTo>
                    <a:pt x="175497" y="186444"/>
                  </a:lnTo>
                  <a:lnTo>
                    <a:pt x="175687" y="186520"/>
                  </a:lnTo>
                  <a:lnTo>
                    <a:pt x="175834" y="186425"/>
                  </a:lnTo>
                  <a:lnTo>
                    <a:pt x="176084" y="186393"/>
                  </a:lnTo>
                  <a:lnTo>
                    <a:pt x="176132" y="186526"/>
                  </a:lnTo>
                  <a:lnTo>
                    <a:pt x="176113" y="186669"/>
                  </a:lnTo>
                  <a:lnTo>
                    <a:pt x="175692" y="186756"/>
                  </a:lnTo>
                  <a:lnTo>
                    <a:pt x="175848" y="186907"/>
                  </a:lnTo>
                  <a:lnTo>
                    <a:pt x="176280" y="187421"/>
                  </a:lnTo>
                  <a:lnTo>
                    <a:pt x="176171" y="187822"/>
                  </a:lnTo>
                  <a:lnTo>
                    <a:pt x="176646" y="188916"/>
                  </a:lnTo>
                  <a:lnTo>
                    <a:pt x="176690" y="188747"/>
                  </a:lnTo>
                  <a:lnTo>
                    <a:pt x="176788" y="188534"/>
                  </a:lnTo>
                  <a:lnTo>
                    <a:pt x="176580" y="188010"/>
                  </a:lnTo>
                  <a:lnTo>
                    <a:pt x="176664" y="187530"/>
                  </a:lnTo>
                  <a:lnTo>
                    <a:pt x="177033" y="187541"/>
                  </a:lnTo>
                  <a:lnTo>
                    <a:pt x="177703" y="187621"/>
                  </a:lnTo>
                  <a:lnTo>
                    <a:pt x="177782" y="187328"/>
                  </a:lnTo>
                  <a:lnTo>
                    <a:pt x="177617" y="187076"/>
                  </a:lnTo>
                  <a:lnTo>
                    <a:pt x="177392" y="186657"/>
                  </a:lnTo>
                  <a:lnTo>
                    <a:pt x="177344" y="186439"/>
                  </a:lnTo>
                  <a:lnTo>
                    <a:pt x="177292" y="186197"/>
                  </a:lnTo>
                  <a:lnTo>
                    <a:pt x="177232" y="185790"/>
                  </a:lnTo>
                  <a:lnTo>
                    <a:pt x="177121" y="185222"/>
                  </a:lnTo>
                  <a:lnTo>
                    <a:pt x="176893" y="184906"/>
                  </a:lnTo>
                  <a:lnTo>
                    <a:pt x="176919" y="184688"/>
                  </a:lnTo>
                  <a:lnTo>
                    <a:pt x="175500" y="183089"/>
                  </a:lnTo>
                  <a:lnTo>
                    <a:pt x="175432" y="182808"/>
                  </a:lnTo>
                  <a:lnTo>
                    <a:pt x="175211" y="182348"/>
                  </a:lnTo>
                  <a:lnTo>
                    <a:pt x="175227" y="182137"/>
                  </a:lnTo>
                  <a:lnTo>
                    <a:pt x="175222" y="181989"/>
                  </a:lnTo>
                  <a:lnTo>
                    <a:pt x="175250" y="181832"/>
                  </a:lnTo>
                  <a:lnTo>
                    <a:pt x="175351" y="181185"/>
                  </a:lnTo>
                  <a:lnTo>
                    <a:pt x="175567" y="180816"/>
                  </a:lnTo>
                  <a:lnTo>
                    <a:pt x="175378" y="180110"/>
                  </a:lnTo>
                  <a:lnTo>
                    <a:pt x="175776" y="179947"/>
                  </a:lnTo>
                  <a:lnTo>
                    <a:pt x="176474" y="179288"/>
                  </a:lnTo>
                  <a:lnTo>
                    <a:pt x="176786" y="179349"/>
                  </a:lnTo>
                  <a:lnTo>
                    <a:pt x="177222" y="179435"/>
                  </a:lnTo>
                  <a:lnTo>
                    <a:pt x="178667" y="179049"/>
                  </a:lnTo>
                  <a:lnTo>
                    <a:pt x="178825" y="178759"/>
                  </a:lnTo>
                  <a:lnTo>
                    <a:pt x="179037" y="178506"/>
                  </a:lnTo>
                  <a:lnTo>
                    <a:pt x="179201" y="178416"/>
                  </a:lnTo>
                  <a:lnTo>
                    <a:pt x="179382" y="177936"/>
                  </a:lnTo>
                  <a:lnTo>
                    <a:pt x="179347" y="177780"/>
                  </a:lnTo>
                  <a:lnTo>
                    <a:pt x="179296" y="177417"/>
                  </a:lnTo>
                  <a:lnTo>
                    <a:pt x="179817" y="177278"/>
                  </a:lnTo>
                  <a:lnTo>
                    <a:pt x="179894" y="177579"/>
                  </a:lnTo>
                  <a:lnTo>
                    <a:pt x="180292" y="178618"/>
                  </a:lnTo>
                  <a:lnTo>
                    <a:pt x="180555" y="179741"/>
                  </a:lnTo>
                  <a:lnTo>
                    <a:pt x="181005" y="180884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6600202" y="212980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6698087" y="2103950"/>
              <a:ext cx="182879" cy="183123"/>
            </a:xfrm>
            <a:custGeom>
              <a:avLst/>
              <a:pathLst>
                <a:path w="182879" h="183123">
                  <a:moveTo>
                    <a:pt x="182879" y="182880"/>
                  </a:moveTo>
                  <a:lnTo>
                    <a:pt x="182837" y="183123"/>
                  </a:lnTo>
                  <a:lnTo>
                    <a:pt x="182724" y="18291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6737480" y="2286936"/>
              <a:ext cx="184163" cy="184598"/>
            </a:xfrm>
            <a:custGeom>
              <a:avLst/>
              <a:pathLst>
                <a:path w="184163" h="184598">
                  <a:moveTo>
                    <a:pt x="182879" y="182880"/>
                  </a:moveTo>
                  <a:lnTo>
                    <a:pt x="183414" y="182518"/>
                  </a:lnTo>
                  <a:lnTo>
                    <a:pt x="183852" y="182425"/>
                  </a:lnTo>
                  <a:lnTo>
                    <a:pt x="184163" y="182780"/>
                  </a:lnTo>
                  <a:lnTo>
                    <a:pt x="184102" y="183317"/>
                  </a:lnTo>
                  <a:lnTo>
                    <a:pt x="183942" y="183801"/>
                  </a:lnTo>
                  <a:lnTo>
                    <a:pt x="183053" y="184541"/>
                  </a:lnTo>
                  <a:lnTo>
                    <a:pt x="182647" y="184598"/>
                  </a:lnTo>
                  <a:lnTo>
                    <a:pt x="182191" y="184512"/>
                  </a:lnTo>
                  <a:lnTo>
                    <a:pt x="181994" y="184120"/>
                  </a:lnTo>
                  <a:lnTo>
                    <a:pt x="181991" y="183691"/>
                  </a:lnTo>
                  <a:lnTo>
                    <a:pt x="182249" y="183403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6719329" y="2272829"/>
              <a:ext cx="185842" cy="184037"/>
            </a:xfrm>
            <a:custGeom>
              <a:avLst/>
              <a:pathLst>
                <a:path w="185842" h="184037">
                  <a:moveTo>
                    <a:pt x="182879" y="182880"/>
                  </a:moveTo>
                  <a:lnTo>
                    <a:pt x="182940" y="182672"/>
                  </a:lnTo>
                  <a:lnTo>
                    <a:pt x="183089" y="182568"/>
                  </a:lnTo>
                  <a:lnTo>
                    <a:pt x="183838" y="182380"/>
                  </a:lnTo>
                  <a:lnTo>
                    <a:pt x="184409" y="182207"/>
                  </a:lnTo>
                  <a:lnTo>
                    <a:pt x="185180" y="182068"/>
                  </a:lnTo>
                  <a:lnTo>
                    <a:pt x="185480" y="182073"/>
                  </a:lnTo>
                  <a:lnTo>
                    <a:pt x="185711" y="182157"/>
                  </a:lnTo>
                  <a:lnTo>
                    <a:pt x="185807" y="182306"/>
                  </a:lnTo>
                  <a:lnTo>
                    <a:pt x="185842" y="182553"/>
                  </a:lnTo>
                  <a:lnTo>
                    <a:pt x="185799" y="182850"/>
                  </a:lnTo>
                  <a:lnTo>
                    <a:pt x="185668" y="183107"/>
                  </a:lnTo>
                  <a:lnTo>
                    <a:pt x="185411" y="183310"/>
                  </a:lnTo>
                  <a:lnTo>
                    <a:pt x="184853" y="183740"/>
                  </a:lnTo>
                  <a:lnTo>
                    <a:pt x="184234" y="184007"/>
                  </a:lnTo>
                  <a:lnTo>
                    <a:pt x="183929" y="184037"/>
                  </a:lnTo>
                  <a:lnTo>
                    <a:pt x="183668" y="183968"/>
                  </a:lnTo>
                  <a:lnTo>
                    <a:pt x="183389" y="183715"/>
                  </a:lnTo>
                  <a:lnTo>
                    <a:pt x="183062" y="183443"/>
                  </a:lnTo>
                  <a:lnTo>
                    <a:pt x="182914" y="183191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6717307" y="2266052"/>
              <a:ext cx="183708" cy="183227"/>
            </a:xfrm>
            <a:custGeom>
              <a:avLst/>
              <a:pathLst>
                <a:path w="183708" h="183227">
                  <a:moveTo>
                    <a:pt x="182879" y="182880"/>
                  </a:moveTo>
                  <a:lnTo>
                    <a:pt x="182978" y="182744"/>
                  </a:lnTo>
                  <a:lnTo>
                    <a:pt x="183125" y="182679"/>
                  </a:lnTo>
                  <a:lnTo>
                    <a:pt x="183379" y="182687"/>
                  </a:lnTo>
                  <a:lnTo>
                    <a:pt x="183650" y="182813"/>
                  </a:lnTo>
                  <a:lnTo>
                    <a:pt x="183708" y="182944"/>
                  </a:lnTo>
                  <a:lnTo>
                    <a:pt x="183576" y="183227"/>
                  </a:lnTo>
                  <a:lnTo>
                    <a:pt x="182909" y="183137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6713742" y="2266082"/>
              <a:ext cx="186322" cy="185277"/>
            </a:xfrm>
            <a:custGeom>
              <a:avLst/>
              <a:pathLst>
                <a:path w="186322" h="185277">
                  <a:moveTo>
                    <a:pt x="182879" y="182880"/>
                  </a:moveTo>
                  <a:lnTo>
                    <a:pt x="182399" y="183323"/>
                  </a:lnTo>
                  <a:lnTo>
                    <a:pt x="182269" y="183675"/>
                  </a:lnTo>
                  <a:lnTo>
                    <a:pt x="182479" y="184072"/>
                  </a:lnTo>
                  <a:lnTo>
                    <a:pt x="182699" y="184220"/>
                  </a:lnTo>
                  <a:lnTo>
                    <a:pt x="182980" y="184231"/>
                  </a:lnTo>
                  <a:lnTo>
                    <a:pt x="183360" y="184152"/>
                  </a:lnTo>
                  <a:lnTo>
                    <a:pt x="183740" y="183947"/>
                  </a:lnTo>
                  <a:lnTo>
                    <a:pt x="184080" y="183516"/>
                  </a:lnTo>
                  <a:lnTo>
                    <a:pt x="184451" y="183198"/>
                  </a:lnTo>
                  <a:lnTo>
                    <a:pt x="185071" y="182948"/>
                  </a:lnTo>
                  <a:lnTo>
                    <a:pt x="185942" y="182777"/>
                  </a:lnTo>
                  <a:lnTo>
                    <a:pt x="186142" y="182766"/>
                  </a:lnTo>
                  <a:lnTo>
                    <a:pt x="186292" y="182891"/>
                  </a:lnTo>
                  <a:lnTo>
                    <a:pt x="186322" y="183323"/>
                  </a:lnTo>
                  <a:lnTo>
                    <a:pt x="185942" y="183550"/>
                  </a:lnTo>
                  <a:lnTo>
                    <a:pt x="185141" y="183686"/>
                  </a:lnTo>
                  <a:lnTo>
                    <a:pt x="184621" y="183947"/>
                  </a:lnTo>
                  <a:lnTo>
                    <a:pt x="184251" y="184334"/>
                  </a:lnTo>
                  <a:lnTo>
                    <a:pt x="183690" y="184674"/>
                  </a:lnTo>
                  <a:lnTo>
                    <a:pt x="183330" y="184913"/>
                  </a:lnTo>
                  <a:lnTo>
                    <a:pt x="182869" y="185163"/>
                  </a:lnTo>
                  <a:lnTo>
                    <a:pt x="182049" y="185277"/>
                  </a:lnTo>
                  <a:lnTo>
                    <a:pt x="181539" y="185129"/>
                  </a:lnTo>
                  <a:lnTo>
                    <a:pt x="181218" y="184879"/>
                  </a:lnTo>
                  <a:lnTo>
                    <a:pt x="181138" y="184481"/>
                  </a:lnTo>
                  <a:lnTo>
                    <a:pt x="181268" y="183448"/>
                  </a:lnTo>
                  <a:lnTo>
                    <a:pt x="181589" y="182879"/>
                  </a:lnTo>
                  <a:lnTo>
                    <a:pt x="182940" y="181743"/>
                  </a:lnTo>
                  <a:lnTo>
                    <a:pt x="184351" y="180812"/>
                  </a:lnTo>
                  <a:lnTo>
                    <a:pt x="184591" y="180698"/>
                  </a:lnTo>
                  <a:lnTo>
                    <a:pt x="184761" y="180698"/>
                  </a:lnTo>
                  <a:lnTo>
                    <a:pt x="184861" y="180835"/>
                  </a:lnTo>
                  <a:lnTo>
                    <a:pt x="185101" y="180676"/>
                  </a:lnTo>
                  <a:lnTo>
                    <a:pt x="185632" y="180596"/>
                  </a:lnTo>
                  <a:lnTo>
                    <a:pt x="185591" y="180857"/>
                  </a:lnTo>
                  <a:lnTo>
                    <a:pt x="185271" y="181198"/>
                  </a:lnTo>
                  <a:lnTo>
                    <a:pt x="184881" y="181494"/>
                  </a:lnTo>
                  <a:lnTo>
                    <a:pt x="184351" y="181630"/>
                  </a:lnTo>
                  <a:lnTo>
                    <a:pt x="183450" y="182346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6719601" y="2266742"/>
              <a:ext cx="185147" cy="182909"/>
            </a:xfrm>
            <a:custGeom>
              <a:avLst/>
              <a:pathLst>
                <a:path w="185147" h="182909">
                  <a:moveTo>
                    <a:pt x="182879" y="182880"/>
                  </a:moveTo>
                  <a:lnTo>
                    <a:pt x="182463" y="182909"/>
                  </a:lnTo>
                  <a:lnTo>
                    <a:pt x="182188" y="182865"/>
                  </a:lnTo>
                  <a:lnTo>
                    <a:pt x="181765" y="182712"/>
                  </a:lnTo>
                  <a:lnTo>
                    <a:pt x="181605" y="182538"/>
                  </a:lnTo>
                  <a:lnTo>
                    <a:pt x="181804" y="182261"/>
                  </a:lnTo>
                  <a:lnTo>
                    <a:pt x="182060" y="182261"/>
                  </a:lnTo>
                  <a:lnTo>
                    <a:pt x="182700" y="182232"/>
                  </a:lnTo>
                  <a:lnTo>
                    <a:pt x="182924" y="182196"/>
                  </a:lnTo>
                  <a:lnTo>
                    <a:pt x="183558" y="181971"/>
                  </a:lnTo>
                  <a:lnTo>
                    <a:pt x="183923" y="181694"/>
                  </a:lnTo>
                  <a:lnTo>
                    <a:pt x="184052" y="181469"/>
                  </a:lnTo>
                  <a:lnTo>
                    <a:pt x="184109" y="181025"/>
                  </a:lnTo>
                  <a:lnTo>
                    <a:pt x="184064" y="180706"/>
                  </a:lnTo>
                  <a:lnTo>
                    <a:pt x="183898" y="180407"/>
                  </a:lnTo>
                  <a:lnTo>
                    <a:pt x="183712" y="180269"/>
                  </a:lnTo>
                  <a:lnTo>
                    <a:pt x="183270" y="180153"/>
                  </a:lnTo>
                  <a:lnTo>
                    <a:pt x="182918" y="180153"/>
                  </a:lnTo>
                  <a:lnTo>
                    <a:pt x="182758" y="180298"/>
                  </a:lnTo>
                  <a:lnTo>
                    <a:pt x="182361" y="180386"/>
                  </a:lnTo>
                  <a:lnTo>
                    <a:pt x="181675" y="180437"/>
                  </a:lnTo>
                  <a:lnTo>
                    <a:pt x="181073" y="180458"/>
                  </a:lnTo>
                  <a:lnTo>
                    <a:pt x="180625" y="180371"/>
                  </a:lnTo>
                  <a:lnTo>
                    <a:pt x="180125" y="180182"/>
                  </a:lnTo>
                  <a:lnTo>
                    <a:pt x="179856" y="180095"/>
                  </a:lnTo>
                  <a:lnTo>
                    <a:pt x="179831" y="179862"/>
                  </a:lnTo>
                  <a:lnTo>
                    <a:pt x="180068" y="179782"/>
                  </a:lnTo>
                  <a:lnTo>
                    <a:pt x="180523" y="179768"/>
                  </a:lnTo>
                  <a:lnTo>
                    <a:pt x="180965" y="179811"/>
                  </a:lnTo>
                  <a:lnTo>
                    <a:pt x="181496" y="179891"/>
                  </a:lnTo>
                  <a:lnTo>
                    <a:pt x="182197" y="179699"/>
                  </a:lnTo>
                  <a:lnTo>
                    <a:pt x="182729" y="179597"/>
                  </a:lnTo>
                  <a:lnTo>
                    <a:pt x="183619" y="179364"/>
                  </a:lnTo>
                  <a:lnTo>
                    <a:pt x="183914" y="179328"/>
                  </a:lnTo>
                  <a:lnTo>
                    <a:pt x="184215" y="179415"/>
                  </a:lnTo>
                  <a:lnTo>
                    <a:pt x="184522" y="179633"/>
                  </a:lnTo>
                  <a:lnTo>
                    <a:pt x="184804" y="179888"/>
                  </a:lnTo>
                  <a:lnTo>
                    <a:pt x="185108" y="180582"/>
                  </a:lnTo>
                  <a:lnTo>
                    <a:pt x="185147" y="180909"/>
                  </a:lnTo>
                  <a:lnTo>
                    <a:pt x="184948" y="181534"/>
                  </a:lnTo>
                  <a:lnTo>
                    <a:pt x="184314" y="182240"/>
                  </a:lnTo>
                  <a:lnTo>
                    <a:pt x="183520" y="182705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6745995" y="2262978"/>
              <a:ext cx="186479" cy="183587"/>
            </a:xfrm>
            <a:custGeom>
              <a:avLst/>
              <a:pathLst>
                <a:path w="186479" h="183587">
                  <a:moveTo>
                    <a:pt x="182879" y="182880"/>
                  </a:moveTo>
                  <a:lnTo>
                    <a:pt x="182348" y="183249"/>
                  </a:lnTo>
                  <a:lnTo>
                    <a:pt x="181882" y="183435"/>
                  </a:lnTo>
                  <a:lnTo>
                    <a:pt x="181482" y="183584"/>
                  </a:lnTo>
                  <a:lnTo>
                    <a:pt x="181082" y="183587"/>
                  </a:lnTo>
                  <a:lnTo>
                    <a:pt x="180414" y="183482"/>
                  </a:lnTo>
                  <a:lnTo>
                    <a:pt x="180246" y="183337"/>
                  </a:lnTo>
                  <a:lnTo>
                    <a:pt x="180244" y="182971"/>
                  </a:lnTo>
                  <a:lnTo>
                    <a:pt x="180509" y="182603"/>
                  </a:lnTo>
                  <a:lnTo>
                    <a:pt x="181141" y="182269"/>
                  </a:lnTo>
                  <a:lnTo>
                    <a:pt x="181408" y="182194"/>
                  </a:lnTo>
                  <a:lnTo>
                    <a:pt x="182173" y="181896"/>
                  </a:lnTo>
                  <a:lnTo>
                    <a:pt x="183073" y="181671"/>
                  </a:lnTo>
                  <a:lnTo>
                    <a:pt x="184140" y="181517"/>
                  </a:lnTo>
                  <a:lnTo>
                    <a:pt x="184874" y="181366"/>
                  </a:lnTo>
                  <a:lnTo>
                    <a:pt x="185273" y="181217"/>
                  </a:lnTo>
                  <a:lnTo>
                    <a:pt x="185807" y="181177"/>
                  </a:lnTo>
                  <a:lnTo>
                    <a:pt x="186041" y="181176"/>
                  </a:lnTo>
                  <a:lnTo>
                    <a:pt x="186342" y="181430"/>
                  </a:lnTo>
                  <a:lnTo>
                    <a:pt x="186479" y="182014"/>
                  </a:lnTo>
                  <a:lnTo>
                    <a:pt x="186414" y="182454"/>
                  </a:lnTo>
                  <a:lnTo>
                    <a:pt x="186115" y="182602"/>
                  </a:lnTo>
                  <a:lnTo>
                    <a:pt x="185414" y="182570"/>
                  </a:lnTo>
                  <a:lnTo>
                    <a:pt x="184646" y="182502"/>
                  </a:lnTo>
                  <a:lnTo>
                    <a:pt x="183979" y="182470"/>
                  </a:lnTo>
                  <a:lnTo>
                    <a:pt x="183379" y="182657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6727750" y="2261032"/>
              <a:ext cx="187031" cy="183635"/>
            </a:xfrm>
            <a:custGeom>
              <a:avLst/>
              <a:pathLst>
                <a:path w="187031" h="183635">
                  <a:moveTo>
                    <a:pt x="182879" y="182880"/>
                  </a:moveTo>
                  <a:lnTo>
                    <a:pt x="182936" y="182688"/>
                  </a:lnTo>
                  <a:lnTo>
                    <a:pt x="183012" y="182453"/>
                  </a:lnTo>
                  <a:lnTo>
                    <a:pt x="183185" y="182239"/>
                  </a:lnTo>
                  <a:lnTo>
                    <a:pt x="183494" y="182046"/>
                  </a:lnTo>
                  <a:lnTo>
                    <a:pt x="183764" y="181852"/>
                  </a:lnTo>
                  <a:lnTo>
                    <a:pt x="183976" y="181702"/>
                  </a:lnTo>
                  <a:lnTo>
                    <a:pt x="184189" y="181636"/>
                  </a:lnTo>
                  <a:lnTo>
                    <a:pt x="184460" y="181612"/>
                  </a:lnTo>
                  <a:lnTo>
                    <a:pt x="184808" y="181482"/>
                  </a:lnTo>
                  <a:lnTo>
                    <a:pt x="185098" y="181416"/>
                  </a:lnTo>
                  <a:lnTo>
                    <a:pt x="185408" y="181413"/>
                  </a:lnTo>
                  <a:lnTo>
                    <a:pt x="185682" y="181286"/>
                  </a:lnTo>
                  <a:lnTo>
                    <a:pt x="185919" y="181373"/>
                  </a:lnTo>
                  <a:lnTo>
                    <a:pt x="186138" y="181459"/>
                  </a:lnTo>
                  <a:lnTo>
                    <a:pt x="186402" y="181587"/>
                  </a:lnTo>
                  <a:lnTo>
                    <a:pt x="186747" y="181757"/>
                  </a:lnTo>
                  <a:lnTo>
                    <a:pt x="186882" y="181901"/>
                  </a:lnTo>
                  <a:lnTo>
                    <a:pt x="187031" y="182236"/>
                  </a:lnTo>
                  <a:lnTo>
                    <a:pt x="186996" y="182557"/>
                  </a:lnTo>
                  <a:lnTo>
                    <a:pt x="186795" y="182893"/>
                  </a:lnTo>
                  <a:lnTo>
                    <a:pt x="186460" y="183075"/>
                  </a:lnTo>
                  <a:lnTo>
                    <a:pt x="186236" y="183297"/>
                  </a:lnTo>
                  <a:lnTo>
                    <a:pt x="186042" y="183362"/>
                  </a:lnTo>
                  <a:lnTo>
                    <a:pt x="185809" y="183364"/>
                  </a:lnTo>
                  <a:lnTo>
                    <a:pt x="185538" y="183366"/>
                  </a:lnTo>
                  <a:lnTo>
                    <a:pt x="185325" y="183390"/>
                  </a:lnTo>
                  <a:lnTo>
                    <a:pt x="185035" y="183456"/>
                  </a:lnTo>
                  <a:lnTo>
                    <a:pt x="184667" y="183501"/>
                  </a:lnTo>
                  <a:lnTo>
                    <a:pt x="184319" y="183589"/>
                  </a:lnTo>
                  <a:lnTo>
                    <a:pt x="183951" y="183635"/>
                  </a:lnTo>
                  <a:lnTo>
                    <a:pt x="183699" y="183616"/>
                  </a:lnTo>
                  <a:lnTo>
                    <a:pt x="183387" y="183427"/>
                  </a:lnTo>
                  <a:lnTo>
                    <a:pt x="183231" y="183259"/>
                  </a:lnTo>
                  <a:lnTo>
                    <a:pt x="182992" y="183094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6717890" y="2255767"/>
              <a:ext cx="182879" cy="182922"/>
            </a:xfrm>
            <a:custGeom>
              <a:avLst/>
              <a:pathLst>
                <a:path w="182879" h="182922">
                  <a:moveTo>
                    <a:pt x="182879" y="182880"/>
                  </a:moveTo>
                  <a:lnTo>
                    <a:pt x="182725" y="182915"/>
                  </a:lnTo>
                  <a:lnTo>
                    <a:pt x="182582" y="182922"/>
                  </a:lnTo>
                  <a:lnTo>
                    <a:pt x="182394" y="182904"/>
                  </a:lnTo>
                  <a:lnTo>
                    <a:pt x="182269" y="182433"/>
                  </a:lnTo>
                  <a:lnTo>
                    <a:pt x="182557" y="182453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6712351" y="2255297"/>
              <a:ext cx="184440" cy="183596"/>
            </a:xfrm>
            <a:custGeom>
              <a:avLst/>
              <a:pathLst>
                <a:path w="184440" h="183596">
                  <a:moveTo>
                    <a:pt x="182879" y="182880"/>
                  </a:moveTo>
                  <a:lnTo>
                    <a:pt x="182786" y="182495"/>
                  </a:lnTo>
                  <a:lnTo>
                    <a:pt x="182792" y="182204"/>
                  </a:lnTo>
                  <a:lnTo>
                    <a:pt x="182914" y="181634"/>
                  </a:lnTo>
                  <a:lnTo>
                    <a:pt x="183038" y="181437"/>
                  </a:lnTo>
                  <a:lnTo>
                    <a:pt x="183206" y="181290"/>
                  </a:lnTo>
                  <a:lnTo>
                    <a:pt x="183400" y="181215"/>
                  </a:lnTo>
                  <a:lnTo>
                    <a:pt x="183543" y="181296"/>
                  </a:lnTo>
                  <a:lnTo>
                    <a:pt x="183666" y="181554"/>
                  </a:lnTo>
                  <a:lnTo>
                    <a:pt x="183884" y="181850"/>
                  </a:lnTo>
                  <a:lnTo>
                    <a:pt x="184098" y="182114"/>
                  </a:lnTo>
                  <a:lnTo>
                    <a:pt x="184283" y="182475"/>
                  </a:lnTo>
                  <a:lnTo>
                    <a:pt x="184369" y="182783"/>
                  </a:lnTo>
                  <a:lnTo>
                    <a:pt x="184440" y="183203"/>
                  </a:lnTo>
                  <a:lnTo>
                    <a:pt x="184383" y="183505"/>
                  </a:lnTo>
                  <a:lnTo>
                    <a:pt x="184164" y="183585"/>
                  </a:lnTo>
                  <a:lnTo>
                    <a:pt x="183849" y="183596"/>
                  </a:lnTo>
                  <a:lnTo>
                    <a:pt x="183521" y="183478"/>
                  </a:lnTo>
                  <a:lnTo>
                    <a:pt x="183375" y="183394"/>
                  </a:lnTo>
                  <a:lnTo>
                    <a:pt x="183165" y="183318"/>
                  </a:lnTo>
                  <a:lnTo>
                    <a:pt x="183002" y="183194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6719159" y="2254360"/>
              <a:ext cx="184289" cy="183936"/>
            </a:xfrm>
            <a:custGeom>
              <a:avLst/>
              <a:pathLst>
                <a:path w="184289" h="183936">
                  <a:moveTo>
                    <a:pt x="182879" y="182880"/>
                  </a:moveTo>
                  <a:lnTo>
                    <a:pt x="183041" y="182745"/>
                  </a:lnTo>
                  <a:lnTo>
                    <a:pt x="183188" y="182629"/>
                  </a:lnTo>
                  <a:lnTo>
                    <a:pt x="183305" y="182300"/>
                  </a:lnTo>
                  <a:lnTo>
                    <a:pt x="183416" y="182039"/>
                  </a:lnTo>
                  <a:lnTo>
                    <a:pt x="183406" y="181759"/>
                  </a:lnTo>
                  <a:lnTo>
                    <a:pt x="183373" y="181301"/>
                  </a:lnTo>
                  <a:lnTo>
                    <a:pt x="183297" y="180999"/>
                  </a:lnTo>
                  <a:lnTo>
                    <a:pt x="183164" y="180816"/>
                  </a:lnTo>
                  <a:lnTo>
                    <a:pt x="182889" y="180573"/>
                  </a:lnTo>
                  <a:lnTo>
                    <a:pt x="182684" y="180376"/>
                  </a:lnTo>
                  <a:lnTo>
                    <a:pt x="182459" y="180149"/>
                  </a:lnTo>
                  <a:lnTo>
                    <a:pt x="182434" y="179705"/>
                  </a:lnTo>
                  <a:lnTo>
                    <a:pt x="182636" y="179571"/>
                  </a:lnTo>
                  <a:lnTo>
                    <a:pt x="182792" y="179625"/>
                  </a:lnTo>
                  <a:lnTo>
                    <a:pt x="183164" y="179835"/>
                  </a:lnTo>
                  <a:lnTo>
                    <a:pt x="183416" y="180105"/>
                  </a:lnTo>
                  <a:lnTo>
                    <a:pt x="183668" y="180400"/>
                  </a:lnTo>
                  <a:lnTo>
                    <a:pt x="183895" y="180587"/>
                  </a:lnTo>
                  <a:lnTo>
                    <a:pt x="184056" y="180761"/>
                  </a:lnTo>
                  <a:lnTo>
                    <a:pt x="184223" y="180951"/>
                  </a:lnTo>
                  <a:lnTo>
                    <a:pt x="184289" y="181279"/>
                  </a:lnTo>
                  <a:lnTo>
                    <a:pt x="184204" y="181651"/>
                  </a:lnTo>
                  <a:lnTo>
                    <a:pt x="184085" y="182001"/>
                  </a:lnTo>
                  <a:lnTo>
                    <a:pt x="183750" y="182592"/>
                  </a:lnTo>
                  <a:lnTo>
                    <a:pt x="183462" y="183138"/>
                  </a:lnTo>
                  <a:lnTo>
                    <a:pt x="183253" y="183404"/>
                  </a:lnTo>
                  <a:lnTo>
                    <a:pt x="183094" y="183561"/>
                  </a:lnTo>
                  <a:lnTo>
                    <a:pt x="182887" y="183777"/>
                  </a:lnTo>
                  <a:lnTo>
                    <a:pt x="182557" y="183936"/>
                  </a:lnTo>
                  <a:lnTo>
                    <a:pt x="182395" y="183898"/>
                  </a:lnTo>
                  <a:lnTo>
                    <a:pt x="182381" y="183639"/>
                  </a:lnTo>
                  <a:lnTo>
                    <a:pt x="182433" y="183203"/>
                  </a:lnTo>
                  <a:lnTo>
                    <a:pt x="182576" y="182976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6713574" y="2251535"/>
              <a:ext cx="183911" cy="183507"/>
            </a:xfrm>
            <a:custGeom>
              <a:avLst/>
              <a:pathLst>
                <a:path w="183911" h="183507">
                  <a:moveTo>
                    <a:pt x="182879" y="182880"/>
                  </a:moveTo>
                  <a:lnTo>
                    <a:pt x="183098" y="182714"/>
                  </a:lnTo>
                  <a:lnTo>
                    <a:pt x="183362" y="182628"/>
                  </a:lnTo>
                  <a:lnTo>
                    <a:pt x="183666" y="182548"/>
                  </a:lnTo>
                  <a:lnTo>
                    <a:pt x="183911" y="182766"/>
                  </a:lnTo>
                  <a:lnTo>
                    <a:pt x="183864" y="182904"/>
                  </a:lnTo>
                  <a:lnTo>
                    <a:pt x="183700" y="183104"/>
                  </a:lnTo>
                  <a:lnTo>
                    <a:pt x="183195" y="183462"/>
                  </a:lnTo>
                  <a:lnTo>
                    <a:pt x="183044" y="183476"/>
                  </a:lnTo>
                  <a:lnTo>
                    <a:pt x="182837" y="183507"/>
                  </a:lnTo>
                  <a:lnTo>
                    <a:pt x="182606" y="183397"/>
                  </a:lnTo>
                  <a:lnTo>
                    <a:pt x="182588" y="183235"/>
                  </a:lnTo>
                  <a:lnTo>
                    <a:pt x="182667" y="183083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6715449" y="2250447"/>
              <a:ext cx="183952" cy="183362"/>
            </a:xfrm>
            <a:custGeom>
              <a:avLst/>
              <a:pathLst>
                <a:path w="183952" h="183362">
                  <a:moveTo>
                    <a:pt x="182879" y="182880"/>
                  </a:moveTo>
                  <a:lnTo>
                    <a:pt x="183068" y="182728"/>
                  </a:lnTo>
                  <a:lnTo>
                    <a:pt x="183274" y="182576"/>
                  </a:lnTo>
                  <a:lnTo>
                    <a:pt x="183514" y="182397"/>
                  </a:lnTo>
                  <a:lnTo>
                    <a:pt x="183672" y="182345"/>
                  </a:lnTo>
                  <a:lnTo>
                    <a:pt x="183912" y="182473"/>
                  </a:lnTo>
                  <a:lnTo>
                    <a:pt x="183952" y="182624"/>
                  </a:lnTo>
                  <a:lnTo>
                    <a:pt x="183915" y="182769"/>
                  </a:lnTo>
                  <a:lnTo>
                    <a:pt x="183742" y="182917"/>
                  </a:lnTo>
                  <a:lnTo>
                    <a:pt x="183320" y="183362"/>
                  </a:lnTo>
                  <a:lnTo>
                    <a:pt x="183151" y="183333"/>
                  </a:lnTo>
                  <a:lnTo>
                    <a:pt x="183015" y="183259"/>
                  </a:lnTo>
                  <a:lnTo>
                    <a:pt x="182870" y="183176"/>
                  </a:lnTo>
                  <a:lnTo>
                    <a:pt x="182825" y="183024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6717342" y="2250081"/>
              <a:ext cx="183969" cy="183474"/>
            </a:xfrm>
            <a:custGeom>
              <a:avLst/>
              <a:pathLst>
                <a:path w="183969" h="183474">
                  <a:moveTo>
                    <a:pt x="182879" y="182880"/>
                  </a:moveTo>
                  <a:lnTo>
                    <a:pt x="182625" y="182595"/>
                  </a:lnTo>
                  <a:lnTo>
                    <a:pt x="182447" y="182474"/>
                  </a:lnTo>
                  <a:lnTo>
                    <a:pt x="182329" y="182276"/>
                  </a:lnTo>
                  <a:lnTo>
                    <a:pt x="182380" y="182080"/>
                  </a:lnTo>
                  <a:lnTo>
                    <a:pt x="182560" y="181972"/>
                  </a:lnTo>
                  <a:lnTo>
                    <a:pt x="182750" y="181923"/>
                  </a:lnTo>
                  <a:lnTo>
                    <a:pt x="183050" y="181892"/>
                  </a:lnTo>
                  <a:lnTo>
                    <a:pt x="183350" y="181987"/>
                  </a:lnTo>
                  <a:lnTo>
                    <a:pt x="183582" y="182186"/>
                  </a:lnTo>
                  <a:lnTo>
                    <a:pt x="183768" y="182466"/>
                  </a:lnTo>
                  <a:lnTo>
                    <a:pt x="183874" y="182961"/>
                  </a:lnTo>
                  <a:lnTo>
                    <a:pt x="183969" y="183302"/>
                  </a:lnTo>
                  <a:lnTo>
                    <a:pt x="183908" y="183461"/>
                  </a:lnTo>
                  <a:lnTo>
                    <a:pt x="183639" y="183474"/>
                  </a:lnTo>
                  <a:lnTo>
                    <a:pt x="183464" y="183336"/>
                  </a:lnTo>
                  <a:lnTo>
                    <a:pt x="183255" y="183086"/>
                  </a:lnTo>
                  <a:lnTo>
                    <a:pt x="183035" y="18297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6736580" y="2240805"/>
              <a:ext cx="185267" cy="184393"/>
            </a:xfrm>
            <a:custGeom>
              <a:avLst/>
              <a:pathLst>
                <a:path w="185267" h="184393">
                  <a:moveTo>
                    <a:pt x="182879" y="182880"/>
                  </a:moveTo>
                  <a:lnTo>
                    <a:pt x="183168" y="182432"/>
                  </a:lnTo>
                  <a:lnTo>
                    <a:pt x="183691" y="182460"/>
                  </a:lnTo>
                  <a:lnTo>
                    <a:pt x="184561" y="182900"/>
                  </a:lnTo>
                  <a:lnTo>
                    <a:pt x="185149" y="183212"/>
                  </a:lnTo>
                  <a:lnTo>
                    <a:pt x="185267" y="183561"/>
                  </a:lnTo>
                  <a:lnTo>
                    <a:pt x="185096" y="184071"/>
                  </a:lnTo>
                  <a:lnTo>
                    <a:pt x="184836" y="184359"/>
                  </a:lnTo>
                  <a:lnTo>
                    <a:pt x="184546" y="184393"/>
                  </a:lnTo>
                  <a:lnTo>
                    <a:pt x="184138" y="184300"/>
                  </a:lnTo>
                  <a:lnTo>
                    <a:pt x="183905" y="184118"/>
                  </a:lnTo>
                  <a:lnTo>
                    <a:pt x="183775" y="184035"/>
                  </a:lnTo>
                  <a:lnTo>
                    <a:pt x="182912" y="18338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6742590" y="2238499"/>
              <a:ext cx="182879" cy="183489"/>
            </a:xfrm>
            <a:custGeom>
              <a:avLst/>
              <a:pathLst>
                <a:path w="182879" h="183489">
                  <a:moveTo>
                    <a:pt x="182879" y="182880"/>
                  </a:moveTo>
                  <a:lnTo>
                    <a:pt x="182682" y="183134"/>
                  </a:lnTo>
                  <a:lnTo>
                    <a:pt x="182608" y="183269"/>
                  </a:lnTo>
                  <a:lnTo>
                    <a:pt x="182465" y="183391"/>
                  </a:lnTo>
                  <a:lnTo>
                    <a:pt x="182122" y="183489"/>
                  </a:lnTo>
                  <a:lnTo>
                    <a:pt x="182042" y="182799"/>
                  </a:lnTo>
                  <a:lnTo>
                    <a:pt x="182497" y="182751"/>
                  </a:lnTo>
                  <a:lnTo>
                    <a:pt x="182660" y="182760"/>
                  </a:lnTo>
                  <a:lnTo>
                    <a:pt x="182632" y="182940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6741095" y="2233853"/>
              <a:ext cx="184426" cy="184314"/>
            </a:xfrm>
            <a:custGeom>
              <a:avLst/>
              <a:pathLst>
                <a:path w="184426" h="184314">
                  <a:moveTo>
                    <a:pt x="182879" y="182880"/>
                  </a:moveTo>
                  <a:lnTo>
                    <a:pt x="182749" y="182747"/>
                  </a:lnTo>
                  <a:lnTo>
                    <a:pt x="182603" y="182506"/>
                  </a:lnTo>
                  <a:lnTo>
                    <a:pt x="182437" y="182329"/>
                  </a:lnTo>
                  <a:lnTo>
                    <a:pt x="182182" y="182072"/>
                  </a:lnTo>
                  <a:lnTo>
                    <a:pt x="182175" y="181891"/>
                  </a:lnTo>
                  <a:lnTo>
                    <a:pt x="182380" y="181590"/>
                  </a:lnTo>
                  <a:lnTo>
                    <a:pt x="182809" y="181730"/>
                  </a:lnTo>
                  <a:lnTo>
                    <a:pt x="183403" y="182092"/>
                  </a:lnTo>
                  <a:lnTo>
                    <a:pt x="184026" y="182888"/>
                  </a:lnTo>
                  <a:lnTo>
                    <a:pt x="184221" y="183225"/>
                  </a:lnTo>
                  <a:lnTo>
                    <a:pt x="184373" y="183526"/>
                  </a:lnTo>
                  <a:lnTo>
                    <a:pt x="184426" y="183723"/>
                  </a:lnTo>
                  <a:lnTo>
                    <a:pt x="184377" y="184037"/>
                  </a:lnTo>
                  <a:lnTo>
                    <a:pt x="184274" y="184201"/>
                  </a:lnTo>
                  <a:lnTo>
                    <a:pt x="184104" y="184302"/>
                  </a:lnTo>
                  <a:lnTo>
                    <a:pt x="183977" y="184314"/>
                  </a:lnTo>
                  <a:lnTo>
                    <a:pt x="183771" y="184238"/>
                  </a:lnTo>
                  <a:lnTo>
                    <a:pt x="183640" y="184121"/>
                  </a:lnTo>
                  <a:lnTo>
                    <a:pt x="183287" y="183257"/>
                  </a:lnTo>
                  <a:lnTo>
                    <a:pt x="183120" y="183056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6738314" y="2232918"/>
              <a:ext cx="184840" cy="183111"/>
            </a:xfrm>
            <a:custGeom>
              <a:avLst/>
              <a:pathLst>
                <a:path w="184840" h="183111">
                  <a:moveTo>
                    <a:pt x="182879" y="182880"/>
                  </a:moveTo>
                  <a:lnTo>
                    <a:pt x="182582" y="182945"/>
                  </a:lnTo>
                  <a:lnTo>
                    <a:pt x="182154" y="183061"/>
                  </a:lnTo>
                  <a:lnTo>
                    <a:pt x="181886" y="183111"/>
                  </a:lnTo>
                  <a:lnTo>
                    <a:pt x="181606" y="183078"/>
                  </a:lnTo>
                  <a:lnTo>
                    <a:pt x="181398" y="183023"/>
                  </a:lnTo>
                  <a:lnTo>
                    <a:pt x="181136" y="182798"/>
                  </a:lnTo>
                  <a:lnTo>
                    <a:pt x="181071" y="182664"/>
                  </a:lnTo>
                  <a:lnTo>
                    <a:pt x="181032" y="182453"/>
                  </a:lnTo>
                  <a:lnTo>
                    <a:pt x="181032" y="182319"/>
                  </a:lnTo>
                  <a:lnTo>
                    <a:pt x="181139" y="182111"/>
                  </a:lnTo>
                  <a:lnTo>
                    <a:pt x="181322" y="181957"/>
                  </a:lnTo>
                  <a:lnTo>
                    <a:pt x="181537" y="181847"/>
                  </a:lnTo>
                  <a:lnTo>
                    <a:pt x="181898" y="181689"/>
                  </a:lnTo>
                  <a:lnTo>
                    <a:pt x="182278" y="181546"/>
                  </a:lnTo>
                  <a:lnTo>
                    <a:pt x="182518" y="181489"/>
                  </a:lnTo>
                  <a:lnTo>
                    <a:pt x="182801" y="181481"/>
                  </a:lnTo>
                  <a:lnTo>
                    <a:pt x="183137" y="181514"/>
                  </a:lnTo>
                  <a:lnTo>
                    <a:pt x="183356" y="181567"/>
                  </a:lnTo>
                  <a:lnTo>
                    <a:pt x="183588" y="181640"/>
                  </a:lnTo>
                  <a:lnTo>
                    <a:pt x="183861" y="181782"/>
                  </a:lnTo>
                  <a:lnTo>
                    <a:pt x="184143" y="181912"/>
                  </a:lnTo>
                  <a:lnTo>
                    <a:pt x="184412" y="182042"/>
                  </a:lnTo>
                  <a:lnTo>
                    <a:pt x="184566" y="182168"/>
                  </a:lnTo>
                  <a:lnTo>
                    <a:pt x="184720" y="182274"/>
                  </a:lnTo>
                  <a:lnTo>
                    <a:pt x="184840" y="182545"/>
                  </a:lnTo>
                  <a:lnTo>
                    <a:pt x="184616" y="182794"/>
                  </a:lnTo>
                  <a:lnTo>
                    <a:pt x="183972" y="182871"/>
                  </a:lnTo>
                  <a:lnTo>
                    <a:pt x="183503" y="182847"/>
                  </a:lnTo>
                  <a:lnTo>
                    <a:pt x="183245" y="182827"/>
                  </a:lnTo>
                  <a:lnTo>
                    <a:pt x="183062" y="18283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6776410" y="269893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6776975" y="269843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6820194" y="252152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6951739" y="231420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738" y="182722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6752137" y="2273772"/>
              <a:ext cx="183154" cy="184273"/>
            </a:xfrm>
            <a:custGeom>
              <a:avLst/>
              <a:pathLst>
                <a:path w="183154" h="184273">
                  <a:moveTo>
                    <a:pt x="182879" y="182880"/>
                  </a:moveTo>
                  <a:lnTo>
                    <a:pt x="182581" y="183262"/>
                  </a:lnTo>
                  <a:lnTo>
                    <a:pt x="182305" y="183492"/>
                  </a:lnTo>
                  <a:lnTo>
                    <a:pt x="182012" y="183667"/>
                  </a:lnTo>
                  <a:lnTo>
                    <a:pt x="181478" y="183835"/>
                  </a:lnTo>
                  <a:lnTo>
                    <a:pt x="179888" y="184041"/>
                  </a:lnTo>
                  <a:lnTo>
                    <a:pt x="177866" y="184273"/>
                  </a:lnTo>
                  <a:lnTo>
                    <a:pt x="176780" y="184106"/>
                  </a:lnTo>
                  <a:lnTo>
                    <a:pt x="176693" y="183923"/>
                  </a:lnTo>
                  <a:lnTo>
                    <a:pt x="176663" y="183651"/>
                  </a:lnTo>
                  <a:lnTo>
                    <a:pt x="176632" y="183429"/>
                  </a:lnTo>
                  <a:lnTo>
                    <a:pt x="176713" y="183110"/>
                  </a:lnTo>
                  <a:lnTo>
                    <a:pt x="176936" y="182674"/>
                  </a:lnTo>
                  <a:lnTo>
                    <a:pt x="177310" y="182404"/>
                  </a:lnTo>
                  <a:lnTo>
                    <a:pt x="177615" y="182292"/>
                  </a:lnTo>
                  <a:lnTo>
                    <a:pt x="177864" y="182259"/>
                  </a:lnTo>
                  <a:lnTo>
                    <a:pt x="178076" y="182205"/>
                  </a:lnTo>
                  <a:lnTo>
                    <a:pt x="179841" y="181785"/>
                  </a:lnTo>
                  <a:lnTo>
                    <a:pt x="180286" y="181627"/>
                  </a:lnTo>
                  <a:lnTo>
                    <a:pt x="180564" y="181535"/>
                  </a:lnTo>
                  <a:lnTo>
                    <a:pt x="180906" y="181465"/>
                  </a:lnTo>
                  <a:lnTo>
                    <a:pt x="181403" y="181389"/>
                  </a:lnTo>
                  <a:lnTo>
                    <a:pt x="181763" y="181309"/>
                  </a:lnTo>
                  <a:lnTo>
                    <a:pt x="182179" y="181221"/>
                  </a:lnTo>
                  <a:lnTo>
                    <a:pt x="182546" y="181262"/>
                  </a:lnTo>
                  <a:lnTo>
                    <a:pt x="182934" y="181394"/>
                  </a:lnTo>
                  <a:lnTo>
                    <a:pt x="183074" y="181761"/>
                  </a:lnTo>
                  <a:lnTo>
                    <a:pt x="183154" y="182218"/>
                  </a:lnTo>
                  <a:lnTo>
                    <a:pt x="183109" y="18259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6911074" y="2258814"/>
              <a:ext cx="183996" cy="186278"/>
            </a:xfrm>
            <a:custGeom>
              <a:avLst/>
              <a:pathLst>
                <a:path w="183996" h="186278">
                  <a:moveTo>
                    <a:pt x="182879" y="182880"/>
                  </a:moveTo>
                  <a:lnTo>
                    <a:pt x="183665" y="183258"/>
                  </a:lnTo>
                  <a:lnTo>
                    <a:pt x="183982" y="183883"/>
                  </a:lnTo>
                  <a:lnTo>
                    <a:pt x="183996" y="184772"/>
                  </a:lnTo>
                  <a:lnTo>
                    <a:pt x="183735" y="185378"/>
                  </a:lnTo>
                  <a:lnTo>
                    <a:pt x="183311" y="186110"/>
                  </a:lnTo>
                  <a:lnTo>
                    <a:pt x="182452" y="186278"/>
                  </a:lnTo>
                  <a:lnTo>
                    <a:pt x="181858" y="185458"/>
                  </a:lnTo>
                  <a:lnTo>
                    <a:pt x="181680" y="184719"/>
                  </a:lnTo>
                  <a:lnTo>
                    <a:pt x="181874" y="183858"/>
                  </a:lnTo>
                  <a:lnTo>
                    <a:pt x="182179" y="183405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6755222" y="2259335"/>
              <a:ext cx="183484" cy="184415"/>
            </a:xfrm>
            <a:custGeom>
              <a:avLst/>
              <a:pathLst>
                <a:path w="183484" h="184415">
                  <a:moveTo>
                    <a:pt x="182879" y="182880"/>
                  </a:moveTo>
                  <a:lnTo>
                    <a:pt x="183315" y="183133"/>
                  </a:lnTo>
                  <a:lnTo>
                    <a:pt x="183484" y="183718"/>
                  </a:lnTo>
                  <a:lnTo>
                    <a:pt x="183453" y="184230"/>
                  </a:lnTo>
                  <a:lnTo>
                    <a:pt x="183154" y="184415"/>
                  </a:lnTo>
                  <a:lnTo>
                    <a:pt x="182620" y="184381"/>
                  </a:lnTo>
                  <a:lnTo>
                    <a:pt x="182318" y="184236"/>
                  </a:lnTo>
                  <a:lnTo>
                    <a:pt x="182283" y="183688"/>
                  </a:lnTo>
                  <a:lnTo>
                    <a:pt x="182547" y="18302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6753874" y="2256855"/>
              <a:ext cx="184052" cy="184559"/>
            </a:xfrm>
            <a:custGeom>
              <a:avLst/>
              <a:pathLst>
                <a:path w="184052" h="184559">
                  <a:moveTo>
                    <a:pt x="182879" y="182880"/>
                  </a:moveTo>
                  <a:lnTo>
                    <a:pt x="183212" y="182548"/>
                  </a:lnTo>
                  <a:lnTo>
                    <a:pt x="183680" y="182765"/>
                  </a:lnTo>
                  <a:lnTo>
                    <a:pt x="183949" y="183129"/>
                  </a:lnTo>
                  <a:lnTo>
                    <a:pt x="184052" y="183678"/>
                  </a:lnTo>
                  <a:lnTo>
                    <a:pt x="183887" y="184227"/>
                  </a:lnTo>
                  <a:lnTo>
                    <a:pt x="183388" y="184559"/>
                  </a:lnTo>
                  <a:lnTo>
                    <a:pt x="183021" y="184525"/>
                  </a:lnTo>
                  <a:lnTo>
                    <a:pt x="182686" y="184344"/>
                  </a:lnTo>
                  <a:lnTo>
                    <a:pt x="182651" y="184052"/>
                  </a:lnTo>
                  <a:lnTo>
                    <a:pt x="182616" y="183576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6748280" y="2253414"/>
              <a:ext cx="185979" cy="184306"/>
            </a:xfrm>
            <a:custGeom>
              <a:avLst/>
              <a:pathLst>
                <a:path w="185979" h="184306">
                  <a:moveTo>
                    <a:pt x="182879" y="182880"/>
                  </a:moveTo>
                  <a:lnTo>
                    <a:pt x="183379" y="182657"/>
                  </a:lnTo>
                  <a:lnTo>
                    <a:pt x="183912" y="182288"/>
                  </a:lnTo>
                  <a:lnTo>
                    <a:pt x="184377" y="181956"/>
                  </a:lnTo>
                  <a:lnTo>
                    <a:pt x="185109" y="181402"/>
                  </a:lnTo>
                  <a:lnTo>
                    <a:pt x="185542" y="181143"/>
                  </a:lnTo>
                  <a:lnTo>
                    <a:pt x="185878" y="181397"/>
                  </a:lnTo>
                  <a:lnTo>
                    <a:pt x="185979" y="181653"/>
                  </a:lnTo>
                  <a:lnTo>
                    <a:pt x="185681" y="182203"/>
                  </a:lnTo>
                  <a:lnTo>
                    <a:pt x="185249" y="182535"/>
                  </a:lnTo>
                  <a:lnTo>
                    <a:pt x="184816" y="182831"/>
                  </a:lnTo>
                  <a:lnTo>
                    <a:pt x="184316" y="182980"/>
                  </a:lnTo>
                  <a:lnTo>
                    <a:pt x="183883" y="183166"/>
                  </a:lnTo>
                  <a:lnTo>
                    <a:pt x="183451" y="183571"/>
                  </a:lnTo>
                  <a:lnTo>
                    <a:pt x="182887" y="184306"/>
                  </a:lnTo>
                  <a:lnTo>
                    <a:pt x="182586" y="184125"/>
                  </a:lnTo>
                  <a:lnTo>
                    <a:pt x="182484" y="183870"/>
                  </a:lnTo>
                  <a:lnTo>
                    <a:pt x="182448" y="183394"/>
                  </a:lnTo>
                  <a:lnTo>
                    <a:pt x="182613" y="183064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6753547" y="225051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52" y="182816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6756535" y="2245786"/>
              <a:ext cx="184076" cy="183757"/>
            </a:xfrm>
            <a:custGeom>
              <a:avLst/>
              <a:pathLst>
                <a:path w="184076" h="183757">
                  <a:moveTo>
                    <a:pt x="182879" y="182880"/>
                  </a:moveTo>
                  <a:lnTo>
                    <a:pt x="183052" y="182644"/>
                  </a:lnTo>
                  <a:lnTo>
                    <a:pt x="183256" y="182569"/>
                  </a:lnTo>
                  <a:lnTo>
                    <a:pt x="183477" y="182596"/>
                  </a:lnTo>
                  <a:lnTo>
                    <a:pt x="183668" y="182703"/>
                  </a:lnTo>
                  <a:lnTo>
                    <a:pt x="183811" y="182838"/>
                  </a:lnTo>
                  <a:lnTo>
                    <a:pt x="184035" y="183076"/>
                  </a:lnTo>
                  <a:lnTo>
                    <a:pt x="184076" y="183268"/>
                  </a:lnTo>
                  <a:lnTo>
                    <a:pt x="184034" y="183498"/>
                  </a:lnTo>
                  <a:lnTo>
                    <a:pt x="183872" y="183704"/>
                  </a:lnTo>
                  <a:lnTo>
                    <a:pt x="183630" y="183757"/>
                  </a:lnTo>
                  <a:lnTo>
                    <a:pt x="183402" y="183679"/>
                  </a:lnTo>
                  <a:lnTo>
                    <a:pt x="183174" y="183582"/>
                  </a:lnTo>
                  <a:lnTo>
                    <a:pt x="182977" y="183355"/>
                  </a:lnTo>
                  <a:lnTo>
                    <a:pt x="182893" y="183081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6762958" y="2240895"/>
              <a:ext cx="183681" cy="184246"/>
            </a:xfrm>
            <a:custGeom>
              <a:avLst/>
              <a:pathLst>
                <a:path w="183681" h="184246">
                  <a:moveTo>
                    <a:pt x="182879" y="182880"/>
                  </a:moveTo>
                  <a:lnTo>
                    <a:pt x="183134" y="182729"/>
                  </a:lnTo>
                  <a:lnTo>
                    <a:pt x="183509" y="182709"/>
                  </a:lnTo>
                  <a:lnTo>
                    <a:pt x="183662" y="182839"/>
                  </a:lnTo>
                  <a:lnTo>
                    <a:pt x="183681" y="183192"/>
                  </a:lnTo>
                  <a:lnTo>
                    <a:pt x="183546" y="183602"/>
                  </a:lnTo>
                  <a:lnTo>
                    <a:pt x="183190" y="183995"/>
                  </a:lnTo>
                  <a:lnTo>
                    <a:pt x="182749" y="184183"/>
                  </a:lnTo>
                  <a:lnTo>
                    <a:pt x="182541" y="184246"/>
                  </a:lnTo>
                  <a:lnTo>
                    <a:pt x="182279" y="184100"/>
                  </a:lnTo>
                  <a:lnTo>
                    <a:pt x="182236" y="183795"/>
                  </a:lnTo>
                  <a:lnTo>
                    <a:pt x="182388" y="183347"/>
                  </a:lnTo>
                  <a:lnTo>
                    <a:pt x="182659" y="183067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6798451" y="2134030"/>
              <a:ext cx="187628" cy="186017"/>
            </a:xfrm>
            <a:custGeom>
              <a:avLst/>
              <a:pathLst>
                <a:path w="187628" h="186017">
                  <a:moveTo>
                    <a:pt x="182879" y="182880"/>
                  </a:moveTo>
                  <a:lnTo>
                    <a:pt x="183720" y="182493"/>
                  </a:lnTo>
                  <a:lnTo>
                    <a:pt x="184560" y="182307"/>
                  </a:lnTo>
                  <a:lnTo>
                    <a:pt x="185554" y="182270"/>
                  </a:lnTo>
                  <a:lnTo>
                    <a:pt x="186475" y="182592"/>
                  </a:lnTo>
                  <a:lnTo>
                    <a:pt x="187270" y="182860"/>
                  </a:lnTo>
                  <a:lnTo>
                    <a:pt x="187628" y="183666"/>
                  </a:lnTo>
                  <a:lnTo>
                    <a:pt x="187379" y="184438"/>
                  </a:lnTo>
                  <a:lnTo>
                    <a:pt x="187052" y="185110"/>
                  </a:lnTo>
                  <a:lnTo>
                    <a:pt x="186259" y="185731"/>
                  </a:lnTo>
                  <a:lnTo>
                    <a:pt x="185481" y="186017"/>
                  </a:lnTo>
                  <a:lnTo>
                    <a:pt x="184703" y="185984"/>
                  </a:lnTo>
                  <a:lnTo>
                    <a:pt x="183862" y="185716"/>
                  </a:lnTo>
                  <a:lnTo>
                    <a:pt x="183052" y="185163"/>
                  </a:lnTo>
                  <a:lnTo>
                    <a:pt x="182600" y="183937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6766736" y="2121266"/>
              <a:ext cx="185320" cy="184890"/>
            </a:xfrm>
            <a:custGeom>
              <a:avLst/>
              <a:pathLst>
                <a:path w="185320" h="184890">
                  <a:moveTo>
                    <a:pt x="182879" y="182880"/>
                  </a:moveTo>
                  <a:lnTo>
                    <a:pt x="183211" y="182376"/>
                  </a:lnTo>
                  <a:lnTo>
                    <a:pt x="183771" y="182156"/>
                  </a:lnTo>
                  <a:lnTo>
                    <a:pt x="184090" y="182138"/>
                  </a:lnTo>
                  <a:lnTo>
                    <a:pt x="184576" y="182255"/>
                  </a:lnTo>
                  <a:lnTo>
                    <a:pt x="185041" y="182704"/>
                  </a:lnTo>
                  <a:lnTo>
                    <a:pt x="185320" y="183252"/>
                  </a:lnTo>
                  <a:lnTo>
                    <a:pt x="185311" y="183808"/>
                  </a:lnTo>
                  <a:lnTo>
                    <a:pt x="184949" y="184374"/>
                  </a:lnTo>
                  <a:lnTo>
                    <a:pt x="184518" y="184654"/>
                  </a:lnTo>
                  <a:lnTo>
                    <a:pt x="183935" y="184890"/>
                  </a:lnTo>
                  <a:lnTo>
                    <a:pt x="183482" y="184848"/>
                  </a:lnTo>
                  <a:lnTo>
                    <a:pt x="183195" y="184731"/>
                  </a:lnTo>
                  <a:lnTo>
                    <a:pt x="182885" y="184352"/>
                  </a:lnTo>
                  <a:lnTo>
                    <a:pt x="182706" y="18368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6993050" y="1263011"/>
              <a:ext cx="183615" cy="182961"/>
            </a:xfrm>
            <a:custGeom>
              <a:avLst/>
              <a:pathLst>
                <a:path w="183615" h="182961">
                  <a:moveTo>
                    <a:pt x="182879" y="182880"/>
                  </a:moveTo>
                  <a:lnTo>
                    <a:pt x="182954" y="182478"/>
                  </a:lnTo>
                  <a:lnTo>
                    <a:pt x="183615" y="182261"/>
                  </a:lnTo>
                  <a:lnTo>
                    <a:pt x="183522" y="182452"/>
                  </a:lnTo>
                  <a:lnTo>
                    <a:pt x="183227" y="182956"/>
                  </a:lnTo>
                  <a:lnTo>
                    <a:pt x="183052" y="182961"/>
                  </a:lnTo>
                  <a:close/>
                </a:path>
              </a:pathLst>
            </a:custGeom>
            <a:solidFill>
              <a:srgbClr val="4D7C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6991908" y="1262376"/>
              <a:ext cx="183802" cy="182900"/>
            </a:xfrm>
            <a:custGeom>
              <a:avLst/>
              <a:pathLst>
                <a:path w="183802" h="182900">
                  <a:moveTo>
                    <a:pt x="182879" y="182880"/>
                  </a:moveTo>
                  <a:lnTo>
                    <a:pt x="182713" y="182733"/>
                  </a:lnTo>
                  <a:lnTo>
                    <a:pt x="182675" y="182506"/>
                  </a:lnTo>
                  <a:lnTo>
                    <a:pt x="182719" y="182313"/>
                  </a:lnTo>
                  <a:lnTo>
                    <a:pt x="182888" y="182070"/>
                  </a:lnTo>
                  <a:lnTo>
                    <a:pt x="183063" y="181917"/>
                  </a:lnTo>
                  <a:lnTo>
                    <a:pt x="183766" y="181632"/>
                  </a:lnTo>
                  <a:lnTo>
                    <a:pt x="183802" y="181809"/>
                  </a:lnTo>
                  <a:lnTo>
                    <a:pt x="183734" y="182180"/>
                  </a:lnTo>
                  <a:lnTo>
                    <a:pt x="183603" y="182442"/>
                  </a:lnTo>
                  <a:lnTo>
                    <a:pt x="183243" y="182795"/>
                  </a:lnTo>
                  <a:lnTo>
                    <a:pt x="183061" y="182900"/>
                  </a:lnTo>
                  <a:close/>
                </a:path>
              </a:pathLst>
            </a:custGeom>
            <a:solidFill>
              <a:srgbClr val="4D7C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6952719" y="1109580"/>
              <a:ext cx="261942" cy="470351"/>
            </a:xfrm>
            <a:custGeom>
              <a:avLst/>
              <a:pathLst>
                <a:path w="261942" h="470351">
                  <a:moveTo>
                    <a:pt x="182879" y="182880"/>
                  </a:moveTo>
                  <a:lnTo>
                    <a:pt x="182768" y="183318"/>
                  </a:lnTo>
                  <a:lnTo>
                    <a:pt x="182559" y="183600"/>
                  </a:lnTo>
                  <a:lnTo>
                    <a:pt x="182407" y="183921"/>
                  </a:lnTo>
                  <a:lnTo>
                    <a:pt x="183234" y="184521"/>
                  </a:lnTo>
                  <a:lnTo>
                    <a:pt x="183713" y="184841"/>
                  </a:lnTo>
                  <a:lnTo>
                    <a:pt x="184079" y="185106"/>
                  </a:lnTo>
                  <a:lnTo>
                    <a:pt x="184233" y="185489"/>
                  </a:lnTo>
                  <a:lnTo>
                    <a:pt x="184858" y="186031"/>
                  </a:lnTo>
                  <a:lnTo>
                    <a:pt x="185324" y="187143"/>
                  </a:lnTo>
                  <a:lnTo>
                    <a:pt x="185434" y="187796"/>
                  </a:lnTo>
                  <a:lnTo>
                    <a:pt x="185676" y="188153"/>
                  </a:lnTo>
                  <a:lnTo>
                    <a:pt x="186253" y="188318"/>
                  </a:lnTo>
                  <a:lnTo>
                    <a:pt x="186493" y="188449"/>
                  </a:lnTo>
                  <a:lnTo>
                    <a:pt x="186709" y="188561"/>
                  </a:lnTo>
                  <a:lnTo>
                    <a:pt x="186869" y="188614"/>
                  </a:lnTo>
                  <a:lnTo>
                    <a:pt x="187198" y="188747"/>
                  </a:lnTo>
                  <a:lnTo>
                    <a:pt x="187607" y="188977"/>
                  </a:lnTo>
                  <a:lnTo>
                    <a:pt x="188103" y="189474"/>
                  </a:lnTo>
                  <a:lnTo>
                    <a:pt x="188137" y="189758"/>
                  </a:lnTo>
                  <a:lnTo>
                    <a:pt x="188145" y="189919"/>
                  </a:lnTo>
                  <a:lnTo>
                    <a:pt x="188981" y="190842"/>
                  </a:lnTo>
                  <a:lnTo>
                    <a:pt x="189328" y="190874"/>
                  </a:lnTo>
                  <a:lnTo>
                    <a:pt x="189590" y="190949"/>
                  </a:lnTo>
                  <a:lnTo>
                    <a:pt x="189685" y="191091"/>
                  </a:lnTo>
                  <a:lnTo>
                    <a:pt x="189889" y="191314"/>
                  </a:lnTo>
                  <a:lnTo>
                    <a:pt x="190296" y="191460"/>
                  </a:lnTo>
                  <a:lnTo>
                    <a:pt x="190694" y="191646"/>
                  </a:lnTo>
                  <a:lnTo>
                    <a:pt x="190952" y="191925"/>
                  </a:lnTo>
                  <a:lnTo>
                    <a:pt x="191138" y="192409"/>
                  </a:lnTo>
                  <a:lnTo>
                    <a:pt x="191233" y="192659"/>
                  </a:lnTo>
                  <a:lnTo>
                    <a:pt x="191561" y="192924"/>
                  </a:lnTo>
                  <a:lnTo>
                    <a:pt x="191566" y="193235"/>
                  </a:lnTo>
                  <a:lnTo>
                    <a:pt x="191328" y="193526"/>
                  </a:lnTo>
                  <a:lnTo>
                    <a:pt x="191082" y="193618"/>
                  </a:lnTo>
                  <a:lnTo>
                    <a:pt x="190760" y="194396"/>
                  </a:lnTo>
                  <a:lnTo>
                    <a:pt x="190733" y="194646"/>
                  </a:lnTo>
                  <a:lnTo>
                    <a:pt x="191113" y="195326"/>
                  </a:lnTo>
                  <a:lnTo>
                    <a:pt x="191381" y="195573"/>
                  </a:lnTo>
                  <a:lnTo>
                    <a:pt x="191475" y="195940"/>
                  </a:lnTo>
                  <a:lnTo>
                    <a:pt x="191836" y="195992"/>
                  </a:lnTo>
                  <a:lnTo>
                    <a:pt x="192157" y="195980"/>
                  </a:lnTo>
                  <a:lnTo>
                    <a:pt x="192639" y="196265"/>
                  </a:lnTo>
                  <a:lnTo>
                    <a:pt x="192670" y="196807"/>
                  </a:lnTo>
                  <a:lnTo>
                    <a:pt x="192667" y="197380"/>
                  </a:lnTo>
                  <a:lnTo>
                    <a:pt x="192020" y="197767"/>
                  </a:lnTo>
                  <a:lnTo>
                    <a:pt x="191693" y="197893"/>
                  </a:lnTo>
                  <a:lnTo>
                    <a:pt x="191415" y="197922"/>
                  </a:lnTo>
                  <a:lnTo>
                    <a:pt x="191234" y="197952"/>
                  </a:lnTo>
                  <a:lnTo>
                    <a:pt x="190886" y="198440"/>
                  </a:lnTo>
                  <a:lnTo>
                    <a:pt x="190517" y="198521"/>
                  </a:lnTo>
                  <a:lnTo>
                    <a:pt x="190042" y="198510"/>
                  </a:lnTo>
                  <a:lnTo>
                    <a:pt x="189760" y="198666"/>
                  </a:lnTo>
                  <a:lnTo>
                    <a:pt x="189241" y="199185"/>
                  </a:lnTo>
                  <a:lnTo>
                    <a:pt x="189528" y="199421"/>
                  </a:lnTo>
                  <a:lnTo>
                    <a:pt x="189801" y="199540"/>
                  </a:lnTo>
                  <a:lnTo>
                    <a:pt x="190449" y="199895"/>
                  </a:lnTo>
                  <a:lnTo>
                    <a:pt x="190848" y="200279"/>
                  </a:lnTo>
                  <a:lnTo>
                    <a:pt x="191267" y="200434"/>
                  </a:lnTo>
                  <a:lnTo>
                    <a:pt x="191448" y="200486"/>
                  </a:lnTo>
                  <a:lnTo>
                    <a:pt x="191715" y="200647"/>
                  </a:lnTo>
                  <a:lnTo>
                    <a:pt x="191985" y="201291"/>
                  </a:lnTo>
                  <a:lnTo>
                    <a:pt x="192227" y="201311"/>
                  </a:lnTo>
                  <a:lnTo>
                    <a:pt x="192388" y="201283"/>
                  </a:lnTo>
                  <a:lnTo>
                    <a:pt x="192555" y="201286"/>
                  </a:lnTo>
                  <a:lnTo>
                    <a:pt x="193000" y="201425"/>
                  </a:lnTo>
                  <a:lnTo>
                    <a:pt x="193222" y="201550"/>
                  </a:lnTo>
                  <a:lnTo>
                    <a:pt x="194050" y="201857"/>
                  </a:lnTo>
                  <a:lnTo>
                    <a:pt x="194276" y="201916"/>
                  </a:lnTo>
                  <a:lnTo>
                    <a:pt x="194894" y="202478"/>
                  </a:lnTo>
                  <a:lnTo>
                    <a:pt x="194607" y="202958"/>
                  </a:lnTo>
                  <a:lnTo>
                    <a:pt x="194241" y="203332"/>
                  </a:lnTo>
                  <a:lnTo>
                    <a:pt x="194077" y="203861"/>
                  </a:lnTo>
                  <a:lnTo>
                    <a:pt x="194112" y="204423"/>
                  </a:lnTo>
                  <a:lnTo>
                    <a:pt x="193966" y="204998"/>
                  </a:lnTo>
                  <a:lnTo>
                    <a:pt x="194361" y="205173"/>
                  </a:lnTo>
                  <a:lnTo>
                    <a:pt x="194842" y="205506"/>
                  </a:lnTo>
                  <a:lnTo>
                    <a:pt x="195201" y="205541"/>
                  </a:lnTo>
                  <a:lnTo>
                    <a:pt x="195602" y="205473"/>
                  </a:lnTo>
                  <a:lnTo>
                    <a:pt x="195818" y="205624"/>
                  </a:lnTo>
                  <a:lnTo>
                    <a:pt x="196049" y="205795"/>
                  </a:lnTo>
                  <a:lnTo>
                    <a:pt x="196539" y="205881"/>
                  </a:lnTo>
                  <a:lnTo>
                    <a:pt x="196467" y="206523"/>
                  </a:lnTo>
                  <a:lnTo>
                    <a:pt x="196511" y="206954"/>
                  </a:lnTo>
                  <a:lnTo>
                    <a:pt x="196471" y="207231"/>
                  </a:lnTo>
                  <a:lnTo>
                    <a:pt x="196280" y="207136"/>
                  </a:lnTo>
                  <a:lnTo>
                    <a:pt x="195723" y="206899"/>
                  </a:lnTo>
                  <a:lnTo>
                    <a:pt x="196044" y="207386"/>
                  </a:lnTo>
                  <a:lnTo>
                    <a:pt x="195871" y="207627"/>
                  </a:lnTo>
                  <a:lnTo>
                    <a:pt x="195577" y="207782"/>
                  </a:lnTo>
                  <a:lnTo>
                    <a:pt x="195267" y="207822"/>
                  </a:lnTo>
                  <a:lnTo>
                    <a:pt x="195068" y="207808"/>
                  </a:lnTo>
                  <a:lnTo>
                    <a:pt x="194975" y="208136"/>
                  </a:lnTo>
                  <a:lnTo>
                    <a:pt x="195842" y="208337"/>
                  </a:lnTo>
                  <a:lnTo>
                    <a:pt x="196240" y="208411"/>
                  </a:lnTo>
                  <a:lnTo>
                    <a:pt x="196575" y="208548"/>
                  </a:lnTo>
                  <a:lnTo>
                    <a:pt x="197950" y="208302"/>
                  </a:lnTo>
                  <a:lnTo>
                    <a:pt x="198593" y="207884"/>
                  </a:lnTo>
                  <a:lnTo>
                    <a:pt x="198822" y="207601"/>
                  </a:lnTo>
                  <a:lnTo>
                    <a:pt x="198796" y="206857"/>
                  </a:lnTo>
                  <a:lnTo>
                    <a:pt x="198810" y="206581"/>
                  </a:lnTo>
                  <a:lnTo>
                    <a:pt x="198844" y="206227"/>
                  </a:lnTo>
                  <a:lnTo>
                    <a:pt x="198972" y="206090"/>
                  </a:lnTo>
                  <a:lnTo>
                    <a:pt x="199331" y="205831"/>
                  </a:lnTo>
                  <a:lnTo>
                    <a:pt x="199468" y="205775"/>
                  </a:lnTo>
                  <a:lnTo>
                    <a:pt x="199881" y="205781"/>
                  </a:lnTo>
                  <a:lnTo>
                    <a:pt x="200298" y="205897"/>
                  </a:lnTo>
                  <a:lnTo>
                    <a:pt x="200594" y="205912"/>
                  </a:lnTo>
                  <a:lnTo>
                    <a:pt x="200919" y="206475"/>
                  </a:lnTo>
                  <a:lnTo>
                    <a:pt x="201167" y="206858"/>
                  </a:lnTo>
                  <a:lnTo>
                    <a:pt x="201296" y="206957"/>
                  </a:lnTo>
                  <a:lnTo>
                    <a:pt x="201689" y="207068"/>
                  </a:lnTo>
                  <a:lnTo>
                    <a:pt x="201792" y="207201"/>
                  </a:lnTo>
                  <a:lnTo>
                    <a:pt x="201847" y="207379"/>
                  </a:lnTo>
                  <a:lnTo>
                    <a:pt x="201812" y="207628"/>
                  </a:lnTo>
                  <a:lnTo>
                    <a:pt x="201544" y="207868"/>
                  </a:lnTo>
                  <a:lnTo>
                    <a:pt x="201303" y="208093"/>
                  </a:lnTo>
                  <a:lnTo>
                    <a:pt x="201324" y="208495"/>
                  </a:lnTo>
                  <a:lnTo>
                    <a:pt x="200927" y="208550"/>
                  </a:lnTo>
                  <a:lnTo>
                    <a:pt x="200337" y="208888"/>
                  </a:lnTo>
                  <a:lnTo>
                    <a:pt x="199804" y="208867"/>
                  </a:lnTo>
                  <a:lnTo>
                    <a:pt x="199498" y="209066"/>
                  </a:lnTo>
                  <a:lnTo>
                    <a:pt x="199722" y="209353"/>
                  </a:lnTo>
                  <a:lnTo>
                    <a:pt x="200073" y="209314"/>
                  </a:lnTo>
                  <a:lnTo>
                    <a:pt x="200577" y="209292"/>
                  </a:lnTo>
                  <a:lnTo>
                    <a:pt x="201785" y="209815"/>
                  </a:lnTo>
                  <a:lnTo>
                    <a:pt x="202101" y="210146"/>
                  </a:lnTo>
                  <a:lnTo>
                    <a:pt x="202268" y="210609"/>
                  </a:lnTo>
                  <a:lnTo>
                    <a:pt x="202143" y="211023"/>
                  </a:lnTo>
                  <a:lnTo>
                    <a:pt x="202152" y="211192"/>
                  </a:lnTo>
                  <a:lnTo>
                    <a:pt x="202242" y="211565"/>
                  </a:lnTo>
                  <a:lnTo>
                    <a:pt x="202075" y="211804"/>
                  </a:lnTo>
                  <a:lnTo>
                    <a:pt x="202119" y="212166"/>
                  </a:lnTo>
                  <a:lnTo>
                    <a:pt x="202065" y="212399"/>
                  </a:lnTo>
                  <a:lnTo>
                    <a:pt x="201445" y="212647"/>
                  </a:lnTo>
                  <a:lnTo>
                    <a:pt x="200988" y="212782"/>
                  </a:lnTo>
                  <a:lnTo>
                    <a:pt x="200727" y="212811"/>
                  </a:lnTo>
                  <a:lnTo>
                    <a:pt x="200748" y="213269"/>
                  </a:lnTo>
                  <a:lnTo>
                    <a:pt x="200871" y="213402"/>
                  </a:lnTo>
                  <a:lnTo>
                    <a:pt x="201159" y="213535"/>
                  </a:lnTo>
                  <a:lnTo>
                    <a:pt x="201571" y="213745"/>
                  </a:lnTo>
                  <a:lnTo>
                    <a:pt x="201985" y="214227"/>
                  </a:lnTo>
                  <a:lnTo>
                    <a:pt x="202128" y="214386"/>
                  </a:lnTo>
                  <a:lnTo>
                    <a:pt x="202642" y="214776"/>
                  </a:lnTo>
                  <a:lnTo>
                    <a:pt x="203146" y="215047"/>
                  </a:lnTo>
                  <a:lnTo>
                    <a:pt x="203302" y="215124"/>
                  </a:lnTo>
                  <a:lnTo>
                    <a:pt x="203275" y="215905"/>
                  </a:lnTo>
                  <a:lnTo>
                    <a:pt x="203561" y="216165"/>
                  </a:lnTo>
                  <a:lnTo>
                    <a:pt x="203710" y="216366"/>
                  </a:lnTo>
                  <a:lnTo>
                    <a:pt x="203510" y="216589"/>
                  </a:lnTo>
                  <a:lnTo>
                    <a:pt x="203197" y="216717"/>
                  </a:lnTo>
                  <a:lnTo>
                    <a:pt x="203058" y="216873"/>
                  </a:lnTo>
                  <a:lnTo>
                    <a:pt x="202884" y="217176"/>
                  </a:lnTo>
                  <a:lnTo>
                    <a:pt x="202791" y="217480"/>
                  </a:lnTo>
                  <a:lnTo>
                    <a:pt x="202533" y="217879"/>
                  </a:lnTo>
                  <a:lnTo>
                    <a:pt x="202511" y="218187"/>
                  </a:lnTo>
                  <a:lnTo>
                    <a:pt x="202494" y="218388"/>
                  </a:lnTo>
                  <a:lnTo>
                    <a:pt x="202453" y="218684"/>
                  </a:lnTo>
                  <a:lnTo>
                    <a:pt x="202278" y="219145"/>
                  </a:lnTo>
                  <a:lnTo>
                    <a:pt x="202215" y="219453"/>
                  </a:lnTo>
                  <a:lnTo>
                    <a:pt x="201822" y="219664"/>
                  </a:lnTo>
                  <a:lnTo>
                    <a:pt x="201688" y="219679"/>
                  </a:lnTo>
                  <a:lnTo>
                    <a:pt x="201378" y="219933"/>
                  </a:lnTo>
                  <a:lnTo>
                    <a:pt x="201174" y="220181"/>
                  </a:lnTo>
                  <a:lnTo>
                    <a:pt x="200997" y="220211"/>
                  </a:lnTo>
                  <a:lnTo>
                    <a:pt x="200451" y="220165"/>
                  </a:lnTo>
                  <a:lnTo>
                    <a:pt x="200056" y="219720"/>
                  </a:lnTo>
                  <a:lnTo>
                    <a:pt x="199820" y="219314"/>
                  </a:lnTo>
                  <a:lnTo>
                    <a:pt x="199856" y="218608"/>
                  </a:lnTo>
                  <a:lnTo>
                    <a:pt x="199306" y="217941"/>
                  </a:lnTo>
                  <a:lnTo>
                    <a:pt x="199000" y="217873"/>
                  </a:lnTo>
                  <a:lnTo>
                    <a:pt x="198590" y="217988"/>
                  </a:lnTo>
                  <a:lnTo>
                    <a:pt x="198059" y="218106"/>
                  </a:lnTo>
                  <a:lnTo>
                    <a:pt x="197745" y="217928"/>
                  </a:lnTo>
                  <a:lnTo>
                    <a:pt x="197461" y="217798"/>
                  </a:lnTo>
                  <a:lnTo>
                    <a:pt x="197127" y="217966"/>
                  </a:lnTo>
                  <a:lnTo>
                    <a:pt x="196776" y="218163"/>
                  </a:lnTo>
                  <a:lnTo>
                    <a:pt x="196454" y="218402"/>
                  </a:lnTo>
                  <a:lnTo>
                    <a:pt x="196257" y="218491"/>
                  </a:lnTo>
                  <a:lnTo>
                    <a:pt x="195980" y="218669"/>
                  </a:lnTo>
                  <a:lnTo>
                    <a:pt x="196209" y="219023"/>
                  </a:lnTo>
                  <a:lnTo>
                    <a:pt x="195912" y="219366"/>
                  </a:lnTo>
                  <a:lnTo>
                    <a:pt x="195842" y="219530"/>
                  </a:lnTo>
                  <a:lnTo>
                    <a:pt x="195974" y="220247"/>
                  </a:lnTo>
                  <a:lnTo>
                    <a:pt x="195713" y="221073"/>
                  </a:lnTo>
                  <a:lnTo>
                    <a:pt x="195714" y="221621"/>
                  </a:lnTo>
                  <a:lnTo>
                    <a:pt x="196425" y="222054"/>
                  </a:lnTo>
                  <a:lnTo>
                    <a:pt x="196461" y="222536"/>
                  </a:lnTo>
                  <a:lnTo>
                    <a:pt x="196613" y="222709"/>
                  </a:lnTo>
                  <a:lnTo>
                    <a:pt x="196718" y="222912"/>
                  </a:lnTo>
                  <a:lnTo>
                    <a:pt x="196775" y="223138"/>
                  </a:lnTo>
                  <a:lnTo>
                    <a:pt x="196841" y="223484"/>
                  </a:lnTo>
                  <a:lnTo>
                    <a:pt x="196691" y="223777"/>
                  </a:lnTo>
                  <a:lnTo>
                    <a:pt x="196898" y="223791"/>
                  </a:lnTo>
                  <a:lnTo>
                    <a:pt x="197068" y="223876"/>
                  </a:lnTo>
                  <a:lnTo>
                    <a:pt x="197300" y="224084"/>
                  </a:lnTo>
                  <a:lnTo>
                    <a:pt x="197406" y="224214"/>
                  </a:lnTo>
                  <a:lnTo>
                    <a:pt x="197953" y="224552"/>
                  </a:lnTo>
                  <a:lnTo>
                    <a:pt x="198081" y="224730"/>
                  </a:lnTo>
                  <a:lnTo>
                    <a:pt x="198161" y="224997"/>
                  </a:lnTo>
                  <a:lnTo>
                    <a:pt x="198850" y="225435"/>
                  </a:lnTo>
                  <a:lnTo>
                    <a:pt x="198912" y="225657"/>
                  </a:lnTo>
                  <a:lnTo>
                    <a:pt x="198601" y="226232"/>
                  </a:lnTo>
                  <a:lnTo>
                    <a:pt x="198901" y="227010"/>
                  </a:lnTo>
                  <a:lnTo>
                    <a:pt x="199208" y="227588"/>
                  </a:lnTo>
                  <a:lnTo>
                    <a:pt x="199325" y="227874"/>
                  </a:lnTo>
                  <a:lnTo>
                    <a:pt x="199517" y="228195"/>
                  </a:lnTo>
                  <a:lnTo>
                    <a:pt x="200480" y="228268"/>
                  </a:lnTo>
                  <a:lnTo>
                    <a:pt x="200733" y="228475"/>
                  </a:lnTo>
                  <a:lnTo>
                    <a:pt x="201144" y="228502"/>
                  </a:lnTo>
                  <a:lnTo>
                    <a:pt x="201369" y="228825"/>
                  </a:lnTo>
                  <a:lnTo>
                    <a:pt x="201398" y="228964"/>
                  </a:lnTo>
                  <a:lnTo>
                    <a:pt x="201712" y="228976"/>
                  </a:lnTo>
                  <a:lnTo>
                    <a:pt x="202176" y="228650"/>
                  </a:lnTo>
                  <a:lnTo>
                    <a:pt x="202717" y="228973"/>
                  </a:lnTo>
                  <a:lnTo>
                    <a:pt x="202340" y="229199"/>
                  </a:lnTo>
                  <a:lnTo>
                    <a:pt x="202259" y="229712"/>
                  </a:lnTo>
                  <a:lnTo>
                    <a:pt x="202359" y="230224"/>
                  </a:lnTo>
                  <a:lnTo>
                    <a:pt x="202473" y="230450"/>
                  </a:lnTo>
                  <a:lnTo>
                    <a:pt x="202921" y="231009"/>
                  </a:lnTo>
                  <a:lnTo>
                    <a:pt x="202855" y="231207"/>
                  </a:lnTo>
                  <a:lnTo>
                    <a:pt x="202269" y="231620"/>
                  </a:lnTo>
                  <a:lnTo>
                    <a:pt x="202172" y="232031"/>
                  </a:lnTo>
                  <a:lnTo>
                    <a:pt x="201934" y="232385"/>
                  </a:lnTo>
                  <a:lnTo>
                    <a:pt x="201726" y="232340"/>
                  </a:lnTo>
                  <a:lnTo>
                    <a:pt x="201238" y="232433"/>
                  </a:lnTo>
                  <a:lnTo>
                    <a:pt x="201000" y="232654"/>
                  </a:lnTo>
                  <a:lnTo>
                    <a:pt x="200831" y="233100"/>
                  </a:lnTo>
                  <a:lnTo>
                    <a:pt x="201004" y="233239"/>
                  </a:lnTo>
                  <a:lnTo>
                    <a:pt x="201250" y="233285"/>
                  </a:lnTo>
                  <a:lnTo>
                    <a:pt x="201631" y="233308"/>
                  </a:lnTo>
                  <a:lnTo>
                    <a:pt x="201801" y="233263"/>
                  </a:lnTo>
                  <a:lnTo>
                    <a:pt x="202116" y="233434"/>
                  </a:lnTo>
                  <a:lnTo>
                    <a:pt x="202458" y="233610"/>
                  </a:lnTo>
                  <a:lnTo>
                    <a:pt x="202799" y="233760"/>
                  </a:lnTo>
                  <a:lnTo>
                    <a:pt x="203648" y="234151"/>
                  </a:lnTo>
                  <a:lnTo>
                    <a:pt x="203772" y="234524"/>
                  </a:lnTo>
                  <a:lnTo>
                    <a:pt x="204029" y="234791"/>
                  </a:lnTo>
                  <a:lnTo>
                    <a:pt x="204038" y="235212"/>
                  </a:lnTo>
                  <a:lnTo>
                    <a:pt x="203973" y="235736"/>
                  </a:lnTo>
                  <a:lnTo>
                    <a:pt x="204283" y="236453"/>
                  </a:lnTo>
                  <a:lnTo>
                    <a:pt x="204527" y="236718"/>
                  </a:lnTo>
                  <a:lnTo>
                    <a:pt x="204167" y="237039"/>
                  </a:lnTo>
                  <a:lnTo>
                    <a:pt x="204071" y="237493"/>
                  </a:lnTo>
                  <a:lnTo>
                    <a:pt x="204183" y="237765"/>
                  </a:lnTo>
                  <a:lnTo>
                    <a:pt x="204154" y="237892"/>
                  </a:lnTo>
                  <a:lnTo>
                    <a:pt x="204273" y="238457"/>
                  </a:lnTo>
                  <a:lnTo>
                    <a:pt x="204283" y="238585"/>
                  </a:lnTo>
                  <a:lnTo>
                    <a:pt x="204284" y="238760"/>
                  </a:lnTo>
                  <a:lnTo>
                    <a:pt x="204157" y="238928"/>
                  </a:lnTo>
                  <a:lnTo>
                    <a:pt x="204334" y="239232"/>
                  </a:lnTo>
                  <a:lnTo>
                    <a:pt x="204675" y="239667"/>
                  </a:lnTo>
                  <a:lnTo>
                    <a:pt x="204845" y="239829"/>
                  </a:lnTo>
                  <a:lnTo>
                    <a:pt x="205353" y="239895"/>
                  </a:lnTo>
                  <a:lnTo>
                    <a:pt x="205514" y="239913"/>
                  </a:lnTo>
                  <a:lnTo>
                    <a:pt x="205888" y="239936"/>
                  </a:lnTo>
                  <a:lnTo>
                    <a:pt x="206072" y="239632"/>
                  </a:lnTo>
                  <a:lnTo>
                    <a:pt x="206334" y="239517"/>
                  </a:lnTo>
                  <a:lnTo>
                    <a:pt x="206539" y="239568"/>
                  </a:lnTo>
                  <a:lnTo>
                    <a:pt x="206432" y="238853"/>
                  </a:lnTo>
                  <a:lnTo>
                    <a:pt x="206864" y="238764"/>
                  </a:lnTo>
                  <a:lnTo>
                    <a:pt x="207129" y="238751"/>
                  </a:lnTo>
                  <a:lnTo>
                    <a:pt x="207257" y="238745"/>
                  </a:lnTo>
                  <a:lnTo>
                    <a:pt x="207484" y="238732"/>
                  </a:lnTo>
                  <a:lnTo>
                    <a:pt x="208072" y="238498"/>
                  </a:lnTo>
                  <a:lnTo>
                    <a:pt x="208477" y="238403"/>
                  </a:lnTo>
                  <a:lnTo>
                    <a:pt x="209192" y="238355"/>
                  </a:lnTo>
                  <a:lnTo>
                    <a:pt x="209393" y="238369"/>
                  </a:lnTo>
                  <a:lnTo>
                    <a:pt x="210350" y="238351"/>
                  </a:lnTo>
                  <a:lnTo>
                    <a:pt x="210528" y="238101"/>
                  </a:lnTo>
                  <a:lnTo>
                    <a:pt x="210883" y="237843"/>
                  </a:lnTo>
                  <a:lnTo>
                    <a:pt x="211074" y="238026"/>
                  </a:lnTo>
                  <a:lnTo>
                    <a:pt x="211515" y="238202"/>
                  </a:lnTo>
                  <a:lnTo>
                    <a:pt x="212248" y="238098"/>
                  </a:lnTo>
                  <a:lnTo>
                    <a:pt x="212758" y="238055"/>
                  </a:lnTo>
                  <a:lnTo>
                    <a:pt x="213185" y="238128"/>
                  </a:lnTo>
                  <a:lnTo>
                    <a:pt x="213508" y="238286"/>
                  </a:lnTo>
                  <a:lnTo>
                    <a:pt x="213894" y="238239"/>
                  </a:lnTo>
                  <a:lnTo>
                    <a:pt x="214357" y="238336"/>
                  </a:lnTo>
                  <a:lnTo>
                    <a:pt x="214856" y="238290"/>
                  </a:lnTo>
                  <a:lnTo>
                    <a:pt x="215351" y="238328"/>
                  </a:lnTo>
                  <a:lnTo>
                    <a:pt x="216273" y="237971"/>
                  </a:lnTo>
                  <a:lnTo>
                    <a:pt x="216604" y="238214"/>
                  </a:lnTo>
                  <a:lnTo>
                    <a:pt x="216878" y="238524"/>
                  </a:lnTo>
                  <a:lnTo>
                    <a:pt x="217074" y="238803"/>
                  </a:lnTo>
                  <a:lnTo>
                    <a:pt x="217504" y="238802"/>
                  </a:lnTo>
                  <a:lnTo>
                    <a:pt x="217997" y="239102"/>
                  </a:lnTo>
                  <a:lnTo>
                    <a:pt x="218181" y="239195"/>
                  </a:lnTo>
                  <a:lnTo>
                    <a:pt x="218808" y="239327"/>
                  </a:lnTo>
                  <a:lnTo>
                    <a:pt x="219180" y="239359"/>
                  </a:lnTo>
                  <a:lnTo>
                    <a:pt x="219361" y="239309"/>
                  </a:lnTo>
                  <a:lnTo>
                    <a:pt x="219852" y="238960"/>
                  </a:lnTo>
                  <a:lnTo>
                    <a:pt x="220003" y="238463"/>
                  </a:lnTo>
                  <a:lnTo>
                    <a:pt x="220059" y="238329"/>
                  </a:lnTo>
                  <a:lnTo>
                    <a:pt x="220141" y="238164"/>
                  </a:lnTo>
                  <a:lnTo>
                    <a:pt x="220597" y="237777"/>
                  </a:lnTo>
                  <a:lnTo>
                    <a:pt x="221076" y="237675"/>
                  </a:lnTo>
                  <a:lnTo>
                    <a:pt x="221480" y="237651"/>
                  </a:lnTo>
                  <a:lnTo>
                    <a:pt x="221930" y="237481"/>
                  </a:lnTo>
                  <a:lnTo>
                    <a:pt x="222227" y="237285"/>
                  </a:lnTo>
                  <a:lnTo>
                    <a:pt x="222496" y="237299"/>
                  </a:lnTo>
                  <a:lnTo>
                    <a:pt x="222765" y="237155"/>
                  </a:lnTo>
                  <a:lnTo>
                    <a:pt x="223112" y="236860"/>
                  </a:lnTo>
                  <a:lnTo>
                    <a:pt x="222973" y="237459"/>
                  </a:lnTo>
                  <a:lnTo>
                    <a:pt x="222788" y="237624"/>
                  </a:lnTo>
                  <a:lnTo>
                    <a:pt x="222871" y="237893"/>
                  </a:lnTo>
                  <a:lnTo>
                    <a:pt x="223250" y="238657"/>
                  </a:lnTo>
                  <a:lnTo>
                    <a:pt x="223405" y="238839"/>
                  </a:lnTo>
                  <a:lnTo>
                    <a:pt x="223714" y="239384"/>
                  </a:lnTo>
                  <a:lnTo>
                    <a:pt x="223766" y="239753"/>
                  </a:lnTo>
                  <a:lnTo>
                    <a:pt x="224529" y="240059"/>
                  </a:lnTo>
                  <a:lnTo>
                    <a:pt x="225101" y="240414"/>
                  </a:lnTo>
                  <a:lnTo>
                    <a:pt x="225682" y="240085"/>
                  </a:lnTo>
                  <a:lnTo>
                    <a:pt x="226211" y="240253"/>
                  </a:lnTo>
                  <a:lnTo>
                    <a:pt x="226677" y="240072"/>
                  </a:lnTo>
                  <a:lnTo>
                    <a:pt x="226935" y="239850"/>
                  </a:lnTo>
                  <a:lnTo>
                    <a:pt x="227271" y="239858"/>
                  </a:lnTo>
                  <a:lnTo>
                    <a:pt x="228130" y="239980"/>
                  </a:lnTo>
                  <a:lnTo>
                    <a:pt x="228500" y="240048"/>
                  </a:lnTo>
                  <a:lnTo>
                    <a:pt x="228752" y="240141"/>
                  </a:lnTo>
                  <a:lnTo>
                    <a:pt x="229220" y="240172"/>
                  </a:lnTo>
                  <a:lnTo>
                    <a:pt x="229838" y="240197"/>
                  </a:lnTo>
                  <a:lnTo>
                    <a:pt x="230006" y="240308"/>
                  </a:lnTo>
                  <a:lnTo>
                    <a:pt x="230179" y="240403"/>
                  </a:lnTo>
                  <a:lnTo>
                    <a:pt x="230612" y="240607"/>
                  </a:lnTo>
                  <a:lnTo>
                    <a:pt x="230816" y="240652"/>
                  </a:lnTo>
                  <a:lnTo>
                    <a:pt x="230948" y="240643"/>
                  </a:lnTo>
                  <a:lnTo>
                    <a:pt x="231574" y="240528"/>
                  </a:lnTo>
                  <a:lnTo>
                    <a:pt x="231832" y="240453"/>
                  </a:lnTo>
                  <a:lnTo>
                    <a:pt x="232323" y="240684"/>
                  </a:lnTo>
                  <a:lnTo>
                    <a:pt x="232855" y="240671"/>
                  </a:lnTo>
                  <a:lnTo>
                    <a:pt x="233093" y="240607"/>
                  </a:lnTo>
                  <a:lnTo>
                    <a:pt x="233542" y="240500"/>
                  </a:lnTo>
                  <a:lnTo>
                    <a:pt x="233919" y="240518"/>
                  </a:lnTo>
                  <a:lnTo>
                    <a:pt x="234271" y="240589"/>
                  </a:lnTo>
                  <a:lnTo>
                    <a:pt x="234549" y="240494"/>
                  </a:lnTo>
                  <a:lnTo>
                    <a:pt x="234692" y="240453"/>
                  </a:lnTo>
                  <a:lnTo>
                    <a:pt x="234867" y="240435"/>
                  </a:lnTo>
                  <a:lnTo>
                    <a:pt x="235099" y="240452"/>
                  </a:lnTo>
                  <a:lnTo>
                    <a:pt x="235825" y="240759"/>
                  </a:lnTo>
                  <a:lnTo>
                    <a:pt x="236143" y="240862"/>
                  </a:lnTo>
                  <a:lnTo>
                    <a:pt x="236710" y="240902"/>
                  </a:lnTo>
                  <a:lnTo>
                    <a:pt x="237152" y="240483"/>
                  </a:lnTo>
                  <a:lnTo>
                    <a:pt x="237239" y="240195"/>
                  </a:lnTo>
                  <a:lnTo>
                    <a:pt x="237404" y="240061"/>
                  </a:lnTo>
                  <a:lnTo>
                    <a:pt x="237971" y="239827"/>
                  </a:lnTo>
                  <a:lnTo>
                    <a:pt x="238227" y="239888"/>
                  </a:lnTo>
                  <a:lnTo>
                    <a:pt x="238565" y="241046"/>
                  </a:lnTo>
                  <a:lnTo>
                    <a:pt x="238554" y="241383"/>
                  </a:lnTo>
                  <a:lnTo>
                    <a:pt x="238311" y="241823"/>
                  </a:lnTo>
                  <a:lnTo>
                    <a:pt x="237477" y="242319"/>
                  </a:lnTo>
                  <a:lnTo>
                    <a:pt x="237017" y="242876"/>
                  </a:lnTo>
                  <a:lnTo>
                    <a:pt x="237203" y="243557"/>
                  </a:lnTo>
                  <a:lnTo>
                    <a:pt x="236960" y="243715"/>
                  </a:lnTo>
                  <a:lnTo>
                    <a:pt x="236517" y="243837"/>
                  </a:lnTo>
                  <a:lnTo>
                    <a:pt x="236261" y="243864"/>
                  </a:lnTo>
                  <a:lnTo>
                    <a:pt x="235659" y="243844"/>
                  </a:lnTo>
                  <a:lnTo>
                    <a:pt x="235479" y="244128"/>
                  </a:lnTo>
                  <a:lnTo>
                    <a:pt x="235775" y="244468"/>
                  </a:lnTo>
                  <a:lnTo>
                    <a:pt x="236050" y="244560"/>
                  </a:lnTo>
                  <a:lnTo>
                    <a:pt x="236410" y="244669"/>
                  </a:lnTo>
                  <a:lnTo>
                    <a:pt x="236597" y="245131"/>
                  </a:lnTo>
                  <a:lnTo>
                    <a:pt x="236334" y="245298"/>
                  </a:lnTo>
                  <a:lnTo>
                    <a:pt x="236203" y="245330"/>
                  </a:lnTo>
                  <a:lnTo>
                    <a:pt x="236034" y="245399"/>
                  </a:lnTo>
                  <a:lnTo>
                    <a:pt x="235332" y="245968"/>
                  </a:lnTo>
                  <a:lnTo>
                    <a:pt x="234967" y="246267"/>
                  </a:lnTo>
                  <a:lnTo>
                    <a:pt x="234534" y="246729"/>
                  </a:lnTo>
                  <a:lnTo>
                    <a:pt x="234486" y="247058"/>
                  </a:lnTo>
                  <a:lnTo>
                    <a:pt x="234236" y="247305"/>
                  </a:lnTo>
                  <a:lnTo>
                    <a:pt x="233942" y="247423"/>
                  </a:lnTo>
                  <a:lnTo>
                    <a:pt x="233640" y="247487"/>
                  </a:lnTo>
                  <a:lnTo>
                    <a:pt x="232842" y="247641"/>
                  </a:lnTo>
                  <a:lnTo>
                    <a:pt x="232445" y="247615"/>
                  </a:lnTo>
                  <a:lnTo>
                    <a:pt x="232284" y="247589"/>
                  </a:lnTo>
                  <a:lnTo>
                    <a:pt x="232166" y="247973"/>
                  </a:lnTo>
                  <a:lnTo>
                    <a:pt x="232206" y="248222"/>
                  </a:lnTo>
                  <a:lnTo>
                    <a:pt x="232164" y="248490"/>
                  </a:lnTo>
                  <a:lnTo>
                    <a:pt x="232089" y="248887"/>
                  </a:lnTo>
                  <a:lnTo>
                    <a:pt x="232104" y="249188"/>
                  </a:lnTo>
                  <a:lnTo>
                    <a:pt x="232071" y="249696"/>
                  </a:lnTo>
                  <a:lnTo>
                    <a:pt x="231947" y="250006"/>
                  </a:lnTo>
                  <a:lnTo>
                    <a:pt x="231783" y="250235"/>
                  </a:lnTo>
                  <a:lnTo>
                    <a:pt x="231451" y="250375"/>
                  </a:lnTo>
                  <a:lnTo>
                    <a:pt x="230733" y="250345"/>
                  </a:lnTo>
                  <a:lnTo>
                    <a:pt x="230595" y="250610"/>
                  </a:lnTo>
                  <a:lnTo>
                    <a:pt x="230395" y="250792"/>
                  </a:lnTo>
                  <a:lnTo>
                    <a:pt x="230049" y="250787"/>
                  </a:lnTo>
                  <a:lnTo>
                    <a:pt x="229670" y="250565"/>
                  </a:lnTo>
                  <a:lnTo>
                    <a:pt x="229319" y="250544"/>
                  </a:lnTo>
                  <a:lnTo>
                    <a:pt x="228947" y="250447"/>
                  </a:lnTo>
                  <a:lnTo>
                    <a:pt x="228331" y="250127"/>
                  </a:lnTo>
                  <a:lnTo>
                    <a:pt x="227575" y="250100"/>
                  </a:lnTo>
                  <a:lnTo>
                    <a:pt x="227121" y="250580"/>
                  </a:lnTo>
                  <a:lnTo>
                    <a:pt x="226957" y="250767"/>
                  </a:lnTo>
                  <a:lnTo>
                    <a:pt x="226551" y="251283"/>
                  </a:lnTo>
                  <a:lnTo>
                    <a:pt x="226502" y="251890"/>
                  </a:lnTo>
                  <a:lnTo>
                    <a:pt x="226746" y="252385"/>
                  </a:lnTo>
                  <a:lnTo>
                    <a:pt x="227393" y="252688"/>
                  </a:lnTo>
                  <a:lnTo>
                    <a:pt x="227840" y="252724"/>
                  </a:lnTo>
                  <a:lnTo>
                    <a:pt x="228037" y="252826"/>
                  </a:lnTo>
                  <a:lnTo>
                    <a:pt x="228297" y="253064"/>
                  </a:lnTo>
                  <a:lnTo>
                    <a:pt x="228833" y="253058"/>
                  </a:lnTo>
                  <a:lnTo>
                    <a:pt x="228984" y="253037"/>
                  </a:lnTo>
                  <a:lnTo>
                    <a:pt x="229755" y="253581"/>
                  </a:lnTo>
                  <a:lnTo>
                    <a:pt x="229745" y="253712"/>
                  </a:lnTo>
                  <a:lnTo>
                    <a:pt x="229622" y="254082"/>
                  </a:lnTo>
                  <a:lnTo>
                    <a:pt x="229356" y="254271"/>
                  </a:lnTo>
                  <a:lnTo>
                    <a:pt x="229166" y="254603"/>
                  </a:lnTo>
                  <a:lnTo>
                    <a:pt x="229014" y="254935"/>
                  </a:lnTo>
                  <a:lnTo>
                    <a:pt x="228418" y="255066"/>
                  </a:lnTo>
                  <a:lnTo>
                    <a:pt x="228092" y="255225"/>
                  </a:lnTo>
                  <a:lnTo>
                    <a:pt x="227892" y="255319"/>
                  </a:lnTo>
                  <a:lnTo>
                    <a:pt x="226720" y="255345"/>
                  </a:lnTo>
                  <a:lnTo>
                    <a:pt x="226580" y="255285"/>
                  </a:lnTo>
                  <a:lnTo>
                    <a:pt x="226255" y="255087"/>
                  </a:lnTo>
                  <a:lnTo>
                    <a:pt x="225733" y="254923"/>
                  </a:lnTo>
                  <a:lnTo>
                    <a:pt x="225185" y="255245"/>
                  </a:lnTo>
                  <a:lnTo>
                    <a:pt x="225070" y="255608"/>
                  </a:lnTo>
                  <a:lnTo>
                    <a:pt x="225064" y="255921"/>
                  </a:lnTo>
                  <a:lnTo>
                    <a:pt x="224999" y="256223"/>
                  </a:lnTo>
                  <a:lnTo>
                    <a:pt x="224889" y="256668"/>
                  </a:lnTo>
                  <a:lnTo>
                    <a:pt x="224634" y="256805"/>
                  </a:lnTo>
                  <a:lnTo>
                    <a:pt x="224695" y="257287"/>
                  </a:lnTo>
                  <a:lnTo>
                    <a:pt x="224721" y="257704"/>
                  </a:lnTo>
                  <a:lnTo>
                    <a:pt x="224704" y="258295"/>
                  </a:lnTo>
                  <a:lnTo>
                    <a:pt x="224529" y="259147"/>
                  </a:lnTo>
                  <a:lnTo>
                    <a:pt x="224389" y="259401"/>
                  </a:lnTo>
                  <a:lnTo>
                    <a:pt x="224250" y="259606"/>
                  </a:lnTo>
                  <a:lnTo>
                    <a:pt x="224025" y="260000"/>
                  </a:lnTo>
                  <a:lnTo>
                    <a:pt x="223969" y="260197"/>
                  </a:lnTo>
                  <a:lnTo>
                    <a:pt x="223740" y="260331"/>
                  </a:lnTo>
                  <a:lnTo>
                    <a:pt x="223392" y="260583"/>
                  </a:lnTo>
                  <a:lnTo>
                    <a:pt x="223033" y="261368"/>
                  </a:lnTo>
                  <a:lnTo>
                    <a:pt x="223010" y="261692"/>
                  </a:lnTo>
                  <a:lnTo>
                    <a:pt x="223039" y="261895"/>
                  </a:lnTo>
                  <a:lnTo>
                    <a:pt x="223184" y="262268"/>
                  </a:lnTo>
                  <a:lnTo>
                    <a:pt x="223466" y="262188"/>
                  </a:lnTo>
                  <a:lnTo>
                    <a:pt x="223678" y="262345"/>
                  </a:lnTo>
                  <a:lnTo>
                    <a:pt x="223970" y="262616"/>
                  </a:lnTo>
                  <a:lnTo>
                    <a:pt x="224238" y="262797"/>
                  </a:lnTo>
                  <a:lnTo>
                    <a:pt x="224285" y="262997"/>
                  </a:lnTo>
                  <a:lnTo>
                    <a:pt x="224497" y="263099"/>
                  </a:lnTo>
                  <a:lnTo>
                    <a:pt x="224861" y="263244"/>
                  </a:lnTo>
                  <a:lnTo>
                    <a:pt x="225335" y="263181"/>
                  </a:lnTo>
                  <a:lnTo>
                    <a:pt x="225485" y="263274"/>
                  </a:lnTo>
                  <a:lnTo>
                    <a:pt x="225409" y="263583"/>
                  </a:lnTo>
                  <a:lnTo>
                    <a:pt x="224946" y="264312"/>
                  </a:lnTo>
                  <a:lnTo>
                    <a:pt x="225411" y="264183"/>
                  </a:lnTo>
                  <a:lnTo>
                    <a:pt x="225558" y="264203"/>
                  </a:lnTo>
                  <a:lnTo>
                    <a:pt x="225822" y="264280"/>
                  </a:lnTo>
                  <a:lnTo>
                    <a:pt x="226511" y="264439"/>
                  </a:lnTo>
                  <a:lnTo>
                    <a:pt x="226842" y="264505"/>
                  </a:lnTo>
                  <a:lnTo>
                    <a:pt x="227227" y="264778"/>
                  </a:lnTo>
                  <a:lnTo>
                    <a:pt x="227364" y="265280"/>
                  </a:lnTo>
                  <a:lnTo>
                    <a:pt x="227400" y="265510"/>
                  </a:lnTo>
                  <a:lnTo>
                    <a:pt x="227438" y="265768"/>
                  </a:lnTo>
                  <a:lnTo>
                    <a:pt x="228141" y="266290"/>
                  </a:lnTo>
                  <a:lnTo>
                    <a:pt x="228443" y="266569"/>
                  </a:lnTo>
                  <a:lnTo>
                    <a:pt x="228763" y="266718"/>
                  </a:lnTo>
                  <a:lnTo>
                    <a:pt x="229221" y="267059"/>
                  </a:lnTo>
                  <a:lnTo>
                    <a:pt x="229541" y="267185"/>
                  </a:lnTo>
                  <a:lnTo>
                    <a:pt x="229755" y="267015"/>
                  </a:lnTo>
                  <a:lnTo>
                    <a:pt x="230047" y="267027"/>
                  </a:lnTo>
                  <a:lnTo>
                    <a:pt x="230859" y="267518"/>
                  </a:lnTo>
                  <a:lnTo>
                    <a:pt x="230936" y="267732"/>
                  </a:lnTo>
                  <a:lnTo>
                    <a:pt x="230935" y="267980"/>
                  </a:lnTo>
                  <a:lnTo>
                    <a:pt x="231059" y="268201"/>
                  </a:lnTo>
                  <a:lnTo>
                    <a:pt x="231482" y="268251"/>
                  </a:lnTo>
                  <a:lnTo>
                    <a:pt x="231678" y="267968"/>
                  </a:lnTo>
                  <a:lnTo>
                    <a:pt x="231977" y="267640"/>
                  </a:lnTo>
                  <a:lnTo>
                    <a:pt x="232352" y="267822"/>
                  </a:lnTo>
                  <a:lnTo>
                    <a:pt x="232484" y="268046"/>
                  </a:lnTo>
                  <a:lnTo>
                    <a:pt x="232645" y="268118"/>
                  </a:lnTo>
                  <a:lnTo>
                    <a:pt x="232856" y="268209"/>
                  </a:lnTo>
                  <a:lnTo>
                    <a:pt x="233025" y="268253"/>
                  </a:lnTo>
                  <a:lnTo>
                    <a:pt x="233389" y="268099"/>
                  </a:lnTo>
                  <a:lnTo>
                    <a:pt x="233827" y="267774"/>
                  </a:lnTo>
                  <a:lnTo>
                    <a:pt x="234313" y="267451"/>
                  </a:lnTo>
                  <a:lnTo>
                    <a:pt x="234461" y="267402"/>
                  </a:lnTo>
                  <a:lnTo>
                    <a:pt x="234760" y="267234"/>
                  </a:lnTo>
                  <a:lnTo>
                    <a:pt x="235102" y="266902"/>
                  </a:lnTo>
                  <a:lnTo>
                    <a:pt x="235381" y="266876"/>
                  </a:lnTo>
                  <a:lnTo>
                    <a:pt x="235929" y="267247"/>
                  </a:lnTo>
                  <a:lnTo>
                    <a:pt x="236113" y="267919"/>
                  </a:lnTo>
                  <a:lnTo>
                    <a:pt x="235998" y="268280"/>
                  </a:lnTo>
                  <a:lnTo>
                    <a:pt x="235656" y="268679"/>
                  </a:lnTo>
                  <a:lnTo>
                    <a:pt x="235359" y="268899"/>
                  </a:lnTo>
                  <a:lnTo>
                    <a:pt x="235105" y="268972"/>
                  </a:lnTo>
                  <a:lnTo>
                    <a:pt x="234944" y="269085"/>
                  </a:lnTo>
                  <a:lnTo>
                    <a:pt x="234525" y="269608"/>
                  </a:lnTo>
                  <a:lnTo>
                    <a:pt x="234890" y="269985"/>
                  </a:lnTo>
                  <a:lnTo>
                    <a:pt x="235065" y="270420"/>
                  </a:lnTo>
                  <a:lnTo>
                    <a:pt x="235050" y="270896"/>
                  </a:lnTo>
                  <a:lnTo>
                    <a:pt x="235562" y="270871"/>
                  </a:lnTo>
                  <a:lnTo>
                    <a:pt x="235794" y="270638"/>
                  </a:lnTo>
                  <a:lnTo>
                    <a:pt x="236574" y="270759"/>
                  </a:lnTo>
                  <a:lnTo>
                    <a:pt x="237112" y="270656"/>
                  </a:lnTo>
                  <a:lnTo>
                    <a:pt x="238028" y="270970"/>
                  </a:lnTo>
                  <a:lnTo>
                    <a:pt x="238291" y="270986"/>
                  </a:lnTo>
                  <a:lnTo>
                    <a:pt x="238156" y="271333"/>
                  </a:lnTo>
                  <a:lnTo>
                    <a:pt x="237829" y="271531"/>
                  </a:lnTo>
                  <a:lnTo>
                    <a:pt x="237685" y="271724"/>
                  </a:lnTo>
                  <a:lnTo>
                    <a:pt x="237544" y="272328"/>
                  </a:lnTo>
                  <a:lnTo>
                    <a:pt x="237707" y="272319"/>
                  </a:lnTo>
                  <a:lnTo>
                    <a:pt x="237968" y="272861"/>
                  </a:lnTo>
                  <a:lnTo>
                    <a:pt x="238163" y="272998"/>
                  </a:lnTo>
                  <a:lnTo>
                    <a:pt x="238364" y="273110"/>
                  </a:lnTo>
                  <a:lnTo>
                    <a:pt x="238921" y="273422"/>
                  </a:lnTo>
                  <a:lnTo>
                    <a:pt x="238987" y="273631"/>
                  </a:lnTo>
                  <a:lnTo>
                    <a:pt x="239012" y="273760"/>
                  </a:lnTo>
                  <a:lnTo>
                    <a:pt x="239732" y="273623"/>
                  </a:lnTo>
                  <a:lnTo>
                    <a:pt x="240302" y="273788"/>
                  </a:lnTo>
                  <a:lnTo>
                    <a:pt x="240426" y="274158"/>
                  </a:lnTo>
                  <a:lnTo>
                    <a:pt x="240726" y="274156"/>
                  </a:lnTo>
                  <a:lnTo>
                    <a:pt x="241402" y="273872"/>
                  </a:lnTo>
                  <a:lnTo>
                    <a:pt x="241564" y="273843"/>
                  </a:lnTo>
                  <a:lnTo>
                    <a:pt x="241831" y="274090"/>
                  </a:lnTo>
                  <a:lnTo>
                    <a:pt x="242231" y="274053"/>
                  </a:lnTo>
                  <a:lnTo>
                    <a:pt x="242358" y="273818"/>
                  </a:lnTo>
                  <a:lnTo>
                    <a:pt x="242790" y="273580"/>
                  </a:lnTo>
                  <a:lnTo>
                    <a:pt x="243256" y="273352"/>
                  </a:lnTo>
                  <a:lnTo>
                    <a:pt x="243693" y="273280"/>
                  </a:lnTo>
                  <a:lnTo>
                    <a:pt x="243864" y="273320"/>
                  </a:lnTo>
                  <a:lnTo>
                    <a:pt x="244126" y="273610"/>
                  </a:lnTo>
                  <a:lnTo>
                    <a:pt x="243860" y="273921"/>
                  </a:lnTo>
                  <a:lnTo>
                    <a:pt x="244115" y="274279"/>
                  </a:lnTo>
                  <a:lnTo>
                    <a:pt x="244467" y="274200"/>
                  </a:lnTo>
                  <a:lnTo>
                    <a:pt x="244596" y="273986"/>
                  </a:lnTo>
                  <a:lnTo>
                    <a:pt x="244661" y="273830"/>
                  </a:lnTo>
                  <a:lnTo>
                    <a:pt x="245203" y="273670"/>
                  </a:lnTo>
                  <a:lnTo>
                    <a:pt x="245470" y="273604"/>
                  </a:lnTo>
                  <a:lnTo>
                    <a:pt x="245948" y="273616"/>
                  </a:lnTo>
                  <a:lnTo>
                    <a:pt x="246236" y="273966"/>
                  </a:lnTo>
                  <a:lnTo>
                    <a:pt x="246554" y="273744"/>
                  </a:lnTo>
                  <a:lnTo>
                    <a:pt x="246777" y="273717"/>
                  </a:lnTo>
                  <a:lnTo>
                    <a:pt x="247226" y="273877"/>
                  </a:lnTo>
                  <a:lnTo>
                    <a:pt x="247604" y="274030"/>
                  </a:lnTo>
                  <a:lnTo>
                    <a:pt x="247828" y="273896"/>
                  </a:lnTo>
                  <a:lnTo>
                    <a:pt x="247936" y="273756"/>
                  </a:lnTo>
                  <a:lnTo>
                    <a:pt x="248130" y="273485"/>
                  </a:lnTo>
                  <a:lnTo>
                    <a:pt x="248232" y="273343"/>
                  </a:lnTo>
                  <a:lnTo>
                    <a:pt x="248405" y="273061"/>
                  </a:lnTo>
                  <a:lnTo>
                    <a:pt x="248724" y="273236"/>
                  </a:lnTo>
                  <a:lnTo>
                    <a:pt x="249142" y="273334"/>
                  </a:lnTo>
                  <a:lnTo>
                    <a:pt x="249557" y="273057"/>
                  </a:lnTo>
                  <a:lnTo>
                    <a:pt x="249778" y="273125"/>
                  </a:lnTo>
                  <a:lnTo>
                    <a:pt x="250443" y="273795"/>
                  </a:lnTo>
                  <a:lnTo>
                    <a:pt x="250963" y="273927"/>
                  </a:lnTo>
                  <a:lnTo>
                    <a:pt x="250904" y="274195"/>
                  </a:lnTo>
                  <a:lnTo>
                    <a:pt x="250747" y="274260"/>
                  </a:lnTo>
                  <a:lnTo>
                    <a:pt x="250561" y="274333"/>
                  </a:lnTo>
                  <a:lnTo>
                    <a:pt x="250220" y="274609"/>
                  </a:lnTo>
                  <a:lnTo>
                    <a:pt x="250120" y="275002"/>
                  </a:lnTo>
                  <a:lnTo>
                    <a:pt x="250284" y="275157"/>
                  </a:lnTo>
                  <a:lnTo>
                    <a:pt x="250770" y="275358"/>
                  </a:lnTo>
                  <a:lnTo>
                    <a:pt x="250713" y="275622"/>
                  </a:lnTo>
                  <a:lnTo>
                    <a:pt x="250671" y="275888"/>
                  </a:lnTo>
                  <a:lnTo>
                    <a:pt x="251202" y="276387"/>
                  </a:lnTo>
                  <a:lnTo>
                    <a:pt x="251350" y="276525"/>
                  </a:lnTo>
                  <a:lnTo>
                    <a:pt x="251635" y="276588"/>
                  </a:lnTo>
                  <a:lnTo>
                    <a:pt x="251765" y="276621"/>
                  </a:lnTo>
                  <a:lnTo>
                    <a:pt x="252109" y="276921"/>
                  </a:lnTo>
                  <a:lnTo>
                    <a:pt x="252105" y="277743"/>
                  </a:lnTo>
                  <a:lnTo>
                    <a:pt x="251660" y="278182"/>
                  </a:lnTo>
                  <a:lnTo>
                    <a:pt x="251805" y="278587"/>
                  </a:lnTo>
                  <a:lnTo>
                    <a:pt x="252048" y="278667"/>
                  </a:lnTo>
                  <a:lnTo>
                    <a:pt x="251925" y="278993"/>
                  </a:lnTo>
                  <a:lnTo>
                    <a:pt x="251985" y="279312"/>
                  </a:lnTo>
                  <a:lnTo>
                    <a:pt x="252034" y="279473"/>
                  </a:lnTo>
                  <a:lnTo>
                    <a:pt x="251894" y="280130"/>
                  </a:lnTo>
                  <a:lnTo>
                    <a:pt x="251484" y="280302"/>
                  </a:lnTo>
                  <a:lnTo>
                    <a:pt x="251383" y="280569"/>
                  </a:lnTo>
                  <a:lnTo>
                    <a:pt x="251422" y="280840"/>
                  </a:lnTo>
                  <a:lnTo>
                    <a:pt x="251733" y="281021"/>
                  </a:lnTo>
                  <a:lnTo>
                    <a:pt x="251803" y="281214"/>
                  </a:lnTo>
                  <a:lnTo>
                    <a:pt x="252239" y="281468"/>
                  </a:lnTo>
                  <a:lnTo>
                    <a:pt x="252078" y="281667"/>
                  </a:lnTo>
                  <a:lnTo>
                    <a:pt x="251944" y="281870"/>
                  </a:lnTo>
                  <a:lnTo>
                    <a:pt x="251802" y="282279"/>
                  </a:lnTo>
                  <a:lnTo>
                    <a:pt x="251952" y="282432"/>
                  </a:lnTo>
                  <a:lnTo>
                    <a:pt x="252278" y="282582"/>
                  </a:lnTo>
                  <a:lnTo>
                    <a:pt x="252568" y="282805"/>
                  </a:lnTo>
                  <a:lnTo>
                    <a:pt x="252605" y="283773"/>
                  </a:lnTo>
                  <a:lnTo>
                    <a:pt x="252826" y="284057"/>
                  </a:lnTo>
                  <a:lnTo>
                    <a:pt x="253319" y="284364"/>
                  </a:lnTo>
                  <a:lnTo>
                    <a:pt x="253531" y="284483"/>
                  </a:lnTo>
                  <a:lnTo>
                    <a:pt x="253789" y="284600"/>
                  </a:lnTo>
                  <a:lnTo>
                    <a:pt x="253945" y="284813"/>
                  </a:lnTo>
                  <a:lnTo>
                    <a:pt x="254095" y="285430"/>
                  </a:lnTo>
                  <a:lnTo>
                    <a:pt x="253812" y="285868"/>
                  </a:lnTo>
                  <a:lnTo>
                    <a:pt x="253412" y="286437"/>
                  </a:lnTo>
                  <a:lnTo>
                    <a:pt x="253251" y="287037"/>
                  </a:lnTo>
                  <a:lnTo>
                    <a:pt x="253299" y="287554"/>
                  </a:lnTo>
                  <a:lnTo>
                    <a:pt x="253680" y="287263"/>
                  </a:lnTo>
                  <a:lnTo>
                    <a:pt x="253966" y="287273"/>
                  </a:lnTo>
                  <a:lnTo>
                    <a:pt x="254298" y="287037"/>
                  </a:lnTo>
                  <a:lnTo>
                    <a:pt x="255002" y="286976"/>
                  </a:lnTo>
                  <a:lnTo>
                    <a:pt x="255138" y="287370"/>
                  </a:lnTo>
                  <a:lnTo>
                    <a:pt x="255245" y="287653"/>
                  </a:lnTo>
                  <a:lnTo>
                    <a:pt x="255966" y="288215"/>
                  </a:lnTo>
                  <a:lnTo>
                    <a:pt x="256245" y="288344"/>
                  </a:lnTo>
                  <a:lnTo>
                    <a:pt x="256641" y="288737"/>
                  </a:lnTo>
                  <a:lnTo>
                    <a:pt x="256765" y="288480"/>
                  </a:lnTo>
                  <a:lnTo>
                    <a:pt x="256713" y="288308"/>
                  </a:lnTo>
                  <a:lnTo>
                    <a:pt x="257118" y="288261"/>
                  </a:lnTo>
                  <a:lnTo>
                    <a:pt x="257652" y="288244"/>
                  </a:lnTo>
                  <a:lnTo>
                    <a:pt x="257945" y="288950"/>
                  </a:lnTo>
                  <a:lnTo>
                    <a:pt x="257951" y="289629"/>
                  </a:lnTo>
                  <a:lnTo>
                    <a:pt x="257984" y="289902"/>
                  </a:lnTo>
                  <a:lnTo>
                    <a:pt x="258288" y="291290"/>
                  </a:lnTo>
                  <a:lnTo>
                    <a:pt x="258083" y="291683"/>
                  </a:lnTo>
                  <a:lnTo>
                    <a:pt x="257930" y="292113"/>
                  </a:lnTo>
                  <a:lnTo>
                    <a:pt x="257472" y="292872"/>
                  </a:lnTo>
                  <a:lnTo>
                    <a:pt x="258082" y="293407"/>
                  </a:lnTo>
                  <a:lnTo>
                    <a:pt x="258336" y="293557"/>
                  </a:lnTo>
                  <a:lnTo>
                    <a:pt x="258584" y="293624"/>
                  </a:lnTo>
                  <a:lnTo>
                    <a:pt x="258464" y="293996"/>
                  </a:lnTo>
                  <a:lnTo>
                    <a:pt x="258257" y="294351"/>
                  </a:lnTo>
                  <a:lnTo>
                    <a:pt x="258895" y="295097"/>
                  </a:lnTo>
                  <a:lnTo>
                    <a:pt x="259039" y="295153"/>
                  </a:lnTo>
                  <a:lnTo>
                    <a:pt x="259275" y="295335"/>
                  </a:lnTo>
                  <a:lnTo>
                    <a:pt x="259653" y="295578"/>
                  </a:lnTo>
                  <a:lnTo>
                    <a:pt x="260156" y="295453"/>
                  </a:lnTo>
                  <a:lnTo>
                    <a:pt x="260215" y="295321"/>
                  </a:lnTo>
                  <a:lnTo>
                    <a:pt x="260550" y="295052"/>
                  </a:lnTo>
                  <a:lnTo>
                    <a:pt x="260798" y="295226"/>
                  </a:lnTo>
                  <a:lnTo>
                    <a:pt x="261300" y="295414"/>
                  </a:lnTo>
                  <a:lnTo>
                    <a:pt x="261616" y="295705"/>
                  </a:lnTo>
                  <a:lnTo>
                    <a:pt x="261942" y="295902"/>
                  </a:lnTo>
                  <a:lnTo>
                    <a:pt x="261737" y="296502"/>
                  </a:lnTo>
                  <a:lnTo>
                    <a:pt x="261513" y="296786"/>
                  </a:lnTo>
                  <a:lnTo>
                    <a:pt x="261791" y="297439"/>
                  </a:lnTo>
                  <a:lnTo>
                    <a:pt x="261829" y="297739"/>
                  </a:lnTo>
                  <a:lnTo>
                    <a:pt x="261637" y="297850"/>
                  </a:lnTo>
                  <a:lnTo>
                    <a:pt x="261452" y="297950"/>
                  </a:lnTo>
                  <a:lnTo>
                    <a:pt x="260877" y="298089"/>
                  </a:lnTo>
                  <a:lnTo>
                    <a:pt x="260655" y="298044"/>
                  </a:lnTo>
                  <a:lnTo>
                    <a:pt x="260523" y="298088"/>
                  </a:lnTo>
                  <a:lnTo>
                    <a:pt x="260068" y="298307"/>
                  </a:lnTo>
                  <a:lnTo>
                    <a:pt x="259872" y="298564"/>
                  </a:lnTo>
                  <a:lnTo>
                    <a:pt x="259772" y="298812"/>
                  </a:lnTo>
                  <a:lnTo>
                    <a:pt x="259481" y="299186"/>
                  </a:lnTo>
                  <a:lnTo>
                    <a:pt x="259239" y="299312"/>
                  </a:lnTo>
                  <a:lnTo>
                    <a:pt x="258956" y="299331"/>
                  </a:lnTo>
                  <a:lnTo>
                    <a:pt x="258515" y="299320"/>
                  </a:lnTo>
                  <a:lnTo>
                    <a:pt x="258372" y="299332"/>
                  </a:lnTo>
                  <a:lnTo>
                    <a:pt x="258176" y="299349"/>
                  </a:lnTo>
                  <a:lnTo>
                    <a:pt x="257680" y="299471"/>
                  </a:lnTo>
                  <a:lnTo>
                    <a:pt x="257283" y="299609"/>
                  </a:lnTo>
                  <a:lnTo>
                    <a:pt x="256622" y="299916"/>
                  </a:lnTo>
                  <a:lnTo>
                    <a:pt x="256610" y="300098"/>
                  </a:lnTo>
                  <a:lnTo>
                    <a:pt x="256171" y="300043"/>
                  </a:lnTo>
                  <a:lnTo>
                    <a:pt x="255860" y="300162"/>
                  </a:lnTo>
                  <a:lnTo>
                    <a:pt x="255852" y="300547"/>
                  </a:lnTo>
                  <a:lnTo>
                    <a:pt x="255412" y="300547"/>
                  </a:lnTo>
                  <a:lnTo>
                    <a:pt x="255297" y="300351"/>
                  </a:lnTo>
                  <a:lnTo>
                    <a:pt x="255218" y="300142"/>
                  </a:lnTo>
                  <a:lnTo>
                    <a:pt x="254967" y="300085"/>
                  </a:lnTo>
                  <a:lnTo>
                    <a:pt x="254824" y="300160"/>
                  </a:lnTo>
                  <a:lnTo>
                    <a:pt x="254235" y="300454"/>
                  </a:lnTo>
                  <a:lnTo>
                    <a:pt x="253933" y="300595"/>
                  </a:lnTo>
                  <a:lnTo>
                    <a:pt x="253834" y="300430"/>
                  </a:lnTo>
                  <a:lnTo>
                    <a:pt x="253540" y="300543"/>
                  </a:lnTo>
                  <a:lnTo>
                    <a:pt x="253252" y="300877"/>
                  </a:lnTo>
                  <a:lnTo>
                    <a:pt x="252947" y="301211"/>
                  </a:lnTo>
                  <a:lnTo>
                    <a:pt x="252799" y="301270"/>
                  </a:lnTo>
                  <a:lnTo>
                    <a:pt x="252320" y="301297"/>
                  </a:lnTo>
                  <a:lnTo>
                    <a:pt x="252145" y="301154"/>
                  </a:lnTo>
                  <a:lnTo>
                    <a:pt x="251963" y="301163"/>
                  </a:lnTo>
                  <a:lnTo>
                    <a:pt x="251631" y="301211"/>
                  </a:lnTo>
                  <a:lnTo>
                    <a:pt x="251676" y="301673"/>
                  </a:lnTo>
                  <a:lnTo>
                    <a:pt x="251389" y="301692"/>
                  </a:lnTo>
                  <a:lnTo>
                    <a:pt x="251243" y="301383"/>
                  </a:lnTo>
                  <a:lnTo>
                    <a:pt x="250791" y="301419"/>
                  </a:lnTo>
                  <a:lnTo>
                    <a:pt x="250647" y="301489"/>
                  </a:lnTo>
                  <a:lnTo>
                    <a:pt x="250003" y="301941"/>
                  </a:lnTo>
                  <a:lnTo>
                    <a:pt x="249602" y="302480"/>
                  </a:lnTo>
                  <a:lnTo>
                    <a:pt x="249482" y="302834"/>
                  </a:lnTo>
                  <a:lnTo>
                    <a:pt x="249385" y="303187"/>
                  </a:lnTo>
                  <a:lnTo>
                    <a:pt x="249108" y="304040"/>
                  </a:lnTo>
                  <a:lnTo>
                    <a:pt x="249693" y="305457"/>
                  </a:lnTo>
                  <a:lnTo>
                    <a:pt x="249678" y="305599"/>
                  </a:lnTo>
                  <a:lnTo>
                    <a:pt x="249279" y="305377"/>
                  </a:lnTo>
                  <a:lnTo>
                    <a:pt x="248810" y="305404"/>
                  </a:lnTo>
                  <a:lnTo>
                    <a:pt x="248670" y="305311"/>
                  </a:lnTo>
                  <a:lnTo>
                    <a:pt x="248514" y="305315"/>
                  </a:lnTo>
                  <a:lnTo>
                    <a:pt x="247554" y="305495"/>
                  </a:lnTo>
                  <a:lnTo>
                    <a:pt x="247066" y="305613"/>
                  </a:lnTo>
                  <a:lnTo>
                    <a:pt x="246723" y="305696"/>
                  </a:lnTo>
                  <a:lnTo>
                    <a:pt x="246267" y="306004"/>
                  </a:lnTo>
                  <a:lnTo>
                    <a:pt x="245963" y="306177"/>
                  </a:lnTo>
                  <a:lnTo>
                    <a:pt x="245616" y="306424"/>
                  </a:lnTo>
                  <a:lnTo>
                    <a:pt x="245341" y="306719"/>
                  </a:lnTo>
                  <a:lnTo>
                    <a:pt x="245245" y="306889"/>
                  </a:lnTo>
                  <a:lnTo>
                    <a:pt x="245269" y="307047"/>
                  </a:lnTo>
                  <a:lnTo>
                    <a:pt x="244931" y="307106"/>
                  </a:lnTo>
                  <a:lnTo>
                    <a:pt x="244790" y="307272"/>
                  </a:lnTo>
                  <a:lnTo>
                    <a:pt x="244340" y="307569"/>
                  </a:lnTo>
                  <a:lnTo>
                    <a:pt x="244212" y="307654"/>
                  </a:lnTo>
                  <a:lnTo>
                    <a:pt x="243894" y="307863"/>
                  </a:lnTo>
                  <a:lnTo>
                    <a:pt x="243273" y="308344"/>
                  </a:lnTo>
                  <a:lnTo>
                    <a:pt x="242882" y="308945"/>
                  </a:lnTo>
                  <a:lnTo>
                    <a:pt x="242730" y="309152"/>
                  </a:lnTo>
                  <a:lnTo>
                    <a:pt x="242503" y="309525"/>
                  </a:lnTo>
                  <a:lnTo>
                    <a:pt x="242393" y="309735"/>
                  </a:lnTo>
                  <a:lnTo>
                    <a:pt x="242153" y="310359"/>
                  </a:lnTo>
                  <a:lnTo>
                    <a:pt x="241981" y="310961"/>
                  </a:lnTo>
                  <a:lnTo>
                    <a:pt x="241847" y="311456"/>
                  </a:lnTo>
                  <a:lnTo>
                    <a:pt x="241676" y="311820"/>
                  </a:lnTo>
                  <a:lnTo>
                    <a:pt x="241506" y="312192"/>
                  </a:lnTo>
                  <a:lnTo>
                    <a:pt x="241375" y="312571"/>
                  </a:lnTo>
                  <a:lnTo>
                    <a:pt x="241169" y="313166"/>
                  </a:lnTo>
                  <a:lnTo>
                    <a:pt x="241056" y="313550"/>
                  </a:lnTo>
                  <a:lnTo>
                    <a:pt x="241010" y="313703"/>
                  </a:lnTo>
                  <a:lnTo>
                    <a:pt x="240643" y="314678"/>
                  </a:lnTo>
                  <a:lnTo>
                    <a:pt x="240533" y="314893"/>
                  </a:lnTo>
                  <a:lnTo>
                    <a:pt x="240350" y="315251"/>
                  </a:lnTo>
                  <a:lnTo>
                    <a:pt x="240222" y="315786"/>
                  </a:lnTo>
                  <a:lnTo>
                    <a:pt x="240123" y="315982"/>
                  </a:lnTo>
                  <a:lnTo>
                    <a:pt x="240030" y="316164"/>
                  </a:lnTo>
                  <a:lnTo>
                    <a:pt x="239894" y="316432"/>
                  </a:lnTo>
                  <a:lnTo>
                    <a:pt x="239634" y="316864"/>
                  </a:lnTo>
                  <a:lnTo>
                    <a:pt x="239423" y="317362"/>
                  </a:lnTo>
                  <a:lnTo>
                    <a:pt x="239373" y="317506"/>
                  </a:lnTo>
                  <a:lnTo>
                    <a:pt x="239259" y="317863"/>
                  </a:lnTo>
                  <a:lnTo>
                    <a:pt x="239111" y="318676"/>
                  </a:lnTo>
                  <a:lnTo>
                    <a:pt x="239084" y="319026"/>
                  </a:lnTo>
                  <a:lnTo>
                    <a:pt x="239093" y="319570"/>
                  </a:lnTo>
                  <a:lnTo>
                    <a:pt x="239340" y="319840"/>
                  </a:lnTo>
                  <a:lnTo>
                    <a:pt x="239550" y="319619"/>
                  </a:lnTo>
                  <a:lnTo>
                    <a:pt x="239788" y="319965"/>
                  </a:lnTo>
                  <a:lnTo>
                    <a:pt x="240104" y="320294"/>
                  </a:lnTo>
                  <a:lnTo>
                    <a:pt x="240487" y="320776"/>
                  </a:lnTo>
                  <a:lnTo>
                    <a:pt x="240695" y="321130"/>
                  </a:lnTo>
                  <a:lnTo>
                    <a:pt x="240934" y="321759"/>
                  </a:lnTo>
                  <a:lnTo>
                    <a:pt x="240971" y="321917"/>
                  </a:lnTo>
                  <a:lnTo>
                    <a:pt x="240897" y="322112"/>
                  </a:lnTo>
                  <a:lnTo>
                    <a:pt x="240761" y="322232"/>
                  </a:lnTo>
                  <a:lnTo>
                    <a:pt x="240406" y="322498"/>
                  </a:lnTo>
                  <a:lnTo>
                    <a:pt x="240783" y="322401"/>
                  </a:lnTo>
                  <a:lnTo>
                    <a:pt x="240926" y="322383"/>
                  </a:lnTo>
                  <a:lnTo>
                    <a:pt x="240917" y="322515"/>
                  </a:lnTo>
                  <a:lnTo>
                    <a:pt x="240698" y="322941"/>
                  </a:lnTo>
                  <a:lnTo>
                    <a:pt x="240542" y="323007"/>
                  </a:lnTo>
                  <a:lnTo>
                    <a:pt x="240148" y="323070"/>
                  </a:lnTo>
                  <a:lnTo>
                    <a:pt x="240124" y="323470"/>
                  </a:lnTo>
                  <a:lnTo>
                    <a:pt x="240341" y="323597"/>
                  </a:lnTo>
                  <a:lnTo>
                    <a:pt x="239724" y="324222"/>
                  </a:lnTo>
                  <a:lnTo>
                    <a:pt x="239649" y="324535"/>
                  </a:lnTo>
                  <a:lnTo>
                    <a:pt x="239503" y="324732"/>
                  </a:lnTo>
                  <a:lnTo>
                    <a:pt x="239118" y="325076"/>
                  </a:lnTo>
                  <a:lnTo>
                    <a:pt x="238782" y="325236"/>
                  </a:lnTo>
                  <a:lnTo>
                    <a:pt x="238332" y="325231"/>
                  </a:lnTo>
                  <a:lnTo>
                    <a:pt x="237862" y="325366"/>
                  </a:lnTo>
                  <a:lnTo>
                    <a:pt x="237656" y="325483"/>
                  </a:lnTo>
                  <a:lnTo>
                    <a:pt x="237285" y="325616"/>
                  </a:lnTo>
                  <a:lnTo>
                    <a:pt x="237117" y="325620"/>
                  </a:lnTo>
                  <a:lnTo>
                    <a:pt x="237046" y="325282"/>
                  </a:lnTo>
                  <a:lnTo>
                    <a:pt x="236903" y="325096"/>
                  </a:lnTo>
                  <a:lnTo>
                    <a:pt x="236563" y="325172"/>
                  </a:lnTo>
                  <a:lnTo>
                    <a:pt x="236438" y="324992"/>
                  </a:lnTo>
                  <a:lnTo>
                    <a:pt x="236076" y="325472"/>
                  </a:lnTo>
                  <a:lnTo>
                    <a:pt x="235898" y="325670"/>
                  </a:lnTo>
                  <a:lnTo>
                    <a:pt x="235975" y="325923"/>
                  </a:lnTo>
                  <a:lnTo>
                    <a:pt x="235429" y="326406"/>
                  </a:lnTo>
                  <a:lnTo>
                    <a:pt x="235349" y="326558"/>
                  </a:lnTo>
                  <a:lnTo>
                    <a:pt x="235175" y="326807"/>
                  </a:lnTo>
                  <a:lnTo>
                    <a:pt x="234563" y="327521"/>
                  </a:lnTo>
                  <a:lnTo>
                    <a:pt x="234454" y="327669"/>
                  </a:lnTo>
                  <a:lnTo>
                    <a:pt x="234269" y="327922"/>
                  </a:lnTo>
                  <a:lnTo>
                    <a:pt x="234127" y="328467"/>
                  </a:lnTo>
                  <a:lnTo>
                    <a:pt x="233989" y="328688"/>
                  </a:lnTo>
                  <a:lnTo>
                    <a:pt x="233727" y="328580"/>
                  </a:lnTo>
                  <a:lnTo>
                    <a:pt x="233195" y="329116"/>
                  </a:lnTo>
                  <a:lnTo>
                    <a:pt x="233067" y="329322"/>
                  </a:lnTo>
                  <a:lnTo>
                    <a:pt x="232928" y="329470"/>
                  </a:lnTo>
                  <a:lnTo>
                    <a:pt x="232767" y="329641"/>
                  </a:lnTo>
                  <a:lnTo>
                    <a:pt x="232615" y="329767"/>
                  </a:lnTo>
                  <a:lnTo>
                    <a:pt x="232415" y="330030"/>
                  </a:lnTo>
                  <a:lnTo>
                    <a:pt x="232549" y="330201"/>
                  </a:lnTo>
                  <a:lnTo>
                    <a:pt x="232905" y="330658"/>
                  </a:lnTo>
                  <a:lnTo>
                    <a:pt x="232848" y="330847"/>
                  </a:lnTo>
                  <a:lnTo>
                    <a:pt x="232313" y="331174"/>
                  </a:lnTo>
                  <a:lnTo>
                    <a:pt x="231776" y="331502"/>
                  </a:lnTo>
                  <a:lnTo>
                    <a:pt x="231142" y="331890"/>
                  </a:lnTo>
                  <a:lnTo>
                    <a:pt x="230296" y="332407"/>
                  </a:lnTo>
                  <a:lnTo>
                    <a:pt x="230430" y="332900"/>
                  </a:lnTo>
                  <a:lnTo>
                    <a:pt x="230557" y="333184"/>
                  </a:lnTo>
                  <a:lnTo>
                    <a:pt x="230377" y="333259"/>
                  </a:lnTo>
                  <a:lnTo>
                    <a:pt x="230112" y="333100"/>
                  </a:lnTo>
                  <a:lnTo>
                    <a:pt x="229020" y="333448"/>
                  </a:lnTo>
                  <a:lnTo>
                    <a:pt x="228869" y="333496"/>
                  </a:lnTo>
                  <a:lnTo>
                    <a:pt x="228719" y="333132"/>
                  </a:lnTo>
                  <a:lnTo>
                    <a:pt x="228501" y="333372"/>
                  </a:lnTo>
                  <a:lnTo>
                    <a:pt x="228239" y="333581"/>
                  </a:lnTo>
                  <a:lnTo>
                    <a:pt x="228110" y="333722"/>
                  </a:lnTo>
                  <a:lnTo>
                    <a:pt x="227539" y="334299"/>
                  </a:lnTo>
                  <a:lnTo>
                    <a:pt x="227009" y="334754"/>
                  </a:lnTo>
                  <a:lnTo>
                    <a:pt x="226631" y="335129"/>
                  </a:lnTo>
                  <a:lnTo>
                    <a:pt x="226483" y="335276"/>
                  </a:lnTo>
                  <a:lnTo>
                    <a:pt x="226196" y="335526"/>
                  </a:lnTo>
                  <a:lnTo>
                    <a:pt x="225972" y="335658"/>
                  </a:lnTo>
                  <a:lnTo>
                    <a:pt x="225767" y="335734"/>
                  </a:lnTo>
                  <a:lnTo>
                    <a:pt x="225127" y="335852"/>
                  </a:lnTo>
                  <a:lnTo>
                    <a:pt x="224974" y="335861"/>
                  </a:lnTo>
                  <a:lnTo>
                    <a:pt x="224846" y="335817"/>
                  </a:lnTo>
                  <a:lnTo>
                    <a:pt x="224714" y="335576"/>
                  </a:lnTo>
                  <a:lnTo>
                    <a:pt x="224880" y="335275"/>
                  </a:lnTo>
                  <a:lnTo>
                    <a:pt x="225271" y="334882"/>
                  </a:lnTo>
                  <a:lnTo>
                    <a:pt x="225891" y="334361"/>
                  </a:lnTo>
                  <a:lnTo>
                    <a:pt x="226237" y="334100"/>
                  </a:lnTo>
                  <a:lnTo>
                    <a:pt x="226413" y="333968"/>
                  </a:lnTo>
                  <a:lnTo>
                    <a:pt x="226756" y="333751"/>
                  </a:lnTo>
                  <a:lnTo>
                    <a:pt x="227360" y="333369"/>
                  </a:lnTo>
                  <a:lnTo>
                    <a:pt x="227927" y="333140"/>
                  </a:lnTo>
                  <a:lnTo>
                    <a:pt x="228210" y="333026"/>
                  </a:lnTo>
                  <a:lnTo>
                    <a:pt x="228467" y="332764"/>
                  </a:lnTo>
                  <a:lnTo>
                    <a:pt x="227864" y="332988"/>
                  </a:lnTo>
                  <a:lnTo>
                    <a:pt x="227705" y="333057"/>
                  </a:lnTo>
                  <a:lnTo>
                    <a:pt x="227382" y="333195"/>
                  </a:lnTo>
                  <a:lnTo>
                    <a:pt x="227188" y="333219"/>
                  </a:lnTo>
                  <a:lnTo>
                    <a:pt x="226982" y="333209"/>
                  </a:lnTo>
                  <a:lnTo>
                    <a:pt x="226854" y="333002"/>
                  </a:lnTo>
                  <a:lnTo>
                    <a:pt x="226753" y="333162"/>
                  </a:lnTo>
                  <a:lnTo>
                    <a:pt x="226601" y="333194"/>
                  </a:lnTo>
                  <a:lnTo>
                    <a:pt x="226335" y="333270"/>
                  </a:lnTo>
                  <a:lnTo>
                    <a:pt x="225824" y="333555"/>
                  </a:lnTo>
                  <a:lnTo>
                    <a:pt x="225662" y="333744"/>
                  </a:lnTo>
                  <a:lnTo>
                    <a:pt x="225360" y="333800"/>
                  </a:lnTo>
                  <a:lnTo>
                    <a:pt x="225068" y="334008"/>
                  </a:lnTo>
                  <a:lnTo>
                    <a:pt x="224739" y="334061"/>
                  </a:lnTo>
                  <a:lnTo>
                    <a:pt x="224389" y="334252"/>
                  </a:lnTo>
                  <a:lnTo>
                    <a:pt x="224148" y="334224"/>
                  </a:lnTo>
                  <a:lnTo>
                    <a:pt x="224070" y="333968"/>
                  </a:lnTo>
                  <a:lnTo>
                    <a:pt x="223892" y="333904"/>
                  </a:lnTo>
                  <a:lnTo>
                    <a:pt x="223722" y="333414"/>
                  </a:lnTo>
                  <a:lnTo>
                    <a:pt x="224172" y="333154"/>
                  </a:lnTo>
                  <a:lnTo>
                    <a:pt x="223740" y="332533"/>
                  </a:lnTo>
                  <a:lnTo>
                    <a:pt x="223664" y="332263"/>
                  </a:lnTo>
                  <a:lnTo>
                    <a:pt x="223619" y="332100"/>
                  </a:lnTo>
                  <a:lnTo>
                    <a:pt x="223539" y="331936"/>
                  </a:lnTo>
                  <a:lnTo>
                    <a:pt x="223770" y="333023"/>
                  </a:lnTo>
                  <a:lnTo>
                    <a:pt x="223944" y="333291"/>
                  </a:lnTo>
                  <a:lnTo>
                    <a:pt x="223507" y="333560"/>
                  </a:lnTo>
                  <a:lnTo>
                    <a:pt x="223171" y="334086"/>
                  </a:lnTo>
                  <a:lnTo>
                    <a:pt x="222913" y="334201"/>
                  </a:lnTo>
                  <a:lnTo>
                    <a:pt x="222665" y="334312"/>
                  </a:lnTo>
                  <a:lnTo>
                    <a:pt x="222538" y="334164"/>
                  </a:lnTo>
                  <a:lnTo>
                    <a:pt x="222199" y="334434"/>
                  </a:lnTo>
                  <a:lnTo>
                    <a:pt x="221746" y="334987"/>
                  </a:lnTo>
                  <a:lnTo>
                    <a:pt x="221537" y="335027"/>
                  </a:lnTo>
                  <a:lnTo>
                    <a:pt x="221385" y="335056"/>
                  </a:lnTo>
                  <a:lnTo>
                    <a:pt x="221145" y="335045"/>
                  </a:lnTo>
                  <a:lnTo>
                    <a:pt x="220403" y="335075"/>
                  </a:lnTo>
                  <a:lnTo>
                    <a:pt x="219673" y="335218"/>
                  </a:lnTo>
                  <a:lnTo>
                    <a:pt x="219659" y="335009"/>
                  </a:lnTo>
                  <a:lnTo>
                    <a:pt x="219280" y="335001"/>
                  </a:lnTo>
                  <a:lnTo>
                    <a:pt x="218832" y="334992"/>
                  </a:lnTo>
                  <a:lnTo>
                    <a:pt x="218311" y="335008"/>
                  </a:lnTo>
                  <a:lnTo>
                    <a:pt x="217796" y="334809"/>
                  </a:lnTo>
                  <a:lnTo>
                    <a:pt x="217588" y="334956"/>
                  </a:lnTo>
                  <a:lnTo>
                    <a:pt x="217324" y="334678"/>
                  </a:lnTo>
                  <a:lnTo>
                    <a:pt x="217019" y="334794"/>
                  </a:lnTo>
                  <a:lnTo>
                    <a:pt x="216800" y="334464"/>
                  </a:lnTo>
                  <a:lnTo>
                    <a:pt x="216392" y="334473"/>
                  </a:lnTo>
                  <a:lnTo>
                    <a:pt x="215794" y="334196"/>
                  </a:lnTo>
                  <a:lnTo>
                    <a:pt x="215099" y="334081"/>
                  </a:lnTo>
                  <a:lnTo>
                    <a:pt x="214850" y="334073"/>
                  </a:lnTo>
                  <a:lnTo>
                    <a:pt x="214599" y="334108"/>
                  </a:lnTo>
                  <a:lnTo>
                    <a:pt x="214364" y="334215"/>
                  </a:lnTo>
                  <a:lnTo>
                    <a:pt x="214619" y="334136"/>
                  </a:lnTo>
                  <a:lnTo>
                    <a:pt x="214726" y="334303"/>
                  </a:lnTo>
                  <a:lnTo>
                    <a:pt x="214456" y="334383"/>
                  </a:lnTo>
                  <a:lnTo>
                    <a:pt x="214321" y="334192"/>
                  </a:lnTo>
                  <a:lnTo>
                    <a:pt x="214128" y="334292"/>
                  </a:lnTo>
                  <a:lnTo>
                    <a:pt x="213900" y="334427"/>
                  </a:lnTo>
                  <a:lnTo>
                    <a:pt x="213621" y="334577"/>
                  </a:lnTo>
                  <a:lnTo>
                    <a:pt x="213328" y="334689"/>
                  </a:lnTo>
                  <a:lnTo>
                    <a:pt x="212788" y="334787"/>
                  </a:lnTo>
                  <a:lnTo>
                    <a:pt x="212521" y="334795"/>
                  </a:lnTo>
                  <a:lnTo>
                    <a:pt x="212266" y="334761"/>
                  </a:lnTo>
                  <a:lnTo>
                    <a:pt x="211997" y="334672"/>
                  </a:lnTo>
                  <a:lnTo>
                    <a:pt x="211421" y="334575"/>
                  </a:lnTo>
                  <a:lnTo>
                    <a:pt x="211179" y="334525"/>
                  </a:lnTo>
                  <a:lnTo>
                    <a:pt x="211363" y="334737"/>
                  </a:lnTo>
                  <a:lnTo>
                    <a:pt x="211724" y="335093"/>
                  </a:lnTo>
                  <a:lnTo>
                    <a:pt x="211916" y="335282"/>
                  </a:lnTo>
                  <a:lnTo>
                    <a:pt x="212836" y="336226"/>
                  </a:lnTo>
                  <a:lnTo>
                    <a:pt x="212635" y="336587"/>
                  </a:lnTo>
                  <a:lnTo>
                    <a:pt x="212151" y="336398"/>
                  </a:lnTo>
                  <a:lnTo>
                    <a:pt x="211273" y="336006"/>
                  </a:lnTo>
                  <a:lnTo>
                    <a:pt x="211086" y="336340"/>
                  </a:lnTo>
                  <a:lnTo>
                    <a:pt x="211646" y="336744"/>
                  </a:lnTo>
                  <a:lnTo>
                    <a:pt x="211528" y="336927"/>
                  </a:lnTo>
                  <a:lnTo>
                    <a:pt x="211380" y="337157"/>
                  </a:lnTo>
                  <a:lnTo>
                    <a:pt x="210020" y="336569"/>
                  </a:lnTo>
                  <a:lnTo>
                    <a:pt x="209858" y="336909"/>
                  </a:lnTo>
                  <a:lnTo>
                    <a:pt x="210399" y="337229"/>
                  </a:lnTo>
                  <a:lnTo>
                    <a:pt x="210095" y="337694"/>
                  </a:lnTo>
                  <a:lnTo>
                    <a:pt x="209902" y="337608"/>
                  </a:lnTo>
                  <a:lnTo>
                    <a:pt x="209654" y="337499"/>
                  </a:lnTo>
                  <a:lnTo>
                    <a:pt x="209413" y="337392"/>
                  </a:lnTo>
                  <a:lnTo>
                    <a:pt x="209003" y="337234"/>
                  </a:lnTo>
                  <a:lnTo>
                    <a:pt x="208741" y="337520"/>
                  </a:lnTo>
                  <a:lnTo>
                    <a:pt x="208949" y="337731"/>
                  </a:lnTo>
                  <a:lnTo>
                    <a:pt x="208955" y="337994"/>
                  </a:lnTo>
                  <a:lnTo>
                    <a:pt x="209173" y="338504"/>
                  </a:lnTo>
                  <a:lnTo>
                    <a:pt x="209003" y="338644"/>
                  </a:lnTo>
                  <a:lnTo>
                    <a:pt x="209155" y="338857"/>
                  </a:lnTo>
                  <a:lnTo>
                    <a:pt x="209445" y="338910"/>
                  </a:lnTo>
                  <a:lnTo>
                    <a:pt x="209621" y="338926"/>
                  </a:lnTo>
                  <a:lnTo>
                    <a:pt x="210844" y="339142"/>
                  </a:lnTo>
                  <a:lnTo>
                    <a:pt x="211052" y="339420"/>
                  </a:lnTo>
                  <a:lnTo>
                    <a:pt x="211315" y="339775"/>
                  </a:lnTo>
                  <a:lnTo>
                    <a:pt x="211634" y="340223"/>
                  </a:lnTo>
                  <a:lnTo>
                    <a:pt x="211975" y="340702"/>
                  </a:lnTo>
                  <a:lnTo>
                    <a:pt x="212217" y="341042"/>
                  </a:lnTo>
                  <a:lnTo>
                    <a:pt x="212551" y="341427"/>
                  </a:lnTo>
                  <a:lnTo>
                    <a:pt x="212830" y="341051"/>
                  </a:lnTo>
                  <a:lnTo>
                    <a:pt x="213224" y="340522"/>
                  </a:lnTo>
                  <a:lnTo>
                    <a:pt x="214168" y="339647"/>
                  </a:lnTo>
                  <a:lnTo>
                    <a:pt x="214569" y="339427"/>
                  </a:lnTo>
                  <a:lnTo>
                    <a:pt x="214610" y="339268"/>
                  </a:lnTo>
                  <a:lnTo>
                    <a:pt x="214894" y="338946"/>
                  </a:lnTo>
                  <a:lnTo>
                    <a:pt x="214620" y="338510"/>
                  </a:lnTo>
                  <a:lnTo>
                    <a:pt x="214377" y="338124"/>
                  </a:lnTo>
                  <a:lnTo>
                    <a:pt x="215052" y="337809"/>
                  </a:lnTo>
                  <a:lnTo>
                    <a:pt x="215471" y="338446"/>
                  </a:lnTo>
                  <a:lnTo>
                    <a:pt x="215591" y="338627"/>
                  </a:lnTo>
                  <a:lnTo>
                    <a:pt x="215590" y="338903"/>
                  </a:lnTo>
                  <a:lnTo>
                    <a:pt x="215590" y="339094"/>
                  </a:lnTo>
                  <a:lnTo>
                    <a:pt x="214855" y="340242"/>
                  </a:lnTo>
                  <a:lnTo>
                    <a:pt x="214327" y="341067"/>
                  </a:lnTo>
                  <a:lnTo>
                    <a:pt x="213513" y="342269"/>
                  </a:lnTo>
                  <a:lnTo>
                    <a:pt x="213227" y="342493"/>
                  </a:lnTo>
                  <a:lnTo>
                    <a:pt x="212437" y="343113"/>
                  </a:lnTo>
                  <a:lnTo>
                    <a:pt x="211822" y="343595"/>
                  </a:lnTo>
                  <a:lnTo>
                    <a:pt x="210498" y="344635"/>
                  </a:lnTo>
                  <a:lnTo>
                    <a:pt x="210268" y="344700"/>
                  </a:lnTo>
                  <a:lnTo>
                    <a:pt x="210014" y="344660"/>
                  </a:lnTo>
                  <a:lnTo>
                    <a:pt x="209187" y="343834"/>
                  </a:lnTo>
                  <a:lnTo>
                    <a:pt x="209378" y="343671"/>
                  </a:lnTo>
                  <a:lnTo>
                    <a:pt x="209534" y="343494"/>
                  </a:lnTo>
                  <a:lnTo>
                    <a:pt x="209438" y="343359"/>
                  </a:lnTo>
                  <a:lnTo>
                    <a:pt x="209189" y="343009"/>
                  </a:lnTo>
                  <a:lnTo>
                    <a:pt x="209074" y="342849"/>
                  </a:lnTo>
                  <a:lnTo>
                    <a:pt x="208699" y="342230"/>
                  </a:lnTo>
                  <a:lnTo>
                    <a:pt x="208701" y="341989"/>
                  </a:lnTo>
                  <a:lnTo>
                    <a:pt x="208703" y="341645"/>
                  </a:lnTo>
                  <a:lnTo>
                    <a:pt x="208703" y="341294"/>
                  </a:lnTo>
                  <a:lnTo>
                    <a:pt x="208696" y="341118"/>
                  </a:lnTo>
                  <a:lnTo>
                    <a:pt x="208686" y="340872"/>
                  </a:lnTo>
                  <a:lnTo>
                    <a:pt x="208674" y="340582"/>
                  </a:lnTo>
                  <a:lnTo>
                    <a:pt x="208408" y="340136"/>
                  </a:lnTo>
                  <a:lnTo>
                    <a:pt x="208190" y="340210"/>
                  </a:lnTo>
                  <a:lnTo>
                    <a:pt x="207936" y="340351"/>
                  </a:lnTo>
                  <a:lnTo>
                    <a:pt x="208182" y="340934"/>
                  </a:lnTo>
                  <a:lnTo>
                    <a:pt x="208181" y="341195"/>
                  </a:lnTo>
                  <a:lnTo>
                    <a:pt x="208180" y="341499"/>
                  </a:lnTo>
                  <a:lnTo>
                    <a:pt x="208175" y="341970"/>
                  </a:lnTo>
                  <a:lnTo>
                    <a:pt x="208173" y="342117"/>
                  </a:lnTo>
                  <a:lnTo>
                    <a:pt x="208170" y="342447"/>
                  </a:lnTo>
                  <a:lnTo>
                    <a:pt x="208168" y="342597"/>
                  </a:lnTo>
                  <a:lnTo>
                    <a:pt x="208169" y="342959"/>
                  </a:lnTo>
                  <a:lnTo>
                    <a:pt x="208071" y="343309"/>
                  </a:lnTo>
                  <a:lnTo>
                    <a:pt x="207845" y="343186"/>
                  </a:lnTo>
                  <a:lnTo>
                    <a:pt x="207525" y="343013"/>
                  </a:lnTo>
                  <a:lnTo>
                    <a:pt x="207060" y="342786"/>
                  </a:lnTo>
                  <a:lnTo>
                    <a:pt x="206753" y="342837"/>
                  </a:lnTo>
                  <a:lnTo>
                    <a:pt x="206753" y="341317"/>
                  </a:lnTo>
                  <a:lnTo>
                    <a:pt x="206753" y="340909"/>
                  </a:lnTo>
                  <a:lnTo>
                    <a:pt x="206753" y="340666"/>
                  </a:lnTo>
                  <a:lnTo>
                    <a:pt x="207069" y="340190"/>
                  </a:lnTo>
                  <a:lnTo>
                    <a:pt x="207457" y="339963"/>
                  </a:lnTo>
                  <a:lnTo>
                    <a:pt x="207658" y="339851"/>
                  </a:lnTo>
                  <a:lnTo>
                    <a:pt x="208204" y="339482"/>
                  </a:lnTo>
                  <a:lnTo>
                    <a:pt x="208351" y="339399"/>
                  </a:lnTo>
                  <a:lnTo>
                    <a:pt x="208595" y="339262"/>
                  </a:lnTo>
                  <a:lnTo>
                    <a:pt x="208908" y="339109"/>
                  </a:lnTo>
                  <a:lnTo>
                    <a:pt x="208906" y="338695"/>
                  </a:lnTo>
                  <a:lnTo>
                    <a:pt x="208580" y="338839"/>
                  </a:lnTo>
                  <a:lnTo>
                    <a:pt x="208346" y="338971"/>
                  </a:lnTo>
                  <a:lnTo>
                    <a:pt x="207387" y="339536"/>
                  </a:lnTo>
                  <a:lnTo>
                    <a:pt x="206608" y="340127"/>
                  </a:lnTo>
                  <a:lnTo>
                    <a:pt x="206195" y="340748"/>
                  </a:lnTo>
                  <a:lnTo>
                    <a:pt x="206198" y="341415"/>
                  </a:lnTo>
                  <a:lnTo>
                    <a:pt x="206194" y="342532"/>
                  </a:lnTo>
                  <a:lnTo>
                    <a:pt x="205209" y="342004"/>
                  </a:lnTo>
                  <a:lnTo>
                    <a:pt x="204969" y="341792"/>
                  </a:lnTo>
                  <a:lnTo>
                    <a:pt x="204968" y="341437"/>
                  </a:lnTo>
                  <a:lnTo>
                    <a:pt x="204967" y="341067"/>
                  </a:lnTo>
                  <a:lnTo>
                    <a:pt x="204965" y="340523"/>
                  </a:lnTo>
                  <a:lnTo>
                    <a:pt x="204964" y="340055"/>
                  </a:lnTo>
                  <a:lnTo>
                    <a:pt x="204925" y="339900"/>
                  </a:lnTo>
                  <a:lnTo>
                    <a:pt x="204623" y="339505"/>
                  </a:lnTo>
                  <a:lnTo>
                    <a:pt x="204326" y="339963"/>
                  </a:lnTo>
                  <a:lnTo>
                    <a:pt x="204147" y="340089"/>
                  </a:lnTo>
                  <a:lnTo>
                    <a:pt x="203948" y="340146"/>
                  </a:lnTo>
                  <a:lnTo>
                    <a:pt x="203781" y="339892"/>
                  </a:lnTo>
                  <a:lnTo>
                    <a:pt x="203532" y="339975"/>
                  </a:lnTo>
                  <a:lnTo>
                    <a:pt x="203006" y="339840"/>
                  </a:lnTo>
                  <a:lnTo>
                    <a:pt x="202749" y="339740"/>
                  </a:lnTo>
                  <a:lnTo>
                    <a:pt x="202460" y="339510"/>
                  </a:lnTo>
                  <a:lnTo>
                    <a:pt x="202182" y="339325"/>
                  </a:lnTo>
                  <a:lnTo>
                    <a:pt x="201674" y="339295"/>
                  </a:lnTo>
                  <a:lnTo>
                    <a:pt x="201357" y="339207"/>
                  </a:lnTo>
                  <a:lnTo>
                    <a:pt x="201013" y="339364"/>
                  </a:lnTo>
                  <a:lnTo>
                    <a:pt x="200815" y="339351"/>
                  </a:lnTo>
                  <a:lnTo>
                    <a:pt x="200527" y="339297"/>
                  </a:lnTo>
                  <a:lnTo>
                    <a:pt x="200014" y="339061"/>
                  </a:lnTo>
                  <a:lnTo>
                    <a:pt x="199570" y="338718"/>
                  </a:lnTo>
                  <a:lnTo>
                    <a:pt x="198767" y="338044"/>
                  </a:lnTo>
                  <a:lnTo>
                    <a:pt x="198316" y="337527"/>
                  </a:lnTo>
                  <a:lnTo>
                    <a:pt x="197837" y="336775"/>
                  </a:lnTo>
                  <a:lnTo>
                    <a:pt x="197779" y="336639"/>
                  </a:lnTo>
                  <a:lnTo>
                    <a:pt x="197676" y="336302"/>
                  </a:lnTo>
                  <a:lnTo>
                    <a:pt x="197436" y="335759"/>
                  </a:lnTo>
                  <a:lnTo>
                    <a:pt x="197323" y="335583"/>
                  </a:lnTo>
                  <a:lnTo>
                    <a:pt x="197207" y="335397"/>
                  </a:lnTo>
                  <a:lnTo>
                    <a:pt x="197089" y="335205"/>
                  </a:lnTo>
                  <a:lnTo>
                    <a:pt x="196927" y="334782"/>
                  </a:lnTo>
                  <a:lnTo>
                    <a:pt x="196847" y="334654"/>
                  </a:lnTo>
                  <a:lnTo>
                    <a:pt x="196743" y="334489"/>
                  </a:lnTo>
                  <a:lnTo>
                    <a:pt x="196503" y="334159"/>
                  </a:lnTo>
                  <a:lnTo>
                    <a:pt x="196365" y="334210"/>
                  </a:lnTo>
                  <a:lnTo>
                    <a:pt x="195993" y="333804"/>
                  </a:lnTo>
                  <a:lnTo>
                    <a:pt x="196174" y="333658"/>
                  </a:lnTo>
                  <a:lnTo>
                    <a:pt x="195923" y="333412"/>
                  </a:lnTo>
                  <a:lnTo>
                    <a:pt x="195802" y="333636"/>
                  </a:lnTo>
                  <a:lnTo>
                    <a:pt x="195493" y="333254"/>
                  </a:lnTo>
                  <a:lnTo>
                    <a:pt x="195614" y="333026"/>
                  </a:lnTo>
                  <a:lnTo>
                    <a:pt x="195646" y="332865"/>
                  </a:lnTo>
                  <a:lnTo>
                    <a:pt x="195259" y="332738"/>
                  </a:lnTo>
                  <a:lnTo>
                    <a:pt x="195088" y="332707"/>
                  </a:lnTo>
                  <a:lnTo>
                    <a:pt x="194575" y="332510"/>
                  </a:lnTo>
                  <a:lnTo>
                    <a:pt x="194374" y="332406"/>
                  </a:lnTo>
                  <a:lnTo>
                    <a:pt x="194563" y="332158"/>
                  </a:lnTo>
                  <a:lnTo>
                    <a:pt x="194283" y="332045"/>
                  </a:lnTo>
                  <a:lnTo>
                    <a:pt x="193665" y="331896"/>
                  </a:lnTo>
                  <a:lnTo>
                    <a:pt x="193532" y="331844"/>
                  </a:lnTo>
                  <a:lnTo>
                    <a:pt x="193139" y="331539"/>
                  </a:lnTo>
                  <a:lnTo>
                    <a:pt x="192941" y="331681"/>
                  </a:lnTo>
                  <a:lnTo>
                    <a:pt x="192646" y="331718"/>
                  </a:lnTo>
                  <a:lnTo>
                    <a:pt x="192268" y="331650"/>
                  </a:lnTo>
                  <a:lnTo>
                    <a:pt x="192109" y="331621"/>
                  </a:lnTo>
                  <a:lnTo>
                    <a:pt x="191748" y="331556"/>
                  </a:lnTo>
                  <a:lnTo>
                    <a:pt x="191762" y="331370"/>
                  </a:lnTo>
                  <a:lnTo>
                    <a:pt x="191796" y="331023"/>
                  </a:lnTo>
                  <a:lnTo>
                    <a:pt x="192017" y="331018"/>
                  </a:lnTo>
                  <a:lnTo>
                    <a:pt x="192278" y="331013"/>
                  </a:lnTo>
                  <a:lnTo>
                    <a:pt x="192866" y="330985"/>
                  </a:lnTo>
                  <a:lnTo>
                    <a:pt x="192892" y="330699"/>
                  </a:lnTo>
                  <a:lnTo>
                    <a:pt x="192725" y="329840"/>
                  </a:lnTo>
                  <a:lnTo>
                    <a:pt x="192417" y="329733"/>
                  </a:lnTo>
                  <a:lnTo>
                    <a:pt x="191917" y="329557"/>
                  </a:lnTo>
                  <a:lnTo>
                    <a:pt x="191656" y="329221"/>
                  </a:lnTo>
                  <a:lnTo>
                    <a:pt x="191478" y="328929"/>
                  </a:lnTo>
                  <a:lnTo>
                    <a:pt x="191322" y="328312"/>
                  </a:lnTo>
                  <a:lnTo>
                    <a:pt x="191158" y="328587"/>
                  </a:lnTo>
                  <a:lnTo>
                    <a:pt x="191022" y="328671"/>
                  </a:lnTo>
                  <a:lnTo>
                    <a:pt x="190742" y="328504"/>
                  </a:lnTo>
                  <a:lnTo>
                    <a:pt x="190574" y="328468"/>
                  </a:lnTo>
                  <a:lnTo>
                    <a:pt x="189983" y="328117"/>
                  </a:lnTo>
                  <a:lnTo>
                    <a:pt x="189503" y="327949"/>
                  </a:lnTo>
                  <a:lnTo>
                    <a:pt x="189085" y="327250"/>
                  </a:lnTo>
                  <a:lnTo>
                    <a:pt x="188505" y="327263"/>
                  </a:lnTo>
                  <a:lnTo>
                    <a:pt x="188345" y="327187"/>
                  </a:lnTo>
                  <a:lnTo>
                    <a:pt x="187803" y="327134"/>
                  </a:lnTo>
                  <a:lnTo>
                    <a:pt x="187437" y="327115"/>
                  </a:lnTo>
                  <a:lnTo>
                    <a:pt x="187270" y="327186"/>
                  </a:lnTo>
                  <a:lnTo>
                    <a:pt x="186033" y="326554"/>
                  </a:lnTo>
                  <a:lnTo>
                    <a:pt x="185630" y="326575"/>
                  </a:lnTo>
                  <a:lnTo>
                    <a:pt x="184926" y="326516"/>
                  </a:lnTo>
                  <a:lnTo>
                    <a:pt x="184757" y="326736"/>
                  </a:lnTo>
                  <a:lnTo>
                    <a:pt x="184428" y="326122"/>
                  </a:lnTo>
                  <a:lnTo>
                    <a:pt x="184583" y="326110"/>
                  </a:lnTo>
                  <a:lnTo>
                    <a:pt x="184778" y="325622"/>
                  </a:lnTo>
                  <a:lnTo>
                    <a:pt x="184972" y="325379"/>
                  </a:lnTo>
                  <a:lnTo>
                    <a:pt x="184995" y="325131"/>
                  </a:lnTo>
                  <a:lnTo>
                    <a:pt x="184660" y="324923"/>
                  </a:lnTo>
                  <a:lnTo>
                    <a:pt x="184509" y="325033"/>
                  </a:lnTo>
                  <a:lnTo>
                    <a:pt x="184618" y="325167"/>
                  </a:lnTo>
                  <a:lnTo>
                    <a:pt x="184705" y="325312"/>
                  </a:lnTo>
                  <a:lnTo>
                    <a:pt x="184520" y="325444"/>
                  </a:lnTo>
                  <a:lnTo>
                    <a:pt x="182888" y="324763"/>
                  </a:lnTo>
                  <a:lnTo>
                    <a:pt x="183453" y="324608"/>
                  </a:lnTo>
                  <a:lnTo>
                    <a:pt x="183906" y="324586"/>
                  </a:lnTo>
                  <a:lnTo>
                    <a:pt x="184173" y="324573"/>
                  </a:lnTo>
                  <a:lnTo>
                    <a:pt x="184734" y="324508"/>
                  </a:lnTo>
                  <a:lnTo>
                    <a:pt x="184938" y="324726"/>
                  </a:lnTo>
                  <a:lnTo>
                    <a:pt x="184999" y="324179"/>
                  </a:lnTo>
                  <a:lnTo>
                    <a:pt x="185034" y="323946"/>
                  </a:lnTo>
                  <a:lnTo>
                    <a:pt x="184901" y="323476"/>
                  </a:lnTo>
                  <a:lnTo>
                    <a:pt x="184652" y="323521"/>
                  </a:lnTo>
                  <a:lnTo>
                    <a:pt x="184517" y="323535"/>
                  </a:lnTo>
                  <a:lnTo>
                    <a:pt x="184497" y="323395"/>
                  </a:lnTo>
                  <a:lnTo>
                    <a:pt x="184474" y="323234"/>
                  </a:lnTo>
                  <a:lnTo>
                    <a:pt x="185013" y="323147"/>
                  </a:lnTo>
                  <a:lnTo>
                    <a:pt x="185427" y="323089"/>
                  </a:lnTo>
                  <a:lnTo>
                    <a:pt x="185418" y="322681"/>
                  </a:lnTo>
                  <a:lnTo>
                    <a:pt x="185415" y="322512"/>
                  </a:lnTo>
                  <a:lnTo>
                    <a:pt x="185406" y="322149"/>
                  </a:lnTo>
                  <a:lnTo>
                    <a:pt x="185397" y="321848"/>
                  </a:lnTo>
                  <a:lnTo>
                    <a:pt x="185382" y="321186"/>
                  </a:lnTo>
                  <a:lnTo>
                    <a:pt x="185544" y="321188"/>
                  </a:lnTo>
                  <a:lnTo>
                    <a:pt x="185691" y="320652"/>
                  </a:lnTo>
                  <a:lnTo>
                    <a:pt x="186490" y="320242"/>
                  </a:lnTo>
                  <a:lnTo>
                    <a:pt x="186217" y="319805"/>
                  </a:lnTo>
                  <a:lnTo>
                    <a:pt x="186395" y="319681"/>
                  </a:lnTo>
                  <a:lnTo>
                    <a:pt x="186450" y="319106"/>
                  </a:lnTo>
                  <a:lnTo>
                    <a:pt x="186460" y="318960"/>
                  </a:lnTo>
                  <a:lnTo>
                    <a:pt x="186463" y="318787"/>
                  </a:lnTo>
                  <a:lnTo>
                    <a:pt x="186866" y="318686"/>
                  </a:lnTo>
                  <a:lnTo>
                    <a:pt x="187004" y="318447"/>
                  </a:lnTo>
                  <a:lnTo>
                    <a:pt x="186881" y="318181"/>
                  </a:lnTo>
                  <a:lnTo>
                    <a:pt x="186734" y="317870"/>
                  </a:lnTo>
                  <a:lnTo>
                    <a:pt x="186705" y="317705"/>
                  </a:lnTo>
                  <a:lnTo>
                    <a:pt x="187019" y="317352"/>
                  </a:lnTo>
                  <a:lnTo>
                    <a:pt x="187109" y="317136"/>
                  </a:lnTo>
                  <a:lnTo>
                    <a:pt x="187232" y="316770"/>
                  </a:lnTo>
                  <a:lnTo>
                    <a:pt x="187567" y="316367"/>
                  </a:lnTo>
                  <a:lnTo>
                    <a:pt x="187733" y="316186"/>
                  </a:lnTo>
                  <a:lnTo>
                    <a:pt x="187823" y="315979"/>
                  </a:lnTo>
                  <a:lnTo>
                    <a:pt x="187674" y="315789"/>
                  </a:lnTo>
                  <a:lnTo>
                    <a:pt x="187256" y="315473"/>
                  </a:lnTo>
                  <a:lnTo>
                    <a:pt x="186793" y="315298"/>
                  </a:lnTo>
                  <a:lnTo>
                    <a:pt x="186570" y="315315"/>
                  </a:lnTo>
                  <a:lnTo>
                    <a:pt x="185858" y="315251"/>
                  </a:lnTo>
                  <a:lnTo>
                    <a:pt x="185523" y="314909"/>
                  </a:lnTo>
                  <a:lnTo>
                    <a:pt x="185058" y="315020"/>
                  </a:lnTo>
                  <a:lnTo>
                    <a:pt x="184865" y="315164"/>
                  </a:lnTo>
                  <a:lnTo>
                    <a:pt x="184352" y="315251"/>
                  </a:lnTo>
                  <a:lnTo>
                    <a:pt x="184076" y="315280"/>
                  </a:lnTo>
                  <a:lnTo>
                    <a:pt x="183467" y="315116"/>
                  </a:lnTo>
                  <a:lnTo>
                    <a:pt x="183041" y="314902"/>
                  </a:lnTo>
                  <a:lnTo>
                    <a:pt x="182624" y="314772"/>
                  </a:lnTo>
                  <a:lnTo>
                    <a:pt x="182238" y="315084"/>
                  </a:lnTo>
                  <a:lnTo>
                    <a:pt x="181352" y="314912"/>
                  </a:lnTo>
                  <a:lnTo>
                    <a:pt x="181109" y="315045"/>
                  </a:lnTo>
                  <a:lnTo>
                    <a:pt x="180568" y="315204"/>
                  </a:lnTo>
                  <a:lnTo>
                    <a:pt x="180839" y="315895"/>
                  </a:lnTo>
                  <a:lnTo>
                    <a:pt x="180555" y="315966"/>
                  </a:lnTo>
                  <a:lnTo>
                    <a:pt x="180254" y="315978"/>
                  </a:lnTo>
                  <a:lnTo>
                    <a:pt x="180159" y="316564"/>
                  </a:lnTo>
                  <a:lnTo>
                    <a:pt x="180347" y="316775"/>
                  </a:lnTo>
                  <a:lnTo>
                    <a:pt x="180453" y="316942"/>
                  </a:lnTo>
                  <a:lnTo>
                    <a:pt x="180317" y="317309"/>
                  </a:lnTo>
                  <a:lnTo>
                    <a:pt x="180246" y="317445"/>
                  </a:lnTo>
                  <a:lnTo>
                    <a:pt x="180034" y="317635"/>
                  </a:lnTo>
                  <a:lnTo>
                    <a:pt x="179849" y="317686"/>
                  </a:lnTo>
                  <a:lnTo>
                    <a:pt x="179668" y="317676"/>
                  </a:lnTo>
                  <a:lnTo>
                    <a:pt x="179071" y="317364"/>
                  </a:lnTo>
                  <a:lnTo>
                    <a:pt x="178352" y="316554"/>
                  </a:lnTo>
                  <a:lnTo>
                    <a:pt x="178991" y="315850"/>
                  </a:lnTo>
                  <a:lnTo>
                    <a:pt x="178420" y="315550"/>
                  </a:lnTo>
                  <a:lnTo>
                    <a:pt x="177617" y="315695"/>
                  </a:lnTo>
                  <a:lnTo>
                    <a:pt x="176762" y="315089"/>
                  </a:lnTo>
                  <a:lnTo>
                    <a:pt x="175966" y="315067"/>
                  </a:lnTo>
                  <a:lnTo>
                    <a:pt x="175743" y="315139"/>
                  </a:lnTo>
                  <a:lnTo>
                    <a:pt x="176661" y="313799"/>
                  </a:lnTo>
                  <a:lnTo>
                    <a:pt x="176594" y="313663"/>
                  </a:lnTo>
                  <a:lnTo>
                    <a:pt x="177154" y="313186"/>
                  </a:lnTo>
                  <a:lnTo>
                    <a:pt x="177503" y="312934"/>
                  </a:lnTo>
                  <a:lnTo>
                    <a:pt x="177504" y="312654"/>
                  </a:lnTo>
                  <a:lnTo>
                    <a:pt x="177219" y="311527"/>
                  </a:lnTo>
                  <a:lnTo>
                    <a:pt x="177025" y="311374"/>
                  </a:lnTo>
                  <a:lnTo>
                    <a:pt x="176944" y="311237"/>
                  </a:lnTo>
                  <a:lnTo>
                    <a:pt x="176715" y="311008"/>
                  </a:lnTo>
                  <a:lnTo>
                    <a:pt x="176729" y="310815"/>
                  </a:lnTo>
                  <a:lnTo>
                    <a:pt x="176210" y="310377"/>
                  </a:lnTo>
                  <a:lnTo>
                    <a:pt x="175972" y="310296"/>
                  </a:lnTo>
                  <a:lnTo>
                    <a:pt x="175477" y="310190"/>
                  </a:lnTo>
                  <a:lnTo>
                    <a:pt x="175024" y="310210"/>
                  </a:lnTo>
                  <a:lnTo>
                    <a:pt x="174628" y="309710"/>
                  </a:lnTo>
                  <a:lnTo>
                    <a:pt x="174363" y="309476"/>
                  </a:lnTo>
                  <a:lnTo>
                    <a:pt x="173339" y="307951"/>
                  </a:lnTo>
                  <a:lnTo>
                    <a:pt x="172674" y="307732"/>
                  </a:lnTo>
                  <a:lnTo>
                    <a:pt x="173017" y="307697"/>
                  </a:lnTo>
                  <a:lnTo>
                    <a:pt x="173088" y="307198"/>
                  </a:lnTo>
                  <a:lnTo>
                    <a:pt x="173120" y="306766"/>
                  </a:lnTo>
                  <a:lnTo>
                    <a:pt x="173407" y="306260"/>
                  </a:lnTo>
                  <a:lnTo>
                    <a:pt x="173449" y="305959"/>
                  </a:lnTo>
                  <a:lnTo>
                    <a:pt x="173327" y="305551"/>
                  </a:lnTo>
                  <a:lnTo>
                    <a:pt x="172873" y="304871"/>
                  </a:lnTo>
                  <a:lnTo>
                    <a:pt x="172734" y="304419"/>
                  </a:lnTo>
                  <a:lnTo>
                    <a:pt x="172800" y="304124"/>
                  </a:lnTo>
                  <a:lnTo>
                    <a:pt x="172498" y="303742"/>
                  </a:lnTo>
                  <a:lnTo>
                    <a:pt x="171881" y="302933"/>
                  </a:lnTo>
                  <a:lnTo>
                    <a:pt x="171790" y="302058"/>
                  </a:lnTo>
                  <a:lnTo>
                    <a:pt x="171457" y="301969"/>
                  </a:lnTo>
                  <a:lnTo>
                    <a:pt x="171368" y="301311"/>
                  </a:lnTo>
                  <a:lnTo>
                    <a:pt x="171599" y="301256"/>
                  </a:lnTo>
                  <a:lnTo>
                    <a:pt x="171277" y="300903"/>
                  </a:lnTo>
                  <a:lnTo>
                    <a:pt x="171631" y="300791"/>
                  </a:lnTo>
                  <a:lnTo>
                    <a:pt x="171916" y="300794"/>
                  </a:lnTo>
                  <a:lnTo>
                    <a:pt x="172054" y="300400"/>
                  </a:lnTo>
                  <a:lnTo>
                    <a:pt x="171646" y="300264"/>
                  </a:lnTo>
                  <a:lnTo>
                    <a:pt x="171517" y="300211"/>
                  </a:lnTo>
                  <a:lnTo>
                    <a:pt x="172056" y="299547"/>
                  </a:lnTo>
                  <a:lnTo>
                    <a:pt x="172382" y="299196"/>
                  </a:lnTo>
                  <a:lnTo>
                    <a:pt x="172396" y="299049"/>
                  </a:lnTo>
                  <a:lnTo>
                    <a:pt x="172472" y="298840"/>
                  </a:lnTo>
                  <a:lnTo>
                    <a:pt x="172626" y="298567"/>
                  </a:lnTo>
                  <a:lnTo>
                    <a:pt x="172906" y="298301"/>
                  </a:lnTo>
                  <a:lnTo>
                    <a:pt x="172860" y="298123"/>
                  </a:lnTo>
                  <a:lnTo>
                    <a:pt x="172526" y="297754"/>
                  </a:lnTo>
                  <a:lnTo>
                    <a:pt x="172888" y="297362"/>
                  </a:lnTo>
                  <a:lnTo>
                    <a:pt x="174124" y="297581"/>
                  </a:lnTo>
                  <a:lnTo>
                    <a:pt x="174614" y="297455"/>
                  </a:lnTo>
                  <a:lnTo>
                    <a:pt x="174924" y="297589"/>
                  </a:lnTo>
                  <a:lnTo>
                    <a:pt x="175254" y="298004"/>
                  </a:lnTo>
                  <a:lnTo>
                    <a:pt x="175508" y="298520"/>
                  </a:lnTo>
                  <a:lnTo>
                    <a:pt x="175759" y="298610"/>
                  </a:lnTo>
                  <a:lnTo>
                    <a:pt x="176518" y="298533"/>
                  </a:lnTo>
                  <a:lnTo>
                    <a:pt x="176970" y="298566"/>
                  </a:lnTo>
                  <a:lnTo>
                    <a:pt x="177194" y="298697"/>
                  </a:lnTo>
                  <a:lnTo>
                    <a:pt x="177532" y="298770"/>
                  </a:lnTo>
                  <a:lnTo>
                    <a:pt x="177863" y="298697"/>
                  </a:lnTo>
                  <a:lnTo>
                    <a:pt x="178152" y="298377"/>
                  </a:lnTo>
                  <a:lnTo>
                    <a:pt x="178104" y="298193"/>
                  </a:lnTo>
                  <a:lnTo>
                    <a:pt x="178452" y="297984"/>
                  </a:lnTo>
                  <a:lnTo>
                    <a:pt x="178631" y="297938"/>
                  </a:lnTo>
                  <a:lnTo>
                    <a:pt x="179034" y="297929"/>
                  </a:lnTo>
                  <a:lnTo>
                    <a:pt x="179221" y="297982"/>
                  </a:lnTo>
                  <a:lnTo>
                    <a:pt x="179561" y="298207"/>
                  </a:lnTo>
                  <a:lnTo>
                    <a:pt x="179911" y="298553"/>
                  </a:lnTo>
                  <a:lnTo>
                    <a:pt x="180432" y="298495"/>
                  </a:lnTo>
                  <a:lnTo>
                    <a:pt x="180797" y="298799"/>
                  </a:lnTo>
                  <a:lnTo>
                    <a:pt x="181237" y="298515"/>
                  </a:lnTo>
                  <a:lnTo>
                    <a:pt x="182002" y="298662"/>
                  </a:lnTo>
                  <a:lnTo>
                    <a:pt x="182165" y="298441"/>
                  </a:lnTo>
                  <a:lnTo>
                    <a:pt x="182148" y="298285"/>
                  </a:lnTo>
                  <a:lnTo>
                    <a:pt x="182131" y="298125"/>
                  </a:lnTo>
                  <a:lnTo>
                    <a:pt x="182168" y="297978"/>
                  </a:lnTo>
                  <a:lnTo>
                    <a:pt x="182442" y="297265"/>
                  </a:lnTo>
                  <a:lnTo>
                    <a:pt x="182396" y="297112"/>
                  </a:lnTo>
                  <a:lnTo>
                    <a:pt x="182442" y="296966"/>
                  </a:lnTo>
                  <a:lnTo>
                    <a:pt x="182426" y="296833"/>
                  </a:lnTo>
                  <a:lnTo>
                    <a:pt x="182279" y="296580"/>
                  </a:lnTo>
                  <a:lnTo>
                    <a:pt x="182022" y="296487"/>
                  </a:lnTo>
                  <a:lnTo>
                    <a:pt x="181828" y="296288"/>
                  </a:lnTo>
                  <a:lnTo>
                    <a:pt x="181500" y="296288"/>
                  </a:lnTo>
                  <a:lnTo>
                    <a:pt x="181039" y="296752"/>
                  </a:lnTo>
                  <a:lnTo>
                    <a:pt x="180776" y="296724"/>
                  </a:lnTo>
                  <a:lnTo>
                    <a:pt x="180451" y="296542"/>
                  </a:lnTo>
                  <a:lnTo>
                    <a:pt x="180529" y="295841"/>
                  </a:lnTo>
                  <a:lnTo>
                    <a:pt x="180648" y="295460"/>
                  </a:lnTo>
                  <a:lnTo>
                    <a:pt x="180821" y="295336"/>
                  </a:lnTo>
                  <a:lnTo>
                    <a:pt x="181071" y="295377"/>
                  </a:lnTo>
                  <a:lnTo>
                    <a:pt x="181666" y="294934"/>
                  </a:lnTo>
                  <a:lnTo>
                    <a:pt x="181720" y="294727"/>
                  </a:lnTo>
                  <a:lnTo>
                    <a:pt x="181390" y="294430"/>
                  </a:lnTo>
                  <a:lnTo>
                    <a:pt x="181023" y="294435"/>
                  </a:lnTo>
                  <a:lnTo>
                    <a:pt x="180866" y="294257"/>
                  </a:lnTo>
                  <a:lnTo>
                    <a:pt x="180852" y="294108"/>
                  </a:lnTo>
                  <a:lnTo>
                    <a:pt x="180771" y="293728"/>
                  </a:lnTo>
                  <a:lnTo>
                    <a:pt x="180454" y="293882"/>
                  </a:lnTo>
                  <a:lnTo>
                    <a:pt x="180250" y="293901"/>
                  </a:lnTo>
                  <a:lnTo>
                    <a:pt x="180070" y="293907"/>
                  </a:lnTo>
                  <a:lnTo>
                    <a:pt x="179644" y="293823"/>
                  </a:lnTo>
                  <a:lnTo>
                    <a:pt x="179167" y="293412"/>
                  </a:lnTo>
                  <a:lnTo>
                    <a:pt x="179073" y="293196"/>
                  </a:lnTo>
                  <a:lnTo>
                    <a:pt x="178650" y="293159"/>
                  </a:lnTo>
                  <a:lnTo>
                    <a:pt x="178391" y="293253"/>
                  </a:lnTo>
                  <a:lnTo>
                    <a:pt x="178333" y="293688"/>
                  </a:lnTo>
                  <a:lnTo>
                    <a:pt x="177840" y="293493"/>
                  </a:lnTo>
                  <a:lnTo>
                    <a:pt x="177804" y="293324"/>
                  </a:lnTo>
                  <a:lnTo>
                    <a:pt x="177564" y="292940"/>
                  </a:lnTo>
                  <a:lnTo>
                    <a:pt x="177017" y="293338"/>
                  </a:lnTo>
                  <a:lnTo>
                    <a:pt x="176776" y="293214"/>
                  </a:lnTo>
                  <a:lnTo>
                    <a:pt x="176910" y="292689"/>
                  </a:lnTo>
                  <a:lnTo>
                    <a:pt x="177095" y="292531"/>
                  </a:lnTo>
                  <a:lnTo>
                    <a:pt x="176948" y="292342"/>
                  </a:lnTo>
                  <a:lnTo>
                    <a:pt x="176906" y="291839"/>
                  </a:lnTo>
                  <a:lnTo>
                    <a:pt x="176813" y="291680"/>
                  </a:lnTo>
                  <a:lnTo>
                    <a:pt x="176615" y="291618"/>
                  </a:lnTo>
                  <a:lnTo>
                    <a:pt x="176327" y="291236"/>
                  </a:lnTo>
                  <a:lnTo>
                    <a:pt x="176061" y="290844"/>
                  </a:lnTo>
                  <a:lnTo>
                    <a:pt x="175694" y="290614"/>
                  </a:lnTo>
                  <a:lnTo>
                    <a:pt x="175651" y="290409"/>
                  </a:lnTo>
                  <a:lnTo>
                    <a:pt x="175444" y="290299"/>
                  </a:lnTo>
                  <a:lnTo>
                    <a:pt x="175317" y="290258"/>
                  </a:lnTo>
                  <a:lnTo>
                    <a:pt x="175186" y="290167"/>
                  </a:lnTo>
                  <a:lnTo>
                    <a:pt x="175141" y="290031"/>
                  </a:lnTo>
                  <a:lnTo>
                    <a:pt x="174916" y="289807"/>
                  </a:lnTo>
                  <a:lnTo>
                    <a:pt x="174491" y="289933"/>
                  </a:lnTo>
                  <a:lnTo>
                    <a:pt x="174329" y="289800"/>
                  </a:lnTo>
                  <a:lnTo>
                    <a:pt x="174022" y="289490"/>
                  </a:lnTo>
                  <a:lnTo>
                    <a:pt x="173971" y="289308"/>
                  </a:lnTo>
                  <a:lnTo>
                    <a:pt x="173860" y="288779"/>
                  </a:lnTo>
                  <a:lnTo>
                    <a:pt x="173588" y="288324"/>
                  </a:lnTo>
                  <a:lnTo>
                    <a:pt x="173750" y="287931"/>
                  </a:lnTo>
                  <a:lnTo>
                    <a:pt x="173817" y="287621"/>
                  </a:lnTo>
                  <a:lnTo>
                    <a:pt x="173719" y="287413"/>
                  </a:lnTo>
                  <a:lnTo>
                    <a:pt x="173460" y="287295"/>
                  </a:lnTo>
                  <a:lnTo>
                    <a:pt x="172739" y="287155"/>
                  </a:lnTo>
                  <a:lnTo>
                    <a:pt x="172421" y="287238"/>
                  </a:lnTo>
                  <a:lnTo>
                    <a:pt x="172115" y="287288"/>
                  </a:lnTo>
                  <a:lnTo>
                    <a:pt x="171579" y="287350"/>
                  </a:lnTo>
                  <a:lnTo>
                    <a:pt x="171178" y="287300"/>
                  </a:lnTo>
                  <a:lnTo>
                    <a:pt x="170827" y="287149"/>
                  </a:lnTo>
                  <a:lnTo>
                    <a:pt x="170326" y="286740"/>
                  </a:lnTo>
                  <a:lnTo>
                    <a:pt x="170002" y="286670"/>
                  </a:lnTo>
                  <a:lnTo>
                    <a:pt x="169621" y="286482"/>
                  </a:lnTo>
                  <a:lnTo>
                    <a:pt x="169020" y="286237"/>
                  </a:lnTo>
                  <a:lnTo>
                    <a:pt x="168673" y="286258"/>
                  </a:lnTo>
                  <a:lnTo>
                    <a:pt x="168157" y="286442"/>
                  </a:lnTo>
                  <a:lnTo>
                    <a:pt x="167778" y="286776"/>
                  </a:lnTo>
                  <a:lnTo>
                    <a:pt x="167789" y="286957"/>
                  </a:lnTo>
                  <a:lnTo>
                    <a:pt x="167553" y="287147"/>
                  </a:lnTo>
                  <a:lnTo>
                    <a:pt x="167329" y="287211"/>
                  </a:lnTo>
                  <a:lnTo>
                    <a:pt x="166983" y="287176"/>
                  </a:lnTo>
                  <a:lnTo>
                    <a:pt x="166547" y="287339"/>
                  </a:lnTo>
                  <a:lnTo>
                    <a:pt x="165991" y="287124"/>
                  </a:lnTo>
                  <a:lnTo>
                    <a:pt x="165498" y="287273"/>
                  </a:lnTo>
                  <a:lnTo>
                    <a:pt x="165308" y="287255"/>
                  </a:lnTo>
                  <a:lnTo>
                    <a:pt x="165103" y="286971"/>
                  </a:lnTo>
                  <a:lnTo>
                    <a:pt x="164881" y="286531"/>
                  </a:lnTo>
                  <a:lnTo>
                    <a:pt x="164971" y="286089"/>
                  </a:lnTo>
                  <a:lnTo>
                    <a:pt x="164773" y="285521"/>
                  </a:lnTo>
                  <a:lnTo>
                    <a:pt x="164741" y="285234"/>
                  </a:lnTo>
                  <a:lnTo>
                    <a:pt x="164656" y="284801"/>
                  </a:lnTo>
                  <a:lnTo>
                    <a:pt x="164398" y="284747"/>
                  </a:lnTo>
                  <a:lnTo>
                    <a:pt x="164188" y="284869"/>
                  </a:lnTo>
                  <a:lnTo>
                    <a:pt x="163787" y="285046"/>
                  </a:lnTo>
                  <a:lnTo>
                    <a:pt x="163523" y="285138"/>
                  </a:lnTo>
                  <a:lnTo>
                    <a:pt x="163176" y="285125"/>
                  </a:lnTo>
                  <a:lnTo>
                    <a:pt x="163107" y="284720"/>
                  </a:lnTo>
                  <a:lnTo>
                    <a:pt x="163128" y="284505"/>
                  </a:lnTo>
                  <a:lnTo>
                    <a:pt x="163090" y="284332"/>
                  </a:lnTo>
                  <a:lnTo>
                    <a:pt x="162863" y="284096"/>
                  </a:lnTo>
                  <a:lnTo>
                    <a:pt x="162359" y="283805"/>
                  </a:lnTo>
                  <a:lnTo>
                    <a:pt x="162262" y="283337"/>
                  </a:lnTo>
                  <a:lnTo>
                    <a:pt x="162245" y="282673"/>
                  </a:lnTo>
                  <a:lnTo>
                    <a:pt x="161799" y="282594"/>
                  </a:lnTo>
                  <a:lnTo>
                    <a:pt x="161682" y="282312"/>
                  </a:lnTo>
                  <a:lnTo>
                    <a:pt x="161588" y="281937"/>
                  </a:lnTo>
                  <a:lnTo>
                    <a:pt x="161578" y="281775"/>
                  </a:lnTo>
                  <a:lnTo>
                    <a:pt x="161439" y="281621"/>
                  </a:lnTo>
                  <a:lnTo>
                    <a:pt x="161222" y="281297"/>
                  </a:lnTo>
                  <a:lnTo>
                    <a:pt x="161082" y="281101"/>
                  </a:lnTo>
                  <a:lnTo>
                    <a:pt x="160923" y="281091"/>
                  </a:lnTo>
                  <a:lnTo>
                    <a:pt x="160426" y="280829"/>
                  </a:lnTo>
                  <a:lnTo>
                    <a:pt x="160611" y="280376"/>
                  </a:lnTo>
                  <a:lnTo>
                    <a:pt x="161010" y="280053"/>
                  </a:lnTo>
                  <a:lnTo>
                    <a:pt x="160922" y="279783"/>
                  </a:lnTo>
                  <a:lnTo>
                    <a:pt x="160928" y="278992"/>
                  </a:lnTo>
                  <a:lnTo>
                    <a:pt x="161183" y="278799"/>
                  </a:lnTo>
                  <a:lnTo>
                    <a:pt x="161429" y="278566"/>
                  </a:lnTo>
                  <a:lnTo>
                    <a:pt x="161704" y="278263"/>
                  </a:lnTo>
                  <a:lnTo>
                    <a:pt x="161883" y="278032"/>
                  </a:lnTo>
                  <a:lnTo>
                    <a:pt x="161298" y="277513"/>
                  </a:lnTo>
                  <a:lnTo>
                    <a:pt x="160836" y="277249"/>
                  </a:lnTo>
                  <a:lnTo>
                    <a:pt x="160787" y="277031"/>
                  </a:lnTo>
                  <a:lnTo>
                    <a:pt x="160561" y="276205"/>
                  </a:lnTo>
                  <a:lnTo>
                    <a:pt x="159799" y="275428"/>
                  </a:lnTo>
                  <a:lnTo>
                    <a:pt x="160460" y="274908"/>
                  </a:lnTo>
                  <a:lnTo>
                    <a:pt x="160916" y="274746"/>
                  </a:lnTo>
                  <a:lnTo>
                    <a:pt x="161266" y="274830"/>
                  </a:lnTo>
                  <a:lnTo>
                    <a:pt x="161936" y="274844"/>
                  </a:lnTo>
                  <a:lnTo>
                    <a:pt x="161827" y="274542"/>
                  </a:lnTo>
                  <a:lnTo>
                    <a:pt x="161614" y="274196"/>
                  </a:lnTo>
                  <a:lnTo>
                    <a:pt x="161345" y="273613"/>
                  </a:lnTo>
                  <a:lnTo>
                    <a:pt x="161402" y="273311"/>
                  </a:lnTo>
                  <a:lnTo>
                    <a:pt x="162402" y="272776"/>
                  </a:lnTo>
                  <a:lnTo>
                    <a:pt x="162827" y="272558"/>
                  </a:lnTo>
                  <a:lnTo>
                    <a:pt x="163361" y="272455"/>
                  </a:lnTo>
                  <a:lnTo>
                    <a:pt x="163520" y="272322"/>
                  </a:lnTo>
                  <a:lnTo>
                    <a:pt x="163633" y="272183"/>
                  </a:lnTo>
                  <a:lnTo>
                    <a:pt x="163782" y="272040"/>
                  </a:lnTo>
                  <a:lnTo>
                    <a:pt x="163931" y="271990"/>
                  </a:lnTo>
                  <a:lnTo>
                    <a:pt x="164413" y="272063"/>
                  </a:lnTo>
                  <a:lnTo>
                    <a:pt x="165161" y="271847"/>
                  </a:lnTo>
                  <a:lnTo>
                    <a:pt x="165303" y="271908"/>
                  </a:lnTo>
                  <a:lnTo>
                    <a:pt x="165716" y="272096"/>
                  </a:lnTo>
                  <a:lnTo>
                    <a:pt x="166364" y="272654"/>
                  </a:lnTo>
                  <a:lnTo>
                    <a:pt x="166553" y="272739"/>
                  </a:lnTo>
                  <a:lnTo>
                    <a:pt x="166990" y="272454"/>
                  </a:lnTo>
                  <a:lnTo>
                    <a:pt x="167253" y="272300"/>
                  </a:lnTo>
                  <a:lnTo>
                    <a:pt x="167557" y="272282"/>
                  </a:lnTo>
                  <a:lnTo>
                    <a:pt x="168040" y="272388"/>
                  </a:lnTo>
                  <a:lnTo>
                    <a:pt x="168342" y="271955"/>
                  </a:lnTo>
                  <a:lnTo>
                    <a:pt x="168087" y="271807"/>
                  </a:lnTo>
                  <a:lnTo>
                    <a:pt x="167687" y="270827"/>
                  </a:lnTo>
                  <a:lnTo>
                    <a:pt x="167789" y="270600"/>
                  </a:lnTo>
                  <a:lnTo>
                    <a:pt x="167985" y="269726"/>
                  </a:lnTo>
                  <a:lnTo>
                    <a:pt x="168311" y="269409"/>
                  </a:lnTo>
                  <a:lnTo>
                    <a:pt x="168309" y="269566"/>
                  </a:lnTo>
                  <a:lnTo>
                    <a:pt x="168789" y="269889"/>
                  </a:lnTo>
                  <a:lnTo>
                    <a:pt x="169013" y="269813"/>
                  </a:lnTo>
                  <a:lnTo>
                    <a:pt x="169204" y="269557"/>
                  </a:lnTo>
                  <a:lnTo>
                    <a:pt x="169228" y="269401"/>
                  </a:lnTo>
                  <a:lnTo>
                    <a:pt x="169182" y="269011"/>
                  </a:lnTo>
                  <a:lnTo>
                    <a:pt x="169148" y="268774"/>
                  </a:lnTo>
                  <a:lnTo>
                    <a:pt x="169342" y="268735"/>
                  </a:lnTo>
                  <a:lnTo>
                    <a:pt x="169653" y="268737"/>
                  </a:lnTo>
                  <a:lnTo>
                    <a:pt x="169913" y="268938"/>
                  </a:lnTo>
                  <a:lnTo>
                    <a:pt x="170228" y="269510"/>
                  </a:lnTo>
                  <a:lnTo>
                    <a:pt x="170549" y="269578"/>
                  </a:lnTo>
                  <a:lnTo>
                    <a:pt x="171114" y="269426"/>
                  </a:lnTo>
                  <a:lnTo>
                    <a:pt x="171245" y="268904"/>
                  </a:lnTo>
                  <a:lnTo>
                    <a:pt x="171616" y="268587"/>
                  </a:lnTo>
                  <a:lnTo>
                    <a:pt x="171426" y="268248"/>
                  </a:lnTo>
                  <a:lnTo>
                    <a:pt x="171058" y="267906"/>
                  </a:lnTo>
                  <a:lnTo>
                    <a:pt x="170895" y="267781"/>
                  </a:lnTo>
                  <a:lnTo>
                    <a:pt x="170300" y="267655"/>
                  </a:lnTo>
                  <a:lnTo>
                    <a:pt x="169722" y="267830"/>
                  </a:lnTo>
                  <a:lnTo>
                    <a:pt x="168987" y="267682"/>
                  </a:lnTo>
                  <a:lnTo>
                    <a:pt x="168266" y="267366"/>
                  </a:lnTo>
                  <a:lnTo>
                    <a:pt x="167851" y="267243"/>
                  </a:lnTo>
                  <a:lnTo>
                    <a:pt x="167533" y="267232"/>
                  </a:lnTo>
                  <a:lnTo>
                    <a:pt x="166876" y="267406"/>
                  </a:lnTo>
                  <a:lnTo>
                    <a:pt x="166327" y="267597"/>
                  </a:lnTo>
                  <a:lnTo>
                    <a:pt x="165900" y="267693"/>
                  </a:lnTo>
                  <a:lnTo>
                    <a:pt x="165591" y="267811"/>
                  </a:lnTo>
                  <a:lnTo>
                    <a:pt x="164980" y="267832"/>
                  </a:lnTo>
                  <a:lnTo>
                    <a:pt x="164769" y="268277"/>
                  </a:lnTo>
                  <a:lnTo>
                    <a:pt x="164615" y="268355"/>
                  </a:lnTo>
                  <a:lnTo>
                    <a:pt x="164011" y="268503"/>
                  </a:lnTo>
                  <a:lnTo>
                    <a:pt x="162945" y="268403"/>
                  </a:lnTo>
                  <a:lnTo>
                    <a:pt x="162762" y="268357"/>
                  </a:lnTo>
                  <a:lnTo>
                    <a:pt x="162501" y="268176"/>
                  </a:lnTo>
                  <a:lnTo>
                    <a:pt x="162109" y="267691"/>
                  </a:lnTo>
                  <a:lnTo>
                    <a:pt x="161775" y="267475"/>
                  </a:lnTo>
                  <a:lnTo>
                    <a:pt x="161506" y="267583"/>
                  </a:lnTo>
                  <a:lnTo>
                    <a:pt x="161077" y="267687"/>
                  </a:lnTo>
                  <a:lnTo>
                    <a:pt x="160805" y="267500"/>
                  </a:lnTo>
                  <a:lnTo>
                    <a:pt x="160598" y="267323"/>
                  </a:lnTo>
                  <a:lnTo>
                    <a:pt x="160029" y="267012"/>
                  </a:lnTo>
                  <a:lnTo>
                    <a:pt x="159720" y="266905"/>
                  </a:lnTo>
                  <a:lnTo>
                    <a:pt x="159136" y="266844"/>
                  </a:lnTo>
                  <a:lnTo>
                    <a:pt x="158372" y="266794"/>
                  </a:lnTo>
                  <a:lnTo>
                    <a:pt x="157833" y="266835"/>
                  </a:lnTo>
                  <a:lnTo>
                    <a:pt x="157100" y="266799"/>
                  </a:lnTo>
                  <a:lnTo>
                    <a:pt x="156892" y="266731"/>
                  </a:lnTo>
                  <a:lnTo>
                    <a:pt x="156219" y="266614"/>
                  </a:lnTo>
                  <a:lnTo>
                    <a:pt x="155973" y="266357"/>
                  </a:lnTo>
                  <a:lnTo>
                    <a:pt x="155506" y="266424"/>
                  </a:lnTo>
                  <a:lnTo>
                    <a:pt x="155333" y="266475"/>
                  </a:lnTo>
                  <a:lnTo>
                    <a:pt x="155155" y="266532"/>
                  </a:lnTo>
                  <a:lnTo>
                    <a:pt x="155009" y="266583"/>
                  </a:lnTo>
                  <a:lnTo>
                    <a:pt x="154574" y="266615"/>
                  </a:lnTo>
                  <a:lnTo>
                    <a:pt x="154017" y="266603"/>
                  </a:lnTo>
                  <a:lnTo>
                    <a:pt x="153474" y="266655"/>
                  </a:lnTo>
                  <a:lnTo>
                    <a:pt x="153177" y="266814"/>
                  </a:lnTo>
                  <a:lnTo>
                    <a:pt x="152858" y="266942"/>
                  </a:lnTo>
                  <a:lnTo>
                    <a:pt x="151873" y="266781"/>
                  </a:lnTo>
                  <a:lnTo>
                    <a:pt x="151302" y="266519"/>
                  </a:lnTo>
                  <a:lnTo>
                    <a:pt x="151057" y="266525"/>
                  </a:lnTo>
                  <a:lnTo>
                    <a:pt x="150507" y="266011"/>
                  </a:lnTo>
                  <a:lnTo>
                    <a:pt x="150246" y="265737"/>
                  </a:lnTo>
                  <a:lnTo>
                    <a:pt x="149542" y="265274"/>
                  </a:lnTo>
                  <a:lnTo>
                    <a:pt x="149310" y="264872"/>
                  </a:lnTo>
                  <a:lnTo>
                    <a:pt x="148967" y="264654"/>
                  </a:lnTo>
                  <a:lnTo>
                    <a:pt x="148873" y="264328"/>
                  </a:lnTo>
                  <a:lnTo>
                    <a:pt x="148897" y="263908"/>
                  </a:lnTo>
                  <a:lnTo>
                    <a:pt x="148760" y="263412"/>
                  </a:lnTo>
                  <a:lnTo>
                    <a:pt x="148478" y="263348"/>
                  </a:lnTo>
                  <a:lnTo>
                    <a:pt x="148319" y="263314"/>
                  </a:lnTo>
                  <a:lnTo>
                    <a:pt x="147858" y="263287"/>
                  </a:lnTo>
                  <a:lnTo>
                    <a:pt x="147631" y="263127"/>
                  </a:lnTo>
                  <a:lnTo>
                    <a:pt x="147777" y="262864"/>
                  </a:lnTo>
                  <a:lnTo>
                    <a:pt x="147753" y="262387"/>
                  </a:lnTo>
                  <a:lnTo>
                    <a:pt x="147427" y="262234"/>
                  </a:lnTo>
                  <a:lnTo>
                    <a:pt x="147233" y="261873"/>
                  </a:lnTo>
                  <a:lnTo>
                    <a:pt x="147151" y="261531"/>
                  </a:lnTo>
                  <a:lnTo>
                    <a:pt x="146970" y="261332"/>
                  </a:lnTo>
                  <a:lnTo>
                    <a:pt x="146249" y="260750"/>
                  </a:lnTo>
                  <a:lnTo>
                    <a:pt x="145940" y="260608"/>
                  </a:lnTo>
                  <a:lnTo>
                    <a:pt x="145437" y="260464"/>
                  </a:lnTo>
                  <a:lnTo>
                    <a:pt x="145267" y="260422"/>
                  </a:lnTo>
                  <a:lnTo>
                    <a:pt x="144974" y="260310"/>
                  </a:lnTo>
                  <a:lnTo>
                    <a:pt x="144843" y="260170"/>
                  </a:lnTo>
                  <a:lnTo>
                    <a:pt x="144118" y="260317"/>
                  </a:lnTo>
                  <a:lnTo>
                    <a:pt x="144033" y="259982"/>
                  </a:lnTo>
                  <a:lnTo>
                    <a:pt x="143924" y="259742"/>
                  </a:lnTo>
                  <a:lnTo>
                    <a:pt x="143799" y="259492"/>
                  </a:lnTo>
                  <a:lnTo>
                    <a:pt x="143204" y="258868"/>
                  </a:lnTo>
                  <a:lnTo>
                    <a:pt x="142451" y="258687"/>
                  </a:lnTo>
                  <a:lnTo>
                    <a:pt x="142464" y="258440"/>
                  </a:lnTo>
                  <a:lnTo>
                    <a:pt x="142229" y="258292"/>
                  </a:lnTo>
                  <a:lnTo>
                    <a:pt x="141495" y="257999"/>
                  </a:lnTo>
                  <a:lnTo>
                    <a:pt x="140722" y="257331"/>
                  </a:lnTo>
                  <a:lnTo>
                    <a:pt x="140889" y="256920"/>
                  </a:lnTo>
                  <a:lnTo>
                    <a:pt x="141005" y="256768"/>
                  </a:lnTo>
                  <a:lnTo>
                    <a:pt x="140744" y="256621"/>
                  </a:lnTo>
                  <a:lnTo>
                    <a:pt x="140290" y="256166"/>
                  </a:lnTo>
                  <a:lnTo>
                    <a:pt x="140074" y="255972"/>
                  </a:lnTo>
                  <a:lnTo>
                    <a:pt x="139766" y="255412"/>
                  </a:lnTo>
                  <a:lnTo>
                    <a:pt x="139626" y="255087"/>
                  </a:lnTo>
                  <a:lnTo>
                    <a:pt x="139487" y="254951"/>
                  </a:lnTo>
                  <a:lnTo>
                    <a:pt x="139348" y="254743"/>
                  </a:lnTo>
                  <a:lnTo>
                    <a:pt x="139348" y="254572"/>
                  </a:lnTo>
                  <a:lnTo>
                    <a:pt x="139537" y="254131"/>
                  </a:lnTo>
                  <a:lnTo>
                    <a:pt x="139543" y="253719"/>
                  </a:lnTo>
                  <a:lnTo>
                    <a:pt x="139702" y="253400"/>
                  </a:lnTo>
                  <a:lnTo>
                    <a:pt x="139889" y="253164"/>
                  </a:lnTo>
                  <a:lnTo>
                    <a:pt x="140013" y="252068"/>
                  </a:lnTo>
                  <a:lnTo>
                    <a:pt x="139322" y="251659"/>
                  </a:lnTo>
                  <a:lnTo>
                    <a:pt x="138885" y="251486"/>
                  </a:lnTo>
                  <a:lnTo>
                    <a:pt x="138687" y="251375"/>
                  </a:lnTo>
                  <a:lnTo>
                    <a:pt x="138336" y="251003"/>
                  </a:lnTo>
                  <a:lnTo>
                    <a:pt x="138185" y="250928"/>
                  </a:lnTo>
                  <a:lnTo>
                    <a:pt x="138039" y="250913"/>
                  </a:lnTo>
                  <a:lnTo>
                    <a:pt x="137571" y="250876"/>
                  </a:lnTo>
                  <a:lnTo>
                    <a:pt x="137028" y="251259"/>
                  </a:lnTo>
                  <a:lnTo>
                    <a:pt x="136938" y="251967"/>
                  </a:lnTo>
                  <a:lnTo>
                    <a:pt x="137192" y="252342"/>
                  </a:lnTo>
                  <a:lnTo>
                    <a:pt x="137241" y="252617"/>
                  </a:lnTo>
                  <a:lnTo>
                    <a:pt x="137192" y="252749"/>
                  </a:lnTo>
                  <a:lnTo>
                    <a:pt x="137008" y="253207"/>
                  </a:lnTo>
                  <a:lnTo>
                    <a:pt x="137013" y="253617"/>
                  </a:lnTo>
                  <a:lnTo>
                    <a:pt x="136970" y="254094"/>
                  </a:lnTo>
                  <a:lnTo>
                    <a:pt x="136900" y="254285"/>
                  </a:lnTo>
                  <a:lnTo>
                    <a:pt x="136272" y="254631"/>
                  </a:lnTo>
                  <a:lnTo>
                    <a:pt x="135851" y="254497"/>
                  </a:lnTo>
                  <a:lnTo>
                    <a:pt x="135525" y="254189"/>
                  </a:lnTo>
                  <a:lnTo>
                    <a:pt x="134511" y="254075"/>
                  </a:lnTo>
                  <a:lnTo>
                    <a:pt x="134282" y="254037"/>
                  </a:lnTo>
                  <a:lnTo>
                    <a:pt x="133771" y="254162"/>
                  </a:lnTo>
                  <a:lnTo>
                    <a:pt x="133609" y="254280"/>
                  </a:lnTo>
                  <a:lnTo>
                    <a:pt x="133120" y="254618"/>
                  </a:lnTo>
                  <a:lnTo>
                    <a:pt x="132959" y="254633"/>
                  </a:lnTo>
                  <a:lnTo>
                    <a:pt x="132664" y="254588"/>
                  </a:lnTo>
                  <a:lnTo>
                    <a:pt x="132449" y="254522"/>
                  </a:lnTo>
                  <a:lnTo>
                    <a:pt x="132061" y="254401"/>
                  </a:lnTo>
                  <a:lnTo>
                    <a:pt x="131782" y="254377"/>
                  </a:lnTo>
                  <a:lnTo>
                    <a:pt x="131410" y="254385"/>
                  </a:lnTo>
                  <a:lnTo>
                    <a:pt x="131088" y="254223"/>
                  </a:lnTo>
                  <a:lnTo>
                    <a:pt x="130768" y="254420"/>
                  </a:lnTo>
                  <a:lnTo>
                    <a:pt x="130691" y="254627"/>
                  </a:lnTo>
                  <a:lnTo>
                    <a:pt x="130617" y="254881"/>
                  </a:lnTo>
                  <a:lnTo>
                    <a:pt x="130580" y="255294"/>
                  </a:lnTo>
                  <a:lnTo>
                    <a:pt x="130645" y="255690"/>
                  </a:lnTo>
                  <a:lnTo>
                    <a:pt x="131025" y="256411"/>
                  </a:lnTo>
                  <a:lnTo>
                    <a:pt x="131257" y="256794"/>
                  </a:lnTo>
                  <a:lnTo>
                    <a:pt x="131468" y="257041"/>
                  </a:lnTo>
                  <a:lnTo>
                    <a:pt x="131604" y="257888"/>
                  </a:lnTo>
                  <a:lnTo>
                    <a:pt x="131367" y="258086"/>
                  </a:lnTo>
                  <a:lnTo>
                    <a:pt x="130806" y="257882"/>
                  </a:lnTo>
                  <a:lnTo>
                    <a:pt x="130438" y="257925"/>
                  </a:lnTo>
                  <a:lnTo>
                    <a:pt x="130001" y="257921"/>
                  </a:lnTo>
                  <a:lnTo>
                    <a:pt x="129755" y="257788"/>
                  </a:lnTo>
                  <a:lnTo>
                    <a:pt x="129189" y="257913"/>
                  </a:lnTo>
                  <a:lnTo>
                    <a:pt x="128581" y="257658"/>
                  </a:lnTo>
                  <a:lnTo>
                    <a:pt x="128256" y="257222"/>
                  </a:lnTo>
                  <a:lnTo>
                    <a:pt x="128025" y="256878"/>
                  </a:lnTo>
                  <a:lnTo>
                    <a:pt x="127941" y="256638"/>
                  </a:lnTo>
                  <a:lnTo>
                    <a:pt x="127787" y="256327"/>
                  </a:lnTo>
                  <a:lnTo>
                    <a:pt x="127700" y="256166"/>
                  </a:lnTo>
                  <a:lnTo>
                    <a:pt x="127479" y="256006"/>
                  </a:lnTo>
                  <a:lnTo>
                    <a:pt x="127247" y="256123"/>
                  </a:lnTo>
                  <a:lnTo>
                    <a:pt x="126678" y="256348"/>
                  </a:lnTo>
                  <a:lnTo>
                    <a:pt x="126327" y="256583"/>
                  </a:lnTo>
                  <a:lnTo>
                    <a:pt x="126084" y="257003"/>
                  </a:lnTo>
                  <a:lnTo>
                    <a:pt x="126097" y="257712"/>
                  </a:lnTo>
                  <a:lnTo>
                    <a:pt x="126501" y="258159"/>
                  </a:lnTo>
                  <a:lnTo>
                    <a:pt x="126650" y="258287"/>
                  </a:lnTo>
                  <a:lnTo>
                    <a:pt x="127101" y="258578"/>
                  </a:lnTo>
                  <a:lnTo>
                    <a:pt x="127468" y="259065"/>
                  </a:lnTo>
                  <a:lnTo>
                    <a:pt x="127894" y="259446"/>
                  </a:lnTo>
                  <a:lnTo>
                    <a:pt x="128033" y="259520"/>
                  </a:lnTo>
                  <a:lnTo>
                    <a:pt x="128237" y="259719"/>
                  </a:lnTo>
                  <a:lnTo>
                    <a:pt x="128642" y="260138"/>
                  </a:lnTo>
                  <a:lnTo>
                    <a:pt x="128994" y="260943"/>
                  </a:lnTo>
                  <a:lnTo>
                    <a:pt x="129516" y="261298"/>
                  </a:lnTo>
                  <a:lnTo>
                    <a:pt x="129741" y="261328"/>
                  </a:lnTo>
                  <a:lnTo>
                    <a:pt x="130082" y="261424"/>
                  </a:lnTo>
                  <a:lnTo>
                    <a:pt x="130194" y="261807"/>
                  </a:lnTo>
                  <a:lnTo>
                    <a:pt x="130356" y="262028"/>
                  </a:lnTo>
                  <a:lnTo>
                    <a:pt x="130567" y="262179"/>
                  </a:lnTo>
                  <a:lnTo>
                    <a:pt x="130917" y="262479"/>
                  </a:lnTo>
                  <a:lnTo>
                    <a:pt x="130935" y="262723"/>
                  </a:lnTo>
                  <a:lnTo>
                    <a:pt x="131097" y="263261"/>
                  </a:lnTo>
                  <a:lnTo>
                    <a:pt x="131140" y="263505"/>
                  </a:lnTo>
                  <a:lnTo>
                    <a:pt x="131007" y="263617"/>
                  </a:lnTo>
                  <a:lnTo>
                    <a:pt x="130701" y="263785"/>
                  </a:lnTo>
                  <a:lnTo>
                    <a:pt x="130480" y="263710"/>
                  </a:lnTo>
                  <a:lnTo>
                    <a:pt x="130161" y="263693"/>
                  </a:lnTo>
                  <a:lnTo>
                    <a:pt x="129990" y="263709"/>
                  </a:lnTo>
                  <a:lnTo>
                    <a:pt x="129582" y="263720"/>
                  </a:lnTo>
                  <a:lnTo>
                    <a:pt x="129245" y="263589"/>
                  </a:lnTo>
                  <a:lnTo>
                    <a:pt x="129214" y="263427"/>
                  </a:lnTo>
                  <a:lnTo>
                    <a:pt x="129107" y="263217"/>
                  </a:lnTo>
                  <a:lnTo>
                    <a:pt x="128926" y="263153"/>
                  </a:lnTo>
                  <a:lnTo>
                    <a:pt x="128275" y="263318"/>
                  </a:lnTo>
                  <a:lnTo>
                    <a:pt x="128110" y="263393"/>
                  </a:lnTo>
                  <a:lnTo>
                    <a:pt x="127830" y="263508"/>
                  </a:lnTo>
                  <a:lnTo>
                    <a:pt x="127043" y="263543"/>
                  </a:lnTo>
                  <a:lnTo>
                    <a:pt x="126462" y="263468"/>
                  </a:lnTo>
                  <a:lnTo>
                    <a:pt x="126292" y="263468"/>
                  </a:lnTo>
                  <a:lnTo>
                    <a:pt x="125827" y="263470"/>
                  </a:lnTo>
                  <a:lnTo>
                    <a:pt x="125448" y="263508"/>
                  </a:lnTo>
                  <a:lnTo>
                    <a:pt x="125279" y="263594"/>
                  </a:lnTo>
                  <a:lnTo>
                    <a:pt x="125077" y="263919"/>
                  </a:lnTo>
                  <a:lnTo>
                    <a:pt x="125081" y="264386"/>
                  </a:lnTo>
                  <a:lnTo>
                    <a:pt x="124371" y="263849"/>
                  </a:lnTo>
                  <a:lnTo>
                    <a:pt x="123951" y="263943"/>
                  </a:lnTo>
                  <a:lnTo>
                    <a:pt x="123774" y="263866"/>
                  </a:lnTo>
                  <a:lnTo>
                    <a:pt x="123541" y="263270"/>
                  </a:lnTo>
                  <a:lnTo>
                    <a:pt x="123104" y="262818"/>
                  </a:lnTo>
                  <a:lnTo>
                    <a:pt x="122930" y="262708"/>
                  </a:lnTo>
                  <a:lnTo>
                    <a:pt x="122737" y="262655"/>
                  </a:lnTo>
                  <a:lnTo>
                    <a:pt x="122296" y="263130"/>
                  </a:lnTo>
                  <a:lnTo>
                    <a:pt x="122122" y="263563"/>
                  </a:lnTo>
                  <a:lnTo>
                    <a:pt x="122095" y="263698"/>
                  </a:lnTo>
                  <a:lnTo>
                    <a:pt x="122091" y="263883"/>
                  </a:lnTo>
                  <a:lnTo>
                    <a:pt x="121800" y="264331"/>
                  </a:lnTo>
                  <a:lnTo>
                    <a:pt x="121685" y="264658"/>
                  </a:lnTo>
                  <a:lnTo>
                    <a:pt x="121139" y="265165"/>
                  </a:lnTo>
                  <a:lnTo>
                    <a:pt x="120609" y="265588"/>
                  </a:lnTo>
                  <a:lnTo>
                    <a:pt x="120106" y="266272"/>
                  </a:lnTo>
                  <a:lnTo>
                    <a:pt x="119978" y="266659"/>
                  </a:lnTo>
                  <a:lnTo>
                    <a:pt x="119877" y="267149"/>
                  </a:lnTo>
                  <a:lnTo>
                    <a:pt x="119806" y="267460"/>
                  </a:lnTo>
                  <a:lnTo>
                    <a:pt x="119441" y="268316"/>
                  </a:lnTo>
                  <a:lnTo>
                    <a:pt x="119032" y="268275"/>
                  </a:lnTo>
                  <a:lnTo>
                    <a:pt x="118700" y="268117"/>
                  </a:lnTo>
                  <a:lnTo>
                    <a:pt x="118281" y="268328"/>
                  </a:lnTo>
                  <a:lnTo>
                    <a:pt x="118178" y="268493"/>
                  </a:lnTo>
                  <a:lnTo>
                    <a:pt x="118018" y="268681"/>
                  </a:lnTo>
                  <a:lnTo>
                    <a:pt x="117780" y="268816"/>
                  </a:lnTo>
                  <a:lnTo>
                    <a:pt x="117668" y="269421"/>
                  </a:lnTo>
                  <a:lnTo>
                    <a:pt x="117833" y="269608"/>
                  </a:lnTo>
                  <a:lnTo>
                    <a:pt x="117752" y="269826"/>
                  </a:lnTo>
                  <a:lnTo>
                    <a:pt x="117555" y="269850"/>
                  </a:lnTo>
                  <a:lnTo>
                    <a:pt x="117001" y="269711"/>
                  </a:lnTo>
                  <a:lnTo>
                    <a:pt x="116617" y="269871"/>
                  </a:lnTo>
                  <a:lnTo>
                    <a:pt x="116254" y="270141"/>
                  </a:lnTo>
                  <a:lnTo>
                    <a:pt x="116057" y="270335"/>
                  </a:lnTo>
                  <a:lnTo>
                    <a:pt x="115721" y="270601"/>
                  </a:lnTo>
                  <a:lnTo>
                    <a:pt x="115571" y="270639"/>
                  </a:lnTo>
                  <a:lnTo>
                    <a:pt x="114951" y="270897"/>
                  </a:lnTo>
                  <a:lnTo>
                    <a:pt x="114284" y="270726"/>
                  </a:lnTo>
                  <a:lnTo>
                    <a:pt x="114087" y="270837"/>
                  </a:lnTo>
                  <a:lnTo>
                    <a:pt x="113942" y="270982"/>
                  </a:lnTo>
                  <a:lnTo>
                    <a:pt x="113844" y="271141"/>
                  </a:lnTo>
                  <a:lnTo>
                    <a:pt x="113572" y="271519"/>
                  </a:lnTo>
                  <a:lnTo>
                    <a:pt x="112995" y="271927"/>
                  </a:lnTo>
                  <a:lnTo>
                    <a:pt x="112480" y="271930"/>
                  </a:lnTo>
                  <a:lnTo>
                    <a:pt x="112186" y="271119"/>
                  </a:lnTo>
                  <a:lnTo>
                    <a:pt x="112110" y="270979"/>
                  </a:lnTo>
                  <a:lnTo>
                    <a:pt x="111918" y="270762"/>
                  </a:lnTo>
                  <a:lnTo>
                    <a:pt x="111770" y="270681"/>
                  </a:lnTo>
                  <a:lnTo>
                    <a:pt x="110664" y="270445"/>
                  </a:lnTo>
                  <a:lnTo>
                    <a:pt x="109946" y="270277"/>
                  </a:lnTo>
                  <a:lnTo>
                    <a:pt x="109574" y="270328"/>
                  </a:lnTo>
                  <a:lnTo>
                    <a:pt x="108800" y="271211"/>
                  </a:lnTo>
                  <a:lnTo>
                    <a:pt x="107853" y="271415"/>
                  </a:lnTo>
                  <a:lnTo>
                    <a:pt x="107525" y="271456"/>
                  </a:lnTo>
                  <a:lnTo>
                    <a:pt x="107365" y="271407"/>
                  </a:lnTo>
                  <a:lnTo>
                    <a:pt x="107187" y="271419"/>
                  </a:lnTo>
                  <a:lnTo>
                    <a:pt x="106939" y="271462"/>
                  </a:lnTo>
                  <a:lnTo>
                    <a:pt x="106472" y="271729"/>
                  </a:lnTo>
                  <a:lnTo>
                    <a:pt x="106240" y="272818"/>
                  </a:lnTo>
                  <a:lnTo>
                    <a:pt x="105943" y="272914"/>
                  </a:lnTo>
                  <a:lnTo>
                    <a:pt x="105112" y="272751"/>
                  </a:lnTo>
                  <a:lnTo>
                    <a:pt x="104882" y="272863"/>
                  </a:lnTo>
                  <a:lnTo>
                    <a:pt x="104646" y="273051"/>
                  </a:lnTo>
                  <a:lnTo>
                    <a:pt x="104321" y="273318"/>
                  </a:lnTo>
                  <a:lnTo>
                    <a:pt x="103810" y="273685"/>
                  </a:lnTo>
                  <a:lnTo>
                    <a:pt x="103656" y="273831"/>
                  </a:lnTo>
                  <a:lnTo>
                    <a:pt x="103652" y="274099"/>
                  </a:lnTo>
                  <a:lnTo>
                    <a:pt x="103479" y="274313"/>
                  </a:lnTo>
                  <a:lnTo>
                    <a:pt x="103360" y="274536"/>
                  </a:lnTo>
                  <a:lnTo>
                    <a:pt x="103290" y="274734"/>
                  </a:lnTo>
                  <a:lnTo>
                    <a:pt x="102996" y="275245"/>
                  </a:lnTo>
                  <a:lnTo>
                    <a:pt x="103279" y="275561"/>
                  </a:lnTo>
                  <a:lnTo>
                    <a:pt x="104205" y="275473"/>
                  </a:lnTo>
                  <a:lnTo>
                    <a:pt x="104784" y="275881"/>
                  </a:lnTo>
                  <a:lnTo>
                    <a:pt x="104369" y="276590"/>
                  </a:lnTo>
                  <a:lnTo>
                    <a:pt x="104469" y="277079"/>
                  </a:lnTo>
                  <a:lnTo>
                    <a:pt x="104485" y="277270"/>
                  </a:lnTo>
                  <a:lnTo>
                    <a:pt x="104347" y="277933"/>
                  </a:lnTo>
                  <a:lnTo>
                    <a:pt x="104672" y="277931"/>
                  </a:lnTo>
                  <a:lnTo>
                    <a:pt x="105337" y="278622"/>
                  </a:lnTo>
                  <a:lnTo>
                    <a:pt x="106696" y="280197"/>
                  </a:lnTo>
                  <a:lnTo>
                    <a:pt x="106924" y="280615"/>
                  </a:lnTo>
                  <a:lnTo>
                    <a:pt x="107078" y="280763"/>
                  </a:lnTo>
                  <a:lnTo>
                    <a:pt x="107378" y="280806"/>
                  </a:lnTo>
                  <a:lnTo>
                    <a:pt x="107640" y="280795"/>
                  </a:lnTo>
                  <a:lnTo>
                    <a:pt x="107884" y="281137"/>
                  </a:lnTo>
                  <a:lnTo>
                    <a:pt x="107875" y="281370"/>
                  </a:lnTo>
                  <a:lnTo>
                    <a:pt x="107769" y="281439"/>
                  </a:lnTo>
                  <a:lnTo>
                    <a:pt x="107977" y="281570"/>
                  </a:lnTo>
                  <a:lnTo>
                    <a:pt x="108495" y="281571"/>
                  </a:lnTo>
                  <a:lnTo>
                    <a:pt x="108933" y="281645"/>
                  </a:lnTo>
                  <a:lnTo>
                    <a:pt x="109446" y="281670"/>
                  </a:lnTo>
                  <a:lnTo>
                    <a:pt x="109734" y="281639"/>
                  </a:lnTo>
                  <a:lnTo>
                    <a:pt x="110049" y="281810"/>
                  </a:lnTo>
                  <a:lnTo>
                    <a:pt x="110100" y="281945"/>
                  </a:lnTo>
                  <a:lnTo>
                    <a:pt x="110174" y="282193"/>
                  </a:lnTo>
                  <a:lnTo>
                    <a:pt x="110194" y="282517"/>
                  </a:lnTo>
                  <a:lnTo>
                    <a:pt x="110272" y="283020"/>
                  </a:lnTo>
                  <a:lnTo>
                    <a:pt x="110401" y="283282"/>
                  </a:lnTo>
                  <a:lnTo>
                    <a:pt x="110934" y="283656"/>
                  </a:lnTo>
                  <a:lnTo>
                    <a:pt x="110880" y="284033"/>
                  </a:lnTo>
                  <a:lnTo>
                    <a:pt x="110959" y="284163"/>
                  </a:lnTo>
                  <a:lnTo>
                    <a:pt x="111212" y="284633"/>
                  </a:lnTo>
                  <a:lnTo>
                    <a:pt x="111357" y="284989"/>
                  </a:lnTo>
                  <a:lnTo>
                    <a:pt x="111733" y="285526"/>
                  </a:lnTo>
                  <a:lnTo>
                    <a:pt x="111959" y="285769"/>
                  </a:lnTo>
                  <a:lnTo>
                    <a:pt x="111657" y="286071"/>
                  </a:lnTo>
                  <a:lnTo>
                    <a:pt x="110503" y="286158"/>
                  </a:lnTo>
                  <a:lnTo>
                    <a:pt x="110147" y="286388"/>
                  </a:lnTo>
                  <a:lnTo>
                    <a:pt x="109937" y="286601"/>
                  </a:lnTo>
                  <a:lnTo>
                    <a:pt x="109912" y="286751"/>
                  </a:lnTo>
                  <a:lnTo>
                    <a:pt x="109727" y="287062"/>
                  </a:lnTo>
                  <a:lnTo>
                    <a:pt x="109285" y="287038"/>
                  </a:lnTo>
                  <a:lnTo>
                    <a:pt x="109119" y="287235"/>
                  </a:lnTo>
                  <a:lnTo>
                    <a:pt x="108713" y="287905"/>
                  </a:lnTo>
                  <a:lnTo>
                    <a:pt x="108698" y="288055"/>
                  </a:lnTo>
                  <a:lnTo>
                    <a:pt x="108700" y="288394"/>
                  </a:lnTo>
                  <a:lnTo>
                    <a:pt x="108173" y="289159"/>
                  </a:lnTo>
                  <a:lnTo>
                    <a:pt x="107765" y="289084"/>
                  </a:lnTo>
                  <a:lnTo>
                    <a:pt x="107599" y="289046"/>
                  </a:lnTo>
                  <a:lnTo>
                    <a:pt x="107548" y="289401"/>
                  </a:lnTo>
                  <a:lnTo>
                    <a:pt x="107390" y="289743"/>
                  </a:lnTo>
                  <a:lnTo>
                    <a:pt x="107208" y="290084"/>
                  </a:lnTo>
                  <a:lnTo>
                    <a:pt x="107347" y="290259"/>
                  </a:lnTo>
                  <a:lnTo>
                    <a:pt x="107552" y="290579"/>
                  </a:lnTo>
                  <a:lnTo>
                    <a:pt x="107469" y="290833"/>
                  </a:lnTo>
                  <a:lnTo>
                    <a:pt x="107307" y="290872"/>
                  </a:lnTo>
                  <a:lnTo>
                    <a:pt x="106867" y="290874"/>
                  </a:lnTo>
                  <a:lnTo>
                    <a:pt x="106600" y="290745"/>
                  </a:lnTo>
                  <a:lnTo>
                    <a:pt x="106277" y="290617"/>
                  </a:lnTo>
                  <a:lnTo>
                    <a:pt x="106031" y="290604"/>
                  </a:lnTo>
                  <a:lnTo>
                    <a:pt x="105729" y="290603"/>
                  </a:lnTo>
                  <a:lnTo>
                    <a:pt x="105506" y="290354"/>
                  </a:lnTo>
                  <a:lnTo>
                    <a:pt x="105340" y="290186"/>
                  </a:lnTo>
                  <a:lnTo>
                    <a:pt x="105158" y="290009"/>
                  </a:lnTo>
                  <a:lnTo>
                    <a:pt x="104973" y="289683"/>
                  </a:lnTo>
                  <a:lnTo>
                    <a:pt x="104973" y="289489"/>
                  </a:lnTo>
                  <a:lnTo>
                    <a:pt x="104612" y="289528"/>
                  </a:lnTo>
                  <a:lnTo>
                    <a:pt x="104428" y="289598"/>
                  </a:lnTo>
                  <a:lnTo>
                    <a:pt x="104310" y="289864"/>
                  </a:lnTo>
                  <a:lnTo>
                    <a:pt x="103683" y="290230"/>
                  </a:lnTo>
                  <a:lnTo>
                    <a:pt x="103688" y="291033"/>
                  </a:lnTo>
                  <a:lnTo>
                    <a:pt x="103515" y="291285"/>
                  </a:lnTo>
                  <a:lnTo>
                    <a:pt x="103388" y="291384"/>
                  </a:lnTo>
                  <a:lnTo>
                    <a:pt x="102931" y="291650"/>
                  </a:lnTo>
                  <a:lnTo>
                    <a:pt x="102527" y="291663"/>
                  </a:lnTo>
                  <a:lnTo>
                    <a:pt x="102229" y="291474"/>
                  </a:lnTo>
                  <a:lnTo>
                    <a:pt x="101971" y="291427"/>
                  </a:lnTo>
                  <a:lnTo>
                    <a:pt x="101646" y="291559"/>
                  </a:lnTo>
                  <a:lnTo>
                    <a:pt x="101782" y="291702"/>
                  </a:lnTo>
                  <a:lnTo>
                    <a:pt x="101618" y="291725"/>
                  </a:lnTo>
                  <a:lnTo>
                    <a:pt x="101418" y="291639"/>
                  </a:lnTo>
                  <a:lnTo>
                    <a:pt x="101211" y="291537"/>
                  </a:lnTo>
                  <a:lnTo>
                    <a:pt x="100795" y="291578"/>
                  </a:lnTo>
                  <a:lnTo>
                    <a:pt x="100603" y="291629"/>
                  </a:lnTo>
                  <a:lnTo>
                    <a:pt x="100292" y="291647"/>
                  </a:lnTo>
                  <a:lnTo>
                    <a:pt x="99865" y="291560"/>
                  </a:lnTo>
                  <a:lnTo>
                    <a:pt x="99478" y="291769"/>
                  </a:lnTo>
                  <a:lnTo>
                    <a:pt x="99434" y="291957"/>
                  </a:lnTo>
                  <a:lnTo>
                    <a:pt x="99362" y="292237"/>
                  </a:lnTo>
                  <a:lnTo>
                    <a:pt x="99149" y="292238"/>
                  </a:lnTo>
                  <a:lnTo>
                    <a:pt x="98032" y="292051"/>
                  </a:lnTo>
                  <a:lnTo>
                    <a:pt x="97549" y="292244"/>
                  </a:lnTo>
                  <a:lnTo>
                    <a:pt x="97467" y="292576"/>
                  </a:lnTo>
                  <a:lnTo>
                    <a:pt x="97383" y="293094"/>
                  </a:lnTo>
                  <a:lnTo>
                    <a:pt x="97064" y="293138"/>
                  </a:lnTo>
                  <a:lnTo>
                    <a:pt x="96859" y="292956"/>
                  </a:lnTo>
                  <a:lnTo>
                    <a:pt x="96349" y="293022"/>
                  </a:lnTo>
                  <a:lnTo>
                    <a:pt x="96028" y="293710"/>
                  </a:lnTo>
                  <a:lnTo>
                    <a:pt x="95872" y="293852"/>
                  </a:lnTo>
                  <a:lnTo>
                    <a:pt x="95303" y="293911"/>
                  </a:lnTo>
                  <a:lnTo>
                    <a:pt x="94792" y="294124"/>
                  </a:lnTo>
                  <a:lnTo>
                    <a:pt x="94458" y="294390"/>
                  </a:lnTo>
                  <a:lnTo>
                    <a:pt x="94215" y="294694"/>
                  </a:lnTo>
                  <a:lnTo>
                    <a:pt x="94091" y="294873"/>
                  </a:lnTo>
                  <a:lnTo>
                    <a:pt x="93784" y="295063"/>
                  </a:lnTo>
                  <a:lnTo>
                    <a:pt x="93599" y="295193"/>
                  </a:lnTo>
                  <a:lnTo>
                    <a:pt x="93267" y="295593"/>
                  </a:lnTo>
                  <a:lnTo>
                    <a:pt x="93033" y="295760"/>
                  </a:lnTo>
                  <a:lnTo>
                    <a:pt x="92830" y="295858"/>
                  </a:lnTo>
                  <a:lnTo>
                    <a:pt x="92370" y="295914"/>
                  </a:lnTo>
                  <a:lnTo>
                    <a:pt x="92104" y="296271"/>
                  </a:lnTo>
                  <a:lnTo>
                    <a:pt x="91813" y="296614"/>
                  </a:lnTo>
                  <a:lnTo>
                    <a:pt x="91901" y="297265"/>
                  </a:lnTo>
                  <a:lnTo>
                    <a:pt x="91909" y="297401"/>
                  </a:lnTo>
                  <a:lnTo>
                    <a:pt x="91607" y="297608"/>
                  </a:lnTo>
                  <a:lnTo>
                    <a:pt x="91295" y="297834"/>
                  </a:lnTo>
                  <a:lnTo>
                    <a:pt x="91141" y="298079"/>
                  </a:lnTo>
                  <a:lnTo>
                    <a:pt x="91027" y="298291"/>
                  </a:lnTo>
                  <a:lnTo>
                    <a:pt x="91017" y="298797"/>
                  </a:lnTo>
                  <a:lnTo>
                    <a:pt x="90993" y="299046"/>
                  </a:lnTo>
                  <a:lnTo>
                    <a:pt x="91161" y="299534"/>
                  </a:lnTo>
                  <a:lnTo>
                    <a:pt x="91740" y="299448"/>
                  </a:lnTo>
                  <a:lnTo>
                    <a:pt x="91957" y="299577"/>
                  </a:lnTo>
                  <a:lnTo>
                    <a:pt x="92282" y="299797"/>
                  </a:lnTo>
                  <a:lnTo>
                    <a:pt x="92661" y="299969"/>
                  </a:lnTo>
                  <a:lnTo>
                    <a:pt x="92854" y="300019"/>
                  </a:lnTo>
                  <a:lnTo>
                    <a:pt x="93172" y="300168"/>
                  </a:lnTo>
                  <a:lnTo>
                    <a:pt x="93291" y="300434"/>
                  </a:lnTo>
                  <a:lnTo>
                    <a:pt x="93396" y="300657"/>
                  </a:lnTo>
                  <a:lnTo>
                    <a:pt x="93856" y="300914"/>
                  </a:lnTo>
                  <a:lnTo>
                    <a:pt x="94247" y="301246"/>
                  </a:lnTo>
                  <a:lnTo>
                    <a:pt x="94542" y="301477"/>
                  </a:lnTo>
                  <a:lnTo>
                    <a:pt x="94786" y="301743"/>
                  </a:lnTo>
                  <a:lnTo>
                    <a:pt x="94550" y="302017"/>
                  </a:lnTo>
                  <a:lnTo>
                    <a:pt x="94307" y="302248"/>
                  </a:lnTo>
                  <a:lnTo>
                    <a:pt x="94541" y="302554"/>
                  </a:lnTo>
                  <a:lnTo>
                    <a:pt x="94690" y="302633"/>
                  </a:lnTo>
                  <a:lnTo>
                    <a:pt x="94845" y="303066"/>
                  </a:lnTo>
                  <a:lnTo>
                    <a:pt x="94763" y="303193"/>
                  </a:lnTo>
                  <a:lnTo>
                    <a:pt x="94761" y="303501"/>
                  </a:lnTo>
                  <a:lnTo>
                    <a:pt x="94572" y="303875"/>
                  </a:lnTo>
                  <a:lnTo>
                    <a:pt x="94413" y="304245"/>
                  </a:lnTo>
                  <a:lnTo>
                    <a:pt x="94595" y="304426"/>
                  </a:lnTo>
                  <a:lnTo>
                    <a:pt x="95091" y="304757"/>
                  </a:lnTo>
                  <a:lnTo>
                    <a:pt x="95338" y="304796"/>
                  </a:lnTo>
                  <a:lnTo>
                    <a:pt x="95550" y="304888"/>
                  </a:lnTo>
                  <a:lnTo>
                    <a:pt x="95744" y="305072"/>
                  </a:lnTo>
                  <a:lnTo>
                    <a:pt x="96056" y="305231"/>
                  </a:lnTo>
                  <a:lnTo>
                    <a:pt x="96466" y="305704"/>
                  </a:lnTo>
                  <a:lnTo>
                    <a:pt x="96410" y="305878"/>
                  </a:lnTo>
                  <a:lnTo>
                    <a:pt x="95585" y="306265"/>
                  </a:lnTo>
                  <a:lnTo>
                    <a:pt x="95282" y="306422"/>
                  </a:lnTo>
                  <a:lnTo>
                    <a:pt x="94761" y="306515"/>
                  </a:lnTo>
                  <a:lnTo>
                    <a:pt x="93932" y="306546"/>
                  </a:lnTo>
                  <a:lnTo>
                    <a:pt x="93763" y="306404"/>
                  </a:lnTo>
                  <a:lnTo>
                    <a:pt x="93563" y="306250"/>
                  </a:lnTo>
                  <a:lnTo>
                    <a:pt x="92976" y="306419"/>
                  </a:lnTo>
                  <a:lnTo>
                    <a:pt x="92774" y="306562"/>
                  </a:lnTo>
                  <a:lnTo>
                    <a:pt x="92603" y="306673"/>
                  </a:lnTo>
                  <a:lnTo>
                    <a:pt x="91683" y="306735"/>
                  </a:lnTo>
                  <a:lnTo>
                    <a:pt x="91357" y="307669"/>
                  </a:lnTo>
                  <a:lnTo>
                    <a:pt x="91414" y="307916"/>
                  </a:lnTo>
                  <a:lnTo>
                    <a:pt x="91589" y="308198"/>
                  </a:lnTo>
                  <a:lnTo>
                    <a:pt x="91985" y="308355"/>
                  </a:lnTo>
                  <a:lnTo>
                    <a:pt x="92366" y="308560"/>
                  </a:lnTo>
                  <a:lnTo>
                    <a:pt x="92865" y="308599"/>
                  </a:lnTo>
                  <a:lnTo>
                    <a:pt x="93230" y="308613"/>
                  </a:lnTo>
                  <a:lnTo>
                    <a:pt x="93367" y="308639"/>
                  </a:lnTo>
                  <a:lnTo>
                    <a:pt x="93492" y="309223"/>
                  </a:lnTo>
                  <a:lnTo>
                    <a:pt x="93522" y="309544"/>
                  </a:lnTo>
                  <a:lnTo>
                    <a:pt x="93567" y="310290"/>
                  </a:lnTo>
                  <a:lnTo>
                    <a:pt x="93696" y="310487"/>
                  </a:lnTo>
                  <a:lnTo>
                    <a:pt x="93855" y="310605"/>
                  </a:lnTo>
                  <a:lnTo>
                    <a:pt x="93854" y="310908"/>
                  </a:lnTo>
                  <a:lnTo>
                    <a:pt x="93753" y="311057"/>
                  </a:lnTo>
                  <a:lnTo>
                    <a:pt x="93460" y="311274"/>
                  </a:lnTo>
                  <a:lnTo>
                    <a:pt x="93545" y="311858"/>
                  </a:lnTo>
                  <a:lnTo>
                    <a:pt x="93206" y="312090"/>
                  </a:lnTo>
                  <a:lnTo>
                    <a:pt x="93086" y="312325"/>
                  </a:lnTo>
                  <a:lnTo>
                    <a:pt x="93083" y="312617"/>
                  </a:lnTo>
                  <a:lnTo>
                    <a:pt x="93774" y="312530"/>
                  </a:lnTo>
                  <a:lnTo>
                    <a:pt x="94342" y="312892"/>
                  </a:lnTo>
                  <a:lnTo>
                    <a:pt x="94622" y="313043"/>
                  </a:lnTo>
                  <a:lnTo>
                    <a:pt x="94764" y="313084"/>
                  </a:lnTo>
                  <a:lnTo>
                    <a:pt x="94685" y="313397"/>
                  </a:lnTo>
                  <a:lnTo>
                    <a:pt x="94698" y="313554"/>
                  </a:lnTo>
                  <a:lnTo>
                    <a:pt x="94752" y="313863"/>
                  </a:lnTo>
                  <a:lnTo>
                    <a:pt x="94620" y="314060"/>
                  </a:lnTo>
                  <a:lnTo>
                    <a:pt x="94379" y="314378"/>
                  </a:lnTo>
                  <a:lnTo>
                    <a:pt x="94436" y="314808"/>
                  </a:lnTo>
                  <a:lnTo>
                    <a:pt x="94634" y="315069"/>
                  </a:lnTo>
                  <a:lnTo>
                    <a:pt x="94840" y="314882"/>
                  </a:lnTo>
                  <a:lnTo>
                    <a:pt x="95099" y="314540"/>
                  </a:lnTo>
                  <a:lnTo>
                    <a:pt x="95214" y="314250"/>
                  </a:lnTo>
                  <a:lnTo>
                    <a:pt x="95442" y="314099"/>
                  </a:lnTo>
                  <a:lnTo>
                    <a:pt x="95788" y="314101"/>
                  </a:lnTo>
                  <a:lnTo>
                    <a:pt x="96213" y="314485"/>
                  </a:lnTo>
                  <a:lnTo>
                    <a:pt x="96404" y="314672"/>
                  </a:lnTo>
                  <a:lnTo>
                    <a:pt x="96544" y="314898"/>
                  </a:lnTo>
                  <a:lnTo>
                    <a:pt x="96689" y="315205"/>
                  </a:lnTo>
                  <a:lnTo>
                    <a:pt x="97037" y="315295"/>
                  </a:lnTo>
                  <a:lnTo>
                    <a:pt x="97478" y="314967"/>
                  </a:lnTo>
                  <a:lnTo>
                    <a:pt x="97741" y="314853"/>
                  </a:lnTo>
                  <a:lnTo>
                    <a:pt x="98769" y="314858"/>
                  </a:lnTo>
                  <a:lnTo>
                    <a:pt x="99087" y="314912"/>
                  </a:lnTo>
                  <a:lnTo>
                    <a:pt x="99548" y="314889"/>
                  </a:lnTo>
                  <a:lnTo>
                    <a:pt x="99994" y="314829"/>
                  </a:lnTo>
                  <a:lnTo>
                    <a:pt x="100299" y="314591"/>
                  </a:lnTo>
                  <a:lnTo>
                    <a:pt x="100381" y="314414"/>
                  </a:lnTo>
                  <a:lnTo>
                    <a:pt x="100395" y="314225"/>
                  </a:lnTo>
                  <a:lnTo>
                    <a:pt x="100577" y="314437"/>
                  </a:lnTo>
                  <a:lnTo>
                    <a:pt x="100723" y="314537"/>
                  </a:lnTo>
                  <a:lnTo>
                    <a:pt x="101159" y="314792"/>
                  </a:lnTo>
                  <a:lnTo>
                    <a:pt x="101194" y="315150"/>
                  </a:lnTo>
                  <a:lnTo>
                    <a:pt x="101365" y="315689"/>
                  </a:lnTo>
                  <a:lnTo>
                    <a:pt x="101600" y="315859"/>
                  </a:lnTo>
                  <a:lnTo>
                    <a:pt x="101408" y="316139"/>
                  </a:lnTo>
                  <a:lnTo>
                    <a:pt x="101559" y="316442"/>
                  </a:lnTo>
                  <a:lnTo>
                    <a:pt x="101808" y="316442"/>
                  </a:lnTo>
                  <a:lnTo>
                    <a:pt x="102067" y="316487"/>
                  </a:lnTo>
                  <a:lnTo>
                    <a:pt x="102398" y="316820"/>
                  </a:lnTo>
                  <a:lnTo>
                    <a:pt x="102426" y="317128"/>
                  </a:lnTo>
                  <a:lnTo>
                    <a:pt x="102646" y="317182"/>
                  </a:lnTo>
                  <a:lnTo>
                    <a:pt x="102788" y="317131"/>
                  </a:lnTo>
                  <a:lnTo>
                    <a:pt x="103127" y="317266"/>
                  </a:lnTo>
                  <a:lnTo>
                    <a:pt x="103112" y="317455"/>
                  </a:lnTo>
                  <a:lnTo>
                    <a:pt x="103229" y="317628"/>
                  </a:lnTo>
                  <a:lnTo>
                    <a:pt x="103449" y="318255"/>
                  </a:lnTo>
                  <a:lnTo>
                    <a:pt x="103748" y="318618"/>
                  </a:lnTo>
                  <a:lnTo>
                    <a:pt x="104219" y="318522"/>
                  </a:lnTo>
                  <a:lnTo>
                    <a:pt x="105029" y="318769"/>
                  </a:lnTo>
                  <a:lnTo>
                    <a:pt x="105214" y="318749"/>
                  </a:lnTo>
                  <a:lnTo>
                    <a:pt x="105492" y="318760"/>
                  </a:lnTo>
                  <a:lnTo>
                    <a:pt x="105669" y="318714"/>
                  </a:lnTo>
                  <a:lnTo>
                    <a:pt x="106309" y="318798"/>
                  </a:lnTo>
                  <a:lnTo>
                    <a:pt x="106649" y="318804"/>
                  </a:lnTo>
                  <a:lnTo>
                    <a:pt x="106336" y="318595"/>
                  </a:lnTo>
                  <a:lnTo>
                    <a:pt x="106243" y="318403"/>
                  </a:lnTo>
                  <a:lnTo>
                    <a:pt x="106229" y="317860"/>
                  </a:lnTo>
                  <a:lnTo>
                    <a:pt x="106414" y="317781"/>
                  </a:lnTo>
                  <a:lnTo>
                    <a:pt x="106747" y="317401"/>
                  </a:lnTo>
                  <a:lnTo>
                    <a:pt x="107078" y="317389"/>
                  </a:lnTo>
                  <a:lnTo>
                    <a:pt x="107260" y="317317"/>
                  </a:lnTo>
                  <a:lnTo>
                    <a:pt x="107319" y="317009"/>
                  </a:lnTo>
                  <a:lnTo>
                    <a:pt x="107878" y="317085"/>
                  </a:lnTo>
                  <a:lnTo>
                    <a:pt x="108046" y="317174"/>
                  </a:lnTo>
                  <a:lnTo>
                    <a:pt x="108277" y="317186"/>
                  </a:lnTo>
                  <a:lnTo>
                    <a:pt x="108479" y="317096"/>
                  </a:lnTo>
                  <a:lnTo>
                    <a:pt x="108688" y="317103"/>
                  </a:lnTo>
                  <a:lnTo>
                    <a:pt x="108865" y="316987"/>
                  </a:lnTo>
                  <a:lnTo>
                    <a:pt x="109079" y="316748"/>
                  </a:lnTo>
                  <a:lnTo>
                    <a:pt x="109152" y="316162"/>
                  </a:lnTo>
                  <a:lnTo>
                    <a:pt x="109801" y="315961"/>
                  </a:lnTo>
                  <a:lnTo>
                    <a:pt x="109866" y="315783"/>
                  </a:lnTo>
                  <a:lnTo>
                    <a:pt x="109929" y="315567"/>
                  </a:lnTo>
                  <a:lnTo>
                    <a:pt x="109684" y="315530"/>
                  </a:lnTo>
                  <a:lnTo>
                    <a:pt x="109609" y="315267"/>
                  </a:lnTo>
                  <a:lnTo>
                    <a:pt x="110084" y="314909"/>
                  </a:lnTo>
                  <a:lnTo>
                    <a:pt x="110513" y="315121"/>
                  </a:lnTo>
                  <a:lnTo>
                    <a:pt x="110696" y="315627"/>
                  </a:lnTo>
                  <a:lnTo>
                    <a:pt x="110811" y="315818"/>
                  </a:lnTo>
                  <a:lnTo>
                    <a:pt x="111012" y="315822"/>
                  </a:lnTo>
                  <a:lnTo>
                    <a:pt x="111243" y="316002"/>
                  </a:lnTo>
                  <a:lnTo>
                    <a:pt x="111233" y="316178"/>
                  </a:lnTo>
                  <a:lnTo>
                    <a:pt x="111291" y="316305"/>
                  </a:lnTo>
                  <a:lnTo>
                    <a:pt x="111643" y="316548"/>
                  </a:lnTo>
                  <a:lnTo>
                    <a:pt x="112221" y="316112"/>
                  </a:lnTo>
                  <a:lnTo>
                    <a:pt x="112290" y="315848"/>
                  </a:lnTo>
                  <a:lnTo>
                    <a:pt x="112317" y="315232"/>
                  </a:lnTo>
                  <a:lnTo>
                    <a:pt x="112395" y="315088"/>
                  </a:lnTo>
                  <a:lnTo>
                    <a:pt x="112547" y="315093"/>
                  </a:lnTo>
                  <a:lnTo>
                    <a:pt x="112872" y="315428"/>
                  </a:lnTo>
                  <a:lnTo>
                    <a:pt x="112944" y="315558"/>
                  </a:lnTo>
                  <a:lnTo>
                    <a:pt x="113082" y="315573"/>
                  </a:lnTo>
                  <a:lnTo>
                    <a:pt x="113043" y="315711"/>
                  </a:lnTo>
                  <a:lnTo>
                    <a:pt x="113020" y="315842"/>
                  </a:lnTo>
                  <a:lnTo>
                    <a:pt x="113826" y="315358"/>
                  </a:lnTo>
                  <a:lnTo>
                    <a:pt x="113960" y="315419"/>
                  </a:lnTo>
                  <a:lnTo>
                    <a:pt x="114217" y="315479"/>
                  </a:lnTo>
                  <a:lnTo>
                    <a:pt x="114150" y="315906"/>
                  </a:lnTo>
                  <a:lnTo>
                    <a:pt x="114592" y="316083"/>
                  </a:lnTo>
                  <a:lnTo>
                    <a:pt x="115500" y="316029"/>
                  </a:lnTo>
                  <a:lnTo>
                    <a:pt x="116278" y="315981"/>
                  </a:lnTo>
                  <a:lnTo>
                    <a:pt x="116841" y="315946"/>
                  </a:lnTo>
                  <a:lnTo>
                    <a:pt x="117112" y="315726"/>
                  </a:lnTo>
                  <a:lnTo>
                    <a:pt x="117291" y="315903"/>
                  </a:lnTo>
                  <a:lnTo>
                    <a:pt x="117303" y="316119"/>
                  </a:lnTo>
                  <a:lnTo>
                    <a:pt x="117537" y="316137"/>
                  </a:lnTo>
                  <a:lnTo>
                    <a:pt x="117875" y="316003"/>
                  </a:lnTo>
                  <a:lnTo>
                    <a:pt x="117879" y="316136"/>
                  </a:lnTo>
                  <a:lnTo>
                    <a:pt x="118335" y="316219"/>
                  </a:lnTo>
                  <a:lnTo>
                    <a:pt x="118535" y="316208"/>
                  </a:lnTo>
                  <a:lnTo>
                    <a:pt x="118756" y="316081"/>
                  </a:lnTo>
                  <a:lnTo>
                    <a:pt x="118866" y="315928"/>
                  </a:lnTo>
                  <a:lnTo>
                    <a:pt x="118967" y="316024"/>
                  </a:lnTo>
                  <a:lnTo>
                    <a:pt x="119054" y="315697"/>
                  </a:lnTo>
                  <a:lnTo>
                    <a:pt x="119183" y="315560"/>
                  </a:lnTo>
                  <a:lnTo>
                    <a:pt x="119396" y="315583"/>
                  </a:lnTo>
                  <a:lnTo>
                    <a:pt x="119583" y="315564"/>
                  </a:lnTo>
                  <a:lnTo>
                    <a:pt x="120023" y="315280"/>
                  </a:lnTo>
                  <a:lnTo>
                    <a:pt x="120321" y="315240"/>
                  </a:lnTo>
                  <a:lnTo>
                    <a:pt x="120546" y="315331"/>
                  </a:lnTo>
                  <a:lnTo>
                    <a:pt x="121073" y="315331"/>
                  </a:lnTo>
                  <a:lnTo>
                    <a:pt x="121088" y="315562"/>
                  </a:lnTo>
                  <a:lnTo>
                    <a:pt x="121741" y="315780"/>
                  </a:lnTo>
                  <a:lnTo>
                    <a:pt x="121809" y="315959"/>
                  </a:lnTo>
                  <a:lnTo>
                    <a:pt x="122021" y="316362"/>
                  </a:lnTo>
                  <a:lnTo>
                    <a:pt x="122259" y="316400"/>
                  </a:lnTo>
                  <a:lnTo>
                    <a:pt x="122488" y="316412"/>
                  </a:lnTo>
                  <a:lnTo>
                    <a:pt x="122559" y="316899"/>
                  </a:lnTo>
                  <a:lnTo>
                    <a:pt x="122724" y="317972"/>
                  </a:lnTo>
                  <a:lnTo>
                    <a:pt x="122703" y="318556"/>
                  </a:lnTo>
                  <a:lnTo>
                    <a:pt x="123193" y="319214"/>
                  </a:lnTo>
                  <a:lnTo>
                    <a:pt x="123580" y="319397"/>
                  </a:lnTo>
                  <a:lnTo>
                    <a:pt x="123977" y="319566"/>
                  </a:lnTo>
                  <a:lnTo>
                    <a:pt x="124501" y="319563"/>
                  </a:lnTo>
                  <a:lnTo>
                    <a:pt x="124983" y="319683"/>
                  </a:lnTo>
                  <a:lnTo>
                    <a:pt x="125352" y="320247"/>
                  </a:lnTo>
                  <a:lnTo>
                    <a:pt x="125508" y="320478"/>
                  </a:lnTo>
                  <a:lnTo>
                    <a:pt x="125575" y="320639"/>
                  </a:lnTo>
                  <a:lnTo>
                    <a:pt x="125864" y="320963"/>
                  </a:lnTo>
                  <a:lnTo>
                    <a:pt x="126089" y="321153"/>
                  </a:lnTo>
                  <a:lnTo>
                    <a:pt x="126505" y="321175"/>
                  </a:lnTo>
                  <a:lnTo>
                    <a:pt x="126748" y="321171"/>
                  </a:lnTo>
                  <a:lnTo>
                    <a:pt x="127202" y="321268"/>
                  </a:lnTo>
                  <a:lnTo>
                    <a:pt x="127382" y="321342"/>
                  </a:lnTo>
                  <a:lnTo>
                    <a:pt x="127850" y="321323"/>
                  </a:lnTo>
                  <a:lnTo>
                    <a:pt x="127995" y="321355"/>
                  </a:lnTo>
                  <a:lnTo>
                    <a:pt x="128170" y="321368"/>
                  </a:lnTo>
                  <a:lnTo>
                    <a:pt x="128934" y="321393"/>
                  </a:lnTo>
                  <a:lnTo>
                    <a:pt x="129381" y="321489"/>
                  </a:lnTo>
                  <a:lnTo>
                    <a:pt x="129836" y="321652"/>
                  </a:lnTo>
                  <a:lnTo>
                    <a:pt x="130184" y="321581"/>
                  </a:lnTo>
                  <a:lnTo>
                    <a:pt x="130342" y="321561"/>
                  </a:lnTo>
                  <a:lnTo>
                    <a:pt x="130625" y="320950"/>
                  </a:lnTo>
                  <a:lnTo>
                    <a:pt x="130527" y="320495"/>
                  </a:lnTo>
                  <a:lnTo>
                    <a:pt x="130444" y="320132"/>
                  </a:lnTo>
                  <a:lnTo>
                    <a:pt x="130335" y="320005"/>
                  </a:lnTo>
                  <a:lnTo>
                    <a:pt x="129927" y="320182"/>
                  </a:lnTo>
                  <a:lnTo>
                    <a:pt x="129774" y="320008"/>
                  </a:lnTo>
                  <a:lnTo>
                    <a:pt x="129644" y="319758"/>
                  </a:lnTo>
                  <a:lnTo>
                    <a:pt x="129491" y="319909"/>
                  </a:lnTo>
                  <a:lnTo>
                    <a:pt x="129492" y="319276"/>
                  </a:lnTo>
                  <a:lnTo>
                    <a:pt x="129316" y="318956"/>
                  </a:lnTo>
                  <a:lnTo>
                    <a:pt x="129161" y="318876"/>
                  </a:lnTo>
                  <a:lnTo>
                    <a:pt x="128951" y="318775"/>
                  </a:lnTo>
                  <a:lnTo>
                    <a:pt x="128812" y="318624"/>
                  </a:lnTo>
                  <a:lnTo>
                    <a:pt x="128750" y="318308"/>
                  </a:lnTo>
                  <a:lnTo>
                    <a:pt x="128732" y="318049"/>
                  </a:lnTo>
                  <a:lnTo>
                    <a:pt x="128912" y="318108"/>
                  </a:lnTo>
                  <a:lnTo>
                    <a:pt x="129116" y="318138"/>
                  </a:lnTo>
                  <a:lnTo>
                    <a:pt x="129271" y="318138"/>
                  </a:lnTo>
                  <a:lnTo>
                    <a:pt x="129457" y="318118"/>
                  </a:lnTo>
                  <a:lnTo>
                    <a:pt x="129543" y="318285"/>
                  </a:lnTo>
                  <a:lnTo>
                    <a:pt x="129540" y="318662"/>
                  </a:lnTo>
                  <a:lnTo>
                    <a:pt x="129679" y="318801"/>
                  </a:lnTo>
                  <a:lnTo>
                    <a:pt x="129988" y="318882"/>
                  </a:lnTo>
                  <a:lnTo>
                    <a:pt x="130322" y="318793"/>
                  </a:lnTo>
                  <a:lnTo>
                    <a:pt x="130185" y="318508"/>
                  </a:lnTo>
                  <a:lnTo>
                    <a:pt x="130288" y="318040"/>
                  </a:lnTo>
                  <a:lnTo>
                    <a:pt x="130451" y="318054"/>
                  </a:lnTo>
                  <a:lnTo>
                    <a:pt x="130703" y="318071"/>
                  </a:lnTo>
                  <a:lnTo>
                    <a:pt x="130964" y="318047"/>
                  </a:lnTo>
                  <a:lnTo>
                    <a:pt x="131125" y="317839"/>
                  </a:lnTo>
                  <a:lnTo>
                    <a:pt x="131289" y="317718"/>
                  </a:lnTo>
                  <a:lnTo>
                    <a:pt x="131634" y="317635"/>
                  </a:lnTo>
                  <a:lnTo>
                    <a:pt x="131645" y="317330"/>
                  </a:lnTo>
                  <a:lnTo>
                    <a:pt x="131456" y="317052"/>
                  </a:lnTo>
                  <a:lnTo>
                    <a:pt x="131459" y="316894"/>
                  </a:lnTo>
                  <a:lnTo>
                    <a:pt x="131952" y="316922"/>
                  </a:lnTo>
                  <a:lnTo>
                    <a:pt x="132133" y="317006"/>
                  </a:lnTo>
                  <a:lnTo>
                    <a:pt x="132321" y="316999"/>
                  </a:lnTo>
                  <a:lnTo>
                    <a:pt x="132788" y="316751"/>
                  </a:lnTo>
                  <a:lnTo>
                    <a:pt x="132837" y="316575"/>
                  </a:lnTo>
                  <a:lnTo>
                    <a:pt x="132953" y="316422"/>
                  </a:lnTo>
                  <a:lnTo>
                    <a:pt x="133177" y="316311"/>
                  </a:lnTo>
                  <a:lnTo>
                    <a:pt x="133204" y="316173"/>
                  </a:lnTo>
                  <a:lnTo>
                    <a:pt x="133361" y="316055"/>
                  </a:lnTo>
                  <a:lnTo>
                    <a:pt x="133286" y="315838"/>
                  </a:lnTo>
                  <a:lnTo>
                    <a:pt x="133321" y="315621"/>
                  </a:lnTo>
                  <a:lnTo>
                    <a:pt x="133353" y="315437"/>
                  </a:lnTo>
                  <a:lnTo>
                    <a:pt x="133320" y="315265"/>
                  </a:lnTo>
                  <a:lnTo>
                    <a:pt x="133391" y="315130"/>
                  </a:lnTo>
                  <a:lnTo>
                    <a:pt x="133704" y="314968"/>
                  </a:lnTo>
                  <a:lnTo>
                    <a:pt x="133887" y="315066"/>
                  </a:lnTo>
                  <a:lnTo>
                    <a:pt x="134140" y="314962"/>
                  </a:lnTo>
                  <a:lnTo>
                    <a:pt x="134122" y="314831"/>
                  </a:lnTo>
                  <a:lnTo>
                    <a:pt x="134269" y="315017"/>
                  </a:lnTo>
                  <a:lnTo>
                    <a:pt x="134422" y="314997"/>
                  </a:lnTo>
                  <a:lnTo>
                    <a:pt x="134679" y="314851"/>
                  </a:lnTo>
                  <a:lnTo>
                    <a:pt x="134955" y="314673"/>
                  </a:lnTo>
                  <a:lnTo>
                    <a:pt x="135217" y="313942"/>
                  </a:lnTo>
                  <a:lnTo>
                    <a:pt x="135563" y="313851"/>
                  </a:lnTo>
                  <a:lnTo>
                    <a:pt x="135713" y="313827"/>
                  </a:lnTo>
                  <a:lnTo>
                    <a:pt x="136497" y="313749"/>
                  </a:lnTo>
                  <a:lnTo>
                    <a:pt x="136674" y="313863"/>
                  </a:lnTo>
                  <a:lnTo>
                    <a:pt x="136759" y="314001"/>
                  </a:lnTo>
                  <a:lnTo>
                    <a:pt x="137015" y="314512"/>
                  </a:lnTo>
                  <a:lnTo>
                    <a:pt x="137155" y="314758"/>
                  </a:lnTo>
                  <a:lnTo>
                    <a:pt x="137457" y="314851"/>
                  </a:lnTo>
                  <a:lnTo>
                    <a:pt x="137843" y="314616"/>
                  </a:lnTo>
                  <a:lnTo>
                    <a:pt x="137986" y="314673"/>
                  </a:lnTo>
                  <a:lnTo>
                    <a:pt x="138158" y="314871"/>
                  </a:lnTo>
                  <a:lnTo>
                    <a:pt x="138587" y="314682"/>
                  </a:lnTo>
                  <a:lnTo>
                    <a:pt x="138857" y="314591"/>
                  </a:lnTo>
                  <a:lnTo>
                    <a:pt x="139078" y="314692"/>
                  </a:lnTo>
                  <a:lnTo>
                    <a:pt x="139249" y="314733"/>
                  </a:lnTo>
                  <a:lnTo>
                    <a:pt x="139504" y="314793"/>
                  </a:lnTo>
                  <a:lnTo>
                    <a:pt x="139864" y="314855"/>
                  </a:lnTo>
                  <a:lnTo>
                    <a:pt x="140018" y="314867"/>
                  </a:lnTo>
                  <a:lnTo>
                    <a:pt x="140428" y="315363"/>
                  </a:lnTo>
                  <a:lnTo>
                    <a:pt x="140612" y="315345"/>
                  </a:lnTo>
                  <a:lnTo>
                    <a:pt x="140831" y="315258"/>
                  </a:lnTo>
                  <a:lnTo>
                    <a:pt x="141257" y="315143"/>
                  </a:lnTo>
                  <a:lnTo>
                    <a:pt x="141229" y="314935"/>
                  </a:lnTo>
                  <a:lnTo>
                    <a:pt x="140887" y="314682"/>
                  </a:lnTo>
                  <a:lnTo>
                    <a:pt x="140337" y="314389"/>
                  </a:lnTo>
                  <a:lnTo>
                    <a:pt x="140256" y="314069"/>
                  </a:lnTo>
                  <a:lnTo>
                    <a:pt x="140270" y="313911"/>
                  </a:lnTo>
                  <a:lnTo>
                    <a:pt x="140446" y="314005"/>
                  </a:lnTo>
                  <a:lnTo>
                    <a:pt x="140642" y="314037"/>
                  </a:lnTo>
                  <a:lnTo>
                    <a:pt x="141294" y="313837"/>
                  </a:lnTo>
                  <a:lnTo>
                    <a:pt x="141501" y="314085"/>
                  </a:lnTo>
                  <a:lnTo>
                    <a:pt x="141948" y="314000"/>
                  </a:lnTo>
                  <a:lnTo>
                    <a:pt x="142147" y="314009"/>
                  </a:lnTo>
                  <a:lnTo>
                    <a:pt x="142436" y="314121"/>
                  </a:lnTo>
                  <a:lnTo>
                    <a:pt x="142744" y="314370"/>
                  </a:lnTo>
                  <a:lnTo>
                    <a:pt x="143078" y="314607"/>
                  </a:lnTo>
                  <a:lnTo>
                    <a:pt x="143103" y="314875"/>
                  </a:lnTo>
                  <a:lnTo>
                    <a:pt x="143492" y="315125"/>
                  </a:lnTo>
                  <a:lnTo>
                    <a:pt x="143707" y="314993"/>
                  </a:lnTo>
                  <a:lnTo>
                    <a:pt x="143733" y="314732"/>
                  </a:lnTo>
                  <a:lnTo>
                    <a:pt x="143686" y="314377"/>
                  </a:lnTo>
                  <a:lnTo>
                    <a:pt x="144651" y="314366"/>
                  </a:lnTo>
                  <a:lnTo>
                    <a:pt x="144692" y="314595"/>
                  </a:lnTo>
                  <a:lnTo>
                    <a:pt x="144590" y="314823"/>
                  </a:lnTo>
                  <a:lnTo>
                    <a:pt x="144388" y="314819"/>
                  </a:lnTo>
                  <a:lnTo>
                    <a:pt x="144437" y="314463"/>
                  </a:lnTo>
                  <a:lnTo>
                    <a:pt x="144296" y="314520"/>
                  </a:lnTo>
                  <a:lnTo>
                    <a:pt x="144285" y="314702"/>
                  </a:lnTo>
                  <a:lnTo>
                    <a:pt x="144245" y="314930"/>
                  </a:lnTo>
                  <a:lnTo>
                    <a:pt x="144025" y="315230"/>
                  </a:lnTo>
                  <a:lnTo>
                    <a:pt x="144147" y="315457"/>
                  </a:lnTo>
                  <a:lnTo>
                    <a:pt x="144271" y="315584"/>
                  </a:lnTo>
                  <a:lnTo>
                    <a:pt x="144521" y="315843"/>
                  </a:lnTo>
                  <a:lnTo>
                    <a:pt x="144063" y="316203"/>
                  </a:lnTo>
                  <a:lnTo>
                    <a:pt x="143749" y="316600"/>
                  </a:lnTo>
                  <a:lnTo>
                    <a:pt x="143589" y="317085"/>
                  </a:lnTo>
                  <a:lnTo>
                    <a:pt x="143889" y="317208"/>
                  </a:lnTo>
                  <a:lnTo>
                    <a:pt x="144149" y="317615"/>
                  </a:lnTo>
                  <a:lnTo>
                    <a:pt x="144297" y="317939"/>
                  </a:lnTo>
                  <a:lnTo>
                    <a:pt x="144782" y="317772"/>
                  </a:lnTo>
                  <a:lnTo>
                    <a:pt x="144975" y="318086"/>
                  </a:lnTo>
                  <a:lnTo>
                    <a:pt x="145005" y="318273"/>
                  </a:lnTo>
                  <a:lnTo>
                    <a:pt x="145038" y="318456"/>
                  </a:lnTo>
                  <a:lnTo>
                    <a:pt x="144992" y="318687"/>
                  </a:lnTo>
                  <a:lnTo>
                    <a:pt x="144811" y="318707"/>
                  </a:lnTo>
                  <a:lnTo>
                    <a:pt x="144612" y="318766"/>
                  </a:lnTo>
                  <a:lnTo>
                    <a:pt x="144678" y="319245"/>
                  </a:lnTo>
                  <a:lnTo>
                    <a:pt x="144898" y="319811"/>
                  </a:lnTo>
                  <a:lnTo>
                    <a:pt x="144867" y="320066"/>
                  </a:lnTo>
                  <a:lnTo>
                    <a:pt x="144502" y="320177"/>
                  </a:lnTo>
                  <a:lnTo>
                    <a:pt x="144172" y="320244"/>
                  </a:lnTo>
                  <a:lnTo>
                    <a:pt x="144019" y="320304"/>
                  </a:lnTo>
                  <a:lnTo>
                    <a:pt x="143807" y="320375"/>
                  </a:lnTo>
                  <a:lnTo>
                    <a:pt x="143688" y="320737"/>
                  </a:lnTo>
                  <a:lnTo>
                    <a:pt x="143997" y="321084"/>
                  </a:lnTo>
                  <a:lnTo>
                    <a:pt x="143903" y="321321"/>
                  </a:lnTo>
                  <a:lnTo>
                    <a:pt x="143846" y="321416"/>
                  </a:lnTo>
                  <a:lnTo>
                    <a:pt x="144238" y="321517"/>
                  </a:lnTo>
                  <a:lnTo>
                    <a:pt x="144683" y="321328"/>
                  </a:lnTo>
                  <a:lnTo>
                    <a:pt x="145123" y="321713"/>
                  </a:lnTo>
                  <a:lnTo>
                    <a:pt x="145327" y="322037"/>
                  </a:lnTo>
                  <a:lnTo>
                    <a:pt x="145711" y="321914"/>
                  </a:lnTo>
                  <a:lnTo>
                    <a:pt x="145895" y="321781"/>
                  </a:lnTo>
                  <a:lnTo>
                    <a:pt x="146022" y="321744"/>
                  </a:lnTo>
                  <a:lnTo>
                    <a:pt x="146717" y="321882"/>
                  </a:lnTo>
                  <a:lnTo>
                    <a:pt x="147002" y="322080"/>
                  </a:lnTo>
                  <a:lnTo>
                    <a:pt x="146698" y="322336"/>
                  </a:lnTo>
                  <a:lnTo>
                    <a:pt x="146545" y="322426"/>
                  </a:lnTo>
                  <a:lnTo>
                    <a:pt x="146295" y="322654"/>
                  </a:lnTo>
                  <a:lnTo>
                    <a:pt x="146081" y="322987"/>
                  </a:lnTo>
                  <a:lnTo>
                    <a:pt x="145653" y="322993"/>
                  </a:lnTo>
                  <a:lnTo>
                    <a:pt x="145390" y="323475"/>
                  </a:lnTo>
                  <a:lnTo>
                    <a:pt x="145430" y="323724"/>
                  </a:lnTo>
                  <a:lnTo>
                    <a:pt x="145538" y="323983"/>
                  </a:lnTo>
                  <a:lnTo>
                    <a:pt x="145667" y="324508"/>
                  </a:lnTo>
                  <a:lnTo>
                    <a:pt x="145525" y="324727"/>
                  </a:lnTo>
                  <a:lnTo>
                    <a:pt x="145360" y="324740"/>
                  </a:lnTo>
                  <a:lnTo>
                    <a:pt x="144936" y="324740"/>
                  </a:lnTo>
                  <a:lnTo>
                    <a:pt x="144796" y="324870"/>
                  </a:lnTo>
                  <a:lnTo>
                    <a:pt x="144868" y="325054"/>
                  </a:lnTo>
                  <a:lnTo>
                    <a:pt x="145497" y="325170"/>
                  </a:lnTo>
                  <a:lnTo>
                    <a:pt x="145307" y="325339"/>
                  </a:lnTo>
                  <a:lnTo>
                    <a:pt x="145178" y="325371"/>
                  </a:lnTo>
                  <a:lnTo>
                    <a:pt x="145040" y="325626"/>
                  </a:lnTo>
                  <a:lnTo>
                    <a:pt x="145105" y="325880"/>
                  </a:lnTo>
                  <a:lnTo>
                    <a:pt x="145196" y="326250"/>
                  </a:lnTo>
                  <a:lnTo>
                    <a:pt x="145508" y="326237"/>
                  </a:lnTo>
                  <a:lnTo>
                    <a:pt x="145721" y="326183"/>
                  </a:lnTo>
                  <a:lnTo>
                    <a:pt x="146018" y="326187"/>
                  </a:lnTo>
                  <a:lnTo>
                    <a:pt x="146374" y="325740"/>
                  </a:lnTo>
                  <a:lnTo>
                    <a:pt x="146375" y="325502"/>
                  </a:lnTo>
                  <a:lnTo>
                    <a:pt x="146807" y="325453"/>
                  </a:lnTo>
                  <a:lnTo>
                    <a:pt x="146964" y="325520"/>
                  </a:lnTo>
                  <a:lnTo>
                    <a:pt x="146851" y="325729"/>
                  </a:lnTo>
                  <a:lnTo>
                    <a:pt x="146815" y="325916"/>
                  </a:lnTo>
                  <a:lnTo>
                    <a:pt x="146871" y="326165"/>
                  </a:lnTo>
                  <a:lnTo>
                    <a:pt x="147118" y="326219"/>
                  </a:lnTo>
                  <a:lnTo>
                    <a:pt x="147408" y="326465"/>
                  </a:lnTo>
                  <a:lnTo>
                    <a:pt x="147479" y="326686"/>
                  </a:lnTo>
                  <a:lnTo>
                    <a:pt x="147533" y="326976"/>
                  </a:lnTo>
                  <a:lnTo>
                    <a:pt x="147471" y="327283"/>
                  </a:lnTo>
                  <a:lnTo>
                    <a:pt x="147427" y="327502"/>
                  </a:lnTo>
                  <a:lnTo>
                    <a:pt x="146813" y="328150"/>
                  </a:lnTo>
                  <a:lnTo>
                    <a:pt x="146898" y="328446"/>
                  </a:lnTo>
                  <a:lnTo>
                    <a:pt x="146985" y="328986"/>
                  </a:lnTo>
                  <a:lnTo>
                    <a:pt x="147021" y="329269"/>
                  </a:lnTo>
                  <a:lnTo>
                    <a:pt x="146838" y="329315"/>
                  </a:lnTo>
                  <a:lnTo>
                    <a:pt x="146989" y="329641"/>
                  </a:lnTo>
                  <a:lnTo>
                    <a:pt x="147055" y="329779"/>
                  </a:lnTo>
                  <a:lnTo>
                    <a:pt x="146992" y="329989"/>
                  </a:lnTo>
                  <a:lnTo>
                    <a:pt x="147007" y="330378"/>
                  </a:lnTo>
                  <a:lnTo>
                    <a:pt x="147048" y="330553"/>
                  </a:lnTo>
                  <a:lnTo>
                    <a:pt x="147175" y="330604"/>
                  </a:lnTo>
                  <a:lnTo>
                    <a:pt x="147353" y="330562"/>
                  </a:lnTo>
                  <a:lnTo>
                    <a:pt x="147396" y="330764"/>
                  </a:lnTo>
                  <a:lnTo>
                    <a:pt x="147393" y="330912"/>
                  </a:lnTo>
                  <a:lnTo>
                    <a:pt x="147627" y="330983"/>
                  </a:lnTo>
                  <a:lnTo>
                    <a:pt x="147658" y="331161"/>
                  </a:lnTo>
                  <a:lnTo>
                    <a:pt x="147651" y="331299"/>
                  </a:lnTo>
                  <a:lnTo>
                    <a:pt x="147471" y="331280"/>
                  </a:lnTo>
                  <a:lnTo>
                    <a:pt x="147301" y="331196"/>
                  </a:lnTo>
                  <a:lnTo>
                    <a:pt x="146957" y="331025"/>
                  </a:lnTo>
                  <a:lnTo>
                    <a:pt x="146982" y="331271"/>
                  </a:lnTo>
                  <a:lnTo>
                    <a:pt x="146844" y="331575"/>
                  </a:lnTo>
                  <a:lnTo>
                    <a:pt x="146387" y="331634"/>
                  </a:lnTo>
                  <a:lnTo>
                    <a:pt x="146231" y="331668"/>
                  </a:lnTo>
                  <a:lnTo>
                    <a:pt x="146486" y="332293"/>
                  </a:lnTo>
                  <a:lnTo>
                    <a:pt x="146512" y="332710"/>
                  </a:lnTo>
                  <a:lnTo>
                    <a:pt x="146537" y="332971"/>
                  </a:lnTo>
                  <a:lnTo>
                    <a:pt x="146557" y="333154"/>
                  </a:lnTo>
                  <a:lnTo>
                    <a:pt x="146517" y="333437"/>
                  </a:lnTo>
                  <a:lnTo>
                    <a:pt x="146592" y="333579"/>
                  </a:lnTo>
                  <a:lnTo>
                    <a:pt x="146637" y="333863"/>
                  </a:lnTo>
                  <a:lnTo>
                    <a:pt x="146634" y="334000"/>
                  </a:lnTo>
                  <a:lnTo>
                    <a:pt x="146763" y="334357"/>
                  </a:lnTo>
                  <a:lnTo>
                    <a:pt x="147243" y="334334"/>
                  </a:lnTo>
                  <a:lnTo>
                    <a:pt x="147714" y="334321"/>
                  </a:lnTo>
                  <a:lnTo>
                    <a:pt x="148122" y="334442"/>
                  </a:lnTo>
                  <a:lnTo>
                    <a:pt x="148388" y="334545"/>
                  </a:lnTo>
                  <a:lnTo>
                    <a:pt x="148439" y="334679"/>
                  </a:lnTo>
                  <a:lnTo>
                    <a:pt x="148679" y="335117"/>
                  </a:lnTo>
                  <a:lnTo>
                    <a:pt x="148730" y="335284"/>
                  </a:lnTo>
                  <a:lnTo>
                    <a:pt x="148780" y="335451"/>
                  </a:lnTo>
                  <a:lnTo>
                    <a:pt x="148707" y="335850"/>
                  </a:lnTo>
                  <a:lnTo>
                    <a:pt x="148809" y="336010"/>
                  </a:lnTo>
                  <a:lnTo>
                    <a:pt x="148684" y="336322"/>
                  </a:lnTo>
                  <a:lnTo>
                    <a:pt x="148365" y="336244"/>
                  </a:lnTo>
                  <a:lnTo>
                    <a:pt x="148332" y="336433"/>
                  </a:lnTo>
                  <a:lnTo>
                    <a:pt x="148170" y="336579"/>
                  </a:lnTo>
                  <a:lnTo>
                    <a:pt x="147806" y="337087"/>
                  </a:lnTo>
                  <a:lnTo>
                    <a:pt x="147557" y="337425"/>
                  </a:lnTo>
                  <a:lnTo>
                    <a:pt x="147432" y="337696"/>
                  </a:lnTo>
                  <a:lnTo>
                    <a:pt x="147275" y="337700"/>
                  </a:lnTo>
                  <a:lnTo>
                    <a:pt x="147222" y="337964"/>
                  </a:lnTo>
                  <a:lnTo>
                    <a:pt x="147094" y="337930"/>
                  </a:lnTo>
                  <a:lnTo>
                    <a:pt x="146823" y="338148"/>
                  </a:lnTo>
                  <a:lnTo>
                    <a:pt x="146785" y="338497"/>
                  </a:lnTo>
                  <a:lnTo>
                    <a:pt x="146835" y="338714"/>
                  </a:lnTo>
                  <a:lnTo>
                    <a:pt x="146661" y="338732"/>
                  </a:lnTo>
                  <a:lnTo>
                    <a:pt x="146411" y="338887"/>
                  </a:lnTo>
                  <a:lnTo>
                    <a:pt x="145703" y="338934"/>
                  </a:lnTo>
                  <a:lnTo>
                    <a:pt x="145628" y="338771"/>
                  </a:lnTo>
                  <a:lnTo>
                    <a:pt x="145625" y="338927"/>
                  </a:lnTo>
                  <a:lnTo>
                    <a:pt x="145334" y="338926"/>
                  </a:lnTo>
                  <a:lnTo>
                    <a:pt x="145118" y="339023"/>
                  </a:lnTo>
                  <a:lnTo>
                    <a:pt x="144969" y="339036"/>
                  </a:lnTo>
                  <a:lnTo>
                    <a:pt x="144821" y="338876"/>
                  </a:lnTo>
                  <a:lnTo>
                    <a:pt x="144597" y="338847"/>
                  </a:lnTo>
                  <a:lnTo>
                    <a:pt x="144394" y="338909"/>
                  </a:lnTo>
                  <a:lnTo>
                    <a:pt x="143972" y="338745"/>
                  </a:lnTo>
                  <a:lnTo>
                    <a:pt x="143843" y="338778"/>
                  </a:lnTo>
                  <a:lnTo>
                    <a:pt x="143492" y="338999"/>
                  </a:lnTo>
                  <a:lnTo>
                    <a:pt x="143763" y="338640"/>
                  </a:lnTo>
                  <a:lnTo>
                    <a:pt x="143969" y="338451"/>
                  </a:lnTo>
                  <a:lnTo>
                    <a:pt x="143583" y="338401"/>
                  </a:lnTo>
                  <a:lnTo>
                    <a:pt x="143362" y="338549"/>
                  </a:lnTo>
                  <a:lnTo>
                    <a:pt x="143256" y="338947"/>
                  </a:lnTo>
                  <a:lnTo>
                    <a:pt x="143011" y="339052"/>
                  </a:lnTo>
                  <a:lnTo>
                    <a:pt x="142552" y="338894"/>
                  </a:lnTo>
                  <a:lnTo>
                    <a:pt x="142390" y="338908"/>
                  </a:lnTo>
                  <a:lnTo>
                    <a:pt x="142200" y="339451"/>
                  </a:lnTo>
                  <a:lnTo>
                    <a:pt x="142318" y="339575"/>
                  </a:lnTo>
                  <a:lnTo>
                    <a:pt x="142505" y="339724"/>
                  </a:lnTo>
                  <a:lnTo>
                    <a:pt x="142332" y="340330"/>
                  </a:lnTo>
                  <a:lnTo>
                    <a:pt x="142377" y="340616"/>
                  </a:lnTo>
                  <a:lnTo>
                    <a:pt x="142210" y="341047"/>
                  </a:lnTo>
                  <a:lnTo>
                    <a:pt x="142068" y="341473"/>
                  </a:lnTo>
                  <a:lnTo>
                    <a:pt x="141925" y="341629"/>
                  </a:lnTo>
                  <a:lnTo>
                    <a:pt x="141885" y="341777"/>
                  </a:lnTo>
                  <a:lnTo>
                    <a:pt x="141784" y="341949"/>
                  </a:lnTo>
                  <a:lnTo>
                    <a:pt x="141578" y="342000"/>
                  </a:lnTo>
                  <a:lnTo>
                    <a:pt x="141389" y="342194"/>
                  </a:lnTo>
                  <a:lnTo>
                    <a:pt x="141099" y="342794"/>
                  </a:lnTo>
                  <a:lnTo>
                    <a:pt x="141077" y="343057"/>
                  </a:lnTo>
                  <a:lnTo>
                    <a:pt x="140960" y="343425"/>
                  </a:lnTo>
                  <a:lnTo>
                    <a:pt x="140618" y="343888"/>
                  </a:lnTo>
                  <a:lnTo>
                    <a:pt x="140538" y="344145"/>
                  </a:lnTo>
                  <a:lnTo>
                    <a:pt x="140525" y="345482"/>
                  </a:lnTo>
                  <a:lnTo>
                    <a:pt x="140706" y="345615"/>
                  </a:lnTo>
                  <a:lnTo>
                    <a:pt x="141087" y="345614"/>
                  </a:lnTo>
                  <a:lnTo>
                    <a:pt x="141094" y="345942"/>
                  </a:lnTo>
                  <a:lnTo>
                    <a:pt x="141093" y="346153"/>
                  </a:lnTo>
                  <a:lnTo>
                    <a:pt x="141099" y="346597"/>
                  </a:lnTo>
                  <a:lnTo>
                    <a:pt x="141103" y="346734"/>
                  </a:lnTo>
                  <a:lnTo>
                    <a:pt x="141109" y="347225"/>
                  </a:lnTo>
                  <a:lnTo>
                    <a:pt x="141110" y="347372"/>
                  </a:lnTo>
                  <a:lnTo>
                    <a:pt x="141165" y="347563"/>
                  </a:lnTo>
                  <a:lnTo>
                    <a:pt x="141944" y="347614"/>
                  </a:lnTo>
                  <a:lnTo>
                    <a:pt x="141927" y="347924"/>
                  </a:lnTo>
                  <a:lnTo>
                    <a:pt x="141886" y="348203"/>
                  </a:lnTo>
                  <a:lnTo>
                    <a:pt x="141871" y="348337"/>
                  </a:lnTo>
                  <a:lnTo>
                    <a:pt x="141904" y="348484"/>
                  </a:lnTo>
                  <a:lnTo>
                    <a:pt x="142182" y="348534"/>
                  </a:lnTo>
                  <a:lnTo>
                    <a:pt x="141999" y="348787"/>
                  </a:lnTo>
                  <a:lnTo>
                    <a:pt x="141987" y="348934"/>
                  </a:lnTo>
                  <a:lnTo>
                    <a:pt x="141786" y="349421"/>
                  </a:lnTo>
                  <a:lnTo>
                    <a:pt x="141879" y="349707"/>
                  </a:lnTo>
                  <a:lnTo>
                    <a:pt x="141814" y="350032"/>
                  </a:lnTo>
                  <a:lnTo>
                    <a:pt x="141704" y="350355"/>
                  </a:lnTo>
                  <a:lnTo>
                    <a:pt x="141662" y="350545"/>
                  </a:lnTo>
                  <a:lnTo>
                    <a:pt x="141871" y="350585"/>
                  </a:lnTo>
                  <a:lnTo>
                    <a:pt x="142230" y="350742"/>
                  </a:lnTo>
                  <a:lnTo>
                    <a:pt x="142172" y="350925"/>
                  </a:lnTo>
                  <a:lnTo>
                    <a:pt x="142098" y="351226"/>
                  </a:lnTo>
                  <a:lnTo>
                    <a:pt x="142026" y="351524"/>
                  </a:lnTo>
                  <a:lnTo>
                    <a:pt x="141939" y="351944"/>
                  </a:lnTo>
                  <a:lnTo>
                    <a:pt x="142204" y="351887"/>
                  </a:lnTo>
                  <a:lnTo>
                    <a:pt x="142490" y="351842"/>
                  </a:lnTo>
                  <a:lnTo>
                    <a:pt x="142900" y="352394"/>
                  </a:lnTo>
                  <a:lnTo>
                    <a:pt x="143111" y="352371"/>
                  </a:lnTo>
                  <a:lnTo>
                    <a:pt x="143459" y="352576"/>
                  </a:lnTo>
                  <a:lnTo>
                    <a:pt x="143607" y="352577"/>
                  </a:lnTo>
                  <a:lnTo>
                    <a:pt x="143735" y="352495"/>
                  </a:lnTo>
                  <a:lnTo>
                    <a:pt x="143799" y="352214"/>
                  </a:lnTo>
                  <a:lnTo>
                    <a:pt x="143951" y="352200"/>
                  </a:lnTo>
                  <a:lnTo>
                    <a:pt x="144250" y="352251"/>
                  </a:lnTo>
                  <a:lnTo>
                    <a:pt x="144668" y="352309"/>
                  </a:lnTo>
                  <a:lnTo>
                    <a:pt x="145319" y="352383"/>
                  </a:lnTo>
                  <a:lnTo>
                    <a:pt x="145450" y="352362"/>
                  </a:lnTo>
                  <a:lnTo>
                    <a:pt x="145844" y="352389"/>
                  </a:lnTo>
                  <a:lnTo>
                    <a:pt x="146748" y="352594"/>
                  </a:lnTo>
                  <a:lnTo>
                    <a:pt x="146622" y="353353"/>
                  </a:lnTo>
                  <a:lnTo>
                    <a:pt x="146708" y="353510"/>
                  </a:lnTo>
                  <a:lnTo>
                    <a:pt x="146877" y="354009"/>
                  </a:lnTo>
                  <a:lnTo>
                    <a:pt x="146995" y="354535"/>
                  </a:lnTo>
                  <a:lnTo>
                    <a:pt x="146995" y="354731"/>
                  </a:lnTo>
                  <a:lnTo>
                    <a:pt x="147421" y="355102"/>
                  </a:lnTo>
                  <a:lnTo>
                    <a:pt x="147786" y="355094"/>
                  </a:lnTo>
                  <a:lnTo>
                    <a:pt x="147948" y="355049"/>
                  </a:lnTo>
                  <a:lnTo>
                    <a:pt x="148340" y="354869"/>
                  </a:lnTo>
                  <a:lnTo>
                    <a:pt x="148707" y="355142"/>
                  </a:lnTo>
                  <a:lnTo>
                    <a:pt x="149006" y="355109"/>
                  </a:lnTo>
                  <a:lnTo>
                    <a:pt x="149115" y="354819"/>
                  </a:lnTo>
                  <a:lnTo>
                    <a:pt x="149312" y="354855"/>
                  </a:lnTo>
                  <a:lnTo>
                    <a:pt x="149761" y="354740"/>
                  </a:lnTo>
                  <a:lnTo>
                    <a:pt x="149903" y="354669"/>
                  </a:lnTo>
                  <a:lnTo>
                    <a:pt x="150298" y="354618"/>
                  </a:lnTo>
                  <a:lnTo>
                    <a:pt x="151519" y="354580"/>
                  </a:lnTo>
                  <a:lnTo>
                    <a:pt x="152073" y="354674"/>
                  </a:lnTo>
                  <a:lnTo>
                    <a:pt x="152344" y="354686"/>
                  </a:lnTo>
                  <a:lnTo>
                    <a:pt x="152362" y="354431"/>
                  </a:lnTo>
                  <a:lnTo>
                    <a:pt x="152383" y="354190"/>
                  </a:lnTo>
                  <a:lnTo>
                    <a:pt x="153539" y="354003"/>
                  </a:lnTo>
                  <a:lnTo>
                    <a:pt x="153425" y="354275"/>
                  </a:lnTo>
                  <a:lnTo>
                    <a:pt x="153302" y="354498"/>
                  </a:lnTo>
                  <a:lnTo>
                    <a:pt x="153673" y="354841"/>
                  </a:lnTo>
                  <a:lnTo>
                    <a:pt x="153896" y="354944"/>
                  </a:lnTo>
                  <a:lnTo>
                    <a:pt x="154413" y="355121"/>
                  </a:lnTo>
                  <a:lnTo>
                    <a:pt x="154253" y="355268"/>
                  </a:lnTo>
                  <a:lnTo>
                    <a:pt x="154146" y="355397"/>
                  </a:lnTo>
                  <a:lnTo>
                    <a:pt x="154065" y="355670"/>
                  </a:lnTo>
                  <a:lnTo>
                    <a:pt x="153967" y="356200"/>
                  </a:lnTo>
                  <a:lnTo>
                    <a:pt x="153964" y="356485"/>
                  </a:lnTo>
                  <a:lnTo>
                    <a:pt x="153826" y="356811"/>
                  </a:lnTo>
                  <a:lnTo>
                    <a:pt x="154123" y="356918"/>
                  </a:lnTo>
                  <a:lnTo>
                    <a:pt x="154262" y="357163"/>
                  </a:lnTo>
                  <a:lnTo>
                    <a:pt x="154269" y="357349"/>
                  </a:lnTo>
                  <a:lnTo>
                    <a:pt x="154556" y="358302"/>
                  </a:lnTo>
                  <a:lnTo>
                    <a:pt x="154798" y="358264"/>
                  </a:lnTo>
                  <a:lnTo>
                    <a:pt x="155108" y="358353"/>
                  </a:lnTo>
                  <a:lnTo>
                    <a:pt x="155100" y="358481"/>
                  </a:lnTo>
                  <a:lnTo>
                    <a:pt x="155515" y="358604"/>
                  </a:lnTo>
                  <a:lnTo>
                    <a:pt x="155522" y="358828"/>
                  </a:lnTo>
                  <a:lnTo>
                    <a:pt x="155535" y="359017"/>
                  </a:lnTo>
                  <a:lnTo>
                    <a:pt x="155757" y="359245"/>
                  </a:lnTo>
                  <a:lnTo>
                    <a:pt x="156008" y="359191"/>
                  </a:lnTo>
                  <a:lnTo>
                    <a:pt x="156140" y="359100"/>
                  </a:lnTo>
                  <a:lnTo>
                    <a:pt x="156642" y="358640"/>
                  </a:lnTo>
                  <a:lnTo>
                    <a:pt x="156799" y="358656"/>
                  </a:lnTo>
                  <a:lnTo>
                    <a:pt x="157113" y="358644"/>
                  </a:lnTo>
                  <a:lnTo>
                    <a:pt x="157318" y="358391"/>
                  </a:lnTo>
                  <a:lnTo>
                    <a:pt x="157594" y="358193"/>
                  </a:lnTo>
                  <a:lnTo>
                    <a:pt x="157663" y="357855"/>
                  </a:lnTo>
                  <a:lnTo>
                    <a:pt x="157980" y="357816"/>
                  </a:lnTo>
                  <a:lnTo>
                    <a:pt x="158591" y="357830"/>
                  </a:lnTo>
                  <a:lnTo>
                    <a:pt x="159072" y="357749"/>
                  </a:lnTo>
                  <a:lnTo>
                    <a:pt x="159898" y="357287"/>
                  </a:lnTo>
                  <a:lnTo>
                    <a:pt x="160493" y="356710"/>
                  </a:lnTo>
                  <a:lnTo>
                    <a:pt x="160466" y="357274"/>
                  </a:lnTo>
                  <a:lnTo>
                    <a:pt x="160760" y="357487"/>
                  </a:lnTo>
                  <a:lnTo>
                    <a:pt x="160762" y="357712"/>
                  </a:lnTo>
                  <a:lnTo>
                    <a:pt x="161295" y="357807"/>
                  </a:lnTo>
                  <a:lnTo>
                    <a:pt x="161659" y="358009"/>
                  </a:lnTo>
                  <a:lnTo>
                    <a:pt x="161776" y="358464"/>
                  </a:lnTo>
                  <a:lnTo>
                    <a:pt x="161215" y="358880"/>
                  </a:lnTo>
                  <a:lnTo>
                    <a:pt x="160959" y="359270"/>
                  </a:lnTo>
                  <a:lnTo>
                    <a:pt x="161107" y="359417"/>
                  </a:lnTo>
                  <a:lnTo>
                    <a:pt x="161466" y="359310"/>
                  </a:lnTo>
                  <a:lnTo>
                    <a:pt x="161906" y="359336"/>
                  </a:lnTo>
                  <a:lnTo>
                    <a:pt x="161167" y="359544"/>
                  </a:lnTo>
                  <a:lnTo>
                    <a:pt x="161026" y="359570"/>
                  </a:lnTo>
                  <a:lnTo>
                    <a:pt x="161239" y="360072"/>
                  </a:lnTo>
                  <a:lnTo>
                    <a:pt x="161552" y="360542"/>
                  </a:lnTo>
                  <a:lnTo>
                    <a:pt x="162022" y="360518"/>
                  </a:lnTo>
                  <a:lnTo>
                    <a:pt x="162299" y="360438"/>
                  </a:lnTo>
                  <a:lnTo>
                    <a:pt x="162537" y="360374"/>
                  </a:lnTo>
                  <a:lnTo>
                    <a:pt x="163034" y="359866"/>
                  </a:lnTo>
                  <a:lnTo>
                    <a:pt x="163175" y="359848"/>
                  </a:lnTo>
                  <a:lnTo>
                    <a:pt x="163379" y="359922"/>
                  </a:lnTo>
                  <a:lnTo>
                    <a:pt x="163524" y="360265"/>
                  </a:lnTo>
                  <a:lnTo>
                    <a:pt x="163689" y="360567"/>
                  </a:lnTo>
                  <a:lnTo>
                    <a:pt x="163960" y="360472"/>
                  </a:lnTo>
                  <a:lnTo>
                    <a:pt x="164139" y="360346"/>
                  </a:lnTo>
                  <a:lnTo>
                    <a:pt x="164315" y="360177"/>
                  </a:lnTo>
                  <a:lnTo>
                    <a:pt x="164725" y="360189"/>
                  </a:lnTo>
                  <a:lnTo>
                    <a:pt x="164950" y="360177"/>
                  </a:lnTo>
                  <a:lnTo>
                    <a:pt x="165173" y="360308"/>
                  </a:lnTo>
                  <a:lnTo>
                    <a:pt x="165301" y="360305"/>
                  </a:lnTo>
                  <a:lnTo>
                    <a:pt x="165415" y="360047"/>
                  </a:lnTo>
                  <a:lnTo>
                    <a:pt x="165580" y="359908"/>
                  </a:lnTo>
                  <a:lnTo>
                    <a:pt x="165563" y="359460"/>
                  </a:lnTo>
                  <a:lnTo>
                    <a:pt x="165769" y="359432"/>
                  </a:lnTo>
                  <a:lnTo>
                    <a:pt x="166006" y="359400"/>
                  </a:lnTo>
                  <a:lnTo>
                    <a:pt x="166009" y="359654"/>
                  </a:lnTo>
                  <a:lnTo>
                    <a:pt x="166010" y="359963"/>
                  </a:lnTo>
                  <a:lnTo>
                    <a:pt x="166090" y="360145"/>
                  </a:lnTo>
                  <a:lnTo>
                    <a:pt x="166238" y="360084"/>
                  </a:lnTo>
                  <a:lnTo>
                    <a:pt x="166553" y="359957"/>
                  </a:lnTo>
                  <a:lnTo>
                    <a:pt x="166871" y="359864"/>
                  </a:lnTo>
                  <a:lnTo>
                    <a:pt x="167189" y="359634"/>
                  </a:lnTo>
                  <a:lnTo>
                    <a:pt x="167253" y="359157"/>
                  </a:lnTo>
                  <a:lnTo>
                    <a:pt x="167665" y="358948"/>
                  </a:lnTo>
                  <a:lnTo>
                    <a:pt x="168103" y="358805"/>
                  </a:lnTo>
                  <a:lnTo>
                    <a:pt x="168444" y="358582"/>
                  </a:lnTo>
                  <a:lnTo>
                    <a:pt x="168707" y="358503"/>
                  </a:lnTo>
                  <a:lnTo>
                    <a:pt x="169141" y="358372"/>
                  </a:lnTo>
                  <a:lnTo>
                    <a:pt x="169639" y="358231"/>
                  </a:lnTo>
                  <a:lnTo>
                    <a:pt x="170255" y="357871"/>
                  </a:lnTo>
                  <a:lnTo>
                    <a:pt x="170405" y="357883"/>
                  </a:lnTo>
                  <a:lnTo>
                    <a:pt x="170537" y="357895"/>
                  </a:lnTo>
                  <a:lnTo>
                    <a:pt x="170743" y="357915"/>
                  </a:lnTo>
                  <a:lnTo>
                    <a:pt x="171103" y="357896"/>
                  </a:lnTo>
                  <a:lnTo>
                    <a:pt x="171305" y="357891"/>
                  </a:lnTo>
                  <a:lnTo>
                    <a:pt x="171668" y="358131"/>
                  </a:lnTo>
                  <a:lnTo>
                    <a:pt x="171948" y="358321"/>
                  </a:lnTo>
                  <a:lnTo>
                    <a:pt x="172197" y="358589"/>
                  </a:lnTo>
                  <a:lnTo>
                    <a:pt x="172676" y="358461"/>
                  </a:lnTo>
                  <a:lnTo>
                    <a:pt x="172720" y="358095"/>
                  </a:lnTo>
                  <a:lnTo>
                    <a:pt x="172803" y="357815"/>
                  </a:lnTo>
                  <a:lnTo>
                    <a:pt x="173015" y="357862"/>
                  </a:lnTo>
                  <a:lnTo>
                    <a:pt x="174448" y="357984"/>
                  </a:lnTo>
                  <a:lnTo>
                    <a:pt x="174680" y="358095"/>
                  </a:lnTo>
                  <a:lnTo>
                    <a:pt x="174899" y="358797"/>
                  </a:lnTo>
                  <a:lnTo>
                    <a:pt x="174912" y="359170"/>
                  </a:lnTo>
                  <a:lnTo>
                    <a:pt x="175027" y="359372"/>
                  </a:lnTo>
                  <a:lnTo>
                    <a:pt x="175010" y="359566"/>
                  </a:lnTo>
                  <a:lnTo>
                    <a:pt x="175066" y="359807"/>
                  </a:lnTo>
                  <a:lnTo>
                    <a:pt x="175118" y="360030"/>
                  </a:lnTo>
                  <a:lnTo>
                    <a:pt x="175265" y="360299"/>
                  </a:lnTo>
                  <a:lnTo>
                    <a:pt x="175634" y="361057"/>
                  </a:lnTo>
                  <a:lnTo>
                    <a:pt x="175739" y="361392"/>
                  </a:lnTo>
                  <a:lnTo>
                    <a:pt x="176124" y="362077"/>
                  </a:lnTo>
                  <a:lnTo>
                    <a:pt x="176228" y="362344"/>
                  </a:lnTo>
                  <a:lnTo>
                    <a:pt x="176428" y="363062"/>
                  </a:lnTo>
                  <a:lnTo>
                    <a:pt x="176633" y="363554"/>
                  </a:lnTo>
                  <a:lnTo>
                    <a:pt x="176847" y="363740"/>
                  </a:lnTo>
                  <a:lnTo>
                    <a:pt x="177235" y="364244"/>
                  </a:lnTo>
                  <a:lnTo>
                    <a:pt x="177326" y="364420"/>
                  </a:lnTo>
                  <a:lnTo>
                    <a:pt x="177542" y="364835"/>
                  </a:lnTo>
                  <a:lnTo>
                    <a:pt x="177729" y="365124"/>
                  </a:lnTo>
                  <a:lnTo>
                    <a:pt x="177958" y="365572"/>
                  </a:lnTo>
                  <a:lnTo>
                    <a:pt x="178039" y="365757"/>
                  </a:lnTo>
                  <a:lnTo>
                    <a:pt x="178196" y="366048"/>
                  </a:lnTo>
                  <a:lnTo>
                    <a:pt x="178351" y="366324"/>
                  </a:lnTo>
                  <a:lnTo>
                    <a:pt x="178549" y="366667"/>
                  </a:lnTo>
                  <a:lnTo>
                    <a:pt x="178816" y="367123"/>
                  </a:lnTo>
                  <a:lnTo>
                    <a:pt x="179161" y="367875"/>
                  </a:lnTo>
                  <a:lnTo>
                    <a:pt x="179585" y="368353"/>
                  </a:lnTo>
                  <a:lnTo>
                    <a:pt x="179967" y="368791"/>
                  </a:lnTo>
                  <a:lnTo>
                    <a:pt x="180265" y="369450"/>
                  </a:lnTo>
                  <a:lnTo>
                    <a:pt x="180502" y="369681"/>
                  </a:lnTo>
                  <a:lnTo>
                    <a:pt x="180696" y="369871"/>
                  </a:lnTo>
                  <a:lnTo>
                    <a:pt x="181009" y="370069"/>
                  </a:lnTo>
                  <a:lnTo>
                    <a:pt x="181266" y="370292"/>
                  </a:lnTo>
                  <a:lnTo>
                    <a:pt x="181434" y="370533"/>
                  </a:lnTo>
                  <a:lnTo>
                    <a:pt x="181685" y="370368"/>
                  </a:lnTo>
                  <a:lnTo>
                    <a:pt x="181438" y="370113"/>
                  </a:lnTo>
                  <a:lnTo>
                    <a:pt x="181794" y="369839"/>
                  </a:lnTo>
                  <a:lnTo>
                    <a:pt x="182167" y="369553"/>
                  </a:lnTo>
                  <a:lnTo>
                    <a:pt x="182432" y="369823"/>
                  </a:lnTo>
                  <a:lnTo>
                    <a:pt x="182991" y="369396"/>
                  </a:lnTo>
                  <a:lnTo>
                    <a:pt x="183335" y="369754"/>
                  </a:lnTo>
                  <a:lnTo>
                    <a:pt x="184167" y="369117"/>
                  </a:lnTo>
                  <a:lnTo>
                    <a:pt x="184774" y="369260"/>
                  </a:lnTo>
                  <a:lnTo>
                    <a:pt x="184956" y="369451"/>
                  </a:lnTo>
                  <a:lnTo>
                    <a:pt x="183851" y="370296"/>
                  </a:lnTo>
                  <a:lnTo>
                    <a:pt x="184051" y="370504"/>
                  </a:lnTo>
                  <a:lnTo>
                    <a:pt x="184194" y="370651"/>
                  </a:lnTo>
                  <a:lnTo>
                    <a:pt x="185668" y="369526"/>
                  </a:lnTo>
                  <a:lnTo>
                    <a:pt x="187054" y="368846"/>
                  </a:lnTo>
                  <a:lnTo>
                    <a:pt x="187986" y="368367"/>
                  </a:lnTo>
                  <a:lnTo>
                    <a:pt x="188342" y="368923"/>
                  </a:lnTo>
                  <a:lnTo>
                    <a:pt x="187589" y="369391"/>
                  </a:lnTo>
                  <a:lnTo>
                    <a:pt x="187509" y="369766"/>
                  </a:lnTo>
                  <a:lnTo>
                    <a:pt x="186935" y="370043"/>
                  </a:lnTo>
                  <a:lnTo>
                    <a:pt x="186531" y="370238"/>
                  </a:lnTo>
                  <a:lnTo>
                    <a:pt x="186367" y="370217"/>
                  </a:lnTo>
                  <a:lnTo>
                    <a:pt x="185765" y="370178"/>
                  </a:lnTo>
                  <a:lnTo>
                    <a:pt x="185515" y="370371"/>
                  </a:lnTo>
                  <a:lnTo>
                    <a:pt x="185457" y="370627"/>
                  </a:lnTo>
                  <a:lnTo>
                    <a:pt x="185900" y="371096"/>
                  </a:lnTo>
                  <a:lnTo>
                    <a:pt x="186407" y="370920"/>
                  </a:lnTo>
                  <a:lnTo>
                    <a:pt x="186767" y="370816"/>
                  </a:lnTo>
                  <a:lnTo>
                    <a:pt x="186573" y="370950"/>
                  </a:lnTo>
                  <a:lnTo>
                    <a:pt x="186100" y="371426"/>
                  </a:lnTo>
                  <a:lnTo>
                    <a:pt x="184700" y="372489"/>
                  </a:lnTo>
                  <a:lnTo>
                    <a:pt x="184460" y="372801"/>
                  </a:lnTo>
                  <a:lnTo>
                    <a:pt x="184785" y="372931"/>
                  </a:lnTo>
                  <a:lnTo>
                    <a:pt x="184738" y="373068"/>
                  </a:lnTo>
                  <a:lnTo>
                    <a:pt x="184449" y="373346"/>
                  </a:lnTo>
                  <a:lnTo>
                    <a:pt x="184282" y="373371"/>
                  </a:lnTo>
                  <a:lnTo>
                    <a:pt x="184091" y="373365"/>
                  </a:lnTo>
                  <a:lnTo>
                    <a:pt x="183809" y="373321"/>
                  </a:lnTo>
                  <a:lnTo>
                    <a:pt x="183533" y="373187"/>
                  </a:lnTo>
                  <a:lnTo>
                    <a:pt x="182795" y="372823"/>
                  </a:lnTo>
                  <a:lnTo>
                    <a:pt x="182525" y="373488"/>
                  </a:lnTo>
                  <a:lnTo>
                    <a:pt x="183234" y="374249"/>
                  </a:lnTo>
                  <a:lnTo>
                    <a:pt x="183244" y="374416"/>
                  </a:lnTo>
                  <a:lnTo>
                    <a:pt x="183133" y="374774"/>
                  </a:lnTo>
                  <a:lnTo>
                    <a:pt x="182854" y="375050"/>
                  </a:lnTo>
                  <a:lnTo>
                    <a:pt x="182901" y="375359"/>
                  </a:lnTo>
                  <a:lnTo>
                    <a:pt x="182617" y="375738"/>
                  </a:lnTo>
                  <a:lnTo>
                    <a:pt x="182311" y="376076"/>
                  </a:lnTo>
                  <a:lnTo>
                    <a:pt x="182526" y="376276"/>
                  </a:lnTo>
                  <a:lnTo>
                    <a:pt x="182440" y="376578"/>
                  </a:lnTo>
                  <a:lnTo>
                    <a:pt x="182317" y="377066"/>
                  </a:lnTo>
                  <a:lnTo>
                    <a:pt x="182503" y="377177"/>
                  </a:lnTo>
                  <a:lnTo>
                    <a:pt x="182698" y="377332"/>
                  </a:lnTo>
                  <a:lnTo>
                    <a:pt x="182229" y="377497"/>
                  </a:lnTo>
                  <a:lnTo>
                    <a:pt x="181922" y="377493"/>
                  </a:lnTo>
                  <a:lnTo>
                    <a:pt x="181549" y="377611"/>
                  </a:lnTo>
                  <a:lnTo>
                    <a:pt x="181356" y="377720"/>
                  </a:lnTo>
                  <a:lnTo>
                    <a:pt x="181348" y="377989"/>
                  </a:lnTo>
                  <a:lnTo>
                    <a:pt x="181447" y="378450"/>
                  </a:lnTo>
                  <a:lnTo>
                    <a:pt x="181491" y="378632"/>
                  </a:lnTo>
                  <a:lnTo>
                    <a:pt x="181468" y="379081"/>
                  </a:lnTo>
                  <a:lnTo>
                    <a:pt x="181253" y="379134"/>
                  </a:lnTo>
                  <a:lnTo>
                    <a:pt x="181124" y="379189"/>
                  </a:lnTo>
                  <a:lnTo>
                    <a:pt x="180879" y="379368"/>
                  </a:lnTo>
                  <a:lnTo>
                    <a:pt x="180454" y="379498"/>
                  </a:lnTo>
                  <a:lnTo>
                    <a:pt x="180177" y="380029"/>
                  </a:lnTo>
                  <a:lnTo>
                    <a:pt x="179931" y="380223"/>
                  </a:lnTo>
                  <a:lnTo>
                    <a:pt x="179896" y="380478"/>
                  </a:lnTo>
                  <a:lnTo>
                    <a:pt x="179929" y="380630"/>
                  </a:lnTo>
                  <a:lnTo>
                    <a:pt x="179922" y="380837"/>
                  </a:lnTo>
                  <a:lnTo>
                    <a:pt x="179652" y="380929"/>
                  </a:lnTo>
                  <a:lnTo>
                    <a:pt x="179388" y="381231"/>
                  </a:lnTo>
                  <a:lnTo>
                    <a:pt x="179081" y="381526"/>
                  </a:lnTo>
                  <a:lnTo>
                    <a:pt x="178508" y="381511"/>
                  </a:lnTo>
                  <a:lnTo>
                    <a:pt x="178026" y="381402"/>
                  </a:lnTo>
                  <a:lnTo>
                    <a:pt x="177706" y="381501"/>
                  </a:lnTo>
                  <a:lnTo>
                    <a:pt x="177130" y="381722"/>
                  </a:lnTo>
                  <a:lnTo>
                    <a:pt x="176707" y="381700"/>
                  </a:lnTo>
                  <a:lnTo>
                    <a:pt x="176534" y="381719"/>
                  </a:lnTo>
                  <a:lnTo>
                    <a:pt x="176225" y="381791"/>
                  </a:lnTo>
                  <a:lnTo>
                    <a:pt x="175712" y="381891"/>
                  </a:lnTo>
                  <a:lnTo>
                    <a:pt x="175505" y="381863"/>
                  </a:lnTo>
                  <a:lnTo>
                    <a:pt x="175333" y="381750"/>
                  </a:lnTo>
                  <a:lnTo>
                    <a:pt x="175102" y="381676"/>
                  </a:lnTo>
                  <a:lnTo>
                    <a:pt x="174816" y="381712"/>
                  </a:lnTo>
                  <a:lnTo>
                    <a:pt x="174219" y="381841"/>
                  </a:lnTo>
                  <a:lnTo>
                    <a:pt x="173294" y="382468"/>
                  </a:lnTo>
                  <a:lnTo>
                    <a:pt x="173238" y="382782"/>
                  </a:lnTo>
                  <a:lnTo>
                    <a:pt x="173412" y="383104"/>
                  </a:lnTo>
                  <a:lnTo>
                    <a:pt x="173306" y="383285"/>
                  </a:lnTo>
                  <a:lnTo>
                    <a:pt x="173184" y="383415"/>
                  </a:lnTo>
                  <a:lnTo>
                    <a:pt x="172829" y="383760"/>
                  </a:lnTo>
                  <a:lnTo>
                    <a:pt x="172780" y="383895"/>
                  </a:lnTo>
                  <a:lnTo>
                    <a:pt x="172777" y="384033"/>
                  </a:lnTo>
                  <a:lnTo>
                    <a:pt x="172772" y="384255"/>
                  </a:lnTo>
                  <a:lnTo>
                    <a:pt x="172658" y="384406"/>
                  </a:lnTo>
                  <a:lnTo>
                    <a:pt x="172265" y="384929"/>
                  </a:lnTo>
                  <a:lnTo>
                    <a:pt x="172040" y="385304"/>
                  </a:lnTo>
                  <a:lnTo>
                    <a:pt x="171965" y="385785"/>
                  </a:lnTo>
                  <a:lnTo>
                    <a:pt x="171861" y="386464"/>
                  </a:lnTo>
                  <a:lnTo>
                    <a:pt x="171761" y="386770"/>
                  </a:lnTo>
                  <a:lnTo>
                    <a:pt x="171691" y="386987"/>
                  </a:lnTo>
                  <a:lnTo>
                    <a:pt x="171556" y="387402"/>
                  </a:lnTo>
                  <a:lnTo>
                    <a:pt x="171483" y="387532"/>
                  </a:lnTo>
                  <a:lnTo>
                    <a:pt x="171057" y="387876"/>
                  </a:lnTo>
                  <a:lnTo>
                    <a:pt x="170740" y="388133"/>
                  </a:lnTo>
                  <a:lnTo>
                    <a:pt x="170357" y="388613"/>
                  </a:lnTo>
                  <a:lnTo>
                    <a:pt x="170053" y="389188"/>
                  </a:lnTo>
                  <a:lnTo>
                    <a:pt x="169909" y="389461"/>
                  </a:lnTo>
                  <a:lnTo>
                    <a:pt x="169813" y="389644"/>
                  </a:lnTo>
                  <a:lnTo>
                    <a:pt x="168728" y="391279"/>
                  </a:lnTo>
                  <a:lnTo>
                    <a:pt x="168552" y="391406"/>
                  </a:lnTo>
                  <a:lnTo>
                    <a:pt x="168090" y="391617"/>
                  </a:lnTo>
                  <a:lnTo>
                    <a:pt x="167932" y="391663"/>
                  </a:lnTo>
                  <a:lnTo>
                    <a:pt x="167763" y="391713"/>
                  </a:lnTo>
                  <a:lnTo>
                    <a:pt x="167247" y="391721"/>
                  </a:lnTo>
                  <a:lnTo>
                    <a:pt x="167103" y="391626"/>
                  </a:lnTo>
                  <a:lnTo>
                    <a:pt x="166824" y="391442"/>
                  </a:lnTo>
                  <a:lnTo>
                    <a:pt x="166518" y="391286"/>
                  </a:lnTo>
                  <a:lnTo>
                    <a:pt x="166369" y="391270"/>
                  </a:lnTo>
                  <a:lnTo>
                    <a:pt x="166038" y="391310"/>
                  </a:lnTo>
                  <a:lnTo>
                    <a:pt x="165863" y="391303"/>
                  </a:lnTo>
                  <a:lnTo>
                    <a:pt x="165609" y="391214"/>
                  </a:lnTo>
                  <a:lnTo>
                    <a:pt x="164890" y="390915"/>
                  </a:lnTo>
                  <a:lnTo>
                    <a:pt x="164012" y="391025"/>
                  </a:lnTo>
                  <a:lnTo>
                    <a:pt x="163772" y="391174"/>
                  </a:lnTo>
                  <a:lnTo>
                    <a:pt x="163600" y="391281"/>
                  </a:lnTo>
                  <a:lnTo>
                    <a:pt x="163348" y="391438"/>
                  </a:lnTo>
                  <a:lnTo>
                    <a:pt x="162844" y="391573"/>
                  </a:lnTo>
                  <a:lnTo>
                    <a:pt x="162522" y="391761"/>
                  </a:lnTo>
                  <a:lnTo>
                    <a:pt x="162250" y="391920"/>
                  </a:lnTo>
                  <a:lnTo>
                    <a:pt x="162097" y="391970"/>
                  </a:lnTo>
                  <a:lnTo>
                    <a:pt x="161882" y="391991"/>
                  </a:lnTo>
                  <a:lnTo>
                    <a:pt x="161544" y="391944"/>
                  </a:lnTo>
                  <a:lnTo>
                    <a:pt x="161181" y="391893"/>
                  </a:lnTo>
                  <a:lnTo>
                    <a:pt x="160689" y="391856"/>
                  </a:lnTo>
                  <a:lnTo>
                    <a:pt x="159720" y="391737"/>
                  </a:lnTo>
                  <a:lnTo>
                    <a:pt x="159518" y="391684"/>
                  </a:lnTo>
                  <a:lnTo>
                    <a:pt x="159228" y="391575"/>
                  </a:lnTo>
                  <a:lnTo>
                    <a:pt x="159091" y="391523"/>
                  </a:lnTo>
                  <a:lnTo>
                    <a:pt x="158927" y="391496"/>
                  </a:lnTo>
                  <a:lnTo>
                    <a:pt x="158762" y="391519"/>
                  </a:lnTo>
                  <a:lnTo>
                    <a:pt x="158607" y="391576"/>
                  </a:lnTo>
                  <a:lnTo>
                    <a:pt x="158479" y="391672"/>
                  </a:lnTo>
                  <a:lnTo>
                    <a:pt x="158171" y="391921"/>
                  </a:lnTo>
                  <a:lnTo>
                    <a:pt x="157879" y="391935"/>
                  </a:lnTo>
                  <a:lnTo>
                    <a:pt x="157622" y="391947"/>
                  </a:lnTo>
                  <a:lnTo>
                    <a:pt x="156990" y="391825"/>
                  </a:lnTo>
                  <a:lnTo>
                    <a:pt x="155820" y="391593"/>
                  </a:lnTo>
                  <a:lnTo>
                    <a:pt x="155334" y="391509"/>
                  </a:lnTo>
                  <a:lnTo>
                    <a:pt x="155116" y="391516"/>
                  </a:lnTo>
                  <a:lnTo>
                    <a:pt x="154821" y="391525"/>
                  </a:lnTo>
                  <a:lnTo>
                    <a:pt x="154484" y="391558"/>
                  </a:lnTo>
                  <a:lnTo>
                    <a:pt x="154263" y="391614"/>
                  </a:lnTo>
                  <a:lnTo>
                    <a:pt x="154014" y="391716"/>
                  </a:lnTo>
                  <a:lnTo>
                    <a:pt x="153569" y="391855"/>
                  </a:lnTo>
                  <a:lnTo>
                    <a:pt x="153078" y="392214"/>
                  </a:lnTo>
                  <a:lnTo>
                    <a:pt x="152922" y="392243"/>
                  </a:lnTo>
                  <a:lnTo>
                    <a:pt x="152761" y="392247"/>
                  </a:lnTo>
                  <a:lnTo>
                    <a:pt x="151906" y="392128"/>
                  </a:lnTo>
                  <a:lnTo>
                    <a:pt x="151209" y="391953"/>
                  </a:lnTo>
                  <a:lnTo>
                    <a:pt x="150608" y="391869"/>
                  </a:lnTo>
                  <a:lnTo>
                    <a:pt x="150291" y="392015"/>
                  </a:lnTo>
                  <a:lnTo>
                    <a:pt x="149889" y="391933"/>
                  </a:lnTo>
                  <a:lnTo>
                    <a:pt x="149641" y="392033"/>
                  </a:lnTo>
                  <a:lnTo>
                    <a:pt x="149544" y="391853"/>
                  </a:lnTo>
                  <a:lnTo>
                    <a:pt x="148682" y="391646"/>
                  </a:lnTo>
                  <a:lnTo>
                    <a:pt x="148267" y="391668"/>
                  </a:lnTo>
                  <a:lnTo>
                    <a:pt x="147775" y="391694"/>
                  </a:lnTo>
                  <a:lnTo>
                    <a:pt x="147622" y="391703"/>
                  </a:lnTo>
                  <a:lnTo>
                    <a:pt x="147368" y="391718"/>
                  </a:lnTo>
                  <a:lnTo>
                    <a:pt x="147119" y="391758"/>
                  </a:lnTo>
                  <a:lnTo>
                    <a:pt x="145964" y="392126"/>
                  </a:lnTo>
                  <a:lnTo>
                    <a:pt x="145728" y="392151"/>
                  </a:lnTo>
                  <a:lnTo>
                    <a:pt x="144567" y="391705"/>
                  </a:lnTo>
                  <a:lnTo>
                    <a:pt x="144542" y="391563"/>
                  </a:lnTo>
                  <a:lnTo>
                    <a:pt x="144270" y="391528"/>
                  </a:lnTo>
                  <a:lnTo>
                    <a:pt x="144143" y="391613"/>
                  </a:lnTo>
                  <a:lnTo>
                    <a:pt x="143874" y="391612"/>
                  </a:lnTo>
                  <a:lnTo>
                    <a:pt x="143573" y="391896"/>
                  </a:lnTo>
                  <a:lnTo>
                    <a:pt x="143687" y="392053"/>
                  </a:lnTo>
                  <a:lnTo>
                    <a:pt x="143548" y="392509"/>
                  </a:lnTo>
                  <a:lnTo>
                    <a:pt x="143341" y="392670"/>
                  </a:lnTo>
                  <a:lnTo>
                    <a:pt x="143153" y="392843"/>
                  </a:lnTo>
                  <a:lnTo>
                    <a:pt x="142755" y="393208"/>
                  </a:lnTo>
                  <a:lnTo>
                    <a:pt x="142480" y="393609"/>
                  </a:lnTo>
                  <a:lnTo>
                    <a:pt x="142402" y="393848"/>
                  </a:lnTo>
                  <a:lnTo>
                    <a:pt x="142369" y="394026"/>
                  </a:lnTo>
                  <a:lnTo>
                    <a:pt x="142358" y="394177"/>
                  </a:lnTo>
                  <a:lnTo>
                    <a:pt x="142286" y="394993"/>
                  </a:lnTo>
                  <a:lnTo>
                    <a:pt x="142173" y="395249"/>
                  </a:lnTo>
                  <a:lnTo>
                    <a:pt x="142018" y="395464"/>
                  </a:lnTo>
                  <a:lnTo>
                    <a:pt x="141741" y="395552"/>
                  </a:lnTo>
                  <a:lnTo>
                    <a:pt x="141504" y="395344"/>
                  </a:lnTo>
                  <a:lnTo>
                    <a:pt x="141118" y="395127"/>
                  </a:lnTo>
                  <a:lnTo>
                    <a:pt x="140930" y="395479"/>
                  </a:lnTo>
                  <a:lnTo>
                    <a:pt x="140967" y="395676"/>
                  </a:lnTo>
                  <a:lnTo>
                    <a:pt x="141167" y="396107"/>
                  </a:lnTo>
                  <a:lnTo>
                    <a:pt x="140953" y="396257"/>
                  </a:lnTo>
                  <a:lnTo>
                    <a:pt x="140812" y="396355"/>
                  </a:lnTo>
                  <a:lnTo>
                    <a:pt x="140180" y="396350"/>
                  </a:lnTo>
                  <a:lnTo>
                    <a:pt x="140182" y="396540"/>
                  </a:lnTo>
                  <a:lnTo>
                    <a:pt x="140201" y="396699"/>
                  </a:lnTo>
                  <a:lnTo>
                    <a:pt x="140073" y="396757"/>
                  </a:lnTo>
                  <a:lnTo>
                    <a:pt x="139833" y="396730"/>
                  </a:lnTo>
                  <a:lnTo>
                    <a:pt x="139448" y="396831"/>
                  </a:lnTo>
                  <a:lnTo>
                    <a:pt x="139249" y="397203"/>
                  </a:lnTo>
                  <a:lnTo>
                    <a:pt x="139051" y="397954"/>
                  </a:lnTo>
                  <a:lnTo>
                    <a:pt x="138780" y="398678"/>
                  </a:lnTo>
                  <a:lnTo>
                    <a:pt x="138608" y="398894"/>
                  </a:lnTo>
                  <a:lnTo>
                    <a:pt x="138441" y="399029"/>
                  </a:lnTo>
                  <a:lnTo>
                    <a:pt x="138290" y="398990"/>
                  </a:lnTo>
                  <a:lnTo>
                    <a:pt x="137827" y="398923"/>
                  </a:lnTo>
                  <a:lnTo>
                    <a:pt x="137785" y="399099"/>
                  </a:lnTo>
                  <a:lnTo>
                    <a:pt x="137995" y="399445"/>
                  </a:lnTo>
                  <a:lnTo>
                    <a:pt x="137673" y="399926"/>
                  </a:lnTo>
                  <a:lnTo>
                    <a:pt x="137161" y="400587"/>
                  </a:lnTo>
                  <a:lnTo>
                    <a:pt x="137014" y="400756"/>
                  </a:lnTo>
                  <a:lnTo>
                    <a:pt x="136643" y="401186"/>
                  </a:lnTo>
                  <a:lnTo>
                    <a:pt x="136467" y="401390"/>
                  </a:lnTo>
                  <a:lnTo>
                    <a:pt x="136284" y="401517"/>
                  </a:lnTo>
                  <a:lnTo>
                    <a:pt x="136125" y="401600"/>
                  </a:lnTo>
                  <a:lnTo>
                    <a:pt x="135422" y="401964"/>
                  </a:lnTo>
                  <a:lnTo>
                    <a:pt x="135219" y="402233"/>
                  </a:lnTo>
                  <a:lnTo>
                    <a:pt x="134935" y="402611"/>
                  </a:lnTo>
                  <a:lnTo>
                    <a:pt x="134750" y="402856"/>
                  </a:lnTo>
                  <a:lnTo>
                    <a:pt x="134595" y="402988"/>
                  </a:lnTo>
                  <a:lnTo>
                    <a:pt x="134199" y="403315"/>
                  </a:lnTo>
                  <a:lnTo>
                    <a:pt x="134189" y="403508"/>
                  </a:lnTo>
                  <a:lnTo>
                    <a:pt x="133972" y="403825"/>
                  </a:lnTo>
                  <a:lnTo>
                    <a:pt x="133752" y="403917"/>
                  </a:lnTo>
                  <a:lnTo>
                    <a:pt x="133488" y="404026"/>
                  </a:lnTo>
                  <a:lnTo>
                    <a:pt x="133291" y="404160"/>
                  </a:lnTo>
                  <a:lnTo>
                    <a:pt x="133158" y="404318"/>
                  </a:lnTo>
                  <a:lnTo>
                    <a:pt x="132977" y="404656"/>
                  </a:lnTo>
                  <a:lnTo>
                    <a:pt x="132760" y="404993"/>
                  </a:lnTo>
                  <a:lnTo>
                    <a:pt x="132455" y="405186"/>
                  </a:lnTo>
                  <a:lnTo>
                    <a:pt x="132250" y="405389"/>
                  </a:lnTo>
                  <a:lnTo>
                    <a:pt x="131920" y="405804"/>
                  </a:lnTo>
                  <a:lnTo>
                    <a:pt x="131745" y="405889"/>
                  </a:lnTo>
                  <a:lnTo>
                    <a:pt x="131140" y="406009"/>
                  </a:lnTo>
                  <a:lnTo>
                    <a:pt x="130928" y="406128"/>
                  </a:lnTo>
                  <a:lnTo>
                    <a:pt x="130795" y="406228"/>
                  </a:lnTo>
                  <a:lnTo>
                    <a:pt x="130644" y="406439"/>
                  </a:lnTo>
                  <a:lnTo>
                    <a:pt x="130431" y="406823"/>
                  </a:lnTo>
                  <a:lnTo>
                    <a:pt x="130102" y="407857"/>
                  </a:lnTo>
                  <a:lnTo>
                    <a:pt x="129796" y="407781"/>
                  </a:lnTo>
                  <a:lnTo>
                    <a:pt x="129524" y="407694"/>
                  </a:lnTo>
                  <a:lnTo>
                    <a:pt x="129075" y="406936"/>
                  </a:lnTo>
                  <a:lnTo>
                    <a:pt x="129106" y="406763"/>
                  </a:lnTo>
                  <a:lnTo>
                    <a:pt x="129005" y="406619"/>
                  </a:lnTo>
                  <a:lnTo>
                    <a:pt x="128895" y="406481"/>
                  </a:lnTo>
                  <a:lnTo>
                    <a:pt x="128823" y="406257"/>
                  </a:lnTo>
                  <a:lnTo>
                    <a:pt x="128575" y="406245"/>
                  </a:lnTo>
                  <a:lnTo>
                    <a:pt x="128335" y="406323"/>
                  </a:lnTo>
                  <a:lnTo>
                    <a:pt x="127680" y="405821"/>
                  </a:lnTo>
                  <a:lnTo>
                    <a:pt x="127495" y="405671"/>
                  </a:lnTo>
                  <a:lnTo>
                    <a:pt x="127397" y="405336"/>
                  </a:lnTo>
                  <a:lnTo>
                    <a:pt x="127477" y="405181"/>
                  </a:lnTo>
                  <a:lnTo>
                    <a:pt x="127747" y="404734"/>
                  </a:lnTo>
                  <a:lnTo>
                    <a:pt x="127730" y="404338"/>
                  </a:lnTo>
                  <a:lnTo>
                    <a:pt x="127741" y="404184"/>
                  </a:lnTo>
                  <a:lnTo>
                    <a:pt x="127825" y="404040"/>
                  </a:lnTo>
                  <a:lnTo>
                    <a:pt x="127570" y="403969"/>
                  </a:lnTo>
                  <a:lnTo>
                    <a:pt x="127449" y="403808"/>
                  </a:lnTo>
                  <a:lnTo>
                    <a:pt x="127234" y="403740"/>
                  </a:lnTo>
                  <a:lnTo>
                    <a:pt x="127103" y="403979"/>
                  </a:lnTo>
                  <a:lnTo>
                    <a:pt x="126815" y="404003"/>
                  </a:lnTo>
                  <a:lnTo>
                    <a:pt x="126517" y="403729"/>
                  </a:lnTo>
                  <a:lnTo>
                    <a:pt x="126163" y="403468"/>
                  </a:lnTo>
                  <a:lnTo>
                    <a:pt x="125838" y="403219"/>
                  </a:lnTo>
                  <a:lnTo>
                    <a:pt x="125180" y="403935"/>
                  </a:lnTo>
                  <a:lnTo>
                    <a:pt x="124734" y="403962"/>
                  </a:lnTo>
                  <a:lnTo>
                    <a:pt x="124738" y="404210"/>
                  </a:lnTo>
                  <a:lnTo>
                    <a:pt x="124364" y="404523"/>
                  </a:lnTo>
                  <a:lnTo>
                    <a:pt x="124430" y="405022"/>
                  </a:lnTo>
                  <a:lnTo>
                    <a:pt x="124054" y="406037"/>
                  </a:lnTo>
                  <a:lnTo>
                    <a:pt x="124090" y="406364"/>
                  </a:lnTo>
                  <a:lnTo>
                    <a:pt x="124367" y="406396"/>
                  </a:lnTo>
                  <a:lnTo>
                    <a:pt x="124151" y="407553"/>
                  </a:lnTo>
                  <a:lnTo>
                    <a:pt x="124021" y="407578"/>
                  </a:lnTo>
                  <a:lnTo>
                    <a:pt x="123835" y="407911"/>
                  </a:lnTo>
                  <a:lnTo>
                    <a:pt x="124047" y="408105"/>
                  </a:lnTo>
                  <a:lnTo>
                    <a:pt x="123962" y="408333"/>
                  </a:lnTo>
                  <a:lnTo>
                    <a:pt x="123645" y="408235"/>
                  </a:lnTo>
                  <a:lnTo>
                    <a:pt x="123388" y="407954"/>
                  </a:lnTo>
                  <a:lnTo>
                    <a:pt x="123393" y="407702"/>
                  </a:lnTo>
                  <a:lnTo>
                    <a:pt x="123233" y="407603"/>
                  </a:lnTo>
                  <a:lnTo>
                    <a:pt x="123058" y="407495"/>
                  </a:lnTo>
                  <a:lnTo>
                    <a:pt x="122696" y="407273"/>
                  </a:lnTo>
                  <a:lnTo>
                    <a:pt x="122407" y="407307"/>
                  </a:lnTo>
                  <a:lnTo>
                    <a:pt x="122283" y="407699"/>
                  </a:lnTo>
                  <a:lnTo>
                    <a:pt x="122088" y="407702"/>
                  </a:lnTo>
                  <a:lnTo>
                    <a:pt x="121870" y="407716"/>
                  </a:lnTo>
                  <a:lnTo>
                    <a:pt x="121985" y="407927"/>
                  </a:lnTo>
                  <a:lnTo>
                    <a:pt x="122062" y="408202"/>
                  </a:lnTo>
                  <a:lnTo>
                    <a:pt x="122073" y="408411"/>
                  </a:lnTo>
                  <a:lnTo>
                    <a:pt x="122086" y="408579"/>
                  </a:lnTo>
                  <a:lnTo>
                    <a:pt x="122298" y="408590"/>
                  </a:lnTo>
                  <a:lnTo>
                    <a:pt x="122611" y="408743"/>
                  </a:lnTo>
                  <a:lnTo>
                    <a:pt x="122393" y="409190"/>
                  </a:lnTo>
                  <a:lnTo>
                    <a:pt x="122249" y="409374"/>
                  </a:lnTo>
                  <a:lnTo>
                    <a:pt x="122063" y="409531"/>
                  </a:lnTo>
                  <a:lnTo>
                    <a:pt x="121983" y="409699"/>
                  </a:lnTo>
                  <a:lnTo>
                    <a:pt x="121994" y="410032"/>
                  </a:lnTo>
                  <a:lnTo>
                    <a:pt x="122200" y="410127"/>
                  </a:lnTo>
                  <a:lnTo>
                    <a:pt x="122755" y="410212"/>
                  </a:lnTo>
                  <a:lnTo>
                    <a:pt x="122938" y="410060"/>
                  </a:lnTo>
                  <a:lnTo>
                    <a:pt x="123781" y="410455"/>
                  </a:lnTo>
                  <a:lnTo>
                    <a:pt x="123723" y="410625"/>
                  </a:lnTo>
                  <a:lnTo>
                    <a:pt x="123293" y="411690"/>
                  </a:lnTo>
                  <a:lnTo>
                    <a:pt x="123297" y="411937"/>
                  </a:lnTo>
                  <a:lnTo>
                    <a:pt x="123151" y="411953"/>
                  </a:lnTo>
                  <a:lnTo>
                    <a:pt x="122833" y="412327"/>
                  </a:lnTo>
                  <a:lnTo>
                    <a:pt x="122340" y="412868"/>
                  </a:lnTo>
                  <a:lnTo>
                    <a:pt x="122010" y="412821"/>
                  </a:lnTo>
                  <a:lnTo>
                    <a:pt x="121765" y="412775"/>
                  </a:lnTo>
                  <a:lnTo>
                    <a:pt x="121492" y="412801"/>
                  </a:lnTo>
                  <a:lnTo>
                    <a:pt x="121362" y="412789"/>
                  </a:lnTo>
                  <a:lnTo>
                    <a:pt x="120766" y="412693"/>
                  </a:lnTo>
                  <a:lnTo>
                    <a:pt x="120605" y="412659"/>
                  </a:lnTo>
                  <a:lnTo>
                    <a:pt x="120208" y="412386"/>
                  </a:lnTo>
                  <a:lnTo>
                    <a:pt x="119891" y="412084"/>
                  </a:lnTo>
                  <a:lnTo>
                    <a:pt x="119397" y="412001"/>
                  </a:lnTo>
                  <a:lnTo>
                    <a:pt x="118944" y="412142"/>
                  </a:lnTo>
                  <a:lnTo>
                    <a:pt x="118704" y="412208"/>
                  </a:lnTo>
                  <a:lnTo>
                    <a:pt x="118181" y="412347"/>
                  </a:lnTo>
                  <a:lnTo>
                    <a:pt x="118022" y="412352"/>
                  </a:lnTo>
                  <a:lnTo>
                    <a:pt x="117541" y="412388"/>
                  </a:lnTo>
                  <a:lnTo>
                    <a:pt x="117351" y="412555"/>
                  </a:lnTo>
                  <a:lnTo>
                    <a:pt x="117094" y="412526"/>
                  </a:lnTo>
                  <a:lnTo>
                    <a:pt x="116497" y="412359"/>
                  </a:lnTo>
                  <a:lnTo>
                    <a:pt x="116190" y="412442"/>
                  </a:lnTo>
                  <a:lnTo>
                    <a:pt x="115875" y="412609"/>
                  </a:lnTo>
                  <a:lnTo>
                    <a:pt x="115671" y="412605"/>
                  </a:lnTo>
                  <a:lnTo>
                    <a:pt x="115534" y="412656"/>
                  </a:lnTo>
                  <a:lnTo>
                    <a:pt x="115117" y="413064"/>
                  </a:lnTo>
                  <a:lnTo>
                    <a:pt x="114925" y="413046"/>
                  </a:lnTo>
                  <a:lnTo>
                    <a:pt x="114693" y="413023"/>
                  </a:lnTo>
                  <a:lnTo>
                    <a:pt x="114541" y="413027"/>
                  </a:lnTo>
                  <a:lnTo>
                    <a:pt x="114400" y="413089"/>
                  </a:lnTo>
                  <a:lnTo>
                    <a:pt x="114021" y="413257"/>
                  </a:lnTo>
                  <a:lnTo>
                    <a:pt x="113683" y="413457"/>
                  </a:lnTo>
                  <a:lnTo>
                    <a:pt x="113550" y="413688"/>
                  </a:lnTo>
                  <a:lnTo>
                    <a:pt x="112709" y="413736"/>
                  </a:lnTo>
                  <a:lnTo>
                    <a:pt x="112290" y="414059"/>
                  </a:lnTo>
                  <a:lnTo>
                    <a:pt x="112633" y="414526"/>
                  </a:lnTo>
                  <a:lnTo>
                    <a:pt x="112628" y="414706"/>
                  </a:lnTo>
                  <a:lnTo>
                    <a:pt x="112624" y="414839"/>
                  </a:lnTo>
                  <a:lnTo>
                    <a:pt x="112500" y="415250"/>
                  </a:lnTo>
                  <a:lnTo>
                    <a:pt x="112270" y="415573"/>
                  </a:lnTo>
                  <a:lnTo>
                    <a:pt x="112155" y="415869"/>
                  </a:lnTo>
                  <a:lnTo>
                    <a:pt x="112025" y="416185"/>
                  </a:lnTo>
                  <a:lnTo>
                    <a:pt x="112245" y="416486"/>
                  </a:lnTo>
                  <a:lnTo>
                    <a:pt x="112298" y="416644"/>
                  </a:lnTo>
                  <a:lnTo>
                    <a:pt x="112254" y="416927"/>
                  </a:lnTo>
                  <a:lnTo>
                    <a:pt x="112200" y="417277"/>
                  </a:lnTo>
                  <a:lnTo>
                    <a:pt x="112031" y="417598"/>
                  </a:lnTo>
                  <a:lnTo>
                    <a:pt x="112104" y="418067"/>
                  </a:lnTo>
                  <a:lnTo>
                    <a:pt x="112032" y="418213"/>
                  </a:lnTo>
                  <a:lnTo>
                    <a:pt x="111662" y="418518"/>
                  </a:lnTo>
                  <a:lnTo>
                    <a:pt x="111482" y="418718"/>
                  </a:lnTo>
                  <a:lnTo>
                    <a:pt x="110931" y="418732"/>
                  </a:lnTo>
                  <a:lnTo>
                    <a:pt x="110429" y="419063"/>
                  </a:lnTo>
                  <a:lnTo>
                    <a:pt x="110153" y="419287"/>
                  </a:lnTo>
                  <a:lnTo>
                    <a:pt x="109848" y="419587"/>
                  </a:lnTo>
                  <a:lnTo>
                    <a:pt x="109669" y="419918"/>
                  </a:lnTo>
                  <a:lnTo>
                    <a:pt x="109537" y="420423"/>
                  </a:lnTo>
                  <a:lnTo>
                    <a:pt x="109610" y="420585"/>
                  </a:lnTo>
                  <a:lnTo>
                    <a:pt x="109630" y="421201"/>
                  </a:lnTo>
                  <a:lnTo>
                    <a:pt x="109295" y="421523"/>
                  </a:lnTo>
                  <a:lnTo>
                    <a:pt x="109111" y="421623"/>
                  </a:lnTo>
                  <a:lnTo>
                    <a:pt x="108778" y="421828"/>
                  </a:lnTo>
                  <a:lnTo>
                    <a:pt x="108574" y="422088"/>
                  </a:lnTo>
                  <a:lnTo>
                    <a:pt x="108562" y="422579"/>
                  </a:lnTo>
                  <a:lnTo>
                    <a:pt x="108654" y="422817"/>
                  </a:lnTo>
                  <a:lnTo>
                    <a:pt x="108790" y="423049"/>
                  </a:lnTo>
                  <a:lnTo>
                    <a:pt x="108792" y="423307"/>
                  </a:lnTo>
                  <a:lnTo>
                    <a:pt x="108694" y="423638"/>
                  </a:lnTo>
                  <a:lnTo>
                    <a:pt x="108643" y="423811"/>
                  </a:lnTo>
                  <a:lnTo>
                    <a:pt x="108441" y="424356"/>
                  </a:lnTo>
                  <a:lnTo>
                    <a:pt x="108251" y="424709"/>
                  </a:lnTo>
                  <a:lnTo>
                    <a:pt x="108147" y="425005"/>
                  </a:lnTo>
                  <a:lnTo>
                    <a:pt x="108143" y="425136"/>
                  </a:lnTo>
                  <a:lnTo>
                    <a:pt x="108136" y="425317"/>
                  </a:lnTo>
                  <a:lnTo>
                    <a:pt x="108011" y="425593"/>
                  </a:lnTo>
                  <a:lnTo>
                    <a:pt x="107389" y="426243"/>
                  </a:lnTo>
                  <a:lnTo>
                    <a:pt x="107027" y="426519"/>
                  </a:lnTo>
                  <a:lnTo>
                    <a:pt x="106689" y="426746"/>
                  </a:lnTo>
                  <a:lnTo>
                    <a:pt x="106541" y="427159"/>
                  </a:lnTo>
                  <a:lnTo>
                    <a:pt x="106287" y="427410"/>
                  </a:lnTo>
                  <a:lnTo>
                    <a:pt x="105968" y="427484"/>
                  </a:lnTo>
                  <a:lnTo>
                    <a:pt x="105832" y="428223"/>
                  </a:lnTo>
                  <a:lnTo>
                    <a:pt x="105416" y="428449"/>
                  </a:lnTo>
                  <a:lnTo>
                    <a:pt x="104991" y="428597"/>
                  </a:lnTo>
                  <a:lnTo>
                    <a:pt x="104646" y="429305"/>
                  </a:lnTo>
                  <a:lnTo>
                    <a:pt x="104829" y="429381"/>
                  </a:lnTo>
                  <a:lnTo>
                    <a:pt x="104872" y="429765"/>
                  </a:lnTo>
                  <a:lnTo>
                    <a:pt x="105355" y="430135"/>
                  </a:lnTo>
                  <a:lnTo>
                    <a:pt x="104563" y="431217"/>
                  </a:lnTo>
                  <a:lnTo>
                    <a:pt x="104002" y="431542"/>
                  </a:lnTo>
                  <a:lnTo>
                    <a:pt x="104021" y="432011"/>
                  </a:lnTo>
                  <a:lnTo>
                    <a:pt x="104282" y="432160"/>
                  </a:lnTo>
                  <a:lnTo>
                    <a:pt x="104280" y="432388"/>
                  </a:lnTo>
                  <a:lnTo>
                    <a:pt x="103937" y="432681"/>
                  </a:lnTo>
                  <a:lnTo>
                    <a:pt x="103597" y="432843"/>
                  </a:lnTo>
                  <a:lnTo>
                    <a:pt x="103260" y="432880"/>
                  </a:lnTo>
                  <a:lnTo>
                    <a:pt x="103102" y="433015"/>
                  </a:lnTo>
                  <a:lnTo>
                    <a:pt x="102451" y="433495"/>
                  </a:lnTo>
                  <a:lnTo>
                    <a:pt x="101822" y="434264"/>
                  </a:lnTo>
                  <a:lnTo>
                    <a:pt x="101658" y="434811"/>
                  </a:lnTo>
                  <a:lnTo>
                    <a:pt x="101187" y="436518"/>
                  </a:lnTo>
                  <a:lnTo>
                    <a:pt x="100886" y="436951"/>
                  </a:lnTo>
                  <a:lnTo>
                    <a:pt x="100528" y="437037"/>
                  </a:lnTo>
                  <a:lnTo>
                    <a:pt x="100298" y="436900"/>
                  </a:lnTo>
                  <a:lnTo>
                    <a:pt x="99991" y="437062"/>
                  </a:lnTo>
                  <a:lnTo>
                    <a:pt x="99532" y="437267"/>
                  </a:lnTo>
                  <a:lnTo>
                    <a:pt x="99381" y="437328"/>
                  </a:lnTo>
                  <a:lnTo>
                    <a:pt x="99033" y="437482"/>
                  </a:lnTo>
                  <a:lnTo>
                    <a:pt x="98437" y="437833"/>
                  </a:lnTo>
                  <a:lnTo>
                    <a:pt x="97641" y="438137"/>
                  </a:lnTo>
                  <a:lnTo>
                    <a:pt x="97462" y="438166"/>
                  </a:lnTo>
                  <a:lnTo>
                    <a:pt x="97108" y="438351"/>
                  </a:lnTo>
                  <a:lnTo>
                    <a:pt x="96971" y="438545"/>
                  </a:lnTo>
                  <a:lnTo>
                    <a:pt x="96698" y="438533"/>
                  </a:lnTo>
                  <a:lnTo>
                    <a:pt x="96287" y="438515"/>
                  </a:lnTo>
                  <a:lnTo>
                    <a:pt x="95960" y="438505"/>
                  </a:lnTo>
                  <a:lnTo>
                    <a:pt x="94827" y="439035"/>
                  </a:lnTo>
                  <a:lnTo>
                    <a:pt x="94564" y="438915"/>
                  </a:lnTo>
                  <a:lnTo>
                    <a:pt x="94386" y="438915"/>
                  </a:lnTo>
                  <a:lnTo>
                    <a:pt x="93597" y="439093"/>
                  </a:lnTo>
                  <a:lnTo>
                    <a:pt x="93070" y="439272"/>
                  </a:lnTo>
                  <a:lnTo>
                    <a:pt x="93040" y="439679"/>
                  </a:lnTo>
                  <a:lnTo>
                    <a:pt x="92943" y="439930"/>
                  </a:lnTo>
                  <a:lnTo>
                    <a:pt x="92652" y="440335"/>
                  </a:lnTo>
                  <a:lnTo>
                    <a:pt x="92581" y="440484"/>
                  </a:lnTo>
                  <a:lnTo>
                    <a:pt x="92301" y="440721"/>
                  </a:lnTo>
                  <a:lnTo>
                    <a:pt x="92197" y="440969"/>
                  </a:lnTo>
                  <a:lnTo>
                    <a:pt x="91977" y="441267"/>
                  </a:lnTo>
                  <a:lnTo>
                    <a:pt x="91982" y="441452"/>
                  </a:lnTo>
                  <a:lnTo>
                    <a:pt x="91985" y="441587"/>
                  </a:lnTo>
                  <a:lnTo>
                    <a:pt x="91940" y="441750"/>
                  </a:lnTo>
                  <a:lnTo>
                    <a:pt x="91797" y="442129"/>
                  </a:lnTo>
                  <a:lnTo>
                    <a:pt x="91627" y="442197"/>
                  </a:lnTo>
                  <a:lnTo>
                    <a:pt x="91237" y="442353"/>
                  </a:lnTo>
                  <a:lnTo>
                    <a:pt x="90816" y="442505"/>
                  </a:lnTo>
                  <a:lnTo>
                    <a:pt x="90805" y="442697"/>
                  </a:lnTo>
                  <a:lnTo>
                    <a:pt x="90416" y="443250"/>
                  </a:lnTo>
                  <a:lnTo>
                    <a:pt x="90129" y="443494"/>
                  </a:lnTo>
                  <a:lnTo>
                    <a:pt x="89652" y="443637"/>
                  </a:lnTo>
                  <a:lnTo>
                    <a:pt x="89513" y="443815"/>
                  </a:lnTo>
                  <a:lnTo>
                    <a:pt x="89599" y="444012"/>
                  </a:lnTo>
                  <a:lnTo>
                    <a:pt x="89552" y="444230"/>
                  </a:lnTo>
                  <a:lnTo>
                    <a:pt x="89239" y="444752"/>
                  </a:lnTo>
                  <a:lnTo>
                    <a:pt x="89044" y="444928"/>
                  </a:lnTo>
                  <a:lnTo>
                    <a:pt x="87982" y="445763"/>
                  </a:lnTo>
                  <a:lnTo>
                    <a:pt x="87957" y="445973"/>
                  </a:lnTo>
                  <a:lnTo>
                    <a:pt x="87788" y="446061"/>
                  </a:lnTo>
                  <a:lnTo>
                    <a:pt x="87745" y="446425"/>
                  </a:lnTo>
                  <a:lnTo>
                    <a:pt x="87575" y="446819"/>
                  </a:lnTo>
                  <a:lnTo>
                    <a:pt x="87521" y="447064"/>
                  </a:lnTo>
                  <a:lnTo>
                    <a:pt x="87543" y="447204"/>
                  </a:lnTo>
                  <a:lnTo>
                    <a:pt x="87542" y="447344"/>
                  </a:lnTo>
                  <a:lnTo>
                    <a:pt x="87425" y="447807"/>
                  </a:lnTo>
                  <a:lnTo>
                    <a:pt x="87396" y="448129"/>
                  </a:lnTo>
                  <a:lnTo>
                    <a:pt x="87353" y="448493"/>
                  </a:lnTo>
                  <a:lnTo>
                    <a:pt x="87049" y="448826"/>
                  </a:lnTo>
                  <a:lnTo>
                    <a:pt x="86783" y="449029"/>
                  </a:lnTo>
                  <a:lnTo>
                    <a:pt x="86646" y="449133"/>
                  </a:lnTo>
                  <a:lnTo>
                    <a:pt x="86487" y="449369"/>
                  </a:lnTo>
                  <a:lnTo>
                    <a:pt x="86364" y="449553"/>
                  </a:lnTo>
                  <a:lnTo>
                    <a:pt x="86056" y="450212"/>
                  </a:lnTo>
                  <a:lnTo>
                    <a:pt x="85956" y="450502"/>
                  </a:lnTo>
                  <a:lnTo>
                    <a:pt x="85710" y="450776"/>
                  </a:lnTo>
                  <a:lnTo>
                    <a:pt x="85546" y="451046"/>
                  </a:lnTo>
                  <a:lnTo>
                    <a:pt x="85558" y="451186"/>
                  </a:lnTo>
                  <a:lnTo>
                    <a:pt x="85767" y="451961"/>
                  </a:lnTo>
                  <a:lnTo>
                    <a:pt x="85991" y="452369"/>
                  </a:lnTo>
                  <a:lnTo>
                    <a:pt x="86493" y="452287"/>
                  </a:lnTo>
                  <a:lnTo>
                    <a:pt x="86774" y="452581"/>
                  </a:lnTo>
                  <a:lnTo>
                    <a:pt x="86878" y="452782"/>
                  </a:lnTo>
                  <a:lnTo>
                    <a:pt x="86873" y="453108"/>
                  </a:lnTo>
                  <a:lnTo>
                    <a:pt x="86618" y="453605"/>
                  </a:lnTo>
                  <a:lnTo>
                    <a:pt x="86342" y="454030"/>
                  </a:lnTo>
                  <a:lnTo>
                    <a:pt x="86170" y="454482"/>
                  </a:lnTo>
                  <a:lnTo>
                    <a:pt x="86365" y="454520"/>
                  </a:lnTo>
                  <a:lnTo>
                    <a:pt x="86776" y="454734"/>
                  </a:lnTo>
                  <a:lnTo>
                    <a:pt x="86953" y="454782"/>
                  </a:lnTo>
                  <a:lnTo>
                    <a:pt x="87399" y="455114"/>
                  </a:lnTo>
                  <a:lnTo>
                    <a:pt x="87911" y="455270"/>
                  </a:lnTo>
                  <a:lnTo>
                    <a:pt x="87854" y="455435"/>
                  </a:lnTo>
                  <a:lnTo>
                    <a:pt x="87807" y="455570"/>
                  </a:lnTo>
                  <a:lnTo>
                    <a:pt x="87770" y="455883"/>
                  </a:lnTo>
                  <a:lnTo>
                    <a:pt x="87763" y="456013"/>
                  </a:lnTo>
                  <a:lnTo>
                    <a:pt x="87791" y="456297"/>
                  </a:lnTo>
                  <a:lnTo>
                    <a:pt x="87820" y="456530"/>
                  </a:lnTo>
                  <a:lnTo>
                    <a:pt x="87996" y="456514"/>
                  </a:lnTo>
                  <a:lnTo>
                    <a:pt x="87895" y="457066"/>
                  </a:lnTo>
                  <a:lnTo>
                    <a:pt x="88194" y="457135"/>
                  </a:lnTo>
                  <a:lnTo>
                    <a:pt x="88439" y="457071"/>
                  </a:lnTo>
                  <a:lnTo>
                    <a:pt x="88646" y="457116"/>
                  </a:lnTo>
                  <a:lnTo>
                    <a:pt x="88813" y="457267"/>
                  </a:lnTo>
                  <a:lnTo>
                    <a:pt x="88858" y="457401"/>
                  </a:lnTo>
                  <a:lnTo>
                    <a:pt x="88821" y="457965"/>
                  </a:lnTo>
                  <a:lnTo>
                    <a:pt x="88727" y="458292"/>
                  </a:lnTo>
                  <a:lnTo>
                    <a:pt x="88278" y="458580"/>
                  </a:lnTo>
                  <a:lnTo>
                    <a:pt x="88266" y="458794"/>
                  </a:lnTo>
                  <a:lnTo>
                    <a:pt x="88396" y="458972"/>
                  </a:lnTo>
                  <a:lnTo>
                    <a:pt x="88675" y="459032"/>
                  </a:lnTo>
                  <a:lnTo>
                    <a:pt x="89020" y="458944"/>
                  </a:lnTo>
                  <a:lnTo>
                    <a:pt x="89168" y="458656"/>
                  </a:lnTo>
                  <a:lnTo>
                    <a:pt x="89277" y="458390"/>
                  </a:lnTo>
                  <a:lnTo>
                    <a:pt x="89475" y="458471"/>
                  </a:lnTo>
                  <a:lnTo>
                    <a:pt x="89726" y="458622"/>
                  </a:lnTo>
                  <a:lnTo>
                    <a:pt x="90031" y="458389"/>
                  </a:lnTo>
                  <a:lnTo>
                    <a:pt x="90434" y="458135"/>
                  </a:lnTo>
                  <a:lnTo>
                    <a:pt x="90580" y="458140"/>
                  </a:lnTo>
                  <a:lnTo>
                    <a:pt x="90790" y="458205"/>
                  </a:lnTo>
                  <a:lnTo>
                    <a:pt x="90847" y="458619"/>
                  </a:lnTo>
                  <a:lnTo>
                    <a:pt x="90823" y="458822"/>
                  </a:lnTo>
                  <a:lnTo>
                    <a:pt x="90898" y="459055"/>
                  </a:lnTo>
                  <a:lnTo>
                    <a:pt x="90921" y="459273"/>
                  </a:lnTo>
                  <a:lnTo>
                    <a:pt x="90703" y="459673"/>
                  </a:lnTo>
                  <a:lnTo>
                    <a:pt x="90840" y="459890"/>
                  </a:lnTo>
                  <a:lnTo>
                    <a:pt x="91303" y="460296"/>
                  </a:lnTo>
                  <a:lnTo>
                    <a:pt x="91448" y="460392"/>
                  </a:lnTo>
                  <a:lnTo>
                    <a:pt x="91832" y="460479"/>
                  </a:lnTo>
                  <a:lnTo>
                    <a:pt x="92034" y="460432"/>
                  </a:lnTo>
                  <a:lnTo>
                    <a:pt x="92166" y="460421"/>
                  </a:lnTo>
                  <a:lnTo>
                    <a:pt x="92337" y="460428"/>
                  </a:lnTo>
                  <a:lnTo>
                    <a:pt x="92465" y="460487"/>
                  </a:lnTo>
                  <a:lnTo>
                    <a:pt x="92665" y="460760"/>
                  </a:lnTo>
                  <a:lnTo>
                    <a:pt x="92681" y="460918"/>
                  </a:lnTo>
                  <a:lnTo>
                    <a:pt x="92578" y="461233"/>
                  </a:lnTo>
                  <a:lnTo>
                    <a:pt x="92981" y="461782"/>
                  </a:lnTo>
                  <a:lnTo>
                    <a:pt x="92997" y="462256"/>
                  </a:lnTo>
                  <a:lnTo>
                    <a:pt x="92815" y="463106"/>
                  </a:lnTo>
                  <a:lnTo>
                    <a:pt x="93082" y="463356"/>
                  </a:lnTo>
                  <a:lnTo>
                    <a:pt x="92962" y="463902"/>
                  </a:lnTo>
                  <a:lnTo>
                    <a:pt x="92938" y="464036"/>
                  </a:lnTo>
                  <a:lnTo>
                    <a:pt x="93102" y="464263"/>
                  </a:lnTo>
                  <a:lnTo>
                    <a:pt x="93084" y="464411"/>
                  </a:lnTo>
                  <a:lnTo>
                    <a:pt x="93192" y="464830"/>
                  </a:lnTo>
                  <a:lnTo>
                    <a:pt x="93107" y="465128"/>
                  </a:lnTo>
                  <a:lnTo>
                    <a:pt x="93113" y="465263"/>
                  </a:lnTo>
                  <a:lnTo>
                    <a:pt x="93327" y="465585"/>
                  </a:lnTo>
                  <a:lnTo>
                    <a:pt x="93407" y="465989"/>
                  </a:lnTo>
                  <a:lnTo>
                    <a:pt x="93008" y="465962"/>
                  </a:lnTo>
                  <a:lnTo>
                    <a:pt x="92857" y="465926"/>
                  </a:lnTo>
                  <a:lnTo>
                    <a:pt x="92686" y="465842"/>
                  </a:lnTo>
                  <a:lnTo>
                    <a:pt x="92791" y="465186"/>
                  </a:lnTo>
                  <a:lnTo>
                    <a:pt x="92541" y="465076"/>
                  </a:lnTo>
                  <a:lnTo>
                    <a:pt x="92037" y="464864"/>
                  </a:lnTo>
                  <a:lnTo>
                    <a:pt x="91948" y="465225"/>
                  </a:lnTo>
                  <a:lnTo>
                    <a:pt x="92108" y="465632"/>
                  </a:lnTo>
                  <a:lnTo>
                    <a:pt x="92009" y="465889"/>
                  </a:lnTo>
                  <a:lnTo>
                    <a:pt x="91825" y="466046"/>
                  </a:lnTo>
                  <a:lnTo>
                    <a:pt x="91144" y="466287"/>
                  </a:lnTo>
                  <a:lnTo>
                    <a:pt x="90646" y="466519"/>
                  </a:lnTo>
                  <a:lnTo>
                    <a:pt x="90476" y="466486"/>
                  </a:lnTo>
                  <a:lnTo>
                    <a:pt x="90249" y="466165"/>
                  </a:lnTo>
                  <a:lnTo>
                    <a:pt x="90323" y="465990"/>
                  </a:lnTo>
                  <a:lnTo>
                    <a:pt x="90323" y="465705"/>
                  </a:lnTo>
                  <a:lnTo>
                    <a:pt x="90214" y="465545"/>
                  </a:lnTo>
                  <a:lnTo>
                    <a:pt x="90131" y="465751"/>
                  </a:lnTo>
                  <a:lnTo>
                    <a:pt x="89968" y="465996"/>
                  </a:lnTo>
                  <a:lnTo>
                    <a:pt x="90050" y="466354"/>
                  </a:lnTo>
                  <a:lnTo>
                    <a:pt x="89946" y="466506"/>
                  </a:lnTo>
                  <a:lnTo>
                    <a:pt x="89775" y="466836"/>
                  </a:lnTo>
                  <a:lnTo>
                    <a:pt x="89426" y="466842"/>
                  </a:lnTo>
                  <a:lnTo>
                    <a:pt x="89229" y="466846"/>
                  </a:lnTo>
                  <a:lnTo>
                    <a:pt x="89006" y="466970"/>
                  </a:lnTo>
                  <a:lnTo>
                    <a:pt x="88916" y="467127"/>
                  </a:lnTo>
                  <a:lnTo>
                    <a:pt x="89108" y="467419"/>
                  </a:lnTo>
                  <a:lnTo>
                    <a:pt x="88941" y="467594"/>
                  </a:lnTo>
                  <a:lnTo>
                    <a:pt x="88731" y="468190"/>
                  </a:lnTo>
                  <a:lnTo>
                    <a:pt x="88532" y="468320"/>
                  </a:lnTo>
                  <a:lnTo>
                    <a:pt x="87536" y="468464"/>
                  </a:lnTo>
                  <a:lnTo>
                    <a:pt x="87298" y="468708"/>
                  </a:lnTo>
                  <a:lnTo>
                    <a:pt x="86991" y="468737"/>
                  </a:lnTo>
                  <a:lnTo>
                    <a:pt x="86669" y="468666"/>
                  </a:lnTo>
                  <a:lnTo>
                    <a:pt x="86225" y="468138"/>
                  </a:lnTo>
                  <a:lnTo>
                    <a:pt x="86076" y="468070"/>
                  </a:lnTo>
                  <a:lnTo>
                    <a:pt x="86065" y="467869"/>
                  </a:lnTo>
                  <a:lnTo>
                    <a:pt x="86207" y="467618"/>
                  </a:lnTo>
                  <a:lnTo>
                    <a:pt x="86312" y="467282"/>
                  </a:lnTo>
                  <a:lnTo>
                    <a:pt x="86352" y="467077"/>
                  </a:lnTo>
                  <a:lnTo>
                    <a:pt x="86281" y="466697"/>
                  </a:lnTo>
                  <a:lnTo>
                    <a:pt x="85931" y="466621"/>
                  </a:lnTo>
                  <a:lnTo>
                    <a:pt x="85784" y="466696"/>
                  </a:lnTo>
                  <a:lnTo>
                    <a:pt x="85621" y="466667"/>
                  </a:lnTo>
                  <a:lnTo>
                    <a:pt x="85486" y="466623"/>
                  </a:lnTo>
                  <a:lnTo>
                    <a:pt x="85181" y="466384"/>
                  </a:lnTo>
                  <a:lnTo>
                    <a:pt x="85155" y="466214"/>
                  </a:lnTo>
                  <a:lnTo>
                    <a:pt x="85106" y="466005"/>
                  </a:lnTo>
                  <a:lnTo>
                    <a:pt x="84940" y="465796"/>
                  </a:lnTo>
                  <a:lnTo>
                    <a:pt x="84810" y="465768"/>
                  </a:lnTo>
                  <a:lnTo>
                    <a:pt x="84717" y="465490"/>
                  </a:lnTo>
                  <a:lnTo>
                    <a:pt x="84738" y="465185"/>
                  </a:lnTo>
                  <a:lnTo>
                    <a:pt x="84758" y="464911"/>
                  </a:lnTo>
                  <a:lnTo>
                    <a:pt x="84527" y="464580"/>
                  </a:lnTo>
                  <a:lnTo>
                    <a:pt x="84312" y="464532"/>
                  </a:lnTo>
                  <a:lnTo>
                    <a:pt x="84190" y="464157"/>
                  </a:lnTo>
                  <a:lnTo>
                    <a:pt x="83827" y="463857"/>
                  </a:lnTo>
                  <a:lnTo>
                    <a:pt x="83172" y="463862"/>
                  </a:lnTo>
                  <a:lnTo>
                    <a:pt x="83044" y="463742"/>
                  </a:lnTo>
                  <a:lnTo>
                    <a:pt x="82846" y="463576"/>
                  </a:lnTo>
                  <a:lnTo>
                    <a:pt x="82266" y="463461"/>
                  </a:lnTo>
                  <a:lnTo>
                    <a:pt x="82120" y="463723"/>
                  </a:lnTo>
                  <a:lnTo>
                    <a:pt x="81897" y="463919"/>
                  </a:lnTo>
                  <a:lnTo>
                    <a:pt x="81612" y="464079"/>
                  </a:lnTo>
                  <a:lnTo>
                    <a:pt x="81211" y="464175"/>
                  </a:lnTo>
                  <a:lnTo>
                    <a:pt x="81028" y="463981"/>
                  </a:lnTo>
                  <a:lnTo>
                    <a:pt x="80900" y="463872"/>
                  </a:lnTo>
                  <a:lnTo>
                    <a:pt x="80558" y="463713"/>
                  </a:lnTo>
                  <a:lnTo>
                    <a:pt x="80526" y="463399"/>
                  </a:lnTo>
                  <a:lnTo>
                    <a:pt x="80128" y="463367"/>
                  </a:lnTo>
                  <a:lnTo>
                    <a:pt x="79621" y="463271"/>
                  </a:lnTo>
                  <a:lnTo>
                    <a:pt x="79398" y="463436"/>
                  </a:lnTo>
                  <a:lnTo>
                    <a:pt x="79232" y="463488"/>
                  </a:lnTo>
                  <a:lnTo>
                    <a:pt x="79058" y="463501"/>
                  </a:lnTo>
                  <a:lnTo>
                    <a:pt x="78895" y="463719"/>
                  </a:lnTo>
                  <a:lnTo>
                    <a:pt x="78531" y="463985"/>
                  </a:lnTo>
                  <a:lnTo>
                    <a:pt x="78559" y="464635"/>
                  </a:lnTo>
                  <a:lnTo>
                    <a:pt x="78624" y="464883"/>
                  </a:lnTo>
                  <a:lnTo>
                    <a:pt x="78367" y="464974"/>
                  </a:lnTo>
                  <a:lnTo>
                    <a:pt x="78232" y="464942"/>
                  </a:lnTo>
                  <a:lnTo>
                    <a:pt x="77927" y="464851"/>
                  </a:lnTo>
                  <a:lnTo>
                    <a:pt x="77361" y="464639"/>
                  </a:lnTo>
                  <a:lnTo>
                    <a:pt x="76906" y="464636"/>
                  </a:lnTo>
                  <a:lnTo>
                    <a:pt x="76880" y="465202"/>
                  </a:lnTo>
                  <a:lnTo>
                    <a:pt x="76609" y="465489"/>
                  </a:lnTo>
                  <a:lnTo>
                    <a:pt x="76418" y="465391"/>
                  </a:lnTo>
                  <a:lnTo>
                    <a:pt x="76346" y="465642"/>
                  </a:lnTo>
                  <a:lnTo>
                    <a:pt x="76599" y="466130"/>
                  </a:lnTo>
                  <a:lnTo>
                    <a:pt x="76566" y="466262"/>
                  </a:lnTo>
                  <a:lnTo>
                    <a:pt x="76268" y="466773"/>
                  </a:lnTo>
                  <a:lnTo>
                    <a:pt x="76286" y="466963"/>
                  </a:lnTo>
                  <a:lnTo>
                    <a:pt x="76553" y="467170"/>
                  </a:lnTo>
                  <a:lnTo>
                    <a:pt x="76432" y="467547"/>
                  </a:lnTo>
                  <a:lnTo>
                    <a:pt x="76174" y="467947"/>
                  </a:lnTo>
                  <a:lnTo>
                    <a:pt x="75934" y="468190"/>
                  </a:lnTo>
                  <a:lnTo>
                    <a:pt x="75786" y="468120"/>
                  </a:lnTo>
                  <a:lnTo>
                    <a:pt x="74998" y="469181"/>
                  </a:lnTo>
                  <a:lnTo>
                    <a:pt x="74949" y="469367"/>
                  </a:lnTo>
                  <a:lnTo>
                    <a:pt x="74681" y="469572"/>
                  </a:lnTo>
                  <a:lnTo>
                    <a:pt x="74417" y="469704"/>
                  </a:lnTo>
                  <a:lnTo>
                    <a:pt x="73981" y="469671"/>
                  </a:lnTo>
                  <a:lnTo>
                    <a:pt x="73357" y="469398"/>
                  </a:lnTo>
                  <a:lnTo>
                    <a:pt x="72860" y="469514"/>
                  </a:lnTo>
                  <a:lnTo>
                    <a:pt x="72462" y="469713"/>
                  </a:lnTo>
                  <a:lnTo>
                    <a:pt x="72047" y="469906"/>
                  </a:lnTo>
                  <a:lnTo>
                    <a:pt x="71909" y="469868"/>
                  </a:lnTo>
                  <a:lnTo>
                    <a:pt x="71452" y="470351"/>
                  </a:lnTo>
                  <a:lnTo>
                    <a:pt x="71429" y="470106"/>
                  </a:lnTo>
                  <a:lnTo>
                    <a:pt x="71423" y="469840"/>
                  </a:lnTo>
                  <a:lnTo>
                    <a:pt x="71261" y="469796"/>
                  </a:lnTo>
                  <a:lnTo>
                    <a:pt x="71612" y="469345"/>
                  </a:lnTo>
                  <a:lnTo>
                    <a:pt x="71626" y="469215"/>
                  </a:lnTo>
                  <a:lnTo>
                    <a:pt x="71748" y="468521"/>
                  </a:lnTo>
                  <a:lnTo>
                    <a:pt x="71658" y="467941"/>
                  </a:lnTo>
                  <a:lnTo>
                    <a:pt x="71160" y="467507"/>
                  </a:lnTo>
                  <a:lnTo>
                    <a:pt x="71044" y="467224"/>
                  </a:lnTo>
                  <a:lnTo>
                    <a:pt x="71144" y="466875"/>
                  </a:lnTo>
                  <a:lnTo>
                    <a:pt x="71206" y="466595"/>
                  </a:lnTo>
                  <a:lnTo>
                    <a:pt x="71251" y="466329"/>
                  </a:lnTo>
                  <a:lnTo>
                    <a:pt x="71060" y="466361"/>
                  </a:lnTo>
                  <a:lnTo>
                    <a:pt x="70660" y="466363"/>
                  </a:lnTo>
                  <a:lnTo>
                    <a:pt x="70463" y="466188"/>
                  </a:lnTo>
                  <a:lnTo>
                    <a:pt x="69872" y="466079"/>
                  </a:lnTo>
                  <a:lnTo>
                    <a:pt x="69314" y="466188"/>
                  </a:lnTo>
                  <a:lnTo>
                    <a:pt x="69143" y="466248"/>
                  </a:lnTo>
                  <a:lnTo>
                    <a:pt x="69185" y="466533"/>
                  </a:lnTo>
                  <a:lnTo>
                    <a:pt x="69129" y="466887"/>
                  </a:lnTo>
                  <a:lnTo>
                    <a:pt x="68842" y="466888"/>
                  </a:lnTo>
                  <a:lnTo>
                    <a:pt x="68695" y="466771"/>
                  </a:lnTo>
                  <a:lnTo>
                    <a:pt x="68513" y="466734"/>
                  </a:lnTo>
                  <a:lnTo>
                    <a:pt x="68300" y="466748"/>
                  </a:lnTo>
                  <a:lnTo>
                    <a:pt x="68126" y="466775"/>
                  </a:lnTo>
                  <a:lnTo>
                    <a:pt x="68092" y="466918"/>
                  </a:lnTo>
                  <a:lnTo>
                    <a:pt x="67878" y="467066"/>
                  </a:lnTo>
                  <a:lnTo>
                    <a:pt x="67668" y="466983"/>
                  </a:lnTo>
                  <a:lnTo>
                    <a:pt x="67438" y="466908"/>
                  </a:lnTo>
                  <a:lnTo>
                    <a:pt x="67296" y="466887"/>
                  </a:lnTo>
                  <a:lnTo>
                    <a:pt x="66954" y="466734"/>
                  </a:lnTo>
                  <a:lnTo>
                    <a:pt x="66433" y="466661"/>
                  </a:lnTo>
                  <a:lnTo>
                    <a:pt x="66227" y="466643"/>
                  </a:lnTo>
                  <a:lnTo>
                    <a:pt x="66080" y="466654"/>
                  </a:lnTo>
                  <a:lnTo>
                    <a:pt x="66054" y="466878"/>
                  </a:lnTo>
                  <a:lnTo>
                    <a:pt x="65846" y="466856"/>
                  </a:lnTo>
                  <a:lnTo>
                    <a:pt x="65811" y="467035"/>
                  </a:lnTo>
                  <a:lnTo>
                    <a:pt x="65545" y="466883"/>
                  </a:lnTo>
                  <a:lnTo>
                    <a:pt x="65572" y="466721"/>
                  </a:lnTo>
                  <a:lnTo>
                    <a:pt x="65476" y="466580"/>
                  </a:lnTo>
                  <a:lnTo>
                    <a:pt x="65215" y="466449"/>
                  </a:lnTo>
                  <a:lnTo>
                    <a:pt x="65035" y="466412"/>
                  </a:lnTo>
                  <a:lnTo>
                    <a:pt x="65035" y="466066"/>
                  </a:lnTo>
                  <a:lnTo>
                    <a:pt x="64670" y="465719"/>
                  </a:lnTo>
                  <a:lnTo>
                    <a:pt x="63980" y="466196"/>
                  </a:lnTo>
                  <a:lnTo>
                    <a:pt x="63848" y="466324"/>
                  </a:lnTo>
                  <a:lnTo>
                    <a:pt x="63498" y="466116"/>
                  </a:lnTo>
                  <a:lnTo>
                    <a:pt x="63246" y="466087"/>
                  </a:lnTo>
                  <a:lnTo>
                    <a:pt x="63111" y="466074"/>
                  </a:lnTo>
                  <a:lnTo>
                    <a:pt x="62706" y="466422"/>
                  </a:lnTo>
                  <a:lnTo>
                    <a:pt x="62562" y="466411"/>
                  </a:lnTo>
                  <a:lnTo>
                    <a:pt x="62180" y="466383"/>
                  </a:lnTo>
                  <a:lnTo>
                    <a:pt x="61637" y="466351"/>
                  </a:lnTo>
                  <a:lnTo>
                    <a:pt x="61257" y="466407"/>
                  </a:lnTo>
                  <a:lnTo>
                    <a:pt x="61017" y="466455"/>
                  </a:lnTo>
                  <a:lnTo>
                    <a:pt x="60628" y="466539"/>
                  </a:lnTo>
                  <a:lnTo>
                    <a:pt x="60628" y="466723"/>
                  </a:lnTo>
                  <a:lnTo>
                    <a:pt x="60585" y="466858"/>
                  </a:lnTo>
                  <a:lnTo>
                    <a:pt x="60257" y="467076"/>
                  </a:lnTo>
                  <a:lnTo>
                    <a:pt x="60081" y="467092"/>
                  </a:lnTo>
                  <a:lnTo>
                    <a:pt x="59953" y="466937"/>
                  </a:lnTo>
                  <a:lnTo>
                    <a:pt x="59767" y="466866"/>
                  </a:lnTo>
                  <a:lnTo>
                    <a:pt x="59374" y="467159"/>
                  </a:lnTo>
                  <a:lnTo>
                    <a:pt x="59179" y="467123"/>
                  </a:lnTo>
                  <a:lnTo>
                    <a:pt x="58502" y="467356"/>
                  </a:lnTo>
                  <a:lnTo>
                    <a:pt x="58560" y="467027"/>
                  </a:lnTo>
                  <a:lnTo>
                    <a:pt x="58688" y="466307"/>
                  </a:lnTo>
                  <a:lnTo>
                    <a:pt x="58536" y="466264"/>
                  </a:lnTo>
                  <a:lnTo>
                    <a:pt x="58381" y="466221"/>
                  </a:lnTo>
                  <a:lnTo>
                    <a:pt x="58246" y="466204"/>
                  </a:lnTo>
                  <a:lnTo>
                    <a:pt x="58100" y="465942"/>
                  </a:lnTo>
                  <a:lnTo>
                    <a:pt x="57526" y="465873"/>
                  </a:lnTo>
                  <a:lnTo>
                    <a:pt x="56980" y="465386"/>
                  </a:lnTo>
                  <a:lnTo>
                    <a:pt x="56733" y="465386"/>
                  </a:lnTo>
                  <a:lnTo>
                    <a:pt x="56544" y="465378"/>
                  </a:lnTo>
                  <a:lnTo>
                    <a:pt x="56361" y="464891"/>
                  </a:lnTo>
                  <a:lnTo>
                    <a:pt x="55932" y="465181"/>
                  </a:lnTo>
                  <a:lnTo>
                    <a:pt x="55814" y="464867"/>
                  </a:lnTo>
                  <a:lnTo>
                    <a:pt x="55414" y="464745"/>
                  </a:lnTo>
                  <a:lnTo>
                    <a:pt x="55063" y="464684"/>
                  </a:lnTo>
                  <a:lnTo>
                    <a:pt x="54277" y="464432"/>
                  </a:lnTo>
                  <a:lnTo>
                    <a:pt x="54165" y="464257"/>
                  </a:lnTo>
                  <a:lnTo>
                    <a:pt x="54181" y="464113"/>
                  </a:lnTo>
                  <a:lnTo>
                    <a:pt x="53923" y="464080"/>
                  </a:lnTo>
                  <a:lnTo>
                    <a:pt x="53824" y="463750"/>
                  </a:lnTo>
                  <a:lnTo>
                    <a:pt x="53694" y="463419"/>
                  </a:lnTo>
                  <a:lnTo>
                    <a:pt x="53514" y="463414"/>
                  </a:lnTo>
                  <a:lnTo>
                    <a:pt x="53285" y="463427"/>
                  </a:lnTo>
                  <a:lnTo>
                    <a:pt x="53054" y="463514"/>
                  </a:lnTo>
                  <a:lnTo>
                    <a:pt x="52951" y="463659"/>
                  </a:lnTo>
                  <a:lnTo>
                    <a:pt x="52440" y="463624"/>
                  </a:lnTo>
                  <a:lnTo>
                    <a:pt x="52450" y="463479"/>
                  </a:lnTo>
                  <a:lnTo>
                    <a:pt x="51893" y="463442"/>
                  </a:lnTo>
                  <a:lnTo>
                    <a:pt x="51938" y="463139"/>
                  </a:lnTo>
                  <a:lnTo>
                    <a:pt x="51967" y="462903"/>
                  </a:lnTo>
                  <a:lnTo>
                    <a:pt x="51972" y="462727"/>
                  </a:lnTo>
                  <a:lnTo>
                    <a:pt x="51751" y="462465"/>
                  </a:lnTo>
                  <a:lnTo>
                    <a:pt x="51417" y="462526"/>
                  </a:lnTo>
                  <a:lnTo>
                    <a:pt x="51306" y="462816"/>
                  </a:lnTo>
                  <a:lnTo>
                    <a:pt x="50871" y="462789"/>
                  </a:lnTo>
                  <a:lnTo>
                    <a:pt x="50741" y="462664"/>
                  </a:lnTo>
                  <a:lnTo>
                    <a:pt x="50530" y="462660"/>
                  </a:lnTo>
                  <a:lnTo>
                    <a:pt x="50204" y="462616"/>
                  </a:lnTo>
                  <a:lnTo>
                    <a:pt x="50213" y="462452"/>
                  </a:lnTo>
                  <a:lnTo>
                    <a:pt x="50033" y="462541"/>
                  </a:lnTo>
                  <a:lnTo>
                    <a:pt x="49764" y="462398"/>
                  </a:lnTo>
                  <a:lnTo>
                    <a:pt x="49774" y="462252"/>
                  </a:lnTo>
                  <a:lnTo>
                    <a:pt x="49754" y="462101"/>
                  </a:lnTo>
                  <a:lnTo>
                    <a:pt x="49396" y="461741"/>
                  </a:lnTo>
                  <a:lnTo>
                    <a:pt x="49400" y="461578"/>
                  </a:lnTo>
                  <a:lnTo>
                    <a:pt x="49328" y="461417"/>
                  </a:lnTo>
                  <a:lnTo>
                    <a:pt x="49342" y="461288"/>
                  </a:lnTo>
                  <a:lnTo>
                    <a:pt x="48950" y="461259"/>
                  </a:lnTo>
                  <a:lnTo>
                    <a:pt x="48728" y="461282"/>
                  </a:lnTo>
                  <a:lnTo>
                    <a:pt x="48706" y="461490"/>
                  </a:lnTo>
                  <a:lnTo>
                    <a:pt x="48695" y="461621"/>
                  </a:lnTo>
                  <a:lnTo>
                    <a:pt x="48437" y="461513"/>
                  </a:lnTo>
                  <a:lnTo>
                    <a:pt x="47877" y="461692"/>
                  </a:lnTo>
                  <a:lnTo>
                    <a:pt x="47563" y="461717"/>
                  </a:lnTo>
                  <a:lnTo>
                    <a:pt x="47253" y="461570"/>
                  </a:lnTo>
                  <a:lnTo>
                    <a:pt x="46775" y="461328"/>
                  </a:lnTo>
                  <a:lnTo>
                    <a:pt x="46644" y="461267"/>
                  </a:lnTo>
                  <a:lnTo>
                    <a:pt x="46490" y="461195"/>
                  </a:lnTo>
                  <a:lnTo>
                    <a:pt x="46298" y="461105"/>
                  </a:lnTo>
                  <a:lnTo>
                    <a:pt x="46147" y="461027"/>
                  </a:lnTo>
                  <a:lnTo>
                    <a:pt x="46004" y="461062"/>
                  </a:lnTo>
                  <a:lnTo>
                    <a:pt x="45546" y="461352"/>
                  </a:lnTo>
                  <a:lnTo>
                    <a:pt x="45378" y="461480"/>
                  </a:lnTo>
                  <a:lnTo>
                    <a:pt x="45074" y="461350"/>
                  </a:lnTo>
                  <a:lnTo>
                    <a:pt x="44597" y="460615"/>
                  </a:lnTo>
                  <a:lnTo>
                    <a:pt x="44144" y="460564"/>
                  </a:lnTo>
                  <a:lnTo>
                    <a:pt x="44079" y="460741"/>
                  </a:lnTo>
                  <a:lnTo>
                    <a:pt x="43932" y="461557"/>
                  </a:lnTo>
                  <a:lnTo>
                    <a:pt x="43472" y="461644"/>
                  </a:lnTo>
                  <a:lnTo>
                    <a:pt x="43050" y="461772"/>
                  </a:lnTo>
                  <a:lnTo>
                    <a:pt x="42905" y="461871"/>
                  </a:lnTo>
                  <a:lnTo>
                    <a:pt x="42700" y="461580"/>
                  </a:lnTo>
                  <a:lnTo>
                    <a:pt x="42705" y="461349"/>
                  </a:lnTo>
                  <a:lnTo>
                    <a:pt x="42707" y="460805"/>
                  </a:lnTo>
                  <a:lnTo>
                    <a:pt x="42365" y="460715"/>
                  </a:lnTo>
                  <a:lnTo>
                    <a:pt x="42227" y="460795"/>
                  </a:lnTo>
                  <a:lnTo>
                    <a:pt x="41969" y="460669"/>
                  </a:lnTo>
                  <a:lnTo>
                    <a:pt x="41491" y="460350"/>
                  </a:lnTo>
                  <a:lnTo>
                    <a:pt x="41314" y="460254"/>
                  </a:lnTo>
                  <a:lnTo>
                    <a:pt x="40957" y="460236"/>
                  </a:lnTo>
                  <a:lnTo>
                    <a:pt x="40963" y="460454"/>
                  </a:lnTo>
                  <a:lnTo>
                    <a:pt x="40288" y="460513"/>
                  </a:lnTo>
                  <a:lnTo>
                    <a:pt x="39960" y="460452"/>
                  </a:lnTo>
                  <a:lnTo>
                    <a:pt x="39752" y="460412"/>
                  </a:lnTo>
                  <a:lnTo>
                    <a:pt x="39484" y="460525"/>
                  </a:lnTo>
                  <a:lnTo>
                    <a:pt x="39070" y="460593"/>
                  </a:lnTo>
                  <a:lnTo>
                    <a:pt x="38330" y="460334"/>
                  </a:lnTo>
                  <a:lnTo>
                    <a:pt x="38285" y="460154"/>
                  </a:lnTo>
                  <a:lnTo>
                    <a:pt x="38229" y="459970"/>
                  </a:lnTo>
                  <a:lnTo>
                    <a:pt x="38103" y="459825"/>
                  </a:lnTo>
                  <a:lnTo>
                    <a:pt x="37674" y="459502"/>
                  </a:lnTo>
                  <a:lnTo>
                    <a:pt x="37508" y="459149"/>
                  </a:lnTo>
                  <a:lnTo>
                    <a:pt x="37741" y="459107"/>
                  </a:lnTo>
                  <a:lnTo>
                    <a:pt x="38065" y="458781"/>
                  </a:lnTo>
                  <a:lnTo>
                    <a:pt x="38300" y="458471"/>
                  </a:lnTo>
                  <a:lnTo>
                    <a:pt x="38162" y="458046"/>
                  </a:lnTo>
                  <a:lnTo>
                    <a:pt x="38027" y="458023"/>
                  </a:lnTo>
                  <a:lnTo>
                    <a:pt x="37634" y="458150"/>
                  </a:lnTo>
                  <a:lnTo>
                    <a:pt x="37250" y="457708"/>
                  </a:lnTo>
                  <a:lnTo>
                    <a:pt x="37087" y="456998"/>
                  </a:lnTo>
                  <a:lnTo>
                    <a:pt x="36776" y="456955"/>
                  </a:lnTo>
                  <a:lnTo>
                    <a:pt x="36586" y="457146"/>
                  </a:lnTo>
                  <a:lnTo>
                    <a:pt x="36537" y="457409"/>
                  </a:lnTo>
                  <a:lnTo>
                    <a:pt x="36257" y="457430"/>
                  </a:lnTo>
                  <a:lnTo>
                    <a:pt x="36070" y="457212"/>
                  </a:lnTo>
                  <a:lnTo>
                    <a:pt x="35948" y="457073"/>
                  </a:lnTo>
                  <a:lnTo>
                    <a:pt x="35179" y="456772"/>
                  </a:lnTo>
                  <a:lnTo>
                    <a:pt x="35144" y="457087"/>
                  </a:lnTo>
                  <a:lnTo>
                    <a:pt x="35249" y="457406"/>
                  </a:lnTo>
                  <a:lnTo>
                    <a:pt x="35508" y="457394"/>
                  </a:lnTo>
                  <a:lnTo>
                    <a:pt x="35806" y="457463"/>
                  </a:lnTo>
                  <a:lnTo>
                    <a:pt x="36124" y="457925"/>
                  </a:lnTo>
                  <a:lnTo>
                    <a:pt x="35764" y="458703"/>
                  </a:lnTo>
                  <a:lnTo>
                    <a:pt x="35345" y="458572"/>
                  </a:lnTo>
                  <a:lnTo>
                    <a:pt x="35226" y="458132"/>
                  </a:lnTo>
                  <a:lnTo>
                    <a:pt x="35044" y="457792"/>
                  </a:lnTo>
                  <a:lnTo>
                    <a:pt x="34503" y="456899"/>
                  </a:lnTo>
                  <a:lnTo>
                    <a:pt x="34366" y="456820"/>
                  </a:lnTo>
                  <a:lnTo>
                    <a:pt x="33964" y="456855"/>
                  </a:lnTo>
                  <a:lnTo>
                    <a:pt x="34032" y="457313"/>
                  </a:lnTo>
                  <a:lnTo>
                    <a:pt x="34334" y="457381"/>
                  </a:lnTo>
                  <a:lnTo>
                    <a:pt x="34386" y="457561"/>
                  </a:lnTo>
                  <a:lnTo>
                    <a:pt x="34252" y="457775"/>
                  </a:lnTo>
                  <a:lnTo>
                    <a:pt x="33987" y="457704"/>
                  </a:lnTo>
                  <a:lnTo>
                    <a:pt x="33794" y="457654"/>
                  </a:lnTo>
                  <a:lnTo>
                    <a:pt x="33656" y="457674"/>
                  </a:lnTo>
                  <a:lnTo>
                    <a:pt x="33486" y="457811"/>
                  </a:lnTo>
                  <a:lnTo>
                    <a:pt x="33529" y="458042"/>
                  </a:lnTo>
                  <a:lnTo>
                    <a:pt x="33509" y="458299"/>
                  </a:lnTo>
                  <a:lnTo>
                    <a:pt x="33400" y="458463"/>
                  </a:lnTo>
                  <a:lnTo>
                    <a:pt x="32783" y="458694"/>
                  </a:lnTo>
                  <a:lnTo>
                    <a:pt x="32502" y="458627"/>
                  </a:lnTo>
                  <a:lnTo>
                    <a:pt x="32483" y="458380"/>
                  </a:lnTo>
                  <a:lnTo>
                    <a:pt x="31764" y="457198"/>
                  </a:lnTo>
                  <a:lnTo>
                    <a:pt x="31696" y="457065"/>
                  </a:lnTo>
                  <a:lnTo>
                    <a:pt x="31474" y="456976"/>
                  </a:lnTo>
                  <a:lnTo>
                    <a:pt x="30891" y="457055"/>
                  </a:lnTo>
                  <a:lnTo>
                    <a:pt x="30703" y="457061"/>
                  </a:lnTo>
                  <a:lnTo>
                    <a:pt x="30557" y="457093"/>
                  </a:lnTo>
                  <a:lnTo>
                    <a:pt x="30299" y="457165"/>
                  </a:lnTo>
                  <a:lnTo>
                    <a:pt x="30198" y="457344"/>
                  </a:lnTo>
                  <a:lnTo>
                    <a:pt x="30274" y="457734"/>
                  </a:lnTo>
                  <a:lnTo>
                    <a:pt x="30234" y="457934"/>
                  </a:lnTo>
                  <a:lnTo>
                    <a:pt x="29942" y="457870"/>
                  </a:lnTo>
                  <a:lnTo>
                    <a:pt x="29624" y="457844"/>
                  </a:lnTo>
                  <a:lnTo>
                    <a:pt x="29268" y="457917"/>
                  </a:lnTo>
                  <a:lnTo>
                    <a:pt x="29111" y="457992"/>
                  </a:lnTo>
                  <a:lnTo>
                    <a:pt x="28787" y="457914"/>
                  </a:lnTo>
                  <a:lnTo>
                    <a:pt x="28499" y="457658"/>
                  </a:lnTo>
                  <a:lnTo>
                    <a:pt x="28147" y="457250"/>
                  </a:lnTo>
                  <a:lnTo>
                    <a:pt x="27802" y="457167"/>
                  </a:lnTo>
                  <a:lnTo>
                    <a:pt x="27395" y="457141"/>
                  </a:lnTo>
                  <a:lnTo>
                    <a:pt x="26885" y="456897"/>
                  </a:lnTo>
                  <a:lnTo>
                    <a:pt x="26724" y="456750"/>
                  </a:lnTo>
                  <a:lnTo>
                    <a:pt x="26361" y="456432"/>
                  </a:lnTo>
                  <a:lnTo>
                    <a:pt x="26224" y="456461"/>
                  </a:lnTo>
                  <a:lnTo>
                    <a:pt x="26056" y="456097"/>
                  </a:lnTo>
                  <a:lnTo>
                    <a:pt x="25615" y="455820"/>
                  </a:lnTo>
                  <a:lnTo>
                    <a:pt x="25337" y="455276"/>
                  </a:lnTo>
                  <a:lnTo>
                    <a:pt x="24989" y="454496"/>
                  </a:lnTo>
                  <a:lnTo>
                    <a:pt x="24598" y="453858"/>
                  </a:lnTo>
                  <a:lnTo>
                    <a:pt x="24291" y="453831"/>
                  </a:lnTo>
                  <a:lnTo>
                    <a:pt x="23995" y="453928"/>
                  </a:lnTo>
                  <a:lnTo>
                    <a:pt x="23669" y="453983"/>
                  </a:lnTo>
                  <a:lnTo>
                    <a:pt x="22879" y="453654"/>
                  </a:lnTo>
                  <a:lnTo>
                    <a:pt x="22603" y="453457"/>
                  </a:lnTo>
                  <a:lnTo>
                    <a:pt x="22300" y="453055"/>
                  </a:lnTo>
                  <a:lnTo>
                    <a:pt x="21815" y="452545"/>
                  </a:lnTo>
                  <a:lnTo>
                    <a:pt x="21592" y="452373"/>
                  </a:lnTo>
                  <a:lnTo>
                    <a:pt x="21097" y="452337"/>
                  </a:lnTo>
                  <a:lnTo>
                    <a:pt x="20800" y="452420"/>
                  </a:lnTo>
                  <a:lnTo>
                    <a:pt x="20283" y="452568"/>
                  </a:lnTo>
                  <a:lnTo>
                    <a:pt x="20017" y="452420"/>
                  </a:lnTo>
                  <a:lnTo>
                    <a:pt x="19820" y="451824"/>
                  </a:lnTo>
                  <a:lnTo>
                    <a:pt x="19946" y="451350"/>
                  </a:lnTo>
                  <a:lnTo>
                    <a:pt x="19802" y="451241"/>
                  </a:lnTo>
                  <a:lnTo>
                    <a:pt x="19236" y="450957"/>
                  </a:lnTo>
                  <a:lnTo>
                    <a:pt x="18894" y="450914"/>
                  </a:lnTo>
                  <a:lnTo>
                    <a:pt x="18794" y="450663"/>
                  </a:lnTo>
                  <a:lnTo>
                    <a:pt x="18882" y="450205"/>
                  </a:lnTo>
                  <a:lnTo>
                    <a:pt x="19132" y="449230"/>
                  </a:lnTo>
                  <a:lnTo>
                    <a:pt x="18935" y="449175"/>
                  </a:lnTo>
                  <a:lnTo>
                    <a:pt x="18563" y="448730"/>
                  </a:lnTo>
                  <a:lnTo>
                    <a:pt x="19300" y="448690"/>
                  </a:lnTo>
                  <a:lnTo>
                    <a:pt x="19447" y="448693"/>
                  </a:lnTo>
                  <a:lnTo>
                    <a:pt x="19895" y="448809"/>
                  </a:lnTo>
                  <a:lnTo>
                    <a:pt x="20082" y="448730"/>
                  </a:lnTo>
                  <a:lnTo>
                    <a:pt x="20224" y="448447"/>
                  </a:lnTo>
                  <a:lnTo>
                    <a:pt x="20227" y="448308"/>
                  </a:lnTo>
                  <a:lnTo>
                    <a:pt x="20217" y="448161"/>
                  </a:lnTo>
                  <a:lnTo>
                    <a:pt x="20132" y="447800"/>
                  </a:lnTo>
                  <a:lnTo>
                    <a:pt x="19367" y="447264"/>
                  </a:lnTo>
                  <a:lnTo>
                    <a:pt x="18740" y="446866"/>
                  </a:lnTo>
                  <a:lnTo>
                    <a:pt x="18543" y="446789"/>
                  </a:lnTo>
                  <a:lnTo>
                    <a:pt x="18114" y="446483"/>
                  </a:lnTo>
                  <a:lnTo>
                    <a:pt x="18121" y="446275"/>
                  </a:lnTo>
                  <a:lnTo>
                    <a:pt x="18429" y="445919"/>
                  </a:lnTo>
                  <a:lnTo>
                    <a:pt x="18545" y="445768"/>
                  </a:lnTo>
                  <a:lnTo>
                    <a:pt x="18597" y="445609"/>
                  </a:lnTo>
                  <a:lnTo>
                    <a:pt x="18657" y="445403"/>
                  </a:lnTo>
                  <a:lnTo>
                    <a:pt x="18625" y="445193"/>
                  </a:lnTo>
                  <a:lnTo>
                    <a:pt x="18252" y="445200"/>
                  </a:lnTo>
                  <a:lnTo>
                    <a:pt x="17686" y="445197"/>
                  </a:lnTo>
                  <a:lnTo>
                    <a:pt x="16095" y="444640"/>
                  </a:lnTo>
                  <a:lnTo>
                    <a:pt x="15879" y="444372"/>
                  </a:lnTo>
                  <a:lnTo>
                    <a:pt x="15819" y="443779"/>
                  </a:lnTo>
                  <a:lnTo>
                    <a:pt x="15853" y="443585"/>
                  </a:lnTo>
                  <a:lnTo>
                    <a:pt x="15919" y="443398"/>
                  </a:lnTo>
                  <a:lnTo>
                    <a:pt x="16636" y="442836"/>
                  </a:lnTo>
                  <a:lnTo>
                    <a:pt x="17177" y="442285"/>
                  </a:lnTo>
                  <a:lnTo>
                    <a:pt x="17342" y="441913"/>
                  </a:lnTo>
                  <a:lnTo>
                    <a:pt x="16631" y="441386"/>
                  </a:lnTo>
                  <a:lnTo>
                    <a:pt x="16424" y="441472"/>
                  </a:lnTo>
                  <a:lnTo>
                    <a:pt x="16258" y="441528"/>
                  </a:lnTo>
                  <a:lnTo>
                    <a:pt x="15901" y="441643"/>
                  </a:lnTo>
                  <a:lnTo>
                    <a:pt x="15389" y="441498"/>
                  </a:lnTo>
                  <a:lnTo>
                    <a:pt x="15252" y="441083"/>
                  </a:lnTo>
                  <a:lnTo>
                    <a:pt x="15378" y="440883"/>
                  </a:lnTo>
                  <a:lnTo>
                    <a:pt x="16122" y="440055"/>
                  </a:lnTo>
                  <a:lnTo>
                    <a:pt x="16428" y="440050"/>
                  </a:lnTo>
                  <a:lnTo>
                    <a:pt x="16644" y="440049"/>
                  </a:lnTo>
                  <a:lnTo>
                    <a:pt x="17149" y="440217"/>
                  </a:lnTo>
                  <a:lnTo>
                    <a:pt x="17409" y="440544"/>
                  </a:lnTo>
                  <a:lnTo>
                    <a:pt x="17648" y="440452"/>
                  </a:lnTo>
                  <a:lnTo>
                    <a:pt x="17853" y="440366"/>
                  </a:lnTo>
                  <a:lnTo>
                    <a:pt x="18205" y="440186"/>
                  </a:lnTo>
                  <a:lnTo>
                    <a:pt x="18439" y="440015"/>
                  </a:lnTo>
                  <a:lnTo>
                    <a:pt x="18374" y="439671"/>
                  </a:lnTo>
                  <a:lnTo>
                    <a:pt x="18262" y="439422"/>
                  </a:lnTo>
                  <a:lnTo>
                    <a:pt x="19741" y="439273"/>
                  </a:lnTo>
                  <a:lnTo>
                    <a:pt x="20029" y="439445"/>
                  </a:lnTo>
                  <a:lnTo>
                    <a:pt x="20499" y="439539"/>
                  </a:lnTo>
                  <a:lnTo>
                    <a:pt x="21042" y="439238"/>
                  </a:lnTo>
                  <a:lnTo>
                    <a:pt x="22099" y="438296"/>
                  </a:lnTo>
                  <a:lnTo>
                    <a:pt x="22840" y="437962"/>
                  </a:lnTo>
                  <a:lnTo>
                    <a:pt x="23122" y="437919"/>
                  </a:lnTo>
                  <a:lnTo>
                    <a:pt x="23376" y="437752"/>
                  </a:lnTo>
                  <a:lnTo>
                    <a:pt x="23496" y="437499"/>
                  </a:lnTo>
                  <a:lnTo>
                    <a:pt x="23382" y="437242"/>
                  </a:lnTo>
                  <a:lnTo>
                    <a:pt x="23637" y="436292"/>
                  </a:lnTo>
                  <a:lnTo>
                    <a:pt x="23464" y="436017"/>
                  </a:lnTo>
                  <a:lnTo>
                    <a:pt x="23493" y="435427"/>
                  </a:lnTo>
                  <a:lnTo>
                    <a:pt x="23523" y="435175"/>
                  </a:lnTo>
                  <a:lnTo>
                    <a:pt x="23586" y="435016"/>
                  </a:lnTo>
                  <a:lnTo>
                    <a:pt x="23840" y="434398"/>
                  </a:lnTo>
                  <a:lnTo>
                    <a:pt x="24084" y="433909"/>
                  </a:lnTo>
                  <a:lnTo>
                    <a:pt x="24376" y="433653"/>
                  </a:lnTo>
                  <a:lnTo>
                    <a:pt x="24763" y="433592"/>
                  </a:lnTo>
                  <a:lnTo>
                    <a:pt x="25566" y="433824"/>
                  </a:lnTo>
                  <a:lnTo>
                    <a:pt x="25713" y="434119"/>
                  </a:lnTo>
                  <a:lnTo>
                    <a:pt x="25702" y="434425"/>
                  </a:lnTo>
                  <a:lnTo>
                    <a:pt x="25638" y="434760"/>
                  </a:lnTo>
                  <a:lnTo>
                    <a:pt x="26011" y="435252"/>
                  </a:lnTo>
                  <a:lnTo>
                    <a:pt x="26278" y="435282"/>
                  </a:lnTo>
                  <a:lnTo>
                    <a:pt x="26439" y="435229"/>
                  </a:lnTo>
                  <a:lnTo>
                    <a:pt x="26533" y="435055"/>
                  </a:lnTo>
                  <a:lnTo>
                    <a:pt x="26632" y="434697"/>
                  </a:lnTo>
                  <a:lnTo>
                    <a:pt x="27616" y="434455"/>
                  </a:lnTo>
                  <a:lnTo>
                    <a:pt x="27852" y="434401"/>
                  </a:lnTo>
                  <a:lnTo>
                    <a:pt x="28216" y="433835"/>
                  </a:lnTo>
                  <a:lnTo>
                    <a:pt x="28166" y="433707"/>
                  </a:lnTo>
                  <a:lnTo>
                    <a:pt x="27722" y="432628"/>
                  </a:lnTo>
                  <a:lnTo>
                    <a:pt x="27488" y="432316"/>
                  </a:lnTo>
                  <a:lnTo>
                    <a:pt x="27058" y="431499"/>
                  </a:lnTo>
                  <a:lnTo>
                    <a:pt x="26827" y="430394"/>
                  </a:lnTo>
                  <a:lnTo>
                    <a:pt x="27051" y="430280"/>
                  </a:lnTo>
                  <a:lnTo>
                    <a:pt x="27551" y="429512"/>
                  </a:lnTo>
                  <a:lnTo>
                    <a:pt x="27907" y="428993"/>
                  </a:lnTo>
                  <a:lnTo>
                    <a:pt x="28167" y="428875"/>
                  </a:lnTo>
                  <a:lnTo>
                    <a:pt x="27623" y="428647"/>
                  </a:lnTo>
                  <a:lnTo>
                    <a:pt x="27361" y="428441"/>
                  </a:lnTo>
                  <a:lnTo>
                    <a:pt x="27067" y="427874"/>
                  </a:lnTo>
                  <a:lnTo>
                    <a:pt x="27280" y="427454"/>
                  </a:lnTo>
                  <a:lnTo>
                    <a:pt x="27579" y="427190"/>
                  </a:lnTo>
                  <a:lnTo>
                    <a:pt x="27845" y="426920"/>
                  </a:lnTo>
                  <a:lnTo>
                    <a:pt x="27996" y="426445"/>
                  </a:lnTo>
                  <a:lnTo>
                    <a:pt x="27755" y="426155"/>
                  </a:lnTo>
                  <a:lnTo>
                    <a:pt x="27495" y="426167"/>
                  </a:lnTo>
                  <a:lnTo>
                    <a:pt x="27212" y="426049"/>
                  </a:lnTo>
                  <a:lnTo>
                    <a:pt x="26781" y="425607"/>
                  </a:lnTo>
                  <a:lnTo>
                    <a:pt x="26702" y="425363"/>
                  </a:lnTo>
                  <a:lnTo>
                    <a:pt x="26802" y="425128"/>
                  </a:lnTo>
                  <a:lnTo>
                    <a:pt x="26906" y="424491"/>
                  </a:lnTo>
                  <a:lnTo>
                    <a:pt x="27290" y="424185"/>
                  </a:lnTo>
                  <a:lnTo>
                    <a:pt x="27347" y="423400"/>
                  </a:lnTo>
                  <a:lnTo>
                    <a:pt x="27226" y="423020"/>
                  </a:lnTo>
                  <a:lnTo>
                    <a:pt x="27180" y="422872"/>
                  </a:lnTo>
                  <a:lnTo>
                    <a:pt x="27177" y="422562"/>
                  </a:lnTo>
                  <a:lnTo>
                    <a:pt x="27560" y="421870"/>
                  </a:lnTo>
                  <a:lnTo>
                    <a:pt x="27938" y="421897"/>
                  </a:lnTo>
                  <a:lnTo>
                    <a:pt x="28124" y="421953"/>
                  </a:lnTo>
                  <a:lnTo>
                    <a:pt x="28356" y="421784"/>
                  </a:lnTo>
                  <a:lnTo>
                    <a:pt x="28504" y="421474"/>
                  </a:lnTo>
                  <a:lnTo>
                    <a:pt x="28705" y="421412"/>
                  </a:lnTo>
                  <a:lnTo>
                    <a:pt x="29225" y="421247"/>
                  </a:lnTo>
                  <a:lnTo>
                    <a:pt x="29613" y="420808"/>
                  </a:lnTo>
                  <a:lnTo>
                    <a:pt x="29634" y="420449"/>
                  </a:lnTo>
                  <a:lnTo>
                    <a:pt x="30354" y="419578"/>
                  </a:lnTo>
                  <a:lnTo>
                    <a:pt x="30841" y="418981"/>
                  </a:lnTo>
                  <a:lnTo>
                    <a:pt x="31489" y="417270"/>
                  </a:lnTo>
                  <a:lnTo>
                    <a:pt x="31710" y="416721"/>
                  </a:lnTo>
                  <a:lnTo>
                    <a:pt x="31976" y="416573"/>
                  </a:lnTo>
                  <a:lnTo>
                    <a:pt x="32083" y="415035"/>
                  </a:lnTo>
                  <a:lnTo>
                    <a:pt x="32249" y="414807"/>
                  </a:lnTo>
                  <a:lnTo>
                    <a:pt x="32479" y="414626"/>
                  </a:lnTo>
                  <a:lnTo>
                    <a:pt x="32658" y="414482"/>
                  </a:lnTo>
                  <a:lnTo>
                    <a:pt x="32924" y="414212"/>
                  </a:lnTo>
                  <a:lnTo>
                    <a:pt x="33135" y="413454"/>
                  </a:lnTo>
                  <a:lnTo>
                    <a:pt x="33310" y="413435"/>
                  </a:lnTo>
                  <a:lnTo>
                    <a:pt x="33914" y="413851"/>
                  </a:lnTo>
                  <a:lnTo>
                    <a:pt x="34247" y="413546"/>
                  </a:lnTo>
                  <a:lnTo>
                    <a:pt x="34279" y="413228"/>
                  </a:lnTo>
                  <a:lnTo>
                    <a:pt x="34351" y="412568"/>
                  </a:lnTo>
                  <a:lnTo>
                    <a:pt x="34192" y="412300"/>
                  </a:lnTo>
                  <a:lnTo>
                    <a:pt x="34462" y="411920"/>
                  </a:lnTo>
                  <a:lnTo>
                    <a:pt x="34777" y="411529"/>
                  </a:lnTo>
                  <a:lnTo>
                    <a:pt x="34905" y="411343"/>
                  </a:lnTo>
                  <a:lnTo>
                    <a:pt x="34987" y="411017"/>
                  </a:lnTo>
                  <a:lnTo>
                    <a:pt x="35067" y="410764"/>
                  </a:lnTo>
                  <a:lnTo>
                    <a:pt x="35594" y="410373"/>
                  </a:lnTo>
                  <a:lnTo>
                    <a:pt x="35967" y="410253"/>
                  </a:lnTo>
                  <a:lnTo>
                    <a:pt x="36557" y="410182"/>
                  </a:lnTo>
                  <a:lnTo>
                    <a:pt x="36966" y="409547"/>
                  </a:lnTo>
                  <a:lnTo>
                    <a:pt x="37131" y="409427"/>
                  </a:lnTo>
                  <a:lnTo>
                    <a:pt x="37292" y="408987"/>
                  </a:lnTo>
                  <a:lnTo>
                    <a:pt x="37361" y="408817"/>
                  </a:lnTo>
                  <a:lnTo>
                    <a:pt x="37183" y="408154"/>
                  </a:lnTo>
                  <a:lnTo>
                    <a:pt x="37176" y="407922"/>
                  </a:lnTo>
                  <a:lnTo>
                    <a:pt x="37330" y="407615"/>
                  </a:lnTo>
                  <a:lnTo>
                    <a:pt x="37792" y="407140"/>
                  </a:lnTo>
                  <a:lnTo>
                    <a:pt x="37879" y="406839"/>
                  </a:lnTo>
                  <a:lnTo>
                    <a:pt x="38083" y="406682"/>
                  </a:lnTo>
                  <a:lnTo>
                    <a:pt x="38129" y="406498"/>
                  </a:lnTo>
                  <a:lnTo>
                    <a:pt x="38231" y="406348"/>
                  </a:lnTo>
                  <a:lnTo>
                    <a:pt x="38708" y="406233"/>
                  </a:lnTo>
                  <a:lnTo>
                    <a:pt x="38822" y="406049"/>
                  </a:lnTo>
                  <a:lnTo>
                    <a:pt x="39005" y="405272"/>
                  </a:lnTo>
                  <a:lnTo>
                    <a:pt x="39106" y="405055"/>
                  </a:lnTo>
                  <a:lnTo>
                    <a:pt x="39242" y="404937"/>
                  </a:lnTo>
                  <a:lnTo>
                    <a:pt x="39431" y="404817"/>
                  </a:lnTo>
                  <a:lnTo>
                    <a:pt x="39692" y="404707"/>
                  </a:lnTo>
                  <a:lnTo>
                    <a:pt x="39643" y="403991"/>
                  </a:lnTo>
                  <a:lnTo>
                    <a:pt x="39616" y="403812"/>
                  </a:lnTo>
                  <a:lnTo>
                    <a:pt x="39767" y="403809"/>
                  </a:lnTo>
                  <a:lnTo>
                    <a:pt x="40290" y="403526"/>
                  </a:lnTo>
                  <a:lnTo>
                    <a:pt x="40598" y="402973"/>
                  </a:lnTo>
                  <a:lnTo>
                    <a:pt x="40702" y="402824"/>
                  </a:lnTo>
                  <a:lnTo>
                    <a:pt x="40966" y="402362"/>
                  </a:lnTo>
                  <a:lnTo>
                    <a:pt x="41008" y="402185"/>
                  </a:lnTo>
                  <a:lnTo>
                    <a:pt x="40838" y="401919"/>
                  </a:lnTo>
                  <a:lnTo>
                    <a:pt x="40455" y="401788"/>
                  </a:lnTo>
                  <a:lnTo>
                    <a:pt x="40306" y="401540"/>
                  </a:lnTo>
                  <a:lnTo>
                    <a:pt x="40479" y="401093"/>
                  </a:lnTo>
                  <a:lnTo>
                    <a:pt x="40623" y="400787"/>
                  </a:lnTo>
                  <a:lnTo>
                    <a:pt x="40978" y="400614"/>
                  </a:lnTo>
                  <a:lnTo>
                    <a:pt x="41113" y="400556"/>
                  </a:lnTo>
                  <a:lnTo>
                    <a:pt x="41277" y="400221"/>
                  </a:lnTo>
                  <a:lnTo>
                    <a:pt x="41208" y="400043"/>
                  </a:lnTo>
                  <a:lnTo>
                    <a:pt x="41365" y="399346"/>
                  </a:lnTo>
                  <a:lnTo>
                    <a:pt x="41176" y="398787"/>
                  </a:lnTo>
                  <a:lnTo>
                    <a:pt x="40899" y="398178"/>
                  </a:lnTo>
                  <a:lnTo>
                    <a:pt x="40025" y="397574"/>
                  </a:lnTo>
                  <a:lnTo>
                    <a:pt x="39784" y="397485"/>
                  </a:lnTo>
                  <a:lnTo>
                    <a:pt x="39461" y="397541"/>
                  </a:lnTo>
                  <a:lnTo>
                    <a:pt x="39211" y="397351"/>
                  </a:lnTo>
                  <a:lnTo>
                    <a:pt x="38670" y="397322"/>
                  </a:lnTo>
                  <a:lnTo>
                    <a:pt x="38210" y="396935"/>
                  </a:lnTo>
                  <a:lnTo>
                    <a:pt x="38063" y="396902"/>
                  </a:lnTo>
                  <a:lnTo>
                    <a:pt x="37762" y="396841"/>
                  </a:lnTo>
                  <a:lnTo>
                    <a:pt x="37606" y="396844"/>
                  </a:lnTo>
                  <a:lnTo>
                    <a:pt x="37389" y="396874"/>
                  </a:lnTo>
                  <a:lnTo>
                    <a:pt x="37403" y="397302"/>
                  </a:lnTo>
                  <a:lnTo>
                    <a:pt x="36981" y="397297"/>
                  </a:lnTo>
                  <a:lnTo>
                    <a:pt x="36689" y="397211"/>
                  </a:lnTo>
                  <a:lnTo>
                    <a:pt x="36257" y="397488"/>
                  </a:lnTo>
                  <a:lnTo>
                    <a:pt x="35901" y="397597"/>
                  </a:lnTo>
                  <a:lnTo>
                    <a:pt x="35713" y="397428"/>
                  </a:lnTo>
                  <a:lnTo>
                    <a:pt x="35640" y="397173"/>
                  </a:lnTo>
                  <a:lnTo>
                    <a:pt x="36058" y="396132"/>
                  </a:lnTo>
                  <a:lnTo>
                    <a:pt x="36342" y="396045"/>
                  </a:lnTo>
                  <a:lnTo>
                    <a:pt x="36901" y="396032"/>
                  </a:lnTo>
                  <a:lnTo>
                    <a:pt x="37131" y="395996"/>
                  </a:lnTo>
                  <a:lnTo>
                    <a:pt x="37697" y="395707"/>
                  </a:lnTo>
                  <a:lnTo>
                    <a:pt x="37599" y="395377"/>
                  </a:lnTo>
                  <a:lnTo>
                    <a:pt x="37665" y="395071"/>
                  </a:lnTo>
                  <a:lnTo>
                    <a:pt x="37610" y="394632"/>
                  </a:lnTo>
                  <a:lnTo>
                    <a:pt x="37717" y="394440"/>
                  </a:lnTo>
                  <a:lnTo>
                    <a:pt x="37451" y="394189"/>
                  </a:lnTo>
                  <a:lnTo>
                    <a:pt x="36852" y="393757"/>
                  </a:lnTo>
                  <a:lnTo>
                    <a:pt x="36639" y="393666"/>
                  </a:lnTo>
                  <a:lnTo>
                    <a:pt x="36257" y="392999"/>
                  </a:lnTo>
                  <a:lnTo>
                    <a:pt x="36112" y="392921"/>
                  </a:lnTo>
                  <a:lnTo>
                    <a:pt x="35913" y="392845"/>
                  </a:lnTo>
                  <a:lnTo>
                    <a:pt x="35760" y="392815"/>
                  </a:lnTo>
                  <a:lnTo>
                    <a:pt x="35625" y="392845"/>
                  </a:lnTo>
                  <a:lnTo>
                    <a:pt x="35404" y="392897"/>
                  </a:lnTo>
                  <a:lnTo>
                    <a:pt x="34939" y="392868"/>
                  </a:lnTo>
                  <a:lnTo>
                    <a:pt x="34649" y="392437"/>
                  </a:lnTo>
                  <a:lnTo>
                    <a:pt x="34596" y="391484"/>
                  </a:lnTo>
                  <a:lnTo>
                    <a:pt x="34783" y="391166"/>
                  </a:lnTo>
                  <a:lnTo>
                    <a:pt x="35112" y="390867"/>
                  </a:lnTo>
                  <a:lnTo>
                    <a:pt x="35038" y="390219"/>
                  </a:lnTo>
                  <a:lnTo>
                    <a:pt x="34034" y="388482"/>
                  </a:lnTo>
                  <a:lnTo>
                    <a:pt x="33687" y="388378"/>
                  </a:lnTo>
                  <a:lnTo>
                    <a:pt x="33538" y="388352"/>
                  </a:lnTo>
                  <a:lnTo>
                    <a:pt x="33188" y="387087"/>
                  </a:lnTo>
                  <a:lnTo>
                    <a:pt x="32054" y="385531"/>
                  </a:lnTo>
                  <a:lnTo>
                    <a:pt x="31864" y="385382"/>
                  </a:lnTo>
                  <a:lnTo>
                    <a:pt x="31460" y="385333"/>
                  </a:lnTo>
                  <a:lnTo>
                    <a:pt x="31265" y="385362"/>
                  </a:lnTo>
                  <a:lnTo>
                    <a:pt x="31090" y="385296"/>
                  </a:lnTo>
                  <a:lnTo>
                    <a:pt x="30954" y="385185"/>
                  </a:lnTo>
                  <a:lnTo>
                    <a:pt x="30788" y="384956"/>
                  </a:lnTo>
                  <a:lnTo>
                    <a:pt x="30803" y="384825"/>
                  </a:lnTo>
                  <a:lnTo>
                    <a:pt x="31263" y="384380"/>
                  </a:lnTo>
                  <a:lnTo>
                    <a:pt x="31280" y="382436"/>
                  </a:lnTo>
                  <a:lnTo>
                    <a:pt x="30475" y="381534"/>
                  </a:lnTo>
                  <a:lnTo>
                    <a:pt x="30313" y="381358"/>
                  </a:lnTo>
                  <a:lnTo>
                    <a:pt x="29596" y="380597"/>
                  </a:lnTo>
                  <a:lnTo>
                    <a:pt x="29161" y="380162"/>
                  </a:lnTo>
                  <a:lnTo>
                    <a:pt x="28748" y="380030"/>
                  </a:lnTo>
                  <a:lnTo>
                    <a:pt x="28797" y="379731"/>
                  </a:lnTo>
                  <a:lnTo>
                    <a:pt x="28942" y="379270"/>
                  </a:lnTo>
                  <a:lnTo>
                    <a:pt x="29231" y="378690"/>
                  </a:lnTo>
                  <a:lnTo>
                    <a:pt x="29577" y="377580"/>
                  </a:lnTo>
                  <a:lnTo>
                    <a:pt x="28980" y="377572"/>
                  </a:lnTo>
                  <a:lnTo>
                    <a:pt x="28573" y="377733"/>
                  </a:lnTo>
                  <a:lnTo>
                    <a:pt x="28306" y="377813"/>
                  </a:lnTo>
                  <a:lnTo>
                    <a:pt x="28042" y="377812"/>
                  </a:lnTo>
                  <a:lnTo>
                    <a:pt x="27614" y="377722"/>
                  </a:lnTo>
                  <a:lnTo>
                    <a:pt x="26455" y="377373"/>
                  </a:lnTo>
                  <a:lnTo>
                    <a:pt x="25408" y="376476"/>
                  </a:lnTo>
                  <a:lnTo>
                    <a:pt x="25058" y="375852"/>
                  </a:lnTo>
                  <a:lnTo>
                    <a:pt x="24547" y="375790"/>
                  </a:lnTo>
                  <a:lnTo>
                    <a:pt x="23817" y="375885"/>
                  </a:lnTo>
                  <a:lnTo>
                    <a:pt x="23316" y="375464"/>
                  </a:lnTo>
                  <a:lnTo>
                    <a:pt x="22958" y="375160"/>
                  </a:lnTo>
                  <a:lnTo>
                    <a:pt x="22852" y="375030"/>
                  </a:lnTo>
                  <a:lnTo>
                    <a:pt x="22659" y="374736"/>
                  </a:lnTo>
                  <a:lnTo>
                    <a:pt x="22428" y="374663"/>
                  </a:lnTo>
                  <a:lnTo>
                    <a:pt x="21490" y="374713"/>
                  </a:lnTo>
                  <a:lnTo>
                    <a:pt x="20479" y="374568"/>
                  </a:lnTo>
                  <a:lnTo>
                    <a:pt x="20176" y="374507"/>
                  </a:lnTo>
                  <a:lnTo>
                    <a:pt x="20010" y="374549"/>
                  </a:lnTo>
                  <a:lnTo>
                    <a:pt x="19846" y="374455"/>
                  </a:lnTo>
                  <a:lnTo>
                    <a:pt x="19671" y="374405"/>
                  </a:lnTo>
                  <a:lnTo>
                    <a:pt x="19240" y="374324"/>
                  </a:lnTo>
                  <a:lnTo>
                    <a:pt x="18439" y="373605"/>
                  </a:lnTo>
                  <a:lnTo>
                    <a:pt x="18286" y="373271"/>
                  </a:lnTo>
                  <a:lnTo>
                    <a:pt x="18262" y="372412"/>
                  </a:lnTo>
                  <a:lnTo>
                    <a:pt x="18268" y="372260"/>
                  </a:lnTo>
                  <a:lnTo>
                    <a:pt x="18617" y="371129"/>
                  </a:lnTo>
                  <a:lnTo>
                    <a:pt x="18866" y="370625"/>
                  </a:lnTo>
                  <a:lnTo>
                    <a:pt x="19174" y="370399"/>
                  </a:lnTo>
                  <a:lnTo>
                    <a:pt x="19083" y="369891"/>
                  </a:lnTo>
                  <a:lnTo>
                    <a:pt x="18785" y="369683"/>
                  </a:lnTo>
                  <a:lnTo>
                    <a:pt x="18594" y="369427"/>
                  </a:lnTo>
                  <a:lnTo>
                    <a:pt x="18021" y="369170"/>
                  </a:lnTo>
                  <a:lnTo>
                    <a:pt x="17932" y="368876"/>
                  </a:lnTo>
                  <a:lnTo>
                    <a:pt x="17618" y="368398"/>
                  </a:lnTo>
                  <a:lnTo>
                    <a:pt x="18008" y="366525"/>
                  </a:lnTo>
                  <a:lnTo>
                    <a:pt x="18242" y="366325"/>
                  </a:lnTo>
                  <a:lnTo>
                    <a:pt x="18671" y="366238"/>
                  </a:lnTo>
                  <a:lnTo>
                    <a:pt x="18974" y="366317"/>
                  </a:lnTo>
                  <a:lnTo>
                    <a:pt x="19166" y="366251"/>
                  </a:lnTo>
                  <a:lnTo>
                    <a:pt x="19334" y="365697"/>
                  </a:lnTo>
                  <a:lnTo>
                    <a:pt x="19363" y="365506"/>
                  </a:lnTo>
                  <a:lnTo>
                    <a:pt x="19496" y="365061"/>
                  </a:lnTo>
                  <a:lnTo>
                    <a:pt x="19714" y="364930"/>
                  </a:lnTo>
                  <a:lnTo>
                    <a:pt x="20083" y="364489"/>
                  </a:lnTo>
                  <a:lnTo>
                    <a:pt x="19801" y="364326"/>
                  </a:lnTo>
                  <a:lnTo>
                    <a:pt x="19423" y="364027"/>
                  </a:lnTo>
                  <a:lnTo>
                    <a:pt x="19134" y="363894"/>
                  </a:lnTo>
                  <a:lnTo>
                    <a:pt x="18986" y="363728"/>
                  </a:lnTo>
                  <a:lnTo>
                    <a:pt x="18831" y="363377"/>
                  </a:lnTo>
                  <a:lnTo>
                    <a:pt x="18785" y="363083"/>
                  </a:lnTo>
                  <a:lnTo>
                    <a:pt x="18847" y="362911"/>
                  </a:lnTo>
                  <a:lnTo>
                    <a:pt x="18772" y="362574"/>
                  </a:lnTo>
                  <a:lnTo>
                    <a:pt x="18530" y="362269"/>
                  </a:lnTo>
                  <a:lnTo>
                    <a:pt x="19010" y="361967"/>
                  </a:lnTo>
                  <a:lnTo>
                    <a:pt x="19051" y="361663"/>
                  </a:lnTo>
                  <a:lnTo>
                    <a:pt x="19030" y="361171"/>
                  </a:lnTo>
                  <a:lnTo>
                    <a:pt x="18921" y="360783"/>
                  </a:lnTo>
                  <a:lnTo>
                    <a:pt x="18832" y="360543"/>
                  </a:lnTo>
                  <a:lnTo>
                    <a:pt x="18950" y="360410"/>
                  </a:lnTo>
                  <a:lnTo>
                    <a:pt x="19315" y="360012"/>
                  </a:lnTo>
                  <a:lnTo>
                    <a:pt x="19883" y="359680"/>
                  </a:lnTo>
                  <a:lnTo>
                    <a:pt x="20387" y="359412"/>
                  </a:lnTo>
                  <a:lnTo>
                    <a:pt x="20972" y="358840"/>
                  </a:lnTo>
                  <a:lnTo>
                    <a:pt x="21052" y="358528"/>
                  </a:lnTo>
                  <a:lnTo>
                    <a:pt x="20650" y="358168"/>
                  </a:lnTo>
                  <a:lnTo>
                    <a:pt x="20620" y="357815"/>
                  </a:lnTo>
                  <a:lnTo>
                    <a:pt x="20733" y="357333"/>
                  </a:lnTo>
                  <a:lnTo>
                    <a:pt x="20920" y="357059"/>
                  </a:lnTo>
                  <a:lnTo>
                    <a:pt x="21399" y="356380"/>
                  </a:lnTo>
                  <a:lnTo>
                    <a:pt x="21923" y="356205"/>
                  </a:lnTo>
                  <a:lnTo>
                    <a:pt x="22928" y="356381"/>
                  </a:lnTo>
                  <a:lnTo>
                    <a:pt x="23426" y="356569"/>
                  </a:lnTo>
                  <a:lnTo>
                    <a:pt x="23972" y="356474"/>
                  </a:lnTo>
                  <a:lnTo>
                    <a:pt x="24462" y="356323"/>
                  </a:lnTo>
                  <a:lnTo>
                    <a:pt x="24749" y="356112"/>
                  </a:lnTo>
                  <a:lnTo>
                    <a:pt x="25174" y="355635"/>
                  </a:lnTo>
                  <a:lnTo>
                    <a:pt x="25189" y="355478"/>
                  </a:lnTo>
                  <a:lnTo>
                    <a:pt x="25039" y="355203"/>
                  </a:lnTo>
                  <a:lnTo>
                    <a:pt x="24930" y="354986"/>
                  </a:lnTo>
                  <a:lnTo>
                    <a:pt x="24885" y="354404"/>
                  </a:lnTo>
                  <a:lnTo>
                    <a:pt x="24930" y="353625"/>
                  </a:lnTo>
                  <a:lnTo>
                    <a:pt x="25298" y="353511"/>
                  </a:lnTo>
                  <a:lnTo>
                    <a:pt x="25544" y="353692"/>
                  </a:lnTo>
                  <a:lnTo>
                    <a:pt x="25695" y="353817"/>
                  </a:lnTo>
                  <a:lnTo>
                    <a:pt x="26107" y="354101"/>
                  </a:lnTo>
                  <a:lnTo>
                    <a:pt x="26507" y="354273"/>
                  </a:lnTo>
                  <a:lnTo>
                    <a:pt x="27008" y="354027"/>
                  </a:lnTo>
                  <a:lnTo>
                    <a:pt x="27294" y="353708"/>
                  </a:lnTo>
                  <a:lnTo>
                    <a:pt x="27314" y="353406"/>
                  </a:lnTo>
                  <a:lnTo>
                    <a:pt x="27288" y="352997"/>
                  </a:lnTo>
                  <a:lnTo>
                    <a:pt x="27992" y="351851"/>
                  </a:lnTo>
                  <a:lnTo>
                    <a:pt x="28337" y="351436"/>
                  </a:lnTo>
                  <a:lnTo>
                    <a:pt x="28551" y="351539"/>
                  </a:lnTo>
                  <a:lnTo>
                    <a:pt x="28928" y="351655"/>
                  </a:lnTo>
                  <a:lnTo>
                    <a:pt x="29186" y="351665"/>
                  </a:lnTo>
                  <a:lnTo>
                    <a:pt x="29474" y="351669"/>
                  </a:lnTo>
                  <a:lnTo>
                    <a:pt x="29454" y="351360"/>
                  </a:lnTo>
                  <a:lnTo>
                    <a:pt x="29536" y="351200"/>
                  </a:lnTo>
                  <a:lnTo>
                    <a:pt x="29485" y="350552"/>
                  </a:lnTo>
                  <a:lnTo>
                    <a:pt x="29384" y="350187"/>
                  </a:lnTo>
                  <a:lnTo>
                    <a:pt x="29666" y="349702"/>
                  </a:lnTo>
                  <a:lnTo>
                    <a:pt x="29951" y="349519"/>
                  </a:lnTo>
                  <a:lnTo>
                    <a:pt x="30419" y="349324"/>
                  </a:lnTo>
                  <a:lnTo>
                    <a:pt x="30454" y="349031"/>
                  </a:lnTo>
                  <a:lnTo>
                    <a:pt x="30179" y="348358"/>
                  </a:lnTo>
                  <a:lnTo>
                    <a:pt x="30055" y="348156"/>
                  </a:lnTo>
                  <a:lnTo>
                    <a:pt x="29521" y="348072"/>
                  </a:lnTo>
                  <a:lnTo>
                    <a:pt x="29196" y="347956"/>
                  </a:lnTo>
                  <a:lnTo>
                    <a:pt x="29012" y="347889"/>
                  </a:lnTo>
                  <a:lnTo>
                    <a:pt x="28824" y="347778"/>
                  </a:lnTo>
                  <a:lnTo>
                    <a:pt x="28490" y="347573"/>
                  </a:lnTo>
                  <a:lnTo>
                    <a:pt x="28320" y="347310"/>
                  </a:lnTo>
                  <a:lnTo>
                    <a:pt x="28161" y="346954"/>
                  </a:lnTo>
                  <a:lnTo>
                    <a:pt x="27988" y="346746"/>
                  </a:lnTo>
                  <a:lnTo>
                    <a:pt x="27744" y="346533"/>
                  </a:lnTo>
                  <a:lnTo>
                    <a:pt x="27501" y="346249"/>
                  </a:lnTo>
                  <a:lnTo>
                    <a:pt x="27225" y="345797"/>
                  </a:lnTo>
                  <a:lnTo>
                    <a:pt x="27393" y="345167"/>
                  </a:lnTo>
                  <a:lnTo>
                    <a:pt x="27285" y="344186"/>
                  </a:lnTo>
                  <a:lnTo>
                    <a:pt x="27084" y="343679"/>
                  </a:lnTo>
                  <a:lnTo>
                    <a:pt x="26994" y="342728"/>
                  </a:lnTo>
                  <a:lnTo>
                    <a:pt x="27062" y="342079"/>
                  </a:lnTo>
                  <a:lnTo>
                    <a:pt x="27426" y="341438"/>
                  </a:lnTo>
                  <a:lnTo>
                    <a:pt x="27829" y="341451"/>
                  </a:lnTo>
                  <a:lnTo>
                    <a:pt x="28105" y="341484"/>
                  </a:lnTo>
                  <a:lnTo>
                    <a:pt x="28776" y="341392"/>
                  </a:lnTo>
                  <a:lnTo>
                    <a:pt x="28924" y="341086"/>
                  </a:lnTo>
                  <a:lnTo>
                    <a:pt x="28969" y="340874"/>
                  </a:lnTo>
                  <a:lnTo>
                    <a:pt x="29197" y="340441"/>
                  </a:lnTo>
                  <a:lnTo>
                    <a:pt x="29894" y="340137"/>
                  </a:lnTo>
                  <a:lnTo>
                    <a:pt x="30386" y="339900"/>
                  </a:lnTo>
                  <a:lnTo>
                    <a:pt x="30969" y="339221"/>
                  </a:lnTo>
                  <a:lnTo>
                    <a:pt x="31331" y="338688"/>
                  </a:lnTo>
                  <a:lnTo>
                    <a:pt x="31687" y="338136"/>
                  </a:lnTo>
                  <a:lnTo>
                    <a:pt x="32266" y="338142"/>
                  </a:lnTo>
                  <a:lnTo>
                    <a:pt x="32592" y="338250"/>
                  </a:lnTo>
                  <a:lnTo>
                    <a:pt x="32846" y="338331"/>
                  </a:lnTo>
                  <a:lnTo>
                    <a:pt x="33028" y="338347"/>
                  </a:lnTo>
                  <a:lnTo>
                    <a:pt x="33366" y="337883"/>
                  </a:lnTo>
                  <a:lnTo>
                    <a:pt x="33419" y="337704"/>
                  </a:lnTo>
                  <a:lnTo>
                    <a:pt x="33633" y="337421"/>
                  </a:lnTo>
                  <a:lnTo>
                    <a:pt x="33963" y="337041"/>
                  </a:lnTo>
                  <a:lnTo>
                    <a:pt x="34611" y="336694"/>
                  </a:lnTo>
                  <a:lnTo>
                    <a:pt x="35209" y="337103"/>
                  </a:lnTo>
                  <a:lnTo>
                    <a:pt x="35533" y="337081"/>
                  </a:lnTo>
                  <a:lnTo>
                    <a:pt x="35970" y="336244"/>
                  </a:lnTo>
                  <a:lnTo>
                    <a:pt x="36327" y="335811"/>
                  </a:lnTo>
                  <a:lnTo>
                    <a:pt x="36489" y="335719"/>
                  </a:lnTo>
                  <a:lnTo>
                    <a:pt x="36681" y="335651"/>
                  </a:lnTo>
                  <a:lnTo>
                    <a:pt x="37149" y="335544"/>
                  </a:lnTo>
                  <a:lnTo>
                    <a:pt x="37382" y="335563"/>
                  </a:lnTo>
                  <a:lnTo>
                    <a:pt x="37966" y="335668"/>
                  </a:lnTo>
                  <a:lnTo>
                    <a:pt x="38046" y="335851"/>
                  </a:lnTo>
                  <a:lnTo>
                    <a:pt x="38444" y="336323"/>
                  </a:lnTo>
                  <a:lnTo>
                    <a:pt x="38587" y="336562"/>
                  </a:lnTo>
                  <a:lnTo>
                    <a:pt x="38701" y="337060"/>
                  </a:lnTo>
                  <a:lnTo>
                    <a:pt x="39080" y="336996"/>
                  </a:lnTo>
                  <a:lnTo>
                    <a:pt x="39528" y="337178"/>
                  </a:lnTo>
                  <a:lnTo>
                    <a:pt x="40287" y="337950"/>
                  </a:lnTo>
                  <a:lnTo>
                    <a:pt x="40300" y="338115"/>
                  </a:lnTo>
                  <a:lnTo>
                    <a:pt x="40307" y="338306"/>
                  </a:lnTo>
                  <a:lnTo>
                    <a:pt x="40333" y="338576"/>
                  </a:lnTo>
                  <a:lnTo>
                    <a:pt x="40741" y="338940"/>
                  </a:lnTo>
                  <a:lnTo>
                    <a:pt x="40880" y="338933"/>
                  </a:lnTo>
                  <a:lnTo>
                    <a:pt x="41050" y="338931"/>
                  </a:lnTo>
                  <a:lnTo>
                    <a:pt x="41181" y="338943"/>
                  </a:lnTo>
                  <a:lnTo>
                    <a:pt x="41522" y="338977"/>
                  </a:lnTo>
                  <a:lnTo>
                    <a:pt x="41849" y="339010"/>
                  </a:lnTo>
                  <a:lnTo>
                    <a:pt x="42194" y="338735"/>
                  </a:lnTo>
                  <a:lnTo>
                    <a:pt x="42332" y="338553"/>
                  </a:lnTo>
                  <a:lnTo>
                    <a:pt x="42497" y="338339"/>
                  </a:lnTo>
                  <a:lnTo>
                    <a:pt x="42636" y="338293"/>
                  </a:lnTo>
                  <a:lnTo>
                    <a:pt x="42820" y="338401"/>
                  </a:lnTo>
                  <a:lnTo>
                    <a:pt x="42966" y="338571"/>
                  </a:lnTo>
                  <a:lnTo>
                    <a:pt x="43249" y="338804"/>
                  </a:lnTo>
                  <a:lnTo>
                    <a:pt x="43630" y="338896"/>
                  </a:lnTo>
                  <a:lnTo>
                    <a:pt x="43792" y="338920"/>
                  </a:lnTo>
                  <a:lnTo>
                    <a:pt x="44313" y="338542"/>
                  </a:lnTo>
                  <a:lnTo>
                    <a:pt x="44464" y="338248"/>
                  </a:lnTo>
                  <a:lnTo>
                    <a:pt x="44821" y="338209"/>
                  </a:lnTo>
                  <a:lnTo>
                    <a:pt x="44960" y="338232"/>
                  </a:lnTo>
                  <a:lnTo>
                    <a:pt x="45513" y="338108"/>
                  </a:lnTo>
                  <a:lnTo>
                    <a:pt x="45868" y="337873"/>
                  </a:lnTo>
                  <a:lnTo>
                    <a:pt x="46024" y="337860"/>
                  </a:lnTo>
                  <a:lnTo>
                    <a:pt x="46488" y="337919"/>
                  </a:lnTo>
                  <a:lnTo>
                    <a:pt x="46668" y="337876"/>
                  </a:lnTo>
                  <a:lnTo>
                    <a:pt x="47376" y="337706"/>
                  </a:lnTo>
                  <a:lnTo>
                    <a:pt x="47605" y="337639"/>
                  </a:lnTo>
                  <a:lnTo>
                    <a:pt x="47881" y="337721"/>
                  </a:lnTo>
                  <a:lnTo>
                    <a:pt x="48094" y="337850"/>
                  </a:lnTo>
                  <a:lnTo>
                    <a:pt x="48330" y="337967"/>
                  </a:lnTo>
                  <a:lnTo>
                    <a:pt x="48466" y="337925"/>
                  </a:lnTo>
                  <a:lnTo>
                    <a:pt x="48663" y="337817"/>
                  </a:lnTo>
                  <a:lnTo>
                    <a:pt x="49204" y="337850"/>
                  </a:lnTo>
                  <a:lnTo>
                    <a:pt x="49577" y="337638"/>
                  </a:lnTo>
                  <a:lnTo>
                    <a:pt x="49883" y="337172"/>
                  </a:lnTo>
                  <a:lnTo>
                    <a:pt x="49987" y="336761"/>
                  </a:lnTo>
                  <a:lnTo>
                    <a:pt x="50296" y="336261"/>
                  </a:lnTo>
                  <a:lnTo>
                    <a:pt x="50263" y="336095"/>
                  </a:lnTo>
                  <a:lnTo>
                    <a:pt x="50270" y="335752"/>
                  </a:lnTo>
                  <a:lnTo>
                    <a:pt x="49903" y="335154"/>
                  </a:lnTo>
                  <a:lnTo>
                    <a:pt x="49923" y="334914"/>
                  </a:lnTo>
                  <a:lnTo>
                    <a:pt x="50400" y="334654"/>
                  </a:lnTo>
                  <a:lnTo>
                    <a:pt x="50527" y="334429"/>
                  </a:lnTo>
                  <a:lnTo>
                    <a:pt x="50509" y="334241"/>
                  </a:lnTo>
                  <a:lnTo>
                    <a:pt x="50646" y="333784"/>
                  </a:lnTo>
                  <a:lnTo>
                    <a:pt x="50831" y="333495"/>
                  </a:lnTo>
                  <a:lnTo>
                    <a:pt x="51264" y="333413"/>
                  </a:lnTo>
                  <a:lnTo>
                    <a:pt x="51780" y="333301"/>
                  </a:lnTo>
                  <a:lnTo>
                    <a:pt x="51980" y="333332"/>
                  </a:lnTo>
                  <a:lnTo>
                    <a:pt x="52301" y="333577"/>
                  </a:lnTo>
                  <a:lnTo>
                    <a:pt x="52751" y="333441"/>
                  </a:lnTo>
                  <a:lnTo>
                    <a:pt x="53155" y="333384"/>
                  </a:lnTo>
                  <a:lnTo>
                    <a:pt x="53151" y="332992"/>
                  </a:lnTo>
                  <a:lnTo>
                    <a:pt x="53307" y="332712"/>
                  </a:lnTo>
                  <a:lnTo>
                    <a:pt x="53489" y="332681"/>
                  </a:lnTo>
                  <a:lnTo>
                    <a:pt x="53965" y="332887"/>
                  </a:lnTo>
                  <a:lnTo>
                    <a:pt x="54176" y="332602"/>
                  </a:lnTo>
                  <a:lnTo>
                    <a:pt x="54232" y="332177"/>
                  </a:lnTo>
                  <a:lnTo>
                    <a:pt x="54321" y="331864"/>
                  </a:lnTo>
                  <a:lnTo>
                    <a:pt x="54288" y="331481"/>
                  </a:lnTo>
                  <a:lnTo>
                    <a:pt x="54053" y="331261"/>
                  </a:lnTo>
                  <a:lnTo>
                    <a:pt x="53763" y="331192"/>
                  </a:lnTo>
                  <a:lnTo>
                    <a:pt x="53483" y="331094"/>
                  </a:lnTo>
                  <a:lnTo>
                    <a:pt x="52982" y="331089"/>
                  </a:lnTo>
                  <a:lnTo>
                    <a:pt x="52825" y="331063"/>
                  </a:lnTo>
                  <a:lnTo>
                    <a:pt x="52373" y="330812"/>
                  </a:lnTo>
                  <a:lnTo>
                    <a:pt x="52504" y="330218"/>
                  </a:lnTo>
                  <a:lnTo>
                    <a:pt x="52833" y="329812"/>
                  </a:lnTo>
                  <a:lnTo>
                    <a:pt x="52712" y="329511"/>
                  </a:lnTo>
                  <a:lnTo>
                    <a:pt x="52462" y="329137"/>
                  </a:lnTo>
                  <a:lnTo>
                    <a:pt x="52440" y="328962"/>
                  </a:lnTo>
                  <a:lnTo>
                    <a:pt x="52448" y="328760"/>
                  </a:lnTo>
                  <a:lnTo>
                    <a:pt x="52515" y="328489"/>
                  </a:lnTo>
                  <a:lnTo>
                    <a:pt x="52721" y="328187"/>
                  </a:lnTo>
                  <a:lnTo>
                    <a:pt x="52690" y="327868"/>
                  </a:lnTo>
                  <a:lnTo>
                    <a:pt x="52707" y="327609"/>
                  </a:lnTo>
                  <a:lnTo>
                    <a:pt x="52819" y="327234"/>
                  </a:lnTo>
                  <a:lnTo>
                    <a:pt x="52999" y="327138"/>
                  </a:lnTo>
                  <a:lnTo>
                    <a:pt x="53755" y="326765"/>
                  </a:lnTo>
                  <a:lnTo>
                    <a:pt x="54011" y="326519"/>
                  </a:lnTo>
                  <a:lnTo>
                    <a:pt x="54139" y="326254"/>
                  </a:lnTo>
                  <a:lnTo>
                    <a:pt x="54498" y="325968"/>
                  </a:lnTo>
                  <a:lnTo>
                    <a:pt x="54153" y="325331"/>
                  </a:lnTo>
                  <a:lnTo>
                    <a:pt x="54285" y="324985"/>
                  </a:lnTo>
                  <a:lnTo>
                    <a:pt x="54243" y="324841"/>
                  </a:lnTo>
                  <a:lnTo>
                    <a:pt x="54262" y="324490"/>
                  </a:lnTo>
                  <a:lnTo>
                    <a:pt x="54283" y="324236"/>
                  </a:lnTo>
                  <a:lnTo>
                    <a:pt x="54270" y="324078"/>
                  </a:lnTo>
                  <a:lnTo>
                    <a:pt x="54352" y="323606"/>
                  </a:lnTo>
                  <a:lnTo>
                    <a:pt x="54343" y="323397"/>
                  </a:lnTo>
                  <a:lnTo>
                    <a:pt x="54357" y="323230"/>
                  </a:lnTo>
                  <a:lnTo>
                    <a:pt x="54590" y="323051"/>
                  </a:lnTo>
                  <a:lnTo>
                    <a:pt x="54608" y="322753"/>
                  </a:lnTo>
                  <a:lnTo>
                    <a:pt x="55227" y="322194"/>
                  </a:lnTo>
                  <a:lnTo>
                    <a:pt x="55251" y="321884"/>
                  </a:lnTo>
                  <a:lnTo>
                    <a:pt x="55308" y="321630"/>
                  </a:lnTo>
                  <a:lnTo>
                    <a:pt x="55404" y="321350"/>
                  </a:lnTo>
                  <a:lnTo>
                    <a:pt x="55489" y="320901"/>
                  </a:lnTo>
                  <a:lnTo>
                    <a:pt x="55591" y="320195"/>
                  </a:lnTo>
                  <a:lnTo>
                    <a:pt x="55894" y="320143"/>
                  </a:lnTo>
                  <a:lnTo>
                    <a:pt x="56032" y="320017"/>
                  </a:lnTo>
                  <a:lnTo>
                    <a:pt x="56572" y="319816"/>
                  </a:lnTo>
                  <a:lnTo>
                    <a:pt x="56713" y="319507"/>
                  </a:lnTo>
                  <a:lnTo>
                    <a:pt x="56761" y="318969"/>
                  </a:lnTo>
                  <a:lnTo>
                    <a:pt x="56879" y="318533"/>
                  </a:lnTo>
                  <a:lnTo>
                    <a:pt x="57539" y="317811"/>
                  </a:lnTo>
                  <a:lnTo>
                    <a:pt x="57908" y="316135"/>
                  </a:lnTo>
                  <a:lnTo>
                    <a:pt x="57977" y="315962"/>
                  </a:lnTo>
                  <a:lnTo>
                    <a:pt x="57882" y="315757"/>
                  </a:lnTo>
                  <a:lnTo>
                    <a:pt x="57582" y="315610"/>
                  </a:lnTo>
                  <a:lnTo>
                    <a:pt x="56998" y="315889"/>
                  </a:lnTo>
                  <a:lnTo>
                    <a:pt x="56616" y="316190"/>
                  </a:lnTo>
                  <a:lnTo>
                    <a:pt x="56287" y="316355"/>
                  </a:lnTo>
                  <a:lnTo>
                    <a:pt x="55905" y="316369"/>
                  </a:lnTo>
                  <a:lnTo>
                    <a:pt x="55755" y="315976"/>
                  </a:lnTo>
                  <a:lnTo>
                    <a:pt x="55604" y="315581"/>
                  </a:lnTo>
                  <a:lnTo>
                    <a:pt x="55543" y="315156"/>
                  </a:lnTo>
                  <a:lnTo>
                    <a:pt x="55503" y="314947"/>
                  </a:lnTo>
                  <a:lnTo>
                    <a:pt x="54658" y="314560"/>
                  </a:lnTo>
                  <a:lnTo>
                    <a:pt x="54408" y="314447"/>
                  </a:lnTo>
                  <a:lnTo>
                    <a:pt x="53772" y="314293"/>
                  </a:lnTo>
                  <a:lnTo>
                    <a:pt x="53525" y="314388"/>
                  </a:lnTo>
                  <a:lnTo>
                    <a:pt x="53314" y="314516"/>
                  </a:lnTo>
                  <a:lnTo>
                    <a:pt x="53055" y="314536"/>
                  </a:lnTo>
                  <a:lnTo>
                    <a:pt x="52787" y="314503"/>
                  </a:lnTo>
                  <a:lnTo>
                    <a:pt x="52524" y="314239"/>
                  </a:lnTo>
                  <a:lnTo>
                    <a:pt x="52472" y="313855"/>
                  </a:lnTo>
                  <a:lnTo>
                    <a:pt x="52120" y="313432"/>
                  </a:lnTo>
                  <a:lnTo>
                    <a:pt x="51534" y="312664"/>
                  </a:lnTo>
                  <a:lnTo>
                    <a:pt x="51539" y="311852"/>
                  </a:lnTo>
                  <a:lnTo>
                    <a:pt x="51589" y="311702"/>
                  </a:lnTo>
                  <a:lnTo>
                    <a:pt x="51673" y="311147"/>
                  </a:lnTo>
                  <a:lnTo>
                    <a:pt x="51638" y="310541"/>
                  </a:lnTo>
                  <a:lnTo>
                    <a:pt x="51626" y="310335"/>
                  </a:lnTo>
                  <a:lnTo>
                    <a:pt x="51692" y="309956"/>
                  </a:lnTo>
                  <a:lnTo>
                    <a:pt x="51739" y="309826"/>
                  </a:lnTo>
                  <a:lnTo>
                    <a:pt x="51809" y="309362"/>
                  </a:lnTo>
                  <a:lnTo>
                    <a:pt x="51666" y="308916"/>
                  </a:lnTo>
                  <a:lnTo>
                    <a:pt x="51710" y="308761"/>
                  </a:lnTo>
                  <a:lnTo>
                    <a:pt x="51869" y="308322"/>
                  </a:lnTo>
                  <a:lnTo>
                    <a:pt x="51999" y="308283"/>
                  </a:lnTo>
                  <a:lnTo>
                    <a:pt x="51980" y="308096"/>
                  </a:lnTo>
                  <a:lnTo>
                    <a:pt x="51885" y="307902"/>
                  </a:lnTo>
                  <a:lnTo>
                    <a:pt x="51782" y="307606"/>
                  </a:lnTo>
                  <a:lnTo>
                    <a:pt x="52082" y="307284"/>
                  </a:lnTo>
                  <a:lnTo>
                    <a:pt x="52099" y="307095"/>
                  </a:lnTo>
                  <a:lnTo>
                    <a:pt x="51783" y="306859"/>
                  </a:lnTo>
                  <a:lnTo>
                    <a:pt x="51743" y="306658"/>
                  </a:lnTo>
                  <a:lnTo>
                    <a:pt x="51788" y="306483"/>
                  </a:lnTo>
                  <a:lnTo>
                    <a:pt x="51517" y="306340"/>
                  </a:lnTo>
                  <a:lnTo>
                    <a:pt x="51371" y="306026"/>
                  </a:lnTo>
                  <a:lnTo>
                    <a:pt x="51345" y="305754"/>
                  </a:lnTo>
                  <a:lnTo>
                    <a:pt x="51592" y="304899"/>
                  </a:lnTo>
                  <a:lnTo>
                    <a:pt x="51732" y="304613"/>
                  </a:lnTo>
                  <a:lnTo>
                    <a:pt x="51354" y="304104"/>
                  </a:lnTo>
                  <a:lnTo>
                    <a:pt x="51392" y="303880"/>
                  </a:lnTo>
                  <a:lnTo>
                    <a:pt x="50755" y="303034"/>
                  </a:lnTo>
                  <a:lnTo>
                    <a:pt x="50250" y="303177"/>
                  </a:lnTo>
                  <a:lnTo>
                    <a:pt x="49838" y="303236"/>
                  </a:lnTo>
                  <a:lnTo>
                    <a:pt x="49656" y="303288"/>
                  </a:lnTo>
                  <a:lnTo>
                    <a:pt x="49480" y="303349"/>
                  </a:lnTo>
                  <a:lnTo>
                    <a:pt x="49060" y="303330"/>
                  </a:lnTo>
                  <a:lnTo>
                    <a:pt x="48197" y="303456"/>
                  </a:lnTo>
                  <a:lnTo>
                    <a:pt x="47011" y="303477"/>
                  </a:lnTo>
                  <a:lnTo>
                    <a:pt x="46527" y="302971"/>
                  </a:lnTo>
                  <a:lnTo>
                    <a:pt x="45808" y="303177"/>
                  </a:lnTo>
                  <a:lnTo>
                    <a:pt x="45158" y="303351"/>
                  </a:lnTo>
                  <a:lnTo>
                    <a:pt x="44652" y="303774"/>
                  </a:lnTo>
                  <a:lnTo>
                    <a:pt x="44570" y="303602"/>
                  </a:lnTo>
                  <a:lnTo>
                    <a:pt x="44462" y="303317"/>
                  </a:lnTo>
                  <a:lnTo>
                    <a:pt x="44328" y="303351"/>
                  </a:lnTo>
                  <a:lnTo>
                    <a:pt x="44125" y="303200"/>
                  </a:lnTo>
                  <a:lnTo>
                    <a:pt x="43941" y="302319"/>
                  </a:lnTo>
                  <a:lnTo>
                    <a:pt x="44210" y="302151"/>
                  </a:lnTo>
                  <a:lnTo>
                    <a:pt x="44449" y="302026"/>
                  </a:lnTo>
                  <a:lnTo>
                    <a:pt x="44581" y="301968"/>
                  </a:lnTo>
                  <a:lnTo>
                    <a:pt x="44861" y="301718"/>
                  </a:lnTo>
                  <a:lnTo>
                    <a:pt x="44758" y="301364"/>
                  </a:lnTo>
                  <a:lnTo>
                    <a:pt x="44187" y="300997"/>
                  </a:lnTo>
                  <a:lnTo>
                    <a:pt x="44107" y="300998"/>
                  </a:lnTo>
                  <a:lnTo>
                    <a:pt x="43952" y="301214"/>
                  </a:lnTo>
                  <a:lnTo>
                    <a:pt x="43213" y="301541"/>
                  </a:lnTo>
                  <a:lnTo>
                    <a:pt x="42982" y="301699"/>
                  </a:lnTo>
                  <a:lnTo>
                    <a:pt x="42452" y="301634"/>
                  </a:lnTo>
                  <a:lnTo>
                    <a:pt x="41285" y="301549"/>
                  </a:lnTo>
                  <a:lnTo>
                    <a:pt x="41047" y="301516"/>
                  </a:lnTo>
                  <a:lnTo>
                    <a:pt x="40582" y="301280"/>
                  </a:lnTo>
                  <a:lnTo>
                    <a:pt x="39943" y="301209"/>
                  </a:lnTo>
                  <a:lnTo>
                    <a:pt x="39420" y="301226"/>
                  </a:lnTo>
                  <a:lnTo>
                    <a:pt x="39190" y="301092"/>
                  </a:lnTo>
                  <a:lnTo>
                    <a:pt x="38469" y="300736"/>
                  </a:lnTo>
                  <a:lnTo>
                    <a:pt x="38314" y="300746"/>
                  </a:lnTo>
                  <a:lnTo>
                    <a:pt x="38001" y="300853"/>
                  </a:lnTo>
                  <a:lnTo>
                    <a:pt x="37823" y="300927"/>
                  </a:lnTo>
                  <a:lnTo>
                    <a:pt x="37722" y="300659"/>
                  </a:lnTo>
                  <a:lnTo>
                    <a:pt x="37506" y="300220"/>
                  </a:lnTo>
                  <a:lnTo>
                    <a:pt x="37452" y="299990"/>
                  </a:lnTo>
                  <a:lnTo>
                    <a:pt x="37166" y="299216"/>
                  </a:lnTo>
                  <a:lnTo>
                    <a:pt x="37083" y="298529"/>
                  </a:lnTo>
                  <a:lnTo>
                    <a:pt x="37110" y="298342"/>
                  </a:lnTo>
                  <a:lnTo>
                    <a:pt x="36932" y="297763"/>
                  </a:lnTo>
                  <a:lnTo>
                    <a:pt x="36523" y="297712"/>
                  </a:lnTo>
                  <a:lnTo>
                    <a:pt x="36147" y="297634"/>
                  </a:lnTo>
                  <a:lnTo>
                    <a:pt x="35974" y="297643"/>
                  </a:lnTo>
                  <a:lnTo>
                    <a:pt x="35603" y="297515"/>
                  </a:lnTo>
                  <a:lnTo>
                    <a:pt x="34474" y="297265"/>
                  </a:lnTo>
                  <a:lnTo>
                    <a:pt x="33837" y="297036"/>
                  </a:lnTo>
                  <a:lnTo>
                    <a:pt x="33535" y="296959"/>
                  </a:lnTo>
                  <a:lnTo>
                    <a:pt x="32515" y="296785"/>
                  </a:lnTo>
                  <a:lnTo>
                    <a:pt x="32867" y="296313"/>
                  </a:lnTo>
                  <a:lnTo>
                    <a:pt x="33018" y="296285"/>
                  </a:lnTo>
                  <a:lnTo>
                    <a:pt x="33304" y="296231"/>
                  </a:lnTo>
                  <a:lnTo>
                    <a:pt x="33547" y="296186"/>
                  </a:lnTo>
                  <a:lnTo>
                    <a:pt x="34440" y="295846"/>
                  </a:lnTo>
                  <a:lnTo>
                    <a:pt x="35113" y="294683"/>
                  </a:lnTo>
                  <a:lnTo>
                    <a:pt x="35271" y="294107"/>
                  </a:lnTo>
                  <a:lnTo>
                    <a:pt x="35006" y="292953"/>
                  </a:lnTo>
                  <a:lnTo>
                    <a:pt x="35051" y="292807"/>
                  </a:lnTo>
                  <a:lnTo>
                    <a:pt x="35294" y="292383"/>
                  </a:lnTo>
                  <a:lnTo>
                    <a:pt x="35904" y="292473"/>
                  </a:lnTo>
                  <a:lnTo>
                    <a:pt x="36412" y="292638"/>
                  </a:lnTo>
                  <a:lnTo>
                    <a:pt x="36782" y="292841"/>
                  </a:lnTo>
                  <a:lnTo>
                    <a:pt x="36850" y="293102"/>
                  </a:lnTo>
                  <a:lnTo>
                    <a:pt x="36985" y="293367"/>
                  </a:lnTo>
                  <a:lnTo>
                    <a:pt x="37356" y="294014"/>
                  </a:lnTo>
                  <a:lnTo>
                    <a:pt x="37327" y="294206"/>
                  </a:lnTo>
                  <a:lnTo>
                    <a:pt x="37377" y="294560"/>
                  </a:lnTo>
                  <a:lnTo>
                    <a:pt x="37612" y="294799"/>
                  </a:lnTo>
                  <a:lnTo>
                    <a:pt x="37971" y="294721"/>
                  </a:lnTo>
                  <a:lnTo>
                    <a:pt x="38315" y="294374"/>
                  </a:lnTo>
                  <a:lnTo>
                    <a:pt x="38693" y="294317"/>
                  </a:lnTo>
                  <a:lnTo>
                    <a:pt x="38825" y="294299"/>
                  </a:lnTo>
                  <a:lnTo>
                    <a:pt x="39517" y="293892"/>
                  </a:lnTo>
                  <a:lnTo>
                    <a:pt x="39921" y="292920"/>
                  </a:lnTo>
                  <a:lnTo>
                    <a:pt x="39859" y="292496"/>
                  </a:lnTo>
                  <a:lnTo>
                    <a:pt x="39306" y="291761"/>
                  </a:lnTo>
                  <a:lnTo>
                    <a:pt x="39254" y="291616"/>
                  </a:lnTo>
                  <a:lnTo>
                    <a:pt x="39213" y="291478"/>
                  </a:lnTo>
                  <a:lnTo>
                    <a:pt x="39147" y="291258"/>
                  </a:lnTo>
                  <a:lnTo>
                    <a:pt x="39141" y="291098"/>
                  </a:lnTo>
                  <a:lnTo>
                    <a:pt x="39113" y="290835"/>
                  </a:lnTo>
                  <a:lnTo>
                    <a:pt x="38999" y="290472"/>
                  </a:lnTo>
                  <a:lnTo>
                    <a:pt x="38808" y="289993"/>
                  </a:lnTo>
                  <a:lnTo>
                    <a:pt x="38706" y="289705"/>
                  </a:lnTo>
                  <a:lnTo>
                    <a:pt x="39806" y="288835"/>
                  </a:lnTo>
                  <a:lnTo>
                    <a:pt x="40067" y="288833"/>
                  </a:lnTo>
                  <a:lnTo>
                    <a:pt x="40257" y="288840"/>
                  </a:lnTo>
                  <a:lnTo>
                    <a:pt x="40762" y="289074"/>
                  </a:lnTo>
                  <a:lnTo>
                    <a:pt x="40779" y="289520"/>
                  </a:lnTo>
                  <a:lnTo>
                    <a:pt x="41351" y="289643"/>
                  </a:lnTo>
                  <a:lnTo>
                    <a:pt x="41854" y="289558"/>
                  </a:lnTo>
                  <a:lnTo>
                    <a:pt x="42299" y="289134"/>
                  </a:lnTo>
                  <a:lnTo>
                    <a:pt x="42836" y="288994"/>
                  </a:lnTo>
                  <a:lnTo>
                    <a:pt x="43029" y="288945"/>
                  </a:lnTo>
                  <a:lnTo>
                    <a:pt x="43442" y="288886"/>
                  </a:lnTo>
                  <a:lnTo>
                    <a:pt x="43806" y="288912"/>
                  </a:lnTo>
                  <a:lnTo>
                    <a:pt x="44944" y="288786"/>
                  </a:lnTo>
                  <a:lnTo>
                    <a:pt x="45123" y="288467"/>
                  </a:lnTo>
                  <a:lnTo>
                    <a:pt x="45014" y="288273"/>
                  </a:lnTo>
                  <a:lnTo>
                    <a:pt x="44843" y="287992"/>
                  </a:lnTo>
                  <a:lnTo>
                    <a:pt x="44980" y="287937"/>
                  </a:lnTo>
                  <a:lnTo>
                    <a:pt x="45138" y="287871"/>
                  </a:lnTo>
                  <a:lnTo>
                    <a:pt x="45460" y="287679"/>
                  </a:lnTo>
                  <a:lnTo>
                    <a:pt x="46076" y="286959"/>
                  </a:lnTo>
                  <a:lnTo>
                    <a:pt x="46292" y="287272"/>
                  </a:lnTo>
                  <a:lnTo>
                    <a:pt x="46344" y="287414"/>
                  </a:lnTo>
                  <a:lnTo>
                    <a:pt x="46681" y="287478"/>
                  </a:lnTo>
                  <a:lnTo>
                    <a:pt x="47118" y="287247"/>
                  </a:lnTo>
                  <a:lnTo>
                    <a:pt x="47343" y="287199"/>
                  </a:lnTo>
                  <a:lnTo>
                    <a:pt x="47514" y="287236"/>
                  </a:lnTo>
                  <a:lnTo>
                    <a:pt x="47714" y="287314"/>
                  </a:lnTo>
                  <a:lnTo>
                    <a:pt x="49157" y="286590"/>
                  </a:lnTo>
                  <a:lnTo>
                    <a:pt x="49321" y="286539"/>
                  </a:lnTo>
                  <a:lnTo>
                    <a:pt x="49841" y="286402"/>
                  </a:lnTo>
                  <a:lnTo>
                    <a:pt x="50102" y="286433"/>
                  </a:lnTo>
                  <a:lnTo>
                    <a:pt x="50446" y="286570"/>
                  </a:lnTo>
                  <a:lnTo>
                    <a:pt x="50681" y="286728"/>
                  </a:lnTo>
                  <a:lnTo>
                    <a:pt x="50942" y="286839"/>
                  </a:lnTo>
                  <a:lnTo>
                    <a:pt x="51994" y="286648"/>
                  </a:lnTo>
                  <a:lnTo>
                    <a:pt x="52255" y="286460"/>
                  </a:lnTo>
                  <a:lnTo>
                    <a:pt x="52696" y="286317"/>
                  </a:lnTo>
                  <a:lnTo>
                    <a:pt x="53074" y="286224"/>
                  </a:lnTo>
                  <a:lnTo>
                    <a:pt x="53590" y="286119"/>
                  </a:lnTo>
                  <a:lnTo>
                    <a:pt x="53999" y="285867"/>
                  </a:lnTo>
                  <a:lnTo>
                    <a:pt x="54536" y="285577"/>
                  </a:lnTo>
                  <a:lnTo>
                    <a:pt x="55149" y="285099"/>
                  </a:lnTo>
                  <a:lnTo>
                    <a:pt x="55163" y="284456"/>
                  </a:lnTo>
                  <a:lnTo>
                    <a:pt x="55422" y="284357"/>
                  </a:lnTo>
                  <a:lnTo>
                    <a:pt x="55910" y="284054"/>
                  </a:lnTo>
                  <a:lnTo>
                    <a:pt x="56112" y="283809"/>
                  </a:lnTo>
                  <a:lnTo>
                    <a:pt x="56243" y="283463"/>
                  </a:lnTo>
                  <a:lnTo>
                    <a:pt x="56265" y="283292"/>
                  </a:lnTo>
                  <a:lnTo>
                    <a:pt x="56232" y="283148"/>
                  </a:lnTo>
                  <a:lnTo>
                    <a:pt x="56406" y="282848"/>
                  </a:lnTo>
                  <a:lnTo>
                    <a:pt x="56548" y="282459"/>
                  </a:lnTo>
                  <a:lnTo>
                    <a:pt x="56541" y="282281"/>
                  </a:lnTo>
                  <a:lnTo>
                    <a:pt x="56345" y="282165"/>
                  </a:lnTo>
                  <a:lnTo>
                    <a:pt x="55600" y="281799"/>
                  </a:lnTo>
                  <a:lnTo>
                    <a:pt x="55067" y="282115"/>
                  </a:lnTo>
                  <a:lnTo>
                    <a:pt x="54427" y="282222"/>
                  </a:lnTo>
                  <a:lnTo>
                    <a:pt x="54162" y="282039"/>
                  </a:lnTo>
                  <a:lnTo>
                    <a:pt x="54105" y="281855"/>
                  </a:lnTo>
                  <a:lnTo>
                    <a:pt x="53801" y="281460"/>
                  </a:lnTo>
                  <a:lnTo>
                    <a:pt x="53450" y="281085"/>
                  </a:lnTo>
                  <a:lnTo>
                    <a:pt x="52442" y="281244"/>
                  </a:lnTo>
                  <a:lnTo>
                    <a:pt x="52216" y="281244"/>
                  </a:lnTo>
                  <a:lnTo>
                    <a:pt x="51650" y="281753"/>
                  </a:lnTo>
                  <a:lnTo>
                    <a:pt x="51327" y="281988"/>
                  </a:lnTo>
                  <a:lnTo>
                    <a:pt x="51019" y="281924"/>
                  </a:lnTo>
                  <a:lnTo>
                    <a:pt x="50703" y="281428"/>
                  </a:lnTo>
                  <a:lnTo>
                    <a:pt x="50329" y="281457"/>
                  </a:lnTo>
                  <a:lnTo>
                    <a:pt x="50157" y="281458"/>
                  </a:lnTo>
                  <a:lnTo>
                    <a:pt x="49920" y="281355"/>
                  </a:lnTo>
                  <a:lnTo>
                    <a:pt x="49715" y="281255"/>
                  </a:lnTo>
                  <a:lnTo>
                    <a:pt x="49478" y="281241"/>
                  </a:lnTo>
                  <a:lnTo>
                    <a:pt x="49167" y="281241"/>
                  </a:lnTo>
                  <a:lnTo>
                    <a:pt x="47936" y="281318"/>
                  </a:lnTo>
                  <a:lnTo>
                    <a:pt x="47742" y="280785"/>
                  </a:lnTo>
                  <a:lnTo>
                    <a:pt x="47722" y="280265"/>
                  </a:lnTo>
                  <a:lnTo>
                    <a:pt x="47422" y="279663"/>
                  </a:lnTo>
                  <a:lnTo>
                    <a:pt x="47396" y="279355"/>
                  </a:lnTo>
                  <a:lnTo>
                    <a:pt x="47528" y="278167"/>
                  </a:lnTo>
                  <a:lnTo>
                    <a:pt x="47324" y="277702"/>
                  </a:lnTo>
                  <a:lnTo>
                    <a:pt x="47053" y="277568"/>
                  </a:lnTo>
                  <a:lnTo>
                    <a:pt x="46979" y="277292"/>
                  </a:lnTo>
                  <a:lnTo>
                    <a:pt x="46392" y="276971"/>
                  </a:lnTo>
                  <a:lnTo>
                    <a:pt x="46359" y="276450"/>
                  </a:lnTo>
                  <a:lnTo>
                    <a:pt x="46582" y="275976"/>
                  </a:lnTo>
                  <a:lnTo>
                    <a:pt x="46758" y="275774"/>
                  </a:lnTo>
                  <a:lnTo>
                    <a:pt x="46912" y="275630"/>
                  </a:lnTo>
                  <a:lnTo>
                    <a:pt x="47051" y="274910"/>
                  </a:lnTo>
                  <a:lnTo>
                    <a:pt x="47063" y="274679"/>
                  </a:lnTo>
                  <a:lnTo>
                    <a:pt x="47070" y="274461"/>
                  </a:lnTo>
                  <a:lnTo>
                    <a:pt x="47462" y="273635"/>
                  </a:lnTo>
                  <a:lnTo>
                    <a:pt x="47367" y="273345"/>
                  </a:lnTo>
                  <a:lnTo>
                    <a:pt x="47157" y="273218"/>
                  </a:lnTo>
                  <a:lnTo>
                    <a:pt x="46797" y="273181"/>
                  </a:lnTo>
                  <a:lnTo>
                    <a:pt x="46556" y="273031"/>
                  </a:lnTo>
                  <a:lnTo>
                    <a:pt x="46606" y="272841"/>
                  </a:lnTo>
                  <a:lnTo>
                    <a:pt x="46863" y="271878"/>
                  </a:lnTo>
                  <a:lnTo>
                    <a:pt x="47101" y="271643"/>
                  </a:lnTo>
                  <a:lnTo>
                    <a:pt x="46940" y="271234"/>
                  </a:lnTo>
                  <a:lnTo>
                    <a:pt x="46759" y="271146"/>
                  </a:lnTo>
                  <a:lnTo>
                    <a:pt x="46578" y="271052"/>
                  </a:lnTo>
                  <a:lnTo>
                    <a:pt x="46436" y="270844"/>
                  </a:lnTo>
                  <a:lnTo>
                    <a:pt x="46286" y="270630"/>
                  </a:lnTo>
                  <a:lnTo>
                    <a:pt x="45707" y="270775"/>
                  </a:lnTo>
                  <a:lnTo>
                    <a:pt x="45546" y="270784"/>
                  </a:lnTo>
                  <a:lnTo>
                    <a:pt x="44904" y="270661"/>
                  </a:lnTo>
                  <a:lnTo>
                    <a:pt x="44658" y="270492"/>
                  </a:lnTo>
                  <a:lnTo>
                    <a:pt x="44476" y="270197"/>
                  </a:lnTo>
                  <a:lnTo>
                    <a:pt x="44141" y="269985"/>
                  </a:lnTo>
                  <a:lnTo>
                    <a:pt x="44049" y="269099"/>
                  </a:lnTo>
                  <a:lnTo>
                    <a:pt x="43847" y="268950"/>
                  </a:lnTo>
                  <a:lnTo>
                    <a:pt x="43440" y="268375"/>
                  </a:lnTo>
                  <a:lnTo>
                    <a:pt x="42926" y="267605"/>
                  </a:lnTo>
                  <a:lnTo>
                    <a:pt x="42813" y="267340"/>
                  </a:lnTo>
                  <a:lnTo>
                    <a:pt x="42340" y="266425"/>
                  </a:lnTo>
                  <a:lnTo>
                    <a:pt x="42323" y="266266"/>
                  </a:lnTo>
                  <a:lnTo>
                    <a:pt x="41999" y="265845"/>
                  </a:lnTo>
                  <a:lnTo>
                    <a:pt x="41145" y="264631"/>
                  </a:lnTo>
                  <a:lnTo>
                    <a:pt x="40914" y="264548"/>
                  </a:lnTo>
                  <a:lnTo>
                    <a:pt x="40640" y="264345"/>
                  </a:lnTo>
                  <a:lnTo>
                    <a:pt x="40207" y="264166"/>
                  </a:lnTo>
                  <a:lnTo>
                    <a:pt x="40044" y="264100"/>
                  </a:lnTo>
                  <a:lnTo>
                    <a:pt x="39936" y="263658"/>
                  </a:lnTo>
                  <a:lnTo>
                    <a:pt x="40076" y="263006"/>
                  </a:lnTo>
                  <a:lnTo>
                    <a:pt x="40071" y="262872"/>
                  </a:lnTo>
                  <a:lnTo>
                    <a:pt x="39903" y="262404"/>
                  </a:lnTo>
                  <a:lnTo>
                    <a:pt x="39085" y="262706"/>
                  </a:lnTo>
                  <a:lnTo>
                    <a:pt x="38730" y="262226"/>
                  </a:lnTo>
                  <a:lnTo>
                    <a:pt x="38288" y="261742"/>
                  </a:lnTo>
                  <a:lnTo>
                    <a:pt x="38185" y="261489"/>
                  </a:lnTo>
                  <a:lnTo>
                    <a:pt x="38114" y="261282"/>
                  </a:lnTo>
                  <a:lnTo>
                    <a:pt x="37952" y="261091"/>
                  </a:lnTo>
                  <a:lnTo>
                    <a:pt x="37774" y="260829"/>
                  </a:lnTo>
                  <a:lnTo>
                    <a:pt x="38013" y="260567"/>
                  </a:lnTo>
                  <a:lnTo>
                    <a:pt x="38689" y="260178"/>
                  </a:lnTo>
                  <a:lnTo>
                    <a:pt x="38839" y="259876"/>
                  </a:lnTo>
                  <a:lnTo>
                    <a:pt x="38625" y="259748"/>
                  </a:lnTo>
                  <a:lnTo>
                    <a:pt x="38412" y="259676"/>
                  </a:lnTo>
                  <a:lnTo>
                    <a:pt x="38038" y="259421"/>
                  </a:lnTo>
                  <a:lnTo>
                    <a:pt x="37985" y="258654"/>
                  </a:lnTo>
                  <a:lnTo>
                    <a:pt x="37962" y="258311"/>
                  </a:lnTo>
                  <a:lnTo>
                    <a:pt x="37765" y="257913"/>
                  </a:lnTo>
                  <a:lnTo>
                    <a:pt x="37615" y="257689"/>
                  </a:lnTo>
                  <a:lnTo>
                    <a:pt x="37860" y="256866"/>
                  </a:lnTo>
                  <a:lnTo>
                    <a:pt x="38029" y="256829"/>
                  </a:lnTo>
                  <a:lnTo>
                    <a:pt x="38079" y="256580"/>
                  </a:lnTo>
                  <a:lnTo>
                    <a:pt x="37762" y="256434"/>
                  </a:lnTo>
                  <a:lnTo>
                    <a:pt x="37226" y="256441"/>
                  </a:lnTo>
                  <a:lnTo>
                    <a:pt x="36451" y="256362"/>
                  </a:lnTo>
                  <a:lnTo>
                    <a:pt x="36257" y="256151"/>
                  </a:lnTo>
                  <a:lnTo>
                    <a:pt x="35955" y="255888"/>
                  </a:lnTo>
                  <a:lnTo>
                    <a:pt x="35798" y="256236"/>
                  </a:lnTo>
                  <a:lnTo>
                    <a:pt x="35316" y="255970"/>
                  </a:lnTo>
                  <a:lnTo>
                    <a:pt x="35194" y="255702"/>
                  </a:lnTo>
                  <a:lnTo>
                    <a:pt x="35247" y="255381"/>
                  </a:lnTo>
                  <a:lnTo>
                    <a:pt x="35323" y="254949"/>
                  </a:lnTo>
                  <a:lnTo>
                    <a:pt x="35334" y="254416"/>
                  </a:lnTo>
                  <a:lnTo>
                    <a:pt x="35307" y="254286"/>
                  </a:lnTo>
                  <a:lnTo>
                    <a:pt x="35144" y="253913"/>
                  </a:lnTo>
                  <a:lnTo>
                    <a:pt x="34514" y="253821"/>
                  </a:lnTo>
                  <a:lnTo>
                    <a:pt x="34382" y="253504"/>
                  </a:lnTo>
                  <a:lnTo>
                    <a:pt x="34332" y="253304"/>
                  </a:lnTo>
                  <a:lnTo>
                    <a:pt x="33719" y="253151"/>
                  </a:lnTo>
                  <a:lnTo>
                    <a:pt x="33207" y="252883"/>
                  </a:lnTo>
                  <a:lnTo>
                    <a:pt x="33048" y="252729"/>
                  </a:lnTo>
                  <a:lnTo>
                    <a:pt x="32870" y="252398"/>
                  </a:lnTo>
                  <a:lnTo>
                    <a:pt x="32785" y="251930"/>
                  </a:lnTo>
                  <a:lnTo>
                    <a:pt x="32615" y="251845"/>
                  </a:lnTo>
                  <a:lnTo>
                    <a:pt x="31911" y="251591"/>
                  </a:lnTo>
                  <a:lnTo>
                    <a:pt x="31845" y="251386"/>
                  </a:lnTo>
                  <a:lnTo>
                    <a:pt x="31635" y="251099"/>
                  </a:lnTo>
                  <a:lnTo>
                    <a:pt x="31446" y="251050"/>
                  </a:lnTo>
                  <a:lnTo>
                    <a:pt x="31093" y="250701"/>
                  </a:lnTo>
                  <a:lnTo>
                    <a:pt x="30698" y="250075"/>
                  </a:lnTo>
                  <a:lnTo>
                    <a:pt x="29856" y="250158"/>
                  </a:lnTo>
                  <a:lnTo>
                    <a:pt x="29429" y="249658"/>
                  </a:lnTo>
                  <a:lnTo>
                    <a:pt x="29236" y="249333"/>
                  </a:lnTo>
                  <a:lnTo>
                    <a:pt x="29299" y="249054"/>
                  </a:lnTo>
                  <a:lnTo>
                    <a:pt x="29815" y="248739"/>
                  </a:lnTo>
                  <a:lnTo>
                    <a:pt x="30700" y="248741"/>
                  </a:lnTo>
                  <a:lnTo>
                    <a:pt x="31517" y="248707"/>
                  </a:lnTo>
                  <a:lnTo>
                    <a:pt x="31256" y="248456"/>
                  </a:lnTo>
                  <a:lnTo>
                    <a:pt x="31324" y="248325"/>
                  </a:lnTo>
                  <a:lnTo>
                    <a:pt x="31461" y="248140"/>
                  </a:lnTo>
                  <a:lnTo>
                    <a:pt x="31436" y="247842"/>
                  </a:lnTo>
                  <a:lnTo>
                    <a:pt x="31929" y="247634"/>
                  </a:lnTo>
                  <a:lnTo>
                    <a:pt x="32244" y="247331"/>
                  </a:lnTo>
                  <a:lnTo>
                    <a:pt x="32408" y="246755"/>
                  </a:lnTo>
                  <a:lnTo>
                    <a:pt x="32539" y="246434"/>
                  </a:lnTo>
                  <a:lnTo>
                    <a:pt x="32974" y="245931"/>
                  </a:lnTo>
                  <a:lnTo>
                    <a:pt x="33205" y="245942"/>
                  </a:lnTo>
                  <a:lnTo>
                    <a:pt x="33622" y="245789"/>
                  </a:lnTo>
                  <a:lnTo>
                    <a:pt x="33826" y="245734"/>
                  </a:lnTo>
                  <a:lnTo>
                    <a:pt x="34508" y="245976"/>
                  </a:lnTo>
                  <a:lnTo>
                    <a:pt x="34745" y="245863"/>
                  </a:lnTo>
                  <a:lnTo>
                    <a:pt x="35023" y="245610"/>
                  </a:lnTo>
                  <a:lnTo>
                    <a:pt x="35371" y="245522"/>
                  </a:lnTo>
                  <a:lnTo>
                    <a:pt x="35729" y="245561"/>
                  </a:lnTo>
                  <a:lnTo>
                    <a:pt x="35919" y="245575"/>
                  </a:lnTo>
                  <a:lnTo>
                    <a:pt x="36078" y="245379"/>
                  </a:lnTo>
                  <a:lnTo>
                    <a:pt x="36143" y="244715"/>
                  </a:lnTo>
                  <a:lnTo>
                    <a:pt x="36201" y="244417"/>
                  </a:lnTo>
                  <a:lnTo>
                    <a:pt x="36257" y="243917"/>
                  </a:lnTo>
                  <a:lnTo>
                    <a:pt x="36427" y="243690"/>
                  </a:lnTo>
                  <a:lnTo>
                    <a:pt x="36379" y="243221"/>
                  </a:lnTo>
                  <a:lnTo>
                    <a:pt x="36269" y="243043"/>
                  </a:lnTo>
                  <a:lnTo>
                    <a:pt x="36000" y="242325"/>
                  </a:lnTo>
                  <a:lnTo>
                    <a:pt x="35813" y="242183"/>
                  </a:lnTo>
                  <a:lnTo>
                    <a:pt x="35323" y="241735"/>
                  </a:lnTo>
                  <a:lnTo>
                    <a:pt x="35095" y="241882"/>
                  </a:lnTo>
                  <a:lnTo>
                    <a:pt x="35164" y="242073"/>
                  </a:lnTo>
                  <a:lnTo>
                    <a:pt x="35138" y="242393"/>
                  </a:lnTo>
                  <a:lnTo>
                    <a:pt x="35008" y="242413"/>
                  </a:lnTo>
                  <a:lnTo>
                    <a:pt x="34691" y="242994"/>
                  </a:lnTo>
                  <a:lnTo>
                    <a:pt x="34522" y="242807"/>
                  </a:lnTo>
                  <a:lnTo>
                    <a:pt x="34509" y="242400"/>
                  </a:lnTo>
                  <a:lnTo>
                    <a:pt x="34216" y="242201"/>
                  </a:lnTo>
                  <a:lnTo>
                    <a:pt x="34178" y="241682"/>
                  </a:lnTo>
                  <a:lnTo>
                    <a:pt x="34215" y="241416"/>
                  </a:lnTo>
                  <a:lnTo>
                    <a:pt x="34297" y="241138"/>
                  </a:lnTo>
                  <a:lnTo>
                    <a:pt x="34316" y="240992"/>
                  </a:lnTo>
                  <a:lnTo>
                    <a:pt x="33910" y="240791"/>
                  </a:lnTo>
                  <a:lnTo>
                    <a:pt x="33268" y="240701"/>
                  </a:lnTo>
                  <a:lnTo>
                    <a:pt x="33013" y="240780"/>
                  </a:lnTo>
                  <a:lnTo>
                    <a:pt x="32664" y="240559"/>
                  </a:lnTo>
                  <a:lnTo>
                    <a:pt x="32484" y="240244"/>
                  </a:lnTo>
                  <a:lnTo>
                    <a:pt x="32361" y="239520"/>
                  </a:lnTo>
                  <a:lnTo>
                    <a:pt x="32646" y="239384"/>
                  </a:lnTo>
                  <a:lnTo>
                    <a:pt x="33120" y="238404"/>
                  </a:lnTo>
                  <a:lnTo>
                    <a:pt x="33616" y="237795"/>
                  </a:lnTo>
                  <a:lnTo>
                    <a:pt x="33496" y="237363"/>
                  </a:lnTo>
                  <a:lnTo>
                    <a:pt x="33459" y="237016"/>
                  </a:lnTo>
                  <a:lnTo>
                    <a:pt x="33553" y="236763"/>
                  </a:lnTo>
                  <a:lnTo>
                    <a:pt x="33843" y="236414"/>
                  </a:lnTo>
                  <a:lnTo>
                    <a:pt x="33371" y="236206"/>
                  </a:lnTo>
                  <a:lnTo>
                    <a:pt x="32831" y="235844"/>
                  </a:lnTo>
                  <a:lnTo>
                    <a:pt x="32421" y="235752"/>
                  </a:lnTo>
                  <a:lnTo>
                    <a:pt x="32041" y="235665"/>
                  </a:lnTo>
                  <a:lnTo>
                    <a:pt x="31892" y="235631"/>
                  </a:lnTo>
                  <a:lnTo>
                    <a:pt x="31080" y="235241"/>
                  </a:lnTo>
                  <a:lnTo>
                    <a:pt x="31294" y="234654"/>
                  </a:lnTo>
                  <a:lnTo>
                    <a:pt x="33160" y="232842"/>
                  </a:lnTo>
                  <a:lnTo>
                    <a:pt x="33911" y="232349"/>
                  </a:lnTo>
                  <a:lnTo>
                    <a:pt x="34476" y="232055"/>
                  </a:lnTo>
                  <a:lnTo>
                    <a:pt x="34742" y="231838"/>
                  </a:lnTo>
                  <a:lnTo>
                    <a:pt x="35208" y="231341"/>
                  </a:lnTo>
                  <a:lnTo>
                    <a:pt x="35343" y="231305"/>
                  </a:lnTo>
                  <a:lnTo>
                    <a:pt x="35512" y="231260"/>
                  </a:lnTo>
                  <a:lnTo>
                    <a:pt x="36666" y="230755"/>
                  </a:lnTo>
                  <a:lnTo>
                    <a:pt x="36985" y="230597"/>
                  </a:lnTo>
                  <a:lnTo>
                    <a:pt x="37264" y="230387"/>
                  </a:lnTo>
                  <a:lnTo>
                    <a:pt x="37750" y="230358"/>
                  </a:lnTo>
                  <a:lnTo>
                    <a:pt x="37878" y="230444"/>
                  </a:lnTo>
                  <a:lnTo>
                    <a:pt x="38275" y="230468"/>
                  </a:lnTo>
                  <a:lnTo>
                    <a:pt x="38394" y="230325"/>
                  </a:lnTo>
                  <a:lnTo>
                    <a:pt x="38717" y="230237"/>
                  </a:lnTo>
                  <a:lnTo>
                    <a:pt x="39365" y="230232"/>
                  </a:lnTo>
                  <a:lnTo>
                    <a:pt x="40103" y="229978"/>
                  </a:lnTo>
                  <a:lnTo>
                    <a:pt x="40382" y="230021"/>
                  </a:lnTo>
                  <a:lnTo>
                    <a:pt x="40763" y="230141"/>
                  </a:lnTo>
                  <a:lnTo>
                    <a:pt x="41272" y="230288"/>
                  </a:lnTo>
                  <a:lnTo>
                    <a:pt x="41607" y="230370"/>
                  </a:lnTo>
                  <a:lnTo>
                    <a:pt x="42185" y="230482"/>
                  </a:lnTo>
                  <a:lnTo>
                    <a:pt x="42680" y="230582"/>
                  </a:lnTo>
                  <a:lnTo>
                    <a:pt x="43903" y="230858"/>
                  </a:lnTo>
                  <a:lnTo>
                    <a:pt x="44520" y="231159"/>
                  </a:lnTo>
                  <a:lnTo>
                    <a:pt x="44914" y="231047"/>
                  </a:lnTo>
                  <a:lnTo>
                    <a:pt x="44914" y="230917"/>
                  </a:lnTo>
                  <a:lnTo>
                    <a:pt x="44918" y="230611"/>
                  </a:lnTo>
                  <a:lnTo>
                    <a:pt x="44921" y="230437"/>
                  </a:lnTo>
                  <a:lnTo>
                    <a:pt x="44930" y="229928"/>
                  </a:lnTo>
                  <a:lnTo>
                    <a:pt x="44935" y="229666"/>
                  </a:lnTo>
                  <a:lnTo>
                    <a:pt x="44805" y="229325"/>
                  </a:lnTo>
                  <a:lnTo>
                    <a:pt x="44609" y="228871"/>
                  </a:lnTo>
                  <a:lnTo>
                    <a:pt x="44556" y="228570"/>
                  </a:lnTo>
                  <a:lnTo>
                    <a:pt x="44539" y="228269"/>
                  </a:lnTo>
                  <a:lnTo>
                    <a:pt x="44712" y="227995"/>
                  </a:lnTo>
                  <a:lnTo>
                    <a:pt x="45154" y="227430"/>
                  </a:lnTo>
                  <a:lnTo>
                    <a:pt x="44979" y="227079"/>
                  </a:lnTo>
                  <a:lnTo>
                    <a:pt x="44775" y="226804"/>
                  </a:lnTo>
                  <a:lnTo>
                    <a:pt x="44747" y="226564"/>
                  </a:lnTo>
                  <a:lnTo>
                    <a:pt x="45214" y="226276"/>
                  </a:lnTo>
                  <a:lnTo>
                    <a:pt x="45589" y="226258"/>
                  </a:lnTo>
                  <a:lnTo>
                    <a:pt x="45793" y="226266"/>
                  </a:lnTo>
                  <a:lnTo>
                    <a:pt x="45816" y="225936"/>
                  </a:lnTo>
                  <a:lnTo>
                    <a:pt x="45192" y="224967"/>
                  </a:lnTo>
                  <a:lnTo>
                    <a:pt x="44645" y="224132"/>
                  </a:lnTo>
                  <a:lnTo>
                    <a:pt x="44561" y="224001"/>
                  </a:lnTo>
                  <a:lnTo>
                    <a:pt x="44302" y="223552"/>
                  </a:lnTo>
                  <a:lnTo>
                    <a:pt x="44361" y="223042"/>
                  </a:lnTo>
                  <a:lnTo>
                    <a:pt x="44460" y="222875"/>
                  </a:lnTo>
                  <a:lnTo>
                    <a:pt x="44650" y="222961"/>
                  </a:lnTo>
                  <a:lnTo>
                    <a:pt x="44881" y="223011"/>
                  </a:lnTo>
                  <a:lnTo>
                    <a:pt x="45089" y="222779"/>
                  </a:lnTo>
                  <a:lnTo>
                    <a:pt x="44988" y="222559"/>
                  </a:lnTo>
                  <a:lnTo>
                    <a:pt x="45089" y="222420"/>
                  </a:lnTo>
                  <a:lnTo>
                    <a:pt x="44949" y="222091"/>
                  </a:lnTo>
                  <a:lnTo>
                    <a:pt x="44570" y="221775"/>
                  </a:lnTo>
                  <a:lnTo>
                    <a:pt x="44205" y="221442"/>
                  </a:lnTo>
                  <a:lnTo>
                    <a:pt x="44027" y="221147"/>
                  </a:lnTo>
                  <a:lnTo>
                    <a:pt x="44239" y="220866"/>
                  </a:lnTo>
                  <a:lnTo>
                    <a:pt x="44292" y="220411"/>
                  </a:lnTo>
                  <a:lnTo>
                    <a:pt x="44089" y="220362"/>
                  </a:lnTo>
                  <a:lnTo>
                    <a:pt x="43958" y="220323"/>
                  </a:lnTo>
                  <a:lnTo>
                    <a:pt x="44019" y="219724"/>
                  </a:lnTo>
                  <a:lnTo>
                    <a:pt x="43694" y="219284"/>
                  </a:lnTo>
                  <a:lnTo>
                    <a:pt x="43748" y="218937"/>
                  </a:lnTo>
                  <a:lnTo>
                    <a:pt x="43835" y="218786"/>
                  </a:lnTo>
                  <a:lnTo>
                    <a:pt x="44241" y="218397"/>
                  </a:lnTo>
                  <a:lnTo>
                    <a:pt x="44910" y="217885"/>
                  </a:lnTo>
                  <a:lnTo>
                    <a:pt x="45335" y="217006"/>
                  </a:lnTo>
                  <a:lnTo>
                    <a:pt x="45660" y="216857"/>
                  </a:lnTo>
                  <a:lnTo>
                    <a:pt x="46685" y="216359"/>
                  </a:lnTo>
                  <a:lnTo>
                    <a:pt x="46968" y="215738"/>
                  </a:lnTo>
                  <a:lnTo>
                    <a:pt x="47513" y="215320"/>
                  </a:lnTo>
                  <a:lnTo>
                    <a:pt x="47441" y="214845"/>
                  </a:lnTo>
                  <a:lnTo>
                    <a:pt x="47997" y="214323"/>
                  </a:lnTo>
                  <a:lnTo>
                    <a:pt x="48317" y="214064"/>
                  </a:lnTo>
                  <a:lnTo>
                    <a:pt x="48668" y="213684"/>
                  </a:lnTo>
                  <a:lnTo>
                    <a:pt x="48564" y="213010"/>
                  </a:lnTo>
                  <a:lnTo>
                    <a:pt x="48786" y="212840"/>
                  </a:lnTo>
                  <a:lnTo>
                    <a:pt x="48996" y="212884"/>
                  </a:lnTo>
                  <a:lnTo>
                    <a:pt x="49564" y="212584"/>
                  </a:lnTo>
                  <a:lnTo>
                    <a:pt x="49451" y="212000"/>
                  </a:lnTo>
                  <a:lnTo>
                    <a:pt x="49866" y="211995"/>
                  </a:lnTo>
                  <a:lnTo>
                    <a:pt x="50313" y="211793"/>
                  </a:lnTo>
                  <a:lnTo>
                    <a:pt x="50469" y="211638"/>
                  </a:lnTo>
                  <a:lnTo>
                    <a:pt x="50691" y="211628"/>
                  </a:lnTo>
                  <a:lnTo>
                    <a:pt x="51182" y="211807"/>
                  </a:lnTo>
                  <a:lnTo>
                    <a:pt x="51485" y="211962"/>
                  </a:lnTo>
                  <a:lnTo>
                    <a:pt x="51662" y="212047"/>
                  </a:lnTo>
                  <a:lnTo>
                    <a:pt x="52502" y="212195"/>
                  </a:lnTo>
                  <a:lnTo>
                    <a:pt x="52709" y="212112"/>
                  </a:lnTo>
                  <a:lnTo>
                    <a:pt x="53853" y="211836"/>
                  </a:lnTo>
                  <a:lnTo>
                    <a:pt x="54473" y="211604"/>
                  </a:lnTo>
                  <a:lnTo>
                    <a:pt x="54672" y="211344"/>
                  </a:lnTo>
                  <a:lnTo>
                    <a:pt x="54958" y="211110"/>
                  </a:lnTo>
                  <a:lnTo>
                    <a:pt x="55142" y="211029"/>
                  </a:lnTo>
                  <a:lnTo>
                    <a:pt x="55713" y="210911"/>
                  </a:lnTo>
                  <a:lnTo>
                    <a:pt x="55757" y="210696"/>
                  </a:lnTo>
                  <a:lnTo>
                    <a:pt x="55747" y="210524"/>
                  </a:lnTo>
                  <a:lnTo>
                    <a:pt x="55310" y="210036"/>
                  </a:lnTo>
                  <a:lnTo>
                    <a:pt x="55151" y="209987"/>
                  </a:lnTo>
                  <a:lnTo>
                    <a:pt x="54998" y="209964"/>
                  </a:lnTo>
                  <a:lnTo>
                    <a:pt x="54664" y="209698"/>
                  </a:lnTo>
                  <a:lnTo>
                    <a:pt x="54586" y="209374"/>
                  </a:lnTo>
                  <a:lnTo>
                    <a:pt x="54676" y="209028"/>
                  </a:lnTo>
                  <a:lnTo>
                    <a:pt x="54536" y="208957"/>
                  </a:lnTo>
                  <a:lnTo>
                    <a:pt x="54322" y="208853"/>
                  </a:lnTo>
                  <a:lnTo>
                    <a:pt x="54169" y="208670"/>
                  </a:lnTo>
                  <a:lnTo>
                    <a:pt x="54364" y="207469"/>
                  </a:lnTo>
                  <a:lnTo>
                    <a:pt x="54454" y="207155"/>
                  </a:lnTo>
                  <a:lnTo>
                    <a:pt x="54586" y="206926"/>
                  </a:lnTo>
                  <a:lnTo>
                    <a:pt x="55097" y="207129"/>
                  </a:lnTo>
                  <a:lnTo>
                    <a:pt x="55392" y="206790"/>
                  </a:lnTo>
                  <a:lnTo>
                    <a:pt x="55488" y="206260"/>
                  </a:lnTo>
                  <a:lnTo>
                    <a:pt x="55458" y="205841"/>
                  </a:lnTo>
                  <a:lnTo>
                    <a:pt x="55558" y="205680"/>
                  </a:lnTo>
                  <a:lnTo>
                    <a:pt x="55661" y="205391"/>
                  </a:lnTo>
                  <a:lnTo>
                    <a:pt x="55714" y="205162"/>
                  </a:lnTo>
                  <a:lnTo>
                    <a:pt x="56103" y="204425"/>
                  </a:lnTo>
                  <a:lnTo>
                    <a:pt x="57371" y="204384"/>
                  </a:lnTo>
                  <a:lnTo>
                    <a:pt x="57737" y="204107"/>
                  </a:lnTo>
                  <a:lnTo>
                    <a:pt x="58655" y="203938"/>
                  </a:lnTo>
                  <a:lnTo>
                    <a:pt x="59203" y="204008"/>
                  </a:lnTo>
                  <a:lnTo>
                    <a:pt x="59540" y="204130"/>
                  </a:lnTo>
                  <a:lnTo>
                    <a:pt x="60203" y="204481"/>
                  </a:lnTo>
                  <a:lnTo>
                    <a:pt x="60619" y="204815"/>
                  </a:lnTo>
                  <a:lnTo>
                    <a:pt x="61008" y="205143"/>
                  </a:lnTo>
                  <a:lnTo>
                    <a:pt x="61151" y="205124"/>
                  </a:lnTo>
                  <a:lnTo>
                    <a:pt x="61579" y="204815"/>
                  </a:lnTo>
                  <a:lnTo>
                    <a:pt x="62227" y="204696"/>
                  </a:lnTo>
                  <a:lnTo>
                    <a:pt x="62689" y="204389"/>
                  </a:lnTo>
                  <a:lnTo>
                    <a:pt x="63364" y="204537"/>
                  </a:lnTo>
                  <a:lnTo>
                    <a:pt x="64143" y="204618"/>
                  </a:lnTo>
                  <a:lnTo>
                    <a:pt x="64506" y="204698"/>
                  </a:lnTo>
                  <a:lnTo>
                    <a:pt x="65143" y="204670"/>
                  </a:lnTo>
                  <a:lnTo>
                    <a:pt x="65538" y="204544"/>
                  </a:lnTo>
                  <a:lnTo>
                    <a:pt x="65919" y="204383"/>
                  </a:lnTo>
                  <a:lnTo>
                    <a:pt x="65954" y="204097"/>
                  </a:lnTo>
                  <a:lnTo>
                    <a:pt x="66334" y="204042"/>
                  </a:lnTo>
                  <a:lnTo>
                    <a:pt x="66466" y="204004"/>
                  </a:lnTo>
                  <a:lnTo>
                    <a:pt x="66543" y="203677"/>
                  </a:lnTo>
                  <a:lnTo>
                    <a:pt x="66598" y="203419"/>
                  </a:lnTo>
                  <a:lnTo>
                    <a:pt x="66848" y="203187"/>
                  </a:lnTo>
                  <a:lnTo>
                    <a:pt x="67148" y="203192"/>
                  </a:lnTo>
                  <a:lnTo>
                    <a:pt x="67300" y="203199"/>
                  </a:lnTo>
                  <a:lnTo>
                    <a:pt x="67824" y="203237"/>
                  </a:lnTo>
                  <a:lnTo>
                    <a:pt x="68008" y="203816"/>
                  </a:lnTo>
                  <a:lnTo>
                    <a:pt x="68339" y="204180"/>
                  </a:lnTo>
                  <a:lnTo>
                    <a:pt x="68613" y="204577"/>
                  </a:lnTo>
                  <a:lnTo>
                    <a:pt x="68766" y="204802"/>
                  </a:lnTo>
                  <a:lnTo>
                    <a:pt x="69249" y="205270"/>
                  </a:lnTo>
                  <a:lnTo>
                    <a:pt x="69154" y="205680"/>
                  </a:lnTo>
                  <a:lnTo>
                    <a:pt x="69206" y="206216"/>
                  </a:lnTo>
                  <a:lnTo>
                    <a:pt x="69254" y="206513"/>
                  </a:lnTo>
                  <a:lnTo>
                    <a:pt x="69237" y="206906"/>
                  </a:lnTo>
                  <a:lnTo>
                    <a:pt x="69310" y="207362"/>
                  </a:lnTo>
                  <a:lnTo>
                    <a:pt x="69489" y="207369"/>
                  </a:lnTo>
                  <a:lnTo>
                    <a:pt x="69805" y="207936"/>
                  </a:lnTo>
                  <a:lnTo>
                    <a:pt x="70167" y="208099"/>
                  </a:lnTo>
                  <a:lnTo>
                    <a:pt x="70318" y="208434"/>
                  </a:lnTo>
                  <a:lnTo>
                    <a:pt x="69981" y="208717"/>
                  </a:lnTo>
                  <a:lnTo>
                    <a:pt x="69886" y="208857"/>
                  </a:lnTo>
                  <a:lnTo>
                    <a:pt x="70591" y="209102"/>
                  </a:lnTo>
                  <a:lnTo>
                    <a:pt x="70820" y="209065"/>
                  </a:lnTo>
                  <a:lnTo>
                    <a:pt x="71130" y="209618"/>
                  </a:lnTo>
                  <a:lnTo>
                    <a:pt x="71336" y="210366"/>
                  </a:lnTo>
                  <a:lnTo>
                    <a:pt x="71398" y="210666"/>
                  </a:lnTo>
                  <a:lnTo>
                    <a:pt x="71399" y="210850"/>
                  </a:lnTo>
                  <a:lnTo>
                    <a:pt x="71260" y="211134"/>
                  </a:lnTo>
                  <a:lnTo>
                    <a:pt x="71357" y="211551"/>
                  </a:lnTo>
                  <a:lnTo>
                    <a:pt x="71628" y="211829"/>
                  </a:lnTo>
                  <a:lnTo>
                    <a:pt x="71773" y="211938"/>
                  </a:lnTo>
                  <a:lnTo>
                    <a:pt x="72026" y="212210"/>
                  </a:lnTo>
                  <a:lnTo>
                    <a:pt x="71522" y="212501"/>
                  </a:lnTo>
                  <a:lnTo>
                    <a:pt x="71360" y="212531"/>
                  </a:lnTo>
                  <a:lnTo>
                    <a:pt x="71405" y="212719"/>
                  </a:lnTo>
                  <a:lnTo>
                    <a:pt x="71478" y="212868"/>
                  </a:lnTo>
                  <a:lnTo>
                    <a:pt x="71326" y="213387"/>
                  </a:lnTo>
                  <a:lnTo>
                    <a:pt x="71584" y="214274"/>
                  </a:lnTo>
                  <a:lnTo>
                    <a:pt x="71376" y="214898"/>
                  </a:lnTo>
                  <a:lnTo>
                    <a:pt x="71278" y="215061"/>
                  </a:lnTo>
                  <a:lnTo>
                    <a:pt x="71226" y="215270"/>
                  </a:lnTo>
                  <a:lnTo>
                    <a:pt x="71628" y="216108"/>
                  </a:lnTo>
                  <a:lnTo>
                    <a:pt x="71874" y="216106"/>
                  </a:lnTo>
                  <a:lnTo>
                    <a:pt x="72079" y="216047"/>
                  </a:lnTo>
                  <a:lnTo>
                    <a:pt x="72233" y="216265"/>
                  </a:lnTo>
                  <a:lnTo>
                    <a:pt x="71950" y="216805"/>
                  </a:lnTo>
                  <a:lnTo>
                    <a:pt x="71740" y="217041"/>
                  </a:lnTo>
                  <a:lnTo>
                    <a:pt x="71607" y="217396"/>
                  </a:lnTo>
                  <a:lnTo>
                    <a:pt x="71158" y="217649"/>
                  </a:lnTo>
                  <a:lnTo>
                    <a:pt x="70215" y="217985"/>
                  </a:lnTo>
                  <a:lnTo>
                    <a:pt x="69885" y="217867"/>
                  </a:lnTo>
                  <a:lnTo>
                    <a:pt x="69541" y="217907"/>
                  </a:lnTo>
                  <a:lnTo>
                    <a:pt x="69478" y="218363"/>
                  </a:lnTo>
                  <a:lnTo>
                    <a:pt x="69673" y="218502"/>
                  </a:lnTo>
                  <a:lnTo>
                    <a:pt x="70037" y="218901"/>
                  </a:lnTo>
                  <a:lnTo>
                    <a:pt x="70231" y="219153"/>
                  </a:lnTo>
                  <a:lnTo>
                    <a:pt x="70365" y="219140"/>
                  </a:lnTo>
                  <a:lnTo>
                    <a:pt x="70524" y="219125"/>
                  </a:lnTo>
                  <a:lnTo>
                    <a:pt x="70716" y="220414"/>
                  </a:lnTo>
                  <a:lnTo>
                    <a:pt x="70778" y="220991"/>
                  </a:lnTo>
                  <a:lnTo>
                    <a:pt x="70748" y="221301"/>
                  </a:lnTo>
                  <a:lnTo>
                    <a:pt x="70776" y="222011"/>
                  </a:lnTo>
                  <a:lnTo>
                    <a:pt x="70889" y="223103"/>
                  </a:lnTo>
                  <a:lnTo>
                    <a:pt x="70912" y="223383"/>
                  </a:lnTo>
                  <a:lnTo>
                    <a:pt x="70953" y="223882"/>
                  </a:lnTo>
                  <a:lnTo>
                    <a:pt x="70895" y="224151"/>
                  </a:lnTo>
                  <a:lnTo>
                    <a:pt x="70879" y="224696"/>
                  </a:lnTo>
                  <a:lnTo>
                    <a:pt x="70868" y="225210"/>
                  </a:lnTo>
                  <a:lnTo>
                    <a:pt x="70886" y="225375"/>
                  </a:lnTo>
                  <a:lnTo>
                    <a:pt x="70899" y="225617"/>
                  </a:lnTo>
                  <a:lnTo>
                    <a:pt x="70467" y="225944"/>
                  </a:lnTo>
                  <a:lnTo>
                    <a:pt x="70277" y="226026"/>
                  </a:lnTo>
                  <a:lnTo>
                    <a:pt x="69951" y="226230"/>
                  </a:lnTo>
                  <a:lnTo>
                    <a:pt x="69614" y="226659"/>
                  </a:lnTo>
                  <a:lnTo>
                    <a:pt x="69857" y="227261"/>
                  </a:lnTo>
                  <a:lnTo>
                    <a:pt x="70017" y="227281"/>
                  </a:lnTo>
                  <a:lnTo>
                    <a:pt x="70036" y="226945"/>
                  </a:lnTo>
                  <a:lnTo>
                    <a:pt x="70339" y="226901"/>
                  </a:lnTo>
                  <a:lnTo>
                    <a:pt x="70939" y="226865"/>
                  </a:lnTo>
                  <a:lnTo>
                    <a:pt x="71618" y="226819"/>
                  </a:lnTo>
                  <a:lnTo>
                    <a:pt x="71953" y="226732"/>
                  </a:lnTo>
                  <a:lnTo>
                    <a:pt x="72358" y="226674"/>
                  </a:lnTo>
                  <a:lnTo>
                    <a:pt x="73074" y="226638"/>
                  </a:lnTo>
                  <a:lnTo>
                    <a:pt x="73434" y="226637"/>
                  </a:lnTo>
                  <a:lnTo>
                    <a:pt x="73439" y="226906"/>
                  </a:lnTo>
                  <a:lnTo>
                    <a:pt x="73713" y="226901"/>
                  </a:lnTo>
                  <a:lnTo>
                    <a:pt x="73862" y="226897"/>
                  </a:lnTo>
                  <a:lnTo>
                    <a:pt x="74116" y="226883"/>
                  </a:lnTo>
                  <a:lnTo>
                    <a:pt x="74333" y="226847"/>
                  </a:lnTo>
                  <a:lnTo>
                    <a:pt x="74685" y="226765"/>
                  </a:lnTo>
                  <a:lnTo>
                    <a:pt x="74978" y="226676"/>
                  </a:lnTo>
                  <a:lnTo>
                    <a:pt x="75457" y="226667"/>
                  </a:lnTo>
                  <a:lnTo>
                    <a:pt x="76101" y="227298"/>
                  </a:lnTo>
                  <a:lnTo>
                    <a:pt x="76804" y="227322"/>
                  </a:lnTo>
                  <a:lnTo>
                    <a:pt x="76947" y="227273"/>
                  </a:lnTo>
                  <a:lnTo>
                    <a:pt x="77427" y="226964"/>
                  </a:lnTo>
                  <a:lnTo>
                    <a:pt x="77618" y="226676"/>
                  </a:lnTo>
                  <a:lnTo>
                    <a:pt x="77810" y="226682"/>
                  </a:lnTo>
                  <a:lnTo>
                    <a:pt x="78068" y="226250"/>
                  </a:lnTo>
                  <a:lnTo>
                    <a:pt x="78525" y="226288"/>
                  </a:lnTo>
                  <a:lnTo>
                    <a:pt x="79096" y="226631"/>
                  </a:lnTo>
                  <a:lnTo>
                    <a:pt x="79229" y="226675"/>
                  </a:lnTo>
                  <a:lnTo>
                    <a:pt x="79711" y="226584"/>
                  </a:lnTo>
                  <a:lnTo>
                    <a:pt x="80330" y="226604"/>
                  </a:lnTo>
                  <a:lnTo>
                    <a:pt x="80454" y="227139"/>
                  </a:lnTo>
                  <a:lnTo>
                    <a:pt x="81349" y="227115"/>
                  </a:lnTo>
                  <a:lnTo>
                    <a:pt x="81673" y="227100"/>
                  </a:lnTo>
                  <a:lnTo>
                    <a:pt x="82009" y="227086"/>
                  </a:lnTo>
                  <a:lnTo>
                    <a:pt x="82245" y="227077"/>
                  </a:lnTo>
                  <a:lnTo>
                    <a:pt x="82533" y="227276"/>
                  </a:lnTo>
                  <a:lnTo>
                    <a:pt x="82536" y="227589"/>
                  </a:lnTo>
                  <a:lnTo>
                    <a:pt x="82502" y="228279"/>
                  </a:lnTo>
                  <a:lnTo>
                    <a:pt x="82479" y="228518"/>
                  </a:lnTo>
                  <a:lnTo>
                    <a:pt x="82686" y="228476"/>
                  </a:lnTo>
                  <a:lnTo>
                    <a:pt x="83838" y="228293"/>
                  </a:lnTo>
                  <a:lnTo>
                    <a:pt x="84348" y="228176"/>
                  </a:lnTo>
                  <a:lnTo>
                    <a:pt x="84697" y="227904"/>
                  </a:lnTo>
                  <a:lnTo>
                    <a:pt x="84874" y="227522"/>
                  </a:lnTo>
                  <a:lnTo>
                    <a:pt x="84836" y="227099"/>
                  </a:lnTo>
                  <a:lnTo>
                    <a:pt x="84806" y="226926"/>
                  </a:lnTo>
                  <a:lnTo>
                    <a:pt x="84769" y="226570"/>
                  </a:lnTo>
                  <a:lnTo>
                    <a:pt x="85550" y="226335"/>
                  </a:lnTo>
                  <a:lnTo>
                    <a:pt x="86071" y="226640"/>
                  </a:lnTo>
                  <a:lnTo>
                    <a:pt x="86633" y="227588"/>
                  </a:lnTo>
                  <a:lnTo>
                    <a:pt x="86783" y="227572"/>
                  </a:lnTo>
                  <a:lnTo>
                    <a:pt x="87246" y="227530"/>
                  </a:lnTo>
                  <a:lnTo>
                    <a:pt x="87804" y="227517"/>
                  </a:lnTo>
                  <a:lnTo>
                    <a:pt x="88536" y="227474"/>
                  </a:lnTo>
                  <a:lnTo>
                    <a:pt x="88755" y="227417"/>
                  </a:lnTo>
                  <a:lnTo>
                    <a:pt x="88990" y="227274"/>
                  </a:lnTo>
                  <a:lnTo>
                    <a:pt x="88895" y="226927"/>
                  </a:lnTo>
                  <a:lnTo>
                    <a:pt x="88655" y="226710"/>
                  </a:lnTo>
                  <a:lnTo>
                    <a:pt x="88330" y="226283"/>
                  </a:lnTo>
                  <a:lnTo>
                    <a:pt x="88184" y="226084"/>
                  </a:lnTo>
                  <a:lnTo>
                    <a:pt x="88071" y="225928"/>
                  </a:lnTo>
                  <a:lnTo>
                    <a:pt x="88011" y="225553"/>
                  </a:lnTo>
                  <a:lnTo>
                    <a:pt x="88275" y="225088"/>
                  </a:lnTo>
                  <a:lnTo>
                    <a:pt x="88513" y="224586"/>
                  </a:lnTo>
                  <a:lnTo>
                    <a:pt x="88571" y="224288"/>
                  </a:lnTo>
                  <a:lnTo>
                    <a:pt x="88186" y="224089"/>
                  </a:lnTo>
                  <a:lnTo>
                    <a:pt x="87945" y="224045"/>
                  </a:lnTo>
                  <a:lnTo>
                    <a:pt x="87770" y="224014"/>
                  </a:lnTo>
                  <a:lnTo>
                    <a:pt x="87586" y="223980"/>
                  </a:lnTo>
                  <a:lnTo>
                    <a:pt x="87375" y="223630"/>
                  </a:lnTo>
                  <a:lnTo>
                    <a:pt x="86786" y="223121"/>
                  </a:lnTo>
                  <a:lnTo>
                    <a:pt x="86854" y="222684"/>
                  </a:lnTo>
                  <a:lnTo>
                    <a:pt x="87221" y="222477"/>
                  </a:lnTo>
                  <a:lnTo>
                    <a:pt x="87671" y="222321"/>
                  </a:lnTo>
                  <a:lnTo>
                    <a:pt x="88085" y="222228"/>
                  </a:lnTo>
                  <a:lnTo>
                    <a:pt x="88556" y="222115"/>
                  </a:lnTo>
                  <a:lnTo>
                    <a:pt x="88894" y="222019"/>
                  </a:lnTo>
                  <a:lnTo>
                    <a:pt x="89844" y="221749"/>
                  </a:lnTo>
                  <a:lnTo>
                    <a:pt x="90020" y="221699"/>
                  </a:lnTo>
                  <a:lnTo>
                    <a:pt x="90150" y="221662"/>
                  </a:lnTo>
                  <a:lnTo>
                    <a:pt x="91036" y="221349"/>
                  </a:lnTo>
                  <a:lnTo>
                    <a:pt x="91622" y="220998"/>
                  </a:lnTo>
                  <a:lnTo>
                    <a:pt x="91961" y="220866"/>
                  </a:lnTo>
                  <a:lnTo>
                    <a:pt x="92366" y="220713"/>
                  </a:lnTo>
                  <a:lnTo>
                    <a:pt x="93476" y="220338"/>
                  </a:lnTo>
                  <a:lnTo>
                    <a:pt x="93860" y="220230"/>
                  </a:lnTo>
                  <a:lnTo>
                    <a:pt x="94245" y="220115"/>
                  </a:lnTo>
                  <a:lnTo>
                    <a:pt x="94464" y="220024"/>
                  </a:lnTo>
                  <a:lnTo>
                    <a:pt x="94980" y="219812"/>
                  </a:lnTo>
                  <a:lnTo>
                    <a:pt x="95217" y="219715"/>
                  </a:lnTo>
                  <a:lnTo>
                    <a:pt x="95928" y="219298"/>
                  </a:lnTo>
                  <a:lnTo>
                    <a:pt x="96116" y="219075"/>
                  </a:lnTo>
                  <a:lnTo>
                    <a:pt x="96399" y="218921"/>
                  </a:lnTo>
                  <a:lnTo>
                    <a:pt x="96651" y="218877"/>
                  </a:lnTo>
                  <a:lnTo>
                    <a:pt x="96963" y="218705"/>
                  </a:lnTo>
                  <a:lnTo>
                    <a:pt x="97606" y="218344"/>
                  </a:lnTo>
                  <a:lnTo>
                    <a:pt x="98248" y="217976"/>
                  </a:lnTo>
                  <a:lnTo>
                    <a:pt x="98627" y="217663"/>
                  </a:lnTo>
                  <a:lnTo>
                    <a:pt x="99222" y="217462"/>
                  </a:lnTo>
                  <a:lnTo>
                    <a:pt x="99775" y="217208"/>
                  </a:lnTo>
                  <a:lnTo>
                    <a:pt x="100085" y="216855"/>
                  </a:lnTo>
                  <a:lnTo>
                    <a:pt x="101529" y="215906"/>
                  </a:lnTo>
                  <a:lnTo>
                    <a:pt x="102065" y="215611"/>
                  </a:lnTo>
                  <a:lnTo>
                    <a:pt x="102406" y="215419"/>
                  </a:lnTo>
                  <a:lnTo>
                    <a:pt x="102689" y="215145"/>
                  </a:lnTo>
                  <a:lnTo>
                    <a:pt x="102698" y="214870"/>
                  </a:lnTo>
                  <a:lnTo>
                    <a:pt x="103558" y="214582"/>
                  </a:lnTo>
                  <a:lnTo>
                    <a:pt x="104414" y="214585"/>
                  </a:lnTo>
                  <a:lnTo>
                    <a:pt x="104976" y="214139"/>
                  </a:lnTo>
                  <a:lnTo>
                    <a:pt x="105307" y="213479"/>
                  </a:lnTo>
                  <a:lnTo>
                    <a:pt x="105670" y="213463"/>
                  </a:lnTo>
                  <a:lnTo>
                    <a:pt x="105910" y="213432"/>
                  </a:lnTo>
                  <a:lnTo>
                    <a:pt x="106047" y="213356"/>
                  </a:lnTo>
                  <a:lnTo>
                    <a:pt x="106337" y="213089"/>
                  </a:lnTo>
                  <a:lnTo>
                    <a:pt x="106624" y="212594"/>
                  </a:lnTo>
                  <a:lnTo>
                    <a:pt x="107661" y="212546"/>
                  </a:lnTo>
                  <a:lnTo>
                    <a:pt x="108020" y="212530"/>
                  </a:lnTo>
                  <a:lnTo>
                    <a:pt x="109037" y="212380"/>
                  </a:lnTo>
                  <a:lnTo>
                    <a:pt x="109364" y="212256"/>
                  </a:lnTo>
                  <a:lnTo>
                    <a:pt x="109550" y="212184"/>
                  </a:lnTo>
                  <a:lnTo>
                    <a:pt x="109908" y="212013"/>
                  </a:lnTo>
                  <a:lnTo>
                    <a:pt x="110172" y="211906"/>
                  </a:lnTo>
                  <a:lnTo>
                    <a:pt x="110301" y="212279"/>
                  </a:lnTo>
                  <a:lnTo>
                    <a:pt x="110403" y="212604"/>
                  </a:lnTo>
                  <a:lnTo>
                    <a:pt x="110459" y="212780"/>
                  </a:lnTo>
                  <a:lnTo>
                    <a:pt x="110527" y="213009"/>
                  </a:lnTo>
                  <a:lnTo>
                    <a:pt x="110704" y="213545"/>
                  </a:lnTo>
                  <a:lnTo>
                    <a:pt x="110893" y="213937"/>
                  </a:lnTo>
                  <a:lnTo>
                    <a:pt x="111161" y="214346"/>
                  </a:lnTo>
                  <a:lnTo>
                    <a:pt x="111382" y="214677"/>
                  </a:lnTo>
                  <a:lnTo>
                    <a:pt x="111460" y="214819"/>
                  </a:lnTo>
                  <a:lnTo>
                    <a:pt x="111551" y="214989"/>
                  </a:lnTo>
                  <a:lnTo>
                    <a:pt x="111652" y="215189"/>
                  </a:lnTo>
                  <a:lnTo>
                    <a:pt x="111720" y="215321"/>
                  </a:lnTo>
                  <a:lnTo>
                    <a:pt x="111826" y="215471"/>
                  </a:lnTo>
                  <a:lnTo>
                    <a:pt x="112128" y="215829"/>
                  </a:lnTo>
                  <a:lnTo>
                    <a:pt x="112309" y="216039"/>
                  </a:lnTo>
                  <a:lnTo>
                    <a:pt x="112787" y="216610"/>
                  </a:lnTo>
                  <a:lnTo>
                    <a:pt x="113294" y="217298"/>
                  </a:lnTo>
                  <a:lnTo>
                    <a:pt x="113217" y="217719"/>
                  </a:lnTo>
                  <a:lnTo>
                    <a:pt x="113579" y="218729"/>
                  </a:lnTo>
                  <a:lnTo>
                    <a:pt x="113725" y="218934"/>
                  </a:lnTo>
                  <a:lnTo>
                    <a:pt x="113824" y="219514"/>
                  </a:lnTo>
                  <a:lnTo>
                    <a:pt x="114492" y="219509"/>
                  </a:lnTo>
                  <a:lnTo>
                    <a:pt x="114612" y="219273"/>
                  </a:lnTo>
                  <a:lnTo>
                    <a:pt x="115212" y="219273"/>
                  </a:lnTo>
                  <a:lnTo>
                    <a:pt x="116420" y="219312"/>
                  </a:lnTo>
                  <a:lnTo>
                    <a:pt x="116307" y="219548"/>
                  </a:lnTo>
                  <a:lnTo>
                    <a:pt x="117534" y="219050"/>
                  </a:lnTo>
                  <a:lnTo>
                    <a:pt x="117944" y="218534"/>
                  </a:lnTo>
                  <a:lnTo>
                    <a:pt x="118176" y="218064"/>
                  </a:lnTo>
                  <a:lnTo>
                    <a:pt x="117958" y="217688"/>
                  </a:lnTo>
                  <a:lnTo>
                    <a:pt x="117507" y="217272"/>
                  </a:lnTo>
                  <a:lnTo>
                    <a:pt x="117258" y="216992"/>
                  </a:lnTo>
                  <a:lnTo>
                    <a:pt x="117311" y="216408"/>
                  </a:lnTo>
                  <a:lnTo>
                    <a:pt x="117498" y="216146"/>
                  </a:lnTo>
                  <a:lnTo>
                    <a:pt x="118143" y="215523"/>
                  </a:lnTo>
                  <a:lnTo>
                    <a:pt x="118637" y="215413"/>
                  </a:lnTo>
                  <a:lnTo>
                    <a:pt x="118812" y="215573"/>
                  </a:lnTo>
                  <a:lnTo>
                    <a:pt x="119222" y="215805"/>
                  </a:lnTo>
                  <a:lnTo>
                    <a:pt x="119522" y="215654"/>
                  </a:lnTo>
                  <a:lnTo>
                    <a:pt x="119627" y="215502"/>
                  </a:lnTo>
                  <a:lnTo>
                    <a:pt x="119932" y="215299"/>
                  </a:lnTo>
                  <a:lnTo>
                    <a:pt x="120878" y="215693"/>
                  </a:lnTo>
                  <a:lnTo>
                    <a:pt x="121096" y="215391"/>
                  </a:lnTo>
                  <a:lnTo>
                    <a:pt x="121102" y="215250"/>
                  </a:lnTo>
                  <a:lnTo>
                    <a:pt x="121369" y="214748"/>
                  </a:lnTo>
                  <a:lnTo>
                    <a:pt x="121284" y="214422"/>
                  </a:lnTo>
                  <a:lnTo>
                    <a:pt x="121475" y="214191"/>
                  </a:lnTo>
                  <a:lnTo>
                    <a:pt x="121489" y="213794"/>
                  </a:lnTo>
                  <a:lnTo>
                    <a:pt x="121730" y="213514"/>
                  </a:lnTo>
                  <a:lnTo>
                    <a:pt x="121866" y="212693"/>
                  </a:lnTo>
                  <a:lnTo>
                    <a:pt x="122054" y="212441"/>
                  </a:lnTo>
                  <a:lnTo>
                    <a:pt x="122213" y="212294"/>
                  </a:lnTo>
                  <a:lnTo>
                    <a:pt x="122754" y="212164"/>
                  </a:lnTo>
                  <a:lnTo>
                    <a:pt x="123327" y="211681"/>
                  </a:lnTo>
                  <a:lnTo>
                    <a:pt x="123627" y="211699"/>
                  </a:lnTo>
                  <a:lnTo>
                    <a:pt x="124102" y="211367"/>
                  </a:lnTo>
                  <a:lnTo>
                    <a:pt x="124206" y="211209"/>
                  </a:lnTo>
                  <a:lnTo>
                    <a:pt x="124848" y="211048"/>
                  </a:lnTo>
                  <a:lnTo>
                    <a:pt x="125073" y="210737"/>
                  </a:lnTo>
                  <a:lnTo>
                    <a:pt x="125183" y="210463"/>
                  </a:lnTo>
                  <a:lnTo>
                    <a:pt x="125323" y="209942"/>
                  </a:lnTo>
                  <a:lnTo>
                    <a:pt x="126299" y="209361"/>
                  </a:lnTo>
                  <a:lnTo>
                    <a:pt x="126930" y="209246"/>
                  </a:lnTo>
                  <a:lnTo>
                    <a:pt x="127538" y="209257"/>
                  </a:lnTo>
                  <a:lnTo>
                    <a:pt x="127966" y="209513"/>
                  </a:lnTo>
                  <a:lnTo>
                    <a:pt x="128157" y="209615"/>
                  </a:lnTo>
                  <a:lnTo>
                    <a:pt x="128449" y="209764"/>
                  </a:lnTo>
                  <a:lnTo>
                    <a:pt x="128675" y="209870"/>
                  </a:lnTo>
                  <a:lnTo>
                    <a:pt x="128890" y="209895"/>
                  </a:lnTo>
                  <a:lnTo>
                    <a:pt x="129245" y="209990"/>
                  </a:lnTo>
                  <a:lnTo>
                    <a:pt x="129418" y="210358"/>
                  </a:lnTo>
                  <a:lnTo>
                    <a:pt x="129300" y="210904"/>
                  </a:lnTo>
                  <a:lnTo>
                    <a:pt x="129197" y="211267"/>
                  </a:lnTo>
                  <a:lnTo>
                    <a:pt x="128448" y="211904"/>
                  </a:lnTo>
                  <a:lnTo>
                    <a:pt x="128379" y="212202"/>
                  </a:lnTo>
                  <a:lnTo>
                    <a:pt x="128632" y="212212"/>
                  </a:lnTo>
                  <a:lnTo>
                    <a:pt x="128891" y="212098"/>
                  </a:lnTo>
                  <a:lnTo>
                    <a:pt x="129358" y="212206"/>
                  </a:lnTo>
                  <a:lnTo>
                    <a:pt x="129541" y="212359"/>
                  </a:lnTo>
                  <a:lnTo>
                    <a:pt x="129983" y="212369"/>
                  </a:lnTo>
                  <a:lnTo>
                    <a:pt x="130782" y="212004"/>
                  </a:lnTo>
                  <a:lnTo>
                    <a:pt x="130955" y="211914"/>
                  </a:lnTo>
                  <a:lnTo>
                    <a:pt x="131067" y="211745"/>
                  </a:lnTo>
                  <a:lnTo>
                    <a:pt x="131763" y="211154"/>
                  </a:lnTo>
                  <a:lnTo>
                    <a:pt x="132011" y="210973"/>
                  </a:lnTo>
                  <a:lnTo>
                    <a:pt x="132420" y="210522"/>
                  </a:lnTo>
                  <a:lnTo>
                    <a:pt x="132628" y="210700"/>
                  </a:lnTo>
                  <a:lnTo>
                    <a:pt x="133029" y="211051"/>
                  </a:lnTo>
                  <a:lnTo>
                    <a:pt x="133313" y="211306"/>
                  </a:lnTo>
                  <a:lnTo>
                    <a:pt x="133680" y="211566"/>
                  </a:lnTo>
                  <a:lnTo>
                    <a:pt x="133819" y="212096"/>
                  </a:lnTo>
                  <a:lnTo>
                    <a:pt x="134303" y="212659"/>
                  </a:lnTo>
                  <a:lnTo>
                    <a:pt x="134498" y="212716"/>
                  </a:lnTo>
                  <a:lnTo>
                    <a:pt x="135018" y="212656"/>
                  </a:lnTo>
                  <a:lnTo>
                    <a:pt x="135480" y="212921"/>
                  </a:lnTo>
                  <a:lnTo>
                    <a:pt x="136192" y="212535"/>
                  </a:lnTo>
                  <a:lnTo>
                    <a:pt x="136532" y="212578"/>
                  </a:lnTo>
                  <a:lnTo>
                    <a:pt x="136779" y="212655"/>
                  </a:lnTo>
                  <a:lnTo>
                    <a:pt x="137139" y="212609"/>
                  </a:lnTo>
                  <a:lnTo>
                    <a:pt x="137966" y="212756"/>
                  </a:lnTo>
                  <a:lnTo>
                    <a:pt x="138375" y="212198"/>
                  </a:lnTo>
                  <a:lnTo>
                    <a:pt x="138524" y="212127"/>
                  </a:lnTo>
                  <a:lnTo>
                    <a:pt x="138686" y="212058"/>
                  </a:lnTo>
                  <a:lnTo>
                    <a:pt x="138837" y="212031"/>
                  </a:lnTo>
                  <a:lnTo>
                    <a:pt x="139024" y="212028"/>
                  </a:lnTo>
                  <a:lnTo>
                    <a:pt x="139995" y="212164"/>
                  </a:lnTo>
                  <a:lnTo>
                    <a:pt x="139982" y="211934"/>
                  </a:lnTo>
                  <a:lnTo>
                    <a:pt x="141154" y="211827"/>
                  </a:lnTo>
                  <a:lnTo>
                    <a:pt x="141495" y="211294"/>
                  </a:lnTo>
                  <a:lnTo>
                    <a:pt x="141770" y="210829"/>
                  </a:lnTo>
                  <a:lnTo>
                    <a:pt x="141992" y="210527"/>
                  </a:lnTo>
                  <a:lnTo>
                    <a:pt x="142447" y="210024"/>
                  </a:lnTo>
                  <a:lnTo>
                    <a:pt x="142811" y="209922"/>
                  </a:lnTo>
                  <a:lnTo>
                    <a:pt x="142979" y="210345"/>
                  </a:lnTo>
                  <a:lnTo>
                    <a:pt x="143652" y="210904"/>
                  </a:lnTo>
                  <a:lnTo>
                    <a:pt x="145223" y="210145"/>
                  </a:lnTo>
                  <a:lnTo>
                    <a:pt x="145653" y="209770"/>
                  </a:lnTo>
                  <a:lnTo>
                    <a:pt x="145936" y="209577"/>
                  </a:lnTo>
                  <a:lnTo>
                    <a:pt x="146413" y="209582"/>
                  </a:lnTo>
                  <a:lnTo>
                    <a:pt x="146979" y="209287"/>
                  </a:lnTo>
                  <a:lnTo>
                    <a:pt x="147117" y="209171"/>
                  </a:lnTo>
                  <a:lnTo>
                    <a:pt x="147267" y="208976"/>
                  </a:lnTo>
                  <a:lnTo>
                    <a:pt x="147203" y="208424"/>
                  </a:lnTo>
                  <a:lnTo>
                    <a:pt x="147337" y="207715"/>
                  </a:lnTo>
                  <a:lnTo>
                    <a:pt x="147436" y="207258"/>
                  </a:lnTo>
                  <a:lnTo>
                    <a:pt x="147366" y="206899"/>
                  </a:lnTo>
                  <a:lnTo>
                    <a:pt x="147152" y="206750"/>
                  </a:lnTo>
                  <a:lnTo>
                    <a:pt x="147155" y="206607"/>
                  </a:lnTo>
                  <a:lnTo>
                    <a:pt x="147439" y="206203"/>
                  </a:lnTo>
                  <a:lnTo>
                    <a:pt x="147554" y="205918"/>
                  </a:lnTo>
                  <a:lnTo>
                    <a:pt x="147609" y="205375"/>
                  </a:lnTo>
                  <a:lnTo>
                    <a:pt x="147615" y="205123"/>
                  </a:lnTo>
                  <a:lnTo>
                    <a:pt x="147338" y="204789"/>
                  </a:lnTo>
                  <a:lnTo>
                    <a:pt x="147170" y="204671"/>
                  </a:lnTo>
                  <a:lnTo>
                    <a:pt x="146961" y="204527"/>
                  </a:lnTo>
                  <a:lnTo>
                    <a:pt x="146814" y="204295"/>
                  </a:lnTo>
                  <a:lnTo>
                    <a:pt x="146380" y="203855"/>
                  </a:lnTo>
                  <a:lnTo>
                    <a:pt x="146320" y="203705"/>
                  </a:lnTo>
                  <a:lnTo>
                    <a:pt x="146242" y="203510"/>
                  </a:lnTo>
                  <a:lnTo>
                    <a:pt x="146178" y="203347"/>
                  </a:lnTo>
                  <a:lnTo>
                    <a:pt x="146107" y="203163"/>
                  </a:lnTo>
                  <a:lnTo>
                    <a:pt x="145996" y="202887"/>
                  </a:lnTo>
                  <a:lnTo>
                    <a:pt x="145768" y="202903"/>
                  </a:lnTo>
                  <a:lnTo>
                    <a:pt x="145252" y="202939"/>
                  </a:lnTo>
                  <a:lnTo>
                    <a:pt x="145038" y="202940"/>
                  </a:lnTo>
                  <a:lnTo>
                    <a:pt x="144882" y="202714"/>
                  </a:lnTo>
                  <a:lnTo>
                    <a:pt x="144776" y="202562"/>
                  </a:lnTo>
                  <a:lnTo>
                    <a:pt x="144663" y="202399"/>
                  </a:lnTo>
                  <a:lnTo>
                    <a:pt x="144402" y="202023"/>
                  </a:lnTo>
                  <a:lnTo>
                    <a:pt x="144145" y="201658"/>
                  </a:lnTo>
                  <a:lnTo>
                    <a:pt x="143879" y="201292"/>
                  </a:lnTo>
                  <a:lnTo>
                    <a:pt x="143745" y="201109"/>
                  </a:lnTo>
                  <a:lnTo>
                    <a:pt x="143611" y="200926"/>
                  </a:lnTo>
                  <a:lnTo>
                    <a:pt x="143410" y="200644"/>
                  </a:lnTo>
                  <a:lnTo>
                    <a:pt x="143745" y="200728"/>
                  </a:lnTo>
                  <a:lnTo>
                    <a:pt x="144279" y="200862"/>
                  </a:lnTo>
                  <a:lnTo>
                    <a:pt x="144546" y="200928"/>
                  </a:lnTo>
                  <a:lnTo>
                    <a:pt x="144811" y="200983"/>
                  </a:lnTo>
                  <a:lnTo>
                    <a:pt x="145077" y="201007"/>
                  </a:lnTo>
                  <a:lnTo>
                    <a:pt x="145345" y="201029"/>
                  </a:lnTo>
                  <a:lnTo>
                    <a:pt x="145612" y="201049"/>
                  </a:lnTo>
                  <a:lnTo>
                    <a:pt x="145879" y="201059"/>
                  </a:lnTo>
                  <a:lnTo>
                    <a:pt x="146262" y="201074"/>
                  </a:lnTo>
                  <a:lnTo>
                    <a:pt x="146279" y="201255"/>
                  </a:lnTo>
                  <a:lnTo>
                    <a:pt x="146298" y="201464"/>
                  </a:lnTo>
                  <a:lnTo>
                    <a:pt x="146564" y="201397"/>
                  </a:lnTo>
                  <a:lnTo>
                    <a:pt x="146832" y="201328"/>
                  </a:lnTo>
                  <a:lnTo>
                    <a:pt x="147101" y="201255"/>
                  </a:lnTo>
                  <a:lnTo>
                    <a:pt x="147370" y="201240"/>
                  </a:lnTo>
                  <a:lnTo>
                    <a:pt x="147638" y="201336"/>
                  </a:lnTo>
                  <a:lnTo>
                    <a:pt x="147906" y="201431"/>
                  </a:lnTo>
                  <a:lnTo>
                    <a:pt x="148174" y="201460"/>
                  </a:lnTo>
                  <a:lnTo>
                    <a:pt x="148443" y="201363"/>
                  </a:lnTo>
                  <a:lnTo>
                    <a:pt x="148786" y="201235"/>
                  </a:lnTo>
                  <a:lnTo>
                    <a:pt x="148854" y="200977"/>
                  </a:lnTo>
                  <a:lnTo>
                    <a:pt x="148847" y="200410"/>
                  </a:lnTo>
                  <a:lnTo>
                    <a:pt x="148564" y="200156"/>
                  </a:lnTo>
                  <a:lnTo>
                    <a:pt x="148590" y="199970"/>
                  </a:lnTo>
                  <a:lnTo>
                    <a:pt x="148620" y="199786"/>
                  </a:lnTo>
                  <a:lnTo>
                    <a:pt x="148653" y="199542"/>
                  </a:lnTo>
                  <a:lnTo>
                    <a:pt x="148455" y="199418"/>
                  </a:lnTo>
                  <a:lnTo>
                    <a:pt x="148102" y="199070"/>
                  </a:lnTo>
                  <a:lnTo>
                    <a:pt x="148173" y="198356"/>
                  </a:lnTo>
                  <a:lnTo>
                    <a:pt x="148241" y="197975"/>
                  </a:lnTo>
                  <a:lnTo>
                    <a:pt x="148357" y="197288"/>
                  </a:lnTo>
                  <a:lnTo>
                    <a:pt x="148293" y="197057"/>
                  </a:lnTo>
                  <a:lnTo>
                    <a:pt x="148080" y="196324"/>
                  </a:lnTo>
                  <a:lnTo>
                    <a:pt x="147945" y="195959"/>
                  </a:lnTo>
                  <a:lnTo>
                    <a:pt x="147870" y="195778"/>
                  </a:lnTo>
                  <a:lnTo>
                    <a:pt x="147619" y="195232"/>
                  </a:lnTo>
                  <a:lnTo>
                    <a:pt x="147538" y="195066"/>
                  </a:lnTo>
                  <a:lnTo>
                    <a:pt x="147340" y="194254"/>
                  </a:lnTo>
                  <a:lnTo>
                    <a:pt x="147403" y="193782"/>
                  </a:lnTo>
                  <a:lnTo>
                    <a:pt x="147463" y="193609"/>
                  </a:lnTo>
                  <a:lnTo>
                    <a:pt x="147588" y="193422"/>
                  </a:lnTo>
                  <a:lnTo>
                    <a:pt x="147767" y="193144"/>
                  </a:lnTo>
                  <a:lnTo>
                    <a:pt x="147906" y="192910"/>
                  </a:lnTo>
                  <a:lnTo>
                    <a:pt x="147827" y="192721"/>
                  </a:lnTo>
                  <a:lnTo>
                    <a:pt x="147982" y="192672"/>
                  </a:lnTo>
                  <a:lnTo>
                    <a:pt x="148442" y="192349"/>
                  </a:lnTo>
                  <a:lnTo>
                    <a:pt x="149107" y="191918"/>
                  </a:lnTo>
                  <a:lnTo>
                    <a:pt x="149349" y="191761"/>
                  </a:lnTo>
                  <a:lnTo>
                    <a:pt x="150031" y="191396"/>
                  </a:lnTo>
                  <a:lnTo>
                    <a:pt x="150700" y="190994"/>
                  </a:lnTo>
                  <a:lnTo>
                    <a:pt x="151005" y="190978"/>
                  </a:lnTo>
                  <a:lnTo>
                    <a:pt x="151353" y="191095"/>
                  </a:lnTo>
                  <a:lnTo>
                    <a:pt x="151619" y="191110"/>
                  </a:lnTo>
                  <a:lnTo>
                    <a:pt x="151786" y="191000"/>
                  </a:lnTo>
                  <a:lnTo>
                    <a:pt x="152016" y="190649"/>
                  </a:lnTo>
                  <a:lnTo>
                    <a:pt x="152121" y="190208"/>
                  </a:lnTo>
                  <a:lnTo>
                    <a:pt x="152123" y="190036"/>
                  </a:lnTo>
                  <a:lnTo>
                    <a:pt x="152290" y="189810"/>
                  </a:lnTo>
                  <a:lnTo>
                    <a:pt x="153051" y="189683"/>
                  </a:lnTo>
                  <a:lnTo>
                    <a:pt x="153322" y="189755"/>
                  </a:lnTo>
                  <a:lnTo>
                    <a:pt x="153667" y="189840"/>
                  </a:lnTo>
                  <a:lnTo>
                    <a:pt x="153847" y="189830"/>
                  </a:lnTo>
                  <a:lnTo>
                    <a:pt x="154127" y="189765"/>
                  </a:lnTo>
                  <a:lnTo>
                    <a:pt x="154585" y="189628"/>
                  </a:lnTo>
                  <a:lnTo>
                    <a:pt x="154778" y="189563"/>
                  </a:lnTo>
                  <a:lnTo>
                    <a:pt x="154941" y="189370"/>
                  </a:lnTo>
                  <a:lnTo>
                    <a:pt x="155039" y="189165"/>
                  </a:lnTo>
                  <a:lnTo>
                    <a:pt x="155570" y="188556"/>
                  </a:lnTo>
                  <a:lnTo>
                    <a:pt x="155857" y="188783"/>
                  </a:lnTo>
                  <a:lnTo>
                    <a:pt x="155998" y="188894"/>
                  </a:lnTo>
                  <a:lnTo>
                    <a:pt x="156157" y="188985"/>
                  </a:lnTo>
                  <a:lnTo>
                    <a:pt x="156652" y="188971"/>
                  </a:lnTo>
                  <a:lnTo>
                    <a:pt x="157673" y="189267"/>
                  </a:lnTo>
                  <a:lnTo>
                    <a:pt x="157848" y="189300"/>
                  </a:lnTo>
                  <a:lnTo>
                    <a:pt x="158035" y="189335"/>
                  </a:lnTo>
                  <a:lnTo>
                    <a:pt x="158602" y="189314"/>
                  </a:lnTo>
                  <a:lnTo>
                    <a:pt x="159554" y="189244"/>
                  </a:lnTo>
                  <a:lnTo>
                    <a:pt x="160186" y="189058"/>
                  </a:lnTo>
                  <a:lnTo>
                    <a:pt x="161067" y="188966"/>
                  </a:lnTo>
                  <a:lnTo>
                    <a:pt x="161250" y="188955"/>
                  </a:lnTo>
                  <a:lnTo>
                    <a:pt x="161482" y="188980"/>
                  </a:lnTo>
                  <a:lnTo>
                    <a:pt x="162010" y="188741"/>
                  </a:lnTo>
                  <a:lnTo>
                    <a:pt x="162179" y="188693"/>
                  </a:lnTo>
                  <a:lnTo>
                    <a:pt x="162424" y="188642"/>
                  </a:lnTo>
                  <a:lnTo>
                    <a:pt x="162935" y="188802"/>
                  </a:lnTo>
                  <a:lnTo>
                    <a:pt x="163281" y="188993"/>
                  </a:lnTo>
                  <a:lnTo>
                    <a:pt x="163576" y="189145"/>
                  </a:lnTo>
                  <a:lnTo>
                    <a:pt x="164084" y="189215"/>
                  </a:lnTo>
                  <a:lnTo>
                    <a:pt x="164276" y="189346"/>
                  </a:lnTo>
                  <a:lnTo>
                    <a:pt x="164608" y="189560"/>
                  </a:lnTo>
                  <a:lnTo>
                    <a:pt x="165142" y="189581"/>
                  </a:lnTo>
                  <a:lnTo>
                    <a:pt x="165664" y="189566"/>
                  </a:lnTo>
                  <a:lnTo>
                    <a:pt x="166099" y="189553"/>
                  </a:lnTo>
                  <a:lnTo>
                    <a:pt x="166678" y="189566"/>
                  </a:lnTo>
                  <a:lnTo>
                    <a:pt x="166881" y="189479"/>
                  </a:lnTo>
                  <a:lnTo>
                    <a:pt x="167108" y="189293"/>
                  </a:lnTo>
                  <a:lnTo>
                    <a:pt x="167483" y="189206"/>
                  </a:lnTo>
                  <a:lnTo>
                    <a:pt x="167716" y="189049"/>
                  </a:lnTo>
                  <a:lnTo>
                    <a:pt x="167639" y="188667"/>
                  </a:lnTo>
                  <a:lnTo>
                    <a:pt x="167852" y="188065"/>
                  </a:lnTo>
                  <a:lnTo>
                    <a:pt x="167854" y="187832"/>
                  </a:lnTo>
                  <a:lnTo>
                    <a:pt x="167427" y="186986"/>
                  </a:lnTo>
                  <a:lnTo>
                    <a:pt x="167266" y="187023"/>
                  </a:lnTo>
                  <a:lnTo>
                    <a:pt x="167091" y="187059"/>
                  </a:lnTo>
                  <a:lnTo>
                    <a:pt x="167002" y="186694"/>
                  </a:lnTo>
                  <a:lnTo>
                    <a:pt x="167047" y="186257"/>
                  </a:lnTo>
                  <a:lnTo>
                    <a:pt x="167502" y="185911"/>
                  </a:lnTo>
                  <a:lnTo>
                    <a:pt x="168074" y="185656"/>
                  </a:lnTo>
                  <a:lnTo>
                    <a:pt x="168568" y="185030"/>
                  </a:lnTo>
                  <a:lnTo>
                    <a:pt x="168658" y="184701"/>
                  </a:lnTo>
                  <a:lnTo>
                    <a:pt x="168671" y="184117"/>
                  </a:lnTo>
                  <a:lnTo>
                    <a:pt x="168821" y="184081"/>
                  </a:lnTo>
                  <a:lnTo>
                    <a:pt x="169222" y="183967"/>
                  </a:lnTo>
                  <a:lnTo>
                    <a:pt x="169831" y="183421"/>
                  </a:lnTo>
                  <a:lnTo>
                    <a:pt x="170328" y="183400"/>
                  </a:lnTo>
                  <a:lnTo>
                    <a:pt x="170672" y="183580"/>
                  </a:lnTo>
                  <a:lnTo>
                    <a:pt x="170949" y="183570"/>
                  </a:lnTo>
                  <a:lnTo>
                    <a:pt x="171133" y="183560"/>
                  </a:lnTo>
                  <a:lnTo>
                    <a:pt x="171790" y="183667"/>
                  </a:lnTo>
                  <a:lnTo>
                    <a:pt x="172212" y="183867"/>
                  </a:lnTo>
                  <a:lnTo>
                    <a:pt x="172425" y="183474"/>
                  </a:lnTo>
                  <a:lnTo>
                    <a:pt x="172570" y="183304"/>
                  </a:lnTo>
                  <a:lnTo>
                    <a:pt x="173038" y="183209"/>
                  </a:lnTo>
                  <a:lnTo>
                    <a:pt x="173347" y="183221"/>
                  </a:lnTo>
                  <a:lnTo>
                    <a:pt x="173539" y="183227"/>
                  </a:lnTo>
                  <a:lnTo>
                    <a:pt x="173851" y="183236"/>
                  </a:lnTo>
                  <a:lnTo>
                    <a:pt x="174194" y="183244"/>
                  </a:lnTo>
                  <a:lnTo>
                    <a:pt x="174481" y="183253"/>
                  </a:lnTo>
                  <a:lnTo>
                    <a:pt x="175378" y="183792"/>
                  </a:lnTo>
                  <a:lnTo>
                    <a:pt x="176038" y="183850"/>
                  </a:lnTo>
                  <a:lnTo>
                    <a:pt x="176873" y="183993"/>
                  </a:lnTo>
                  <a:lnTo>
                    <a:pt x="178398" y="184182"/>
                  </a:lnTo>
                  <a:lnTo>
                    <a:pt x="179166" y="183915"/>
                  </a:lnTo>
                  <a:lnTo>
                    <a:pt x="179314" y="183812"/>
                  </a:lnTo>
                  <a:lnTo>
                    <a:pt x="179776" y="183552"/>
                  </a:lnTo>
                  <a:lnTo>
                    <a:pt x="180324" y="183493"/>
                  </a:lnTo>
                  <a:lnTo>
                    <a:pt x="180865" y="183263"/>
                  </a:lnTo>
                  <a:lnTo>
                    <a:pt x="181114" y="183138"/>
                  </a:lnTo>
                  <a:lnTo>
                    <a:pt x="181802" y="182912"/>
                  </a:lnTo>
                  <a:lnTo>
                    <a:pt x="182195" y="182791"/>
                  </a:lnTo>
                  <a:lnTo>
                    <a:pt x="182474" y="182783"/>
                  </a:lnTo>
                  <a:close/>
                </a:path>
              </a:pathLst>
            </a:custGeom>
            <a:solidFill>
              <a:srgbClr val="4D7C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6929538" y="1220932"/>
              <a:ext cx="184884" cy="202771"/>
            </a:xfrm>
            <a:custGeom>
              <a:avLst/>
              <a:pathLst>
                <a:path w="184884" h="202771">
                  <a:moveTo>
                    <a:pt x="182879" y="182880"/>
                  </a:moveTo>
                  <a:lnTo>
                    <a:pt x="183048" y="182366"/>
                  </a:lnTo>
                  <a:lnTo>
                    <a:pt x="183177" y="182499"/>
                  </a:lnTo>
                  <a:lnTo>
                    <a:pt x="183433" y="182852"/>
                  </a:lnTo>
                  <a:lnTo>
                    <a:pt x="183361" y="183147"/>
                  </a:lnTo>
                  <a:lnTo>
                    <a:pt x="183024" y="183089"/>
                  </a:lnTo>
                  <a:lnTo>
                    <a:pt x="182383" y="183061"/>
                  </a:lnTo>
                  <a:lnTo>
                    <a:pt x="181972" y="183433"/>
                  </a:lnTo>
                  <a:lnTo>
                    <a:pt x="182056" y="183577"/>
                  </a:lnTo>
                  <a:lnTo>
                    <a:pt x="182171" y="184058"/>
                  </a:lnTo>
                  <a:lnTo>
                    <a:pt x="182157" y="184346"/>
                  </a:lnTo>
                  <a:lnTo>
                    <a:pt x="182205" y="184852"/>
                  </a:lnTo>
                  <a:lnTo>
                    <a:pt x="182410" y="185246"/>
                  </a:lnTo>
                  <a:lnTo>
                    <a:pt x="182521" y="185784"/>
                  </a:lnTo>
                  <a:lnTo>
                    <a:pt x="182569" y="185957"/>
                  </a:lnTo>
                  <a:lnTo>
                    <a:pt x="182411" y="186433"/>
                  </a:lnTo>
                  <a:lnTo>
                    <a:pt x="182319" y="186564"/>
                  </a:lnTo>
                  <a:lnTo>
                    <a:pt x="182212" y="186898"/>
                  </a:lnTo>
                  <a:lnTo>
                    <a:pt x="181845" y="186966"/>
                  </a:lnTo>
                  <a:lnTo>
                    <a:pt x="181900" y="187331"/>
                  </a:lnTo>
                  <a:lnTo>
                    <a:pt x="181883" y="187481"/>
                  </a:lnTo>
                  <a:lnTo>
                    <a:pt x="181653" y="187717"/>
                  </a:lnTo>
                  <a:lnTo>
                    <a:pt x="181313" y="187586"/>
                  </a:lnTo>
                  <a:lnTo>
                    <a:pt x="180809" y="188451"/>
                  </a:lnTo>
                  <a:lnTo>
                    <a:pt x="180969" y="188625"/>
                  </a:lnTo>
                  <a:lnTo>
                    <a:pt x="180935" y="188856"/>
                  </a:lnTo>
                  <a:lnTo>
                    <a:pt x="180740" y="188770"/>
                  </a:lnTo>
                  <a:lnTo>
                    <a:pt x="180595" y="188899"/>
                  </a:lnTo>
                  <a:lnTo>
                    <a:pt x="180447" y="189385"/>
                  </a:lnTo>
                  <a:lnTo>
                    <a:pt x="180444" y="189516"/>
                  </a:lnTo>
                  <a:lnTo>
                    <a:pt x="180559" y="189878"/>
                  </a:lnTo>
                  <a:lnTo>
                    <a:pt x="180730" y="189902"/>
                  </a:lnTo>
                  <a:lnTo>
                    <a:pt x="180979" y="190164"/>
                  </a:lnTo>
                  <a:lnTo>
                    <a:pt x="180717" y="190287"/>
                  </a:lnTo>
                  <a:lnTo>
                    <a:pt x="180761" y="190556"/>
                  </a:lnTo>
                  <a:lnTo>
                    <a:pt x="181024" y="190903"/>
                  </a:lnTo>
                  <a:lnTo>
                    <a:pt x="181034" y="191285"/>
                  </a:lnTo>
                  <a:lnTo>
                    <a:pt x="181226" y="191367"/>
                  </a:lnTo>
                  <a:lnTo>
                    <a:pt x="181505" y="191636"/>
                  </a:lnTo>
                  <a:lnTo>
                    <a:pt x="182517" y="192035"/>
                  </a:lnTo>
                  <a:lnTo>
                    <a:pt x="182683" y="192002"/>
                  </a:lnTo>
                  <a:lnTo>
                    <a:pt x="183225" y="192155"/>
                  </a:lnTo>
                  <a:lnTo>
                    <a:pt x="183516" y="192279"/>
                  </a:lnTo>
                  <a:lnTo>
                    <a:pt x="183947" y="192194"/>
                  </a:lnTo>
                  <a:lnTo>
                    <a:pt x="184212" y="192080"/>
                  </a:lnTo>
                  <a:lnTo>
                    <a:pt x="184669" y="192190"/>
                  </a:lnTo>
                  <a:lnTo>
                    <a:pt x="184816" y="192528"/>
                  </a:lnTo>
                  <a:lnTo>
                    <a:pt x="184822" y="192852"/>
                  </a:lnTo>
                  <a:lnTo>
                    <a:pt x="184735" y="193035"/>
                  </a:lnTo>
                  <a:lnTo>
                    <a:pt x="184710" y="193315"/>
                  </a:lnTo>
                  <a:lnTo>
                    <a:pt x="184884" y="193411"/>
                  </a:lnTo>
                  <a:lnTo>
                    <a:pt x="184486" y="193319"/>
                  </a:lnTo>
                  <a:lnTo>
                    <a:pt x="184102" y="193230"/>
                  </a:lnTo>
                  <a:lnTo>
                    <a:pt x="183473" y="193532"/>
                  </a:lnTo>
                  <a:lnTo>
                    <a:pt x="183449" y="193386"/>
                  </a:lnTo>
                  <a:lnTo>
                    <a:pt x="183159" y="193314"/>
                  </a:lnTo>
                  <a:lnTo>
                    <a:pt x="182957" y="193196"/>
                  </a:lnTo>
                  <a:lnTo>
                    <a:pt x="182480" y="193602"/>
                  </a:lnTo>
                  <a:lnTo>
                    <a:pt x="182250" y="193581"/>
                  </a:lnTo>
                  <a:lnTo>
                    <a:pt x="182008" y="193610"/>
                  </a:lnTo>
                  <a:lnTo>
                    <a:pt x="181552" y="193666"/>
                  </a:lnTo>
                  <a:lnTo>
                    <a:pt x="181404" y="193891"/>
                  </a:lnTo>
                  <a:lnTo>
                    <a:pt x="181228" y="193948"/>
                  </a:lnTo>
                  <a:lnTo>
                    <a:pt x="181195" y="194425"/>
                  </a:lnTo>
                  <a:lnTo>
                    <a:pt x="181016" y="194437"/>
                  </a:lnTo>
                  <a:lnTo>
                    <a:pt x="181012" y="194632"/>
                  </a:lnTo>
                  <a:lnTo>
                    <a:pt x="181059" y="194875"/>
                  </a:lnTo>
                  <a:lnTo>
                    <a:pt x="181223" y="194797"/>
                  </a:lnTo>
                  <a:lnTo>
                    <a:pt x="181561" y="194740"/>
                  </a:lnTo>
                  <a:lnTo>
                    <a:pt x="181895" y="195479"/>
                  </a:lnTo>
                  <a:lnTo>
                    <a:pt x="182566" y="195969"/>
                  </a:lnTo>
                  <a:lnTo>
                    <a:pt x="182898" y="196317"/>
                  </a:lnTo>
                  <a:lnTo>
                    <a:pt x="182740" y="196485"/>
                  </a:lnTo>
                  <a:lnTo>
                    <a:pt x="182585" y="196521"/>
                  </a:lnTo>
                  <a:lnTo>
                    <a:pt x="182290" y="196690"/>
                  </a:lnTo>
                  <a:lnTo>
                    <a:pt x="182083" y="196837"/>
                  </a:lnTo>
                  <a:lnTo>
                    <a:pt x="181642" y="196838"/>
                  </a:lnTo>
                  <a:lnTo>
                    <a:pt x="181240" y="196927"/>
                  </a:lnTo>
                  <a:lnTo>
                    <a:pt x="181211" y="197092"/>
                  </a:lnTo>
                  <a:lnTo>
                    <a:pt x="181330" y="197491"/>
                  </a:lnTo>
                  <a:lnTo>
                    <a:pt x="181138" y="197516"/>
                  </a:lnTo>
                  <a:lnTo>
                    <a:pt x="180887" y="197767"/>
                  </a:lnTo>
                  <a:lnTo>
                    <a:pt x="180863" y="198117"/>
                  </a:lnTo>
                  <a:lnTo>
                    <a:pt x="181156" y="198200"/>
                  </a:lnTo>
                  <a:lnTo>
                    <a:pt x="181479" y="198519"/>
                  </a:lnTo>
                  <a:lnTo>
                    <a:pt x="181449" y="198754"/>
                  </a:lnTo>
                  <a:lnTo>
                    <a:pt x="181491" y="199183"/>
                  </a:lnTo>
                  <a:lnTo>
                    <a:pt x="181483" y="199680"/>
                  </a:lnTo>
                  <a:lnTo>
                    <a:pt x="181517" y="200278"/>
                  </a:lnTo>
                  <a:lnTo>
                    <a:pt x="181111" y="200560"/>
                  </a:lnTo>
                  <a:lnTo>
                    <a:pt x="181084" y="200809"/>
                  </a:lnTo>
                  <a:lnTo>
                    <a:pt x="181239" y="201061"/>
                  </a:lnTo>
                  <a:lnTo>
                    <a:pt x="181616" y="201459"/>
                  </a:lnTo>
                  <a:lnTo>
                    <a:pt x="181747" y="201483"/>
                  </a:lnTo>
                  <a:lnTo>
                    <a:pt x="181635" y="201687"/>
                  </a:lnTo>
                  <a:lnTo>
                    <a:pt x="181620" y="201894"/>
                  </a:lnTo>
                  <a:lnTo>
                    <a:pt x="181446" y="201904"/>
                  </a:lnTo>
                  <a:lnTo>
                    <a:pt x="181246" y="201913"/>
                  </a:lnTo>
                  <a:lnTo>
                    <a:pt x="181025" y="201933"/>
                  </a:lnTo>
                  <a:lnTo>
                    <a:pt x="180597" y="202570"/>
                  </a:lnTo>
                  <a:lnTo>
                    <a:pt x="180389" y="202771"/>
                  </a:lnTo>
                  <a:lnTo>
                    <a:pt x="179866" y="202757"/>
                  </a:lnTo>
                  <a:lnTo>
                    <a:pt x="179656" y="202742"/>
                  </a:lnTo>
                  <a:lnTo>
                    <a:pt x="179478" y="202589"/>
                  </a:lnTo>
                  <a:lnTo>
                    <a:pt x="178918" y="202213"/>
                  </a:lnTo>
                  <a:lnTo>
                    <a:pt x="178495" y="202082"/>
                  </a:lnTo>
                  <a:lnTo>
                    <a:pt x="177902" y="201799"/>
                  </a:lnTo>
                  <a:lnTo>
                    <a:pt x="177232" y="201559"/>
                  </a:lnTo>
                  <a:lnTo>
                    <a:pt x="176658" y="201427"/>
                  </a:lnTo>
                  <a:lnTo>
                    <a:pt x="176244" y="201276"/>
                  </a:lnTo>
                  <a:lnTo>
                    <a:pt x="175862" y="201168"/>
                  </a:lnTo>
                  <a:lnTo>
                    <a:pt x="175479" y="201229"/>
                  </a:lnTo>
                  <a:lnTo>
                    <a:pt x="175007" y="201565"/>
                  </a:lnTo>
                  <a:lnTo>
                    <a:pt x="174850" y="201603"/>
                  </a:lnTo>
                  <a:lnTo>
                    <a:pt x="174577" y="201669"/>
                  </a:lnTo>
                  <a:lnTo>
                    <a:pt x="173438" y="201426"/>
                  </a:lnTo>
                  <a:lnTo>
                    <a:pt x="173314" y="201160"/>
                  </a:lnTo>
                  <a:lnTo>
                    <a:pt x="173013" y="200019"/>
                  </a:lnTo>
                  <a:lnTo>
                    <a:pt x="172815" y="199637"/>
                  </a:lnTo>
                  <a:lnTo>
                    <a:pt x="173150" y="199105"/>
                  </a:lnTo>
                  <a:lnTo>
                    <a:pt x="172953" y="198800"/>
                  </a:lnTo>
                  <a:lnTo>
                    <a:pt x="172564" y="198818"/>
                  </a:lnTo>
                  <a:lnTo>
                    <a:pt x="171744" y="198932"/>
                  </a:lnTo>
                  <a:lnTo>
                    <a:pt x="171585" y="199429"/>
                  </a:lnTo>
                  <a:lnTo>
                    <a:pt x="171227" y="199512"/>
                  </a:lnTo>
                  <a:lnTo>
                    <a:pt x="170825" y="199534"/>
                  </a:lnTo>
                  <a:lnTo>
                    <a:pt x="170659" y="198977"/>
                  </a:lnTo>
                  <a:lnTo>
                    <a:pt x="170761" y="198725"/>
                  </a:lnTo>
                  <a:lnTo>
                    <a:pt x="170643" y="198572"/>
                  </a:lnTo>
                  <a:lnTo>
                    <a:pt x="170444" y="198286"/>
                  </a:lnTo>
                  <a:lnTo>
                    <a:pt x="170634" y="197983"/>
                  </a:lnTo>
                  <a:lnTo>
                    <a:pt x="170889" y="197985"/>
                  </a:lnTo>
                  <a:lnTo>
                    <a:pt x="171203" y="197811"/>
                  </a:lnTo>
                  <a:lnTo>
                    <a:pt x="171398" y="197750"/>
                  </a:lnTo>
                  <a:lnTo>
                    <a:pt x="171710" y="197726"/>
                  </a:lnTo>
                  <a:lnTo>
                    <a:pt x="171615" y="197531"/>
                  </a:lnTo>
                  <a:lnTo>
                    <a:pt x="171673" y="197270"/>
                  </a:lnTo>
                  <a:lnTo>
                    <a:pt x="171621" y="197088"/>
                  </a:lnTo>
                  <a:lnTo>
                    <a:pt x="171472" y="196848"/>
                  </a:lnTo>
                  <a:lnTo>
                    <a:pt x="171392" y="196648"/>
                  </a:lnTo>
                  <a:lnTo>
                    <a:pt x="171098" y="196529"/>
                  </a:lnTo>
                  <a:lnTo>
                    <a:pt x="171177" y="196325"/>
                  </a:lnTo>
                  <a:lnTo>
                    <a:pt x="171583" y="195984"/>
                  </a:lnTo>
                  <a:lnTo>
                    <a:pt x="172171" y="195528"/>
                  </a:lnTo>
                  <a:lnTo>
                    <a:pt x="172335" y="195514"/>
                  </a:lnTo>
                  <a:lnTo>
                    <a:pt x="172842" y="195688"/>
                  </a:lnTo>
                  <a:lnTo>
                    <a:pt x="172795" y="195234"/>
                  </a:lnTo>
                  <a:lnTo>
                    <a:pt x="172580" y="195012"/>
                  </a:lnTo>
                  <a:lnTo>
                    <a:pt x="172439" y="194660"/>
                  </a:lnTo>
                  <a:lnTo>
                    <a:pt x="172577" y="194478"/>
                  </a:lnTo>
                  <a:lnTo>
                    <a:pt x="172406" y="194323"/>
                  </a:lnTo>
                  <a:lnTo>
                    <a:pt x="172206" y="194097"/>
                  </a:lnTo>
                  <a:lnTo>
                    <a:pt x="172219" y="193815"/>
                  </a:lnTo>
                  <a:lnTo>
                    <a:pt x="172126" y="193210"/>
                  </a:lnTo>
                  <a:lnTo>
                    <a:pt x="171745" y="192639"/>
                  </a:lnTo>
                  <a:lnTo>
                    <a:pt x="171178" y="192722"/>
                  </a:lnTo>
                  <a:lnTo>
                    <a:pt x="171347" y="193059"/>
                  </a:lnTo>
                  <a:lnTo>
                    <a:pt x="171410" y="193189"/>
                  </a:lnTo>
                  <a:lnTo>
                    <a:pt x="171208" y="193359"/>
                  </a:lnTo>
                  <a:lnTo>
                    <a:pt x="170794" y="193013"/>
                  </a:lnTo>
                  <a:lnTo>
                    <a:pt x="170279" y="192695"/>
                  </a:lnTo>
                  <a:lnTo>
                    <a:pt x="169948" y="192619"/>
                  </a:lnTo>
                  <a:lnTo>
                    <a:pt x="169360" y="192487"/>
                  </a:lnTo>
                  <a:lnTo>
                    <a:pt x="168411" y="191515"/>
                  </a:lnTo>
                  <a:lnTo>
                    <a:pt x="168105" y="191244"/>
                  </a:lnTo>
                  <a:lnTo>
                    <a:pt x="167894" y="191257"/>
                  </a:lnTo>
                  <a:lnTo>
                    <a:pt x="167757" y="191156"/>
                  </a:lnTo>
                  <a:lnTo>
                    <a:pt x="167414" y="191037"/>
                  </a:lnTo>
                  <a:lnTo>
                    <a:pt x="167410" y="191304"/>
                  </a:lnTo>
                  <a:lnTo>
                    <a:pt x="167247" y="191283"/>
                  </a:lnTo>
                  <a:lnTo>
                    <a:pt x="167067" y="191173"/>
                  </a:lnTo>
                  <a:lnTo>
                    <a:pt x="166679" y="190864"/>
                  </a:lnTo>
                  <a:lnTo>
                    <a:pt x="166633" y="190433"/>
                  </a:lnTo>
                  <a:lnTo>
                    <a:pt x="166621" y="190150"/>
                  </a:lnTo>
                  <a:lnTo>
                    <a:pt x="166561" y="189840"/>
                  </a:lnTo>
                  <a:lnTo>
                    <a:pt x="166570" y="189675"/>
                  </a:lnTo>
                  <a:lnTo>
                    <a:pt x="166570" y="189475"/>
                  </a:lnTo>
                  <a:lnTo>
                    <a:pt x="166560" y="189311"/>
                  </a:lnTo>
                  <a:lnTo>
                    <a:pt x="166545" y="189120"/>
                  </a:lnTo>
                  <a:lnTo>
                    <a:pt x="166611" y="188737"/>
                  </a:lnTo>
                  <a:lnTo>
                    <a:pt x="166597" y="188379"/>
                  </a:lnTo>
                  <a:lnTo>
                    <a:pt x="166099" y="188015"/>
                  </a:lnTo>
                  <a:lnTo>
                    <a:pt x="165941" y="186826"/>
                  </a:lnTo>
                  <a:lnTo>
                    <a:pt x="166101" y="186555"/>
                  </a:lnTo>
                  <a:lnTo>
                    <a:pt x="166300" y="186170"/>
                  </a:lnTo>
                  <a:lnTo>
                    <a:pt x="166319" y="185879"/>
                  </a:lnTo>
                  <a:lnTo>
                    <a:pt x="166223" y="185652"/>
                  </a:lnTo>
                  <a:lnTo>
                    <a:pt x="166182" y="185374"/>
                  </a:lnTo>
                  <a:lnTo>
                    <a:pt x="166302" y="184793"/>
                  </a:lnTo>
                  <a:lnTo>
                    <a:pt x="166388" y="184654"/>
                  </a:lnTo>
                  <a:lnTo>
                    <a:pt x="166845" y="184550"/>
                  </a:lnTo>
                  <a:lnTo>
                    <a:pt x="167127" y="184654"/>
                  </a:lnTo>
                  <a:lnTo>
                    <a:pt x="167259" y="184701"/>
                  </a:lnTo>
                  <a:lnTo>
                    <a:pt x="167841" y="184610"/>
                  </a:lnTo>
                  <a:lnTo>
                    <a:pt x="168050" y="184535"/>
                  </a:lnTo>
                  <a:lnTo>
                    <a:pt x="168050" y="184400"/>
                  </a:lnTo>
                  <a:lnTo>
                    <a:pt x="168050" y="184249"/>
                  </a:lnTo>
                  <a:lnTo>
                    <a:pt x="168144" y="184044"/>
                  </a:lnTo>
                  <a:lnTo>
                    <a:pt x="168474" y="183721"/>
                  </a:lnTo>
                  <a:lnTo>
                    <a:pt x="168677" y="183712"/>
                  </a:lnTo>
                  <a:lnTo>
                    <a:pt x="169159" y="183680"/>
                  </a:lnTo>
                  <a:lnTo>
                    <a:pt x="169297" y="183597"/>
                  </a:lnTo>
                  <a:lnTo>
                    <a:pt x="169664" y="183868"/>
                  </a:lnTo>
                  <a:lnTo>
                    <a:pt x="170322" y="184012"/>
                  </a:lnTo>
                  <a:lnTo>
                    <a:pt x="170704" y="183944"/>
                  </a:lnTo>
                  <a:lnTo>
                    <a:pt x="170994" y="183898"/>
                  </a:lnTo>
                  <a:lnTo>
                    <a:pt x="171492" y="183659"/>
                  </a:lnTo>
                  <a:lnTo>
                    <a:pt x="171662" y="183655"/>
                  </a:lnTo>
                  <a:lnTo>
                    <a:pt x="171767" y="183874"/>
                  </a:lnTo>
                  <a:lnTo>
                    <a:pt x="172076" y="183790"/>
                  </a:lnTo>
                  <a:lnTo>
                    <a:pt x="172335" y="183680"/>
                  </a:lnTo>
                  <a:lnTo>
                    <a:pt x="172573" y="183922"/>
                  </a:lnTo>
                  <a:lnTo>
                    <a:pt x="172858" y="184146"/>
                  </a:lnTo>
                  <a:lnTo>
                    <a:pt x="173064" y="184011"/>
                  </a:lnTo>
                  <a:lnTo>
                    <a:pt x="173213" y="183899"/>
                  </a:lnTo>
                  <a:lnTo>
                    <a:pt x="173498" y="183712"/>
                  </a:lnTo>
                  <a:lnTo>
                    <a:pt x="173782" y="183834"/>
                  </a:lnTo>
                  <a:lnTo>
                    <a:pt x="174138" y="184292"/>
                  </a:lnTo>
                  <a:lnTo>
                    <a:pt x="174474" y="184281"/>
                  </a:lnTo>
                  <a:lnTo>
                    <a:pt x="174760" y="184417"/>
                  </a:lnTo>
                  <a:lnTo>
                    <a:pt x="174972" y="184657"/>
                  </a:lnTo>
                  <a:lnTo>
                    <a:pt x="175917" y="184649"/>
                  </a:lnTo>
                  <a:lnTo>
                    <a:pt x="176057" y="184478"/>
                  </a:lnTo>
                  <a:lnTo>
                    <a:pt x="176012" y="184312"/>
                  </a:lnTo>
                  <a:lnTo>
                    <a:pt x="176411" y="183862"/>
                  </a:lnTo>
                  <a:lnTo>
                    <a:pt x="176592" y="183774"/>
                  </a:lnTo>
                  <a:lnTo>
                    <a:pt x="177024" y="183571"/>
                  </a:lnTo>
                  <a:lnTo>
                    <a:pt x="177185" y="183317"/>
                  </a:lnTo>
                  <a:lnTo>
                    <a:pt x="177367" y="183270"/>
                  </a:lnTo>
                  <a:lnTo>
                    <a:pt x="177528" y="183199"/>
                  </a:lnTo>
                  <a:lnTo>
                    <a:pt x="177809" y="182984"/>
                  </a:lnTo>
                  <a:lnTo>
                    <a:pt x="178077" y="182960"/>
                  </a:lnTo>
                  <a:lnTo>
                    <a:pt x="178253" y="182683"/>
                  </a:lnTo>
                  <a:lnTo>
                    <a:pt x="178707" y="182695"/>
                  </a:lnTo>
                  <a:lnTo>
                    <a:pt x="179560" y="182802"/>
                  </a:lnTo>
                  <a:lnTo>
                    <a:pt x="179922" y="183107"/>
                  </a:lnTo>
                  <a:lnTo>
                    <a:pt x="180169" y="183170"/>
                  </a:lnTo>
                  <a:lnTo>
                    <a:pt x="180321" y="183168"/>
                  </a:lnTo>
                  <a:lnTo>
                    <a:pt x="180617" y="183075"/>
                  </a:lnTo>
                  <a:lnTo>
                    <a:pt x="181153" y="182619"/>
                  </a:lnTo>
                  <a:lnTo>
                    <a:pt x="181417" y="182678"/>
                  </a:lnTo>
                  <a:lnTo>
                    <a:pt x="181778" y="182851"/>
                  </a:lnTo>
                  <a:lnTo>
                    <a:pt x="182036" y="182813"/>
                  </a:lnTo>
                  <a:lnTo>
                    <a:pt x="181973" y="182428"/>
                  </a:lnTo>
                  <a:lnTo>
                    <a:pt x="182239" y="182463"/>
                  </a:lnTo>
                  <a:lnTo>
                    <a:pt x="182445" y="182853"/>
                  </a:lnTo>
                  <a:lnTo>
                    <a:pt x="182665" y="182971"/>
                  </a:lnTo>
                  <a:close/>
                </a:path>
              </a:pathLst>
            </a:custGeom>
            <a:solidFill>
              <a:srgbClr val="4D7C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7169005" y="631054"/>
              <a:ext cx="633734" cy="625840"/>
            </a:xfrm>
            <a:custGeom>
              <a:avLst/>
              <a:pathLst>
                <a:path w="633734" h="625840">
                  <a:moveTo>
                    <a:pt x="182879" y="182880"/>
                  </a:moveTo>
                  <a:lnTo>
                    <a:pt x="193139" y="183569"/>
                  </a:lnTo>
                  <a:lnTo>
                    <a:pt x="193237" y="183703"/>
                  </a:lnTo>
                  <a:lnTo>
                    <a:pt x="193373" y="183984"/>
                  </a:lnTo>
                  <a:lnTo>
                    <a:pt x="193545" y="184274"/>
                  </a:lnTo>
                  <a:lnTo>
                    <a:pt x="193898" y="184611"/>
                  </a:lnTo>
                  <a:lnTo>
                    <a:pt x="194046" y="184677"/>
                  </a:lnTo>
                  <a:lnTo>
                    <a:pt x="195552" y="184580"/>
                  </a:lnTo>
                  <a:lnTo>
                    <a:pt x="196317" y="184572"/>
                  </a:lnTo>
                  <a:lnTo>
                    <a:pt x="197001" y="184744"/>
                  </a:lnTo>
                  <a:lnTo>
                    <a:pt x="197519" y="184893"/>
                  </a:lnTo>
                  <a:lnTo>
                    <a:pt x="197914" y="184989"/>
                  </a:lnTo>
                  <a:lnTo>
                    <a:pt x="198280" y="185043"/>
                  </a:lnTo>
                  <a:lnTo>
                    <a:pt x="199838" y="184926"/>
                  </a:lnTo>
                  <a:lnTo>
                    <a:pt x="200130" y="184931"/>
                  </a:lnTo>
                  <a:lnTo>
                    <a:pt x="200362" y="184962"/>
                  </a:lnTo>
                  <a:lnTo>
                    <a:pt x="200605" y="185040"/>
                  </a:lnTo>
                  <a:lnTo>
                    <a:pt x="201074" y="185198"/>
                  </a:lnTo>
                  <a:lnTo>
                    <a:pt x="201523" y="185364"/>
                  </a:lnTo>
                  <a:lnTo>
                    <a:pt x="201928" y="185650"/>
                  </a:lnTo>
                  <a:lnTo>
                    <a:pt x="202513" y="186043"/>
                  </a:lnTo>
                  <a:lnTo>
                    <a:pt x="203635" y="186604"/>
                  </a:lnTo>
                  <a:lnTo>
                    <a:pt x="204706" y="187256"/>
                  </a:lnTo>
                  <a:lnTo>
                    <a:pt x="210400" y="191153"/>
                  </a:lnTo>
                  <a:lnTo>
                    <a:pt x="210723" y="191132"/>
                  </a:lnTo>
                  <a:lnTo>
                    <a:pt x="210857" y="191113"/>
                  </a:lnTo>
                  <a:lnTo>
                    <a:pt x="211015" y="191059"/>
                  </a:lnTo>
                  <a:lnTo>
                    <a:pt x="213082" y="190110"/>
                  </a:lnTo>
                  <a:lnTo>
                    <a:pt x="213836" y="189886"/>
                  </a:lnTo>
                  <a:lnTo>
                    <a:pt x="214282" y="189799"/>
                  </a:lnTo>
                  <a:lnTo>
                    <a:pt x="216658" y="191135"/>
                  </a:lnTo>
                  <a:lnTo>
                    <a:pt x="216888" y="191276"/>
                  </a:lnTo>
                  <a:lnTo>
                    <a:pt x="217235" y="191448"/>
                  </a:lnTo>
                  <a:lnTo>
                    <a:pt x="217747" y="191683"/>
                  </a:lnTo>
                  <a:lnTo>
                    <a:pt x="217975" y="191820"/>
                  </a:lnTo>
                  <a:lnTo>
                    <a:pt x="218213" y="192066"/>
                  </a:lnTo>
                  <a:lnTo>
                    <a:pt x="218328" y="192262"/>
                  </a:lnTo>
                  <a:lnTo>
                    <a:pt x="218596" y="192721"/>
                  </a:lnTo>
                  <a:lnTo>
                    <a:pt x="218722" y="192906"/>
                  </a:lnTo>
                  <a:lnTo>
                    <a:pt x="218828" y="193064"/>
                  </a:lnTo>
                  <a:lnTo>
                    <a:pt x="219310" y="193908"/>
                  </a:lnTo>
                  <a:lnTo>
                    <a:pt x="219505" y="194108"/>
                  </a:lnTo>
                  <a:lnTo>
                    <a:pt x="219567" y="194400"/>
                  </a:lnTo>
                  <a:lnTo>
                    <a:pt x="219645" y="194659"/>
                  </a:lnTo>
                  <a:lnTo>
                    <a:pt x="219825" y="194904"/>
                  </a:lnTo>
                  <a:lnTo>
                    <a:pt x="220024" y="195081"/>
                  </a:lnTo>
                  <a:lnTo>
                    <a:pt x="220178" y="195189"/>
                  </a:lnTo>
                  <a:lnTo>
                    <a:pt x="220599" y="195341"/>
                  </a:lnTo>
                  <a:lnTo>
                    <a:pt x="220899" y="195379"/>
                  </a:lnTo>
                  <a:lnTo>
                    <a:pt x="221086" y="195389"/>
                  </a:lnTo>
                  <a:lnTo>
                    <a:pt x="221245" y="195428"/>
                  </a:lnTo>
                  <a:lnTo>
                    <a:pt x="221396" y="195495"/>
                  </a:lnTo>
                  <a:lnTo>
                    <a:pt x="221746" y="195704"/>
                  </a:lnTo>
                  <a:lnTo>
                    <a:pt x="222001" y="195997"/>
                  </a:lnTo>
                  <a:lnTo>
                    <a:pt x="222074" y="196129"/>
                  </a:lnTo>
                  <a:lnTo>
                    <a:pt x="223331" y="196802"/>
                  </a:lnTo>
                  <a:lnTo>
                    <a:pt x="223483" y="196817"/>
                  </a:lnTo>
                  <a:lnTo>
                    <a:pt x="223928" y="196900"/>
                  </a:lnTo>
                  <a:lnTo>
                    <a:pt x="224255" y="197004"/>
                  </a:lnTo>
                  <a:lnTo>
                    <a:pt x="225056" y="197416"/>
                  </a:lnTo>
                  <a:lnTo>
                    <a:pt x="225337" y="197463"/>
                  </a:lnTo>
                  <a:lnTo>
                    <a:pt x="225899" y="197507"/>
                  </a:lnTo>
                  <a:lnTo>
                    <a:pt x="226646" y="197524"/>
                  </a:lnTo>
                  <a:lnTo>
                    <a:pt x="228019" y="197379"/>
                  </a:lnTo>
                  <a:lnTo>
                    <a:pt x="228579" y="197262"/>
                  </a:lnTo>
                  <a:lnTo>
                    <a:pt x="228852" y="197234"/>
                  </a:lnTo>
                  <a:lnTo>
                    <a:pt x="229270" y="197249"/>
                  </a:lnTo>
                  <a:lnTo>
                    <a:pt x="230120" y="197261"/>
                  </a:lnTo>
                  <a:lnTo>
                    <a:pt x="230581" y="197319"/>
                  </a:lnTo>
                  <a:lnTo>
                    <a:pt x="230981" y="197361"/>
                  </a:lnTo>
                  <a:lnTo>
                    <a:pt x="231377" y="197402"/>
                  </a:lnTo>
                  <a:lnTo>
                    <a:pt x="231981" y="197493"/>
                  </a:lnTo>
                  <a:lnTo>
                    <a:pt x="233305" y="197924"/>
                  </a:lnTo>
                  <a:lnTo>
                    <a:pt x="233662" y="198434"/>
                  </a:lnTo>
                  <a:lnTo>
                    <a:pt x="233228" y="199581"/>
                  </a:lnTo>
                  <a:lnTo>
                    <a:pt x="233534" y="199779"/>
                  </a:lnTo>
                  <a:lnTo>
                    <a:pt x="234415" y="200058"/>
                  </a:lnTo>
                  <a:lnTo>
                    <a:pt x="234982" y="200176"/>
                  </a:lnTo>
                  <a:lnTo>
                    <a:pt x="235769" y="200225"/>
                  </a:lnTo>
                  <a:lnTo>
                    <a:pt x="236351" y="200181"/>
                  </a:lnTo>
                  <a:lnTo>
                    <a:pt x="236594" y="200144"/>
                  </a:lnTo>
                  <a:lnTo>
                    <a:pt x="236930" y="200101"/>
                  </a:lnTo>
                  <a:lnTo>
                    <a:pt x="237315" y="200006"/>
                  </a:lnTo>
                  <a:lnTo>
                    <a:pt x="237725" y="199990"/>
                  </a:lnTo>
                  <a:lnTo>
                    <a:pt x="238026" y="200179"/>
                  </a:lnTo>
                  <a:lnTo>
                    <a:pt x="238137" y="200375"/>
                  </a:lnTo>
                  <a:lnTo>
                    <a:pt x="238300" y="200693"/>
                  </a:lnTo>
                  <a:lnTo>
                    <a:pt x="238421" y="200951"/>
                  </a:lnTo>
                  <a:lnTo>
                    <a:pt x="238643" y="201749"/>
                  </a:lnTo>
                  <a:lnTo>
                    <a:pt x="238772" y="201889"/>
                  </a:lnTo>
                  <a:lnTo>
                    <a:pt x="238933" y="201999"/>
                  </a:lnTo>
                  <a:lnTo>
                    <a:pt x="239183" y="202085"/>
                  </a:lnTo>
                  <a:lnTo>
                    <a:pt x="239392" y="202113"/>
                  </a:lnTo>
                  <a:lnTo>
                    <a:pt x="240513" y="201624"/>
                  </a:lnTo>
                  <a:lnTo>
                    <a:pt x="240628" y="201198"/>
                  </a:lnTo>
                  <a:lnTo>
                    <a:pt x="240394" y="200640"/>
                  </a:lnTo>
                  <a:lnTo>
                    <a:pt x="240239" y="200247"/>
                  </a:lnTo>
                  <a:lnTo>
                    <a:pt x="239989" y="199933"/>
                  </a:lnTo>
                  <a:lnTo>
                    <a:pt x="239835" y="199724"/>
                  </a:lnTo>
                  <a:lnTo>
                    <a:pt x="239747" y="199532"/>
                  </a:lnTo>
                  <a:lnTo>
                    <a:pt x="239755" y="199226"/>
                  </a:lnTo>
                  <a:lnTo>
                    <a:pt x="239893" y="199117"/>
                  </a:lnTo>
                  <a:lnTo>
                    <a:pt x="240297" y="198908"/>
                  </a:lnTo>
                  <a:lnTo>
                    <a:pt x="241024" y="198597"/>
                  </a:lnTo>
                  <a:lnTo>
                    <a:pt x="241790" y="198317"/>
                  </a:lnTo>
                  <a:lnTo>
                    <a:pt x="242170" y="198241"/>
                  </a:lnTo>
                  <a:lnTo>
                    <a:pt x="242470" y="198178"/>
                  </a:lnTo>
                  <a:lnTo>
                    <a:pt x="242717" y="198109"/>
                  </a:lnTo>
                  <a:lnTo>
                    <a:pt x="243439" y="197761"/>
                  </a:lnTo>
                  <a:lnTo>
                    <a:pt x="244054" y="197714"/>
                  </a:lnTo>
                  <a:lnTo>
                    <a:pt x="244525" y="197692"/>
                  </a:lnTo>
                  <a:lnTo>
                    <a:pt x="244689" y="197685"/>
                  </a:lnTo>
                  <a:lnTo>
                    <a:pt x="245086" y="197606"/>
                  </a:lnTo>
                  <a:lnTo>
                    <a:pt x="245514" y="197570"/>
                  </a:lnTo>
                  <a:lnTo>
                    <a:pt x="245817" y="197544"/>
                  </a:lnTo>
                  <a:lnTo>
                    <a:pt x="246175" y="197533"/>
                  </a:lnTo>
                  <a:lnTo>
                    <a:pt x="246641" y="197498"/>
                  </a:lnTo>
                  <a:lnTo>
                    <a:pt x="247164" y="197424"/>
                  </a:lnTo>
                  <a:lnTo>
                    <a:pt x="248573" y="197499"/>
                  </a:lnTo>
                  <a:lnTo>
                    <a:pt x="249257" y="197482"/>
                  </a:lnTo>
                  <a:lnTo>
                    <a:pt x="249815" y="197448"/>
                  </a:lnTo>
                  <a:lnTo>
                    <a:pt x="250990" y="197700"/>
                  </a:lnTo>
                  <a:lnTo>
                    <a:pt x="251293" y="197658"/>
                  </a:lnTo>
                  <a:lnTo>
                    <a:pt x="251792" y="197741"/>
                  </a:lnTo>
                  <a:lnTo>
                    <a:pt x="252409" y="197945"/>
                  </a:lnTo>
                  <a:lnTo>
                    <a:pt x="252703" y="198189"/>
                  </a:lnTo>
                  <a:lnTo>
                    <a:pt x="253063" y="198319"/>
                  </a:lnTo>
                  <a:lnTo>
                    <a:pt x="253731" y="198438"/>
                  </a:lnTo>
                  <a:lnTo>
                    <a:pt x="255061" y="199244"/>
                  </a:lnTo>
                  <a:lnTo>
                    <a:pt x="255179" y="199383"/>
                  </a:lnTo>
                  <a:lnTo>
                    <a:pt x="255422" y="199592"/>
                  </a:lnTo>
                  <a:lnTo>
                    <a:pt x="256015" y="199877"/>
                  </a:lnTo>
                  <a:lnTo>
                    <a:pt x="256411" y="200030"/>
                  </a:lnTo>
                  <a:lnTo>
                    <a:pt x="256560" y="200087"/>
                  </a:lnTo>
                  <a:lnTo>
                    <a:pt x="256692" y="200126"/>
                  </a:lnTo>
                  <a:lnTo>
                    <a:pt x="256979" y="200183"/>
                  </a:lnTo>
                  <a:lnTo>
                    <a:pt x="257634" y="200324"/>
                  </a:lnTo>
                  <a:lnTo>
                    <a:pt x="258002" y="200371"/>
                  </a:lnTo>
                  <a:lnTo>
                    <a:pt x="258412" y="200531"/>
                  </a:lnTo>
                  <a:lnTo>
                    <a:pt x="258776" y="200646"/>
                  </a:lnTo>
                  <a:lnTo>
                    <a:pt x="259083" y="200686"/>
                  </a:lnTo>
                  <a:lnTo>
                    <a:pt x="259265" y="200662"/>
                  </a:lnTo>
                  <a:lnTo>
                    <a:pt x="259502" y="200709"/>
                  </a:lnTo>
                  <a:lnTo>
                    <a:pt x="259972" y="200899"/>
                  </a:lnTo>
                  <a:lnTo>
                    <a:pt x="260344" y="201089"/>
                  </a:lnTo>
                  <a:lnTo>
                    <a:pt x="260724" y="201305"/>
                  </a:lnTo>
                  <a:lnTo>
                    <a:pt x="260909" y="201392"/>
                  </a:lnTo>
                  <a:lnTo>
                    <a:pt x="261054" y="201454"/>
                  </a:lnTo>
                  <a:lnTo>
                    <a:pt x="261509" y="201577"/>
                  </a:lnTo>
                  <a:lnTo>
                    <a:pt x="261859" y="201640"/>
                  </a:lnTo>
                  <a:lnTo>
                    <a:pt x="262037" y="201714"/>
                  </a:lnTo>
                  <a:lnTo>
                    <a:pt x="262195" y="201748"/>
                  </a:lnTo>
                  <a:lnTo>
                    <a:pt x="262470" y="201793"/>
                  </a:lnTo>
                  <a:lnTo>
                    <a:pt x="262883" y="201894"/>
                  </a:lnTo>
                  <a:lnTo>
                    <a:pt x="263063" y="201945"/>
                  </a:lnTo>
                  <a:lnTo>
                    <a:pt x="263252" y="202026"/>
                  </a:lnTo>
                  <a:lnTo>
                    <a:pt x="263477" y="203006"/>
                  </a:lnTo>
                  <a:lnTo>
                    <a:pt x="263511" y="203349"/>
                  </a:lnTo>
                  <a:lnTo>
                    <a:pt x="263579" y="203561"/>
                  </a:lnTo>
                  <a:lnTo>
                    <a:pt x="263710" y="203877"/>
                  </a:lnTo>
                  <a:lnTo>
                    <a:pt x="264074" y="204201"/>
                  </a:lnTo>
                  <a:lnTo>
                    <a:pt x="264520" y="204170"/>
                  </a:lnTo>
                  <a:lnTo>
                    <a:pt x="264716" y="204080"/>
                  </a:lnTo>
                  <a:lnTo>
                    <a:pt x="265171" y="203856"/>
                  </a:lnTo>
                  <a:lnTo>
                    <a:pt x="265367" y="203740"/>
                  </a:lnTo>
                  <a:lnTo>
                    <a:pt x="266124" y="203095"/>
                  </a:lnTo>
                  <a:lnTo>
                    <a:pt x="266379" y="202986"/>
                  </a:lnTo>
                  <a:lnTo>
                    <a:pt x="267116" y="202783"/>
                  </a:lnTo>
                  <a:lnTo>
                    <a:pt x="267483" y="202744"/>
                  </a:lnTo>
                  <a:lnTo>
                    <a:pt x="267636" y="202730"/>
                  </a:lnTo>
                  <a:lnTo>
                    <a:pt x="267953" y="202763"/>
                  </a:lnTo>
                  <a:lnTo>
                    <a:pt x="268091" y="202843"/>
                  </a:lnTo>
                  <a:lnTo>
                    <a:pt x="268670" y="203378"/>
                  </a:lnTo>
                  <a:lnTo>
                    <a:pt x="268836" y="203644"/>
                  </a:lnTo>
                  <a:lnTo>
                    <a:pt x="268973" y="204059"/>
                  </a:lnTo>
                  <a:lnTo>
                    <a:pt x="268927" y="204267"/>
                  </a:lnTo>
                  <a:lnTo>
                    <a:pt x="269763" y="205222"/>
                  </a:lnTo>
                  <a:lnTo>
                    <a:pt x="270067" y="205546"/>
                  </a:lnTo>
                  <a:lnTo>
                    <a:pt x="270292" y="205854"/>
                  </a:lnTo>
                  <a:lnTo>
                    <a:pt x="270660" y="206181"/>
                  </a:lnTo>
                  <a:lnTo>
                    <a:pt x="271099" y="206348"/>
                  </a:lnTo>
                  <a:lnTo>
                    <a:pt x="271240" y="206363"/>
                  </a:lnTo>
                  <a:lnTo>
                    <a:pt x="271536" y="206377"/>
                  </a:lnTo>
                  <a:lnTo>
                    <a:pt x="272087" y="206457"/>
                  </a:lnTo>
                  <a:lnTo>
                    <a:pt x="272676" y="206624"/>
                  </a:lnTo>
                  <a:lnTo>
                    <a:pt x="272365" y="207697"/>
                  </a:lnTo>
                  <a:lnTo>
                    <a:pt x="272322" y="208080"/>
                  </a:lnTo>
                  <a:lnTo>
                    <a:pt x="272511" y="208580"/>
                  </a:lnTo>
                  <a:lnTo>
                    <a:pt x="272348" y="209059"/>
                  </a:lnTo>
                  <a:lnTo>
                    <a:pt x="271855" y="209296"/>
                  </a:lnTo>
                  <a:lnTo>
                    <a:pt x="271113" y="209473"/>
                  </a:lnTo>
                  <a:lnTo>
                    <a:pt x="270594" y="209527"/>
                  </a:lnTo>
                  <a:lnTo>
                    <a:pt x="269751" y="210469"/>
                  </a:lnTo>
                  <a:lnTo>
                    <a:pt x="269781" y="210911"/>
                  </a:lnTo>
                  <a:lnTo>
                    <a:pt x="270734" y="212365"/>
                  </a:lnTo>
                  <a:lnTo>
                    <a:pt x="271198" y="212174"/>
                  </a:lnTo>
                  <a:lnTo>
                    <a:pt x="271574" y="211848"/>
                  </a:lnTo>
                  <a:lnTo>
                    <a:pt x="271833" y="211661"/>
                  </a:lnTo>
                  <a:lnTo>
                    <a:pt x="272233" y="211605"/>
                  </a:lnTo>
                  <a:lnTo>
                    <a:pt x="272517" y="211595"/>
                  </a:lnTo>
                  <a:lnTo>
                    <a:pt x="272949" y="211592"/>
                  </a:lnTo>
                  <a:lnTo>
                    <a:pt x="273103" y="211575"/>
                  </a:lnTo>
                  <a:lnTo>
                    <a:pt x="273397" y="211431"/>
                  </a:lnTo>
                  <a:lnTo>
                    <a:pt x="274496" y="210866"/>
                  </a:lnTo>
                  <a:lnTo>
                    <a:pt x="274727" y="210907"/>
                  </a:lnTo>
                  <a:lnTo>
                    <a:pt x="275716" y="210892"/>
                  </a:lnTo>
                  <a:lnTo>
                    <a:pt x="276317" y="210863"/>
                  </a:lnTo>
                  <a:lnTo>
                    <a:pt x="276447" y="210883"/>
                  </a:lnTo>
                  <a:lnTo>
                    <a:pt x="276590" y="210920"/>
                  </a:lnTo>
                  <a:lnTo>
                    <a:pt x="276774" y="210992"/>
                  </a:lnTo>
                  <a:lnTo>
                    <a:pt x="277180" y="211385"/>
                  </a:lnTo>
                  <a:lnTo>
                    <a:pt x="277011" y="211772"/>
                  </a:lnTo>
                  <a:lnTo>
                    <a:pt x="277340" y="212452"/>
                  </a:lnTo>
                  <a:lnTo>
                    <a:pt x="277483" y="212586"/>
                  </a:lnTo>
                  <a:lnTo>
                    <a:pt x="277984" y="213105"/>
                  </a:lnTo>
                  <a:lnTo>
                    <a:pt x="278228" y="213257"/>
                  </a:lnTo>
                  <a:lnTo>
                    <a:pt x="279520" y="214189"/>
                  </a:lnTo>
                  <a:lnTo>
                    <a:pt x="279824" y="214543"/>
                  </a:lnTo>
                  <a:lnTo>
                    <a:pt x="279925" y="214754"/>
                  </a:lnTo>
                  <a:lnTo>
                    <a:pt x="280402" y="215824"/>
                  </a:lnTo>
                  <a:lnTo>
                    <a:pt x="280581" y="215924"/>
                  </a:lnTo>
                  <a:lnTo>
                    <a:pt x="281195" y="216505"/>
                  </a:lnTo>
                  <a:lnTo>
                    <a:pt x="283026" y="216122"/>
                  </a:lnTo>
                  <a:lnTo>
                    <a:pt x="283319" y="215468"/>
                  </a:lnTo>
                  <a:lnTo>
                    <a:pt x="283689" y="215258"/>
                  </a:lnTo>
                  <a:lnTo>
                    <a:pt x="283860" y="215229"/>
                  </a:lnTo>
                  <a:lnTo>
                    <a:pt x="284075" y="215188"/>
                  </a:lnTo>
                  <a:lnTo>
                    <a:pt x="284408" y="215211"/>
                  </a:lnTo>
                  <a:lnTo>
                    <a:pt x="284766" y="215261"/>
                  </a:lnTo>
                  <a:lnTo>
                    <a:pt x="285862" y="215789"/>
                  </a:lnTo>
                  <a:lnTo>
                    <a:pt x="286610" y="216142"/>
                  </a:lnTo>
                  <a:lnTo>
                    <a:pt x="286795" y="216231"/>
                  </a:lnTo>
                  <a:lnTo>
                    <a:pt x="286983" y="217020"/>
                  </a:lnTo>
                  <a:lnTo>
                    <a:pt x="286781" y="217061"/>
                  </a:lnTo>
                  <a:lnTo>
                    <a:pt x="286549" y="217070"/>
                  </a:lnTo>
                  <a:lnTo>
                    <a:pt x="286235" y="217096"/>
                  </a:lnTo>
                  <a:lnTo>
                    <a:pt x="286061" y="217117"/>
                  </a:lnTo>
                  <a:lnTo>
                    <a:pt x="285431" y="217185"/>
                  </a:lnTo>
                  <a:lnTo>
                    <a:pt x="284827" y="217386"/>
                  </a:lnTo>
                  <a:lnTo>
                    <a:pt x="284458" y="217680"/>
                  </a:lnTo>
                  <a:lnTo>
                    <a:pt x="284452" y="217906"/>
                  </a:lnTo>
                  <a:lnTo>
                    <a:pt x="284803" y="218672"/>
                  </a:lnTo>
                  <a:lnTo>
                    <a:pt x="285018" y="218955"/>
                  </a:lnTo>
                  <a:lnTo>
                    <a:pt x="285274" y="219353"/>
                  </a:lnTo>
                  <a:lnTo>
                    <a:pt x="285357" y="219530"/>
                  </a:lnTo>
                  <a:lnTo>
                    <a:pt x="285424" y="219738"/>
                  </a:lnTo>
                  <a:lnTo>
                    <a:pt x="285461" y="219938"/>
                  </a:lnTo>
                  <a:lnTo>
                    <a:pt x="285461" y="220176"/>
                  </a:lnTo>
                  <a:lnTo>
                    <a:pt x="285394" y="220358"/>
                  </a:lnTo>
                  <a:lnTo>
                    <a:pt x="284951" y="220517"/>
                  </a:lnTo>
                  <a:lnTo>
                    <a:pt x="283210" y="220579"/>
                  </a:lnTo>
                  <a:lnTo>
                    <a:pt x="283026" y="220555"/>
                  </a:lnTo>
                  <a:lnTo>
                    <a:pt x="282838" y="220545"/>
                  </a:lnTo>
                  <a:lnTo>
                    <a:pt x="282209" y="220803"/>
                  </a:lnTo>
                  <a:lnTo>
                    <a:pt x="281979" y="221010"/>
                  </a:lnTo>
                  <a:lnTo>
                    <a:pt x="281633" y="221476"/>
                  </a:lnTo>
                  <a:lnTo>
                    <a:pt x="281539" y="221871"/>
                  </a:lnTo>
                  <a:lnTo>
                    <a:pt x="281537" y="222158"/>
                  </a:lnTo>
                  <a:lnTo>
                    <a:pt x="281542" y="222593"/>
                  </a:lnTo>
                  <a:lnTo>
                    <a:pt x="281671" y="223005"/>
                  </a:lnTo>
                  <a:lnTo>
                    <a:pt x="281956" y="223423"/>
                  </a:lnTo>
                  <a:lnTo>
                    <a:pt x="282290" y="223745"/>
                  </a:lnTo>
                  <a:lnTo>
                    <a:pt x="283026" y="224279"/>
                  </a:lnTo>
                  <a:lnTo>
                    <a:pt x="283432" y="224711"/>
                  </a:lnTo>
                  <a:lnTo>
                    <a:pt x="283585" y="224817"/>
                  </a:lnTo>
                  <a:lnTo>
                    <a:pt x="283740" y="224881"/>
                  </a:lnTo>
                  <a:lnTo>
                    <a:pt x="284025" y="224998"/>
                  </a:lnTo>
                  <a:lnTo>
                    <a:pt x="284182" y="225030"/>
                  </a:lnTo>
                  <a:lnTo>
                    <a:pt x="284333" y="225008"/>
                  </a:lnTo>
                  <a:lnTo>
                    <a:pt x="284545" y="224902"/>
                  </a:lnTo>
                  <a:lnTo>
                    <a:pt x="284785" y="224692"/>
                  </a:lnTo>
                  <a:lnTo>
                    <a:pt x="285005" y="224422"/>
                  </a:lnTo>
                  <a:lnTo>
                    <a:pt x="285025" y="224004"/>
                  </a:lnTo>
                  <a:lnTo>
                    <a:pt x="285446" y="223672"/>
                  </a:lnTo>
                  <a:lnTo>
                    <a:pt x="285610" y="223678"/>
                  </a:lnTo>
                  <a:lnTo>
                    <a:pt x="286463" y="224029"/>
                  </a:lnTo>
                  <a:lnTo>
                    <a:pt x="286919" y="224320"/>
                  </a:lnTo>
                  <a:lnTo>
                    <a:pt x="287075" y="224458"/>
                  </a:lnTo>
                  <a:lnTo>
                    <a:pt x="287302" y="224619"/>
                  </a:lnTo>
                  <a:lnTo>
                    <a:pt x="287479" y="224713"/>
                  </a:lnTo>
                  <a:lnTo>
                    <a:pt x="287936" y="224919"/>
                  </a:lnTo>
                  <a:lnTo>
                    <a:pt x="289580" y="225844"/>
                  </a:lnTo>
                  <a:lnTo>
                    <a:pt x="290087" y="226255"/>
                  </a:lnTo>
                  <a:lnTo>
                    <a:pt x="290884" y="227256"/>
                  </a:lnTo>
                  <a:lnTo>
                    <a:pt x="290623" y="227754"/>
                  </a:lnTo>
                  <a:lnTo>
                    <a:pt x="290498" y="227923"/>
                  </a:lnTo>
                  <a:lnTo>
                    <a:pt x="290389" y="228079"/>
                  </a:lnTo>
                  <a:lnTo>
                    <a:pt x="290279" y="228290"/>
                  </a:lnTo>
                  <a:lnTo>
                    <a:pt x="290137" y="228650"/>
                  </a:lnTo>
                  <a:lnTo>
                    <a:pt x="290046" y="229251"/>
                  </a:lnTo>
                  <a:lnTo>
                    <a:pt x="290090" y="229439"/>
                  </a:lnTo>
                  <a:lnTo>
                    <a:pt x="290469" y="229744"/>
                  </a:lnTo>
                  <a:lnTo>
                    <a:pt x="290959" y="229737"/>
                  </a:lnTo>
                  <a:lnTo>
                    <a:pt x="291186" y="229644"/>
                  </a:lnTo>
                  <a:lnTo>
                    <a:pt x="291407" y="229533"/>
                  </a:lnTo>
                  <a:lnTo>
                    <a:pt x="291569" y="229469"/>
                  </a:lnTo>
                  <a:lnTo>
                    <a:pt x="291834" y="229388"/>
                  </a:lnTo>
                  <a:lnTo>
                    <a:pt x="291971" y="229380"/>
                  </a:lnTo>
                  <a:lnTo>
                    <a:pt x="292420" y="229359"/>
                  </a:lnTo>
                  <a:lnTo>
                    <a:pt x="292805" y="229322"/>
                  </a:lnTo>
                  <a:lnTo>
                    <a:pt x="293360" y="229650"/>
                  </a:lnTo>
                  <a:lnTo>
                    <a:pt x="293575" y="229983"/>
                  </a:lnTo>
                  <a:lnTo>
                    <a:pt x="293878" y="230324"/>
                  </a:lnTo>
                  <a:lnTo>
                    <a:pt x="294936" y="231261"/>
                  </a:lnTo>
                  <a:lnTo>
                    <a:pt x="295569" y="231840"/>
                  </a:lnTo>
                  <a:lnTo>
                    <a:pt x="295748" y="232108"/>
                  </a:lnTo>
                  <a:lnTo>
                    <a:pt x="296205" y="232760"/>
                  </a:lnTo>
                  <a:lnTo>
                    <a:pt x="296472" y="233351"/>
                  </a:lnTo>
                  <a:lnTo>
                    <a:pt x="296505" y="233644"/>
                  </a:lnTo>
                  <a:lnTo>
                    <a:pt x="295041" y="236068"/>
                  </a:lnTo>
                  <a:lnTo>
                    <a:pt x="295195" y="236386"/>
                  </a:lnTo>
                  <a:lnTo>
                    <a:pt x="295630" y="236713"/>
                  </a:lnTo>
                  <a:lnTo>
                    <a:pt x="295769" y="236764"/>
                  </a:lnTo>
                  <a:lnTo>
                    <a:pt x="296623" y="236896"/>
                  </a:lnTo>
                  <a:lnTo>
                    <a:pt x="296891" y="236884"/>
                  </a:lnTo>
                  <a:lnTo>
                    <a:pt x="297088" y="236876"/>
                  </a:lnTo>
                  <a:lnTo>
                    <a:pt x="297667" y="236861"/>
                  </a:lnTo>
                  <a:lnTo>
                    <a:pt x="297840" y="236853"/>
                  </a:lnTo>
                  <a:lnTo>
                    <a:pt x="298182" y="236848"/>
                  </a:lnTo>
                  <a:lnTo>
                    <a:pt x="298854" y="236952"/>
                  </a:lnTo>
                  <a:lnTo>
                    <a:pt x="299665" y="237262"/>
                  </a:lnTo>
                  <a:lnTo>
                    <a:pt x="299698" y="237406"/>
                  </a:lnTo>
                  <a:lnTo>
                    <a:pt x="299650" y="237603"/>
                  </a:lnTo>
                  <a:lnTo>
                    <a:pt x="299446" y="237884"/>
                  </a:lnTo>
                  <a:lnTo>
                    <a:pt x="299303" y="237922"/>
                  </a:lnTo>
                  <a:lnTo>
                    <a:pt x="296987" y="238490"/>
                  </a:lnTo>
                  <a:lnTo>
                    <a:pt x="295599" y="239221"/>
                  </a:lnTo>
                  <a:lnTo>
                    <a:pt x="295468" y="239298"/>
                  </a:lnTo>
                  <a:lnTo>
                    <a:pt x="294748" y="239862"/>
                  </a:lnTo>
                  <a:lnTo>
                    <a:pt x="294591" y="240157"/>
                  </a:lnTo>
                  <a:lnTo>
                    <a:pt x="294380" y="240622"/>
                  </a:lnTo>
                  <a:lnTo>
                    <a:pt x="294382" y="240767"/>
                  </a:lnTo>
                  <a:lnTo>
                    <a:pt x="294419" y="240911"/>
                  </a:lnTo>
                  <a:lnTo>
                    <a:pt x="294560" y="241158"/>
                  </a:lnTo>
                  <a:lnTo>
                    <a:pt x="294703" y="241240"/>
                  </a:lnTo>
                  <a:lnTo>
                    <a:pt x="294926" y="241341"/>
                  </a:lnTo>
                  <a:lnTo>
                    <a:pt x="295064" y="241383"/>
                  </a:lnTo>
                  <a:lnTo>
                    <a:pt x="295286" y="241478"/>
                  </a:lnTo>
                  <a:lnTo>
                    <a:pt x="295430" y="241531"/>
                  </a:lnTo>
                  <a:lnTo>
                    <a:pt x="295585" y="241593"/>
                  </a:lnTo>
                  <a:lnTo>
                    <a:pt x="295726" y="241648"/>
                  </a:lnTo>
                  <a:lnTo>
                    <a:pt x="296032" y="241766"/>
                  </a:lnTo>
                  <a:lnTo>
                    <a:pt x="296405" y="241874"/>
                  </a:lnTo>
                  <a:lnTo>
                    <a:pt x="296555" y="241906"/>
                  </a:lnTo>
                  <a:lnTo>
                    <a:pt x="296909" y="241954"/>
                  </a:lnTo>
                  <a:lnTo>
                    <a:pt x="297166" y="241971"/>
                  </a:lnTo>
                  <a:lnTo>
                    <a:pt x="297343" y="241979"/>
                  </a:lnTo>
                  <a:lnTo>
                    <a:pt x="297833" y="242034"/>
                  </a:lnTo>
                  <a:lnTo>
                    <a:pt x="298017" y="242046"/>
                  </a:lnTo>
                  <a:lnTo>
                    <a:pt x="298437" y="242092"/>
                  </a:lnTo>
                  <a:lnTo>
                    <a:pt x="299079" y="242524"/>
                  </a:lnTo>
                  <a:lnTo>
                    <a:pt x="299215" y="242591"/>
                  </a:lnTo>
                  <a:lnTo>
                    <a:pt x="299549" y="242734"/>
                  </a:lnTo>
                  <a:lnTo>
                    <a:pt x="299759" y="242820"/>
                  </a:lnTo>
                  <a:lnTo>
                    <a:pt x="300049" y="242904"/>
                  </a:lnTo>
                  <a:lnTo>
                    <a:pt x="300216" y="242951"/>
                  </a:lnTo>
                  <a:lnTo>
                    <a:pt x="300390" y="242989"/>
                  </a:lnTo>
                  <a:lnTo>
                    <a:pt x="300519" y="243015"/>
                  </a:lnTo>
                  <a:lnTo>
                    <a:pt x="301247" y="243089"/>
                  </a:lnTo>
                  <a:lnTo>
                    <a:pt x="301459" y="243099"/>
                  </a:lnTo>
                  <a:lnTo>
                    <a:pt x="301682" y="243112"/>
                  </a:lnTo>
                  <a:lnTo>
                    <a:pt x="301827" y="243123"/>
                  </a:lnTo>
                  <a:lnTo>
                    <a:pt x="302190" y="243209"/>
                  </a:lnTo>
                  <a:lnTo>
                    <a:pt x="303638" y="243915"/>
                  </a:lnTo>
                  <a:lnTo>
                    <a:pt x="303789" y="243977"/>
                  </a:lnTo>
                  <a:lnTo>
                    <a:pt x="304577" y="244885"/>
                  </a:lnTo>
                  <a:lnTo>
                    <a:pt x="302433" y="248610"/>
                  </a:lnTo>
                  <a:lnTo>
                    <a:pt x="301930" y="248430"/>
                  </a:lnTo>
                  <a:lnTo>
                    <a:pt x="300978" y="248503"/>
                  </a:lnTo>
                  <a:lnTo>
                    <a:pt x="300148" y="248927"/>
                  </a:lnTo>
                  <a:lnTo>
                    <a:pt x="300015" y="249146"/>
                  </a:lnTo>
                  <a:lnTo>
                    <a:pt x="299949" y="249399"/>
                  </a:lnTo>
                  <a:lnTo>
                    <a:pt x="299916" y="249668"/>
                  </a:lnTo>
                  <a:lnTo>
                    <a:pt x="300038" y="250123"/>
                  </a:lnTo>
                  <a:lnTo>
                    <a:pt x="300427" y="250378"/>
                  </a:lnTo>
                  <a:lnTo>
                    <a:pt x="300683" y="250576"/>
                  </a:lnTo>
                  <a:lnTo>
                    <a:pt x="300869" y="250768"/>
                  </a:lnTo>
                  <a:lnTo>
                    <a:pt x="300904" y="250992"/>
                  </a:lnTo>
                  <a:lnTo>
                    <a:pt x="300887" y="251144"/>
                  </a:lnTo>
                  <a:lnTo>
                    <a:pt x="300716" y="251496"/>
                  </a:lnTo>
                  <a:lnTo>
                    <a:pt x="300643" y="251758"/>
                  </a:lnTo>
                  <a:lnTo>
                    <a:pt x="300625" y="251983"/>
                  </a:lnTo>
                  <a:lnTo>
                    <a:pt x="300666" y="252247"/>
                  </a:lnTo>
                  <a:lnTo>
                    <a:pt x="300707" y="252465"/>
                  </a:lnTo>
                  <a:lnTo>
                    <a:pt x="300805" y="252703"/>
                  </a:lnTo>
                  <a:lnTo>
                    <a:pt x="300939" y="252875"/>
                  </a:lnTo>
                  <a:lnTo>
                    <a:pt x="301282" y="253079"/>
                  </a:lnTo>
                  <a:lnTo>
                    <a:pt x="301562" y="253152"/>
                  </a:lnTo>
                  <a:lnTo>
                    <a:pt x="301946" y="253192"/>
                  </a:lnTo>
                  <a:lnTo>
                    <a:pt x="302196" y="253324"/>
                  </a:lnTo>
                  <a:lnTo>
                    <a:pt x="302320" y="253503"/>
                  </a:lnTo>
                  <a:lnTo>
                    <a:pt x="302429" y="253773"/>
                  </a:lnTo>
                  <a:lnTo>
                    <a:pt x="302801" y="254347"/>
                  </a:lnTo>
                  <a:lnTo>
                    <a:pt x="303167" y="254750"/>
                  </a:lnTo>
                  <a:lnTo>
                    <a:pt x="303598" y="255041"/>
                  </a:lnTo>
                  <a:lnTo>
                    <a:pt x="303999" y="255470"/>
                  </a:lnTo>
                  <a:lnTo>
                    <a:pt x="304505" y="256236"/>
                  </a:lnTo>
                  <a:lnTo>
                    <a:pt x="304790" y="256963"/>
                  </a:lnTo>
                  <a:lnTo>
                    <a:pt x="304900" y="257301"/>
                  </a:lnTo>
                  <a:lnTo>
                    <a:pt x="304982" y="257484"/>
                  </a:lnTo>
                  <a:lnTo>
                    <a:pt x="305279" y="257900"/>
                  </a:lnTo>
                  <a:lnTo>
                    <a:pt x="305803" y="258369"/>
                  </a:lnTo>
                  <a:lnTo>
                    <a:pt x="306088" y="258706"/>
                  </a:lnTo>
                  <a:lnTo>
                    <a:pt x="306355" y="259149"/>
                  </a:lnTo>
                  <a:lnTo>
                    <a:pt x="306780" y="259809"/>
                  </a:lnTo>
                  <a:lnTo>
                    <a:pt x="307053" y="260085"/>
                  </a:lnTo>
                  <a:lnTo>
                    <a:pt x="307410" y="260306"/>
                  </a:lnTo>
                  <a:lnTo>
                    <a:pt x="308170" y="260547"/>
                  </a:lnTo>
                  <a:lnTo>
                    <a:pt x="308483" y="260883"/>
                  </a:lnTo>
                  <a:lnTo>
                    <a:pt x="308456" y="261031"/>
                  </a:lnTo>
                  <a:lnTo>
                    <a:pt x="308310" y="261348"/>
                  </a:lnTo>
                  <a:lnTo>
                    <a:pt x="308363" y="261599"/>
                  </a:lnTo>
                  <a:lnTo>
                    <a:pt x="308516" y="261804"/>
                  </a:lnTo>
                  <a:lnTo>
                    <a:pt x="308729" y="261969"/>
                  </a:lnTo>
                  <a:lnTo>
                    <a:pt x="309206" y="262114"/>
                  </a:lnTo>
                  <a:lnTo>
                    <a:pt x="309567" y="262074"/>
                  </a:lnTo>
                  <a:lnTo>
                    <a:pt x="309980" y="261988"/>
                  </a:lnTo>
                  <a:lnTo>
                    <a:pt x="310201" y="261942"/>
                  </a:lnTo>
                  <a:lnTo>
                    <a:pt x="310457" y="261955"/>
                  </a:lnTo>
                  <a:lnTo>
                    <a:pt x="310637" y="262094"/>
                  </a:lnTo>
                  <a:lnTo>
                    <a:pt x="310988" y="262652"/>
                  </a:lnTo>
                  <a:lnTo>
                    <a:pt x="311027" y="262814"/>
                  </a:lnTo>
                  <a:lnTo>
                    <a:pt x="310992" y="263164"/>
                  </a:lnTo>
                  <a:lnTo>
                    <a:pt x="310826" y="263435"/>
                  </a:lnTo>
                  <a:lnTo>
                    <a:pt x="310702" y="263575"/>
                  </a:lnTo>
                  <a:lnTo>
                    <a:pt x="310634" y="263755"/>
                  </a:lnTo>
                  <a:lnTo>
                    <a:pt x="310620" y="263943"/>
                  </a:lnTo>
                  <a:lnTo>
                    <a:pt x="310620" y="264098"/>
                  </a:lnTo>
                  <a:lnTo>
                    <a:pt x="310656" y="264230"/>
                  </a:lnTo>
                  <a:lnTo>
                    <a:pt x="310765" y="264439"/>
                  </a:lnTo>
                  <a:lnTo>
                    <a:pt x="311021" y="264828"/>
                  </a:lnTo>
                  <a:lnTo>
                    <a:pt x="311260" y="265297"/>
                  </a:lnTo>
                  <a:lnTo>
                    <a:pt x="311300" y="265621"/>
                  </a:lnTo>
                  <a:lnTo>
                    <a:pt x="311289" y="265977"/>
                  </a:lnTo>
                  <a:lnTo>
                    <a:pt x="311248" y="266156"/>
                  </a:lnTo>
                  <a:lnTo>
                    <a:pt x="310933" y="266502"/>
                  </a:lnTo>
                  <a:lnTo>
                    <a:pt x="310707" y="266598"/>
                  </a:lnTo>
                  <a:lnTo>
                    <a:pt x="310364" y="266704"/>
                  </a:lnTo>
                  <a:lnTo>
                    <a:pt x="309898" y="266823"/>
                  </a:lnTo>
                  <a:lnTo>
                    <a:pt x="309538" y="266975"/>
                  </a:lnTo>
                  <a:lnTo>
                    <a:pt x="308933" y="267477"/>
                  </a:lnTo>
                  <a:lnTo>
                    <a:pt x="308822" y="267628"/>
                  </a:lnTo>
                  <a:lnTo>
                    <a:pt x="308915" y="267952"/>
                  </a:lnTo>
                  <a:lnTo>
                    <a:pt x="309084" y="268196"/>
                  </a:lnTo>
                  <a:lnTo>
                    <a:pt x="309526" y="268599"/>
                  </a:lnTo>
                  <a:lnTo>
                    <a:pt x="309980" y="268824"/>
                  </a:lnTo>
                  <a:lnTo>
                    <a:pt x="310323" y="268989"/>
                  </a:lnTo>
                  <a:lnTo>
                    <a:pt x="310818" y="269141"/>
                  </a:lnTo>
                  <a:lnTo>
                    <a:pt x="311214" y="269214"/>
                  </a:lnTo>
                  <a:lnTo>
                    <a:pt x="311500" y="269299"/>
                  </a:lnTo>
                  <a:lnTo>
                    <a:pt x="311935" y="269372"/>
                  </a:lnTo>
                  <a:lnTo>
                    <a:pt x="312801" y="269577"/>
                  </a:lnTo>
                  <a:lnTo>
                    <a:pt x="313453" y="269828"/>
                  </a:lnTo>
                  <a:lnTo>
                    <a:pt x="313988" y="270019"/>
                  </a:lnTo>
                  <a:lnTo>
                    <a:pt x="315107" y="270554"/>
                  </a:lnTo>
                  <a:lnTo>
                    <a:pt x="314741" y="271835"/>
                  </a:lnTo>
                  <a:lnTo>
                    <a:pt x="313897" y="272675"/>
                  </a:lnTo>
                  <a:lnTo>
                    <a:pt x="313811" y="273063"/>
                  </a:lnTo>
                  <a:lnTo>
                    <a:pt x="313340" y="273962"/>
                  </a:lnTo>
                  <a:lnTo>
                    <a:pt x="313499" y="275230"/>
                  </a:lnTo>
                  <a:lnTo>
                    <a:pt x="313959" y="275512"/>
                  </a:lnTo>
                  <a:lnTo>
                    <a:pt x="314109" y="275599"/>
                  </a:lnTo>
                  <a:lnTo>
                    <a:pt x="314253" y="275659"/>
                  </a:lnTo>
                  <a:lnTo>
                    <a:pt x="314523" y="275712"/>
                  </a:lnTo>
                  <a:lnTo>
                    <a:pt x="314966" y="275785"/>
                  </a:lnTo>
                  <a:lnTo>
                    <a:pt x="315844" y="275897"/>
                  </a:lnTo>
                  <a:lnTo>
                    <a:pt x="316752" y="275976"/>
                  </a:lnTo>
                  <a:lnTo>
                    <a:pt x="317380" y="276009"/>
                  </a:lnTo>
                  <a:lnTo>
                    <a:pt x="317685" y="276111"/>
                  </a:lnTo>
                  <a:lnTo>
                    <a:pt x="317991" y="276458"/>
                  </a:lnTo>
                  <a:lnTo>
                    <a:pt x="318235" y="276762"/>
                  </a:lnTo>
                  <a:lnTo>
                    <a:pt x="318414" y="277115"/>
                  </a:lnTo>
                  <a:lnTo>
                    <a:pt x="318578" y="277819"/>
                  </a:lnTo>
                  <a:lnTo>
                    <a:pt x="318578" y="278136"/>
                  </a:lnTo>
                  <a:lnTo>
                    <a:pt x="318497" y="278426"/>
                  </a:lnTo>
                  <a:lnTo>
                    <a:pt x="318357" y="278658"/>
                  </a:lnTo>
                  <a:lnTo>
                    <a:pt x="317973" y="278922"/>
                  </a:lnTo>
                  <a:lnTo>
                    <a:pt x="317607" y="279074"/>
                  </a:lnTo>
                  <a:lnTo>
                    <a:pt x="316949" y="279034"/>
                  </a:lnTo>
                  <a:lnTo>
                    <a:pt x="316461" y="278942"/>
                  </a:lnTo>
                  <a:lnTo>
                    <a:pt x="315797" y="278889"/>
                  </a:lnTo>
                  <a:lnTo>
                    <a:pt x="315408" y="278823"/>
                  </a:lnTo>
                  <a:lnTo>
                    <a:pt x="315035" y="278915"/>
                  </a:lnTo>
                  <a:lnTo>
                    <a:pt x="314558" y="279305"/>
                  </a:lnTo>
                  <a:lnTo>
                    <a:pt x="314390" y="279556"/>
                  </a:lnTo>
                  <a:lnTo>
                    <a:pt x="314250" y="279945"/>
                  </a:lnTo>
                  <a:lnTo>
                    <a:pt x="314174" y="280309"/>
                  </a:lnTo>
                  <a:lnTo>
                    <a:pt x="314273" y="280956"/>
                  </a:lnTo>
                  <a:lnTo>
                    <a:pt x="314483" y="281742"/>
                  </a:lnTo>
                  <a:lnTo>
                    <a:pt x="314688" y="282116"/>
                  </a:lnTo>
                  <a:lnTo>
                    <a:pt x="315047" y="282507"/>
                  </a:lnTo>
                  <a:lnTo>
                    <a:pt x="315337" y="282745"/>
                  </a:lnTo>
                  <a:lnTo>
                    <a:pt x="315838" y="282964"/>
                  </a:lnTo>
                  <a:lnTo>
                    <a:pt x="316269" y="283115"/>
                  </a:lnTo>
                  <a:lnTo>
                    <a:pt x="316757" y="283214"/>
                  </a:lnTo>
                  <a:lnTo>
                    <a:pt x="317135" y="283274"/>
                  </a:lnTo>
                  <a:lnTo>
                    <a:pt x="317421" y="283261"/>
                  </a:lnTo>
                  <a:lnTo>
                    <a:pt x="317706" y="283188"/>
                  </a:lnTo>
                  <a:lnTo>
                    <a:pt x="317944" y="283030"/>
                  </a:lnTo>
                  <a:lnTo>
                    <a:pt x="318322" y="282607"/>
                  </a:lnTo>
                  <a:lnTo>
                    <a:pt x="318331" y="282387"/>
                  </a:lnTo>
                  <a:lnTo>
                    <a:pt x="318225" y="282086"/>
                  </a:lnTo>
                  <a:lnTo>
                    <a:pt x="318153" y="281935"/>
                  </a:lnTo>
                  <a:lnTo>
                    <a:pt x="318069" y="281789"/>
                  </a:lnTo>
                  <a:lnTo>
                    <a:pt x="317944" y="281636"/>
                  </a:lnTo>
                  <a:lnTo>
                    <a:pt x="317368" y="281319"/>
                  </a:lnTo>
                  <a:lnTo>
                    <a:pt x="316850" y="280943"/>
                  </a:lnTo>
                  <a:lnTo>
                    <a:pt x="316594" y="280731"/>
                  </a:lnTo>
                  <a:lnTo>
                    <a:pt x="316496" y="280480"/>
                  </a:lnTo>
                  <a:lnTo>
                    <a:pt x="316484" y="280295"/>
                  </a:lnTo>
                  <a:lnTo>
                    <a:pt x="316545" y="280077"/>
                  </a:lnTo>
                  <a:lnTo>
                    <a:pt x="316769" y="279939"/>
                  </a:lnTo>
                  <a:lnTo>
                    <a:pt x="317181" y="279842"/>
                  </a:lnTo>
                  <a:lnTo>
                    <a:pt x="317502" y="279760"/>
                  </a:lnTo>
                  <a:lnTo>
                    <a:pt x="318113" y="279602"/>
                  </a:lnTo>
                  <a:lnTo>
                    <a:pt x="318892" y="279417"/>
                  </a:lnTo>
                  <a:lnTo>
                    <a:pt x="319684" y="279358"/>
                  </a:lnTo>
                  <a:lnTo>
                    <a:pt x="320149" y="279331"/>
                  </a:lnTo>
                  <a:lnTo>
                    <a:pt x="320718" y="279904"/>
                  </a:lnTo>
                  <a:lnTo>
                    <a:pt x="320715" y="280077"/>
                  </a:lnTo>
                  <a:lnTo>
                    <a:pt x="320678" y="280386"/>
                  </a:lnTo>
                  <a:lnTo>
                    <a:pt x="320648" y="280576"/>
                  </a:lnTo>
                  <a:lnTo>
                    <a:pt x="320574" y="280797"/>
                  </a:lnTo>
                  <a:lnTo>
                    <a:pt x="320382" y="281207"/>
                  </a:lnTo>
                  <a:lnTo>
                    <a:pt x="320173" y="281530"/>
                  </a:lnTo>
                  <a:lnTo>
                    <a:pt x="319910" y="281847"/>
                  </a:lnTo>
                  <a:lnTo>
                    <a:pt x="319527" y="282290"/>
                  </a:lnTo>
                  <a:lnTo>
                    <a:pt x="318945" y="282759"/>
                  </a:lnTo>
                  <a:lnTo>
                    <a:pt x="318695" y="282977"/>
                  </a:lnTo>
                  <a:lnTo>
                    <a:pt x="318508" y="283267"/>
                  </a:lnTo>
                  <a:lnTo>
                    <a:pt x="318124" y="284033"/>
                  </a:lnTo>
                  <a:lnTo>
                    <a:pt x="317682" y="284529"/>
                  </a:lnTo>
                  <a:lnTo>
                    <a:pt x="317537" y="284879"/>
                  </a:lnTo>
                  <a:lnTo>
                    <a:pt x="317508" y="285083"/>
                  </a:lnTo>
                  <a:lnTo>
                    <a:pt x="317549" y="285394"/>
                  </a:lnTo>
                  <a:lnTo>
                    <a:pt x="317608" y="285704"/>
                  </a:lnTo>
                  <a:lnTo>
                    <a:pt x="317717" y="286233"/>
                  </a:lnTo>
                  <a:lnTo>
                    <a:pt x="317985" y="287118"/>
                  </a:lnTo>
                  <a:lnTo>
                    <a:pt x="318148" y="287620"/>
                  </a:lnTo>
                  <a:lnTo>
                    <a:pt x="318223" y="288247"/>
                  </a:lnTo>
                  <a:lnTo>
                    <a:pt x="318363" y="289092"/>
                  </a:lnTo>
                  <a:lnTo>
                    <a:pt x="318404" y="289614"/>
                  </a:lnTo>
                  <a:lnTo>
                    <a:pt x="318334" y="290129"/>
                  </a:lnTo>
                  <a:lnTo>
                    <a:pt x="318340" y="290565"/>
                  </a:lnTo>
                  <a:lnTo>
                    <a:pt x="318427" y="291107"/>
                  </a:lnTo>
                  <a:lnTo>
                    <a:pt x="318532" y="291443"/>
                  </a:lnTo>
                  <a:lnTo>
                    <a:pt x="318730" y="291556"/>
                  </a:lnTo>
                  <a:lnTo>
                    <a:pt x="319032" y="291635"/>
                  </a:lnTo>
                  <a:lnTo>
                    <a:pt x="319387" y="291774"/>
                  </a:lnTo>
                  <a:lnTo>
                    <a:pt x="319713" y="291972"/>
                  </a:lnTo>
                  <a:lnTo>
                    <a:pt x="320405" y="292474"/>
                  </a:lnTo>
                  <a:lnTo>
                    <a:pt x="321150" y="293094"/>
                  </a:lnTo>
                  <a:lnTo>
                    <a:pt x="321761" y="293728"/>
                  </a:lnTo>
                  <a:lnTo>
                    <a:pt x="322108" y="294113"/>
                  </a:lnTo>
                  <a:lnTo>
                    <a:pt x="322383" y="294547"/>
                  </a:lnTo>
                  <a:lnTo>
                    <a:pt x="322562" y="294916"/>
                  </a:lnTo>
                  <a:lnTo>
                    <a:pt x="323166" y="295466"/>
                  </a:lnTo>
                  <a:lnTo>
                    <a:pt x="323378" y="295618"/>
                  </a:lnTo>
                  <a:lnTo>
                    <a:pt x="323564" y="295730"/>
                  </a:lnTo>
                  <a:lnTo>
                    <a:pt x="324146" y="295974"/>
                  </a:lnTo>
                  <a:lnTo>
                    <a:pt x="324931" y="296304"/>
                  </a:lnTo>
                  <a:lnTo>
                    <a:pt x="325577" y="296634"/>
                  </a:lnTo>
                  <a:lnTo>
                    <a:pt x="326118" y="297070"/>
                  </a:lnTo>
                  <a:lnTo>
                    <a:pt x="326507" y="297427"/>
                  </a:lnTo>
                  <a:lnTo>
                    <a:pt x="326690" y="297663"/>
                  </a:lnTo>
                  <a:lnTo>
                    <a:pt x="327084" y="298163"/>
                  </a:lnTo>
                  <a:lnTo>
                    <a:pt x="327267" y="298420"/>
                  </a:lnTo>
                  <a:lnTo>
                    <a:pt x="327397" y="298612"/>
                  </a:lnTo>
                  <a:lnTo>
                    <a:pt x="327493" y="298756"/>
                  </a:lnTo>
                  <a:lnTo>
                    <a:pt x="327974" y="299586"/>
                  </a:lnTo>
                  <a:lnTo>
                    <a:pt x="328579" y="300577"/>
                  </a:lnTo>
                  <a:lnTo>
                    <a:pt x="329190" y="301495"/>
                  </a:lnTo>
                  <a:lnTo>
                    <a:pt x="329672" y="302466"/>
                  </a:lnTo>
                  <a:lnTo>
                    <a:pt x="330173" y="303252"/>
                  </a:lnTo>
                  <a:lnTo>
                    <a:pt x="330696" y="303846"/>
                  </a:lnTo>
                  <a:lnTo>
                    <a:pt x="331057" y="304130"/>
                  </a:lnTo>
                  <a:lnTo>
                    <a:pt x="331197" y="304196"/>
                  </a:lnTo>
                  <a:lnTo>
                    <a:pt x="331324" y="304251"/>
                  </a:lnTo>
                  <a:lnTo>
                    <a:pt x="331484" y="304316"/>
                  </a:lnTo>
                  <a:lnTo>
                    <a:pt x="331630" y="304368"/>
                  </a:lnTo>
                  <a:lnTo>
                    <a:pt x="331799" y="304414"/>
                  </a:lnTo>
                  <a:lnTo>
                    <a:pt x="332721" y="304658"/>
                  </a:lnTo>
                  <a:lnTo>
                    <a:pt x="333006" y="304843"/>
                  </a:lnTo>
                  <a:lnTo>
                    <a:pt x="333151" y="305081"/>
                  </a:lnTo>
                  <a:lnTo>
                    <a:pt x="333163" y="305345"/>
                  </a:lnTo>
                  <a:lnTo>
                    <a:pt x="333128" y="305610"/>
                  </a:lnTo>
                  <a:lnTo>
                    <a:pt x="332925" y="305993"/>
                  </a:lnTo>
                  <a:lnTo>
                    <a:pt x="332599" y="306428"/>
                  </a:lnTo>
                  <a:lnTo>
                    <a:pt x="332482" y="306600"/>
                  </a:lnTo>
                  <a:lnTo>
                    <a:pt x="332418" y="306983"/>
                  </a:lnTo>
                  <a:lnTo>
                    <a:pt x="332447" y="307439"/>
                  </a:lnTo>
                  <a:lnTo>
                    <a:pt x="332541" y="307796"/>
                  </a:lnTo>
                  <a:lnTo>
                    <a:pt x="332715" y="308476"/>
                  </a:lnTo>
                  <a:lnTo>
                    <a:pt x="332913" y="308859"/>
                  </a:lnTo>
                  <a:lnTo>
                    <a:pt x="333338" y="309420"/>
                  </a:lnTo>
                  <a:lnTo>
                    <a:pt x="333768" y="309915"/>
                  </a:lnTo>
                  <a:lnTo>
                    <a:pt x="334239" y="310266"/>
                  </a:lnTo>
                  <a:lnTo>
                    <a:pt x="334478" y="310490"/>
                  </a:lnTo>
                  <a:lnTo>
                    <a:pt x="334763" y="310873"/>
                  </a:lnTo>
                  <a:lnTo>
                    <a:pt x="335089" y="311434"/>
                  </a:lnTo>
                  <a:lnTo>
                    <a:pt x="335653" y="312121"/>
                  </a:lnTo>
                  <a:lnTo>
                    <a:pt x="335700" y="312339"/>
                  </a:lnTo>
                  <a:lnTo>
                    <a:pt x="335694" y="312504"/>
                  </a:lnTo>
                  <a:lnTo>
                    <a:pt x="335554" y="312907"/>
                  </a:lnTo>
                  <a:lnTo>
                    <a:pt x="335426" y="313270"/>
                  </a:lnTo>
                  <a:lnTo>
                    <a:pt x="335368" y="313739"/>
                  </a:lnTo>
                  <a:lnTo>
                    <a:pt x="335257" y="313957"/>
                  </a:lnTo>
                  <a:lnTo>
                    <a:pt x="334914" y="314136"/>
                  </a:lnTo>
                  <a:lnTo>
                    <a:pt x="334005" y="314498"/>
                  </a:lnTo>
                  <a:lnTo>
                    <a:pt x="333742" y="314675"/>
                  </a:lnTo>
                  <a:lnTo>
                    <a:pt x="333623" y="314842"/>
                  </a:lnTo>
                  <a:lnTo>
                    <a:pt x="333558" y="315029"/>
                  </a:lnTo>
                  <a:lnTo>
                    <a:pt x="333476" y="315582"/>
                  </a:lnTo>
                  <a:lnTo>
                    <a:pt x="333430" y="315853"/>
                  </a:lnTo>
                  <a:lnTo>
                    <a:pt x="333191" y="316363"/>
                  </a:lnTo>
                  <a:lnTo>
                    <a:pt x="333081" y="316520"/>
                  </a:lnTo>
                  <a:lnTo>
                    <a:pt x="332888" y="316687"/>
                  </a:lnTo>
                  <a:lnTo>
                    <a:pt x="332666" y="317113"/>
                  </a:lnTo>
                  <a:lnTo>
                    <a:pt x="332739" y="317342"/>
                  </a:lnTo>
                  <a:lnTo>
                    <a:pt x="332850" y="317592"/>
                  </a:lnTo>
                  <a:lnTo>
                    <a:pt x="333217" y="317905"/>
                  </a:lnTo>
                  <a:lnTo>
                    <a:pt x="333713" y="318093"/>
                  </a:lnTo>
                  <a:lnTo>
                    <a:pt x="334048" y="318152"/>
                  </a:lnTo>
                  <a:lnTo>
                    <a:pt x="334215" y="318159"/>
                  </a:lnTo>
                  <a:lnTo>
                    <a:pt x="334976" y="318233"/>
                  </a:lnTo>
                  <a:lnTo>
                    <a:pt x="335546" y="318798"/>
                  </a:lnTo>
                  <a:lnTo>
                    <a:pt x="335567" y="318947"/>
                  </a:lnTo>
                  <a:lnTo>
                    <a:pt x="335549" y="319177"/>
                  </a:lnTo>
                  <a:lnTo>
                    <a:pt x="335567" y="319510"/>
                  </a:lnTo>
                  <a:lnTo>
                    <a:pt x="335632" y="319802"/>
                  </a:lnTo>
                  <a:lnTo>
                    <a:pt x="335632" y="320031"/>
                  </a:lnTo>
                  <a:lnTo>
                    <a:pt x="335494" y="320459"/>
                  </a:lnTo>
                  <a:lnTo>
                    <a:pt x="335223" y="320852"/>
                  </a:lnTo>
                  <a:lnTo>
                    <a:pt x="335036" y="321074"/>
                  </a:lnTo>
                  <a:lnTo>
                    <a:pt x="334909" y="321240"/>
                  </a:lnTo>
                  <a:lnTo>
                    <a:pt x="334332" y="321832"/>
                  </a:lnTo>
                  <a:lnTo>
                    <a:pt x="334170" y="322285"/>
                  </a:lnTo>
                  <a:lnTo>
                    <a:pt x="334157" y="322730"/>
                  </a:lnTo>
                  <a:lnTo>
                    <a:pt x="334190" y="322908"/>
                  </a:lnTo>
                  <a:lnTo>
                    <a:pt x="334310" y="323158"/>
                  </a:lnTo>
                  <a:lnTo>
                    <a:pt x="334652" y="323564"/>
                  </a:lnTo>
                  <a:lnTo>
                    <a:pt x="334874" y="323790"/>
                  </a:lnTo>
                  <a:lnTo>
                    <a:pt x="335062" y="324034"/>
                  </a:lnTo>
                  <a:lnTo>
                    <a:pt x="335466" y="324503"/>
                  </a:lnTo>
                  <a:lnTo>
                    <a:pt x="335953" y="325024"/>
                  </a:lnTo>
                  <a:lnTo>
                    <a:pt x="336431" y="325295"/>
                  </a:lnTo>
                  <a:lnTo>
                    <a:pt x="337073" y="325431"/>
                  </a:lnTo>
                  <a:lnTo>
                    <a:pt x="337771" y="325587"/>
                  </a:lnTo>
                  <a:lnTo>
                    <a:pt x="338463" y="325755"/>
                  </a:lnTo>
                  <a:lnTo>
                    <a:pt x="339162" y="325983"/>
                  </a:lnTo>
                  <a:lnTo>
                    <a:pt x="339345" y="326044"/>
                  </a:lnTo>
                  <a:lnTo>
                    <a:pt x="339684" y="326162"/>
                  </a:lnTo>
                  <a:lnTo>
                    <a:pt x="340390" y="326456"/>
                  </a:lnTo>
                  <a:lnTo>
                    <a:pt x="340948" y="326567"/>
                  </a:lnTo>
                  <a:lnTo>
                    <a:pt x="341618" y="326650"/>
                  </a:lnTo>
                  <a:lnTo>
                    <a:pt x="342435" y="326754"/>
                  </a:lnTo>
                  <a:lnTo>
                    <a:pt x="343188" y="327015"/>
                  </a:lnTo>
                  <a:lnTo>
                    <a:pt x="343693" y="327140"/>
                  </a:lnTo>
                  <a:lnTo>
                    <a:pt x="344525" y="327280"/>
                  </a:lnTo>
                  <a:lnTo>
                    <a:pt x="344741" y="327408"/>
                  </a:lnTo>
                  <a:lnTo>
                    <a:pt x="344887" y="327724"/>
                  </a:lnTo>
                  <a:lnTo>
                    <a:pt x="344942" y="328187"/>
                  </a:lnTo>
                  <a:lnTo>
                    <a:pt x="344924" y="328453"/>
                  </a:lnTo>
                  <a:lnTo>
                    <a:pt x="344777" y="329569"/>
                  </a:lnTo>
                  <a:lnTo>
                    <a:pt x="344682" y="330125"/>
                  </a:lnTo>
                  <a:lnTo>
                    <a:pt x="344501" y="330611"/>
                  </a:lnTo>
                  <a:lnTo>
                    <a:pt x="344253" y="331184"/>
                  </a:lnTo>
                  <a:lnTo>
                    <a:pt x="343914" y="331716"/>
                  </a:lnTo>
                  <a:lnTo>
                    <a:pt x="343372" y="332373"/>
                  </a:lnTo>
                  <a:lnTo>
                    <a:pt x="342697" y="332998"/>
                  </a:lnTo>
                  <a:lnTo>
                    <a:pt x="342545" y="333105"/>
                  </a:lnTo>
                  <a:lnTo>
                    <a:pt x="342374" y="333221"/>
                  </a:lnTo>
                  <a:lnTo>
                    <a:pt x="342088" y="333482"/>
                  </a:lnTo>
                  <a:lnTo>
                    <a:pt x="341509" y="334177"/>
                  </a:lnTo>
                  <a:lnTo>
                    <a:pt x="341170" y="334741"/>
                  </a:lnTo>
                  <a:lnTo>
                    <a:pt x="340979" y="335158"/>
                  </a:lnTo>
                  <a:lnTo>
                    <a:pt x="340685" y="336192"/>
                  </a:lnTo>
                  <a:lnTo>
                    <a:pt x="340630" y="336337"/>
                  </a:lnTo>
                  <a:lnTo>
                    <a:pt x="340465" y="337201"/>
                  </a:lnTo>
                  <a:lnTo>
                    <a:pt x="340436" y="337734"/>
                  </a:lnTo>
                  <a:lnTo>
                    <a:pt x="340590" y="338402"/>
                  </a:lnTo>
                  <a:lnTo>
                    <a:pt x="340943" y="338894"/>
                  </a:lnTo>
                  <a:lnTo>
                    <a:pt x="341457" y="339427"/>
                  </a:lnTo>
                  <a:lnTo>
                    <a:pt x="342248" y="340226"/>
                  </a:lnTo>
                  <a:lnTo>
                    <a:pt x="342336" y="340366"/>
                  </a:lnTo>
                  <a:lnTo>
                    <a:pt x="342412" y="340678"/>
                  </a:lnTo>
                  <a:lnTo>
                    <a:pt x="342478" y="341020"/>
                  </a:lnTo>
                  <a:lnTo>
                    <a:pt x="342441" y="341554"/>
                  </a:lnTo>
                  <a:lnTo>
                    <a:pt x="342169" y="342262"/>
                  </a:lnTo>
                  <a:lnTo>
                    <a:pt x="341927" y="343213"/>
                  </a:lnTo>
                  <a:lnTo>
                    <a:pt x="341699" y="344130"/>
                  </a:lnTo>
                  <a:lnTo>
                    <a:pt x="341714" y="344339"/>
                  </a:lnTo>
                  <a:lnTo>
                    <a:pt x="341787" y="344822"/>
                  </a:lnTo>
                  <a:lnTo>
                    <a:pt x="341890" y="345331"/>
                  </a:lnTo>
                  <a:lnTo>
                    <a:pt x="342088" y="345698"/>
                  </a:lnTo>
                  <a:lnTo>
                    <a:pt x="342375" y="346216"/>
                  </a:lnTo>
                  <a:lnTo>
                    <a:pt x="342911" y="346715"/>
                  </a:lnTo>
                  <a:lnTo>
                    <a:pt x="343300" y="347007"/>
                  </a:lnTo>
                  <a:lnTo>
                    <a:pt x="343778" y="347174"/>
                  </a:lnTo>
                  <a:lnTo>
                    <a:pt x="344770" y="347299"/>
                  </a:lnTo>
                  <a:lnTo>
                    <a:pt x="345607" y="347357"/>
                  </a:lnTo>
                  <a:lnTo>
                    <a:pt x="346470" y="347494"/>
                  </a:lnTo>
                  <a:lnTo>
                    <a:pt x="346856" y="347532"/>
                  </a:lnTo>
                  <a:lnTo>
                    <a:pt x="347105" y="347666"/>
                  </a:lnTo>
                  <a:lnTo>
                    <a:pt x="347304" y="347849"/>
                  </a:lnTo>
                  <a:lnTo>
                    <a:pt x="347355" y="348024"/>
                  </a:lnTo>
                  <a:lnTo>
                    <a:pt x="347414" y="348266"/>
                  </a:lnTo>
                  <a:lnTo>
                    <a:pt x="347414" y="348608"/>
                  </a:lnTo>
                  <a:lnTo>
                    <a:pt x="347407" y="349184"/>
                  </a:lnTo>
                  <a:lnTo>
                    <a:pt x="347502" y="349759"/>
                  </a:lnTo>
                  <a:lnTo>
                    <a:pt x="347553" y="350643"/>
                  </a:lnTo>
                  <a:lnTo>
                    <a:pt x="347678" y="351227"/>
                  </a:lnTo>
                  <a:lnTo>
                    <a:pt x="347774" y="351502"/>
                  </a:lnTo>
                  <a:lnTo>
                    <a:pt x="347855" y="351721"/>
                  </a:lnTo>
                  <a:lnTo>
                    <a:pt x="348187" y="352164"/>
                  </a:lnTo>
                  <a:lnTo>
                    <a:pt x="348819" y="352724"/>
                  </a:lnTo>
                  <a:lnTo>
                    <a:pt x="349427" y="353074"/>
                  </a:lnTo>
                  <a:lnTo>
                    <a:pt x="349605" y="353141"/>
                  </a:lnTo>
                  <a:lnTo>
                    <a:pt x="350179" y="353310"/>
                  </a:lnTo>
                  <a:lnTo>
                    <a:pt x="351063" y="353773"/>
                  </a:lnTo>
                  <a:lnTo>
                    <a:pt x="351425" y="354021"/>
                  </a:lnTo>
                  <a:lnTo>
                    <a:pt x="351694" y="354216"/>
                  </a:lnTo>
                  <a:lnTo>
                    <a:pt x="351969" y="354535"/>
                  </a:lnTo>
                  <a:lnTo>
                    <a:pt x="352411" y="355278"/>
                  </a:lnTo>
                  <a:lnTo>
                    <a:pt x="352601" y="355591"/>
                  </a:lnTo>
                  <a:lnTo>
                    <a:pt x="352832" y="355806"/>
                  </a:lnTo>
                  <a:lnTo>
                    <a:pt x="353008" y="355864"/>
                  </a:lnTo>
                  <a:lnTo>
                    <a:pt x="353415" y="355897"/>
                  </a:lnTo>
                  <a:lnTo>
                    <a:pt x="353742" y="355877"/>
                  </a:lnTo>
                  <a:lnTo>
                    <a:pt x="354293" y="355799"/>
                  </a:lnTo>
                  <a:lnTo>
                    <a:pt x="354575" y="355890"/>
                  </a:lnTo>
                  <a:lnTo>
                    <a:pt x="354902" y="355994"/>
                  </a:lnTo>
                  <a:lnTo>
                    <a:pt x="355143" y="356118"/>
                  </a:lnTo>
                  <a:lnTo>
                    <a:pt x="355648" y="356333"/>
                  </a:lnTo>
                  <a:lnTo>
                    <a:pt x="355990" y="356382"/>
                  </a:lnTo>
                  <a:lnTo>
                    <a:pt x="356348" y="356359"/>
                  </a:lnTo>
                  <a:lnTo>
                    <a:pt x="356646" y="356294"/>
                  </a:lnTo>
                  <a:lnTo>
                    <a:pt x="356985" y="356196"/>
                  </a:lnTo>
                  <a:lnTo>
                    <a:pt x="357249" y="356027"/>
                  </a:lnTo>
                  <a:lnTo>
                    <a:pt x="357610" y="355779"/>
                  </a:lnTo>
                  <a:lnTo>
                    <a:pt x="358495" y="355404"/>
                  </a:lnTo>
                  <a:lnTo>
                    <a:pt x="358821" y="355486"/>
                  </a:lnTo>
                  <a:lnTo>
                    <a:pt x="359252" y="355799"/>
                  </a:lnTo>
                  <a:lnTo>
                    <a:pt x="359573" y="355929"/>
                  </a:lnTo>
                  <a:lnTo>
                    <a:pt x="359797" y="356001"/>
                  </a:lnTo>
                  <a:lnTo>
                    <a:pt x="360210" y="356092"/>
                  </a:lnTo>
                  <a:lnTo>
                    <a:pt x="360350" y="356153"/>
                  </a:lnTo>
                  <a:lnTo>
                    <a:pt x="360595" y="356321"/>
                  </a:lnTo>
                  <a:lnTo>
                    <a:pt x="360978" y="356599"/>
                  </a:lnTo>
                  <a:lnTo>
                    <a:pt x="361467" y="356906"/>
                  </a:lnTo>
                  <a:lnTo>
                    <a:pt x="361983" y="357095"/>
                  </a:lnTo>
                  <a:lnTo>
                    <a:pt x="362557" y="357258"/>
                  </a:lnTo>
                  <a:lnTo>
                    <a:pt x="363590" y="357566"/>
                  </a:lnTo>
                  <a:lnTo>
                    <a:pt x="363746" y="357596"/>
                  </a:lnTo>
                  <a:lnTo>
                    <a:pt x="363996" y="357580"/>
                  </a:lnTo>
                  <a:lnTo>
                    <a:pt x="364547" y="357480"/>
                  </a:lnTo>
                  <a:lnTo>
                    <a:pt x="365061" y="357496"/>
                  </a:lnTo>
                  <a:lnTo>
                    <a:pt x="365744" y="357697"/>
                  </a:lnTo>
                  <a:lnTo>
                    <a:pt x="366405" y="357905"/>
                  </a:lnTo>
                  <a:lnTo>
                    <a:pt x="367243" y="358047"/>
                  </a:lnTo>
                  <a:lnTo>
                    <a:pt x="368082" y="357848"/>
                  </a:lnTo>
                  <a:lnTo>
                    <a:pt x="368462" y="357647"/>
                  </a:lnTo>
                  <a:lnTo>
                    <a:pt x="368866" y="357280"/>
                  </a:lnTo>
                  <a:lnTo>
                    <a:pt x="369145" y="357054"/>
                  </a:lnTo>
                  <a:lnTo>
                    <a:pt x="369726" y="356879"/>
                  </a:lnTo>
                  <a:lnTo>
                    <a:pt x="370350" y="356821"/>
                  </a:lnTo>
                  <a:lnTo>
                    <a:pt x="370798" y="356821"/>
                  </a:lnTo>
                  <a:lnTo>
                    <a:pt x="371180" y="356879"/>
                  </a:lnTo>
                  <a:lnTo>
                    <a:pt x="371569" y="357046"/>
                  </a:lnTo>
                  <a:lnTo>
                    <a:pt x="372032" y="357388"/>
                  </a:lnTo>
                  <a:lnTo>
                    <a:pt x="372590" y="357763"/>
                  </a:lnTo>
                  <a:lnTo>
                    <a:pt x="372849" y="357844"/>
                  </a:lnTo>
                  <a:lnTo>
                    <a:pt x="373229" y="357780"/>
                  </a:lnTo>
                  <a:lnTo>
                    <a:pt x="373641" y="357563"/>
                  </a:lnTo>
                  <a:lnTo>
                    <a:pt x="374045" y="357180"/>
                  </a:lnTo>
                  <a:lnTo>
                    <a:pt x="374280" y="356804"/>
                  </a:lnTo>
                  <a:lnTo>
                    <a:pt x="374228" y="356629"/>
                  </a:lnTo>
                  <a:lnTo>
                    <a:pt x="374206" y="356362"/>
                  </a:lnTo>
                  <a:lnTo>
                    <a:pt x="374236" y="356145"/>
                  </a:lnTo>
                  <a:lnTo>
                    <a:pt x="374368" y="355979"/>
                  </a:lnTo>
                  <a:lnTo>
                    <a:pt x="374654" y="355845"/>
                  </a:lnTo>
                  <a:lnTo>
                    <a:pt x="375506" y="355695"/>
                  </a:lnTo>
                  <a:lnTo>
                    <a:pt x="376425" y="355729"/>
                  </a:lnTo>
                  <a:lnTo>
                    <a:pt x="377358" y="355812"/>
                  </a:lnTo>
                  <a:lnTo>
                    <a:pt x="378180" y="355787"/>
                  </a:lnTo>
                  <a:lnTo>
                    <a:pt x="379076" y="355695"/>
                  </a:lnTo>
                  <a:lnTo>
                    <a:pt x="379906" y="355442"/>
                  </a:lnTo>
                  <a:lnTo>
                    <a:pt x="381047" y="355106"/>
                  </a:lnTo>
                  <a:lnTo>
                    <a:pt x="381552" y="355212"/>
                  </a:lnTo>
                  <a:lnTo>
                    <a:pt x="382367" y="355428"/>
                  </a:lnTo>
                  <a:lnTo>
                    <a:pt x="383183" y="355620"/>
                  </a:lnTo>
                  <a:lnTo>
                    <a:pt x="383858" y="355787"/>
                  </a:lnTo>
                  <a:lnTo>
                    <a:pt x="384284" y="355954"/>
                  </a:lnTo>
                  <a:lnTo>
                    <a:pt x="384841" y="356194"/>
                  </a:lnTo>
                  <a:lnTo>
                    <a:pt x="385144" y="356304"/>
                  </a:lnTo>
                  <a:lnTo>
                    <a:pt x="385871" y="356512"/>
                  </a:lnTo>
                  <a:lnTo>
                    <a:pt x="386664" y="356621"/>
                  </a:lnTo>
                  <a:lnTo>
                    <a:pt x="387149" y="356763"/>
                  </a:lnTo>
                  <a:lnTo>
                    <a:pt x="387651" y="356928"/>
                  </a:lnTo>
                  <a:lnTo>
                    <a:pt x="387818" y="356913"/>
                  </a:lnTo>
                  <a:lnTo>
                    <a:pt x="387964" y="356846"/>
                  </a:lnTo>
                  <a:lnTo>
                    <a:pt x="388199" y="356493"/>
                  </a:lnTo>
                  <a:lnTo>
                    <a:pt x="388524" y="355561"/>
                  </a:lnTo>
                  <a:lnTo>
                    <a:pt x="389372" y="355580"/>
                  </a:lnTo>
                  <a:lnTo>
                    <a:pt x="389749" y="355712"/>
                  </a:lnTo>
                  <a:lnTo>
                    <a:pt x="390447" y="355845"/>
                  </a:lnTo>
                  <a:lnTo>
                    <a:pt x="390947" y="356137"/>
                  </a:lnTo>
                  <a:lnTo>
                    <a:pt x="391072" y="356296"/>
                  </a:lnTo>
                  <a:lnTo>
                    <a:pt x="391248" y="356871"/>
                  </a:lnTo>
                  <a:lnTo>
                    <a:pt x="391167" y="357186"/>
                  </a:lnTo>
                  <a:lnTo>
                    <a:pt x="391113" y="357331"/>
                  </a:lnTo>
                  <a:lnTo>
                    <a:pt x="390905" y="357687"/>
                  </a:lnTo>
                  <a:lnTo>
                    <a:pt x="390678" y="357817"/>
                  </a:lnTo>
                  <a:lnTo>
                    <a:pt x="390124" y="358230"/>
                  </a:lnTo>
                  <a:lnTo>
                    <a:pt x="389330" y="358869"/>
                  </a:lnTo>
                  <a:lnTo>
                    <a:pt x="389097" y="359108"/>
                  </a:lnTo>
                  <a:lnTo>
                    <a:pt x="388896" y="359496"/>
                  </a:lnTo>
                  <a:lnTo>
                    <a:pt x="388817" y="359798"/>
                  </a:lnTo>
                  <a:lnTo>
                    <a:pt x="388855" y="360190"/>
                  </a:lnTo>
                  <a:lnTo>
                    <a:pt x="389000" y="360448"/>
                  </a:lnTo>
                  <a:lnTo>
                    <a:pt x="389353" y="360715"/>
                  </a:lnTo>
                  <a:lnTo>
                    <a:pt x="389551" y="360790"/>
                  </a:lnTo>
                  <a:lnTo>
                    <a:pt x="390029" y="360915"/>
                  </a:lnTo>
                  <a:lnTo>
                    <a:pt x="390550" y="360965"/>
                  </a:lnTo>
                  <a:lnTo>
                    <a:pt x="390830" y="360904"/>
                  </a:lnTo>
                  <a:lnTo>
                    <a:pt x="390996" y="360821"/>
                  </a:lnTo>
                  <a:lnTo>
                    <a:pt x="391457" y="360617"/>
                  </a:lnTo>
                  <a:lnTo>
                    <a:pt x="392012" y="360473"/>
                  </a:lnTo>
                  <a:lnTo>
                    <a:pt x="392688" y="360257"/>
                  </a:lnTo>
                  <a:lnTo>
                    <a:pt x="393255" y="360108"/>
                  </a:lnTo>
                  <a:lnTo>
                    <a:pt x="393826" y="360123"/>
                  </a:lnTo>
                  <a:lnTo>
                    <a:pt x="394455" y="360262"/>
                  </a:lnTo>
                  <a:lnTo>
                    <a:pt x="395097" y="360607"/>
                  </a:lnTo>
                  <a:lnTo>
                    <a:pt x="395648" y="361065"/>
                  </a:lnTo>
                  <a:lnTo>
                    <a:pt x="396081" y="361291"/>
                  </a:lnTo>
                  <a:lnTo>
                    <a:pt x="396559" y="361432"/>
                  </a:lnTo>
                  <a:lnTo>
                    <a:pt x="397409" y="361496"/>
                  </a:lnTo>
                  <a:lnTo>
                    <a:pt x="398167" y="361507"/>
                  </a:lnTo>
                  <a:lnTo>
                    <a:pt x="398659" y="361516"/>
                  </a:lnTo>
                  <a:lnTo>
                    <a:pt x="399188" y="361774"/>
                  </a:lnTo>
                  <a:lnTo>
                    <a:pt x="399556" y="362216"/>
                  </a:lnTo>
                  <a:lnTo>
                    <a:pt x="399805" y="362658"/>
                  </a:lnTo>
                  <a:lnTo>
                    <a:pt x="400092" y="363375"/>
                  </a:lnTo>
                  <a:lnTo>
                    <a:pt x="400397" y="364403"/>
                  </a:lnTo>
                  <a:lnTo>
                    <a:pt x="400569" y="364809"/>
                  </a:lnTo>
                  <a:lnTo>
                    <a:pt x="400670" y="364983"/>
                  </a:lnTo>
                  <a:lnTo>
                    <a:pt x="400819" y="365243"/>
                  </a:lnTo>
                  <a:lnTo>
                    <a:pt x="401172" y="365610"/>
                  </a:lnTo>
                  <a:lnTo>
                    <a:pt x="401590" y="365852"/>
                  </a:lnTo>
                  <a:lnTo>
                    <a:pt x="402149" y="366002"/>
                  </a:lnTo>
                  <a:lnTo>
                    <a:pt x="402707" y="366152"/>
                  </a:lnTo>
                  <a:lnTo>
                    <a:pt x="403317" y="366185"/>
                  </a:lnTo>
                  <a:lnTo>
                    <a:pt x="403706" y="366152"/>
                  </a:lnTo>
                  <a:lnTo>
                    <a:pt x="403991" y="366043"/>
                  </a:lnTo>
                  <a:lnTo>
                    <a:pt x="404154" y="365919"/>
                  </a:lnTo>
                  <a:lnTo>
                    <a:pt x="404382" y="365710"/>
                  </a:lnTo>
                  <a:lnTo>
                    <a:pt x="404866" y="365243"/>
                  </a:lnTo>
                  <a:lnTo>
                    <a:pt x="405138" y="364893"/>
                  </a:lnTo>
                  <a:lnTo>
                    <a:pt x="405403" y="364668"/>
                  </a:lnTo>
                  <a:lnTo>
                    <a:pt x="406064" y="364351"/>
                  </a:lnTo>
                  <a:lnTo>
                    <a:pt x="406857" y="364059"/>
                  </a:lnTo>
                  <a:lnTo>
                    <a:pt x="407430" y="364017"/>
                  </a:lnTo>
                  <a:lnTo>
                    <a:pt x="408238" y="364201"/>
                  </a:lnTo>
                  <a:lnTo>
                    <a:pt x="408870" y="364384"/>
                  </a:lnTo>
                  <a:lnTo>
                    <a:pt x="409432" y="364779"/>
                  </a:lnTo>
                  <a:lnTo>
                    <a:pt x="409773" y="365065"/>
                  </a:lnTo>
                  <a:lnTo>
                    <a:pt x="409910" y="365198"/>
                  </a:lnTo>
                  <a:lnTo>
                    <a:pt x="410435" y="365726"/>
                  </a:lnTo>
                  <a:lnTo>
                    <a:pt x="411307" y="366086"/>
                  </a:lnTo>
                  <a:lnTo>
                    <a:pt x="411850" y="366143"/>
                  </a:lnTo>
                  <a:lnTo>
                    <a:pt x="412190" y="366094"/>
                  </a:lnTo>
                  <a:lnTo>
                    <a:pt x="412609" y="366010"/>
                  </a:lnTo>
                  <a:lnTo>
                    <a:pt x="412939" y="365860"/>
                  </a:lnTo>
                  <a:lnTo>
                    <a:pt x="413174" y="365627"/>
                  </a:lnTo>
                  <a:lnTo>
                    <a:pt x="413233" y="365427"/>
                  </a:lnTo>
                  <a:lnTo>
                    <a:pt x="413255" y="365251"/>
                  </a:lnTo>
                  <a:lnTo>
                    <a:pt x="413233" y="365060"/>
                  </a:lnTo>
                  <a:lnTo>
                    <a:pt x="413105" y="364708"/>
                  </a:lnTo>
                  <a:lnTo>
                    <a:pt x="412983" y="364534"/>
                  </a:lnTo>
                  <a:lnTo>
                    <a:pt x="412910" y="364292"/>
                  </a:lnTo>
                  <a:lnTo>
                    <a:pt x="412888" y="363976"/>
                  </a:lnTo>
                  <a:lnTo>
                    <a:pt x="412976" y="363592"/>
                  </a:lnTo>
                  <a:lnTo>
                    <a:pt x="413051" y="363329"/>
                  </a:lnTo>
                  <a:lnTo>
                    <a:pt x="413182" y="363050"/>
                  </a:lnTo>
                  <a:lnTo>
                    <a:pt x="413549" y="362750"/>
                  </a:lnTo>
                  <a:lnTo>
                    <a:pt x="414291" y="362383"/>
                  </a:lnTo>
                  <a:lnTo>
                    <a:pt x="414731" y="362300"/>
                  </a:lnTo>
                  <a:lnTo>
                    <a:pt x="415356" y="362241"/>
                  </a:lnTo>
                  <a:lnTo>
                    <a:pt x="415789" y="362358"/>
                  </a:lnTo>
                  <a:lnTo>
                    <a:pt x="416442" y="362551"/>
                  </a:lnTo>
                  <a:lnTo>
                    <a:pt x="416585" y="362594"/>
                  </a:lnTo>
                  <a:lnTo>
                    <a:pt x="416754" y="362640"/>
                  </a:lnTo>
                  <a:lnTo>
                    <a:pt x="417301" y="362764"/>
                  </a:lnTo>
                  <a:lnTo>
                    <a:pt x="417787" y="362875"/>
                  </a:lnTo>
                  <a:lnTo>
                    <a:pt x="418507" y="363108"/>
                  </a:lnTo>
                  <a:lnTo>
                    <a:pt x="419036" y="363559"/>
                  </a:lnTo>
                  <a:lnTo>
                    <a:pt x="419381" y="364026"/>
                  </a:lnTo>
                  <a:lnTo>
                    <a:pt x="419549" y="364466"/>
                  </a:lnTo>
                  <a:lnTo>
                    <a:pt x="419587" y="364684"/>
                  </a:lnTo>
                  <a:lnTo>
                    <a:pt x="419624" y="365527"/>
                  </a:lnTo>
                  <a:lnTo>
                    <a:pt x="419704" y="366569"/>
                  </a:lnTo>
                  <a:lnTo>
                    <a:pt x="419763" y="367303"/>
                  </a:lnTo>
                  <a:lnTo>
                    <a:pt x="420017" y="368304"/>
                  </a:lnTo>
                  <a:lnTo>
                    <a:pt x="421048" y="369337"/>
                  </a:lnTo>
                  <a:lnTo>
                    <a:pt x="421817" y="369509"/>
                  </a:lnTo>
                  <a:lnTo>
                    <a:pt x="422124" y="369488"/>
                  </a:lnTo>
                  <a:lnTo>
                    <a:pt x="422680" y="369344"/>
                  </a:lnTo>
                  <a:lnTo>
                    <a:pt x="423326" y="369037"/>
                  </a:lnTo>
                  <a:lnTo>
                    <a:pt x="423803" y="368805"/>
                  </a:lnTo>
                  <a:lnTo>
                    <a:pt x="424519" y="368624"/>
                  </a:lnTo>
                  <a:lnTo>
                    <a:pt x="425019" y="368595"/>
                  </a:lnTo>
                  <a:lnTo>
                    <a:pt x="425157" y="368595"/>
                  </a:lnTo>
                  <a:lnTo>
                    <a:pt x="425410" y="368602"/>
                  </a:lnTo>
                  <a:lnTo>
                    <a:pt x="426165" y="368792"/>
                  </a:lnTo>
                  <a:lnTo>
                    <a:pt x="426415" y="368936"/>
                  </a:lnTo>
                  <a:lnTo>
                    <a:pt x="426720" y="369183"/>
                  </a:lnTo>
                  <a:lnTo>
                    <a:pt x="427630" y="370692"/>
                  </a:lnTo>
                  <a:lnTo>
                    <a:pt x="427630" y="371022"/>
                  </a:lnTo>
                  <a:lnTo>
                    <a:pt x="427601" y="371218"/>
                  </a:lnTo>
                  <a:lnTo>
                    <a:pt x="427527" y="371480"/>
                  </a:lnTo>
                  <a:lnTo>
                    <a:pt x="427542" y="371889"/>
                  </a:lnTo>
                  <a:lnTo>
                    <a:pt x="427630" y="372439"/>
                  </a:lnTo>
                  <a:lnTo>
                    <a:pt x="427779" y="372807"/>
                  </a:lnTo>
                  <a:lnTo>
                    <a:pt x="427968" y="373065"/>
                  </a:lnTo>
                  <a:lnTo>
                    <a:pt x="428394" y="373373"/>
                  </a:lnTo>
                  <a:lnTo>
                    <a:pt x="428769" y="373657"/>
                  </a:lnTo>
                  <a:lnTo>
                    <a:pt x="429312" y="373782"/>
                  </a:lnTo>
                  <a:lnTo>
                    <a:pt x="429937" y="373849"/>
                  </a:lnTo>
                  <a:lnTo>
                    <a:pt x="430633" y="373795"/>
                  </a:lnTo>
                  <a:lnTo>
                    <a:pt x="431368" y="373827"/>
                  </a:lnTo>
                  <a:lnTo>
                    <a:pt x="431586" y="373962"/>
                  </a:lnTo>
                  <a:lnTo>
                    <a:pt x="431795" y="374199"/>
                  </a:lnTo>
                  <a:lnTo>
                    <a:pt x="431846" y="374424"/>
                  </a:lnTo>
                  <a:lnTo>
                    <a:pt x="431879" y="374620"/>
                  </a:lnTo>
                  <a:lnTo>
                    <a:pt x="431795" y="375041"/>
                  </a:lnTo>
                  <a:lnTo>
                    <a:pt x="431428" y="375533"/>
                  </a:lnTo>
                  <a:lnTo>
                    <a:pt x="431347" y="375775"/>
                  </a:lnTo>
                  <a:lnTo>
                    <a:pt x="431308" y="376015"/>
                  </a:lnTo>
                  <a:lnTo>
                    <a:pt x="431327" y="376214"/>
                  </a:lnTo>
                  <a:lnTo>
                    <a:pt x="431457" y="376484"/>
                  </a:lnTo>
                  <a:lnTo>
                    <a:pt x="431723" y="376728"/>
                  </a:lnTo>
                  <a:lnTo>
                    <a:pt x="432008" y="376817"/>
                  </a:lnTo>
                  <a:lnTo>
                    <a:pt x="432588" y="376867"/>
                  </a:lnTo>
                  <a:lnTo>
                    <a:pt x="433308" y="376909"/>
                  </a:lnTo>
                  <a:lnTo>
                    <a:pt x="433876" y="377067"/>
                  </a:lnTo>
                  <a:lnTo>
                    <a:pt x="434159" y="377254"/>
                  </a:lnTo>
                  <a:lnTo>
                    <a:pt x="434351" y="377434"/>
                  </a:lnTo>
                  <a:lnTo>
                    <a:pt x="434426" y="377593"/>
                  </a:lnTo>
                  <a:lnTo>
                    <a:pt x="434476" y="377885"/>
                  </a:lnTo>
                  <a:lnTo>
                    <a:pt x="434454" y="378176"/>
                  </a:lnTo>
                  <a:lnTo>
                    <a:pt x="434412" y="378336"/>
                  </a:lnTo>
                  <a:lnTo>
                    <a:pt x="434256" y="378602"/>
                  </a:lnTo>
                  <a:lnTo>
                    <a:pt x="433881" y="379094"/>
                  </a:lnTo>
                  <a:lnTo>
                    <a:pt x="433888" y="379269"/>
                  </a:lnTo>
                  <a:lnTo>
                    <a:pt x="433911" y="379511"/>
                  </a:lnTo>
                  <a:lnTo>
                    <a:pt x="433991" y="379671"/>
                  </a:lnTo>
                  <a:lnTo>
                    <a:pt x="434307" y="379878"/>
                  </a:lnTo>
                  <a:lnTo>
                    <a:pt x="434814" y="380094"/>
                  </a:lnTo>
                  <a:lnTo>
                    <a:pt x="435387" y="380261"/>
                  </a:lnTo>
                  <a:lnTo>
                    <a:pt x="436063" y="380336"/>
                  </a:lnTo>
                  <a:lnTo>
                    <a:pt x="436496" y="380461"/>
                  </a:lnTo>
                  <a:lnTo>
                    <a:pt x="437040" y="380661"/>
                  </a:lnTo>
                  <a:lnTo>
                    <a:pt x="437576" y="380845"/>
                  </a:lnTo>
                  <a:lnTo>
                    <a:pt x="437833" y="380945"/>
                  </a:lnTo>
                  <a:lnTo>
                    <a:pt x="438105" y="381120"/>
                  </a:lnTo>
                  <a:lnTo>
                    <a:pt x="438267" y="381299"/>
                  </a:lnTo>
                  <a:lnTo>
                    <a:pt x="438408" y="381523"/>
                  </a:lnTo>
                  <a:lnTo>
                    <a:pt x="438759" y="382197"/>
                  </a:lnTo>
                  <a:lnTo>
                    <a:pt x="439058" y="382515"/>
                  </a:lnTo>
                  <a:lnTo>
                    <a:pt x="439334" y="382759"/>
                  </a:lnTo>
                  <a:lnTo>
                    <a:pt x="439866" y="383035"/>
                  </a:lnTo>
                  <a:lnTo>
                    <a:pt x="440359" y="383204"/>
                  </a:lnTo>
                  <a:lnTo>
                    <a:pt x="440607" y="383278"/>
                  </a:lnTo>
                  <a:lnTo>
                    <a:pt x="441377" y="383615"/>
                  </a:lnTo>
                  <a:lnTo>
                    <a:pt x="441668" y="383782"/>
                  </a:lnTo>
                  <a:lnTo>
                    <a:pt x="442293" y="384155"/>
                  </a:lnTo>
                  <a:lnTo>
                    <a:pt x="442420" y="384254"/>
                  </a:lnTo>
                  <a:lnTo>
                    <a:pt x="442789" y="384517"/>
                  </a:lnTo>
                  <a:lnTo>
                    <a:pt x="443045" y="384720"/>
                  </a:lnTo>
                  <a:lnTo>
                    <a:pt x="443203" y="384822"/>
                  </a:lnTo>
                  <a:lnTo>
                    <a:pt x="444099" y="385448"/>
                  </a:lnTo>
                  <a:lnTo>
                    <a:pt x="444537" y="385707"/>
                  </a:lnTo>
                  <a:lnTo>
                    <a:pt x="444914" y="385998"/>
                  </a:lnTo>
                  <a:lnTo>
                    <a:pt x="445300" y="386359"/>
                  </a:lnTo>
                  <a:lnTo>
                    <a:pt x="445436" y="386548"/>
                  </a:lnTo>
                  <a:lnTo>
                    <a:pt x="445759" y="387040"/>
                  </a:lnTo>
                  <a:lnTo>
                    <a:pt x="446163" y="387432"/>
                  </a:lnTo>
                  <a:lnTo>
                    <a:pt x="446311" y="387517"/>
                  </a:lnTo>
                  <a:lnTo>
                    <a:pt x="446817" y="387616"/>
                  </a:lnTo>
                  <a:lnTo>
                    <a:pt x="447771" y="387551"/>
                  </a:lnTo>
                  <a:lnTo>
                    <a:pt x="448315" y="387431"/>
                  </a:lnTo>
                  <a:lnTo>
                    <a:pt x="448712" y="387316"/>
                  </a:lnTo>
                  <a:lnTo>
                    <a:pt x="449542" y="386990"/>
                  </a:lnTo>
                  <a:lnTo>
                    <a:pt x="450555" y="386574"/>
                  </a:lnTo>
                  <a:lnTo>
                    <a:pt x="451261" y="386323"/>
                  </a:lnTo>
                  <a:lnTo>
                    <a:pt x="452164" y="386040"/>
                  </a:lnTo>
                  <a:lnTo>
                    <a:pt x="452791" y="385843"/>
                  </a:lnTo>
                  <a:lnTo>
                    <a:pt x="453114" y="385780"/>
                  </a:lnTo>
                  <a:lnTo>
                    <a:pt x="453404" y="385725"/>
                  </a:lnTo>
                  <a:lnTo>
                    <a:pt x="453590" y="385692"/>
                  </a:lnTo>
                  <a:lnTo>
                    <a:pt x="454371" y="385681"/>
                  </a:lnTo>
                  <a:lnTo>
                    <a:pt x="454783" y="385738"/>
                  </a:lnTo>
                  <a:lnTo>
                    <a:pt x="455876" y="386744"/>
                  </a:lnTo>
                  <a:lnTo>
                    <a:pt x="456385" y="387611"/>
                  </a:lnTo>
                  <a:lnTo>
                    <a:pt x="456735" y="387815"/>
                  </a:lnTo>
                  <a:lnTo>
                    <a:pt x="457195" y="387971"/>
                  </a:lnTo>
                  <a:lnTo>
                    <a:pt x="457322" y="387984"/>
                  </a:lnTo>
                  <a:lnTo>
                    <a:pt x="458110" y="388020"/>
                  </a:lnTo>
                  <a:lnTo>
                    <a:pt x="458433" y="387943"/>
                  </a:lnTo>
                  <a:lnTo>
                    <a:pt x="458729" y="387843"/>
                  </a:lnTo>
                  <a:lnTo>
                    <a:pt x="459096" y="387683"/>
                  </a:lnTo>
                  <a:lnTo>
                    <a:pt x="459354" y="387541"/>
                  </a:lnTo>
                  <a:lnTo>
                    <a:pt x="460111" y="387116"/>
                  </a:lnTo>
                  <a:lnTo>
                    <a:pt x="460733" y="386837"/>
                  </a:lnTo>
                  <a:lnTo>
                    <a:pt x="461008" y="386738"/>
                  </a:lnTo>
                  <a:lnTo>
                    <a:pt x="461996" y="386774"/>
                  </a:lnTo>
                  <a:lnTo>
                    <a:pt x="462380" y="386757"/>
                  </a:lnTo>
                  <a:lnTo>
                    <a:pt x="463276" y="388641"/>
                  </a:lnTo>
                  <a:lnTo>
                    <a:pt x="462936" y="388878"/>
                  </a:lnTo>
                  <a:lnTo>
                    <a:pt x="461485" y="390285"/>
                  </a:lnTo>
                  <a:lnTo>
                    <a:pt x="461097" y="390701"/>
                  </a:lnTo>
                  <a:lnTo>
                    <a:pt x="460809" y="391477"/>
                  </a:lnTo>
                  <a:lnTo>
                    <a:pt x="460592" y="392018"/>
                  </a:lnTo>
                  <a:lnTo>
                    <a:pt x="460504" y="392217"/>
                  </a:lnTo>
                  <a:lnTo>
                    <a:pt x="460331" y="392551"/>
                  </a:lnTo>
                  <a:lnTo>
                    <a:pt x="460223" y="392752"/>
                  </a:lnTo>
                  <a:lnTo>
                    <a:pt x="460094" y="392981"/>
                  </a:lnTo>
                  <a:lnTo>
                    <a:pt x="459929" y="393385"/>
                  </a:lnTo>
                  <a:lnTo>
                    <a:pt x="459643" y="393927"/>
                  </a:lnTo>
                  <a:lnTo>
                    <a:pt x="459423" y="394654"/>
                  </a:lnTo>
                  <a:lnTo>
                    <a:pt x="459169" y="395227"/>
                  </a:lnTo>
                  <a:lnTo>
                    <a:pt x="458908" y="395750"/>
                  </a:lnTo>
                  <a:lnTo>
                    <a:pt x="458780" y="395950"/>
                  </a:lnTo>
                  <a:lnTo>
                    <a:pt x="458677" y="396103"/>
                  </a:lnTo>
                  <a:lnTo>
                    <a:pt x="458532" y="396313"/>
                  </a:lnTo>
                  <a:lnTo>
                    <a:pt x="458221" y="396849"/>
                  </a:lnTo>
                  <a:lnTo>
                    <a:pt x="458043" y="397081"/>
                  </a:lnTo>
                  <a:lnTo>
                    <a:pt x="457935" y="397209"/>
                  </a:lnTo>
                  <a:lnTo>
                    <a:pt x="457659" y="397581"/>
                  </a:lnTo>
                  <a:lnTo>
                    <a:pt x="457599" y="397728"/>
                  </a:lnTo>
                  <a:lnTo>
                    <a:pt x="458408" y="398988"/>
                  </a:lnTo>
                  <a:lnTo>
                    <a:pt x="458554" y="399004"/>
                  </a:lnTo>
                  <a:lnTo>
                    <a:pt x="459182" y="399100"/>
                  </a:lnTo>
                  <a:lnTo>
                    <a:pt x="459325" y="399125"/>
                  </a:lnTo>
                  <a:lnTo>
                    <a:pt x="459455" y="399150"/>
                  </a:lnTo>
                  <a:lnTo>
                    <a:pt x="459771" y="399218"/>
                  </a:lnTo>
                  <a:lnTo>
                    <a:pt x="460786" y="399996"/>
                  </a:lnTo>
                  <a:lnTo>
                    <a:pt x="460844" y="401664"/>
                  </a:lnTo>
                  <a:lnTo>
                    <a:pt x="460831" y="402069"/>
                  </a:lnTo>
                  <a:lnTo>
                    <a:pt x="460828" y="402289"/>
                  </a:lnTo>
                  <a:lnTo>
                    <a:pt x="460827" y="402683"/>
                  </a:lnTo>
                  <a:lnTo>
                    <a:pt x="460845" y="402942"/>
                  </a:lnTo>
                  <a:lnTo>
                    <a:pt x="460935" y="403247"/>
                  </a:lnTo>
                  <a:lnTo>
                    <a:pt x="462838" y="403925"/>
                  </a:lnTo>
                  <a:lnTo>
                    <a:pt x="466265" y="403159"/>
                  </a:lnTo>
                  <a:lnTo>
                    <a:pt x="466571" y="403469"/>
                  </a:lnTo>
                  <a:lnTo>
                    <a:pt x="466812" y="403849"/>
                  </a:lnTo>
                  <a:lnTo>
                    <a:pt x="466650" y="404693"/>
                  </a:lnTo>
                  <a:lnTo>
                    <a:pt x="466552" y="404820"/>
                  </a:lnTo>
                  <a:lnTo>
                    <a:pt x="466225" y="405147"/>
                  </a:lnTo>
                  <a:lnTo>
                    <a:pt x="466091" y="405272"/>
                  </a:lnTo>
                  <a:lnTo>
                    <a:pt x="465640" y="405841"/>
                  </a:lnTo>
                  <a:lnTo>
                    <a:pt x="465530" y="406077"/>
                  </a:lnTo>
                  <a:lnTo>
                    <a:pt x="465552" y="406392"/>
                  </a:lnTo>
                  <a:lnTo>
                    <a:pt x="465672" y="406627"/>
                  </a:lnTo>
                  <a:lnTo>
                    <a:pt x="466143" y="407407"/>
                  </a:lnTo>
                  <a:lnTo>
                    <a:pt x="466231" y="407666"/>
                  </a:lnTo>
                  <a:lnTo>
                    <a:pt x="466657" y="408433"/>
                  </a:lnTo>
                  <a:lnTo>
                    <a:pt x="467075" y="409778"/>
                  </a:lnTo>
                  <a:lnTo>
                    <a:pt x="468981" y="411064"/>
                  </a:lnTo>
                  <a:lnTo>
                    <a:pt x="469444" y="412476"/>
                  </a:lnTo>
                  <a:lnTo>
                    <a:pt x="469215" y="412662"/>
                  </a:lnTo>
                  <a:lnTo>
                    <a:pt x="468703" y="413314"/>
                  </a:lnTo>
                  <a:lnTo>
                    <a:pt x="468510" y="413679"/>
                  </a:lnTo>
                  <a:lnTo>
                    <a:pt x="468068" y="413985"/>
                  </a:lnTo>
                  <a:lnTo>
                    <a:pt x="466385" y="415826"/>
                  </a:lnTo>
                  <a:lnTo>
                    <a:pt x="465995" y="417482"/>
                  </a:lnTo>
                  <a:lnTo>
                    <a:pt x="465543" y="417671"/>
                  </a:lnTo>
                  <a:lnTo>
                    <a:pt x="464716" y="418353"/>
                  </a:lnTo>
                  <a:lnTo>
                    <a:pt x="464281" y="418752"/>
                  </a:lnTo>
                  <a:lnTo>
                    <a:pt x="463771" y="419117"/>
                  </a:lnTo>
                  <a:lnTo>
                    <a:pt x="463531" y="419308"/>
                  </a:lnTo>
                  <a:lnTo>
                    <a:pt x="462959" y="419904"/>
                  </a:lnTo>
                  <a:lnTo>
                    <a:pt x="464428" y="423701"/>
                  </a:lnTo>
                  <a:lnTo>
                    <a:pt x="464851" y="423795"/>
                  </a:lnTo>
                  <a:lnTo>
                    <a:pt x="465239" y="423962"/>
                  </a:lnTo>
                  <a:lnTo>
                    <a:pt x="465686" y="424617"/>
                  </a:lnTo>
                  <a:lnTo>
                    <a:pt x="465884" y="424963"/>
                  </a:lnTo>
                  <a:lnTo>
                    <a:pt x="466116" y="425199"/>
                  </a:lnTo>
                  <a:lnTo>
                    <a:pt x="466330" y="425374"/>
                  </a:lnTo>
                  <a:lnTo>
                    <a:pt x="466939" y="425740"/>
                  </a:lnTo>
                  <a:lnTo>
                    <a:pt x="468072" y="426473"/>
                  </a:lnTo>
                  <a:lnTo>
                    <a:pt x="469547" y="427437"/>
                  </a:lnTo>
                  <a:lnTo>
                    <a:pt x="470193" y="427788"/>
                  </a:lnTo>
                  <a:lnTo>
                    <a:pt x="470696" y="428181"/>
                  </a:lnTo>
                  <a:lnTo>
                    <a:pt x="471000" y="428562"/>
                  </a:lnTo>
                  <a:lnTo>
                    <a:pt x="471315" y="429025"/>
                  </a:lnTo>
                  <a:lnTo>
                    <a:pt x="471477" y="429149"/>
                  </a:lnTo>
                  <a:lnTo>
                    <a:pt x="471616" y="429285"/>
                  </a:lnTo>
                  <a:lnTo>
                    <a:pt x="471991" y="429746"/>
                  </a:lnTo>
                  <a:lnTo>
                    <a:pt x="472248" y="430131"/>
                  </a:lnTo>
                  <a:lnTo>
                    <a:pt x="472579" y="430754"/>
                  </a:lnTo>
                  <a:lnTo>
                    <a:pt x="472985" y="431430"/>
                  </a:lnTo>
                  <a:lnTo>
                    <a:pt x="473539" y="432259"/>
                  </a:lnTo>
                  <a:lnTo>
                    <a:pt x="473897" y="432678"/>
                  </a:lnTo>
                  <a:lnTo>
                    <a:pt x="473996" y="432854"/>
                  </a:lnTo>
                  <a:lnTo>
                    <a:pt x="474144" y="433427"/>
                  </a:lnTo>
                  <a:lnTo>
                    <a:pt x="474152" y="433585"/>
                  </a:lnTo>
                  <a:lnTo>
                    <a:pt x="474123" y="433786"/>
                  </a:lnTo>
                  <a:lnTo>
                    <a:pt x="474147" y="434598"/>
                  </a:lnTo>
                  <a:lnTo>
                    <a:pt x="474181" y="435299"/>
                  </a:lnTo>
                  <a:lnTo>
                    <a:pt x="474208" y="436298"/>
                  </a:lnTo>
                  <a:lnTo>
                    <a:pt x="474244" y="436790"/>
                  </a:lnTo>
                  <a:lnTo>
                    <a:pt x="474362" y="437382"/>
                  </a:lnTo>
                  <a:lnTo>
                    <a:pt x="474455" y="437613"/>
                  </a:lnTo>
                  <a:lnTo>
                    <a:pt x="474535" y="437785"/>
                  </a:lnTo>
                  <a:lnTo>
                    <a:pt x="475006" y="438265"/>
                  </a:lnTo>
                  <a:lnTo>
                    <a:pt x="475181" y="438320"/>
                  </a:lnTo>
                  <a:lnTo>
                    <a:pt x="476024" y="438753"/>
                  </a:lnTo>
                  <a:lnTo>
                    <a:pt x="476704" y="438949"/>
                  </a:lnTo>
                  <a:lnTo>
                    <a:pt x="477618" y="439111"/>
                  </a:lnTo>
                  <a:lnTo>
                    <a:pt x="477926" y="439125"/>
                  </a:lnTo>
                  <a:lnTo>
                    <a:pt x="479365" y="439144"/>
                  </a:lnTo>
                  <a:lnTo>
                    <a:pt x="480125" y="439131"/>
                  </a:lnTo>
                  <a:lnTo>
                    <a:pt x="480480" y="439095"/>
                  </a:lnTo>
                  <a:lnTo>
                    <a:pt x="482783" y="438521"/>
                  </a:lnTo>
                  <a:lnTo>
                    <a:pt x="483683" y="437887"/>
                  </a:lnTo>
                  <a:lnTo>
                    <a:pt x="483931" y="437686"/>
                  </a:lnTo>
                  <a:lnTo>
                    <a:pt x="484069" y="437600"/>
                  </a:lnTo>
                  <a:lnTo>
                    <a:pt x="484344" y="437443"/>
                  </a:lnTo>
                  <a:lnTo>
                    <a:pt x="484493" y="437358"/>
                  </a:lnTo>
                  <a:lnTo>
                    <a:pt x="484669" y="437288"/>
                  </a:lnTo>
                  <a:lnTo>
                    <a:pt x="484955" y="437234"/>
                  </a:lnTo>
                  <a:lnTo>
                    <a:pt x="485589" y="437084"/>
                  </a:lnTo>
                  <a:lnTo>
                    <a:pt x="486139" y="436885"/>
                  </a:lnTo>
                  <a:lnTo>
                    <a:pt x="486413" y="436876"/>
                  </a:lnTo>
                  <a:lnTo>
                    <a:pt x="486590" y="436889"/>
                  </a:lnTo>
                  <a:lnTo>
                    <a:pt x="486850" y="436905"/>
                  </a:lnTo>
                  <a:lnTo>
                    <a:pt x="487479" y="437025"/>
                  </a:lnTo>
                  <a:lnTo>
                    <a:pt x="487662" y="437045"/>
                  </a:lnTo>
                  <a:lnTo>
                    <a:pt x="488493" y="437149"/>
                  </a:lnTo>
                  <a:lnTo>
                    <a:pt x="489117" y="437193"/>
                  </a:lnTo>
                  <a:lnTo>
                    <a:pt x="490046" y="437293"/>
                  </a:lnTo>
                  <a:lnTo>
                    <a:pt x="490480" y="437272"/>
                  </a:lnTo>
                  <a:lnTo>
                    <a:pt x="490694" y="437218"/>
                  </a:lnTo>
                  <a:lnTo>
                    <a:pt x="490982" y="437102"/>
                  </a:lnTo>
                  <a:lnTo>
                    <a:pt x="491286" y="436983"/>
                  </a:lnTo>
                  <a:lnTo>
                    <a:pt x="491739" y="436794"/>
                  </a:lnTo>
                  <a:lnTo>
                    <a:pt x="492352" y="436638"/>
                  </a:lnTo>
                  <a:lnTo>
                    <a:pt x="492738" y="436588"/>
                  </a:lnTo>
                  <a:lnTo>
                    <a:pt x="492965" y="436547"/>
                  </a:lnTo>
                  <a:lnTo>
                    <a:pt x="493459" y="436543"/>
                  </a:lnTo>
                  <a:lnTo>
                    <a:pt x="493869" y="436626"/>
                  </a:lnTo>
                  <a:lnTo>
                    <a:pt x="494145" y="436708"/>
                  </a:lnTo>
                  <a:lnTo>
                    <a:pt x="494726" y="436840"/>
                  </a:lnTo>
                  <a:lnTo>
                    <a:pt x="495490" y="436938"/>
                  </a:lnTo>
                  <a:lnTo>
                    <a:pt x="496110" y="436937"/>
                  </a:lnTo>
                  <a:lnTo>
                    <a:pt x="496279" y="436948"/>
                  </a:lnTo>
                  <a:lnTo>
                    <a:pt x="496579" y="437034"/>
                  </a:lnTo>
                  <a:lnTo>
                    <a:pt x="496715" y="437097"/>
                  </a:lnTo>
                  <a:lnTo>
                    <a:pt x="497078" y="437425"/>
                  </a:lnTo>
                  <a:lnTo>
                    <a:pt x="497304" y="437860"/>
                  </a:lnTo>
                  <a:lnTo>
                    <a:pt x="497376" y="438279"/>
                  </a:lnTo>
                  <a:lnTo>
                    <a:pt x="497330" y="439247"/>
                  </a:lnTo>
                  <a:lnTo>
                    <a:pt x="497468" y="439551"/>
                  </a:lnTo>
                  <a:lnTo>
                    <a:pt x="497581" y="439688"/>
                  </a:lnTo>
                  <a:lnTo>
                    <a:pt x="498435" y="440229"/>
                  </a:lnTo>
                  <a:lnTo>
                    <a:pt x="499027" y="440394"/>
                  </a:lnTo>
                  <a:lnTo>
                    <a:pt x="499460" y="440395"/>
                  </a:lnTo>
                  <a:lnTo>
                    <a:pt x="499795" y="440375"/>
                  </a:lnTo>
                  <a:lnTo>
                    <a:pt x="500082" y="440300"/>
                  </a:lnTo>
                  <a:lnTo>
                    <a:pt x="500703" y="440005"/>
                  </a:lnTo>
                  <a:lnTo>
                    <a:pt x="501287" y="439539"/>
                  </a:lnTo>
                  <a:lnTo>
                    <a:pt x="501465" y="439286"/>
                  </a:lnTo>
                  <a:lnTo>
                    <a:pt x="501678" y="438821"/>
                  </a:lnTo>
                  <a:lnTo>
                    <a:pt x="501894" y="438575"/>
                  </a:lnTo>
                  <a:lnTo>
                    <a:pt x="502057" y="438464"/>
                  </a:lnTo>
                  <a:lnTo>
                    <a:pt x="502298" y="438343"/>
                  </a:lnTo>
                  <a:lnTo>
                    <a:pt x="502642" y="438178"/>
                  </a:lnTo>
                  <a:lnTo>
                    <a:pt x="502772" y="438156"/>
                  </a:lnTo>
                  <a:lnTo>
                    <a:pt x="503048" y="438137"/>
                  </a:lnTo>
                  <a:lnTo>
                    <a:pt x="503785" y="438233"/>
                  </a:lnTo>
                  <a:lnTo>
                    <a:pt x="503996" y="438283"/>
                  </a:lnTo>
                  <a:lnTo>
                    <a:pt x="504681" y="438619"/>
                  </a:lnTo>
                  <a:lnTo>
                    <a:pt x="505299" y="439029"/>
                  </a:lnTo>
                  <a:lnTo>
                    <a:pt x="505771" y="439333"/>
                  </a:lnTo>
                  <a:lnTo>
                    <a:pt x="506068" y="439335"/>
                  </a:lnTo>
                  <a:lnTo>
                    <a:pt x="506432" y="439412"/>
                  </a:lnTo>
                  <a:lnTo>
                    <a:pt x="507400" y="439705"/>
                  </a:lnTo>
                  <a:lnTo>
                    <a:pt x="507717" y="439743"/>
                  </a:lnTo>
                  <a:lnTo>
                    <a:pt x="508261" y="439759"/>
                  </a:lnTo>
                  <a:lnTo>
                    <a:pt x="508762" y="439707"/>
                  </a:lnTo>
                  <a:lnTo>
                    <a:pt x="509192" y="439504"/>
                  </a:lnTo>
                  <a:lnTo>
                    <a:pt x="509485" y="439455"/>
                  </a:lnTo>
                  <a:lnTo>
                    <a:pt x="510531" y="439224"/>
                  </a:lnTo>
                  <a:lnTo>
                    <a:pt x="510744" y="439324"/>
                  </a:lnTo>
                  <a:lnTo>
                    <a:pt x="510877" y="439503"/>
                  </a:lnTo>
                  <a:lnTo>
                    <a:pt x="511148" y="439611"/>
                  </a:lnTo>
                  <a:lnTo>
                    <a:pt x="512328" y="439870"/>
                  </a:lnTo>
                  <a:lnTo>
                    <a:pt x="512900" y="439985"/>
                  </a:lnTo>
                  <a:lnTo>
                    <a:pt x="513184" y="439988"/>
                  </a:lnTo>
                  <a:lnTo>
                    <a:pt x="513420" y="439942"/>
                  </a:lnTo>
                  <a:lnTo>
                    <a:pt x="513550" y="439905"/>
                  </a:lnTo>
                  <a:lnTo>
                    <a:pt x="513794" y="439752"/>
                  </a:lnTo>
                  <a:lnTo>
                    <a:pt x="513931" y="439495"/>
                  </a:lnTo>
                  <a:lnTo>
                    <a:pt x="514033" y="439064"/>
                  </a:lnTo>
                  <a:lnTo>
                    <a:pt x="514160" y="438532"/>
                  </a:lnTo>
                  <a:lnTo>
                    <a:pt x="514200" y="438367"/>
                  </a:lnTo>
                  <a:lnTo>
                    <a:pt x="514358" y="438119"/>
                  </a:lnTo>
                  <a:lnTo>
                    <a:pt x="514641" y="437990"/>
                  </a:lnTo>
                  <a:lnTo>
                    <a:pt x="515082" y="437927"/>
                  </a:lnTo>
                  <a:lnTo>
                    <a:pt x="515357" y="437961"/>
                  </a:lnTo>
                  <a:lnTo>
                    <a:pt x="515563" y="438019"/>
                  </a:lnTo>
                  <a:lnTo>
                    <a:pt x="515941" y="438173"/>
                  </a:lnTo>
                  <a:lnTo>
                    <a:pt x="516959" y="438528"/>
                  </a:lnTo>
                  <a:lnTo>
                    <a:pt x="517175" y="438528"/>
                  </a:lnTo>
                  <a:lnTo>
                    <a:pt x="517340" y="438500"/>
                  </a:lnTo>
                  <a:lnTo>
                    <a:pt x="518233" y="438432"/>
                  </a:lnTo>
                  <a:lnTo>
                    <a:pt x="518693" y="438439"/>
                  </a:lnTo>
                  <a:lnTo>
                    <a:pt x="518868" y="438427"/>
                  </a:lnTo>
                  <a:lnTo>
                    <a:pt x="519552" y="438398"/>
                  </a:lnTo>
                  <a:lnTo>
                    <a:pt x="520249" y="438386"/>
                  </a:lnTo>
                  <a:lnTo>
                    <a:pt x="520720" y="438384"/>
                  </a:lnTo>
                  <a:lnTo>
                    <a:pt x="521112" y="438231"/>
                  </a:lnTo>
                  <a:lnTo>
                    <a:pt x="522321" y="437897"/>
                  </a:lnTo>
                  <a:lnTo>
                    <a:pt x="523580" y="438083"/>
                  </a:lnTo>
                  <a:lnTo>
                    <a:pt x="525407" y="437117"/>
                  </a:lnTo>
                  <a:lnTo>
                    <a:pt x="525456" y="436847"/>
                  </a:lnTo>
                  <a:lnTo>
                    <a:pt x="525523" y="436718"/>
                  </a:lnTo>
                  <a:lnTo>
                    <a:pt x="525794" y="436390"/>
                  </a:lnTo>
                  <a:lnTo>
                    <a:pt x="526276" y="436098"/>
                  </a:lnTo>
                  <a:lnTo>
                    <a:pt x="526611" y="436025"/>
                  </a:lnTo>
                  <a:lnTo>
                    <a:pt x="527015" y="436025"/>
                  </a:lnTo>
                  <a:lnTo>
                    <a:pt x="529953" y="436517"/>
                  </a:lnTo>
                  <a:lnTo>
                    <a:pt x="530107" y="436617"/>
                  </a:lnTo>
                  <a:lnTo>
                    <a:pt x="530646" y="436903"/>
                  </a:lnTo>
                  <a:lnTo>
                    <a:pt x="531019" y="437017"/>
                  </a:lnTo>
                  <a:lnTo>
                    <a:pt x="531453" y="437142"/>
                  </a:lnTo>
                  <a:lnTo>
                    <a:pt x="531810" y="437160"/>
                  </a:lnTo>
                  <a:lnTo>
                    <a:pt x="532777" y="437578"/>
                  </a:lnTo>
                  <a:lnTo>
                    <a:pt x="533190" y="437717"/>
                  </a:lnTo>
                  <a:lnTo>
                    <a:pt x="533545" y="437781"/>
                  </a:lnTo>
                  <a:lnTo>
                    <a:pt x="533692" y="437792"/>
                  </a:lnTo>
                  <a:lnTo>
                    <a:pt x="533956" y="437813"/>
                  </a:lnTo>
                  <a:lnTo>
                    <a:pt x="534579" y="437856"/>
                  </a:lnTo>
                  <a:lnTo>
                    <a:pt x="539725" y="431767"/>
                  </a:lnTo>
                  <a:lnTo>
                    <a:pt x="539890" y="431667"/>
                  </a:lnTo>
                  <a:lnTo>
                    <a:pt x="540357" y="429302"/>
                  </a:lnTo>
                  <a:lnTo>
                    <a:pt x="540248" y="429106"/>
                  </a:lnTo>
                  <a:lnTo>
                    <a:pt x="542728" y="427236"/>
                  </a:lnTo>
                  <a:lnTo>
                    <a:pt x="542935" y="427553"/>
                  </a:lnTo>
                  <a:lnTo>
                    <a:pt x="543168" y="427877"/>
                  </a:lnTo>
                  <a:lnTo>
                    <a:pt x="543393" y="428051"/>
                  </a:lnTo>
                  <a:lnTo>
                    <a:pt x="543843" y="428310"/>
                  </a:lnTo>
                  <a:lnTo>
                    <a:pt x="543999" y="428364"/>
                  </a:lnTo>
                  <a:lnTo>
                    <a:pt x="544382" y="428463"/>
                  </a:lnTo>
                  <a:lnTo>
                    <a:pt x="544559" y="428487"/>
                  </a:lnTo>
                  <a:lnTo>
                    <a:pt x="545064" y="428487"/>
                  </a:lnTo>
                  <a:lnTo>
                    <a:pt x="545397" y="428487"/>
                  </a:lnTo>
                  <a:lnTo>
                    <a:pt x="545672" y="428354"/>
                  </a:lnTo>
                  <a:lnTo>
                    <a:pt x="545849" y="428307"/>
                  </a:lnTo>
                  <a:lnTo>
                    <a:pt x="546452" y="427801"/>
                  </a:lnTo>
                  <a:lnTo>
                    <a:pt x="547296" y="426595"/>
                  </a:lnTo>
                  <a:lnTo>
                    <a:pt x="547508" y="426220"/>
                  </a:lnTo>
                  <a:lnTo>
                    <a:pt x="547615" y="425966"/>
                  </a:lnTo>
                  <a:lnTo>
                    <a:pt x="547814" y="425641"/>
                  </a:lnTo>
                  <a:lnTo>
                    <a:pt x="548046" y="425346"/>
                  </a:lnTo>
                  <a:lnTo>
                    <a:pt x="549500" y="424777"/>
                  </a:lnTo>
                  <a:lnTo>
                    <a:pt x="549830" y="424662"/>
                  </a:lnTo>
                  <a:lnTo>
                    <a:pt x="550501" y="424486"/>
                  </a:lnTo>
                  <a:lnTo>
                    <a:pt x="552611" y="424039"/>
                  </a:lnTo>
                  <a:lnTo>
                    <a:pt x="552832" y="423947"/>
                  </a:lnTo>
                  <a:lnTo>
                    <a:pt x="553012" y="423827"/>
                  </a:lnTo>
                  <a:lnTo>
                    <a:pt x="553567" y="423298"/>
                  </a:lnTo>
                  <a:lnTo>
                    <a:pt x="554076" y="422199"/>
                  </a:lnTo>
                  <a:lnTo>
                    <a:pt x="554115" y="421991"/>
                  </a:lnTo>
                  <a:lnTo>
                    <a:pt x="554207" y="421626"/>
                  </a:lnTo>
                  <a:lnTo>
                    <a:pt x="554333" y="421274"/>
                  </a:lnTo>
                  <a:lnTo>
                    <a:pt x="554700" y="420714"/>
                  </a:lnTo>
                  <a:lnTo>
                    <a:pt x="555945" y="420129"/>
                  </a:lnTo>
                  <a:lnTo>
                    <a:pt x="557537" y="419728"/>
                  </a:lnTo>
                  <a:lnTo>
                    <a:pt x="557877" y="419687"/>
                  </a:lnTo>
                  <a:lnTo>
                    <a:pt x="558566" y="419598"/>
                  </a:lnTo>
                  <a:lnTo>
                    <a:pt x="559088" y="419508"/>
                  </a:lnTo>
                  <a:lnTo>
                    <a:pt x="559365" y="419515"/>
                  </a:lnTo>
                  <a:lnTo>
                    <a:pt x="559778" y="419554"/>
                  </a:lnTo>
                  <a:lnTo>
                    <a:pt x="560630" y="419648"/>
                  </a:lnTo>
                  <a:lnTo>
                    <a:pt x="560797" y="419671"/>
                  </a:lnTo>
                  <a:lnTo>
                    <a:pt x="561350" y="419832"/>
                  </a:lnTo>
                  <a:lnTo>
                    <a:pt x="561523" y="419825"/>
                  </a:lnTo>
                  <a:lnTo>
                    <a:pt x="561998" y="419882"/>
                  </a:lnTo>
                  <a:lnTo>
                    <a:pt x="562405" y="419998"/>
                  </a:lnTo>
                  <a:lnTo>
                    <a:pt x="562664" y="420140"/>
                  </a:lnTo>
                  <a:lnTo>
                    <a:pt x="562966" y="420313"/>
                  </a:lnTo>
                  <a:lnTo>
                    <a:pt x="563287" y="420437"/>
                  </a:lnTo>
                  <a:lnTo>
                    <a:pt x="563550" y="420497"/>
                  </a:lnTo>
                  <a:lnTo>
                    <a:pt x="564316" y="420802"/>
                  </a:lnTo>
                  <a:lnTo>
                    <a:pt x="564842" y="421006"/>
                  </a:lnTo>
                  <a:lnTo>
                    <a:pt x="569935" y="420443"/>
                  </a:lnTo>
                  <a:lnTo>
                    <a:pt x="570505" y="420497"/>
                  </a:lnTo>
                  <a:lnTo>
                    <a:pt x="570893" y="420456"/>
                  </a:lnTo>
                  <a:lnTo>
                    <a:pt x="571858" y="420302"/>
                  </a:lnTo>
                  <a:lnTo>
                    <a:pt x="572082" y="420257"/>
                  </a:lnTo>
                  <a:lnTo>
                    <a:pt x="572541" y="420249"/>
                  </a:lnTo>
                  <a:lnTo>
                    <a:pt x="572763" y="420282"/>
                  </a:lnTo>
                  <a:lnTo>
                    <a:pt x="573112" y="420335"/>
                  </a:lnTo>
                  <a:lnTo>
                    <a:pt x="573461" y="420361"/>
                  </a:lnTo>
                  <a:lnTo>
                    <a:pt x="573851" y="420309"/>
                  </a:lnTo>
                  <a:lnTo>
                    <a:pt x="574066" y="420262"/>
                  </a:lnTo>
                  <a:lnTo>
                    <a:pt x="574311" y="420071"/>
                  </a:lnTo>
                  <a:lnTo>
                    <a:pt x="574498" y="419780"/>
                  </a:lnTo>
                  <a:lnTo>
                    <a:pt x="574678" y="419395"/>
                  </a:lnTo>
                  <a:lnTo>
                    <a:pt x="575032" y="418356"/>
                  </a:lnTo>
                  <a:lnTo>
                    <a:pt x="575243" y="417675"/>
                  </a:lnTo>
                  <a:lnTo>
                    <a:pt x="575399" y="417273"/>
                  </a:lnTo>
                  <a:lnTo>
                    <a:pt x="575594" y="417005"/>
                  </a:lnTo>
                  <a:lnTo>
                    <a:pt x="575736" y="416916"/>
                  </a:lnTo>
                  <a:lnTo>
                    <a:pt x="576004" y="416857"/>
                  </a:lnTo>
                  <a:lnTo>
                    <a:pt x="576329" y="416798"/>
                  </a:lnTo>
                  <a:lnTo>
                    <a:pt x="576772" y="416771"/>
                  </a:lnTo>
                  <a:lnTo>
                    <a:pt x="577117" y="416833"/>
                  </a:lnTo>
                  <a:lnTo>
                    <a:pt x="577335" y="416909"/>
                  </a:lnTo>
                  <a:lnTo>
                    <a:pt x="578052" y="417171"/>
                  </a:lnTo>
                  <a:lnTo>
                    <a:pt x="578748" y="417381"/>
                  </a:lnTo>
                  <a:lnTo>
                    <a:pt x="579064" y="417412"/>
                  </a:lnTo>
                  <a:lnTo>
                    <a:pt x="579870" y="417334"/>
                  </a:lnTo>
                  <a:lnTo>
                    <a:pt x="580023" y="417278"/>
                  </a:lnTo>
                  <a:lnTo>
                    <a:pt x="580437" y="417025"/>
                  </a:lnTo>
                  <a:lnTo>
                    <a:pt x="580619" y="416753"/>
                  </a:lnTo>
                  <a:lnTo>
                    <a:pt x="580774" y="416345"/>
                  </a:lnTo>
                  <a:lnTo>
                    <a:pt x="580867" y="415576"/>
                  </a:lnTo>
                  <a:lnTo>
                    <a:pt x="584549" y="413634"/>
                  </a:lnTo>
                  <a:lnTo>
                    <a:pt x="584717" y="413534"/>
                  </a:lnTo>
                  <a:lnTo>
                    <a:pt x="584938" y="413408"/>
                  </a:lnTo>
                  <a:lnTo>
                    <a:pt x="585076" y="413358"/>
                  </a:lnTo>
                  <a:lnTo>
                    <a:pt x="585239" y="413298"/>
                  </a:lnTo>
                  <a:lnTo>
                    <a:pt x="585420" y="413254"/>
                  </a:lnTo>
                  <a:lnTo>
                    <a:pt x="585574" y="413229"/>
                  </a:lnTo>
                  <a:lnTo>
                    <a:pt x="585996" y="413168"/>
                  </a:lnTo>
                  <a:lnTo>
                    <a:pt x="586404" y="413095"/>
                  </a:lnTo>
                  <a:lnTo>
                    <a:pt x="586713" y="413006"/>
                  </a:lnTo>
                  <a:lnTo>
                    <a:pt x="586907" y="412952"/>
                  </a:lnTo>
                  <a:lnTo>
                    <a:pt x="587267" y="412810"/>
                  </a:lnTo>
                  <a:lnTo>
                    <a:pt x="587535" y="412712"/>
                  </a:lnTo>
                  <a:lnTo>
                    <a:pt x="587961" y="412597"/>
                  </a:lnTo>
                  <a:lnTo>
                    <a:pt x="588345" y="412501"/>
                  </a:lnTo>
                  <a:lnTo>
                    <a:pt x="588832" y="412289"/>
                  </a:lnTo>
                  <a:lnTo>
                    <a:pt x="589203" y="412126"/>
                  </a:lnTo>
                  <a:lnTo>
                    <a:pt x="589476" y="412061"/>
                  </a:lnTo>
                  <a:lnTo>
                    <a:pt x="589862" y="412061"/>
                  </a:lnTo>
                  <a:lnTo>
                    <a:pt x="590238" y="412139"/>
                  </a:lnTo>
                  <a:lnTo>
                    <a:pt x="592192" y="411608"/>
                  </a:lnTo>
                  <a:lnTo>
                    <a:pt x="592544" y="410882"/>
                  </a:lnTo>
                  <a:lnTo>
                    <a:pt x="592986" y="410476"/>
                  </a:lnTo>
                  <a:lnTo>
                    <a:pt x="593584" y="410469"/>
                  </a:lnTo>
                  <a:lnTo>
                    <a:pt x="594077" y="410451"/>
                  </a:lnTo>
                  <a:lnTo>
                    <a:pt x="594469" y="410596"/>
                  </a:lnTo>
                  <a:lnTo>
                    <a:pt x="594609" y="410607"/>
                  </a:lnTo>
                  <a:lnTo>
                    <a:pt x="595065" y="410692"/>
                  </a:lnTo>
                  <a:lnTo>
                    <a:pt x="595571" y="410772"/>
                  </a:lnTo>
                  <a:lnTo>
                    <a:pt x="595846" y="410786"/>
                  </a:lnTo>
                  <a:lnTo>
                    <a:pt x="596386" y="410747"/>
                  </a:lnTo>
                  <a:lnTo>
                    <a:pt x="597172" y="410326"/>
                  </a:lnTo>
                  <a:lnTo>
                    <a:pt x="597539" y="409943"/>
                  </a:lnTo>
                  <a:lnTo>
                    <a:pt x="597774" y="409727"/>
                  </a:lnTo>
                  <a:lnTo>
                    <a:pt x="598212" y="409307"/>
                  </a:lnTo>
                  <a:lnTo>
                    <a:pt x="598574" y="409013"/>
                  </a:lnTo>
                  <a:lnTo>
                    <a:pt x="598978" y="408746"/>
                  </a:lnTo>
                  <a:lnTo>
                    <a:pt x="599334" y="408591"/>
                  </a:lnTo>
                  <a:lnTo>
                    <a:pt x="599778" y="408518"/>
                  </a:lnTo>
                  <a:lnTo>
                    <a:pt x="600221" y="408507"/>
                  </a:lnTo>
                  <a:lnTo>
                    <a:pt x="600454" y="408520"/>
                  </a:lnTo>
                  <a:lnTo>
                    <a:pt x="600744" y="408558"/>
                  </a:lnTo>
                  <a:lnTo>
                    <a:pt x="601244" y="408675"/>
                  </a:lnTo>
                  <a:lnTo>
                    <a:pt x="601396" y="408708"/>
                  </a:lnTo>
                  <a:lnTo>
                    <a:pt x="601760" y="408701"/>
                  </a:lnTo>
                  <a:lnTo>
                    <a:pt x="602105" y="408656"/>
                  </a:lnTo>
                  <a:lnTo>
                    <a:pt x="602420" y="408649"/>
                  </a:lnTo>
                  <a:lnTo>
                    <a:pt x="602735" y="408650"/>
                  </a:lnTo>
                  <a:lnTo>
                    <a:pt x="603367" y="408753"/>
                  </a:lnTo>
                  <a:lnTo>
                    <a:pt x="603568" y="408799"/>
                  </a:lnTo>
                  <a:lnTo>
                    <a:pt x="603866" y="408838"/>
                  </a:lnTo>
                  <a:lnTo>
                    <a:pt x="604102" y="408838"/>
                  </a:lnTo>
                  <a:lnTo>
                    <a:pt x="604406" y="408831"/>
                  </a:lnTo>
                  <a:lnTo>
                    <a:pt x="604717" y="408786"/>
                  </a:lnTo>
                  <a:lnTo>
                    <a:pt x="604877" y="408787"/>
                  </a:lnTo>
                  <a:lnTo>
                    <a:pt x="605626" y="408679"/>
                  </a:lnTo>
                  <a:lnTo>
                    <a:pt x="606023" y="408562"/>
                  </a:lnTo>
                  <a:lnTo>
                    <a:pt x="606383" y="408379"/>
                  </a:lnTo>
                  <a:lnTo>
                    <a:pt x="606853" y="408045"/>
                  </a:lnTo>
                  <a:lnTo>
                    <a:pt x="607124" y="407937"/>
                  </a:lnTo>
                  <a:lnTo>
                    <a:pt x="607553" y="407781"/>
                  </a:lnTo>
                  <a:lnTo>
                    <a:pt x="607911" y="407749"/>
                  </a:lnTo>
                  <a:lnTo>
                    <a:pt x="608320" y="407660"/>
                  </a:lnTo>
                  <a:lnTo>
                    <a:pt x="608779" y="407580"/>
                  </a:lnTo>
                  <a:lnTo>
                    <a:pt x="608921" y="407535"/>
                  </a:lnTo>
                  <a:lnTo>
                    <a:pt x="609320" y="407403"/>
                  </a:lnTo>
                  <a:lnTo>
                    <a:pt x="609861" y="407179"/>
                  </a:lnTo>
                  <a:lnTo>
                    <a:pt x="610454" y="406967"/>
                  </a:lnTo>
                  <a:lnTo>
                    <a:pt x="610807" y="406852"/>
                  </a:lnTo>
                  <a:lnTo>
                    <a:pt x="611249" y="406825"/>
                  </a:lnTo>
                  <a:lnTo>
                    <a:pt x="611571" y="406925"/>
                  </a:lnTo>
                  <a:lnTo>
                    <a:pt x="612055" y="407101"/>
                  </a:lnTo>
                  <a:lnTo>
                    <a:pt x="612819" y="407373"/>
                  </a:lnTo>
                  <a:lnTo>
                    <a:pt x="613187" y="407480"/>
                  </a:lnTo>
                  <a:lnTo>
                    <a:pt x="613350" y="407501"/>
                  </a:lnTo>
                  <a:lnTo>
                    <a:pt x="613797" y="407572"/>
                  </a:lnTo>
                  <a:lnTo>
                    <a:pt x="614092" y="407590"/>
                  </a:lnTo>
                  <a:lnTo>
                    <a:pt x="614678" y="407552"/>
                  </a:lnTo>
                  <a:lnTo>
                    <a:pt x="615164" y="407469"/>
                  </a:lnTo>
                  <a:lnTo>
                    <a:pt x="615400" y="407428"/>
                  </a:lnTo>
                  <a:lnTo>
                    <a:pt x="615935" y="407400"/>
                  </a:lnTo>
                  <a:lnTo>
                    <a:pt x="616257" y="407392"/>
                  </a:lnTo>
                  <a:lnTo>
                    <a:pt x="616591" y="407399"/>
                  </a:lnTo>
                  <a:lnTo>
                    <a:pt x="617108" y="407474"/>
                  </a:lnTo>
                  <a:lnTo>
                    <a:pt x="617399" y="407414"/>
                  </a:lnTo>
                  <a:lnTo>
                    <a:pt x="617761" y="407330"/>
                  </a:lnTo>
                  <a:lnTo>
                    <a:pt x="617910" y="407349"/>
                  </a:lnTo>
                  <a:lnTo>
                    <a:pt x="618594" y="407659"/>
                  </a:lnTo>
                  <a:lnTo>
                    <a:pt x="618905" y="407767"/>
                  </a:lnTo>
                  <a:lnTo>
                    <a:pt x="619279" y="408045"/>
                  </a:lnTo>
                  <a:lnTo>
                    <a:pt x="619915" y="408496"/>
                  </a:lnTo>
                  <a:lnTo>
                    <a:pt x="620988" y="409055"/>
                  </a:lnTo>
                  <a:lnTo>
                    <a:pt x="621347" y="409213"/>
                  </a:lnTo>
                  <a:lnTo>
                    <a:pt x="621476" y="409207"/>
                  </a:lnTo>
                  <a:lnTo>
                    <a:pt x="621991" y="409131"/>
                  </a:lnTo>
                  <a:lnTo>
                    <a:pt x="622245" y="409116"/>
                  </a:lnTo>
                  <a:lnTo>
                    <a:pt x="622555" y="409048"/>
                  </a:lnTo>
                  <a:lnTo>
                    <a:pt x="623044" y="408882"/>
                  </a:lnTo>
                  <a:lnTo>
                    <a:pt x="623603" y="408564"/>
                  </a:lnTo>
                  <a:lnTo>
                    <a:pt x="623888" y="408252"/>
                  </a:lnTo>
                  <a:lnTo>
                    <a:pt x="624074" y="408067"/>
                  </a:lnTo>
                  <a:lnTo>
                    <a:pt x="624187" y="407932"/>
                  </a:lnTo>
                  <a:lnTo>
                    <a:pt x="624566" y="407327"/>
                  </a:lnTo>
                  <a:lnTo>
                    <a:pt x="624813" y="406939"/>
                  </a:lnTo>
                  <a:lnTo>
                    <a:pt x="625496" y="406230"/>
                  </a:lnTo>
                  <a:lnTo>
                    <a:pt x="626345" y="405822"/>
                  </a:lnTo>
                  <a:lnTo>
                    <a:pt x="626485" y="405813"/>
                  </a:lnTo>
                  <a:lnTo>
                    <a:pt x="627455" y="405721"/>
                  </a:lnTo>
                  <a:lnTo>
                    <a:pt x="627724" y="405702"/>
                  </a:lnTo>
                  <a:lnTo>
                    <a:pt x="627962" y="405714"/>
                  </a:lnTo>
                  <a:lnTo>
                    <a:pt x="629497" y="406039"/>
                  </a:lnTo>
                  <a:lnTo>
                    <a:pt x="630391" y="406189"/>
                  </a:lnTo>
                  <a:lnTo>
                    <a:pt x="630914" y="406173"/>
                  </a:lnTo>
                  <a:lnTo>
                    <a:pt x="631113" y="406180"/>
                  </a:lnTo>
                  <a:lnTo>
                    <a:pt x="631386" y="406188"/>
                  </a:lnTo>
                  <a:lnTo>
                    <a:pt x="631640" y="406086"/>
                  </a:lnTo>
                  <a:lnTo>
                    <a:pt x="632038" y="405755"/>
                  </a:lnTo>
                  <a:lnTo>
                    <a:pt x="632161" y="405562"/>
                  </a:lnTo>
                  <a:lnTo>
                    <a:pt x="632402" y="405234"/>
                  </a:lnTo>
                  <a:lnTo>
                    <a:pt x="632516" y="405092"/>
                  </a:lnTo>
                  <a:lnTo>
                    <a:pt x="633214" y="405421"/>
                  </a:lnTo>
                  <a:lnTo>
                    <a:pt x="633372" y="405625"/>
                  </a:lnTo>
                  <a:lnTo>
                    <a:pt x="633533" y="405896"/>
                  </a:lnTo>
                  <a:lnTo>
                    <a:pt x="633631" y="406088"/>
                  </a:lnTo>
                  <a:lnTo>
                    <a:pt x="633734" y="406436"/>
                  </a:lnTo>
                  <a:lnTo>
                    <a:pt x="633639" y="407101"/>
                  </a:lnTo>
                  <a:lnTo>
                    <a:pt x="633349" y="407886"/>
                  </a:lnTo>
                  <a:lnTo>
                    <a:pt x="633140" y="408094"/>
                  </a:lnTo>
                  <a:lnTo>
                    <a:pt x="632857" y="408252"/>
                  </a:lnTo>
                  <a:lnTo>
                    <a:pt x="632464" y="408469"/>
                  </a:lnTo>
                  <a:lnTo>
                    <a:pt x="631939" y="408677"/>
                  </a:lnTo>
                  <a:lnTo>
                    <a:pt x="631607" y="408797"/>
                  </a:lnTo>
                  <a:lnTo>
                    <a:pt x="630405" y="409421"/>
                  </a:lnTo>
                  <a:lnTo>
                    <a:pt x="629799" y="409575"/>
                  </a:lnTo>
                  <a:lnTo>
                    <a:pt x="629407" y="409642"/>
                  </a:lnTo>
                  <a:lnTo>
                    <a:pt x="628793" y="409777"/>
                  </a:lnTo>
                  <a:lnTo>
                    <a:pt x="628623" y="409835"/>
                  </a:lnTo>
                  <a:lnTo>
                    <a:pt x="628321" y="409900"/>
                  </a:lnTo>
                  <a:lnTo>
                    <a:pt x="628023" y="410061"/>
                  </a:lnTo>
                  <a:lnTo>
                    <a:pt x="626936" y="410332"/>
                  </a:lnTo>
                  <a:lnTo>
                    <a:pt x="626766" y="410358"/>
                  </a:lnTo>
                  <a:lnTo>
                    <a:pt x="626034" y="410549"/>
                  </a:lnTo>
                  <a:lnTo>
                    <a:pt x="625531" y="410605"/>
                  </a:lnTo>
                  <a:lnTo>
                    <a:pt x="624776" y="410834"/>
                  </a:lnTo>
                  <a:lnTo>
                    <a:pt x="623956" y="411239"/>
                  </a:lnTo>
                  <a:lnTo>
                    <a:pt x="623720" y="411365"/>
                  </a:lnTo>
                  <a:lnTo>
                    <a:pt x="623367" y="411510"/>
                  </a:lnTo>
                  <a:lnTo>
                    <a:pt x="622949" y="411698"/>
                  </a:lnTo>
                  <a:lnTo>
                    <a:pt x="622754" y="411912"/>
                  </a:lnTo>
                  <a:lnTo>
                    <a:pt x="622469" y="412272"/>
                  </a:lnTo>
                  <a:lnTo>
                    <a:pt x="622240" y="412556"/>
                  </a:lnTo>
                  <a:lnTo>
                    <a:pt x="621948" y="412754"/>
                  </a:lnTo>
                  <a:lnTo>
                    <a:pt x="621647" y="412764"/>
                  </a:lnTo>
                  <a:lnTo>
                    <a:pt x="621425" y="412724"/>
                  </a:lnTo>
                  <a:lnTo>
                    <a:pt x="621250" y="412780"/>
                  </a:lnTo>
                  <a:lnTo>
                    <a:pt x="621103" y="412811"/>
                  </a:lnTo>
                  <a:lnTo>
                    <a:pt x="620910" y="412894"/>
                  </a:lnTo>
                  <a:lnTo>
                    <a:pt x="620592" y="413091"/>
                  </a:lnTo>
                  <a:lnTo>
                    <a:pt x="620335" y="413256"/>
                  </a:lnTo>
                  <a:lnTo>
                    <a:pt x="620128" y="413283"/>
                  </a:lnTo>
                  <a:lnTo>
                    <a:pt x="619968" y="413271"/>
                  </a:lnTo>
                  <a:lnTo>
                    <a:pt x="619415" y="413515"/>
                  </a:lnTo>
                  <a:lnTo>
                    <a:pt x="619275" y="413594"/>
                  </a:lnTo>
                  <a:lnTo>
                    <a:pt x="618827" y="413654"/>
                  </a:lnTo>
                  <a:lnTo>
                    <a:pt x="618565" y="413667"/>
                  </a:lnTo>
                  <a:lnTo>
                    <a:pt x="618316" y="413746"/>
                  </a:lnTo>
                  <a:lnTo>
                    <a:pt x="617984" y="414011"/>
                  </a:lnTo>
                  <a:lnTo>
                    <a:pt x="617494" y="415373"/>
                  </a:lnTo>
                  <a:lnTo>
                    <a:pt x="617491" y="415798"/>
                  </a:lnTo>
                  <a:lnTo>
                    <a:pt x="617355" y="416182"/>
                  </a:lnTo>
                  <a:lnTo>
                    <a:pt x="617369" y="416432"/>
                  </a:lnTo>
                  <a:lnTo>
                    <a:pt x="617373" y="416582"/>
                  </a:lnTo>
                  <a:lnTo>
                    <a:pt x="617424" y="416737"/>
                  </a:lnTo>
                  <a:lnTo>
                    <a:pt x="617494" y="417295"/>
                  </a:lnTo>
                  <a:lnTo>
                    <a:pt x="617366" y="417605"/>
                  </a:lnTo>
                  <a:lnTo>
                    <a:pt x="617364" y="417775"/>
                  </a:lnTo>
                  <a:lnTo>
                    <a:pt x="617428" y="418082"/>
                  </a:lnTo>
                  <a:lnTo>
                    <a:pt x="617483" y="418249"/>
                  </a:lnTo>
                  <a:lnTo>
                    <a:pt x="617520" y="418395"/>
                  </a:lnTo>
                  <a:lnTo>
                    <a:pt x="617541" y="418530"/>
                  </a:lnTo>
                  <a:lnTo>
                    <a:pt x="617533" y="418678"/>
                  </a:lnTo>
                  <a:lnTo>
                    <a:pt x="617438" y="418900"/>
                  </a:lnTo>
                  <a:lnTo>
                    <a:pt x="617229" y="419149"/>
                  </a:lnTo>
                  <a:lnTo>
                    <a:pt x="617051" y="419340"/>
                  </a:lnTo>
                  <a:lnTo>
                    <a:pt x="616808" y="419557"/>
                  </a:lnTo>
                  <a:lnTo>
                    <a:pt x="616655" y="419653"/>
                  </a:lnTo>
                  <a:lnTo>
                    <a:pt x="616481" y="419803"/>
                  </a:lnTo>
                  <a:lnTo>
                    <a:pt x="616270" y="420002"/>
                  </a:lnTo>
                  <a:lnTo>
                    <a:pt x="616143" y="420235"/>
                  </a:lnTo>
                  <a:lnTo>
                    <a:pt x="615988" y="420835"/>
                  </a:lnTo>
                  <a:lnTo>
                    <a:pt x="615720" y="421198"/>
                  </a:lnTo>
                  <a:lnTo>
                    <a:pt x="615322" y="421534"/>
                  </a:lnTo>
                  <a:lnTo>
                    <a:pt x="614770" y="421994"/>
                  </a:lnTo>
                  <a:lnTo>
                    <a:pt x="614475" y="422258"/>
                  </a:lnTo>
                  <a:lnTo>
                    <a:pt x="614186" y="422526"/>
                  </a:lnTo>
                  <a:lnTo>
                    <a:pt x="612843" y="424554"/>
                  </a:lnTo>
                  <a:lnTo>
                    <a:pt x="612918" y="424900"/>
                  </a:lnTo>
                  <a:lnTo>
                    <a:pt x="612904" y="425181"/>
                  </a:lnTo>
                  <a:lnTo>
                    <a:pt x="612825" y="425399"/>
                  </a:lnTo>
                  <a:lnTo>
                    <a:pt x="612797" y="425534"/>
                  </a:lnTo>
                  <a:lnTo>
                    <a:pt x="613160" y="426353"/>
                  </a:lnTo>
                  <a:lnTo>
                    <a:pt x="613514" y="426624"/>
                  </a:lnTo>
                  <a:lnTo>
                    <a:pt x="617527" y="430526"/>
                  </a:lnTo>
                  <a:lnTo>
                    <a:pt x="617513" y="430711"/>
                  </a:lnTo>
                  <a:lnTo>
                    <a:pt x="617429" y="431010"/>
                  </a:lnTo>
                  <a:lnTo>
                    <a:pt x="617346" y="431151"/>
                  </a:lnTo>
                  <a:lnTo>
                    <a:pt x="621146" y="438151"/>
                  </a:lnTo>
                  <a:lnTo>
                    <a:pt x="619576" y="439982"/>
                  </a:lnTo>
                  <a:lnTo>
                    <a:pt x="619387" y="440231"/>
                  </a:lnTo>
                  <a:lnTo>
                    <a:pt x="619244" y="440392"/>
                  </a:lnTo>
                  <a:lnTo>
                    <a:pt x="615880" y="445232"/>
                  </a:lnTo>
                  <a:lnTo>
                    <a:pt x="606441" y="450043"/>
                  </a:lnTo>
                  <a:lnTo>
                    <a:pt x="605934" y="449986"/>
                  </a:lnTo>
                  <a:lnTo>
                    <a:pt x="605727" y="449950"/>
                  </a:lnTo>
                  <a:lnTo>
                    <a:pt x="604721" y="449909"/>
                  </a:lnTo>
                  <a:lnTo>
                    <a:pt x="604242" y="450026"/>
                  </a:lnTo>
                  <a:lnTo>
                    <a:pt x="603796" y="450193"/>
                  </a:lnTo>
                  <a:lnTo>
                    <a:pt x="603527" y="450340"/>
                  </a:lnTo>
                  <a:lnTo>
                    <a:pt x="603280" y="450566"/>
                  </a:lnTo>
                  <a:lnTo>
                    <a:pt x="602974" y="450791"/>
                  </a:lnTo>
                  <a:lnTo>
                    <a:pt x="602823" y="450929"/>
                  </a:lnTo>
                  <a:lnTo>
                    <a:pt x="602599" y="451176"/>
                  </a:lnTo>
                  <a:lnTo>
                    <a:pt x="598744" y="454611"/>
                  </a:lnTo>
                  <a:lnTo>
                    <a:pt x="597723" y="457220"/>
                  </a:lnTo>
                  <a:lnTo>
                    <a:pt x="598731" y="459253"/>
                  </a:lnTo>
                  <a:lnTo>
                    <a:pt x="599085" y="459587"/>
                  </a:lnTo>
                  <a:lnTo>
                    <a:pt x="599293" y="459739"/>
                  </a:lnTo>
                  <a:lnTo>
                    <a:pt x="599555" y="460006"/>
                  </a:lnTo>
                  <a:lnTo>
                    <a:pt x="599937" y="460457"/>
                  </a:lnTo>
                  <a:lnTo>
                    <a:pt x="599992" y="460585"/>
                  </a:lnTo>
                  <a:lnTo>
                    <a:pt x="600157" y="460822"/>
                  </a:lnTo>
                  <a:lnTo>
                    <a:pt x="600291" y="461130"/>
                  </a:lnTo>
                  <a:lnTo>
                    <a:pt x="600310" y="461290"/>
                  </a:lnTo>
                  <a:lnTo>
                    <a:pt x="600346" y="461905"/>
                  </a:lnTo>
                  <a:lnTo>
                    <a:pt x="600330" y="462088"/>
                  </a:lnTo>
                  <a:lnTo>
                    <a:pt x="600271" y="462275"/>
                  </a:lnTo>
                  <a:lnTo>
                    <a:pt x="600313" y="463840"/>
                  </a:lnTo>
                  <a:lnTo>
                    <a:pt x="600256" y="464244"/>
                  </a:lnTo>
                  <a:lnTo>
                    <a:pt x="600115" y="464492"/>
                  </a:lnTo>
                  <a:lnTo>
                    <a:pt x="599985" y="464709"/>
                  </a:lnTo>
                  <a:lnTo>
                    <a:pt x="599619" y="464876"/>
                  </a:lnTo>
                  <a:lnTo>
                    <a:pt x="599274" y="464964"/>
                  </a:lnTo>
                  <a:lnTo>
                    <a:pt x="596654" y="465630"/>
                  </a:lnTo>
                  <a:lnTo>
                    <a:pt x="596520" y="465965"/>
                  </a:lnTo>
                  <a:lnTo>
                    <a:pt x="596107" y="466971"/>
                  </a:lnTo>
                  <a:lnTo>
                    <a:pt x="595496" y="468870"/>
                  </a:lnTo>
                  <a:lnTo>
                    <a:pt x="595353" y="469002"/>
                  </a:lnTo>
                  <a:lnTo>
                    <a:pt x="595174" y="469100"/>
                  </a:lnTo>
                  <a:lnTo>
                    <a:pt x="594687" y="469462"/>
                  </a:lnTo>
                  <a:lnTo>
                    <a:pt x="594414" y="469631"/>
                  </a:lnTo>
                  <a:lnTo>
                    <a:pt x="594024" y="469905"/>
                  </a:lnTo>
                  <a:lnTo>
                    <a:pt x="593835" y="470163"/>
                  </a:lnTo>
                  <a:lnTo>
                    <a:pt x="594350" y="471985"/>
                  </a:lnTo>
                  <a:lnTo>
                    <a:pt x="594160" y="472373"/>
                  </a:lnTo>
                  <a:lnTo>
                    <a:pt x="594058" y="472584"/>
                  </a:lnTo>
                  <a:lnTo>
                    <a:pt x="593861" y="472798"/>
                  </a:lnTo>
                  <a:lnTo>
                    <a:pt x="593669" y="473157"/>
                  </a:lnTo>
                  <a:lnTo>
                    <a:pt x="593570" y="473385"/>
                  </a:lnTo>
                  <a:lnTo>
                    <a:pt x="593496" y="473659"/>
                  </a:lnTo>
                  <a:lnTo>
                    <a:pt x="592336" y="477129"/>
                  </a:lnTo>
                  <a:lnTo>
                    <a:pt x="592323" y="477261"/>
                  </a:lnTo>
                  <a:lnTo>
                    <a:pt x="592365" y="477397"/>
                  </a:lnTo>
                  <a:lnTo>
                    <a:pt x="592475" y="477564"/>
                  </a:lnTo>
                  <a:lnTo>
                    <a:pt x="592617" y="477687"/>
                  </a:lnTo>
                  <a:lnTo>
                    <a:pt x="592925" y="478058"/>
                  </a:lnTo>
                  <a:lnTo>
                    <a:pt x="593462" y="478988"/>
                  </a:lnTo>
                  <a:lnTo>
                    <a:pt x="593377" y="479283"/>
                  </a:lnTo>
                  <a:lnTo>
                    <a:pt x="593151" y="479454"/>
                  </a:lnTo>
                  <a:lnTo>
                    <a:pt x="592731" y="479887"/>
                  </a:lnTo>
                  <a:lnTo>
                    <a:pt x="592734" y="480075"/>
                  </a:lnTo>
                  <a:lnTo>
                    <a:pt x="592439" y="481114"/>
                  </a:lnTo>
                  <a:lnTo>
                    <a:pt x="592255" y="483805"/>
                  </a:lnTo>
                  <a:lnTo>
                    <a:pt x="592126" y="484086"/>
                  </a:lnTo>
                  <a:lnTo>
                    <a:pt x="592106" y="484556"/>
                  </a:lnTo>
                  <a:lnTo>
                    <a:pt x="592024" y="484812"/>
                  </a:lnTo>
                  <a:lnTo>
                    <a:pt x="591643" y="485303"/>
                  </a:lnTo>
                  <a:lnTo>
                    <a:pt x="591401" y="485440"/>
                  </a:lnTo>
                  <a:lnTo>
                    <a:pt x="590937" y="485637"/>
                  </a:lnTo>
                  <a:lnTo>
                    <a:pt x="590571" y="485855"/>
                  </a:lnTo>
                  <a:lnTo>
                    <a:pt x="590415" y="485914"/>
                  </a:lnTo>
                  <a:lnTo>
                    <a:pt x="590014" y="486042"/>
                  </a:lnTo>
                  <a:lnTo>
                    <a:pt x="588356" y="487076"/>
                  </a:lnTo>
                  <a:lnTo>
                    <a:pt x="588016" y="487703"/>
                  </a:lnTo>
                  <a:lnTo>
                    <a:pt x="587763" y="488261"/>
                  </a:lnTo>
                  <a:lnTo>
                    <a:pt x="587726" y="488487"/>
                  </a:lnTo>
                  <a:lnTo>
                    <a:pt x="587660" y="489066"/>
                  </a:lnTo>
                  <a:lnTo>
                    <a:pt x="587612" y="489250"/>
                  </a:lnTo>
                  <a:lnTo>
                    <a:pt x="587432" y="489558"/>
                  </a:lnTo>
                  <a:lnTo>
                    <a:pt x="587223" y="490046"/>
                  </a:lnTo>
                  <a:lnTo>
                    <a:pt x="586478" y="490710"/>
                  </a:lnTo>
                  <a:lnTo>
                    <a:pt x="586555" y="490934"/>
                  </a:lnTo>
                  <a:lnTo>
                    <a:pt x="586493" y="491139"/>
                  </a:lnTo>
                  <a:lnTo>
                    <a:pt x="586251" y="491343"/>
                  </a:lnTo>
                  <a:lnTo>
                    <a:pt x="585975" y="491745"/>
                  </a:lnTo>
                  <a:lnTo>
                    <a:pt x="585812" y="491883"/>
                  </a:lnTo>
                  <a:lnTo>
                    <a:pt x="585685" y="492077"/>
                  </a:lnTo>
                  <a:lnTo>
                    <a:pt x="585618" y="492485"/>
                  </a:lnTo>
                  <a:lnTo>
                    <a:pt x="585703" y="492952"/>
                  </a:lnTo>
                  <a:lnTo>
                    <a:pt x="585977" y="493536"/>
                  </a:lnTo>
                  <a:lnTo>
                    <a:pt x="587035" y="493367"/>
                  </a:lnTo>
                  <a:lnTo>
                    <a:pt x="587270" y="493398"/>
                  </a:lnTo>
                  <a:lnTo>
                    <a:pt x="587689" y="493546"/>
                  </a:lnTo>
                  <a:lnTo>
                    <a:pt x="587867" y="493653"/>
                  </a:lnTo>
                  <a:lnTo>
                    <a:pt x="589440" y="495863"/>
                  </a:lnTo>
                  <a:lnTo>
                    <a:pt x="589380" y="496081"/>
                  </a:lnTo>
                  <a:lnTo>
                    <a:pt x="589334" y="496229"/>
                  </a:lnTo>
                  <a:lnTo>
                    <a:pt x="589139" y="496382"/>
                  </a:lnTo>
                  <a:lnTo>
                    <a:pt x="588970" y="496492"/>
                  </a:lnTo>
                  <a:lnTo>
                    <a:pt x="588842" y="496623"/>
                  </a:lnTo>
                  <a:lnTo>
                    <a:pt x="587263" y="497012"/>
                  </a:lnTo>
                  <a:lnTo>
                    <a:pt x="587007" y="497074"/>
                  </a:lnTo>
                  <a:lnTo>
                    <a:pt x="586717" y="497220"/>
                  </a:lnTo>
                  <a:lnTo>
                    <a:pt x="586576" y="498301"/>
                  </a:lnTo>
                  <a:lnTo>
                    <a:pt x="586814" y="498415"/>
                  </a:lnTo>
                  <a:lnTo>
                    <a:pt x="587103" y="498536"/>
                  </a:lnTo>
                  <a:lnTo>
                    <a:pt x="587365" y="498637"/>
                  </a:lnTo>
                  <a:lnTo>
                    <a:pt x="583046" y="504989"/>
                  </a:lnTo>
                  <a:lnTo>
                    <a:pt x="582852" y="505108"/>
                  </a:lnTo>
                  <a:lnTo>
                    <a:pt x="582508" y="505259"/>
                  </a:lnTo>
                  <a:lnTo>
                    <a:pt x="582288" y="505369"/>
                  </a:lnTo>
                  <a:lnTo>
                    <a:pt x="582108" y="505454"/>
                  </a:lnTo>
                  <a:lnTo>
                    <a:pt x="581858" y="505556"/>
                  </a:lnTo>
                  <a:lnTo>
                    <a:pt x="581634" y="505607"/>
                  </a:lnTo>
                  <a:lnTo>
                    <a:pt x="581221" y="505713"/>
                  </a:lnTo>
                  <a:lnTo>
                    <a:pt x="579500" y="507042"/>
                  </a:lnTo>
                  <a:lnTo>
                    <a:pt x="581571" y="510478"/>
                  </a:lnTo>
                  <a:lnTo>
                    <a:pt x="581343" y="510767"/>
                  </a:lnTo>
                  <a:lnTo>
                    <a:pt x="581041" y="511146"/>
                  </a:lnTo>
                  <a:lnTo>
                    <a:pt x="580739" y="511640"/>
                  </a:lnTo>
                  <a:lnTo>
                    <a:pt x="580530" y="511933"/>
                  </a:lnTo>
                  <a:lnTo>
                    <a:pt x="580272" y="512140"/>
                  </a:lnTo>
                  <a:lnTo>
                    <a:pt x="579974" y="512347"/>
                  </a:lnTo>
                  <a:lnTo>
                    <a:pt x="579739" y="512564"/>
                  </a:lnTo>
                  <a:lnTo>
                    <a:pt x="579470" y="512902"/>
                  </a:lnTo>
                  <a:lnTo>
                    <a:pt x="577757" y="515344"/>
                  </a:lnTo>
                  <a:lnTo>
                    <a:pt x="577525" y="515347"/>
                  </a:lnTo>
                  <a:lnTo>
                    <a:pt x="577297" y="515367"/>
                  </a:lnTo>
                  <a:lnTo>
                    <a:pt x="576482" y="515665"/>
                  </a:lnTo>
                  <a:lnTo>
                    <a:pt x="576326" y="515866"/>
                  </a:lnTo>
                  <a:lnTo>
                    <a:pt x="576460" y="516547"/>
                  </a:lnTo>
                  <a:lnTo>
                    <a:pt x="576712" y="516970"/>
                  </a:lnTo>
                  <a:lnTo>
                    <a:pt x="576697" y="517181"/>
                  </a:lnTo>
                  <a:lnTo>
                    <a:pt x="576668" y="517321"/>
                  </a:lnTo>
                  <a:lnTo>
                    <a:pt x="576482" y="517532"/>
                  </a:lnTo>
                  <a:lnTo>
                    <a:pt x="576216" y="517572"/>
                  </a:lnTo>
                  <a:lnTo>
                    <a:pt x="571252" y="522579"/>
                  </a:lnTo>
                  <a:lnTo>
                    <a:pt x="568889" y="531762"/>
                  </a:lnTo>
                  <a:lnTo>
                    <a:pt x="567765" y="531704"/>
                  </a:lnTo>
                  <a:lnTo>
                    <a:pt x="567163" y="531615"/>
                  </a:lnTo>
                  <a:lnTo>
                    <a:pt x="565624" y="532271"/>
                  </a:lnTo>
                  <a:lnTo>
                    <a:pt x="565418" y="532738"/>
                  </a:lnTo>
                  <a:lnTo>
                    <a:pt x="564791" y="532852"/>
                  </a:lnTo>
                  <a:lnTo>
                    <a:pt x="564540" y="533119"/>
                  </a:lnTo>
                  <a:lnTo>
                    <a:pt x="563303" y="533492"/>
                  </a:lnTo>
                  <a:lnTo>
                    <a:pt x="562646" y="534165"/>
                  </a:lnTo>
                  <a:lnTo>
                    <a:pt x="562112" y="534169"/>
                  </a:lnTo>
                  <a:lnTo>
                    <a:pt x="560280" y="535238"/>
                  </a:lnTo>
                  <a:lnTo>
                    <a:pt x="559466" y="536269"/>
                  </a:lnTo>
                  <a:lnTo>
                    <a:pt x="559805" y="536564"/>
                  </a:lnTo>
                  <a:lnTo>
                    <a:pt x="559356" y="536855"/>
                  </a:lnTo>
                  <a:lnTo>
                    <a:pt x="559187" y="537714"/>
                  </a:lnTo>
                  <a:lnTo>
                    <a:pt x="558263" y="538643"/>
                  </a:lnTo>
                  <a:lnTo>
                    <a:pt x="558410" y="539572"/>
                  </a:lnTo>
                  <a:lnTo>
                    <a:pt x="557450" y="541611"/>
                  </a:lnTo>
                  <a:lnTo>
                    <a:pt x="557618" y="542184"/>
                  </a:lnTo>
                  <a:lnTo>
                    <a:pt x="556963" y="542792"/>
                  </a:lnTo>
                  <a:lnTo>
                    <a:pt x="557170" y="543183"/>
                  </a:lnTo>
                  <a:lnTo>
                    <a:pt x="557026" y="543895"/>
                  </a:lnTo>
                  <a:lnTo>
                    <a:pt x="556965" y="544231"/>
                  </a:lnTo>
                  <a:lnTo>
                    <a:pt x="556600" y="544539"/>
                  </a:lnTo>
                  <a:lnTo>
                    <a:pt x="556486" y="545719"/>
                  </a:lnTo>
                  <a:lnTo>
                    <a:pt x="556867" y="546440"/>
                  </a:lnTo>
                  <a:lnTo>
                    <a:pt x="557502" y="547275"/>
                  </a:lnTo>
                  <a:lnTo>
                    <a:pt x="557682" y="547551"/>
                  </a:lnTo>
                  <a:lnTo>
                    <a:pt x="557879" y="549535"/>
                  </a:lnTo>
                  <a:lnTo>
                    <a:pt x="557953" y="550381"/>
                  </a:lnTo>
                  <a:lnTo>
                    <a:pt x="557505" y="551218"/>
                  </a:lnTo>
                  <a:lnTo>
                    <a:pt x="556919" y="551535"/>
                  </a:lnTo>
                  <a:lnTo>
                    <a:pt x="556509" y="552198"/>
                  </a:lnTo>
                  <a:lnTo>
                    <a:pt x="555477" y="552659"/>
                  </a:lnTo>
                  <a:lnTo>
                    <a:pt x="554704" y="553378"/>
                  </a:lnTo>
                  <a:lnTo>
                    <a:pt x="554364" y="554202"/>
                  </a:lnTo>
                  <a:lnTo>
                    <a:pt x="554150" y="554376"/>
                  </a:lnTo>
                  <a:lnTo>
                    <a:pt x="553335" y="554717"/>
                  </a:lnTo>
                  <a:lnTo>
                    <a:pt x="552416" y="554965"/>
                  </a:lnTo>
                  <a:lnTo>
                    <a:pt x="552231" y="555458"/>
                  </a:lnTo>
                  <a:lnTo>
                    <a:pt x="552021" y="555858"/>
                  </a:lnTo>
                  <a:lnTo>
                    <a:pt x="551116" y="555868"/>
                  </a:lnTo>
                  <a:lnTo>
                    <a:pt x="550730" y="555776"/>
                  </a:lnTo>
                  <a:lnTo>
                    <a:pt x="550728" y="555395"/>
                  </a:lnTo>
                  <a:lnTo>
                    <a:pt x="550118" y="555409"/>
                  </a:lnTo>
                  <a:lnTo>
                    <a:pt x="549508" y="555315"/>
                  </a:lnTo>
                  <a:lnTo>
                    <a:pt x="549183" y="555059"/>
                  </a:lnTo>
                  <a:lnTo>
                    <a:pt x="548241" y="554517"/>
                  </a:lnTo>
                  <a:lnTo>
                    <a:pt x="547524" y="554209"/>
                  </a:lnTo>
                  <a:lnTo>
                    <a:pt x="547305" y="554176"/>
                  </a:lnTo>
                  <a:lnTo>
                    <a:pt x="514556" y="545707"/>
                  </a:lnTo>
                  <a:lnTo>
                    <a:pt x="514423" y="545547"/>
                  </a:lnTo>
                  <a:lnTo>
                    <a:pt x="514200" y="545227"/>
                  </a:lnTo>
                  <a:lnTo>
                    <a:pt x="514040" y="544966"/>
                  </a:lnTo>
                  <a:lnTo>
                    <a:pt x="513867" y="544815"/>
                  </a:lnTo>
                  <a:lnTo>
                    <a:pt x="513624" y="544716"/>
                  </a:lnTo>
                  <a:lnTo>
                    <a:pt x="513245" y="544622"/>
                  </a:lnTo>
                  <a:lnTo>
                    <a:pt x="512887" y="544570"/>
                  </a:lnTo>
                  <a:lnTo>
                    <a:pt x="512515" y="544547"/>
                  </a:lnTo>
                  <a:lnTo>
                    <a:pt x="512095" y="544474"/>
                  </a:lnTo>
                  <a:lnTo>
                    <a:pt x="511896" y="544354"/>
                  </a:lnTo>
                  <a:lnTo>
                    <a:pt x="511756" y="544205"/>
                  </a:lnTo>
                  <a:lnTo>
                    <a:pt x="511602" y="543898"/>
                  </a:lnTo>
                  <a:lnTo>
                    <a:pt x="511487" y="543284"/>
                  </a:lnTo>
                  <a:lnTo>
                    <a:pt x="511343" y="542530"/>
                  </a:lnTo>
                  <a:lnTo>
                    <a:pt x="511204" y="542027"/>
                  </a:lnTo>
                  <a:lnTo>
                    <a:pt x="510070" y="541819"/>
                  </a:lnTo>
                  <a:lnTo>
                    <a:pt x="509796" y="541788"/>
                  </a:lnTo>
                  <a:lnTo>
                    <a:pt x="509607" y="541781"/>
                  </a:lnTo>
                  <a:lnTo>
                    <a:pt x="509358" y="541892"/>
                  </a:lnTo>
                  <a:lnTo>
                    <a:pt x="509252" y="542350"/>
                  </a:lnTo>
                  <a:lnTo>
                    <a:pt x="509020" y="542450"/>
                  </a:lnTo>
                  <a:lnTo>
                    <a:pt x="508514" y="542817"/>
                  </a:lnTo>
                  <a:lnTo>
                    <a:pt x="508062" y="542925"/>
                  </a:lnTo>
                  <a:lnTo>
                    <a:pt x="507772" y="543332"/>
                  </a:lnTo>
                  <a:lnTo>
                    <a:pt x="507798" y="543586"/>
                  </a:lnTo>
                  <a:lnTo>
                    <a:pt x="507741" y="543825"/>
                  </a:lnTo>
                  <a:lnTo>
                    <a:pt x="507587" y="544013"/>
                  </a:lnTo>
                  <a:lnTo>
                    <a:pt x="506771" y="544929"/>
                  </a:lnTo>
                  <a:lnTo>
                    <a:pt x="506587" y="545143"/>
                  </a:lnTo>
                  <a:lnTo>
                    <a:pt x="506248" y="545648"/>
                  </a:lnTo>
                  <a:lnTo>
                    <a:pt x="506074" y="546105"/>
                  </a:lnTo>
                  <a:lnTo>
                    <a:pt x="506030" y="546368"/>
                  </a:lnTo>
                  <a:lnTo>
                    <a:pt x="506019" y="546756"/>
                  </a:lnTo>
                  <a:lnTo>
                    <a:pt x="506053" y="547027"/>
                  </a:lnTo>
                  <a:lnTo>
                    <a:pt x="505953" y="547449"/>
                  </a:lnTo>
                  <a:lnTo>
                    <a:pt x="505484" y="547394"/>
                  </a:lnTo>
                  <a:lnTo>
                    <a:pt x="505167" y="547307"/>
                  </a:lnTo>
                  <a:lnTo>
                    <a:pt x="504865" y="547217"/>
                  </a:lnTo>
                  <a:lnTo>
                    <a:pt x="504488" y="547047"/>
                  </a:lnTo>
                  <a:lnTo>
                    <a:pt x="503994" y="546858"/>
                  </a:lnTo>
                  <a:lnTo>
                    <a:pt x="503638" y="546809"/>
                  </a:lnTo>
                  <a:lnTo>
                    <a:pt x="503259" y="546914"/>
                  </a:lnTo>
                  <a:lnTo>
                    <a:pt x="503019" y="547074"/>
                  </a:lnTo>
                  <a:lnTo>
                    <a:pt x="502685" y="547264"/>
                  </a:lnTo>
                  <a:lnTo>
                    <a:pt x="502295" y="547302"/>
                  </a:lnTo>
                  <a:lnTo>
                    <a:pt x="501828" y="547486"/>
                  </a:lnTo>
                  <a:lnTo>
                    <a:pt x="501349" y="548287"/>
                  </a:lnTo>
                  <a:lnTo>
                    <a:pt x="501059" y="548906"/>
                  </a:lnTo>
                  <a:lnTo>
                    <a:pt x="500743" y="549691"/>
                  </a:lnTo>
                  <a:lnTo>
                    <a:pt x="500896" y="550036"/>
                  </a:lnTo>
                  <a:lnTo>
                    <a:pt x="501419" y="550135"/>
                  </a:lnTo>
                  <a:lnTo>
                    <a:pt x="502234" y="550405"/>
                  </a:lnTo>
                  <a:lnTo>
                    <a:pt x="502160" y="550872"/>
                  </a:lnTo>
                  <a:lnTo>
                    <a:pt x="502221" y="551237"/>
                  </a:lnTo>
                  <a:lnTo>
                    <a:pt x="502072" y="551727"/>
                  </a:lnTo>
                  <a:lnTo>
                    <a:pt x="501716" y="551996"/>
                  </a:lnTo>
                  <a:lnTo>
                    <a:pt x="501377" y="552239"/>
                  </a:lnTo>
                  <a:lnTo>
                    <a:pt x="500256" y="553032"/>
                  </a:lnTo>
                  <a:lnTo>
                    <a:pt x="499807" y="553563"/>
                  </a:lnTo>
                  <a:lnTo>
                    <a:pt x="499321" y="553985"/>
                  </a:lnTo>
                  <a:lnTo>
                    <a:pt x="498996" y="554206"/>
                  </a:lnTo>
                  <a:lnTo>
                    <a:pt x="498006" y="554717"/>
                  </a:lnTo>
                  <a:lnTo>
                    <a:pt x="497491" y="554919"/>
                  </a:lnTo>
                  <a:lnTo>
                    <a:pt x="497386" y="555182"/>
                  </a:lnTo>
                  <a:lnTo>
                    <a:pt x="497249" y="555412"/>
                  </a:lnTo>
                  <a:lnTo>
                    <a:pt x="496906" y="555761"/>
                  </a:lnTo>
                  <a:lnTo>
                    <a:pt x="496701" y="555945"/>
                  </a:lnTo>
                  <a:lnTo>
                    <a:pt x="496511" y="556031"/>
                  </a:lnTo>
                  <a:lnTo>
                    <a:pt x="495943" y="556137"/>
                  </a:lnTo>
                  <a:lnTo>
                    <a:pt x="495751" y="556164"/>
                  </a:lnTo>
                  <a:lnTo>
                    <a:pt x="495608" y="556201"/>
                  </a:lnTo>
                  <a:lnTo>
                    <a:pt x="495443" y="556332"/>
                  </a:lnTo>
                  <a:lnTo>
                    <a:pt x="495188" y="556595"/>
                  </a:lnTo>
                  <a:lnTo>
                    <a:pt x="495019" y="556689"/>
                  </a:lnTo>
                  <a:lnTo>
                    <a:pt x="494891" y="556719"/>
                  </a:lnTo>
                  <a:lnTo>
                    <a:pt x="494504" y="556738"/>
                  </a:lnTo>
                  <a:lnTo>
                    <a:pt x="494310" y="556977"/>
                  </a:lnTo>
                  <a:lnTo>
                    <a:pt x="494299" y="557258"/>
                  </a:lnTo>
                  <a:lnTo>
                    <a:pt x="494340" y="557396"/>
                  </a:lnTo>
                  <a:lnTo>
                    <a:pt x="494593" y="557594"/>
                  </a:lnTo>
                  <a:lnTo>
                    <a:pt x="494811" y="557711"/>
                  </a:lnTo>
                  <a:lnTo>
                    <a:pt x="494827" y="558212"/>
                  </a:lnTo>
                  <a:lnTo>
                    <a:pt x="494471" y="558322"/>
                  </a:lnTo>
                  <a:lnTo>
                    <a:pt x="493961" y="558438"/>
                  </a:lnTo>
                  <a:lnTo>
                    <a:pt x="493711" y="558461"/>
                  </a:lnTo>
                  <a:lnTo>
                    <a:pt x="493422" y="558371"/>
                  </a:lnTo>
                  <a:lnTo>
                    <a:pt x="493011" y="558228"/>
                  </a:lnTo>
                  <a:lnTo>
                    <a:pt x="492469" y="558198"/>
                  </a:lnTo>
                  <a:lnTo>
                    <a:pt x="492300" y="558147"/>
                  </a:lnTo>
                  <a:lnTo>
                    <a:pt x="492026" y="557871"/>
                  </a:lnTo>
                  <a:lnTo>
                    <a:pt x="491738" y="557672"/>
                  </a:lnTo>
                  <a:lnTo>
                    <a:pt x="491412" y="557491"/>
                  </a:lnTo>
                  <a:lnTo>
                    <a:pt x="491081" y="557433"/>
                  </a:lnTo>
                  <a:lnTo>
                    <a:pt x="490810" y="557498"/>
                  </a:lnTo>
                  <a:lnTo>
                    <a:pt x="490404" y="557707"/>
                  </a:lnTo>
                  <a:lnTo>
                    <a:pt x="490126" y="557745"/>
                  </a:lnTo>
                  <a:lnTo>
                    <a:pt x="489816" y="557506"/>
                  </a:lnTo>
                  <a:lnTo>
                    <a:pt x="489639" y="557381"/>
                  </a:lnTo>
                  <a:lnTo>
                    <a:pt x="489217" y="557403"/>
                  </a:lnTo>
                  <a:lnTo>
                    <a:pt x="489002" y="557540"/>
                  </a:lnTo>
                  <a:lnTo>
                    <a:pt x="488501" y="558019"/>
                  </a:lnTo>
                  <a:lnTo>
                    <a:pt x="488154" y="558294"/>
                  </a:lnTo>
                  <a:lnTo>
                    <a:pt x="487748" y="558471"/>
                  </a:lnTo>
                  <a:lnTo>
                    <a:pt x="487441" y="558663"/>
                  </a:lnTo>
                  <a:lnTo>
                    <a:pt x="487370" y="558922"/>
                  </a:lnTo>
                  <a:lnTo>
                    <a:pt x="487307" y="559138"/>
                  </a:lnTo>
                  <a:lnTo>
                    <a:pt x="487096" y="559555"/>
                  </a:lnTo>
                  <a:lnTo>
                    <a:pt x="486777" y="559892"/>
                  </a:lnTo>
                  <a:lnTo>
                    <a:pt x="486472" y="560109"/>
                  </a:lnTo>
                  <a:lnTo>
                    <a:pt x="486286" y="560222"/>
                  </a:lnTo>
                  <a:lnTo>
                    <a:pt x="485950" y="560175"/>
                  </a:lnTo>
                  <a:lnTo>
                    <a:pt x="485531" y="559879"/>
                  </a:lnTo>
                  <a:lnTo>
                    <a:pt x="485365" y="559987"/>
                  </a:lnTo>
                  <a:lnTo>
                    <a:pt x="484953" y="560237"/>
                  </a:lnTo>
                  <a:lnTo>
                    <a:pt x="484750" y="560321"/>
                  </a:lnTo>
                  <a:lnTo>
                    <a:pt x="484473" y="560368"/>
                  </a:lnTo>
                  <a:lnTo>
                    <a:pt x="484036" y="560440"/>
                  </a:lnTo>
                  <a:lnTo>
                    <a:pt x="483632" y="560362"/>
                  </a:lnTo>
                  <a:lnTo>
                    <a:pt x="483394" y="560076"/>
                  </a:lnTo>
                  <a:lnTo>
                    <a:pt x="483184" y="559867"/>
                  </a:lnTo>
                  <a:lnTo>
                    <a:pt x="482721" y="559630"/>
                  </a:lnTo>
                  <a:lnTo>
                    <a:pt x="482385" y="559708"/>
                  </a:lnTo>
                  <a:lnTo>
                    <a:pt x="482255" y="559710"/>
                  </a:lnTo>
                  <a:lnTo>
                    <a:pt x="481966" y="559622"/>
                  </a:lnTo>
                  <a:lnTo>
                    <a:pt x="481821" y="559502"/>
                  </a:lnTo>
                  <a:lnTo>
                    <a:pt x="481594" y="559325"/>
                  </a:lnTo>
                  <a:lnTo>
                    <a:pt x="481336" y="559202"/>
                  </a:lnTo>
                  <a:lnTo>
                    <a:pt x="481152" y="559222"/>
                  </a:lnTo>
                  <a:lnTo>
                    <a:pt x="481007" y="559308"/>
                  </a:lnTo>
                  <a:lnTo>
                    <a:pt x="480645" y="559619"/>
                  </a:lnTo>
                  <a:lnTo>
                    <a:pt x="480454" y="559707"/>
                  </a:lnTo>
                  <a:lnTo>
                    <a:pt x="479922" y="559705"/>
                  </a:lnTo>
                  <a:lnTo>
                    <a:pt x="479463" y="559733"/>
                  </a:lnTo>
                  <a:lnTo>
                    <a:pt x="479224" y="559814"/>
                  </a:lnTo>
                  <a:lnTo>
                    <a:pt x="479066" y="559944"/>
                  </a:lnTo>
                  <a:lnTo>
                    <a:pt x="478925" y="560145"/>
                  </a:lnTo>
                  <a:lnTo>
                    <a:pt x="478893" y="560322"/>
                  </a:lnTo>
                  <a:lnTo>
                    <a:pt x="478948" y="560536"/>
                  </a:lnTo>
                  <a:lnTo>
                    <a:pt x="479192" y="560880"/>
                  </a:lnTo>
                  <a:lnTo>
                    <a:pt x="479440" y="561503"/>
                  </a:lnTo>
                  <a:lnTo>
                    <a:pt x="479286" y="561672"/>
                  </a:lnTo>
                  <a:lnTo>
                    <a:pt x="479157" y="561672"/>
                  </a:lnTo>
                  <a:lnTo>
                    <a:pt x="478622" y="561686"/>
                  </a:lnTo>
                  <a:lnTo>
                    <a:pt x="478071" y="562150"/>
                  </a:lnTo>
                  <a:lnTo>
                    <a:pt x="477511" y="562363"/>
                  </a:lnTo>
                  <a:lnTo>
                    <a:pt x="477297" y="562414"/>
                  </a:lnTo>
                  <a:lnTo>
                    <a:pt x="477125" y="562391"/>
                  </a:lnTo>
                  <a:lnTo>
                    <a:pt x="476647" y="562304"/>
                  </a:lnTo>
                  <a:lnTo>
                    <a:pt x="476570" y="562441"/>
                  </a:lnTo>
                  <a:lnTo>
                    <a:pt x="476355" y="562607"/>
                  </a:lnTo>
                  <a:lnTo>
                    <a:pt x="475496" y="562603"/>
                  </a:lnTo>
                  <a:lnTo>
                    <a:pt x="475138" y="562644"/>
                  </a:lnTo>
                  <a:lnTo>
                    <a:pt x="474774" y="562813"/>
                  </a:lnTo>
                  <a:lnTo>
                    <a:pt x="474395" y="563117"/>
                  </a:lnTo>
                  <a:lnTo>
                    <a:pt x="474062" y="563562"/>
                  </a:lnTo>
                  <a:lnTo>
                    <a:pt x="474024" y="563811"/>
                  </a:lnTo>
                  <a:lnTo>
                    <a:pt x="474061" y="564186"/>
                  </a:lnTo>
                  <a:lnTo>
                    <a:pt x="474240" y="564712"/>
                  </a:lnTo>
                  <a:lnTo>
                    <a:pt x="474531" y="564838"/>
                  </a:lnTo>
                  <a:lnTo>
                    <a:pt x="474811" y="564763"/>
                  </a:lnTo>
                  <a:lnTo>
                    <a:pt x="474965" y="564697"/>
                  </a:lnTo>
                  <a:lnTo>
                    <a:pt x="475114" y="564685"/>
                  </a:lnTo>
                  <a:lnTo>
                    <a:pt x="475374" y="564750"/>
                  </a:lnTo>
                  <a:lnTo>
                    <a:pt x="475622" y="564841"/>
                  </a:lnTo>
                  <a:lnTo>
                    <a:pt x="475770" y="564927"/>
                  </a:lnTo>
                  <a:lnTo>
                    <a:pt x="476013" y="565149"/>
                  </a:lnTo>
                  <a:lnTo>
                    <a:pt x="476206" y="565324"/>
                  </a:lnTo>
                  <a:lnTo>
                    <a:pt x="476253" y="565457"/>
                  </a:lnTo>
                  <a:lnTo>
                    <a:pt x="476257" y="565611"/>
                  </a:lnTo>
                  <a:lnTo>
                    <a:pt x="476208" y="565774"/>
                  </a:lnTo>
                  <a:lnTo>
                    <a:pt x="476136" y="566039"/>
                  </a:lnTo>
                  <a:lnTo>
                    <a:pt x="476226" y="566433"/>
                  </a:lnTo>
                  <a:lnTo>
                    <a:pt x="476406" y="566474"/>
                  </a:lnTo>
                  <a:lnTo>
                    <a:pt x="476762" y="566531"/>
                  </a:lnTo>
                  <a:lnTo>
                    <a:pt x="477069" y="566505"/>
                  </a:lnTo>
                  <a:lnTo>
                    <a:pt x="477255" y="566464"/>
                  </a:lnTo>
                  <a:lnTo>
                    <a:pt x="477981" y="566420"/>
                  </a:lnTo>
                  <a:lnTo>
                    <a:pt x="478168" y="567196"/>
                  </a:lnTo>
                  <a:lnTo>
                    <a:pt x="478477" y="567640"/>
                  </a:lnTo>
                  <a:lnTo>
                    <a:pt x="479165" y="568034"/>
                  </a:lnTo>
                  <a:lnTo>
                    <a:pt x="479187" y="568184"/>
                  </a:lnTo>
                  <a:lnTo>
                    <a:pt x="479066" y="569291"/>
                  </a:lnTo>
                  <a:lnTo>
                    <a:pt x="479220" y="569435"/>
                  </a:lnTo>
                  <a:lnTo>
                    <a:pt x="479443" y="569553"/>
                  </a:lnTo>
                  <a:lnTo>
                    <a:pt x="479750" y="569478"/>
                  </a:lnTo>
                  <a:lnTo>
                    <a:pt x="481332" y="575269"/>
                  </a:lnTo>
                  <a:lnTo>
                    <a:pt x="481848" y="577239"/>
                  </a:lnTo>
                  <a:lnTo>
                    <a:pt x="484569" y="587493"/>
                  </a:lnTo>
                  <a:lnTo>
                    <a:pt x="487509" y="598506"/>
                  </a:lnTo>
                  <a:lnTo>
                    <a:pt x="486920" y="598709"/>
                  </a:lnTo>
                  <a:lnTo>
                    <a:pt x="486669" y="599117"/>
                  </a:lnTo>
                  <a:lnTo>
                    <a:pt x="486465" y="599167"/>
                  </a:lnTo>
                  <a:lnTo>
                    <a:pt x="485901" y="599369"/>
                  </a:lnTo>
                  <a:lnTo>
                    <a:pt x="485613" y="600958"/>
                  </a:lnTo>
                  <a:lnTo>
                    <a:pt x="485248" y="601094"/>
                  </a:lnTo>
                  <a:lnTo>
                    <a:pt x="485116" y="601299"/>
                  </a:lnTo>
                  <a:lnTo>
                    <a:pt x="485211" y="601841"/>
                  </a:lnTo>
                  <a:lnTo>
                    <a:pt x="485068" y="602296"/>
                  </a:lnTo>
                  <a:lnTo>
                    <a:pt x="485117" y="602459"/>
                  </a:lnTo>
                  <a:lnTo>
                    <a:pt x="485288" y="602747"/>
                  </a:lnTo>
                  <a:lnTo>
                    <a:pt x="485448" y="602770"/>
                  </a:lnTo>
                  <a:lnTo>
                    <a:pt x="485864" y="602958"/>
                  </a:lnTo>
                  <a:lnTo>
                    <a:pt x="485988" y="603216"/>
                  </a:lnTo>
                  <a:lnTo>
                    <a:pt x="485969" y="603397"/>
                  </a:lnTo>
                  <a:lnTo>
                    <a:pt x="485861" y="603940"/>
                  </a:lnTo>
                  <a:lnTo>
                    <a:pt x="485616" y="605036"/>
                  </a:lnTo>
                  <a:lnTo>
                    <a:pt x="485413" y="605349"/>
                  </a:lnTo>
                  <a:lnTo>
                    <a:pt x="485264" y="605478"/>
                  </a:lnTo>
                  <a:lnTo>
                    <a:pt x="484979" y="605658"/>
                  </a:lnTo>
                  <a:lnTo>
                    <a:pt x="484794" y="605965"/>
                  </a:lnTo>
                  <a:lnTo>
                    <a:pt x="484774" y="606321"/>
                  </a:lnTo>
                  <a:lnTo>
                    <a:pt x="484874" y="606796"/>
                  </a:lnTo>
                  <a:lnTo>
                    <a:pt x="484768" y="606945"/>
                  </a:lnTo>
                  <a:lnTo>
                    <a:pt x="484681" y="607159"/>
                  </a:lnTo>
                  <a:lnTo>
                    <a:pt x="484503" y="607348"/>
                  </a:lnTo>
                  <a:lnTo>
                    <a:pt x="484419" y="607509"/>
                  </a:lnTo>
                  <a:lnTo>
                    <a:pt x="484288" y="607666"/>
                  </a:lnTo>
                  <a:lnTo>
                    <a:pt x="484096" y="607878"/>
                  </a:lnTo>
                  <a:lnTo>
                    <a:pt x="483899" y="608320"/>
                  </a:lnTo>
                  <a:lnTo>
                    <a:pt x="484191" y="608557"/>
                  </a:lnTo>
                  <a:lnTo>
                    <a:pt x="484290" y="608888"/>
                  </a:lnTo>
                  <a:lnTo>
                    <a:pt x="483869" y="610176"/>
                  </a:lnTo>
                  <a:lnTo>
                    <a:pt x="483895" y="610427"/>
                  </a:lnTo>
                  <a:lnTo>
                    <a:pt x="484069" y="610624"/>
                  </a:lnTo>
                  <a:lnTo>
                    <a:pt x="484519" y="610969"/>
                  </a:lnTo>
                  <a:lnTo>
                    <a:pt x="484578" y="611149"/>
                  </a:lnTo>
                  <a:lnTo>
                    <a:pt x="484604" y="612039"/>
                  </a:lnTo>
                  <a:lnTo>
                    <a:pt x="484450" y="613138"/>
                  </a:lnTo>
                  <a:lnTo>
                    <a:pt x="484179" y="613689"/>
                  </a:lnTo>
                  <a:lnTo>
                    <a:pt x="484067" y="613872"/>
                  </a:lnTo>
                  <a:lnTo>
                    <a:pt x="484081" y="614014"/>
                  </a:lnTo>
                  <a:lnTo>
                    <a:pt x="484142" y="614418"/>
                  </a:lnTo>
                  <a:lnTo>
                    <a:pt x="484618" y="614792"/>
                  </a:lnTo>
                  <a:lnTo>
                    <a:pt x="484880" y="615031"/>
                  </a:lnTo>
                  <a:lnTo>
                    <a:pt x="484684" y="615542"/>
                  </a:lnTo>
                  <a:lnTo>
                    <a:pt x="484692" y="615692"/>
                  </a:lnTo>
                  <a:lnTo>
                    <a:pt x="484631" y="616337"/>
                  </a:lnTo>
                  <a:lnTo>
                    <a:pt x="484452" y="616698"/>
                  </a:lnTo>
                  <a:lnTo>
                    <a:pt x="484204" y="616794"/>
                  </a:lnTo>
                  <a:lnTo>
                    <a:pt x="484119" y="617725"/>
                  </a:lnTo>
                  <a:lnTo>
                    <a:pt x="484378" y="617840"/>
                  </a:lnTo>
                  <a:lnTo>
                    <a:pt x="484727" y="617922"/>
                  </a:lnTo>
                  <a:lnTo>
                    <a:pt x="484837" y="618348"/>
                  </a:lnTo>
                  <a:lnTo>
                    <a:pt x="484032" y="618512"/>
                  </a:lnTo>
                  <a:lnTo>
                    <a:pt x="483818" y="619263"/>
                  </a:lnTo>
                  <a:lnTo>
                    <a:pt x="483575" y="619842"/>
                  </a:lnTo>
                  <a:lnTo>
                    <a:pt x="483676" y="620383"/>
                  </a:lnTo>
                  <a:lnTo>
                    <a:pt x="483656" y="620642"/>
                  </a:lnTo>
                  <a:lnTo>
                    <a:pt x="483464" y="621191"/>
                  </a:lnTo>
                  <a:lnTo>
                    <a:pt x="483702" y="621178"/>
                  </a:lnTo>
                  <a:lnTo>
                    <a:pt x="484020" y="621554"/>
                  </a:lnTo>
                  <a:lnTo>
                    <a:pt x="484499" y="621859"/>
                  </a:lnTo>
                  <a:lnTo>
                    <a:pt x="484908" y="622025"/>
                  </a:lnTo>
                  <a:lnTo>
                    <a:pt x="485227" y="622074"/>
                  </a:lnTo>
                  <a:lnTo>
                    <a:pt x="485570" y="622400"/>
                  </a:lnTo>
                  <a:lnTo>
                    <a:pt x="485711" y="622475"/>
                  </a:lnTo>
                  <a:lnTo>
                    <a:pt x="486305" y="622788"/>
                  </a:lnTo>
                  <a:lnTo>
                    <a:pt x="486517" y="622730"/>
                  </a:lnTo>
                  <a:lnTo>
                    <a:pt x="486899" y="622557"/>
                  </a:lnTo>
                  <a:lnTo>
                    <a:pt x="487054" y="622511"/>
                  </a:lnTo>
                  <a:lnTo>
                    <a:pt x="487509" y="623182"/>
                  </a:lnTo>
                  <a:lnTo>
                    <a:pt x="487488" y="623493"/>
                  </a:lnTo>
                  <a:lnTo>
                    <a:pt x="487148" y="623533"/>
                  </a:lnTo>
                  <a:lnTo>
                    <a:pt x="486920" y="623940"/>
                  </a:lnTo>
                  <a:lnTo>
                    <a:pt x="486613" y="623992"/>
                  </a:lnTo>
                  <a:lnTo>
                    <a:pt x="485905" y="623930"/>
                  </a:lnTo>
                  <a:lnTo>
                    <a:pt x="485469" y="623623"/>
                  </a:lnTo>
                  <a:lnTo>
                    <a:pt x="485061" y="623578"/>
                  </a:lnTo>
                  <a:lnTo>
                    <a:pt x="484754" y="623671"/>
                  </a:lnTo>
                  <a:lnTo>
                    <a:pt x="484743" y="624215"/>
                  </a:lnTo>
                  <a:lnTo>
                    <a:pt x="484191" y="624435"/>
                  </a:lnTo>
                  <a:lnTo>
                    <a:pt x="483532" y="624901"/>
                  </a:lnTo>
                  <a:lnTo>
                    <a:pt x="483417" y="625129"/>
                  </a:lnTo>
                  <a:lnTo>
                    <a:pt x="482300" y="625215"/>
                  </a:lnTo>
                  <a:lnTo>
                    <a:pt x="481990" y="625470"/>
                  </a:lnTo>
                  <a:lnTo>
                    <a:pt x="481779" y="625638"/>
                  </a:lnTo>
                  <a:lnTo>
                    <a:pt x="481584" y="625725"/>
                  </a:lnTo>
                  <a:lnTo>
                    <a:pt x="481153" y="625840"/>
                  </a:lnTo>
                  <a:lnTo>
                    <a:pt x="480499" y="625117"/>
                  </a:lnTo>
                  <a:lnTo>
                    <a:pt x="479578" y="624651"/>
                  </a:lnTo>
                  <a:lnTo>
                    <a:pt x="479389" y="624545"/>
                  </a:lnTo>
                  <a:lnTo>
                    <a:pt x="479164" y="624387"/>
                  </a:lnTo>
                  <a:lnTo>
                    <a:pt x="478939" y="624195"/>
                  </a:lnTo>
                  <a:lnTo>
                    <a:pt x="478496" y="623652"/>
                  </a:lnTo>
                  <a:lnTo>
                    <a:pt x="478223" y="623290"/>
                  </a:lnTo>
                  <a:lnTo>
                    <a:pt x="478046" y="623215"/>
                  </a:lnTo>
                  <a:lnTo>
                    <a:pt x="477851" y="623137"/>
                  </a:lnTo>
                  <a:lnTo>
                    <a:pt x="477389" y="622798"/>
                  </a:lnTo>
                  <a:lnTo>
                    <a:pt x="477053" y="622483"/>
                  </a:lnTo>
                  <a:lnTo>
                    <a:pt x="476343" y="622248"/>
                  </a:lnTo>
                  <a:lnTo>
                    <a:pt x="475657" y="622461"/>
                  </a:lnTo>
                  <a:lnTo>
                    <a:pt x="475094" y="622877"/>
                  </a:lnTo>
                  <a:lnTo>
                    <a:pt x="474579" y="623088"/>
                  </a:lnTo>
                  <a:lnTo>
                    <a:pt x="474037" y="623333"/>
                  </a:lnTo>
                  <a:lnTo>
                    <a:pt x="473560" y="623607"/>
                  </a:lnTo>
                  <a:lnTo>
                    <a:pt x="473394" y="623757"/>
                  </a:lnTo>
                  <a:lnTo>
                    <a:pt x="473004" y="624160"/>
                  </a:lnTo>
                  <a:lnTo>
                    <a:pt x="472630" y="624633"/>
                  </a:lnTo>
                  <a:lnTo>
                    <a:pt x="472466" y="624844"/>
                  </a:lnTo>
                  <a:lnTo>
                    <a:pt x="471802" y="625444"/>
                  </a:lnTo>
                  <a:lnTo>
                    <a:pt x="471546" y="625484"/>
                  </a:lnTo>
                  <a:lnTo>
                    <a:pt x="471123" y="625414"/>
                  </a:lnTo>
                  <a:lnTo>
                    <a:pt x="470802" y="625362"/>
                  </a:lnTo>
                  <a:lnTo>
                    <a:pt x="469947" y="624779"/>
                  </a:lnTo>
                  <a:lnTo>
                    <a:pt x="469787" y="624661"/>
                  </a:lnTo>
                  <a:lnTo>
                    <a:pt x="469521" y="624137"/>
                  </a:lnTo>
                  <a:lnTo>
                    <a:pt x="469286" y="623638"/>
                  </a:lnTo>
                  <a:lnTo>
                    <a:pt x="469141" y="623375"/>
                  </a:lnTo>
                  <a:lnTo>
                    <a:pt x="468937" y="622842"/>
                  </a:lnTo>
                  <a:lnTo>
                    <a:pt x="468832" y="622430"/>
                  </a:lnTo>
                  <a:lnTo>
                    <a:pt x="468138" y="622319"/>
                  </a:lnTo>
                  <a:lnTo>
                    <a:pt x="467863" y="622019"/>
                  </a:lnTo>
                  <a:lnTo>
                    <a:pt x="467504" y="621387"/>
                  </a:lnTo>
                  <a:lnTo>
                    <a:pt x="467163" y="621529"/>
                  </a:lnTo>
                  <a:lnTo>
                    <a:pt x="466891" y="621338"/>
                  </a:lnTo>
                  <a:lnTo>
                    <a:pt x="466464" y="620978"/>
                  </a:lnTo>
                  <a:lnTo>
                    <a:pt x="466423" y="620848"/>
                  </a:lnTo>
                  <a:lnTo>
                    <a:pt x="465951" y="620725"/>
                  </a:lnTo>
                  <a:lnTo>
                    <a:pt x="465169" y="619946"/>
                  </a:lnTo>
                  <a:lnTo>
                    <a:pt x="464852" y="619898"/>
                  </a:lnTo>
                  <a:lnTo>
                    <a:pt x="464085" y="619597"/>
                  </a:lnTo>
                  <a:lnTo>
                    <a:pt x="463548" y="619576"/>
                  </a:lnTo>
                  <a:lnTo>
                    <a:pt x="463303" y="619692"/>
                  </a:lnTo>
                  <a:lnTo>
                    <a:pt x="463036" y="619689"/>
                  </a:lnTo>
                  <a:lnTo>
                    <a:pt x="463020" y="619495"/>
                  </a:lnTo>
                  <a:lnTo>
                    <a:pt x="462990" y="619342"/>
                  </a:lnTo>
                  <a:lnTo>
                    <a:pt x="462945" y="619179"/>
                  </a:lnTo>
                  <a:lnTo>
                    <a:pt x="462142" y="618748"/>
                  </a:lnTo>
                  <a:lnTo>
                    <a:pt x="461839" y="618835"/>
                  </a:lnTo>
                  <a:lnTo>
                    <a:pt x="461180" y="618603"/>
                  </a:lnTo>
                  <a:lnTo>
                    <a:pt x="461380" y="618026"/>
                  </a:lnTo>
                  <a:lnTo>
                    <a:pt x="461514" y="617655"/>
                  </a:lnTo>
                  <a:lnTo>
                    <a:pt x="461514" y="617527"/>
                  </a:lnTo>
                  <a:lnTo>
                    <a:pt x="461191" y="617136"/>
                  </a:lnTo>
                  <a:lnTo>
                    <a:pt x="460899" y="617188"/>
                  </a:lnTo>
                  <a:lnTo>
                    <a:pt x="460372" y="617213"/>
                  </a:lnTo>
                  <a:lnTo>
                    <a:pt x="459725" y="617514"/>
                  </a:lnTo>
                  <a:lnTo>
                    <a:pt x="459489" y="617291"/>
                  </a:lnTo>
                  <a:lnTo>
                    <a:pt x="459153" y="617043"/>
                  </a:lnTo>
                  <a:lnTo>
                    <a:pt x="458656" y="616879"/>
                  </a:lnTo>
                  <a:lnTo>
                    <a:pt x="458419" y="617158"/>
                  </a:lnTo>
                  <a:lnTo>
                    <a:pt x="458179" y="617184"/>
                  </a:lnTo>
                  <a:lnTo>
                    <a:pt x="457937" y="617070"/>
                  </a:lnTo>
                  <a:lnTo>
                    <a:pt x="457699" y="616832"/>
                  </a:lnTo>
                  <a:lnTo>
                    <a:pt x="457160" y="616713"/>
                  </a:lnTo>
                  <a:lnTo>
                    <a:pt x="456829" y="616603"/>
                  </a:lnTo>
                  <a:lnTo>
                    <a:pt x="456630" y="616601"/>
                  </a:lnTo>
                  <a:lnTo>
                    <a:pt x="456117" y="615993"/>
                  </a:lnTo>
                  <a:lnTo>
                    <a:pt x="455965" y="615776"/>
                  </a:lnTo>
                  <a:lnTo>
                    <a:pt x="455393" y="615696"/>
                  </a:lnTo>
                  <a:lnTo>
                    <a:pt x="455176" y="615737"/>
                  </a:lnTo>
                  <a:lnTo>
                    <a:pt x="454689" y="616136"/>
                  </a:lnTo>
                  <a:lnTo>
                    <a:pt x="454447" y="616172"/>
                  </a:lnTo>
                  <a:lnTo>
                    <a:pt x="453964" y="616178"/>
                  </a:lnTo>
                  <a:lnTo>
                    <a:pt x="453188" y="616010"/>
                  </a:lnTo>
                  <a:lnTo>
                    <a:pt x="453026" y="615904"/>
                  </a:lnTo>
                  <a:lnTo>
                    <a:pt x="452917" y="615609"/>
                  </a:lnTo>
                  <a:lnTo>
                    <a:pt x="452731" y="615074"/>
                  </a:lnTo>
                  <a:lnTo>
                    <a:pt x="452528" y="614952"/>
                  </a:lnTo>
                  <a:lnTo>
                    <a:pt x="452489" y="614561"/>
                  </a:lnTo>
                  <a:lnTo>
                    <a:pt x="452369" y="614158"/>
                  </a:lnTo>
                  <a:lnTo>
                    <a:pt x="452318" y="613684"/>
                  </a:lnTo>
                  <a:lnTo>
                    <a:pt x="452673" y="613250"/>
                  </a:lnTo>
                  <a:lnTo>
                    <a:pt x="452883" y="612841"/>
                  </a:lnTo>
                  <a:lnTo>
                    <a:pt x="453064" y="612398"/>
                  </a:lnTo>
                  <a:lnTo>
                    <a:pt x="453228" y="612205"/>
                  </a:lnTo>
                  <a:lnTo>
                    <a:pt x="453434" y="611874"/>
                  </a:lnTo>
                  <a:lnTo>
                    <a:pt x="452976" y="611336"/>
                  </a:lnTo>
                  <a:lnTo>
                    <a:pt x="452797" y="611262"/>
                  </a:lnTo>
                  <a:lnTo>
                    <a:pt x="452474" y="611067"/>
                  </a:lnTo>
                  <a:lnTo>
                    <a:pt x="452148" y="610753"/>
                  </a:lnTo>
                  <a:lnTo>
                    <a:pt x="451863" y="610444"/>
                  </a:lnTo>
                  <a:lnTo>
                    <a:pt x="451769" y="610158"/>
                  </a:lnTo>
                  <a:lnTo>
                    <a:pt x="451830" y="609747"/>
                  </a:lnTo>
                  <a:lnTo>
                    <a:pt x="451825" y="609391"/>
                  </a:lnTo>
                  <a:lnTo>
                    <a:pt x="451797" y="608997"/>
                  </a:lnTo>
                  <a:lnTo>
                    <a:pt x="451702" y="608598"/>
                  </a:lnTo>
                  <a:lnTo>
                    <a:pt x="451706" y="608285"/>
                  </a:lnTo>
                  <a:lnTo>
                    <a:pt x="451477" y="608101"/>
                  </a:lnTo>
                  <a:lnTo>
                    <a:pt x="451303" y="608000"/>
                  </a:lnTo>
                  <a:lnTo>
                    <a:pt x="451229" y="607855"/>
                  </a:lnTo>
                  <a:lnTo>
                    <a:pt x="451280" y="607314"/>
                  </a:lnTo>
                  <a:lnTo>
                    <a:pt x="451472" y="607215"/>
                  </a:lnTo>
                  <a:lnTo>
                    <a:pt x="451735" y="607103"/>
                  </a:lnTo>
                  <a:lnTo>
                    <a:pt x="451661" y="606538"/>
                  </a:lnTo>
                  <a:lnTo>
                    <a:pt x="451472" y="606113"/>
                  </a:lnTo>
                  <a:lnTo>
                    <a:pt x="451265" y="605759"/>
                  </a:lnTo>
                  <a:lnTo>
                    <a:pt x="451275" y="605375"/>
                  </a:lnTo>
                  <a:lnTo>
                    <a:pt x="451532" y="605002"/>
                  </a:lnTo>
                  <a:lnTo>
                    <a:pt x="451887" y="604784"/>
                  </a:lnTo>
                  <a:lnTo>
                    <a:pt x="451573" y="604497"/>
                  </a:lnTo>
                  <a:lnTo>
                    <a:pt x="451316" y="604064"/>
                  </a:lnTo>
                  <a:lnTo>
                    <a:pt x="451087" y="603687"/>
                  </a:lnTo>
                  <a:lnTo>
                    <a:pt x="450704" y="603195"/>
                  </a:lnTo>
                  <a:lnTo>
                    <a:pt x="450303" y="603050"/>
                  </a:lnTo>
                  <a:lnTo>
                    <a:pt x="450082" y="602478"/>
                  </a:lnTo>
                  <a:lnTo>
                    <a:pt x="450491" y="602147"/>
                  </a:lnTo>
                  <a:lnTo>
                    <a:pt x="450699" y="601634"/>
                  </a:lnTo>
                  <a:lnTo>
                    <a:pt x="451135" y="601003"/>
                  </a:lnTo>
                  <a:lnTo>
                    <a:pt x="451096" y="600493"/>
                  </a:lnTo>
                  <a:lnTo>
                    <a:pt x="451226" y="600314"/>
                  </a:lnTo>
                  <a:lnTo>
                    <a:pt x="451048" y="599866"/>
                  </a:lnTo>
                  <a:lnTo>
                    <a:pt x="450920" y="599613"/>
                  </a:lnTo>
                  <a:lnTo>
                    <a:pt x="451210" y="598760"/>
                  </a:lnTo>
                  <a:lnTo>
                    <a:pt x="450990" y="598673"/>
                  </a:lnTo>
                  <a:lnTo>
                    <a:pt x="450352" y="598639"/>
                  </a:lnTo>
                  <a:lnTo>
                    <a:pt x="449952" y="598865"/>
                  </a:lnTo>
                  <a:lnTo>
                    <a:pt x="449358" y="599049"/>
                  </a:lnTo>
                  <a:lnTo>
                    <a:pt x="449291" y="599237"/>
                  </a:lnTo>
                  <a:lnTo>
                    <a:pt x="449031" y="599824"/>
                  </a:lnTo>
                  <a:lnTo>
                    <a:pt x="448933" y="600405"/>
                  </a:lnTo>
                  <a:lnTo>
                    <a:pt x="448843" y="600586"/>
                  </a:lnTo>
                  <a:lnTo>
                    <a:pt x="448188" y="601111"/>
                  </a:lnTo>
                  <a:lnTo>
                    <a:pt x="447955" y="601277"/>
                  </a:lnTo>
                  <a:lnTo>
                    <a:pt x="447719" y="601742"/>
                  </a:lnTo>
                  <a:lnTo>
                    <a:pt x="447725" y="602071"/>
                  </a:lnTo>
                  <a:lnTo>
                    <a:pt x="447353" y="602399"/>
                  </a:lnTo>
                  <a:lnTo>
                    <a:pt x="447136" y="602610"/>
                  </a:lnTo>
                  <a:lnTo>
                    <a:pt x="446988" y="602962"/>
                  </a:lnTo>
                  <a:lnTo>
                    <a:pt x="446515" y="603221"/>
                  </a:lnTo>
                  <a:lnTo>
                    <a:pt x="445670" y="603005"/>
                  </a:lnTo>
                  <a:lnTo>
                    <a:pt x="445334" y="603048"/>
                  </a:lnTo>
                  <a:lnTo>
                    <a:pt x="445010" y="602992"/>
                  </a:lnTo>
                  <a:lnTo>
                    <a:pt x="444788" y="603180"/>
                  </a:lnTo>
                  <a:lnTo>
                    <a:pt x="444638" y="603205"/>
                  </a:lnTo>
                  <a:lnTo>
                    <a:pt x="444416" y="603545"/>
                  </a:lnTo>
                  <a:lnTo>
                    <a:pt x="443903" y="603680"/>
                  </a:lnTo>
                  <a:lnTo>
                    <a:pt x="443545" y="604061"/>
                  </a:lnTo>
                  <a:lnTo>
                    <a:pt x="443379" y="604222"/>
                  </a:lnTo>
                  <a:lnTo>
                    <a:pt x="442984" y="604603"/>
                  </a:lnTo>
                  <a:lnTo>
                    <a:pt x="442985" y="604784"/>
                  </a:lnTo>
                  <a:lnTo>
                    <a:pt x="443009" y="605060"/>
                  </a:lnTo>
                  <a:lnTo>
                    <a:pt x="443027" y="605447"/>
                  </a:lnTo>
                  <a:lnTo>
                    <a:pt x="442589" y="606008"/>
                  </a:lnTo>
                  <a:lnTo>
                    <a:pt x="441870" y="606063"/>
                  </a:lnTo>
                  <a:lnTo>
                    <a:pt x="441614" y="606190"/>
                  </a:lnTo>
                  <a:lnTo>
                    <a:pt x="441396" y="606526"/>
                  </a:lnTo>
                  <a:lnTo>
                    <a:pt x="441359" y="606838"/>
                  </a:lnTo>
                  <a:lnTo>
                    <a:pt x="441285" y="607254"/>
                  </a:lnTo>
                  <a:lnTo>
                    <a:pt x="440952" y="607514"/>
                  </a:lnTo>
                  <a:lnTo>
                    <a:pt x="440586" y="607583"/>
                  </a:lnTo>
                  <a:lnTo>
                    <a:pt x="440166" y="607808"/>
                  </a:lnTo>
                  <a:lnTo>
                    <a:pt x="439659" y="607913"/>
                  </a:lnTo>
                  <a:lnTo>
                    <a:pt x="439265" y="607732"/>
                  </a:lnTo>
                  <a:lnTo>
                    <a:pt x="439091" y="607586"/>
                  </a:lnTo>
                  <a:lnTo>
                    <a:pt x="438835" y="607128"/>
                  </a:lnTo>
                  <a:lnTo>
                    <a:pt x="438416" y="607056"/>
                  </a:lnTo>
                  <a:lnTo>
                    <a:pt x="438131" y="607031"/>
                  </a:lnTo>
                  <a:lnTo>
                    <a:pt x="437924" y="606728"/>
                  </a:lnTo>
                  <a:lnTo>
                    <a:pt x="437820" y="606563"/>
                  </a:lnTo>
                  <a:lnTo>
                    <a:pt x="437601" y="606096"/>
                  </a:lnTo>
                  <a:lnTo>
                    <a:pt x="437553" y="605844"/>
                  </a:lnTo>
                  <a:lnTo>
                    <a:pt x="437505" y="605210"/>
                  </a:lnTo>
                  <a:lnTo>
                    <a:pt x="437652" y="604774"/>
                  </a:lnTo>
                  <a:lnTo>
                    <a:pt x="437879" y="604395"/>
                  </a:lnTo>
                  <a:lnTo>
                    <a:pt x="438024" y="604295"/>
                  </a:lnTo>
                  <a:lnTo>
                    <a:pt x="437981" y="603777"/>
                  </a:lnTo>
                  <a:lnTo>
                    <a:pt x="437834" y="603419"/>
                  </a:lnTo>
                  <a:lnTo>
                    <a:pt x="438084" y="603138"/>
                  </a:lnTo>
                  <a:lnTo>
                    <a:pt x="437888" y="602838"/>
                  </a:lnTo>
                  <a:lnTo>
                    <a:pt x="437760" y="602342"/>
                  </a:lnTo>
                  <a:lnTo>
                    <a:pt x="437500" y="602228"/>
                  </a:lnTo>
                  <a:lnTo>
                    <a:pt x="437329" y="601983"/>
                  </a:lnTo>
                  <a:lnTo>
                    <a:pt x="436762" y="601600"/>
                  </a:lnTo>
                  <a:lnTo>
                    <a:pt x="436768" y="601350"/>
                  </a:lnTo>
                  <a:lnTo>
                    <a:pt x="437010" y="601271"/>
                  </a:lnTo>
                  <a:lnTo>
                    <a:pt x="437162" y="601132"/>
                  </a:lnTo>
                  <a:lnTo>
                    <a:pt x="436934" y="600597"/>
                  </a:lnTo>
                  <a:lnTo>
                    <a:pt x="436546" y="600475"/>
                  </a:lnTo>
                  <a:lnTo>
                    <a:pt x="436297" y="599992"/>
                  </a:lnTo>
                  <a:lnTo>
                    <a:pt x="435949" y="599818"/>
                  </a:lnTo>
                  <a:lnTo>
                    <a:pt x="435817" y="599812"/>
                  </a:lnTo>
                  <a:lnTo>
                    <a:pt x="435556" y="599762"/>
                  </a:lnTo>
                  <a:lnTo>
                    <a:pt x="435203" y="599472"/>
                  </a:lnTo>
                  <a:lnTo>
                    <a:pt x="434616" y="599478"/>
                  </a:lnTo>
                  <a:lnTo>
                    <a:pt x="434114" y="599936"/>
                  </a:lnTo>
                  <a:lnTo>
                    <a:pt x="433741" y="599591"/>
                  </a:lnTo>
                  <a:lnTo>
                    <a:pt x="433539" y="599624"/>
                  </a:lnTo>
                  <a:lnTo>
                    <a:pt x="433107" y="600078"/>
                  </a:lnTo>
                  <a:lnTo>
                    <a:pt x="432811" y="600248"/>
                  </a:lnTo>
                  <a:lnTo>
                    <a:pt x="432493" y="600661"/>
                  </a:lnTo>
                  <a:lnTo>
                    <a:pt x="432090" y="600463"/>
                  </a:lnTo>
                  <a:lnTo>
                    <a:pt x="431969" y="600151"/>
                  </a:lnTo>
                  <a:lnTo>
                    <a:pt x="431725" y="600406"/>
                  </a:lnTo>
                  <a:lnTo>
                    <a:pt x="431289" y="600817"/>
                  </a:lnTo>
                  <a:lnTo>
                    <a:pt x="430934" y="600887"/>
                  </a:lnTo>
                  <a:lnTo>
                    <a:pt x="430857" y="601017"/>
                  </a:lnTo>
                  <a:lnTo>
                    <a:pt x="430627" y="601275"/>
                  </a:lnTo>
                  <a:lnTo>
                    <a:pt x="430268" y="601518"/>
                  </a:lnTo>
                  <a:lnTo>
                    <a:pt x="430086" y="601790"/>
                  </a:lnTo>
                  <a:lnTo>
                    <a:pt x="429807" y="602101"/>
                  </a:lnTo>
                  <a:lnTo>
                    <a:pt x="429489" y="602204"/>
                  </a:lnTo>
                  <a:lnTo>
                    <a:pt x="429210" y="602163"/>
                  </a:lnTo>
                  <a:lnTo>
                    <a:pt x="428660" y="602436"/>
                  </a:lnTo>
                  <a:lnTo>
                    <a:pt x="429029" y="603008"/>
                  </a:lnTo>
                  <a:lnTo>
                    <a:pt x="429133" y="603358"/>
                  </a:lnTo>
                  <a:lnTo>
                    <a:pt x="428714" y="604161"/>
                  </a:lnTo>
                  <a:lnTo>
                    <a:pt x="428882" y="604654"/>
                  </a:lnTo>
                  <a:lnTo>
                    <a:pt x="428847" y="604984"/>
                  </a:lnTo>
                  <a:lnTo>
                    <a:pt x="428641" y="605254"/>
                  </a:lnTo>
                  <a:lnTo>
                    <a:pt x="428486" y="605327"/>
                  </a:lnTo>
                  <a:lnTo>
                    <a:pt x="428064" y="605387"/>
                  </a:lnTo>
                  <a:lnTo>
                    <a:pt x="427557" y="605204"/>
                  </a:lnTo>
                  <a:lnTo>
                    <a:pt x="427342" y="605212"/>
                  </a:lnTo>
                  <a:lnTo>
                    <a:pt x="427017" y="605428"/>
                  </a:lnTo>
                  <a:lnTo>
                    <a:pt x="427050" y="605822"/>
                  </a:lnTo>
                  <a:lnTo>
                    <a:pt x="426913" y="605957"/>
                  </a:lnTo>
                  <a:lnTo>
                    <a:pt x="426462" y="606012"/>
                  </a:lnTo>
                  <a:lnTo>
                    <a:pt x="426229" y="605966"/>
                  </a:lnTo>
                  <a:lnTo>
                    <a:pt x="425949" y="605865"/>
                  </a:lnTo>
                  <a:lnTo>
                    <a:pt x="425658" y="605825"/>
                  </a:lnTo>
                  <a:lnTo>
                    <a:pt x="425248" y="605937"/>
                  </a:lnTo>
                  <a:lnTo>
                    <a:pt x="424776" y="606033"/>
                  </a:lnTo>
                  <a:lnTo>
                    <a:pt x="424601" y="606042"/>
                  </a:lnTo>
                  <a:lnTo>
                    <a:pt x="424409" y="606072"/>
                  </a:lnTo>
                  <a:lnTo>
                    <a:pt x="423600" y="606194"/>
                  </a:lnTo>
                  <a:lnTo>
                    <a:pt x="422973" y="606002"/>
                  </a:lnTo>
                  <a:lnTo>
                    <a:pt x="422175" y="605865"/>
                  </a:lnTo>
                  <a:lnTo>
                    <a:pt x="422008" y="605831"/>
                  </a:lnTo>
                  <a:lnTo>
                    <a:pt x="421326" y="606195"/>
                  </a:lnTo>
                  <a:lnTo>
                    <a:pt x="420382" y="606317"/>
                  </a:lnTo>
                  <a:lnTo>
                    <a:pt x="420073" y="606284"/>
                  </a:lnTo>
                  <a:lnTo>
                    <a:pt x="419650" y="606165"/>
                  </a:lnTo>
                  <a:lnTo>
                    <a:pt x="419348" y="606209"/>
                  </a:lnTo>
                  <a:lnTo>
                    <a:pt x="418778" y="606335"/>
                  </a:lnTo>
                  <a:lnTo>
                    <a:pt x="418316" y="606226"/>
                  </a:lnTo>
                  <a:lnTo>
                    <a:pt x="417155" y="606207"/>
                  </a:lnTo>
                  <a:lnTo>
                    <a:pt x="416487" y="606613"/>
                  </a:lnTo>
                  <a:lnTo>
                    <a:pt x="416153" y="606911"/>
                  </a:lnTo>
                  <a:lnTo>
                    <a:pt x="415882" y="607190"/>
                  </a:lnTo>
                  <a:lnTo>
                    <a:pt x="414898" y="607506"/>
                  </a:lnTo>
                  <a:lnTo>
                    <a:pt x="414211" y="608146"/>
                  </a:lnTo>
                  <a:lnTo>
                    <a:pt x="414245" y="608287"/>
                  </a:lnTo>
                  <a:lnTo>
                    <a:pt x="414201" y="608597"/>
                  </a:lnTo>
                  <a:lnTo>
                    <a:pt x="413957" y="608642"/>
                  </a:lnTo>
                  <a:lnTo>
                    <a:pt x="413783" y="608636"/>
                  </a:lnTo>
                  <a:lnTo>
                    <a:pt x="413419" y="609039"/>
                  </a:lnTo>
                  <a:lnTo>
                    <a:pt x="412730" y="609403"/>
                  </a:lnTo>
                  <a:lnTo>
                    <a:pt x="412290" y="609500"/>
                  </a:lnTo>
                  <a:lnTo>
                    <a:pt x="411895" y="609497"/>
                  </a:lnTo>
                  <a:lnTo>
                    <a:pt x="411715" y="609423"/>
                  </a:lnTo>
                  <a:lnTo>
                    <a:pt x="411504" y="609278"/>
                  </a:lnTo>
                  <a:lnTo>
                    <a:pt x="410964" y="609024"/>
                  </a:lnTo>
                  <a:lnTo>
                    <a:pt x="410753" y="608964"/>
                  </a:lnTo>
                  <a:lnTo>
                    <a:pt x="410450" y="608967"/>
                  </a:lnTo>
                  <a:lnTo>
                    <a:pt x="410490" y="609105"/>
                  </a:lnTo>
                  <a:lnTo>
                    <a:pt x="410352" y="609551"/>
                  </a:lnTo>
                  <a:lnTo>
                    <a:pt x="410122" y="609595"/>
                  </a:lnTo>
                  <a:lnTo>
                    <a:pt x="409570" y="609428"/>
                  </a:lnTo>
                  <a:lnTo>
                    <a:pt x="409414" y="609015"/>
                  </a:lnTo>
                  <a:lnTo>
                    <a:pt x="409105" y="608831"/>
                  </a:lnTo>
                  <a:lnTo>
                    <a:pt x="408233" y="608657"/>
                  </a:lnTo>
                  <a:lnTo>
                    <a:pt x="407496" y="609313"/>
                  </a:lnTo>
                  <a:lnTo>
                    <a:pt x="407208" y="609541"/>
                  </a:lnTo>
                  <a:lnTo>
                    <a:pt x="406681" y="610350"/>
                  </a:lnTo>
                  <a:lnTo>
                    <a:pt x="406769" y="610845"/>
                  </a:lnTo>
                  <a:lnTo>
                    <a:pt x="406849" y="611041"/>
                  </a:lnTo>
                  <a:lnTo>
                    <a:pt x="406957" y="611359"/>
                  </a:lnTo>
                  <a:lnTo>
                    <a:pt x="407061" y="611983"/>
                  </a:lnTo>
                  <a:lnTo>
                    <a:pt x="406941" y="612364"/>
                  </a:lnTo>
                  <a:lnTo>
                    <a:pt x="406880" y="612560"/>
                  </a:lnTo>
                  <a:lnTo>
                    <a:pt x="406955" y="612800"/>
                  </a:lnTo>
                  <a:lnTo>
                    <a:pt x="407433" y="613171"/>
                  </a:lnTo>
                  <a:lnTo>
                    <a:pt x="407479" y="613440"/>
                  </a:lnTo>
                  <a:lnTo>
                    <a:pt x="407233" y="613731"/>
                  </a:lnTo>
                  <a:lnTo>
                    <a:pt x="406932" y="614337"/>
                  </a:lnTo>
                  <a:lnTo>
                    <a:pt x="406967" y="614606"/>
                  </a:lnTo>
                  <a:lnTo>
                    <a:pt x="406793" y="615375"/>
                  </a:lnTo>
                  <a:lnTo>
                    <a:pt x="406935" y="615904"/>
                  </a:lnTo>
                  <a:lnTo>
                    <a:pt x="407331" y="616238"/>
                  </a:lnTo>
                  <a:lnTo>
                    <a:pt x="407487" y="616665"/>
                  </a:lnTo>
                  <a:lnTo>
                    <a:pt x="407485" y="616822"/>
                  </a:lnTo>
                  <a:lnTo>
                    <a:pt x="407475" y="617037"/>
                  </a:lnTo>
                  <a:lnTo>
                    <a:pt x="407466" y="617211"/>
                  </a:lnTo>
                  <a:lnTo>
                    <a:pt x="407490" y="617512"/>
                  </a:lnTo>
                  <a:lnTo>
                    <a:pt x="407419" y="618000"/>
                  </a:lnTo>
                  <a:lnTo>
                    <a:pt x="407417" y="618215"/>
                  </a:lnTo>
                  <a:lnTo>
                    <a:pt x="405731" y="619474"/>
                  </a:lnTo>
                  <a:lnTo>
                    <a:pt x="405602" y="619602"/>
                  </a:lnTo>
                  <a:lnTo>
                    <a:pt x="405248" y="619805"/>
                  </a:lnTo>
                  <a:lnTo>
                    <a:pt x="405024" y="619659"/>
                  </a:lnTo>
                  <a:lnTo>
                    <a:pt x="404955" y="619485"/>
                  </a:lnTo>
                  <a:lnTo>
                    <a:pt x="404250" y="619484"/>
                  </a:lnTo>
                  <a:lnTo>
                    <a:pt x="403967" y="619765"/>
                  </a:lnTo>
                  <a:lnTo>
                    <a:pt x="403550" y="620001"/>
                  </a:lnTo>
                  <a:lnTo>
                    <a:pt x="403082" y="620155"/>
                  </a:lnTo>
                  <a:lnTo>
                    <a:pt x="402634" y="619996"/>
                  </a:lnTo>
                  <a:lnTo>
                    <a:pt x="402139" y="620501"/>
                  </a:lnTo>
                  <a:lnTo>
                    <a:pt x="401809" y="620468"/>
                  </a:lnTo>
                  <a:lnTo>
                    <a:pt x="400538" y="620651"/>
                  </a:lnTo>
                  <a:lnTo>
                    <a:pt x="399985" y="620831"/>
                  </a:lnTo>
                  <a:lnTo>
                    <a:pt x="399624" y="621106"/>
                  </a:lnTo>
                  <a:lnTo>
                    <a:pt x="399367" y="621324"/>
                  </a:lnTo>
                  <a:lnTo>
                    <a:pt x="398728" y="621394"/>
                  </a:lnTo>
                  <a:lnTo>
                    <a:pt x="398414" y="621189"/>
                  </a:lnTo>
                  <a:lnTo>
                    <a:pt x="397894" y="620978"/>
                  </a:lnTo>
                  <a:lnTo>
                    <a:pt x="397631" y="620952"/>
                  </a:lnTo>
                  <a:lnTo>
                    <a:pt x="397409" y="620936"/>
                  </a:lnTo>
                  <a:lnTo>
                    <a:pt x="397123" y="620870"/>
                  </a:lnTo>
                  <a:lnTo>
                    <a:pt x="396837" y="620544"/>
                  </a:lnTo>
                  <a:lnTo>
                    <a:pt x="396380" y="620131"/>
                  </a:lnTo>
                  <a:lnTo>
                    <a:pt x="395993" y="620137"/>
                  </a:lnTo>
                  <a:lnTo>
                    <a:pt x="395633" y="620282"/>
                  </a:lnTo>
                  <a:lnTo>
                    <a:pt x="395185" y="620672"/>
                  </a:lnTo>
                  <a:lnTo>
                    <a:pt x="394484" y="620787"/>
                  </a:lnTo>
                  <a:lnTo>
                    <a:pt x="394003" y="620771"/>
                  </a:lnTo>
                  <a:lnTo>
                    <a:pt x="393741" y="620598"/>
                  </a:lnTo>
                  <a:lnTo>
                    <a:pt x="392897" y="620011"/>
                  </a:lnTo>
                  <a:lnTo>
                    <a:pt x="392805" y="619776"/>
                  </a:lnTo>
                  <a:lnTo>
                    <a:pt x="392308" y="618955"/>
                  </a:lnTo>
                  <a:lnTo>
                    <a:pt x="392100" y="618326"/>
                  </a:lnTo>
                  <a:lnTo>
                    <a:pt x="391936" y="617835"/>
                  </a:lnTo>
                  <a:lnTo>
                    <a:pt x="391880" y="617521"/>
                  </a:lnTo>
                  <a:lnTo>
                    <a:pt x="391502" y="616566"/>
                  </a:lnTo>
                  <a:lnTo>
                    <a:pt x="391393" y="616206"/>
                  </a:lnTo>
                  <a:lnTo>
                    <a:pt x="391204" y="615603"/>
                  </a:lnTo>
                  <a:lnTo>
                    <a:pt x="391010" y="615187"/>
                  </a:lnTo>
                  <a:lnTo>
                    <a:pt x="390835" y="614925"/>
                  </a:lnTo>
                  <a:lnTo>
                    <a:pt x="390674" y="614714"/>
                  </a:lnTo>
                  <a:lnTo>
                    <a:pt x="390347" y="614402"/>
                  </a:lnTo>
                  <a:lnTo>
                    <a:pt x="390389" y="613920"/>
                  </a:lnTo>
                  <a:lnTo>
                    <a:pt x="390181" y="613594"/>
                  </a:lnTo>
                  <a:lnTo>
                    <a:pt x="390170" y="613107"/>
                  </a:lnTo>
                  <a:lnTo>
                    <a:pt x="389802" y="612765"/>
                  </a:lnTo>
                  <a:lnTo>
                    <a:pt x="389581" y="612400"/>
                  </a:lnTo>
                  <a:lnTo>
                    <a:pt x="389367" y="612473"/>
                  </a:lnTo>
                  <a:lnTo>
                    <a:pt x="389004" y="612601"/>
                  </a:lnTo>
                  <a:lnTo>
                    <a:pt x="388634" y="612088"/>
                  </a:lnTo>
                  <a:lnTo>
                    <a:pt x="388032" y="612007"/>
                  </a:lnTo>
                  <a:lnTo>
                    <a:pt x="388083" y="611798"/>
                  </a:lnTo>
                  <a:lnTo>
                    <a:pt x="388420" y="611495"/>
                  </a:lnTo>
                  <a:lnTo>
                    <a:pt x="388798" y="611335"/>
                  </a:lnTo>
                  <a:lnTo>
                    <a:pt x="388983" y="611326"/>
                  </a:lnTo>
                  <a:lnTo>
                    <a:pt x="389217" y="611072"/>
                  </a:lnTo>
                  <a:lnTo>
                    <a:pt x="389059" y="610607"/>
                  </a:lnTo>
                  <a:lnTo>
                    <a:pt x="388990" y="610393"/>
                  </a:lnTo>
                  <a:lnTo>
                    <a:pt x="388872" y="610160"/>
                  </a:lnTo>
                  <a:lnTo>
                    <a:pt x="388471" y="609137"/>
                  </a:lnTo>
                  <a:lnTo>
                    <a:pt x="388244" y="608988"/>
                  </a:lnTo>
                  <a:lnTo>
                    <a:pt x="387933" y="608904"/>
                  </a:lnTo>
                  <a:lnTo>
                    <a:pt x="387700" y="608632"/>
                  </a:lnTo>
                  <a:lnTo>
                    <a:pt x="387757" y="608394"/>
                  </a:lnTo>
                  <a:lnTo>
                    <a:pt x="388334" y="607735"/>
                  </a:lnTo>
                  <a:lnTo>
                    <a:pt x="388670" y="607400"/>
                  </a:lnTo>
                  <a:lnTo>
                    <a:pt x="388915" y="607218"/>
                  </a:lnTo>
                  <a:lnTo>
                    <a:pt x="389315" y="606887"/>
                  </a:lnTo>
                  <a:lnTo>
                    <a:pt x="388781" y="606363"/>
                  </a:lnTo>
                  <a:lnTo>
                    <a:pt x="388324" y="605765"/>
                  </a:lnTo>
                  <a:lnTo>
                    <a:pt x="387960" y="605333"/>
                  </a:lnTo>
                  <a:lnTo>
                    <a:pt x="387789" y="605258"/>
                  </a:lnTo>
                  <a:lnTo>
                    <a:pt x="386669" y="605273"/>
                  </a:lnTo>
                  <a:lnTo>
                    <a:pt x="386105" y="605363"/>
                  </a:lnTo>
                  <a:lnTo>
                    <a:pt x="385783" y="605204"/>
                  </a:lnTo>
                  <a:lnTo>
                    <a:pt x="385425" y="605490"/>
                  </a:lnTo>
                  <a:lnTo>
                    <a:pt x="384746" y="605400"/>
                  </a:lnTo>
                  <a:lnTo>
                    <a:pt x="384498" y="605339"/>
                  </a:lnTo>
                  <a:lnTo>
                    <a:pt x="384601" y="604781"/>
                  </a:lnTo>
                  <a:lnTo>
                    <a:pt x="384402" y="604501"/>
                  </a:lnTo>
                  <a:lnTo>
                    <a:pt x="384330" y="603919"/>
                  </a:lnTo>
                  <a:lnTo>
                    <a:pt x="384712" y="603560"/>
                  </a:lnTo>
                  <a:lnTo>
                    <a:pt x="384709" y="603173"/>
                  </a:lnTo>
                  <a:lnTo>
                    <a:pt x="384300" y="602905"/>
                  </a:lnTo>
                  <a:lnTo>
                    <a:pt x="384048" y="602838"/>
                  </a:lnTo>
                  <a:lnTo>
                    <a:pt x="383830" y="602683"/>
                  </a:lnTo>
                  <a:lnTo>
                    <a:pt x="383384" y="602226"/>
                  </a:lnTo>
                  <a:lnTo>
                    <a:pt x="383101" y="601762"/>
                  </a:lnTo>
                  <a:lnTo>
                    <a:pt x="382523" y="601066"/>
                  </a:lnTo>
                  <a:lnTo>
                    <a:pt x="382514" y="600731"/>
                  </a:lnTo>
                  <a:lnTo>
                    <a:pt x="382541" y="600553"/>
                  </a:lnTo>
                  <a:lnTo>
                    <a:pt x="382239" y="599984"/>
                  </a:lnTo>
                  <a:lnTo>
                    <a:pt x="382205" y="599720"/>
                  </a:lnTo>
                  <a:lnTo>
                    <a:pt x="382163" y="599400"/>
                  </a:lnTo>
                  <a:lnTo>
                    <a:pt x="382144" y="599252"/>
                  </a:lnTo>
                  <a:lnTo>
                    <a:pt x="382183" y="599092"/>
                  </a:lnTo>
                  <a:lnTo>
                    <a:pt x="382180" y="598780"/>
                  </a:lnTo>
                  <a:lnTo>
                    <a:pt x="381595" y="598085"/>
                  </a:lnTo>
                  <a:lnTo>
                    <a:pt x="381475" y="597559"/>
                  </a:lnTo>
                  <a:lnTo>
                    <a:pt x="381031" y="596990"/>
                  </a:lnTo>
                  <a:lnTo>
                    <a:pt x="380740" y="596668"/>
                  </a:lnTo>
                  <a:lnTo>
                    <a:pt x="380658" y="596448"/>
                  </a:lnTo>
                  <a:lnTo>
                    <a:pt x="380620" y="596249"/>
                  </a:lnTo>
                  <a:lnTo>
                    <a:pt x="380370" y="595747"/>
                  </a:lnTo>
                  <a:lnTo>
                    <a:pt x="379876" y="595358"/>
                  </a:lnTo>
                  <a:lnTo>
                    <a:pt x="379535" y="595222"/>
                  </a:lnTo>
                  <a:lnTo>
                    <a:pt x="378554" y="593993"/>
                  </a:lnTo>
                  <a:lnTo>
                    <a:pt x="378317" y="593836"/>
                  </a:lnTo>
                  <a:lnTo>
                    <a:pt x="378162" y="593620"/>
                  </a:lnTo>
                  <a:lnTo>
                    <a:pt x="378038" y="593238"/>
                  </a:lnTo>
                  <a:lnTo>
                    <a:pt x="377945" y="592877"/>
                  </a:lnTo>
                  <a:lnTo>
                    <a:pt x="377806" y="592430"/>
                  </a:lnTo>
                  <a:lnTo>
                    <a:pt x="377830" y="592195"/>
                  </a:lnTo>
                  <a:lnTo>
                    <a:pt x="377907" y="592037"/>
                  </a:lnTo>
                  <a:lnTo>
                    <a:pt x="377639" y="591794"/>
                  </a:lnTo>
                  <a:lnTo>
                    <a:pt x="377681" y="591292"/>
                  </a:lnTo>
                  <a:lnTo>
                    <a:pt x="377683" y="590920"/>
                  </a:lnTo>
                  <a:lnTo>
                    <a:pt x="377929" y="590598"/>
                  </a:lnTo>
                  <a:lnTo>
                    <a:pt x="378111" y="590108"/>
                  </a:lnTo>
                  <a:lnTo>
                    <a:pt x="378157" y="589819"/>
                  </a:lnTo>
                  <a:lnTo>
                    <a:pt x="377866" y="589527"/>
                  </a:lnTo>
                  <a:lnTo>
                    <a:pt x="377460" y="589348"/>
                  </a:lnTo>
                  <a:lnTo>
                    <a:pt x="377504" y="589177"/>
                  </a:lnTo>
                  <a:lnTo>
                    <a:pt x="377574" y="588943"/>
                  </a:lnTo>
                  <a:lnTo>
                    <a:pt x="377821" y="588449"/>
                  </a:lnTo>
                  <a:lnTo>
                    <a:pt x="377906" y="588280"/>
                  </a:lnTo>
                  <a:lnTo>
                    <a:pt x="378065" y="588046"/>
                  </a:lnTo>
                  <a:lnTo>
                    <a:pt x="378026" y="587581"/>
                  </a:lnTo>
                  <a:lnTo>
                    <a:pt x="378295" y="587054"/>
                  </a:lnTo>
                  <a:lnTo>
                    <a:pt x="378266" y="586887"/>
                  </a:lnTo>
                  <a:lnTo>
                    <a:pt x="378164" y="586663"/>
                  </a:lnTo>
                  <a:lnTo>
                    <a:pt x="377898" y="586454"/>
                  </a:lnTo>
                  <a:lnTo>
                    <a:pt x="377793" y="585672"/>
                  </a:lnTo>
                  <a:lnTo>
                    <a:pt x="378071" y="585635"/>
                  </a:lnTo>
                  <a:lnTo>
                    <a:pt x="378304" y="585073"/>
                  </a:lnTo>
                  <a:lnTo>
                    <a:pt x="378336" y="584658"/>
                  </a:lnTo>
                  <a:lnTo>
                    <a:pt x="378541" y="584208"/>
                  </a:lnTo>
                  <a:lnTo>
                    <a:pt x="378450" y="584024"/>
                  </a:lnTo>
                  <a:lnTo>
                    <a:pt x="378304" y="583763"/>
                  </a:lnTo>
                  <a:lnTo>
                    <a:pt x="377755" y="583152"/>
                  </a:lnTo>
                  <a:lnTo>
                    <a:pt x="377583" y="582686"/>
                  </a:lnTo>
                  <a:lnTo>
                    <a:pt x="377447" y="581474"/>
                  </a:lnTo>
                  <a:lnTo>
                    <a:pt x="377337" y="581312"/>
                  </a:lnTo>
                  <a:lnTo>
                    <a:pt x="376997" y="581076"/>
                  </a:lnTo>
                  <a:lnTo>
                    <a:pt x="376804" y="580770"/>
                  </a:lnTo>
                  <a:lnTo>
                    <a:pt x="374926" y="579158"/>
                  </a:lnTo>
                  <a:lnTo>
                    <a:pt x="374879" y="578949"/>
                  </a:lnTo>
                  <a:lnTo>
                    <a:pt x="374726" y="578700"/>
                  </a:lnTo>
                  <a:lnTo>
                    <a:pt x="374594" y="578485"/>
                  </a:lnTo>
                  <a:lnTo>
                    <a:pt x="374325" y="578138"/>
                  </a:lnTo>
                  <a:lnTo>
                    <a:pt x="374080" y="578201"/>
                  </a:lnTo>
                  <a:lnTo>
                    <a:pt x="373658" y="578287"/>
                  </a:lnTo>
                  <a:lnTo>
                    <a:pt x="373307" y="578362"/>
                  </a:lnTo>
                  <a:lnTo>
                    <a:pt x="372664" y="578963"/>
                  </a:lnTo>
                  <a:lnTo>
                    <a:pt x="372449" y="579080"/>
                  </a:lnTo>
                  <a:lnTo>
                    <a:pt x="372092" y="579225"/>
                  </a:lnTo>
                  <a:lnTo>
                    <a:pt x="371724" y="579364"/>
                  </a:lnTo>
                  <a:lnTo>
                    <a:pt x="371300" y="579757"/>
                  </a:lnTo>
                  <a:lnTo>
                    <a:pt x="371181" y="580211"/>
                  </a:lnTo>
                  <a:lnTo>
                    <a:pt x="370712" y="580397"/>
                  </a:lnTo>
                  <a:lnTo>
                    <a:pt x="369835" y="580904"/>
                  </a:lnTo>
                  <a:lnTo>
                    <a:pt x="369704" y="581093"/>
                  </a:lnTo>
                  <a:lnTo>
                    <a:pt x="369482" y="581095"/>
                  </a:lnTo>
                  <a:lnTo>
                    <a:pt x="368122" y="581758"/>
                  </a:lnTo>
                  <a:lnTo>
                    <a:pt x="367864" y="582472"/>
                  </a:lnTo>
                  <a:lnTo>
                    <a:pt x="367776" y="582691"/>
                  </a:lnTo>
                  <a:lnTo>
                    <a:pt x="367598" y="583366"/>
                  </a:lnTo>
                  <a:lnTo>
                    <a:pt x="367566" y="583580"/>
                  </a:lnTo>
                  <a:lnTo>
                    <a:pt x="367436" y="583926"/>
                  </a:lnTo>
                  <a:lnTo>
                    <a:pt x="367182" y="584789"/>
                  </a:lnTo>
                  <a:lnTo>
                    <a:pt x="365856" y="585050"/>
                  </a:lnTo>
                  <a:lnTo>
                    <a:pt x="365551" y="585000"/>
                  </a:lnTo>
                  <a:lnTo>
                    <a:pt x="365176" y="585086"/>
                  </a:lnTo>
                  <a:lnTo>
                    <a:pt x="365031" y="585202"/>
                  </a:lnTo>
                  <a:lnTo>
                    <a:pt x="364696" y="585386"/>
                  </a:lnTo>
                  <a:lnTo>
                    <a:pt x="364455" y="585112"/>
                  </a:lnTo>
                  <a:lnTo>
                    <a:pt x="364041" y="585045"/>
                  </a:lnTo>
                  <a:lnTo>
                    <a:pt x="363535" y="585076"/>
                  </a:lnTo>
                  <a:lnTo>
                    <a:pt x="362936" y="584538"/>
                  </a:lnTo>
                  <a:lnTo>
                    <a:pt x="362573" y="584655"/>
                  </a:lnTo>
                  <a:lnTo>
                    <a:pt x="362281" y="585085"/>
                  </a:lnTo>
                  <a:lnTo>
                    <a:pt x="362101" y="585157"/>
                  </a:lnTo>
                  <a:lnTo>
                    <a:pt x="362430" y="585728"/>
                  </a:lnTo>
                  <a:lnTo>
                    <a:pt x="362145" y="586103"/>
                  </a:lnTo>
                  <a:lnTo>
                    <a:pt x="362164" y="586290"/>
                  </a:lnTo>
                  <a:lnTo>
                    <a:pt x="362431" y="586705"/>
                  </a:lnTo>
                  <a:lnTo>
                    <a:pt x="362471" y="586933"/>
                  </a:lnTo>
                  <a:lnTo>
                    <a:pt x="362489" y="587208"/>
                  </a:lnTo>
                  <a:lnTo>
                    <a:pt x="363092" y="587451"/>
                  </a:lnTo>
                  <a:lnTo>
                    <a:pt x="363718" y="588203"/>
                  </a:lnTo>
                  <a:lnTo>
                    <a:pt x="363258" y="588692"/>
                  </a:lnTo>
                  <a:lnTo>
                    <a:pt x="362565" y="589054"/>
                  </a:lnTo>
                  <a:lnTo>
                    <a:pt x="362410" y="589303"/>
                  </a:lnTo>
                  <a:lnTo>
                    <a:pt x="362757" y="589847"/>
                  </a:lnTo>
                  <a:lnTo>
                    <a:pt x="363517" y="589820"/>
                  </a:lnTo>
                  <a:lnTo>
                    <a:pt x="363347" y="590205"/>
                  </a:lnTo>
                  <a:lnTo>
                    <a:pt x="363619" y="590448"/>
                  </a:lnTo>
                  <a:lnTo>
                    <a:pt x="363896" y="590585"/>
                  </a:lnTo>
                  <a:lnTo>
                    <a:pt x="363959" y="590819"/>
                  </a:lnTo>
                  <a:lnTo>
                    <a:pt x="363928" y="591333"/>
                  </a:lnTo>
                  <a:lnTo>
                    <a:pt x="363446" y="591279"/>
                  </a:lnTo>
                  <a:lnTo>
                    <a:pt x="363468" y="591679"/>
                  </a:lnTo>
                  <a:lnTo>
                    <a:pt x="363485" y="592183"/>
                  </a:lnTo>
                  <a:lnTo>
                    <a:pt x="363522" y="592549"/>
                  </a:lnTo>
                  <a:lnTo>
                    <a:pt x="363518" y="592719"/>
                  </a:lnTo>
                  <a:lnTo>
                    <a:pt x="363148" y="592765"/>
                  </a:lnTo>
                  <a:lnTo>
                    <a:pt x="362861" y="592734"/>
                  </a:lnTo>
                  <a:lnTo>
                    <a:pt x="363331" y="593792"/>
                  </a:lnTo>
                  <a:lnTo>
                    <a:pt x="363233" y="594218"/>
                  </a:lnTo>
                  <a:lnTo>
                    <a:pt x="363522" y="594586"/>
                  </a:lnTo>
                  <a:lnTo>
                    <a:pt x="363890" y="594751"/>
                  </a:lnTo>
                  <a:lnTo>
                    <a:pt x="363649" y="594816"/>
                  </a:lnTo>
                  <a:lnTo>
                    <a:pt x="363236" y="595034"/>
                  </a:lnTo>
                  <a:lnTo>
                    <a:pt x="362883" y="595285"/>
                  </a:lnTo>
                  <a:lnTo>
                    <a:pt x="362264" y="595847"/>
                  </a:lnTo>
                  <a:lnTo>
                    <a:pt x="361983" y="595987"/>
                  </a:lnTo>
                  <a:lnTo>
                    <a:pt x="361597" y="596117"/>
                  </a:lnTo>
                  <a:lnTo>
                    <a:pt x="360703" y="596092"/>
                  </a:lnTo>
                  <a:lnTo>
                    <a:pt x="360241" y="596539"/>
                  </a:lnTo>
                  <a:lnTo>
                    <a:pt x="360073" y="596564"/>
                  </a:lnTo>
                  <a:lnTo>
                    <a:pt x="359761" y="596587"/>
                  </a:lnTo>
                  <a:lnTo>
                    <a:pt x="359483" y="596672"/>
                  </a:lnTo>
                  <a:lnTo>
                    <a:pt x="359140" y="596713"/>
                  </a:lnTo>
                  <a:lnTo>
                    <a:pt x="358833" y="596702"/>
                  </a:lnTo>
                  <a:lnTo>
                    <a:pt x="358010" y="596811"/>
                  </a:lnTo>
                  <a:lnTo>
                    <a:pt x="357844" y="596948"/>
                  </a:lnTo>
                  <a:lnTo>
                    <a:pt x="357312" y="597355"/>
                  </a:lnTo>
                  <a:lnTo>
                    <a:pt x="357172" y="597407"/>
                  </a:lnTo>
                  <a:lnTo>
                    <a:pt x="356350" y="597820"/>
                  </a:lnTo>
                  <a:lnTo>
                    <a:pt x="356058" y="597718"/>
                  </a:lnTo>
                  <a:lnTo>
                    <a:pt x="355334" y="597793"/>
                  </a:lnTo>
                  <a:lnTo>
                    <a:pt x="354894" y="597902"/>
                  </a:lnTo>
                  <a:lnTo>
                    <a:pt x="354531" y="597794"/>
                  </a:lnTo>
                  <a:lnTo>
                    <a:pt x="354358" y="597625"/>
                  </a:lnTo>
                  <a:lnTo>
                    <a:pt x="354076" y="597422"/>
                  </a:lnTo>
                  <a:lnTo>
                    <a:pt x="354048" y="597255"/>
                  </a:lnTo>
                  <a:lnTo>
                    <a:pt x="353621" y="597090"/>
                  </a:lnTo>
                  <a:lnTo>
                    <a:pt x="353410" y="597099"/>
                  </a:lnTo>
                  <a:lnTo>
                    <a:pt x="352535" y="596951"/>
                  </a:lnTo>
                  <a:lnTo>
                    <a:pt x="352389" y="597122"/>
                  </a:lnTo>
                  <a:lnTo>
                    <a:pt x="351819" y="597469"/>
                  </a:lnTo>
                  <a:lnTo>
                    <a:pt x="351608" y="597516"/>
                  </a:lnTo>
                  <a:lnTo>
                    <a:pt x="351313" y="597314"/>
                  </a:lnTo>
                  <a:lnTo>
                    <a:pt x="350489" y="596903"/>
                  </a:lnTo>
                  <a:lnTo>
                    <a:pt x="349795" y="596571"/>
                  </a:lnTo>
                  <a:lnTo>
                    <a:pt x="349576" y="596223"/>
                  </a:lnTo>
                  <a:lnTo>
                    <a:pt x="349694" y="595952"/>
                  </a:lnTo>
                  <a:lnTo>
                    <a:pt x="349768" y="595658"/>
                  </a:lnTo>
                  <a:lnTo>
                    <a:pt x="349745" y="595426"/>
                  </a:lnTo>
                  <a:lnTo>
                    <a:pt x="349673" y="595083"/>
                  </a:lnTo>
                  <a:lnTo>
                    <a:pt x="349677" y="594887"/>
                  </a:lnTo>
                  <a:lnTo>
                    <a:pt x="349571" y="594573"/>
                  </a:lnTo>
                  <a:lnTo>
                    <a:pt x="349203" y="593747"/>
                  </a:lnTo>
                  <a:lnTo>
                    <a:pt x="349177" y="593533"/>
                  </a:lnTo>
                  <a:lnTo>
                    <a:pt x="349233" y="592981"/>
                  </a:lnTo>
                  <a:lnTo>
                    <a:pt x="349290" y="592482"/>
                  </a:lnTo>
                  <a:lnTo>
                    <a:pt x="349276" y="591996"/>
                  </a:lnTo>
                  <a:lnTo>
                    <a:pt x="349136" y="591794"/>
                  </a:lnTo>
                  <a:lnTo>
                    <a:pt x="348864" y="591945"/>
                  </a:lnTo>
                  <a:lnTo>
                    <a:pt x="348506" y="592433"/>
                  </a:lnTo>
                  <a:lnTo>
                    <a:pt x="348519" y="592724"/>
                  </a:lnTo>
                  <a:lnTo>
                    <a:pt x="347661" y="593352"/>
                  </a:lnTo>
                  <a:lnTo>
                    <a:pt x="347333" y="593228"/>
                  </a:lnTo>
                  <a:lnTo>
                    <a:pt x="347086" y="592857"/>
                  </a:lnTo>
                  <a:lnTo>
                    <a:pt x="346777" y="592690"/>
                  </a:lnTo>
                  <a:lnTo>
                    <a:pt x="346579" y="592498"/>
                  </a:lnTo>
                  <a:lnTo>
                    <a:pt x="345870" y="592489"/>
                  </a:lnTo>
                  <a:lnTo>
                    <a:pt x="345526" y="592397"/>
                  </a:lnTo>
                  <a:lnTo>
                    <a:pt x="345348" y="592116"/>
                  </a:lnTo>
                  <a:lnTo>
                    <a:pt x="344992" y="591793"/>
                  </a:lnTo>
                  <a:lnTo>
                    <a:pt x="344743" y="591430"/>
                  </a:lnTo>
                  <a:lnTo>
                    <a:pt x="344179" y="590659"/>
                  </a:lnTo>
                  <a:lnTo>
                    <a:pt x="344671" y="590117"/>
                  </a:lnTo>
                  <a:lnTo>
                    <a:pt x="344767" y="589847"/>
                  </a:lnTo>
                  <a:lnTo>
                    <a:pt x="345332" y="589155"/>
                  </a:lnTo>
                  <a:lnTo>
                    <a:pt x="345463" y="588482"/>
                  </a:lnTo>
                  <a:lnTo>
                    <a:pt x="345330" y="588242"/>
                  </a:lnTo>
                  <a:lnTo>
                    <a:pt x="345195" y="588143"/>
                  </a:lnTo>
                  <a:lnTo>
                    <a:pt x="345018" y="587925"/>
                  </a:lnTo>
                  <a:lnTo>
                    <a:pt x="344724" y="587688"/>
                  </a:lnTo>
                  <a:lnTo>
                    <a:pt x="343918" y="587214"/>
                  </a:lnTo>
                  <a:lnTo>
                    <a:pt x="343737" y="587081"/>
                  </a:lnTo>
                  <a:lnTo>
                    <a:pt x="343613" y="586797"/>
                  </a:lnTo>
                  <a:lnTo>
                    <a:pt x="343547" y="586637"/>
                  </a:lnTo>
                  <a:lnTo>
                    <a:pt x="343160" y="586183"/>
                  </a:lnTo>
                  <a:lnTo>
                    <a:pt x="342861" y="585751"/>
                  </a:lnTo>
                  <a:lnTo>
                    <a:pt x="342438" y="585468"/>
                  </a:lnTo>
                  <a:lnTo>
                    <a:pt x="342287" y="585364"/>
                  </a:lnTo>
                  <a:lnTo>
                    <a:pt x="342052" y="585056"/>
                  </a:lnTo>
                  <a:lnTo>
                    <a:pt x="341944" y="584874"/>
                  </a:lnTo>
                  <a:lnTo>
                    <a:pt x="341502" y="584853"/>
                  </a:lnTo>
                  <a:lnTo>
                    <a:pt x="341553" y="584241"/>
                  </a:lnTo>
                  <a:lnTo>
                    <a:pt x="341450" y="584014"/>
                  </a:lnTo>
                  <a:lnTo>
                    <a:pt x="341254" y="583798"/>
                  </a:lnTo>
                  <a:lnTo>
                    <a:pt x="341050" y="583623"/>
                  </a:lnTo>
                  <a:lnTo>
                    <a:pt x="340919" y="583437"/>
                  </a:lnTo>
                  <a:lnTo>
                    <a:pt x="340683" y="583327"/>
                  </a:lnTo>
                  <a:lnTo>
                    <a:pt x="340525" y="583266"/>
                  </a:lnTo>
                  <a:lnTo>
                    <a:pt x="340028" y="583060"/>
                  </a:lnTo>
                  <a:lnTo>
                    <a:pt x="340147" y="582698"/>
                  </a:lnTo>
                  <a:lnTo>
                    <a:pt x="340294" y="582534"/>
                  </a:lnTo>
                  <a:lnTo>
                    <a:pt x="340451" y="582395"/>
                  </a:lnTo>
                  <a:lnTo>
                    <a:pt x="340763" y="581787"/>
                  </a:lnTo>
                  <a:lnTo>
                    <a:pt x="340912" y="581287"/>
                  </a:lnTo>
                  <a:lnTo>
                    <a:pt x="340631" y="580903"/>
                  </a:lnTo>
                  <a:lnTo>
                    <a:pt x="340493" y="580831"/>
                  </a:lnTo>
                  <a:lnTo>
                    <a:pt x="339861" y="580610"/>
                  </a:lnTo>
                  <a:lnTo>
                    <a:pt x="339602" y="580167"/>
                  </a:lnTo>
                  <a:lnTo>
                    <a:pt x="339487" y="579964"/>
                  </a:lnTo>
                  <a:lnTo>
                    <a:pt x="339340" y="579288"/>
                  </a:lnTo>
                  <a:lnTo>
                    <a:pt x="339679" y="578741"/>
                  </a:lnTo>
                  <a:lnTo>
                    <a:pt x="339503" y="578519"/>
                  </a:lnTo>
                  <a:lnTo>
                    <a:pt x="339441" y="578373"/>
                  </a:lnTo>
                  <a:lnTo>
                    <a:pt x="339855" y="577638"/>
                  </a:lnTo>
                  <a:lnTo>
                    <a:pt x="340104" y="577505"/>
                  </a:lnTo>
                  <a:lnTo>
                    <a:pt x="340244" y="577499"/>
                  </a:lnTo>
                  <a:lnTo>
                    <a:pt x="341068" y="577610"/>
                  </a:lnTo>
                  <a:lnTo>
                    <a:pt x="341314" y="577761"/>
                  </a:lnTo>
                  <a:lnTo>
                    <a:pt x="342096" y="577757"/>
                  </a:lnTo>
                  <a:lnTo>
                    <a:pt x="342324" y="577529"/>
                  </a:lnTo>
                  <a:lnTo>
                    <a:pt x="342481" y="577052"/>
                  </a:lnTo>
                  <a:lnTo>
                    <a:pt x="342846" y="576857"/>
                  </a:lnTo>
                  <a:lnTo>
                    <a:pt x="342985" y="576747"/>
                  </a:lnTo>
                  <a:lnTo>
                    <a:pt x="343004" y="575769"/>
                  </a:lnTo>
                  <a:lnTo>
                    <a:pt x="342912" y="575536"/>
                  </a:lnTo>
                  <a:lnTo>
                    <a:pt x="342779" y="575476"/>
                  </a:lnTo>
                  <a:lnTo>
                    <a:pt x="342422" y="575375"/>
                  </a:lnTo>
                  <a:lnTo>
                    <a:pt x="342010" y="575486"/>
                  </a:lnTo>
                  <a:lnTo>
                    <a:pt x="340815" y="574557"/>
                  </a:lnTo>
                  <a:lnTo>
                    <a:pt x="340438" y="574342"/>
                  </a:lnTo>
                  <a:lnTo>
                    <a:pt x="339588" y="574061"/>
                  </a:lnTo>
                  <a:lnTo>
                    <a:pt x="339350" y="574045"/>
                  </a:lnTo>
                  <a:lnTo>
                    <a:pt x="338368" y="573802"/>
                  </a:lnTo>
                  <a:lnTo>
                    <a:pt x="337934" y="573682"/>
                  </a:lnTo>
                  <a:lnTo>
                    <a:pt x="337429" y="573416"/>
                  </a:lnTo>
                  <a:lnTo>
                    <a:pt x="336965" y="573142"/>
                  </a:lnTo>
                  <a:lnTo>
                    <a:pt x="336390" y="572965"/>
                  </a:lnTo>
                  <a:lnTo>
                    <a:pt x="335600" y="572919"/>
                  </a:lnTo>
                  <a:lnTo>
                    <a:pt x="334909" y="572878"/>
                  </a:lnTo>
                  <a:lnTo>
                    <a:pt x="334704" y="572866"/>
                  </a:lnTo>
                  <a:lnTo>
                    <a:pt x="334302" y="572842"/>
                  </a:lnTo>
                  <a:lnTo>
                    <a:pt x="333650" y="572715"/>
                  </a:lnTo>
                  <a:lnTo>
                    <a:pt x="333286" y="572648"/>
                  </a:lnTo>
                  <a:lnTo>
                    <a:pt x="332005" y="572630"/>
                  </a:lnTo>
                  <a:lnTo>
                    <a:pt x="331853" y="572867"/>
                  </a:lnTo>
                  <a:lnTo>
                    <a:pt x="331769" y="573410"/>
                  </a:lnTo>
                  <a:lnTo>
                    <a:pt x="331474" y="573809"/>
                  </a:lnTo>
                  <a:lnTo>
                    <a:pt x="329635" y="573223"/>
                  </a:lnTo>
                  <a:lnTo>
                    <a:pt x="329697" y="573046"/>
                  </a:lnTo>
                  <a:lnTo>
                    <a:pt x="329831" y="572917"/>
                  </a:lnTo>
                  <a:lnTo>
                    <a:pt x="330119" y="572782"/>
                  </a:lnTo>
                  <a:lnTo>
                    <a:pt x="329029" y="572409"/>
                  </a:lnTo>
                  <a:lnTo>
                    <a:pt x="328796" y="572411"/>
                  </a:lnTo>
                  <a:lnTo>
                    <a:pt x="328559" y="572413"/>
                  </a:lnTo>
                  <a:lnTo>
                    <a:pt x="328382" y="572470"/>
                  </a:lnTo>
                  <a:lnTo>
                    <a:pt x="328184" y="572626"/>
                  </a:lnTo>
                  <a:lnTo>
                    <a:pt x="327997" y="572503"/>
                  </a:lnTo>
                  <a:lnTo>
                    <a:pt x="327965" y="572672"/>
                  </a:lnTo>
                  <a:lnTo>
                    <a:pt x="327841" y="573024"/>
                  </a:lnTo>
                  <a:lnTo>
                    <a:pt x="326537" y="574030"/>
                  </a:lnTo>
                  <a:lnTo>
                    <a:pt x="326184" y="573914"/>
                  </a:lnTo>
                  <a:lnTo>
                    <a:pt x="325854" y="573693"/>
                  </a:lnTo>
                  <a:lnTo>
                    <a:pt x="324991" y="573723"/>
                  </a:lnTo>
                  <a:lnTo>
                    <a:pt x="324794" y="574208"/>
                  </a:lnTo>
                  <a:lnTo>
                    <a:pt x="324869" y="574399"/>
                  </a:lnTo>
                  <a:lnTo>
                    <a:pt x="324576" y="574780"/>
                  </a:lnTo>
                  <a:lnTo>
                    <a:pt x="324362" y="574935"/>
                  </a:lnTo>
                  <a:lnTo>
                    <a:pt x="323680" y="575674"/>
                  </a:lnTo>
                  <a:lnTo>
                    <a:pt x="323418" y="575831"/>
                  </a:lnTo>
                  <a:lnTo>
                    <a:pt x="323216" y="575722"/>
                  </a:lnTo>
                  <a:lnTo>
                    <a:pt x="323140" y="575497"/>
                  </a:lnTo>
                  <a:lnTo>
                    <a:pt x="323077" y="575261"/>
                  </a:lnTo>
                  <a:lnTo>
                    <a:pt x="323040" y="574960"/>
                  </a:lnTo>
                  <a:lnTo>
                    <a:pt x="322881" y="574765"/>
                  </a:lnTo>
                  <a:lnTo>
                    <a:pt x="322747" y="574676"/>
                  </a:lnTo>
                  <a:lnTo>
                    <a:pt x="322423" y="574342"/>
                  </a:lnTo>
                  <a:lnTo>
                    <a:pt x="322667" y="574018"/>
                  </a:lnTo>
                  <a:lnTo>
                    <a:pt x="323001" y="573822"/>
                  </a:lnTo>
                  <a:lnTo>
                    <a:pt x="322983" y="573357"/>
                  </a:lnTo>
                  <a:lnTo>
                    <a:pt x="323064" y="572427"/>
                  </a:lnTo>
                  <a:lnTo>
                    <a:pt x="323040" y="571976"/>
                  </a:lnTo>
                  <a:lnTo>
                    <a:pt x="322776" y="571737"/>
                  </a:lnTo>
                  <a:lnTo>
                    <a:pt x="322677" y="571516"/>
                  </a:lnTo>
                  <a:lnTo>
                    <a:pt x="322626" y="570905"/>
                  </a:lnTo>
                  <a:lnTo>
                    <a:pt x="322754" y="570234"/>
                  </a:lnTo>
                  <a:lnTo>
                    <a:pt x="322807" y="569826"/>
                  </a:lnTo>
                  <a:lnTo>
                    <a:pt x="322688" y="568982"/>
                  </a:lnTo>
                  <a:lnTo>
                    <a:pt x="322406" y="568586"/>
                  </a:lnTo>
                  <a:lnTo>
                    <a:pt x="322114" y="568211"/>
                  </a:lnTo>
                  <a:lnTo>
                    <a:pt x="321743" y="567681"/>
                  </a:lnTo>
                  <a:lnTo>
                    <a:pt x="321568" y="567489"/>
                  </a:lnTo>
                  <a:lnTo>
                    <a:pt x="321410" y="567318"/>
                  </a:lnTo>
                  <a:lnTo>
                    <a:pt x="321261" y="567015"/>
                  </a:lnTo>
                  <a:lnTo>
                    <a:pt x="321264" y="566884"/>
                  </a:lnTo>
                  <a:lnTo>
                    <a:pt x="321222" y="566637"/>
                  </a:lnTo>
                  <a:lnTo>
                    <a:pt x="321174" y="566358"/>
                  </a:lnTo>
                  <a:lnTo>
                    <a:pt x="321142" y="566202"/>
                  </a:lnTo>
                  <a:lnTo>
                    <a:pt x="320970" y="565668"/>
                  </a:lnTo>
                  <a:lnTo>
                    <a:pt x="320870" y="564879"/>
                  </a:lnTo>
                  <a:lnTo>
                    <a:pt x="320784" y="564493"/>
                  </a:lnTo>
                  <a:lnTo>
                    <a:pt x="320954" y="564165"/>
                  </a:lnTo>
                  <a:lnTo>
                    <a:pt x="321128" y="563775"/>
                  </a:lnTo>
                  <a:lnTo>
                    <a:pt x="321338" y="563333"/>
                  </a:lnTo>
                  <a:lnTo>
                    <a:pt x="321474" y="563152"/>
                  </a:lnTo>
                  <a:lnTo>
                    <a:pt x="321406" y="562512"/>
                  </a:lnTo>
                  <a:lnTo>
                    <a:pt x="321433" y="562310"/>
                  </a:lnTo>
                  <a:lnTo>
                    <a:pt x="321683" y="561813"/>
                  </a:lnTo>
                  <a:lnTo>
                    <a:pt x="321818" y="561646"/>
                  </a:lnTo>
                  <a:lnTo>
                    <a:pt x="321971" y="561556"/>
                  </a:lnTo>
                  <a:lnTo>
                    <a:pt x="322776" y="561075"/>
                  </a:lnTo>
                  <a:lnTo>
                    <a:pt x="323013" y="560969"/>
                  </a:lnTo>
                  <a:lnTo>
                    <a:pt x="323538" y="560959"/>
                  </a:lnTo>
                  <a:lnTo>
                    <a:pt x="323879" y="560972"/>
                  </a:lnTo>
                  <a:lnTo>
                    <a:pt x="324161" y="560685"/>
                  </a:lnTo>
                  <a:lnTo>
                    <a:pt x="324636" y="560538"/>
                  </a:lnTo>
                  <a:lnTo>
                    <a:pt x="324797" y="560083"/>
                  </a:lnTo>
                  <a:lnTo>
                    <a:pt x="324960" y="559145"/>
                  </a:lnTo>
                  <a:lnTo>
                    <a:pt x="324057" y="558129"/>
                  </a:lnTo>
                  <a:lnTo>
                    <a:pt x="324032" y="557827"/>
                  </a:lnTo>
                  <a:lnTo>
                    <a:pt x="323689" y="557404"/>
                  </a:lnTo>
                  <a:lnTo>
                    <a:pt x="323475" y="557215"/>
                  </a:lnTo>
                  <a:lnTo>
                    <a:pt x="323066" y="557223"/>
                  </a:lnTo>
                  <a:lnTo>
                    <a:pt x="323095" y="556777"/>
                  </a:lnTo>
                  <a:lnTo>
                    <a:pt x="323085" y="556475"/>
                  </a:lnTo>
                  <a:lnTo>
                    <a:pt x="322529" y="555982"/>
                  </a:lnTo>
                  <a:lnTo>
                    <a:pt x="322284" y="555900"/>
                  </a:lnTo>
                  <a:lnTo>
                    <a:pt x="321896" y="555467"/>
                  </a:lnTo>
                  <a:lnTo>
                    <a:pt x="321942" y="555286"/>
                  </a:lnTo>
                  <a:lnTo>
                    <a:pt x="321698" y="555164"/>
                  </a:lnTo>
                  <a:lnTo>
                    <a:pt x="321574" y="555024"/>
                  </a:lnTo>
                  <a:lnTo>
                    <a:pt x="321308" y="554364"/>
                  </a:lnTo>
                  <a:lnTo>
                    <a:pt x="320956" y="554001"/>
                  </a:lnTo>
                  <a:lnTo>
                    <a:pt x="320136" y="553528"/>
                  </a:lnTo>
                  <a:lnTo>
                    <a:pt x="320180" y="553048"/>
                  </a:lnTo>
                  <a:lnTo>
                    <a:pt x="320389" y="552508"/>
                  </a:lnTo>
                  <a:lnTo>
                    <a:pt x="320499" y="552282"/>
                  </a:lnTo>
                  <a:lnTo>
                    <a:pt x="320548" y="552138"/>
                  </a:lnTo>
                  <a:lnTo>
                    <a:pt x="320321" y="551898"/>
                  </a:lnTo>
                  <a:lnTo>
                    <a:pt x="319685" y="551491"/>
                  </a:lnTo>
                  <a:lnTo>
                    <a:pt x="319813" y="551134"/>
                  </a:lnTo>
                  <a:lnTo>
                    <a:pt x="319664" y="550741"/>
                  </a:lnTo>
                  <a:lnTo>
                    <a:pt x="318846" y="550827"/>
                  </a:lnTo>
                  <a:lnTo>
                    <a:pt x="318574" y="550710"/>
                  </a:lnTo>
                  <a:lnTo>
                    <a:pt x="318249" y="550570"/>
                  </a:lnTo>
                  <a:lnTo>
                    <a:pt x="317560" y="550716"/>
                  </a:lnTo>
                  <a:lnTo>
                    <a:pt x="317305" y="550680"/>
                  </a:lnTo>
                  <a:lnTo>
                    <a:pt x="317167" y="550652"/>
                  </a:lnTo>
                  <a:lnTo>
                    <a:pt x="316799" y="550629"/>
                  </a:lnTo>
                  <a:lnTo>
                    <a:pt x="316571" y="550680"/>
                  </a:lnTo>
                  <a:lnTo>
                    <a:pt x="315781" y="550618"/>
                  </a:lnTo>
                  <a:lnTo>
                    <a:pt x="315454" y="550788"/>
                  </a:lnTo>
                  <a:lnTo>
                    <a:pt x="314997" y="551011"/>
                  </a:lnTo>
                  <a:lnTo>
                    <a:pt x="314398" y="550551"/>
                  </a:lnTo>
                  <a:lnTo>
                    <a:pt x="313257" y="550766"/>
                  </a:lnTo>
                  <a:lnTo>
                    <a:pt x="313186" y="550315"/>
                  </a:lnTo>
                  <a:lnTo>
                    <a:pt x="313167" y="550071"/>
                  </a:lnTo>
                  <a:lnTo>
                    <a:pt x="312879" y="549728"/>
                  </a:lnTo>
                  <a:lnTo>
                    <a:pt x="312751" y="549695"/>
                  </a:lnTo>
                  <a:lnTo>
                    <a:pt x="312507" y="549554"/>
                  </a:lnTo>
                  <a:lnTo>
                    <a:pt x="312346" y="549318"/>
                  </a:lnTo>
                  <a:lnTo>
                    <a:pt x="312157" y="549099"/>
                  </a:lnTo>
                  <a:lnTo>
                    <a:pt x="311366" y="549162"/>
                  </a:lnTo>
                  <a:lnTo>
                    <a:pt x="310867" y="548595"/>
                  </a:lnTo>
                  <a:lnTo>
                    <a:pt x="310731" y="548595"/>
                  </a:lnTo>
                  <a:lnTo>
                    <a:pt x="310004" y="548677"/>
                  </a:lnTo>
                  <a:lnTo>
                    <a:pt x="309719" y="548681"/>
                  </a:lnTo>
                  <a:lnTo>
                    <a:pt x="308837" y="548270"/>
                  </a:lnTo>
                  <a:lnTo>
                    <a:pt x="308205" y="547764"/>
                  </a:lnTo>
                  <a:lnTo>
                    <a:pt x="307455" y="547019"/>
                  </a:lnTo>
                  <a:lnTo>
                    <a:pt x="307109" y="546869"/>
                  </a:lnTo>
                  <a:lnTo>
                    <a:pt x="306824" y="546532"/>
                  </a:lnTo>
                  <a:lnTo>
                    <a:pt x="305593" y="546369"/>
                  </a:lnTo>
                  <a:lnTo>
                    <a:pt x="305761" y="546063"/>
                  </a:lnTo>
                  <a:lnTo>
                    <a:pt x="305632" y="546012"/>
                  </a:lnTo>
                  <a:lnTo>
                    <a:pt x="305085" y="545826"/>
                  </a:lnTo>
                  <a:lnTo>
                    <a:pt x="304928" y="545813"/>
                  </a:lnTo>
                  <a:lnTo>
                    <a:pt x="304596" y="545817"/>
                  </a:lnTo>
                  <a:lnTo>
                    <a:pt x="304110" y="546093"/>
                  </a:lnTo>
                  <a:lnTo>
                    <a:pt x="303765" y="546375"/>
                  </a:lnTo>
                  <a:lnTo>
                    <a:pt x="303356" y="546203"/>
                  </a:lnTo>
                  <a:lnTo>
                    <a:pt x="303068" y="546043"/>
                  </a:lnTo>
                  <a:lnTo>
                    <a:pt x="301201" y="546511"/>
                  </a:lnTo>
                  <a:lnTo>
                    <a:pt x="300322" y="546872"/>
                  </a:lnTo>
                  <a:lnTo>
                    <a:pt x="299611" y="547098"/>
                  </a:lnTo>
                  <a:lnTo>
                    <a:pt x="299326" y="546962"/>
                  </a:lnTo>
                  <a:lnTo>
                    <a:pt x="298799" y="546869"/>
                  </a:lnTo>
                  <a:lnTo>
                    <a:pt x="298636" y="546968"/>
                  </a:lnTo>
                  <a:lnTo>
                    <a:pt x="297053" y="548142"/>
                  </a:lnTo>
                  <a:lnTo>
                    <a:pt x="296767" y="548359"/>
                  </a:lnTo>
                  <a:lnTo>
                    <a:pt x="296535" y="548749"/>
                  </a:lnTo>
                  <a:lnTo>
                    <a:pt x="296393" y="548756"/>
                  </a:lnTo>
                  <a:lnTo>
                    <a:pt x="294091" y="548447"/>
                  </a:lnTo>
                  <a:lnTo>
                    <a:pt x="293709" y="549380"/>
                  </a:lnTo>
                  <a:lnTo>
                    <a:pt x="293654" y="549742"/>
                  </a:lnTo>
                  <a:lnTo>
                    <a:pt x="293507" y="549685"/>
                  </a:lnTo>
                  <a:lnTo>
                    <a:pt x="292921" y="549520"/>
                  </a:lnTo>
                  <a:lnTo>
                    <a:pt x="292777" y="549792"/>
                  </a:lnTo>
                  <a:lnTo>
                    <a:pt x="292795" y="549951"/>
                  </a:lnTo>
                  <a:lnTo>
                    <a:pt x="292380" y="550602"/>
                  </a:lnTo>
                  <a:lnTo>
                    <a:pt x="291487" y="550406"/>
                  </a:lnTo>
                  <a:lnTo>
                    <a:pt x="291022" y="550517"/>
                  </a:lnTo>
                  <a:lnTo>
                    <a:pt x="290876" y="550410"/>
                  </a:lnTo>
                  <a:lnTo>
                    <a:pt x="290430" y="550190"/>
                  </a:lnTo>
                  <a:lnTo>
                    <a:pt x="290285" y="550332"/>
                  </a:lnTo>
                  <a:lnTo>
                    <a:pt x="290117" y="550498"/>
                  </a:lnTo>
                  <a:lnTo>
                    <a:pt x="289732" y="550522"/>
                  </a:lnTo>
                  <a:lnTo>
                    <a:pt x="289152" y="551014"/>
                  </a:lnTo>
                  <a:lnTo>
                    <a:pt x="288727" y="550709"/>
                  </a:lnTo>
                  <a:lnTo>
                    <a:pt x="288307" y="550433"/>
                  </a:lnTo>
                  <a:lnTo>
                    <a:pt x="288005" y="550423"/>
                  </a:lnTo>
                  <a:lnTo>
                    <a:pt x="285969" y="549621"/>
                  </a:lnTo>
                  <a:lnTo>
                    <a:pt x="285117" y="549485"/>
                  </a:lnTo>
                  <a:lnTo>
                    <a:pt x="284369" y="549404"/>
                  </a:lnTo>
                  <a:lnTo>
                    <a:pt x="284143" y="549522"/>
                  </a:lnTo>
                  <a:lnTo>
                    <a:pt x="283842" y="549737"/>
                  </a:lnTo>
                  <a:lnTo>
                    <a:pt x="282871" y="549692"/>
                  </a:lnTo>
                  <a:lnTo>
                    <a:pt x="282803" y="548998"/>
                  </a:lnTo>
                  <a:lnTo>
                    <a:pt x="282517" y="549045"/>
                  </a:lnTo>
                  <a:lnTo>
                    <a:pt x="281775" y="548960"/>
                  </a:lnTo>
                  <a:lnTo>
                    <a:pt x="282021" y="548887"/>
                  </a:lnTo>
                  <a:lnTo>
                    <a:pt x="281305" y="548397"/>
                  </a:lnTo>
                  <a:lnTo>
                    <a:pt x="280922" y="548249"/>
                  </a:lnTo>
                  <a:lnTo>
                    <a:pt x="280496" y="548122"/>
                  </a:lnTo>
                  <a:lnTo>
                    <a:pt x="280074" y="548200"/>
                  </a:lnTo>
                  <a:lnTo>
                    <a:pt x="279801" y="548251"/>
                  </a:lnTo>
                  <a:lnTo>
                    <a:pt x="279397" y="548197"/>
                  </a:lnTo>
                  <a:lnTo>
                    <a:pt x="279187" y="547837"/>
                  </a:lnTo>
                  <a:lnTo>
                    <a:pt x="277761" y="547083"/>
                  </a:lnTo>
                  <a:lnTo>
                    <a:pt x="277122" y="546653"/>
                  </a:lnTo>
                  <a:lnTo>
                    <a:pt x="276763" y="546370"/>
                  </a:lnTo>
                  <a:lnTo>
                    <a:pt x="275414" y="544987"/>
                  </a:lnTo>
                  <a:lnTo>
                    <a:pt x="275125" y="544983"/>
                  </a:lnTo>
                  <a:lnTo>
                    <a:pt x="274458" y="544961"/>
                  </a:lnTo>
                  <a:lnTo>
                    <a:pt x="274403" y="544712"/>
                  </a:lnTo>
                  <a:lnTo>
                    <a:pt x="273962" y="543971"/>
                  </a:lnTo>
                  <a:lnTo>
                    <a:pt x="273510" y="544214"/>
                  </a:lnTo>
                  <a:lnTo>
                    <a:pt x="273204" y="544239"/>
                  </a:lnTo>
                  <a:lnTo>
                    <a:pt x="271331" y="540323"/>
                  </a:lnTo>
                  <a:lnTo>
                    <a:pt x="271796" y="538849"/>
                  </a:lnTo>
                  <a:lnTo>
                    <a:pt x="271180" y="536049"/>
                  </a:lnTo>
                  <a:lnTo>
                    <a:pt x="271432" y="536027"/>
                  </a:lnTo>
                  <a:lnTo>
                    <a:pt x="271599" y="535880"/>
                  </a:lnTo>
                  <a:lnTo>
                    <a:pt x="271555" y="535624"/>
                  </a:lnTo>
                  <a:lnTo>
                    <a:pt x="270839" y="535485"/>
                  </a:lnTo>
                  <a:lnTo>
                    <a:pt x="270495" y="534507"/>
                  </a:lnTo>
                  <a:lnTo>
                    <a:pt x="270281" y="534658"/>
                  </a:lnTo>
                  <a:lnTo>
                    <a:pt x="269984" y="534711"/>
                  </a:lnTo>
                  <a:lnTo>
                    <a:pt x="269752" y="534700"/>
                  </a:lnTo>
                  <a:lnTo>
                    <a:pt x="269604" y="534677"/>
                  </a:lnTo>
                  <a:lnTo>
                    <a:pt x="268581" y="533933"/>
                  </a:lnTo>
                  <a:lnTo>
                    <a:pt x="268137" y="534029"/>
                  </a:lnTo>
                  <a:lnTo>
                    <a:pt x="267956" y="534166"/>
                  </a:lnTo>
                  <a:lnTo>
                    <a:pt x="267780" y="534309"/>
                  </a:lnTo>
                  <a:lnTo>
                    <a:pt x="267624" y="534462"/>
                  </a:lnTo>
                  <a:lnTo>
                    <a:pt x="267430" y="534729"/>
                  </a:lnTo>
                  <a:lnTo>
                    <a:pt x="267293" y="534933"/>
                  </a:lnTo>
                  <a:lnTo>
                    <a:pt x="267126" y="535113"/>
                  </a:lnTo>
                  <a:lnTo>
                    <a:pt x="266758" y="535368"/>
                  </a:lnTo>
                  <a:lnTo>
                    <a:pt x="266583" y="535444"/>
                  </a:lnTo>
                  <a:lnTo>
                    <a:pt x="266335" y="535472"/>
                  </a:lnTo>
                  <a:lnTo>
                    <a:pt x="266018" y="535478"/>
                  </a:lnTo>
                  <a:lnTo>
                    <a:pt x="265776" y="535515"/>
                  </a:lnTo>
                  <a:lnTo>
                    <a:pt x="265500" y="535569"/>
                  </a:lnTo>
                  <a:lnTo>
                    <a:pt x="265211" y="535635"/>
                  </a:lnTo>
                  <a:lnTo>
                    <a:pt x="264816" y="535745"/>
                  </a:lnTo>
                  <a:lnTo>
                    <a:pt x="264505" y="535845"/>
                  </a:lnTo>
                  <a:lnTo>
                    <a:pt x="264058" y="536050"/>
                  </a:lnTo>
                  <a:lnTo>
                    <a:pt x="263791" y="536216"/>
                  </a:lnTo>
                  <a:lnTo>
                    <a:pt x="263661" y="536264"/>
                  </a:lnTo>
                  <a:lnTo>
                    <a:pt x="263530" y="536325"/>
                  </a:lnTo>
                  <a:lnTo>
                    <a:pt x="263063" y="536294"/>
                  </a:lnTo>
                  <a:lnTo>
                    <a:pt x="262917" y="536039"/>
                  </a:lnTo>
                  <a:lnTo>
                    <a:pt x="262912" y="535859"/>
                  </a:lnTo>
                  <a:lnTo>
                    <a:pt x="262701" y="535485"/>
                  </a:lnTo>
                  <a:lnTo>
                    <a:pt x="262529" y="535466"/>
                  </a:lnTo>
                  <a:lnTo>
                    <a:pt x="262221" y="535468"/>
                  </a:lnTo>
                  <a:lnTo>
                    <a:pt x="261943" y="535502"/>
                  </a:lnTo>
                  <a:lnTo>
                    <a:pt x="261691" y="535573"/>
                  </a:lnTo>
                  <a:lnTo>
                    <a:pt x="261521" y="535625"/>
                  </a:lnTo>
                  <a:lnTo>
                    <a:pt x="261335" y="535626"/>
                  </a:lnTo>
                  <a:lnTo>
                    <a:pt x="260972" y="535530"/>
                  </a:lnTo>
                  <a:lnTo>
                    <a:pt x="260732" y="535453"/>
                  </a:lnTo>
                  <a:lnTo>
                    <a:pt x="260469" y="535933"/>
                  </a:lnTo>
                  <a:lnTo>
                    <a:pt x="260601" y="536033"/>
                  </a:lnTo>
                  <a:lnTo>
                    <a:pt x="260750" y="536130"/>
                  </a:lnTo>
                  <a:lnTo>
                    <a:pt x="260862" y="536260"/>
                  </a:lnTo>
                  <a:lnTo>
                    <a:pt x="260953" y="536411"/>
                  </a:lnTo>
                  <a:lnTo>
                    <a:pt x="260966" y="536575"/>
                  </a:lnTo>
                  <a:lnTo>
                    <a:pt x="260926" y="536738"/>
                  </a:lnTo>
                  <a:lnTo>
                    <a:pt x="260484" y="537282"/>
                  </a:lnTo>
                  <a:lnTo>
                    <a:pt x="260224" y="537870"/>
                  </a:lnTo>
                  <a:lnTo>
                    <a:pt x="259986" y="538217"/>
                  </a:lnTo>
                  <a:lnTo>
                    <a:pt x="259455" y="538749"/>
                  </a:lnTo>
                  <a:lnTo>
                    <a:pt x="259306" y="538890"/>
                  </a:lnTo>
                  <a:lnTo>
                    <a:pt x="258870" y="539293"/>
                  </a:lnTo>
                  <a:lnTo>
                    <a:pt x="258612" y="539514"/>
                  </a:lnTo>
                  <a:lnTo>
                    <a:pt x="258304" y="539675"/>
                  </a:lnTo>
                  <a:lnTo>
                    <a:pt x="257950" y="539748"/>
                  </a:lnTo>
                  <a:lnTo>
                    <a:pt x="257699" y="539698"/>
                  </a:lnTo>
                  <a:lnTo>
                    <a:pt x="257568" y="539652"/>
                  </a:lnTo>
                  <a:lnTo>
                    <a:pt x="257276" y="539286"/>
                  </a:lnTo>
                  <a:lnTo>
                    <a:pt x="257168" y="539089"/>
                  </a:lnTo>
                  <a:lnTo>
                    <a:pt x="257017" y="538882"/>
                  </a:lnTo>
                  <a:lnTo>
                    <a:pt x="256769" y="538755"/>
                  </a:lnTo>
                  <a:lnTo>
                    <a:pt x="256089" y="539259"/>
                  </a:lnTo>
                  <a:lnTo>
                    <a:pt x="255497" y="538979"/>
                  </a:lnTo>
                  <a:lnTo>
                    <a:pt x="255216" y="538781"/>
                  </a:lnTo>
                  <a:lnTo>
                    <a:pt x="254922" y="538653"/>
                  </a:lnTo>
                  <a:lnTo>
                    <a:pt x="254738" y="538589"/>
                  </a:lnTo>
                  <a:lnTo>
                    <a:pt x="254570" y="538530"/>
                  </a:lnTo>
                  <a:lnTo>
                    <a:pt x="253971" y="538500"/>
                  </a:lnTo>
                  <a:lnTo>
                    <a:pt x="253803" y="538526"/>
                  </a:lnTo>
                  <a:lnTo>
                    <a:pt x="253239" y="538750"/>
                  </a:lnTo>
                  <a:lnTo>
                    <a:pt x="252892" y="538871"/>
                  </a:lnTo>
                  <a:lnTo>
                    <a:pt x="252737" y="538941"/>
                  </a:lnTo>
                  <a:lnTo>
                    <a:pt x="252390" y="539099"/>
                  </a:lnTo>
                  <a:lnTo>
                    <a:pt x="251801" y="539320"/>
                  </a:lnTo>
                  <a:lnTo>
                    <a:pt x="251392" y="539405"/>
                  </a:lnTo>
                  <a:lnTo>
                    <a:pt x="251156" y="539396"/>
                  </a:lnTo>
                  <a:lnTo>
                    <a:pt x="250864" y="539244"/>
                  </a:lnTo>
                  <a:lnTo>
                    <a:pt x="250613" y="539042"/>
                  </a:lnTo>
                  <a:lnTo>
                    <a:pt x="250176" y="538833"/>
                  </a:lnTo>
                  <a:lnTo>
                    <a:pt x="249943" y="538797"/>
                  </a:lnTo>
                  <a:lnTo>
                    <a:pt x="249533" y="538934"/>
                  </a:lnTo>
                  <a:lnTo>
                    <a:pt x="249292" y="539145"/>
                  </a:lnTo>
                  <a:lnTo>
                    <a:pt x="249137" y="539278"/>
                  </a:lnTo>
                  <a:lnTo>
                    <a:pt x="248967" y="539463"/>
                  </a:lnTo>
                  <a:lnTo>
                    <a:pt x="248807" y="539651"/>
                  </a:lnTo>
                  <a:lnTo>
                    <a:pt x="248644" y="539806"/>
                  </a:lnTo>
                  <a:lnTo>
                    <a:pt x="248353" y="539979"/>
                  </a:lnTo>
                  <a:lnTo>
                    <a:pt x="247980" y="540112"/>
                  </a:lnTo>
                  <a:lnTo>
                    <a:pt x="247668" y="540201"/>
                  </a:lnTo>
                  <a:lnTo>
                    <a:pt x="247509" y="540235"/>
                  </a:lnTo>
                  <a:lnTo>
                    <a:pt x="247348" y="540249"/>
                  </a:lnTo>
                  <a:lnTo>
                    <a:pt x="247207" y="540231"/>
                  </a:lnTo>
                  <a:lnTo>
                    <a:pt x="247064" y="540194"/>
                  </a:lnTo>
                  <a:lnTo>
                    <a:pt x="246926" y="540099"/>
                  </a:lnTo>
                  <a:lnTo>
                    <a:pt x="246741" y="539850"/>
                  </a:lnTo>
                  <a:lnTo>
                    <a:pt x="247001" y="539259"/>
                  </a:lnTo>
                  <a:lnTo>
                    <a:pt x="247271" y="539179"/>
                  </a:lnTo>
                  <a:lnTo>
                    <a:pt x="247583" y="539019"/>
                  </a:lnTo>
                  <a:lnTo>
                    <a:pt x="247694" y="538882"/>
                  </a:lnTo>
                  <a:lnTo>
                    <a:pt x="247790" y="538622"/>
                  </a:lnTo>
                  <a:lnTo>
                    <a:pt x="247390" y="538305"/>
                  </a:lnTo>
                  <a:lnTo>
                    <a:pt x="247111" y="538346"/>
                  </a:lnTo>
                  <a:lnTo>
                    <a:pt x="246845" y="538366"/>
                  </a:lnTo>
                  <a:lnTo>
                    <a:pt x="246591" y="538369"/>
                  </a:lnTo>
                  <a:lnTo>
                    <a:pt x="246135" y="538108"/>
                  </a:lnTo>
                  <a:lnTo>
                    <a:pt x="246015" y="537753"/>
                  </a:lnTo>
                  <a:lnTo>
                    <a:pt x="245968" y="537622"/>
                  </a:lnTo>
                  <a:lnTo>
                    <a:pt x="245870" y="537334"/>
                  </a:lnTo>
                  <a:lnTo>
                    <a:pt x="245615" y="536789"/>
                  </a:lnTo>
                  <a:lnTo>
                    <a:pt x="245514" y="536590"/>
                  </a:lnTo>
                  <a:lnTo>
                    <a:pt x="245472" y="536397"/>
                  </a:lnTo>
                  <a:lnTo>
                    <a:pt x="245464" y="535991"/>
                  </a:lnTo>
                  <a:lnTo>
                    <a:pt x="245464" y="535755"/>
                  </a:lnTo>
                  <a:lnTo>
                    <a:pt x="245293" y="535318"/>
                  </a:lnTo>
                  <a:lnTo>
                    <a:pt x="245159" y="535311"/>
                  </a:lnTo>
                  <a:lnTo>
                    <a:pt x="244996" y="535305"/>
                  </a:lnTo>
                  <a:lnTo>
                    <a:pt x="244705" y="535311"/>
                  </a:lnTo>
                  <a:lnTo>
                    <a:pt x="244409" y="535280"/>
                  </a:lnTo>
                  <a:lnTo>
                    <a:pt x="244025" y="535304"/>
                  </a:lnTo>
                  <a:lnTo>
                    <a:pt x="243446" y="535252"/>
                  </a:lnTo>
                  <a:lnTo>
                    <a:pt x="243020" y="535170"/>
                  </a:lnTo>
                  <a:lnTo>
                    <a:pt x="242280" y="535054"/>
                  </a:lnTo>
                  <a:lnTo>
                    <a:pt x="242065" y="534787"/>
                  </a:lnTo>
                  <a:lnTo>
                    <a:pt x="241921" y="534343"/>
                  </a:lnTo>
                  <a:lnTo>
                    <a:pt x="241990" y="533986"/>
                  </a:lnTo>
                  <a:lnTo>
                    <a:pt x="241863" y="533682"/>
                  </a:lnTo>
                  <a:lnTo>
                    <a:pt x="241759" y="533499"/>
                  </a:lnTo>
                  <a:lnTo>
                    <a:pt x="240684" y="533612"/>
                  </a:lnTo>
                  <a:lnTo>
                    <a:pt x="240666" y="534088"/>
                  </a:lnTo>
                  <a:lnTo>
                    <a:pt x="240532" y="534233"/>
                  </a:lnTo>
                  <a:lnTo>
                    <a:pt x="240421" y="534506"/>
                  </a:lnTo>
                  <a:lnTo>
                    <a:pt x="239648" y="535285"/>
                  </a:lnTo>
                  <a:lnTo>
                    <a:pt x="239618" y="535464"/>
                  </a:lnTo>
                  <a:lnTo>
                    <a:pt x="239614" y="535745"/>
                  </a:lnTo>
                  <a:lnTo>
                    <a:pt x="239709" y="536037"/>
                  </a:lnTo>
                  <a:lnTo>
                    <a:pt x="239860" y="536360"/>
                  </a:lnTo>
                  <a:lnTo>
                    <a:pt x="240051" y="536901"/>
                  </a:lnTo>
                  <a:lnTo>
                    <a:pt x="240076" y="537171"/>
                  </a:lnTo>
                  <a:lnTo>
                    <a:pt x="240035" y="537308"/>
                  </a:lnTo>
                  <a:lnTo>
                    <a:pt x="239949" y="537485"/>
                  </a:lnTo>
                  <a:lnTo>
                    <a:pt x="239633" y="537695"/>
                  </a:lnTo>
                  <a:lnTo>
                    <a:pt x="239488" y="537709"/>
                  </a:lnTo>
                  <a:lnTo>
                    <a:pt x="239163" y="537618"/>
                  </a:lnTo>
                  <a:lnTo>
                    <a:pt x="239005" y="537517"/>
                  </a:lnTo>
                  <a:lnTo>
                    <a:pt x="238598" y="537258"/>
                  </a:lnTo>
                  <a:lnTo>
                    <a:pt x="238321" y="537048"/>
                  </a:lnTo>
                  <a:lnTo>
                    <a:pt x="237914" y="536886"/>
                  </a:lnTo>
                  <a:lnTo>
                    <a:pt x="237758" y="536881"/>
                  </a:lnTo>
                  <a:lnTo>
                    <a:pt x="237592" y="536920"/>
                  </a:lnTo>
                  <a:lnTo>
                    <a:pt x="237443" y="536993"/>
                  </a:lnTo>
                  <a:lnTo>
                    <a:pt x="236842" y="537453"/>
                  </a:lnTo>
                  <a:lnTo>
                    <a:pt x="236616" y="537588"/>
                  </a:lnTo>
                  <a:lnTo>
                    <a:pt x="236483" y="537641"/>
                  </a:lnTo>
                  <a:lnTo>
                    <a:pt x="236346" y="537682"/>
                  </a:lnTo>
                  <a:lnTo>
                    <a:pt x="235893" y="537732"/>
                  </a:lnTo>
                  <a:lnTo>
                    <a:pt x="235745" y="537684"/>
                  </a:lnTo>
                  <a:lnTo>
                    <a:pt x="235567" y="537256"/>
                  </a:lnTo>
                  <a:lnTo>
                    <a:pt x="235613" y="537045"/>
                  </a:lnTo>
                  <a:lnTo>
                    <a:pt x="235711" y="536660"/>
                  </a:lnTo>
                  <a:lnTo>
                    <a:pt x="235184" y="536277"/>
                  </a:lnTo>
                  <a:lnTo>
                    <a:pt x="235046" y="536277"/>
                  </a:lnTo>
                  <a:lnTo>
                    <a:pt x="234673" y="536425"/>
                  </a:lnTo>
                  <a:lnTo>
                    <a:pt x="234533" y="536559"/>
                  </a:lnTo>
                  <a:lnTo>
                    <a:pt x="234452" y="536707"/>
                  </a:lnTo>
                  <a:lnTo>
                    <a:pt x="234337" y="537000"/>
                  </a:lnTo>
                  <a:lnTo>
                    <a:pt x="233973" y="537391"/>
                  </a:lnTo>
                  <a:lnTo>
                    <a:pt x="233669" y="537428"/>
                  </a:lnTo>
                  <a:lnTo>
                    <a:pt x="233458" y="537411"/>
                  </a:lnTo>
                  <a:lnTo>
                    <a:pt x="233316" y="537384"/>
                  </a:lnTo>
                  <a:lnTo>
                    <a:pt x="233130" y="537338"/>
                  </a:lnTo>
                  <a:lnTo>
                    <a:pt x="232998" y="537289"/>
                  </a:lnTo>
                  <a:lnTo>
                    <a:pt x="232811" y="537207"/>
                  </a:lnTo>
                  <a:lnTo>
                    <a:pt x="232677" y="537120"/>
                  </a:lnTo>
                  <a:lnTo>
                    <a:pt x="232485" y="537060"/>
                  </a:lnTo>
                  <a:lnTo>
                    <a:pt x="232309" y="537041"/>
                  </a:lnTo>
                  <a:lnTo>
                    <a:pt x="231972" y="537105"/>
                  </a:lnTo>
                  <a:lnTo>
                    <a:pt x="231531" y="537318"/>
                  </a:lnTo>
                  <a:lnTo>
                    <a:pt x="230963" y="537687"/>
                  </a:lnTo>
                  <a:lnTo>
                    <a:pt x="230809" y="537731"/>
                  </a:lnTo>
                  <a:lnTo>
                    <a:pt x="230519" y="537771"/>
                  </a:lnTo>
                  <a:lnTo>
                    <a:pt x="230267" y="537769"/>
                  </a:lnTo>
                  <a:lnTo>
                    <a:pt x="229988" y="537743"/>
                  </a:lnTo>
                  <a:lnTo>
                    <a:pt x="229736" y="537647"/>
                  </a:lnTo>
                  <a:lnTo>
                    <a:pt x="229520" y="537555"/>
                  </a:lnTo>
                  <a:lnTo>
                    <a:pt x="229343" y="537444"/>
                  </a:lnTo>
                  <a:lnTo>
                    <a:pt x="229205" y="537365"/>
                  </a:lnTo>
                  <a:lnTo>
                    <a:pt x="229028" y="537271"/>
                  </a:lnTo>
                  <a:lnTo>
                    <a:pt x="228880" y="537196"/>
                  </a:lnTo>
                  <a:lnTo>
                    <a:pt x="228728" y="537123"/>
                  </a:lnTo>
                  <a:lnTo>
                    <a:pt x="228576" y="537063"/>
                  </a:lnTo>
                  <a:lnTo>
                    <a:pt x="228403" y="537002"/>
                  </a:lnTo>
                  <a:lnTo>
                    <a:pt x="228273" y="536970"/>
                  </a:lnTo>
                  <a:lnTo>
                    <a:pt x="228114" y="536970"/>
                  </a:lnTo>
                  <a:lnTo>
                    <a:pt x="227795" y="537155"/>
                  </a:lnTo>
                  <a:lnTo>
                    <a:pt x="227938" y="537531"/>
                  </a:lnTo>
                  <a:lnTo>
                    <a:pt x="228047" y="538201"/>
                  </a:lnTo>
                  <a:lnTo>
                    <a:pt x="227722" y="538394"/>
                  </a:lnTo>
                  <a:lnTo>
                    <a:pt x="227565" y="538448"/>
                  </a:lnTo>
                  <a:lnTo>
                    <a:pt x="226644" y="538820"/>
                  </a:lnTo>
                  <a:lnTo>
                    <a:pt x="226458" y="538758"/>
                  </a:lnTo>
                  <a:lnTo>
                    <a:pt x="226223" y="538651"/>
                  </a:lnTo>
                  <a:lnTo>
                    <a:pt x="225944" y="538555"/>
                  </a:lnTo>
                  <a:lnTo>
                    <a:pt x="225783" y="538503"/>
                  </a:lnTo>
                  <a:lnTo>
                    <a:pt x="225526" y="538412"/>
                  </a:lnTo>
                  <a:lnTo>
                    <a:pt x="225345" y="538312"/>
                  </a:lnTo>
                  <a:lnTo>
                    <a:pt x="225105" y="538174"/>
                  </a:lnTo>
                  <a:lnTo>
                    <a:pt x="224668" y="537657"/>
                  </a:lnTo>
                  <a:lnTo>
                    <a:pt x="224475" y="537294"/>
                  </a:lnTo>
                  <a:lnTo>
                    <a:pt x="224390" y="537165"/>
                  </a:lnTo>
                  <a:lnTo>
                    <a:pt x="224063" y="536820"/>
                  </a:lnTo>
                  <a:lnTo>
                    <a:pt x="223933" y="536790"/>
                  </a:lnTo>
                  <a:lnTo>
                    <a:pt x="223693" y="536767"/>
                  </a:lnTo>
                  <a:lnTo>
                    <a:pt x="223558" y="536775"/>
                  </a:lnTo>
                  <a:lnTo>
                    <a:pt x="223365" y="536800"/>
                  </a:lnTo>
                  <a:lnTo>
                    <a:pt x="222827" y="536904"/>
                  </a:lnTo>
                  <a:lnTo>
                    <a:pt x="222530" y="536993"/>
                  </a:lnTo>
                  <a:lnTo>
                    <a:pt x="222374" y="537026"/>
                  </a:lnTo>
                  <a:lnTo>
                    <a:pt x="222243" y="537066"/>
                  </a:lnTo>
                  <a:lnTo>
                    <a:pt x="221187" y="537630"/>
                  </a:lnTo>
                  <a:lnTo>
                    <a:pt x="220688" y="537382"/>
                  </a:lnTo>
                  <a:lnTo>
                    <a:pt x="220548" y="537291"/>
                  </a:lnTo>
                  <a:lnTo>
                    <a:pt x="220023" y="536564"/>
                  </a:lnTo>
                  <a:lnTo>
                    <a:pt x="220015" y="536433"/>
                  </a:lnTo>
                  <a:lnTo>
                    <a:pt x="219281" y="535054"/>
                  </a:lnTo>
                  <a:lnTo>
                    <a:pt x="219598" y="534816"/>
                  </a:lnTo>
                  <a:lnTo>
                    <a:pt x="219719" y="534618"/>
                  </a:lnTo>
                  <a:lnTo>
                    <a:pt x="219811" y="534418"/>
                  </a:lnTo>
                  <a:lnTo>
                    <a:pt x="219845" y="534131"/>
                  </a:lnTo>
                  <a:lnTo>
                    <a:pt x="219836" y="533974"/>
                  </a:lnTo>
                  <a:lnTo>
                    <a:pt x="219789" y="533703"/>
                  </a:lnTo>
                  <a:lnTo>
                    <a:pt x="219639" y="533212"/>
                  </a:lnTo>
                  <a:lnTo>
                    <a:pt x="219541" y="533073"/>
                  </a:lnTo>
                  <a:lnTo>
                    <a:pt x="219073" y="532920"/>
                  </a:lnTo>
                  <a:lnTo>
                    <a:pt x="218857" y="532940"/>
                  </a:lnTo>
                  <a:lnTo>
                    <a:pt x="218495" y="532991"/>
                  </a:lnTo>
                  <a:lnTo>
                    <a:pt x="218236" y="533045"/>
                  </a:lnTo>
                  <a:lnTo>
                    <a:pt x="217797" y="533122"/>
                  </a:lnTo>
                  <a:lnTo>
                    <a:pt x="217534" y="533151"/>
                  </a:lnTo>
                  <a:lnTo>
                    <a:pt x="217258" y="533195"/>
                  </a:lnTo>
                  <a:lnTo>
                    <a:pt x="216648" y="533206"/>
                  </a:lnTo>
                  <a:lnTo>
                    <a:pt x="216497" y="533126"/>
                  </a:lnTo>
                  <a:lnTo>
                    <a:pt x="216107" y="532777"/>
                  </a:lnTo>
                  <a:lnTo>
                    <a:pt x="215649" y="532214"/>
                  </a:lnTo>
                  <a:lnTo>
                    <a:pt x="215683" y="532000"/>
                  </a:lnTo>
                  <a:lnTo>
                    <a:pt x="215784" y="531859"/>
                  </a:lnTo>
                  <a:lnTo>
                    <a:pt x="215944" y="531633"/>
                  </a:lnTo>
                  <a:lnTo>
                    <a:pt x="216029" y="531501"/>
                  </a:lnTo>
                  <a:lnTo>
                    <a:pt x="215821" y="530877"/>
                  </a:lnTo>
                  <a:lnTo>
                    <a:pt x="215690" y="530876"/>
                  </a:lnTo>
                  <a:lnTo>
                    <a:pt x="215455" y="530897"/>
                  </a:lnTo>
                  <a:lnTo>
                    <a:pt x="215253" y="530980"/>
                  </a:lnTo>
                  <a:lnTo>
                    <a:pt x="214984" y="531005"/>
                  </a:lnTo>
                  <a:lnTo>
                    <a:pt x="214848" y="530982"/>
                  </a:lnTo>
                  <a:lnTo>
                    <a:pt x="214628" y="530894"/>
                  </a:lnTo>
                  <a:lnTo>
                    <a:pt x="214272" y="530191"/>
                  </a:lnTo>
                  <a:lnTo>
                    <a:pt x="214006" y="529176"/>
                  </a:lnTo>
                  <a:lnTo>
                    <a:pt x="213689" y="529400"/>
                  </a:lnTo>
                  <a:lnTo>
                    <a:pt x="213408" y="529632"/>
                  </a:lnTo>
                  <a:lnTo>
                    <a:pt x="213159" y="529772"/>
                  </a:lnTo>
                  <a:lnTo>
                    <a:pt x="212894" y="529889"/>
                  </a:lnTo>
                  <a:lnTo>
                    <a:pt x="212317" y="529932"/>
                  </a:lnTo>
                  <a:lnTo>
                    <a:pt x="211768" y="529877"/>
                  </a:lnTo>
                  <a:lnTo>
                    <a:pt x="211223" y="529555"/>
                  </a:lnTo>
                  <a:lnTo>
                    <a:pt x="211078" y="529405"/>
                  </a:lnTo>
                  <a:lnTo>
                    <a:pt x="210919" y="529032"/>
                  </a:lnTo>
                  <a:lnTo>
                    <a:pt x="210994" y="528849"/>
                  </a:lnTo>
                  <a:lnTo>
                    <a:pt x="211050" y="528676"/>
                  </a:lnTo>
                  <a:lnTo>
                    <a:pt x="211254" y="528343"/>
                  </a:lnTo>
                  <a:lnTo>
                    <a:pt x="211190" y="527805"/>
                  </a:lnTo>
                  <a:lnTo>
                    <a:pt x="211045" y="527792"/>
                  </a:lnTo>
                  <a:lnTo>
                    <a:pt x="210839" y="527794"/>
                  </a:lnTo>
                  <a:lnTo>
                    <a:pt x="210543" y="527434"/>
                  </a:lnTo>
                  <a:lnTo>
                    <a:pt x="210596" y="526471"/>
                  </a:lnTo>
                  <a:lnTo>
                    <a:pt x="210455" y="526452"/>
                  </a:lnTo>
                  <a:lnTo>
                    <a:pt x="210249" y="526439"/>
                  </a:lnTo>
                  <a:lnTo>
                    <a:pt x="209380" y="525639"/>
                  </a:lnTo>
                  <a:lnTo>
                    <a:pt x="208664" y="524535"/>
                  </a:lnTo>
                  <a:lnTo>
                    <a:pt x="207494" y="523886"/>
                  </a:lnTo>
                  <a:lnTo>
                    <a:pt x="207190" y="523925"/>
                  </a:lnTo>
                  <a:lnTo>
                    <a:pt x="207033" y="523951"/>
                  </a:lnTo>
                  <a:lnTo>
                    <a:pt x="206850" y="523980"/>
                  </a:lnTo>
                  <a:lnTo>
                    <a:pt x="206716" y="524056"/>
                  </a:lnTo>
                  <a:lnTo>
                    <a:pt x="206252" y="524026"/>
                  </a:lnTo>
                  <a:lnTo>
                    <a:pt x="206155" y="523853"/>
                  </a:lnTo>
                  <a:lnTo>
                    <a:pt x="206065" y="523709"/>
                  </a:lnTo>
                  <a:lnTo>
                    <a:pt x="206083" y="522557"/>
                  </a:lnTo>
                  <a:lnTo>
                    <a:pt x="206304" y="522568"/>
                  </a:lnTo>
                  <a:lnTo>
                    <a:pt x="207286" y="522112"/>
                  </a:lnTo>
                  <a:lnTo>
                    <a:pt x="207462" y="522055"/>
                  </a:lnTo>
                  <a:lnTo>
                    <a:pt x="207596" y="522020"/>
                  </a:lnTo>
                  <a:lnTo>
                    <a:pt x="207753" y="521527"/>
                  </a:lnTo>
                  <a:lnTo>
                    <a:pt x="207616" y="521438"/>
                  </a:lnTo>
                  <a:lnTo>
                    <a:pt x="207174" y="521092"/>
                  </a:lnTo>
                  <a:lnTo>
                    <a:pt x="207387" y="520043"/>
                  </a:lnTo>
                  <a:lnTo>
                    <a:pt x="208338" y="519900"/>
                  </a:lnTo>
                  <a:lnTo>
                    <a:pt x="208138" y="518722"/>
                  </a:lnTo>
                  <a:lnTo>
                    <a:pt x="207981" y="518014"/>
                  </a:lnTo>
                  <a:lnTo>
                    <a:pt x="207706" y="517787"/>
                  </a:lnTo>
                  <a:lnTo>
                    <a:pt x="207353" y="517732"/>
                  </a:lnTo>
                  <a:lnTo>
                    <a:pt x="207221" y="517704"/>
                  </a:lnTo>
                  <a:lnTo>
                    <a:pt x="207073" y="517658"/>
                  </a:lnTo>
                  <a:lnTo>
                    <a:pt x="206730" y="517557"/>
                  </a:lnTo>
                  <a:lnTo>
                    <a:pt x="206280" y="517437"/>
                  </a:lnTo>
                  <a:lnTo>
                    <a:pt x="206101" y="517379"/>
                  </a:lnTo>
                  <a:lnTo>
                    <a:pt x="205617" y="517160"/>
                  </a:lnTo>
                  <a:lnTo>
                    <a:pt x="205259" y="516861"/>
                  </a:lnTo>
                  <a:lnTo>
                    <a:pt x="204349" y="515722"/>
                  </a:lnTo>
                  <a:lnTo>
                    <a:pt x="204190" y="515175"/>
                  </a:lnTo>
                  <a:lnTo>
                    <a:pt x="204198" y="514918"/>
                  </a:lnTo>
                  <a:lnTo>
                    <a:pt x="204218" y="514769"/>
                  </a:lnTo>
                  <a:lnTo>
                    <a:pt x="204460" y="514335"/>
                  </a:lnTo>
                  <a:lnTo>
                    <a:pt x="204588" y="514164"/>
                  </a:lnTo>
                  <a:lnTo>
                    <a:pt x="206034" y="513047"/>
                  </a:lnTo>
                  <a:lnTo>
                    <a:pt x="205734" y="512956"/>
                  </a:lnTo>
                  <a:lnTo>
                    <a:pt x="206098" y="512252"/>
                  </a:lnTo>
                  <a:lnTo>
                    <a:pt x="206412" y="512302"/>
                  </a:lnTo>
                  <a:lnTo>
                    <a:pt x="206700" y="512323"/>
                  </a:lnTo>
                  <a:lnTo>
                    <a:pt x="207101" y="511963"/>
                  </a:lnTo>
                  <a:lnTo>
                    <a:pt x="207055" y="511476"/>
                  </a:lnTo>
                  <a:lnTo>
                    <a:pt x="206996" y="511290"/>
                  </a:lnTo>
                  <a:lnTo>
                    <a:pt x="206880" y="511035"/>
                  </a:lnTo>
                  <a:lnTo>
                    <a:pt x="206688" y="510824"/>
                  </a:lnTo>
                  <a:lnTo>
                    <a:pt x="206521" y="510743"/>
                  </a:lnTo>
                  <a:lnTo>
                    <a:pt x="206289" y="510662"/>
                  </a:lnTo>
                  <a:lnTo>
                    <a:pt x="206105" y="510614"/>
                  </a:lnTo>
                  <a:lnTo>
                    <a:pt x="205840" y="508983"/>
                  </a:lnTo>
                  <a:lnTo>
                    <a:pt x="205743" y="508276"/>
                  </a:lnTo>
                  <a:lnTo>
                    <a:pt x="205910" y="507380"/>
                  </a:lnTo>
                  <a:lnTo>
                    <a:pt x="205529" y="507198"/>
                  </a:lnTo>
                  <a:lnTo>
                    <a:pt x="205355" y="506562"/>
                  </a:lnTo>
                  <a:lnTo>
                    <a:pt x="204506" y="505796"/>
                  </a:lnTo>
                  <a:lnTo>
                    <a:pt x="204748" y="505352"/>
                  </a:lnTo>
                  <a:lnTo>
                    <a:pt x="204774" y="505213"/>
                  </a:lnTo>
                  <a:lnTo>
                    <a:pt x="204697" y="504993"/>
                  </a:lnTo>
                  <a:lnTo>
                    <a:pt x="204530" y="504851"/>
                  </a:lnTo>
                  <a:lnTo>
                    <a:pt x="204296" y="504710"/>
                  </a:lnTo>
                  <a:lnTo>
                    <a:pt x="204116" y="504545"/>
                  </a:lnTo>
                  <a:lnTo>
                    <a:pt x="203996" y="504321"/>
                  </a:lnTo>
                  <a:lnTo>
                    <a:pt x="203950" y="504154"/>
                  </a:lnTo>
                  <a:lnTo>
                    <a:pt x="203952" y="503759"/>
                  </a:lnTo>
                  <a:lnTo>
                    <a:pt x="204162" y="503624"/>
                  </a:lnTo>
                  <a:lnTo>
                    <a:pt x="204520" y="503575"/>
                  </a:lnTo>
                  <a:lnTo>
                    <a:pt x="204920" y="503353"/>
                  </a:lnTo>
                  <a:lnTo>
                    <a:pt x="204776" y="503022"/>
                  </a:lnTo>
                  <a:lnTo>
                    <a:pt x="203822" y="502180"/>
                  </a:lnTo>
                  <a:lnTo>
                    <a:pt x="203768" y="501992"/>
                  </a:lnTo>
                  <a:lnTo>
                    <a:pt x="203746" y="501800"/>
                  </a:lnTo>
                  <a:lnTo>
                    <a:pt x="203773" y="501644"/>
                  </a:lnTo>
                  <a:lnTo>
                    <a:pt x="204223" y="501215"/>
                  </a:lnTo>
                  <a:lnTo>
                    <a:pt x="204259" y="500805"/>
                  </a:lnTo>
                  <a:lnTo>
                    <a:pt x="204068" y="500312"/>
                  </a:lnTo>
                  <a:lnTo>
                    <a:pt x="203837" y="500309"/>
                  </a:lnTo>
                  <a:lnTo>
                    <a:pt x="203092" y="500486"/>
                  </a:lnTo>
                  <a:lnTo>
                    <a:pt x="202956" y="501185"/>
                  </a:lnTo>
                  <a:lnTo>
                    <a:pt x="202808" y="501323"/>
                  </a:lnTo>
                  <a:lnTo>
                    <a:pt x="202664" y="501481"/>
                  </a:lnTo>
                  <a:lnTo>
                    <a:pt x="202573" y="501619"/>
                  </a:lnTo>
                  <a:lnTo>
                    <a:pt x="202052" y="499881"/>
                  </a:lnTo>
                  <a:lnTo>
                    <a:pt x="201748" y="499721"/>
                  </a:lnTo>
                  <a:lnTo>
                    <a:pt x="201565" y="499724"/>
                  </a:lnTo>
                  <a:lnTo>
                    <a:pt x="201384" y="499785"/>
                  </a:lnTo>
                  <a:lnTo>
                    <a:pt x="201115" y="499827"/>
                  </a:lnTo>
                  <a:lnTo>
                    <a:pt x="200983" y="499851"/>
                  </a:lnTo>
                  <a:lnTo>
                    <a:pt x="200829" y="499880"/>
                  </a:lnTo>
                  <a:lnTo>
                    <a:pt x="200438" y="499927"/>
                  </a:lnTo>
                  <a:lnTo>
                    <a:pt x="200076" y="499899"/>
                  </a:lnTo>
                  <a:lnTo>
                    <a:pt x="199676" y="499891"/>
                  </a:lnTo>
                  <a:lnTo>
                    <a:pt x="198947" y="500255"/>
                  </a:lnTo>
                  <a:lnTo>
                    <a:pt x="198988" y="500417"/>
                  </a:lnTo>
                  <a:lnTo>
                    <a:pt x="198510" y="500669"/>
                  </a:lnTo>
                  <a:lnTo>
                    <a:pt x="198266" y="500600"/>
                  </a:lnTo>
                  <a:lnTo>
                    <a:pt x="198067" y="500607"/>
                  </a:lnTo>
                  <a:lnTo>
                    <a:pt x="198037" y="500954"/>
                  </a:lnTo>
                  <a:lnTo>
                    <a:pt x="197587" y="501062"/>
                  </a:lnTo>
                  <a:lnTo>
                    <a:pt x="196199" y="501644"/>
                  </a:lnTo>
                  <a:lnTo>
                    <a:pt x="195978" y="501498"/>
                  </a:lnTo>
                  <a:lnTo>
                    <a:pt x="195736" y="501469"/>
                  </a:lnTo>
                  <a:lnTo>
                    <a:pt x="195443" y="501658"/>
                  </a:lnTo>
                  <a:lnTo>
                    <a:pt x="194988" y="501840"/>
                  </a:lnTo>
                  <a:lnTo>
                    <a:pt x="194764" y="501820"/>
                  </a:lnTo>
                  <a:lnTo>
                    <a:pt x="194597" y="501783"/>
                  </a:lnTo>
                  <a:lnTo>
                    <a:pt x="193883" y="501901"/>
                  </a:lnTo>
                  <a:lnTo>
                    <a:pt x="193638" y="501881"/>
                  </a:lnTo>
                  <a:lnTo>
                    <a:pt x="192983" y="501713"/>
                  </a:lnTo>
                  <a:lnTo>
                    <a:pt x="192704" y="501727"/>
                  </a:lnTo>
                  <a:lnTo>
                    <a:pt x="192512" y="501787"/>
                  </a:lnTo>
                  <a:lnTo>
                    <a:pt x="192331" y="501789"/>
                  </a:lnTo>
                  <a:lnTo>
                    <a:pt x="191375" y="501943"/>
                  </a:lnTo>
                  <a:lnTo>
                    <a:pt x="190872" y="501974"/>
                  </a:lnTo>
                  <a:lnTo>
                    <a:pt x="190587" y="501960"/>
                  </a:lnTo>
                  <a:lnTo>
                    <a:pt x="190042" y="502778"/>
                  </a:lnTo>
                  <a:lnTo>
                    <a:pt x="189576" y="502856"/>
                  </a:lnTo>
                  <a:lnTo>
                    <a:pt x="188715" y="502848"/>
                  </a:lnTo>
                  <a:lnTo>
                    <a:pt x="188721" y="502697"/>
                  </a:lnTo>
                  <a:lnTo>
                    <a:pt x="187787" y="502625"/>
                  </a:lnTo>
                  <a:lnTo>
                    <a:pt x="187523" y="502435"/>
                  </a:lnTo>
                  <a:lnTo>
                    <a:pt x="187381" y="502265"/>
                  </a:lnTo>
                  <a:lnTo>
                    <a:pt x="187220" y="502129"/>
                  </a:lnTo>
                  <a:lnTo>
                    <a:pt x="186998" y="502051"/>
                  </a:lnTo>
                  <a:lnTo>
                    <a:pt x="186856" y="501888"/>
                  </a:lnTo>
                  <a:lnTo>
                    <a:pt x="186649" y="501835"/>
                  </a:lnTo>
                  <a:lnTo>
                    <a:pt x="186278" y="501669"/>
                  </a:lnTo>
                  <a:lnTo>
                    <a:pt x="186061" y="501824"/>
                  </a:lnTo>
                  <a:lnTo>
                    <a:pt x="185442" y="502107"/>
                  </a:lnTo>
                  <a:lnTo>
                    <a:pt x="185405" y="502439"/>
                  </a:lnTo>
                  <a:lnTo>
                    <a:pt x="185155" y="502431"/>
                  </a:lnTo>
                  <a:lnTo>
                    <a:pt x="184936" y="502525"/>
                  </a:lnTo>
                  <a:lnTo>
                    <a:pt x="184483" y="502864"/>
                  </a:lnTo>
                  <a:lnTo>
                    <a:pt x="184026" y="502583"/>
                  </a:lnTo>
                  <a:lnTo>
                    <a:pt x="183832" y="502416"/>
                  </a:lnTo>
                  <a:lnTo>
                    <a:pt x="183396" y="502484"/>
                  </a:lnTo>
                  <a:lnTo>
                    <a:pt x="183051" y="502496"/>
                  </a:lnTo>
                  <a:lnTo>
                    <a:pt x="182768" y="502381"/>
                  </a:lnTo>
                  <a:lnTo>
                    <a:pt x="181783" y="503017"/>
                  </a:lnTo>
                  <a:lnTo>
                    <a:pt x="181706" y="503195"/>
                  </a:lnTo>
                  <a:lnTo>
                    <a:pt x="181356" y="503237"/>
                  </a:lnTo>
                  <a:lnTo>
                    <a:pt x="181063" y="503184"/>
                  </a:lnTo>
                  <a:lnTo>
                    <a:pt x="180792" y="502793"/>
                  </a:lnTo>
                  <a:lnTo>
                    <a:pt x="180600" y="502586"/>
                  </a:lnTo>
                  <a:lnTo>
                    <a:pt x="180136" y="502297"/>
                  </a:lnTo>
                  <a:lnTo>
                    <a:pt x="179972" y="502350"/>
                  </a:lnTo>
                  <a:lnTo>
                    <a:pt x="179748" y="502167"/>
                  </a:lnTo>
                  <a:lnTo>
                    <a:pt x="179523" y="502015"/>
                  </a:lnTo>
                  <a:lnTo>
                    <a:pt x="179358" y="502028"/>
                  </a:lnTo>
                  <a:lnTo>
                    <a:pt x="179150" y="502076"/>
                  </a:lnTo>
                  <a:lnTo>
                    <a:pt x="178876" y="502141"/>
                  </a:lnTo>
                  <a:lnTo>
                    <a:pt x="178608" y="502109"/>
                  </a:lnTo>
                  <a:lnTo>
                    <a:pt x="178087" y="502080"/>
                  </a:lnTo>
                  <a:lnTo>
                    <a:pt x="177851" y="501825"/>
                  </a:lnTo>
                  <a:lnTo>
                    <a:pt x="177718" y="501772"/>
                  </a:lnTo>
                  <a:lnTo>
                    <a:pt x="177670" y="501589"/>
                  </a:lnTo>
                  <a:lnTo>
                    <a:pt x="177152" y="501337"/>
                  </a:lnTo>
                  <a:lnTo>
                    <a:pt x="176941" y="501395"/>
                  </a:lnTo>
                  <a:lnTo>
                    <a:pt x="176713" y="501304"/>
                  </a:lnTo>
                  <a:lnTo>
                    <a:pt x="176491" y="501069"/>
                  </a:lnTo>
                  <a:lnTo>
                    <a:pt x="176094" y="501152"/>
                  </a:lnTo>
                  <a:lnTo>
                    <a:pt x="175628" y="501189"/>
                  </a:lnTo>
                  <a:lnTo>
                    <a:pt x="175456" y="501256"/>
                  </a:lnTo>
                  <a:lnTo>
                    <a:pt x="175163" y="501559"/>
                  </a:lnTo>
                  <a:lnTo>
                    <a:pt x="173741" y="502319"/>
                  </a:lnTo>
                  <a:lnTo>
                    <a:pt x="173541" y="502397"/>
                  </a:lnTo>
                  <a:lnTo>
                    <a:pt x="173400" y="502469"/>
                  </a:lnTo>
                  <a:lnTo>
                    <a:pt x="173901" y="502175"/>
                  </a:lnTo>
                  <a:lnTo>
                    <a:pt x="172406" y="499869"/>
                  </a:lnTo>
                  <a:lnTo>
                    <a:pt x="172079" y="499520"/>
                  </a:lnTo>
                  <a:lnTo>
                    <a:pt x="170667" y="498053"/>
                  </a:lnTo>
                  <a:lnTo>
                    <a:pt x="167441" y="493900"/>
                  </a:lnTo>
                  <a:lnTo>
                    <a:pt x="167308" y="493213"/>
                  </a:lnTo>
                  <a:lnTo>
                    <a:pt x="167428" y="492733"/>
                  </a:lnTo>
                  <a:lnTo>
                    <a:pt x="167418" y="490048"/>
                  </a:lnTo>
                  <a:lnTo>
                    <a:pt x="167344" y="489558"/>
                  </a:lnTo>
                  <a:lnTo>
                    <a:pt x="167338" y="489431"/>
                  </a:lnTo>
                  <a:lnTo>
                    <a:pt x="167297" y="489285"/>
                  </a:lnTo>
                  <a:lnTo>
                    <a:pt x="167129" y="488395"/>
                  </a:lnTo>
                  <a:lnTo>
                    <a:pt x="167131" y="488088"/>
                  </a:lnTo>
                  <a:lnTo>
                    <a:pt x="167203" y="487803"/>
                  </a:lnTo>
                  <a:lnTo>
                    <a:pt x="167343" y="487766"/>
                  </a:lnTo>
                  <a:lnTo>
                    <a:pt x="168079" y="487722"/>
                  </a:lnTo>
                  <a:lnTo>
                    <a:pt x="169047" y="487583"/>
                  </a:lnTo>
                  <a:lnTo>
                    <a:pt x="168953" y="486895"/>
                  </a:lnTo>
                  <a:lnTo>
                    <a:pt x="168896" y="486668"/>
                  </a:lnTo>
                  <a:lnTo>
                    <a:pt x="168849" y="486442"/>
                  </a:lnTo>
                  <a:lnTo>
                    <a:pt x="168824" y="486219"/>
                  </a:lnTo>
                  <a:lnTo>
                    <a:pt x="168897" y="485911"/>
                  </a:lnTo>
                  <a:lnTo>
                    <a:pt x="169633" y="485808"/>
                  </a:lnTo>
                  <a:lnTo>
                    <a:pt x="169818" y="485804"/>
                  </a:lnTo>
                  <a:lnTo>
                    <a:pt x="170015" y="485758"/>
                  </a:lnTo>
                  <a:lnTo>
                    <a:pt x="170093" y="486245"/>
                  </a:lnTo>
                  <a:lnTo>
                    <a:pt x="170110" y="486483"/>
                  </a:lnTo>
                  <a:lnTo>
                    <a:pt x="170380" y="487141"/>
                  </a:lnTo>
                  <a:lnTo>
                    <a:pt x="170934" y="487078"/>
                  </a:lnTo>
                  <a:lnTo>
                    <a:pt x="170801" y="486619"/>
                  </a:lnTo>
                  <a:lnTo>
                    <a:pt x="171155" y="486583"/>
                  </a:lnTo>
                  <a:lnTo>
                    <a:pt x="171675" y="486495"/>
                  </a:lnTo>
                  <a:lnTo>
                    <a:pt x="171990" y="486440"/>
                  </a:lnTo>
                  <a:lnTo>
                    <a:pt x="172466" y="486395"/>
                  </a:lnTo>
                  <a:lnTo>
                    <a:pt x="173021" y="486272"/>
                  </a:lnTo>
                  <a:lnTo>
                    <a:pt x="173154" y="486264"/>
                  </a:lnTo>
                  <a:lnTo>
                    <a:pt x="174149" y="486277"/>
                  </a:lnTo>
                  <a:lnTo>
                    <a:pt x="174412" y="486578"/>
                  </a:lnTo>
                  <a:lnTo>
                    <a:pt x="174695" y="486841"/>
                  </a:lnTo>
                  <a:lnTo>
                    <a:pt x="175396" y="487166"/>
                  </a:lnTo>
                  <a:lnTo>
                    <a:pt x="175593" y="487085"/>
                  </a:lnTo>
                  <a:lnTo>
                    <a:pt x="175956" y="487165"/>
                  </a:lnTo>
                  <a:lnTo>
                    <a:pt x="176456" y="486809"/>
                  </a:lnTo>
                  <a:lnTo>
                    <a:pt x="176394" y="486595"/>
                  </a:lnTo>
                  <a:lnTo>
                    <a:pt x="176944" y="486373"/>
                  </a:lnTo>
                  <a:lnTo>
                    <a:pt x="177129" y="486284"/>
                  </a:lnTo>
                  <a:lnTo>
                    <a:pt x="177499" y="486149"/>
                  </a:lnTo>
                  <a:lnTo>
                    <a:pt x="177793" y="486002"/>
                  </a:lnTo>
                  <a:lnTo>
                    <a:pt x="177783" y="485709"/>
                  </a:lnTo>
                  <a:lnTo>
                    <a:pt x="177724" y="485261"/>
                  </a:lnTo>
                  <a:lnTo>
                    <a:pt x="177677" y="485040"/>
                  </a:lnTo>
                  <a:lnTo>
                    <a:pt x="177641" y="484690"/>
                  </a:lnTo>
                  <a:lnTo>
                    <a:pt x="177474" y="484504"/>
                  </a:lnTo>
                  <a:lnTo>
                    <a:pt x="177581" y="484337"/>
                  </a:lnTo>
                  <a:lnTo>
                    <a:pt x="177595" y="484203"/>
                  </a:lnTo>
                  <a:lnTo>
                    <a:pt x="177907" y="484037"/>
                  </a:lnTo>
                  <a:lnTo>
                    <a:pt x="178459" y="483961"/>
                  </a:lnTo>
                  <a:lnTo>
                    <a:pt x="178836" y="484002"/>
                  </a:lnTo>
                  <a:lnTo>
                    <a:pt x="179359" y="484004"/>
                  </a:lnTo>
                  <a:lnTo>
                    <a:pt x="179762" y="483799"/>
                  </a:lnTo>
                  <a:lnTo>
                    <a:pt x="180315" y="483680"/>
                  </a:lnTo>
                  <a:lnTo>
                    <a:pt x="180637" y="483549"/>
                  </a:lnTo>
                  <a:lnTo>
                    <a:pt x="181174" y="483354"/>
                  </a:lnTo>
                  <a:lnTo>
                    <a:pt x="183157" y="483191"/>
                  </a:lnTo>
                  <a:lnTo>
                    <a:pt x="183308" y="483164"/>
                  </a:lnTo>
                  <a:lnTo>
                    <a:pt x="185301" y="482954"/>
                  </a:lnTo>
                  <a:lnTo>
                    <a:pt x="185672" y="482963"/>
                  </a:lnTo>
                  <a:lnTo>
                    <a:pt x="185986" y="482953"/>
                  </a:lnTo>
                  <a:lnTo>
                    <a:pt x="186323" y="482942"/>
                  </a:lnTo>
                  <a:lnTo>
                    <a:pt x="186857" y="482924"/>
                  </a:lnTo>
                  <a:lnTo>
                    <a:pt x="187442" y="482905"/>
                  </a:lnTo>
                  <a:lnTo>
                    <a:pt x="187702" y="482898"/>
                  </a:lnTo>
                  <a:lnTo>
                    <a:pt x="189107" y="482856"/>
                  </a:lnTo>
                  <a:lnTo>
                    <a:pt x="190335" y="482817"/>
                  </a:lnTo>
                  <a:lnTo>
                    <a:pt x="190539" y="482277"/>
                  </a:lnTo>
                  <a:lnTo>
                    <a:pt x="190925" y="481402"/>
                  </a:lnTo>
                  <a:lnTo>
                    <a:pt x="191119" y="481323"/>
                  </a:lnTo>
                  <a:lnTo>
                    <a:pt x="191391" y="481079"/>
                  </a:lnTo>
                  <a:lnTo>
                    <a:pt x="191218" y="480368"/>
                  </a:lnTo>
                  <a:lnTo>
                    <a:pt x="191152" y="479972"/>
                  </a:lnTo>
                  <a:lnTo>
                    <a:pt x="191133" y="479560"/>
                  </a:lnTo>
                  <a:lnTo>
                    <a:pt x="191371" y="479555"/>
                  </a:lnTo>
                  <a:lnTo>
                    <a:pt x="191201" y="478626"/>
                  </a:lnTo>
                  <a:lnTo>
                    <a:pt x="191263" y="478452"/>
                  </a:lnTo>
                  <a:lnTo>
                    <a:pt x="191208" y="478168"/>
                  </a:lnTo>
                  <a:lnTo>
                    <a:pt x="191414" y="477363"/>
                  </a:lnTo>
                  <a:lnTo>
                    <a:pt x="191256" y="477362"/>
                  </a:lnTo>
                  <a:lnTo>
                    <a:pt x="191012" y="477356"/>
                  </a:lnTo>
                  <a:lnTo>
                    <a:pt x="190468" y="477374"/>
                  </a:lnTo>
                  <a:lnTo>
                    <a:pt x="190025" y="476591"/>
                  </a:lnTo>
                  <a:lnTo>
                    <a:pt x="190162" y="476548"/>
                  </a:lnTo>
                  <a:lnTo>
                    <a:pt x="190155" y="473968"/>
                  </a:lnTo>
                  <a:lnTo>
                    <a:pt x="189293" y="474220"/>
                  </a:lnTo>
                  <a:lnTo>
                    <a:pt x="189224" y="475958"/>
                  </a:lnTo>
                  <a:lnTo>
                    <a:pt x="189181" y="476225"/>
                  </a:lnTo>
                  <a:lnTo>
                    <a:pt x="188965" y="476742"/>
                  </a:lnTo>
                  <a:lnTo>
                    <a:pt x="188444" y="476894"/>
                  </a:lnTo>
                  <a:lnTo>
                    <a:pt x="187551" y="476724"/>
                  </a:lnTo>
                  <a:lnTo>
                    <a:pt x="187306" y="476813"/>
                  </a:lnTo>
                  <a:lnTo>
                    <a:pt x="186417" y="476781"/>
                  </a:lnTo>
                  <a:lnTo>
                    <a:pt x="186167" y="476634"/>
                  </a:lnTo>
                  <a:lnTo>
                    <a:pt x="185951" y="476423"/>
                  </a:lnTo>
                  <a:lnTo>
                    <a:pt x="185840" y="476295"/>
                  </a:lnTo>
                  <a:lnTo>
                    <a:pt x="185845" y="475196"/>
                  </a:lnTo>
                  <a:lnTo>
                    <a:pt x="185940" y="475047"/>
                  </a:lnTo>
                  <a:lnTo>
                    <a:pt x="186199" y="474678"/>
                  </a:lnTo>
                  <a:lnTo>
                    <a:pt x="186522" y="473905"/>
                  </a:lnTo>
                  <a:lnTo>
                    <a:pt x="187289" y="471039"/>
                  </a:lnTo>
                  <a:lnTo>
                    <a:pt x="186910" y="471337"/>
                  </a:lnTo>
                  <a:lnTo>
                    <a:pt x="186236" y="471371"/>
                  </a:lnTo>
                  <a:lnTo>
                    <a:pt x="185987" y="471262"/>
                  </a:lnTo>
                  <a:lnTo>
                    <a:pt x="185748" y="471218"/>
                  </a:lnTo>
                  <a:lnTo>
                    <a:pt x="185157" y="471240"/>
                  </a:lnTo>
                  <a:lnTo>
                    <a:pt x="184895" y="471550"/>
                  </a:lnTo>
                  <a:lnTo>
                    <a:pt x="184591" y="471609"/>
                  </a:lnTo>
                  <a:lnTo>
                    <a:pt x="184501" y="471777"/>
                  </a:lnTo>
                  <a:lnTo>
                    <a:pt x="184234" y="471857"/>
                  </a:lnTo>
                  <a:lnTo>
                    <a:pt x="183936" y="471969"/>
                  </a:lnTo>
                  <a:lnTo>
                    <a:pt x="183706" y="472037"/>
                  </a:lnTo>
                  <a:lnTo>
                    <a:pt x="183568" y="471984"/>
                  </a:lnTo>
                  <a:lnTo>
                    <a:pt x="183087" y="472044"/>
                  </a:lnTo>
                  <a:lnTo>
                    <a:pt x="182562" y="471927"/>
                  </a:lnTo>
                  <a:lnTo>
                    <a:pt x="182149" y="471828"/>
                  </a:lnTo>
                  <a:lnTo>
                    <a:pt x="182119" y="471598"/>
                  </a:lnTo>
                  <a:lnTo>
                    <a:pt x="181845" y="471136"/>
                  </a:lnTo>
                  <a:lnTo>
                    <a:pt x="181565" y="470959"/>
                  </a:lnTo>
                  <a:lnTo>
                    <a:pt x="181140" y="470573"/>
                  </a:lnTo>
                  <a:lnTo>
                    <a:pt x="180976" y="470452"/>
                  </a:lnTo>
                  <a:lnTo>
                    <a:pt x="180518" y="470175"/>
                  </a:lnTo>
                  <a:lnTo>
                    <a:pt x="180340" y="469979"/>
                  </a:lnTo>
                  <a:lnTo>
                    <a:pt x="180180" y="469838"/>
                  </a:lnTo>
                  <a:lnTo>
                    <a:pt x="179994" y="469729"/>
                  </a:lnTo>
                  <a:lnTo>
                    <a:pt x="179476" y="469664"/>
                  </a:lnTo>
                  <a:lnTo>
                    <a:pt x="179280" y="469598"/>
                  </a:lnTo>
                  <a:lnTo>
                    <a:pt x="178931" y="469388"/>
                  </a:lnTo>
                  <a:lnTo>
                    <a:pt x="178645" y="469236"/>
                  </a:lnTo>
                  <a:lnTo>
                    <a:pt x="178670" y="469377"/>
                  </a:lnTo>
                  <a:lnTo>
                    <a:pt x="178611" y="470181"/>
                  </a:lnTo>
                  <a:lnTo>
                    <a:pt x="178728" y="470797"/>
                  </a:lnTo>
                  <a:lnTo>
                    <a:pt x="179762" y="470675"/>
                  </a:lnTo>
                  <a:lnTo>
                    <a:pt x="180397" y="470563"/>
                  </a:lnTo>
                  <a:lnTo>
                    <a:pt x="180937" y="470528"/>
                  </a:lnTo>
                  <a:lnTo>
                    <a:pt x="181538" y="471045"/>
                  </a:lnTo>
                  <a:lnTo>
                    <a:pt x="181957" y="471374"/>
                  </a:lnTo>
                  <a:lnTo>
                    <a:pt x="182039" y="471624"/>
                  </a:lnTo>
                  <a:lnTo>
                    <a:pt x="182067" y="471941"/>
                  </a:lnTo>
                  <a:lnTo>
                    <a:pt x="182619" y="472063"/>
                  </a:lnTo>
                  <a:lnTo>
                    <a:pt x="182570" y="472718"/>
                  </a:lnTo>
                  <a:lnTo>
                    <a:pt x="182670" y="472916"/>
                  </a:lnTo>
                  <a:lnTo>
                    <a:pt x="182689" y="473356"/>
                  </a:lnTo>
                  <a:lnTo>
                    <a:pt x="182404" y="474187"/>
                  </a:lnTo>
                  <a:lnTo>
                    <a:pt x="181139" y="476364"/>
                  </a:lnTo>
                  <a:lnTo>
                    <a:pt x="179920" y="476660"/>
                  </a:lnTo>
                  <a:lnTo>
                    <a:pt x="179835" y="476461"/>
                  </a:lnTo>
                  <a:lnTo>
                    <a:pt x="179779" y="476331"/>
                  </a:lnTo>
                  <a:lnTo>
                    <a:pt x="179775" y="476045"/>
                  </a:lnTo>
                  <a:lnTo>
                    <a:pt x="179456" y="475633"/>
                  </a:lnTo>
                  <a:lnTo>
                    <a:pt x="178911" y="475268"/>
                  </a:lnTo>
                  <a:lnTo>
                    <a:pt x="178427" y="475138"/>
                  </a:lnTo>
                  <a:lnTo>
                    <a:pt x="178198" y="475360"/>
                  </a:lnTo>
                  <a:lnTo>
                    <a:pt x="177972" y="475505"/>
                  </a:lnTo>
                  <a:lnTo>
                    <a:pt x="177795" y="475390"/>
                  </a:lnTo>
                  <a:lnTo>
                    <a:pt x="177526" y="475285"/>
                  </a:lnTo>
                  <a:lnTo>
                    <a:pt x="176709" y="475579"/>
                  </a:lnTo>
                  <a:lnTo>
                    <a:pt x="176301" y="475405"/>
                  </a:lnTo>
                  <a:lnTo>
                    <a:pt x="176068" y="475224"/>
                  </a:lnTo>
                  <a:lnTo>
                    <a:pt x="175718" y="475530"/>
                  </a:lnTo>
                  <a:lnTo>
                    <a:pt x="175538" y="475929"/>
                  </a:lnTo>
                  <a:lnTo>
                    <a:pt x="175402" y="476158"/>
                  </a:lnTo>
                  <a:lnTo>
                    <a:pt x="175351" y="476437"/>
                  </a:lnTo>
                  <a:lnTo>
                    <a:pt x="175589" y="476847"/>
                  </a:lnTo>
                  <a:lnTo>
                    <a:pt x="175589" y="477127"/>
                  </a:lnTo>
                  <a:lnTo>
                    <a:pt x="175331" y="477211"/>
                  </a:lnTo>
                  <a:lnTo>
                    <a:pt x="175135" y="477312"/>
                  </a:lnTo>
                  <a:lnTo>
                    <a:pt x="174703" y="477826"/>
                  </a:lnTo>
                  <a:lnTo>
                    <a:pt x="174671" y="477993"/>
                  </a:lnTo>
                  <a:lnTo>
                    <a:pt x="174324" y="478344"/>
                  </a:lnTo>
                  <a:lnTo>
                    <a:pt x="174252" y="478476"/>
                  </a:lnTo>
                  <a:lnTo>
                    <a:pt x="174146" y="478674"/>
                  </a:lnTo>
                  <a:lnTo>
                    <a:pt x="174069" y="478948"/>
                  </a:lnTo>
                  <a:lnTo>
                    <a:pt x="174060" y="479162"/>
                  </a:lnTo>
                  <a:lnTo>
                    <a:pt x="173936" y="479315"/>
                  </a:lnTo>
                  <a:lnTo>
                    <a:pt x="173778" y="480006"/>
                  </a:lnTo>
                  <a:lnTo>
                    <a:pt x="173473" y="480222"/>
                  </a:lnTo>
                  <a:lnTo>
                    <a:pt x="172905" y="480532"/>
                  </a:lnTo>
                  <a:lnTo>
                    <a:pt x="172735" y="480526"/>
                  </a:lnTo>
                  <a:lnTo>
                    <a:pt x="172484" y="480593"/>
                  </a:lnTo>
                  <a:lnTo>
                    <a:pt x="172345" y="480641"/>
                  </a:lnTo>
                  <a:lnTo>
                    <a:pt x="172162" y="480704"/>
                  </a:lnTo>
                  <a:lnTo>
                    <a:pt x="171991" y="480762"/>
                  </a:lnTo>
                  <a:lnTo>
                    <a:pt x="171781" y="480823"/>
                  </a:lnTo>
                  <a:lnTo>
                    <a:pt x="171632" y="480866"/>
                  </a:lnTo>
                  <a:lnTo>
                    <a:pt x="170960" y="480776"/>
                  </a:lnTo>
                  <a:lnTo>
                    <a:pt x="168907" y="480931"/>
                  </a:lnTo>
                  <a:lnTo>
                    <a:pt x="168766" y="480929"/>
                  </a:lnTo>
                  <a:lnTo>
                    <a:pt x="168386" y="481193"/>
                  </a:lnTo>
                  <a:lnTo>
                    <a:pt x="168198" y="481263"/>
                  </a:lnTo>
                  <a:lnTo>
                    <a:pt x="168018" y="481330"/>
                  </a:lnTo>
                  <a:lnTo>
                    <a:pt x="167867" y="481317"/>
                  </a:lnTo>
                  <a:lnTo>
                    <a:pt x="167656" y="481220"/>
                  </a:lnTo>
                  <a:lnTo>
                    <a:pt x="167268" y="481109"/>
                  </a:lnTo>
                  <a:lnTo>
                    <a:pt x="167206" y="480896"/>
                  </a:lnTo>
                  <a:lnTo>
                    <a:pt x="166847" y="480357"/>
                  </a:lnTo>
                  <a:lnTo>
                    <a:pt x="166920" y="480048"/>
                  </a:lnTo>
                  <a:lnTo>
                    <a:pt x="166952" y="479720"/>
                  </a:lnTo>
                  <a:lnTo>
                    <a:pt x="166516" y="479533"/>
                  </a:lnTo>
                  <a:lnTo>
                    <a:pt x="166234" y="479433"/>
                  </a:lnTo>
                  <a:lnTo>
                    <a:pt x="165777" y="479272"/>
                  </a:lnTo>
                  <a:lnTo>
                    <a:pt x="165311" y="479107"/>
                  </a:lnTo>
                  <a:lnTo>
                    <a:pt x="165114" y="478749"/>
                  </a:lnTo>
                  <a:lnTo>
                    <a:pt x="164783" y="478643"/>
                  </a:lnTo>
                  <a:lnTo>
                    <a:pt x="164470" y="478632"/>
                  </a:lnTo>
                  <a:lnTo>
                    <a:pt x="164176" y="478724"/>
                  </a:lnTo>
                  <a:lnTo>
                    <a:pt x="164213" y="478432"/>
                  </a:lnTo>
                  <a:lnTo>
                    <a:pt x="164188" y="478234"/>
                  </a:lnTo>
                  <a:lnTo>
                    <a:pt x="163963" y="478014"/>
                  </a:lnTo>
                  <a:lnTo>
                    <a:pt x="163882" y="477816"/>
                  </a:lnTo>
                  <a:lnTo>
                    <a:pt x="163442" y="477665"/>
                  </a:lnTo>
                  <a:lnTo>
                    <a:pt x="163451" y="477100"/>
                  </a:lnTo>
                  <a:lnTo>
                    <a:pt x="163305" y="477021"/>
                  </a:lnTo>
                  <a:lnTo>
                    <a:pt x="163114" y="476652"/>
                  </a:lnTo>
                  <a:lnTo>
                    <a:pt x="163176" y="476280"/>
                  </a:lnTo>
                  <a:lnTo>
                    <a:pt x="163179" y="476047"/>
                  </a:lnTo>
                  <a:lnTo>
                    <a:pt x="163210" y="475752"/>
                  </a:lnTo>
                  <a:lnTo>
                    <a:pt x="163199" y="475538"/>
                  </a:lnTo>
                  <a:lnTo>
                    <a:pt x="163041" y="474996"/>
                  </a:lnTo>
                  <a:lnTo>
                    <a:pt x="162620" y="474485"/>
                  </a:lnTo>
                  <a:lnTo>
                    <a:pt x="162536" y="473878"/>
                  </a:lnTo>
                  <a:lnTo>
                    <a:pt x="162932" y="473819"/>
                  </a:lnTo>
                  <a:lnTo>
                    <a:pt x="162886" y="473655"/>
                  </a:lnTo>
                  <a:lnTo>
                    <a:pt x="162966" y="473388"/>
                  </a:lnTo>
                  <a:lnTo>
                    <a:pt x="163056" y="473164"/>
                  </a:lnTo>
                  <a:lnTo>
                    <a:pt x="163151" y="472816"/>
                  </a:lnTo>
                  <a:lnTo>
                    <a:pt x="162983" y="472413"/>
                  </a:lnTo>
                  <a:lnTo>
                    <a:pt x="163005" y="472228"/>
                  </a:lnTo>
                  <a:lnTo>
                    <a:pt x="163167" y="471745"/>
                  </a:lnTo>
                  <a:lnTo>
                    <a:pt x="163088" y="471551"/>
                  </a:lnTo>
                  <a:lnTo>
                    <a:pt x="162989" y="470972"/>
                  </a:lnTo>
                  <a:lnTo>
                    <a:pt x="162529" y="471104"/>
                  </a:lnTo>
                  <a:lnTo>
                    <a:pt x="162347" y="471111"/>
                  </a:lnTo>
                  <a:lnTo>
                    <a:pt x="162409" y="471339"/>
                  </a:lnTo>
                  <a:lnTo>
                    <a:pt x="162097" y="471264"/>
                  </a:lnTo>
                  <a:lnTo>
                    <a:pt x="161940" y="471379"/>
                  </a:lnTo>
                  <a:lnTo>
                    <a:pt x="161424" y="471677"/>
                  </a:lnTo>
                  <a:lnTo>
                    <a:pt x="161067" y="471896"/>
                  </a:lnTo>
                  <a:lnTo>
                    <a:pt x="160823" y="471999"/>
                  </a:lnTo>
                  <a:lnTo>
                    <a:pt x="160479" y="471911"/>
                  </a:lnTo>
                  <a:lnTo>
                    <a:pt x="160303" y="471934"/>
                  </a:lnTo>
                  <a:lnTo>
                    <a:pt x="159824" y="471957"/>
                  </a:lnTo>
                  <a:lnTo>
                    <a:pt x="159119" y="471794"/>
                  </a:lnTo>
                  <a:lnTo>
                    <a:pt x="158965" y="471797"/>
                  </a:lnTo>
                  <a:lnTo>
                    <a:pt x="159021" y="471436"/>
                  </a:lnTo>
                  <a:lnTo>
                    <a:pt x="159216" y="471245"/>
                  </a:lnTo>
                  <a:lnTo>
                    <a:pt x="159256" y="471098"/>
                  </a:lnTo>
                  <a:lnTo>
                    <a:pt x="158813" y="470868"/>
                  </a:lnTo>
                  <a:lnTo>
                    <a:pt x="158547" y="470627"/>
                  </a:lnTo>
                  <a:lnTo>
                    <a:pt x="158329" y="470303"/>
                  </a:lnTo>
                  <a:lnTo>
                    <a:pt x="158388" y="470163"/>
                  </a:lnTo>
                  <a:lnTo>
                    <a:pt x="158386" y="469750"/>
                  </a:lnTo>
                  <a:lnTo>
                    <a:pt x="158566" y="469577"/>
                  </a:lnTo>
                  <a:lnTo>
                    <a:pt x="158466" y="469112"/>
                  </a:lnTo>
                  <a:lnTo>
                    <a:pt x="159370" y="468261"/>
                  </a:lnTo>
                  <a:lnTo>
                    <a:pt x="159935" y="467877"/>
                  </a:lnTo>
                  <a:lnTo>
                    <a:pt x="160130" y="467748"/>
                  </a:lnTo>
                  <a:lnTo>
                    <a:pt x="160649" y="467487"/>
                  </a:lnTo>
                  <a:lnTo>
                    <a:pt x="160814" y="467372"/>
                  </a:lnTo>
                  <a:lnTo>
                    <a:pt x="161086" y="467115"/>
                  </a:lnTo>
                  <a:lnTo>
                    <a:pt x="161131" y="466890"/>
                  </a:lnTo>
                  <a:lnTo>
                    <a:pt x="161289" y="466812"/>
                  </a:lnTo>
                  <a:lnTo>
                    <a:pt x="161477" y="466644"/>
                  </a:lnTo>
                  <a:lnTo>
                    <a:pt x="161417" y="466384"/>
                  </a:lnTo>
                  <a:lnTo>
                    <a:pt x="160896" y="466210"/>
                  </a:lnTo>
                  <a:lnTo>
                    <a:pt x="160440" y="466311"/>
                  </a:lnTo>
                  <a:lnTo>
                    <a:pt x="160077" y="466326"/>
                  </a:lnTo>
                  <a:lnTo>
                    <a:pt x="159859" y="466177"/>
                  </a:lnTo>
                  <a:lnTo>
                    <a:pt x="159491" y="465905"/>
                  </a:lnTo>
                  <a:lnTo>
                    <a:pt x="158889" y="465794"/>
                  </a:lnTo>
                  <a:lnTo>
                    <a:pt x="158555" y="465916"/>
                  </a:lnTo>
                  <a:lnTo>
                    <a:pt x="158391" y="465890"/>
                  </a:lnTo>
                  <a:lnTo>
                    <a:pt x="158150" y="465852"/>
                  </a:lnTo>
                  <a:lnTo>
                    <a:pt x="157778" y="465834"/>
                  </a:lnTo>
                  <a:lnTo>
                    <a:pt x="157362" y="465683"/>
                  </a:lnTo>
                  <a:lnTo>
                    <a:pt x="157033" y="465606"/>
                  </a:lnTo>
                  <a:lnTo>
                    <a:pt x="156957" y="465338"/>
                  </a:lnTo>
                  <a:lnTo>
                    <a:pt x="156466" y="465292"/>
                  </a:lnTo>
                  <a:lnTo>
                    <a:pt x="155660" y="464996"/>
                  </a:lnTo>
                  <a:lnTo>
                    <a:pt x="155439" y="464919"/>
                  </a:lnTo>
                  <a:lnTo>
                    <a:pt x="155219" y="465014"/>
                  </a:lnTo>
                  <a:lnTo>
                    <a:pt x="154786" y="465074"/>
                  </a:lnTo>
                  <a:lnTo>
                    <a:pt x="154655" y="464988"/>
                  </a:lnTo>
                  <a:lnTo>
                    <a:pt x="154394" y="464964"/>
                  </a:lnTo>
                  <a:lnTo>
                    <a:pt x="154130" y="464828"/>
                  </a:lnTo>
                  <a:lnTo>
                    <a:pt x="153957" y="464554"/>
                  </a:lnTo>
                  <a:lnTo>
                    <a:pt x="153722" y="464551"/>
                  </a:lnTo>
                  <a:lnTo>
                    <a:pt x="153251" y="464381"/>
                  </a:lnTo>
                  <a:lnTo>
                    <a:pt x="152957" y="464248"/>
                  </a:lnTo>
                  <a:lnTo>
                    <a:pt x="152828" y="464189"/>
                  </a:lnTo>
                  <a:lnTo>
                    <a:pt x="152612" y="464092"/>
                  </a:lnTo>
                  <a:lnTo>
                    <a:pt x="152191" y="463713"/>
                  </a:lnTo>
                  <a:lnTo>
                    <a:pt x="152004" y="463538"/>
                  </a:lnTo>
                  <a:lnTo>
                    <a:pt x="152084" y="463248"/>
                  </a:lnTo>
                  <a:lnTo>
                    <a:pt x="151302" y="462535"/>
                  </a:lnTo>
                  <a:lnTo>
                    <a:pt x="149762" y="461502"/>
                  </a:lnTo>
                  <a:lnTo>
                    <a:pt x="149571" y="461112"/>
                  </a:lnTo>
                  <a:lnTo>
                    <a:pt x="149383" y="460771"/>
                  </a:lnTo>
                  <a:lnTo>
                    <a:pt x="149181" y="460429"/>
                  </a:lnTo>
                  <a:lnTo>
                    <a:pt x="148875" y="460075"/>
                  </a:lnTo>
                  <a:lnTo>
                    <a:pt x="148771" y="459942"/>
                  </a:lnTo>
                  <a:lnTo>
                    <a:pt x="148668" y="459810"/>
                  </a:lnTo>
                  <a:lnTo>
                    <a:pt x="148419" y="459349"/>
                  </a:lnTo>
                  <a:lnTo>
                    <a:pt x="148196" y="458848"/>
                  </a:lnTo>
                  <a:lnTo>
                    <a:pt x="147956" y="458415"/>
                  </a:lnTo>
                  <a:lnTo>
                    <a:pt x="147591" y="458020"/>
                  </a:lnTo>
                  <a:lnTo>
                    <a:pt x="147340" y="457909"/>
                  </a:lnTo>
                  <a:lnTo>
                    <a:pt x="147187" y="457862"/>
                  </a:lnTo>
                  <a:lnTo>
                    <a:pt x="146755" y="457554"/>
                  </a:lnTo>
                  <a:lnTo>
                    <a:pt x="146435" y="457179"/>
                  </a:lnTo>
                  <a:lnTo>
                    <a:pt x="146214" y="456839"/>
                  </a:lnTo>
                  <a:lnTo>
                    <a:pt x="146282" y="456707"/>
                  </a:lnTo>
                  <a:lnTo>
                    <a:pt x="145897" y="455937"/>
                  </a:lnTo>
                  <a:lnTo>
                    <a:pt x="145481" y="455726"/>
                  </a:lnTo>
                  <a:lnTo>
                    <a:pt x="145286" y="455253"/>
                  </a:lnTo>
                  <a:lnTo>
                    <a:pt x="145140" y="454989"/>
                  </a:lnTo>
                  <a:lnTo>
                    <a:pt x="144601" y="454619"/>
                  </a:lnTo>
                  <a:lnTo>
                    <a:pt x="144586" y="454491"/>
                  </a:lnTo>
                  <a:lnTo>
                    <a:pt x="144563" y="453899"/>
                  </a:lnTo>
                  <a:lnTo>
                    <a:pt x="144830" y="453697"/>
                  </a:lnTo>
                  <a:lnTo>
                    <a:pt x="145350" y="453340"/>
                  </a:lnTo>
                  <a:lnTo>
                    <a:pt x="145496" y="453216"/>
                  </a:lnTo>
                  <a:lnTo>
                    <a:pt x="145927" y="452936"/>
                  </a:lnTo>
                  <a:lnTo>
                    <a:pt x="146424" y="452586"/>
                  </a:lnTo>
                  <a:lnTo>
                    <a:pt x="147309" y="452092"/>
                  </a:lnTo>
                  <a:lnTo>
                    <a:pt x="147503" y="451964"/>
                  </a:lnTo>
                  <a:lnTo>
                    <a:pt x="147681" y="451873"/>
                  </a:lnTo>
                  <a:lnTo>
                    <a:pt x="148062" y="451543"/>
                  </a:lnTo>
                  <a:lnTo>
                    <a:pt x="148203" y="451284"/>
                  </a:lnTo>
                  <a:lnTo>
                    <a:pt x="148310" y="450972"/>
                  </a:lnTo>
                  <a:lnTo>
                    <a:pt x="148318" y="450816"/>
                  </a:lnTo>
                  <a:lnTo>
                    <a:pt x="148517" y="449781"/>
                  </a:lnTo>
                  <a:lnTo>
                    <a:pt x="148824" y="449325"/>
                  </a:lnTo>
                  <a:lnTo>
                    <a:pt x="149149" y="448745"/>
                  </a:lnTo>
                  <a:lnTo>
                    <a:pt x="149259" y="447971"/>
                  </a:lnTo>
                  <a:lnTo>
                    <a:pt x="149302" y="447811"/>
                  </a:lnTo>
                  <a:lnTo>
                    <a:pt x="149419" y="447546"/>
                  </a:lnTo>
                  <a:lnTo>
                    <a:pt x="149798" y="447049"/>
                  </a:lnTo>
                  <a:lnTo>
                    <a:pt x="150089" y="446586"/>
                  </a:lnTo>
                  <a:lnTo>
                    <a:pt x="150474" y="445970"/>
                  </a:lnTo>
                  <a:lnTo>
                    <a:pt x="150621" y="445789"/>
                  </a:lnTo>
                  <a:lnTo>
                    <a:pt x="150935" y="445583"/>
                  </a:lnTo>
                  <a:lnTo>
                    <a:pt x="151336" y="445274"/>
                  </a:lnTo>
                  <a:lnTo>
                    <a:pt x="152815" y="444633"/>
                  </a:lnTo>
                  <a:lnTo>
                    <a:pt x="153635" y="444224"/>
                  </a:lnTo>
                  <a:lnTo>
                    <a:pt x="155010" y="443720"/>
                  </a:lnTo>
                  <a:lnTo>
                    <a:pt x="156876" y="442825"/>
                  </a:lnTo>
                  <a:lnTo>
                    <a:pt x="157847" y="442379"/>
                  </a:lnTo>
                  <a:lnTo>
                    <a:pt x="158025" y="442260"/>
                  </a:lnTo>
                  <a:lnTo>
                    <a:pt x="158196" y="442115"/>
                  </a:lnTo>
                  <a:lnTo>
                    <a:pt x="158480" y="441935"/>
                  </a:lnTo>
                  <a:lnTo>
                    <a:pt x="158666" y="441685"/>
                  </a:lnTo>
                  <a:lnTo>
                    <a:pt x="159190" y="441296"/>
                  </a:lnTo>
                  <a:lnTo>
                    <a:pt x="159520" y="440999"/>
                  </a:lnTo>
                  <a:lnTo>
                    <a:pt x="160619" y="440147"/>
                  </a:lnTo>
                  <a:lnTo>
                    <a:pt x="161191" y="439695"/>
                  </a:lnTo>
                  <a:lnTo>
                    <a:pt x="161335" y="439619"/>
                  </a:lnTo>
                  <a:lnTo>
                    <a:pt x="161508" y="439543"/>
                  </a:lnTo>
                  <a:lnTo>
                    <a:pt x="161837" y="439469"/>
                  </a:lnTo>
                  <a:lnTo>
                    <a:pt x="162625" y="439197"/>
                  </a:lnTo>
                  <a:lnTo>
                    <a:pt x="163616" y="438892"/>
                  </a:lnTo>
                  <a:lnTo>
                    <a:pt x="163888" y="438808"/>
                  </a:lnTo>
                  <a:lnTo>
                    <a:pt x="164479" y="438596"/>
                  </a:lnTo>
                  <a:lnTo>
                    <a:pt x="164992" y="438395"/>
                  </a:lnTo>
                  <a:lnTo>
                    <a:pt x="165349" y="438215"/>
                  </a:lnTo>
                  <a:lnTo>
                    <a:pt x="166360" y="437807"/>
                  </a:lnTo>
                  <a:lnTo>
                    <a:pt x="167127" y="437398"/>
                  </a:lnTo>
                  <a:lnTo>
                    <a:pt x="167445" y="437242"/>
                  </a:lnTo>
                  <a:lnTo>
                    <a:pt x="167818" y="437004"/>
                  </a:lnTo>
                  <a:lnTo>
                    <a:pt x="168108" y="436840"/>
                  </a:lnTo>
                  <a:lnTo>
                    <a:pt x="168304" y="436706"/>
                  </a:lnTo>
                  <a:lnTo>
                    <a:pt x="168662" y="436549"/>
                  </a:lnTo>
                  <a:lnTo>
                    <a:pt x="169149" y="436418"/>
                  </a:lnTo>
                  <a:lnTo>
                    <a:pt x="169839" y="436116"/>
                  </a:lnTo>
                  <a:lnTo>
                    <a:pt x="170153" y="435999"/>
                  </a:lnTo>
                  <a:lnTo>
                    <a:pt x="171514" y="435599"/>
                  </a:lnTo>
                  <a:lnTo>
                    <a:pt x="172439" y="435263"/>
                  </a:lnTo>
                  <a:lnTo>
                    <a:pt x="172879" y="435143"/>
                  </a:lnTo>
                  <a:lnTo>
                    <a:pt x="173470" y="434914"/>
                  </a:lnTo>
                  <a:lnTo>
                    <a:pt x="174091" y="434350"/>
                  </a:lnTo>
                  <a:lnTo>
                    <a:pt x="174699" y="433666"/>
                  </a:lnTo>
                  <a:lnTo>
                    <a:pt x="175040" y="433366"/>
                  </a:lnTo>
                  <a:lnTo>
                    <a:pt x="175260" y="433143"/>
                  </a:lnTo>
                  <a:lnTo>
                    <a:pt x="175437" y="432927"/>
                  </a:lnTo>
                  <a:lnTo>
                    <a:pt x="175736" y="432470"/>
                  </a:lnTo>
                  <a:lnTo>
                    <a:pt x="176070" y="432049"/>
                  </a:lnTo>
                  <a:lnTo>
                    <a:pt x="176425" y="431555"/>
                  </a:lnTo>
                  <a:lnTo>
                    <a:pt x="176977" y="430588"/>
                  </a:lnTo>
                  <a:lnTo>
                    <a:pt x="177277" y="429891"/>
                  </a:lnTo>
                  <a:lnTo>
                    <a:pt x="177639" y="429260"/>
                  </a:lnTo>
                  <a:lnTo>
                    <a:pt x="177894" y="428820"/>
                  </a:lnTo>
                  <a:lnTo>
                    <a:pt x="178233" y="427866"/>
                  </a:lnTo>
                  <a:lnTo>
                    <a:pt x="178607" y="427445"/>
                  </a:lnTo>
                  <a:lnTo>
                    <a:pt x="179507" y="427148"/>
                  </a:lnTo>
                  <a:lnTo>
                    <a:pt x="180258" y="427029"/>
                  </a:lnTo>
                  <a:lnTo>
                    <a:pt x="180492" y="426978"/>
                  </a:lnTo>
                  <a:lnTo>
                    <a:pt x="180804" y="426864"/>
                  </a:lnTo>
                  <a:lnTo>
                    <a:pt x="181580" y="426511"/>
                  </a:lnTo>
                  <a:lnTo>
                    <a:pt x="182847" y="426075"/>
                  </a:lnTo>
                  <a:lnTo>
                    <a:pt x="183102" y="425995"/>
                  </a:lnTo>
                  <a:lnTo>
                    <a:pt x="183460" y="425884"/>
                  </a:lnTo>
                  <a:lnTo>
                    <a:pt x="183806" y="425774"/>
                  </a:lnTo>
                  <a:lnTo>
                    <a:pt x="185054" y="425314"/>
                  </a:lnTo>
                  <a:lnTo>
                    <a:pt x="185292" y="425233"/>
                  </a:lnTo>
                  <a:lnTo>
                    <a:pt x="185446" y="425183"/>
                  </a:lnTo>
                  <a:lnTo>
                    <a:pt x="186574" y="424835"/>
                  </a:lnTo>
                  <a:lnTo>
                    <a:pt x="187088" y="424676"/>
                  </a:lnTo>
                  <a:lnTo>
                    <a:pt x="187260" y="424624"/>
                  </a:lnTo>
                  <a:lnTo>
                    <a:pt x="187484" y="424546"/>
                  </a:lnTo>
                  <a:lnTo>
                    <a:pt x="187834" y="424406"/>
                  </a:lnTo>
                  <a:lnTo>
                    <a:pt x="188766" y="423871"/>
                  </a:lnTo>
                  <a:lnTo>
                    <a:pt x="189279" y="423508"/>
                  </a:lnTo>
                  <a:lnTo>
                    <a:pt x="189543" y="423275"/>
                  </a:lnTo>
                  <a:lnTo>
                    <a:pt x="190314" y="422556"/>
                  </a:lnTo>
                  <a:lnTo>
                    <a:pt x="190685" y="422194"/>
                  </a:lnTo>
                  <a:lnTo>
                    <a:pt x="191892" y="420896"/>
                  </a:lnTo>
                  <a:lnTo>
                    <a:pt x="192046" y="420723"/>
                  </a:lnTo>
                  <a:lnTo>
                    <a:pt x="192364" y="420401"/>
                  </a:lnTo>
                  <a:lnTo>
                    <a:pt x="192936" y="419872"/>
                  </a:lnTo>
                  <a:lnTo>
                    <a:pt x="193426" y="419452"/>
                  </a:lnTo>
                  <a:lnTo>
                    <a:pt x="193649" y="419260"/>
                  </a:lnTo>
                  <a:lnTo>
                    <a:pt x="194180" y="418759"/>
                  </a:lnTo>
                  <a:lnTo>
                    <a:pt x="194310" y="418582"/>
                  </a:lnTo>
                  <a:lnTo>
                    <a:pt x="195013" y="417735"/>
                  </a:lnTo>
                  <a:lnTo>
                    <a:pt x="196196" y="416546"/>
                  </a:lnTo>
                  <a:lnTo>
                    <a:pt x="197237" y="415828"/>
                  </a:lnTo>
                  <a:lnTo>
                    <a:pt x="198018" y="415272"/>
                  </a:lnTo>
                  <a:lnTo>
                    <a:pt x="198244" y="415015"/>
                  </a:lnTo>
                  <a:lnTo>
                    <a:pt x="198747" y="414578"/>
                  </a:lnTo>
                  <a:lnTo>
                    <a:pt x="199388" y="414147"/>
                  </a:lnTo>
                  <a:lnTo>
                    <a:pt x="200105" y="413640"/>
                  </a:lnTo>
                  <a:lnTo>
                    <a:pt x="200444" y="413341"/>
                  </a:lnTo>
                  <a:lnTo>
                    <a:pt x="200699" y="413114"/>
                  </a:lnTo>
                  <a:lnTo>
                    <a:pt x="200937" y="412873"/>
                  </a:lnTo>
                  <a:lnTo>
                    <a:pt x="201377" y="412427"/>
                  </a:lnTo>
                  <a:lnTo>
                    <a:pt x="201888" y="412034"/>
                  </a:lnTo>
                  <a:lnTo>
                    <a:pt x="202186" y="411834"/>
                  </a:lnTo>
                  <a:lnTo>
                    <a:pt x="202967" y="411183"/>
                  </a:lnTo>
                  <a:lnTo>
                    <a:pt x="203098" y="411071"/>
                  </a:lnTo>
                  <a:lnTo>
                    <a:pt x="203653" y="410542"/>
                  </a:lnTo>
                  <a:lnTo>
                    <a:pt x="204011" y="410194"/>
                  </a:lnTo>
                  <a:lnTo>
                    <a:pt x="204338" y="409892"/>
                  </a:lnTo>
                  <a:lnTo>
                    <a:pt x="204481" y="409770"/>
                  </a:lnTo>
                  <a:lnTo>
                    <a:pt x="204621" y="409650"/>
                  </a:lnTo>
                  <a:lnTo>
                    <a:pt x="205957" y="408524"/>
                  </a:lnTo>
                  <a:lnTo>
                    <a:pt x="206512" y="408071"/>
                  </a:lnTo>
                  <a:lnTo>
                    <a:pt x="206758" y="407893"/>
                  </a:lnTo>
                  <a:lnTo>
                    <a:pt x="207362" y="407450"/>
                  </a:lnTo>
                  <a:lnTo>
                    <a:pt x="207694" y="407181"/>
                  </a:lnTo>
                  <a:lnTo>
                    <a:pt x="208812" y="406221"/>
                  </a:lnTo>
                  <a:lnTo>
                    <a:pt x="209233" y="406021"/>
                  </a:lnTo>
                  <a:lnTo>
                    <a:pt x="209521" y="405906"/>
                  </a:lnTo>
                  <a:lnTo>
                    <a:pt x="210279" y="405487"/>
                  </a:lnTo>
                  <a:lnTo>
                    <a:pt x="210736" y="405217"/>
                  </a:lnTo>
                  <a:lnTo>
                    <a:pt x="210962" y="405076"/>
                  </a:lnTo>
                  <a:lnTo>
                    <a:pt x="211116" y="404973"/>
                  </a:lnTo>
                  <a:lnTo>
                    <a:pt x="211349" y="404808"/>
                  </a:lnTo>
                  <a:lnTo>
                    <a:pt x="211517" y="404694"/>
                  </a:lnTo>
                  <a:lnTo>
                    <a:pt x="212412" y="404106"/>
                  </a:lnTo>
                  <a:lnTo>
                    <a:pt x="214398" y="402896"/>
                  </a:lnTo>
                  <a:lnTo>
                    <a:pt x="214543" y="402810"/>
                  </a:lnTo>
                  <a:lnTo>
                    <a:pt x="214789" y="402663"/>
                  </a:lnTo>
                  <a:lnTo>
                    <a:pt x="215454" y="402052"/>
                  </a:lnTo>
                  <a:lnTo>
                    <a:pt x="215587" y="401929"/>
                  </a:lnTo>
                  <a:lnTo>
                    <a:pt x="215942" y="401957"/>
                  </a:lnTo>
                  <a:lnTo>
                    <a:pt x="216917" y="402532"/>
                  </a:lnTo>
                  <a:lnTo>
                    <a:pt x="217611" y="403831"/>
                  </a:lnTo>
                  <a:lnTo>
                    <a:pt x="217641" y="404014"/>
                  </a:lnTo>
                  <a:lnTo>
                    <a:pt x="217719" y="404422"/>
                  </a:lnTo>
                  <a:lnTo>
                    <a:pt x="217267" y="404894"/>
                  </a:lnTo>
                  <a:lnTo>
                    <a:pt x="217278" y="405218"/>
                  </a:lnTo>
                  <a:lnTo>
                    <a:pt x="217322" y="405481"/>
                  </a:lnTo>
                  <a:lnTo>
                    <a:pt x="217866" y="406097"/>
                  </a:lnTo>
                  <a:lnTo>
                    <a:pt x="218154" y="406291"/>
                  </a:lnTo>
                  <a:lnTo>
                    <a:pt x="218428" y="406568"/>
                  </a:lnTo>
                  <a:lnTo>
                    <a:pt x="217611" y="407152"/>
                  </a:lnTo>
                  <a:lnTo>
                    <a:pt x="217747" y="407553"/>
                  </a:lnTo>
                  <a:lnTo>
                    <a:pt x="217808" y="407719"/>
                  </a:lnTo>
                  <a:lnTo>
                    <a:pt x="218224" y="408222"/>
                  </a:lnTo>
                  <a:lnTo>
                    <a:pt x="218083" y="408390"/>
                  </a:lnTo>
                  <a:lnTo>
                    <a:pt x="218132" y="408861"/>
                  </a:lnTo>
                  <a:lnTo>
                    <a:pt x="217765" y="409241"/>
                  </a:lnTo>
                  <a:lnTo>
                    <a:pt x="217785" y="409410"/>
                  </a:lnTo>
                  <a:lnTo>
                    <a:pt x="218252" y="410517"/>
                  </a:lnTo>
                  <a:lnTo>
                    <a:pt x="218417" y="410837"/>
                  </a:lnTo>
                  <a:lnTo>
                    <a:pt x="218580" y="411187"/>
                  </a:lnTo>
                  <a:lnTo>
                    <a:pt x="218748" y="411511"/>
                  </a:lnTo>
                  <a:lnTo>
                    <a:pt x="219086" y="411608"/>
                  </a:lnTo>
                  <a:lnTo>
                    <a:pt x="219393" y="411788"/>
                  </a:lnTo>
                  <a:lnTo>
                    <a:pt x="219223" y="412298"/>
                  </a:lnTo>
                  <a:lnTo>
                    <a:pt x="219509" y="412586"/>
                  </a:lnTo>
                  <a:lnTo>
                    <a:pt x="219811" y="412816"/>
                  </a:lnTo>
                  <a:lnTo>
                    <a:pt x="220311" y="413447"/>
                  </a:lnTo>
                  <a:lnTo>
                    <a:pt x="220584" y="413463"/>
                  </a:lnTo>
                  <a:lnTo>
                    <a:pt x="220764" y="413576"/>
                  </a:lnTo>
                  <a:lnTo>
                    <a:pt x="220897" y="414187"/>
                  </a:lnTo>
                  <a:lnTo>
                    <a:pt x="221150" y="414574"/>
                  </a:lnTo>
                  <a:lnTo>
                    <a:pt x="221896" y="414719"/>
                  </a:lnTo>
                  <a:lnTo>
                    <a:pt x="221867" y="414991"/>
                  </a:lnTo>
                  <a:lnTo>
                    <a:pt x="222068" y="415151"/>
                  </a:lnTo>
                  <a:lnTo>
                    <a:pt x="222124" y="415377"/>
                  </a:lnTo>
                  <a:lnTo>
                    <a:pt x="222029" y="415735"/>
                  </a:lnTo>
                  <a:lnTo>
                    <a:pt x="221652" y="416306"/>
                  </a:lnTo>
                  <a:lnTo>
                    <a:pt x="221713" y="416618"/>
                  </a:lnTo>
                  <a:lnTo>
                    <a:pt x="221741" y="416984"/>
                  </a:lnTo>
                  <a:lnTo>
                    <a:pt x="221694" y="417142"/>
                  </a:lnTo>
                  <a:lnTo>
                    <a:pt x="221989" y="417504"/>
                  </a:lnTo>
                  <a:lnTo>
                    <a:pt x="222266" y="417591"/>
                  </a:lnTo>
                  <a:lnTo>
                    <a:pt x="222689" y="417600"/>
                  </a:lnTo>
                  <a:lnTo>
                    <a:pt x="222972" y="417703"/>
                  </a:lnTo>
                  <a:lnTo>
                    <a:pt x="223426" y="417662"/>
                  </a:lnTo>
                  <a:lnTo>
                    <a:pt x="223760" y="417788"/>
                  </a:lnTo>
                  <a:lnTo>
                    <a:pt x="223445" y="418621"/>
                  </a:lnTo>
                  <a:lnTo>
                    <a:pt x="223456" y="418769"/>
                  </a:lnTo>
                  <a:lnTo>
                    <a:pt x="223644" y="419681"/>
                  </a:lnTo>
                  <a:lnTo>
                    <a:pt x="223021" y="419804"/>
                  </a:lnTo>
                  <a:lnTo>
                    <a:pt x="221767" y="420966"/>
                  </a:lnTo>
                  <a:lnTo>
                    <a:pt x="222446" y="421657"/>
                  </a:lnTo>
                  <a:lnTo>
                    <a:pt x="222473" y="421268"/>
                  </a:lnTo>
                  <a:lnTo>
                    <a:pt x="222627" y="421202"/>
                  </a:lnTo>
                  <a:lnTo>
                    <a:pt x="223569" y="421137"/>
                  </a:lnTo>
                  <a:lnTo>
                    <a:pt x="223970" y="420660"/>
                  </a:lnTo>
                  <a:lnTo>
                    <a:pt x="225089" y="419929"/>
                  </a:lnTo>
                  <a:lnTo>
                    <a:pt x="225134" y="419622"/>
                  </a:lnTo>
                  <a:lnTo>
                    <a:pt x="225758" y="419218"/>
                  </a:lnTo>
                  <a:lnTo>
                    <a:pt x="225912" y="418386"/>
                  </a:lnTo>
                  <a:lnTo>
                    <a:pt x="225767" y="418357"/>
                  </a:lnTo>
                  <a:lnTo>
                    <a:pt x="225597" y="418317"/>
                  </a:lnTo>
                  <a:lnTo>
                    <a:pt x="225972" y="417074"/>
                  </a:lnTo>
                  <a:lnTo>
                    <a:pt x="226171" y="416999"/>
                  </a:lnTo>
                  <a:lnTo>
                    <a:pt x="226374" y="416901"/>
                  </a:lnTo>
                  <a:lnTo>
                    <a:pt x="226549" y="416766"/>
                  </a:lnTo>
                  <a:lnTo>
                    <a:pt x="226901" y="416295"/>
                  </a:lnTo>
                  <a:lnTo>
                    <a:pt x="226874" y="416123"/>
                  </a:lnTo>
                  <a:lnTo>
                    <a:pt x="226887" y="415987"/>
                  </a:lnTo>
                  <a:lnTo>
                    <a:pt x="227146" y="415012"/>
                  </a:lnTo>
                  <a:lnTo>
                    <a:pt x="227255" y="414811"/>
                  </a:lnTo>
                  <a:lnTo>
                    <a:pt x="227475" y="414604"/>
                  </a:lnTo>
                  <a:lnTo>
                    <a:pt x="227619" y="414552"/>
                  </a:lnTo>
                  <a:lnTo>
                    <a:pt x="227730" y="413725"/>
                  </a:lnTo>
                  <a:lnTo>
                    <a:pt x="227494" y="413702"/>
                  </a:lnTo>
                  <a:lnTo>
                    <a:pt x="227185" y="413089"/>
                  </a:lnTo>
                  <a:lnTo>
                    <a:pt x="227088" y="411245"/>
                  </a:lnTo>
                  <a:lnTo>
                    <a:pt x="226872" y="411144"/>
                  </a:lnTo>
                  <a:lnTo>
                    <a:pt x="226559" y="410876"/>
                  </a:lnTo>
                  <a:lnTo>
                    <a:pt x="226611" y="410450"/>
                  </a:lnTo>
                  <a:lnTo>
                    <a:pt x="226760" y="410101"/>
                  </a:lnTo>
                  <a:lnTo>
                    <a:pt x="226658" y="409940"/>
                  </a:lnTo>
                  <a:lnTo>
                    <a:pt x="226628" y="409671"/>
                  </a:lnTo>
                  <a:lnTo>
                    <a:pt x="225838" y="409191"/>
                  </a:lnTo>
                  <a:lnTo>
                    <a:pt x="225766" y="408059"/>
                  </a:lnTo>
                  <a:lnTo>
                    <a:pt x="225892" y="407031"/>
                  </a:lnTo>
                  <a:lnTo>
                    <a:pt x="225644" y="406544"/>
                  </a:lnTo>
                  <a:lnTo>
                    <a:pt x="225510" y="406429"/>
                  </a:lnTo>
                  <a:lnTo>
                    <a:pt x="225293" y="405718"/>
                  </a:lnTo>
                  <a:lnTo>
                    <a:pt x="225452" y="405681"/>
                  </a:lnTo>
                  <a:lnTo>
                    <a:pt x="226090" y="405460"/>
                  </a:lnTo>
                  <a:lnTo>
                    <a:pt x="226381" y="405232"/>
                  </a:lnTo>
                  <a:lnTo>
                    <a:pt x="226927" y="404735"/>
                  </a:lnTo>
                  <a:lnTo>
                    <a:pt x="226396" y="404457"/>
                  </a:lnTo>
                  <a:lnTo>
                    <a:pt x="226407" y="404228"/>
                  </a:lnTo>
                  <a:lnTo>
                    <a:pt x="226416" y="403890"/>
                  </a:lnTo>
                  <a:lnTo>
                    <a:pt x="226319" y="403712"/>
                  </a:lnTo>
                  <a:lnTo>
                    <a:pt x="226304" y="403568"/>
                  </a:lnTo>
                  <a:lnTo>
                    <a:pt x="226177" y="403090"/>
                  </a:lnTo>
                  <a:lnTo>
                    <a:pt x="226351" y="402560"/>
                  </a:lnTo>
                  <a:lnTo>
                    <a:pt x="226116" y="401580"/>
                  </a:lnTo>
                  <a:lnTo>
                    <a:pt x="225842" y="401502"/>
                  </a:lnTo>
                  <a:lnTo>
                    <a:pt x="225926" y="400881"/>
                  </a:lnTo>
                  <a:lnTo>
                    <a:pt x="226534" y="399973"/>
                  </a:lnTo>
                  <a:lnTo>
                    <a:pt x="226718" y="399838"/>
                  </a:lnTo>
                  <a:lnTo>
                    <a:pt x="227449" y="399537"/>
                  </a:lnTo>
                  <a:lnTo>
                    <a:pt x="227709" y="399364"/>
                  </a:lnTo>
                  <a:lnTo>
                    <a:pt x="227964" y="398757"/>
                  </a:lnTo>
                  <a:lnTo>
                    <a:pt x="228076" y="398319"/>
                  </a:lnTo>
                  <a:lnTo>
                    <a:pt x="228292" y="398111"/>
                  </a:lnTo>
                  <a:lnTo>
                    <a:pt x="228916" y="397275"/>
                  </a:lnTo>
                  <a:lnTo>
                    <a:pt x="229115" y="396359"/>
                  </a:lnTo>
                  <a:lnTo>
                    <a:pt x="229350" y="396117"/>
                  </a:lnTo>
                  <a:lnTo>
                    <a:pt x="229509" y="395501"/>
                  </a:lnTo>
                  <a:lnTo>
                    <a:pt x="229624" y="394462"/>
                  </a:lnTo>
                  <a:lnTo>
                    <a:pt x="229498" y="394017"/>
                  </a:lnTo>
                  <a:lnTo>
                    <a:pt x="229362" y="393346"/>
                  </a:lnTo>
                  <a:lnTo>
                    <a:pt x="229285" y="392569"/>
                  </a:lnTo>
                  <a:lnTo>
                    <a:pt x="229428" y="392416"/>
                  </a:lnTo>
                  <a:lnTo>
                    <a:pt x="229668" y="392090"/>
                  </a:lnTo>
                  <a:lnTo>
                    <a:pt x="229764" y="391864"/>
                  </a:lnTo>
                  <a:lnTo>
                    <a:pt x="230440" y="391486"/>
                  </a:lnTo>
                  <a:lnTo>
                    <a:pt x="230632" y="391382"/>
                  </a:lnTo>
                  <a:lnTo>
                    <a:pt x="230729" y="391143"/>
                  </a:lnTo>
                  <a:lnTo>
                    <a:pt x="230684" y="390778"/>
                  </a:lnTo>
                  <a:lnTo>
                    <a:pt x="230511" y="390374"/>
                  </a:lnTo>
                  <a:lnTo>
                    <a:pt x="230420" y="390003"/>
                  </a:lnTo>
                  <a:lnTo>
                    <a:pt x="230570" y="389401"/>
                  </a:lnTo>
                  <a:lnTo>
                    <a:pt x="230644" y="389256"/>
                  </a:lnTo>
                  <a:lnTo>
                    <a:pt x="230911" y="388837"/>
                  </a:lnTo>
                  <a:lnTo>
                    <a:pt x="232145" y="388531"/>
                  </a:lnTo>
                  <a:lnTo>
                    <a:pt x="232916" y="387535"/>
                  </a:lnTo>
                  <a:lnTo>
                    <a:pt x="233075" y="387001"/>
                  </a:lnTo>
                  <a:lnTo>
                    <a:pt x="233145" y="386573"/>
                  </a:lnTo>
                  <a:lnTo>
                    <a:pt x="232884" y="386411"/>
                  </a:lnTo>
                  <a:lnTo>
                    <a:pt x="233032" y="385961"/>
                  </a:lnTo>
                  <a:lnTo>
                    <a:pt x="233085" y="385458"/>
                  </a:lnTo>
                  <a:lnTo>
                    <a:pt x="233546" y="385118"/>
                  </a:lnTo>
                  <a:lnTo>
                    <a:pt x="234515" y="384182"/>
                  </a:lnTo>
                  <a:lnTo>
                    <a:pt x="234482" y="384045"/>
                  </a:lnTo>
                  <a:lnTo>
                    <a:pt x="234476" y="383786"/>
                  </a:lnTo>
                  <a:lnTo>
                    <a:pt x="234797" y="383062"/>
                  </a:lnTo>
                  <a:lnTo>
                    <a:pt x="235062" y="382514"/>
                  </a:lnTo>
                  <a:lnTo>
                    <a:pt x="235211" y="382264"/>
                  </a:lnTo>
                  <a:lnTo>
                    <a:pt x="235937" y="381649"/>
                  </a:lnTo>
                  <a:lnTo>
                    <a:pt x="236108" y="381564"/>
                  </a:lnTo>
                  <a:lnTo>
                    <a:pt x="236310" y="381340"/>
                  </a:lnTo>
                  <a:lnTo>
                    <a:pt x="236443" y="381189"/>
                  </a:lnTo>
                  <a:lnTo>
                    <a:pt x="236731" y="380790"/>
                  </a:lnTo>
                  <a:lnTo>
                    <a:pt x="236833" y="380540"/>
                  </a:lnTo>
                  <a:lnTo>
                    <a:pt x="236937" y="380044"/>
                  </a:lnTo>
                  <a:lnTo>
                    <a:pt x="237449" y="377969"/>
                  </a:lnTo>
                  <a:lnTo>
                    <a:pt x="237363" y="377823"/>
                  </a:lnTo>
                  <a:lnTo>
                    <a:pt x="237182" y="377536"/>
                  </a:lnTo>
                  <a:lnTo>
                    <a:pt x="236999" y="377276"/>
                  </a:lnTo>
                  <a:lnTo>
                    <a:pt x="238315" y="375857"/>
                  </a:lnTo>
                  <a:lnTo>
                    <a:pt x="238383" y="375681"/>
                  </a:lnTo>
                  <a:lnTo>
                    <a:pt x="238518" y="375270"/>
                  </a:lnTo>
                  <a:lnTo>
                    <a:pt x="238583" y="375061"/>
                  </a:lnTo>
                  <a:lnTo>
                    <a:pt x="238673" y="374764"/>
                  </a:lnTo>
                  <a:lnTo>
                    <a:pt x="238730" y="374575"/>
                  </a:lnTo>
                  <a:lnTo>
                    <a:pt x="239114" y="374146"/>
                  </a:lnTo>
                  <a:lnTo>
                    <a:pt x="239348" y="374030"/>
                  </a:lnTo>
                  <a:lnTo>
                    <a:pt x="239541" y="373933"/>
                  </a:lnTo>
                  <a:lnTo>
                    <a:pt x="240206" y="373708"/>
                  </a:lnTo>
                  <a:lnTo>
                    <a:pt x="240529" y="373601"/>
                  </a:lnTo>
                  <a:lnTo>
                    <a:pt x="240698" y="373580"/>
                  </a:lnTo>
                  <a:lnTo>
                    <a:pt x="240843" y="373603"/>
                  </a:lnTo>
                  <a:lnTo>
                    <a:pt x="241438" y="373885"/>
                  </a:lnTo>
                  <a:lnTo>
                    <a:pt x="241756" y="374083"/>
                  </a:lnTo>
                  <a:lnTo>
                    <a:pt x="241911" y="374171"/>
                  </a:lnTo>
                  <a:lnTo>
                    <a:pt x="242169" y="374299"/>
                  </a:lnTo>
                  <a:lnTo>
                    <a:pt x="242501" y="374417"/>
                  </a:lnTo>
                  <a:lnTo>
                    <a:pt x="242631" y="374404"/>
                  </a:lnTo>
                  <a:lnTo>
                    <a:pt x="242817" y="374364"/>
                  </a:lnTo>
                  <a:lnTo>
                    <a:pt x="243457" y="374483"/>
                  </a:lnTo>
                  <a:lnTo>
                    <a:pt x="243682" y="374445"/>
                  </a:lnTo>
                  <a:lnTo>
                    <a:pt x="243825" y="374356"/>
                  </a:lnTo>
                  <a:lnTo>
                    <a:pt x="244599" y="374015"/>
                  </a:lnTo>
                  <a:lnTo>
                    <a:pt x="244767" y="374042"/>
                  </a:lnTo>
                  <a:lnTo>
                    <a:pt x="244910" y="374055"/>
                  </a:lnTo>
                  <a:lnTo>
                    <a:pt x="245075" y="374020"/>
                  </a:lnTo>
                  <a:lnTo>
                    <a:pt x="245261" y="373924"/>
                  </a:lnTo>
                  <a:lnTo>
                    <a:pt x="245446" y="373850"/>
                  </a:lnTo>
                  <a:lnTo>
                    <a:pt x="245750" y="373964"/>
                  </a:lnTo>
                  <a:lnTo>
                    <a:pt x="245740" y="374243"/>
                  </a:lnTo>
                  <a:lnTo>
                    <a:pt x="245581" y="374381"/>
                  </a:lnTo>
                  <a:lnTo>
                    <a:pt x="245477" y="374513"/>
                  </a:lnTo>
                  <a:lnTo>
                    <a:pt x="245644" y="374947"/>
                  </a:lnTo>
                  <a:lnTo>
                    <a:pt x="246644" y="375481"/>
                  </a:lnTo>
                  <a:lnTo>
                    <a:pt x="246799" y="375520"/>
                  </a:lnTo>
                  <a:lnTo>
                    <a:pt x="246982" y="375552"/>
                  </a:lnTo>
                  <a:lnTo>
                    <a:pt x="247206" y="375609"/>
                  </a:lnTo>
                  <a:lnTo>
                    <a:pt x="247499" y="375686"/>
                  </a:lnTo>
                  <a:lnTo>
                    <a:pt x="247865" y="375829"/>
                  </a:lnTo>
                  <a:lnTo>
                    <a:pt x="248327" y="376041"/>
                  </a:lnTo>
                  <a:lnTo>
                    <a:pt x="248818" y="376009"/>
                  </a:lnTo>
                  <a:lnTo>
                    <a:pt x="249414" y="375459"/>
                  </a:lnTo>
                  <a:lnTo>
                    <a:pt x="249555" y="375463"/>
                  </a:lnTo>
                  <a:lnTo>
                    <a:pt x="249977" y="375336"/>
                  </a:lnTo>
                  <a:lnTo>
                    <a:pt x="250297" y="374878"/>
                  </a:lnTo>
                  <a:lnTo>
                    <a:pt x="250594" y="374323"/>
                  </a:lnTo>
                  <a:lnTo>
                    <a:pt x="251601" y="373424"/>
                  </a:lnTo>
                  <a:lnTo>
                    <a:pt x="252638" y="373271"/>
                  </a:lnTo>
                  <a:lnTo>
                    <a:pt x="252659" y="373035"/>
                  </a:lnTo>
                  <a:lnTo>
                    <a:pt x="252740" y="372350"/>
                  </a:lnTo>
                  <a:lnTo>
                    <a:pt x="252949" y="371869"/>
                  </a:lnTo>
                  <a:lnTo>
                    <a:pt x="252970" y="371539"/>
                  </a:lnTo>
                  <a:lnTo>
                    <a:pt x="252378" y="370745"/>
                  </a:lnTo>
                  <a:lnTo>
                    <a:pt x="252894" y="369175"/>
                  </a:lnTo>
                  <a:lnTo>
                    <a:pt x="252998" y="369026"/>
                  </a:lnTo>
                  <a:lnTo>
                    <a:pt x="253300" y="368588"/>
                  </a:lnTo>
                  <a:lnTo>
                    <a:pt x="253622" y="368225"/>
                  </a:lnTo>
                  <a:lnTo>
                    <a:pt x="254227" y="367472"/>
                  </a:lnTo>
                  <a:lnTo>
                    <a:pt x="254300" y="366663"/>
                  </a:lnTo>
                  <a:lnTo>
                    <a:pt x="254071" y="365856"/>
                  </a:lnTo>
                  <a:lnTo>
                    <a:pt x="254853" y="364932"/>
                  </a:lnTo>
                  <a:lnTo>
                    <a:pt x="254781" y="364746"/>
                  </a:lnTo>
                  <a:lnTo>
                    <a:pt x="254062" y="364425"/>
                  </a:lnTo>
                  <a:lnTo>
                    <a:pt x="254175" y="363695"/>
                  </a:lnTo>
                  <a:lnTo>
                    <a:pt x="254148" y="363284"/>
                  </a:lnTo>
                  <a:lnTo>
                    <a:pt x="254174" y="362917"/>
                  </a:lnTo>
                  <a:lnTo>
                    <a:pt x="254587" y="361979"/>
                  </a:lnTo>
                  <a:lnTo>
                    <a:pt x="254577" y="361685"/>
                  </a:lnTo>
                  <a:lnTo>
                    <a:pt x="254423" y="361504"/>
                  </a:lnTo>
                  <a:lnTo>
                    <a:pt x="254148" y="361252"/>
                  </a:lnTo>
                  <a:lnTo>
                    <a:pt x="253480" y="360677"/>
                  </a:lnTo>
                  <a:lnTo>
                    <a:pt x="253291" y="360519"/>
                  </a:lnTo>
                  <a:lnTo>
                    <a:pt x="253306" y="359551"/>
                  </a:lnTo>
                  <a:lnTo>
                    <a:pt x="252487" y="358433"/>
                  </a:lnTo>
                  <a:lnTo>
                    <a:pt x="253245" y="357999"/>
                  </a:lnTo>
                  <a:lnTo>
                    <a:pt x="253202" y="357442"/>
                  </a:lnTo>
                  <a:lnTo>
                    <a:pt x="252533" y="356776"/>
                  </a:lnTo>
                  <a:lnTo>
                    <a:pt x="252895" y="356559"/>
                  </a:lnTo>
                  <a:lnTo>
                    <a:pt x="251934" y="355447"/>
                  </a:lnTo>
                  <a:lnTo>
                    <a:pt x="251671" y="355058"/>
                  </a:lnTo>
                  <a:lnTo>
                    <a:pt x="251405" y="354888"/>
                  </a:lnTo>
                  <a:lnTo>
                    <a:pt x="251198" y="354722"/>
                  </a:lnTo>
                  <a:lnTo>
                    <a:pt x="251008" y="354512"/>
                  </a:lnTo>
                  <a:lnTo>
                    <a:pt x="249904" y="354535"/>
                  </a:lnTo>
                  <a:lnTo>
                    <a:pt x="249162" y="353476"/>
                  </a:lnTo>
                  <a:lnTo>
                    <a:pt x="249079" y="352991"/>
                  </a:lnTo>
                  <a:lnTo>
                    <a:pt x="249099" y="352463"/>
                  </a:lnTo>
                  <a:lnTo>
                    <a:pt x="249594" y="352084"/>
                  </a:lnTo>
                  <a:lnTo>
                    <a:pt x="249985" y="352176"/>
                  </a:lnTo>
                  <a:lnTo>
                    <a:pt x="251340" y="352871"/>
                  </a:lnTo>
                  <a:lnTo>
                    <a:pt x="251311" y="353524"/>
                  </a:lnTo>
                  <a:lnTo>
                    <a:pt x="251916" y="353102"/>
                  </a:lnTo>
                  <a:lnTo>
                    <a:pt x="252066" y="352938"/>
                  </a:lnTo>
                  <a:lnTo>
                    <a:pt x="252223" y="352774"/>
                  </a:lnTo>
                  <a:lnTo>
                    <a:pt x="252412" y="352568"/>
                  </a:lnTo>
                  <a:lnTo>
                    <a:pt x="252606" y="351591"/>
                  </a:lnTo>
                  <a:lnTo>
                    <a:pt x="252594" y="351186"/>
                  </a:lnTo>
                  <a:lnTo>
                    <a:pt x="252560" y="349644"/>
                  </a:lnTo>
                  <a:lnTo>
                    <a:pt x="252014" y="349341"/>
                  </a:lnTo>
                  <a:lnTo>
                    <a:pt x="252539" y="348710"/>
                  </a:lnTo>
                  <a:lnTo>
                    <a:pt x="252712" y="348422"/>
                  </a:lnTo>
                  <a:lnTo>
                    <a:pt x="252780" y="348218"/>
                  </a:lnTo>
                  <a:lnTo>
                    <a:pt x="252824" y="348089"/>
                  </a:lnTo>
                  <a:lnTo>
                    <a:pt x="252823" y="347458"/>
                  </a:lnTo>
                  <a:lnTo>
                    <a:pt x="252732" y="346612"/>
                  </a:lnTo>
                  <a:lnTo>
                    <a:pt x="252198" y="346236"/>
                  </a:lnTo>
                  <a:lnTo>
                    <a:pt x="252047" y="346155"/>
                  </a:lnTo>
                  <a:lnTo>
                    <a:pt x="251340" y="345863"/>
                  </a:lnTo>
                  <a:lnTo>
                    <a:pt x="251313" y="345201"/>
                  </a:lnTo>
                  <a:lnTo>
                    <a:pt x="251984" y="345086"/>
                  </a:lnTo>
                  <a:lnTo>
                    <a:pt x="252262" y="345064"/>
                  </a:lnTo>
                  <a:lnTo>
                    <a:pt x="252560" y="345037"/>
                  </a:lnTo>
                  <a:lnTo>
                    <a:pt x="252737" y="345006"/>
                  </a:lnTo>
                  <a:lnTo>
                    <a:pt x="252926" y="344958"/>
                  </a:lnTo>
                  <a:lnTo>
                    <a:pt x="253272" y="344279"/>
                  </a:lnTo>
                  <a:lnTo>
                    <a:pt x="253039" y="344142"/>
                  </a:lnTo>
                  <a:lnTo>
                    <a:pt x="253025" y="343607"/>
                  </a:lnTo>
                  <a:lnTo>
                    <a:pt x="253203" y="343624"/>
                  </a:lnTo>
                  <a:lnTo>
                    <a:pt x="253585" y="343317"/>
                  </a:lnTo>
                  <a:lnTo>
                    <a:pt x="253517" y="343174"/>
                  </a:lnTo>
                  <a:lnTo>
                    <a:pt x="253343" y="342878"/>
                  </a:lnTo>
                  <a:lnTo>
                    <a:pt x="253184" y="342634"/>
                  </a:lnTo>
                  <a:lnTo>
                    <a:pt x="253047" y="342414"/>
                  </a:lnTo>
                  <a:lnTo>
                    <a:pt x="252905" y="342296"/>
                  </a:lnTo>
                  <a:lnTo>
                    <a:pt x="252530" y="342045"/>
                  </a:lnTo>
                  <a:lnTo>
                    <a:pt x="252387" y="341840"/>
                  </a:lnTo>
                  <a:lnTo>
                    <a:pt x="252449" y="341582"/>
                  </a:lnTo>
                  <a:lnTo>
                    <a:pt x="252617" y="341452"/>
                  </a:lnTo>
                  <a:lnTo>
                    <a:pt x="252560" y="341087"/>
                  </a:lnTo>
                  <a:lnTo>
                    <a:pt x="251462" y="340099"/>
                  </a:lnTo>
                  <a:lnTo>
                    <a:pt x="251500" y="339580"/>
                  </a:lnTo>
                  <a:lnTo>
                    <a:pt x="251738" y="339542"/>
                  </a:lnTo>
                  <a:lnTo>
                    <a:pt x="252502" y="339506"/>
                  </a:lnTo>
                  <a:lnTo>
                    <a:pt x="252760" y="339564"/>
                  </a:lnTo>
                  <a:lnTo>
                    <a:pt x="253235" y="339508"/>
                  </a:lnTo>
                  <a:lnTo>
                    <a:pt x="253546" y="339042"/>
                  </a:lnTo>
                  <a:lnTo>
                    <a:pt x="254010" y="338071"/>
                  </a:lnTo>
                  <a:lnTo>
                    <a:pt x="254614" y="338025"/>
                  </a:lnTo>
                  <a:lnTo>
                    <a:pt x="255175" y="337808"/>
                  </a:lnTo>
                  <a:lnTo>
                    <a:pt x="255318" y="337711"/>
                  </a:lnTo>
                  <a:lnTo>
                    <a:pt x="255658" y="337040"/>
                  </a:lnTo>
                  <a:lnTo>
                    <a:pt x="255109" y="336244"/>
                  </a:lnTo>
                  <a:lnTo>
                    <a:pt x="254360" y="336210"/>
                  </a:lnTo>
                  <a:lnTo>
                    <a:pt x="254133" y="335798"/>
                  </a:lnTo>
                  <a:lnTo>
                    <a:pt x="254560" y="335583"/>
                  </a:lnTo>
                  <a:lnTo>
                    <a:pt x="254916" y="335331"/>
                  </a:lnTo>
                  <a:lnTo>
                    <a:pt x="255756" y="335702"/>
                  </a:lnTo>
                  <a:lnTo>
                    <a:pt x="256210" y="335829"/>
                  </a:lnTo>
                  <a:lnTo>
                    <a:pt x="256540" y="335739"/>
                  </a:lnTo>
                  <a:lnTo>
                    <a:pt x="256915" y="335551"/>
                  </a:lnTo>
                  <a:lnTo>
                    <a:pt x="256925" y="334948"/>
                  </a:lnTo>
                  <a:lnTo>
                    <a:pt x="256277" y="334882"/>
                  </a:lnTo>
                  <a:lnTo>
                    <a:pt x="255991" y="334865"/>
                  </a:lnTo>
                  <a:lnTo>
                    <a:pt x="255635" y="334827"/>
                  </a:lnTo>
                  <a:lnTo>
                    <a:pt x="254724" y="334504"/>
                  </a:lnTo>
                  <a:lnTo>
                    <a:pt x="254621" y="334264"/>
                  </a:lnTo>
                  <a:lnTo>
                    <a:pt x="254803" y="334118"/>
                  </a:lnTo>
                  <a:lnTo>
                    <a:pt x="255082" y="333966"/>
                  </a:lnTo>
                  <a:lnTo>
                    <a:pt x="255072" y="333622"/>
                  </a:lnTo>
                  <a:lnTo>
                    <a:pt x="254174" y="333256"/>
                  </a:lnTo>
                  <a:lnTo>
                    <a:pt x="254486" y="333198"/>
                  </a:lnTo>
                  <a:lnTo>
                    <a:pt x="254629" y="333178"/>
                  </a:lnTo>
                  <a:lnTo>
                    <a:pt x="255193" y="332129"/>
                  </a:lnTo>
                  <a:lnTo>
                    <a:pt x="255919" y="331666"/>
                  </a:lnTo>
                  <a:lnTo>
                    <a:pt x="256856" y="332429"/>
                  </a:lnTo>
                  <a:lnTo>
                    <a:pt x="257759" y="331862"/>
                  </a:lnTo>
                  <a:lnTo>
                    <a:pt x="258055" y="331822"/>
                  </a:lnTo>
                  <a:lnTo>
                    <a:pt x="258311" y="331803"/>
                  </a:lnTo>
                  <a:lnTo>
                    <a:pt x="258803" y="331628"/>
                  </a:lnTo>
                  <a:lnTo>
                    <a:pt x="257957" y="331294"/>
                  </a:lnTo>
                  <a:lnTo>
                    <a:pt x="257719" y="331154"/>
                  </a:lnTo>
                  <a:lnTo>
                    <a:pt x="257423" y="330533"/>
                  </a:lnTo>
                  <a:lnTo>
                    <a:pt x="258069" y="330574"/>
                  </a:lnTo>
                  <a:lnTo>
                    <a:pt x="258399" y="330350"/>
                  </a:lnTo>
                  <a:lnTo>
                    <a:pt x="258922" y="329699"/>
                  </a:lnTo>
                  <a:lnTo>
                    <a:pt x="258912" y="329502"/>
                  </a:lnTo>
                  <a:lnTo>
                    <a:pt x="258951" y="329302"/>
                  </a:lnTo>
                  <a:lnTo>
                    <a:pt x="259293" y="329066"/>
                  </a:lnTo>
                  <a:lnTo>
                    <a:pt x="259941" y="329257"/>
                  </a:lnTo>
                  <a:lnTo>
                    <a:pt x="261303" y="328207"/>
                  </a:lnTo>
                  <a:lnTo>
                    <a:pt x="261156" y="328122"/>
                  </a:lnTo>
                  <a:lnTo>
                    <a:pt x="261644" y="327385"/>
                  </a:lnTo>
                  <a:lnTo>
                    <a:pt x="261429" y="327229"/>
                  </a:lnTo>
                  <a:lnTo>
                    <a:pt x="261264" y="326294"/>
                  </a:lnTo>
                  <a:lnTo>
                    <a:pt x="262102" y="325628"/>
                  </a:lnTo>
                  <a:lnTo>
                    <a:pt x="262042" y="325394"/>
                  </a:lnTo>
                  <a:lnTo>
                    <a:pt x="262037" y="325063"/>
                  </a:lnTo>
                  <a:lnTo>
                    <a:pt x="262221" y="324774"/>
                  </a:lnTo>
                  <a:lnTo>
                    <a:pt x="263145" y="324210"/>
                  </a:lnTo>
                  <a:lnTo>
                    <a:pt x="264105" y="323938"/>
                  </a:lnTo>
                  <a:lnTo>
                    <a:pt x="263858" y="323923"/>
                  </a:lnTo>
                  <a:lnTo>
                    <a:pt x="264352" y="323127"/>
                  </a:lnTo>
                  <a:lnTo>
                    <a:pt x="264977" y="321847"/>
                  </a:lnTo>
                  <a:lnTo>
                    <a:pt x="264481" y="321362"/>
                  </a:lnTo>
                  <a:lnTo>
                    <a:pt x="264891" y="321085"/>
                  </a:lnTo>
                  <a:lnTo>
                    <a:pt x="264713" y="320761"/>
                  </a:lnTo>
                  <a:lnTo>
                    <a:pt x="264549" y="320497"/>
                  </a:lnTo>
                  <a:lnTo>
                    <a:pt x="264153" y="320025"/>
                  </a:lnTo>
                  <a:lnTo>
                    <a:pt x="265040" y="319500"/>
                  </a:lnTo>
                  <a:lnTo>
                    <a:pt x="265219" y="319637"/>
                  </a:lnTo>
                  <a:lnTo>
                    <a:pt x="265914" y="318900"/>
                  </a:lnTo>
                  <a:lnTo>
                    <a:pt x="266092" y="318419"/>
                  </a:lnTo>
                  <a:lnTo>
                    <a:pt x="266575" y="318571"/>
                  </a:lnTo>
                  <a:lnTo>
                    <a:pt x="266584" y="318111"/>
                  </a:lnTo>
                  <a:lnTo>
                    <a:pt x="267098" y="317984"/>
                  </a:lnTo>
                  <a:lnTo>
                    <a:pt x="268139" y="318365"/>
                  </a:lnTo>
                  <a:lnTo>
                    <a:pt x="268662" y="318313"/>
                  </a:lnTo>
                  <a:lnTo>
                    <a:pt x="269179" y="317787"/>
                  </a:lnTo>
                  <a:lnTo>
                    <a:pt x="269259" y="317564"/>
                  </a:lnTo>
                  <a:lnTo>
                    <a:pt x="269478" y="317101"/>
                  </a:lnTo>
                  <a:lnTo>
                    <a:pt x="270923" y="316035"/>
                  </a:lnTo>
                  <a:lnTo>
                    <a:pt x="271354" y="315947"/>
                  </a:lnTo>
                  <a:lnTo>
                    <a:pt x="271967" y="315322"/>
                  </a:lnTo>
                  <a:lnTo>
                    <a:pt x="272106" y="315171"/>
                  </a:lnTo>
                  <a:lnTo>
                    <a:pt x="272897" y="314924"/>
                  </a:lnTo>
                  <a:lnTo>
                    <a:pt x="272845" y="315505"/>
                  </a:lnTo>
                  <a:lnTo>
                    <a:pt x="274161" y="314555"/>
                  </a:lnTo>
                  <a:lnTo>
                    <a:pt x="275123" y="314034"/>
                  </a:lnTo>
                  <a:lnTo>
                    <a:pt x="276158" y="312960"/>
                  </a:lnTo>
                  <a:lnTo>
                    <a:pt x="276009" y="312565"/>
                  </a:lnTo>
                  <a:lnTo>
                    <a:pt x="275699" y="312138"/>
                  </a:lnTo>
                  <a:lnTo>
                    <a:pt x="275533" y="310915"/>
                  </a:lnTo>
                  <a:lnTo>
                    <a:pt x="275268" y="310251"/>
                  </a:lnTo>
                  <a:lnTo>
                    <a:pt x="275086" y="310125"/>
                  </a:lnTo>
                  <a:lnTo>
                    <a:pt x="274856" y="309835"/>
                  </a:lnTo>
                  <a:lnTo>
                    <a:pt x="274735" y="309562"/>
                  </a:lnTo>
                  <a:lnTo>
                    <a:pt x="274806" y="309254"/>
                  </a:lnTo>
                  <a:lnTo>
                    <a:pt x="275190" y="308890"/>
                  </a:lnTo>
                  <a:lnTo>
                    <a:pt x="274991" y="308590"/>
                  </a:lnTo>
                  <a:lnTo>
                    <a:pt x="274603" y="308026"/>
                  </a:lnTo>
                  <a:lnTo>
                    <a:pt x="275277" y="307818"/>
                  </a:lnTo>
                  <a:lnTo>
                    <a:pt x="275161" y="306426"/>
                  </a:lnTo>
                  <a:lnTo>
                    <a:pt x="274689" y="306288"/>
                  </a:lnTo>
                  <a:lnTo>
                    <a:pt x="274498" y="305742"/>
                  </a:lnTo>
                  <a:lnTo>
                    <a:pt x="273640" y="305156"/>
                  </a:lnTo>
                  <a:lnTo>
                    <a:pt x="273398" y="305020"/>
                  </a:lnTo>
                  <a:lnTo>
                    <a:pt x="273880" y="304490"/>
                  </a:lnTo>
                  <a:lnTo>
                    <a:pt x="274226" y="304161"/>
                  </a:lnTo>
                  <a:lnTo>
                    <a:pt x="274492" y="304048"/>
                  </a:lnTo>
                  <a:lnTo>
                    <a:pt x="275880" y="304290"/>
                  </a:lnTo>
                  <a:lnTo>
                    <a:pt x="276652" y="304508"/>
                  </a:lnTo>
                  <a:lnTo>
                    <a:pt x="276734" y="303976"/>
                  </a:lnTo>
                  <a:lnTo>
                    <a:pt x="276493" y="303784"/>
                  </a:lnTo>
                  <a:lnTo>
                    <a:pt x="276300" y="303597"/>
                  </a:lnTo>
                  <a:lnTo>
                    <a:pt x="276235" y="303386"/>
                  </a:lnTo>
                  <a:lnTo>
                    <a:pt x="278304" y="302670"/>
                  </a:lnTo>
                  <a:lnTo>
                    <a:pt x="278383" y="301747"/>
                  </a:lnTo>
                  <a:lnTo>
                    <a:pt x="278631" y="301722"/>
                  </a:lnTo>
                  <a:lnTo>
                    <a:pt x="278814" y="301710"/>
                  </a:lnTo>
                  <a:lnTo>
                    <a:pt x="279666" y="301401"/>
                  </a:lnTo>
                  <a:lnTo>
                    <a:pt x="279799" y="301136"/>
                  </a:lnTo>
                  <a:lnTo>
                    <a:pt x="279842" y="300786"/>
                  </a:lnTo>
                  <a:lnTo>
                    <a:pt x="279526" y="300492"/>
                  </a:lnTo>
                  <a:lnTo>
                    <a:pt x="278719" y="300207"/>
                  </a:lnTo>
                  <a:lnTo>
                    <a:pt x="278862" y="300185"/>
                  </a:lnTo>
                  <a:lnTo>
                    <a:pt x="279229" y="300179"/>
                  </a:lnTo>
                  <a:lnTo>
                    <a:pt x="280074" y="300402"/>
                  </a:lnTo>
                  <a:lnTo>
                    <a:pt x="280719" y="300273"/>
                  </a:lnTo>
                  <a:lnTo>
                    <a:pt x="280963" y="300068"/>
                  </a:lnTo>
                  <a:lnTo>
                    <a:pt x="281000" y="299832"/>
                  </a:lnTo>
                  <a:lnTo>
                    <a:pt x="280752" y="299756"/>
                  </a:lnTo>
                  <a:lnTo>
                    <a:pt x="280796" y="299341"/>
                  </a:lnTo>
                  <a:lnTo>
                    <a:pt x="281000" y="298609"/>
                  </a:lnTo>
                  <a:lnTo>
                    <a:pt x="281701" y="298974"/>
                  </a:lnTo>
                  <a:lnTo>
                    <a:pt x="281800" y="299394"/>
                  </a:lnTo>
                  <a:lnTo>
                    <a:pt x="282194" y="299643"/>
                  </a:lnTo>
                  <a:lnTo>
                    <a:pt x="282632" y="299577"/>
                  </a:lnTo>
                  <a:lnTo>
                    <a:pt x="282533" y="298854"/>
                  </a:lnTo>
                  <a:lnTo>
                    <a:pt x="283026" y="298151"/>
                  </a:lnTo>
                  <a:lnTo>
                    <a:pt x="283355" y="297968"/>
                  </a:lnTo>
                  <a:lnTo>
                    <a:pt x="283563" y="298299"/>
                  </a:lnTo>
                  <a:lnTo>
                    <a:pt x="283894" y="298205"/>
                  </a:lnTo>
                  <a:lnTo>
                    <a:pt x="283897" y="298063"/>
                  </a:lnTo>
                  <a:lnTo>
                    <a:pt x="283594" y="297782"/>
                  </a:lnTo>
                  <a:lnTo>
                    <a:pt x="283472" y="297324"/>
                  </a:lnTo>
                  <a:lnTo>
                    <a:pt x="283631" y="297089"/>
                  </a:lnTo>
                  <a:lnTo>
                    <a:pt x="284240" y="297017"/>
                  </a:lnTo>
                  <a:lnTo>
                    <a:pt x="284424" y="297187"/>
                  </a:lnTo>
                  <a:lnTo>
                    <a:pt x="284479" y="296833"/>
                  </a:lnTo>
                  <a:lnTo>
                    <a:pt x="284520" y="296389"/>
                  </a:lnTo>
                  <a:lnTo>
                    <a:pt x="285026" y="295838"/>
                  </a:lnTo>
                  <a:lnTo>
                    <a:pt x="285458" y="295247"/>
                  </a:lnTo>
                  <a:lnTo>
                    <a:pt x="285436" y="294825"/>
                  </a:lnTo>
                  <a:lnTo>
                    <a:pt x="285233" y="294901"/>
                  </a:lnTo>
                  <a:lnTo>
                    <a:pt x="284967" y="294961"/>
                  </a:lnTo>
                  <a:lnTo>
                    <a:pt x="284797" y="294994"/>
                  </a:lnTo>
                  <a:lnTo>
                    <a:pt x="284647" y="294931"/>
                  </a:lnTo>
                  <a:lnTo>
                    <a:pt x="284431" y="294625"/>
                  </a:lnTo>
                  <a:lnTo>
                    <a:pt x="284605" y="294416"/>
                  </a:lnTo>
                  <a:lnTo>
                    <a:pt x="284523" y="294103"/>
                  </a:lnTo>
                  <a:lnTo>
                    <a:pt x="284124" y="293797"/>
                  </a:lnTo>
                  <a:lnTo>
                    <a:pt x="284043" y="293501"/>
                  </a:lnTo>
                  <a:lnTo>
                    <a:pt x="284276" y="293335"/>
                  </a:lnTo>
                  <a:lnTo>
                    <a:pt x="284528" y="293180"/>
                  </a:lnTo>
                  <a:lnTo>
                    <a:pt x="284584" y="292545"/>
                  </a:lnTo>
                  <a:lnTo>
                    <a:pt x="284426" y="292569"/>
                  </a:lnTo>
                  <a:lnTo>
                    <a:pt x="284322" y="292293"/>
                  </a:lnTo>
                  <a:lnTo>
                    <a:pt x="284569" y="292328"/>
                  </a:lnTo>
                  <a:lnTo>
                    <a:pt x="285066" y="292368"/>
                  </a:lnTo>
                  <a:lnTo>
                    <a:pt x="284968" y="292038"/>
                  </a:lnTo>
                  <a:lnTo>
                    <a:pt x="284610" y="291926"/>
                  </a:lnTo>
                  <a:lnTo>
                    <a:pt x="284150" y="291913"/>
                  </a:lnTo>
                  <a:lnTo>
                    <a:pt x="283855" y="291650"/>
                  </a:lnTo>
                  <a:lnTo>
                    <a:pt x="283446" y="291451"/>
                  </a:lnTo>
                  <a:lnTo>
                    <a:pt x="283102" y="291361"/>
                  </a:lnTo>
                  <a:lnTo>
                    <a:pt x="283183" y="290989"/>
                  </a:lnTo>
                  <a:lnTo>
                    <a:pt x="282672" y="290721"/>
                  </a:lnTo>
                  <a:lnTo>
                    <a:pt x="282196" y="290426"/>
                  </a:lnTo>
                  <a:lnTo>
                    <a:pt x="281981" y="290335"/>
                  </a:lnTo>
                  <a:lnTo>
                    <a:pt x="282036" y="290240"/>
                  </a:lnTo>
                  <a:lnTo>
                    <a:pt x="282013" y="290108"/>
                  </a:lnTo>
                  <a:lnTo>
                    <a:pt x="281853" y="289950"/>
                  </a:lnTo>
                  <a:lnTo>
                    <a:pt x="282286" y="289447"/>
                  </a:lnTo>
                  <a:lnTo>
                    <a:pt x="280536" y="289198"/>
                  </a:lnTo>
                  <a:lnTo>
                    <a:pt x="280117" y="288843"/>
                  </a:lnTo>
                  <a:lnTo>
                    <a:pt x="279853" y="288542"/>
                  </a:lnTo>
                  <a:lnTo>
                    <a:pt x="280152" y="288355"/>
                  </a:lnTo>
                  <a:lnTo>
                    <a:pt x="279615" y="288325"/>
                  </a:lnTo>
                  <a:lnTo>
                    <a:pt x="279670" y="288043"/>
                  </a:lnTo>
                  <a:lnTo>
                    <a:pt x="279239" y="287872"/>
                  </a:lnTo>
                  <a:lnTo>
                    <a:pt x="279068" y="287970"/>
                  </a:lnTo>
                  <a:lnTo>
                    <a:pt x="278260" y="287867"/>
                  </a:lnTo>
                  <a:lnTo>
                    <a:pt x="277936" y="287887"/>
                  </a:lnTo>
                  <a:lnTo>
                    <a:pt x="277524" y="287530"/>
                  </a:lnTo>
                  <a:lnTo>
                    <a:pt x="277622" y="287298"/>
                  </a:lnTo>
                  <a:lnTo>
                    <a:pt x="277832" y="286818"/>
                  </a:lnTo>
                  <a:lnTo>
                    <a:pt x="277607" y="286176"/>
                  </a:lnTo>
                  <a:lnTo>
                    <a:pt x="277429" y="285900"/>
                  </a:lnTo>
                  <a:lnTo>
                    <a:pt x="277071" y="285064"/>
                  </a:lnTo>
                  <a:lnTo>
                    <a:pt x="277104" y="284885"/>
                  </a:lnTo>
                  <a:lnTo>
                    <a:pt x="276939" y="284847"/>
                  </a:lnTo>
                  <a:lnTo>
                    <a:pt x="276587" y="284332"/>
                  </a:lnTo>
                  <a:lnTo>
                    <a:pt x="275691" y="284044"/>
                  </a:lnTo>
                  <a:lnTo>
                    <a:pt x="275220" y="284123"/>
                  </a:lnTo>
                  <a:lnTo>
                    <a:pt x="274867" y="284153"/>
                  </a:lnTo>
                  <a:lnTo>
                    <a:pt x="274575" y="284038"/>
                  </a:lnTo>
                  <a:lnTo>
                    <a:pt x="274220" y="284046"/>
                  </a:lnTo>
                  <a:lnTo>
                    <a:pt x="273894" y="284111"/>
                  </a:lnTo>
                  <a:lnTo>
                    <a:pt x="273363" y="284027"/>
                  </a:lnTo>
                  <a:lnTo>
                    <a:pt x="273201" y="283687"/>
                  </a:lnTo>
                  <a:lnTo>
                    <a:pt x="273394" y="283571"/>
                  </a:lnTo>
                  <a:lnTo>
                    <a:pt x="273632" y="283316"/>
                  </a:lnTo>
                  <a:lnTo>
                    <a:pt x="273584" y="283065"/>
                  </a:lnTo>
                  <a:lnTo>
                    <a:pt x="273587" y="282742"/>
                  </a:lnTo>
                  <a:lnTo>
                    <a:pt x="273640" y="282541"/>
                  </a:lnTo>
                  <a:lnTo>
                    <a:pt x="273448" y="282489"/>
                  </a:lnTo>
                  <a:lnTo>
                    <a:pt x="272889" y="282114"/>
                  </a:lnTo>
                  <a:lnTo>
                    <a:pt x="272389" y="281532"/>
                  </a:lnTo>
                  <a:lnTo>
                    <a:pt x="272202" y="281332"/>
                  </a:lnTo>
                  <a:lnTo>
                    <a:pt x="271960" y="281082"/>
                  </a:lnTo>
                  <a:lnTo>
                    <a:pt x="271593" y="280725"/>
                  </a:lnTo>
                  <a:lnTo>
                    <a:pt x="271517" y="280533"/>
                  </a:lnTo>
                  <a:lnTo>
                    <a:pt x="271731" y="280402"/>
                  </a:lnTo>
                  <a:lnTo>
                    <a:pt x="271531" y="280280"/>
                  </a:lnTo>
                  <a:lnTo>
                    <a:pt x="271250" y="279953"/>
                  </a:lnTo>
                  <a:lnTo>
                    <a:pt x="271225" y="279735"/>
                  </a:lnTo>
                  <a:lnTo>
                    <a:pt x="271098" y="279560"/>
                  </a:lnTo>
                  <a:lnTo>
                    <a:pt x="270521" y="279201"/>
                  </a:lnTo>
                  <a:lnTo>
                    <a:pt x="270029" y="278838"/>
                  </a:lnTo>
                  <a:lnTo>
                    <a:pt x="269638" y="278580"/>
                  </a:lnTo>
                  <a:lnTo>
                    <a:pt x="269460" y="278463"/>
                  </a:lnTo>
                  <a:lnTo>
                    <a:pt x="269084" y="278166"/>
                  </a:lnTo>
                  <a:lnTo>
                    <a:pt x="269015" y="277758"/>
                  </a:lnTo>
                  <a:lnTo>
                    <a:pt x="268673" y="277622"/>
                  </a:lnTo>
                  <a:lnTo>
                    <a:pt x="268262" y="277281"/>
                  </a:lnTo>
                  <a:lnTo>
                    <a:pt x="268214" y="277062"/>
                  </a:lnTo>
                  <a:lnTo>
                    <a:pt x="268023" y="276844"/>
                  </a:lnTo>
                  <a:lnTo>
                    <a:pt x="268207" y="276491"/>
                  </a:lnTo>
                  <a:lnTo>
                    <a:pt x="267961" y="276488"/>
                  </a:lnTo>
                  <a:lnTo>
                    <a:pt x="267833" y="276456"/>
                  </a:lnTo>
                  <a:lnTo>
                    <a:pt x="267607" y="276258"/>
                  </a:lnTo>
                  <a:lnTo>
                    <a:pt x="267153" y="275686"/>
                  </a:lnTo>
                  <a:lnTo>
                    <a:pt x="267004" y="275578"/>
                  </a:lnTo>
                  <a:lnTo>
                    <a:pt x="266813" y="275309"/>
                  </a:lnTo>
                  <a:lnTo>
                    <a:pt x="266397" y="275202"/>
                  </a:lnTo>
                  <a:lnTo>
                    <a:pt x="266076" y="274763"/>
                  </a:lnTo>
                  <a:lnTo>
                    <a:pt x="266411" y="274613"/>
                  </a:lnTo>
                  <a:lnTo>
                    <a:pt x="266519" y="274438"/>
                  </a:lnTo>
                  <a:lnTo>
                    <a:pt x="266376" y="274246"/>
                  </a:lnTo>
                  <a:lnTo>
                    <a:pt x="265952" y="273948"/>
                  </a:lnTo>
                  <a:lnTo>
                    <a:pt x="265689" y="273835"/>
                  </a:lnTo>
                  <a:lnTo>
                    <a:pt x="265452" y="273749"/>
                  </a:lnTo>
                  <a:lnTo>
                    <a:pt x="265170" y="273398"/>
                  </a:lnTo>
                  <a:lnTo>
                    <a:pt x="265107" y="273217"/>
                  </a:lnTo>
                  <a:lnTo>
                    <a:pt x="264752" y="272899"/>
                  </a:lnTo>
                  <a:lnTo>
                    <a:pt x="264622" y="272831"/>
                  </a:lnTo>
                  <a:lnTo>
                    <a:pt x="264542" y="272672"/>
                  </a:lnTo>
                  <a:lnTo>
                    <a:pt x="264360" y="272462"/>
                  </a:lnTo>
                  <a:lnTo>
                    <a:pt x="264147" y="272371"/>
                  </a:lnTo>
                  <a:lnTo>
                    <a:pt x="263576" y="271865"/>
                  </a:lnTo>
                  <a:lnTo>
                    <a:pt x="263194" y="271594"/>
                  </a:lnTo>
                  <a:lnTo>
                    <a:pt x="262553" y="270900"/>
                  </a:lnTo>
                  <a:lnTo>
                    <a:pt x="262333" y="270808"/>
                  </a:lnTo>
                  <a:lnTo>
                    <a:pt x="262199" y="270798"/>
                  </a:lnTo>
                  <a:lnTo>
                    <a:pt x="262067" y="270761"/>
                  </a:lnTo>
                  <a:lnTo>
                    <a:pt x="261852" y="270510"/>
                  </a:lnTo>
                  <a:lnTo>
                    <a:pt x="261727" y="270380"/>
                  </a:lnTo>
                  <a:lnTo>
                    <a:pt x="261587" y="270294"/>
                  </a:lnTo>
                  <a:lnTo>
                    <a:pt x="261444" y="270182"/>
                  </a:lnTo>
                  <a:lnTo>
                    <a:pt x="261310" y="270042"/>
                  </a:lnTo>
                  <a:lnTo>
                    <a:pt x="260800" y="269687"/>
                  </a:lnTo>
                  <a:lnTo>
                    <a:pt x="260720" y="269545"/>
                  </a:lnTo>
                  <a:lnTo>
                    <a:pt x="260320" y="269275"/>
                  </a:lnTo>
                  <a:lnTo>
                    <a:pt x="260132" y="269160"/>
                  </a:lnTo>
                  <a:lnTo>
                    <a:pt x="259771" y="268881"/>
                  </a:lnTo>
                  <a:lnTo>
                    <a:pt x="259184" y="268594"/>
                  </a:lnTo>
                  <a:lnTo>
                    <a:pt x="259042" y="268500"/>
                  </a:lnTo>
                  <a:lnTo>
                    <a:pt x="258593" y="267478"/>
                  </a:lnTo>
                  <a:lnTo>
                    <a:pt x="258258" y="266898"/>
                  </a:lnTo>
                  <a:lnTo>
                    <a:pt x="257828" y="266717"/>
                  </a:lnTo>
                  <a:lnTo>
                    <a:pt x="257608" y="266708"/>
                  </a:lnTo>
                  <a:lnTo>
                    <a:pt x="257008" y="266796"/>
                  </a:lnTo>
                  <a:lnTo>
                    <a:pt x="256568" y="267001"/>
                  </a:lnTo>
                  <a:lnTo>
                    <a:pt x="256199" y="267259"/>
                  </a:lnTo>
                  <a:lnTo>
                    <a:pt x="255861" y="267039"/>
                  </a:lnTo>
                  <a:lnTo>
                    <a:pt x="255587" y="266577"/>
                  </a:lnTo>
                  <a:lnTo>
                    <a:pt x="255183" y="266180"/>
                  </a:lnTo>
                  <a:lnTo>
                    <a:pt x="254922" y="266096"/>
                  </a:lnTo>
                  <a:lnTo>
                    <a:pt x="254458" y="266276"/>
                  </a:lnTo>
                  <a:lnTo>
                    <a:pt x="254127" y="266431"/>
                  </a:lnTo>
                  <a:lnTo>
                    <a:pt x="253643" y="266239"/>
                  </a:lnTo>
                  <a:lnTo>
                    <a:pt x="252529" y="266568"/>
                  </a:lnTo>
                  <a:lnTo>
                    <a:pt x="252116" y="266482"/>
                  </a:lnTo>
                  <a:lnTo>
                    <a:pt x="251902" y="266394"/>
                  </a:lnTo>
                  <a:lnTo>
                    <a:pt x="251479" y="266227"/>
                  </a:lnTo>
                  <a:lnTo>
                    <a:pt x="250663" y="266009"/>
                  </a:lnTo>
                  <a:lnTo>
                    <a:pt x="249998" y="266150"/>
                  </a:lnTo>
                  <a:lnTo>
                    <a:pt x="249847" y="266257"/>
                  </a:lnTo>
                  <a:lnTo>
                    <a:pt x="249628" y="266274"/>
                  </a:lnTo>
                  <a:lnTo>
                    <a:pt x="249282" y="266264"/>
                  </a:lnTo>
                  <a:lnTo>
                    <a:pt x="249120" y="266192"/>
                  </a:lnTo>
                  <a:lnTo>
                    <a:pt x="249196" y="265680"/>
                  </a:lnTo>
                  <a:lnTo>
                    <a:pt x="248795" y="264975"/>
                  </a:lnTo>
                  <a:lnTo>
                    <a:pt x="248516" y="265042"/>
                  </a:lnTo>
                  <a:lnTo>
                    <a:pt x="248092" y="265205"/>
                  </a:lnTo>
                  <a:lnTo>
                    <a:pt x="247925" y="265426"/>
                  </a:lnTo>
                  <a:lnTo>
                    <a:pt x="247320" y="266070"/>
                  </a:lnTo>
                  <a:lnTo>
                    <a:pt x="246772" y="266624"/>
                  </a:lnTo>
                  <a:lnTo>
                    <a:pt x="246587" y="267303"/>
                  </a:lnTo>
                  <a:lnTo>
                    <a:pt x="246500" y="267776"/>
                  </a:lnTo>
                  <a:lnTo>
                    <a:pt x="246627" y="268498"/>
                  </a:lnTo>
                  <a:lnTo>
                    <a:pt x="246669" y="268652"/>
                  </a:lnTo>
                  <a:lnTo>
                    <a:pt x="246998" y="269386"/>
                  </a:lnTo>
                  <a:lnTo>
                    <a:pt x="246582" y="270078"/>
                  </a:lnTo>
                  <a:lnTo>
                    <a:pt x="246504" y="270376"/>
                  </a:lnTo>
                  <a:lnTo>
                    <a:pt x="246493" y="270577"/>
                  </a:lnTo>
                  <a:lnTo>
                    <a:pt x="245882" y="270822"/>
                  </a:lnTo>
                  <a:lnTo>
                    <a:pt x="245376" y="270826"/>
                  </a:lnTo>
                  <a:lnTo>
                    <a:pt x="244735" y="270889"/>
                  </a:lnTo>
                  <a:lnTo>
                    <a:pt x="244504" y="270929"/>
                  </a:lnTo>
                  <a:lnTo>
                    <a:pt x="244068" y="271073"/>
                  </a:lnTo>
                  <a:lnTo>
                    <a:pt x="243536" y="271764"/>
                  </a:lnTo>
                  <a:lnTo>
                    <a:pt x="242738" y="271885"/>
                  </a:lnTo>
                  <a:lnTo>
                    <a:pt x="241968" y="271890"/>
                  </a:lnTo>
                  <a:lnTo>
                    <a:pt x="241664" y="271952"/>
                  </a:lnTo>
                  <a:lnTo>
                    <a:pt x="241221" y="272087"/>
                  </a:lnTo>
                  <a:lnTo>
                    <a:pt x="241103" y="272292"/>
                  </a:lnTo>
                  <a:lnTo>
                    <a:pt x="241052" y="272964"/>
                  </a:lnTo>
                  <a:lnTo>
                    <a:pt x="241313" y="273329"/>
                  </a:lnTo>
                  <a:lnTo>
                    <a:pt x="241473" y="273525"/>
                  </a:lnTo>
                  <a:lnTo>
                    <a:pt x="241819" y="274076"/>
                  </a:lnTo>
                  <a:lnTo>
                    <a:pt x="242002" y="274548"/>
                  </a:lnTo>
                  <a:lnTo>
                    <a:pt x="241605" y="274800"/>
                  </a:lnTo>
                  <a:lnTo>
                    <a:pt x="240748" y="274979"/>
                  </a:lnTo>
                  <a:lnTo>
                    <a:pt x="240456" y="275305"/>
                  </a:lnTo>
                  <a:lnTo>
                    <a:pt x="239953" y="275839"/>
                  </a:lnTo>
                  <a:lnTo>
                    <a:pt x="239686" y="276943"/>
                  </a:lnTo>
                  <a:lnTo>
                    <a:pt x="238933" y="277364"/>
                  </a:lnTo>
                  <a:lnTo>
                    <a:pt x="238498" y="277349"/>
                  </a:lnTo>
                  <a:lnTo>
                    <a:pt x="237729" y="277198"/>
                  </a:lnTo>
                  <a:lnTo>
                    <a:pt x="236841" y="277011"/>
                  </a:lnTo>
                  <a:lnTo>
                    <a:pt x="236504" y="276921"/>
                  </a:lnTo>
                  <a:lnTo>
                    <a:pt x="235605" y="276834"/>
                  </a:lnTo>
                  <a:lnTo>
                    <a:pt x="234789" y="277387"/>
                  </a:lnTo>
                  <a:lnTo>
                    <a:pt x="234745" y="277912"/>
                  </a:lnTo>
                  <a:lnTo>
                    <a:pt x="234715" y="278166"/>
                  </a:lnTo>
                  <a:lnTo>
                    <a:pt x="234412" y="278438"/>
                  </a:lnTo>
                  <a:lnTo>
                    <a:pt x="234005" y="278586"/>
                  </a:lnTo>
                  <a:lnTo>
                    <a:pt x="233069" y="279051"/>
                  </a:lnTo>
                  <a:lnTo>
                    <a:pt x="231643" y="279341"/>
                  </a:lnTo>
                  <a:lnTo>
                    <a:pt x="231098" y="279249"/>
                  </a:lnTo>
                  <a:lnTo>
                    <a:pt x="230661" y="279205"/>
                  </a:lnTo>
                  <a:lnTo>
                    <a:pt x="230135" y="279536"/>
                  </a:lnTo>
                  <a:lnTo>
                    <a:pt x="229882" y="279749"/>
                  </a:lnTo>
                  <a:lnTo>
                    <a:pt x="229672" y="279603"/>
                  </a:lnTo>
                  <a:lnTo>
                    <a:pt x="229121" y="279214"/>
                  </a:lnTo>
                  <a:lnTo>
                    <a:pt x="228752" y="278891"/>
                  </a:lnTo>
                  <a:lnTo>
                    <a:pt x="228574" y="278534"/>
                  </a:lnTo>
                  <a:lnTo>
                    <a:pt x="228348" y="278293"/>
                  </a:lnTo>
                  <a:lnTo>
                    <a:pt x="228112" y="278120"/>
                  </a:lnTo>
                  <a:lnTo>
                    <a:pt x="227763" y="277875"/>
                  </a:lnTo>
                  <a:lnTo>
                    <a:pt x="226851" y="277479"/>
                  </a:lnTo>
                  <a:lnTo>
                    <a:pt x="226366" y="277666"/>
                  </a:lnTo>
                  <a:lnTo>
                    <a:pt x="225713" y="277552"/>
                  </a:lnTo>
                  <a:lnTo>
                    <a:pt x="225561" y="277466"/>
                  </a:lnTo>
                  <a:lnTo>
                    <a:pt x="225347" y="277357"/>
                  </a:lnTo>
                  <a:lnTo>
                    <a:pt x="224653" y="277256"/>
                  </a:lnTo>
                  <a:lnTo>
                    <a:pt x="224273" y="277379"/>
                  </a:lnTo>
                  <a:lnTo>
                    <a:pt x="224145" y="277603"/>
                  </a:lnTo>
                  <a:lnTo>
                    <a:pt x="224105" y="277801"/>
                  </a:lnTo>
                  <a:lnTo>
                    <a:pt x="223592" y="278060"/>
                  </a:lnTo>
                  <a:lnTo>
                    <a:pt x="223410" y="278070"/>
                  </a:lnTo>
                  <a:lnTo>
                    <a:pt x="222750" y="278160"/>
                  </a:lnTo>
                  <a:lnTo>
                    <a:pt x="222233" y="278502"/>
                  </a:lnTo>
                  <a:lnTo>
                    <a:pt x="221992" y="279062"/>
                  </a:lnTo>
                  <a:lnTo>
                    <a:pt x="222096" y="279842"/>
                  </a:lnTo>
                  <a:lnTo>
                    <a:pt x="222145" y="280526"/>
                  </a:lnTo>
                  <a:lnTo>
                    <a:pt x="221657" y="281200"/>
                  </a:lnTo>
                  <a:lnTo>
                    <a:pt x="221239" y="281843"/>
                  </a:lnTo>
                  <a:lnTo>
                    <a:pt x="221157" y="282022"/>
                  </a:lnTo>
                  <a:lnTo>
                    <a:pt x="220446" y="281780"/>
                  </a:lnTo>
                  <a:lnTo>
                    <a:pt x="220225" y="281721"/>
                  </a:lnTo>
                  <a:lnTo>
                    <a:pt x="219942" y="281716"/>
                  </a:lnTo>
                  <a:lnTo>
                    <a:pt x="218854" y="282063"/>
                  </a:lnTo>
                  <a:lnTo>
                    <a:pt x="218585" y="281423"/>
                  </a:lnTo>
                  <a:lnTo>
                    <a:pt x="218597" y="281238"/>
                  </a:lnTo>
                  <a:lnTo>
                    <a:pt x="218355" y="281137"/>
                  </a:lnTo>
                  <a:lnTo>
                    <a:pt x="217958" y="281236"/>
                  </a:lnTo>
                  <a:lnTo>
                    <a:pt x="217647" y="281328"/>
                  </a:lnTo>
                  <a:lnTo>
                    <a:pt x="217491" y="281355"/>
                  </a:lnTo>
                  <a:lnTo>
                    <a:pt x="217006" y="280908"/>
                  </a:lnTo>
                  <a:lnTo>
                    <a:pt x="216559" y="280552"/>
                  </a:lnTo>
                  <a:lnTo>
                    <a:pt x="215956" y="280115"/>
                  </a:lnTo>
                  <a:lnTo>
                    <a:pt x="215703" y="279793"/>
                  </a:lnTo>
                  <a:lnTo>
                    <a:pt x="215075" y="279282"/>
                  </a:lnTo>
                  <a:lnTo>
                    <a:pt x="214587" y="278960"/>
                  </a:lnTo>
                  <a:lnTo>
                    <a:pt x="213806" y="278671"/>
                  </a:lnTo>
                  <a:lnTo>
                    <a:pt x="213263" y="278872"/>
                  </a:lnTo>
                  <a:lnTo>
                    <a:pt x="212374" y="279127"/>
                  </a:lnTo>
                  <a:lnTo>
                    <a:pt x="211943" y="279004"/>
                  </a:lnTo>
                  <a:lnTo>
                    <a:pt x="211323" y="278886"/>
                  </a:lnTo>
                  <a:lnTo>
                    <a:pt x="210698" y="279085"/>
                  </a:lnTo>
                  <a:lnTo>
                    <a:pt x="210114" y="278820"/>
                  </a:lnTo>
                  <a:lnTo>
                    <a:pt x="208799" y="279571"/>
                  </a:lnTo>
                  <a:lnTo>
                    <a:pt x="208588" y="279832"/>
                  </a:lnTo>
                  <a:lnTo>
                    <a:pt x="207464" y="279907"/>
                  </a:lnTo>
                  <a:lnTo>
                    <a:pt x="206932" y="279972"/>
                  </a:lnTo>
                  <a:lnTo>
                    <a:pt x="206614" y="279964"/>
                  </a:lnTo>
                  <a:lnTo>
                    <a:pt x="206244" y="279852"/>
                  </a:lnTo>
                  <a:lnTo>
                    <a:pt x="205981" y="279760"/>
                  </a:lnTo>
                  <a:lnTo>
                    <a:pt x="205539" y="279750"/>
                  </a:lnTo>
                  <a:lnTo>
                    <a:pt x="205280" y="279756"/>
                  </a:lnTo>
                  <a:lnTo>
                    <a:pt x="204672" y="279860"/>
                  </a:lnTo>
                  <a:lnTo>
                    <a:pt x="203454" y="280268"/>
                  </a:lnTo>
                  <a:lnTo>
                    <a:pt x="202775" y="280772"/>
                  </a:lnTo>
                  <a:lnTo>
                    <a:pt x="202276" y="280630"/>
                  </a:lnTo>
                  <a:lnTo>
                    <a:pt x="201454" y="280174"/>
                  </a:lnTo>
                  <a:lnTo>
                    <a:pt x="200452" y="279245"/>
                  </a:lnTo>
                  <a:lnTo>
                    <a:pt x="200053" y="278435"/>
                  </a:lnTo>
                  <a:lnTo>
                    <a:pt x="199746" y="278223"/>
                  </a:lnTo>
                  <a:lnTo>
                    <a:pt x="199208" y="277927"/>
                  </a:lnTo>
                  <a:lnTo>
                    <a:pt x="199069" y="277883"/>
                  </a:lnTo>
                  <a:lnTo>
                    <a:pt x="198568" y="277841"/>
                  </a:lnTo>
                  <a:lnTo>
                    <a:pt x="198318" y="277946"/>
                  </a:lnTo>
                  <a:lnTo>
                    <a:pt x="197631" y="278161"/>
                  </a:lnTo>
                  <a:lnTo>
                    <a:pt x="196755" y="277775"/>
                  </a:lnTo>
                  <a:lnTo>
                    <a:pt x="196012" y="277498"/>
                  </a:lnTo>
                  <a:lnTo>
                    <a:pt x="194666" y="276489"/>
                  </a:lnTo>
                  <a:lnTo>
                    <a:pt x="194299" y="276629"/>
                  </a:lnTo>
                  <a:lnTo>
                    <a:pt x="194072" y="276751"/>
                  </a:lnTo>
                  <a:lnTo>
                    <a:pt x="193273" y="277645"/>
                  </a:lnTo>
                  <a:lnTo>
                    <a:pt x="193298" y="278066"/>
                  </a:lnTo>
                  <a:lnTo>
                    <a:pt x="193217" y="278454"/>
                  </a:lnTo>
                  <a:lnTo>
                    <a:pt x="192669" y="278775"/>
                  </a:lnTo>
                  <a:lnTo>
                    <a:pt x="192485" y="278771"/>
                  </a:lnTo>
                  <a:lnTo>
                    <a:pt x="192389" y="279057"/>
                  </a:lnTo>
                  <a:lnTo>
                    <a:pt x="192430" y="279793"/>
                  </a:lnTo>
                  <a:lnTo>
                    <a:pt x="191660" y="279894"/>
                  </a:lnTo>
                  <a:lnTo>
                    <a:pt x="191154" y="280088"/>
                  </a:lnTo>
                  <a:lnTo>
                    <a:pt x="190141" y="280333"/>
                  </a:lnTo>
                  <a:lnTo>
                    <a:pt x="189594" y="280310"/>
                  </a:lnTo>
                  <a:lnTo>
                    <a:pt x="189450" y="280363"/>
                  </a:lnTo>
                  <a:lnTo>
                    <a:pt x="189325" y="280603"/>
                  </a:lnTo>
                  <a:lnTo>
                    <a:pt x="189374" y="280839"/>
                  </a:lnTo>
                  <a:lnTo>
                    <a:pt x="189453" y="281153"/>
                  </a:lnTo>
                  <a:lnTo>
                    <a:pt x="188857" y="281268"/>
                  </a:lnTo>
                  <a:lnTo>
                    <a:pt x="188454" y="281329"/>
                  </a:lnTo>
                  <a:lnTo>
                    <a:pt x="187363" y="281529"/>
                  </a:lnTo>
                  <a:lnTo>
                    <a:pt x="186342" y="281227"/>
                  </a:lnTo>
                  <a:lnTo>
                    <a:pt x="185877" y="281151"/>
                  </a:lnTo>
                  <a:lnTo>
                    <a:pt x="184581" y="281460"/>
                  </a:lnTo>
                  <a:lnTo>
                    <a:pt x="184360" y="282076"/>
                  </a:lnTo>
                  <a:lnTo>
                    <a:pt x="183742" y="282096"/>
                  </a:lnTo>
                  <a:lnTo>
                    <a:pt x="183592" y="282078"/>
                  </a:lnTo>
                  <a:lnTo>
                    <a:pt x="182757" y="281836"/>
                  </a:lnTo>
                  <a:lnTo>
                    <a:pt x="182480" y="281816"/>
                  </a:lnTo>
                  <a:lnTo>
                    <a:pt x="182052" y="281995"/>
                  </a:lnTo>
                  <a:lnTo>
                    <a:pt x="181616" y="282404"/>
                  </a:lnTo>
                  <a:lnTo>
                    <a:pt x="181310" y="282440"/>
                  </a:lnTo>
                  <a:lnTo>
                    <a:pt x="180438" y="282052"/>
                  </a:lnTo>
                  <a:lnTo>
                    <a:pt x="180045" y="282066"/>
                  </a:lnTo>
                  <a:lnTo>
                    <a:pt x="179358" y="282233"/>
                  </a:lnTo>
                  <a:lnTo>
                    <a:pt x="178821" y="282339"/>
                  </a:lnTo>
                  <a:lnTo>
                    <a:pt x="178686" y="282438"/>
                  </a:lnTo>
                  <a:lnTo>
                    <a:pt x="178275" y="282866"/>
                  </a:lnTo>
                  <a:lnTo>
                    <a:pt x="178136" y="283023"/>
                  </a:lnTo>
                  <a:lnTo>
                    <a:pt x="177833" y="283163"/>
                  </a:lnTo>
                  <a:lnTo>
                    <a:pt x="177562" y="283007"/>
                  </a:lnTo>
                  <a:lnTo>
                    <a:pt x="176561" y="282611"/>
                  </a:lnTo>
                  <a:lnTo>
                    <a:pt x="176080" y="282216"/>
                  </a:lnTo>
                  <a:lnTo>
                    <a:pt x="175645" y="281729"/>
                  </a:lnTo>
                  <a:lnTo>
                    <a:pt x="175028" y="281592"/>
                  </a:lnTo>
                  <a:lnTo>
                    <a:pt x="174188" y="281602"/>
                  </a:lnTo>
                  <a:lnTo>
                    <a:pt x="173439" y="281385"/>
                  </a:lnTo>
                  <a:lnTo>
                    <a:pt x="173200" y="280878"/>
                  </a:lnTo>
                  <a:lnTo>
                    <a:pt x="171914" y="280947"/>
                  </a:lnTo>
                  <a:lnTo>
                    <a:pt x="171753" y="280863"/>
                  </a:lnTo>
                  <a:lnTo>
                    <a:pt x="171474" y="280698"/>
                  </a:lnTo>
                  <a:lnTo>
                    <a:pt x="170702" y="280451"/>
                  </a:lnTo>
                  <a:lnTo>
                    <a:pt x="170356" y="280356"/>
                  </a:lnTo>
                  <a:lnTo>
                    <a:pt x="170128" y="280223"/>
                  </a:lnTo>
                  <a:lnTo>
                    <a:pt x="169514" y="279970"/>
                  </a:lnTo>
                  <a:lnTo>
                    <a:pt x="168134" y="279974"/>
                  </a:lnTo>
                  <a:lnTo>
                    <a:pt x="167580" y="280565"/>
                  </a:lnTo>
                  <a:lnTo>
                    <a:pt x="166965" y="280291"/>
                  </a:lnTo>
                  <a:lnTo>
                    <a:pt x="166313" y="279734"/>
                  </a:lnTo>
                  <a:lnTo>
                    <a:pt x="166129" y="279550"/>
                  </a:lnTo>
                  <a:lnTo>
                    <a:pt x="165849" y="279164"/>
                  </a:lnTo>
                  <a:lnTo>
                    <a:pt x="165849" y="278899"/>
                  </a:lnTo>
                  <a:lnTo>
                    <a:pt x="165676" y="277541"/>
                  </a:lnTo>
                  <a:lnTo>
                    <a:pt x="165649" y="276920"/>
                  </a:lnTo>
                  <a:lnTo>
                    <a:pt x="165466" y="276827"/>
                  </a:lnTo>
                  <a:lnTo>
                    <a:pt x="164183" y="276135"/>
                  </a:lnTo>
                  <a:lnTo>
                    <a:pt x="163705" y="276049"/>
                  </a:lnTo>
                  <a:lnTo>
                    <a:pt x="163078" y="275530"/>
                  </a:lnTo>
                  <a:lnTo>
                    <a:pt x="163050" y="275062"/>
                  </a:lnTo>
                  <a:lnTo>
                    <a:pt x="163269" y="274661"/>
                  </a:lnTo>
                  <a:lnTo>
                    <a:pt x="163456" y="274440"/>
                  </a:lnTo>
                  <a:lnTo>
                    <a:pt x="163010" y="274373"/>
                  </a:lnTo>
                  <a:lnTo>
                    <a:pt x="162190" y="274196"/>
                  </a:lnTo>
                  <a:lnTo>
                    <a:pt x="162044" y="273802"/>
                  </a:lnTo>
                  <a:lnTo>
                    <a:pt x="161806" y="273524"/>
                  </a:lnTo>
                  <a:lnTo>
                    <a:pt x="161561" y="273384"/>
                  </a:lnTo>
                  <a:lnTo>
                    <a:pt x="161518" y="273230"/>
                  </a:lnTo>
                  <a:lnTo>
                    <a:pt x="161687" y="272944"/>
                  </a:lnTo>
                  <a:lnTo>
                    <a:pt x="161864" y="272833"/>
                  </a:lnTo>
                  <a:lnTo>
                    <a:pt x="162007" y="272745"/>
                  </a:lnTo>
                  <a:lnTo>
                    <a:pt x="162376" y="272458"/>
                  </a:lnTo>
                  <a:lnTo>
                    <a:pt x="162544" y="272031"/>
                  </a:lnTo>
                  <a:lnTo>
                    <a:pt x="162598" y="271845"/>
                  </a:lnTo>
                  <a:lnTo>
                    <a:pt x="161862" y="271507"/>
                  </a:lnTo>
                  <a:lnTo>
                    <a:pt x="161466" y="270814"/>
                  </a:lnTo>
                  <a:lnTo>
                    <a:pt x="161732" y="270721"/>
                  </a:lnTo>
                  <a:lnTo>
                    <a:pt x="162050" y="270632"/>
                  </a:lnTo>
                  <a:lnTo>
                    <a:pt x="162220" y="270616"/>
                  </a:lnTo>
                  <a:lnTo>
                    <a:pt x="162650" y="270525"/>
                  </a:lnTo>
                  <a:lnTo>
                    <a:pt x="162456" y="269714"/>
                  </a:lnTo>
                  <a:lnTo>
                    <a:pt x="161513" y="269064"/>
                  </a:lnTo>
                  <a:lnTo>
                    <a:pt x="160984" y="268812"/>
                  </a:lnTo>
                  <a:lnTo>
                    <a:pt x="160641" y="268717"/>
                  </a:lnTo>
                  <a:lnTo>
                    <a:pt x="160553" y="268516"/>
                  </a:lnTo>
                  <a:lnTo>
                    <a:pt x="160902" y="267934"/>
                  </a:lnTo>
                  <a:lnTo>
                    <a:pt x="161033" y="267879"/>
                  </a:lnTo>
                  <a:lnTo>
                    <a:pt x="161519" y="267506"/>
                  </a:lnTo>
                  <a:lnTo>
                    <a:pt x="161385" y="267112"/>
                  </a:lnTo>
                  <a:lnTo>
                    <a:pt x="160883" y="266557"/>
                  </a:lnTo>
                  <a:lnTo>
                    <a:pt x="160418" y="266513"/>
                  </a:lnTo>
                  <a:lnTo>
                    <a:pt x="160226" y="266322"/>
                  </a:lnTo>
                  <a:lnTo>
                    <a:pt x="160085" y="266128"/>
                  </a:lnTo>
                  <a:lnTo>
                    <a:pt x="159989" y="265792"/>
                  </a:lnTo>
                  <a:lnTo>
                    <a:pt x="160015" y="265496"/>
                  </a:lnTo>
                  <a:lnTo>
                    <a:pt x="159876" y="265163"/>
                  </a:lnTo>
                  <a:lnTo>
                    <a:pt x="159500" y="264961"/>
                  </a:lnTo>
                  <a:lnTo>
                    <a:pt x="159347" y="264531"/>
                  </a:lnTo>
                  <a:lnTo>
                    <a:pt x="159115" y="264186"/>
                  </a:lnTo>
                  <a:lnTo>
                    <a:pt x="158713" y="263987"/>
                  </a:lnTo>
                  <a:lnTo>
                    <a:pt x="158481" y="263717"/>
                  </a:lnTo>
                  <a:lnTo>
                    <a:pt x="158279" y="262725"/>
                  </a:lnTo>
                  <a:lnTo>
                    <a:pt x="158280" y="262566"/>
                  </a:lnTo>
                  <a:lnTo>
                    <a:pt x="158196" y="261996"/>
                  </a:lnTo>
                  <a:lnTo>
                    <a:pt x="157652" y="261791"/>
                  </a:lnTo>
                  <a:lnTo>
                    <a:pt x="157401" y="261206"/>
                  </a:lnTo>
                  <a:lnTo>
                    <a:pt x="157589" y="261053"/>
                  </a:lnTo>
                  <a:lnTo>
                    <a:pt x="158227" y="260224"/>
                  </a:lnTo>
                  <a:lnTo>
                    <a:pt x="157885" y="259316"/>
                  </a:lnTo>
                  <a:lnTo>
                    <a:pt x="157702" y="258988"/>
                  </a:lnTo>
                  <a:lnTo>
                    <a:pt x="157290" y="258604"/>
                  </a:lnTo>
                  <a:lnTo>
                    <a:pt x="156866" y="257954"/>
                  </a:lnTo>
                  <a:lnTo>
                    <a:pt x="156640" y="257434"/>
                  </a:lnTo>
                  <a:lnTo>
                    <a:pt x="156786" y="256704"/>
                  </a:lnTo>
                  <a:lnTo>
                    <a:pt x="156402" y="255820"/>
                  </a:lnTo>
                  <a:lnTo>
                    <a:pt x="156171" y="255400"/>
                  </a:lnTo>
                  <a:lnTo>
                    <a:pt x="155596" y="255330"/>
                  </a:lnTo>
                  <a:lnTo>
                    <a:pt x="155438" y="255028"/>
                  </a:lnTo>
                  <a:lnTo>
                    <a:pt x="155956" y="254215"/>
                  </a:lnTo>
                  <a:lnTo>
                    <a:pt x="156348" y="253907"/>
                  </a:lnTo>
                  <a:lnTo>
                    <a:pt x="156552" y="253737"/>
                  </a:lnTo>
                  <a:lnTo>
                    <a:pt x="156712" y="253469"/>
                  </a:lnTo>
                  <a:lnTo>
                    <a:pt x="156505" y="253190"/>
                  </a:lnTo>
                  <a:lnTo>
                    <a:pt x="156133" y="252596"/>
                  </a:lnTo>
                  <a:lnTo>
                    <a:pt x="156133" y="252443"/>
                  </a:lnTo>
                  <a:lnTo>
                    <a:pt x="156469" y="252000"/>
                  </a:lnTo>
                  <a:lnTo>
                    <a:pt x="156291" y="251426"/>
                  </a:lnTo>
                  <a:lnTo>
                    <a:pt x="156075" y="251173"/>
                  </a:lnTo>
                  <a:lnTo>
                    <a:pt x="155557" y="251196"/>
                  </a:lnTo>
                  <a:lnTo>
                    <a:pt x="154944" y="251404"/>
                  </a:lnTo>
                  <a:lnTo>
                    <a:pt x="154608" y="251343"/>
                  </a:lnTo>
                  <a:lnTo>
                    <a:pt x="154428" y="250955"/>
                  </a:lnTo>
                  <a:lnTo>
                    <a:pt x="154027" y="250124"/>
                  </a:lnTo>
                  <a:lnTo>
                    <a:pt x="154041" y="249901"/>
                  </a:lnTo>
                  <a:lnTo>
                    <a:pt x="153940" y="249216"/>
                  </a:lnTo>
                  <a:lnTo>
                    <a:pt x="153729" y="249074"/>
                  </a:lnTo>
                  <a:lnTo>
                    <a:pt x="153555" y="248691"/>
                  </a:lnTo>
                  <a:lnTo>
                    <a:pt x="153595" y="248456"/>
                  </a:lnTo>
                  <a:lnTo>
                    <a:pt x="153746" y="247863"/>
                  </a:lnTo>
                  <a:lnTo>
                    <a:pt x="153081" y="247455"/>
                  </a:lnTo>
                  <a:lnTo>
                    <a:pt x="152548" y="247278"/>
                  </a:lnTo>
                  <a:lnTo>
                    <a:pt x="152641" y="246857"/>
                  </a:lnTo>
                  <a:lnTo>
                    <a:pt x="152893" y="246603"/>
                  </a:lnTo>
                  <a:lnTo>
                    <a:pt x="153113" y="246124"/>
                  </a:lnTo>
                  <a:lnTo>
                    <a:pt x="153291" y="245301"/>
                  </a:lnTo>
                  <a:lnTo>
                    <a:pt x="152865" y="244809"/>
                  </a:lnTo>
                  <a:lnTo>
                    <a:pt x="152705" y="244554"/>
                  </a:lnTo>
                  <a:lnTo>
                    <a:pt x="153000" y="244204"/>
                  </a:lnTo>
                  <a:lnTo>
                    <a:pt x="153844" y="244185"/>
                  </a:lnTo>
                  <a:lnTo>
                    <a:pt x="154148" y="244119"/>
                  </a:lnTo>
                  <a:lnTo>
                    <a:pt x="154549" y="244111"/>
                  </a:lnTo>
                  <a:lnTo>
                    <a:pt x="155045" y="244131"/>
                  </a:lnTo>
                  <a:lnTo>
                    <a:pt x="155615" y="243766"/>
                  </a:lnTo>
                  <a:lnTo>
                    <a:pt x="155807" y="243773"/>
                  </a:lnTo>
                  <a:lnTo>
                    <a:pt x="156227" y="243810"/>
                  </a:lnTo>
                  <a:lnTo>
                    <a:pt x="156928" y="243583"/>
                  </a:lnTo>
                  <a:lnTo>
                    <a:pt x="157222" y="242834"/>
                  </a:lnTo>
                  <a:lnTo>
                    <a:pt x="157409" y="242785"/>
                  </a:lnTo>
                  <a:lnTo>
                    <a:pt x="158338" y="241643"/>
                  </a:lnTo>
                  <a:lnTo>
                    <a:pt x="158367" y="241355"/>
                  </a:lnTo>
                  <a:lnTo>
                    <a:pt x="158264" y="241091"/>
                  </a:lnTo>
                  <a:lnTo>
                    <a:pt x="158019" y="240656"/>
                  </a:lnTo>
                  <a:lnTo>
                    <a:pt x="157949" y="240413"/>
                  </a:lnTo>
                  <a:lnTo>
                    <a:pt x="157831" y="240262"/>
                  </a:lnTo>
                  <a:lnTo>
                    <a:pt x="158151" y="239975"/>
                  </a:lnTo>
                  <a:lnTo>
                    <a:pt x="158657" y="239792"/>
                  </a:lnTo>
                  <a:lnTo>
                    <a:pt x="158904" y="239495"/>
                  </a:lnTo>
                  <a:lnTo>
                    <a:pt x="158753" y="239071"/>
                  </a:lnTo>
                  <a:lnTo>
                    <a:pt x="158052" y="238670"/>
                  </a:lnTo>
                  <a:lnTo>
                    <a:pt x="157750" y="238685"/>
                  </a:lnTo>
                  <a:lnTo>
                    <a:pt x="157456" y="238792"/>
                  </a:lnTo>
                  <a:lnTo>
                    <a:pt x="156749" y="238789"/>
                  </a:lnTo>
                  <a:lnTo>
                    <a:pt x="156455" y="238824"/>
                  </a:lnTo>
                  <a:lnTo>
                    <a:pt x="156096" y="238892"/>
                  </a:lnTo>
                  <a:lnTo>
                    <a:pt x="155549" y="239035"/>
                  </a:lnTo>
                  <a:lnTo>
                    <a:pt x="155240" y="238583"/>
                  </a:lnTo>
                  <a:lnTo>
                    <a:pt x="155096" y="238327"/>
                  </a:lnTo>
                  <a:lnTo>
                    <a:pt x="154730" y="238225"/>
                  </a:lnTo>
                  <a:lnTo>
                    <a:pt x="154359" y="238102"/>
                  </a:lnTo>
                  <a:lnTo>
                    <a:pt x="154090" y="237899"/>
                  </a:lnTo>
                  <a:lnTo>
                    <a:pt x="153343" y="238253"/>
                  </a:lnTo>
                  <a:lnTo>
                    <a:pt x="153152" y="238234"/>
                  </a:lnTo>
                  <a:lnTo>
                    <a:pt x="152721" y="238315"/>
                  </a:lnTo>
                  <a:lnTo>
                    <a:pt x="152298" y="238416"/>
                  </a:lnTo>
                  <a:lnTo>
                    <a:pt x="152017" y="238460"/>
                  </a:lnTo>
                  <a:lnTo>
                    <a:pt x="151667" y="238492"/>
                  </a:lnTo>
                  <a:lnTo>
                    <a:pt x="151469" y="238489"/>
                  </a:lnTo>
                  <a:lnTo>
                    <a:pt x="151003" y="238427"/>
                  </a:lnTo>
                  <a:lnTo>
                    <a:pt x="150735" y="238158"/>
                  </a:lnTo>
                  <a:lnTo>
                    <a:pt x="150402" y="237850"/>
                  </a:lnTo>
                  <a:lnTo>
                    <a:pt x="149385" y="237717"/>
                  </a:lnTo>
                  <a:lnTo>
                    <a:pt x="148538" y="237675"/>
                  </a:lnTo>
                  <a:lnTo>
                    <a:pt x="148365" y="237663"/>
                  </a:lnTo>
                  <a:lnTo>
                    <a:pt x="147854" y="237610"/>
                  </a:lnTo>
                  <a:lnTo>
                    <a:pt x="147560" y="237346"/>
                  </a:lnTo>
                  <a:lnTo>
                    <a:pt x="147418" y="237288"/>
                  </a:lnTo>
                  <a:lnTo>
                    <a:pt x="147090" y="237198"/>
                  </a:lnTo>
                  <a:lnTo>
                    <a:pt x="146706" y="237186"/>
                  </a:lnTo>
                  <a:lnTo>
                    <a:pt x="146839" y="236669"/>
                  </a:lnTo>
                  <a:lnTo>
                    <a:pt x="146882" y="236265"/>
                  </a:lnTo>
                  <a:lnTo>
                    <a:pt x="146676" y="235966"/>
                  </a:lnTo>
                  <a:lnTo>
                    <a:pt x="146637" y="235733"/>
                  </a:lnTo>
                  <a:lnTo>
                    <a:pt x="146895" y="234787"/>
                  </a:lnTo>
                  <a:lnTo>
                    <a:pt x="146587" y="234567"/>
                  </a:lnTo>
                  <a:lnTo>
                    <a:pt x="146338" y="234473"/>
                  </a:lnTo>
                  <a:lnTo>
                    <a:pt x="145956" y="233766"/>
                  </a:lnTo>
                  <a:lnTo>
                    <a:pt x="145803" y="233483"/>
                  </a:lnTo>
                  <a:lnTo>
                    <a:pt x="145788" y="233283"/>
                  </a:lnTo>
                  <a:lnTo>
                    <a:pt x="144729" y="233577"/>
                  </a:lnTo>
                  <a:lnTo>
                    <a:pt x="144015" y="233589"/>
                  </a:lnTo>
                  <a:lnTo>
                    <a:pt x="142964" y="232885"/>
                  </a:lnTo>
                  <a:lnTo>
                    <a:pt x="142595" y="232143"/>
                  </a:lnTo>
                  <a:lnTo>
                    <a:pt x="141980" y="232194"/>
                  </a:lnTo>
                  <a:lnTo>
                    <a:pt x="141691" y="231908"/>
                  </a:lnTo>
                  <a:lnTo>
                    <a:pt x="141546" y="231504"/>
                  </a:lnTo>
                  <a:lnTo>
                    <a:pt x="141243" y="231296"/>
                  </a:lnTo>
                  <a:lnTo>
                    <a:pt x="141046" y="230981"/>
                  </a:lnTo>
                  <a:lnTo>
                    <a:pt x="140995" y="230613"/>
                  </a:lnTo>
                  <a:lnTo>
                    <a:pt x="140982" y="230414"/>
                  </a:lnTo>
                  <a:lnTo>
                    <a:pt x="140990" y="230243"/>
                  </a:lnTo>
                  <a:lnTo>
                    <a:pt x="140576" y="229867"/>
                  </a:lnTo>
                  <a:lnTo>
                    <a:pt x="140402" y="229340"/>
                  </a:lnTo>
                  <a:lnTo>
                    <a:pt x="139888" y="229318"/>
                  </a:lnTo>
                  <a:lnTo>
                    <a:pt x="139123" y="229518"/>
                  </a:lnTo>
                  <a:lnTo>
                    <a:pt x="138979" y="229567"/>
                  </a:lnTo>
                  <a:lnTo>
                    <a:pt x="138556" y="229706"/>
                  </a:lnTo>
                  <a:lnTo>
                    <a:pt x="138389" y="229628"/>
                  </a:lnTo>
                  <a:lnTo>
                    <a:pt x="138181" y="229588"/>
                  </a:lnTo>
                  <a:lnTo>
                    <a:pt x="137931" y="229608"/>
                  </a:lnTo>
                  <a:lnTo>
                    <a:pt x="137667" y="229620"/>
                  </a:lnTo>
                  <a:lnTo>
                    <a:pt x="137132" y="229499"/>
                  </a:lnTo>
                  <a:lnTo>
                    <a:pt x="136977" y="229527"/>
                  </a:lnTo>
                  <a:lnTo>
                    <a:pt x="136159" y="229499"/>
                  </a:lnTo>
                  <a:lnTo>
                    <a:pt x="135895" y="229325"/>
                  </a:lnTo>
                  <a:lnTo>
                    <a:pt x="135642" y="229239"/>
                  </a:lnTo>
                  <a:lnTo>
                    <a:pt x="135478" y="229079"/>
                  </a:lnTo>
                  <a:lnTo>
                    <a:pt x="135195" y="228924"/>
                  </a:lnTo>
                  <a:lnTo>
                    <a:pt x="135126" y="228400"/>
                  </a:lnTo>
                  <a:lnTo>
                    <a:pt x="134986" y="228169"/>
                  </a:lnTo>
                  <a:lnTo>
                    <a:pt x="134851" y="227949"/>
                  </a:lnTo>
                  <a:lnTo>
                    <a:pt x="134660" y="227563"/>
                  </a:lnTo>
                  <a:lnTo>
                    <a:pt x="134250" y="227673"/>
                  </a:lnTo>
                  <a:lnTo>
                    <a:pt x="133957" y="227833"/>
                  </a:lnTo>
                  <a:lnTo>
                    <a:pt x="133767" y="228056"/>
                  </a:lnTo>
                  <a:lnTo>
                    <a:pt x="133774" y="228198"/>
                  </a:lnTo>
                  <a:lnTo>
                    <a:pt x="133704" y="229163"/>
                  </a:lnTo>
                  <a:lnTo>
                    <a:pt x="133322" y="229421"/>
                  </a:lnTo>
                  <a:lnTo>
                    <a:pt x="132868" y="229817"/>
                  </a:lnTo>
                  <a:lnTo>
                    <a:pt x="132870" y="230013"/>
                  </a:lnTo>
                  <a:lnTo>
                    <a:pt x="132690" y="230195"/>
                  </a:lnTo>
                  <a:lnTo>
                    <a:pt x="132535" y="230530"/>
                  </a:lnTo>
                  <a:lnTo>
                    <a:pt x="132183" y="230733"/>
                  </a:lnTo>
                  <a:lnTo>
                    <a:pt x="132027" y="230774"/>
                  </a:lnTo>
                  <a:lnTo>
                    <a:pt x="131715" y="230726"/>
                  </a:lnTo>
                  <a:lnTo>
                    <a:pt x="131758" y="231504"/>
                  </a:lnTo>
                  <a:lnTo>
                    <a:pt x="131818" y="231780"/>
                  </a:lnTo>
                  <a:lnTo>
                    <a:pt x="130276" y="232197"/>
                  </a:lnTo>
                  <a:lnTo>
                    <a:pt x="130125" y="232197"/>
                  </a:lnTo>
                  <a:lnTo>
                    <a:pt x="129940" y="232327"/>
                  </a:lnTo>
                  <a:lnTo>
                    <a:pt x="130116" y="232858"/>
                  </a:lnTo>
                  <a:lnTo>
                    <a:pt x="129975" y="233254"/>
                  </a:lnTo>
                  <a:lnTo>
                    <a:pt x="129783" y="233447"/>
                  </a:lnTo>
                  <a:lnTo>
                    <a:pt x="129613" y="233693"/>
                  </a:lnTo>
                  <a:lnTo>
                    <a:pt x="129381" y="234033"/>
                  </a:lnTo>
                  <a:lnTo>
                    <a:pt x="128594" y="234345"/>
                  </a:lnTo>
                  <a:lnTo>
                    <a:pt x="127680" y="235165"/>
                  </a:lnTo>
                  <a:lnTo>
                    <a:pt x="127494" y="235497"/>
                  </a:lnTo>
                  <a:lnTo>
                    <a:pt x="127580" y="235827"/>
                  </a:lnTo>
                  <a:lnTo>
                    <a:pt x="127315" y="235983"/>
                  </a:lnTo>
                  <a:lnTo>
                    <a:pt x="127151" y="236059"/>
                  </a:lnTo>
                  <a:lnTo>
                    <a:pt x="126701" y="236526"/>
                  </a:lnTo>
                  <a:lnTo>
                    <a:pt x="126460" y="236948"/>
                  </a:lnTo>
                  <a:lnTo>
                    <a:pt x="125839" y="237643"/>
                  </a:lnTo>
                  <a:lnTo>
                    <a:pt x="124785" y="237870"/>
                  </a:lnTo>
                  <a:lnTo>
                    <a:pt x="124533" y="237872"/>
                  </a:lnTo>
                  <a:lnTo>
                    <a:pt x="123969" y="237857"/>
                  </a:lnTo>
                  <a:lnTo>
                    <a:pt x="123333" y="237630"/>
                  </a:lnTo>
                  <a:lnTo>
                    <a:pt x="123006" y="237712"/>
                  </a:lnTo>
                  <a:lnTo>
                    <a:pt x="122757" y="237801"/>
                  </a:lnTo>
                  <a:lnTo>
                    <a:pt x="122107" y="237805"/>
                  </a:lnTo>
                  <a:lnTo>
                    <a:pt x="121626" y="237485"/>
                  </a:lnTo>
                  <a:lnTo>
                    <a:pt x="121237" y="237390"/>
                  </a:lnTo>
                  <a:lnTo>
                    <a:pt x="121059" y="237353"/>
                  </a:lnTo>
                  <a:lnTo>
                    <a:pt x="120859" y="237095"/>
                  </a:lnTo>
                  <a:lnTo>
                    <a:pt x="120524" y="237051"/>
                  </a:lnTo>
                  <a:lnTo>
                    <a:pt x="120370" y="237052"/>
                  </a:lnTo>
                  <a:lnTo>
                    <a:pt x="120208" y="237023"/>
                  </a:lnTo>
                  <a:lnTo>
                    <a:pt x="119587" y="236753"/>
                  </a:lnTo>
                  <a:lnTo>
                    <a:pt x="119344" y="236684"/>
                  </a:lnTo>
                  <a:lnTo>
                    <a:pt x="119142" y="236676"/>
                  </a:lnTo>
                  <a:lnTo>
                    <a:pt x="118084" y="236483"/>
                  </a:lnTo>
                  <a:lnTo>
                    <a:pt x="117531" y="236296"/>
                  </a:lnTo>
                  <a:lnTo>
                    <a:pt x="117520" y="235949"/>
                  </a:lnTo>
                  <a:lnTo>
                    <a:pt x="117647" y="235524"/>
                  </a:lnTo>
                  <a:lnTo>
                    <a:pt x="117417" y="234881"/>
                  </a:lnTo>
                  <a:lnTo>
                    <a:pt x="117190" y="234714"/>
                  </a:lnTo>
                  <a:lnTo>
                    <a:pt x="116868" y="234340"/>
                  </a:lnTo>
                  <a:lnTo>
                    <a:pt x="115939" y="233495"/>
                  </a:lnTo>
                  <a:lnTo>
                    <a:pt x="115537" y="233187"/>
                  </a:lnTo>
                  <a:lnTo>
                    <a:pt x="115352" y="233145"/>
                  </a:lnTo>
                  <a:lnTo>
                    <a:pt x="115439" y="233012"/>
                  </a:lnTo>
                  <a:lnTo>
                    <a:pt x="115642" y="232663"/>
                  </a:lnTo>
                  <a:lnTo>
                    <a:pt x="115947" y="231913"/>
                  </a:lnTo>
                  <a:lnTo>
                    <a:pt x="116136" y="231794"/>
                  </a:lnTo>
                  <a:lnTo>
                    <a:pt x="114875" y="230870"/>
                  </a:lnTo>
                  <a:lnTo>
                    <a:pt x="114705" y="230704"/>
                  </a:lnTo>
                  <a:lnTo>
                    <a:pt x="113989" y="230754"/>
                  </a:lnTo>
                  <a:lnTo>
                    <a:pt x="113309" y="230873"/>
                  </a:lnTo>
                  <a:lnTo>
                    <a:pt x="113057" y="230888"/>
                  </a:lnTo>
                  <a:lnTo>
                    <a:pt x="112504" y="230806"/>
                  </a:lnTo>
                  <a:lnTo>
                    <a:pt x="112336" y="230570"/>
                  </a:lnTo>
                  <a:lnTo>
                    <a:pt x="111301" y="229950"/>
                  </a:lnTo>
                  <a:lnTo>
                    <a:pt x="110756" y="230120"/>
                  </a:lnTo>
                  <a:lnTo>
                    <a:pt x="110075" y="230254"/>
                  </a:lnTo>
                  <a:lnTo>
                    <a:pt x="109744" y="229975"/>
                  </a:lnTo>
                  <a:lnTo>
                    <a:pt x="109678" y="229825"/>
                  </a:lnTo>
                  <a:lnTo>
                    <a:pt x="109507" y="229402"/>
                  </a:lnTo>
                  <a:lnTo>
                    <a:pt x="109180" y="229293"/>
                  </a:lnTo>
                  <a:lnTo>
                    <a:pt x="108540" y="229034"/>
                  </a:lnTo>
                  <a:lnTo>
                    <a:pt x="107027" y="228618"/>
                  </a:lnTo>
                  <a:lnTo>
                    <a:pt x="106785" y="228529"/>
                  </a:lnTo>
                  <a:lnTo>
                    <a:pt x="106391" y="228401"/>
                  </a:lnTo>
                  <a:lnTo>
                    <a:pt x="106040" y="228311"/>
                  </a:lnTo>
                  <a:lnTo>
                    <a:pt x="105861" y="228192"/>
                  </a:lnTo>
                  <a:lnTo>
                    <a:pt x="105664" y="227900"/>
                  </a:lnTo>
                  <a:lnTo>
                    <a:pt x="105661" y="227690"/>
                  </a:lnTo>
                  <a:lnTo>
                    <a:pt x="105667" y="227535"/>
                  </a:lnTo>
                  <a:lnTo>
                    <a:pt x="105643" y="227307"/>
                  </a:lnTo>
                  <a:lnTo>
                    <a:pt x="105114" y="227212"/>
                  </a:lnTo>
                  <a:lnTo>
                    <a:pt x="104366" y="226903"/>
                  </a:lnTo>
                  <a:lnTo>
                    <a:pt x="103987" y="226963"/>
                  </a:lnTo>
                  <a:lnTo>
                    <a:pt x="103759" y="226899"/>
                  </a:lnTo>
                  <a:lnTo>
                    <a:pt x="102649" y="226052"/>
                  </a:lnTo>
                  <a:lnTo>
                    <a:pt x="102457" y="225869"/>
                  </a:lnTo>
                  <a:lnTo>
                    <a:pt x="102400" y="225318"/>
                  </a:lnTo>
                  <a:lnTo>
                    <a:pt x="102202" y="225042"/>
                  </a:lnTo>
                  <a:lnTo>
                    <a:pt x="101395" y="224900"/>
                  </a:lnTo>
                  <a:lnTo>
                    <a:pt x="101173" y="224765"/>
                  </a:lnTo>
                  <a:lnTo>
                    <a:pt x="99995" y="224687"/>
                  </a:lnTo>
                  <a:lnTo>
                    <a:pt x="99814" y="224662"/>
                  </a:lnTo>
                  <a:lnTo>
                    <a:pt x="99283" y="224734"/>
                  </a:lnTo>
                  <a:lnTo>
                    <a:pt x="98981" y="224906"/>
                  </a:lnTo>
                  <a:lnTo>
                    <a:pt x="98754" y="225035"/>
                  </a:lnTo>
                  <a:lnTo>
                    <a:pt x="98579" y="224981"/>
                  </a:lnTo>
                  <a:lnTo>
                    <a:pt x="98077" y="224747"/>
                  </a:lnTo>
                  <a:lnTo>
                    <a:pt x="97472" y="224515"/>
                  </a:lnTo>
                  <a:lnTo>
                    <a:pt x="97198" y="224250"/>
                  </a:lnTo>
                  <a:lnTo>
                    <a:pt x="97293" y="223898"/>
                  </a:lnTo>
                  <a:lnTo>
                    <a:pt x="98695" y="223186"/>
                  </a:lnTo>
                  <a:lnTo>
                    <a:pt x="98916" y="223066"/>
                  </a:lnTo>
                  <a:lnTo>
                    <a:pt x="99069" y="222882"/>
                  </a:lnTo>
                  <a:lnTo>
                    <a:pt x="99166" y="222638"/>
                  </a:lnTo>
                  <a:lnTo>
                    <a:pt x="99586" y="222407"/>
                  </a:lnTo>
                  <a:lnTo>
                    <a:pt x="100426" y="222145"/>
                  </a:lnTo>
                  <a:lnTo>
                    <a:pt x="100628" y="221968"/>
                  </a:lnTo>
                  <a:lnTo>
                    <a:pt x="101357" y="221131"/>
                  </a:lnTo>
                  <a:lnTo>
                    <a:pt x="101534" y="221061"/>
                  </a:lnTo>
                  <a:lnTo>
                    <a:pt x="101653" y="220822"/>
                  </a:lnTo>
                  <a:lnTo>
                    <a:pt x="101787" y="220607"/>
                  </a:lnTo>
                  <a:lnTo>
                    <a:pt x="102261" y="220475"/>
                  </a:lnTo>
                  <a:lnTo>
                    <a:pt x="102508" y="220488"/>
                  </a:lnTo>
                  <a:lnTo>
                    <a:pt x="102866" y="220454"/>
                  </a:lnTo>
                  <a:lnTo>
                    <a:pt x="103190" y="220337"/>
                  </a:lnTo>
                  <a:lnTo>
                    <a:pt x="103521" y="220346"/>
                  </a:lnTo>
                  <a:lnTo>
                    <a:pt x="103838" y="220329"/>
                  </a:lnTo>
                  <a:lnTo>
                    <a:pt x="104660" y="219959"/>
                  </a:lnTo>
                  <a:lnTo>
                    <a:pt x="104744" y="219802"/>
                  </a:lnTo>
                  <a:lnTo>
                    <a:pt x="105080" y="219605"/>
                  </a:lnTo>
                  <a:lnTo>
                    <a:pt x="105449" y="219437"/>
                  </a:lnTo>
                  <a:lnTo>
                    <a:pt x="105822" y="219113"/>
                  </a:lnTo>
                  <a:lnTo>
                    <a:pt x="106180" y="218749"/>
                  </a:lnTo>
                  <a:lnTo>
                    <a:pt x="106465" y="218528"/>
                  </a:lnTo>
                  <a:lnTo>
                    <a:pt x="106751" y="218380"/>
                  </a:lnTo>
                  <a:lnTo>
                    <a:pt x="106991" y="218277"/>
                  </a:lnTo>
                  <a:lnTo>
                    <a:pt x="107405" y="217684"/>
                  </a:lnTo>
                  <a:lnTo>
                    <a:pt x="107597" y="217484"/>
                  </a:lnTo>
                  <a:lnTo>
                    <a:pt x="107699" y="217228"/>
                  </a:lnTo>
                  <a:lnTo>
                    <a:pt x="108175" y="216588"/>
                  </a:lnTo>
                  <a:lnTo>
                    <a:pt x="108322" y="216305"/>
                  </a:lnTo>
                  <a:lnTo>
                    <a:pt x="109078" y="216286"/>
                  </a:lnTo>
                  <a:lnTo>
                    <a:pt x="109542" y="216002"/>
                  </a:lnTo>
                  <a:lnTo>
                    <a:pt x="109860" y="215777"/>
                  </a:lnTo>
                  <a:lnTo>
                    <a:pt x="110339" y="215321"/>
                  </a:lnTo>
                  <a:lnTo>
                    <a:pt x="110641" y="215029"/>
                  </a:lnTo>
                  <a:lnTo>
                    <a:pt x="111182" y="214758"/>
                  </a:lnTo>
                  <a:lnTo>
                    <a:pt x="111764" y="214531"/>
                  </a:lnTo>
                  <a:lnTo>
                    <a:pt x="111970" y="214459"/>
                  </a:lnTo>
                  <a:lnTo>
                    <a:pt x="112170" y="214389"/>
                  </a:lnTo>
                  <a:lnTo>
                    <a:pt x="112494" y="214213"/>
                  </a:lnTo>
                  <a:lnTo>
                    <a:pt x="112947" y="213472"/>
                  </a:lnTo>
                  <a:lnTo>
                    <a:pt x="113525" y="213024"/>
                  </a:lnTo>
                  <a:lnTo>
                    <a:pt x="113792" y="212822"/>
                  </a:lnTo>
                  <a:lnTo>
                    <a:pt x="113584" y="212334"/>
                  </a:lnTo>
                  <a:lnTo>
                    <a:pt x="113409" y="212242"/>
                  </a:lnTo>
                  <a:lnTo>
                    <a:pt x="113180" y="211838"/>
                  </a:lnTo>
                  <a:lnTo>
                    <a:pt x="113326" y="211635"/>
                  </a:lnTo>
                  <a:lnTo>
                    <a:pt x="113372" y="211070"/>
                  </a:lnTo>
                  <a:lnTo>
                    <a:pt x="113673" y="211013"/>
                  </a:lnTo>
                  <a:lnTo>
                    <a:pt x="114469" y="210593"/>
                  </a:lnTo>
                  <a:lnTo>
                    <a:pt x="115097" y="210407"/>
                  </a:lnTo>
                  <a:lnTo>
                    <a:pt x="115701" y="209734"/>
                  </a:lnTo>
                  <a:lnTo>
                    <a:pt x="115969" y="209386"/>
                  </a:lnTo>
                  <a:lnTo>
                    <a:pt x="116043" y="208947"/>
                  </a:lnTo>
                  <a:lnTo>
                    <a:pt x="116055" y="208630"/>
                  </a:lnTo>
                  <a:lnTo>
                    <a:pt x="116479" y="208075"/>
                  </a:lnTo>
                  <a:lnTo>
                    <a:pt x="116815" y="207732"/>
                  </a:lnTo>
                  <a:lnTo>
                    <a:pt x="116851" y="207530"/>
                  </a:lnTo>
                  <a:lnTo>
                    <a:pt x="117089" y="207075"/>
                  </a:lnTo>
                  <a:lnTo>
                    <a:pt x="117927" y="206423"/>
                  </a:lnTo>
                  <a:lnTo>
                    <a:pt x="118143" y="206381"/>
                  </a:lnTo>
                  <a:lnTo>
                    <a:pt x="118408" y="206330"/>
                  </a:lnTo>
                  <a:lnTo>
                    <a:pt x="118596" y="206295"/>
                  </a:lnTo>
                  <a:lnTo>
                    <a:pt x="118750" y="206288"/>
                  </a:lnTo>
                  <a:lnTo>
                    <a:pt x="119198" y="205984"/>
                  </a:lnTo>
                  <a:lnTo>
                    <a:pt x="119331" y="205885"/>
                  </a:lnTo>
                  <a:lnTo>
                    <a:pt x="119541" y="205738"/>
                  </a:lnTo>
                  <a:lnTo>
                    <a:pt x="119870" y="205641"/>
                  </a:lnTo>
                  <a:lnTo>
                    <a:pt x="120156" y="205570"/>
                  </a:lnTo>
                  <a:lnTo>
                    <a:pt x="120400" y="204822"/>
                  </a:lnTo>
                  <a:lnTo>
                    <a:pt x="120584" y="204631"/>
                  </a:lnTo>
                  <a:lnTo>
                    <a:pt x="120602" y="204440"/>
                  </a:lnTo>
                  <a:lnTo>
                    <a:pt x="121475" y="203586"/>
                  </a:lnTo>
                  <a:lnTo>
                    <a:pt x="120996" y="203280"/>
                  </a:lnTo>
                  <a:lnTo>
                    <a:pt x="120379" y="203037"/>
                  </a:lnTo>
                  <a:lnTo>
                    <a:pt x="120253" y="202771"/>
                  </a:lnTo>
                  <a:lnTo>
                    <a:pt x="119650" y="202340"/>
                  </a:lnTo>
                  <a:lnTo>
                    <a:pt x="119910" y="201664"/>
                  </a:lnTo>
                  <a:lnTo>
                    <a:pt x="119926" y="201301"/>
                  </a:lnTo>
                  <a:lnTo>
                    <a:pt x="120086" y="201168"/>
                  </a:lnTo>
                  <a:lnTo>
                    <a:pt x="119335" y="200733"/>
                  </a:lnTo>
                  <a:lnTo>
                    <a:pt x="119239" y="200393"/>
                  </a:lnTo>
                  <a:lnTo>
                    <a:pt x="119185" y="200159"/>
                  </a:lnTo>
                  <a:lnTo>
                    <a:pt x="118584" y="199858"/>
                  </a:lnTo>
                  <a:lnTo>
                    <a:pt x="118335" y="199955"/>
                  </a:lnTo>
                  <a:lnTo>
                    <a:pt x="118127" y="200029"/>
                  </a:lnTo>
                  <a:lnTo>
                    <a:pt x="117725" y="199991"/>
                  </a:lnTo>
                  <a:lnTo>
                    <a:pt x="117428" y="199834"/>
                  </a:lnTo>
                  <a:lnTo>
                    <a:pt x="117284" y="199696"/>
                  </a:lnTo>
                  <a:lnTo>
                    <a:pt x="116861" y="199434"/>
                  </a:lnTo>
                  <a:lnTo>
                    <a:pt x="116507" y="199317"/>
                  </a:lnTo>
                  <a:lnTo>
                    <a:pt x="116302" y="199222"/>
                  </a:lnTo>
                  <a:lnTo>
                    <a:pt x="115939" y="199133"/>
                  </a:lnTo>
                  <a:lnTo>
                    <a:pt x="115423" y="198890"/>
                  </a:lnTo>
                  <a:lnTo>
                    <a:pt x="115191" y="198614"/>
                  </a:lnTo>
                  <a:lnTo>
                    <a:pt x="115169" y="198476"/>
                  </a:lnTo>
                  <a:lnTo>
                    <a:pt x="115121" y="197879"/>
                  </a:lnTo>
                  <a:lnTo>
                    <a:pt x="115573" y="197774"/>
                  </a:lnTo>
                  <a:lnTo>
                    <a:pt x="116027" y="196528"/>
                  </a:lnTo>
                  <a:lnTo>
                    <a:pt x="115999" y="195830"/>
                  </a:lnTo>
                  <a:lnTo>
                    <a:pt x="115588" y="195580"/>
                  </a:lnTo>
                  <a:lnTo>
                    <a:pt x="115258" y="195358"/>
                  </a:lnTo>
                  <a:lnTo>
                    <a:pt x="114890" y="195049"/>
                  </a:lnTo>
                  <a:lnTo>
                    <a:pt x="114590" y="194985"/>
                  </a:lnTo>
                  <a:lnTo>
                    <a:pt x="114269" y="195010"/>
                  </a:lnTo>
                  <a:lnTo>
                    <a:pt x="113540" y="194988"/>
                  </a:lnTo>
                  <a:lnTo>
                    <a:pt x="112777" y="194158"/>
                  </a:lnTo>
                  <a:lnTo>
                    <a:pt x="112340" y="193786"/>
                  </a:lnTo>
                  <a:lnTo>
                    <a:pt x="111888" y="193359"/>
                  </a:lnTo>
                  <a:lnTo>
                    <a:pt x="111615" y="193426"/>
                  </a:lnTo>
                  <a:lnTo>
                    <a:pt x="110988" y="193148"/>
                  </a:lnTo>
                  <a:lnTo>
                    <a:pt x="110691" y="192968"/>
                  </a:lnTo>
                  <a:lnTo>
                    <a:pt x="110525" y="192770"/>
                  </a:lnTo>
                  <a:lnTo>
                    <a:pt x="109792" y="192434"/>
                  </a:lnTo>
                  <a:lnTo>
                    <a:pt x="109425" y="192250"/>
                  </a:lnTo>
                  <a:lnTo>
                    <a:pt x="109308" y="192034"/>
                  </a:lnTo>
                  <a:lnTo>
                    <a:pt x="109250" y="191683"/>
                  </a:lnTo>
                  <a:lnTo>
                    <a:pt x="110869" y="191381"/>
                  </a:lnTo>
                  <a:lnTo>
                    <a:pt x="111009" y="191358"/>
                  </a:lnTo>
                  <a:lnTo>
                    <a:pt x="111364" y="191305"/>
                  </a:lnTo>
                  <a:lnTo>
                    <a:pt x="111864" y="191173"/>
                  </a:lnTo>
                  <a:lnTo>
                    <a:pt x="112313" y="191076"/>
                  </a:lnTo>
                  <a:lnTo>
                    <a:pt x="112622" y="190990"/>
                  </a:lnTo>
                  <a:lnTo>
                    <a:pt x="112895" y="190886"/>
                  </a:lnTo>
                  <a:lnTo>
                    <a:pt x="116991" y="189200"/>
                  </a:lnTo>
                  <a:lnTo>
                    <a:pt x="117571" y="189301"/>
                  </a:lnTo>
                  <a:lnTo>
                    <a:pt x="117750" y="189346"/>
                  </a:lnTo>
                  <a:lnTo>
                    <a:pt x="118045" y="189401"/>
                  </a:lnTo>
                  <a:lnTo>
                    <a:pt x="119681" y="189016"/>
                  </a:lnTo>
                  <a:lnTo>
                    <a:pt x="120184" y="188791"/>
                  </a:lnTo>
                  <a:lnTo>
                    <a:pt x="120454" y="188679"/>
                  </a:lnTo>
                  <a:lnTo>
                    <a:pt x="123972" y="187679"/>
                  </a:lnTo>
                  <a:lnTo>
                    <a:pt x="124224" y="187757"/>
                  </a:lnTo>
                  <a:lnTo>
                    <a:pt x="124405" y="187800"/>
                  </a:lnTo>
                  <a:lnTo>
                    <a:pt x="126164" y="187654"/>
                  </a:lnTo>
                  <a:lnTo>
                    <a:pt x="126796" y="187553"/>
                  </a:lnTo>
                  <a:lnTo>
                    <a:pt x="126974" y="187532"/>
                  </a:lnTo>
                  <a:lnTo>
                    <a:pt x="128375" y="187544"/>
                  </a:lnTo>
                  <a:lnTo>
                    <a:pt x="129798" y="187744"/>
                  </a:lnTo>
                  <a:lnTo>
                    <a:pt x="130206" y="187804"/>
                  </a:lnTo>
                  <a:lnTo>
                    <a:pt x="130865" y="187899"/>
                  </a:lnTo>
                  <a:lnTo>
                    <a:pt x="131111" y="187917"/>
                  </a:lnTo>
                  <a:lnTo>
                    <a:pt x="131673" y="187922"/>
                  </a:lnTo>
                  <a:lnTo>
                    <a:pt x="131891" y="187905"/>
                  </a:lnTo>
                  <a:lnTo>
                    <a:pt x="132058" y="187896"/>
                  </a:lnTo>
                  <a:lnTo>
                    <a:pt x="132535" y="187778"/>
                  </a:lnTo>
                  <a:lnTo>
                    <a:pt x="134817" y="185772"/>
                  </a:lnTo>
                  <a:lnTo>
                    <a:pt x="135016" y="185693"/>
                  </a:lnTo>
                  <a:lnTo>
                    <a:pt x="135208" y="185683"/>
                  </a:lnTo>
                  <a:lnTo>
                    <a:pt x="135398" y="185708"/>
                  </a:lnTo>
                  <a:lnTo>
                    <a:pt x="135678" y="185751"/>
                  </a:lnTo>
                  <a:lnTo>
                    <a:pt x="135902" y="185800"/>
                  </a:lnTo>
                  <a:lnTo>
                    <a:pt x="136454" y="185998"/>
                  </a:lnTo>
                  <a:lnTo>
                    <a:pt x="140313" y="184909"/>
                  </a:lnTo>
                  <a:lnTo>
                    <a:pt x="140745" y="184534"/>
                  </a:lnTo>
                  <a:lnTo>
                    <a:pt x="140918" y="184487"/>
                  </a:lnTo>
                  <a:lnTo>
                    <a:pt x="141511" y="184405"/>
                  </a:lnTo>
                  <a:lnTo>
                    <a:pt x="142175" y="184438"/>
                  </a:lnTo>
                  <a:lnTo>
                    <a:pt x="142317" y="184598"/>
                  </a:lnTo>
                  <a:lnTo>
                    <a:pt x="142425" y="184771"/>
                  </a:lnTo>
                  <a:lnTo>
                    <a:pt x="142981" y="185770"/>
                  </a:lnTo>
                  <a:lnTo>
                    <a:pt x="143327" y="185986"/>
                  </a:lnTo>
                  <a:lnTo>
                    <a:pt x="143841" y="186225"/>
                  </a:lnTo>
                  <a:lnTo>
                    <a:pt x="146157" y="186911"/>
                  </a:lnTo>
                  <a:lnTo>
                    <a:pt x="146332" y="186861"/>
                  </a:lnTo>
                  <a:lnTo>
                    <a:pt x="146629" y="186734"/>
                  </a:lnTo>
                  <a:lnTo>
                    <a:pt x="146780" y="186652"/>
                  </a:lnTo>
                  <a:lnTo>
                    <a:pt x="147100" y="186455"/>
                  </a:lnTo>
                  <a:lnTo>
                    <a:pt x="147255" y="186381"/>
                  </a:lnTo>
                  <a:lnTo>
                    <a:pt x="147395" y="186328"/>
                  </a:lnTo>
                  <a:lnTo>
                    <a:pt x="147732" y="186300"/>
                  </a:lnTo>
                  <a:lnTo>
                    <a:pt x="147995" y="186356"/>
                  </a:lnTo>
                  <a:lnTo>
                    <a:pt x="148413" y="186462"/>
                  </a:lnTo>
                  <a:lnTo>
                    <a:pt x="149230" y="186563"/>
                  </a:lnTo>
                  <a:lnTo>
                    <a:pt x="149361" y="186540"/>
                  </a:lnTo>
                  <a:lnTo>
                    <a:pt x="149533" y="186490"/>
                  </a:lnTo>
                  <a:lnTo>
                    <a:pt x="149686" y="186440"/>
                  </a:lnTo>
                  <a:lnTo>
                    <a:pt x="151739" y="186058"/>
                  </a:lnTo>
                  <a:lnTo>
                    <a:pt x="152069" y="186061"/>
                  </a:lnTo>
                  <a:lnTo>
                    <a:pt x="152207" y="186058"/>
                  </a:lnTo>
                  <a:lnTo>
                    <a:pt x="153822" y="186233"/>
                  </a:lnTo>
                  <a:lnTo>
                    <a:pt x="154837" y="186264"/>
                  </a:lnTo>
                  <a:lnTo>
                    <a:pt x="155440" y="186251"/>
                  </a:lnTo>
                  <a:lnTo>
                    <a:pt x="156177" y="186183"/>
                  </a:lnTo>
                  <a:lnTo>
                    <a:pt x="157039" y="186117"/>
                  </a:lnTo>
                  <a:lnTo>
                    <a:pt x="157489" y="186090"/>
                  </a:lnTo>
                  <a:lnTo>
                    <a:pt x="158434" y="186181"/>
                  </a:lnTo>
                  <a:lnTo>
                    <a:pt x="159867" y="186307"/>
                  </a:lnTo>
                  <a:lnTo>
                    <a:pt x="160178" y="186369"/>
                  </a:lnTo>
                  <a:lnTo>
                    <a:pt x="161536" y="186311"/>
                  </a:lnTo>
                  <a:lnTo>
                    <a:pt x="162229" y="186195"/>
                  </a:lnTo>
                  <a:lnTo>
                    <a:pt x="163013" y="186071"/>
                  </a:lnTo>
                  <a:lnTo>
                    <a:pt x="163335" y="185985"/>
                  </a:lnTo>
                  <a:lnTo>
                    <a:pt x="163674" y="185867"/>
                  </a:lnTo>
                  <a:lnTo>
                    <a:pt x="163913" y="185773"/>
                  </a:lnTo>
                  <a:lnTo>
                    <a:pt x="164171" y="185632"/>
                  </a:lnTo>
                  <a:lnTo>
                    <a:pt x="164358" y="185559"/>
                  </a:lnTo>
                  <a:lnTo>
                    <a:pt x="165091" y="185276"/>
                  </a:lnTo>
                  <a:lnTo>
                    <a:pt x="166407" y="184930"/>
                  </a:lnTo>
                  <a:lnTo>
                    <a:pt x="169231" y="184181"/>
                  </a:lnTo>
                  <a:lnTo>
                    <a:pt x="169450" y="184145"/>
                  </a:lnTo>
                  <a:lnTo>
                    <a:pt x="170003" y="184115"/>
                  </a:lnTo>
                  <a:lnTo>
                    <a:pt x="171654" y="184421"/>
                  </a:lnTo>
                  <a:lnTo>
                    <a:pt x="173213" y="184370"/>
                  </a:lnTo>
                  <a:lnTo>
                    <a:pt x="173917" y="183972"/>
                  </a:lnTo>
                  <a:lnTo>
                    <a:pt x="174359" y="183577"/>
                  </a:lnTo>
                  <a:lnTo>
                    <a:pt x="175888" y="182313"/>
                  </a:lnTo>
                  <a:lnTo>
                    <a:pt x="176132" y="182180"/>
                  </a:lnTo>
                  <a:lnTo>
                    <a:pt x="176630" y="181995"/>
                  </a:lnTo>
                  <a:lnTo>
                    <a:pt x="177220" y="181821"/>
                  </a:lnTo>
                  <a:lnTo>
                    <a:pt x="177541" y="181747"/>
                  </a:lnTo>
                  <a:lnTo>
                    <a:pt x="177802" y="181760"/>
                  </a:lnTo>
                  <a:lnTo>
                    <a:pt x="178063" y="181774"/>
                  </a:lnTo>
                  <a:lnTo>
                    <a:pt x="178194" y="181787"/>
                  </a:lnTo>
                  <a:lnTo>
                    <a:pt x="178496" y="181816"/>
                  </a:lnTo>
                  <a:lnTo>
                    <a:pt x="178889" y="181876"/>
                  </a:lnTo>
                  <a:lnTo>
                    <a:pt x="179098" y="181958"/>
                  </a:lnTo>
                  <a:lnTo>
                    <a:pt x="179322" y="182044"/>
                  </a:lnTo>
                  <a:lnTo>
                    <a:pt x="180101" y="182285"/>
                  </a:lnTo>
                  <a:lnTo>
                    <a:pt x="180948" y="182606"/>
                  </a:lnTo>
                  <a:lnTo>
                    <a:pt x="181571" y="182740"/>
                  </a:lnTo>
                  <a:lnTo>
                    <a:pt x="182160" y="182803"/>
                  </a:lnTo>
                  <a:close/>
                </a:path>
              </a:pathLst>
            </a:custGeom>
            <a:solidFill>
              <a:srgbClr val="FEA166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6796428" y="1383178"/>
              <a:ext cx="294606" cy="401060"/>
            </a:xfrm>
            <a:custGeom>
              <a:avLst/>
              <a:pathLst>
                <a:path w="294606" h="401060">
                  <a:moveTo>
                    <a:pt x="182879" y="182880"/>
                  </a:moveTo>
                  <a:lnTo>
                    <a:pt x="183015" y="183152"/>
                  </a:lnTo>
                  <a:lnTo>
                    <a:pt x="183175" y="183299"/>
                  </a:lnTo>
                  <a:lnTo>
                    <a:pt x="183814" y="183578"/>
                  </a:lnTo>
                  <a:lnTo>
                    <a:pt x="184093" y="183569"/>
                  </a:lnTo>
                  <a:lnTo>
                    <a:pt x="184564" y="183806"/>
                  </a:lnTo>
                  <a:lnTo>
                    <a:pt x="184789" y="184060"/>
                  </a:lnTo>
                  <a:lnTo>
                    <a:pt x="185158" y="184352"/>
                  </a:lnTo>
                  <a:lnTo>
                    <a:pt x="185402" y="184394"/>
                  </a:lnTo>
                  <a:lnTo>
                    <a:pt x="185573" y="184316"/>
                  </a:lnTo>
                  <a:lnTo>
                    <a:pt x="185915" y="184247"/>
                  </a:lnTo>
                  <a:lnTo>
                    <a:pt x="186316" y="184290"/>
                  </a:lnTo>
                  <a:lnTo>
                    <a:pt x="186892" y="184280"/>
                  </a:lnTo>
                  <a:lnTo>
                    <a:pt x="186502" y="184016"/>
                  </a:lnTo>
                  <a:lnTo>
                    <a:pt x="186489" y="183746"/>
                  </a:lnTo>
                  <a:lnTo>
                    <a:pt x="186628" y="183542"/>
                  </a:lnTo>
                  <a:lnTo>
                    <a:pt x="186847" y="183495"/>
                  </a:lnTo>
                  <a:lnTo>
                    <a:pt x="186993" y="183463"/>
                  </a:lnTo>
                  <a:lnTo>
                    <a:pt x="187231" y="183450"/>
                  </a:lnTo>
                  <a:lnTo>
                    <a:pt x="187764" y="183378"/>
                  </a:lnTo>
                  <a:lnTo>
                    <a:pt x="187986" y="183467"/>
                  </a:lnTo>
                  <a:lnTo>
                    <a:pt x="188139" y="183717"/>
                  </a:lnTo>
                  <a:lnTo>
                    <a:pt x="188773" y="184782"/>
                  </a:lnTo>
                  <a:lnTo>
                    <a:pt x="188860" y="185116"/>
                  </a:lnTo>
                  <a:lnTo>
                    <a:pt x="189074" y="185096"/>
                  </a:lnTo>
                  <a:lnTo>
                    <a:pt x="189691" y="184865"/>
                  </a:lnTo>
                  <a:lnTo>
                    <a:pt x="189799" y="184701"/>
                  </a:lnTo>
                  <a:lnTo>
                    <a:pt x="189819" y="184445"/>
                  </a:lnTo>
                  <a:lnTo>
                    <a:pt x="189786" y="184169"/>
                  </a:lnTo>
                  <a:lnTo>
                    <a:pt x="189947" y="184076"/>
                  </a:lnTo>
                  <a:lnTo>
                    <a:pt x="190085" y="184056"/>
                  </a:lnTo>
                  <a:lnTo>
                    <a:pt x="190278" y="184106"/>
                  </a:lnTo>
                  <a:lnTo>
                    <a:pt x="190710" y="184092"/>
                  </a:lnTo>
                  <a:lnTo>
                    <a:pt x="190677" y="183963"/>
                  </a:lnTo>
                  <a:lnTo>
                    <a:pt x="190530" y="183715"/>
                  </a:lnTo>
                  <a:lnTo>
                    <a:pt x="190184" y="183480"/>
                  </a:lnTo>
                  <a:lnTo>
                    <a:pt x="190421" y="183164"/>
                  </a:lnTo>
                  <a:lnTo>
                    <a:pt x="190657" y="183222"/>
                  </a:lnTo>
                  <a:lnTo>
                    <a:pt x="190927" y="183433"/>
                  </a:lnTo>
                  <a:lnTo>
                    <a:pt x="191377" y="184274"/>
                  </a:lnTo>
                  <a:lnTo>
                    <a:pt x="191556" y="184806"/>
                  </a:lnTo>
                  <a:lnTo>
                    <a:pt x="191863" y="185079"/>
                  </a:lnTo>
                  <a:lnTo>
                    <a:pt x="192092" y="185085"/>
                  </a:lnTo>
                  <a:lnTo>
                    <a:pt x="192394" y="184206"/>
                  </a:lnTo>
                  <a:lnTo>
                    <a:pt x="192096" y="183865"/>
                  </a:lnTo>
                  <a:lnTo>
                    <a:pt x="191798" y="183796"/>
                  </a:lnTo>
                  <a:lnTo>
                    <a:pt x="191473" y="183724"/>
                  </a:lnTo>
                  <a:lnTo>
                    <a:pt x="191434" y="183310"/>
                  </a:lnTo>
                  <a:lnTo>
                    <a:pt x="191886" y="183257"/>
                  </a:lnTo>
                  <a:lnTo>
                    <a:pt x="192239" y="183475"/>
                  </a:lnTo>
                  <a:lnTo>
                    <a:pt x="192361" y="183615"/>
                  </a:lnTo>
                  <a:lnTo>
                    <a:pt x="192699" y="183887"/>
                  </a:lnTo>
                  <a:lnTo>
                    <a:pt x="192873" y="183711"/>
                  </a:lnTo>
                  <a:lnTo>
                    <a:pt x="192878" y="183450"/>
                  </a:lnTo>
                  <a:lnTo>
                    <a:pt x="193250" y="183343"/>
                  </a:lnTo>
                  <a:lnTo>
                    <a:pt x="193573" y="183970"/>
                  </a:lnTo>
                  <a:lnTo>
                    <a:pt x="193515" y="184573"/>
                  </a:lnTo>
                  <a:lnTo>
                    <a:pt x="194084" y="184595"/>
                  </a:lnTo>
                  <a:lnTo>
                    <a:pt x="194317" y="184425"/>
                  </a:lnTo>
                  <a:lnTo>
                    <a:pt x="194611" y="184673"/>
                  </a:lnTo>
                  <a:lnTo>
                    <a:pt x="194490" y="185180"/>
                  </a:lnTo>
                  <a:lnTo>
                    <a:pt x="194155" y="185334"/>
                  </a:lnTo>
                  <a:lnTo>
                    <a:pt x="194008" y="185512"/>
                  </a:lnTo>
                  <a:lnTo>
                    <a:pt x="193764" y="185578"/>
                  </a:lnTo>
                  <a:lnTo>
                    <a:pt x="194190" y="186008"/>
                  </a:lnTo>
                  <a:lnTo>
                    <a:pt x="194393" y="186227"/>
                  </a:lnTo>
                  <a:lnTo>
                    <a:pt x="194520" y="186372"/>
                  </a:lnTo>
                  <a:lnTo>
                    <a:pt x="194576" y="186556"/>
                  </a:lnTo>
                  <a:lnTo>
                    <a:pt x="194722" y="186906"/>
                  </a:lnTo>
                  <a:lnTo>
                    <a:pt x="195598" y="187066"/>
                  </a:lnTo>
                  <a:lnTo>
                    <a:pt x="195815" y="186814"/>
                  </a:lnTo>
                  <a:lnTo>
                    <a:pt x="196043" y="186814"/>
                  </a:lnTo>
                  <a:lnTo>
                    <a:pt x="196251" y="186854"/>
                  </a:lnTo>
                  <a:lnTo>
                    <a:pt x="197007" y="186948"/>
                  </a:lnTo>
                  <a:lnTo>
                    <a:pt x="197231" y="186773"/>
                  </a:lnTo>
                  <a:lnTo>
                    <a:pt x="197371" y="186555"/>
                  </a:lnTo>
                  <a:lnTo>
                    <a:pt x="197605" y="186656"/>
                  </a:lnTo>
                  <a:lnTo>
                    <a:pt x="197901" y="186850"/>
                  </a:lnTo>
                  <a:lnTo>
                    <a:pt x="198260" y="187071"/>
                  </a:lnTo>
                  <a:lnTo>
                    <a:pt x="198517" y="187197"/>
                  </a:lnTo>
                  <a:lnTo>
                    <a:pt x="198763" y="187073"/>
                  </a:lnTo>
                  <a:lnTo>
                    <a:pt x="199125" y="187378"/>
                  </a:lnTo>
                  <a:lnTo>
                    <a:pt x="198996" y="187751"/>
                  </a:lnTo>
                  <a:lnTo>
                    <a:pt x="198903" y="188221"/>
                  </a:lnTo>
                  <a:lnTo>
                    <a:pt x="199195" y="188274"/>
                  </a:lnTo>
                  <a:lnTo>
                    <a:pt x="199582" y="188052"/>
                  </a:lnTo>
                  <a:lnTo>
                    <a:pt x="200150" y="188131"/>
                  </a:lnTo>
                  <a:lnTo>
                    <a:pt x="200227" y="187548"/>
                  </a:lnTo>
                  <a:lnTo>
                    <a:pt x="200369" y="187143"/>
                  </a:lnTo>
                  <a:lnTo>
                    <a:pt x="200638" y="186943"/>
                  </a:lnTo>
                  <a:lnTo>
                    <a:pt x="201297" y="187468"/>
                  </a:lnTo>
                  <a:lnTo>
                    <a:pt x="201507" y="187852"/>
                  </a:lnTo>
                  <a:lnTo>
                    <a:pt x="201668" y="187882"/>
                  </a:lnTo>
                  <a:lnTo>
                    <a:pt x="202040" y="187556"/>
                  </a:lnTo>
                  <a:lnTo>
                    <a:pt x="202294" y="187465"/>
                  </a:lnTo>
                  <a:lnTo>
                    <a:pt x="202437" y="187430"/>
                  </a:lnTo>
                  <a:lnTo>
                    <a:pt x="202588" y="187507"/>
                  </a:lnTo>
                  <a:lnTo>
                    <a:pt x="202781" y="187597"/>
                  </a:lnTo>
                  <a:lnTo>
                    <a:pt x="202935" y="187669"/>
                  </a:lnTo>
                  <a:lnTo>
                    <a:pt x="203066" y="187730"/>
                  </a:lnTo>
                  <a:lnTo>
                    <a:pt x="203524" y="188070"/>
                  </a:lnTo>
                  <a:lnTo>
                    <a:pt x="203876" y="188119"/>
                  </a:lnTo>
                  <a:lnTo>
                    <a:pt x="204585" y="187878"/>
                  </a:lnTo>
                  <a:lnTo>
                    <a:pt x="204814" y="188010"/>
                  </a:lnTo>
                  <a:lnTo>
                    <a:pt x="204985" y="188023"/>
                  </a:lnTo>
                  <a:lnTo>
                    <a:pt x="204997" y="187892"/>
                  </a:lnTo>
                  <a:lnTo>
                    <a:pt x="205019" y="187684"/>
                  </a:lnTo>
                  <a:lnTo>
                    <a:pt x="205323" y="187665"/>
                  </a:lnTo>
                  <a:lnTo>
                    <a:pt x="205632" y="187690"/>
                  </a:lnTo>
                  <a:lnTo>
                    <a:pt x="205694" y="187825"/>
                  </a:lnTo>
                  <a:lnTo>
                    <a:pt x="205690" y="187980"/>
                  </a:lnTo>
                  <a:lnTo>
                    <a:pt x="206007" y="188342"/>
                  </a:lnTo>
                  <a:lnTo>
                    <a:pt x="206044" y="188503"/>
                  </a:lnTo>
                  <a:lnTo>
                    <a:pt x="206065" y="188654"/>
                  </a:lnTo>
                  <a:lnTo>
                    <a:pt x="206084" y="188826"/>
                  </a:lnTo>
                  <a:lnTo>
                    <a:pt x="206342" y="188842"/>
                  </a:lnTo>
                  <a:lnTo>
                    <a:pt x="206504" y="188854"/>
                  </a:lnTo>
                  <a:lnTo>
                    <a:pt x="206547" y="189043"/>
                  </a:lnTo>
                  <a:lnTo>
                    <a:pt x="206820" y="189062"/>
                  </a:lnTo>
                  <a:lnTo>
                    <a:pt x="207030" y="189178"/>
                  </a:lnTo>
                  <a:lnTo>
                    <a:pt x="207161" y="189191"/>
                  </a:lnTo>
                  <a:lnTo>
                    <a:pt x="207699" y="189153"/>
                  </a:lnTo>
                  <a:lnTo>
                    <a:pt x="207712" y="188840"/>
                  </a:lnTo>
                  <a:lnTo>
                    <a:pt x="208110" y="188935"/>
                  </a:lnTo>
                  <a:lnTo>
                    <a:pt x="208263" y="189130"/>
                  </a:lnTo>
                  <a:lnTo>
                    <a:pt x="208253" y="189409"/>
                  </a:lnTo>
                  <a:lnTo>
                    <a:pt x="208202" y="189675"/>
                  </a:lnTo>
                  <a:lnTo>
                    <a:pt x="208311" y="189853"/>
                  </a:lnTo>
                  <a:lnTo>
                    <a:pt x="208741" y="189881"/>
                  </a:lnTo>
                  <a:lnTo>
                    <a:pt x="209095" y="190219"/>
                  </a:lnTo>
                  <a:lnTo>
                    <a:pt x="209242" y="190061"/>
                  </a:lnTo>
                  <a:lnTo>
                    <a:pt x="209345" y="189916"/>
                  </a:lnTo>
                  <a:lnTo>
                    <a:pt x="209575" y="189829"/>
                  </a:lnTo>
                  <a:lnTo>
                    <a:pt x="209804" y="189816"/>
                  </a:lnTo>
                  <a:lnTo>
                    <a:pt x="210008" y="189878"/>
                  </a:lnTo>
                  <a:lnTo>
                    <a:pt x="210114" y="190152"/>
                  </a:lnTo>
                  <a:lnTo>
                    <a:pt x="210213" y="190482"/>
                  </a:lnTo>
                  <a:lnTo>
                    <a:pt x="210471" y="190515"/>
                  </a:lnTo>
                  <a:lnTo>
                    <a:pt x="210455" y="190660"/>
                  </a:lnTo>
                  <a:lnTo>
                    <a:pt x="211196" y="191082"/>
                  </a:lnTo>
                  <a:lnTo>
                    <a:pt x="211353" y="191086"/>
                  </a:lnTo>
                  <a:lnTo>
                    <a:pt x="211705" y="191147"/>
                  </a:lnTo>
                  <a:lnTo>
                    <a:pt x="212085" y="191616"/>
                  </a:lnTo>
                  <a:lnTo>
                    <a:pt x="212274" y="191479"/>
                  </a:lnTo>
                  <a:lnTo>
                    <a:pt x="212823" y="191531"/>
                  </a:lnTo>
                  <a:lnTo>
                    <a:pt x="212834" y="191780"/>
                  </a:lnTo>
                  <a:lnTo>
                    <a:pt x="213121" y="191787"/>
                  </a:lnTo>
                  <a:lnTo>
                    <a:pt x="213344" y="192042"/>
                  </a:lnTo>
                  <a:lnTo>
                    <a:pt x="214251" y="192211"/>
                  </a:lnTo>
                  <a:lnTo>
                    <a:pt x="214391" y="192503"/>
                  </a:lnTo>
                  <a:lnTo>
                    <a:pt x="214537" y="192606"/>
                  </a:lnTo>
                  <a:lnTo>
                    <a:pt x="214672" y="192623"/>
                  </a:lnTo>
                  <a:lnTo>
                    <a:pt x="214827" y="192666"/>
                  </a:lnTo>
                  <a:lnTo>
                    <a:pt x="214877" y="193261"/>
                  </a:lnTo>
                  <a:lnTo>
                    <a:pt x="214677" y="193608"/>
                  </a:lnTo>
                  <a:lnTo>
                    <a:pt x="215134" y="193579"/>
                  </a:lnTo>
                  <a:lnTo>
                    <a:pt x="215470" y="193525"/>
                  </a:lnTo>
                  <a:lnTo>
                    <a:pt x="215928" y="193256"/>
                  </a:lnTo>
                  <a:lnTo>
                    <a:pt x="216058" y="193268"/>
                  </a:lnTo>
                  <a:lnTo>
                    <a:pt x="216235" y="193470"/>
                  </a:lnTo>
                  <a:lnTo>
                    <a:pt x="216372" y="193494"/>
                  </a:lnTo>
                  <a:lnTo>
                    <a:pt x="216670" y="193285"/>
                  </a:lnTo>
                  <a:lnTo>
                    <a:pt x="216886" y="193253"/>
                  </a:lnTo>
                  <a:lnTo>
                    <a:pt x="216918" y="193126"/>
                  </a:lnTo>
                  <a:lnTo>
                    <a:pt x="217174" y="192863"/>
                  </a:lnTo>
                  <a:lnTo>
                    <a:pt x="217307" y="192858"/>
                  </a:lnTo>
                  <a:lnTo>
                    <a:pt x="217785" y="192746"/>
                  </a:lnTo>
                  <a:lnTo>
                    <a:pt x="217928" y="192753"/>
                  </a:lnTo>
                  <a:lnTo>
                    <a:pt x="218470" y="192785"/>
                  </a:lnTo>
                  <a:lnTo>
                    <a:pt x="218853" y="192813"/>
                  </a:lnTo>
                  <a:lnTo>
                    <a:pt x="219045" y="192482"/>
                  </a:lnTo>
                  <a:lnTo>
                    <a:pt x="219401" y="192476"/>
                  </a:lnTo>
                  <a:lnTo>
                    <a:pt x="219536" y="192489"/>
                  </a:lnTo>
                  <a:lnTo>
                    <a:pt x="219836" y="192674"/>
                  </a:lnTo>
                  <a:lnTo>
                    <a:pt x="220139" y="192726"/>
                  </a:lnTo>
                  <a:lnTo>
                    <a:pt x="220664" y="192066"/>
                  </a:lnTo>
                  <a:lnTo>
                    <a:pt x="221217" y="192282"/>
                  </a:lnTo>
                  <a:lnTo>
                    <a:pt x="221285" y="192681"/>
                  </a:lnTo>
                  <a:lnTo>
                    <a:pt x="221325" y="192814"/>
                  </a:lnTo>
                  <a:lnTo>
                    <a:pt x="221562" y="192874"/>
                  </a:lnTo>
                  <a:lnTo>
                    <a:pt x="221766" y="192982"/>
                  </a:lnTo>
                  <a:lnTo>
                    <a:pt x="221863" y="193123"/>
                  </a:lnTo>
                  <a:lnTo>
                    <a:pt x="221848" y="193395"/>
                  </a:lnTo>
                  <a:lnTo>
                    <a:pt x="222101" y="193437"/>
                  </a:lnTo>
                  <a:lnTo>
                    <a:pt x="222136" y="193258"/>
                  </a:lnTo>
                  <a:lnTo>
                    <a:pt x="222345" y="193280"/>
                  </a:lnTo>
                  <a:lnTo>
                    <a:pt x="222371" y="193056"/>
                  </a:lnTo>
                  <a:lnTo>
                    <a:pt x="222517" y="193045"/>
                  </a:lnTo>
                  <a:lnTo>
                    <a:pt x="222723" y="193063"/>
                  </a:lnTo>
                  <a:lnTo>
                    <a:pt x="223404" y="193237"/>
                  </a:lnTo>
                  <a:lnTo>
                    <a:pt x="223587" y="193289"/>
                  </a:lnTo>
                  <a:lnTo>
                    <a:pt x="223761" y="193316"/>
                  </a:lnTo>
                  <a:lnTo>
                    <a:pt x="223952" y="193424"/>
                  </a:lnTo>
                  <a:lnTo>
                    <a:pt x="224252" y="193426"/>
                  </a:lnTo>
                  <a:lnTo>
                    <a:pt x="224383" y="193320"/>
                  </a:lnTo>
                  <a:lnTo>
                    <a:pt x="224417" y="193177"/>
                  </a:lnTo>
                  <a:lnTo>
                    <a:pt x="224591" y="193150"/>
                  </a:lnTo>
                  <a:lnTo>
                    <a:pt x="224804" y="193136"/>
                  </a:lnTo>
                  <a:lnTo>
                    <a:pt x="224994" y="193268"/>
                  </a:lnTo>
                  <a:lnTo>
                    <a:pt x="225133" y="193290"/>
                  </a:lnTo>
                  <a:lnTo>
                    <a:pt x="225419" y="193289"/>
                  </a:lnTo>
                  <a:lnTo>
                    <a:pt x="225389" y="192874"/>
                  </a:lnTo>
                  <a:lnTo>
                    <a:pt x="225464" y="192562"/>
                  </a:lnTo>
                  <a:lnTo>
                    <a:pt x="225832" y="192522"/>
                  </a:lnTo>
                  <a:lnTo>
                    <a:pt x="226415" y="192526"/>
                  </a:lnTo>
                  <a:lnTo>
                    <a:pt x="226811" y="192749"/>
                  </a:lnTo>
                  <a:lnTo>
                    <a:pt x="226984" y="192767"/>
                  </a:lnTo>
                  <a:lnTo>
                    <a:pt x="227364" y="192704"/>
                  </a:lnTo>
                  <a:lnTo>
                    <a:pt x="227542" y="192731"/>
                  </a:lnTo>
                  <a:lnTo>
                    <a:pt x="227496" y="192998"/>
                  </a:lnTo>
                  <a:lnTo>
                    <a:pt x="227422" y="193275"/>
                  </a:lnTo>
                  <a:lnTo>
                    <a:pt x="227323" y="193752"/>
                  </a:lnTo>
                  <a:lnTo>
                    <a:pt x="227672" y="194244"/>
                  </a:lnTo>
                  <a:lnTo>
                    <a:pt x="228083" y="194784"/>
                  </a:lnTo>
                  <a:lnTo>
                    <a:pt x="228081" y="195075"/>
                  </a:lnTo>
                  <a:lnTo>
                    <a:pt x="227917" y="195618"/>
                  </a:lnTo>
                  <a:lnTo>
                    <a:pt x="227620" y="195993"/>
                  </a:lnTo>
                  <a:lnTo>
                    <a:pt x="227552" y="196198"/>
                  </a:lnTo>
                  <a:lnTo>
                    <a:pt x="227714" y="196242"/>
                  </a:lnTo>
                  <a:lnTo>
                    <a:pt x="227720" y="196508"/>
                  </a:lnTo>
                  <a:lnTo>
                    <a:pt x="228046" y="196414"/>
                  </a:lnTo>
                  <a:lnTo>
                    <a:pt x="228199" y="196270"/>
                  </a:lnTo>
                  <a:lnTo>
                    <a:pt x="228444" y="196372"/>
                  </a:lnTo>
                  <a:lnTo>
                    <a:pt x="228897" y="196043"/>
                  </a:lnTo>
                  <a:lnTo>
                    <a:pt x="229150" y="195916"/>
                  </a:lnTo>
                  <a:lnTo>
                    <a:pt x="230063" y="195951"/>
                  </a:lnTo>
                  <a:lnTo>
                    <a:pt x="230508" y="196195"/>
                  </a:lnTo>
                  <a:lnTo>
                    <a:pt x="230708" y="196106"/>
                  </a:lnTo>
                  <a:lnTo>
                    <a:pt x="231010" y="195954"/>
                  </a:lnTo>
                  <a:lnTo>
                    <a:pt x="231239" y="195769"/>
                  </a:lnTo>
                  <a:lnTo>
                    <a:pt x="231281" y="195377"/>
                  </a:lnTo>
                  <a:lnTo>
                    <a:pt x="232096" y="194537"/>
                  </a:lnTo>
                  <a:lnTo>
                    <a:pt x="232371" y="194546"/>
                  </a:lnTo>
                  <a:lnTo>
                    <a:pt x="232417" y="194191"/>
                  </a:lnTo>
                  <a:lnTo>
                    <a:pt x="232833" y="193789"/>
                  </a:lnTo>
                  <a:lnTo>
                    <a:pt x="232754" y="193514"/>
                  </a:lnTo>
                  <a:lnTo>
                    <a:pt x="232577" y="193365"/>
                  </a:lnTo>
                  <a:lnTo>
                    <a:pt x="232758" y="193066"/>
                  </a:lnTo>
                  <a:lnTo>
                    <a:pt x="232857" y="192664"/>
                  </a:lnTo>
                  <a:lnTo>
                    <a:pt x="232660" y="192178"/>
                  </a:lnTo>
                  <a:lnTo>
                    <a:pt x="232637" y="192044"/>
                  </a:lnTo>
                  <a:lnTo>
                    <a:pt x="232800" y="191753"/>
                  </a:lnTo>
                  <a:lnTo>
                    <a:pt x="232900" y="191891"/>
                  </a:lnTo>
                  <a:lnTo>
                    <a:pt x="233117" y="191339"/>
                  </a:lnTo>
                  <a:lnTo>
                    <a:pt x="233196" y="191039"/>
                  </a:lnTo>
                  <a:lnTo>
                    <a:pt x="234015" y="191189"/>
                  </a:lnTo>
                  <a:lnTo>
                    <a:pt x="234217" y="191253"/>
                  </a:lnTo>
                  <a:lnTo>
                    <a:pt x="234523" y="191344"/>
                  </a:lnTo>
                  <a:lnTo>
                    <a:pt x="234778" y="191260"/>
                  </a:lnTo>
                  <a:lnTo>
                    <a:pt x="234979" y="191099"/>
                  </a:lnTo>
                  <a:lnTo>
                    <a:pt x="234668" y="190962"/>
                  </a:lnTo>
                  <a:lnTo>
                    <a:pt x="235132" y="190302"/>
                  </a:lnTo>
                  <a:lnTo>
                    <a:pt x="235217" y="189948"/>
                  </a:lnTo>
                  <a:lnTo>
                    <a:pt x="235353" y="189902"/>
                  </a:lnTo>
                  <a:lnTo>
                    <a:pt x="235523" y="189890"/>
                  </a:lnTo>
                  <a:lnTo>
                    <a:pt x="235736" y="189671"/>
                  </a:lnTo>
                  <a:lnTo>
                    <a:pt x="235985" y="189688"/>
                  </a:lnTo>
                  <a:lnTo>
                    <a:pt x="236654" y="189667"/>
                  </a:lnTo>
                  <a:lnTo>
                    <a:pt x="236794" y="189971"/>
                  </a:lnTo>
                  <a:lnTo>
                    <a:pt x="236969" y="190231"/>
                  </a:lnTo>
                  <a:lnTo>
                    <a:pt x="237190" y="190274"/>
                  </a:lnTo>
                  <a:lnTo>
                    <a:pt x="237325" y="190531"/>
                  </a:lnTo>
                  <a:lnTo>
                    <a:pt x="237501" y="190577"/>
                  </a:lnTo>
                  <a:lnTo>
                    <a:pt x="238020" y="190449"/>
                  </a:lnTo>
                  <a:lnTo>
                    <a:pt x="238188" y="190321"/>
                  </a:lnTo>
                  <a:lnTo>
                    <a:pt x="238484" y="190032"/>
                  </a:lnTo>
                  <a:lnTo>
                    <a:pt x="238981" y="189949"/>
                  </a:lnTo>
                  <a:lnTo>
                    <a:pt x="239137" y="189979"/>
                  </a:lnTo>
                  <a:lnTo>
                    <a:pt x="239335" y="190144"/>
                  </a:lnTo>
                  <a:lnTo>
                    <a:pt x="239895" y="190142"/>
                  </a:lnTo>
                  <a:lnTo>
                    <a:pt x="240229" y="190400"/>
                  </a:lnTo>
                  <a:lnTo>
                    <a:pt x="240587" y="190592"/>
                  </a:lnTo>
                  <a:lnTo>
                    <a:pt x="240687" y="190984"/>
                  </a:lnTo>
                  <a:lnTo>
                    <a:pt x="240870" y="190987"/>
                  </a:lnTo>
                  <a:lnTo>
                    <a:pt x="241049" y="191313"/>
                  </a:lnTo>
                  <a:lnTo>
                    <a:pt x="241029" y="191587"/>
                  </a:lnTo>
                  <a:lnTo>
                    <a:pt x="241008" y="191892"/>
                  </a:lnTo>
                  <a:lnTo>
                    <a:pt x="241101" y="192170"/>
                  </a:lnTo>
                  <a:lnTo>
                    <a:pt x="241337" y="192243"/>
                  </a:lnTo>
                  <a:lnTo>
                    <a:pt x="241397" y="192407"/>
                  </a:lnTo>
                  <a:lnTo>
                    <a:pt x="241445" y="192616"/>
                  </a:lnTo>
                  <a:lnTo>
                    <a:pt x="241471" y="192787"/>
                  </a:lnTo>
                  <a:lnTo>
                    <a:pt x="241776" y="193025"/>
                  </a:lnTo>
                  <a:lnTo>
                    <a:pt x="241912" y="193069"/>
                  </a:lnTo>
                  <a:lnTo>
                    <a:pt x="242086" y="193042"/>
                  </a:lnTo>
                  <a:lnTo>
                    <a:pt x="242338" y="193042"/>
                  </a:lnTo>
                  <a:lnTo>
                    <a:pt x="242625" y="193187"/>
                  </a:lnTo>
                  <a:lnTo>
                    <a:pt x="242642" y="193479"/>
                  </a:lnTo>
                  <a:lnTo>
                    <a:pt x="242603" y="193684"/>
                  </a:lnTo>
                  <a:lnTo>
                    <a:pt x="242378" y="194057"/>
                  </a:lnTo>
                  <a:lnTo>
                    <a:pt x="242355" y="194271"/>
                  </a:lnTo>
                  <a:lnTo>
                    <a:pt x="242367" y="194473"/>
                  </a:lnTo>
                  <a:lnTo>
                    <a:pt x="242643" y="194732"/>
                  </a:lnTo>
                  <a:lnTo>
                    <a:pt x="242959" y="195068"/>
                  </a:lnTo>
                  <a:lnTo>
                    <a:pt x="243303" y="195143"/>
                  </a:lnTo>
                  <a:lnTo>
                    <a:pt x="243671" y="194963"/>
                  </a:lnTo>
                  <a:lnTo>
                    <a:pt x="244178" y="195071"/>
                  </a:lnTo>
                  <a:lnTo>
                    <a:pt x="244823" y="194722"/>
                  </a:lnTo>
                  <a:lnTo>
                    <a:pt x="245116" y="194345"/>
                  </a:lnTo>
                  <a:lnTo>
                    <a:pt x="245381" y="193951"/>
                  </a:lnTo>
                  <a:lnTo>
                    <a:pt x="245213" y="193690"/>
                  </a:lnTo>
                  <a:lnTo>
                    <a:pt x="245207" y="193529"/>
                  </a:lnTo>
                  <a:lnTo>
                    <a:pt x="245352" y="193283"/>
                  </a:lnTo>
                  <a:lnTo>
                    <a:pt x="245519" y="193248"/>
                  </a:lnTo>
                  <a:lnTo>
                    <a:pt x="245716" y="193244"/>
                  </a:lnTo>
                  <a:lnTo>
                    <a:pt x="246066" y="193238"/>
                  </a:lnTo>
                  <a:lnTo>
                    <a:pt x="246237" y="192908"/>
                  </a:lnTo>
                  <a:lnTo>
                    <a:pt x="246352" y="192597"/>
                  </a:lnTo>
                  <a:lnTo>
                    <a:pt x="246259" y="192398"/>
                  </a:lnTo>
                  <a:lnTo>
                    <a:pt x="246421" y="192153"/>
                  </a:lnTo>
                  <a:lnTo>
                    <a:pt x="246565" y="191923"/>
                  </a:lnTo>
                  <a:lnTo>
                    <a:pt x="246628" y="192192"/>
                  </a:lnTo>
                  <a:lnTo>
                    <a:pt x="246613" y="192392"/>
                  </a:lnTo>
                  <a:lnTo>
                    <a:pt x="246595" y="192652"/>
                  </a:lnTo>
                  <a:lnTo>
                    <a:pt x="246766" y="192888"/>
                  </a:lnTo>
                  <a:lnTo>
                    <a:pt x="247347" y="192859"/>
                  </a:lnTo>
                  <a:lnTo>
                    <a:pt x="247865" y="192397"/>
                  </a:lnTo>
                  <a:lnTo>
                    <a:pt x="248226" y="192471"/>
                  </a:lnTo>
                  <a:lnTo>
                    <a:pt x="248321" y="192238"/>
                  </a:lnTo>
                  <a:lnTo>
                    <a:pt x="248294" y="192018"/>
                  </a:lnTo>
                  <a:lnTo>
                    <a:pt x="248243" y="191605"/>
                  </a:lnTo>
                  <a:lnTo>
                    <a:pt x="248680" y="191372"/>
                  </a:lnTo>
                  <a:lnTo>
                    <a:pt x="248832" y="191478"/>
                  </a:lnTo>
                  <a:lnTo>
                    <a:pt x="249010" y="191911"/>
                  </a:lnTo>
                  <a:lnTo>
                    <a:pt x="248976" y="192244"/>
                  </a:lnTo>
                  <a:lnTo>
                    <a:pt x="249147" y="192328"/>
                  </a:lnTo>
                  <a:lnTo>
                    <a:pt x="249549" y="192397"/>
                  </a:lnTo>
                  <a:lnTo>
                    <a:pt x="249537" y="192620"/>
                  </a:lnTo>
                  <a:lnTo>
                    <a:pt x="249710" y="193234"/>
                  </a:lnTo>
                  <a:lnTo>
                    <a:pt x="249523" y="193471"/>
                  </a:lnTo>
                  <a:lnTo>
                    <a:pt x="249443" y="193849"/>
                  </a:lnTo>
                  <a:lnTo>
                    <a:pt x="249378" y="194044"/>
                  </a:lnTo>
                  <a:lnTo>
                    <a:pt x="249290" y="194304"/>
                  </a:lnTo>
                  <a:lnTo>
                    <a:pt x="249180" y="194632"/>
                  </a:lnTo>
                  <a:lnTo>
                    <a:pt x="249059" y="194759"/>
                  </a:lnTo>
                  <a:lnTo>
                    <a:pt x="248743" y="195223"/>
                  </a:lnTo>
                  <a:lnTo>
                    <a:pt x="248577" y="195526"/>
                  </a:lnTo>
                  <a:lnTo>
                    <a:pt x="248248" y="195992"/>
                  </a:lnTo>
                  <a:lnTo>
                    <a:pt x="248186" y="196354"/>
                  </a:lnTo>
                  <a:lnTo>
                    <a:pt x="248224" y="196819"/>
                  </a:lnTo>
                  <a:lnTo>
                    <a:pt x="248219" y="197074"/>
                  </a:lnTo>
                  <a:lnTo>
                    <a:pt x="248222" y="197308"/>
                  </a:lnTo>
                  <a:lnTo>
                    <a:pt x="248242" y="197527"/>
                  </a:lnTo>
                  <a:lnTo>
                    <a:pt x="248196" y="197767"/>
                  </a:lnTo>
                  <a:lnTo>
                    <a:pt x="248164" y="197932"/>
                  </a:lnTo>
                  <a:lnTo>
                    <a:pt x="248182" y="198342"/>
                  </a:lnTo>
                  <a:lnTo>
                    <a:pt x="247851" y="198576"/>
                  </a:lnTo>
                  <a:lnTo>
                    <a:pt x="247790" y="198739"/>
                  </a:lnTo>
                  <a:lnTo>
                    <a:pt x="247531" y="198596"/>
                  </a:lnTo>
                  <a:lnTo>
                    <a:pt x="247328" y="198531"/>
                  </a:lnTo>
                  <a:lnTo>
                    <a:pt x="246932" y="198669"/>
                  </a:lnTo>
                  <a:lnTo>
                    <a:pt x="246702" y="199179"/>
                  </a:lnTo>
                  <a:lnTo>
                    <a:pt x="246560" y="199229"/>
                  </a:lnTo>
                  <a:lnTo>
                    <a:pt x="246202" y="199276"/>
                  </a:lnTo>
                  <a:lnTo>
                    <a:pt x="246135" y="199468"/>
                  </a:lnTo>
                  <a:lnTo>
                    <a:pt x="245973" y="199874"/>
                  </a:lnTo>
                  <a:lnTo>
                    <a:pt x="245414" y="199953"/>
                  </a:lnTo>
                  <a:lnTo>
                    <a:pt x="244720" y="199974"/>
                  </a:lnTo>
                  <a:lnTo>
                    <a:pt x="244616" y="200300"/>
                  </a:lnTo>
                  <a:lnTo>
                    <a:pt x="244800" y="200889"/>
                  </a:lnTo>
                  <a:lnTo>
                    <a:pt x="244512" y="201268"/>
                  </a:lnTo>
                  <a:lnTo>
                    <a:pt x="244605" y="201484"/>
                  </a:lnTo>
                  <a:lnTo>
                    <a:pt x="244927" y="201933"/>
                  </a:lnTo>
                  <a:lnTo>
                    <a:pt x="244947" y="202088"/>
                  </a:lnTo>
                  <a:lnTo>
                    <a:pt x="245029" y="203274"/>
                  </a:lnTo>
                  <a:lnTo>
                    <a:pt x="244810" y="204125"/>
                  </a:lnTo>
                  <a:lnTo>
                    <a:pt x="244589" y="204614"/>
                  </a:lnTo>
                  <a:lnTo>
                    <a:pt x="244409" y="204598"/>
                  </a:lnTo>
                  <a:lnTo>
                    <a:pt x="244216" y="204539"/>
                  </a:lnTo>
                  <a:lnTo>
                    <a:pt x="243978" y="204638"/>
                  </a:lnTo>
                  <a:lnTo>
                    <a:pt x="244135" y="204892"/>
                  </a:lnTo>
                  <a:lnTo>
                    <a:pt x="244386" y="205094"/>
                  </a:lnTo>
                  <a:lnTo>
                    <a:pt x="244333" y="205408"/>
                  </a:lnTo>
                  <a:lnTo>
                    <a:pt x="244285" y="205544"/>
                  </a:lnTo>
                  <a:lnTo>
                    <a:pt x="244204" y="205758"/>
                  </a:lnTo>
                  <a:lnTo>
                    <a:pt x="244028" y="205991"/>
                  </a:lnTo>
                  <a:lnTo>
                    <a:pt x="244054" y="206678"/>
                  </a:lnTo>
                  <a:lnTo>
                    <a:pt x="243771" y="206863"/>
                  </a:lnTo>
                  <a:lnTo>
                    <a:pt x="243822" y="207534"/>
                  </a:lnTo>
                  <a:lnTo>
                    <a:pt x="243809" y="207907"/>
                  </a:lnTo>
                  <a:lnTo>
                    <a:pt x="244176" y="208051"/>
                  </a:lnTo>
                  <a:lnTo>
                    <a:pt x="244355" y="208176"/>
                  </a:lnTo>
                  <a:lnTo>
                    <a:pt x="244595" y="208468"/>
                  </a:lnTo>
                  <a:lnTo>
                    <a:pt x="244929" y="208424"/>
                  </a:lnTo>
                  <a:lnTo>
                    <a:pt x="245255" y="207994"/>
                  </a:lnTo>
                  <a:lnTo>
                    <a:pt x="245712" y="207729"/>
                  </a:lnTo>
                  <a:lnTo>
                    <a:pt x="245855" y="207666"/>
                  </a:lnTo>
                  <a:lnTo>
                    <a:pt x="246090" y="207547"/>
                  </a:lnTo>
                  <a:lnTo>
                    <a:pt x="246524" y="207134"/>
                  </a:lnTo>
                  <a:lnTo>
                    <a:pt x="246745" y="206836"/>
                  </a:lnTo>
                  <a:lnTo>
                    <a:pt x="247421" y="205979"/>
                  </a:lnTo>
                  <a:lnTo>
                    <a:pt x="248430" y="204805"/>
                  </a:lnTo>
                  <a:lnTo>
                    <a:pt x="248784" y="204644"/>
                  </a:lnTo>
                  <a:lnTo>
                    <a:pt x="249164" y="204460"/>
                  </a:lnTo>
                  <a:lnTo>
                    <a:pt x="249569" y="204197"/>
                  </a:lnTo>
                  <a:lnTo>
                    <a:pt x="249846" y="204000"/>
                  </a:lnTo>
                  <a:lnTo>
                    <a:pt x="249988" y="203923"/>
                  </a:lnTo>
                  <a:lnTo>
                    <a:pt x="250312" y="203758"/>
                  </a:lnTo>
                  <a:lnTo>
                    <a:pt x="250479" y="203723"/>
                  </a:lnTo>
                  <a:lnTo>
                    <a:pt x="250609" y="203708"/>
                  </a:lnTo>
                  <a:lnTo>
                    <a:pt x="250958" y="203688"/>
                  </a:lnTo>
                  <a:lnTo>
                    <a:pt x="251144" y="203659"/>
                  </a:lnTo>
                  <a:lnTo>
                    <a:pt x="251716" y="203541"/>
                  </a:lnTo>
                  <a:lnTo>
                    <a:pt x="251911" y="203451"/>
                  </a:lnTo>
                  <a:lnTo>
                    <a:pt x="252900" y="202702"/>
                  </a:lnTo>
                  <a:lnTo>
                    <a:pt x="253081" y="202573"/>
                  </a:lnTo>
                  <a:lnTo>
                    <a:pt x="253457" y="202346"/>
                  </a:lnTo>
                  <a:lnTo>
                    <a:pt x="253603" y="202289"/>
                  </a:lnTo>
                  <a:lnTo>
                    <a:pt x="253862" y="202200"/>
                  </a:lnTo>
                  <a:lnTo>
                    <a:pt x="254205" y="202125"/>
                  </a:lnTo>
                  <a:lnTo>
                    <a:pt x="254333" y="202112"/>
                  </a:lnTo>
                  <a:lnTo>
                    <a:pt x="254895" y="202207"/>
                  </a:lnTo>
                  <a:lnTo>
                    <a:pt x="255839" y="202265"/>
                  </a:lnTo>
                  <a:lnTo>
                    <a:pt x="256121" y="201868"/>
                  </a:lnTo>
                  <a:lnTo>
                    <a:pt x="256443" y="201715"/>
                  </a:lnTo>
                  <a:lnTo>
                    <a:pt x="256953" y="201594"/>
                  </a:lnTo>
                  <a:lnTo>
                    <a:pt x="257145" y="201496"/>
                  </a:lnTo>
                  <a:lnTo>
                    <a:pt x="257373" y="201029"/>
                  </a:lnTo>
                  <a:lnTo>
                    <a:pt x="257499" y="200706"/>
                  </a:lnTo>
                  <a:lnTo>
                    <a:pt x="257894" y="200352"/>
                  </a:lnTo>
                  <a:lnTo>
                    <a:pt x="258390" y="200193"/>
                  </a:lnTo>
                  <a:lnTo>
                    <a:pt x="258604" y="200135"/>
                  </a:lnTo>
                  <a:lnTo>
                    <a:pt x="259060" y="200268"/>
                  </a:lnTo>
                  <a:lnTo>
                    <a:pt x="259342" y="200316"/>
                  </a:lnTo>
                  <a:lnTo>
                    <a:pt x="260397" y="200168"/>
                  </a:lnTo>
                  <a:lnTo>
                    <a:pt x="260805" y="199997"/>
                  </a:lnTo>
                  <a:lnTo>
                    <a:pt x="260991" y="199518"/>
                  </a:lnTo>
                  <a:lnTo>
                    <a:pt x="261840" y="198507"/>
                  </a:lnTo>
                  <a:lnTo>
                    <a:pt x="262455" y="198328"/>
                  </a:lnTo>
                  <a:lnTo>
                    <a:pt x="262686" y="198420"/>
                  </a:lnTo>
                  <a:lnTo>
                    <a:pt x="263000" y="198291"/>
                  </a:lnTo>
                  <a:lnTo>
                    <a:pt x="263244" y="198260"/>
                  </a:lnTo>
                  <a:lnTo>
                    <a:pt x="264358" y="198499"/>
                  </a:lnTo>
                  <a:lnTo>
                    <a:pt x="264436" y="198134"/>
                  </a:lnTo>
                  <a:lnTo>
                    <a:pt x="264567" y="198088"/>
                  </a:lnTo>
                  <a:lnTo>
                    <a:pt x="265074" y="197858"/>
                  </a:lnTo>
                  <a:lnTo>
                    <a:pt x="265334" y="197715"/>
                  </a:lnTo>
                  <a:lnTo>
                    <a:pt x="265556" y="197677"/>
                  </a:lnTo>
                  <a:lnTo>
                    <a:pt x="266170" y="197910"/>
                  </a:lnTo>
                  <a:lnTo>
                    <a:pt x="266551" y="197817"/>
                  </a:lnTo>
                  <a:lnTo>
                    <a:pt x="267165" y="197376"/>
                  </a:lnTo>
                  <a:lnTo>
                    <a:pt x="267730" y="197140"/>
                  </a:lnTo>
                  <a:lnTo>
                    <a:pt x="268063" y="197020"/>
                  </a:lnTo>
                  <a:lnTo>
                    <a:pt x="268421" y="196917"/>
                  </a:lnTo>
                  <a:lnTo>
                    <a:pt x="268862" y="196876"/>
                  </a:lnTo>
                  <a:lnTo>
                    <a:pt x="269497" y="196571"/>
                  </a:lnTo>
                  <a:lnTo>
                    <a:pt x="269755" y="196412"/>
                  </a:lnTo>
                  <a:lnTo>
                    <a:pt x="270037" y="196230"/>
                  </a:lnTo>
                  <a:lnTo>
                    <a:pt x="270339" y="195972"/>
                  </a:lnTo>
                  <a:lnTo>
                    <a:pt x="270960" y="195258"/>
                  </a:lnTo>
                  <a:lnTo>
                    <a:pt x="271151" y="194992"/>
                  </a:lnTo>
                  <a:lnTo>
                    <a:pt x="271264" y="194826"/>
                  </a:lnTo>
                  <a:lnTo>
                    <a:pt x="271914" y="194216"/>
                  </a:lnTo>
                  <a:lnTo>
                    <a:pt x="272185" y="194163"/>
                  </a:lnTo>
                  <a:lnTo>
                    <a:pt x="272496" y="194102"/>
                  </a:lnTo>
                  <a:lnTo>
                    <a:pt x="272807" y="194040"/>
                  </a:lnTo>
                  <a:lnTo>
                    <a:pt x="273100" y="193979"/>
                  </a:lnTo>
                  <a:lnTo>
                    <a:pt x="273299" y="194142"/>
                  </a:lnTo>
                  <a:lnTo>
                    <a:pt x="273301" y="194323"/>
                  </a:lnTo>
                  <a:lnTo>
                    <a:pt x="273039" y="195069"/>
                  </a:lnTo>
                  <a:lnTo>
                    <a:pt x="273044" y="195341"/>
                  </a:lnTo>
                  <a:lnTo>
                    <a:pt x="272884" y="195352"/>
                  </a:lnTo>
                  <a:lnTo>
                    <a:pt x="272849" y="195562"/>
                  </a:lnTo>
                  <a:lnTo>
                    <a:pt x="272921" y="195771"/>
                  </a:lnTo>
                  <a:lnTo>
                    <a:pt x="272967" y="196004"/>
                  </a:lnTo>
                  <a:lnTo>
                    <a:pt x="272784" y="196014"/>
                  </a:lnTo>
                  <a:lnTo>
                    <a:pt x="272663" y="196341"/>
                  </a:lnTo>
                  <a:lnTo>
                    <a:pt x="272996" y="196361"/>
                  </a:lnTo>
                  <a:lnTo>
                    <a:pt x="272784" y="196528"/>
                  </a:lnTo>
                  <a:lnTo>
                    <a:pt x="272461" y="196474"/>
                  </a:lnTo>
                  <a:lnTo>
                    <a:pt x="272557" y="196766"/>
                  </a:lnTo>
                  <a:lnTo>
                    <a:pt x="272566" y="197031"/>
                  </a:lnTo>
                  <a:lnTo>
                    <a:pt x="272420" y="197580"/>
                  </a:lnTo>
                  <a:lnTo>
                    <a:pt x="272339" y="197752"/>
                  </a:lnTo>
                  <a:lnTo>
                    <a:pt x="272205" y="197715"/>
                  </a:lnTo>
                  <a:lnTo>
                    <a:pt x="272035" y="197666"/>
                  </a:lnTo>
                  <a:lnTo>
                    <a:pt x="271905" y="197629"/>
                  </a:lnTo>
                  <a:lnTo>
                    <a:pt x="271751" y="198094"/>
                  </a:lnTo>
                  <a:lnTo>
                    <a:pt x="271708" y="198279"/>
                  </a:lnTo>
                  <a:lnTo>
                    <a:pt x="271612" y="198691"/>
                  </a:lnTo>
                  <a:lnTo>
                    <a:pt x="271549" y="198889"/>
                  </a:lnTo>
                  <a:lnTo>
                    <a:pt x="271476" y="199667"/>
                  </a:lnTo>
                  <a:lnTo>
                    <a:pt x="271467" y="199794"/>
                  </a:lnTo>
                  <a:lnTo>
                    <a:pt x="271237" y="200318"/>
                  </a:lnTo>
                  <a:lnTo>
                    <a:pt x="270789" y="200426"/>
                  </a:lnTo>
                  <a:lnTo>
                    <a:pt x="270507" y="200388"/>
                  </a:lnTo>
                  <a:lnTo>
                    <a:pt x="270190" y="200294"/>
                  </a:lnTo>
                  <a:lnTo>
                    <a:pt x="269749" y="200092"/>
                  </a:lnTo>
                  <a:lnTo>
                    <a:pt x="269413" y="200101"/>
                  </a:lnTo>
                  <a:lnTo>
                    <a:pt x="268549" y="200125"/>
                  </a:lnTo>
                  <a:lnTo>
                    <a:pt x="268160" y="200191"/>
                  </a:lnTo>
                  <a:lnTo>
                    <a:pt x="267489" y="200308"/>
                  </a:lnTo>
                  <a:lnTo>
                    <a:pt x="267159" y="200371"/>
                  </a:lnTo>
                  <a:lnTo>
                    <a:pt x="266337" y="200557"/>
                  </a:lnTo>
                  <a:lnTo>
                    <a:pt x="266113" y="200618"/>
                  </a:lnTo>
                  <a:lnTo>
                    <a:pt x="265988" y="200896"/>
                  </a:lnTo>
                  <a:lnTo>
                    <a:pt x="265901" y="201272"/>
                  </a:lnTo>
                  <a:lnTo>
                    <a:pt x="265966" y="201552"/>
                  </a:lnTo>
                  <a:lnTo>
                    <a:pt x="265442" y="202232"/>
                  </a:lnTo>
                  <a:lnTo>
                    <a:pt x="264975" y="202329"/>
                  </a:lnTo>
                  <a:lnTo>
                    <a:pt x="264506" y="202606"/>
                  </a:lnTo>
                  <a:lnTo>
                    <a:pt x="264587" y="202848"/>
                  </a:lnTo>
                  <a:lnTo>
                    <a:pt x="264814" y="202856"/>
                  </a:lnTo>
                  <a:lnTo>
                    <a:pt x="265065" y="202859"/>
                  </a:lnTo>
                  <a:lnTo>
                    <a:pt x="265007" y="203459"/>
                  </a:lnTo>
                  <a:lnTo>
                    <a:pt x="264902" y="204138"/>
                  </a:lnTo>
                  <a:lnTo>
                    <a:pt x="264730" y="204655"/>
                  </a:lnTo>
                  <a:lnTo>
                    <a:pt x="264707" y="204891"/>
                  </a:lnTo>
                  <a:lnTo>
                    <a:pt x="264692" y="205044"/>
                  </a:lnTo>
                  <a:lnTo>
                    <a:pt x="264554" y="205007"/>
                  </a:lnTo>
                  <a:lnTo>
                    <a:pt x="264565" y="204871"/>
                  </a:lnTo>
                  <a:lnTo>
                    <a:pt x="264583" y="204675"/>
                  </a:lnTo>
                  <a:lnTo>
                    <a:pt x="264496" y="204442"/>
                  </a:lnTo>
                  <a:lnTo>
                    <a:pt x="264312" y="204624"/>
                  </a:lnTo>
                  <a:lnTo>
                    <a:pt x="264256" y="204844"/>
                  </a:lnTo>
                  <a:lnTo>
                    <a:pt x="264237" y="205055"/>
                  </a:lnTo>
                  <a:lnTo>
                    <a:pt x="264104" y="205103"/>
                  </a:lnTo>
                  <a:lnTo>
                    <a:pt x="263627" y="205123"/>
                  </a:lnTo>
                  <a:lnTo>
                    <a:pt x="263367" y="205134"/>
                  </a:lnTo>
                  <a:lnTo>
                    <a:pt x="263375" y="205269"/>
                  </a:lnTo>
                  <a:lnTo>
                    <a:pt x="263343" y="205450"/>
                  </a:lnTo>
                  <a:lnTo>
                    <a:pt x="263061" y="205440"/>
                  </a:lnTo>
                  <a:lnTo>
                    <a:pt x="262837" y="205387"/>
                  </a:lnTo>
                  <a:lnTo>
                    <a:pt x="262612" y="205334"/>
                  </a:lnTo>
                  <a:lnTo>
                    <a:pt x="262119" y="205538"/>
                  </a:lnTo>
                  <a:lnTo>
                    <a:pt x="260751" y="205277"/>
                  </a:lnTo>
                  <a:lnTo>
                    <a:pt x="260630" y="205462"/>
                  </a:lnTo>
                  <a:lnTo>
                    <a:pt x="260481" y="205700"/>
                  </a:lnTo>
                  <a:lnTo>
                    <a:pt x="260243" y="205970"/>
                  </a:lnTo>
                  <a:lnTo>
                    <a:pt x="259973" y="206180"/>
                  </a:lnTo>
                  <a:lnTo>
                    <a:pt x="259251" y="206293"/>
                  </a:lnTo>
                  <a:lnTo>
                    <a:pt x="259225" y="206462"/>
                  </a:lnTo>
                  <a:lnTo>
                    <a:pt x="259000" y="206968"/>
                  </a:lnTo>
                  <a:lnTo>
                    <a:pt x="258603" y="207514"/>
                  </a:lnTo>
                  <a:lnTo>
                    <a:pt x="258340" y="207435"/>
                  </a:lnTo>
                  <a:lnTo>
                    <a:pt x="258156" y="207483"/>
                  </a:lnTo>
                  <a:lnTo>
                    <a:pt x="258139" y="207614"/>
                  </a:lnTo>
                  <a:lnTo>
                    <a:pt x="258093" y="207969"/>
                  </a:lnTo>
                  <a:lnTo>
                    <a:pt x="257789" y="208140"/>
                  </a:lnTo>
                  <a:lnTo>
                    <a:pt x="257844" y="208413"/>
                  </a:lnTo>
                  <a:lnTo>
                    <a:pt x="257862" y="208627"/>
                  </a:lnTo>
                  <a:lnTo>
                    <a:pt x="257855" y="209028"/>
                  </a:lnTo>
                  <a:lnTo>
                    <a:pt x="257676" y="209657"/>
                  </a:lnTo>
                  <a:lnTo>
                    <a:pt x="257204" y="209722"/>
                  </a:lnTo>
                  <a:lnTo>
                    <a:pt x="256843" y="209746"/>
                  </a:lnTo>
                  <a:lnTo>
                    <a:pt x="256494" y="209809"/>
                  </a:lnTo>
                  <a:lnTo>
                    <a:pt x="256205" y="209905"/>
                  </a:lnTo>
                  <a:lnTo>
                    <a:pt x="255777" y="210091"/>
                  </a:lnTo>
                  <a:lnTo>
                    <a:pt x="254937" y="210291"/>
                  </a:lnTo>
                  <a:lnTo>
                    <a:pt x="254252" y="210396"/>
                  </a:lnTo>
                  <a:lnTo>
                    <a:pt x="253957" y="210371"/>
                  </a:lnTo>
                  <a:lnTo>
                    <a:pt x="253761" y="210356"/>
                  </a:lnTo>
                  <a:lnTo>
                    <a:pt x="253752" y="210650"/>
                  </a:lnTo>
                  <a:lnTo>
                    <a:pt x="253522" y="210752"/>
                  </a:lnTo>
                  <a:lnTo>
                    <a:pt x="253386" y="210707"/>
                  </a:lnTo>
                  <a:lnTo>
                    <a:pt x="252675" y="210486"/>
                  </a:lnTo>
                  <a:lnTo>
                    <a:pt x="252308" y="210743"/>
                  </a:lnTo>
                  <a:lnTo>
                    <a:pt x="252159" y="210729"/>
                  </a:lnTo>
                  <a:lnTo>
                    <a:pt x="251990" y="210714"/>
                  </a:lnTo>
                  <a:lnTo>
                    <a:pt x="251349" y="210696"/>
                  </a:lnTo>
                  <a:lnTo>
                    <a:pt x="250639" y="210939"/>
                  </a:lnTo>
                  <a:lnTo>
                    <a:pt x="250512" y="211209"/>
                  </a:lnTo>
                  <a:lnTo>
                    <a:pt x="250378" y="211368"/>
                  </a:lnTo>
                  <a:lnTo>
                    <a:pt x="250116" y="211633"/>
                  </a:lnTo>
                  <a:lnTo>
                    <a:pt x="249568" y="212064"/>
                  </a:lnTo>
                  <a:lnTo>
                    <a:pt x="249490" y="212263"/>
                  </a:lnTo>
                  <a:lnTo>
                    <a:pt x="249047" y="213126"/>
                  </a:lnTo>
                  <a:lnTo>
                    <a:pt x="248763" y="213373"/>
                  </a:lnTo>
                  <a:lnTo>
                    <a:pt x="248732" y="213741"/>
                  </a:lnTo>
                  <a:lnTo>
                    <a:pt x="248576" y="213820"/>
                  </a:lnTo>
                  <a:lnTo>
                    <a:pt x="247975" y="213920"/>
                  </a:lnTo>
                  <a:lnTo>
                    <a:pt x="247585" y="213965"/>
                  </a:lnTo>
                  <a:lnTo>
                    <a:pt x="247352" y="214001"/>
                  </a:lnTo>
                  <a:lnTo>
                    <a:pt x="247678" y="214070"/>
                  </a:lnTo>
                  <a:lnTo>
                    <a:pt x="247960" y="214126"/>
                  </a:lnTo>
                  <a:lnTo>
                    <a:pt x="248155" y="214243"/>
                  </a:lnTo>
                  <a:lnTo>
                    <a:pt x="247879" y="214232"/>
                  </a:lnTo>
                  <a:lnTo>
                    <a:pt x="247637" y="214210"/>
                  </a:lnTo>
                  <a:lnTo>
                    <a:pt x="247346" y="214875"/>
                  </a:lnTo>
                  <a:lnTo>
                    <a:pt x="247264" y="215266"/>
                  </a:lnTo>
                  <a:lnTo>
                    <a:pt x="246878" y="215308"/>
                  </a:lnTo>
                  <a:lnTo>
                    <a:pt x="246775" y="215777"/>
                  </a:lnTo>
                  <a:lnTo>
                    <a:pt x="246648" y="216649"/>
                  </a:lnTo>
                  <a:lnTo>
                    <a:pt x="246453" y="216647"/>
                  </a:lnTo>
                  <a:lnTo>
                    <a:pt x="246262" y="216687"/>
                  </a:lnTo>
                  <a:lnTo>
                    <a:pt x="246004" y="217201"/>
                  </a:lnTo>
                  <a:lnTo>
                    <a:pt x="245939" y="217407"/>
                  </a:lnTo>
                  <a:lnTo>
                    <a:pt x="245637" y="217768"/>
                  </a:lnTo>
                  <a:lnTo>
                    <a:pt x="245180" y="217942"/>
                  </a:lnTo>
                  <a:lnTo>
                    <a:pt x="244724" y="218375"/>
                  </a:lnTo>
                  <a:lnTo>
                    <a:pt x="244213" y="218482"/>
                  </a:lnTo>
                  <a:lnTo>
                    <a:pt x="244260" y="218721"/>
                  </a:lnTo>
                  <a:lnTo>
                    <a:pt x="244540" y="218832"/>
                  </a:lnTo>
                  <a:lnTo>
                    <a:pt x="244556" y="218997"/>
                  </a:lnTo>
                  <a:lnTo>
                    <a:pt x="244450" y="219337"/>
                  </a:lnTo>
                  <a:lnTo>
                    <a:pt x="244454" y="219570"/>
                  </a:lnTo>
                  <a:lnTo>
                    <a:pt x="244573" y="220134"/>
                  </a:lnTo>
                  <a:lnTo>
                    <a:pt x="244770" y="220787"/>
                  </a:lnTo>
                  <a:lnTo>
                    <a:pt x="244636" y="221066"/>
                  </a:lnTo>
                  <a:lnTo>
                    <a:pt x="244130" y="221244"/>
                  </a:lnTo>
                  <a:lnTo>
                    <a:pt x="243809" y="221403"/>
                  </a:lnTo>
                  <a:lnTo>
                    <a:pt x="243551" y="221571"/>
                  </a:lnTo>
                  <a:lnTo>
                    <a:pt x="243319" y="221827"/>
                  </a:lnTo>
                  <a:lnTo>
                    <a:pt x="243046" y="221818"/>
                  </a:lnTo>
                  <a:lnTo>
                    <a:pt x="242877" y="221945"/>
                  </a:lnTo>
                  <a:lnTo>
                    <a:pt x="242705" y="222078"/>
                  </a:lnTo>
                  <a:lnTo>
                    <a:pt x="242567" y="222185"/>
                  </a:lnTo>
                  <a:lnTo>
                    <a:pt x="241975" y="222385"/>
                  </a:lnTo>
                  <a:lnTo>
                    <a:pt x="241624" y="222492"/>
                  </a:lnTo>
                  <a:lnTo>
                    <a:pt x="241369" y="222703"/>
                  </a:lnTo>
                  <a:lnTo>
                    <a:pt x="241251" y="223181"/>
                  </a:lnTo>
                  <a:lnTo>
                    <a:pt x="241049" y="223336"/>
                  </a:lnTo>
                  <a:lnTo>
                    <a:pt x="240852" y="223487"/>
                  </a:lnTo>
                  <a:lnTo>
                    <a:pt x="240567" y="223756"/>
                  </a:lnTo>
                  <a:lnTo>
                    <a:pt x="240241" y="224091"/>
                  </a:lnTo>
                  <a:lnTo>
                    <a:pt x="239709" y="224268"/>
                  </a:lnTo>
                  <a:lnTo>
                    <a:pt x="239467" y="224243"/>
                  </a:lnTo>
                  <a:lnTo>
                    <a:pt x="239091" y="224140"/>
                  </a:lnTo>
                  <a:lnTo>
                    <a:pt x="238873" y="224174"/>
                  </a:lnTo>
                  <a:lnTo>
                    <a:pt x="238463" y="224280"/>
                  </a:lnTo>
                  <a:lnTo>
                    <a:pt x="238463" y="224476"/>
                  </a:lnTo>
                  <a:lnTo>
                    <a:pt x="238218" y="224358"/>
                  </a:lnTo>
                  <a:lnTo>
                    <a:pt x="238036" y="224274"/>
                  </a:lnTo>
                  <a:lnTo>
                    <a:pt x="237894" y="224218"/>
                  </a:lnTo>
                  <a:lnTo>
                    <a:pt x="237743" y="224161"/>
                  </a:lnTo>
                  <a:lnTo>
                    <a:pt x="237537" y="224096"/>
                  </a:lnTo>
                  <a:lnTo>
                    <a:pt x="237387" y="224061"/>
                  </a:lnTo>
                  <a:lnTo>
                    <a:pt x="237163" y="224015"/>
                  </a:lnTo>
                  <a:lnTo>
                    <a:pt x="236675" y="223988"/>
                  </a:lnTo>
                  <a:lnTo>
                    <a:pt x="236504" y="224005"/>
                  </a:lnTo>
                  <a:lnTo>
                    <a:pt x="236144" y="224087"/>
                  </a:lnTo>
                  <a:lnTo>
                    <a:pt x="236009" y="224156"/>
                  </a:lnTo>
                  <a:lnTo>
                    <a:pt x="235724" y="224333"/>
                  </a:lnTo>
                  <a:lnTo>
                    <a:pt x="235728" y="224542"/>
                  </a:lnTo>
                  <a:lnTo>
                    <a:pt x="235732" y="224818"/>
                  </a:lnTo>
                  <a:lnTo>
                    <a:pt x="235636" y="225056"/>
                  </a:lnTo>
                  <a:lnTo>
                    <a:pt x="235465" y="225068"/>
                  </a:lnTo>
                  <a:lnTo>
                    <a:pt x="235323" y="225024"/>
                  </a:lnTo>
                  <a:lnTo>
                    <a:pt x="234940" y="225016"/>
                  </a:lnTo>
                  <a:lnTo>
                    <a:pt x="234346" y="224510"/>
                  </a:lnTo>
                  <a:lnTo>
                    <a:pt x="234234" y="224932"/>
                  </a:lnTo>
                  <a:lnTo>
                    <a:pt x="234291" y="225087"/>
                  </a:lnTo>
                  <a:lnTo>
                    <a:pt x="234281" y="225276"/>
                  </a:lnTo>
                  <a:lnTo>
                    <a:pt x="234220" y="225607"/>
                  </a:lnTo>
                  <a:lnTo>
                    <a:pt x="233924" y="226074"/>
                  </a:lnTo>
                  <a:lnTo>
                    <a:pt x="233265" y="226257"/>
                  </a:lnTo>
                  <a:lnTo>
                    <a:pt x="233057" y="226246"/>
                  </a:lnTo>
                  <a:lnTo>
                    <a:pt x="232736" y="226238"/>
                  </a:lnTo>
                  <a:lnTo>
                    <a:pt x="232324" y="226246"/>
                  </a:lnTo>
                  <a:lnTo>
                    <a:pt x="232079" y="226287"/>
                  </a:lnTo>
                  <a:lnTo>
                    <a:pt x="231567" y="226946"/>
                  </a:lnTo>
                  <a:lnTo>
                    <a:pt x="231576" y="227222"/>
                  </a:lnTo>
                  <a:lnTo>
                    <a:pt x="231606" y="227515"/>
                  </a:lnTo>
                  <a:lnTo>
                    <a:pt x="231639" y="227686"/>
                  </a:lnTo>
                  <a:lnTo>
                    <a:pt x="231781" y="228272"/>
                  </a:lnTo>
                  <a:lnTo>
                    <a:pt x="231870" y="228596"/>
                  </a:lnTo>
                  <a:lnTo>
                    <a:pt x="231432" y="228265"/>
                  </a:lnTo>
                  <a:lnTo>
                    <a:pt x="231341" y="228406"/>
                  </a:lnTo>
                  <a:lnTo>
                    <a:pt x="231226" y="228588"/>
                  </a:lnTo>
                  <a:lnTo>
                    <a:pt x="231169" y="228744"/>
                  </a:lnTo>
                  <a:lnTo>
                    <a:pt x="230770" y="229082"/>
                  </a:lnTo>
                  <a:lnTo>
                    <a:pt x="230600" y="229203"/>
                  </a:lnTo>
                  <a:lnTo>
                    <a:pt x="230393" y="229352"/>
                  </a:lnTo>
                  <a:lnTo>
                    <a:pt x="230394" y="229494"/>
                  </a:lnTo>
                  <a:lnTo>
                    <a:pt x="230200" y="229891"/>
                  </a:lnTo>
                  <a:lnTo>
                    <a:pt x="229947" y="230160"/>
                  </a:lnTo>
                  <a:lnTo>
                    <a:pt x="229816" y="230150"/>
                  </a:lnTo>
                  <a:lnTo>
                    <a:pt x="229710" y="230683"/>
                  </a:lnTo>
                  <a:lnTo>
                    <a:pt x="229520" y="230901"/>
                  </a:lnTo>
                  <a:lnTo>
                    <a:pt x="228937" y="231547"/>
                  </a:lnTo>
                  <a:lnTo>
                    <a:pt x="228594" y="231591"/>
                  </a:lnTo>
                  <a:lnTo>
                    <a:pt x="228238" y="231802"/>
                  </a:lnTo>
                  <a:lnTo>
                    <a:pt x="228218" y="231973"/>
                  </a:lnTo>
                  <a:lnTo>
                    <a:pt x="228239" y="232230"/>
                  </a:lnTo>
                  <a:lnTo>
                    <a:pt x="228268" y="232583"/>
                  </a:lnTo>
                  <a:lnTo>
                    <a:pt x="228276" y="232853"/>
                  </a:lnTo>
                  <a:lnTo>
                    <a:pt x="228287" y="233016"/>
                  </a:lnTo>
                  <a:lnTo>
                    <a:pt x="228308" y="233510"/>
                  </a:lnTo>
                  <a:lnTo>
                    <a:pt x="228121" y="234141"/>
                  </a:lnTo>
                  <a:lnTo>
                    <a:pt x="227971" y="234144"/>
                  </a:lnTo>
                  <a:lnTo>
                    <a:pt x="227797" y="234139"/>
                  </a:lnTo>
                  <a:lnTo>
                    <a:pt x="227619" y="234129"/>
                  </a:lnTo>
                  <a:lnTo>
                    <a:pt x="227418" y="234125"/>
                  </a:lnTo>
                  <a:lnTo>
                    <a:pt x="227016" y="234147"/>
                  </a:lnTo>
                  <a:lnTo>
                    <a:pt x="226774" y="234190"/>
                  </a:lnTo>
                  <a:lnTo>
                    <a:pt x="226420" y="234287"/>
                  </a:lnTo>
                  <a:lnTo>
                    <a:pt x="225911" y="234498"/>
                  </a:lnTo>
                  <a:lnTo>
                    <a:pt x="225031" y="235369"/>
                  </a:lnTo>
                  <a:lnTo>
                    <a:pt x="225007" y="235503"/>
                  </a:lnTo>
                  <a:lnTo>
                    <a:pt x="225025" y="235867"/>
                  </a:lnTo>
                  <a:lnTo>
                    <a:pt x="225341" y="236433"/>
                  </a:lnTo>
                  <a:lnTo>
                    <a:pt x="225686" y="236747"/>
                  </a:lnTo>
                  <a:lnTo>
                    <a:pt x="225882" y="236946"/>
                  </a:lnTo>
                  <a:lnTo>
                    <a:pt x="226060" y="237128"/>
                  </a:lnTo>
                  <a:lnTo>
                    <a:pt x="226394" y="237557"/>
                  </a:lnTo>
                  <a:lnTo>
                    <a:pt x="226460" y="237845"/>
                  </a:lnTo>
                  <a:lnTo>
                    <a:pt x="226347" y="238534"/>
                  </a:lnTo>
                  <a:lnTo>
                    <a:pt x="225945" y="238928"/>
                  </a:lnTo>
                  <a:lnTo>
                    <a:pt x="225813" y="238954"/>
                  </a:lnTo>
                  <a:lnTo>
                    <a:pt x="225619" y="238987"/>
                  </a:lnTo>
                  <a:lnTo>
                    <a:pt x="225125" y="239072"/>
                  </a:lnTo>
                  <a:lnTo>
                    <a:pt x="224657" y="239153"/>
                  </a:lnTo>
                  <a:lnTo>
                    <a:pt x="223871" y="239684"/>
                  </a:lnTo>
                  <a:lnTo>
                    <a:pt x="223915" y="240176"/>
                  </a:lnTo>
                  <a:lnTo>
                    <a:pt x="224187" y="240662"/>
                  </a:lnTo>
                  <a:lnTo>
                    <a:pt x="225021" y="240826"/>
                  </a:lnTo>
                  <a:lnTo>
                    <a:pt x="225165" y="241473"/>
                  </a:lnTo>
                  <a:lnTo>
                    <a:pt x="224989" y="241656"/>
                  </a:lnTo>
                  <a:lnTo>
                    <a:pt x="224154" y="242123"/>
                  </a:lnTo>
                  <a:lnTo>
                    <a:pt x="223902" y="242256"/>
                  </a:lnTo>
                  <a:lnTo>
                    <a:pt x="224262" y="242217"/>
                  </a:lnTo>
                  <a:lnTo>
                    <a:pt x="225171" y="242505"/>
                  </a:lnTo>
                  <a:lnTo>
                    <a:pt x="225422" y="242622"/>
                  </a:lnTo>
                  <a:lnTo>
                    <a:pt x="225569" y="242539"/>
                  </a:lnTo>
                  <a:lnTo>
                    <a:pt x="225680" y="242141"/>
                  </a:lnTo>
                  <a:lnTo>
                    <a:pt x="225907" y="241595"/>
                  </a:lnTo>
                  <a:lnTo>
                    <a:pt x="226185" y="241553"/>
                  </a:lnTo>
                  <a:lnTo>
                    <a:pt x="226464" y="241696"/>
                  </a:lnTo>
                  <a:lnTo>
                    <a:pt x="226493" y="241888"/>
                  </a:lnTo>
                  <a:lnTo>
                    <a:pt x="226449" y="242200"/>
                  </a:lnTo>
                  <a:lnTo>
                    <a:pt x="226306" y="242504"/>
                  </a:lnTo>
                  <a:lnTo>
                    <a:pt x="226365" y="242773"/>
                  </a:lnTo>
                  <a:lnTo>
                    <a:pt x="226569" y="242967"/>
                  </a:lnTo>
                  <a:lnTo>
                    <a:pt x="227333" y="243253"/>
                  </a:lnTo>
                  <a:lnTo>
                    <a:pt x="227305" y="243459"/>
                  </a:lnTo>
                  <a:lnTo>
                    <a:pt x="227321" y="243678"/>
                  </a:lnTo>
                  <a:lnTo>
                    <a:pt x="227761" y="244010"/>
                  </a:lnTo>
                  <a:lnTo>
                    <a:pt x="228144" y="244000"/>
                  </a:lnTo>
                  <a:lnTo>
                    <a:pt x="228435" y="243539"/>
                  </a:lnTo>
                  <a:lnTo>
                    <a:pt x="228727" y="243203"/>
                  </a:lnTo>
                  <a:lnTo>
                    <a:pt x="229422" y="242860"/>
                  </a:lnTo>
                  <a:lnTo>
                    <a:pt x="230071" y="243064"/>
                  </a:lnTo>
                  <a:lnTo>
                    <a:pt x="230472" y="243079"/>
                  </a:lnTo>
                  <a:lnTo>
                    <a:pt x="230848" y="243040"/>
                  </a:lnTo>
                  <a:lnTo>
                    <a:pt x="231260" y="243191"/>
                  </a:lnTo>
                  <a:lnTo>
                    <a:pt x="231345" y="243506"/>
                  </a:lnTo>
                  <a:lnTo>
                    <a:pt x="231531" y="243714"/>
                  </a:lnTo>
                  <a:lnTo>
                    <a:pt x="231760" y="243866"/>
                  </a:lnTo>
                  <a:lnTo>
                    <a:pt x="232262" y="244030"/>
                  </a:lnTo>
                  <a:lnTo>
                    <a:pt x="232256" y="243830"/>
                  </a:lnTo>
                  <a:lnTo>
                    <a:pt x="232245" y="243657"/>
                  </a:lnTo>
                  <a:lnTo>
                    <a:pt x="232712" y="243458"/>
                  </a:lnTo>
                  <a:lnTo>
                    <a:pt x="232952" y="243331"/>
                  </a:lnTo>
                  <a:lnTo>
                    <a:pt x="233305" y="242899"/>
                  </a:lnTo>
                  <a:lnTo>
                    <a:pt x="233563" y="242878"/>
                  </a:lnTo>
                  <a:lnTo>
                    <a:pt x="233906" y="242875"/>
                  </a:lnTo>
                  <a:lnTo>
                    <a:pt x="234347" y="242904"/>
                  </a:lnTo>
                  <a:lnTo>
                    <a:pt x="234476" y="242895"/>
                  </a:lnTo>
                  <a:lnTo>
                    <a:pt x="234652" y="242687"/>
                  </a:lnTo>
                  <a:lnTo>
                    <a:pt x="234819" y="242780"/>
                  </a:lnTo>
                  <a:lnTo>
                    <a:pt x="234828" y="242916"/>
                  </a:lnTo>
                  <a:lnTo>
                    <a:pt x="235144" y="242815"/>
                  </a:lnTo>
                  <a:lnTo>
                    <a:pt x="235306" y="242692"/>
                  </a:lnTo>
                  <a:lnTo>
                    <a:pt x="235463" y="242392"/>
                  </a:lnTo>
                  <a:lnTo>
                    <a:pt x="235763" y="242371"/>
                  </a:lnTo>
                  <a:lnTo>
                    <a:pt x="236005" y="242644"/>
                  </a:lnTo>
                  <a:lnTo>
                    <a:pt x="235973" y="242941"/>
                  </a:lnTo>
                  <a:lnTo>
                    <a:pt x="235981" y="243472"/>
                  </a:lnTo>
                  <a:lnTo>
                    <a:pt x="236324" y="243612"/>
                  </a:lnTo>
                  <a:lnTo>
                    <a:pt x="236748" y="243948"/>
                  </a:lnTo>
                  <a:lnTo>
                    <a:pt x="236876" y="244081"/>
                  </a:lnTo>
                  <a:lnTo>
                    <a:pt x="236940" y="244223"/>
                  </a:lnTo>
                  <a:lnTo>
                    <a:pt x="236956" y="244417"/>
                  </a:lnTo>
                  <a:lnTo>
                    <a:pt x="237275" y="244474"/>
                  </a:lnTo>
                  <a:lnTo>
                    <a:pt x="237629" y="244332"/>
                  </a:lnTo>
                  <a:lnTo>
                    <a:pt x="238207" y="244439"/>
                  </a:lnTo>
                  <a:lnTo>
                    <a:pt x="238367" y="244759"/>
                  </a:lnTo>
                  <a:lnTo>
                    <a:pt x="238579" y="244786"/>
                  </a:lnTo>
                  <a:lnTo>
                    <a:pt x="238723" y="244706"/>
                  </a:lnTo>
                  <a:lnTo>
                    <a:pt x="238823" y="244429"/>
                  </a:lnTo>
                  <a:lnTo>
                    <a:pt x="239064" y="244465"/>
                  </a:lnTo>
                  <a:lnTo>
                    <a:pt x="239565" y="244832"/>
                  </a:lnTo>
                  <a:lnTo>
                    <a:pt x="239392" y="245176"/>
                  </a:lnTo>
                  <a:lnTo>
                    <a:pt x="239237" y="245236"/>
                  </a:lnTo>
                  <a:lnTo>
                    <a:pt x="239043" y="245226"/>
                  </a:lnTo>
                  <a:lnTo>
                    <a:pt x="238333" y="245925"/>
                  </a:lnTo>
                  <a:lnTo>
                    <a:pt x="238209" y="246392"/>
                  </a:lnTo>
                  <a:lnTo>
                    <a:pt x="238827" y="246780"/>
                  </a:lnTo>
                  <a:lnTo>
                    <a:pt x="239268" y="246807"/>
                  </a:lnTo>
                  <a:lnTo>
                    <a:pt x="239332" y="246507"/>
                  </a:lnTo>
                  <a:lnTo>
                    <a:pt x="239753" y="246357"/>
                  </a:lnTo>
                  <a:lnTo>
                    <a:pt x="240155" y="246337"/>
                  </a:lnTo>
                  <a:lnTo>
                    <a:pt x="240761" y="246630"/>
                  </a:lnTo>
                  <a:lnTo>
                    <a:pt x="240813" y="246788"/>
                  </a:lnTo>
                  <a:lnTo>
                    <a:pt x="240807" y="246951"/>
                  </a:lnTo>
                  <a:lnTo>
                    <a:pt x="240425" y="247379"/>
                  </a:lnTo>
                  <a:lnTo>
                    <a:pt x="240298" y="247451"/>
                  </a:lnTo>
                  <a:lnTo>
                    <a:pt x="240170" y="247427"/>
                  </a:lnTo>
                  <a:lnTo>
                    <a:pt x="239979" y="247392"/>
                  </a:lnTo>
                  <a:lnTo>
                    <a:pt x="239961" y="247695"/>
                  </a:lnTo>
                  <a:lnTo>
                    <a:pt x="240002" y="248160"/>
                  </a:lnTo>
                  <a:lnTo>
                    <a:pt x="240036" y="248511"/>
                  </a:lnTo>
                  <a:lnTo>
                    <a:pt x="240184" y="248507"/>
                  </a:lnTo>
                  <a:lnTo>
                    <a:pt x="240282" y="248832"/>
                  </a:lnTo>
                  <a:lnTo>
                    <a:pt x="240280" y="249034"/>
                  </a:lnTo>
                  <a:lnTo>
                    <a:pt x="240275" y="249262"/>
                  </a:lnTo>
                  <a:lnTo>
                    <a:pt x="240414" y="249540"/>
                  </a:lnTo>
                  <a:lnTo>
                    <a:pt x="240964" y="249665"/>
                  </a:lnTo>
                  <a:lnTo>
                    <a:pt x="241206" y="249028"/>
                  </a:lnTo>
                  <a:lnTo>
                    <a:pt x="241487" y="248916"/>
                  </a:lnTo>
                  <a:lnTo>
                    <a:pt x="241808" y="249051"/>
                  </a:lnTo>
                  <a:lnTo>
                    <a:pt x="241964" y="249160"/>
                  </a:lnTo>
                  <a:lnTo>
                    <a:pt x="241905" y="249485"/>
                  </a:lnTo>
                  <a:lnTo>
                    <a:pt x="241985" y="249665"/>
                  </a:lnTo>
                  <a:lnTo>
                    <a:pt x="242153" y="249529"/>
                  </a:lnTo>
                  <a:lnTo>
                    <a:pt x="242249" y="249183"/>
                  </a:lnTo>
                  <a:lnTo>
                    <a:pt x="242383" y="248731"/>
                  </a:lnTo>
                  <a:lnTo>
                    <a:pt x="242635" y="248672"/>
                  </a:lnTo>
                  <a:lnTo>
                    <a:pt x="243227" y="248743"/>
                  </a:lnTo>
                  <a:lnTo>
                    <a:pt x="243389" y="248932"/>
                  </a:lnTo>
                  <a:lnTo>
                    <a:pt x="243583" y="249164"/>
                  </a:lnTo>
                  <a:lnTo>
                    <a:pt x="244029" y="249284"/>
                  </a:lnTo>
                  <a:lnTo>
                    <a:pt x="244632" y="249833"/>
                  </a:lnTo>
                  <a:lnTo>
                    <a:pt x="245689" y="250201"/>
                  </a:lnTo>
                  <a:lnTo>
                    <a:pt x="246253" y="250057"/>
                  </a:lnTo>
                  <a:lnTo>
                    <a:pt x="246544" y="250461"/>
                  </a:lnTo>
                  <a:lnTo>
                    <a:pt x="246743" y="250696"/>
                  </a:lnTo>
                  <a:lnTo>
                    <a:pt x="247142" y="251089"/>
                  </a:lnTo>
                  <a:lnTo>
                    <a:pt x="247284" y="251134"/>
                  </a:lnTo>
                  <a:lnTo>
                    <a:pt x="247567" y="251245"/>
                  </a:lnTo>
                  <a:lnTo>
                    <a:pt x="247425" y="251512"/>
                  </a:lnTo>
                  <a:lnTo>
                    <a:pt x="247449" y="251966"/>
                  </a:lnTo>
                  <a:lnTo>
                    <a:pt x="247688" y="252315"/>
                  </a:lnTo>
                  <a:lnTo>
                    <a:pt x="247910" y="252757"/>
                  </a:lnTo>
                  <a:lnTo>
                    <a:pt x="248135" y="253449"/>
                  </a:lnTo>
                  <a:lnTo>
                    <a:pt x="248368" y="253944"/>
                  </a:lnTo>
                  <a:lnTo>
                    <a:pt x="247941" y="254237"/>
                  </a:lnTo>
                  <a:lnTo>
                    <a:pt x="247760" y="254279"/>
                  </a:lnTo>
                  <a:lnTo>
                    <a:pt x="247405" y="254454"/>
                  </a:lnTo>
                  <a:lnTo>
                    <a:pt x="247461" y="254651"/>
                  </a:lnTo>
                  <a:lnTo>
                    <a:pt x="247974" y="255149"/>
                  </a:lnTo>
                  <a:lnTo>
                    <a:pt x="248087" y="255298"/>
                  </a:lnTo>
                  <a:lnTo>
                    <a:pt x="248364" y="256122"/>
                  </a:lnTo>
                  <a:lnTo>
                    <a:pt x="248312" y="256922"/>
                  </a:lnTo>
                  <a:lnTo>
                    <a:pt x="248084" y="257322"/>
                  </a:lnTo>
                  <a:lnTo>
                    <a:pt x="248093" y="257462"/>
                  </a:lnTo>
                  <a:lnTo>
                    <a:pt x="248471" y="257691"/>
                  </a:lnTo>
                  <a:lnTo>
                    <a:pt x="248672" y="257563"/>
                  </a:lnTo>
                  <a:lnTo>
                    <a:pt x="248753" y="258193"/>
                  </a:lnTo>
                  <a:lnTo>
                    <a:pt x="248720" y="258363"/>
                  </a:lnTo>
                  <a:lnTo>
                    <a:pt x="248684" y="258538"/>
                  </a:lnTo>
                  <a:lnTo>
                    <a:pt x="248644" y="258753"/>
                  </a:lnTo>
                  <a:lnTo>
                    <a:pt x="248773" y="258771"/>
                  </a:lnTo>
                  <a:lnTo>
                    <a:pt x="249629" y="259368"/>
                  </a:lnTo>
                  <a:lnTo>
                    <a:pt x="249795" y="259600"/>
                  </a:lnTo>
                  <a:lnTo>
                    <a:pt x="249978" y="259893"/>
                  </a:lnTo>
                  <a:lnTo>
                    <a:pt x="250148" y="260120"/>
                  </a:lnTo>
                  <a:lnTo>
                    <a:pt x="250396" y="260434"/>
                  </a:lnTo>
                  <a:lnTo>
                    <a:pt x="250703" y="260768"/>
                  </a:lnTo>
                  <a:lnTo>
                    <a:pt x="250887" y="260887"/>
                  </a:lnTo>
                  <a:lnTo>
                    <a:pt x="251164" y="261049"/>
                  </a:lnTo>
                  <a:lnTo>
                    <a:pt x="251298" y="261121"/>
                  </a:lnTo>
                  <a:lnTo>
                    <a:pt x="251549" y="261244"/>
                  </a:lnTo>
                  <a:lnTo>
                    <a:pt x="251734" y="261296"/>
                  </a:lnTo>
                  <a:lnTo>
                    <a:pt x="252161" y="261380"/>
                  </a:lnTo>
                  <a:lnTo>
                    <a:pt x="252572" y="261365"/>
                  </a:lnTo>
                  <a:lnTo>
                    <a:pt x="252850" y="261379"/>
                  </a:lnTo>
                  <a:lnTo>
                    <a:pt x="253284" y="261432"/>
                  </a:lnTo>
                  <a:lnTo>
                    <a:pt x="253727" y="261374"/>
                  </a:lnTo>
                  <a:lnTo>
                    <a:pt x="254232" y="261390"/>
                  </a:lnTo>
                  <a:lnTo>
                    <a:pt x="254780" y="261255"/>
                  </a:lnTo>
                  <a:lnTo>
                    <a:pt x="254957" y="261272"/>
                  </a:lnTo>
                  <a:lnTo>
                    <a:pt x="255116" y="261320"/>
                  </a:lnTo>
                  <a:lnTo>
                    <a:pt x="255930" y="261639"/>
                  </a:lnTo>
                  <a:lnTo>
                    <a:pt x="256355" y="261882"/>
                  </a:lnTo>
                  <a:lnTo>
                    <a:pt x="256737" y="262050"/>
                  </a:lnTo>
                  <a:lnTo>
                    <a:pt x="257410" y="262065"/>
                  </a:lnTo>
                  <a:lnTo>
                    <a:pt x="257788" y="260935"/>
                  </a:lnTo>
                  <a:lnTo>
                    <a:pt x="257976" y="260178"/>
                  </a:lnTo>
                  <a:lnTo>
                    <a:pt x="258618" y="260497"/>
                  </a:lnTo>
                  <a:lnTo>
                    <a:pt x="259120" y="260579"/>
                  </a:lnTo>
                  <a:lnTo>
                    <a:pt x="259435" y="260585"/>
                  </a:lnTo>
                  <a:lnTo>
                    <a:pt x="259598" y="260617"/>
                  </a:lnTo>
                  <a:lnTo>
                    <a:pt x="260010" y="260668"/>
                  </a:lnTo>
                  <a:lnTo>
                    <a:pt x="260949" y="260958"/>
                  </a:lnTo>
                  <a:lnTo>
                    <a:pt x="261274" y="261068"/>
                  </a:lnTo>
                  <a:lnTo>
                    <a:pt x="261401" y="261086"/>
                  </a:lnTo>
                  <a:lnTo>
                    <a:pt x="261748" y="261201"/>
                  </a:lnTo>
                  <a:lnTo>
                    <a:pt x="262034" y="261522"/>
                  </a:lnTo>
                  <a:lnTo>
                    <a:pt x="262902" y="262002"/>
                  </a:lnTo>
                  <a:lnTo>
                    <a:pt x="263291" y="261885"/>
                  </a:lnTo>
                  <a:lnTo>
                    <a:pt x="263638" y="261779"/>
                  </a:lnTo>
                  <a:lnTo>
                    <a:pt x="264798" y="261564"/>
                  </a:lnTo>
                  <a:lnTo>
                    <a:pt x="265495" y="261442"/>
                  </a:lnTo>
                  <a:lnTo>
                    <a:pt x="266715" y="261229"/>
                  </a:lnTo>
                  <a:lnTo>
                    <a:pt x="266879" y="261201"/>
                  </a:lnTo>
                  <a:lnTo>
                    <a:pt x="267110" y="261170"/>
                  </a:lnTo>
                  <a:lnTo>
                    <a:pt x="267343" y="261139"/>
                  </a:lnTo>
                  <a:lnTo>
                    <a:pt x="268039" y="261051"/>
                  </a:lnTo>
                  <a:lnTo>
                    <a:pt x="268975" y="260298"/>
                  </a:lnTo>
                  <a:lnTo>
                    <a:pt x="269277" y="259596"/>
                  </a:lnTo>
                  <a:lnTo>
                    <a:pt x="269541" y="259508"/>
                  </a:lnTo>
                  <a:lnTo>
                    <a:pt x="270053" y="259804"/>
                  </a:lnTo>
                  <a:lnTo>
                    <a:pt x="271237" y="260379"/>
                  </a:lnTo>
                  <a:lnTo>
                    <a:pt x="271726" y="260253"/>
                  </a:lnTo>
                  <a:lnTo>
                    <a:pt x="272179" y="260255"/>
                  </a:lnTo>
                  <a:lnTo>
                    <a:pt x="272699" y="260270"/>
                  </a:lnTo>
                  <a:lnTo>
                    <a:pt x="272954" y="260279"/>
                  </a:lnTo>
                  <a:lnTo>
                    <a:pt x="273208" y="260288"/>
                  </a:lnTo>
                  <a:lnTo>
                    <a:pt x="273463" y="260298"/>
                  </a:lnTo>
                  <a:lnTo>
                    <a:pt x="273596" y="260304"/>
                  </a:lnTo>
                  <a:lnTo>
                    <a:pt x="273722" y="260553"/>
                  </a:lnTo>
                  <a:lnTo>
                    <a:pt x="274069" y="260802"/>
                  </a:lnTo>
                  <a:lnTo>
                    <a:pt x="274574" y="261232"/>
                  </a:lnTo>
                  <a:lnTo>
                    <a:pt x="274693" y="261534"/>
                  </a:lnTo>
                  <a:lnTo>
                    <a:pt x="275028" y="262015"/>
                  </a:lnTo>
                  <a:lnTo>
                    <a:pt x="275528" y="261965"/>
                  </a:lnTo>
                  <a:lnTo>
                    <a:pt x="276095" y="261724"/>
                  </a:lnTo>
                  <a:lnTo>
                    <a:pt x="276672" y="261482"/>
                  </a:lnTo>
                  <a:lnTo>
                    <a:pt x="276844" y="261542"/>
                  </a:lnTo>
                  <a:lnTo>
                    <a:pt x="277290" y="261672"/>
                  </a:lnTo>
                  <a:lnTo>
                    <a:pt x="277293" y="261937"/>
                  </a:lnTo>
                  <a:lnTo>
                    <a:pt x="277103" y="262468"/>
                  </a:lnTo>
                  <a:lnTo>
                    <a:pt x="276955" y="263076"/>
                  </a:lnTo>
                  <a:lnTo>
                    <a:pt x="276941" y="263279"/>
                  </a:lnTo>
                  <a:lnTo>
                    <a:pt x="277249" y="263568"/>
                  </a:lnTo>
                  <a:lnTo>
                    <a:pt x="277570" y="264017"/>
                  </a:lnTo>
                  <a:lnTo>
                    <a:pt x="277494" y="264260"/>
                  </a:lnTo>
                  <a:lnTo>
                    <a:pt x="277356" y="264332"/>
                  </a:lnTo>
                  <a:lnTo>
                    <a:pt x="277096" y="264348"/>
                  </a:lnTo>
                  <a:lnTo>
                    <a:pt x="276950" y="264431"/>
                  </a:lnTo>
                  <a:lnTo>
                    <a:pt x="276480" y="264885"/>
                  </a:lnTo>
                  <a:lnTo>
                    <a:pt x="276458" y="265065"/>
                  </a:lnTo>
                  <a:lnTo>
                    <a:pt x="276265" y="265729"/>
                  </a:lnTo>
                  <a:lnTo>
                    <a:pt x="276029" y="265738"/>
                  </a:lnTo>
                  <a:lnTo>
                    <a:pt x="275936" y="266160"/>
                  </a:lnTo>
                  <a:lnTo>
                    <a:pt x="275668" y="266401"/>
                  </a:lnTo>
                  <a:lnTo>
                    <a:pt x="275731" y="266805"/>
                  </a:lnTo>
                  <a:lnTo>
                    <a:pt x="276069" y="266993"/>
                  </a:lnTo>
                  <a:lnTo>
                    <a:pt x="276291" y="267028"/>
                  </a:lnTo>
                  <a:lnTo>
                    <a:pt x="276544" y="267139"/>
                  </a:lnTo>
                  <a:lnTo>
                    <a:pt x="276643" y="267314"/>
                  </a:lnTo>
                  <a:lnTo>
                    <a:pt x="276477" y="267632"/>
                  </a:lnTo>
                  <a:lnTo>
                    <a:pt x="276746" y="267868"/>
                  </a:lnTo>
                  <a:lnTo>
                    <a:pt x="277057" y="268036"/>
                  </a:lnTo>
                  <a:lnTo>
                    <a:pt x="277530" y="268309"/>
                  </a:lnTo>
                  <a:lnTo>
                    <a:pt x="277638" y="268908"/>
                  </a:lnTo>
                  <a:lnTo>
                    <a:pt x="277499" y="269702"/>
                  </a:lnTo>
                  <a:lnTo>
                    <a:pt x="277644" y="269820"/>
                  </a:lnTo>
                  <a:lnTo>
                    <a:pt x="277881" y="269949"/>
                  </a:lnTo>
                  <a:lnTo>
                    <a:pt x="278660" y="270089"/>
                  </a:lnTo>
                  <a:lnTo>
                    <a:pt x="278988" y="269999"/>
                  </a:lnTo>
                  <a:lnTo>
                    <a:pt x="279177" y="269852"/>
                  </a:lnTo>
                  <a:lnTo>
                    <a:pt x="279394" y="269883"/>
                  </a:lnTo>
                  <a:lnTo>
                    <a:pt x="280212" y="270667"/>
                  </a:lnTo>
                  <a:lnTo>
                    <a:pt x="280589" y="270733"/>
                  </a:lnTo>
                  <a:lnTo>
                    <a:pt x="280939" y="271049"/>
                  </a:lnTo>
                  <a:lnTo>
                    <a:pt x="280990" y="271214"/>
                  </a:lnTo>
                  <a:lnTo>
                    <a:pt x="281118" y="271466"/>
                  </a:lnTo>
                  <a:lnTo>
                    <a:pt x="281668" y="271637"/>
                  </a:lnTo>
                  <a:lnTo>
                    <a:pt x="281936" y="271743"/>
                  </a:lnTo>
                  <a:lnTo>
                    <a:pt x="282175" y="271846"/>
                  </a:lnTo>
                  <a:lnTo>
                    <a:pt x="282322" y="272221"/>
                  </a:lnTo>
                  <a:lnTo>
                    <a:pt x="283038" y="272121"/>
                  </a:lnTo>
                  <a:lnTo>
                    <a:pt x="283304" y="272481"/>
                  </a:lnTo>
                  <a:lnTo>
                    <a:pt x="283718" y="272861"/>
                  </a:lnTo>
                  <a:lnTo>
                    <a:pt x="283991" y="273400"/>
                  </a:lnTo>
                  <a:lnTo>
                    <a:pt x="283981" y="273676"/>
                  </a:lnTo>
                  <a:lnTo>
                    <a:pt x="283810" y="273758"/>
                  </a:lnTo>
                  <a:lnTo>
                    <a:pt x="283493" y="274222"/>
                  </a:lnTo>
                  <a:lnTo>
                    <a:pt x="283580" y="274555"/>
                  </a:lnTo>
                  <a:lnTo>
                    <a:pt x="284490" y="274438"/>
                  </a:lnTo>
                  <a:lnTo>
                    <a:pt x="284640" y="274391"/>
                  </a:lnTo>
                  <a:lnTo>
                    <a:pt x="285180" y="274336"/>
                  </a:lnTo>
                  <a:lnTo>
                    <a:pt x="285384" y="274497"/>
                  </a:lnTo>
                  <a:lnTo>
                    <a:pt x="285721" y="274682"/>
                  </a:lnTo>
                  <a:lnTo>
                    <a:pt x="286160" y="274360"/>
                  </a:lnTo>
                  <a:lnTo>
                    <a:pt x="286505" y="273895"/>
                  </a:lnTo>
                  <a:lnTo>
                    <a:pt x="286888" y="273819"/>
                  </a:lnTo>
                  <a:lnTo>
                    <a:pt x="286841" y="274174"/>
                  </a:lnTo>
                  <a:lnTo>
                    <a:pt x="287129" y="274572"/>
                  </a:lnTo>
                  <a:lnTo>
                    <a:pt x="287621" y="274621"/>
                  </a:lnTo>
                  <a:lnTo>
                    <a:pt x="288066" y="274553"/>
                  </a:lnTo>
                  <a:lnTo>
                    <a:pt x="288660" y="273619"/>
                  </a:lnTo>
                  <a:lnTo>
                    <a:pt x="288903" y="273548"/>
                  </a:lnTo>
                  <a:lnTo>
                    <a:pt x="289427" y="273521"/>
                  </a:lnTo>
                  <a:lnTo>
                    <a:pt x="289745" y="273687"/>
                  </a:lnTo>
                  <a:lnTo>
                    <a:pt x="290010" y="273719"/>
                  </a:lnTo>
                  <a:lnTo>
                    <a:pt x="290446" y="273685"/>
                  </a:lnTo>
                  <a:lnTo>
                    <a:pt x="291096" y="273796"/>
                  </a:lnTo>
                  <a:lnTo>
                    <a:pt x="291437" y="274241"/>
                  </a:lnTo>
                  <a:lnTo>
                    <a:pt x="292020" y="274550"/>
                  </a:lnTo>
                  <a:lnTo>
                    <a:pt x="291990" y="274774"/>
                  </a:lnTo>
                  <a:lnTo>
                    <a:pt x="291833" y="274972"/>
                  </a:lnTo>
                  <a:lnTo>
                    <a:pt x="290575" y="276097"/>
                  </a:lnTo>
                  <a:lnTo>
                    <a:pt x="290467" y="276843"/>
                  </a:lnTo>
                  <a:lnTo>
                    <a:pt x="290502" y="277476"/>
                  </a:lnTo>
                  <a:lnTo>
                    <a:pt x="290620" y="277915"/>
                  </a:lnTo>
                  <a:lnTo>
                    <a:pt x="291146" y="278288"/>
                  </a:lnTo>
                  <a:lnTo>
                    <a:pt x="291213" y="279136"/>
                  </a:lnTo>
                  <a:lnTo>
                    <a:pt x="290867" y="279092"/>
                  </a:lnTo>
                  <a:lnTo>
                    <a:pt x="290632" y="279420"/>
                  </a:lnTo>
                  <a:lnTo>
                    <a:pt x="290165" y="280243"/>
                  </a:lnTo>
                  <a:lnTo>
                    <a:pt x="290060" y="281136"/>
                  </a:lnTo>
                  <a:lnTo>
                    <a:pt x="290132" y="281364"/>
                  </a:lnTo>
                  <a:lnTo>
                    <a:pt x="290411" y="281654"/>
                  </a:lnTo>
                  <a:lnTo>
                    <a:pt x="290383" y="281818"/>
                  </a:lnTo>
                  <a:lnTo>
                    <a:pt x="290464" y="282210"/>
                  </a:lnTo>
                  <a:lnTo>
                    <a:pt x="290607" y="282215"/>
                  </a:lnTo>
                  <a:lnTo>
                    <a:pt x="290765" y="282218"/>
                  </a:lnTo>
                  <a:lnTo>
                    <a:pt x="290940" y="282206"/>
                  </a:lnTo>
                  <a:lnTo>
                    <a:pt x="291399" y="282893"/>
                  </a:lnTo>
                  <a:lnTo>
                    <a:pt x="291416" y="283082"/>
                  </a:lnTo>
                  <a:lnTo>
                    <a:pt x="291787" y="283643"/>
                  </a:lnTo>
                  <a:lnTo>
                    <a:pt x="292541" y="284737"/>
                  </a:lnTo>
                  <a:lnTo>
                    <a:pt x="292725" y="285194"/>
                  </a:lnTo>
                  <a:lnTo>
                    <a:pt x="292984" y="286455"/>
                  </a:lnTo>
                  <a:lnTo>
                    <a:pt x="293131" y="286566"/>
                  </a:lnTo>
                  <a:lnTo>
                    <a:pt x="293435" y="286794"/>
                  </a:lnTo>
                  <a:lnTo>
                    <a:pt x="293689" y="287115"/>
                  </a:lnTo>
                  <a:lnTo>
                    <a:pt x="293968" y="287357"/>
                  </a:lnTo>
                  <a:lnTo>
                    <a:pt x="294477" y="287603"/>
                  </a:lnTo>
                  <a:lnTo>
                    <a:pt x="294606" y="287614"/>
                  </a:lnTo>
                  <a:lnTo>
                    <a:pt x="294576" y="287812"/>
                  </a:lnTo>
                  <a:lnTo>
                    <a:pt x="294587" y="288083"/>
                  </a:lnTo>
                  <a:lnTo>
                    <a:pt x="294572" y="288389"/>
                  </a:lnTo>
                  <a:lnTo>
                    <a:pt x="294420" y="288571"/>
                  </a:lnTo>
                  <a:lnTo>
                    <a:pt x="294298" y="288886"/>
                  </a:lnTo>
                  <a:lnTo>
                    <a:pt x="294462" y="289278"/>
                  </a:lnTo>
                  <a:lnTo>
                    <a:pt x="294265" y="289635"/>
                  </a:lnTo>
                  <a:lnTo>
                    <a:pt x="294219" y="290170"/>
                  </a:lnTo>
                  <a:lnTo>
                    <a:pt x="294323" y="290571"/>
                  </a:lnTo>
                  <a:lnTo>
                    <a:pt x="294576" y="290888"/>
                  </a:lnTo>
                  <a:lnTo>
                    <a:pt x="294327" y="291535"/>
                  </a:lnTo>
                  <a:lnTo>
                    <a:pt x="294093" y="291520"/>
                  </a:lnTo>
                  <a:lnTo>
                    <a:pt x="293204" y="291326"/>
                  </a:lnTo>
                  <a:lnTo>
                    <a:pt x="292860" y="290955"/>
                  </a:lnTo>
                  <a:lnTo>
                    <a:pt x="292611" y="290825"/>
                  </a:lnTo>
                  <a:lnTo>
                    <a:pt x="292388" y="290869"/>
                  </a:lnTo>
                  <a:lnTo>
                    <a:pt x="292131" y="290845"/>
                  </a:lnTo>
                  <a:lnTo>
                    <a:pt x="291912" y="290511"/>
                  </a:lnTo>
                  <a:lnTo>
                    <a:pt x="291660" y="290282"/>
                  </a:lnTo>
                  <a:lnTo>
                    <a:pt x="291162" y="290529"/>
                  </a:lnTo>
                  <a:lnTo>
                    <a:pt x="290974" y="291097"/>
                  </a:lnTo>
                  <a:lnTo>
                    <a:pt x="291078" y="291418"/>
                  </a:lnTo>
                  <a:lnTo>
                    <a:pt x="291067" y="291669"/>
                  </a:lnTo>
                  <a:lnTo>
                    <a:pt x="290231" y="291699"/>
                  </a:lnTo>
                  <a:lnTo>
                    <a:pt x="290041" y="291610"/>
                  </a:lnTo>
                  <a:lnTo>
                    <a:pt x="289698" y="291871"/>
                  </a:lnTo>
                  <a:lnTo>
                    <a:pt x="289628" y="292222"/>
                  </a:lnTo>
                  <a:lnTo>
                    <a:pt x="289420" y="292287"/>
                  </a:lnTo>
                  <a:lnTo>
                    <a:pt x="288845" y="292364"/>
                  </a:lnTo>
                  <a:lnTo>
                    <a:pt x="288465" y="292206"/>
                  </a:lnTo>
                  <a:lnTo>
                    <a:pt x="288149" y="292206"/>
                  </a:lnTo>
                  <a:lnTo>
                    <a:pt x="287854" y="292417"/>
                  </a:lnTo>
                  <a:lnTo>
                    <a:pt x="287491" y="292479"/>
                  </a:lnTo>
                  <a:lnTo>
                    <a:pt x="287261" y="292837"/>
                  </a:lnTo>
                  <a:lnTo>
                    <a:pt x="287180" y="293033"/>
                  </a:lnTo>
                  <a:lnTo>
                    <a:pt x="286711" y="293128"/>
                  </a:lnTo>
                  <a:lnTo>
                    <a:pt x="286483" y="293147"/>
                  </a:lnTo>
                  <a:lnTo>
                    <a:pt x="286368" y="293372"/>
                  </a:lnTo>
                  <a:lnTo>
                    <a:pt x="286292" y="294739"/>
                  </a:lnTo>
                  <a:lnTo>
                    <a:pt x="285384" y="295006"/>
                  </a:lnTo>
                  <a:lnTo>
                    <a:pt x="285198" y="294948"/>
                  </a:lnTo>
                  <a:lnTo>
                    <a:pt x="284989" y="295219"/>
                  </a:lnTo>
                  <a:lnTo>
                    <a:pt x="284926" y="295495"/>
                  </a:lnTo>
                  <a:lnTo>
                    <a:pt x="284644" y="295914"/>
                  </a:lnTo>
                  <a:lnTo>
                    <a:pt x="284214" y="296095"/>
                  </a:lnTo>
                  <a:lnTo>
                    <a:pt x="283571" y="296224"/>
                  </a:lnTo>
                  <a:lnTo>
                    <a:pt x="283371" y="296241"/>
                  </a:lnTo>
                  <a:lnTo>
                    <a:pt x="282876" y="296024"/>
                  </a:lnTo>
                  <a:lnTo>
                    <a:pt x="282558" y="295966"/>
                  </a:lnTo>
                  <a:lnTo>
                    <a:pt x="282310" y="296256"/>
                  </a:lnTo>
                  <a:lnTo>
                    <a:pt x="282254" y="296431"/>
                  </a:lnTo>
                  <a:lnTo>
                    <a:pt x="281997" y="296645"/>
                  </a:lnTo>
                  <a:lnTo>
                    <a:pt x="281629" y="296721"/>
                  </a:lnTo>
                  <a:lnTo>
                    <a:pt x="281226" y="297312"/>
                  </a:lnTo>
                  <a:lnTo>
                    <a:pt x="280956" y="297239"/>
                  </a:lnTo>
                  <a:lnTo>
                    <a:pt x="280501" y="297246"/>
                  </a:lnTo>
                  <a:lnTo>
                    <a:pt x="280264" y="297266"/>
                  </a:lnTo>
                  <a:lnTo>
                    <a:pt x="280035" y="297457"/>
                  </a:lnTo>
                  <a:lnTo>
                    <a:pt x="279789" y="297913"/>
                  </a:lnTo>
                  <a:lnTo>
                    <a:pt x="279587" y="298473"/>
                  </a:lnTo>
                  <a:lnTo>
                    <a:pt x="279327" y="298453"/>
                  </a:lnTo>
                  <a:lnTo>
                    <a:pt x="278855" y="297896"/>
                  </a:lnTo>
                  <a:lnTo>
                    <a:pt x="278671" y="297648"/>
                  </a:lnTo>
                  <a:lnTo>
                    <a:pt x="278497" y="297712"/>
                  </a:lnTo>
                  <a:lnTo>
                    <a:pt x="278062" y="297971"/>
                  </a:lnTo>
                  <a:lnTo>
                    <a:pt x="278254" y="298502"/>
                  </a:lnTo>
                  <a:lnTo>
                    <a:pt x="278100" y="298645"/>
                  </a:lnTo>
                  <a:lnTo>
                    <a:pt x="277369" y="298667"/>
                  </a:lnTo>
                  <a:lnTo>
                    <a:pt x="277351" y="298382"/>
                  </a:lnTo>
                  <a:lnTo>
                    <a:pt x="277032" y="298592"/>
                  </a:lnTo>
                  <a:lnTo>
                    <a:pt x="276960" y="298771"/>
                  </a:lnTo>
                  <a:lnTo>
                    <a:pt x="276776" y="299203"/>
                  </a:lnTo>
                  <a:lnTo>
                    <a:pt x="276487" y="299310"/>
                  </a:lnTo>
                  <a:lnTo>
                    <a:pt x="275532" y="299223"/>
                  </a:lnTo>
                  <a:lnTo>
                    <a:pt x="275463" y="298939"/>
                  </a:lnTo>
                  <a:lnTo>
                    <a:pt x="275127" y="298464"/>
                  </a:lnTo>
                  <a:lnTo>
                    <a:pt x="274957" y="297896"/>
                  </a:lnTo>
                  <a:lnTo>
                    <a:pt x="274519" y="297359"/>
                  </a:lnTo>
                  <a:lnTo>
                    <a:pt x="274022" y="297120"/>
                  </a:lnTo>
                  <a:lnTo>
                    <a:pt x="273489" y="296749"/>
                  </a:lnTo>
                  <a:lnTo>
                    <a:pt x="273271" y="295971"/>
                  </a:lnTo>
                  <a:lnTo>
                    <a:pt x="272627" y="296075"/>
                  </a:lnTo>
                  <a:lnTo>
                    <a:pt x="272217" y="295937"/>
                  </a:lnTo>
                  <a:lnTo>
                    <a:pt x="272303" y="295666"/>
                  </a:lnTo>
                  <a:lnTo>
                    <a:pt x="272129" y="295378"/>
                  </a:lnTo>
                  <a:lnTo>
                    <a:pt x="271823" y="295099"/>
                  </a:lnTo>
                  <a:lnTo>
                    <a:pt x="271873" y="294691"/>
                  </a:lnTo>
                  <a:lnTo>
                    <a:pt x="271857" y="294528"/>
                  </a:lnTo>
                  <a:lnTo>
                    <a:pt x="271213" y="294273"/>
                  </a:lnTo>
                  <a:lnTo>
                    <a:pt x="271736" y="293933"/>
                  </a:lnTo>
                  <a:lnTo>
                    <a:pt x="271939" y="294139"/>
                  </a:lnTo>
                  <a:lnTo>
                    <a:pt x="271972" y="293100"/>
                  </a:lnTo>
                  <a:lnTo>
                    <a:pt x="271760" y="292966"/>
                  </a:lnTo>
                  <a:lnTo>
                    <a:pt x="271519" y="292373"/>
                  </a:lnTo>
                  <a:lnTo>
                    <a:pt x="271300" y="291983"/>
                  </a:lnTo>
                  <a:lnTo>
                    <a:pt x="271033" y="291840"/>
                  </a:lnTo>
                  <a:lnTo>
                    <a:pt x="270701" y="291734"/>
                  </a:lnTo>
                  <a:lnTo>
                    <a:pt x="270548" y="291502"/>
                  </a:lnTo>
                  <a:lnTo>
                    <a:pt x="270101" y="291384"/>
                  </a:lnTo>
                  <a:lnTo>
                    <a:pt x="269546" y="290742"/>
                  </a:lnTo>
                  <a:lnTo>
                    <a:pt x="269324" y="290927"/>
                  </a:lnTo>
                  <a:lnTo>
                    <a:pt x="268950" y="290759"/>
                  </a:lnTo>
                  <a:lnTo>
                    <a:pt x="268741" y="290214"/>
                  </a:lnTo>
                  <a:lnTo>
                    <a:pt x="268832" y="289522"/>
                  </a:lnTo>
                  <a:lnTo>
                    <a:pt x="268972" y="289456"/>
                  </a:lnTo>
                  <a:lnTo>
                    <a:pt x="269264" y="289175"/>
                  </a:lnTo>
                  <a:lnTo>
                    <a:pt x="269286" y="288827"/>
                  </a:lnTo>
                  <a:lnTo>
                    <a:pt x="269690" y="288221"/>
                  </a:lnTo>
                  <a:lnTo>
                    <a:pt x="269543" y="287851"/>
                  </a:lnTo>
                  <a:lnTo>
                    <a:pt x="269113" y="287398"/>
                  </a:lnTo>
                  <a:lnTo>
                    <a:pt x="269068" y="287145"/>
                  </a:lnTo>
                  <a:lnTo>
                    <a:pt x="268914" y="286814"/>
                  </a:lnTo>
                  <a:lnTo>
                    <a:pt x="268709" y="286694"/>
                  </a:lnTo>
                  <a:lnTo>
                    <a:pt x="268176" y="286428"/>
                  </a:lnTo>
                  <a:lnTo>
                    <a:pt x="267480" y="286306"/>
                  </a:lnTo>
                  <a:lnTo>
                    <a:pt x="267098" y="286256"/>
                  </a:lnTo>
                  <a:lnTo>
                    <a:pt x="266743" y="285962"/>
                  </a:lnTo>
                  <a:lnTo>
                    <a:pt x="266339" y="286280"/>
                  </a:lnTo>
                  <a:lnTo>
                    <a:pt x="266130" y="286429"/>
                  </a:lnTo>
                  <a:lnTo>
                    <a:pt x="265834" y="286323"/>
                  </a:lnTo>
                  <a:lnTo>
                    <a:pt x="265386" y="285663"/>
                  </a:lnTo>
                  <a:lnTo>
                    <a:pt x="265724" y="285445"/>
                  </a:lnTo>
                  <a:lnTo>
                    <a:pt x="265529" y="285203"/>
                  </a:lnTo>
                  <a:lnTo>
                    <a:pt x="264812" y="285271"/>
                  </a:lnTo>
                  <a:lnTo>
                    <a:pt x="264726" y="285635"/>
                  </a:lnTo>
                  <a:lnTo>
                    <a:pt x="264745" y="285894"/>
                  </a:lnTo>
                  <a:lnTo>
                    <a:pt x="264767" y="286300"/>
                  </a:lnTo>
                  <a:lnTo>
                    <a:pt x="263943" y="286315"/>
                  </a:lnTo>
                  <a:lnTo>
                    <a:pt x="263809" y="286118"/>
                  </a:lnTo>
                  <a:lnTo>
                    <a:pt x="263840" y="285862"/>
                  </a:lnTo>
                  <a:lnTo>
                    <a:pt x="263860" y="285687"/>
                  </a:lnTo>
                  <a:lnTo>
                    <a:pt x="263851" y="285409"/>
                  </a:lnTo>
                  <a:lnTo>
                    <a:pt x="263653" y="285085"/>
                  </a:lnTo>
                  <a:lnTo>
                    <a:pt x="263236" y="285071"/>
                  </a:lnTo>
                  <a:lnTo>
                    <a:pt x="262890" y="284637"/>
                  </a:lnTo>
                  <a:lnTo>
                    <a:pt x="262479" y="283730"/>
                  </a:lnTo>
                  <a:lnTo>
                    <a:pt x="262124" y="283587"/>
                  </a:lnTo>
                  <a:lnTo>
                    <a:pt x="261476" y="283571"/>
                  </a:lnTo>
                  <a:lnTo>
                    <a:pt x="261130" y="283348"/>
                  </a:lnTo>
                  <a:lnTo>
                    <a:pt x="260932" y="283710"/>
                  </a:lnTo>
                  <a:lnTo>
                    <a:pt x="260652" y="283800"/>
                  </a:lnTo>
                  <a:lnTo>
                    <a:pt x="260191" y="283798"/>
                  </a:lnTo>
                  <a:lnTo>
                    <a:pt x="260205" y="283641"/>
                  </a:lnTo>
                  <a:lnTo>
                    <a:pt x="260203" y="283433"/>
                  </a:lnTo>
                  <a:lnTo>
                    <a:pt x="259845" y="283382"/>
                  </a:lnTo>
                  <a:lnTo>
                    <a:pt x="259555" y="283140"/>
                  </a:lnTo>
                  <a:lnTo>
                    <a:pt x="259483" y="282992"/>
                  </a:lnTo>
                  <a:lnTo>
                    <a:pt x="259250" y="282951"/>
                  </a:lnTo>
                  <a:lnTo>
                    <a:pt x="259099" y="283088"/>
                  </a:lnTo>
                  <a:lnTo>
                    <a:pt x="258724" y="283433"/>
                  </a:lnTo>
                  <a:lnTo>
                    <a:pt x="258447" y="283701"/>
                  </a:lnTo>
                  <a:lnTo>
                    <a:pt x="258195" y="283604"/>
                  </a:lnTo>
                  <a:lnTo>
                    <a:pt x="257882" y="283537"/>
                  </a:lnTo>
                  <a:lnTo>
                    <a:pt x="257346" y="283520"/>
                  </a:lnTo>
                  <a:lnTo>
                    <a:pt x="257140" y="283691"/>
                  </a:lnTo>
                  <a:lnTo>
                    <a:pt x="256941" y="283887"/>
                  </a:lnTo>
                  <a:lnTo>
                    <a:pt x="256648" y="283921"/>
                  </a:lnTo>
                  <a:lnTo>
                    <a:pt x="256071" y="283722"/>
                  </a:lnTo>
                  <a:lnTo>
                    <a:pt x="256208" y="283955"/>
                  </a:lnTo>
                  <a:lnTo>
                    <a:pt x="256043" y="284955"/>
                  </a:lnTo>
                  <a:lnTo>
                    <a:pt x="255899" y="285049"/>
                  </a:lnTo>
                  <a:lnTo>
                    <a:pt x="255373" y="284878"/>
                  </a:lnTo>
                  <a:lnTo>
                    <a:pt x="254577" y="284906"/>
                  </a:lnTo>
                  <a:lnTo>
                    <a:pt x="254235" y="285005"/>
                  </a:lnTo>
                  <a:lnTo>
                    <a:pt x="254186" y="285308"/>
                  </a:lnTo>
                  <a:lnTo>
                    <a:pt x="254319" y="285763"/>
                  </a:lnTo>
                  <a:lnTo>
                    <a:pt x="254219" y="285973"/>
                  </a:lnTo>
                  <a:lnTo>
                    <a:pt x="253932" y="285908"/>
                  </a:lnTo>
                  <a:lnTo>
                    <a:pt x="253657" y="285895"/>
                  </a:lnTo>
                  <a:lnTo>
                    <a:pt x="253737" y="287003"/>
                  </a:lnTo>
                  <a:lnTo>
                    <a:pt x="253727" y="287364"/>
                  </a:lnTo>
                  <a:lnTo>
                    <a:pt x="253599" y="287474"/>
                  </a:lnTo>
                  <a:lnTo>
                    <a:pt x="253448" y="287508"/>
                  </a:lnTo>
                  <a:lnTo>
                    <a:pt x="253215" y="287594"/>
                  </a:lnTo>
                  <a:lnTo>
                    <a:pt x="253217" y="288078"/>
                  </a:lnTo>
                  <a:lnTo>
                    <a:pt x="252912" y="288714"/>
                  </a:lnTo>
                  <a:lnTo>
                    <a:pt x="252888" y="288947"/>
                  </a:lnTo>
                  <a:lnTo>
                    <a:pt x="252644" y="289498"/>
                  </a:lnTo>
                  <a:lnTo>
                    <a:pt x="252597" y="289683"/>
                  </a:lnTo>
                  <a:lnTo>
                    <a:pt x="252545" y="289931"/>
                  </a:lnTo>
                  <a:lnTo>
                    <a:pt x="252568" y="290208"/>
                  </a:lnTo>
                  <a:lnTo>
                    <a:pt x="252757" y="290359"/>
                  </a:lnTo>
                  <a:lnTo>
                    <a:pt x="252352" y="290627"/>
                  </a:lnTo>
                  <a:lnTo>
                    <a:pt x="252328" y="290941"/>
                  </a:lnTo>
                  <a:lnTo>
                    <a:pt x="251990" y="291173"/>
                  </a:lnTo>
                  <a:lnTo>
                    <a:pt x="251978" y="291586"/>
                  </a:lnTo>
                  <a:lnTo>
                    <a:pt x="252002" y="291896"/>
                  </a:lnTo>
                  <a:lnTo>
                    <a:pt x="253013" y="291837"/>
                  </a:lnTo>
                  <a:lnTo>
                    <a:pt x="253772" y="292200"/>
                  </a:lnTo>
                  <a:lnTo>
                    <a:pt x="254029" y="292243"/>
                  </a:lnTo>
                  <a:lnTo>
                    <a:pt x="254279" y="292251"/>
                  </a:lnTo>
                  <a:lnTo>
                    <a:pt x="254799" y="291969"/>
                  </a:lnTo>
                  <a:lnTo>
                    <a:pt x="255025" y="291955"/>
                  </a:lnTo>
                  <a:lnTo>
                    <a:pt x="255195" y="292053"/>
                  </a:lnTo>
                  <a:lnTo>
                    <a:pt x="255438" y="292342"/>
                  </a:lnTo>
                  <a:lnTo>
                    <a:pt x="255488" y="293131"/>
                  </a:lnTo>
                  <a:lnTo>
                    <a:pt x="255492" y="293291"/>
                  </a:lnTo>
                  <a:lnTo>
                    <a:pt x="255354" y="293469"/>
                  </a:lnTo>
                  <a:lnTo>
                    <a:pt x="255138" y="293490"/>
                  </a:lnTo>
                  <a:lnTo>
                    <a:pt x="255084" y="293620"/>
                  </a:lnTo>
                  <a:lnTo>
                    <a:pt x="254889" y="294185"/>
                  </a:lnTo>
                  <a:lnTo>
                    <a:pt x="254544" y="294295"/>
                  </a:lnTo>
                  <a:lnTo>
                    <a:pt x="254760" y="294490"/>
                  </a:lnTo>
                  <a:lnTo>
                    <a:pt x="254902" y="294608"/>
                  </a:lnTo>
                  <a:lnTo>
                    <a:pt x="254663" y="295918"/>
                  </a:lnTo>
                  <a:lnTo>
                    <a:pt x="254647" y="296078"/>
                  </a:lnTo>
                  <a:lnTo>
                    <a:pt x="254273" y="296083"/>
                  </a:lnTo>
                  <a:lnTo>
                    <a:pt x="253330" y="295650"/>
                  </a:lnTo>
                  <a:lnTo>
                    <a:pt x="253126" y="295748"/>
                  </a:lnTo>
                  <a:lnTo>
                    <a:pt x="252840" y="296089"/>
                  </a:lnTo>
                  <a:lnTo>
                    <a:pt x="252678" y="296339"/>
                  </a:lnTo>
                  <a:lnTo>
                    <a:pt x="253029" y="296713"/>
                  </a:lnTo>
                  <a:lnTo>
                    <a:pt x="253172" y="297070"/>
                  </a:lnTo>
                  <a:lnTo>
                    <a:pt x="253222" y="297263"/>
                  </a:lnTo>
                  <a:lnTo>
                    <a:pt x="253415" y="297502"/>
                  </a:lnTo>
                  <a:lnTo>
                    <a:pt x="253686" y="297809"/>
                  </a:lnTo>
                  <a:lnTo>
                    <a:pt x="253974" y="298143"/>
                  </a:lnTo>
                  <a:lnTo>
                    <a:pt x="254009" y="298455"/>
                  </a:lnTo>
                  <a:lnTo>
                    <a:pt x="254128" y="298702"/>
                  </a:lnTo>
                  <a:lnTo>
                    <a:pt x="253947" y="299046"/>
                  </a:lnTo>
                  <a:lnTo>
                    <a:pt x="253921" y="299458"/>
                  </a:lnTo>
                  <a:lnTo>
                    <a:pt x="254130" y="299753"/>
                  </a:lnTo>
                  <a:lnTo>
                    <a:pt x="254265" y="300022"/>
                  </a:lnTo>
                  <a:lnTo>
                    <a:pt x="254050" y="300163"/>
                  </a:lnTo>
                  <a:lnTo>
                    <a:pt x="253916" y="300587"/>
                  </a:lnTo>
                  <a:lnTo>
                    <a:pt x="254199" y="300728"/>
                  </a:lnTo>
                  <a:lnTo>
                    <a:pt x="254115" y="301052"/>
                  </a:lnTo>
                  <a:lnTo>
                    <a:pt x="254152" y="301432"/>
                  </a:lnTo>
                  <a:lnTo>
                    <a:pt x="254295" y="301716"/>
                  </a:lnTo>
                  <a:lnTo>
                    <a:pt x="254429" y="301975"/>
                  </a:lnTo>
                  <a:lnTo>
                    <a:pt x="254890" y="302650"/>
                  </a:lnTo>
                  <a:lnTo>
                    <a:pt x="255059" y="302857"/>
                  </a:lnTo>
                  <a:lnTo>
                    <a:pt x="255363" y="303754"/>
                  </a:lnTo>
                  <a:lnTo>
                    <a:pt x="255543" y="304336"/>
                  </a:lnTo>
                  <a:lnTo>
                    <a:pt x="255586" y="304489"/>
                  </a:lnTo>
                  <a:lnTo>
                    <a:pt x="255647" y="304748"/>
                  </a:lnTo>
                  <a:lnTo>
                    <a:pt x="255363" y="304643"/>
                  </a:lnTo>
                  <a:lnTo>
                    <a:pt x="254881" y="304710"/>
                  </a:lnTo>
                  <a:lnTo>
                    <a:pt x="254859" y="304883"/>
                  </a:lnTo>
                  <a:lnTo>
                    <a:pt x="254628" y="305060"/>
                  </a:lnTo>
                  <a:lnTo>
                    <a:pt x="254040" y="304907"/>
                  </a:lnTo>
                  <a:lnTo>
                    <a:pt x="253696" y="304928"/>
                  </a:lnTo>
                  <a:lnTo>
                    <a:pt x="252626" y="304987"/>
                  </a:lnTo>
                  <a:lnTo>
                    <a:pt x="252607" y="305196"/>
                  </a:lnTo>
                  <a:lnTo>
                    <a:pt x="252287" y="305588"/>
                  </a:lnTo>
                  <a:lnTo>
                    <a:pt x="252071" y="305468"/>
                  </a:lnTo>
                  <a:lnTo>
                    <a:pt x="251838" y="305310"/>
                  </a:lnTo>
                  <a:lnTo>
                    <a:pt x="251464" y="305452"/>
                  </a:lnTo>
                  <a:lnTo>
                    <a:pt x="251318" y="305528"/>
                  </a:lnTo>
                  <a:lnTo>
                    <a:pt x="250748" y="305817"/>
                  </a:lnTo>
                  <a:lnTo>
                    <a:pt x="250496" y="305833"/>
                  </a:lnTo>
                  <a:lnTo>
                    <a:pt x="250190" y="305417"/>
                  </a:lnTo>
                  <a:lnTo>
                    <a:pt x="249754" y="305632"/>
                  </a:lnTo>
                  <a:lnTo>
                    <a:pt x="249333" y="305816"/>
                  </a:lnTo>
                  <a:lnTo>
                    <a:pt x="249161" y="305823"/>
                  </a:lnTo>
                  <a:lnTo>
                    <a:pt x="248970" y="305729"/>
                  </a:lnTo>
                  <a:lnTo>
                    <a:pt x="248723" y="305269"/>
                  </a:lnTo>
                  <a:lnTo>
                    <a:pt x="248309" y="305526"/>
                  </a:lnTo>
                  <a:lnTo>
                    <a:pt x="248043" y="305631"/>
                  </a:lnTo>
                  <a:lnTo>
                    <a:pt x="246966" y="305923"/>
                  </a:lnTo>
                  <a:lnTo>
                    <a:pt x="246755" y="306148"/>
                  </a:lnTo>
                  <a:lnTo>
                    <a:pt x="246546" y="306886"/>
                  </a:lnTo>
                  <a:lnTo>
                    <a:pt x="246509" y="307185"/>
                  </a:lnTo>
                  <a:lnTo>
                    <a:pt x="246535" y="307617"/>
                  </a:lnTo>
                  <a:lnTo>
                    <a:pt x="246455" y="307912"/>
                  </a:lnTo>
                  <a:lnTo>
                    <a:pt x="246187" y="308060"/>
                  </a:lnTo>
                  <a:lnTo>
                    <a:pt x="245988" y="307927"/>
                  </a:lnTo>
                  <a:lnTo>
                    <a:pt x="245791" y="307797"/>
                  </a:lnTo>
                  <a:lnTo>
                    <a:pt x="245460" y="307578"/>
                  </a:lnTo>
                  <a:lnTo>
                    <a:pt x="245006" y="307405"/>
                  </a:lnTo>
                  <a:lnTo>
                    <a:pt x="244777" y="307890"/>
                  </a:lnTo>
                  <a:lnTo>
                    <a:pt x="244254" y="308355"/>
                  </a:lnTo>
                  <a:lnTo>
                    <a:pt x="244452" y="308848"/>
                  </a:lnTo>
                  <a:lnTo>
                    <a:pt x="244468" y="309564"/>
                  </a:lnTo>
                  <a:lnTo>
                    <a:pt x="244336" y="309686"/>
                  </a:lnTo>
                  <a:lnTo>
                    <a:pt x="244476" y="310366"/>
                  </a:lnTo>
                  <a:lnTo>
                    <a:pt x="244038" y="310745"/>
                  </a:lnTo>
                  <a:lnTo>
                    <a:pt x="243727" y="310456"/>
                  </a:lnTo>
                  <a:lnTo>
                    <a:pt x="243444" y="310285"/>
                  </a:lnTo>
                  <a:lnTo>
                    <a:pt x="243227" y="310780"/>
                  </a:lnTo>
                  <a:lnTo>
                    <a:pt x="243180" y="311093"/>
                  </a:lnTo>
                  <a:lnTo>
                    <a:pt x="243162" y="311222"/>
                  </a:lnTo>
                  <a:lnTo>
                    <a:pt x="243146" y="311580"/>
                  </a:lnTo>
                  <a:lnTo>
                    <a:pt x="243144" y="311759"/>
                  </a:lnTo>
                  <a:lnTo>
                    <a:pt x="243395" y="312317"/>
                  </a:lnTo>
                  <a:lnTo>
                    <a:pt x="243611" y="312480"/>
                  </a:lnTo>
                  <a:lnTo>
                    <a:pt x="243596" y="312846"/>
                  </a:lnTo>
                  <a:lnTo>
                    <a:pt x="243454" y="313013"/>
                  </a:lnTo>
                  <a:lnTo>
                    <a:pt x="243223" y="313098"/>
                  </a:lnTo>
                  <a:lnTo>
                    <a:pt x="242990" y="313188"/>
                  </a:lnTo>
                  <a:lnTo>
                    <a:pt x="243032" y="313860"/>
                  </a:lnTo>
                  <a:lnTo>
                    <a:pt x="243077" y="313990"/>
                  </a:lnTo>
                  <a:lnTo>
                    <a:pt x="243161" y="314183"/>
                  </a:lnTo>
                  <a:lnTo>
                    <a:pt x="243432" y="314279"/>
                  </a:lnTo>
                  <a:lnTo>
                    <a:pt x="243804" y="313926"/>
                  </a:lnTo>
                  <a:lnTo>
                    <a:pt x="244166" y="313996"/>
                  </a:lnTo>
                  <a:lnTo>
                    <a:pt x="244090" y="314240"/>
                  </a:lnTo>
                  <a:lnTo>
                    <a:pt x="244126" y="314427"/>
                  </a:lnTo>
                  <a:lnTo>
                    <a:pt x="244280" y="314615"/>
                  </a:lnTo>
                  <a:lnTo>
                    <a:pt x="244417" y="314899"/>
                  </a:lnTo>
                  <a:lnTo>
                    <a:pt x="244461" y="315133"/>
                  </a:lnTo>
                  <a:lnTo>
                    <a:pt x="244469" y="315262"/>
                  </a:lnTo>
                  <a:lnTo>
                    <a:pt x="244815" y="315330"/>
                  </a:lnTo>
                  <a:lnTo>
                    <a:pt x="245003" y="315335"/>
                  </a:lnTo>
                  <a:lnTo>
                    <a:pt x="245098" y="315702"/>
                  </a:lnTo>
                  <a:lnTo>
                    <a:pt x="244890" y="315970"/>
                  </a:lnTo>
                  <a:lnTo>
                    <a:pt x="244814" y="316452"/>
                  </a:lnTo>
                  <a:lnTo>
                    <a:pt x="244862" y="316942"/>
                  </a:lnTo>
                  <a:lnTo>
                    <a:pt x="244423" y="317033"/>
                  </a:lnTo>
                  <a:lnTo>
                    <a:pt x="244052" y="317050"/>
                  </a:lnTo>
                  <a:lnTo>
                    <a:pt x="243842" y="317185"/>
                  </a:lnTo>
                  <a:lnTo>
                    <a:pt x="243807" y="317525"/>
                  </a:lnTo>
                  <a:lnTo>
                    <a:pt x="243788" y="317798"/>
                  </a:lnTo>
                  <a:lnTo>
                    <a:pt x="243943" y="318000"/>
                  </a:lnTo>
                  <a:lnTo>
                    <a:pt x="244011" y="318144"/>
                  </a:lnTo>
                  <a:lnTo>
                    <a:pt x="244067" y="318402"/>
                  </a:lnTo>
                  <a:lnTo>
                    <a:pt x="244118" y="318815"/>
                  </a:lnTo>
                  <a:lnTo>
                    <a:pt x="243974" y="318949"/>
                  </a:lnTo>
                  <a:lnTo>
                    <a:pt x="243762" y="319076"/>
                  </a:lnTo>
                  <a:lnTo>
                    <a:pt x="243604" y="319527"/>
                  </a:lnTo>
                  <a:lnTo>
                    <a:pt x="243674" y="320003"/>
                  </a:lnTo>
                  <a:lnTo>
                    <a:pt x="243303" y="320277"/>
                  </a:lnTo>
                  <a:lnTo>
                    <a:pt x="243170" y="320314"/>
                  </a:lnTo>
                  <a:lnTo>
                    <a:pt x="243086" y="320449"/>
                  </a:lnTo>
                  <a:lnTo>
                    <a:pt x="243092" y="320696"/>
                  </a:lnTo>
                  <a:lnTo>
                    <a:pt x="243619" y="320797"/>
                  </a:lnTo>
                  <a:lnTo>
                    <a:pt x="243467" y="321024"/>
                  </a:lnTo>
                  <a:lnTo>
                    <a:pt x="242719" y="321226"/>
                  </a:lnTo>
                  <a:lnTo>
                    <a:pt x="242257" y="321489"/>
                  </a:lnTo>
                  <a:lnTo>
                    <a:pt x="242194" y="321717"/>
                  </a:lnTo>
                  <a:lnTo>
                    <a:pt x="242158" y="321852"/>
                  </a:lnTo>
                  <a:lnTo>
                    <a:pt x="242355" y="322170"/>
                  </a:lnTo>
                  <a:lnTo>
                    <a:pt x="242464" y="322763"/>
                  </a:lnTo>
                  <a:lnTo>
                    <a:pt x="242476" y="323129"/>
                  </a:lnTo>
                  <a:lnTo>
                    <a:pt x="242618" y="323726"/>
                  </a:lnTo>
                  <a:lnTo>
                    <a:pt x="242327" y="323966"/>
                  </a:lnTo>
                  <a:lnTo>
                    <a:pt x="242070" y="324402"/>
                  </a:lnTo>
                  <a:lnTo>
                    <a:pt x="241928" y="324364"/>
                  </a:lnTo>
                  <a:lnTo>
                    <a:pt x="241592" y="324144"/>
                  </a:lnTo>
                  <a:lnTo>
                    <a:pt x="241234" y="324226"/>
                  </a:lnTo>
                  <a:lnTo>
                    <a:pt x="241055" y="324358"/>
                  </a:lnTo>
                  <a:lnTo>
                    <a:pt x="240905" y="324383"/>
                  </a:lnTo>
                  <a:lnTo>
                    <a:pt x="240166" y="324640"/>
                  </a:lnTo>
                  <a:lnTo>
                    <a:pt x="239962" y="324735"/>
                  </a:lnTo>
                  <a:lnTo>
                    <a:pt x="238322" y="325053"/>
                  </a:lnTo>
                  <a:lnTo>
                    <a:pt x="238125" y="325148"/>
                  </a:lnTo>
                  <a:lnTo>
                    <a:pt x="237568" y="325409"/>
                  </a:lnTo>
                  <a:lnTo>
                    <a:pt x="237501" y="325549"/>
                  </a:lnTo>
                  <a:lnTo>
                    <a:pt x="237601" y="326149"/>
                  </a:lnTo>
                  <a:lnTo>
                    <a:pt x="237338" y="326421"/>
                  </a:lnTo>
                  <a:lnTo>
                    <a:pt x="236801" y="326761"/>
                  </a:lnTo>
                  <a:lnTo>
                    <a:pt x="236664" y="326728"/>
                  </a:lnTo>
                  <a:lnTo>
                    <a:pt x="236235" y="326665"/>
                  </a:lnTo>
                  <a:lnTo>
                    <a:pt x="235752" y="326780"/>
                  </a:lnTo>
                  <a:lnTo>
                    <a:pt x="235516" y="326927"/>
                  </a:lnTo>
                  <a:lnTo>
                    <a:pt x="234531" y="326421"/>
                  </a:lnTo>
                  <a:lnTo>
                    <a:pt x="234207" y="326363"/>
                  </a:lnTo>
                  <a:lnTo>
                    <a:pt x="233830" y="326391"/>
                  </a:lnTo>
                  <a:lnTo>
                    <a:pt x="233625" y="326420"/>
                  </a:lnTo>
                  <a:lnTo>
                    <a:pt x="233369" y="326811"/>
                  </a:lnTo>
                  <a:lnTo>
                    <a:pt x="232999" y="326453"/>
                  </a:lnTo>
                  <a:lnTo>
                    <a:pt x="232964" y="326278"/>
                  </a:lnTo>
                  <a:lnTo>
                    <a:pt x="232810" y="326085"/>
                  </a:lnTo>
                  <a:lnTo>
                    <a:pt x="232623" y="326302"/>
                  </a:lnTo>
                  <a:lnTo>
                    <a:pt x="232401" y="326429"/>
                  </a:lnTo>
                  <a:lnTo>
                    <a:pt x="231981" y="326387"/>
                  </a:lnTo>
                  <a:lnTo>
                    <a:pt x="231527" y="326174"/>
                  </a:lnTo>
                  <a:lnTo>
                    <a:pt x="231447" y="326046"/>
                  </a:lnTo>
                  <a:lnTo>
                    <a:pt x="230747" y="325938"/>
                  </a:lnTo>
                  <a:lnTo>
                    <a:pt x="230574" y="325534"/>
                  </a:lnTo>
                  <a:lnTo>
                    <a:pt x="230584" y="325373"/>
                  </a:lnTo>
                  <a:lnTo>
                    <a:pt x="230556" y="325157"/>
                  </a:lnTo>
                  <a:lnTo>
                    <a:pt x="230292" y="324863"/>
                  </a:lnTo>
                  <a:lnTo>
                    <a:pt x="230153" y="324789"/>
                  </a:lnTo>
                  <a:lnTo>
                    <a:pt x="230008" y="324702"/>
                  </a:lnTo>
                  <a:lnTo>
                    <a:pt x="229749" y="324261"/>
                  </a:lnTo>
                  <a:lnTo>
                    <a:pt x="230068" y="323786"/>
                  </a:lnTo>
                  <a:lnTo>
                    <a:pt x="229631" y="323701"/>
                  </a:lnTo>
                  <a:lnTo>
                    <a:pt x="229318" y="323637"/>
                  </a:lnTo>
                  <a:lnTo>
                    <a:pt x="228404" y="323636"/>
                  </a:lnTo>
                  <a:lnTo>
                    <a:pt x="228364" y="323911"/>
                  </a:lnTo>
                  <a:lnTo>
                    <a:pt x="228086" y="324149"/>
                  </a:lnTo>
                  <a:lnTo>
                    <a:pt x="227908" y="324173"/>
                  </a:lnTo>
                  <a:lnTo>
                    <a:pt x="227771" y="324190"/>
                  </a:lnTo>
                  <a:lnTo>
                    <a:pt x="227382" y="324244"/>
                  </a:lnTo>
                  <a:lnTo>
                    <a:pt x="227135" y="324549"/>
                  </a:lnTo>
                  <a:lnTo>
                    <a:pt x="227042" y="324678"/>
                  </a:lnTo>
                  <a:lnTo>
                    <a:pt x="227271" y="324874"/>
                  </a:lnTo>
                  <a:lnTo>
                    <a:pt x="227279" y="325052"/>
                  </a:lnTo>
                  <a:lnTo>
                    <a:pt x="227279" y="325211"/>
                  </a:lnTo>
                  <a:lnTo>
                    <a:pt x="227107" y="325650"/>
                  </a:lnTo>
                  <a:lnTo>
                    <a:pt x="226977" y="325956"/>
                  </a:lnTo>
                  <a:lnTo>
                    <a:pt x="226988" y="326518"/>
                  </a:lnTo>
                  <a:lnTo>
                    <a:pt x="227514" y="326512"/>
                  </a:lnTo>
                  <a:lnTo>
                    <a:pt x="227751" y="326971"/>
                  </a:lnTo>
                  <a:lnTo>
                    <a:pt x="227871" y="327350"/>
                  </a:lnTo>
                  <a:lnTo>
                    <a:pt x="227949" y="328095"/>
                  </a:lnTo>
                  <a:lnTo>
                    <a:pt x="227933" y="328480"/>
                  </a:lnTo>
                  <a:lnTo>
                    <a:pt x="227980" y="328653"/>
                  </a:lnTo>
                  <a:lnTo>
                    <a:pt x="228264" y="328900"/>
                  </a:lnTo>
                  <a:lnTo>
                    <a:pt x="228330" y="329112"/>
                  </a:lnTo>
                  <a:lnTo>
                    <a:pt x="228183" y="329342"/>
                  </a:lnTo>
                  <a:lnTo>
                    <a:pt x="228055" y="329481"/>
                  </a:lnTo>
                  <a:lnTo>
                    <a:pt x="227567" y="329488"/>
                  </a:lnTo>
                  <a:lnTo>
                    <a:pt x="227409" y="329452"/>
                  </a:lnTo>
                  <a:lnTo>
                    <a:pt x="227040" y="329372"/>
                  </a:lnTo>
                  <a:lnTo>
                    <a:pt x="226879" y="329512"/>
                  </a:lnTo>
                  <a:lnTo>
                    <a:pt x="227081" y="329861"/>
                  </a:lnTo>
                  <a:lnTo>
                    <a:pt x="227132" y="330090"/>
                  </a:lnTo>
                  <a:lnTo>
                    <a:pt x="227119" y="330305"/>
                  </a:lnTo>
                  <a:lnTo>
                    <a:pt x="226943" y="330355"/>
                  </a:lnTo>
                  <a:lnTo>
                    <a:pt x="226472" y="330592"/>
                  </a:lnTo>
                  <a:lnTo>
                    <a:pt x="226455" y="330853"/>
                  </a:lnTo>
                  <a:lnTo>
                    <a:pt x="226621" y="331409"/>
                  </a:lnTo>
                  <a:lnTo>
                    <a:pt x="226947" y="331498"/>
                  </a:lnTo>
                  <a:lnTo>
                    <a:pt x="227141" y="331520"/>
                  </a:lnTo>
                  <a:lnTo>
                    <a:pt x="227393" y="331505"/>
                  </a:lnTo>
                  <a:lnTo>
                    <a:pt x="227807" y="331614"/>
                  </a:lnTo>
                  <a:lnTo>
                    <a:pt x="228460" y="332482"/>
                  </a:lnTo>
                  <a:lnTo>
                    <a:pt x="228528" y="332678"/>
                  </a:lnTo>
                  <a:lnTo>
                    <a:pt x="228627" y="332966"/>
                  </a:lnTo>
                  <a:lnTo>
                    <a:pt x="228673" y="333097"/>
                  </a:lnTo>
                  <a:lnTo>
                    <a:pt x="228876" y="333165"/>
                  </a:lnTo>
                  <a:lnTo>
                    <a:pt x="229077" y="333144"/>
                  </a:lnTo>
                  <a:lnTo>
                    <a:pt x="229251" y="333092"/>
                  </a:lnTo>
                  <a:lnTo>
                    <a:pt x="229633" y="332889"/>
                  </a:lnTo>
                  <a:lnTo>
                    <a:pt x="230251" y="332853"/>
                  </a:lnTo>
                  <a:lnTo>
                    <a:pt x="231118" y="332842"/>
                  </a:lnTo>
                  <a:lnTo>
                    <a:pt x="231480" y="332936"/>
                  </a:lnTo>
                  <a:lnTo>
                    <a:pt x="231626" y="333158"/>
                  </a:lnTo>
                  <a:lnTo>
                    <a:pt x="232567" y="333258"/>
                  </a:lnTo>
                  <a:lnTo>
                    <a:pt x="232382" y="333797"/>
                  </a:lnTo>
                  <a:lnTo>
                    <a:pt x="232249" y="333929"/>
                  </a:lnTo>
                  <a:lnTo>
                    <a:pt x="231834" y="333937"/>
                  </a:lnTo>
                  <a:lnTo>
                    <a:pt x="231753" y="334274"/>
                  </a:lnTo>
                  <a:lnTo>
                    <a:pt x="232234" y="334470"/>
                  </a:lnTo>
                  <a:lnTo>
                    <a:pt x="232572" y="334328"/>
                  </a:lnTo>
                  <a:lnTo>
                    <a:pt x="233281" y="334489"/>
                  </a:lnTo>
                  <a:lnTo>
                    <a:pt x="233827" y="334452"/>
                  </a:lnTo>
                  <a:lnTo>
                    <a:pt x="234142" y="334479"/>
                  </a:lnTo>
                  <a:lnTo>
                    <a:pt x="234300" y="334506"/>
                  </a:lnTo>
                  <a:lnTo>
                    <a:pt x="234601" y="334715"/>
                  </a:lnTo>
                  <a:lnTo>
                    <a:pt x="234821" y="334867"/>
                  </a:lnTo>
                  <a:lnTo>
                    <a:pt x="235308" y="334635"/>
                  </a:lnTo>
                  <a:lnTo>
                    <a:pt x="235565" y="334641"/>
                  </a:lnTo>
                  <a:lnTo>
                    <a:pt x="236053" y="334660"/>
                  </a:lnTo>
                  <a:lnTo>
                    <a:pt x="236437" y="334858"/>
                  </a:lnTo>
                  <a:lnTo>
                    <a:pt x="236484" y="335144"/>
                  </a:lnTo>
                  <a:lnTo>
                    <a:pt x="236935" y="335548"/>
                  </a:lnTo>
                  <a:lnTo>
                    <a:pt x="236953" y="335826"/>
                  </a:lnTo>
                  <a:lnTo>
                    <a:pt x="236910" y="336079"/>
                  </a:lnTo>
                  <a:lnTo>
                    <a:pt x="237047" y="336199"/>
                  </a:lnTo>
                  <a:lnTo>
                    <a:pt x="237271" y="336367"/>
                  </a:lnTo>
                  <a:lnTo>
                    <a:pt x="237432" y="336435"/>
                  </a:lnTo>
                  <a:lnTo>
                    <a:pt x="237693" y="336541"/>
                  </a:lnTo>
                  <a:lnTo>
                    <a:pt x="238185" y="336506"/>
                  </a:lnTo>
                  <a:lnTo>
                    <a:pt x="238347" y="336492"/>
                  </a:lnTo>
                  <a:lnTo>
                    <a:pt x="238640" y="336564"/>
                  </a:lnTo>
                  <a:lnTo>
                    <a:pt x="238801" y="336969"/>
                  </a:lnTo>
                  <a:lnTo>
                    <a:pt x="238585" y="337172"/>
                  </a:lnTo>
                  <a:lnTo>
                    <a:pt x="238293" y="337166"/>
                  </a:lnTo>
                  <a:lnTo>
                    <a:pt x="238198" y="337375"/>
                  </a:lnTo>
                  <a:lnTo>
                    <a:pt x="238529" y="337691"/>
                  </a:lnTo>
                  <a:lnTo>
                    <a:pt x="238500" y="337950"/>
                  </a:lnTo>
                  <a:lnTo>
                    <a:pt x="238366" y="338225"/>
                  </a:lnTo>
                  <a:lnTo>
                    <a:pt x="238280" y="338368"/>
                  </a:lnTo>
                  <a:lnTo>
                    <a:pt x="238265" y="338681"/>
                  </a:lnTo>
                  <a:lnTo>
                    <a:pt x="238454" y="338896"/>
                  </a:lnTo>
                  <a:lnTo>
                    <a:pt x="238921" y="339049"/>
                  </a:lnTo>
                  <a:lnTo>
                    <a:pt x="239100" y="339186"/>
                  </a:lnTo>
                  <a:lnTo>
                    <a:pt x="239137" y="339425"/>
                  </a:lnTo>
                  <a:lnTo>
                    <a:pt x="239051" y="339618"/>
                  </a:lnTo>
                  <a:lnTo>
                    <a:pt x="238652" y="339694"/>
                  </a:lnTo>
                  <a:lnTo>
                    <a:pt x="238191" y="339383"/>
                  </a:lnTo>
                  <a:lnTo>
                    <a:pt x="237926" y="339576"/>
                  </a:lnTo>
                  <a:lnTo>
                    <a:pt x="238269" y="340372"/>
                  </a:lnTo>
                  <a:lnTo>
                    <a:pt x="238119" y="340937"/>
                  </a:lnTo>
                  <a:lnTo>
                    <a:pt x="237931" y="341497"/>
                  </a:lnTo>
                  <a:lnTo>
                    <a:pt x="237770" y="341645"/>
                  </a:lnTo>
                  <a:lnTo>
                    <a:pt x="237803" y="341953"/>
                  </a:lnTo>
                  <a:lnTo>
                    <a:pt x="237858" y="342203"/>
                  </a:lnTo>
                  <a:lnTo>
                    <a:pt x="238037" y="342382"/>
                  </a:lnTo>
                  <a:lnTo>
                    <a:pt x="237878" y="343470"/>
                  </a:lnTo>
                  <a:lnTo>
                    <a:pt x="237867" y="344169"/>
                  </a:lnTo>
                  <a:lnTo>
                    <a:pt x="237876" y="344312"/>
                  </a:lnTo>
                  <a:lnTo>
                    <a:pt x="238067" y="344478"/>
                  </a:lnTo>
                  <a:lnTo>
                    <a:pt x="237951" y="345059"/>
                  </a:lnTo>
                  <a:lnTo>
                    <a:pt x="238174" y="344906"/>
                  </a:lnTo>
                  <a:lnTo>
                    <a:pt x="238315" y="344782"/>
                  </a:lnTo>
                  <a:lnTo>
                    <a:pt x="238691" y="344615"/>
                  </a:lnTo>
                  <a:lnTo>
                    <a:pt x="238876" y="344855"/>
                  </a:lnTo>
                  <a:lnTo>
                    <a:pt x="238859" y="345141"/>
                  </a:lnTo>
                  <a:lnTo>
                    <a:pt x="238727" y="345456"/>
                  </a:lnTo>
                  <a:lnTo>
                    <a:pt x="238603" y="345630"/>
                  </a:lnTo>
                  <a:lnTo>
                    <a:pt x="238437" y="345946"/>
                  </a:lnTo>
                  <a:lnTo>
                    <a:pt x="238732" y="346330"/>
                  </a:lnTo>
                  <a:lnTo>
                    <a:pt x="238622" y="346910"/>
                  </a:lnTo>
                  <a:lnTo>
                    <a:pt x="238934" y="347126"/>
                  </a:lnTo>
                  <a:lnTo>
                    <a:pt x="238540" y="347401"/>
                  </a:lnTo>
                  <a:lnTo>
                    <a:pt x="238801" y="348082"/>
                  </a:lnTo>
                  <a:lnTo>
                    <a:pt x="239516" y="348167"/>
                  </a:lnTo>
                  <a:lnTo>
                    <a:pt x="240771" y="348403"/>
                  </a:lnTo>
                  <a:lnTo>
                    <a:pt x="241277" y="348678"/>
                  </a:lnTo>
                  <a:lnTo>
                    <a:pt x="241819" y="348262"/>
                  </a:lnTo>
                  <a:lnTo>
                    <a:pt x="241828" y="348124"/>
                  </a:lnTo>
                  <a:lnTo>
                    <a:pt x="242703" y="348491"/>
                  </a:lnTo>
                  <a:lnTo>
                    <a:pt x="242500" y="349142"/>
                  </a:lnTo>
                  <a:lnTo>
                    <a:pt x="242437" y="349522"/>
                  </a:lnTo>
                  <a:lnTo>
                    <a:pt x="243013" y="349832"/>
                  </a:lnTo>
                  <a:lnTo>
                    <a:pt x="243457" y="349681"/>
                  </a:lnTo>
                  <a:lnTo>
                    <a:pt x="243810" y="349407"/>
                  </a:lnTo>
                  <a:lnTo>
                    <a:pt x="244194" y="349335"/>
                  </a:lnTo>
                  <a:lnTo>
                    <a:pt x="245618" y="349078"/>
                  </a:lnTo>
                  <a:lnTo>
                    <a:pt x="246119" y="349001"/>
                  </a:lnTo>
                  <a:lnTo>
                    <a:pt x="246806" y="348854"/>
                  </a:lnTo>
                  <a:lnTo>
                    <a:pt x="246857" y="349236"/>
                  </a:lnTo>
                  <a:lnTo>
                    <a:pt x="246811" y="349576"/>
                  </a:lnTo>
                  <a:lnTo>
                    <a:pt x="247165" y="349848"/>
                  </a:lnTo>
                  <a:lnTo>
                    <a:pt x="247574" y="349836"/>
                  </a:lnTo>
                  <a:lnTo>
                    <a:pt x="247822" y="350697"/>
                  </a:lnTo>
                  <a:lnTo>
                    <a:pt x="248140" y="350846"/>
                  </a:lnTo>
                  <a:lnTo>
                    <a:pt x="248461" y="351032"/>
                  </a:lnTo>
                  <a:lnTo>
                    <a:pt x="249663" y="351784"/>
                  </a:lnTo>
                  <a:lnTo>
                    <a:pt x="250160" y="352521"/>
                  </a:lnTo>
                  <a:lnTo>
                    <a:pt x="250298" y="352786"/>
                  </a:lnTo>
                  <a:lnTo>
                    <a:pt x="250376" y="352984"/>
                  </a:lnTo>
                  <a:lnTo>
                    <a:pt x="250503" y="353332"/>
                  </a:lnTo>
                  <a:lnTo>
                    <a:pt x="250634" y="353694"/>
                  </a:lnTo>
                  <a:lnTo>
                    <a:pt x="250682" y="353826"/>
                  </a:lnTo>
                  <a:lnTo>
                    <a:pt x="251834" y="354970"/>
                  </a:lnTo>
                  <a:lnTo>
                    <a:pt x="251890" y="355107"/>
                  </a:lnTo>
                  <a:lnTo>
                    <a:pt x="252448" y="355463"/>
                  </a:lnTo>
                  <a:lnTo>
                    <a:pt x="252811" y="356275"/>
                  </a:lnTo>
                  <a:lnTo>
                    <a:pt x="255211" y="356203"/>
                  </a:lnTo>
                  <a:lnTo>
                    <a:pt x="256068" y="355422"/>
                  </a:lnTo>
                  <a:lnTo>
                    <a:pt x="256265" y="355648"/>
                  </a:lnTo>
                  <a:lnTo>
                    <a:pt x="256769" y="355942"/>
                  </a:lnTo>
                  <a:lnTo>
                    <a:pt x="256849" y="355787"/>
                  </a:lnTo>
                  <a:lnTo>
                    <a:pt x="257236" y="354526"/>
                  </a:lnTo>
                  <a:lnTo>
                    <a:pt x="257191" y="353569"/>
                  </a:lnTo>
                  <a:lnTo>
                    <a:pt x="258295" y="352472"/>
                  </a:lnTo>
                  <a:lnTo>
                    <a:pt x="258623" y="352716"/>
                  </a:lnTo>
                  <a:lnTo>
                    <a:pt x="259135" y="352940"/>
                  </a:lnTo>
                  <a:lnTo>
                    <a:pt x="259464" y="353102"/>
                  </a:lnTo>
                  <a:lnTo>
                    <a:pt x="259770" y="353130"/>
                  </a:lnTo>
                  <a:lnTo>
                    <a:pt x="260740" y="351927"/>
                  </a:lnTo>
                  <a:lnTo>
                    <a:pt x="261053" y="352281"/>
                  </a:lnTo>
                  <a:lnTo>
                    <a:pt x="261139" y="352417"/>
                  </a:lnTo>
                  <a:lnTo>
                    <a:pt x="261300" y="352781"/>
                  </a:lnTo>
                  <a:lnTo>
                    <a:pt x="261280" y="353149"/>
                  </a:lnTo>
                  <a:lnTo>
                    <a:pt x="261333" y="353500"/>
                  </a:lnTo>
                  <a:lnTo>
                    <a:pt x="261699" y="353086"/>
                  </a:lnTo>
                  <a:lnTo>
                    <a:pt x="261929" y="352772"/>
                  </a:lnTo>
                  <a:lnTo>
                    <a:pt x="262063" y="352640"/>
                  </a:lnTo>
                  <a:lnTo>
                    <a:pt x="262196" y="352544"/>
                  </a:lnTo>
                  <a:lnTo>
                    <a:pt x="262344" y="352438"/>
                  </a:lnTo>
                  <a:lnTo>
                    <a:pt x="263057" y="352063"/>
                  </a:lnTo>
                  <a:lnTo>
                    <a:pt x="263395" y="352034"/>
                  </a:lnTo>
                  <a:lnTo>
                    <a:pt x="263359" y="351750"/>
                  </a:lnTo>
                  <a:lnTo>
                    <a:pt x="263247" y="351226"/>
                  </a:lnTo>
                  <a:lnTo>
                    <a:pt x="264061" y="350506"/>
                  </a:lnTo>
                  <a:lnTo>
                    <a:pt x="264314" y="350309"/>
                  </a:lnTo>
                  <a:lnTo>
                    <a:pt x="264944" y="349475"/>
                  </a:lnTo>
                  <a:lnTo>
                    <a:pt x="265653" y="348678"/>
                  </a:lnTo>
                  <a:lnTo>
                    <a:pt x="266680" y="349211"/>
                  </a:lnTo>
                  <a:lnTo>
                    <a:pt x="265517" y="349745"/>
                  </a:lnTo>
                  <a:lnTo>
                    <a:pt x="265290" y="349890"/>
                  </a:lnTo>
                  <a:lnTo>
                    <a:pt x="265022" y="350058"/>
                  </a:lnTo>
                  <a:lnTo>
                    <a:pt x="264248" y="351190"/>
                  </a:lnTo>
                  <a:lnTo>
                    <a:pt x="263996" y="351900"/>
                  </a:lnTo>
                  <a:lnTo>
                    <a:pt x="264369" y="351873"/>
                  </a:lnTo>
                  <a:lnTo>
                    <a:pt x="264960" y="352968"/>
                  </a:lnTo>
                  <a:lnTo>
                    <a:pt x="264634" y="353399"/>
                  </a:lnTo>
                  <a:lnTo>
                    <a:pt x="264461" y="353925"/>
                  </a:lnTo>
                  <a:lnTo>
                    <a:pt x="264910" y="354030"/>
                  </a:lnTo>
                  <a:lnTo>
                    <a:pt x="265085" y="354242"/>
                  </a:lnTo>
                  <a:lnTo>
                    <a:pt x="265011" y="354538"/>
                  </a:lnTo>
                  <a:lnTo>
                    <a:pt x="264930" y="355073"/>
                  </a:lnTo>
                  <a:lnTo>
                    <a:pt x="265270" y="355963"/>
                  </a:lnTo>
                  <a:lnTo>
                    <a:pt x="265633" y="356933"/>
                  </a:lnTo>
                  <a:lnTo>
                    <a:pt x="265631" y="357136"/>
                  </a:lnTo>
                  <a:lnTo>
                    <a:pt x="265618" y="357315"/>
                  </a:lnTo>
                  <a:lnTo>
                    <a:pt x="265580" y="357864"/>
                  </a:lnTo>
                  <a:lnTo>
                    <a:pt x="265604" y="358167"/>
                  </a:lnTo>
                  <a:lnTo>
                    <a:pt x="265611" y="358389"/>
                  </a:lnTo>
                  <a:lnTo>
                    <a:pt x="265568" y="358838"/>
                  </a:lnTo>
                  <a:lnTo>
                    <a:pt x="265699" y="359032"/>
                  </a:lnTo>
                  <a:lnTo>
                    <a:pt x="265802" y="359165"/>
                  </a:lnTo>
                  <a:lnTo>
                    <a:pt x="265971" y="359825"/>
                  </a:lnTo>
                  <a:lnTo>
                    <a:pt x="265853" y="360015"/>
                  </a:lnTo>
                  <a:lnTo>
                    <a:pt x="266124" y="361040"/>
                  </a:lnTo>
                  <a:lnTo>
                    <a:pt x="266089" y="361564"/>
                  </a:lnTo>
                  <a:lnTo>
                    <a:pt x="266340" y="361911"/>
                  </a:lnTo>
                  <a:lnTo>
                    <a:pt x="266514" y="362125"/>
                  </a:lnTo>
                  <a:lnTo>
                    <a:pt x="266566" y="362333"/>
                  </a:lnTo>
                  <a:lnTo>
                    <a:pt x="266262" y="362778"/>
                  </a:lnTo>
                  <a:lnTo>
                    <a:pt x="266201" y="362989"/>
                  </a:lnTo>
                  <a:lnTo>
                    <a:pt x="266220" y="363242"/>
                  </a:lnTo>
                  <a:lnTo>
                    <a:pt x="266205" y="363675"/>
                  </a:lnTo>
                  <a:lnTo>
                    <a:pt x="266165" y="364059"/>
                  </a:lnTo>
                  <a:lnTo>
                    <a:pt x="266258" y="364354"/>
                  </a:lnTo>
                  <a:lnTo>
                    <a:pt x="266459" y="364926"/>
                  </a:lnTo>
                  <a:lnTo>
                    <a:pt x="266513" y="365131"/>
                  </a:lnTo>
                  <a:lnTo>
                    <a:pt x="266613" y="365750"/>
                  </a:lnTo>
                  <a:lnTo>
                    <a:pt x="266766" y="365856"/>
                  </a:lnTo>
                  <a:lnTo>
                    <a:pt x="266985" y="366086"/>
                  </a:lnTo>
                  <a:lnTo>
                    <a:pt x="266925" y="366294"/>
                  </a:lnTo>
                  <a:lnTo>
                    <a:pt x="267124" y="366677"/>
                  </a:lnTo>
                  <a:lnTo>
                    <a:pt x="267171" y="366917"/>
                  </a:lnTo>
                  <a:lnTo>
                    <a:pt x="267084" y="367353"/>
                  </a:lnTo>
                  <a:lnTo>
                    <a:pt x="267180" y="367642"/>
                  </a:lnTo>
                  <a:lnTo>
                    <a:pt x="267162" y="367892"/>
                  </a:lnTo>
                  <a:lnTo>
                    <a:pt x="266716" y="369532"/>
                  </a:lnTo>
                  <a:lnTo>
                    <a:pt x="267308" y="370870"/>
                  </a:lnTo>
                  <a:lnTo>
                    <a:pt x="267133" y="371179"/>
                  </a:lnTo>
                  <a:lnTo>
                    <a:pt x="266968" y="371460"/>
                  </a:lnTo>
                  <a:lnTo>
                    <a:pt x="266515" y="371831"/>
                  </a:lnTo>
                  <a:lnTo>
                    <a:pt x="266422" y="372760"/>
                  </a:lnTo>
                  <a:lnTo>
                    <a:pt x="266606" y="373052"/>
                  </a:lnTo>
                  <a:lnTo>
                    <a:pt x="266720" y="373331"/>
                  </a:lnTo>
                  <a:lnTo>
                    <a:pt x="266727" y="373694"/>
                  </a:lnTo>
                  <a:lnTo>
                    <a:pt x="266836" y="373896"/>
                  </a:lnTo>
                  <a:lnTo>
                    <a:pt x="266607" y="374832"/>
                  </a:lnTo>
                  <a:lnTo>
                    <a:pt x="266202" y="375765"/>
                  </a:lnTo>
                  <a:lnTo>
                    <a:pt x="266044" y="376060"/>
                  </a:lnTo>
                  <a:lnTo>
                    <a:pt x="266006" y="376195"/>
                  </a:lnTo>
                  <a:lnTo>
                    <a:pt x="266086" y="376538"/>
                  </a:lnTo>
                  <a:lnTo>
                    <a:pt x="266328" y="377124"/>
                  </a:lnTo>
                  <a:lnTo>
                    <a:pt x="265872" y="379224"/>
                  </a:lnTo>
                  <a:lnTo>
                    <a:pt x="265505" y="379490"/>
                  </a:lnTo>
                  <a:lnTo>
                    <a:pt x="265527" y="379780"/>
                  </a:lnTo>
                  <a:lnTo>
                    <a:pt x="265537" y="380291"/>
                  </a:lnTo>
                  <a:lnTo>
                    <a:pt x="265424" y="380731"/>
                  </a:lnTo>
                  <a:lnTo>
                    <a:pt x="265397" y="381056"/>
                  </a:lnTo>
                  <a:lnTo>
                    <a:pt x="265602" y="381450"/>
                  </a:lnTo>
                  <a:lnTo>
                    <a:pt x="265884" y="381580"/>
                  </a:lnTo>
                  <a:lnTo>
                    <a:pt x="266015" y="381687"/>
                  </a:lnTo>
                  <a:lnTo>
                    <a:pt x="266236" y="381947"/>
                  </a:lnTo>
                  <a:lnTo>
                    <a:pt x="266195" y="382469"/>
                  </a:lnTo>
                  <a:lnTo>
                    <a:pt x="266132" y="382838"/>
                  </a:lnTo>
                  <a:lnTo>
                    <a:pt x="265608" y="383157"/>
                  </a:lnTo>
                  <a:lnTo>
                    <a:pt x="265139" y="383811"/>
                  </a:lnTo>
                  <a:lnTo>
                    <a:pt x="264775" y="383868"/>
                  </a:lnTo>
                  <a:lnTo>
                    <a:pt x="264263" y="383896"/>
                  </a:lnTo>
                  <a:lnTo>
                    <a:pt x="263961" y="383864"/>
                  </a:lnTo>
                  <a:lnTo>
                    <a:pt x="263518" y="383539"/>
                  </a:lnTo>
                  <a:lnTo>
                    <a:pt x="261943" y="384038"/>
                  </a:lnTo>
                  <a:lnTo>
                    <a:pt x="261303" y="383647"/>
                  </a:lnTo>
                  <a:lnTo>
                    <a:pt x="261113" y="383589"/>
                  </a:lnTo>
                  <a:lnTo>
                    <a:pt x="260928" y="383520"/>
                  </a:lnTo>
                  <a:lnTo>
                    <a:pt x="260281" y="383559"/>
                  </a:lnTo>
                  <a:lnTo>
                    <a:pt x="259500" y="383826"/>
                  </a:lnTo>
                  <a:lnTo>
                    <a:pt x="259264" y="384055"/>
                  </a:lnTo>
                  <a:lnTo>
                    <a:pt x="259201" y="384413"/>
                  </a:lnTo>
                  <a:lnTo>
                    <a:pt x="258362" y="384019"/>
                  </a:lnTo>
                  <a:lnTo>
                    <a:pt x="258169" y="384119"/>
                  </a:lnTo>
                  <a:lnTo>
                    <a:pt x="257609" y="383839"/>
                  </a:lnTo>
                  <a:lnTo>
                    <a:pt x="256987" y="383788"/>
                  </a:lnTo>
                  <a:lnTo>
                    <a:pt x="256106" y="384585"/>
                  </a:lnTo>
                  <a:lnTo>
                    <a:pt x="255767" y="384627"/>
                  </a:lnTo>
                  <a:lnTo>
                    <a:pt x="255359" y="385059"/>
                  </a:lnTo>
                  <a:lnTo>
                    <a:pt x="254970" y="385426"/>
                  </a:lnTo>
                  <a:lnTo>
                    <a:pt x="254105" y="385778"/>
                  </a:lnTo>
                  <a:lnTo>
                    <a:pt x="253926" y="386067"/>
                  </a:lnTo>
                  <a:lnTo>
                    <a:pt x="253556" y="386492"/>
                  </a:lnTo>
                  <a:lnTo>
                    <a:pt x="253375" y="386664"/>
                  </a:lnTo>
                  <a:lnTo>
                    <a:pt x="253247" y="386676"/>
                  </a:lnTo>
                  <a:lnTo>
                    <a:pt x="252719" y="386860"/>
                  </a:lnTo>
                  <a:lnTo>
                    <a:pt x="252573" y="386981"/>
                  </a:lnTo>
                  <a:lnTo>
                    <a:pt x="252381" y="387119"/>
                  </a:lnTo>
                  <a:lnTo>
                    <a:pt x="251915" y="387276"/>
                  </a:lnTo>
                  <a:lnTo>
                    <a:pt x="251600" y="387231"/>
                  </a:lnTo>
                  <a:lnTo>
                    <a:pt x="251437" y="387220"/>
                  </a:lnTo>
                  <a:lnTo>
                    <a:pt x="251010" y="387527"/>
                  </a:lnTo>
                  <a:lnTo>
                    <a:pt x="249703" y="389233"/>
                  </a:lnTo>
                  <a:lnTo>
                    <a:pt x="249605" y="390019"/>
                  </a:lnTo>
                  <a:lnTo>
                    <a:pt x="249616" y="390149"/>
                  </a:lnTo>
                  <a:lnTo>
                    <a:pt x="249906" y="390620"/>
                  </a:lnTo>
                  <a:lnTo>
                    <a:pt x="249721" y="391119"/>
                  </a:lnTo>
                  <a:lnTo>
                    <a:pt x="249385" y="391257"/>
                  </a:lnTo>
                  <a:lnTo>
                    <a:pt x="247871" y="392332"/>
                  </a:lnTo>
                  <a:lnTo>
                    <a:pt x="247477" y="393783"/>
                  </a:lnTo>
                  <a:lnTo>
                    <a:pt x="247374" y="394040"/>
                  </a:lnTo>
                  <a:lnTo>
                    <a:pt x="247346" y="394172"/>
                  </a:lnTo>
                  <a:lnTo>
                    <a:pt x="247261" y="394450"/>
                  </a:lnTo>
                  <a:lnTo>
                    <a:pt x="246450" y="395225"/>
                  </a:lnTo>
                  <a:lnTo>
                    <a:pt x="245631" y="395776"/>
                  </a:lnTo>
                  <a:lnTo>
                    <a:pt x="245635" y="397377"/>
                  </a:lnTo>
                  <a:lnTo>
                    <a:pt x="245698" y="397513"/>
                  </a:lnTo>
                  <a:lnTo>
                    <a:pt x="245866" y="397986"/>
                  </a:lnTo>
                  <a:lnTo>
                    <a:pt x="245825" y="398620"/>
                  </a:lnTo>
                  <a:lnTo>
                    <a:pt x="245745" y="398999"/>
                  </a:lnTo>
                  <a:lnTo>
                    <a:pt x="245385" y="400107"/>
                  </a:lnTo>
                  <a:lnTo>
                    <a:pt x="245146" y="400132"/>
                  </a:lnTo>
                  <a:lnTo>
                    <a:pt x="245006" y="400164"/>
                  </a:lnTo>
                  <a:lnTo>
                    <a:pt x="244765" y="400271"/>
                  </a:lnTo>
                  <a:lnTo>
                    <a:pt x="244498" y="400327"/>
                  </a:lnTo>
                  <a:lnTo>
                    <a:pt x="244343" y="400265"/>
                  </a:lnTo>
                  <a:lnTo>
                    <a:pt x="244116" y="400224"/>
                  </a:lnTo>
                  <a:lnTo>
                    <a:pt x="243929" y="400215"/>
                  </a:lnTo>
                  <a:lnTo>
                    <a:pt x="243662" y="400578"/>
                  </a:lnTo>
                  <a:lnTo>
                    <a:pt x="243327" y="400876"/>
                  </a:lnTo>
                  <a:lnTo>
                    <a:pt x="243131" y="401006"/>
                  </a:lnTo>
                  <a:lnTo>
                    <a:pt x="242988" y="401060"/>
                  </a:lnTo>
                  <a:lnTo>
                    <a:pt x="242460" y="400805"/>
                  </a:lnTo>
                  <a:lnTo>
                    <a:pt x="242409" y="400587"/>
                  </a:lnTo>
                  <a:lnTo>
                    <a:pt x="242206" y="400513"/>
                  </a:lnTo>
                  <a:lnTo>
                    <a:pt x="241781" y="400304"/>
                  </a:lnTo>
                  <a:lnTo>
                    <a:pt x="241373" y="400547"/>
                  </a:lnTo>
                  <a:lnTo>
                    <a:pt x="241225" y="400767"/>
                  </a:lnTo>
                  <a:lnTo>
                    <a:pt x="240640" y="400614"/>
                  </a:lnTo>
                  <a:lnTo>
                    <a:pt x="240822" y="400312"/>
                  </a:lnTo>
                  <a:lnTo>
                    <a:pt x="240904" y="400170"/>
                  </a:lnTo>
                  <a:lnTo>
                    <a:pt x="240957" y="399834"/>
                  </a:lnTo>
                  <a:lnTo>
                    <a:pt x="240879" y="399628"/>
                  </a:lnTo>
                  <a:lnTo>
                    <a:pt x="240669" y="399361"/>
                  </a:lnTo>
                  <a:lnTo>
                    <a:pt x="240514" y="399376"/>
                  </a:lnTo>
                  <a:lnTo>
                    <a:pt x="239681" y="399246"/>
                  </a:lnTo>
                  <a:lnTo>
                    <a:pt x="239383" y="399149"/>
                  </a:lnTo>
                  <a:lnTo>
                    <a:pt x="239327" y="398996"/>
                  </a:lnTo>
                  <a:lnTo>
                    <a:pt x="239100" y="398689"/>
                  </a:lnTo>
                  <a:lnTo>
                    <a:pt x="238971" y="398214"/>
                  </a:lnTo>
                  <a:lnTo>
                    <a:pt x="239089" y="397996"/>
                  </a:lnTo>
                  <a:lnTo>
                    <a:pt x="239272" y="397652"/>
                  </a:lnTo>
                  <a:lnTo>
                    <a:pt x="239385" y="397335"/>
                  </a:lnTo>
                  <a:lnTo>
                    <a:pt x="239305" y="397022"/>
                  </a:lnTo>
                  <a:lnTo>
                    <a:pt x="239130" y="396264"/>
                  </a:lnTo>
                  <a:lnTo>
                    <a:pt x="239170" y="396132"/>
                  </a:lnTo>
                  <a:lnTo>
                    <a:pt x="239376" y="395971"/>
                  </a:lnTo>
                  <a:lnTo>
                    <a:pt x="239327" y="395451"/>
                  </a:lnTo>
                  <a:lnTo>
                    <a:pt x="239340" y="395242"/>
                  </a:lnTo>
                  <a:lnTo>
                    <a:pt x="239552" y="394993"/>
                  </a:lnTo>
                  <a:lnTo>
                    <a:pt x="239691" y="394619"/>
                  </a:lnTo>
                  <a:lnTo>
                    <a:pt x="239799" y="394120"/>
                  </a:lnTo>
                  <a:lnTo>
                    <a:pt x="239952" y="393697"/>
                  </a:lnTo>
                  <a:lnTo>
                    <a:pt x="239401" y="393503"/>
                  </a:lnTo>
                  <a:lnTo>
                    <a:pt x="239251" y="393577"/>
                  </a:lnTo>
                  <a:lnTo>
                    <a:pt x="238755" y="393171"/>
                  </a:lnTo>
                  <a:lnTo>
                    <a:pt x="238524" y="393173"/>
                  </a:lnTo>
                  <a:lnTo>
                    <a:pt x="238303" y="393095"/>
                  </a:lnTo>
                  <a:lnTo>
                    <a:pt x="238136" y="392748"/>
                  </a:lnTo>
                  <a:lnTo>
                    <a:pt x="238018" y="392575"/>
                  </a:lnTo>
                  <a:lnTo>
                    <a:pt x="237824" y="392411"/>
                  </a:lnTo>
                  <a:lnTo>
                    <a:pt x="237747" y="392169"/>
                  </a:lnTo>
                  <a:lnTo>
                    <a:pt x="237733" y="391986"/>
                  </a:lnTo>
                  <a:lnTo>
                    <a:pt x="237798" y="391647"/>
                  </a:lnTo>
                  <a:lnTo>
                    <a:pt x="237580" y="391429"/>
                  </a:lnTo>
                  <a:lnTo>
                    <a:pt x="237322" y="391376"/>
                  </a:lnTo>
                  <a:lnTo>
                    <a:pt x="236790" y="391289"/>
                  </a:lnTo>
                  <a:lnTo>
                    <a:pt x="236302" y="391382"/>
                  </a:lnTo>
                  <a:lnTo>
                    <a:pt x="235816" y="391919"/>
                  </a:lnTo>
                  <a:lnTo>
                    <a:pt x="235878" y="392051"/>
                  </a:lnTo>
                  <a:lnTo>
                    <a:pt x="235913" y="392348"/>
                  </a:lnTo>
                  <a:lnTo>
                    <a:pt x="235469" y="392676"/>
                  </a:lnTo>
                  <a:lnTo>
                    <a:pt x="235197" y="392907"/>
                  </a:lnTo>
                  <a:lnTo>
                    <a:pt x="234951" y="393124"/>
                  </a:lnTo>
                  <a:lnTo>
                    <a:pt x="234903" y="393332"/>
                  </a:lnTo>
                  <a:lnTo>
                    <a:pt x="235027" y="393609"/>
                  </a:lnTo>
                  <a:lnTo>
                    <a:pt x="234996" y="393965"/>
                  </a:lnTo>
                  <a:lnTo>
                    <a:pt x="234980" y="394118"/>
                  </a:lnTo>
                  <a:lnTo>
                    <a:pt x="235097" y="394365"/>
                  </a:lnTo>
                  <a:lnTo>
                    <a:pt x="235365" y="394637"/>
                  </a:lnTo>
                  <a:lnTo>
                    <a:pt x="235048" y="394898"/>
                  </a:lnTo>
                  <a:lnTo>
                    <a:pt x="234623" y="395571"/>
                  </a:lnTo>
                  <a:lnTo>
                    <a:pt x="234341" y="395584"/>
                  </a:lnTo>
                  <a:lnTo>
                    <a:pt x="234037" y="395547"/>
                  </a:lnTo>
                  <a:lnTo>
                    <a:pt x="233762" y="395446"/>
                  </a:lnTo>
                  <a:lnTo>
                    <a:pt x="233445" y="395412"/>
                  </a:lnTo>
                  <a:lnTo>
                    <a:pt x="233033" y="395307"/>
                  </a:lnTo>
                  <a:lnTo>
                    <a:pt x="232818" y="395175"/>
                  </a:lnTo>
                  <a:lnTo>
                    <a:pt x="232474" y="395211"/>
                  </a:lnTo>
                  <a:lnTo>
                    <a:pt x="232318" y="395087"/>
                  </a:lnTo>
                  <a:lnTo>
                    <a:pt x="232063" y="394718"/>
                  </a:lnTo>
                  <a:lnTo>
                    <a:pt x="231798" y="394766"/>
                  </a:lnTo>
                  <a:lnTo>
                    <a:pt x="231748" y="394981"/>
                  </a:lnTo>
                  <a:lnTo>
                    <a:pt x="231685" y="395124"/>
                  </a:lnTo>
                  <a:lnTo>
                    <a:pt x="231492" y="395388"/>
                  </a:lnTo>
                  <a:lnTo>
                    <a:pt x="231428" y="395548"/>
                  </a:lnTo>
                  <a:lnTo>
                    <a:pt x="231124" y="395849"/>
                  </a:lnTo>
                  <a:lnTo>
                    <a:pt x="231229" y="396169"/>
                  </a:lnTo>
                  <a:lnTo>
                    <a:pt x="231301" y="396497"/>
                  </a:lnTo>
                  <a:lnTo>
                    <a:pt x="231081" y="396585"/>
                  </a:lnTo>
                  <a:lnTo>
                    <a:pt x="231039" y="396742"/>
                  </a:lnTo>
                  <a:lnTo>
                    <a:pt x="231004" y="396961"/>
                  </a:lnTo>
                  <a:lnTo>
                    <a:pt x="230719" y="397249"/>
                  </a:lnTo>
                  <a:lnTo>
                    <a:pt x="230603" y="397100"/>
                  </a:lnTo>
                  <a:lnTo>
                    <a:pt x="230531" y="396873"/>
                  </a:lnTo>
                  <a:lnTo>
                    <a:pt x="230269" y="396897"/>
                  </a:lnTo>
                  <a:lnTo>
                    <a:pt x="230198" y="396716"/>
                  </a:lnTo>
                  <a:lnTo>
                    <a:pt x="230142" y="396468"/>
                  </a:lnTo>
                  <a:lnTo>
                    <a:pt x="230202" y="396245"/>
                  </a:lnTo>
                  <a:lnTo>
                    <a:pt x="229959" y="395928"/>
                  </a:lnTo>
                  <a:lnTo>
                    <a:pt x="229464" y="396114"/>
                  </a:lnTo>
                  <a:lnTo>
                    <a:pt x="229343" y="396357"/>
                  </a:lnTo>
                  <a:lnTo>
                    <a:pt x="229119" y="396505"/>
                  </a:lnTo>
                  <a:lnTo>
                    <a:pt x="228646" y="396927"/>
                  </a:lnTo>
                  <a:lnTo>
                    <a:pt x="228648" y="397080"/>
                  </a:lnTo>
                  <a:lnTo>
                    <a:pt x="228594" y="397353"/>
                  </a:lnTo>
                  <a:lnTo>
                    <a:pt x="228257" y="397019"/>
                  </a:lnTo>
                  <a:lnTo>
                    <a:pt x="227902" y="396732"/>
                  </a:lnTo>
                  <a:lnTo>
                    <a:pt x="227703" y="396824"/>
                  </a:lnTo>
                  <a:lnTo>
                    <a:pt x="227286" y="397035"/>
                  </a:lnTo>
                  <a:lnTo>
                    <a:pt x="227018" y="397052"/>
                  </a:lnTo>
                  <a:lnTo>
                    <a:pt x="226820" y="397099"/>
                  </a:lnTo>
                  <a:lnTo>
                    <a:pt x="226538" y="397311"/>
                  </a:lnTo>
                  <a:lnTo>
                    <a:pt x="226043" y="396878"/>
                  </a:lnTo>
                  <a:lnTo>
                    <a:pt x="225914" y="396891"/>
                  </a:lnTo>
                  <a:lnTo>
                    <a:pt x="225125" y="397117"/>
                  </a:lnTo>
                  <a:lnTo>
                    <a:pt x="225084" y="397347"/>
                  </a:lnTo>
                  <a:lnTo>
                    <a:pt x="224912" y="397580"/>
                  </a:lnTo>
                  <a:lnTo>
                    <a:pt x="224762" y="397721"/>
                  </a:lnTo>
                  <a:lnTo>
                    <a:pt x="224611" y="397790"/>
                  </a:lnTo>
                  <a:lnTo>
                    <a:pt x="224395" y="397638"/>
                  </a:lnTo>
                  <a:lnTo>
                    <a:pt x="224237" y="397432"/>
                  </a:lnTo>
                  <a:lnTo>
                    <a:pt x="224149" y="397239"/>
                  </a:lnTo>
                  <a:lnTo>
                    <a:pt x="224036" y="397084"/>
                  </a:lnTo>
                  <a:lnTo>
                    <a:pt x="223909" y="397060"/>
                  </a:lnTo>
                  <a:lnTo>
                    <a:pt x="223641" y="396835"/>
                  </a:lnTo>
                  <a:lnTo>
                    <a:pt x="223338" y="396797"/>
                  </a:lnTo>
                  <a:lnTo>
                    <a:pt x="223090" y="396878"/>
                  </a:lnTo>
                  <a:lnTo>
                    <a:pt x="222920" y="396851"/>
                  </a:lnTo>
                  <a:lnTo>
                    <a:pt x="222697" y="396723"/>
                  </a:lnTo>
                  <a:lnTo>
                    <a:pt x="222531" y="396409"/>
                  </a:lnTo>
                  <a:lnTo>
                    <a:pt x="222596" y="396106"/>
                  </a:lnTo>
                  <a:lnTo>
                    <a:pt x="222226" y="395311"/>
                  </a:lnTo>
                  <a:lnTo>
                    <a:pt x="222717" y="394939"/>
                  </a:lnTo>
                  <a:lnTo>
                    <a:pt x="222465" y="395004"/>
                  </a:lnTo>
                  <a:lnTo>
                    <a:pt x="221917" y="394912"/>
                  </a:lnTo>
                  <a:lnTo>
                    <a:pt x="221611" y="394733"/>
                  </a:lnTo>
                  <a:lnTo>
                    <a:pt x="221388" y="394972"/>
                  </a:lnTo>
                  <a:lnTo>
                    <a:pt x="221236" y="394923"/>
                  </a:lnTo>
                  <a:lnTo>
                    <a:pt x="220936" y="394724"/>
                  </a:lnTo>
                  <a:lnTo>
                    <a:pt x="220719" y="394816"/>
                  </a:lnTo>
                  <a:lnTo>
                    <a:pt x="220549" y="394937"/>
                  </a:lnTo>
                  <a:lnTo>
                    <a:pt x="220103" y="394948"/>
                  </a:lnTo>
                  <a:lnTo>
                    <a:pt x="220044" y="394691"/>
                  </a:lnTo>
                  <a:lnTo>
                    <a:pt x="219716" y="394733"/>
                  </a:lnTo>
                  <a:lnTo>
                    <a:pt x="219578" y="394845"/>
                  </a:lnTo>
                  <a:lnTo>
                    <a:pt x="219165" y="394561"/>
                  </a:lnTo>
                  <a:lnTo>
                    <a:pt x="219392" y="394226"/>
                  </a:lnTo>
                  <a:lnTo>
                    <a:pt x="219046" y="394000"/>
                  </a:lnTo>
                  <a:lnTo>
                    <a:pt x="218901" y="393982"/>
                  </a:lnTo>
                  <a:lnTo>
                    <a:pt x="218381" y="394009"/>
                  </a:lnTo>
                  <a:lnTo>
                    <a:pt x="218216" y="393896"/>
                  </a:lnTo>
                  <a:lnTo>
                    <a:pt x="218137" y="393725"/>
                  </a:lnTo>
                  <a:lnTo>
                    <a:pt x="217950" y="393630"/>
                  </a:lnTo>
                  <a:lnTo>
                    <a:pt x="217856" y="393398"/>
                  </a:lnTo>
                  <a:lnTo>
                    <a:pt x="217668" y="393215"/>
                  </a:lnTo>
                  <a:lnTo>
                    <a:pt x="217714" y="392946"/>
                  </a:lnTo>
                  <a:lnTo>
                    <a:pt x="217576" y="392789"/>
                  </a:lnTo>
                  <a:lnTo>
                    <a:pt x="217241" y="392359"/>
                  </a:lnTo>
                  <a:lnTo>
                    <a:pt x="216856" y="392310"/>
                  </a:lnTo>
                  <a:lnTo>
                    <a:pt x="216712" y="392209"/>
                  </a:lnTo>
                  <a:lnTo>
                    <a:pt x="216355" y="392254"/>
                  </a:lnTo>
                  <a:lnTo>
                    <a:pt x="216097" y="392354"/>
                  </a:lnTo>
                  <a:lnTo>
                    <a:pt x="215970" y="392489"/>
                  </a:lnTo>
                  <a:lnTo>
                    <a:pt x="215674" y="392594"/>
                  </a:lnTo>
                  <a:lnTo>
                    <a:pt x="215542" y="392547"/>
                  </a:lnTo>
                  <a:lnTo>
                    <a:pt x="215350" y="392780"/>
                  </a:lnTo>
                  <a:lnTo>
                    <a:pt x="215182" y="393224"/>
                  </a:lnTo>
                  <a:lnTo>
                    <a:pt x="215055" y="393284"/>
                  </a:lnTo>
                  <a:lnTo>
                    <a:pt x="214797" y="393256"/>
                  </a:lnTo>
                  <a:lnTo>
                    <a:pt x="214465" y="393509"/>
                  </a:lnTo>
                  <a:lnTo>
                    <a:pt x="214219" y="393469"/>
                  </a:lnTo>
                  <a:lnTo>
                    <a:pt x="213908" y="392916"/>
                  </a:lnTo>
                  <a:lnTo>
                    <a:pt x="213890" y="392473"/>
                  </a:lnTo>
                  <a:lnTo>
                    <a:pt x="213786" y="391959"/>
                  </a:lnTo>
                  <a:lnTo>
                    <a:pt x="213706" y="391586"/>
                  </a:lnTo>
                  <a:lnTo>
                    <a:pt x="213487" y="391125"/>
                  </a:lnTo>
                  <a:lnTo>
                    <a:pt x="213557" y="390856"/>
                  </a:lnTo>
                  <a:lnTo>
                    <a:pt x="213502" y="390574"/>
                  </a:lnTo>
                  <a:lnTo>
                    <a:pt x="213662" y="390335"/>
                  </a:lnTo>
                  <a:lnTo>
                    <a:pt x="213680" y="389954"/>
                  </a:lnTo>
                  <a:lnTo>
                    <a:pt x="213804" y="389408"/>
                  </a:lnTo>
                  <a:lnTo>
                    <a:pt x="213873" y="389087"/>
                  </a:lnTo>
                  <a:lnTo>
                    <a:pt x="214094" y="388980"/>
                  </a:lnTo>
                  <a:lnTo>
                    <a:pt x="214518" y="388447"/>
                  </a:lnTo>
                  <a:lnTo>
                    <a:pt x="214523" y="388242"/>
                  </a:lnTo>
                  <a:lnTo>
                    <a:pt x="214521" y="388012"/>
                  </a:lnTo>
                  <a:lnTo>
                    <a:pt x="214766" y="387553"/>
                  </a:lnTo>
                  <a:lnTo>
                    <a:pt x="215085" y="387550"/>
                  </a:lnTo>
                  <a:lnTo>
                    <a:pt x="215157" y="387367"/>
                  </a:lnTo>
                  <a:lnTo>
                    <a:pt x="215114" y="386998"/>
                  </a:lnTo>
                  <a:lnTo>
                    <a:pt x="214712" y="386675"/>
                  </a:lnTo>
                  <a:lnTo>
                    <a:pt x="214800" y="386425"/>
                  </a:lnTo>
                  <a:lnTo>
                    <a:pt x="214788" y="386239"/>
                  </a:lnTo>
                  <a:lnTo>
                    <a:pt x="214847" y="385639"/>
                  </a:lnTo>
                  <a:lnTo>
                    <a:pt x="214820" y="385389"/>
                  </a:lnTo>
                  <a:lnTo>
                    <a:pt x="214952" y="384942"/>
                  </a:lnTo>
                  <a:lnTo>
                    <a:pt x="215045" y="384750"/>
                  </a:lnTo>
                  <a:lnTo>
                    <a:pt x="214611" y="384335"/>
                  </a:lnTo>
                  <a:lnTo>
                    <a:pt x="214335" y="384307"/>
                  </a:lnTo>
                  <a:lnTo>
                    <a:pt x="214200" y="384246"/>
                  </a:lnTo>
                  <a:lnTo>
                    <a:pt x="213957" y="384254"/>
                  </a:lnTo>
                  <a:lnTo>
                    <a:pt x="213725" y="384564"/>
                  </a:lnTo>
                  <a:lnTo>
                    <a:pt x="213561" y="384713"/>
                  </a:lnTo>
                  <a:lnTo>
                    <a:pt x="213394" y="385071"/>
                  </a:lnTo>
                  <a:lnTo>
                    <a:pt x="213090" y="385412"/>
                  </a:lnTo>
                  <a:lnTo>
                    <a:pt x="212831" y="385323"/>
                  </a:lnTo>
                  <a:lnTo>
                    <a:pt x="212705" y="384887"/>
                  </a:lnTo>
                  <a:lnTo>
                    <a:pt x="212553" y="384438"/>
                  </a:lnTo>
                  <a:lnTo>
                    <a:pt x="212338" y="384192"/>
                  </a:lnTo>
                  <a:lnTo>
                    <a:pt x="212095" y="384230"/>
                  </a:lnTo>
                  <a:lnTo>
                    <a:pt x="211902" y="384454"/>
                  </a:lnTo>
                  <a:lnTo>
                    <a:pt x="211556" y="384897"/>
                  </a:lnTo>
                  <a:lnTo>
                    <a:pt x="211856" y="385437"/>
                  </a:lnTo>
                  <a:lnTo>
                    <a:pt x="211398" y="385261"/>
                  </a:lnTo>
                  <a:lnTo>
                    <a:pt x="211125" y="385328"/>
                  </a:lnTo>
                  <a:lnTo>
                    <a:pt x="210892" y="385400"/>
                  </a:lnTo>
                  <a:lnTo>
                    <a:pt x="210615" y="385395"/>
                  </a:lnTo>
                  <a:lnTo>
                    <a:pt x="210300" y="385650"/>
                  </a:lnTo>
                  <a:lnTo>
                    <a:pt x="209784" y="385717"/>
                  </a:lnTo>
                  <a:lnTo>
                    <a:pt x="209601" y="385956"/>
                  </a:lnTo>
                  <a:lnTo>
                    <a:pt x="209322" y="385888"/>
                  </a:lnTo>
                  <a:lnTo>
                    <a:pt x="209125" y="385694"/>
                  </a:lnTo>
                  <a:lnTo>
                    <a:pt x="208843" y="385807"/>
                  </a:lnTo>
                  <a:lnTo>
                    <a:pt x="208712" y="385804"/>
                  </a:lnTo>
                  <a:lnTo>
                    <a:pt x="208585" y="385600"/>
                  </a:lnTo>
                  <a:lnTo>
                    <a:pt x="208494" y="385424"/>
                  </a:lnTo>
                  <a:lnTo>
                    <a:pt x="208397" y="385278"/>
                  </a:lnTo>
                  <a:lnTo>
                    <a:pt x="207943" y="385052"/>
                  </a:lnTo>
                  <a:lnTo>
                    <a:pt x="207695" y="385063"/>
                  </a:lnTo>
                  <a:lnTo>
                    <a:pt x="207496" y="385208"/>
                  </a:lnTo>
                  <a:lnTo>
                    <a:pt x="207179" y="385337"/>
                  </a:lnTo>
                  <a:lnTo>
                    <a:pt x="206991" y="385222"/>
                  </a:lnTo>
                  <a:lnTo>
                    <a:pt x="206399" y="385090"/>
                  </a:lnTo>
                  <a:lnTo>
                    <a:pt x="206069" y="384857"/>
                  </a:lnTo>
                  <a:lnTo>
                    <a:pt x="205735" y="384700"/>
                  </a:lnTo>
                  <a:lnTo>
                    <a:pt x="205468" y="384749"/>
                  </a:lnTo>
                  <a:lnTo>
                    <a:pt x="205047" y="384787"/>
                  </a:lnTo>
                  <a:lnTo>
                    <a:pt x="204778" y="384794"/>
                  </a:lnTo>
                  <a:lnTo>
                    <a:pt x="204521" y="384887"/>
                  </a:lnTo>
                  <a:lnTo>
                    <a:pt x="204200" y="384776"/>
                  </a:lnTo>
                  <a:lnTo>
                    <a:pt x="203991" y="384815"/>
                  </a:lnTo>
                  <a:lnTo>
                    <a:pt x="203787" y="384912"/>
                  </a:lnTo>
                  <a:lnTo>
                    <a:pt x="203745" y="384742"/>
                  </a:lnTo>
                  <a:lnTo>
                    <a:pt x="203461" y="384404"/>
                  </a:lnTo>
                  <a:lnTo>
                    <a:pt x="203205" y="384214"/>
                  </a:lnTo>
                  <a:lnTo>
                    <a:pt x="202777" y="383551"/>
                  </a:lnTo>
                  <a:lnTo>
                    <a:pt x="202480" y="383175"/>
                  </a:lnTo>
                  <a:lnTo>
                    <a:pt x="202295" y="382653"/>
                  </a:lnTo>
                  <a:lnTo>
                    <a:pt x="201971" y="382406"/>
                  </a:lnTo>
                  <a:lnTo>
                    <a:pt x="201875" y="382143"/>
                  </a:lnTo>
                  <a:lnTo>
                    <a:pt x="201550" y="381752"/>
                  </a:lnTo>
                  <a:lnTo>
                    <a:pt x="201316" y="381007"/>
                  </a:lnTo>
                  <a:lnTo>
                    <a:pt x="201147" y="381199"/>
                  </a:lnTo>
                  <a:lnTo>
                    <a:pt x="201082" y="381394"/>
                  </a:lnTo>
                  <a:lnTo>
                    <a:pt x="200837" y="381249"/>
                  </a:lnTo>
                  <a:lnTo>
                    <a:pt x="200454" y="380965"/>
                  </a:lnTo>
                  <a:lnTo>
                    <a:pt x="200264" y="380874"/>
                  </a:lnTo>
                  <a:lnTo>
                    <a:pt x="199972" y="380721"/>
                  </a:lnTo>
                  <a:lnTo>
                    <a:pt x="199731" y="380541"/>
                  </a:lnTo>
                  <a:lnTo>
                    <a:pt x="199504" y="380464"/>
                  </a:lnTo>
                  <a:lnTo>
                    <a:pt x="199343" y="380410"/>
                  </a:lnTo>
                  <a:lnTo>
                    <a:pt x="198756" y="380546"/>
                  </a:lnTo>
                  <a:lnTo>
                    <a:pt x="198545" y="381013"/>
                  </a:lnTo>
                  <a:lnTo>
                    <a:pt x="198259" y="381084"/>
                  </a:lnTo>
                  <a:lnTo>
                    <a:pt x="197948" y="381055"/>
                  </a:lnTo>
                  <a:lnTo>
                    <a:pt x="197447" y="380892"/>
                  </a:lnTo>
                  <a:lnTo>
                    <a:pt x="197353" y="381157"/>
                  </a:lnTo>
                  <a:lnTo>
                    <a:pt x="197052" y="381869"/>
                  </a:lnTo>
                  <a:lnTo>
                    <a:pt x="196970" y="382051"/>
                  </a:lnTo>
                  <a:lnTo>
                    <a:pt x="196756" y="382579"/>
                  </a:lnTo>
                  <a:lnTo>
                    <a:pt x="196552" y="382551"/>
                  </a:lnTo>
                  <a:lnTo>
                    <a:pt x="195978" y="382870"/>
                  </a:lnTo>
                  <a:lnTo>
                    <a:pt x="196117" y="383169"/>
                  </a:lnTo>
                  <a:lnTo>
                    <a:pt x="195835" y="383698"/>
                  </a:lnTo>
                  <a:lnTo>
                    <a:pt x="195693" y="383702"/>
                  </a:lnTo>
                  <a:lnTo>
                    <a:pt x="195529" y="383684"/>
                  </a:lnTo>
                  <a:lnTo>
                    <a:pt x="195309" y="383632"/>
                  </a:lnTo>
                  <a:lnTo>
                    <a:pt x="195019" y="383633"/>
                  </a:lnTo>
                  <a:lnTo>
                    <a:pt x="194681" y="383931"/>
                  </a:lnTo>
                  <a:lnTo>
                    <a:pt x="194477" y="384077"/>
                  </a:lnTo>
                  <a:lnTo>
                    <a:pt x="194278" y="383965"/>
                  </a:lnTo>
                  <a:lnTo>
                    <a:pt x="193275" y="384055"/>
                  </a:lnTo>
                  <a:lnTo>
                    <a:pt x="192790" y="384157"/>
                  </a:lnTo>
                  <a:lnTo>
                    <a:pt x="192426" y="384563"/>
                  </a:lnTo>
                  <a:lnTo>
                    <a:pt x="192252" y="384751"/>
                  </a:lnTo>
                  <a:lnTo>
                    <a:pt x="191790" y="384975"/>
                  </a:lnTo>
                  <a:lnTo>
                    <a:pt x="191369" y="384585"/>
                  </a:lnTo>
                  <a:lnTo>
                    <a:pt x="191304" y="384191"/>
                  </a:lnTo>
                  <a:lnTo>
                    <a:pt x="191128" y="383834"/>
                  </a:lnTo>
                  <a:lnTo>
                    <a:pt x="191160" y="383615"/>
                  </a:lnTo>
                  <a:lnTo>
                    <a:pt x="190842" y="383400"/>
                  </a:lnTo>
                  <a:lnTo>
                    <a:pt x="190509" y="383117"/>
                  </a:lnTo>
                  <a:lnTo>
                    <a:pt x="190496" y="382980"/>
                  </a:lnTo>
                  <a:lnTo>
                    <a:pt x="190536" y="382411"/>
                  </a:lnTo>
                  <a:lnTo>
                    <a:pt x="190332" y="382007"/>
                  </a:lnTo>
                  <a:lnTo>
                    <a:pt x="190263" y="381770"/>
                  </a:lnTo>
                  <a:lnTo>
                    <a:pt x="190722" y="380960"/>
                  </a:lnTo>
                  <a:lnTo>
                    <a:pt x="190749" y="380579"/>
                  </a:lnTo>
                  <a:lnTo>
                    <a:pt x="190638" y="380230"/>
                  </a:lnTo>
                  <a:lnTo>
                    <a:pt x="190498" y="380231"/>
                  </a:lnTo>
                  <a:lnTo>
                    <a:pt x="190206" y="380069"/>
                  </a:lnTo>
                  <a:lnTo>
                    <a:pt x="189641" y="379213"/>
                  </a:lnTo>
                  <a:lnTo>
                    <a:pt x="189152" y="379326"/>
                  </a:lnTo>
                  <a:lnTo>
                    <a:pt x="188740" y="379745"/>
                  </a:lnTo>
                  <a:lnTo>
                    <a:pt x="188697" y="379925"/>
                  </a:lnTo>
                  <a:lnTo>
                    <a:pt x="188595" y="380142"/>
                  </a:lnTo>
                  <a:lnTo>
                    <a:pt x="188042" y="380658"/>
                  </a:lnTo>
                  <a:lnTo>
                    <a:pt x="187466" y="381006"/>
                  </a:lnTo>
                  <a:lnTo>
                    <a:pt x="186690" y="380867"/>
                  </a:lnTo>
                  <a:lnTo>
                    <a:pt x="186137" y="380463"/>
                  </a:lnTo>
                  <a:lnTo>
                    <a:pt x="186051" y="380290"/>
                  </a:lnTo>
                  <a:lnTo>
                    <a:pt x="186035" y="380100"/>
                  </a:lnTo>
                  <a:lnTo>
                    <a:pt x="185826" y="379546"/>
                  </a:lnTo>
                  <a:lnTo>
                    <a:pt x="185866" y="379109"/>
                  </a:lnTo>
                  <a:lnTo>
                    <a:pt x="185965" y="378817"/>
                  </a:lnTo>
                  <a:lnTo>
                    <a:pt x="185936" y="378342"/>
                  </a:lnTo>
                  <a:lnTo>
                    <a:pt x="186082" y="377995"/>
                  </a:lnTo>
                  <a:lnTo>
                    <a:pt x="185879" y="377695"/>
                  </a:lnTo>
                  <a:lnTo>
                    <a:pt x="185571" y="377542"/>
                  </a:lnTo>
                  <a:lnTo>
                    <a:pt x="185330" y="377420"/>
                  </a:lnTo>
                  <a:lnTo>
                    <a:pt x="185165" y="377299"/>
                  </a:lnTo>
                  <a:lnTo>
                    <a:pt x="184831" y="376977"/>
                  </a:lnTo>
                  <a:lnTo>
                    <a:pt x="184853" y="376469"/>
                  </a:lnTo>
                  <a:lnTo>
                    <a:pt x="184897" y="376145"/>
                  </a:lnTo>
                  <a:lnTo>
                    <a:pt x="184964" y="375984"/>
                  </a:lnTo>
                  <a:lnTo>
                    <a:pt x="185119" y="375716"/>
                  </a:lnTo>
                  <a:lnTo>
                    <a:pt x="185108" y="375517"/>
                  </a:lnTo>
                  <a:lnTo>
                    <a:pt x="184716" y="375167"/>
                  </a:lnTo>
                  <a:lnTo>
                    <a:pt x="184462" y="375131"/>
                  </a:lnTo>
                  <a:lnTo>
                    <a:pt x="184208" y="375183"/>
                  </a:lnTo>
                  <a:lnTo>
                    <a:pt x="183943" y="375104"/>
                  </a:lnTo>
                  <a:lnTo>
                    <a:pt x="183754" y="374954"/>
                  </a:lnTo>
                  <a:lnTo>
                    <a:pt x="183339" y="374893"/>
                  </a:lnTo>
                  <a:lnTo>
                    <a:pt x="183042" y="374570"/>
                  </a:lnTo>
                  <a:lnTo>
                    <a:pt x="183386" y="373369"/>
                  </a:lnTo>
                  <a:lnTo>
                    <a:pt x="183575" y="373261"/>
                  </a:lnTo>
                  <a:lnTo>
                    <a:pt x="183775" y="373220"/>
                  </a:lnTo>
                  <a:lnTo>
                    <a:pt x="184295" y="372392"/>
                  </a:lnTo>
                  <a:lnTo>
                    <a:pt x="183684" y="371840"/>
                  </a:lnTo>
                  <a:lnTo>
                    <a:pt x="183343" y="371719"/>
                  </a:lnTo>
                  <a:lnTo>
                    <a:pt x="183114" y="371562"/>
                  </a:lnTo>
                  <a:lnTo>
                    <a:pt x="181729" y="370167"/>
                  </a:lnTo>
                  <a:lnTo>
                    <a:pt x="181889" y="369670"/>
                  </a:lnTo>
                  <a:lnTo>
                    <a:pt x="181723" y="369315"/>
                  </a:lnTo>
                  <a:lnTo>
                    <a:pt x="181713" y="369006"/>
                  </a:lnTo>
                  <a:lnTo>
                    <a:pt x="182065" y="368690"/>
                  </a:lnTo>
                  <a:lnTo>
                    <a:pt x="182497" y="369096"/>
                  </a:lnTo>
                  <a:lnTo>
                    <a:pt x="183028" y="368547"/>
                  </a:lnTo>
                  <a:lnTo>
                    <a:pt x="183307" y="368136"/>
                  </a:lnTo>
                  <a:lnTo>
                    <a:pt x="183099" y="367096"/>
                  </a:lnTo>
                  <a:lnTo>
                    <a:pt x="183283" y="366789"/>
                  </a:lnTo>
                  <a:lnTo>
                    <a:pt x="183412" y="366573"/>
                  </a:lnTo>
                  <a:lnTo>
                    <a:pt x="183842" y="366031"/>
                  </a:lnTo>
                  <a:lnTo>
                    <a:pt x="183922" y="365668"/>
                  </a:lnTo>
                  <a:lnTo>
                    <a:pt x="183869" y="365432"/>
                  </a:lnTo>
                  <a:lnTo>
                    <a:pt x="183784" y="365026"/>
                  </a:lnTo>
                  <a:lnTo>
                    <a:pt x="183719" y="364888"/>
                  </a:lnTo>
                  <a:lnTo>
                    <a:pt x="183217" y="365112"/>
                  </a:lnTo>
                  <a:lnTo>
                    <a:pt x="182694" y="364477"/>
                  </a:lnTo>
                  <a:lnTo>
                    <a:pt x="182654" y="364130"/>
                  </a:lnTo>
                  <a:lnTo>
                    <a:pt x="182442" y="363542"/>
                  </a:lnTo>
                  <a:lnTo>
                    <a:pt x="182248" y="363346"/>
                  </a:lnTo>
                  <a:lnTo>
                    <a:pt x="182301" y="362695"/>
                  </a:lnTo>
                  <a:lnTo>
                    <a:pt x="182662" y="362597"/>
                  </a:lnTo>
                  <a:lnTo>
                    <a:pt x="182737" y="362220"/>
                  </a:lnTo>
                  <a:lnTo>
                    <a:pt x="182396" y="361791"/>
                  </a:lnTo>
                  <a:lnTo>
                    <a:pt x="182431" y="361498"/>
                  </a:lnTo>
                  <a:lnTo>
                    <a:pt x="182612" y="361173"/>
                  </a:lnTo>
                  <a:lnTo>
                    <a:pt x="182853" y="361098"/>
                  </a:lnTo>
                  <a:lnTo>
                    <a:pt x="183116" y="360979"/>
                  </a:lnTo>
                  <a:lnTo>
                    <a:pt x="183386" y="360157"/>
                  </a:lnTo>
                  <a:lnTo>
                    <a:pt x="183001" y="359940"/>
                  </a:lnTo>
                  <a:lnTo>
                    <a:pt x="182806" y="359586"/>
                  </a:lnTo>
                  <a:lnTo>
                    <a:pt x="182814" y="359401"/>
                  </a:lnTo>
                  <a:lnTo>
                    <a:pt x="182820" y="359264"/>
                  </a:lnTo>
                  <a:lnTo>
                    <a:pt x="182833" y="358979"/>
                  </a:lnTo>
                  <a:lnTo>
                    <a:pt x="182860" y="358800"/>
                  </a:lnTo>
                  <a:lnTo>
                    <a:pt x="183214" y="358554"/>
                  </a:lnTo>
                  <a:lnTo>
                    <a:pt x="183492" y="358269"/>
                  </a:lnTo>
                  <a:lnTo>
                    <a:pt x="183504" y="358107"/>
                  </a:lnTo>
                  <a:lnTo>
                    <a:pt x="182797" y="358211"/>
                  </a:lnTo>
                  <a:lnTo>
                    <a:pt x="182572" y="358071"/>
                  </a:lnTo>
                  <a:lnTo>
                    <a:pt x="182710" y="357517"/>
                  </a:lnTo>
                  <a:lnTo>
                    <a:pt x="182719" y="357369"/>
                  </a:lnTo>
                  <a:lnTo>
                    <a:pt x="182206" y="356443"/>
                  </a:lnTo>
                  <a:lnTo>
                    <a:pt x="182140" y="356188"/>
                  </a:lnTo>
                  <a:lnTo>
                    <a:pt x="182022" y="355981"/>
                  </a:lnTo>
                  <a:lnTo>
                    <a:pt x="180940" y="355927"/>
                  </a:lnTo>
                  <a:lnTo>
                    <a:pt x="180681" y="355581"/>
                  </a:lnTo>
                  <a:lnTo>
                    <a:pt x="180305" y="355749"/>
                  </a:lnTo>
                  <a:lnTo>
                    <a:pt x="179644" y="355721"/>
                  </a:lnTo>
                  <a:lnTo>
                    <a:pt x="179419" y="355539"/>
                  </a:lnTo>
                  <a:lnTo>
                    <a:pt x="179369" y="355819"/>
                  </a:lnTo>
                  <a:lnTo>
                    <a:pt x="179235" y="355995"/>
                  </a:lnTo>
                  <a:lnTo>
                    <a:pt x="178858" y="355939"/>
                  </a:lnTo>
                  <a:lnTo>
                    <a:pt x="178591" y="356454"/>
                  </a:lnTo>
                  <a:lnTo>
                    <a:pt x="178307" y="357092"/>
                  </a:lnTo>
                  <a:lnTo>
                    <a:pt x="178140" y="357212"/>
                  </a:lnTo>
                  <a:lnTo>
                    <a:pt x="177860" y="357729"/>
                  </a:lnTo>
                  <a:lnTo>
                    <a:pt x="177714" y="358284"/>
                  </a:lnTo>
                  <a:lnTo>
                    <a:pt x="177484" y="358351"/>
                  </a:lnTo>
                  <a:lnTo>
                    <a:pt x="177296" y="358272"/>
                  </a:lnTo>
                  <a:lnTo>
                    <a:pt x="176808" y="358366"/>
                  </a:lnTo>
                  <a:lnTo>
                    <a:pt x="177059" y="358660"/>
                  </a:lnTo>
                  <a:lnTo>
                    <a:pt x="176847" y="358648"/>
                  </a:lnTo>
                  <a:lnTo>
                    <a:pt x="176368" y="358872"/>
                  </a:lnTo>
                  <a:lnTo>
                    <a:pt x="176039" y="359129"/>
                  </a:lnTo>
                  <a:lnTo>
                    <a:pt x="175418" y="359170"/>
                  </a:lnTo>
                  <a:lnTo>
                    <a:pt x="175071" y="359547"/>
                  </a:lnTo>
                  <a:lnTo>
                    <a:pt x="175290" y="359965"/>
                  </a:lnTo>
                  <a:lnTo>
                    <a:pt x="175332" y="360145"/>
                  </a:lnTo>
                  <a:lnTo>
                    <a:pt x="175373" y="360325"/>
                  </a:lnTo>
                  <a:lnTo>
                    <a:pt x="175414" y="360545"/>
                  </a:lnTo>
                  <a:lnTo>
                    <a:pt x="175574" y="360625"/>
                  </a:lnTo>
                  <a:lnTo>
                    <a:pt x="175757" y="360833"/>
                  </a:lnTo>
                  <a:lnTo>
                    <a:pt x="175488" y="360852"/>
                  </a:lnTo>
                  <a:lnTo>
                    <a:pt x="174982" y="360046"/>
                  </a:lnTo>
                  <a:lnTo>
                    <a:pt x="174856" y="359594"/>
                  </a:lnTo>
                  <a:lnTo>
                    <a:pt x="173893" y="359888"/>
                  </a:lnTo>
                  <a:lnTo>
                    <a:pt x="173598" y="360191"/>
                  </a:lnTo>
                  <a:lnTo>
                    <a:pt x="173274" y="360196"/>
                  </a:lnTo>
                  <a:lnTo>
                    <a:pt x="172526" y="360766"/>
                  </a:lnTo>
                  <a:lnTo>
                    <a:pt x="172136" y="360975"/>
                  </a:lnTo>
                  <a:lnTo>
                    <a:pt x="171439" y="361215"/>
                  </a:lnTo>
                  <a:lnTo>
                    <a:pt x="171303" y="361308"/>
                  </a:lnTo>
                  <a:lnTo>
                    <a:pt x="170820" y="361748"/>
                  </a:lnTo>
                  <a:lnTo>
                    <a:pt x="170649" y="361892"/>
                  </a:lnTo>
                  <a:lnTo>
                    <a:pt x="170180" y="362230"/>
                  </a:lnTo>
                  <a:lnTo>
                    <a:pt x="169748" y="361924"/>
                  </a:lnTo>
                  <a:lnTo>
                    <a:pt x="169125" y="361804"/>
                  </a:lnTo>
                  <a:lnTo>
                    <a:pt x="168979" y="361357"/>
                  </a:lnTo>
                  <a:lnTo>
                    <a:pt x="168714" y="361121"/>
                  </a:lnTo>
                  <a:lnTo>
                    <a:pt x="168324" y="360964"/>
                  </a:lnTo>
                  <a:lnTo>
                    <a:pt x="168095" y="360911"/>
                  </a:lnTo>
                  <a:lnTo>
                    <a:pt x="167820" y="361066"/>
                  </a:lnTo>
                  <a:lnTo>
                    <a:pt x="167381" y="361073"/>
                  </a:lnTo>
                  <a:lnTo>
                    <a:pt x="166958" y="360633"/>
                  </a:lnTo>
                  <a:lnTo>
                    <a:pt x="166616" y="360190"/>
                  </a:lnTo>
                  <a:lnTo>
                    <a:pt x="166266" y="360088"/>
                  </a:lnTo>
                  <a:lnTo>
                    <a:pt x="165990" y="359905"/>
                  </a:lnTo>
                  <a:lnTo>
                    <a:pt x="166051" y="359610"/>
                  </a:lnTo>
                  <a:lnTo>
                    <a:pt x="166309" y="359468"/>
                  </a:lnTo>
                  <a:lnTo>
                    <a:pt x="166653" y="359194"/>
                  </a:lnTo>
                  <a:lnTo>
                    <a:pt x="166428" y="358930"/>
                  </a:lnTo>
                  <a:lnTo>
                    <a:pt x="166183" y="358784"/>
                  </a:lnTo>
                  <a:lnTo>
                    <a:pt x="165982" y="358678"/>
                  </a:lnTo>
                  <a:lnTo>
                    <a:pt x="165830" y="358671"/>
                  </a:lnTo>
                  <a:lnTo>
                    <a:pt x="165619" y="358692"/>
                  </a:lnTo>
                  <a:lnTo>
                    <a:pt x="165206" y="358443"/>
                  </a:lnTo>
                  <a:lnTo>
                    <a:pt x="165135" y="357864"/>
                  </a:lnTo>
                  <a:lnTo>
                    <a:pt x="164850" y="357645"/>
                  </a:lnTo>
                  <a:lnTo>
                    <a:pt x="164301" y="357175"/>
                  </a:lnTo>
                  <a:lnTo>
                    <a:pt x="163936" y="357001"/>
                  </a:lnTo>
                  <a:lnTo>
                    <a:pt x="163599" y="356806"/>
                  </a:lnTo>
                  <a:lnTo>
                    <a:pt x="163393" y="356576"/>
                  </a:lnTo>
                  <a:lnTo>
                    <a:pt x="162922" y="356250"/>
                  </a:lnTo>
                  <a:lnTo>
                    <a:pt x="162713" y="356092"/>
                  </a:lnTo>
                  <a:lnTo>
                    <a:pt x="162569" y="355524"/>
                  </a:lnTo>
                  <a:lnTo>
                    <a:pt x="162322" y="355340"/>
                  </a:lnTo>
                  <a:lnTo>
                    <a:pt x="161791" y="355066"/>
                  </a:lnTo>
                  <a:lnTo>
                    <a:pt x="161603" y="355084"/>
                  </a:lnTo>
                  <a:lnTo>
                    <a:pt x="160610" y="355507"/>
                  </a:lnTo>
                  <a:lnTo>
                    <a:pt x="160330" y="355576"/>
                  </a:lnTo>
                  <a:lnTo>
                    <a:pt x="159825" y="355995"/>
                  </a:lnTo>
                  <a:lnTo>
                    <a:pt x="159748" y="356741"/>
                  </a:lnTo>
                  <a:lnTo>
                    <a:pt x="159756" y="357383"/>
                  </a:lnTo>
                  <a:lnTo>
                    <a:pt x="159557" y="357491"/>
                  </a:lnTo>
                  <a:lnTo>
                    <a:pt x="159428" y="357483"/>
                  </a:lnTo>
                  <a:lnTo>
                    <a:pt x="159168" y="357441"/>
                  </a:lnTo>
                  <a:lnTo>
                    <a:pt x="158248" y="357505"/>
                  </a:lnTo>
                  <a:lnTo>
                    <a:pt x="158098" y="357287"/>
                  </a:lnTo>
                  <a:lnTo>
                    <a:pt x="158104" y="356896"/>
                  </a:lnTo>
                  <a:lnTo>
                    <a:pt x="157824" y="356581"/>
                  </a:lnTo>
                  <a:lnTo>
                    <a:pt x="157395" y="356557"/>
                  </a:lnTo>
                  <a:lnTo>
                    <a:pt x="157127" y="356610"/>
                  </a:lnTo>
                  <a:lnTo>
                    <a:pt x="156760" y="356776"/>
                  </a:lnTo>
                  <a:lnTo>
                    <a:pt x="156431" y="356581"/>
                  </a:lnTo>
                  <a:lnTo>
                    <a:pt x="156273" y="356421"/>
                  </a:lnTo>
                  <a:lnTo>
                    <a:pt x="155925" y="355969"/>
                  </a:lnTo>
                  <a:lnTo>
                    <a:pt x="155797" y="355824"/>
                  </a:lnTo>
                  <a:lnTo>
                    <a:pt x="155453" y="355577"/>
                  </a:lnTo>
                  <a:lnTo>
                    <a:pt x="155275" y="355557"/>
                  </a:lnTo>
                  <a:lnTo>
                    <a:pt x="154922" y="355371"/>
                  </a:lnTo>
                  <a:lnTo>
                    <a:pt x="154237" y="355757"/>
                  </a:lnTo>
                  <a:lnTo>
                    <a:pt x="153917" y="355728"/>
                  </a:lnTo>
                  <a:lnTo>
                    <a:pt x="153730" y="355789"/>
                  </a:lnTo>
                  <a:lnTo>
                    <a:pt x="153522" y="356071"/>
                  </a:lnTo>
                  <a:lnTo>
                    <a:pt x="153429" y="356273"/>
                  </a:lnTo>
                  <a:lnTo>
                    <a:pt x="153395" y="356464"/>
                  </a:lnTo>
                  <a:lnTo>
                    <a:pt x="153569" y="356736"/>
                  </a:lnTo>
                  <a:lnTo>
                    <a:pt x="153638" y="356973"/>
                  </a:lnTo>
                  <a:lnTo>
                    <a:pt x="153438" y="357468"/>
                  </a:lnTo>
                  <a:lnTo>
                    <a:pt x="153216" y="357891"/>
                  </a:lnTo>
                  <a:lnTo>
                    <a:pt x="153052" y="357866"/>
                  </a:lnTo>
                  <a:lnTo>
                    <a:pt x="152814" y="357790"/>
                  </a:lnTo>
                  <a:lnTo>
                    <a:pt x="152681" y="357748"/>
                  </a:lnTo>
                  <a:lnTo>
                    <a:pt x="152356" y="357573"/>
                  </a:lnTo>
                  <a:lnTo>
                    <a:pt x="152349" y="356799"/>
                  </a:lnTo>
                  <a:lnTo>
                    <a:pt x="151889" y="357350"/>
                  </a:lnTo>
                  <a:lnTo>
                    <a:pt x="151652" y="357325"/>
                  </a:lnTo>
                  <a:lnTo>
                    <a:pt x="151413" y="357242"/>
                  </a:lnTo>
                  <a:lnTo>
                    <a:pt x="151109" y="357104"/>
                  </a:lnTo>
                  <a:lnTo>
                    <a:pt x="150869" y="356975"/>
                  </a:lnTo>
                  <a:lnTo>
                    <a:pt x="150472" y="356883"/>
                  </a:lnTo>
                  <a:lnTo>
                    <a:pt x="150069" y="356647"/>
                  </a:lnTo>
                  <a:lnTo>
                    <a:pt x="149512" y="357063"/>
                  </a:lnTo>
                  <a:lnTo>
                    <a:pt x="149547" y="357243"/>
                  </a:lnTo>
                  <a:lnTo>
                    <a:pt x="149577" y="357430"/>
                  </a:lnTo>
                  <a:lnTo>
                    <a:pt x="149062" y="357507"/>
                  </a:lnTo>
                  <a:lnTo>
                    <a:pt x="149013" y="357358"/>
                  </a:lnTo>
                  <a:lnTo>
                    <a:pt x="149028" y="357157"/>
                  </a:lnTo>
                  <a:lnTo>
                    <a:pt x="148962" y="356906"/>
                  </a:lnTo>
                  <a:lnTo>
                    <a:pt x="148707" y="356646"/>
                  </a:lnTo>
                  <a:lnTo>
                    <a:pt x="147998" y="357121"/>
                  </a:lnTo>
                  <a:lnTo>
                    <a:pt x="147723" y="357370"/>
                  </a:lnTo>
                  <a:lnTo>
                    <a:pt x="147453" y="357627"/>
                  </a:lnTo>
                  <a:lnTo>
                    <a:pt x="147058" y="357698"/>
                  </a:lnTo>
                  <a:lnTo>
                    <a:pt x="146547" y="357812"/>
                  </a:lnTo>
                  <a:lnTo>
                    <a:pt x="146345" y="357826"/>
                  </a:lnTo>
                  <a:lnTo>
                    <a:pt x="145914" y="358221"/>
                  </a:lnTo>
                  <a:lnTo>
                    <a:pt x="145724" y="358446"/>
                  </a:lnTo>
                  <a:lnTo>
                    <a:pt x="145067" y="358356"/>
                  </a:lnTo>
                  <a:lnTo>
                    <a:pt x="144926" y="358598"/>
                  </a:lnTo>
                  <a:lnTo>
                    <a:pt x="144736" y="358942"/>
                  </a:lnTo>
                  <a:lnTo>
                    <a:pt x="144564" y="358970"/>
                  </a:lnTo>
                  <a:lnTo>
                    <a:pt x="144291" y="358972"/>
                  </a:lnTo>
                  <a:lnTo>
                    <a:pt x="144101" y="358950"/>
                  </a:lnTo>
                  <a:lnTo>
                    <a:pt x="143749" y="358809"/>
                  </a:lnTo>
                  <a:lnTo>
                    <a:pt x="143578" y="358281"/>
                  </a:lnTo>
                  <a:lnTo>
                    <a:pt x="143339" y="357968"/>
                  </a:lnTo>
                  <a:lnTo>
                    <a:pt x="143145" y="358018"/>
                  </a:lnTo>
                  <a:lnTo>
                    <a:pt x="142553" y="358603"/>
                  </a:lnTo>
                  <a:lnTo>
                    <a:pt x="142345" y="358539"/>
                  </a:lnTo>
                  <a:lnTo>
                    <a:pt x="142187" y="358468"/>
                  </a:lnTo>
                  <a:lnTo>
                    <a:pt x="141823" y="358496"/>
                  </a:lnTo>
                  <a:lnTo>
                    <a:pt x="141603" y="358404"/>
                  </a:lnTo>
                  <a:lnTo>
                    <a:pt x="141482" y="358213"/>
                  </a:lnTo>
                  <a:lnTo>
                    <a:pt x="141057" y="357861"/>
                  </a:lnTo>
                  <a:lnTo>
                    <a:pt x="140896" y="357841"/>
                  </a:lnTo>
                  <a:lnTo>
                    <a:pt x="140831" y="357998"/>
                  </a:lnTo>
                  <a:lnTo>
                    <a:pt x="140740" y="358162"/>
                  </a:lnTo>
                  <a:lnTo>
                    <a:pt x="140683" y="357989"/>
                  </a:lnTo>
                  <a:lnTo>
                    <a:pt x="140390" y="357600"/>
                  </a:lnTo>
                  <a:lnTo>
                    <a:pt x="139671" y="357816"/>
                  </a:lnTo>
                  <a:lnTo>
                    <a:pt x="139483" y="357741"/>
                  </a:lnTo>
                  <a:lnTo>
                    <a:pt x="139300" y="357609"/>
                  </a:lnTo>
                  <a:lnTo>
                    <a:pt x="138724" y="357282"/>
                  </a:lnTo>
                  <a:lnTo>
                    <a:pt x="138496" y="357173"/>
                  </a:lnTo>
                  <a:lnTo>
                    <a:pt x="137747" y="357273"/>
                  </a:lnTo>
                  <a:lnTo>
                    <a:pt x="137472" y="357122"/>
                  </a:lnTo>
                  <a:lnTo>
                    <a:pt x="137209" y="356771"/>
                  </a:lnTo>
                  <a:lnTo>
                    <a:pt x="137000" y="356621"/>
                  </a:lnTo>
                  <a:lnTo>
                    <a:pt x="136747" y="356587"/>
                  </a:lnTo>
                  <a:lnTo>
                    <a:pt x="136563" y="356499"/>
                  </a:lnTo>
                  <a:lnTo>
                    <a:pt x="136231" y="356286"/>
                  </a:lnTo>
                  <a:lnTo>
                    <a:pt x="136162" y="356793"/>
                  </a:lnTo>
                  <a:lnTo>
                    <a:pt x="135966" y="357130"/>
                  </a:lnTo>
                  <a:lnTo>
                    <a:pt x="135443" y="357404"/>
                  </a:lnTo>
                  <a:lnTo>
                    <a:pt x="134617" y="357276"/>
                  </a:lnTo>
                  <a:lnTo>
                    <a:pt x="133169" y="357840"/>
                  </a:lnTo>
                  <a:lnTo>
                    <a:pt x="132788" y="357982"/>
                  </a:lnTo>
                  <a:lnTo>
                    <a:pt x="131960" y="358736"/>
                  </a:lnTo>
                  <a:lnTo>
                    <a:pt x="131753" y="358636"/>
                  </a:lnTo>
                  <a:lnTo>
                    <a:pt x="131569" y="358567"/>
                  </a:lnTo>
                  <a:lnTo>
                    <a:pt x="131018" y="358067"/>
                  </a:lnTo>
                  <a:lnTo>
                    <a:pt x="130497" y="357838"/>
                  </a:lnTo>
                  <a:lnTo>
                    <a:pt x="130182" y="358094"/>
                  </a:lnTo>
                  <a:lnTo>
                    <a:pt x="129329" y="357871"/>
                  </a:lnTo>
                  <a:lnTo>
                    <a:pt x="129063" y="357974"/>
                  </a:lnTo>
                  <a:lnTo>
                    <a:pt x="128192" y="358805"/>
                  </a:lnTo>
                  <a:lnTo>
                    <a:pt x="127957" y="359140"/>
                  </a:lnTo>
                  <a:lnTo>
                    <a:pt x="127800" y="359415"/>
                  </a:lnTo>
                  <a:lnTo>
                    <a:pt x="127645" y="359719"/>
                  </a:lnTo>
                  <a:lnTo>
                    <a:pt x="127268" y="359664"/>
                  </a:lnTo>
                  <a:lnTo>
                    <a:pt x="127068" y="359572"/>
                  </a:lnTo>
                  <a:lnTo>
                    <a:pt x="126806" y="359386"/>
                  </a:lnTo>
                  <a:lnTo>
                    <a:pt x="126658" y="359277"/>
                  </a:lnTo>
                  <a:lnTo>
                    <a:pt x="126531" y="359137"/>
                  </a:lnTo>
                  <a:lnTo>
                    <a:pt x="126190" y="358801"/>
                  </a:lnTo>
                  <a:lnTo>
                    <a:pt x="125963" y="358675"/>
                  </a:lnTo>
                  <a:lnTo>
                    <a:pt x="125060" y="358303"/>
                  </a:lnTo>
                  <a:lnTo>
                    <a:pt x="124749" y="357901"/>
                  </a:lnTo>
                  <a:lnTo>
                    <a:pt x="124192" y="357669"/>
                  </a:lnTo>
                  <a:lnTo>
                    <a:pt x="124036" y="357482"/>
                  </a:lnTo>
                  <a:lnTo>
                    <a:pt x="123894" y="357244"/>
                  </a:lnTo>
                  <a:lnTo>
                    <a:pt x="123693" y="357094"/>
                  </a:lnTo>
                  <a:lnTo>
                    <a:pt x="123475" y="356993"/>
                  </a:lnTo>
                  <a:lnTo>
                    <a:pt x="123225" y="356929"/>
                  </a:lnTo>
                  <a:lnTo>
                    <a:pt x="123169" y="357062"/>
                  </a:lnTo>
                  <a:lnTo>
                    <a:pt x="122920" y="357055"/>
                  </a:lnTo>
                  <a:lnTo>
                    <a:pt x="122864" y="356817"/>
                  </a:lnTo>
                  <a:lnTo>
                    <a:pt x="122691" y="356828"/>
                  </a:lnTo>
                  <a:lnTo>
                    <a:pt x="122213" y="357034"/>
                  </a:lnTo>
                  <a:lnTo>
                    <a:pt x="121864" y="357018"/>
                  </a:lnTo>
                  <a:lnTo>
                    <a:pt x="122045" y="356794"/>
                  </a:lnTo>
                  <a:lnTo>
                    <a:pt x="121989" y="356572"/>
                  </a:lnTo>
                  <a:lnTo>
                    <a:pt x="121772" y="356208"/>
                  </a:lnTo>
                  <a:lnTo>
                    <a:pt x="121666" y="356074"/>
                  </a:lnTo>
                  <a:lnTo>
                    <a:pt x="121486" y="356005"/>
                  </a:lnTo>
                  <a:lnTo>
                    <a:pt x="120933" y="355991"/>
                  </a:lnTo>
                  <a:lnTo>
                    <a:pt x="120692" y="356224"/>
                  </a:lnTo>
                  <a:lnTo>
                    <a:pt x="121131" y="356390"/>
                  </a:lnTo>
                  <a:lnTo>
                    <a:pt x="121378" y="356531"/>
                  </a:lnTo>
                  <a:lnTo>
                    <a:pt x="120984" y="357194"/>
                  </a:lnTo>
                  <a:lnTo>
                    <a:pt x="121486" y="357179"/>
                  </a:lnTo>
                  <a:lnTo>
                    <a:pt x="121131" y="357500"/>
                  </a:lnTo>
                  <a:lnTo>
                    <a:pt x="120663" y="357156"/>
                  </a:lnTo>
                  <a:lnTo>
                    <a:pt x="120320" y="356802"/>
                  </a:lnTo>
                  <a:lnTo>
                    <a:pt x="120009" y="356562"/>
                  </a:lnTo>
                  <a:lnTo>
                    <a:pt x="119844" y="356684"/>
                  </a:lnTo>
                  <a:lnTo>
                    <a:pt x="119728" y="356521"/>
                  </a:lnTo>
                  <a:lnTo>
                    <a:pt x="119561" y="356459"/>
                  </a:lnTo>
                  <a:lnTo>
                    <a:pt x="119234" y="356014"/>
                  </a:lnTo>
                  <a:lnTo>
                    <a:pt x="119055" y="355872"/>
                  </a:lnTo>
                  <a:lnTo>
                    <a:pt x="118766" y="355696"/>
                  </a:lnTo>
                  <a:lnTo>
                    <a:pt x="118604" y="355676"/>
                  </a:lnTo>
                  <a:lnTo>
                    <a:pt x="118319" y="355625"/>
                  </a:lnTo>
                  <a:lnTo>
                    <a:pt x="118167" y="355004"/>
                  </a:lnTo>
                  <a:lnTo>
                    <a:pt x="117779" y="354205"/>
                  </a:lnTo>
                  <a:lnTo>
                    <a:pt x="117846" y="353907"/>
                  </a:lnTo>
                  <a:lnTo>
                    <a:pt x="117685" y="353635"/>
                  </a:lnTo>
                  <a:lnTo>
                    <a:pt x="117602" y="353257"/>
                  </a:lnTo>
                  <a:lnTo>
                    <a:pt x="116950" y="353287"/>
                  </a:lnTo>
                  <a:lnTo>
                    <a:pt x="116492" y="353639"/>
                  </a:lnTo>
                  <a:lnTo>
                    <a:pt x="116361" y="353943"/>
                  </a:lnTo>
                  <a:lnTo>
                    <a:pt x="115970" y="354223"/>
                  </a:lnTo>
                  <a:lnTo>
                    <a:pt x="115377" y="354165"/>
                  </a:lnTo>
                  <a:lnTo>
                    <a:pt x="115261" y="353902"/>
                  </a:lnTo>
                  <a:lnTo>
                    <a:pt x="114844" y="353475"/>
                  </a:lnTo>
                  <a:lnTo>
                    <a:pt x="114580" y="353429"/>
                  </a:lnTo>
                  <a:lnTo>
                    <a:pt x="114434" y="353421"/>
                  </a:lnTo>
                  <a:lnTo>
                    <a:pt x="114169" y="353358"/>
                  </a:lnTo>
                  <a:lnTo>
                    <a:pt x="114094" y="353028"/>
                  </a:lnTo>
                  <a:lnTo>
                    <a:pt x="113939" y="352538"/>
                  </a:lnTo>
                  <a:lnTo>
                    <a:pt x="113869" y="352325"/>
                  </a:lnTo>
                  <a:lnTo>
                    <a:pt x="113680" y="351946"/>
                  </a:lnTo>
                  <a:lnTo>
                    <a:pt x="113487" y="351578"/>
                  </a:lnTo>
                  <a:lnTo>
                    <a:pt x="113271" y="351389"/>
                  </a:lnTo>
                  <a:lnTo>
                    <a:pt x="112758" y="351339"/>
                  </a:lnTo>
                  <a:lnTo>
                    <a:pt x="112319" y="351665"/>
                  </a:lnTo>
                  <a:lnTo>
                    <a:pt x="111939" y="351907"/>
                  </a:lnTo>
                  <a:lnTo>
                    <a:pt x="111794" y="351963"/>
                  </a:lnTo>
                  <a:lnTo>
                    <a:pt x="111448" y="352053"/>
                  </a:lnTo>
                  <a:lnTo>
                    <a:pt x="110947" y="352113"/>
                  </a:lnTo>
                  <a:lnTo>
                    <a:pt x="110558" y="351950"/>
                  </a:lnTo>
                  <a:lnTo>
                    <a:pt x="110404" y="351885"/>
                  </a:lnTo>
                  <a:lnTo>
                    <a:pt x="110100" y="351780"/>
                  </a:lnTo>
                  <a:lnTo>
                    <a:pt x="109848" y="351455"/>
                  </a:lnTo>
                  <a:lnTo>
                    <a:pt x="109659" y="350855"/>
                  </a:lnTo>
                  <a:lnTo>
                    <a:pt x="108830" y="350881"/>
                  </a:lnTo>
                  <a:lnTo>
                    <a:pt x="108461" y="350570"/>
                  </a:lnTo>
                  <a:lnTo>
                    <a:pt x="108104" y="350488"/>
                  </a:lnTo>
                  <a:lnTo>
                    <a:pt x="107937" y="350492"/>
                  </a:lnTo>
                  <a:lnTo>
                    <a:pt x="107565" y="350323"/>
                  </a:lnTo>
                  <a:lnTo>
                    <a:pt x="107167" y="350191"/>
                  </a:lnTo>
                  <a:lnTo>
                    <a:pt x="106959" y="350098"/>
                  </a:lnTo>
                  <a:lnTo>
                    <a:pt x="106917" y="349652"/>
                  </a:lnTo>
                  <a:lnTo>
                    <a:pt x="106729" y="349514"/>
                  </a:lnTo>
                  <a:lnTo>
                    <a:pt x="106447" y="349475"/>
                  </a:lnTo>
                  <a:lnTo>
                    <a:pt x="106019" y="349492"/>
                  </a:lnTo>
                  <a:lnTo>
                    <a:pt x="105664" y="349090"/>
                  </a:lnTo>
                  <a:lnTo>
                    <a:pt x="105357" y="348765"/>
                  </a:lnTo>
                  <a:lnTo>
                    <a:pt x="104981" y="348150"/>
                  </a:lnTo>
                  <a:lnTo>
                    <a:pt x="104630" y="347964"/>
                  </a:lnTo>
                  <a:lnTo>
                    <a:pt x="104504" y="347742"/>
                  </a:lnTo>
                  <a:lnTo>
                    <a:pt x="104165" y="347451"/>
                  </a:lnTo>
                  <a:lnTo>
                    <a:pt x="103704" y="347373"/>
                  </a:lnTo>
                  <a:lnTo>
                    <a:pt x="103383" y="347469"/>
                  </a:lnTo>
                  <a:lnTo>
                    <a:pt x="102862" y="347305"/>
                  </a:lnTo>
                  <a:lnTo>
                    <a:pt x="102669" y="347236"/>
                  </a:lnTo>
                  <a:lnTo>
                    <a:pt x="102324" y="347162"/>
                  </a:lnTo>
                  <a:lnTo>
                    <a:pt x="101874" y="347091"/>
                  </a:lnTo>
                  <a:lnTo>
                    <a:pt x="101760" y="347354"/>
                  </a:lnTo>
                  <a:lnTo>
                    <a:pt x="101448" y="347685"/>
                  </a:lnTo>
                  <a:lnTo>
                    <a:pt x="101360" y="346518"/>
                  </a:lnTo>
                  <a:lnTo>
                    <a:pt x="100785" y="346486"/>
                  </a:lnTo>
                  <a:lnTo>
                    <a:pt x="100550" y="346529"/>
                  </a:lnTo>
                  <a:lnTo>
                    <a:pt x="100356" y="346816"/>
                  </a:lnTo>
                  <a:lnTo>
                    <a:pt x="100236" y="347115"/>
                  </a:lnTo>
                  <a:lnTo>
                    <a:pt x="100044" y="347430"/>
                  </a:lnTo>
                  <a:lnTo>
                    <a:pt x="99302" y="347798"/>
                  </a:lnTo>
                  <a:lnTo>
                    <a:pt x="99107" y="348062"/>
                  </a:lnTo>
                  <a:lnTo>
                    <a:pt x="98573" y="348143"/>
                  </a:lnTo>
                  <a:lnTo>
                    <a:pt x="98397" y="348073"/>
                  </a:lnTo>
                  <a:lnTo>
                    <a:pt x="98201" y="347849"/>
                  </a:lnTo>
                  <a:lnTo>
                    <a:pt x="98098" y="347547"/>
                  </a:lnTo>
                  <a:lnTo>
                    <a:pt x="97830" y="347321"/>
                  </a:lnTo>
                  <a:lnTo>
                    <a:pt x="97642" y="347202"/>
                  </a:lnTo>
                  <a:lnTo>
                    <a:pt x="97388" y="347142"/>
                  </a:lnTo>
                  <a:lnTo>
                    <a:pt x="97235" y="347087"/>
                  </a:lnTo>
                  <a:lnTo>
                    <a:pt x="97145" y="346833"/>
                  </a:lnTo>
                  <a:lnTo>
                    <a:pt x="97280" y="346678"/>
                  </a:lnTo>
                  <a:lnTo>
                    <a:pt x="96939" y="346185"/>
                  </a:lnTo>
                  <a:lnTo>
                    <a:pt x="97018" y="345632"/>
                  </a:lnTo>
                  <a:lnTo>
                    <a:pt x="96713" y="345046"/>
                  </a:lnTo>
                  <a:lnTo>
                    <a:pt x="96508" y="344686"/>
                  </a:lnTo>
                  <a:lnTo>
                    <a:pt x="96313" y="344559"/>
                  </a:lnTo>
                  <a:lnTo>
                    <a:pt x="95718" y="344144"/>
                  </a:lnTo>
                  <a:lnTo>
                    <a:pt x="95566" y="343974"/>
                  </a:lnTo>
                  <a:lnTo>
                    <a:pt x="94901" y="343487"/>
                  </a:lnTo>
                  <a:lnTo>
                    <a:pt x="94768" y="343178"/>
                  </a:lnTo>
                  <a:lnTo>
                    <a:pt x="94685" y="342544"/>
                  </a:lnTo>
                  <a:lnTo>
                    <a:pt x="94188" y="342370"/>
                  </a:lnTo>
                  <a:lnTo>
                    <a:pt x="93874" y="342371"/>
                  </a:lnTo>
                  <a:lnTo>
                    <a:pt x="93227" y="342212"/>
                  </a:lnTo>
                  <a:lnTo>
                    <a:pt x="93675" y="342192"/>
                  </a:lnTo>
                  <a:lnTo>
                    <a:pt x="94278" y="342175"/>
                  </a:lnTo>
                  <a:lnTo>
                    <a:pt x="94469" y="341875"/>
                  </a:lnTo>
                  <a:lnTo>
                    <a:pt x="94598" y="341673"/>
                  </a:lnTo>
                  <a:lnTo>
                    <a:pt x="94645" y="341417"/>
                  </a:lnTo>
                  <a:lnTo>
                    <a:pt x="94708" y="341075"/>
                  </a:lnTo>
                  <a:lnTo>
                    <a:pt x="94812" y="340674"/>
                  </a:lnTo>
                  <a:lnTo>
                    <a:pt x="94338" y="340448"/>
                  </a:lnTo>
                  <a:lnTo>
                    <a:pt x="93887" y="340678"/>
                  </a:lnTo>
                  <a:lnTo>
                    <a:pt x="93754" y="341073"/>
                  </a:lnTo>
                  <a:lnTo>
                    <a:pt x="93574" y="341174"/>
                  </a:lnTo>
                  <a:lnTo>
                    <a:pt x="93165" y="341135"/>
                  </a:lnTo>
                  <a:lnTo>
                    <a:pt x="92780" y="341087"/>
                  </a:lnTo>
                  <a:lnTo>
                    <a:pt x="92562" y="340983"/>
                  </a:lnTo>
                  <a:lnTo>
                    <a:pt x="92458" y="340741"/>
                  </a:lnTo>
                  <a:lnTo>
                    <a:pt x="92361" y="340515"/>
                  </a:lnTo>
                  <a:lnTo>
                    <a:pt x="92170" y="339767"/>
                  </a:lnTo>
                  <a:lnTo>
                    <a:pt x="91701" y="338794"/>
                  </a:lnTo>
                  <a:lnTo>
                    <a:pt x="91428" y="338295"/>
                  </a:lnTo>
                  <a:lnTo>
                    <a:pt x="91197" y="338182"/>
                  </a:lnTo>
                  <a:lnTo>
                    <a:pt x="90941" y="338051"/>
                  </a:lnTo>
                  <a:lnTo>
                    <a:pt x="90423" y="337545"/>
                  </a:lnTo>
                  <a:lnTo>
                    <a:pt x="90231" y="337529"/>
                  </a:lnTo>
                  <a:lnTo>
                    <a:pt x="89610" y="337439"/>
                  </a:lnTo>
                  <a:lnTo>
                    <a:pt x="89227" y="337506"/>
                  </a:lnTo>
                  <a:lnTo>
                    <a:pt x="89109" y="337306"/>
                  </a:lnTo>
                  <a:lnTo>
                    <a:pt x="88984" y="337073"/>
                  </a:lnTo>
                  <a:lnTo>
                    <a:pt x="88763" y="336831"/>
                  </a:lnTo>
                  <a:lnTo>
                    <a:pt x="88402" y="336698"/>
                  </a:lnTo>
                  <a:lnTo>
                    <a:pt x="88011" y="336619"/>
                  </a:lnTo>
                  <a:lnTo>
                    <a:pt x="87752" y="336589"/>
                  </a:lnTo>
                  <a:lnTo>
                    <a:pt x="87689" y="335822"/>
                  </a:lnTo>
                  <a:lnTo>
                    <a:pt x="87865" y="335611"/>
                  </a:lnTo>
                  <a:lnTo>
                    <a:pt x="87913" y="335400"/>
                  </a:lnTo>
                  <a:lnTo>
                    <a:pt x="87967" y="334990"/>
                  </a:lnTo>
                  <a:lnTo>
                    <a:pt x="87267" y="334652"/>
                  </a:lnTo>
                  <a:lnTo>
                    <a:pt x="86846" y="335120"/>
                  </a:lnTo>
                  <a:lnTo>
                    <a:pt x="86543" y="335436"/>
                  </a:lnTo>
                  <a:lnTo>
                    <a:pt x="85997" y="335358"/>
                  </a:lnTo>
                  <a:lnTo>
                    <a:pt x="85999" y="335228"/>
                  </a:lnTo>
                  <a:lnTo>
                    <a:pt x="86086" y="334893"/>
                  </a:lnTo>
                  <a:lnTo>
                    <a:pt x="86219" y="334627"/>
                  </a:lnTo>
                  <a:lnTo>
                    <a:pt x="86287" y="334355"/>
                  </a:lnTo>
                  <a:lnTo>
                    <a:pt x="86120" y="334113"/>
                  </a:lnTo>
                  <a:lnTo>
                    <a:pt x="86040" y="333849"/>
                  </a:lnTo>
                  <a:lnTo>
                    <a:pt x="86008" y="333503"/>
                  </a:lnTo>
                  <a:lnTo>
                    <a:pt x="86009" y="333201"/>
                  </a:lnTo>
                  <a:lnTo>
                    <a:pt x="86142" y="332768"/>
                  </a:lnTo>
                  <a:lnTo>
                    <a:pt x="86490" y="332402"/>
                  </a:lnTo>
                  <a:lnTo>
                    <a:pt x="86909" y="332152"/>
                  </a:lnTo>
                  <a:lnTo>
                    <a:pt x="87089" y="331976"/>
                  </a:lnTo>
                  <a:lnTo>
                    <a:pt x="87193" y="330749"/>
                  </a:lnTo>
                  <a:lnTo>
                    <a:pt x="86707" y="330540"/>
                  </a:lnTo>
                  <a:lnTo>
                    <a:pt x="86573" y="329885"/>
                  </a:lnTo>
                  <a:lnTo>
                    <a:pt x="86096" y="329604"/>
                  </a:lnTo>
                  <a:lnTo>
                    <a:pt x="86087" y="328883"/>
                  </a:lnTo>
                  <a:lnTo>
                    <a:pt x="85828" y="328586"/>
                  </a:lnTo>
                  <a:lnTo>
                    <a:pt x="85395" y="328428"/>
                  </a:lnTo>
                  <a:lnTo>
                    <a:pt x="85017" y="328341"/>
                  </a:lnTo>
                  <a:lnTo>
                    <a:pt x="84747" y="328364"/>
                  </a:lnTo>
                  <a:lnTo>
                    <a:pt x="84549" y="328453"/>
                  </a:lnTo>
                  <a:lnTo>
                    <a:pt x="84326" y="328492"/>
                  </a:lnTo>
                  <a:lnTo>
                    <a:pt x="83685" y="328352"/>
                  </a:lnTo>
                  <a:lnTo>
                    <a:pt x="83061" y="328237"/>
                  </a:lnTo>
                  <a:lnTo>
                    <a:pt x="82933" y="328401"/>
                  </a:lnTo>
                  <a:lnTo>
                    <a:pt x="82639" y="328617"/>
                  </a:lnTo>
                  <a:lnTo>
                    <a:pt x="82508" y="328045"/>
                  </a:lnTo>
                  <a:lnTo>
                    <a:pt x="83090" y="327597"/>
                  </a:lnTo>
                  <a:lnTo>
                    <a:pt x="83316" y="327518"/>
                  </a:lnTo>
                  <a:lnTo>
                    <a:pt x="83754" y="327454"/>
                  </a:lnTo>
                  <a:lnTo>
                    <a:pt x="83600" y="326226"/>
                  </a:lnTo>
                  <a:lnTo>
                    <a:pt x="83343" y="326088"/>
                  </a:lnTo>
                  <a:lnTo>
                    <a:pt x="83351" y="325631"/>
                  </a:lnTo>
                  <a:lnTo>
                    <a:pt x="82460" y="324879"/>
                  </a:lnTo>
                  <a:lnTo>
                    <a:pt x="82155" y="324671"/>
                  </a:lnTo>
                  <a:lnTo>
                    <a:pt x="82057" y="324534"/>
                  </a:lnTo>
                  <a:lnTo>
                    <a:pt x="81621" y="324140"/>
                  </a:lnTo>
                  <a:lnTo>
                    <a:pt x="81333" y="323315"/>
                  </a:lnTo>
                  <a:lnTo>
                    <a:pt x="81067" y="323237"/>
                  </a:lnTo>
                  <a:lnTo>
                    <a:pt x="80949" y="323089"/>
                  </a:lnTo>
                  <a:lnTo>
                    <a:pt x="80372" y="322693"/>
                  </a:lnTo>
                  <a:lnTo>
                    <a:pt x="80055" y="322711"/>
                  </a:lnTo>
                  <a:lnTo>
                    <a:pt x="80151" y="322461"/>
                  </a:lnTo>
                  <a:lnTo>
                    <a:pt x="80084" y="322219"/>
                  </a:lnTo>
                  <a:lnTo>
                    <a:pt x="79529" y="322444"/>
                  </a:lnTo>
                  <a:lnTo>
                    <a:pt x="79377" y="322438"/>
                  </a:lnTo>
                  <a:lnTo>
                    <a:pt x="79191" y="322570"/>
                  </a:lnTo>
                  <a:lnTo>
                    <a:pt x="79080" y="322817"/>
                  </a:lnTo>
                  <a:lnTo>
                    <a:pt x="78947" y="323103"/>
                  </a:lnTo>
                  <a:lnTo>
                    <a:pt x="78694" y="323399"/>
                  </a:lnTo>
                  <a:lnTo>
                    <a:pt x="78382" y="323460"/>
                  </a:lnTo>
                  <a:lnTo>
                    <a:pt x="78005" y="323371"/>
                  </a:lnTo>
                  <a:lnTo>
                    <a:pt x="78308" y="323040"/>
                  </a:lnTo>
                  <a:lnTo>
                    <a:pt x="78600" y="322842"/>
                  </a:lnTo>
                  <a:lnTo>
                    <a:pt x="78762" y="322556"/>
                  </a:lnTo>
                  <a:lnTo>
                    <a:pt x="78996" y="322068"/>
                  </a:lnTo>
                  <a:lnTo>
                    <a:pt x="78918" y="321771"/>
                  </a:lnTo>
                  <a:lnTo>
                    <a:pt x="78497" y="321567"/>
                  </a:lnTo>
                  <a:lnTo>
                    <a:pt x="78206" y="321312"/>
                  </a:lnTo>
                  <a:lnTo>
                    <a:pt x="77611" y="320977"/>
                  </a:lnTo>
                  <a:lnTo>
                    <a:pt x="76866" y="320037"/>
                  </a:lnTo>
                  <a:lnTo>
                    <a:pt x="76324" y="319836"/>
                  </a:lnTo>
                  <a:lnTo>
                    <a:pt x="76281" y="318943"/>
                  </a:lnTo>
                  <a:lnTo>
                    <a:pt x="76144" y="318823"/>
                  </a:lnTo>
                  <a:lnTo>
                    <a:pt x="75859" y="318378"/>
                  </a:lnTo>
                  <a:lnTo>
                    <a:pt x="76203" y="318113"/>
                  </a:lnTo>
                  <a:lnTo>
                    <a:pt x="76393" y="317386"/>
                  </a:lnTo>
                  <a:lnTo>
                    <a:pt x="76412" y="317200"/>
                  </a:lnTo>
                  <a:lnTo>
                    <a:pt x="76764" y="316439"/>
                  </a:lnTo>
                  <a:lnTo>
                    <a:pt x="77121" y="315877"/>
                  </a:lnTo>
                  <a:lnTo>
                    <a:pt x="77830" y="315446"/>
                  </a:lnTo>
                  <a:lnTo>
                    <a:pt x="77711" y="315101"/>
                  </a:lnTo>
                  <a:lnTo>
                    <a:pt x="77586" y="314732"/>
                  </a:lnTo>
                  <a:lnTo>
                    <a:pt x="77861" y="314467"/>
                  </a:lnTo>
                  <a:lnTo>
                    <a:pt x="77951" y="314298"/>
                  </a:lnTo>
                  <a:lnTo>
                    <a:pt x="77653" y="313539"/>
                  </a:lnTo>
                  <a:lnTo>
                    <a:pt x="77346" y="313196"/>
                  </a:lnTo>
                  <a:lnTo>
                    <a:pt x="77153" y="312972"/>
                  </a:lnTo>
                  <a:lnTo>
                    <a:pt x="77115" y="312811"/>
                  </a:lnTo>
                  <a:lnTo>
                    <a:pt x="77070" y="312618"/>
                  </a:lnTo>
                  <a:lnTo>
                    <a:pt x="77032" y="312220"/>
                  </a:lnTo>
                  <a:lnTo>
                    <a:pt x="76986" y="312014"/>
                  </a:lnTo>
                  <a:lnTo>
                    <a:pt x="76924" y="311734"/>
                  </a:lnTo>
                  <a:lnTo>
                    <a:pt x="76801" y="311570"/>
                  </a:lnTo>
                  <a:lnTo>
                    <a:pt x="77089" y="311122"/>
                  </a:lnTo>
                  <a:lnTo>
                    <a:pt x="77147" y="310951"/>
                  </a:lnTo>
                  <a:lnTo>
                    <a:pt x="77409" y="310480"/>
                  </a:lnTo>
                  <a:lnTo>
                    <a:pt x="77499" y="310115"/>
                  </a:lnTo>
                  <a:lnTo>
                    <a:pt x="77484" y="309498"/>
                  </a:lnTo>
                  <a:lnTo>
                    <a:pt x="77605" y="309339"/>
                  </a:lnTo>
                  <a:lnTo>
                    <a:pt x="77714" y="309189"/>
                  </a:lnTo>
                  <a:lnTo>
                    <a:pt x="77817" y="309047"/>
                  </a:lnTo>
                  <a:lnTo>
                    <a:pt x="77775" y="308881"/>
                  </a:lnTo>
                  <a:lnTo>
                    <a:pt x="77653" y="308403"/>
                  </a:lnTo>
                  <a:lnTo>
                    <a:pt x="77442" y="307883"/>
                  </a:lnTo>
                  <a:lnTo>
                    <a:pt x="77352" y="307423"/>
                  </a:lnTo>
                  <a:lnTo>
                    <a:pt x="76988" y="307136"/>
                  </a:lnTo>
                  <a:lnTo>
                    <a:pt x="76861" y="307046"/>
                  </a:lnTo>
                  <a:lnTo>
                    <a:pt x="76650" y="306857"/>
                  </a:lnTo>
                  <a:lnTo>
                    <a:pt x="76696" y="306433"/>
                  </a:lnTo>
                  <a:lnTo>
                    <a:pt x="76876" y="305980"/>
                  </a:lnTo>
                  <a:lnTo>
                    <a:pt x="76903" y="305629"/>
                  </a:lnTo>
                  <a:lnTo>
                    <a:pt x="76783" y="305045"/>
                  </a:lnTo>
                  <a:lnTo>
                    <a:pt x="76681" y="304912"/>
                  </a:lnTo>
                  <a:lnTo>
                    <a:pt x="76319" y="304576"/>
                  </a:lnTo>
                  <a:lnTo>
                    <a:pt x="76054" y="304413"/>
                  </a:lnTo>
                  <a:lnTo>
                    <a:pt x="75808" y="304160"/>
                  </a:lnTo>
                  <a:lnTo>
                    <a:pt x="75556" y="303748"/>
                  </a:lnTo>
                  <a:lnTo>
                    <a:pt x="75413" y="303672"/>
                  </a:lnTo>
                  <a:lnTo>
                    <a:pt x="75269" y="303595"/>
                  </a:lnTo>
                  <a:lnTo>
                    <a:pt x="75103" y="303525"/>
                  </a:lnTo>
                  <a:lnTo>
                    <a:pt x="74912" y="303555"/>
                  </a:lnTo>
                  <a:lnTo>
                    <a:pt x="74603" y="303614"/>
                  </a:lnTo>
                  <a:lnTo>
                    <a:pt x="74413" y="303186"/>
                  </a:lnTo>
                  <a:lnTo>
                    <a:pt x="74124" y="303046"/>
                  </a:lnTo>
                  <a:lnTo>
                    <a:pt x="73610" y="302895"/>
                  </a:lnTo>
                  <a:lnTo>
                    <a:pt x="73320" y="302810"/>
                  </a:lnTo>
                  <a:lnTo>
                    <a:pt x="72897" y="302719"/>
                  </a:lnTo>
                  <a:lnTo>
                    <a:pt x="72639" y="302564"/>
                  </a:lnTo>
                  <a:lnTo>
                    <a:pt x="72379" y="302468"/>
                  </a:lnTo>
                  <a:lnTo>
                    <a:pt x="71892" y="302527"/>
                  </a:lnTo>
                  <a:lnTo>
                    <a:pt x="71575" y="302102"/>
                  </a:lnTo>
                  <a:lnTo>
                    <a:pt x="71431" y="301885"/>
                  </a:lnTo>
                  <a:lnTo>
                    <a:pt x="71289" y="301687"/>
                  </a:lnTo>
                  <a:lnTo>
                    <a:pt x="70762" y="301319"/>
                  </a:lnTo>
                  <a:lnTo>
                    <a:pt x="70540" y="301234"/>
                  </a:lnTo>
                  <a:lnTo>
                    <a:pt x="70310" y="301086"/>
                  </a:lnTo>
                  <a:lnTo>
                    <a:pt x="70180" y="300838"/>
                  </a:lnTo>
                  <a:lnTo>
                    <a:pt x="70142" y="300646"/>
                  </a:lnTo>
                  <a:lnTo>
                    <a:pt x="69946" y="300399"/>
                  </a:lnTo>
                  <a:lnTo>
                    <a:pt x="69775" y="300223"/>
                  </a:lnTo>
                  <a:lnTo>
                    <a:pt x="69758" y="300005"/>
                  </a:lnTo>
                  <a:lnTo>
                    <a:pt x="69795" y="299748"/>
                  </a:lnTo>
                  <a:lnTo>
                    <a:pt x="69952" y="299390"/>
                  </a:lnTo>
                  <a:lnTo>
                    <a:pt x="70032" y="298819"/>
                  </a:lnTo>
                  <a:lnTo>
                    <a:pt x="69859" y="298688"/>
                  </a:lnTo>
                  <a:lnTo>
                    <a:pt x="69719" y="298461"/>
                  </a:lnTo>
                  <a:lnTo>
                    <a:pt x="69647" y="298222"/>
                  </a:lnTo>
                  <a:lnTo>
                    <a:pt x="69494" y="297882"/>
                  </a:lnTo>
                  <a:lnTo>
                    <a:pt x="69507" y="297541"/>
                  </a:lnTo>
                  <a:lnTo>
                    <a:pt x="69172" y="297124"/>
                  </a:lnTo>
                  <a:lnTo>
                    <a:pt x="68927" y="296676"/>
                  </a:lnTo>
                  <a:lnTo>
                    <a:pt x="68858" y="296401"/>
                  </a:lnTo>
                  <a:lnTo>
                    <a:pt x="68489" y="296194"/>
                  </a:lnTo>
                  <a:lnTo>
                    <a:pt x="68222" y="295985"/>
                  </a:lnTo>
                  <a:lnTo>
                    <a:pt x="68101" y="295389"/>
                  </a:lnTo>
                  <a:lnTo>
                    <a:pt x="67531" y="295448"/>
                  </a:lnTo>
                  <a:lnTo>
                    <a:pt x="66898" y="295361"/>
                  </a:lnTo>
                  <a:lnTo>
                    <a:pt x="66340" y="295061"/>
                  </a:lnTo>
                  <a:lnTo>
                    <a:pt x="66188" y="294973"/>
                  </a:lnTo>
                  <a:lnTo>
                    <a:pt x="65946" y="294720"/>
                  </a:lnTo>
                  <a:lnTo>
                    <a:pt x="65921" y="294512"/>
                  </a:lnTo>
                  <a:lnTo>
                    <a:pt x="65905" y="294354"/>
                  </a:lnTo>
                  <a:lnTo>
                    <a:pt x="65786" y="294133"/>
                  </a:lnTo>
                  <a:lnTo>
                    <a:pt x="65068" y="293626"/>
                  </a:lnTo>
                  <a:lnTo>
                    <a:pt x="64911" y="293627"/>
                  </a:lnTo>
                  <a:lnTo>
                    <a:pt x="64556" y="293524"/>
                  </a:lnTo>
                  <a:lnTo>
                    <a:pt x="64282" y="293328"/>
                  </a:lnTo>
                  <a:lnTo>
                    <a:pt x="63841" y="293052"/>
                  </a:lnTo>
                  <a:lnTo>
                    <a:pt x="63733" y="292891"/>
                  </a:lnTo>
                  <a:lnTo>
                    <a:pt x="63537" y="292864"/>
                  </a:lnTo>
                  <a:lnTo>
                    <a:pt x="63189" y="293019"/>
                  </a:lnTo>
                  <a:lnTo>
                    <a:pt x="62618" y="293130"/>
                  </a:lnTo>
                  <a:lnTo>
                    <a:pt x="62335" y="293112"/>
                  </a:lnTo>
                  <a:lnTo>
                    <a:pt x="62100" y="293086"/>
                  </a:lnTo>
                  <a:lnTo>
                    <a:pt x="61654" y="292580"/>
                  </a:lnTo>
                  <a:lnTo>
                    <a:pt x="61449" y="292110"/>
                  </a:lnTo>
                  <a:lnTo>
                    <a:pt x="61313" y="292097"/>
                  </a:lnTo>
                  <a:lnTo>
                    <a:pt x="61128" y="291997"/>
                  </a:lnTo>
                  <a:lnTo>
                    <a:pt x="60742" y="291545"/>
                  </a:lnTo>
                  <a:lnTo>
                    <a:pt x="60679" y="291303"/>
                  </a:lnTo>
                  <a:lnTo>
                    <a:pt x="60779" y="290851"/>
                  </a:lnTo>
                  <a:lnTo>
                    <a:pt x="61285" y="290653"/>
                  </a:lnTo>
                  <a:lnTo>
                    <a:pt x="61604" y="290442"/>
                  </a:lnTo>
                  <a:lnTo>
                    <a:pt x="61867" y="290477"/>
                  </a:lnTo>
                  <a:lnTo>
                    <a:pt x="62246" y="290386"/>
                  </a:lnTo>
                  <a:lnTo>
                    <a:pt x="62068" y="289905"/>
                  </a:lnTo>
                  <a:lnTo>
                    <a:pt x="62454" y="289705"/>
                  </a:lnTo>
                  <a:lnTo>
                    <a:pt x="62812" y="289237"/>
                  </a:lnTo>
                  <a:lnTo>
                    <a:pt x="62959" y="288998"/>
                  </a:lnTo>
                  <a:lnTo>
                    <a:pt x="63427" y="289024"/>
                  </a:lnTo>
                  <a:lnTo>
                    <a:pt x="63963" y="288931"/>
                  </a:lnTo>
                  <a:lnTo>
                    <a:pt x="63945" y="288438"/>
                  </a:lnTo>
                  <a:lnTo>
                    <a:pt x="63922" y="288095"/>
                  </a:lnTo>
                  <a:lnTo>
                    <a:pt x="63643" y="287874"/>
                  </a:lnTo>
                  <a:lnTo>
                    <a:pt x="63486" y="287803"/>
                  </a:lnTo>
                  <a:lnTo>
                    <a:pt x="63290" y="287733"/>
                  </a:lnTo>
                  <a:lnTo>
                    <a:pt x="63112" y="287257"/>
                  </a:lnTo>
                  <a:lnTo>
                    <a:pt x="63107" y="287076"/>
                  </a:lnTo>
                  <a:lnTo>
                    <a:pt x="63027" y="286677"/>
                  </a:lnTo>
                  <a:lnTo>
                    <a:pt x="62778" y="286329"/>
                  </a:lnTo>
                  <a:lnTo>
                    <a:pt x="62493" y="285715"/>
                  </a:lnTo>
                  <a:lnTo>
                    <a:pt x="62268" y="285406"/>
                  </a:lnTo>
                  <a:lnTo>
                    <a:pt x="62340" y="285279"/>
                  </a:lnTo>
                  <a:lnTo>
                    <a:pt x="61706" y="284973"/>
                  </a:lnTo>
                  <a:lnTo>
                    <a:pt x="61638" y="285409"/>
                  </a:lnTo>
                  <a:lnTo>
                    <a:pt x="61406" y="285439"/>
                  </a:lnTo>
                  <a:lnTo>
                    <a:pt x="61153" y="285406"/>
                  </a:lnTo>
                  <a:lnTo>
                    <a:pt x="60611" y="285268"/>
                  </a:lnTo>
                  <a:lnTo>
                    <a:pt x="60709" y="284884"/>
                  </a:lnTo>
                  <a:lnTo>
                    <a:pt x="60748" y="284724"/>
                  </a:lnTo>
                  <a:lnTo>
                    <a:pt x="60817" y="284443"/>
                  </a:lnTo>
                  <a:lnTo>
                    <a:pt x="60748" y="284068"/>
                  </a:lnTo>
                  <a:lnTo>
                    <a:pt x="60773" y="283869"/>
                  </a:lnTo>
                  <a:lnTo>
                    <a:pt x="60811" y="283694"/>
                  </a:lnTo>
                  <a:lnTo>
                    <a:pt x="60933" y="283407"/>
                  </a:lnTo>
                  <a:lnTo>
                    <a:pt x="60934" y="282928"/>
                  </a:lnTo>
                  <a:lnTo>
                    <a:pt x="60919" y="282679"/>
                  </a:lnTo>
                  <a:lnTo>
                    <a:pt x="60759" y="282048"/>
                  </a:lnTo>
                  <a:lnTo>
                    <a:pt x="60944" y="281787"/>
                  </a:lnTo>
                  <a:lnTo>
                    <a:pt x="61086" y="281755"/>
                  </a:lnTo>
                  <a:lnTo>
                    <a:pt x="61327" y="281738"/>
                  </a:lnTo>
                  <a:lnTo>
                    <a:pt x="61718" y="281385"/>
                  </a:lnTo>
                  <a:lnTo>
                    <a:pt x="61891" y="280986"/>
                  </a:lnTo>
                  <a:lnTo>
                    <a:pt x="62151" y="280738"/>
                  </a:lnTo>
                  <a:lnTo>
                    <a:pt x="62098" y="280555"/>
                  </a:lnTo>
                  <a:lnTo>
                    <a:pt x="62183" y="280296"/>
                  </a:lnTo>
                  <a:lnTo>
                    <a:pt x="62379" y="280139"/>
                  </a:lnTo>
                  <a:lnTo>
                    <a:pt x="62693" y="279296"/>
                  </a:lnTo>
                  <a:lnTo>
                    <a:pt x="62550" y="279092"/>
                  </a:lnTo>
                  <a:lnTo>
                    <a:pt x="62406" y="278967"/>
                  </a:lnTo>
                  <a:lnTo>
                    <a:pt x="61691" y="278750"/>
                  </a:lnTo>
                  <a:lnTo>
                    <a:pt x="61409" y="278723"/>
                  </a:lnTo>
                  <a:lnTo>
                    <a:pt x="61260" y="278684"/>
                  </a:lnTo>
                  <a:lnTo>
                    <a:pt x="60877" y="278592"/>
                  </a:lnTo>
                  <a:lnTo>
                    <a:pt x="60752" y="278142"/>
                  </a:lnTo>
                  <a:lnTo>
                    <a:pt x="60257" y="278019"/>
                  </a:lnTo>
                  <a:lnTo>
                    <a:pt x="59977" y="278133"/>
                  </a:lnTo>
                  <a:lnTo>
                    <a:pt x="59486" y="277936"/>
                  </a:lnTo>
                  <a:lnTo>
                    <a:pt x="59319" y="277650"/>
                  </a:lnTo>
                  <a:lnTo>
                    <a:pt x="59333" y="277447"/>
                  </a:lnTo>
                  <a:lnTo>
                    <a:pt x="59300" y="277223"/>
                  </a:lnTo>
                  <a:lnTo>
                    <a:pt x="59161" y="277020"/>
                  </a:lnTo>
                  <a:lnTo>
                    <a:pt x="58903" y="276952"/>
                  </a:lnTo>
                  <a:lnTo>
                    <a:pt x="58757" y="276914"/>
                  </a:lnTo>
                  <a:lnTo>
                    <a:pt x="58188" y="276840"/>
                  </a:lnTo>
                  <a:lnTo>
                    <a:pt x="57404" y="276682"/>
                  </a:lnTo>
                  <a:lnTo>
                    <a:pt x="57234" y="276560"/>
                  </a:lnTo>
                  <a:lnTo>
                    <a:pt x="56971" y="276390"/>
                  </a:lnTo>
                  <a:lnTo>
                    <a:pt x="56750" y="276246"/>
                  </a:lnTo>
                  <a:lnTo>
                    <a:pt x="56616" y="276234"/>
                  </a:lnTo>
                  <a:lnTo>
                    <a:pt x="56086" y="276054"/>
                  </a:lnTo>
                  <a:lnTo>
                    <a:pt x="55917" y="275983"/>
                  </a:lnTo>
                  <a:lnTo>
                    <a:pt x="55493" y="275909"/>
                  </a:lnTo>
                  <a:lnTo>
                    <a:pt x="55027" y="275911"/>
                  </a:lnTo>
                  <a:lnTo>
                    <a:pt x="55081" y="275180"/>
                  </a:lnTo>
                  <a:lnTo>
                    <a:pt x="54490" y="274412"/>
                  </a:lnTo>
                  <a:lnTo>
                    <a:pt x="54470" y="274239"/>
                  </a:lnTo>
                  <a:lnTo>
                    <a:pt x="54854" y="273731"/>
                  </a:lnTo>
                  <a:lnTo>
                    <a:pt x="55020" y="273734"/>
                  </a:lnTo>
                  <a:lnTo>
                    <a:pt x="55344" y="273667"/>
                  </a:lnTo>
                  <a:lnTo>
                    <a:pt x="55634" y="273408"/>
                  </a:lnTo>
                  <a:lnTo>
                    <a:pt x="55717" y="273249"/>
                  </a:lnTo>
                  <a:lnTo>
                    <a:pt x="55996" y="273046"/>
                  </a:lnTo>
                  <a:lnTo>
                    <a:pt x="56207" y="272623"/>
                  </a:lnTo>
                  <a:lnTo>
                    <a:pt x="56221" y="272427"/>
                  </a:lnTo>
                  <a:lnTo>
                    <a:pt x="56483" y="272417"/>
                  </a:lnTo>
                  <a:lnTo>
                    <a:pt x="56873" y="272512"/>
                  </a:lnTo>
                  <a:lnTo>
                    <a:pt x="57366" y="272321"/>
                  </a:lnTo>
                  <a:lnTo>
                    <a:pt x="57474" y="271893"/>
                  </a:lnTo>
                  <a:lnTo>
                    <a:pt x="57459" y="271364"/>
                  </a:lnTo>
                  <a:lnTo>
                    <a:pt x="57161" y="271013"/>
                  </a:lnTo>
                  <a:lnTo>
                    <a:pt x="57027" y="270974"/>
                  </a:lnTo>
                  <a:lnTo>
                    <a:pt x="56764" y="270856"/>
                  </a:lnTo>
                  <a:lnTo>
                    <a:pt x="56787" y="270481"/>
                  </a:lnTo>
                  <a:lnTo>
                    <a:pt x="56725" y="270253"/>
                  </a:lnTo>
                  <a:lnTo>
                    <a:pt x="56564" y="269932"/>
                  </a:lnTo>
                  <a:lnTo>
                    <a:pt x="56416" y="269599"/>
                  </a:lnTo>
                  <a:lnTo>
                    <a:pt x="56348" y="268884"/>
                  </a:lnTo>
                  <a:lnTo>
                    <a:pt x="56293" y="268501"/>
                  </a:lnTo>
                  <a:lnTo>
                    <a:pt x="56029" y="268487"/>
                  </a:lnTo>
                  <a:lnTo>
                    <a:pt x="55700" y="268824"/>
                  </a:lnTo>
                  <a:lnTo>
                    <a:pt x="55166" y="268766"/>
                  </a:lnTo>
                  <a:lnTo>
                    <a:pt x="54965" y="268668"/>
                  </a:lnTo>
                  <a:lnTo>
                    <a:pt x="54567" y="268546"/>
                  </a:lnTo>
                  <a:lnTo>
                    <a:pt x="54022" y="268171"/>
                  </a:lnTo>
                  <a:lnTo>
                    <a:pt x="53826" y="267686"/>
                  </a:lnTo>
                  <a:lnTo>
                    <a:pt x="53509" y="266955"/>
                  </a:lnTo>
                  <a:lnTo>
                    <a:pt x="53465" y="266823"/>
                  </a:lnTo>
                  <a:lnTo>
                    <a:pt x="53220" y="266505"/>
                  </a:lnTo>
                  <a:lnTo>
                    <a:pt x="53192" y="266350"/>
                  </a:lnTo>
                  <a:lnTo>
                    <a:pt x="52849" y="265783"/>
                  </a:lnTo>
                  <a:lnTo>
                    <a:pt x="52647" y="265475"/>
                  </a:lnTo>
                  <a:lnTo>
                    <a:pt x="52589" y="265141"/>
                  </a:lnTo>
                  <a:lnTo>
                    <a:pt x="52311" y="264833"/>
                  </a:lnTo>
                  <a:lnTo>
                    <a:pt x="52203" y="264685"/>
                  </a:lnTo>
                  <a:lnTo>
                    <a:pt x="52023" y="264113"/>
                  </a:lnTo>
                  <a:lnTo>
                    <a:pt x="51966" y="263740"/>
                  </a:lnTo>
                  <a:lnTo>
                    <a:pt x="51921" y="263248"/>
                  </a:lnTo>
                  <a:lnTo>
                    <a:pt x="51964" y="263072"/>
                  </a:lnTo>
                  <a:lnTo>
                    <a:pt x="52227" y="262769"/>
                  </a:lnTo>
                  <a:lnTo>
                    <a:pt x="52397" y="262623"/>
                  </a:lnTo>
                  <a:lnTo>
                    <a:pt x="52636" y="262265"/>
                  </a:lnTo>
                  <a:lnTo>
                    <a:pt x="52905" y="262156"/>
                  </a:lnTo>
                  <a:lnTo>
                    <a:pt x="53170" y="262256"/>
                  </a:lnTo>
                  <a:lnTo>
                    <a:pt x="53589" y="261995"/>
                  </a:lnTo>
                  <a:lnTo>
                    <a:pt x="53119" y="261840"/>
                  </a:lnTo>
                  <a:lnTo>
                    <a:pt x="52565" y="261808"/>
                  </a:lnTo>
                  <a:lnTo>
                    <a:pt x="52228" y="261375"/>
                  </a:lnTo>
                  <a:lnTo>
                    <a:pt x="52324" y="261109"/>
                  </a:lnTo>
                  <a:lnTo>
                    <a:pt x="52235" y="260661"/>
                  </a:lnTo>
                  <a:lnTo>
                    <a:pt x="55607" y="259770"/>
                  </a:lnTo>
                  <a:lnTo>
                    <a:pt x="65531" y="259595"/>
                  </a:lnTo>
                  <a:lnTo>
                    <a:pt x="66430" y="258588"/>
                  </a:lnTo>
                  <a:lnTo>
                    <a:pt x="66684" y="258274"/>
                  </a:lnTo>
                  <a:lnTo>
                    <a:pt x="67185" y="257819"/>
                  </a:lnTo>
                  <a:lnTo>
                    <a:pt x="67952" y="257871"/>
                  </a:lnTo>
                  <a:lnTo>
                    <a:pt x="68182" y="257895"/>
                  </a:lnTo>
                  <a:lnTo>
                    <a:pt x="68575" y="258003"/>
                  </a:lnTo>
                  <a:lnTo>
                    <a:pt x="68753" y="258088"/>
                  </a:lnTo>
                  <a:lnTo>
                    <a:pt x="68886" y="258251"/>
                  </a:lnTo>
                  <a:lnTo>
                    <a:pt x="69076" y="258536"/>
                  </a:lnTo>
                  <a:lnTo>
                    <a:pt x="69220" y="258886"/>
                  </a:lnTo>
                  <a:lnTo>
                    <a:pt x="69892" y="259456"/>
                  </a:lnTo>
                  <a:lnTo>
                    <a:pt x="70107" y="259431"/>
                  </a:lnTo>
                  <a:lnTo>
                    <a:pt x="70242" y="259355"/>
                  </a:lnTo>
                  <a:lnTo>
                    <a:pt x="70421" y="259177"/>
                  </a:lnTo>
                  <a:lnTo>
                    <a:pt x="70627" y="258751"/>
                  </a:lnTo>
                  <a:lnTo>
                    <a:pt x="70831" y="258542"/>
                  </a:lnTo>
                  <a:lnTo>
                    <a:pt x="71131" y="258444"/>
                  </a:lnTo>
                  <a:lnTo>
                    <a:pt x="71576" y="258474"/>
                  </a:lnTo>
                  <a:lnTo>
                    <a:pt x="71983" y="258300"/>
                  </a:lnTo>
                  <a:lnTo>
                    <a:pt x="72363" y="257953"/>
                  </a:lnTo>
                  <a:lnTo>
                    <a:pt x="72687" y="257504"/>
                  </a:lnTo>
                  <a:lnTo>
                    <a:pt x="72812" y="257225"/>
                  </a:lnTo>
                  <a:lnTo>
                    <a:pt x="72921" y="256896"/>
                  </a:lnTo>
                  <a:lnTo>
                    <a:pt x="72977" y="256636"/>
                  </a:lnTo>
                  <a:lnTo>
                    <a:pt x="72998" y="256442"/>
                  </a:lnTo>
                  <a:lnTo>
                    <a:pt x="73035" y="256257"/>
                  </a:lnTo>
                  <a:lnTo>
                    <a:pt x="73103" y="255992"/>
                  </a:lnTo>
                  <a:lnTo>
                    <a:pt x="73221" y="255615"/>
                  </a:lnTo>
                  <a:lnTo>
                    <a:pt x="73300" y="255442"/>
                  </a:lnTo>
                  <a:lnTo>
                    <a:pt x="73424" y="255252"/>
                  </a:lnTo>
                  <a:lnTo>
                    <a:pt x="73768" y="254400"/>
                  </a:lnTo>
                  <a:lnTo>
                    <a:pt x="74153" y="254444"/>
                  </a:lnTo>
                  <a:lnTo>
                    <a:pt x="74452" y="254601"/>
                  </a:lnTo>
                  <a:lnTo>
                    <a:pt x="74635" y="254719"/>
                  </a:lnTo>
                  <a:lnTo>
                    <a:pt x="74867" y="254889"/>
                  </a:lnTo>
                  <a:lnTo>
                    <a:pt x="75045" y="255100"/>
                  </a:lnTo>
                  <a:lnTo>
                    <a:pt x="75179" y="255614"/>
                  </a:lnTo>
                  <a:lnTo>
                    <a:pt x="75608" y="255640"/>
                  </a:lnTo>
                  <a:lnTo>
                    <a:pt x="75859" y="255402"/>
                  </a:lnTo>
                  <a:lnTo>
                    <a:pt x="76085" y="255240"/>
                  </a:lnTo>
                  <a:lnTo>
                    <a:pt x="76558" y="254902"/>
                  </a:lnTo>
                  <a:lnTo>
                    <a:pt x="76783" y="254712"/>
                  </a:lnTo>
                  <a:lnTo>
                    <a:pt x="77151" y="254442"/>
                  </a:lnTo>
                  <a:lnTo>
                    <a:pt x="77862" y="254029"/>
                  </a:lnTo>
                  <a:lnTo>
                    <a:pt x="78456" y="253718"/>
                  </a:lnTo>
                  <a:lnTo>
                    <a:pt x="79080" y="253498"/>
                  </a:lnTo>
                  <a:lnTo>
                    <a:pt x="79252" y="253492"/>
                  </a:lnTo>
                  <a:lnTo>
                    <a:pt x="79517" y="253478"/>
                  </a:lnTo>
                  <a:lnTo>
                    <a:pt x="79751" y="253459"/>
                  </a:lnTo>
                  <a:lnTo>
                    <a:pt x="80512" y="253369"/>
                  </a:lnTo>
                  <a:lnTo>
                    <a:pt x="80920" y="253294"/>
                  </a:lnTo>
                  <a:lnTo>
                    <a:pt x="81372" y="253079"/>
                  </a:lnTo>
                  <a:lnTo>
                    <a:pt x="81564" y="252578"/>
                  </a:lnTo>
                  <a:lnTo>
                    <a:pt x="81687" y="252170"/>
                  </a:lnTo>
                  <a:lnTo>
                    <a:pt x="81742" y="251990"/>
                  </a:lnTo>
                  <a:lnTo>
                    <a:pt x="81871" y="251604"/>
                  </a:lnTo>
                  <a:lnTo>
                    <a:pt x="83634" y="251343"/>
                  </a:lnTo>
                  <a:lnTo>
                    <a:pt x="83966" y="251333"/>
                  </a:lnTo>
                  <a:lnTo>
                    <a:pt x="85520" y="251850"/>
                  </a:lnTo>
                  <a:lnTo>
                    <a:pt x="85951" y="251458"/>
                  </a:lnTo>
                  <a:lnTo>
                    <a:pt x="86030" y="251220"/>
                  </a:lnTo>
                  <a:lnTo>
                    <a:pt x="86100" y="250968"/>
                  </a:lnTo>
                  <a:lnTo>
                    <a:pt x="86692" y="250523"/>
                  </a:lnTo>
                  <a:lnTo>
                    <a:pt x="87197" y="250884"/>
                  </a:lnTo>
                  <a:lnTo>
                    <a:pt x="87400" y="251012"/>
                  </a:lnTo>
                  <a:lnTo>
                    <a:pt x="87992" y="251014"/>
                  </a:lnTo>
                  <a:lnTo>
                    <a:pt x="88287" y="250805"/>
                  </a:lnTo>
                  <a:lnTo>
                    <a:pt x="88415" y="250708"/>
                  </a:lnTo>
                  <a:lnTo>
                    <a:pt x="89437" y="250185"/>
                  </a:lnTo>
                  <a:lnTo>
                    <a:pt x="90125" y="250298"/>
                  </a:lnTo>
                  <a:lnTo>
                    <a:pt x="90466" y="250496"/>
                  </a:lnTo>
                  <a:lnTo>
                    <a:pt x="90725" y="250548"/>
                  </a:lnTo>
                  <a:lnTo>
                    <a:pt x="90924" y="250567"/>
                  </a:lnTo>
                  <a:lnTo>
                    <a:pt x="91581" y="250750"/>
                  </a:lnTo>
                  <a:lnTo>
                    <a:pt x="91801" y="250749"/>
                  </a:lnTo>
                  <a:lnTo>
                    <a:pt x="92249" y="250467"/>
                  </a:lnTo>
                  <a:lnTo>
                    <a:pt x="92392" y="250331"/>
                  </a:lnTo>
                  <a:lnTo>
                    <a:pt x="93549" y="249732"/>
                  </a:lnTo>
                  <a:lnTo>
                    <a:pt x="94554" y="250260"/>
                  </a:lnTo>
                  <a:lnTo>
                    <a:pt x="94860" y="250278"/>
                  </a:lnTo>
                  <a:lnTo>
                    <a:pt x="95119" y="250271"/>
                  </a:lnTo>
                  <a:lnTo>
                    <a:pt x="95964" y="250089"/>
                  </a:lnTo>
                  <a:lnTo>
                    <a:pt x="96125" y="249823"/>
                  </a:lnTo>
                  <a:lnTo>
                    <a:pt x="96297" y="249649"/>
                  </a:lnTo>
                  <a:lnTo>
                    <a:pt x="96927" y="249204"/>
                  </a:lnTo>
                  <a:lnTo>
                    <a:pt x="97607" y="249069"/>
                  </a:lnTo>
                  <a:lnTo>
                    <a:pt x="98231" y="249438"/>
                  </a:lnTo>
                  <a:lnTo>
                    <a:pt x="98451" y="249530"/>
                  </a:lnTo>
                  <a:lnTo>
                    <a:pt x="98580" y="249496"/>
                  </a:lnTo>
                  <a:lnTo>
                    <a:pt x="99045" y="249129"/>
                  </a:lnTo>
                  <a:lnTo>
                    <a:pt x="99330" y="248560"/>
                  </a:lnTo>
                  <a:lnTo>
                    <a:pt x="99356" y="248307"/>
                  </a:lnTo>
                  <a:lnTo>
                    <a:pt x="99376" y="248084"/>
                  </a:lnTo>
                  <a:lnTo>
                    <a:pt x="99636" y="247527"/>
                  </a:lnTo>
                  <a:lnTo>
                    <a:pt x="100418" y="247157"/>
                  </a:lnTo>
                  <a:lnTo>
                    <a:pt x="100542" y="246732"/>
                  </a:lnTo>
                  <a:lnTo>
                    <a:pt x="100542" y="246532"/>
                  </a:lnTo>
                  <a:lnTo>
                    <a:pt x="100623" y="246265"/>
                  </a:lnTo>
                  <a:lnTo>
                    <a:pt x="101880" y="245325"/>
                  </a:lnTo>
                  <a:lnTo>
                    <a:pt x="102271" y="245252"/>
                  </a:lnTo>
                  <a:lnTo>
                    <a:pt x="102850" y="244734"/>
                  </a:lnTo>
                  <a:lnTo>
                    <a:pt x="102502" y="243164"/>
                  </a:lnTo>
                  <a:lnTo>
                    <a:pt x="102812" y="243156"/>
                  </a:lnTo>
                  <a:lnTo>
                    <a:pt x="102944" y="243158"/>
                  </a:lnTo>
                  <a:lnTo>
                    <a:pt x="103542" y="242695"/>
                  </a:lnTo>
                  <a:lnTo>
                    <a:pt x="103916" y="242596"/>
                  </a:lnTo>
                  <a:lnTo>
                    <a:pt x="104262" y="242505"/>
                  </a:lnTo>
                  <a:lnTo>
                    <a:pt x="104403" y="242497"/>
                  </a:lnTo>
                  <a:lnTo>
                    <a:pt x="104593" y="242487"/>
                  </a:lnTo>
                  <a:lnTo>
                    <a:pt x="104763" y="242479"/>
                  </a:lnTo>
                  <a:lnTo>
                    <a:pt x="105292" y="242034"/>
                  </a:lnTo>
                  <a:lnTo>
                    <a:pt x="105507" y="241937"/>
                  </a:lnTo>
                  <a:lnTo>
                    <a:pt x="105804" y="241921"/>
                  </a:lnTo>
                  <a:lnTo>
                    <a:pt x="106229" y="241966"/>
                  </a:lnTo>
                  <a:lnTo>
                    <a:pt x="106930" y="241418"/>
                  </a:lnTo>
                  <a:lnTo>
                    <a:pt x="107805" y="240966"/>
                  </a:lnTo>
                  <a:lnTo>
                    <a:pt x="107836" y="240816"/>
                  </a:lnTo>
                  <a:lnTo>
                    <a:pt x="107879" y="240495"/>
                  </a:lnTo>
                  <a:lnTo>
                    <a:pt x="108111" y="239639"/>
                  </a:lnTo>
                  <a:lnTo>
                    <a:pt x="108670" y="239547"/>
                  </a:lnTo>
                  <a:lnTo>
                    <a:pt x="109030" y="239492"/>
                  </a:lnTo>
                  <a:lnTo>
                    <a:pt x="109463" y="239427"/>
                  </a:lnTo>
                  <a:lnTo>
                    <a:pt x="109660" y="239394"/>
                  </a:lnTo>
                  <a:lnTo>
                    <a:pt x="110044" y="239327"/>
                  </a:lnTo>
                  <a:lnTo>
                    <a:pt x="110720" y="239608"/>
                  </a:lnTo>
                  <a:lnTo>
                    <a:pt x="111136" y="239237"/>
                  </a:lnTo>
                  <a:lnTo>
                    <a:pt x="111451" y="239184"/>
                  </a:lnTo>
                  <a:lnTo>
                    <a:pt x="112540" y="239004"/>
                  </a:lnTo>
                  <a:lnTo>
                    <a:pt x="112689" y="239003"/>
                  </a:lnTo>
                  <a:lnTo>
                    <a:pt x="113073" y="239037"/>
                  </a:lnTo>
                  <a:lnTo>
                    <a:pt x="113280" y="239056"/>
                  </a:lnTo>
                  <a:lnTo>
                    <a:pt x="114862" y="239636"/>
                  </a:lnTo>
                  <a:lnTo>
                    <a:pt x="115249" y="239753"/>
                  </a:lnTo>
                  <a:lnTo>
                    <a:pt x="116596" y="240503"/>
                  </a:lnTo>
                  <a:lnTo>
                    <a:pt x="116853" y="240633"/>
                  </a:lnTo>
                  <a:lnTo>
                    <a:pt x="117142" y="240698"/>
                  </a:lnTo>
                  <a:lnTo>
                    <a:pt x="117551" y="240036"/>
                  </a:lnTo>
                  <a:lnTo>
                    <a:pt x="117547" y="239573"/>
                  </a:lnTo>
                  <a:lnTo>
                    <a:pt x="117235" y="238538"/>
                  </a:lnTo>
                  <a:lnTo>
                    <a:pt x="117338" y="238183"/>
                  </a:lnTo>
                  <a:lnTo>
                    <a:pt x="117411" y="237933"/>
                  </a:lnTo>
                  <a:lnTo>
                    <a:pt x="117481" y="237654"/>
                  </a:lnTo>
                  <a:lnTo>
                    <a:pt x="117517" y="237515"/>
                  </a:lnTo>
                  <a:lnTo>
                    <a:pt x="117573" y="237156"/>
                  </a:lnTo>
                  <a:lnTo>
                    <a:pt x="117614" y="236896"/>
                  </a:lnTo>
                  <a:lnTo>
                    <a:pt x="117447" y="236581"/>
                  </a:lnTo>
                  <a:lnTo>
                    <a:pt x="117683" y="236252"/>
                  </a:lnTo>
                  <a:lnTo>
                    <a:pt x="117693" y="236050"/>
                  </a:lnTo>
                  <a:lnTo>
                    <a:pt x="117594" y="235770"/>
                  </a:lnTo>
                  <a:lnTo>
                    <a:pt x="117322" y="235245"/>
                  </a:lnTo>
                  <a:lnTo>
                    <a:pt x="117183" y="235051"/>
                  </a:lnTo>
                  <a:lnTo>
                    <a:pt x="116811" y="234469"/>
                  </a:lnTo>
                  <a:lnTo>
                    <a:pt x="116924" y="233822"/>
                  </a:lnTo>
                  <a:lnTo>
                    <a:pt x="117532" y="233445"/>
                  </a:lnTo>
                  <a:lnTo>
                    <a:pt x="117690" y="233310"/>
                  </a:lnTo>
                  <a:lnTo>
                    <a:pt x="118062" y="233140"/>
                  </a:lnTo>
                  <a:lnTo>
                    <a:pt x="118257" y="233073"/>
                  </a:lnTo>
                  <a:lnTo>
                    <a:pt x="118278" y="232874"/>
                  </a:lnTo>
                  <a:lnTo>
                    <a:pt x="118212" y="232360"/>
                  </a:lnTo>
                  <a:lnTo>
                    <a:pt x="118176" y="232109"/>
                  </a:lnTo>
                  <a:lnTo>
                    <a:pt x="117885" y="231590"/>
                  </a:lnTo>
                  <a:lnTo>
                    <a:pt x="117474" y="231152"/>
                  </a:lnTo>
                  <a:lnTo>
                    <a:pt x="117467" y="230447"/>
                  </a:lnTo>
                  <a:lnTo>
                    <a:pt x="117672" y="230491"/>
                  </a:lnTo>
                  <a:lnTo>
                    <a:pt x="118058" y="230555"/>
                  </a:lnTo>
                  <a:lnTo>
                    <a:pt x="118632" y="230459"/>
                  </a:lnTo>
                  <a:lnTo>
                    <a:pt x="119038" y="230577"/>
                  </a:lnTo>
                  <a:lnTo>
                    <a:pt x="119345" y="230666"/>
                  </a:lnTo>
                  <a:lnTo>
                    <a:pt x="119671" y="231082"/>
                  </a:lnTo>
                  <a:lnTo>
                    <a:pt x="120142" y="230796"/>
                  </a:lnTo>
                  <a:lnTo>
                    <a:pt x="120411" y="230787"/>
                  </a:lnTo>
                  <a:lnTo>
                    <a:pt x="120932" y="230896"/>
                  </a:lnTo>
                  <a:lnTo>
                    <a:pt x="121194" y="231006"/>
                  </a:lnTo>
                  <a:lnTo>
                    <a:pt x="121598" y="231113"/>
                  </a:lnTo>
                  <a:lnTo>
                    <a:pt x="122021" y="231239"/>
                  </a:lnTo>
                  <a:lnTo>
                    <a:pt x="122685" y="231437"/>
                  </a:lnTo>
                  <a:lnTo>
                    <a:pt x="122946" y="231598"/>
                  </a:lnTo>
                  <a:lnTo>
                    <a:pt x="123523" y="232219"/>
                  </a:lnTo>
                  <a:lnTo>
                    <a:pt x="123853" y="232282"/>
                  </a:lnTo>
                  <a:lnTo>
                    <a:pt x="124487" y="232353"/>
                  </a:lnTo>
                  <a:lnTo>
                    <a:pt x="124698" y="232267"/>
                  </a:lnTo>
                  <a:lnTo>
                    <a:pt x="124931" y="232090"/>
                  </a:lnTo>
                  <a:lnTo>
                    <a:pt x="125313" y="231816"/>
                  </a:lnTo>
                  <a:lnTo>
                    <a:pt x="125677" y="231765"/>
                  </a:lnTo>
                  <a:lnTo>
                    <a:pt x="126030" y="231747"/>
                  </a:lnTo>
                  <a:lnTo>
                    <a:pt x="126270" y="231701"/>
                  </a:lnTo>
                  <a:lnTo>
                    <a:pt x="126423" y="231654"/>
                  </a:lnTo>
                  <a:lnTo>
                    <a:pt x="126796" y="231873"/>
                  </a:lnTo>
                  <a:lnTo>
                    <a:pt x="126670" y="232188"/>
                  </a:lnTo>
                  <a:lnTo>
                    <a:pt x="126500" y="232478"/>
                  </a:lnTo>
                  <a:lnTo>
                    <a:pt x="126306" y="232761"/>
                  </a:lnTo>
                  <a:lnTo>
                    <a:pt x="126339" y="233113"/>
                  </a:lnTo>
                  <a:lnTo>
                    <a:pt x="127011" y="232973"/>
                  </a:lnTo>
                  <a:lnTo>
                    <a:pt x="127215" y="232991"/>
                  </a:lnTo>
                  <a:lnTo>
                    <a:pt x="127673" y="233025"/>
                  </a:lnTo>
                  <a:lnTo>
                    <a:pt x="128081" y="233041"/>
                  </a:lnTo>
                  <a:lnTo>
                    <a:pt x="128615" y="232963"/>
                  </a:lnTo>
                  <a:lnTo>
                    <a:pt x="129224" y="233058"/>
                  </a:lnTo>
                  <a:lnTo>
                    <a:pt x="129893" y="232594"/>
                  </a:lnTo>
                  <a:lnTo>
                    <a:pt x="130230" y="232161"/>
                  </a:lnTo>
                  <a:lnTo>
                    <a:pt x="130386" y="232112"/>
                  </a:lnTo>
                  <a:lnTo>
                    <a:pt x="130535" y="232083"/>
                  </a:lnTo>
                  <a:lnTo>
                    <a:pt x="130832" y="232111"/>
                  </a:lnTo>
                  <a:lnTo>
                    <a:pt x="131213" y="232209"/>
                  </a:lnTo>
                  <a:lnTo>
                    <a:pt x="131729" y="232268"/>
                  </a:lnTo>
                  <a:lnTo>
                    <a:pt x="131884" y="232286"/>
                  </a:lnTo>
                  <a:lnTo>
                    <a:pt x="132480" y="232526"/>
                  </a:lnTo>
                  <a:lnTo>
                    <a:pt x="132565" y="232675"/>
                  </a:lnTo>
                  <a:lnTo>
                    <a:pt x="133186" y="232533"/>
                  </a:lnTo>
                  <a:lnTo>
                    <a:pt x="134150" y="232613"/>
                  </a:lnTo>
                  <a:lnTo>
                    <a:pt x="134316" y="232754"/>
                  </a:lnTo>
                  <a:lnTo>
                    <a:pt x="134580" y="232858"/>
                  </a:lnTo>
                  <a:lnTo>
                    <a:pt x="135132" y="233068"/>
                  </a:lnTo>
                  <a:lnTo>
                    <a:pt x="135699" y="232864"/>
                  </a:lnTo>
                  <a:lnTo>
                    <a:pt x="136162" y="233111"/>
                  </a:lnTo>
                  <a:lnTo>
                    <a:pt x="136493" y="233302"/>
                  </a:lnTo>
                  <a:lnTo>
                    <a:pt x="137452" y="233003"/>
                  </a:lnTo>
                  <a:lnTo>
                    <a:pt x="138116" y="232874"/>
                  </a:lnTo>
                  <a:lnTo>
                    <a:pt x="138524" y="232907"/>
                  </a:lnTo>
                  <a:lnTo>
                    <a:pt x="138802" y="232983"/>
                  </a:lnTo>
                  <a:lnTo>
                    <a:pt x="139212" y="232922"/>
                  </a:lnTo>
                  <a:lnTo>
                    <a:pt x="139310" y="232669"/>
                  </a:lnTo>
                  <a:lnTo>
                    <a:pt x="139708" y="232484"/>
                  </a:lnTo>
                  <a:lnTo>
                    <a:pt x="139783" y="232271"/>
                  </a:lnTo>
                  <a:lnTo>
                    <a:pt x="139648" y="232102"/>
                  </a:lnTo>
                  <a:lnTo>
                    <a:pt x="139493" y="232075"/>
                  </a:lnTo>
                  <a:lnTo>
                    <a:pt x="139236" y="231979"/>
                  </a:lnTo>
                  <a:lnTo>
                    <a:pt x="139150" y="231386"/>
                  </a:lnTo>
                  <a:lnTo>
                    <a:pt x="139628" y="230937"/>
                  </a:lnTo>
                  <a:lnTo>
                    <a:pt x="139933" y="231338"/>
                  </a:lnTo>
                  <a:lnTo>
                    <a:pt x="140364" y="231624"/>
                  </a:lnTo>
                  <a:lnTo>
                    <a:pt x="140495" y="232002"/>
                  </a:lnTo>
                  <a:lnTo>
                    <a:pt x="140670" y="232218"/>
                  </a:lnTo>
                  <a:lnTo>
                    <a:pt x="141002" y="232326"/>
                  </a:lnTo>
                  <a:lnTo>
                    <a:pt x="141614" y="232795"/>
                  </a:lnTo>
                  <a:lnTo>
                    <a:pt x="141979" y="233091"/>
                  </a:lnTo>
                  <a:lnTo>
                    <a:pt x="142290" y="233153"/>
                  </a:lnTo>
                  <a:lnTo>
                    <a:pt x="142483" y="233234"/>
                  </a:lnTo>
                  <a:lnTo>
                    <a:pt x="142264" y="233764"/>
                  </a:lnTo>
                  <a:lnTo>
                    <a:pt x="142280" y="233947"/>
                  </a:lnTo>
                  <a:lnTo>
                    <a:pt x="142665" y="234268"/>
                  </a:lnTo>
                  <a:lnTo>
                    <a:pt x="142724" y="233977"/>
                  </a:lnTo>
                  <a:lnTo>
                    <a:pt x="142848" y="233681"/>
                  </a:lnTo>
                  <a:lnTo>
                    <a:pt x="143641" y="233551"/>
                  </a:lnTo>
                  <a:lnTo>
                    <a:pt x="143802" y="233673"/>
                  </a:lnTo>
                  <a:lnTo>
                    <a:pt x="144119" y="233766"/>
                  </a:lnTo>
                  <a:lnTo>
                    <a:pt x="144532" y="233712"/>
                  </a:lnTo>
                  <a:lnTo>
                    <a:pt x="144774" y="233283"/>
                  </a:lnTo>
                  <a:lnTo>
                    <a:pt x="145225" y="232910"/>
                  </a:lnTo>
                  <a:lnTo>
                    <a:pt x="145143" y="232445"/>
                  </a:lnTo>
                  <a:lnTo>
                    <a:pt x="145194" y="232143"/>
                  </a:lnTo>
                  <a:lnTo>
                    <a:pt x="145420" y="231963"/>
                  </a:lnTo>
                  <a:lnTo>
                    <a:pt x="145635" y="232227"/>
                  </a:lnTo>
                  <a:lnTo>
                    <a:pt x="145905" y="232296"/>
                  </a:lnTo>
                  <a:lnTo>
                    <a:pt x="146177" y="232314"/>
                  </a:lnTo>
                  <a:lnTo>
                    <a:pt x="146370" y="232214"/>
                  </a:lnTo>
                  <a:lnTo>
                    <a:pt x="146546" y="232063"/>
                  </a:lnTo>
                  <a:lnTo>
                    <a:pt x="146627" y="231831"/>
                  </a:lnTo>
                  <a:lnTo>
                    <a:pt x="146631" y="231649"/>
                  </a:lnTo>
                  <a:lnTo>
                    <a:pt x="146981" y="231446"/>
                  </a:lnTo>
                  <a:lnTo>
                    <a:pt x="147338" y="231520"/>
                  </a:lnTo>
                  <a:lnTo>
                    <a:pt x="147899" y="231579"/>
                  </a:lnTo>
                  <a:lnTo>
                    <a:pt x="148047" y="231595"/>
                  </a:lnTo>
                  <a:lnTo>
                    <a:pt x="148177" y="231687"/>
                  </a:lnTo>
                  <a:lnTo>
                    <a:pt x="148412" y="231855"/>
                  </a:lnTo>
                  <a:lnTo>
                    <a:pt x="148641" y="232000"/>
                  </a:lnTo>
                  <a:lnTo>
                    <a:pt x="149248" y="232193"/>
                  </a:lnTo>
                  <a:lnTo>
                    <a:pt x="150138" y="231945"/>
                  </a:lnTo>
                  <a:lnTo>
                    <a:pt x="151016" y="231557"/>
                  </a:lnTo>
                  <a:lnTo>
                    <a:pt x="151135" y="231211"/>
                  </a:lnTo>
                  <a:lnTo>
                    <a:pt x="151197" y="231028"/>
                  </a:lnTo>
                  <a:lnTo>
                    <a:pt x="151263" y="230790"/>
                  </a:lnTo>
                  <a:lnTo>
                    <a:pt x="151285" y="230222"/>
                  </a:lnTo>
                  <a:lnTo>
                    <a:pt x="151489" y="230195"/>
                  </a:lnTo>
                  <a:lnTo>
                    <a:pt x="151932" y="230106"/>
                  </a:lnTo>
                  <a:lnTo>
                    <a:pt x="152806" y="230024"/>
                  </a:lnTo>
                  <a:lnTo>
                    <a:pt x="153220" y="230110"/>
                  </a:lnTo>
                  <a:lnTo>
                    <a:pt x="153329" y="229930"/>
                  </a:lnTo>
                  <a:lnTo>
                    <a:pt x="153441" y="229569"/>
                  </a:lnTo>
                  <a:lnTo>
                    <a:pt x="153128" y="229009"/>
                  </a:lnTo>
                  <a:lnTo>
                    <a:pt x="153143" y="228445"/>
                  </a:lnTo>
                  <a:lnTo>
                    <a:pt x="153118" y="227963"/>
                  </a:lnTo>
                  <a:lnTo>
                    <a:pt x="153290" y="227636"/>
                  </a:lnTo>
                  <a:lnTo>
                    <a:pt x="153340" y="227038"/>
                  </a:lnTo>
                  <a:lnTo>
                    <a:pt x="154238" y="226825"/>
                  </a:lnTo>
                  <a:lnTo>
                    <a:pt x="154661" y="227075"/>
                  </a:lnTo>
                  <a:lnTo>
                    <a:pt x="154823" y="227009"/>
                  </a:lnTo>
                  <a:lnTo>
                    <a:pt x="155221" y="226947"/>
                  </a:lnTo>
                  <a:lnTo>
                    <a:pt x="155412" y="227025"/>
                  </a:lnTo>
                  <a:lnTo>
                    <a:pt x="155620" y="227131"/>
                  </a:lnTo>
                  <a:lnTo>
                    <a:pt x="155806" y="227217"/>
                  </a:lnTo>
                  <a:lnTo>
                    <a:pt x="156166" y="227418"/>
                  </a:lnTo>
                  <a:lnTo>
                    <a:pt x="156438" y="227227"/>
                  </a:lnTo>
                  <a:lnTo>
                    <a:pt x="156567" y="227393"/>
                  </a:lnTo>
                  <a:lnTo>
                    <a:pt x="156849" y="227659"/>
                  </a:lnTo>
                  <a:lnTo>
                    <a:pt x="157085" y="227834"/>
                  </a:lnTo>
                  <a:lnTo>
                    <a:pt x="158007" y="227931"/>
                  </a:lnTo>
                  <a:lnTo>
                    <a:pt x="158295" y="228093"/>
                  </a:lnTo>
                  <a:lnTo>
                    <a:pt x="158620" y="228192"/>
                  </a:lnTo>
                  <a:lnTo>
                    <a:pt x="159096" y="227834"/>
                  </a:lnTo>
                  <a:lnTo>
                    <a:pt x="158997" y="227445"/>
                  </a:lnTo>
                  <a:lnTo>
                    <a:pt x="159369" y="226976"/>
                  </a:lnTo>
                  <a:lnTo>
                    <a:pt x="159347" y="226689"/>
                  </a:lnTo>
                  <a:lnTo>
                    <a:pt x="159519" y="226411"/>
                  </a:lnTo>
                  <a:lnTo>
                    <a:pt x="159950" y="225811"/>
                  </a:lnTo>
                  <a:lnTo>
                    <a:pt x="160371" y="225524"/>
                  </a:lnTo>
                  <a:lnTo>
                    <a:pt x="160426" y="225145"/>
                  </a:lnTo>
                  <a:lnTo>
                    <a:pt x="160223" y="224982"/>
                  </a:lnTo>
                  <a:lnTo>
                    <a:pt x="160116" y="224492"/>
                  </a:lnTo>
                  <a:lnTo>
                    <a:pt x="160555" y="224543"/>
                  </a:lnTo>
                  <a:lnTo>
                    <a:pt x="160982" y="224612"/>
                  </a:lnTo>
                  <a:lnTo>
                    <a:pt x="160951" y="223978"/>
                  </a:lnTo>
                  <a:lnTo>
                    <a:pt x="160977" y="223398"/>
                  </a:lnTo>
                  <a:lnTo>
                    <a:pt x="161093" y="223034"/>
                  </a:lnTo>
                  <a:lnTo>
                    <a:pt x="161522" y="223022"/>
                  </a:lnTo>
                  <a:lnTo>
                    <a:pt x="161757" y="223123"/>
                  </a:lnTo>
                  <a:lnTo>
                    <a:pt x="162068" y="223019"/>
                  </a:lnTo>
                  <a:lnTo>
                    <a:pt x="162245" y="222915"/>
                  </a:lnTo>
                  <a:lnTo>
                    <a:pt x="162684" y="222838"/>
                  </a:lnTo>
                  <a:lnTo>
                    <a:pt x="162862" y="222816"/>
                  </a:lnTo>
                  <a:lnTo>
                    <a:pt x="163273" y="223200"/>
                  </a:lnTo>
                  <a:lnTo>
                    <a:pt x="163685" y="223455"/>
                  </a:lnTo>
                  <a:lnTo>
                    <a:pt x="164049" y="223531"/>
                  </a:lnTo>
                  <a:lnTo>
                    <a:pt x="164535" y="223647"/>
                  </a:lnTo>
                  <a:lnTo>
                    <a:pt x="164894" y="223817"/>
                  </a:lnTo>
                  <a:lnTo>
                    <a:pt x="165289" y="223648"/>
                  </a:lnTo>
                  <a:lnTo>
                    <a:pt x="165185" y="223367"/>
                  </a:lnTo>
                  <a:lnTo>
                    <a:pt x="165228" y="223072"/>
                  </a:lnTo>
                  <a:lnTo>
                    <a:pt x="165566" y="222778"/>
                  </a:lnTo>
                  <a:lnTo>
                    <a:pt x="165809" y="222757"/>
                  </a:lnTo>
                  <a:lnTo>
                    <a:pt x="165903" y="222985"/>
                  </a:lnTo>
                  <a:lnTo>
                    <a:pt x="166267" y="222734"/>
                  </a:lnTo>
                  <a:lnTo>
                    <a:pt x="166158" y="222493"/>
                  </a:lnTo>
                  <a:lnTo>
                    <a:pt x="165754" y="222335"/>
                  </a:lnTo>
                  <a:lnTo>
                    <a:pt x="165505" y="222270"/>
                  </a:lnTo>
                  <a:lnTo>
                    <a:pt x="165204" y="222267"/>
                  </a:lnTo>
                  <a:lnTo>
                    <a:pt x="164977" y="222233"/>
                  </a:lnTo>
                  <a:lnTo>
                    <a:pt x="165162" y="221980"/>
                  </a:lnTo>
                  <a:lnTo>
                    <a:pt x="165745" y="221552"/>
                  </a:lnTo>
                  <a:lnTo>
                    <a:pt x="166088" y="221799"/>
                  </a:lnTo>
                  <a:lnTo>
                    <a:pt x="166177" y="222052"/>
                  </a:lnTo>
                  <a:lnTo>
                    <a:pt x="166431" y="222164"/>
                  </a:lnTo>
                  <a:lnTo>
                    <a:pt x="166690" y="222179"/>
                  </a:lnTo>
                  <a:lnTo>
                    <a:pt x="166855" y="222188"/>
                  </a:lnTo>
                  <a:lnTo>
                    <a:pt x="167250" y="221923"/>
                  </a:lnTo>
                  <a:lnTo>
                    <a:pt x="167552" y="221763"/>
                  </a:lnTo>
                  <a:lnTo>
                    <a:pt x="167727" y="221692"/>
                  </a:lnTo>
                  <a:lnTo>
                    <a:pt x="168115" y="221473"/>
                  </a:lnTo>
                  <a:lnTo>
                    <a:pt x="168430" y="221164"/>
                  </a:lnTo>
                  <a:lnTo>
                    <a:pt x="168442" y="220934"/>
                  </a:lnTo>
                  <a:lnTo>
                    <a:pt x="168616" y="220635"/>
                  </a:lnTo>
                  <a:lnTo>
                    <a:pt x="168850" y="220600"/>
                  </a:lnTo>
                  <a:lnTo>
                    <a:pt x="168990" y="220558"/>
                  </a:lnTo>
                  <a:lnTo>
                    <a:pt x="169400" y="220160"/>
                  </a:lnTo>
                  <a:lnTo>
                    <a:pt x="169749" y="220623"/>
                  </a:lnTo>
                  <a:lnTo>
                    <a:pt x="170140" y="220435"/>
                  </a:lnTo>
                  <a:lnTo>
                    <a:pt x="170990" y="220298"/>
                  </a:lnTo>
                  <a:lnTo>
                    <a:pt x="172362" y="219821"/>
                  </a:lnTo>
                  <a:lnTo>
                    <a:pt x="172617" y="219914"/>
                  </a:lnTo>
                  <a:lnTo>
                    <a:pt x="172716" y="220123"/>
                  </a:lnTo>
                  <a:lnTo>
                    <a:pt x="173371" y="219971"/>
                  </a:lnTo>
                  <a:lnTo>
                    <a:pt x="173372" y="219697"/>
                  </a:lnTo>
                  <a:lnTo>
                    <a:pt x="173040" y="219549"/>
                  </a:lnTo>
                  <a:lnTo>
                    <a:pt x="172943" y="219208"/>
                  </a:lnTo>
                  <a:lnTo>
                    <a:pt x="173050" y="218560"/>
                  </a:lnTo>
                  <a:lnTo>
                    <a:pt x="173326" y="218134"/>
                  </a:lnTo>
                  <a:lnTo>
                    <a:pt x="173403" y="217466"/>
                  </a:lnTo>
                  <a:lnTo>
                    <a:pt x="173688" y="217298"/>
                  </a:lnTo>
                  <a:lnTo>
                    <a:pt x="173862" y="216988"/>
                  </a:lnTo>
                  <a:lnTo>
                    <a:pt x="174178" y="216717"/>
                  </a:lnTo>
                  <a:lnTo>
                    <a:pt x="174324" y="216698"/>
                  </a:lnTo>
                  <a:lnTo>
                    <a:pt x="174676" y="216214"/>
                  </a:lnTo>
                  <a:lnTo>
                    <a:pt x="174883" y="215624"/>
                  </a:lnTo>
                  <a:lnTo>
                    <a:pt x="175030" y="215560"/>
                  </a:lnTo>
                  <a:lnTo>
                    <a:pt x="175206" y="215484"/>
                  </a:lnTo>
                  <a:lnTo>
                    <a:pt x="175042" y="215155"/>
                  </a:lnTo>
                  <a:lnTo>
                    <a:pt x="175073" y="214775"/>
                  </a:lnTo>
                  <a:lnTo>
                    <a:pt x="174951" y="214199"/>
                  </a:lnTo>
                  <a:lnTo>
                    <a:pt x="174992" y="214019"/>
                  </a:lnTo>
                  <a:lnTo>
                    <a:pt x="175226" y="214023"/>
                  </a:lnTo>
                  <a:lnTo>
                    <a:pt x="175296" y="214294"/>
                  </a:lnTo>
                  <a:lnTo>
                    <a:pt x="175492" y="214489"/>
                  </a:lnTo>
                  <a:lnTo>
                    <a:pt x="176087" y="214990"/>
                  </a:lnTo>
                  <a:lnTo>
                    <a:pt x="176547" y="215035"/>
                  </a:lnTo>
                  <a:lnTo>
                    <a:pt x="177235" y="214934"/>
                  </a:lnTo>
                  <a:lnTo>
                    <a:pt x="177860" y="214952"/>
                  </a:lnTo>
                  <a:lnTo>
                    <a:pt x="177807" y="214308"/>
                  </a:lnTo>
                  <a:lnTo>
                    <a:pt x="177847" y="214176"/>
                  </a:lnTo>
                  <a:lnTo>
                    <a:pt x="177827" y="213930"/>
                  </a:lnTo>
                  <a:lnTo>
                    <a:pt x="177585" y="213649"/>
                  </a:lnTo>
                  <a:lnTo>
                    <a:pt x="177822" y="213140"/>
                  </a:lnTo>
                  <a:lnTo>
                    <a:pt x="177406" y="212642"/>
                  </a:lnTo>
                  <a:lnTo>
                    <a:pt x="177160" y="212654"/>
                  </a:lnTo>
                  <a:lnTo>
                    <a:pt x="176947" y="212073"/>
                  </a:lnTo>
                  <a:lnTo>
                    <a:pt x="177115" y="211275"/>
                  </a:lnTo>
                  <a:lnTo>
                    <a:pt x="176741" y="210774"/>
                  </a:lnTo>
                  <a:lnTo>
                    <a:pt x="176512" y="210339"/>
                  </a:lnTo>
                  <a:lnTo>
                    <a:pt x="176457" y="209775"/>
                  </a:lnTo>
                  <a:lnTo>
                    <a:pt x="176765" y="209626"/>
                  </a:lnTo>
                  <a:lnTo>
                    <a:pt x="177097" y="209341"/>
                  </a:lnTo>
                  <a:lnTo>
                    <a:pt x="177133" y="208930"/>
                  </a:lnTo>
                  <a:lnTo>
                    <a:pt x="177014" y="208746"/>
                  </a:lnTo>
                  <a:lnTo>
                    <a:pt x="176662" y="208417"/>
                  </a:lnTo>
                  <a:lnTo>
                    <a:pt x="176118" y="208085"/>
                  </a:lnTo>
                  <a:lnTo>
                    <a:pt x="176316" y="207942"/>
                  </a:lnTo>
                  <a:lnTo>
                    <a:pt x="176462" y="207881"/>
                  </a:lnTo>
                  <a:lnTo>
                    <a:pt x="176710" y="207862"/>
                  </a:lnTo>
                  <a:lnTo>
                    <a:pt x="176998" y="207802"/>
                  </a:lnTo>
                  <a:lnTo>
                    <a:pt x="177117" y="207653"/>
                  </a:lnTo>
                  <a:lnTo>
                    <a:pt x="176787" y="207451"/>
                  </a:lnTo>
                  <a:lnTo>
                    <a:pt x="176493" y="206952"/>
                  </a:lnTo>
                  <a:lnTo>
                    <a:pt x="176541" y="206620"/>
                  </a:lnTo>
                  <a:lnTo>
                    <a:pt x="177238" y="206569"/>
                  </a:lnTo>
                  <a:lnTo>
                    <a:pt x="177813" y="206114"/>
                  </a:lnTo>
                  <a:lnTo>
                    <a:pt x="178170" y="206174"/>
                  </a:lnTo>
                  <a:lnTo>
                    <a:pt x="178586" y="206637"/>
                  </a:lnTo>
                  <a:lnTo>
                    <a:pt x="178951" y="206477"/>
                  </a:lnTo>
                  <a:lnTo>
                    <a:pt x="179168" y="205990"/>
                  </a:lnTo>
                  <a:lnTo>
                    <a:pt x="179047" y="205842"/>
                  </a:lnTo>
                  <a:lnTo>
                    <a:pt x="179198" y="205254"/>
                  </a:lnTo>
                  <a:lnTo>
                    <a:pt x="178654" y="205312"/>
                  </a:lnTo>
                  <a:lnTo>
                    <a:pt x="178525" y="205231"/>
                  </a:lnTo>
                  <a:lnTo>
                    <a:pt x="178281" y="204970"/>
                  </a:lnTo>
                  <a:lnTo>
                    <a:pt x="178248" y="204833"/>
                  </a:lnTo>
                  <a:lnTo>
                    <a:pt x="178359" y="204372"/>
                  </a:lnTo>
                  <a:lnTo>
                    <a:pt x="178512" y="204131"/>
                  </a:lnTo>
                  <a:lnTo>
                    <a:pt x="178652" y="203393"/>
                  </a:lnTo>
                  <a:lnTo>
                    <a:pt x="178622" y="203100"/>
                  </a:lnTo>
                  <a:lnTo>
                    <a:pt x="178858" y="202882"/>
                  </a:lnTo>
                  <a:lnTo>
                    <a:pt x="178761" y="202554"/>
                  </a:lnTo>
                  <a:lnTo>
                    <a:pt x="179061" y="201710"/>
                  </a:lnTo>
                  <a:lnTo>
                    <a:pt x="179050" y="201458"/>
                  </a:lnTo>
                  <a:lnTo>
                    <a:pt x="178987" y="201185"/>
                  </a:lnTo>
                  <a:lnTo>
                    <a:pt x="178582" y="200114"/>
                  </a:lnTo>
                  <a:lnTo>
                    <a:pt x="178216" y="199927"/>
                  </a:lnTo>
                  <a:lnTo>
                    <a:pt x="178111" y="199653"/>
                  </a:lnTo>
                  <a:lnTo>
                    <a:pt x="178987" y="199105"/>
                  </a:lnTo>
                  <a:lnTo>
                    <a:pt x="179542" y="199606"/>
                  </a:lnTo>
                  <a:lnTo>
                    <a:pt x="180015" y="199513"/>
                  </a:lnTo>
                  <a:lnTo>
                    <a:pt x="180335" y="199431"/>
                  </a:lnTo>
                  <a:lnTo>
                    <a:pt x="180769" y="199087"/>
                  </a:lnTo>
                  <a:lnTo>
                    <a:pt x="180748" y="198889"/>
                  </a:lnTo>
                  <a:lnTo>
                    <a:pt x="180566" y="198545"/>
                  </a:lnTo>
                  <a:lnTo>
                    <a:pt x="180863" y="197914"/>
                  </a:lnTo>
                  <a:lnTo>
                    <a:pt x="180565" y="197788"/>
                  </a:lnTo>
                  <a:lnTo>
                    <a:pt x="179967" y="197800"/>
                  </a:lnTo>
                  <a:lnTo>
                    <a:pt x="179504" y="197715"/>
                  </a:lnTo>
                  <a:lnTo>
                    <a:pt x="179258" y="197617"/>
                  </a:lnTo>
                  <a:lnTo>
                    <a:pt x="179216" y="197464"/>
                  </a:lnTo>
                  <a:lnTo>
                    <a:pt x="179153" y="197137"/>
                  </a:lnTo>
                  <a:lnTo>
                    <a:pt x="179244" y="196899"/>
                  </a:lnTo>
                  <a:lnTo>
                    <a:pt x="179621" y="196635"/>
                  </a:lnTo>
                  <a:lnTo>
                    <a:pt x="179836" y="196569"/>
                  </a:lnTo>
                  <a:lnTo>
                    <a:pt x="180258" y="196148"/>
                  </a:lnTo>
                  <a:lnTo>
                    <a:pt x="180139" y="195528"/>
                  </a:lnTo>
                  <a:lnTo>
                    <a:pt x="179929" y="194685"/>
                  </a:lnTo>
                  <a:lnTo>
                    <a:pt x="179691" y="193932"/>
                  </a:lnTo>
                  <a:lnTo>
                    <a:pt x="179627" y="193580"/>
                  </a:lnTo>
                  <a:lnTo>
                    <a:pt x="179918" y="193418"/>
                  </a:lnTo>
                  <a:lnTo>
                    <a:pt x="180454" y="193444"/>
                  </a:lnTo>
                  <a:lnTo>
                    <a:pt x="180935" y="193339"/>
                  </a:lnTo>
                  <a:lnTo>
                    <a:pt x="181231" y="193051"/>
                  </a:lnTo>
                  <a:lnTo>
                    <a:pt x="180908" y="192354"/>
                  </a:lnTo>
                  <a:lnTo>
                    <a:pt x="180569" y="192176"/>
                  </a:lnTo>
                  <a:lnTo>
                    <a:pt x="179912" y="191874"/>
                  </a:lnTo>
                  <a:lnTo>
                    <a:pt x="179482" y="191764"/>
                  </a:lnTo>
                  <a:lnTo>
                    <a:pt x="179278" y="191724"/>
                  </a:lnTo>
                  <a:lnTo>
                    <a:pt x="179068" y="191628"/>
                  </a:lnTo>
                  <a:lnTo>
                    <a:pt x="178892" y="191380"/>
                  </a:lnTo>
                  <a:lnTo>
                    <a:pt x="179009" y="191217"/>
                  </a:lnTo>
                  <a:lnTo>
                    <a:pt x="179357" y="191171"/>
                  </a:lnTo>
                  <a:lnTo>
                    <a:pt x="179572" y="191166"/>
                  </a:lnTo>
                  <a:lnTo>
                    <a:pt x="179730" y="191191"/>
                  </a:lnTo>
                  <a:lnTo>
                    <a:pt x="180446" y="191031"/>
                  </a:lnTo>
                  <a:lnTo>
                    <a:pt x="180712" y="190843"/>
                  </a:lnTo>
                  <a:lnTo>
                    <a:pt x="180516" y="190537"/>
                  </a:lnTo>
                  <a:lnTo>
                    <a:pt x="180387" y="190484"/>
                  </a:lnTo>
                  <a:lnTo>
                    <a:pt x="180183" y="190256"/>
                  </a:lnTo>
                  <a:lnTo>
                    <a:pt x="180350" y="190187"/>
                  </a:lnTo>
                  <a:lnTo>
                    <a:pt x="180633" y="190077"/>
                  </a:lnTo>
                  <a:lnTo>
                    <a:pt x="180868" y="190014"/>
                  </a:lnTo>
                  <a:lnTo>
                    <a:pt x="180567" y="189472"/>
                  </a:lnTo>
                  <a:lnTo>
                    <a:pt x="180410" y="189440"/>
                  </a:lnTo>
                  <a:lnTo>
                    <a:pt x="180502" y="188934"/>
                  </a:lnTo>
                  <a:lnTo>
                    <a:pt x="180722" y="188064"/>
                  </a:lnTo>
                  <a:lnTo>
                    <a:pt x="180678" y="187737"/>
                  </a:lnTo>
                  <a:lnTo>
                    <a:pt x="180803" y="187531"/>
                  </a:lnTo>
                  <a:lnTo>
                    <a:pt x="181252" y="187368"/>
                  </a:lnTo>
                  <a:lnTo>
                    <a:pt x="181249" y="186919"/>
                  </a:lnTo>
                  <a:lnTo>
                    <a:pt x="181196" y="186749"/>
                  </a:lnTo>
                  <a:lnTo>
                    <a:pt x="181034" y="185719"/>
                  </a:lnTo>
                  <a:lnTo>
                    <a:pt x="181584" y="185631"/>
                  </a:lnTo>
                  <a:lnTo>
                    <a:pt x="181794" y="185484"/>
                  </a:lnTo>
                  <a:lnTo>
                    <a:pt x="182312" y="184696"/>
                  </a:lnTo>
                  <a:lnTo>
                    <a:pt x="182145" y="184542"/>
                  </a:lnTo>
                  <a:lnTo>
                    <a:pt x="181731" y="184090"/>
                  </a:lnTo>
                  <a:lnTo>
                    <a:pt x="182360" y="182921"/>
                  </a:lnTo>
                  <a:lnTo>
                    <a:pt x="182514" y="182863"/>
                  </a:lnTo>
                  <a:close/>
                </a:path>
              </a:pathLst>
            </a:custGeom>
            <a:solidFill>
              <a:srgbClr val="FDFEC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6802613" y="2005510"/>
              <a:ext cx="183153" cy="182880"/>
            </a:xfrm>
            <a:custGeom>
              <a:avLst/>
              <a:pathLst>
                <a:path w="183153" h="182880">
                  <a:moveTo>
                    <a:pt x="182879" y="182880"/>
                  </a:moveTo>
                  <a:lnTo>
                    <a:pt x="182947" y="182384"/>
                  </a:lnTo>
                  <a:lnTo>
                    <a:pt x="183153" y="182525"/>
                  </a:lnTo>
                  <a:lnTo>
                    <a:pt x="183089" y="18285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6802556" y="2004252"/>
              <a:ext cx="183293" cy="183286"/>
            </a:xfrm>
            <a:custGeom>
              <a:avLst/>
              <a:pathLst>
                <a:path w="183293" h="183286">
                  <a:moveTo>
                    <a:pt x="182879" y="182880"/>
                  </a:moveTo>
                  <a:lnTo>
                    <a:pt x="183293" y="183265"/>
                  </a:lnTo>
                  <a:lnTo>
                    <a:pt x="183092" y="183286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6815766" y="2004616"/>
              <a:ext cx="182879" cy="182900"/>
            </a:xfrm>
            <a:custGeom>
              <a:avLst/>
              <a:pathLst>
                <a:path w="182879" h="182900">
                  <a:moveTo>
                    <a:pt x="182879" y="182880"/>
                  </a:moveTo>
                  <a:lnTo>
                    <a:pt x="182639" y="182900"/>
                  </a:lnTo>
                  <a:lnTo>
                    <a:pt x="182610" y="18274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6805745" y="2003661"/>
              <a:ext cx="182879" cy="183432"/>
            </a:xfrm>
            <a:custGeom>
              <a:avLst/>
              <a:pathLst>
                <a:path w="182879" h="183432">
                  <a:moveTo>
                    <a:pt x="182879" y="182880"/>
                  </a:moveTo>
                  <a:lnTo>
                    <a:pt x="182830" y="18343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6811273" y="2003133"/>
              <a:ext cx="183573" cy="184062"/>
            </a:xfrm>
            <a:custGeom>
              <a:avLst/>
              <a:pathLst>
                <a:path w="183573" h="184062">
                  <a:moveTo>
                    <a:pt x="182879" y="182880"/>
                  </a:moveTo>
                  <a:lnTo>
                    <a:pt x="183218" y="183087"/>
                  </a:lnTo>
                  <a:lnTo>
                    <a:pt x="183573" y="182975"/>
                  </a:lnTo>
                  <a:lnTo>
                    <a:pt x="183409" y="183299"/>
                  </a:lnTo>
                  <a:lnTo>
                    <a:pt x="183184" y="183622"/>
                  </a:lnTo>
                  <a:lnTo>
                    <a:pt x="183253" y="183751"/>
                  </a:lnTo>
                  <a:lnTo>
                    <a:pt x="182938" y="184062"/>
                  </a:lnTo>
                  <a:lnTo>
                    <a:pt x="182361" y="183849"/>
                  </a:lnTo>
                  <a:lnTo>
                    <a:pt x="182416" y="183224"/>
                  </a:lnTo>
                  <a:lnTo>
                    <a:pt x="182383" y="182825"/>
                  </a:lnTo>
                  <a:lnTo>
                    <a:pt x="182040" y="182846"/>
                  </a:lnTo>
                  <a:lnTo>
                    <a:pt x="181859" y="182957"/>
                  </a:lnTo>
                  <a:lnTo>
                    <a:pt x="181683" y="182872"/>
                  </a:lnTo>
                  <a:lnTo>
                    <a:pt x="181997" y="182277"/>
                  </a:lnTo>
                  <a:lnTo>
                    <a:pt x="181948" y="181851"/>
                  </a:lnTo>
                  <a:lnTo>
                    <a:pt x="182260" y="181649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6807194" y="2003727"/>
              <a:ext cx="183158" cy="183045"/>
            </a:xfrm>
            <a:custGeom>
              <a:avLst/>
              <a:pathLst>
                <a:path w="183158" h="183045">
                  <a:moveTo>
                    <a:pt x="182879" y="182880"/>
                  </a:moveTo>
                  <a:lnTo>
                    <a:pt x="182613" y="183045"/>
                  </a:lnTo>
                  <a:lnTo>
                    <a:pt x="182446" y="182812"/>
                  </a:lnTo>
                  <a:lnTo>
                    <a:pt x="182706" y="182266"/>
                  </a:lnTo>
                  <a:lnTo>
                    <a:pt x="182816" y="181911"/>
                  </a:lnTo>
                  <a:lnTo>
                    <a:pt x="183158" y="18189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6812297" y="2002412"/>
              <a:ext cx="182911" cy="182880"/>
            </a:xfrm>
            <a:custGeom>
              <a:avLst/>
              <a:pathLst>
                <a:path w="182911" h="182880">
                  <a:moveTo>
                    <a:pt x="182879" y="182880"/>
                  </a:moveTo>
                  <a:lnTo>
                    <a:pt x="182538" y="182478"/>
                  </a:lnTo>
                  <a:lnTo>
                    <a:pt x="182486" y="182173"/>
                  </a:lnTo>
                  <a:lnTo>
                    <a:pt x="182846" y="182240"/>
                  </a:lnTo>
                  <a:lnTo>
                    <a:pt x="182898" y="182587"/>
                  </a:lnTo>
                  <a:lnTo>
                    <a:pt x="182911" y="182746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6815391" y="2000243"/>
              <a:ext cx="183490" cy="186571"/>
            </a:xfrm>
            <a:custGeom>
              <a:avLst/>
              <a:pathLst>
                <a:path w="183490" h="186571">
                  <a:moveTo>
                    <a:pt x="182879" y="182880"/>
                  </a:moveTo>
                  <a:lnTo>
                    <a:pt x="183188" y="183309"/>
                  </a:lnTo>
                  <a:lnTo>
                    <a:pt x="183490" y="183880"/>
                  </a:lnTo>
                  <a:lnTo>
                    <a:pt x="183369" y="184246"/>
                  </a:lnTo>
                  <a:lnTo>
                    <a:pt x="183276" y="184556"/>
                  </a:lnTo>
                  <a:lnTo>
                    <a:pt x="183374" y="184815"/>
                  </a:lnTo>
                  <a:lnTo>
                    <a:pt x="183433" y="185574"/>
                  </a:lnTo>
                  <a:lnTo>
                    <a:pt x="183453" y="185980"/>
                  </a:lnTo>
                  <a:lnTo>
                    <a:pt x="182965" y="185756"/>
                  </a:lnTo>
                  <a:lnTo>
                    <a:pt x="182751" y="185535"/>
                  </a:lnTo>
                  <a:lnTo>
                    <a:pt x="182669" y="184901"/>
                  </a:lnTo>
                  <a:lnTo>
                    <a:pt x="182643" y="184755"/>
                  </a:lnTo>
                  <a:lnTo>
                    <a:pt x="182007" y="185162"/>
                  </a:lnTo>
                  <a:lnTo>
                    <a:pt x="181860" y="185513"/>
                  </a:lnTo>
                  <a:lnTo>
                    <a:pt x="182122" y="186185"/>
                  </a:lnTo>
                  <a:lnTo>
                    <a:pt x="182024" y="186571"/>
                  </a:lnTo>
                  <a:lnTo>
                    <a:pt x="181727" y="186322"/>
                  </a:lnTo>
                  <a:lnTo>
                    <a:pt x="181319" y="185608"/>
                  </a:lnTo>
                  <a:lnTo>
                    <a:pt x="181230" y="185217"/>
                  </a:lnTo>
                  <a:lnTo>
                    <a:pt x="180755" y="184331"/>
                  </a:lnTo>
                  <a:lnTo>
                    <a:pt x="179994" y="184890"/>
                  </a:lnTo>
                  <a:lnTo>
                    <a:pt x="179976" y="184530"/>
                  </a:lnTo>
                  <a:lnTo>
                    <a:pt x="179916" y="184350"/>
                  </a:lnTo>
                  <a:lnTo>
                    <a:pt x="179698" y="184281"/>
                  </a:lnTo>
                  <a:lnTo>
                    <a:pt x="179038" y="184228"/>
                  </a:lnTo>
                  <a:lnTo>
                    <a:pt x="178613" y="183814"/>
                  </a:lnTo>
                  <a:lnTo>
                    <a:pt x="178478" y="183591"/>
                  </a:lnTo>
                  <a:lnTo>
                    <a:pt x="178375" y="183419"/>
                  </a:lnTo>
                  <a:lnTo>
                    <a:pt x="178202" y="182766"/>
                  </a:lnTo>
                  <a:lnTo>
                    <a:pt x="179019" y="182407"/>
                  </a:lnTo>
                  <a:lnTo>
                    <a:pt x="179353" y="182496"/>
                  </a:lnTo>
                  <a:lnTo>
                    <a:pt x="179779" y="182610"/>
                  </a:lnTo>
                  <a:lnTo>
                    <a:pt x="180326" y="182756"/>
                  </a:lnTo>
                  <a:lnTo>
                    <a:pt x="180607" y="182771"/>
                  </a:lnTo>
                  <a:lnTo>
                    <a:pt x="180926" y="182607"/>
                  </a:lnTo>
                  <a:lnTo>
                    <a:pt x="180993" y="182460"/>
                  </a:lnTo>
                  <a:lnTo>
                    <a:pt x="181117" y="182276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6807639" y="2001711"/>
              <a:ext cx="183086" cy="182880"/>
            </a:xfrm>
            <a:custGeom>
              <a:avLst/>
              <a:pathLst>
                <a:path w="183086" h="182880">
                  <a:moveTo>
                    <a:pt x="182879" y="182880"/>
                  </a:moveTo>
                  <a:lnTo>
                    <a:pt x="182817" y="182698"/>
                  </a:lnTo>
                  <a:lnTo>
                    <a:pt x="182599" y="182303"/>
                  </a:lnTo>
                  <a:lnTo>
                    <a:pt x="183086" y="18251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6808250" y="1997549"/>
              <a:ext cx="182879" cy="189192"/>
            </a:xfrm>
            <a:custGeom>
              <a:avLst/>
              <a:pathLst>
                <a:path w="182879" h="189192">
                  <a:moveTo>
                    <a:pt x="182879" y="182880"/>
                  </a:moveTo>
                  <a:lnTo>
                    <a:pt x="182853" y="183314"/>
                  </a:lnTo>
                  <a:lnTo>
                    <a:pt x="182801" y="184216"/>
                  </a:lnTo>
                  <a:lnTo>
                    <a:pt x="182471" y="184363"/>
                  </a:lnTo>
                  <a:lnTo>
                    <a:pt x="181982" y="184226"/>
                  </a:lnTo>
                  <a:lnTo>
                    <a:pt x="181391" y="184223"/>
                  </a:lnTo>
                  <a:lnTo>
                    <a:pt x="181333" y="184482"/>
                  </a:lnTo>
                  <a:lnTo>
                    <a:pt x="181458" y="185003"/>
                  </a:lnTo>
                  <a:lnTo>
                    <a:pt x="181598" y="185612"/>
                  </a:lnTo>
                  <a:lnTo>
                    <a:pt x="181600" y="185762"/>
                  </a:lnTo>
                  <a:lnTo>
                    <a:pt x="181086" y="186015"/>
                  </a:lnTo>
                  <a:lnTo>
                    <a:pt x="180726" y="186132"/>
                  </a:lnTo>
                  <a:lnTo>
                    <a:pt x="180975" y="186369"/>
                  </a:lnTo>
                  <a:lnTo>
                    <a:pt x="181177" y="186759"/>
                  </a:lnTo>
                  <a:lnTo>
                    <a:pt x="180726" y="187370"/>
                  </a:lnTo>
                  <a:lnTo>
                    <a:pt x="181139" y="187564"/>
                  </a:lnTo>
                  <a:lnTo>
                    <a:pt x="181509" y="187726"/>
                  </a:lnTo>
                  <a:lnTo>
                    <a:pt x="181363" y="187919"/>
                  </a:lnTo>
                  <a:lnTo>
                    <a:pt x="180485" y="188366"/>
                  </a:lnTo>
                  <a:lnTo>
                    <a:pt x="180223" y="188497"/>
                  </a:lnTo>
                  <a:lnTo>
                    <a:pt x="179868" y="187775"/>
                  </a:lnTo>
                  <a:lnTo>
                    <a:pt x="179857" y="187302"/>
                  </a:lnTo>
                  <a:lnTo>
                    <a:pt x="179633" y="187280"/>
                  </a:lnTo>
                  <a:lnTo>
                    <a:pt x="179469" y="187372"/>
                  </a:lnTo>
                  <a:lnTo>
                    <a:pt x="178729" y="187577"/>
                  </a:lnTo>
                  <a:lnTo>
                    <a:pt x="178515" y="187664"/>
                  </a:lnTo>
                  <a:lnTo>
                    <a:pt x="178070" y="188368"/>
                  </a:lnTo>
                  <a:lnTo>
                    <a:pt x="177934" y="188629"/>
                  </a:lnTo>
                  <a:lnTo>
                    <a:pt x="176765" y="188060"/>
                  </a:lnTo>
                  <a:lnTo>
                    <a:pt x="176536" y="188033"/>
                  </a:lnTo>
                  <a:lnTo>
                    <a:pt x="176221" y="188178"/>
                  </a:lnTo>
                  <a:lnTo>
                    <a:pt x="175016" y="189192"/>
                  </a:lnTo>
                  <a:lnTo>
                    <a:pt x="174560" y="187897"/>
                  </a:lnTo>
                  <a:lnTo>
                    <a:pt x="175089" y="187083"/>
                  </a:lnTo>
                  <a:lnTo>
                    <a:pt x="175376" y="186687"/>
                  </a:lnTo>
                  <a:lnTo>
                    <a:pt x="175018" y="186554"/>
                  </a:lnTo>
                  <a:lnTo>
                    <a:pt x="175690" y="186163"/>
                  </a:lnTo>
                  <a:lnTo>
                    <a:pt x="175838" y="186027"/>
                  </a:lnTo>
                  <a:lnTo>
                    <a:pt x="175978" y="186000"/>
                  </a:lnTo>
                  <a:lnTo>
                    <a:pt x="176758" y="185041"/>
                  </a:lnTo>
                  <a:lnTo>
                    <a:pt x="177058" y="184963"/>
                  </a:lnTo>
                  <a:lnTo>
                    <a:pt x="177564" y="184995"/>
                  </a:lnTo>
                  <a:lnTo>
                    <a:pt x="177798" y="185096"/>
                  </a:lnTo>
                  <a:lnTo>
                    <a:pt x="178141" y="185408"/>
                  </a:lnTo>
                  <a:lnTo>
                    <a:pt x="178220" y="185212"/>
                  </a:lnTo>
                  <a:lnTo>
                    <a:pt x="178278" y="185068"/>
                  </a:lnTo>
                  <a:lnTo>
                    <a:pt x="178430" y="184919"/>
                  </a:lnTo>
                  <a:lnTo>
                    <a:pt x="178712" y="184783"/>
                  </a:lnTo>
                  <a:lnTo>
                    <a:pt x="179218" y="184738"/>
                  </a:lnTo>
                  <a:lnTo>
                    <a:pt x="179696" y="184582"/>
                  </a:lnTo>
                  <a:lnTo>
                    <a:pt x="179844" y="184491"/>
                  </a:lnTo>
                  <a:lnTo>
                    <a:pt x="179942" y="184338"/>
                  </a:lnTo>
                  <a:lnTo>
                    <a:pt x="180202" y="184167"/>
                  </a:lnTo>
                  <a:lnTo>
                    <a:pt x="180840" y="183714"/>
                  </a:lnTo>
                  <a:lnTo>
                    <a:pt x="181175" y="183521"/>
                  </a:lnTo>
                  <a:lnTo>
                    <a:pt x="181267" y="183384"/>
                  </a:lnTo>
                  <a:lnTo>
                    <a:pt x="181506" y="183204"/>
                  </a:lnTo>
                  <a:lnTo>
                    <a:pt x="182009" y="183079"/>
                  </a:lnTo>
                  <a:lnTo>
                    <a:pt x="182350" y="182799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6807538" y="200009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6804001" y="1998408"/>
              <a:ext cx="183494" cy="184205"/>
            </a:xfrm>
            <a:custGeom>
              <a:avLst/>
              <a:pathLst>
                <a:path w="183494" h="184205">
                  <a:moveTo>
                    <a:pt x="182879" y="182880"/>
                  </a:moveTo>
                  <a:lnTo>
                    <a:pt x="182937" y="183106"/>
                  </a:lnTo>
                  <a:lnTo>
                    <a:pt x="183080" y="182813"/>
                  </a:lnTo>
                  <a:lnTo>
                    <a:pt x="183213" y="182831"/>
                  </a:lnTo>
                  <a:lnTo>
                    <a:pt x="183494" y="183040"/>
                  </a:lnTo>
                  <a:lnTo>
                    <a:pt x="183282" y="183341"/>
                  </a:lnTo>
                  <a:lnTo>
                    <a:pt x="182336" y="184205"/>
                  </a:lnTo>
                  <a:lnTo>
                    <a:pt x="181730" y="184001"/>
                  </a:lnTo>
                  <a:lnTo>
                    <a:pt x="181352" y="184011"/>
                  </a:lnTo>
                  <a:lnTo>
                    <a:pt x="181217" y="184032"/>
                  </a:lnTo>
                  <a:lnTo>
                    <a:pt x="180886" y="183959"/>
                  </a:lnTo>
                  <a:lnTo>
                    <a:pt x="181014" y="183606"/>
                  </a:lnTo>
                  <a:lnTo>
                    <a:pt x="180853" y="183320"/>
                  </a:lnTo>
                  <a:lnTo>
                    <a:pt x="182501" y="18288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6810356" y="1997063"/>
              <a:ext cx="182975" cy="183912"/>
            </a:xfrm>
            <a:custGeom>
              <a:avLst/>
              <a:pathLst>
                <a:path w="182975" h="183912">
                  <a:moveTo>
                    <a:pt x="182879" y="182880"/>
                  </a:moveTo>
                  <a:lnTo>
                    <a:pt x="182975" y="183152"/>
                  </a:lnTo>
                  <a:lnTo>
                    <a:pt x="182554" y="183912"/>
                  </a:lnTo>
                  <a:lnTo>
                    <a:pt x="182199" y="183463"/>
                  </a:lnTo>
                  <a:lnTo>
                    <a:pt x="181701" y="18281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6808201" y="1997159"/>
              <a:ext cx="183285" cy="183074"/>
            </a:xfrm>
            <a:custGeom>
              <a:avLst/>
              <a:pathLst>
                <a:path w="183285" h="183074">
                  <a:moveTo>
                    <a:pt x="182879" y="182880"/>
                  </a:moveTo>
                  <a:lnTo>
                    <a:pt x="183091" y="182599"/>
                  </a:lnTo>
                  <a:lnTo>
                    <a:pt x="183285" y="182730"/>
                  </a:lnTo>
                  <a:lnTo>
                    <a:pt x="182968" y="183074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6801628" y="1995712"/>
              <a:ext cx="183111" cy="183453"/>
            </a:xfrm>
            <a:custGeom>
              <a:avLst/>
              <a:pathLst>
                <a:path w="183111" h="183453">
                  <a:moveTo>
                    <a:pt x="182879" y="182880"/>
                  </a:moveTo>
                  <a:lnTo>
                    <a:pt x="183016" y="183006"/>
                  </a:lnTo>
                  <a:lnTo>
                    <a:pt x="183111" y="183263"/>
                  </a:lnTo>
                  <a:lnTo>
                    <a:pt x="182959" y="183453"/>
                  </a:lnTo>
                  <a:lnTo>
                    <a:pt x="182886" y="18317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6812833" y="1987978"/>
              <a:ext cx="191716" cy="195880"/>
            </a:xfrm>
            <a:custGeom>
              <a:avLst/>
              <a:pathLst>
                <a:path w="191716" h="195880">
                  <a:moveTo>
                    <a:pt x="182879" y="182880"/>
                  </a:moveTo>
                  <a:lnTo>
                    <a:pt x="183001" y="183013"/>
                  </a:lnTo>
                  <a:lnTo>
                    <a:pt x="183492" y="183090"/>
                  </a:lnTo>
                  <a:lnTo>
                    <a:pt x="183619" y="183041"/>
                  </a:lnTo>
                  <a:lnTo>
                    <a:pt x="183861" y="182978"/>
                  </a:lnTo>
                  <a:lnTo>
                    <a:pt x="184581" y="183043"/>
                  </a:lnTo>
                  <a:lnTo>
                    <a:pt x="184880" y="183355"/>
                  </a:lnTo>
                  <a:lnTo>
                    <a:pt x="184551" y="183592"/>
                  </a:lnTo>
                  <a:lnTo>
                    <a:pt x="184194" y="183988"/>
                  </a:lnTo>
                  <a:lnTo>
                    <a:pt x="184280" y="184400"/>
                  </a:lnTo>
                  <a:lnTo>
                    <a:pt x="184491" y="184346"/>
                  </a:lnTo>
                  <a:lnTo>
                    <a:pt x="185348" y="183694"/>
                  </a:lnTo>
                  <a:lnTo>
                    <a:pt x="185597" y="183296"/>
                  </a:lnTo>
                  <a:lnTo>
                    <a:pt x="185856" y="183287"/>
                  </a:lnTo>
                  <a:lnTo>
                    <a:pt x="186109" y="183379"/>
                  </a:lnTo>
                  <a:lnTo>
                    <a:pt x="186285" y="183708"/>
                  </a:lnTo>
                  <a:lnTo>
                    <a:pt x="186292" y="184118"/>
                  </a:lnTo>
                  <a:lnTo>
                    <a:pt x="186421" y="184314"/>
                  </a:lnTo>
                  <a:lnTo>
                    <a:pt x="186803" y="184223"/>
                  </a:lnTo>
                  <a:lnTo>
                    <a:pt x="186938" y="184208"/>
                  </a:lnTo>
                  <a:lnTo>
                    <a:pt x="187066" y="184531"/>
                  </a:lnTo>
                  <a:lnTo>
                    <a:pt x="186930" y="184668"/>
                  </a:lnTo>
                  <a:lnTo>
                    <a:pt x="186630" y="184902"/>
                  </a:lnTo>
                  <a:lnTo>
                    <a:pt x="186956" y="185004"/>
                  </a:lnTo>
                  <a:lnTo>
                    <a:pt x="187166" y="184992"/>
                  </a:lnTo>
                  <a:lnTo>
                    <a:pt x="187533" y="185235"/>
                  </a:lnTo>
                  <a:lnTo>
                    <a:pt x="188103" y="185360"/>
                  </a:lnTo>
                  <a:lnTo>
                    <a:pt x="188373" y="185286"/>
                  </a:lnTo>
                  <a:lnTo>
                    <a:pt x="188555" y="185260"/>
                  </a:lnTo>
                  <a:lnTo>
                    <a:pt x="188810" y="185119"/>
                  </a:lnTo>
                  <a:lnTo>
                    <a:pt x="188650" y="185524"/>
                  </a:lnTo>
                  <a:lnTo>
                    <a:pt x="188530" y="185685"/>
                  </a:lnTo>
                  <a:lnTo>
                    <a:pt x="188229" y="185993"/>
                  </a:lnTo>
                  <a:lnTo>
                    <a:pt x="187918" y="186251"/>
                  </a:lnTo>
                  <a:lnTo>
                    <a:pt x="187414" y="186535"/>
                  </a:lnTo>
                  <a:lnTo>
                    <a:pt x="186484" y="186985"/>
                  </a:lnTo>
                  <a:lnTo>
                    <a:pt x="185665" y="187392"/>
                  </a:lnTo>
                  <a:lnTo>
                    <a:pt x="185432" y="187131"/>
                  </a:lnTo>
                  <a:lnTo>
                    <a:pt x="185204" y="186876"/>
                  </a:lnTo>
                  <a:lnTo>
                    <a:pt x="185058" y="186680"/>
                  </a:lnTo>
                  <a:lnTo>
                    <a:pt x="184355" y="186668"/>
                  </a:lnTo>
                  <a:lnTo>
                    <a:pt x="184211" y="186914"/>
                  </a:lnTo>
                  <a:lnTo>
                    <a:pt x="184059" y="187117"/>
                  </a:lnTo>
                  <a:lnTo>
                    <a:pt x="183729" y="187557"/>
                  </a:lnTo>
                  <a:lnTo>
                    <a:pt x="183583" y="187612"/>
                  </a:lnTo>
                  <a:lnTo>
                    <a:pt x="183304" y="187557"/>
                  </a:lnTo>
                  <a:lnTo>
                    <a:pt x="183135" y="187572"/>
                  </a:lnTo>
                  <a:lnTo>
                    <a:pt x="183134" y="187961"/>
                  </a:lnTo>
                  <a:lnTo>
                    <a:pt x="183429" y="188114"/>
                  </a:lnTo>
                  <a:lnTo>
                    <a:pt x="183735" y="188155"/>
                  </a:lnTo>
                  <a:lnTo>
                    <a:pt x="183927" y="188302"/>
                  </a:lnTo>
                  <a:lnTo>
                    <a:pt x="184231" y="188544"/>
                  </a:lnTo>
                  <a:lnTo>
                    <a:pt x="184444" y="188805"/>
                  </a:lnTo>
                  <a:lnTo>
                    <a:pt x="184426" y="189040"/>
                  </a:lnTo>
                  <a:lnTo>
                    <a:pt x="184390" y="189366"/>
                  </a:lnTo>
                  <a:lnTo>
                    <a:pt x="184696" y="189314"/>
                  </a:lnTo>
                  <a:lnTo>
                    <a:pt x="184804" y="188854"/>
                  </a:lnTo>
                  <a:lnTo>
                    <a:pt x="184952" y="188628"/>
                  </a:lnTo>
                  <a:lnTo>
                    <a:pt x="185328" y="188231"/>
                  </a:lnTo>
                  <a:lnTo>
                    <a:pt x="185634" y="188287"/>
                  </a:lnTo>
                  <a:lnTo>
                    <a:pt x="185951" y="188335"/>
                  </a:lnTo>
                  <a:lnTo>
                    <a:pt x="186591" y="188527"/>
                  </a:lnTo>
                  <a:lnTo>
                    <a:pt x="186600" y="188662"/>
                  </a:lnTo>
                  <a:lnTo>
                    <a:pt x="186789" y="189046"/>
                  </a:lnTo>
                  <a:lnTo>
                    <a:pt x="187161" y="188762"/>
                  </a:lnTo>
                  <a:lnTo>
                    <a:pt x="187080" y="188401"/>
                  </a:lnTo>
                  <a:lnTo>
                    <a:pt x="187015" y="188188"/>
                  </a:lnTo>
                  <a:lnTo>
                    <a:pt x="186893" y="187903"/>
                  </a:lnTo>
                  <a:lnTo>
                    <a:pt x="187048" y="187612"/>
                  </a:lnTo>
                  <a:lnTo>
                    <a:pt x="187192" y="187485"/>
                  </a:lnTo>
                  <a:lnTo>
                    <a:pt x="187585" y="187401"/>
                  </a:lnTo>
                  <a:lnTo>
                    <a:pt x="187817" y="187091"/>
                  </a:lnTo>
                  <a:lnTo>
                    <a:pt x="188050" y="186739"/>
                  </a:lnTo>
                  <a:lnTo>
                    <a:pt x="188270" y="186564"/>
                  </a:lnTo>
                  <a:lnTo>
                    <a:pt x="188852" y="186741"/>
                  </a:lnTo>
                  <a:lnTo>
                    <a:pt x="188773" y="187191"/>
                  </a:lnTo>
                  <a:lnTo>
                    <a:pt x="189155" y="187086"/>
                  </a:lnTo>
                  <a:lnTo>
                    <a:pt x="189180" y="186570"/>
                  </a:lnTo>
                  <a:lnTo>
                    <a:pt x="189359" y="186424"/>
                  </a:lnTo>
                  <a:lnTo>
                    <a:pt x="189433" y="186841"/>
                  </a:lnTo>
                  <a:lnTo>
                    <a:pt x="189215" y="187232"/>
                  </a:lnTo>
                  <a:lnTo>
                    <a:pt x="189165" y="187507"/>
                  </a:lnTo>
                  <a:lnTo>
                    <a:pt x="189556" y="188204"/>
                  </a:lnTo>
                  <a:lnTo>
                    <a:pt x="189643" y="188900"/>
                  </a:lnTo>
                  <a:lnTo>
                    <a:pt x="189801" y="188454"/>
                  </a:lnTo>
                  <a:lnTo>
                    <a:pt x="189813" y="188306"/>
                  </a:lnTo>
                  <a:lnTo>
                    <a:pt x="189839" y="188049"/>
                  </a:lnTo>
                  <a:lnTo>
                    <a:pt x="189847" y="187842"/>
                  </a:lnTo>
                  <a:lnTo>
                    <a:pt x="190035" y="187566"/>
                  </a:lnTo>
                  <a:lnTo>
                    <a:pt x="190057" y="187377"/>
                  </a:lnTo>
                  <a:lnTo>
                    <a:pt x="190075" y="187180"/>
                  </a:lnTo>
                  <a:lnTo>
                    <a:pt x="190307" y="187292"/>
                  </a:lnTo>
                  <a:lnTo>
                    <a:pt x="190428" y="187504"/>
                  </a:lnTo>
                  <a:lnTo>
                    <a:pt x="190294" y="187877"/>
                  </a:lnTo>
                  <a:lnTo>
                    <a:pt x="190484" y="188231"/>
                  </a:lnTo>
                  <a:lnTo>
                    <a:pt x="191240" y="188127"/>
                  </a:lnTo>
                  <a:lnTo>
                    <a:pt x="191425" y="188576"/>
                  </a:lnTo>
                  <a:lnTo>
                    <a:pt x="191481" y="188792"/>
                  </a:lnTo>
                  <a:lnTo>
                    <a:pt x="191716" y="189011"/>
                  </a:lnTo>
                  <a:lnTo>
                    <a:pt x="191513" y="189292"/>
                  </a:lnTo>
                  <a:lnTo>
                    <a:pt x="191285" y="188947"/>
                  </a:lnTo>
                  <a:lnTo>
                    <a:pt x="191002" y="188964"/>
                  </a:lnTo>
                  <a:lnTo>
                    <a:pt x="190852" y="189098"/>
                  </a:lnTo>
                  <a:lnTo>
                    <a:pt x="190630" y="189375"/>
                  </a:lnTo>
                  <a:lnTo>
                    <a:pt x="190597" y="189697"/>
                  </a:lnTo>
                  <a:lnTo>
                    <a:pt x="190793" y="190017"/>
                  </a:lnTo>
                  <a:lnTo>
                    <a:pt x="191220" y="190441"/>
                  </a:lnTo>
                  <a:lnTo>
                    <a:pt x="191219" y="190682"/>
                  </a:lnTo>
                  <a:lnTo>
                    <a:pt x="191076" y="191339"/>
                  </a:lnTo>
                  <a:lnTo>
                    <a:pt x="190868" y="190967"/>
                  </a:lnTo>
                  <a:lnTo>
                    <a:pt x="190734" y="191467"/>
                  </a:lnTo>
                  <a:lnTo>
                    <a:pt x="190013" y="192010"/>
                  </a:lnTo>
                  <a:lnTo>
                    <a:pt x="190091" y="192426"/>
                  </a:lnTo>
                  <a:lnTo>
                    <a:pt x="189848" y="192642"/>
                  </a:lnTo>
                  <a:lnTo>
                    <a:pt x="189629" y="191868"/>
                  </a:lnTo>
                  <a:lnTo>
                    <a:pt x="189231" y="191975"/>
                  </a:lnTo>
                  <a:lnTo>
                    <a:pt x="188932" y="191387"/>
                  </a:lnTo>
                  <a:lnTo>
                    <a:pt x="188933" y="190834"/>
                  </a:lnTo>
                  <a:lnTo>
                    <a:pt x="188444" y="190647"/>
                  </a:lnTo>
                  <a:lnTo>
                    <a:pt x="188093" y="190512"/>
                  </a:lnTo>
                  <a:lnTo>
                    <a:pt x="187804" y="190402"/>
                  </a:lnTo>
                  <a:lnTo>
                    <a:pt x="187537" y="190300"/>
                  </a:lnTo>
                  <a:lnTo>
                    <a:pt x="187159" y="190034"/>
                  </a:lnTo>
                  <a:lnTo>
                    <a:pt x="186815" y="190222"/>
                  </a:lnTo>
                  <a:lnTo>
                    <a:pt x="186799" y="190563"/>
                  </a:lnTo>
                  <a:lnTo>
                    <a:pt x="186630" y="191210"/>
                  </a:lnTo>
                  <a:lnTo>
                    <a:pt x="186664" y="191395"/>
                  </a:lnTo>
                  <a:lnTo>
                    <a:pt x="186900" y="191636"/>
                  </a:lnTo>
                  <a:lnTo>
                    <a:pt x="186863" y="191790"/>
                  </a:lnTo>
                  <a:lnTo>
                    <a:pt x="186706" y="191959"/>
                  </a:lnTo>
                  <a:lnTo>
                    <a:pt x="186620" y="191803"/>
                  </a:lnTo>
                  <a:lnTo>
                    <a:pt x="186556" y="191313"/>
                  </a:lnTo>
                  <a:lnTo>
                    <a:pt x="186286" y="191270"/>
                  </a:lnTo>
                  <a:lnTo>
                    <a:pt x="186172" y="191447"/>
                  </a:lnTo>
                  <a:lnTo>
                    <a:pt x="186072" y="191843"/>
                  </a:lnTo>
                  <a:lnTo>
                    <a:pt x="186289" y="191854"/>
                  </a:lnTo>
                  <a:lnTo>
                    <a:pt x="186392" y="192291"/>
                  </a:lnTo>
                  <a:lnTo>
                    <a:pt x="186449" y="192551"/>
                  </a:lnTo>
                  <a:lnTo>
                    <a:pt x="186648" y="193240"/>
                  </a:lnTo>
                  <a:lnTo>
                    <a:pt x="186973" y="193333"/>
                  </a:lnTo>
                  <a:lnTo>
                    <a:pt x="187683" y="193778"/>
                  </a:lnTo>
                  <a:lnTo>
                    <a:pt x="187899" y="193824"/>
                  </a:lnTo>
                  <a:lnTo>
                    <a:pt x="188189" y="194305"/>
                  </a:lnTo>
                  <a:lnTo>
                    <a:pt x="188100" y="194546"/>
                  </a:lnTo>
                  <a:lnTo>
                    <a:pt x="187723" y="194788"/>
                  </a:lnTo>
                  <a:lnTo>
                    <a:pt x="187242" y="194759"/>
                  </a:lnTo>
                  <a:lnTo>
                    <a:pt x="187266" y="195085"/>
                  </a:lnTo>
                  <a:lnTo>
                    <a:pt x="187535" y="195279"/>
                  </a:lnTo>
                  <a:lnTo>
                    <a:pt x="187736" y="195228"/>
                  </a:lnTo>
                  <a:lnTo>
                    <a:pt x="187923" y="195791"/>
                  </a:lnTo>
                  <a:lnTo>
                    <a:pt x="187621" y="195880"/>
                  </a:lnTo>
                  <a:lnTo>
                    <a:pt x="187549" y="195734"/>
                  </a:lnTo>
                  <a:lnTo>
                    <a:pt x="187298" y="195521"/>
                  </a:lnTo>
                  <a:lnTo>
                    <a:pt x="187012" y="195496"/>
                  </a:lnTo>
                  <a:lnTo>
                    <a:pt x="186712" y="195871"/>
                  </a:lnTo>
                  <a:lnTo>
                    <a:pt x="186359" y="195206"/>
                  </a:lnTo>
                  <a:lnTo>
                    <a:pt x="186435" y="194588"/>
                  </a:lnTo>
                  <a:lnTo>
                    <a:pt x="186193" y="194174"/>
                  </a:lnTo>
                  <a:lnTo>
                    <a:pt x="186005" y="194263"/>
                  </a:lnTo>
                  <a:lnTo>
                    <a:pt x="185782" y="194544"/>
                  </a:lnTo>
                  <a:lnTo>
                    <a:pt x="185293" y="194659"/>
                  </a:lnTo>
                  <a:lnTo>
                    <a:pt x="185123" y="194432"/>
                  </a:lnTo>
                  <a:lnTo>
                    <a:pt x="184987" y="194286"/>
                  </a:lnTo>
                  <a:lnTo>
                    <a:pt x="184338" y="193959"/>
                  </a:lnTo>
                  <a:lnTo>
                    <a:pt x="183729" y="193341"/>
                  </a:lnTo>
                  <a:lnTo>
                    <a:pt x="183552" y="193593"/>
                  </a:lnTo>
                  <a:lnTo>
                    <a:pt x="183624" y="193861"/>
                  </a:lnTo>
                  <a:lnTo>
                    <a:pt x="183477" y="194185"/>
                  </a:lnTo>
                  <a:lnTo>
                    <a:pt x="183251" y="194283"/>
                  </a:lnTo>
                  <a:lnTo>
                    <a:pt x="182654" y="194527"/>
                  </a:lnTo>
                  <a:lnTo>
                    <a:pt x="182439" y="194460"/>
                  </a:lnTo>
                  <a:lnTo>
                    <a:pt x="182295" y="194377"/>
                  </a:lnTo>
                  <a:lnTo>
                    <a:pt x="182209" y="194078"/>
                  </a:lnTo>
                  <a:lnTo>
                    <a:pt x="182314" y="193919"/>
                  </a:lnTo>
                  <a:lnTo>
                    <a:pt x="182293" y="193490"/>
                  </a:lnTo>
                  <a:lnTo>
                    <a:pt x="182125" y="193489"/>
                  </a:lnTo>
                  <a:lnTo>
                    <a:pt x="181735" y="193437"/>
                  </a:lnTo>
                  <a:lnTo>
                    <a:pt x="181445" y="193401"/>
                  </a:lnTo>
                  <a:lnTo>
                    <a:pt x="181297" y="193430"/>
                  </a:lnTo>
                  <a:lnTo>
                    <a:pt x="181137" y="193458"/>
                  </a:lnTo>
                  <a:lnTo>
                    <a:pt x="181032" y="192984"/>
                  </a:lnTo>
                  <a:lnTo>
                    <a:pt x="180904" y="192557"/>
                  </a:lnTo>
                  <a:lnTo>
                    <a:pt x="180767" y="192097"/>
                  </a:lnTo>
                  <a:lnTo>
                    <a:pt x="180633" y="191829"/>
                  </a:lnTo>
                  <a:lnTo>
                    <a:pt x="180515" y="191596"/>
                  </a:lnTo>
                  <a:lnTo>
                    <a:pt x="180222" y="191205"/>
                  </a:lnTo>
                  <a:lnTo>
                    <a:pt x="179900" y="191246"/>
                  </a:lnTo>
                  <a:lnTo>
                    <a:pt x="179656" y="191287"/>
                  </a:lnTo>
                  <a:lnTo>
                    <a:pt x="179224" y="191204"/>
                  </a:lnTo>
                  <a:lnTo>
                    <a:pt x="178182" y="191507"/>
                  </a:lnTo>
                  <a:lnTo>
                    <a:pt x="177980" y="191580"/>
                  </a:lnTo>
                  <a:lnTo>
                    <a:pt x="177663" y="191681"/>
                  </a:lnTo>
                  <a:lnTo>
                    <a:pt x="177300" y="191801"/>
                  </a:lnTo>
                  <a:lnTo>
                    <a:pt x="176703" y="191460"/>
                  </a:lnTo>
                  <a:lnTo>
                    <a:pt x="176428" y="191384"/>
                  </a:lnTo>
                  <a:lnTo>
                    <a:pt x="176034" y="191446"/>
                  </a:lnTo>
                  <a:lnTo>
                    <a:pt x="175612" y="191000"/>
                  </a:lnTo>
                  <a:lnTo>
                    <a:pt x="175361" y="190850"/>
                  </a:lnTo>
                  <a:lnTo>
                    <a:pt x="175237" y="190651"/>
                  </a:lnTo>
                  <a:lnTo>
                    <a:pt x="174920" y="190800"/>
                  </a:lnTo>
                  <a:lnTo>
                    <a:pt x="175085" y="191128"/>
                  </a:lnTo>
                  <a:lnTo>
                    <a:pt x="174757" y="191044"/>
                  </a:lnTo>
                  <a:lnTo>
                    <a:pt x="174459" y="191040"/>
                  </a:lnTo>
                  <a:lnTo>
                    <a:pt x="174307" y="191147"/>
                  </a:lnTo>
                  <a:lnTo>
                    <a:pt x="174113" y="191614"/>
                  </a:lnTo>
                  <a:lnTo>
                    <a:pt x="173932" y="191663"/>
                  </a:lnTo>
                  <a:lnTo>
                    <a:pt x="173718" y="191632"/>
                  </a:lnTo>
                  <a:lnTo>
                    <a:pt x="173427" y="191421"/>
                  </a:lnTo>
                  <a:lnTo>
                    <a:pt x="173027" y="191101"/>
                  </a:lnTo>
                  <a:lnTo>
                    <a:pt x="173059" y="190680"/>
                  </a:lnTo>
                  <a:lnTo>
                    <a:pt x="172906" y="190177"/>
                  </a:lnTo>
                  <a:lnTo>
                    <a:pt x="172570" y="189681"/>
                  </a:lnTo>
                  <a:lnTo>
                    <a:pt x="172344" y="189557"/>
                  </a:lnTo>
                  <a:lnTo>
                    <a:pt x="172469" y="189403"/>
                  </a:lnTo>
                  <a:lnTo>
                    <a:pt x="172835" y="188924"/>
                  </a:lnTo>
                  <a:lnTo>
                    <a:pt x="173424" y="188793"/>
                  </a:lnTo>
                  <a:lnTo>
                    <a:pt x="173735" y="188693"/>
                  </a:lnTo>
                  <a:lnTo>
                    <a:pt x="174021" y="188487"/>
                  </a:lnTo>
                  <a:lnTo>
                    <a:pt x="174091" y="188312"/>
                  </a:lnTo>
                  <a:lnTo>
                    <a:pt x="174122" y="188121"/>
                  </a:lnTo>
                  <a:lnTo>
                    <a:pt x="174357" y="187793"/>
                  </a:lnTo>
                  <a:lnTo>
                    <a:pt x="174500" y="187658"/>
                  </a:lnTo>
                  <a:lnTo>
                    <a:pt x="174796" y="187539"/>
                  </a:lnTo>
                  <a:lnTo>
                    <a:pt x="175049" y="187460"/>
                  </a:lnTo>
                  <a:lnTo>
                    <a:pt x="175304" y="187244"/>
                  </a:lnTo>
                  <a:lnTo>
                    <a:pt x="175389" y="186957"/>
                  </a:lnTo>
                  <a:lnTo>
                    <a:pt x="175563" y="186683"/>
                  </a:lnTo>
                  <a:lnTo>
                    <a:pt x="175698" y="186582"/>
                  </a:lnTo>
                  <a:lnTo>
                    <a:pt x="175856" y="186464"/>
                  </a:lnTo>
                  <a:lnTo>
                    <a:pt x="176592" y="186193"/>
                  </a:lnTo>
                  <a:lnTo>
                    <a:pt x="177410" y="186265"/>
                  </a:lnTo>
                  <a:lnTo>
                    <a:pt x="177372" y="186019"/>
                  </a:lnTo>
                  <a:lnTo>
                    <a:pt x="177438" y="185790"/>
                  </a:lnTo>
                  <a:lnTo>
                    <a:pt x="177465" y="185531"/>
                  </a:lnTo>
                  <a:lnTo>
                    <a:pt x="177830" y="185275"/>
                  </a:lnTo>
                  <a:lnTo>
                    <a:pt x="178706" y="184709"/>
                  </a:lnTo>
                  <a:lnTo>
                    <a:pt x="178918" y="184669"/>
                  </a:lnTo>
                  <a:lnTo>
                    <a:pt x="179248" y="184092"/>
                  </a:lnTo>
                  <a:lnTo>
                    <a:pt x="179713" y="183849"/>
                  </a:lnTo>
                  <a:lnTo>
                    <a:pt x="180662" y="183960"/>
                  </a:lnTo>
                  <a:lnTo>
                    <a:pt x="180965" y="183731"/>
                  </a:lnTo>
                  <a:lnTo>
                    <a:pt x="181185" y="183628"/>
                  </a:lnTo>
                  <a:lnTo>
                    <a:pt x="181397" y="183585"/>
                  </a:lnTo>
                  <a:lnTo>
                    <a:pt x="181870" y="183589"/>
                  </a:lnTo>
                  <a:lnTo>
                    <a:pt x="181928" y="183251"/>
                  </a:lnTo>
                  <a:lnTo>
                    <a:pt x="182039" y="18305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6816601" y="2004960"/>
              <a:ext cx="182879" cy="183353"/>
            </a:xfrm>
            <a:custGeom>
              <a:avLst/>
              <a:pathLst>
                <a:path w="182879" h="183353">
                  <a:moveTo>
                    <a:pt x="182879" y="182880"/>
                  </a:moveTo>
                  <a:lnTo>
                    <a:pt x="182305" y="183353"/>
                  </a:lnTo>
                  <a:lnTo>
                    <a:pt x="182114" y="182897"/>
                  </a:lnTo>
                  <a:lnTo>
                    <a:pt x="182236" y="18272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6817273" y="200430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6817077" y="2001318"/>
              <a:ext cx="183410" cy="183515"/>
            </a:xfrm>
            <a:custGeom>
              <a:avLst/>
              <a:pathLst>
                <a:path w="183410" h="183515">
                  <a:moveTo>
                    <a:pt x="182879" y="182880"/>
                  </a:moveTo>
                  <a:lnTo>
                    <a:pt x="183410" y="183180"/>
                  </a:lnTo>
                  <a:lnTo>
                    <a:pt x="183298" y="183454"/>
                  </a:lnTo>
                  <a:lnTo>
                    <a:pt x="182979" y="18351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6820352" y="1998863"/>
              <a:ext cx="182879" cy="182984"/>
            </a:xfrm>
            <a:custGeom>
              <a:avLst/>
              <a:pathLst>
                <a:path w="182879" h="182984">
                  <a:moveTo>
                    <a:pt x="182879" y="182880"/>
                  </a:moveTo>
                  <a:lnTo>
                    <a:pt x="182701" y="182984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6819459" y="1998546"/>
              <a:ext cx="183276" cy="182903"/>
            </a:xfrm>
            <a:custGeom>
              <a:avLst/>
              <a:pathLst>
                <a:path w="183276" h="182903">
                  <a:moveTo>
                    <a:pt x="182879" y="182880"/>
                  </a:moveTo>
                  <a:lnTo>
                    <a:pt x="183276" y="182623"/>
                  </a:lnTo>
                  <a:lnTo>
                    <a:pt x="183164" y="18290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6817482" y="199828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793" y="18269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6818357" y="1997912"/>
              <a:ext cx="183204" cy="182880"/>
            </a:xfrm>
            <a:custGeom>
              <a:avLst/>
              <a:pathLst>
                <a:path w="183204" h="182880">
                  <a:moveTo>
                    <a:pt x="182879" y="182880"/>
                  </a:moveTo>
                  <a:lnTo>
                    <a:pt x="183204" y="18251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6820046" y="1997626"/>
              <a:ext cx="183131" cy="182981"/>
            </a:xfrm>
            <a:custGeom>
              <a:avLst/>
              <a:pathLst>
                <a:path w="183131" h="182981">
                  <a:moveTo>
                    <a:pt x="182879" y="182880"/>
                  </a:moveTo>
                  <a:lnTo>
                    <a:pt x="183131" y="182981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6818189" y="1995814"/>
              <a:ext cx="183422" cy="184492"/>
            </a:xfrm>
            <a:custGeom>
              <a:avLst/>
              <a:pathLst>
                <a:path w="183422" h="184492">
                  <a:moveTo>
                    <a:pt x="182879" y="182880"/>
                  </a:moveTo>
                  <a:lnTo>
                    <a:pt x="183161" y="183581"/>
                  </a:lnTo>
                  <a:lnTo>
                    <a:pt x="183422" y="183937"/>
                  </a:lnTo>
                  <a:lnTo>
                    <a:pt x="183419" y="184160"/>
                  </a:lnTo>
                  <a:lnTo>
                    <a:pt x="182977" y="184492"/>
                  </a:lnTo>
                  <a:lnTo>
                    <a:pt x="182523" y="18327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6817505" y="1996410"/>
              <a:ext cx="182899" cy="183453"/>
            </a:xfrm>
            <a:custGeom>
              <a:avLst/>
              <a:pathLst>
                <a:path w="182899" h="183453">
                  <a:moveTo>
                    <a:pt x="182879" y="182880"/>
                  </a:moveTo>
                  <a:lnTo>
                    <a:pt x="182899" y="183031"/>
                  </a:lnTo>
                  <a:lnTo>
                    <a:pt x="182855" y="183453"/>
                  </a:lnTo>
                  <a:lnTo>
                    <a:pt x="182754" y="183128"/>
                  </a:lnTo>
                  <a:lnTo>
                    <a:pt x="182603" y="182814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6818814" y="199622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6820245" y="1991758"/>
              <a:ext cx="182882" cy="183144"/>
            </a:xfrm>
            <a:custGeom>
              <a:avLst/>
              <a:pathLst>
                <a:path w="182882" h="183144">
                  <a:moveTo>
                    <a:pt x="182879" y="182880"/>
                  </a:moveTo>
                  <a:lnTo>
                    <a:pt x="182551" y="183144"/>
                  </a:lnTo>
                  <a:lnTo>
                    <a:pt x="182385" y="182492"/>
                  </a:lnTo>
                  <a:lnTo>
                    <a:pt x="182798" y="182405"/>
                  </a:lnTo>
                  <a:lnTo>
                    <a:pt x="182882" y="182746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6819825" y="199053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6817951" y="1990147"/>
              <a:ext cx="183199" cy="182984"/>
            </a:xfrm>
            <a:custGeom>
              <a:avLst/>
              <a:pathLst>
                <a:path w="183199" h="182984">
                  <a:moveTo>
                    <a:pt x="182879" y="182880"/>
                  </a:moveTo>
                  <a:lnTo>
                    <a:pt x="182434" y="182984"/>
                  </a:lnTo>
                  <a:lnTo>
                    <a:pt x="182889" y="182703"/>
                  </a:lnTo>
                  <a:lnTo>
                    <a:pt x="183000" y="182439"/>
                  </a:lnTo>
                  <a:lnTo>
                    <a:pt x="183001" y="182154"/>
                  </a:lnTo>
                  <a:lnTo>
                    <a:pt x="183199" y="18228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6818407" y="1989556"/>
              <a:ext cx="182979" cy="182880"/>
            </a:xfrm>
            <a:custGeom>
              <a:avLst/>
              <a:pathLst>
                <a:path w="182979" h="182880">
                  <a:moveTo>
                    <a:pt x="182879" y="182880"/>
                  </a:moveTo>
                  <a:lnTo>
                    <a:pt x="182655" y="182726"/>
                  </a:lnTo>
                  <a:lnTo>
                    <a:pt x="182979" y="182404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6818100" y="1988489"/>
              <a:ext cx="182879" cy="183462"/>
            </a:xfrm>
            <a:custGeom>
              <a:avLst/>
              <a:pathLst>
                <a:path w="182879" h="183462">
                  <a:moveTo>
                    <a:pt x="182879" y="182880"/>
                  </a:moveTo>
                  <a:lnTo>
                    <a:pt x="182204" y="183038"/>
                  </a:lnTo>
                  <a:lnTo>
                    <a:pt x="182669" y="183417"/>
                  </a:lnTo>
                  <a:lnTo>
                    <a:pt x="182220" y="183462"/>
                  </a:lnTo>
                  <a:lnTo>
                    <a:pt x="181920" y="183428"/>
                  </a:lnTo>
                  <a:lnTo>
                    <a:pt x="182238" y="183226"/>
                  </a:lnTo>
                  <a:lnTo>
                    <a:pt x="182064" y="182852"/>
                  </a:lnTo>
                  <a:lnTo>
                    <a:pt x="182322" y="182731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6822738" y="1988597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802" y="18252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6637865" y="1518966"/>
              <a:ext cx="433395" cy="368292"/>
            </a:xfrm>
            <a:custGeom>
              <a:avLst/>
              <a:pathLst>
                <a:path w="433395" h="368292">
                  <a:moveTo>
                    <a:pt x="182879" y="182880"/>
                  </a:moveTo>
                  <a:lnTo>
                    <a:pt x="182927" y="183013"/>
                  </a:lnTo>
                  <a:lnTo>
                    <a:pt x="183351" y="183647"/>
                  </a:lnTo>
                  <a:lnTo>
                    <a:pt x="183568" y="183292"/>
                  </a:lnTo>
                  <a:lnTo>
                    <a:pt x="183796" y="183217"/>
                  </a:lnTo>
                  <a:lnTo>
                    <a:pt x="183976" y="183244"/>
                  </a:lnTo>
                  <a:lnTo>
                    <a:pt x="184135" y="183258"/>
                  </a:lnTo>
                  <a:lnTo>
                    <a:pt x="184445" y="183212"/>
                  </a:lnTo>
                  <a:lnTo>
                    <a:pt x="184730" y="183185"/>
                  </a:lnTo>
                  <a:lnTo>
                    <a:pt x="184978" y="183218"/>
                  </a:lnTo>
                  <a:lnTo>
                    <a:pt x="185141" y="183866"/>
                  </a:lnTo>
                  <a:lnTo>
                    <a:pt x="185473" y="184235"/>
                  </a:lnTo>
                  <a:lnTo>
                    <a:pt x="185926" y="184085"/>
                  </a:lnTo>
                  <a:lnTo>
                    <a:pt x="186538" y="184270"/>
                  </a:lnTo>
                  <a:lnTo>
                    <a:pt x="187399" y="184144"/>
                  </a:lnTo>
                  <a:lnTo>
                    <a:pt x="187695" y="184057"/>
                  </a:lnTo>
                  <a:lnTo>
                    <a:pt x="187826" y="184028"/>
                  </a:lnTo>
                  <a:lnTo>
                    <a:pt x="188325" y="184183"/>
                  </a:lnTo>
                  <a:lnTo>
                    <a:pt x="188551" y="184227"/>
                  </a:lnTo>
                  <a:lnTo>
                    <a:pt x="188856" y="184224"/>
                  </a:lnTo>
                  <a:lnTo>
                    <a:pt x="189182" y="184162"/>
                  </a:lnTo>
                  <a:lnTo>
                    <a:pt x="189683" y="183926"/>
                  </a:lnTo>
                  <a:lnTo>
                    <a:pt x="189916" y="183869"/>
                  </a:lnTo>
                  <a:lnTo>
                    <a:pt x="190264" y="183851"/>
                  </a:lnTo>
                  <a:lnTo>
                    <a:pt x="190697" y="183670"/>
                  </a:lnTo>
                  <a:lnTo>
                    <a:pt x="190989" y="183579"/>
                  </a:lnTo>
                  <a:lnTo>
                    <a:pt x="191179" y="183571"/>
                  </a:lnTo>
                  <a:lnTo>
                    <a:pt x="191569" y="183623"/>
                  </a:lnTo>
                  <a:lnTo>
                    <a:pt x="191824" y="183804"/>
                  </a:lnTo>
                  <a:lnTo>
                    <a:pt x="192190" y="183986"/>
                  </a:lnTo>
                  <a:lnTo>
                    <a:pt x="192648" y="184063"/>
                  </a:lnTo>
                  <a:lnTo>
                    <a:pt x="193104" y="184358"/>
                  </a:lnTo>
                  <a:lnTo>
                    <a:pt x="193927" y="184535"/>
                  </a:lnTo>
                  <a:lnTo>
                    <a:pt x="194338" y="184819"/>
                  </a:lnTo>
                  <a:lnTo>
                    <a:pt x="194676" y="185091"/>
                  </a:lnTo>
                  <a:lnTo>
                    <a:pt x="195201" y="185335"/>
                  </a:lnTo>
                  <a:lnTo>
                    <a:pt x="195648" y="185584"/>
                  </a:lnTo>
                  <a:lnTo>
                    <a:pt x="195985" y="185744"/>
                  </a:lnTo>
                  <a:lnTo>
                    <a:pt x="196406" y="185493"/>
                  </a:lnTo>
                  <a:lnTo>
                    <a:pt x="197157" y="185321"/>
                  </a:lnTo>
                  <a:lnTo>
                    <a:pt x="197526" y="185555"/>
                  </a:lnTo>
                  <a:lnTo>
                    <a:pt x="197628" y="185714"/>
                  </a:lnTo>
                  <a:lnTo>
                    <a:pt x="197802" y="185919"/>
                  </a:lnTo>
                  <a:lnTo>
                    <a:pt x="198430" y="185950"/>
                  </a:lnTo>
                  <a:lnTo>
                    <a:pt x="198654" y="186037"/>
                  </a:lnTo>
                  <a:lnTo>
                    <a:pt x="199009" y="185902"/>
                  </a:lnTo>
                  <a:lnTo>
                    <a:pt x="199193" y="185743"/>
                  </a:lnTo>
                  <a:lnTo>
                    <a:pt x="199829" y="185577"/>
                  </a:lnTo>
                  <a:lnTo>
                    <a:pt x="200503" y="185406"/>
                  </a:lnTo>
                  <a:lnTo>
                    <a:pt x="200733" y="185514"/>
                  </a:lnTo>
                  <a:lnTo>
                    <a:pt x="201017" y="185592"/>
                  </a:lnTo>
                  <a:lnTo>
                    <a:pt x="201560" y="185520"/>
                  </a:lnTo>
                  <a:lnTo>
                    <a:pt x="201775" y="185492"/>
                  </a:lnTo>
                  <a:lnTo>
                    <a:pt x="202169" y="185413"/>
                  </a:lnTo>
                  <a:lnTo>
                    <a:pt x="202330" y="185376"/>
                  </a:lnTo>
                  <a:lnTo>
                    <a:pt x="202614" y="185238"/>
                  </a:lnTo>
                  <a:lnTo>
                    <a:pt x="202969" y="185264"/>
                  </a:lnTo>
                  <a:lnTo>
                    <a:pt x="203208" y="185806"/>
                  </a:lnTo>
                  <a:lnTo>
                    <a:pt x="203461" y="186109"/>
                  </a:lnTo>
                  <a:lnTo>
                    <a:pt x="203652" y="186202"/>
                  </a:lnTo>
                  <a:lnTo>
                    <a:pt x="204501" y="186820"/>
                  </a:lnTo>
                  <a:lnTo>
                    <a:pt x="204586" y="186962"/>
                  </a:lnTo>
                  <a:lnTo>
                    <a:pt x="204842" y="187382"/>
                  </a:lnTo>
                  <a:lnTo>
                    <a:pt x="205214" y="187467"/>
                  </a:lnTo>
                  <a:lnTo>
                    <a:pt x="205559" y="187370"/>
                  </a:lnTo>
                  <a:lnTo>
                    <a:pt x="205715" y="187272"/>
                  </a:lnTo>
                  <a:lnTo>
                    <a:pt x="206130" y="187332"/>
                  </a:lnTo>
                  <a:lnTo>
                    <a:pt x="206453" y="187370"/>
                  </a:lnTo>
                  <a:lnTo>
                    <a:pt x="206670" y="187245"/>
                  </a:lnTo>
                  <a:lnTo>
                    <a:pt x="206926" y="187043"/>
                  </a:lnTo>
                  <a:lnTo>
                    <a:pt x="207829" y="186991"/>
                  </a:lnTo>
                  <a:lnTo>
                    <a:pt x="208460" y="187081"/>
                  </a:lnTo>
                  <a:lnTo>
                    <a:pt x="208680" y="187140"/>
                  </a:lnTo>
                  <a:lnTo>
                    <a:pt x="209260" y="187326"/>
                  </a:lnTo>
                  <a:lnTo>
                    <a:pt x="209407" y="187429"/>
                  </a:lnTo>
                  <a:lnTo>
                    <a:pt x="209682" y="187355"/>
                  </a:lnTo>
                  <a:lnTo>
                    <a:pt x="209610" y="187189"/>
                  </a:lnTo>
                  <a:lnTo>
                    <a:pt x="209818" y="186821"/>
                  </a:lnTo>
                  <a:lnTo>
                    <a:pt x="210044" y="186822"/>
                  </a:lnTo>
                  <a:lnTo>
                    <a:pt x="210311" y="186794"/>
                  </a:lnTo>
                  <a:lnTo>
                    <a:pt x="210455" y="186682"/>
                  </a:lnTo>
                  <a:lnTo>
                    <a:pt x="210969" y="186339"/>
                  </a:lnTo>
                  <a:lnTo>
                    <a:pt x="211123" y="186432"/>
                  </a:lnTo>
                  <a:lnTo>
                    <a:pt x="211106" y="186726"/>
                  </a:lnTo>
                  <a:lnTo>
                    <a:pt x="211652" y="186738"/>
                  </a:lnTo>
                  <a:lnTo>
                    <a:pt x="211918" y="186769"/>
                  </a:lnTo>
                  <a:lnTo>
                    <a:pt x="212151" y="186707"/>
                  </a:lnTo>
                  <a:lnTo>
                    <a:pt x="212417" y="186840"/>
                  </a:lnTo>
                  <a:lnTo>
                    <a:pt x="212840" y="187005"/>
                  </a:lnTo>
                  <a:lnTo>
                    <a:pt x="213554" y="186622"/>
                  </a:lnTo>
                  <a:lnTo>
                    <a:pt x="213822" y="186535"/>
                  </a:lnTo>
                  <a:lnTo>
                    <a:pt x="214195" y="186718"/>
                  </a:lnTo>
                  <a:lnTo>
                    <a:pt x="214332" y="186813"/>
                  </a:lnTo>
                  <a:lnTo>
                    <a:pt x="214785" y="186852"/>
                  </a:lnTo>
                  <a:lnTo>
                    <a:pt x="214796" y="186581"/>
                  </a:lnTo>
                  <a:lnTo>
                    <a:pt x="214664" y="186511"/>
                  </a:lnTo>
                  <a:lnTo>
                    <a:pt x="214751" y="186315"/>
                  </a:lnTo>
                  <a:lnTo>
                    <a:pt x="215170" y="186038"/>
                  </a:lnTo>
                  <a:lnTo>
                    <a:pt x="215367" y="185794"/>
                  </a:lnTo>
                  <a:lnTo>
                    <a:pt x="215681" y="185297"/>
                  </a:lnTo>
                  <a:lnTo>
                    <a:pt x="216005" y="184969"/>
                  </a:lnTo>
                  <a:lnTo>
                    <a:pt x="216173" y="184662"/>
                  </a:lnTo>
                  <a:lnTo>
                    <a:pt x="216287" y="184453"/>
                  </a:lnTo>
                  <a:lnTo>
                    <a:pt x="216575" y="184595"/>
                  </a:lnTo>
                  <a:lnTo>
                    <a:pt x="216873" y="184568"/>
                  </a:lnTo>
                  <a:lnTo>
                    <a:pt x="217105" y="184339"/>
                  </a:lnTo>
                  <a:lnTo>
                    <a:pt x="217103" y="183644"/>
                  </a:lnTo>
                  <a:lnTo>
                    <a:pt x="217262" y="183203"/>
                  </a:lnTo>
                  <a:lnTo>
                    <a:pt x="217683" y="183345"/>
                  </a:lnTo>
                  <a:lnTo>
                    <a:pt x="218401" y="183595"/>
                  </a:lnTo>
                  <a:lnTo>
                    <a:pt x="218785" y="183747"/>
                  </a:lnTo>
                  <a:lnTo>
                    <a:pt x="219013" y="183894"/>
                  </a:lnTo>
                  <a:lnTo>
                    <a:pt x="219185" y="184290"/>
                  </a:lnTo>
                  <a:lnTo>
                    <a:pt x="219076" y="184692"/>
                  </a:lnTo>
                  <a:lnTo>
                    <a:pt x="219536" y="185169"/>
                  </a:lnTo>
                  <a:lnTo>
                    <a:pt x="219605" y="185447"/>
                  </a:lnTo>
                  <a:lnTo>
                    <a:pt x="219572" y="185605"/>
                  </a:lnTo>
                  <a:lnTo>
                    <a:pt x="219580" y="185864"/>
                  </a:lnTo>
                  <a:lnTo>
                    <a:pt x="219748" y="186822"/>
                  </a:lnTo>
                  <a:lnTo>
                    <a:pt x="219739" y="187050"/>
                  </a:lnTo>
                  <a:lnTo>
                    <a:pt x="219493" y="187645"/>
                  </a:lnTo>
                  <a:lnTo>
                    <a:pt x="219752" y="187869"/>
                  </a:lnTo>
                  <a:lnTo>
                    <a:pt x="220373" y="187929"/>
                  </a:lnTo>
                  <a:lnTo>
                    <a:pt x="220725" y="188205"/>
                  </a:lnTo>
                  <a:lnTo>
                    <a:pt x="220902" y="188210"/>
                  </a:lnTo>
                  <a:lnTo>
                    <a:pt x="221385" y="188030"/>
                  </a:lnTo>
                  <a:lnTo>
                    <a:pt x="221488" y="187744"/>
                  </a:lnTo>
                  <a:lnTo>
                    <a:pt x="221384" y="187472"/>
                  </a:lnTo>
                  <a:lnTo>
                    <a:pt x="221563" y="187323"/>
                  </a:lnTo>
                  <a:lnTo>
                    <a:pt x="221841" y="187404"/>
                  </a:lnTo>
                  <a:lnTo>
                    <a:pt x="221868" y="187881"/>
                  </a:lnTo>
                  <a:lnTo>
                    <a:pt x="222150" y="188305"/>
                  </a:lnTo>
                  <a:lnTo>
                    <a:pt x="222564" y="188638"/>
                  </a:lnTo>
                  <a:lnTo>
                    <a:pt x="222823" y="189263"/>
                  </a:lnTo>
                  <a:lnTo>
                    <a:pt x="223294" y="189699"/>
                  </a:lnTo>
                  <a:lnTo>
                    <a:pt x="223663" y="190024"/>
                  </a:lnTo>
                  <a:lnTo>
                    <a:pt x="223975" y="190312"/>
                  </a:lnTo>
                  <a:lnTo>
                    <a:pt x="224409" y="190079"/>
                  </a:lnTo>
                  <a:lnTo>
                    <a:pt x="224482" y="189560"/>
                  </a:lnTo>
                  <a:lnTo>
                    <a:pt x="224355" y="188997"/>
                  </a:lnTo>
                  <a:lnTo>
                    <a:pt x="224519" y="188721"/>
                  </a:lnTo>
                  <a:lnTo>
                    <a:pt x="225048" y="188558"/>
                  </a:lnTo>
                  <a:lnTo>
                    <a:pt x="225083" y="188295"/>
                  </a:lnTo>
                  <a:lnTo>
                    <a:pt x="225431" y="188209"/>
                  </a:lnTo>
                  <a:lnTo>
                    <a:pt x="225805" y="187918"/>
                  </a:lnTo>
                  <a:lnTo>
                    <a:pt x="225992" y="187748"/>
                  </a:lnTo>
                  <a:lnTo>
                    <a:pt x="226282" y="187765"/>
                  </a:lnTo>
                  <a:lnTo>
                    <a:pt x="226467" y="187841"/>
                  </a:lnTo>
                  <a:lnTo>
                    <a:pt x="226750" y="188021"/>
                  </a:lnTo>
                  <a:lnTo>
                    <a:pt x="227463" y="187625"/>
                  </a:lnTo>
                  <a:lnTo>
                    <a:pt x="228351" y="187454"/>
                  </a:lnTo>
                  <a:lnTo>
                    <a:pt x="228199" y="187146"/>
                  </a:lnTo>
                  <a:lnTo>
                    <a:pt x="227988" y="186888"/>
                  </a:lnTo>
                  <a:lnTo>
                    <a:pt x="228025" y="186675"/>
                  </a:lnTo>
                  <a:lnTo>
                    <a:pt x="228153" y="186340"/>
                  </a:lnTo>
                  <a:lnTo>
                    <a:pt x="228234" y="185984"/>
                  </a:lnTo>
                  <a:lnTo>
                    <a:pt x="228577" y="185561"/>
                  </a:lnTo>
                  <a:lnTo>
                    <a:pt x="228713" y="185507"/>
                  </a:lnTo>
                  <a:lnTo>
                    <a:pt x="228889" y="185456"/>
                  </a:lnTo>
                  <a:lnTo>
                    <a:pt x="229194" y="185429"/>
                  </a:lnTo>
                  <a:lnTo>
                    <a:pt x="229465" y="185405"/>
                  </a:lnTo>
                  <a:lnTo>
                    <a:pt x="229876" y="185053"/>
                  </a:lnTo>
                  <a:lnTo>
                    <a:pt x="230478" y="185216"/>
                  </a:lnTo>
                  <a:lnTo>
                    <a:pt x="231014" y="185235"/>
                  </a:lnTo>
                  <a:lnTo>
                    <a:pt x="231505" y="185365"/>
                  </a:lnTo>
                  <a:lnTo>
                    <a:pt x="231550" y="185232"/>
                  </a:lnTo>
                  <a:lnTo>
                    <a:pt x="231867" y="185150"/>
                  </a:lnTo>
                  <a:lnTo>
                    <a:pt x="232211" y="185305"/>
                  </a:lnTo>
                  <a:lnTo>
                    <a:pt x="232525" y="185011"/>
                  </a:lnTo>
                  <a:lnTo>
                    <a:pt x="232750" y="184800"/>
                  </a:lnTo>
                  <a:lnTo>
                    <a:pt x="232843" y="184654"/>
                  </a:lnTo>
                  <a:lnTo>
                    <a:pt x="232918" y="184502"/>
                  </a:lnTo>
                  <a:lnTo>
                    <a:pt x="232959" y="184359"/>
                  </a:lnTo>
                  <a:lnTo>
                    <a:pt x="232944" y="184161"/>
                  </a:lnTo>
                  <a:lnTo>
                    <a:pt x="233304" y="183940"/>
                  </a:lnTo>
                  <a:lnTo>
                    <a:pt x="233631" y="183366"/>
                  </a:lnTo>
                  <a:lnTo>
                    <a:pt x="233975" y="183094"/>
                  </a:lnTo>
                  <a:lnTo>
                    <a:pt x="234130" y="183184"/>
                  </a:lnTo>
                  <a:lnTo>
                    <a:pt x="234491" y="183252"/>
                  </a:lnTo>
                  <a:lnTo>
                    <a:pt x="234904" y="183803"/>
                  </a:lnTo>
                  <a:lnTo>
                    <a:pt x="235285" y="184140"/>
                  </a:lnTo>
                  <a:lnTo>
                    <a:pt x="235840" y="184849"/>
                  </a:lnTo>
                  <a:lnTo>
                    <a:pt x="236574" y="185414"/>
                  </a:lnTo>
                  <a:lnTo>
                    <a:pt x="236769" y="185524"/>
                  </a:lnTo>
                  <a:lnTo>
                    <a:pt x="237060" y="185779"/>
                  </a:lnTo>
                  <a:lnTo>
                    <a:pt x="237503" y="186016"/>
                  </a:lnTo>
                  <a:lnTo>
                    <a:pt x="237348" y="186617"/>
                  </a:lnTo>
                  <a:lnTo>
                    <a:pt x="237353" y="186845"/>
                  </a:lnTo>
                  <a:lnTo>
                    <a:pt x="237163" y="187054"/>
                  </a:lnTo>
                  <a:lnTo>
                    <a:pt x="236871" y="187253"/>
                  </a:lnTo>
                  <a:lnTo>
                    <a:pt x="236653" y="187729"/>
                  </a:lnTo>
                  <a:lnTo>
                    <a:pt x="236991" y="187663"/>
                  </a:lnTo>
                  <a:lnTo>
                    <a:pt x="237298" y="187592"/>
                  </a:lnTo>
                  <a:lnTo>
                    <a:pt x="237556" y="187231"/>
                  </a:lnTo>
                  <a:lnTo>
                    <a:pt x="237643" y="187029"/>
                  </a:lnTo>
                  <a:lnTo>
                    <a:pt x="237800" y="186730"/>
                  </a:lnTo>
                  <a:lnTo>
                    <a:pt x="237940" y="186650"/>
                  </a:lnTo>
                  <a:lnTo>
                    <a:pt x="238364" y="186386"/>
                  </a:lnTo>
                  <a:lnTo>
                    <a:pt x="238716" y="186500"/>
                  </a:lnTo>
                  <a:lnTo>
                    <a:pt x="238711" y="186690"/>
                  </a:lnTo>
                  <a:lnTo>
                    <a:pt x="238698" y="186905"/>
                  </a:lnTo>
                  <a:lnTo>
                    <a:pt x="239198" y="187044"/>
                  </a:lnTo>
                  <a:lnTo>
                    <a:pt x="239512" y="187301"/>
                  </a:lnTo>
                  <a:lnTo>
                    <a:pt x="239717" y="187558"/>
                  </a:lnTo>
                  <a:lnTo>
                    <a:pt x="240089" y="187891"/>
                  </a:lnTo>
                  <a:lnTo>
                    <a:pt x="240506" y="188591"/>
                  </a:lnTo>
                  <a:lnTo>
                    <a:pt x="240620" y="188746"/>
                  </a:lnTo>
                  <a:lnTo>
                    <a:pt x="240825" y="189039"/>
                  </a:lnTo>
                  <a:lnTo>
                    <a:pt x="241938" y="189679"/>
                  </a:lnTo>
                  <a:lnTo>
                    <a:pt x="241913" y="189876"/>
                  </a:lnTo>
                  <a:lnTo>
                    <a:pt x="241953" y="190416"/>
                  </a:lnTo>
                  <a:lnTo>
                    <a:pt x="242586" y="191540"/>
                  </a:lnTo>
                  <a:lnTo>
                    <a:pt x="242156" y="191665"/>
                  </a:lnTo>
                  <a:lnTo>
                    <a:pt x="241794" y="191753"/>
                  </a:lnTo>
                  <a:lnTo>
                    <a:pt x="241641" y="191816"/>
                  </a:lnTo>
                  <a:lnTo>
                    <a:pt x="241040" y="192682"/>
                  </a:lnTo>
                  <a:lnTo>
                    <a:pt x="241266" y="192832"/>
                  </a:lnTo>
                  <a:lnTo>
                    <a:pt x="241497" y="192613"/>
                  </a:lnTo>
                  <a:lnTo>
                    <a:pt x="241893" y="192422"/>
                  </a:lnTo>
                  <a:lnTo>
                    <a:pt x="242469" y="192767"/>
                  </a:lnTo>
                  <a:lnTo>
                    <a:pt x="242889" y="192705"/>
                  </a:lnTo>
                  <a:lnTo>
                    <a:pt x="243112" y="192665"/>
                  </a:lnTo>
                  <a:lnTo>
                    <a:pt x="243310" y="192576"/>
                  </a:lnTo>
                  <a:lnTo>
                    <a:pt x="243713" y="192571"/>
                  </a:lnTo>
                  <a:lnTo>
                    <a:pt x="243985" y="192649"/>
                  </a:lnTo>
                  <a:lnTo>
                    <a:pt x="244426" y="192825"/>
                  </a:lnTo>
                  <a:lnTo>
                    <a:pt x="244650" y="193582"/>
                  </a:lnTo>
                  <a:lnTo>
                    <a:pt x="244982" y="193924"/>
                  </a:lnTo>
                  <a:lnTo>
                    <a:pt x="245201" y="194481"/>
                  </a:lnTo>
                  <a:lnTo>
                    <a:pt x="245617" y="194841"/>
                  </a:lnTo>
                  <a:lnTo>
                    <a:pt x="245666" y="195839"/>
                  </a:lnTo>
                  <a:lnTo>
                    <a:pt x="245603" y="196270"/>
                  </a:lnTo>
                  <a:lnTo>
                    <a:pt x="245439" y="196388"/>
                  </a:lnTo>
                  <a:lnTo>
                    <a:pt x="244815" y="196781"/>
                  </a:lnTo>
                  <a:lnTo>
                    <a:pt x="244705" y="196980"/>
                  </a:lnTo>
                  <a:lnTo>
                    <a:pt x="244572" y="197423"/>
                  </a:lnTo>
                  <a:lnTo>
                    <a:pt x="244571" y="197715"/>
                  </a:lnTo>
                  <a:lnTo>
                    <a:pt x="244604" y="198061"/>
                  </a:lnTo>
                  <a:lnTo>
                    <a:pt x="244733" y="198374"/>
                  </a:lnTo>
                  <a:lnTo>
                    <a:pt x="244851" y="198576"/>
                  </a:lnTo>
                  <a:lnTo>
                    <a:pt x="244770" y="198870"/>
                  </a:lnTo>
                  <a:lnTo>
                    <a:pt x="244571" y="199243"/>
                  </a:lnTo>
                  <a:lnTo>
                    <a:pt x="244562" y="199441"/>
                  </a:lnTo>
                  <a:lnTo>
                    <a:pt x="244786" y="199654"/>
                  </a:lnTo>
                  <a:lnTo>
                    <a:pt x="245343" y="199468"/>
                  </a:lnTo>
                  <a:lnTo>
                    <a:pt x="245681" y="198926"/>
                  </a:lnTo>
                  <a:lnTo>
                    <a:pt x="245950" y="198876"/>
                  </a:lnTo>
                  <a:lnTo>
                    <a:pt x="246551" y="199275"/>
                  </a:lnTo>
                  <a:lnTo>
                    <a:pt x="246466" y="199655"/>
                  </a:lnTo>
                  <a:lnTo>
                    <a:pt x="246388" y="199876"/>
                  </a:lnTo>
                  <a:lnTo>
                    <a:pt x="246095" y="200099"/>
                  </a:lnTo>
                  <a:lnTo>
                    <a:pt x="246434" y="200841"/>
                  </a:lnTo>
                  <a:lnTo>
                    <a:pt x="246797" y="200849"/>
                  </a:lnTo>
                  <a:lnTo>
                    <a:pt x="246979" y="200916"/>
                  </a:lnTo>
                  <a:lnTo>
                    <a:pt x="247429" y="201113"/>
                  </a:lnTo>
                  <a:lnTo>
                    <a:pt x="247555" y="201305"/>
                  </a:lnTo>
                  <a:lnTo>
                    <a:pt x="247672" y="201518"/>
                  </a:lnTo>
                  <a:lnTo>
                    <a:pt x="247944" y="201694"/>
                  </a:lnTo>
                  <a:lnTo>
                    <a:pt x="248463" y="201696"/>
                  </a:lnTo>
                  <a:lnTo>
                    <a:pt x="248794" y="201741"/>
                  </a:lnTo>
                  <a:lnTo>
                    <a:pt x="249410" y="202050"/>
                  </a:lnTo>
                  <a:lnTo>
                    <a:pt x="249504" y="202263"/>
                  </a:lnTo>
                  <a:lnTo>
                    <a:pt x="249761" y="202394"/>
                  </a:lnTo>
                  <a:lnTo>
                    <a:pt x="250074" y="202544"/>
                  </a:lnTo>
                  <a:lnTo>
                    <a:pt x="250559" y="203655"/>
                  </a:lnTo>
                  <a:lnTo>
                    <a:pt x="250696" y="204286"/>
                  </a:lnTo>
                  <a:lnTo>
                    <a:pt x="250924" y="204727"/>
                  </a:lnTo>
                  <a:lnTo>
                    <a:pt x="251021" y="204953"/>
                  </a:lnTo>
                  <a:lnTo>
                    <a:pt x="251154" y="205225"/>
                  </a:lnTo>
                  <a:lnTo>
                    <a:pt x="251419" y="205318"/>
                  </a:lnTo>
                  <a:lnTo>
                    <a:pt x="251850" y="205359"/>
                  </a:lnTo>
                  <a:lnTo>
                    <a:pt x="252137" y="205386"/>
                  </a:lnTo>
                  <a:lnTo>
                    <a:pt x="252348" y="205135"/>
                  </a:lnTo>
                  <a:lnTo>
                    <a:pt x="252890" y="204797"/>
                  </a:lnTo>
                  <a:lnTo>
                    <a:pt x="253152" y="204538"/>
                  </a:lnTo>
                  <a:lnTo>
                    <a:pt x="253350" y="205136"/>
                  </a:lnTo>
                  <a:lnTo>
                    <a:pt x="253271" y="205287"/>
                  </a:lnTo>
                  <a:lnTo>
                    <a:pt x="253208" y="205629"/>
                  </a:lnTo>
                  <a:lnTo>
                    <a:pt x="253161" y="205885"/>
                  </a:lnTo>
                  <a:lnTo>
                    <a:pt x="252991" y="206152"/>
                  </a:lnTo>
                  <a:lnTo>
                    <a:pt x="252802" y="206402"/>
                  </a:lnTo>
                  <a:lnTo>
                    <a:pt x="251552" y="206193"/>
                  </a:lnTo>
                  <a:lnTo>
                    <a:pt x="252081" y="206532"/>
                  </a:lnTo>
                  <a:lnTo>
                    <a:pt x="252474" y="206585"/>
                  </a:lnTo>
                  <a:lnTo>
                    <a:pt x="252937" y="206544"/>
                  </a:lnTo>
                  <a:lnTo>
                    <a:pt x="253263" y="207232"/>
                  </a:lnTo>
                  <a:lnTo>
                    <a:pt x="253331" y="207390"/>
                  </a:lnTo>
                  <a:lnTo>
                    <a:pt x="253996" y="208039"/>
                  </a:lnTo>
                  <a:lnTo>
                    <a:pt x="254129" y="208186"/>
                  </a:lnTo>
                  <a:lnTo>
                    <a:pt x="254684" y="208658"/>
                  </a:lnTo>
                  <a:lnTo>
                    <a:pt x="254876" y="208771"/>
                  </a:lnTo>
                  <a:lnTo>
                    <a:pt x="255188" y="209052"/>
                  </a:lnTo>
                  <a:lnTo>
                    <a:pt x="255276" y="209258"/>
                  </a:lnTo>
                  <a:lnTo>
                    <a:pt x="255364" y="210219"/>
                  </a:lnTo>
                  <a:lnTo>
                    <a:pt x="255842" y="210717"/>
                  </a:lnTo>
                  <a:lnTo>
                    <a:pt x="255841" y="210912"/>
                  </a:lnTo>
                  <a:lnTo>
                    <a:pt x="255567" y="211208"/>
                  </a:lnTo>
                  <a:lnTo>
                    <a:pt x="255798" y="211300"/>
                  </a:lnTo>
                  <a:lnTo>
                    <a:pt x="255951" y="211354"/>
                  </a:lnTo>
                  <a:lnTo>
                    <a:pt x="256205" y="211414"/>
                  </a:lnTo>
                  <a:lnTo>
                    <a:pt x="256515" y="211610"/>
                  </a:lnTo>
                  <a:lnTo>
                    <a:pt x="256716" y="211877"/>
                  </a:lnTo>
                  <a:lnTo>
                    <a:pt x="256796" y="212185"/>
                  </a:lnTo>
                  <a:lnTo>
                    <a:pt x="256960" y="212285"/>
                  </a:lnTo>
                  <a:lnTo>
                    <a:pt x="257507" y="212430"/>
                  </a:lnTo>
                  <a:lnTo>
                    <a:pt x="257708" y="211967"/>
                  </a:lnTo>
                  <a:lnTo>
                    <a:pt x="258295" y="211930"/>
                  </a:lnTo>
                  <a:lnTo>
                    <a:pt x="258613" y="211634"/>
                  </a:lnTo>
                  <a:lnTo>
                    <a:pt x="258799" y="211327"/>
                  </a:lnTo>
                  <a:lnTo>
                    <a:pt x="258927" y="211010"/>
                  </a:lnTo>
                  <a:lnTo>
                    <a:pt x="259121" y="210735"/>
                  </a:lnTo>
                  <a:lnTo>
                    <a:pt x="259348" y="210698"/>
                  </a:lnTo>
                  <a:lnTo>
                    <a:pt x="259821" y="211570"/>
                  </a:lnTo>
                  <a:lnTo>
                    <a:pt x="260262" y="211753"/>
                  </a:lnTo>
                  <a:lnTo>
                    <a:pt x="260323" y="211566"/>
                  </a:lnTo>
                  <a:lnTo>
                    <a:pt x="260607" y="211313"/>
                  </a:lnTo>
                  <a:lnTo>
                    <a:pt x="260887" y="211374"/>
                  </a:lnTo>
                  <a:lnTo>
                    <a:pt x="261233" y="211448"/>
                  </a:lnTo>
                  <a:lnTo>
                    <a:pt x="261425" y="211518"/>
                  </a:lnTo>
                  <a:lnTo>
                    <a:pt x="261994" y="211628"/>
                  </a:lnTo>
                  <a:lnTo>
                    <a:pt x="262267" y="211585"/>
                  </a:lnTo>
                  <a:lnTo>
                    <a:pt x="262782" y="211693"/>
                  </a:lnTo>
                  <a:lnTo>
                    <a:pt x="263124" y="212042"/>
                  </a:lnTo>
                  <a:lnTo>
                    <a:pt x="263208" y="212206"/>
                  </a:lnTo>
                  <a:lnTo>
                    <a:pt x="263812" y="212733"/>
                  </a:lnTo>
                  <a:lnTo>
                    <a:pt x="263977" y="213058"/>
                  </a:lnTo>
                  <a:lnTo>
                    <a:pt x="264333" y="213421"/>
                  </a:lnTo>
                  <a:lnTo>
                    <a:pt x="264582" y="213704"/>
                  </a:lnTo>
                  <a:lnTo>
                    <a:pt x="265031" y="213671"/>
                  </a:lnTo>
                  <a:lnTo>
                    <a:pt x="265292" y="213726"/>
                  </a:lnTo>
                  <a:lnTo>
                    <a:pt x="265473" y="214158"/>
                  </a:lnTo>
                  <a:lnTo>
                    <a:pt x="265554" y="214360"/>
                  </a:lnTo>
                  <a:lnTo>
                    <a:pt x="265826" y="214396"/>
                  </a:lnTo>
                  <a:lnTo>
                    <a:pt x="266336" y="214697"/>
                  </a:lnTo>
                  <a:lnTo>
                    <a:pt x="266515" y="214705"/>
                  </a:lnTo>
                  <a:lnTo>
                    <a:pt x="266821" y="214686"/>
                  </a:lnTo>
                  <a:lnTo>
                    <a:pt x="267191" y="215077"/>
                  </a:lnTo>
                  <a:lnTo>
                    <a:pt x="267577" y="215105"/>
                  </a:lnTo>
                  <a:lnTo>
                    <a:pt x="268395" y="215288"/>
                  </a:lnTo>
                  <a:lnTo>
                    <a:pt x="268462" y="215782"/>
                  </a:lnTo>
                  <a:lnTo>
                    <a:pt x="268693" y="216013"/>
                  </a:lnTo>
                  <a:lnTo>
                    <a:pt x="268967" y="216098"/>
                  </a:lnTo>
                  <a:lnTo>
                    <a:pt x="269121" y="216162"/>
                  </a:lnTo>
                  <a:lnTo>
                    <a:pt x="269551" y="216342"/>
                  </a:lnTo>
                  <a:lnTo>
                    <a:pt x="270064" y="216256"/>
                  </a:lnTo>
                  <a:lnTo>
                    <a:pt x="270357" y="216175"/>
                  </a:lnTo>
                  <a:lnTo>
                    <a:pt x="270584" y="216028"/>
                  </a:lnTo>
                  <a:lnTo>
                    <a:pt x="270882" y="215877"/>
                  </a:lnTo>
                  <a:lnTo>
                    <a:pt x="271552" y="215508"/>
                  </a:lnTo>
                  <a:lnTo>
                    <a:pt x="271884" y="215633"/>
                  </a:lnTo>
                  <a:lnTo>
                    <a:pt x="272077" y="215827"/>
                  </a:lnTo>
                  <a:lnTo>
                    <a:pt x="272298" y="216270"/>
                  </a:lnTo>
                  <a:lnTo>
                    <a:pt x="272456" y="216609"/>
                  </a:lnTo>
                  <a:lnTo>
                    <a:pt x="272503" y="216751"/>
                  </a:lnTo>
                  <a:lnTo>
                    <a:pt x="272657" y="217240"/>
                  </a:lnTo>
                  <a:lnTo>
                    <a:pt x="272785" y="217601"/>
                  </a:lnTo>
                  <a:lnTo>
                    <a:pt x="272998" y="217634"/>
                  </a:lnTo>
                  <a:lnTo>
                    <a:pt x="273173" y="217644"/>
                  </a:lnTo>
                  <a:lnTo>
                    <a:pt x="273592" y="218059"/>
                  </a:lnTo>
                  <a:lnTo>
                    <a:pt x="273883" y="218177"/>
                  </a:lnTo>
                  <a:lnTo>
                    <a:pt x="274200" y="218503"/>
                  </a:lnTo>
                  <a:lnTo>
                    <a:pt x="274644" y="218382"/>
                  </a:lnTo>
                  <a:lnTo>
                    <a:pt x="274947" y="218123"/>
                  </a:lnTo>
                  <a:lnTo>
                    <a:pt x="275240" y="217598"/>
                  </a:lnTo>
                  <a:lnTo>
                    <a:pt x="275534" y="217496"/>
                  </a:lnTo>
                  <a:lnTo>
                    <a:pt x="276154" y="217665"/>
                  </a:lnTo>
                  <a:lnTo>
                    <a:pt x="276291" y="217917"/>
                  </a:lnTo>
                  <a:lnTo>
                    <a:pt x="276409" y="218119"/>
                  </a:lnTo>
                  <a:lnTo>
                    <a:pt x="276520" y="219043"/>
                  </a:lnTo>
                  <a:lnTo>
                    <a:pt x="276802" y="219655"/>
                  </a:lnTo>
                  <a:lnTo>
                    <a:pt x="276966" y="219875"/>
                  </a:lnTo>
                  <a:lnTo>
                    <a:pt x="277167" y="219889"/>
                  </a:lnTo>
                  <a:lnTo>
                    <a:pt x="277338" y="219910"/>
                  </a:lnTo>
                  <a:lnTo>
                    <a:pt x="277649" y="220108"/>
                  </a:lnTo>
                  <a:lnTo>
                    <a:pt x="277895" y="220528"/>
                  </a:lnTo>
                  <a:lnTo>
                    <a:pt x="278124" y="220672"/>
                  </a:lnTo>
                  <a:lnTo>
                    <a:pt x="278291" y="220733"/>
                  </a:lnTo>
                  <a:lnTo>
                    <a:pt x="278487" y="220928"/>
                  </a:lnTo>
                  <a:lnTo>
                    <a:pt x="278845" y="220654"/>
                  </a:lnTo>
                  <a:lnTo>
                    <a:pt x="278980" y="221146"/>
                  </a:lnTo>
                  <a:lnTo>
                    <a:pt x="279250" y="221386"/>
                  </a:lnTo>
                  <a:lnTo>
                    <a:pt x="279918" y="221656"/>
                  </a:lnTo>
                  <a:lnTo>
                    <a:pt x="279841" y="221306"/>
                  </a:lnTo>
                  <a:lnTo>
                    <a:pt x="279928" y="220999"/>
                  </a:lnTo>
                  <a:lnTo>
                    <a:pt x="279831" y="220631"/>
                  </a:lnTo>
                  <a:lnTo>
                    <a:pt x="279360" y="220584"/>
                  </a:lnTo>
                  <a:lnTo>
                    <a:pt x="279336" y="220327"/>
                  </a:lnTo>
                  <a:lnTo>
                    <a:pt x="279508" y="220199"/>
                  </a:lnTo>
                  <a:lnTo>
                    <a:pt x="280055" y="220218"/>
                  </a:lnTo>
                  <a:lnTo>
                    <a:pt x="280229" y="220287"/>
                  </a:lnTo>
                  <a:lnTo>
                    <a:pt x="280358" y="220453"/>
                  </a:lnTo>
                  <a:lnTo>
                    <a:pt x="280552" y="220785"/>
                  </a:lnTo>
                  <a:lnTo>
                    <a:pt x="280603" y="221056"/>
                  </a:lnTo>
                  <a:lnTo>
                    <a:pt x="280589" y="221294"/>
                  </a:lnTo>
                  <a:lnTo>
                    <a:pt x="281039" y="221108"/>
                  </a:lnTo>
                  <a:lnTo>
                    <a:pt x="281294" y="221035"/>
                  </a:lnTo>
                  <a:lnTo>
                    <a:pt x="281427" y="221030"/>
                  </a:lnTo>
                  <a:lnTo>
                    <a:pt x="281646" y="221417"/>
                  </a:lnTo>
                  <a:lnTo>
                    <a:pt x="281732" y="221275"/>
                  </a:lnTo>
                  <a:lnTo>
                    <a:pt x="281825" y="221098"/>
                  </a:lnTo>
                  <a:lnTo>
                    <a:pt x="282038" y="221205"/>
                  </a:lnTo>
                  <a:lnTo>
                    <a:pt x="282496" y="221312"/>
                  </a:lnTo>
                  <a:lnTo>
                    <a:pt x="282484" y="221558"/>
                  </a:lnTo>
                  <a:lnTo>
                    <a:pt x="282599" y="221694"/>
                  </a:lnTo>
                  <a:lnTo>
                    <a:pt x="282964" y="221948"/>
                  </a:lnTo>
                  <a:lnTo>
                    <a:pt x="283473" y="222442"/>
                  </a:lnTo>
                  <a:lnTo>
                    <a:pt x="283806" y="222496"/>
                  </a:lnTo>
                  <a:lnTo>
                    <a:pt x="284619" y="222938"/>
                  </a:lnTo>
                  <a:lnTo>
                    <a:pt x="284849" y="223089"/>
                  </a:lnTo>
                  <a:lnTo>
                    <a:pt x="285094" y="223350"/>
                  </a:lnTo>
                  <a:lnTo>
                    <a:pt x="285221" y="223490"/>
                  </a:lnTo>
                  <a:lnTo>
                    <a:pt x="285369" y="223599"/>
                  </a:lnTo>
                  <a:lnTo>
                    <a:pt x="285704" y="223822"/>
                  </a:lnTo>
                  <a:lnTo>
                    <a:pt x="285831" y="223876"/>
                  </a:lnTo>
                  <a:lnTo>
                    <a:pt x="286208" y="223931"/>
                  </a:lnTo>
                  <a:lnTo>
                    <a:pt x="286366" y="223618"/>
                  </a:lnTo>
                  <a:lnTo>
                    <a:pt x="286612" y="223200"/>
                  </a:lnTo>
                  <a:lnTo>
                    <a:pt x="287438" y="222433"/>
                  </a:lnTo>
                  <a:lnTo>
                    <a:pt x="287763" y="222106"/>
                  </a:lnTo>
                  <a:lnTo>
                    <a:pt x="288321" y="222213"/>
                  </a:lnTo>
                  <a:lnTo>
                    <a:pt x="288843" y="222018"/>
                  </a:lnTo>
                  <a:lnTo>
                    <a:pt x="289157" y="222071"/>
                  </a:lnTo>
                  <a:lnTo>
                    <a:pt x="289951" y="222712"/>
                  </a:lnTo>
                  <a:lnTo>
                    <a:pt x="290132" y="222779"/>
                  </a:lnTo>
                  <a:lnTo>
                    <a:pt x="290329" y="222853"/>
                  </a:lnTo>
                  <a:lnTo>
                    <a:pt x="290939" y="222591"/>
                  </a:lnTo>
                  <a:lnTo>
                    <a:pt x="291565" y="222076"/>
                  </a:lnTo>
                  <a:lnTo>
                    <a:pt x="292949" y="221640"/>
                  </a:lnTo>
                  <a:lnTo>
                    <a:pt x="293851" y="221455"/>
                  </a:lnTo>
                  <a:lnTo>
                    <a:pt x="294339" y="221561"/>
                  </a:lnTo>
                  <a:lnTo>
                    <a:pt x="294584" y="221263"/>
                  </a:lnTo>
                  <a:lnTo>
                    <a:pt x="294666" y="220717"/>
                  </a:lnTo>
                  <a:lnTo>
                    <a:pt x="294984" y="220619"/>
                  </a:lnTo>
                  <a:lnTo>
                    <a:pt x="295126" y="220711"/>
                  </a:lnTo>
                  <a:lnTo>
                    <a:pt x="295401" y="220736"/>
                  </a:lnTo>
                  <a:lnTo>
                    <a:pt x="295563" y="220833"/>
                  </a:lnTo>
                  <a:lnTo>
                    <a:pt x="295846" y="221082"/>
                  </a:lnTo>
                  <a:lnTo>
                    <a:pt x="296092" y="221438"/>
                  </a:lnTo>
                  <a:lnTo>
                    <a:pt x="296742" y="221288"/>
                  </a:lnTo>
                  <a:lnTo>
                    <a:pt x="297059" y="221385"/>
                  </a:lnTo>
                  <a:lnTo>
                    <a:pt x="297536" y="221635"/>
                  </a:lnTo>
                  <a:lnTo>
                    <a:pt x="297892" y="221884"/>
                  </a:lnTo>
                  <a:lnTo>
                    <a:pt x="298046" y="221954"/>
                  </a:lnTo>
                  <a:lnTo>
                    <a:pt x="298548" y="221847"/>
                  </a:lnTo>
                  <a:lnTo>
                    <a:pt x="299239" y="222000"/>
                  </a:lnTo>
                  <a:lnTo>
                    <a:pt x="299246" y="222201"/>
                  </a:lnTo>
                  <a:lnTo>
                    <a:pt x="299303" y="222375"/>
                  </a:lnTo>
                  <a:lnTo>
                    <a:pt x="299394" y="222210"/>
                  </a:lnTo>
                  <a:lnTo>
                    <a:pt x="299465" y="222042"/>
                  </a:lnTo>
                  <a:lnTo>
                    <a:pt x="299885" y="222190"/>
                  </a:lnTo>
                  <a:lnTo>
                    <a:pt x="300046" y="222425"/>
                  </a:lnTo>
                  <a:lnTo>
                    <a:pt x="300166" y="222616"/>
                  </a:lnTo>
                  <a:lnTo>
                    <a:pt x="300394" y="222697"/>
                  </a:lnTo>
                  <a:lnTo>
                    <a:pt x="300750" y="222681"/>
                  </a:lnTo>
                  <a:lnTo>
                    <a:pt x="300908" y="222751"/>
                  </a:lnTo>
                  <a:lnTo>
                    <a:pt x="301403" y="222365"/>
                  </a:lnTo>
                  <a:lnTo>
                    <a:pt x="301731" y="222220"/>
                  </a:lnTo>
                  <a:lnTo>
                    <a:pt x="302050" y="222244"/>
                  </a:lnTo>
                  <a:lnTo>
                    <a:pt x="302086" y="222878"/>
                  </a:lnTo>
                  <a:lnTo>
                    <a:pt x="302312" y="223021"/>
                  </a:lnTo>
                  <a:lnTo>
                    <a:pt x="302679" y="223166"/>
                  </a:lnTo>
                  <a:lnTo>
                    <a:pt x="302993" y="223183"/>
                  </a:lnTo>
                  <a:lnTo>
                    <a:pt x="303127" y="223182"/>
                  </a:lnTo>
                  <a:lnTo>
                    <a:pt x="303476" y="222979"/>
                  </a:lnTo>
                  <a:lnTo>
                    <a:pt x="303489" y="222811"/>
                  </a:lnTo>
                  <a:lnTo>
                    <a:pt x="303925" y="222647"/>
                  </a:lnTo>
                  <a:lnTo>
                    <a:pt x="304313" y="222647"/>
                  </a:lnTo>
                  <a:lnTo>
                    <a:pt x="304652" y="222209"/>
                  </a:lnTo>
                  <a:lnTo>
                    <a:pt x="304958" y="222022"/>
                  </a:lnTo>
                  <a:lnTo>
                    <a:pt x="305352" y="222053"/>
                  </a:lnTo>
                  <a:lnTo>
                    <a:pt x="305756" y="221886"/>
                  </a:lnTo>
                  <a:lnTo>
                    <a:pt x="306199" y="221743"/>
                  </a:lnTo>
                  <a:lnTo>
                    <a:pt x="306298" y="221562"/>
                  </a:lnTo>
                  <a:lnTo>
                    <a:pt x="307126" y="220942"/>
                  </a:lnTo>
                  <a:lnTo>
                    <a:pt x="307488" y="220975"/>
                  </a:lnTo>
                  <a:lnTo>
                    <a:pt x="307525" y="221118"/>
                  </a:lnTo>
                  <a:lnTo>
                    <a:pt x="307594" y="221435"/>
                  </a:lnTo>
                  <a:lnTo>
                    <a:pt x="307576" y="221589"/>
                  </a:lnTo>
                  <a:lnTo>
                    <a:pt x="307981" y="221718"/>
                  </a:lnTo>
                  <a:lnTo>
                    <a:pt x="308156" y="221583"/>
                  </a:lnTo>
                  <a:lnTo>
                    <a:pt x="308110" y="221455"/>
                  </a:lnTo>
                  <a:lnTo>
                    <a:pt x="308140" y="221173"/>
                  </a:lnTo>
                  <a:lnTo>
                    <a:pt x="308757" y="220858"/>
                  </a:lnTo>
                  <a:lnTo>
                    <a:pt x="309035" y="221095"/>
                  </a:lnTo>
                  <a:lnTo>
                    <a:pt x="309432" y="221188"/>
                  </a:lnTo>
                  <a:lnTo>
                    <a:pt x="309836" y="221400"/>
                  </a:lnTo>
                  <a:lnTo>
                    <a:pt x="310080" y="221490"/>
                  </a:lnTo>
                  <a:lnTo>
                    <a:pt x="310233" y="221541"/>
                  </a:lnTo>
                  <a:lnTo>
                    <a:pt x="310598" y="221079"/>
                  </a:lnTo>
                  <a:lnTo>
                    <a:pt x="310991" y="221427"/>
                  </a:lnTo>
                  <a:lnTo>
                    <a:pt x="311019" y="221890"/>
                  </a:lnTo>
                  <a:lnTo>
                    <a:pt x="311244" y="221961"/>
                  </a:lnTo>
                  <a:lnTo>
                    <a:pt x="311377" y="222003"/>
                  </a:lnTo>
                  <a:lnTo>
                    <a:pt x="311615" y="222078"/>
                  </a:lnTo>
                  <a:lnTo>
                    <a:pt x="311995" y="221855"/>
                  </a:lnTo>
                  <a:lnTo>
                    <a:pt x="312002" y="221681"/>
                  </a:lnTo>
                  <a:lnTo>
                    <a:pt x="312232" y="221093"/>
                  </a:lnTo>
                  <a:lnTo>
                    <a:pt x="312033" y="220818"/>
                  </a:lnTo>
                  <a:lnTo>
                    <a:pt x="311959" y="220616"/>
                  </a:lnTo>
                  <a:lnTo>
                    <a:pt x="311996" y="220472"/>
                  </a:lnTo>
                  <a:lnTo>
                    <a:pt x="312148" y="220198"/>
                  </a:lnTo>
                  <a:lnTo>
                    <a:pt x="312321" y="219978"/>
                  </a:lnTo>
                  <a:lnTo>
                    <a:pt x="312660" y="219970"/>
                  </a:lnTo>
                  <a:lnTo>
                    <a:pt x="313198" y="219741"/>
                  </a:lnTo>
                  <a:lnTo>
                    <a:pt x="313631" y="219715"/>
                  </a:lnTo>
                  <a:lnTo>
                    <a:pt x="313838" y="219769"/>
                  </a:lnTo>
                  <a:lnTo>
                    <a:pt x="314169" y="219837"/>
                  </a:lnTo>
                  <a:lnTo>
                    <a:pt x="314360" y="220036"/>
                  </a:lnTo>
                  <a:lnTo>
                    <a:pt x="314532" y="220549"/>
                  </a:lnTo>
                  <a:lnTo>
                    <a:pt x="314836" y="220633"/>
                  </a:lnTo>
                  <a:lnTo>
                    <a:pt x="314994" y="220793"/>
                  </a:lnTo>
                  <a:lnTo>
                    <a:pt x="315550" y="220871"/>
                  </a:lnTo>
                  <a:lnTo>
                    <a:pt x="315748" y="220811"/>
                  </a:lnTo>
                  <a:lnTo>
                    <a:pt x="315971" y="220768"/>
                  </a:lnTo>
                  <a:lnTo>
                    <a:pt x="316507" y="220801"/>
                  </a:lnTo>
                  <a:lnTo>
                    <a:pt x="316644" y="221343"/>
                  </a:lnTo>
                  <a:lnTo>
                    <a:pt x="316666" y="221514"/>
                  </a:lnTo>
                  <a:lnTo>
                    <a:pt x="317187" y="221712"/>
                  </a:lnTo>
                  <a:lnTo>
                    <a:pt x="317731" y="221653"/>
                  </a:lnTo>
                  <a:lnTo>
                    <a:pt x="317992" y="221695"/>
                  </a:lnTo>
                  <a:lnTo>
                    <a:pt x="318120" y="221703"/>
                  </a:lnTo>
                  <a:lnTo>
                    <a:pt x="318262" y="221306"/>
                  </a:lnTo>
                  <a:lnTo>
                    <a:pt x="318425" y="220449"/>
                  </a:lnTo>
                  <a:lnTo>
                    <a:pt x="318731" y="219856"/>
                  </a:lnTo>
                  <a:lnTo>
                    <a:pt x="319043" y="219737"/>
                  </a:lnTo>
                  <a:lnTo>
                    <a:pt x="319653" y="219607"/>
                  </a:lnTo>
                  <a:lnTo>
                    <a:pt x="320172" y="219294"/>
                  </a:lnTo>
                  <a:lnTo>
                    <a:pt x="320637" y="219388"/>
                  </a:lnTo>
                  <a:lnTo>
                    <a:pt x="320885" y="219552"/>
                  </a:lnTo>
                  <a:lnTo>
                    <a:pt x="321100" y="219826"/>
                  </a:lnTo>
                  <a:lnTo>
                    <a:pt x="321279" y="220311"/>
                  </a:lnTo>
                  <a:lnTo>
                    <a:pt x="321485" y="220462"/>
                  </a:lnTo>
                  <a:lnTo>
                    <a:pt x="321956" y="220788"/>
                  </a:lnTo>
                  <a:lnTo>
                    <a:pt x="322162" y="221018"/>
                  </a:lnTo>
                  <a:lnTo>
                    <a:pt x="322551" y="221220"/>
                  </a:lnTo>
                  <a:lnTo>
                    <a:pt x="323184" y="221742"/>
                  </a:lnTo>
                  <a:lnTo>
                    <a:pt x="323504" y="221912"/>
                  </a:lnTo>
                  <a:lnTo>
                    <a:pt x="323636" y="222386"/>
                  </a:lnTo>
                  <a:lnTo>
                    <a:pt x="323828" y="222742"/>
                  </a:lnTo>
                  <a:lnTo>
                    <a:pt x="324250" y="222904"/>
                  </a:lnTo>
                  <a:lnTo>
                    <a:pt x="324393" y="222883"/>
                  </a:lnTo>
                  <a:lnTo>
                    <a:pt x="324576" y="222897"/>
                  </a:lnTo>
                  <a:lnTo>
                    <a:pt x="324747" y="222996"/>
                  </a:lnTo>
                  <a:lnTo>
                    <a:pt x="325148" y="223271"/>
                  </a:lnTo>
                  <a:lnTo>
                    <a:pt x="325150" y="223515"/>
                  </a:lnTo>
                  <a:lnTo>
                    <a:pt x="324742" y="223735"/>
                  </a:lnTo>
                  <a:lnTo>
                    <a:pt x="324567" y="223917"/>
                  </a:lnTo>
                  <a:lnTo>
                    <a:pt x="324611" y="224179"/>
                  </a:lnTo>
                  <a:lnTo>
                    <a:pt x="325022" y="224312"/>
                  </a:lnTo>
                  <a:lnTo>
                    <a:pt x="325242" y="224446"/>
                  </a:lnTo>
                  <a:lnTo>
                    <a:pt x="325719" y="225137"/>
                  </a:lnTo>
                  <a:lnTo>
                    <a:pt x="326144" y="225331"/>
                  </a:lnTo>
                  <a:lnTo>
                    <a:pt x="326523" y="225199"/>
                  </a:lnTo>
                  <a:lnTo>
                    <a:pt x="326670" y="225123"/>
                  </a:lnTo>
                  <a:lnTo>
                    <a:pt x="326994" y="225203"/>
                  </a:lnTo>
                  <a:lnTo>
                    <a:pt x="327394" y="225386"/>
                  </a:lnTo>
                  <a:lnTo>
                    <a:pt x="327591" y="225871"/>
                  </a:lnTo>
                  <a:lnTo>
                    <a:pt x="328091" y="225985"/>
                  </a:lnTo>
                  <a:lnTo>
                    <a:pt x="328530" y="226409"/>
                  </a:lnTo>
                  <a:lnTo>
                    <a:pt x="328796" y="226439"/>
                  </a:lnTo>
                  <a:lnTo>
                    <a:pt x="329213" y="226104"/>
                  </a:lnTo>
                  <a:lnTo>
                    <a:pt x="329444" y="225847"/>
                  </a:lnTo>
                  <a:lnTo>
                    <a:pt x="329866" y="225521"/>
                  </a:lnTo>
                  <a:lnTo>
                    <a:pt x="330569" y="225141"/>
                  </a:lnTo>
                  <a:lnTo>
                    <a:pt x="330699" y="225187"/>
                  </a:lnTo>
                  <a:lnTo>
                    <a:pt x="331361" y="224666"/>
                  </a:lnTo>
                  <a:lnTo>
                    <a:pt x="332005" y="224444"/>
                  </a:lnTo>
                  <a:lnTo>
                    <a:pt x="332161" y="224403"/>
                  </a:lnTo>
                  <a:lnTo>
                    <a:pt x="333025" y="223768"/>
                  </a:lnTo>
                  <a:lnTo>
                    <a:pt x="333570" y="223993"/>
                  </a:lnTo>
                  <a:lnTo>
                    <a:pt x="333553" y="224879"/>
                  </a:lnTo>
                  <a:lnTo>
                    <a:pt x="334107" y="225069"/>
                  </a:lnTo>
                  <a:lnTo>
                    <a:pt x="334326" y="224941"/>
                  </a:lnTo>
                  <a:lnTo>
                    <a:pt x="334137" y="224837"/>
                  </a:lnTo>
                  <a:lnTo>
                    <a:pt x="333951" y="224746"/>
                  </a:lnTo>
                  <a:lnTo>
                    <a:pt x="333936" y="224537"/>
                  </a:lnTo>
                  <a:lnTo>
                    <a:pt x="333895" y="224357"/>
                  </a:lnTo>
                  <a:lnTo>
                    <a:pt x="333713" y="224027"/>
                  </a:lnTo>
                  <a:lnTo>
                    <a:pt x="333634" y="223759"/>
                  </a:lnTo>
                  <a:lnTo>
                    <a:pt x="334443" y="223383"/>
                  </a:lnTo>
                  <a:lnTo>
                    <a:pt x="334635" y="223324"/>
                  </a:lnTo>
                  <a:lnTo>
                    <a:pt x="335219" y="222850"/>
                  </a:lnTo>
                  <a:lnTo>
                    <a:pt x="335495" y="222865"/>
                  </a:lnTo>
                  <a:lnTo>
                    <a:pt x="335510" y="222595"/>
                  </a:lnTo>
                  <a:lnTo>
                    <a:pt x="335733" y="222329"/>
                  </a:lnTo>
                  <a:lnTo>
                    <a:pt x="335859" y="222484"/>
                  </a:lnTo>
                  <a:lnTo>
                    <a:pt x="336117" y="222552"/>
                  </a:lnTo>
                  <a:lnTo>
                    <a:pt x="336420" y="222279"/>
                  </a:lnTo>
                  <a:lnTo>
                    <a:pt x="336416" y="221764"/>
                  </a:lnTo>
                  <a:lnTo>
                    <a:pt x="336703" y="221425"/>
                  </a:lnTo>
                  <a:lnTo>
                    <a:pt x="336950" y="221203"/>
                  </a:lnTo>
                  <a:lnTo>
                    <a:pt x="337158" y="220520"/>
                  </a:lnTo>
                  <a:lnTo>
                    <a:pt x="337669" y="220155"/>
                  </a:lnTo>
                  <a:lnTo>
                    <a:pt x="337798" y="220208"/>
                  </a:lnTo>
                  <a:lnTo>
                    <a:pt x="337932" y="220032"/>
                  </a:lnTo>
                  <a:lnTo>
                    <a:pt x="338020" y="219789"/>
                  </a:lnTo>
                  <a:lnTo>
                    <a:pt x="338737" y="219851"/>
                  </a:lnTo>
                  <a:lnTo>
                    <a:pt x="338868" y="219961"/>
                  </a:lnTo>
                  <a:lnTo>
                    <a:pt x="339448" y="219941"/>
                  </a:lnTo>
                  <a:lnTo>
                    <a:pt x="340213" y="219968"/>
                  </a:lnTo>
                  <a:lnTo>
                    <a:pt x="340626" y="220241"/>
                  </a:lnTo>
                  <a:lnTo>
                    <a:pt x="340716" y="220434"/>
                  </a:lnTo>
                  <a:lnTo>
                    <a:pt x="341263" y="221253"/>
                  </a:lnTo>
                  <a:lnTo>
                    <a:pt x="341282" y="221598"/>
                  </a:lnTo>
                  <a:lnTo>
                    <a:pt x="340989" y="222063"/>
                  </a:lnTo>
                  <a:lnTo>
                    <a:pt x="341153" y="222304"/>
                  </a:lnTo>
                  <a:lnTo>
                    <a:pt x="342033" y="222086"/>
                  </a:lnTo>
                  <a:lnTo>
                    <a:pt x="342070" y="222346"/>
                  </a:lnTo>
                  <a:lnTo>
                    <a:pt x="342005" y="222598"/>
                  </a:lnTo>
                  <a:lnTo>
                    <a:pt x="341496" y="222866"/>
                  </a:lnTo>
                  <a:lnTo>
                    <a:pt x="341418" y="223030"/>
                  </a:lnTo>
                  <a:lnTo>
                    <a:pt x="341396" y="223203"/>
                  </a:lnTo>
                  <a:lnTo>
                    <a:pt x="341383" y="223477"/>
                  </a:lnTo>
                  <a:lnTo>
                    <a:pt x="341377" y="223613"/>
                  </a:lnTo>
                  <a:lnTo>
                    <a:pt x="341419" y="223900"/>
                  </a:lnTo>
                  <a:lnTo>
                    <a:pt x="341783" y="224194"/>
                  </a:lnTo>
                  <a:lnTo>
                    <a:pt x="342116" y="224994"/>
                  </a:lnTo>
                  <a:lnTo>
                    <a:pt x="341680" y="225191"/>
                  </a:lnTo>
                  <a:lnTo>
                    <a:pt x="341416" y="225310"/>
                  </a:lnTo>
                  <a:lnTo>
                    <a:pt x="341163" y="225399"/>
                  </a:lnTo>
                  <a:lnTo>
                    <a:pt x="340990" y="225734"/>
                  </a:lnTo>
                  <a:lnTo>
                    <a:pt x="341247" y="226290"/>
                  </a:lnTo>
                  <a:lnTo>
                    <a:pt x="341317" y="226603"/>
                  </a:lnTo>
                  <a:lnTo>
                    <a:pt x="341034" y="226839"/>
                  </a:lnTo>
                  <a:lnTo>
                    <a:pt x="340785" y="227150"/>
                  </a:lnTo>
                  <a:lnTo>
                    <a:pt x="340836" y="227610"/>
                  </a:lnTo>
                  <a:lnTo>
                    <a:pt x="341200" y="228012"/>
                  </a:lnTo>
                  <a:lnTo>
                    <a:pt x="341217" y="228342"/>
                  </a:lnTo>
                  <a:lnTo>
                    <a:pt x="341325" y="228890"/>
                  </a:lnTo>
                  <a:lnTo>
                    <a:pt x="342055" y="229200"/>
                  </a:lnTo>
                  <a:lnTo>
                    <a:pt x="342288" y="229101"/>
                  </a:lnTo>
                  <a:lnTo>
                    <a:pt x="342342" y="229363"/>
                  </a:lnTo>
                  <a:lnTo>
                    <a:pt x="342463" y="229740"/>
                  </a:lnTo>
                  <a:lnTo>
                    <a:pt x="342515" y="230073"/>
                  </a:lnTo>
                  <a:lnTo>
                    <a:pt x="342285" y="230307"/>
                  </a:lnTo>
                  <a:lnTo>
                    <a:pt x="341975" y="230786"/>
                  </a:lnTo>
                  <a:lnTo>
                    <a:pt x="341843" y="231007"/>
                  </a:lnTo>
                  <a:lnTo>
                    <a:pt x="341831" y="231791"/>
                  </a:lnTo>
                  <a:lnTo>
                    <a:pt x="341870" y="232359"/>
                  </a:lnTo>
                  <a:lnTo>
                    <a:pt x="341500" y="232865"/>
                  </a:lnTo>
                  <a:lnTo>
                    <a:pt x="340812" y="233050"/>
                  </a:lnTo>
                  <a:lnTo>
                    <a:pt x="340271" y="233073"/>
                  </a:lnTo>
                  <a:lnTo>
                    <a:pt x="340277" y="233244"/>
                  </a:lnTo>
                  <a:lnTo>
                    <a:pt x="340347" y="233638"/>
                  </a:lnTo>
                  <a:lnTo>
                    <a:pt x="340478" y="234031"/>
                  </a:lnTo>
                  <a:lnTo>
                    <a:pt x="341229" y="235329"/>
                  </a:lnTo>
                  <a:lnTo>
                    <a:pt x="341741" y="235837"/>
                  </a:lnTo>
                  <a:lnTo>
                    <a:pt x="341987" y="235963"/>
                  </a:lnTo>
                  <a:lnTo>
                    <a:pt x="342641" y="236342"/>
                  </a:lnTo>
                  <a:lnTo>
                    <a:pt x="342708" y="236910"/>
                  </a:lnTo>
                  <a:lnTo>
                    <a:pt x="342303" y="237473"/>
                  </a:lnTo>
                  <a:lnTo>
                    <a:pt x="342073" y="237426"/>
                  </a:lnTo>
                  <a:lnTo>
                    <a:pt x="341476" y="238505"/>
                  </a:lnTo>
                  <a:lnTo>
                    <a:pt x="341605" y="238782"/>
                  </a:lnTo>
                  <a:lnTo>
                    <a:pt x="342073" y="239136"/>
                  </a:lnTo>
                  <a:lnTo>
                    <a:pt x="342317" y="239166"/>
                  </a:lnTo>
                  <a:lnTo>
                    <a:pt x="342520" y="239327"/>
                  </a:lnTo>
                  <a:lnTo>
                    <a:pt x="342876" y="239360"/>
                  </a:lnTo>
                  <a:lnTo>
                    <a:pt x="343068" y="239344"/>
                  </a:lnTo>
                  <a:lnTo>
                    <a:pt x="343423" y="239531"/>
                  </a:lnTo>
                  <a:lnTo>
                    <a:pt x="343717" y="239749"/>
                  </a:lnTo>
                  <a:lnTo>
                    <a:pt x="343650" y="239967"/>
                  </a:lnTo>
                  <a:lnTo>
                    <a:pt x="343528" y="240196"/>
                  </a:lnTo>
                  <a:lnTo>
                    <a:pt x="343460" y="240357"/>
                  </a:lnTo>
                  <a:lnTo>
                    <a:pt x="343416" y="240681"/>
                  </a:lnTo>
                  <a:lnTo>
                    <a:pt x="343417" y="241275"/>
                  </a:lnTo>
                  <a:lnTo>
                    <a:pt x="343728" y="241511"/>
                  </a:lnTo>
                  <a:lnTo>
                    <a:pt x="343907" y="241641"/>
                  </a:lnTo>
                  <a:lnTo>
                    <a:pt x="344238" y="241774"/>
                  </a:lnTo>
                  <a:lnTo>
                    <a:pt x="344442" y="241907"/>
                  </a:lnTo>
                  <a:lnTo>
                    <a:pt x="344600" y="242364"/>
                  </a:lnTo>
                  <a:lnTo>
                    <a:pt x="344547" y="242889"/>
                  </a:lnTo>
                  <a:lnTo>
                    <a:pt x="344499" y="243156"/>
                  </a:lnTo>
                  <a:lnTo>
                    <a:pt x="344376" y="243418"/>
                  </a:lnTo>
                  <a:lnTo>
                    <a:pt x="344663" y="244128"/>
                  </a:lnTo>
                  <a:lnTo>
                    <a:pt x="344595" y="244352"/>
                  </a:lnTo>
                  <a:lnTo>
                    <a:pt x="344621" y="244534"/>
                  </a:lnTo>
                  <a:lnTo>
                    <a:pt x="344708" y="244685"/>
                  </a:lnTo>
                  <a:lnTo>
                    <a:pt x="345833" y="245088"/>
                  </a:lnTo>
                  <a:lnTo>
                    <a:pt x="346386" y="244957"/>
                  </a:lnTo>
                  <a:lnTo>
                    <a:pt x="346943" y="244808"/>
                  </a:lnTo>
                  <a:lnTo>
                    <a:pt x="347158" y="244354"/>
                  </a:lnTo>
                  <a:lnTo>
                    <a:pt x="347265" y="244125"/>
                  </a:lnTo>
                  <a:lnTo>
                    <a:pt x="347341" y="243865"/>
                  </a:lnTo>
                  <a:lnTo>
                    <a:pt x="347750" y="243523"/>
                  </a:lnTo>
                  <a:lnTo>
                    <a:pt x="348349" y="243998"/>
                  </a:lnTo>
                  <a:lnTo>
                    <a:pt x="348769" y="244281"/>
                  </a:lnTo>
                  <a:lnTo>
                    <a:pt x="349061" y="244443"/>
                  </a:lnTo>
                  <a:lnTo>
                    <a:pt x="349279" y="244492"/>
                  </a:lnTo>
                  <a:lnTo>
                    <a:pt x="349308" y="244882"/>
                  </a:lnTo>
                  <a:lnTo>
                    <a:pt x="348982" y="245553"/>
                  </a:lnTo>
                  <a:lnTo>
                    <a:pt x="348829" y="246015"/>
                  </a:lnTo>
                  <a:lnTo>
                    <a:pt x="349100" y="246484"/>
                  </a:lnTo>
                  <a:lnTo>
                    <a:pt x="349032" y="246911"/>
                  </a:lnTo>
                  <a:lnTo>
                    <a:pt x="349059" y="247192"/>
                  </a:lnTo>
                  <a:lnTo>
                    <a:pt x="349112" y="247419"/>
                  </a:lnTo>
                  <a:lnTo>
                    <a:pt x="349456" y="247629"/>
                  </a:lnTo>
                  <a:lnTo>
                    <a:pt x="349723" y="247827"/>
                  </a:lnTo>
                  <a:lnTo>
                    <a:pt x="349801" y="248239"/>
                  </a:lnTo>
                  <a:lnTo>
                    <a:pt x="349854" y="248509"/>
                  </a:lnTo>
                  <a:lnTo>
                    <a:pt x="350174" y="249062"/>
                  </a:lnTo>
                  <a:lnTo>
                    <a:pt x="350574" y="249171"/>
                  </a:lnTo>
                  <a:lnTo>
                    <a:pt x="350815" y="248963"/>
                  </a:lnTo>
                  <a:lnTo>
                    <a:pt x="351182" y="248527"/>
                  </a:lnTo>
                  <a:lnTo>
                    <a:pt x="351701" y="248275"/>
                  </a:lnTo>
                  <a:lnTo>
                    <a:pt x="352583" y="248144"/>
                  </a:lnTo>
                  <a:lnTo>
                    <a:pt x="352841" y="248177"/>
                  </a:lnTo>
                  <a:lnTo>
                    <a:pt x="353077" y="248289"/>
                  </a:lnTo>
                  <a:lnTo>
                    <a:pt x="353334" y="247911"/>
                  </a:lnTo>
                  <a:lnTo>
                    <a:pt x="353583" y="247846"/>
                  </a:lnTo>
                  <a:lnTo>
                    <a:pt x="353872" y="247844"/>
                  </a:lnTo>
                  <a:lnTo>
                    <a:pt x="354092" y="247897"/>
                  </a:lnTo>
                  <a:lnTo>
                    <a:pt x="354257" y="247914"/>
                  </a:lnTo>
                  <a:lnTo>
                    <a:pt x="354551" y="247504"/>
                  </a:lnTo>
                  <a:lnTo>
                    <a:pt x="354533" y="247213"/>
                  </a:lnTo>
                  <a:lnTo>
                    <a:pt x="354955" y="246760"/>
                  </a:lnTo>
                  <a:lnTo>
                    <a:pt x="355138" y="246763"/>
                  </a:lnTo>
                  <a:lnTo>
                    <a:pt x="355561" y="246529"/>
                  </a:lnTo>
                  <a:lnTo>
                    <a:pt x="355540" y="246225"/>
                  </a:lnTo>
                  <a:lnTo>
                    <a:pt x="355932" y="245608"/>
                  </a:lnTo>
                  <a:lnTo>
                    <a:pt x="355916" y="245369"/>
                  </a:lnTo>
                  <a:lnTo>
                    <a:pt x="356335" y="245123"/>
                  </a:lnTo>
                  <a:lnTo>
                    <a:pt x="356569" y="245291"/>
                  </a:lnTo>
                  <a:lnTo>
                    <a:pt x="356833" y="245297"/>
                  </a:lnTo>
                  <a:lnTo>
                    <a:pt x="357175" y="244980"/>
                  </a:lnTo>
                  <a:lnTo>
                    <a:pt x="357562" y="244618"/>
                  </a:lnTo>
                  <a:lnTo>
                    <a:pt x="357906" y="244622"/>
                  </a:lnTo>
                  <a:lnTo>
                    <a:pt x="358067" y="244677"/>
                  </a:lnTo>
                  <a:lnTo>
                    <a:pt x="358409" y="244798"/>
                  </a:lnTo>
                  <a:lnTo>
                    <a:pt x="358603" y="245038"/>
                  </a:lnTo>
                  <a:lnTo>
                    <a:pt x="358828" y="245086"/>
                  </a:lnTo>
                  <a:lnTo>
                    <a:pt x="359237" y="245410"/>
                  </a:lnTo>
                  <a:lnTo>
                    <a:pt x="359397" y="245588"/>
                  </a:lnTo>
                  <a:lnTo>
                    <a:pt x="359645" y="245607"/>
                  </a:lnTo>
                  <a:lnTo>
                    <a:pt x="359710" y="245411"/>
                  </a:lnTo>
                  <a:lnTo>
                    <a:pt x="359966" y="245602"/>
                  </a:lnTo>
                  <a:lnTo>
                    <a:pt x="360165" y="246082"/>
                  </a:lnTo>
                  <a:lnTo>
                    <a:pt x="360438" y="246355"/>
                  </a:lnTo>
                  <a:lnTo>
                    <a:pt x="360720" y="246722"/>
                  </a:lnTo>
                  <a:lnTo>
                    <a:pt x="361047" y="247226"/>
                  </a:lnTo>
                  <a:lnTo>
                    <a:pt x="361069" y="247475"/>
                  </a:lnTo>
                  <a:lnTo>
                    <a:pt x="361556" y="248217"/>
                  </a:lnTo>
                  <a:lnTo>
                    <a:pt x="361840" y="248488"/>
                  </a:lnTo>
                  <a:lnTo>
                    <a:pt x="362151" y="248664"/>
                  </a:lnTo>
                  <a:lnTo>
                    <a:pt x="362309" y="248955"/>
                  </a:lnTo>
                  <a:lnTo>
                    <a:pt x="362482" y="249189"/>
                  </a:lnTo>
                  <a:lnTo>
                    <a:pt x="362588" y="249002"/>
                  </a:lnTo>
                  <a:lnTo>
                    <a:pt x="362919" y="249118"/>
                  </a:lnTo>
                  <a:lnTo>
                    <a:pt x="363084" y="249099"/>
                  </a:lnTo>
                  <a:lnTo>
                    <a:pt x="363445" y="248955"/>
                  </a:lnTo>
                  <a:lnTo>
                    <a:pt x="363801" y="249010"/>
                  </a:lnTo>
                  <a:lnTo>
                    <a:pt x="364031" y="248961"/>
                  </a:lnTo>
                  <a:lnTo>
                    <a:pt x="364414" y="248941"/>
                  </a:lnTo>
                  <a:lnTo>
                    <a:pt x="364719" y="249182"/>
                  </a:lnTo>
                  <a:lnTo>
                    <a:pt x="365171" y="249324"/>
                  </a:lnTo>
                  <a:lnTo>
                    <a:pt x="365554" y="249434"/>
                  </a:lnTo>
                  <a:lnTo>
                    <a:pt x="365916" y="249566"/>
                  </a:lnTo>
                  <a:lnTo>
                    <a:pt x="366059" y="249420"/>
                  </a:lnTo>
                  <a:lnTo>
                    <a:pt x="366258" y="249276"/>
                  </a:lnTo>
                  <a:lnTo>
                    <a:pt x="366645" y="249304"/>
                  </a:lnTo>
                  <a:lnTo>
                    <a:pt x="366961" y="249490"/>
                  </a:lnTo>
                  <a:lnTo>
                    <a:pt x="367057" y="249636"/>
                  </a:lnTo>
                  <a:lnTo>
                    <a:pt x="367118" y="249987"/>
                  </a:lnTo>
                  <a:lnTo>
                    <a:pt x="367275" y="250017"/>
                  </a:lnTo>
                  <a:lnTo>
                    <a:pt x="367550" y="249801"/>
                  </a:lnTo>
                  <a:lnTo>
                    <a:pt x="367737" y="250043"/>
                  </a:lnTo>
                  <a:lnTo>
                    <a:pt x="367885" y="250100"/>
                  </a:lnTo>
                  <a:lnTo>
                    <a:pt x="368342" y="250058"/>
                  </a:lnTo>
                  <a:lnTo>
                    <a:pt x="368701" y="249951"/>
                  </a:lnTo>
                  <a:lnTo>
                    <a:pt x="368976" y="249673"/>
                  </a:lnTo>
                  <a:lnTo>
                    <a:pt x="369178" y="249607"/>
                  </a:lnTo>
                  <a:lnTo>
                    <a:pt x="369455" y="249612"/>
                  </a:lnTo>
                  <a:lnTo>
                    <a:pt x="369688" y="249540"/>
                  </a:lnTo>
                  <a:lnTo>
                    <a:pt x="370248" y="249747"/>
                  </a:lnTo>
                  <a:lnTo>
                    <a:pt x="370095" y="249266"/>
                  </a:lnTo>
                  <a:lnTo>
                    <a:pt x="370405" y="248812"/>
                  </a:lnTo>
                  <a:lnTo>
                    <a:pt x="370511" y="248501"/>
                  </a:lnTo>
                  <a:lnTo>
                    <a:pt x="370749" y="248414"/>
                  </a:lnTo>
                  <a:lnTo>
                    <a:pt x="370953" y="248444"/>
                  </a:lnTo>
                  <a:lnTo>
                    <a:pt x="371108" y="248955"/>
                  </a:lnTo>
                  <a:lnTo>
                    <a:pt x="371346" y="249373"/>
                  </a:lnTo>
                  <a:lnTo>
                    <a:pt x="371462" y="249586"/>
                  </a:lnTo>
                  <a:lnTo>
                    <a:pt x="371768" y="249445"/>
                  </a:lnTo>
                  <a:lnTo>
                    <a:pt x="371943" y="249073"/>
                  </a:lnTo>
                  <a:lnTo>
                    <a:pt x="372124" y="248925"/>
                  </a:lnTo>
                  <a:lnTo>
                    <a:pt x="372338" y="248393"/>
                  </a:lnTo>
                  <a:lnTo>
                    <a:pt x="372520" y="248466"/>
                  </a:lnTo>
                  <a:lnTo>
                    <a:pt x="372763" y="248458"/>
                  </a:lnTo>
                  <a:lnTo>
                    <a:pt x="372965" y="248550"/>
                  </a:lnTo>
                  <a:lnTo>
                    <a:pt x="373561" y="248761"/>
                  </a:lnTo>
                  <a:lnTo>
                    <a:pt x="373609" y="248996"/>
                  </a:lnTo>
                  <a:lnTo>
                    <a:pt x="373515" y="249154"/>
                  </a:lnTo>
                  <a:lnTo>
                    <a:pt x="373384" y="249601"/>
                  </a:lnTo>
                  <a:lnTo>
                    <a:pt x="373380" y="250220"/>
                  </a:lnTo>
                  <a:lnTo>
                    <a:pt x="373351" y="250451"/>
                  </a:lnTo>
                  <a:lnTo>
                    <a:pt x="373416" y="250785"/>
                  </a:lnTo>
                  <a:lnTo>
                    <a:pt x="373385" y="251136"/>
                  </a:lnTo>
                  <a:lnTo>
                    <a:pt x="373739" y="251258"/>
                  </a:lnTo>
                  <a:lnTo>
                    <a:pt x="373720" y="251579"/>
                  </a:lnTo>
                  <a:lnTo>
                    <a:pt x="373567" y="251797"/>
                  </a:lnTo>
                  <a:lnTo>
                    <a:pt x="373096" y="251768"/>
                  </a:lnTo>
                  <a:lnTo>
                    <a:pt x="373084" y="252225"/>
                  </a:lnTo>
                  <a:lnTo>
                    <a:pt x="373086" y="252454"/>
                  </a:lnTo>
                  <a:lnTo>
                    <a:pt x="372927" y="253191"/>
                  </a:lnTo>
                  <a:lnTo>
                    <a:pt x="372657" y="253193"/>
                  </a:lnTo>
                  <a:lnTo>
                    <a:pt x="372367" y="253386"/>
                  </a:lnTo>
                  <a:lnTo>
                    <a:pt x="372202" y="254005"/>
                  </a:lnTo>
                  <a:lnTo>
                    <a:pt x="372248" y="254247"/>
                  </a:lnTo>
                  <a:lnTo>
                    <a:pt x="372104" y="254655"/>
                  </a:lnTo>
                  <a:lnTo>
                    <a:pt x="372098" y="254890"/>
                  </a:lnTo>
                  <a:lnTo>
                    <a:pt x="372080" y="255165"/>
                  </a:lnTo>
                  <a:lnTo>
                    <a:pt x="372182" y="255523"/>
                  </a:lnTo>
                  <a:lnTo>
                    <a:pt x="372270" y="255799"/>
                  </a:lnTo>
                  <a:lnTo>
                    <a:pt x="372280" y="256466"/>
                  </a:lnTo>
                  <a:lnTo>
                    <a:pt x="372370" y="256933"/>
                  </a:lnTo>
                  <a:lnTo>
                    <a:pt x="372504" y="257391"/>
                  </a:lnTo>
                  <a:lnTo>
                    <a:pt x="372783" y="257682"/>
                  </a:lnTo>
                  <a:lnTo>
                    <a:pt x="373080" y="257511"/>
                  </a:lnTo>
                  <a:lnTo>
                    <a:pt x="373360" y="257468"/>
                  </a:lnTo>
                  <a:lnTo>
                    <a:pt x="373618" y="257496"/>
                  </a:lnTo>
                  <a:lnTo>
                    <a:pt x="373745" y="257436"/>
                  </a:lnTo>
                  <a:lnTo>
                    <a:pt x="373922" y="256823"/>
                  </a:lnTo>
                  <a:lnTo>
                    <a:pt x="374105" y="256759"/>
                  </a:lnTo>
                  <a:lnTo>
                    <a:pt x="374320" y="256794"/>
                  </a:lnTo>
                  <a:lnTo>
                    <a:pt x="374533" y="256701"/>
                  </a:lnTo>
                  <a:lnTo>
                    <a:pt x="374777" y="256396"/>
                  </a:lnTo>
                  <a:lnTo>
                    <a:pt x="375104" y="256330"/>
                  </a:lnTo>
                  <a:lnTo>
                    <a:pt x="375275" y="256421"/>
                  </a:lnTo>
                  <a:lnTo>
                    <a:pt x="375633" y="256551"/>
                  </a:lnTo>
                  <a:lnTo>
                    <a:pt x="375959" y="256924"/>
                  </a:lnTo>
                  <a:lnTo>
                    <a:pt x="376156" y="257014"/>
                  </a:lnTo>
                  <a:lnTo>
                    <a:pt x="376253" y="257265"/>
                  </a:lnTo>
                  <a:lnTo>
                    <a:pt x="376387" y="257420"/>
                  </a:lnTo>
                  <a:lnTo>
                    <a:pt x="376419" y="257610"/>
                  </a:lnTo>
                  <a:lnTo>
                    <a:pt x="376513" y="257842"/>
                  </a:lnTo>
                  <a:lnTo>
                    <a:pt x="376700" y="257937"/>
                  </a:lnTo>
                  <a:lnTo>
                    <a:pt x="376779" y="258108"/>
                  </a:lnTo>
                  <a:lnTo>
                    <a:pt x="377218" y="258209"/>
                  </a:lnTo>
                  <a:lnTo>
                    <a:pt x="377464" y="258195"/>
                  </a:lnTo>
                  <a:lnTo>
                    <a:pt x="377922" y="258259"/>
                  </a:lnTo>
                  <a:lnTo>
                    <a:pt x="377816" y="258628"/>
                  </a:lnTo>
                  <a:lnTo>
                    <a:pt x="377894" y="259076"/>
                  </a:lnTo>
                  <a:lnTo>
                    <a:pt x="378141" y="259058"/>
                  </a:lnTo>
                  <a:lnTo>
                    <a:pt x="378279" y="258945"/>
                  </a:lnTo>
                  <a:lnTo>
                    <a:pt x="378621" y="258918"/>
                  </a:lnTo>
                  <a:lnTo>
                    <a:pt x="378927" y="259228"/>
                  </a:lnTo>
                  <a:lnTo>
                    <a:pt x="379112" y="259149"/>
                  </a:lnTo>
                  <a:lnTo>
                    <a:pt x="379308" y="259000"/>
                  </a:lnTo>
                  <a:lnTo>
                    <a:pt x="379589" y="259032"/>
                  </a:lnTo>
                  <a:lnTo>
                    <a:pt x="379799" y="259135"/>
                  </a:lnTo>
                  <a:lnTo>
                    <a:pt x="380024" y="258925"/>
                  </a:lnTo>
                  <a:lnTo>
                    <a:pt x="380174" y="258946"/>
                  </a:lnTo>
                  <a:lnTo>
                    <a:pt x="380738" y="259280"/>
                  </a:lnTo>
                  <a:lnTo>
                    <a:pt x="381143" y="259008"/>
                  </a:lnTo>
                  <a:lnTo>
                    <a:pt x="381074" y="259267"/>
                  </a:lnTo>
                  <a:lnTo>
                    <a:pt x="381102" y="260154"/>
                  </a:lnTo>
                  <a:lnTo>
                    <a:pt x="381164" y="260370"/>
                  </a:lnTo>
                  <a:lnTo>
                    <a:pt x="381096" y="260841"/>
                  </a:lnTo>
                  <a:lnTo>
                    <a:pt x="381261" y="260936"/>
                  </a:lnTo>
                  <a:lnTo>
                    <a:pt x="381524" y="261086"/>
                  </a:lnTo>
                  <a:lnTo>
                    <a:pt x="381724" y="261027"/>
                  </a:lnTo>
                  <a:lnTo>
                    <a:pt x="381901" y="261009"/>
                  </a:lnTo>
                  <a:lnTo>
                    <a:pt x="382334" y="261169"/>
                  </a:lnTo>
                  <a:lnTo>
                    <a:pt x="382472" y="261272"/>
                  </a:lnTo>
                  <a:lnTo>
                    <a:pt x="382637" y="261320"/>
                  </a:lnTo>
                  <a:lnTo>
                    <a:pt x="382713" y="261451"/>
                  </a:lnTo>
                  <a:lnTo>
                    <a:pt x="382800" y="261644"/>
                  </a:lnTo>
                  <a:lnTo>
                    <a:pt x="382969" y="262005"/>
                  </a:lnTo>
                  <a:lnTo>
                    <a:pt x="383174" y="262003"/>
                  </a:lnTo>
                  <a:lnTo>
                    <a:pt x="383325" y="261934"/>
                  </a:lnTo>
                  <a:lnTo>
                    <a:pt x="383475" y="261793"/>
                  </a:lnTo>
                  <a:lnTo>
                    <a:pt x="383692" y="261471"/>
                  </a:lnTo>
                  <a:lnTo>
                    <a:pt x="384299" y="261107"/>
                  </a:lnTo>
                  <a:lnTo>
                    <a:pt x="384478" y="261104"/>
                  </a:lnTo>
                  <a:lnTo>
                    <a:pt x="384820" y="261493"/>
                  </a:lnTo>
                  <a:lnTo>
                    <a:pt x="385221" y="261405"/>
                  </a:lnTo>
                  <a:lnTo>
                    <a:pt x="385448" y="261291"/>
                  </a:lnTo>
                  <a:lnTo>
                    <a:pt x="385581" y="261264"/>
                  </a:lnTo>
                  <a:lnTo>
                    <a:pt x="385849" y="261247"/>
                  </a:lnTo>
                  <a:lnTo>
                    <a:pt x="386307" y="260979"/>
                  </a:lnTo>
                  <a:lnTo>
                    <a:pt x="386620" y="261123"/>
                  </a:lnTo>
                  <a:lnTo>
                    <a:pt x="387091" y="261414"/>
                  </a:lnTo>
                  <a:lnTo>
                    <a:pt x="387196" y="261452"/>
                  </a:lnTo>
                  <a:lnTo>
                    <a:pt x="387212" y="261293"/>
                  </a:lnTo>
                  <a:lnTo>
                    <a:pt x="387545" y="260866"/>
                  </a:lnTo>
                  <a:lnTo>
                    <a:pt x="387768" y="260628"/>
                  </a:lnTo>
                  <a:lnTo>
                    <a:pt x="388003" y="260461"/>
                  </a:lnTo>
                  <a:lnTo>
                    <a:pt x="388232" y="260241"/>
                  </a:lnTo>
                  <a:lnTo>
                    <a:pt x="388575" y="260171"/>
                  </a:lnTo>
                  <a:lnTo>
                    <a:pt x="388754" y="260550"/>
                  </a:lnTo>
                  <a:lnTo>
                    <a:pt x="388713" y="260801"/>
                  </a:lnTo>
                  <a:lnTo>
                    <a:pt x="388761" y="260928"/>
                  </a:lnTo>
                  <a:lnTo>
                    <a:pt x="388895" y="261161"/>
                  </a:lnTo>
                  <a:lnTo>
                    <a:pt x="389158" y="261133"/>
                  </a:lnTo>
                  <a:lnTo>
                    <a:pt x="389166" y="261312"/>
                  </a:lnTo>
                  <a:lnTo>
                    <a:pt x="389445" y="261424"/>
                  </a:lnTo>
                  <a:lnTo>
                    <a:pt x="389567" y="261173"/>
                  </a:lnTo>
                  <a:lnTo>
                    <a:pt x="389587" y="260927"/>
                  </a:lnTo>
                  <a:lnTo>
                    <a:pt x="389720" y="260773"/>
                  </a:lnTo>
                  <a:lnTo>
                    <a:pt x="389880" y="260537"/>
                  </a:lnTo>
                  <a:lnTo>
                    <a:pt x="389645" y="260255"/>
                  </a:lnTo>
                  <a:lnTo>
                    <a:pt x="389945" y="259991"/>
                  </a:lnTo>
                  <a:lnTo>
                    <a:pt x="389991" y="259760"/>
                  </a:lnTo>
                  <a:lnTo>
                    <a:pt x="390125" y="259529"/>
                  </a:lnTo>
                  <a:lnTo>
                    <a:pt x="390248" y="259336"/>
                  </a:lnTo>
                  <a:lnTo>
                    <a:pt x="390327" y="259140"/>
                  </a:lnTo>
                  <a:lnTo>
                    <a:pt x="390449" y="258921"/>
                  </a:lnTo>
                  <a:lnTo>
                    <a:pt x="390731" y="259215"/>
                  </a:lnTo>
                  <a:lnTo>
                    <a:pt x="390882" y="259299"/>
                  </a:lnTo>
                  <a:lnTo>
                    <a:pt x="391221" y="259458"/>
                  </a:lnTo>
                  <a:lnTo>
                    <a:pt x="391426" y="259383"/>
                  </a:lnTo>
                  <a:lnTo>
                    <a:pt x="391597" y="259519"/>
                  </a:lnTo>
                  <a:lnTo>
                    <a:pt x="392008" y="259624"/>
                  </a:lnTo>
                  <a:lnTo>
                    <a:pt x="392325" y="259658"/>
                  </a:lnTo>
                  <a:lnTo>
                    <a:pt x="392600" y="259759"/>
                  </a:lnTo>
                  <a:lnTo>
                    <a:pt x="393020" y="259792"/>
                  </a:lnTo>
                  <a:lnTo>
                    <a:pt x="393265" y="259312"/>
                  </a:lnTo>
                  <a:lnTo>
                    <a:pt x="393611" y="259111"/>
                  </a:lnTo>
                  <a:lnTo>
                    <a:pt x="393793" y="258606"/>
                  </a:lnTo>
                  <a:lnTo>
                    <a:pt x="393565" y="258476"/>
                  </a:lnTo>
                  <a:lnTo>
                    <a:pt x="393543" y="258331"/>
                  </a:lnTo>
                  <a:lnTo>
                    <a:pt x="393783" y="257871"/>
                  </a:lnTo>
                  <a:lnTo>
                    <a:pt x="393465" y="257741"/>
                  </a:lnTo>
                  <a:lnTo>
                    <a:pt x="393466" y="257544"/>
                  </a:lnTo>
                  <a:lnTo>
                    <a:pt x="393609" y="257195"/>
                  </a:lnTo>
                  <a:lnTo>
                    <a:pt x="393871" y="257099"/>
                  </a:lnTo>
                  <a:lnTo>
                    <a:pt x="394399" y="256694"/>
                  </a:lnTo>
                  <a:lnTo>
                    <a:pt x="394477" y="256560"/>
                  </a:lnTo>
                  <a:lnTo>
                    <a:pt x="394441" y="256263"/>
                  </a:lnTo>
                  <a:lnTo>
                    <a:pt x="394382" y="255816"/>
                  </a:lnTo>
                  <a:lnTo>
                    <a:pt x="394865" y="255594"/>
                  </a:lnTo>
                  <a:lnTo>
                    <a:pt x="395700" y="255580"/>
                  </a:lnTo>
                  <a:lnTo>
                    <a:pt x="395885" y="255588"/>
                  </a:lnTo>
                  <a:lnTo>
                    <a:pt x="396222" y="255706"/>
                  </a:lnTo>
                  <a:lnTo>
                    <a:pt x="396311" y="255982"/>
                  </a:lnTo>
                  <a:lnTo>
                    <a:pt x="396296" y="256198"/>
                  </a:lnTo>
                  <a:lnTo>
                    <a:pt x="396310" y="256381"/>
                  </a:lnTo>
                  <a:lnTo>
                    <a:pt x="396387" y="256624"/>
                  </a:lnTo>
                  <a:lnTo>
                    <a:pt x="396581" y="256787"/>
                  </a:lnTo>
                  <a:lnTo>
                    <a:pt x="396940" y="257153"/>
                  </a:lnTo>
                  <a:lnTo>
                    <a:pt x="396902" y="257370"/>
                  </a:lnTo>
                  <a:lnTo>
                    <a:pt x="397087" y="257385"/>
                  </a:lnTo>
                  <a:lnTo>
                    <a:pt x="397647" y="257727"/>
                  </a:lnTo>
                  <a:lnTo>
                    <a:pt x="397814" y="257789"/>
                  </a:lnTo>
                  <a:lnTo>
                    <a:pt x="398631" y="257728"/>
                  </a:lnTo>
                  <a:lnTo>
                    <a:pt x="398391" y="258079"/>
                  </a:lnTo>
                  <a:lnTo>
                    <a:pt x="398412" y="258509"/>
                  </a:lnTo>
                  <a:lnTo>
                    <a:pt x="398254" y="258832"/>
                  </a:lnTo>
                  <a:lnTo>
                    <a:pt x="398037" y="259271"/>
                  </a:lnTo>
                  <a:lnTo>
                    <a:pt x="397891" y="259475"/>
                  </a:lnTo>
                  <a:lnTo>
                    <a:pt x="398000" y="259861"/>
                  </a:lnTo>
                  <a:lnTo>
                    <a:pt x="397939" y="260183"/>
                  </a:lnTo>
                  <a:lnTo>
                    <a:pt x="397733" y="260344"/>
                  </a:lnTo>
                  <a:lnTo>
                    <a:pt x="397848" y="261038"/>
                  </a:lnTo>
                  <a:lnTo>
                    <a:pt x="397946" y="261371"/>
                  </a:lnTo>
                  <a:lnTo>
                    <a:pt x="397915" y="261649"/>
                  </a:lnTo>
                  <a:lnTo>
                    <a:pt x="397835" y="261864"/>
                  </a:lnTo>
                  <a:lnTo>
                    <a:pt x="397652" y="262208"/>
                  </a:lnTo>
                  <a:lnTo>
                    <a:pt x="397629" y="262707"/>
                  </a:lnTo>
                  <a:lnTo>
                    <a:pt x="397846" y="262989"/>
                  </a:lnTo>
                  <a:lnTo>
                    <a:pt x="397890" y="263208"/>
                  </a:lnTo>
                  <a:lnTo>
                    <a:pt x="398109" y="263459"/>
                  </a:lnTo>
                  <a:lnTo>
                    <a:pt x="398792" y="263511"/>
                  </a:lnTo>
                  <a:lnTo>
                    <a:pt x="399077" y="263589"/>
                  </a:lnTo>
                  <a:lnTo>
                    <a:pt x="399232" y="263573"/>
                  </a:lnTo>
                  <a:lnTo>
                    <a:pt x="399442" y="263841"/>
                  </a:lnTo>
                  <a:lnTo>
                    <a:pt x="399543" y="264123"/>
                  </a:lnTo>
                  <a:lnTo>
                    <a:pt x="399467" y="264382"/>
                  </a:lnTo>
                  <a:lnTo>
                    <a:pt x="399199" y="264699"/>
                  </a:lnTo>
                  <a:lnTo>
                    <a:pt x="399645" y="265091"/>
                  </a:lnTo>
                  <a:lnTo>
                    <a:pt x="399788" y="264979"/>
                  </a:lnTo>
                  <a:lnTo>
                    <a:pt x="400079" y="264634"/>
                  </a:lnTo>
                  <a:lnTo>
                    <a:pt x="400590" y="264620"/>
                  </a:lnTo>
                  <a:lnTo>
                    <a:pt x="400900" y="264670"/>
                  </a:lnTo>
                  <a:lnTo>
                    <a:pt x="400978" y="264854"/>
                  </a:lnTo>
                  <a:lnTo>
                    <a:pt x="401304" y="265291"/>
                  </a:lnTo>
                  <a:lnTo>
                    <a:pt x="401551" y="265272"/>
                  </a:lnTo>
                  <a:lnTo>
                    <a:pt x="401694" y="265219"/>
                  </a:lnTo>
                  <a:lnTo>
                    <a:pt x="402093" y="264859"/>
                  </a:lnTo>
                  <a:lnTo>
                    <a:pt x="402266" y="264710"/>
                  </a:lnTo>
                  <a:lnTo>
                    <a:pt x="402492" y="264427"/>
                  </a:lnTo>
                  <a:lnTo>
                    <a:pt x="402679" y="264436"/>
                  </a:lnTo>
                  <a:lnTo>
                    <a:pt x="402906" y="264477"/>
                  </a:lnTo>
                  <a:lnTo>
                    <a:pt x="403168" y="264587"/>
                  </a:lnTo>
                  <a:lnTo>
                    <a:pt x="403328" y="264483"/>
                  </a:lnTo>
                  <a:lnTo>
                    <a:pt x="403569" y="264376"/>
                  </a:lnTo>
                  <a:lnTo>
                    <a:pt x="403817" y="264342"/>
                  </a:lnTo>
                  <a:lnTo>
                    <a:pt x="404073" y="264397"/>
                  </a:lnTo>
                  <a:lnTo>
                    <a:pt x="404276" y="264661"/>
                  </a:lnTo>
                  <a:lnTo>
                    <a:pt x="404642" y="264949"/>
                  </a:lnTo>
                  <a:lnTo>
                    <a:pt x="404596" y="265177"/>
                  </a:lnTo>
                  <a:lnTo>
                    <a:pt x="404394" y="265394"/>
                  </a:lnTo>
                  <a:lnTo>
                    <a:pt x="403975" y="265754"/>
                  </a:lnTo>
                  <a:lnTo>
                    <a:pt x="404215" y="266088"/>
                  </a:lnTo>
                  <a:lnTo>
                    <a:pt x="404225" y="266244"/>
                  </a:lnTo>
                  <a:lnTo>
                    <a:pt x="404069" y="266800"/>
                  </a:lnTo>
                  <a:lnTo>
                    <a:pt x="404380" y="267003"/>
                  </a:lnTo>
                  <a:lnTo>
                    <a:pt x="404860" y="267031"/>
                  </a:lnTo>
                  <a:lnTo>
                    <a:pt x="405301" y="267238"/>
                  </a:lnTo>
                  <a:lnTo>
                    <a:pt x="405598" y="267076"/>
                  </a:lnTo>
                  <a:lnTo>
                    <a:pt x="405585" y="266887"/>
                  </a:lnTo>
                  <a:lnTo>
                    <a:pt x="405852" y="266841"/>
                  </a:lnTo>
                  <a:lnTo>
                    <a:pt x="406227" y="266754"/>
                  </a:lnTo>
                  <a:lnTo>
                    <a:pt x="406631" y="266988"/>
                  </a:lnTo>
                  <a:lnTo>
                    <a:pt x="406709" y="267233"/>
                  </a:lnTo>
                  <a:lnTo>
                    <a:pt x="406685" y="267756"/>
                  </a:lnTo>
                  <a:lnTo>
                    <a:pt x="406754" y="268039"/>
                  </a:lnTo>
                  <a:lnTo>
                    <a:pt x="406840" y="268231"/>
                  </a:lnTo>
                  <a:lnTo>
                    <a:pt x="407115" y="268380"/>
                  </a:lnTo>
                  <a:lnTo>
                    <a:pt x="407222" y="268242"/>
                  </a:lnTo>
                  <a:lnTo>
                    <a:pt x="407382" y="268089"/>
                  </a:lnTo>
                  <a:lnTo>
                    <a:pt x="407461" y="268352"/>
                  </a:lnTo>
                  <a:lnTo>
                    <a:pt x="407407" y="268554"/>
                  </a:lnTo>
                  <a:lnTo>
                    <a:pt x="407257" y="268675"/>
                  </a:lnTo>
                  <a:lnTo>
                    <a:pt x="407278" y="269187"/>
                  </a:lnTo>
                  <a:lnTo>
                    <a:pt x="407191" y="269315"/>
                  </a:lnTo>
                  <a:lnTo>
                    <a:pt x="407120" y="269572"/>
                  </a:lnTo>
                  <a:lnTo>
                    <a:pt x="407277" y="269795"/>
                  </a:lnTo>
                  <a:lnTo>
                    <a:pt x="407639" y="270317"/>
                  </a:lnTo>
                  <a:lnTo>
                    <a:pt x="407819" y="270518"/>
                  </a:lnTo>
                  <a:lnTo>
                    <a:pt x="408099" y="270415"/>
                  </a:lnTo>
                  <a:lnTo>
                    <a:pt x="408219" y="270281"/>
                  </a:lnTo>
                  <a:lnTo>
                    <a:pt x="408600" y="270379"/>
                  </a:lnTo>
                  <a:lnTo>
                    <a:pt x="408993" y="270524"/>
                  </a:lnTo>
                  <a:lnTo>
                    <a:pt x="409253" y="270263"/>
                  </a:lnTo>
                  <a:lnTo>
                    <a:pt x="409577" y="270479"/>
                  </a:lnTo>
                  <a:lnTo>
                    <a:pt x="409871" y="271015"/>
                  </a:lnTo>
                  <a:lnTo>
                    <a:pt x="410223" y="271571"/>
                  </a:lnTo>
                  <a:lnTo>
                    <a:pt x="410401" y="271903"/>
                  </a:lnTo>
                  <a:lnTo>
                    <a:pt x="410394" y="272240"/>
                  </a:lnTo>
                  <a:lnTo>
                    <a:pt x="410369" y="272558"/>
                  </a:lnTo>
                  <a:lnTo>
                    <a:pt x="410116" y="273238"/>
                  </a:lnTo>
                  <a:lnTo>
                    <a:pt x="410270" y="273507"/>
                  </a:lnTo>
                  <a:lnTo>
                    <a:pt x="410607" y="273697"/>
                  </a:lnTo>
                  <a:lnTo>
                    <a:pt x="410680" y="273853"/>
                  </a:lnTo>
                  <a:lnTo>
                    <a:pt x="410609" y="274030"/>
                  </a:lnTo>
                  <a:lnTo>
                    <a:pt x="411052" y="274432"/>
                  </a:lnTo>
                  <a:lnTo>
                    <a:pt x="410992" y="274677"/>
                  </a:lnTo>
                  <a:lnTo>
                    <a:pt x="410908" y="274834"/>
                  </a:lnTo>
                  <a:lnTo>
                    <a:pt x="411069" y="274977"/>
                  </a:lnTo>
                  <a:lnTo>
                    <a:pt x="411227" y="274981"/>
                  </a:lnTo>
                  <a:lnTo>
                    <a:pt x="411493" y="275144"/>
                  </a:lnTo>
                  <a:lnTo>
                    <a:pt x="411914" y="275586"/>
                  </a:lnTo>
                  <a:lnTo>
                    <a:pt x="412154" y="275812"/>
                  </a:lnTo>
                  <a:lnTo>
                    <a:pt x="412449" y="275593"/>
                  </a:lnTo>
                  <a:lnTo>
                    <a:pt x="412551" y="275411"/>
                  </a:lnTo>
                  <a:lnTo>
                    <a:pt x="412574" y="275207"/>
                  </a:lnTo>
                  <a:lnTo>
                    <a:pt x="412496" y="275074"/>
                  </a:lnTo>
                  <a:lnTo>
                    <a:pt x="412846" y="275000"/>
                  </a:lnTo>
                  <a:lnTo>
                    <a:pt x="412843" y="274825"/>
                  </a:lnTo>
                  <a:lnTo>
                    <a:pt x="412821" y="274627"/>
                  </a:lnTo>
                  <a:lnTo>
                    <a:pt x="413076" y="274413"/>
                  </a:lnTo>
                  <a:lnTo>
                    <a:pt x="413402" y="274098"/>
                  </a:lnTo>
                  <a:lnTo>
                    <a:pt x="413578" y="274036"/>
                  </a:lnTo>
                  <a:lnTo>
                    <a:pt x="414032" y="273921"/>
                  </a:lnTo>
                  <a:lnTo>
                    <a:pt x="414129" y="273660"/>
                  </a:lnTo>
                  <a:lnTo>
                    <a:pt x="414179" y="273484"/>
                  </a:lnTo>
                  <a:lnTo>
                    <a:pt x="414240" y="273308"/>
                  </a:lnTo>
                  <a:lnTo>
                    <a:pt x="414326" y="273172"/>
                  </a:lnTo>
                  <a:lnTo>
                    <a:pt x="414349" y="272814"/>
                  </a:lnTo>
                  <a:lnTo>
                    <a:pt x="414334" y="272569"/>
                  </a:lnTo>
                  <a:lnTo>
                    <a:pt x="414460" y="272378"/>
                  </a:lnTo>
                  <a:lnTo>
                    <a:pt x="414761" y="272504"/>
                  </a:lnTo>
                  <a:lnTo>
                    <a:pt x="415029" y="272602"/>
                  </a:lnTo>
                  <a:lnTo>
                    <a:pt x="415040" y="272735"/>
                  </a:lnTo>
                  <a:lnTo>
                    <a:pt x="415182" y="272904"/>
                  </a:lnTo>
                  <a:lnTo>
                    <a:pt x="415385" y="272861"/>
                  </a:lnTo>
                  <a:lnTo>
                    <a:pt x="415828" y="273027"/>
                  </a:lnTo>
                  <a:lnTo>
                    <a:pt x="415981" y="273044"/>
                  </a:lnTo>
                  <a:lnTo>
                    <a:pt x="416644" y="273234"/>
                  </a:lnTo>
                  <a:lnTo>
                    <a:pt x="417021" y="273312"/>
                  </a:lnTo>
                  <a:lnTo>
                    <a:pt x="417012" y="273585"/>
                  </a:lnTo>
                  <a:lnTo>
                    <a:pt x="416974" y="273805"/>
                  </a:lnTo>
                  <a:lnTo>
                    <a:pt x="417068" y="274089"/>
                  </a:lnTo>
                  <a:lnTo>
                    <a:pt x="417210" y="274084"/>
                  </a:lnTo>
                  <a:lnTo>
                    <a:pt x="417343" y="274108"/>
                  </a:lnTo>
                  <a:lnTo>
                    <a:pt x="417598" y="274222"/>
                  </a:lnTo>
                  <a:lnTo>
                    <a:pt x="417784" y="274478"/>
                  </a:lnTo>
                  <a:lnTo>
                    <a:pt x="417839" y="274612"/>
                  </a:lnTo>
                  <a:lnTo>
                    <a:pt x="417909" y="274825"/>
                  </a:lnTo>
                  <a:lnTo>
                    <a:pt x="417859" y="275088"/>
                  </a:lnTo>
                  <a:lnTo>
                    <a:pt x="417996" y="275198"/>
                  </a:lnTo>
                  <a:lnTo>
                    <a:pt x="418125" y="275222"/>
                  </a:lnTo>
                  <a:lnTo>
                    <a:pt x="418711" y="275874"/>
                  </a:lnTo>
                  <a:lnTo>
                    <a:pt x="418966" y="276195"/>
                  </a:lnTo>
                  <a:lnTo>
                    <a:pt x="419011" y="276438"/>
                  </a:lnTo>
                  <a:lnTo>
                    <a:pt x="419105" y="276762"/>
                  </a:lnTo>
                  <a:lnTo>
                    <a:pt x="419505" y="277493"/>
                  </a:lnTo>
                  <a:lnTo>
                    <a:pt x="419688" y="277377"/>
                  </a:lnTo>
                  <a:lnTo>
                    <a:pt x="420082" y="276577"/>
                  </a:lnTo>
                  <a:lnTo>
                    <a:pt x="420562" y="276536"/>
                  </a:lnTo>
                  <a:lnTo>
                    <a:pt x="420903" y="276499"/>
                  </a:lnTo>
                  <a:lnTo>
                    <a:pt x="421173" y="276547"/>
                  </a:lnTo>
                  <a:lnTo>
                    <a:pt x="421454" y="276579"/>
                  </a:lnTo>
                  <a:lnTo>
                    <a:pt x="422155" y="276383"/>
                  </a:lnTo>
                  <a:lnTo>
                    <a:pt x="422403" y="276002"/>
                  </a:lnTo>
                  <a:lnTo>
                    <a:pt x="422512" y="275779"/>
                  </a:lnTo>
                  <a:lnTo>
                    <a:pt x="422717" y="275756"/>
                  </a:lnTo>
                  <a:lnTo>
                    <a:pt x="422873" y="275688"/>
                  </a:lnTo>
                  <a:lnTo>
                    <a:pt x="423203" y="275527"/>
                  </a:lnTo>
                  <a:lnTo>
                    <a:pt x="423665" y="275795"/>
                  </a:lnTo>
                  <a:lnTo>
                    <a:pt x="423729" y="275978"/>
                  </a:lnTo>
                  <a:lnTo>
                    <a:pt x="423786" y="276229"/>
                  </a:lnTo>
                  <a:lnTo>
                    <a:pt x="423864" y="276715"/>
                  </a:lnTo>
                  <a:lnTo>
                    <a:pt x="423948" y="277007"/>
                  </a:lnTo>
                  <a:lnTo>
                    <a:pt x="423945" y="277254"/>
                  </a:lnTo>
                  <a:lnTo>
                    <a:pt x="423963" y="277513"/>
                  </a:lnTo>
                  <a:lnTo>
                    <a:pt x="424177" y="277952"/>
                  </a:lnTo>
                  <a:lnTo>
                    <a:pt x="424563" y="278134"/>
                  </a:lnTo>
                  <a:lnTo>
                    <a:pt x="424782" y="278071"/>
                  </a:lnTo>
                  <a:lnTo>
                    <a:pt x="425004" y="278244"/>
                  </a:lnTo>
                  <a:lnTo>
                    <a:pt x="425124" y="278580"/>
                  </a:lnTo>
                  <a:lnTo>
                    <a:pt x="425380" y="278842"/>
                  </a:lnTo>
                  <a:lnTo>
                    <a:pt x="425795" y="279004"/>
                  </a:lnTo>
                  <a:lnTo>
                    <a:pt x="425973" y="279045"/>
                  </a:lnTo>
                  <a:lnTo>
                    <a:pt x="426055" y="279264"/>
                  </a:lnTo>
                  <a:lnTo>
                    <a:pt x="426038" y="279433"/>
                  </a:lnTo>
                  <a:lnTo>
                    <a:pt x="425878" y="279750"/>
                  </a:lnTo>
                  <a:lnTo>
                    <a:pt x="426146" y="280203"/>
                  </a:lnTo>
                  <a:lnTo>
                    <a:pt x="426468" y="280293"/>
                  </a:lnTo>
                  <a:lnTo>
                    <a:pt x="426649" y="280358"/>
                  </a:lnTo>
                  <a:lnTo>
                    <a:pt x="427019" y="280349"/>
                  </a:lnTo>
                  <a:lnTo>
                    <a:pt x="427174" y="280294"/>
                  </a:lnTo>
                  <a:lnTo>
                    <a:pt x="428313" y="280581"/>
                  </a:lnTo>
                  <a:lnTo>
                    <a:pt x="428453" y="280851"/>
                  </a:lnTo>
                  <a:lnTo>
                    <a:pt x="428390" y="281100"/>
                  </a:lnTo>
                  <a:lnTo>
                    <a:pt x="429924" y="281437"/>
                  </a:lnTo>
                  <a:lnTo>
                    <a:pt x="430109" y="281421"/>
                  </a:lnTo>
                  <a:lnTo>
                    <a:pt x="430311" y="281718"/>
                  </a:lnTo>
                  <a:lnTo>
                    <a:pt x="430410" y="282208"/>
                  </a:lnTo>
                  <a:lnTo>
                    <a:pt x="430570" y="282597"/>
                  </a:lnTo>
                  <a:lnTo>
                    <a:pt x="430724" y="282862"/>
                  </a:lnTo>
                  <a:lnTo>
                    <a:pt x="430691" y="283002"/>
                  </a:lnTo>
                  <a:lnTo>
                    <a:pt x="430833" y="283515"/>
                  </a:lnTo>
                  <a:lnTo>
                    <a:pt x="430874" y="283790"/>
                  </a:lnTo>
                  <a:lnTo>
                    <a:pt x="430755" y="283939"/>
                  </a:lnTo>
                  <a:lnTo>
                    <a:pt x="430607" y="283881"/>
                  </a:lnTo>
                  <a:lnTo>
                    <a:pt x="430324" y="283951"/>
                  </a:lnTo>
                  <a:lnTo>
                    <a:pt x="429969" y="283873"/>
                  </a:lnTo>
                  <a:lnTo>
                    <a:pt x="429195" y="284094"/>
                  </a:lnTo>
                  <a:lnTo>
                    <a:pt x="428787" y="284221"/>
                  </a:lnTo>
                  <a:lnTo>
                    <a:pt x="428084" y="284463"/>
                  </a:lnTo>
                  <a:lnTo>
                    <a:pt x="427465" y="284875"/>
                  </a:lnTo>
                  <a:lnTo>
                    <a:pt x="427021" y="285435"/>
                  </a:lnTo>
                  <a:lnTo>
                    <a:pt x="426712" y="285626"/>
                  </a:lnTo>
                  <a:lnTo>
                    <a:pt x="426203" y="285977"/>
                  </a:lnTo>
                  <a:lnTo>
                    <a:pt x="426154" y="286218"/>
                  </a:lnTo>
                  <a:lnTo>
                    <a:pt x="425984" y="286357"/>
                  </a:lnTo>
                  <a:lnTo>
                    <a:pt x="425581" y="286339"/>
                  </a:lnTo>
                  <a:lnTo>
                    <a:pt x="425567" y="286621"/>
                  </a:lnTo>
                  <a:lnTo>
                    <a:pt x="425269" y="287063"/>
                  </a:lnTo>
                  <a:lnTo>
                    <a:pt x="424842" y="286945"/>
                  </a:lnTo>
                  <a:lnTo>
                    <a:pt x="424663" y="286948"/>
                  </a:lnTo>
                  <a:lnTo>
                    <a:pt x="424516" y="287169"/>
                  </a:lnTo>
                  <a:lnTo>
                    <a:pt x="423896" y="287246"/>
                  </a:lnTo>
                  <a:lnTo>
                    <a:pt x="423552" y="287504"/>
                  </a:lnTo>
                  <a:lnTo>
                    <a:pt x="423400" y="287737"/>
                  </a:lnTo>
                  <a:lnTo>
                    <a:pt x="423261" y="287752"/>
                  </a:lnTo>
                  <a:lnTo>
                    <a:pt x="423050" y="287762"/>
                  </a:lnTo>
                  <a:lnTo>
                    <a:pt x="422843" y="288045"/>
                  </a:lnTo>
                  <a:lnTo>
                    <a:pt x="422601" y="288596"/>
                  </a:lnTo>
                  <a:lnTo>
                    <a:pt x="422218" y="288897"/>
                  </a:lnTo>
                  <a:lnTo>
                    <a:pt x="422179" y="289256"/>
                  </a:lnTo>
                  <a:lnTo>
                    <a:pt x="422165" y="289455"/>
                  </a:lnTo>
                  <a:lnTo>
                    <a:pt x="422372" y="289768"/>
                  </a:lnTo>
                  <a:lnTo>
                    <a:pt x="422668" y="289951"/>
                  </a:lnTo>
                  <a:lnTo>
                    <a:pt x="422772" y="290357"/>
                  </a:lnTo>
                  <a:lnTo>
                    <a:pt x="422944" y="290762"/>
                  </a:lnTo>
                  <a:lnTo>
                    <a:pt x="422523" y="291020"/>
                  </a:lnTo>
                  <a:lnTo>
                    <a:pt x="422638" y="291506"/>
                  </a:lnTo>
                  <a:lnTo>
                    <a:pt x="422909" y="291640"/>
                  </a:lnTo>
                  <a:lnTo>
                    <a:pt x="423133" y="291596"/>
                  </a:lnTo>
                  <a:lnTo>
                    <a:pt x="422998" y="291975"/>
                  </a:lnTo>
                  <a:lnTo>
                    <a:pt x="422749" y="292125"/>
                  </a:lnTo>
                  <a:lnTo>
                    <a:pt x="422389" y="292431"/>
                  </a:lnTo>
                  <a:lnTo>
                    <a:pt x="421849" y="292661"/>
                  </a:lnTo>
                  <a:lnTo>
                    <a:pt x="421678" y="292684"/>
                  </a:lnTo>
                  <a:lnTo>
                    <a:pt x="421533" y="292792"/>
                  </a:lnTo>
                  <a:lnTo>
                    <a:pt x="420993" y="292857"/>
                  </a:lnTo>
                  <a:lnTo>
                    <a:pt x="420768" y="292712"/>
                  </a:lnTo>
                  <a:lnTo>
                    <a:pt x="420493" y="292560"/>
                  </a:lnTo>
                  <a:lnTo>
                    <a:pt x="419853" y="292710"/>
                  </a:lnTo>
                  <a:lnTo>
                    <a:pt x="419512" y="293427"/>
                  </a:lnTo>
                  <a:lnTo>
                    <a:pt x="419342" y="294128"/>
                  </a:lnTo>
                  <a:lnTo>
                    <a:pt x="419224" y="294415"/>
                  </a:lnTo>
                  <a:lnTo>
                    <a:pt x="419185" y="294576"/>
                  </a:lnTo>
                  <a:lnTo>
                    <a:pt x="419102" y="294728"/>
                  </a:lnTo>
                  <a:lnTo>
                    <a:pt x="419241" y="296050"/>
                  </a:lnTo>
                  <a:lnTo>
                    <a:pt x="419337" y="296258"/>
                  </a:lnTo>
                  <a:lnTo>
                    <a:pt x="419479" y="296568"/>
                  </a:lnTo>
                  <a:lnTo>
                    <a:pt x="419748" y="296754"/>
                  </a:lnTo>
                  <a:lnTo>
                    <a:pt x="420002" y="296827"/>
                  </a:lnTo>
                  <a:lnTo>
                    <a:pt x="420273" y="297029"/>
                  </a:lnTo>
                  <a:lnTo>
                    <a:pt x="420302" y="297288"/>
                  </a:lnTo>
                  <a:lnTo>
                    <a:pt x="420402" y="297643"/>
                  </a:lnTo>
                  <a:lnTo>
                    <a:pt x="420790" y="297796"/>
                  </a:lnTo>
                  <a:lnTo>
                    <a:pt x="420915" y="297980"/>
                  </a:lnTo>
                  <a:lnTo>
                    <a:pt x="420901" y="298126"/>
                  </a:lnTo>
                  <a:lnTo>
                    <a:pt x="420933" y="298300"/>
                  </a:lnTo>
                  <a:lnTo>
                    <a:pt x="420965" y="298581"/>
                  </a:lnTo>
                  <a:lnTo>
                    <a:pt x="420642" y="298835"/>
                  </a:lnTo>
                  <a:lnTo>
                    <a:pt x="420926" y="299368"/>
                  </a:lnTo>
                  <a:lnTo>
                    <a:pt x="421024" y="299563"/>
                  </a:lnTo>
                  <a:lnTo>
                    <a:pt x="421281" y="299748"/>
                  </a:lnTo>
                  <a:lnTo>
                    <a:pt x="421495" y="299298"/>
                  </a:lnTo>
                  <a:lnTo>
                    <a:pt x="421806" y="299518"/>
                  </a:lnTo>
                  <a:lnTo>
                    <a:pt x="422289" y="299521"/>
                  </a:lnTo>
                  <a:lnTo>
                    <a:pt x="422472" y="299776"/>
                  </a:lnTo>
                  <a:lnTo>
                    <a:pt x="422546" y="300001"/>
                  </a:lnTo>
                  <a:lnTo>
                    <a:pt x="422728" y="300007"/>
                  </a:lnTo>
                  <a:lnTo>
                    <a:pt x="422955" y="300055"/>
                  </a:lnTo>
                  <a:lnTo>
                    <a:pt x="423405" y="300347"/>
                  </a:lnTo>
                  <a:lnTo>
                    <a:pt x="423339" y="300737"/>
                  </a:lnTo>
                  <a:lnTo>
                    <a:pt x="423267" y="300878"/>
                  </a:lnTo>
                  <a:lnTo>
                    <a:pt x="423434" y="301079"/>
                  </a:lnTo>
                  <a:lnTo>
                    <a:pt x="423579" y="301593"/>
                  </a:lnTo>
                  <a:lnTo>
                    <a:pt x="423935" y="302113"/>
                  </a:lnTo>
                  <a:lnTo>
                    <a:pt x="424066" y="302110"/>
                  </a:lnTo>
                  <a:lnTo>
                    <a:pt x="424299" y="302387"/>
                  </a:lnTo>
                  <a:lnTo>
                    <a:pt x="424411" y="302700"/>
                  </a:lnTo>
                  <a:lnTo>
                    <a:pt x="424473" y="302920"/>
                  </a:lnTo>
                  <a:lnTo>
                    <a:pt x="424816" y="303160"/>
                  </a:lnTo>
                  <a:lnTo>
                    <a:pt x="424946" y="303116"/>
                  </a:lnTo>
                  <a:lnTo>
                    <a:pt x="425105" y="303163"/>
                  </a:lnTo>
                  <a:lnTo>
                    <a:pt x="424852" y="303452"/>
                  </a:lnTo>
                  <a:lnTo>
                    <a:pt x="424598" y="303642"/>
                  </a:lnTo>
                  <a:lnTo>
                    <a:pt x="424335" y="304199"/>
                  </a:lnTo>
                  <a:lnTo>
                    <a:pt x="424327" y="304410"/>
                  </a:lnTo>
                  <a:lnTo>
                    <a:pt x="424123" y="304651"/>
                  </a:lnTo>
                  <a:lnTo>
                    <a:pt x="424273" y="305248"/>
                  </a:lnTo>
                  <a:lnTo>
                    <a:pt x="424036" y="305620"/>
                  </a:lnTo>
                  <a:lnTo>
                    <a:pt x="424008" y="305772"/>
                  </a:lnTo>
                  <a:lnTo>
                    <a:pt x="424031" y="306072"/>
                  </a:lnTo>
                  <a:lnTo>
                    <a:pt x="424160" y="306100"/>
                  </a:lnTo>
                  <a:lnTo>
                    <a:pt x="424417" y="306139"/>
                  </a:lnTo>
                  <a:lnTo>
                    <a:pt x="424616" y="306290"/>
                  </a:lnTo>
                  <a:lnTo>
                    <a:pt x="424918" y="306551"/>
                  </a:lnTo>
                  <a:lnTo>
                    <a:pt x="425016" y="307028"/>
                  </a:lnTo>
                  <a:lnTo>
                    <a:pt x="425155" y="307073"/>
                  </a:lnTo>
                  <a:lnTo>
                    <a:pt x="425306" y="307051"/>
                  </a:lnTo>
                  <a:lnTo>
                    <a:pt x="425679" y="307075"/>
                  </a:lnTo>
                  <a:lnTo>
                    <a:pt x="425952" y="307111"/>
                  </a:lnTo>
                  <a:lnTo>
                    <a:pt x="425993" y="307238"/>
                  </a:lnTo>
                  <a:lnTo>
                    <a:pt x="425910" y="307410"/>
                  </a:lnTo>
                  <a:lnTo>
                    <a:pt x="425635" y="307525"/>
                  </a:lnTo>
                  <a:lnTo>
                    <a:pt x="425476" y="307401"/>
                  </a:lnTo>
                  <a:lnTo>
                    <a:pt x="425040" y="307655"/>
                  </a:lnTo>
                  <a:lnTo>
                    <a:pt x="424886" y="307999"/>
                  </a:lnTo>
                  <a:lnTo>
                    <a:pt x="424634" y="308352"/>
                  </a:lnTo>
                  <a:lnTo>
                    <a:pt x="424476" y="308414"/>
                  </a:lnTo>
                  <a:lnTo>
                    <a:pt x="424207" y="308556"/>
                  </a:lnTo>
                  <a:lnTo>
                    <a:pt x="423899" y="308831"/>
                  </a:lnTo>
                  <a:lnTo>
                    <a:pt x="423734" y="308912"/>
                  </a:lnTo>
                  <a:lnTo>
                    <a:pt x="423699" y="309301"/>
                  </a:lnTo>
                  <a:lnTo>
                    <a:pt x="423823" y="309488"/>
                  </a:lnTo>
                  <a:lnTo>
                    <a:pt x="424014" y="309841"/>
                  </a:lnTo>
                  <a:lnTo>
                    <a:pt x="423991" y="310032"/>
                  </a:lnTo>
                  <a:lnTo>
                    <a:pt x="424099" y="310389"/>
                  </a:lnTo>
                  <a:lnTo>
                    <a:pt x="424347" y="310457"/>
                  </a:lnTo>
                  <a:lnTo>
                    <a:pt x="424490" y="310885"/>
                  </a:lnTo>
                  <a:lnTo>
                    <a:pt x="424863" y="310923"/>
                  </a:lnTo>
                  <a:lnTo>
                    <a:pt x="424895" y="311137"/>
                  </a:lnTo>
                  <a:lnTo>
                    <a:pt x="424398" y="312285"/>
                  </a:lnTo>
                  <a:lnTo>
                    <a:pt x="424649" y="312461"/>
                  </a:lnTo>
                  <a:lnTo>
                    <a:pt x="425615" y="312530"/>
                  </a:lnTo>
                  <a:lnTo>
                    <a:pt x="425793" y="312330"/>
                  </a:lnTo>
                  <a:lnTo>
                    <a:pt x="425850" y="312459"/>
                  </a:lnTo>
                  <a:lnTo>
                    <a:pt x="426103" y="312359"/>
                  </a:lnTo>
                  <a:lnTo>
                    <a:pt x="426335" y="312395"/>
                  </a:lnTo>
                  <a:lnTo>
                    <a:pt x="426416" y="312537"/>
                  </a:lnTo>
                  <a:lnTo>
                    <a:pt x="426551" y="312645"/>
                  </a:lnTo>
                  <a:lnTo>
                    <a:pt x="427243" y="312946"/>
                  </a:lnTo>
                  <a:lnTo>
                    <a:pt x="427528" y="313151"/>
                  </a:lnTo>
                  <a:lnTo>
                    <a:pt x="427696" y="313275"/>
                  </a:lnTo>
                  <a:lnTo>
                    <a:pt x="427563" y="314234"/>
                  </a:lnTo>
                  <a:lnTo>
                    <a:pt x="427865" y="314450"/>
                  </a:lnTo>
                  <a:lnTo>
                    <a:pt x="428132" y="314662"/>
                  </a:lnTo>
                  <a:lnTo>
                    <a:pt x="428712" y="315322"/>
                  </a:lnTo>
                  <a:lnTo>
                    <a:pt x="429163" y="315533"/>
                  </a:lnTo>
                  <a:lnTo>
                    <a:pt x="429319" y="315684"/>
                  </a:lnTo>
                  <a:lnTo>
                    <a:pt x="429640" y="315974"/>
                  </a:lnTo>
                  <a:lnTo>
                    <a:pt x="429947" y="316026"/>
                  </a:lnTo>
                  <a:lnTo>
                    <a:pt x="430121" y="316358"/>
                  </a:lnTo>
                  <a:lnTo>
                    <a:pt x="430395" y="316530"/>
                  </a:lnTo>
                  <a:lnTo>
                    <a:pt x="430622" y="316637"/>
                  </a:lnTo>
                  <a:lnTo>
                    <a:pt x="430634" y="317218"/>
                  </a:lnTo>
                  <a:lnTo>
                    <a:pt x="430705" y="317382"/>
                  </a:lnTo>
                  <a:lnTo>
                    <a:pt x="430438" y="317595"/>
                  </a:lnTo>
                  <a:lnTo>
                    <a:pt x="430244" y="317775"/>
                  </a:lnTo>
                  <a:lnTo>
                    <a:pt x="430328" y="318069"/>
                  </a:lnTo>
                  <a:lnTo>
                    <a:pt x="430325" y="318302"/>
                  </a:lnTo>
                  <a:lnTo>
                    <a:pt x="430428" y="318441"/>
                  </a:lnTo>
                  <a:lnTo>
                    <a:pt x="430505" y="318646"/>
                  </a:lnTo>
                  <a:lnTo>
                    <a:pt x="430576" y="319212"/>
                  </a:lnTo>
                  <a:lnTo>
                    <a:pt x="430862" y="319868"/>
                  </a:lnTo>
                  <a:lnTo>
                    <a:pt x="430868" y="320066"/>
                  </a:lnTo>
                  <a:lnTo>
                    <a:pt x="431041" y="319996"/>
                  </a:lnTo>
                  <a:lnTo>
                    <a:pt x="431273" y="320084"/>
                  </a:lnTo>
                  <a:lnTo>
                    <a:pt x="431372" y="320569"/>
                  </a:lnTo>
                  <a:lnTo>
                    <a:pt x="431338" y="320750"/>
                  </a:lnTo>
                  <a:lnTo>
                    <a:pt x="431395" y="320993"/>
                  </a:lnTo>
                  <a:lnTo>
                    <a:pt x="431552" y="321263"/>
                  </a:lnTo>
                  <a:lnTo>
                    <a:pt x="431244" y="321513"/>
                  </a:lnTo>
                  <a:lnTo>
                    <a:pt x="431233" y="321726"/>
                  </a:lnTo>
                  <a:lnTo>
                    <a:pt x="431230" y="321941"/>
                  </a:lnTo>
                  <a:lnTo>
                    <a:pt x="431341" y="322197"/>
                  </a:lnTo>
                  <a:lnTo>
                    <a:pt x="431479" y="322432"/>
                  </a:lnTo>
                  <a:lnTo>
                    <a:pt x="431172" y="322788"/>
                  </a:lnTo>
                  <a:lnTo>
                    <a:pt x="431044" y="322963"/>
                  </a:lnTo>
                  <a:lnTo>
                    <a:pt x="431368" y="323521"/>
                  </a:lnTo>
                  <a:lnTo>
                    <a:pt x="431364" y="323743"/>
                  </a:lnTo>
                  <a:lnTo>
                    <a:pt x="431362" y="323945"/>
                  </a:lnTo>
                  <a:lnTo>
                    <a:pt x="431585" y="324209"/>
                  </a:lnTo>
                  <a:lnTo>
                    <a:pt x="431278" y="324674"/>
                  </a:lnTo>
                  <a:lnTo>
                    <a:pt x="431292" y="324910"/>
                  </a:lnTo>
                  <a:lnTo>
                    <a:pt x="431261" y="325150"/>
                  </a:lnTo>
                  <a:lnTo>
                    <a:pt x="431182" y="325371"/>
                  </a:lnTo>
                  <a:lnTo>
                    <a:pt x="431194" y="325697"/>
                  </a:lnTo>
                  <a:lnTo>
                    <a:pt x="431172" y="326382"/>
                  </a:lnTo>
                  <a:lnTo>
                    <a:pt x="431169" y="326721"/>
                  </a:lnTo>
                  <a:lnTo>
                    <a:pt x="431018" y="327082"/>
                  </a:lnTo>
                  <a:lnTo>
                    <a:pt x="431028" y="327489"/>
                  </a:lnTo>
                  <a:lnTo>
                    <a:pt x="431177" y="327619"/>
                  </a:lnTo>
                  <a:lnTo>
                    <a:pt x="433223" y="330206"/>
                  </a:lnTo>
                  <a:lnTo>
                    <a:pt x="433026" y="330629"/>
                  </a:lnTo>
                  <a:lnTo>
                    <a:pt x="433274" y="331113"/>
                  </a:lnTo>
                  <a:lnTo>
                    <a:pt x="433338" y="331289"/>
                  </a:lnTo>
                  <a:lnTo>
                    <a:pt x="433210" y="331737"/>
                  </a:lnTo>
                  <a:lnTo>
                    <a:pt x="433161" y="332273"/>
                  </a:lnTo>
                  <a:lnTo>
                    <a:pt x="433195" y="332499"/>
                  </a:lnTo>
                  <a:lnTo>
                    <a:pt x="433395" y="333234"/>
                  </a:lnTo>
                  <a:lnTo>
                    <a:pt x="433346" y="333551"/>
                  </a:lnTo>
                  <a:lnTo>
                    <a:pt x="432531" y="333960"/>
                  </a:lnTo>
                  <a:lnTo>
                    <a:pt x="432278" y="334121"/>
                  </a:lnTo>
                  <a:lnTo>
                    <a:pt x="431985" y="334344"/>
                  </a:lnTo>
                  <a:lnTo>
                    <a:pt x="431085" y="335072"/>
                  </a:lnTo>
                  <a:lnTo>
                    <a:pt x="430830" y="335358"/>
                  </a:lnTo>
                  <a:lnTo>
                    <a:pt x="430687" y="335554"/>
                  </a:lnTo>
                  <a:lnTo>
                    <a:pt x="430577" y="335708"/>
                  </a:lnTo>
                  <a:lnTo>
                    <a:pt x="429921" y="336455"/>
                  </a:lnTo>
                  <a:lnTo>
                    <a:pt x="429108" y="336824"/>
                  </a:lnTo>
                  <a:lnTo>
                    <a:pt x="428820" y="336922"/>
                  </a:lnTo>
                  <a:lnTo>
                    <a:pt x="428333" y="337186"/>
                  </a:lnTo>
                  <a:lnTo>
                    <a:pt x="428206" y="337230"/>
                  </a:lnTo>
                  <a:lnTo>
                    <a:pt x="427083" y="337747"/>
                  </a:lnTo>
                  <a:lnTo>
                    <a:pt x="426860" y="337837"/>
                  </a:lnTo>
                  <a:lnTo>
                    <a:pt x="426674" y="337894"/>
                  </a:lnTo>
                  <a:lnTo>
                    <a:pt x="426366" y="337964"/>
                  </a:lnTo>
                  <a:lnTo>
                    <a:pt x="425748" y="338043"/>
                  </a:lnTo>
                  <a:lnTo>
                    <a:pt x="425508" y="338054"/>
                  </a:lnTo>
                  <a:lnTo>
                    <a:pt x="425280" y="338025"/>
                  </a:lnTo>
                  <a:lnTo>
                    <a:pt x="424374" y="337822"/>
                  </a:lnTo>
                  <a:lnTo>
                    <a:pt x="423824" y="337651"/>
                  </a:lnTo>
                  <a:lnTo>
                    <a:pt x="423420" y="337505"/>
                  </a:lnTo>
                  <a:lnTo>
                    <a:pt x="422077" y="336964"/>
                  </a:lnTo>
                  <a:lnTo>
                    <a:pt x="421672" y="336760"/>
                  </a:lnTo>
                  <a:lnTo>
                    <a:pt x="421420" y="336600"/>
                  </a:lnTo>
                  <a:lnTo>
                    <a:pt x="420683" y="336045"/>
                  </a:lnTo>
                  <a:lnTo>
                    <a:pt x="420375" y="335829"/>
                  </a:lnTo>
                  <a:lnTo>
                    <a:pt x="420090" y="335663"/>
                  </a:lnTo>
                  <a:lnTo>
                    <a:pt x="419678" y="335357"/>
                  </a:lnTo>
                  <a:lnTo>
                    <a:pt x="419243" y="334971"/>
                  </a:lnTo>
                  <a:lnTo>
                    <a:pt x="418947" y="334660"/>
                  </a:lnTo>
                  <a:lnTo>
                    <a:pt x="418686" y="334413"/>
                  </a:lnTo>
                  <a:lnTo>
                    <a:pt x="418413" y="334342"/>
                  </a:lnTo>
                  <a:lnTo>
                    <a:pt x="418077" y="334072"/>
                  </a:lnTo>
                  <a:lnTo>
                    <a:pt x="417500" y="333584"/>
                  </a:lnTo>
                  <a:lnTo>
                    <a:pt x="416958" y="333126"/>
                  </a:lnTo>
                  <a:lnTo>
                    <a:pt x="416521" y="332843"/>
                  </a:lnTo>
                  <a:lnTo>
                    <a:pt x="415987" y="332627"/>
                  </a:lnTo>
                  <a:lnTo>
                    <a:pt x="415731" y="332584"/>
                  </a:lnTo>
                  <a:lnTo>
                    <a:pt x="415503" y="332580"/>
                  </a:lnTo>
                  <a:lnTo>
                    <a:pt x="415310" y="332610"/>
                  </a:lnTo>
                  <a:lnTo>
                    <a:pt x="414729" y="332752"/>
                  </a:lnTo>
                  <a:lnTo>
                    <a:pt x="413961" y="333045"/>
                  </a:lnTo>
                  <a:lnTo>
                    <a:pt x="413774" y="333087"/>
                  </a:lnTo>
                  <a:lnTo>
                    <a:pt x="413531" y="333104"/>
                  </a:lnTo>
                  <a:lnTo>
                    <a:pt x="413300" y="333099"/>
                  </a:lnTo>
                  <a:lnTo>
                    <a:pt x="412830" y="333069"/>
                  </a:lnTo>
                  <a:lnTo>
                    <a:pt x="412411" y="333003"/>
                  </a:lnTo>
                  <a:lnTo>
                    <a:pt x="412215" y="332990"/>
                  </a:lnTo>
                  <a:lnTo>
                    <a:pt x="411621" y="333034"/>
                  </a:lnTo>
                  <a:lnTo>
                    <a:pt x="410806" y="333023"/>
                  </a:lnTo>
                  <a:lnTo>
                    <a:pt x="409775" y="332941"/>
                  </a:lnTo>
                  <a:lnTo>
                    <a:pt x="409457" y="332893"/>
                  </a:lnTo>
                  <a:lnTo>
                    <a:pt x="409226" y="332837"/>
                  </a:lnTo>
                  <a:lnTo>
                    <a:pt x="409007" y="333616"/>
                  </a:lnTo>
                  <a:lnTo>
                    <a:pt x="408523" y="333754"/>
                  </a:lnTo>
                  <a:lnTo>
                    <a:pt x="408142" y="333884"/>
                  </a:lnTo>
                  <a:lnTo>
                    <a:pt x="407872" y="334653"/>
                  </a:lnTo>
                  <a:lnTo>
                    <a:pt x="407861" y="335075"/>
                  </a:lnTo>
                  <a:lnTo>
                    <a:pt x="407698" y="335130"/>
                  </a:lnTo>
                  <a:lnTo>
                    <a:pt x="407851" y="335479"/>
                  </a:lnTo>
                  <a:lnTo>
                    <a:pt x="407600" y="335823"/>
                  </a:lnTo>
                  <a:lnTo>
                    <a:pt x="407456" y="335839"/>
                  </a:lnTo>
                  <a:lnTo>
                    <a:pt x="407391" y="335982"/>
                  </a:lnTo>
                  <a:lnTo>
                    <a:pt x="407453" y="336368"/>
                  </a:lnTo>
                  <a:lnTo>
                    <a:pt x="407632" y="336366"/>
                  </a:lnTo>
                  <a:lnTo>
                    <a:pt x="407780" y="336414"/>
                  </a:lnTo>
                  <a:lnTo>
                    <a:pt x="407885" y="336618"/>
                  </a:lnTo>
                  <a:lnTo>
                    <a:pt x="407865" y="336817"/>
                  </a:lnTo>
                  <a:lnTo>
                    <a:pt x="407816" y="337043"/>
                  </a:lnTo>
                  <a:lnTo>
                    <a:pt x="407723" y="337216"/>
                  </a:lnTo>
                  <a:lnTo>
                    <a:pt x="407626" y="337362"/>
                  </a:lnTo>
                  <a:lnTo>
                    <a:pt x="407411" y="337585"/>
                  </a:lnTo>
                  <a:lnTo>
                    <a:pt x="407278" y="337559"/>
                  </a:lnTo>
                  <a:lnTo>
                    <a:pt x="407110" y="337557"/>
                  </a:lnTo>
                  <a:lnTo>
                    <a:pt x="407056" y="337752"/>
                  </a:lnTo>
                  <a:lnTo>
                    <a:pt x="406634" y="337920"/>
                  </a:lnTo>
                  <a:lnTo>
                    <a:pt x="406464" y="338192"/>
                  </a:lnTo>
                  <a:lnTo>
                    <a:pt x="406351" y="338407"/>
                  </a:lnTo>
                  <a:lnTo>
                    <a:pt x="406027" y="338470"/>
                  </a:lnTo>
                  <a:lnTo>
                    <a:pt x="405836" y="338922"/>
                  </a:lnTo>
                  <a:lnTo>
                    <a:pt x="405639" y="339088"/>
                  </a:lnTo>
                  <a:lnTo>
                    <a:pt x="405659" y="339561"/>
                  </a:lnTo>
                  <a:lnTo>
                    <a:pt x="405199" y="339927"/>
                  </a:lnTo>
                  <a:lnTo>
                    <a:pt x="404908" y="339910"/>
                  </a:lnTo>
                  <a:lnTo>
                    <a:pt x="404579" y="340083"/>
                  </a:lnTo>
                  <a:lnTo>
                    <a:pt x="404164" y="340383"/>
                  </a:lnTo>
                  <a:lnTo>
                    <a:pt x="403894" y="340631"/>
                  </a:lnTo>
                  <a:lnTo>
                    <a:pt x="403710" y="340823"/>
                  </a:lnTo>
                  <a:lnTo>
                    <a:pt x="403190" y="341179"/>
                  </a:lnTo>
                  <a:lnTo>
                    <a:pt x="402398" y="341292"/>
                  </a:lnTo>
                  <a:lnTo>
                    <a:pt x="402052" y="341377"/>
                  </a:lnTo>
                  <a:lnTo>
                    <a:pt x="401866" y="341754"/>
                  </a:lnTo>
                  <a:lnTo>
                    <a:pt x="401651" y="341815"/>
                  </a:lnTo>
                  <a:lnTo>
                    <a:pt x="401246" y="341852"/>
                  </a:lnTo>
                  <a:lnTo>
                    <a:pt x="400871" y="342184"/>
                  </a:lnTo>
                  <a:lnTo>
                    <a:pt x="400688" y="342305"/>
                  </a:lnTo>
                  <a:lnTo>
                    <a:pt x="400445" y="342434"/>
                  </a:lnTo>
                  <a:lnTo>
                    <a:pt x="400084" y="342358"/>
                  </a:lnTo>
                  <a:lnTo>
                    <a:pt x="399951" y="342363"/>
                  </a:lnTo>
                  <a:lnTo>
                    <a:pt x="399748" y="342015"/>
                  </a:lnTo>
                  <a:lnTo>
                    <a:pt x="399424" y="341712"/>
                  </a:lnTo>
                  <a:lnTo>
                    <a:pt x="399749" y="341412"/>
                  </a:lnTo>
                  <a:lnTo>
                    <a:pt x="400075" y="341122"/>
                  </a:lnTo>
                  <a:lnTo>
                    <a:pt x="399908" y="340955"/>
                  </a:lnTo>
                  <a:lnTo>
                    <a:pt x="399618" y="340856"/>
                  </a:lnTo>
                  <a:lnTo>
                    <a:pt x="399004" y="340953"/>
                  </a:lnTo>
                  <a:lnTo>
                    <a:pt x="398805" y="340975"/>
                  </a:lnTo>
                  <a:lnTo>
                    <a:pt x="398421" y="341104"/>
                  </a:lnTo>
                  <a:lnTo>
                    <a:pt x="398277" y="341095"/>
                  </a:lnTo>
                  <a:lnTo>
                    <a:pt x="397867" y="341067"/>
                  </a:lnTo>
                  <a:lnTo>
                    <a:pt x="397519" y="341046"/>
                  </a:lnTo>
                  <a:lnTo>
                    <a:pt x="397383" y="340994"/>
                  </a:lnTo>
                  <a:lnTo>
                    <a:pt x="397221" y="340964"/>
                  </a:lnTo>
                  <a:lnTo>
                    <a:pt x="396889" y="340927"/>
                  </a:lnTo>
                  <a:lnTo>
                    <a:pt x="396463" y="340937"/>
                  </a:lnTo>
                  <a:lnTo>
                    <a:pt x="396086" y="340872"/>
                  </a:lnTo>
                  <a:lnTo>
                    <a:pt x="395829" y="340914"/>
                  </a:lnTo>
                  <a:lnTo>
                    <a:pt x="395697" y="340851"/>
                  </a:lnTo>
                  <a:lnTo>
                    <a:pt x="395470" y="340829"/>
                  </a:lnTo>
                  <a:lnTo>
                    <a:pt x="395280" y="340789"/>
                  </a:lnTo>
                  <a:lnTo>
                    <a:pt x="395034" y="340540"/>
                  </a:lnTo>
                  <a:lnTo>
                    <a:pt x="394783" y="340181"/>
                  </a:lnTo>
                  <a:lnTo>
                    <a:pt x="394486" y="339777"/>
                  </a:lnTo>
                  <a:lnTo>
                    <a:pt x="393882" y="339804"/>
                  </a:lnTo>
                  <a:lnTo>
                    <a:pt x="393615" y="340540"/>
                  </a:lnTo>
                  <a:lnTo>
                    <a:pt x="393725" y="340803"/>
                  </a:lnTo>
                  <a:lnTo>
                    <a:pt x="394033" y="340968"/>
                  </a:lnTo>
                  <a:lnTo>
                    <a:pt x="394242" y="341121"/>
                  </a:lnTo>
                  <a:lnTo>
                    <a:pt x="394579" y="341186"/>
                  </a:lnTo>
                  <a:lnTo>
                    <a:pt x="394938" y="341095"/>
                  </a:lnTo>
                  <a:lnTo>
                    <a:pt x="394979" y="341355"/>
                  </a:lnTo>
                  <a:lnTo>
                    <a:pt x="394985" y="341762"/>
                  </a:lnTo>
                  <a:lnTo>
                    <a:pt x="394728" y="341752"/>
                  </a:lnTo>
                  <a:lnTo>
                    <a:pt x="394451" y="343095"/>
                  </a:lnTo>
                  <a:lnTo>
                    <a:pt x="394457" y="343348"/>
                  </a:lnTo>
                  <a:lnTo>
                    <a:pt x="394208" y="343407"/>
                  </a:lnTo>
                  <a:lnTo>
                    <a:pt x="394047" y="343586"/>
                  </a:lnTo>
                  <a:lnTo>
                    <a:pt x="394336" y="343624"/>
                  </a:lnTo>
                  <a:lnTo>
                    <a:pt x="394802" y="343723"/>
                  </a:lnTo>
                  <a:lnTo>
                    <a:pt x="394998" y="343525"/>
                  </a:lnTo>
                  <a:lnTo>
                    <a:pt x="395195" y="343475"/>
                  </a:lnTo>
                  <a:lnTo>
                    <a:pt x="395588" y="343241"/>
                  </a:lnTo>
                  <a:lnTo>
                    <a:pt x="395803" y="343280"/>
                  </a:lnTo>
                  <a:lnTo>
                    <a:pt x="396268" y="343437"/>
                  </a:lnTo>
                  <a:lnTo>
                    <a:pt x="396239" y="343820"/>
                  </a:lnTo>
                  <a:lnTo>
                    <a:pt x="395945" y="343893"/>
                  </a:lnTo>
                  <a:lnTo>
                    <a:pt x="395538" y="344094"/>
                  </a:lnTo>
                  <a:lnTo>
                    <a:pt x="395413" y="344419"/>
                  </a:lnTo>
                  <a:lnTo>
                    <a:pt x="395433" y="344564"/>
                  </a:lnTo>
                  <a:lnTo>
                    <a:pt x="395553" y="344717"/>
                  </a:lnTo>
                  <a:lnTo>
                    <a:pt x="395540" y="345014"/>
                  </a:lnTo>
                  <a:lnTo>
                    <a:pt x="395337" y="345743"/>
                  </a:lnTo>
                  <a:lnTo>
                    <a:pt x="395411" y="346010"/>
                  </a:lnTo>
                  <a:lnTo>
                    <a:pt x="395164" y="346342"/>
                  </a:lnTo>
                  <a:lnTo>
                    <a:pt x="395454" y="346565"/>
                  </a:lnTo>
                  <a:lnTo>
                    <a:pt x="395485" y="346888"/>
                  </a:lnTo>
                  <a:lnTo>
                    <a:pt x="395580" y="347148"/>
                  </a:lnTo>
                  <a:lnTo>
                    <a:pt x="395445" y="347462"/>
                  </a:lnTo>
                  <a:lnTo>
                    <a:pt x="395165" y="347407"/>
                  </a:lnTo>
                  <a:lnTo>
                    <a:pt x="394839" y="347259"/>
                  </a:lnTo>
                  <a:lnTo>
                    <a:pt x="394618" y="347221"/>
                  </a:lnTo>
                  <a:lnTo>
                    <a:pt x="394389" y="347354"/>
                  </a:lnTo>
                  <a:lnTo>
                    <a:pt x="393890" y="347079"/>
                  </a:lnTo>
                  <a:lnTo>
                    <a:pt x="393627" y="346975"/>
                  </a:lnTo>
                  <a:lnTo>
                    <a:pt x="392823" y="346782"/>
                  </a:lnTo>
                  <a:lnTo>
                    <a:pt x="392783" y="346551"/>
                  </a:lnTo>
                  <a:lnTo>
                    <a:pt x="393022" y="346315"/>
                  </a:lnTo>
                  <a:lnTo>
                    <a:pt x="393264" y="346074"/>
                  </a:lnTo>
                  <a:lnTo>
                    <a:pt x="393204" y="345835"/>
                  </a:lnTo>
                  <a:lnTo>
                    <a:pt x="393215" y="345373"/>
                  </a:lnTo>
                  <a:lnTo>
                    <a:pt x="392634" y="345285"/>
                  </a:lnTo>
                  <a:lnTo>
                    <a:pt x="392165" y="345225"/>
                  </a:lnTo>
                  <a:lnTo>
                    <a:pt x="391534" y="345461"/>
                  </a:lnTo>
                  <a:lnTo>
                    <a:pt x="391323" y="345451"/>
                  </a:lnTo>
                  <a:lnTo>
                    <a:pt x="390718" y="345649"/>
                  </a:lnTo>
                  <a:lnTo>
                    <a:pt x="390602" y="345447"/>
                  </a:lnTo>
                  <a:lnTo>
                    <a:pt x="390221" y="345319"/>
                  </a:lnTo>
                  <a:lnTo>
                    <a:pt x="390059" y="345054"/>
                  </a:lnTo>
                  <a:lnTo>
                    <a:pt x="389620" y="344743"/>
                  </a:lnTo>
                  <a:lnTo>
                    <a:pt x="389419" y="344622"/>
                  </a:lnTo>
                  <a:lnTo>
                    <a:pt x="389227" y="344991"/>
                  </a:lnTo>
                  <a:lnTo>
                    <a:pt x="388662" y="344975"/>
                  </a:lnTo>
                  <a:lnTo>
                    <a:pt x="388391" y="345423"/>
                  </a:lnTo>
                  <a:lnTo>
                    <a:pt x="388110" y="345422"/>
                  </a:lnTo>
                  <a:lnTo>
                    <a:pt x="387843" y="345476"/>
                  </a:lnTo>
                  <a:lnTo>
                    <a:pt x="387768" y="345649"/>
                  </a:lnTo>
                  <a:lnTo>
                    <a:pt x="387491" y="345832"/>
                  </a:lnTo>
                  <a:lnTo>
                    <a:pt x="387432" y="346197"/>
                  </a:lnTo>
                  <a:lnTo>
                    <a:pt x="387601" y="346618"/>
                  </a:lnTo>
                  <a:lnTo>
                    <a:pt x="387736" y="346645"/>
                  </a:lnTo>
                  <a:lnTo>
                    <a:pt x="388190" y="346644"/>
                  </a:lnTo>
                  <a:lnTo>
                    <a:pt x="388225" y="347179"/>
                  </a:lnTo>
                  <a:lnTo>
                    <a:pt x="388068" y="347280"/>
                  </a:lnTo>
                  <a:lnTo>
                    <a:pt x="388014" y="347600"/>
                  </a:lnTo>
                  <a:lnTo>
                    <a:pt x="387801" y="347707"/>
                  </a:lnTo>
                  <a:lnTo>
                    <a:pt x="387508" y="347894"/>
                  </a:lnTo>
                  <a:lnTo>
                    <a:pt x="387169" y="347962"/>
                  </a:lnTo>
                  <a:lnTo>
                    <a:pt x="386537" y="347606"/>
                  </a:lnTo>
                  <a:lnTo>
                    <a:pt x="386549" y="347460"/>
                  </a:lnTo>
                  <a:lnTo>
                    <a:pt x="386646" y="347160"/>
                  </a:lnTo>
                  <a:lnTo>
                    <a:pt x="386461" y="346830"/>
                  </a:lnTo>
                  <a:lnTo>
                    <a:pt x="386380" y="347054"/>
                  </a:lnTo>
                  <a:lnTo>
                    <a:pt x="386307" y="347313"/>
                  </a:lnTo>
                  <a:lnTo>
                    <a:pt x="385948" y="347408"/>
                  </a:lnTo>
                  <a:lnTo>
                    <a:pt x="385651" y="347436"/>
                  </a:lnTo>
                  <a:lnTo>
                    <a:pt x="385931" y="346749"/>
                  </a:lnTo>
                  <a:lnTo>
                    <a:pt x="385480" y="346504"/>
                  </a:lnTo>
                  <a:lnTo>
                    <a:pt x="385474" y="346730"/>
                  </a:lnTo>
                  <a:lnTo>
                    <a:pt x="385466" y="346921"/>
                  </a:lnTo>
                  <a:lnTo>
                    <a:pt x="385446" y="347070"/>
                  </a:lnTo>
                  <a:lnTo>
                    <a:pt x="385404" y="347220"/>
                  </a:lnTo>
                  <a:lnTo>
                    <a:pt x="385343" y="347421"/>
                  </a:lnTo>
                  <a:lnTo>
                    <a:pt x="385209" y="347683"/>
                  </a:lnTo>
                  <a:lnTo>
                    <a:pt x="384972" y="347784"/>
                  </a:lnTo>
                  <a:lnTo>
                    <a:pt x="384821" y="348032"/>
                  </a:lnTo>
                  <a:lnTo>
                    <a:pt x="384704" y="348199"/>
                  </a:lnTo>
                  <a:lnTo>
                    <a:pt x="384672" y="348387"/>
                  </a:lnTo>
                  <a:lnTo>
                    <a:pt x="384582" y="348598"/>
                  </a:lnTo>
                  <a:lnTo>
                    <a:pt x="384447" y="348589"/>
                  </a:lnTo>
                  <a:lnTo>
                    <a:pt x="384093" y="348909"/>
                  </a:lnTo>
                  <a:lnTo>
                    <a:pt x="384229" y="349170"/>
                  </a:lnTo>
                  <a:lnTo>
                    <a:pt x="384780" y="349238"/>
                  </a:lnTo>
                  <a:lnTo>
                    <a:pt x="384796" y="349455"/>
                  </a:lnTo>
                  <a:lnTo>
                    <a:pt x="384984" y="349876"/>
                  </a:lnTo>
                  <a:lnTo>
                    <a:pt x="384975" y="350051"/>
                  </a:lnTo>
                  <a:lnTo>
                    <a:pt x="384995" y="350344"/>
                  </a:lnTo>
                  <a:lnTo>
                    <a:pt x="385094" y="350521"/>
                  </a:lnTo>
                  <a:lnTo>
                    <a:pt x="385347" y="350411"/>
                  </a:lnTo>
                  <a:lnTo>
                    <a:pt x="386032" y="349995"/>
                  </a:lnTo>
                  <a:lnTo>
                    <a:pt x="386168" y="349943"/>
                  </a:lnTo>
                  <a:lnTo>
                    <a:pt x="386282" y="349815"/>
                  </a:lnTo>
                  <a:lnTo>
                    <a:pt x="386256" y="349211"/>
                  </a:lnTo>
                  <a:lnTo>
                    <a:pt x="385905" y="349021"/>
                  </a:lnTo>
                  <a:lnTo>
                    <a:pt x="386056" y="348815"/>
                  </a:lnTo>
                  <a:lnTo>
                    <a:pt x="386252" y="348728"/>
                  </a:lnTo>
                  <a:lnTo>
                    <a:pt x="386418" y="348445"/>
                  </a:lnTo>
                  <a:lnTo>
                    <a:pt x="386689" y="348244"/>
                  </a:lnTo>
                  <a:lnTo>
                    <a:pt x="386887" y="348240"/>
                  </a:lnTo>
                  <a:lnTo>
                    <a:pt x="387181" y="348478"/>
                  </a:lnTo>
                  <a:lnTo>
                    <a:pt x="386989" y="348806"/>
                  </a:lnTo>
                  <a:lnTo>
                    <a:pt x="387084" y="348950"/>
                  </a:lnTo>
                  <a:lnTo>
                    <a:pt x="387033" y="349193"/>
                  </a:lnTo>
                  <a:lnTo>
                    <a:pt x="386995" y="349960"/>
                  </a:lnTo>
                  <a:lnTo>
                    <a:pt x="386698" y="350101"/>
                  </a:lnTo>
                  <a:lnTo>
                    <a:pt x="386747" y="350395"/>
                  </a:lnTo>
                  <a:lnTo>
                    <a:pt x="386896" y="350666"/>
                  </a:lnTo>
                  <a:lnTo>
                    <a:pt x="386858" y="351082"/>
                  </a:lnTo>
                  <a:lnTo>
                    <a:pt x="386544" y="351395"/>
                  </a:lnTo>
                  <a:lnTo>
                    <a:pt x="386307" y="351206"/>
                  </a:lnTo>
                  <a:lnTo>
                    <a:pt x="386033" y="351173"/>
                  </a:lnTo>
                  <a:lnTo>
                    <a:pt x="385826" y="351478"/>
                  </a:lnTo>
                  <a:lnTo>
                    <a:pt x="385751" y="351817"/>
                  </a:lnTo>
                  <a:lnTo>
                    <a:pt x="385587" y="352049"/>
                  </a:lnTo>
                  <a:lnTo>
                    <a:pt x="385430" y="352235"/>
                  </a:lnTo>
                  <a:lnTo>
                    <a:pt x="385003" y="352431"/>
                  </a:lnTo>
                  <a:lnTo>
                    <a:pt x="384715" y="352332"/>
                  </a:lnTo>
                  <a:lnTo>
                    <a:pt x="384559" y="351851"/>
                  </a:lnTo>
                  <a:lnTo>
                    <a:pt x="384417" y="351878"/>
                  </a:lnTo>
                  <a:lnTo>
                    <a:pt x="384268" y="351935"/>
                  </a:lnTo>
                  <a:lnTo>
                    <a:pt x="383848" y="352014"/>
                  </a:lnTo>
                  <a:lnTo>
                    <a:pt x="383608" y="352253"/>
                  </a:lnTo>
                  <a:lnTo>
                    <a:pt x="383060" y="352392"/>
                  </a:lnTo>
                  <a:lnTo>
                    <a:pt x="382877" y="352431"/>
                  </a:lnTo>
                  <a:lnTo>
                    <a:pt x="382670" y="352612"/>
                  </a:lnTo>
                  <a:lnTo>
                    <a:pt x="382374" y="352848"/>
                  </a:lnTo>
                  <a:lnTo>
                    <a:pt x="381866" y="352958"/>
                  </a:lnTo>
                  <a:lnTo>
                    <a:pt x="381490" y="352824"/>
                  </a:lnTo>
                  <a:lnTo>
                    <a:pt x="381160" y="352807"/>
                  </a:lnTo>
                  <a:lnTo>
                    <a:pt x="380452" y="353226"/>
                  </a:lnTo>
                  <a:lnTo>
                    <a:pt x="380391" y="353368"/>
                  </a:lnTo>
                  <a:lnTo>
                    <a:pt x="380370" y="353538"/>
                  </a:lnTo>
                  <a:lnTo>
                    <a:pt x="380171" y="353748"/>
                  </a:lnTo>
                  <a:lnTo>
                    <a:pt x="380016" y="353724"/>
                  </a:lnTo>
                  <a:lnTo>
                    <a:pt x="379887" y="353680"/>
                  </a:lnTo>
                  <a:lnTo>
                    <a:pt x="379497" y="353572"/>
                  </a:lnTo>
                  <a:lnTo>
                    <a:pt x="379484" y="353438"/>
                  </a:lnTo>
                  <a:lnTo>
                    <a:pt x="379542" y="353004"/>
                  </a:lnTo>
                  <a:lnTo>
                    <a:pt x="379615" y="352780"/>
                  </a:lnTo>
                  <a:lnTo>
                    <a:pt x="379284" y="352391"/>
                  </a:lnTo>
                  <a:lnTo>
                    <a:pt x="379119" y="352370"/>
                  </a:lnTo>
                  <a:lnTo>
                    <a:pt x="378408" y="352338"/>
                  </a:lnTo>
                  <a:lnTo>
                    <a:pt x="378058" y="352531"/>
                  </a:lnTo>
                  <a:lnTo>
                    <a:pt x="377703" y="352637"/>
                  </a:lnTo>
                  <a:lnTo>
                    <a:pt x="377143" y="352570"/>
                  </a:lnTo>
                  <a:lnTo>
                    <a:pt x="376276" y="352550"/>
                  </a:lnTo>
                  <a:lnTo>
                    <a:pt x="376079" y="352703"/>
                  </a:lnTo>
                  <a:lnTo>
                    <a:pt x="375927" y="352879"/>
                  </a:lnTo>
                  <a:lnTo>
                    <a:pt x="375776" y="352950"/>
                  </a:lnTo>
                  <a:lnTo>
                    <a:pt x="375589" y="353003"/>
                  </a:lnTo>
                  <a:lnTo>
                    <a:pt x="375308" y="353032"/>
                  </a:lnTo>
                  <a:lnTo>
                    <a:pt x="375010" y="352894"/>
                  </a:lnTo>
                  <a:lnTo>
                    <a:pt x="374861" y="352960"/>
                  </a:lnTo>
                  <a:lnTo>
                    <a:pt x="374722" y="353069"/>
                  </a:lnTo>
                  <a:lnTo>
                    <a:pt x="374540" y="353291"/>
                  </a:lnTo>
                  <a:lnTo>
                    <a:pt x="374439" y="353486"/>
                  </a:lnTo>
                  <a:lnTo>
                    <a:pt x="374292" y="353747"/>
                  </a:lnTo>
                  <a:lnTo>
                    <a:pt x="374071" y="353955"/>
                  </a:lnTo>
                  <a:lnTo>
                    <a:pt x="373937" y="353975"/>
                  </a:lnTo>
                  <a:lnTo>
                    <a:pt x="373707" y="354159"/>
                  </a:lnTo>
                  <a:lnTo>
                    <a:pt x="373506" y="354262"/>
                  </a:lnTo>
                  <a:lnTo>
                    <a:pt x="373306" y="354310"/>
                  </a:lnTo>
                  <a:lnTo>
                    <a:pt x="373070" y="354406"/>
                  </a:lnTo>
                  <a:lnTo>
                    <a:pt x="372932" y="354508"/>
                  </a:lnTo>
                  <a:lnTo>
                    <a:pt x="372752" y="354592"/>
                  </a:lnTo>
                  <a:lnTo>
                    <a:pt x="372347" y="354635"/>
                  </a:lnTo>
                  <a:lnTo>
                    <a:pt x="372177" y="354884"/>
                  </a:lnTo>
                  <a:lnTo>
                    <a:pt x="372001" y="355046"/>
                  </a:lnTo>
                  <a:lnTo>
                    <a:pt x="371696" y="355105"/>
                  </a:lnTo>
                  <a:lnTo>
                    <a:pt x="371535" y="355101"/>
                  </a:lnTo>
                  <a:lnTo>
                    <a:pt x="371401" y="355141"/>
                  </a:lnTo>
                  <a:lnTo>
                    <a:pt x="371241" y="355268"/>
                  </a:lnTo>
                  <a:lnTo>
                    <a:pt x="370992" y="355369"/>
                  </a:lnTo>
                  <a:lnTo>
                    <a:pt x="370748" y="355467"/>
                  </a:lnTo>
                  <a:lnTo>
                    <a:pt x="370309" y="355479"/>
                  </a:lnTo>
                  <a:lnTo>
                    <a:pt x="369863" y="355359"/>
                  </a:lnTo>
                  <a:lnTo>
                    <a:pt x="369632" y="355330"/>
                  </a:lnTo>
                  <a:lnTo>
                    <a:pt x="369441" y="355203"/>
                  </a:lnTo>
                  <a:lnTo>
                    <a:pt x="368769" y="355555"/>
                  </a:lnTo>
                  <a:lnTo>
                    <a:pt x="368490" y="355291"/>
                  </a:lnTo>
                  <a:lnTo>
                    <a:pt x="368458" y="355138"/>
                  </a:lnTo>
                  <a:lnTo>
                    <a:pt x="368518" y="354907"/>
                  </a:lnTo>
                  <a:lnTo>
                    <a:pt x="368281" y="354925"/>
                  </a:lnTo>
                  <a:lnTo>
                    <a:pt x="368101" y="354649"/>
                  </a:lnTo>
                  <a:lnTo>
                    <a:pt x="368267" y="354527"/>
                  </a:lnTo>
                  <a:lnTo>
                    <a:pt x="367935" y="354437"/>
                  </a:lnTo>
                  <a:lnTo>
                    <a:pt x="367744" y="354718"/>
                  </a:lnTo>
                  <a:lnTo>
                    <a:pt x="367565" y="354787"/>
                  </a:lnTo>
                  <a:lnTo>
                    <a:pt x="367326" y="354888"/>
                  </a:lnTo>
                  <a:lnTo>
                    <a:pt x="367138" y="354981"/>
                  </a:lnTo>
                  <a:lnTo>
                    <a:pt x="366774" y="354856"/>
                  </a:lnTo>
                  <a:lnTo>
                    <a:pt x="366633" y="354918"/>
                  </a:lnTo>
                  <a:lnTo>
                    <a:pt x="365925" y="355009"/>
                  </a:lnTo>
                  <a:lnTo>
                    <a:pt x="365833" y="355137"/>
                  </a:lnTo>
                  <a:lnTo>
                    <a:pt x="365636" y="355331"/>
                  </a:lnTo>
                  <a:lnTo>
                    <a:pt x="365294" y="355572"/>
                  </a:lnTo>
                  <a:lnTo>
                    <a:pt x="364798" y="355424"/>
                  </a:lnTo>
                  <a:lnTo>
                    <a:pt x="364378" y="355438"/>
                  </a:lnTo>
                  <a:lnTo>
                    <a:pt x="364073" y="355301"/>
                  </a:lnTo>
                  <a:lnTo>
                    <a:pt x="363847" y="355058"/>
                  </a:lnTo>
                  <a:lnTo>
                    <a:pt x="363786" y="354812"/>
                  </a:lnTo>
                  <a:lnTo>
                    <a:pt x="363683" y="354564"/>
                  </a:lnTo>
                  <a:lnTo>
                    <a:pt x="363520" y="354241"/>
                  </a:lnTo>
                  <a:lnTo>
                    <a:pt x="363426" y="353967"/>
                  </a:lnTo>
                  <a:lnTo>
                    <a:pt x="363225" y="353838"/>
                  </a:lnTo>
                  <a:lnTo>
                    <a:pt x="363089" y="353755"/>
                  </a:lnTo>
                  <a:lnTo>
                    <a:pt x="362781" y="353629"/>
                  </a:lnTo>
                  <a:lnTo>
                    <a:pt x="362323" y="353937"/>
                  </a:lnTo>
                  <a:lnTo>
                    <a:pt x="361983" y="353994"/>
                  </a:lnTo>
                  <a:lnTo>
                    <a:pt x="361487" y="354107"/>
                  </a:lnTo>
                  <a:lnTo>
                    <a:pt x="361218" y="354340"/>
                  </a:lnTo>
                  <a:lnTo>
                    <a:pt x="360928" y="355184"/>
                  </a:lnTo>
                  <a:lnTo>
                    <a:pt x="360962" y="355487"/>
                  </a:lnTo>
                  <a:lnTo>
                    <a:pt x="360897" y="355681"/>
                  </a:lnTo>
                  <a:lnTo>
                    <a:pt x="360784" y="355879"/>
                  </a:lnTo>
                  <a:lnTo>
                    <a:pt x="360666" y="356055"/>
                  </a:lnTo>
                  <a:lnTo>
                    <a:pt x="360642" y="356406"/>
                  </a:lnTo>
                  <a:lnTo>
                    <a:pt x="360940" y="356666"/>
                  </a:lnTo>
                  <a:lnTo>
                    <a:pt x="360876" y="356993"/>
                  </a:lnTo>
                  <a:lnTo>
                    <a:pt x="360764" y="357193"/>
                  </a:lnTo>
                  <a:lnTo>
                    <a:pt x="360674" y="357904"/>
                  </a:lnTo>
                  <a:lnTo>
                    <a:pt x="360439" y="357990"/>
                  </a:lnTo>
                  <a:lnTo>
                    <a:pt x="360462" y="358153"/>
                  </a:lnTo>
                  <a:lnTo>
                    <a:pt x="360503" y="358284"/>
                  </a:lnTo>
                  <a:lnTo>
                    <a:pt x="360755" y="358820"/>
                  </a:lnTo>
                  <a:lnTo>
                    <a:pt x="360739" y="359287"/>
                  </a:lnTo>
                  <a:lnTo>
                    <a:pt x="360587" y="359396"/>
                  </a:lnTo>
                  <a:lnTo>
                    <a:pt x="360404" y="359498"/>
                  </a:lnTo>
                  <a:lnTo>
                    <a:pt x="360209" y="359585"/>
                  </a:lnTo>
                  <a:lnTo>
                    <a:pt x="359727" y="359236"/>
                  </a:lnTo>
                  <a:lnTo>
                    <a:pt x="359180" y="359623"/>
                  </a:lnTo>
                  <a:lnTo>
                    <a:pt x="358636" y="359811"/>
                  </a:lnTo>
                  <a:lnTo>
                    <a:pt x="358362" y="359809"/>
                  </a:lnTo>
                  <a:lnTo>
                    <a:pt x="358159" y="359993"/>
                  </a:lnTo>
                  <a:lnTo>
                    <a:pt x="357462" y="360126"/>
                  </a:lnTo>
                  <a:lnTo>
                    <a:pt x="357293" y="360103"/>
                  </a:lnTo>
                  <a:lnTo>
                    <a:pt x="357024" y="360172"/>
                  </a:lnTo>
                  <a:lnTo>
                    <a:pt x="356874" y="360283"/>
                  </a:lnTo>
                  <a:lnTo>
                    <a:pt x="356632" y="360283"/>
                  </a:lnTo>
                  <a:lnTo>
                    <a:pt x="356265" y="360329"/>
                  </a:lnTo>
                  <a:lnTo>
                    <a:pt x="355822" y="360209"/>
                  </a:lnTo>
                  <a:lnTo>
                    <a:pt x="355661" y="360401"/>
                  </a:lnTo>
                  <a:lnTo>
                    <a:pt x="355370" y="360349"/>
                  </a:lnTo>
                  <a:lnTo>
                    <a:pt x="355222" y="360284"/>
                  </a:lnTo>
                  <a:lnTo>
                    <a:pt x="354941" y="360322"/>
                  </a:lnTo>
                  <a:lnTo>
                    <a:pt x="354813" y="360343"/>
                  </a:lnTo>
                  <a:lnTo>
                    <a:pt x="354422" y="360326"/>
                  </a:lnTo>
                  <a:lnTo>
                    <a:pt x="354208" y="360471"/>
                  </a:lnTo>
                  <a:lnTo>
                    <a:pt x="353883" y="360541"/>
                  </a:lnTo>
                  <a:lnTo>
                    <a:pt x="353686" y="360885"/>
                  </a:lnTo>
                  <a:lnTo>
                    <a:pt x="353445" y="361186"/>
                  </a:lnTo>
                  <a:lnTo>
                    <a:pt x="353259" y="361575"/>
                  </a:lnTo>
                  <a:lnTo>
                    <a:pt x="353089" y="361785"/>
                  </a:lnTo>
                  <a:lnTo>
                    <a:pt x="352673" y="362010"/>
                  </a:lnTo>
                  <a:lnTo>
                    <a:pt x="352474" y="362306"/>
                  </a:lnTo>
                  <a:lnTo>
                    <a:pt x="352325" y="362593"/>
                  </a:lnTo>
                  <a:lnTo>
                    <a:pt x="351787" y="363280"/>
                  </a:lnTo>
                  <a:lnTo>
                    <a:pt x="350756" y="364017"/>
                  </a:lnTo>
                  <a:lnTo>
                    <a:pt x="350187" y="364666"/>
                  </a:lnTo>
                  <a:lnTo>
                    <a:pt x="349658" y="365344"/>
                  </a:lnTo>
                  <a:lnTo>
                    <a:pt x="349188" y="365211"/>
                  </a:lnTo>
                  <a:lnTo>
                    <a:pt x="349107" y="365619"/>
                  </a:lnTo>
                  <a:lnTo>
                    <a:pt x="349114" y="365761"/>
                  </a:lnTo>
                  <a:lnTo>
                    <a:pt x="349114" y="365916"/>
                  </a:lnTo>
                  <a:lnTo>
                    <a:pt x="349097" y="366627"/>
                  </a:lnTo>
                  <a:lnTo>
                    <a:pt x="348801" y="367021"/>
                  </a:lnTo>
                  <a:lnTo>
                    <a:pt x="348804" y="367419"/>
                  </a:lnTo>
                  <a:lnTo>
                    <a:pt x="347989" y="367867"/>
                  </a:lnTo>
                  <a:lnTo>
                    <a:pt x="347394" y="368292"/>
                  </a:lnTo>
                  <a:lnTo>
                    <a:pt x="346767" y="368229"/>
                  </a:lnTo>
                  <a:lnTo>
                    <a:pt x="345797" y="366803"/>
                  </a:lnTo>
                  <a:lnTo>
                    <a:pt x="344503" y="366462"/>
                  </a:lnTo>
                  <a:lnTo>
                    <a:pt x="344659" y="365995"/>
                  </a:lnTo>
                  <a:lnTo>
                    <a:pt x="344146" y="365151"/>
                  </a:lnTo>
                  <a:lnTo>
                    <a:pt x="343673" y="365110"/>
                  </a:lnTo>
                  <a:lnTo>
                    <a:pt x="342433" y="365530"/>
                  </a:lnTo>
                  <a:lnTo>
                    <a:pt x="341898" y="365912"/>
                  </a:lnTo>
                  <a:lnTo>
                    <a:pt x="341787" y="366206"/>
                  </a:lnTo>
                  <a:lnTo>
                    <a:pt x="340305" y="365937"/>
                  </a:lnTo>
                  <a:lnTo>
                    <a:pt x="340380" y="365578"/>
                  </a:lnTo>
                  <a:lnTo>
                    <a:pt x="340475" y="365370"/>
                  </a:lnTo>
                  <a:lnTo>
                    <a:pt x="340391" y="365073"/>
                  </a:lnTo>
                  <a:lnTo>
                    <a:pt x="339216" y="366163"/>
                  </a:lnTo>
                  <a:lnTo>
                    <a:pt x="338948" y="366220"/>
                  </a:lnTo>
                  <a:lnTo>
                    <a:pt x="338775" y="366163"/>
                  </a:lnTo>
                  <a:lnTo>
                    <a:pt x="338750" y="365600"/>
                  </a:lnTo>
                  <a:lnTo>
                    <a:pt x="338879" y="364950"/>
                  </a:lnTo>
                  <a:lnTo>
                    <a:pt x="338066" y="363283"/>
                  </a:lnTo>
                  <a:lnTo>
                    <a:pt x="337893" y="362459"/>
                  </a:lnTo>
                  <a:lnTo>
                    <a:pt x="337972" y="362228"/>
                  </a:lnTo>
                  <a:lnTo>
                    <a:pt x="338073" y="362059"/>
                  </a:lnTo>
                  <a:lnTo>
                    <a:pt x="338877" y="359454"/>
                  </a:lnTo>
                  <a:lnTo>
                    <a:pt x="338300" y="359485"/>
                  </a:lnTo>
                  <a:lnTo>
                    <a:pt x="336042" y="357594"/>
                  </a:lnTo>
                  <a:lnTo>
                    <a:pt x="336460" y="356684"/>
                  </a:lnTo>
                  <a:lnTo>
                    <a:pt x="336547" y="356204"/>
                  </a:lnTo>
                  <a:lnTo>
                    <a:pt x="337622" y="355096"/>
                  </a:lnTo>
                  <a:lnTo>
                    <a:pt x="337823" y="354201"/>
                  </a:lnTo>
                  <a:lnTo>
                    <a:pt x="337908" y="353898"/>
                  </a:lnTo>
                  <a:lnTo>
                    <a:pt x="338606" y="352478"/>
                  </a:lnTo>
                  <a:lnTo>
                    <a:pt x="339318" y="352417"/>
                  </a:lnTo>
                  <a:lnTo>
                    <a:pt x="340831" y="351164"/>
                  </a:lnTo>
                  <a:lnTo>
                    <a:pt x="340987" y="350643"/>
                  </a:lnTo>
                  <a:lnTo>
                    <a:pt x="341442" y="350097"/>
                  </a:lnTo>
                  <a:lnTo>
                    <a:pt x="340771" y="349019"/>
                  </a:lnTo>
                  <a:lnTo>
                    <a:pt x="339425" y="348158"/>
                  </a:lnTo>
                  <a:lnTo>
                    <a:pt x="338152" y="347263"/>
                  </a:lnTo>
                  <a:lnTo>
                    <a:pt x="337870" y="347236"/>
                  </a:lnTo>
                  <a:lnTo>
                    <a:pt x="337372" y="347365"/>
                  </a:lnTo>
                  <a:lnTo>
                    <a:pt x="337157" y="346464"/>
                  </a:lnTo>
                  <a:lnTo>
                    <a:pt x="337657" y="346120"/>
                  </a:lnTo>
                  <a:lnTo>
                    <a:pt x="338334" y="346074"/>
                  </a:lnTo>
                  <a:lnTo>
                    <a:pt x="339708" y="345295"/>
                  </a:lnTo>
                  <a:lnTo>
                    <a:pt x="339688" y="345010"/>
                  </a:lnTo>
                  <a:lnTo>
                    <a:pt x="339804" y="344652"/>
                  </a:lnTo>
                  <a:lnTo>
                    <a:pt x="340001" y="344594"/>
                  </a:lnTo>
                  <a:lnTo>
                    <a:pt x="340243" y="344556"/>
                  </a:lnTo>
                  <a:lnTo>
                    <a:pt x="340804" y="344214"/>
                  </a:lnTo>
                  <a:lnTo>
                    <a:pt x="340664" y="343596"/>
                  </a:lnTo>
                  <a:lnTo>
                    <a:pt x="340409" y="343394"/>
                  </a:lnTo>
                  <a:lnTo>
                    <a:pt x="340257" y="343021"/>
                  </a:lnTo>
                  <a:lnTo>
                    <a:pt x="339623" y="342934"/>
                  </a:lnTo>
                  <a:lnTo>
                    <a:pt x="339564" y="342641"/>
                  </a:lnTo>
                  <a:lnTo>
                    <a:pt x="339548" y="342493"/>
                  </a:lnTo>
                  <a:lnTo>
                    <a:pt x="339265" y="341909"/>
                  </a:lnTo>
                  <a:lnTo>
                    <a:pt x="339088" y="341616"/>
                  </a:lnTo>
                  <a:lnTo>
                    <a:pt x="338067" y="340488"/>
                  </a:lnTo>
                  <a:lnTo>
                    <a:pt x="338023" y="340105"/>
                  </a:lnTo>
                  <a:lnTo>
                    <a:pt x="337175" y="340190"/>
                  </a:lnTo>
                  <a:lnTo>
                    <a:pt x="336324" y="340299"/>
                  </a:lnTo>
                  <a:lnTo>
                    <a:pt x="335057" y="340174"/>
                  </a:lnTo>
                  <a:lnTo>
                    <a:pt x="334873" y="340119"/>
                  </a:lnTo>
                  <a:lnTo>
                    <a:pt x="333191" y="338731"/>
                  </a:lnTo>
                  <a:lnTo>
                    <a:pt x="333253" y="338499"/>
                  </a:lnTo>
                  <a:lnTo>
                    <a:pt x="333339" y="338091"/>
                  </a:lnTo>
                  <a:lnTo>
                    <a:pt x="333377" y="337903"/>
                  </a:lnTo>
                  <a:lnTo>
                    <a:pt x="333424" y="337647"/>
                  </a:lnTo>
                  <a:lnTo>
                    <a:pt x="333687" y="336761"/>
                  </a:lnTo>
                  <a:lnTo>
                    <a:pt x="333690" y="336571"/>
                  </a:lnTo>
                  <a:lnTo>
                    <a:pt x="333596" y="335923"/>
                  </a:lnTo>
                  <a:lnTo>
                    <a:pt x="334606" y="332858"/>
                  </a:lnTo>
                  <a:lnTo>
                    <a:pt x="334161" y="332583"/>
                  </a:lnTo>
                  <a:lnTo>
                    <a:pt x="333008" y="333365"/>
                  </a:lnTo>
                  <a:lnTo>
                    <a:pt x="332080" y="334301"/>
                  </a:lnTo>
                  <a:lnTo>
                    <a:pt x="331936" y="334475"/>
                  </a:lnTo>
                  <a:lnTo>
                    <a:pt x="331644" y="334878"/>
                  </a:lnTo>
                  <a:lnTo>
                    <a:pt x="331515" y="334997"/>
                  </a:lnTo>
                  <a:lnTo>
                    <a:pt x="331292" y="335205"/>
                  </a:lnTo>
                  <a:lnTo>
                    <a:pt x="330792" y="335632"/>
                  </a:lnTo>
                  <a:lnTo>
                    <a:pt x="330511" y="335863"/>
                  </a:lnTo>
                  <a:lnTo>
                    <a:pt x="329887" y="336350"/>
                  </a:lnTo>
                  <a:lnTo>
                    <a:pt x="329482" y="336615"/>
                  </a:lnTo>
                  <a:lnTo>
                    <a:pt x="329179" y="336737"/>
                  </a:lnTo>
                  <a:lnTo>
                    <a:pt x="328624" y="337190"/>
                  </a:lnTo>
                  <a:lnTo>
                    <a:pt x="328005" y="337740"/>
                  </a:lnTo>
                  <a:lnTo>
                    <a:pt x="327203" y="338552"/>
                  </a:lnTo>
                  <a:lnTo>
                    <a:pt x="326975" y="338774"/>
                  </a:lnTo>
                  <a:lnTo>
                    <a:pt x="326747" y="338990"/>
                  </a:lnTo>
                  <a:lnTo>
                    <a:pt x="326592" y="339144"/>
                  </a:lnTo>
                  <a:lnTo>
                    <a:pt x="325763" y="340016"/>
                  </a:lnTo>
                  <a:lnTo>
                    <a:pt x="325498" y="340354"/>
                  </a:lnTo>
                  <a:lnTo>
                    <a:pt x="325323" y="340623"/>
                  </a:lnTo>
                  <a:lnTo>
                    <a:pt x="325166" y="340800"/>
                  </a:lnTo>
                  <a:lnTo>
                    <a:pt x="324930" y="341110"/>
                  </a:lnTo>
                  <a:lnTo>
                    <a:pt x="324807" y="341271"/>
                  </a:lnTo>
                  <a:lnTo>
                    <a:pt x="324599" y="341558"/>
                  </a:lnTo>
                  <a:lnTo>
                    <a:pt x="324080" y="342275"/>
                  </a:lnTo>
                  <a:lnTo>
                    <a:pt x="323885" y="342552"/>
                  </a:lnTo>
                  <a:lnTo>
                    <a:pt x="323482" y="343080"/>
                  </a:lnTo>
                  <a:lnTo>
                    <a:pt x="322938" y="343665"/>
                  </a:lnTo>
                  <a:lnTo>
                    <a:pt x="322625" y="344508"/>
                  </a:lnTo>
                  <a:lnTo>
                    <a:pt x="322400" y="344758"/>
                  </a:lnTo>
                  <a:lnTo>
                    <a:pt x="321759" y="345184"/>
                  </a:lnTo>
                  <a:lnTo>
                    <a:pt x="321241" y="345634"/>
                  </a:lnTo>
                  <a:lnTo>
                    <a:pt x="321080" y="345806"/>
                  </a:lnTo>
                  <a:lnTo>
                    <a:pt x="319646" y="347884"/>
                  </a:lnTo>
                  <a:lnTo>
                    <a:pt x="319567" y="348016"/>
                  </a:lnTo>
                  <a:lnTo>
                    <a:pt x="319385" y="348277"/>
                  </a:lnTo>
                  <a:lnTo>
                    <a:pt x="319200" y="348542"/>
                  </a:lnTo>
                  <a:lnTo>
                    <a:pt x="319050" y="348758"/>
                  </a:lnTo>
                  <a:lnTo>
                    <a:pt x="318899" y="348989"/>
                  </a:lnTo>
                  <a:lnTo>
                    <a:pt x="318583" y="349419"/>
                  </a:lnTo>
                  <a:lnTo>
                    <a:pt x="318249" y="349687"/>
                  </a:lnTo>
                  <a:lnTo>
                    <a:pt x="318037" y="349844"/>
                  </a:lnTo>
                  <a:lnTo>
                    <a:pt x="317907" y="349858"/>
                  </a:lnTo>
                  <a:lnTo>
                    <a:pt x="317521" y="349587"/>
                  </a:lnTo>
                  <a:lnTo>
                    <a:pt x="317294" y="349598"/>
                  </a:lnTo>
                  <a:lnTo>
                    <a:pt x="316947" y="349646"/>
                  </a:lnTo>
                  <a:lnTo>
                    <a:pt x="316705" y="349644"/>
                  </a:lnTo>
                  <a:lnTo>
                    <a:pt x="316230" y="349647"/>
                  </a:lnTo>
                  <a:lnTo>
                    <a:pt x="316255" y="349785"/>
                  </a:lnTo>
                  <a:lnTo>
                    <a:pt x="316260" y="350013"/>
                  </a:lnTo>
                  <a:lnTo>
                    <a:pt x="316255" y="350271"/>
                  </a:lnTo>
                  <a:lnTo>
                    <a:pt x="316019" y="350664"/>
                  </a:lnTo>
                  <a:lnTo>
                    <a:pt x="315870" y="350746"/>
                  </a:lnTo>
                  <a:lnTo>
                    <a:pt x="315677" y="350738"/>
                  </a:lnTo>
                  <a:lnTo>
                    <a:pt x="315535" y="350660"/>
                  </a:lnTo>
                  <a:lnTo>
                    <a:pt x="315342" y="350429"/>
                  </a:lnTo>
                  <a:lnTo>
                    <a:pt x="315259" y="350258"/>
                  </a:lnTo>
                  <a:lnTo>
                    <a:pt x="315216" y="349950"/>
                  </a:lnTo>
                  <a:lnTo>
                    <a:pt x="315207" y="349799"/>
                  </a:lnTo>
                  <a:lnTo>
                    <a:pt x="315191" y="349504"/>
                  </a:lnTo>
                  <a:lnTo>
                    <a:pt x="315160" y="348942"/>
                  </a:lnTo>
                  <a:lnTo>
                    <a:pt x="315144" y="348694"/>
                  </a:lnTo>
                  <a:lnTo>
                    <a:pt x="315039" y="348201"/>
                  </a:lnTo>
                  <a:lnTo>
                    <a:pt x="314948" y="347836"/>
                  </a:lnTo>
                  <a:lnTo>
                    <a:pt x="314929" y="347642"/>
                  </a:lnTo>
                  <a:lnTo>
                    <a:pt x="314889" y="347421"/>
                  </a:lnTo>
                  <a:lnTo>
                    <a:pt x="314821" y="347107"/>
                  </a:lnTo>
                  <a:lnTo>
                    <a:pt x="314282" y="346612"/>
                  </a:lnTo>
                  <a:lnTo>
                    <a:pt x="314114" y="346592"/>
                  </a:lnTo>
                  <a:lnTo>
                    <a:pt x="313805" y="346603"/>
                  </a:lnTo>
                  <a:lnTo>
                    <a:pt x="313675" y="346639"/>
                  </a:lnTo>
                  <a:lnTo>
                    <a:pt x="313502" y="346720"/>
                  </a:lnTo>
                  <a:lnTo>
                    <a:pt x="313256" y="346838"/>
                  </a:lnTo>
                  <a:lnTo>
                    <a:pt x="312942" y="347005"/>
                  </a:lnTo>
                  <a:lnTo>
                    <a:pt x="312756" y="347119"/>
                  </a:lnTo>
                  <a:lnTo>
                    <a:pt x="312520" y="347294"/>
                  </a:lnTo>
                  <a:lnTo>
                    <a:pt x="311518" y="348304"/>
                  </a:lnTo>
                  <a:lnTo>
                    <a:pt x="310388" y="348908"/>
                  </a:lnTo>
                  <a:lnTo>
                    <a:pt x="310086" y="348235"/>
                  </a:lnTo>
                  <a:lnTo>
                    <a:pt x="310036" y="347836"/>
                  </a:lnTo>
                  <a:lnTo>
                    <a:pt x="309967" y="346963"/>
                  </a:lnTo>
                  <a:lnTo>
                    <a:pt x="309913" y="346684"/>
                  </a:lnTo>
                  <a:lnTo>
                    <a:pt x="309804" y="346353"/>
                  </a:lnTo>
                  <a:lnTo>
                    <a:pt x="309591" y="345680"/>
                  </a:lnTo>
                  <a:lnTo>
                    <a:pt x="309402" y="344870"/>
                  </a:lnTo>
                  <a:lnTo>
                    <a:pt x="309324" y="344541"/>
                  </a:lnTo>
                  <a:lnTo>
                    <a:pt x="309174" y="343815"/>
                  </a:lnTo>
                  <a:lnTo>
                    <a:pt x="309097" y="343594"/>
                  </a:lnTo>
                  <a:lnTo>
                    <a:pt x="308925" y="343109"/>
                  </a:lnTo>
                  <a:lnTo>
                    <a:pt x="308887" y="342846"/>
                  </a:lnTo>
                  <a:lnTo>
                    <a:pt x="308911" y="342700"/>
                  </a:lnTo>
                  <a:lnTo>
                    <a:pt x="309183" y="342337"/>
                  </a:lnTo>
                  <a:lnTo>
                    <a:pt x="309304" y="342175"/>
                  </a:lnTo>
                  <a:lnTo>
                    <a:pt x="309844" y="341588"/>
                  </a:lnTo>
                  <a:lnTo>
                    <a:pt x="310002" y="341301"/>
                  </a:lnTo>
                  <a:lnTo>
                    <a:pt x="310303" y="341173"/>
                  </a:lnTo>
                  <a:lnTo>
                    <a:pt x="310886" y="340803"/>
                  </a:lnTo>
                  <a:lnTo>
                    <a:pt x="311058" y="340535"/>
                  </a:lnTo>
                  <a:lnTo>
                    <a:pt x="311221" y="340348"/>
                  </a:lnTo>
                  <a:lnTo>
                    <a:pt x="311404" y="340247"/>
                  </a:lnTo>
                  <a:lnTo>
                    <a:pt x="311796" y="339988"/>
                  </a:lnTo>
                  <a:lnTo>
                    <a:pt x="312108" y="339704"/>
                  </a:lnTo>
                  <a:lnTo>
                    <a:pt x="312277" y="339469"/>
                  </a:lnTo>
                  <a:lnTo>
                    <a:pt x="312459" y="339216"/>
                  </a:lnTo>
                  <a:lnTo>
                    <a:pt x="312605" y="339012"/>
                  </a:lnTo>
                  <a:lnTo>
                    <a:pt x="312688" y="338785"/>
                  </a:lnTo>
                  <a:lnTo>
                    <a:pt x="312761" y="338586"/>
                  </a:lnTo>
                  <a:lnTo>
                    <a:pt x="312845" y="338325"/>
                  </a:lnTo>
                  <a:lnTo>
                    <a:pt x="312906" y="338139"/>
                  </a:lnTo>
                  <a:lnTo>
                    <a:pt x="312951" y="337890"/>
                  </a:lnTo>
                  <a:lnTo>
                    <a:pt x="313035" y="337430"/>
                  </a:lnTo>
                  <a:lnTo>
                    <a:pt x="313111" y="337206"/>
                  </a:lnTo>
                  <a:lnTo>
                    <a:pt x="313267" y="336802"/>
                  </a:lnTo>
                  <a:lnTo>
                    <a:pt x="313377" y="336588"/>
                  </a:lnTo>
                  <a:lnTo>
                    <a:pt x="313509" y="336287"/>
                  </a:lnTo>
                  <a:lnTo>
                    <a:pt x="313508" y="336017"/>
                  </a:lnTo>
                  <a:lnTo>
                    <a:pt x="313231" y="335885"/>
                  </a:lnTo>
                  <a:lnTo>
                    <a:pt x="312794" y="336097"/>
                  </a:lnTo>
                  <a:lnTo>
                    <a:pt x="312605" y="336397"/>
                  </a:lnTo>
                  <a:lnTo>
                    <a:pt x="312485" y="336673"/>
                  </a:lnTo>
                  <a:lnTo>
                    <a:pt x="312465" y="336802"/>
                  </a:lnTo>
                  <a:lnTo>
                    <a:pt x="312300" y="337176"/>
                  </a:lnTo>
                  <a:lnTo>
                    <a:pt x="312114" y="337518"/>
                  </a:lnTo>
                  <a:lnTo>
                    <a:pt x="311675" y="337919"/>
                  </a:lnTo>
                  <a:lnTo>
                    <a:pt x="311245" y="338351"/>
                  </a:lnTo>
                  <a:lnTo>
                    <a:pt x="311071" y="338651"/>
                  </a:lnTo>
                  <a:lnTo>
                    <a:pt x="310771" y="339118"/>
                  </a:lnTo>
                  <a:lnTo>
                    <a:pt x="310172" y="339775"/>
                  </a:lnTo>
                  <a:lnTo>
                    <a:pt x="310002" y="340035"/>
                  </a:lnTo>
                  <a:lnTo>
                    <a:pt x="309785" y="339928"/>
                  </a:lnTo>
                  <a:lnTo>
                    <a:pt x="309603" y="339589"/>
                  </a:lnTo>
                  <a:lnTo>
                    <a:pt x="309545" y="339428"/>
                  </a:lnTo>
                  <a:lnTo>
                    <a:pt x="309463" y="339051"/>
                  </a:lnTo>
                  <a:lnTo>
                    <a:pt x="309500" y="338839"/>
                  </a:lnTo>
                  <a:lnTo>
                    <a:pt x="309560" y="338412"/>
                  </a:lnTo>
                  <a:lnTo>
                    <a:pt x="309602" y="338204"/>
                  </a:lnTo>
                  <a:lnTo>
                    <a:pt x="309687" y="337794"/>
                  </a:lnTo>
                  <a:lnTo>
                    <a:pt x="309754" y="337392"/>
                  </a:lnTo>
                  <a:lnTo>
                    <a:pt x="309761" y="337153"/>
                  </a:lnTo>
                  <a:lnTo>
                    <a:pt x="309695" y="336733"/>
                  </a:lnTo>
                  <a:lnTo>
                    <a:pt x="309670" y="336370"/>
                  </a:lnTo>
                  <a:lnTo>
                    <a:pt x="309623" y="336176"/>
                  </a:lnTo>
                  <a:lnTo>
                    <a:pt x="309530" y="335966"/>
                  </a:lnTo>
                  <a:lnTo>
                    <a:pt x="309367" y="335775"/>
                  </a:lnTo>
                  <a:lnTo>
                    <a:pt x="308966" y="335504"/>
                  </a:lnTo>
                  <a:lnTo>
                    <a:pt x="308497" y="335240"/>
                  </a:lnTo>
                  <a:lnTo>
                    <a:pt x="308143" y="335044"/>
                  </a:lnTo>
                  <a:lnTo>
                    <a:pt x="307898" y="334971"/>
                  </a:lnTo>
                  <a:lnTo>
                    <a:pt x="307697" y="334977"/>
                  </a:lnTo>
                  <a:lnTo>
                    <a:pt x="307523" y="335030"/>
                  </a:lnTo>
                  <a:lnTo>
                    <a:pt x="307337" y="335108"/>
                  </a:lnTo>
                  <a:lnTo>
                    <a:pt x="307123" y="335246"/>
                  </a:lnTo>
                  <a:lnTo>
                    <a:pt x="306691" y="335576"/>
                  </a:lnTo>
                  <a:lnTo>
                    <a:pt x="306493" y="335774"/>
                  </a:lnTo>
                  <a:lnTo>
                    <a:pt x="306243" y="336049"/>
                  </a:lnTo>
                  <a:lnTo>
                    <a:pt x="305868" y="336360"/>
                  </a:lnTo>
                  <a:lnTo>
                    <a:pt x="305667" y="336514"/>
                  </a:lnTo>
                  <a:lnTo>
                    <a:pt x="305440" y="336694"/>
                  </a:lnTo>
                  <a:lnTo>
                    <a:pt x="305225" y="336896"/>
                  </a:lnTo>
                  <a:lnTo>
                    <a:pt x="304943" y="337100"/>
                  </a:lnTo>
                  <a:lnTo>
                    <a:pt x="304716" y="337238"/>
                  </a:lnTo>
                  <a:lnTo>
                    <a:pt x="304772" y="338018"/>
                  </a:lnTo>
                  <a:lnTo>
                    <a:pt x="304629" y="338135"/>
                  </a:lnTo>
                  <a:lnTo>
                    <a:pt x="304385" y="338581"/>
                  </a:lnTo>
                  <a:lnTo>
                    <a:pt x="304067" y="339551"/>
                  </a:lnTo>
                  <a:lnTo>
                    <a:pt x="304058" y="339935"/>
                  </a:lnTo>
                  <a:lnTo>
                    <a:pt x="301518" y="340907"/>
                  </a:lnTo>
                  <a:lnTo>
                    <a:pt x="301354" y="341324"/>
                  </a:lnTo>
                  <a:lnTo>
                    <a:pt x="300962" y="341975"/>
                  </a:lnTo>
                  <a:lnTo>
                    <a:pt x="300819" y="342245"/>
                  </a:lnTo>
                  <a:lnTo>
                    <a:pt x="300783" y="342387"/>
                  </a:lnTo>
                  <a:lnTo>
                    <a:pt x="300477" y="343353"/>
                  </a:lnTo>
                  <a:lnTo>
                    <a:pt x="300260" y="343583"/>
                  </a:lnTo>
                  <a:lnTo>
                    <a:pt x="297591" y="342835"/>
                  </a:lnTo>
                  <a:lnTo>
                    <a:pt x="297146" y="342711"/>
                  </a:lnTo>
                  <a:lnTo>
                    <a:pt x="296889" y="342666"/>
                  </a:lnTo>
                  <a:lnTo>
                    <a:pt x="295976" y="342268"/>
                  </a:lnTo>
                  <a:lnTo>
                    <a:pt x="294973" y="342941"/>
                  </a:lnTo>
                  <a:lnTo>
                    <a:pt x="294560" y="343312"/>
                  </a:lnTo>
                  <a:lnTo>
                    <a:pt x="294295" y="343284"/>
                  </a:lnTo>
                  <a:lnTo>
                    <a:pt x="294052" y="343172"/>
                  </a:lnTo>
                  <a:lnTo>
                    <a:pt x="293896" y="343106"/>
                  </a:lnTo>
                  <a:lnTo>
                    <a:pt x="293573" y="343020"/>
                  </a:lnTo>
                  <a:lnTo>
                    <a:pt x="293170" y="342792"/>
                  </a:lnTo>
                  <a:lnTo>
                    <a:pt x="293085" y="342382"/>
                  </a:lnTo>
                  <a:lnTo>
                    <a:pt x="293028" y="342099"/>
                  </a:lnTo>
                  <a:lnTo>
                    <a:pt x="292348" y="341915"/>
                  </a:lnTo>
                  <a:lnTo>
                    <a:pt x="292086" y="341904"/>
                  </a:lnTo>
                  <a:lnTo>
                    <a:pt x="291523" y="341834"/>
                  </a:lnTo>
                  <a:lnTo>
                    <a:pt x="291230" y="341792"/>
                  </a:lnTo>
                  <a:lnTo>
                    <a:pt x="290219" y="342950"/>
                  </a:lnTo>
                  <a:lnTo>
                    <a:pt x="290208" y="343131"/>
                  </a:lnTo>
                  <a:lnTo>
                    <a:pt x="289951" y="343762"/>
                  </a:lnTo>
                  <a:lnTo>
                    <a:pt x="289662" y="344145"/>
                  </a:lnTo>
                  <a:lnTo>
                    <a:pt x="288938" y="344993"/>
                  </a:lnTo>
                  <a:lnTo>
                    <a:pt x="288092" y="345743"/>
                  </a:lnTo>
                  <a:lnTo>
                    <a:pt x="287414" y="345836"/>
                  </a:lnTo>
                  <a:lnTo>
                    <a:pt x="286751" y="345843"/>
                  </a:lnTo>
                  <a:lnTo>
                    <a:pt x="285915" y="346425"/>
                  </a:lnTo>
                  <a:lnTo>
                    <a:pt x="285853" y="346688"/>
                  </a:lnTo>
                  <a:lnTo>
                    <a:pt x="285617" y="346808"/>
                  </a:lnTo>
                  <a:lnTo>
                    <a:pt x="284929" y="346993"/>
                  </a:lnTo>
                  <a:lnTo>
                    <a:pt x="284575" y="347817"/>
                  </a:lnTo>
                  <a:lnTo>
                    <a:pt x="284519" y="347645"/>
                  </a:lnTo>
                  <a:lnTo>
                    <a:pt x="284455" y="347205"/>
                  </a:lnTo>
                  <a:lnTo>
                    <a:pt x="284487" y="346750"/>
                  </a:lnTo>
                  <a:lnTo>
                    <a:pt x="285051" y="345684"/>
                  </a:lnTo>
                  <a:lnTo>
                    <a:pt x="285127" y="345500"/>
                  </a:lnTo>
                  <a:lnTo>
                    <a:pt x="285427" y="344717"/>
                  </a:lnTo>
                  <a:lnTo>
                    <a:pt x="285410" y="344270"/>
                  </a:lnTo>
                  <a:lnTo>
                    <a:pt x="284465" y="343436"/>
                  </a:lnTo>
                  <a:lnTo>
                    <a:pt x="284328" y="343370"/>
                  </a:lnTo>
                  <a:lnTo>
                    <a:pt x="283054" y="341015"/>
                  </a:lnTo>
                  <a:lnTo>
                    <a:pt x="283106" y="340861"/>
                  </a:lnTo>
                  <a:lnTo>
                    <a:pt x="281409" y="342057"/>
                  </a:lnTo>
                  <a:lnTo>
                    <a:pt x="281395" y="342356"/>
                  </a:lnTo>
                  <a:lnTo>
                    <a:pt x="280587" y="340849"/>
                  </a:lnTo>
                  <a:lnTo>
                    <a:pt x="280406" y="340769"/>
                  </a:lnTo>
                  <a:lnTo>
                    <a:pt x="280200" y="340702"/>
                  </a:lnTo>
                  <a:lnTo>
                    <a:pt x="279172" y="340853"/>
                  </a:lnTo>
                  <a:lnTo>
                    <a:pt x="277790" y="340136"/>
                  </a:lnTo>
                  <a:lnTo>
                    <a:pt x="277637" y="340009"/>
                  </a:lnTo>
                  <a:lnTo>
                    <a:pt x="275934" y="336573"/>
                  </a:lnTo>
                  <a:lnTo>
                    <a:pt x="276118" y="336793"/>
                  </a:lnTo>
                  <a:lnTo>
                    <a:pt x="273705" y="335535"/>
                  </a:lnTo>
                  <a:lnTo>
                    <a:pt x="271905" y="334342"/>
                  </a:lnTo>
                  <a:lnTo>
                    <a:pt x="271849" y="334195"/>
                  </a:lnTo>
                  <a:lnTo>
                    <a:pt x="271910" y="333717"/>
                  </a:lnTo>
                  <a:lnTo>
                    <a:pt x="272338" y="333141"/>
                  </a:lnTo>
                  <a:lnTo>
                    <a:pt x="272162" y="332850"/>
                  </a:lnTo>
                  <a:lnTo>
                    <a:pt x="271613" y="333010"/>
                  </a:lnTo>
                  <a:lnTo>
                    <a:pt x="271018" y="333049"/>
                  </a:lnTo>
                  <a:lnTo>
                    <a:pt x="270589" y="332615"/>
                  </a:lnTo>
                  <a:lnTo>
                    <a:pt x="268492" y="332010"/>
                  </a:lnTo>
                  <a:lnTo>
                    <a:pt x="267668" y="331262"/>
                  </a:lnTo>
                  <a:lnTo>
                    <a:pt x="266698" y="330583"/>
                  </a:lnTo>
                  <a:lnTo>
                    <a:pt x="264494" y="329725"/>
                  </a:lnTo>
                  <a:lnTo>
                    <a:pt x="261603" y="330861"/>
                  </a:lnTo>
                  <a:lnTo>
                    <a:pt x="260143" y="330501"/>
                  </a:lnTo>
                  <a:lnTo>
                    <a:pt x="260015" y="330458"/>
                  </a:lnTo>
                  <a:lnTo>
                    <a:pt x="257662" y="330280"/>
                  </a:lnTo>
                  <a:lnTo>
                    <a:pt x="251862" y="328999"/>
                  </a:lnTo>
                  <a:lnTo>
                    <a:pt x="250954" y="329654"/>
                  </a:lnTo>
                  <a:lnTo>
                    <a:pt x="250436" y="329678"/>
                  </a:lnTo>
                  <a:lnTo>
                    <a:pt x="249903" y="329139"/>
                  </a:lnTo>
                  <a:lnTo>
                    <a:pt x="250160" y="328766"/>
                  </a:lnTo>
                  <a:lnTo>
                    <a:pt x="250113" y="328571"/>
                  </a:lnTo>
                  <a:lnTo>
                    <a:pt x="249804" y="328480"/>
                  </a:lnTo>
                  <a:lnTo>
                    <a:pt x="249511" y="327833"/>
                  </a:lnTo>
                  <a:lnTo>
                    <a:pt x="248846" y="327937"/>
                  </a:lnTo>
                  <a:lnTo>
                    <a:pt x="248676" y="327994"/>
                  </a:lnTo>
                  <a:lnTo>
                    <a:pt x="248254" y="327956"/>
                  </a:lnTo>
                  <a:lnTo>
                    <a:pt x="246605" y="326251"/>
                  </a:lnTo>
                  <a:lnTo>
                    <a:pt x="246603" y="325608"/>
                  </a:lnTo>
                  <a:lnTo>
                    <a:pt x="246454" y="325524"/>
                  </a:lnTo>
                  <a:lnTo>
                    <a:pt x="246089" y="325339"/>
                  </a:lnTo>
                  <a:lnTo>
                    <a:pt x="245787" y="325391"/>
                  </a:lnTo>
                  <a:lnTo>
                    <a:pt x="245251" y="324927"/>
                  </a:lnTo>
                  <a:lnTo>
                    <a:pt x="244816" y="324191"/>
                  </a:lnTo>
                  <a:lnTo>
                    <a:pt x="244287" y="324065"/>
                  </a:lnTo>
                  <a:lnTo>
                    <a:pt x="243980" y="324069"/>
                  </a:lnTo>
                  <a:lnTo>
                    <a:pt x="243193" y="324031"/>
                  </a:lnTo>
                  <a:lnTo>
                    <a:pt x="242864" y="324058"/>
                  </a:lnTo>
                  <a:lnTo>
                    <a:pt x="242121" y="323920"/>
                  </a:lnTo>
                  <a:lnTo>
                    <a:pt x="241952" y="323977"/>
                  </a:lnTo>
                  <a:lnTo>
                    <a:pt x="241520" y="323928"/>
                  </a:lnTo>
                  <a:lnTo>
                    <a:pt x="240996" y="323929"/>
                  </a:lnTo>
                  <a:lnTo>
                    <a:pt x="240745" y="323845"/>
                  </a:lnTo>
                  <a:lnTo>
                    <a:pt x="239646" y="323821"/>
                  </a:lnTo>
                  <a:lnTo>
                    <a:pt x="239231" y="323703"/>
                  </a:lnTo>
                  <a:lnTo>
                    <a:pt x="238561" y="323656"/>
                  </a:lnTo>
                  <a:lnTo>
                    <a:pt x="238432" y="323671"/>
                  </a:lnTo>
                  <a:lnTo>
                    <a:pt x="237814" y="323691"/>
                  </a:lnTo>
                  <a:lnTo>
                    <a:pt x="237171" y="323690"/>
                  </a:lnTo>
                  <a:lnTo>
                    <a:pt x="235870" y="323565"/>
                  </a:lnTo>
                  <a:lnTo>
                    <a:pt x="235553" y="323491"/>
                  </a:lnTo>
                  <a:lnTo>
                    <a:pt x="235079" y="323308"/>
                  </a:lnTo>
                  <a:lnTo>
                    <a:pt x="234425" y="323313"/>
                  </a:lnTo>
                  <a:lnTo>
                    <a:pt x="233839" y="323150"/>
                  </a:lnTo>
                  <a:lnTo>
                    <a:pt x="232140" y="322415"/>
                  </a:lnTo>
                  <a:lnTo>
                    <a:pt x="232166" y="322211"/>
                  </a:lnTo>
                  <a:lnTo>
                    <a:pt x="232288" y="321939"/>
                  </a:lnTo>
                  <a:lnTo>
                    <a:pt x="232192" y="321463"/>
                  </a:lnTo>
                  <a:lnTo>
                    <a:pt x="232048" y="320883"/>
                  </a:lnTo>
                  <a:lnTo>
                    <a:pt x="231916" y="320872"/>
                  </a:lnTo>
                  <a:lnTo>
                    <a:pt x="231736" y="320904"/>
                  </a:lnTo>
                  <a:lnTo>
                    <a:pt x="231587" y="320935"/>
                  </a:lnTo>
                  <a:lnTo>
                    <a:pt x="230877" y="320858"/>
                  </a:lnTo>
                  <a:lnTo>
                    <a:pt x="230554" y="320884"/>
                  </a:lnTo>
                  <a:lnTo>
                    <a:pt x="230395" y="320889"/>
                  </a:lnTo>
                  <a:lnTo>
                    <a:pt x="230017" y="320770"/>
                  </a:lnTo>
                  <a:lnTo>
                    <a:pt x="229229" y="320311"/>
                  </a:lnTo>
                  <a:lnTo>
                    <a:pt x="228794" y="320499"/>
                  </a:lnTo>
                  <a:lnTo>
                    <a:pt x="228637" y="320449"/>
                  </a:lnTo>
                  <a:lnTo>
                    <a:pt x="228425" y="320385"/>
                  </a:lnTo>
                  <a:lnTo>
                    <a:pt x="228159" y="320322"/>
                  </a:lnTo>
                  <a:lnTo>
                    <a:pt x="227939" y="320408"/>
                  </a:lnTo>
                  <a:lnTo>
                    <a:pt x="227675" y="320744"/>
                  </a:lnTo>
                  <a:lnTo>
                    <a:pt x="226634" y="320573"/>
                  </a:lnTo>
                  <a:lnTo>
                    <a:pt x="226241" y="320572"/>
                  </a:lnTo>
                  <a:lnTo>
                    <a:pt x="226002" y="320635"/>
                  </a:lnTo>
                  <a:lnTo>
                    <a:pt x="225658" y="320793"/>
                  </a:lnTo>
                  <a:lnTo>
                    <a:pt x="225466" y="321804"/>
                  </a:lnTo>
                  <a:lnTo>
                    <a:pt x="225653" y="322875"/>
                  </a:lnTo>
                  <a:lnTo>
                    <a:pt x="225657" y="323608"/>
                  </a:lnTo>
                  <a:lnTo>
                    <a:pt x="225362" y="323873"/>
                  </a:lnTo>
                  <a:lnTo>
                    <a:pt x="224535" y="324067"/>
                  </a:lnTo>
                  <a:lnTo>
                    <a:pt x="223023" y="323595"/>
                  </a:lnTo>
                  <a:lnTo>
                    <a:pt x="223032" y="323393"/>
                  </a:lnTo>
                  <a:lnTo>
                    <a:pt x="222698" y="323070"/>
                  </a:lnTo>
                  <a:lnTo>
                    <a:pt x="222369" y="322856"/>
                  </a:lnTo>
                  <a:lnTo>
                    <a:pt x="222024" y="322637"/>
                  </a:lnTo>
                  <a:lnTo>
                    <a:pt x="221610" y="322430"/>
                  </a:lnTo>
                  <a:lnTo>
                    <a:pt x="221409" y="322535"/>
                  </a:lnTo>
                  <a:lnTo>
                    <a:pt x="220580" y="323061"/>
                  </a:lnTo>
                  <a:lnTo>
                    <a:pt x="220372" y="323131"/>
                  </a:lnTo>
                  <a:lnTo>
                    <a:pt x="219288" y="323284"/>
                  </a:lnTo>
                  <a:lnTo>
                    <a:pt x="217755" y="323454"/>
                  </a:lnTo>
                  <a:lnTo>
                    <a:pt x="217248" y="323158"/>
                  </a:lnTo>
                  <a:lnTo>
                    <a:pt x="216604" y="323433"/>
                  </a:lnTo>
                  <a:lnTo>
                    <a:pt x="215742" y="323950"/>
                  </a:lnTo>
                  <a:lnTo>
                    <a:pt x="216030" y="325389"/>
                  </a:lnTo>
                  <a:lnTo>
                    <a:pt x="216353" y="325550"/>
                  </a:lnTo>
                  <a:lnTo>
                    <a:pt x="216767" y="325684"/>
                  </a:lnTo>
                  <a:lnTo>
                    <a:pt x="216931" y="325709"/>
                  </a:lnTo>
                  <a:lnTo>
                    <a:pt x="217111" y="325751"/>
                  </a:lnTo>
                  <a:lnTo>
                    <a:pt x="217333" y="325791"/>
                  </a:lnTo>
                  <a:lnTo>
                    <a:pt x="217462" y="325771"/>
                  </a:lnTo>
                  <a:lnTo>
                    <a:pt x="217764" y="325970"/>
                  </a:lnTo>
                  <a:lnTo>
                    <a:pt x="217803" y="326692"/>
                  </a:lnTo>
                  <a:lnTo>
                    <a:pt x="216910" y="327080"/>
                  </a:lnTo>
                  <a:lnTo>
                    <a:pt x="216610" y="327426"/>
                  </a:lnTo>
                  <a:lnTo>
                    <a:pt x="216349" y="328057"/>
                  </a:lnTo>
                  <a:lnTo>
                    <a:pt x="216174" y="328165"/>
                  </a:lnTo>
                  <a:lnTo>
                    <a:pt x="216148" y="328307"/>
                  </a:lnTo>
                  <a:lnTo>
                    <a:pt x="216232" y="328679"/>
                  </a:lnTo>
                  <a:lnTo>
                    <a:pt x="216417" y="329702"/>
                  </a:lnTo>
                  <a:lnTo>
                    <a:pt x="217457" y="330084"/>
                  </a:lnTo>
                  <a:lnTo>
                    <a:pt x="217447" y="330288"/>
                  </a:lnTo>
                  <a:lnTo>
                    <a:pt x="217422" y="330634"/>
                  </a:lnTo>
                  <a:lnTo>
                    <a:pt x="217139" y="331315"/>
                  </a:lnTo>
                  <a:lnTo>
                    <a:pt x="217415" y="331413"/>
                  </a:lnTo>
                  <a:lnTo>
                    <a:pt x="217648" y="331548"/>
                  </a:lnTo>
                  <a:lnTo>
                    <a:pt x="217712" y="331736"/>
                  </a:lnTo>
                  <a:lnTo>
                    <a:pt x="217739" y="331945"/>
                  </a:lnTo>
                  <a:lnTo>
                    <a:pt x="217719" y="332139"/>
                  </a:lnTo>
                  <a:lnTo>
                    <a:pt x="217800" y="332557"/>
                  </a:lnTo>
                  <a:lnTo>
                    <a:pt x="218012" y="332613"/>
                  </a:lnTo>
                  <a:lnTo>
                    <a:pt x="218165" y="332555"/>
                  </a:lnTo>
                  <a:lnTo>
                    <a:pt x="218355" y="332518"/>
                  </a:lnTo>
                  <a:lnTo>
                    <a:pt x="218757" y="332731"/>
                  </a:lnTo>
                  <a:lnTo>
                    <a:pt x="218916" y="332793"/>
                  </a:lnTo>
                  <a:lnTo>
                    <a:pt x="219160" y="333033"/>
                  </a:lnTo>
                  <a:lnTo>
                    <a:pt x="219440" y="332984"/>
                  </a:lnTo>
                  <a:lnTo>
                    <a:pt x="219789" y="332986"/>
                  </a:lnTo>
                  <a:lnTo>
                    <a:pt x="219952" y="332924"/>
                  </a:lnTo>
                  <a:lnTo>
                    <a:pt x="220528" y="333577"/>
                  </a:lnTo>
                  <a:lnTo>
                    <a:pt x="220834" y="334345"/>
                  </a:lnTo>
                  <a:lnTo>
                    <a:pt x="220999" y="334778"/>
                  </a:lnTo>
                  <a:lnTo>
                    <a:pt x="221068" y="334971"/>
                  </a:lnTo>
                  <a:lnTo>
                    <a:pt x="221148" y="335170"/>
                  </a:lnTo>
                  <a:lnTo>
                    <a:pt x="221223" y="335316"/>
                  </a:lnTo>
                  <a:lnTo>
                    <a:pt x="220567" y="336667"/>
                  </a:lnTo>
                  <a:lnTo>
                    <a:pt x="220156" y="337019"/>
                  </a:lnTo>
                  <a:lnTo>
                    <a:pt x="219987" y="337020"/>
                  </a:lnTo>
                  <a:lnTo>
                    <a:pt x="218688" y="338206"/>
                  </a:lnTo>
                  <a:lnTo>
                    <a:pt x="218535" y="338291"/>
                  </a:lnTo>
                  <a:lnTo>
                    <a:pt x="218351" y="338317"/>
                  </a:lnTo>
                  <a:lnTo>
                    <a:pt x="216919" y="339227"/>
                  </a:lnTo>
                  <a:lnTo>
                    <a:pt x="216305" y="338901"/>
                  </a:lnTo>
                  <a:lnTo>
                    <a:pt x="216186" y="339285"/>
                  </a:lnTo>
                  <a:lnTo>
                    <a:pt x="216017" y="339294"/>
                  </a:lnTo>
                  <a:lnTo>
                    <a:pt x="214257" y="338822"/>
                  </a:lnTo>
                  <a:lnTo>
                    <a:pt x="213889" y="339520"/>
                  </a:lnTo>
                  <a:lnTo>
                    <a:pt x="213712" y="340564"/>
                  </a:lnTo>
                  <a:lnTo>
                    <a:pt x="213214" y="340668"/>
                  </a:lnTo>
                  <a:lnTo>
                    <a:pt x="212048" y="341068"/>
                  </a:lnTo>
                  <a:lnTo>
                    <a:pt x="211605" y="341368"/>
                  </a:lnTo>
                  <a:lnTo>
                    <a:pt x="210704" y="341838"/>
                  </a:lnTo>
                  <a:lnTo>
                    <a:pt x="210058" y="340845"/>
                  </a:lnTo>
                  <a:lnTo>
                    <a:pt x="208467" y="340594"/>
                  </a:lnTo>
                  <a:lnTo>
                    <a:pt x="207903" y="340168"/>
                  </a:lnTo>
                  <a:lnTo>
                    <a:pt x="207752" y="339911"/>
                  </a:lnTo>
                  <a:lnTo>
                    <a:pt x="207747" y="339722"/>
                  </a:lnTo>
                  <a:lnTo>
                    <a:pt x="207471" y="338833"/>
                  </a:lnTo>
                  <a:lnTo>
                    <a:pt x="207410" y="338630"/>
                  </a:lnTo>
                  <a:lnTo>
                    <a:pt x="207136" y="338337"/>
                  </a:lnTo>
                  <a:lnTo>
                    <a:pt x="206774" y="338283"/>
                  </a:lnTo>
                  <a:lnTo>
                    <a:pt x="206424" y="338047"/>
                  </a:lnTo>
                  <a:lnTo>
                    <a:pt x="206377" y="337664"/>
                  </a:lnTo>
                  <a:lnTo>
                    <a:pt x="206098" y="337572"/>
                  </a:lnTo>
                  <a:lnTo>
                    <a:pt x="205749" y="337392"/>
                  </a:lnTo>
                  <a:lnTo>
                    <a:pt x="205457" y="337362"/>
                  </a:lnTo>
                  <a:lnTo>
                    <a:pt x="204679" y="336634"/>
                  </a:lnTo>
                  <a:lnTo>
                    <a:pt x="204595" y="336452"/>
                  </a:lnTo>
                  <a:lnTo>
                    <a:pt x="204290" y="336323"/>
                  </a:lnTo>
                  <a:lnTo>
                    <a:pt x="204036" y="336262"/>
                  </a:lnTo>
                  <a:lnTo>
                    <a:pt x="203751" y="336239"/>
                  </a:lnTo>
                  <a:lnTo>
                    <a:pt x="203284" y="336537"/>
                  </a:lnTo>
                  <a:lnTo>
                    <a:pt x="202733" y="336503"/>
                  </a:lnTo>
                  <a:lnTo>
                    <a:pt x="202618" y="336322"/>
                  </a:lnTo>
                  <a:lnTo>
                    <a:pt x="201830" y="335451"/>
                  </a:lnTo>
                  <a:lnTo>
                    <a:pt x="199937" y="335002"/>
                  </a:lnTo>
                  <a:lnTo>
                    <a:pt x="199762" y="334981"/>
                  </a:lnTo>
                  <a:lnTo>
                    <a:pt x="198779" y="335191"/>
                  </a:lnTo>
                  <a:lnTo>
                    <a:pt x="198115" y="335400"/>
                  </a:lnTo>
                  <a:lnTo>
                    <a:pt x="195352" y="335430"/>
                  </a:lnTo>
                  <a:lnTo>
                    <a:pt x="195220" y="335469"/>
                  </a:lnTo>
                  <a:lnTo>
                    <a:pt x="194975" y="335613"/>
                  </a:lnTo>
                  <a:lnTo>
                    <a:pt x="194774" y="335713"/>
                  </a:lnTo>
                  <a:lnTo>
                    <a:pt x="193344" y="335911"/>
                  </a:lnTo>
                  <a:lnTo>
                    <a:pt x="192994" y="336141"/>
                  </a:lnTo>
                  <a:lnTo>
                    <a:pt x="192279" y="335967"/>
                  </a:lnTo>
                  <a:lnTo>
                    <a:pt x="192091" y="335719"/>
                  </a:lnTo>
                  <a:lnTo>
                    <a:pt x="191860" y="335541"/>
                  </a:lnTo>
                  <a:lnTo>
                    <a:pt x="191654" y="335505"/>
                  </a:lnTo>
                  <a:lnTo>
                    <a:pt x="191076" y="335744"/>
                  </a:lnTo>
                  <a:lnTo>
                    <a:pt x="190726" y="335934"/>
                  </a:lnTo>
                  <a:lnTo>
                    <a:pt x="189997" y="335820"/>
                  </a:lnTo>
                  <a:lnTo>
                    <a:pt x="188435" y="336312"/>
                  </a:lnTo>
                  <a:lnTo>
                    <a:pt x="188028" y="336429"/>
                  </a:lnTo>
                  <a:lnTo>
                    <a:pt x="187378" y="337069"/>
                  </a:lnTo>
                  <a:lnTo>
                    <a:pt x="187022" y="337237"/>
                  </a:lnTo>
                  <a:lnTo>
                    <a:pt x="187288" y="338662"/>
                  </a:lnTo>
                  <a:lnTo>
                    <a:pt x="187429" y="338912"/>
                  </a:lnTo>
                  <a:lnTo>
                    <a:pt x="187447" y="339328"/>
                  </a:lnTo>
                  <a:lnTo>
                    <a:pt x="186559" y="339920"/>
                  </a:lnTo>
                  <a:lnTo>
                    <a:pt x="185539" y="340175"/>
                  </a:lnTo>
                  <a:lnTo>
                    <a:pt x="185560" y="340405"/>
                  </a:lnTo>
                  <a:lnTo>
                    <a:pt x="182822" y="342330"/>
                  </a:lnTo>
                  <a:lnTo>
                    <a:pt x="182593" y="342279"/>
                  </a:lnTo>
                  <a:lnTo>
                    <a:pt x="182459" y="342252"/>
                  </a:lnTo>
                  <a:lnTo>
                    <a:pt x="180803" y="341910"/>
                  </a:lnTo>
                  <a:lnTo>
                    <a:pt x="180463" y="341997"/>
                  </a:lnTo>
                  <a:lnTo>
                    <a:pt x="179923" y="342788"/>
                  </a:lnTo>
                  <a:lnTo>
                    <a:pt x="179700" y="342801"/>
                  </a:lnTo>
                  <a:lnTo>
                    <a:pt x="177320" y="343145"/>
                  </a:lnTo>
                  <a:lnTo>
                    <a:pt x="176988" y="345010"/>
                  </a:lnTo>
                  <a:lnTo>
                    <a:pt x="174628" y="347296"/>
                  </a:lnTo>
                  <a:lnTo>
                    <a:pt x="174485" y="348010"/>
                  </a:lnTo>
                  <a:lnTo>
                    <a:pt x="174282" y="347891"/>
                  </a:lnTo>
                  <a:lnTo>
                    <a:pt x="172750" y="350770"/>
                  </a:lnTo>
                  <a:lnTo>
                    <a:pt x="172340" y="351165"/>
                  </a:lnTo>
                  <a:lnTo>
                    <a:pt x="172274" y="351324"/>
                  </a:lnTo>
                  <a:lnTo>
                    <a:pt x="172462" y="351818"/>
                  </a:lnTo>
                  <a:lnTo>
                    <a:pt x="172665" y="352074"/>
                  </a:lnTo>
                  <a:lnTo>
                    <a:pt x="171962" y="352977"/>
                  </a:lnTo>
                  <a:lnTo>
                    <a:pt x="171833" y="352999"/>
                  </a:lnTo>
                  <a:lnTo>
                    <a:pt x="171636" y="353048"/>
                  </a:lnTo>
                  <a:lnTo>
                    <a:pt x="171373" y="353203"/>
                  </a:lnTo>
                  <a:lnTo>
                    <a:pt x="171126" y="353881"/>
                  </a:lnTo>
                  <a:lnTo>
                    <a:pt x="170737" y="354916"/>
                  </a:lnTo>
                  <a:lnTo>
                    <a:pt x="171308" y="355320"/>
                  </a:lnTo>
                  <a:lnTo>
                    <a:pt x="170010" y="358678"/>
                  </a:lnTo>
                  <a:lnTo>
                    <a:pt x="168806" y="359484"/>
                  </a:lnTo>
                  <a:lnTo>
                    <a:pt x="168206" y="362294"/>
                  </a:lnTo>
                  <a:lnTo>
                    <a:pt x="168262" y="363434"/>
                  </a:lnTo>
                  <a:lnTo>
                    <a:pt x="168511" y="364312"/>
                  </a:lnTo>
                  <a:lnTo>
                    <a:pt x="168237" y="364327"/>
                  </a:lnTo>
                  <a:lnTo>
                    <a:pt x="167107" y="364606"/>
                  </a:lnTo>
                  <a:lnTo>
                    <a:pt x="166759" y="364454"/>
                  </a:lnTo>
                  <a:lnTo>
                    <a:pt x="166713" y="363983"/>
                  </a:lnTo>
                  <a:lnTo>
                    <a:pt x="166597" y="363730"/>
                  </a:lnTo>
                  <a:lnTo>
                    <a:pt x="166494" y="363431"/>
                  </a:lnTo>
                  <a:lnTo>
                    <a:pt x="165986" y="363159"/>
                  </a:lnTo>
                  <a:lnTo>
                    <a:pt x="165665" y="362791"/>
                  </a:lnTo>
                  <a:lnTo>
                    <a:pt x="165372" y="362502"/>
                  </a:lnTo>
                  <a:lnTo>
                    <a:pt x="165013" y="362213"/>
                  </a:lnTo>
                  <a:lnTo>
                    <a:pt x="164872" y="362039"/>
                  </a:lnTo>
                  <a:lnTo>
                    <a:pt x="164582" y="361800"/>
                  </a:lnTo>
                  <a:lnTo>
                    <a:pt x="164309" y="361686"/>
                  </a:lnTo>
                  <a:lnTo>
                    <a:pt x="164119" y="362088"/>
                  </a:lnTo>
                  <a:lnTo>
                    <a:pt x="163891" y="362315"/>
                  </a:lnTo>
                  <a:lnTo>
                    <a:pt x="163761" y="362325"/>
                  </a:lnTo>
                  <a:lnTo>
                    <a:pt x="163550" y="362237"/>
                  </a:lnTo>
                  <a:lnTo>
                    <a:pt x="163461" y="362022"/>
                  </a:lnTo>
                  <a:lnTo>
                    <a:pt x="163117" y="361789"/>
                  </a:lnTo>
                  <a:lnTo>
                    <a:pt x="162880" y="361438"/>
                  </a:lnTo>
                  <a:lnTo>
                    <a:pt x="162546" y="360593"/>
                  </a:lnTo>
                  <a:lnTo>
                    <a:pt x="162290" y="360495"/>
                  </a:lnTo>
                  <a:lnTo>
                    <a:pt x="162257" y="360066"/>
                  </a:lnTo>
                  <a:lnTo>
                    <a:pt x="162432" y="359662"/>
                  </a:lnTo>
                  <a:lnTo>
                    <a:pt x="162457" y="359271"/>
                  </a:lnTo>
                  <a:lnTo>
                    <a:pt x="162796" y="358820"/>
                  </a:lnTo>
                  <a:lnTo>
                    <a:pt x="163036" y="358479"/>
                  </a:lnTo>
                  <a:lnTo>
                    <a:pt x="163391" y="357749"/>
                  </a:lnTo>
                  <a:lnTo>
                    <a:pt x="163258" y="357645"/>
                  </a:lnTo>
                  <a:lnTo>
                    <a:pt x="163124" y="357497"/>
                  </a:lnTo>
                  <a:lnTo>
                    <a:pt x="162408" y="357090"/>
                  </a:lnTo>
                  <a:lnTo>
                    <a:pt x="162265" y="357070"/>
                  </a:lnTo>
                  <a:lnTo>
                    <a:pt x="162044" y="356996"/>
                  </a:lnTo>
                  <a:lnTo>
                    <a:pt x="162011" y="356868"/>
                  </a:lnTo>
                  <a:lnTo>
                    <a:pt x="162085" y="356673"/>
                  </a:lnTo>
                  <a:lnTo>
                    <a:pt x="162248" y="356286"/>
                  </a:lnTo>
                  <a:lnTo>
                    <a:pt x="162319" y="355789"/>
                  </a:lnTo>
                  <a:lnTo>
                    <a:pt x="162135" y="355624"/>
                  </a:lnTo>
                  <a:lnTo>
                    <a:pt x="162356" y="354779"/>
                  </a:lnTo>
                  <a:lnTo>
                    <a:pt x="162221" y="354500"/>
                  </a:lnTo>
                  <a:lnTo>
                    <a:pt x="162120" y="353507"/>
                  </a:lnTo>
                  <a:lnTo>
                    <a:pt x="161825" y="353218"/>
                  </a:lnTo>
                  <a:lnTo>
                    <a:pt x="161651" y="353119"/>
                  </a:lnTo>
                  <a:lnTo>
                    <a:pt x="161445" y="352955"/>
                  </a:lnTo>
                  <a:lnTo>
                    <a:pt x="161273" y="352749"/>
                  </a:lnTo>
                  <a:lnTo>
                    <a:pt x="160983" y="352428"/>
                  </a:lnTo>
                  <a:lnTo>
                    <a:pt x="160677" y="352179"/>
                  </a:lnTo>
                  <a:lnTo>
                    <a:pt x="160183" y="351997"/>
                  </a:lnTo>
                  <a:lnTo>
                    <a:pt x="160037" y="351928"/>
                  </a:lnTo>
                  <a:lnTo>
                    <a:pt x="159758" y="352342"/>
                  </a:lnTo>
                  <a:lnTo>
                    <a:pt x="159618" y="352600"/>
                  </a:lnTo>
                  <a:lnTo>
                    <a:pt x="159548" y="352745"/>
                  </a:lnTo>
                  <a:lnTo>
                    <a:pt x="159109" y="352859"/>
                  </a:lnTo>
                  <a:lnTo>
                    <a:pt x="159120" y="353035"/>
                  </a:lnTo>
                  <a:lnTo>
                    <a:pt x="159402" y="353443"/>
                  </a:lnTo>
                  <a:lnTo>
                    <a:pt x="159358" y="353813"/>
                  </a:lnTo>
                  <a:lnTo>
                    <a:pt x="159157" y="353809"/>
                  </a:lnTo>
                  <a:lnTo>
                    <a:pt x="159003" y="353805"/>
                  </a:lnTo>
                  <a:lnTo>
                    <a:pt x="158685" y="353832"/>
                  </a:lnTo>
                  <a:lnTo>
                    <a:pt x="158453" y="353855"/>
                  </a:lnTo>
                  <a:lnTo>
                    <a:pt x="158020" y="353627"/>
                  </a:lnTo>
                  <a:lnTo>
                    <a:pt x="157912" y="353849"/>
                  </a:lnTo>
                  <a:lnTo>
                    <a:pt x="157620" y="354051"/>
                  </a:lnTo>
                  <a:lnTo>
                    <a:pt x="157478" y="354330"/>
                  </a:lnTo>
                  <a:lnTo>
                    <a:pt x="157561" y="354590"/>
                  </a:lnTo>
                  <a:lnTo>
                    <a:pt x="157551" y="354721"/>
                  </a:lnTo>
                  <a:lnTo>
                    <a:pt x="157400" y="354980"/>
                  </a:lnTo>
                  <a:lnTo>
                    <a:pt x="156816" y="355201"/>
                  </a:lnTo>
                  <a:lnTo>
                    <a:pt x="156537" y="355163"/>
                  </a:lnTo>
                  <a:lnTo>
                    <a:pt x="156033" y="355128"/>
                  </a:lnTo>
                  <a:lnTo>
                    <a:pt x="155588" y="355265"/>
                  </a:lnTo>
                  <a:lnTo>
                    <a:pt x="154861" y="355280"/>
                  </a:lnTo>
                  <a:lnTo>
                    <a:pt x="154775" y="355059"/>
                  </a:lnTo>
                  <a:lnTo>
                    <a:pt x="154881" y="354868"/>
                  </a:lnTo>
                  <a:lnTo>
                    <a:pt x="154963" y="354601"/>
                  </a:lnTo>
                  <a:lnTo>
                    <a:pt x="155206" y="354235"/>
                  </a:lnTo>
                  <a:lnTo>
                    <a:pt x="155239" y="353848"/>
                  </a:lnTo>
                  <a:lnTo>
                    <a:pt x="155364" y="353508"/>
                  </a:lnTo>
                  <a:lnTo>
                    <a:pt x="155500" y="352706"/>
                  </a:lnTo>
                  <a:lnTo>
                    <a:pt x="155461" y="352405"/>
                  </a:lnTo>
                  <a:lnTo>
                    <a:pt x="155532" y="351932"/>
                  </a:lnTo>
                  <a:lnTo>
                    <a:pt x="155778" y="351535"/>
                  </a:lnTo>
                  <a:lnTo>
                    <a:pt x="155615" y="351295"/>
                  </a:lnTo>
                  <a:lnTo>
                    <a:pt x="155495" y="351116"/>
                  </a:lnTo>
                  <a:lnTo>
                    <a:pt x="155487" y="350726"/>
                  </a:lnTo>
                  <a:lnTo>
                    <a:pt x="155293" y="350551"/>
                  </a:lnTo>
                  <a:lnTo>
                    <a:pt x="154779" y="350589"/>
                  </a:lnTo>
                  <a:lnTo>
                    <a:pt x="154435" y="350464"/>
                  </a:lnTo>
                  <a:lnTo>
                    <a:pt x="154064" y="350267"/>
                  </a:lnTo>
                  <a:lnTo>
                    <a:pt x="153821" y="350447"/>
                  </a:lnTo>
                  <a:lnTo>
                    <a:pt x="153642" y="350327"/>
                  </a:lnTo>
                  <a:lnTo>
                    <a:pt x="153470" y="350185"/>
                  </a:lnTo>
                  <a:lnTo>
                    <a:pt x="153255" y="349967"/>
                  </a:lnTo>
                  <a:lnTo>
                    <a:pt x="153067" y="349768"/>
                  </a:lnTo>
                  <a:lnTo>
                    <a:pt x="152818" y="348818"/>
                  </a:lnTo>
                  <a:lnTo>
                    <a:pt x="152934" y="348445"/>
                  </a:lnTo>
                  <a:lnTo>
                    <a:pt x="153041" y="348193"/>
                  </a:lnTo>
                  <a:lnTo>
                    <a:pt x="153451" y="348153"/>
                  </a:lnTo>
                  <a:lnTo>
                    <a:pt x="153569" y="347731"/>
                  </a:lnTo>
                  <a:lnTo>
                    <a:pt x="153573" y="347594"/>
                  </a:lnTo>
                  <a:lnTo>
                    <a:pt x="153701" y="347379"/>
                  </a:lnTo>
                  <a:lnTo>
                    <a:pt x="153662" y="347041"/>
                  </a:lnTo>
                  <a:lnTo>
                    <a:pt x="153800" y="346611"/>
                  </a:lnTo>
                  <a:lnTo>
                    <a:pt x="153830" y="346422"/>
                  </a:lnTo>
                  <a:lnTo>
                    <a:pt x="153646" y="346290"/>
                  </a:lnTo>
                  <a:lnTo>
                    <a:pt x="153258" y="346199"/>
                  </a:lnTo>
                  <a:lnTo>
                    <a:pt x="153281" y="346058"/>
                  </a:lnTo>
                  <a:lnTo>
                    <a:pt x="153476" y="345796"/>
                  </a:lnTo>
                  <a:lnTo>
                    <a:pt x="154052" y="345130"/>
                  </a:lnTo>
                  <a:lnTo>
                    <a:pt x="154709" y="344560"/>
                  </a:lnTo>
                  <a:lnTo>
                    <a:pt x="154373" y="344329"/>
                  </a:lnTo>
                  <a:lnTo>
                    <a:pt x="154237" y="344224"/>
                  </a:lnTo>
                  <a:lnTo>
                    <a:pt x="154199" y="343940"/>
                  </a:lnTo>
                  <a:lnTo>
                    <a:pt x="154316" y="343449"/>
                  </a:lnTo>
                  <a:lnTo>
                    <a:pt x="154104" y="343262"/>
                  </a:lnTo>
                  <a:lnTo>
                    <a:pt x="153990" y="343556"/>
                  </a:lnTo>
                  <a:lnTo>
                    <a:pt x="153648" y="343779"/>
                  </a:lnTo>
                  <a:lnTo>
                    <a:pt x="153506" y="343825"/>
                  </a:lnTo>
                  <a:lnTo>
                    <a:pt x="153270" y="343667"/>
                  </a:lnTo>
                  <a:lnTo>
                    <a:pt x="153125" y="343492"/>
                  </a:lnTo>
                  <a:lnTo>
                    <a:pt x="152838" y="343350"/>
                  </a:lnTo>
                  <a:lnTo>
                    <a:pt x="153089" y="343216"/>
                  </a:lnTo>
                  <a:lnTo>
                    <a:pt x="153409" y="342758"/>
                  </a:lnTo>
                  <a:lnTo>
                    <a:pt x="153536" y="342553"/>
                  </a:lnTo>
                  <a:lnTo>
                    <a:pt x="153714" y="342141"/>
                  </a:lnTo>
                  <a:lnTo>
                    <a:pt x="153427" y="341734"/>
                  </a:lnTo>
                  <a:lnTo>
                    <a:pt x="152634" y="341780"/>
                  </a:lnTo>
                  <a:lnTo>
                    <a:pt x="152377" y="341694"/>
                  </a:lnTo>
                  <a:lnTo>
                    <a:pt x="151799" y="341014"/>
                  </a:lnTo>
                  <a:lnTo>
                    <a:pt x="151610" y="341078"/>
                  </a:lnTo>
                  <a:lnTo>
                    <a:pt x="151370" y="340901"/>
                  </a:lnTo>
                  <a:lnTo>
                    <a:pt x="151584" y="340575"/>
                  </a:lnTo>
                  <a:lnTo>
                    <a:pt x="151673" y="340327"/>
                  </a:lnTo>
                  <a:lnTo>
                    <a:pt x="151350" y="340217"/>
                  </a:lnTo>
                  <a:lnTo>
                    <a:pt x="151358" y="340425"/>
                  </a:lnTo>
                  <a:lnTo>
                    <a:pt x="151223" y="340973"/>
                  </a:lnTo>
                  <a:lnTo>
                    <a:pt x="150982" y="341156"/>
                  </a:lnTo>
                  <a:lnTo>
                    <a:pt x="150904" y="341446"/>
                  </a:lnTo>
                  <a:lnTo>
                    <a:pt x="150975" y="341631"/>
                  </a:lnTo>
                  <a:lnTo>
                    <a:pt x="151101" y="341952"/>
                  </a:lnTo>
                  <a:lnTo>
                    <a:pt x="150878" y="341956"/>
                  </a:lnTo>
                  <a:lnTo>
                    <a:pt x="150403" y="341542"/>
                  </a:lnTo>
                  <a:lnTo>
                    <a:pt x="150267" y="341752"/>
                  </a:lnTo>
                  <a:lnTo>
                    <a:pt x="150084" y="341776"/>
                  </a:lnTo>
                  <a:lnTo>
                    <a:pt x="149801" y="341809"/>
                  </a:lnTo>
                  <a:lnTo>
                    <a:pt x="149571" y="341808"/>
                  </a:lnTo>
                  <a:lnTo>
                    <a:pt x="149468" y="341375"/>
                  </a:lnTo>
                  <a:lnTo>
                    <a:pt x="149624" y="341294"/>
                  </a:lnTo>
                  <a:lnTo>
                    <a:pt x="149782" y="341278"/>
                  </a:lnTo>
                  <a:lnTo>
                    <a:pt x="150058" y="340960"/>
                  </a:lnTo>
                  <a:lnTo>
                    <a:pt x="150189" y="340586"/>
                  </a:lnTo>
                  <a:lnTo>
                    <a:pt x="149950" y="340181"/>
                  </a:lnTo>
                  <a:lnTo>
                    <a:pt x="149705" y="340009"/>
                  </a:lnTo>
                  <a:lnTo>
                    <a:pt x="149768" y="339853"/>
                  </a:lnTo>
                  <a:lnTo>
                    <a:pt x="149705" y="339299"/>
                  </a:lnTo>
                  <a:lnTo>
                    <a:pt x="149386" y="339181"/>
                  </a:lnTo>
                  <a:lnTo>
                    <a:pt x="149109" y="339196"/>
                  </a:lnTo>
                  <a:lnTo>
                    <a:pt x="148471" y="339512"/>
                  </a:lnTo>
                  <a:lnTo>
                    <a:pt x="148578" y="339806"/>
                  </a:lnTo>
                  <a:lnTo>
                    <a:pt x="149130" y="339785"/>
                  </a:lnTo>
                  <a:lnTo>
                    <a:pt x="149392" y="340075"/>
                  </a:lnTo>
                  <a:lnTo>
                    <a:pt x="149311" y="340505"/>
                  </a:lnTo>
                  <a:lnTo>
                    <a:pt x="149745" y="340931"/>
                  </a:lnTo>
                  <a:lnTo>
                    <a:pt x="149550" y="341128"/>
                  </a:lnTo>
                  <a:lnTo>
                    <a:pt x="149181" y="340964"/>
                  </a:lnTo>
                  <a:lnTo>
                    <a:pt x="149123" y="340836"/>
                  </a:lnTo>
                  <a:lnTo>
                    <a:pt x="149034" y="340634"/>
                  </a:lnTo>
                  <a:lnTo>
                    <a:pt x="148937" y="341015"/>
                  </a:lnTo>
                  <a:lnTo>
                    <a:pt x="149060" y="341594"/>
                  </a:lnTo>
                  <a:lnTo>
                    <a:pt x="148946" y="341746"/>
                  </a:lnTo>
                  <a:lnTo>
                    <a:pt x="148772" y="341648"/>
                  </a:lnTo>
                  <a:lnTo>
                    <a:pt x="148370" y="341070"/>
                  </a:lnTo>
                  <a:lnTo>
                    <a:pt x="148171" y="341029"/>
                  </a:lnTo>
                  <a:lnTo>
                    <a:pt x="148132" y="340672"/>
                  </a:lnTo>
                  <a:lnTo>
                    <a:pt x="147946" y="340380"/>
                  </a:lnTo>
                  <a:lnTo>
                    <a:pt x="147609" y="340123"/>
                  </a:lnTo>
                  <a:lnTo>
                    <a:pt x="147410" y="340089"/>
                  </a:lnTo>
                  <a:lnTo>
                    <a:pt x="147006" y="339952"/>
                  </a:lnTo>
                  <a:lnTo>
                    <a:pt x="146957" y="339632"/>
                  </a:lnTo>
                  <a:lnTo>
                    <a:pt x="147122" y="339209"/>
                  </a:lnTo>
                  <a:lnTo>
                    <a:pt x="146836" y="338986"/>
                  </a:lnTo>
                  <a:lnTo>
                    <a:pt x="146442" y="339245"/>
                  </a:lnTo>
                  <a:lnTo>
                    <a:pt x="146174" y="339311"/>
                  </a:lnTo>
                  <a:lnTo>
                    <a:pt x="146138" y="338992"/>
                  </a:lnTo>
                  <a:lnTo>
                    <a:pt x="146237" y="338740"/>
                  </a:lnTo>
                  <a:lnTo>
                    <a:pt x="145937" y="338441"/>
                  </a:lnTo>
                  <a:lnTo>
                    <a:pt x="145683" y="337886"/>
                  </a:lnTo>
                  <a:lnTo>
                    <a:pt x="145805" y="337506"/>
                  </a:lnTo>
                  <a:lnTo>
                    <a:pt x="145515" y="336603"/>
                  </a:lnTo>
                  <a:lnTo>
                    <a:pt x="145568" y="335633"/>
                  </a:lnTo>
                  <a:lnTo>
                    <a:pt x="145606" y="335110"/>
                  </a:lnTo>
                  <a:lnTo>
                    <a:pt x="145597" y="334961"/>
                  </a:lnTo>
                  <a:lnTo>
                    <a:pt x="145675" y="334460"/>
                  </a:lnTo>
                  <a:lnTo>
                    <a:pt x="145446" y="334179"/>
                  </a:lnTo>
                  <a:lnTo>
                    <a:pt x="144903" y="333933"/>
                  </a:lnTo>
                  <a:lnTo>
                    <a:pt x="144967" y="333754"/>
                  </a:lnTo>
                  <a:lnTo>
                    <a:pt x="145156" y="332839"/>
                  </a:lnTo>
                  <a:lnTo>
                    <a:pt x="145019" y="332737"/>
                  </a:lnTo>
                  <a:lnTo>
                    <a:pt x="144941" y="332577"/>
                  </a:lnTo>
                  <a:lnTo>
                    <a:pt x="144624" y="332227"/>
                  </a:lnTo>
                  <a:lnTo>
                    <a:pt x="144369" y="332171"/>
                  </a:lnTo>
                  <a:lnTo>
                    <a:pt x="143849" y="331958"/>
                  </a:lnTo>
                  <a:lnTo>
                    <a:pt x="143812" y="331697"/>
                  </a:lnTo>
                  <a:lnTo>
                    <a:pt x="143400" y="331704"/>
                  </a:lnTo>
                  <a:lnTo>
                    <a:pt x="143056" y="331717"/>
                  </a:lnTo>
                  <a:lnTo>
                    <a:pt x="142453" y="331905"/>
                  </a:lnTo>
                  <a:lnTo>
                    <a:pt x="142273" y="332384"/>
                  </a:lnTo>
                  <a:lnTo>
                    <a:pt x="141726" y="332785"/>
                  </a:lnTo>
                  <a:lnTo>
                    <a:pt x="141706" y="333286"/>
                  </a:lnTo>
                  <a:lnTo>
                    <a:pt x="141298" y="333655"/>
                  </a:lnTo>
                  <a:lnTo>
                    <a:pt x="141161" y="333873"/>
                  </a:lnTo>
                  <a:lnTo>
                    <a:pt x="141025" y="333905"/>
                  </a:lnTo>
                  <a:lnTo>
                    <a:pt x="140739" y="333955"/>
                  </a:lnTo>
                  <a:lnTo>
                    <a:pt x="140601" y="334155"/>
                  </a:lnTo>
                  <a:lnTo>
                    <a:pt x="140383" y="334500"/>
                  </a:lnTo>
                  <a:lnTo>
                    <a:pt x="140229" y="335131"/>
                  </a:lnTo>
                  <a:lnTo>
                    <a:pt x="139967" y="335377"/>
                  </a:lnTo>
                  <a:lnTo>
                    <a:pt x="139667" y="335866"/>
                  </a:lnTo>
                  <a:lnTo>
                    <a:pt x="139683" y="336291"/>
                  </a:lnTo>
                  <a:lnTo>
                    <a:pt x="139841" y="336515"/>
                  </a:lnTo>
                  <a:lnTo>
                    <a:pt x="140082" y="336533"/>
                  </a:lnTo>
                  <a:lnTo>
                    <a:pt x="140317" y="336531"/>
                  </a:lnTo>
                  <a:lnTo>
                    <a:pt x="140114" y="337250"/>
                  </a:lnTo>
                  <a:lnTo>
                    <a:pt x="139974" y="337488"/>
                  </a:lnTo>
                  <a:lnTo>
                    <a:pt x="139699" y="337559"/>
                  </a:lnTo>
                  <a:lnTo>
                    <a:pt x="139433" y="337474"/>
                  </a:lnTo>
                  <a:lnTo>
                    <a:pt x="139253" y="337324"/>
                  </a:lnTo>
                  <a:lnTo>
                    <a:pt x="139148" y="337492"/>
                  </a:lnTo>
                  <a:lnTo>
                    <a:pt x="138963" y="337601"/>
                  </a:lnTo>
                  <a:lnTo>
                    <a:pt x="139225" y="337948"/>
                  </a:lnTo>
                  <a:lnTo>
                    <a:pt x="138761" y="338577"/>
                  </a:lnTo>
                  <a:lnTo>
                    <a:pt x="138514" y="338412"/>
                  </a:lnTo>
                  <a:lnTo>
                    <a:pt x="138319" y="338245"/>
                  </a:lnTo>
                  <a:lnTo>
                    <a:pt x="137569" y="337772"/>
                  </a:lnTo>
                  <a:lnTo>
                    <a:pt x="137331" y="337409"/>
                  </a:lnTo>
                  <a:lnTo>
                    <a:pt x="136661" y="337269"/>
                  </a:lnTo>
                  <a:lnTo>
                    <a:pt x="136293" y="337089"/>
                  </a:lnTo>
                  <a:lnTo>
                    <a:pt x="136386" y="336750"/>
                  </a:lnTo>
                  <a:lnTo>
                    <a:pt x="136344" y="336606"/>
                  </a:lnTo>
                  <a:lnTo>
                    <a:pt x="136540" y="336292"/>
                  </a:lnTo>
                  <a:lnTo>
                    <a:pt x="136629" y="336034"/>
                  </a:lnTo>
                  <a:lnTo>
                    <a:pt x="135857" y="335795"/>
                  </a:lnTo>
                  <a:lnTo>
                    <a:pt x="135537" y="335423"/>
                  </a:lnTo>
                  <a:lnTo>
                    <a:pt x="135515" y="335187"/>
                  </a:lnTo>
                  <a:lnTo>
                    <a:pt x="135623" y="334750"/>
                  </a:lnTo>
                  <a:lnTo>
                    <a:pt x="135784" y="334471"/>
                  </a:lnTo>
                  <a:lnTo>
                    <a:pt x="135925" y="334175"/>
                  </a:lnTo>
                  <a:lnTo>
                    <a:pt x="135641" y="333776"/>
                  </a:lnTo>
                  <a:lnTo>
                    <a:pt x="135428" y="333777"/>
                  </a:lnTo>
                  <a:lnTo>
                    <a:pt x="135070" y="333540"/>
                  </a:lnTo>
                  <a:lnTo>
                    <a:pt x="135055" y="333327"/>
                  </a:lnTo>
                  <a:lnTo>
                    <a:pt x="134697" y="333407"/>
                  </a:lnTo>
                  <a:lnTo>
                    <a:pt x="134691" y="333670"/>
                  </a:lnTo>
                  <a:lnTo>
                    <a:pt x="134644" y="333845"/>
                  </a:lnTo>
                  <a:lnTo>
                    <a:pt x="134032" y="333898"/>
                  </a:lnTo>
                  <a:lnTo>
                    <a:pt x="133572" y="333703"/>
                  </a:lnTo>
                  <a:lnTo>
                    <a:pt x="133600" y="333514"/>
                  </a:lnTo>
                  <a:lnTo>
                    <a:pt x="133832" y="333071"/>
                  </a:lnTo>
                  <a:lnTo>
                    <a:pt x="133741" y="332884"/>
                  </a:lnTo>
                  <a:lnTo>
                    <a:pt x="133927" y="332652"/>
                  </a:lnTo>
                  <a:lnTo>
                    <a:pt x="134265" y="332350"/>
                  </a:lnTo>
                  <a:lnTo>
                    <a:pt x="134479" y="331896"/>
                  </a:lnTo>
                  <a:lnTo>
                    <a:pt x="134711" y="331879"/>
                  </a:lnTo>
                  <a:lnTo>
                    <a:pt x="134979" y="332106"/>
                  </a:lnTo>
                  <a:lnTo>
                    <a:pt x="135165" y="332055"/>
                  </a:lnTo>
                  <a:lnTo>
                    <a:pt x="135255" y="331907"/>
                  </a:lnTo>
                  <a:lnTo>
                    <a:pt x="135510" y="331735"/>
                  </a:lnTo>
                  <a:lnTo>
                    <a:pt x="135796" y="331152"/>
                  </a:lnTo>
                  <a:lnTo>
                    <a:pt x="136131" y="331100"/>
                  </a:lnTo>
                  <a:lnTo>
                    <a:pt x="136364" y="331224"/>
                  </a:lnTo>
                  <a:lnTo>
                    <a:pt x="137144" y="331753"/>
                  </a:lnTo>
                  <a:lnTo>
                    <a:pt x="137398" y="331780"/>
                  </a:lnTo>
                  <a:lnTo>
                    <a:pt x="137526" y="331777"/>
                  </a:lnTo>
                  <a:lnTo>
                    <a:pt x="137826" y="331639"/>
                  </a:lnTo>
                  <a:lnTo>
                    <a:pt x="138311" y="331620"/>
                  </a:lnTo>
                  <a:lnTo>
                    <a:pt x="138474" y="331576"/>
                  </a:lnTo>
                  <a:lnTo>
                    <a:pt x="138738" y="331114"/>
                  </a:lnTo>
                  <a:lnTo>
                    <a:pt x="139016" y="330796"/>
                  </a:lnTo>
                  <a:lnTo>
                    <a:pt x="139054" y="331129"/>
                  </a:lnTo>
                  <a:lnTo>
                    <a:pt x="139165" y="331503"/>
                  </a:lnTo>
                  <a:lnTo>
                    <a:pt x="139331" y="331657"/>
                  </a:lnTo>
                  <a:lnTo>
                    <a:pt x="139441" y="331319"/>
                  </a:lnTo>
                  <a:lnTo>
                    <a:pt x="139613" y="330694"/>
                  </a:lnTo>
                  <a:lnTo>
                    <a:pt x="139634" y="330291"/>
                  </a:lnTo>
                  <a:lnTo>
                    <a:pt x="139664" y="329836"/>
                  </a:lnTo>
                  <a:lnTo>
                    <a:pt x="139340" y="329034"/>
                  </a:lnTo>
                  <a:lnTo>
                    <a:pt x="139476" y="328607"/>
                  </a:lnTo>
                  <a:lnTo>
                    <a:pt x="139567" y="328232"/>
                  </a:lnTo>
                  <a:lnTo>
                    <a:pt x="139638" y="327891"/>
                  </a:lnTo>
                  <a:lnTo>
                    <a:pt x="139977" y="327365"/>
                  </a:lnTo>
                  <a:lnTo>
                    <a:pt x="140164" y="326522"/>
                  </a:lnTo>
                  <a:lnTo>
                    <a:pt x="140390" y="326429"/>
                  </a:lnTo>
                  <a:lnTo>
                    <a:pt x="140684" y="326680"/>
                  </a:lnTo>
                  <a:lnTo>
                    <a:pt x="140537" y="326488"/>
                  </a:lnTo>
                  <a:lnTo>
                    <a:pt x="140381" y="326037"/>
                  </a:lnTo>
                  <a:lnTo>
                    <a:pt x="140280" y="325831"/>
                  </a:lnTo>
                  <a:lnTo>
                    <a:pt x="140101" y="325695"/>
                  </a:lnTo>
                  <a:lnTo>
                    <a:pt x="139803" y="325224"/>
                  </a:lnTo>
                  <a:lnTo>
                    <a:pt x="139825" y="324730"/>
                  </a:lnTo>
                  <a:lnTo>
                    <a:pt x="139822" y="324437"/>
                  </a:lnTo>
                  <a:lnTo>
                    <a:pt x="139973" y="323797"/>
                  </a:lnTo>
                  <a:lnTo>
                    <a:pt x="139993" y="323513"/>
                  </a:lnTo>
                  <a:lnTo>
                    <a:pt x="139871" y="323277"/>
                  </a:lnTo>
                  <a:lnTo>
                    <a:pt x="139287" y="323482"/>
                  </a:lnTo>
                  <a:lnTo>
                    <a:pt x="139215" y="323266"/>
                  </a:lnTo>
                  <a:lnTo>
                    <a:pt x="139812" y="322727"/>
                  </a:lnTo>
                  <a:lnTo>
                    <a:pt x="139972" y="322198"/>
                  </a:lnTo>
                  <a:lnTo>
                    <a:pt x="140098" y="321972"/>
                  </a:lnTo>
                  <a:lnTo>
                    <a:pt x="140264" y="321711"/>
                  </a:lnTo>
                  <a:lnTo>
                    <a:pt x="140383" y="321493"/>
                  </a:lnTo>
                  <a:lnTo>
                    <a:pt x="140554" y="320928"/>
                  </a:lnTo>
                  <a:lnTo>
                    <a:pt x="140719" y="320569"/>
                  </a:lnTo>
                  <a:lnTo>
                    <a:pt x="140832" y="320315"/>
                  </a:lnTo>
                  <a:lnTo>
                    <a:pt x="141146" y="319498"/>
                  </a:lnTo>
                  <a:lnTo>
                    <a:pt x="141242" y="318943"/>
                  </a:lnTo>
                  <a:lnTo>
                    <a:pt x="141081" y="318847"/>
                  </a:lnTo>
                  <a:lnTo>
                    <a:pt x="140723" y="318680"/>
                  </a:lnTo>
                  <a:lnTo>
                    <a:pt x="140756" y="318399"/>
                  </a:lnTo>
                  <a:lnTo>
                    <a:pt x="140818" y="318136"/>
                  </a:lnTo>
                  <a:lnTo>
                    <a:pt x="140854" y="317992"/>
                  </a:lnTo>
                  <a:lnTo>
                    <a:pt x="140917" y="317736"/>
                  </a:lnTo>
                  <a:lnTo>
                    <a:pt x="141010" y="317301"/>
                  </a:lnTo>
                  <a:lnTo>
                    <a:pt x="141081" y="316939"/>
                  </a:lnTo>
                  <a:lnTo>
                    <a:pt x="141141" y="316599"/>
                  </a:lnTo>
                  <a:lnTo>
                    <a:pt x="141312" y="316165"/>
                  </a:lnTo>
                  <a:lnTo>
                    <a:pt x="141224" y="315790"/>
                  </a:lnTo>
                  <a:lnTo>
                    <a:pt x="141674" y="315292"/>
                  </a:lnTo>
                  <a:lnTo>
                    <a:pt x="141616" y="314677"/>
                  </a:lnTo>
                  <a:lnTo>
                    <a:pt x="141301" y="314717"/>
                  </a:lnTo>
                  <a:lnTo>
                    <a:pt x="140977" y="314262"/>
                  </a:lnTo>
                  <a:lnTo>
                    <a:pt x="140711" y="314223"/>
                  </a:lnTo>
                  <a:lnTo>
                    <a:pt x="140043" y="313354"/>
                  </a:lnTo>
                  <a:lnTo>
                    <a:pt x="139547" y="312213"/>
                  </a:lnTo>
                  <a:lnTo>
                    <a:pt x="139315" y="312018"/>
                  </a:lnTo>
                  <a:lnTo>
                    <a:pt x="139174" y="312014"/>
                  </a:lnTo>
                  <a:lnTo>
                    <a:pt x="138855" y="312054"/>
                  </a:lnTo>
                  <a:lnTo>
                    <a:pt x="138490" y="311629"/>
                  </a:lnTo>
                  <a:lnTo>
                    <a:pt x="138366" y="311458"/>
                  </a:lnTo>
                  <a:lnTo>
                    <a:pt x="138121" y="311202"/>
                  </a:lnTo>
                  <a:lnTo>
                    <a:pt x="137496" y="310680"/>
                  </a:lnTo>
                  <a:lnTo>
                    <a:pt x="137342" y="310355"/>
                  </a:lnTo>
                  <a:lnTo>
                    <a:pt x="137078" y="310097"/>
                  </a:lnTo>
                  <a:lnTo>
                    <a:pt x="136735" y="310232"/>
                  </a:lnTo>
                  <a:lnTo>
                    <a:pt x="136250" y="310304"/>
                  </a:lnTo>
                  <a:lnTo>
                    <a:pt x="135922" y="310051"/>
                  </a:lnTo>
                  <a:lnTo>
                    <a:pt x="135553" y="309726"/>
                  </a:lnTo>
                  <a:lnTo>
                    <a:pt x="134929" y="309302"/>
                  </a:lnTo>
                  <a:lnTo>
                    <a:pt x="134851" y="308673"/>
                  </a:lnTo>
                  <a:lnTo>
                    <a:pt x="135172" y="308686"/>
                  </a:lnTo>
                  <a:lnTo>
                    <a:pt x="135744" y="308486"/>
                  </a:lnTo>
                  <a:lnTo>
                    <a:pt x="135716" y="308358"/>
                  </a:lnTo>
                  <a:lnTo>
                    <a:pt x="135675" y="308117"/>
                  </a:lnTo>
                  <a:lnTo>
                    <a:pt x="135939" y="307682"/>
                  </a:lnTo>
                  <a:lnTo>
                    <a:pt x="135977" y="307532"/>
                  </a:lnTo>
                  <a:lnTo>
                    <a:pt x="135347" y="306950"/>
                  </a:lnTo>
                  <a:lnTo>
                    <a:pt x="135309" y="306509"/>
                  </a:lnTo>
                  <a:lnTo>
                    <a:pt x="135619" y="305885"/>
                  </a:lnTo>
                  <a:lnTo>
                    <a:pt x="135632" y="305550"/>
                  </a:lnTo>
                  <a:lnTo>
                    <a:pt x="135467" y="305145"/>
                  </a:lnTo>
                  <a:lnTo>
                    <a:pt x="135376" y="304988"/>
                  </a:lnTo>
                  <a:lnTo>
                    <a:pt x="135462" y="304802"/>
                  </a:lnTo>
                  <a:lnTo>
                    <a:pt x="135760" y="304392"/>
                  </a:lnTo>
                  <a:lnTo>
                    <a:pt x="135890" y="304271"/>
                  </a:lnTo>
                  <a:lnTo>
                    <a:pt x="136271" y="304344"/>
                  </a:lnTo>
                  <a:lnTo>
                    <a:pt x="136514" y="304379"/>
                  </a:lnTo>
                  <a:lnTo>
                    <a:pt x="136713" y="304246"/>
                  </a:lnTo>
                  <a:lnTo>
                    <a:pt x="137000" y="304144"/>
                  </a:lnTo>
                  <a:lnTo>
                    <a:pt x="136984" y="304412"/>
                  </a:lnTo>
                  <a:lnTo>
                    <a:pt x="137221" y="304448"/>
                  </a:lnTo>
                  <a:lnTo>
                    <a:pt x="137385" y="304673"/>
                  </a:lnTo>
                  <a:lnTo>
                    <a:pt x="137639" y="304605"/>
                  </a:lnTo>
                  <a:lnTo>
                    <a:pt x="138134" y="304090"/>
                  </a:lnTo>
                  <a:lnTo>
                    <a:pt x="138329" y="303857"/>
                  </a:lnTo>
                  <a:lnTo>
                    <a:pt x="138472" y="303839"/>
                  </a:lnTo>
                  <a:lnTo>
                    <a:pt x="138933" y="303837"/>
                  </a:lnTo>
                  <a:lnTo>
                    <a:pt x="139345" y="303982"/>
                  </a:lnTo>
                  <a:lnTo>
                    <a:pt x="139896" y="304525"/>
                  </a:lnTo>
                  <a:lnTo>
                    <a:pt x="140110" y="304291"/>
                  </a:lnTo>
                  <a:lnTo>
                    <a:pt x="140559" y="304445"/>
                  </a:lnTo>
                  <a:lnTo>
                    <a:pt x="140737" y="304677"/>
                  </a:lnTo>
                  <a:lnTo>
                    <a:pt x="140971" y="304753"/>
                  </a:lnTo>
                  <a:lnTo>
                    <a:pt x="141432" y="305146"/>
                  </a:lnTo>
                  <a:lnTo>
                    <a:pt x="141528" y="304974"/>
                  </a:lnTo>
                  <a:lnTo>
                    <a:pt x="141810" y="304785"/>
                  </a:lnTo>
                  <a:lnTo>
                    <a:pt x="141957" y="304508"/>
                  </a:lnTo>
                  <a:lnTo>
                    <a:pt x="142233" y="304352"/>
                  </a:lnTo>
                  <a:lnTo>
                    <a:pt x="142300" y="304095"/>
                  </a:lnTo>
                  <a:lnTo>
                    <a:pt x="142672" y="304055"/>
                  </a:lnTo>
                  <a:lnTo>
                    <a:pt x="143061" y="303665"/>
                  </a:lnTo>
                  <a:lnTo>
                    <a:pt x="142758" y="303587"/>
                  </a:lnTo>
                  <a:lnTo>
                    <a:pt x="142881" y="303414"/>
                  </a:lnTo>
                  <a:lnTo>
                    <a:pt x="143111" y="303357"/>
                  </a:lnTo>
                  <a:lnTo>
                    <a:pt x="143505" y="302810"/>
                  </a:lnTo>
                  <a:lnTo>
                    <a:pt x="143758" y="302678"/>
                  </a:lnTo>
                  <a:lnTo>
                    <a:pt x="144002" y="302490"/>
                  </a:lnTo>
                  <a:lnTo>
                    <a:pt x="144115" y="302659"/>
                  </a:lnTo>
                  <a:lnTo>
                    <a:pt x="144172" y="302935"/>
                  </a:lnTo>
                  <a:lnTo>
                    <a:pt x="144230" y="302924"/>
                  </a:lnTo>
                  <a:lnTo>
                    <a:pt x="144207" y="302681"/>
                  </a:lnTo>
                  <a:lnTo>
                    <a:pt x="144476" y="302237"/>
                  </a:lnTo>
                  <a:lnTo>
                    <a:pt x="144514" y="301712"/>
                  </a:lnTo>
                  <a:lnTo>
                    <a:pt x="144494" y="301547"/>
                  </a:lnTo>
                  <a:lnTo>
                    <a:pt x="144386" y="301396"/>
                  </a:lnTo>
                  <a:lnTo>
                    <a:pt x="144254" y="301215"/>
                  </a:lnTo>
                  <a:lnTo>
                    <a:pt x="144156" y="300817"/>
                  </a:lnTo>
                  <a:lnTo>
                    <a:pt x="144281" y="300434"/>
                  </a:lnTo>
                  <a:lnTo>
                    <a:pt x="144625" y="300199"/>
                  </a:lnTo>
                  <a:lnTo>
                    <a:pt x="144968" y="300037"/>
                  </a:lnTo>
                  <a:lnTo>
                    <a:pt x="145258" y="300019"/>
                  </a:lnTo>
                  <a:lnTo>
                    <a:pt x="145936" y="300057"/>
                  </a:lnTo>
                  <a:lnTo>
                    <a:pt x="146068" y="300086"/>
                  </a:lnTo>
                  <a:lnTo>
                    <a:pt x="146174" y="300330"/>
                  </a:lnTo>
                  <a:lnTo>
                    <a:pt x="146158" y="300491"/>
                  </a:lnTo>
                  <a:lnTo>
                    <a:pt x="146206" y="300784"/>
                  </a:lnTo>
                  <a:lnTo>
                    <a:pt x="146328" y="301048"/>
                  </a:lnTo>
                  <a:lnTo>
                    <a:pt x="146332" y="301380"/>
                  </a:lnTo>
                  <a:lnTo>
                    <a:pt x="146383" y="301805"/>
                  </a:lnTo>
                  <a:lnTo>
                    <a:pt x="146453" y="302025"/>
                  </a:lnTo>
                  <a:lnTo>
                    <a:pt x="146713" y="302235"/>
                  </a:lnTo>
                  <a:lnTo>
                    <a:pt x="146934" y="302324"/>
                  </a:lnTo>
                  <a:lnTo>
                    <a:pt x="147039" y="303023"/>
                  </a:lnTo>
                  <a:lnTo>
                    <a:pt x="147469" y="303338"/>
                  </a:lnTo>
                  <a:lnTo>
                    <a:pt x="147378" y="303561"/>
                  </a:lnTo>
                  <a:lnTo>
                    <a:pt x="147506" y="303710"/>
                  </a:lnTo>
                  <a:lnTo>
                    <a:pt x="148191" y="304127"/>
                  </a:lnTo>
                  <a:lnTo>
                    <a:pt x="148744" y="303717"/>
                  </a:lnTo>
                  <a:lnTo>
                    <a:pt x="148987" y="303743"/>
                  </a:lnTo>
                  <a:lnTo>
                    <a:pt x="149253" y="303795"/>
                  </a:lnTo>
                  <a:lnTo>
                    <a:pt x="149548" y="303541"/>
                  </a:lnTo>
                  <a:lnTo>
                    <a:pt x="149890" y="303290"/>
                  </a:lnTo>
                  <a:lnTo>
                    <a:pt x="150425" y="303813"/>
                  </a:lnTo>
                  <a:lnTo>
                    <a:pt x="151449" y="304099"/>
                  </a:lnTo>
                  <a:lnTo>
                    <a:pt x="151740" y="303880"/>
                  </a:lnTo>
                  <a:lnTo>
                    <a:pt x="151869" y="303762"/>
                  </a:lnTo>
                  <a:lnTo>
                    <a:pt x="152209" y="303348"/>
                  </a:lnTo>
                  <a:lnTo>
                    <a:pt x="152434" y="303097"/>
                  </a:lnTo>
                  <a:lnTo>
                    <a:pt x="152754" y="302654"/>
                  </a:lnTo>
                  <a:lnTo>
                    <a:pt x="153060" y="302396"/>
                  </a:lnTo>
                  <a:lnTo>
                    <a:pt x="153402" y="301896"/>
                  </a:lnTo>
                  <a:lnTo>
                    <a:pt x="153662" y="301628"/>
                  </a:lnTo>
                  <a:lnTo>
                    <a:pt x="154016" y="301042"/>
                  </a:lnTo>
                  <a:lnTo>
                    <a:pt x="154363" y="300679"/>
                  </a:lnTo>
                  <a:lnTo>
                    <a:pt x="154593" y="300509"/>
                  </a:lnTo>
                  <a:lnTo>
                    <a:pt x="154788" y="300298"/>
                  </a:lnTo>
                  <a:lnTo>
                    <a:pt x="154943" y="300040"/>
                  </a:lnTo>
                  <a:lnTo>
                    <a:pt x="155084" y="299925"/>
                  </a:lnTo>
                  <a:lnTo>
                    <a:pt x="155260" y="299828"/>
                  </a:lnTo>
                  <a:lnTo>
                    <a:pt x="155600" y="299670"/>
                  </a:lnTo>
                  <a:lnTo>
                    <a:pt x="156340" y="298937"/>
                  </a:lnTo>
                  <a:lnTo>
                    <a:pt x="156429" y="298722"/>
                  </a:lnTo>
                  <a:lnTo>
                    <a:pt x="156716" y="298476"/>
                  </a:lnTo>
                  <a:lnTo>
                    <a:pt x="157100" y="298238"/>
                  </a:lnTo>
                  <a:lnTo>
                    <a:pt x="157533" y="298546"/>
                  </a:lnTo>
                  <a:lnTo>
                    <a:pt x="157765" y="298287"/>
                  </a:lnTo>
                  <a:lnTo>
                    <a:pt x="158250" y="298356"/>
                  </a:lnTo>
                  <a:lnTo>
                    <a:pt x="158495" y="298118"/>
                  </a:lnTo>
                  <a:lnTo>
                    <a:pt x="158857" y="297660"/>
                  </a:lnTo>
                  <a:lnTo>
                    <a:pt x="159067" y="297637"/>
                  </a:lnTo>
                  <a:lnTo>
                    <a:pt x="159374" y="297299"/>
                  </a:lnTo>
                  <a:lnTo>
                    <a:pt x="159777" y="297219"/>
                  </a:lnTo>
                  <a:lnTo>
                    <a:pt x="159775" y="297376"/>
                  </a:lnTo>
                  <a:lnTo>
                    <a:pt x="159902" y="297580"/>
                  </a:lnTo>
                  <a:lnTo>
                    <a:pt x="160131" y="297699"/>
                  </a:lnTo>
                  <a:lnTo>
                    <a:pt x="160263" y="297665"/>
                  </a:lnTo>
                  <a:lnTo>
                    <a:pt x="160520" y="297665"/>
                  </a:lnTo>
                  <a:lnTo>
                    <a:pt x="161387" y="297485"/>
                  </a:lnTo>
                  <a:lnTo>
                    <a:pt x="161598" y="297594"/>
                  </a:lnTo>
                  <a:lnTo>
                    <a:pt x="162527" y="297839"/>
                  </a:lnTo>
                  <a:lnTo>
                    <a:pt x="162669" y="298302"/>
                  </a:lnTo>
                  <a:lnTo>
                    <a:pt x="162484" y="298579"/>
                  </a:lnTo>
                  <a:lnTo>
                    <a:pt x="162354" y="298816"/>
                  </a:lnTo>
                  <a:lnTo>
                    <a:pt x="162154" y="299166"/>
                  </a:lnTo>
                  <a:lnTo>
                    <a:pt x="161810" y="299058"/>
                  </a:lnTo>
                  <a:lnTo>
                    <a:pt x="161644" y="299145"/>
                  </a:lnTo>
                  <a:lnTo>
                    <a:pt x="161240" y="299387"/>
                  </a:lnTo>
                  <a:lnTo>
                    <a:pt x="161105" y="299542"/>
                  </a:lnTo>
                  <a:lnTo>
                    <a:pt x="161351" y="299806"/>
                  </a:lnTo>
                  <a:lnTo>
                    <a:pt x="161476" y="300048"/>
                  </a:lnTo>
                  <a:lnTo>
                    <a:pt x="161892" y="300900"/>
                  </a:lnTo>
                  <a:lnTo>
                    <a:pt x="162224" y="301374"/>
                  </a:lnTo>
                  <a:lnTo>
                    <a:pt x="162369" y="301685"/>
                  </a:lnTo>
                  <a:lnTo>
                    <a:pt x="162392" y="301868"/>
                  </a:lnTo>
                  <a:lnTo>
                    <a:pt x="162436" y="302063"/>
                  </a:lnTo>
                  <a:lnTo>
                    <a:pt x="162822" y="302561"/>
                  </a:lnTo>
                  <a:lnTo>
                    <a:pt x="163006" y="302569"/>
                  </a:lnTo>
                  <a:lnTo>
                    <a:pt x="163400" y="302799"/>
                  </a:lnTo>
                  <a:lnTo>
                    <a:pt x="163674" y="302962"/>
                  </a:lnTo>
                  <a:lnTo>
                    <a:pt x="163801" y="302724"/>
                  </a:lnTo>
                  <a:lnTo>
                    <a:pt x="163975" y="302564"/>
                  </a:lnTo>
                  <a:lnTo>
                    <a:pt x="164321" y="302223"/>
                  </a:lnTo>
                  <a:lnTo>
                    <a:pt x="164599" y="301813"/>
                  </a:lnTo>
                  <a:lnTo>
                    <a:pt x="165196" y="301879"/>
                  </a:lnTo>
                  <a:lnTo>
                    <a:pt x="165579" y="301924"/>
                  </a:lnTo>
                  <a:lnTo>
                    <a:pt x="165829" y="301539"/>
                  </a:lnTo>
                  <a:lnTo>
                    <a:pt x="166012" y="301195"/>
                  </a:lnTo>
                  <a:lnTo>
                    <a:pt x="166365" y="301219"/>
                  </a:lnTo>
                  <a:lnTo>
                    <a:pt x="166445" y="301090"/>
                  </a:lnTo>
                  <a:lnTo>
                    <a:pt x="166701" y="300888"/>
                  </a:lnTo>
                  <a:lnTo>
                    <a:pt x="167146" y="300629"/>
                  </a:lnTo>
                  <a:lnTo>
                    <a:pt x="167317" y="300485"/>
                  </a:lnTo>
                  <a:lnTo>
                    <a:pt x="167413" y="300350"/>
                  </a:lnTo>
                  <a:lnTo>
                    <a:pt x="167400" y="300074"/>
                  </a:lnTo>
                  <a:lnTo>
                    <a:pt x="167081" y="300244"/>
                  </a:lnTo>
                  <a:lnTo>
                    <a:pt x="166797" y="300313"/>
                  </a:lnTo>
                  <a:lnTo>
                    <a:pt x="166989" y="300005"/>
                  </a:lnTo>
                  <a:lnTo>
                    <a:pt x="167323" y="299888"/>
                  </a:lnTo>
                  <a:lnTo>
                    <a:pt x="167895" y="299487"/>
                  </a:lnTo>
                  <a:lnTo>
                    <a:pt x="168171" y="299470"/>
                  </a:lnTo>
                  <a:lnTo>
                    <a:pt x="168761" y="299115"/>
                  </a:lnTo>
                  <a:lnTo>
                    <a:pt x="169033" y="298720"/>
                  </a:lnTo>
                  <a:lnTo>
                    <a:pt x="169317" y="298499"/>
                  </a:lnTo>
                  <a:lnTo>
                    <a:pt x="169534" y="298336"/>
                  </a:lnTo>
                  <a:lnTo>
                    <a:pt x="170252" y="298931"/>
                  </a:lnTo>
                  <a:lnTo>
                    <a:pt x="170662" y="298926"/>
                  </a:lnTo>
                  <a:lnTo>
                    <a:pt x="170279" y="299467"/>
                  </a:lnTo>
                  <a:lnTo>
                    <a:pt x="170112" y="299433"/>
                  </a:lnTo>
                  <a:lnTo>
                    <a:pt x="170270" y="299720"/>
                  </a:lnTo>
                  <a:lnTo>
                    <a:pt x="170528" y="299898"/>
                  </a:lnTo>
                  <a:lnTo>
                    <a:pt x="170818" y="300133"/>
                  </a:lnTo>
                  <a:lnTo>
                    <a:pt x="171302" y="300545"/>
                  </a:lnTo>
                  <a:lnTo>
                    <a:pt x="171886" y="301315"/>
                  </a:lnTo>
                  <a:lnTo>
                    <a:pt x="171884" y="301718"/>
                  </a:lnTo>
                  <a:lnTo>
                    <a:pt x="171654" y="301924"/>
                  </a:lnTo>
                  <a:lnTo>
                    <a:pt x="171013" y="302881"/>
                  </a:lnTo>
                  <a:lnTo>
                    <a:pt x="171017" y="303637"/>
                  </a:lnTo>
                  <a:lnTo>
                    <a:pt x="171272" y="303981"/>
                  </a:lnTo>
                  <a:lnTo>
                    <a:pt x="171611" y="304454"/>
                  </a:lnTo>
                  <a:lnTo>
                    <a:pt x="171880" y="304282"/>
                  </a:lnTo>
                  <a:lnTo>
                    <a:pt x="172070" y="303978"/>
                  </a:lnTo>
                  <a:lnTo>
                    <a:pt x="172334" y="303627"/>
                  </a:lnTo>
                  <a:lnTo>
                    <a:pt x="172558" y="303291"/>
                  </a:lnTo>
                  <a:lnTo>
                    <a:pt x="172692" y="303098"/>
                  </a:lnTo>
                  <a:lnTo>
                    <a:pt x="172924" y="302796"/>
                  </a:lnTo>
                  <a:lnTo>
                    <a:pt x="173316" y="302467"/>
                  </a:lnTo>
                  <a:lnTo>
                    <a:pt x="173483" y="302270"/>
                  </a:lnTo>
                  <a:lnTo>
                    <a:pt x="173735" y="301741"/>
                  </a:lnTo>
                  <a:lnTo>
                    <a:pt x="173917" y="301592"/>
                  </a:lnTo>
                  <a:lnTo>
                    <a:pt x="174143" y="301139"/>
                  </a:lnTo>
                  <a:lnTo>
                    <a:pt x="174413" y="300795"/>
                  </a:lnTo>
                  <a:lnTo>
                    <a:pt x="174647" y="300073"/>
                  </a:lnTo>
                  <a:lnTo>
                    <a:pt x="174907" y="299630"/>
                  </a:lnTo>
                  <a:lnTo>
                    <a:pt x="175231" y="299489"/>
                  </a:lnTo>
                  <a:lnTo>
                    <a:pt x="175490" y="298979"/>
                  </a:lnTo>
                  <a:lnTo>
                    <a:pt x="175814" y="298726"/>
                  </a:lnTo>
                  <a:lnTo>
                    <a:pt x="175960" y="298673"/>
                  </a:lnTo>
                  <a:lnTo>
                    <a:pt x="176795" y="298169"/>
                  </a:lnTo>
                  <a:lnTo>
                    <a:pt x="177185" y="297781"/>
                  </a:lnTo>
                  <a:lnTo>
                    <a:pt x="177470" y="297464"/>
                  </a:lnTo>
                  <a:lnTo>
                    <a:pt x="177959" y="297097"/>
                  </a:lnTo>
                  <a:lnTo>
                    <a:pt x="178674" y="296615"/>
                  </a:lnTo>
                  <a:lnTo>
                    <a:pt x="178893" y="297136"/>
                  </a:lnTo>
                  <a:lnTo>
                    <a:pt x="178593" y="297837"/>
                  </a:lnTo>
                  <a:lnTo>
                    <a:pt x="179276" y="297689"/>
                  </a:lnTo>
                  <a:lnTo>
                    <a:pt x="179511" y="297592"/>
                  </a:lnTo>
                  <a:lnTo>
                    <a:pt x="179977" y="297581"/>
                  </a:lnTo>
                  <a:lnTo>
                    <a:pt x="180236" y="297127"/>
                  </a:lnTo>
                  <a:lnTo>
                    <a:pt x="180428" y="296290"/>
                  </a:lnTo>
                  <a:lnTo>
                    <a:pt x="180568" y="296093"/>
                  </a:lnTo>
                  <a:lnTo>
                    <a:pt x="180570" y="295717"/>
                  </a:lnTo>
                  <a:lnTo>
                    <a:pt x="180648" y="295446"/>
                  </a:lnTo>
                  <a:lnTo>
                    <a:pt x="180957" y="295312"/>
                  </a:lnTo>
                  <a:lnTo>
                    <a:pt x="181390" y="295212"/>
                  </a:lnTo>
                  <a:lnTo>
                    <a:pt x="181770" y="295166"/>
                  </a:lnTo>
                  <a:lnTo>
                    <a:pt x="181996" y="295126"/>
                  </a:lnTo>
                  <a:lnTo>
                    <a:pt x="182315" y="294971"/>
                  </a:lnTo>
                  <a:lnTo>
                    <a:pt x="182550" y="294761"/>
                  </a:lnTo>
                  <a:lnTo>
                    <a:pt x="182719" y="294608"/>
                  </a:lnTo>
                  <a:lnTo>
                    <a:pt x="182888" y="294461"/>
                  </a:lnTo>
                  <a:lnTo>
                    <a:pt x="183139" y="294275"/>
                  </a:lnTo>
                  <a:lnTo>
                    <a:pt x="183392" y="293968"/>
                  </a:lnTo>
                  <a:lnTo>
                    <a:pt x="183568" y="293496"/>
                  </a:lnTo>
                  <a:lnTo>
                    <a:pt x="183540" y="293346"/>
                  </a:lnTo>
                  <a:lnTo>
                    <a:pt x="183379" y="293036"/>
                  </a:lnTo>
                  <a:lnTo>
                    <a:pt x="183271" y="292864"/>
                  </a:lnTo>
                  <a:lnTo>
                    <a:pt x="183590" y="292383"/>
                  </a:lnTo>
                  <a:lnTo>
                    <a:pt x="184146" y="292312"/>
                  </a:lnTo>
                  <a:lnTo>
                    <a:pt x="184452" y="292052"/>
                  </a:lnTo>
                  <a:lnTo>
                    <a:pt x="184581" y="291832"/>
                  </a:lnTo>
                  <a:lnTo>
                    <a:pt x="185127" y="291539"/>
                  </a:lnTo>
                  <a:lnTo>
                    <a:pt x="185181" y="292054"/>
                  </a:lnTo>
                  <a:lnTo>
                    <a:pt x="185333" y="291820"/>
                  </a:lnTo>
                  <a:lnTo>
                    <a:pt x="185547" y="291766"/>
                  </a:lnTo>
                  <a:lnTo>
                    <a:pt x="185653" y="291035"/>
                  </a:lnTo>
                  <a:lnTo>
                    <a:pt x="185615" y="290682"/>
                  </a:lnTo>
                  <a:lnTo>
                    <a:pt x="185986" y="290421"/>
                  </a:lnTo>
                  <a:lnTo>
                    <a:pt x="186628" y="289835"/>
                  </a:lnTo>
                  <a:lnTo>
                    <a:pt x="186776" y="289693"/>
                  </a:lnTo>
                  <a:lnTo>
                    <a:pt x="187066" y="289470"/>
                  </a:lnTo>
                  <a:lnTo>
                    <a:pt x="187248" y="289298"/>
                  </a:lnTo>
                  <a:lnTo>
                    <a:pt x="188217" y="288591"/>
                  </a:lnTo>
                  <a:lnTo>
                    <a:pt x="188514" y="288477"/>
                  </a:lnTo>
                  <a:lnTo>
                    <a:pt x="188698" y="288331"/>
                  </a:lnTo>
                  <a:lnTo>
                    <a:pt x="189288" y="288166"/>
                  </a:lnTo>
                  <a:lnTo>
                    <a:pt x="189794" y="288014"/>
                  </a:lnTo>
                  <a:lnTo>
                    <a:pt x="190079" y="287833"/>
                  </a:lnTo>
                  <a:lnTo>
                    <a:pt x="190258" y="287788"/>
                  </a:lnTo>
                  <a:lnTo>
                    <a:pt x="190375" y="287659"/>
                  </a:lnTo>
                  <a:lnTo>
                    <a:pt x="190578" y="287484"/>
                  </a:lnTo>
                  <a:lnTo>
                    <a:pt x="190795" y="287351"/>
                  </a:lnTo>
                  <a:lnTo>
                    <a:pt x="191047" y="287264"/>
                  </a:lnTo>
                  <a:lnTo>
                    <a:pt x="191411" y="287087"/>
                  </a:lnTo>
                  <a:lnTo>
                    <a:pt x="191804" y="286985"/>
                  </a:lnTo>
                  <a:lnTo>
                    <a:pt x="192231" y="286549"/>
                  </a:lnTo>
                  <a:lnTo>
                    <a:pt x="192465" y="286406"/>
                  </a:lnTo>
                  <a:lnTo>
                    <a:pt x="192745" y="286334"/>
                  </a:lnTo>
                  <a:lnTo>
                    <a:pt x="192884" y="286373"/>
                  </a:lnTo>
                  <a:lnTo>
                    <a:pt x="193027" y="286495"/>
                  </a:lnTo>
                  <a:lnTo>
                    <a:pt x="193334" y="286726"/>
                  </a:lnTo>
                  <a:lnTo>
                    <a:pt x="193971" y="286960"/>
                  </a:lnTo>
                  <a:lnTo>
                    <a:pt x="194337" y="286941"/>
                  </a:lnTo>
                  <a:lnTo>
                    <a:pt x="194441" y="287345"/>
                  </a:lnTo>
                  <a:lnTo>
                    <a:pt x="194909" y="287434"/>
                  </a:lnTo>
                  <a:lnTo>
                    <a:pt x="195240" y="287109"/>
                  </a:lnTo>
                  <a:lnTo>
                    <a:pt x="195512" y="286950"/>
                  </a:lnTo>
                  <a:lnTo>
                    <a:pt x="195927" y="286999"/>
                  </a:lnTo>
                  <a:lnTo>
                    <a:pt x="196515" y="287124"/>
                  </a:lnTo>
                  <a:lnTo>
                    <a:pt x="196758" y="287047"/>
                  </a:lnTo>
                  <a:lnTo>
                    <a:pt x="196897" y="287177"/>
                  </a:lnTo>
                  <a:lnTo>
                    <a:pt x="196764" y="287574"/>
                  </a:lnTo>
                  <a:lnTo>
                    <a:pt x="196770" y="287736"/>
                  </a:lnTo>
                  <a:lnTo>
                    <a:pt x="197094" y="288152"/>
                  </a:lnTo>
                  <a:lnTo>
                    <a:pt x="197231" y="288410"/>
                  </a:lnTo>
                  <a:lnTo>
                    <a:pt x="197281" y="288585"/>
                  </a:lnTo>
                  <a:lnTo>
                    <a:pt x="197248" y="289077"/>
                  </a:lnTo>
                  <a:lnTo>
                    <a:pt x="197363" y="289557"/>
                  </a:lnTo>
                  <a:lnTo>
                    <a:pt x="197854" y="289917"/>
                  </a:lnTo>
                  <a:lnTo>
                    <a:pt x="198305" y="290646"/>
                  </a:lnTo>
                  <a:lnTo>
                    <a:pt x="198495" y="290802"/>
                  </a:lnTo>
                  <a:lnTo>
                    <a:pt x="198687" y="290830"/>
                  </a:lnTo>
                  <a:lnTo>
                    <a:pt x="198927" y="290786"/>
                  </a:lnTo>
                  <a:lnTo>
                    <a:pt x="199782" y="290673"/>
                  </a:lnTo>
                  <a:lnTo>
                    <a:pt x="199915" y="290376"/>
                  </a:lnTo>
                  <a:lnTo>
                    <a:pt x="200018" y="290080"/>
                  </a:lnTo>
                  <a:lnTo>
                    <a:pt x="200326" y="289468"/>
                  </a:lnTo>
                  <a:lnTo>
                    <a:pt x="200660" y="289132"/>
                  </a:lnTo>
                  <a:lnTo>
                    <a:pt x="200826" y="289010"/>
                  </a:lnTo>
                  <a:lnTo>
                    <a:pt x="200972" y="288649"/>
                  </a:lnTo>
                  <a:lnTo>
                    <a:pt x="201191" y="288410"/>
                  </a:lnTo>
                  <a:lnTo>
                    <a:pt x="201302" y="287955"/>
                  </a:lnTo>
                  <a:lnTo>
                    <a:pt x="201402" y="287707"/>
                  </a:lnTo>
                  <a:lnTo>
                    <a:pt x="201687" y="287282"/>
                  </a:lnTo>
                  <a:lnTo>
                    <a:pt x="201808" y="287104"/>
                  </a:lnTo>
                  <a:lnTo>
                    <a:pt x="201829" y="286960"/>
                  </a:lnTo>
                  <a:lnTo>
                    <a:pt x="202124" y="286536"/>
                  </a:lnTo>
                  <a:lnTo>
                    <a:pt x="202302" y="286168"/>
                  </a:lnTo>
                  <a:lnTo>
                    <a:pt x="202402" y="285832"/>
                  </a:lnTo>
                  <a:lnTo>
                    <a:pt x="202310" y="285609"/>
                  </a:lnTo>
                  <a:lnTo>
                    <a:pt x="202172" y="285447"/>
                  </a:lnTo>
                  <a:lnTo>
                    <a:pt x="202154" y="285264"/>
                  </a:lnTo>
                  <a:lnTo>
                    <a:pt x="202365" y="284658"/>
                  </a:lnTo>
                  <a:lnTo>
                    <a:pt x="202398" y="284425"/>
                  </a:lnTo>
                  <a:lnTo>
                    <a:pt x="202475" y="284093"/>
                  </a:lnTo>
                  <a:lnTo>
                    <a:pt x="202893" y="283726"/>
                  </a:lnTo>
                  <a:lnTo>
                    <a:pt x="202875" y="283274"/>
                  </a:lnTo>
                  <a:lnTo>
                    <a:pt x="203068" y="283166"/>
                  </a:lnTo>
                  <a:lnTo>
                    <a:pt x="203234" y="282822"/>
                  </a:lnTo>
                  <a:lnTo>
                    <a:pt x="202788" y="282424"/>
                  </a:lnTo>
                  <a:lnTo>
                    <a:pt x="202237" y="282556"/>
                  </a:lnTo>
                  <a:lnTo>
                    <a:pt x="202028" y="282617"/>
                  </a:lnTo>
                  <a:lnTo>
                    <a:pt x="201885" y="282379"/>
                  </a:lnTo>
                  <a:lnTo>
                    <a:pt x="202028" y="281793"/>
                  </a:lnTo>
                  <a:lnTo>
                    <a:pt x="202038" y="281525"/>
                  </a:lnTo>
                  <a:lnTo>
                    <a:pt x="201994" y="281137"/>
                  </a:lnTo>
                  <a:lnTo>
                    <a:pt x="201988" y="280697"/>
                  </a:lnTo>
                  <a:lnTo>
                    <a:pt x="201855" y="280700"/>
                  </a:lnTo>
                  <a:lnTo>
                    <a:pt x="201593" y="280632"/>
                  </a:lnTo>
                  <a:lnTo>
                    <a:pt x="201413" y="280625"/>
                  </a:lnTo>
                  <a:lnTo>
                    <a:pt x="201196" y="280635"/>
                  </a:lnTo>
                  <a:lnTo>
                    <a:pt x="201404" y="280267"/>
                  </a:lnTo>
                  <a:lnTo>
                    <a:pt x="201434" y="280083"/>
                  </a:lnTo>
                  <a:lnTo>
                    <a:pt x="201423" y="279772"/>
                  </a:lnTo>
                  <a:lnTo>
                    <a:pt x="201694" y="279450"/>
                  </a:lnTo>
                  <a:lnTo>
                    <a:pt x="201595" y="279161"/>
                  </a:lnTo>
                  <a:lnTo>
                    <a:pt x="201429" y="279138"/>
                  </a:lnTo>
                  <a:lnTo>
                    <a:pt x="201231" y="278900"/>
                  </a:lnTo>
                  <a:lnTo>
                    <a:pt x="201206" y="278678"/>
                  </a:lnTo>
                  <a:lnTo>
                    <a:pt x="201204" y="278505"/>
                  </a:lnTo>
                  <a:lnTo>
                    <a:pt x="201474" y="278085"/>
                  </a:lnTo>
                  <a:lnTo>
                    <a:pt x="201620" y="277587"/>
                  </a:lnTo>
                  <a:lnTo>
                    <a:pt x="202039" y="277352"/>
                  </a:lnTo>
                  <a:lnTo>
                    <a:pt x="202306" y="276902"/>
                  </a:lnTo>
                  <a:lnTo>
                    <a:pt x="202611" y="276923"/>
                  </a:lnTo>
                  <a:lnTo>
                    <a:pt x="202834" y="276934"/>
                  </a:lnTo>
                  <a:lnTo>
                    <a:pt x="203131" y="276761"/>
                  </a:lnTo>
                  <a:lnTo>
                    <a:pt x="203570" y="276668"/>
                  </a:lnTo>
                  <a:lnTo>
                    <a:pt x="203768" y="276122"/>
                  </a:lnTo>
                  <a:lnTo>
                    <a:pt x="204035" y="275484"/>
                  </a:lnTo>
                  <a:lnTo>
                    <a:pt x="204162" y="275335"/>
                  </a:lnTo>
                  <a:lnTo>
                    <a:pt x="204287" y="275064"/>
                  </a:lnTo>
                  <a:lnTo>
                    <a:pt x="204036" y="274841"/>
                  </a:lnTo>
                  <a:lnTo>
                    <a:pt x="203610" y="274438"/>
                  </a:lnTo>
                  <a:lnTo>
                    <a:pt x="203530" y="273980"/>
                  </a:lnTo>
                  <a:lnTo>
                    <a:pt x="203433" y="273552"/>
                  </a:lnTo>
                  <a:lnTo>
                    <a:pt x="203464" y="273233"/>
                  </a:lnTo>
                  <a:lnTo>
                    <a:pt x="203433" y="272806"/>
                  </a:lnTo>
                  <a:lnTo>
                    <a:pt x="203259" y="272560"/>
                  </a:lnTo>
                  <a:lnTo>
                    <a:pt x="203142" y="272323"/>
                  </a:lnTo>
                  <a:lnTo>
                    <a:pt x="203179" y="272027"/>
                  </a:lnTo>
                  <a:lnTo>
                    <a:pt x="203255" y="271528"/>
                  </a:lnTo>
                  <a:lnTo>
                    <a:pt x="203194" y="271208"/>
                  </a:lnTo>
                  <a:lnTo>
                    <a:pt x="203135" y="271056"/>
                  </a:lnTo>
                  <a:lnTo>
                    <a:pt x="202673" y="270786"/>
                  </a:lnTo>
                  <a:lnTo>
                    <a:pt x="202774" y="270551"/>
                  </a:lnTo>
                  <a:lnTo>
                    <a:pt x="202589" y="270117"/>
                  </a:lnTo>
                  <a:lnTo>
                    <a:pt x="202530" y="269850"/>
                  </a:lnTo>
                  <a:lnTo>
                    <a:pt x="202863" y="269319"/>
                  </a:lnTo>
                  <a:lnTo>
                    <a:pt x="202778" y="268267"/>
                  </a:lnTo>
                  <a:lnTo>
                    <a:pt x="202386" y="268150"/>
                  </a:lnTo>
                  <a:lnTo>
                    <a:pt x="202654" y="267507"/>
                  </a:lnTo>
                  <a:lnTo>
                    <a:pt x="202502" y="267303"/>
                  </a:lnTo>
                  <a:lnTo>
                    <a:pt x="202183" y="266337"/>
                  </a:lnTo>
                  <a:lnTo>
                    <a:pt x="202080" y="266174"/>
                  </a:lnTo>
                  <a:lnTo>
                    <a:pt x="201998" y="265716"/>
                  </a:lnTo>
                  <a:lnTo>
                    <a:pt x="202168" y="265340"/>
                  </a:lnTo>
                  <a:lnTo>
                    <a:pt x="202137" y="265157"/>
                  </a:lnTo>
                  <a:lnTo>
                    <a:pt x="201772" y="264940"/>
                  </a:lnTo>
                  <a:lnTo>
                    <a:pt x="201547" y="264857"/>
                  </a:lnTo>
                  <a:lnTo>
                    <a:pt x="201119" y="264502"/>
                  </a:lnTo>
                  <a:lnTo>
                    <a:pt x="199430" y="264184"/>
                  </a:lnTo>
                  <a:lnTo>
                    <a:pt x="198732" y="264130"/>
                  </a:lnTo>
                  <a:lnTo>
                    <a:pt x="198329" y="263660"/>
                  </a:lnTo>
                  <a:lnTo>
                    <a:pt x="198184" y="263353"/>
                  </a:lnTo>
                  <a:lnTo>
                    <a:pt x="197999" y="263290"/>
                  </a:lnTo>
                  <a:lnTo>
                    <a:pt x="197998" y="262992"/>
                  </a:lnTo>
                  <a:lnTo>
                    <a:pt x="197858" y="262779"/>
                  </a:lnTo>
                  <a:lnTo>
                    <a:pt x="197385" y="262688"/>
                  </a:lnTo>
                  <a:lnTo>
                    <a:pt x="196967" y="262556"/>
                  </a:lnTo>
                  <a:lnTo>
                    <a:pt x="196254" y="261302"/>
                  </a:lnTo>
                  <a:lnTo>
                    <a:pt x="195269" y="261306"/>
                  </a:lnTo>
                  <a:lnTo>
                    <a:pt x="194968" y="261487"/>
                  </a:lnTo>
                  <a:lnTo>
                    <a:pt x="194656" y="261558"/>
                  </a:lnTo>
                  <a:lnTo>
                    <a:pt x="194408" y="261361"/>
                  </a:lnTo>
                  <a:lnTo>
                    <a:pt x="194381" y="261198"/>
                  </a:lnTo>
                  <a:lnTo>
                    <a:pt x="194486" y="260701"/>
                  </a:lnTo>
                  <a:lnTo>
                    <a:pt x="195045" y="260513"/>
                  </a:lnTo>
                  <a:lnTo>
                    <a:pt x="195372" y="260031"/>
                  </a:lnTo>
                  <a:lnTo>
                    <a:pt x="195276" y="259797"/>
                  </a:lnTo>
                  <a:lnTo>
                    <a:pt x="194432" y="259765"/>
                  </a:lnTo>
                  <a:lnTo>
                    <a:pt x="194090" y="259363"/>
                  </a:lnTo>
                  <a:lnTo>
                    <a:pt x="193766" y="259245"/>
                  </a:lnTo>
                  <a:lnTo>
                    <a:pt x="193633" y="259180"/>
                  </a:lnTo>
                  <a:lnTo>
                    <a:pt x="193484" y="259228"/>
                  </a:lnTo>
                  <a:lnTo>
                    <a:pt x="193219" y="259268"/>
                  </a:lnTo>
                  <a:lnTo>
                    <a:pt x="192401" y="259336"/>
                  </a:lnTo>
                  <a:lnTo>
                    <a:pt x="192290" y="259191"/>
                  </a:lnTo>
                  <a:lnTo>
                    <a:pt x="192066" y="258910"/>
                  </a:lnTo>
                  <a:lnTo>
                    <a:pt x="191882" y="258838"/>
                  </a:lnTo>
                  <a:lnTo>
                    <a:pt x="191505" y="258793"/>
                  </a:lnTo>
                  <a:lnTo>
                    <a:pt x="191319" y="258598"/>
                  </a:lnTo>
                  <a:lnTo>
                    <a:pt x="191151" y="258233"/>
                  </a:lnTo>
                  <a:lnTo>
                    <a:pt x="190998" y="258182"/>
                  </a:lnTo>
                  <a:lnTo>
                    <a:pt x="190760" y="257865"/>
                  </a:lnTo>
                  <a:lnTo>
                    <a:pt x="190124" y="257707"/>
                  </a:lnTo>
                  <a:lnTo>
                    <a:pt x="189908" y="257737"/>
                  </a:lnTo>
                  <a:lnTo>
                    <a:pt x="189515" y="257911"/>
                  </a:lnTo>
                  <a:lnTo>
                    <a:pt x="188110" y="257966"/>
                  </a:lnTo>
                  <a:lnTo>
                    <a:pt x="187087" y="257963"/>
                  </a:lnTo>
                  <a:lnTo>
                    <a:pt x="186832" y="257997"/>
                  </a:lnTo>
                  <a:lnTo>
                    <a:pt x="186693" y="258044"/>
                  </a:lnTo>
                  <a:lnTo>
                    <a:pt x="186285" y="258088"/>
                  </a:lnTo>
                  <a:lnTo>
                    <a:pt x="186081" y="258040"/>
                  </a:lnTo>
                  <a:lnTo>
                    <a:pt x="185931" y="257932"/>
                  </a:lnTo>
                  <a:lnTo>
                    <a:pt x="185758" y="257588"/>
                  </a:lnTo>
                  <a:lnTo>
                    <a:pt x="185874" y="257432"/>
                  </a:lnTo>
                  <a:lnTo>
                    <a:pt x="186050" y="257003"/>
                  </a:lnTo>
                  <a:lnTo>
                    <a:pt x="186323" y="256839"/>
                  </a:lnTo>
                  <a:lnTo>
                    <a:pt x="186740" y="256028"/>
                  </a:lnTo>
                  <a:lnTo>
                    <a:pt x="186738" y="255783"/>
                  </a:lnTo>
                  <a:lnTo>
                    <a:pt x="187198" y="255728"/>
                  </a:lnTo>
                  <a:lnTo>
                    <a:pt x="187304" y="255408"/>
                  </a:lnTo>
                  <a:lnTo>
                    <a:pt x="186975" y="255126"/>
                  </a:lnTo>
                  <a:lnTo>
                    <a:pt x="186839" y="254915"/>
                  </a:lnTo>
                  <a:lnTo>
                    <a:pt x="186457" y="254349"/>
                  </a:lnTo>
                  <a:lnTo>
                    <a:pt x="186483" y="254161"/>
                  </a:lnTo>
                  <a:lnTo>
                    <a:pt x="186526" y="253483"/>
                  </a:lnTo>
                  <a:lnTo>
                    <a:pt x="186588" y="253221"/>
                  </a:lnTo>
                  <a:lnTo>
                    <a:pt x="186503" y="252947"/>
                  </a:lnTo>
                  <a:lnTo>
                    <a:pt x="186172" y="252582"/>
                  </a:lnTo>
                  <a:lnTo>
                    <a:pt x="186151" y="252041"/>
                  </a:lnTo>
                  <a:lnTo>
                    <a:pt x="186076" y="251378"/>
                  </a:lnTo>
                  <a:lnTo>
                    <a:pt x="185692" y="251418"/>
                  </a:lnTo>
                  <a:lnTo>
                    <a:pt x="184746" y="250969"/>
                  </a:lnTo>
                  <a:lnTo>
                    <a:pt x="184612" y="250626"/>
                  </a:lnTo>
                  <a:lnTo>
                    <a:pt x="184293" y="250557"/>
                  </a:lnTo>
                  <a:lnTo>
                    <a:pt x="184096" y="250593"/>
                  </a:lnTo>
                  <a:lnTo>
                    <a:pt x="183901" y="250630"/>
                  </a:lnTo>
                  <a:lnTo>
                    <a:pt x="183312" y="250652"/>
                  </a:lnTo>
                  <a:lnTo>
                    <a:pt x="183018" y="250474"/>
                  </a:lnTo>
                  <a:lnTo>
                    <a:pt x="182799" y="250484"/>
                  </a:lnTo>
                  <a:lnTo>
                    <a:pt x="181733" y="250884"/>
                  </a:lnTo>
                  <a:lnTo>
                    <a:pt x="181083" y="250542"/>
                  </a:lnTo>
                  <a:lnTo>
                    <a:pt x="180800" y="250339"/>
                  </a:lnTo>
                  <a:lnTo>
                    <a:pt x="180613" y="250005"/>
                  </a:lnTo>
                  <a:lnTo>
                    <a:pt x="180860" y="249145"/>
                  </a:lnTo>
                  <a:lnTo>
                    <a:pt x="180956" y="248460"/>
                  </a:lnTo>
                  <a:lnTo>
                    <a:pt x="180862" y="247798"/>
                  </a:lnTo>
                  <a:lnTo>
                    <a:pt x="181199" y="247627"/>
                  </a:lnTo>
                  <a:lnTo>
                    <a:pt x="181207" y="247134"/>
                  </a:lnTo>
                  <a:lnTo>
                    <a:pt x="181366" y="246951"/>
                  </a:lnTo>
                  <a:lnTo>
                    <a:pt x="181677" y="246769"/>
                  </a:lnTo>
                  <a:lnTo>
                    <a:pt x="182065" y="246889"/>
                  </a:lnTo>
                  <a:lnTo>
                    <a:pt x="182391" y="246911"/>
                  </a:lnTo>
                  <a:lnTo>
                    <a:pt x="182663" y="246728"/>
                  </a:lnTo>
                  <a:lnTo>
                    <a:pt x="182709" y="246542"/>
                  </a:lnTo>
                  <a:lnTo>
                    <a:pt x="182340" y="245899"/>
                  </a:lnTo>
                  <a:lnTo>
                    <a:pt x="182255" y="245759"/>
                  </a:lnTo>
                  <a:lnTo>
                    <a:pt x="182206" y="245414"/>
                  </a:lnTo>
                  <a:lnTo>
                    <a:pt x="181769" y="244823"/>
                  </a:lnTo>
                  <a:lnTo>
                    <a:pt x="181800" y="244452"/>
                  </a:lnTo>
                  <a:lnTo>
                    <a:pt x="181828" y="244096"/>
                  </a:lnTo>
                  <a:lnTo>
                    <a:pt x="181610" y="243585"/>
                  </a:lnTo>
                  <a:lnTo>
                    <a:pt x="181451" y="243339"/>
                  </a:lnTo>
                  <a:lnTo>
                    <a:pt x="181254" y="243406"/>
                  </a:lnTo>
                  <a:lnTo>
                    <a:pt x="181016" y="243314"/>
                  </a:lnTo>
                  <a:lnTo>
                    <a:pt x="180867" y="243204"/>
                  </a:lnTo>
                  <a:lnTo>
                    <a:pt x="180749" y="242613"/>
                  </a:lnTo>
                  <a:lnTo>
                    <a:pt x="180961" y="241954"/>
                  </a:lnTo>
                  <a:lnTo>
                    <a:pt x="181402" y="241685"/>
                  </a:lnTo>
                  <a:lnTo>
                    <a:pt x="182280" y="240688"/>
                  </a:lnTo>
                  <a:lnTo>
                    <a:pt x="182251" y="240428"/>
                  </a:lnTo>
                  <a:lnTo>
                    <a:pt x="182287" y="240089"/>
                  </a:lnTo>
                  <a:lnTo>
                    <a:pt x="182082" y="239463"/>
                  </a:lnTo>
                  <a:lnTo>
                    <a:pt x="181860" y="239086"/>
                  </a:lnTo>
                  <a:lnTo>
                    <a:pt x="181663" y="238932"/>
                  </a:lnTo>
                  <a:lnTo>
                    <a:pt x="181372" y="238820"/>
                  </a:lnTo>
                  <a:lnTo>
                    <a:pt x="181089" y="238541"/>
                  </a:lnTo>
                  <a:lnTo>
                    <a:pt x="180801" y="237850"/>
                  </a:lnTo>
                  <a:lnTo>
                    <a:pt x="180728" y="237249"/>
                  </a:lnTo>
                  <a:lnTo>
                    <a:pt x="180828" y="236650"/>
                  </a:lnTo>
                  <a:lnTo>
                    <a:pt x="180735" y="236242"/>
                  </a:lnTo>
                  <a:lnTo>
                    <a:pt x="180793" y="236113"/>
                  </a:lnTo>
                  <a:lnTo>
                    <a:pt x="181073" y="235540"/>
                  </a:lnTo>
                  <a:lnTo>
                    <a:pt x="181484" y="235126"/>
                  </a:lnTo>
                  <a:lnTo>
                    <a:pt x="181749" y="234782"/>
                  </a:lnTo>
                  <a:lnTo>
                    <a:pt x="181664" y="234493"/>
                  </a:lnTo>
                  <a:lnTo>
                    <a:pt x="181807" y="233996"/>
                  </a:lnTo>
                  <a:lnTo>
                    <a:pt x="182020" y="233933"/>
                  </a:lnTo>
                  <a:lnTo>
                    <a:pt x="181972" y="233721"/>
                  </a:lnTo>
                  <a:lnTo>
                    <a:pt x="181903" y="233555"/>
                  </a:lnTo>
                  <a:lnTo>
                    <a:pt x="181781" y="233273"/>
                  </a:lnTo>
                  <a:lnTo>
                    <a:pt x="181621" y="233087"/>
                  </a:lnTo>
                  <a:lnTo>
                    <a:pt x="181485" y="232982"/>
                  </a:lnTo>
                  <a:lnTo>
                    <a:pt x="181218" y="232750"/>
                  </a:lnTo>
                  <a:lnTo>
                    <a:pt x="180855" y="232359"/>
                  </a:lnTo>
                  <a:lnTo>
                    <a:pt x="180881" y="231951"/>
                  </a:lnTo>
                  <a:lnTo>
                    <a:pt x="180819" y="231720"/>
                  </a:lnTo>
                  <a:lnTo>
                    <a:pt x="180741" y="231368"/>
                  </a:lnTo>
                  <a:lnTo>
                    <a:pt x="180785" y="230829"/>
                  </a:lnTo>
                  <a:lnTo>
                    <a:pt x="181133" y="229810"/>
                  </a:lnTo>
                  <a:lnTo>
                    <a:pt x="181447" y="229342"/>
                  </a:lnTo>
                  <a:lnTo>
                    <a:pt x="181300" y="229184"/>
                  </a:lnTo>
                  <a:lnTo>
                    <a:pt x="180880" y="228920"/>
                  </a:lnTo>
                  <a:lnTo>
                    <a:pt x="180710" y="228886"/>
                  </a:lnTo>
                  <a:lnTo>
                    <a:pt x="179789" y="228494"/>
                  </a:lnTo>
                  <a:lnTo>
                    <a:pt x="179492" y="228474"/>
                  </a:lnTo>
                  <a:lnTo>
                    <a:pt x="179388" y="228213"/>
                  </a:lnTo>
                  <a:lnTo>
                    <a:pt x="179064" y="227962"/>
                  </a:lnTo>
                  <a:lnTo>
                    <a:pt x="178756" y="227458"/>
                  </a:lnTo>
                  <a:lnTo>
                    <a:pt x="178756" y="227314"/>
                  </a:lnTo>
                  <a:lnTo>
                    <a:pt x="178674" y="227079"/>
                  </a:lnTo>
                  <a:lnTo>
                    <a:pt x="178406" y="226653"/>
                  </a:lnTo>
                  <a:lnTo>
                    <a:pt x="178222" y="226589"/>
                  </a:lnTo>
                  <a:lnTo>
                    <a:pt x="177998" y="226487"/>
                  </a:lnTo>
                  <a:lnTo>
                    <a:pt x="177574" y="225805"/>
                  </a:lnTo>
                  <a:lnTo>
                    <a:pt x="177340" y="225845"/>
                  </a:lnTo>
                  <a:lnTo>
                    <a:pt x="176937" y="225580"/>
                  </a:lnTo>
                  <a:lnTo>
                    <a:pt x="176986" y="225379"/>
                  </a:lnTo>
                  <a:lnTo>
                    <a:pt x="177136" y="225071"/>
                  </a:lnTo>
                  <a:lnTo>
                    <a:pt x="177265" y="224699"/>
                  </a:lnTo>
                  <a:lnTo>
                    <a:pt x="177477" y="224440"/>
                  </a:lnTo>
                  <a:lnTo>
                    <a:pt x="177606" y="224193"/>
                  </a:lnTo>
                  <a:lnTo>
                    <a:pt x="177826" y="223871"/>
                  </a:lnTo>
                  <a:lnTo>
                    <a:pt x="177767" y="223148"/>
                  </a:lnTo>
                  <a:lnTo>
                    <a:pt x="177690" y="222646"/>
                  </a:lnTo>
                  <a:lnTo>
                    <a:pt x="177638" y="222438"/>
                  </a:lnTo>
                  <a:lnTo>
                    <a:pt x="177482" y="222112"/>
                  </a:lnTo>
                  <a:lnTo>
                    <a:pt x="177443" y="221947"/>
                  </a:lnTo>
                  <a:lnTo>
                    <a:pt x="177511" y="221019"/>
                  </a:lnTo>
                  <a:lnTo>
                    <a:pt x="177764" y="220930"/>
                  </a:lnTo>
                  <a:lnTo>
                    <a:pt x="178004" y="220846"/>
                  </a:lnTo>
                  <a:lnTo>
                    <a:pt x="178437" y="220761"/>
                  </a:lnTo>
                  <a:lnTo>
                    <a:pt x="178499" y="220585"/>
                  </a:lnTo>
                  <a:lnTo>
                    <a:pt x="178479" y="220193"/>
                  </a:lnTo>
                  <a:lnTo>
                    <a:pt x="178246" y="219836"/>
                  </a:lnTo>
                  <a:lnTo>
                    <a:pt x="178571" y="219058"/>
                  </a:lnTo>
                  <a:lnTo>
                    <a:pt x="178771" y="218922"/>
                  </a:lnTo>
                  <a:lnTo>
                    <a:pt x="179067" y="218598"/>
                  </a:lnTo>
                  <a:lnTo>
                    <a:pt x="179140" y="218455"/>
                  </a:lnTo>
                  <a:lnTo>
                    <a:pt x="179156" y="218156"/>
                  </a:lnTo>
                  <a:lnTo>
                    <a:pt x="179361" y="217348"/>
                  </a:lnTo>
                  <a:lnTo>
                    <a:pt x="179406" y="217169"/>
                  </a:lnTo>
                  <a:lnTo>
                    <a:pt x="180037" y="217034"/>
                  </a:lnTo>
                  <a:lnTo>
                    <a:pt x="180107" y="216718"/>
                  </a:lnTo>
                  <a:lnTo>
                    <a:pt x="180179" y="216458"/>
                  </a:lnTo>
                  <a:lnTo>
                    <a:pt x="180354" y="216101"/>
                  </a:lnTo>
                  <a:lnTo>
                    <a:pt x="180701" y="215658"/>
                  </a:lnTo>
                  <a:lnTo>
                    <a:pt x="181437" y="215418"/>
                  </a:lnTo>
                  <a:lnTo>
                    <a:pt x="181606" y="215454"/>
                  </a:lnTo>
                  <a:lnTo>
                    <a:pt x="181907" y="215345"/>
                  </a:lnTo>
                  <a:lnTo>
                    <a:pt x="182048" y="214971"/>
                  </a:lnTo>
                  <a:lnTo>
                    <a:pt x="182663" y="214657"/>
                  </a:lnTo>
                  <a:lnTo>
                    <a:pt x="182649" y="214212"/>
                  </a:lnTo>
                  <a:lnTo>
                    <a:pt x="182472" y="213928"/>
                  </a:lnTo>
                  <a:lnTo>
                    <a:pt x="182047" y="213817"/>
                  </a:lnTo>
                  <a:lnTo>
                    <a:pt x="181804" y="213650"/>
                  </a:lnTo>
                  <a:lnTo>
                    <a:pt x="181857" y="212516"/>
                  </a:lnTo>
                  <a:lnTo>
                    <a:pt x="181939" y="212331"/>
                  </a:lnTo>
                  <a:lnTo>
                    <a:pt x="182207" y="212057"/>
                  </a:lnTo>
                  <a:lnTo>
                    <a:pt x="182572" y="212098"/>
                  </a:lnTo>
                  <a:lnTo>
                    <a:pt x="182704" y="212081"/>
                  </a:lnTo>
                  <a:lnTo>
                    <a:pt x="183218" y="212038"/>
                  </a:lnTo>
                  <a:lnTo>
                    <a:pt x="183700" y="212054"/>
                  </a:lnTo>
                  <a:lnTo>
                    <a:pt x="183924" y="211983"/>
                  </a:lnTo>
                  <a:lnTo>
                    <a:pt x="184270" y="212005"/>
                  </a:lnTo>
                  <a:lnTo>
                    <a:pt x="184499" y="212115"/>
                  </a:lnTo>
                  <a:lnTo>
                    <a:pt x="184753" y="212188"/>
                  </a:lnTo>
                  <a:lnTo>
                    <a:pt x="185117" y="211818"/>
                  </a:lnTo>
                  <a:lnTo>
                    <a:pt x="185407" y="211792"/>
                  </a:lnTo>
                  <a:lnTo>
                    <a:pt x="185595" y="211836"/>
                  </a:lnTo>
                  <a:lnTo>
                    <a:pt x="185851" y="211886"/>
                  </a:lnTo>
                  <a:lnTo>
                    <a:pt x="186284" y="211902"/>
                  </a:lnTo>
                  <a:lnTo>
                    <a:pt x="187129" y="212721"/>
                  </a:lnTo>
                  <a:lnTo>
                    <a:pt x="187372" y="212665"/>
                  </a:lnTo>
                  <a:lnTo>
                    <a:pt x="188088" y="212728"/>
                  </a:lnTo>
                  <a:lnTo>
                    <a:pt x="188326" y="212885"/>
                  </a:lnTo>
                  <a:lnTo>
                    <a:pt x="188473" y="212864"/>
                  </a:lnTo>
                  <a:lnTo>
                    <a:pt x="188882" y="212918"/>
                  </a:lnTo>
                  <a:lnTo>
                    <a:pt x="189215" y="212958"/>
                  </a:lnTo>
                  <a:lnTo>
                    <a:pt x="190248" y="212841"/>
                  </a:lnTo>
                  <a:lnTo>
                    <a:pt x="190989" y="212890"/>
                  </a:lnTo>
                  <a:lnTo>
                    <a:pt x="191229" y="212882"/>
                  </a:lnTo>
                  <a:lnTo>
                    <a:pt x="191425" y="212657"/>
                  </a:lnTo>
                  <a:lnTo>
                    <a:pt x="192124" y="212465"/>
                  </a:lnTo>
                  <a:lnTo>
                    <a:pt x="192549" y="212256"/>
                  </a:lnTo>
                  <a:lnTo>
                    <a:pt x="192719" y="212302"/>
                  </a:lnTo>
                  <a:lnTo>
                    <a:pt x="193071" y="212515"/>
                  </a:lnTo>
                  <a:lnTo>
                    <a:pt x="193279" y="212497"/>
                  </a:lnTo>
                  <a:lnTo>
                    <a:pt x="193754" y="212370"/>
                  </a:lnTo>
                  <a:lnTo>
                    <a:pt x="194126" y="212731"/>
                  </a:lnTo>
                  <a:lnTo>
                    <a:pt x="194382" y="213061"/>
                  </a:lnTo>
                  <a:lnTo>
                    <a:pt x="194474" y="213214"/>
                  </a:lnTo>
                  <a:lnTo>
                    <a:pt x="194900" y="213228"/>
                  </a:lnTo>
                  <a:lnTo>
                    <a:pt x="195571" y="213120"/>
                  </a:lnTo>
                  <a:lnTo>
                    <a:pt x="195682" y="213345"/>
                  </a:lnTo>
                  <a:lnTo>
                    <a:pt x="195735" y="213598"/>
                  </a:lnTo>
                  <a:lnTo>
                    <a:pt x="195899" y="214054"/>
                  </a:lnTo>
                  <a:lnTo>
                    <a:pt x="196315" y="214076"/>
                  </a:lnTo>
                  <a:lnTo>
                    <a:pt x="196539" y="214108"/>
                  </a:lnTo>
                  <a:lnTo>
                    <a:pt x="196940" y="214409"/>
                  </a:lnTo>
                  <a:lnTo>
                    <a:pt x="197153" y="214433"/>
                  </a:lnTo>
                  <a:lnTo>
                    <a:pt x="197712" y="214478"/>
                  </a:lnTo>
                  <a:lnTo>
                    <a:pt x="198007" y="214209"/>
                  </a:lnTo>
                  <a:lnTo>
                    <a:pt x="198261" y="213886"/>
                  </a:lnTo>
                  <a:lnTo>
                    <a:pt x="198671" y="213737"/>
                  </a:lnTo>
                  <a:lnTo>
                    <a:pt x="198947" y="213682"/>
                  </a:lnTo>
                  <a:lnTo>
                    <a:pt x="198986" y="213516"/>
                  </a:lnTo>
                  <a:lnTo>
                    <a:pt x="199078" y="213246"/>
                  </a:lnTo>
                  <a:lnTo>
                    <a:pt x="199143" y="213066"/>
                  </a:lnTo>
                  <a:lnTo>
                    <a:pt x="199481" y="212743"/>
                  </a:lnTo>
                  <a:lnTo>
                    <a:pt x="200017" y="212731"/>
                  </a:lnTo>
                  <a:lnTo>
                    <a:pt x="200212" y="212588"/>
                  </a:lnTo>
                  <a:lnTo>
                    <a:pt x="199956" y="212035"/>
                  </a:lnTo>
                  <a:lnTo>
                    <a:pt x="199880" y="211672"/>
                  </a:lnTo>
                  <a:lnTo>
                    <a:pt x="199877" y="211459"/>
                  </a:lnTo>
                  <a:lnTo>
                    <a:pt x="199925" y="211241"/>
                  </a:lnTo>
                  <a:lnTo>
                    <a:pt x="200533" y="211120"/>
                  </a:lnTo>
                  <a:lnTo>
                    <a:pt x="200942" y="211202"/>
                  </a:lnTo>
                  <a:lnTo>
                    <a:pt x="201634" y="211613"/>
                  </a:lnTo>
                  <a:lnTo>
                    <a:pt x="201958" y="211707"/>
                  </a:lnTo>
                  <a:lnTo>
                    <a:pt x="202147" y="211855"/>
                  </a:lnTo>
                  <a:lnTo>
                    <a:pt x="202224" y="212396"/>
                  </a:lnTo>
                  <a:lnTo>
                    <a:pt x="202489" y="212409"/>
                  </a:lnTo>
                  <a:lnTo>
                    <a:pt x="202750" y="212271"/>
                  </a:lnTo>
                  <a:lnTo>
                    <a:pt x="203093" y="212005"/>
                  </a:lnTo>
                  <a:lnTo>
                    <a:pt x="203235" y="211747"/>
                  </a:lnTo>
                  <a:lnTo>
                    <a:pt x="203337" y="211609"/>
                  </a:lnTo>
                  <a:lnTo>
                    <a:pt x="203531" y="211397"/>
                  </a:lnTo>
                  <a:lnTo>
                    <a:pt x="203792" y="211219"/>
                  </a:lnTo>
                  <a:lnTo>
                    <a:pt x="204007" y="210962"/>
                  </a:lnTo>
                  <a:lnTo>
                    <a:pt x="204407" y="210741"/>
                  </a:lnTo>
                  <a:lnTo>
                    <a:pt x="204005" y="210137"/>
                  </a:lnTo>
                  <a:lnTo>
                    <a:pt x="203838" y="209784"/>
                  </a:lnTo>
                  <a:lnTo>
                    <a:pt x="203552" y="209478"/>
                  </a:lnTo>
                  <a:lnTo>
                    <a:pt x="203156" y="209082"/>
                  </a:lnTo>
                  <a:lnTo>
                    <a:pt x="202504" y="208362"/>
                  </a:lnTo>
                  <a:lnTo>
                    <a:pt x="202630" y="208014"/>
                  </a:lnTo>
                  <a:lnTo>
                    <a:pt x="202673" y="207649"/>
                  </a:lnTo>
                  <a:lnTo>
                    <a:pt x="203070" y="207021"/>
                  </a:lnTo>
                  <a:lnTo>
                    <a:pt x="203136" y="206686"/>
                  </a:lnTo>
                  <a:lnTo>
                    <a:pt x="203040" y="206461"/>
                  </a:lnTo>
                  <a:lnTo>
                    <a:pt x="202886" y="206047"/>
                  </a:lnTo>
                  <a:lnTo>
                    <a:pt x="202835" y="205433"/>
                  </a:lnTo>
                  <a:lnTo>
                    <a:pt x="202885" y="205169"/>
                  </a:lnTo>
                  <a:lnTo>
                    <a:pt x="202871" y="204869"/>
                  </a:lnTo>
                  <a:lnTo>
                    <a:pt x="202447" y="204694"/>
                  </a:lnTo>
                  <a:lnTo>
                    <a:pt x="202292" y="204737"/>
                  </a:lnTo>
                  <a:lnTo>
                    <a:pt x="201906" y="204746"/>
                  </a:lnTo>
                  <a:lnTo>
                    <a:pt x="201537" y="204274"/>
                  </a:lnTo>
                  <a:lnTo>
                    <a:pt x="202029" y="203377"/>
                  </a:lnTo>
                  <a:lnTo>
                    <a:pt x="202038" y="203025"/>
                  </a:lnTo>
                  <a:lnTo>
                    <a:pt x="201861" y="202827"/>
                  </a:lnTo>
                  <a:lnTo>
                    <a:pt x="201205" y="202660"/>
                  </a:lnTo>
                  <a:lnTo>
                    <a:pt x="201141" y="202472"/>
                  </a:lnTo>
                  <a:lnTo>
                    <a:pt x="200816" y="201942"/>
                  </a:lnTo>
                  <a:lnTo>
                    <a:pt x="200539" y="201735"/>
                  </a:lnTo>
                  <a:lnTo>
                    <a:pt x="200378" y="201640"/>
                  </a:lnTo>
                  <a:lnTo>
                    <a:pt x="200052" y="201456"/>
                  </a:lnTo>
                  <a:lnTo>
                    <a:pt x="199607" y="201222"/>
                  </a:lnTo>
                  <a:lnTo>
                    <a:pt x="199059" y="201032"/>
                  </a:lnTo>
                  <a:lnTo>
                    <a:pt x="198595" y="200981"/>
                  </a:lnTo>
                  <a:lnTo>
                    <a:pt x="197845" y="200333"/>
                  </a:lnTo>
                  <a:lnTo>
                    <a:pt x="197733" y="200037"/>
                  </a:lnTo>
                  <a:lnTo>
                    <a:pt x="197119" y="200105"/>
                  </a:lnTo>
                  <a:lnTo>
                    <a:pt x="196862" y="200032"/>
                  </a:lnTo>
                  <a:lnTo>
                    <a:pt x="196519" y="199845"/>
                  </a:lnTo>
                  <a:lnTo>
                    <a:pt x="195944" y="199421"/>
                  </a:lnTo>
                  <a:lnTo>
                    <a:pt x="195207" y="199412"/>
                  </a:lnTo>
                  <a:lnTo>
                    <a:pt x="194984" y="199379"/>
                  </a:lnTo>
                  <a:lnTo>
                    <a:pt x="194852" y="199376"/>
                  </a:lnTo>
                  <a:lnTo>
                    <a:pt x="194651" y="199388"/>
                  </a:lnTo>
                  <a:lnTo>
                    <a:pt x="194339" y="199448"/>
                  </a:lnTo>
                  <a:lnTo>
                    <a:pt x="193274" y="198723"/>
                  </a:lnTo>
                  <a:lnTo>
                    <a:pt x="192990" y="198630"/>
                  </a:lnTo>
                  <a:lnTo>
                    <a:pt x="192068" y="198719"/>
                  </a:lnTo>
                  <a:lnTo>
                    <a:pt x="191819" y="198499"/>
                  </a:lnTo>
                  <a:lnTo>
                    <a:pt x="191490" y="198239"/>
                  </a:lnTo>
                  <a:lnTo>
                    <a:pt x="191012" y="198475"/>
                  </a:lnTo>
                  <a:lnTo>
                    <a:pt x="190924" y="198698"/>
                  </a:lnTo>
                  <a:lnTo>
                    <a:pt x="189933" y="199208"/>
                  </a:lnTo>
                  <a:lnTo>
                    <a:pt x="189682" y="199298"/>
                  </a:lnTo>
                  <a:lnTo>
                    <a:pt x="189391" y="199483"/>
                  </a:lnTo>
                  <a:lnTo>
                    <a:pt x="188692" y="199734"/>
                  </a:lnTo>
                  <a:lnTo>
                    <a:pt x="188411" y="199535"/>
                  </a:lnTo>
                  <a:lnTo>
                    <a:pt x="188176" y="199217"/>
                  </a:lnTo>
                  <a:lnTo>
                    <a:pt x="188087" y="199088"/>
                  </a:lnTo>
                  <a:lnTo>
                    <a:pt x="187994" y="198926"/>
                  </a:lnTo>
                  <a:lnTo>
                    <a:pt x="187526" y="198432"/>
                  </a:lnTo>
                  <a:lnTo>
                    <a:pt x="187661" y="197866"/>
                  </a:lnTo>
                  <a:lnTo>
                    <a:pt x="187730" y="197592"/>
                  </a:lnTo>
                  <a:lnTo>
                    <a:pt x="187957" y="196807"/>
                  </a:lnTo>
                  <a:lnTo>
                    <a:pt x="187918" y="196646"/>
                  </a:lnTo>
                  <a:lnTo>
                    <a:pt x="187893" y="196358"/>
                  </a:lnTo>
                  <a:lnTo>
                    <a:pt x="188185" y="195575"/>
                  </a:lnTo>
                  <a:lnTo>
                    <a:pt x="188477" y="195003"/>
                  </a:lnTo>
                  <a:lnTo>
                    <a:pt x="188378" y="194460"/>
                  </a:lnTo>
                  <a:lnTo>
                    <a:pt x="188428" y="194164"/>
                  </a:lnTo>
                  <a:lnTo>
                    <a:pt x="188625" y="193474"/>
                  </a:lnTo>
                  <a:lnTo>
                    <a:pt x="188618" y="192904"/>
                  </a:lnTo>
                  <a:lnTo>
                    <a:pt x="188709" y="192564"/>
                  </a:lnTo>
                  <a:lnTo>
                    <a:pt x="188659" y="192379"/>
                  </a:lnTo>
                  <a:lnTo>
                    <a:pt x="188689" y="192228"/>
                  </a:lnTo>
                  <a:lnTo>
                    <a:pt x="188864" y="191651"/>
                  </a:lnTo>
                  <a:lnTo>
                    <a:pt x="188897" y="191492"/>
                  </a:lnTo>
                  <a:lnTo>
                    <a:pt x="188222" y="191486"/>
                  </a:lnTo>
                  <a:lnTo>
                    <a:pt x="187867" y="191367"/>
                  </a:lnTo>
                  <a:lnTo>
                    <a:pt x="187628" y="191228"/>
                  </a:lnTo>
                  <a:lnTo>
                    <a:pt x="187269" y="191091"/>
                  </a:lnTo>
                  <a:lnTo>
                    <a:pt x="186997" y="190752"/>
                  </a:lnTo>
                  <a:lnTo>
                    <a:pt x="186550" y="190643"/>
                  </a:lnTo>
                  <a:lnTo>
                    <a:pt x="186124" y="190315"/>
                  </a:lnTo>
                  <a:lnTo>
                    <a:pt x="185679" y="190214"/>
                  </a:lnTo>
                  <a:lnTo>
                    <a:pt x="185381" y="190175"/>
                  </a:lnTo>
                  <a:lnTo>
                    <a:pt x="185131" y="189879"/>
                  </a:lnTo>
                  <a:lnTo>
                    <a:pt x="184873" y="189519"/>
                  </a:lnTo>
                  <a:lnTo>
                    <a:pt x="184170" y="189479"/>
                  </a:lnTo>
                  <a:lnTo>
                    <a:pt x="183853" y="189513"/>
                  </a:lnTo>
                  <a:lnTo>
                    <a:pt x="183662" y="189450"/>
                  </a:lnTo>
                  <a:lnTo>
                    <a:pt x="183451" y="189455"/>
                  </a:lnTo>
                  <a:lnTo>
                    <a:pt x="183193" y="189490"/>
                  </a:lnTo>
                  <a:lnTo>
                    <a:pt x="182263" y="189498"/>
                  </a:lnTo>
                  <a:lnTo>
                    <a:pt x="182060" y="189589"/>
                  </a:lnTo>
                  <a:lnTo>
                    <a:pt x="181749" y="189757"/>
                  </a:lnTo>
                  <a:lnTo>
                    <a:pt x="181480" y="189856"/>
                  </a:lnTo>
                  <a:lnTo>
                    <a:pt x="181177" y="189617"/>
                  </a:lnTo>
                  <a:lnTo>
                    <a:pt x="181004" y="189370"/>
                  </a:lnTo>
                  <a:lnTo>
                    <a:pt x="180727" y="189164"/>
                  </a:lnTo>
                  <a:lnTo>
                    <a:pt x="180420" y="189363"/>
                  </a:lnTo>
                  <a:lnTo>
                    <a:pt x="180035" y="189320"/>
                  </a:lnTo>
                  <a:lnTo>
                    <a:pt x="179974" y="188984"/>
                  </a:lnTo>
                  <a:lnTo>
                    <a:pt x="178913" y="188695"/>
                  </a:lnTo>
                  <a:lnTo>
                    <a:pt x="178311" y="188617"/>
                  </a:lnTo>
                  <a:lnTo>
                    <a:pt x="177996" y="188552"/>
                  </a:lnTo>
                  <a:lnTo>
                    <a:pt x="177536" y="188408"/>
                  </a:lnTo>
                  <a:lnTo>
                    <a:pt x="176806" y="188412"/>
                  </a:lnTo>
                  <a:lnTo>
                    <a:pt x="176512" y="188420"/>
                  </a:lnTo>
                  <a:lnTo>
                    <a:pt x="175811" y="188188"/>
                  </a:lnTo>
                  <a:lnTo>
                    <a:pt x="175223" y="187733"/>
                  </a:lnTo>
                  <a:lnTo>
                    <a:pt x="175489" y="187022"/>
                  </a:lnTo>
                  <a:lnTo>
                    <a:pt x="175802" y="186831"/>
                  </a:lnTo>
                  <a:lnTo>
                    <a:pt x="176039" y="186687"/>
                  </a:lnTo>
                  <a:lnTo>
                    <a:pt x="176261" y="186637"/>
                  </a:lnTo>
                  <a:lnTo>
                    <a:pt x="176538" y="186433"/>
                  </a:lnTo>
                  <a:lnTo>
                    <a:pt x="176572" y="185884"/>
                  </a:lnTo>
                  <a:lnTo>
                    <a:pt x="176648" y="185634"/>
                  </a:lnTo>
                  <a:lnTo>
                    <a:pt x="176854" y="185520"/>
                  </a:lnTo>
                  <a:lnTo>
                    <a:pt x="177633" y="184924"/>
                  </a:lnTo>
                  <a:lnTo>
                    <a:pt x="177518" y="184780"/>
                  </a:lnTo>
                  <a:lnTo>
                    <a:pt x="177584" y="184539"/>
                  </a:lnTo>
                  <a:lnTo>
                    <a:pt x="178031" y="183863"/>
                  </a:lnTo>
                  <a:lnTo>
                    <a:pt x="178573" y="184053"/>
                  </a:lnTo>
                  <a:lnTo>
                    <a:pt x="178792" y="184030"/>
                  </a:lnTo>
                  <a:lnTo>
                    <a:pt x="178949" y="183851"/>
                  </a:lnTo>
                  <a:lnTo>
                    <a:pt x="179222" y="183937"/>
                  </a:lnTo>
                  <a:lnTo>
                    <a:pt x="179449" y="184070"/>
                  </a:lnTo>
                  <a:lnTo>
                    <a:pt x="179938" y="184129"/>
                  </a:lnTo>
                  <a:lnTo>
                    <a:pt x="180100" y="184203"/>
                  </a:lnTo>
                  <a:lnTo>
                    <a:pt x="180483" y="184312"/>
                  </a:lnTo>
                  <a:lnTo>
                    <a:pt x="180926" y="184279"/>
                  </a:lnTo>
                  <a:lnTo>
                    <a:pt x="181360" y="184278"/>
                  </a:lnTo>
                  <a:lnTo>
                    <a:pt x="181568" y="184297"/>
                  </a:lnTo>
                  <a:lnTo>
                    <a:pt x="181543" y="183947"/>
                  </a:lnTo>
                  <a:lnTo>
                    <a:pt x="181504" y="183340"/>
                  </a:lnTo>
                  <a:lnTo>
                    <a:pt x="181702" y="183144"/>
                  </a:lnTo>
                  <a:lnTo>
                    <a:pt x="181898" y="182816"/>
                  </a:lnTo>
                  <a:lnTo>
                    <a:pt x="182169" y="182584"/>
                  </a:lnTo>
                  <a:lnTo>
                    <a:pt x="182360" y="182605"/>
                  </a:lnTo>
                  <a:close/>
                </a:path>
              </a:pathLst>
            </a:custGeom>
            <a:solidFill>
              <a:srgbClr val="E8F6EC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6684873" y="1656796"/>
              <a:ext cx="313951" cy="422722"/>
            </a:xfrm>
            <a:custGeom>
              <a:avLst/>
              <a:pathLst>
                <a:path w="313951" h="422722">
                  <a:moveTo>
                    <a:pt x="182879" y="182880"/>
                  </a:moveTo>
                  <a:lnTo>
                    <a:pt x="183245" y="183064"/>
                  </a:lnTo>
                  <a:lnTo>
                    <a:pt x="183388" y="183059"/>
                  </a:lnTo>
                  <a:lnTo>
                    <a:pt x="183547" y="183053"/>
                  </a:lnTo>
                  <a:lnTo>
                    <a:pt x="184406" y="183159"/>
                  </a:lnTo>
                  <a:lnTo>
                    <a:pt x="184580" y="183105"/>
                  </a:lnTo>
                  <a:lnTo>
                    <a:pt x="184728" y="183073"/>
                  </a:lnTo>
                  <a:lnTo>
                    <a:pt x="184908" y="183042"/>
                  </a:lnTo>
                  <a:lnTo>
                    <a:pt x="185184" y="183421"/>
                  </a:lnTo>
                  <a:lnTo>
                    <a:pt x="185317" y="183920"/>
                  </a:lnTo>
                  <a:lnTo>
                    <a:pt x="185211" y="184223"/>
                  </a:lnTo>
                  <a:lnTo>
                    <a:pt x="185158" y="184380"/>
                  </a:lnTo>
                  <a:lnTo>
                    <a:pt x="186672" y="185290"/>
                  </a:lnTo>
                  <a:lnTo>
                    <a:pt x="187227" y="185496"/>
                  </a:lnTo>
                  <a:lnTo>
                    <a:pt x="187913" y="185430"/>
                  </a:lnTo>
                  <a:lnTo>
                    <a:pt x="188372" y="185616"/>
                  </a:lnTo>
                  <a:lnTo>
                    <a:pt x="188545" y="185661"/>
                  </a:lnTo>
                  <a:lnTo>
                    <a:pt x="189904" y="185855"/>
                  </a:lnTo>
                  <a:lnTo>
                    <a:pt x="190609" y="185867"/>
                  </a:lnTo>
                  <a:lnTo>
                    <a:pt x="191247" y="185854"/>
                  </a:lnTo>
                  <a:lnTo>
                    <a:pt x="191424" y="185840"/>
                  </a:lnTo>
                  <a:lnTo>
                    <a:pt x="192047" y="185860"/>
                  </a:lnTo>
                  <a:lnTo>
                    <a:pt x="192511" y="185949"/>
                  </a:lnTo>
                  <a:lnTo>
                    <a:pt x="193610" y="186014"/>
                  </a:lnTo>
                  <a:lnTo>
                    <a:pt x="193831" y="186048"/>
                  </a:lnTo>
                  <a:lnTo>
                    <a:pt x="194343" y="186088"/>
                  </a:lnTo>
                  <a:lnTo>
                    <a:pt x="194801" y="186171"/>
                  </a:lnTo>
                  <a:lnTo>
                    <a:pt x="194944" y="186146"/>
                  </a:lnTo>
                  <a:lnTo>
                    <a:pt x="195692" y="186215"/>
                  </a:lnTo>
                  <a:lnTo>
                    <a:pt x="195923" y="186226"/>
                  </a:lnTo>
                  <a:lnTo>
                    <a:pt x="196812" y="186243"/>
                  </a:lnTo>
                  <a:lnTo>
                    <a:pt x="196972" y="186238"/>
                  </a:lnTo>
                  <a:lnTo>
                    <a:pt x="197643" y="186254"/>
                  </a:lnTo>
                  <a:lnTo>
                    <a:pt x="198192" y="186945"/>
                  </a:lnTo>
                  <a:lnTo>
                    <a:pt x="198557" y="187580"/>
                  </a:lnTo>
                  <a:lnTo>
                    <a:pt x="198780" y="187560"/>
                  </a:lnTo>
                  <a:lnTo>
                    <a:pt x="199306" y="187615"/>
                  </a:lnTo>
                  <a:lnTo>
                    <a:pt x="199446" y="187693"/>
                  </a:lnTo>
                  <a:lnTo>
                    <a:pt x="199572" y="188259"/>
                  </a:lnTo>
                  <a:lnTo>
                    <a:pt x="201186" y="189975"/>
                  </a:lnTo>
                  <a:lnTo>
                    <a:pt x="201658" y="190332"/>
                  </a:lnTo>
                  <a:lnTo>
                    <a:pt x="201699" y="190118"/>
                  </a:lnTo>
                  <a:lnTo>
                    <a:pt x="202363" y="190012"/>
                  </a:lnTo>
                  <a:lnTo>
                    <a:pt x="202878" y="190473"/>
                  </a:lnTo>
                  <a:lnTo>
                    <a:pt x="202943" y="190828"/>
                  </a:lnTo>
                  <a:lnTo>
                    <a:pt x="203177" y="190788"/>
                  </a:lnTo>
                  <a:lnTo>
                    <a:pt x="202930" y="191174"/>
                  </a:lnTo>
                  <a:lnTo>
                    <a:pt x="203230" y="191755"/>
                  </a:lnTo>
                  <a:lnTo>
                    <a:pt x="203758" y="191899"/>
                  </a:lnTo>
                  <a:lnTo>
                    <a:pt x="204726" y="191262"/>
                  </a:lnTo>
                  <a:lnTo>
                    <a:pt x="210510" y="192521"/>
                  </a:lnTo>
                  <a:lnTo>
                    <a:pt x="212866" y="192654"/>
                  </a:lnTo>
                  <a:lnTo>
                    <a:pt x="213008" y="192627"/>
                  </a:lnTo>
                  <a:lnTo>
                    <a:pt x="214450" y="193047"/>
                  </a:lnTo>
                  <a:lnTo>
                    <a:pt x="217391" y="191698"/>
                  </a:lnTo>
                  <a:lnTo>
                    <a:pt x="219536" y="192654"/>
                  </a:lnTo>
                  <a:lnTo>
                    <a:pt x="220501" y="193378"/>
                  </a:lnTo>
                  <a:lnTo>
                    <a:pt x="221348" y="194167"/>
                  </a:lnTo>
                  <a:lnTo>
                    <a:pt x="223540" y="194641"/>
                  </a:lnTo>
                  <a:lnTo>
                    <a:pt x="223883" y="195157"/>
                  </a:lnTo>
                  <a:lnTo>
                    <a:pt x="224475" y="195272"/>
                  </a:lnTo>
                  <a:lnTo>
                    <a:pt x="224984" y="195019"/>
                  </a:lnTo>
                  <a:lnTo>
                    <a:pt x="225327" y="195105"/>
                  </a:lnTo>
                  <a:lnTo>
                    <a:pt x="225091" y="195683"/>
                  </a:lnTo>
                  <a:lnTo>
                    <a:pt x="224801" y="196214"/>
                  </a:lnTo>
                  <a:lnTo>
                    <a:pt x="224844" y="196372"/>
                  </a:lnTo>
                  <a:lnTo>
                    <a:pt x="226495" y="197609"/>
                  </a:lnTo>
                  <a:lnTo>
                    <a:pt x="229189" y="199108"/>
                  </a:lnTo>
                  <a:lnTo>
                    <a:pt x="229077" y="198903"/>
                  </a:lnTo>
                  <a:lnTo>
                    <a:pt x="230482" y="202057"/>
                  </a:lnTo>
                  <a:lnTo>
                    <a:pt x="230654" y="202199"/>
                  </a:lnTo>
                  <a:lnTo>
                    <a:pt x="231972" y="203023"/>
                  </a:lnTo>
                  <a:lnTo>
                    <a:pt x="233031" y="202801"/>
                  </a:lnTo>
                  <a:lnTo>
                    <a:pt x="233267" y="202907"/>
                  </a:lnTo>
                  <a:lnTo>
                    <a:pt x="233399" y="202938"/>
                  </a:lnTo>
                  <a:lnTo>
                    <a:pt x="234396" y="204657"/>
                  </a:lnTo>
                  <a:lnTo>
                    <a:pt x="234382" y="204356"/>
                  </a:lnTo>
                  <a:lnTo>
                    <a:pt x="236133" y="202898"/>
                  </a:lnTo>
                  <a:lnTo>
                    <a:pt x="236093" y="203047"/>
                  </a:lnTo>
                  <a:lnTo>
                    <a:pt x="236988" y="205383"/>
                  </a:lnTo>
                  <a:lnTo>
                    <a:pt x="237321" y="205539"/>
                  </a:lnTo>
                  <a:lnTo>
                    <a:pt x="238388" y="206306"/>
                  </a:lnTo>
                  <a:lnTo>
                    <a:pt x="238433" y="206737"/>
                  </a:lnTo>
                  <a:lnTo>
                    <a:pt x="238175" y="207524"/>
                  </a:lnTo>
                  <a:lnTo>
                    <a:pt x="238119" y="207669"/>
                  </a:lnTo>
                  <a:lnTo>
                    <a:pt x="237488" y="208658"/>
                  </a:lnTo>
                  <a:lnTo>
                    <a:pt x="237467" y="209129"/>
                  </a:lnTo>
                  <a:lnTo>
                    <a:pt x="237459" y="209584"/>
                  </a:lnTo>
                  <a:lnTo>
                    <a:pt x="237523" y="209852"/>
                  </a:lnTo>
                  <a:lnTo>
                    <a:pt x="237789" y="209450"/>
                  </a:lnTo>
                  <a:lnTo>
                    <a:pt x="238326" y="209103"/>
                  </a:lnTo>
                  <a:lnTo>
                    <a:pt x="238690" y="208937"/>
                  </a:lnTo>
                  <a:lnTo>
                    <a:pt x="238885" y="208814"/>
                  </a:lnTo>
                  <a:lnTo>
                    <a:pt x="239589" y="207995"/>
                  </a:lnTo>
                  <a:lnTo>
                    <a:pt x="240269" y="207983"/>
                  </a:lnTo>
                  <a:lnTo>
                    <a:pt x="240988" y="208053"/>
                  </a:lnTo>
                  <a:lnTo>
                    <a:pt x="241856" y="207019"/>
                  </a:lnTo>
                  <a:lnTo>
                    <a:pt x="242484" y="206513"/>
                  </a:lnTo>
                  <a:lnTo>
                    <a:pt x="242759" y="206167"/>
                  </a:lnTo>
                  <a:lnTo>
                    <a:pt x="243189" y="205482"/>
                  </a:lnTo>
                  <a:lnTo>
                    <a:pt x="243201" y="205301"/>
                  </a:lnTo>
                  <a:lnTo>
                    <a:pt x="244046" y="204087"/>
                  </a:lnTo>
                  <a:lnTo>
                    <a:pt x="244356" y="203943"/>
                  </a:lnTo>
                  <a:lnTo>
                    <a:pt x="244515" y="204004"/>
                  </a:lnTo>
                  <a:lnTo>
                    <a:pt x="245079" y="204073"/>
                  </a:lnTo>
                  <a:lnTo>
                    <a:pt x="245369" y="204092"/>
                  </a:lnTo>
                  <a:lnTo>
                    <a:pt x="246054" y="204311"/>
                  </a:lnTo>
                  <a:lnTo>
                    <a:pt x="246091" y="204760"/>
                  </a:lnTo>
                  <a:lnTo>
                    <a:pt x="246235" y="205044"/>
                  </a:lnTo>
                  <a:lnTo>
                    <a:pt x="246629" y="205209"/>
                  </a:lnTo>
                  <a:lnTo>
                    <a:pt x="246889" y="205275"/>
                  </a:lnTo>
                  <a:lnTo>
                    <a:pt x="247044" y="205341"/>
                  </a:lnTo>
                  <a:lnTo>
                    <a:pt x="247378" y="205525"/>
                  </a:lnTo>
                  <a:lnTo>
                    <a:pt x="247683" y="205380"/>
                  </a:lnTo>
                  <a:lnTo>
                    <a:pt x="248832" y="204448"/>
                  </a:lnTo>
                  <a:lnTo>
                    <a:pt x="249717" y="204768"/>
                  </a:lnTo>
                  <a:lnTo>
                    <a:pt x="249936" y="204852"/>
                  </a:lnTo>
                  <a:lnTo>
                    <a:pt x="250443" y="205085"/>
                  </a:lnTo>
                  <a:lnTo>
                    <a:pt x="253138" y="205901"/>
                  </a:lnTo>
                  <a:lnTo>
                    <a:pt x="253268" y="205721"/>
                  </a:lnTo>
                  <a:lnTo>
                    <a:pt x="253730" y="204743"/>
                  </a:lnTo>
                  <a:lnTo>
                    <a:pt x="253775" y="204556"/>
                  </a:lnTo>
                  <a:lnTo>
                    <a:pt x="253872" y="204289"/>
                  </a:lnTo>
                  <a:lnTo>
                    <a:pt x="254349" y="203623"/>
                  </a:lnTo>
                  <a:lnTo>
                    <a:pt x="254378" y="203112"/>
                  </a:lnTo>
                  <a:lnTo>
                    <a:pt x="256889" y="202075"/>
                  </a:lnTo>
                  <a:lnTo>
                    <a:pt x="257065" y="201883"/>
                  </a:lnTo>
                  <a:lnTo>
                    <a:pt x="257424" y="200884"/>
                  </a:lnTo>
                  <a:lnTo>
                    <a:pt x="257494" y="200363"/>
                  </a:lnTo>
                  <a:lnTo>
                    <a:pt x="257621" y="200304"/>
                  </a:lnTo>
                  <a:lnTo>
                    <a:pt x="257569" y="199471"/>
                  </a:lnTo>
                  <a:lnTo>
                    <a:pt x="257708" y="199407"/>
                  </a:lnTo>
                  <a:lnTo>
                    <a:pt x="257936" y="199270"/>
                  </a:lnTo>
                  <a:lnTo>
                    <a:pt x="258217" y="199065"/>
                  </a:lnTo>
                  <a:lnTo>
                    <a:pt x="258433" y="198863"/>
                  </a:lnTo>
                  <a:lnTo>
                    <a:pt x="258660" y="198683"/>
                  </a:lnTo>
                  <a:lnTo>
                    <a:pt x="258860" y="198529"/>
                  </a:lnTo>
                  <a:lnTo>
                    <a:pt x="259235" y="198218"/>
                  </a:lnTo>
                  <a:lnTo>
                    <a:pt x="259518" y="197911"/>
                  </a:lnTo>
                  <a:lnTo>
                    <a:pt x="259683" y="197745"/>
                  </a:lnTo>
                  <a:lnTo>
                    <a:pt x="260116" y="197415"/>
                  </a:lnTo>
                  <a:lnTo>
                    <a:pt x="260329" y="197277"/>
                  </a:lnTo>
                  <a:lnTo>
                    <a:pt x="260515" y="197200"/>
                  </a:lnTo>
                  <a:lnTo>
                    <a:pt x="260690" y="197146"/>
                  </a:lnTo>
                  <a:lnTo>
                    <a:pt x="260890" y="197140"/>
                  </a:lnTo>
                  <a:lnTo>
                    <a:pt x="261135" y="197213"/>
                  </a:lnTo>
                  <a:lnTo>
                    <a:pt x="261489" y="197410"/>
                  </a:lnTo>
                  <a:lnTo>
                    <a:pt x="261959" y="197673"/>
                  </a:lnTo>
                  <a:lnTo>
                    <a:pt x="262359" y="197944"/>
                  </a:lnTo>
                  <a:lnTo>
                    <a:pt x="262522" y="198135"/>
                  </a:lnTo>
                  <a:lnTo>
                    <a:pt x="262615" y="198345"/>
                  </a:lnTo>
                  <a:lnTo>
                    <a:pt x="262665" y="198591"/>
                  </a:lnTo>
                  <a:lnTo>
                    <a:pt x="262706" y="199021"/>
                  </a:lnTo>
                  <a:lnTo>
                    <a:pt x="262753" y="199322"/>
                  </a:lnTo>
                  <a:lnTo>
                    <a:pt x="262746" y="199561"/>
                  </a:lnTo>
                  <a:lnTo>
                    <a:pt x="262680" y="199963"/>
                  </a:lnTo>
                  <a:lnTo>
                    <a:pt x="262595" y="200374"/>
                  </a:lnTo>
                  <a:lnTo>
                    <a:pt x="262552" y="200581"/>
                  </a:lnTo>
                  <a:lnTo>
                    <a:pt x="262479" y="201085"/>
                  </a:lnTo>
                  <a:lnTo>
                    <a:pt x="262465" y="201403"/>
                  </a:lnTo>
                  <a:lnTo>
                    <a:pt x="262537" y="201597"/>
                  </a:lnTo>
                  <a:lnTo>
                    <a:pt x="262597" y="201765"/>
                  </a:lnTo>
                  <a:lnTo>
                    <a:pt x="262849" y="202230"/>
                  </a:lnTo>
                  <a:lnTo>
                    <a:pt x="263058" y="202163"/>
                  </a:lnTo>
                  <a:lnTo>
                    <a:pt x="263548" y="201585"/>
                  </a:lnTo>
                  <a:lnTo>
                    <a:pt x="263824" y="201203"/>
                  </a:lnTo>
                  <a:lnTo>
                    <a:pt x="264063" y="200820"/>
                  </a:lnTo>
                  <a:lnTo>
                    <a:pt x="264237" y="200520"/>
                  </a:lnTo>
                  <a:lnTo>
                    <a:pt x="264667" y="200088"/>
                  </a:lnTo>
                  <a:lnTo>
                    <a:pt x="265107" y="199687"/>
                  </a:lnTo>
                  <a:lnTo>
                    <a:pt x="265292" y="199345"/>
                  </a:lnTo>
                  <a:lnTo>
                    <a:pt x="265457" y="198972"/>
                  </a:lnTo>
                  <a:lnTo>
                    <a:pt x="265508" y="198716"/>
                  </a:lnTo>
                  <a:lnTo>
                    <a:pt x="265634" y="198504"/>
                  </a:lnTo>
                  <a:lnTo>
                    <a:pt x="266053" y="198098"/>
                  </a:lnTo>
                  <a:lnTo>
                    <a:pt x="266477" y="198058"/>
                  </a:lnTo>
                  <a:lnTo>
                    <a:pt x="266505" y="198264"/>
                  </a:lnTo>
                  <a:lnTo>
                    <a:pt x="266501" y="198456"/>
                  </a:lnTo>
                  <a:lnTo>
                    <a:pt x="266369" y="198757"/>
                  </a:lnTo>
                  <a:lnTo>
                    <a:pt x="266205" y="199079"/>
                  </a:lnTo>
                  <a:lnTo>
                    <a:pt x="266104" y="199375"/>
                  </a:lnTo>
                  <a:lnTo>
                    <a:pt x="266027" y="199599"/>
                  </a:lnTo>
                  <a:lnTo>
                    <a:pt x="265933" y="200116"/>
                  </a:lnTo>
                  <a:lnTo>
                    <a:pt x="265892" y="200327"/>
                  </a:lnTo>
                  <a:lnTo>
                    <a:pt x="265813" y="200569"/>
                  </a:lnTo>
                  <a:lnTo>
                    <a:pt x="265753" y="200755"/>
                  </a:lnTo>
                  <a:lnTo>
                    <a:pt x="265681" y="200954"/>
                  </a:lnTo>
                  <a:lnTo>
                    <a:pt x="265598" y="201181"/>
                  </a:lnTo>
                  <a:lnTo>
                    <a:pt x="265451" y="201385"/>
                  </a:lnTo>
                  <a:lnTo>
                    <a:pt x="265269" y="201638"/>
                  </a:lnTo>
                  <a:lnTo>
                    <a:pt x="265026" y="201941"/>
                  </a:lnTo>
                  <a:lnTo>
                    <a:pt x="264671" y="202264"/>
                  </a:lnTo>
                  <a:lnTo>
                    <a:pt x="264397" y="202416"/>
                  </a:lnTo>
                  <a:lnTo>
                    <a:pt x="264213" y="202517"/>
                  </a:lnTo>
                  <a:lnTo>
                    <a:pt x="263998" y="202765"/>
                  </a:lnTo>
                  <a:lnTo>
                    <a:pt x="263532" y="203227"/>
                  </a:lnTo>
                  <a:lnTo>
                    <a:pt x="263281" y="203349"/>
                  </a:lnTo>
                  <a:lnTo>
                    <a:pt x="262977" y="203501"/>
                  </a:lnTo>
                  <a:lnTo>
                    <a:pt x="262836" y="203757"/>
                  </a:lnTo>
                  <a:lnTo>
                    <a:pt x="262296" y="204345"/>
                  </a:lnTo>
                  <a:lnTo>
                    <a:pt x="262035" y="204650"/>
                  </a:lnTo>
                  <a:lnTo>
                    <a:pt x="261903" y="204869"/>
                  </a:lnTo>
                  <a:lnTo>
                    <a:pt x="261880" y="205015"/>
                  </a:lnTo>
                  <a:lnTo>
                    <a:pt x="261958" y="205393"/>
                  </a:lnTo>
                  <a:lnTo>
                    <a:pt x="262089" y="205764"/>
                  </a:lnTo>
                  <a:lnTo>
                    <a:pt x="262167" y="205984"/>
                  </a:lnTo>
                  <a:lnTo>
                    <a:pt x="262334" y="206785"/>
                  </a:lnTo>
                  <a:lnTo>
                    <a:pt x="262394" y="207039"/>
                  </a:lnTo>
                  <a:lnTo>
                    <a:pt x="262642" y="208053"/>
                  </a:lnTo>
                  <a:lnTo>
                    <a:pt x="262796" y="208522"/>
                  </a:lnTo>
                  <a:lnTo>
                    <a:pt x="262937" y="208952"/>
                  </a:lnTo>
                  <a:lnTo>
                    <a:pt x="262959" y="209132"/>
                  </a:lnTo>
                  <a:lnTo>
                    <a:pt x="263055" y="210253"/>
                  </a:lnTo>
                  <a:lnTo>
                    <a:pt x="263289" y="210940"/>
                  </a:lnTo>
                  <a:lnTo>
                    <a:pt x="264442" y="210644"/>
                  </a:lnTo>
                  <a:lnTo>
                    <a:pt x="265000" y="209936"/>
                  </a:lnTo>
                  <a:lnTo>
                    <a:pt x="265561" y="209414"/>
                  </a:lnTo>
                  <a:lnTo>
                    <a:pt x="265748" y="209288"/>
                  </a:lnTo>
                  <a:lnTo>
                    <a:pt x="265934" y="209175"/>
                  </a:lnTo>
                  <a:lnTo>
                    <a:pt x="266248" y="209007"/>
                  </a:lnTo>
                  <a:lnTo>
                    <a:pt x="266494" y="208889"/>
                  </a:lnTo>
                  <a:lnTo>
                    <a:pt x="266668" y="208808"/>
                  </a:lnTo>
                  <a:lnTo>
                    <a:pt x="266975" y="208754"/>
                  </a:lnTo>
                  <a:lnTo>
                    <a:pt x="267107" y="208761"/>
                  </a:lnTo>
                  <a:lnTo>
                    <a:pt x="267751" y="209120"/>
                  </a:lnTo>
                  <a:lnTo>
                    <a:pt x="267859" y="209442"/>
                  </a:lnTo>
                  <a:lnTo>
                    <a:pt x="267882" y="209590"/>
                  </a:lnTo>
                  <a:lnTo>
                    <a:pt x="267921" y="209811"/>
                  </a:lnTo>
                  <a:lnTo>
                    <a:pt x="267955" y="210062"/>
                  </a:lnTo>
                  <a:lnTo>
                    <a:pt x="268044" y="210416"/>
                  </a:lnTo>
                  <a:lnTo>
                    <a:pt x="268141" y="210928"/>
                  </a:lnTo>
                  <a:lnTo>
                    <a:pt x="268153" y="211111"/>
                  </a:lnTo>
                  <a:lnTo>
                    <a:pt x="268183" y="211673"/>
                  </a:lnTo>
                  <a:lnTo>
                    <a:pt x="268200" y="211968"/>
                  </a:lnTo>
                  <a:lnTo>
                    <a:pt x="268208" y="212119"/>
                  </a:lnTo>
                  <a:lnTo>
                    <a:pt x="268252" y="212427"/>
                  </a:lnTo>
                  <a:lnTo>
                    <a:pt x="268334" y="212598"/>
                  </a:lnTo>
                  <a:lnTo>
                    <a:pt x="268527" y="212829"/>
                  </a:lnTo>
                  <a:lnTo>
                    <a:pt x="268669" y="212907"/>
                  </a:lnTo>
                  <a:lnTo>
                    <a:pt x="268862" y="212915"/>
                  </a:lnTo>
                  <a:lnTo>
                    <a:pt x="269222" y="212578"/>
                  </a:lnTo>
                  <a:lnTo>
                    <a:pt x="269247" y="212441"/>
                  </a:lnTo>
                  <a:lnTo>
                    <a:pt x="269251" y="212120"/>
                  </a:lnTo>
                  <a:lnTo>
                    <a:pt x="269247" y="211955"/>
                  </a:lnTo>
                  <a:lnTo>
                    <a:pt x="269488" y="211715"/>
                  </a:lnTo>
                  <a:lnTo>
                    <a:pt x="269757" y="211818"/>
                  </a:lnTo>
                  <a:lnTo>
                    <a:pt x="270126" y="211791"/>
                  </a:lnTo>
                  <a:lnTo>
                    <a:pt x="270310" y="211766"/>
                  </a:lnTo>
                  <a:lnTo>
                    <a:pt x="270756" y="212001"/>
                  </a:lnTo>
                  <a:lnTo>
                    <a:pt x="270899" y="212027"/>
                  </a:lnTo>
                  <a:lnTo>
                    <a:pt x="271029" y="212014"/>
                  </a:lnTo>
                  <a:lnTo>
                    <a:pt x="271389" y="211775"/>
                  </a:lnTo>
                  <a:lnTo>
                    <a:pt x="271646" y="211492"/>
                  </a:lnTo>
                  <a:lnTo>
                    <a:pt x="271891" y="211158"/>
                  </a:lnTo>
                  <a:lnTo>
                    <a:pt x="272042" y="210927"/>
                  </a:lnTo>
                  <a:lnTo>
                    <a:pt x="272193" y="210711"/>
                  </a:lnTo>
                  <a:lnTo>
                    <a:pt x="272377" y="210446"/>
                  </a:lnTo>
                  <a:lnTo>
                    <a:pt x="272560" y="210185"/>
                  </a:lnTo>
                  <a:lnTo>
                    <a:pt x="273887" y="208201"/>
                  </a:lnTo>
                  <a:lnTo>
                    <a:pt x="274106" y="207938"/>
                  </a:lnTo>
                  <a:lnTo>
                    <a:pt x="274479" y="207581"/>
                  </a:lnTo>
                  <a:lnTo>
                    <a:pt x="275195" y="207078"/>
                  </a:lnTo>
                  <a:lnTo>
                    <a:pt x="275448" y="206865"/>
                  </a:lnTo>
                  <a:lnTo>
                    <a:pt x="275712" y="206571"/>
                  </a:lnTo>
                  <a:lnTo>
                    <a:pt x="276035" y="205721"/>
                  </a:lnTo>
                  <a:lnTo>
                    <a:pt x="276688" y="204989"/>
                  </a:lnTo>
                  <a:lnTo>
                    <a:pt x="276877" y="204721"/>
                  </a:lnTo>
                  <a:lnTo>
                    <a:pt x="277154" y="204331"/>
                  </a:lnTo>
                  <a:lnTo>
                    <a:pt x="277592" y="203727"/>
                  </a:lnTo>
                  <a:lnTo>
                    <a:pt x="277800" y="203440"/>
                  </a:lnTo>
                  <a:lnTo>
                    <a:pt x="277997" y="203181"/>
                  </a:lnTo>
                  <a:lnTo>
                    <a:pt x="278158" y="202969"/>
                  </a:lnTo>
                  <a:lnTo>
                    <a:pt x="278384" y="202661"/>
                  </a:lnTo>
                  <a:lnTo>
                    <a:pt x="278490" y="202524"/>
                  </a:lnTo>
                  <a:lnTo>
                    <a:pt x="279371" y="201535"/>
                  </a:lnTo>
                  <a:lnTo>
                    <a:pt x="279594" y="201304"/>
                  </a:lnTo>
                  <a:lnTo>
                    <a:pt x="279804" y="201101"/>
                  </a:lnTo>
                  <a:lnTo>
                    <a:pt x="279968" y="200944"/>
                  </a:lnTo>
                  <a:lnTo>
                    <a:pt x="280856" y="200039"/>
                  </a:lnTo>
                  <a:lnTo>
                    <a:pt x="281465" y="199489"/>
                  </a:lnTo>
                  <a:lnTo>
                    <a:pt x="282026" y="199016"/>
                  </a:lnTo>
                  <a:lnTo>
                    <a:pt x="282336" y="198838"/>
                  </a:lnTo>
                  <a:lnTo>
                    <a:pt x="282744" y="198578"/>
                  </a:lnTo>
                  <a:lnTo>
                    <a:pt x="283292" y="198202"/>
                  </a:lnTo>
                  <a:lnTo>
                    <a:pt x="283503" y="198032"/>
                  </a:lnTo>
                  <a:lnTo>
                    <a:pt x="283886" y="197716"/>
                  </a:lnTo>
                  <a:lnTo>
                    <a:pt x="284348" y="197314"/>
                  </a:lnTo>
                  <a:lnTo>
                    <a:pt x="284507" y="197166"/>
                  </a:lnTo>
                  <a:lnTo>
                    <a:pt x="284831" y="196776"/>
                  </a:lnTo>
                  <a:lnTo>
                    <a:pt x="284969" y="196598"/>
                  </a:lnTo>
                  <a:lnTo>
                    <a:pt x="285750" y="195710"/>
                  </a:lnTo>
                  <a:lnTo>
                    <a:pt x="287014" y="194842"/>
                  </a:lnTo>
                  <a:lnTo>
                    <a:pt x="287450" y="194821"/>
                  </a:lnTo>
                  <a:lnTo>
                    <a:pt x="286676" y="197944"/>
                  </a:lnTo>
                  <a:lnTo>
                    <a:pt x="286686" y="198564"/>
                  </a:lnTo>
                  <a:lnTo>
                    <a:pt x="286679" y="198802"/>
                  </a:lnTo>
                  <a:lnTo>
                    <a:pt x="286437" y="199687"/>
                  </a:lnTo>
                  <a:lnTo>
                    <a:pt x="286405" y="199879"/>
                  </a:lnTo>
                  <a:lnTo>
                    <a:pt x="286361" y="200113"/>
                  </a:lnTo>
                  <a:lnTo>
                    <a:pt x="286332" y="200260"/>
                  </a:lnTo>
                  <a:lnTo>
                    <a:pt x="286235" y="200713"/>
                  </a:lnTo>
                  <a:lnTo>
                    <a:pt x="287722" y="202245"/>
                  </a:lnTo>
                  <a:lnTo>
                    <a:pt x="287866" y="202288"/>
                  </a:lnTo>
                  <a:lnTo>
                    <a:pt x="289142" y="202459"/>
                  </a:lnTo>
                  <a:lnTo>
                    <a:pt x="289935" y="202447"/>
                  </a:lnTo>
                  <a:lnTo>
                    <a:pt x="290902" y="202126"/>
                  </a:lnTo>
                  <a:lnTo>
                    <a:pt x="291121" y="202507"/>
                  </a:lnTo>
                  <a:lnTo>
                    <a:pt x="291889" y="203727"/>
                  </a:lnTo>
                  <a:lnTo>
                    <a:pt x="292087" y="204068"/>
                  </a:lnTo>
                  <a:lnTo>
                    <a:pt x="292505" y="204445"/>
                  </a:lnTo>
                  <a:lnTo>
                    <a:pt x="292541" y="204662"/>
                  </a:lnTo>
                  <a:lnTo>
                    <a:pt x="292531" y="204948"/>
                  </a:lnTo>
                  <a:lnTo>
                    <a:pt x="293191" y="205045"/>
                  </a:lnTo>
                  <a:lnTo>
                    <a:pt x="293330" y="205405"/>
                  </a:lnTo>
                  <a:lnTo>
                    <a:pt x="293525" y="205696"/>
                  </a:lnTo>
                  <a:lnTo>
                    <a:pt x="293863" y="206121"/>
                  </a:lnTo>
                  <a:lnTo>
                    <a:pt x="293558" y="206588"/>
                  </a:lnTo>
                  <a:lnTo>
                    <a:pt x="293124" y="206763"/>
                  </a:lnTo>
                  <a:lnTo>
                    <a:pt x="292994" y="206763"/>
                  </a:lnTo>
                  <a:lnTo>
                    <a:pt x="292694" y="207010"/>
                  </a:lnTo>
                  <a:lnTo>
                    <a:pt x="292738" y="207311"/>
                  </a:lnTo>
                  <a:lnTo>
                    <a:pt x="291495" y="208193"/>
                  </a:lnTo>
                  <a:lnTo>
                    <a:pt x="290779" y="208259"/>
                  </a:lnTo>
                  <a:lnTo>
                    <a:pt x="290291" y="208579"/>
                  </a:lnTo>
                  <a:lnTo>
                    <a:pt x="290192" y="209540"/>
                  </a:lnTo>
                  <a:lnTo>
                    <a:pt x="290652" y="209389"/>
                  </a:lnTo>
                  <a:lnTo>
                    <a:pt x="290983" y="209434"/>
                  </a:lnTo>
                  <a:lnTo>
                    <a:pt x="292281" y="210132"/>
                  </a:lnTo>
                  <a:lnTo>
                    <a:pt x="293566" y="211147"/>
                  </a:lnTo>
                  <a:lnTo>
                    <a:pt x="294440" y="212132"/>
                  </a:lnTo>
                  <a:lnTo>
                    <a:pt x="294094" y="212675"/>
                  </a:lnTo>
                  <a:lnTo>
                    <a:pt x="293749" y="213139"/>
                  </a:lnTo>
                  <a:lnTo>
                    <a:pt x="292530" y="214547"/>
                  </a:lnTo>
                  <a:lnTo>
                    <a:pt x="291730" y="214609"/>
                  </a:lnTo>
                  <a:lnTo>
                    <a:pt x="290907" y="215927"/>
                  </a:lnTo>
                  <a:lnTo>
                    <a:pt x="290824" y="216217"/>
                  </a:lnTo>
                  <a:lnTo>
                    <a:pt x="290746" y="217218"/>
                  </a:lnTo>
                  <a:lnTo>
                    <a:pt x="289563" y="218233"/>
                  </a:lnTo>
                  <a:lnTo>
                    <a:pt x="289532" y="218659"/>
                  </a:lnTo>
                  <a:lnTo>
                    <a:pt x="289023" y="219591"/>
                  </a:lnTo>
                  <a:lnTo>
                    <a:pt x="291124" y="221736"/>
                  </a:lnTo>
                  <a:lnTo>
                    <a:pt x="291758" y="221485"/>
                  </a:lnTo>
                  <a:lnTo>
                    <a:pt x="291184" y="224090"/>
                  </a:lnTo>
                  <a:lnTo>
                    <a:pt x="291041" y="224269"/>
                  </a:lnTo>
                  <a:lnTo>
                    <a:pt x="290930" y="224491"/>
                  </a:lnTo>
                  <a:lnTo>
                    <a:pt x="291059" y="225298"/>
                  </a:lnTo>
                  <a:lnTo>
                    <a:pt x="291880" y="226933"/>
                  </a:lnTo>
                  <a:lnTo>
                    <a:pt x="291766" y="227632"/>
                  </a:lnTo>
                  <a:lnTo>
                    <a:pt x="291732" y="228192"/>
                  </a:lnTo>
                  <a:lnTo>
                    <a:pt x="291800" y="228375"/>
                  </a:lnTo>
                  <a:lnTo>
                    <a:pt x="292045" y="228384"/>
                  </a:lnTo>
                  <a:lnTo>
                    <a:pt x="293237" y="227163"/>
                  </a:lnTo>
                  <a:lnTo>
                    <a:pt x="293530" y="227380"/>
                  </a:lnTo>
                  <a:lnTo>
                    <a:pt x="293443" y="227598"/>
                  </a:lnTo>
                  <a:lnTo>
                    <a:pt x="293319" y="227979"/>
                  </a:lnTo>
                  <a:lnTo>
                    <a:pt x="294748" y="228517"/>
                  </a:lnTo>
                  <a:lnTo>
                    <a:pt x="294876" y="228217"/>
                  </a:lnTo>
                  <a:lnTo>
                    <a:pt x="295287" y="227686"/>
                  </a:lnTo>
                  <a:lnTo>
                    <a:pt x="296533" y="227289"/>
                  </a:lnTo>
                  <a:lnTo>
                    <a:pt x="296926" y="227200"/>
                  </a:lnTo>
                  <a:lnTo>
                    <a:pt x="297674" y="228024"/>
                  </a:lnTo>
                  <a:lnTo>
                    <a:pt x="297536" y="228494"/>
                  </a:lnTo>
                  <a:lnTo>
                    <a:pt x="298659" y="229018"/>
                  </a:lnTo>
                  <a:lnTo>
                    <a:pt x="299613" y="230297"/>
                  </a:lnTo>
                  <a:lnTo>
                    <a:pt x="300259" y="230454"/>
                  </a:lnTo>
                  <a:lnTo>
                    <a:pt x="300830" y="230106"/>
                  </a:lnTo>
                  <a:lnTo>
                    <a:pt x="301890" y="229996"/>
                  </a:lnTo>
                  <a:lnTo>
                    <a:pt x="302140" y="231502"/>
                  </a:lnTo>
                  <a:lnTo>
                    <a:pt x="302399" y="231916"/>
                  </a:lnTo>
                  <a:lnTo>
                    <a:pt x="302295" y="232978"/>
                  </a:lnTo>
                  <a:lnTo>
                    <a:pt x="303474" y="233928"/>
                  </a:lnTo>
                  <a:lnTo>
                    <a:pt x="304234" y="233778"/>
                  </a:lnTo>
                  <a:lnTo>
                    <a:pt x="304282" y="234205"/>
                  </a:lnTo>
                  <a:lnTo>
                    <a:pt x="304199" y="235378"/>
                  </a:lnTo>
                  <a:lnTo>
                    <a:pt x="304417" y="235397"/>
                  </a:lnTo>
                  <a:lnTo>
                    <a:pt x="304559" y="235430"/>
                  </a:lnTo>
                  <a:lnTo>
                    <a:pt x="304710" y="235638"/>
                  </a:lnTo>
                  <a:lnTo>
                    <a:pt x="304798" y="235807"/>
                  </a:lnTo>
                  <a:lnTo>
                    <a:pt x="304874" y="235963"/>
                  </a:lnTo>
                  <a:lnTo>
                    <a:pt x="304885" y="236345"/>
                  </a:lnTo>
                  <a:lnTo>
                    <a:pt x="305251" y="236315"/>
                  </a:lnTo>
                  <a:lnTo>
                    <a:pt x="305614" y="235873"/>
                  </a:lnTo>
                  <a:lnTo>
                    <a:pt x="306250" y="236191"/>
                  </a:lnTo>
                  <a:lnTo>
                    <a:pt x="306532" y="236569"/>
                  </a:lnTo>
                  <a:lnTo>
                    <a:pt x="306278" y="236979"/>
                  </a:lnTo>
                  <a:lnTo>
                    <a:pt x="306154" y="237232"/>
                  </a:lnTo>
                  <a:lnTo>
                    <a:pt x="306098" y="237444"/>
                  </a:lnTo>
                  <a:lnTo>
                    <a:pt x="306101" y="237584"/>
                  </a:lnTo>
                  <a:lnTo>
                    <a:pt x="306319" y="237836"/>
                  </a:lnTo>
                  <a:lnTo>
                    <a:pt x="306329" y="238084"/>
                  </a:lnTo>
                  <a:lnTo>
                    <a:pt x="306184" y="238294"/>
                  </a:lnTo>
                  <a:lnTo>
                    <a:pt x="306626" y="238726"/>
                  </a:lnTo>
                  <a:lnTo>
                    <a:pt x="306774" y="238974"/>
                  </a:lnTo>
                  <a:lnTo>
                    <a:pt x="307083" y="238989"/>
                  </a:lnTo>
                  <a:lnTo>
                    <a:pt x="307306" y="239069"/>
                  </a:lnTo>
                  <a:lnTo>
                    <a:pt x="307693" y="239106"/>
                  </a:lnTo>
                  <a:lnTo>
                    <a:pt x="307838" y="238958"/>
                  </a:lnTo>
                  <a:lnTo>
                    <a:pt x="308255" y="238857"/>
                  </a:lnTo>
                  <a:lnTo>
                    <a:pt x="308461" y="238718"/>
                  </a:lnTo>
                  <a:lnTo>
                    <a:pt x="308676" y="238611"/>
                  </a:lnTo>
                  <a:lnTo>
                    <a:pt x="308873" y="238708"/>
                  </a:lnTo>
                  <a:lnTo>
                    <a:pt x="308829" y="238955"/>
                  </a:lnTo>
                  <a:lnTo>
                    <a:pt x="308885" y="239141"/>
                  </a:lnTo>
                  <a:lnTo>
                    <a:pt x="309196" y="239392"/>
                  </a:lnTo>
                  <a:lnTo>
                    <a:pt x="309352" y="239334"/>
                  </a:lnTo>
                  <a:lnTo>
                    <a:pt x="309581" y="239104"/>
                  </a:lnTo>
                  <a:lnTo>
                    <a:pt x="309757" y="238983"/>
                  </a:lnTo>
                  <a:lnTo>
                    <a:pt x="309843" y="239191"/>
                  </a:lnTo>
                  <a:lnTo>
                    <a:pt x="309821" y="239429"/>
                  </a:lnTo>
                  <a:lnTo>
                    <a:pt x="309868" y="239753"/>
                  </a:lnTo>
                  <a:lnTo>
                    <a:pt x="309829" y="240110"/>
                  </a:lnTo>
                  <a:lnTo>
                    <a:pt x="309794" y="240325"/>
                  </a:lnTo>
                  <a:lnTo>
                    <a:pt x="309352" y="240944"/>
                  </a:lnTo>
                  <a:lnTo>
                    <a:pt x="309268" y="241487"/>
                  </a:lnTo>
                  <a:lnTo>
                    <a:pt x="309406" y="241575"/>
                  </a:lnTo>
                  <a:lnTo>
                    <a:pt x="309584" y="241683"/>
                  </a:lnTo>
                  <a:lnTo>
                    <a:pt x="309863" y="241775"/>
                  </a:lnTo>
                  <a:lnTo>
                    <a:pt x="309968" y="242133"/>
                  </a:lnTo>
                  <a:lnTo>
                    <a:pt x="309937" y="242350"/>
                  </a:lnTo>
                  <a:lnTo>
                    <a:pt x="309807" y="242677"/>
                  </a:lnTo>
                  <a:lnTo>
                    <a:pt x="309774" y="242957"/>
                  </a:lnTo>
                  <a:lnTo>
                    <a:pt x="309683" y="243797"/>
                  </a:lnTo>
                  <a:lnTo>
                    <a:pt x="309629" y="244018"/>
                  </a:lnTo>
                  <a:lnTo>
                    <a:pt x="309404" y="244256"/>
                  </a:lnTo>
                  <a:lnTo>
                    <a:pt x="309413" y="244433"/>
                  </a:lnTo>
                  <a:lnTo>
                    <a:pt x="309259" y="244872"/>
                  </a:lnTo>
                  <a:lnTo>
                    <a:pt x="309128" y="244768"/>
                  </a:lnTo>
                  <a:lnTo>
                    <a:pt x="308844" y="244903"/>
                  </a:lnTo>
                  <a:lnTo>
                    <a:pt x="308745" y="245077"/>
                  </a:lnTo>
                  <a:lnTo>
                    <a:pt x="308693" y="245241"/>
                  </a:lnTo>
                  <a:lnTo>
                    <a:pt x="308716" y="245369"/>
                  </a:lnTo>
                  <a:lnTo>
                    <a:pt x="308615" y="245671"/>
                  </a:lnTo>
                  <a:lnTo>
                    <a:pt x="308732" y="245902"/>
                  </a:lnTo>
                  <a:lnTo>
                    <a:pt x="308863" y="245979"/>
                  </a:lnTo>
                  <a:lnTo>
                    <a:pt x="308902" y="246510"/>
                  </a:lnTo>
                  <a:lnTo>
                    <a:pt x="309018" y="246708"/>
                  </a:lnTo>
                  <a:lnTo>
                    <a:pt x="308910" y="247033"/>
                  </a:lnTo>
                  <a:lnTo>
                    <a:pt x="309041" y="247559"/>
                  </a:lnTo>
                  <a:lnTo>
                    <a:pt x="308951" y="247726"/>
                  </a:lnTo>
                  <a:lnTo>
                    <a:pt x="308841" y="247927"/>
                  </a:lnTo>
                  <a:lnTo>
                    <a:pt x="308653" y="248178"/>
                  </a:lnTo>
                  <a:lnTo>
                    <a:pt x="308716" y="248530"/>
                  </a:lnTo>
                  <a:lnTo>
                    <a:pt x="308955" y="248645"/>
                  </a:lnTo>
                  <a:lnTo>
                    <a:pt x="309026" y="248986"/>
                  </a:lnTo>
                  <a:lnTo>
                    <a:pt x="308780" y="249356"/>
                  </a:lnTo>
                  <a:lnTo>
                    <a:pt x="308706" y="249603"/>
                  </a:lnTo>
                  <a:lnTo>
                    <a:pt x="308139" y="249925"/>
                  </a:lnTo>
                  <a:lnTo>
                    <a:pt x="307863" y="250252"/>
                  </a:lnTo>
                  <a:lnTo>
                    <a:pt x="307735" y="250401"/>
                  </a:lnTo>
                  <a:lnTo>
                    <a:pt x="307612" y="250543"/>
                  </a:lnTo>
                  <a:lnTo>
                    <a:pt x="307610" y="250725"/>
                  </a:lnTo>
                  <a:lnTo>
                    <a:pt x="307623" y="250871"/>
                  </a:lnTo>
                  <a:lnTo>
                    <a:pt x="307201" y="251181"/>
                  </a:lnTo>
                  <a:lnTo>
                    <a:pt x="307402" y="251415"/>
                  </a:lnTo>
                  <a:lnTo>
                    <a:pt x="307631" y="251752"/>
                  </a:lnTo>
                  <a:lnTo>
                    <a:pt x="307780" y="251958"/>
                  </a:lnTo>
                  <a:lnTo>
                    <a:pt x="308268" y="251935"/>
                  </a:lnTo>
                  <a:lnTo>
                    <a:pt x="308897" y="252080"/>
                  </a:lnTo>
                  <a:lnTo>
                    <a:pt x="309188" y="252144"/>
                  </a:lnTo>
                  <a:lnTo>
                    <a:pt x="309274" y="252425"/>
                  </a:lnTo>
                  <a:lnTo>
                    <a:pt x="309490" y="252833"/>
                  </a:lnTo>
                  <a:lnTo>
                    <a:pt x="309716" y="253149"/>
                  </a:lnTo>
                  <a:lnTo>
                    <a:pt x="310030" y="253365"/>
                  </a:lnTo>
                  <a:lnTo>
                    <a:pt x="310216" y="253573"/>
                  </a:lnTo>
                  <a:lnTo>
                    <a:pt x="310682" y="253865"/>
                  </a:lnTo>
                  <a:lnTo>
                    <a:pt x="310939" y="253791"/>
                  </a:lnTo>
                  <a:lnTo>
                    <a:pt x="311279" y="253691"/>
                  </a:lnTo>
                  <a:lnTo>
                    <a:pt x="311516" y="253759"/>
                  </a:lnTo>
                  <a:lnTo>
                    <a:pt x="311620" y="253923"/>
                  </a:lnTo>
                  <a:lnTo>
                    <a:pt x="312027" y="254223"/>
                  </a:lnTo>
                  <a:lnTo>
                    <a:pt x="312335" y="254384"/>
                  </a:lnTo>
                  <a:lnTo>
                    <a:pt x="311997" y="255375"/>
                  </a:lnTo>
                  <a:lnTo>
                    <a:pt x="311772" y="255456"/>
                  </a:lnTo>
                  <a:lnTo>
                    <a:pt x="311594" y="255719"/>
                  </a:lnTo>
                  <a:lnTo>
                    <a:pt x="311332" y="255914"/>
                  </a:lnTo>
                  <a:lnTo>
                    <a:pt x="311296" y="256058"/>
                  </a:lnTo>
                  <a:lnTo>
                    <a:pt x="311235" y="256202"/>
                  </a:lnTo>
                  <a:lnTo>
                    <a:pt x="310936" y="256457"/>
                  </a:lnTo>
                  <a:lnTo>
                    <a:pt x="311066" y="256600"/>
                  </a:lnTo>
                  <a:lnTo>
                    <a:pt x="311344" y="256687"/>
                  </a:lnTo>
                  <a:lnTo>
                    <a:pt x="311509" y="256833"/>
                  </a:lnTo>
                  <a:lnTo>
                    <a:pt x="311854" y="257169"/>
                  </a:lnTo>
                  <a:lnTo>
                    <a:pt x="312057" y="257619"/>
                  </a:lnTo>
                  <a:lnTo>
                    <a:pt x="312098" y="257760"/>
                  </a:lnTo>
                  <a:lnTo>
                    <a:pt x="312313" y="257978"/>
                  </a:lnTo>
                  <a:lnTo>
                    <a:pt x="312473" y="257971"/>
                  </a:lnTo>
                  <a:lnTo>
                    <a:pt x="312901" y="258107"/>
                  </a:lnTo>
                  <a:lnTo>
                    <a:pt x="313106" y="258173"/>
                  </a:lnTo>
                  <a:lnTo>
                    <a:pt x="313354" y="258247"/>
                  </a:lnTo>
                  <a:lnTo>
                    <a:pt x="313697" y="258279"/>
                  </a:lnTo>
                  <a:lnTo>
                    <a:pt x="313757" y="258419"/>
                  </a:lnTo>
                  <a:lnTo>
                    <a:pt x="313809" y="258607"/>
                  </a:lnTo>
                  <a:lnTo>
                    <a:pt x="313818" y="258883"/>
                  </a:lnTo>
                  <a:lnTo>
                    <a:pt x="313916" y="259058"/>
                  </a:lnTo>
                  <a:lnTo>
                    <a:pt x="313603" y="259399"/>
                  </a:lnTo>
                  <a:lnTo>
                    <a:pt x="313565" y="259617"/>
                  </a:lnTo>
                  <a:lnTo>
                    <a:pt x="313733" y="259771"/>
                  </a:lnTo>
                  <a:lnTo>
                    <a:pt x="313862" y="259877"/>
                  </a:lnTo>
                  <a:lnTo>
                    <a:pt x="313951" y="260009"/>
                  </a:lnTo>
                  <a:lnTo>
                    <a:pt x="313897" y="260237"/>
                  </a:lnTo>
                  <a:lnTo>
                    <a:pt x="313187" y="260457"/>
                  </a:lnTo>
                  <a:lnTo>
                    <a:pt x="313318" y="260611"/>
                  </a:lnTo>
                  <a:lnTo>
                    <a:pt x="313553" y="260920"/>
                  </a:lnTo>
                  <a:lnTo>
                    <a:pt x="313737" y="261290"/>
                  </a:lnTo>
                  <a:lnTo>
                    <a:pt x="313739" y="261491"/>
                  </a:lnTo>
                  <a:lnTo>
                    <a:pt x="313572" y="261685"/>
                  </a:lnTo>
                  <a:lnTo>
                    <a:pt x="313444" y="261693"/>
                  </a:lnTo>
                  <a:lnTo>
                    <a:pt x="313188" y="261908"/>
                  </a:lnTo>
                  <a:lnTo>
                    <a:pt x="312894" y="261935"/>
                  </a:lnTo>
                  <a:lnTo>
                    <a:pt x="312720" y="262367"/>
                  </a:lnTo>
                  <a:lnTo>
                    <a:pt x="312344" y="262611"/>
                  </a:lnTo>
                  <a:lnTo>
                    <a:pt x="312181" y="262802"/>
                  </a:lnTo>
                  <a:lnTo>
                    <a:pt x="311962" y="262958"/>
                  </a:lnTo>
                  <a:lnTo>
                    <a:pt x="311773" y="262874"/>
                  </a:lnTo>
                  <a:lnTo>
                    <a:pt x="311496" y="262807"/>
                  </a:lnTo>
                  <a:lnTo>
                    <a:pt x="311543" y="263303"/>
                  </a:lnTo>
                  <a:lnTo>
                    <a:pt x="311424" y="263810"/>
                  </a:lnTo>
                  <a:lnTo>
                    <a:pt x="311003" y="263849"/>
                  </a:lnTo>
                  <a:lnTo>
                    <a:pt x="311002" y="264368"/>
                  </a:lnTo>
                  <a:lnTo>
                    <a:pt x="310705" y="264542"/>
                  </a:lnTo>
                  <a:lnTo>
                    <a:pt x="310426" y="264431"/>
                  </a:lnTo>
                  <a:lnTo>
                    <a:pt x="310161" y="264519"/>
                  </a:lnTo>
                  <a:lnTo>
                    <a:pt x="309476" y="265010"/>
                  </a:lnTo>
                  <a:lnTo>
                    <a:pt x="309400" y="265196"/>
                  </a:lnTo>
                  <a:lnTo>
                    <a:pt x="308891" y="265569"/>
                  </a:lnTo>
                  <a:lnTo>
                    <a:pt x="308816" y="265752"/>
                  </a:lnTo>
                  <a:lnTo>
                    <a:pt x="308782" y="265887"/>
                  </a:lnTo>
                  <a:lnTo>
                    <a:pt x="308372" y="266253"/>
                  </a:lnTo>
                  <a:lnTo>
                    <a:pt x="308051" y="266607"/>
                  </a:lnTo>
                  <a:lnTo>
                    <a:pt x="308011" y="267063"/>
                  </a:lnTo>
                  <a:lnTo>
                    <a:pt x="307970" y="267200"/>
                  </a:lnTo>
                  <a:lnTo>
                    <a:pt x="308023" y="267414"/>
                  </a:lnTo>
                  <a:lnTo>
                    <a:pt x="307637" y="267594"/>
                  </a:lnTo>
                  <a:lnTo>
                    <a:pt x="307401" y="267690"/>
                  </a:lnTo>
                  <a:lnTo>
                    <a:pt x="306933" y="267863"/>
                  </a:lnTo>
                  <a:lnTo>
                    <a:pt x="306789" y="267943"/>
                  </a:lnTo>
                  <a:lnTo>
                    <a:pt x="306564" y="268060"/>
                  </a:lnTo>
                  <a:lnTo>
                    <a:pt x="306369" y="268060"/>
                  </a:lnTo>
                  <a:lnTo>
                    <a:pt x="306075" y="268092"/>
                  </a:lnTo>
                  <a:lnTo>
                    <a:pt x="305944" y="268097"/>
                  </a:lnTo>
                  <a:lnTo>
                    <a:pt x="305766" y="267801"/>
                  </a:lnTo>
                  <a:lnTo>
                    <a:pt x="305517" y="267970"/>
                  </a:lnTo>
                  <a:lnTo>
                    <a:pt x="305231" y="267960"/>
                  </a:lnTo>
                  <a:lnTo>
                    <a:pt x="305029" y="267966"/>
                  </a:lnTo>
                  <a:lnTo>
                    <a:pt x="304815" y="268001"/>
                  </a:lnTo>
                  <a:lnTo>
                    <a:pt x="304547" y="267938"/>
                  </a:lnTo>
                  <a:lnTo>
                    <a:pt x="304216" y="268146"/>
                  </a:lnTo>
                  <a:lnTo>
                    <a:pt x="303749" y="268263"/>
                  </a:lnTo>
                  <a:lnTo>
                    <a:pt x="303612" y="268636"/>
                  </a:lnTo>
                  <a:lnTo>
                    <a:pt x="303926" y="269122"/>
                  </a:lnTo>
                  <a:lnTo>
                    <a:pt x="304203" y="269591"/>
                  </a:lnTo>
                  <a:lnTo>
                    <a:pt x="304184" y="270156"/>
                  </a:lnTo>
                  <a:lnTo>
                    <a:pt x="304568" y="270992"/>
                  </a:lnTo>
                  <a:lnTo>
                    <a:pt x="304764" y="271274"/>
                  </a:lnTo>
                  <a:lnTo>
                    <a:pt x="304925" y="271574"/>
                  </a:lnTo>
                  <a:lnTo>
                    <a:pt x="305336" y="272393"/>
                  </a:lnTo>
                  <a:lnTo>
                    <a:pt x="305556" y="272710"/>
                  </a:lnTo>
                  <a:lnTo>
                    <a:pt x="305662" y="272927"/>
                  </a:lnTo>
                  <a:lnTo>
                    <a:pt x="305193" y="273434"/>
                  </a:lnTo>
                  <a:lnTo>
                    <a:pt x="304333" y="273912"/>
                  </a:lnTo>
                  <a:lnTo>
                    <a:pt x="303832" y="273780"/>
                  </a:lnTo>
                  <a:lnTo>
                    <a:pt x="303163" y="273809"/>
                  </a:lnTo>
                  <a:lnTo>
                    <a:pt x="302987" y="273753"/>
                  </a:lnTo>
                  <a:lnTo>
                    <a:pt x="302817" y="273767"/>
                  </a:lnTo>
                  <a:lnTo>
                    <a:pt x="302471" y="273881"/>
                  </a:lnTo>
                  <a:lnTo>
                    <a:pt x="302288" y="274027"/>
                  </a:lnTo>
                  <a:lnTo>
                    <a:pt x="302279" y="274373"/>
                  </a:lnTo>
                  <a:lnTo>
                    <a:pt x="302408" y="274472"/>
                  </a:lnTo>
                  <a:lnTo>
                    <a:pt x="302585" y="274712"/>
                  </a:lnTo>
                  <a:lnTo>
                    <a:pt x="302162" y="274935"/>
                  </a:lnTo>
                  <a:lnTo>
                    <a:pt x="301579" y="275037"/>
                  </a:lnTo>
                  <a:lnTo>
                    <a:pt x="301245" y="274664"/>
                  </a:lnTo>
                  <a:lnTo>
                    <a:pt x="301181" y="275349"/>
                  </a:lnTo>
                  <a:lnTo>
                    <a:pt x="300726" y="275507"/>
                  </a:lnTo>
                  <a:lnTo>
                    <a:pt x="300645" y="275715"/>
                  </a:lnTo>
                  <a:lnTo>
                    <a:pt x="300563" y="275991"/>
                  </a:lnTo>
                  <a:lnTo>
                    <a:pt x="300182" y="276092"/>
                  </a:lnTo>
                  <a:lnTo>
                    <a:pt x="299962" y="276127"/>
                  </a:lnTo>
                  <a:lnTo>
                    <a:pt x="299719" y="276035"/>
                  </a:lnTo>
                  <a:lnTo>
                    <a:pt x="299038" y="275715"/>
                  </a:lnTo>
                  <a:lnTo>
                    <a:pt x="299027" y="275561"/>
                  </a:lnTo>
                  <a:lnTo>
                    <a:pt x="298860" y="275358"/>
                  </a:lnTo>
                  <a:lnTo>
                    <a:pt x="298576" y="275304"/>
                  </a:lnTo>
                  <a:lnTo>
                    <a:pt x="298339" y="275778"/>
                  </a:lnTo>
                  <a:lnTo>
                    <a:pt x="298195" y="276491"/>
                  </a:lnTo>
                  <a:lnTo>
                    <a:pt x="297954" y="276896"/>
                  </a:lnTo>
                  <a:lnTo>
                    <a:pt x="297066" y="276413"/>
                  </a:lnTo>
                  <a:lnTo>
                    <a:pt x="296791" y="276445"/>
                  </a:lnTo>
                  <a:lnTo>
                    <a:pt x="296315" y="276642"/>
                  </a:lnTo>
                  <a:lnTo>
                    <a:pt x="296063" y="276880"/>
                  </a:lnTo>
                  <a:lnTo>
                    <a:pt x="295863" y="277250"/>
                  </a:lnTo>
                  <a:lnTo>
                    <a:pt x="295831" y="277594"/>
                  </a:lnTo>
                  <a:lnTo>
                    <a:pt x="295329" y="277697"/>
                  </a:lnTo>
                  <a:lnTo>
                    <a:pt x="294924" y="277816"/>
                  </a:lnTo>
                  <a:lnTo>
                    <a:pt x="294379" y="278389"/>
                  </a:lnTo>
                  <a:lnTo>
                    <a:pt x="294218" y="278619"/>
                  </a:lnTo>
                  <a:lnTo>
                    <a:pt x="294069" y="278992"/>
                  </a:lnTo>
                  <a:lnTo>
                    <a:pt x="294046" y="279221"/>
                  </a:lnTo>
                  <a:lnTo>
                    <a:pt x="293676" y="279750"/>
                  </a:lnTo>
                  <a:lnTo>
                    <a:pt x="293435" y="280451"/>
                  </a:lnTo>
                  <a:lnTo>
                    <a:pt x="293355" y="281014"/>
                  </a:lnTo>
                  <a:lnTo>
                    <a:pt x="293509" y="281302"/>
                  </a:lnTo>
                  <a:lnTo>
                    <a:pt x="294056" y="281260"/>
                  </a:lnTo>
                  <a:lnTo>
                    <a:pt x="294259" y="281411"/>
                  </a:lnTo>
                  <a:lnTo>
                    <a:pt x="294571" y="281835"/>
                  </a:lnTo>
                  <a:lnTo>
                    <a:pt x="294635" y="282267"/>
                  </a:lnTo>
                  <a:lnTo>
                    <a:pt x="294632" y="282602"/>
                  </a:lnTo>
                  <a:lnTo>
                    <a:pt x="294883" y="283492"/>
                  </a:lnTo>
                  <a:lnTo>
                    <a:pt x="294862" y="283823"/>
                  </a:lnTo>
                  <a:lnTo>
                    <a:pt x="294820" y="284232"/>
                  </a:lnTo>
                  <a:lnTo>
                    <a:pt x="294695" y="284448"/>
                  </a:lnTo>
                  <a:lnTo>
                    <a:pt x="293981" y="285245"/>
                  </a:lnTo>
                  <a:lnTo>
                    <a:pt x="293702" y="285461"/>
                  </a:lnTo>
                  <a:lnTo>
                    <a:pt x="293318" y="285817"/>
                  </a:lnTo>
                  <a:lnTo>
                    <a:pt x="292819" y="286387"/>
                  </a:lnTo>
                  <a:lnTo>
                    <a:pt x="292367" y="286870"/>
                  </a:lnTo>
                  <a:lnTo>
                    <a:pt x="292223" y="287060"/>
                  </a:lnTo>
                  <a:lnTo>
                    <a:pt x="292315" y="287307"/>
                  </a:lnTo>
                  <a:lnTo>
                    <a:pt x="292389" y="287535"/>
                  </a:lnTo>
                  <a:lnTo>
                    <a:pt x="292176" y="287928"/>
                  </a:lnTo>
                  <a:lnTo>
                    <a:pt x="292024" y="288031"/>
                  </a:lnTo>
                  <a:lnTo>
                    <a:pt x="291375" y="288625"/>
                  </a:lnTo>
                  <a:lnTo>
                    <a:pt x="291204" y="289005"/>
                  </a:lnTo>
                  <a:lnTo>
                    <a:pt x="290916" y="289327"/>
                  </a:lnTo>
                  <a:lnTo>
                    <a:pt x="290684" y="290172"/>
                  </a:lnTo>
                  <a:lnTo>
                    <a:pt x="290451" y="290479"/>
                  </a:lnTo>
                  <a:lnTo>
                    <a:pt x="290288" y="290595"/>
                  </a:lnTo>
                  <a:lnTo>
                    <a:pt x="289686" y="291030"/>
                  </a:lnTo>
                  <a:lnTo>
                    <a:pt x="289014" y="291383"/>
                  </a:lnTo>
                  <a:lnTo>
                    <a:pt x="288697" y="291616"/>
                  </a:lnTo>
                  <a:lnTo>
                    <a:pt x="288824" y="292107"/>
                  </a:lnTo>
                  <a:lnTo>
                    <a:pt x="288812" y="292276"/>
                  </a:lnTo>
                  <a:lnTo>
                    <a:pt x="288646" y="292595"/>
                  </a:lnTo>
                  <a:lnTo>
                    <a:pt x="288753" y="293596"/>
                  </a:lnTo>
                  <a:lnTo>
                    <a:pt x="288657" y="293810"/>
                  </a:lnTo>
                  <a:lnTo>
                    <a:pt x="288471" y="293980"/>
                  </a:lnTo>
                  <a:lnTo>
                    <a:pt x="288410" y="294427"/>
                  </a:lnTo>
                  <a:lnTo>
                    <a:pt x="288155" y="294862"/>
                  </a:lnTo>
                  <a:lnTo>
                    <a:pt x="287926" y="295020"/>
                  </a:lnTo>
                  <a:lnTo>
                    <a:pt x="287685" y="295539"/>
                  </a:lnTo>
                  <a:lnTo>
                    <a:pt x="287683" y="295992"/>
                  </a:lnTo>
                  <a:lnTo>
                    <a:pt x="287815" y="296205"/>
                  </a:lnTo>
                  <a:lnTo>
                    <a:pt x="288050" y="296519"/>
                  </a:lnTo>
                  <a:lnTo>
                    <a:pt x="288328" y="296774"/>
                  </a:lnTo>
                  <a:lnTo>
                    <a:pt x="289134" y="296531"/>
                  </a:lnTo>
                  <a:lnTo>
                    <a:pt x="289354" y="296304"/>
                  </a:lnTo>
                  <a:lnTo>
                    <a:pt x="289591" y="296987"/>
                  </a:lnTo>
                  <a:lnTo>
                    <a:pt x="289447" y="297408"/>
                  </a:lnTo>
                  <a:lnTo>
                    <a:pt x="288879" y="298575"/>
                  </a:lnTo>
                  <a:lnTo>
                    <a:pt x="288304" y="298904"/>
                  </a:lnTo>
                  <a:lnTo>
                    <a:pt x="288371" y="299262"/>
                  </a:lnTo>
                  <a:lnTo>
                    <a:pt x="288376" y="299591"/>
                  </a:lnTo>
                  <a:lnTo>
                    <a:pt x="288524" y="300151"/>
                  </a:lnTo>
                  <a:lnTo>
                    <a:pt x="288397" y="300437"/>
                  </a:lnTo>
                  <a:lnTo>
                    <a:pt x="288328" y="300618"/>
                  </a:lnTo>
                  <a:lnTo>
                    <a:pt x="288517" y="301055"/>
                  </a:lnTo>
                  <a:lnTo>
                    <a:pt x="288820" y="301119"/>
                  </a:lnTo>
                  <a:lnTo>
                    <a:pt x="289095" y="301092"/>
                  </a:lnTo>
                  <a:lnTo>
                    <a:pt x="289471" y="301203"/>
                  </a:lnTo>
                  <a:lnTo>
                    <a:pt x="289456" y="301511"/>
                  </a:lnTo>
                  <a:lnTo>
                    <a:pt x="289495" y="301828"/>
                  </a:lnTo>
                  <a:lnTo>
                    <a:pt x="289260" y="301881"/>
                  </a:lnTo>
                  <a:lnTo>
                    <a:pt x="288950" y="302219"/>
                  </a:lnTo>
                  <a:lnTo>
                    <a:pt x="288400" y="302546"/>
                  </a:lnTo>
                  <a:lnTo>
                    <a:pt x="288663" y="303012"/>
                  </a:lnTo>
                  <a:lnTo>
                    <a:pt x="288638" y="303339"/>
                  </a:lnTo>
                  <a:lnTo>
                    <a:pt x="288628" y="303686"/>
                  </a:lnTo>
                  <a:lnTo>
                    <a:pt x="288775" y="303865"/>
                  </a:lnTo>
                  <a:lnTo>
                    <a:pt x="289198" y="304089"/>
                  </a:lnTo>
                  <a:lnTo>
                    <a:pt x="289517" y="304069"/>
                  </a:lnTo>
                  <a:lnTo>
                    <a:pt x="289681" y="303981"/>
                  </a:lnTo>
                  <a:lnTo>
                    <a:pt x="290076" y="303916"/>
                  </a:lnTo>
                  <a:lnTo>
                    <a:pt x="290230" y="303921"/>
                  </a:lnTo>
                  <a:lnTo>
                    <a:pt x="290706" y="304107"/>
                  </a:lnTo>
                  <a:lnTo>
                    <a:pt x="290865" y="304386"/>
                  </a:lnTo>
                  <a:lnTo>
                    <a:pt x="291038" y="304701"/>
                  </a:lnTo>
                  <a:lnTo>
                    <a:pt x="291350" y="305060"/>
                  </a:lnTo>
                  <a:lnTo>
                    <a:pt x="292159" y="304867"/>
                  </a:lnTo>
                  <a:lnTo>
                    <a:pt x="292553" y="304738"/>
                  </a:lnTo>
                  <a:lnTo>
                    <a:pt x="293230" y="304280"/>
                  </a:lnTo>
                  <a:lnTo>
                    <a:pt x="293414" y="304364"/>
                  </a:lnTo>
                  <a:lnTo>
                    <a:pt x="293613" y="304384"/>
                  </a:lnTo>
                  <a:lnTo>
                    <a:pt x="294443" y="303785"/>
                  </a:lnTo>
                  <a:lnTo>
                    <a:pt x="294967" y="303721"/>
                  </a:lnTo>
                  <a:lnTo>
                    <a:pt x="295803" y="303445"/>
                  </a:lnTo>
                  <a:lnTo>
                    <a:pt x="296133" y="303326"/>
                  </a:lnTo>
                  <a:lnTo>
                    <a:pt x="296841" y="303550"/>
                  </a:lnTo>
                  <a:lnTo>
                    <a:pt x="297136" y="303605"/>
                  </a:lnTo>
                  <a:lnTo>
                    <a:pt x="297237" y="303301"/>
                  </a:lnTo>
                  <a:lnTo>
                    <a:pt x="297315" y="303109"/>
                  </a:lnTo>
                  <a:lnTo>
                    <a:pt x="297614" y="302980"/>
                  </a:lnTo>
                  <a:lnTo>
                    <a:pt x="298347" y="303380"/>
                  </a:lnTo>
                  <a:lnTo>
                    <a:pt x="298910" y="302760"/>
                  </a:lnTo>
                  <a:lnTo>
                    <a:pt x="298971" y="303385"/>
                  </a:lnTo>
                  <a:lnTo>
                    <a:pt x="298877" y="303582"/>
                  </a:lnTo>
                  <a:lnTo>
                    <a:pt x="298918" y="303945"/>
                  </a:lnTo>
                  <a:lnTo>
                    <a:pt x="298923" y="304501"/>
                  </a:lnTo>
                  <a:lnTo>
                    <a:pt x="298717" y="304721"/>
                  </a:lnTo>
                  <a:lnTo>
                    <a:pt x="298497" y="304993"/>
                  </a:lnTo>
                  <a:lnTo>
                    <a:pt x="298217" y="305445"/>
                  </a:lnTo>
                  <a:lnTo>
                    <a:pt x="298183" y="305812"/>
                  </a:lnTo>
                  <a:lnTo>
                    <a:pt x="298279" y="306521"/>
                  </a:lnTo>
                  <a:lnTo>
                    <a:pt x="298671" y="306450"/>
                  </a:lnTo>
                  <a:lnTo>
                    <a:pt x="298930" y="306522"/>
                  </a:lnTo>
                  <a:lnTo>
                    <a:pt x="298909" y="306690"/>
                  </a:lnTo>
                  <a:lnTo>
                    <a:pt x="298814" y="307028"/>
                  </a:lnTo>
                  <a:lnTo>
                    <a:pt x="298672" y="307269"/>
                  </a:lnTo>
                  <a:lnTo>
                    <a:pt x="297968" y="308747"/>
                  </a:lnTo>
                  <a:lnTo>
                    <a:pt x="297935" y="309166"/>
                  </a:lnTo>
                  <a:lnTo>
                    <a:pt x="297866" y="309309"/>
                  </a:lnTo>
                  <a:lnTo>
                    <a:pt x="297617" y="309730"/>
                  </a:lnTo>
                  <a:lnTo>
                    <a:pt x="297361" y="310045"/>
                  </a:lnTo>
                  <a:lnTo>
                    <a:pt x="297089" y="310891"/>
                  </a:lnTo>
                  <a:lnTo>
                    <a:pt x="296729" y="311829"/>
                  </a:lnTo>
                  <a:lnTo>
                    <a:pt x="296389" y="312222"/>
                  </a:lnTo>
                  <a:lnTo>
                    <a:pt x="296239" y="312253"/>
                  </a:lnTo>
                  <a:lnTo>
                    <a:pt x="295943" y="312776"/>
                  </a:lnTo>
                  <a:lnTo>
                    <a:pt x="295781" y="313056"/>
                  </a:lnTo>
                  <a:lnTo>
                    <a:pt x="295434" y="313215"/>
                  </a:lnTo>
                  <a:lnTo>
                    <a:pt x="295171" y="313691"/>
                  </a:lnTo>
                  <a:lnTo>
                    <a:pt x="295152" y="314087"/>
                  </a:lnTo>
                  <a:lnTo>
                    <a:pt x="295163" y="314325"/>
                  </a:lnTo>
                  <a:lnTo>
                    <a:pt x="295185" y="314910"/>
                  </a:lnTo>
                  <a:lnTo>
                    <a:pt x="295057" y="315227"/>
                  </a:lnTo>
                  <a:lnTo>
                    <a:pt x="295509" y="315619"/>
                  </a:lnTo>
                  <a:lnTo>
                    <a:pt x="296431" y="315289"/>
                  </a:lnTo>
                  <a:lnTo>
                    <a:pt x="296473" y="315557"/>
                  </a:lnTo>
                  <a:lnTo>
                    <a:pt x="296460" y="315858"/>
                  </a:lnTo>
                  <a:lnTo>
                    <a:pt x="296607" y="316874"/>
                  </a:lnTo>
                  <a:lnTo>
                    <a:pt x="296621" y="317001"/>
                  </a:lnTo>
                  <a:lnTo>
                    <a:pt x="296682" y="317423"/>
                  </a:lnTo>
                  <a:lnTo>
                    <a:pt x="297061" y="317501"/>
                  </a:lnTo>
                  <a:lnTo>
                    <a:pt x="297701" y="318028"/>
                  </a:lnTo>
                  <a:lnTo>
                    <a:pt x="297914" y="318383"/>
                  </a:lnTo>
                  <a:lnTo>
                    <a:pt x="298210" y="318576"/>
                  </a:lnTo>
                  <a:lnTo>
                    <a:pt x="298562" y="318615"/>
                  </a:lnTo>
                  <a:lnTo>
                    <a:pt x="298659" y="319127"/>
                  </a:lnTo>
                  <a:lnTo>
                    <a:pt x="298690" y="319300"/>
                  </a:lnTo>
                  <a:lnTo>
                    <a:pt x="298892" y="319667"/>
                  </a:lnTo>
                  <a:lnTo>
                    <a:pt x="299314" y="320305"/>
                  </a:lnTo>
                  <a:lnTo>
                    <a:pt x="299559" y="320687"/>
                  </a:lnTo>
                  <a:lnTo>
                    <a:pt x="299822" y="320998"/>
                  </a:lnTo>
                  <a:lnTo>
                    <a:pt x="300394" y="321168"/>
                  </a:lnTo>
                  <a:lnTo>
                    <a:pt x="300530" y="321168"/>
                  </a:lnTo>
                  <a:lnTo>
                    <a:pt x="300885" y="321267"/>
                  </a:lnTo>
                  <a:lnTo>
                    <a:pt x="301084" y="321639"/>
                  </a:lnTo>
                  <a:lnTo>
                    <a:pt x="300993" y="321813"/>
                  </a:lnTo>
                  <a:lnTo>
                    <a:pt x="300327" y="322338"/>
                  </a:lnTo>
                  <a:lnTo>
                    <a:pt x="300107" y="322761"/>
                  </a:lnTo>
                  <a:lnTo>
                    <a:pt x="300129" y="322974"/>
                  </a:lnTo>
                  <a:lnTo>
                    <a:pt x="300048" y="323388"/>
                  </a:lnTo>
                  <a:lnTo>
                    <a:pt x="299745" y="323827"/>
                  </a:lnTo>
                  <a:lnTo>
                    <a:pt x="299655" y="323988"/>
                  </a:lnTo>
                  <a:lnTo>
                    <a:pt x="299637" y="324266"/>
                  </a:lnTo>
                  <a:lnTo>
                    <a:pt x="299756" y="325408"/>
                  </a:lnTo>
                  <a:lnTo>
                    <a:pt x="299265" y="325522"/>
                  </a:lnTo>
                  <a:lnTo>
                    <a:pt x="299091" y="325616"/>
                  </a:lnTo>
                  <a:lnTo>
                    <a:pt x="298440" y="326785"/>
                  </a:lnTo>
                  <a:lnTo>
                    <a:pt x="298268" y="327132"/>
                  </a:lnTo>
                  <a:lnTo>
                    <a:pt x="297928" y="327426"/>
                  </a:lnTo>
                  <a:lnTo>
                    <a:pt x="297644" y="327770"/>
                  </a:lnTo>
                  <a:lnTo>
                    <a:pt x="297520" y="328082"/>
                  </a:lnTo>
                  <a:lnTo>
                    <a:pt x="297570" y="328326"/>
                  </a:lnTo>
                  <a:lnTo>
                    <a:pt x="297948" y="328783"/>
                  </a:lnTo>
                  <a:lnTo>
                    <a:pt x="297977" y="328913"/>
                  </a:lnTo>
                  <a:lnTo>
                    <a:pt x="298090" y="329201"/>
                  </a:lnTo>
                  <a:lnTo>
                    <a:pt x="298240" y="329553"/>
                  </a:lnTo>
                  <a:lnTo>
                    <a:pt x="298192" y="330429"/>
                  </a:lnTo>
                  <a:lnTo>
                    <a:pt x="298275" y="331241"/>
                  </a:lnTo>
                  <a:lnTo>
                    <a:pt x="298335" y="331726"/>
                  </a:lnTo>
                  <a:lnTo>
                    <a:pt x="298512" y="332204"/>
                  </a:lnTo>
                  <a:lnTo>
                    <a:pt x="298600" y="332431"/>
                  </a:lnTo>
                  <a:lnTo>
                    <a:pt x="298620" y="332787"/>
                  </a:lnTo>
                  <a:lnTo>
                    <a:pt x="298620" y="332941"/>
                  </a:lnTo>
                  <a:lnTo>
                    <a:pt x="298596" y="333654"/>
                  </a:lnTo>
                  <a:lnTo>
                    <a:pt x="298514" y="334124"/>
                  </a:lnTo>
                  <a:lnTo>
                    <a:pt x="298576" y="334326"/>
                  </a:lnTo>
                  <a:lnTo>
                    <a:pt x="299064" y="334345"/>
                  </a:lnTo>
                  <a:lnTo>
                    <a:pt x="299304" y="334345"/>
                  </a:lnTo>
                  <a:lnTo>
                    <a:pt x="299406" y="335043"/>
                  </a:lnTo>
                  <a:lnTo>
                    <a:pt x="299480" y="335334"/>
                  </a:lnTo>
                  <a:lnTo>
                    <a:pt x="299618" y="335380"/>
                  </a:lnTo>
                  <a:lnTo>
                    <a:pt x="299809" y="335462"/>
                  </a:lnTo>
                  <a:lnTo>
                    <a:pt x="299947" y="335521"/>
                  </a:lnTo>
                  <a:lnTo>
                    <a:pt x="300111" y="335873"/>
                  </a:lnTo>
                  <a:lnTo>
                    <a:pt x="300330" y="336286"/>
                  </a:lnTo>
                  <a:lnTo>
                    <a:pt x="300761" y="336258"/>
                  </a:lnTo>
                  <a:lnTo>
                    <a:pt x="301333" y="336307"/>
                  </a:lnTo>
                  <a:lnTo>
                    <a:pt x="301782" y="336263"/>
                  </a:lnTo>
                  <a:lnTo>
                    <a:pt x="302433" y="336071"/>
                  </a:lnTo>
                  <a:lnTo>
                    <a:pt x="302842" y="336293"/>
                  </a:lnTo>
                  <a:lnTo>
                    <a:pt x="303078" y="336220"/>
                  </a:lnTo>
                  <a:lnTo>
                    <a:pt x="303491" y="336161"/>
                  </a:lnTo>
                  <a:lnTo>
                    <a:pt x="303771" y="336215"/>
                  </a:lnTo>
                  <a:lnTo>
                    <a:pt x="304117" y="336538"/>
                  </a:lnTo>
                  <a:lnTo>
                    <a:pt x="304568" y="337024"/>
                  </a:lnTo>
                  <a:lnTo>
                    <a:pt x="304537" y="337401"/>
                  </a:lnTo>
                  <a:lnTo>
                    <a:pt x="304832" y="337474"/>
                  </a:lnTo>
                  <a:lnTo>
                    <a:pt x="304987" y="337475"/>
                  </a:lnTo>
                  <a:lnTo>
                    <a:pt x="305512" y="337749"/>
                  </a:lnTo>
                  <a:lnTo>
                    <a:pt x="305681" y="337760"/>
                  </a:lnTo>
                  <a:lnTo>
                    <a:pt x="305841" y="337745"/>
                  </a:lnTo>
                  <a:lnTo>
                    <a:pt x="306139" y="337735"/>
                  </a:lnTo>
                  <a:lnTo>
                    <a:pt x="306558" y="337947"/>
                  </a:lnTo>
                  <a:lnTo>
                    <a:pt x="306969" y="338003"/>
                  </a:lnTo>
                  <a:lnTo>
                    <a:pt x="307163" y="337903"/>
                  </a:lnTo>
                  <a:lnTo>
                    <a:pt x="307545" y="337884"/>
                  </a:lnTo>
                  <a:lnTo>
                    <a:pt x="307926" y="337922"/>
                  </a:lnTo>
                  <a:lnTo>
                    <a:pt x="308056" y="337963"/>
                  </a:lnTo>
                  <a:lnTo>
                    <a:pt x="308128" y="338279"/>
                  </a:lnTo>
                  <a:lnTo>
                    <a:pt x="308032" y="338625"/>
                  </a:lnTo>
                  <a:lnTo>
                    <a:pt x="307588" y="339255"/>
                  </a:lnTo>
                  <a:lnTo>
                    <a:pt x="307654" y="339449"/>
                  </a:lnTo>
                  <a:lnTo>
                    <a:pt x="307490" y="339659"/>
                  </a:lnTo>
                  <a:lnTo>
                    <a:pt x="307398" y="339816"/>
                  </a:lnTo>
                  <a:lnTo>
                    <a:pt x="307124" y="340530"/>
                  </a:lnTo>
                  <a:lnTo>
                    <a:pt x="307170" y="340902"/>
                  </a:lnTo>
                  <a:lnTo>
                    <a:pt x="307163" y="341129"/>
                  </a:lnTo>
                  <a:lnTo>
                    <a:pt x="306987" y="341469"/>
                  </a:lnTo>
                  <a:lnTo>
                    <a:pt x="306784" y="341699"/>
                  </a:lnTo>
                  <a:lnTo>
                    <a:pt x="306674" y="341912"/>
                  </a:lnTo>
                  <a:lnTo>
                    <a:pt x="306765" y="342141"/>
                  </a:lnTo>
                  <a:lnTo>
                    <a:pt x="307010" y="342191"/>
                  </a:lnTo>
                  <a:lnTo>
                    <a:pt x="307444" y="343160"/>
                  </a:lnTo>
                  <a:lnTo>
                    <a:pt x="307431" y="343310"/>
                  </a:lnTo>
                  <a:lnTo>
                    <a:pt x="307303" y="343752"/>
                  </a:lnTo>
                  <a:lnTo>
                    <a:pt x="307318" y="344061"/>
                  </a:lnTo>
                  <a:lnTo>
                    <a:pt x="307284" y="344405"/>
                  </a:lnTo>
                  <a:lnTo>
                    <a:pt x="307317" y="345214"/>
                  </a:lnTo>
                  <a:lnTo>
                    <a:pt x="307119" y="345436"/>
                  </a:lnTo>
                  <a:lnTo>
                    <a:pt x="306913" y="345409"/>
                  </a:lnTo>
                  <a:lnTo>
                    <a:pt x="306646" y="345222"/>
                  </a:lnTo>
                  <a:lnTo>
                    <a:pt x="306444" y="345257"/>
                  </a:lnTo>
                  <a:lnTo>
                    <a:pt x="306131" y="345740"/>
                  </a:lnTo>
                  <a:lnTo>
                    <a:pt x="305679" y="346019"/>
                  </a:lnTo>
                  <a:lnTo>
                    <a:pt x="305504" y="346406"/>
                  </a:lnTo>
                  <a:lnTo>
                    <a:pt x="305081" y="346861"/>
                  </a:lnTo>
                  <a:lnTo>
                    <a:pt x="305141" y="347057"/>
                  </a:lnTo>
                  <a:lnTo>
                    <a:pt x="305386" y="347489"/>
                  </a:lnTo>
                  <a:lnTo>
                    <a:pt x="305360" y="347640"/>
                  </a:lnTo>
                  <a:lnTo>
                    <a:pt x="305380" y="347815"/>
                  </a:lnTo>
                  <a:lnTo>
                    <a:pt x="305573" y="348254"/>
                  </a:lnTo>
                  <a:lnTo>
                    <a:pt x="305599" y="348524"/>
                  </a:lnTo>
                  <a:lnTo>
                    <a:pt x="305381" y="348724"/>
                  </a:lnTo>
                  <a:lnTo>
                    <a:pt x="305330" y="349097"/>
                  </a:lnTo>
                  <a:lnTo>
                    <a:pt x="305339" y="349717"/>
                  </a:lnTo>
                  <a:lnTo>
                    <a:pt x="305150" y="349877"/>
                  </a:lnTo>
                  <a:lnTo>
                    <a:pt x="304969" y="350126"/>
                  </a:lnTo>
                  <a:lnTo>
                    <a:pt x="304691" y="350491"/>
                  </a:lnTo>
                  <a:lnTo>
                    <a:pt x="304679" y="350791"/>
                  </a:lnTo>
                  <a:lnTo>
                    <a:pt x="304791" y="351264"/>
                  </a:lnTo>
                  <a:lnTo>
                    <a:pt x="305036" y="351515"/>
                  </a:lnTo>
                  <a:lnTo>
                    <a:pt x="304602" y="351743"/>
                  </a:lnTo>
                  <a:lnTo>
                    <a:pt x="304103" y="352048"/>
                  </a:lnTo>
                  <a:lnTo>
                    <a:pt x="303957" y="352159"/>
                  </a:lnTo>
                  <a:lnTo>
                    <a:pt x="303399" y="352390"/>
                  </a:lnTo>
                  <a:lnTo>
                    <a:pt x="303105" y="352747"/>
                  </a:lnTo>
                  <a:lnTo>
                    <a:pt x="303133" y="353000"/>
                  </a:lnTo>
                  <a:lnTo>
                    <a:pt x="302886" y="353988"/>
                  </a:lnTo>
                  <a:lnTo>
                    <a:pt x="302715" y="354373"/>
                  </a:lnTo>
                  <a:lnTo>
                    <a:pt x="302435" y="354534"/>
                  </a:lnTo>
                  <a:lnTo>
                    <a:pt x="302292" y="354554"/>
                  </a:lnTo>
                  <a:lnTo>
                    <a:pt x="301885" y="354785"/>
                  </a:lnTo>
                  <a:lnTo>
                    <a:pt x="301929" y="355158"/>
                  </a:lnTo>
                  <a:lnTo>
                    <a:pt x="302122" y="355283"/>
                  </a:lnTo>
                  <a:lnTo>
                    <a:pt x="301948" y="355780"/>
                  </a:lnTo>
                  <a:lnTo>
                    <a:pt x="301789" y="356004"/>
                  </a:lnTo>
                  <a:lnTo>
                    <a:pt x="301962" y="356099"/>
                  </a:lnTo>
                  <a:lnTo>
                    <a:pt x="302224" y="356404"/>
                  </a:lnTo>
                  <a:lnTo>
                    <a:pt x="302507" y="356539"/>
                  </a:lnTo>
                  <a:lnTo>
                    <a:pt x="303046" y="356164"/>
                  </a:lnTo>
                  <a:lnTo>
                    <a:pt x="303312" y="355854"/>
                  </a:lnTo>
                  <a:lnTo>
                    <a:pt x="303467" y="355826"/>
                  </a:lnTo>
                  <a:lnTo>
                    <a:pt x="303619" y="355817"/>
                  </a:lnTo>
                  <a:lnTo>
                    <a:pt x="304206" y="355257"/>
                  </a:lnTo>
                  <a:lnTo>
                    <a:pt x="304386" y="355138"/>
                  </a:lnTo>
                  <a:lnTo>
                    <a:pt x="304627" y="355202"/>
                  </a:lnTo>
                  <a:lnTo>
                    <a:pt x="305047" y="355235"/>
                  </a:lnTo>
                  <a:lnTo>
                    <a:pt x="305141" y="355066"/>
                  </a:lnTo>
                  <a:lnTo>
                    <a:pt x="305272" y="354919"/>
                  </a:lnTo>
                  <a:lnTo>
                    <a:pt x="305424" y="354992"/>
                  </a:lnTo>
                  <a:lnTo>
                    <a:pt x="305738" y="355258"/>
                  </a:lnTo>
                  <a:lnTo>
                    <a:pt x="305886" y="355178"/>
                  </a:lnTo>
                  <a:lnTo>
                    <a:pt x="306095" y="355246"/>
                  </a:lnTo>
                  <a:lnTo>
                    <a:pt x="306108" y="355378"/>
                  </a:lnTo>
                  <a:lnTo>
                    <a:pt x="306030" y="355646"/>
                  </a:lnTo>
                  <a:lnTo>
                    <a:pt x="306218" y="356052"/>
                  </a:lnTo>
                  <a:lnTo>
                    <a:pt x="306429" y="355765"/>
                  </a:lnTo>
                  <a:lnTo>
                    <a:pt x="306892" y="355827"/>
                  </a:lnTo>
                  <a:lnTo>
                    <a:pt x="307364" y="355687"/>
                  </a:lnTo>
                  <a:lnTo>
                    <a:pt x="307504" y="355466"/>
                  </a:lnTo>
                  <a:lnTo>
                    <a:pt x="307653" y="355424"/>
                  </a:lnTo>
                  <a:lnTo>
                    <a:pt x="308134" y="354861"/>
                  </a:lnTo>
                  <a:lnTo>
                    <a:pt x="308326" y="354770"/>
                  </a:lnTo>
                  <a:lnTo>
                    <a:pt x="308457" y="354685"/>
                  </a:lnTo>
                  <a:lnTo>
                    <a:pt x="308775" y="354595"/>
                  </a:lnTo>
                  <a:lnTo>
                    <a:pt x="309388" y="354307"/>
                  </a:lnTo>
                  <a:lnTo>
                    <a:pt x="309820" y="354237"/>
                  </a:lnTo>
                  <a:lnTo>
                    <a:pt x="310088" y="354083"/>
                  </a:lnTo>
                  <a:lnTo>
                    <a:pt x="310409" y="353943"/>
                  </a:lnTo>
                  <a:lnTo>
                    <a:pt x="310923" y="353865"/>
                  </a:lnTo>
                  <a:lnTo>
                    <a:pt x="311009" y="354288"/>
                  </a:lnTo>
                  <a:lnTo>
                    <a:pt x="311097" y="354519"/>
                  </a:lnTo>
                  <a:lnTo>
                    <a:pt x="311378" y="354497"/>
                  </a:lnTo>
                  <a:lnTo>
                    <a:pt x="311703" y="354418"/>
                  </a:lnTo>
                  <a:lnTo>
                    <a:pt x="312108" y="354272"/>
                  </a:lnTo>
                  <a:lnTo>
                    <a:pt x="312276" y="354290"/>
                  </a:lnTo>
                  <a:lnTo>
                    <a:pt x="312405" y="354453"/>
                  </a:lnTo>
                  <a:lnTo>
                    <a:pt x="312443" y="354606"/>
                  </a:lnTo>
                  <a:lnTo>
                    <a:pt x="312484" y="354879"/>
                  </a:lnTo>
                  <a:lnTo>
                    <a:pt x="312874" y="355198"/>
                  </a:lnTo>
                  <a:lnTo>
                    <a:pt x="312736" y="355398"/>
                  </a:lnTo>
                  <a:lnTo>
                    <a:pt x="312474" y="355594"/>
                  </a:lnTo>
                  <a:lnTo>
                    <a:pt x="312339" y="355754"/>
                  </a:lnTo>
                  <a:lnTo>
                    <a:pt x="312339" y="355932"/>
                  </a:lnTo>
                  <a:lnTo>
                    <a:pt x="312497" y="356096"/>
                  </a:lnTo>
                  <a:lnTo>
                    <a:pt x="312787" y="356189"/>
                  </a:lnTo>
                  <a:lnTo>
                    <a:pt x="313042" y="356515"/>
                  </a:lnTo>
                  <a:lnTo>
                    <a:pt x="312801" y="356558"/>
                  </a:lnTo>
                  <a:lnTo>
                    <a:pt x="312401" y="356943"/>
                  </a:lnTo>
                  <a:lnTo>
                    <a:pt x="312005" y="357233"/>
                  </a:lnTo>
                  <a:lnTo>
                    <a:pt x="311836" y="357314"/>
                  </a:lnTo>
                  <a:lnTo>
                    <a:pt x="311671" y="357431"/>
                  </a:lnTo>
                  <a:lnTo>
                    <a:pt x="311639" y="357560"/>
                  </a:lnTo>
                  <a:lnTo>
                    <a:pt x="311203" y="357820"/>
                  </a:lnTo>
                  <a:lnTo>
                    <a:pt x="310952" y="357834"/>
                  </a:lnTo>
                  <a:lnTo>
                    <a:pt x="310618" y="357766"/>
                  </a:lnTo>
                  <a:lnTo>
                    <a:pt x="310447" y="357777"/>
                  </a:lnTo>
                  <a:lnTo>
                    <a:pt x="310157" y="357927"/>
                  </a:lnTo>
                  <a:lnTo>
                    <a:pt x="309885" y="358116"/>
                  </a:lnTo>
                  <a:lnTo>
                    <a:pt x="309616" y="358195"/>
                  </a:lnTo>
                  <a:lnTo>
                    <a:pt x="309239" y="358377"/>
                  </a:lnTo>
                  <a:lnTo>
                    <a:pt x="308809" y="358519"/>
                  </a:lnTo>
                  <a:lnTo>
                    <a:pt x="308370" y="358680"/>
                  </a:lnTo>
                  <a:lnTo>
                    <a:pt x="307994" y="358899"/>
                  </a:lnTo>
                  <a:lnTo>
                    <a:pt x="308262" y="359108"/>
                  </a:lnTo>
                  <a:lnTo>
                    <a:pt x="308599" y="359431"/>
                  </a:lnTo>
                  <a:lnTo>
                    <a:pt x="308366" y="359844"/>
                  </a:lnTo>
                  <a:lnTo>
                    <a:pt x="307890" y="360060"/>
                  </a:lnTo>
                  <a:lnTo>
                    <a:pt x="307424" y="360164"/>
                  </a:lnTo>
                  <a:lnTo>
                    <a:pt x="307216" y="360204"/>
                  </a:lnTo>
                  <a:lnTo>
                    <a:pt x="307020" y="360179"/>
                  </a:lnTo>
                  <a:lnTo>
                    <a:pt x="306797" y="359902"/>
                  </a:lnTo>
                  <a:lnTo>
                    <a:pt x="306407" y="359751"/>
                  </a:lnTo>
                  <a:lnTo>
                    <a:pt x="305646" y="359788"/>
                  </a:lnTo>
                  <a:lnTo>
                    <a:pt x="305615" y="359947"/>
                  </a:lnTo>
                  <a:lnTo>
                    <a:pt x="305460" y="360287"/>
                  </a:lnTo>
                  <a:lnTo>
                    <a:pt x="305419" y="360448"/>
                  </a:lnTo>
                  <a:lnTo>
                    <a:pt x="305408" y="360675"/>
                  </a:lnTo>
                  <a:lnTo>
                    <a:pt x="305388" y="361095"/>
                  </a:lnTo>
                  <a:lnTo>
                    <a:pt x="305213" y="361408"/>
                  </a:lnTo>
                  <a:lnTo>
                    <a:pt x="304982" y="361815"/>
                  </a:lnTo>
                  <a:lnTo>
                    <a:pt x="304840" y="361899"/>
                  </a:lnTo>
                  <a:lnTo>
                    <a:pt x="304292" y="362461"/>
                  </a:lnTo>
                  <a:lnTo>
                    <a:pt x="304194" y="362669"/>
                  </a:lnTo>
                  <a:lnTo>
                    <a:pt x="304210" y="362828"/>
                  </a:lnTo>
                  <a:lnTo>
                    <a:pt x="304278" y="363117"/>
                  </a:lnTo>
                  <a:lnTo>
                    <a:pt x="304427" y="363151"/>
                  </a:lnTo>
                  <a:lnTo>
                    <a:pt x="304596" y="363495"/>
                  </a:lnTo>
                  <a:lnTo>
                    <a:pt x="304965" y="363567"/>
                  </a:lnTo>
                  <a:lnTo>
                    <a:pt x="305002" y="363807"/>
                  </a:lnTo>
                  <a:lnTo>
                    <a:pt x="305002" y="363988"/>
                  </a:lnTo>
                  <a:lnTo>
                    <a:pt x="304716" y="364214"/>
                  </a:lnTo>
                  <a:lnTo>
                    <a:pt x="304721" y="365169"/>
                  </a:lnTo>
                  <a:lnTo>
                    <a:pt x="304823" y="365440"/>
                  </a:lnTo>
                  <a:lnTo>
                    <a:pt x="305114" y="365762"/>
                  </a:lnTo>
                  <a:lnTo>
                    <a:pt x="304926" y="366253"/>
                  </a:lnTo>
                  <a:lnTo>
                    <a:pt x="304725" y="366723"/>
                  </a:lnTo>
                  <a:lnTo>
                    <a:pt x="304804" y="366865"/>
                  </a:lnTo>
                  <a:lnTo>
                    <a:pt x="304783" y="367424"/>
                  </a:lnTo>
                  <a:lnTo>
                    <a:pt x="304865" y="367621"/>
                  </a:lnTo>
                  <a:lnTo>
                    <a:pt x="304800" y="367984"/>
                  </a:lnTo>
                  <a:lnTo>
                    <a:pt x="304613" y="368056"/>
                  </a:lnTo>
                  <a:lnTo>
                    <a:pt x="304415" y="368434"/>
                  </a:lnTo>
                  <a:lnTo>
                    <a:pt x="304035" y="368954"/>
                  </a:lnTo>
                  <a:lnTo>
                    <a:pt x="303569" y="369340"/>
                  </a:lnTo>
                  <a:lnTo>
                    <a:pt x="303352" y="369598"/>
                  </a:lnTo>
                  <a:lnTo>
                    <a:pt x="302852" y="370329"/>
                  </a:lnTo>
                  <a:lnTo>
                    <a:pt x="302788" y="370846"/>
                  </a:lnTo>
                  <a:lnTo>
                    <a:pt x="302767" y="371310"/>
                  </a:lnTo>
                  <a:lnTo>
                    <a:pt x="302561" y="371746"/>
                  </a:lnTo>
                  <a:lnTo>
                    <a:pt x="302502" y="371883"/>
                  </a:lnTo>
                  <a:lnTo>
                    <a:pt x="302426" y="372080"/>
                  </a:lnTo>
                  <a:lnTo>
                    <a:pt x="302355" y="372284"/>
                  </a:lnTo>
                  <a:lnTo>
                    <a:pt x="302283" y="372610"/>
                  </a:lnTo>
                  <a:lnTo>
                    <a:pt x="302321" y="372850"/>
                  </a:lnTo>
                  <a:lnTo>
                    <a:pt x="302187" y="373194"/>
                  </a:lnTo>
                  <a:lnTo>
                    <a:pt x="301895" y="373637"/>
                  </a:lnTo>
                  <a:lnTo>
                    <a:pt x="301237" y="374208"/>
                  </a:lnTo>
                  <a:lnTo>
                    <a:pt x="300770" y="374555"/>
                  </a:lnTo>
                  <a:lnTo>
                    <a:pt x="300631" y="374999"/>
                  </a:lnTo>
                  <a:lnTo>
                    <a:pt x="300723" y="375529"/>
                  </a:lnTo>
                  <a:lnTo>
                    <a:pt x="300729" y="375699"/>
                  </a:lnTo>
                  <a:lnTo>
                    <a:pt x="300695" y="375976"/>
                  </a:lnTo>
                  <a:lnTo>
                    <a:pt x="300770" y="376523"/>
                  </a:lnTo>
                  <a:lnTo>
                    <a:pt x="300910" y="376675"/>
                  </a:lnTo>
                  <a:lnTo>
                    <a:pt x="301084" y="377030"/>
                  </a:lnTo>
                  <a:lnTo>
                    <a:pt x="301174" y="377233"/>
                  </a:lnTo>
                  <a:lnTo>
                    <a:pt x="301241" y="377719"/>
                  </a:lnTo>
                  <a:lnTo>
                    <a:pt x="301553" y="378112"/>
                  </a:lnTo>
                  <a:lnTo>
                    <a:pt x="301684" y="378465"/>
                  </a:lnTo>
                  <a:lnTo>
                    <a:pt x="301971" y="379440"/>
                  </a:lnTo>
                  <a:lnTo>
                    <a:pt x="301959" y="379799"/>
                  </a:lnTo>
                  <a:lnTo>
                    <a:pt x="302390" y="380368"/>
                  </a:lnTo>
                  <a:lnTo>
                    <a:pt x="302778" y="380393"/>
                  </a:lnTo>
                  <a:lnTo>
                    <a:pt x="303211" y="380571"/>
                  </a:lnTo>
                  <a:lnTo>
                    <a:pt x="303275" y="380784"/>
                  </a:lnTo>
                  <a:lnTo>
                    <a:pt x="303205" y="380938"/>
                  </a:lnTo>
                  <a:lnTo>
                    <a:pt x="303007" y="381629"/>
                  </a:lnTo>
                  <a:lnTo>
                    <a:pt x="303069" y="381934"/>
                  </a:lnTo>
                  <a:lnTo>
                    <a:pt x="303192" y="382068"/>
                  </a:lnTo>
                  <a:lnTo>
                    <a:pt x="303357" y="382139"/>
                  </a:lnTo>
                  <a:lnTo>
                    <a:pt x="303445" y="382646"/>
                  </a:lnTo>
                  <a:lnTo>
                    <a:pt x="303388" y="383291"/>
                  </a:lnTo>
                  <a:lnTo>
                    <a:pt x="303260" y="383857"/>
                  </a:lnTo>
                  <a:lnTo>
                    <a:pt x="302802" y="383878"/>
                  </a:lnTo>
                  <a:lnTo>
                    <a:pt x="302352" y="384012"/>
                  </a:lnTo>
                  <a:lnTo>
                    <a:pt x="302333" y="384191"/>
                  </a:lnTo>
                  <a:lnTo>
                    <a:pt x="302309" y="384376"/>
                  </a:lnTo>
                  <a:lnTo>
                    <a:pt x="302250" y="384559"/>
                  </a:lnTo>
                  <a:lnTo>
                    <a:pt x="302143" y="384772"/>
                  </a:lnTo>
                  <a:lnTo>
                    <a:pt x="302011" y="384978"/>
                  </a:lnTo>
                  <a:lnTo>
                    <a:pt x="302173" y="385674"/>
                  </a:lnTo>
                  <a:lnTo>
                    <a:pt x="302351" y="385881"/>
                  </a:lnTo>
                  <a:lnTo>
                    <a:pt x="302069" y="386305"/>
                  </a:lnTo>
                  <a:lnTo>
                    <a:pt x="301542" y="386857"/>
                  </a:lnTo>
                  <a:lnTo>
                    <a:pt x="301582" y="387308"/>
                  </a:lnTo>
                  <a:lnTo>
                    <a:pt x="301586" y="387811"/>
                  </a:lnTo>
                  <a:lnTo>
                    <a:pt x="301305" y="387768"/>
                  </a:lnTo>
                  <a:lnTo>
                    <a:pt x="301165" y="387662"/>
                  </a:lnTo>
                  <a:lnTo>
                    <a:pt x="300525" y="387586"/>
                  </a:lnTo>
                  <a:lnTo>
                    <a:pt x="299407" y="387996"/>
                  </a:lnTo>
                  <a:lnTo>
                    <a:pt x="299490" y="388638"/>
                  </a:lnTo>
                  <a:lnTo>
                    <a:pt x="299598" y="389035"/>
                  </a:lnTo>
                  <a:lnTo>
                    <a:pt x="299116" y="390371"/>
                  </a:lnTo>
                  <a:lnTo>
                    <a:pt x="298762" y="390807"/>
                  </a:lnTo>
                  <a:lnTo>
                    <a:pt x="298328" y="390788"/>
                  </a:lnTo>
                  <a:lnTo>
                    <a:pt x="297646" y="391105"/>
                  </a:lnTo>
                  <a:lnTo>
                    <a:pt x="297451" y="391468"/>
                  </a:lnTo>
                  <a:lnTo>
                    <a:pt x="297420" y="391647"/>
                  </a:lnTo>
                  <a:lnTo>
                    <a:pt x="297303" y="392027"/>
                  </a:lnTo>
                  <a:lnTo>
                    <a:pt x="296970" y="392559"/>
                  </a:lnTo>
                  <a:lnTo>
                    <a:pt x="296782" y="392630"/>
                  </a:lnTo>
                  <a:lnTo>
                    <a:pt x="296193" y="392634"/>
                  </a:lnTo>
                  <a:lnTo>
                    <a:pt x="295436" y="392358"/>
                  </a:lnTo>
                  <a:lnTo>
                    <a:pt x="295225" y="392477"/>
                  </a:lnTo>
                  <a:lnTo>
                    <a:pt x="294744" y="392577"/>
                  </a:lnTo>
                  <a:lnTo>
                    <a:pt x="294548" y="392367"/>
                  </a:lnTo>
                  <a:lnTo>
                    <a:pt x="294801" y="392154"/>
                  </a:lnTo>
                  <a:lnTo>
                    <a:pt x="294541" y="391704"/>
                  </a:lnTo>
                  <a:lnTo>
                    <a:pt x="294398" y="391186"/>
                  </a:lnTo>
                  <a:lnTo>
                    <a:pt x="294288" y="391021"/>
                  </a:lnTo>
                  <a:lnTo>
                    <a:pt x="294148" y="390979"/>
                  </a:lnTo>
                  <a:lnTo>
                    <a:pt x="293981" y="391101"/>
                  </a:lnTo>
                  <a:lnTo>
                    <a:pt x="293762" y="391449"/>
                  </a:lnTo>
                  <a:lnTo>
                    <a:pt x="293325" y="391302"/>
                  </a:lnTo>
                  <a:lnTo>
                    <a:pt x="293172" y="391257"/>
                  </a:lnTo>
                  <a:lnTo>
                    <a:pt x="292581" y="391578"/>
                  </a:lnTo>
                  <a:lnTo>
                    <a:pt x="292324" y="391576"/>
                  </a:lnTo>
                  <a:lnTo>
                    <a:pt x="292173" y="391555"/>
                  </a:lnTo>
                  <a:lnTo>
                    <a:pt x="292018" y="391522"/>
                  </a:lnTo>
                  <a:lnTo>
                    <a:pt x="291789" y="391632"/>
                  </a:lnTo>
                  <a:lnTo>
                    <a:pt x="291757" y="392138"/>
                  </a:lnTo>
                  <a:lnTo>
                    <a:pt x="291585" y="392380"/>
                  </a:lnTo>
                  <a:lnTo>
                    <a:pt x="291400" y="392249"/>
                  </a:lnTo>
                  <a:lnTo>
                    <a:pt x="291206" y="392230"/>
                  </a:lnTo>
                  <a:lnTo>
                    <a:pt x="290965" y="392254"/>
                  </a:lnTo>
                  <a:lnTo>
                    <a:pt x="290780" y="392499"/>
                  </a:lnTo>
                  <a:lnTo>
                    <a:pt x="290487" y="392676"/>
                  </a:lnTo>
                  <a:lnTo>
                    <a:pt x="290202" y="392566"/>
                  </a:lnTo>
                  <a:lnTo>
                    <a:pt x="290006" y="392505"/>
                  </a:lnTo>
                  <a:lnTo>
                    <a:pt x="289593" y="392536"/>
                  </a:lnTo>
                  <a:lnTo>
                    <a:pt x="289425" y="392657"/>
                  </a:lnTo>
                  <a:lnTo>
                    <a:pt x="289086" y="392649"/>
                  </a:lnTo>
                  <a:lnTo>
                    <a:pt x="288875" y="392761"/>
                  </a:lnTo>
                  <a:lnTo>
                    <a:pt x="288254" y="393104"/>
                  </a:lnTo>
                  <a:lnTo>
                    <a:pt x="288056" y="393245"/>
                  </a:lnTo>
                  <a:lnTo>
                    <a:pt x="287756" y="393233"/>
                  </a:lnTo>
                  <a:lnTo>
                    <a:pt x="287616" y="393002"/>
                  </a:lnTo>
                  <a:lnTo>
                    <a:pt x="287841" y="392235"/>
                  </a:lnTo>
                  <a:lnTo>
                    <a:pt x="287707" y="391886"/>
                  </a:lnTo>
                  <a:lnTo>
                    <a:pt x="287199" y="391710"/>
                  </a:lnTo>
                  <a:lnTo>
                    <a:pt x="286775" y="391651"/>
                  </a:lnTo>
                  <a:lnTo>
                    <a:pt x="286349" y="391035"/>
                  </a:lnTo>
                  <a:lnTo>
                    <a:pt x="285922" y="390932"/>
                  </a:lnTo>
                  <a:lnTo>
                    <a:pt x="285821" y="391105"/>
                  </a:lnTo>
                  <a:lnTo>
                    <a:pt x="285299" y="391425"/>
                  </a:lnTo>
                  <a:lnTo>
                    <a:pt x="285170" y="390806"/>
                  </a:lnTo>
                  <a:lnTo>
                    <a:pt x="284848" y="390690"/>
                  </a:lnTo>
                  <a:lnTo>
                    <a:pt x="284118" y="390560"/>
                  </a:lnTo>
                  <a:lnTo>
                    <a:pt x="283147" y="390777"/>
                  </a:lnTo>
                  <a:lnTo>
                    <a:pt x="282665" y="391266"/>
                  </a:lnTo>
                  <a:lnTo>
                    <a:pt x="282441" y="391242"/>
                  </a:lnTo>
                  <a:lnTo>
                    <a:pt x="282249" y="391075"/>
                  </a:lnTo>
                  <a:lnTo>
                    <a:pt x="281762" y="390533"/>
                  </a:lnTo>
                  <a:lnTo>
                    <a:pt x="281644" y="389729"/>
                  </a:lnTo>
                  <a:lnTo>
                    <a:pt x="281324" y="389514"/>
                  </a:lnTo>
                  <a:lnTo>
                    <a:pt x="280740" y="389522"/>
                  </a:lnTo>
                  <a:lnTo>
                    <a:pt x="279920" y="389334"/>
                  </a:lnTo>
                  <a:lnTo>
                    <a:pt x="279663" y="389266"/>
                  </a:lnTo>
                  <a:lnTo>
                    <a:pt x="279540" y="388956"/>
                  </a:lnTo>
                  <a:lnTo>
                    <a:pt x="279554" y="388558"/>
                  </a:lnTo>
                  <a:lnTo>
                    <a:pt x="278982" y="387796"/>
                  </a:lnTo>
                  <a:lnTo>
                    <a:pt x="278344" y="387318"/>
                  </a:lnTo>
                  <a:lnTo>
                    <a:pt x="278011" y="387238"/>
                  </a:lnTo>
                  <a:lnTo>
                    <a:pt x="277730" y="387444"/>
                  </a:lnTo>
                  <a:lnTo>
                    <a:pt x="277361" y="387573"/>
                  </a:lnTo>
                  <a:lnTo>
                    <a:pt x="277353" y="387204"/>
                  </a:lnTo>
                  <a:lnTo>
                    <a:pt x="277417" y="386863"/>
                  </a:lnTo>
                  <a:lnTo>
                    <a:pt x="277401" y="386381"/>
                  </a:lnTo>
                  <a:lnTo>
                    <a:pt x="277243" y="385500"/>
                  </a:lnTo>
                  <a:lnTo>
                    <a:pt x="276859" y="384971"/>
                  </a:lnTo>
                  <a:lnTo>
                    <a:pt x="276826" y="384650"/>
                  </a:lnTo>
                  <a:lnTo>
                    <a:pt x="276896" y="384357"/>
                  </a:lnTo>
                  <a:lnTo>
                    <a:pt x="276514" y="384387"/>
                  </a:lnTo>
                  <a:lnTo>
                    <a:pt x="276585" y="384989"/>
                  </a:lnTo>
                  <a:lnTo>
                    <a:pt x="276464" y="385275"/>
                  </a:lnTo>
                  <a:lnTo>
                    <a:pt x="276199" y="385361"/>
                  </a:lnTo>
                  <a:lnTo>
                    <a:pt x="276046" y="385245"/>
                  </a:lnTo>
                  <a:lnTo>
                    <a:pt x="275981" y="385024"/>
                  </a:lnTo>
                  <a:lnTo>
                    <a:pt x="275342" y="385161"/>
                  </a:lnTo>
                  <a:lnTo>
                    <a:pt x="275059" y="384818"/>
                  </a:lnTo>
                  <a:lnTo>
                    <a:pt x="274635" y="384408"/>
                  </a:lnTo>
                  <a:lnTo>
                    <a:pt x="274046" y="384637"/>
                  </a:lnTo>
                  <a:lnTo>
                    <a:pt x="273460" y="385056"/>
                  </a:lnTo>
                  <a:lnTo>
                    <a:pt x="273412" y="385270"/>
                  </a:lnTo>
                  <a:lnTo>
                    <a:pt x="273429" y="385510"/>
                  </a:lnTo>
                  <a:lnTo>
                    <a:pt x="273381" y="385666"/>
                  </a:lnTo>
                  <a:lnTo>
                    <a:pt x="272964" y="386103"/>
                  </a:lnTo>
                  <a:lnTo>
                    <a:pt x="272581" y="386160"/>
                  </a:lnTo>
                  <a:lnTo>
                    <a:pt x="272229" y="386476"/>
                  </a:lnTo>
                  <a:lnTo>
                    <a:pt x="271849" y="385861"/>
                  </a:lnTo>
                  <a:lnTo>
                    <a:pt x="271776" y="385562"/>
                  </a:lnTo>
                  <a:lnTo>
                    <a:pt x="271502" y="385450"/>
                  </a:lnTo>
                  <a:lnTo>
                    <a:pt x="271293" y="385413"/>
                  </a:lnTo>
                  <a:lnTo>
                    <a:pt x="271057" y="385493"/>
                  </a:lnTo>
                  <a:lnTo>
                    <a:pt x="271023" y="385691"/>
                  </a:lnTo>
                  <a:lnTo>
                    <a:pt x="270692" y="386283"/>
                  </a:lnTo>
                  <a:lnTo>
                    <a:pt x="270866" y="386375"/>
                  </a:lnTo>
                  <a:lnTo>
                    <a:pt x="271171" y="386516"/>
                  </a:lnTo>
                  <a:lnTo>
                    <a:pt x="271039" y="386540"/>
                  </a:lnTo>
                  <a:lnTo>
                    <a:pt x="270718" y="386570"/>
                  </a:lnTo>
                  <a:lnTo>
                    <a:pt x="270247" y="386686"/>
                  </a:lnTo>
                  <a:lnTo>
                    <a:pt x="270021" y="386960"/>
                  </a:lnTo>
                  <a:lnTo>
                    <a:pt x="269864" y="387555"/>
                  </a:lnTo>
                  <a:lnTo>
                    <a:pt x="270148" y="387833"/>
                  </a:lnTo>
                  <a:lnTo>
                    <a:pt x="270332" y="388289"/>
                  </a:lnTo>
                  <a:lnTo>
                    <a:pt x="270389" y="388512"/>
                  </a:lnTo>
                  <a:lnTo>
                    <a:pt x="270277" y="388907"/>
                  </a:lnTo>
                  <a:lnTo>
                    <a:pt x="269984" y="388848"/>
                  </a:lnTo>
                  <a:lnTo>
                    <a:pt x="269600" y="388555"/>
                  </a:lnTo>
                  <a:lnTo>
                    <a:pt x="269200" y="388609"/>
                  </a:lnTo>
                  <a:lnTo>
                    <a:pt x="268904" y="388935"/>
                  </a:lnTo>
                  <a:lnTo>
                    <a:pt x="268795" y="389591"/>
                  </a:lnTo>
                  <a:lnTo>
                    <a:pt x="268273" y="390287"/>
                  </a:lnTo>
                  <a:lnTo>
                    <a:pt x="268101" y="390297"/>
                  </a:lnTo>
                  <a:lnTo>
                    <a:pt x="267907" y="390278"/>
                  </a:lnTo>
                  <a:lnTo>
                    <a:pt x="267519" y="390487"/>
                  </a:lnTo>
                  <a:lnTo>
                    <a:pt x="266880" y="390989"/>
                  </a:lnTo>
                  <a:lnTo>
                    <a:pt x="266660" y="391018"/>
                  </a:lnTo>
                  <a:lnTo>
                    <a:pt x="266588" y="391212"/>
                  </a:lnTo>
                  <a:lnTo>
                    <a:pt x="266207" y="391841"/>
                  </a:lnTo>
                  <a:lnTo>
                    <a:pt x="266069" y="391880"/>
                  </a:lnTo>
                  <a:lnTo>
                    <a:pt x="265449" y="391699"/>
                  </a:lnTo>
                  <a:lnTo>
                    <a:pt x="265193" y="391730"/>
                  </a:lnTo>
                  <a:lnTo>
                    <a:pt x="265063" y="391717"/>
                  </a:lnTo>
                  <a:lnTo>
                    <a:pt x="264712" y="391489"/>
                  </a:lnTo>
                  <a:lnTo>
                    <a:pt x="264071" y="391648"/>
                  </a:lnTo>
                  <a:lnTo>
                    <a:pt x="264049" y="391851"/>
                  </a:lnTo>
                  <a:lnTo>
                    <a:pt x="263728" y="392159"/>
                  </a:lnTo>
                  <a:lnTo>
                    <a:pt x="263361" y="392288"/>
                  </a:lnTo>
                  <a:lnTo>
                    <a:pt x="262703" y="392875"/>
                  </a:lnTo>
                  <a:lnTo>
                    <a:pt x="262533" y="393949"/>
                  </a:lnTo>
                  <a:lnTo>
                    <a:pt x="262324" y="394024"/>
                  </a:lnTo>
                  <a:lnTo>
                    <a:pt x="261850" y="393841"/>
                  </a:lnTo>
                  <a:lnTo>
                    <a:pt x="261563" y="393471"/>
                  </a:lnTo>
                  <a:lnTo>
                    <a:pt x="261456" y="393101"/>
                  </a:lnTo>
                  <a:lnTo>
                    <a:pt x="261418" y="392875"/>
                  </a:lnTo>
                  <a:lnTo>
                    <a:pt x="261156" y="392098"/>
                  </a:lnTo>
                  <a:lnTo>
                    <a:pt x="260536" y="392561"/>
                  </a:lnTo>
                  <a:lnTo>
                    <a:pt x="260321" y="392697"/>
                  </a:lnTo>
                  <a:lnTo>
                    <a:pt x="259850" y="392331"/>
                  </a:lnTo>
                  <a:lnTo>
                    <a:pt x="259589" y="392322"/>
                  </a:lnTo>
                  <a:lnTo>
                    <a:pt x="259601" y="392475"/>
                  </a:lnTo>
                  <a:lnTo>
                    <a:pt x="259691" y="392733"/>
                  </a:lnTo>
                  <a:lnTo>
                    <a:pt x="259857" y="392973"/>
                  </a:lnTo>
                  <a:lnTo>
                    <a:pt x="259753" y="393470"/>
                  </a:lnTo>
                  <a:lnTo>
                    <a:pt x="259843" y="394130"/>
                  </a:lnTo>
                  <a:lnTo>
                    <a:pt x="260020" y="394571"/>
                  </a:lnTo>
                  <a:lnTo>
                    <a:pt x="260093" y="394737"/>
                  </a:lnTo>
                  <a:lnTo>
                    <a:pt x="260273" y="394963"/>
                  </a:lnTo>
                  <a:lnTo>
                    <a:pt x="260246" y="395441"/>
                  </a:lnTo>
                  <a:lnTo>
                    <a:pt x="260132" y="395824"/>
                  </a:lnTo>
                  <a:lnTo>
                    <a:pt x="260249" y="396117"/>
                  </a:lnTo>
                  <a:lnTo>
                    <a:pt x="260473" y="396169"/>
                  </a:lnTo>
                  <a:lnTo>
                    <a:pt x="260812" y="396143"/>
                  </a:lnTo>
                  <a:lnTo>
                    <a:pt x="261163" y="396245"/>
                  </a:lnTo>
                  <a:lnTo>
                    <a:pt x="261247" y="396374"/>
                  </a:lnTo>
                  <a:lnTo>
                    <a:pt x="261897" y="396257"/>
                  </a:lnTo>
                  <a:lnTo>
                    <a:pt x="262340" y="396128"/>
                  </a:lnTo>
                  <a:lnTo>
                    <a:pt x="262458" y="396292"/>
                  </a:lnTo>
                  <a:lnTo>
                    <a:pt x="262784" y="396014"/>
                  </a:lnTo>
                  <a:lnTo>
                    <a:pt x="263178" y="396093"/>
                  </a:lnTo>
                  <a:lnTo>
                    <a:pt x="263509" y="395939"/>
                  </a:lnTo>
                  <a:lnTo>
                    <a:pt x="263885" y="395988"/>
                  </a:lnTo>
                  <a:lnTo>
                    <a:pt x="264398" y="396201"/>
                  </a:lnTo>
                  <a:lnTo>
                    <a:pt x="264742" y="396219"/>
                  </a:lnTo>
                  <a:lnTo>
                    <a:pt x="265115" y="396242"/>
                  </a:lnTo>
                  <a:lnTo>
                    <a:pt x="265326" y="396749"/>
                  </a:lnTo>
                  <a:lnTo>
                    <a:pt x="265556" y="396897"/>
                  </a:lnTo>
                  <a:lnTo>
                    <a:pt x="265748" y="397136"/>
                  </a:lnTo>
                  <a:lnTo>
                    <a:pt x="265893" y="397647"/>
                  </a:lnTo>
                  <a:lnTo>
                    <a:pt x="266043" y="397879"/>
                  </a:lnTo>
                  <a:lnTo>
                    <a:pt x="266403" y="397760"/>
                  </a:lnTo>
                  <a:lnTo>
                    <a:pt x="266673" y="397995"/>
                  </a:lnTo>
                  <a:lnTo>
                    <a:pt x="266631" y="398380"/>
                  </a:lnTo>
                  <a:lnTo>
                    <a:pt x="266435" y="398634"/>
                  </a:lnTo>
                  <a:lnTo>
                    <a:pt x="266306" y="398663"/>
                  </a:lnTo>
                  <a:lnTo>
                    <a:pt x="265963" y="398733"/>
                  </a:lnTo>
                  <a:lnTo>
                    <a:pt x="265694" y="398707"/>
                  </a:lnTo>
                  <a:lnTo>
                    <a:pt x="264979" y="399243"/>
                  </a:lnTo>
                  <a:lnTo>
                    <a:pt x="264654" y="399461"/>
                  </a:lnTo>
                  <a:lnTo>
                    <a:pt x="264243" y="399729"/>
                  </a:lnTo>
                  <a:lnTo>
                    <a:pt x="264172" y="399964"/>
                  </a:lnTo>
                  <a:lnTo>
                    <a:pt x="263980" y="400758"/>
                  </a:lnTo>
                  <a:lnTo>
                    <a:pt x="264142" y="401077"/>
                  </a:lnTo>
                  <a:lnTo>
                    <a:pt x="264325" y="401301"/>
                  </a:lnTo>
                  <a:lnTo>
                    <a:pt x="264526" y="401510"/>
                  </a:lnTo>
                  <a:lnTo>
                    <a:pt x="264850" y="401871"/>
                  </a:lnTo>
                  <a:lnTo>
                    <a:pt x="265678" y="403222"/>
                  </a:lnTo>
                  <a:lnTo>
                    <a:pt x="265811" y="403257"/>
                  </a:lnTo>
                  <a:lnTo>
                    <a:pt x="265924" y="403427"/>
                  </a:lnTo>
                  <a:lnTo>
                    <a:pt x="265780" y="403529"/>
                  </a:lnTo>
                  <a:lnTo>
                    <a:pt x="265396" y="403910"/>
                  </a:lnTo>
                  <a:lnTo>
                    <a:pt x="265300" y="404107"/>
                  </a:lnTo>
                  <a:lnTo>
                    <a:pt x="265419" y="404438"/>
                  </a:lnTo>
                  <a:lnTo>
                    <a:pt x="265210" y="404862"/>
                  </a:lnTo>
                  <a:lnTo>
                    <a:pt x="264795" y="405108"/>
                  </a:lnTo>
                  <a:lnTo>
                    <a:pt x="264499" y="405530"/>
                  </a:lnTo>
                  <a:lnTo>
                    <a:pt x="264790" y="406078"/>
                  </a:lnTo>
                  <a:lnTo>
                    <a:pt x="265046" y="406320"/>
                  </a:lnTo>
                  <a:lnTo>
                    <a:pt x="264760" y="406924"/>
                  </a:lnTo>
                  <a:lnTo>
                    <a:pt x="265048" y="407213"/>
                  </a:lnTo>
                  <a:lnTo>
                    <a:pt x="265684" y="407879"/>
                  </a:lnTo>
                  <a:lnTo>
                    <a:pt x="265673" y="408153"/>
                  </a:lnTo>
                  <a:lnTo>
                    <a:pt x="265608" y="408707"/>
                  </a:lnTo>
                  <a:lnTo>
                    <a:pt x="265741" y="409369"/>
                  </a:lnTo>
                  <a:lnTo>
                    <a:pt x="265257" y="409539"/>
                  </a:lnTo>
                  <a:lnTo>
                    <a:pt x="264956" y="409820"/>
                  </a:lnTo>
                  <a:lnTo>
                    <a:pt x="265133" y="409994"/>
                  </a:lnTo>
                  <a:lnTo>
                    <a:pt x="264884" y="410351"/>
                  </a:lnTo>
                  <a:lnTo>
                    <a:pt x="264523" y="410412"/>
                  </a:lnTo>
                  <a:lnTo>
                    <a:pt x="264040" y="410565"/>
                  </a:lnTo>
                  <a:lnTo>
                    <a:pt x="263647" y="410347"/>
                  </a:lnTo>
                  <a:lnTo>
                    <a:pt x="263392" y="410490"/>
                  </a:lnTo>
                  <a:lnTo>
                    <a:pt x="263168" y="410648"/>
                  </a:lnTo>
                  <a:lnTo>
                    <a:pt x="262782" y="410459"/>
                  </a:lnTo>
                  <a:lnTo>
                    <a:pt x="262576" y="410422"/>
                  </a:lnTo>
                  <a:lnTo>
                    <a:pt x="261743" y="410500"/>
                  </a:lnTo>
                  <a:lnTo>
                    <a:pt x="260835" y="410839"/>
                  </a:lnTo>
                  <a:lnTo>
                    <a:pt x="260502" y="411334"/>
                  </a:lnTo>
                  <a:lnTo>
                    <a:pt x="260413" y="411503"/>
                  </a:lnTo>
                  <a:lnTo>
                    <a:pt x="259973" y="411521"/>
                  </a:lnTo>
                  <a:lnTo>
                    <a:pt x="259316" y="411483"/>
                  </a:lnTo>
                  <a:lnTo>
                    <a:pt x="258998" y="411637"/>
                  </a:lnTo>
                  <a:lnTo>
                    <a:pt x="258684" y="411658"/>
                  </a:lnTo>
                  <a:lnTo>
                    <a:pt x="258366" y="411582"/>
                  </a:lnTo>
                  <a:lnTo>
                    <a:pt x="257661" y="411785"/>
                  </a:lnTo>
                  <a:lnTo>
                    <a:pt x="257335" y="411791"/>
                  </a:lnTo>
                  <a:lnTo>
                    <a:pt x="256804" y="411447"/>
                  </a:lnTo>
                  <a:lnTo>
                    <a:pt x="256983" y="411182"/>
                  </a:lnTo>
                  <a:lnTo>
                    <a:pt x="257091" y="410828"/>
                  </a:lnTo>
                  <a:lnTo>
                    <a:pt x="257039" y="410557"/>
                  </a:lnTo>
                  <a:lnTo>
                    <a:pt x="256970" y="410189"/>
                  </a:lnTo>
                  <a:lnTo>
                    <a:pt x="257019" y="409552"/>
                  </a:lnTo>
                  <a:lnTo>
                    <a:pt x="256844" y="409269"/>
                  </a:lnTo>
                  <a:lnTo>
                    <a:pt x="256586" y="409162"/>
                  </a:lnTo>
                  <a:lnTo>
                    <a:pt x="255755" y="408951"/>
                  </a:lnTo>
                  <a:lnTo>
                    <a:pt x="255367" y="408714"/>
                  </a:lnTo>
                  <a:lnTo>
                    <a:pt x="255440" y="407890"/>
                  </a:lnTo>
                  <a:lnTo>
                    <a:pt x="255449" y="407644"/>
                  </a:lnTo>
                  <a:lnTo>
                    <a:pt x="255395" y="407292"/>
                  </a:lnTo>
                  <a:lnTo>
                    <a:pt x="255342" y="407071"/>
                  </a:lnTo>
                  <a:lnTo>
                    <a:pt x="255013" y="406736"/>
                  </a:lnTo>
                  <a:lnTo>
                    <a:pt x="254651" y="406584"/>
                  </a:lnTo>
                  <a:lnTo>
                    <a:pt x="254385" y="406022"/>
                  </a:lnTo>
                  <a:lnTo>
                    <a:pt x="254330" y="405878"/>
                  </a:lnTo>
                  <a:lnTo>
                    <a:pt x="254371" y="405237"/>
                  </a:lnTo>
                  <a:lnTo>
                    <a:pt x="254619" y="404871"/>
                  </a:lnTo>
                  <a:lnTo>
                    <a:pt x="254329" y="403693"/>
                  </a:lnTo>
                  <a:lnTo>
                    <a:pt x="254082" y="403346"/>
                  </a:lnTo>
                  <a:lnTo>
                    <a:pt x="253581" y="402829"/>
                  </a:lnTo>
                  <a:lnTo>
                    <a:pt x="253199" y="402401"/>
                  </a:lnTo>
                  <a:lnTo>
                    <a:pt x="252711" y="402055"/>
                  </a:lnTo>
                  <a:lnTo>
                    <a:pt x="252055" y="401138"/>
                  </a:lnTo>
                  <a:lnTo>
                    <a:pt x="251331" y="400888"/>
                  </a:lnTo>
                  <a:lnTo>
                    <a:pt x="251006" y="400841"/>
                  </a:lnTo>
                  <a:lnTo>
                    <a:pt x="250655" y="401116"/>
                  </a:lnTo>
                  <a:lnTo>
                    <a:pt x="249815" y="401460"/>
                  </a:lnTo>
                  <a:lnTo>
                    <a:pt x="248394" y="401601"/>
                  </a:lnTo>
                  <a:lnTo>
                    <a:pt x="248068" y="401548"/>
                  </a:lnTo>
                  <a:lnTo>
                    <a:pt x="248050" y="401358"/>
                  </a:lnTo>
                  <a:lnTo>
                    <a:pt x="247494" y="401099"/>
                  </a:lnTo>
                  <a:lnTo>
                    <a:pt x="246728" y="400977"/>
                  </a:lnTo>
                  <a:lnTo>
                    <a:pt x="246022" y="400971"/>
                  </a:lnTo>
                  <a:lnTo>
                    <a:pt x="245931" y="400792"/>
                  </a:lnTo>
                  <a:lnTo>
                    <a:pt x="245882" y="400574"/>
                  </a:lnTo>
                  <a:lnTo>
                    <a:pt x="245006" y="400375"/>
                  </a:lnTo>
                  <a:lnTo>
                    <a:pt x="244734" y="400465"/>
                  </a:lnTo>
                  <a:lnTo>
                    <a:pt x="244459" y="400393"/>
                  </a:lnTo>
                  <a:lnTo>
                    <a:pt x="244199" y="400059"/>
                  </a:lnTo>
                  <a:lnTo>
                    <a:pt x="244256" y="399662"/>
                  </a:lnTo>
                  <a:lnTo>
                    <a:pt x="244310" y="399361"/>
                  </a:lnTo>
                  <a:lnTo>
                    <a:pt x="244194" y="399194"/>
                  </a:lnTo>
                  <a:lnTo>
                    <a:pt x="244012" y="398969"/>
                  </a:lnTo>
                  <a:lnTo>
                    <a:pt x="243754" y="398823"/>
                  </a:lnTo>
                  <a:lnTo>
                    <a:pt x="243366" y="399205"/>
                  </a:lnTo>
                  <a:lnTo>
                    <a:pt x="243343" y="399600"/>
                  </a:lnTo>
                  <a:lnTo>
                    <a:pt x="243280" y="399807"/>
                  </a:lnTo>
                  <a:lnTo>
                    <a:pt x="243092" y="400294"/>
                  </a:lnTo>
                  <a:lnTo>
                    <a:pt x="242790" y="400688"/>
                  </a:lnTo>
                  <a:lnTo>
                    <a:pt x="242586" y="400906"/>
                  </a:lnTo>
                  <a:lnTo>
                    <a:pt x="242205" y="400869"/>
                  </a:lnTo>
                  <a:lnTo>
                    <a:pt x="241845" y="400605"/>
                  </a:lnTo>
                  <a:lnTo>
                    <a:pt x="241668" y="400275"/>
                  </a:lnTo>
                  <a:lnTo>
                    <a:pt x="241751" y="400092"/>
                  </a:lnTo>
                  <a:lnTo>
                    <a:pt x="241768" y="399868"/>
                  </a:lnTo>
                  <a:lnTo>
                    <a:pt x="241568" y="399566"/>
                  </a:lnTo>
                  <a:lnTo>
                    <a:pt x="241164" y="399266"/>
                  </a:lnTo>
                  <a:lnTo>
                    <a:pt x="241038" y="399054"/>
                  </a:lnTo>
                  <a:lnTo>
                    <a:pt x="240835" y="398668"/>
                  </a:lnTo>
                  <a:lnTo>
                    <a:pt x="240696" y="398559"/>
                  </a:lnTo>
                  <a:lnTo>
                    <a:pt x="240508" y="398683"/>
                  </a:lnTo>
                  <a:lnTo>
                    <a:pt x="240111" y="398899"/>
                  </a:lnTo>
                  <a:lnTo>
                    <a:pt x="240038" y="399091"/>
                  </a:lnTo>
                  <a:lnTo>
                    <a:pt x="239507" y="399329"/>
                  </a:lnTo>
                  <a:lnTo>
                    <a:pt x="239187" y="399365"/>
                  </a:lnTo>
                  <a:lnTo>
                    <a:pt x="238818" y="399329"/>
                  </a:lnTo>
                  <a:lnTo>
                    <a:pt x="238667" y="399540"/>
                  </a:lnTo>
                  <a:lnTo>
                    <a:pt x="238318" y="400139"/>
                  </a:lnTo>
                  <a:lnTo>
                    <a:pt x="237614" y="399855"/>
                  </a:lnTo>
                  <a:lnTo>
                    <a:pt x="237404" y="399793"/>
                  </a:lnTo>
                  <a:lnTo>
                    <a:pt x="237192" y="399843"/>
                  </a:lnTo>
                  <a:lnTo>
                    <a:pt x="236618" y="399938"/>
                  </a:lnTo>
                  <a:lnTo>
                    <a:pt x="236577" y="399433"/>
                  </a:lnTo>
                  <a:lnTo>
                    <a:pt x="236243" y="398870"/>
                  </a:lnTo>
                  <a:lnTo>
                    <a:pt x="235138" y="398948"/>
                  </a:lnTo>
                  <a:lnTo>
                    <a:pt x="234241" y="398810"/>
                  </a:lnTo>
                  <a:lnTo>
                    <a:pt x="233851" y="399057"/>
                  </a:lnTo>
                  <a:lnTo>
                    <a:pt x="233921" y="399748"/>
                  </a:lnTo>
                  <a:lnTo>
                    <a:pt x="233661" y="400029"/>
                  </a:lnTo>
                  <a:lnTo>
                    <a:pt x="233565" y="400593"/>
                  </a:lnTo>
                  <a:lnTo>
                    <a:pt x="233438" y="401125"/>
                  </a:lnTo>
                  <a:lnTo>
                    <a:pt x="233314" y="401517"/>
                  </a:lnTo>
                  <a:lnTo>
                    <a:pt x="232998" y="402832"/>
                  </a:lnTo>
                  <a:lnTo>
                    <a:pt x="232823" y="403804"/>
                  </a:lnTo>
                  <a:lnTo>
                    <a:pt x="232570" y="404423"/>
                  </a:lnTo>
                  <a:lnTo>
                    <a:pt x="232607" y="404664"/>
                  </a:lnTo>
                  <a:lnTo>
                    <a:pt x="232461" y="405446"/>
                  </a:lnTo>
                  <a:lnTo>
                    <a:pt x="232618" y="405898"/>
                  </a:lnTo>
                  <a:lnTo>
                    <a:pt x="232511" y="406092"/>
                  </a:lnTo>
                  <a:lnTo>
                    <a:pt x="232266" y="406533"/>
                  </a:lnTo>
                  <a:lnTo>
                    <a:pt x="231831" y="407180"/>
                  </a:lnTo>
                  <a:lnTo>
                    <a:pt x="231375" y="407548"/>
                  </a:lnTo>
                  <a:lnTo>
                    <a:pt x="231399" y="408413"/>
                  </a:lnTo>
                  <a:lnTo>
                    <a:pt x="231488" y="408910"/>
                  </a:lnTo>
                  <a:lnTo>
                    <a:pt x="231649" y="409116"/>
                  </a:lnTo>
                  <a:lnTo>
                    <a:pt x="232059" y="409314"/>
                  </a:lnTo>
                  <a:lnTo>
                    <a:pt x="232179" y="409730"/>
                  </a:lnTo>
                  <a:lnTo>
                    <a:pt x="232479" y="409887"/>
                  </a:lnTo>
                  <a:lnTo>
                    <a:pt x="232937" y="410029"/>
                  </a:lnTo>
                  <a:lnTo>
                    <a:pt x="233328" y="410094"/>
                  </a:lnTo>
                  <a:lnTo>
                    <a:pt x="233472" y="410223"/>
                  </a:lnTo>
                  <a:lnTo>
                    <a:pt x="233360" y="410899"/>
                  </a:lnTo>
                  <a:lnTo>
                    <a:pt x="233245" y="411343"/>
                  </a:lnTo>
                  <a:lnTo>
                    <a:pt x="233159" y="411604"/>
                  </a:lnTo>
                  <a:lnTo>
                    <a:pt x="233084" y="412046"/>
                  </a:lnTo>
                  <a:lnTo>
                    <a:pt x="233101" y="412604"/>
                  </a:lnTo>
                  <a:lnTo>
                    <a:pt x="233295" y="413019"/>
                  </a:lnTo>
                  <a:lnTo>
                    <a:pt x="232966" y="413792"/>
                  </a:lnTo>
                  <a:lnTo>
                    <a:pt x="232634" y="414157"/>
                  </a:lnTo>
                  <a:lnTo>
                    <a:pt x="232111" y="413805"/>
                  </a:lnTo>
                  <a:lnTo>
                    <a:pt x="231654" y="413921"/>
                  </a:lnTo>
                  <a:lnTo>
                    <a:pt x="231335" y="414235"/>
                  </a:lnTo>
                  <a:lnTo>
                    <a:pt x="231138" y="414402"/>
                  </a:lnTo>
                  <a:lnTo>
                    <a:pt x="230790" y="414564"/>
                  </a:lnTo>
                  <a:lnTo>
                    <a:pt x="230442" y="415022"/>
                  </a:lnTo>
                  <a:lnTo>
                    <a:pt x="229504" y="415630"/>
                  </a:lnTo>
                  <a:lnTo>
                    <a:pt x="229309" y="415686"/>
                  </a:lnTo>
                  <a:lnTo>
                    <a:pt x="228945" y="415949"/>
                  </a:lnTo>
                  <a:lnTo>
                    <a:pt x="228506" y="416668"/>
                  </a:lnTo>
                  <a:lnTo>
                    <a:pt x="228315" y="416703"/>
                  </a:lnTo>
                  <a:lnTo>
                    <a:pt x="228104" y="416866"/>
                  </a:lnTo>
                  <a:lnTo>
                    <a:pt x="228034" y="417025"/>
                  </a:lnTo>
                  <a:lnTo>
                    <a:pt x="228023" y="417381"/>
                  </a:lnTo>
                  <a:lnTo>
                    <a:pt x="228055" y="417711"/>
                  </a:lnTo>
                  <a:lnTo>
                    <a:pt x="227857" y="418267"/>
                  </a:lnTo>
                  <a:lnTo>
                    <a:pt x="227593" y="418389"/>
                  </a:lnTo>
                  <a:lnTo>
                    <a:pt x="227247" y="418146"/>
                  </a:lnTo>
                  <a:lnTo>
                    <a:pt x="226750" y="417567"/>
                  </a:lnTo>
                  <a:lnTo>
                    <a:pt x="226075" y="417317"/>
                  </a:lnTo>
                  <a:lnTo>
                    <a:pt x="225769" y="417414"/>
                  </a:lnTo>
                  <a:lnTo>
                    <a:pt x="225213" y="416927"/>
                  </a:lnTo>
                  <a:lnTo>
                    <a:pt x="224634" y="417328"/>
                  </a:lnTo>
                  <a:lnTo>
                    <a:pt x="224429" y="417474"/>
                  </a:lnTo>
                  <a:lnTo>
                    <a:pt x="224185" y="417484"/>
                  </a:lnTo>
                  <a:lnTo>
                    <a:pt x="223837" y="417304"/>
                  </a:lnTo>
                  <a:lnTo>
                    <a:pt x="223625" y="417146"/>
                  </a:lnTo>
                  <a:lnTo>
                    <a:pt x="222469" y="417403"/>
                  </a:lnTo>
                  <a:lnTo>
                    <a:pt x="222161" y="417702"/>
                  </a:lnTo>
                  <a:lnTo>
                    <a:pt x="222019" y="417731"/>
                  </a:lnTo>
                  <a:lnTo>
                    <a:pt x="221972" y="417486"/>
                  </a:lnTo>
                  <a:lnTo>
                    <a:pt x="221806" y="417223"/>
                  </a:lnTo>
                  <a:lnTo>
                    <a:pt x="221742" y="416965"/>
                  </a:lnTo>
                  <a:lnTo>
                    <a:pt x="221634" y="416722"/>
                  </a:lnTo>
                  <a:lnTo>
                    <a:pt x="220895" y="416747"/>
                  </a:lnTo>
                  <a:lnTo>
                    <a:pt x="220849" y="416608"/>
                  </a:lnTo>
                  <a:lnTo>
                    <a:pt x="220435" y="416603"/>
                  </a:lnTo>
                  <a:lnTo>
                    <a:pt x="219807" y="416839"/>
                  </a:lnTo>
                  <a:lnTo>
                    <a:pt x="219671" y="416837"/>
                  </a:lnTo>
                  <a:lnTo>
                    <a:pt x="219238" y="416766"/>
                  </a:lnTo>
                  <a:lnTo>
                    <a:pt x="218535" y="416189"/>
                  </a:lnTo>
                  <a:lnTo>
                    <a:pt x="218403" y="415951"/>
                  </a:lnTo>
                  <a:lnTo>
                    <a:pt x="217893" y="416231"/>
                  </a:lnTo>
                  <a:lnTo>
                    <a:pt x="217476" y="416605"/>
                  </a:lnTo>
                  <a:lnTo>
                    <a:pt x="216812" y="416700"/>
                  </a:lnTo>
                  <a:lnTo>
                    <a:pt x="216510" y="416703"/>
                  </a:lnTo>
                  <a:lnTo>
                    <a:pt x="216344" y="416631"/>
                  </a:lnTo>
                  <a:lnTo>
                    <a:pt x="216028" y="416423"/>
                  </a:lnTo>
                  <a:lnTo>
                    <a:pt x="215827" y="416272"/>
                  </a:lnTo>
                  <a:lnTo>
                    <a:pt x="215416" y="416221"/>
                  </a:lnTo>
                  <a:lnTo>
                    <a:pt x="214866" y="416422"/>
                  </a:lnTo>
                  <a:lnTo>
                    <a:pt x="214328" y="416778"/>
                  </a:lnTo>
                  <a:lnTo>
                    <a:pt x="214252" y="416925"/>
                  </a:lnTo>
                  <a:lnTo>
                    <a:pt x="213761" y="417522"/>
                  </a:lnTo>
                  <a:lnTo>
                    <a:pt x="213598" y="417784"/>
                  </a:lnTo>
                  <a:lnTo>
                    <a:pt x="213464" y="418149"/>
                  </a:lnTo>
                  <a:lnTo>
                    <a:pt x="213360" y="418466"/>
                  </a:lnTo>
                  <a:lnTo>
                    <a:pt x="213181" y="418776"/>
                  </a:lnTo>
                  <a:lnTo>
                    <a:pt x="212907" y="419140"/>
                  </a:lnTo>
                  <a:lnTo>
                    <a:pt x="212979" y="419696"/>
                  </a:lnTo>
                  <a:lnTo>
                    <a:pt x="213113" y="420060"/>
                  </a:lnTo>
                  <a:lnTo>
                    <a:pt x="212923" y="420636"/>
                  </a:lnTo>
                  <a:lnTo>
                    <a:pt x="212725" y="420725"/>
                  </a:lnTo>
                  <a:lnTo>
                    <a:pt x="212364" y="420656"/>
                  </a:lnTo>
                  <a:lnTo>
                    <a:pt x="211299" y="420231"/>
                  </a:lnTo>
                  <a:lnTo>
                    <a:pt x="211042" y="420281"/>
                  </a:lnTo>
                  <a:lnTo>
                    <a:pt x="210819" y="420727"/>
                  </a:lnTo>
                  <a:lnTo>
                    <a:pt x="210675" y="421055"/>
                  </a:lnTo>
                  <a:lnTo>
                    <a:pt x="210563" y="421345"/>
                  </a:lnTo>
                  <a:lnTo>
                    <a:pt x="210308" y="422425"/>
                  </a:lnTo>
                  <a:lnTo>
                    <a:pt x="210171" y="422580"/>
                  </a:lnTo>
                  <a:lnTo>
                    <a:pt x="209628" y="422581"/>
                  </a:lnTo>
                  <a:lnTo>
                    <a:pt x="209345" y="422335"/>
                  </a:lnTo>
                  <a:lnTo>
                    <a:pt x="208889" y="422588"/>
                  </a:lnTo>
                  <a:lnTo>
                    <a:pt x="208403" y="422722"/>
                  </a:lnTo>
                  <a:lnTo>
                    <a:pt x="208186" y="422684"/>
                  </a:lnTo>
                  <a:lnTo>
                    <a:pt x="208166" y="422548"/>
                  </a:lnTo>
                  <a:lnTo>
                    <a:pt x="208018" y="422124"/>
                  </a:lnTo>
                  <a:lnTo>
                    <a:pt x="206997" y="421359"/>
                  </a:lnTo>
                  <a:lnTo>
                    <a:pt x="206393" y="421246"/>
                  </a:lnTo>
                  <a:lnTo>
                    <a:pt x="206286" y="421527"/>
                  </a:lnTo>
                  <a:lnTo>
                    <a:pt x="206151" y="421595"/>
                  </a:lnTo>
                  <a:lnTo>
                    <a:pt x="205588" y="421730"/>
                  </a:lnTo>
                  <a:lnTo>
                    <a:pt x="205510" y="421356"/>
                  </a:lnTo>
                  <a:lnTo>
                    <a:pt x="205495" y="421077"/>
                  </a:lnTo>
                  <a:lnTo>
                    <a:pt x="205358" y="420902"/>
                  </a:lnTo>
                  <a:lnTo>
                    <a:pt x="205165" y="420909"/>
                  </a:lnTo>
                  <a:lnTo>
                    <a:pt x="204974" y="420971"/>
                  </a:lnTo>
                  <a:lnTo>
                    <a:pt x="204745" y="420712"/>
                  </a:lnTo>
                  <a:lnTo>
                    <a:pt x="205459" y="419640"/>
                  </a:lnTo>
                  <a:lnTo>
                    <a:pt x="205520" y="419270"/>
                  </a:lnTo>
                  <a:lnTo>
                    <a:pt x="205681" y="418965"/>
                  </a:lnTo>
                  <a:lnTo>
                    <a:pt x="206082" y="418505"/>
                  </a:lnTo>
                  <a:lnTo>
                    <a:pt x="205882" y="418017"/>
                  </a:lnTo>
                  <a:lnTo>
                    <a:pt x="206047" y="417822"/>
                  </a:lnTo>
                  <a:lnTo>
                    <a:pt x="206441" y="417069"/>
                  </a:lnTo>
                  <a:lnTo>
                    <a:pt x="206699" y="416860"/>
                  </a:lnTo>
                  <a:lnTo>
                    <a:pt x="206848" y="416322"/>
                  </a:lnTo>
                  <a:lnTo>
                    <a:pt x="206918" y="415729"/>
                  </a:lnTo>
                  <a:lnTo>
                    <a:pt x="206787" y="415208"/>
                  </a:lnTo>
                  <a:lnTo>
                    <a:pt x="206609" y="414815"/>
                  </a:lnTo>
                  <a:lnTo>
                    <a:pt x="206513" y="414637"/>
                  </a:lnTo>
                  <a:lnTo>
                    <a:pt x="206234" y="414441"/>
                  </a:lnTo>
                  <a:lnTo>
                    <a:pt x="205866" y="414198"/>
                  </a:lnTo>
                  <a:lnTo>
                    <a:pt x="205696" y="413511"/>
                  </a:lnTo>
                  <a:lnTo>
                    <a:pt x="205699" y="413298"/>
                  </a:lnTo>
                  <a:lnTo>
                    <a:pt x="205759" y="412456"/>
                  </a:lnTo>
                  <a:lnTo>
                    <a:pt x="205969" y="412115"/>
                  </a:lnTo>
                  <a:lnTo>
                    <a:pt x="206008" y="411892"/>
                  </a:lnTo>
                  <a:lnTo>
                    <a:pt x="205842" y="411804"/>
                  </a:lnTo>
                  <a:lnTo>
                    <a:pt x="205635" y="411567"/>
                  </a:lnTo>
                  <a:lnTo>
                    <a:pt x="205557" y="411345"/>
                  </a:lnTo>
                  <a:lnTo>
                    <a:pt x="205780" y="410761"/>
                  </a:lnTo>
                  <a:lnTo>
                    <a:pt x="206148" y="409959"/>
                  </a:lnTo>
                  <a:lnTo>
                    <a:pt x="205919" y="409475"/>
                  </a:lnTo>
                  <a:lnTo>
                    <a:pt x="205322" y="409084"/>
                  </a:lnTo>
                  <a:lnTo>
                    <a:pt x="205275" y="408942"/>
                  </a:lnTo>
                  <a:lnTo>
                    <a:pt x="204877" y="408428"/>
                  </a:lnTo>
                  <a:lnTo>
                    <a:pt x="205039" y="407917"/>
                  </a:lnTo>
                  <a:lnTo>
                    <a:pt x="205279" y="407449"/>
                  </a:lnTo>
                  <a:lnTo>
                    <a:pt x="205562" y="407294"/>
                  </a:lnTo>
                  <a:lnTo>
                    <a:pt x="206033" y="407117"/>
                  </a:lnTo>
                  <a:lnTo>
                    <a:pt x="206145" y="406682"/>
                  </a:lnTo>
                  <a:lnTo>
                    <a:pt x="206150" y="406012"/>
                  </a:lnTo>
                  <a:lnTo>
                    <a:pt x="206193" y="405845"/>
                  </a:lnTo>
                  <a:lnTo>
                    <a:pt x="206294" y="405621"/>
                  </a:lnTo>
                  <a:lnTo>
                    <a:pt x="206123" y="405566"/>
                  </a:lnTo>
                  <a:lnTo>
                    <a:pt x="205762" y="405532"/>
                  </a:lnTo>
                  <a:lnTo>
                    <a:pt x="205438" y="405643"/>
                  </a:lnTo>
                  <a:lnTo>
                    <a:pt x="205104" y="405606"/>
                  </a:lnTo>
                  <a:lnTo>
                    <a:pt x="204275" y="405223"/>
                  </a:lnTo>
                  <a:lnTo>
                    <a:pt x="204266" y="405090"/>
                  </a:lnTo>
                  <a:lnTo>
                    <a:pt x="204332" y="404821"/>
                  </a:lnTo>
                  <a:lnTo>
                    <a:pt x="204417" y="404599"/>
                  </a:lnTo>
                  <a:lnTo>
                    <a:pt x="204516" y="404349"/>
                  </a:lnTo>
                  <a:lnTo>
                    <a:pt x="204531" y="403760"/>
                  </a:lnTo>
                  <a:lnTo>
                    <a:pt x="204491" y="403552"/>
                  </a:lnTo>
                  <a:lnTo>
                    <a:pt x="204560" y="403218"/>
                  </a:lnTo>
                  <a:lnTo>
                    <a:pt x="204736" y="402449"/>
                  </a:lnTo>
                  <a:lnTo>
                    <a:pt x="204572" y="402382"/>
                  </a:lnTo>
                  <a:lnTo>
                    <a:pt x="204226" y="402537"/>
                  </a:lnTo>
                  <a:lnTo>
                    <a:pt x="203761" y="402197"/>
                  </a:lnTo>
                  <a:lnTo>
                    <a:pt x="203707" y="401755"/>
                  </a:lnTo>
                  <a:lnTo>
                    <a:pt x="203739" y="401501"/>
                  </a:lnTo>
                  <a:lnTo>
                    <a:pt x="203280" y="401352"/>
                  </a:lnTo>
                  <a:lnTo>
                    <a:pt x="203065" y="401367"/>
                  </a:lnTo>
                  <a:lnTo>
                    <a:pt x="202647" y="401983"/>
                  </a:lnTo>
                  <a:lnTo>
                    <a:pt x="202335" y="402308"/>
                  </a:lnTo>
                  <a:lnTo>
                    <a:pt x="202053" y="402489"/>
                  </a:lnTo>
                  <a:lnTo>
                    <a:pt x="201846" y="402614"/>
                  </a:lnTo>
                  <a:lnTo>
                    <a:pt x="201111" y="402623"/>
                  </a:lnTo>
                  <a:lnTo>
                    <a:pt x="200403" y="402278"/>
                  </a:lnTo>
                  <a:lnTo>
                    <a:pt x="200313" y="402125"/>
                  </a:lnTo>
                  <a:lnTo>
                    <a:pt x="199691" y="401796"/>
                  </a:lnTo>
                  <a:lnTo>
                    <a:pt x="199492" y="401610"/>
                  </a:lnTo>
                  <a:lnTo>
                    <a:pt x="199283" y="400701"/>
                  </a:lnTo>
                  <a:lnTo>
                    <a:pt x="198853" y="400523"/>
                  </a:lnTo>
                  <a:lnTo>
                    <a:pt x="198638" y="400504"/>
                  </a:lnTo>
                  <a:lnTo>
                    <a:pt x="198404" y="400669"/>
                  </a:lnTo>
                  <a:lnTo>
                    <a:pt x="198385" y="400819"/>
                  </a:lnTo>
                  <a:lnTo>
                    <a:pt x="198097" y="401411"/>
                  </a:lnTo>
                  <a:lnTo>
                    <a:pt x="197409" y="401575"/>
                  </a:lnTo>
                  <a:lnTo>
                    <a:pt x="196928" y="401995"/>
                  </a:lnTo>
                  <a:lnTo>
                    <a:pt x="196821" y="402179"/>
                  </a:lnTo>
                  <a:lnTo>
                    <a:pt x="196823" y="402401"/>
                  </a:lnTo>
                  <a:lnTo>
                    <a:pt x="196835" y="402532"/>
                  </a:lnTo>
                  <a:lnTo>
                    <a:pt x="196135" y="403205"/>
                  </a:lnTo>
                  <a:lnTo>
                    <a:pt x="196037" y="403527"/>
                  </a:lnTo>
                  <a:lnTo>
                    <a:pt x="195794" y="403953"/>
                  </a:lnTo>
                  <a:lnTo>
                    <a:pt x="195368" y="404071"/>
                  </a:lnTo>
                  <a:lnTo>
                    <a:pt x="194862" y="404218"/>
                  </a:lnTo>
                  <a:lnTo>
                    <a:pt x="193664" y="405163"/>
                  </a:lnTo>
                  <a:lnTo>
                    <a:pt x="193041" y="405153"/>
                  </a:lnTo>
                  <a:lnTo>
                    <a:pt x="192628" y="405130"/>
                  </a:lnTo>
                  <a:lnTo>
                    <a:pt x="192330" y="405317"/>
                  </a:lnTo>
                  <a:lnTo>
                    <a:pt x="192166" y="405674"/>
                  </a:lnTo>
                  <a:lnTo>
                    <a:pt x="192299" y="406251"/>
                  </a:lnTo>
                  <a:lnTo>
                    <a:pt x="192186" y="406781"/>
                  </a:lnTo>
                  <a:lnTo>
                    <a:pt x="192225" y="406926"/>
                  </a:lnTo>
                  <a:lnTo>
                    <a:pt x="192341" y="407402"/>
                  </a:lnTo>
                  <a:lnTo>
                    <a:pt x="192245" y="407731"/>
                  </a:lnTo>
                  <a:lnTo>
                    <a:pt x="192030" y="407845"/>
                  </a:lnTo>
                  <a:lnTo>
                    <a:pt x="191983" y="408418"/>
                  </a:lnTo>
                  <a:lnTo>
                    <a:pt x="192034" y="409154"/>
                  </a:lnTo>
                  <a:lnTo>
                    <a:pt x="191745" y="409594"/>
                  </a:lnTo>
                  <a:lnTo>
                    <a:pt x="191447" y="409521"/>
                  </a:lnTo>
                  <a:lnTo>
                    <a:pt x="191147" y="409685"/>
                  </a:lnTo>
                  <a:lnTo>
                    <a:pt x="190931" y="409825"/>
                  </a:lnTo>
                  <a:lnTo>
                    <a:pt x="190194" y="410152"/>
                  </a:lnTo>
                  <a:lnTo>
                    <a:pt x="189913" y="410221"/>
                  </a:lnTo>
                  <a:lnTo>
                    <a:pt x="189401" y="409981"/>
                  </a:lnTo>
                  <a:lnTo>
                    <a:pt x="189045" y="410026"/>
                  </a:lnTo>
                  <a:lnTo>
                    <a:pt x="188705" y="410324"/>
                  </a:lnTo>
                  <a:lnTo>
                    <a:pt x="188135" y="410239"/>
                  </a:lnTo>
                  <a:lnTo>
                    <a:pt x="187923" y="410134"/>
                  </a:lnTo>
                  <a:lnTo>
                    <a:pt x="187760" y="410525"/>
                  </a:lnTo>
                  <a:lnTo>
                    <a:pt x="187453" y="410774"/>
                  </a:lnTo>
                  <a:lnTo>
                    <a:pt x="187351" y="410639"/>
                  </a:lnTo>
                  <a:lnTo>
                    <a:pt x="187402" y="410460"/>
                  </a:lnTo>
                  <a:lnTo>
                    <a:pt x="187546" y="410302"/>
                  </a:lnTo>
                  <a:lnTo>
                    <a:pt x="187732" y="409984"/>
                  </a:lnTo>
                  <a:lnTo>
                    <a:pt x="187663" y="409806"/>
                  </a:lnTo>
                  <a:lnTo>
                    <a:pt x="187608" y="409626"/>
                  </a:lnTo>
                  <a:lnTo>
                    <a:pt x="187691" y="409276"/>
                  </a:lnTo>
                  <a:lnTo>
                    <a:pt x="187790" y="408683"/>
                  </a:lnTo>
                  <a:lnTo>
                    <a:pt x="187621" y="408540"/>
                  </a:lnTo>
                  <a:lnTo>
                    <a:pt x="187379" y="408498"/>
                  </a:lnTo>
                  <a:lnTo>
                    <a:pt x="187222" y="408479"/>
                  </a:lnTo>
                  <a:lnTo>
                    <a:pt x="187004" y="408432"/>
                  </a:lnTo>
                  <a:lnTo>
                    <a:pt x="187146" y="407942"/>
                  </a:lnTo>
                  <a:lnTo>
                    <a:pt x="187287" y="407593"/>
                  </a:lnTo>
                  <a:lnTo>
                    <a:pt x="186596" y="406858"/>
                  </a:lnTo>
                  <a:lnTo>
                    <a:pt x="186434" y="406348"/>
                  </a:lnTo>
                  <a:lnTo>
                    <a:pt x="186496" y="405773"/>
                  </a:lnTo>
                  <a:lnTo>
                    <a:pt x="186484" y="405620"/>
                  </a:lnTo>
                  <a:lnTo>
                    <a:pt x="186307" y="404876"/>
                  </a:lnTo>
                  <a:lnTo>
                    <a:pt x="186526" y="404346"/>
                  </a:lnTo>
                  <a:lnTo>
                    <a:pt x="186818" y="403840"/>
                  </a:lnTo>
                  <a:lnTo>
                    <a:pt x="186757" y="403501"/>
                  </a:lnTo>
                  <a:lnTo>
                    <a:pt x="187128" y="403102"/>
                  </a:lnTo>
                  <a:lnTo>
                    <a:pt x="187291" y="402930"/>
                  </a:lnTo>
                  <a:lnTo>
                    <a:pt x="187487" y="402629"/>
                  </a:lnTo>
                  <a:lnTo>
                    <a:pt x="187292" y="402183"/>
                  </a:lnTo>
                  <a:lnTo>
                    <a:pt x="187548" y="401617"/>
                  </a:lnTo>
                  <a:lnTo>
                    <a:pt x="187713" y="401103"/>
                  </a:lnTo>
                  <a:lnTo>
                    <a:pt x="187931" y="400614"/>
                  </a:lnTo>
                  <a:lnTo>
                    <a:pt x="188160" y="400202"/>
                  </a:lnTo>
                  <a:lnTo>
                    <a:pt x="188178" y="399749"/>
                  </a:lnTo>
                  <a:lnTo>
                    <a:pt x="188525" y="399567"/>
                  </a:lnTo>
                  <a:lnTo>
                    <a:pt x="189041" y="399484"/>
                  </a:lnTo>
                  <a:lnTo>
                    <a:pt x="189255" y="399362"/>
                  </a:lnTo>
                  <a:lnTo>
                    <a:pt x="189385" y="399286"/>
                  </a:lnTo>
                  <a:lnTo>
                    <a:pt x="189622" y="399133"/>
                  </a:lnTo>
                  <a:lnTo>
                    <a:pt x="190127" y="398845"/>
                  </a:lnTo>
                  <a:lnTo>
                    <a:pt x="190319" y="398756"/>
                  </a:lnTo>
                  <a:lnTo>
                    <a:pt x="190841" y="398573"/>
                  </a:lnTo>
                  <a:lnTo>
                    <a:pt x="191106" y="398318"/>
                  </a:lnTo>
                  <a:lnTo>
                    <a:pt x="191597" y="398015"/>
                  </a:lnTo>
                  <a:lnTo>
                    <a:pt x="191973" y="397856"/>
                  </a:lnTo>
                  <a:lnTo>
                    <a:pt x="192481" y="397531"/>
                  </a:lnTo>
                  <a:lnTo>
                    <a:pt x="192591" y="396553"/>
                  </a:lnTo>
                  <a:lnTo>
                    <a:pt x="192454" y="396274"/>
                  </a:lnTo>
                  <a:lnTo>
                    <a:pt x="192325" y="395350"/>
                  </a:lnTo>
                  <a:lnTo>
                    <a:pt x="192155" y="394933"/>
                  </a:lnTo>
                  <a:lnTo>
                    <a:pt x="192505" y="394212"/>
                  </a:lnTo>
                  <a:lnTo>
                    <a:pt x="192775" y="394213"/>
                  </a:lnTo>
                  <a:lnTo>
                    <a:pt x="193007" y="394045"/>
                  </a:lnTo>
                  <a:lnTo>
                    <a:pt x="193159" y="393966"/>
                  </a:lnTo>
                  <a:lnTo>
                    <a:pt x="193380" y="393865"/>
                  </a:lnTo>
                  <a:lnTo>
                    <a:pt x="193773" y="393392"/>
                  </a:lnTo>
                  <a:lnTo>
                    <a:pt x="194162" y="392844"/>
                  </a:lnTo>
                  <a:lnTo>
                    <a:pt x="194238" y="392589"/>
                  </a:lnTo>
                  <a:lnTo>
                    <a:pt x="194368" y="392238"/>
                  </a:lnTo>
                  <a:lnTo>
                    <a:pt x="194607" y="391930"/>
                  </a:lnTo>
                  <a:lnTo>
                    <a:pt x="194931" y="391310"/>
                  </a:lnTo>
                  <a:lnTo>
                    <a:pt x="195310" y="390900"/>
                  </a:lnTo>
                  <a:lnTo>
                    <a:pt x="195482" y="390955"/>
                  </a:lnTo>
                  <a:lnTo>
                    <a:pt x="196311" y="391058"/>
                  </a:lnTo>
                  <a:lnTo>
                    <a:pt x="196597" y="390826"/>
                  </a:lnTo>
                  <a:lnTo>
                    <a:pt x="196826" y="390642"/>
                  </a:lnTo>
                  <a:lnTo>
                    <a:pt x="197233" y="390445"/>
                  </a:lnTo>
                  <a:lnTo>
                    <a:pt x="197964" y="389641"/>
                  </a:lnTo>
                  <a:lnTo>
                    <a:pt x="198062" y="389492"/>
                  </a:lnTo>
                  <a:lnTo>
                    <a:pt x="198208" y="388917"/>
                  </a:lnTo>
                  <a:lnTo>
                    <a:pt x="198345" y="388520"/>
                  </a:lnTo>
                  <a:lnTo>
                    <a:pt x="198497" y="388412"/>
                  </a:lnTo>
                  <a:lnTo>
                    <a:pt x="198728" y="388422"/>
                  </a:lnTo>
                  <a:lnTo>
                    <a:pt x="199288" y="388076"/>
                  </a:lnTo>
                  <a:lnTo>
                    <a:pt x="199416" y="387911"/>
                  </a:lnTo>
                  <a:lnTo>
                    <a:pt x="199668" y="387483"/>
                  </a:lnTo>
                  <a:lnTo>
                    <a:pt x="199748" y="387331"/>
                  </a:lnTo>
                  <a:lnTo>
                    <a:pt x="199698" y="386916"/>
                  </a:lnTo>
                  <a:lnTo>
                    <a:pt x="199689" y="386575"/>
                  </a:lnTo>
                  <a:lnTo>
                    <a:pt x="199827" y="386322"/>
                  </a:lnTo>
                  <a:lnTo>
                    <a:pt x="199936" y="386095"/>
                  </a:lnTo>
                  <a:lnTo>
                    <a:pt x="200392" y="385492"/>
                  </a:lnTo>
                  <a:lnTo>
                    <a:pt x="200518" y="385270"/>
                  </a:lnTo>
                  <a:lnTo>
                    <a:pt x="200574" y="385138"/>
                  </a:lnTo>
                  <a:lnTo>
                    <a:pt x="200795" y="384183"/>
                  </a:lnTo>
                  <a:lnTo>
                    <a:pt x="200815" y="383852"/>
                  </a:lnTo>
                  <a:lnTo>
                    <a:pt x="200625" y="383159"/>
                  </a:lnTo>
                  <a:lnTo>
                    <a:pt x="200553" y="382867"/>
                  </a:lnTo>
                  <a:lnTo>
                    <a:pt x="200651" y="382359"/>
                  </a:lnTo>
                  <a:lnTo>
                    <a:pt x="200679" y="382218"/>
                  </a:lnTo>
                  <a:lnTo>
                    <a:pt x="200865" y="381415"/>
                  </a:lnTo>
                  <a:lnTo>
                    <a:pt x="201040" y="381053"/>
                  </a:lnTo>
                  <a:lnTo>
                    <a:pt x="201296" y="380728"/>
                  </a:lnTo>
                  <a:lnTo>
                    <a:pt x="201369" y="380441"/>
                  </a:lnTo>
                  <a:lnTo>
                    <a:pt x="201214" y="380134"/>
                  </a:lnTo>
                  <a:lnTo>
                    <a:pt x="200749" y="379777"/>
                  </a:lnTo>
                  <a:lnTo>
                    <a:pt x="200433" y="379352"/>
                  </a:lnTo>
                  <a:lnTo>
                    <a:pt x="200116" y="378735"/>
                  </a:lnTo>
                  <a:lnTo>
                    <a:pt x="200092" y="378490"/>
                  </a:lnTo>
                  <a:lnTo>
                    <a:pt x="200161" y="378139"/>
                  </a:lnTo>
                  <a:lnTo>
                    <a:pt x="200233" y="377872"/>
                  </a:lnTo>
                  <a:lnTo>
                    <a:pt x="200332" y="377704"/>
                  </a:lnTo>
                  <a:lnTo>
                    <a:pt x="200420" y="377476"/>
                  </a:lnTo>
                  <a:lnTo>
                    <a:pt x="200425" y="377246"/>
                  </a:lnTo>
                  <a:lnTo>
                    <a:pt x="200081" y="376743"/>
                  </a:lnTo>
                  <a:lnTo>
                    <a:pt x="200043" y="376559"/>
                  </a:lnTo>
                  <a:lnTo>
                    <a:pt x="200043" y="376035"/>
                  </a:lnTo>
                  <a:lnTo>
                    <a:pt x="200011" y="375862"/>
                  </a:lnTo>
                  <a:lnTo>
                    <a:pt x="200009" y="375640"/>
                  </a:lnTo>
                  <a:lnTo>
                    <a:pt x="200058" y="375411"/>
                  </a:lnTo>
                  <a:lnTo>
                    <a:pt x="200400" y="374987"/>
                  </a:lnTo>
                  <a:lnTo>
                    <a:pt x="200986" y="374975"/>
                  </a:lnTo>
                  <a:lnTo>
                    <a:pt x="201258" y="375043"/>
                  </a:lnTo>
                  <a:lnTo>
                    <a:pt x="201563" y="375061"/>
                  </a:lnTo>
                  <a:lnTo>
                    <a:pt x="201760" y="374988"/>
                  </a:lnTo>
                  <a:lnTo>
                    <a:pt x="201920" y="374913"/>
                  </a:lnTo>
                  <a:lnTo>
                    <a:pt x="202368" y="374756"/>
                  </a:lnTo>
                  <a:lnTo>
                    <a:pt x="202845" y="374628"/>
                  </a:lnTo>
                  <a:lnTo>
                    <a:pt x="203063" y="374715"/>
                  </a:lnTo>
                  <a:lnTo>
                    <a:pt x="203713" y="374065"/>
                  </a:lnTo>
                  <a:lnTo>
                    <a:pt x="203675" y="373806"/>
                  </a:lnTo>
                  <a:lnTo>
                    <a:pt x="204109" y="373333"/>
                  </a:lnTo>
                  <a:lnTo>
                    <a:pt x="204254" y="373339"/>
                  </a:lnTo>
                  <a:lnTo>
                    <a:pt x="204486" y="373365"/>
                  </a:lnTo>
                  <a:lnTo>
                    <a:pt x="205261" y="373177"/>
                  </a:lnTo>
                  <a:lnTo>
                    <a:pt x="205131" y="372550"/>
                  </a:lnTo>
                  <a:lnTo>
                    <a:pt x="205116" y="371608"/>
                  </a:lnTo>
                  <a:lnTo>
                    <a:pt x="204597" y="371107"/>
                  </a:lnTo>
                  <a:lnTo>
                    <a:pt x="204565" y="370909"/>
                  </a:lnTo>
                  <a:lnTo>
                    <a:pt x="204566" y="370594"/>
                  </a:lnTo>
                  <a:lnTo>
                    <a:pt x="204674" y="370335"/>
                  </a:lnTo>
                  <a:lnTo>
                    <a:pt x="204942" y="370067"/>
                  </a:lnTo>
                  <a:lnTo>
                    <a:pt x="205240" y="369936"/>
                  </a:lnTo>
                  <a:lnTo>
                    <a:pt x="205426" y="369860"/>
                  </a:lnTo>
                  <a:lnTo>
                    <a:pt x="206271" y="369438"/>
                  </a:lnTo>
                  <a:lnTo>
                    <a:pt x="206554" y="369480"/>
                  </a:lnTo>
                  <a:lnTo>
                    <a:pt x="206985" y="369307"/>
                  </a:lnTo>
                  <a:lnTo>
                    <a:pt x="207089" y="368840"/>
                  </a:lnTo>
                  <a:lnTo>
                    <a:pt x="206248" y="368698"/>
                  </a:lnTo>
                  <a:lnTo>
                    <a:pt x="205998" y="368822"/>
                  </a:lnTo>
                  <a:lnTo>
                    <a:pt x="205807" y="368642"/>
                  </a:lnTo>
                  <a:lnTo>
                    <a:pt x="205704" y="368111"/>
                  </a:lnTo>
                  <a:lnTo>
                    <a:pt x="205438" y="368331"/>
                  </a:lnTo>
                  <a:lnTo>
                    <a:pt x="205251" y="368312"/>
                  </a:lnTo>
                  <a:lnTo>
                    <a:pt x="205040" y="368162"/>
                  </a:lnTo>
                  <a:lnTo>
                    <a:pt x="204755" y="368108"/>
                  </a:lnTo>
                  <a:lnTo>
                    <a:pt x="204165" y="368585"/>
                  </a:lnTo>
                  <a:lnTo>
                    <a:pt x="204022" y="368495"/>
                  </a:lnTo>
                  <a:lnTo>
                    <a:pt x="203657" y="368219"/>
                  </a:lnTo>
                  <a:lnTo>
                    <a:pt x="203492" y="368241"/>
                  </a:lnTo>
                  <a:lnTo>
                    <a:pt x="203174" y="368231"/>
                  </a:lnTo>
                  <a:lnTo>
                    <a:pt x="202822" y="368038"/>
                  </a:lnTo>
                  <a:lnTo>
                    <a:pt x="202808" y="367704"/>
                  </a:lnTo>
                  <a:lnTo>
                    <a:pt x="202583" y="367266"/>
                  </a:lnTo>
                  <a:lnTo>
                    <a:pt x="202243" y="367821"/>
                  </a:lnTo>
                  <a:lnTo>
                    <a:pt x="201982" y="367853"/>
                  </a:lnTo>
                  <a:lnTo>
                    <a:pt x="201622" y="367654"/>
                  </a:lnTo>
                  <a:lnTo>
                    <a:pt x="201294" y="367224"/>
                  </a:lnTo>
                  <a:lnTo>
                    <a:pt x="200926" y="367266"/>
                  </a:lnTo>
                  <a:lnTo>
                    <a:pt x="200713" y="367576"/>
                  </a:lnTo>
                  <a:lnTo>
                    <a:pt x="200526" y="367920"/>
                  </a:lnTo>
                  <a:lnTo>
                    <a:pt x="200369" y="367945"/>
                  </a:lnTo>
                  <a:lnTo>
                    <a:pt x="200019" y="368046"/>
                  </a:lnTo>
                  <a:lnTo>
                    <a:pt x="199926" y="368237"/>
                  </a:lnTo>
                  <a:lnTo>
                    <a:pt x="199646" y="368696"/>
                  </a:lnTo>
                  <a:lnTo>
                    <a:pt x="199390" y="369040"/>
                  </a:lnTo>
                  <a:lnTo>
                    <a:pt x="199479" y="369300"/>
                  </a:lnTo>
                  <a:lnTo>
                    <a:pt x="199370" y="369529"/>
                  </a:lnTo>
                  <a:lnTo>
                    <a:pt x="199190" y="369511"/>
                  </a:lnTo>
                  <a:lnTo>
                    <a:pt x="199084" y="369349"/>
                  </a:lnTo>
                  <a:lnTo>
                    <a:pt x="198633" y="369207"/>
                  </a:lnTo>
                  <a:lnTo>
                    <a:pt x="198117" y="369181"/>
                  </a:lnTo>
                  <a:lnTo>
                    <a:pt x="197741" y="368758"/>
                  </a:lnTo>
                  <a:lnTo>
                    <a:pt x="197742" y="368603"/>
                  </a:lnTo>
                  <a:lnTo>
                    <a:pt x="197632" y="368285"/>
                  </a:lnTo>
                  <a:lnTo>
                    <a:pt x="197243" y="367826"/>
                  </a:lnTo>
                  <a:lnTo>
                    <a:pt x="197009" y="367651"/>
                  </a:lnTo>
                  <a:lnTo>
                    <a:pt x="196818" y="367340"/>
                  </a:lnTo>
                  <a:lnTo>
                    <a:pt x="196824" y="367163"/>
                  </a:lnTo>
                  <a:lnTo>
                    <a:pt x="196861" y="366805"/>
                  </a:lnTo>
                  <a:lnTo>
                    <a:pt x="196575" y="366312"/>
                  </a:lnTo>
                  <a:lnTo>
                    <a:pt x="196479" y="365874"/>
                  </a:lnTo>
                  <a:lnTo>
                    <a:pt x="196128" y="365581"/>
                  </a:lnTo>
                  <a:lnTo>
                    <a:pt x="196188" y="365411"/>
                  </a:lnTo>
                  <a:lnTo>
                    <a:pt x="195883" y="365150"/>
                  </a:lnTo>
                  <a:lnTo>
                    <a:pt x="195664" y="364987"/>
                  </a:lnTo>
                  <a:lnTo>
                    <a:pt x="195671" y="364741"/>
                  </a:lnTo>
                  <a:lnTo>
                    <a:pt x="195766" y="364441"/>
                  </a:lnTo>
                  <a:lnTo>
                    <a:pt x="195985" y="364264"/>
                  </a:lnTo>
                  <a:lnTo>
                    <a:pt x="196131" y="363909"/>
                  </a:lnTo>
                  <a:lnTo>
                    <a:pt x="196347" y="363046"/>
                  </a:lnTo>
                  <a:lnTo>
                    <a:pt x="196356" y="362785"/>
                  </a:lnTo>
                  <a:lnTo>
                    <a:pt x="196424" y="362557"/>
                  </a:lnTo>
                  <a:lnTo>
                    <a:pt x="196646" y="362146"/>
                  </a:lnTo>
                  <a:lnTo>
                    <a:pt x="196861" y="361685"/>
                  </a:lnTo>
                  <a:lnTo>
                    <a:pt x="197092" y="361089"/>
                  </a:lnTo>
                  <a:lnTo>
                    <a:pt x="197249" y="360981"/>
                  </a:lnTo>
                  <a:lnTo>
                    <a:pt x="197919" y="360797"/>
                  </a:lnTo>
                  <a:lnTo>
                    <a:pt x="198352" y="361181"/>
                  </a:lnTo>
                  <a:lnTo>
                    <a:pt x="198434" y="360681"/>
                  </a:lnTo>
                  <a:lnTo>
                    <a:pt x="198355" y="360495"/>
                  </a:lnTo>
                  <a:lnTo>
                    <a:pt x="198101" y="360371"/>
                  </a:lnTo>
                  <a:lnTo>
                    <a:pt x="197929" y="360229"/>
                  </a:lnTo>
                  <a:lnTo>
                    <a:pt x="197814" y="360083"/>
                  </a:lnTo>
                  <a:lnTo>
                    <a:pt x="197737" y="359687"/>
                  </a:lnTo>
                  <a:lnTo>
                    <a:pt x="198014" y="358824"/>
                  </a:lnTo>
                  <a:lnTo>
                    <a:pt x="198226" y="358400"/>
                  </a:lnTo>
                  <a:lnTo>
                    <a:pt x="198537" y="357517"/>
                  </a:lnTo>
                  <a:lnTo>
                    <a:pt x="198024" y="356886"/>
                  </a:lnTo>
                  <a:lnTo>
                    <a:pt x="198136" y="356468"/>
                  </a:lnTo>
                  <a:lnTo>
                    <a:pt x="198388" y="356018"/>
                  </a:lnTo>
                  <a:lnTo>
                    <a:pt x="198632" y="355905"/>
                  </a:lnTo>
                  <a:lnTo>
                    <a:pt x="198735" y="355736"/>
                  </a:lnTo>
                  <a:lnTo>
                    <a:pt x="198512" y="354950"/>
                  </a:lnTo>
                  <a:lnTo>
                    <a:pt x="198588" y="354209"/>
                  </a:lnTo>
                  <a:lnTo>
                    <a:pt x="198956" y="353747"/>
                  </a:lnTo>
                  <a:lnTo>
                    <a:pt x="199234" y="353133"/>
                  </a:lnTo>
                  <a:lnTo>
                    <a:pt x="199427" y="352783"/>
                  </a:lnTo>
                  <a:lnTo>
                    <a:pt x="199348" y="352060"/>
                  </a:lnTo>
                  <a:lnTo>
                    <a:pt x="199269" y="351853"/>
                  </a:lnTo>
                  <a:lnTo>
                    <a:pt x="199216" y="351724"/>
                  </a:lnTo>
                  <a:lnTo>
                    <a:pt x="198842" y="351282"/>
                  </a:lnTo>
                  <a:lnTo>
                    <a:pt x="198290" y="351168"/>
                  </a:lnTo>
                  <a:lnTo>
                    <a:pt x="198170" y="351300"/>
                  </a:lnTo>
                  <a:lnTo>
                    <a:pt x="197826" y="351559"/>
                  </a:lnTo>
                  <a:lnTo>
                    <a:pt x="197682" y="351618"/>
                  </a:lnTo>
                  <a:lnTo>
                    <a:pt x="196876" y="351426"/>
                  </a:lnTo>
                  <a:lnTo>
                    <a:pt x="196668" y="351392"/>
                  </a:lnTo>
                  <a:lnTo>
                    <a:pt x="196542" y="351698"/>
                  </a:lnTo>
                  <a:lnTo>
                    <a:pt x="196328" y="351588"/>
                  </a:lnTo>
                  <a:lnTo>
                    <a:pt x="195910" y="350905"/>
                  </a:lnTo>
                  <a:lnTo>
                    <a:pt x="196108" y="350741"/>
                  </a:lnTo>
                  <a:lnTo>
                    <a:pt x="196123" y="350299"/>
                  </a:lnTo>
                  <a:lnTo>
                    <a:pt x="196074" y="349783"/>
                  </a:lnTo>
                  <a:lnTo>
                    <a:pt x="195504" y="349950"/>
                  </a:lnTo>
                  <a:lnTo>
                    <a:pt x="195296" y="349883"/>
                  </a:lnTo>
                  <a:lnTo>
                    <a:pt x="194954" y="349673"/>
                  </a:lnTo>
                  <a:lnTo>
                    <a:pt x="194745" y="349445"/>
                  </a:lnTo>
                  <a:lnTo>
                    <a:pt x="194508" y="349712"/>
                  </a:lnTo>
                  <a:lnTo>
                    <a:pt x="193644" y="349805"/>
                  </a:lnTo>
                  <a:lnTo>
                    <a:pt x="192998" y="349654"/>
                  </a:lnTo>
                  <a:lnTo>
                    <a:pt x="192751" y="349662"/>
                  </a:lnTo>
                  <a:lnTo>
                    <a:pt x="192171" y="349921"/>
                  </a:lnTo>
                  <a:lnTo>
                    <a:pt x="191972" y="349889"/>
                  </a:lnTo>
                  <a:lnTo>
                    <a:pt x="191836" y="349832"/>
                  </a:lnTo>
                  <a:lnTo>
                    <a:pt x="191245" y="349344"/>
                  </a:lnTo>
                  <a:lnTo>
                    <a:pt x="191075" y="349226"/>
                  </a:lnTo>
                  <a:lnTo>
                    <a:pt x="190898" y="349126"/>
                  </a:lnTo>
                  <a:lnTo>
                    <a:pt x="190692" y="349123"/>
                  </a:lnTo>
                  <a:lnTo>
                    <a:pt x="190220" y="349152"/>
                  </a:lnTo>
                  <a:lnTo>
                    <a:pt x="189747" y="348957"/>
                  </a:lnTo>
                  <a:lnTo>
                    <a:pt x="189796" y="348815"/>
                  </a:lnTo>
                  <a:lnTo>
                    <a:pt x="189758" y="348487"/>
                  </a:lnTo>
                  <a:lnTo>
                    <a:pt x="189536" y="348480"/>
                  </a:lnTo>
                  <a:lnTo>
                    <a:pt x="189246" y="348410"/>
                  </a:lnTo>
                  <a:lnTo>
                    <a:pt x="188459" y="348393"/>
                  </a:lnTo>
                  <a:lnTo>
                    <a:pt x="188201" y="348119"/>
                  </a:lnTo>
                  <a:lnTo>
                    <a:pt x="188297" y="347816"/>
                  </a:lnTo>
                  <a:lnTo>
                    <a:pt x="188339" y="347476"/>
                  </a:lnTo>
                  <a:lnTo>
                    <a:pt x="187997" y="347373"/>
                  </a:lnTo>
                  <a:lnTo>
                    <a:pt x="187745" y="347275"/>
                  </a:lnTo>
                  <a:lnTo>
                    <a:pt x="187576" y="346987"/>
                  </a:lnTo>
                  <a:lnTo>
                    <a:pt x="187525" y="346762"/>
                  </a:lnTo>
                  <a:lnTo>
                    <a:pt x="187460" y="346625"/>
                  </a:lnTo>
                  <a:lnTo>
                    <a:pt x="187100" y="346310"/>
                  </a:lnTo>
                  <a:lnTo>
                    <a:pt x="186682" y="346420"/>
                  </a:lnTo>
                  <a:lnTo>
                    <a:pt x="186388" y="346534"/>
                  </a:lnTo>
                  <a:lnTo>
                    <a:pt x="186205" y="346671"/>
                  </a:lnTo>
                  <a:lnTo>
                    <a:pt x="186148" y="347087"/>
                  </a:lnTo>
                  <a:lnTo>
                    <a:pt x="186206" y="347533"/>
                  </a:lnTo>
                  <a:lnTo>
                    <a:pt x="186107" y="347810"/>
                  </a:lnTo>
                  <a:lnTo>
                    <a:pt x="186072" y="348055"/>
                  </a:lnTo>
                  <a:lnTo>
                    <a:pt x="186045" y="348733"/>
                  </a:lnTo>
                  <a:lnTo>
                    <a:pt x="185905" y="348971"/>
                  </a:lnTo>
                  <a:lnTo>
                    <a:pt x="185643" y="349066"/>
                  </a:lnTo>
                  <a:lnTo>
                    <a:pt x="185309" y="349228"/>
                  </a:lnTo>
                  <a:lnTo>
                    <a:pt x="185678" y="349750"/>
                  </a:lnTo>
                  <a:lnTo>
                    <a:pt x="185795" y="350706"/>
                  </a:lnTo>
                  <a:lnTo>
                    <a:pt x="185670" y="351021"/>
                  </a:lnTo>
                  <a:lnTo>
                    <a:pt x="185116" y="352016"/>
                  </a:lnTo>
                  <a:lnTo>
                    <a:pt x="185194" y="351600"/>
                  </a:lnTo>
                  <a:lnTo>
                    <a:pt x="184905" y="351131"/>
                  </a:lnTo>
                  <a:lnTo>
                    <a:pt x="184471" y="351086"/>
                  </a:lnTo>
                  <a:lnTo>
                    <a:pt x="183725" y="351192"/>
                  </a:lnTo>
                  <a:lnTo>
                    <a:pt x="182945" y="351291"/>
                  </a:lnTo>
                  <a:lnTo>
                    <a:pt x="182691" y="351384"/>
                  </a:lnTo>
                  <a:lnTo>
                    <a:pt x="182309" y="351724"/>
                  </a:lnTo>
                  <a:lnTo>
                    <a:pt x="182127" y="351895"/>
                  </a:lnTo>
                  <a:lnTo>
                    <a:pt x="181811" y="352046"/>
                  </a:lnTo>
                  <a:lnTo>
                    <a:pt x="181556" y="352011"/>
                  </a:lnTo>
                  <a:lnTo>
                    <a:pt x="181395" y="351925"/>
                  </a:lnTo>
                  <a:lnTo>
                    <a:pt x="180950" y="351865"/>
                  </a:lnTo>
                  <a:lnTo>
                    <a:pt x="180367" y="351451"/>
                  </a:lnTo>
                  <a:lnTo>
                    <a:pt x="179518" y="351729"/>
                  </a:lnTo>
                  <a:lnTo>
                    <a:pt x="179211" y="352177"/>
                  </a:lnTo>
                  <a:lnTo>
                    <a:pt x="178915" y="352269"/>
                  </a:lnTo>
                  <a:lnTo>
                    <a:pt x="178356" y="351699"/>
                  </a:lnTo>
                  <a:lnTo>
                    <a:pt x="178247" y="351572"/>
                  </a:lnTo>
                  <a:lnTo>
                    <a:pt x="178094" y="351358"/>
                  </a:lnTo>
                  <a:lnTo>
                    <a:pt x="178352" y="350780"/>
                  </a:lnTo>
                  <a:lnTo>
                    <a:pt x="178522" y="350434"/>
                  </a:lnTo>
                  <a:lnTo>
                    <a:pt x="178622" y="349942"/>
                  </a:lnTo>
                  <a:lnTo>
                    <a:pt x="178562" y="349707"/>
                  </a:lnTo>
                  <a:lnTo>
                    <a:pt x="178330" y="349263"/>
                  </a:lnTo>
                  <a:lnTo>
                    <a:pt x="178080" y="349256"/>
                  </a:lnTo>
                  <a:lnTo>
                    <a:pt x="177771" y="349640"/>
                  </a:lnTo>
                  <a:lnTo>
                    <a:pt x="177718" y="349884"/>
                  </a:lnTo>
                  <a:lnTo>
                    <a:pt x="177571" y="350260"/>
                  </a:lnTo>
                  <a:lnTo>
                    <a:pt x="177030" y="350214"/>
                  </a:lnTo>
                  <a:lnTo>
                    <a:pt x="176867" y="349855"/>
                  </a:lnTo>
                  <a:lnTo>
                    <a:pt x="175971" y="349294"/>
                  </a:lnTo>
                  <a:lnTo>
                    <a:pt x="175222" y="349430"/>
                  </a:lnTo>
                  <a:lnTo>
                    <a:pt x="175028" y="349519"/>
                  </a:lnTo>
                  <a:lnTo>
                    <a:pt x="174772" y="349621"/>
                  </a:lnTo>
                  <a:lnTo>
                    <a:pt x="174368" y="349658"/>
                  </a:lnTo>
                  <a:lnTo>
                    <a:pt x="174291" y="349503"/>
                  </a:lnTo>
                  <a:lnTo>
                    <a:pt x="173749" y="349202"/>
                  </a:lnTo>
                  <a:lnTo>
                    <a:pt x="173554" y="349058"/>
                  </a:lnTo>
                  <a:lnTo>
                    <a:pt x="173650" y="348642"/>
                  </a:lnTo>
                  <a:lnTo>
                    <a:pt x="173494" y="348428"/>
                  </a:lnTo>
                  <a:lnTo>
                    <a:pt x="173272" y="348577"/>
                  </a:lnTo>
                  <a:lnTo>
                    <a:pt x="172628" y="349420"/>
                  </a:lnTo>
                  <a:lnTo>
                    <a:pt x="172117" y="350179"/>
                  </a:lnTo>
                  <a:lnTo>
                    <a:pt x="171516" y="350517"/>
                  </a:lnTo>
                  <a:lnTo>
                    <a:pt x="171021" y="350601"/>
                  </a:lnTo>
                  <a:lnTo>
                    <a:pt x="170957" y="350743"/>
                  </a:lnTo>
                  <a:lnTo>
                    <a:pt x="170809" y="350922"/>
                  </a:lnTo>
                  <a:lnTo>
                    <a:pt x="170712" y="351084"/>
                  </a:lnTo>
                  <a:lnTo>
                    <a:pt x="170690" y="351648"/>
                  </a:lnTo>
                  <a:lnTo>
                    <a:pt x="170795" y="351867"/>
                  </a:lnTo>
                  <a:lnTo>
                    <a:pt x="170904" y="352035"/>
                  </a:lnTo>
                  <a:lnTo>
                    <a:pt x="171050" y="352332"/>
                  </a:lnTo>
                  <a:lnTo>
                    <a:pt x="171045" y="352495"/>
                  </a:lnTo>
                  <a:lnTo>
                    <a:pt x="170873" y="353055"/>
                  </a:lnTo>
                  <a:lnTo>
                    <a:pt x="170633" y="353447"/>
                  </a:lnTo>
                  <a:lnTo>
                    <a:pt x="170281" y="353710"/>
                  </a:lnTo>
                  <a:lnTo>
                    <a:pt x="170048" y="354368"/>
                  </a:lnTo>
                  <a:lnTo>
                    <a:pt x="169599" y="354885"/>
                  </a:lnTo>
                  <a:lnTo>
                    <a:pt x="169231" y="355185"/>
                  </a:lnTo>
                  <a:lnTo>
                    <a:pt x="168587" y="355805"/>
                  </a:lnTo>
                  <a:lnTo>
                    <a:pt x="168447" y="355356"/>
                  </a:lnTo>
                  <a:lnTo>
                    <a:pt x="168052" y="355201"/>
                  </a:lnTo>
                  <a:lnTo>
                    <a:pt x="167874" y="355390"/>
                  </a:lnTo>
                  <a:lnTo>
                    <a:pt x="166917" y="356118"/>
                  </a:lnTo>
                  <a:lnTo>
                    <a:pt x="166419" y="356515"/>
                  </a:lnTo>
                  <a:lnTo>
                    <a:pt x="166025" y="356930"/>
                  </a:lnTo>
                  <a:lnTo>
                    <a:pt x="165954" y="357268"/>
                  </a:lnTo>
                  <a:lnTo>
                    <a:pt x="165549" y="357763"/>
                  </a:lnTo>
                  <a:lnTo>
                    <a:pt x="164980" y="358094"/>
                  </a:lnTo>
                  <a:lnTo>
                    <a:pt x="164836" y="358167"/>
                  </a:lnTo>
                  <a:lnTo>
                    <a:pt x="164703" y="358269"/>
                  </a:lnTo>
                  <a:lnTo>
                    <a:pt x="164550" y="358434"/>
                  </a:lnTo>
                  <a:lnTo>
                    <a:pt x="164281" y="358729"/>
                  </a:lnTo>
                  <a:lnTo>
                    <a:pt x="164131" y="358902"/>
                  </a:lnTo>
                  <a:lnTo>
                    <a:pt x="164115" y="359237"/>
                  </a:lnTo>
                  <a:lnTo>
                    <a:pt x="164132" y="359621"/>
                  </a:lnTo>
                  <a:lnTo>
                    <a:pt x="163664" y="359949"/>
                  </a:lnTo>
                  <a:lnTo>
                    <a:pt x="163346" y="360388"/>
                  </a:lnTo>
                  <a:lnTo>
                    <a:pt x="163368" y="360734"/>
                  </a:lnTo>
                  <a:lnTo>
                    <a:pt x="163475" y="360969"/>
                  </a:lnTo>
                  <a:lnTo>
                    <a:pt x="163471" y="361341"/>
                  </a:lnTo>
                  <a:lnTo>
                    <a:pt x="163309" y="361632"/>
                  </a:lnTo>
                  <a:lnTo>
                    <a:pt x="163082" y="362174"/>
                  </a:lnTo>
                  <a:lnTo>
                    <a:pt x="162870" y="362731"/>
                  </a:lnTo>
                  <a:lnTo>
                    <a:pt x="162730" y="363139"/>
                  </a:lnTo>
                  <a:lnTo>
                    <a:pt x="162600" y="363432"/>
                  </a:lnTo>
                  <a:lnTo>
                    <a:pt x="162372" y="363899"/>
                  </a:lnTo>
                  <a:lnTo>
                    <a:pt x="161934" y="364428"/>
                  </a:lnTo>
                  <a:lnTo>
                    <a:pt x="161457" y="364621"/>
                  </a:lnTo>
                  <a:lnTo>
                    <a:pt x="161029" y="364707"/>
                  </a:lnTo>
                  <a:lnTo>
                    <a:pt x="160843" y="364726"/>
                  </a:lnTo>
                  <a:lnTo>
                    <a:pt x="160618" y="364651"/>
                  </a:lnTo>
                  <a:lnTo>
                    <a:pt x="160186" y="364648"/>
                  </a:lnTo>
                  <a:lnTo>
                    <a:pt x="159854" y="364875"/>
                  </a:lnTo>
                  <a:lnTo>
                    <a:pt x="159375" y="364602"/>
                  </a:lnTo>
                  <a:lnTo>
                    <a:pt x="159215" y="364465"/>
                  </a:lnTo>
                  <a:lnTo>
                    <a:pt x="159228" y="363983"/>
                  </a:lnTo>
                  <a:lnTo>
                    <a:pt x="159339" y="363767"/>
                  </a:lnTo>
                  <a:lnTo>
                    <a:pt x="159408" y="363468"/>
                  </a:lnTo>
                  <a:lnTo>
                    <a:pt x="159020" y="363086"/>
                  </a:lnTo>
                  <a:lnTo>
                    <a:pt x="159127" y="362838"/>
                  </a:lnTo>
                  <a:lnTo>
                    <a:pt x="159066" y="362340"/>
                  </a:lnTo>
                  <a:lnTo>
                    <a:pt x="158934" y="362295"/>
                  </a:lnTo>
                  <a:lnTo>
                    <a:pt x="158689" y="361653"/>
                  </a:lnTo>
                  <a:lnTo>
                    <a:pt x="158036" y="361380"/>
                  </a:lnTo>
                  <a:lnTo>
                    <a:pt x="157755" y="361209"/>
                  </a:lnTo>
                  <a:lnTo>
                    <a:pt x="157668" y="361035"/>
                  </a:lnTo>
                  <a:lnTo>
                    <a:pt x="157426" y="360592"/>
                  </a:lnTo>
                  <a:lnTo>
                    <a:pt x="156897" y="360241"/>
                  </a:lnTo>
                  <a:lnTo>
                    <a:pt x="156753" y="360468"/>
                  </a:lnTo>
                  <a:lnTo>
                    <a:pt x="156252" y="361052"/>
                  </a:lnTo>
                  <a:lnTo>
                    <a:pt x="156088" y="361380"/>
                  </a:lnTo>
                  <a:lnTo>
                    <a:pt x="156013" y="361775"/>
                  </a:lnTo>
                  <a:lnTo>
                    <a:pt x="155848" y="362319"/>
                  </a:lnTo>
                  <a:lnTo>
                    <a:pt x="155625" y="362427"/>
                  </a:lnTo>
                  <a:lnTo>
                    <a:pt x="155287" y="362414"/>
                  </a:lnTo>
                  <a:lnTo>
                    <a:pt x="155028" y="362251"/>
                  </a:lnTo>
                  <a:lnTo>
                    <a:pt x="154828" y="361922"/>
                  </a:lnTo>
                  <a:lnTo>
                    <a:pt x="154619" y="361738"/>
                  </a:lnTo>
                  <a:lnTo>
                    <a:pt x="154179" y="361604"/>
                  </a:lnTo>
                  <a:lnTo>
                    <a:pt x="154052" y="361756"/>
                  </a:lnTo>
                  <a:lnTo>
                    <a:pt x="153941" y="361920"/>
                  </a:lnTo>
                  <a:lnTo>
                    <a:pt x="153911" y="362050"/>
                  </a:lnTo>
                  <a:lnTo>
                    <a:pt x="153312" y="361773"/>
                  </a:lnTo>
                  <a:lnTo>
                    <a:pt x="153224" y="361521"/>
                  </a:lnTo>
                  <a:lnTo>
                    <a:pt x="152802" y="361367"/>
                  </a:lnTo>
                  <a:lnTo>
                    <a:pt x="152610" y="361346"/>
                  </a:lnTo>
                  <a:lnTo>
                    <a:pt x="152197" y="361371"/>
                  </a:lnTo>
                  <a:lnTo>
                    <a:pt x="152244" y="361073"/>
                  </a:lnTo>
                  <a:lnTo>
                    <a:pt x="152450" y="360649"/>
                  </a:lnTo>
                  <a:lnTo>
                    <a:pt x="152462" y="360293"/>
                  </a:lnTo>
                  <a:lnTo>
                    <a:pt x="152428" y="360053"/>
                  </a:lnTo>
                  <a:lnTo>
                    <a:pt x="152387" y="359763"/>
                  </a:lnTo>
                  <a:lnTo>
                    <a:pt x="152640" y="359067"/>
                  </a:lnTo>
                  <a:lnTo>
                    <a:pt x="152694" y="358850"/>
                  </a:lnTo>
                  <a:lnTo>
                    <a:pt x="152771" y="358718"/>
                  </a:lnTo>
                  <a:lnTo>
                    <a:pt x="152882" y="358581"/>
                  </a:lnTo>
                  <a:lnTo>
                    <a:pt x="152970" y="358408"/>
                  </a:lnTo>
                  <a:lnTo>
                    <a:pt x="153184" y="357870"/>
                  </a:lnTo>
                  <a:lnTo>
                    <a:pt x="153366" y="357514"/>
                  </a:lnTo>
                  <a:lnTo>
                    <a:pt x="153476" y="357339"/>
                  </a:lnTo>
                  <a:lnTo>
                    <a:pt x="153393" y="357139"/>
                  </a:lnTo>
                  <a:lnTo>
                    <a:pt x="153248" y="356805"/>
                  </a:lnTo>
                  <a:lnTo>
                    <a:pt x="153115" y="356556"/>
                  </a:lnTo>
                  <a:lnTo>
                    <a:pt x="153180" y="356159"/>
                  </a:lnTo>
                  <a:lnTo>
                    <a:pt x="153268" y="355979"/>
                  </a:lnTo>
                  <a:lnTo>
                    <a:pt x="153238" y="355698"/>
                  </a:lnTo>
                  <a:lnTo>
                    <a:pt x="152492" y="355889"/>
                  </a:lnTo>
                  <a:lnTo>
                    <a:pt x="152280" y="355928"/>
                  </a:lnTo>
                  <a:lnTo>
                    <a:pt x="151867" y="355738"/>
                  </a:lnTo>
                  <a:lnTo>
                    <a:pt x="151415" y="355824"/>
                  </a:lnTo>
                  <a:lnTo>
                    <a:pt x="151285" y="356038"/>
                  </a:lnTo>
                  <a:lnTo>
                    <a:pt x="151144" y="356038"/>
                  </a:lnTo>
                  <a:lnTo>
                    <a:pt x="150613" y="355936"/>
                  </a:lnTo>
                  <a:lnTo>
                    <a:pt x="150592" y="355720"/>
                  </a:lnTo>
                  <a:lnTo>
                    <a:pt x="150351" y="355265"/>
                  </a:lnTo>
                  <a:lnTo>
                    <a:pt x="150150" y="355077"/>
                  </a:lnTo>
                  <a:lnTo>
                    <a:pt x="149942" y="355030"/>
                  </a:lnTo>
                  <a:lnTo>
                    <a:pt x="149191" y="355235"/>
                  </a:lnTo>
                  <a:lnTo>
                    <a:pt x="148889" y="354834"/>
                  </a:lnTo>
                  <a:lnTo>
                    <a:pt x="148810" y="354703"/>
                  </a:lnTo>
                  <a:lnTo>
                    <a:pt x="148700" y="354559"/>
                  </a:lnTo>
                  <a:lnTo>
                    <a:pt x="148350" y="354423"/>
                  </a:lnTo>
                  <a:lnTo>
                    <a:pt x="148121" y="354768"/>
                  </a:lnTo>
                  <a:lnTo>
                    <a:pt x="147849" y="355123"/>
                  </a:lnTo>
                  <a:lnTo>
                    <a:pt x="147640" y="355383"/>
                  </a:lnTo>
                  <a:lnTo>
                    <a:pt x="147113" y="355934"/>
                  </a:lnTo>
                  <a:lnTo>
                    <a:pt x="146950" y="356076"/>
                  </a:lnTo>
                  <a:lnTo>
                    <a:pt x="146742" y="356118"/>
                  </a:lnTo>
                  <a:lnTo>
                    <a:pt x="146214" y="356502"/>
                  </a:lnTo>
                  <a:lnTo>
                    <a:pt x="146082" y="357393"/>
                  </a:lnTo>
                  <a:lnTo>
                    <a:pt x="146072" y="357760"/>
                  </a:lnTo>
                  <a:lnTo>
                    <a:pt x="145799" y="358392"/>
                  </a:lnTo>
                  <a:lnTo>
                    <a:pt x="145464" y="359082"/>
                  </a:lnTo>
                  <a:lnTo>
                    <a:pt x="145337" y="360149"/>
                  </a:lnTo>
                  <a:lnTo>
                    <a:pt x="145348" y="360465"/>
                  </a:lnTo>
                  <a:lnTo>
                    <a:pt x="145338" y="360604"/>
                  </a:lnTo>
                  <a:lnTo>
                    <a:pt x="145249" y="360980"/>
                  </a:lnTo>
                  <a:lnTo>
                    <a:pt x="145086" y="361240"/>
                  </a:lnTo>
                  <a:lnTo>
                    <a:pt x="144581" y="361862"/>
                  </a:lnTo>
                  <a:lnTo>
                    <a:pt x="144416" y="361969"/>
                  </a:lnTo>
                  <a:lnTo>
                    <a:pt x="144278" y="361959"/>
                  </a:lnTo>
                  <a:lnTo>
                    <a:pt x="143606" y="361873"/>
                  </a:lnTo>
                  <a:lnTo>
                    <a:pt x="142849" y="361629"/>
                  </a:lnTo>
                  <a:lnTo>
                    <a:pt x="142646" y="361450"/>
                  </a:lnTo>
                  <a:lnTo>
                    <a:pt x="142345" y="361224"/>
                  </a:lnTo>
                  <a:lnTo>
                    <a:pt x="142021" y="361607"/>
                  </a:lnTo>
                  <a:lnTo>
                    <a:pt x="141861" y="362026"/>
                  </a:lnTo>
                  <a:lnTo>
                    <a:pt x="141458" y="362665"/>
                  </a:lnTo>
                  <a:lnTo>
                    <a:pt x="141302" y="363482"/>
                  </a:lnTo>
                  <a:lnTo>
                    <a:pt x="141432" y="363821"/>
                  </a:lnTo>
                  <a:lnTo>
                    <a:pt x="141655" y="363890"/>
                  </a:lnTo>
                  <a:lnTo>
                    <a:pt x="141792" y="363928"/>
                  </a:lnTo>
                  <a:lnTo>
                    <a:pt x="142276" y="364190"/>
                  </a:lnTo>
                  <a:lnTo>
                    <a:pt x="142426" y="364296"/>
                  </a:lnTo>
                  <a:lnTo>
                    <a:pt x="142345" y="364435"/>
                  </a:lnTo>
                  <a:lnTo>
                    <a:pt x="142271" y="364617"/>
                  </a:lnTo>
                  <a:lnTo>
                    <a:pt x="142262" y="365206"/>
                  </a:lnTo>
                  <a:lnTo>
                    <a:pt x="142335" y="365369"/>
                  </a:lnTo>
                  <a:lnTo>
                    <a:pt x="142475" y="365927"/>
                  </a:lnTo>
                  <a:lnTo>
                    <a:pt x="142538" y="366268"/>
                  </a:lnTo>
                  <a:lnTo>
                    <a:pt x="142826" y="366551"/>
                  </a:lnTo>
                  <a:lnTo>
                    <a:pt x="142974" y="366792"/>
                  </a:lnTo>
                  <a:lnTo>
                    <a:pt x="142639" y="367525"/>
                  </a:lnTo>
                  <a:lnTo>
                    <a:pt x="142527" y="367779"/>
                  </a:lnTo>
                  <a:lnTo>
                    <a:pt x="142492" y="368380"/>
                  </a:lnTo>
                  <a:lnTo>
                    <a:pt x="141984" y="368522"/>
                  </a:lnTo>
                  <a:lnTo>
                    <a:pt x="141251" y="368819"/>
                  </a:lnTo>
                  <a:lnTo>
                    <a:pt x="140900" y="368829"/>
                  </a:lnTo>
                  <a:lnTo>
                    <a:pt x="140648" y="368631"/>
                  </a:lnTo>
                  <a:lnTo>
                    <a:pt x="140566" y="368474"/>
                  </a:lnTo>
                  <a:lnTo>
                    <a:pt x="140581" y="367989"/>
                  </a:lnTo>
                  <a:lnTo>
                    <a:pt x="140416" y="367977"/>
                  </a:lnTo>
                  <a:lnTo>
                    <a:pt x="139807" y="368005"/>
                  </a:lnTo>
                  <a:lnTo>
                    <a:pt x="139550" y="368090"/>
                  </a:lnTo>
                  <a:lnTo>
                    <a:pt x="139384" y="368137"/>
                  </a:lnTo>
                  <a:lnTo>
                    <a:pt x="138392" y="368103"/>
                  </a:lnTo>
                  <a:lnTo>
                    <a:pt x="138202" y="368216"/>
                  </a:lnTo>
                  <a:lnTo>
                    <a:pt x="137751" y="368504"/>
                  </a:lnTo>
                  <a:lnTo>
                    <a:pt x="137404" y="368323"/>
                  </a:lnTo>
                  <a:lnTo>
                    <a:pt x="137212" y="367970"/>
                  </a:lnTo>
                  <a:lnTo>
                    <a:pt x="137194" y="367780"/>
                  </a:lnTo>
                  <a:lnTo>
                    <a:pt x="137717" y="367338"/>
                  </a:lnTo>
                  <a:lnTo>
                    <a:pt x="137541" y="366991"/>
                  </a:lnTo>
                  <a:lnTo>
                    <a:pt x="137396" y="366874"/>
                  </a:lnTo>
                  <a:lnTo>
                    <a:pt x="137191" y="366583"/>
                  </a:lnTo>
                  <a:lnTo>
                    <a:pt x="137459" y="365950"/>
                  </a:lnTo>
                  <a:lnTo>
                    <a:pt x="137627" y="365741"/>
                  </a:lnTo>
                  <a:lnTo>
                    <a:pt x="137796" y="365365"/>
                  </a:lnTo>
                  <a:lnTo>
                    <a:pt x="137838" y="365060"/>
                  </a:lnTo>
                  <a:lnTo>
                    <a:pt x="137980" y="365135"/>
                  </a:lnTo>
                  <a:lnTo>
                    <a:pt x="138385" y="365217"/>
                  </a:lnTo>
                  <a:lnTo>
                    <a:pt x="138621" y="364750"/>
                  </a:lnTo>
                  <a:lnTo>
                    <a:pt x="138744" y="364385"/>
                  </a:lnTo>
                  <a:lnTo>
                    <a:pt x="138815" y="364250"/>
                  </a:lnTo>
                  <a:lnTo>
                    <a:pt x="139082" y="363800"/>
                  </a:lnTo>
                  <a:lnTo>
                    <a:pt x="139179" y="363555"/>
                  </a:lnTo>
                  <a:lnTo>
                    <a:pt x="138625" y="362957"/>
                  </a:lnTo>
                  <a:lnTo>
                    <a:pt x="138293" y="362572"/>
                  </a:lnTo>
                  <a:lnTo>
                    <a:pt x="138035" y="362956"/>
                  </a:lnTo>
                  <a:lnTo>
                    <a:pt x="138131" y="363317"/>
                  </a:lnTo>
                  <a:lnTo>
                    <a:pt x="137941" y="363315"/>
                  </a:lnTo>
                  <a:lnTo>
                    <a:pt x="137652" y="362934"/>
                  </a:lnTo>
                  <a:lnTo>
                    <a:pt x="137382" y="362370"/>
                  </a:lnTo>
                  <a:lnTo>
                    <a:pt x="137189" y="362369"/>
                  </a:lnTo>
                  <a:lnTo>
                    <a:pt x="136838" y="362509"/>
                  </a:lnTo>
                  <a:lnTo>
                    <a:pt x="136600" y="362643"/>
                  </a:lnTo>
                  <a:lnTo>
                    <a:pt x="136222" y="362538"/>
                  </a:lnTo>
                  <a:lnTo>
                    <a:pt x="136071" y="362244"/>
                  </a:lnTo>
                  <a:lnTo>
                    <a:pt x="136112" y="361782"/>
                  </a:lnTo>
                  <a:lnTo>
                    <a:pt x="136156" y="361601"/>
                  </a:lnTo>
                  <a:lnTo>
                    <a:pt x="136075" y="361080"/>
                  </a:lnTo>
                  <a:lnTo>
                    <a:pt x="135659" y="360925"/>
                  </a:lnTo>
                  <a:lnTo>
                    <a:pt x="135401" y="360901"/>
                  </a:lnTo>
                  <a:lnTo>
                    <a:pt x="135128" y="361007"/>
                  </a:lnTo>
                  <a:lnTo>
                    <a:pt x="134698" y="361587"/>
                  </a:lnTo>
                  <a:lnTo>
                    <a:pt x="134186" y="362119"/>
                  </a:lnTo>
                  <a:lnTo>
                    <a:pt x="133979" y="362181"/>
                  </a:lnTo>
                  <a:lnTo>
                    <a:pt x="133729" y="362244"/>
                  </a:lnTo>
                  <a:lnTo>
                    <a:pt x="133504" y="362503"/>
                  </a:lnTo>
                  <a:lnTo>
                    <a:pt x="133197" y="362675"/>
                  </a:lnTo>
                  <a:lnTo>
                    <a:pt x="133026" y="362373"/>
                  </a:lnTo>
                  <a:lnTo>
                    <a:pt x="132791" y="362185"/>
                  </a:lnTo>
                  <a:lnTo>
                    <a:pt x="132536" y="362099"/>
                  </a:lnTo>
                  <a:lnTo>
                    <a:pt x="132373" y="362123"/>
                  </a:lnTo>
                  <a:lnTo>
                    <a:pt x="132089" y="362327"/>
                  </a:lnTo>
                  <a:lnTo>
                    <a:pt x="132060" y="362716"/>
                  </a:lnTo>
                  <a:lnTo>
                    <a:pt x="132063" y="363159"/>
                  </a:lnTo>
                  <a:lnTo>
                    <a:pt x="131720" y="363410"/>
                  </a:lnTo>
                  <a:lnTo>
                    <a:pt x="131041" y="363209"/>
                  </a:lnTo>
                  <a:lnTo>
                    <a:pt x="130741" y="362998"/>
                  </a:lnTo>
                  <a:lnTo>
                    <a:pt x="130705" y="362658"/>
                  </a:lnTo>
                  <a:lnTo>
                    <a:pt x="130439" y="362441"/>
                  </a:lnTo>
                  <a:lnTo>
                    <a:pt x="130268" y="362348"/>
                  </a:lnTo>
                  <a:lnTo>
                    <a:pt x="130164" y="362170"/>
                  </a:lnTo>
                  <a:lnTo>
                    <a:pt x="130138" y="362025"/>
                  </a:lnTo>
                  <a:lnTo>
                    <a:pt x="129984" y="361795"/>
                  </a:lnTo>
                  <a:lnTo>
                    <a:pt x="129555" y="361779"/>
                  </a:lnTo>
                  <a:lnTo>
                    <a:pt x="129418" y="361541"/>
                  </a:lnTo>
                  <a:lnTo>
                    <a:pt x="129460" y="361109"/>
                  </a:lnTo>
                  <a:lnTo>
                    <a:pt x="129134" y="361090"/>
                  </a:lnTo>
                  <a:lnTo>
                    <a:pt x="128665" y="360938"/>
                  </a:lnTo>
                  <a:lnTo>
                    <a:pt x="128430" y="360762"/>
                  </a:lnTo>
                  <a:lnTo>
                    <a:pt x="128457" y="360621"/>
                  </a:lnTo>
                  <a:lnTo>
                    <a:pt x="128379" y="360231"/>
                  </a:lnTo>
                  <a:lnTo>
                    <a:pt x="128301" y="359967"/>
                  </a:lnTo>
                  <a:lnTo>
                    <a:pt x="128322" y="359291"/>
                  </a:lnTo>
                  <a:lnTo>
                    <a:pt x="128330" y="359135"/>
                  </a:lnTo>
                  <a:lnTo>
                    <a:pt x="128530" y="358873"/>
                  </a:lnTo>
                  <a:lnTo>
                    <a:pt x="128762" y="359089"/>
                  </a:lnTo>
                  <a:lnTo>
                    <a:pt x="128920" y="359148"/>
                  </a:lnTo>
                  <a:lnTo>
                    <a:pt x="129320" y="358809"/>
                  </a:lnTo>
                  <a:lnTo>
                    <a:pt x="129950" y="358926"/>
                  </a:lnTo>
                  <a:lnTo>
                    <a:pt x="130233" y="358844"/>
                  </a:lnTo>
                  <a:lnTo>
                    <a:pt x="130457" y="358730"/>
                  </a:lnTo>
                  <a:lnTo>
                    <a:pt x="130731" y="358148"/>
                  </a:lnTo>
                  <a:lnTo>
                    <a:pt x="130821" y="357511"/>
                  </a:lnTo>
                  <a:lnTo>
                    <a:pt x="130518" y="357307"/>
                  </a:lnTo>
                  <a:lnTo>
                    <a:pt x="130267" y="356831"/>
                  </a:lnTo>
                  <a:lnTo>
                    <a:pt x="130106" y="356629"/>
                  </a:lnTo>
                  <a:lnTo>
                    <a:pt x="129911" y="356801"/>
                  </a:lnTo>
                  <a:lnTo>
                    <a:pt x="129289" y="356618"/>
                  </a:lnTo>
                  <a:lnTo>
                    <a:pt x="129088" y="356157"/>
                  </a:lnTo>
                  <a:lnTo>
                    <a:pt x="129144" y="355498"/>
                  </a:lnTo>
                  <a:lnTo>
                    <a:pt x="128810" y="355009"/>
                  </a:lnTo>
                  <a:lnTo>
                    <a:pt x="129120" y="354602"/>
                  </a:lnTo>
                  <a:lnTo>
                    <a:pt x="129285" y="354344"/>
                  </a:lnTo>
                  <a:lnTo>
                    <a:pt x="129162" y="354164"/>
                  </a:lnTo>
                  <a:lnTo>
                    <a:pt x="128909" y="354046"/>
                  </a:lnTo>
                  <a:lnTo>
                    <a:pt x="128442" y="353771"/>
                  </a:lnTo>
                  <a:lnTo>
                    <a:pt x="128466" y="353587"/>
                  </a:lnTo>
                  <a:lnTo>
                    <a:pt x="128483" y="353259"/>
                  </a:lnTo>
                  <a:lnTo>
                    <a:pt x="128144" y="352751"/>
                  </a:lnTo>
                  <a:lnTo>
                    <a:pt x="127907" y="352381"/>
                  </a:lnTo>
                  <a:lnTo>
                    <a:pt x="128087" y="352168"/>
                  </a:lnTo>
                  <a:lnTo>
                    <a:pt x="128270" y="352005"/>
                  </a:lnTo>
                  <a:lnTo>
                    <a:pt x="128446" y="351745"/>
                  </a:lnTo>
                  <a:lnTo>
                    <a:pt x="128626" y="351223"/>
                  </a:lnTo>
                  <a:lnTo>
                    <a:pt x="128617" y="351013"/>
                  </a:lnTo>
                  <a:lnTo>
                    <a:pt x="128697" y="350820"/>
                  </a:lnTo>
                  <a:lnTo>
                    <a:pt x="128799" y="350646"/>
                  </a:lnTo>
                  <a:lnTo>
                    <a:pt x="129014" y="350338"/>
                  </a:lnTo>
                  <a:lnTo>
                    <a:pt x="129344" y="349941"/>
                  </a:lnTo>
                  <a:lnTo>
                    <a:pt x="129262" y="349727"/>
                  </a:lnTo>
                  <a:lnTo>
                    <a:pt x="128942" y="349414"/>
                  </a:lnTo>
                  <a:lnTo>
                    <a:pt x="128775" y="349452"/>
                  </a:lnTo>
                  <a:lnTo>
                    <a:pt x="128488" y="349648"/>
                  </a:lnTo>
                  <a:lnTo>
                    <a:pt x="128297" y="349785"/>
                  </a:lnTo>
                  <a:lnTo>
                    <a:pt x="128143" y="349944"/>
                  </a:lnTo>
                  <a:lnTo>
                    <a:pt x="128173" y="350117"/>
                  </a:lnTo>
                  <a:lnTo>
                    <a:pt x="128122" y="350283"/>
                  </a:lnTo>
                  <a:lnTo>
                    <a:pt x="127970" y="350458"/>
                  </a:lnTo>
                  <a:lnTo>
                    <a:pt x="127772" y="350579"/>
                  </a:lnTo>
                  <a:lnTo>
                    <a:pt x="127570" y="350641"/>
                  </a:lnTo>
                  <a:lnTo>
                    <a:pt x="127090" y="350578"/>
                  </a:lnTo>
                  <a:lnTo>
                    <a:pt x="125918" y="350770"/>
                  </a:lnTo>
                  <a:lnTo>
                    <a:pt x="125390" y="351001"/>
                  </a:lnTo>
                  <a:lnTo>
                    <a:pt x="125014" y="351250"/>
                  </a:lnTo>
                  <a:lnTo>
                    <a:pt x="124667" y="351462"/>
                  </a:lnTo>
                  <a:lnTo>
                    <a:pt x="124474" y="351559"/>
                  </a:lnTo>
                  <a:lnTo>
                    <a:pt x="124055" y="351391"/>
                  </a:lnTo>
                  <a:lnTo>
                    <a:pt x="123966" y="351148"/>
                  </a:lnTo>
                  <a:lnTo>
                    <a:pt x="123547" y="350478"/>
                  </a:lnTo>
                  <a:lnTo>
                    <a:pt x="123295" y="350416"/>
                  </a:lnTo>
                  <a:lnTo>
                    <a:pt x="123016" y="350434"/>
                  </a:lnTo>
                  <a:lnTo>
                    <a:pt x="122688" y="350311"/>
                  </a:lnTo>
                  <a:lnTo>
                    <a:pt x="122104" y="350327"/>
                  </a:lnTo>
                  <a:lnTo>
                    <a:pt x="121790" y="350090"/>
                  </a:lnTo>
                  <a:lnTo>
                    <a:pt x="121801" y="349865"/>
                  </a:lnTo>
                  <a:lnTo>
                    <a:pt x="121829" y="349574"/>
                  </a:lnTo>
                  <a:lnTo>
                    <a:pt x="121794" y="349413"/>
                  </a:lnTo>
                  <a:lnTo>
                    <a:pt x="121693" y="349006"/>
                  </a:lnTo>
                  <a:lnTo>
                    <a:pt x="121564" y="348780"/>
                  </a:lnTo>
                  <a:lnTo>
                    <a:pt x="121514" y="348610"/>
                  </a:lnTo>
                  <a:lnTo>
                    <a:pt x="121669" y="348310"/>
                  </a:lnTo>
                  <a:lnTo>
                    <a:pt x="121915" y="348093"/>
                  </a:lnTo>
                  <a:lnTo>
                    <a:pt x="122364" y="348097"/>
                  </a:lnTo>
                  <a:lnTo>
                    <a:pt x="122573" y="347772"/>
                  </a:lnTo>
                  <a:lnTo>
                    <a:pt x="122480" y="347205"/>
                  </a:lnTo>
                  <a:lnTo>
                    <a:pt x="122357" y="346778"/>
                  </a:lnTo>
                  <a:lnTo>
                    <a:pt x="122660" y="346210"/>
                  </a:lnTo>
                  <a:lnTo>
                    <a:pt x="123084" y="346166"/>
                  </a:lnTo>
                  <a:lnTo>
                    <a:pt x="123178" y="345790"/>
                  </a:lnTo>
                  <a:lnTo>
                    <a:pt x="123171" y="345578"/>
                  </a:lnTo>
                  <a:lnTo>
                    <a:pt x="123264" y="345149"/>
                  </a:lnTo>
                  <a:lnTo>
                    <a:pt x="123369" y="344958"/>
                  </a:lnTo>
                  <a:lnTo>
                    <a:pt x="123667" y="344566"/>
                  </a:lnTo>
                  <a:lnTo>
                    <a:pt x="123923" y="344215"/>
                  </a:lnTo>
                  <a:lnTo>
                    <a:pt x="124289" y="343876"/>
                  </a:lnTo>
                  <a:lnTo>
                    <a:pt x="124416" y="343695"/>
                  </a:lnTo>
                  <a:lnTo>
                    <a:pt x="124581" y="343629"/>
                  </a:lnTo>
                  <a:lnTo>
                    <a:pt x="124858" y="343568"/>
                  </a:lnTo>
                  <a:lnTo>
                    <a:pt x="125670" y="343077"/>
                  </a:lnTo>
                  <a:lnTo>
                    <a:pt x="125805" y="342827"/>
                  </a:lnTo>
                  <a:lnTo>
                    <a:pt x="125201" y="342705"/>
                  </a:lnTo>
                  <a:lnTo>
                    <a:pt x="125065" y="342217"/>
                  </a:lnTo>
                  <a:lnTo>
                    <a:pt x="125473" y="341771"/>
                  </a:lnTo>
                  <a:lnTo>
                    <a:pt x="125790" y="341597"/>
                  </a:lnTo>
                  <a:lnTo>
                    <a:pt x="126086" y="341314"/>
                  </a:lnTo>
                  <a:lnTo>
                    <a:pt x="125675" y="340750"/>
                  </a:lnTo>
                  <a:lnTo>
                    <a:pt x="125678" y="340351"/>
                  </a:lnTo>
                  <a:lnTo>
                    <a:pt x="125999" y="340139"/>
                  </a:lnTo>
                  <a:lnTo>
                    <a:pt x="126244" y="340003"/>
                  </a:lnTo>
                  <a:lnTo>
                    <a:pt x="126616" y="339861"/>
                  </a:lnTo>
                  <a:lnTo>
                    <a:pt x="126869" y="339513"/>
                  </a:lnTo>
                  <a:lnTo>
                    <a:pt x="126348" y="338640"/>
                  </a:lnTo>
                  <a:lnTo>
                    <a:pt x="126377" y="338508"/>
                  </a:lnTo>
                  <a:lnTo>
                    <a:pt x="126089" y="338202"/>
                  </a:lnTo>
                  <a:lnTo>
                    <a:pt x="125941" y="338144"/>
                  </a:lnTo>
                  <a:lnTo>
                    <a:pt x="125951" y="337515"/>
                  </a:lnTo>
                  <a:lnTo>
                    <a:pt x="126020" y="337175"/>
                  </a:lnTo>
                  <a:lnTo>
                    <a:pt x="126108" y="336835"/>
                  </a:lnTo>
                  <a:lnTo>
                    <a:pt x="125818" y="336460"/>
                  </a:lnTo>
                  <a:lnTo>
                    <a:pt x="125562" y="335575"/>
                  </a:lnTo>
                  <a:lnTo>
                    <a:pt x="125232" y="335306"/>
                  </a:lnTo>
                  <a:lnTo>
                    <a:pt x="124898" y="334992"/>
                  </a:lnTo>
                  <a:lnTo>
                    <a:pt x="124875" y="334837"/>
                  </a:lnTo>
                  <a:lnTo>
                    <a:pt x="124461" y="334567"/>
                  </a:lnTo>
                  <a:lnTo>
                    <a:pt x="123819" y="334596"/>
                  </a:lnTo>
                  <a:lnTo>
                    <a:pt x="123581" y="334439"/>
                  </a:lnTo>
                  <a:lnTo>
                    <a:pt x="123132" y="334322"/>
                  </a:lnTo>
                  <a:lnTo>
                    <a:pt x="122656" y="334109"/>
                  </a:lnTo>
                  <a:lnTo>
                    <a:pt x="122672" y="333935"/>
                  </a:lnTo>
                  <a:lnTo>
                    <a:pt x="122623" y="333621"/>
                  </a:lnTo>
                  <a:lnTo>
                    <a:pt x="122274" y="333121"/>
                  </a:lnTo>
                  <a:lnTo>
                    <a:pt x="122114" y="332797"/>
                  </a:lnTo>
                  <a:lnTo>
                    <a:pt x="122211" y="332449"/>
                  </a:lnTo>
                  <a:lnTo>
                    <a:pt x="122768" y="332313"/>
                  </a:lnTo>
                  <a:lnTo>
                    <a:pt x="123058" y="332013"/>
                  </a:lnTo>
                  <a:lnTo>
                    <a:pt x="123359" y="332199"/>
                  </a:lnTo>
                  <a:lnTo>
                    <a:pt x="123654" y="332326"/>
                  </a:lnTo>
                  <a:lnTo>
                    <a:pt x="124219" y="332512"/>
                  </a:lnTo>
                  <a:lnTo>
                    <a:pt x="125048" y="332384"/>
                  </a:lnTo>
                  <a:lnTo>
                    <a:pt x="125352" y="332307"/>
                  </a:lnTo>
                  <a:lnTo>
                    <a:pt x="125976" y="331969"/>
                  </a:lnTo>
                  <a:lnTo>
                    <a:pt x="126106" y="331654"/>
                  </a:lnTo>
                  <a:lnTo>
                    <a:pt x="125750" y="331497"/>
                  </a:lnTo>
                  <a:lnTo>
                    <a:pt x="125764" y="331234"/>
                  </a:lnTo>
                  <a:lnTo>
                    <a:pt x="125932" y="331214"/>
                  </a:lnTo>
                  <a:lnTo>
                    <a:pt x="126412" y="331237"/>
                  </a:lnTo>
                  <a:lnTo>
                    <a:pt x="126488" y="331365"/>
                  </a:lnTo>
                  <a:lnTo>
                    <a:pt x="126855" y="331619"/>
                  </a:lnTo>
                  <a:lnTo>
                    <a:pt x="127205" y="331332"/>
                  </a:lnTo>
                  <a:lnTo>
                    <a:pt x="126842" y="330735"/>
                  </a:lnTo>
                  <a:lnTo>
                    <a:pt x="127500" y="330421"/>
                  </a:lnTo>
                  <a:lnTo>
                    <a:pt x="127753" y="330382"/>
                  </a:lnTo>
                  <a:lnTo>
                    <a:pt x="128074" y="329869"/>
                  </a:lnTo>
                  <a:lnTo>
                    <a:pt x="128568" y="329840"/>
                  </a:lnTo>
                  <a:lnTo>
                    <a:pt x="128865" y="329695"/>
                  </a:lnTo>
                  <a:lnTo>
                    <a:pt x="128944" y="329563"/>
                  </a:lnTo>
                  <a:lnTo>
                    <a:pt x="129192" y="329493"/>
                  </a:lnTo>
                  <a:lnTo>
                    <a:pt x="129641" y="329854"/>
                  </a:lnTo>
                  <a:lnTo>
                    <a:pt x="130150" y="329545"/>
                  </a:lnTo>
                  <a:lnTo>
                    <a:pt x="130608" y="329694"/>
                  </a:lnTo>
                  <a:lnTo>
                    <a:pt x="130533" y="329865"/>
                  </a:lnTo>
                  <a:lnTo>
                    <a:pt x="130470" y="330045"/>
                  </a:lnTo>
                  <a:lnTo>
                    <a:pt x="131122" y="330041"/>
                  </a:lnTo>
                  <a:lnTo>
                    <a:pt x="130983" y="329883"/>
                  </a:lnTo>
                  <a:lnTo>
                    <a:pt x="131263" y="328885"/>
                  </a:lnTo>
                  <a:lnTo>
                    <a:pt x="130866" y="328256"/>
                  </a:lnTo>
                  <a:lnTo>
                    <a:pt x="130334" y="327744"/>
                  </a:lnTo>
                  <a:lnTo>
                    <a:pt x="130235" y="327529"/>
                  </a:lnTo>
                  <a:lnTo>
                    <a:pt x="130310" y="327028"/>
                  </a:lnTo>
                  <a:lnTo>
                    <a:pt x="130417" y="326707"/>
                  </a:lnTo>
                  <a:lnTo>
                    <a:pt x="130575" y="326554"/>
                  </a:lnTo>
                  <a:lnTo>
                    <a:pt x="130845" y="326243"/>
                  </a:lnTo>
                  <a:lnTo>
                    <a:pt x="130724" y="325404"/>
                  </a:lnTo>
                  <a:lnTo>
                    <a:pt x="130972" y="324755"/>
                  </a:lnTo>
                  <a:lnTo>
                    <a:pt x="130771" y="324574"/>
                  </a:lnTo>
                  <a:lnTo>
                    <a:pt x="130134" y="324607"/>
                  </a:lnTo>
                  <a:lnTo>
                    <a:pt x="129983" y="324442"/>
                  </a:lnTo>
                  <a:lnTo>
                    <a:pt x="129851" y="323938"/>
                  </a:lnTo>
                  <a:lnTo>
                    <a:pt x="129631" y="323829"/>
                  </a:lnTo>
                  <a:lnTo>
                    <a:pt x="129209" y="324346"/>
                  </a:lnTo>
                  <a:lnTo>
                    <a:pt x="129022" y="324570"/>
                  </a:lnTo>
                  <a:lnTo>
                    <a:pt x="128611" y="324909"/>
                  </a:lnTo>
                  <a:lnTo>
                    <a:pt x="128538" y="325307"/>
                  </a:lnTo>
                  <a:lnTo>
                    <a:pt x="128208" y="325511"/>
                  </a:lnTo>
                  <a:lnTo>
                    <a:pt x="127821" y="325394"/>
                  </a:lnTo>
                  <a:lnTo>
                    <a:pt x="127886" y="324602"/>
                  </a:lnTo>
                  <a:lnTo>
                    <a:pt x="127955" y="324218"/>
                  </a:lnTo>
                  <a:lnTo>
                    <a:pt x="128174" y="324141"/>
                  </a:lnTo>
                  <a:lnTo>
                    <a:pt x="128688" y="323722"/>
                  </a:lnTo>
                  <a:lnTo>
                    <a:pt x="129123" y="323416"/>
                  </a:lnTo>
                  <a:lnTo>
                    <a:pt x="129969" y="323104"/>
                  </a:lnTo>
                  <a:lnTo>
                    <a:pt x="130129" y="322788"/>
                  </a:lnTo>
                  <a:lnTo>
                    <a:pt x="130627" y="322442"/>
                  </a:lnTo>
                  <a:lnTo>
                    <a:pt x="131113" y="322640"/>
                  </a:lnTo>
                  <a:lnTo>
                    <a:pt x="131725" y="322640"/>
                  </a:lnTo>
                  <a:lnTo>
                    <a:pt x="131687" y="322395"/>
                  </a:lnTo>
                  <a:lnTo>
                    <a:pt x="131653" y="322184"/>
                  </a:lnTo>
                  <a:lnTo>
                    <a:pt x="131981" y="321849"/>
                  </a:lnTo>
                  <a:lnTo>
                    <a:pt x="132534" y="321784"/>
                  </a:lnTo>
                  <a:lnTo>
                    <a:pt x="132447" y="321235"/>
                  </a:lnTo>
                  <a:lnTo>
                    <a:pt x="132308" y="321074"/>
                  </a:lnTo>
                  <a:lnTo>
                    <a:pt x="132183" y="320757"/>
                  </a:lnTo>
                  <a:lnTo>
                    <a:pt x="132076" y="320415"/>
                  </a:lnTo>
                  <a:lnTo>
                    <a:pt x="131606" y="320451"/>
                  </a:lnTo>
                  <a:lnTo>
                    <a:pt x="131346" y="320347"/>
                  </a:lnTo>
                  <a:lnTo>
                    <a:pt x="131916" y="319578"/>
                  </a:lnTo>
                  <a:lnTo>
                    <a:pt x="131941" y="319405"/>
                  </a:lnTo>
                  <a:lnTo>
                    <a:pt x="131853" y="318724"/>
                  </a:lnTo>
                  <a:lnTo>
                    <a:pt x="131413" y="318374"/>
                  </a:lnTo>
                  <a:lnTo>
                    <a:pt x="131214" y="318176"/>
                  </a:lnTo>
                  <a:lnTo>
                    <a:pt x="130944" y="317265"/>
                  </a:lnTo>
                  <a:lnTo>
                    <a:pt x="130915" y="316644"/>
                  </a:lnTo>
                  <a:lnTo>
                    <a:pt x="131149" y="316245"/>
                  </a:lnTo>
                  <a:lnTo>
                    <a:pt x="130273" y="315892"/>
                  </a:lnTo>
                  <a:lnTo>
                    <a:pt x="130042" y="315907"/>
                  </a:lnTo>
                  <a:lnTo>
                    <a:pt x="129915" y="315886"/>
                  </a:lnTo>
                  <a:lnTo>
                    <a:pt x="129798" y="316476"/>
                  </a:lnTo>
                  <a:lnTo>
                    <a:pt x="129925" y="316837"/>
                  </a:lnTo>
                  <a:lnTo>
                    <a:pt x="129590" y="316878"/>
                  </a:lnTo>
                  <a:lnTo>
                    <a:pt x="129360" y="316710"/>
                  </a:lnTo>
                  <a:lnTo>
                    <a:pt x="129032" y="316554"/>
                  </a:lnTo>
                  <a:lnTo>
                    <a:pt x="128785" y="316531"/>
                  </a:lnTo>
                  <a:lnTo>
                    <a:pt x="128573" y="316328"/>
                  </a:lnTo>
                  <a:lnTo>
                    <a:pt x="128746" y="316288"/>
                  </a:lnTo>
                  <a:lnTo>
                    <a:pt x="129052" y="316252"/>
                  </a:lnTo>
                  <a:lnTo>
                    <a:pt x="129198" y="316262"/>
                  </a:lnTo>
                  <a:lnTo>
                    <a:pt x="129605" y="316230"/>
                  </a:lnTo>
                  <a:lnTo>
                    <a:pt x="129411" y="315805"/>
                  </a:lnTo>
                  <a:lnTo>
                    <a:pt x="128924" y="315868"/>
                  </a:lnTo>
                  <a:lnTo>
                    <a:pt x="128649" y="315641"/>
                  </a:lnTo>
                  <a:lnTo>
                    <a:pt x="128699" y="315078"/>
                  </a:lnTo>
                  <a:lnTo>
                    <a:pt x="128921" y="314475"/>
                  </a:lnTo>
                  <a:lnTo>
                    <a:pt x="129192" y="314184"/>
                  </a:lnTo>
                  <a:lnTo>
                    <a:pt x="128682" y="313741"/>
                  </a:lnTo>
                  <a:lnTo>
                    <a:pt x="128274" y="313861"/>
                  </a:lnTo>
                  <a:lnTo>
                    <a:pt x="127991" y="313939"/>
                  </a:lnTo>
                  <a:lnTo>
                    <a:pt x="127616" y="313916"/>
                  </a:lnTo>
                  <a:lnTo>
                    <a:pt x="127110" y="312973"/>
                  </a:lnTo>
                  <a:lnTo>
                    <a:pt x="126963" y="312616"/>
                  </a:lnTo>
                  <a:lnTo>
                    <a:pt x="126623" y="312681"/>
                  </a:lnTo>
                  <a:lnTo>
                    <a:pt x="126172" y="313044"/>
                  </a:lnTo>
                  <a:lnTo>
                    <a:pt x="125857" y="312793"/>
                  </a:lnTo>
                  <a:lnTo>
                    <a:pt x="125226" y="312925"/>
                  </a:lnTo>
                  <a:lnTo>
                    <a:pt x="125080" y="312829"/>
                  </a:lnTo>
                  <a:lnTo>
                    <a:pt x="124796" y="312668"/>
                  </a:lnTo>
                  <a:lnTo>
                    <a:pt x="123881" y="312832"/>
                  </a:lnTo>
                  <a:lnTo>
                    <a:pt x="123902" y="313358"/>
                  </a:lnTo>
                  <a:lnTo>
                    <a:pt x="123703" y="313404"/>
                  </a:lnTo>
                  <a:lnTo>
                    <a:pt x="123349" y="313430"/>
                  </a:lnTo>
                  <a:lnTo>
                    <a:pt x="122958" y="313313"/>
                  </a:lnTo>
                  <a:lnTo>
                    <a:pt x="122761" y="313309"/>
                  </a:lnTo>
                  <a:lnTo>
                    <a:pt x="122231" y="313581"/>
                  </a:lnTo>
                  <a:lnTo>
                    <a:pt x="122078" y="313581"/>
                  </a:lnTo>
                  <a:lnTo>
                    <a:pt x="121450" y="313793"/>
                  </a:lnTo>
                  <a:lnTo>
                    <a:pt x="121072" y="313726"/>
                  </a:lnTo>
                  <a:lnTo>
                    <a:pt x="120973" y="313559"/>
                  </a:lnTo>
                  <a:lnTo>
                    <a:pt x="120822" y="313270"/>
                  </a:lnTo>
                  <a:lnTo>
                    <a:pt x="120927" y="312830"/>
                  </a:lnTo>
                  <a:lnTo>
                    <a:pt x="120671" y="312721"/>
                  </a:lnTo>
                  <a:lnTo>
                    <a:pt x="120344" y="312840"/>
                  </a:lnTo>
                  <a:lnTo>
                    <a:pt x="120156" y="313356"/>
                  </a:lnTo>
                  <a:lnTo>
                    <a:pt x="119830" y="313592"/>
                  </a:lnTo>
                  <a:lnTo>
                    <a:pt x="119744" y="313719"/>
                  </a:lnTo>
                  <a:lnTo>
                    <a:pt x="119556" y="314055"/>
                  </a:lnTo>
                  <a:lnTo>
                    <a:pt x="119225" y="314498"/>
                  </a:lnTo>
                  <a:lnTo>
                    <a:pt x="119167" y="314803"/>
                  </a:lnTo>
                  <a:lnTo>
                    <a:pt x="118906" y="315229"/>
                  </a:lnTo>
                  <a:lnTo>
                    <a:pt x="118734" y="315432"/>
                  </a:lnTo>
                  <a:lnTo>
                    <a:pt x="118564" y="315583"/>
                  </a:lnTo>
                  <a:lnTo>
                    <a:pt x="118212" y="315800"/>
                  </a:lnTo>
                  <a:lnTo>
                    <a:pt x="117906" y="315703"/>
                  </a:lnTo>
                  <a:lnTo>
                    <a:pt x="117597" y="315945"/>
                  </a:lnTo>
                  <a:lnTo>
                    <a:pt x="117429" y="316342"/>
                  </a:lnTo>
                  <a:lnTo>
                    <a:pt x="117285" y="316532"/>
                  </a:lnTo>
                  <a:lnTo>
                    <a:pt x="117034" y="316391"/>
                  </a:lnTo>
                  <a:lnTo>
                    <a:pt x="116934" y="316229"/>
                  </a:lnTo>
                  <a:lnTo>
                    <a:pt x="116413" y="316230"/>
                  </a:lnTo>
                  <a:lnTo>
                    <a:pt x="115962" y="316504"/>
                  </a:lnTo>
                  <a:lnTo>
                    <a:pt x="115118" y="316357"/>
                  </a:lnTo>
                  <a:lnTo>
                    <a:pt x="114955" y="316133"/>
                  </a:lnTo>
                  <a:lnTo>
                    <a:pt x="115223" y="315275"/>
                  </a:lnTo>
                  <a:lnTo>
                    <a:pt x="115715" y="314724"/>
                  </a:lnTo>
                  <a:lnTo>
                    <a:pt x="115845" y="314624"/>
                  </a:lnTo>
                  <a:lnTo>
                    <a:pt x="116144" y="314340"/>
                  </a:lnTo>
                  <a:lnTo>
                    <a:pt x="115972" y="313933"/>
                  </a:lnTo>
                  <a:lnTo>
                    <a:pt x="115815" y="313911"/>
                  </a:lnTo>
                  <a:lnTo>
                    <a:pt x="115223" y="313984"/>
                  </a:lnTo>
                  <a:lnTo>
                    <a:pt x="114443" y="314186"/>
                  </a:lnTo>
                  <a:lnTo>
                    <a:pt x="114067" y="314304"/>
                  </a:lnTo>
                  <a:lnTo>
                    <a:pt x="113324" y="314648"/>
                  </a:lnTo>
                  <a:lnTo>
                    <a:pt x="113099" y="314919"/>
                  </a:lnTo>
                  <a:lnTo>
                    <a:pt x="113009" y="315106"/>
                  </a:lnTo>
                  <a:lnTo>
                    <a:pt x="112805" y="315157"/>
                  </a:lnTo>
                  <a:lnTo>
                    <a:pt x="112209" y="314902"/>
                  </a:lnTo>
                  <a:lnTo>
                    <a:pt x="111947" y="314904"/>
                  </a:lnTo>
                  <a:lnTo>
                    <a:pt x="111545" y="315476"/>
                  </a:lnTo>
                  <a:lnTo>
                    <a:pt x="111431" y="315764"/>
                  </a:lnTo>
                  <a:lnTo>
                    <a:pt x="111036" y="316057"/>
                  </a:lnTo>
                  <a:lnTo>
                    <a:pt x="110808" y="316083"/>
                  </a:lnTo>
                  <a:lnTo>
                    <a:pt x="110486" y="316247"/>
                  </a:lnTo>
                  <a:lnTo>
                    <a:pt x="110220" y="316509"/>
                  </a:lnTo>
                  <a:lnTo>
                    <a:pt x="110057" y="316748"/>
                  </a:lnTo>
                  <a:lnTo>
                    <a:pt x="109717" y="317141"/>
                  </a:lnTo>
                  <a:lnTo>
                    <a:pt x="109499" y="317216"/>
                  </a:lnTo>
                  <a:lnTo>
                    <a:pt x="109219" y="317153"/>
                  </a:lnTo>
                  <a:lnTo>
                    <a:pt x="108716" y="317385"/>
                  </a:lnTo>
                  <a:lnTo>
                    <a:pt x="109161" y="317771"/>
                  </a:lnTo>
                  <a:lnTo>
                    <a:pt x="109193" y="318523"/>
                  </a:lnTo>
                  <a:lnTo>
                    <a:pt x="108955" y="318665"/>
                  </a:lnTo>
                  <a:lnTo>
                    <a:pt x="107935" y="318835"/>
                  </a:lnTo>
                  <a:lnTo>
                    <a:pt x="107988" y="318643"/>
                  </a:lnTo>
                  <a:lnTo>
                    <a:pt x="107984" y="318219"/>
                  </a:lnTo>
                  <a:lnTo>
                    <a:pt x="107832" y="318084"/>
                  </a:lnTo>
                  <a:lnTo>
                    <a:pt x="107834" y="318563"/>
                  </a:lnTo>
                  <a:lnTo>
                    <a:pt x="107379" y="318630"/>
                  </a:lnTo>
                  <a:lnTo>
                    <a:pt x="107158" y="318593"/>
                  </a:lnTo>
                  <a:lnTo>
                    <a:pt x="107039" y="318771"/>
                  </a:lnTo>
                  <a:lnTo>
                    <a:pt x="106834" y="319044"/>
                  </a:lnTo>
                  <a:lnTo>
                    <a:pt x="106587" y="319301"/>
                  </a:lnTo>
                  <a:lnTo>
                    <a:pt x="106150" y="319453"/>
                  </a:lnTo>
                  <a:lnTo>
                    <a:pt x="106265" y="319003"/>
                  </a:lnTo>
                  <a:lnTo>
                    <a:pt x="106306" y="318805"/>
                  </a:lnTo>
                  <a:lnTo>
                    <a:pt x="106259" y="318591"/>
                  </a:lnTo>
                  <a:lnTo>
                    <a:pt x="106156" y="318308"/>
                  </a:lnTo>
                  <a:lnTo>
                    <a:pt x="105982" y="318099"/>
                  </a:lnTo>
                  <a:lnTo>
                    <a:pt x="105653" y="317989"/>
                  </a:lnTo>
                  <a:lnTo>
                    <a:pt x="105206" y="317717"/>
                  </a:lnTo>
                  <a:lnTo>
                    <a:pt x="105095" y="317551"/>
                  </a:lnTo>
                  <a:lnTo>
                    <a:pt x="105105" y="317065"/>
                  </a:lnTo>
                  <a:lnTo>
                    <a:pt x="104618" y="316807"/>
                  </a:lnTo>
                  <a:lnTo>
                    <a:pt x="104337" y="316745"/>
                  </a:lnTo>
                  <a:lnTo>
                    <a:pt x="104003" y="316439"/>
                  </a:lnTo>
                  <a:lnTo>
                    <a:pt x="103629" y="316060"/>
                  </a:lnTo>
                  <a:lnTo>
                    <a:pt x="103239" y="315848"/>
                  </a:lnTo>
                  <a:lnTo>
                    <a:pt x="103046" y="315542"/>
                  </a:lnTo>
                  <a:lnTo>
                    <a:pt x="103669" y="315093"/>
                  </a:lnTo>
                  <a:lnTo>
                    <a:pt x="103828" y="315172"/>
                  </a:lnTo>
                  <a:lnTo>
                    <a:pt x="104086" y="315429"/>
                  </a:lnTo>
                  <a:lnTo>
                    <a:pt x="104281" y="315462"/>
                  </a:lnTo>
                  <a:lnTo>
                    <a:pt x="104421" y="315430"/>
                  </a:lnTo>
                  <a:lnTo>
                    <a:pt x="104635" y="315307"/>
                  </a:lnTo>
                  <a:lnTo>
                    <a:pt x="105076" y="315041"/>
                  </a:lnTo>
                  <a:lnTo>
                    <a:pt x="105447" y="314659"/>
                  </a:lnTo>
                  <a:lnTo>
                    <a:pt x="105799" y="314288"/>
                  </a:lnTo>
                  <a:lnTo>
                    <a:pt x="106137" y="314364"/>
                  </a:lnTo>
                  <a:lnTo>
                    <a:pt x="106419" y="314721"/>
                  </a:lnTo>
                  <a:lnTo>
                    <a:pt x="106599" y="314583"/>
                  </a:lnTo>
                  <a:lnTo>
                    <a:pt x="106696" y="314258"/>
                  </a:lnTo>
                  <a:lnTo>
                    <a:pt x="106726" y="313945"/>
                  </a:lnTo>
                  <a:lnTo>
                    <a:pt x="107010" y="313699"/>
                  </a:lnTo>
                  <a:lnTo>
                    <a:pt x="107368" y="313411"/>
                  </a:lnTo>
                  <a:lnTo>
                    <a:pt x="107984" y="312461"/>
                  </a:lnTo>
                  <a:lnTo>
                    <a:pt x="108203" y="312193"/>
                  </a:lnTo>
                  <a:lnTo>
                    <a:pt x="108218" y="311483"/>
                  </a:lnTo>
                  <a:lnTo>
                    <a:pt x="108004" y="311094"/>
                  </a:lnTo>
                  <a:lnTo>
                    <a:pt x="107964" y="310610"/>
                  </a:lnTo>
                  <a:lnTo>
                    <a:pt x="107747" y="310574"/>
                  </a:lnTo>
                  <a:lnTo>
                    <a:pt x="107396" y="310165"/>
                  </a:lnTo>
                  <a:lnTo>
                    <a:pt x="108144" y="309741"/>
                  </a:lnTo>
                  <a:lnTo>
                    <a:pt x="108441" y="309698"/>
                  </a:lnTo>
                  <a:lnTo>
                    <a:pt x="108814" y="309586"/>
                  </a:lnTo>
                  <a:lnTo>
                    <a:pt x="109088" y="309295"/>
                  </a:lnTo>
                  <a:lnTo>
                    <a:pt x="109163" y="309078"/>
                  </a:lnTo>
                  <a:lnTo>
                    <a:pt x="110243" y="308287"/>
                  </a:lnTo>
                  <a:lnTo>
                    <a:pt x="110398" y="307866"/>
                  </a:lnTo>
                  <a:lnTo>
                    <a:pt x="110606" y="307517"/>
                  </a:lnTo>
                  <a:lnTo>
                    <a:pt x="110934" y="307662"/>
                  </a:lnTo>
                  <a:lnTo>
                    <a:pt x="111352" y="307550"/>
                  </a:lnTo>
                  <a:lnTo>
                    <a:pt x="112023" y="307072"/>
                  </a:lnTo>
                  <a:lnTo>
                    <a:pt x="112327" y="307229"/>
                  </a:lnTo>
                  <a:lnTo>
                    <a:pt x="112683" y="307213"/>
                  </a:lnTo>
                  <a:lnTo>
                    <a:pt x="112782" y="306731"/>
                  </a:lnTo>
                  <a:lnTo>
                    <a:pt x="113174" y="306253"/>
                  </a:lnTo>
                  <a:lnTo>
                    <a:pt x="113131" y="305951"/>
                  </a:lnTo>
                  <a:lnTo>
                    <a:pt x="112874" y="305525"/>
                  </a:lnTo>
                  <a:lnTo>
                    <a:pt x="112883" y="305071"/>
                  </a:lnTo>
                  <a:lnTo>
                    <a:pt x="112770" y="304723"/>
                  </a:lnTo>
                  <a:lnTo>
                    <a:pt x="113111" y="304737"/>
                  </a:lnTo>
                  <a:lnTo>
                    <a:pt x="113184" y="304916"/>
                  </a:lnTo>
                  <a:lnTo>
                    <a:pt x="113284" y="305049"/>
                  </a:lnTo>
                  <a:lnTo>
                    <a:pt x="113769" y="305210"/>
                  </a:lnTo>
                  <a:lnTo>
                    <a:pt x="113768" y="305024"/>
                  </a:lnTo>
                  <a:lnTo>
                    <a:pt x="114009" y="304723"/>
                  </a:lnTo>
                  <a:lnTo>
                    <a:pt x="114206" y="304843"/>
                  </a:lnTo>
                  <a:lnTo>
                    <a:pt x="114425" y="304864"/>
                  </a:lnTo>
                  <a:lnTo>
                    <a:pt x="114651" y="304677"/>
                  </a:lnTo>
                  <a:lnTo>
                    <a:pt x="114872" y="304631"/>
                  </a:lnTo>
                  <a:lnTo>
                    <a:pt x="115024" y="304615"/>
                  </a:lnTo>
                  <a:lnTo>
                    <a:pt x="114928" y="304336"/>
                  </a:lnTo>
                  <a:lnTo>
                    <a:pt x="114859" y="304072"/>
                  </a:lnTo>
                  <a:lnTo>
                    <a:pt x="115446" y="303965"/>
                  </a:lnTo>
                  <a:lnTo>
                    <a:pt x="115402" y="303319"/>
                  </a:lnTo>
                  <a:lnTo>
                    <a:pt x="115415" y="303051"/>
                  </a:lnTo>
                  <a:lnTo>
                    <a:pt x="115544" y="302749"/>
                  </a:lnTo>
                  <a:lnTo>
                    <a:pt x="115608" y="302173"/>
                  </a:lnTo>
                  <a:lnTo>
                    <a:pt x="115640" y="301759"/>
                  </a:lnTo>
                  <a:lnTo>
                    <a:pt x="115885" y="301710"/>
                  </a:lnTo>
                  <a:lnTo>
                    <a:pt x="116361" y="301198"/>
                  </a:lnTo>
                  <a:lnTo>
                    <a:pt x="116455" y="300715"/>
                  </a:lnTo>
                  <a:lnTo>
                    <a:pt x="116109" y="300630"/>
                  </a:lnTo>
                  <a:lnTo>
                    <a:pt x="115196" y="301229"/>
                  </a:lnTo>
                  <a:lnTo>
                    <a:pt x="115443" y="300806"/>
                  </a:lnTo>
                  <a:lnTo>
                    <a:pt x="115727" y="300639"/>
                  </a:lnTo>
                  <a:lnTo>
                    <a:pt x="116037" y="300389"/>
                  </a:lnTo>
                  <a:lnTo>
                    <a:pt x="116176" y="300185"/>
                  </a:lnTo>
                  <a:lnTo>
                    <a:pt x="116469" y="299737"/>
                  </a:lnTo>
                  <a:lnTo>
                    <a:pt x="116702" y="299696"/>
                  </a:lnTo>
                  <a:lnTo>
                    <a:pt x="117032" y="299977"/>
                  </a:lnTo>
                  <a:lnTo>
                    <a:pt x="117221" y="300627"/>
                  </a:lnTo>
                  <a:lnTo>
                    <a:pt x="116986" y="300925"/>
                  </a:lnTo>
                  <a:lnTo>
                    <a:pt x="117081" y="301306"/>
                  </a:lnTo>
                  <a:lnTo>
                    <a:pt x="117323" y="301163"/>
                  </a:lnTo>
                  <a:lnTo>
                    <a:pt x="117437" y="301021"/>
                  </a:lnTo>
                  <a:lnTo>
                    <a:pt x="117979" y="300449"/>
                  </a:lnTo>
                  <a:lnTo>
                    <a:pt x="118120" y="300413"/>
                  </a:lnTo>
                  <a:lnTo>
                    <a:pt x="118277" y="300378"/>
                  </a:lnTo>
                  <a:lnTo>
                    <a:pt x="118750" y="299976"/>
                  </a:lnTo>
                  <a:lnTo>
                    <a:pt x="119131" y="299372"/>
                  </a:lnTo>
                  <a:lnTo>
                    <a:pt x="119491" y="299594"/>
                  </a:lnTo>
                  <a:lnTo>
                    <a:pt x="119689" y="300309"/>
                  </a:lnTo>
                  <a:lnTo>
                    <a:pt x="120516" y="300787"/>
                  </a:lnTo>
                  <a:lnTo>
                    <a:pt x="120518" y="300932"/>
                  </a:lnTo>
                  <a:lnTo>
                    <a:pt x="121102" y="300700"/>
                  </a:lnTo>
                  <a:lnTo>
                    <a:pt x="121499" y="300726"/>
                  </a:lnTo>
                  <a:lnTo>
                    <a:pt x="121931" y="300849"/>
                  </a:lnTo>
                  <a:lnTo>
                    <a:pt x="122455" y="300880"/>
                  </a:lnTo>
                  <a:lnTo>
                    <a:pt x="122443" y="300659"/>
                  </a:lnTo>
                  <a:lnTo>
                    <a:pt x="122657" y="300039"/>
                  </a:lnTo>
                  <a:lnTo>
                    <a:pt x="122883" y="299878"/>
                  </a:lnTo>
                  <a:lnTo>
                    <a:pt x="122823" y="299432"/>
                  </a:lnTo>
                  <a:lnTo>
                    <a:pt x="122653" y="298991"/>
                  </a:lnTo>
                  <a:lnTo>
                    <a:pt x="122457" y="298521"/>
                  </a:lnTo>
                  <a:lnTo>
                    <a:pt x="122763" y="298400"/>
                  </a:lnTo>
                  <a:lnTo>
                    <a:pt x="122976" y="298350"/>
                  </a:lnTo>
                  <a:lnTo>
                    <a:pt x="123325" y="297989"/>
                  </a:lnTo>
                  <a:lnTo>
                    <a:pt x="123445" y="297805"/>
                  </a:lnTo>
                  <a:lnTo>
                    <a:pt x="123739" y="297743"/>
                  </a:lnTo>
                  <a:lnTo>
                    <a:pt x="124010" y="297685"/>
                  </a:lnTo>
                  <a:lnTo>
                    <a:pt x="124185" y="297460"/>
                  </a:lnTo>
                  <a:lnTo>
                    <a:pt x="124471" y="296979"/>
                  </a:lnTo>
                  <a:lnTo>
                    <a:pt x="124674" y="296859"/>
                  </a:lnTo>
                  <a:lnTo>
                    <a:pt x="124925" y="296661"/>
                  </a:lnTo>
                  <a:lnTo>
                    <a:pt x="125252" y="296298"/>
                  </a:lnTo>
                  <a:lnTo>
                    <a:pt x="125460" y="295984"/>
                  </a:lnTo>
                  <a:lnTo>
                    <a:pt x="125961" y="295868"/>
                  </a:lnTo>
                  <a:lnTo>
                    <a:pt x="126450" y="295360"/>
                  </a:lnTo>
                  <a:lnTo>
                    <a:pt x="127786" y="294989"/>
                  </a:lnTo>
                  <a:lnTo>
                    <a:pt x="128157" y="294753"/>
                  </a:lnTo>
                  <a:lnTo>
                    <a:pt x="128699" y="294805"/>
                  </a:lnTo>
                  <a:lnTo>
                    <a:pt x="128846" y="294554"/>
                  </a:lnTo>
                  <a:lnTo>
                    <a:pt x="128611" y="294268"/>
                  </a:lnTo>
                  <a:lnTo>
                    <a:pt x="128443" y="293662"/>
                  </a:lnTo>
                  <a:lnTo>
                    <a:pt x="128931" y="292931"/>
                  </a:lnTo>
                  <a:lnTo>
                    <a:pt x="129012" y="292790"/>
                  </a:lnTo>
                  <a:lnTo>
                    <a:pt x="129136" y="292234"/>
                  </a:lnTo>
                  <a:lnTo>
                    <a:pt x="129181" y="291201"/>
                  </a:lnTo>
                  <a:lnTo>
                    <a:pt x="129014" y="291145"/>
                  </a:lnTo>
                  <a:lnTo>
                    <a:pt x="128842" y="290868"/>
                  </a:lnTo>
                  <a:lnTo>
                    <a:pt x="128691" y="290313"/>
                  </a:lnTo>
                  <a:lnTo>
                    <a:pt x="128810" y="289867"/>
                  </a:lnTo>
                  <a:lnTo>
                    <a:pt x="129054" y="289710"/>
                  </a:lnTo>
                  <a:lnTo>
                    <a:pt x="129070" y="289494"/>
                  </a:lnTo>
                  <a:lnTo>
                    <a:pt x="127999" y="288770"/>
                  </a:lnTo>
                  <a:lnTo>
                    <a:pt x="127824" y="288717"/>
                  </a:lnTo>
                  <a:lnTo>
                    <a:pt x="127453" y="288539"/>
                  </a:lnTo>
                  <a:lnTo>
                    <a:pt x="127147" y="288145"/>
                  </a:lnTo>
                  <a:lnTo>
                    <a:pt x="126868" y="287606"/>
                  </a:lnTo>
                  <a:lnTo>
                    <a:pt x="126421" y="287752"/>
                  </a:lnTo>
                  <a:lnTo>
                    <a:pt x="126078" y="287742"/>
                  </a:lnTo>
                  <a:lnTo>
                    <a:pt x="125623" y="287561"/>
                  </a:lnTo>
                  <a:lnTo>
                    <a:pt x="125259" y="287633"/>
                  </a:lnTo>
                  <a:lnTo>
                    <a:pt x="125072" y="287474"/>
                  </a:lnTo>
                  <a:lnTo>
                    <a:pt x="125390" y="286934"/>
                  </a:lnTo>
                  <a:lnTo>
                    <a:pt x="124978" y="286455"/>
                  </a:lnTo>
                  <a:lnTo>
                    <a:pt x="124975" y="286270"/>
                  </a:lnTo>
                  <a:lnTo>
                    <a:pt x="124410" y="285471"/>
                  </a:lnTo>
                  <a:lnTo>
                    <a:pt x="123935" y="285455"/>
                  </a:lnTo>
                  <a:lnTo>
                    <a:pt x="123763" y="285100"/>
                  </a:lnTo>
                  <a:lnTo>
                    <a:pt x="123827" y="284701"/>
                  </a:lnTo>
                  <a:lnTo>
                    <a:pt x="124048" y="284306"/>
                  </a:lnTo>
                  <a:lnTo>
                    <a:pt x="124168" y="283626"/>
                  </a:lnTo>
                  <a:lnTo>
                    <a:pt x="124073" y="283302"/>
                  </a:lnTo>
                  <a:lnTo>
                    <a:pt x="124135" y="283074"/>
                  </a:lnTo>
                  <a:lnTo>
                    <a:pt x="124188" y="282926"/>
                  </a:lnTo>
                  <a:lnTo>
                    <a:pt x="124297" y="282656"/>
                  </a:lnTo>
                  <a:lnTo>
                    <a:pt x="124442" y="282491"/>
                  </a:lnTo>
                  <a:lnTo>
                    <a:pt x="124212" y="282318"/>
                  </a:lnTo>
                  <a:lnTo>
                    <a:pt x="124045" y="282200"/>
                  </a:lnTo>
                  <a:lnTo>
                    <a:pt x="123785" y="282026"/>
                  </a:lnTo>
                  <a:lnTo>
                    <a:pt x="123389" y="281693"/>
                  </a:lnTo>
                  <a:lnTo>
                    <a:pt x="123549" y="281595"/>
                  </a:lnTo>
                  <a:lnTo>
                    <a:pt x="123980" y="281339"/>
                  </a:lnTo>
                  <a:lnTo>
                    <a:pt x="123673" y="281311"/>
                  </a:lnTo>
                  <a:lnTo>
                    <a:pt x="123420" y="281101"/>
                  </a:lnTo>
                  <a:lnTo>
                    <a:pt x="123234" y="280892"/>
                  </a:lnTo>
                  <a:lnTo>
                    <a:pt x="123259" y="280510"/>
                  </a:lnTo>
                  <a:lnTo>
                    <a:pt x="123291" y="280077"/>
                  </a:lnTo>
                  <a:lnTo>
                    <a:pt x="123059" y="279387"/>
                  </a:lnTo>
                  <a:lnTo>
                    <a:pt x="123155" y="279044"/>
                  </a:lnTo>
                  <a:lnTo>
                    <a:pt x="123012" y="278417"/>
                  </a:lnTo>
                  <a:lnTo>
                    <a:pt x="122842" y="278053"/>
                  </a:lnTo>
                  <a:lnTo>
                    <a:pt x="122599" y="277345"/>
                  </a:lnTo>
                  <a:lnTo>
                    <a:pt x="122815" y="276971"/>
                  </a:lnTo>
                  <a:lnTo>
                    <a:pt x="123386" y="276837"/>
                  </a:lnTo>
                  <a:lnTo>
                    <a:pt x="123597" y="275834"/>
                  </a:lnTo>
                  <a:lnTo>
                    <a:pt x="123857" y="275604"/>
                  </a:lnTo>
                  <a:lnTo>
                    <a:pt x="123976" y="275445"/>
                  </a:lnTo>
                  <a:lnTo>
                    <a:pt x="124670" y="275328"/>
                  </a:lnTo>
                  <a:lnTo>
                    <a:pt x="124967" y="275290"/>
                  </a:lnTo>
                  <a:lnTo>
                    <a:pt x="125068" y="275036"/>
                  </a:lnTo>
                  <a:lnTo>
                    <a:pt x="125247" y="274713"/>
                  </a:lnTo>
                  <a:lnTo>
                    <a:pt x="125516" y="274293"/>
                  </a:lnTo>
                  <a:lnTo>
                    <a:pt x="125022" y="273427"/>
                  </a:lnTo>
                  <a:lnTo>
                    <a:pt x="124726" y="273196"/>
                  </a:lnTo>
                  <a:lnTo>
                    <a:pt x="124288" y="272871"/>
                  </a:lnTo>
                  <a:lnTo>
                    <a:pt x="123840" y="272924"/>
                  </a:lnTo>
                  <a:lnTo>
                    <a:pt x="123767" y="273078"/>
                  </a:lnTo>
                  <a:lnTo>
                    <a:pt x="123663" y="273464"/>
                  </a:lnTo>
                  <a:lnTo>
                    <a:pt x="123384" y="273803"/>
                  </a:lnTo>
                  <a:lnTo>
                    <a:pt x="123240" y="273812"/>
                  </a:lnTo>
                  <a:lnTo>
                    <a:pt x="122778" y="274289"/>
                  </a:lnTo>
                  <a:lnTo>
                    <a:pt x="122468" y="274039"/>
                  </a:lnTo>
                  <a:lnTo>
                    <a:pt x="122509" y="273631"/>
                  </a:lnTo>
                  <a:lnTo>
                    <a:pt x="122689" y="273147"/>
                  </a:lnTo>
                  <a:lnTo>
                    <a:pt x="122724" y="272872"/>
                  </a:lnTo>
                  <a:lnTo>
                    <a:pt x="122697" y="272348"/>
                  </a:lnTo>
                  <a:lnTo>
                    <a:pt x="122760" y="272141"/>
                  </a:lnTo>
                  <a:lnTo>
                    <a:pt x="122916" y="272029"/>
                  </a:lnTo>
                  <a:lnTo>
                    <a:pt x="123114" y="271790"/>
                  </a:lnTo>
                  <a:lnTo>
                    <a:pt x="123004" y="271428"/>
                  </a:lnTo>
                  <a:lnTo>
                    <a:pt x="123173" y="270975"/>
                  </a:lnTo>
                  <a:lnTo>
                    <a:pt x="123655" y="270509"/>
                  </a:lnTo>
                  <a:lnTo>
                    <a:pt x="123674" y="270349"/>
                  </a:lnTo>
                  <a:lnTo>
                    <a:pt x="123683" y="270169"/>
                  </a:lnTo>
                  <a:lnTo>
                    <a:pt x="123806" y="269819"/>
                  </a:lnTo>
                  <a:lnTo>
                    <a:pt x="123971" y="268920"/>
                  </a:lnTo>
                  <a:lnTo>
                    <a:pt x="124147" y="268549"/>
                  </a:lnTo>
                  <a:lnTo>
                    <a:pt x="124291" y="268213"/>
                  </a:lnTo>
                  <a:lnTo>
                    <a:pt x="124226" y="267925"/>
                  </a:lnTo>
                  <a:lnTo>
                    <a:pt x="124200" y="267775"/>
                  </a:lnTo>
                  <a:lnTo>
                    <a:pt x="124169" y="267328"/>
                  </a:lnTo>
                  <a:lnTo>
                    <a:pt x="124173" y="266962"/>
                  </a:lnTo>
                  <a:lnTo>
                    <a:pt x="124349" y="266460"/>
                  </a:lnTo>
                  <a:lnTo>
                    <a:pt x="124546" y="266265"/>
                  </a:lnTo>
                  <a:lnTo>
                    <a:pt x="124923" y="265841"/>
                  </a:lnTo>
                  <a:lnTo>
                    <a:pt x="125051" y="265262"/>
                  </a:lnTo>
                  <a:lnTo>
                    <a:pt x="125256" y="264411"/>
                  </a:lnTo>
                  <a:lnTo>
                    <a:pt x="125694" y="264052"/>
                  </a:lnTo>
                  <a:lnTo>
                    <a:pt x="125863" y="263987"/>
                  </a:lnTo>
                  <a:lnTo>
                    <a:pt x="126060" y="263916"/>
                  </a:lnTo>
                  <a:lnTo>
                    <a:pt x="126175" y="263665"/>
                  </a:lnTo>
                  <a:lnTo>
                    <a:pt x="125988" y="263694"/>
                  </a:lnTo>
                  <a:lnTo>
                    <a:pt x="125708" y="263619"/>
                  </a:lnTo>
                  <a:lnTo>
                    <a:pt x="125496" y="263467"/>
                  </a:lnTo>
                  <a:lnTo>
                    <a:pt x="124682" y="264001"/>
                  </a:lnTo>
                  <a:lnTo>
                    <a:pt x="124556" y="263971"/>
                  </a:lnTo>
                  <a:lnTo>
                    <a:pt x="124734" y="263583"/>
                  </a:lnTo>
                  <a:lnTo>
                    <a:pt x="124825" y="263453"/>
                  </a:lnTo>
                  <a:lnTo>
                    <a:pt x="124960" y="263113"/>
                  </a:lnTo>
                  <a:lnTo>
                    <a:pt x="124762" y="262992"/>
                  </a:lnTo>
                  <a:lnTo>
                    <a:pt x="124582" y="262949"/>
                  </a:lnTo>
                  <a:lnTo>
                    <a:pt x="124109" y="262701"/>
                  </a:lnTo>
                  <a:lnTo>
                    <a:pt x="123853" y="262761"/>
                  </a:lnTo>
                  <a:lnTo>
                    <a:pt x="123582" y="263165"/>
                  </a:lnTo>
                  <a:lnTo>
                    <a:pt x="123168" y="263470"/>
                  </a:lnTo>
                  <a:lnTo>
                    <a:pt x="122793" y="263592"/>
                  </a:lnTo>
                  <a:lnTo>
                    <a:pt x="122476" y="263112"/>
                  </a:lnTo>
                  <a:lnTo>
                    <a:pt x="122524" y="262791"/>
                  </a:lnTo>
                  <a:lnTo>
                    <a:pt x="122025" y="262170"/>
                  </a:lnTo>
                  <a:lnTo>
                    <a:pt x="121699" y="262109"/>
                  </a:lnTo>
                  <a:lnTo>
                    <a:pt x="121509" y="262026"/>
                  </a:lnTo>
                  <a:lnTo>
                    <a:pt x="121549" y="261741"/>
                  </a:lnTo>
                  <a:lnTo>
                    <a:pt x="121460" y="261384"/>
                  </a:lnTo>
                  <a:lnTo>
                    <a:pt x="121376" y="261036"/>
                  </a:lnTo>
                  <a:lnTo>
                    <a:pt x="121346" y="260762"/>
                  </a:lnTo>
                  <a:lnTo>
                    <a:pt x="121523" y="260546"/>
                  </a:lnTo>
                  <a:lnTo>
                    <a:pt x="121543" y="260395"/>
                  </a:lnTo>
                  <a:lnTo>
                    <a:pt x="121716" y="260216"/>
                  </a:lnTo>
                  <a:lnTo>
                    <a:pt x="121982" y="259866"/>
                  </a:lnTo>
                  <a:lnTo>
                    <a:pt x="122096" y="259577"/>
                  </a:lnTo>
                  <a:lnTo>
                    <a:pt x="121983" y="259057"/>
                  </a:lnTo>
                  <a:lnTo>
                    <a:pt x="121617" y="258766"/>
                  </a:lnTo>
                  <a:lnTo>
                    <a:pt x="121309" y="258666"/>
                  </a:lnTo>
                  <a:lnTo>
                    <a:pt x="121197" y="258289"/>
                  </a:lnTo>
                  <a:lnTo>
                    <a:pt x="121218" y="258118"/>
                  </a:lnTo>
                  <a:lnTo>
                    <a:pt x="121193" y="257865"/>
                  </a:lnTo>
                  <a:lnTo>
                    <a:pt x="121068" y="257716"/>
                  </a:lnTo>
                  <a:lnTo>
                    <a:pt x="120953" y="256769"/>
                  </a:lnTo>
                  <a:lnTo>
                    <a:pt x="120943" y="256544"/>
                  </a:lnTo>
                  <a:lnTo>
                    <a:pt x="120965" y="256021"/>
                  </a:lnTo>
                  <a:lnTo>
                    <a:pt x="121024" y="255784"/>
                  </a:lnTo>
                  <a:lnTo>
                    <a:pt x="121089" y="255643"/>
                  </a:lnTo>
                  <a:lnTo>
                    <a:pt x="121064" y="255394"/>
                  </a:lnTo>
                  <a:lnTo>
                    <a:pt x="121043" y="255238"/>
                  </a:lnTo>
                  <a:lnTo>
                    <a:pt x="121564" y="254205"/>
                  </a:lnTo>
                  <a:lnTo>
                    <a:pt x="121577" y="253852"/>
                  </a:lnTo>
                  <a:lnTo>
                    <a:pt x="121568" y="253498"/>
                  </a:lnTo>
                  <a:lnTo>
                    <a:pt x="121487" y="253233"/>
                  </a:lnTo>
                  <a:lnTo>
                    <a:pt x="121505" y="253040"/>
                  </a:lnTo>
                  <a:lnTo>
                    <a:pt x="121686" y="252702"/>
                  </a:lnTo>
                  <a:lnTo>
                    <a:pt x="121568" y="252552"/>
                  </a:lnTo>
                  <a:lnTo>
                    <a:pt x="121535" y="252253"/>
                  </a:lnTo>
                  <a:lnTo>
                    <a:pt x="121719" y="251869"/>
                  </a:lnTo>
                  <a:lnTo>
                    <a:pt x="121899" y="251784"/>
                  </a:lnTo>
                  <a:lnTo>
                    <a:pt x="122123" y="251670"/>
                  </a:lnTo>
                  <a:lnTo>
                    <a:pt x="122217" y="251455"/>
                  </a:lnTo>
                  <a:lnTo>
                    <a:pt x="122341" y="251171"/>
                  </a:lnTo>
                  <a:lnTo>
                    <a:pt x="122561" y="250522"/>
                  </a:lnTo>
                  <a:lnTo>
                    <a:pt x="122791" y="250200"/>
                  </a:lnTo>
                  <a:lnTo>
                    <a:pt x="123093" y="250191"/>
                  </a:lnTo>
                  <a:lnTo>
                    <a:pt x="123351" y="250115"/>
                  </a:lnTo>
                  <a:lnTo>
                    <a:pt x="123134" y="249781"/>
                  </a:lnTo>
                  <a:lnTo>
                    <a:pt x="122996" y="249639"/>
                  </a:lnTo>
                  <a:lnTo>
                    <a:pt x="122965" y="249441"/>
                  </a:lnTo>
                  <a:lnTo>
                    <a:pt x="122916" y="248933"/>
                  </a:lnTo>
                  <a:lnTo>
                    <a:pt x="122885" y="248612"/>
                  </a:lnTo>
                  <a:lnTo>
                    <a:pt x="122814" y="248379"/>
                  </a:lnTo>
                  <a:lnTo>
                    <a:pt x="122552" y="248129"/>
                  </a:lnTo>
                  <a:lnTo>
                    <a:pt x="122256" y="248040"/>
                  </a:lnTo>
                  <a:lnTo>
                    <a:pt x="121962" y="248230"/>
                  </a:lnTo>
                  <a:lnTo>
                    <a:pt x="121655" y="248750"/>
                  </a:lnTo>
                  <a:lnTo>
                    <a:pt x="121403" y="248777"/>
                  </a:lnTo>
                  <a:lnTo>
                    <a:pt x="120844" y="249014"/>
                  </a:lnTo>
                  <a:lnTo>
                    <a:pt x="120648" y="248986"/>
                  </a:lnTo>
                  <a:lnTo>
                    <a:pt x="120164" y="248419"/>
                  </a:lnTo>
                  <a:lnTo>
                    <a:pt x="120029" y="248359"/>
                  </a:lnTo>
                  <a:lnTo>
                    <a:pt x="119579" y="248765"/>
                  </a:lnTo>
                  <a:lnTo>
                    <a:pt x="119391" y="248873"/>
                  </a:lnTo>
                  <a:lnTo>
                    <a:pt x="118953" y="249161"/>
                  </a:lnTo>
                  <a:lnTo>
                    <a:pt x="118710" y="249180"/>
                  </a:lnTo>
                  <a:lnTo>
                    <a:pt x="118164" y="248831"/>
                  </a:lnTo>
                  <a:lnTo>
                    <a:pt x="118008" y="248309"/>
                  </a:lnTo>
                  <a:lnTo>
                    <a:pt x="118155" y="248210"/>
                  </a:lnTo>
                  <a:lnTo>
                    <a:pt x="118327" y="247918"/>
                  </a:lnTo>
                  <a:lnTo>
                    <a:pt x="118701" y="247636"/>
                  </a:lnTo>
                  <a:lnTo>
                    <a:pt x="118985" y="247488"/>
                  </a:lnTo>
                  <a:lnTo>
                    <a:pt x="119349" y="247222"/>
                  </a:lnTo>
                  <a:lnTo>
                    <a:pt x="119629" y="247089"/>
                  </a:lnTo>
                  <a:lnTo>
                    <a:pt x="119808" y="247008"/>
                  </a:lnTo>
                  <a:lnTo>
                    <a:pt x="119996" y="246982"/>
                  </a:lnTo>
                  <a:lnTo>
                    <a:pt x="120252" y="246867"/>
                  </a:lnTo>
                  <a:lnTo>
                    <a:pt x="120553" y="246674"/>
                  </a:lnTo>
                  <a:lnTo>
                    <a:pt x="120827" y="246536"/>
                  </a:lnTo>
                  <a:lnTo>
                    <a:pt x="121095" y="246442"/>
                  </a:lnTo>
                  <a:lnTo>
                    <a:pt x="121287" y="246338"/>
                  </a:lnTo>
                  <a:lnTo>
                    <a:pt x="121497" y="246165"/>
                  </a:lnTo>
                  <a:lnTo>
                    <a:pt x="121427" y="245971"/>
                  </a:lnTo>
                  <a:lnTo>
                    <a:pt x="120801" y="245543"/>
                  </a:lnTo>
                  <a:lnTo>
                    <a:pt x="120751" y="245321"/>
                  </a:lnTo>
                  <a:lnTo>
                    <a:pt x="120799" y="245177"/>
                  </a:lnTo>
                  <a:lnTo>
                    <a:pt x="121537" y="244829"/>
                  </a:lnTo>
                  <a:lnTo>
                    <a:pt x="121783" y="244521"/>
                  </a:lnTo>
                  <a:lnTo>
                    <a:pt x="122055" y="244291"/>
                  </a:lnTo>
                  <a:lnTo>
                    <a:pt x="122209" y="244199"/>
                  </a:lnTo>
                  <a:lnTo>
                    <a:pt x="122109" y="243755"/>
                  </a:lnTo>
                  <a:lnTo>
                    <a:pt x="122409" y="243400"/>
                  </a:lnTo>
                  <a:lnTo>
                    <a:pt x="122585" y="243193"/>
                  </a:lnTo>
                  <a:lnTo>
                    <a:pt x="122416" y="242775"/>
                  </a:lnTo>
                  <a:lnTo>
                    <a:pt x="122234" y="242718"/>
                  </a:lnTo>
                  <a:lnTo>
                    <a:pt x="122061" y="242739"/>
                  </a:lnTo>
                  <a:lnTo>
                    <a:pt x="121655" y="242629"/>
                  </a:lnTo>
                  <a:lnTo>
                    <a:pt x="121366" y="242280"/>
                  </a:lnTo>
                  <a:lnTo>
                    <a:pt x="121102" y="242142"/>
                  </a:lnTo>
                  <a:lnTo>
                    <a:pt x="120875" y="241910"/>
                  </a:lnTo>
                  <a:lnTo>
                    <a:pt x="120882" y="241585"/>
                  </a:lnTo>
                  <a:lnTo>
                    <a:pt x="120669" y="241634"/>
                  </a:lnTo>
                  <a:lnTo>
                    <a:pt x="120403" y="241544"/>
                  </a:lnTo>
                  <a:lnTo>
                    <a:pt x="120249" y="241479"/>
                  </a:lnTo>
                  <a:lnTo>
                    <a:pt x="120233" y="241101"/>
                  </a:lnTo>
                  <a:lnTo>
                    <a:pt x="120516" y="240514"/>
                  </a:lnTo>
                  <a:lnTo>
                    <a:pt x="120496" y="240247"/>
                  </a:lnTo>
                  <a:lnTo>
                    <a:pt x="120441" y="239946"/>
                  </a:lnTo>
                  <a:lnTo>
                    <a:pt x="120314" y="239680"/>
                  </a:lnTo>
                  <a:lnTo>
                    <a:pt x="120341" y="239033"/>
                  </a:lnTo>
                  <a:lnTo>
                    <a:pt x="120321" y="238857"/>
                  </a:lnTo>
                  <a:lnTo>
                    <a:pt x="120302" y="238621"/>
                  </a:lnTo>
                  <a:lnTo>
                    <a:pt x="120365" y="238048"/>
                  </a:lnTo>
                  <a:lnTo>
                    <a:pt x="120095" y="237732"/>
                  </a:lnTo>
                  <a:lnTo>
                    <a:pt x="120045" y="237403"/>
                  </a:lnTo>
                  <a:lnTo>
                    <a:pt x="120058" y="237038"/>
                  </a:lnTo>
                  <a:lnTo>
                    <a:pt x="120122" y="236872"/>
                  </a:lnTo>
                  <a:lnTo>
                    <a:pt x="120208" y="236693"/>
                  </a:lnTo>
                  <a:lnTo>
                    <a:pt x="120870" y="235793"/>
                  </a:lnTo>
                  <a:lnTo>
                    <a:pt x="120867" y="235214"/>
                  </a:lnTo>
                  <a:lnTo>
                    <a:pt x="120848" y="234975"/>
                  </a:lnTo>
                  <a:lnTo>
                    <a:pt x="120917" y="234639"/>
                  </a:lnTo>
                  <a:lnTo>
                    <a:pt x="121109" y="233651"/>
                  </a:lnTo>
                  <a:lnTo>
                    <a:pt x="121163" y="233516"/>
                  </a:lnTo>
                  <a:lnTo>
                    <a:pt x="121552" y="233089"/>
                  </a:lnTo>
                  <a:lnTo>
                    <a:pt x="121801" y="233056"/>
                  </a:lnTo>
                  <a:lnTo>
                    <a:pt x="122153" y="232729"/>
                  </a:lnTo>
                  <a:lnTo>
                    <a:pt x="122282" y="232171"/>
                  </a:lnTo>
                  <a:lnTo>
                    <a:pt x="122207" y="231857"/>
                  </a:lnTo>
                  <a:lnTo>
                    <a:pt x="122679" y="230913"/>
                  </a:lnTo>
                  <a:lnTo>
                    <a:pt x="123250" y="230084"/>
                  </a:lnTo>
                  <a:lnTo>
                    <a:pt x="123200" y="229518"/>
                  </a:lnTo>
                  <a:lnTo>
                    <a:pt x="123094" y="229275"/>
                  </a:lnTo>
                  <a:lnTo>
                    <a:pt x="123046" y="229141"/>
                  </a:lnTo>
                  <a:lnTo>
                    <a:pt x="122873" y="228823"/>
                  </a:lnTo>
                  <a:lnTo>
                    <a:pt x="122181" y="228697"/>
                  </a:lnTo>
                  <a:lnTo>
                    <a:pt x="121723" y="228429"/>
                  </a:lnTo>
                  <a:lnTo>
                    <a:pt x="121294" y="228338"/>
                  </a:lnTo>
                  <a:lnTo>
                    <a:pt x="120742" y="227946"/>
                  </a:lnTo>
                  <a:lnTo>
                    <a:pt x="120018" y="227702"/>
                  </a:lnTo>
                  <a:lnTo>
                    <a:pt x="119819" y="227166"/>
                  </a:lnTo>
                  <a:lnTo>
                    <a:pt x="119944" y="226750"/>
                  </a:lnTo>
                  <a:lnTo>
                    <a:pt x="121023" y="226424"/>
                  </a:lnTo>
                  <a:lnTo>
                    <a:pt x="121337" y="226476"/>
                  </a:lnTo>
                  <a:lnTo>
                    <a:pt x="121359" y="225734"/>
                  </a:lnTo>
                  <a:lnTo>
                    <a:pt x="121104" y="224772"/>
                  </a:lnTo>
                  <a:lnTo>
                    <a:pt x="121653" y="221722"/>
                  </a:lnTo>
                  <a:lnTo>
                    <a:pt x="122785" y="220963"/>
                  </a:lnTo>
                  <a:lnTo>
                    <a:pt x="124314" y="217632"/>
                  </a:lnTo>
                  <a:lnTo>
                    <a:pt x="123841" y="217221"/>
                  </a:lnTo>
                  <a:lnTo>
                    <a:pt x="124193" y="216215"/>
                  </a:lnTo>
                  <a:lnTo>
                    <a:pt x="124167" y="215593"/>
                  </a:lnTo>
                  <a:lnTo>
                    <a:pt x="124482" y="215303"/>
                  </a:lnTo>
                  <a:lnTo>
                    <a:pt x="124665" y="215197"/>
                  </a:lnTo>
                  <a:lnTo>
                    <a:pt x="124825" y="215168"/>
                  </a:lnTo>
                  <a:lnTo>
                    <a:pt x="125765" y="214443"/>
                  </a:lnTo>
                  <a:lnTo>
                    <a:pt x="125607" y="214154"/>
                  </a:lnTo>
                  <a:lnTo>
                    <a:pt x="125197" y="213695"/>
                  </a:lnTo>
                  <a:lnTo>
                    <a:pt x="125267" y="213493"/>
                  </a:lnTo>
                  <a:lnTo>
                    <a:pt x="125463" y="213102"/>
                  </a:lnTo>
                  <a:lnTo>
                    <a:pt x="127125" y="210003"/>
                  </a:lnTo>
                  <a:lnTo>
                    <a:pt x="127317" y="210080"/>
                  </a:lnTo>
                  <a:lnTo>
                    <a:pt x="127620" y="209635"/>
                  </a:lnTo>
                  <a:lnTo>
                    <a:pt x="129927" y="207320"/>
                  </a:lnTo>
                  <a:lnTo>
                    <a:pt x="130160" y="205365"/>
                  </a:lnTo>
                  <a:lnTo>
                    <a:pt x="132532" y="204957"/>
                  </a:lnTo>
                  <a:lnTo>
                    <a:pt x="132721" y="204972"/>
                  </a:lnTo>
                  <a:lnTo>
                    <a:pt x="133327" y="204215"/>
                  </a:lnTo>
                  <a:lnTo>
                    <a:pt x="133629" y="204114"/>
                  </a:lnTo>
                  <a:lnTo>
                    <a:pt x="135293" y="204367"/>
                  </a:lnTo>
                  <a:lnTo>
                    <a:pt x="135452" y="204422"/>
                  </a:lnTo>
                  <a:lnTo>
                    <a:pt x="135680" y="204469"/>
                  </a:lnTo>
                  <a:lnTo>
                    <a:pt x="138572" y="202703"/>
                  </a:lnTo>
                  <a:lnTo>
                    <a:pt x="138553" y="202574"/>
                  </a:lnTo>
                  <a:lnTo>
                    <a:pt x="139297" y="202180"/>
                  </a:lnTo>
                  <a:lnTo>
                    <a:pt x="140177" y="201647"/>
                  </a:lnTo>
                  <a:lnTo>
                    <a:pt x="140496" y="201225"/>
                  </a:lnTo>
                  <a:lnTo>
                    <a:pt x="140421" y="201081"/>
                  </a:lnTo>
                  <a:lnTo>
                    <a:pt x="140039" y="199549"/>
                  </a:lnTo>
                  <a:lnTo>
                    <a:pt x="140197" y="199335"/>
                  </a:lnTo>
                  <a:lnTo>
                    <a:pt x="140887" y="198799"/>
                  </a:lnTo>
                  <a:lnTo>
                    <a:pt x="141266" y="198523"/>
                  </a:lnTo>
                  <a:lnTo>
                    <a:pt x="142838" y="197978"/>
                  </a:lnTo>
                  <a:lnTo>
                    <a:pt x="143590" y="197997"/>
                  </a:lnTo>
                  <a:lnTo>
                    <a:pt x="143932" y="198013"/>
                  </a:lnTo>
                  <a:lnTo>
                    <a:pt x="144425" y="197709"/>
                  </a:lnTo>
                  <a:lnTo>
                    <a:pt x="144659" y="197674"/>
                  </a:lnTo>
                  <a:lnTo>
                    <a:pt x="144868" y="197718"/>
                  </a:lnTo>
                  <a:lnTo>
                    <a:pt x="145196" y="198008"/>
                  </a:lnTo>
                  <a:lnTo>
                    <a:pt x="145851" y="198356"/>
                  </a:lnTo>
                  <a:lnTo>
                    <a:pt x="146107" y="198241"/>
                  </a:lnTo>
                  <a:lnTo>
                    <a:pt x="147601" y="197843"/>
                  </a:lnTo>
                  <a:lnTo>
                    <a:pt x="147822" y="197873"/>
                  </a:lnTo>
                  <a:lnTo>
                    <a:pt x="148000" y="197715"/>
                  </a:lnTo>
                  <a:lnTo>
                    <a:pt x="148212" y="197638"/>
                  </a:lnTo>
                  <a:lnTo>
                    <a:pt x="150956" y="197603"/>
                  </a:lnTo>
                  <a:lnTo>
                    <a:pt x="151602" y="197415"/>
                  </a:lnTo>
                  <a:lnTo>
                    <a:pt x="152575" y="197135"/>
                  </a:lnTo>
                  <a:lnTo>
                    <a:pt x="152754" y="197150"/>
                  </a:lnTo>
                  <a:lnTo>
                    <a:pt x="154719" y="197466"/>
                  </a:lnTo>
                  <a:lnTo>
                    <a:pt x="155489" y="198354"/>
                  </a:lnTo>
                  <a:lnTo>
                    <a:pt x="155610" y="198491"/>
                  </a:lnTo>
                  <a:lnTo>
                    <a:pt x="156153" y="198835"/>
                  </a:lnTo>
                  <a:lnTo>
                    <a:pt x="156579" y="198440"/>
                  </a:lnTo>
                  <a:lnTo>
                    <a:pt x="156744" y="198408"/>
                  </a:lnTo>
                  <a:lnTo>
                    <a:pt x="157029" y="198431"/>
                  </a:lnTo>
                  <a:lnTo>
                    <a:pt x="157283" y="198492"/>
                  </a:lnTo>
                  <a:lnTo>
                    <a:pt x="157639" y="198665"/>
                  </a:lnTo>
                  <a:lnTo>
                    <a:pt x="158264" y="199473"/>
                  </a:lnTo>
                  <a:lnTo>
                    <a:pt x="158487" y="199525"/>
                  </a:lnTo>
                  <a:lnTo>
                    <a:pt x="158741" y="199561"/>
                  </a:lnTo>
                  <a:lnTo>
                    <a:pt x="159090" y="199741"/>
                  </a:lnTo>
                  <a:lnTo>
                    <a:pt x="159346" y="200078"/>
                  </a:lnTo>
                  <a:lnTo>
                    <a:pt x="159627" y="200403"/>
                  </a:lnTo>
                  <a:lnTo>
                    <a:pt x="159969" y="200426"/>
                  </a:lnTo>
                  <a:lnTo>
                    <a:pt x="160223" y="200594"/>
                  </a:lnTo>
                  <a:lnTo>
                    <a:pt x="160402" y="200800"/>
                  </a:lnTo>
                  <a:lnTo>
                    <a:pt x="160765" y="201693"/>
                  </a:lnTo>
                  <a:lnTo>
                    <a:pt x="160739" y="201925"/>
                  </a:lnTo>
                  <a:lnTo>
                    <a:pt x="160763" y="202154"/>
                  </a:lnTo>
                  <a:lnTo>
                    <a:pt x="161326" y="202802"/>
                  </a:lnTo>
                  <a:lnTo>
                    <a:pt x="162902" y="202854"/>
                  </a:lnTo>
                  <a:lnTo>
                    <a:pt x="163560" y="203978"/>
                  </a:lnTo>
                  <a:lnTo>
                    <a:pt x="164390" y="203658"/>
                  </a:lnTo>
                  <a:lnTo>
                    <a:pt x="164862" y="203316"/>
                  </a:lnTo>
                  <a:lnTo>
                    <a:pt x="166055" y="202847"/>
                  </a:lnTo>
                  <a:lnTo>
                    <a:pt x="166521" y="202806"/>
                  </a:lnTo>
                  <a:lnTo>
                    <a:pt x="166884" y="201825"/>
                  </a:lnTo>
                  <a:lnTo>
                    <a:pt x="167109" y="201200"/>
                  </a:lnTo>
                  <a:lnTo>
                    <a:pt x="168872" y="201443"/>
                  </a:lnTo>
                  <a:lnTo>
                    <a:pt x="169009" y="201464"/>
                  </a:lnTo>
                  <a:lnTo>
                    <a:pt x="169152" y="201170"/>
                  </a:lnTo>
                  <a:lnTo>
                    <a:pt x="169759" y="201466"/>
                  </a:lnTo>
                  <a:lnTo>
                    <a:pt x="171164" y="200566"/>
                  </a:lnTo>
                  <a:lnTo>
                    <a:pt x="171343" y="200487"/>
                  </a:lnTo>
                  <a:lnTo>
                    <a:pt x="171528" y="200460"/>
                  </a:lnTo>
                  <a:lnTo>
                    <a:pt x="172837" y="199232"/>
                  </a:lnTo>
                  <a:lnTo>
                    <a:pt x="172980" y="199189"/>
                  </a:lnTo>
                  <a:lnTo>
                    <a:pt x="173433" y="198978"/>
                  </a:lnTo>
                  <a:lnTo>
                    <a:pt x="174268" y="197616"/>
                  </a:lnTo>
                  <a:lnTo>
                    <a:pt x="174215" y="197485"/>
                  </a:lnTo>
                  <a:lnTo>
                    <a:pt x="174140" y="197339"/>
                  </a:lnTo>
                  <a:lnTo>
                    <a:pt x="174061" y="197141"/>
                  </a:lnTo>
                  <a:lnTo>
                    <a:pt x="173874" y="196712"/>
                  </a:lnTo>
                  <a:lnTo>
                    <a:pt x="173633" y="195911"/>
                  </a:lnTo>
                  <a:lnTo>
                    <a:pt x="173135" y="195022"/>
                  </a:lnTo>
                  <a:lnTo>
                    <a:pt x="172944" y="195093"/>
                  </a:lnTo>
                  <a:lnTo>
                    <a:pt x="172701" y="195153"/>
                  </a:lnTo>
                  <a:lnTo>
                    <a:pt x="172432" y="195154"/>
                  </a:lnTo>
                  <a:lnTo>
                    <a:pt x="172020" y="195119"/>
                  </a:lnTo>
                  <a:lnTo>
                    <a:pt x="171908" y="194962"/>
                  </a:lnTo>
                  <a:lnTo>
                    <a:pt x="171506" y="194728"/>
                  </a:lnTo>
                  <a:lnTo>
                    <a:pt x="171347" y="194687"/>
                  </a:lnTo>
                  <a:lnTo>
                    <a:pt x="171157" y="194724"/>
                  </a:lnTo>
                  <a:lnTo>
                    <a:pt x="170925" y="194778"/>
                  </a:lnTo>
                  <a:lnTo>
                    <a:pt x="170750" y="194642"/>
                  </a:lnTo>
                  <a:lnTo>
                    <a:pt x="170711" y="194308"/>
                  </a:lnTo>
                  <a:lnTo>
                    <a:pt x="170732" y="194114"/>
                  </a:lnTo>
                  <a:lnTo>
                    <a:pt x="170704" y="193905"/>
                  </a:lnTo>
                  <a:lnTo>
                    <a:pt x="170566" y="193628"/>
                  </a:lnTo>
                  <a:lnTo>
                    <a:pt x="170291" y="193556"/>
                  </a:lnTo>
                  <a:lnTo>
                    <a:pt x="170273" y="193175"/>
                  </a:lnTo>
                  <a:lnTo>
                    <a:pt x="170430" y="192709"/>
                  </a:lnTo>
                  <a:lnTo>
                    <a:pt x="170439" y="192458"/>
                  </a:lnTo>
                  <a:lnTo>
                    <a:pt x="169466" y="192036"/>
                  </a:lnTo>
                  <a:lnTo>
                    <a:pt x="169275" y="190990"/>
                  </a:lnTo>
                  <a:lnTo>
                    <a:pt x="169105" y="190664"/>
                  </a:lnTo>
                  <a:lnTo>
                    <a:pt x="169141" y="190476"/>
                  </a:lnTo>
                  <a:lnTo>
                    <a:pt x="169178" y="190326"/>
                  </a:lnTo>
                  <a:lnTo>
                    <a:pt x="169465" y="189638"/>
                  </a:lnTo>
                  <a:lnTo>
                    <a:pt x="169845" y="189390"/>
                  </a:lnTo>
                  <a:lnTo>
                    <a:pt x="170648" y="188911"/>
                  </a:lnTo>
                  <a:lnTo>
                    <a:pt x="170782" y="188298"/>
                  </a:lnTo>
                  <a:lnTo>
                    <a:pt x="170614" y="187937"/>
                  </a:lnTo>
                  <a:lnTo>
                    <a:pt x="170454" y="187940"/>
                  </a:lnTo>
                  <a:lnTo>
                    <a:pt x="170326" y="187961"/>
                  </a:lnTo>
                  <a:lnTo>
                    <a:pt x="170103" y="187920"/>
                  </a:lnTo>
                  <a:lnTo>
                    <a:pt x="169923" y="187879"/>
                  </a:lnTo>
                  <a:lnTo>
                    <a:pt x="169532" y="187880"/>
                  </a:lnTo>
                  <a:lnTo>
                    <a:pt x="169229" y="187667"/>
                  </a:lnTo>
                  <a:lnTo>
                    <a:pt x="168679" y="186321"/>
                  </a:lnTo>
                  <a:lnTo>
                    <a:pt x="169452" y="185692"/>
                  </a:lnTo>
                  <a:lnTo>
                    <a:pt x="170258" y="185200"/>
                  </a:lnTo>
                  <a:lnTo>
                    <a:pt x="170644" y="185483"/>
                  </a:lnTo>
                  <a:lnTo>
                    <a:pt x="172137" y="185454"/>
                  </a:lnTo>
                  <a:lnTo>
                    <a:pt x="173148" y="185383"/>
                  </a:lnTo>
                  <a:lnTo>
                    <a:pt x="173443" y="185264"/>
                  </a:lnTo>
                  <a:lnTo>
                    <a:pt x="174232" y="184772"/>
                  </a:lnTo>
                  <a:lnTo>
                    <a:pt x="174401" y="184704"/>
                  </a:lnTo>
                  <a:lnTo>
                    <a:pt x="174851" y="184629"/>
                  </a:lnTo>
                  <a:lnTo>
                    <a:pt x="175207" y="184963"/>
                  </a:lnTo>
                  <a:lnTo>
                    <a:pt x="175557" y="185187"/>
                  </a:lnTo>
                  <a:lnTo>
                    <a:pt x="176066" y="185410"/>
                  </a:lnTo>
                  <a:lnTo>
                    <a:pt x="176024" y="185562"/>
                  </a:lnTo>
                  <a:lnTo>
                    <a:pt x="177352" y="186361"/>
                  </a:lnTo>
                  <a:lnTo>
                    <a:pt x="178209" y="186137"/>
                  </a:lnTo>
                  <a:lnTo>
                    <a:pt x="178525" y="185916"/>
                  </a:lnTo>
                  <a:lnTo>
                    <a:pt x="178630" y="185206"/>
                  </a:lnTo>
                  <a:lnTo>
                    <a:pt x="178441" y="184105"/>
                  </a:lnTo>
                  <a:lnTo>
                    <a:pt x="178465" y="182994"/>
                  </a:lnTo>
                  <a:lnTo>
                    <a:pt x="178852" y="182862"/>
                  </a:lnTo>
                  <a:lnTo>
                    <a:pt x="178995" y="182804"/>
                  </a:lnTo>
                  <a:lnTo>
                    <a:pt x="179497" y="182769"/>
                  </a:lnTo>
                  <a:lnTo>
                    <a:pt x="180534" y="182982"/>
                  </a:lnTo>
                  <a:lnTo>
                    <a:pt x="180898" y="182709"/>
                  </a:lnTo>
                  <a:lnTo>
                    <a:pt x="180984" y="182507"/>
                  </a:lnTo>
                  <a:lnTo>
                    <a:pt x="181274" y="182517"/>
                  </a:lnTo>
                  <a:lnTo>
                    <a:pt x="181417" y="182554"/>
                  </a:lnTo>
                  <a:lnTo>
                    <a:pt x="181629" y="182619"/>
                  </a:lnTo>
                  <a:lnTo>
                    <a:pt x="182077" y="182620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6339606" y="640208"/>
              <a:ext cx="1114956" cy="880227"/>
            </a:xfrm>
            <a:custGeom>
              <a:avLst/>
              <a:pathLst>
                <a:path w="1114956" h="880227">
                  <a:moveTo>
                    <a:pt x="938707" y="182880"/>
                  </a:moveTo>
                  <a:lnTo>
                    <a:pt x="939051" y="183326"/>
                  </a:lnTo>
                  <a:lnTo>
                    <a:pt x="939756" y="183355"/>
                  </a:lnTo>
                  <a:lnTo>
                    <a:pt x="939924" y="183616"/>
                  </a:lnTo>
                  <a:lnTo>
                    <a:pt x="940090" y="183814"/>
                  </a:lnTo>
                  <a:lnTo>
                    <a:pt x="940781" y="184332"/>
                  </a:lnTo>
                  <a:lnTo>
                    <a:pt x="941013" y="184272"/>
                  </a:lnTo>
                  <a:lnTo>
                    <a:pt x="941453" y="184285"/>
                  </a:lnTo>
                  <a:lnTo>
                    <a:pt x="941997" y="184938"/>
                  </a:lnTo>
                  <a:lnTo>
                    <a:pt x="942486" y="185508"/>
                  </a:lnTo>
                  <a:lnTo>
                    <a:pt x="943179" y="185886"/>
                  </a:lnTo>
                  <a:lnTo>
                    <a:pt x="943668" y="185856"/>
                  </a:lnTo>
                  <a:lnTo>
                    <a:pt x="943989" y="185831"/>
                  </a:lnTo>
                  <a:lnTo>
                    <a:pt x="944396" y="185983"/>
                  </a:lnTo>
                  <a:lnTo>
                    <a:pt x="944656" y="186204"/>
                  </a:lnTo>
                  <a:lnTo>
                    <a:pt x="945188" y="186528"/>
                  </a:lnTo>
                  <a:lnTo>
                    <a:pt x="945494" y="186914"/>
                  </a:lnTo>
                  <a:lnTo>
                    <a:pt x="945344" y="188469"/>
                  </a:lnTo>
                  <a:lnTo>
                    <a:pt x="944678" y="188698"/>
                  </a:lnTo>
                  <a:lnTo>
                    <a:pt x="944408" y="188868"/>
                  </a:lnTo>
                  <a:lnTo>
                    <a:pt x="944567" y="189321"/>
                  </a:lnTo>
                  <a:lnTo>
                    <a:pt x="944689" y="189614"/>
                  </a:lnTo>
                  <a:lnTo>
                    <a:pt x="944899" y="189783"/>
                  </a:lnTo>
                  <a:lnTo>
                    <a:pt x="945338" y="189979"/>
                  </a:lnTo>
                  <a:lnTo>
                    <a:pt x="945700" y="190068"/>
                  </a:lnTo>
                  <a:lnTo>
                    <a:pt x="945969" y="190184"/>
                  </a:lnTo>
                  <a:lnTo>
                    <a:pt x="946379" y="190324"/>
                  </a:lnTo>
                  <a:lnTo>
                    <a:pt x="946682" y="190541"/>
                  </a:lnTo>
                  <a:lnTo>
                    <a:pt x="946952" y="190814"/>
                  </a:lnTo>
                  <a:lnTo>
                    <a:pt x="947124" y="190837"/>
                  </a:lnTo>
                  <a:lnTo>
                    <a:pt x="947526" y="190874"/>
                  </a:lnTo>
                  <a:lnTo>
                    <a:pt x="947734" y="190801"/>
                  </a:lnTo>
                  <a:lnTo>
                    <a:pt x="948221" y="190720"/>
                  </a:lnTo>
                  <a:lnTo>
                    <a:pt x="948596" y="191029"/>
                  </a:lnTo>
                  <a:lnTo>
                    <a:pt x="948638" y="191239"/>
                  </a:lnTo>
                  <a:lnTo>
                    <a:pt x="949355" y="191993"/>
                  </a:lnTo>
                  <a:lnTo>
                    <a:pt x="949474" y="192055"/>
                  </a:lnTo>
                  <a:lnTo>
                    <a:pt x="949267" y="192227"/>
                  </a:lnTo>
                  <a:lnTo>
                    <a:pt x="949288" y="192906"/>
                  </a:lnTo>
                  <a:lnTo>
                    <a:pt x="949304" y="193351"/>
                  </a:lnTo>
                  <a:lnTo>
                    <a:pt x="949655" y="193745"/>
                  </a:lnTo>
                  <a:lnTo>
                    <a:pt x="950224" y="194032"/>
                  </a:lnTo>
                  <a:lnTo>
                    <a:pt x="950673" y="194211"/>
                  </a:lnTo>
                  <a:lnTo>
                    <a:pt x="950150" y="194996"/>
                  </a:lnTo>
                  <a:lnTo>
                    <a:pt x="949984" y="195349"/>
                  </a:lnTo>
                  <a:lnTo>
                    <a:pt x="949935" y="195580"/>
                  </a:lnTo>
                  <a:lnTo>
                    <a:pt x="949697" y="196113"/>
                  </a:lnTo>
                  <a:lnTo>
                    <a:pt x="949437" y="196464"/>
                  </a:lnTo>
                  <a:lnTo>
                    <a:pt x="949230" y="196497"/>
                  </a:lnTo>
                  <a:lnTo>
                    <a:pt x="948890" y="196614"/>
                  </a:lnTo>
                  <a:lnTo>
                    <a:pt x="948730" y="196731"/>
                  </a:lnTo>
                  <a:lnTo>
                    <a:pt x="948462" y="196959"/>
                  </a:lnTo>
                  <a:lnTo>
                    <a:pt x="948148" y="197134"/>
                  </a:lnTo>
                  <a:lnTo>
                    <a:pt x="947995" y="197141"/>
                  </a:lnTo>
                  <a:lnTo>
                    <a:pt x="947807" y="197176"/>
                  </a:lnTo>
                  <a:lnTo>
                    <a:pt x="947541" y="197226"/>
                  </a:lnTo>
                  <a:lnTo>
                    <a:pt x="946645" y="197774"/>
                  </a:lnTo>
                  <a:lnTo>
                    <a:pt x="946488" y="197921"/>
                  </a:lnTo>
                  <a:lnTo>
                    <a:pt x="946249" y="198376"/>
                  </a:lnTo>
                  <a:lnTo>
                    <a:pt x="946028" y="198697"/>
                  </a:lnTo>
                  <a:lnTo>
                    <a:pt x="945485" y="199292"/>
                  </a:lnTo>
                  <a:lnTo>
                    <a:pt x="945451" y="199544"/>
                  </a:lnTo>
                  <a:lnTo>
                    <a:pt x="945441" y="199793"/>
                  </a:lnTo>
                  <a:lnTo>
                    <a:pt x="945214" y="200452"/>
                  </a:lnTo>
                  <a:lnTo>
                    <a:pt x="944758" y="201092"/>
                  </a:lnTo>
                  <a:lnTo>
                    <a:pt x="944128" y="201317"/>
                  </a:lnTo>
                  <a:lnTo>
                    <a:pt x="943213" y="201835"/>
                  </a:lnTo>
                  <a:lnTo>
                    <a:pt x="943072" y="201858"/>
                  </a:lnTo>
                  <a:lnTo>
                    <a:pt x="942845" y="202290"/>
                  </a:lnTo>
                  <a:lnTo>
                    <a:pt x="942724" y="202481"/>
                  </a:lnTo>
                  <a:lnTo>
                    <a:pt x="942592" y="202971"/>
                  </a:lnTo>
                  <a:lnTo>
                    <a:pt x="942808" y="203087"/>
                  </a:lnTo>
                  <a:lnTo>
                    <a:pt x="943056" y="203429"/>
                  </a:lnTo>
                  <a:lnTo>
                    <a:pt x="943202" y="203686"/>
                  </a:lnTo>
                  <a:lnTo>
                    <a:pt x="942541" y="204112"/>
                  </a:lnTo>
                  <a:lnTo>
                    <a:pt x="942106" y="204804"/>
                  </a:lnTo>
                  <a:lnTo>
                    <a:pt x="941790" y="205121"/>
                  </a:lnTo>
                  <a:lnTo>
                    <a:pt x="941505" y="205259"/>
                  </a:lnTo>
                  <a:lnTo>
                    <a:pt x="941369" y="205305"/>
                  </a:lnTo>
                  <a:lnTo>
                    <a:pt x="941163" y="205377"/>
                  </a:lnTo>
                  <a:lnTo>
                    <a:pt x="940581" y="205604"/>
                  </a:lnTo>
                  <a:lnTo>
                    <a:pt x="939886" y="206009"/>
                  </a:lnTo>
                  <a:lnTo>
                    <a:pt x="939612" y="206362"/>
                  </a:lnTo>
                  <a:lnTo>
                    <a:pt x="939258" y="206622"/>
                  </a:lnTo>
                  <a:lnTo>
                    <a:pt x="938813" y="207095"/>
                  </a:lnTo>
                  <a:lnTo>
                    <a:pt x="938143" y="207119"/>
                  </a:lnTo>
                  <a:lnTo>
                    <a:pt x="937636" y="207233"/>
                  </a:lnTo>
                  <a:lnTo>
                    <a:pt x="937258" y="207795"/>
                  </a:lnTo>
                  <a:lnTo>
                    <a:pt x="937059" y="208161"/>
                  </a:lnTo>
                  <a:lnTo>
                    <a:pt x="936996" y="208330"/>
                  </a:lnTo>
                  <a:lnTo>
                    <a:pt x="936660" y="208981"/>
                  </a:lnTo>
                  <a:lnTo>
                    <a:pt x="936319" y="209157"/>
                  </a:lnTo>
                  <a:lnTo>
                    <a:pt x="935996" y="209298"/>
                  </a:lnTo>
                  <a:lnTo>
                    <a:pt x="935766" y="209441"/>
                  </a:lnTo>
                  <a:lnTo>
                    <a:pt x="935475" y="209721"/>
                  </a:lnTo>
                  <a:lnTo>
                    <a:pt x="935221" y="209959"/>
                  </a:lnTo>
                  <a:lnTo>
                    <a:pt x="934612" y="210417"/>
                  </a:lnTo>
                  <a:lnTo>
                    <a:pt x="934231" y="210484"/>
                  </a:lnTo>
                  <a:lnTo>
                    <a:pt x="934143" y="210648"/>
                  </a:lnTo>
                  <a:lnTo>
                    <a:pt x="933652" y="211063"/>
                  </a:lnTo>
                  <a:lnTo>
                    <a:pt x="933066" y="211196"/>
                  </a:lnTo>
                  <a:lnTo>
                    <a:pt x="932856" y="211188"/>
                  </a:lnTo>
                  <a:lnTo>
                    <a:pt x="932442" y="211239"/>
                  </a:lnTo>
                  <a:lnTo>
                    <a:pt x="932049" y="211337"/>
                  </a:lnTo>
                  <a:lnTo>
                    <a:pt x="931907" y="211334"/>
                  </a:lnTo>
                  <a:lnTo>
                    <a:pt x="931521" y="211326"/>
                  </a:lnTo>
                  <a:lnTo>
                    <a:pt x="931081" y="211528"/>
                  </a:lnTo>
                  <a:lnTo>
                    <a:pt x="931137" y="211812"/>
                  </a:lnTo>
                  <a:lnTo>
                    <a:pt x="930898" y="211922"/>
                  </a:lnTo>
                  <a:lnTo>
                    <a:pt x="930312" y="212622"/>
                  </a:lnTo>
                  <a:lnTo>
                    <a:pt x="930026" y="212814"/>
                  </a:lnTo>
                  <a:lnTo>
                    <a:pt x="929319" y="213124"/>
                  </a:lnTo>
                  <a:lnTo>
                    <a:pt x="928850" y="213309"/>
                  </a:lnTo>
                  <a:lnTo>
                    <a:pt x="928522" y="213568"/>
                  </a:lnTo>
                  <a:lnTo>
                    <a:pt x="928468" y="213728"/>
                  </a:lnTo>
                  <a:lnTo>
                    <a:pt x="928253" y="213969"/>
                  </a:lnTo>
                  <a:lnTo>
                    <a:pt x="927037" y="214531"/>
                  </a:lnTo>
                  <a:lnTo>
                    <a:pt x="926552" y="214878"/>
                  </a:lnTo>
                  <a:lnTo>
                    <a:pt x="926628" y="215143"/>
                  </a:lnTo>
                  <a:lnTo>
                    <a:pt x="926931" y="215402"/>
                  </a:lnTo>
                  <a:lnTo>
                    <a:pt x="927475" y="215593"/>
                  </a:lnTo>
                  <a:lnTo>
                    <a:pt x="927978" y="215827"/>
                  </a:lnTo>
                  <a:lnTo>
                    <a:pt x="928153" y="215880"/>
                  </a:lnTo>
                  <a:lnTo>
                    <a:pt x="928380" y="215752"/>
                  </a:lnTo>
                  <a:lnTo>
                    <a:pt x="928984" y="215481"/>
                  </a:lnTo>
                  <a:lnTo>
                    <a:pt x="929212" y="215508"/>
                  </a:lnTo>
                  <a:lnTo>
                    <a:pt x="930001" y="215327"/>
                  </a:lnTo>
                  <a:lnTo>
                    <a:pt x="930571" y="215611"/>
                  </a:lnTo>
                  <a:lnTo>
                    <a:pt x="931421" y="215876"/>
                  </a:lnTo>
                  <a:lnTo>
                    <a:pt x="931760" y="216002"/>
                  </a:lnTo>
                  <a:lnTo>
                    <a:pt x="931809" y="216219"/>
                  </a:lnTo>
                  <a:lnTo>
                    <a:pt x="931856" y="216715"/>
                  </a:lnTo>
                  <a:lnTo>
                    <a:pt x="932838" y="217612"/>
                  </a:lnTo>
                  <a:lnTo>
                    <a:pt x="933157" y="217745"/>
                  </a:lnTo>
                  <a:lnTo>
                    <a:pt x="933559" y="217767"/>
                  </a:lnTo>
                  <a:lnTo>
                    <a:pt x="934243" y="218017"/>
                  </a:lnTo>
                  <a:lnTo>
                    <a:pt x="934834" y="218086"/>
                  </a:lnTo>
                  <a:lnTo>
                    <a:pt x="935077" y="218237"/>
                  </a:lnTo>
                  <a:lnTo>
                    <a:pt x="935066" y="218381"/>
                  </a:lnTo>
                  <a:lnTo>
                    <a:pt x="935060" y="218536"/>
                  </a:lnTo>
                  <a:lnTo>
                    <a:pt x="935081" y="218830"/>
                  </a:lnTo>
                  <a:lnTo>
                    <a:pt x="935260" y="219038"/>
                  </a:lnTo>
                  <a:lnTo>
                    <a:pt x="935470" y="219160"/>
                  </a:lnTo>
                  <a:lnTo>
                    <a:pt x="935903" y="219282"/>
                  </a:lnTo>
                  <a:lnTo>
                    <a:pt x="936183" y="219375"/>
                  </a:lnTo>
                  <a:lnTo>
                    <a:pt x="937512" y="219910"/>
                  </a:lnTo>
                  <a:lnTo>
                    <a:pt x="938490" y="219980"/>
                  </a:lnTo>
                  <a:lnTo>
                    <a:pt x="938579" y="220139"/>
                  </a:lnTo>
                  <a:lnTo>
                    <a:pt x="939023" y="220539"/>
                  </a:lnTo>
                  <a:lnTo>
                    <a:pt x="939077" y="220671"/>
                  </a:lnTo>
                  <a:lnTo>
                    <a:pt x="939230" y="220913"/>
                  </a:lnTo>
                  <a:lnTo>
                    <a:pt x="939876" y="221099"/>
                  </a:lnTo>
                  <a:lnTo>
                    <a:pt x="940430" y="220828"/>
                  </a:lnTo>
                  <a:lnTo>
                    <a:pt x="941662" y="221241"/>
                  </a:lnTo>
                  <a:lnTo>
                    <a:pt x="941735" y="221416"/>
                  </a:lnTo>
                  <a:lnTo>
                    <a:pt x="941939" y="221670"/>
                  </a:lnTo>
                  <a:lnTo>
                    <a:pt x="942499" y="221731"/>
                  </a:lnTo>
                  <a:lnTo>
                    <a:pt x="943134" y="221627"/>
                  </a:lnTo>
                  <a:lnTo>
                    <a:pt x="943387" y="221600"/>
                  </a:lnTo>
                  <a:lnTo>
                    <a:pt x="944103" y="221550"/>
                  </a:lnTo>
                  <a:lnTo>
                    <a:pt x="945224" y="222329"/>
                  </a:lnTo>
                  <a:lnTo>
                    <a:pt x="945487" y="222695"/>
                  </a:lnTo>
                  <a:lnTo>
                    <a:pt x="945171" y="223115"/>
                  </a:lnTo>
                  <a:lnTo>
                    <a:pt x="944922" y="223727"/>
                  </a:lnTo>
                  <a:lnTo>
                    <a:pt x="944838" y="223858"/>
                  </a:lnTo>
                  <a:lnTo>
                    <a:pt x="944761" y="224026"/>
                  </a:lnTo>
                  <a:lnTo>
                    <a:pt x="945147" y="224148"/>
                  </a:lnTo>
                  <a:lnTo>
                    <a:pt x="946079" y="224784"/>
                  </a:lnTo>
                  <a:lnTo>
                    <a:pt x="946300" y="225349"/>
                  </a:lnTo>
                  <a:lnTo>
                    <a:pt x="946589" y="225560"/>
                  </a:lnTo>
                  <a:lnTo>
                    <a:pt x="946840" y="225768"/>
                  </a:lnTo>
                  <a:lnTo>
                    <a:pt x="946917" y="226575"/>
                  </a:lnTo>
                  <a:lnTo>
                    <a:pt x="946919" y="226795"/>
                  </a:lnTo>
                  <a:lnTo>
                    <a:pt x="947145" y="227238"/>
                  </a:lnTo>
                  <a:lnTo>
                    <a:pt x="948229" y="227485"/>
                  </a:lnTo>
                  <a:lnTo>
                    <a:pt x="948540" y="227522"/>
                  </a:lnTo>
                  <a:lnTo>
                    <a:pt x="948742" y="227530"/>
                  </a:lnTo>
                  <a:lnTo>
                    <a:pt x="949313" y="227774"/>
                  </a:lnTo>
                  <a:lnTo>
                    <a:pt x="949606" y="227868"/>
                  </a:lnTo>
                  <a:lnTo>
                    <a:pt x="949768" y="227898"/>
                  </a:lnTo>
                  <a:lnTo>
                    <a:pt x="950078" y="227906"/>
                  </a:lnTo>
                  <a:lnTo>
                    <a:pt x="950328" y="228058"/>
                  </a:lnTo>
                  <a:lnTo>
                    <a:pt x="950480" y="228203"/>
                  </a:lnTo>
                  <a:lnTo>
                    <a:pt x="950815" y="228276"/>
                  </a:lnTo>
                  <a:lnTo>
                    <a:pt x="951270" y="228473"/>
                  </a:lnTo>
                  <a:lnTo>
                    <a:pt x="951662" y="228729"/>
                  </a:lnTo>
                  <a:lnTo>
                    <a:pt x="952156" y="228647"/>
                  </a:lnTo>
                  <a:lnTo>
                    <a:pt x="952472" y="228517"/>
                  </a:lnTo>
                  <a:lnTo>
                    <a:pt x="953072" y="228666"/>
                  </a:lnTo>
                  <a:lnTo>
                    <a:pt x="953529" y="228713"/>
                  </a:lnTo>
                  <a:lnTo>
                    <a:pt x="953932" y="228717"/>
                  </a:lnTo>
                  <a:lnTo>
                    <a:pt x="955087" y="228556"/>
                  </a:lnTo>
                  <a:lnTo>
                    <a:pt x="955603" y="228192"/>
                  </a:lnTo>
                  <a:lnTo>
                    <a:pt x="955858" y="227794"/>
                  </a:lnTo>
                  <a:lnTo>
                    <a:pt x="956350" y="226989"/>
                  </a:lnTo>
                  <a:lnTo>
                    <a:pt x="956550" y="226905"/>
                  </a:lnTo>
                  <a:lnTo>
                    <a:pt x="956761" y="226806"/>
                  </a:lnTo>
                  <a:lnTo>
                    <a:pt x="956949" y="226515"/>
                  </a:lnTo>
                  <a:lnTo>
                    <a:pt x="956982" y="226161"/>
                  </a:lnTo>
                  <a:lnTo>
                    <a:pt x="957461" y="225796"/>
                  </a:lnTo>
                  <a:lnTo>
                    <a:pt x="958630" y="224965"/>
                  </a:lnTo>
                  <a:lnTo>
                    <a:pt x="958813" y="224849"/>
                  </a:lnTo>
                  <a:lnTo>
                    <a:pt x="959012" y="224539"/>
                  </a:lnTo>
                  <a:lnTo>
                    <a:pt x="959182" y="224293"/>
                  </a:lnTo>
                  <a:lnTo>
                    <a:pt x="959584" y="223859"/>
                  </a:lnTo>
                  <a:lnTo>
                    <a:pt x="959514" y="223703"/>
                  </a:lnTo>
                  <a:lnTo>
                    <a:pt x="959367" y="223040"/>
                  </a:lnTo>
                  <a:lnTo>
                    <a:pt x="959524" y="223043"/>
                  </a:lnTo>
                  <a:lnTo>
                    <a:pt x="960920" y="222682"/>
                  </a:lnTo>
                  <a:lnTo>
                    <a:pt x="961234" y="222616"/>
                  </a:lnTo>
                  <a:lnTo>
                    <a:pt x="960930" y="221995"/>
                  </a:lnTo>
                  <a:lnTo>
                    <a:pt x="961150" y="221582"/>
                  </a:lnTo>
                  <a:lnTo>
                    <a:pt x="961426" y="221620"/>
                  </a:lnTo>
                  <a:lnTo>
                    <a:pt x="961582" y="221578"/>
                  </a:lnTo>
                  <a:lnTo>
                    <a:pt x="962053" y="221267"/>
                  </a:lnTo>
                  <a:lnTo>
                    <a:pt x="962089" y="221041"/>
                  </a:lnTo>
                  <a:lnTo>
                    <a:pt x="962269" y="220835"/>
                  </a:lnTo>
                  <a:lnTo>
                    <a:pt x="962491" y="220406"/>
                  </a:lnTo>
                  <a:lnTo>
                    <a:pt x="963015" y="220144"/>
                  </a:lnTo>
                  <a:lnTo>
                    <a:pt x="963180" y="219183"/>
                  </a:lnTo>
                  <a:lnTo>
                    <a:pt x="963172" y="219043"/>
                  </a:lnTo>
                  <a:lnTo>
                    <a:pt x="963196" y="218729"/>
                  </a:lnTo>
                  <a:lnTo>
                    <a:pt x="963389" y="218672"/>
                  </a:lnTo>
                  <a:lnTo>
                    <a:pt x="963921" y="218403"/>
                  </a:lnTo>
                  <a:lnTo>
                    <a:pt x="964227" y="218575"/>
                  </a:lnTo>
                  <a:lnTo>
                    <a:pt x="964291" y="218874"/>
                  </a:lnTo>
                  <a:lnTo>
                    <a:pt x="964385" y="219015"/>
                  </a:lnTo>
                  <a:lnTo>
                    <a:pt x="964457" y="219477"/>
                  </a:lnTo>
                  <a:lnTo>
                    <a:pt x="964626" y="219797"/>
                  </a:lnTo>
                  <a:lnTo>
                    <a:pt x="964877" y="219925"/>
                  </a:lnTo>
                  <a:lnTo>
                    <a:pt x="965146" y="220136"/>
                  </a:lnTo>
                  <a:lnTo>
                    <a:pt x="965294" y="220171"/>
                  </a:lnTo>
                  <a:lnTo>
                    <a:pt x="966127" y="220422"/>
                  </a:lnTo>
                  <a:lnTo>
                    <a:pt x="966376" y="220373"/>
                  </a:lnTo>
                  <a:lnTo>
                    <a:pt x="966714" y="220432"/>
                  </a:lnTo>
                  <a:lnTo>
                    <a:pt x="967065" y="220466"/>
                  </a:lnTo>
                  <a:lnTo>
                    <a:pt x="967329" y="220454"/>
                  </a:lnTo>
                  <a:lnTo>
                    <a:pt x="967579" y="220434"/>
                  </a:lnTo>
                  <a:lnTo>
                    <a:pt x="967787" y="220474"/>
                  </a:lnTo>
                  <a:lnTo>
                    <a:pt x="967955" y="220551"/>
                  </a:lnTo>
                  <a:lnTo>
                    <a:pt x="968378" y="220413"/>
                  </a:lnTo>
                  <a:lnTo>
                    <a:pt x="969015" y="220132"/>
                  </a:lnTo>
                  <a:lnTo>
                    <a:pt x="969287" y="220164"/>
                  </a:lnTo>
                  <a:lnTo>
                    <a:pt x="969878" y="220513"/>
                  </a:lnTo>
                  <a:lnTo>
                    <a:pt x="970333" y="220842"/>
                  </a:lnTo>
                  <a:lnTo>
                    <a:pt x="970388" y="221089"/>
                  </a:lnTo>
                  <a:lnTo>
                    <a:pt x="970380" y="221260"/>
                  </a:lnTo>
                  <a:lnTo>
                    <a:pt x="970394" y="221459"/>
                  </a:lnTo>
                  <a:lnTo>
                    <a:pt x="970485" y="221963"/>
                  </a:lnTo>
                  <a:lnTo>
                    <a:pt x="970724" y="222207"/>
                  </a:lnTo>
                  <a:lnTo>
                    <a:pt x="971109" y="222602"/>
                  </a:lnTo>
                  <a:lnTo>
                    <a:pt x="971166" y="223012"/>
                  </a:lnTo>
                  <a:lnTo>
                    <a:pt x="971841" y="222951"/>
                  </a:lnTo>
                  <a:lnTo>
                    <a:pt x="972226" y="223594"/>
                  </a:lnTo>
                  <a:lnTo>
                    <a:pt x="973273" y="224125"/>
                  </a:lnTo>
                  <a:lnTo>
                    <a:pt x="973970" y="224411"/>
                  </a:lnTo>
                  <a:lnTo>
                    <a:pt x="974889" y="223866"/>
                  </a:lnTo>
                  <a:lnTo>
                    <a:pt x="975214" y="224185"/>
                  </a:lnTo>
                  <a:lnTo>
                    <a:pt x="975194" y="224462"/>
                  </a:lnTo>
                  <a:lnTo>
                    <a:pt x="975485" y="225015"/>
                  </a:lnTo>
                  <a:lnTo>
                    <a:pt x="975811" y="225338"/>
                  </a:lnTo>
                  <a:lnTo>
                    <a:pt x="975985" y="225413"/>
                  </a:lnTo>
                  <a:lnTo>
                    <a:pt x="976267" y="226547"/>
                  </a:lnTo>
                  <a:lnTo>
                    <a:pt x="976015" y="226580"/>
                  </a:lnTo>
                  <a:lnTo>
                    <a:pt x="976088" y="226827"/>
                  </a:lnTo>
                  <a:lnTo>
                    <a:pt x="976290" y="227288"/>
                  </a:lnTo>
                  <a:lnTo>
                    <a:pt x="975975" y="227901"/>
                  </a:lnTo>
                  <a:lnTo>
                    <a:pt x="976302" y="228007"/>
                  </a:lnTo>
                  <a:lnTo>
                    <a:pt x="976489" y="228043"/>
                  </a:lnTo>
                  <a:lnTo>
                    <a:pt x="976817" y="228134"/>
                  </a:lnTo>
                  <a:lnTo>
                    <a:pt x="977083" y="228318"/>
                  </a:lnTo>
                  <a:lnTo>
                    <a:pt x="977268" y="228464"/>
                  </a:lnTo>
                  <a:lnTo>
                    <a:pt x="977763" y="228509"/>
                  </a:lnTo>
                  <a:lnTo>
                    <a:pt x="978631" y="228522"/>
                  </a:lnTo>
                  <a:lnTo>
                    <a:pt x="979653" y="228688"/>
                  </a:lnTo>
                  <a:lnTo>
                    <a:pt x="979833" y="228708"/>
                  </a:lnTo>
                  <a:lnTo>
                    <a:pt x="980259" y="229226"/>
                  </a:lnTo>
                  <a:lnTo>
                    <a:pt x="980542" y="229309"/>
                  </a:lnTo>
                  <a:lnTo>
                    <a:pt x="980867" y="229335"/>
                  </a:lnTo>
                  <a:lnTo>
                    <a:pt x="981065" y="229338"/>
                  </a:lnTo>
                  <a:lnTo>
                    <a:pt x="981416" y="229306"/>
                  </a:lnTo>
                  <a:lnTo>
                    <a:pt x="981697" y="229262"/>
                  </a:lnTo>
                  <a:lnTo>
                    <a:pt x="982254" y="229115"/>
                  </a:lnTo>
                  <a:lnTo>
                    <a:pt x="982576" y="229083"/>
                  </a:lnTo>
                  <a:lnTo>
                    <a:pt x="983351" y="228627"/>
                  </a:lnTo>
                  <a:lnTo>
                    <a:pt x="983489" y="228745"/>
                  </a:lnTo>
                  <a:lnTo>
                    <a:pt x="983839" y="228987"/>
                  </a:lnTo>
                  <a:lnTo>
                    <a:pt x="984253" y="229107"/>
                  </a:lnTo>
                  <a:lnTo>
                    <a:pt x="984711" y="229250"/>
                  </a:lnTo>
                  <a:lnTo>
                    <a:pt x="984749" y="229785"/>
                  </a:lnTo>
                  <a:lnTo>
                    <a:pt x="985188" y="229823"/>
                  </a:lnTo>
                  <a:lnTo>
                    <a:pt x="985495" y="229738"/>
                  </a:lnTo>
                  <a:lnTo>
                    <a:pt x="985975" y="229653"/>
                  </a:lnTo>
                  <a:lnTo>
                    <a:pt x="986493" y="229689"/>
                  </a:lnTo>
                  <a:lnTo>
                    <a:pt x="986969" y="229603"/>
                  </a:lnTo>
                  <a:lnTo>
                    <a:pt x="987249" y="229458"/>
                  </a:lnTo>
                  <a:lnTo>
                    <a:pt x="987904" y="229814"/>
                  </a:lnTo>
                  <a:lnTo>
                    <a:pt x="988374" y="230110"/>
                  </a:lnTo>
                  <a:lnTo>
                    <a:pt x="988240" y="230434"/>
                  </a:lnTo>
                  <a:lnTo>
                    <a:pt x="987804" y="230721"/>
                  </a:lnTo>
                  <a:lnTo>
                    <a:pt x="987550" y="230821"/>
                  </a:lnTo>
                  <a:lnTo>
                    <a:pt x="987230" y="231108"/>
                  </a:lnTo>
                  <a:lnTo>
                    <a:pt x="987348" y="231259"/>
                  </a:lnTo>
                  <a:lnTo>
                    <a:pt x="987554" y="231729"/>
                  </a:lnTo>
                  <a:lnTo>
                    <a:pt x="987662" y="231937"/>
                  </a:lnTo>
                  <a:lnTo>
                    <a:pt x="987767" y="232218"/>
                  </a:lnTo>
                  <a:lnTo>
                    <a:pt x="987051" y="233572"/>
                  </a:lnTo>
                  <a:lnTo>
                    <a:pt x="986808" y="233631"/>
                  </a:lnTo>
                  <a:lnTo>
                    <a:pt x="986530" y="233999"/>
                  </a:lnTo>
                  <a:lnTo>
                    <a:pt x="985998" y="234568"/>
                  </a:lnTo>
                  <a:lnTo>
                    <a:pt x="985396" y="234627"/>
                  </a:lnTo>
                  <a:lnTo>
                    <a:pt x="985206" y="234619"/>
                  </a:lnTo>
                  <a:lnTo>
                    <a:pt x="984702" y="234796"/>
                  </a:lnTo>
                  <a:lnTo>
                    <a:pt x="984127" y="234993"/>
                  </a:lnTo>
                  <a:lnTo>
                    <a:pt x="983947" y="234957"/>
                  </a:lnTo>
                  <a:lnTo>
                    <a:pt x="983444" y="234986"/>
                  </a:lnTo>
                  <a:lnTo>
                    <a:pt x="982690" y="235020"/>
                  </a:lnTo>
                  <a:lnTo>
                    <a:pt x="982369" y="235063"/>
                  </a:lnTo>
                  <a:lnTo>
                    <a:pt x="982101" y="235441"/>
                  </a:lnTo>
                  <a:lnTo>
                    <a:pt x="982472" y="235833"/>
                  </a:lnTo>
                  <a:lnTo>
                    <a:pt x="982529" y="236814"/>
                  </a:lnTo>
                  <a:lnTo>
                    <a:pt x="982462" y="237276"/>
                  </a:lnTo>
                  <a:lnTo>
                    <a:pt x="982292" y="237449"/>
                  </a:lnTo>
                  <a:lnTo>
                    <a:pt x="981912" y="237890"/>
                  </a:lnTo>
                  <a:lnTo>
                    <a:pt x="982264" y="238313"/>
                  </a:lnTo>
                  <a:lnTo>
                    <a:pt x="983057" y="238380"/>
                  </a:lnTo>
                  <a:lnTo>
                    <a:pt x="983020" y="239093"/>
                  </a:lnTo>
                  <a:lnTo>
                    <a:pt x="982994" y="239302"/>
                  </a:lnTo>
                  <a:lnTo>
                    <a:pt x="982971" y="239608"/>
                  </a:lnTo>
                  <a:lnTo>
                    <a:pt x="983195" y="239982"/>
                  </a:lnTo>
                  <a:lnTo>
                    <a:pt x="983442" y="240534"/>
                  </a:lnTo>
                  <a:lnTo>
                    <a:pt x="983439" y="240746"/>
                  </a:lnTo>
                  <a:lnTo>
                    <a:pt x="983795" y="241522"/>
                  </a:lnTo>
                  <a:lnTo>
                    <a:pt x="983802" y="242043"/>
                  </a:lnTo>
                  <a:lnTo>
                    <a:pt x="984014" y="242191"/>
                  </a:lnTo>
                  <a:lnTo>
                    <a:pt x="984599" y="242151"/>
                  </a:lnTo>
                  <a:lnTo>
                    <a:pt x="984956" y="242042"/>
                  </a:lnTo>
                  <a:lnTo>
                    <a:pt x="985528" y="242040"/>
                  </a:lnTo>
                  <a:lnTo>
                    <a:pt x="985723" y="242348"/>
                  </a:lnTo>
                  <a:lnTo>
                    <a:pt x="985654" y="243141"/>
                  </a:lnTo>
                  <a:lnTo>
                    <a:pt x="985528" y="243298"/>
                  </a:lnTo>
                  <a:lnTo>
                    <a:pt x="985545" y="243504"/>
                  </a:lnTo>
                  <a:lnTo>
                    <a:pt x="985904" y="244036"/>
                  </a:lnTo>
                  <a:lnTo>
                    <a:pt x="986078" y="244476"/>
                  </a:lnTo>
                  <a:lnTo>
                    <a:pt x="985951" y="244583"/>
                  </a:lnTo>
                  <a:lnTo>
                    <a:pt x="985475" y="244877"/>
                  </a:lnTo>
                  <a:lnTo>
                    <a:pt x="985354" y="245061"/>
                  </a:lnTo>
                  <a:lnTo>
                    <a:pt x="984833" y="245932"/>
                  </a:lnTo>
                  <a:lnTo>
                    <a:pt x="985284" y="246165"/>
                  </a:lnTo>
                  <a:lnTo>
                    <a:pt x="985671" y="246354"/>
                  </a:lnTo>
                  <a:lnTo>
                    <a:pt x="985860" y="247197"/>
                  </a:lnTo>
                  <a:lnTo>
                    <a:pt x="986185" y="247550"/>
                  </a:lnTo>
                  <a:lnTo>
                    <a:pt x="986040" y="248340"/>
                  </a:lnTo>
                  <a:lnTo>
                    <a:pt x="986338" y="248861"/>
                  </a:lnTo>
                  <a:lnTo>
                    <a:pt x="986689" y="249450"/>
                  </a:lnTo>
                  <a:lnTo>
                    <a:pt x="987122" y="249857"/>
                  </a:lnTo>
                  <a:lnTo>
                    <a:pt x="987300" y="250193"/>
                  </a:lnTo>
                  <a:lnTo>
                    <a:pt x="987605" y="251153"/>
                  </a:lnTo>
                  <a:lnTo>
                    <a:pt x="986988" y="251898"/>
                  </a:lnTo>
                  <a:lnTo>
                    <a:pt x="986727" y="252409"/>
                  </a:lnTo>
                  <a:lnTo>
                    <a:pt x="987203" y="252699"/>
                  </a:lnTo>
                  <a:lnTo>
                    <a:pt x="987620" y="252946"/>
                  </a:lnTo>
                  <a:lnTo>
                    <a:pt x="987679" y="253412"/>
                  </a:lnTo>
                  <a:lnTo>
                    <a:pt x="987678" y="253571"/>
                  </a:lnTo>
                  <a:lnTo>
                    <a:pt x="987880" y="254563"/>
                  </a:lnTo>
                  <a:lnTo>
                    <a:pt x="988111" y="254833"/>
                  </a:lnTo>
                  <a:lnTo>
                    <a:pt x="988514" y="255032"/>
                  </a:lnTo>
                  <a:lnTo>
                    <a:pt x="988746" y="255377"/>
                  </a:lnTo>
                  <a:lnTo>
                    <a:pt x="989111" y="255954"/>
                  </a:lnTo>
                  <a:lnTo>
                    <a:pt x="989429" y="256133"/>
                  </a:lnTo>
                  <a:lnTo>
                    <a:pt x="989414" y="256342"/>
                  </a:lnTo>
                  <a:lnTo>
                    <a:pt x="989387" y="256638"/>
                  </a:lnTo>
                  <a:lnTo>
                    <a:pt x="989511" y="257020"/>
                  </a:lnTo>
                  <a:lnTo>
                    <a:pt x="989676" y="257227"/>
                  </a:lnTo>
                  <a:lnTo>
                    <a:pt x="990100" y="257347"/>
                  </a:lnTo>
                  <a:lnTo>
                    <a:pt x="990307" y="257417"/>
                  </a:lnTo>
                  <a:lnTo>
                    <a:pt x="990783" y="257958"/>
                  </a:lnTo>
                  <a:lnTo>
                    <a:pt x="990591" y="258661"/>
                  </a:lnTo>
                  <a:lnTo>
                    <a:pt x="990432" y="258725"/>
                  </a:lnTo>
                  <a:lnTo>
                    <a:pt x="990095" y="258993"/>
                  </a:lnTo>
                  <a:lnTo>
                    <a:pt x="989948" y="259425"/>
                  </a:lnTo>
                  <a:lnTo>
                    <a:pt x="990144" y="259622"/>
                  </a:lnTo>
                  <a:lnTo>
                    <a:pt x="990406" y="259660"/>
                  </a:lnTo>
                  <a:lnTo>
                    <a:pt x="990921" y="259915"/>
                  </a:lnTo>
                  <a:lnTo>
                    <a:pt x="992073" y="260778"/>
                  </a:lnTo>
                  <a:lnTo>
                    <a:pt x="991806" y="261445"/>
                  </a:lnTo>
                  <a:lnTo>
                    <a:pt x="991619" y="261462"/>
                  </a:lnTo>
                  <a:lnTo>
                    <a:pt x="991317" y="261508"/>
                  </a:lnTo>
                  <a:lnTo>
                    <a:pt x="991089" y="261581"/>
                  </a:lnTo>
                  <a:lnTo>
                    <a:pt x="990809" y="261711"/>
                  </a:lnTo>
                  <a:lnTo>
                    <a:pt x="991729" y="262381"/>
                  </a:lnTo>
                  <a:lnTo>
                    <a:pt x="991997" y="262691"/>
                  </a:lnTo>
                  <a:lnTo>
                    <a:pt x="991943" y="262877"/>
                  </a:lnTo>
                  <a:lnTo>
                    <a:pt x="991554" y="263514"/>
                  </a:lnTo>
                  <a:lnTo>
                    <a:pt x="991406" y="263591"/>
                  </a:lnTo>
                  <a:lnTo>
                    <a:pt x="991262" y="263679"/>
                  </a:lnTo>
                  <a:lnTo>
                    <a:pt x="991029" y="263849"/>
                  </a:lnTo>
                  <a:lnTo>
                    <a:pt x="990917" y="264075"/>
                  </a:lnTo>
                  <a:lnTo>
                    <a:pt x="990960" y="264230"/>
                  </a:lnTo>
                  <a:lnTo>
                    <a:pt x="991205" y="264370"/>
                  </a:lnTo>
                  <a:lnTo>
                    <a:pt x="991443" y="264648"/>
                  </a:lnTo>
                  <a:lnTo>
                    <a:pt x="992014" y="265198"/>
                  </a:lnTo>
                  <a:lnTo>
                    <a:pt x="992409" y="265219"/>
                  </a:lnTo>
                  <a:lnTo>
                    <a:pt x="992850" y="265308"/>
                  </a:lnTo>
                  <a:lnTo>
                    <a:pt x="992533" y="265651"/>
                  </a:lnTo>
                  <a:lnTo>
                    <a:pt x="992444" y="266144"/>
                  </a:lnTo>
                  <a:lnTo>
                    <a:pt x="992643" y="266639"/>
                  </a:lnTo>
                  <a:lnTo>
                    <a:pt x="993430" y="266991"/>
                  </a:lnTo>
                  <a:lnTo>
                    <a:pt x="994501" y="267455"/>
                  </a:lnTo>
                  <a:lnTo>
                    <a:pt x="994865" y="267673"/>
                  </a:lnTo>
                  <a:lnTo>
                    <a:pt x="995169" y="267936"/>
                  </a:lnTo>
                  <a:lnTo>
                    <a:pt x="995007" y="269416"/>
                  </a:lnTo>
                  <a:lnTo>
                    <a:pt x="995247" y="269745"/>
                  </a:lnTo>
                  <a:lnTo>
                    <a:pt x="995248" y="270010"/>
                  </a:lnTo>
                  <a:lnTo>
                    <a:pt x="995533" y="270403"/>
                  </a:lnTo>
                  <a:lnTo>
                    <a:pt x="995738" y="270602"/>
                  </a:lnTo>
                  <a:lnTo>
                    <a:pt x="996565" y="271256"/>
                  </a:lnTo>
                  <a:lnTo>
                    <a:pt x="997329" y="270988"/>
                  </a:lnTo>
                  <a:lnTo>
                    <a:pt x="997555" y="270805"/>
                  </a:lnTo>
                  <a:lnTo>
                    <a:pt x="999018" y="270822"/>
                  </a:lnTo>
                  <a:lnTo>
                    <a:pt x="999527" y="271069"/>
                  </a:lnTo>
                  <a:lnTo>
                    <a:pt x="999902" y="271265"/>
                  </a:lnTo>
                  <a:lnTo>
                    <a:pt x="1000704" y="271391"/>
                  </a:lnTo>
                  <a:lnTo>
                    <a:pt x="1000873" y="271544"/>
                  </a:lnTo>
                  <a:lnTo>
                    <a:pt x="1001151" y="271709"/>
                  </a:lnTo>
                  <a:lnTo>
                    <a:pt x="1002145" y="271554"/>
                  </a:lnTo>
                  <a:lnTo>
                    <a:pt x="1002741" y="272091"/>
                  </a:lnTo>
                  <a:lnTo>
                    <a:pt x="1002868" y="272262"/>
                  </a:lnTo>
                  <a:lnTo>
                    <a:pt x="1004140" y="272440"/>
                  </a:lnTo>
                  <a:lnTo>
                    <a:pt x="1004830" y="272510"/>
                  </a:lnTo>
                  <a:lnTo>
                    <a:pt x="1005163" y="272631"/>
                  </a:lnTo>
                  <a:lnTo>
                    <a:pt x="1005479" y="273062"/>
                  </a:lnTo>
                  <a:lnTo>
                    <a:pt x="1006356" y="273558"/>
                  </a:lnTo>
                  <a:lnTo>
                    <a:pt x="1006960" y="273852"/>
                  </a:lnTo>
                  <a:lnTo>
                    <a:pt x="1007306" y="274044"/>
                  </a:lnTo>
                  <a:lnTo>
                    <a:pt x="1007561" y="273846"/>
                  </a:lnTo>
                  <a:lnTo>
                    <a:pt x="1007790" y="273538"/>
                  </a:lnTo>
                  <a:lnTo>
                    <a:pt x="1008084" y="273284"/>
                  </a:lnTo>
                  <a:lnTo>
                    <a:pt x="1008272" y="273159"/>
                  </a:lnTo>
                  <a:lnTo>
                    <a:pt x="1008756" y="273079"/>
                  </a:lnTo>
                  <a:lnTo>
                    <a:pt x="1009601" y="272840"/>
                  </a:lnTo>
                  <a:lnTo>
                    <a:pt x="1010550" y="273252"/>
                  </a:lnTo>
                  <a:lnTo>
                    <a:pt x="1010827" y="273287"/>
                  </a:lnTo>
                  <a:lnTo>
                    <a:pt x="1011244" y="272971"/>
                  </a:lnTo>
                  <a:lnTo>
                    <a:pt x="1011570" y="272779"/>
                  </a:lnTo>
                  <a:lnTo>
                    <a:pt x="1012009" y="272654"/>
                  </a:lnTo>
                  <a:lnTo>
                    <a:pt x="1012654" y="272860"/>
                  </a:lnTo>
                  <a:lnTo>
                    <a:pt x="1012991" y="272923"/>
                  </a:lnTo>
                  <a:lnTo>
                    <a:pt x="1013140" y="272942"/>
                  </a:lnTo>
                  <a:lnTo>
                    <a:pt x="1013971" y="272562"/>
                  </a:lnTo>
                  <a:lnTo>
                    <a:pt x="1014231" y="272125"/>
                  </a:lnTo>
                  <a:lnTo>
                    <a:pt x="1015342" y="272002"/>
                  </a:lnTo>
                  <a:lnTo>
                    <a:pt x="1016102" y="272356"/>
                  </a:lnTo>
                  <a:lnTo>
                    <a:pt x="1017656" y="272128"/>
                  </a:lnTo>
                  <a:lnTo>
                    <a:pt x="1017853" y="272175"/>
                  </a:lnTo>
                  <a:lnTo>
                    <a:pt x="1018306" y="272105"/>
                  </a:lnTo>
                  <a:lnTo>
                    <a:pt x="1018821" y="271874"/>
                  </a:lnTo>
                  <a:lnTo>
                    <a:pt x="1018773" y="271685"/>
                  </a:lnTo>
                  <a:lnTo>
                    <a:pt x="1018723" y="271380"/>
                  </a:lnTo>
                  <a:lnTo>
                    <a:pt x="1018849" y="271209"/>
                  </a:lnTo>
                  <a:lnTo>
                    <a:pt x="1019232" y="271195"/>
                  </a:lnTo>
                  <a:lnTo>
                    <a:pt x="1019679" y="271153"/>
                  </a:lnTo>
                  <a:lnTo>
                    <a:pt x="1020553" y="270934"/>
                  </a:lnTo>
                  <a:lnTo>
                    <a:pt x="1021736" y="270852"/>
                  </a:lnTo>
                  <a:lnTo>
                    <a:pt x="1021739" y="270193"/>
                  </a:lnTo>
                  <a:lnTo>
                    <a:pt x="1021810" y="269804"/>
                  </a:lnTo>
                  <a:lnTo>
                    <a:pt x="1021938" y="269604"/>
                  </a:lnTo>
                  <a:lnTo>
                    <a:pt x="1022141" y="269632"/>
                  </a:lnTo>
                  <a:lnTo>
                    <a:pt x="1022616" y="269299"/>
                  </a:lnTo>
                  <a:lnTo>
                    <a:pt x="1022574" y="268718"/>
                  </a:lnTo>
                  <a:lnTo>
                    <a:pt x="1022698" y="268452"/>
                  </a:lnTo>
                  <a:lnTo>
                    <a:pt x="1023508" y="267575"/>
                  </a:lnTo>
                  <a:lnTo>
                    <a:pt x="1023709" y="267470"/>
                  </a:lnTo>
                  <a:lnTo>
                    <a:pt x="1024621" y="267893"/>
                  </a:lnTo>
                  <a:lnTo>
                    <a:pt x="1025411" y="268344"/>
                  </a:lnTo>
                  <a:lnTo>
                    <a:pt x="1026154" y="268621"/>
                  </a:lnTo>
                  <a:lnTo>
                    <a:pt x="1027030" y="269006"/>
                  </a:lnTo>
                  <a:lnTo>
                    <a:pt x="1027790" y="268755"/>
                  </a:lnTo>
                  <a:lnTo>
                    <a:pt x="1028314" y="268693"/>
                  </a:lnTo>
                  <a:lnTo>
                    <a:pt x="1028468" y="268729"/>
                  </a:lnTo>
                  <a:lnTo>
                    <a:pt x="1028991" y="268966"/>
                  </a:lnTo>
                  <a:lnTo>
                    <a:pt x="1029144" y="269069"/>
                  </a:lnTo>
                  <a:lnTo>
                    <a:pt x="1029628" y="269840"/>
                  </a:lnTo>
                  <a:lnTo>
                    <a:pt x="1029858" y="270098"/>
                  </a:lnTo>
                  <a:lnTo>
                    <a:pt x="1030865" y="271031"/>
                  </a:lnTo>
                  <a:lnTo>
                    <a:pt x="1031694" y="271482"/>
                  </a:lnTo>
                  <a:lnTo>
                    <a:pt x="1032369" y="271457"/>
                  </a:lnTo>
                  <a:lnTo>
                    <a:pt x="1032853" y="271114"/>
                  </a:lnTo>
                  <a:lnTo>
                    <a:pt x="1034180" y="270681"/>
                  </a:lnTo>
                  <a:lnTo>
                    <a:pt x="1034759" y="270597"/>
                  </a:lnTo>
                  <a:lnTo>
                    <a:pt x="1034938" y="270596"/>
                  </a:lnTo>
                  <a:lnTo>
                    <a:pt x="1035380" y="270606"/>
                  </a:lnTo>
                  <a:lnTo>
                    <a:pt x="1035715" y="270727"/>
                  </a:lnTo>
                  <a:lnTo>
                    <a:pt x="1036113" y="270833"/>
                  </a:lnTo>
                  <a:lnTo>
                    <a:pt x="1036700" y="270766"/>
                  </a:lnTo>
                  <a:lnTo>
                    <a:pt x="1037793" y="270809"/>
                  </a:lnTo>
                  <a:lnTo>
                    <a:pt x="1038057" y="270603"/>
                  </a:lnTo>
                  <a:lnTo>
                    <a:pt x="1038513" y="269860"/>
                  </a:lnTo>
                  <a:lnTo>
                    <a:pt x="1039513" y="269666"/>
                  </a:lnTo>
                  <a:lnTo>
                    <a:pt x="1040533" y="269856"/>
                  </a:lnTo>
                  <a:lnTo>
                    <a:pt x="1040783" y="269686"/>
                  </a:lnTo>
                  <a:lnTo>
                    <a:pt x="1041342" y="269850"/>
                  </a:lnTo>
                  <a:lnTo>
                    <a:pt x="1041861" y="269976"/>
                  </a:lnTo>
                  <a:lnTo>
                    <a:pt x="1042712" y="269695"/>
                  </a:lnTo>
                  <a:lnTo>
                    <a:pt x="1043204" y="269517"/>
                  </a:lnTo>
                  <a:lnTo>
                    <a:pt x="1043986" y="269806"/>
                  </a:lnTo>
                  <a:lnTo>
                    <a:pt x="1044474" y="270128"/>
                  </a:lnTo>
                  <a:lnTo>
                    <a:pt x="1045140" y="270683"/>
                  </a:lnTo>
                  <a:lnTo>
                    <a:pt x="1045354" y="270960"/>
                  </a:lnTo>
                  <a:lnTo>
                    <a:pt x="1045957" y="271398"/>
                  </a:lnTo>
                  <a:lnTo>
                    <a:pt x="1046578" y="272143"/>
                  </a:lnTo>
                  <a:lnTo>
                    <a:pt x="1046890" y="272201"/>
                  </a:lnTo>
                  <a:lnTo>
                    <a:pt x="1047045" y="272174"/>
                  </a:lnTo>
                  <a:lnTo>
                    <a:pt x="1047356" y="272081"/>
                  </a:lnTo>
                  <a:lnTo>
                    <a:pt x="1047754" y="271983"/>
                  </a:lnTo>
                  <a:lnTo>
                    <a:pt x="1048004" y="272103"/>
                  </a:lnTo>
                  <a:lnTo>
                    <a:pt x="1047906" y="272557"/>
                  </a:lnTo>
                  <a:lnTo>
                    <a:pt x="1048673" y="272561"/>
                  </a:lnTo>
                  <a:lnTo>
                    <a:pt x="1049341" y="272562"/>
                  </a:lnTo>
                  <a:lnTo>
                    <a:pt x="1049653" y="272570"/>
                  </a:lnTo>
                  <a:lnTo>
                    <a:pt x="1050104" y="272782"/>
                  </a:lnTo>
                  <a:lnTo>
                    <a:pt x="1050587" y="272839"/>
                  </a:lnTo>
                  <a:lnTo>
                    <a:pt x="1050724" y="272429"/>
                  </a:lnTo>
                  <a:lnTo>
                    <a:pt x="1051437" y="271690"/>
                  </a:lnTo>
                  <a:lnTo>
                    <a:pt x="1051548" y="271339"/>
                  </a:lnTo>
                  <a:lnTo>
                    <a:pt x="1051495" y="270688"/>
                  </a:lnTo>
                  <a:lnTo>
                    <a:pt x="1051385" y="269751"/>
                  </a:lnTo>
                  <a:lnTo>
                    <a:pt x="1051705" y="269279"/>
                  </a:lnTo>
                  <a:lnTo>
                    <a:pt x="1052253" y="268971"/>
                  </a:lnTo>
                  <a:lnTo>
                    <a:pt x="1052809" y="268916"/>
                  </a:lnTo>
                  <a:lnTo>
                    <a:pt x="1053462" y="268819"/>
                  </a:lnTo>
                  <a:lnTo>
                    <a:pt x="1053503" y="268647"/>
                  </a:lnTo>
                  <a:lnTo>
                    <a:pt x="1053543" y="268448"/>
                  </a:lnTo>
                  <a:lnTo>
                    <a:pt x="1053672" y="268225"/>
                  </a:lnTo>
                  <a:lnTo>
                    <a:pt x="1054347" y="268071"/>
                  </a:lnTo>
                  <a:lnTo>
                    <a:pt x="1054746" y="268203"/>
                  </a:lnTo>
                  <a:lnTo>
                    <a:pt x="1054959" y="268312"/>
                  </a:lnTo>
                  <a:lnTo>
                    <a:pt x="1055111" y="268398"/>
                  </a:lnTo>
                  <a:lnTo>
                    <a:pt x="1055819" y="268486"/>
                  </a:lnTo>
                  <a:lnTo>
                    <a:pt x="1056629" y="268412"/>
                  </a:lnTo>
                  <a:lnTo>
                    <a:pt x="1057239" y="268771"/>
                  </a:lnTo>
                  <a:lnTo>
                    <a:pt x="1057564" y="269004"/>
                  </a:lnTo>
                  <a:lnTo>
                    <a:pt x="1057840" y="269237"/>
                  </a:lnTo>
                  <a:lnTo>
                    <a:pt x="1057990" y="269536"/>
                  </a:lnTo>
                  <a:lnTo>
                    <a:pt x="1058151" y="269737"/>
                  </a:lnTo>
                  <a:lnTo>
                    <a:pt x="1058520" y="270060"/>
                  </a:lnTo>
                  <a:lnTo>
                    <a:pt x="1059070" y="270449"/>
                  </a:lnTo>
                  <a:lnTo>
                    <a:pt x="1059405" y="270483"/>
                  </a:lnTo>
                  <a:lnTo>
                    <a:pt x="1059540" y="270378"/>
                  </a:lnTo>
                  <a:lnTo>
                    <a:pt x="1060183" y="270029"/>
                  </a:lnTo>
                  <a:lnTo>
                    <a:pt x="1060720" y="270214"/>
                  </a:lnTo>
                  <a:lnTo>
                    <a:pt x="1061042" y="270187"/>
                  </a:lnTo>
                  <a:lnTo>
                    <a:pt x="1062572" y="269853"/>
                  </a:lnTo>
                  <a:lnTo>
                    <a:pt x="1063403" y="269432"/>
                  </a:lnTo>
                  <a:lnTo>
                    <a:pt x="1063946" y="269211"/>
                  </a:lnTo>
                  <a:lnTo>
                    <a:pt x="1064136" y="268982"/>
                  </a:lnTo>
                  <a:lnTo>
                    <a:pt x="1064004" y="268489"/>
                  </a:lnTo>
                  <a:lnTo>
                    <a:pt x="1064263" y="268168"/>
                  </a:lnTo>
                  <a:lnTo>
                    <a:pt x="1065660" y="267679"/>
                  </a:lnTo>
                  <a:lnTo>
                    <a:pt x="1066008" y="267796"/>
                  </a:lnTo>
                  <a:lnTo>
                    <a:pt x="1066323" y="267878"/>
                  </a:lnTo>
                  <a:lnTo>
                    <a:pt x="1067162" y="268050"/>
                  </a:lnTo>
                  <a:lnTo>
                    <a:pt x="1067935" y="268198"/>
                  </a:lnTo>
                  <a:lnTo>
                    <a:pt x="1068688" y="268132"/>
                  </a:lnTo>
                  <a:lnTo>
                    <a:pt x="1068945" y="267061"/>
                  </a:lnTo>
                  <a:lnTo>
                    <a:pt x="1069352" y="266685"/>
                  </a:lnTo>
                  <a:lnTo>
                    <a:pt x="1069931" y="266056"/>
                  </a:lnTo>
                  <a:lnTo>
                    <a:pt x="1070850" y="265729"/>
                  </a:lnTo>
                  <a:lnTo>
                    <a:pt x="1071004" y="265646"/>
                  </a:lnTo>
                  <a:lnTo>
                    <a:pt x="1071400" y="265393"/>
                  </a:lnTo>
                  <a:lnTo>
                    <a:pt x="1071180" y="264860"/>
                  </a:lnTo>
                  <a:lnTo>
                    <a:pt x="1070872" y="264371"/>
                  </a:lnTo>
                  <a:lnTo>
                    <a:pt x="1070712" y="264175"/>
                  </a:lnTo>
                  <a:lnTo>
                    <a:pt x="1070451" y="263809"/>
                  </a:lnTo>
                  <a:lnTo>
                    <a:pt x="1070515" y="263081"/>
                  </a:lnTo>
                  <a:lnTo>
                    <a:pt x="1070709" y="262879"/>
                  </a:lnTo>
                  <a:lnTo>
                    <a:pt x="1071063" y="262797"/>
                  </a:lnTo>
                  <a:lnTo>
                    <a:pt x="1071581" y="262718"/>
                  </a:lnTo>
                  <a:lnTo>
                    <a:pt x="1072476" y="262777"/>
                  </a:lnTo>
                  <a:lnTo>
                    <a:pt x="1073160" y="262138"/>
                  </a:lnTo>
                  <a:lnTo>
                    <a:pt x="1073467" y="261919"/>
                  </a:lnTo>
                  <a:lnTo>
                    <a:pt x="1073903" y="261775"/>
                  </a:lnTo>
                  <a:lnTo>
                    <a:pt x="1074134" y="261735"/>
                  </a:lnTo>
                  <a:lnTo>
                    <a:pt x="1074775" y="261671"/>
                  </a:lnTo>
                  <a:lnTo>
                    <a:pt x="1075407" y="261689"/>
                  </a:lnTo>
                  <a:lnTo>
                    <a:pt x="1075888" y="261360"/>
                  </a:lnTo>
                  <a:lnTo>
                    <a:pt x="1075908" y="261191"/>
                  </a:lnTo>
                  <a:lnTo>
                    <a:pt x="1076501" y="260444"/>
                  </a:lnTo>
                  <a:lnTo>
                    <a:pt x="1076233" y="260055"/>
                  </a:lnTo>
                  <a:lnTo>
                    <a:pt x="1076068" y="259498"/>
                  </a:lnTo>
                  <a:lnTo>
                    <a:pt x="1076026" y="259344"/>
                  </a:lnTo>
                  <a:lnTo>
                    <a:pt x="1075898" y="258622"/>
                  </a:lnTo>
                  <a:lnTo>
                    <a:pt x="1075986" y="258149"/>
                  </a:lnTo>
                  <a:lnTo>
                    <a:pt x="1076184" y="257450"/>
                  </a:lnTo>
                  <a:lnTo>
                    <a:pt x="1076923" y="256778"/>
                  </a:lnTo>
                  <a:lnTo>
                    <a:pt x="1077324" y="256272"/>
                  </a:lnTo>
                  <a:lnTo>
                    <a:pt x="1077533" y="256010"/>
                  </a:lnTo>
                  <a:lnTo>
                    <a:pt x="1077944" y="255879"/>
                  </a:lnTo>
                  <a:lnTo>
                    <a:pt x="1078492" y="255997"/>
                  </a:lnTo>
                  <a:lnTo>
                    <a:pt x="1078595" y="256526"/>
                  </a:lnTo>
                  <a:lnTo>
                    <a:pt x="1078526" y="257048"/>
                  </a:lnTo>
                  <a:lnTo>
                    <a:pt x="1078798" y="257136"/>
                  </a:lnTo>
                  <a:lnTo>
                    <a:pt x="1079027" y="257120"/>
                  </a:lnTo>
                  <a:lnTo>
                    <a:pt x="1079246" y="257103"/>
                  </a:lnTo>
                  <a:lnTo>
                    <a:pt x="1079455" y="256969"/>
                  </a:lnTo>
                  <a:lnTo>
                    <a:pt x="1080319" y="256867"/>
                  </a:lnTo>
                  <a:lnTo>
                    <a:pt x="1080878" y="257073"/>
                  </a:lnTo>
                  <a:lnTo>
                    <a:pt x="1081301" y="257240"/>
                  </a:lnTo>
                  <a:lnTo>
                    <a:pt x="1081573" y="257341"/>
                  </a:lnTo>
                  <a:lnTo>
                    <a:pt x="1082517" y="256815"/>
                  </a:lnTo>
                  <a:lnTo>
                    <a:pt x="1083041" y="257085"/>
                  </a:lnTo>
                  <a:lnTo>
                    <a:pt x="1083691" y="257246"/>
                  </a:lnTo>
                  <a:lnTo>
                    <a:pt x="1084105" y="256903"/>
                  </a:lnTo>
                  <a:lnTo>
                    <a:pt x="1084434" y="256974"/>
                  </a:lnTo>
                  <a:lnTo>
                    <a:pt x="1084808" y="257231"/>
                  </a:lnTo>
                  <a:lnTo>
                    <a:pt x="1085060" y="257732"/>
                  </a:lnTo>
                  <a:lnTo>
                    <a:pt x="1085293" y="257910"/>
                  </a:lnTo>
                  <a:lnTo>
                    <a:pt x="1085912" y="257983"/>
                  </a:lnTo>
                  <a:lnTo>
                    <a:pt x="1085994" y="257822"/>
                  </a:lnTo>
                  <a:lnTo>
                    <a:pt x="1086506" y="257598"/>
                  </a:lnTo>
                  <a:lnTo>
                    <a:pt x="1087084" y="257554"/>
                  </a:lnTo>
                  <a:lnTo>
                    <a:pt x="1087366" y="257610"/>
                  </a:lnTo>
                  <a:lnTo>
                    <a:pt x="1087900" y="258169"/>
                  </a:lnTo>
                  <a:lnTo>
                    <a:pt x="1088281" y="259245"/>
                  </a:lnTo>
                  <a:lnTo>
                    <a:pt x="1088441" y="259346"/>
                  </a:lnTo>
                  <a:lnTo>
                    <a:pt x="1088582" y="259440"/>
                  </a:lnTo>
                  <a:lnTo>
                    <a:pt x="1089169" y="259727"/>
                  </a:lnTo>
                  <a:lnTo>
                    <a:pt x="1089572" y="260033"/>
                  </a:lnTo>
                  <a:lnTo>
                    <a:pt x="1089896" y="260156"/>
                  </a:lnTo>
                  <a:lnTo>
                    <a:pt x="1090129" y="260405"/>
                  </a:lnTo>
                  <a:lnTo>
                    <a:pt x="1090530" y="260734"/>
                  </a:lnTo>
                  <a:lnTo>
                    <a:pt x="1090709" y="260888"/>
                  </a:lnTo>
                  <a:lnTo>
                    <a:pt x="1090843" y="261027"/>
                  </a:lnTo>
                  <a:lnTo>
                    <a:pt x="1090986" y="261140"/>
                  </a:lnTo>
                  <a:lnTo>
                    <a:pt x="1091126" y="261226"/>
                  </a:lnTo>
                  <a:lnTo>
                    <a:pt x="1091336" y="261527"/>
                  </a:lnTo>
                  <a:lnTo>
                    <a:pt x="1091465" y="261607"/>
                  </a:lnTo>
                  <a:lnTo>
                    <a:pt x="1091597" y="261644"/>
                  </a:lnTo>
                  <a:lnTo>
                    <a:pt x="1091791" y="261653"/>
                  </a:lnTo>
                  <a:lnTo>
                    <a:pt x="1092156" y="262142"/>
                  </a:lnTo>
                  <a:lnTo>
                    <a:pt x="1092676" y="262453"/>
                  </a:lnTo>
                  <a:lnTo>
                    <a:pt x="1093101" y="262895"/>
                  </a:lnTo>
                  <a:lnTo>
                    <a:pt x="1093546" y="263217"/>
                  </a:lnTo>
                  <a:lnTo>
                    <a:pt x="1093771" y="263318"/>
                  </a:lnTo>
                  <a:lnTo>
                    <a:pt x="1093941" y="263518"/>
                  </a:lnTo>
                  <a:lnTo>
                    <a:pt x="1094020" y="263677"/>
                  </a:lnTo>
                  <a:lnTo>
                    <a:pt x="1094154" y="263747"/>
                  </a:lnTo>
                  <a:lnTo>
                    <a:pt x="1094506" y="264062"/>
                  </a:lnTo>
                  <a:lnTo>
                    <a:pt x="1094609" y="264492"/>
                  </a:lnTo>
                  <a:lnTo>
                    <a:pt x="1094850" y="264595"/>
                  </a:lnTo>
                  <a:lnTo>
                    <a:pt x="1095088" y="264681"/>
                  </a:lnTo>
                  <a:lnTo>
                    <a:pt x="1095453" y="265006"/>
                  </a:lnTo>
                  <a:lnTo>
                    <a:pt x="1095852" y="265077"/>
                  </a:lnTo>
                  <a:lnTo>
                    <a:pt x="1095918" y="265284"/>
                  </a:lnTo>
                  <a:lnTo>
                    <a:pt x="1095685" y="265487"/>
                  </a:lnTo>
                  <a:lnTo>
                    <a:pt x="1095661" y="265968"/>
                  </a:lnTo>
                  <a:lnTo>
                    <a:pt x="1096078" y="266059"/>
                  </a:lnTo>
                  <a:lnTo>
                    <a:pt x="1096269" y="266251"/>
                  </a:lnTo>
                  <a:lnTo>
                    <a:pt x="1096402" y="266424"/>
                  </a:lnTo>
                  <a:lnTo>
                    <a:pt x="1096782" y="266740"/>
                  </a:lnTo>
                  <a:lnTo>
                    <a:pt x="1097042" y="267202"/>
                  </a:lnTo>
                  <a:lnTo>
                    <a:pt x="1097231" y="267302"/>
                  </a:lnTo>
                  <a:lnTo>
                    <a:pt x="1097443" y="267318"/>
                  </a:lnTo>
                  <a:lnTo>
                    <a:pt x="1097519" y="267499"/>
                  </a:lnTo>
                  <a:lnTo>
                    <a:pt x="1097425" y="267725"/>
                  </a:lnTo>
                  <a:lnTo>
                    <a:pt x="1097613" y="267908"/>
                  </a:lnTo>
                  <a:lnTo>
                    <a:pt x="1097767" y="268258"/>
                  </a:lnTo>
                  <a:lnTo>
                    <a:pt x="1098214" y="268491"/>
                  </a:lnTo>
                  <a:lnTo>
                    <a:pt x="1098362" y="268884"/>
                  </a:lnTo>
                  <a:lnTo>
                    <a:pt x="1098567" y="269093"/>
                  </a:lnTo>
                  <a:lnTo>
                    <a:pt x="1098858" y="269309"/>
                  </a:lnTo>
                  <a:lnTo>
                    <a:pt x="1099318" y="269518"/>
                  </a:lnTo>
                  <a:lnTo>
                    <a:pt x="1099506" y="269877"/>
                  </a:lnTo>
                  <a:lnTo>
                    <a:pt x="1100374" y="270146"/>
                  </a:lnTo>
                  <a:lnTo>
                    <a:pt x="1100496" y="270406"/>
                  </a:lnTo>
                  <a:lnTo>
                    <a:pt x="1100623" y="270581"/>
                  </a:lnTo>
                  <a:lnTo>
                    <a:pt x="1100664" y="270887"/>
                  </a:lnTo>
                  <a:lnTo>
                    <a:pt x="1100930" y="271126"/>
                  </a:lnTo>
                  <a:lnTo>
                    <a:pt x="1101130" y="271248"/>
                  </a:lnTo>
                  <a:lnTo>
                    <a:pt x="1100854" y="271467"/>
                  </a:lnTo>
                  <a:lnTo>
                    <a:pt x="1101184" y="271617"/>
                  </a:lnTo>
                  <a:lnTo>
                    <a:pt x="1101359" y="271928"/>
                  </a:lnTo>
                  <a:lnTo>
                    <a:pt x="1101601" y="272178"/>
                  </a:lnTo>
                  <a:lnTo>
                    <a:pt x="1101788" y="272378"/>
                  </a:lnTo>
                  <a:lnTo>
                    <a:pt x="1102472" y="273178"/>
                  </a:lnTo>
                  <a:lnTo>
                    <a:pt x="1102846" y="273335"/>
                  </a:lnTo>
                  <a:lnTo>
                    <a:pt x="1103029" y="273449"/>
                  </a:lnTo>
                  <a:lnTo>
                    <a:pt x="1102945" y="273696"/>
                  </a:lnTo>
                  <a:lnTo>
                    <a:pt x="1103071" y="274033"/>
                  </a:lnTo>
                  <a:lnTo>
                    <a:pt x="1103031" y="274162"/>
                  </a:lnTo>
                  <a:lnTo>
                    <a:pt x="1102771" y="274441"/>
                  </a:lnTo>
                  <a:lnTo>
                    <a:pt x="1102633" y="274753"/>
                  </a:lnTo>
                  <a:lnTo>
                    <a:pt x="1102773" y="274877"/>
                  </a:lnTo>
                  <a:lnTo>
                    <a:pt x="1103293" y="274956"/>
                  </a:lnTo>
                  <a:lnTo>
                    <a:pt x="1103618" y="274892"/>
                  </a:lnTo>
                  <a:lnTo>
                    <a:pt x="1103973" y="274883"/>
                  </a:lnTo>
                  <a:lnTo>
                    <a:pt x="1104265" y="274999"/>
                  </a:lnTo>
                  <a:lnTo>
                    <a:pt x="1104625" y="274968"/>
                  </a:lnTo>
                  <a:lnTo>
                    <a:pt x="1105234" y="274900"/>
                  </a:lnTo>
                  <a:lnTo>
                    <a:pt x="1106124" y="275557"/>
                  </a:lnTo>
                  <a:lnTo>
                    <a:pt x="1106338" y="275693"/>
                  </a:lnTo>
                  <a:lnTo>
                    <a:pt x="1106503" y="275731"/>
                  </a:lnTo>
                  <a:lnTo>
                    <a:pt x="1106707" y="276602"/>
                  </a:lnTo>
                  <a:lnTo>
                    <a:pt x="1106827" y="276745"/>
                  </a:lnTo>
                  <a:lnTo>
                    <a:pt x="1106848" y="277335"/>
                  </a:lnTo>
                  <a:lnTo>
                    <a:pt x="1107444" y="277882"/>
                  </a:lnTo>
                  <a:lnTo>
                    <a:pt x="1106980" y="278168"/>
                  </a:lnTo>
                  <a:lnTo>
                    <a:pt x="1106958" y="278474"/>
                  </a:lnTo>
                  <a:lnTo>
                    <a:pt x="1107334" y="278733"/>
                  </a:lnTo>
                  <a:lnTo>
                    <a:pt x="1107935" y="278938"/>
                  </a:lnTo>
                  <a:lnTo>
                    <a:pt x="1108489" y="278792"/>
                  </a:lnTo>
                  <a:lnTo>
                    <a:pt x="1108837" y="278763"/>
                  </a:lnTo>
                  <a:lnTo>
                    <a:pt x="1108927" y="279031"/>
                  </a:lnTo>
                  <a:lnTo>
                    <a:pt x="1109350" y="279096"/>
                  </a:lnTo>
                  <a:lnTo>
                    <a:pt x="1109389" y="279270"/>
                  </a:lnTo>
                  <a:lnTo>
                    <a:pt x="1109372" y="279507"/>
                  </a:lnTo>
                  <a:lnTo>
                    <a:pt x="1109701" y="279934"/>
                  </a:lnTo>
                  <a:lnTo>
                    <a:pt x="1111741" y="279972"/>
                  </a:lnTo>
                  <a:lnTo>
                    <a:pt x="1111455" y="280585"/>
                  </a:lnTo>
                  <a:lnTo>
                    <a:pt x="1111271" y="280870"/>
                  </a:lnTo>
                  <a:lnTo>
                    <a:pt x="1111577" y="281121"/>
                  </a:lnTo>
                  <a:lnTo>
                    <a:pt x="1111223" y="281119"/>
                  </a:lnTo>
                  <a:lnTo>
                    <a:pt x="1111380" y="281180"/>
                  </a:lnTo>
                  <a:lnTo>
                    <a:pt x="1111777" y="281369"/>
                  </a:lnTo>
                  <a:lnTo>
                    <a:pt x="1112425" y="281812"/>
                  </a:lnTo>
                  <a:lnTo>
                    <a:pt x="1112632" y="282129"/>
                  </a:lnTo>
                  <a:lnTo>
                    <a:pt x="1112478" y="282311"/>
                  </a:lnTo>
                  <a:lnTo>
                    <a:pt x="1113190" y="282366"/>
                  </a:lnTo>
                  <a:lnTo>
                    <a:pt x="1113321" y="282659"/>
                  </a:lnTo>
                  <a:lnTo>
                    <a:pt x="1113849" y="282834"/>
                  </a:lnTo>
                  <a:lnTo>
                    <a:pt x="1114112" y="282778"/>
                  </a:lnTo>
                  <a:lnTo>
                    <a:pt x="1114440" y="282974"/>
                  </a:lnTo>
                  <a:lnTo>
                    <a:pt x="1114077" y="283327"/>
                  </a:lnTo>
                  <a:lnTo>
                    <a:pt x="1113900" y="283137"/>
                  </a:lnTo>
                  <a:lnTo>
                    <a:pt x="1113675" y="283330"/>
                  </a:lnTo>
                  <a:lnTo>
                    <a:pt x="1113825" y="283414"/>
                  </a:lnTo>
                  <a:lnTo>
                    <a:pt x="1114130" y="283519"/>
                  </a:lnTo>
                  <a:lnTo>
                    <a:pt x="1113863" y="284112"/>
                  </a:lnTo>
                  <a:lnTo>
                    <a:pt x="1113674" y="284181"/>
                  </a:lnTo>
                  <a:lnTo>
                    <a:pt x="1113421" y="284401"/>
                  </a:lnTo>
                  <a:lnTo>
                    <a:pt x="1113614" y="284816"/>
                  </a:lnTo>
                  <a:lnTo>
                    <a:pt x="1113921" y="284949"/>
                  </a:lnTo>
                  <a:lnTo>
                    <a:pt x="1113970" y="285420"/>
                  </a:lnTo>
                  <a:lnTo>
                    <a:pt x="1113737" y="285646"/>
                  </a:lnTo>
                  <a:lnTo>
                    <a:pt x="1114046" y="285776"/>
                  </a:lnTo>
                  <a:lnTo>
                    <a:pt x="1114195" y="285839"/>
                  </a:lnTo>
                  <a:lnTo>
                    <a:pt x="1114366" y="285807"/>
                  </a:lnTo>
                  <a:lnTo>
                    <a:pt x="1114632" y="285746"/>
                  </a:lnTo>
                  <a:lnTo>
                    <a:pt x="1114956" y="285791"/>
                  </a:lnTo>
                  <a:lnTo>
                    <a:pt x="1114655" y="286488"/>
                  </a:lnTo>
                  <a:lnTo>
                    <a:pt x="1114424" y="286683"/>
                  </a:lnTo>
                  <a:lnTo>
                    <a:pt x="1113846" y="287493"/>
                  </a:lnTo>
                  <a:lnTo>
                    <a:pt x="1113878" y="287679"/>
                  </a:lnTo>
                  <a:lnTo>
                    <a:pt x="1113553" y="288031"/>
                  </a:lnTo>
                  <a:lnTo>
                    <a:pt x="1113466" y="287694"/>
                  </a:lnTo>
                  <a:lnTo>
                    <a:pt x="1112943" y="288021"/>
                  </a:lnTo>
                  <a:lnTo>
                    <a:pt x="1112897" y="288253"/>
                  </a:lnTo>
                  <a:lnTo>
                    <a:pt x="1113175" y="288766"/>
                  </a:lnTo>
                  <a:lnTo>
                    <a:pt x="1113296" y="288909"/>
                  </a:lnTo>
                  <a:lnTo>
                    <a:pt x="1113155" y="289169"/>
                  </a:lnTo>
                  <a:lnTo>
                    <a:pt x="1112866" y="289108"/>
                  </a:lnTo>
                  <a:lnTo>
                    <a:pt x="1112563" y="288789"/>
                  </a:lnTo>
                  <a:lnTo>
                    <a:pt x="1111925" y="289436"/>
                  </a:lnTo>
                  <a:lnTo>
                    <a:pt x="1112177" y="290049"/>
                  </a:lnTo>
                  <a:lnTo>
                    <a:pt x="1111820" y="290474"/>
                  </a:lnTo>
                  <a:lnTo>
                    <a:pt x="1111404" y="290432"/>
                  </a:lnTo>
                  <a:lnTo>
                    <a:pt x="1111075" y="290011"/>
                  </a:lnTo>
                  <a:lnTo>
                    <a:pt x="1110555" y="289201"/>
                  </a:lnTo>
                  <a:lnTo>
                    <a:pt x="1110317" y="289801"/>
                  </a:lnTo>
                  <a:lnTo>
                    <a:pt x="1109921" y="290524"/>
                  </a:lnTo>
                  <a:lnTo>
                    <a:pt x="1110257" y="290637"/>
                  </a:lnTo>
                  <a:lnTo>
                    <a:pt x="1110445" y="290754"/>
                  </a:lnTo>
                  <a:lnTo>
                    <a:pt x="1110252" y="291035"/>
                  </a:lnTo>
                  <a:lnTo>
                    <a:pt x="1109758" y="291234"/>
                  </a:lnTo>
                  <a:lnTo>
                    <a:pt x="1108824" y="291119"/>
                  </a:lnTo>
                  <a:lnTo>
                    <a:pt x="1108423" y="291015"/>
                  </a:lnTo>
                  <a:lnTo>
                    <a:pt x="1108261" y="291031"/>
                  </a:lnTo>
                  <a:lnTo>
                    <a:pt x="1108616" y="291202"/>
                  </a:lnTo>
                  <a:lnTo>
                    <a:pt x="1108962" y="291362"/>
                  </a:lnTo>
                  <a:lnTo>
                    <a:pt x="1109264" y="291765"/>
                  </a:lnTo>
                  <a:lnTo>
                    <a:pt x="1109146" y="292111"/>
                  </a:lnTo>
                  <a:lnTo>
                    <a:pt x="1108469" y="292540"/>
                  </a:lnTo>
                  <a:lnTo>
                    <a:pt x="1108213" y="292556"/>
                  </a:lnTo>
                  <a:lnTo>
                    <a:pt x="1107938" y="292574"/>
                  </a:lnTo>
                  <a:lnTo>
                    <a:pt x="1107903" y="293348"/>
                  </a:lnTo>
                  <a:lnTo>
                    <a:pt x="1105790" y="293915"/>
                  </a:lnTo>
                  <a:lnTo>
                    <a:pt x="1105645" y="294300"/>
                  </a:lnTo>
                  <a:lnTo>
                    <a:pt x="1105743" y="294516"/>
                  </a:lnTo>
                  <a:lnTo>
                    <a:pt x="1105891" y="294630"/>
                  </a:lnTo>
                  <a:lnTo>
                    <a:pt x="1106198" y="295043"/>
                  </a:lnTo>
                  <a:lnTo>
                    <a:pt x="1105449" y="295277"/>
                  </a:lnTo>
                  <a:lnTo>
                    <a:pt x="1104080" y="294814"/>
                  </a:lnTo>
                  <a:lnTo>
                    <a:pt x="1103891" y="294894"/>
                  </a:lnTo>
                  <a:lnTo>
                    <a:pt x="1103404" y="295178"/>
                  </a:lnTo>
                  <a:lnTo>
                    <a:pt x="1102900" y="295655"/>
                  </a:lnTo>
                  <a:lnTo>
                    <a:pt x="1102855" y="295960"/>
                  </a:lnTo>
                  <a:lnTo>
                    <a:pt x="1104068" y="296545"/>
                  </a:lnTo>
                  <a:lnTo>
                    <a:pt x="1103784" y="296956"/>
                  </a:lnTo>
                  <a:lnTo>
                    <a:pt x="1104164" y="297154"/>
                  </a:lnTo>
                  <a:lnTo>
                    <a:pt x="1104835" y="298612"/>
                  </a:lnTo>
                  <a:lnTo>
                    <a:pt x="1104298" y="298749"/>
                  </a:lnTo>
                  <a:lnTo>
                    <a:pt x="1104047" y="299141"/>
                  </a:lnTo>
                  <a:lnTo>
                    <a:pt x="1104586" y="299606"/>
                  </a:lnTo>
                  <a:lnTo>
                    <a:pt x="1104356" y="299974"/>
                  </a:lnTo>
                  <a:lnTo>
                    <a:pt x="1104165" y="300171"/>
                  </a:lnTo>
                  <a:lnTo>
                    <a:pt x="1104150" y="300466"/>
                  </a:lnTo>
                  <a:lnTo>
                    <a:pt x="1104337" y="300797"/>
                  </a:lnTo>
                  <a:lnTo>
                    <a:pt x="1104508" y="300991"/>
                  </a:lnTo>
                  <a:lnTo>
                    <a:pt x="1104987" y="301432"/>
                  </a:lnTo>
                  <a:lnTo>
                    <a:pt x="1105063" y="302765"/>
                  </a:lnTo>
                  <a:lnTo>
                    <a:pt x="1105329" y="303277"/>
                  </a:lnTo>
                  <a:lnTo>
                    <a:pt x="1105425" y="303444"/>
                  </a:lnTo>
                  <a:lnTo>
                    <a:pt x="1104818" y="304661"/>
                  </a:lnTo>
                  <a:lnTo>
                    <a:pt x="1103839" y="305420"/>
                  </a:lnTo>
                  <a:lnTo>
                    <a:pt x="1102574" y="306433"/>
                  </a:lnTo>
                  <a:lnTo>
                    <a:pt x="1102552" y="305900"/>
                  </a:lnTo>
                  <a:lnTo>
                    <a:pt x="1101832" y="305807"/>
                  </a:lnTo>
                  <a:lnTo>
                    <a:pt x="1101505" y="306017"/>
                  </a:lnTo>
                  <a:lnTo>
                    <a:pt x="1101017" y="306564"/>
                  </a:lnTo>
                  <a:lnTo>
                    <a:pt x="1100554" y="306891"/>
                  </a:lnTo>
                  <a:lnTo>
                    <a:pt x="1099263" y="307667"/>
                  </a:lnTo>
                  <a:lnTo>
                    <a:pt x="1098793" y="308048"/>
                  </a:lnTo>
                  <a:lnTo>
                    <a:pt x="1098657" y="308410"/>
                  </a:lnTo>
                  <a:lnTo>
                    <a:pt x="1098385" y="308959"/>
                  </a:lnTo>
                  <a:lnTo>
                    <a:pt x="1097683" y="309227"/>
                  </a:lnTo>
                  <a:lnTo>
                    <a:pt x="1097250" y="308918"/>
                  </a:lnTo>
                  <a:lnTo>
                    <a:pt x="1096176" y="308874"/>
                  </a:lnTo>
                  <a:lnTo>
                    <a:pt x="1096138" y="309468"/>
                  </a:lnTo>
                  <a:lnTo>
                    <a:pt x="1095787" y="309330"/>
                  </a:lnTo>
                  <a:lnTo>
                    <a:pt x="1095267" y="309597"/>
                  </a:lnTo>
                  <a:lnTo>
                    <a:pt x="1095232" y="310877"/>
                  </a:lnTo>
                  <a:lnTo>
                    <a:pt x="1094618" y="310483"/>
                  </a:lnTo>
                  <a:lnTo>
                    <a:pt x="1093417" y="310846"/>
                  </a:lnTo>
                  <a:lnTo>
                    <a:pt x="1093845" y="311108"/>
                  </a:lnTo>
                  <a:lnTo>
                    <a:pt x="1093947" y="311343"/>
                  </a:lnTo>
                  <a:lnTo>
                    <a:pt x="1094112" y="311607"/>
                  </a:lnTo>
                  <a:lnTo>
                    <a:pt x="1094027" y="312157"/>
                  </a:lnTo>
                  <a:lnTo>
                    <a:pt x="1094248" y="312660"/>
                  </a:lnTo>
                  <a:lnTo>
                    <a:pt x="1093502" y="313731"/>
                  </a:lnTo>
                  <a:lnTo>
                    <a:pt x="1093115" y="314761"/>
                  </a:lnTo>
                  <a:lnTo>
                    <a:pt x="1093257" y="314769"/>
                  </a:lnTo>
                  <a:lnTo>
                    <a:pt x="1092696" y="314980"/>
                  </a:lnTo>
                  <a:lnTo>
                    <a:pt x="1091804" y="315680"/>
                  </a:lnTo>
                  <a:lnTo>
                    <a:pt x="1091432" y="315721"/>
                  </a:lnTo>
                  <a:lnTo>
                    <a:pt x="1091437" y="316004"/>
                  </a:lnTo>
                  <a:lnTo>
                    <a:pt x="1091452" y="316302"/>
                  </a:lnTo>
                  <a:lnTo>
                    <a:pt x="1090864" y="316975"/>
                  </a:lnTo>
                  <a:lnTo>
                    <a:pt x="1090885" y="317908"/>
                  </a:lnTo>
                  <a:lnTo>
                    <a:pt x="1090868" y="318161"/>
                  </a:lnTo>
                  <a:lnTo>
                    <a:pt x="1090375" y="318860"/>
                  </a:lnTo>
                  <a:lnTo>
                    <a:pt x="1090555" y="318968"/>
                  </a:lnTo>
                  <a:lnTo>
                    <a:pt x="1089609" y="320079"/>
                  </a:lnTo>
                  <a:lnTo>
                    <a:pt x="1089070" y="320006"/>
                  </a:lnTo>
                  <a:lnTo>
                    <a:pt x="1088470" y="319996"/>
                  </a:lnTo>
                  <a:lnTo>
                    <a:pt x="1088322" y="320218"/>
                  </a:lnTo>
                  <a:lnTo>
                    <a:pt x="1088306" y="320400"/>
                  </a:lnTo>
                  <a:lnTo>
                    <a:pt x="1088120" y="321086"/>
                  </a:lnTo>
                  <a:lnTo>
                    <a:pt x="1087699" y="321287"/>
                  </a:lnTo>
                  <a:lnTo>
                    <a:pt x="1086985" y="321399"/>
                  </a:lnTo>
                  <a:lnTo>
                    <a:pt x="1086634" y="321708"/>
                  </a:lnTo>
                  <a:lnTo>
                    <a:pt x="1087117" y="322000"/>
                  </a:lnTo>
                  <a:lnTo>
                    <a:pt x="1088133" y="322339"/>
                  </a:lnTo>
                  <a:lnTo>
                    <a:pt x="1087910" y="322645"/>
                  </a:lnTo>
                  <a:lnTo>
                    <a:pt x="1087710" y="322649"/>
                  </a:lnTo>
                  <a:lnTo>
                    <a:pt x="1087454" y="322668"/>
                  </a:lnTo>
                  <a:lnTo>
                    <a:pt x="1086278" y="323077"/>
                  </a:lnTo>
                  <a:lnTo>
                    <a:pt x="1085465" y="322492"/>
                  </a:lnTo>
                  <a:lnTo>
                    <a:pt x="1084783" y="322912"/>
                  </a:lnTo>
                  <a:lnTo>
                    <a:pt x="1084178" y="323995"/>
                  </a:lnTo>
                  <a:lnTo>
                    <a:pt x="1084028" y="324024"/>
                  </a:lnTo>
                  <a:lnTo>
                    <a:pt x="1083815" y="324053"/>
                  </a:lnTo>
                  <a:lnTo>
                    <a:pt x="1084155" y="324362"/>
                  </a:lnTo>
                  <a:lnTo>
                    <a:pt x="1084627" y="324734"/>
                  </a:lnTo>
                  <a:lnTo>
                    <a:pt x="1084481" y="324811"/>
                  </a:lnTo>
                  <a:lnTo>
                    <a:pt x="1084160" y="324992"/>
                  </a:lnTo>
                  <a:lnTo>
                    <a:pt x="1084013" y="325208"/>
                  </a:lnTo>
                  <a:lnTo>
                    <a:pt x="1084582" y="325576"/>
                  </a:lnTo>
                  <a:lnTo>
                    <a:pt x="1085145" y="325690"/>
                  </a:lnTo>
                  <a:lnTo>
                    <a:pt x="1085413" y="325713"/>
                  </a:lnTo>
                  <a:lnTo>
                    <a:pt x="1086141" y="325763"/>
                  </a:lnTo>
                  <a:lnTo>
                    <a:pt x="1086501" y="326257"/>
                  </a:lnTo>
                  <a:lnTo>
                    <a:pt x="1086217" y="326456"/>
                  </a:lnTo>
                  <a:lnTo>
                    <a:pt x="1085756" y="326649"/>
                  </a:lnTo>
                  <a:lnTo>
                    <a:pt x="1085421" y="326662"/>
                  </a:lnTo>
                  <a:lnTo>
                    <a:pt x="1084461" y="326110"/>
                  </a:lnTo>
                  <a:lnTo>
                    <a:pt x="1084133" y="326282"/>
                  </a:lnTo>
                  <a:lnTo>
                    <a:pt x="1083674" y="326629"/>
                  </a:lnTo>
                  <a:lnTo>
                    <a:pt x="1083588" y="327017"/>
                  </a:lnTo>
                  <a:lnTo>
                    <a:pt x="1084315" y="327034"/>
                  </a:lnTo>
                  <a:lnTo>
                    <a:pt x="1085034" y="327663"/>
                  </a:lnTo>
                  <a:lnTo>
                    <a:pt x="1084848" y="328434"/>
                  </a:lnTo>
                  <a:lnTo>
                    <a:pt x="1084716" y="328557"/>
                  </a:lnTo>
                  <a:lnTo>
                    <a:pt x="1084156" y="328853"/>
                  </a:lnTo>
                  <a:lnTo>
                    <a:pt x="1083773" y="328899"/>
                  </a:lnTo>
                  <a:lnTo>
                    <a:pt x="1082934" y="329725"/>
                  </a:lnTo>
                  <a:lnTo>
                    <a:pt x="1082882" y="330043"/>
                  </a:lnTo>
                  <a:lnTo>
                    <a:pt x="1082347" y="330495"/>
                  </a:lnTo>
                  <a:lnTo>
                    <a:pt x="1082060" y="330384"/>
                  </a:lnTo>
                  <a:lnTo>
                    <a:pt x="1081571" y="330338"/>
                  </a:lnTo>
                  <a:lnTo>
                    <a:pt x="1081137" y="330387"/>
                  </a:lnTo>
                  <a:lnTo>
                    <a:pt x="1080722" y="330829"/>
                  </a:lnTo>
                  <a:lnTo>
                    <a:pt x="1081801" y="331851"/>
                  </a:lnTo>
                  <a:lnTo>
                    <a:pt x="1082274" y="332085"/>
                  </a:lnTo>
                  <a:lnTo>
                    <a:pt x="1082015" y="332298"/>
                  </a:lnTo>
                  <a:lnTo>
                    <a:pt x="1081773" y="332532"/>
                  </a:lnTo>
                  <a:lnTo>
                    <a:pt x="1081793" y="332778"/>
                  </a:lnTo>
                  <a:lnTo>
                    <a:pt x="1082044" y="332971"/>
                  </a:lnTo>
                  <a:lnTo>
                    <a:pt x="1082304" y="333141"/>
                  </a:lnTo>
                  <a:lnTo>
                    <a:pt x="1082536" y="333351"/>
                  </a:lnTo>
                  <a:lnTo>
                    <a:pt x="1082627" y="333553"/>
                  </a:lnTo>
                  <a:lnTo>
                    <a:pt x="1082742" y="333724"/>
                  </a:lnTo>
                  <a:lnTo>
                    <a:pt x="1082916" y="334020"/>
                  </a:lnTo>
                  <a:lnTo>
                    <a:pt x="1082783" y="334497"/>
                  </a:lnTo>
                  <a:lnTo>
                    <a:pt x="1082602" y="334470"/>
                  </a:lnTo>
                  <a:lnTo>
                    <a:pt x="1082243" y="334870"/>
                  </a:lnTo>
                  <a:lnTo>
                    <a:pt x="1082437" y="334988"/>
                  </a:lnTo>
                  <a:lnTo>
                    <a:pt x="1082535" y="335719"/>
                  </a:lnTo>
                  <a:lnTo>
                    <a:pt x="1082324" y="335804"/>
                  </a:lnTo>
                  <a:lnTo>
                    <a:pt x="1082135" y="335852"/>
                  </a:lnTo>
                  <a:lnTo>
                    <a:pt x="1081872" y="335894"/>
                  </a:lnTo>
                  <a:lnTo>
                    <a:pt x="1081661" y="335909"/>
                  </a:lnTo>
                  <a:lnTo>
                    <a:pt x="1081194" y="335955"/>
                  </a:lnTo>
                  <a:lnTo>
                    <a:pt x="1080583" y="336600"/>
                  </a:lnTo>
                  <a:lnTo>
                    <a:pt x="1081237" y="336891"/>
                  </a:lnTo>
                  <a:lnTo>
                    <a:pt x="1081446" y="337001"/>
                  </a:lnTo>
                  <a:lnTo>
                    <a:pt x="1081991" y="337335"/>
                  </a:lnTo>
                  <a:lnTo>
                    <a:pt x="1082121" y="338130"/>
                  </a:lnTo>
                  <a:lnTo>
                    <a:pt x="1082345" y="338586"/>
                  </a:lnTo>
                  <a:lnTo>
                    <a:pt x="1082223" y="338935"/>
                  </a:lnTo>
                  <a:lnTo>
                    <a:pt x="1082179" y="339064"/>
                  </a:lnTo>
                  <a:lnTo>
                    <a:pt x="1082067" y="339435"/>
                  </a:lnTo>
                  <a:lnTo>
                    <a:pt x="1081503" y="339984"/>
                  </a:lnTo>
                  <a:lnTo>
                    <a:pt x="1081726" y="340408"/>
                  </a:lnTo>
                  <a:lnTo>
                    <a:pt x="1081977" y="341876"/>
                  </a:lnTo>
                  <a:lnTo>
                    <a:pt x="1082002" y="342153"/>
                  </a:lnTo>
                  <a:lnTo>
                    <a:pt x="1082033" y="343155"/>
                  </a:lnTo>
                  <a:lnTo>
                    <a:pt x="1081811" y="343413"/>
                  </a:lnTo>
                  <a:lnTo>
                    <a:pt x="1081622" y="343619"/>
                  </a:lnTo>
                  <a:lnTo>
                    <a:pt x="1081465" y="343784"/>
                  </a:lnTo>
                  <a:lnTo>
                    <a:pt x="1080688" y="344509"/>
                  </a:lnTo>
                  <a:lnTo>
                    <a:pt x="1080860" y="343927"/>
                  </a:lnTo>
                  <a:lnTo>
                    <a:pt x="1079915" y="343161"/>
                  </a:lnTo>
                  <a:lnTo>
                    <a:pt x="1079384" y="343021"/>
                  </a:lnTo>
                  <a:lnTo>
                    <a:pt x="1078580" y="343116"/>
                  </a:lnTo>
                  <a:lnTo>
                    <a:pt x="1078469" y="343622"/>
                  </a:lnTo>
                  <a:lnTo>
                    <a:pt x="1078477" y="343837"/>
                  </a:lnTo>
                  <a:lnTo>
                    <a:pt x="1079137" y="345280"/>
                  </a:lnTo>
                  <a:lnTo>
                    <a:pt x="1080324" y="345221"/>
                  </a:lnTo>
                  <a:lnTo>
                    <a:pt x="1080460" y="345425"/>
                  </a:lnTo>
                  <a:lnTo>
                    <a:pt x="1080597" y="345568"/>
                  </a:lnTo>
                  <a:lnTo>
                    <a:pt x="1080857" y="345777"/>
                  </a:lnTo>
                  <a:lnTo>
                    <a:pt x="1081275" y="346139"/>
                  </a:lnTo>
                  <a:lnTo>
                    <a:pt x="1082461" y="347373"/>
                  </a:lnTo>
                  <a:lnTo>
                    <a:pt x="1082073" y="347506"/>
                  </a:lnTo>
                  <a:lnTo>
                    <a:pt x="1082574" y="347999"/>
                  </a:lnTo>
                  <a:lnTo>
                    <a:pt x="1082616" y="348412"/>
                  </a:lnTo>
                  <a:lnTo>
                    <a:pt x="1081827" y="349130"/>
                  </a:lnTo>
                  <a:lnTo>
                    <a:pt x="1082573" y="350391"/>
                  </a:lnTo>
                  <a:lnTo>
                    <a:pt x="1082553" y="351254"/>
                  </a:lnTo>
                  <a:lnTo>
                    <a:pt x="1082689" y="351365"/>
                  </a:lnTo>
                  <a:lnTo>
                    <a:pt x="1082921" y="351558"/>
                  </a:lnTo>
                  <a:lnTo>
                    <a:pt x="1083547" y="352098"/>
                  </a:lnTo>
                  <a:lnTo>
                    <a:pt x="1083822" y="352350"/>
                  </a:lnTo>
                  <a:lnTo>
                    <a:pt x="1084018" y="352693"/>
                  </a:lnTo>
                  <a:lnTo>
                    <a:pt x="1083495" y="353565"/>
                  </a:lnTo>
                  <a:lnTo>
                    <a:pt x="1083584" y="353777"/>
                  </a:lnTo>
                  <a:lnTo>
                    <a:pt x="1083547" y="354130"/>
                  </a:lnTo>
                  <a:lnTo>
                    <a:pt x="1083423" y="355135"/>
                  </a:lnTo>
                  <a:lnTo>
                    <a:pt x="1084042" y="355477"/>
                  </a:lnTo>
                  <a:lnTo>
                    <a:pt x="1084211" y="355645"/>
                  </a:lnTo>
                  <a:lnTo>
                    <a:pt x="1083599" y="356626"/>
                  </a:lnTo>
                  <a:lnTo>
                    <a:pt x="1083608" y="357314"/>
                  </a:lnTo>
                  <a:lnTo>
                    <a:pt x="1083476" y="358285"/>
                  </a:lnTo>
                  <a:lnTo>
                    <a:pt x="1083169" y="358929"/>
                  </a:lnTo>
                  <a:lnTo>
                    <a:pt x="1082883" y="359204"/>
                  </a:lnTo>
                  <a:lnTo>
                    <a:pt x="1082502" y="359721"/>
                  </a:lnTo>
                  <a:lnTo>
                    <a:pt x="1082397" y="359872"/>
                  </a:lnTo>
                  <a:lnTo>
                    <a:pt x="1081860" y="361438"/>
                  </a:lnTo>
                  <a:lnTo>
                    <a:pt x="1082341" y="362195"/>
                  </a:lnTo>
                  <a:lnTo>
                    <a:pt x="1082373" y="362504"/>
                  </a:lnTo>
                  <a:lnTo>
                    <a:pt x="1082232" y="363066"/>
                  </a:lnTo>
                  <a:lnTo>
                    <a:pt x="1082031" y="363741"/>
                  </a:lnTo>
                  <a:lnTo>
                    <a:pt x="1082067" y="363945"/>
                  </a:lnTo>
                  <a:lnTo>
                    <a:pt x="1081154" y="364272"/>
                  </a:lnTo>
                  <a:lnTo>
                    <a:pt x="1080312" y="364973"/>
                  </a:lnTo>
                  <a:lnTo>
                    <a:pt x="1079745" y="365493"/>
                  </a:lnTo>
                  <a:lnTo>
                    <a:pt x="1079561" y="366031"/>
                  </a:lnTo>
                  <a:lnTo>
                    <a:pt x="1079084" y="366299"/>
                  </a:lnTo>
                  <a:lnTo>
                    <a:pt x="1078954" y="366309"/>
                  </a:lnTo>
                  <a:lnTo>
                    <a:pt x="1078449" y="366584"/>
                  </a:lnTo>
                  <a:lnTo>
                    <a:pt x="1077911" y="366935"/>
                  </a:lnTo>
                  <a:lnTo>
                    <a:pt x="1077460" y="366786"/>
                  </a:lnTo>
                  <a:lnTo>
                    <a:pt x="1077140" y="366615"/>
                  </a:lnTo>
                  <a:lnTo>
                    <a:pt x="1076898" y="366532"/>
                  </a:lnTo>
                  <a:lnTo>
                    <a:pt x="1076605" y="366455"/>
                  </a:lnTo>
                  <a:lnTo>
                    <a:pt x="1076334" y="366386"/>
                  </a:lnTo>
                  <a:lnTo>
                    <a:pt x="1076197" y="366366"/>
                  </a:lnTo>
                  <a:lnTo>
                    <a:pt x="1075182" y="365847"/>
                  </a:lnTo>
                  <a:lnTo>
                    <a:pt x="1074846" y="365533"/>
                  </a:lnTo>
                  <a:lnTo>
                    <a:pt x="1074875" y="365359"/>
                  </a:lnTo>
                  <a:lnTo>
                    <a:pt x="1074980" y="365227"/>
                  </a:lnTo>
                  <a:lnTo>
                    <a:pt x="1075180" y="364969"/>
                  </a:lnTo>
                  <a:lnTo>
                    <a:pt x="1075009" y="364694"/>
                  </a:lnTo>
                  <a:lnTo>
                    <a:pt x="1074844" y="364696"/>
                  </a:lnTo>
                  <a:lnTo>
                    <a:pt x="1074660" y="364770"/>
                  </a:lnTo>
                  <a:lnTo>
                    <a:pt x="1074474" y="364865"/>
                  </a:lnTo>
                  <a:lnTo>
                    <a:pt x="1074308" y="364901"/>
                  </a:lnTo>
                  <a:lnTo>
                    <a:pt x="1074165" y="364888"/>
                  </a:lnTo>
                  <a:lnTo>
                    <a:pt x="1073420" y="365056"/>
                  </a:lnTo>
                  <a:lnTo>
                    <a:pt x="1073224" y="365202"/>
                  </a:lnTo>
                  <a:lnTo>
                    <a:pt x="1072984" y="365319"/>
                  </a:lnTo>
                  <a:lnTo>
                    <a:pt x="1072359" y="365202"/>
                  </a:lnTo>
                  <a:lnTo>
                    <a:pt x="1072215" y="365210"/>
                  </a:lnTo>
                  <a:lnTo>
                    <a:pt x="1072029" y="365250"/>
                  </a:lnTo>
                  <a:lnTo>
                    <a:pt x="1071812" y="365251"/>
                  </a:lnTo>
                  <a:lnTo>
                    <a:pt x="1071568" y="365145"/>
                  </a:lnTo>
                  <a:lnTo>
                    <a:pt x="1071309" y="365017"/>
                  </a:lnTo>
                  <a:lnTo>
                    <a:pt x="1071155" y="364929"/>
                  </a:lnTo>
                  <a:lnTo>
                    <a:pt x="1070529" y="364563"/>
                  </a:lnTo>
                  <a:lnTo>
                    <a:pt x="1070242" y="364449"/>
                  </a:lnTo>
                  <a:lnTo>
                    <a:pt x="1070097" y="364425"/>
                  </a:lnTo>
                  <a:lnTo>
                    <a:pt x="1069928" y="364447"/>
                  </a:lnTo>
                  <a:lnTo>
                    <a:pt x="1069296" y="364686"/>
                  </a:lnTo>
                  <a:lnTo>
                    <a:pt x="1068940" y="364779"/>
                  </a:lnTo>
                  <a:lnTo>
                    <a:pt x="1068746" y="364876"/>
                  </a:lnTo>
                  <a:lnTo>
                    <a:pt x="1068183" y="365248"/>
                  </a:lnTo>
                  <a:lnTo>
                    <a:pt x="1068129" y="365420"/>
                  </a:lnTo>
                  <a:lnTo>
                    <a:pt x="1068071" y="365610"/>
                  </a:lnTo>
                  <a:lnTo>
                    <a:pt x="1067982" y="365907"/>
                  </a:lnTo>
                  <a:lnTo>
                    <a:pt x="1067917" y="366116"/>
                  </a:lnTo>
                  <a:lnTo>
                    <a:pt x="1067782" y="366527"/>
                  </a:lnTo>
                  <a:lnTo>
                    <a:pt x="1066138" y="367738"/>
                  </a:lnTo>
                  <a:lnTo>
                    <a:pt x="1066397" y="368122"/>
                  </a:lnTo>
                  <a:lnTo>
                    <a:pt x="1066613" y="368427"/>
                  </a:lnTo>
                  <a:lnTo>
                    <a:pt x="1066762" y="368669"/>
                  </a:lnTo>
                  <a:lnTo>
                    <a:pt x="1066587" y="370630"/>
                  </a:lnTo>
                  <a:lnTo>
                    <a:pt x="1066225" y="371188"/>
                  </a:lnTo>
                  <a:lnTo>
                    <a:pt x="1066232" y="371386"/>
                  </a:lnTo>
                  <a:lnTo>
                    <a:pt x="1066051" y="371757"/>
                  </a:lnTo>
                  <a:lnTo>
                    <a:pt x="1065828" y="372051"/>
                  </a:lnTo>
                  <a:lnTo>
                    <a:pt x="1065709" y="372186"/>
                  </a:lnTo>
                  <a:lnTo>
                    <a:pt x="1065504" y="372413"/>
                  </a:lnTo>
                  <a:lnTo>
                    <a:pt x="1065060" y="372597"/>
                  </a:lnTo>
                  <a:lnTo>
                    <a:pt x="1064577" y="373159"/>
                  </a:lnTo>
                  <a:lnTo>
                    <a:pt x="1064461" y="373360"/>
                  </a:lnTo>
                  <a:lnTo>
                    <a:pt x="1064195" y="373908"/>
                  </a:lnTo>
                  <a:lnTo>
                    <a:pt x="1063862" y="374682"/>
                  </a:lnTo>
                  <a:lnTo>
                    <a:pt x="1063881" y="374891"/>
                  </a:lnTo>
                  <a:lnTo>
                    <a:pt x="1063614" y="375954"/>
                  </a:lnTo>
                  <a:lnTo>
                    <a:pt x="1062753" y="375962"/>
                  </a:lnTo>
                  <a:lnTo>
                    <a:pt x="1062484" y="376304"/>
                  </a:lnTo>
                  <a:lnTo>
                    <a:pt x="1062431" y="376807"/>
                  </a:lnTo>
                  <a:lnTo>
                    <a:pt x="1062297" y="377265"/>
                  </a:lnTo>
                  <a:lnTo>
                    <a:pt x="1062548" y="377522"/>
                  </a:lnTo>
                  <a:lnTo>
                    <a:pt x="1062474" y="377847"/>
                  </a:lnTo>
                  <a:lnTo>
                    <a:pt x="1062270" y="378531"/>
                  </a:lnTo>
                  <a:lnTo>
                    <a:pt x="1061063" y="379403"/>
                  </a:lnTo>
                  <a:lnTo>
                    <a:pt x="1060220" y="379771"/>
                  </a:lnTo>
                  <a:lnTo>
                    <a:pt x="1060043" y="380102"/>
                  </a:lnTo>
                  <a:lnTo>
                    <a:pt x="1059845" y="380610"/>
                  </a:lnTo>
                  <a:lnTo>
                    <a:pt x="1059829" y="380943"/>
                  </a:lnTo>
                  <a:lnTo>
                    <a:pt x="1059927" y="381270"/>
                  </a:lnTo>
                  <a:lnTo>
                    <a:pt x="1060186" y="381848"/>
                  </a:lnTo>
                  <a:lnTo>
                    <a:pt x="1060088" y="382087"/>
                  </a:lnTo>
                  <a:lnTo>
                    <a:pt x="1060030" y="382228"/>
                  </a:lnTo>
                  <a:lnTo>
                    <a:pt x="1059737" y="382388"/>
                  </a:lnTo>
                  <a:lnTo>
                    <a:pt x="1059163" y="382710"/>
                  </a:lnTo>
                  <a:lnTo>
                    <a:pt x="1059045" y="383078"/>
                  </a:lnTo>
                  <a:lnTo>
                    <a:pt x="1058827" y="383262"/>
                  </a:lnTo>
                  <a:lnTo>
                    <a:pt x="1058668" y="383659"/>
                  </a:lnTo>
                  <a:lnTo>
                    <a:pt x="1058760" y="384192"/>
                  </a:lnTo>
                  <a:lnTo>
                    <a:pt x="1058897" y="384862"/>
                  </a:lnTo>
                  <a:lnTo>
                    <a:pt x="1059073" y="385527"/>
                  </a:lnTo>
                  <a:lnTo>
                    <a:pt x="1058908" y="386347"/>
                  </a:lnTo>
                  <a:lnTo>
                    <a:pt x="1058658" y="387081"/>
                  </a:lnTo>
                  <a:lnTo>
                    <a:pt x="1058257" y="387517"/>
                  </a:lnTo>
                  <a:lnTo>
                    <a:pt x="1057909" y="388802"/>
                  </a:lnTo>
                  <a:lnTo>
                    <a:pt x="1057690" y="388957"/>
                  </a:lnTo>
                  <a:lnTo>
                    <a:pt x="1057430" y="389261"/>
                  </a:lnTo>
                  <a:lnTo>
                    <a:pt x="1057363" y="389603"/>
                  </a:lnTo>
                  <a:lnTo>
                    <a:pt x="1057108" y="390210"/>
                  </a:lnTo>
                  <a:lnTo>
                    <a:pt x="1056710" y="390591"/>
                  </a:lnTo>
                  <a:lnTo>
                    <a:pt x="1056117" y="390684"/>
                  </a:lnTo>
                  <a:lnTo>
                    <a:pt x="1055823" y="390922"/>
                  </a:lnTo>
                  <a:lnTo>
                    <a:pt x="1055324" y="391726"/>
                  </a:lnTo>
                  <a:lnTo>
                    <a:pt x="1055375" y="392392"/>
                  </a:lnTo>
                  <a:lnTo>
                    <a:pt x="1055895" y="393284"/>
                  </a:lnTo>
                  <a:lnTo>
                    <a:pt x="1055570" y="393783"/>
                  </a:lnTo>
                  <a:lnTo>
                    <a:pt x="1055576" y="393936"/>
                  </a:lnTo>
                  <a:lnTo>
                    <a:pt x="1055703" y="394414"/>
                  </a:lnTo>
                  <a:lnTo>
                    <a:pt x="1055728" y="394568"/>
                  </a:lnTo>
                  <a:lnTo>
                    <a:pt x="1055814" y="394736"/>
                  </a:lnTo>
                  <a:lnTo>
                    <a:pt x="1055806" y="395073"/>
                  </a:lnTo>
                  <a:lnTo>
                    <a:pt x="1055864" y="395449"/>
                  </a:lnTo>
                  <a:lnTo>
                    <a:pt x="1056310" y="396000"/>
                  </a:lnTo>
                  <a:lnTo>
                    <a:pt x="1055675" y="396188"/>
                  </a:lnTo>
                  <a:lnTo>
                    <a:pt x="1055035" y="396508"/>
                  </a:lnTo>
                  <a:lnTo>
                    <a:pt x="1054851" y="396527"/>
                  </a:lnTo>
                  <a:lnTo>
                    <a:pt x="1054693" y="397010"/>
                  </a:lnTo>
                  <a:lnTo>
                    <a:pt x="1054909" y="397274"/>
                  </a:lnTo>
                  <a:lnTo>
                    <a:pt x="1055274" y="397655"/>
                  </a:lnTo>
                  <a:lnTo>
                    <a:pt x="1055111" y="398757"/>
                  </a:lnTo>
                  <a:lnTo>
                    <a:pt x="1055066" y="399894"/>
                  </a:lnTo>
                  <a:lnTo>
                    <a:pt x="1055976" y="400359"/>
                  </a:lnTo>
                  <a:lnTo>
                    <a:pt x="1056017" y="400539"/>
                  </a:lnTo>
                  <a:lnTo>
                    <a:pt x="1056056" y="400786"/>
                  </a:lnTo>
                  <a:lnTo>
                    <a:pt x="1056134" y="401161"/>
                  </a:lnTo>
                  <a:lnTo>
                    <a:pt x="1055852" y="401591"/>
                  </a:lnTo>
                  <a:lnTo>
                    <a:pt x="1056137" y="401903"/>
                  </a:lnTo>
                  <a:lnTo>
                    <a:pt x="1056271" y="401990"/>
                  </a:lnTo>
                  <a:lnTo>
                    <a:pt x="1056593" y="403807"/>
                  </a:lnTo>
                  <a:lnTo>
                    <a:pt x="1056656" y="404549"/>
                  </a:lnTo>
                  <a:lnTo>
                    <a:pt x="1056985" y="404552"/>
                  </a:lnTo>
                  <a:lnTo>
                    <a:pt x="1057195" y="405300"/>
                  </a:lnTo>
                  <a:lnTo>
                    <a:pt x="1057018" y="405398"/>
                  </a:lnTo>
                  <a:lnTo>
                    <a:pt x="1056873" y="405450"/>
                  </a:lnTo>
                  <a:lnTo>
                    <a:pt x="1056609" y="405719"/>
                  </a:lnTo>
                  <a:lnTo>
                    <a:pt x="1056345" y="406694"/>
                  </a:lnTo>
                  <a:lnTo>
                    <a:pt x="1056286" y="406832"/>
                  </a:lnTo>
                  <a:lnTo>
                    <a:pt x="1056273" y="406969"/>
                  </a:lnTo>
                  <a:lnTo>
                    <a:pt x="1056304" y="407194"/>
                  </a:lnTo>
                  <a:lnTo>
                    <a:pt x="1055947" y="407612"/>
                  </a:lnTo>
                  <a:lnTo>
                    <a:pt x="1055772" y="407747"/>
                  </a:lnTo>
                  <a:lnTo>
                    <a:pt x="1055570" y="407845"/>
                  </a:lnTo>
                  <a:lnTo>
                    <a:pt x="1054838" y="409073"/>
                  </a:lnTo>
                  <a:lnTo>
                    <a:pt x="1054996" y="409162"/>
                  </a:lnTo>
                  <a:lnTo>
                    <a:pt x="1055165" y="409203"/>
                  </a:lnTo>
                  <a:lnTo>
                    <a:pt x="1055293" y="409940"/>
                  </a:lnTo>
                  <a:lnTo>
                    <a:pt x="1054719" y="410246"/>
                  </a:lnTo>
                  <a:lnTo>
                    <a:pt x="1054490" y="410577"/>
                  </a:lnTo>
                  <a:lnTo>
                    <a:pt x="1053443" y="411359"/>
                  </a:lnTo>
                  <a:lnTo>
                    <a:pt x="1053306" y="411713"/>
                  </a:lnTo>
                  <a:lnTo>
                    <a:pt x="1052170" y="411987"/>
                  </a:lnTo>
                  <a:lnTo>
                    <a:pt x="1052026" y="412048"/>
                  </a:lnTo>
                  <a:lnTo>
                    <a:pt x="1051802" y="412361"/>
                  </a:lnTo>
                  <a:lnTo>
                    <a:pt x="1051263" y="412004"/>
                  </a:lnTo>
                  <a:lnTo>
                    <a:pt x="1051985" y="410724"/>
                  </a:lnTo>
                  <a:lnTo>
                    <a:pt x="1052420" y="410649"/>
                  </a:lnTo>
                  <a:lnTo>
                    <a:pt x="1053044" y="409932"/>
                  </a:lnTo>
                  <a:lnTo>
                    <a:pt x="1052855" y="409615"/>
                  </a:lnTo>
                  <a:lnTo>
                    <a:pt x="1053440" y="408957"/>
                  </a:lnTo>
                  <a:lnTo>
                    <a:pt x="1052834" y="408375"/>
                  </a:lnTo>
                  <a:lnTo>
                    <a:pt x="1052439" y="408680"/>
                  </a:lnTo>
                  <a:lnTo>
                    <a:pt x="1052370" y="408549"/>
                  </a:lnTo>
                  <a:lnTo>
                    <a:pt x="1051853" y="408473"/>
                  </a:lnTo>
                  <a:lnTo>
                    <a:pt x="1051567" y="408410"/>
                  </a:lnTo>
                  <a:lnTo>
                    <a:pt x="1051318" y="408298"/>
                  </a:lnTo>
                  <a:lnTo>
                    <a:pt x="1051092" y="407988"/>
                  </a:lnTo>
                  <a:lnTo>
                    <a:pt x="1051140" y="407830"/>
                  </a:lnTo>
                  <a:lnTo>
                    <a:pt x="1051042" y="407282"/>
                  </a:lnTo>
                  <a:lnTo>
                    <a:pt x="1051202" y="406567"/>
                  </a:lnTo>
                  <a:lnTo>
                    <a:pt x="1051523" y="406470"/>
                  </a:lnTo>
                  <a:lnTo>
                    <a:pt x="1051522" y="406222"/>
                  </a:lnTo>
                  <a:lnTo>
                    <a:pt x="1051425" y="405943"/>
                  </a:lnTo>
                  <a:lnTo>
                    <a:pt x="1051275" y="405748"/>
                  </a:lnTo>
                  <a:lnTo>
                    <a:pt x="1050895" y="405468"/>
                  </a:lnTo>
                  <a:lnTo>
                    <a:pt x="1050483" y="405364"/>
                  </a:lnTo>
                  <a:lnTo>
                    <a:pt x="1050386" y="404565"/>
                  </a:lnTo>
                  <a:lnTo>
                    <a:pt x="1050162" y="404422"/>
                  </a:lnTo>
                  <a:lnTo>
                    <a:pt x="1049887" y="404286"/>
                  </a:lnTo>
                  <a:lnTo>
                    <a:pt x="1049407" y="404033"/>
                  </a:lnTo>
                  <a:lnTo>
                    <a:pt x="1049150" y="403539"/>
                  </a:lnTo>
                  <a:lnTo>
                    <a:pt x="1048907" y="403432"/>
                  </a:lnTo>
                  <a:lnTo>
                    <a:pt x="1048615" y="402749"/>
                  </a:lnTo>
                  <a:lnTo>
                    <a:pt x="1048791" y="402634"/>
                  </a:lnTo>
                  <a:lnTo>
                    <a:pt x="1048363" y="402452"/>
                  </a:lnTo>
                  <a:lnTo>
                    <a:pt x="1048109" y="402306"/>
                  </a:lnTo>
                  <a:lnTo>
                    <a:pt x="1047979" y="402033"/>
                  </a:lnTo>
                  <a:lnTo>
                    <a:pt x="1047816" y="401683"/>
                  </a:lnTo>
                  <a:lnTo>
                    <a:pt x="1047411" y="400528"/>
                  </a:lnTo>
                  <a:lnTo>
                    <a:pt x="1047183" y="400256"/>
                  </a:lnTo>
                  <a:lnTo>
                    <a:pt x="1047205" y="399971"/>
                  </a:lnTo>
                  <a:lnTo>
                    <a:pt x="1047557" y="399686"/>
                  </a:lnTo>
                  <a:lnTo>
                    <a:pt x="1047486" y="399211"/>
                  </a:lnTo>
                  <a:lnTo>
                    <a:pt x="1047261" y="398728"/>
                  </a:lnTo>
                  <a:lnTo>
                    <a:pt x="1047207" y="398565"/>
                  </a:lnTo>
                  <a:lnTo>
                    <a:pt x="1046910" y="398202"/>
                  </a:lnTo>
                  <a:lnTo>
                    <a:pt x="1047708" y="397543"/>
                  </a:lnTo>
                  <a:lnTo>
                    <a:pt x="1047721" y="397222"/>
                  </a:lnTo>
                  <a:lnTo>
                    <a:pt x="1047553" y="397137"/>
                  </a:lnTo>
                  <a:lnTo>
                    <a:pt x="1047122" y="396830"/>
                  </a:lnTo>
                  <a:lnTo>
                    <a:pt x="1046720" y="396327"/>
                  </a:lnTo>
                  <a:lnTo>
                    <a:pt x="1046676" y="396064"/>
                  </a:lnTo>
                  <a:lnTo>
                    <a:pt x="1047026" y="395410"/>
                  </a:lnTo>
                  <a:lnTo>
                    <a:pt x="1047094" y="395101"/>
                  </a:lnTo>
                  <a:lnTo>
                    <a:pt x="1047027" y="394827"/>
                  </a:lnTo>
                  <a:lnTo>
                    <a:pt x="1046448" y="393400"/>
                  </a:lnTo>
                  <a:lnTo>
                    <a:pt x="1045517" y="392962"/>
                  </a:lnTo>
                  <a:lnTo>
                    <a:pt x="1045213" y="392775"/>
                  </a:lnTo>
                  <a:lnTo>
                    <a:pt x="1044981" y="392777"/>
                  </a:lnTo>
                  <a:lnTo>
                    <a:pt x="1044853" y="392898"/>
                  </a:lnTo>
                  <a:lnTo>
                    <a:pt x="1044187" y="393509"/>
                  </a:lnTo>
                  <a:lnTo>
                    <a:pt x="1043942" y="393655"/>
                  </a:lnTo>
                  <a:lnTo>
                    <a:pt x="1043701" y="393800"/>
                  </a:lnTo>
                  <a:lnTo>
                    <a:pt x="1041811" y="394952"/>
                  </a:lnTo>
                  <a:lnTo>
                    <a:pt x="1040916" y="395540"/>
                  </a:lnTo>
                  <a:lnTo>
                    <a:pt x="1040748" y="395653"/>
                  </a:lnTo>
                  <a:lnTo>
                    <a:pt x="1040515" y="395819"/>
                  </a:lnTo>
                  <a:lnTo>
                    <a:pt x="1040320" y="395949"/>
                  </a:lnTo>
                  <a:lnTo>
                    <a:pt x="1040046" y="396116"/>
                  </a:lnTo>
                  <a:lnTo>
                    <a:pt x="1039677" y="396333"/>
                  </a:lnTo>
                  <a:lnTo>
                    <a:pt x="1038804" y="396798"/>
                  </a:lnTo>
                  <a:lnTo>
                    <a:pt x="1038514" y="396918"/>
                  </a:lnTo>
                  <a:lnTo>
                    <a:pt x="1037290" y="397863"/>
                  </a:lnTo>
                  <a:lnTo>
                    <a:pt x="1037093" y="398027"/>
                  </a:lnTo>
                  <a:lnTo>
                    <a:pt x="1036664" y="398369"/>
                  </a:lnTo>
                  <a:lnTo>
                    <a:pt x="1036102" y="398778"/>
                  </a:lnTo>
                  <a:lnTo>
                    <a:pt x="1035839" y="398974"/>
                  </a:lnTo>
                  <a:lnTo>
                    <a:pt x="1035356" y="399369"/>
                  </a:lnTo>
                  <a:lnTo>
                    <a:pt x="1034020" y="400496"/>
                  </a:lnTo>
                  <a:lnTo>
                    <a:pt x="1033880" y="400615"/>
                  </a:lnTo>
                  <a:lnTo>
                    <a:pt x="1033737" y="400738"/>
                  </a:lnTo>
                  <a:lnTo>
                    <a:pt x="1033289" y="401154"/>
                  </a:lnTo>
                  <a:lnTo>
                    <a:pt x="1032747" y="401697"/>
                  </a:lnTo>
                  <a:lnTo>
                    <a:pt x="1032497" y="401917"/>
                  </a:lnTo>
                  <a:lnTo>
                    <a:pt x="1032366" y="402029"/>
                  </a:lnTo>
                  <a:lnTo>
                    <a:pt x="1031585" y="402679"/>
                  </a:lnTo>
                  <a:lnTo>
                    <a:pt x="1031287" y="402880"/>
                  </a:lnTo>
                  <a:lnTo>
                    <a:pt x="1030776" y="403273"/>
                  </a:lnTo>
                  <a:lnTo>
                    <a:pt x="1030335" y="403719"/>
                  </a:lnTo>
                  <a:lnTo>
                    <a:pt x="1030025" y="404025"/>
                  </a:lnTo>
                  <a:lnTo>
                    <a:pt x="1029782" y="404240"/>
                  </a:lnTo>
                  <a:lnTo>
                    <a:pt x="1029462" y="404520"/>
                  </a:lnTo>
                  <a:lnTo>
                    <a:pt x="1028786" y="404993"/>
                  </a:lnTo>
                  <a:lnTo>
                    <a:pt x="1028085" y="405475"/>
                  </a:lnTo>
                  <a:lnTo>
                    <a:pt x="1027643" y="405861"/>
                  </a:lnTo>
                  <a:lnTo>
                    <a:pt x="1027417" y="406118"/>
                  </a:lnTo>
                  <a:lnTo>
                    <a:pt x="1026636" y="406673"/>
                  </a:lnTo>
                  <a:lnTo>
                    <a:pt x="1025063" y="407799"/>
                  </a:lnTo>
                  <a:lnTo>
                    <a:pt x="1024412" y="408581"/>
                  </a:lnTo>
                  <a:lnTo>
                    <a:pt x="1023709" y="409428"/>
                  </a:lnTo>
                  <a:lnTo>
                    <a:pt x="1023472" y="409728"/>
                  </a:lnTo>
                  <a:lnTo>
                    <a:pt x="1023048" y="410106"/>
                  </a:lnTo>
                  <a:lnTo>
                    <a:pt x="1022825" y="410298"/>
                  </a:lnTo>
                  <a:lnTo>
                    <a:pt x="1022335" y="410718"/>
                  </a:lnTo>
                  <a:lnTo>
                    <a:pt x="1021763" y="411247"/>
                  </a:lnTo>
                  <a:lnTo>
                    <a:pt x="1021445" y="411569"/>
                  </a:lnTo>
                  <a:lnTo>
                    <a:pt x="1021084" y="411967"/>
                  </a:lnTo>
                  <a:lnTo>
                    <a:pt x="1019968" y="413156"/>
                  </a:lnTo>
                  <a:lnTo>
                    <a:pt x="1019606" y="413504"/>
                  </a:lnTo>
                  <a:lnTo>
                    <a:pt x="1018942" y="414121"/>
                  </a:lnTo>
                  <a:lnTo>
                    <a:pt x="1018609" y="414411"/>
                  </a:lnTo>
                  <a:lnTo>
                    <a:pt x="1018165" y="414717"/>
                  </a:lnTo>
                  <a:lnTo>
                    <a:pt x="1017033" y="415337"/>
                  </a:lnTo>
                  <a:lnTo>
                    <a:pt x="1016883" y="415392"/>
                  </a:lnTo>
                  <a:lnTo>
                    <a:pt x="1016659" y="415470"/>
                  </a:lnTo>
                  <a:lnTo>
                    <a:pt x="1016486" y="415522"/>
                  </a:lnTo>
                  <a:lnTo>
                    <a:pt x="1015972" y="415680"/>
                  </a:lnTo>
                  <a:lnTo>
                    <a:pt x="1014845" y="416029"/>
                  </a:lnTo>
                  <a:lnTo>
                    <a:pt x="1014691" y="416078"/>
                  </a:lnTo>
                  <a:lnTo>
                    <a:pt x="1014369" y="416191"/>
                  </a:lnTo>
                  <a:lnTo>
                    <a:pt x="1013205" y="416620"/>
                  </a:lnTo>
                  <a:lnTo>
                    <a:pt x="1012835" y="416729"/>
                  </a:lnTo>
                  <a:lnTo>
                    <a:pt x="1012501" y="416841"/>
                  </a:lnTo>
                  <a:lnTo>
                    <a:pt x="1012246" y="416921"/>
                  </a:lnTo>
                  <a:lnTo>
                    <a:pt x="1010978" y="417357"/>
                  </a:lnTo>
                  <a:lnTo>
                    <a:pt x="1010203" y="417710"/>
                  </a:lnTo>
                  <a:lnTo>
                    <a:pt x="1009890" y="417824"/>
                  </a:lnTo>
                  <a:lnTo>
                    <a:pt x="1009532" y="417895"/>
                  </a:lnTo>
                  <a:lnTo>
                    <a:pt x="1008341" y="418169"/>
                  </a:lnTo>
                  <a:lnTo>
                    <a:pt x="1007736" y="418562"/>
                  </a:lnTo>
                  <a:lnTo>
                    <a:pt x="1007537" y="418816"/>
                  </a:lnTo>
                  <a:lnTo>
                    <a:pt x="1007251" y="419769"/>
                  </a:lnTo>
                  <a:lnTo>
                    <a:pt x="1007038" y="420106"/>
                  </a:lnTo>
                  <a:lnTo>
                    <a:pt x="1006676" y="420737"/>
                  </a:lnTo>
                  <a:lnTo>
                    <a:pt x="1006369" y="421448"/>
                  </a:lnTo>
                  <a:lnTo>
                    <a:pt x="1005824" y="422401"/>
                  </a:lnTo>
                  <a:lnTo>
                    <a:pt x="1005469" y="422895"/>
                  </a:lnTo>
                  <a:lnTo>
                    <a:pt x="1005135" y="423316"/>
                  </a:lnTo>
                  <a:lnTo>
                    <a:pt x="1004835" y="423772"/>
                  </a:lnTo>
                  <a:lnTo>
                    <a:pt x="1004659" y="423989"/>
                  </a:lnTo>
                  <a:lnTo>
                    <a:pt x="1004438" y="424212"/>
                  </a:lnTo>
                  <a:lnTo>
                    <a:pt x="1004098" y="424511"/>
                  </a:lnTo>
                  <a:lnTo>
                    <a:pt x="1003489" y="425196"/>
                  </a:lnTo>
                  <a:lnTo>
                    <a:pt x="1002869" y="425760"/>
                  </a:lnTo>
                  <a:lnTo>
                    <a:pt x="1002278" y="425989"/>
                  </a:lnTo>
                  <a:lnTo>
                    <a:pt x="1001837" y="426109"/>
                  </a:lnTo>
                  <a:lnTo>
                    <a:pt x="1000912" y="426445"/>
                  </a:lnTo>
                  <a:lnTo>
                    <a:pt x="999552" y="426845"/>
                  </a:lnTo>
                  <a:lnTo>
                    <a:pt x="999238" y="426961"/>
                  </a:lnTo>
                  <a:lnTo>
                    <a:pt x="998548" y="427264"/>
                  </a:lnTo>
                  <a:lnTo>
                    <a:pt x="998061" y="427395"/>
                  </a:lnTo>
                  <a:lnTo>
                    <a:pt x="997702" y="427552"/>
                  </a:lnTo>
                  <a:lnTo>
                    <a:pt x="997507" y="427686"/>
                  </a:lnTo>
                  <a:lnTo>
                    <a:pt x="997216" y="427850"/>
                  </a:lnTo>
                  <a:lnTo>
                    <a:pt x="996844" y="428088"/>
                  </a:lnTo>
                  <a:lnTo>
                    <a:pt x="996526" y="428243"/>
                  </a:lnTo>
                  <a:lnTo>
                    <a:pt x="995758" y="428652"/>
                  </a:lnTo>
                  <a:lnTo>
                    <a:pt x="994747" y="429061"/>
                  </a:lnTo>
                  <a:lnTo>
                    <a:pt x="994390" y="429241"/>
                  </a:lnTo>
                  <a:lnTo>
                    <a:pt x="993877" y="429442"/>
                  </a:lnTo>
                  <a:lnTo>
                    <a:pt x="993286" y="429654"/>
                  </a:lnTo>
                  <a:lnTo>
                    <a:pt x="993014" y="429737"/>
                  </a:lnTo>
                  <a:lnTo>
                    <a:pt x="992024" y="430043"/>
                  </a:lnTo>
                  <a:lnTo>
                    <a:pt x="991236" y="430315"/>
                  </a:lnTo>
                  <a:lnTo>
                    <a:pt x="990907" y="430389"/>
                  </a:lnTo>
                  <a:lnTo>
                    <a:pt x="990734" y="430464"/>
                  </a:lnTo>
                  <a:lnTo>
                    <a:pt x="990589" y="430540"/>
                  </a:lnTo>
                  <a:lnTo>
                    <a:pt x="989846" y="431081"/>
                  </a:lnTo>
                  <a:lnTo>
                    <a:pt x="988832" y="431917"/>
                  </a:lnTo>
                  <a:lnTo>
                    <a:pt x="988588" y="432141"/>
                  </a:lnTo>
                  <a:lnTo>
                    <a:pt x="988064" y="432531"/>
                  </a:lnTo>
                  <a:lnTo>
                    <a:pt x="987879" y="432781"/>
                  </a:lnTo>
                  <a:lnTo>
                    <a:pt x="987595" y="432961"/>
                  </a:lnTo>
                  <a:lnTo>
                    <a:pt x="987424" y="433106"/>
                  </a:lnTo>
                  <a:lnTo>
                    <a:pt x="987245" y="433225"/>
                  </a:lnTo>
                  <a:lnTo>
                    <a:pt x="986275" y="433671"/>
                  </a:lnTo>
                  <a:lnTo>
                    <a:pt x="984409" y="434566"/>
                  </a:lnTo>
                  <a:lnTo>
                    <a:pt x="983034" y="435070"/>
                  </a:lnTo>
                  <a:lnTo>
                    <a:pt x="982214" y="435479"/>
                  </a:lnTo>
                  <a:lnTo>
                    <a:pt x="980735" y="436120"/>
                  </a:lnTo>
                  <a:lnTo>
                    <a:pt x="980334" y="436429"/>
                  </a:lnTo>
                  <a:lnTo>
                    <a:pt x="979987" y="436672"/>
                  </a:lnTo>
                  <a:lnTo>
                    <a:pt x="979872" y="436816"/>
                  </a:lnTo>
                  <a:lnTo>
                    <a:pt x="979309" y="437707"/>
                  </a:lnTo>
                  <a:lnTo>
                    <a:pt x="979197" y="437895"/>
                  </a:lnTo>
                  <a:lnTo>
                    <a:pt x="978818" y="438392"/>
                  </a:lnTo>
                  <a:lnTo>
                    <a:pt x="978700" y="438657"/>
                  </a:lnTo>
                  <a:lnTo>
                    <a:pt x="978657" y="438817"/>
                  </a:lnTo>
                  <a:lnTo>
                    <a:pt x="978548" y="439591"/>
                  </a:lnTo>
                  <a:lnTo>
                    <a:pt x="978223" y="440171"/>
                  </a:lnTo>
                  <a:lnTo>
                    <a:pt x="977916" y="440627"/>
                  </a:lnTo>
                  <a:lnTo>
                    <a:pt x="977716" y="441662"/>
                  </a:lnTo>
                  <a:lnTo>
                    <a:pt x="977651" y="441931"/>
                  </a:lnTo>
                  <a:lnTo>
                    <a:pt x="977601" y="442130"/>
                  </a:lnTo>
                  <a:lnTo>
                    <a:pt x="977428" y="442485"/>
                  </a:lnTo>
                  <a:lnTo>
                    <a:pt x="977080" y="442719"/>
                  </a:lnTo>
                  <a:lnTo>
                    <a:pt x="976890" y="442829"/>
                  </a:lnTo>
                  <a:lnTo>
                    <a:pt x="976708" y="442937"/>
                  </a:lnTo>
                  <a:lnTo>
                    <a:pt x="975823" y="443432"/>
                  </a:lnTo>
                  <a:lnTo>
                    <a:pt x="975325" y="443781"/>
                  </a:lnTo>
                  <a:lnTo>
                    <a:pt x="974894" y="444062"/>
                  </a:lnTo>
                  <a:lnTo>
                    <a:pt x="974749" y="444185"/>
                  </a:lnTo>
                  <a:lnTo>
                    <a:pt x="974152" y="444621"/>
                  </a:lnTo>
                  <a:lnTo>
                    <a:pt x="973962" y="444745"/>
                  </a:lnTo>
                  <a:lnTo>
                    <a:pt x="973985" y="445337"/>
                  </a:lnTo>
                  <a:lnTo>
                    <a:pt x="974392" y="445742"/>
                  </a:lnTo>
                  <a:lnTo>
                    <a:pt x="974561" y="445863"/>
                  </a:lnTo>
                  <a:lnTo>
                    <a:pt x="974556" y="446359"/>
                  </a:lnTo>
                  <a:lnTo>
                    <a:pt x="975153" y="446729"/>
                  </a:lnTo>
                  <a:lnTo>
                    <a:pt x="975522" y="447364"/>
                  </a:lnTo>
                  <a:lnTo>
                    <a:pt x="975680" y="447553"/>
                  </a:lnTo>
                  <a:lnTo>
                    <a:pt x="975660" y="447821"/>
                  </a:lnTo>
                  <a:lnTo>
                    <a:pt x="975834" y="448024"/>
                  </a:lnTo>
                  <a:lnTo>
                    <a:pt x="976265" y="448529"/>
                  </a:lnTo>
                  <a:lnTo>
                    <a:pt x="976585" y="448708"/>
                  </a:lnTo>
                  <a:lnTo>
                    <a:pt x="976739" y="448755"/>
                  </a:lnTo>
                  <a:lnTo>
                    <a:pt x="976990" y="448866"/>
                  </a:lnTo>
                  <a:lnTo>
                    <a:pt x="977523" y="449529"/>
                  </a:lnTo>
                  <a:lnTo>
                    <a:pt x="977639" y="449798"/>
                  </a:lnTo>
                  <a:lnTo>
                    <a:pt x="977900" y="450308"/>
                  </a:lnTo>
                  <a:lnTo>
                    <a:pt x="978067" y="450656"/>
                  </a:lnTo>
                  <a:lnTo>
                    <a:pt x="978170" y="450788"/>
                  </a:lnTo>
                  <a:lnTo>
                    <a:pt x="978380" y="451058"/>
                  </a:lnTo>
                  <a:lnTo>
                    <a:pt x="978579" y="451275"/>
                  </a:lnTo>
                  <a:lnTo>
                    <a:pt x="978901" y="451818"/>
                  </a:lnTo>
                  <a:lnTo>
                    <a:pt x="979086" y="452195"/>
                  </a:lnTo>
                  <a:lnTo>
                    <a:pt x="980511" y="453268"/>
                  </a:lnTo>
                  <a:lnTo>
                    <a:pt x="981023" y="453421"/>
                  </a:lnTo>
                  <a:lnTo>
                    <a:pt x="981398" y="454210"/>
                  </a:lnTo>
                  <a:lnTo>
                    <a:pt x="981427" y="454407"/>
                  </a:lnTo>
                  <a:lnTo>
                    <a:pt x="981796" y="454744"/>
                  </a:lnTo>
                  <a:lnTo>
                    <a:pt x="982089" y="454973"/>
                  </a:lnTo>
                  <a:lnTo>
                    <a:pt x="982226" y="455035"/>
                  </a:lnTo>
                  <a:lnTo>
                    <a:pt x="982356" y="455094"/>
                  </a:lnTo>
                  <a:lnTo>
                    <a:pt x="982790" y="455290"/>
                  </a:lnTo>
                  <a:lnTo>
                    <a:pt x="983120" y="455397"/>
                  </a:lnTo>
                  <a:lnTo>
                    <a:pt x="983532" y="455536"/>
                  </a:lnTo>
                  <a:lnTo>
                    <a:pt x="983528" y="455674"/>
                  </a:lnTo>
                  <a:lnTo>
                    <a:pt x="983827" y="455829"/>
                  </a:lnTo>
                  <a:lnTo>
                    <a:pt x="984053" y="455834"/>
                  </a:lnTo>
                  <a:lnTo>
                    <a:pt x="984442" y="456027"/>
                  </a:lnTo>
                  <a:lnTo>
                    <a:pt x="984617" y="455860"/>
                  </a:lnTo>
                  <a:lnTo>
                    <a:pt x="984838" y="455765"/>
                  </a:lnTo>
                  <a:lnTo>
                    <a:pt x="985058" y="455841"/>
                  </a:lnTo>
                  <a:lnTo>
                    <a:pt x="985865" y="456138"/>
                  </a:lnTo>
                  <a:lnTo>
                    <a:pt x="986405" y="456304"/>
                  </a:lnTo>
                  <a:lnTo>
                    <a:pt x="986451" y="456556"/>
                  </a:lnTo>
                  <a:lnTo>
                    <a:pt x="986992" y="456671"/>
                  </a:lnTo>
                  <a:lnTo>
                    <a:pt x="987176" y="456680"/>
                  </a:lnTo>
                  <a:lnTo>
                    <a:pt x="987548" y="456698"/>
                  </a:lnTo>
                  <a:lnTo>
                    <a:pt x="987790" y="456736"/>
                  </a:lnTo>
                  <a:lnTo>
                    <a:pt x="988044" y="456768"/>
                  </a:lnTo>
                  <a:lnTo>
                    <a:pt x="988288" y="456640"/>
                  </a:lnTo>
                  <a:lnTo>
                    <a:pt x="988990" y="456776"/>
                  </a:lnTo>
                  <a:lnTo>
                    <a:pt x="989320" y="457152"/>
                  </a:lnTo>
                  <a:lnTo>
                    <a:pt x="989630" y="457097"/>
                  </a:lnTo>
                  <a:lnTo>
                    <a:pt x="990125" y="457099"/>
                  </a:lnTo>
                  <a:lnTo>
                    <a:pt x="990768" y="457099"/>
                  </a:lnTo>
                  <a:lnTo>
                    <a:pt x="990816" y="457230"/>
                  </a:lnTo>
                  <a:lnTo>
                    <a:pt x="990824" y="457563"/>
                  </a:lnTo>
                  <a:lnTo>
                    <a:pt x="990688" y="457658"/>
                  </a:lnTo>
                  <a:lnTo>
                    <a:pt x="990495" y="457766"/>
                  </a:lnTo>
                  <a:lnTo>
                    <a:pt x="990351" y="458122"/>
                  </a:lnTo>
                  <a:lnTo>
                    <a:pt x="990195" y="458231"/>
                  </a:lnTo>
                  <a:lnTo>
                    <a:pt x="990048" y="458333"/>
                  </a:lnTo>
                  <a:lnTo>
                    <a:pt x="989529" y="458594"/>
                  </a:lnTo>
                  <a:lnTo>
                    <a:pt x="989333" y="458723"/>
                  </a:lnTo>
                  <a:lnTo>
                    <a:pt x="988634" y="459288"/>
                  </a:lnTo>
                  <a:lnTo>
                    <a:pt x="987865" y="459958"/>
                  </a:lnTo>
                  <a:lnTo>
                    <a:pt x="988026" y="460545"/>
                  </a:lnTo>
                  <a:lnTo>
                    <a:pt x="987785" y="460596"/>
                  </a:lnTo>
                  <a:lnTo>
                    <a:pt x="987786" y="461009"/>
                  </a:lnTo>
                  <a:lnTo>
                    <a:pt x="987730" y="461223"/>
                  </a:lnTo>
                  <a:lnTo>
                    <a:pt x="988073" y="461654"/>
                  </a:lnTo>
                  <a:lnTo>
                    <a:pt x="988165" y="461755"/>
                  </a:lnTo>
                  <a:lnTo>
                    <a:pt x="988654" y="461944"/>
                  </a:lnTo>
                  <a:lnTo>
                    <a:pt x="988615" y="462091"/>
                  </a:lnTo>
                  <a:lnTo>
                    <a:pt x="988419" y="462281"/>
                  </a:lnTo>
                  <a:lnTo>
                    <a:pt x="988363" y="462642"/>
                  </a:lnTo>
                  <a:lnTo>
                    <a:pt x="988800" y="462828"/>
                  </a:lnTo>
                  <a:lnTo>
                    <a:pt x="989450" y="462833"/>
                  </a:lnTo>
                  <a:lnTo>
                    <a:pt x="989701" y="462780"/>
                  </a:lnTo>
                  <a:lnTo>
                    <a:pt x="989877" y="462757"/>
                  </a:lnTo>
                  <a:lnTo>
                    <a:pt x="990250" y="462838"/>
                  </a:lnTo>
                  <a:lnTo>
                    <a:pt x="990632" y="462697"/>
                  </a:lnTo>
                  <a:lnTo>
                    <a:pt x="991088" y="462378"/>
                  </a:lnTo>
                  <a:lnTo>
                    <a:pt x="991338" y="462224"/>
                  </a:lnTo>
                  <a:lnTo>
                    <a:pt x="991594" y="461956"/>
                  </a:lnTo>
                  <a:lnTo>
                    <a:pt x="991888" y="462112"/>
                  </a:lnTo>
                  <a:lnTo>
                    <a:pt x="991745" y="461957"/>
                  </a:lnTo>
                  <a:lnTo>
                    <a:pt x="992088" y="461927"/>
                  </a:lnTo>
                  <a:lnTo>
                    <a:pt x="992544" y="462135"/>
                  </a:lnTo>
                  <a:lnTo>
                    <a:pt x="992487" y="462397"/>
                  </a:lnTo>
                  <a:lnTo>
                    <a:pt x="992567" y="462712"/>
                  </a:lnTo>
                  <a:lnTo>
                    <a:pt x="992403" y="463074"/>
                  </a:lnTo>
                  <a:lnTo>
                    <a:pt x="992557" y="463434"/>
                  </a:lnTo>
                  <a:lnTo>
                    <a:pt x="992550" y="463662"/>
                  </a:lnTo>
                  <a:lnTo>
                    <a:pt x="992455" y="464010"/>
                  </a:lnTo>
                  <a:lnTo>
                    <a:pt x="992364" y="464233"/>
                  </a:lnTo>
                  <a:lnTo>
                    <a:pt x="992285" y="464501"/>
                  </a:lnTo>
                  <a:lnTo>
                    <a:pt x="992331" y="464665"/>
                  </a:lnTo>
                  <a:lnTo>
                    <a:pt x="991950" y="465188"/>
                  </a:lnTo>
                  <a:lnTo>
                    <a:pt x="992275" y="465613"/>
                  </a:lnTo>
                  <a:lnTo>
                    <a:pt x="992574" y="466099"/>
                  </a:lnTo>
                  <a:lnTo>
                    <a:pt x="992491" y="466460"/>
                  </a:lnTo>
                  <a:lnTo>
                    <a:pt x="992634" y="466701"/>
                  </a:lnTo>
                  <a:lnTo>
                    <a:pt x="992623" y="466995"/>
                  </a:lnTo>
                  <a:lnTo>
                    <a:pt x="992546" y="467307"/>
                  </a:lnTo>
                  <a:lnTo>
                    <a:pt x="992536" y="467660"/>
                  </a:lnTo>
                  <a:lnTo>
                    <a:pt x="992704" y="467867"/>
                  </a:lnTo>
                  <a:lnTo>
                    <a:pt x="992898" y="468098"/>
                  </a:lnTo>
                  <a:lnTo>
                    <a:pt x="992841" y="468511"/>
                  </a:lnTo>
                  <a:lnTo>
                    <a:pt x="993320" y="468707"/>
                  </a:lnTo>
                  <a:lnTo>
                    <a:pt x="993526" y="468918"/>
                  </a:lnTo>
                  <a:lnTo>
                    <a:pt x="993587" y="469080"/>
                  </a:lnTo>
                  <a:lnTo>
                    <a:pt x="993585" y="469326"/>
                  </a:lnTo>
                  <a:lnTo>
                    <a:pt x="993661" y="469563"/>
                  </a:lnTo>
                  <a:lnTo>
                    <a:pt x="994131" y="469349"/>
                  </a:lnTo>
                  <a:lnTo>
                    <a:pt x="994347" y="469583"/>
                  </a:lnTo>
                  <a:lnTo>
                    <a:pt x="994634" y="469762"/>
                  </a:lnTo>
                  <a:lnTo>
                    <a:pt x="994710" y="469953"/>
                  </a:lnTo>
                  <a:lnTo>
                    <a:pt x="995176" y="470118"/>
                  </a:lnTo>
                  <a:lnTo>
                    <a:pt x="995632" y="470279"/>
                  </a:lnTo>
                  <a:lnTo>
                    <a:pt x="996095" y="470442"/>
                  </a:lnTo>
                  <a:lnTo>
                    <a:pt x="996350" y="470566"/>
                  </a:lnTo>
                  <a:lnTo>
                    <a:pt x="996305" y="470958"/>
                  </a:lnTo>
                  <a:lnTo>
                    <a:pt x="996507" y="471502"/>
                  </a:lnTo>
                  <a:lnTo>
                    <a:pt x="996604" y="471741"/>
                  </a:lnTo>
                  <a:lnTo>
                    <a:pt x="996873" y="472079"/>
                  </a:lnTo>
                  <a:lnTo>
                    <a:pt x="997055" y="472066"/>
                  </a:lnTo>
                  <a:lnTo>
                    <a:pt x="997266" y="472163"/>
                  </a:lnTo>
                  <a:lnTo>
                    <a:pt x="997416" y="472176"/>
                  </a:lnTo>
                  <a:lnTo>
                    <a:pt x="997597" y="472109"/>
                  </a:lnTo>
                  <a:lnTo>
                    <a:pt x="997973" y="471869"/>
                  </a:lnTo>
                  <a:lnTo>
                    <a:pt x="998165" y="471775"/>
                  </a:lnTo>
                  <a:lnTo>
                    <a:pt x="1000160" y="471561"/>
                  </a:lnTo>
                  <a:lnTo>
                    <a:pt x="1000709" y="471739"/>
                  </a:lnTo>
                  <a:lnTo>
                    <a:pt x="1001031" y="471712"/>
                  </a:lnTo>
                  <a:lnTo>
                    <a:pt x="1001180" y="471669"/>
                  </a:lnTo>
                  <a:lnTo>
                    <a:pt x="1001390" y="471608"/>
                  </a:lnTo>
                  <a:lnTo>
                    <a:pt x="1001561" y="471549"/>
                  </a:lnTo>
                  <a:lnTo>
                    <a:pt x="1001743" y="471487"/>
                  </a:lnTo>
                  <a:lnTo>
                    <a:pt x="1001883" y="471439"/>
                  </a:lnTo>
                  <a:lnTo>
                    <a:pt x="1002133" y="471371"/>
                  </a:lnTo>
                  <a:lnTo>
                    <a:pt x="1002416" y="471383"/>
                  </a:lnTo>
                  <a:lnTo>
                    <a:pt x="1002872" y="471068"/>
                  </a:lnTo>
                  <a:lnTo>
                    <a:pt x="1003358" y="470315"/>
                  </a:lnTo>
                  <a:lnTo>
                    <a:pt x="1003334" y="470161"/>
                  </a:lnTo>
                  <a:lnTo>
                    <a:pt x="1003440" y="469926"/>
                  </a:lnTo>
                  <a:lnTo>
                    <a:pt x="1003468" y="469794"/>
                  </a:lnTo>
                  <a:lnTo>
                    <a:pt x="1003547" y="469513"/>
                  </a:lnTo>
                  <a:lnTo>
                    <a:pt x="1003651" y="469322"/>
                  </a:lnTo>
                  <a:lnTo>
                    <a:pt x="1003912" y="468941"/>
                  </a:lnTo>
                  <a:lnTo>
                    <a:pt x="1004070" y="468839"/>
                  </a:lnTo>
                  <a:lnTo>
                    <a:pt x="1004462" y="468374"/>
                  </a:lnTo>
                  <a:lnTo>
                    <a:pt x="1004593" y="468039"/>
                  </a:lnTo>
                  <a:lnTo>
                    <a:pt x="1004861" y="468094"/>
                  </a:lnTo>
                  <a:lnTo>
                    <a:pt x="1005075" y="467822"/>
                  </a:lnTo>
                  <a:lnTo>
                    <a:pt x="1004843" y="467577"/>
                  </a:lnTo>
                  <a:lnTo>
                    <a:pt x="1004752" y="467174"/>
                  </a:lnTo>
                  <a:lnTo>
                    <a:pt x="1004889" y="466943"/>
                  </a:lnTo>
                  <a:lnTo>
                    <a:pt x="1004825" y="466519"/>
                  </a:lnTo>
                  <a:lnTo>
                    <a:pt x="1005117" y="466376"/>
                  </a:lnTo>
                  <a:lnTo>
                    <a:pt x="1005562" y="466174"/>
                  </a:lnTo>
                  <a:lnTo>
                    <a:pt x="1005778" y="466284"/>
                  </a:lnTo>
                  <a:lnTo>
                    <a:pt x="1006601" y="466109"/>
                  </a:lnTo>
                  <a:lnTo>
                    <a:pt x="1007066" y="466186"/>
                  </a:lnTo>
                  <a:lnTo>
                    <a:pt x="1007194" y="466236"/>
                  </a:lnTo>
                  <a:lnTo>
                    <a:pt x="1007487" y="466343"/>
                  </a:lnTo>
                  <a:lnTo>
                    <a:pt x="1007586" y="466074"/>
                  </a:lnTo>
                  <a:lnTo>
                    <a:pt x="1007902" y="465989"/>
                  </a:lnTo>
                  <a:lnTo>
                    <a:pt x="1008483" y="466227"/>
                  </a:lnTo>
                  <a:lnTo>
                    <a:pt x="1008925" y="466556"/>
                  </a:lnTo>
                  <a:lnTo>
                    <a:pt x="1009256" y="467003"/>
                  </a:lnTo>
                  <a:lnTo>
                    <a:pt x="1009178" y="467177"/>
                  </a:lnTo>
                  <a:lnTo>
                    <a:pt x="1009234" y="467307"/>
                  </a:lnTo>
                  <a:lnTo>
                    <a:pt x="1010332" y="467313"/>
                  </a:lnTo>
                  <a:lnTo>
                    <a:pt x="1010849" y="467203"/>
                  </a:lnTo>
                  <a:lnTo>
                    <a:pt x="1011803" y="465032"/>
                  </a:lnTo>
                  <a:lnTo>
                    <a:pt x="1012088" y="464202"/>
                  </a:lnTo>
                  <a:lnTo>
                    <a:pt x="1012069" y="463762"/>
                  </a:lnTo>
                  <a:lnTo>
                    <a:pt x="1011969" y="463564"/>
                  </a:lnTo>
                  <a:lnTo>
                    <a:pt x="1012017" y="462909"/>
                  </a:lnTo>
                  <a:lnTo>
                    <a:pt x="1011466" y="462787"/>
                  </a:lnTo>
                  <a:lnTo>
                    <a:pt x="1011438" y="462469"/>
                  </a:lnTo>
                  <a:lnTo>
                    <a:pt x="1011244" y="462089"/>
                  </a:lnTo>
                  <a:lnTo>
                    <a:pt x="1010936" y="461890"/>
                  </a:lnTo>
                  <a:lnTo>
                    <a:pt x="1010336" y="461374"/>
                  </a:lnTo>
                  <a:lnTo>
                    <a:pt x="1009796" y="461408"/>
                  </a:lnTo>
                  <a:lnTo>
                    <a:pt x="1009161" y="461520"/>
                  </a:lnTo>
                  <a:lnTo>
                    <a:pt x="1008126" y="461643"/>
                  </a:lnTo>
                  <a:lnTo>
                    <a:pt x="1007908" y="460495"/>
                  </a:lnTo>
                  <a:lnTo>
                    <a:pt x="1008069" y="460223"/>
                  </a:lnTo>
                  <a:lnTo>
                    <a:pt x="1008043" y="460082"/>
                  </a:lnTo>
                  <a:lnTo>
                    <a:pt x="1008445" y="460314"/>
                  </a:lnTo>
                  <a:lnTo>
                    <a:pt x="1008679" y="460444"/>
                  </a:lnTo>
                  <a:lnTo>
                    <a:pt x="1009020" y="460452"/>
                  </a:lnTo>
                  <a:lnTo>
                    <a:pt x="1009393" y="460575"/>
                  </a:lnTo>
                  <a:lnTo>
                    <a:pt x="1009579" y="460684"/>
                  </a:lnTo>
                  <a:lnTo>
                    <a:pt x="1009738" y="460825"/>
                  </a:lnTo>
                  <a:lnTo>
                    <a:pt x="1010177" y="461174"/>
                  </a:lnTo>
                  <a:lnTo>
                    <a:pt x="1010375" y="461297"/>
                  </a:lnTo>
                  <a:lnTo>
                    <a:pt x="1010538" y="461419"/>
                  </a:lnTo>
                  <a:lnTo>
                    <a:pt x="1010964" y="461804"/>
                  </a:lnTo>
                  <a:lnTo>
                    <a:pt x="1011479" y="462292"/>
                  </a:lnTo>
                  <a:lnTo>
                    <a:pt x="1011518" y="462444"/>
                  </a:lnTo>
                  <a:lnTo>
                    <a:pt x="1011595" y="462691"/>
                  </a:lnTo>
                  <a:lnTo>
                    <a:pt x="1012035" y="462789"/>
                  </a:lnTo>
                  <a:lnTo>
                    <a:pt x="1012621" y="462871"/>
                  </a:lnTo>
                  <a:lnTo>
                    <a:pt x="1012967" y="462830"/>
                  </a:lnTo>
                  <a:lnTo>
                    <a:pt x="1013163" y="462880"/>
                  </a:lnTo>
                  <a:lnTo>
                    <a:pt x="1013451" y="462801"/>
                  </a:lnTo>
                  <a:lnTo>
                    <a:pt x="1013633" y="462703"/>
                  </a:lnTo>
                  <a:lnTo>
                    <a:pt x="1013899" y="462623"/>
                  </a:lnTo>
                  <a:lnTo>
                    <a:pt x="1014071" y="462429"/>
                  </a:lnTo>
                  <a:lnTo>
                    <a:pt x="1014506" y="462231"/>
                  </a:lnTo>
                  <a:lnTo>
                    <a:pt x="1015018" y="462092"/>
                  </a:lnTo>
                  <a:lnTo>
                    <a:pt x="1015146" y="462064"/>
                  </a:lnTo>
                  <a:lnTo>
                    <a:pt x="1015386" y="462107"/>
                  </a:lnTo>
                  <a:lnTo>
                    <a:pt x="1015686" y="462221"/>
                  </a:lnTo>
                  <a:lnTo>
                    <a:pt x="1016338" y="462082"/>
                  </a:lnTo>
                  <a:lnTo>
                    <a:pt x="1016006" y="464497"/>
                  </a:lnTo>
                  <a:lnTo>
                    <a:pt x="1015621" y="465132"/>
                  </a:lnTo>
                  <a:lnTo>
                    <a:pt x="1015493" y="465764"/>
                  </a:lnTo>
                  <a:lnTo>
                    <a:pt x="1015339" y="465893"/>
                  </a:lnTo>
                  <a:lnTo>
                    <a:pt x="1015168" y="467004"/>
                  </a:lnTo>
                  <a:lnTo>
                    <a:pt x="1015239" y="467141"/>
                  </a:lnTo>
                  <a:lnTo>
                    <a:pt x="1015378" y="467299"/>
                  </a:lnTo>
                  <a:lnTo>
                    <a:pt x="1015670" y="467560"/>
                  </a:lnTo>
                  <a:lnTo>
                    <a:pt x="1016456" y="467681"/>
                  </a:lnTo>
                  <a:lnTo>
                    <a:pt x="1016795" y="467635"/>
                  </a:lnTo>
                  <a:lnTo>
                    <a:pt x="1017629" y="467686"/>
                  </a:lnTo>
                  <a:lnTo>
                    <a:pt x="1018231" y="467669"/>
                  </a:lnTo>
                  <a:lnTo>
                    <a:pt x="1018539" y="467219"/>
                  </a:lnTo>
                  <a:lnTo>
                    <a:pt x="1018603" y="466959"/>
                  </a:lnTo>
                  <a:lnTo>
                    <a:pt x="1018713" y="465366"/>
                  </a:lnTo>
                  <a:lnTo>
                    <a:pt x="1019389" y="464836"/>
                  </a:lnTo>
                  <a:lnTo>
                    <a:pt x="1019862" y="467297"/>
                  </a:lnTo>
                  <a:lnTo>
                    <a:pt x="1019561" y="467393"/>
                  </a:lnTo>
                  <a:lnTo>
                    <a:pt x="1019733" y="468238"/>
                  </a:lnTo>
                  <a:lnTo>
                    <a:pt x="1020202" y="468211"/>
                  </a:lnTo>
                  <a:lnTo>
                    <a:pt x="1020411" y="468202"/>
                  </a:lnTo>
                  <a:lnTo>
                    <a:pt x="1020655" y="468208"/>
                  </a:lnTo>
                  <a:lnTo>
                    <a:pt x="1020550" y="468568"/>
                  </a:lnTo>
                  <a:lnTo>
                    <a:pt x="1020607" y="469013"/>
                  </a:lnTo>
                  <a:lnTo>
                    <a:pt x="1020600" y="469324"/>
                  </a:lnTo>
                  <a:lnTo>
                    <a:pt x="1020599" y="469472"/>
                  </a:lnTo>
                  <a:lnTo>
                    <a:pt x="1020770" y="470401"/>
                  </a:lnTo>
                  <a:lnTo>
                    <a:pt x="1020512" y="470431"/>
                  </a:lnTo>
                  <a:lnTo>
                    <a:pt x="1020551" y="470818"/>
                  </a:lnTo>
                  <a:lnTo>
                    <a:pt x="1020674" y="471390"/>
                  </a:lnTo>
                  <a:lnTo>
                    <a:pt x="1020713" y="472052"/>
                  </a:lnTo>
                  <a:lnTo>
                    <a:pt x="1020517" y="472169"/>
                  </a:lnTo>
                  <a:lnTo>
                    <a:pt x="1020302" y="472274"/>
                  </a:lnTo>
                  <a:lnTo>
                    <a:pt x="1019937" y="473122"/>
                  </a:lnTo>
                  <a:lnTo>
                    <a:pt x="1019641" y="473692"/>
                  </a:lnTo>
                  <a:lnTo>
                    <a:pt x="1018506" y="473701"/>
                  </a:lnTo>
                  <a:lnTo>
                    <a:pt x="1017008" y="473745"/>
                  </a:lnTo>
                  <a:lnTo>
                    <a:pt x="1016766" y="473753"/>
                  </a:lnTo>
                  <a:lnTo>
                    <a:pt x="1016180" y="473772"/>
                  </a:lnTo>
                  <a:lnTo>
                    <a:pt x="1015722" y="473787"/>
                  </a:lnTo>
                  <a:lnTo>
                    <a:pt x="1015370" y="473799"/>
                  </a:lnTo>
                  <a:lnTo>
                    <a:pt x="1015014" y="473811"/>
                  </a:lnTo>
                  <a:lnTo>
                    <a:pt x="1014666" y="473827"/>
                  </a:lnTo>
                  <a:lnTo>
                    <a:pt x="1012707" y="474010"/>
                  </a:lnTo>
                  <a:lnTo>
                    <a:pt x="1012556" y="474037"/>
                  </a:lnTo>
                  <a:lnTo>
                    <a:pt x="1010542" y="474247"/>
                  </a:lnTo>
                  <a:lnTo>
                    <a:pt x="1009842" y="474498"/>
                  </a:lnTo>
                  <a:lnTo>
                    <a:pt x="1009381" y="474598"/>
                  </a:lnTo>
                  <a:lnTo>
                    <a:pt x="1009019" y="474711"/>
                  </a:lnTo>
                  <a:lnTo>
                    <a:pt x="1008456" y="474859"/>
                  </a:lnTo>
                  <a:lnTo>
                    <a:pt x="1008224" y="474847"/>
                  </a:lnTo>
                  <a:lnTo>
                    <a:pt x="1007858" y="474807"/>
                  </a:lnTo>
                  <a:lnTo>
                    <a:pt x="1007112" y="474906"/>
                  </a:lnTo>
                  <a:lnTo>
                    <a:pt x="1006994" y="475049"/>
                  </a:lnTo>
                  <a:lnTo>
                    <a:pt x="1006980" y="475183"/>
                  </a:lnTo>
                  <a:lnTo>
                    <a:pt x="1006999" y="475405"/>
                  </a:lnTo>
                  <a:lnTo>
                    <a:pt x="1007102" y="475733"/>
                  </a:lnTo>
                  <a:lnTo>
                    <a:pt x="1007075" y="475885"/>
                  </a:lnTo>
                  <a:lnTo>
                    <a:pt x="1007127" y="476228"/>
                  </a:lnTo>
                  <a:lnTo>
                    <a:pt x="1007182" y="476555"/>
                  </a:lnTo>
                  <a:lnTo>
                    <a:pt x="1007183" y="476862"/>
                  </a:lnTo>
                  <a:lnTo>
                    <a:pt x="1006898" y="476995"/>
                  </a:lnTo>
                  <a:lnTo>
                    <a:pt x="1006528" y="477129"/>
                  </a:lnTo>
                  <a:lnTo>
                    <a:pt x="1006279" y="477278"/>
                  </a:lnTo>
                  <a:lnTo>
                    <a:pt x="1005793" y="477441"/>
                  </a:lnTo>
                  <a:lnTo>
                    <a:pt x="1005618" y="477888"/>
                  </a:lnTo>
                  <a:lnTo>
                    <a:pt x="1005149" y="478032"/>
                  </a:lnTo>
                  <a:lnTo>
                    <a:pt x="1004991" y="477931"/>
                  </a:lnTo>
                  <a:lnTo>
                    <a:pt x="1004348" y="477965"/>
                  </a:lnTo>
                  <a:lnTo>
                    <a:pt x="1004094" y="477687"/>
                  </a:lnTo>
                  <a:lnTo>
                    <a:pt x="1003810" y="477424"/>
                  </a:lnTo>
                  <a:lnTo>
                    <a:pt x="1003306" y="477011"/>
                  </a:lnTo>
                  <a:lnTo>
                    <a:pt x="1002553" y="477110"/>
                  </a:lnTo>
                  <a:lnTo>
                    <a:pt x="1002420" y="477118"/>
                  </a:lnTo>
                  <a:lnTo>
                    <a:pt x="1001864" y="477241"/>
                  </a:lnTo>
                  <a:lnTo>
                    <a:pt x="1001343" y="477308"/>
                  </a:lnTo>
                  <a:lnTo>
                    <a:pt x="1001074" y="477341"/>
                  </a:lnTo>
                  <a:lnTo>
                    <a:pt x="1000553" y="477429"/>
                  </a:lnTo>
                  <a:lnTo>
                    <a:pt x="1000200" y="477465"/>
                  </a:lnTo>
                  <a:lnTo>
                    <a:pt x="1000332" y="477923"/>
                  </a:lnTo>
                  <a:lnTo>
                    <a:pt x="999732" y="477983"/>
                  </a:lnTo>
                  <a:lnTo>
                    <a:pt x="999509" y="477329"/>
                  </a:lnTo>
                  <a:lnTo>
                    <a:pt x="999491" y="477091"/>
                  </a:lnTo>
                  <a:lnTo>
                    <a:pt x="999378" y="476622"/>
                  </a:lnTo>
                  <a:lnTo>
                    <a:pt x="999217" y="476650"/>
                  </a:lnTo>
                  <a:lnTo>
                    <a:pt x="999032" y="476653"/>
                  </a:lnTo>
                  <a:lnTo>
                    <a:pt x="998176" y="476847"/>
                  </a:lnTo>
                  <a:lnTo>
                    <a:pt x="998230" y="477088"/>
                  </a:lnTo>
                  <a:lnTo>
                    <a:pt x="998261" y="477287"/>
                  </a:lnTo>
                  <a:lnTo>
                    <a:pt x="998322" y="477532"/>
                  </a:lnTo>
                  <a:lnTo>
                    <a:pt x="998382" y="477848"/>
                  </a:lnTo>
                  <a:lnTo>
                    <a:pt x="998436" y="478478"/>
                  </a:lnTo>
                  <a:lnTo>
                    <a:pt x="997477" y="478567"/>
                  </a:lnTo>
                  <a:lnTo>
                    <a:pt x="996742" y="478611"/>
                  </a:lnTo>
                  <a:lnTo>
                    <a:pt x="996519" y="478720"/>
                  </a:lnTo>
                  <a:lnTo>
                    <a:pt x="996564" y="479085"/>
                  </a:lnTo>
                  <a:lnTo>
                    <a:pt x="996544" y="479266"/>
                  </a:lnTo>
                  <a:lnTo>
                    <a:pt x="996696" y="480131"/>
                  </a:lnTo>
                  <a:lnTo>
                    <a:pt x="996736" y="480277"/>
                  </a:lnTo>
                  <a:lnTo>
                    <a:pt x="996743" y="480404"/>
                  </a:lnTo>
                  <a:lnTo>
                    <a:pt x="996817" y="480893"/>
                  </a:lnTo>
                  <a:lnTo>
                    <a:pt x="996719" y="483900"/>
                  </a:lnTo>
                  <a:lnTo>
                    <a:pt x="996731" y="484278"/>
                  </a:lnTo>
                  <a:lnTo>
                    <a:pt x="996878" y="484858"/>
                  </a:lnTo>
                  <a:lnTo>
                    <a:pt x="1000066" y="488899"/>
                  </a:lnTo>
                  <a:lnTo>
                    <a:pt x="1001478" y="490366"/>
                  </a:lnTo>
                  <a:lnTo>
                    <a:pt x="1001886" y="490822"/>
                  </a:lnTo>
                  <a:lnTo>
                    <a:pt x="1003300" y="493020"/>
                  </a:lnTo>
                  <a:lnTo>
                    <a:pt x="1002799" y="493315"/>
                  </a:lnTo>
                  <a:lnTo>
                    <a:pt x="1001986" y="493838"/>
                  </a:lnTo>
                  <a:lnTo>
                    <a:pt x="1001364" y="494671"/>
                  </a:lnTo>
                  <a:lnTo>
                    <a:pt x="1001372" y="496036"/>
                  </a:lnTo>
                  <a:lnTo>
                    <a:pt x="1001337" y="496239"/>
                  </a:lnTo>
                  <a:lnTo>
                    <a:pt x="1000379" y="496356"/>
                  </a:lnTo>
                  <a:lnTo>
                    <a:pt x="1000473" y="496771"/>
                  </a:lnTo>
                  <a:lnTo>
                    <a:pt x="1000739" y="498196"/>
                  </a:lnTo>
                  <a:lnTo>
                    <a:pt x="999108" y="498479"/>
                  </a:lnTo>
                  <a:lnTo>
                    <a:pt x="998179" y="499508"/>
                  </a:lnTo>
                  <a:lnTo>
                    <a:pt x="996695" y="499676"/>
                  </a:lnTo>
                  <a:lnTo>
                    <a:pt x="994771" y="499919"/>
                  </a:lnTo>
                  <a:lnTo>
                    <a:pt x="988446" y="500679"/>
                  </a:lnTo>
                  <a:lnTo>
                    <a:pt x="989807" y="507683"/>
                  </a:lnTo>
                  <a:lnTo>
                    <a:pt x="989734" y="507883"/>
                  </a:lnTo>
                  <a:lnTo>
                    <a:pt x="989733" y="508080"/>
                  </a:lnTo>
                  <a:lnTo>
                    <a:pt x="989760" y="508211"/>
                  </a:lnTo>
                  <a:lnTo>
                    <a:pt x="989732" y="508421"/>
                  </a:lnTo>
                  <a:lnTo>
                    <a:pt x="989494" y="508815"/>
                  </a:lnTo>
                  <a:lnTo>
                    <a:pt x="989371" y="509165"/>
                  </a:lnTo>
                  <a:lnTo>
                    <a:pt x="988732" y="510166"/>
                  </a:lnTo>
                  <a:lnTo>
                    <a:pt x="987667" y="510166"/>
                  </a:lnTo>
                  <a:lnTo>
                    <a:pt x="987546" y="510466"/>
                  </a:lnTo>
                  <a:lnTo>
                    <a:pt x="987413" y="510660"/>
                  </a:lnTo>
                  <a:lnTo>
                    <a:pt x="987080" y="510838"/>
                  </a:lnTo>
                  <a:lnTo>
                    <a:pt x="986882" y="511120"/>
                  </a:lnTo>
                  <a:lnTo>
                    <a:pt x="987206" y="511719"/>
                  </a:lnTo>
                  <a:lnTo>
                    <a:pt x="987429" y="511983"/>
                  </a:lnTo>
                  <a:lnTo>
                    <a:pt x="987631" y="512371"/>
                  </a:lnTo>
                  <a:lnTo>
                    <a:pt x="987609" y="512582"/>
                  </a:lnTo>
                  <a:lnTo>
                    <a:pt x="987777" y="512758"/>
                  </a:lnTo>
                  <a:lnTo>
                    <a:pt x="987866" y="513023"/>
                  </a:lnTo>
                  <a:lnTo>
                    <a:pt x="988056" y="513252"/>
                  </a:lnTo>
                  <a:lnTo>
                    <a:pt x="988146" y="513613"/>
                  </a:lnTo>
                  <a:lnTo>
                    <a:pt x="988324" y="513754"/>
                  </a:lnTo>
                  <a:lnTo>
                    <a:pt x="988403" y="513991"/>
                  </a:lnTo>
                  <a:lnTo>
                    <a:pt x="988418" y="514131"/>
                  </a:lnTo>
                  <a:lnTo>
                    <a:pt x="987646" y="514828"/>
                  </a:lnTo>
                  <a:lnTo>
                    <a:pt x="987602" y="515007"/>
                  </a:lnTo>
                  <a:lnTo>
                    <a:pt x="987146" y="515206"/>
                  </a:lnTo>
                  <a:lnTo>
                    <a:pt x="987112" y="515416"/>
                  </a:lnTo>
                  <a:lnTo>
                    <a:pt x="986828" y="515450"/>
                  </a:lnTo>
                  <a:lnTo>
                    <a:pt x="986913" y="515674"/>
                  </a:lnTo>
                  <a:lnTo>
                    <a:pt x="987176" y="515907"/>
                  </a:lnTo>
                  <a:lnTo>
                    <a:pt x="987210" y="516057"/>
                  </a:lnTo>
                  <a:lnTo>
                    <a:pt x="986653" y="516130"/>
                  </a:lnTo>
                  <a:lnTo>
                    <a:pt x="986639" y="516484"/>
                  </a:lnTo>
                  <a:lnTo>
                    <a:pt x="986673" y="516611"/>
                  </a:lnTo>
                  <a:lnTo>
                    <a:pt x="986462" y="516634"/>
                  </a:lnTo>
                  <a:lnTo>
                    <a:pt x="986477" y="516808"/>
                  </a:lnTo>
                  <a:lnTo>
                    <a:pt x="985083" y="516906"/>
                  </a:lnTo>
                  <a:lnTo>
                    <a:pt x="983761" y="516999"/>
                  </a:lnTo>
                  <a:lnTo>
                    <a:pt x="983677" y="516338"/>
                  </a:lnTo>
                  <a:lnTo>
                    <a:pt x="983660" y="516199"/>
                  </a:lnTo>
                  <a:lnTo>
                    <a:pt x="983454" y="516124"/>
                  </a:lnTo>
                  <a:lnTo>
                    <a:pt x="983148" y="515656"/>
                  </a:lnTo>
                  <a:lnTo>
                    <a:pt x="982935" y="515645"/>
                  </a:lnTo>
                  <a:lnTo>
                    <a:pt x="982886" y="515199"/>
                  </a:lnTo>
                  <a:lnTo>
                    <a:pt x="982897" y="515023"/>
                  </a:lnTo>
                  <a:lnTo>
                    <a:pt x="982742" y="514411"/>
                  </a:lnTo>
                  <a:lnTo>
                    <a:pt x="982615" y="513926"/>
                  </a:lnTo>
                  <a:lnTo>
                    <a:pt x="981141" y="513602"/>
                  </a:lnTo>
                  <a:lnTo>
                    <a:pt x="980370" y="512870"/>
                  </a:lnTo>
                  <a:lnTo>
                    <a:pt x="979877" y="512506"/>
                  </a:lnTo>
                  <a:lnTo>
                    <a:pt x="979741" y="512345"/>
                  </a:lnTo>
                  <a:lnTo>
                    <a:pt x="979727" y="512186"/>
                  </a:lnTo>
                  <a:lnTo>
                    <a:pt x="979731" y="512011"/>
                  </a:lnTo>
                  <a:lnTo>
                    <a:pt x="979187" y="511748"/>
                  </a:lnTo>
                  <a:lnTo>
                    <a:pt x="979024" y="511839"/>
                  </a:lnTo>
                  <a:lnTo>
                    <a:pt x="978862" y="511950"/>
                  </a:lnTo>
                  <a:lnTo>
                    <a:pt x="978728" y="512083"/>
                  </a:lnTo>
                  <a:lnTo>
                    <a:pt x="978435" y="512405"/>
                  </a:lnTo>
                  <a:lnTo>
                    <a:pt x="978334" y="512724"/>
                  </a:lnTo>
                  <a:lnTo>
                    <a:pt x="977672" y="513310"/>
                  </a:lnTo>
                  <a:lnTo>
                    <a:pt x="977293" y="513108"/>
                  </a:lnTo>
                  <a:lnTo>
                    <a:pt x="977264" y="512702"/>
                  </a:lnTo>
                  <a:lnTo>
                    <a:pt x="977315" y="512248"/>
                  </a:lnTo>
                  <a:lnTo>
                    <a:pt x="977305" y="512092"/>
                  </a:lnTo>
                  <a:lnTo>
                    <a:pt x="977249" y="511905"/>
                  </a:lnTo>
                  <a:lnTo>
                    <a:pt x="977268" y="511725"/>
                  </a:lnTo>
                  <a:lnTo>
                    <a:pt x="977140" y="511084"/>
                  </a:lnTo>
                  <a:lnTo>
                    <a:pt x="977084" y="510740"/>
                  </a:lnTo>
                  <a:lnTo>
                    <a:pt x="977030" y="510577"/>
                  </a:lnTo>
                  <a:lnTo>
                    <a:pt x="977059" y="510347"/>
                  </a:lnTo>
                  <a:lnTo>
                    <a:pt x="976979" y="510100"/>
                  </a:lnTo>
                  <a:lnTo>
                    <a:pt x="976793" y="509829"/>
                  </a:lnTo>
                  <a:lnTo>
                    <a:pt x="976496" y="509560"/>
                  </a:lnTo>
                  <a:lnTo>
                    <a:pt x="976355" y="509369"/>
                  </a:lnTo>
                  <a:lnTo>
                    <a:pt x="976173" y="509239"/>
                  </a:lnTo>
                  <a:lnTo>
                    <a:pt x="975933" y="508851"/>
                  </a:lnTo>
                  <a:lnTo>
                    <a:pt x="975048" y="507534"/>
                  </a:lnTo>
                  <a:lnTo>
                    <a:pt x="972540" y="507389"/>
                  </a:lnTo>
                  <a:lnTo>
                    <a:pt x="972148" y="507406"/>
                  </a:lnTo>
                  <a:lnTo>
                    <a:pt x="971811" y="507511"/>
                  </a:lnTo>
                  <a:lnTo>
                    <a:pt x="971746" y="508147"/>
                  </a:lnTo>
                  <a:lnTo>
                    <a:pt x="971826" y="508845"/>
                  </a:lnTo>
                  <a:lnTo>
                    <a:pt x="972161" y="510040"/>
                  </a:lnTo>
                  <a:lnTo>
                    <a:pt x="972236" y="510198"/>
                  </a:lnTo>
                  <a:lnTo>
                    <a:pt x="971869" y="510219"/>
                  </a:lnTo>
                  <a:lnTo>
                    <a:pt x="971461" y="510159"/>
                  </a:lnTo>
                  <a:lnTo>
                    <a:pt x="971016" y="510030"/>
                  </a:lnTo>
                  <a:lnTo>
                    <a:pt x="970872" y="510023"/>
                  </a:lnTo>
                  <a:lnTo>
                    <a:pt x="970805" y="510469"/>
                  </a:lnTo>
                  <a:lnTo>
                    <a:pt x="970447" y="510569"/>
                  </a:lnTo>
                  <a:lnTo>
                    <a:pt x="970256" y="510763"/>
                  </a:lnTo>
                  <a:lnTo>
                    <a:pt x="970132" y="511084"/>
                  </a:lnTo>
                  <a:lnTo>
                    <a:pt x="970226" y="511319"/>
                  </a:lnTo>
                  <a:lnTo>
                    <a:pt x="969923" y="511365"/>
                  </a:lnTo>
                  <a:lnTo>
                    <a:pt x="969548" y="511506"/>
                  </a:lnTo>
                  <a:lnTo>
                    <a:pt x="969908" y="511566"/>
                  </a:lnTo>
                  <a:lnTo>
                    <a:pt x="969718" y="511698"/>
                  </a:lnTo>
                  <a:lnTo>
                    <a:pt x="969491" y="511953"/>
                  </a:lnTo>
                  <a:lnTo>
                    <a:pt x="969484" y="512082"/>
                  </a:lnTo>
                  <a:lnTo>
                    <a:pt x="968930" y="512306"/>
                  </a:lnTo>
                  <a:lnTo>
                    <a:pt x="968756" y="512390"/>
                  </a:lnTo>
                  <a:lnTo>
                    <a:pt x="968871" y="512553"/>
                  </a:lnTo>
                  <a:lnTo>
                    <a:pt x="968444" y="512420"/>
                  </a:lnTo>
                  <a:lnTo>
                    <a:pt x="968196" y="512683"/>
                  </a:lnTo>
                  <a:lnTo>
                    <a:pt x="967984" y="512871"/>
                  </a:lnTo>
                  <a:lnTo>
                    <a:pt x="967834" y="512876"/>
                  </a:lnTo>
                  <a:lnTo>
                    <a:pt x="967662" y="512753"/>
                  </a:lnTo>
                  <a:lnTo>
                    <a:pt x="967644" y="512569"/>
                  </a:lnTo>
                  <a:lnTo>
                    <a:pt x="967379" y="512238"/>
                  </a:lnTo>
                  <a:lnTo>
                    <a:pt x="967356" y="511957"/>
                  </a:lnTo>
                  <a:lnTo>
                    <a:pt x="966971" y="511287"/>
                  </a:lnTo>
                  <a:lnTo>
                    <a:pt x="966745" y="511340"/>
                  </a:lnTo>
                  <a:lnTo>
                    <a:pt x="966593" y="511349"/>
                  </a:lnTo>
                  <a:lnTo>
                    <a:pt x="966231" y="511187"/>
                  </a:lnTo>
                  <a:lnTo>
                    <a:pt x="966165" y="510672"/>
                  </a:lnTo>
                  <a:lnTo>
                    <a:pt x="966005" y="510516"/>
                  </a:lnTo>
                  <a:lnTo>
                    <a:pt x="965680" y="510297"/>
                  </a:lnTo>
                  <a:lnTo>
                    <a:pt x="965597" y="510160"/>
                  </a:lnTo>
                  <a:lnTo>
                    <a:pt x="964995" y="510063"/>
                  </a:lnTo>
                  <a:lnTo>
                    <a:pt x="964644" y="509993"/>
                  </a:lnTo>
                  <a:lnTo>
                    <a:pt x="964446" y="509948"/>
                  </a:lnTo>
                  <a:lnTo>
                    <a:pt x="964177" y="509794"/>
                  </a:lnTo>
                  <a:lnTo>
                    <a:pt x="964044" y="509800"/>
                  </a:lnTo>
                  <a:lnTo>
                    <a:pt x="963785" y="509740"/>
                  </a:lnTo>
                  <a:lnTo>
                    <a:pt x="963516" y="509817"/>
                  </a:lnTo>
                  <a:lnTo>
                    <a:pt x="963095" y="509472"/>
                  </a:lnTo>
                  <a:lnTo>
                    <a:pt x="962777" y="509510"/>
                  </a:lnTo>
                  <a:lnTo>
                    <a:pt x="962206" y="509338"/>
                  </a:lnTo>
                  <a:lnTo>
                    <a:pt x="961759" y="509096"/>
                  </a:lnTo>
                  <a:lnTo>
                    <a:pt x="961368" y="509066"/>
                  </a:lnTo>
                  <a:lnTo>
                    <a:pt x="961056" y="507962"/>
                  </a:lnTo>
                  <a:lnTo>
                    <a:pt x="961121" y="507790"/>
                  </a:lnTo>
                  <a:lnTo>
                    <a:pt x="961037" y="507499"/>
                  </a:lnTo>
                  <a:lnTo>
                    <a:pt x="959361" y="505987"/>
                  </a:lnTo>
                  <a:lnTo>
                    <a:pt x="959150" y="505621"/>
                  </a:lnTo>
                  <a:lnTo>
                    <a:pt x="958937" y="505615"/>
                  </a:lnTo>
                  <a:lnTo>
                    <a:pt x="958714" y="505563"/>
                  </a:lnTo>
                  <a:lnTo>
                    <a:pt x="958320" y="505488"/>
                  </a:lnTo>
                  <a:lnTo>
                    <a:pt x="958103" y="504982"/>
                  </a:lnTo>
                  <a:lnTo>
                    <a:pt x="957977" y="504655"/>
                  </a:lnTo>
                  <a:lnTo>
                    <a:pt x="957543" y="504964"/>
                  </a:lnTo>
                  <a:lnTo>
                    <a:pt x="957183" y="504952"/>
                  </a:lnTo>
                  <a:lnTo>
                    <a:pt x="957029" y="504895"/>
                  </a:lnTo>
                  <a:lnTo>
                    <a:pt x="956723" y="504865"/>
                  </a:lnTo>
                  <a:lnTo>
                    <a:pt x="956494" y="504785"/>
                  </a:lnTo>
                  <a:lnTo>
                    <a:pt x="956352" y="504667"/>
                  </a:lnTo>
                  <a:lnTo>
                    <a:pt x="956239" y="504446"/>
                  </a:lnTo>
                  <a:lnTo>
                    <a:pt x="956039" y="504496"/>
                  </a:lnTo>
                  <a:lnTo>
                    <a:pt x="955882" y="504442"/>
                  </a:lnTo>
                  <a:lnTo>
                    <a:pt x="955722" y="504394"/>
                  </a:lnTo>
                  <a:lnTo>
                    <a:pt x="955550" y="504343"/>
                  </a:lnTo>
                  <a:lnTo>
                    <a:pt x="955223" y="504337"/>
                  </a:lnTo>
                  <a:lnTo>
                    <a:pt x="955039" y="504300"/>
                  </a:lnTo>
                  <a:lnTo>
                    <a:pt x="954709" y="503546"/>
                  </a:lnTo>
                  <a:lnTo>
                    <a:pt x="954438" y="503617"/>
                  </a:lnTo>
                  <a:lnTo>
                    <a:pt x="953527" y="503810"/>
                  </a:lnTo>
                  <a:lnTo>
                    <a:pt x="953291" y="503807"/>
                  </a:lnTo>
                  <a:lnTo>
                    <a:pt x="952784" y="503845"/>
                  </a:lnTo>
                  <a:lnTo>
                    <a:pt x="952583" y="503736"/>
                  </a:lnTo>
                  <a:lnTo>
                    <a:pt x="952401" y="503430"/>
                  </a:lnTo>
                  <a:lnTo>
                    <a:pt x="951983" y="503227"/>
                  </a:lnTo>
                  <a:lnTo>
                    <a:pt x="951901" y="503001"/>
                  </a:lnTo>
                  <a:lnTo>
                    <a:pt x="951734" y="502812"/>
                  </a:lnTo>
                  <a:lnTo>
                    <a:pt x="950176" y="503326"/>
                  </a:lnTo>
                  <a:lnTo>
                    <a:pt x="949993" y="503348"/>
                  </a:lnTo>
                  <a:lnTo>
                    <a:pt x="949764" y="503390"/>
                  </a:lnTo>
                  <a:lnTo>
                    <a:pt x="949614" y="503552"/>
                  </a:lnTo>
                  <a:lnTo>
                    <a:pt x="949558" y="503742"/>
                  </a:lnTo>
                  <a:lnTo>
                    <a:pt x="949422" y="503761"/>
                  </a:lnTo>
                  <a:lnTo>
                    <a:pt x="948653" y="503933"/>
                  </a:lnTo>
                  <a:lnTo>
                    <a:pt x="949064" y="504582"/>
                  </a:lnTo>
                  <a:lnTo>
                    <a:pt x="949263" y="504507"/>
                  </a:lnTo>
                  <a:lnTo>
                    <a:pt x="949610" y="504734"/>
                  </a:lnTo>
                  <a:lnTo>
                    <a:pt x="949914" y="504916"/>
                  </a:lnTo>
                  <a:lnTo>
                    <a:pt x="950060" y="505126"/>
                  </a:lnTo>
                  <a:lnTo>
                    <a:pt x="950301" y="505255"/>
                  </a:lnTo>
                  <a:lnTo>
                    <a:pt x="950369" y="505434"/>
                  </a:lnTo>
                  <a:lnTo>
                    <a:pt x="950369" y="505749"/>
                  </a:lnTo>
                  <a:lnTo>
                    <a:pt x="950457" y="505908"/>
                  </a:lnTo>
                  <a:lnTo>
                    <a:pt x="950809" y="507286"/>
                  </a:lnTo>
                  <a:lnTo>
                    <a:pt x="950686" y="507872"/>
                  </a:lnTo>
                  <a:lnTo>
                    <a:pt x="950367" y="508215"/>
                  </a:lnTo>
                  <a:lnTo>
                    <a:pt x="950419" y="508530"/>
                  </a:lnTo>
                  <a:lnTo>
                    <a:pt x="950468" y="508807"/>
                  </a:lnTo>
                  <a:lnTo>
                    <a:pt x="950598" y="509066"/>
                  </a:lnTo>
                  <a:lnTo>
                    <a:pt x="950636" y="509381"/>
                  </a:lnTo>
                  <a:lnTo>
                    <a:pt x="950072" y="509640"/>
                  </a:lnTo>
                  <a:lnTo>
                    <a:pt x="949849" y="509755"/>
                  </a:lnTo>
                  <a:lnTo>
                    <a:pt x="949546" y="510043"/>
                  </a:lnTo>
                  <a:lnTo>
                    <a:pt x="948949" y="510826"/>
                  </a:lnTo>
                  <a:lnTo>
                    <a:pt x="948862" y="511815"/>
                  </a:lnTo>
                  <a:lnTo>
                    <a:pt x="948338" y="511989"/>
                  </a:lnTo>
                  <a:lnTo>
                    <a:pt x="948233" y="512431"/>
                  </a:lnTo>
                  <a:lnTo>
                    <a:pt x="948357" y="512706"/>
                  </a:lnTo>
                  <a:lnTo>
                    <a:pt x="948002" y="512980"/>
                  </a:lnTo>
                  <a:lnTo>
                    <a:pt x="947963" y="513130"/>
                  </a:lnTo>
                  <a:lnTo>
                    <a:pt x="947823" y="513231"/>
                  </a:lnTo>
                  <a:lnTo>
                    <a:pt x="947641" y="513265"/>
                  </a:lnTo>
                  <a:lnTo>
                    <a:pt x="947420" y="513070"/>
                  </a:lnTo>
                  <a:lnTo>
                    <a:pt x="947310" y="512898"/>
                  </a:lnTo>
                  <a:lnTo>
                    <a:pt x="947153" y="512904"/>
                  </a:lnTo>
                  <a:lnTo>
                    <a:pt x="947366" y="513256"/>
                  </a:lnTo>
                  <a:lnTo>
                    <a:pt x="947132" y="513291"/>
                  </a:lnTo>
                  <a:lnTo>
                    <a:pt x="946498" y="513730"/>
                  </a:lnTo>
                  <a:lnTo>
                    <a:pt x="946096" y="514129"/>
                  </a:lnTo>
                  <a:lnTo>
                    <a:pt x="945981" y="514268"/>
                  </a:lnTo>
                  <a:lnTo>
                    <a:pt x="945805" y="514252"/>
                  </a:lnTo>
                  <a:lnTo>
                    <a:pt x="945480" y="514112"/>
                  </a:lnTo>
                  <a:lnTo>
                    <a:pt x="945350" y="514027"/>
                  </a:lnTo>
                  <a:lnTo>
                    <a:pt x="944998" y="513988"/>
                  </a:lnTo>
                  <a:lnTo>
                    <a:pt x="944513" y="514276"/>
                  </a:lnTo>
                  <a:lnTo>
                    <a:pt x="944363" y="514364"/>
                  </a:lnTo>
                  <a:lnTo>
                    <a:pt x="944459" y="514994"/>
                  </a:lnTo>
                  <a:lnTo>
                    <a:pt x="944814" y="515204"/>
                  </a:lnTo>
                  <a:lnTo>
                    <a:pt x="945112" y="515296"/>
                  </a:lnTo>
                  <a:lnTo>
                    <a:pt x="945160" y="515482"/>
                  </a:lnTo>
                  <a:lnTo>
                    <a:pt x="944981" y="515581"/>
                  </a:lnTo>
                  <a:lnTo>
                    <a:pt x="944978" y="515819"/>
                  </a:lnTo>
                  <a:lnTo>
                    <a:pt x="945130" y="515778"/>
                  </a:lnTo>
                  <a:lnTo>
                    <a:pt x="945133" y="516002"/>
                  </a:lnTo>
                  <a:lnTo>
                    <a:pt x="945458" y="516158"/>
                  </a:lnTo>
                  <a:lnTo>
                    <a:pt x="945838" y="516473"/>
                  </a:lnTo>
                  <a:lnTo>
                    <a:pt x="946807" y="516950"/>
                  </a:lnTo>
                  <a:lnTo>
                    <a:pt x="947540" y="517055"/>
                  </a:lnTo>
                  <a:lnTo>
                    <a:pt x="947796" y="517176"/>
                  </a:lnTo>
                  <a:lnTo>
                    <a:pt x="947951" y="517220"/>
                  </a:lnTo>
                  <a:lnTo>
                    <a:pt x="948194" y="517313"/>
                  </a:lnTo>
                  <a:lnTo>
                    <a:pt x="948459" y="517437"/>
                  </a:lnTo>
                  <a:lnTo>
                    <a:pt x="948846" y="517323"/>
                  </a:lnTo>
                  <a:lnTo>
                    <a:pt x="949237" y="517286"/>
                  </a:lnTo>
                  <a:lnTo>
                    <a:pt x="949433" y="517304"/>
                  </a:lnTo>
                  <a:lnTo>
                    <a:pt x="950156" y="517504"/>
                  </a:lnTo>
                  <a:lnTo>
                    <a:pt x="950564" y="517600"/>
                  </a:lnTo>
                  <a:lnTo>
                    <a:pt x="950457" y="517296"/>
                  </a:lnTo>
                  <a:lnTo>
                    <a:pt x="950614" y="517118"/>
                  </a:lnTo>
                  <a:lnTo>
                    <a:pt x="950723" y="516882"/>
                  </a:lnTo>
                  <a:lnTo>
                    <a:pt x="951064" y="516682"/>
                  </a:lnTo>
                  <a:lnTo>
                    <a:pt x="951340" y="516548"/>
                  </a:lnTo>
                  <a:lnTo>
                    <a:pt x="951501" y="516502"/>
                  </a:lnTo>
                  <a:lnTo>
                    <a:pt x="951851" y="516400"/>
                  </a:lnTo>
                  <a:lnTo>
                    <a:pt x="952110" y="516324"/>
                  </a:lnTo>
                  <a:lnTo>
                    <a:pt x="952482" y="516196"/>
                  </a:lnTo>
                  <a:lnTo>
                    <a:pt x="952776" y="516180"/>
                  </a:lnTo>
                  <a:lnTo>
                    <a:pt x="953023" y="516204"/>
                  </a:lnTo>
                  <a:lnTo>
                    <a:pt x="953975" y="516297"/>
                  </a:lnTo>
                  <a:lnTo>
                    <a:pt x="954247" y="516294"/>
                  </a:lnTo>
                  <a:lnTo>
                    <a:pt x="954659" y="516299"/>
                  </a:lnTo>
                  <a:lnTo>
                    <a:pt x="955104" y="516392"/>
                  </a:lnTo>
                  <a:lnTo>
                    <a:pt x="955322" y="516438"/>
                  </a:lnTo>
                  <a:lnTo>
                    <a:pt x="955473" y="516437"/>
                  </a:lnTo>
                  <a:lnTo>
                    <a:pt x="955887" y="516542"/>
                  </a:lnTo>
                  <a:lnTo>
                    <a:pt x="956699" y="517345"/>
                  </a:lnTo>
                  <a:lnTo>
                    <a:pt x="956867" y="517878"/>
                  </a:lnTo>
                  <a:lnTo>
                    <a:pt x="957276" y="518795"/>
                  </a:lnTo>
                  <a:lnTo>
                    <a:pt x="957619" y="519763"/>
                  </a:lnTo>
                  <a:lnTo>
                    <a:pt x="957848" y="519932"/>
                  </a:lnTo>
                  <a:lnTo>
                    <a:pt x="957975" y="520392"/>
                  </a:lnTo>
                  <a:lnTo>
                    <a:pt x="957675" y="521182"/>
                  </a:lnTo>
                  <a:lnTo>
                    <a:pt x="957697" y="521457"/>
                  </a:lnTo>
                  <a:lnTo>
                    <a:pt x="956950" y="521535"/>
                  </a:lnTo>
                  <a:lnTo>
                    <a:pt x="956723" y="521511"/>
                  </a:lnTo>
                  <a:lnTo>
                    <a:pt x="956558" y="521577"/>
                  </a:lnTo>
                  <a:lnTo>
                    <a:pt x="956697" y="522183"/>
                  </a:lnTo>
                  <a:lnTo>
                    <a:pt x="956696" y="522367"/>
                  </a:lnTo>
                  <a:lnTo>
                    <a:pt x="956979" y="522880"/>
                  </a:lnTo>
                  <a:lnTo>
                    <a:pt x="957015" y="523059"/>
                  </a:lnTo>
                  <a:lnTo>
                    <a:pt x="957198" y="523067"/>
                  </a:lnTo>
                  <a:lnTo>
                    <a:pt x="957597" y="523481"/>
                  </a:lnTo>
                  <a:lnTo>
                    <a:pt x="957622" y="523728"/>
                  </a:lnTo>
                  <a:lnTo>
                    <a:pt x="957669" y="524120"/>
                  </a:lnTo>
                  <a:lnTo>
                    <a:pt x="957976" y="524728"/>
                  </a:lnTo>
                  <a:lnTo>
                    <a:pt x="958171" y="525652"/>
                  </a:lnTo>
                  <a:lnTo>
                    <a:pt x="958749" y="526224"/>
                  </a:lnTo>
                  <a:lnTo>
                    <a:pt x="959225" y="526395"/>
                  </a:lnTo>
                  <a:lnTo>
                    <a:pt x="959389" y="526438"/>
                  </a:lnTo>
                  <a:lnTo>
                    <a:pt x="960341" y="526973"/>
                  </a:lnTo>
                  <a:lnTo>
                    <a:pt x="961225" y="527211"/>
                  </a:lnTo>
                  <a:lnTo>
                    <a:pt x="961956" y="527321"/>
                  </a:lnTo>
                  <a:lnTo>
                    <a:pt x="962546" y="527804"/>
                  </a:lnTo>
                  <a:lnTo>
                    <a:pt x="963447" y="527978"/>
                  </a:lnTo>
                  <a:lnTo>
                    <a:pt x="963927" y="528123"/>
                  </a:lnTo>
                  <a:lnTo>
                    <a:pt x="964207" y="528251"/>
                  </a:lnTo>
                  <a:lnTo>
                    <a:pt x="964405" y="528545"/>
                  </a:lnTo>
                  <a:lnTo>
                    <a:pt x="964591" y="529272"/>
                  </a:lnTo>
                  <a:lnTo>
                    <a:pt x="964790" y="529765"/>
                  </a:lnTo>
                  <a:lnTo>
                    <a:pt x="963759" y="531118"/>
                  </a:lnTo>
                  <a:lnTo>
                    <a:pt x="963678" y="531372"/>
                  </a:lnTo>
                  <a:lnTo>
                    <a:pt x="963477" y="531500"/>
                  </a:lnTo>
                  <a:lnTo>
                    <a:pt x="963381" y="531978"/>
                  </a:lnTo>
                  <a:lnTo>
                    <a:pt x="963382" y="532211"/>
                  </a:lnTo>
                  <a:lnTo>
                    <a:pt x="963345" y="532687"/>
                  </a:lnTo>
                  <a:lnTo>
                    <a:pt x="963337" y="532971"/>
                  </a:lnTo>
                  <a:lnTo>
                    <a:pt x="963326" y="533411"/>
                  </a:lnTo>
                  <a:lnTo>
                    <a:pt x="963404" y="533959"/>
                  </a:lnTo>
                  <a:lnTo>
                    <a:pt x="963408" y="534274"/>
                  </a:lnTo>
                  <a:lnTo>
                    <a:pt x="963493" y="534426"/>
                  </a:lnTo>
                  <a:lnTo>
                    <a:pt x="963524" y="534755"/>
                  </a:lnTo>
                  <a:lnTo>
                    <a:pt x="966366" y="535440"/>
                  </a:lnTo>
                  <a:lnTo>
                    <a:pt x="967072" y="535608"/>
                  </a:lnTo>
                  <a:lnTo>
                    <a:pt x="967054" y="536166"/>
                  </a:lnTo>
                  <a:lnTo>
                    <a:pt x="967182" y="536843"/>
                  </a:lnTo>
                  <a:lnTo>
                    <a:pt x="966728" y="538635"/>
                  </a:lnTo>
                  <a:lnTo>
                    <a:pt x="966199" y="539203"/>
                  </a:lnTo>
                  <a:lnTo>
                    <a:pt x="965280" y="539785"/>
                  </a:lnTo>
                  <a:lnTo>
                    <a:pt x="963369" y="539685"/>
                  </a:lnTo>
                  <a:lnTo>
                    <a:pt x="963028" y="540289"/>
                  </a:lnTo>
                  <a:lnTo>
                    <a:pt x="962734" y="540736"/>
                  </a:lnTo>
                  <a:lnTo>
                    <a:pt x="962079" y="541481"/>
                  </a:lnTo>
                  <a:lnTo>
                    <a:pt x="962419" y="543326"/>
                  </a:lnTo>
                  <a:lnTo>
                    <a:pt x="962450" y="544698"/>
                  </a:lnTo>
                  <a:lnTo>
                    <a:pt x="962016" y="545516"/>
                  </a:lnTo>
                  <a:lnTo>
                    <a:pt x="961657" y="546759"/>
                  </a:lnTo>
                  <a:lnTo>
                    <a:pt x="960719" y="547411"/>
                  </a:lnTo>
                  <a:lnTo>
                    <a:pt x="960757" y="547607"/>
                  </a:lnTo>
                  <a:lnTo>
                    <a:pt x="961189" y="549762"/>
                  </a:lnTo>
                  <a:lnTo>
                    <a:pt x="960320" y="551526"/>
                  </a:lnTo>
                  <a:lnTo>
                    <a:pt x="960176" y="551460"/>
                  </a:lnTo>
                  <a:lnTo>
                    <a:pt x="959872" y="551517"/>
                  </a:lnTo>
                  <a:lnTo>
                    <a:pt x="959714" y="551765"/>
                  </a:lnTo>
                  <a:lnTo>
                    <a:pt x="959577" y="552101"/>
                  </a:lnTo>
                  <a:lnTo>
                    <a:pt x="959926" y="552213"/>
                  </a:lnTo>
                  <a:lnTo>
                    <a:pt x="959954" y="552611"/>
                  </a:lnTo>
                  <a:lnTo>
                    <a:pt x="960015" y="552833"/>
                  </a:lnTo>
                  <a:lnTo>
                    <a:pt x="960150" y="552886"/>
                  </a:lnTo>
                  <a:lnTo>
                    <a:pt x="960367" y="552774"/>
                  </a:lnTo>
                  <a:lnTo>
                    <a:pt x="960506" y="552849"/>
                  </a:lnTo>
                  <a:lnTo>
                    <a:pt x="960677" y="553089"/>
                  </a:lnTo>
                  <a:lnTo>
                    <a:pt x="960631" y="553294"/>
                  </a:lnTo>
                  <a:lnTo>
                    <a:pt x="960702" y="553501"/>
                  </a:lnTo>
                  <a:lnTo>
                    <a:pt x="961023" y="553988"/>
                  </a:lnTo>
                  <a:lnTo>
                    <a:pt x="961082" y="554202"/>
                  </a:lnTo>
                  <a:lnTo>
                    <a:pt x="961093" y="554369"/>
                  </a:lnTo>
                  <a:lnTo>
                    <a:pt x="961290" y="555005"/>
                  </a:lnTo>
                  <a:lnTo>
                    <a:pt x="961477" y="555355"/>
                  </a:lnTo>
                  <a:lnTo>
                    <a:pt x="961655" y="555712"/>
                  </a:lnTo>
                  <a:lnTo>
                    <a:pt x="961703" y="556064"/>
                  </a:lnTo>
                  <a:lnTo>
                    <a:pt x="961577" y="556206"/>
                  </a:lnTo>
                  <a:lnTo>
                    <a:pt x="961405" y="556483"/>
                  </a:lnTo>
                  <a:lnTo>
                    <a:pt x="961476" y="556834"/>
                  </a:lnTo>
                  <a:lnTo>
                    <a:pt x="961696" y="557234"/>
                  </a:lnTo>
                  <a:lnTo>
                    <a:pt x="962279" y="557487"/>
                  </a:lnTo>
                  <a:lnTo>
                    <a:pt x="962579" y="557508"/>
                  </a:lnTo>
                  <a:lnTo>
                    <a:pt x="962986" y="557452"/>
                  </a:lnTo>
                  <a:lnTo>
                    <a:pt x="963738" y="557430"/>
                  </a:lnTo>
                  <a:lnTo>
                    <a:pt x="963918" y="557452"/>
                  </a:lnTo>
                  <a:lnTo>
                    <a:pt x="964373" y="557763"/>
                  </a:lnTo>
                  <a:lnTo>
                    <a:pt x="964244" y="557894"/>
                  </a:lnTo>
                  <a:lnTo>
                    <a:pt x="963780" y="558047"/>
                  </a:lnTo>
                  <a:lnTo>
                    <a:pt x="963351" y="558488"/>
                  </a:lnTo>
                  <a:lnTo>
                    <a:pt x="963066" y="558364"/>
                  </a:lnTo>
                  <a:lnTo>
                    <a:pt x="962759" y="558311"/>
                  </a:lnTo>
                  <a:lnTo>
                    <a:pt x="962369" y="558013"/>
                  </a:lnTo>
                  <a:lnTo>
                    <a:pt x="962112" y="557872"/>
                  </a:lnTo>
                  <a:lnTo>
                    <a:pt x="961657" y="558879"/>
                  </a:lnTo>
                  <a:lnTo>
                    <a:pt x="961806" y="559253"/>
                  </a:lnTo>
                  <a:lnTo>
                    <a:pt x="962331" y="559096"/>
                  </a:lnTo>
                  <a:lnTo>
                    <a:pt x="963133" y="558974"/>
                  </a:lnTo>
                  <a:lnTo>
                    <a:pt x="963728" y="558920"/>
                  </a:lnTo>
                  <a:lnTo>
                    <a:pt x="964074" y="559601"/>
                  </a:lnTo>
                  <a:lnTo>
                    <a:pt x="963834" y="559618"/>
                  </a:lnTo>
                  <a:lnTo>
                    <a:pt x="963916" y="559836"/>
                  </a:lnTo>
                  <a:lnTo>
                    <a:pt x="963590" y="560142"/>
                  </a:lnTo>
                  <a:lnTo>
                    <a:pt x="962902" y="560387"/>
                  </a:lnTo>
                  <a:lnTo>
                    <a:pt x="962437" y="560868"/>
                  </a:lnTo>
                  <a:lnTo>
                    <a:pt x="962303" y="561340"/>
                  </a:lnTo>
                  <a:lnTo>
                    <a:pt x="961819" y="561983"/>
                  </a:lnTo>
                  <a:lnTo>
                    <a:pt x="961860" y="562192"/>
                  </a:lnTo>
                  <a:lnTo>
                    <a:pt x="961956" y="562923"/>
                  </a:lnTo>
                  <a:lnTo>
                    <a:pt x="962221" y="564545"/>
                  </a:lnTo>
                  <a:lnTo>
                    <a:pt x="962937" y="565060"/>
                  </a:lnTo>
                  <a:lnTo>
                    <a:pt x="963184" y="565742"/>
                  </a:lnTo>
                  <a:lnTo>
                    <a:pt x="962925" y="566207"/>
                  </a:lnTo>
                  <a:lnTo>
                    <a:pt x="964154" y="566622"/>
                  </a:lnTo>
                  <a:lnTo>
                    <a:pt x="965559" y="567087"/>
                  </a:lnTo>
                  <a:lnTo>
                    <a:pt x="966260" y="568203"/>
                  </a:lnTo>
                  <a:lnTo>
                    <a:pt x="966501" y="568448"/>
                  </a:lnTo>
                  <a:lnTo>
                    <a:pt x="966587" y="568789"/>
                  </a:lnTo>
                  <a:lnTo>
                    <a:pt x="966443" y="569696"/>
                  </a:lnTo>
                  <a:lnTo>
                    <a:pt x="966139" y="569872"/>
                  </a:lnTo>
                  <a:lnTo>
                    <a:pt x="966656" y="570467"/>
                  </a:lnTo>
                  <a:lnTo>
                    <a:pt x="967305" y="570660"/>
                  </a:lnTo>
                  <a:lnTo>
                    <a:pt x="967843" y="570641"/>
                  </a:lnTo>
                  <a:lnTo>
                    <a:pt x="968375" y="570760"/>
                  </a:lnTo>
                  <a:lnTo>
                    <a:pt x="968895" y="570572"/>
                  </a:lnTo>
                  <a:lnTo>
                    <a:pt x="969160" y="572845"/>
                  </a:lnTo>
                  <a:lnTo>
                    <a:pt x="969217" y="573501"/>
                  </a:lnTo>
                  <a:lnTo>
                    <a:pt x="969109" y="577912"/>
                  </a:lnTo>
                  <a:lnTo>
                    <a:pt x="968438" y="579509"/>
                  </a:lnTo>
                  <a:lnTo>
                    <a:pt x="968117" y="579796"/>
                  </a:lnTo>
                  <a:lnTo>
                    <a:pt x="968328" y="580304"/>
                  </a:lnTo>
                  <a:lnTo>
                    <a:pt x="969327" y="580964"/>
                  </a:lnTo>
                  <a:lnTo>
                    <a:pt x="969893" y="581228"/>
                  </a:lnTo>
                  <a:lnTo>
                    <a:pt x="970178" y="581304"/>
                  </a:lnTo>
                  <a:lnTo>
                    <a:pt x="970821" y="581236"/>
                  </a:lnTo>
                  <a:lnTo>
                    <a:pt x="972231" y="581168"/>
                  </a:lnTo>
                  <a:lnTo>
                    <a:pt x="976478" y="581129"/>
                  </a:lnTo>
                  <a:lnTo>
                    <a:pt x="976811" y="581006"/>
                  </a:lnTo>
                  <a:lnTo>
                    <a:pt x="977400" y="580703"/>
                  </a:lnTo>
                  <a:lnTo>
                    <a:pt x="977647" y="580542"/>
                  </a:lnTo>
                  <a:lnTo>
                    <a:pt x="978629" y="580322"/>
                  </a:lnTo>
                  <a:lnTo>
                    <a:pt x="979444" y="580098"/>
                  </a:lnTo>
                  <a:lnTo>
                    <a:pt x="980353" y="579808"/>
                  </a:lnTo>
                  <a:lnTo>
                    <a:pt x="980999" y="579532"/>
                  </a:lnTo>
                  <a:lnTo>
                    <a:pt x="982667" y="579073"/>
                  </a:lnTo>
                  <a:lnTo>
                    <a:pt x="983926" y="578980"/>
                  </a:lnTo>
                  <a:lnTo>
                    <a:pt x="984484" y="578496"/>
                  </a:lnTo>
                  <a:lnTo>
                    <a:pt x="984547" y="578213"/>
                  </a:lnTo>
                  <a:lnTo>
                    <a:pt x="984835" y="577745"/>
                  </a:lnTo>
                  <a:lnTo>
                    <a:pt x="985090" y="577434"/>
                  </a:lnTo>
                  <a:lnTo>
                    <a:pt x="985246" y="577238"/>
                  </a:lnTo>
                  <a:lnTo>
                    <a:pt x="985893" y="576521"/>
                  </a:lnTo>
                  <a:lnTo>
                    <a:pt x="986392" y="576016"/>
                  </a:lnTo>
                  <a:lnTo>
                    <a:pt x="986764" y="575668"/>
                  </a:lnTo>
                  <a:lnTo>
                    <a:pt x="987202" y="575306"/>
                  </a:lnTo>
                  <a:lnTo>
                    <a:pt x="987834" y="575034"/>
                  </a:lnTo>
                  <a:lnTo>
                    <a:pt x="990823" y="574070"/>
                  </a:lnTo>
                  <a:lnTo>
                    <a:pt x="991189" y="573890"/>
                  </a:lnTo>
                  <a:lnTo>
                    <a:pt x="991424" y="573701"/>
                  </a:lnTo>
                  <a:lnTo>
                    <a:pt x="991616" y="573631"/>
                  </a:lnTo>
                  <a:lnTo>
                    <a:pt x="992247" y="573251"/>
                  </a:lnTo>
                  <a:lnTo>
                    <a:pt x="992556" y="573102"/>
                  </a:lnTo>
                  <a:lnTo>
                    <a:pt x="992819" y="572933"/>
                  </a:lnTo>
                  <a:lnTo>
                    <a:pt x="993025" y="572781"/>
                  </a:lnTo>
                  <a:lnTo>
                    <a:pt x="993229" y="572685"/>
                  </a:lnTo>
                  <a:lnTo>
                    <a:pt x="993363" y="572604"/>
                  </a:lnTo>
                  <a:lnTo>
                    <a:pt x="993562" y="572467"/>
                  </a:lnTo>
                  <a:lnTo>
                    <a:pt x="994160" y="571982"/>
                  </a:lnTo>
                  <a:lnTo>
                    <a:pt x="994475" y="571862"/>
                  </a:lnTo>
                  <a:lnTo>
                    <a:pt x="994821" y="571622"/>
                  </a:lnTo>
                  <a:lnTo>
                    <a:pt x="995026" y="571519"/>
                  </a:lnTo>
                  <a:lnTo>
                    <a:pt x="995219" y="571400"/>
                  </a:lnTo>
                  <a:lnTo>
                    <a:pt x="995826" y="570911"/>
                  </a:lnTo>
                  <a:lnTo>
                    <a:pt x="996104" y="570775"/>
                  </a:lnTo>
                  <a:lnTo>
                    <a:pt x="996544" y="570461"/>
                  </a:lnTo>
                  <a:lnTo>
                    <a:pt x="996992" y="570191"/>
                  </a:lnTo>
                  <a:lnTo>
                    <a:pt x="997386" y="569907"/>
                  </a:lnTo>
                  <a:lnTo>
                    <a:pt x="997976" y="569642"/>
                  </a:lnTo>
                  <a:lnTo>
                    <a:pt x="998515" y="569493"/>
                  </a:lnTo>
                  <a:lnTo>
                    <a:pt x="999010" y="569334"/>
                  </a:lnTo>
                  <a:lnTo>
                    <a:pt x="999483" y="569329"/>
                  </a:lnTo>
                  <a:lnTo>
                    <a:pt x="999886" y="569284"/>
                  </a:lnTo>
                  <a:lnTo>
                    <a:pt x="1000232" y="569278"/>
                  </a:lnTo>
                  <a:lnTo>
                    <a:pt x="1000579" y="569229"/>
                  </a:lnTo>
                  <a:lnTo>
                    <a:pt x="1000798" y="569167"/>
                  </a:lnTo>
                  <a:lnTo>
                    <a:pt x="1000982" y="569174"/>
                  </a:lnTo>
                  <a:lnTo>
                    <a:pt x="1001258" y="569199"/>
                  </a:lnTo>
                  <a:lnTo>
                    <a:pt x="1001515" y="569406"/>
                  </a:lnTo>
                  <a:lnTo>
                    <a:pt x="1001670" y="569498"/>
                  </a:lnTo>
                  <a:lnTo>
                    <a:pt x="1001586" y="569870"/>
                  </a:lnTo>
                  <a:lnTo>
                    <a:pt x="1001730" y="570074"/>
                  </a:lnTo>
                  <a:lnTo>
                    <a:pt x="1001695" y="570235"/>
                  </a:lnTo>
                  <a:lnTo>
                    <a:pt x="1001569" y="570418"/>
                  </a:lnTo>
                  <a:lnTo>
                    <a:pt x="1001443" y="570557"/>
                  </a:lnTo>
                  <a:lnTo>
                    <a:pt x="1001275" y="570612"/>
                  </a:lnTo>
                  <a:lnTo>
                    <a:pt x="1001513" y="570987"/>
                  </a:lnTo>
                  <a:lnTo>
                    <a:pt x="1001707" y="571276"/>
                  </a:lnTo>
                  <a:lnTo>
                    <a:pt x="1001512" y="571390"/>
                  </a:lnTo>
                  <a:lnTo>
                    <a:pt x="1001359" y="571453"/>
                  </a:lnTo>
                  <a:lnTo>
                    <a:pt x="1001225" y="571448"/>
                  </a:lnTo>
                  <a:lnTo>
                    <a:pt x="1001907" y="572746"/>
                  </a:lnTo>
                  <a:lnTo>
                    <a:pt x="1001636" y="573324"/>
                  </a:lnTo>
                  <a:lnTo>
                    <a:pt x="1001674" y="573723"/>
                  </a:lnTo>
                  <a:lnTo>
                    <a:pt x="1001277" y="573727"/>
                  </a:lnTo>
                  <a:lnTo>
                    <a:pt x="1000836" y="573879"/>
                  </a:lnTo>
                  <a:lnTo>
                    <a:pt x="1000834" y="574008"/>
                  </a:lnTo>
                  <a:lnTo>
                    <a:pt x="1000964" y="574267"/>
                  </a:lnTo>
                  <a:lnTo>
                    <a:pt x="1001371" y="575437"/>
                  </a:lnTo>
                  <a:lnTo>
                    <a:pt x="1001200" y="575414"/>
                  </a:lnTo>
                  <a:lnTo>
                    <a:pt x="1001182" y="575552"/>
                  </a:lnTo>
                  <a:lnTo>
                    <a:pt x="1001505" y="575637"/>
                  </a:lnTo>
                  <a:lnTo>
                    <a:pt x="1002157" y="575667"/>
                  </a:lnTo>
                  <a:lnTo>
                    <a:pt x="1003048" y="576167"/>
                  </a:lnTo>
                  <a:lnTo>
                    <a:pt x="1003166" y="576387"/>
                  </a:lnTo>
                  <a:lnTo>
                    <a:pt x="1003683" y="576431"/>
                  </a:lnTo>
                  <a:lnTo>
                    <a:pt x="1003842" y="576420"/>
                  </a:lnTo>
                  <a:lnTo>
                    <a:pt x="1004023" y="576390"/>
                  </a:lnTo>
                  <a:lnTo>
                    <a:pt x="1004145" y="576576"/>
                  </a:lnTo>
                  <a:lnTo>
                    <a:pt x="1004618" y="577155"/>
                  </a:lnTo>
                  <a:lnTo>
                    <a:pt x="1005556" y="578370"/>
                  </a:lnTo>
                  <a:lnTo>
                    <a:pt x="1005718" y="578578"/>
                  </a:lnTo>
                  <a:lnTo>
                    <a:pt x="1007115" y="580441"/>
                  </a:lnTo>
                  <a:lnTo>
                    <a:pt x="1007491" y="582229"/>
                  </a:lnTo>
                  <a:lnTo>
                    <a:pt x="1007731" y="582126"/>
                  </a:lnTo>
                  <a:lnTo>
                    <a:pt x="1007813" y="582533"/>
                  </a:lnTo>
                  <a:lnTo>
                    <a:pt x="1008000" y="582960"/>
                  </a:lnTo>
                  <a:lnTo>
                    <a:pt x="1008648" y="583297"/>
                  </a:lnTo>
                  <a:lnTo>
                    <a:pt x="1008740" y="583503"/>
                  </a:lnTo>
                  <a:lnTo>
                    <a:pt x="1008907" y="583634"/>
                  </a:lnTo>
                  <a:lnTo>
                    <a:pt x="1011322" y="584424"/>
                  </a:lnTo>
                  <a:lnTo>
                    <a:pt x="1011479" y="584384"/>
                  </a:lnTo>
                  <a:lnTo>
                    <a:pt x="1011223" y="584602"/>
                  </a:lnTo>
                  <a:lnTo>
                    <a:pt x="1011164" y="584904"/>
                  </a:lnTo>
                  <a:lnTo>
                    <a:pt x="1011205" y="585323"/>
                  </a:lnTo>
                  <a:lnTo>
                    <a:pt x="1010657" y="585552"/>
                  </a:lnTo>
                  <a:lnTo>
                    <a:pt x="1010316" y="585863"/>
                  </a:lnTo>
                  <a:lnTo>
                    <a:pt x="1010274" y="586215"/>
                  </a:lnTo>
                  <a:lnTo>
                    <a:pt x="1010119" y="586530"/>
                  </a:lnTo>
                  <a:lnTo>
                    <a:pt x="1010073" y="586704"/>
                  </a:lnTo>
                  <a:lnTo>
                    <a:pt x="1010085" y="586840"/>
                  </a:lnTo>
                  <a:lnTo>
                    <a:pt x="1009930" y="587105"/>
                  </a:lnTo>
                  <a:lnTo>
                    <a:pt x="1009864" y="587252"/>
                  </a:lnTo>
                  <a:lnTo>
                    <a:pt x="1009946" y="587456"/>
                  </a:lnTo>
                  <a:lnTo>
                    <a:pt x="1009685" y="587739"/>
                  </a:lnTo>
                  <a:lnTo>
                    <a:pt x="1009336" y="587635"/>
                  </a:lnTo>
                  <a:lnTo>
                    <a:pt x="1009090" y="587839"/>
                  </a:lnTo>
                  <a:lnTo>
                    <a:pt x="1009097" y="587969"/>
                  </a:lnTo>
                  <a:lnTo>
                    <a:pt x="1009095" y="588406"/>
                  </a:lnTo>
                  <a:lnTo>
                    <a:pt x="1009117" y="588807"/>
                  </a:lnTo>
                  <a:lnTo>
                    <a:pt x="1009206" y="589062"/>
                  </a:lnTo>
                  <a:lnTo>
                    <a:pt x="1008804" y="589232"/>
                  </a:lnTo>
                  <a:lnTo>
                    <a:pt x="1009008" y="589511"/>
                  </a:lnTo>
                  <a:lnTo>
                    <a:pt x="1009069" y="589674"/>
                  </a:lnTo>
                  <a:lnTo>
                    <a:pt x="1009077" y="589833"/>
                  </a:lnTo>
                  <a:lnTo>
                    <a:pt x="1009062" y="590012"/>
                  </a:lnTo>
                  <a:lnTo>
                    <a:pt x="1009243" y="590272"/>
                  </a:lnTo>
                  <a:lnTo>
                    <a:pt x="1009619" y="590407"/>
                  </a:lnTo>
                  <a:lnTo>
                    <a:pt x="1009921" y="590543"/>
                  </a:lnTo>
                  <a:lnTo>
                    <a:pt x="1010454" y="590906"/>
                  </a:lnTo>
                  <a:lnTo>
                    <a:pt x="1010801" y="591490"/>
                  </a:lnTo>
                  <a:lnTo>
                    <a:pt x="1011386" y="592032"/>
                  </a:lnTo>
                  <a:lnTo>
                    <a:pt x="1011592" y="592225"/>
                  </a:lnTo>
                  <a:lnTo>
                    <a:pt x="1011705" y="592540"/>
                  </a:lnTo>
                  <a:lnTo>
                    <a:pt x="1011434" y="592622"/>
                  </a:lnTo>
                  <a:lnTo>
                    <a:pt x="1011133" y="592621"/>
                  </a:lnTo>
                  <a:lnTo>
                    <a:pt x="1010995" y="593000"/>
                  </a:lnTo>
                  <a:lnTo>
                    <a:pt x="1011049" y="593334"/>
                  </a:lnTo>
                  <a:lnTo>
                    <a:pt x="1011255" y="593601"/>
                  </a:lnTo>
                  <a:lnTo>
                    <a:pt x="1011422" y="593639"/>
                  </a:lnTo>
                  <a:lnTo>
                    <a:pt x="1011872" y="593843"/>
                  </a:lnTo>
                  <a:lnTo>
                    <a:pt x="1012180" y="594183"/>
                  </a:lnTo>
                  <a:lnTo>
                    <a:pt x="1012321" y="594321"/>
                  </a:lnTo>
                  <a:lnTo>
                    <a:pt x="1012462" y="594457"/>
                  </a:lnTo>
                  <a:lnTo>
                    <a:pt x="1012649" y="594655"/>
                  </a:lnTo>
                  <a:lnTo>
                    <a:pt x="1012979" y="595125"/>
                  </a:lnTo>
                  <a:lnTo>
                    <a:pt x="1013131" y="595400"/>
                  </a:lnTo>
                  <a:lnTo>
                    <a:pt x="1013286" y="595706"/>
                  </a:lnTo>
                  <a:lnTo>
                    <a:pt x="1013393" y="595985"/>
                  </a:lnTo>
                  <a:lnTo>
                    <a:pt x="1013401" y="596271"/>
                  </a:lnTo>
                  <a:lnTo>
                    <a:pt x="1013393" y="596438"/>
                  </a:lnTo>
                  <a:lnTo>
                    <a:pt x="1013673" y="596874"/>
                  </a:lnTo>
                  <a:lnTo>
                    <a:pt x="1014094" y="596998"/>
                  </a:lnTo>
                  <a:lnTo>
                    <a:pt x="1014125" y="597144"/>
                  </a:lnTo>
                  <a:lnTo>
                    <a:pt x="1014444" y="597678"/>
                  </a:lnTo>
                  <a:lnTo>
                    <a:pt x="1014485" y="597956"/>
                  </a:lnTo>
                  <a:lnTo>
                    <a:pt x="1014437" y="598462"/>
                  </a:lnTo>
                  <a:lnTo>
                    <a:pt x="1014271" y="598696"/>
                  </a:lnTo>
                  <a:lnTo>
                    <a:pt x="1014251" y="598897"/>
                  </a:lnTo>
                  <a:lnTo>
                    <a:pt x="1014242" y="599047"/>
                  </a:lnTo>
                  <a:lnTo>
                    <a:pt x="1014247" y="599291"/>
                  </a:lnTo>
                  <a:lnTo>
                    <a:pt x="1014299" y="599424"/>
                  </a:lnTo>
                  <a:lnTo>
                    <a:pt x="1014640" y="599578"/>
                  </a:lnTo>
                  <a:lnTo>
                    <a:pt x="1014733" y="599852"/>
                  </a:lnTo>
                  <a:lnTo>
                    <a:pt x="1014874" y="600266"/>
                  </a:lnTo>
                  <a:lnTo>
                    <a:pt x="1015045" y="600509"/>
                  </a:lnTo>
                  <a:lnTo>
                    <a:pt x="1015267" y="600669"/>
                  </a:lnTo>
                  <a:lnTo>
                    <a:pt x="1015436" y="600758"/>
                  </a:lnTo>
                  <a:lnTo>
                    <a:pt x="1015618" y="601152"/>
                  </a:lnTo>
                  <a:lnTo>
                    <a:pt x="1015617" y="601363"/>
                  </a:lnTo>
                  <a:lnTo>
                    <a:pt x="1015608" y="601569"/>
                  </a:lnTo>
                  <a:lnTo>
                    <a:pt x="1015151" y="601929"/>
                  </a:lnTo>
                  <a:lnTo>
                    <a:pt x="1015145" y="602361"/>
                  </a:lnTo>
                  <a:lnTo>
                    <a:pt x="1015143" y="602518"/>
                  </a:lnTo>
                  <a:lnTo>
                    <a:pt x="1015061" y="602939"/>
                  </a:lnTo>
                  <a:lnTo>
                    <a:pt x="1015120" y="603191"/>
                  </a:lnTo>
                  <a:lnTo>
                    <a:pt x="1015499" y="603367"/>
                  </a:lnTo>
                  <a:lnTo>
                    <a:pt x="1015809" y="603476"/>
                  </a:lnTo>
                  <a:lnTo>
                    <a:pt x="1016586" y="604807"/>
                  </a:lnTo>
                  <a:lnTo>
                    <a:pt x="1016637" y="605731"/>
                  </a:lnTo>
                  <a:lnTo>
                    <a:pt x="1016802" y="606056"/>
                  </a:lnTo>
                  <a:lnTo>
                    <a:pt x="1016868" y="606289"/>
                  </a:lnTo>
                  <a:lnTo>
                    <a:pt x="1017005" y="606520"/>
                  </a:lnTo>
                  <a:lnTo>
                    <a:pt x="1017129" y="606963"/>
                  </a:lnTo>
                  <a:lnTo>
                    <a:pt x="1017201" y="607178"/>
                  </a:lnTo>
                  <a:lnTo>
                    <a:pt x="1016703" y="607780"/>
                  </a:lnTo>
                  <a:lnTo>
                    <a:pt x="1016497" y="607783"/>
                  </a:lnTo>
                  <a:lnTo>
                    <a:pt x="1016105" y="607948"/>
                  </a:lnTo>
                  <a:lnTo>
                    <a:pt x="1016001" y="608195"/>
                  </a:lnTo>
                  <a:lnTo>
                    <a:pt x="1015970" y="608554"/>
                  </a:lnTo>
                  <a:lnTo>
                    <a:pt x="1016198" y="608735"/>
                  </a:lnTo>
                  <a:lnTo>
                    <a:pt x="1016165" y="609084"/>
                  </a:lnTo>
                  <a:lnTo>
                    <a:pt x="1016115" y="609336"/>
                  </a:lnTo>
                  <a:lnTo>
                    <a:pt x="1015225" y="609492"/>
                  </a:lnTo>
                  <a:lnTo>
                    <a:pt x="1014722" y="609522"/>
                  </a:lnTo>
                  <a:lnTo>
                    <a:pt x="1014117" y="609541"/>
                  </a:lnTo>
                  <a:lnTo>
                    <a:pt x="1012770" y="608616"/>
                  </a:lnTo>
                  <a:lnTo>
                    <a:pt x="1012830" y="608763"/>
                  </a:lnTo>
                  <a:lnTo>
                    <a:pt x="1012766" y="608996"/>
                  </a:lnTo>
                  <a:lnTo>
                    <a:pt x="1012734" y="609277"/>
                  </a:lnTo>
                  <a:lnTo>
                    <a:pt x="1012796" y="609404"/>
                  </a:lnTo>
                  <a:lnTo>
                    <a:pt x="1012927" y="609660"/>
                  </a:lnTo>
                  <a:lnTo>
                    <a:pt x="1013051" y="609903"/>
                  </a:lnTo>
                  <a:lnTo>
                    <a:pt x="1013376" y="609931"/>
                  </a:lnTo>
                  <a:lnTo>
                    <a:pt x="1013644" y="609887"/>
                  </a:lnTo>
                  <a:lnTo>
                    <a:pt x="1014180" y="610746"/>
                  </a:lnTo>
                  <a:lnTo>
                    <a:pt x="1014102" y="610965"/>
                  </a:lnTo>
                  <a:lnTo>
                    <a:pt x="1014055" y="611118"/>
                  </a:lnTo>
                  <a:lnTo>
                    <a:pt x="1013871" y="611429"/>
                  </a:lnTo>
                  <a:lnTo>
                    <a:pt x="1013559" y="611338"/>
                  </a:lnTo>
                  <a:lnTo>
                    <a:pt x="1013032" y="611176"/>
                  </a:lnTo>
                  <a:lnTo>
                    <a:pt x="1012778" y="611098"/>
                  </a:lnTo>
                  <a:lnTo>
                    <a:pt x="1012624" y="611051"/>
                  </a:lnTo>
                  <a:lnTo>
                    <a:pt x="1012344" y="610962"/>
                  </a:lnTo>
                  <a:lnTo>
                    <a:pt x="1012112" y="610894"/>
                  </a:lnTo>
                  <a:lnTo>
                    <a:pt x="1011852" y="610826"/>
                  </a:lnTo>
                  <a:lnTo>
                    <a:pt x="1011354" y="610716"/>
                  </a:lnTo>
                  <a:lnTo>
                    <a:pt x="1010982" y="610634"/>
                  </a:lnTo>
                  <a:lnTo>
                    <a:pt x="1010195" y="610462"/>
                  </a:lnTo>
                  <a:lnTo>
                    <a:pt x="1009655" y="610754"/>
                  </a:lnTo>
                  <a:lnTo>
                    <a:pt x="1009181" y="610895"/>
                  </a:lnTo>
                  <a:lnTo>
                    <a:pt x="1008778" y="611003"/>
                  </a:lnTo>
                  <a:lnTo>
                    <a:pt x="1008484" y="611084"/>
                  </a:lnTo>
                  <a:lnTo>
                    <a:pt x="1008175" y="611203"/>
                  </a:lnTo>
                  <a:lnTo>
                    <a:pt x="1008332" y="611971"/>
                  </a:lnTo>
                  <a:lnTo>
                    <a:pt x="1008788" y="612320"/>
                  </a:lnTo>
                  <a:lnTo>
                    <a:pt x="1009150" y="612593"/>
                  </a:lnTo>
                  <a:lnTo>
                    <a:pt x="1008885" y="613317"/>
                  </a:lnTo>
                  <a:lnTo>
                    <a:pt x="1008618" y="613776"/>
                  </a:lnTo>
                  <a:lnTo>
                    <a:pt x="1009124" y="614109"/>
                  </a:lnTo>
                  <a:lnTo>
                    <a:pt x="1009363" y="614266"/>
                  </a:lnTo>
                  <a:lnTo>
                    <a:pt x="1010482" y="614158"/>
                  </a:lnTo>
                  <a:lnTo>
                    <a:pt x="1010623" y="614392"/>
                  </a:lnTo>
                  <a:lnTo>
                    <a:pt x="1011241" y="614867"/>
                  </a:lnTo>
                  <a:lnTo>
                    <a:pt x="1011446" y="615281"/>
                  </a:lnTo>
                  <a:lnTo>
                    <a:pt x="1011445" y="615648"/>
                  </a:lnTo>
                  <a:lnTo>
                    <a:pt x="1011827" y="616130"/>
                  </a:lnTo>
                  <a:lnTo>
                    <a:pt x="1012033" y="616332"/>
                  </a:lnTo>
                  <a:lnTo>
                    <a:pt x="1012389" y="616678"/>
                  </a:lnTo>
                  <a:lnTo>
                    <a:pt x="1012616" y="617371"/>
                  </a:lnTo>
                  <a:lnTo>
                    <a:pt x="1013320" y="617003"/>
                  </a:lnTo>
                  <a:lnTo>
                    <a:pt x="1013539" y="616793"/>
                  </a:lnTo>
                  <a:lnTo>
                    <a:pt x="1013390" y="616427"/>
                  </a:lnTo>
                  <a:lnTo>
                    <a:pt x="1013472" y="616162"/>
                  </a:lnTo>
                  <a:lnTo>
                    <a:pt x="1015225" y="615833"/>
                  </a:lnTo>
                  <a:lnTo>
                    <a:pt x="1015447" y="616071"/>
                  </a:lnTo>
                  <a:lnTo>
                    <a:pt x="1015794" y="616768"/>
                  </a:lnTo>
                  <a:lnTo>
                    <a:pt x="1016366" y="617543"/>
                  </a:lnTo>
                  <a:lnTo>
                    <a:pt x="1016523" y="617734"/>
                  </a:lnTo>
                  <a:lnTo>
                    <a:pt x="1016702" y="617860"/>
                  </a:lnTo>
                  <a:lnTo>
                    <a:pt x="1016974" y="617736"/>
                  </a:lnTo>
                  <a:lnTo>
                    <a:pt x="1017206" y="617457"/>
                  </a:lnTo>
                  <a:lnTo>
                    <a:pt x="1017472" y="617129"/>
                  </a:lnTo>
                  <a:lnTo>
                    <a:pt x="1017634" y="617268"/>
                  </a:lnTo>
                  <a:lnTo>
                    <a:pt x="1017970" y="617589"/>
                  </a:lnTo>
                  <a:lnTo>
                    <a:pt x="1018158" y="617815"/>
                  </a:lnTo>
                  <a:lnTo>
                    <a:pt x="1018296" y="617980"/>
                  </a:lnTo>
                  <a:lnTo>
                    <a:pt x="1018518" y="618247"/>
                  </a:lnTo>
                  <a:lnTo>
                    <a:pt x="1018670" y="618429"/>
                  </a:lnTo>
                  <a:lnTo>
                    <a:pt x="1019065" y="618859"/>
                  </a:lnTo>
                  <a:lnTo>
                    <a:pt x="1019275" y="618961"/>
                  </a:lnTo>
                  <a:lnTo>
                    <a:pt x="1020116" y="619270"/>
                  </a:lnTo>
                  <a:lnTo>
                    <a:pt x="1020380" y="619259"/>
                  </a:lnTo>
                  <a:lnTo>
                    <a:pt x="1020558" y="619248"/>
                  </a:lnTo>
                  <a:lnTo>
                    <a:pt x="1021353" y="619204"/>
                  </a:lnTo>
                  <a:lnTo>
                    <a:pt x="1022225" y="619156"/>
                  </a:lnTo>
                  <a:lnTo>
                    <a:pt x="1023156" y="619113"/>
                  </a:lnTo>
                  <a:lnTo>
                    <a:pt x="1023357" y="619104"/>
                  </a:lnTo>
                  <a:lnTo>
                    <a:pt x="1023616" y="619094"/>
                  </a:lnTo>
                  <a:lnTo>
                    <a:pt x="1023602" y="619491"/>
                  </a:lnTo>
                  <a:lnTo>
                    <a:pt x="1023775" y="619979"/>
                  </a:lnTo>
                  <a:lnTo>
                    <a:pt x="1023888" y="620301"/>
                  </a:lnTo>
                  <a:lnTo>
                    <a:pt x="1024003" y="621700"/>
                  </a:lnTo>
                  <a:lnTo>
                    <a:pt x="1023842" y="621704"/>
                  </a:lnTo>
                  <a:lnTo>
                    <a:pt x="1023619" y="621705"/>
                  </a:lnTo>
                  <a:lnTo>
                    <a:pt x="1023487" y="621990"/>
                  </a:lnTo>
                  <a:lnTo>
                    <a:pt x="1023278" y="622483"/>
                  </a:lnTo>
                  <a:lnTo>
                    <a:pt x="1022806" y="623262"/>
                  </a:lnTo>
                  <a:lnTo>
                    <a:pt x="1022434" y="623441"/>
                  </a:lnTo>
                  <a:lnTo>
                    <a:pt x="1022071" y="623870"/>
                  </a:lnTo>
                  <a:lnTo>
                    <a:pt x="1022130" y="624058"/>
                  </a:lnTo>
                  <a:lnTo>
                    <a:pt x="1022447" y="624456"/>
                  </a:lnTo>
                  <a:lnTo>
                    <a:pt x="1022488" y="624705"/>
                  </a:lnTo>
                  <a:lnTo>
                    <a:pt x="1022359" y="624842"/>
                  </a:lnTo>
                  <a:lnTo>
                    <a:pt x="1022366" y="625207"/>
                  </a:lnTo>
                  <a:lnTo>
                    <a:pt x="1021803" y="625628"/>
                  </a:lnTo>
                  <a:lnTo>
                    <a:pt x="1021386" y="626227"/>
                  </a:lnTo>
                  <a:lnTo>
                    <a:pt x="1021458" y="626408"/>
                  </a:lnTo>
                  <a:lnTo>
                    <a:pt x="1022145" y="626886"/>
                  </a:lnTo>
                  <a:lnTo>
                    <a:pt x="1022067" y="627501"/>
                  </a:lnTo>
                  <a:lnTo>
                    <a:pt x="1021358" y="628714"/>
                  </a:lnTo>
                  <a:lnTo>
                    <a:pt x="1021189" y="629633"/>
                  </a:lnTo>
                  <a:lnTo>
                    <a:pt x="1020767" y="630157"/>
                  </a:lnTo>
                  <a:lnTo>
                    <a:pt x="1020808" y="630677"/>
                  </a:lnTo>
                  <a:lnTo>
                    <a:pt x="1020790" y="631433"/>
                  </a:lnTo>
                  <a:lnTo>
                    <a:pt x="1020204" y="631948"/>
                  </a:lnTo>
                  <a:lnTo>
                    <a:pt x="1019861" y="632333"/>
                  </a:lnTo>
                  <a:lnTo>
                    <a:pt x="1019697" y="632534"/>
                  </a:lnTo>
                  <a:lnTo>
                    <a:pt x="1019908" y="633315"/>
                  </a:lnTo>
                  <a:lnTo>
                    <a:pt x="1019347" y="633773"/>
                  </a:lnTo>
                  <a:lnTo>
                    <a:pt x="1018849" y="633823"/>
                  </a:lnTo>
                  <a:lnTo>
                    <a:pt x="1018840" y="633967"/>
                  </a:lnTo>
                  <a:lnTo>
                    <a:pt x="1018876" y="634392"/>
                  </a:lnTo>
                  <a:lnTo>
                    <a:pt x="1019124" y="634581"/>
                  </a:lnTo>
                  <a:lnTo>
                    <a:pt x="1018561" y="634859"/>
                  </a:lnTo>
                  <a:lnTo>
                    <a:pt x="1017955" y="635008"/>
                  </a:lnTo>
                  <a:lnTo>
                    <a:pt x="1017578" y="634981"/>
                  </a:lnTo>
                  <a:lnTo>
                    <a:pt x="1017046" y="635082"/>
                  </a:lnTo>
                  <a:lnTo>
                    <a:pt x="1016207" y="634178"/>
                  </a:lnTo>
                  <a:lnTo>
                    <a:pt x="1015717" y="634289"/>
                  </a:lnTo>
                  <a:lnTo>
                    <a:pt x="1015203" y="633784"/>
                  </a:lnTo>
                  <a:lnTo>
                    <a:pt x="1014177" y="633622"/>
                  </a:lnTo>
                  <a:lnTo>
                    <a:pt x="1013941" y="633638"/>
                  </a:lnTo>
                  <a:lnTo>
                    <a:pt x="1013658" y="633740"/>
                  </a:lnTo>
                  <a:lnTo>
                    <a:pt x="1013368" y="634032"/>
                  </a:lnTo>
                  <a:lnTo>
                    <a:pt x="1012734" y="634033"/>
                  </a:lnTo>
                  <a:lnTo>
                    <a:pt x="1012564" y="634040"/>
                  </a:lnTo>
                  <a:lnTo>
                    <a:pt x="1012111" y="634336"/>
                  </a:lnTo>
                  <a:lnTo>
                    <a:pt x="1011933" y="634441"/>
                  </a:lnTo>
                  <a:lnTo>
                    <a:pt x="1011516" y="634523"/>
                  </a:lnTo>
                  <a:lnTo>
                    <a:pt x="1011209" y="634692"/>
                  </a:lnTo>
                  <a:lnTo>
                    <a:pt x="1010680" y="634853"/>
                  </a:lnTo>
                  <a:lnTo>
                    <a:pt x="1009989" y="635006"/>
                  </a:lnTo>
                  <a:lnTo>
                    <a:pt x="1009742" y="635038"/>
                  </a:lnTo>
                  <a:lnTo>
                    <a:pt x="1009489" y="635054"/>
                  </a:lnTo>
                  <a:lnTo>
                    <a:pt x="1009272" y="635095"/>
                  </a:lnTo>
                  <a:lnTo>
                    <a:pt x="1009046" y="635220"/>
                  </a:lnTo>
                  <a:lnTo>
                    <a:pt x="1008852" y="635283"/>
                  </a:lnTo>
                  <a:lnTo>
                    <a:pt x="1008489" y="635327"/>
                  </a:lnTo>
                  <a:lnTo>
                    <a:pt x="1007946" y="635365"/>
                  </a:lnTo>
                  <a:lnTo>
                    <a:pt x="1007768" y="635378"/>
                  </a:lnTo>
                  <a:lnTo>
                    <a:pt x="1007463" y="635401"/>
                  </a:lnTo>
                  <a:lnTo>
                    <a:pt x="1007026" y="635443"/>
                  </a:lnTo>
                  <a:lnTo>
                    <a:pt x="1006216" y="635843"/>
                  </a:lnTo>
                  <a:lnTo>
                    <a:pt x="1005484" y="636555"/>
                  </a:lnTo>
                  <a:lnTo>
                    <a:pt x="1005313" y="636996"/>
                  </a:lnTo>
                  <a:lnTo>
                    <a:pt x="1004078" y="637929"/>
                  </a:lnTo>
                  <a:lnTo>
                    <a:pt x="1003715" y="638288"/>
                  </a:lnTo>
                  <a:lnTo>
                    <a:pt x="1003545" y="638685"/>
                  </a:lnTo>
                  <a:lnTo>
                    <a:pt x="1003576" y="638867"/>
                  </a:lnTo>
                  <a:lnTo>
                    <a:pt x="1003614" y="639105"/>
                  </a:lnTo>
                  <a:lnTo>
                    <a:pt x="1003685" y="639597"/>
                  </a:lnTo>
                  <a:lnTo>
                    <a:pt x="1003700" y="639925"/>
                  </a:lnTo>
                  <a:lnTo>
                    <a:pt x="1003444" y="640465"/>
                  </a:lnTo>
                  <a:lnTo>
                    <a:pt x="1003326" y="640689"/>
                  </a:lnTo>
                  <a:lnTo>
                    <a:pt x="1003255" y="640863"/>
                  </a:lnTo>
                  <a:lnTo>
                    <a:pt x="1002986" y="641583"/>
                  </a:lnTo>
                  <a:lnTo>
                    <a:pt x="1003043" y="641830"/>
                  </a:lnTo>
                  <a:lnTo>
                    <a:pt x="1003739" y="641975"/>
                  </a:lnTo>
                  <a:lnTo>
                    <a:pt x="1004259" y="642211"/>
                  </a:lnTo>
                  <a:lnTo>
                    <a:pt x="1004870" y="642486"/>
                  </a:lnTo>
                  <a:lnTo>
                    <a:pt x="1004329" y="643004"/>
                  </a:lnTo>
                  <a:lnTo>
                    <a:pt x="1003656" y="642973"/>
                  </a:lnTo>
                  <a:lnTo>
                    <a:pt x="1003391" y="643250"/>
                  </a:lnTo>
                  <a:lnTo>
                    <a:pt x="1003062" y="643481"/>
                  </a:lnTo>
                  <a:lnTo>
                    <a:pt x="1002849" y="643606"/>
                  </a:lnTo>
                  <a:lnTo>
                    <a:pt x="1002575" y="643673"/>
                  </a:lnTo>
                  <a:lnTo>
                    <a:pt x="1002439" y="643684"/>
                  </a:lnTo>
                  <a:lnTo>
                    <a:pt x="1002011" y="643816"/>
                  </a:lnTo>
                  <a:lnTo>
                    <a:pt x="1001688" y="643926"/>
                  </a:lnTo>
                  <a:lnTo>
                    <a:pt x="1001242" y="643998"/>
                  </a:lnTo>
                  <a:lnTo>
                    <a:pt x="1000076" y="644550"/>
                  </a:lnTo>
                  <a:lnTo>
                    <a:pt x="999907" y="644548"/>
                  </a:lnTo>
                  <a:lnTo>
                    <a:pt x="999708" y="644630"/>
                  </a:lnTo>
                  <a:lnTo>
                    <a:pt x="999565" y="644690"/>
                  </a:lnTo>
                  <a:lnTo>
                    <a:pt x="999360" y="644924"/>
                  </a:lnTo>
                  <a:lnTo>
                    <a:pt x="998963" y="645239"/>
                  </a:lnTo>
                  <a:lnTo>
                    <a:pt x="998681" y="645415"/>
                  </a:lnTo>
                  <a:lnTo>
                    <a:pt x="998306" y="645366"/>
                  </a:lnTo>
                  <a:lnTo>
                    <a:pt x="998128" y="645384"/>
                  </a:lnTo>
                  <a:lnTo>
                    <a:pt x="997902" y="645406"/>
                  </a:lnTo>
                  <a:lnTo>
                    <a:pt x="997286" y="645303"/>
                  </a:lnTo>
                  <a:lnTo>
                    <a:pt x="997058" y="645264"/>
                  </a:lnTo>
                  <a:lnTo>
                    <a:pt x="996257" y="645152"/>
                  </a:lnTo>
                  <a:lnTo>
                    <a:pt x="995943" y="645029"/>
                  </a:lnTo>
                  <a:lnTo>
                    <a:pt x="995554" y="645171"/>
                  </a:lnTo>
                  <a:lnTo>
                    <a:pt x="995335" y="645773"/>
                  </a:lnTo>
                  <a:lnTo>
                    <a:pt x="994880" y="646013"/>
                  </a:lnTo>
                  <a:lnTo>
                    <a:pt x="994582" y="646101"/>
                  </a:lnTo>
                  <a:lnTo>
                    <a:pt x="994226" y="645950"/>
                  </a:lnTo>
                  <a:lnTo>
                    <a:pt x="993978" y="645616"/>
                  </a:lnTo>
                  <a:lnTo>
                    <a:pt x="993529" y="645291"/>
                  </a:lnTo>
                  <a:lnTo>
                    <a:pt x="993293" y="645327"/>
                  </a:lnTo>
                  <a:lnTo>
                    <a:pt x="992671" y="645335"/>
                  </a:lnTo>
                  <a:lnTo>
                    <a:pt x="992529" y="645346"/>
                  </a:lnTo>
                  <a:lnTo>
                    <a:pt x="991761" y="645985"/>
                  </a:lnTo>
                  <a:lnTo>
                    <a:pt x="991717" y="646464"/>
                  </a:lnTo>
                  <a:lnTo>
                    <a:pt x="991590" y="646781"/>
                  </a:lnTo>
                  <a:lnTo>
                    <a:pt x="991214" y="647162"/>
                  </a:lnTo>
                  <a:lnTo>
                    <a:pt x="991030" y="647315"/>
                  </a:lnTo>
                  <a:lnTo>
                    <a:pt x="990923" y="647957"/>
                  </a:lnTo>
                  <a:lnTo>
                    <a:pt x="990581" y="647978"/>
                  </a:lnTo>
                  <a:lnTo>
                    <a:pt x="990598" y="647848"/>
                  </a:lnTo>
                  <a:lnTo>
                    <a:pt x="990511" y="647580"/>
                  </a:lnTo>
                  <a:lnTo>
                    <a:pt x="990384" y="647659"/>
                  </a:lnTo>
                  <a:lnTo>
                    <a:pt x="989820" y="647377"/>
                  </a:lnTo>
                  <a:lnTo>
                    <a:pt x="989164" y="646774"/>
                  </a:lnTo>
                  <a:lnTo>
                    <a:pt x="988905" y="646641"/>
                  </a:lnTo>
                  <a:lnTo>
                    <a:pt x="988271" y="646183"/>
                  </a:lnTo>
                  <a:lnTo>
                    <a:pt x="988073" y="645920"/>
                  </a:lnTo>
                  <a:lnTo>
                    <a:pt x="986741" y="645508"/>
                  </a:lnTo>
                  <a:lnTo>
                    <a:pt x="986275" y="645258"/>
                  </a:lnTo>
                  <a:lnTo>
                    <a:pt x="985967" y="644643"/>
                  </a:lnTo>
                  <a:lnTo>
                    <a:pt x="985182" y="644800"/>
                  </a:lnTo>
                  <a:lnTo>
                    <a:pt x="984993" y="644826"/>
                  </a:lnTo>
                  <a:lnTo>
                    <a:pt x="984842" y="644847"/>
                  </a:lnTo>
                  <a:lnTo>
                    <a:pt x="984427" y="644853"/>
                  </a:lnTo>
                  <a:lnTo>
                    <a:pt x="984054" y="644906"/>
                  </a:lnTo>
                  <a:lnTo>
                    <a:pt x="983849" y="644899"/>
                  </a:lnTo>
                  <a:lnTo>
                    <a:pt x="983469" y="644857"/>
                  </a:lnTo>
                  <a:lnTo>
                    <a:pt x="983045" y="644862"/>
                  </a:lnTo>
                  <a:lnTo>
                    <a:pt x="982720" y="644994"/>
                  </a:lnTo>
                  <a:lnTo>
                    <a:pt x="982257" y="645160"/>
                  </a:lnTo>
                  <a:lnTo>
                    <a:pt x="981713" y="645013"/>
                  </a:lnTo>
                  <a:lnTo>
                    <a:pt x="981475" y="644945"/>
                  </a:lnTo>
                  <a:lnTo>
                    <a:pt x="981223" y="644876"/>
                  </a:lnTo>
                  <a:lnTo>
                    <a:pt x="980800" y="644739"/>
                  </a:lnTo>
                  <a:lnTo>
                    <a:pt x="980420" y="644600"/>
                  </a:lnTo>
                  <a:lnTo>
                    <a:pt x="980193" y="644214"/>
                  </a:lnTo>
                  <a:lnTo>
                    <a:pt x="979974" y="643494"/>
                  </a:lnTo>
                  <a:lnTo>
                    <a:pt x="979941" y="643084"/>
                  </a:lnTo>
                  <a:lnTo>
                    <a:pt x="979588" y="642927"/>
                  </a:lnTo>
                  <a:lnTo>
                    <a:pt x="979351" y="642868"/>
                  </a:lnTo>
                  <a:lnTo>
                    <a:pt x="979015" y="642819"/>
                  </a:lnTo>
                  <a:lnTo>
                    <a:pt x="978584" y="642784"/>
                  </a:lnTo>
                  <a:lnTo>
                    <a:pt x="978206" y="642733"/>
                  </a:lnTo>
                  <a:lnTo>
                    <a:pt x="977745" y="642606"/>
                  </a:lnTo>
                  <a:lnTo>
                    <a:pt x="977317" y="642473"/>
                  </a:lnTo>
                  <a:lnTo>
                    <a:pt x="977010" y="642472"/>
                  </a:lnTo>
                  <a:lnTo>
                    <a:pt x="976825" y="642469"/>
                  </a:lnTo>
                  <a:lnTo>
                    <a:pt x="976696" y="642467"/>
                  </a:lnTo>
                  <a:lnTo>
                    <a:pt x="976465" y="642444"/>
                  </a:lnTo>
                  <a:lnTo>
                    <a:pt x="976241" y="642416"/>
                  </a:lnTo>
                  <a:lnTo>
                    <a:pt x="976073" y="642395"/>
                  </a:lnTo>
                  <a:lnTo>
                    <a:pt x="975727" y="642329"/>
                  </a:lnTo>
                  <a:lnTo>
                    <a:pt x="975291" y="642312"/>
                  </a:lnTo>
                  <a:lnTo>
                    <a:pt x="974716" y="642208"/>
                  </a:lnTo>
                  <a:lnTo>
                    <a:pt x="974377" y="642193"/>
                  </a:lnTo>
                  <a:lnTo>
                    <a:pt x="973846" y="642250"/>
                  </a:lnTo>
                  <a:lnTo>
                    <a:pt x="973642" y="642293"/>
                  </a:lnTo>
                  <a:lnTo>
                    <a:pt x="973508" y="642319"/>
                  </a:lnTo>
                  <a:lnTo>
                    <a:pt x="973218" y="642375"/>
                  </a:lnTo>
                  <a:lnTo>
                    <a:pt x="972847" y="642401"/>
                  </a:lnTo>
                  <a:lnTo>
                    <a:pt x="972179" y="642444"/>
                  </a:lnTo>
                  <a:lnTo>
                    <a:pt x="971598" y="643562"/>
                  </a:lnTo>
                  <a:lnTo>
                    <a:pt x="971659" y="643808"/>
                  </a:lnTo>
                  <a:lnTo>
                    <a:pt x="971779" y="644184"/>
                  </a:lnTo>
                  <a:lnTo>
                    <a:pt x="971822" y="644445"/>
                  </a:lnTo>
                  <a:lnTo>
                    <a:pt x="971932" y="644707"/>
                  </a:lnTo>
                  <a:lnTo>
                    <a:pt x="972408" y="645204"/>
                  </a:lnTo>
                  <a:lnTo>
                    <a:pt x="972771" y="645236"/>
                  </a:lnTo>
                  <a:lnTo>
                    <a:pt x="973125" y="645235"/>
                  </a:lnTo>
                  <a:lnTo>
                    <a:pt x="973284" y="645258"/>
                  </a:lnTo>
                  <a:lnTo>
                    <a:pt x="973696" y="645315"/>
                  </a:lnTo>
                  <a:lnTo>
                    <a:pt x="973907" y="645339"/>
                  </a:lnTo>
                  <a:lnTo>
                    <a:pt x="974984" y="645263"/>
                  </a:lnTo>
                  <a:lnTo>
                    <a:pt x="975514" y="645248"/>
                  </a:lnTo>
                  <a:lnTo>
                    <a:pt x="975561" y="645415"/>
                  </a:lnTo>
                  <a:lnTo>
                    <a:pt x="975273" y="646232"/>
                  </a:lnTo>
                  <a:lnTo>
                    <a:pt x="974827" y="646767"/>
                  </a:lnTo>
                  <a:lnTo>
                    <a:pt x="974741" y="646981"/>
                  </a:lnTo>
                  <a:lnTo>
                    <a:pt x="974554" y="647244"/>
                  </a:lnTo>
                  <a:lnTo>
                    <a:pt x="974101" y="647545"/>
                  </a:lnTo>
                  <a:lnTo>
                    <a:pt x="973265" y="647961"/>
                  </a:lnTo>
                  <a:lnTo>
                    <a:pt x="973142" y="648209"/>
                  </a:lnTo>
                  <a:lnTo>
                    <a:pt x="973031" y="649188"/>
                  </a:lnTo>
                  <a:lnTo>
                    <a:pt x="972718" y="649218"/>
                  </a:lnTo>
                  <a:lnTo>
                    <a:pt x="972493" y="649225"/>
                  </a:lnTo>
                  <a:lnTo>
                    <a:pt x="971743" y="649204"/>
                  </a:lnTo>
                  <a:lnTo>
                    <a:pt x="971403" y="649417"/>
                  </a:lnTo>
                  <a:lnTo>
                    <a:pt x="970752" y="649324"/>
                  </a:lnTo>
                  <a:lnTo>
                    <a:pt x="970039" y="649173"/>
                  </a:lnTo>
                  <a:lnTo>
                    <a:pt x="969741" y="648881"/>
                  </a:lnTo>
                  <a:lnTo>
                    <a:pt x="969409" y="648755"/>
                  </a:lnTo>
                  <a:lnTo>
                    <a:pt x="968601" y="648683"/>
                  </a:lnTo>
                  <a:lnTo>
                    <a:pt x="968315" y="648657"/>
                  </a:lnTo>
                  <a:lnTo>
                    <a:pt x="967839" y="648415"/>
                  </a:lnTo>
                  <a:lnTo>
                    <a:pt x="967745" y="648222"/>
                  </a:lnTo>
                  <a:lnTo>
                    <a:pt x="967429" y="648016"/>
                  </a:lnTo>
                  <a:lnTo>
                    <a:pt x="967004" y="647593"/>
                  </a:lnTo>
                  <a:lnTo>
                    <a:pt x="966437" y="647181"/>
                  </a:lnTo>
                  <a:lnTo>
                    <a:pt x="966200" y="647126"/>
                  </a:lnTo>
                  <a:lnTo>
                    <a:pt x="965720" y="647091"/>
                  </a:lnTo>
                  <a:lnTo>
                    <a:pt x="965788" y="647353"/>
                  </a:lnTo>
                  <a:lnTo>
                    <a:pt x="965925" y="647743"/>
                  </a:lnTo>
                  <a:lnTo>
                    <a:pt x="965830" y="648162"/>
                  </a:lnTo>
                  <a:lnTo>
                    <a:pt x="965784" y="648568"/>
                  </a:lnTo>
                  <a:lnTo>
                    <a:pt x="965636" y="649279"/>
                  </a:lnTo>
                  <a:lnTo>
                    <a:pt x="965014" y="648879"/>
                  </a:lnTo>
                  <a:lnTo>
                    <a:pt x="964821" y="648922"/>
                  </a:lnTo>
                  <a:lnTo>
                    <a:pt x="964165" y="648970"/>
                  </a:lnTo>
                  <a:lnTo>
                    <a:pt x="963978" y="648984"/>
                  </a:lnTo>
                  <a:lnTo>
                    <a:pt x="963737" y="649070"/>
                  </a:lnTo>
                  <a:lnTo>
                    <a:pt x="963351" y="648990"/>
                  </a:lnTo>
                  <a:lnTo>
                    <a:pt x="963125" y="648841"/>
                  </a:lnTo>
                  <a:lnTo>
                    <a:pt x="962903" y="648694"/>
                  </a:lnTo>
                  <a:lnTo>
                    <a:pt x="962703" y="648577"/>
                  </a:lnTo>
                  <a:lnTo>
                    <a:pt x="962445" y="648424"/>
                  </a:lnTo>
                  <a:lnTo>
                    <a:pt x="962176" y="648305"/>
                  </a:lnTo>
                  <a:lnTo>
                    <a:pt x="961986" y="648361"/>
                  </a:lnTo>
                  <a:lnTo>
                    <a:pt x="961813" y="648346"/>
                  </a:lnTo>
                  <a:lnTo>
                    <a:pt x="961609" y="648251"/>
                  </a:lnTo>
                  <a:lnTo>
                    <a:pt x="960956" y="648003"/>
                  </a:lnTo>
                  <a:lnTo>
                    <a:pt x="960667" y="648001"/>
                  </a:lnTo>
                  <a:lnTo>
                    <a:pt x="960688" y="647731"/>
                  </a:lnTo>
                  <a:lnTo>
                    <a:pt x="960363" y="647521"/>
                  </a:lnTo>
                  <a:lnTo>
                    <a:pt x="960018" y="647514"/>
                  </a:lnTo>
                  <a:lnTo>
                    <a:pt x="959734" y="647879"/>
                  </a:lnTo>
                  <a:lnTo>
                    <a:pt x="959548" y="647987"/>
                  </a:lnTo>
                  <a:lnTo>
                    <a:pt x="959321" y="648114"/>
                  </a:lnTo>
                  <a:lnTo>
                    <a:pt x="958792" y="648347"/>
                  </a:lnTo>
                  <a:lnTo>
                    <a:pt x="958376" y="648402"/>
                  </a:lnTo>
                  <a:lnTo>
                    <a:pt x="958111" y="648307"/>
                  </a:lnTo>
                  <a:lnTo>
                    <a:pt x="957948" y="648275"/>
                  </a:lnTo>
                  <a:lnTo>
                    <a:pt x="957325" y="648825"/>
                  </a:lnTo>
                  <a:lnTo>
                    <a:pt x="956652" y="648423"/>
                  </a:lnTo>
                  <a:lnTo>
                    <a:pt x="955959" y="649001"/>
                  </a:lnTo>
                  <a:lnTo>
                    <a:pt x="955417" y="649008"/>
                  </a:lnTo>
                  <a:lnTo>
                    <a:pt x="955392" y="649210"/>
                  </a:lnTo>
                  <a:lnTo>
                    <a:pt x="955040" y="649979"/>
                  </a:lnTo>
                  <a:lnTo>
                    <a:pt x="954684" y="650451"/>
                  </a:lnTo>
                  <a:lnTo>
                    <a:pt x="954659" y="650670"/>
                  </a:lnTo>
                  <a:lnTo>
                    <a:pt x="954095" y="651359"/>
                  </a:lnTo>
                  <a:lnTo>
                    <a:pt x="954708" y="651679"/>
                  </a:lnTo>
                  <a:lnTo>
                    <a:pt x="954373" y="652225"/>
                  </a:lnTo>
                  <a:lnTo>
                    <a:pt x="954573" y="652370"/>
                  </a:lnTo>
                  <a:lnTo>
                    <a:pt x="954764" y="652598"/>
                  </a:lnTo>
                  <a:lnTo>
                    <a:pt x="954500" y="652799"/>
                  </a:lnTo>
                  <a:lnTo>
                    <a:pt x="953873" y="653114"/>
                  </a:lnTo>
                  <a:lnTo>
                    <a:pt x="953993" y="653478"/>
                  </a:lnTo>
                  <a:lnTo>
                    <a:pt x="954165" y="653664"/>
                  </a:lnTo>
                  <a:lnTo>
                    <a:pt x="954187" y="654139"/>
                  </a:lnTo>
                  <a:lnTo>
                    <a:pt x="953825" y="654534"/>
                  </a:lnTo>
                  <a:lnTo>
                    <a:pt x="953200" y="654527"/>
                  </a:lnTo>
                  <a:lnTo>
                    <a:pt x="952769" y="655365"/>
                  </a:lnTo>
                  <a:lnTo>
                    <a:pt x="952907" y="655891"/>
                  </a:lnTo>
                  <a:lnTo>
                    <a:pt x="952493" y="655559"/>
                  </a:lnTo>
                  <a:lnTo>
                    <a:pt x="951945" y="655692"/>
                  </a:lnTo>
                  <a:lnTo>
                    <a:pt x="951349" y="655756"/>
                  </a:lnTo>
                  <a:lnTo>
                    <a:pt x="951054" y="656186"/>
                  </a:lnTo>
                  <a:lnTo>
                    <a:pt x="950243" y="656607"/>
                  </a:lnTo>
                  <a:lnTo>
                    <a:pt x="949604" y="657329"/>
                  </a:lnTo>
                  <a:lnTo>
                    <a:pt x="949420" y="657413"/>
                  </a:lnTo>
                  <a:lnTo>
                    <a:pt x="948801" y="657662"/>
                  </a:lnTo>
                  <a:lnTo>
                    <a:pt x="948461" y="657738"/>
                  </a:lnTo>
                  <a:lnTo>
                    <a:pt x="948264" y="657687"/>
                  </a:lnTo>
                  <a:lnTo>
                    <a:pt x="948106" y="657894"/>
                  </a:lnTo>
                  <a:lnTo>
                    <a:pt x="947820" y="658319"/>
                  </a:lnTo>
                  <a:lnTo>
                    <a:pt x="947518" y="658672"/>
                  </a:lnTo>
                  <a:lnTo>
                    <a:pt x="947219" y="659147"/>
                  </a:lnTo>
                  <a:lnTo>
                    <a:pt x="947016" y="659401"/>
                  </a:lnTo>
                  <a:lnTo>
                    <a:pt x="946795" y="659597"/>
                  </a:lnTo>
                  <a:lnTo>
                    <a:pt x="946667" y="659690"/>
                  </a:lnTo>
                  <a:lnTo>
                    <a:pt x="946168" y="659917"/>
                  </a:lnTo>
                  <a:lnTo>
                    <a:pt x="945581" y="659854"/>
                  </a:lnTo>
                  <a:lnTo>
                    <a:pt x="944913" y="659923"/>
                  </a:lnTo>
                  <a:lnTo>
                    <a:pt x="944617" y="659708"/>
                  </a:lnTo>
                  <a:lnTo>
                    <a:pt x="944220" y="659158"/>
                  </a:lnTo>
                  <a:lnTo>
                    <a:pt x="944128" y="658868"/>
                  </a:lnTo>
                  <a:lnTo>
                    <a:pt x="944055" y="658339"/>
                  </a:lnTo>
                  <a:lnTo>
                    <a:pt x="943414" y="658150"/>
                  </a:lnTo>
                  <a:lnTo>
                    <a:pt x="943054" y="657918"/>
                  </a:lnTo>
                  <a:lnTo>
                    <a:pt x="942796" y="657590"/>
                  </a:lnTo>
                  <a:lnTo>
                    <a:pt x="942568" y="657374"/>
                  </a:lnTo>
                  <a:lnTo>
                    <a:pt x="942815" y="656651"/>
                  </a:lnTo>
                  <a:lnTo>
                    <a:pt x="942645" y="656498"/>
                  </a:lnTo>
                  <a:lnTo>
                    <a:pt x="942355" y="656727"/>
                  </a:lnTo>
                  <a:lnTo>
                    <a:pt x="942076" y="657111"/>
                  </a:lnTo>
                  <a:lnTo>
                    <a:pt x="941712" y="657309"/>
                  </a:lnTo>
                  <a:lnTo>
                    <a:pt x="941501" y="657636"/>
                  </a:lnTo>
                  <a:lnTo>
                    <a:pt x="940965" y="657698"/>
                  </a:lnTo>
                  <a:lnTo>
                    <a:pt x="940592" y="657624"/>
                  </a:lnTo>
                  <a:lnTo>
                    <a:pt x="940444" y="657684"/>
                  </a:lnTo>
                  <a:lnTo>
                    <a:pt x="940154" y="657778"/>
                  </a:lnTo>
                  <a:lnTo>
                    <a:pt x="939717" y="657916"/>
                  </a:lnTo>
                  <a:lnTo>
                    <a:pt x="939201" y="657641"/>
                  </a:lnTo>
                  <a:lnTo>
                    <a:pt x="938614" y="657897"/>
                  </a:lnTo>
                  <a:lnTo>
                    <a:pt x="938567" y="657715"/>
                  </a:lnTo>
                  <a:lnTo>
                    <a:pt x="938231" y="657518"/>
                  </a:lnTo>
                  <a:lnTo>
                    <a:pt x="937674" y="657438"/>
                  </a:lnTo>
                  <a:lnTo>
                    <a:pt x="937429" y="657717"/>
                  </a:lnTo>
                  <a:lnTo>
                    <a:pt x="937406" y="657905"/>
                  </a:lnTo>
                  <a:lnTo>
                    <a:pt x="937217" y="658047"/>
                  </a:lnTo>
                  <a:lnTo>
                    <a:pt x="937078" y="658113"/>
                  </a:lnTo>
                  <a:lnTo>
                    <a:pt x="936229" y="658316"/>
                  </a:lnTo>
                  <a:lnTo>
                    <a:pt x="936001" y="658303"/>
                  </a:lnTo>
                  <a:lnTo>
                    <a:pt x="935801" y="658178"/>
                  </a:lnTo>
                  <a:lnTo>
                    <a:pt x="935564" y="657861"/>
                  </a:lnTo>
                  <a:lnTo>
                    <a:pt x="935067" y="658277"/>
                  </a:lnTo>
                  <a:lnTo>
                    <a:pt x="934932" y="658268"/>
                  </a:lnTo>
                  <a:lnTo>
                    <a:pt x="934648" y="658266"/>
                  </a:lnTo>
                  <a:lnTo>
                    <a:pt x="934125" y="658559"/>
                  </a:lnTo>
                  <a:lnTo>
                    <a:pt x="934182" y="658881"/>
                  </a:lnTo>
                  <a:lnTo>
                    <a:pt x="934090" y="659327"/>
                  </a:lnTo>
                  <a:lnTo>
                    <a:pt x="933827" y="659298"/>
                  </a:lnTo>
                  <a:lnTo>
                    <a:pt x="933177" y="658937"/>
                  </a:lnTo>
                  <a:lnTo>
                    <a:pt x="932737" y="659070"/>
                  </a:lnTo>
                  <a:lnTo>
                    <a:pt x="932703" y="659203"/>
                  </a:lnTo>
                  <a:lnTo>
                    <a:pt x="932531" y="659346"/>
                  </a:lnTo>
                  <a:lnTo>
                    <a:pt x="932399" y="659446"/>
                  </a:lnTo>
                  <a:lnTo>
                    <a:pt x="931778" y="659720"/>
                  </a:lnTo>
                  <a:lnTo>
                    <a:pt x="931606" y="659757"/>
                  </a:lnTo>
                  <a:lnTo>
                    <a:pt x="931280" y="659834"/>
                  </a:lnTo>
                  <a:lnTo>
                    <a:pt x="931366" y="660422"/>
                  </a:lnTo>
                  <a:lnTo>
                    <a:pt x="931133" y="660741"/>
                  </a:lnTo>
                  <a:lnTo>
                    <a:pt x="931106" y="661013"/>
                  </a:lnTo>
                  <a:lnTo>
                    <a:pt x="931069" y="661146"/>
                  </a:lnTo>
                  <a:lnTo>
                    <a:pt x="930772" y="661678"/>
                  </a:lnTo>
                  <a:lnTo>
                    <a:pt x="929063" y="662642"/>
                  </a:lnTo>
                  <a:lnTo>
                    <a:pt x="928816" y="662733"/>
                  </a:lnTo>
                  <a:lnTo>
                    <a:pt x="928625" y="662786"/>
                  </a:lnTo>
                  <a:lnTo>
                    <a:pt x="928211" y="662843"/>
                  </a:lnTo>
                  <a:lnTo>
                    <a:pt x="927866" y="662785"/>
                  </a:lnTo>
                  <a:lnTo>
                    <a:pt x="927593" y="662975"/>
                  </a:lnTo>
                  <a:lnTo>
                    <a:pt x="927404" y="663329"/>
                  </a:lnTo>
                  <a:lnTo>
                    <a:pt x="927230" y="663424"/>
                  </a:lnTo>
                  <a:lnTo>
                    <a:pt x="926987" y="663606"/>
                  </a:lnTo>
                  <a:lnTo>
                    <a:pt x="926625" y="663659"/>
                  </a:lnTo>
                  <a:lnTo>
                    <a:pt x="926431" y="663798"/>
                  </a:lnTo>
                  <a:lnTo>
                    <a:pt x="926510" y="664201"/>
                  </a:lnTo>
                  <a:lnTo>
                    <a:pt x="926267" y="664667"/>
                  </a:lnTo>
                  <a:lnTo>
                    <a:pt x="925796" y="664998"/>
                  </a:lnTo>
                  <a:lnTo>
                    <a:pt x="925180" y="665550"/>
                  </a:lnTo>
                  <a:lnTo>
                    <a:pt x="924861" y="666003"/>
                  </a:lnTo>
                  <a:lnTo>
                    <a:pt x="924631" y="665869"/>
                  </a:lnTo>
                  <a:lnTo>
                    <a:pt x="923965" y="666644"/>
                  </a:lnTo>
                  <a:lnTo>
                    <a:pt x="923848" y="666825"/>
                  </a:lnTo>
                  <a:lnTo>
                    <a:pt x="923633" y="666839"/>
                  </a:lnTo>
                  <a:lnTo>
                    <a:pt x="923114" y="666740"/>
                  </a:lnTo>
                  <a:lnTo>
                    <a:pt x="922794" y="666861"/>
                  </a:lnTo>
                  <a:lnTo>
                    <a:pt x="922581" y="666968"/>
                  </a:lnTo>
                  <a:lnTo>
                    <a:pt x="922182" y="667551"/>
                  </a:lnTo>
                  <a:lnTo>
                    <a:pt x="921429" y="667853"/>
                  </a:lnTo>
                  <a:lnTo>
                    <a:pt x="921125" y="667740"/>
                  </a:lnTo>
                  <a:lnTo>
                    <a:pt x="920441" y="668346"/>
                  </a:lnTo>
                  <a:lnTo>
                    <a:pt x="919323" y="667724"/>
                  </a:lnTo>
                  <a:lnTo>
                    <a:pt x="919088" y="667632"/>
                  </a:lnTo>
                  <a:lnTo>
                    <a:pt x="918795" y="667598"/>
                  </a:lnTo>
                  <a:lnTo>
                    <a:pt x="918519" y="667614"/>
                  </a:lnTo>
                  <a:lnTo>
                    <a:pt x="918137" y="667617"/>
                  </a:lnTo>
                  <a:lnTo>
                    <a:pt x="917848" y="667448"/>
                  </a:lnTo>
                  <a:lnTo>
                    <a:pt x="917685" y="667098"/>
                  </a:lnTo>
                  <a:lnTo>
                    <a:pt x="917462" y="666997"/>
                  </a:lnTo>
                  <a:lnTo>
                    <a:pt x="917100" y="666942"/>
                  </a:lnTo>
                  <a:lnTo>
                    <a:pt x="916941" y="666889"/>
                  </a:lnTo>
                  <a:lnTo>
                    <a:pt x="916400" y="667103"/>
                  </a:lnTo>
                  <a:lnTo>
                    <a:pt x="915626" y="667398"/>
                  </a:lnTo>
                  <a:lnTo>
                    <a:pt x="915372" y="667403"/>
                  </a:lnTo>
                  <a:lnTo>
                    <a:pt x="914907" y="667229"/>
                  </a:lnTo>
                  <a:lnTo>
                    <a:pt x="914826" y="667531"/>
                  </a:lnTo>
                  <a:lnTo>
                    <a:pt x="914914" y="667689"/>
                  </a:lnTo>
                  <a:lnTo>
                    <a:pt x="915085" y="668049"/>
                  </a:lnTo>
                  <a:lnTo>
                    <a:pt x="914937" y="668500"/>
                  </a:lnTo>
                  <a:lnTo>
                    <a:pt x="913672" y="668064"/>
                  </a:lnTo>
                  <a:lnTo>
                    <a:pt x="913117" y="668235"/>
                  </a:lnTo>
                  <a:lnTo>
                    <a:pt x="912684" y="668076"/>
                  </a:lnTo>
                  <a:lnTo>
                    <a:pt x="912632" y="668813"/>
                  </a:lnTo>
                  <a:lnTo>
                    <a:pt x="912477" y="669227"/>
                  </a:lnTo>
                  <a:lnTo>
                    <a:pt x="912272" y="668922"/>
                  </a:lnTo>
                  <a:lnTo>
                    <a:pt x="911954" y="668793"/>
                  </a:lnTo>
                  <a:lnTo>
                    <a:pt x="911244" y="669102"/>
                  </a:lnTo>
                  <a:lnTo>
                    <a:pt x="911342" y="669392"/>
                  </a:lnTo>
                  <a:lnTo>
                    <a:pt x="911283" y="669524"/>
                  </a:lnTo>
                  <a:lnTo>
                    <a:pt x="910833" y="669484"/>
                  </a:lnTo>
                  <a:lnTo>
                    <a:pt x="910591" y="669475"/>
                  </a:lnTo>
                  <a:lnTo>
                    <a:pt x="910181" y="669458"/>
                  </a:lnTo>
                  <a:lnTo>
                    <a:pt x="909941" y="669420"/>
                  </a:lnTo>
                  <a:lnTo>
                    <a:pt x="909638" y="669371"/>
                  </a:lnTo>
                  <a:lnTo>
                    <a:pt x="908688" y="670029"/>
                  </a:lnTo>
                  <a:lnTo>
                    <a:pt x="908404" y="670237"/>
                  </a:lnTo>
                  <a:lnTo>
                    <a:pt x="908106" y="670213"/>
                  </a:lnTo>
                  <a:lnTo>
                    <a:pt x="907576" y="670534"/>
                  </a:lnTo>
                  <a:lnTo>
                    <a:pt x="907526" y="670683"/>
                  </a:lnTo>
                  <a:lnTo>
                    <a:pt x="907371" y="670904"/>
                  </a:lnTo>
                  <a:lnTo>
                    <a:pt x="906590" y="671323"/>
                  </a:lnTo>
                  <a:lnTo>
                    <a:pt x="906184" y="671457"/>
                  </a:lnTo>
                  <a:lnTo>
                    <a:pt x="905896" y="671782"/>
                  </a:lnTo>
                  <a:lnTo>
                    <a:pt x="905516" y="671786"/>
                  </a:lnTo>
                  <a:lnTo>
                    <a:pt x="905210" y="671959"/>
                  </a:lnTo>
                  <a:lnTo>
                    <a:pt x="904995" y="672054"/>
                  </a:lnTo>
                  <a:lnTo>
                    <a:pt x="904628" y="672199"/>
                  </a:lnTo>
                  <a:lnTo>
                    <a:pt x="904337" y="672186"/>
                  </a:lnTo>
                  <a:lnTo>
                    <a:pt x="904212" y="672011"/>
                  </a:lnTo>
                  <a:lnTo>
                    <a:pt x="903800" y="671869"/>
                  </a:lnTo>
                  <a:lnTo>
                    <a:pt x="903446" y="671864"/>
                  </a:lnTo>
                  <a:lnTo>
                    <a:pt x="903223" y="672048"/>
                  </a:lnTo>
                  <a:lnTo>
                    <a:pt x="902838" y="672389"/>
                  </a:lnTo>
                  <a:lnTo>
                    <a:pt x="902692" y="672528"/>
                  </a:lnTo>
                  <a:lnTo>
                    <a:pt x="902355" y="672729"/>
                  </a:lnTo>
                  <a:lnTo>
                    <a:pt x="901836" y="672794"/>
                  </a:lnTo>
                  <a:lnTo>
                    <a:pt x="901282" y="673183"/>
                  </a:lnTo>
                  <a:lnTo>
                    <a:pt x="901018" y="673263"/>
                  </a:lnTo>
                  <a:lnTo>
                    <a:pt x="900805" y="673234"/>
                  </a:lnTo>
                  <a:lnTo>
                    <a:pt x="900221" y="673622"/>
                  </a:lnTo>
                  <a:lnTo>
                    <a:pt x="899911" y="673804"/>
                  </a:lnTo>
                  <a:lnTo>
                    <a:pt x="899643" y="673878"/>
                  </a:lnTo>
                  <a:lnTo>
                    <a:pt x="899490" y="673977"/>
                  </a:lnTo>
                  <a:lnTo>
                    <a:pt x="898749" y="674545"/>
                  </a:lnTo>
                  <a:lnTo>
                    <a:pt x="898866" y="674807"/>
                  </a:lnTo>
                  <a:lnTo>
                    <a:pt x="899191" y="675145"/>
                  </a:lnTo>
                  <a:lnTo>
                    <a:pt x="899551" y="674920"/>
                  </a:lnTo>
                  <a:lnTo>
                    <a:pt x="899736" y="674949"/>
                  </a:lnTo>
                  <a:lnTo>
                    <a:pt x="899653" y="675286"/>
                  </a:lnTo>
                  <a:lnTo>
                    <a:pt x="899722" y="675946"/>
                  </a:lnTo>
                  <a:lnTo>
                    <a:pt x="899655" y="676110"/>
                  </a:lnTo>
                  <a:lnTo>
                    <a:pt x="899494" y="676246"/>
                  </a:lnTo>
                  <a:lnTo>
                    <a:pt x="899348" y="676320"/>
                  </a:lnTo>
                  <a:lnTo>
                    <a:pt x="899143" y="676341"/>
                  </a:lnTo>
                  <a:lnTo>
                    <a:pt x="898602" y="676575"/>
                  </a:lnTo>
                  <a:lnTo>
                    <a:pt x="898058" y="676660"/>
                  </a:lnTo>
                  <a:lnTo>
                    <a:pt x="898119" y="677210"/>
                  </a:lnTo>
                  <a:lnTo>
                    <a:pt x="898158" y="677536"/>
                  </a:lnTo>
                  <a:lnTo>
                    <a:pt x="897590" y="678859"/>
                  </a:lnTo>
                  <a:lnTo>
                    <a:pt x="896967" y="679084"/>
                  </a:lnTo>
                  <a:lnTo>
                    <a:pt x="896702" y="679352"/>
                  </a:lnTo>
                  <a:lnTo>
                    <a:pt x="896907" y="679528"/>
                  </a:lnTo>
                  <a:lnTo>
                    <a:pt x="896935" y="679755"/>
                  </a:lnTo>
                  <a:lnTo>
                    <a:pt x="896732" y="679802"/>
                  </a:lnTo>
                  <a:lnTo>
                    <a:pt x="896499" y="679825"/>
                  </a:lnTo>
                  <a:lnTo>
                    <a:pt x="896091" y="679795"/>
                  </a:lnTo>
                  <a:lnTo>
                    <a:pt x="895388" y="679508"/>
                  </a:lnTo>
                  <a:lnTo>
                    <a:pt x="894936" y="679552"/>
                  </a:lnTo>
                  <a:lnTo>
                    <a:pt x="894304" y="679974"/>
                  </a:lnTo>
                  <a:lnTo>
                    <a:pt x="893827" y="680075"/>
                  </a:lnTo>
                  <a:lnTo>
                    <a:pt x="893607" y="680211"/>
                  </a:lnTo>
                  <a:lnTo>
                    <a:pt x="893664" y="680413"/>
                  </a:lnTo>
                  <a:lnTo>
                    <a:pt x="893241" y="680826"/>
                  </a:lnTo>
                  <a:lnTo>
                    <a:pt x="892616" y="681340"/>
                  </a:lnTo>
                  <a:lnTo>
                    <a:pt x="892939" y="681856"/>
                  </a:lnTo>
                  <a:lnTo>
                    <a:pt x="892931" y="682019"/>
                  </a:lnTo>
                  <a:lnTo>
                    <a:pt x="892483" y="682126"/>
                  </a:lnTo>
                  <a:lnTo>
                    <a:pt x="892430" y="681978"/>
                  </a:lnTo>
                  <a:lnTo>
                    <a:pt x="891932" y="681928"/>
                  </a:lnTo>
                  <a:lnTo>
                    <a:pt x="891751" y="681976"/>
                  </a:lnTo>
                  <a:lnTo>
                    <a:pt x="891508" y="682380"/>
                  </a:lnTo>
                  <a:lnTo>
                    <a:pt x="891851" y="682702"/>
                  </a:lnTo>
                  <a:lnTo>
                    <a:pt x="891468" y="682552"/>
                  </a:lnTo>
                  <a:lnTo>
                    <a:pt x="891167" y="682400"/>
                  </a:lnTo>
                  <a:lnTo>
                    <a:pt x="891105" y="682546"/>
                  </a:lnTo>
                  <a:lnTo>
                    <a:pt x="890741" y="683336"/>
                  </a:lnTo>
                  <a:lnTo>
                    <a:pt x="890910" y="683423"/>
                  </a:lnTo>
                  <a:lnTo>
                    <a:pt x="891547" y="683497"/>
                  </a:lnTo>
                  <a:lnTo>
                    <a:pt x="891731" y="683551"/>
                  </a:lnTo>
                  <a:lnTo>
                    <a:pt x="891938" y="683667"/>
                  </a:lnTo>
                  <a:lnTo>
                    <a:pt x="892118" y="683953"/>
                  </a:lnTo>
                  <a:lnTo>
                    <a:pt x="891989" y="684118"/>
                  </a:lnTo>
                  <a:lnTo>
                    <a:pt x="891741" y="684375"/>
                  </a:lnTo>
                  <a:lnTo>
                    <a:pt x="891591" y="684318"/>
                  </a:lnTo>
                  <a:lnTo>
                    <a:pt x="891259" y="684239"/>
                  </a:lnTo>
                  <a:lnTo>
                    <a:pt x="890378" y="684217"/>
                  </a:lnTo>
                  <a:lnTo>
                    <a:pt x="890131" y="684528"/>
                  </a:lnTo>
                  <a:lnTo>
                    <a:pt x="889819" y="684795"/>
                  </a:lnTo>
                  <a:lnTo>
                    <a:pt x="889634" y="684980"/>
                  </a:lnTo>
                  <a:lnTo>
                    <a:pt x="889463" y="685099"/>
                  </a:lnTo>
                  <a:lnTo>
                    <a:pt x="889437" y="685278"/>
                  </a:lnTo>
                  <a:lnTo>
                    <a:pt x="889170" y="685387"/>
                  </a:lnTo>
                  <a:lnTo>
                    <a:pt x="888726" y="685532"/>
                  </a:lnTo>
                  <a:lnTo>
                    <a:pt x="888478" y="685685"/>
                  </a:lnTo>
                  <a:lnTo>
                    <a:pt x="887982" y="686070"/>
                  </a:lnTo>
                  <a:lnTo>
                    <a:pt x="887907" y="686635"/>
                  </a:lnTo>
                  <a:lnTo>
                    <a:pt x="887810" y="686846"/>
                  </a:lnTo>
                  <a:lnTo>
                    <a:pt x="887440" y="686989"/>
                  </a:lnTo>
                  <a:lnTo>
                    <a:pt x="886876" y="687637"/>
                  </a:lnTo>
                  <a:lnTo>
                    <a:pt x="886488" y="688231"/>
                  </a:lnTo>
                  <a:lnTo>
                    <a:pt x="886265" y="688556"/>
                  </a:lnTo>
                  <a:lnTo>
                    <a:pt x="886085" y="688799"/>
                  </a:lnTo>
                  <a:lnTo>
                    <a:pt x="885784" y="688857"/>
                  </a:lnTo>
                  <a:lnTo>
                    <a:pt x="885635" y="689090"/>
                  </a:lnTo>
                  <a:lnTo>
                    <a:pt x="885737" y="689557"/>
                  </a:lnTo>
                  <a:lnTo>
                    <a:pt x="885678" y="690160"/>
                  </a:lnTo>
                  <a:lnTo>
                    <a:pt x="885812" y="690638"/>
                  </a:lnTo>
                  <a:lnTo>
                    <a:pt x="885916" y="690773"/>
                  </a:lnTo>
                  <a:lnTo>
                    <a:pt x="885945" y="691074"/>
                  </a:lnTo>
                  <a:lnTo>
                    <a:pt x="885759" y="691216"/>
                  </a:lnTo>
                  <a:lnTo>
                    <a:pt x="885324" y="691546"/>
                  </a:lnTo>
                  <a:lnTo>
                    <a:pt x="885067" y="691680"/>
                  </a:lnTo>
                  <a:lnTo>
                    <a:pt x="884727" y="692075"/>
                  </a:lnTo>
                  <a:lnTo>
                    <a:pt x="884391" y="692293"/>
                  </a:lnTo>
                  <a:lnTo>
                    <a:pt x="884119" y="692396"/>
                  </a:lnTo>
                  <a:lnTo>
                    <a:pt x="883766" y="692320"/>
                  </a:lnTo>
                  <a:lnTo>
                    <a:pt x="883140" y="692187"/>
                  </a:lnTo>
                  <a:lnTo>
                    <a:pt x="882804" y="692038"/>
                  </a:lnTo>
                  <a:lnTo>
                    <a:pt x="882557" y="691866"/>
                  </a:lnTo>
                  <a:lnTo>
                    <a:pt x="882037" y="691538"/>
                  </a:lnTo>
                  <a:lnTo>
                    <a:pt x="881878" y="690069"/>
                  </a:lnTo>
                  <a:lnTo>
                    <a:pt x="882374" y="689377"/>
                  </a:lnTo>
                  <a:lnTo>
                    <a:pt x="882384" y="688991"/>
                  </a:lnTo>
                  <a:lnTo>
                    <a:pt x="882141" y="688838"/>
                  </a:lnTo>
                  <a:lnTo>
                    <a:pt x="882312" y="687997"/>
                  </a:lnTo>
                  <a:lnTo>
                    <a:pt x="882383" y="687576"/>
                  </a:lnTo>
                  <a:lnTo>
                    <a:pt x="882330" y="687387"/>
                  </a:lnTo>
                  <a:lnTo>
                    <a:pt x="882321" y="687245"/>
                  </a:lnTo>
                  <a:lnTo>
                    <a:pt x="881620" y="687090"/>
                  </a:lnTo>
                  <a:lnTo>
                    <a:pt x="881052" y="686101"/>
                  </a:lnTo>
                  <a:lnTo>
                    <a:pt x="881043" y="685793"/>
                  </a:lnTo>
                  <a:lnTo>
                    <a:pt x="880897" y="685254"/>
                  </a:lnTo>
                  <a:lnTo>
                    <a:pt x="880779" y="685107"/>
                  </a:lnTo>
                  <a:lnTo>
                    <a:pt x="880384" y="684537"/>
                  </a:lnTo>
                  <a:lnTo>
                    <a:pt x="880377" y="684401"/>
                  </a:lnTo>
                  <a:lnTo>
                    <a:pt x="880365" y="684037"/>
                  </a:lnTo>
                  <a:lnTo>
                    <a:pt x="880399" y="683835"/>
                  </a:lnTo>
                  <a:lnTo>
                    <a:pt x="880441" y="683698"/>
                  </a:lnTo>
                  <a:lnTo>
                    <a:pt x="880402" y="683532"/>
                  </a:lnTo>
                  <a:lnTo>
                    <a:pt x="879735" y="682977"/>
                  </a:lnTo>
                  <a:lnTo>
                    <a:pt x="878963" y="682510"/>
                  </a:lnTo>
                  <a:lnTo>
                    <a:pt x="878990" y="682267"/>
                  </a:lnTo>
                  <a:lnTo>
                    <a:pt x="879090" y="681834"/>
                  </a:lnTo>
                  <a:lnTo>
                    <a:pt x="879207" y="681406"/>
                  </a:lnTo>
                  <a:lnTo>
                    <a:pt x="879233" y="681210"/>
                  </a:lnTo>
                  <a:lnTo>
                    <a:pt x="879246" y="680873"/>
                  </a:lnTo>
                  <a:lnTo>
                    <a:pt x="879210" y="680692"/>
                  </a:lnTo>
                  <a:lnTo>
                    <a:pt x="879116" y="680405"/>
                  </a:lnTo>
                  <a:lnTo>
                    <a:pt x="878803" y="680085"/>
                  </a:lnTo>
                  <a:lnTo>
                    <a:pt x="878540" y="680024"/>
                  </a:lnTo>
                  <a:lnTo>
                    <a:pt x="878393" y="679932"/>
                  </a:lnTo>
                  <a:lnTo>
                    <a:pt x="878223" y="679790"/>
                  </a:lnTo>
                  <a:lnTo>
                    <a:pt x="878029" y="679571"/>
                  </a:lnTo>
                  <a:lnTo>
                    <a:pt x="877803" y="679121"/>
                  </a:lnTo>
                  <a:lnTo>
                    <a:pt x="877700" y="678848"/>
                  </a:lnTo>
                  <a:lnTo>
                    <a:pt x="877672" y="678640"/>
                  </a:lnTo>
                  <a:lnTo>
                    <a:pt x="877114" y="678454"/>
                  </a:lnTo>
                  <a:lnTo>
                    <a:pt x="876909" y="678003"/>
                  </a:lnTo>
                  <a:lnTo>
                    <a:pt x="876895" y="677765"/>
                  </a:lnTo>
                  <a:lnTo>
                    <a:pt x="876568" y="677086"/>
                  </a:lnTo>
                  <a:lnTo>
                    <a:pt x="876280" y="676425"/>
                  </a:lnTo>
                  <a:lnTo>
                    <a:pt x="875948" y="675874"/>
                  </a:lnTo>
                  <a:lnTo>
                    <a:pt x="874823" y="674956"/>
                  </a:lnTo>
                  <a:lnTo>
                    <a:pt x="874636" y="674814"/>
                  </a:lnTo>
                  <a:lnTo>
                    <a:pt x="874566" y="674670"/>
                  </a:lnTo>
                  <a:lnTo>
                    <a:pt x="874601" y="674249"/>
                  </a:lnTo>
                  <a:lnTo>
                    <a:pt x="874490" y="673892"/>
                  </a:lnTo>
                  <a:lnTo>
                    <a:pt x="874322" y="673679"/>
                  </a:lnTo>
                  <a:lnTo>
                    <a:pt x="874253" y="672817"/>
                  </a:lnTo>
                  <a:lnTo>
                    <a:pt x="874706" y="672637"/>
                  </a:lnTo>
                  <a:lnTo>
                    <a:pt x="875039" y="672118"/>
                  </a:lnTo>
                  <a:lnTo>
                    <a:pt x="875019" y="671708"/>
                  </a:lnTo>
                  <a:lnTo>
                    <a:pt x="875136" y="671531"/>
                  </a:lnTo>
                  <a:lnTo>
                    <a:pt x="875226" y="671404"/>
                  </a:lnTo>
                  <a:lnTo>
                    <a:pt x="875079" y="670828"/>
                  </a:lnTo>
                  <a:lnTo>
                    <a:pt x="875042" y="670657"/>
                  </a:lnTo>
                  <a:lnTo>
                    <a:pt x="874997" y="670271"/>
                  </a:lnTo>
                  <a:lnTo>
                    <a:pt x="874863" y="670064"/>
                  </a:lnTo>
                  <a:lnTo>
                    <a:pt x="874533" y="669804"/>
                  </a:lnTo>
                  <a:lnTo>
                    <a:pt x="873983" y="669756"/>
                  </a:lnTo>
                  <a:lnTo>
                    <a:pt x="873586" y="669811"/>
                  </a:lnTo>
                  <a:lnTo>
                    <a:pt x="873321" y="669841"/>
                  </a:lnTo>
                  <a:lnTo>
                    <a:pt x="873087" y="669776"/>
                  </a:lnTo>
                  <a:lnTo>
                    <a:pt x="872898" y="669727"/>
                  </a:lnTo>
                  <a:lnTo>
                    <a:pt x="872549" y="669720"/>
                  </a:lnTo>
                  <a:lnTo>
                    <a:pt x="872197" y="669851"/>
                  </a:lnTo>
                  <a:lnTo>
                    <a:pt x="871756" y="669900"/>
                  </a:lnTo>
                  <a:lnTo>
                    <a:pt x="871617" y="669727"/>
                  </a:lnTo>
                  <a:lnTo>
                    <a:pt x="871318" y="669714"/>
                  </a:lnTo>
                  <a:lnTo>
                    <a:pt x="871063" y="669760"/>
                  </a:lnTo>
                  <a:lnTo>
                    <a:pt x="870016" y="669486"/>
                  </a:lnTo>
                  <a:lnTo>
                    <a:pt x="869845" y="669067"/>
                  </a:lnTo>
                  <a:lnTo>
                    <a:pt x="869585" y="669182"/>
                  </a:lnTo>
                  <a:lnTo>
                    <a:pt x="869233" y="669325"/>
                  </a:lnTo>
                  <a:lnTo>
                    <a:pt x="868458" y="668641"/>
                  </a:lnTo>
                  <a:lnTo>
                    <a:pt x="868277" y="668561"/>
                  </a:lnTo>
                  <a:lnTo>
                    <a:pt x="867882" y="668570"/>
                  </a:lnTo>
                  <a:lnTo>
                    <a:pt x="867623" y="668618"/>
                  </a:lnTo>
                  <a:lnTo>
                    <a:pt x="866792" y="668540"/>
                  </a:lnTo>
                  <a:lnTo>
                    <a:pt x="866736" y="668393"/>
                  </a:lnTo>
                  <a:lnTo>
                    <a:pt x="866603" y="668219"/>
                  </a:lnTo>
                  <a:lnTo>
                    <a:pt x="866239" y="667920"/>
                  </a:lnTo>
                  <a:lnTo>
                    <a:pt x="865846" y="667939"/>
                  </a:lnTo>
                  <a:lnTo>
                    <a:pt x="865794" y="667593"/>
                  </a:lnTo>
                  <a:lnTo>
                    <a:pt x="865755" y="667447"/>
                  </a:lnTo>
                  <a:lnTo>
                    <a:pt x="865539" y="666962"/>
                  </a:lnTo>
                  <a:lnTo>
                    <a:pt x="865329" y="666928"/>
                  </a:lnTo>
                  <a:lnTo>
                    <a:pt x="864816" y="666886"/>
                  </a:lnTo>
                  <a:lnTo>
                    <a:pt x="864539" y="666696"/>
                  </a:lnTo>
                  <a:lnTo>
                    <a:pt x="864126" y="666453"/>
                  </a:lnTo>
                  <a:lnTo>
                    <a:pt x="864190" y="666273"/>
                  </a:lnTo>
                  <a:lnTo>
                    <a:pt x="863948" y="666175"/>
                  </a:lnTo>
                  <a:lnTo>
                    <a:pt x="863817" y="666298"/>
                  </a:lnTo>
                  <a:lnTo>
                    <a:pt x="863429" y="666232"/>
                  </a:lnTo>
                  <a:lnTo>
                    <a:pt x="862869" y="666181"/>
                  </a:lnTo>
                  <a:lnTo>
                    <a:pt x="862908" y="665967"/>
                  </a:lnTo>
                  <a:lnTo>
                    <a:pt x="863055" y="665668"/>
                  </a:lnTo>
                  <a:lnTo>
                    <a:pt x="863442" y="664992"/>
                  </a:lnTo>
                  <a:lnTo>
                    <a:pt x="863970" y="664605"/>
                  </a:lnTo>
                  <a:lnTo>
                    <a:pt x="864108" y="664325"/>
                  </a:lnTo>
                  <a:lnTo>
                    <a:pt x="864183" y="663579"/>
                  </a:lnTo>
                  <a:lnTo>
                    <a:pt x="864079" y="663323"/>
                  </a:lnTo>
                  <a:lnTo>
                    <a:pt x="863947" y="663289"/>
                  </a:lnTo>
                  <a:lnTo>
                    <a:pt x="863219" y="663124"/>
                  </a:lnTo>
                  <a:lnTo>
                    <a:pt x="862923" y="663184"/>
                  </a:lnTo>
                  <a:lnTo>
                    <a:pt x="862454" y="662841"/>
                  </a:lnTo>
                  <a:lnTo>
                    <a:pt x="861990" y="662320"/>
                  </a:lnTo>
                  <a:lnTo>
                    <a:pt x="861737" y="662092"/>
                  </a:lnTo>
                  <a:lnTo>
                    <a:pt x="861446" y="662080"/>
                  </a:lnTo>
                  <a:lnTo>
                    <a:pt x="861421" y="662257"/>
                  </a:lnTo>
                  <a:lnTo>
                    <a:pt x="861392" y="662598"/>
                  </a:lnTo>
                  <a:lnTo>
                    <a:pt x="861220" y="663048"/>
                  </a:lnTo>
                  <a:lnTo>
                    <a:pt x="861024" y="663365"/>
                  </a:lnTo>
                  <a:lnTo>
                    <a:pt x="860885" y="663762"/>
                  </a:lnTo>
                  <a:lnTo>
                    <a:pt x="860429" y="664077"/>
                  </a:lnTo>
                  <a:lnTo>
                    <a:pt x="859580" y="664537"/>
                  </a:lnTo>
                  <a:lnTo>
                    <a:pt x="859393" y="664530"/>
                  </a:lnTo>
                  <a:lnTo>
                    <a:pt x="859114" y="664602"/>
                  </a:lnTo>
                  <a:lnTo>
                    <a:pt x="858851" y="665068"/>
                  </a:lnTo>
                  <a:lnTo>
                    <a:pt x="858789" y="665222"/>
                  </a:lnTo>
                  <a:lnTo>
                    <a:pt x="857992" y="665585"/>
                  </a:lnTo>
                  <a:lnTo>
                    <a:pt x="857165" y="665673"/>
                  </a:lnTo>
                  <a:lnTo>
                    <a:pt x="856639" y="665912"/>
                  </a:lnTo>
                  <a:lnTo>
                    <a:pt x="856004" y="665822"/>
                  </a:lnTo>
                  <a:lnTo>
                    <a:pt x="855501" y="665915"/>
                  </a:lnTo>
                  <a:lnTo>
                    <a:pt x="855191" y="666134"/>
                  </a:lnTo>
                  <a:lnTo>
                    <a:pt x="854931" y="666570"/>
                  </a:lnTo>
                  <a:lnTo>
                    <a:pt x="854656" y="666797"/>
                  </a:lnTo>
                  <a:lnTo>
                    <a:pt x="853719" y="667355"/>
                  </a:lnTo>
                  <a:lnTo>
                    <a:pt x="853491" y="667361"/>
                  </a:lnTo>
                  <a:lnTo>
                    <a:pt x="853336" y="667400"/>
                  </a:lnTo>
                  <a:lnTo>
                    <a:pt x="852973" y="667558"/>
                  </a:lnTo>
                  <a:lnTo>
                    <a:pt x="852801" y="668134"/>
                  </a:lnTo>
                  <a:lnTo>
                    <a:pt x="852773" y="668317"/>
                  </a:lnTo>
                  <a:lnTo>
                    <a:pt x="852653" y="668636"/>
                  </a:lnTo>
                  <a:lnTo>
                    <a:pt x="852301" y="669086"/>
                  </a:lnTo>
                  <a:lnTo>
                    <a:pt x="852073" y="669252"/>
                  </a:lnTo>
                  <a:lnTo>
                    <a:pt x="851787" y="669577"/>
                  </a:lnTo>
                  <a:lnTo>
                    <a:pt x="851620" y="670044"/>
                  </a:lnTo>
                  <a:lnTo>
                    <a:pt x="851490" y="670486"/>
                  </a:lnTo>
                  <a:lnTo>
                    <a:pt x="851675" y="670882"/>
                  </a:lnTo>
                  <a:lnTo>
                    <a:pt x="852081" y="670868"/>
                  </a:lnTo>
                  <a:lnTo>
                    <a:pt x="852258" y="670818"/>
                  </a:lnTo>
                  <a:lnTo>
                    <a:pt x="852539" y="670946"/>
                  </a:lnTo>
                  <a:lnTo>
                    <a:pt x="852701" y="671146"/>
                  </a:lnTo>
                  <a:lnTo>
                    <a:pt x="853074" y="671839"/>
                  </a:lnTo>
                  <a:lnTo>
                    <a:pt x="853121" y="672082"/>
                  </a:lnTo>
                  <a:lnTo>
                    <a:pt x="853450" y="672502"/>
                  </a:lnTo>
                  <a:lnTo>
                    <a:pt x="853767" y="673177"/>
                  </a:lnTo>
                  <a:lnTo>
                    <a:pt x="853903" y="673606"/>
                  </a:lnTo>
                  <a:lnTo>
                    <a:pt x="854042" y="673778"/>
                  </a:lnTo>
                  <a:lnTo>
                    <a:pt x="854410" y="673958"/>
                  </a:lnTo>
                  <a:lnTo>
                    <a:pt x="854683" y="674010"/>
                  </a:lnTo>
                  <a:lnTo>
                    <a:pt x="855512" y="673912"/>
                  </a:lnTo>
                  <a:lnTo>
                    <a:pt x="856001" y="674226"/>
                  </a:lnTo>
                  <a:lnTo>
                    <a:pt x="856528" y="674583"/>
                  </a:lnTo>
                  <a:lnTo>
                    <a:pt x="856867" y="675176"/>
                  </a:lnTo>
                  <a:lnTo>
                    <a:pt x="856771" y="675625"/>
                  </a:lnTo>
                  <a:lnTo>
                    <a:pt x="856733" y="676369"/>
                  </a:lnTo>
                  <a:lnTo>
                    <a:pt x="856841" y="677022"/>
                  </a:lnTo>
                  <a:lnTo>
                    <a:pt x="856696" y="677343"/>
                  </a:lnTo>
                  <a:lnTo>
                    <a:pt x="856597" y="677777"/>
                  </a:lnTo>
                  <a:lnTo>
                    <a:pt x="856484" y="678174"/>
                  </a:lnTo>
                  <a:lnTo>
                    <a:pt x="856109" y="678575"/>
                  </a:lnTo>
                  <a:lnTo>
                    <a:pt x="856015" y="678856"/>
                  </a:lnTo>
                  <a:lnTo>
                    <a:pt x="855758" y="679292"/>
                  </a:lnTo>
                  <a:lnTo>
                    <a:pt x="855435" y="679687"/>
                  </a:lnTo>
                  <a:lnTo>
                    <a:pt x="855219" y="679886"/>
                  </a:lnTo>
                  <a:lnTo>
                    <a:pt x="854621" y="680399"/>
                  </a:lnTo>
                  <a:lnTo>
                    <a:pt x="854716" y="680636"/>
                  </a:lnTo>
                  <a:lnTo>
                    <a:pt x="854807" y="681227"/>
                  </a:lnTo>
                  <a:lnTo>
                    <a:pt x="854663" y="681534"/>
                  </a:lnTo>
                  <a:lnTo>
                    <a:pt x="854796" y="682076"/>
                  </a:lnTo>
                  <a:lnTo>
                    <a:pt x="854902" y="682299"/>
                  </a:lnTo>
                  <a:lnTo>
                    <a:pt x="854915" y="682487"/>
                  </a:lnTo>
                  <a:lnTo>
                    <a:pt x="854897" y="683180"/>
                  </a:lnTo>
                  <a:lnTo>
                    <a:pt x="854715" y="683671"/>
                  </a:lnTo>
                  <a:lnTo>
                    <a:pt x="854599" y="683961"/>
                  </a:lnTo>
                  <a:lnTo>
                    <a:pt x="854697" y="684335"/>
                  </a:lnTo>
                  <a:lnTo>
                    <a:pt x="854808" y="685029"/>
                  </a:lnTo>
                  <a:lnTo>
                    <a:pt x="854741" y="685201"/>
                  </a:lnTo>
                  <a:lnTo>
                    <a:pt x="854660" y="685458"/>
                  </a:lnTo>
                  <a:lnTo>
                    <a:pt x="854469" y="685876"/>
                  </a:lnTo>
                  <a:lnTo>
                    <a:pt x="854405" y="686012"/>
                  </a:lnTo>
                  <a:lnTo>
                    <a:pt x="854333" y="686205"/>
                  </a:lnTo>
                  <a:lnTo>
                    <a:pt x="854326" y="686706"/>
                  </a:lnTo>
                  <a:lnTo>
                    <a:pt x="854287" y="687213"/>
                  </a:lnTo>
                  <a:lnTo>
                    <a:pt x="854085" y="687660"/>
                  </a:lnTo>
                  <a:lnTo>
                    <a:pt x="853558" y="688040"/>
                  </a:lnTo>
                  <a:lnTo>
                    <a:pt x="853381" y="688282"/>
                  </a:lnTo>
                  <a:lnTo>
                    <a:pt x="853276" y="688673"/>
                  </a:lnTo>
                  <a:lnTo>
                    <a:pt x="853623" y="689112"/>
                  </a:lnTo>
                  <a:lnTo>
                    <a:pt x="853943" y="689226"/>
                  </a:lnTo>
                  <a:lnTo>
                    <a:pt x="854318" y="689468"/>
                  </a:lnTo>
                  <a:lnTo>
                    <a:pt x="854046" y="690079"/>
                  </a:lnTo>
                  <a:lnTo>
                    <a:pt x="853844" y="690209"/>
                  </a:lnTo>
                  <a:lnTo>
                    <a:pt x="854136" y="691180"/>
                  </a:lnTo>
                  <a:lnTo>
                    <a:pt x="853872" y="691377"/>
                  </a:lnTo>
                  <a:lnTo>
                    <a:pt x="853628" y="691827"/>
                  </a:lnTo>
                  <a:lnTo>
                    <a:pt x="853631" y="692046"/>
                  </a:lnTo>
                  <a:lnTo>
                    <a:pt x="853840" y="692599"/>
                  </a:lnTo>
                  <a:lnTo>
                    <a:pt x="853972" y="692788"/>
                  </a:lnTo>
                  <a:lnTo>
                    <a:pt x="854185" y="693169"/>
                  </a:lnTo>
                  <a:lnTo>
                    <a:pt x="854167" y="693626"/>
                  </a:lnTo>
                  <a:lnTo>
                    <a:pt x="853936" y="694094"/>
                  </a:lnTo>
                  <a:lnTo>
                    <a:pt x="854017" y="694542"/>
                  </a:lnTo>
                  <a:lnTo>
                    <a:pt x="854368" y="694772"/>
                  </a:lnTo>
                  <a:lnTo>
                    <a:pt x="854598" y="694882"/>
                  </a:lnTo>
                  <a:lnTo>
                    <a:pt x="854805" y="695114"/>
                  </a:lnTo>
                  <a:lnTo>
                    <a:pt x="855016" y="695357"/>
                  </a:lnTo>
                  <a:lnTo>
                    <a:pt x="855319" y="695951"/>
                  </a:lnTo>
                  <a:lnTo>
                    <a:pt x="855496" y="696052"/>
                  </a:lnTo>
                  <a:lnTo>
                    <a:pt x="855975" y="696263"/>
                  </a:lnTo>
                  <a:lnTo>
                    <a:pt x="856327" y="696286"/>
                  </a:lnTo>
                  <a:lnTo>
                    <a:pt x="857170" y="696736"/>
                  </a:lnTo>
                  <a:lnTo>
                    <a:pt x="857409" y="696771"/>
                  </a:lnTo>
                  <a:lnTo>
                    <a:pt x="858155" y="697161"/>
                  </a:lnTo>
                  <a:lnTo>
                    <a:pt x="858145" y="697464"/>
                  </a:lnTo>
                  <a:lnTo>
                    <a:pt x="858197" y="698151"/>
                  </a:lnTo>
                  <a:lnTo>
                    <a:pt x="858022" y="698310"/>
                  </a:lnTo>
                  <a:lnTo>
                    <a:pt x="857373" y="698266"/>
                  </a:lnTo>
                  <a:lnTo>
                    <a:pt x="857085" y="698165"/>
                  </a:lnTo>
                  <a:lnTo>
                    <a:pt x="856011" y="698160"/>
                  </a:lnTo>
                  <a:lnTo>
                    <a:pt x="856062" y="698627"/>
                  </a:lnTo>
                  <a:lnTo>
                    <a:pt x="856237" y="699052"/>
                  </a:lnTo>
                  <a:lnTo>
                    <a:pt x="856508" y="699408"/>
                  </a:lnTo>
                  <a:lnTo>
                    <a:pt x="856680" y="699506"/>
                  </a:lnTo>
                  <a:lnTo>
                    <a:pt x="856856" y="700073"/>
                  </a:lnTo>
                  <a:lnTo>
                    <a:pt x="857138" y="700094"/>
                  </a:lnTo>
                  <a:lnTo>
                    <a:pt x="857408" y="700293"/>
                  </a:lnTo>
                  <a:lnTo>
                    <a:pt x="857429" y="700874"/>
                  </a:lnTo>
                  <a:lnTo>
                    <a:pt x="857322" y="701035"/>
                  </a:lnTo>
                  <a:lnTo>
                    <a:pt x="857717" y="701851"/>
                  </a:lnTo>
                  <a:lnTo>
                    <a:pt x="857345" y="702215"/>
                  </a:lnTo>
                  <a:lnTo>
                    <a:pt x="857129" y="702319"/>
                  </a:lnTo>
                  <a:lnTo>
                    <a:pt x="856706" y="702553"/>
                  </a:lnTo>
                  <a:lnTo>
                    <a:pt x="856398" y="703165"/>
                  </a:lnTo>
                  <a:lnTo>
                    <a:pt x="856380" y="703500"/>
                  </a:lnTo>
                  <a:lnTo>
                    <a:pt x="856517" y="703966"/>
                  </a:lnTo>
                  <a:lnTo>
                    <a:pt x="856395" y="704535"/>
                  </a:lnTo>
                  <a:lnTo>
                    <a:pt x="855875" y="704796"/>
                  </a:lnTo>
                  <a:lnTo>
                    <a:pt x="855607" y="704881"/>
                  </a:lnTo>
                  <a:lnTo>
                    <a:pt x="855305" y="704832"/>
                  </a:lnTo>
                  <a:lnTo>
                    <a:pt x="854691" y="704902"/>
                  </a:lnTo>
                  <a:lnTo>
                    <a:pt x="854346" y="705128"/>
                  </a:lnTo>
                  <a:lnTo>
                    <a:pt x="854097" y="705371"/>
                  </a:lnTo>
                  <a:lnTo>
                    <a:pt x="854353" y="705668"/>
                  </a:lnTo>
                  <a:lnTo>
                    <a:pt x="854684" y="705807"/>
                  </a:lnTo>
                  <a:lnTo>
                    <a:pt x="854819" y="705965"/>
                  </a:lnTo>
                  <a:lnTo>
                    <a:pt x="854839" y="706435"/>
                  </a:lnTo>
                  <a:lnTo>
                    <a:pt x="854793" y="706639"/>
                  </a:lnTo>
                  <a:lnTo>
                    <a:pt x="854421" y="706951"/>
                  </a:lnTo>
                  <a:lnTo>
                    <a:pt x="854767" y="707570"/>
                  </a:lnTo>
                  <a:lnTo>
                    <a:pt x="854857" y="708128"/>
                  </a:lnTo>
                  <a:lnTo>
                    <a:pt x="854580" y="708467"/>
                  </a:lnTo>
                  <a:lnTo>
                    <a:pt x="854345" y="708281"/>
                  </a:lnTo>
                  <a:lnTo>
                    <a:pt x="854316" y="707993"/>
                  </a:lnTo>
                  <a:lnTo>
                    <a:pt x="854284" y="707834"/>
                  </a:lnTo>
                  <a:lnTo>
                    <a:pt x="854081" y="707861"/>
                  </a:lnTo>
                  <a:lnTo>
                    <a:pt x="854031" y="708066"/>
                  </a:lnTo>
                  <a:lnTo>
                    <a:pt x="853811" y="708466"/>
                  </a:lnTo>
                  <a:lnTo>
                    <a:pt x="853216" y="708521"/>
                  </a:lnTo>
                  <a:lnTo>
                    <a:pt x="852830" y="708478"/>
                  </a:lnTo>
                  <a:lnTo>
                    <a:pt x="852127" y="708577"/>
                  </a:lnTo>
                  <a:lnTo>
                    <a:pt x="851692" y="708684"/>
                  </a:lnTo>
                  <a:lnTo>
                    <a:pt x="851448" y="708912"/>
                  </a:lnTo>
                  <a:lnTo>
                    <a:pt x="851298" y="709216"/>
                  </a:lnTo>
                  <a:lnTo>
                    <a:pt x="851036" y="709208"/>
                  </a:lnTo>
                  <a:lnTo>
                    <a:pt x="850506" y="709439"/>
                  </a:lnTo>
                  <a:lnTo>
                    <a:pt x="850331" y="709600"/>
                  </a:lnTo>
                  <a:lnTo>
                    <a:pt x="850123" y="710102"/>
                  </a:lnTo>
                  <a:lnTo>
                    <a:pt x="849822" y="710274"/>
                  </a:lnTo>
                  <a:lnTo>
                    <a:pt x="849106" y="710197"/>
                  </a:lnTo>
                  <a:lnTo>
                    <a:pt x="848923" y="710124"/>
                  </a:lnTo>
                  <a:lnTo>
                    <a:pt x="848204" y="709823"/>
                  </a:lnTo>
                  <a:lnTo>
                    <a:pt x="847980" y="709807"/>
                  </a:lnTo>
                  <a:lnTo>
                    <a:pt x="847792" y="709829"/>
                  </a:lnTo>
                  <a:lnTo>
                    <a:pt x="847662" y="709866"/>
                  </a:lnTo>
                  <a:lnTo>
                    <a:pt x="847383" y="709961"/>
                  </a:lnTo>
                  <a:lnTo>
                    <a:pt x="847031" y="709890"/>
                  </a:lnTo>
                  <a:lnTo>
                    <a:pt x="846655" y="709872"/>
                  </a:lnTo>
                  <a:lnTo>
                    <a:pt x="846206" y="709979"/>
                  </a:lnTo>
                  <a:lnTo>
                    <a:pt x="845968" y="710043"/>
                  </a:lnTo>
                  <a:lnTo>
                    <a:pt x="845115" y="709865"/>
                  </a:lnTo>
                  <a:lnTo>
                    <a:pt x="844817" y="709842"/>
                  </a:lnTo>
                  <a:lnTo>
                    <a:pt x="844366" y="709988"/>
                  </a:lnTo>
                  <a:lnTo>
                    <a:pt x="844060" y="710015"/>
                  </a:lnTo>
                  <a:lnTo>
                    <a:pt x="843929" y="710024"/>
                  </a:lnTo>
                  <a:lnTo>
                    <a:pt x="843719" y="709977"/>
                  </a:lnTo>
                  <a:lnTo>
                    <a:pt x="843269" y="709765"/>
                  </a:lnTo>
                  <a:lnTo>
                    <a:pt x="843119" y="709680"/>
                  </a:lnTo>
                  <a:lnTo>
                    <a:pt x="842950" y="709569"/>
                  </a:lnTo>
                  <a:lnTo>
                    <a:pt x="842333" y="709544"/>
                  </a:lnTo>
                  <a:lnTo>
                    <a:pt x="841800" y="709508"/>
                  </a:lnTo>
                  <a:lnTo>
                    <a:pt x="841538" y="709378"/>
                  </a:lnTo>
                  <a:lnTo>
                    <a:pt x="840731" y="709407"/>
                  </a:lnTo>
                  <a:lnTo>
                    <a:pt x="840196" y="709147"/>
                  </a:lnTo>
                  <a:lnTo>
                    <a:pt x="840047" y="709223"/>
                  </a:lnTo>
                  <a:lnTo>
                    <a:pt x="839652" y="709669"/>
                  </a:lnTo>
                  <a:lnTo>
                    <a:pt x="839075" y="709503"/>
                  </a:lnTo>
                  <a:lnTo>
                    <a:pt x="838404" y="709739"/>
                  </a:lnTo>
                  <a:lnTo>
                    <a:pt x="838073" y="709598"/>
                  </a:lnTo>
                  <a:lnTo>
                    <a:pt x="837100" y="709504"/>
                  </a:lnTo>
                  <a:lnTo>
                    <a:pt x="836879" y="709125"/>
                  </a:lnTo>
                  <a:lnTo>
                    <a:pt x="836809" y="708720"/>
                  </a:lnTo>
                  <a:lnTo>
                    <a:pt x="836518" y="708211"/>
                  </a:lnTo>
                  <a:lnTo>
                    <a:pt x="836285" y="707982"/>
                  </a:lnTo>
                  <a:lnTo>
                    <a:pt x="835983" y="707265"/>
                  </a:lnTo>
                  <a:lnTo>
                    <a:pt x="835900" y="706996"/>
                  </a:lnTo>
                  <a:lnTo>
                    <a:pt x="836146" y="706718"/>
                  </a:lnTo>
                  <a:lnTo>
                    <a:pt x="836080" y="706205"/>
                  </a:lnTo>
                  <a:lnTo>
                    <a:pt x="835821" y="706569"/>
                  </a:lnTo>
                  <a:lnTo>
                    <a:pt x="835608" y="706671"/>
                  </a:lnTo>
                  <a:lnTo>
                    <a:pt x="835122" y="706634"/>
                  </a:lnTo>
                  <a:lnTo>
                    <a:pt x="835043" y="706853"/>
                  </a:lnTo>
                  <a:lnTo>
                    <a:pt x="834409" y="707022"/>
                  </a:lnTo>
                  <a:lnTo>
                    <a:pt x="834188" y="707047"/>
                  </a:lnTo>
                  <a:lnTo>
                    <a:pt x="833649" y="707193"/>
                  </a:lnTo>
                  <a:lnTo>
                    <a:pt x="833254" y="707536"/>
                  </a:lnTo>
                  <a:lnTo>
                    <a:pt x="833171" y="707701"/>
                  </a:lnTo>
                  <a:lnTo>
                    <a:pt x="833066" y="708105"/>
                  </a:lnTo>
                  <a:lnTo>
                    <a:pt x="832801" y="708506"/>
                  </a:lnTo>
                  <a:lnTo>
                    <a:pt x="832468" y="708685"/>
                  </a:lnTo>
                  <a:lnTo>
                    <a:pt x="832114" y="708732"/>
                  </a:lnTo>
                  <a:lnTo>
                    <a:pt x="831920" y="708699"/>
                  </a:lnTo>
                  <a:lnTo>
                    <a:pt x="831274" y="708562"/>
                  </a:lnTo>
                  <a:lnTo>
                    <a:pt x="830809" y="708186"/>
                  </a:lnTo>
                  <a:lnTo>
                    <a:pt x="830416" y="708333"/>
                  </a:lnTo>
                  <a:lnTo>
                    <a:pt x="830152" y="708082"/>
                  </a:lnTo>
                  <a:lnTo>
                    <a:pt x="829991" y="707896"/>
                  </a:lnTo>
                  <a:lnTo>
                    <a:pt x="829717" y="707586"/>
                  </a:lnTo>
                  <a:lnTo>
                    <a:pt x="828839" y="707704"/>
                  </a:lnTo>
                  <a:lnTo>
                    <a:pt x="828464" y="707700"/>
                  </a:lnTo>
                  <a:lnTo>
                    <a:pt x="827968" y="707662"/>
                  </a:lnTo>
                  <a:lnTo>
                    <a:pt x="827219" y="707569"/>
                  </a:lnTo>
                  <a:lnTo>
                    <a:pt x="826848" y="707693"/>
                  </a:lnTo>
                  <a:lnTo>
                    <a:pt x="826621" y="707658"/>
                  </a:lnTo>
                  <a:lnTo>
                    <a:pt x="826297" y="707500"/>
                  </a:lnTo>
                  <a:lnTo>
                    <a:pt x="825746" y="707475"/>
                  </a:lnTo>
                  <a:lnTo>
                    <a:pt x="824755" y="707481"/>
                  </a:lnTo>
                  <a:lnTo>
                    <a:pt x="824521" y="707623"/>
                  </a:lnTo>
                  <a:lnTo>
                    <a:pt x="824147" y="707298"/>
                  </a:lnTo>
                  <a:lnTo>
                    <a:pt x="823795" y="707228"/>
                  </a:lnTo>
                  <a:lnTo>
                    <a:pt x="823641" y="707473"/>
                  </a:lnTo>
                  <a:lnTo>
                    <a:pt x="823316" y="707770"/>
                  </a:lnTo>
                  <a:lnTo>
                    <a:pt x="822505" y="707741"/>
                  </a:lnTo>
                  <a:lnTo>
                    <a:pt x="822254" y="707704"/>
                  </a:lnTo>
                  <a:lnTo>
                    <a:pt x="821360" y="707822"/>
                  </a:lnTo>
                  <a:lnTo>
                    <a:pt x="820853" y="708062"/>
                  </a:lnTo>
                  <a:lnTo>
                    <a:pt x="820597" y="708104"/>
                  </a:lnTo>
                  <a:lnTo>
                    <a:pt x="820370" y="708117"/>
                  </a:lnTo>
                  <a:lnTo>
                    <a:pt x="820241" y="708123"/>
                  </a:lnTo>
                  <a:lnTo>
                    <a:pt x="819977" y="708136"/>
                  </a:lnTo>
                  <a:lnTo>
                    <a:pt x="819592" y="708541"/>
                  </a:lnTo>
                  <a:lnTo>
                    <a:pt x="819590" y="708947"/>
                  </a:lnTo>
                  <a:lnTo>
                    <a:pt x="819335" y="708856"/>
                  </a:lnTo>
                  <a:lnTo>
                    <a:pt x="819106" y="709116"/>
                  </a:lnTo>
                  <a:lnTo>
                    <a:pt x="818979" y="709311"/>
                  </a:lnTo>
                  <a:lnTo>
                    <a:pt x="818627" y="709285"/>
                  </a:lnTo>
                  <a:lnTo>
                    <a:pt x="818465" y="709267"/>
                  </a:lnTo>
                  <a:lnTo>
                    <a:pt x="817949" y="709193"/>
                  </a:lnTo>
                  <a:lnTo>
                    <a:pt x="817759" y="709010"/>
                  </a:lnTo>
                  <a:lnTo>
                    <a:pt x="817447" y="708604"/>
                  </a:lnTo>
                  <a:lnTo>
                    <a:pt x="817312" y="708265"/>
                  </a:lnTo>
                  <a:lnTo>
                    <a:pt x="817401" y="708111"/>
                  </a:lnTo>
                  <a:lnTo>
                    <a:pt x="817395" y="707957"/>
                  </a:lnTo>
                  <a:lnTo>
                    <a:pt x="817386" y="707829"/>
                  </a:lnTo>
                  <a:lnTo>
                    <a:pt x="817267" y="707264"/>
                  </a:lnTo>
                  <a:lnTo>
                    <a:pt x="817259" y="707002"/>
                  </a:lnTo>
                  <a:lnTo>
                    <a:pt x="817038" y="706562"/>
                  </a:lnTo>
                  <a:lnTo>
                    <a:pt x="817279" y="706411"/>
                  </a:lnTo>
                  <a:lnTo>
                    <a:pt x="817601" y="705890"/>
                  </a:lnTo>
                  <a:lnTo>
                    <a:pt x="817082" y="705610"/>
                  </a:lnTo>
                  <a:lnTo>
                    <a:pt x="817085" y="705108"/>
                  </a:lnTo>
                  <a:lnTo>
                    <a:pt x="817368" y="704413"/>
                  </a:lnTo>
                  <a:lnTo>
                    <a:pt x="817142" y="704163"/>
                  </a:lnTo>
                  <a:lnTo>
                    <a:pt x="816873" y="703884"/>
                  </a:lnTo>
                  <a:lnTo>
                    <a:pt x="816185" y="703207"/>
                  </a:lnTo>
                  <a:lnTo>
                    <a:pt x="815912" y="703132"/>
                  </a:lnTo>
                  <a:lnTo>
                    <a:pt x="815570" y="702982"/>
                  </a:lnTo>
                  <a:lnTo>
                    <a:pt x="815228" y="702806"/>
                  </a:lnTo>
                  <a:lnTo>
                    <a:pt x="814913" y="702635"/>
                  </a:lnTo>
                  <a:lnTo>
                    <a:pt x="814722" y="702708"/>
                  </a:lnTo>
                  <a:lnTo>
                    <a:pt x="814362" y="702657"/>
                  </a:lnTo>
                  <a:lnTo>
                    <a:pt x="814080" y="702592"/>
                  </a:lnTo>
                  <a:lnTo>
                    <a:pt x="813942" y="702440"/>
                  </a:lnTo>
                  <a:lnTo>
                    <a:pt x="814117" y="702020"/>
                  </a:lnTo>
                  <a:lnTo>
                    <a:pt x="814373" y="701798"/>
                  </a:lnTo>
                  <a:lnTo>
                    <a:pt x="814839" y="701712"/>
                  </a:lnTo>
                  <a:lnTo>
                    <a:pt x="815325" y="701595"/>
                  </a:lnTo>
                  <a:lnTo>
                    <a:pt x="815251" y="701266"/>
                  </a:lnTo>
                  <a:lnTo>
                    <a:pt x="815864" y="700780"/>
                  </a:lnTo>
                  <a:lnTo>
                    <a:pt x="815980" y="700551"/>
                  </a:lnTo>
                  <a:lnTo>
                    <a:pt x="815758" y="700012"/>
                  </a:lnTo>
                  <a:lnTo>
                    <a:pt x="815585" y="699822"/>
                  </a:lnTo>
                  <a:lnTo>
                    <a:pt x="815423" y="699391"/>
                  </a:lnTo>
                  <a:lnTo>
                    <a:pt x="815379" y="698877"/>
                  </a:lnTo>
                  <a:lnTo>
                    <a:pt x="815639" y="698424"/>
                  </a:lnTo>
                  <a:lnTo>
                    <a:pt x="815587" y="698121"/>
                  </a:lnTo>
                  <a:lnTo>
                    <a:pt x="815197" y="698080"/>
                  </a:lnTo>
                  <a:lnTo>
                    <a:pt x="814639" y="698401"/>
                  </a:lnTo>
                  <a:lnTo>
                    <a:pt x="814510" y="698336"/>
                  </a:lnTo>
                  <a:lnTo>
                    <a:pt x="814458" y="697913"/>
                  </a:lnTo>
                  <a:lnTo>
                    <a:pt x="814257" y="697874"/>
                  </a:lnTo>
                  <a:lnTo>
                    <a:pt x="813845" y="697847"/>
                  </a:lnTo>
                  <a:lnTo>
                    <a:pt x="813204" y="697659"/>
                  </a:lnTo>
                  <a:lnTo>
                    <a:pt x="812521" y="697466"/>
                  </a:lnTo>
                  <a:lnTo>
                    <a:pt x="812438" y="697246"/>
                  </a:lnTo>
                  <a:lnTo>
                    <a:pt x="812209" y="696894"/>
                  </a:lnTo>
                  <a:lnTo>
                    <a:pt x="811901" y="696240"/>
                  </a:lnTo>
                  <a:lnTo>
                    <a:pt x="811933" y="695204"/>
                  </a:lnTo>
                  <a:lnTo>
                    <a:pt x="812026" y="695005"/>
                  </a:lnTo>
                  <a:lnTo>
                    <a:pt x="811506" y="694639"/>
                  </a:lnTo>
                  <a:lnTo>
                    <a:pt x="811282" y="694235"/>
                  </a:lnTo>
                  <a:lnTo>
                    <a:pt x="811193" y="694102"/>
                  </a:lnTo>
                  <a:lnTo>
                    <a:pt x="810887" y="693852"/>
                  </a:lnTo>
                  <a:lnTo>
                    <a:pt x="810519" y="693586"/>
                  </a:lnTo>
                  <a:lnTo>
                    <a:pt x="810412" y="693456"/>
                  </a:lnTo>
                  <a:lnTo>
                    <a:pt x="810150" y="693227"/>
                  </a:lnTo>
                  <a:lnTo>
                    <a:pt x="809931" y="693151"/>
                  </a:lnTo>
                  <a:lnTo>
                    <a:pt x="809801" y="693070"/>
                  </a:lnTo>
                  <a:lnTo>
                    <a:pt x="809953" y="692856"/>
                  </a:lnTo>
                  <a:lnTo>
                    <a:pt x="809878" y="692467"/>
                  </a:lnTo>
                  <a:lnTo>
                    <a:pt x="809826" y="692268"/>
                  </a:lnTo>
                  <a:lnTo>
                    <a:pt x="809726" y="692081"/>
                  </a:lnTo>
                  <a:lnTo>
                    <a:pt x="809566" y="691900"/>
                  </a:lnTo>
                  <a:lnTo>
                    <a:pt x="809170" y="691125"/>
                  </a:lnTo>
                  <a:lnTo>
                    <a:pt x="808694" y="690858"/>
                  </a:lnTo>
                  <a:lnTo>
                    <a:pt x="808962" y="690302"/>
                  </a:lnTo>
                  <a:lnTo>
                    <a:pt x="808841" y="689349"/>
                  </a:lnTo>
                  <a:lnTo>
                    <a:pt x="808955" y="688902"/>
                  </a:lnTo>
                  <a:lnTo>
                    <a:pt x="809354" y="688556"/>
                  </a:lnTo>
                  <a:lnTo>
                    <a:pt x="809272" y="688301"/>
                  </a:lnTo>
                  <a:lnTo>
                    <a:pt x="809226" y="687927"/>
                  </a:lnTo>
                  <a:lnTo>
                    <a:pt x="809369" y="687863"/>
                  </a:lnTo>
                  <a:lnTo>
                    <a:pt x="809567" y="687774"/>
                  </a:lnTo>
                  <a:lnTo>
                    <a:pt x="809888" y="687535"/>
                  </a:lnTo>
                  <a:lnTo>
                    <a:pt x="810239" y="687338"/>
                  </a:lnTo>
                  <a:lnTo>
                    <a:pt x="810661" y="687144"/>
                  </a:lnTo>
                  <a:lnTo>
                    <a:pt x="810857" y="687300"/>
                  </a:lnTo>
                  <a:lnTo>
                    <a:pt x="811282" y="687523"/>
                  </a:lnTo>
                  <a:lnTo>
                    <a:pt x="811870" y="687251"/>
                  </a:lnTo>
                  <a:lnTo>
                    <a:pt x="812253" y="687254"/>
                  </a:lnTo>
                  <a:lnTo>
                    <a:pt x="812510" y="687355"/>
                  </a:lnTo>
                  <a:lnTo>
                    <a:pt x="812917" y="688324"/>
                  </a:lnTo>
                  <a:lnTo>
                    <a:pt x="812980" y="688844"/>
                  </a:lnTo>
                  <a:lnTo>
                    <a:pt x="813177" y="689102"/>
                  </a:lnTo>
                  <a:lnTo>
                    <a:pt x="813584" y="689547"/>
                  </a:lnTo>
                  <a:lnTo>
                    <a:pt x="814109" y="689583"/>
                  </a:lnTo>
                  <a:lnTo>
                    <a:pt x="814410" y="689471"/>
                  </a:lnTo>
                  <a:lnTo>
                    <a:pt x="814544" y="689187"/>
                  </a:lnTo>
                  <a:lnTo>
                    <a:pt x="814800" y="689051"/>
                  </a:lnTo>
                  <a:lnTo>
                    <a:pt x="815073" y="689012"/>
                  </a:lnTo>
                  <a:lnTo>
                    <a:pt x="815360" y="688797"/>
                  </a:lnTo>
                  <a:lnTo>
                    <a:pt x="815390" y="688517"/>
                  </a:lnTo>
                  <a:lnTo>
                    <a:pt x="815568" y="688042"/>
                  </a:lnTo>
                  <a:lnTo>
                    <a:pt x="815606" y="687760"/>
                  </a:lnTo>
                  <a:lnTo>
                    <a:pt x="815624" y="687559"/>
                  </a:lnTo>
                  <a:lnTo>
                    <a:pt x="815645" y="687251"/>
                  </a:lnTo>
                  <a:lnTo>
                    <a:pt x="815903" y="686852"/>
                  </a:lnTo>
                  <a:lnTo>
                    <a:pt x="815996" y="686548"/>
                  </a:lnTo>
                  <a:lnTo>
                    <a:pt x="816184" y="686228"/>
                  </a:lnTo>
                  <a:lnTo>
                    <a:pt x="816310" y="686089"/>
                  </a:lnTo>
                  <a:lnTo>
                    <a:pt x="816825" y="685892"/>
                  </a:lnTo>
                  <a:lnTo>
                    <a:pt x="816814" y="685726"/>
                  </a:lnTo>
                  <a:lnTo>
                    <a:pt x="816504" y="685439"/>
                  </a:lnTo>
                  <a:lnTo>
                    <a:pt x="816543" y="684700"/>
                  </a:lnTo>
                  <a:lnTo>
                    <a:pt x="816391" y="684476"/>
                  </a:lnTo>
                  <a:lnTo>
                    <a:pt x="815987" y="684371"/>
                  </a:lnTo>
                  <a:lnTo>
                    <a:pt x="815754" y="684148"/>
                  </a:lnTo>
                  <a:lnTo>
                    <a:pt x="815241" y="683758"/>
                  </a:lnTo>
                  <a:lnTo>
                    <a:pt x="815044" y="683475"/>
                  </a:lnTo>
                  <a:lnTo>
                    <a:pt x="814493" y="683007"/>
                  </a:lnTo>
                  <a:lnTo>
                    <a:pt x="814272" y="682907"/>
                  </a:lnTo>
                  <a:lnTo>
                    <a:pt x="813983" y="682774"/>
                  </a:lnTo>
                  <a:lnTo>
                    <a:pt x="813796" y="682566"/>
                  </a:lnTo>
                  <a:lnTo>
                    <a:pt x="813965" y="682170"/>
                  </a:lnTo>
                  <a:lnTo>
                    <a:pt x="814141" y="682145"/>
                  </a:lnTo>
                  <a:lnTo>
                    <a:pt x="814583" y="682011"/>
                  </a:lnTo>
                  <a:lnTo>
                    <a:pt x="815178" y="681771"/>
                  </a:lnTo>
                  <a:lnTo>
                    <a:pt x="815231" y="681538"/>
                  </a:lnTo>
                  <a:lnTo>
                    <a:pt x="815187" y="681176"/>
                  </a:lnTo>
                  <a:lnTo>
                    <a:pt x="815285" y="680694"/>
                  </a:lnTo>
                  <a:lnTo>
                    <a:pt x="815264" y="680564"/>
                  </a:lnTo>
                  <a:lnTo>
                    <a:pt x="815297" y="680171"/>
                  </a:lnTo>
                  <a:lnTo>
                    <a:pt x="815428" y="679594"/>
                  </a:lnTo>
                  <a:lnTo>
                    <a:pt x="815099" y="679411"/>
                  </a:lnTo>
                  <a:lnTo>
                    <a:pt x="814715" y="678782"/>
                  </a:lnTo>
                  <a:lnTo>
                    <a:pt x="813678" y="678663"/>
                  </a:lnTo>
                  <a:lnTo>
                    <a:pt x="813185" y="678686"/>
                  </a:lnTo>
                  <a:lnTo>
                    <a:pt x="812705" y="678732"/>
                  </a:lnTo>
                  <a:lnTo>
                    <a:pt x="812661" y="678404"/>
                  </a:lnTo>
                  <a:lnTo>
                    <a:pt x="813006" y="678255"/>
                  </a:lnTo>
                  <a:lnTo>
                    <a:pt x="813750" y="678070"/>
                  </a:lnTo>
                  <a:lnTo>
                    <a:pt x="814040" y="677922"/>
                  </a:lnTo>
                  <a:lnTo>
                    <a:pt x="814436" y="677867"/>
                  </a:lnTo>
                  <a:lnTo>
                    <a:pt x="814435" y="677439"/>
                  </a:lnTo>
                  <a:lnTo>
                    <a:pt x="814656" y="677240"/>
                  </a:lnTo>
                  <a:lnTo>
                    <a:pt x="814951" y="676929"/>
                  </a:lnTo>
                  <a:lnTo>
                    <a:pt x="814958" y="676734"/>
                  </a:lnTo>
                  <a:lnTo>
                    <a:pt x="814904" y="676573"/>
                  </a:lnTo>
                  <a:lnTo>
                    <a:pt x="814621" y="676397"/>
                  </a:lnTo>
                  <a:lnTo>
                    <a:pt x="814409" y="676329"/>
                  </a:lnTo>
                  <a:lnTo>
                    <a:pt x="814275" y="676225"/>
                  </a:lnTo>
                  <a:lnTo>
                    <a:pt x="813936" y="675407"/>
                  </a:lnTo>
                  <a:lnTo>
                    <a:pt x="813620" y="675256"/>
                  </a:lnTo>
                  <a:lnTo>
                    <a:pt x="813346" y="675258"/>
                  </a:lnTo>
                  <a:lnTo>
                    <a:pt x="812844" y="675071"/>
                  </a:lnTo>
                  <a:lnTo>
                    <a:pt x="812580" y="675147"/>
                  </a:lnTo>
                  <a:lnTo>
                    <a:pt x="812423" y="675215"/>
                  </a:lnTo>
                  <a:lnTo>
                    <a:pt x="812085" y="675462"/>
                  </a:lnTo>
                  <a:lnTo>
                    <a:pt x="811956" y="675599"/>
                  </a:lnTo>
                  <a:lnTo>
                    <a:pt x="811923" y="675953"/>
                  </a:lnTo>
                  <a:lnTo>
                    <a:pt x="812120" y="676690"/>
                  </a:lnTo>
                  <a:lnTo>
                    <a:pt x="811818" y="677129"/>
                  </a:lnTo>
                  <a:lnTo>
                    <a:pt x="811671" y="677281"/>
                  </a:lnTo>
                  <a:lnTo>
                    <a:pt x="810984" y="677709"/>
                  </a:lnTo>
                  <a:lnTo>
                    <a:pt x="809678" y="677920"/>
                  </a:lnTo>
                  <a:lnTo>
                    <a:pt x="809353" y="677783"/>
                  </a:lnTo>
                  <a:lnTo>
                    <a:pt x="808942" y="677709"/>
                  </a:lnTo>
                  <a:lnTo>
                    <a:pt x="808050" y="677187"/>
                  </a:lnTo>
                  <a:lnTo>
                    <a:pt x="808193" y="677181"/>
                  </a:lnTo>
                  <a:lnTo>
                    <a:pt x="808380" y="677194"/>
                  </a:lnTo>
                  <a:lnTo>
                    <a:pt x="808806" y="677128"/>
                  </a:lnTo>
                  <a:lnTo>
                    <a:pt x="809063" y="676923"/>
                  </a:lnTo>
                  <a:lnTo>
                    <a:pt x="809047" y="676612"/>
                  </a:lnTo>
                  <a:lnTo>
                    <a:pt x="809101" y="676327"/>
                  </a:lnTo>
                  <a:lnTo>
                    <a:pt x="809392" y="676508"/>
                  </a:lnTo>
                  <a:lnTo>
                    <a:pt x="809624" y="676540"/>
                  </a:lnTo>
                  <a:lnTo>
                    <a:pt x="809536" y="676141"/>
                  </a:lnTo>
                  <a:lnTo>
                    <a:pt x="809785" y="675578"/>
                  </a:lnTo>
                  <a:lnTo>
                    <a:pt x="809350" y="675231"/>
                  </a:lnTo>
                  <a:lnTo>
                    <a:pt x="809072" y="675118"/>
                  </a:lnTo>
                  <a:lnTo>
                    <a:pt x="808930" y="674996"/>
                  </a:lnTo>
                  <a:lnTo>
                    <a:pt x="808603" y="674832"/>
                  </a:lnTo>
                  <a:lnTo>
                    <a:pt x="808313" y="674913"/>
                  </a:lnTo>
                  <a:lnTo>
                    <a:pt x="807921" y="674857"/>
                  </a:lnTo>
                  <a:lnTo>
                    <a:pt x="807474" y="674545"/>
                  </a:lnTo>
                  <a:lnTo>
                    <a:pt x="807169" y="674009"/>
                  </a:lnTo>
                  <a:lnTo>
                    <a:pt x="807218" y="673400"/>
                  </a:lnTo>
                  <a:lnTo>
                    <a:pt x="807193" y="673196"/>
                  </a:lnTo>
                  <a:lnTo>
                    <a:pt x="807353" y="672704"/>
                  </a:lnTo>
                  <a:lnTo>
                    <a:pt x="807719" y="672330"/>
                  </a:lnTo>
                  <a:lnTo>
                    <a:pt x="807942" y="671708"/>
                  </a:lnTo>
                  <a:lnTo>
                    <a:pt x="807389" y="671288"/>
                  </a:lnTo>
                  <a:lnTo>
                    <a:pt x="807162" y="671229"/>
                  </a:lnTo>
                  <a:lnTo>
                    <a:pt x="806335" y="670922"/>
                  </a:lnTo>
                  <a:lnTo>
                    <a:pt x="805935" y="670724"/>
                  </a:lnTo>
                  <a:lnTo>
                    <a:pt x="805664" y="670658"/>
                  </a:lnTo>
                  <a:lnTo>
                    <a:pt x="805481" y="670658"/>
                  </a:lnTo>
                  <a:lnTo>
                    <a:pt x="805339" y="670683"/>
                  </a:lnTo>
                  <a:lnTo>
                    <a:pt x="804960" y="670314"/>
                  </a:lnTo>
                  <a:lnTo>
                    <a:pt x="804791" y="669984"/>
                  </a:lnTo>
                  <a:lnTo>
                    <a:pt x="804528" y="669846"/>
                  </a:lnTo>
                  <a:lnTo>
                    <a:pt x="804113" y="669728"/>
                  </a:lnTo>
                  <a:lnTo>
                    <a:pt x="803792" y="669476"/>
                  </a:lnTo>
                  <a:lnTo>
                    <a:pt x="803561" y="669267"/>
                  </a:lnTo>
                  <a:lnTo>
                    <a:pt x="802822" y="668877"/>
                  </a:lnTo>
                  <a:lnTo>
                    <a:pt x="802519" y="668695"/>
                  </a:lnTo>
                  <a:lnTo>
                    <a:pt x="802388" y="668383"/>
                  </a:lnTo>
                  <a:lnTo>
                    <a:pt x="802894" y="668026"/>
                  </a:lnTo>
                  <a:lnTo>
                    <a:pt x="803467" y="667863"/>
                  </a:lnTo>
                  <a:lnTo>
                    <a:pt x="803675" y="667885"/>
                  </a:lnTo>
                  <a:lnTo>
                    <a:pt x="804090" y="667390"/>
                  </a:lnTo>
                  <a:lnTo>
                    <a:pt x="804372" y="667319"/>
                  </a:lnTo>
                  <a:lnTo>
                    <a:pt x="804572" y="667292"/>
                  </a:lnTo>
                  <a:lnTo>
                    <a:pt x="804805" y="667265"/>
                  </a:lnTo>
                  <a:lnTo>
                    <a:pt x="805133" y="667139"/>
                  </a:lnTo>
                  <a:lnTo>
                    <a:pt x="805800" y="666717"/>
                  </a:lnTo>
                  <a:lnTo>
                    <a:pt x="805783" y="666179"/>
                  </a:lnTo>
                  <a:lnTo>
                    <a:pt x="805717" y="665575"/>
                  </a:lnTo>
                  <a:lnTo>
                    <a:pt x="805270" y="665352"/>
                  </a:lnTo>
                  <a:lnTo>
                    <a:pt x="804948" y="665364"/>
                  </a:lnTo>
                  <a:lnTo>
                    <a:pt x="804556" y="665072"/>
                  </a:lnTo>
                  <a:lnTo>
                    <a:pt x="804447" y="664888"/>
                  </a:lnTo>
                  <a:lnTo>
                    <a:pt x="804035" y="664648"/>
                  </a:lnTo>
                  <a:lnTo>
                    <a:pt x="803856" y="663896"/>
                  </a:lnTo>
                  <a:lnTo>
                    <a:pt x="803873" y="663768"/>
                  </a:lnTo>
                  <a:lnTo>
                    <a:pt x="804194" y="662990"/>
                  </a:lnTo>
                  <a:lnTo>
                    <a:pt x="804483" y="662874"/>
                  </a:lnTo>
                  <a:lnTo>
                    <a:pt x="804702" y="662543"/>
                  </a:lnTo>
                  <a:lnTo>
                    <a:pt x="804474" y="662146"/>
                  </a:lnTo>
                  <a:lnTo>
                    <a:pt x="804342" y="662024"/>
                  </a:lnTo>
                  <a:lnTo>
                    <a:pt x="804231" y="661490"/>
                  </a:lnTo>
                  <a:lnTo>
                    <a:pt x="804064" y="661297"/>
                  </a:lnTo>
                  <a:lnTo>
                    <a:pt x="803691" y="660936"/>
                  </a:lnTo>
                  <a:lnTo>
                    <a:pt x="803409" y="660832"/>
                  </a:lnTo>
                  <a:lnTo>
                    <a:pt x="802920" y="660644"/>
                  </a:lnTo>
                  <a:lnTo>
                    <a:pt x="802797" y="660463"/>
                  </a:lnTo>
                  <a:lnTo>
                    <a:pt x="802607" y="660270"/>
                  </a:lnTo>
                  <a:lnTo>
                    <a:pt x="802421" y="660244"/>
                  </a:lnTo>
                  <a:lnTo>
                    <a:pt x="802094" y="660214"/>
                  </a:lnTo>
                  <a:lnTo>
                    <a:pt x="801258" y="659291"/>
                  </a:lnTo>
                  <a:lnTo>
                    <a:pt x="801250" y="659130"/>
                  </a:lnTo>
                  <a:lnTo>
                    <a:pt x="801200" y="658812"/>
                  </a:lnTo>
                  <a:lnTo>
                    <a:pt x="800691" y="658326"/>
                  </a:lnTo>
                  <a:lnTo>
                    <a:pt x="800311" y="658119"/>
                  </a:lnTo>
                  <a:lnTo>
                    <a:pt x="799965" y="657982"/>
                  </a:lnTo>
                  <a:lnTo>
                    <a:pt x="799813" y="657928"/>
                  </a:lnTo>
                  <a:lnTo>
                    <a:pt x="799606" y="657821"/>
                  </a:lnTo>
                  <a:lnTo>
                    <a:pt x="798918" y="657509"/>
                  </a:lnTo>
                  <a:lnTo>
                    <a:pt x="798675" y="657463"/>
                  </a:lnTo>
                  <a:lnTo>
                    <a:pt x="798547" y="657168"/>
                  </a:lnTo>
                  <a:lnTo>
                    <a:pt x="798470" y="656442"/>
                  </a:lnTo>
                  <a:lnTo>
                    <a:pt x="797518" y="655156"/>
                  </a:lnTo>
                  <a:lnTo>
                    <a:pt x="797345" y="654861"/>
                  </a:lnTo>
                  <a:lnTo>
                    <a:pt x="797191" y="654478"/>
                  </a:lnTo>
                  <a:lnTo>
                    <a:pt x="796826" y="654213"/>
                  </a:lnTo>
                  <a:lnTo>
                    <a:pt x="796030" y="653922"/>
                  </a:lnTo>
                  <a:lnTo>
                    <a:pt x="795519" y="653293"/>
                  </a:lnTo>
                  <a:lnTo>
                    <a:pt x="795672" y="652972"/>
                  </a:lnTo>
                  <a:lnTo>
                    <a:pt x="795880" y="652690"/>
                  </a:lnTo>
                  <a:lnTo>
                    <a:pt x="795744" y="652117"/>
                  </a:lnTo>
                  <a:lnTo>
                    <a:pt x="795470" y="652171"/>
                  </a:lnTo>
                  <a:lnTo>
                    <a:pt x="795307" y="652163"/>
                  </a:lnTo>
                  <a:lnTo>
                    <a:pt x="794915" y="652284"/>
                  </a:lnTo>
                  <a:lnTo>
                    <a:pt x="794226" y="652510"/>
                  </a:lnTo>
                  <a:lnTo>
                    <a:pt x="793834" y="652819"/>
                  </a:lnTo>
                  <a:lnTo>
                    <a:pt x="793436" y="652865"/>
                  </a:lnTo>
                  <a:lnTo>
                    <a:pt x="792646" y="653045"/>
                  </a:lnTo>
                  <a:lnTo>
                    <a:pt x="792426" y="653184"/>
                  </a:lnTo>
                  <a:lnTo>
                    <a:pt x="792124" y="653372"/>
                  </a:lnTo>
                  <a:lnTo>
                    <a:pt x="790628" y="653598"/>
                  </a:lnTo>
                  <a:lnTo>
                    <a:pt x="789870" y="653323"/>
                  </a:lnTo>
                  <a:lnTo>
                    <a:pt x="789151" y="653222"/>
                  </a:lnTo>
                  <a:lnTo>
                    <a:pt x="787849" y="652664"/>
                  </a:lnTo>
                  <a:lnTo>
                    <a:pt x="787555" y="652620"/>
                  </a:lnTo>
                  <a:lnTo>
                    <a:pt x="787307" y="652616"/>
                  </a:lnTo>
                  <a:lnTo>
                    <a:pt x="786963" y="652608"/>
                  </a:lnTo>
                  <a:lnTo>
                    <a:pt x="786652" y="652599"/>
                  </a:lnTo>
                  <a:lnTo>
                    <a:pt x="786460" y="652593"/>
                  </a:lnTo>
                  <a:lnTo>
                    <a:pt x="786047" y="652551"/>
                  </a:lnTo>
                  <a:lnTo>
                    <a:pt x="785683" y="652676"/>
                  </a:lnTo>
                  <a:lnTo>
                    <a:pt x="785528" y="652859"/>
                  </a:lnTo>
                  <a:lnTo>
                    <a:pt x="785056" y="653186"/>
                  </a:lnTo>
                  <a:lnTo>
                    <a:pt x="784503" y="652916"/>
                  </a:lnTo>
                  <a:lnTo>
                    <a:pt x="784245" y="652932"/>
                  </a:lnTo>
                  <a:lnTo>
                    <a:pt x="784061" y="652942"/>
                  </a:lnTo>
                  <a:lnTo>
                    <a:pt x="783572" y="652797"/>
                  </a:lnTo>
                  <a:lnTo>
                    <a:pt x="783137" y="652732"/>
                  </a:lnTo>
                  <a:lnTo>
                    <a:pt x="782465" y="653298"/>
                  </a:lnTo>
                  <a:lnTo>
                    <a:pt x="782246" y="653365"/>
                  </a:lnTo>
                  <a:lnTo>
                    <a:pt x="781934" y="653453"/>
                  </a:lnTo>
                  <a:lnTo>
                    <a:pt x="781783" y="653690"/>
                  </a:lnTo>
                  <a:lnTo>
                    <a:pt x="781771" y="654073"/>
                  </a:lnTo>
                  <a:lnTo>
                    <a:pt x="781577" y="654776"/>
                  </a:lnTo>
                  <a:lnTo>
                    <a:pt x="781013" y="655064"/>
                  </a:lnTo>
                  <a:lnTo>
                    <a:pt x="780504" y="655350"/>
                  </a:lnTo>
                  <a:lnTo>
                    <a:pt x="780174" y="655736"/>
                  </a:lnTo>
                  <a:lnTo>
                    <a:pt x="779990" y="656441"/>
                  </a:lnTo>
                  <a:lnTo>
                    <a:pt x="780203" y="656431"/>
                  </a:lnTo>
                  <a:lnTo>
                    <a:pt x="780379" y="656395"/>
                  </a:lnTo>
                  <a:lnTo>
                    <a:pt x="780923" y="656669"/>
                  </a:lnTo>
                  <a:lnTo>
                    <a:pt x="780967" y="657235"/>
                  </a:lnTo>
                  <a:lnTo>
                    <a:pt x="780791" y="657808"/>
                  </a:lnTo>
                  <a:lnTo>
                    <a:pt x="780838" y="658173"/>
                  </a:lnTo>
                  <a:lnTo>
                    <a:pt x="780813" y="658470"/>
                  </a:lnTo>
                  <a:lnTo>
                    <a:pt x="780595" y="658578"/>
                  </a:lnTo>
                  <a:lnTo>
                    <a:pt x="780148" y="658704"/>
                  </a:lnTo>
                  <a:lnTo>
                    <a:pt x="779967" y="658901"/>
                  </a:lnTo>
                  <a:lnTo>
                    <a:pt x="779786" y="658938"/>
                  </a:lnTo>
                  <a:lnTo>
                    <a:pt x="779212" y="658925"/>
                  </a:lnTo>
                  <a:lnTo>
                    <a:pt x="778502" y="658977"/>
                  </a:lnTo>
                  <a:lnTo>
                    <a:pt x="778011" y="658926"/>
                  </a:lnTo>
                  <a:lnTo>
                    <a:pt x="777520" y="658830"/>
                  </a:lnTo>
                  <a:lnTo>
                    <a:pt x="777390" y="658640"/>
                  </a:lnTo>
                  <a:lnTo>
                    <a:pt x="777197" y="658587"/>
                  </a:lnTo>
                  <a:lnTo>
                    <a:pt x="776689" y="658517"/>
                  </a:lnTo>
                  <a:lnTo>
                    <a:pt x="776393" y="658365"/>
                  </a:lnTo>
                  <a:lnTo>
                    <a:pt x="775733" y="658051"/>
                  </a:lnTo>
                  <a:lnTo>
                    <a:pt x="775470" y="658019"/>
                  </a:lnTo>
                  <a:lnTo>
                    <a:pt x="775292" y="658065"/>
                  </a:lnTo>
                  <a:lnTo>
                    <a:pt x="774859" y="658329"/>
                  </a:lnTo>
                  <a:lnTo>
                    <a:pt x="774511" y="658335"/>
                  </a:lnTo>
                  <a:lnTo>
                    <a:pt x="774362" y="658327"/>
                  </a:lnTo>
                  <a:lnTo>
                    <a:pt x="774180" y="658338"/>
                  </a:lnTo>
                  <a:lnTo>
                    <a:pt x="773298" y="658430"/>
                  </a:lnTo>
                  <a:lnTo>
                    <a:pt x="772667" y="658616"/>
                  </a:lnTo>
                  <a:lnTo>
                    <a:pt x="771651" y="658688"/>
                  </a:lnTo>
                  <a:lnTo>
                    <a:pt x="771147" y="658707"/>
                  </a:lnTo>
                  <a:lnTo>
                    <a:pt x="770960" y="658672"/>
                  </a:lnTo>
                  <a:lnTo>
                    <a:pt x="770786" y="658639"/>
                  </a:lnTo>
                  <a:lnTo>
                    <a:pt x="769409" y="658400"/>
                  </a:lnTo>
                  <a:lnTo>
                    <a:pt x="769269" y="658357"/>
                  </a:lnTo>
                  <a:lnTo>
                    <a:pt x="769111" y="658266"/>
                  </a:lnTo>
                  <a:lnTo>
                    <a:pt x="768970" y="658155"/>
                  </a:lnTo>
                  <a:lnTo>
                    <a:pt x="768414" y="658021"/>
                  </a:lnTo>
                  <a:lnTo>
                    <a:pt x="768151" y="658543"/>
                  </a:lnTo>
                  <a:lnTo>
                    <a:pt x="768054" y="658742"/>
                  </a:lnTo>
                  <a:lnTo>
                    <a:pt x="767890" y="658935"/>
                  </a:lnTo>
                  <a:lnTo>
                    <a:pt x="767697" y="659000"/>
                  </a:lnTo>
                  <a:lnTo>
                    <a:pt x="767239" y="659137"/>
                  </a:lnTo>
                  <a:lnTo>
                    <a:pt x="766960" y="659202"/>
                  </a:lnTo>
                  <a:lnTo>
                    <a:pt x="766779" y="659212"/>
                  </a:lnTo>
                  <a:lnTo>
                    <a:pt x="766435" y="659127"/>
                  </a:lnTo>
                  <a:lnTo>
                    <a:pt x="765768" y="659029"/>
                  </a:lnTo>
                  <a:lnTo>
                    <a:pt x="765369" y="659199"/>
                  </a:lnTo>
                  <a:lnTo>
                    <a:pt x="765236" y="659408"/>
                  </a:lnTo>
                  <a:lnTo>
                    <a:pt x="765238" y="659753"/>
                  </a:lnTo>
                  <a:lnTo>
                    <a:pt x="765089" y="660098"/>
                  </a:lnTo>
                  <a:lnTo>
                    <a:pt x="764863" y="660398"/>
                  </a:lnTo>
                  <a:lnTo>
                    <a:pt x="764720" y="660484"/>
                  </a:lnTo>
                  <a:lnTo>
                    <a:pt x="764415" y="660439"/>
                  </a:lnTo>
                  <a:lnTo>
                    <a:pt x="764110" y="660350"/>
                  </a:lnTo>
                  <a:lnTo>
                    <a:pt x="763813" y="660366"/>
                  </a:lnTo>
                  <a:lnTo>
                    <a:pt x="763143" y="660768"/>
                  </a:lnTo>
                  <a:lnTo>
                    <a:pt x="762461" y="661133"/>
                  </a:lnTo>
                  <a:lnTo>
                    <a:pt x="762220" y="661290"/>
                  </a:lnTo>
                  <a:lnTo>
                    <a:pt x="761555" y="661721"/>
                  </a:lnTo>
                  <a:lnTo>
                    <a:pt x="761095" y="662044"/>
                  </a:lnTo>
                  <a:lnTo>
                    <a:pt x="760834" y="662151"/>
                  </a:lnTo>
                  <a:lnTo>
                    <a:pt x="761018" y="662301"/>
                  </a:lnTo>
                  <a:lnTo>
                    <a:pt x="760880" y="662516"/>
                  </a:lnTo>
                  <a:lnTo>
                    <a:pt x="760700" y="662794"/>
                  </a:lnTo>
                  <a:lnTo>
                    <a:pt x="760575" y="662981"/>
                  </a:lnTo>
                  <a:lnTo>
                    <a:pt x="760516" y="663154"/>
                  </a:lnTo>
                  <a:lnTo>
                    <a:pt x="760453" y="663632"/>
                  </a:lnTo>
                  <a:lnTo>
                    <a:pt x="760650" y="664438"/>
                  </a:lnTo>
                  <a:lnTo>
                    <a:pt x="760732" y="664604"/>
                  </a:lnTo>
                  <a:lnTo>
                    <a:pt x="760982" y="665150"/>
                  </a:lnTo>
                  <a:lnTo>
                    <a:pt x="761058" y="665331"/>
                  </a:lnTo>
                  <a:lnTo>
                    <a:pt x="761252" y="665880"/>
                  </a:lnTo>
                  <a:lnTo>
                    <a:pt x="761406" y="666429"/>
                  </a:lnTo>
                  <a:lnTo>
                    <a:pt x="761462" y="666734"/>
                  </a:lnTo>
                  <a:lnTo>
                    <a:pt x="761353" y="667347"/>
                  </a:lnTo>
                  <a:lnTo>
                    <a:pt x="761283" y="667748"/>
                  </a:lnTo>
                  <a:lnTo>
                    <a:pt x="761298" y="668625"/>
                  </a:lnTo>
                  <a:lnTo>
                    <a:pt x="761567" y="668790"/>
                  </a:lnTo>
                  <a:lnTo>
                    <a:pt x="761762" y="668975"/>
                  </a:lnTo>
                  <a:lnTo>
                    <a:pt x="761732" y="669158"/>
                  </a:lnTo>
                  <a:lnTo>
                    <a:pt x="761703" y="669342"/>
                  </a:lnTo>
                  <a:lnTo>
                    <a:pt x="761822" y="669642"/>
                  </a:lnTo>
                  <a:lnTo>
                    <a:pt x="762002" y="669948"/>
                  </a:lnTo>
                  <a:lnTo>
                    <a:pt x="761967" y="670349"/>
                  </a:lnTo>
                  <a:lnTo>
                    <a:pt x="761825" y="670637"/>
                  </a:lnTo>
                  <a:lnTo>
                    <a:pt x="761555" y="670735"/>
                  </a:lnTo>
                  <a:lnTo>
                    <a:pt x="761194" y="670865"/>
                  </a:lnTo>
                  <a:lnTo>
                    <a:pt x="761019" y="670803"/>
                  </a:lnTo>
                  <a:lnTo>
                    <a:pt x="760751" y="670708"/>
                  </a:lnTo>
                  <a:lnTo>
                    <a:pt x="760391" y="670580"/>
                  </a:lnTo>
                  <a:lnTo>
                    <a:pt x="760213" y="670627"/>
                  </a:lnTo>
                  <a:lnTo>
                    <a:pt x="759945" y="670700"/>
                  </a:lnTo>
                  <a:lnTo>
                    <a:pt x="759676" y="670769"/>
                  </a:lnTo>
                  <a:lnTo>
                    <a:pt x="759407" y="670810"/>
                  </a:lnTo>
                  <a:lnTo>
                    <a:pt x="759391" y="670627"/>
                  </a:lnTo>
                  <a:lnTo>
                    <a:pt x="759374" y="670446"/>
                  </a:lnTo>
                  <a:lnTo>
                    <a:pt x="758992" y="670431"/>
                  </a:lnTo>
                  <a:lnTo>
                    <a:pt x="758725" y="670421"/>
                  </a:lnTo>
                  <a:lnTo>
                    <a:pt x="758458" y="670401"/>
                  </a:lnTo>
                  <a:lnTo>
                    <a:pt x="758190" y="670379"/>
                  </a:lnTo>
                  <a:lnTo>
                    <a:pt x="757880" y="670350"/>
                  </a:lnTo>
                  <a:lnTo>
                    <a:pt x="757658" y="670300"/>
                  </a:lnTo>
                  <a:lnTo>
                    <a:pt x="757392" y="670234"/>
                  </a:lnTo>
                  <a:lnTo>
                    <a:pt x="756858" y="670100"/>
                  </a:lnTo>
                  <a:lnTo>
                    <a:pt x="756593" y="670116"/>
                  </a:lnTo>
                  <a:lnTo>
                    <a:pt x="756723" y="670298"/>
                  </a:lnTo>
                  <a:lnTo>
                    <a:pt x="756857" y="670481"/>
                  </a:lnTo>
                  <a:lnTo>
                    <a:pt x="756992" y="670664"/>
                  </a:lnTo>
                  <a:lnTo>
                    <a:pt x="757258" y="671030"/>
                  </a:lnTo>
                  <a:lnTo>
                    <a:pt x="757515" y="671395"/>
                  </a:lnTo>
                  <a:lnTo>
                    <a:pt x="757776" y="671771"/>
                  </a:lnTo>
                  <a:lnTo>
                    <a:pt x="757889" y="671934"/>
                  </a:lnTo>
                  <a:lnTo>
                    <a:pt x="757994" y="672086"/>
                  </a:lnTo>
                  <a:lnTo>
                    <a:pt x="758212" y="672310"/>
                  </a:lnTo>
                  <a:lnTo>
                    <a:pt x="758596" y="672296"/>
                  </a:lnTo>
                  <a:lnTo>
                    <a:pt x="758880" y="672275"/>
                  </a:lnTo>
                  <a:lnTo>
                    <a:pt x="759127" y="672295"/>
                  </a:lnTo>
                  <a:lnTo>
                    <a:pt x="759219" y="672535"/>
                  </a:lnTo>
                  <a:lnTo>
                    <a:pt x="759290" y="672719"/>
                  </a:lnTo>
                  <a:lnTo>
                    <a:pt x="759354" y="672882"/>
                  </a:lnTo>
                  <a:lnTo>
                    <a:pt x="759432" y="673077"/>
                  </a:lnTo>
                  <a:lnTo>
                    <a:pt x="760056" y="673552"/>
                  </a:lnTo>
                  <a:lnTo>
                    <a:pt x="759946" y="673810"/>
                  </a:lnTo>
                  <a:lnTo>
                    <a:pt x="760121" y="673931"/>
                  </a:lnTo>
                  <a:lnTo>
                    <a:pt x="760283" y="674043"/>
                  </a:lnTo>
                  <a:lnTo>
                    <a:pt x="760540" y="674250"/>
                  </a:lnTo>
                  <a:lnTo>
                    <a:pt x="760728" y="674495"/>
                  </a:lnTo>
                  <a:lnTo>
                    <a:pt x="760721" y="674747"/>
                  </a:lnTo>
                  <a:lnTo>
                    <a:pt x="760667" y="675290"/>
                  </a:lnTo>
                  <a:lnTo>
                    <a:pt x="760351" y="675702"/>
                  </a:lnTo>
                  <a:lnTo>
                    <a:pt x="760267" y="675979"/>
                  </a:lnTo>
                  <a:lnTo>
                    <a:pt x="760331" y="676143"/>
                  </a:lnTo>
                  <a:lnTo>
                    <a:pt x="760513" y="676410"/>
                  </a:lnTo>
                  <a:lnTo>
                    <a:pt x="760565" y="676735"/>
                  </a:lnTo>
                  <a:lnTo>
                    <a:pt x="760449" y="677087"/>
                  </a:lnTo>
                  <a:lnTo>
                    <a:pt x="760421" y="678141"/>
                  </a:lnTo>
                  <a:lnTo>
                    <a:pt x="760362" y="678376"/>
                  </a:lnTo>
                  <a:lnTo>
                    <a:pt x="760224" y="678549"/>
                  </a:lnTo>
                  <a:lnTo>
                    <a:pt x="760091" y="678659"/>
                  </a:lnTo>
                  <a:lnTo>
                    <a:pt x="759525" y="678954"/>
                  </a:lnTo>
                  <a:lnTo>
                    <a:pt x="758949" y="678925"/>
                  </a:lnTo>
                  <a:lnTo>
                    <a:pt x="758666" y="679356"/>
                  </a:lnTo>
                  <a:lnTo>
                    <a:pt x="758335" y="679517"/>
                  </a:lnTo>
                  <a:lnTo>
                    <a:pt x="756616" y="680194"/>
                  </a:lnTo>
                  <a:lnTo>
                    <a:pt x="756124" y="679383"/>
                  </a:lnTo>
                  <a:lnTo>
                    <a:pt x="755896" y="679291"/>
                  </a:lnTo>
                  <a:lnTo>
                    <a:pt x="755560" y="679396"/>
                  </a:lnTo>
                  <a:lnTo>
                    <a:pt x="755105" y="679899"/>
                  </a:lnTo>
                  <a:lnTo>
                    <a:pt x="754663" y="680532"/>
                  </a:lnTo>
                  <a:lnTo>
                    <a:pt x="754564" y="680773"/>
                  </a:lnTo>
                  <a:lnTo>
                    <a:pt x="754266" y="681199"/>
                  </a:lnTo>
                  <a:lnTo>
                    <a:pt x="753076" y="681309"/>
                  </a:lnTo>
                  <a:lnTo>
                    <a:pt x="753107" y="681536"/>
                  </a:lnTo>
                  <a:lnTo>
                    <a:pt x="752109" y="681400"/>
                  </a:lnTo>
                  <a:lnTo>
                    <a:pt x="751950" y="681403"/>
                  </a:lnTo>
                  <a:lnTo>
                    <a:pt x="751782" y="681435"/>
                  </a:lnTo>
                  <a:lnTo>
                    <a:pt x="751637" y="681499"/>
                  </a:lnTo>
                  <a:lnTo>
                    <a:pt x="751274" y="681866"/>
                  </a:lnTo>
                  <a:lnTo>
                    <a:pt x="750393" y="682040"/>
                  </a:lnTo>
                  <a:lnTo>
                    <a:pt x="750197" y="681976"/>
                  </a:lnTo>
                  <a:lnTo>
                    <a:pt x="749892" y="682027"/>
                  </a:lnTo>
                  <a:lnTo>
                    <a:pt x="749645" y="681950"/>
                  </a:lnTo>
                  <a:lnTo>
                    <a:pt x="748983" y="682370"/>
                  </a:lnTo>
                  <a:lnTo>
                    <a:pt x="748388" y="682174"/>
                  </a:lnTo>
                  <a:lnTo>
                    <a:pt x="747822" y="682115"/>
                  </a:lnTo>
                  <a:lnTo>
                    <a:pt x="747579" y="682079"/>
                  </a:lnTo>
                  <a:lnTo>
                    <a:pt x="747383" y="682013"/>
                  </a:lnTo>
                  <a:lnTo>
                    <a:pt x="746936" y="681065"/>
                  </a:lnTo>
                  <a:lnTo>
                    <a:pt x="746563" y="680848"/>
                  </a:lnTo>
                  <a:lnTo>
                    <a:pt x="746426" y="680678"/>
                  </a:lnTo>
                  <a:lnTo>
                    <a:pt x="746142" y="680423"/>
                  </a:lnTo>
                  <a:lnTo>
                    <a:pt x="745741" y="680072"/>
                  </a:lnTo>
                  <a:lnTo>
                    <a:pt x="745251" y="680015"/>
                  </a:lnTo>
                  <a:lnTo>
                    <a:pt x="745124" y="680345"/>
                  </a:lnTo>
                  <a:lnTo>
                    <a:pt x="744876" y="680526"/>
                  </a:lnTo>
                  <a:lnTo>
                    <a:pt x="744179" y="681117"/>
                  </a:lnTo>
                  <a:lnTo>
                    <a:pt x="744045" y="681302"/>
                  </a:lnTo>
                  <a:lnTo>
                    <a:pt x="743894" y="681376"/>
                  </a:lnTo>
                  <a:lnTo>
                    <a:pt x="743095" y="681741"/>
                  </a:lnTo>
                  <a:lnTo>
                    <a:pt x="742614" y="681713"/>
                  </a:lnTo>
                  <a:lnTo>
                    <a:pt x="742429" y="681528"/>
                  </a:lnTo>
                  <a:lnTo>
                    <a:pt x="741875" y="681520"/>
                  </a:lnTo>
                  <a:lnTo>
                    <a:pt x="741744" y="681584"/>
                  </a:lnTo>
                  <a:lnTo>
                    <a:pt x="741407" y="681324"/>
                  </a:lnTo>
                  <a:lnTo>
                    <a:pt x="741738" y="681305"/>
                  </a:lnTo>
                  <a:lnTo>
                    <a:pt x="742343" y="680550"/>
                  </a:lnTo>
                  <a:lnTo>
                    <a:pt x="742413" y="680276"/>
                  </a:lnTo>
                  <a:lnTo>
                    <a:pt x="742526" y="679562"/>
                  </a:lnTo>
                  <a:lnTo>
                    <a:pt x="742295" y="679334"/>
                  </a:lnTo>
                  <a:lnTo>
                    <a:pt x="742003" y="679267"/>
                  </a:lnTo>
                  <a:lnTo>
                    <a:pt x="741787" y="679242"/>
                  </a:lnTo>
                  <a:lnTo>
                    <a:pt x="741561" y="679136"/>
                  </a:lnTo>
                  <a:lnTo>
                    <a:pt x="741269" y="678987"/>
                  </a:lnTo>
                  <a:lnTo>
                    <a:pt x="741018" y="678680"/>
                  </a:lnTo>
                  <a:lnTo>
                    <a:pt x="740586" y="678627"/>
                  </a:lnTo>
                  <a:lnTo>
                    <a:pt x="739806" y="678755"/>
                  </a:lnTo>
                  <a:lnTo>
                    <a:pt x="738740" y="678939"/>
                  </a:lnTo>
                  <a:lnTo>
                    <a:pt x="738354" y="679626"/>
                  </a:lnTo>
                  <a:lnTo>
                    <a:pt x="738294" y="679839"/>
                  </a:lnTo>
                  <a:lnTo>
                    <a:pt x="738156" y="680163"/>
                  </a:lnTo>
                  <a:lnTo>
                    <a:pt x="737520" y="680362"/>
                  </a:lnTo>
                  <a:lnTo>
                    <a:pt x="737319" y="680581"/>
                  </a:lnTo>
                  <a:lnTo>
                    <a:pt x="737107" y="680967"/>
                  </a:lnTo>
                  <a:lnTo>
                    <a:pt x="736582" y="681031"/>
                  </a:lnTo>
                  <a:lnTo>
                    <a:pt x="736137" y="681326"/>
                  </a:lnTo>
                  <a:lnTo>
                    <a:pt x="735635" y="681530"/>
                  </a:lnTo>
                  <a:lnTo>
                    <a:pt x="735325" y="681666"/>
                  </a:lnTo>
                  <a:lnTo>
                    <a:pt x="735155" y="681827"/>
                  </a:lnTo>
                  <a:lnTo>
                    <a:pt x="735177" y="682470"/>
                  </a:lnTo>
                  <a:lnTo>
                    <a:pt x="734842" y="682886"/>
                  </a:lnTo>
                  <a:lnTo>
                    <a:pt x="734602" y="683166"/>
                  </a:lnTo>
                  <a:lnTo>
                    <a:pt x="734581" y="683575"/>
                  </a:lnTo>
                  <a:lnTo>
                    <a:pt x="734379" y="683809"/>
                  </a:lnTo>
                  <a:lnTo>
                    <a:pt x="734482" y="684120"/>
                  </a:lnTo>
                  <a:lnTo>
                    <a:pt x="734214" y="684622"/>
                  </a:lnTo>
                  <a:lnTo>
                    <a:pt x="734134" y="684884"/>
                  </a:lnTo>
                  <a:lnTo>
                    <a:pt x="733472" y="684971"/>
                  </a:lnTo>
                  <a:lnTo>
                    <a:pt x="732873" y="684688"/>
                  </a:lnTo>
                  <a:lnTo>
                    <a:pt x="732740" y="684874"/>
                  </a:lnTo>
                  <a:lnTo>
                    <a:pt x="732634" y="685026"/>
                  </a:lnTo>
                  <a:lnTo>
                    <a:pt x="732265" y="685198"/>
                  </a:lnTo>
                  <a:lnTo>
                    <a:pt x="731925" y="684945"/>
                  </a:lnTo>
                  <a:lnTo>
                    <a:pt x="731623" y="684777"/>
                  </a:lnTo>
                  <a:lnTo>
                    <a:pt x="731173" y="684942"/>
                  </a:lnTo>
                  <a:lnTo>
                    <a:pt x="730611" y="685518"/>
                  </a:lnTo>
                  <a:lnTo>
                    <a:pt x="730424" y="685780"/>
                  </a:lnTo>
                  <a:lnTo>
                    <a:pt x="730468" y="686555"/>
                  </a:lnTo>
                  <a:lnTo>
                    <a:pt x="730728" y="686708"/>
                  </a:lnTo>
                  <a:lnTo>
                    <a:pt x="731231" y="687271"/>
                  </a:lnTo>
                  <a:lnTo>
                    <a:pt x="731275" y="687601"/>
                  </a:lnTo>
                  <a:lnTo>
                    <a:pt x="731057" y="687906"/>
                  </a:lnTo>
                  <a:lnTo>
                    <a:pt x="730092" y="688917"/>
                  </a:lnTo>
                  <a:lnTo>
                    <a:pt x="729419" y="688920"/>
                  </a:lnTo>
                  <a:lnTo>
                    <a:pt x="729532" y="688684"/>
                  </a:lnTo>
                  <a:lnTo>
                    <a:pt x="728324" y="688645"/>
                  </a:lnTo>
                  <a:lnTo>
                    <a:pt x="727609" y="688691"/>
                  </a:lnTo>
                  <a:lnTo>
                    <a:pt x="727599" y="688896"/>
                  </a:lnTo>
                  <a:lnTo>
                    <a:pt x="726923" y="688773"/>
                  </a:lnTo>
                  <a:lnTo>
                    <a:pt x="726800" y="688232"/>
                  </a:lnTo>
                  <a:lnTo>
                    <a:pt x="726356" y="687534"/>
                  </a:lnTo>
                  <a:lnTo>
                    <a:pt x="726381" y="686802"/>
                  </a:lnTo>
                  <a:lnTo>
                    <a:pt x="726349" y="686561"/>
                  </a:lnTo>
                  <a:lnTo>
                    <a:pt x="725900" y="685982"/>
                  </a:lnTo>
                  <a:lnTo>
                    <a:pt x="725421" y="685412"/>
                  </a:lnTo>
                  <a:lnTo>
                    <a:pt x="725148" y="685106"/>
                  </a:lnTo>
                  <a:lnTo>
                    <a:pt x="724939" y="684843"/>
                  </a:lnTo>
                  <a:lnTo>
                    <a:pt x="724832" y="684693"/>
                  </a:lnTo>
                  <a:lnTo>
                    <a:pt x="724735" y="684501"/>
                  </a:lnTo>
                  <a:lnTo>
                    <a:pt x="724664" y="684361"/>
                  </a:lnTo>
                  <a:lnTo>
                    <a:pt x="724572" y="684191"/>
                  </a:lnTo>
                  <a:lnTo>
                    <a:pt x="724367" y="683849"/>
                  </a:lnTo>
                  <a:lnTo>
                    <a:pt x="724083" y="683442"/>
                  </a:lnTo>
                  <a:lnTo>
                    <a:pt x="723891" y="683094"/>
                  </a:lnTo>
                  <a:lnTo>
                    <a:pt x="723718" y="682651"/>
                  </a:lnTo>
                  <a:lnTo>
                    <a:pt x="723639" y="682381"/>
                  </a:lnTo>
                  <a:lnTo>
                    <a:pt x="723571" y="682152"/>
                  </a:lnTo>
                  <a:lnTo>
                    <a:pt x="723516" y="681976"/>
                  </a:lnTo>
                  <a:lnTo>
                    <a:pt x="723376" y="681540"/>
                  </a:lnTo>
                  <a:lnTo>
                    <a:pt x="723283" y="681273"/>
                  </a:lnTo>
                  <a:lnTo>
                    <a:pt x="722893" y="681450"/>
                  </a:lnTo>
                  <a:lnTo>
                    <a:pt x="722663" y="681556"/>
                  </a:lnTo>
                  <a:lnTo>
                    <a:pt x="722477" y="681628"/>
                  </a:lnTo>
                  <a:lnTo>
                    <a:pt x="721686" y="681859"/>
                  </a:lnTo>
                  <a:lnTo>
                    <a:pt x="721018" y="681910"/>
                  </a:lnTo>
                  <a:lnTo>
                    <a:pt x="720396" y="681808"/>
                  </a:lnTo>
                  <a:lnTo>
                    <a:pt x="719568" y="682264"/>
                  </a:lnTo>
                  <a:lnTo>
                    <a:pt x="719329" y="682631"/>
                  </a:lnTo>
                  <a:lnTo>
                    <a:pt x="719159" y="682728"/>
                  </a:lnTo>
                  <a:lnTo>
                    <a:pt x="718942" y="682825"/>
                  </a:lnTo>
                  <a:lnTo>
                    <a:pt x="718685" y="682840"/>
                  </a:lnTo>
                  <a:lnTo>
                    <a:pt x="718438" y="683249"/>
                  </a:lnTo>
                  <a:lnTo>
                    <a:pt x="718088" y="683511"/>
                  </a:lnTo>
                  <a:lnTo>
                    <a:pt x="717082" y="684069"/>
                  </a:lnTo>
                  <a:lnTo>
                    <a:pt x="715968" y="683733"/>
                  </a:lnTo>
                  <a:lnTo>
                    <a:pt x="715809" y="684261"/>
                  </a:lnTo>
                  <a:lnTo>
                    <a:pt x="715813" y="684603"/>
                  </a:lnTo>
                  <a:lnTo>
                    <a:pt x="715519" y="684792"/>
                  </a:lnTo>
                  <a:lnTo>
                    <a:pt x="715177" y="684983"/>
                  </a:lnTo>
                  <a:lnTo>
                    <a:pt x="714642" y="685278"/>
                  </a:lnTo>
                  <a:lnTo>
                    <a:pt x="713198" y="686227"/>
                  </a:lnTo>
                  <a:lnTo>
                    <a:pt x="712824" y="686638"/>
                  </a:lnTo>
                  <a:lnTo>
                    <a:pt x="712335" y="686834"/>
                  </a:lnTo>
                  <a:lnTo>
                    <a:pt x="711568" y="687227"/>
                  </a:lnTo>
                  <a:lnTo>
                    <a:pt x="711280" y="687395"/>
                  </a:lnTo>
                  <a:lnTo>
                    <a:pt x="710719" y="687716"/>
                  </a:lnTo>
                  <a:lnTo>
                    <a:pt x="710075" y="688077"/>
                  </a:lnTo>
                  <a:lnTo>
                    <a:pt x="709717" y="688189"/>
                  </a:lnTo>
                  <a:lnTo>
                    <a:pt x="709512" y="688293"/>
                  </a:lnTo>
                  <a:lnTo>
                    <a:pt x="709228" y="688447"/>
                  </a:lnTo>
                  <a:lnTo>
                    <a:pt x="709040" y="688670"/>
                  </a:lnTo>
                  <a:lnTo>
                    <a:pt x="708329" y="689087"/>
                  </a:lnTo>
                  <a:lnTo>
                    <a:pt x="708093" y="689184"/>
                  </a:lnTo>
                  <a:lnTo>
                    <a:pt x="707515" y="689423"/>
                  </a:lnTo>
                  <a:lnTo>
                    <a:pt x="707174" y="689546"/>
                  </a:lnTo>
                  <a:lnTo>
                    <a:pt x="706835" y="689640"/>
                  </a:lnTo>
                  <a:lnTo>
                    <a:pt x="706542" y="689725"/>
                  </a:lnTo>
                  <a:lnTo>
                    <a:pt x="705338" y="690137"/>
                  </a:lnTo>
                  <a:lnTo>
                    <a:pt x="705073" y="690238"/>
                  </a:lnTo>
                  <a:lnTo>
                    <a:pt x="704493" y="690513"/>
                  </a:lnTo>
                  <a:lnTo>
                    <a:pt x="703876" y="690859"/>
                  </a:lnTo>
                  <a:lnTo>
                    <a:pt x="703263" y="691034"/>
                  </a:lnTo>
                  <a:lnTo>
                    <a:pt x="703132" y="691071"/>
                  </a:lnTo>
                  <a:lnTo>
                    <a:pt x="702957" y="691121"/>
                  </a:lnTo>
                  <a:lnTo>
                    <a:pt x="702007" y="691391"/>
                  </a:lnTo>
                  <a:lnTo>
                    <a:pt x="701586" y="691487"/>
                  </a:lnTo>
                  <a:lnTo>
                    <a:pt x="701197" y="691600"/>
                  </a:lnTo>
                  <a:lnTo>
                    <a:pt x="700784" y="691693"/>
                  </a:lnTo>
                  <a:lnTo>
                    <a:pt x="700179" y="691915"/>
                  </a:lnTo>
                  <a:lnTo>
                    <a:pt x="699858" y="692124"/>
                  </a:lnTo>
                  <a:lnTo>
                    <a:pt x="700003" y="692630"/>
                  </a:lnTo>
                  <a:lnTo>
                    <a:pt x="700488" y="693002"/>
                  </a:lnTo>
                  <a:lnTo>
                    <a:pt x="700722" y="693358"/>
                  </a:lnTo>
                  <a:lnTo>
                    <a:pt x="700883" y="693386"/>
                  </a:lnTo>
                  <a:lnTo>
                    <a:pt x="701154" y="693435"/>
                  </a:lnTo>
                  <a:lnTo>
                    <a:pt x="701416" y="693483"/>
                  </a:lnTo>
                  <a:lnTo>
                    <a:pt x="701683" y="693660"/>
                  </a:lnTo>
                  <a:lnTo>
                    <a:pt x="701626" y="693958"/>
                  </a:lnTo>
                  <a:lnTo>
                    <a:pt x="701365" y="694506"/>
                  </a:lnTo>
                  <a:lnTo>
                    <a:pt x="701031" y="695081"/>
                  </a:lnTo>
                  <a:lnTo>
                    <a:pt x="701184" y="695300"/>
                  </a:lnTo>
                  <a:lnTo>
                    <a:pt x="701297" y="695456"/>
                  </a:lnTo>
                  <a:lnTo>
                    <a:pt x="701514" y="695752"/>
                  </a:lnTo>
                  <a:lnTo>
                    <a:pt x="701831" y="696146"/>
                  </a:lnTo>
                  <a:lnTo>
                    <a:pt x="702254" y="696546"/>
                  </a:lnTo>
                  <a:lnTo>
                    <a:pt x="702102" y="696646"/>
                  </a:lnTo>
                  <a:lnTo>
                    <a:pt x="701785" y="696828"/>
                  </a:lnTo>
                  <a:lnTo>
                    <a:pt x="701619" y="696848"/>
                  </a:lnTo>
                  <a:lnTo>
                    <a:pt x="700916" y="696889"/>
                  </a:lnTo>
                  <a:lnTo>
                    <a:pt x="700359" y="696902"/>
                  </a:lnTo>
                  <a:lnTo>
                    <a:pt x="699896" y="696944"/>
                  </a:lnTo>
                  <a:lnTo>
                    <a:pt x="699490" y="696592"/>
                  </a:lnTo>
                  <a:lnTo>
                    <a:pt x="699184" y="696012"/>
                  </a:lnTo>
                  <a:lnTo>
                    <a:pt x="698547" y="695706"/>
                  </a:lnTo>
                  <a:lnTo>
                    <a:pt x="697870" y="696039"/>
                  </a:lnTo>
                  <a:lnTo>
                    <a:pt x="697919" y="696298"/>
                  </a:lnTo>
                  <a:lnTo>
                    <a:pt x="697948" y="696471"/>
                  </a:lnTo>
                  <a:lnTo>
                    <a:pt x="697940" y="697050"/>
                  </a:lnTo>
                  <a:lnTo>
                    <a:pt x="697628" y="697477"/>
                  </a:lnTo>
                  <a:lnTo>
                    <a:pt x="697418" y="697559"/>
                  </a:lnTo>
                  <a:lnTo>
                    <a:pt x="696865" y="697674"/>
                  </a:lnTo>
                  <a:lnTo>
                    <a:pt x="695798" y="697848"/>
                  </a:lnTo>
                  <a:lnTo>
                    <a:pt x="695593" y="697830"/>
                  </a:lnTo>
                  <a:lnTo>
                    <a:pt x="695634" y="697482"/>
                  </a:lnTo>
                  <a:lnTo>
                    <a:pt x="695649" y="696961"/>
                  </a:lnTo>
                  <a:lnTo>
                    <a:pt x="695645" y="696642"/>
                  </a:lnTo>
                  <a:lnTo>
                    <a:pt x="695358" y="696449"/>
                  </a:lnTo>
                  <a:lnTo>
                    <a:pt x="695122" y="696458"/>
                  </a:lnTo>
                  <a:lnTo>
                    <a:pt x="694785" y="696472"/>
                  </a:lnTo>
                  <a:lnTo>
                    <a:pt x="694320" y="696494"/>
                  </a:lnTo>
                  <a:lnTo>
                    <a:pt x="693468" y="696111"/>
                  </a:lnTo>
                  <a:lnTo>
                    <a:pt x="693405" y="695917"/>
                  </a:lnTo>
                  <a:lnTo>
                    <a:pt x="692824" y="695956"/>
                  </a:lnTo>
                  <a:lnTo>
                    <a:pt x="692341" y="696047"/>
                  </a:lnTo>
                  <a:lnTo>
                    <a:pt x="691832" y="695779"/>
                  </a:lnTo>
                  <a:lnTo>
                    <a:pt x="691516" y="695597"/>
                  </a:lnTo>
                  <a:lnTo>
                    <a:pt x="691077" y="695688"/>
                  </a:lnTo>
                  <a:lnTo>
                    <a:pt x="690923" y="696054"/>
                  </a:lnTo>
                  <a:lnTo>
                    <a:pt x="690651" y="696163"/>
                  </a:lnTo>
                  <a:lnTo>
                    <a:pt x="690324" y="696553"/>
                  </a:lnTo>
                  <a:lnTo>
                    <a:pt x="690060" y="696645"/>
                  </a:lnTo>
                  <a:lnTo>
                    <a:pt x="689703" y="696724"/>
                  </a:lnTo>
                  <a:lnTo>
                    <a:pt x="689210" y="696401"/>
                  </a:lnTo>
                  <a:lnTo>
                    <a:pt x="688533" y="696039"/>
                  </a:lnTo>
                  <a:lnTo>
                    <a:pt x="688080" y="696050"/>
                  </a:lnTo>
                  <a:lnTo>
                    <a:pt x="687797" y="696137"/>
                  </a:lnTo>
                  <a:lnTo>
                    <a:pt x="687446" y="696219"/>
                  </a:lnTo>
                  <a:lnTo>
                    <a:pt x="687164" y="696263"/>
                  </a:lnTo>
                  <a:lnTo>
                    <a:pt x="686974" y="696269"/>
                  </a:lnTo>
                  <a:lnTo>
                    <a:pt x="686826" y="696273"/>
                  </a:lnTo>
                  <a:lnTo>
                    <a:pt x="686550" y="696161"/>
                  </a:lnTo>
                  <a:lnTo>
                    <a:pt x="686429" y="696001"/>
                  </a:lnTo>
                  <a:lnTo>
                    <a:pt x="686063" y="696015"/>
                  </a:lnTo>
                  <a:lnTo>
                    <a:pt x="685234" y="696075"/>
                  </a:lnTo>
                  <a:lnTo>
                    <a:pt x="685061" y="696140"/>
                  </a:lnTo>
                  <a:lnTo>
                    <a:pt x="684731" y="696191"/>
                  </a:lnTo>
                  <a:lnTo>
                    <a:pt x="684051" y="696237"/>
                  </a:lnTo>
                  <a:lnTo>
                    <a:pt x="683451" y="696273"/>
                  </a:lnTo>
                  <a:lnTo>
                    <a:pt x="683100" y="696519"/>
                  </a:lnTo>
                  <a:lnTo>
                    <a:pt x="683130" y="696653"/>
                  </a:lnTo>
                  <a:lnTo>
                    <a:pt x="682522" y="696429"/>
                  </a:lnTo>
                  <a:lnTo>
                    <a:pt x="682726" y="696031"/>
                  </a:lnTo>
                  <a:lnTo>
                    <a:pt x="683170" y="695511"/>
                  </a:lnTo>
                  <a:lnTo>
                    <a:pt x="683389" y="695398"/>
                  </a:lnTo>
                  <a:lnTo>
                    <a:pt x="683686" y="695237"/>
                  </a:lnTo>
                  <a:lnTo>
                    <a:pt x="684016" y="694907"/>
                  </a:lnTo>
                  <a:lnTo>
                    <a:pt x="683999" y="694747"/>
                  </a:lnTo>
                  <a:lnTo>
                    <a:pt x="683980" y="694582"/>
                  </a:lnTo>
                  <a:lnTo>
                    <a:pt x="683992" y="694068"/>
                  </a:lnTo>
                  <a:lnTo>
                    <a:pt x="684067" y="693482"/>
                  </a:lnTo>
                  <a:lnTo>
                    <a:pt x="684064" y="693228"/>
                  </a:lnTo>
                  <a:lnTo>
                    <a:pt x="684020" y="692697"/>
                  </a:lnTo>
                  <a:lnTo>
                    <a:pt x="684001" y="692475"/>
                  </a:lnTo>
                  <a:lnTo>
                    <a:pt x="683888" y="691383"/>
                  </a:lnTo>
                  <a:lnTo>
                    <a:pt x="683860" y="690673"/>
                  </a:lnTo>
                  <a:lnTo>
                    <a:pt x="683891" y="690363"/>
                  </a:lnTo>
                  <a:lnTo>
                    <a:pt x="683823" y="689743"/>
                  </a:lnTo>
                  <a:lnTo>
                    <a:pt x="683636" y="688497"/>
                  </a:lnTo>
                  <a:lnTo>
                    <a:pt x="683478" y="688512"/>
                  </a:lnTo>
                  <a:lnTo>
                    <a:pt x="683344" y="688525"/>
                  </a:lnTo>
                  <a:lnTo>
                    <a:pt x="683150" y="688273"/>
                  </a:lnTo>
                  <a:lnTo>
                    <a:pt x="682785" y="687874"/>
                  </a:lnTo>
                  <a:lnTo>
                    <a:pt x="682556" y="687670"/>
                  </a:lnTo>
                  <a:lnTo>
                    <a:pt x="682654" y="687279"/>
                  </a:lnTo>
                  <a:lnTo>
                    <a:pt x="683085" y="687271"/>
                  </a:lnTo>
                  <a:lnTo>
                    <a:pt x="683397" y="687381"/>
                  </a:lnTo>
                  <a:lnTo>
                    <a:pt x="684270" y="687021"/>
                  </a:lnTo>
                  <a:lnTo>
                    <a:pt x="684789" y="686545"/>
                  </a:lnTo>
                  <a:lnTo>
                    <a:pt x="684918" y="686318"/>
                  </a:lnTo>
                  <a:lnTo>
                    <a:pt x="685379" y="685812"/>
                  </a:lnTo>
                  <a:lnTo>
                    <a:pt x="685345" y="685637"/>
                  </a:lnTo>
                  <a:lnTo>
                    <a:pt x="685155" y="685421"/>
                  </a:lnTo>
                  <a:lnTo>
                    <a:pt x="684986" y="685478"/>
                  </a:lnTo>
                  <a:lnTo>
                    <a:pt x="684586" y="685325"/>
                  </a:lnTo>
                  <a:lnTo>
                    <a:pt x="684339" y="684597"/>
                  </a:lnTo>
                  <a:lnTo>
                    <a:pt x="684391" y="684433"/>
                  </a:lnTo>
                  <a:lnTo>
                    <a:pt x="684304" y="684136"/>
                  </a:lnTo>
                  <a:lnTo>
                    <a:pt x="684472" y="682927"/>
                  </a:lnTo>
                  <a:lnTo>
                    <a:pt x="684556" y="682590"/>
                  </a:lnTo>
                  <a:lnTo>
                    <a:pt x="684591" y="682240"/>
                  </a:lnTo>
                  <a:lnTo>
                    <a:pt x="684517" y="682091"/>
                  </a:lnTo>
                  <a:lnTo>
                    <a:pt x="684480" y="681869"/>
                  </a:lnTo>
                  <a:lnTo>
                    <a:pt x="685124" y="681852"/>
                  </a:lnTo>
                  <a:lnTo>
                    <a:pt x="685127" y="681565"/>
                  </a:lnTo>
                  <a:lnTo>
                    <a:pt x="684886" y="681310"/>
                  </a:lnTo>
                  <a:lnTo>
                    <a:pt x="684673" y="681153"/>
                  </a:lnTo>
                  <a:lnTo>
                    <a:pt x="684452" y="680896"/>
                  </a:lnTo>
                  <a:lnTo>
                    <a:pt x="684512" y="680359"/>
                  </a:lnTo>
                  <a:lnTo>
                    <a:pt x="684512" y="680222"/>
                  </a:lnTo>
                  <a:lnTo>
                    <a:pt x="684505" y="679947"/>
                  </a:lnTo>
                  <a:lnTo>
                    <a:pt x="684449" y="679738"/>
                  </a:lnTo>
                  <a:lnTo>
                    <a:pt x="684162" y="678822"/>
                  </a:lnTo>
                  <a:lnTo>
                    <a:pt x="683885" y="678424"/>
                  </a:lnTo>
                  <a:lnTo>
                    <a:pt x="683682" y="678483"/>
                  </a:lnTo>
                  <a:lnTo>
                    <a:pt x="682909" y="678102"/>
                  </a:lnTo>
                  <a:lnTo>
                    <a:pt x="683373" y="678056"/>
                  </a:lnTo>
                  <a:lnTo>
                    <a:pt x="683431" y="677806"/>
                  </a:lnTo>
                  <a:lnTo>
                    <a:pt x="683170" y="677436"/>
                  </a:lnTo>
                  <a:lnTo>
                    <a:pt x="682812" y="677169"/>
                  </a:lnTo>
                  <a:lnTo>
                    <a:pt x="682584" y="676741"/>
                  </a:lnTo>
                  <a:lnTo>
                    <a:pt x="682342" y="676697"/>
                  </a:lnTo>
                  <a:lnTo>
                    <a:pt x="682349" y="676278"/>
                  </a:lnTo>
                  <a:lnTo>
                    <a:pt x="682367" y="675885"/>
                  </a:lnTo>
                  <a:lnTo>
                    <a:pt x="682286" y="675506"/>
                  </a:lnTo>
                  <a:lnTo>
                    <a:pt x="682432" y="674876"/>
                  </a:lnTo>
                  <a:lnTo>
                    <a:pt x="682328" y="674604"/>
                  </a:lnTo>
                  <a:lnTo>
                    <a:pt x="681836" y="674128"/>
                  </a:lnTo>
                  <a:lnTo>
                    <a:pt x="681731" y="673890"/>
                  </a:lnTo>
                  <a:lnTo>
                    <a:pt x="681451" y="673552"/>
                  </a:lnTo>
                  <a:lnTo>
                    <a:pt x="681065" y="672636"/>
                  </a:lnTo>
                  <a:lnTo>
                    <a:pt x="680753" y="672588"/>
                  </a:lnTo>
                  <a:lnTo>
                    <a:pt x="680412" y="672571"/>
                  </a:lnTo>
                  <a:lnTo>
                    <a:pt x="680261" y="672564"/>
                  </a:lnTo>
                  <a:lnTo>
                    <a:pt x="679756" y="672580"/>
                  </a:lnTo>
                  <a:lnTo>
                    <a:pt x="679711" y="672791"/>
                  </a:lnTo>
                  <a:lnTo>
                    <a:pt x="679656" y="673049"/>
                  </a:lnTo>
                  <a:lnTo>
                    <a:pt x="679575" y="673379"/>
                  </a:lnTo>
                  <a:lnTo>
                    <a:pt x="679354" y="673406"/>
                  </a:lnTo>
                  <a:lnTo>
                    <a:pt x="679067" y="673469"/>
                  </a:lnTo>
                  <a:lnTo>
                    <a:pt x="679031" y="673755"/>
                  </a:lnTo>
                  <a:lnTo>
                    <a:pt x="678651" y="673916"/>
                  </a:lnTo>
                  <a:lnTo>
                    <a:pt x="678123" y="674056"/>
                  </a:lnTo>
                  <a:lnTo>
                    <a:pt x="677526" y="674008"/>
                  </a:lnTo>
                  <a:lnTo>
                    <a:pt x="677214" y="673989"/>
                  </a:lnTo>
                  <a:lnTo>
                    <a:pt x="676311" y="673795"/>
                  </a:lnTo>
                  <a:lnTo>
                    <a:pt x="675526" y="673926"/>
                  </a:lnTo>
                  <a:lnTo>
                    <a:pt x="674820" y="674059"/>
                  </a:lnTo>
                  <a:lnTo>
                    <a:pt x="674475" y="674387"/>
                  </a:lnTo>
                  <a:lnTo>
                    <a:pt x="674248" y="674499"/>
                  </a:lnTo>
                  <a:lnTo>
                    <a:pt x="674003" y="674463"/>
                  </a:lnTo>
                  <a:lnTo>
                    <a:pt x="673697" y="674118"/>
                  </a:lnTo>
                  <a:lnTo>
                    <a:pt x="673130" y="673749"/>
                  </a:lnTo>
                  <a:lnTo>
                    <a:pt x="672602" y="673480"/>
                  </a:lnTo>
                  <a:lnTo>
                    <a:pt x="672223" y="673357"/>
                  </a:lnTo>
                  <a:lnTo>
                    <a:pt x="671631" y="673326"/>
                  </a:lnTo>
                  <a:lnTo>
                    <a:pt x="670645" y="673724"/>
                  </a:lnTo>
                  <a:lnTo>
                    <a:pt x="670221" y="673738"/>
                  </a:lnTo>
                  <a:lnTo>
                    <a:pt x="668828" y="674313"/>
                  </a:lnTo>
                  <a:lnTo>
                    <a:pt x="668828" y="674540"/>
                  </a:lnTo>
                  <a:lnTo>
                    <a:pt x="668773" y="674763"/>
                  </a:lnTo>
                  <a:lnTo>
                    <a:pt x="668670" y="675052"/>
                  </a:lnTo>
                  <a:lnTo>
                    <a:pt x="668571" y="675213"/>
                  </a:lnTo>
                  <a:lnTo>
                    <a:pt x="668603" y="675662"/>
                  </a:lnTo>
                  <a:lnTo>
                    <a:pt x="668494" y="676186"/>
                  </a:lnTo>
                  <a:lnTo>
                    <a:pt x="667902" y="676372"/>
                  </a:lnTo>
                  <a:lnTo>
                    <a:pt x="667611" y="676359"/>
                  </a:lnTo>
                  <a:lnTo>
                    <a:pt x="667566" y="676527"/>
                  </a:lnTo>
                  <a:lnTo>
                    <a:pt x="667097" y="677641"/>
                  </a:lnTo>
                  <a:lnTo>
                    <a:pt x="667282" y="678042"/>
                  </a:lnTo>
                  <a:lnTo>
                    <a:pt x="667484" y="678264"/>
                  </a:lnTo>
                  <a:lnTo>
                    <a:pt x="667648" y="678329"/>
                  </a:lnTo>
                  <a:lnTo>
                    <a:pt x="667716" y="678567"/>
                  </a:lnTo>
                  <a:lnTo>
                    <a:pt x="667718" y="678874"/>
                  </a:lnTo>
                  <a:lnTo>
                    <a:pt x="667911" y="679243"/>
                  </a:lnTo>
                  <a:lnTo>
                    <a:pt x="668111" y="679336"/>
                  </a:lnTo>
                  <a:lnTo>
                    <a:pt x="668283" y="679361"/>
                  </a:lnTo>
                  <a:lnTo>
                    <a:pt x="668465" y="679432"/>
                  </a:lnTo>
                  <a:lnTo>
                    <a:pt x="668865" y="679918"/>
                  </a:lnTo>
                  <a:lnTo>
                    <a:pt x="668869" y="680076"/>
                  </a:lnTo>
                  <a:lnTo>
                    <a:pt x="668595" y="680303"/>
                  </a:lnTo>
                  <a:lnTo>
                    <a:pt x="668255" y="680401"/>
                  </a:lnTo>
                  <a:lnTo>
                    <a:pt x="667913" y="680564"/>
                  </a:lnTo>
                  <a:lnTo>
                    <a:pt x="667785" y="680716"/>
                  </a:lnTo>
                  <a:lnTo>
                    <a:pt x="667508" y="681179"/>
                  </a:lnTo>
                  <a:lnTo>
                    <a:pt x="666966" y="681208"/>
                  </a:lnTo>
                  <a:lnTo>
                    <a:pt x="665821" y="681484"/>
                  </a:lnTo>
                  <a:lnTo>
                    <a:pt x="665214" y="681612"/>
                  </a:lnTo>
                  <a:lnTo>
                    <a:pt x="664774" y="681419"/>
                  </a:lnTo>
                  <a:lnTo>
                    <a:pt x="664598" y="681334"/>
                  </a:lnTo>
                  <a:lnTo>
                    <a:pt x="664294" y="681179"/>
                  </a:lnTo>
                  <a:lnTo>
                    <a:pt x="663803" y="681000"/>
                  </a:lnTo>
                  <a:lnTo>
                    <a:pt x="663511" y="681029"/>
                  </a:lnTo>
                  <a:lnTo>
                    <a:pt x="663209" y="681389"/>
                  </a:lnTo>
                  <a:lnTo>
                    <a:pt x="662700" y="681155"/>
                  </a:lnTo>
                  <a:lnTo>
                    <a:pt x="662675" y="681623"/>
                  </a:lnTo>
                  <a:lnTo>
                    <a:pt x="662319" y="682314"/>
                  </a:lnTo>
                  <a:lnTo>
                    <a:pt x="662108" y="682256"/>
                  </a:lnTo>
                  <a:lnTo>
                    <a:pt x="661672" y="682236"/>
                  </a:lnTo>
                  <a:lnTo>
                    <a:pt x="661881" y="682874"/>
                  </a:lnTo>
                  <a:lnTo>
                    <a:pt x="661780" y="683056"/>
                  </a:lnTo>
                  <a:lnTo>
                    <a:pt x="661430" y="683436"/>
                  </a:lnTo>
                  <a:lnTo>
                    <a:pt x="660748" y="683726"/>
                  </a:lnTo>
                  <a:lnTo>
                    <a:pt x="660630" y="684373"/>
                  </a:lnTo>
                  <a:lnTo>
                    <a:pt x="660261" y="684777"/>
                  </a:lnTo>
                  <a:lnTo>
                    <a:pt x="660016" y="685522"/>
                  </a:lnTo>
                  <a:lnTo>
                    <a:pt x="659026" y="686058"/>
                  </a:lnTo>
                  <a:lnTo>
                    <a:pt x="658772" y="686229"/>
                  </a:lnTo>
                  <a:lnTo>
                    <a:pt x="658463" y="686677"/>
                  </a:lnTo>
                  <a:lnTo>
                    <a:pt x="657523" y="687614"/>
                  </a:lnTo>
                  <a:lnTo>
                    <a:pt x="657353" y="687769"/>
                  </a:lnTo>
                  <a:lnTo>
                    <a:pt x="656934" y="688176"/>
                  </a:lnTo>
                  <a:lnTo>
                    <a:pt x="656840" y="688356"/>
                  </a:lnTo>
                  <a:lnTo>
                    <a:pt x="656939" y="688881"/>
                  </a:lnTo>
                  <a:lnTo>
                    <a:pt x="657011" y="689539"/>
                  </a:lnTo>
                  <a:lnTo>
                    <a:pt x="657071" y="689695"/>
                  </a:lnTo>
                  <a:lnTo>
                    <a:pt x="657202" y="689734"/>
                  </a:lnTo>
                  <a:lnTo>
                    <a:pt x="657454" y="689905"/>
                  </a:lnTo>
                  <a:lnTo>
                    <a:pt x="657294" y="690319"/>
                  </a:lnTo>
                  <a:lnTo>
                    <a:pt x="657086" y="690576"/>
                  </a:lnTo>
                  <a:lnTo>
                    <a:pt x="657317" y="690814"/>
                  </a:lnTo>
                  <a:lnTo>
                    <a:pt x="657682" y="691147"/>
                  </a:lnTo>
                  <a:lnTo>
                    <a:pt x="658084" y="691482"/>
                  </a:lnTo>
                  <a:lnTo>
                    <a:pt x="658201" y="691792"/>
                  </a:lnTo>
                  <a:lnTo>
                    <a:pt x="658110" y="691957"/>
                  </a:lnTo>
                  <a:lnTo>
                    <a:pt x="658279" y="692316"/>
                  </a:lnTo>
                  <a:lnTo>
                    <a:pt x="657912" y="692400"/>
                  </a:lnTo>
                  <a:lnTo>
                    <a:pt x="657762" y="692333"/>
                  </a:lnTo>
                  <a:lnTo>
                    <a:pt x="657558" y="692272"/>
                  </a:lnTo>
                  <a:lnTo>
                    <a:pt x="657452" y="692458"/>
                  </a:lnTo>
                  <a:lnTo>
                    <a:pt x="657457" y="693020"/>
                  </a:lnTo>
                  <a:lnTo>
                    <a:pt x="657674" y="693373"/>
                  </a:lnTo>
                  <a:lnTo>
                    <a:pt x="657757" y="693504"/>
                  </a:lnTo>
                  <a:lnTo>
                    <a:pt x="658304" y="694339"/>
                  </a:lnTo>
                  <a:lnTo>
                    <a:pt x="658929" y="695308"/>
                  </a:lnTo>
                  <a:lnTo>
                    <a:pt x="658905" y="695638"/>
                  </a:lnTo>
                  <a:lnTo>
                    <a:pt x="658522" y="695635"/>
                  </a:lnTo>
                  <a:lnTo>
                    <a:pt x="657867" y="695807"/>
                  </a:lnTo>
                  <a:lnTo>
                    <a:pt x="657871" y="696045"/>
                  </a:lnTo>
                  <a:lnTo>
                    <a:pt x="658001" y="696311"/>
                  </a:lnTo>
                  <a:lnTo>
                    <a:pt x="658091" y="696451"/>
                  </a:lnTo>
                  <a:lnTo>
                    <a:pt x="658267" y="696802"/>
                  </a:lnTo>
                  <a:lnTo>
                    <a:pt x="657663" y="697428"/>
                  </a:lnTo>
                  <a:lnTo>
                    <a:pt x="657648" y="697786"/>
                  </a:lnTo>
                  <a:lnTo>
                    <a:pt x="657672" y="697961"/>
                  </a:lnTo>
                  <a:lnTo>
                    <a:pt x="657790" y="698429"/>
                  </a:lnTo>
                  <a:lnTo>
                    <a:pt x="657918" y="698697"/>
                  </a:lnTo>
                  <a:lnTo>
                    <a:pt x="658048" y="699038"/>
                  </a:lnTo>
                  <a:lnTo>
                    <a:pt x="658043" y="699300"/>
                  </a:lnTo>
                  <a:lnTo>
                    <a:pt x="658033" y="699809"/>
                  </a:lnTo>
                  <a:lnTo>
                    <a:pt x="658030" y="699983"/>
                  </a:lnTo>
                  <a:lnTo>
                    <a:pt x="658027" y="700289"/>
                  </a:lnTo>
                  <a:lnTo>
                    <a:pt x="657799" y="700500"/>
                  </a:lnTo>
                  <a:lnTo>
                    <a:pt x="657176" y="700328"/>
                  </a:lnTo>
                  <a:lnTo>
                    <a:pt x="656923" y="700185"/>
                  </a:lnTo>
                  <a:lnTo>
                    <a:pt x="655792" y="699954"/>
                  </a:lnTo>
                  <a:lnTo>
                    <a:pt x="655187" y="699832"/>
                  </a:lnTo>
                  <a:lnTo>
                    <a:pt x="654719" y="699742"/>
                  </a:lnTo>
                  <a:lnTo>
                    <a:pt x="654256" y="699649"/>
                  </a:lnTo>
                  <a:lnTo>
                    <a:pt x="653875" y="699513"/>
                  </a:lnTo>
                  <a:lnTo>
                    <a:pt x="653481" y="699390"/>
                  </a:lnTo>
                  <a:lnTo>
                    <a:pt x="653006" y="699367"/>
                  </a:lnTo>
                  <a:lnTo>
                    <a:pt x="652140" y="699666"/>
                  </a:lnTo>
                  <a:lnTo>
                    <a:pt x="651787" y="699612"/>
                  </a:lnTo>
                  <a:lnTo>
                    <a:pt x="651507" y="699697"/>
                  </a:lnTo>
                  <a:lnTo>
                    <a:pt x="651267" y="699934"/>
                  </a:lnTo>
                  <a:lnTo>
                    <a:pt x="650990" y="699816"/>
                  </a:lnTo>
                  <a:lnTo>
                    <a:pt x="650707" y="699622"/>
                  </a:lnTo>
                  <a:lnTo>
                    <a:pt x="650231" y="699853"/>
                  </a:lnTo>
                  <a:lnTo>
                    <a:pt x="650065" y="699987"/>
                  </a:lnTo>
                  <a:lnTo>
                    <a:pt x="648810" y="700581"/>
                  </a:lnTo>
                  <a:lnTo>
                    <a:pt x="648624" y="700632"/>
                  </a:lnTo>
                  <a:lnTo>
                    <a:pt x="648455" y="700677"/>
                  </a:lnTo>
                  <a:lnTo>
                    <a:pt x="648148" y="700989"/>
                  </a:lnTo>
                  <a:lnTo>
                    <a:pt x="647810" y="701244"/>
                  </a:lnTo>
                  <a:lnTo>
                    <a:pt x="647291" y="701730"/>
                  </a:lnTo>
                  <a:lnTo>
                    <a:pt x="646311" y="702049"/>
                  </a:lnTo>
                  <a:lnTo>
                    <a:pt x="644560" y="703821"/>
                  </a:lnTo>
                  <a:lnTo>
                    <a:pt x="644262" y="704369"/>
                  </a:lnTo>
                  <a:lnTo>
                    <a:pt x="644228" y="704825"/>
                  </a:lnTo>
                  <a:lnTo>
                    <a:pt x="645005" y="705003"/>
                  </a:lnTo>
                  <a:lnTo>
                    <a:pt x="645240" y="705057"/>
                  </a:lnTo>
                  <a:lnTo>
                    <a:pt x="645600" y="705139"/>
                  </a:lnTo>
                  <a:lnTo>
                    <a:pt x="646328" y="705472"/>
                  </a:lnTo>
                  <a:lnTo>
                    <a:pt x="646964" y="705637"/>
                  </a:lnTo>
                  <a:lnTo>
                    <a:pt x="646955" y="705786"/>
                  </a:lnTo>
                  <a:lnTo>
                    <a:pt x="646644" y="706178"/>
                  </a:lnTo>
                  <a:lnTo>
                    <a:pt x="646579" y="706519"/>
                  </a:lnTo>
                  <a:lnTo>
                    <a:pt x="646740" y="706832"/>
                  </a:lnTo>
                  <a:lnTo>
                    <a:pt x="646504" y="707395"/>
                  </a:lnTo>
                  <a:lnTo>
                    <a:pt x="645916" y="708674"/>
                  </a:lnTo>
                  <a:lnTo>
                    <a:pt x="645759" y="708756"/>
                  </a:lnTo>
                  <a:lnTo>
                    <a:pt x="645479" y="709482"/>
                  </a:lnTo>
                  <a:lnTo>
                    <a:pt x="645661" y="709740"/>
                  </a:lnTo>
                  <a:lnTo>
                    <a:pt x="645838" y="710000"/>
                  </a:lnTo>
                  <a:lnTo>
                    <a:pt x="646126" y="710152"/>
                  </a:lnTo>
                  <a:lnTo>
                    <a:pt x="646679" y="710004"/>
                  </a:lnTo>
                  <a:lnTo>
                    <a:pt x="647197" y="710244"/>
                  </a:lnTo>
                  <a:lnTo>
                    <a:pt x="647427" y="710377"/>
                  </a:lnTo>
                  <a:lnTo>
                    <a:pt x="647409" y="710510"/>
                  </a:lnTo>
                  <a:lnTo>
                    <a:pt x="647322" y="710827"/>
                  </a:lnTo>
                  <a:lnTo>
                    <a:pt x="647253" y="711323"/>
                  </a:lnTo>
                  <a:lnTo>
                    <a:pt x="647340" y="711613"/>
                  </a:lnTo>
                  <a:lnTo>
                    <a:pt x="647621" y="711772"/>
                  </a:lnTo>
                  <a:lnTo>
                    <a:pt x="647659" y="712221"/>
                  </a:lnTo>
                  <a:lnTo>
                    <a:pt x="648042" y="712284"/>
                  </a:lnTo>
                  <a:lnTo>
                    <a:pt x="648121" y="711785"/>
                  </a:lnTo>
                  <a:lnTo>
                    <a:pt x="648265" y="711724"/>
                  </a:lnTo>
                  <a:lnTo>
                    <a:pt x="648276" y="711445"/>
                  </a:lnTo>
                  <a:lnTo>
                    <a:pt x="648307" y="711161"/>
                  </a:lnTo>
                  <a:lnTo>
                    <a:pt x="648892" y="711308"/>
                  </a:lnTo>
                  <a:lnTo>
                    <a:pt x="648933" y="711572"/>
                  </a:lnTo>
                  <a:lnTo>
                    <a:pt x="649383" y="712285"/>
                  </a:lnTo>
                  <a:lnTo>
                    <a:pt x="649382" y="712415"/>
                  </a:lnTo>
                  <a:lnTo>
                    <a:pt x="649554" y="712774"/>
                  </a:lnTo>
                  <a:lnTo>
                    <a:pt x="649537" y="713113"/>
                  </a:lnTo>
                  <a:lnTo>
                    <a:pt x="649357" y="713380"/>
                  </a:lnTo>
                  <a:lnTo>
                    <a:pt x="649314" y="713789"/>
                  </a:lnTo>
                  <a:lnTo>
                    <a:pt x="649271" y="714324"/>
                  </a:lnTo>
                  <a:lnTo>
                    <a:pt x="649170" y="714823"/>
                  </a:lnTo>
                  <a:lnTo>
                    <a:pt x="649032" y="714947"/>
                  </a:lnTo>
                  <a:lnTo>
                    <a:pt x="648660" y="714891"/>
                  </a:lnTo>
                  <a:lnTo>
                    <a:pt x="648467" y="714898"/>
                  </a:lnTo>
                  <a:lnTo>
                    <a:pt x="647993" y="715168"/>
                  </a:lnTo>
                  <a:lnTo>
                    <a:pt x="647857" y="715235"/>
                  </a:lnTo>
                  <a:lnTo>
                    <a:pt x="647085" y="715139"/>
                  </a:lnTo>
                  <a:lnTo>
                    <a:pt x="646867" y="715090"/>
                  </a:lnTo>
                  <a:lnTo>
                    <a:pt x="646669" y="715250"/>
                  </a:lnTo>
                  <a:lnTo>
                    <a:pt x="646282" y="715312"/>
                  </a:lnTo>
                  <a:lnTo>
                    <a:pt x="645754" y="715563"/>
                  </a:lnTo>
                  <a:lnTo>
                    <a:pt x="645651" y="715806"/>
                  </a:lnTo>
                  <a:lnTo>
                    <a:pt x="645514" y="716219"/>
                  </a:lnTo>
                  <a:lnTo>
                    <a:pt x="645356" y="716703"/>
                  </a:lnTo>
                  <a:lnTo>
                    <a:pt x="644646" y="717033"/>
                  </a:lnTo>
                  <a:lnTo>
                    <a:pt x="644553" y="717370"/>
                  </a:lnTo>
                  <a:lnTo>
                    <a:pt x="644574" y="717512"/>
                  </a:lnTo>
                  <a:lnTo>
                    <a:pt x="644436" y="717697"/>
                  </a:lnTo>
                  <a:lnTo>
                    <a:pt x="644448" y="717996"/>
                  </a:lnTo>
                  <a:lnTo>
                    <a:pt x="644636" y="718270"/>
                  </a:lnTo>
                  <a:lnTo>
                    <a:pt x="643666" y="718113"/>
                  </a:lnTo>
                  <a:lnTo>
                    <a:pt x="642895" y="718124"/>
                  </a:lnTo>
                  <a:lnTo>
                    <a:pt x="642352" y="718520"/>
                  </a:lnTo>
                  <a:lnTo>
                    <a:pt x="642354" y="718723"/>
                  </a:lnTo>
                  <a:lnTo>
                    <a:pt x="642541" y="719030"/>
                  </a:lnTo>
                  <a:lnTo>
                    <a:pt x="643186" y="719486"/>
                  </a:lnTo>
                  <a:lnTo>
                    <a:pt x="644113" y="719796"/>
                  </a:lnTo>
                  <a:lnTo>
                    <a:pt x="644121" y="720225"/>
                  </a:lnTo>
                  <a:lnTo>
                    <a:pt x="644558" y="720422"/>
                  </a:lnTo>
                  <a:lnTo>
                    <a:pt x="644847" y="720573"/>
                  </a:lnTo>
                  <a:lnTo>
                    <a:pt x="644978" y="720794"/>
                  </a:lnTo>
                  <a:lnTo>
                    <a:pt x="645364" y="721034"/>
                  </a:lnTo>
                  <a:lnTo>
                    <a:pt x="645727" y="721217"/>
                  </a:lnTo>
                  <a:lnTo>
                    <a:pt x="645984" y="721596"/>
                  </a:lnTo>
                  <a:lnTo>
                    <a:pt x="645982" y="721770"/>
                  </a:lnTo>
                  <a:lnTo>
                    <a:pt x="646160" y="722101"/>
                  </a:lnTo>
                  <a:lnTo>
                    <a:pt x="646389" y="722295"/>
                  </a:lnTo>
                  <a:lnTo>
                    <a:pt x="647125" y="722579"/>
                  </a:lnTo>
                  <a:lnTo>
                    <a:pt x="647468" y="722749"/>
                  </a:lnTo>
                  <a:lnTo>
                    <a:pt x="647495" y="722876"/>
                  </a:lnTo>
                  <a:lnTo>
                    <a:pt x="648170" y="723111"/>
                  </a:lnTo>
                  <a:lnTo>
                    <a:pt x="648273" y="723321"/>
                  </a:lnTo>
                  <a:lnTo>
                    <a:pt x="648419" y="723658"/>
                  </a:lnTo>
                  <a:lnTo>
                    <a:pt x="648448" y="723821"/>
                  </a:lnTo>
                  <a:lnTo>
                    <a:pt x="648398" y="724555"/>
                  </a:lnTo>
                  <a:lnTo>
                    <a:pt x="648359" y="724753"/>
                  </a:lnTo>
                  <a:lnTo>
                    <a:pt x="648312" y="725187"/>
                  </a:lnTo>
                  <a:lnTo>
                    <a:pt x="648675" y="725512"/>
                  </a:lnTo>
                  <a:lnTo>
                    <a:pt x="649016" y="725417"/>
                  </a:lnTo>
                  <a:lnTo>
                    <a:pt x="649276" y="725316"/>
                  </a:lnTo>
                  <a:lnTo>
                    <a:pt x="649369" y="725523"/>
                  </a:lnTo>
                  <a:lnTo>
                    <a:pt x="649661" y="725773"/>
                  </a:lnTo>
                  <a:lnTo>
                    <a:pt x="650339" y="725813"/>
                  </a:lnTo>
                  <a:lnTo>
                    <a:pt x="650951" y="725771"/>
                  </a:lnTo>
                  <a:lnTo>
                    <a:pt x="651315" y="726188"/>
                  </a:lnTo>
                  <a:lnTo>
                    <a:pt x="651142" y="726201"/>
                  </a:lnTo>
                  <a:lnTo>
                    <a:pt x="650662" y="726484"/>
                  </a:lnTo>
                  <a:lnTo>
                    <a:pt x="650737" y="727102"/>
                  </a:lnTo>
                  <a:lnTo>
                    <a:pt x="650877" y="727285"/>
                  </a:lnTo>
                  <a:lnTo>
                    <a:pt x="651075" y="727683"/>
                  </a:lnTo>
                  <a:lnTo>
                    <a:pt x="651098" y="728026"/>
                  </a:lnTo>
                  <a:lnTo>
                    <a:pt x="651308" y="728963"/>
                  </a:lnTo>
                  <a:lnTo>
                    <a:pt x="651525" y="729048"/>
                  </a:lnTo>
                  <a:lnTo>
                    <a:pt x="651764" y="729125"/>
                  </a:lnTo>
                  <a:lnTo>
                    <a:pt x="652005" y="729312"/>
                  </a:lnTo>
                  <a:lnTo>
                    <a:pt x="651298" y="729782"/>
                  </a:lnTo>
                  <a:lnTo>
                    <a:pt x="651125" y="729939"/>
                  </a:lnTo>
                  <a:lnTo>
                    <a:pt x="650888" y="730356"/>
                  </a:lnTo>
                  <a:lnTo>
                    <a:pt x="651165" y="730509"/>
                  </a:lnTo>
                  <a:lnTo>
                    <a:pt x="651227" y="730654"/>
                  </a:lnTo>
                  <a:lnTo>
                    <a:pt x="651297" y="730861"/>
                  </a:lnTo>
                  <a:lnTo>
                    <a:pt x="651647" y="731377"/>
                  </a:lnTo>
                  <a:lnTo>
                    <a:pt x="652033" y="731958"/>
                  </a:lnTo>
                  <a:lnTo>
                    <a:pt x="652607" y="731844"/>
                  </a:lnTo>
                  <a:lnTo>
                    <a:pt x="653164" y="731895"/>
                  </a:lnTo>
                  <a:lnTo>
                    <a:pt x="653183" y="732244"/>
                  </a:lnTo>
                  <a:lnTo>
                    <a:pt x="653172" y="732555"/>
                  </a:lnTo>
                  <a:lnTo>
                    <a:pt x="653049" y="733030"/>
                  </a:lnTo>
                  <a:lnTo>
                    <a:pt x="653182" y="733483"/>
                  </a:lnTo>
                  <a:lnTo>
                    <a:pt x="653400" y="733569"/>
                  </a:lnTo>
                  <a:lnTo>
                    <a:pt x="653752" y="733717"/>
                  </a:lnTo>
                  <a:lnTo>
                    <a:pt x="654026" y="733920"/>
                  </a:lnTo>
                  <a:lnTo>
                    <a:pt x="654100" y="734158"/>
                  </a:lnTo>
                  <a:lnTo>
                    <a:pt x="653582" y="734511"/>
                  </a:lnTo>
                  <a:lnTo>
                    <a:pt x="653029" y="734247"/>
                  </a:lnTo>
                  <a:lnTo>
                    <a:pt x="652769" y="734207"/>
                  </a:lnTo>
                  <a:lnTo>
                    <a:pt x="652354" y="734536"/>
                  </a:lnTo>
                  <a:lnTo>
                    <a:pt x="652119" y="734667"/>
                  </a:lnTo>
                  <a:lnTo>
                    <a:pt x="651924" y="734757"/>
                  </a:lnTo>
                  <a:lnTo>
                    <a:pt x="651673" y="734893"/>
                  </a:lnTo>
                  <a:lnTo>
                    <a:pt x="651458" y="735171"/>
                  </a:lnTo>
                  <a:lnTo>
                    <a:pt x="651722" y="736144"/>
                  </a:lnTo>
                  <a:lnTo>
                    <a:pt x="651877" y="736562"/>
                  </a:lnTo>
                  <a:lnTo>
                    <a:pt x="651882" y="736891"/>
                  </a:lnTo>
                  <a:lnTo>
                    <a:pt x="651751" y="737519"/>
                  </a:lnTo>
                  <a:lnTo>
                    <a:pt x="651709" y="737771"/>
                  </a:lnTo>
                  <a:lnTo>
                    <a:pt x="651487" y="738901"/>
                  </a:lnTo>
                  <a:lnTo>
                    <a:pt x="651249" y="739087"/>
                  </a:lnTo>
                  <a:lnTo>
                    <a:pt x="650973" y="739378"/>
                  </a:lnTo>
                  <a:lnTo>
                    <a:pt x="650760" y="740061"/>
                  </a:lnTo>
                  <a:lnTo>
                    <a:pt x="651077" y="740280"/>
                  </a:lnTo>
                  <a:lnTo>
                    <a:pt x="651277" y="740808"/>
                  </a:lnTo>
                  <a:lnTo>
                    <a:pt x="651609" y="741005"/>
                  </a:lnTo>
                  <a:lnTo>
                    <a:pt x="651932" y="741095"/>
                  </a:lnTo>
                  <a:lnTo>
                    <a:pt x="652135" y="741310"/>
                  </a:lnTo>
                  <a:lnTo>
                    <a:pt x="652011" y="741858"/>
                  </a:lnTo>
                  <a:lnTo>
                    <a:pt x="652370" y="742332"/>
                  </a:lnTo>
                  <a:lnTo>
                    <a:pt x="652022" y="742913"/>
                  </a:lnTo>
                  <a:lnTo>
                    <a:pt x="651049" y="743514"/>
                  </a:lnTo>
                  <a:lnTo>
                    <a:pt x="650479" y="743565"/>
                  </a:lnTo>
                  <a:lnTo>
                    <a:pt x="650232" y="743612"/>
                  </a:lnTo>
                  <a:lnTo>
                    <a:pt x="649954" y="743875"/>
                  </a:lnTo>
                  <a:lnTo>
                    <a:pt x="649520" y="743832"/>
                  </a:lnTo>
                  <a:lnTo>
                    <a:pt x="649259" y="743779"/>
                  </a:lnTo>
                  <a:lnTo>
                    <a:pt x="648925" y="743802"/>
                  </a:lnTo>
                  <a:lnTo>
                    <a:pt x="648664" y="743782"/>
                  </a:lnTo>
                  <a:lnTo>
                    <a:pt x="648280" y="743703"/>
                  </a:lnTo>
                  <a:lnTo>
                    <a:pt x="647913" y="743732"/>
                  </a:lnTo>
                  <a:lnTo>
                    <a:pt x="647103" y="744050"/>
                  </a:lnTo>
                  <a:lnTo>
                    <a:pt x="646855" y="744718"/>
                  </a:lnTo>
                  <a:lnTo>
                    <a:pt x="645951" y="745226"/>
                  </a:lnTo>
                  <a:lnTo>
                    <a:pt x="645595" y="745511"/>
                  </a:lnTo>
                  <a:lnTo>
                    <a:pt x="645110" y="746382"/>
                  </a:lnTo>
                  <a:lnTo>
                    <a:pt x="644402" y="746894"/>
                  </a:lnTo>
                  <a:lnTo>
                    <a:pt x="643975" y="746837"/>
                  </a:lnTo>
                  <a:lnTo>
                    <a:pt x="643832" y="746551"/>
                  </a:lnTo>
                  <a:lnTo>
                    <a:pt x="643732" y="746390"/>
                  </a:lnTo>
                  <a:lnTo>
                    <a:pt x="643565" y="746209"/>
                  </a:lnTo>
                  <a:lnTo>
                    <a:pt x="642823" y="745605"/>
                  </a:lnTo>
                  <a:lnTo>
                    <a:pt x="642672" y="745340"/>
                  </a:lnTo>
                  <a:lnTo>
                    <a:pt x="642463" y="744974"/>
                  </a:lnTo>
                  <a:lnTo>
                    <a:pt x="642096" y="744718"/>
                  </a:lnTo>
                  <a:lnTo>
                    <a:pt x="641841" y="744484"/>
                  </a:lnTo>
                  <a:lnTo>
                    <a:pt x="641569" y="744103"/>
                  </a:lnTo>
                  <a:lnTo>
                    <a:pt x="641168" y="743943"/>
                  </a:lnTo>
                  <a:lnTo>
                    <a:pt x="641081" y="744191"/>
                  </a:lnTo>
                  <a:lnTo>
                    <a:pt x="640957" y="744638"/>
                  </a:lnTo>
                  <a:lnTo>
                    <a:pt x="640753" y="745109"/>
                  </a:lnTo>
                  <a:lnTo>
                    <a:pt x="640577" y="745224"/>
                  </a:lnTo>
                  <a:lnTo>
                    <a:pt x="640443" y="745301"/>
                  </a:lnTo>
                  <a:lnTo>
                    <a:pt x="640071" y="745750"/>
                  </a:lnTo>
                  <a:lnTo>
                    <a:pt x="639888" y="745980"/>
                  </a:lnTo>
                  <a:lnTo>
                    <a:pt x="639661" y="746163"/>
                  </a:lnTo>
                  <a:lnTo>
                    <a:pt x="638922" y="746169"/>
                  </a:lnTo>
                  <a:lnTo>
                    <a:pt x="638781" y="746243"/>
                  </a:lnTo>
                  <a:lnTo>
                    <a:pt x="638096" y="746672"/>
                  </a:lnTo>
                  <a:lnTo>
                    <a:pt x="637510" y="746972"/>
                  </a:lnTo>
                  <a:lnTo>
                    <a:pt x="636998" y="747164"/>
                  </a:lnTo>
                  <a:lnTo>
                    <a:pt x="636747" y="747301"/>
                  </a:lnTo>
                  <a:lnTo>
                    <a:pt x="636763" y="747531"/>
                  </a:lnTo>
                  <a:lnTo>
                    <a:pt x="636615" y="747817"/>
                  </a:lnTo>
                  <a:lnTo>
                    <a:pt x="636452" y="748077"/>
                  </a:lnTo>
                  <a:lnTo>
                    <a:pt x="636296" y="748273"/>
                  </a:lnTo>
                  <a:lnTo>
                    <a:pt x="636080" y="748448"/>
                  </a:lnTo>
                  <a:lnTo>
                    <a:pt x="635693" y="748663"/>
                  </a:lnTo>
                  <a:lnTo>
                    <a:pt x="634783" y="749316"/>
                  </a:lnTo>
                  <a:lnTo>
                    <a:pt x="634195" y="749795"/>
                  </a:lnTo>
                  <a:lnTo>
                    <a:pt x="633684" y="750132"/>
                  </a:lnTo>
                  <a:lnTo>
                    <a:pt x="633333" y="750389"/>
                  </a:lnTo>
                  <a:lnTo>
                    <a:pt x="633139" y="750588"/>
                  </a:lnTo>
                  <a:lnTo>
                    <a:pt x="632918" y="751010"/>
                  </a:lnTo>
                  <a:lnTo>
                    <a:pt x="632843" y="751209"/>
                  </a:lnTo>
                  <a:lnTo>
                    <a:pt x="632582" y="751380"/>
                  </a:lnTo>
                  <a:lnTo>
                    <a:pt x="632068" y="751589"/>
                  </a:lnTo>
                  <a:lnTo>
                    <a:pt x="631811" y="751723"/>
                  </a:lnTo>
                  <a:lnTo>
                    <a:pt x="631673" y="751798"/>
                  </a:lnTo>
                  <a:lnTo>
                    <a:pt x="631530" y="751876"/>
                  </a:lnTo>
                  <a:lnTo>
                    <a:pt x="630955" y="752014"/>
                  </a:lnTo>
                  <a:lnTo>
                    <a:pt x="630576" y="751948"/>
                  </a:lnTo>
                  <a:lnTo>
                    <a:pt x="629950" y="752011"/>
                  </a:lnTo>
                  <a:lnTo>
                    <a:pt x="629695" y="752080"/>
                  </a:lnTo>
                  <a:lnTo>
                    <a:pt x="629237" y="752188"/>
                  </a:lnTo>
                  <a:lnTo>
                    <a:pt x="629074" y="752216"/>
                  </a:lnTo>
                  <a:lnTo>
                    <a:pt x="628786" y="752265"/>
                  </a:lnTo>
                  <a:lnTo>
                    <a:pt x="628358" y="752333"/>
                  </a:lnTo>
                  <a:lnTo>
                    <a:pt x="628053" y="752403"/>
                  </a:lnTo>
                  <a:lnTo>
                    <a:pt x="627916" y="752449"/>
                  </a:lnTo>
                  <a:lnTo>
                    <a:pt x="627472" y="752549"/>
                  </a:lnTo>
                  <a:lnTo>
                    <a:pt x="627224" y="752582"/>
                  </a:lnTo>
                  <a:lnTo>
                    <a:pt x="626783" y="752640"/>
                  </a:lnTo>
                  <a:lnTo>
                    <a:pt x="626483" y="752670"/>
                  </a:lnTo>
                  <a:lnTo>
                    <a:pt x="626114" y="752720"/>
                  </a:lnTo>
                  <a:lnTo>
                    <a:pt x="625925" y="752750"/>
                  </a:lnTo>
                  <a:lnTo>
                    <a:pt x="625564" y="752815"/>
                  </a:lnTo>
                  <a:lnTo>
                    <a:pt x="624748" y="752975"/>
                  </a:lnTo>
                  <a:lnTo>
                    <a:pt x="624366" y="752729"/>
                  </a:lnTo>
                  <a:lnTo>
                    <a:pt x="623839" y="752683"/>
                  </a:lnTo>
                  <a:lnTo>
                    <a:pt x="623185" y="752823"/>
                  </a:lnTo>
                  <a:lnTo>
                    <a:pt x="623099" y="752676"/>
                  </a:lnTo>
                  <a:lnTo>
                    <a:pt x="622718" y="752680"/>
                  </a:lnTo>
                  <a:lnTo>
                    <a:pt x="622590" y="752555"/>
                  </a:lnTo>
                  <a:lnTo>
                    <a:pt x="622398" y="752331"/>
                  </a:lnTo>
                  <a:lnTo>
                    <a:pt x="622148" y="751961"/>
                  </a:lnTo>
                  <a:lnTo>
                    <a:pt x="621916" y="751316"/>
                  </a:lnTo>
                  <a:lnTo>
                    <a:pt x="621810" y="750914"/>
                  </a:lnTo>
                  <a:lnTo>
                    <a:pt x="621760" y="750748"/>
                  </a:lnTo>
                  <a:lnTo>
                    <a:pt x="621642" y="750492"/>
                  </a:lnTo>
                  <a:lnTo>
                    <a:pt x="621460" y="750104"/>
                  </a:lnTo>
                  <a:lnTo>
                    <a:pt x="620822" y="749452"/>
                  </a:lnTo>
                  <a:lnTo>
                    <a:pt x="620621" y="749285"/>
                  </a:lnTo>
                  <a:lnTo>
                    <a:pt x="620460" y="748970"/>
                  </a:lnTo>
                  <a:lnTo>
                    <a:pt x="620454" y="748836"/>
                  </a:lnTo>
                  <a:lnTo>
                    <a:pt x="620466" y="748510"/>
                  </a:lnTo>
                  <a:lnTo>
                    <a:pt x="620056" y="748699"/>
                  </a:lnTo>
                  <a:lnTo>
                    <a:pt x="619098" y="749123"/>
                  </a:lnTo>
                  <a:lnTo>
                    <a:pt x="618824" y="749169"/>
                  </a:lnTo>
                  <a:lnTo>
                    <a:pt x="618531" y="749229"/>
                  </a:lnTo>
                  <a:lnTo>
                    <a:pt x="618276" y="749286"/>
                  </a:lnTo>
                  <a:lnTo>
                    <a:pt x="617753" y="749375"/>
                  </a:lnTo>
                  <a:lnTo>
                    <a:pt x="617194" y="749468"/>
                  </a:lnTo>
                  <a:lnTo>
                    <a:pt x="616924" y="749538"/>
                  </a:lnTo>
                  <a:lnTo>
                    <a:pt x="616279" y="749723"/>
                  </a:lnTo>
                  <a:lnTo>
                    <a:pt x="615728" y="750006"/>
                  </a:lnTo>
                  <a:lnTo>
                    <a:pt x="615160" y="750142"/>
                  </a:lnTo>
                  <a:lnTo>
                    <a:pt x="614819" y="750198"/>
                  </a:lnTo>
                  <a:lnTo>
                    <a:pt x="613849" y="750364"/>
                  </a:lnTo>
                  <a:lnTo>
                    <a:pt x="613412" y="750450"/>
                  </a:lnTo>
                  <a:lnTo>
                    <a:pt x="612819" y="750548"/>
                  </a:lnTo>
                  <a:lnTo>
                    <a:pt x="612490" y="750589"/>
                  </a:lnTo>
                  <a:lnTo>
                    <a:pt x="611599" y="750707"/>
                  </a:lnTo>
                  <a:lnTo>
                    <a:pt x="611159" y="750864"/>
                  </a:lnTo>
                  <a:lnTo>
                    <a:pt x="610669" y="751040"/>
                  </a:lnTo>
                  <a:lnTo>
                    <a:pt x="610239" y="751154"/>
                  </a:lnTo>
                  <a:lnTo>
                    <a:pt x="610027" y="751195"/>
                  </a:lnTo>
                  <a:lnTo>
                    <a:pt x="609714" y="751252"/>
                  </a:lnTo>
                  <a:lnTo>
                    <a:pt x="609552" y="751280"/>
                  </a:lnTo>
                  <a:lnTo>
                    <a:pt x="609147" y="751412"/>
                  </a:lnTo>
                  <a:lnTo>
                    <a:pt x="608405" y="751695"/>
                  </a:lnTo>
                  <a:lnTo>
                    <a:pt x="608085" y="751805"/>
                  </a:lnTo>
                  <a:lnTo>
                    <a:pt x="607599" y="751952"/>
                  </a:lnTo>
                  <a:lnTo>
                    <a:pt x="607343" y="752029"/>
                  </a:lnTo>
                  <a:lnTo>
                    <a:pt x="607087" y="752111"/>
                  </a:lnTo>
                  <a:lnTo>
                    <a:pt x="606886" y="752192"/>
                  </a:lnTo>
                  <a:lnTo>
                    <a:pt x="606306" y="753955"/>
                  </a:lnTo>
                  <a:lnTo>
                    <a:pt x="605901" y="754984"/>
                  </a:lnTo>
                  <a:lnTo>
                    <a:pt x="605711" y="755464"/>
                  </a:lnTo>
                  <a:lnTo>
                    <a:pt x="605597" y="755824"/>
                  </a:lnTo>
                  <a:lnTo>
                    <a:pt x="605542" y="755987"/>
                  </a:lnTo>
                  <a:lnTo>
                    <a:pt x="605328" y="756531"/>
                  </a:lnTo>
                  <a:lnTo>
                    <a:pt x="605122" y="757137"/>
                  </a:lnTo>
                  <a:lnTo>
                    <a:pt x="605069" y="757292"/>
                  </a:lnTo>
                  <a:lnTo>
                    <a:pt x="604842" y="757805"/>
                  </a:lnTo>
                  <a:lnTo>
                    <a:pt x="604714" y="757848"/>
                  </a:lnTo>
                  <a:lnTo>
                    <a:pt x="604322" y="757977"/>
                  </a:lnTo>
                  <a:lnTo>
                    <a:pt x="603800" y="758151"/>
                  </a:lnTo>
                  <a:lnTo>
                    <a:pt x="603608" y="758216"/>
                  </a:lnTo>
                  <a:lnTo>
                    <a:pt x="602893" y="758503"/>
                  </a:lnTo>
                  <a:lnTo>
                    <a:pt x="602589" y="758677"/>
                  </a:lnTo>
                  <a:lnTo>
                    <a:pt x="602167" y="758899"/>
                  </a:lnTo>
                  <a:lnTo>
                    <a:pt x="601177" y="759400"/>
                  </a:lnTo>
                  <a:lnTo>
                    <a:pt x="600702" y="759534"/>
                  </a:lnTo>
                  <a:lnTo>
                    <a:pt x="600151" y="759422"/>
                  </a:lnTo>
                  <a:lnTo>
                    <a:pt x="599381" y="758841"/>
                  </a:lnTo>
                  <a:lnTo>
                    <a:pt x="598571" y="758281"/>
                  </a:lnTo>
                  <a:lnTo>
                    <a:pt x="597830" y="757611"/>
                  </a:lnTo>
                  <a:lnTo>
                    <a:pt x="597555" y="757348"/>
                  </a:lnTo>
                  <a:lnTo>
                    <a:pt x="597222" y="757089"/>
                  </a:lnTo>
                  <a:lnTo>
                    <a:pt x="596978" y="756899"/>
                  </a:lnTo>
                  <a:lnTo>
                    <a:pt x="596847" y="756797"/>
                  </a:lnTo>
                  <a:lnTo>
                    <a:pt x="596532" y="756557"/>
                  </a:lnTo>
                  <a:lnTo>
                    <a:pt x="596248" y="756341"/>
                  </a:lnTo>
                  <a:lnTo>
                    <a:pt x="595964" y="756172"/>
                  </a:lnTo>
                  <a:lnTo>
                    <a:pt x="595285" y="755989"/>
                  </a:lnTo>
                  <a:lnTo>
                    <a:pt x="594061" y="755574"/>
                  </a:lnTo>
                  <a:lnTo>
                    <a:pt x="593783" y="755502"/>
                  </a:lnTo>
                  <a:lnTo>
                    <a:pt x="593572" y="755453"/>
                  </a:lnTo>
                  <a:lnTo>
                    <a:pt x="592809" y="755284"/>
                  </a:lnTo>
                  <a:lnTo>
                    <a:pt x="592556" y="755230"/>
                  </a:lnTo>
                  <a:lnTo>
                    <a:pt x="592396" y="755196"/>
                  </a:lnTo>
                  <a:lnTo>
                    <a:pt x="591128" y="754401"/>
                  </a:lnTo>
                  <a:lnTo>
                    <a:pt x="589793" y="753555"/>
                  </a:lnTo>
                  <a:lnTo>
                    <a:pt x="589393" y="753595"/>
                  </a:lnTo>
                  <a:lnTo>
                    <a:pt x="587891" y="753763"/>
                  </a:lnTo>
                  <a:lnTo>
                    <a:pt x="587468" y="754204"/>
                  </a:lnTo>
                  <a:lnTo>
                    <a:pt x="587102" y="754592"/>
                  </a:lnTo>
                  <a:lnTo>
                    <a:pt x="586921" y="754737"/>
                  </a:lnTo>
                  <a:lnTo>
                    <a:pt x="585811" y="755449"/>
                  </a:lnTo>
                  <a:lnTo>
                    <a:pt x="585597" y="755506"/>
                  </a:lnTo>
                  <a:lnTo>
                    <a:pt x="585417" y="755541"/>
                  </a:lnTo>
                  <a:lnTo>
                    <a:pt x="585177" y="755550"/>
                  </a:lnTo>
                  <a:lnTo>
                    <a:pt x="584101" y="755453"/>
                  </a:lnTo>
                  <a:lnTo>
                    <a:pt x="583904" y="755629"/>
                  </a:lnTo>
                  <a:lnTo>
                    <a:pt x="583648" y="756234"/>
                  </a:lnTo>
                  <a:lnTo>
                    <a:pt x="583275" y="756762"/>
                  </a:lnTo>
                  <a:lnTo>
                    <a:pt x="583152" y="756928"/>
                  </a:lnTo>
                  <a:lnTo>
                    <a:pt x="583416" y="757167"/>
                  </a:lnTo>
                  <a:lnTo>
                    <a:pt x="583495" y="757424"/>
                  </a:lnTo>
                  <a:lnTo>
                    <a:pt x="582874" y="757992"/>
                  </a:lnTo>
                  <a:lnTo>
                    <a:pt x="582721" y="758075"/>
                  </a:lnTo>
                  <a:lnTo>
                    <a:pt x="582478" y="758250"/>
                  </a:lnTo>
                  <a:lnTo>
                    <a:pt x="581848" y="758641"/>
                  </a:lnTo>
                  <a:lnTo>
                    <a:pt x="581312" y="758963"/>
                  </a:lnTo>
                  <a:lnTo>
                    <a:pt x="581081" y="759109"/>
                  </a:lnTo>
                  <a:lnTo>
                    <a:pt x="580927" y="759368"/>
                  </a:lnTo>
                  <a:lnTo>
                    <a:pt x="580844" y="759645"/>
                  </a:lnTo>
                  <a:lnTo>
                    <a:pt x="580765" y="759777"/>
                  </a:lnTo>
                  <a:lnTo>
                    <a:pt x="580658" y="759957"/>
                  </a:lnTo>
                  <a:lnTo>
                    <a:pt x="580764" y="760495"/>
                  </a:lnTo>
                  <a:lnTo>
                    <a:pt x="580752" y="760906"/>
                  </a:lnTo>
                  <a:lnTo>
                    <a:pt x="580524" y="761081"/>
                  </a:lnTo>
                  <a:lnTo>
                    <a:pt x="580448" y="761240"/>
                  </a:lnTo>
                  <a:lnTo>
                    <a:pt x="580348" y="761448"/>
                  </a:lnTo>
                  <a:lnTo>
                    <a:pt x="580189" y="761702"/>
                  </a:lnTo>
                  <a:lnTo>
                    <a:pt x="580018" y="761898"/>
                  </a:lnTo>
                  <a:lnTo>
                    <a:pt x="579788" y="762161"/>
                  </a:lnTo>
                  <a:lnTo>
                    <a:pt x="579560" y="762535"/>
                  </a:lnTo>
                  <a:lnTo>
                    <a:pt x="579035" y="762983"/>
                  </a:lnTo>
                  <a:lnTo>
                    <a:pt x="578966" y="763368"/>
                  </a:lnTo>
                  <a:lnTo>
                    <a:pt x="578952" y="763988"/>
                  </a:lnTo>
                  <a:lnTo>
                    <a:pt x="578682" y="764460"/>
                  </a:lnTo>
                  <a:lnTo>
                    <a:pt x="578293" y="764628"/>
                  </a:lnTo>
                  <a:lnTo>
                    <a:pt x="578195" y="764819"/>
                  </a:lnTo>
                  <a:lnTo>
                    <a:pt x="577931" y="765056"/>
                  </a:lnTo>
                  <a:lnTo>
                    <a:pt x="577709" y="765237"/>
                  </a:lnTo>
                  <a:lnTo>
                    <a:pt x="577066" y="766715"/>
                  </a:lnTo>
                  <a:lnTo>
                    <a:pt x="576628" y="767165"/>
                  </a:lnTo>
                  <a:lnTo>
                    <a:pt x="576533" y="767351"/>
                  </a:lnTo>
                  <a:lnTo>
                    <a:pt x="576519" y="767496"/>
                  </a:lnTo>
                  <a:lnTo>
                    <a:pt x="576432" y="767628"/>
                  </a:lnTo>
                  <a:lnTo>
                    <a:pt x="576195" y="767962"/>
                  </a:lnTo>
                  <a:lnTo>
                    <a:pt x="575684" y="768616"/>
                  </a:lnTo>
                  <a:lnTo>
                    <a:pt x="575491" y="768880"/>
                  </a:lnTo>
                  <a:lnTo>
                    <a:pt x="575187" y="769468"/>
                  </a:lnTo>
                  <a:lnTo>
                    <a:pt x="575092" y="769724"/>
                  </a:lnTo>
                  <a:lnTo>
                    <a:pt x="574950" y="770141"/>
                  </a:lnTo>
                  <a:lnTo>
                    <a:pt x="574702" y="770469"/>
                  </a:lnTo>
                  <a:lnTo>
                    <a:pt x="574448" y="770766"/>
                  </a:lnTo>
                  <a:lnTo>
                    <a:pt x="574003" y="770978"/>
                  </a:lnTo>
                  <a:lnTo>
                    <a:pt x="573821" y="771304"/>
                  </a:lnTo>
                  <a:lnTo>
                    <a:pt x="573637" y="772145"/>
                  </a:lnTo>
                  <a:lnTo>
                    <a:pt x="573305" y="773033"/>
                  </a:lnTo>
                  <a:lnTo>
                    <a:pt x="573067" y="773323"/>
                  </a:lnTo>
                  <a:lnTo>
                    <a:pt x="572750" y="773721"/>
                  </a:lnTo>
                  <a:lnTo>
                    <a:pt x="572213" y="774406"/>
                  </a:lnTo>
                  <a:lnTo>
                    <a:pt x="571606" y="775079"/>
                  </a:lnTo>
                  <a:lnTo>
                    <a:pt x="570892" y="775612"/>
                  </a:lnTo>
                  <a:lnTo>
                    <a:pt x="570832" y="775743"/>
                  </a:lnTo>
                  <a:lnTo>
                    <a:pt x="570774" y="776037"/>
                  </a:lnTo>
                  <a:lnTo>
                    <a:pt x="570690" y="777377"/>
                  </a:lnTo>
                  <a:lnTo>
                    <a:pt x="570636" y="778976"/>
                  </a:lnTo>
                  <a:lnTo>
                    <a:pt x="570800" y="779264"/>
                  </a:lnTo>
                  <a:lnTo>
                    <a:pt x="570397" y="780073"/>
                  </a:lnTo>
                  <a:lnTo>
                    <a:pt x="569936" y="780589"/>
                  </a:lnTo>
                  <a:lnTo>
                    <a:pt x="569023" y="781340"/>
                  </a:lnTo>
                  <a:lnTo>
                    <a:pt x="569045" y="781522"/>
                  </a:lnTo>
                  <a:lnTo>
                    <a:pt x="569347" y="781912"/>
                  </a:lnTo>
                  <a:lnTo>
                    <a:pt x="569538" y="782207"/>
                  </a:lnTo>
                  <a:lnTo>
                    <a:pt x="569416" y="782591"/>
                  </a:lnTo>
                  <a:lnTo>
                    <a:pt x="569422" y="783486"/>
                  </a:lnTo>
                  <a:lnTo>
                    <a:pt x="569087" y="783771"/>
                  </a:lnTo>
                  <a:lnTo>
                    <a:pt x="568862" y="783608"/>
                  </a:lnTo>
                  <a:lnTo>
                    <a:pt x="568585" y="783501"/>
                  </a:lnTo>
                  <a:lnTo>
                    <a:pt x="568099" y="783436"/>
                  </a:lnTo>
                  <a:lnTo>
                    <a:pt x="567460" y="783667"/>
                  </a:lnTo>
                  <a:lnTo>
                    <a:pt x="567161" y="784037"/>
                  </a:lnTo>
                  <a:lnTo>
                    <a:pt x="566437" y="783667"/>
                  </a:lnTo>
                  <a:lnTo>
                    <a:pt x="565903" y="783300"/>
                  </a:lnTo>
                  <a:lnTo>
                    <a:pt x="565490" y="783329"/>
                  </a:lnTo>
                  <a:lnTo>
                    <a:pt x="565155" y="783656"/>
                  </a:lnTo>
                  <a:lnTo>
                    <a:pt x="564939" y="783950"/>
                  </a:lnTo>
                  <a:lnTo>
                    <a:pt x="564506" y="784226"/>
                  </a:lnTo>
                  <a:lnTo>
                    <a:pt x="563713" y="784704"/>
                  </a:lnTo>
                  <a:lnTo>
                    <a:pt x="563432" y="784738"/>
                  </a:lnTo>
                  <a:lnTo>
                    <a:pt x="562434" y="784426"/>
                  </a:lnTo>
                  <a:lnTo>
                    <a:pt x="560953" y="783898"/>
                  </a:lnTo>
                  <a:lnTo>
                    <a:pt x="560732" y="783417"/>
                  </a:lnTo>
                  <a:lnTo>
                    <a:pt x="560274" y="783097"/>
                  </a:lnTo>
                  <a:lnTo>
                    <a:pt x="559832" y="782839"/>
                  </a:lnTo>
                  <a:lnTo>
                    <a:pt x="559081" y="782639"/>
                  </a:lnTo>
                  <a:lnTo>
                    <a:pt x="558597" y="782508"/>
                  </a:lnTo>
                  <a:lnTo>
                    <a:pt x="558010" y="782248"/>
                  </a:lnTo>
                  <a:lnTo>
                    <a:pt x="557693" y="782494"/>
                  </a:lnTo>
                  <a:lnTo>
                    <a:pt x="557479" y="782783"/>
                  </a:lnTo>
                  <a:lnTo>
                    <a:pt x="557294" y="782808"/>
                  </a:lnTo>
                  <a:lnTo>
                    <a:pt x="557067" y="782787"/>
                  </a:lnTo>
                  <a:lnTo>
                    <a:pt x="556318" y="782489"/>
                  </a:lnTo>
                  <a:lnTo>
                    <a:pt x="556074" y="782317"/>
                  </a:lnTo>
                  <a:lnTo>
                    <a:pt x="555700" y="782299"/>
                  </a:lnTo>
                  <a:lnTo>
                    <a:pt x="554247" y="781901"/>
                  </a:lnTo>
                  <a:lnTo>
                    <a:pt x="553905" y="781736"/>
                  </a:lnTo>
                  <a:lnTo>
                    <a:pt x="553666" y="781533"/>
                  </a:lnTo>
                  <a:lnTo>
                    <a:pt x="553311" y="781494"/>
                  </a:lnTo>
                  <a:lnTo>
                    <a:pt x="553089" y="781487"/>
                  </a:lnTo>
                  <a:lnTo>
                    <a:pt x="552890" y="781498"/>
                  </a:lnTo>
                  <a:lnTo>
                    <a:pt x="552670" y="781521"/>
                  </a:lnTo>
                  <a:lnTo>
                    <a:pt x="552370" y="781574"/>
                  </a:lnTo>
                  <a:lnTo>
                    <a:pt x="551941" y="781771"/>
                  </a:lnTo>
                  <a:lnTo>
                    <a:pt x="551789" y="781876"/>
                  </a:lnTo>
                  <a:lnTo>
                    <a:pt x="551422" y="782054"/>
                  </a:lnTo>
                  <a:lnTo>
                    <a:pt x="551202" y="782066"/>
                  </a:lnTo>
                  <a:lnTo>
                    <a:pt x="550851" y="782135"/>
                  </a:lnTo>
                  <a:lnTo>
                    <a:pt x="550458" y="782374"/>
                  </a:lnTo>
                  <a:lnTo>
                    <a:pt x="550277" y="782393"/>
                  </a:lnTo>
                  <a:lnTo>
                    <a:pt x="550302" y="782531"/>
                  </a:lnTo>
                  <a:lnTo>
                    <a:pt x="550550" y="782890"/>
                  </a:lnTo>
                  <a:lnTo>
                    <a:pt x="550701" y="782918"/>
                  </a:lnTo>
                  <a:lnTo>
                    <a:pt x="551184" y="783104"/>
                  </a:lnTo>
                  <a:lnTo>
                    <a:pt x="551216" y="783268"/>
                  </a:lnTo>
                  <a:lnTo>
                    <a:pt x="551092" y="783916"/>
                  </a:lnTo>
                  <a:lnTo>
                    <a:pt x="550789" y="783746"/>
                  </a:lnTo>
                  <a:lnTo>
                    <a:pt x="550656" y="783531"/>
                  </a:lnTo>
                  <a:lnTo>
                    <a:pt x="550154" y="783257"/>
                  </a:lnTo>
                  <a:lnTo>
                    <a:pt x="549914" y="783569"/>
                  </a:lnTo>
                  <a:lnTo>
                    <a:pt x="549925" y="783697"/>
                  </a:lnTo>
                  <a:lnTo>
                    <a:pt x="550026" y="783856"/>
                  </a:lnTo>
                  <a:lnTo>
                    <a:pt x="550329" y="784195"/>
                  </a:lnTo>
                  <a:lnTo>
                    <a:pt x="550364" y="784490"/>
                  </a:lnTo>
                  <a:lnTo>
                    <a:pt x="550329" y="784654"/>
                  </a:lnTo>
                  <a:lnTo>
                    <a:pt x="550145" y="785372"/>
                  </a:lnTo>
                  <a:lnTo>
                    <a:pt x="549949" y="786116"/>
                  </a:lnTo>
                  <a:lnTo>
                    <a:pt x="549831" y="786286"/>
                  </a:lnTo>
                  <a:lnTo>
                    <a:pt x="549755" y="786422"/>
                  </a:lnTo>
                  <a:lnTo>
                    <a:pt x="549676" y="786634"/>
                  </a:lnTo>
                  <a:lnTo>
                    <a:pt x="549816" y="787132"/>
                  </a:lnTo>
                  <a:lnTo>
                    <a:pt x="550012" y="787378"/>
                  </a:lnTo>
                  <a:lnTo>
                    <a:pt x="550086" y="787666"/>
                  </a:lnTo>
                  <a:lnTo>
                    <a:pt x="549926" y="788333"/>
                  </a:lnTo>
                  <a:lnTo>
                    <a:pt x="549683" y="788510"/>
                  </a:lnTo>
                  <a:lnTo>
                    <a:pt x="549512" y="788591"/>
                  </a:lnTo>
                  <a:lnTo>
                    <a:pt x="549097" y="788620"/>
                  </a:lnTo>
                  <a:lnTo>
                    <a:pt x="548728" y="788768"/>
                  </a:lnTo>
                  <a:lnTo>
                    <a:pt x="548355" y="788940"/>
                  </a:lnTo>
                  <a:lnTo>
                    <a:pt x="548158" y="789099"/>
                  </a:lnTo>
                  <a:lnTo>
                    <a:pt x="547655" y="789578"/>
                  </a:lnTo>
                  <a:lnTo>
                    <a:pt x="547398" y="789976"/>
                  </a:lnTo>
                  <a:lnTo>
                    <a:pt x="547407" y="790472"/>
                  </a:lnTo>
                  <a:lnTo>
                    <a:pt x="547410" y="790722"/>
                  </a:lnTo>
                  <a:lnTo>
                    <a:pt x="547377" y="790983"/>
                  </a:lnTo>
                  <a:lnTo>
                    <a:pt x="546890" y="791821"/>
                  </a:lnTo>
                  <a:lnTo>
                    <a:pt x="546060" y="792094"/>
                  </a:lnTo>
                  <a:lnTo>
                    <a:pt x="545436" y="792022"/>
                  </a:lnTo>
                  <a:lnTo>
                    <a:pt x="544698" y="792154"/>
                  </a:lnTo>
                  <a:lnTo>
                    <a:pt x="543496" y="791868"/>
                  </a:lnTo>
                  <a:lnTo>
                    <a:pt x="542676" y="791707"/>
                  </a:lnTo>
                  <a:lnTo>
                    <a:pt x="540751" y="792079"/>
                  </a:lnTo>
                  <a:lnTo>
                    <a:pt x="538874" y="792639"/>
                  </a:lnTo>
                  <a:lnTo>
                    <a:pt x="538735" y="792926"/>
                  </a:lnTo>
                  <a:lnTo>
                    <a:pt x="538530" y="793508"/>
                  </a:lnTo>
                  <a:lnTo>
                    <a:pt x="537958" y="794382"/>
                  </a:lnTo>
                  <a:lnTo>
                    <a:pt x="537999" y="794717"/>
                  </a:lnTo>
                  <a:lnTo>
                    <a:pt x="537540" y="794850"/>
                  </a:lnTo>
                  <a:lnTo>
                    <a:pt x="537226" y="794756"/>
                  </a:lnTo>
                  <a:lnTo>
                    <a:pt x="536816" y="794107"/>
                  </a:lnTo>
                  <a:lnTo>
                    <a:pt x="536673" y="793786"/>
                  </a:lnTo>
                  <a:lnTo>
                    <a:pt x="536701" y="793655"/>
                  </a:lnTo>
                  <a:lnTo>
                    <a:pt x="537158" y="792819"/>
                  </a:lnTo>
                  <a:lnTo>
                    <a:pt x="536649" y="792430"/>
                  </a:lnTo>
                  <a:lnTo>
                    <a:pt x="536484" y="792510"/>
                  </a:lnTo>
                  <a:lnTo>
                    <a:pt x="536185" y="792932"/>
                  </a:lnTo>
                  <a:lnTo>
                    <a:pt x="535796" y="792903"/>
                  </a:lnTo>
                  <a:lnTo>
                    <a:pt x="535680" y="792761"/>
                  </a:lnTo>
                  <a:lnTo>
                    <a:pt x="535485" y="791549"/>
                  </a:lnTo>
                  <a:lnTo>
                    <a:pt x="535722" y="790861"/>
                  </a:lnTo>
                  <a:lnTo>
                    <a:pt x="536048" y="790632"/>
                  </a:lnTo>
                  <a:lnTo>
                    <a:pt x="536188" y="790576"/>
                  </a:lnTo>
                  <a:lnTo>
                    <a:pt x="536740" y="790223"/>
                  </a:lnTo>
                  <a:lnTo>
                    <a:pt x="537048" y="789738"/>
                  </a:lnTo>
                  <a:lnTo>
                    <a:pt x="537172" y="789168"/>
                  </a:lnTo>
                  <a:lnTo>
                    <a:pt x="537449" y="788656"/>
                  </a:lnTo>
                  <a:lnTo>
                    <a:pt x="538165" y="787922"/>
                  </a:lnTo>
                  <a:lnTo>
                    <a:pt x="538922" y="787518"/>
                  </a:lnTo>
                  <a:lnTo>
                    <a:pt x="539102" y="787139"/>
                  </a:lnTo>
                  <a:lnTo>
                    <a:pt x="539186" y="785436"/>
                  </a:lnTo>
                  <a:lnTo>
                    <a:pt x="538726" y="784924"/>
                  </a:lnTo>
                  <a:lnTo>
                    <a:pt x="538305" y="784992"/>
                  </a:lnTo>
                  <a:lnTo>
                    <a:pt x="537906" y="785680"/>
                  </a:lnTo>
                  <a:lnTo>
                    <a:pt x="537573" y="785876"/>
                  </a:lnTo>
                  <a:lnTo>
                    <a:pt x="537296" y="786002"/>
                  </a:lnTo>
                  <a:lnTo>
                    <a:pt x="536741" y="786083"/>
                  </a:lnTo>
                  <a:lnTo>
                    <a:pt x="535331" y="786160"/>
                  </a:lnTo>
                  <a:lnTo>
                    <a:pt x="534634" y="785924"/>
                  </a:lnTo>
                  <a:lnTo>
                    <a:pt x="533894" y="786269"/>
                  </a:lnTo>
                  <a:lnTo>
                    <a:pt x="533277" y="786578"/>
                  </a:lnTo>
                  <a:lnTo>
                    <a:pt x="533114" y="786830"/>
                  </a:lnTo>
                  <a:lnTo>
                    <a:pt x="532795" y="787167"/>
                  </a:lnTo>
                  <a:lnTo>
                    <a:pt x="531822" y="787767"/>
                  </a:lnTo>
                  <a:lnTo>
                    <a:pt x="530272" y="788127"/>
                  </a:lnTo>
                  <a:lnTo>
                    <a:pt x="529960" y="788182"/>
                  </a:lnTo>
                  <a:lnTo>
                    <a:pt x="529547" y="788065"/>
                  </a:lnTo>
                  <a:lnTo>
                    <a:pt x="528898" y="788240"/>
                  </a:lnTo>
                  <a:lnTo>
                    <a:pt x="528183" y="789011"/>
                  </a:lnTo>
                  <a:lnTo>
                    <a:pt x="528142" y="789175"/>
                  </a:lnTo>
                  <a:lnTo>
                    <a:pt x="528131" y="789308"/>
                  </a:lnTo>
                  <a:lnTo>
                    <a:pt x="527394" y="790397"/>
                  </a:lnTo>
                  <a:lnTo>
                    <a:pt x="526830" y="791166"/>
                  </a:lnTo>
                  <a:lnTo>
                    <a:pt x="526605" y="791455"/>
                  </a:lnTo>
                  <a:lnTo>
                    <a:pt x="526062" y="792086"/>
                  </a:lnTo>
                  <a:lnTo>
                    <a:pt x="525365" y="792685"/>
                  </a:lnTo>
                  <a:lnTo>
                    <a:pt x="525246" y="792972"/>
                  </a:lnTo>
                  <a:lnTo>
                    <a:pt x="525162" y="793198"/>
                  </a:lnTo>
                  <a:lnTo>
                    <a:pt x="525098" y="793355"/>
                  </a:lnTo>
                  <a:lnTo>
                    <a:pt x="524948" y="793522"/>
                  </a:lnTo>
                  <a:lnTo>
                    <a:pt x="524413" y="793859"/>
                  </a:lnTo>
                  <a:lnTo>
                    <a:pt x="523554" y="794762"/>
                  </a:lnTo>
                  <a:lnTo>
                    <a:pt x="523416" y="794975"/>
                  </a:lnTo>
                  <a:lnTo>
                    <a:pt x="523358" y="795158"/>
                  </a:lnTo>
                  <a:lnTo>
                    <a:pt x="522822" y="797371"/>
                  </a:lnTo>
                  <a:lnTo>
                    <a:pt x="522124" y="798350"/>
                  </a:lnTo>
                  <a:lnTo>
                    <a:pt x="521774" y="798579"/>
                  </a:lnTo>
                  <a:lnTo>
                    <a:pt x="521343" y="798720"/>
                  </a:lnTo>
                  <a:lnTo>
                    <a:pt x="519073" y="798766"/>
                  </a:lnTo>
                  <a:lnTo>
                    <a:pt x="518818" y="798705"/>
                  </a:lnTo>
                  <a:lnTo>
                    <a:pt x="517806" y="798104"/>
                  </a:lnTo>
                  <a:lnTo>
                    <a:pt x="517239" y="797440"/>
                  </a:lnTo>
                  <a:lnTo>
                    <a:pt x="516832" y="796879"/>
                  </a:lnTo>
                  <a:lnTo>
                    <a:pt x="516672" y="796527"/>
                  </a:lnTo>
                  <a:lnTo>
                    <a:pt x="516819" y="796001"/>
                  </a:lnTo>
                  <a:lnTo>
                    <a:pt x="516318" y="794972"/>
                  </a:lnTo>
                  <a:lnTo>
                    <a:pt x="515733" y="794330"/>
                  </a:lnTo>
                  <a:lnTo>
                    <a:pt x="515524" y="794121"/>
                  </a:lnTo>
                  <a:lnTo>
                    <a:pt x="514964" y="793704"/>
                  </a:lnTo>
                  <a:lnTo>
                    <a:pt x="514482" y="793861"/>
                  </a:lnTo>
                  <a:lnTo>
                    <a:pt x="514566" y="794304"/>
                  </a:lnTo>
                  <a:lnTo>
                    <a:pt x="514288" y="794548"/>
                  </a:lnTo>
                  <a:lnTo>
                    <a:pt x="513972" y="794749"/>
                  </a:lnTo>
                  <a:lnTo>
                    <a:pt x="513673" y="794718"/>
                  </a:lnTo>
                  <a:lnTo>
                    <a:pt x="513248" y="794501"/>
                  </a:lnTo>
                  <a:lnTo>
                    <a:pt x="513037" y="794211"/>
                  </a:lnTo>
                  <a:lnTo>
                    <a:pt x="512929" y="794060"/>
                  </a:lnTo>
                  <a:lnTo>
                    <a:pt x="512782" y="793977"/>
                  </a:lnTo>
                  <a:lnTo>
                    <a:pt x="512042" y="793783"/>
                  </a:lnTo>
                  <a:lnTo>
                    <a:pt x="511625" y="793843"/>
                  </a:lnTo>
                  <a:lnTo>
                    <a:pt x="511373" y="793886"/>
                  </a:lnTo>
                  <a:lnTo>
                    <a:pt x="511000" y="794679"/>
                  </a:lnTo>
                  <a:lnTo>
                    <a:pt x="511000" y="795280"/>
                  </a:lnTo>
                  <a:lnTo>
                    <a:pt x="511304" y="795668"/>
                  </a:lnTo>
                  <a:lnTo>
                    <a:pt x="510487" y="796469"/>
                  </a:lnTo>
                  <a:lnTo>
                    <a:pt x="509855" y="796850"/>
                  </a:lnTo>
                  <a:lnTo>
                    <a:pt x="509641" y="796792"/>
                  </a:lnTo>
                  <a:lnTo>
                    <a:pt x="509407" y="796488"/>
                  </a:lnTo>
                  <a:lnTo>
                    <a:pt x="509057" y="796067"/>
                  </a:lnTo>
                  <a:lnTo>
                    <a:pt x="508574" y="795894"/>
                  </a:lnTo>
                  <a:lnTo>
                    <a:pt x="507932" y="795501"/>
                  </a:lnTo>
                  <a:lnTo>
                    <a:pt x="507669" y="795304"/>
                  </a:lnTo>
                  <a:lnTo>
                    <a:pt x="507328" y="795006"/>
                  </a:lnTo>
                  <a:lnTo>
                    <a:pt x="507118" y="794761"/>
                  </a:lnTo>
                  <a:lnTo>
                    <a:pt x="506820" y="794464"/>
                  </a:lnTo>
                  <a:lnTo>
                    <a:pt x="506205" y="793880"/>
                  </a:lnTo>
                  <a:lnTo>
                    <a:pt x="506111" y="793703"/>
                  </a:lnTo>
                  <a:lnTo>
                    <a:pt x="505645" y="793222"/>
                  </a:lnTo>
                  <a:lnTo>
                    <a:pt x="505182" y="792900"/>
                  </a:lnTo>
                  <a:lnTo>
                    <a:pt x="505302" y="792741"/>
                  </a:lnTo>
                  <a:lnTo>
                    <a:pt x="505481" y="792099"/>
                  </a:lnTo>
                  <a:lnTo>
                    <a:pt x="505414" y="791818"/>
                  </a:lnTo>
                  <a:lnTo>
                    <a:pt x="504716" y="791865"/>
                  </a:lnTo>
                  <a:lnTo>
                    <a:pt x="503937" y="791781"/>
                  </a:lnTo>
                  <a:lnTo>
                    <a:pt x="503695" y="791375"/>
                  </a:lnTo>
                  <a:lnTo>
                    <a:pt x="503162" y="791058"/>
                  </a:lnTo>
                  <a:lnTo>
                    <a:pt x="502525" y="791293"/>
                  </a:lnTo>
                  <a:lnTo>
                    <a:pt x="500428" y="790527"/>
                  </a:lnTo>
                  <a:lnTo>
                    <a:pt x="500033" y="790668"/>
                  </a:lnTo>
                  <a:lnTo>
                    <a:pt x="499803" y="790887"/>
                  </a:lnTo>
                  <a:lnTo>
                    <a:pt x="499632" y="791854"/>
                  </a:lnTo>
                  <a:lnTo>
                    <a:pt x="499638" y="792083"/>
                  </a:lnTo>
                  <a:lnTo>
                    <a:pt x="499734" y="792516"/>
                  </a:lnTo>
                  <a:lnTo>
                    <a:pt x="500198" y="793427"/>
                  </a:lnTo>
                  <a:lnTo>
                    <a:pt x="500484" y="793490"/>
                  </a:lnTo>
                  <a:lnTo>
                    <a:pt x="501091" y="793543"/>
                  </a:lnTo>
                  <a:lnTo>
                    <a:pt x="501193" y="793690"/>
                  </a:lnTo>
                  <a:lnTo>
                    <a:pt x="501267" y="793916"/>
                  </a:lnTo>
                  <a:lnTo>
                    <a:pt x="501286" y="794081"/>
                  </a:lnTo>
                  <a:lnTo>
                    <a:pt x="501379" y="794217"/>
                  </a:lnTo>
                  <a:lnTo>
                    <a:pt x="501639" y="794342"/>
                  </a:lnTo>
                  <a:lnTo>
                    <a:pt x="501827" y="794705"/>
                  </a:lnTo>
                  <a:lnTo>
                    <a:pt x="501919" y="794904"/>
                  </a:lnTo>
                  <a:lnTo>
                    <a:pt x="502215" y="795770"/>
                  </a:lnTo>
                  <a:lnTo>
                    <a:pt x="502354" y="796021"/>
                  </a:lnTo>
                  <a:lnTo>
                    <a:pt x="502540" y="796424"/>
                  </a:lnTo>
                  <a:lnTo>
                    <a:pt x="502749" y="797155"/>
                  </a:lnTo>
                  <a:lnTo>
                    <a:pt x="502754" y="797295"/>
                  </a:lnTo>
                  <a:lnTo>
                    <a:pt x="502831" y="797804"/>
                  </a:lnTo>
                  <a:lnTo>
                    <a:pt x="503115" y="798111"/>
                  </a:lnTo>
                  <a:lnTo>
                    <a:pt x="502975" y="798116"/>
                  </a:lnTo>
                  <a:lnTo>
                    <a:pt x="502342" y="798183"/>
                  </a:lnTo>
                  <a:lnTo>
                    <a:pt x="502199" y="798199"/>
                  </a:lnTo>
                  <a:lnTo>
                    <a:pt x="500229" y="799071"/>
                  </a:lnTo>
                  <a:lnTo>
                    <a:pt x="499118" y="799586"/>
                  </a:lnTo>
                  <a:lnTo>
                    <a:pt x="498670" y="799791"/>
                  </a:lnTo>
                  <a:lnTo>
                    <a:pt x="498395" y="799972"/>
                  </a:lnTo>
                  <a:lnTo>
                    <a:pt x="498202" y="800179"/>
                  </a:lnTo>
                  <a:lnTo>
                    <a:pt x="498054" y="800449"/>
                  </a:lnTo>
                  <a:lnTo>
                    <a:pt x="497400" y="800573"/>
                  </a:lnTo>
                  <a:lnTo>
                    <a:pt x="496783" y="800772"/>
                  </a:lnTo>
                  <a:lnTo>
                    <a:pt x="496428" y="801017"/>
                  </a:lnTo>
                  <a:lnTo>
                    <a:pt x="496229" y="801091"/>
                  </a:lnTo>
                  <a:lnTo>
                    <a:pt x="495329" y="801261"/>
                  </a:lnTo>
                  <a:lnTo>
                    <a:pt x="494588" y="801245"/>
                  </a:lnTo>
                  <a:lnTo>
                    <a:pt x="494109" y="801214"/>
                  </a:lnTo>
                  <a:lnTo>
                    <a:pt x="493338" y="801178"/>
                  </a:lnTo>
                  <a:lnTo>
                    <a:pt x="492932" y="800692"/>
                  </a:lnTo>
                  <a:lnTo>
                    <a:pt x="492739" y="800437"/>
                  </a:lnTo>
                  <a:lnTo>
                    <a:pt x="492585" y="800090"/>
                  </a:lnTo>
                  <a:lnTo>
                    <a:pt x="492371" y="799812"/>
                  </a:lnTo>
                  <a:lnTo>
                    <a:pt x="492020" y="799368"/>
                  </a:lnTo>
                  <a:lnTo>
                    <a:pt x="490936" y="798644"/>
                  </a:lnTo>
                  <a:lnTo>
                    <a:pt x="490296" y="798890"/>
                  </a:lnTo>
                  <a:lnTo>
                    <a:pt x="489845" y="799421"/>
                  </a:lnTo>
                  <a:lnTo>
                    <a:pt x="489937" y="799951"/>
                  </a:lnTo>
                  <a:lnTo>
                    <a:pt x="490147" y="800130"/>
                  </a:lnTo>
                  <a:lnTo>
                    <a:pt x="490383" y="800325"/>
                  </a:lnTo>
                  <a:lnTo>
                    <a:pt x="490936" y="800501"/>
                  </a:lnTo>
                  <a:lnTo>
                    <a:pt x="491632" y="800948"/>
                  </a:lnTo>
                  <a:lnTo>
                    <a:pt x="493278" y="802075"/>
                  </a:lnTo>
                  <a:lnTo>
                    <a:pt x="493064" y="802502"/>
                  </a:lnTo>
                  <a:lnTo>
                    <a:pt x="492776" y="802739"/>
                  </a:lnTo>
                  <a:lnTo>
                    <a:pt x="492614" y="802853"/>
                  </a:lnTo>
                  <a:lnTo>
                    <a:pt x="492258" y="803095"/>
                  </a:lnTo>
                  <a:lnTo>
                    <a:pt x="491000" y="804317"/>
                  </a:lnTo>
                  <a:lnTo>
                    <a:pt x="491069" y="804595"/>
                  </a:lnTo>
                  <a:lnTo>
                    <a:pt x="491202" y="804896"/>
                  </a:lnTo>
                  <a:lnTo>
                    <a:pt x="491268" y="805135"/>
                  </a:lnTo>
                  <a:lnTo>
                    <a:pt x="491315" y="805374"/>
                  </a:lnTo>
                  <a:lnTo>
                    <a:pt x="491300" y="805647"/>
                  </a:lnTo>
                  <a:lnTo>
                    <a:pt x="491046" y="805992"/>
                  </a:lnTo>
                  <a:lnTo>
                    <a:pt x="490560" y="806312"/>
                  </a:lnTo>
                  <a:lnTo>
                    <a:pt x="490285" y="806460"/>
                  </a:lnTo>
                  <a:lnTo>
                    <a:pt x="489952" y="806503"/>
                  </a:lnTo>
                  <a:lnTo>
                    <a:pt x="489800" y="806437"/>
                  </a:lnTo>
                  <a:lnTo>
                    <a:pt x="489503" y="806352"/>
                  </a:lnTo>
                  <a:lnTo>
                    <a:pt x="489243" y="806407"/>
                  </a:lnTo>
                  <a:lnTo>
                    <a:pt x="489058" y="806496"/>
                  </a:lnTo>
                  <a:lnTo>
                    <a:pt x="488789" y="806649"/>
                  </a:lnTo>
                  <a:lnTo>
                    <a:pt x="488477" y="806831"/>
                  </a:lnTo>
                  <a:lnTo>
                    <a:pt x="488309" y="806972"/>
                  </a:lnTo>
                  <a:lnTo>
                    <a:pt x="488159" y="807109"/>
                  </a:lnTo>
                  <a:lnTo>
                    <a:pt x="487988" y="807187"/>
                  </a:lnTo>
                  <a:lnTo>
                    <a:pt x="485882" y="807795"/>
                  </a:lnTo>
                  <a:lnTo>
                    <a:pt x="485389" y="808200"/>
                  </a:lnTo>
                  <a:lnTo>
                    <a:pt x="485085" y="808572"/>
                  </a:lnTo>
                  <a:lnTo>
                    <a:pt x="484262" y="809623"/>
                  </a:lnTo>
                  <a:lnTo>
                    <a:pt x="483365" y="809634"/>
                  </a:lnTo>
                  <a:lnTo>
                    <a:pt x="483017" y="810430"/>
                  </a:lnTo>
                  <a:lnTo>
                    <a:pt x="482713" y="811951"/>
                  </a:lnTo>
                  <a:lnTo>
                    <a:pt x="482701" y="812976"/>
                  </a:lnTo>
                  <a:lnTo>
                    <a:pt x="482699" y="813224"/>
                  </a:lnTo>
                  <a:lnTo>
                    <a:pt x="482230" y="813893"/>
                  </a:lnTo>
                  <a:lnTo>
                    <a:pt x="481791" y="814518"/>
                  </a:lnTo>
                  <a:lnTo>
                    <a:pt x="481190" y="815666"/>
                  </a:lnTo>
                  <a:lnTo>
                    <a:pt x="480420" y="816701"/>
                  </a:lnTo>
                  <a:lnTo>
                    <a:pt x="479859" y="816881"/>
                  </a:lnTo>
                  <a:lnTo>
                    <a:pt x="479066" y="817680"/>
                  </a:lnTo>
                  <a:lnTo>
                    <a:pt x="477201" y="818870"/>
                  </a:lnTo>
                  <a:lnTo>
                    <a:pt x="476773" y="818448"/>
                  </a:lnTo>
                  <a:lnTo>
                    <a:pt x="476197" y="817882"/>
                  </a:lnTo>
                  <a:lnTo>
                    <a:pt x="475868" y="817891"/>
                  </a:lnTo>
                  <a:lnTo>
                    <a:pt x="474689" y="818929"/>
                  </a:lnTo>
                  <a:lnTo>
                    <a:pt x="473515" y="820117"/>
                  </a:lnTo>
                  <a:lnTo>
                    <a:pt x="472327" y="821633"/>
                  </a:lnTo>
                  <a:lnTo>
                    <a:pt x="471859" y="822270"/>
                  </a:lnTo>
                  <a:lnTo>
                    <a:pt x="470898" y="823069"/>
                  </a:lnTo>
                  <a:lnTo>
                    <a:pt x="470436" y="823239"/>
                  </a:lnTo>
                  <a:lnTo>
                    <a:pt x="470088" y="823377"/>
                  </a:lnTo>
                  <a:lnTo>
                    <a:pt x="469268" y="823920"/>
                  </a:lnTo>
                  <a:lnTo>
                    <a:pt x="469139" y="824094"/>
                  </a:lnTo>
                  <a:lnTo>
                    <a:pt x="468894" y="825234"/>
                  </a:lnTo>
                  <a:lnTo>
                    <a:pt x="469209" y="825611"/>
                  </a:lnTo>
                  <a:lnTo>
                    <a:pt x="469700" y="826585"/>
                  </a:lnTo>
                  <a:lnTo>
                    <a:pt x="469482" y="827076"/>
                  </a:lnTo>
                  <a:lnTo>
                    <a:pt x="469199" y="827239"/>
                  </a:lnTo>
                  <a:lnTo>
                    <a:pt x="468900" y="827405"/>
                  </a:lnTo>
                  <a:lnTo>
                    <a:pt x="468547" y="827478"/>
                  </a:lnTo>
                  <a:lnTo>
                    <a:pt x="468191" y="827341"/>
                  </a:lnTo>
                  <a:lnTo>
                    <a:pt x="467649" y="827129"/>
                  </a:lnTo>
                  <a:lnTo>
                    <a:pt x="467289" y="827077"/>
                  </a:lnTo>
                  <a:lnTo>
                    <a:pt x="467044" y="827039"/>
                  </a:lnTo>
                  <a:lnTo>
                    <a:pt x="466633" y="827238"/>
                  </a:lnTo>
                  <a:lnTo>
                    <a:pt x="466094" y="827721"/>
                  </a:lnTo>
                  <a:lnTo>
                    <a:pt x="465922" y="827883"/>
                  </a:lnTo>
                  <a:lnTo>
                    <a:pt x="465577" y="828278"/>
                  </a:lnTo>
                  <a:lnTo>
                    <a:pt x="464403" y="829699"/>
                  </a:lnTo>
                  <a:lnTo>
                    <a:pt x="463338" y="831235"/>
                  </a:lnTo>
                  <a:lnTo>
                    <a:pt x="461985" y="832105"/>
                  </a:lnTo>
                  <a:lnTo>
                    <a:pt x="461253" y="833348"/>
                  </a:lnTo>
                  <a:lnTo>
                    <a:pt x="461002" y="833647"/>
                  </a:lnTo>
                  <a:lnTo>
                    <a:pt x="460817" y="833773"/>
                  </a:lnTo>
                  <a:lnTo>
                    <a:pt x="459923" y="834244"/>
                  </a:lnTo>
                  <a:lnTo>
                    <a:pt x="458319" y="835597"/>
                  </a:lnTo>
                  <a:lnTo>
                    <a:pt x="458460" y="835843"/>
                  </a:lnTo>
                  <a:lnTo>
                    <a:pt x="458580" y="836061"/>
                  </a:lnTo>
                  <a:lnTo>
                    <a:pt x="458687" y="836797"/>
                  </a:lnTo>
                  <a:lnTo>
                    <a:pt x="457637" y="837968"/>
                  </a:lnTo>
                  <a:lnTo>
                    <a:pt x="457325" y="838239"/>
                  </a:lnTo>
                  <a:lnTo>
                    <a:pt x="456763" y="838448"/>
                  </a:lnTo>
                  <a:lnTo>
                    <a:pt x="455662" y="840944"/>
                  </a:lnTo>
                  <a:lnTo>
                    <a:pt x="455300" y="841436"/>
                  </a:lnTo>
                  <a:lnTo>
                    <a:pt x="455235" y="841669"/>
                  </a:lnTo>
                  <a:lnTo>
                    <a:pt x="455111" y="842115"/>
                  </a:lnTo>
                  <a:lnTo>
                    <a:pt x="455096" y="842260"/>
                  </a:lnTo>
                  <a:lnTo>
                    <a:pt x="455216" y="842950"/>
                  </a:lnTo>
                  <a:lnTo>
                    <a:pt x="455242" y="843288"/>
                  </a:lnTo>
                  <a:lnTo>
                    <a:pt x="454856" y="844011"/>
                  </a:lnTo>
                  <a:lnTo>
                    <a:pt x="454551" y="844423"/>
                  </a:lnTo>
                  <a:lnTo>
                    <a:pt x="454434" y="844550"/>
                  </a:lnTo>
                  <a:lnTo>
                    <a:pt x="454132" y="844881"/>
                  </a:lnTo>
                  <a:lnTo>
                    <a:pt x="454067" y="846413"/>
                  </a:lnTo>
                  <a:lnTo>
                    <a:pt x="454490" y="847022"/>
                  </a:lnTo>
                  <a:lnTo>
                    <a:pt x="454729" y="847178"/>
                  </a:lnTo>
                  <a:lnTo>
                    <a:pt x="455457" y="847660"/>
                  </a:lnTo>
                  <a:lnTo>
                    <a:pt x="456447" y="848320"/>
                  </a:lnTo>
                  <a:lnTo>
                    <a:pt x="457076" y="848798"/>
                  </a:lnTo>
                  <a:lnTo>
                    <a:pt x="458093" y="849577"/>
                  </a:lnTo>
                  <a:lnTo>
                    <a:pt x="458691" y="850037"/>
                  </a:lnTo>
                  <a:lnTo>
                    <a:pt x="458825" y="850140"/>
                  </a:lnTo>
                  <a:lnTo>
                    <a:pt x="458737" y="850337"/>
                  </a:lnTo>
                  <a:lnTo>
                    <a:pt x="458447" y="850978"/>
                  </a:lnTo>
                  <a:lnTo>
                    <a:pt x="458328" y="851235"/>
                  </a:lnTo>
                  <a:lnTo>
                    <a:pt x="458247" y="851408"/>
                  </a:lnTo>
                  <a:lnTo>
                    <a:pt x="458049" y="851843"/>
                  </a:lnTo>
                  <a:lnTo>
                    <a:pt x="458301" y="852209"/>
                  </a:lnTo>
                  <a:lnTo>
                    <a:pt x="458450" y="852420"/>
                  </a:lnTo>
                  <a:lnTo>
                    <a:pt x="458670" y="852741"/>
                  </a:lnTo>
                  <a:lnTo>
                    <a:pt x="458896" y="853079"/>
                  </a:lnTo>
                  <a:lnTo>
                    <a:pt x="458857" y="853292"/>
                  </a:lnTo>
                  <a:lnTo>
                    <a:pt x="457901" y="853987"/>
                  </a:lnTo>
                  <a:lnTo>
                    <a:pt x="457274" y="854659"/>
                  </a:lnTo>
                  <a:lnTo>
                    <a:pt x="456919" y="855173"/>
                  </a:lnTo>
                  <a:lnTo>
                    <a:pt x="456230" y="855704"/>
                  </a:lnTo>
                  <a:lnTo>
                    <a:pt x="455575" y="855933"/>
                  </a:lnTo>
                  <a:lnTo>
                    <a:pt x="455457" y="856144"/>
                  </a:lnTo>
                  <a:lnTo>
                    <a:pt x="455495" y="856314"/>
                  </a:lnTo>
                  <a:lnTo>
                    <a:pt x="455538" y="856584"/>
                  </a:lnTo>
                  <a:lnTo>
                    <a:pt x="455483" y="856716"/>
                  </a:lnTo>
                  <a:lnTo>
                    <a:pt x="455149" y="857351"/>
                  </a:lnTo>
                  <a:lnTo>
                    <a:pt x="454082" y="857733"/>
                  </a:lnTo>
                  <a:lnTo>
                    <a:pt x="453684" y="857640"/>
                  </a:lnTo>
                  <a:lnTo>
                    <a:pt x="453469" y="857318"/>
                  </a:lnTo>
                  <a:lnTo>
                    <a:pt x="453136" y="856785"/>
                  </a:lnTo>
                  <a:lnTo>
                    <a:pt x="452199" y="855326"/>
                  </a:lnTo>
                  <a:lnTo>
                    <a:pt x="452136" y="855195"/>
                  </a:lnTo>
                  <a:lnTo>
                    <a:pt x="451959" y="854719"/>
                  </a:lnTo>
                  <a:lnTo>
                    <a:pt x="451979" y="854558"/>
                  </a:lnTo>
                  <a:lnTo>
                    <a:pt x="451982" y="854316"/>
                  </a:lnTo>
                  <a:lnTo>
                    <a:pt x="451443" y="852983"/>
                  </a:lnTo>
                  <a:lnTo>
                    <a:pt x="450206" y="852131"/>
                  </a:lnTo>
                  <a:lnTo>
                    <a:pt x="449862" y="852011"/>
                  </a:lnTo>
                  <a:lnTo>
                    <a:pt x="448411" y="851993"/>
                  </a:lnTo>
                  <a:lnTo>
                    <a:pt x="448311" y="852247"/>
                  </a:lnTo>
                  <a:lnTo>
                    <a:pt x="448941" y="852964"/>
                  </a:lnTo>
                  <a:lnTo>
                    <a:pt x="449270" y="853335"/>
                  </a:lnTo>
                  <a:lnTo>
                    <a:pt x="449548" y="853657"/>
                  </a:lnTo>
                  <a:lnTo>
                    <a:pt x="449642" y="855006"/>
                  </a:lnTo>
                  <a:lnTo>
                    <a:pt x="449359" y="855151"/>
                  </a:lnTo>
                  <a:lnTo>
                    <a:pt x="448508" y="856681"/>
                  </a:lnTo>
                  <a:lnTo>
                    <a:pt x="448406" y="857519"/>
                  </a:lnTo>
                  <a:lnTo>
                    <a:pt x="448372" y="857811"/>
                  </a:lnTo>
                  <a:lnTo>
                    <a:pt x="448268" y="859302"/>
                  </a:lnTo>
                  <a:lnTo>
                    <a:pt x="448224" y="860208"/>
                  </a:lnTo>
                  <a:lnTo>
                    <a:pt x="448287" y="861536"/>
                  </a:lnTo>
                  <a:lnTo>
                    <a:pt x="448447" y="862724"/>
                  </a:lnTo>
                  <a:lnTo>
                    <a:pt x="448601" y="863111"/>
                  </a:lnTo>
                  <a:lnTo>
                    <a:pt x="448600" y="863735"/>
                  </a:lnTo>
                  <a:lnTo>
                    <a:pt x="448332" y="863961"/>
                  </a:lnTo>
                  <a:lnTo>
                    <a:pt x="447975" y="864526"/>
                  </a:lnTo>
                  <a:lnTo>
                    <a:pt x="447834" y="865031"/>
                  </a:lnTo>
                  <a:lnTo>
                    <a:pt x="447959" y="866060"/>
                  </a:lnTo>
                  <a:lnTo>
                    <a:pt x="448058" y="866275"/>
                  </a:lnTo>
                  <a:lnTo>
                    <a:pt x="448181" y="866624"/>
                  </a:lnTo>
                  <a:lnTo>
                    <a:pt x="448268" y="866989"/>
                  </a:lnTo>
                  <a:lnTo>
                    <a:pt x="448256" y="867339"/>
                  </a:lnTo>
                  <a:lnTo>
                    <a:pt x="447822" y="868006"/>
                  </a:lnTo>
                  <a:lnTo>
                    <a:pt x="447205" y="868376"/>
                  </a:lnTo>
                  <a:lnTo>
                    <a:pt x="446800" y="868149"/>
                  </a:lnTo>
                  <a:lnTo>
                    <a:pt x="446547" y="867988"/>
                  </a:lnTo>
                  <a:lnTo>
                    <a:pt x="445897" y="868026"/>
                  </a:lnTo>
                  <a:lnTo>
                    <a:pt x="445750" y="868043"/>
                  </a:lnTo>
                  <a:lnTo>
                    <a:pt x="445536" y="868071"/>
                  </a:lnTo>
                  <a:lnTo>
                    <a:pt x="445335" y="868097"/>
                  </a:lnTo>
                  <a:lnTo>
                    <a:pt x="445013" y="868447"/>
                  </a:lnTo>
                  <a:lnTo>
                    <a:pt x="444729" y="868762"/>
                  </a:lnTo>
                  <a:lnTo>
                    <a:pt x="443972" y="868958"/>
                  </a:lnTo>
                  <a:lnTo>
                    <a:pt x="443218" y="869060"/>
                  </a:lnTo>
                  <a:lnTo>
                    <a:pt x="442198" y="869443"/>
                  </a:lnTo>
                  <a:lnTo>
                    <a:pt x="441037" y="869273"/>
                  </a:lnTo>
                  <a:lnTo>
                    <a:pt x="440874" y="869179"/>
                  </a:lnTo>
                  <a:lnTo>
                    <a:pt x="440664" y="869057"/>
                  </a:lnTo>
                  <a:lnTo>
                    <a:pt x="440288" y="868837"/>
                  </a:lnTo>
                  <a:lnTo>
                    <a:pt x="439593" y="868421"/>
                  </a:lnTo>
                  <a:lnTo>
                    <a:pt x="439316" y="868236"/>
                  </a:lnTo>
                  <a:lnTo>
                    <a:pt x="439171" y="868137"/>
                  </a:lnTo>
                  <a:lnTo>
                    <a:pt x="439038" y="868048"/>
                  </a:lnTo>
                  <a:lnTo>
                    <a:pt x="438671" y="867926"/>
                  </a:lnTo>
                  <a:lnTo>
                    <a:pt x="438513" y="867875"/>
                  </a:lnTo>
                  <a:lnTo>
                    <a:pt x="438257" y="867793"/>
                  </a:lnTo>
                  <a:lnTo>
                    <a:pt x="436459" y="868368"/>
                  </a:lnTo>
                  <a:lnTo>
                    <a:pt x="435966" y="868589"/>
                  </a:lnTo>
                  <a:lnTo>
                    <a:pt x="435446" y="868909"/>
                  </a:lnTo>
                  <a:lnTo>
                    <a:pt x="434685" y="869358"/>
                  </a:lnTo>
                  <a:lnTo>
                    <a:pt x="434206" y="869582"/>
                  </a:lnTo>
                  <a:lnTo>
                    <a:pt x="433747" y="869682"/>
                  </a:lnTo>
                  <a:lnTo>
                    <a:pt x="433471" y="869739"/>
                  </a:lnTo>
                  <a:lnTo>
                    <a:pt x="433220" y="869790"/>
                  </a:lnTo>
                  <a:lnTo>
                    <a:pt x="431883" y="869938"/>
                  </a:lnTo>
                  <a:lnTo>
                    <a:pt x="430399" y="870370"/>
                  </a:lnTo>
                  <a:lnTo>
                    <a:pt x="429741" y="870223"/>
                  </a:lnTo>
                  <a:lnTo>
                    <a:pt x="429315" y="870114"/>
                  </a:lnTo>
                  <a:lnTo>
                    <a:pt x="429068" y="869614"/>
                  </a:lnTo>
                  <a:lnTo>
                    <a:pt x="428959" y="869278"/>
                  </a:lnTo>
                  <a:lnTo>
                    <a:pt x="428597" y="869089"/>
                  </a:lnTo>
                  <a:lnTo>
                    <a:pt x="428039" y="868960"/>
                  </a:lnTo>
                  <a:lnTo>
                    <a:pt x="426870" y="868920"/>
                  </a:lnTo>
                  <a:lnTo>
                    <a:pt x="425799" y="869227"/>
                  </a:lnTo>
                  <a:lnTo>
                    <a:pt x="425437" y="869425"/>
                  </a:lnTo>
                  <a:lnTo>
                    <a:pt x="425423" y="869817"/>
                  </a:lnTo>
                  <a:lnTo>
                    <a:pt x="424793" y="870331"/>
                  </a:lnTo>
                  <a:lnTo>
                    <a:pt x="423709" y="870755"/>
                  </a:lnTo>
                  <a:lnTo>
                    <a:pt x="423375" y="870854"/>
                  </a:lnTo>
                  <a:lnTo>
                    <a:pt x="422815" y="870850"/>
                  </a:lnTo>
                  <a:lnTo>
                    <a:pt x="422407" y="870575"/>
                  </a:lnTo>
                  <a:lnTo>
                    <a:pt x="422409" y="870426"/>
                  </a:lnTo>
                  <a:lnTo>
                    <a:pt x="421898" y="870060"/>
                  </a:lnTo>
                  <a:lnTo>
                    <a:pt x="421054" y="869956"/>
                  </a:lnTo>
                  <a:lnTo>
                    <a:pt x="420624" y="869955"/>
                  </a:lnTo>
                  <a:lnTo>
                    <a:pt x="419955" y="869507"/>
                  </a:lnTo>
                  <a:lnTo>
                    <a:pt x="418721" y="869607"/>
                  </a:lnTo>
                  <a:lnTo>
                    <a:pt x="418539" y="869556"/>
                  </a:lnTo>
                  <a:lnTo>
                    <a:pt x="418250" y="869065"/>
                  </a:lnTo>
                  <a:lnTo>
                    <a:pt x="418256" y="868611"/>
                  </a:lnTo>
                  <a:lnTo>
                    <a:pt x="418378" y="868413"/>
                  </a:lnTo>
                  <a:lnTo>
                    <a:pt x="418539" y="868137"/>
                  </a:lnTo>
                  <a:lnTo>
                    <a:pt x="418614" y="867518"/>
                  </a:lnTo>
                  <a:lnTo>
                    <a:pt x="418244" y="866364"/>
                  </a:lnTo>
                  <a:lnTo>
                    <a:pt x="418096" y="866148"/>
                  </a:lnTo>
                  <a:lnTo>
                    <a:pt x="417776" y="865898"/>
                  </a:lnTo>
                  <a:lnTo>
                    <a:pt x="417371" y="865866"/>
                  </a:lnTo>
                  <a:lnTo>
                    <a:pt x="417417" y="865387"/>
                  </a:lnTo>
                  <a:lnTo>
                    <a:pt x="416863" y="864549"/>
                  </a:lnTo>
                  <a:lnTo>
                    <a:pt x="416974" y="863597"/>
                  </a:lnTo>
                  <a:lnTo>
                    <a:pt x="415214" y="863250"/>
                  </a:lnTo>
                  <a:lnTo>
                    <a:pt x="414698" y="862855"/>
                  </a:lnTo>
                  <a:lnTo>
                    <a:pt x="414464" y="862736"/>
                  </a:lnTo>
                  <a:lnTo>
                    <a:pt x="413826" y="862495"/>
                  </a:lnTo>
                  <a:lnTo>
                    <a:pt x="413451" y="862435"/>
                  </a:lnTo>
                  <a:lnTo>
                    <a:pt x="413233" y="862668"/>
                  </a:lnTo>
                  <a:lnTo>
                    <a:pt x="411882" y="862074"/>
                  </a:lnTo>
                  <a:lnTo>
                    <a:pt x="411484" y="861724"/>
                  </a:lnTo>
                  <a:lnTo>
                    <a:pt x="411286" y="861667"/>
                  </a:lnTo>
                  <a:lnTo>
                    <a:pt x="410963" y="861614"/>
                  </a:lnTo>
                  <a:lnTo>
                    <a:pt x="410774" y="861625"/>
                  </a:lnTo>
                  <a:lnTo>
                    <a:pt x="410570" y="861775"/>
                  </a:lnTo>
                  <a:lnTo>
                    <a:pt x="409916" y="861553"/>
                  </a:lnTo>
                  <a:lnTo>
                    <a:pt x="409476" y="861526"/>
                  </a:lnTo>
                  <a:lnTo>
                    <a:pt x="408930" y="861300"/>
                  </a:lnTo>
                  <a:lnTo>
                    <a:pt x="408211" y="861178"/>
                  </a:lnTo>
                  <a:lnTo>
                    <a:pt x="407716" y="861070"/>
                  </a:lnTo>
                  <a:lnTo>
                    <a:pt x="407276" y="860835"/>
                  </a:lnTo>
                  <a:lnTo>
                    <a:pt x="406458" y="859990"/>
                  </a:lnTo>
                  <a:lnTo>
                    <a:pt x="405756" y="859747"/>
                  </a:lnTo>
                  <a:lnTo>
                    <a:pt x="405661" y="859580"/>
                  </a:lnTo>
                  <a:lnTo>
                    <a:pt x="405783" y="859164"/>
                  </a:lnTo>
                  <a:lnTo>
                    <a:pt x="405446" y="859168"/>
                  </a:lnTo>
                  <a:lnTo>
                    <a:pt x="405147" y="859710"/>
                  </a:lnTo>
                  <a:lnTo>
                    <a:pt x="404065" y="860196"/>
                  </a:lnTo>
                  <a:lnTo>
                    <a:pt x="403610" y="859850"/>
                  </a:lnTo>
                  <a:lnTo>
                    <a:pt x="401103" y="859057"/>
                  </a:lnTo>
                  <a:lnTo>
                    <a:pt x="400668" y="858932"/>
                  </a:lnTo>
                  <a:lnTo>
                    <a:pt x="400389" y="858689"/>
                  </a:lnTo>
                  <a:lnTo>
                    <a:pt x="398564" y="857250"/>
                  </a:lnTo>
                  <a:lnTo>
                    <a:pt x="398133" y="856700"/>
                  </a:lnTo>
                  <a:lnTo>
                    <a:pt x="397389" y="856699"/>
                  </a:lnTo>
                  <a:lnTo>
                    <a:pt x="396742" y="856822"/>
                  </a:lnTo>
                  <a:lnTo>
                    <a:pt x="396430" y="857215"/>
                  </a:lnTo>
                  <a:lnTo>
                    <a:pt x="395275" y="856896"/>
                  </a:lnTo>
                  <a:lnTo>
                    <a:pt x="394929" y="856528"/>
                  </a:lnTo>
                  <a:lnTo>
                    <a:pt x="395178" y="855935"/>
                  </a:lnTo>
                  <a:lnTo>
                    <a:pt x="396005" y="854410"/>
                  </a:lnTo>
                  <a:lnTo>
                    <a:pt x="395836" y="854321"/>
                  </a:lnTo>
                  <a:lnTo>
                    <a:pt x="395579" y="854159"/>
                  </a:lnTo>
                  <a:lnTo>
                    <a:pt x="395012" y="853719"/>
                  </a:lnTo>
                  <a:lnTo>
                    <a:pt x="394686" y="853462"/>
                  </a:lnTo>
                  <a:lnTo>
                    <a:pt x="394116" y="853090"/>
                  </a:lnTo>
                  <a:lnTo>
                    <a:pt x="393863" y="852938"/>
                  </a:lnTo>
                  <a:lnTo>
                    <a:pt x="393681" y="852755"/>
                  </a:lnTo>
                  <a:lnTo>
                    <a:pt x="393488" y="852512"/>
                  </a:lnTo>
                  <a:lnTo>
                    <a:pt x="393187" y="852251"/>
                  </a:lnTo>
                  <a:lnTo>
                    <a:pt x="392894" y="852035"/>
                  </a:lnTo>
                  <a:lnTo>
                    <a:pt x="392773" y="851884"/>
                  </a:lnTo>
                  <a:lnTo>
                    <a:pt x="392563" y="851475"/>
                  </a:lnTo>
                  <a:lnTo>
                    <a:pt x="392432" y="851007"/>
                  </a:lnTo>
                  <a:lnTo>
                    <a:pt x="392305" y="850733"/>
                  </a:lnTo>
                  <a:lnTo>
                    <a:pt x="392157" y="850561"/>
                  </a:lnTo>
                  <a:lnTo>
                    <a:pt x="391900" y="850374"/>
                  </a:lnTo>
                  <a:lnTo>
                    <a:pt x="391730" y="850310"/>
                  </a:lnTo>
                  <a:lnTo>
                    <a:pt x="390749" y="850045"/>
                  </a:lnTo>
                  <a:lnTo>
                    <a:pt x="390180" y="850035"/>
                  </a:lnTo>
                  <a:lnTo>
                    <a:pt x="389815" y="849912"/>
                  </a:lnTo>
                  <a:lnTo>
                    <a:pt x="389539" y="849705"/>
                  </a:lnTo>
                  <a:lnTo>
                    <a:pt x="389371" y="849658"/>
                  </a:lnTo>
                  <a:lnTo>
                    <a:pt x="389001" y="849629"/>
                  </a:lnTo>
                  <a:lnTo>
                    <a:pt x="388448" y="849376"/>
                  </a:lnTo>
                  <a:lnTo>
                    <a:pt x="388360" y="849241"/>
                  </a:lnTo>
                  <a:lnTo>
                    <a:pt x="388056" y="848980"/>
                  </a:lnTo>
                  <a:lnTo>
                    <a:pt x="387719" y="848833"/>
                  </a:lnTo>
                  <a:lnTo>
                    <a:pt x="387230" y="848507"/>
                  </a:lnTo>
                  <a:lnTo>
                    <a:pt x="387019" y="848276"/>
                  </a:lnTo>
                  <a:lnTo>
                    <a:pt x="386851" y="848010"/>
                  </a:lnTo>
                  <a:lnTo>
                    <a:pt x="386590" y="847687"/>
                  </a:lnTo>
                  <a:lnTo>
                    <a:pt x="386394" y="847491"/>
                  </a:lnTo>
                  <a:lnTo>
                    <a:pt x="385782" y="847279"/>
                  </a:lnTo>
                  <a:lnTo>
                    <a:pt x="385623" y="847236"/>
                  </a:lnTo>
                  <a:lnTo>
                    <a:pt x="385432" y="847229"/>
                  </a:lnTo>
                  <a:lnTo>
                    <a:pt x="385256" y="847312"/>
                  </a:lnTo>
                  <a:lnTo>
                    <a:pt x="384719" y="847448"/>
                  </a:lnTo>
                  <a:lnTo>
                    <a:pt x="384435" y="847278"/>
                  </a:lnTo>
                  <a:lnTo>
                    <a:pt x="384173" y="847404"/>
                  </a:lnTo>
                  <a:lnTo>
                    <a:pt x="384136" y="847605"/>
                  </a:lnTo>
                  <a:lnTo>
                    <a:pt x="383848" y="848047"/>
                  </a:lnTo>
                  <a:lnTo>
                    <a:pt x="380612" y="848750"/>
                  </a:lnTo>
                  <a:lnTo>
                    <a:pt x="380429" y="849039"/>
                  </a:lnTo>
                  <a:lnTo>
                    <a:pt x="380328" y="849230"/>
                  </a:lnTo>
                  <a:lnTo>
                    <a:pt x="379129" y="848978"/>
                  </a:lnTo>
                  <a:lnTo>
                    <a:pt x="377527" y="848661"/>
                  </a:lnTo>
                  <a:lnTo>
                    <a:pt x="377075" y="848563"/>
                  </a:lnTo>
                  <a:lnTo>
                    <a:pt x="375714" y="848213"/>
                  </a:lnTo>
                  <a:lnTo>
                    <a:pt x="375475" y="848072"/>
                  </a:lnTo>
                  <a:lnTo>
                    <a:pt x="374959" y="847888"/>
                  </a:lnTo>
                  <a:lnTo>
                    <a:pt x="374631" y="847867"/>
                  </a:lnTo>
                  <a:lnTo>
                    <a:pt x="374237" y="847768"/>
                  </a:lnTo>
                  <a:lnTo>
                    <a:pt x="373903" y="847623"/>
                  </a:lnTo>
                  <a:lnTo>
                    <a:pt x="373358" y="847450"/>
                  </a:lnTo>
                  <a:lnTo>
                    <a:pt x="373065" y="847396"/>
                  </a:lnTo>
                  <a:lnTo>
                    <a:pt x="372835" y="847344"/>
                  </a:lnTo>
                  <a:lnTo>
                    <a:pt x="372480" y="847252"/>
                  </a:lnTo>
                  <a:lnTo>
                    <a:pt x="372191" y="847111"/>
                  </a:lnTo>
                  <a:lnTo>
                    <a:pt x="372039" y="847068"/>
                  </a:lnTo>
                  <a:lnTo>
                    <a:pt x="371755" y="847003"/>
                  </a:lnTo>
                  <a:lnTo>
                    <a:pt x="370669" y="846805"/>
                  </a:lnTo>
                  <a:lnTo>
                    <a:pt x="370486" y="846756"/>
                  </a:lnTo>
                  <a:lnTo>
                    <a:pt x="370278" y="846682"/>
                  </a:lnTo>
                  <a:lnTo>
                    <a:pt x="369809" y="846462"/>
                  </a:lnTo>
                  <a:lnTo>
                    <a:pt x="369421" y="846227"/>
                  </a:lnTo>
                  <a:lnTo>
                    <a:pt x="369290" y="846045"/>
                  </a:lnTo>
                  <a:lnTo>
                    <a:pt x="369096" y="845749"/>
                  </a:lnTo>
                  <a:lnTo>
                    <a:pt x="368538" y="845336"/>
                  </a:lnTo>
                  <a:lnTo>
                    <a:pt x="367936" y="845138"/>
                  </a:lnTo>
                  <a:lnTo>
                    <a:pt x="367475" y="844903"/>
                  </a:lnTo>
                  <a:lnTo>
                    <a:pt x="366951" y="844751"/>
                  </a:lnTo>
                  <a:lnTo>
                    <a:pt x="366218" y="844444"/>
                  </a:lnTo>
                  <a:lnTo>
                    <a:pt x="366014" y="844348"/>
                  </a:lnTo>
                  <a:lnTo>
                    <a:pt x="365879" y="844301"/>
                  </a:lnTo>
                  <a:lnTo>
                    <a:pt x="365733" y="844258"/>
                  </a:lnTo>
                  <a:lnTo>
                    <a:pt x="365250" y="844185"/>
                  </a:lnTo>
                  <a:lnTo>
                    <a:pt x="364580" y="844056"/>
                  </a:lnTo>
                  <a:lnTo>
                    <a:pt x="364356" y="843958"/>
                  </a:lnTo>
                  <a:lnTo>
                    <a:pt x="364155" y="843851"/>
                  </a:lnTo>
                  <a:lnTo>
                    <a:pt x="363250" y="843323"/>
                  </a:lnTo>
                  <a:lnTo>
                    <a:pt x="362705" y="843097"/>
                  </a:lnTo>
                  <a:lnTo>
                    <a:pt x="362090" y="842858"/>
                  </a:lnTo>
                  <a:lnTo>
                    <a:pt x="361884" y="842750"/>
                  </a:lnTo>
                  <a:lnTo>
                    <a:pt x="361698" y="842632"/>
                  </a:lnTo>
                  <a:lnTo>
                    <a:pt x="361520" y="842478"/>
                  </a:lnTo>
                  <a:lnTo>
                    <a:pt x="361022" y="841814"/>
                  </a:lnTo>
                  <a:lnTo>
                    <a:pt x="360733" y="841491"/>
                  </a:lnTo>
                  <a:lnTo>
                    <a:pt x="360551" y="841318"/>
                  </a:lnTo>
                  <a:lnTo>
                    <a:pt x="360393" y="841221"/>
                  </a:lnTo>
                  <a:lnTo>
                    <a:pt x="359917" y="841070"/>
                  </a:lnTo>
                  <a:lnTo>
                    <a:pt x="359360" y="840904"/>
                  </a:lnTo>
                  <a:lnTo>
                    <a:pt x="359285" y="840695"/>
                  </a:lnTo>
                  <a:lnTo>
                    <a:pt x="359239" y="840513"/>
                  </a:lnTo>
                  <a:lnTo>
                    <a:pt x="359153" y="840240"/>
                  </a:lnTo>
                  <a:lnTo>
                    <a:pt x="363671" y="837146"/>
                  </a:lnTo>
                  <a:lnTo>
                    <a:pt x="365561" y="833534"/>
                  </a:lnTo>
                  <a:lnTo>
                    <a:pt x="365663" y="832331"/>
                  </a:lnTo>
                  <a:lnTo>
                    <a:pt x="365782" y="831233"/>
                  </a:lnTo>
                  <a:lnTo>
                    <a:pt x="366104" y="827931"/>
                  </a:lnTo>
                  <a:lnTo>
                    <a:pt x="367010" y="825030"/>
                  </a:lnTo>
                  <a:lnTo>
                    <a:pt x="367673" y="822967"/>
                  </a:lnTo>
                  <a:lnTo>
                    <a:pt x="369693" y="821423"/>
                  </a:lnTo>
                  <a:lnTo>
                    <a:pt x="371286" y="819043"/>
                  </a:lnTo>
                  <a:lnTo>
                    <a:pt x="372413" y="817505"/>
                  </a:lnTo>
                  <a:lnTo>
                    <a:pt x="377469" y="812881"/>
                  </a:lnTo>
                  <a:lnTo>
                    <a:pt x="377997" y="809339"/>
                  </a:lnTo>
                  <a:lnTo>
                    <a:pt x="377827" y="808359"/>
                  </a:lnTo>
                  <a:lnTo>
                    <a:pt x="377723" y="808094"/>
                  </a:lnTo>
                  <a:lnTo>
                    <a:pt x="377549" y="808086"/>
                  </a:lnTo>
                  <a:lnTo>
                    <a:pt x="376960" y="807654"/>
                  </a:lnTo>
                  <a:lnTo>
                    <a:pt x="376890" y="807429"/>
                  </a:lnTo>
                  <a:lnTo>
                    <a:pt x="376414" y="807099"/>
                  </a:lnTo>
                  <a:lnTo>
                    <a:pt x="376285" y="807093"/>
                  </a:lnTo>
                  <a:lnTo>
                    <a:pt x="376055" y="806999"/>
                  </a:lnTo>
                  <a:lnTo>
                    <a:pt x="375829" y="806963"/>
                  </a:lnTo>
                  <a:lnTo>
                    <a:pt x="375516" y="806958"/>
                  </a:lnTo>
                  <a:lnTo>
                    <a:pt x="375145" y="806695"/>
                  </a:lnTo>
                  <a:lnTo>
                    <a:pt x="374523" y="806558"/>
                  </a:lnTo>
                  <a:lnTo>
                    <a:pt x="374326" y="806562"/>
                  </a:lnTo>
                  <a:lnTo>
                    <a:pt x="373635" y="805660"/>
                  </a:lnTo>
                  <a:lnTo>
                    <a:pt x="373522" y="805472"/>
                  </a:lnTo>
                  <a:lnTo>
                    <a:pt x="373344" y="805228"/>
                  </a:lnTo>
                  <a:lnTo>
                    <a:pt x="373256" y="805049"/>
                  </a:lnTo>
                  <a:lnTo>
                    <a:pt x="373211" y="804895"/>
                  </a:lnTo>
                  <a:lnTo>
                    <a:pt x="373225" y="804660"/>
                  </a:lnTo>
                  <a:lnTo>
                    <a:pt x="373192" y="804507"/>
                  </a:lnTo>
                  <a:lnTo>
                    <a:pt x="373130" y="804357"/>
                  </a:lnTo>
                  <a:lnTo>
                    <a:pt x="373098" y="804064"/>
                  </a:lnTo>
                  <a:lnTo>
                    <a:pt x="372418" y="802226"/>
                  </a:lnTo>
                  <a:lnTo>
                    <a:pt x="372330" y="802005"/>
                  </a:lnTo>
                  <a:lnTo>
                    <a:pt x="372264" y="801802"/>
                  </a:lnTo>
                  <a:lnTo>
                    <a:pt x="371923" y="800964"/>
                  </a:lnTo>
                  <a:lnTo>
                    <a:pt x="371447" y="800452"/>
                  </a:lnTo>
                  <a:lnTo>
                    <a:pt x="371009" y="799752"/>
                  </a:lnTo>
                  <a:lnTo>
                    <a:pt x="371086" y="799453"/>
                  </a:lnTo>
                  <a:lnTo>
                    <a:pt x="371184" y="799202"/>
                  </a:lnTo>
                  <a:lnTo>
                    <a:pt x="371471" y="798774"/>
                  </a:lnTo>
                  <a:lnTo>
                    <a:pt x="371607" y="798333"/>
                  </a:lnTo>
                  <a:lnTo>
                    <a:pt x="371565" y="798092"/>
                  </a:lnTo>
                  <a:lnTo>
                    <a:pt x="371435" y="797672"/>
                  </a:lnTo>
                  <a:lnTo>
                    <a:pt x="371423" y="797492"/>
                  </a:lnTo>
                  <a:lnTo>
                    <a:pt x="371459" y="797192"/>
                  </a:lnTo>
                  <a:lnTo>
                    <a:pt x="371545" y="796431"/>
                  </a:lnTo>
                  <a:lnTo>
                    <a:pt x="371311" y="796135"/>
                  </a:lnTo>
                  <a:lnTo>
                    <a:pt x="371138" y="795833"/>
                  </a:lnTo>
                  <a:lnTo>
                    <a:pt x="371302" y="795350"/>
                  </a:lnTo>
                  <a:lnTo>
                    <a:pt x="371321" y="795219"/>
                  </a:lnTo>
                  <a:lnTo>
                    <a:pt x="371075" y="794687"/>
                  </a:lnTo>
                  <a:lnTo>
                    <a:pt x="370909" y="794461"/>
                  </a:lnTo>
                  <a:lnTo>
                    <a:pt x="370664" y="794263"/>
                  </a:lnTo>
                  <a:lnTo>
                    <a:pt x="370377" y="794174"/>
                  </a:lnTo>
                  <a:lnTo>
                    <a:pt x="370143" y="794159"/>
                  </a:lnTo>
                  <a:lnTo>
                    <a:pt x="369881" y="794165"/>
                  </a:lnTo>
                  <a:lnTo>
                    <a:pt x="369526" y="793933"/>
                  </a:lnTo>
                  <a:lnTo>
                    <a:pt x="369444" y="793455"/>
                  </a:lnTo>
                  <a:lnTo>
                    <a:pt x="368759" y="793873"/>
                  </a:lnTo>
                  <a:lnTo>
                    <a:pt x="367756" y="794243"/>
                  </a:lnTo>
                  <a:lnTo>
                    <a:pt x="367169" y="794516"/>
                  </a:lnTo>
                  <a:lnTo>
                    <a:pt x="367052" y="794675"/>
                  </a:lnTo>
                  <a:lnTo>
                    <a:pt x="366823" y="794869"/>
                  </a:lnTo>
                  <a:lnTo>
                    <a:pt x="366496" y="794947"/>
                  </a:lnTo>
                  <a:lnTo>
                    <a:pt x="366256" y="794926"/>
                  </a:lnTo>
                  <a:lnTo>
                    <a:pt x="365396" y="794826"/>
                  </a:lnTo>
                  <a:lnTo>
                    <a:pt x="365210" y="794758"/>
                  </a:lnTo>
                  <a:lnTo>
                    <a:pt x="364987" y="794555"/>
                  </a:lnTo>
                  <a:lnTo>
                    <a:pt x="364825" y="794420"/>
                  </a:lnTo>
                  <a:lnTo>
                    <a:pt x="364587" y="794380"/>
                  </a:lnTo>
                  <a:lnTo>
                    <a:pt x="363752" y="794032"/>
                  </a:lnTo>
                  <a:lnTo>
                    <a:pt x="362739" y="795341"/>
                  </a:lnTo>
                  <a:lnTo>
                    <a:pt x="362083" y="795978"/>
                  </a:lnTo>
                  <a:lnTo>
                    <a:pt x="360950" y="797299"/>
                  </a:lnTo>
                  <a:lnTo>
                    <a:pt x="360250" y="798395"/>
                  </a:lnTo>
                  <a:lnTo>
                    <a:pt x="360105" y="798640"/>
                  </a:lnTo>
                  <a:lnTo>
                    <a:pt x="359601" y="798510"/>
                  </a:lnTo>
                  <a:lnTo>
                    <a:pt x="359176" y="798375"/>
                  </a:lnTo>
                  <a:lnTo>
                    <a:pt x="358988" y="798306"/>
                  </a:lnTo>
                  <a:lnTo>
                    <a:pt x="358284" y="798086"/>
                  </a:lnTo>
                  <a:lnTo>
                    <a:pt x="358062" y="798060"/>
                  </a:lnTo>
                  <a:lnTo>
                    <a:pt x="357842" y="798060"/>
                  </a:lnTo>
                  <a:lnTo>
                    <a:pt x="357600" y="798037"/>
                  </a:lnTo>
                  <a:lnTo>
                    <a:pt x="357375" y="797983"/>
                  </a:lnTo>
                  <a:lnTo>
                    <a:pt x="357198" y="797882"/>
                  </a:lnTo>
                  <a:lnTo>
                    <a:pt x="355908" y="797941"/>
                  </a:lnTo>
                  <a:lnTo>
                    <a:pt x="354919" y="798044"/>
                  </a:lnTo>
                  <a:lnTo>
                    <a:pt x="354491" y="798131"/>
                  </a:lnTo>
                  <a:lnTo>
                    <a:pt x="353853" y="798094"/>
                  </a:lnTo>
                  <a:lnTo>
                    <a:pt x="352990" y="798334"/>
                  </a:lnTo>
                  <a:lnTo>
                    <a:pt x="352792" y="798366"/>
                  </a:lnTo>
                  <a:lnTo>
                    <a:pt x="352448" y="798384"/>
                  </a:lnTo>
                  <a:lnTo>
                    <a:pt x="352068" y="798389"/>
                  </a:lnTo>
                  <a:lnTo>
                    <a:pt x="351808" y="798341"/>
                  </a:lnTo>
                  <a:lnTo>
                    <a:pt x="351559" y="798394"/>
                  </a:lnTo>
                  <a:lnTo>
                    <a:pt x="351357" y="798463"/>
                  </a:lnTo>
                  <a:lnTo>
                    <a:pt x="351129" y="798884"/>
                  </a:lnTo>
                  <a:lnTo>
                    <a:pt x="351225" y="799223"/>
                  </a:lnTo>
                  <a:lnTo>
                    <a:pt x="351276" y="799479"/>
                  </a:lnTo>
                  <a:lnTo>
                    <a:pt x="351320" y="799786"/>
                  </a:lnTo>
                  <a:lnTo>
                    <a:pt x="351350" y="800061"/>
                  </a:lnTo>
                  <a:lnTo>
                    <a:pt x="351552" y="800434"/>
                  </a:lnTo>
                  <a:lnTo>
                    <a:pt x="351629" y="800608"/>
                  </a:lnTo>
                  <a:lnTo>
                    <a:pt x="351673" y="800951"/>
                  </a:lnTo>
                  <a:lnTo>
                    <a:pt x="351467" y="801280"/>
                  </a:lnTo>
                  <a:lnTo>
                    <a:pt x="351269" y="801400"/>
                  </a:lnTo>
                  <a:lnTo>
                    <a:pt x="351295" y="801548"/>
                  </a:lnTo>
                  <a:lnTo>
                    <a:pt x="351689" y="802233"/>
                  </a:lnTo>
                  <a:lnTo>
                    <a:pt x="351779" y="802427"/>
                  </a:lnTo>
                  <a:lnTo>
                    <a:pt x="351816" y="803516"/>
                  </a:lnTo>
                  <a:lnTo>
                    <a:pt x="351477" y="804317"/>
                  </a:lnTo>
                  <a:lnTo>
                    <a:pt x="351009" y="804524"/>
                  </a:lnTo>
                  <a:lnTo>
                    <a:pt x="350227" y="804651"/>
                  </a:lnTo>
                  <a:lnTo>
                    <a:pt x="349698" y="804454"/>
                  </a:lnTo>
                  <a:lnTo>
                    <a:pt x="349179" y="804505"/>
                  </a:lnTo>
                  <a:lnTo>
                    <a:pt x="348848" y="804670"/>
                  </a:lnTo>
                  <a:lnTo>
                    <a:pt x="348146" y="804411"/>
                  </a:lnTo>
                  <a:lnTo>
                    <a:pt x="348046" y="804267"/>
                  </a:lnTo>
                  <a:lnTo>
                    <a:pt x="347864" y="804182"/>
                  </a:lnTo>
                  <a:lnTo>
                    <a:pt x="347505" y="804033"/>
                  </a:lnTo>
                  <a:lnTo>
                    <a:pt x="347166" y="803648"/>
                  </a:lnTo>
                  <a:lnTo>
                    <a:pt x="347016" y="803563"/>
                  </a:lnTo>
                  <a:lnTo>
                    <a:pt x="346842" y="803522"/>
                  </a:lnTo>
                  <a:lnTo>
                    <a:pt x="346692" y="803516"/>
                  </a:lnTo>
                  <a:lnTo>
                    <a:pt x="346539" y="803524"/>
                  </a:lnTo>
                  <a:lnTo>
                    <a:pt x="346276" y="803654"/>
                  </a:lnTo>
                  <a:lnTo>
                    <a:pt x="346105" y="803858"/>
                  </a:lnTo>
                  <a:lnTo>
                    <a:pt x="345706" y="804393"/>
                  </a:lnTo>
                  <a:lnTo>
                    <a:pt x="345445" y="804774"/>
                  </a:lnTo>
                  <a:lnTo>
                    <a:pt x="345376" y="804934"/>
                  </a:lnTo>
                  <a:lnTo>
                    <a:pt x="345150" y="805091"/>
                  </a:lnTo>
                  <a:lnTo>
                    <a:pt x="345021" y="805083"/>
                  </a:lnTo>
                  <a:lnTo>
                    <a:pt x="344826" y="805301"/>
                  </a:lnTo>
                  <a:lnTo>
                    <a:pt x="344919" y="805473"/>
                  </a:lnTo>
                  <a:lnTo>
                    <a:pt x="344836" y="805888"/>
                  </a:lnTo>
                  <a:lnTo>
                    <a:pt x="344739" y="806202"/>
                  </a:lnTo>
                  <a:lnTo>
                    <a:pt x="344412" y="806517"/>
                  </a:lnTo>
                  <a:lnTo>
                    <a:pt x="344252" y="806906"/>
                  </a:lnTo>
                  <a:lnTo>
                    <a:pt x="344208" y="807221"/>
                  </a:lnTo>
                  <a:lnTo>
                    <a:pt x="343932" y="807486"/>
                  </a:lnTo>
                  <a:lnTo>
                    <a:pt x="343777" y="807970"/>
                  </a:lnTo>
                  <a:lnTo>
                    <a:pt x="343710" y="808284"/>
                  </a:lnTo>
                  <a:lnTo>
                    <a:pt x="343736" y="808729"/>
                  </a:lnTo>
                  <a:lnTo>
                    <a:pt x="343657" y="808982"/>
                  </a:lnTo>
                  <a:lnTo>
                    <a:pt x="343534" y="809300"/>
                  </a:lnTo>
                  <a:lnTo>
                    <a:pt x="343782" y="809528"/>
                  </a:lnTo>
                  <a:lnTo>
                    <a:pt x="343949" y="809848"/>
                  </a:lnTo>
                  <a:lnTo>
                    <a:pt x="343849" y="810298"/>
                  </a:lnTo>
                  <a:lnTo>
                    <a:pt x="343525" y="810596"/>
                  </a:lnTo>
                  <a:lnTo>
                    <a:pt x="343002" y="811115"/>
                  </a:lnTo>
                  <a:lnTo>
                    <a:pt x="342899" y="811665"/>
                  </a:lnTo>
                  <a:lnTo>
                    <a:pt x="342744" y="811934"/>
                  </a:lnTo>
                  <a:lnTo>
                    <a:pt x="342232" y="812194"/>
                  </a:lnTo>
                  <a:lnTo>
                    <a:pt x="342027" y="812184"/>
                  </a:lnTo>
                  <a:lnTo>
                    <a:pt x="341785" y="812202"/>
                  </a:lnTo>
                  <a:lnTo>
                    <a:pt x="341652" y="812275"/>
                  </a:lnTo>
                  <a:lnTo>
                    <a:pt x="341460" y="812486"/>
                  </a:lnTo>
                  <a:lnTo>
                    <a:pt x="341235" y="812711"/>
                  </a:lnTo>
                  <a:lnTo>
                    <a:pt x="341006" y="812930"/>
                  </a:lnTo>
                  <a:lnTo>
                    <a:pt x="340599" y="813441"/>
                  </a:lnTo>
                  <a:lnTo>
                    <a:pt x="340247" y="813945"/>
                  </a:lnTo>
                  <a:lnTo>
                    <a:pt x="340071" y="814096"/>
                  </a:lnTo>
                  <a:lnTo>
                    <a:pt x="339331" y="815187"/>
                  </a:lnTo>
                  <a:lnTo>
                    <a:pt x="340253" y="815950"/>
                  </a:lnTo>
                  <a:lnTo>
                    <a:pt x="340658" y="815980"/>
                  </a:lnTo>
                  <a:lnTo>
                    <a:pt x="340593" y="816164"/>
                  </a:lnTo>
                  <a:lnTo>
                    <a:pt x="340501" y="816330"/>
                  </a:lnTo>
                  <a:lnTo>
                    <a:pt x="340158" y="816873"/>
                  </a:lnTo>
                  <a:lnTo>
                    <a:pt x="339810" y="817090"/>
                  </a:lnTo>
                  <a:lnTo>
                    <a:pt x="339519" y="817273"/>
                  </a:lnTo>
                  <a:lnTo>
                    <a:pt x="338311" y="818308"/>
                  </a:lnTo>
                  <a:lnTo>
                    <a:pt x="338021" y="819152"/>
                  </a:lnTo>
                  <a:lnTo>
                    <a:pt x="337060" y="819574"/>
                  </a:lnTo>
                  <a:lnTo>
                    <a:pt x="336528" y="819832"/>
                  </a:lnTo>
                  <a:lnTo>
                    <a:pt x="336602" y="820235"/>
                  </a:lnTo>
                  <a:lnTo>
                    <a:pt x="336794" y="820465"/>
                  </a:lnTo>
                  <a:lnTo>
                    <a:pt x="336756" y="820879"/>
                  </a:lnTo>
                  <a:lnTo>
                    <a:pt x="336694" y="821369"/>
                  </a:lnTo>
                  <a:lnTo>
                    <a:pt x="336967" y="821646"/>
                  </a:lnTo>
                  <a:lnTo>
                    <a:pt x="336997" y="821918"/>
                  </a:lnTo>
                  <a:lnTo>
                    <a:pt x="336901" y="822310"/>
                  </a:lnTo>
                  <a:lnTo>
                    <a:pt x="336393" y="822745"/>
                  </a:lnTo>
                  <a:lnTo>
                    <a:pt x="336092" y="822987"/>
                  </a:lnTo>
                  <a:lnTo>
                    <a:pt x="336261" y="823440"/>
                  </a:lnTo>
                  <a:lnTo>
                    <a:pt x="336441" y="823874"/>
                  </a:lnTo>
                  <a:lnTo>
                    <a:pt x="336365" y="824049"/>
                  </a:lnTo>
                  <a:lnTo>
                    <a:pt x="335989" y="824626"/>
                  </a:lnTo>
                  <a:lnTo>
                    <a:pt x="335778" y="824733"/>
                  </a:lnTo>
                  <a:lnTo>
                    <a:pt x="335557" y="824885"/>
                  </a:lnTo>
                  <a:lnTo>
                    <a:pt x="335667" y="825376"/>
                  </a:lnTo>
                  <a:lnTo>
                    <a:pt x="335367" y="825568"/>
                  </a:lnTo>
                  <a:lnTo>
                    <a:pt x="335084" y="825711"/>
                  </a:lnTo>
                  <a:lnTo>
                    <a:pt x="334825" y="826229"/>
                  </a:lnTo>
                  <a:lnTo>
                    <a:pt x="334826" y="826480"/>
                  </a:lnTo>
                  <a:lnTo>
                    <a:pt x="334853" y="826742"/>
                  </a:lnTo>
                  <a:lnTo>
                    <a:pt x="334908" y="826938"/>
                  </a:lnTo>
                  <a:lnTo>
                    <a:pt x="334977" y="827182"/>
                  </a:lnTo>
                  <a:lnTo>
                    <a:pt x="335390" y="827882"/>
                  </a:lnTo>
                  <a:lnTo>
                    <a:pt x="335692" y="828391"/>
                  </a:lnTo>
                  <a:lnTo>
                    <a:pt x="335546" y="828776"/>
                  </a:lnTo>
                  <a:lnTo>
                    <a:pt x="334949" y="829152"/>
                  </a:lnTo>
                  <a:lnTo>
                    <a:pt x="334940" y="829597"/>
                  </a:lnTo>
                  <a:lnTo>
                    <a:pt x="335012" y="829760"/>
                  </a:lnTo>
                  <a:lnTo>
                    <a:pt x="335233" y="830350"/>
                  </a:lnTo>
                  <a:lnTo>
                    <a:pt x="335285" y="830676"/>
                  </a:lnTo>
                  <a:lnTo>
                    <a:pt x="335127" y="831386"/>
                  </a:lnTo>
                  <a:lnTo>
                    <a:pt x="334687" y="831706"/>
                  </a:lnTo>
                  <a:lnTo>
                    <a:pt x="334540" y="832226"/>
                  </a:lnTo>
                  <a:lnTo>
                    <a:pt x="334312" y="833036"/>
                  </a:lnTo>
                  <a:lnTo>
                    <a:pt x="334177" y="833427"/>
                  </a:lnTo>
                  <a:lnTo>
                    <a:pt x="334403" y="834012"/>
                  </a:lnTo>
                  <a:lnTo>
                    <a:pt x="334562" y="834309"/>
                  </a:lnTo>
                  <a:lnTo>
                    <a:pt x="334680" y="834896"/>
                  </a:lnTo>
                  <a:lnTo>
                    <a:pt x="334343" y="835153"/>
                  </a:lnTo>
                  <a:lnTo>
                    <a:pt x="333876" y="835521"/>
                  </a:lnTo>
                  <a:lnTo>
                    <a:pt x="333883" y="835873"/>
                  </a:lnTo>
                  <a:lnTo>
                    <a:pt x="333829" y="836091"/>
                  </a:lnTo>
                  <a:lnTo>
                    <a:pt x="333889" y="836325"/>
                  </a:lnTo>
                  <a:lnTo>
                    <a:pt x="333963" y="836613"/>
                  </a:lnTo>
                  <a:lnTo>
                    <a:pt x="334050" y="836872"/>
                  </a:lnTo>
                  <a:lnTo>
                    <a:pt x="334152" y="837237"/>
                  </a:lnTo>
                  <a:lnTo>
                    <a:pt x="333883" y="837626"/>
                  </a:lnTo>
                  <a:lnTo>
                    <a:pt x="333629" y="838322"/>
                  </a:lnTo>
                  <a:lnTo>
                    <a:pt x="333614" y="838452"/>
                  </a:lnTo>
                  <a:lnTo>
                    <a:pt x="333826" y="839095"/>
                  </a:lnTo>
                  <a:lnTo>
                    <a:pt x="333971" y="839224"/>
                  </a:lnTo>
                  <a:lnTo>
                    <a:pt x="334292" y="839631"/>
                  </a:lnTo>
                  <a:lnTo>
                    <a:pt x="334329" y="839788"/>
                  </a:lnTo>
                  <a:lnTo>
                    <a:pt x="334449" y="840076"/>
                  </a:lnTo>
                  <a:lnTo>
                    <a:pt x="334923" y="840551"/>
                  </a:lnTo>
                  <a:lnTo>
                    <a:pt x="335347" y="841359"/>
                  </a:lnTo>
                  <a:lnTo>
                    <a:pt x="335234" y="841642"/>
                  </a:lnTo>
                  <a:lnTo>
                    <a:pt x="334795" y="842773"/>
                  </a:lnTo>
                  <a:lnTo>
                    <a:pt x="334599" y="843121"/>
                  </a:lnTo>
                  <a:lnTo>
                    <a:pt x="334477" y="843489"/>
                  </a:lnTo>
                  <a:lnTo>
                    <a:pt x="334338" y="843916"/>
                  </a:lnTo>
                  <a:lnTo>
                    <a:pt x="334236" y="844077"/>
                  </a:lnTo>
                  <a:lnTo>
                    <a:pt x="334097" y="844253"/>
                  </a:lnTo>
                  <a:lnTo>
                    <a:pt x="333721" y="844595"/>
                  </a:lnTo>
                  <a:lnTo>
                    <a:pt x="333542" y="844578"/>
                  </a:lnTo>
                  <a:lnTo>
                    <a:pt x="332963" y="844746"/>
                  </a:lnTo>
                  <a:lnTo>
                    <a:pt x="332044" y="845072"/>
                  </a:lnTo>
                  <a:lnTo>
                    <a:pt x="331929" y="845806"/>
                  </a:lnTo>
                  <a:lnTo>
                    <a:pt x="331788" y="846739"/>
                  </a:lnTo>
                  <a:lnTo>
                    <a:pt x="331709" y="847370"/>
                  </a:lnTo>
                  <a:lnTo>
                    <a:pt x="331689" y="847762"/>
                  </a:lnTo>
                  <a:lnTo>
                    <a:pt x="331441" y="848931"/>
                  </a:lnTo>
                  <a:lnTo>
                    <a:pt x="331644" y="849120"/>
                  </a:lnTo>
                  <a:lnTo>
                    <a:pt x="331717" y="849258"/>
                  </a:lnTo>
                  <a:lnTo>
                    <a:pt x="331863" y="849833"/>
                  </a:lnTo>
                  <a:lnTo>
                    <a:pt x="332110" y="850596"/>
                  </a:lnTo>
                  <a:lnTo>
                    <a:pt x="332199" y="850853"/>
                  </a:lnTo>
                  <a:lnTo>
                    <a:pt x="332344" y="851205"/>
                  </a:lnTo>
                  <a:lnTo>
                    <a:pt x="332509" y="851415"/>
                  </a:lnTo>
                  <a:lnTo>
                    <a:pt x="332757" y="851657"/>
                  </a:lnTo>
                  <a:lnTo>
                    <a:pt x="332943" y="851951"/>
                  </a:lnTo>
                  <a:lnTo>
                    <a:pt x="333060" y="852211"/>
                  </a:lnTo>
                  <a:lnTo>
                    <a:pt x="333268" y="852542"/>
                  </a:lnTo>
                  <a:lnTo>
                    <a:pt x="333519" y="852772"/>
                  </a:lnTo>
                  <a:lnTo>
                    <a:pt x="334027" y="853358"/>
                  </a:lnTo>
                  <a:lnTo>
                    <a:pt x="334446" y="853929"/>
                  </a:lnTo>
                  <a:lnTo>
                    <a:pt x="334515" y="854059"/>
                  </a:lnTo>
                  <a:lnTo>
                    <a:pt x="334433" y="854245"/>
                  </a:lnTo>
                  <a:lnTo>
                    <a:pt x="334328" y="854430"/>
                  </a:lnTo>
                  <a:lnTo>
                    <a:pt x="334099" y="854711"/>
                  </a:lnTo>
                  <a:lnTo>
                    <a:pt x="333307" y="855772"/>
                  </a:lnTo>
                  <a:lnTo>
                    <a:pt x="333169" y="855881"/>
                  </a:lnTo>
                  <a:lnTo>
                    <a:pt x="332813" y="856125"/>
                  </a:lnTo>
                  <a:lnTo>
                    <a:pt x="332779" y="856447"/>
                  </a:lnTo>
                  <a:lnTo>
                    <a:pt x="332890" y="856596"/>
                  </a:lnTo>
                  <a:lnTo>
                    <a:pt x="332888" y="856897"/>
                  </a:lnTo>
                  <a:lnTo>
                    <a:pt x="332864" y="857363"/>
                  </a:lnTo>
                  <a:lnTo>
                    <a:pt x="332718" y="857742"/>
                  </a:lnTo>
                  <a:lnTo>
                    <a:pt x="332639" y="858051"/>
                  </a:lnTo>
                  <a:lnTo>
                    <a:pt x="332654" y="858284"/>
                  </a:lnTo>
                  <a:lnTo>
                    <a:pt x="332840" y="858646"/>
                  </a:lnTo>
                  <a:lnTo>
                    <a:pt x="332933" y="858862"/>
                  </a:lnTo>
                  <a:lnTo>
                    <a:pt x="333010" y="859319"/>
                  </a:lnTo>
                  <a:lnTo>
                    <a:pt x="333086" y="859910"/>
                  </a:lnTo>
                  <a:lnTo>
                    <a:pt x="333048" y="860326"/>
                  </a:lnTo>
                  <a:lnTo>
                    <a:pt x="332922" y="860600"/>
                  </a:lnTo>
                  <a:lnTo>
                    <a:pt x="332850" y="860728"/>
                  </a:lnTo>
                  <a:lnTo>
                    <a:pt x="332556" y="861047"/>
                  </a:lnTo>
                  <a:lnTo>
                    <a:pt x="332160" y="861495"/>
                  </a:lnTo>
                  <a:lnTo>
                    <a:pt x="331760" y="862143"/>
                  </a:lnTo>
                  <a:lnTo>
                    <a:pt x="331758" y="862284"/>
                  </a:lnTo>
                  <a:lnTo>
                    <a:pt x="331813" y="862435"/>
                  </a:lnTo>
                  <a:lnTo>
                    <a:pt x="331820" y="862697"/>
                  </a:lnTo>
                  <a:lnTo>
                    <a:pt x="331778" y="863057"/>
                  </a:lnTo>
                  <a:lnTo>
                    <a:pt x="331721" y="863255"/>
                  </a:lnTo>
                  <a:lnTo>
                    <a:pt x="331336" y="863291"/>
                  </a:lnTo>
                  <a:lnTo>
                    <a:pt x="331106" y="863162"/>
                  </a:lnTo>
                  <a:lnTo>
                    <a:pt x="330931" y="863065"/>
                  </a:lnTo>
                  <a:lnTo>
                    <a:pt x="330584" y="863063"/>
                  </a:lnTo>
                  <a:lnTo>
                    <a:pt x="330138" y="863244"/>
                  </a:lnTo>
                  <a:lnTo>
                    <a:pt x="329497" y="863500"/>
                  </a:lnTo>
                  <a:lnTo>
                    <a:pt x="328895" y="863715"/>
                  </a:lnTo>
                  <a:lnTo>
                    <a:pt x="328418" y="863928"/>
                  </a:lnTo>
                  <a:lnTo>
                    <a:pt x="328205" y="864094"/>
                  </a:lnTo>
                  <a:lnTo>
                    <a:pt x="327958" y="864227"/>
                  </a:lnTo>
                  <a:lnTo>
                    <a:pt x="327108" y="864004"/>
                  </a:lnTo>
                  <a:lnTo>
                    <a:pt x="326573" y="863839"/>
                  </a:lnTo>
                  <a:lnTo>
                    <a:pt x="326441" y="863838"/>
                  </a:lnTo>
                  <a:lnTo>
                    <a:pt x="326090" y="863916"/>
                  </a:lnTo>
                  <a:lnTo>
                    <a:pt x="325924" y="864004"/>
                  </a:lnTo>
                  <a:lnTo>
                    <a:pt x="325718" y="865061"/>
                  </a:lnTo>
                  <a:lnTo>
                    <a:pt x="325705" y="866581"/>
                  </a:lnTo>
                  <a:lnTo>
                    <a:pt x="325111" y="867103"/>
                  </a:lnTo>
                  <a:lnTo>
                    <a:pt x="324421" y="867234"/>
                  </a:lnTo>
                  <a:lnTo>
                    <a:pt x="324066" y="867356"/>
                  </a:lnTo>
                  <a:lnTo>
                    <a:pt x="323591" y="867378"/>
                  </a:lnTo>
                  <a:lnTo>
                    <a:pt x="321384" y="867343"/>
                  </a:lnTo>
                  <a:lnTo>
                    <a:pt x="320027" y="867279"/>
                  </a:lnTo>
                  <a:lnTo>
                    <a:pt x="319267" y="867397"/>
                  </a:lnTo>
                  <a:lnTo>
                    <a:pt x="317031" y="866986"/>
                  </a:lnTo>
                  <a:lnTo>
                    <a:pt x="316207" y="866740"/>
                  </a:lnTo>
                  <a:lnTo>
                    <a:pt x="315912" y="866781"/>
                  </a:lnTo>
                  <a:lnTo>
                    <a:pt x="314657" y="867235"/>
                  </a:lnTo>
                  <a:lnTo>
                    <a:pt x="312174" y="868022"/>
                  </a:lnTo>
                  <a:lnTo>
                    <a:pt x="311079" y="868619"/>
                  </a:lnTo>
                  <a:lnTo>
                    <a:pt x="309854" y="868682"/>
                  </a:lnTo>
                  <a:lnTo>
                    <a:pt x="308646" y="868992"/>
                  </a:lnTo>
                  <a:lnTo>
                    <a:pt x="308190" y="869236"/>
                  </a:lnTo>
                  <a:lnTo>
                    <a:pt x="305581" y="871066"/>
                  </a:lnTo>
                  <a:lnTo>
                    <a:pt x="303402" y="872451"/>
                  </a:lnTo>
                  <a:lnTo>
                    <a:pt x="302905" y="872679"/>
                  </a:lnTo>
                  <a:lnTo>
                    <a:pt x="302089" y="872760"/>
                  </a:lnTo>
                  <a:lnTo>
                    <a:pt x="298973" y="873015"/>
                  </a:lnTo>
                  <a:lnTo>
                    <a:pt x="298250" y="873245"/>
                  </a:lnTo>
                  <a:lnTo>
                    <a:pt x="296827" y="873244"/>
                  </a:lnTo>
                  <a:lnTo>
                    <a:pt x="295502" y="873777"/>
                  </a:lnTo>
                  <a:lnTo>
                    <a:pt x="294434" y="874460"/>
                  </a:lnTo>
                  <a:lnTo>
                    <a:pt x="292442" y="874637"/>
                  </a:lnTo>
                  <a:lnTo>
                    <a:pt x="287046" y="875220"/>
                  </a:lnTo>
                  <a:lnTo>
                    <a:pt x="282795" y="875420"/>
                  </a:lnTo>
                  <a:lnTo>
                    <a:pt x="280086" y="875510"/>
                  </a:lnTo>
                  <a:lnTo>
                    <a:pt x="279988" y="875699"/>
                  </a:lnTo>
                  <a:lnTo>
                    <a:pt x="279564" y="875665"/>
                  </a:lnTo>
                  <a:lnTo>
                    <a:pt x="279262" y="876773"/>
                  </a:lnTo>
                  <a:lnTo>
                    <a:pt x="279101" y="877726"/>
                  </a:lnTo>
                  <a:lnTo>
                    <a:pt x="278514" y="877894"/>
                  </a:lnTo>
                  <a:lnTo>
                    <a:pt x="277869" y="877844"/>
                  </a:lnTo>
                  <a:lnTo>
                    <a:pt x="277726" y="877850"/>
                  </a:lnTo>
                  <a:lnTo>
                    <a:pt x="277454" y="878021"/>
                  </a:lnTo>
                  <a:lnTo>
                    <a:pt x="277155" y="878376"/>
                  </a:lnTo>
                  <a:lnTo>
                    <a:pt x="276683" y="878567"/>
                  </a:lnTo>
                  <a:lnTo>
                    <a:pt x="276337" y="878616"/>
                  </a:lnTo>
                  <a:lnTo>
                    <a:pt x="276196" y="878554"/>
                  </a:lnTo>
                  <a:lnTo>
                    <a:pt x="275823" y="878435"/>
                  </a:lnTo>
                  <a:lnTo>
                    <a:pt x="275085" y="878724"/>
                  </a:lnTo>
                  <a:lnTo>
                    <a:pt x="274390" y="879218"/>
                  </a:lnTo>
                  <a:lnTo>
                    <a:pt x="272562" y="880032"/>
                  </a:lnTo>
                  <a:lnTo>
                    <a:pt x="270415" y="880227"/>
                  </a:lnTo>
                  <a:lnTo>
                    <a:pt x="266424" y="877387"/>
                  </a:lnTo>
                  <a:lnTo>
                    <a:pt x="263500" y="875007"/>
                  </a:lnTo>
                  <a:lnTo>
                    <a:pt x="261007" y="873043"/>
                  </a:lnTo>
                  <a:lnTo>
                    <a:pt x="258366" y="871481"/>
                  </a:lnTo>
                  <a:lnTo>
                    <a:pt x="257225" y="869700"/>
                  </a:lnTo>
                  <a:lnTo>
                    <a:pt x="256374" y="868871"/>
                  </a:lnTo>
                  <a:lnTo>
                    <a:pt x="250820" y="863667"/>
                  </a:lnTo>
                  <a:lnTo>
                    <a:pt x="244480" y="861665"/>
                  </a:lnTo>
                  <a:lnTo>
                    <a:pt x="244154" y="861572"/>
                  </a:lnTo>
                  <a:lnTo>
                    <a:pt x="240619" y="860415"/>
                  </a:lnTo>
                  <a:lnTo>
                    <a:pt x="240311" y="860335"/>
                  </a:lnTo>
                  <a:lnTo>
                    <a:pt x="240127" y="859161"/>
                  </a:lnTo>
                  <a:lnTo>
                    <a:pt x="240079" y="858822"/>
                  </a:lnTo>
                  <a:lnTo>
                    <a:pt x="239999" y="858440"/>
                  </a:lnTo>
                  <a:lnTo>
                    <a:pt x="239902" y="858122"/>
                  </a:lnTo>
                  <a:lnTo>
                    <a:pt x="239873" y="857831"/>
                  </a:lnTo>
                  <a:lnTo>
                    <a:pt x="239759" y="857189"/>
                  </a:lnTo>
                  <a:lnTo>
                    <a:pt x="239727" y="856982"/>
                  </a:lnTo>
                  <a:lnTo>
                    <a:pt x="239661" y="856545"/>
                  </a:lnTo>
                  <a:lnTo>
                    <a:pt x="239539" y="856084"/>
                  </a:lnTo>
                  <a:lnTo>
                    <a:pt x="239429" y="855705"/>
                  </a:lnTo>
                  <a:lnTo>
                    <a:pt x="239085" y="855302"/>
                  </a:lnTo>
                  <a:lnTo>
                    <a:pt x="239010" y="854910"/>
                  </a:lnTo>
                  <a:lnTo>
                    <a:pt x="238920" y="854235"/>
                  </a:lnTo>
                  <a:lnTo>
                    <a:pt x="238681" y="853448"/>
                  </a:lnTo>
                  <a:lnTo>
                    <a:pt x="238561" y="853113"/>
                  </a:lnTo>
                  <a:lnTo>
                    <a:pt x="238593" y="852820"/>
                  </a:lnTo>
                  <a:lnTo>
                    <a:pt x="238803" y="852520"/>
                  </a:lnTo>
                  <a:lnTo>
                    <a:pt x="238731" y="852070"/>
                  </a:lnTo>
                  <a:lnTo>
                    <a:pt x="238655" y="851920"/>
                  </a:lnTo>
                  <a:lnTo>
                    <a:pt x="238657" y="851086"/>
                  </a:lnTo>
                  <a:lnTo>
                    <a:pt x="239059" y="850363"/>
                  </a:lnTo>
                  <a:lnTo>
                    <a:pt x="243820" y="848284"/>
                  </a:lnTo>
                  <a:lnTo>
                    <a:pt x="246128" y="847260"/>
                  </a:lnTo>
                  <a:lnTo>
                    <a:pt x="243060" y="839633"/>
                  </a:lnTo>
                  <a:lnTo>
                    <a:pt x="242803" y="838867"/>
                  </a:lnTo>
                  <a:lnTo>
                    <a:pt x="241848" y="837605"/>
                  </a:lnTo>
                  <a:lnTo>
                    <a:pt x="241312" y="836935"/>
                  </a:lnTo>
                  <a:lnTo>
                    <a:pt x="240793" y="836528"/>
                  </a:lnTo>
                  <a:lnTo>
                    <a:pt x="244138" y="834489"/>
                  </a:lnTo>
                  <a:lnTo>
                    <a:pt x="244323" y="834360"/>
                  </a:lnTo>
                  <a:lnTo>
                    <a:pt x="247218" y="832567"/>
                  </a:lnTo>
                  <a:lnTo>
                    <a:pt x="258064" y="825938"/>
                  </a:lnTo>
                  <a:lnTo>
                    <a:pt x="259534" y="823584"/>
                  </a:lnTo>
                  <a:lnTo>
                    <a:pt x="260188" y="822703"/>
                  </a:lnTo>
                  <a:lnTo>
                    <a:pt x="260231" y="822532"/>
                  </a:lnTo>
                  <a:lnTo>
                    <a:pt x="260323" y="822273"/>
                  </a:lnTo>
                  <a:lnTo>
                    <a:pt x="260808" y="821534"/>
                  </a:lnTo>
                  <a:lnTo>
                    <a:pt x="263561" y="817144"/>
                  </a:lnTo>
                  <a:lnTo>
                    <a:pt x="264726" y="815179"/>
                  </a:lnTo>
                  <a:lnTo>
                    <a:pt x="270019" y="813109"/>
                  </a:lnTo>
                  <a:lnTo>
                    <a:pt x="270976" y="810985"/>
                  </a:lnTo>
                  <a:lnTo>
                    <a:pt x="270928" y="810524"/>
                  </a:lnTo>
                  <a:lnTo>
                    <a:pt x="270882" y="810230"/>
                  </a:lnTo>
                  <a:lnTo>
                    <a:pt x="270727" y="808449"/>
                  </a:lnTo>
                  <a:lnTo>
                    <a:pt x="270821" y="808151"/>
                  </a:lnTo>
                  <a:lnTo>
                    <a:pt x="270926" y="807830"/>
                  </a:lnTo>
                  <a:lnTo>
                    <a:pt x="271027" y="807526"/>
                  </a:lnTo>
                  <a:lnTo>
                    <a:pt x="271209" y="806710"/>
                  </a:lnTo>
                  <a:lnTo>
                    <a:pt x="271145" y="806572"/>
                  </a:lnTo>
                  <a:lnTo>
                    <a:pt x="270213" y="803681"/>
                  </a:lnTo>
                  <a:lnTo>
                    <a:pt x="267111" y="799845"/>
                  </a:lnTo>
                  <a:lnTo>
                    <a:pt x="265199" y="797448"/>
                  </a:lnTo>
                  <a:lnTo>
                    <a:pt x="265776" y="795825"/>
                  </a:lnTo>
                  <a:lnTo>
                    <a:pt x="266862" y="792075"/>
                  </a:lnTo>
                  <a:lnTo>
                    <a:pt x="263500" y="791045"/>
                  </a:lnTo>
                  <a:lnTo>
                    <a:pt x="261289" y="790349"/>
                  </a:lnTo>
                  <a:lnTo>
                    <a:pt x="257617" y="790261"/>
                  </a:lnTo>
                  <a:lnTo>
                    <a:pt x="243544" y="794387"/>
                  </a:lnTo>
                  <a:lnTo>
                    <a:pt x="238714" y="795825"/>
                  </a:lnTo>
                  <a:lnTo>
                    <a:pt x="238109" y="796030"/>
                  </a:lnTo>
                  <a:lnTo>
                    <a:pt x="235979" y="797863"/>
                  </a:lnTo>
                  <a:lnTo>
                    <a:pt x="234909" y="798802"/>
                  </a:lnTo>
                  <a:lnTo>
                    <a:pt x="233338" y="799996"/>
                  </a:lnTo>
                  <a:lnTo>
                    <a:pt x="231421" y="801424"/>
                  </a:lnTo>
                  <a:lnTo>
                    <a:pt x="230136" y="801812"/>
                  </a:lnTo>
                  <a:lnTo>
                    <a:pt x="225289" y="806126"/>
                  </a:lnTo>
                  <a:lnTo>
                    <a:pt x="224911" y="806047"/>
                  </a:lnTo>
                  <a:lnTo>
                    <a:pt x="220608" y="805044"/>
                  </a:lnTo>
                  <a:lnTo>
                    <a:pt x="217211" y="804273"/>
                  </a:lnTo>
                  <a:lnTo>
                    <a:pt x="209554" y="802873"/>
                  </a:lnTo>
                  <a:lnTo>
                    <a:pt x="206021" y="800676"/>
                  </a:lnTo>
                  <a:lnTo>
                    <a:pt x="204745" y="799845"/>
                  </a:lnTo>
                  <a:lnTo>
                    <a:pt x="203835" y="799273"/>
                  </a:lnTo>
                  <a:lnTo>
                    <a:pt x="199857" y="800315"/>
                  </a:lnTo>
                  <a:lnTo>
                    <a:pt x="197189" y="802042"/>
                  </a:lnTo>
                  <a:lnTo>
                    <a:pt x="191992" y="803328"/>
                  </a:lnTo>
                  <a:lnTo>
                    <a:pt x="186313" y="804723"/>
                  </a:lnTo>
                  <a:lnTo>
                    <a:pt x="180495" y="806186"/>
                  </a:lnTo>
                  <a:lnTo>
                    <a:pt x="179742" y="806440"/>
                  </a:lnTo>
                  <a:lnTo>
                    <a:pt x="183683" y="810152"/>
                  </a:lnTo>
                  <a:lnTo>
                    <a:pt x="184179" y="810656"/>
                  </a:lnTo>
                  <a:lnTo>
                    <a:pt x="185395" y="811831"/>
                  </a:lnTo>
                  <a:lnTo>
                    <a:pt x="186362" y="812736"/>
                  </a:lnTo>
                  <a:lnTo>
                    <a:pt x="189070" y="815237"/>
                  </a:lnTo>
                  <a:lnTo>
                    <a:pt x="186313" y="817074"/>
                  </a:lnTo>
                  <a:lnTo>
                    <a:pt x="183892" y="818671"/>
                  </a:lnTo>
                  <a:lnTo>
                    <a:pt x="180705" y="822807"/>
                  </a:lnTo>
                  <a:lnTo>
                    <a:pt x="178386" y="824697"/>
                  </a:lnTo>
                  <a:lnTo>
                    <a:pt x="178004" y="825030"/>
                  </a:lnTo>
                  <a:lnTo>
                    <a:pt x="177566" y="825388"/>
                  </a:lnTo>
                  <a:lnTo>
                    <a:pt x="177045" y="824918"/>
                  </a:lnTo>
                  <a:lnTo>
                    <a:pt x="176826" y="824859"/>
                  </a:lnTo>
                  <a:lnTo>
                    <a:pt x="176538" y="824738"/>
                  </a:lnTo>
                  <a:lnTo>
                    <a:pt x="176355" y="824578"/>
                  </a:lnTo>
                  <a:lnTo>
                    <a:pt x="176121" y="824576"/>
                  </a:lnTo>
                  <a:lnTo>
                    <a:pt x="175450" y="824569"/>
                  </a:lnTo>
                  <a:lnTo>
                    <a:pt x="175028" y="824383"/>
                  </a:lnTo>
                  <a:lnTo>
                    <a:pt x="174294" y="824213"/>
                  </a:lnTo>
                  <a:lnTo>
                    <a:pt x="174077" y="824102"/>
                  </a:lnTo>
                  <a:lnTo>
                    <a:pt x="173749" y="824133"/>
                  </a:lnTo>
                  <a:lnTo>
                    <a:pt x="173509" y="824013"/>
                  </a:lnTo>
                  <a:lnTo>
                    <a:pt x="173289" y="824068"/>
                  </a:lnTo>
                  <a:lnTo>
                    <a:pt x="172213" y="824928"/>
                  </a:lnTo>
                  <a:lnTo>
                    <a:pt x="172070" y="825010"/>
                  </a:lnTo>
                  <a:lnTo>
                    <a:pt x="171904" y="825132"/>
                  </a:lnTo>
                  <a:lnTo>
                    <a:pt x="171494" y="825402"/>
                  </a:lnTo>
                  <a:lnTo>
                    <a:pt x="171347" y="825488"/>
                  </a:lnTo>
                  <a:lnTo>
                    <a:pt x="171177" y="825672"/>
                  </a:lnTo>
                  <a:lnTo>
                    <a:pt x="171009" y="825838"/>
                  </a:lnTo>
                  <a:lnTo>
                    <a:pt x="170364" y="824939"/>
                  </a:lnTo>
                  <a:lnTo>
                    <a:pt x="169772" y="823917"/>
                  </a:lnTo>
                  <a:lnTo>
                    <a:pt x="169645" y="823699"/>
                  </a:lnTo>
                  <a:lnTo>
                    <a:pt x="169249" y="823017"/>
                  </a:lnTo>
                  <a:lnTo>
                    <a:pt x="166981" y="822267"/>
                  </a:lnTo>
                  <a:lnTo>
                    <a:pt x="166559" y="822078"/>
                  </a:lnTo>
                  <a:lnTo>
                    <a:pt x="166379" y="822002"/>
                  </a:lnTo>
                  <a:lnTo>
                    <a:pt x="165724" y="821796"/>
                  </a:lnTo>
                  <a:lnTo>
                    <a:pt x="164453" y="821111"/>
                  </a:lnTo>
                  <a:lnTo>
                    <a:pt x="162864" y="820430"/>
                  </a:lnTo>
                  <a:lnTo>
                    <a:pt x="162151" y="820485"/>
                  </a:lnTo>
                  <a:lnTo>
                    <a:pt x="161869" y="820385"/>
                  </a:lnTo>
                  <a:lnTo>
                    <a:pt x="160926" y="820194"/>
                  </a:lnTo>
                  <a:lnTo>
                    <a:pt x="160064" y="820016"/>
                  </a:lnTo>
                  <a:lnTo>
                    <a:pt x="160772" y="817733"/>
                  </a:lnTo>
                  <a:lnTo>
                    <a:pt x="160647" y="817521"/>
                  </a:lnTo>
                  <a:lnTo>
                    <a:pt x="160496" y="817124"/>
                  </a:lnTo>
                  <a:lnTo>
                    <a:pt x="159360" y="817026"/>
                  </a:lnTo>
                  <a:lnTo>
                    <a:pt x="158429" y="817064"/>
                  </a:lnTo>
                  <a:lnTo>
                    <a:pt x="157693" y="816631"/>
                  </a:lnTo>
                  <a:lnTo>
                    <a:pt x="156903" y="816628"/>
                  </a:lnTo>
                  <a:lnTo>
                    <a:pt x="156834" y="815026"/>
                  </a:lnTo>
                  <a:lnTo>
                    <a:pt x="156784" y="814848"/>
                  </a:lnTo>
                  <a:lnTo>
                    <a:pt x="156766" y="814550"/>
                  </a:lnTo>
                  <a:lnTo>
                    <a:pt x="156143" y="813908"/>
                  </a:lnTo>
                  <a:lnTo>
                    <a:pt x="155307" y="812714"/>
                  </a:lnTo>
                  <a:lnTo>
                    <a:pt x="155496" y="812259"/>
                  </a:lnTo>
                  <a:lnTo>
                    <a:pt x="155665" y="811754"/>
                  </a:lnTo>
                  <a:lnTo>
                    <a:pt x="155970" y="810951"/>
                  </a:lnTo>
                  <a:lnTo>
                    <a:pt x="156133" y="810428"/>
                  </a:lnTo>
                  <a:lnTo>
                    <a:pt x="156470" y="809515"/>
                  </a:lnTo>
                  <a:lnTo>
                    <a:pt x="154647" y="810440"/>
                  </a:lnTo>
                  <a:lnTo>
                    <a:pt x="154076" y="810729"/>
                  </a:lnTo>
                  <a:lnTo>
                    <a:pt x="152701" y="811409"/>
                  </a:lnTo>
                  <a:lnTo>
                    <a:pt x="152334" y="811525"/>
                  </a:lnTo>
                  <a:lnTo>
                    <a:pt x="149057" y="812259"/>
                  </a:lnTo>
                  <a:lnTo>
                    <a:pt x="146712" y="812813"/>
                  </a:lnTo>
                  <a:lnTo>
                    <a:pt x="146286" y="812794"/>
                  </a:lnTo>
                  <a:lnTo>
                    <a:pt x="146402" y="812359"/>
                  </a:lnTo>
                  <a:lnTo>
                    <a:pt x="146441" y="812212"/>
                  </a:lnTo>
                  <a:lnTo>
                    <a:pt x="146485" y="812043"/>
                  </a:lnTo>
                  <a:lnTo>
                    <a:pt x="146521" y="811907"/>
                  </a:lnTo>
                  <a:lnTo>
                    <a:pt x="146465" y="811444"/>
                  </a:lnTo>
                  <a:lnTo>
                    <a:pt x="146419" y="811058"/>
                  </a:lnTo>
                  <a:lnTo>
                    <a:pt x="146342" y="810427"/>
                  </a:lnTo>
                  <a:lnTo>
                    <a:pt x="146098" y="810192"/>
                  </a:lnTo>
                  <a:lnTo>
                    <a:pt x="145039" y="809697"/>
                  </a:lnTo>
                  <a:lnTo>
                    <a:pt x="143869" y="809125"/>
                  </a:lnTo>
                  <a:lnTo>
                    <a:pt x="143220" y="810448"/>
                  </a:lnTo>
                  <a:lnTo>
                    <a:pt x="143112" y="810630"/>
                  </a:lnTo>
                  <a:lnTo>
                    <a:pt x="142804" y="810412"/>
                  </a:lnTo>
                  <a:lnTo>
                    <a:pt x="142345" y="810091"/>
                  </a:lnTo>
                  <a:lnTo>
                    <a:pt x="141614" y="809665"/>
                  </a:lnTo>
                  <a:lnTo>
                    <a:pt x="141410" y="809433"/>
                  </a:lnTo>
                  <a:lnTo>
                    <a:pt x="141117" y="809233"/>
                  </a:lnTo>
                  <a:lnTo>
                    <a:pt x="141133" y="808773"/>
                  </a:lnTo>
                  <a:lnTo>
                    <a:pt x="141172" y="807640"/>
                  </a:lnTo>
                  <a:lnTo>
                    <a:pt x="141040" y="807252"/>
                  </a:lnTo>
                  <a:lnTo>
                    <a:pt x="141151" y="807114"/>
                  </a:lnTo>
                  <a:lnTo>
                    <a:pt x="142356" y="805827"/>
                  </a:lnTo>
                  <a:lnTo>
                    <a:pt x="142515" y="805514"/>
                  </a:lnTo>
                  <a:lnTo>
                    <a:pt x="142413" y="805244"/>
                  </a:lnTo>
                  <a:lnTo>
                    <a:pt x="142446" y="804923"/>
                  </a:lnTo>
                  <a:lnTo>
                    <a:pt x="142343" y="804685"/>
                  </a:lnTo>
                  <a:lnTo>
                    <a:pt x="142300" y="804459"/>
                  </a:lnTo>
                  <a:lnTo>
                    <a:pt x="142253" y="804322"/>
                  </a:lnTo>
                  <a:lnTo>
                    <a:pt x="141960" y="803278"/>
                  </a:lnTo>
                  <a:lnTo>
                    <a:pt x="141888" y="803130"/>
                  </a:lnTo>
                  <a:lnTo>
                    <a:pt x="141805" y="802876"/>
                  </a:lnTo>
                  <a:lnTo>
                    <a:pt x="141763" y="802338"/>
                  </a:lnTo>
                  <a:lnTo>
                    <a:pt x="141806" y="802089"/>
                  </a:lnTo>
                  <a:lnTo>
                    <a:pt x="141720" y="801850"/>
                  </a:lnTo>
                  <a:lnTo>
                    <a:pt x="141506" y="801697"/>
                  </a:lnTo>
                  <a:lnTo>
                    <a:pt x="141551" y="801532"/>
                  </a:lnTo>
                  <a:lnTo>
                    <a:pt x="141482" y="801389"/>
                  </a:lnTo>
                  <a:lnTo>
                    <a:pt x="141409" y="799488"/>
                  </a:lnTo>
                  <a:lnTo>
                    <a:pt x="141340" y="797716"/>
                  </a:lnTo>
                  <a:lnTo>
                    <a:pt x="141263" y="795125"/>
                  </a:lnTo>
                  <a:lnTo>
                    <a:pt x="141156" y="792741"/>
                  </a:lnTo>
                  <a:lnTo>
                    <a:pt x="138127" y="792751"/>
                  </a:lnTo>
                  <a:lnTo>
                    <a:pt x="137757" y="792831"/>
                  </a:lnTo>
                  <a:lnTo>
                    <a:pt x="137347" y="792841"/>
                  </a:lnTo>
                  <a:lnTo>
                    <a:pt x="137202" y="792830"/>
                  </a:lnTo>
                  <a:lnTo>
                    <a:pt x="136677" y="792729"/>
                  </a:lnTo>
                  <a:lnTo>
                    <a:pt x="136461" y="792728"/>
                  </a:lnTo>
                  <a:lnTo>
                    <a:pt x="136290" y="792749"/>
                  </a:lnTo>
                  <a:lnTo>
                    <a:pt x="136118" y="792823"/>
                  </a:lnTo>
                  <a:lnTo>
                    <a:pt x="135862" y="792906"/>
                  </a:lnTo>
                  <a:lnTo>
                    <a:pt x="135630" y="792935"/>
                  </a:lnTo>
                  <a:lnTo>
                    <a:pt x="135347" y="793051"/>
                  </a:lnTo>
                  <a:lnTo>
                    <a:pt x="134654" y="793242"/>
                  </a:lnTo>
                  <a:lnTo>
                    <a:pt x="134200" y="793323"/>
                  </a:lnTo>
                  <a:lnTo>
                    <a:pt x="134022" y="793328"/>
                  </a:lnTo>
                  <a:lnTo>
                    <a:pt x="133860" y="793371"/>
                  </a:lnTo>
                  <a:lnTo>
                    <a:pt x="133539" y="793395"/>
                  </a:lnTo>
                  <a:lnTo>
                    <a:pt x="133190" y="793432"/>
                  </a:lnTo>
                  <a:lnTo>
                    <a:pt x="132568" y="793469"/>
                  </a:lnTo>
                  <a:lnTo>
                    <a:pt x="131564" y="793288"/>
                  </a:lnTo>
                  <a:lnTo>
                    <a:pt x="131172" y="793193"/>
                  </a:lnTo>
                  <a:lnTo>
                    <a:pt x="130765" y="793111"/>
                  </a:lnTo>
                  <a:lnTo>
                    <a:pt x="130439" y="793147"/>
                  </a:lnTo>
                  <a:lnTo>
                    <a:pt x="130080" y="793035"/>
                  </a:lnTo>
                  <a:lnTo>
                    <a:pt x="129216" y="792952"/>
                  </a:lnTo>
                  <a:lnTo>
                    <a:pt x="128980" y="792920"/>
                  </a:lnTo>
                  <a:lnTo>
                    <a:pt x="128792" y="792938"/>
                  </a:lnTo>
                  <a:lnTo>
                    <a:pt x="128308" y="792927"/>
                  </a:lnTo>
                  <a:lnTo>
                    <a:pt x="128345" y="789404"/>
                  </a:lnTo>
                  <a:lnTo>
                    <a:pt x="126173" y="789190"/>
                  </a:lnTo>
                  <a:lnTo>
                    <a:pt x="121624" y="788177"/>
                  </a:lnTo>
                  <a:lnTo>
                    <a:pt x="120639" y="785394"/>
                  </a:lnTo>
                  <a:lnTo>
                    <a:pt x="121131" y="783806"/>
                  </a:lnTo>
                  <a:lnTo>
                    <a:pt x="119176" y="781262"/>
                  </a:lnTo>
                  <a:lnTo>
                    <a:pt x="119048" y="781116"/>
                  </a:lnTo>
                  <a:lnTo>
                    <a:pt x="118587" y="780480"/>
                  </a:lnTo>
                  <a:lnTo>
                    <a:pt x="113547" y="779567"/>
                  </a:lnTo>
                  <a:lnTo>
                    <a:pt x="110485" y="777351"/>
                  </a:lnTo>
                  <a:lnTo>
                    <a:pt x="107770" y="776847"/>
                  </a:lnTo>
                  <a:lnTo>
                    <a:pt x="105422" y="775950"/>
                  </a:lnTo>
                  <a:lnTo>
                    <a:pt x="104800" y="775337"/>
                  </a:lnTo>
                  <a:lnTo>
                    <a:pt x="102200" y="772673"/>
                  </a:lnTo>
                  <a:lnTo>
                    <a:pt x="101860" y="772552"/>
                  </a:lnTo>
                  <a:lnTo>
                    <a:pt x="101401" y="772535"/>
                  </a:lnTo>
                  <a:lnTo>
                    <a:pt x="100298" y="772397"/>
                  </a:lnTo>
                  <a:lnTo>
                    <a:pt x="99859" y="772313"/>
                  </a:lnTo>
                  <a:lnTo>
                    <a:pt x="99600" y="772238"/>
                  </a:lnTo>
                  <a:lnTo>
                    <a:pt x="99061" y="772118"/>
                  </a:lnTo>
                  <a:lnTo>
                    <a:pt x="98491" y="772077"/>
                  </a:lnTo>
                  <a:lnTo>
                    <a:pt x="97886" y="771920"/>
                  </a:lnTo>
                  <a:lnTo>
                    <a:pt x="97411" y="771730"/>
                  </a:lnTo>
                  <a:lnTo>
                    <a:pt x="97029" y="771596"/>
                  </a:lnTo>
                  <a:lnTo>
                    <a:pt x="96701" y="771528"/>
                  </a:lnTo>
                  <a:lnTo>
                    <a:pt x="96272" y="771516"/>
                  </a:lnTo>
                  <a:lnTo>
                    <a:pt x="95922" y="771523"/>
                  </a:lnTo>
                  <a:lnTo>
                    <a:pt x="95631" y="771564"/>
                  </a:lnTo>
                  <a:lnTo>
                    <a:pt x="87989" y="772126"/>
                  </a:lnTo>
                  <a:lnTo>
                    <a:pt x="87853" y="771842"/>
                  </a:lnTo>
                  <a:lnTo>
                    <a:pt x="87693" y="771804"/>
                  </a:lnTo>
                  <a:lnTo>
                    <a:pt x="87565" y="771728"/>
                  </a:lnTo>
                  <a:lnTo>
                    <a:pt x="87790" y="771277"/>
                  </a:lnTo>
                  <a:lnTo>
                    <a:pt x="87934" y="771212"/>
                  </a:lnTo>
                  <a:lnTo>
                    <a:pt x="88242" y="771179"/>
                  </a:lnTo>
                  <a:lnTo>
                    <a:pt x="88376" y="771206"/>
                  </a:lnTo>
                  <a:lnTo>
                    <a:pt x="88775" y="771369"/>
                  </a:lnTo>
                  <a:lnTo>
                    <a:pt x="88955" y="771567"/>
                  </a:lnTo>
                  <a:lnTo>
                    <a:pt x="89304" y="771729"/>
                  </a:lnTo>
                  <a:lnTo>
                    <a:pt x="89501" y="771798"/>
                  </a:lnTo>
                  <a:lnTo>
                    <a:pt x="89849" y="771781"/>
                  </a:lnTo>
                  <a:lnTo>
                    <a:pt x="90024" y="771790"/>
                  </a:lnTo>
                  <a:lnTo>
                    <a:pt x="90155" y="771778"/>
                  </a:lnTo>
                  <a:lnTo>
                    <a:pt x="90465" y="771676"/>
                  </a:lnTo>
                  <a:lnTo>
                    <a:pt x="90613" y="771652"/>
                  </a:lnTo>
                  <a:lnTo>
                    <a:pt x="90960" y="771515"/>
                  </a:lnTo>
                  <a:lnTo>
                    <a:pt x="91133" y="771415"/>
                  </a:lnTo>
                  <a:lnTo>
                    <a:pt x="91312" y="771233"/>
                  </a:lnTo>
                  <a:lnTo>
                    <a:pt x="91609" y="771023"/>
                  </a:lnTo>
                  <a:lnTo>
                    <a:pt x="91833" y="770895"/>
                  </a:lnTo>
                  <a:lnTo>
                    <a:pt x="92070" y="770852"/>
                  </a:lnTo>
                  <a:lnTo>
                    <a:pt x="92216" y="770800"/>
                  </a:lnTo>
                  <a:lnTo>
                    <a:pt x="93133" y="770409"/>
                  </a:lnTo>
                  <a:lnTo>
                    <a:pt x="93834" y="770079"/>
                  </a:lnTo>
                  <a:lnTo>
                    <a:pt x="93983" y="770026"/>
                  </a:lnTo>
                  <a:lnTo>
                    <a:pt x="94119" y="769993"/>
                  </a:lnTo>
                  <a:lnTo>
                    <a:pt x="94483" y="769848"/>
                  </a:lnTo>
                  <a:lnTo>
                    <a:pt x="94653" y="769763"/>
                  </a:lnTo>
                  <a:lnTo>
                    <a:pt x="94919" y="769587"/>
                  </a:lnTo>
                  <a:lnTo>
                    <a:pt x="95129" y="769483"/>
                  </a:lnTo>
                  <a:lnTo>
                    <a:pt x="96346" y="768820"/>
                  </a:lnTo>
                  <a:lnTo>
                    <a:pt x="96814" y="768633"/>
                  </a:lnTo>
                  <a:lnTo>
                    <a:pt x="97316" y="768375"/>
                  </a:lnTo>
                  <a:lnTo>
                    <a:pt x="97734" y="768118"/>
                  </a:lnTo>
                  <a:lnTo>
                    <a:pt x="98272" y="767630"/>
                  </a:lnTo>
                  <a:lnTo>
                    <a:pt x="98495" y="767548"/>
                  </a:lnTo>
                  <a:lnTo>
                    <a:pt x="98606" y="767416"/>
                  </a:lnTo>
                  <a:lnTo>
                    <a:pt x="98832" y="767260"/>
                  </a:lnTo>
                  <a:lnTo>
                    <a:pt x="98933" y="767079"/>
                  </a:lnTo>
                  <a:lnTo>
                    <a:pt x="99311" y="766637"/>
                  </a:lnTo>
                  <a:lnTo>
                    <a:pt x="99569" y="766357"/>
                  </a:lnTo>
                  <a:lnTo>
                    <a:pt x="99906" y="766332"/>
                  </a:lnTo>
                  <a:lnTo>
                    <a:pt x="100134" y="766327"/>
                  </a:lnTo>
                  <a:lnTo>
                    <a:pt x="100332" y="766317"/>
                  </a:lnTo>
                  <a:lnTo>
                    <a:pt x="100690" y="766291"/>
                  </a:lnTo>
                  <a:lnTo>
                    <a:pt x="100837" y="766278"/>
                  </a:lnTo>
                  <a:lnTo>
                    <a:pt x="101037" y="766262"/>
                  </a:lnTo>
                  <a:lnTo>
                    <a:pt x="101325" y="766249"/>
                  </a:lnTo>
                  <a:lnTo>
                    <a:pt x="101539" y="766231"/>
                  </a:lnTo>
                  <a:lnTo>
                    <a:pt x="101791" y="766217"/>
                  </a:lnTo>
                  <a:lnTo>
                    <a:pt x="101940" y="766200"/>
                  </a:lnTo>
                  <a:lnTo>
                    <a:pt x="102211" y="766184"/>
                  </a:lnTo>
                  <a:lnTo>
                    <a:pt x="102454" y="766153"/>
                  </a:lnTo>
                  <a:lnTo>
                    <a:pt x="102651" y="766136"/>
                  </a:lnTo>
                  <a:lnTo>
                    <a:pt x="102794" y="766115"/>
                  </a:lnTo>
                  <a:lnTo>
                    <a:pt x="103357" y="765961"/>
                  </a:lnTo>
                  <a:lnTo>
                    <a:pt x="103546" y="765874"/>
                  </a:lnTo>
                  <a:lnTo>
                    <a:pt x="103675" y="765824"/>
                  </a:lnTo>
                  <a:lnTo>
                    <a:pt x="103807" y="765756"/>
                  </a:lnTo>
                  <a:lnTo>
                    <a:pt x="103963" y="765659"/>
                  </a:lnTo>
                  <a:lnTo>
                    <a:pt x="104381" y="765408"/>
                  </a:lnTo>
                  <a:lnTo>
                    <a:pt x="104509" y="765316"/>
                  </a:lnTo>
                  <a:lnTo>
                    <a:pt x="104700" y="765154"/>
                  </a:lnTo>
                  <a:lnTo>
                    <a:pt x="104913" y="764978"/>
                  </a:lnTo>
                  <a:lnTo>
                    <a:pt x="105133" y="764805"/>
                  </a:lnTo>
                  <a:lnTo>
                    <a:pt x="105281" y="764685"/>
                  </a:lnTo>
                  <a:lnTo>
                    <a:pt x="105540" y="764473"/>
                  </a:lnTo>
                  <a:lnTo>
                    <a:pt x="105982" y="764098"/>
                  </a:lnTo>
                  <a:lnTo>
                    <a:pt x="106115" y="764003"/>
                  </a:lnTo>
                  <a:lnTo>
                    <a:pt x="106364" y="763663"/>
                  </a:lnTo>
                  <a:lnTo>
                    <a:pt x="106429" y="763434"/>
                  </a:lnTo>
                  <a:lnTo>
                    <a:pt x="106479" y="763241"/>
                  </a:lnTo>
                  <a:lnTo>
                    <a:pt x="106537" y="763051"/>
                  </a:lnTo>
                  <a:lnTo>
                    <a:pt x="106664" y="762584"/>
                  </a:lnTo>
                  <a:lnTo>
                    <a:pt x="106794" y="762115"/>
                  </a:lnTo>
                  <a:lnTo>
                    <a:pt x="106933" y="761641"/>
                  </a:lnTo>
                  <a:lnTo>
                    <a:pt x="107064" y="761169"/>
                  </a:lnTo>
                  <a:lnTo>
                    <a:pt x="107160" y="760831"/>
                  </a:lnTo>
                  <a:lnTo>
                    <a:pt x="107200" y="760696"/>
                  </a:lnTo>
                  <a:lnTo>
                    <a:pt x="107334" y="760226"/>
                  </a:lnTo>
                  <a:lnTo>
                    <a:pt x="108361" y="758820"/>
                  </a:lnTo>
                  <a:lnTo>
                    <a:pt x="108480" y="758675"/>
                  </a:lnTo>
                  <a:lnTo>
                    <a:pt x="108781" y="758346"/>
                  </a:lnTo>
                  <a:lnTo>
                    <a:pt x="109186" y="758022"/>
                  </a:lnTo>
                  <a:lnTo>
                    <a:pt x="109370" y="757912"/>
                  </a:lnTo>
                  <a:lnTo>
                    <a:pt x="109840" y="757653"/>
                  </a:lnTo>
                  <a:lnTo>
                    <a:pt x="110042" y="757543"/>
                  </a:lnTo>
                  <a:lnTo>
                    <a:pt x="110631" y="757221"/>
                  </a:lnTo>
                  <a:lnTo>
                    <a:pt x="111198" y="756910"/>
                  </a:lnTo>
                  <a:lnTo>
                    <a:pt x="111815" y="756573"/>
                  </a:lnTo>
                  <a:lnTo>
                    <a:pt x="112357" y="756279"/>
                  </a:lnTo>
                  <a:lnTo>
                    <a:pt x="112939" y="755961"/>
                  </a:lnTo>
                  <a:lnTo>
                    <a:pt x="113398" y="755711"/>
                  </a:lnTo>
                  <a:lnTo>
                    <a:pt x="113529" y="755638"/>
                  </a:lnTo>
                  <a:lnTo>
                    <a:pt x="114111" y="755320"/>
                  </a:lnTo>
                  <a:lnTo>
                    <a:pt x="114701" y="754999"/>
                  </a:lnTo>
                  <a:lnTo>
                    <a:pt x="115257" y="754671"/>
                  </a:lnTo>
                  <a:lnTo>
                    <a:pt x="115618" y="754520"/>
                  </a:lnTo>
                  <a:lnTo>
                    <a:pt x="115618" y="752023"/>
                  </a:lnTo>
                  <a:lnTo>
                    <a:pt x="115619" y="748251"/>
                  </a:lnTo>
                  <a:lnTo>
                    <a:pt x="115620" y="744722"/>
                  </a:lnTo>
                  <a:lnTo>
                    <a:pt x="115621" y="742972"/>
                  </a:lnTo>
                  <a:lnTo>
                    <a:pt x="118438" y="739581"/>
                  </a:lnTo>
                  <a:lnTo>
                    <a:pt x="118335" y="737423"/>
                  </a:lnTo>
                  <a:lnTo>
                    <a:pt x="118233" y="735284"/>
                  </a:lnTo>
                  <a:lnTo>
                    <a:pt x="117747" y="734818"/>
                  </a:lnTo>
                  <a:lnTo>
                    <a:pt x="115065" y="730945"/>
                  </a:lnTo>
                  <a:lnTo>
                    <a:pt x="114485" y="730120"/>
                  </a:lnTo>
                  <a:lnTo>
                    <a:pt x="113236" y="728344"/>
                  </a:lnTo>
                  <a:lnTo>
                    <a:pt x="111274" y="726920"/>
                  </a:lnTo>
                  <a:lnTo>
                    <a:pt x="109187" y="726860"/>
                  </a:lnTo>
                  <a:lnTo>
                    <a:pt x="108531" y="726841"/>
                  </a:lnTo>
                  <a:lnTo>
                    <a:pt x="102462" y="726300"/>
                  </a:lnTo>
                  <a:lnTo>
                    <a:pt x="99539" y="726064"/>
                  </a:lnTo>
                  <a:lnTo>
                    <a:pt x="96466" y="725819"/>
                  </a:lnTo>
                  <a:lnTo>
                    <a:pt x="92335" y="729588"/>
                  </a:lnTo>
                  <a:lnTo>
                    <a:pt x="89886" y="729523"/>
                  </a:lnTo>
                  <a:lnTo>
                    <a:pt x="87458" y="729460"/>
                  </a:lnTo>
                  <a:lnTo>
                    <a:pt x="84476" y="729372"/>
                  </a:lnTo>
                  <a:lnTo>
                    <a:pt x="81388" y="729224"/>
                  </a:lnTo>
                  <a:lnTo>
                    <a:pt x="80239" y="729187"/>
                  </a:lnTo>
                  <a:lnTo>
                    <a:pt x="77234" y="729093"/>
                  </a:lnTo>
                  <a:lnTo>
                    <a:pt x="77221" y="730120"/>
                  </a:lnTo>
                  <a:lnTo>
                    <a:pt x="77078" y="734024"/>
                  </a:lnTo>
                  <a:lnTo>
                    <a:pt x="75319" y="735395"/>
                  </a:lnTo>
                  <a:lnTo>
                    <a:pt x="75192" y="735630"/>
                  </a:lnTo>
                  <a:lnTo>
                    <a:pt x="75116" y="735767"/>
                  </a:lnTo>
                  <a:lnTo>
                    <a:pt x="74849" y="736285"/>
                  </a:lnTo>
                  <a:lnTo>
                    <a:pt x="74656" y="736650"/>
                  </a:lnTo>
                  <a:lnTo>
                    <a:pt x="74429" y="737060"/>
                  </a:lnTo>
                  <a:lnTo>
                    <a:pt x="74231" y="737005"/>
                  </a:lnTo>
                  <a:lnTo>
                    <a:pt x="74095" y="736960"/>
                  </a:lnTo>
                  <a:lnTo>
                    <a:pt x="73949" y="736914"/>
                  </a:lnTo>
                  <a:lnTo>
                    <a:pt x="73652" y="736818"/>
                  </a:lnTo>
                  <a:lnTo>
                    <a:pt x="73515" y="736773"/>
                  </a:lnTo>
                  <a:lnTo>
                    <a:pt x="73384" y="736729"/>
                  </a:lnTo>
                  <a:lnTo>
                    <a:pt x="73005" y="736601"/>
                  </a:lnTo>
                  <a:lnTo>
                    <a:pt x="72814" y="736539"/>
                  </a:lnTo>
                  <a:lnTo>
                    <a:pt x="72555" y="736451"/>
                  </a:lnTo>
                  <a:lnTo>
                    <a:pt x="72102" y="736296"/>
                  </a:lnTo>
                  <a:lnTo>
                    <a:pt x="71978" y="736095"/>
                  </a:lnTo>
                  <a:lnTo>
                    <a:pt x="71905" y="735958"/>
                  </a:lnTo>
                  <a:lnTo>
                    <a:pt x="71769" y="735709"/>
                  </a:lnTo>
                  <a:lnTo>
                    <a:pt x="71654" y="735499"/>
                  </a:lnTo>
                  <a:lnTo>
                    <a:pt x="71496" y="735216"/>
                  </a:lnTo>
                  <a:lnTo>
                    <a:pt x="71321" y="734895"/>
                  </a:lnTo>
                  <a:lnTo>
                    <a:pt x="71237" y="734745"/>
                  </a:lnTo>
                  <a:lnTo>
                    <a:pt x="71103" y="734505"/>
                  </a:lnTo>
                  <a:lnTo>
                    <a:pt x="70915" y="734166"/>
                  </a:lnTo>
                  <a:lnTo>
                    <a:pt x="70533" y="733445"/>
                  </a:lnTo>
                  <a:lnTo>
                    <a:pt x="70224" y="732909"/>
                  </a:lnTo>
                  <a:lnTo>
                    <a:pt x="69894" y="732404"/>
                  </a:lnTo>
                  <a:lnTo>
                    <a:pt x="69154" y="732740"/>
                  </a:lnTo>
                  <a:lnTo>
                    <a:pt x="68415" y="733076"/>
                  </a:lnTo>
                  <a:lnTo>
                    <a:pt x="67676" y="733412"/>
                  </a:lnTo>
                  <a:lnTo>
                    <a:pt x="67272" y="733593"/>
                  </a:lnTo>
                  <a:lnTo>
                    <a:pt x="66935" y="733751"/>
                  </a:lnTo>
                  <a:lnTo>
                    <a:pt x="66656" y="733879"/>
                  </a:lnTo>
                  <a:lnTo>
                    <a:pt x="66186" y="734086"/>
                  </a:lnTo>
                  <a:lnTo>
                    <a:pt x="65438" y="734427"/>
                  </a:lnTo>
                  <a:lnTo>
                    <a:pt x="64631" y="734793"/>
                  </a:lnTo>
                  <a:lnTo>
                    <a:pt x="63867" y="735141"/>
                  </a:lnTo>
                  <a:lnTo>
                    <a:pt x="63193" y="735448"/>
                  </a:lnTo>
                  <a:lnTo>
                    <a:pt x="62765" y="735639"/>
                  </a:lnTo>
                  <a:lnTo>
                    <a:pt x="62446" y="735775"/>
                  </a:lnTo>
                  <a:lnTo>
                    <a:pt x="62858" y="740071"/>
                  </a:lnTo>
                  <a:lnTo>
                    <a:pt x="62780" y="739912"/>
                  </a:lnTo>
                  <a:lnTo>
                    <a:pt x="62555" y="739746"/>
                  </a:lnTo>
                  <a:lnTo>
                    <a:pt x="61966" y="739235"/>
                  </a:lnTo>
                  <a:lnTo>
                    <a:pt x="61696" y="738923"/>
                  </a:lnTo>
                  <a:lnTo>
                    <a:pt x="61445" y="738711"/>
                  </a:lnTo>
                  <a:lnTo>
                    <a:pt x="60967" y="738417"/>
                  </a:lnTo>
                  <a:lnTo>
                    <a:pt x="60229" y="738038"/>
                  </a:lnTo>
                  <a:lnTo>
                    <a:pt x="59988" y="737924"/>
                  </a:lnTo>
                  <a:lnTo>
                    <a:pt x="59785" y="737852"/>
                  </a:lnTo>
                  <a:lnTo>
                    <a:pt x="59544" y="737677"/>
                  </a:lnTo>
                  <a:lnTo>
                    <a:pt x="59051" y="737168"/>
                  </a:lnTo>
                  <a:lnTo>
                    <a:pt x="58846" y="736884"/>
                  </a:lnTo>
                  <a:lnTo>
                    <a:pt x="58758" y="736669"/>
                  </a:lnTo>
                  <a:lnTo>
                    <a:pt x="58680" y="736535"/>
                  </a:lnTo>
                  <a:lnTo>
                    <a:pt x="58532" y="736346"/>
                  </a:lnTo>
                  <a:lnTo>
                    <a:pt x="58477" y="736155"/>
                  </a:lnTo>
                  <a:lnTo>
                    <a:pt x="58384" y="735706"/>
                  </a:lnTo>
                  <a:lnTo>
                    <a:pt x="58274" y="735241"/>
                  </a:lnTo>
                  <a:lnTo>
                    <a:pt x="58174" y="734786"/>
                  </a:lnTo>
                  <a:lnTo>
                    <a:pt x="58070" y="734341"/>
                  </a:lnTo>
                  <a:lnTo>
                    <a:pt x="57970" y="733884"/>
                  </a:lnTo>
                  <a:lnTo>
                    <a:pt x="57868" y="733415"/>
                  </a:lnTo>
                  <a:lnTo>
                    <a:pt x="57732" y="732823"/>
                  </a:lnTo>
                  <a:lnTo>
                    <a:pt x="57259" y="732954"/>
                  </a:lnTo>
                  <a:lnTo>
                    <a:pt x="56861" y="733074"/>
                  </a:lnTo>
                  <a:lnTo>
                    <a:pt x="56564" y="733160"/>
                  </a:lnTo>
                  <a:lnTo>
                    <a:pt x="56227" y="733263"/>
                  </a:lnTo>
                  <a:lnTo>
                    <a:pt x="55869" y="733370"/>
                  </a:lnTo>
                  <a:lnTo>
                    <a:pt x="54847" y="733670"/>
                  </a:lnTo>
                  <a:lnTo>
                    <a:pt x="53936" y="733966"/>
                  </a:lnTo>
                  <a:lnTo>
                    <a:pt x="54156" y="734261"/>
                  </a:lnTo>
                  <a:lnTo>
                    <a:pt x="54485" y="734702"/>
                  </a:lnTo>
                  <a:lnTo>
                    <a:pt x="54650" y="734919"/>
                  </a:lnTo>
                  <a:lnTo>
                    <a:pt x="54923" y="735293"/>
                  </a:lnTo>
                  <a:lnTo>
                    <a:pt x="55247" y="735735"/>
                  </a:lnTo>
                  <a:lnTo>
                    <a:pt x="55566" y="736173"/>
                  </a:lnTo>
                  <a:lnTo>
                    <a:pt x="55859" y="736562"/>
                  </a:lnTo>
                  <a:lnTo>
                    <a:pt x="56073" y="737026"/>
                  </a:lnTo>
                  <a:lnTo>
                    <a:pt x="55762" y="737163"/>
                  </a:lnTo>
                  <a:lnTo>
                    <a:pt x="55101" y="737448"/>
                  </a:lnTo>
                  <a:lnTo>
                    <a:pt x="54765" y="737591"/>
                  </a:lnTo>
                  <a:lnTo>
                    <a:pt x="54287" y="737800"/>
                  </a:lnTo>
                  <a:lnTo>
                    <a:pt x="53435" y="738180"/>
                  </a:lnTo>
                  <a:lnTo>
                    <a:pt x="52664" y="738524"/>
                  </a:lnTo>
                  <a:lnTo>
                    <a:pt x="52306" y="738687"/>
                  </a:lnTo>
                  <a:lnTo>
                    <a:pt x="51974" y="738835"/>
                  </a:lnTo>
                  <a:lnTo>
                    <a:pt x="51253" y="739142"/>
                  </a:lnTo>
                  <a:lnTo>
                    <a:pt x="48281" y="740429"/>
                  </a:lnTo>
                  <a:lnTo>
                    <a:pt x="45212" y="741786"/>
                  </a:lnTo>
                  <a:lnTo>
                    <a:pt x="45181" y="740537"/>
                  </a:lnTo>
                  <a:lnTo>
                    <a:pt x="45139" y="738856"/>
                  </a:lnTo>
                  <a:lnTo>
                    <a:pt x="45135" y="738706"/>
                  </a:lnTo>
                  <a:lnTo>
                    <a:pt x="45126" y="738404"/>
                  </a:lnTo>
                  <a:lnTo>
                    <a:pt x="45114" y="737845"/>
                  </a:lnTo>
                  <a:lnTo>
                    <a:pt x="45090" y="737418"/>
                  </a:lnTo>
                  <a:lnTo>
                    <a:pt x="45058" y="736786"/>
                  </a:lnTo>
                  <a:lnTo>
                    <a:pt x="45049" y="736413"/>
                  </a:lnTo>
                  <a:lnTo>
                    <a:pt x="45013" y="734924"/>
                  </a:lnTo>
                  <a:lnTo>
                    <a:pt x="45004" y="734552"/>
                  </a:lnTo>
                  <a:lnTo>
                    <a:pt x="44995" y="734181"/>
                  </a:lnTo>
                  <a:lnTo>
                    <a:pt x="44985" y="733809"/>
                  </a:lnTo>
                  <a:lnTo>
                    <a:pt x="44976" y="733438"/>
                  </a:lnTo>
                  <a:lnTo>
                    <a:pt x="44965" y="733072"/>
                  </a:lnTo>
                  <a:lnTo>
                    <a:pt x="44954" y="732701"/>
                  </a:lnTo>
                  <a:lnTo>
                    <a:pt x="44942" y="732327"/>
                  </a:lnTo>
                  <a:lnTo>
                    <a:pt x="44936" y="731950"/>
                  </a:lnTo>
                  <a:lnTo>
                    <a:pt x="44925" y="731581"/>
                  </a:lnTo>
                  <a:lnTo>
                    <a:pt x="44912" y="731210"/>
                  </a:lnTo>
                  <a:lnTo>
                    <a:pt x="44902" y="730839"/>
                  </a:lnTo>
                  <a:lnTo>
                    <a:pt x="44892" y="730468"/>
                  </a:lnTo>
                  <a:lnTo>
                    <a:pt x="44883" y="730098"/>
                  </a:lnTo>
                  <a:lnTo>
                    <a:pt x="44873" y="729725"/>
                  </a:lnTo>
                  <a:lnTo>
                    <a:pt x="44863" y="729351"/>
                  </a:lnTo>
                  <a:lnTo>
                    <a:pt x="44850" y="728978"/>
                  </a:lnTo>
                  <a:lnTo>
                    <a:pt x="44839" y="728604"/>
                  </a:lnTo>
                  <a:lnTo>
                    <a:pt x="44830" y="728230"/>
                  </a:lnTo>
                  <a:lnTo>
                    <a:pt x="44820" y="727856"/>
                  </a:lnTo>
                  <a:lnTo>
                    <a:pt x="44807" y="727484"/>
                  </a:lnTo>
                  <a:lnTo>
                    <a:pt x="44799" y="727107"/>
                  </a:lnTo>
                  <a:lnTo>
                    <a:pt x="44789" y="726735"/>
                  </a:lnTo>
                  <a:lnTo>
                    <a:pt x="44754" y="726416"/>
                  </a:lnTo>
                  <a:lnTo>
                    <a:pt x="44109" y="726154"/>
                  </a:lnTo>
                  <a:lnTo>
                    <a:pt x="43965" y="726100"/>
                  </a:lnTo>
                  <a:lnTo>
                    <a:pt x="43451" y="725907"/>
                  </a:lnTo>
                  <a:lnTo>
                    <a:pt x="43275" y="725857"/>
                  </a:lnTo>
                  <a:lnTo>
                    <a:pt x="42969" y="725805"/>
                  </a:lnTo>
                  <a:lnTo>
                    <a:pt x="42319" y="725689"/>
                  </a:lnTo>
                  <a:lnTo>
                    <a:pt x="41840" y="725604"/>
                  </a:lnTo>
                  <a:lnTo>
                    <a:pt x="41594" y="725549"/>
                  </a:lnTo>
                  <a:lnTo>
                    <a:pt x="41165" y="725187"/>
                  </a:lnTo>
                  <a:lnTo>
                    <a:pt x="41014" y="725062"/>
                  </a:lnTo>
                  <a:lnTo>
                    <a:pt x="40788" y="724869"/>
                  </a:lnTo>
                  <a:lnTo>
                    <a:pt x="40393" y="724532"/>
                  </a:lnTo>
                  <a:lnTo>
                    <a:pt x="40249" y="724410"/>
                  </a:lnTo>
                  <a:lnTo>
                    <a:pt x="39833" y="724055"/>
                  </a:lnTo>
                  <a:lnTo>
                    <a:pt x="39455" y="723737"/>
                  </a:lnTo>
                  <a:lnTo>
                    <a:pt x="39003" y="723397"/>
                  </a:lnTo>
                  <a:lnTo>
                    <a:pt x="38427" y="723184"/>
                  </a:lnTo>
                  <a:lnTo>
                    <a:pt x="37856" y="722974"/>
                  </a:lnTo>
                  <a:lnTo>
                    <a:pt x="37423" y="722814"/>
                  </a:lnTo>
                  <a:lnTo>
                    <a:pt x="36712" y="722328"/>
                  </a:lnTo>
                  <a:lnTo>
                    <a:pt x="36301" y="722063"/>
                  </a:lnTo>
                  <a:lnTo>
                    <a:pt x="36144" y="721967"/>
                  </a:lnTo>
                  <a:lnTo>
                    <a:pt x="35641" y="721641"/>
                  </a:lnTo>
                  <a:lnTo>
                    <a:pt x="34283" y="720768"/>
                  </a:lnTo>
                  <a:lnTo>
                    <a:pt x="33662" y="720375"/>
                  </a:lnTo>
                  <a:lnTo>
                    <a:pt x="31964" y="719292"/>
                  </a:lnTo>
                  <a:lnTo>
                    <a:pt x="30862" y="718597"/>
                  </a:lnTo>
                  <a:lnTo>
                    <a:pt x="28495" y="715836"/>
                  </a:lnTo>
                  <a:lnTo>
                    <a:pt x="28213" y="715517"/>
                  </a:lnTo>
                  <a:lnTo>
                    <a:pt x="22363" y="708939"/>
                  </a:lnTo>
                  <a:lnTo>
                    <a:pt x="21713" y="708211"/>
                  </a:lnTo>
                  <a:lnTo>
                    <a:pt x="17693" y="703385"/>
                  </a:lnTo>
                  <a:lnTo>
                    <a:pt x="17754" y="703149"/>
                  </a:lnTo>
                  <a:lnTo>
                    <a:pt x="17754" y="703009"/>
                  </a:lnTo>
                  <a:lnTo>
                    <a:pt x="17502" y="702819"/>
                  </a:lnTo>
                  <a:lnTo>
                    <a:pt x="17129" y="702513"/>
                  </a:lnTo>
                  <a:lnTo>
                    <a:pt x="17396" y="701672"/>
                  </a:lnTo>
                  <a:lnTo>
                    <a:pt x="17579" y="701507"/>
                  </a:lnTo>
                  <a:lnTo>
                    <a:pt x="18242" y="700915"/>
                  </a:lnTo>
                  <a:lnTo>
                    <a:pt x="18372" y="700797"/>
                  </a:lnTo>
                  <a:lnTo>
                    <a:pt x="18538" y="700653"/>
                  </a:lnTo>
                  <a:lnTo>
                    <a:pt x="18780" y="700431"/>
                  </a:lnTo>
                  <a:lnTo>
                    <a:pt x="19069" y="700173"/>
                  </a:lnTo>
                  <a:lnTo>
                    <a:pt x="19348" y="699926"/>
                  </a:lnTo>
                  <a:lnTo>
                    <a:pt x="19489" y="699804"/>
                  </a:lnTo>
                  <a:lnTo>
                    <a:pt x="19671" y="699643"/>
                  </a:lnTo>
                  <a:lnTo>
                    <a:pt x="20065" y="699302"/>
                  </a:lnTo>
                  <a:lnTo>
                    <a:pt x="20312" y="699085"/>
                  </a:lnTo>
                  <a:lnTo>
                    <a:pt x="20513" y="698912"/>
                  </a:lnTo>
                  <a:lnTo>
                    <a:pt x="20802" y="698662"/>
                  </a:lnTo>
                  <a:lnTo>
                    <a:pt x="21430" y="698122"/>
                  </a:lnTo>
                  <a:lnTo>
                    <a:pt x="21589" y="697982"/>
                  </a:lnTo>
                  <a:lnTo>
                    <a:pt x="21968" y="697648"/>
                  </a:lnTo>
                  <a:lnTo>
                    <a:pt x="22390" y="697279"/>
                  </a:lnTo>
                  <a:lnTo>
                    <a:pt x="23045" y="696723"/>
                  </a:lnTo>
                  <a:lnTo>
                    <a:pt x="23203" y="696583"/>
                  </a:lnTo>
                  <a:lnTo>
                    <a:pt x="23535" y="696298"/>
                  </a:lnTo>
                  <a:lnTo>
                    <a:pt x="23862" y="696014"/>
                  </a:lnTo>
                  <a:lnTo>
                    <a:pt x="24191" y="695731"/>
                  </a:lnTo>
                  <a:lnTo>
                    <a:pt x="24507" y="695457"/>
                  </a:lnTo>
                  <a:lnTo>
                    <a:pt x="24818" y="695183"/>
                  </a:lnTo>
                  <a:lnTo>
                    <a:pt x="25135" y="694912"/>
                  </a:lnTo>
                  <a:lnTo>
                    <a:pt x="25737" y="694398"/>
                  </a:lnTo>
                  <a:lnTo>
                    <a:pt x="26036" y="694134"/>
                  </a:lnTo>
                  <a:lnTo>
                    <a:pt x="25968" y="693986"/>
                  </a:lnTo>
                  <a:lnTo>
                    <a:pt x="25731" y="693586"/>
                  </a:lnTo>
                  <a:lnTo>
                    <a:pt x="25537" y="693198"/>
                  </a:lnTo>
                  <a:lnTo>
                    <a:pt x="25339" y="692814"/>
                  </a:lnTo>
                  <a:lnTo>
                    <a:pt x="25141" y="692429"/>
                  </a:lnTo>
                  <a:lnTo>
                    <a:pt x="24943" y="692045"/>
                  </a:lnTo>
                  <a:lnTo>
                    <a:pt x="24745" y="691661"/>
                  </a:lnTo>
                  <a:lnTo>
                    <a:pt x="24547" y="691276"/>
                  </a:lnTo>
                  <a:lnTo>
                    <a:pt x="24351" y="690892"/>
                  </a:lnTo>
                  <a:lnTo>
                    <a:pt x="24153" y="690507"/>
                  </a:lnTo>
                  <a:lnTo>
                    <a:pt x="23952" y="690124"/>
                  </a:lnTo>
                  <a:lnTo>
                    <a:pt x="23761" y="689741"/>
                  </a:lnTo>
                  <a:lnTo>
                    <a:pt x="23563" y="689354"/>
                  </a:lnTo>
                  <a:lnTo>
                    <a:pt x="23358" y="688967"/>
                  </a:lnTo>
                  <a:lnTo>
                    <a:pt x="23154" y="688580"/>
                  </a:lnTo>
                  <a:lnTo>
                    <a:pt x="22951" y="688193"/>
                  </a:lnTo>
                  <a:lnTo>
                    <a:pt x="22750" y="687806"/>
                  </a:lnTo>
                  <a:lnTo>
                    <a:pt x="22552" y="687419"/>
                  </a:lnTo>
                  <a:lnTo>
                    <a:pt x="22353" y="687032"/>
                  </a:lnTo>
                  <a:lnTo>
                    <a:pt x="22153" y="686645"/>
                  </a:lnTo>
                  <a:lnTo>
                    <a:pt x="21948" y="686258"/>
                  </a:lnTo>
                  <a:lnTo>
                    <a:pt x="21744" y="685870"/>
                  </a:lnTo>
                  <a:lnTo>
                    <a:pt x="21547" y="685482"/>
                  </a:lnTo>
                  <a:lnTo>
                    <a:pt x="21355" y="685092"/>
                  </a:lnTo>
                  <a:lnTo>
                    <a:pt x="21154" y="684704"/>
                  </a:lnTo>
                  <a:lnTo>
                    <a:pt x="20953" y="684315"/>
                  </a:lnTo>
                  <a:lnTo>
                    <a:pt x="20750" y="683929"/>
                  </a:lnTo>
                  <a:lnTo>
                    <a:pt x="20552" y="683542"/>
                  </a:lnTo>
                  <a:lnTo>
                    <a:pt x="20356" y="683155"/>
                  </a:lnTo>
                  <a:lnTo>
                    <a:pt x="20154" y="682762"/>
                  </a:lnTo>
                  <a:lnTo>
                    <a:pt x="19954" y="682378"/>
                  </a:lnTo>
                  <a:lnTo>
                    <a:pt x="19755" y="681994"/>
                  </a:lnTo>
                  <a:lnTo>
                    <a:pt x="19560" y="681606"/>
                  </a:lnTo>
                  <a:lnTo>
                    <a:pt x="19358" y="681219"/>
                  </a:lnTo>
                  <a:lnTo>
                    <a:pt x="19158" y="680834"/>
                  </a:lnTo>
                  <a:lnTo>
                    <a:pt x="18962" y="680447"/>
                  </a:lnTo>
                  <a:lnTo>
                    <a:pt x="18758" y="680057"/>
                  </a:lnTo>
                  <a:lnTo>
                    <a:pt x="18551" y="679663"/>
                  </a:lnTo>
                  <a:lnTo>
                    <a:pt x="18431" y="679430"/>
                  </a:lnTo>
                  <a:lnTo>
                    <a:pt x="18210" y="679007"/>
                  </a:lnTo>
                  <a:lnTo>
                    <a:pt x="17924" y="678462"/>
                  </a:lnTo>
                  <a:lnTo>
                    <a:pt x="17843" y="678303"/>
                  </a:lnTo>
                  <a:lnTo>
                    <a:pt x="17714" y="678054"/>
                  </a:lnTo>
                  <a:lnTo>
                    <a:pt x="17570" y="677777"/>
                  </a:lnTo>
                  <a:lnTo>
                    <a:pt x="17365" y="677396"/>
                  </a:lnTo>
                  <a:lnTo>
                    <a:pt x="17245" y="677159"/>
                  </a:lnTo>
                  <a:lnTo>
                    <a:pt x="17127" y="676937"/>
                  </a:lnTo>
                  <a:lnTo>
                    <a:pt x="16885" y="676478"/>
                  </a:lnTo>
                  <a:lnTo>
                    <a:pt x="16651" y="676023"/>
                  </a:lnTo>
                  <a:lnTo>
                    <a:pt x="16412" y="675566"/>
                  </a:lnTo>
                  <a:lnTo>
                    <a:pt x="16175" y="675111"/>
                  </a:lnTo>
                  <a:lnTo>
                    <a:pt x="15940" y="674649"/>
                  </a:lnTo>
                  <a:lnTo>
                    <a:pt x="15698" y="674188"/>
                  </a:lnTo>
                  <a:lnTo>
                    <a:pt x="15618" y="674032"/>
                  </a:lnTo>
                  <a:lnTo>
                    <a:pt x="15452" y="673722"/>
                  </a:lnTo>
                  <a:lnTo>
                    <a:pt x="15303" y="673440"/>
                  </a:lnTo>
                  <a:lnTo>
                    <a:pt x="15213" y="673265"/>
                  </a:lnTo>
                  <a:lnTo>
                    <a:pt x="14732" y="672345"/>
                  </a:lnTo>
                  <a:lnTo>
                    <a:pt x="14401" y="671723"/>
                  </a:lnTo>
                  <a:lnTo>
                    <a:pt x="14318" y="671561"/>
                  </a:lnTo>
                  <a:lnTo>
                    <a:pt x="14211" y="671356"/>
                  </a:lnTo>
                  <a:lnTo>
                    <a:pt x="14001" y="670955"/>
                  </a:lnTo>
                  <a:lnTo>
                    <a:pt x="12990" y="669026"/>
                  </a:lnTo>
                  <a:lnTo>
                    <a:pt x="12669" y="668411"/>
                  </a:lnTo>
                  <a:lnTo>
                    <a:pt x="12583" y="668255"/>
                  </a:lnTo>
                  <a:lnTo>
                    <a:pt x="12228" y="667590"/>
                  </a:lnTo>
                  <a:lnTo>
                    <a:pt x="12115" y="667376"/>
                  </a:lnTo>
                  <a:lnTo>
                    <a:pt x="11466" y="666171"/>
                  </a:lnTo>
                  <a:lnTo>
                    <a:pt x="11301" y="665862"/>
                  </a:lnTo>
                  <a:lnTo>
                    <a:pt x="10882" y="665075"/>
                  </a:lnTo>
                  <a:lnTo>
                    <a:pt x="10511" y="664376"/>
                  </a:lnTo>
                  <a:lnTo>
                    <a:pt x="10342" y="664061"/>
                  </a:lnTo>
                  <a:lnTo>
                    <a:pt x="6609" y="657121"/>
                  </a:lnTo>
                  <a:lnTo>
                    <a:pt x="3020" y="650614"/>
                  </a:lnTo>
                  <a:lnTo>
                    <a:pt x="2592" y="649821"/>
                  </a:lnTo>
                  <a:lnTo>
                    <a:pt x="2480" y="649578"/>
                  </a:lnTo>
                  <a:lnTo>
                    <a:pt x="725" y="645607"/>
                  </a:lnTo>
                  <a:lnTo>
                    <a:pt x="0" y="644220"/>
                  </a:lnTo>
                  <a:lnTo>
                    <a:pt x="20105" y="647294"/>
                  </a:lnTo>
                  <a:lnTo>
                    <a:pt x="27560" y="648527"/>
                  </a:lnTo>
                  <a:lnTo>
                    <a:pt x="39465" y="650465"/>
                  </a:lnTo>
                  <a:lnTo>
                    <a:pt x="52976" y="651100"/>
                  </a:lnTo>
                  <a:lnTo>
                    <a:pt x="57160" y="651509"/>
                  </a:lnTo>
                  <a:lnTo>
                    <a:pt x="65909" y="652297"/>
                  </a:lnTo>
                  <a:lnTo>
                    <a:pt x="68506" y="652542"/>
                  </a:lnTo>
                  <a:lnTo>
                    <a:pt x="70549" y="652607"/>
                  </a:lnTo>
                  <a:lnTo>
                    <a:pt x="90048" y="654166"/>
                  </a:lnTo>
                  <a:lnTo>
                    <a:pt x="107910" y="650623"/>
                  </a:lnTo>
                  <a:lnTo>
                    <a:pt x="119460" y="651169"/>
                  </a:lnTo>
                  <a:lnTo>
                    <a:pt x="119569" y="650916"/>
                  </a:lnTo>
                  <a:lnTo>
                    <a:pt x="121515" y="648817"/>
                  </a:lnTo>
                  <a:lnTo>
                    <a:pt x="141870" y="649565"/>
                  </a:lnTo>
                  <a:lnTo>
                    <a:pt x="164070" y="654680"/>
                  </a:lnTo>
                  <a:lnTo>
                    <a:pt x="169597" y="655921"/>
                  </a:lnTo>
                  <a:lnTo>
                    <a:pt x="178653" y="656862"/>
                  </a:lnTo>
                  <a:lnTo>
                    <a:pt x="186313" y="665765"/>
                  </a:lnTo>
                  <a:lnTo>
                    <a:pt x="189195" y="669009"/>
                  </a:lnTo>
                  <a:lnTo>
                    <a:pt x="203560" y="672569"/>
                  </a:lnTo>
                  <a:lnTo>
                    <a:pt x="207318" y="671916"/>
                  </a:lnTo>
                  <a:lnTo>
                    <a:pt x="211132" y="672303"/>
                  </a:lnTo>
                  <a:lnTo>
                    <a:pt x="213702" y="672267"/>
                  </a:lnTo>
                  <a:lnTo>
                    <a:pt x="222017" y="676168"/>
                  </a:lnTo>
                  <a:lnTo>
                    <a:pt x="224734" y="677451"/>
                  </a:lnTo>
                  <a:lnTo>
                    <a:pt x="241016" y="684274"/>
                  </a:lnTo>
                  <a:lnTo>
                    <a:pt x="244991" y="685067"/>
                  </a:lnTo>
                  <a:lnTo>
                    <a:pt x="253728" y="686709"/>
                  </a:lnTo>
                  <a:lnTo>
                    <a:pt x="258019" y="687798"/>
                  </a:lnTo>
                  <a:lnTo>
                    <a:pt x="266337" y="687621"/>
                  </a:lnTo>
                  <a:lnTo>
                    <a:pt x="275155" y="686037"/>
                  </a:lnTo>
                  <a:lnTo>
                    <a:pt x="283757" y="684516"/>
                  </a:lnTo>
                  <a:lnTo>
                    <a:pt x="283479" y="693965"/>
                  </a:lnTo>
                  <a:lnTo>
                    <a:pt x="289832" y="694619"/>
                  </a:lnTo>
                  <a:lnTo>
                    <a:pt x="298927" y="694300"/>
                  </a:lnTo>
                  <a:lnTo>
                    <a:pt x="302243" y="697490"/>
                  </a:lnTo>
                  <a:lnTo>
                    <a:pt x="310735" y="690003"/>
                  </a:lnTo>
                  <a:lnTo>
                    <a:pt x="313056" y="690112"/>
                  </a:lnTo>
                  <a:lnTo>
                    <a:pt x="315884" y="688735"/>
                  </a:lnTo>
                  <a:lnTo>
                    <a:pt x="316699" y="688034"/>
                  </a:lnTo>
                  <a:lnTo>
                    <a:pt x="320574" y="686249"/>
                  </a:lnTo>
                  <a:lnTo>
                    <a:pt x="324577" y="684043"/>
                  </a:lnTo>
                  <a:lnTo>
                    <a:pt x="329711" y="681733"/>
                  </a:lnTo>
                  <a:lnTo>
                    <a:pt x="336251" y="679451"/>
                  </a:lnTo>
                  <a:lnTo>
                    <a:pt x="343607" y="676674"/>
                  </a:lnTo>
                  <a:lnTo>
                    <a:pt x="354838" y="672036"/>
                  </a:lnTo>
                  <a:lnTo>
                    <a:pt x="364043" y="668437"/>
                  </a:lnTo>
                  <a:lnTo>
                    <a:pt x="370820" y="666171"/>
                  </a:lnTo>
                  <a:lnTo>
                    <a:pt x="381050" y="665007"/>
                  </a:lnTo>
                  <a:lnTo>
                    <a:pt x="389563" y="662962"/>
                  </a:lnTo>
                  <a:lnTo>
                    <a:pt x="390301" y="660898"/>
                  </a:lnTo>
                  <a:lnTo>
                    <a:pt x="397050" y="658783"/>
                  </a:lnTo>
                  <a:lnTo>
                    <a:pt x="398365" y="658885"/>
                  </a:lnTo>
                  <a:lnTo>
                    <a:pt x="401171" y="660861"/>
                  </a:lnTo>
                  <a:lnTo>
                    <a:pt x="407368" y="660752"/>
                  </a:lnTo>
                  <a:lnTo>
                    <a:pt x="415203" y="661253"/>
                  </a:lnTo>
                  <a:lnTo>
                    <a:pt x="416241" y="660787"/>
                  </a:lnTo>
                  <a:lnTo>
                    <a:pt x="417004" y="660813"/>
                  </a:lnTo>
                  <a:lnTo>
                    <a:pt x="417841" y="660424"/>
                  </a:lnTo>
                  <a:lnTo>
                    <a:pt x="418587" y="660006"/>
                  </a:lnTo>
                  <a:lnTo>
                    <a:pt x="421045" y="659963"/>
                  </a:lnTo>
                  <a:lnTo>
                    <a:pt x="427160" y="658916"/>
                  </a:lnTo>
                  <a:lnTo>
                    <a:pt x="429112" y="659878"/>
                  </a:lnTo>
                  <a:lnTo>
                    <a:pt x="436123" y="659672"/>
                  </a:lnTo>
                  <a:lnTo>
                    <a:pt x="438080" y="659615"/>
                  </a:lnTo>
                  <a:lnTo>
                    <a:pt x="444759" y="661008"/>
                  </a:lnTo>
                  <a:lnTo>
                    <a:pt x="448330" y="660904"/>
                  </a:lnTo>
                  <a:lnTo>
                    <a:pt x="449750" y="661397"/>
                  </a:lnTo>
                  <a:lnTo>
                    <a:pt x="450191" y="661779"/>
                  </a:lnTo>
                  <a:lnTo>
                    <a:pt x="454483" y="659883"/>
                  </a:lnTo>
                  <a:lnTo>
                    <a:pt x="455715" y="659339"/>
                  </a:lnTo>
                  <a:lnTo>
                    <a:pt x="456132" y="659155"/>
                  </a:lnTo>
                  <a:lnTo>
                    <a:pt x="456642" y="659483"/>
                  </a:lnTo>
                  <a:lnTo>
                    <a:pt x="457125" y="658987"/>
                  </a:lnTo>
                  <a:lnTo>
                    <a:pt x="465733" y="659867"/>
                  </a:lnTo>
                  <a:lnTo>
                    <a:pt x="467424" y="660040"/>
                  </a:lnTo>
                  <a:lnTo>
                    <a:pt x="468170" y="659727"/>
                  </a:lnTo>
                  <a:lnTo>
                    <a:pt x="470612" y="659492"/>
                  </a:lnTo>
                  <a:lnTo>
                    <a:pt x="471096" y="659445"/>
                  </a:lnTo>
                  <a:lnTo>
                    <a:pt x="471680" y="659385"/>
                  </a:lnTo>
                  <a:lnTo>
                    <a:pt x="472130" y="659339"/>
                  </a:lnTo>
                  <a:lnTo>
                    <a:pt x="473438" y="659206"/>
                  </a:lnTo>
                  <a:lnTo>
                    <a:pt x="474909" y="659055"/>
                  </a:lnTo>
                  <a:lnTo>
                    <a:pt x="475531" y="658546"/>
                  </a:lnTo>
                  <a:lnTo>
                    <a:pt x="476304" y="658481"/>
                  </a:lnTo>
                  <a:lnTo>
                    <a:pt x="477080" y="658416"/>
                  </a:lnTo>
                  <a:lnTo>
                    <a:pt x="482548" y="654588"/>
                  </a:lnTo>
                  <a:lnTo>
                    <a:pt x="484118" y="653977"/>
                  </a:lnTo>
                  <a:lnTo>
                    <a:pt x="491212" y="651215"/>
                  </a:lnTo>
                  <a:lnTo>
                    <a:pt x="494048" y="651141"/>
                  </a:lnTo>
                  <a:lnTo>
                    <a:pt x="498975" y="651014"/>
                  </a:lnTo>
                  <a:lnTo>
                    <a:pt x="500150" y="649534"/>
                  </a:lnTo>
                  <a:lnTo>
                    <a:pt x="501531" y="649051"/>
                  </a:lnTo>
                  <a:lnTo>
                    <a:pt x="505592" y="647630"/>
                  </a:lnTo>
                  <a:lnTo>
                    <a:pt x="506876" y="647180"/>
                  </a:lnTo>
                  <a:lnTo>
                    <a:pt x="507859" y="646836"/>
                  </a:lnTo>
                  <a:lnTo>
                    <a:pt x="511739" y="644865"/>
                  </a:lnTo>
                  <a:lnTo>
                    <a:pt x="512890" y="642373"/>
                  </a:lnTo>
                  <a:lnTo>
                    <a:pt x="517457" y="639244"/>
                  </a:lnTo>
                  <a:lnTo>
                    <a:pt x="519083" y="638129"/>
                  </a:lnTo>
                  <a:lnTo>
                    <a:pt x="521354" y="634456"/>
                  </a:lnTo>
                  <a:lnTo>
                    <a:pt x="521307" y="633595"/>
                  </a:lnTo>
                  <a:lnTo>
                    <a:pt x="523176" y="631470"/>
                  </a:lnTo>
                  <a:lnTo>
                    <a:pt x="524558" y="630850"/>
                  </a:lnTo>
                  <a:lnTo>
                    <a:pt x="528841" y="626334"/>
                  </a:lnTo>
                  <a:lnTo>
                    <a:pt x="534075" y="620814"/>
                  </a:lnTo>
                  <a:lnTo>
                    <a:pt x="535739" y="619941"/>
                  </a:lnTo>
                  <a:lnTo>
                    <a:pt x="535934" y="619628"/>
                  </a:lnTo>
                  <a:lnTo>
                    <a:pt x="536870" y="619334"/>
                  </a:lnTo>
                  <a:lnTo>
                    <a:pt x="539029" y="618656"/>
                  </a:lnTo>
                  <a:lnTo>
                    <a:pt x="540379" y="617985"/>
                  </a:lnTo>
                  <a:lnTo>
                    <a:pt x="543640" y="616988"/>
                  </a:lnTo>
                  <a:lnTo>
                    <a:pt x="545609" y="616391"/>
                  </a:lnTo>
                  <a:lnTo>
                    <a:pt x="546572" y="616331"/>
                  </a:lnTo>
                  <a:lnTo>
                    <a:pt x="547058" y="616044"/>
                  </a:lnTo>
                  <a:lnTo>
                    <a:pt x="548700" y="614572"/>
                  </a:lnTo>
                  <a:lnTo>
                    <a:pt x="550995" y="613660"/>
                  </a:lnTo>
                  <a:lnTo>
                    <a:pt x="553038" y="613842"/>
                  </a:lnTo>
                  <a:lnTo>
                    <a:pt x="555155" y="613844"/>
                  </a:lnTo>
                  <a:lnTo>
                    <a:pt x="556793" y="612749"/>
                  </a:lnTo>
                  <a:lnTo>
                    <a:pt x="561387" y="608267"/>
                  </a:lnTo>
                  <a:lnTo>
                    <a:pt x="563893" y="605821"/>
                  </a:lnTo>
                  <a:lnTo>
                    <a:pt x="567724" y="605731"/>
                  </a:lnTo>
                  <a:lnTo>
                    <a:pt x="569088" y="605085"/>
                  </a:lnTo>
                  <a:lnTo>
                    <a:pt x="569960" y="604877"/>
                  </a:lnTo>
                  <a:lnTo>
                    <a:pt x="570689" y="602523"/>
                  </a:lnTo>
                  <a:lnTo>
                    <a:pt x="570582" y="600252"/>
                  </a:lnTo>
                  <a:lnTo>
                    <a:pt x="570332" y="599243"/>
                  </a:lnTo>
                  <a:lnTo>
                    <a:pt x="566939" y="594163"/>
                  </a:lnTo>
                  <a:lnTo>
                    <a:pt x="563747" y="591414"/>
                  </a:lnTo>
                  <a:lnTo>
                    <a:pt x="563519" y="591236"/>
                  </a:lnTo>
                  <a:lnTo>
                    <a:pt x="562186" y="590844"/>
                  </a:lnTo>
                  <a:lnTo>
                    <a:pt x="561149" y="590358"/>
                  </a:lnTo>
                  <a:lnTo>
                    <a:pt x="559824" y="589548"/>
                  </a:lnTo>
                  <a:lnTo>
                    <a:pt x="558932" y="588846"/>
                  </a:lnTo>
                  <a:lnTo>
                    <a:pt x="558181" y="587949"/>
                  </a:lnTo>
                  <a:lnTo>
                    <a:pt x="556838" y="586527"/>
                  </a:lnTo>
                  <a:lnTo>
                    <a:pt x="556370" y="585558"/>
                  </a:lnTo>
                  <a:lnTo>
                    <a:pt x="555727" y="584940"/>
                  </a:lnTo>
                  <a:lnTo>
                    <a:pt x="555075" y="584229"/>
                  </a:lnTo>
                  <a:lnTo>
                    <a:pt x="554607" y="583356"/>
                  </a:lnTo>
                  <a:lnTo>
                    <a:pt x="554206" y="582181"/>
                  </a:lnTo>
                  <a:lnTo>
                    <a:pt x="553877" y="580773"/>
                  </a:lnTo>
                  <a:lnTo>
                    <a:pt x="553969" y="579881"/>
                  </a:lnTo>
                  <a:lnTo>
                    <a:pt x="553409" y="579054"/>
                  </a:lnTo>
                  <a:lnTo>
                    <a:pt x="552197" y="578209"/>
                  </a:lnTo>
                  <a:lnTo>
                    <a:pt x="549969" y="577417"/>
                  </a:lnTo>
                  <a:lnTo>
                    <a:pt x="549360" y="575817"/>
                  </a:lnTo>
                  <a:lnTo>
                    <a:pt x="549800" y="574222"/>
                  </a:lnTo>
                  <a:lnTo>
                    <a:pt x="551710" y="570204"/>
                  </a:lnTo>
                  <a:lnTo>
                    <a:pt x="553207" y="569201"/>
                  </a:lnTo>
                  <a:lnTo>
                    <a:pt x="553882" y="567319"/>
                  </a:lnTo>
                  <a:lnTo>
                    <a:pt x="555006" y="566658"/>
                  </a:lnTo>
                  <a:lnTo>
                    <a:pt x="555323" y="566222"/>
                  </a:lnTo>
                  <a:lnTo>
                    <a:pt x="554961" y="563176"/>
                  </a:lnTo>
                  <a:lnTo>
                    <a:pt x="555900" y="560567"/>
                  </a:lnTo>
                  <a:lnTo>
                    <a:pt x="556765" y="558613"/>
                  </a:lnTo>
                  <a:lnTo>
                    <a:pt x="557426" y="557331"/>
                  </a:lnTo>
                  <a:lnTo>
                    <a:pt x="559304" y="554645"/>
                  </a:lnTo>
                  <a:lnTo>
                    <a:pt x="560321" y="553359"/>
                  </a:lnTo>
                  <a:lnTo>
                    <a:pt x="562098" y="550122"/>
                  </a:lnTo>
                  <a:lnTo>
                    <a:pt x="563126" y="548723"/>
                  </a:lnTo>
                  <a:lnTo>
                    <a:pt x="567703" y="545588"/>
                  </a:lnTo>
                  <a:lnTo>
                    <a:pt x="570108" y="544524"/>
                  </a:lnTo>
                  <a:lnTo>
                    <a:pt x="572048" y="543666"/>
                  </a:lnTo>
                  <a:lnTo>
                    <a:pt x="574653" y="543502"/>
                  </a:lnTo>
                  <a:lnTo>
                    <a:pt x="576289" y="544467"/>
                  </a:lnTo>
                  <a:lnTo>
                    <a:pt x="587287" y="544867"/>
                  </a:lnTo>
                  <a:lnTo>
                    <a:pt x="588587" y="544433"/>
                  </a:lnTo>
                  <a:lnTo>
                    <a:pt x="592838" y="547590"/>
                  </a:lnTo>
                  <a:lnTo>
                    <a:pt x="595166" y="550654"/>
                  </a:lnTo>
                  <a:lnTo>
                    <a:pt x="599360" y="552896"/>
                  </a:lnTo>
                  <a:lnTo>
                    <a:pt x="604906" y="554595"/>
                  </a:lnTo>
                  <a:lnTo>
                    <a:pt x="607878" y="554621"/>
                  </a:lnTo>
                  <a:lnTo>
                    <a:pt x="610789" y="555132"/>
                  </a:lnTo>
                  <a:lnTo>
                    <a:pt x="611214" y="555236"/>
                  </a:lnTo>
                  <a:lnTo>
                    <a:pt x="615350" y="556502"/>
                  </a:lnTo>
                  <a:lnTo>
                    <a:pt x="621300" y="556830"/>
                  </a:lnTo>
                  <a:lnTo>
                    <a:pt x="629954" y="557439"/>
                  </a:lnTo>
                  <a:lnTo>
                    <a:pt x="631549" y="558248"/>
                  </a:lnTo>
                  <a:lnTo>
                    <a:pt x="634808" y="558805"/>
                  </a:lnTo>
                  <a:lnTo>
                    <a:pt x="637962" y="556975"/>
                  </a:lnTo>
                  <a:lnTo>
                    <a:pt x="639652" y="555581"/>
                  </a:lnTo>
                  <a:lnTo>
                    <a:pt x="641305" y="554217"/>
                  </a:lnTo>
                  <a:lnTo>
                    <a:pt x="643749" y="553688"/>
                  </a:lnTo>
                  <a:lnTo>
                    <a:pt x="643989" y="553240"/>
                  </a:lnTo>
                  <a:lnTo>
                    <a:pt x="644401" y="553148"/>
                  </a:lnTo>
                  <a:lnTo>
                    <a:pt x="644621" y="552956"/>
                  </a:lnTo>
                  <a:lnTo>
                    <a:pt x="644694" y="552748"/>
                  </a:lnTo>
                  <a:lnTo>
                    <a:pt x="644690" y="552551"/>
                  </a:lnTo>
                  <a:lnTo>
                    <a:pt x="644879" y="552322"/>
                  </a:lnTo>
                  <a:lnTo>
                    <a:pt x="645120" y="552231"/>
                  </a:lnTo>
                  <a:lnTo>
                    <a:pt x="645326" y="552064"/>
                  </a:lnTo>
                  <a:lnTo>
                    <a:pt x="645378" y="551580"/>
                  </a:lnTo>
                  <a:lnTo>
                    <a:pt x="645609" y="551463"/>
                  </a:lnTo>
                  <a:lnTo>
                    <a:pt x="645954" y="551412"/>
                  </a:lnTo>
                  <a:lnTo>
                    <a:pt x="646714" y="551454"/>
                  </a:lnTo>
                  <a:lnTo>
                    <a:pt x="647360" y="551337"/>
                  </a:lnTo>
                  <a:lnTo>
                    <a:pt x="647791" y="551141"/>
                  </a:lnTo>
                  <a:lnTo>
                    <a:pt x="649369" y="550894"/>
                  </a:lnTo>
                  <a:lnTo>
                    <a:pt x="651624" y="550703"/>
                  </a:lnTo>
                  <a:lnTo>
                    <a:pt x="653483" y="549593"/>
                  </a:lnTo>
                  <a:lnTo>
                    <a:pt x="655150" y="547990"/>
                  </a:lnTo>
                  <a:lnTo>
                    <a:pt x="655316" y="547608"/>
                  </a:lnTo>
                  <a:lnTo>
                    <a:pt x="655995" y="546052"/>
                  </a:lnTo>
                  <a:lnTo>
                    <a:pt x="656399" y="546052"/>
                  </a:lnTo>
                  <a:lnTo>
                    <a:pt x="658871" y="544474"/>
                  </a:lnTo>
                  <a:lnTo>
                    <a:pt x="661816" y="542594"/>
                  </a:lnTo>
                  <a:lnTo>
                    <a:pt x="662343" y="542476"/>
                  </a:lnTo>
                  <a:lnTo>
                    <a:pt x="662518" y="542437"/>
                  </a:lnTo>
                  <a:lnTo>
                    <a:pt x="664979" y="539785"/>
                  </a:lnTo>
                  <a:lnTo>
                    <a:pt x="666880" y="538377"/>
                  </a:lnTo>
                  <a:lnTo>
                    <a:pt x="667219" y="537893"/>
                  </a:lnTo>
                  <a:lnTo>
                    <a:pt x="669235" y="535016"/>
                  </a:lnTo>
                  <a:lnTo>
                    <a:pt x="669979" y="533265"/>
                  </a:lnTo>
                  <a:lnTo>
                    <a:pt x="670364" y="530742"/>
                  </a:lnTo>
                  <a:lnTo>
                    <a:pt x="677817" y="528452"/>
                  </a:lnTo>
                  <a:lnTo>
                    <a:pt x="678055" y="528534"/>
                  </a:lnTo>
                  <a:lnTo>
                    <a:pt x="684899" y="530904"/>
                  </a:lnTo>
                  <a:lnTo>
                    <a:pt x="686745" y="531170"/>
                  </a:lnTo>
                  <a:lnTo>
                    <a:pt x="687957" y="530998"/>
                  </a:lnTo>
                  <a:lnTo>
                    <a:pt x="688166" y="530968"/>
                  </a:lnTo>
                  <a:lnTo>
                    <a:pt x="688618" y="530904"/>
                  </a:lnTo>
                  <a:lnTo>
                    <a:pt x="689499" y="530814"/>
                  </a:lnTo>
                  <a:lnTo>
                    <a:pt x="690862" y="530676"/>
                  </a:lnTo>
                  <a:lnTo>
                    <a:pt x="691731" y="530587"/>
                  </a:lnTo>
                  <a:lnTo>
                    <a:pt x="694357" y="530321"/>
                  </a:lnTo>
                  <a:lnTo>
                    <a:pt x="701766" y="530471"/>
                  </a:lnTo>
                  <a:lnTo>
                    <a:pt x="702441" y="530304"/>
                  </a:lnTo>
                  <a:lnTo>
                    <a:pt x="709194" y="528631"/>
                  </a:lnTo>
                  <a:lnTo>
                    <a:pt x="714573" y="527518"/>
                  </a:lnTo>
                  <a:lnTo>
                    <a:pt x="715913" y="526520"/>
                  </a:lnTo>
                  <a:lnTo>
                    <a:pt x="721569" y="522125"/>
                  </a:lnTo>
                  <a:lnTo>
                    <a:pt x="723889" y="519836"/>
                  </a:lnTo>
                  <a:lnTo>
                    <a:pt x="726545" y="519010"/>
                  </a:lnTo>
                  <a:lnTo>
                    <a:pt x="727328" y="518766"/>
                  </a:lnTo>
                  <a:lnTo>
                    <a:pt x="727590" y="517784"/>
                  </a:lnTo>
                  <a:lnTo>
                    <a:pt x="728210" y="517525"/>
                  </a:lnTo>
                  <a:lnTo>
                    <a:pt x="729792" y="517632"/>
                  </a:lnTo>
                  <a:lnTo>
                    <a:pt x="730921" y="517881"/>
                  </a:lnTo>
                  <a:lnTo>
                    <a:pt x="731724" y="517464"/>
                  </a:lnTo>
                  <a:lnTo>
                    <a:pt x="733136" y="517417"/>
                  </a:lnTo>
                  <a:lnTo>
                    <a:pt x="734243" y="516478"/>
                  </a:lnTo>
                  <a:lnTo>
                    <a:pt x="734645" y="515969"/>
                  </a:lnTo>
                  <a:lnTo>
                    <a:pt x="734911" y="515000"/>
                  </a:lnTo>
                  <a:lnTo>
                    <a:pt x="735466" y="514527"/>
                  </a:lnTo>
                  <a:lnTo>
                    <a:pt x="736470" y="513672"/>
                  </a:lnTo>
                  <a:lnTo>
                    <a:pt x="737425" y="513581"/>
                  </a:lnTo>
                  <a:lnTo>
                    <a:pt x="737009" y="511289"/>
                  </a:lnTo>
                  <a:lnTo>
                    <a:pt x="737358" y="510902"/>
                  </a:lnTo>
                  <a:lnTo>
                    <a:pt x="736449" y="509724"/>
                  </a:lnTo>
                  <a:lnTo>
                    <a:pt x="735609" y="509259"/>
                  </a:lnTo>
                  <a:lnTo>
                    <a:pt x="736699" y="505321"/>
                  </a:lnTo>
                  <a:lnTo>
                    <a:pt x="737848" y="503803"/>
                  </a:lnTo>
                  <a:lnTo>
                    <a:pt x="742149" y="498119"/>
                  </a:lnTo>
                  <a:lnTo>
                    <a:pt x="743102" y="497885"/>
                  </a:lnTo>
                  <a:lnTo>
                    <a:pt x="746822" y="493813"/>
                  </a:lnTo>
                  <a:lnTo>
                    <a:pt x="748194" y="492748"/>
                  </a:lnTo>
                  <a:lnTo>
                    <a:pt x="748902" y="491093"/>
                  </a:lnTo>
                  <a:lnTo>
                    <a:pt x="749646" y="490545"/>
                  </a:lnTo>
                  <a:lnTo>
                    <a:pt x="752345" y="489639"/>
                  </a:lnTo>
                  <a:lnTo>
                    <a:pt x="755323" y="489463"/>
                  </a:lnTo>
                  <a:lnTo>
                    <a:pt x="756023" y="489150"/>
                  </a:lnTo>
                  <a:lnTo>
                    <a:pt x="756333" y="488668"/>
                  </a:lnTo>
                  <a:lnTo>
                    <a:pt x="756815" y="488473"/>
                  </a:lnTo>
                  <a:lnTo>
                    <a:pt x="757297" y="488460"/>
                  </a:lnTo>
                  <a:lnTo>
                    <a:pt x="757641" y="488316"/>
                  </a:lnTo>
                  <a:lnTo>
                    <a:pt x="757893" y="487782"/>
                  </a:lnTo>
                  <a:lnTo>
                    <a:pt x="758043" y="487339"/>
                  </a:lnTo>
                  <a:lnTo>
                    <a:pt x="758249" y="487157"/>
                  </a:lnTo>
                  <a:lnTo>
                    <a:pt x="758513" y="487091"/>
                  </a:lnTo>
                  <a:lnTo>
                    <a:pt x="761121" y="487527"/>
                  </a:lnTo>
                  <a:lnTo>
                    <a:pt x="765133" y="487858"/>
                  </a:lnTo>
                  <a:lnTo>
                    <a:pt x="766010" y="487931"/>
                  </a:lnTo>
                  <a:lnTo>
                    <a:pt x="768421" y="488217"/>
                  </a:lnTo>
                  <a:lnTo>
                    <a:pt x="774352" y="487860"/>
                  </a:lnTo>
                  <a:lnTo>
                    <a:pt x="779042" y="488052"/>
                  </a:lnTo>
                  <a:lnTo>
                    <a:pt x="779602" y="486525"/>
                  </a:lnTo>
                  <a:lnTo>
                    <a:pt x="779285" y="485555"/>
                  </a:lnTo>
                  <a:lnTo>
                    <a:pt x="780120" y="483136"/>
                  </a:lnTo>
                  <a:lnTo>
                    <a:pt x="781989" y="480734"/>
                  </a:lnTo>
                  <a:lnTo>
                    <a:pt x="780901" y="478452"/>
                  </a:lnTo>
                  <a:lnTo>
                    <a:pt x="782251" y="478264"/>
                  </a:lnTo>
                  <a:lnTo>
                    <a:pt x="783903" y="477686"/>
                  </a:lnTo>
                  <a:lnTo>
                    <a:pt x="784771" y="477779"/>
                  </a:lnTo>
                  <a:lnTo>
                    <a:pt x="786121" y="477576"/>
                  </a:lnTo>
                  <a:lnTo>
                    <a:pt x="787200" y="477946"/>
                  </a:lnTo>
                  <a:lnTo>
                    <a:pt x="787792" y="477462"/>
                  </a:lnTo>
                  <a:lnTo>
                    <a:pt x="788926" y="477859"/>
                  </a:lnTo>
                  <a:lnTo>
                    <a:pt x="789385" y="478263"/>
                  </a:lnTo>
                  <a:lnTo>
                    <a:pt x="789603" y="478706"/>
                  </a:lnTo>
                  <a:lnTo>
                    <a:pt x="789626" y="479383"/>
                  </a:lnTo>
                  <a:lnTo>
                    <a:pt x="789924" y="479839"/>
                  </a:lnTo>
                  <a:lnTo>
                    <a:pt x="790820" y="480608"/>
                  </a:lnTo>
                  <a:lnTo>
                    <a:pt x="791818" y="481220"/>
                  </a:lnTo>
                  <a:lnTo>
                    <a:pt x="792576" y="481220"/>
                  </a:lnTo>
                  <a:lnTo>
                    <a:pt x="793758" y="480986"/>
                  </a:lnTo>
                  <a:lnTo>
                    <a:pt x="794343" y="480634"/>
                  </a:lnTo>
                  <a:lnTo>
                    <a:pt x="794527" y="480426"/>
                  </a:lnTo>
                  <a:lnTo>
                    <a:pt x="794837" y="480413"/>
                  </a:lnTo>
                  <a:lnTo>
                    <a:pt x="796145" y="480647"/>
                  </a:lnTo>
                  <a:lnTo>
                    <a:pt x="796811" y="480595"/>
                  </a:lnTo>
                  <a:lnTo>
                    <a:pt x="797488" y="480400"/>
                  </a:lnTo>
                  <a:lnTo>
                    <a:pt x="797983" y="480150"/>
                  </a:lnTo>
                  <a:lnTo>
                    <a:pt x="798360" y="479878"/>
                  </a:lnTo>
                  <a:lnTo>
                    <a:pt x="798027" y="479123"/>
                  </a:lnTo>
                  <a:lnTo>
                    <a:pt x="798085" y="478836"/>
                  </a:lnTo>
                  <a:lnTo>
                    <a:pt x="798372" y="478628"/>
                  </a:lnTo>
                  <a:lnTo>
                    <a:pt x="799106" y="478445"/>
                  </a:lnTo>
                  <a:lnTo>
                    <a:pt x="799324" y="478315"/>
                  </a:lnTo>
                  <a:lnTo>
                    <a:pt x="799657" y="477677"/>
                  </a:lnTo>
                  <a:lnTo>
                    <a:pt x="800185" y="477207"/>
                  </a:lnTo>
                  <a:lnTo>
                    <a:pt x="800575" y="476999"/>
                  </a:lnTo>
                  <a:lnTo>
                    <a:pt x="801425" y="476869"/>
                  </a:lnTo>
                  <a:lnTo>
                    <a:pt x="802217" y="476986"/>
                  </a:lnTo>
                  <a:lnTo>
                    <a:pt x="802549" y="476986"/>
                  </a:lnTo>
                  <a:lnTo>
                    <a:pt x="802917" y="476804"/>
                  </a:lnTo>
                  <a:lnTo>
                    <a:pt x="803123" y="476217"/>
                  </a:lnTo>
                  <a:lnTo>
                    <a:pt x="803721" y="476251"/>
                  </a:lnTo>
                  <a:lnTo>
                    <a:pt x="804753" y="476308"/>
                  </a:lnTo>
                  <a:lnTo>
                    <a:pt x="805155" y="476282"/>
                  </a:lnTo>
                  <a:lnTo>
                    <a:pt x="805648" y="476165"/>
                  </a:lnTo>
                  <a:lnTo>
                    <a:pt x="808288" y="474159"/>
                  </a:lnTo>
                  <a:lnTo>
                    <a:pt x="809160" y="474015"/>
                  </a:lnTo>
                  <a:lnTo>
                    <a:pt x="810389" y="474015"/>
                  </a:lnTo>
                  <a:lnTo>
                    <a:pt x="811077" y="473872"/>
                  </a:lnTo>
                  <a:lnTo>
                    <a:pt x="811972" y="473442"/>
                  </a:lnTo>
                  <a:lnTo>
                    <a:pt x="812454" y="472895"/>
                  </a:lnTo>
                  <a:lnTo>
                    <a:pt x="812810" y="472699"/>
                  </a:lnTo>
                  <a:lnTo>
                    <a:pt x="814011" y="472531"/>
                  </a:lnTo>
                  <a:lnTo>
                    <a:pt x="815553" y="471531"/>
                  </a:lnTo>
                  <a:lnTo>
                    <a:pt x="819199" y="472021"/>
                  </a:lnTo>
                  <a:lnTo>
                    <a:pt x="820576" y="473042"/>
                  </a:lnTo>
                  <a:lnTo>
                    <a:pt x="826197" y="473510"/>
                  </a:lnTo>
                  <a:lnTo>
                    <a:pt x="828028" y="472333"/>
                  </a:lnTo>
                  <a:lnTo>
                    <a:pt x="828631" y="472250"/>
                  </a:lnTo>
                  <a:lnTo>
                    <a:pt x="828970" y="472469"/>
                  </a:lnTo>
                  <a:lnTo>
                    <a:pt x="829503" y="473355"/>
                  </a:lnTo>
                  <a:lnTo>
                    <a:pt x="831367" y="473438"/>
                  </a:lnTo>
                  <a:lnTo>
                    <a:pt x="833727" y="473876"/>
                  </a:lnTo>
                  <a:lnTo>
                    <a:pt x="834158" y="473761"/>
                  </a:lnTo>
                  <a:lnTo>
                    <a:pt x="834296" y="473396"/>
                  </a:lnTo>
                  <a:lnTo>
                    <a:pt x="834131" y="472948"/>
                  </a:lnTo>
                  <a:lnTo>
                    <a:pt x="833855" y="472552"/>
                  </a:lnTo>
                  <a:lnTo>
                    <a:pt x="836031" y="470134"/>
                  </a:lnTo>
                  <a:lnTo>
                    <a:pt x="837289" y="470176"/>
                  </a:lnTo>
                  <a:lnTo>
                    <a:pt x="838345" y="470009"/>
                  </a:lnTo>
                  <a:lnTo>
                    <a:pt x="838731" y="470019"/>
                  </a:lnTo>
                  <a:lnTo>
                    <a:pt x="838951" y="470342"/>
                  </a:lnTo>
                  <a:lnTo>
                    <a:pt x="839052" y="471416"/>
                  </a:lnTo>
                  <a:lnTo>
                    <a:pt x="838731" y="471802"/>
                  </a:lnTo>
                  <a:lnTo>
                    <a:pt x="839144" y="472146"/>
                  </a:lnTo>
                  <a:lnTo>
                    <a:pt x="840062" y="472292"/>
                  </a:lnTo>
                  <a:lnTo>
                    <a:pt x="840898" y="471666"/>
                  </a:lnTo>
                  <a:lnTo>
                    <a:pt x="842321" y="471207"/>
                  </a:lnTo>
                  <a:lnTo>
                    <a:pt x="843074" y="472312"/>
                  </a:lnTo>
                  <a:lnTo>
                    <a:pt x="844534" y="474053"/>
                  </a:lnTo>
                  <a:lnTo>
                    <a:pt x="846003" y="475408"/>
                  </a:lnTo>
                  <a:lnTo>
                    <a:pt x="846526" y="475742"/>
                  </a:lnTo>
                  <a:lnTo>
                    <a:pt x="846857" y="475669"/>
                  </a:lnTo>
                  <a:lnTo>
                    <a:pt x="847839" y="475137"/>
                  </a:lnTo>
                  <a:lnTo>
                    <a:pt x="848197" y="475095"/>
                  </a:lnTo>
                  <a:lnTo>
                    <a:pt x="849850" y="475606"/>
                  </a:lnTo>
                  <a:lnTo>
                    <a:pt x="851328" y="475408"/>
                  </a:lnTo>
                  <a:lnTo>
                    <a:pt x="852164" y="475575"/>
                  </a:lnTo>
                  <a:lnTo>
                    <a:pt x="852311" y="475950"/>
                  </a:lnTo>
                  <a:lnTo>
                    <a:pt x="853210" y="476440"/>
                  </a:lnTo>
                  <a:lnTo>
                    <a:pt x="854147" y="477274"/>
                  </a:lnTo>
                  <a:lnTo>
                    <a:pt x="854560" y="477305"/>
                  </a:lnTo>
                  <a:lnTo>
                    <a:pt x="855497" y="476878"/>
                  </a:lnTo>
                  <a:lnTo>
                    <a:pt x="855846" y="476867"/>
                  </a:lnTo>
                  <a:lnTo>
                    <a:pt x="856121" y="477107"/>
                  </a:lnTo>
                  <a:lnTo>
                    <a:pt x="856344" y="477549"/>
                  </a:lnTo>
                  <a:lnTo>
                    <a:pt x="856856" y="477462"/>
                  </a:lnTo>
                  <a:lnTo>
                    <a:pt x="857289" y="477006"/>
                  </a:lnTo>
                  <a:lnTo>
                    <a:pt x="858700" y="475982"/>
                  </a:lnTo>
                  <a:lnTo>
                    <a:pt x="860814" y="476283"/>
                  </a:lnTo>
                  <a:lnTo>
                    <a:pt x="861459" y="476250"/>
                  </a:lnTo>
                  <a:lnTo>
                    <a:pt x="862026" y="476068"/>
                  </a:lnTo>
                  <a:lnTo>
                    <a:pt x="863534" y="476158"/>
                  </a:lnTo>
                  <a:lnTo>
                    <a:pt x="864491" y="476784"/>
                  </a:lnTo>
                  <a:lnTo>
                    <a:pt x="865549" y="476809"/>
                  </a:lnTo>
                  <a:lnTo>
                    <a:pt x="866807" y="476546"/>
                  </a:lnTo>
                  <a:lnTo>
                    <a:pt x="867069" y="476525"/>
                  </a:lnTo>
                  <a:lnTo>
                    <a:pt x="867510" y="476800"/>
                  </a:lnTo>
                  <a:lnTo>
                    <a:pt x="868083" y="477042"/>
                  </a:lnTo>
                  <a:lnTo>
                    <a:pt x="868329" y="477370"/>
                  </a:lnTo>
                  <a:lnTo>
                    <a:pt x="868387" y="477969"/>
                  </a:lnTo>
                  <a:lnTo>
                    <a:pt x="868174" y="478344"/>
                  </a:lnTo>
                  <a:lnTo>
                    <a:pt x="869767" y="477709"/>
                  </a:lnTo>
                  <a:lnTo>
                    <a:pt x="870267" y="477142"/>
                  </a:lnTo>
                  <a:lnTo>
                    <a:pt x="870729" y="476967"/>
                  </a:lnTo>
                  <a:lnTo>
                    <a:pt x="871427" y="476984"/>
                  </a:lnTo>
                  <a:lnTo>
                    <a:pt x="871978" y="476775"/>
                  </a:lnTo>
                  <a:lnTo>
                    <a:pt x="872661" y="475825"/>
                  </a:lnTo>
                  <a:lnTo>
                    <a:pt x="873190" y="475133"/>
                  </a:lnTo>
                  <a:lnTo>
                    <a:pt x="873344" y="474499"/>
                  </a:lnTo>
                  <a:lnTo>
                    <a:pt x="872985" y="474124"/>
                  </a:lnTo>
                  <a:lnTo>
                    <a:pt x="875666" y="474674"/>
                  </a:lnTo>
                  <a:lnTo>
                    <a:pt x="876122" y="474697"/>
                  </a:lnTo>
                  <a:lnTo>
                    <a:pt x="877196" y="474624"/>
                  </a:lnTo>
                  <a:lnTo>
                    <a:pt x="877219" y="473826"/>
                  </a:lnTo>
                  <a:lnTo>
                    <a:pt x="877376" y="473569"/>
                  </a:lnTo>
                  <a:lnTo>
                    <a:pt x="877871" y="473100"/>
                  </a:lnTo>
                  <a:lnTo>
                    <a:pt x="878103" y="472717"/>
                  </a:lnTo>
                  <a:lnTo>
                    <a:pt x="877586" y="471740"/>
                  </a:lnTo>
                  <a:lnTo>
                    <a:pt x="877347" y="470947"/>
                  </a:lnTo>
                  <a:lnTo>
                    <a:pt x="877251" y="470686"/>
                  </a:lnTo>
                  <a:lnTo>
                    <a:pt x="877120" y="470333"/>
                  </a:lnTo>
                  <a:lnTo>
                    <a:pt x="878163" y="469312"/>
                  </a:lnTo>
                  <a:lnTo>
                    <a:pt x="878227" y="468864"/>
                  </a:lnTo>
                  <a:lnTo>
                    <a:pt x="877752" y="467730"/>
                  </a:lnTo>
                  <a:lnTo>
                    <a:pt x="877796" y="467068"/>
                  </a:lnTo>
                  <a:lnTo>
                    <a:pt x="878248" y="466781"/>
                  </a:lnTo>
                  <a:lnTo>
                    <a:pt x="877486" y="466562"/>
                  </a:lnTo>
                  <a:lnTo>
                    <a:pt x="877459" y="464780"/>
                  </a:lnTo>
                  <a:lnTo>
                    <a:pt x="877812" y="464270"/>
                  </a:lnTo>
                  <a:lnTo>
                    <a:pt x="875227" y="463685"/>
                  </a:lnTo>
                  <a:lnTo>
                    <a:pt x="874947" y="462545"/>
                  </a:lnTo>
                  <a:lnTo>
                    <a:pt x="875801" y="461951"/>
                  </a:lnTo>
                  <a:lnTo>
                    <a:pt x="875698" y="461820"/>
                  </a:lnTo>
                  <a:lnTo>
                    <a:pt x="875202" y="461757"/>
                  </a:lnTo>
                  <a:lnTo>
                    <a:pt x="874582" y="461679"/>
                  </a:lnTo>
                  <a:lnTo>
                    <a:pt x="873324" y="460220"/>
                  </a:lnTo>
                  <a:lnTo>
                    <a:pt x="873143" y="459997"/>
                  </a:lnTo>
                  <a:lnTo>
                    <a:pt x="872737" y="459500"/>
                  </a:lnTo>
                  <a:lnTo>
                    <a:pt x="872544" y="459094"/>
                  </a:lnTo>
                  <a:lnTo>
                    <a:pt x="872527" y="458926"/>
                  </a:lnTo>
                  <a:lnTo>
                    <a:pt x="872616" y="458684"/>
                  </a:lnTo>
                  <a:lnTo>
                    <a:pt x="872491" y="458442"/>
                  </a:lnTo>
                  <a:lnTo>
                    <a:pt x="872520" y="458117"/>
                  </a:lnTo>
                  <a:lnTo>
                    <a:pt x="873159" y="457742"/>
                  </a:lnTo>
                  <a:lnTo>
                    <a:pt x="871547" y="454603"/>
                  </a:lnTo>
                  <a:lnTo>
                    <a:pt x="871330" y="454290"/>
                  </a:lnTo>
                  <a:lnTo>
                    <a:pt x="870187" y="452647"/>
                  </a:lnTo>
                  <a:lnTo>
                    <a:pt x="870009" y="452390"/>
                  </a:lnTo>
                  <a:lnTo>
                    <a:pt x="869894" y="452226"/>
                  </a:lnTo>
                  <a:lnTo>
                    <a:pt x="869129" y="451597"/>
                  </a:lnTo>
                  <a:lnTo>
                    <a:pt x="868534" y="451255"/>
                  </a:lnTo>
                  <a:lnTo>
                    <a:pt x="868071" y="450813"/>
                  </a:lnTo>
                  <a:lnTo>
                    <a:pt x="867116" y="449698"/>
                  </a:lnTo>
                  <a:lnTo>
                    <a:pt x="866918" y="449625"/>
                  </a:lnTo>
                  <a:lnTo>
                    <a:pt x="866690" y="449476"/>
                  </a:lnTo>
                  <a:lnTo>
                    <a:pt x="866238" y="449220"/>
                  </a:lnTo>
                  <a:lnTo>
                    <a:pt x="866035" y="449183"/>
                  </a:lnTo>
                  <a:lnTo>
                    <a:pt x="865802" y="449151"/>
                  </a:lnTo>
                  <a:lnTo>
                    <a:pt x="865527" y="449156"/>
                  </a:lnTo>
                  <a:lnTo>
                    <a:pt x="865298" y="449191"/>
                  </a:lnTo>
                  <a:lnTo>
                    <a:pt x="864861" y="449176"/>
                  </a:lnTo>
                  <a:lnTo>
                    <a:pt x="864654" y="449240"/>
                  </a:lnTo>
                  <a:lnTo>
                    <a:pt x="863820" y="449067"/>
                  </a:lnTo>
                  <a:lnTo>
                    <a:pt x="863767" y="448573"/>
                  </a:lnTo>
                  <a:lnTo>
                    <a:pt x="863935" y="448286"/>
                  </a:lnTo>
                  <a:lnTo>
                    <a:pt x="863728" y="448053"/>
                  </a:lnTo>
                  <a:lnTo>
                    <a:pt x="863743" y="447884"/>
                  </a:lnTo>
                  <a:lnTo>
                    <a:pt x="863956" y="447858"/>
                  </a:lnTo>
                  <a:lnTo>
                    <a:pt x="863574" y="447471"/>
                  </a:lnTo>
                  <a:lnTo>
                    <a:pt x="863540" y="447314"/>
                  </a:lnTo>
                  <a:lnTo>
                    <a:pt x="863640" y="446940"/>
                  </a:lnTo>
                  <a:lnTo>
                    <a:pt x="863505" y="446821"/>
                  </a:lnTo>
                  <a:lnTo>
                    <a:pt x="863257" y="446829"/>
                  </a:lnTo>
                  <a:lnTo>
                    <a:pt x="862613" y="446680"/>
                  </a:lnTo>
                  <a:lnTo>
                    <a:pt x="862353" y="446722"/>
                  </a:lnTo>
                  <a:lnTo>
                    <a:pt x="862514" y="446360"/>
                  </a:lnTo>
                  <a:lnTo>
                    <a:pt x="862271" y="446200"/>
                  </a:lnTo>
                  <a:lnTo>
                    <a:pt x="861919" y="445931"/>
                  </a:lnTo>
                  <a:lnTo>
                    <a:pt x="861709" y="445929"/>
                  </a:lnTo>
                  <a:lnTo>
                    <a:pt x="861067" y="445768"/>
                  </a:lnTo>
                  <a:lnTo>
                    <a:pt x="860765" y="445667"/>
                  </a:lnTo>
                  <a:lnTo>
                    <a:pt x="860730" y="445275"/>
                  </a:lnTo>
                  <a:lnTo>
                    <a:pt x="860044" y="445074"/>
                  </a:lnTo>
                  <a:lnTo>
                    <a:pt x="859164" y="444302"/>
                  </a:lnTo>
                  <a:lnTo>
                    <a:pt x="859115" y="443832"/>
                  </a:lnTo>
                  <a:lnTo>
                    <a:pt x="858775" y="443452"/>
                  </a:lnTo>
                  <a:lnTo>
                    <a:pt x="858387" y="443361"/>
                  </a:lnTo>
                  <a:lnTo>
                    <a:pt x="858173" y="443202"/>
                  </a:lnTo>
                  <a:lnTo>
                    <a:pt x="858030" y="443085"/>
                  </a:lnTo>
                  <a:lnTo>
                    <a:pt x="857830" y="443052"/>
                  </a:lnTo>
                  <a:lnTo>
                    <a:pt x="857523" y="442882"/>
                  </a:lnTo>
                  <a:lnTo>
                    <a:pt x="857220" y="442725"/>
                  </a:lnTo>
                  <a:lnTo>
                    <a:pt x="856916" y="442703"/>
                  </a:lnTo>
                  <a:lnTo>
                    <a:pt x="856277" y="442045"/>
                  </a:lnTo>
                  <a:lnTo>
                    <a:pt x="856098" y="441496"/>
                  </a:lnTo>
                  <a:lnTo>
                    <a:pt x="855216" y="441307"/>
                  </a:lnTo>
                  <a:lnTo>
                    <a:pt x="854696" y="441458"/>
                  </a:lnTo>
                  <a:lnTo>
                    <a:pt x="854515" y="441500"/>
                  </a:lnTo>
                  <a:lnTo>
                    <a:pt x="854601" y="441122"/>
                  </a:lnTo>
                  <a:lnTo>
                    <a:pt x="855625" y="439753"/>
                  </a:lnTo>
                  <a:lnTo>
                    <a:pt x="856048" y="439188"/>
                  </a:lnTo>
                  <a:lnTo>
                    <a:pt x="855055" y="438878"/>
                  </a:lnTo>
                  <a:lnTo>
                    <a:pt x="849773" y="437225"/>
                  </a:lnTo>
                  <a:lnTo>
                    <a:pt x="847800" y="436412"/>
                  </a:lnTo>
                  <a:lnTo>
                    <a:pt x="847639" y="435204"/>
                  </a:lnTo>
                  <a:lnTo>
                    <a:pt x="847377" y="433248"/>
                  </a:lnTo>
                  <a:lnTo>
                    <a:pt x="847321" y="432832"/>
                  </a:lnTo>
                  <a:lnTo>
                    <a:pt x="847091" y="431113"/>
                  </a:lnTo>
                  <a:lnTo>
                    <a:pt x="844600" y="430254"/>
                  </a:lnTo>
                  <a:lnTo>
                    <a:pt x="842309" y="429464"/>
                  </a:lnTo>
                  <a:lnTo>
                    <a:pt x="839671" y="428554"/>
                  </a:lnTo>
                  <a:lnTo>
                    <a:pt x="833258" y="426343"/>
                  </a:lnTo>
                  <a:lnTo>
                    <a:pt x="832862" y="425851"/>
                  </a:lnTo>
                  <a:lnTo>
                    <a:pt x="829067" y="421142"/>
                  </a:lnTo>
                  <a:lnTo>
                    <a:pt x="825627" y="416874"/>
                  </a:lnTo>
                  <a:lnTo>
                    <a:pt x="825179" y="416587"/>
                  </a:lnTo>
                  <a:lnTo>
                    <a:pt x="824435" y="416546"/>
                  </a:lnTo>
                  <a:lnTo>
                    <a:pt x="819348" y="415798"/>
                  </a:lnTo>
                  <a:lnTo>
                    <a:pt x="818914" y="415770"/>
                  </a:lnTo>
                  <a:lnTo>
                    <a:pt x="818527" y="415738"/>
                  </a:lnTo>
                  <a:lnTo>
                    <a:pt x="818323" y="415703"/>
                  </a:lnTo>
                  <a:lnTo>
                    <a:pt x="818174" y="415624"/>
                  </a:lnTo>
                  <a:lnTo>
                    <a:pt x="817744" y="415572"/>
                  </a:lnTo>
                  <a:lnTo>
                    <a:pt x="816146" y="416035"/>
                  </a:lnTo>
                  <a:lnTo>
                    <a:pt x="815579" y="415735"/>
                  </a:lnTo>
                  <a:lnTo>
                    <a:pt x="815226" y="416047"/>
                  </a:lnTo>
                  <a:lnTo>
                    <a:pt x="814846" y="416055"/>
                  </a:lnTo>
                  <a:lnTo>
                    <a:pt x="813454" y="415119"/>
                  </a:lnTo>
                  <a:lnTo>
                    <a:pt x="812709" y="414702"/>
                  </a:lnTo>
                  <a:lnTo>
                    <a:pt x="812523" y="414378"/>
                  </a:lnTo>
                  <a:lnTo>
                    <a:pt x="811551" y="414426"/>
                  </a:lnTo>
                  <a:lnTo>
                    <a:pt x="811030" y="414435"/>
                  </a:lnTo>
                  <a:lnTo>
                    <a:pt x="809502" y="414558"/>
                  </a:lnTo>
                  <a:lnTo>
                    <a:pt x="808838" y="414759"/>
                  </a:lnTo>
                  <a:lnTo>
                    <a:pt x="808490" y="414437"/>
                  </a:lnTo>
                  <a:lnTo>
                    <a:pt x="807718" y="414445"/>
                  </a:lnTo>
                  <a:lnTo>
                    <a:pt x="807397" y="414832"/>
                  </a:lnTo>
                  <a:lnTo>
                    <a:pt x="807049" y="415004"/>
                  </a:lnTo>
                  <a:lnTo>
                    <a:pt x="806323" y="415211"/>
                  </a:lnTo>
                  <a:lnTo>
                    <a:pt x="805647" y="415282"/>
                  </a:lnTo>
                  <a:lnTo>
                    <a:pt x="805383" y="415691"/>
                  </a:lnTo>
                  <a:lnTo>
                    <a:pt x="804760" y="415664"/>
                  </a:lnTo>
                  <a:lnTo>
                    <a:pt x="803721" y="415847"/>
                  </a:lnTo>
                  <a:lnTo>
                    <a:pt x="803499" y="415861"/>
                  </a:lnTo>
                  <a:lnTo>
                    <a:pt x="803078" y="415537"/>
                  </a:lnTo>
                  <a:lnTo>
                    <a:pt x="802857" y="415498"/>
                  </a:lnTo>
                  <a:lnTo>
                    <a:pt x="801683" y="415747"/>
                  </a:lnTo>
                  <a:lnTo>
                    <a:pt x="801131" y="415577"/>
                  </a:lnTo>
                  <a:lnTo>
                    <a:pt x="800906" y="415612"/>
                  </a:lnTo>
                  <a:lnTo>
                    <a:pt x="800310" y="415254"/>
                  </a:lnTo>
                  <a:lnTo>
                    <a:pt x="800115" y="415272"/>
                  </a:lnTo>
                  <a:lnTo>
                    <a:pt x="799735" y="415193"/>
                  </a:lnTo>
                  <a:lnTo>
                    <a:pt x="799224" y="415032"/>
                  </a:lnTo>
                  <a:lnTo>
                    <a:pt x="796174" y="415561"/>
                  </a:lnTo>
                  <a:lnTo>
                    <a:pt x="795594" y="416076"/>
                  </a:lnTo>
                  <a:lnTo>
                    <a:pt x="795464" y="416191"/>
                  </a:lnTo>
                  <a:lnTo>
                    <a:pt x="785310" y="425899"/>
                  </a:lnTo>
                  <a:lnTo>
                    <a:pt x="785287" y="426199"/>
                  </a:lnTo>
                  <a:lnTo>
                    <a:pt x="785184" y="426498"/>
                  </a:lnTo>
                  <a:lnTo>
                    <a:pt x="784714" y="426746"/>
                  </a:lnTo>
                  <a:lnTo>
                    <a:pt x="783862" y="426893"/>
                  </a:lnTo>
                  <a:lnTo>
                    <a:pt x="783710" y="427078"/>
                  </a:lnTo>
                  <a:lnTo>
                    <a:pt x="779673" y="431999"/>
                  </a:lnTo>
                  <a:lnTo>
                    <a:pt x="768448" y="424051"/>
                  </a:lnTo>
                  <a:lnTo>
                    <a:pt x="765015" y="422760"/>
                  </a:lnTo>
                  <a:lnTo>
                    <a:pt x="760226" y="420960"/>
                  </a:lnTo>
                  <a:lnTo>
                    <a:pt x="756835" y="420686"/>
                  </a:lnTo>
                  <a:lnTo>
                    <a:pt x="752196" y="421069"/>
                  </a:lnTo>
                  <a:lnTo>
                    <a:pt x="743547" y="423451"/>
                  </a:lnTo>
                  <a:lnTo>
                    <a:pt x="736536" y="421700"/>
                  </a:lnTo>
                  <a:lnTo>
                    <a:pt x="730675" y="424292"/>
                  </a:lnTo>
                  <a:lnTo>
                    <a:pt x="726545" y="428432"/>
                  </a:lnTo>
                  <a:lnTo>
                    <a:pt x="725031" y="429950"/>
                  </a:lnTo>
                  <a:lnTo>
                    <a:pt x="723907" y="430208"/>
                  </a:lnTo>
                  <a:lnTo>
                    <a:pt x="710091" y="419706"/>
                  </a:lnTo>
                  <a:lnTo>
                    <a:pt x="709839" y="417948"/>
                  </a:lnTo>
                  <a:lnTo>
                    <a:pt x="709586" y="416191"/>
                  </a:lnTo>
                  <a:lnTo>
                    <a:pt x="709127" y="413979"/>
                  </a:lnTo>
                  <a:lnTo>
                    <a:pt x="708601" y="411778"/>
                  </a:lnTo>
                  <a:lnTo>
                    <a:pt x="708227" y="411421"/>
                  </a:lnTo>
                  <a:lnTo>
                    <a:pt x="708426" y="411209"/>
                  </a:lnTo>
                  <a:lnTo>
                    <a:pt x="708804" y="410915"/>
                  </a:lnTo>
                  <a:lnTo>
                    <a:pt x="708932" y="410713"/>
                  </a:lnTo>
                  <a:lnTo>
                    <a:pt x="708945" y="410457"/>
                  </a:lnTo>
                  <a:lnTo>
                    <a:pt x="708843" y="410312"/>
                  </a:lnTo>
                  <a:lnTo>
                    <a:pt x="708533" y="410201"/>
                  </a:lnTo>
                  <a:lnTo>
                    <a:pt x="708373" y="410205"/>
                  </a:lnTo>
                  <a:lnTo>
                    <a:pt x="708437" y="409671"/>
                  </a:lnTo>
                  <a:lnTo>
                    <a:pt x="719264" y="404918"/>
                  </a:lnTo>
                  <a:lnTo>
                    <a:pt x="718468" y="393396"/>
                  </a:lnTo>
                  <a:lnTo>
                    <a:pt x="729069" y="380451"/>
                  </a:lnTo>
                  <a:lnTo>
                    <a:pt x="729275" y="380199"/>
                  </a:lnTo>
                  <a:lnTo>
                    <a:pt x="728054" y="378076"/>
                  </a:lnTo>
                  <a:lnTo>
                    <a:pt x="754048" y="335297"/>
                  </a:lnTo>
                  <a:lnTo>
                    <a:pt x="754151" y="335128"/>
                  </a:lnTo>
                  <a:lnTo>
                    <a:pt x="760357" y="338379"/>
                  </a:lnTo>
                  <a:lnTo>
                    <a:pt x="767208" y="341969"/>
                  </a:lnTo>
                  <a:lnTo>
                    <a:pt x="769902" y="342845"/>
                  </a:lnTo>
                  <a:lnTo>
                    <a:pt x="775670" y="344720"/>
                  </a:lnTo>
                  <a:lnTo>
                    <a:pt x="783471" y="344813"/>
                  </a:lnTo>
                  <a:lnTo>
                    <a:pt x="789364" y="347348"/>
                  </a:lnTo>
                  <a:lnTo>
                    <a:pt x="796119" y="349731"/>
                  </a:lnTo>
                  <a:lnTo>
                    <a:pt x="796255" y="349502"/>
                  </a:lnTo>
                  <a:lnTo>
                    <a:pt x="796797" y="348805"/>
                  </a:lnTo>
                  <a:lnTo>
                    <a:pt x="796972" y="348739"/>
                  </a:lnTo>
                  <a:lnTo>
                    <a:pt x="797243" y="348584"/>
                  </a:lnTo>
                  <a:lnTo>
                    <a:pt x="797466" y="348415"/>
                  </a:lnTo>
                  <a:lnTo>
                    <a:pt x="797673" y="348240"/>
                  </a:lnTo>
                  <a:lnTo>
                    <a:pt x="797741" y="348096"/>
                  </a:lnTo>
                  <a:lnTo>
                    <a:pt x="798054" y="347512"/>
                  </a:lnTo>
                  <a:lnTo>
                    <a:pt x="798135" y="347009"/>
                  </a:lnTo>
                  <a:lnTo>
                    <a:pt x="798216" y="346839"/>
                  </a:lnTo>
                  <a:lnTo>
                    <a:pt x="798307" y="346523"/>
                  </a:lnTo>
                  <a:lnTo>
                    <a:pt x="798536" y="346442"/>
                  </a:lnTo>
                  <a:lnTo>
                    <a:pt x="799141" y="346433"/>
                  </a:lnTo>
                  <a:lnTo>
                    <a:pt x="799676" y="346309"/>
                  </a:lnTo>
                  <a:lnTo>
                    <a:pt x="799961" y="346482"/>
                  </a:lnTo>
                  <a:lnTo>
                    <a:pt x="800550" y="346173"/>
                  </a:lnTo>
                  <a:lnTo>
                    <a:pt x="800969" y="346223"/>
                  </a:lnTo>
                  <a:lnTo>
                    <a:pt x="801204" y="346278"/>
                  </a:lnTo>
                  <a:lnTo>
                    <a:pt x="801392" y="346309"/>
                  </a:lnTo>
                  <a:lnTo>
                    <a:pt x="801653" y="346143"/>
                  </a:lnTo>
                  <a:lnTo>
                    <a:pt x="801757" y="345697"/>
                  </a:lnTo>
                  <a:lnTo>
                    <a:pt x="802277" y="345684"/>
                  </a:lnTo>
                  <a:lnTo>
                    <a:pt x="802484" y="345642"/>
                  </a:lnTo>
                  <a:lnTo>
                    <a:pt x="802696" y="345246"/>
                  </a:lnTo>
                  <a:lnTo>
                    <a:pt x="803013" y="345163"/>
                  </a:lnTo>
                  <a:lnTo>
                    <a:pt x="803421" y="345450"/>
                  </a:lnTo>
                  <a:lnTo>
                    <a:pt x="803565" y="345529"/>
                  </a:lnTo>
                  <a:lnTo>
                    <a:pt x="803862" y="345549"/>
                  </a:lnTo>
                  <a:lnTo>
                    <a:pt x="804558" y="345530"/>
                  </a:lnTo>
                  <a:lnTo>
                    <a:pt x="804865" y="345590"/>
                  </a:lnTo>
                  <a:lnTo>
                    <a:pt x="805356" y="345678"/>
                  </a:lnTo>
                  <a:lnTo>
                    <a:pt x="806001" y="345482"/>
                  </a:lnTo>
                  <a:lnTo>
                    <a:pt x="806581" y="345393"/>
                  </a:lnTo>
                  <a:lnTo>
                    <a:pt x="806716" y="345291"/>
                  </a:lnTo>
                  <a:lnTo>
                    <a:pt x="806868" y="344931"/>
                  </a:lnTo>
                  <a:lnTo>
                    <a:pt x="807051" y="344699"/>
                  </a:lnTo>
                  <a:lnTo>
                    <a:pt x="807360" y="344443"/>
                  </a:lnTo>
                  <a:lnTo>
                    <a:pt x="807444" y="344297"/>
                  </a:lnTo>
                  <a:lnTo>
                    <a:pt x="807566" y="343851"/>
                  </a:lnTo>
                  <a:lnTo>
                    <a:pt x="807901" y="343742"/>
                  </a:lnTo>
                  <a:lnTo>
                    <a:pt x="808000" y="343490"/>
                  </a:lnTo>
                  <a:lnTo>
                    <a:pt x="808042" y="343288"/>
                  </a:lnTo>
                  <a:lnTo>
                    <a:pt x="808197" y="342996"/>
                  </a:lnTo>
                  <a:lnTo>
                    <a:pt x="808804" y="343267"/>
                  </a:lnTo>
                  <a:lnTo>
                    <a:pt x="809023" y="343371"/>
                  </a:lnTo>
                  <a:lnTo>
                    <a:pt x="809468" y="343564"/>
                  </a:lnTo>
                  <a:lnTo>
                    <a:pt x="810321" y="342518"/>
                  </a:lnTo>
                  <a:lnTo>
                    <a:pt x="811377" y="342457"/>
                  </a:lnTo>
                  <a:lnTo>
                    <a:pt x="811807" y="341694"/>
                  </a:lnTo>
                  <a:lnTo>
                    <a:pt x="811700" y="341505"/>
                  </a:lnTo>
                  <a:lnTo>
                    <a:pt x="811625" y="341216"/>
                  </a:lnTo>
                  <a:lnTo>
                    <a:pt x="812400" y="340743"/>
                  </a:lnTo>
                  <a:lnTo>
                    <a:pt x="812615" y="340524"/>
                  </a:lnTo>
                  <a:lnTo>
                    <a:pt x="812578" y="340100"/>
                  </a:lnTo>
                  <a:lnTo>
                    <a:pt x="813409" y="339918"/>
                  </a:lnTo>
                  <a:lnTo>
                    <a:pt x="813648" y="339878"/>
                  </a:lnTo>
                  <a:lnTo>
                    <a:pt x="813938" y="339864"/>
                  </a:lnTo>
                  <a:lnTo>
                    <a:pt x="814700" y="339749"/>
                  </a:lnTo>
                  <a:lnTo>
                    <a:pt x="815274" y="339084"/>
                  </a:lnTo>
                  <a:lnTo>
                    <a:pt x="815586" y="338608"/>
                  </a:lnTo>
                  <a:lnTo>
                    <a:pt x="816102" y="338839"/>
                  </a:lnTo>
                  <a:lnTo>
                    <a:pt x="818059" y="338206"/>
                  </a:lnTo>
                  <a:lnTo>
                    <a:pt x="818979" y="337116"/>
                  </a:lnTo>
                  <a:lnTo>
                    <a:pt x="818400" y="336166"/>
                  </a:lnTo>
                  <a:lnTo>
                    <a:pt x="818692" y="336128"/>
                  </a:lnTo>
                  <a:lnTo>
                    <a:pt x="819656" y="336356"/>
                  </a:lnTo>
                  <a:lnTo>
                    <a:pt x="819856" y="336332"/>
                  </a:lnTo>
                  <a:lnTo>
                    <a:pt x="820102" y="336095"/>
                  </a:lnTo>
                  <a:lnTo>
                    <a:pt x="820654" y="335888"/>
                  </a:lnTo>
                  <a:lnTo>
                    <a:pt x="821442" y="336071"/>
                  </a:lnTo>
                  <a:lnTo>
                    <a:pt x="821761" y="336252"/>
                  </a:lnTo>
                  <a:lnTo>
                    <a:pt x="822111" y="336073"/>
                  </a:lnTo>
                  <a:lnTo>
                    <a:pt x="822324" y="335648"/>
                  </a:lnTo>
                  <a:lnTo>
                    <a:pt x="822234" y="335218"/>
                  </a:lnTo>
                  <a:lnTo>
                    <a:pt x="822294" y="334705"/>
                  </a:lnTo>
                  <a:lnTo>
                    <a:pt x="822333" y="334170"/>
                  </a:lnTo>
                  <a:lnTo>
                    <a:pt x="822484" y="334112"/>
                  </a:lnTo>
                  <a:lnTo>
                    <a:pt x="822796" y="333925"/>
                  </a:lnTo>
                  <a:lnTo>
                    <a:pt x="823401" y="333959"/>
                  </a:lnTo>
                  <a:lnTo>
                    <a:pt x="823815" y="333135"/>
                  </a:lnTo>
                  <a:lnTo>
                    <a:pt x="824017" y="332936"/>
                  </a:lnTo>
                  <a:lnTo>
                    <a:pt x="824184" y="332913"/>
                  </a:lnTo>
                  <a:lnTo>
                    <a:pt x="824398" y="332955"/>
                  </a:lnTo>
                  <a:lnTo>
                    <a:pt x="824655" y="332851"/>
                  </a:lnTo>
                  <a:lnTo>
                    <a:pt x="824865" y="332753"/>
                  </a:lnTo>
                  <a:lnTo>
                    <a:pt x="825227" y="332799"/>
                  </a:lnTo>
                  <a:lnTo>
                    <a:pt x="824757" y="332574"/>
                  </a:lnTo>
                  <a:lnTo>
                    <a:pt x="825053" y="332476"/>
                  </a:lnTo>
                  <a:lnTo>
                    <a:pt x="825080" y="332312"/>
                  </a:lnTo>
                  <a:lnTo>
                    <a:pt x="825064" y="332139"/>
                  </a:lnTo>
                  <a:lnTo>
                    <a:pt x="826906" y="331885"/>
                  </a:lnTo>
                  <a:lnTo>
                    <a:pt x="827329" y="331435"/>
                  </a:lnTo>
                  <a:lnTo>
                    <a:pt x="827492" y="330870"/>
                  </a:lnTo>
                  <a:lnTo>
                    <a:pt x="828367" y="331388"/>
                  </a:lnTo>
                  <a:lnTo>
                    <a:pt x="828678" y="330786"/>
                  </a:lnTo>
                  <a:lnTo>
                    <a:pt x="829161" y="330890"/>
                  </a:lnTo>
                  <a:lnTo>
                    <a:pt x="830346" y="330866"/>
                  </a:lnTo>
                  <a:lnTo>
                    <a:pt x="832574" y="330666"/>
                  </a:lnTo>
                  <a:lnTo>
                    <a:pt x="832948" y="330410"/>
                  </a:lnTo>
                  <a:lnTo>
                    <a:pt x="833249" y="330609"/>
                  </a:lnTo>
                  <a:lnTo>
                    <a:pt x="833651" y="330670"/>
                  </a:lnTo>
                  <a:lnTo>
                    <a:pt x="834009" y="330289"/>
                  </a:lnTo>
                  <a:lnTo>
                    <a:pt x="834158" y="330271"/>
                  </a:lnTo>
                  <a:lnTo>
                    <a:pt x="834531" y="329997"/>
                  </a:lnTo>
                  <a:lnTo>
                    <a:pt x="836349" y="329970"/>
                  </a:lnTo>
                  <a:lnTo>
                    <a:pt x="836770" y="330017"/>
                  </a:lnTo>
                  <a:lnTo>
                    <a:pt x="836984" y="329792"/>
                  </a:lnTo>
                  <a:lnTo>
                    <a:pt x="837268" y="329769"/>
                  </a:lnTo>
                  <a:lnTo>
                    <a:pt x="837593" y="329580"/>
                  </a:lnTo>
                  <a:lnTo>
                    <a:pt x="838366" y="329656"/>
                  </a:lnTo>
                  <a:lnTo>
                    <a:pt x="838583" y="329613"/>
                  </a:lnTo>
                  <a:lnTo>
                    <a:pt x="839031" y="329212"/>
                  </a:lnTo>
                  <a:lnTo>
                    <a:pt x="839315" y="329094"/>
                  </a:lnTo>
                  <a:lnTo>
                    <a:pt x="840391" y="329199"/>
                  </a:lnTo>
                  <a:lnTo>
                    <a:pt x="840792" y="329153"/>
                  </a:lnTo>
                  <a:lnTo>
                    <a:pt x="841063" y="329400"/>
                  </a:lnTo>
                  <a:lnTo>
                    <a:pt x="841671" y="329542"/>
                  </a:lnTo>
                  <a:lnTo>
                    <a:pt x="842179" y="329477"/>
                  </a:lnTo>
                  <a:lnTo>
                    <a:pt x="842331" y="329469"/>
                  </a:lnTo>
                  <a:lnTo>
                    <a:pt x="842560" y="329457"/>
                  </a:lnTo>
                  <a:lnTo>
                    <a:pt x="842865" y="329474"/>
                  </a:lnTo>
                  <a:lnTo>
                    <a:pt x="843230" y="329136"/>
                  </a:lnTo>
                  <a:lnTo>
                    <a:pt x="843578" y="329103"/>
                  </a:lnTo>
                  <a:lnTo>
                    <a:pt x="843771" y="329121"/>
                  </a:lnTo>
                  <a:lnTo>
                    <a:pt x="843930" y="329334"/>
                  </a:lnTo>
                  <a:lnTo>
                    <a:pt x="844349" y="329225"/>
                  </a:lnTo>
                  <a:lnTo>
                    <a:pt x="844627" y="329054"/>
                  </a:lnTo>
                  <a:lnTo>
                    <a:pt x="844814" y="329006"/>
                  </a:lnTo>
                  <a:lnTo>
                    <a:pt x="845068" y="329063"/>
                  </a:lnTo>
                  <a:lnTo>
                    <a:pt x="845337" y="329120"/>
                  </a:lnTo>
                  <a:lnTo>
                    <a:pt x="845757" y="329056"/>
                  </a:lnTo>
                  <a:lnTo>
                    <a:pt x="845993" y="328935"/>
                  </a:lnTo>
                  <a:lnTo>
                    <a:pt x="846275" y="328806"/>
                  </a:lnTo>
                  <a:lnTo>
                    <a:pt x="846698" y="328533"/>
                  </a:lnTo>
                  <a:lnTo>
                    <a:pt x="846875" y="328174"/>
                  </a:lnTo>
                  <a:lnTo>
                    <a:pt x="846833" y="328004"/>
                  </a:lnTo>
                  <a:lnTo>
                    <a:pt x="847126" y="327606"/>
                  </a:lnTo>
                  <a:lnTo>
                    <a:pt x="847290" y="327617"/>
                  </a:lnTo>
                  <a:lnTo>
                    <a:pt x="847581" y="327467"/>
                  </a:lnTo>
                  <a:lnTo>
                    <a:pt x="847796" y="327226"/>
                  </a:lnTo>
                  <a:lnTo>
                    <a:pt x="847932" y="327286"/>
                  </a:lnTo>
                  <a:lnTo>
                    <a:pt x="848432" y="326986"/>
                  </a:lnTo>
                  <a:lnTo>
                    <a:pt x="848589" y="326774"/>
                  </a:lnTo>
                  <a:lnTo>
                    <a:pt x="848858" y="326466"/>
                  </a:lnTo>
                  <a:lnTo>
                    <a:pt x="848924" y="326238"/>
                  </a:lnTo>
                  <a:lnTo>
                    <a:pt x="849248" y="325856"/>
                  </a:lnTo>
                  <a:lnTo>
                    <a:pt x="849267" y="325332"/>
                  </a:lnTo>
                  <a:lnTo>
                    <a:pt x="849487" y="324761"/>
                  </a:lnTo>
                  <a:lnTo>
                    <a:pt x="849663" y="324840"/>
                  </a:lnTo>
                  <a:lnTo>
                    <a:pt x="850008" y="325064"/>
                  </a:lnTo>
                  <a:lnTo>
                    <a:pt x="850218" y="325095"/>
                  </a:lnTo>
                  <a:lnTo>
                    <a:pt x="850380" y="325080"/>
                  </a:lnTo>
                  <a:lnTo>
                    <a:pt x="851240" y="325035"/>
                  </a:lnTo>
                  <a:lnTo>
                    <a:pt x="852453" y="324108"/>
                  </a:lnTo>
                  <a:lnTo>
                    <a:pt x="852823" y="323848"/>
                  </a:lnTo>
                  <a:lnTo>
                    <a:pt x="853314" y="323833"/>
                  </a:lnTo>
                  <a:lnTo>
                    <a:pt x="853404" y="323482"/>
                  </a:lnTo>
                  <a:lnTo>
                    <a:pt x="853433" y="323142"/>
                  </a:lnTo>
                  <a:lnTo>
                    <a:pt x="853515" y="322575"/>
                  </a:lnTo>
                  <a:lnTo>
                    <a:pt x="853894" y="322577"/>
                  </a:lnTo>
                  <a:lnTo>
                    <a:pt x="854170" y="321791"/>
                  </a:lnTo>
                  <a:lnTo>
                    <a:pt x="854143" y="321516"/>
                  </a:lnTo>
                  <a:lnTo>
                    <a:pt x="854284" y="321472"/>
                  </a:lnTo>
                  <a:lnTo>
                    <a:pt x="854576" y="321439"/>
                  </a:lnTo>
                  <a:lnTo>
                    <a:pt x="854757" y="321443"/>
                  </a:lnTo>
                  <a:lnTo>
                    <a:pt x="855046" y="321456"/>
                  </a:lnTo>
                  <a:lnTo>
                    <a:pt x="855038" y="321007"/>
                  </a:lnTo>
                  <a:lnTo>
                    <a:pt x="854949" y="320521"/>
                  </a:lnTo>
                  <a:lnTo>
                    <a:pt x="855099" y="320434"/>
                  </a:lnTo>
                  <a:lnTo>
                    <a:pt x="855293" y="320332"/>
                  </a:lnTo>
                  <a:lnTo>
                    <a:pt x="855892" y="320026"/>
                  </a:lnTo>
                  <a:lnTo>
                    <a:pt x="855602" y="319835"/>
                  </a:lnTo>
                  <a:lnTo>
                    <a:pt x="855359" y="319676"/>
                  </a:lnTo>
                  <a:lnTo>
                    <a:pt x="854686" y="319326"/>
                  </a:lnTo>
                  <a:lnTo>
                    <a:pt x="854440" y="318517"/>
                  </a:lnTo>
                  <a:lnTo>
                    <a:pt x="854515" y="318308"/>
                  </a:lnTo>
                  <a:lnTo>
                    <a:pt x="854855" y="318056"/>
                  </a:lnTo>
                  <a:lnTo>
                    <a:pt x="854842" y="317057"/>
                  </a:lnTo>
                  <a:lnTo>
                    <a:pt x="855187" y="316724"/>
                  </a:lnTo>
                  <a:lnTo>
                    <a:pt x="854813" y="316141"/>
                  </a:lnTo>
                  <a:lnTo>
                    <a:pt x="855409" y="315852"/>
                  </a:lnTo>
                  <a:lnTo>
                    <a:pt x="855438" y="315559"/>
                  </a:lnTo>
                  <a:lnTo>
                    <a:pt x="855562" y="315309"/>
                  </a:lnTo>
                  <a:lnTo>
                    <a:pt x="856493" y="314456"/>
                  </a:lnTo>
                  <a:lnTo>
                    <a:pt x="856362" y="314025"/>
                  </a:lnTo>
                  <a:lnTo>
                    <a:pt x="853082" y="312856"/>
                  </a:lnTo>
                  <a:lnTo>
                    <a:pt x="851658" y="313582"/>
                  </a:lnTo>
                  <a:lnTo>
                    <a:pt x="851165" y="313047"/>
                  </a:lnTo>
                  <a:lnTo>
                    <a:pt x="850831" y="312655"/>
                  </a:lnTo>
                  <a:lnTo>
                    <a:pt x="849952" y="312874"/>
                  </a:lnTo>
                  <a:lnTo>
                    <a:pt x="849771" y="313060"/>
                  </a:lnTo>
                  <a:lnTo>
                    <a:pt x="849074" y="313049"/>
                  </a:lnTo>
                  <a:lnTo>
                    <a:pt x="849205" y="313015"/>
                  </a:lnTo>
                  <a:lnTo>
                    <a:pt x="848698" y="312934"/>
                  </a:lnTo>
                  <a:lnTo>
                    <a:pt x="848523" y="312909"/>
                  </a:lnTo>
                  <a:lnTo>
                    <a:pt x="848178" y="312486"/>
                  </a:lnTo>
                  <a:lnTo>
                    <a:pt x="848538" y="312368"/>
                  </a:lnTo>
                  <a:lnTo>
                    <a:pt x="847052" y="311424"/>
                  </a:lnTo>
                  <a:lnTo>
                    <a:pt x="850684" y="309631"/>
                  </a:lnTo>
                  <a:lnTo>
                    <a:pt x="851043" y="309229"/>
                  </a:lnTo>
                  <a:lnTo>
                    <a:pt x="851471" y="308293"/>
                  </a:lnTo>
                  <a:lnTo>
                    <a:pt x="851869" y="308200"/>
                  </a:lnTo>
                  <a:lnTo>
                    <a:pt x="852246" y="307821"/>
                  </a:lnTo>
                  <a:lnTo>
                    <a:pt x="852146" y="307681"/>
                  </a:lnTo>
                  <a:lnTo>
                    <a:pt x="852064" y="307473"/>
                  </a:lnTo>
                  <a:lnTo>
                    <a:pt x="852164" y="307262"/>
                  </a:lnTo>
                  <a:lnTo>
                    <a:pt x="851418" y="306457"/>
                  </a:lnTo>
                  <a:lnTo>
                    <a:pt x="852150" y="306212"/>
                  </a:lnTo>
                  <a:lnTo>
                    <a:pt x="852322" y="305699"/>
                  </a:lnTo>
                  <a:lnTo>
                    <a:pt x="852803" y="304707"/>
                  </a:lnTo>
                  <a:lnTo>
                    <a:pt x="853064" y="303625"/>
                  </a:lnTo>
                  <a:lnTo>
                    <a:pt x="853459" y="303340"/>
                  </a:lnTo>
                  <a:lnTo>
                    <a:pt x="853339" y="302888"/>
                  </a:lnTo>
                  <a:lnTo>
                    <a:pt x="853178" y="302823"/>
                  </a:lnTo>
                  <a:lnTo>
                    <a:pt x="852875" y="302287"/>
                  </a:lnTo>
                  <a:lnTo>
                    <a:pt x="853840" y="301673"/>
                  </a:lnTo>
                  <a:lnTo>
                    <a:pt x="854227" y="301602"/>
                  </a:lnTo>
                  <a:lnTo>
                    <a:pt x="855397" y="300947"/>
                  </a:lnTo>
                  <a:lnTo>
                    <a:pt x="855745" y="301046"/>
                  </a:lnTo>
                  <a:lnTo>
                    <a:pt x="855981" y="300880"/>
                  </a:lnTo>
                  <a:lnTo>
                    <a:pt x="856162" y="300664"/>
                  </a:lnTo>
                  <a:lnTo>
                    <a:pt x="856424" y="300288"/>
                  </a:lnTo>
                  <a:lnTo>
                    <a:pt x="856757" y="299784"/>
                  </a:lnTo>
                  <a:lnTo>
                    <a:pt x="857097" y="298734"/>
                  </a:lnTo>
                  <a:lnTo>
                    <a:pt x="858759" y="298647"/>
                  </a:lnTo>
                  <a:lnTo>
                    <a:pt x="858942" y="298511"/>
                  </a:lnTo>
                  <a:lnTo>
                    <a:pt x="859395" y="298137"/>
                  </a:lnTo>
                  <a:lnTo>
                    <a:pt x="859767" y="297532"/>
                  </a:lnTo>
                  <a:lnTo>
                    <a:pt x="860045" y="297241"/>
                  </a:lnTo>
                  <a:lnTo>
                    <a:pt x="860459" y="296712"/>
                  </a:lnTo>
                  <a:lnTo>
                    <a:pt x="860557" y="296537"/>
                  </a:lnTo>
                  <a:lnTo>
                    <a:pt x="860911" y="296093"/>
                  </a:lnTo>
                  <a:lnTo>
                    <a:pt x="861375" y="294931"/>
                  </a:lnTo>
                  <a:lnTo>
                    <a:pt x="861707" y="294096"/>
                  </a:lnTo>
                  <a:lnTo>
                    <a:pt x="862052" y="294049"/>
                  </a:lnTo>
                  <a:lnTo>
                    <a:pt x="861812" y="293685"/>
                  </a:lnTo>
                  <a:lnTo>
                    <a:pt x="861137" y="292111"/>
                  </a:lnTo>
                  <a:lnTo>
                    <a:pt x="861424" y="291190"/>
                  </a:lnTo>
                  <a:lnTo>
                    <a:pt x="860908" y="290366"/>
                  </a:lnTo>
                  <a:lnTo>
                    <a:pt x="861500" y="289885"/>
                  </a:lnTo>
                  <a:lnTo>
                    <a:pt x="861703" y="289760"/>
                  </a:lnTo>
                  <a:lnTo>
                    <a:pt x="861890" y="289624"/>
                  </a:lnTo>
                  <a:lnTo>
                    <a:pt x="862021" y="289252"/>
                  </a:lnTo>
                  <a:lnTo>
                    <a:pt x="862116" y="289087"/>
                  </a:lnTo>
                  <a:lnTo>
                    <a:pt x="862256" y="288887"/>
                  </a:lnTo>
                  <a:lnTo>
                    <a:pt x="862623" y="288683"/>
                  </a:lnTo>
                  <a:lnTo>
                    <a:pt x="862752" y="288650"/>
                  </a:lnTo>
                  <a:lnTo>
                    <a:pt x="863528" y="288107"/>
                  </a:lnTo>
                  <a:lnTo>
                    <a:pt x="864692" y="286419"/>
                  </a:lnTo>
                  <a:lnTo>
                    <a:pt x="864827" y="285858"/>
                  </a:lnTo>
                  <a:lnTo>
                    <a:pt x="865165" y="285466"/>
                  </a:lnTo>
                  <a:lnTo>
                    <a:pt x="865743" y="285284"/>
                  </a:lnTo>
                  <a:lnTo>
                    <a:pt x="865887" y="285229"/>
                  </a:lnTo>
                  <a:lnTo>
                    <a:pt x="866017" y="285179"/>
                  </a:lnTo>
                  <a:lnTo>
                    <a:pt x="866992" y="284331"/>
                  </a:lnTo>
                  <a:lnTo>
                    <a:pt x="867931" y="284230"/>
                  </a:lnTo>
                  <a:lnTo>
                    <a:pt x="869190" y="283014"/>
                  </a:lnTo>
                  <a:lnTo>
                    <a:pt x="870055" y="282532"/>
                  </a:lnTo>
                  <a:lnTo>
                    <a:pt x="870097" y="282338"/>
                  </a:lnTo>
                  <a:lnTo>
                    <a:pt x="870189" y="282046"/>
                  </a:lnTo>
                  <a:lnTo>
                    <a:pt x="871347" y="280254"/>
                  </a:lnTo>
                  <a:lnTo>
                    <a:pt x="871061" y="279684"/>
                  </a:lnTo>
                  <a:lnTo>
                    <a:pt x="871420" y="279366"/>
                  </a:lnTo>
                  <a:lnTo>
                    <a:pt x="871837" y="279348"/>
                  </a:lnTo>
                  <a:lnTo>
                    <a:pt x="872025" y="278920"/>
                  </a:lnTo>
                  <a:lnTo>
                    <a:pt x="871986" y="278703"/>
                  </a:lnTo>
                  <a:lnTo>
                    <a:pt x="871361" y="275440"/>
                  </a:lnTo>
                  <a:lnTo>
                    <a:pt x="871748" y="275221"/>
                  </a:lnTo>
                  <a:lnTo>
                    <a:pt x="873136" y="275368"/>
                  </a:lnTo>
                  <a:lnTo>
                    <a:pt x="873292" y="275428"/>
                  </a:lnTo>
                  <a:lnTo>
                    <a:pt x="873745" y="274898"/>
                  </a:lnTo>
                  <a:lnTo>
                    <a:pt x="873475" y="273555"/>
                  </a:lnTo>
                  <a:lnTo>
                    <a:pt x="873458" y="272389"/>
                  </a:lnTo>
                  <a:lnTo>
                    <a:pt x="873909" y="272135"/>
                  </a:lnTo>
                  <a:lnTo>
                    <a:pt x="874173" y="272016"/>
                  </a:lnTo>
                  <a:lnTo>
                    <a:pt x="874317" y="271966"/>
                  </a:lnTo>
                  <a:lnTo>
                    <a:pt x="874487" y="271924"/>
                  </a:lnTo>
                  <a:lnTo>
                    <a:pt x="874615" y="271904"/>
                  </a:lnTo>
                  <a:lnTo>
                    <a:pt x="874762" y="271890"/>
                  </a:lnTo>
                  <a:lnTo>
                    <a:pt x="875297" y="271935"/>
                  </a:lnTo>
                  <a:lnTo>
                    <a:pt x="875433" y="271948"/>
                  </a:lnTo>
                  <a:lnTo>
                    <a:pt x="875771" y="271918"/>
                  </a:lnTo>
                  <a:lnTo>
                    <a:pt x="876194" y="271476"/>
                  </a:lnTo>
                  <a:lnTo>
                    <a:pt x="876222" y="271176"/>
                  </a:lnTo>
                  <a:lnTo>
                    <a:pt x="876194" y="271031"/>
                  </a:lnTo>
                  <a:lnTo>
                    <a:pt x="876165" y="270891"/>
                  </a:lnTo>
                  <a:lnTo>
                    <a:pt x="876540" y="269791"/>
                  </a:lnTo>
                  <a:lnTo>
                    <a:pt x="877704" y="269616"/>
                  </a:lnTo>
                  <a:lnTo>
                    <a:pt x="877916" y="269463"/>
                  </a:lnTo>
                  <a:lnTo>
                    <a:pt x="878048" y="269406"/>
                  </a:lnTo>
                  <a:lnTo>
                    <a:pt x="878282" y="268680"/>
                  </a:lnTo>
                  <a:lnTo>
                    <a:pt x="878037" y="268625"/>
                  </a:lnTo>
                  <a:lnTo>
                    <a:pt x="877867" y="268606"/>
                  </a:lnTo>
                  <a:lnTo>
                    <a:pt x="877738" y="268572"/>
                  </a:lnTo>
                  <a:lnTo>
                    <a:pt x="877115" y="267967"/>
                  </a:lnTo>
                  <a:lnTo>
                    <a:pt x="877688" y="267446"/>
                  </a:lnTo>
                  <a:lnTo>
                    <a:pt x="877882" y="267434"/>
                  </a:lnTo>
                  <a:lnTo>
                    <a:pt x="878232" y="267403"/>
                  </a:lnTo>
                  <a:lnTo>
                    <a:pt x="878581" y="267459"/>
                  </a:lnTo>
                  <a:lnTo>
                    <a:pt x="880389" y="265218"/>
                  </a:lnTo>
                  <a:lnTo>
                    <a:pt x="883835" y="256564"/>
                  </a:lnTo>
                  <a:lnTo>
                    <a:pt x="883994" y="256547"/>
                  </a:lnTo>
                  <a:lnTo>
                    <a:pt x="895517" y="249360"/>
                  </a:lnTo>
                  <a:lnTo>
                    <a:pt x="904876" y="244462"/>
                  </a:lnTo>
                  <a:lnTo>
                    <a:pt x="905049" y="244458"/>
                  </a:lnTo>
                  <a:lnTo>
                    <a:pt x="908240" y="240279"/>
                  </a:lnTo>
                  <a:lnTo>
                    <a:pt x="907675" y="240031"/>
                  </a:lnTo>
                  <a:lnTo>
                    <a:pt x="907370" y="239879"/>
                  </a:lnTo>
                  <a:lnTo>
                    <a:pt x="907182" y="239656"/>
                  </a:lnTo>
                  <a:lnTo>
                    <a:pt x="907134" y="239255"/>
                  </a:lnTo>
                  <a:lnTo>
                    <a:pt x="907334" y="238881"/>
                  </a:lnTo>
                  <a:lnTo>
                    <a:pt x="907859" y="238331"/>
                  </a:lnTo>
                  <a:lnTo>
                    <a:pt x="908304" y="237834"/>
                  </a:lnTo>
                  <a:lnTo>
                    <a:pt x="910187" y="236295"/>
                  </a:lnTo>
                  <a:lnTo>
                    <a:pt x="910334" y="235670"/>
                  </a:lnTo>
                  <a:lnTo>
                    <a:pt x="910017" y="234794"/>
                  </a:lnTo>
                  <a:lnTo>
                    <a:pt x="910208" y="234673"/>
                  </a:lnTo>
                  <a:lnTo>
                    <a:pt x="910673" y="234413"/>
                  </a:lnTo>
                  <a:lnTo>
                    <a:pt x="910972" y="234015"/>
                  </a:lnTo>
                  <a:lnTo>
                    <a:pt x="910875" y="233690"/>
                  </a:lnTo>
                  <a:lnTo>
                    <a:pt x="910245" y="233146"/>
                  </a:lnTo>
                  <a:lnTo>
                    <a:pt x="909386" y="231674"/>
                  </a:lnTo>
                  <a:lnTo>
                    <a:pt x="909361" y="231073"/>
                  </a:lnTo>
                  <a:lnTo>
                    <a:pt x="909453" y="230925"/>
                  </a:lnTo>
                  <a:lnTo>
                    <a:pt x="910018" y="230140"/>
                  </a:lnTo>
                  <a:lnTo>
                    <a:pt x="909532" y="229645"/>
                  </a:lnTo>
                  <a:lnTo>
                    <a:pt x="908027" y="229330"/>
                  </a:lnTo>
                  <a:lnTo>
                    <a:pt x="907443" y="228312"/>
                  </a:lnTo>
                  <a:lnTo>
                    <a:pt x="907213" y="228266"/>
                  </a:lnTo>
                  <a:lnTo>
                    <a:pt x="906606" y="228100"/>
                  </a:lnTo>
                  <a:lnTo>
                    <a:pt x="905708" y="227628"/>
                  </a:lnTo>
                  <a:lnTo>
                    <a:pt x="905239" y="227291"/>
                  </a:lnTo>
                  <a:lnTo>
                    <a:pt x="905108" y="227167"/>
                  </a:lnTo>
                  <a:lnTo>
                    <a:pt x="904893" y="226197"/>
                  </a:lnTo>
                  <a:lnTo>
                    <a:pt x="904643" y="225791"/>
                  </a:lnTo>
                  <a:lnTo>
                    <a:pt x="905146" y="225153"/>
                  </a:lnTo>
                  <a:lnTo>
                    <a:pt x="905818" y="224564"/>
                  </a:lnTo>
                  <a:lnTo>
                    <a:pt x="905672" y="223940"/>
                  </a:lnTo>
                  <a:lnTo>
                    <a:pt x="906346" y="223094"/>
                  </a:lnTo>
                  <a:lnTo>
                    <a:pt x="906938" y="222493"/>
                  </a:lnTo>
                  <a:lnTo>
                    <a:pt x="907255" y="222119"/>
                  </a:lnTo>
                  <a:lnTo>
                    <a:pt x="907023" y="221197"/>
                  </a:lnTo>
                  <a:lnTo>
                    <a:pt x="907025" y="220473"/>
                  </a:lnTo>
                  <a:lnTo>
                    <a:pt x="907220" y="220147"/>
                  </a:lnTo>
                  <a:lnTo>
                    <a:pt x="907825" y="219339"/>
                  </a:lnTo>
                  <a:lnTo>
                    <a:pt x="907586" y="218230"/>
                  </a:lnTo>
                  <a:lnTo>
                    <a:pt x="908091" y="218089"/>
                  </a:lnTo>
                  <a:lnTo>
                    <a:pt x="907887" y="216881"/>
                  </a:lnTo>
                  <a:lnTo>
                    <a:pt x="906987" y="216898"/>
                  </a:lnTo>
                  <a:lnTo>
                    <a:pt x="906885" y="216750"/>
                  </a:lnTo>
                  <a:lnTo>
                    <a:pt x="906722" y="216526"/>
                  </a:lnTo>
                  <a:lnTo>
                    <a:pt x="906088" y="216191"/>
                  </a:lnTo>
                  <a:lnTo>
                    <a:pt x="905749" y="216126"/>
                  </a:lnTo>
                  <a:lnTo>
                    <a:pt x="905301" y="216090"/>
                  </a:lnTo>
                  <a:lnTo>
                    <a:pt x="904699" y="215949"/>
                  </a:lnTo>
                  <a:lnTo>
                    <a:pt x="903421" y="215029"/>
                  </a:lnTo>
                  <a:lnTo>
                    <a:pt x="903192" y="215028"/>
                  </a:lnTo>
                  <a:lnTo>
                    <a:pt x="903003" y="215033"/>
                  </a:lnTo>
                  <a:lnTo>
                    <a:pt x="901925" y="214701"/>
                  </a:lnTo>
                  <a:lnTo>
                    <a:pt x="901670" y="214541"/>
                  </a:lnTo>
                  <a:lnTo>
                    <a:pt x="901346" y="214389"/>
                  </a:lnTo>
                  <a:lnTo>
                    <a:pt x="900650" y="214108"/>
                  </a:lnTo>
                  <a:lnTo>
                    <a:pt x="900327" y="213948"/>
                  </a:lnTo>
                  <a:lnTo>
                    <a:pt x="899578" y="213558"/>
                  </a:lnTo>
                  <a:lnTo>
                    <a:pt x="899240" y="213390"/>
                  </a:lnTo>
                  <a:lnTo>
                    <a:pt x="898296" y="212789"/>
                  </a:lnTo>
                  <a:lnTo>
                    <a:pt x="898026" y="212855"/>
                  </a:lnTo>
                  <a:lnTo>
                    <a:pt x="896989" y="213374"/>
                  </a:lnTo>
                  <a:lnTo>
                    <a:pt x="896640" y="213624"/>
                  </a:lnTo>
                  <a:lnTo>
                    <a:pt x="895732" y="214043"/>
                  </a:lnTo>
                  <a:lnTo>
                    <a:pt x="894124" y="213996"/>
                  </a:lnTo>
                  <a:lnTo>
                    <a:pt x="893299" y="213909"/>
                  </a:lnTo>
                  <a:lnTo>
                    <a:pt x="893121" y="213916"/>
                  </a:lnTo>
                  <a:lnTo>
                    <a:pt x="892427" y="213835"/>
                  </a:lnTo>
                  <a:lnTo>
                    <a:pt x="892290" y="213805"/>
                  </a:lnTo>
                  <a:lnTo>
                    <a:pt x="891617" y="213760"/>
                  </a:lnTo>
                  <a:lnTo>
                    <a:pt x="891402" y="213846"/>
                  </a:lnTo>
                  <a:lnTo>
                    <a:pt x="890637" y="214309"/>
                  </a:lnTo>
                  <a:lnTo>
                    <a:pt x="890001" y="214634"/>
                  </a:lnTo>
                  <a:lnTo>
                    <a:pt x="889781" y="214741"/>
                  </a:lnTo>
                  <a:lnTo>
                    <a:pt x="889644" y="214809"/>
                  </a:lnTo>
                  <a:lnTo>
                    <a:pt x="887679" y="215636"/>
                  </a:lnTo>
                  <a:lnTo>
                    <a:pt x="887358" y="215580"/>
                  </a:lnTo>
                  <a:lnTo>
                    <a:pt x="886721" y="215481"/>
                  </a:lnTo>
                  <a:lnTo>
                    <a:pt x="886289" y="215420"/>
                  </a:lnTo>
                  <a:lnTo>
                    <a:pt x="885325" y="215341"/>
                  </a:lnTo>
                  <a:lnTo>
                    <a:pt x="884945" y="215398"/>
                  </a:lnTo>
                  <a:lnTo>
                    <a:pt x="883061" y="215193"/>
                  </a:lnTo>
                  <a:lnTo>
                    <a:pt x="882464" y="214768"/>
                  </a:lnTo>
                  <a:lnTo>
                    <a:pt x="882372" y="214588"/>
                  </a:lnTo>
                  <a:lnTo>
                    <a:pt x="882299" y="214345"/>
                  </a:lnTo>
                  <a:lnTo>
                    <a:pt x="882309" y="214094"/>
                  </a:lnTo>
                  <a:lnTo>
                    <a:pt x="882121" y="213571"/>
                  </a:lnTo>
                  <a:lnTo>
                    <a:pt x="881966" y="212644"/>
                  </a:lnTo>
                  <a:lnTo>
                    <a:pt x="882135" y="212266"/>
                  </a:lnTo>
                  <a:lnTo>
                    <a:pt x="882328" y="211875"/>
                  </a:lnTo>
                  <a:lnTo>
                    <a:pt x="882431" y="211574"/>
                  </a:lnTo>
                  <a:lnTo>
                    <a:pt x="882478" y="211380"/>
                  </a:lnTo>
                  <a:lnTo>
                    <a:pt x="882804" y="210792"/>
                  </a:lnTo>
                  <a:lnTo>
                    <a:pt x="882665" y="208583"/>
                  </a:lnTo>
                  <a:lnTo>
                    <a:pt x="882586" y="208449"/>
                  </a:lnTo>
                  <a:lnTo>
                    <a:pt x="882323" y="208079"/>
                  </a:lnTo>
                  <a:lnTo>
                    <a:pt x="881956" y="207663"/>
                  </a:lnTo>
                  <a:lnTo>
                    <a:pt x="882263" y="206830"/>
                  </a:lnTo>
                  <a:lnTo>
                    <a:pt x="882679" y="206844"/>
                  </a:lnTo>
                  <a:lnTo>
                    <a:pt x="882880" y="206862"/>
                  </a:lnTo>
                  <a:lnTo>
                    <a:pt x="883330" y="206819"/>
                  </a:lnTo>
                  <a:lnTo>
                    <a:pt x="884130" y="206668"/>
                  </a:lnTo>
                  <a:lnTo>
                    <a:pt x="885023" y="205938"/>
                  </a:lnTo>
                  <a:lnTo>
                    <a:pt x="885277" y="205860"/>
                  </a:lnTo>
                  <a:lnTo>
                    <a:pt x="886479" y="205347"/>
                  </a:lnTo>
                  <a:lnTo>
                    <a:pt x="887032" y="205481"/>
                  </a:lnTo>
                  <a:lnTo>
                    <a:pt x="887168" y="205545"/>
                  </a:lnTo>
                  <a:lnTo>
                    <a:pt x="888070" y="205288"/>
                  </a:lnTo>
                  <a:lnTo>
                    <a:pt x="888287" y="204967"/>
                  </a:lnTo>
                  <a:lnTo>
                    <a:pt x="889371" y="204035"/>
                  </a:lnTo>
                  <a:lnTo>
                    <a:pt x="890273" y="203648"/>
                  </a:lnTo>
                  <a:lnTo>
                    <a:pt x="890882" y="203441"/>
                  </a:lnTo>
                  <a:lnTo>
                    <a:pt x="892075" y="202812"/>
                  </a:lnTo>
                  <a:lnTo>
                    <a:pt x="892051" y="202540"/>
                  </a:lnTo>
                  <a:lnTo>
                    <a:pt x="892692" y="201661"/>
                  </a:lnTo>
                  <a:lnTo>
                    <a:pt x="893139" y="201650"/>
                  </a:lnTo>
                  <a:lnTo>
                    <a:pt x="895543" y="199570"/>
                  </a:lnTo>
                  <a:lnTo>
                    <a:pt x="895677" y="199489"/>
                  </a:lnTo>
                  <a:lnTo>
                    <a:pt x="896154" y="199238"/>
                  </a:lnTo>
                  <a:lnTo>
                    <a:pt x="897030" y="198003"/>
                  </a:lnTo>
                  <a:lnTo>
                    <a:pt x="897189" y="197698"/>
                  </a:lnTo>
                  <a:lnTo>
                    <a:pt x="897307" y="197555"/>
                  </a:lnTo>
                  <a:lnTo>
                    <a:pt x="897653" y="197161"/>
                  </a:lnTo>
                  <a:lnTo>
                    <a:pt x="897901" y="196950"/>
                  </a:lnTo>
                  <a:lnTo>
                    <a:pt x="899435" y="196187"/>
                  </a:lnTo>
                  <a:lnTo>
                    <a:pt x="900633" y="195353"/>
                  </a:lnTo>
                  <a:lnTo>
                    <a:pt x="901104" y="195025"/>
                  </a:lnTo>
                  <a:lnTo>
                    <a:pt x="901223" y="194612"/>
                  </a:lnTo>
                  <a:lnTo>
                    <a:pt x="901341" y="194449"/>
                  </a:lnTo>
                  <a:lnTo>
                    <a:pt x="901746" y="194018"/>
                  </a:lnTo>
                  <a:lnTo>
                    <a:pt x="903568" y="193256"/>
                  </a:lnTo>
                  <a:lnTo>
                    <a:pt x="903781" y="193097"/>
                  </a:lnTo>
                  <a:lnTo>
                    <a:pt x="904431" y="192802"/>
                  </a:lnTo>
                  <a:lnTo>
                    <a:pt x="904758" y="192765"/>
                  </a:lnTo>
                  <a:lnTo>
                    <a:pt x="904895" y="192752"/>
                  </a:lnTo>
                  <a:lnTo>
                    <a:pt x="905700" y="191780"/>
                  </a:lnTo>
                  <a:lnTo>
                    <a:pt x="906244" y="191198"/>
                  </a:lnTo>
                  <a:lnTo>
                    <a:pt x="906861" y="191099"/>
                  </a:lnTo>
                  <a:lnTo>
                    <a:pt x="907196" y="190982"/>
                  </a:lnTo>
                  <a:lnTo>
                    <a:pt x="907582" y="190267"/>
                  </a:lnTo>
                  <a:lnTo>
                    <a:pt x="908095" y="189086"/>
                  </a:lnTo>
                  <a:lnTo>
                    <a:pt x="908975" y="188316"/>
                  </a:lnTo>
                  <a:lnTo>
                    <a:pt x="909511" y="188023"/>
                  </a:lnTo>
                  <a:lnTo>
                    <a:pt x="910369" y="187814"/>
                  </a:lnTo>
                  <a:lnTo>
                    <a:pt x="910589" y="187717"/>
                  </a:lnTo>
                  <a:lnTo>
                    <a:pt x="911268" y="187321"/>
                  </a:lnTo>
                  <a:lnTo>
                    <a:pt x="911768" y="186964"/>
                  </a:lnTo>
                  <a:lnTo>
                    <a:pt x="912363" y="185425"/>
                  </a:lnTo>
                  <a:lnTo>
                    <a:pt x="912968" y="185260"/>
                  </a:lnTo>
                  <a:lnTo>
                    <a:pt x="913113" y="185243"/>
                  </a:lnTo>
                  <a:lnTo>
                    <a:pt x="913245" y="185219"/>
                  </a:lnTo>
                  <a:lnTo>
                    <a:pt x="913374" y="185179"/>
                  </a:lnTo>
                  <a:lnTo>
                    <a:pt x="913614" y="185123"/>
                  </a:lnTo>
                  <a:lnTo>
                    <a:pt x="913846" y="185078"/>
                  </a:lnTo>
                  <a:lnTo>
                    <a:pt x="913973" y="185049"/>
                  </a:lnTo>
                  <a:lnTo>
                    <a:pt x="915030" y="184381"/>
                  </a:lnTo>
                  <a:lnTo>
                    <a:pt x="916104" y="184646"/>
                  </a:lnTo>
                  <a:lnTo>
                    <a:pt x="916241" y="184657"/>
                  </a:lnTo>
                  <a:lnTo>
                    <a:pt x="916412" y="184674"/>
                  </a:lnTo>
                  <a:lnTo>
                    <a:pt x="917564" y="184193"/>
                  </a:lnTo>
                  <a:lnTo>
                    <a:pt x="917699" y="184220"/>
                  </a:lnTo>
                  <a:lnTo>
                    <a:pt x="918370" y="184330"/>
                  </a:lnTo>
                  <a:lnTo>
                    <a:pt x="918515" y="184383"/>
                  </a:lnTo>
                  <a:lnTo>
                    <a:pt x="918691" y="184438"/>
                  </a:lnTo>
                  <a:lnTo>
                    <a:pt x="919565" y="184460"/>
                  </a:lnTo>
                  <a:lnTo>
                    <a:pt x="920483" y="184556"/>
                  </a:lnTo>
                  <a:lnTo>
                    <a:pt x="920628" y="184577"/>
                  </a:lnTo>
                  <a:lnTo>
                    <a:pt x="920865" y="184594"/>
                  </a:lnTo>
                  <a:lnTo>
                    <a:pt x="922164" y="183876"/>
                  </a:lnTo>
                  <a:lnTo>
                    <a:pt x="922345" y="183866"/>
                  </a:lnTo>
                  <a:lnTo>
                    <a:pt x="923801" y="184601"/>
                  </a:lnTo>
                  <a:lnTo>
                    <a:pt x="924264" y="185116"/>
                  </a:lnTo>
                  <a:lnTo>
                    <a:pt x="926008" y="184845"/>
                  </a:lnTo>
                  <a:lnTo>
                    <a:pt x="926475" y="184774"/>
                  </a:lnTo>
                  <a:lnTo>
                    <a:pt x="926637" y="184797"/>
                  </a:lnTo>
                  <a:lnTo>
                    <a:pt x="926772" y="184818"/>
                  </a:lnTo>
                  <a:lnTo>
                    <a:pt x="927058" y="184858"/>
                  </a:lnTo>
                  <a:lnTo>
                    <a:pt x="927623" y="184932"/>
                  </a:lnTo>
                  <a:lnTo>
                    <a:pt x="929113" y="184398"/>
                  </a:lnTo>
                  <a:lnTo>
                    <a:pt x="929715" y="184430"/>
                  </a:lnTo>
                  <a:lnTo>
                    <a:pt x="930369" y="184388"/>
                  </a:lnTo>
                  <a:lnTo>
                    <a:pt x="931194" y="183928"/>
                  </a:lnTo>
                  <a:lnTo>
                    <a:pt x="931303" y="183781"/>
                  </a:lnTo>
                  <a:lnTo>
                    <a:pt x="931585" y="183456"/>
                  </a:lnTo>
                  <a:lnTo>
                    <a:pt x="932710" y="182941"/>
                  </a:lnTo>
                  <a:lnTo>
                    <a:pt x="932942" y="182943"/>
                  </a:lnTo>
                  <a:lnTo>
                    <a:pt x="933072" y="182954"/>
                  </a:lnTo>
                  <a:lnTo>
                    <a:pt x="933639" y="183019"/>
                  </a:lnTo>
                  <a:lnTo>
                    <a:pt x="934060" y="183119"/>
                  </a:lnTo>
                  <a:lnTo>
                    <a:pt x="934487" y="183228"/>
                  </a:lnTo>
                  <a:lnTo>
                    <a:pt x="934781" y="183260"/>
                  </a:lnTo>
                  <a:lnTo>
                    <a:pt x="936367" y="183053"/>
                  </a:lnTo>
                  <a:lnTo>
                    <a:pt x="936879" y="183004"/>
                  </a:lnTo>
                  <a:lnTo>
                    <a:pt x="937054" y="182929"/>
                  </a:lnTo>
                  <a:lnTo>
                    <a:pt x="937295" y="182825"/>
                  </a:lnTo>
                  <a:lnTo>
                    <a:pt x="937598" y="182746"/>
                  </a:lnTo>
                  <a:lnTo>
                    <a:pt x="938169" y="182553"/>
                  </a:lnTo>
                  <a:lnTo>
                    <a:pt x="938602" y="182687"/>
                  </a:lnTo>
                  <a:close/>
                </a:path>
              </a:pathLst>
            </a:custGeom>
            <a:solidFill>
              <a:srgbClr val="FFB572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7091872" y="1551113"/>
              <a:ext cx="183857" cy="183286"/>
            </a:xfrm>
            <a:custGeom>
              <a:avLst/>
              <a:pathLst>
                <a:path w="183857" h="183286">
                  <a:moveTo>
                    <a:pt x="182879" y="182880"/>
                  </a:moveTo>
                  <a:lnTo>
                    <a:pt x="183323" y="182872"/>
                  </a:lnTo>
                  <a:lnTo>
                    <a:pt x="183595" y="182868"/>
                  </a:lnTo>
                  <a:lnTo>
                    <a:pt x="183857" y="182995"/>
                  </a:lnTo>
                  <a:lnTo>
                    <a:pt x="183824" y="183279"/>
                  </a:lnTo>
                  <a:lnTo>
                    <a:pt x="183531" y="183283"/>
                  </a:lnTo>
                  <a:lnTo>
                    <a:pt x="183281" y="183286"/>
                  </a:lnTo>
                  <a:close/>
                </a:path>
              </a:pathLst>
            </a:custGeom>
            <a:solidFill>
              <a:srgbClr val="FDFEC5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7008724" y="1437643"/>
              <a:ext cx="286144" cy="373950"/>
            </a:xfrm>
            <a:custGeom>
              <a:avLst/>
              <a:pathLst>
                <a:path w="286144" h="373950">
                  <a:moveTo>
                    <a:pt x="182879" y="182880"/>
                  </a:moveTo>
                  <a:lnTo>
                    <a:pt x="183248" y="183056"/>
                  </a:lnTo>
                  <a:lnTo>
                    <a:pt x="183573" y="183148"/>
                  </a:lnTo>
                  <a:lnTo>
                    <a:pt x="184289" y="183562"/>
                  </a:lnTo>
                  <a:lnTo>
                    <a:pt x="184419" y="183876"/>
                  </a:lnTo>
                  <a:lnTo>
                    <a:pt x="184605" y="184254"/>
                  </a:lnTo>
                  <a:lnTo>
                    <a:pt x="184616" y="184565"/>
                  </a:lnTo>
                  <a:lnTo>
                    <a:pt x="184415" y="184727"/>
                  </a:lnTo>
                  <a:lnTo>
                    <a:pt x="184000" y="184882"/>
                  </a:lnTo>
                  <a:lnTo>
                    <a:pt x="183622" y="184969"/>
                  </a:lnTo>
                  <a:lnTo>
                    <a:pt x="183082" y="185171"/>
                  </a:lnTo>
                  <a:lnTo>
                    <a:pt x="183129" y="185333"/>
                  </a:lnTo>
                  <a:lnTo>
                    <a:pt x="183160" y="185474"/>
                  </a:lnTo>
                  <a:lnTo>
                    <a:pt x="182608" y="185745"/>
                  </a:lnTo>
                  <a:lnTo>
                    <a:pt x="182481" y="185465"/>
                  </a:lnTo>
                  <a:lnTo>
                    <a:pt x="182345" y="185546"/>
                  </a:lnTo>
                  <a:lnTo>
                    <a:pt x="182356" y="185684"/>
                  </a:lnTo>
                  <a:lnTo>
                    <a:pt x="182005" y="185887"/>
                  </a:lnTo>
                  <a:lnTo>
                    <a:pt x="181901" y="186132"/>
                  </a:lnTo>
                  <a:lnTo>
                    <a:pt x="181718" y="186488"/>
                  </a:lnTo>
                  <a:lnTo>
                    <a:pt x="181464" y="186446"/>
                  </a:lnTo>
                  <a:lnTo>
                    <a:pt x="181280" y="187289"/>
                  </a:lnTo>
                  <a:lnTo>
                    <a:pt x="181146" y="187802"/>
                  </a:lnTo>
                  <a:lnTo>
                    <a:pt x="181089" y="187955"/>
                  </a:lnTo>
                  <a:lnTo>
                    <a:pt x="181090" y="188217"/>
                  </a:lnTo>
                  <a:lnTo>
                    <a:pt x="181074" y="188444"/>
                  </a:lnTo>
                  <a:lnTo>
                    <a:pt x="180937" y="189016"/>
                  </a:lnTo>
                  <a:lnTo>
                    <a:pt x="180888" y="189247"/>
                  </a:lnTo>
                  <a:lnTo>
                    <a:pt x="180861" y="189409"/>
                  </a:lnTo>
                  <a:lnTo>
                    <a:pt x="180812" y="190100"/>
                  </a:lnTo>
                  <a:lnTo>
                    <a:pt x="180803" y="190466"/>
                  </a:lnTo>
                  <a:lnTo>
                    <a:pt x="180823" y="190804"/>
                  </a:lnTo>
                  <a:lnTo>
                    <a:pt x="180886" y="191362"/>
                  </a:lnTo>
                  <a:lnTo>
                    <a:pt x="180718" y="191836"/>
                  </a:lnTo>
                  <a:lnTo>
                    <a:pt x="180855" y="191982"/>
                  </a:lnTo>
                  <a:lnTo>
                    <a:pt x="180840" y="192223"/>
                  </a:lnTo>
                  <a:lnTo>
                    <a:pt x="180759" y="192551"/>
                  </a:lnTo>
                  <a:lnTo>
                    <a:pt x="180691" y="192715"/>
                  </a:lnTo>
                  <a:lnTo>
                    <a:pt x="180553" y="192945"/>
                  </a:lnTo>
                  <a:lnTo>
                    <a:pt x="180638" y="193099"/>
                  </a:lnTo>
                  <a:lnTo>
                    <a:pt x="180469" y="193274"/>
                  </a:lnTo>
                  <a:lnTo>
                    <a:pt x="180992" y="193435"/>
                  </a:lnTo>
                  <a:lnTo>
                    <a:pt x="180809" y="194605"/>
                  </a:lnTo>
                  <a:lnTo>
                    <a:pt x="180262" y="194738"/>
                  </a:lnTo>
                  <a:lnTo>
                    <a:pt x="180450" y="194751"/>
                  </a:lnTo>
                  <a:lnTo>
                    <a:pt x="180636" y="194737"/>
                  </a:lnTo>
                  <a:lnTo>
                    <a:pt x="181292" y="194706"/>
                  </a:lnTo>
                  <a:lnTo>
                    <a:pt x="181377" y="195120"/>
                  </a:lnTo>
                  <a:lnTo>
                    <a:pt x="181151" y="195189"/>
                  </a:lnTo>
                  <a:lnTo>
                    <a:pt x="180623" y="195451"/>
                  </a:lnTo>
                  <a:lnTo>
                    <a:pt x="180623" y="195589"/>
                  </a:lnTo>
                  <a:lnTo>
                    <a:pt x="180841" y="195887"/>
                  </a:lnTo>
                  <a:lnTo>
                    <a:pt x="181169" y="195735"/>
                  </a:lnTo>
                  <a:lnTo>
                    <a:pt x="181283" y="196011"/>
                  </a:lnTo>
                  <a:lnTo>
                    <a:pt x="181252" y="196230"/>
                  </a:lnTo>
                  <a:lnTo>
                    <a:pt x="181249" y="196363"/>
                  </a:lnTo>
                  <a:lnTo>
                    <a:pt x="181372" y="196561"/>
                  </a:lnTo>
                  <a:lnTo>
                    <a:pt x="181639" y="196748"/>
                  </a:lnTo>
                  <a:lnTo>
                    <a:pt x="182090" y="197545"/>
                  </a:lnTo>
                  <a:lnTo>
                    <a:pt x="182338" y="197586"/>
                  </a:lnTo>
                  <a:lnTo>
                    <a:pt x="182548" y="197705"/>
                  </a:lnTo>
                  <a:lnTo>
                    <a:pt x="183463" y="197197"/>
                  </a:lnTo>
                  <a:lnTo>
                    <a:pt x="183654" y="197361"/>
                  </a:lnTo>
                  <a:lnTo>
                    <a:pt x="183783" y="197456"/>
                  </a:lnTo>
                  <a:lnTo>
                    <a:pt x="184062" y="197660"/>
                  </a:lnTo>
                  <a:lnTo>
                    <a:pt x="184337" y="197835"/>
                  </a:lnTo>
                  <a:lnTo>
                    <a:pt x="184742" y="198051"/>
                  </a:lnTo>
                  <a:lnTo>
                    <a:pt x="184954" y="198145"/>
                  </a:lnTo>
                  <a:lnTo>
                    <a:pt x="185385" y="198317"/>
                  </a:lnTo>
                  <a:lnTo>
                    <a:pt x="185683" y="198459"/>
                  </a:lnTo>
                  <a:lnTo>
                    <a:pt x="185923" y="198559"/>
                  </a:lnTo>
                  <a:lnTo>
                    <a:pt x="186145" y="198586"/>
                  </a:lnTo>
                  <a:lnTo>
                    <a:pt x="186349" y="198565"/>
                  </a:lnTo>
                  <a:lnTo>
                    <a:pt x="186633" y="198441"/>
                  </a:lnTo>
                  <a:lnTo>
                    <a:pt x="186777" y="198444"/>
                  </a:lnTo>
                  <a:lnTo>
                    <a:pt x="187393" y="198586"/>
                  </a:lnTo>
                  <a:lnTo>
                    <a:pt x="187502" y="198958"/>
                  </a:lnTo>
                  <a:lnTo>
                    <a:pt x="187722" y="199182"/>
                  </a:lnTo>
                  <a:lnTo>
                    <a:pt x="188107" y="199193"/>
                  </a:lnTo>
                  <a:lnTo>
                    <a:pt x="188510" y="199279"/>
                  </a:lnTo>
                  <a:lnTo>
                    <a:pt x="188883" y="199377"/>
                  </a:lnTo>
                  <a:lnTo>
                    <a:pt x="189248" y="199447"/>
                  </a:lnTo>
                  <a:lnTo>
                    <a:pt x="189450" y="199246"/>
                  </a:lnTo>
                  <a:lnTo>
                    <a:pt x="189641" y="199523"/>
                  </a:lnTo>
                  <a:lnTo>
                    <a:pt x="190019" y="199577"/>
                  </a:lnTo>
                  <a:lnTo>
                    <a:pt x="190021" y="199410"/>
                  </a:lnTo>
                  <a:lnTo>
                    <a:pt x="190513" y="199572"/>
                  </a:lnTo>
                  <a:lnTo>
                    <a:pt x="190804" y="199742"/>
                  </a:lnTo>
                  <a:lnTo>
                    <a:pt x="190717" y="199873"/>
                  </a:lnTo>
                  <a:lnTo>
                    <a:pt x="190999" y="200057"/>
                  </a:lnTo>
                  <a:lnTo>
                    <a:pt x="191146" y="200024"/>
                  </a:lnTo>
                  <a:lnTo>
                    <a:pt x="191307" y="199929"/>
                  </a:lnTo>
                  <a:lnTo>
                    <a:pt x="191505" y="199783"/>
                  </a:lnTo>
                  <a:lnTo>
                    <a:pt x="192515" y="200142"/>
                  </a:lnTo>
                  <a:lnTo>
                    <a:pt x="192651" y="200140"/>
                  </a:lnTo>
                  <a:lnTo>
                    <a:pt x="192785" y="200123"/>
                  </a:lnTo>
                  <a:lnTo>
                    <a:pt x="192954" y="200045"/>
                  </a:lnTo>
                  <a:lnTo>
                    <a:pt x="193221" y="199921"/>
                  </a:lnTo>
                  <a:lnTo>
                    <a:pt x="193112" y="200306"/>
                  </a:lnTo>
                  <a:lnTo>
                    <a:pt x="192841" y="200402"/>
                  </a:lnTo>
                  <a:lnTo>
                    <a:pt x="192562" y="200403"/>
                  </a:lnTo>
                  <a:lnTo>
                    <a:pt x="192562" y="200771"/>
                  </a:lnTo>
                  <a:lnTo>
                    <a:pt x="191539" y="200682"/>
                  </a:lnTo>
                  <a:lnTo>
                    <a:pt x="191713" y="200880"/>
                  </a:lnTo>
                  <a:lnTo>
                    <a:pt x="191793" y="201059"/>
                  </a:lnTo>
                  <a:lnTo>
                    <a:pt x="191638" y="201367"/>
                  </a:lnTo>
                  <a:lnTo>
                    <a:pt x="191426" y="201360"/>
                  </a:lnTo>
                  <a:lnTo>
                    <a:pt x="191169" y="201537"/>
                  </a:lnTo>
                  <a:lnTo>
                    <a:pt x="191115" y="201690"/>
                  </a:lnTo>
                  <a:lnTo>
                    <a:pt x="191158" y="201848"/>
                  </a:lnTo>
                  <a:lnTo>
                    <a:pt x="190884" y="202201"/>
                  </a:lnTo>
                  <a:lnTo>
                    <a:pt x="190626" y="202231"/>
                  </a:lnTo>
                  <a:lnTo>
                    <a:pt x="190533" y="202446"/>
                  </a:lnTo>
                  <a:lnTo>
                    <a:pt x="190905" y="202701"/>
                  </a:lnTo>
                  <a:lnTo>
                    <a:pt x="191007" y="202832"/>
                  </a:lnTo>
                  <a:lnTo>
                    <a:pt x="191562" y="203170"/>
                  </a:lnTo>
                  <a:lnTo>
                    <a:pt x="191786" y="203386"/>
                  </a:lnTo>
                  <a:lnTo>
                    <a:pt x="192068" y="203679"/>
                  </a:lnTo>
                  <a:lnTo>
                    <a:pt x="192452" y="204048"/>
                  </a:lnTo>
                  <a:lnTo>
                    <a:pt x="193288" y="204741"/>
                  </a:lnTo>
                  <a:lnTo>
                    <a:pt x="193453" y="204884"/>
                  </a:lnTo>
                  <a:lnTo>
                    <a:pt x="193918" y="204385"/>
                  </a:lnTo>
                  <a:lnTo>
                    <a:pt x="194617" y="204506"/>
                  </a:lnTo>
                  <a:lnTo>
                    <a:pt x="194475" y="205291"/>
                  </a:lnTo>
                  <a:lnTo>
                    <a:pt x="195011" y="205536"/>
                  </a:lnTo>
                  <a:lnTo>
                    <a:pt x="194810" y="205913"/>
                  </a:lnTo>
                  <a:lnTo>
                    <a:pt x="195257" y="206114"/>
                  </a:lnTo>
                  <a:lnTo>
                    <a:pt x="195701" y="206408"/>
                  </a:lnTo>
                  <a:lnTo>
                    <a:pt x="196190" y="206642"/>
                  </a:lnTo>
                  <a:lnTo>
                    <a:pt x="196786" y="206917"/>
                  </a:lnTo>
                  <a:lnTo>
                    <a:pt x="197312" y="207154"/>
                  </a:lnTo>
                  <a:lnTo>
                    <a:pt x="198101" y="208064"/>
                  </a:lnTo>
                  <a:lnTo>
                    <a:pt x="198093" y="208479"/>
                  </a:lnTo>
                  <a:lnTo>
                    <a:pt x="198143" y="208798"/>
                  </a:lnTo>
                  <a:lnTo>
                    <a:pt x="197961" y="209471"/>
                  </a:lnTo>
                  <a:lnTo>
                    <a:pt x="198335" y="209333"/>
                  </a:lnTo>
                  <a:lnTo>
                    <a:pt x="198471" y="209295"/>
                  </a:lnTo>
                  <a:lnTo>
                    <a:pt x="199113" y="209265"/>
                  </a:lnTo>
                  <a:lnTo>
                    <a:pt x="199501" y="209073"/>
                  </a:lnTo>
                  <a:lnTo>
                    <a:pt x="199816" y="209106"/>
                  </a:lnTo>
                  <a:lnTo>
                    <a:pt x="200211" y="208965"/>
                  </a:lnTo>
                  <a:lnTo>
                    <a:pt x="200804" y="209015"/>
                  </a:lnTo>
                  <a:lnTo>
                    <a:pt x="201057" y="209108"/>
                  </a:lnTo>
                  <a:lnTo>
                    <a:pt x="201204" y="209176"/>
                  </a:lnTo>
                  <a:lnTo>
                    <a:pt x="201398" y="209266"/>
                  </a:lnTo>
                  <a:lnTo>
                    <a:pt x="202182" y="209639"/>
                  </a:lnTo>
                  <a:lnTo>
                    <a:pt x="203046" y="210201"/>
                  </a:lnTo>
                  <a:lnTo>
                    <a:pt x="203222" y="210155"/>
                  </a:lnTo>
                  <a:lnTo>
                    <a:pt x="203458" y="210369"/>
                  </a:lnTo>
                  <a:lnTo>
                    <a:pt x="203516" y="210655"/>
                  </a:lnTo>
                  <a:lnTo>
                    <a:pt x="203288" y="210804"/>
                  </a:lnTo>
                  <a:lnTo>
                    <a:pt x="203573" y="211079"/>
                  </a:lnTo>
                  <a:lnTo>
                    <a:pt x="203373" y="211308"/>
                  </a:lnTo>
                  <a:lnTo>
                    <a:pt x="203744" y="211580"/>
                  </a:lnTo>
                  <a:lnTo>
                    <a:pt x="204200" y="211574"/>
                  </a:lnTo>
                  <a:lnTo>
                    <a:pt x="204456" y="211533"/>
                  </a:lnTo>
                  <a:lnTo>
                    <a:pt x="204587" y="211544"/>
                  </a:lnTo>
                  <a:lnTo>
                    <a:pt x="204963" y="211605"/>
                  </a:lnTo>
                  <a:lnTo>
                    <a:pt x="205394" y="211793"/>
                  </a:lnTo>
                  <a:lnTo>
                    <a:pt x="205666" y="211826"/>
                  </a:lnTo>
                  <a:lnTo>
                    <a:pt x="206348" y="211881"/>
                  </a:lnTo>
                  <a:lnTo>
                    <a:pt x="206996" y="211960"/>
                  </a:lnTo>
                  <a:lnTo>
                    <a:pt x="207357" y="212055"/>
                  </a:lnTo>
                  <a:lnTo>
                    <a:pt x="207705" y="212156"/>
                  </a:lnTo>
                  <a:lnTo>
                    <a:pt x="208125" y="212300"/>
                  </a:lnTo>
                  <a:lnTo>
                    <a:pt x="209059" y="212442"/>
                  </a:lnTo>
                  <a:lnTo>
                    <a:pt x="209537" y="212612"/>
                  </a:lnTo>
                  <a:lnTo>
                    <a:pt x="209773" y="212714"/>
                  </a:lnTo>
                  <a:lnTo>
                    <a:pt x="210161" y="212857"/>
                  </a:lnTo>
                  <a:lnTo>
                    <a:pt x="210812" y="213107"/>
                  </a:lnTo>
                  <a:lnTo>
                    <a:pt x="211286" y="213230"/>
                  </a:lnTo>
                  <a:lnTo>
                    <a:pt x="211780" y="213533"/>
                  </a:lnTo>
                  <a:lnTo>
                    <a:pt x="212119" y="213401"/>
                  </a:lnTo>
                  <a:lnTo>
                    <a:pt x="212940" y="213868"/>
                  </a:lnTo>
                  <a:lnTo>
                    <a:pt x="213909" y="214412"/>
                  </a:lnTo>
                  <a:lnTo>
                    <a:pt x="214168" y="214629"/>
                  </a:lnTo>
                  <a:lnTo>
                    <a:pt x="214318" y="214755"/>
                  </a:lnTo>
                  <a:lnTo>
                    <a:pt x="214862" y="215230"/>
                  </a:lnTo>
                  <a:lnTo>
                    <a:pt x="215213" y="215881"/>
                  </a:lnTo>
                  <a:lnTo>
                    <a:pt x="215354" y="215823"/>
                  </a:lnTo>
                  <a:lnTo>
                    <a:pt x="215651" y="215733"/>
                  </a:lnTo>
                  <a:lnTo>
                    <a:pt x="215826" y="215799"/>
                  </a:lnTo>
                  <a:lnTo>
                    <a:pt x="216244" y="215995"/>
                  </a:lnTo>
                  <a:lnTo>
                    <a:pt x="216431" y="216078"/>
                  </a:lnTo>
                  <a:lnTo>
                    <a:pt x="217347" y="216446"/>
                  </a:lnTo>
                  <a:lnTo>
                    <a:pt x="217805" y="216668"/>
                  </a:lnTo>
                  <a:lnTo>
                    <a:pt x="218632" y="217040"/>
                  </a:lnTo>
                  <a:lnTo>
                    <a:pt x="218788" y="217072"/>
                  </a:lnTo>
                  <a:lnTo>
                    <a:pt x="219056" y="217150"/>
                  </a:lnTo>
                  <a:lnTo>
                    <a:pt x="219321" y="217329"/>
                  </a:lnTo>
                  <a:lnTo>
                    <a:pt x="219537" y="217485"/>
                  </a:lnTo>
                  <a:lnTo>
                    <a:pt x="220146" y="217716"/>
                  </a:lnTo>
                  <a:lnTo>
                    <a:pt x="220968" y="218017"/>
                  </a:lnTo>
                  <a:lnTo>
                    <a:pt x="221898" y="218478"/>
                  </a:lnTo>
                  <a:lnTo>
                    <a:pt x="222052" y="218615"/>
                  </a:lnTo>
                  <a:lnTo>
                    <a:pt x="222358" y="219588"/>
                  </a:lnTo>
                  <a:lnTo>
                    <a:pt x="222297" y="219841"/>
                  </a:lnTo>
                  <a:lnTo>
                    <a:pt x="222605" y="220148"/>
                  </a:lnTo>
                  <a:lnTo>
                    <a:pt x="222664" y="220475"/>
                  </a:lnTo>
                  <a:lnTo>
                    <a:pt x="222415" y="220867"/>
                  </a:lnTo>
                  <a:lnTo>
                    <a:pt x="222526" y="221063"/>
                  </a:lnTo>
                  <a:lnTo>
                    <a:pt x="222698" y="221356"/>
                  </a:lnTo>
                  <a:lnTo>
                    <a:pt x="222778" y="221609"/>
                  </a:lnTo>
                  <a:lnTo>
                    <a:pt x="222872" y="221925"/>
                  </a:lnTo>
                  <a:lnTo>
                    <a:pt x="223038" y="222540"/>
                  </a:lnTo>
                  <a:lnTo>
                    <a:pt x="223090" y="222775"/>
                  </a:lnTo>
                  <a:lnTo>
                    <a:pt x="223118" y="222908"/>
                  </a:lnTo>
                  <a:lnTo>
                    <a:pt x="223254" y="222969"/>
                  </a:lnTo>
                  <a:lnTo>
                    <a:pt x="223229" y="223155"/>
                  </a:lnTo>
                  <a:lnTo>
                    <a:pt x="223229" y="223496"/>
                  </a:lnTo>
                  <a:lnTo>
                    <a:pt x="223233" y="223648"/>
                  </a:lnTo>
                  <a:lnTo>
                    <a:pt x="223255" y="223782"/>
                  </a:lnTo>
                  <a:lnTo>
                    <a:pt x="223284" y="223957"/>
                  </a:lnTo>
                  <a:lnTo>
                    <a:pt x="223357" y="224218"/>
                  </a:lnTo>
                  <a:lnTo>
                    <a:pt x="223416" y="224413"/>
                  </a:lnTo>
                  <a:lnTo>
                    <a:pt x="223691" y="225192"/>
                  </a:lnTo>
                  <a:lnTo>
                    <a:pt x="223812" y="225533"/>
                  </a:lnTo>
                  <a:lnTo>
                    <a:pt x="223947" y="225685"/>
                  </a:lnTo>
                  <a:lnTo>
                    <a:pt x="224033" y="225894"/>
                  </a:lnTo>
                  <a:lnTo>
                    <a:pt x="224247" y="226211"/>
                  </a:lnTo>
                  <a:lnTo>
                    <a:pt x="224317" y="226378"/>
                  </a:lnTo>
                  <a:lnTo>
                    <a:pt x="224381" y="226769"/>
                  </a:lnTo>
                  <a:lnTo>
                    <a:pt x="224295" y="226927"/>
                  </a:lnTo>
                  <a:lnTo>
                    <a:pt x="224312" y="227551"/>
                  </a:lnTo>
                  <a:lnTo>
                    <a:pt x="224522" y="227687"/>
                  </a:lnTo>
                  <a:lnTo>
                    <a:pt x="224802" y="227996"/>
                  </a:lnTo>
                  <a:lnTo>
                    <a:pt x="225115" y="228518"/>
                  </a:lnTo>
                  <a:lnTo>
                    <a:pt x="225576" y="229326"/>
                  </a:lnTo>
                  <a:lnTo>
                    <a:pt x="225687" y="229511"/>
                  </a:lnTo>
                  <a:lnTo>
                    <a:pt x="225862" y="229830"/>
                  </a:lnTo>
                  <a:lnTo>
                    <a:pt x="225915" y="229971"/>
                  </a:lnTo>
                  <a:lnTo>
                    <a:pt x="226008" y="230216"/>
                  </a:lnTo>
                  <a:lnTo>
                    <a:pt x="226095" y="230435"/>
                  </a:lnTo>
                  <a:lnTo>
                    <a:pt x="226670" y="231604"/>
                  </a:lnTo>
                  <a:lnTo>
                    <a:pt x="226839" y="231985"/>
                  </a:lnTo>
                  <a:lnTo>
                    <a:pt x="226993" y="232556"/>
                  </a:lnTo>
                  <a:lnTo>
                    <a:pt x="227205" y="233042"/>
                  </a:lnTo>
                  <a:lnTo>
                    <a:pt x="227462" y="233456"/>
                  </a:lnTo>
                  <a:lnTo>
                    <a:pt x="227624" y="233757"/>
                  </a:lnTo>
                  <a:lnTo>
                    <a:pt x="227878" y="234265"/>
                  </a:lnTo>
                  <a:lnTo>
                    <a:pt x="227972" y="234520"/>
                  </a:lnTo>
                  <a:lnTo>
                    <a:pt x="228015" y="234687"/>
                  </a:lnTo>
                  <a:lnTo>
                    <a:pt x="228114" y="235175"/>
                  </a:lnTo>
                  <a:lnTo>
                    <a:pt x="228252" y="235522"/>
                  </a:lnTo>
                  <a:lnTo>
                    <a:pt x="228512" y="235931"/>
                  </a:lnTo>
                  <a:lnTo>
                    <a:pt x="228897" y="236508"/>
                  </a:lnTo>
                  <a:lnTo>
                    <a:pt x="229339" y="237218"/>
                  </a:lnTo>
                  <a:lnTo>
                    <a:pt x="229574" y="237702"/>
                  </a:lnTo>
                  <a:lnTo>
                    <a:pt x="229972" y="238560"/>
                  </a:lnTo>
                  <a:lnTo>
                    <a:pt x="230147" y="238886"/>
                  </a:lnTo>
                  <a:lnTo>
                    <a:pt x="230345" y="239430"/>
                  </a:lnTo>
                  <a:lnTo>
                    <a:pt x="230366" y="239712"/>
                  </a:lnTo>
                  <a:lnTo>
                    <a:pt x="230356" y="239906"/>
                  </a:lnTo>
                  <a:lnTo>
                    <a:pt x="230140" y="240753"/>
                  </a:lnTo>
                  <a:lnTo>
                    <a:pt x="230717" y="240448"/>
                  </a:lnTo>
                  <a:lnTo>
                    <a:pt x="231020" y="240654"/>
                  </a:lnTo>
                  <a:lnTo>
                    <a:pt x="231664" y="241171"/>
                  </a:lnTo>
                  <a:lnTo>
                    <a:pt x="231769" y="241329"/>
                  </a:lnTo>
                  <a:lnTo>
                    <a:pt x="232139" y="241952"/>
                  </a:lnTo>
                  <a:lnTo>
                    <a:pt x="232356" y="242485"/>
                  </a:lnTo>
                  <a:lnTo>
                    <a:pt x="232603" y="243123"/>
                  </a:lnTo>
                  <a:lnTo>
                    <a:pt x="232741" y="243509"/>
                  </a:lnTo>
                  <a:lnTo>
                    <a:pt x="232843" y="243796"/>
                  </a:lnTo>
                  <a:lnTo>
                    <a:pt x="232953" y="244084"/>
                  </a:lnTo>
                  <a:lnTo>
                    <a:pt x="233113" y="244314"/>
                  </a:lnTo>
                  <a:lnTo>
                    <a:pt x="233526" y="245272"/>
                  </a:lnTo>
                  <a:lnTo>
                    <a:pt x="233625" y="245613"/>
                  </a:lnTo>
                  <a:lnTo>
                    <a:pt x="233781" y="246289"/>
                  </a:lnTo>
                  <a:lnTo>
                    <a:pt x="234092" y="246798"/>
                  </a:lnTo>
                  <a:lnTo>
                    <a:pt x="234204" y="247056"/>
                  </a:lnTo>
                  <a:lnTo>
                    <a:pt x="234139" y="247596"/>
                  </a:lnTo>
                  <a:lnTo>
                    <a:pt x="233691" y="247988"/>
                  </a:lnTo>
                  <a:lnTo>
                    <a:pt x="233549" y="248279"/>
                  </a:lnTo>
                  <a:lnTo>
                    <a:pt x="234231" y="248687"/>
                  </a:lnTo>
                  <a:lnTo>
                    <a:pt x="234195" y="248947"/>
                  </a:lnTo>
                  <a:lnTo>
                    <a:pt x="234158" y="249214"/>
                  </a:lnTo>
                  <a:lnTo>
                    <a:pt x="234176" y="249810"/>
                  </a:lnTo>
                  <a:lnTo>
                    <a:pt x="233433" y="250289"/>
                  </a:lnTo>
                  <a:lnTo>
                    <a:pt x="233123" y="250491"/>
                  </a:lnTo>
                  <a:lnTo>
                    <a:pt x="233419" y="251045"/>
                  </a:lnTo>
                  <a:lnTo>
                    <a:pt x="232774" y="251632"/>
                  </a:lnTo>
                  <a:lnTo>
                    <a:pt x="232902" y="251822"/>
                  </a:lnTo>
                  <a:lnTo>
                    <a:pt x="233027" y="251992"/>
                  </a:lnTo>
                  <a:lnTo>
                    <a:pt x="233748" y="252593"/>
                  </a:lnTo>
                  <a:lnTo>
                    <a:pt x="234690" y="253381"/>
                  </a:lnTo>
                  <a:lnTo>
                    <a:pt x="235139" y="253563"/>
                  </a:lnTo>
                  <a:lnTo>
                    <a:pt x="235542" y="253579"/>
                  </a:lnTo>
                  <a:lnTo>
                    <a:pt x="235856" y="253627"/>
                  </a:lnTo>
                  <a:lnTo>
                    <a:pt x="236132" y="253740"/>
                  </a:lnTo>
                  <a:lnTo>
                    <a:pt x="236502" y="253915"/>
                  </a:lnTo>
                  <a:lnTo>
                    <a:pt x="236373" y="253979"/>
                  </a:lnTo>
                  <a:lnTo>
                    <a:pt x="236121" y="254019"/>
                  </a:lnTo>
                  <a:lnTo>
                    <a:pt x="235958" y="254227"/>
                  </a:lnTo>
                  <a:lnTo>
                    <a:pt x="236251" y="254116"/>
                  </a:lnTo>
                  <a:lnTo>
                    <a:pt x="236918" y="254153"/>
                  </a:lnTo>
                  <a:lnTo>
                    <a:pt x="236906" y="254530"/>
                  </a:lnTo>
                  <a:lnTo>
                    <a:pt x="236952" y="254909"/>
                  </a:lnTo>
                  <a:lnTo>
                    <a:pt x="237250" y="254943"/>
                  </a:lnTo>
                  <a:lnTo>
                    <a:pt x="237630" y="254951"/>
                  </a:lnTo>
                  <a:lnTo>
                    <a:pt x="237969" y="255366"/>
                  </a:lnTo>
                  <a:lnTo>
                    <a:pt x="238151" y="256045"/>
                  </a:lnTo>
                  <a:lnTo>
                    <a:pt x="238234" y="256448"/>
                  </a:lnTo>
                  <a:lnTo>
                    <a:pt x="238451" y="257242"/>
                  </a:lnTo>
                  <a:lnTo>
                    <a:pt x="238601" y="257200"/>
                  </a:lnTo>
                  <a:lnTo>
                    <a:pt x="238996" y="257210"/>
                  </a:lnTo>
                  <a:lnTo>
                    <a:pt x="239272" y="257888"/>
                  </a:lnTo>
                  <a:lnTo>
                    <a:pt x="239276" y="258252"/>
                  </a:lnTo>
                  <a:lnTo>
                    <a:pt x="239300" y="258469"/>
                  </a:lnTo>
                  <a:lnTo>
                    <a:pt x="239473" y="258584"/>
                  </a:lnTo>
                  <a:lnTo>
                    <a:pt x="239577" y="259006"/>
                  </a:lnTo>
                  <a:lnTo>
                    <a:pt x="239247" y="259310"/>
                  </a:lnTo>
                  <a:lnTo>
                    <a:pt x="239116" y="259376"/>
                  </a:lnTo>
                  <a:lnTo>
                    <a:pt x="238841" y="259531"/>
                  </a:lnTo>
                  <a:lnTo>
                    <a:pt x="238953" y="259646"/>
                  </a:lnTo>
                  <a:lnTo>
                    <a:pt x="239240" y="259499"/>
                  </a:lnTo>
                  <a:lnTo>
                    <a:pt x="239491" y="259435"/>
                  </a:lnTo>
                  <a:lnTo>
                    <a:pt x="239606" y="260203"/>
                  </a:lnTo>
                  <a:lnTo>
                    <a:pt x="239067" y="260741"/>
                  </a:lnTo>
                  <a:lnTo>
                    <a:pt x="238301" y="261210"/>
                  </a:lnTo>
                  <a:lnTo>
                    <a:pt x="237910" y="261307"/>
                  </a:lnTo>
                  <a:lnTo>
                    <a:pt x="237829" y="261397"/>
                  </a:lnTo>
                  <a:lnTo>
                    <a:pt x="238526" y="261330"/>
                  </a:lnTo>
                  <a:lnTo>
                    <a:pt x="238835" y="260980"/>
                  </a:lnTo>
                  <a:lnTo>
                    <a:pt x="239110" y="260889"/>
                  </a:lnTo>
                  <a:lnTo>
                    <a:pt x="239303" y="260914"/>
                  </a:lnTo>
                  <a:lnTo>
                    <a:pt x="239801" y="260543"/>
                  </a:lnTo>
                  <a:lnTo>
                    <a:pt x="239845" y="260715"/>
                  </a:lnTo>
                  <a:lnTo>
                    <a:pt x="239919" y="260892"/>
                  </a:lnTo>
                  <a:lnTo>
                    <a:pt x="240126" y="261229"/>
                  </a:lnTo>
                  <a:lnTo>
                    <a:pt x="240422" y="261312"/>
                  </a:lnTo>
                  <a:lnTo>
                    <a:pt x="240610" y="261673"/>
                  </a:lnTo>
                  <a:lnTo>
                    <a:pt x="240765" y="261852"/>
                  </a:lnTo>
                  <a:lnTo>
                    <a:pt x="241163" y="263053"/>
                  </a:lnTo>
                  <a:lnTo>
                    <a:pt x="241345" y="263304"/>
                  </a:lnTo>
                  <a:lnTo>
                    <a:pt x="241585" y="263680"/>
                  </a:lnTo>
                  <a:lnTo>
                    <a:pt x="241633" y="263942"/>
                  </a:lnTo>
                  <a:lnTo>
                    <a:pt x="241935" y="264721"/>
                  </a:lnTo>
                  <a:lnTo>
                    <a:pt x="242333" y="265719"/>
                  </a:lnTo>
                  <a:lnTo>
                    <a:pt x="242442" y="265992"/>
                  </a:lnTo>
                  <a:lnTo>
                    <a:pt x="243238" y="265840"/>
                  </a:lnTo>
                  <a:lnTo>
                    <a:pt x="243770" y="265716"/>
                  </a:lnTo>
                  <a:lnTo>
                    <a:pt x="244046" y="266411"/>
                  </a:lnTo>
                  <a:lnTo>
                    <a:pt x="243606" y="266586"/>
                  </a:lnTo>
                  <a:lnTo>
                    <a:pt x="243869" y="267018"/>
                  </a:lnTo>
                  <a:lnTo>
                    <a:pt x="243968" y="267385"/>
                  </a:lnTo>
                  <a:lnTo>
                    <a:pt x="244032" y="267624"/>
                  </a:lnTo>
                  <a:lnTo>
                    <a:pt x="244091" y="267848"/>
                  </a:lnTo>
                  <a:lnTo>
                    <a:pt x="243553" y="268038"/>
                  </a:lnTo>
                  <a:lnTo>
                    <a:pt x="243716" y="268315"/>
                  </a:lnTo>
                  <a:lnTo>
                    <a:pt x="243957" y="268704"/>
                  </a:lnTo>
                  <a:lnTo>
                    <a:pt x="244053" y="269072"/>
                  </a:lnTo>
                  <a:lnTo>
                    <a:pt x="244151" y="269254"/>
                  </a:lnTo>
                  <a:lnTo>
                    <a:pt x="244226" y="269392"/>
                  </a:lnTo>
                  <a:lnTo>
                    <a:pt x="244395" y="269706"/>
                  </a:lnTo>
                  <a:lnTo>
                    <a:pt x="244590" y="270574"/>
                  </a:lnTo>
                  <a:lnTo>
                    <a:pt x="244685" y="270746"/>
                  </a:lnTo>
                  <a:lnTo>
                    <a:pt x="244849" y="271198"/>
                  </a:lnTo>
                  <a:lnTo>
                    <a:pt x="245042" y="271917"/>
                  </a:lnTo>
                  <a:lnTo>
                    <a:pt x="245049" y="272544"/>
                  </a:lnTo>
                  <a:lnTo>
                    <a:pt x="245046" y="272789"/>
                  </a:lnTo>
                  <a:lnTo>
                    <a:pt x="245023" y="273145"/>
                  </a:lnTo>
                  <a:lnTo>
                    <a:pt x="244934" y="273404"/>
                  </a:lnTo>
                  <a:lnTo>
                    <a:pt x="244636" y="273404"/>
                  </a:lnTo>
                  <a:lnTo>
                    <a:pt x="244405" y="273401"/>
                  </a:lnTo>
                  <a:lnTo>
                    <a:pt x="244254" y="273399"/>
                  </a:lnTo>
                  <a:lnTo>
                    <a:pt x="243606" y="273395"/>
                  </a:lnTo>
                  <a:lnTo>
                    <a:pt x="243126" y="273796"/>
                  </a:lnTo>
                  <a:lnTo>
                    <a:pt x="243401" y="274011"/>
                  </a:lnTo>
                  <a:lnTo>
                    <a:pt x="243686" y="274002"/>
                  </a:lnTo>
                  <a:lnTo>
                    <a:pt x="244701" y="274444"/>
                  </a:lnTo>
                  <a:lnTo>
                    <a:pt x="245160" y="274644"/>
                  </a:lnTo>
                  <a:lnTo>
                    <a:pt x="245919" y="275028"/>
                  </a:lnTo>
                  <a:lnTo>
                    <a:pt x="245716" y="275212"/>
                  </a:lnTo>
                  <a:lnTo>
                    <a:pt x="245792" y="275382"/>
                  </a:lnTo>
                  <a:lnTo>
                    <a:pt x="246307" y="275245"/>
                  </a:lnTo>
                  <a:lnTo>
                    <a:pt x="246452" y="275602"/>
                  </a:lnTo>
                  <a:lnTo>
                    <a:pt x="246488" y="275843"/>
                  </a:lnTo>
                  <a:lnTo>
                    <a:pt x="246651" y="277254"/>
                  </a:lnTo>
                  <a:lnTo>
                    <a:pt x="246580" y="277744"/>
                  </a:lnTo>
                  <a:lnTo>
                    <a:pt x="246310" y="277985"/>
                  </a:lnTo>
                  <a:lnTo>
                    <a:pt x="246737" y="278071"/>
                  </a:lnTo>
                  <a:lnTo>
                    <a:pt x="246794" y="278331"/>
                  </a:lnTo>
                  <a:lnTo>
                    <a:pt x="246999" y="279198"/>
                  </a:lnTo>
                  <a:lnTo>
                    <a:pt x="247226" y="279529"/>
                  </a:lnTo>
                  <a:lnTo>
                    <a:pt x="247306" y="279943"/>
                  </a:lnTo>
                  <a:lnTo>
                    <a:pt x="247365" y="280252"/>
                  </a:lnTo>
                  <a:lnTo>
                    <a:pt x="247369" y="280513"/>
                  </a:lnTo>
                  <a:lnTo>
                    <a:pt x="247273" y="280722"/>
                  </a:lnTo>
                  <a:lnTo>
                    <a:pt x="246999" y="280840"/>
                  </a:lnTo>
                  <a:lnTo>
                    <a:pt x="246818" y="281159"/>
                  </a:lnTo>
                  <a:lnTo>
                    <a:pt x="246891" y="281437"/>
                  </a:lnTo>
                  <a:lnTo>
                    <a:pt x="247281" y="281362"/>
                  </a:lnTo>
                  <a:lnTo>
                    <a:pt x="247563" y="281216"/>
                  </a:lnTo>
                  <a:lnTo>
                    <a:pt x="248141" y="281043"/>
                  </a:lnTo>
                  <a:lnTo>
                    <a:pt x="249068" y="281036"/>
                  </a:lnTo>
                  <a:lnTo>
                    <a:pt x="249159" y="281272"/>
                  </a:lnTo>
                  <a:lnTo>
                    <a:pt x="248800" y="286288"/>
                  </a:lnTo>
                  <a:lnTo>
                    <a:pt x="248463" y="286390"/>
                  </a:lnTo>
                  <a:lnTo>
                    <a:pt x="248257" y="287998"/>
                  </a:lnTo>
                  <a:lnTo>
                    <a:pt x="246812" y="288088"/>
                  </a:lnTo>
                  <a:lnTo>
                    <a:pt x="246373" y="288795"/>
                  </a:lnTo>
                  <a:lnTo>
                    <a:pt x="246335" y="289283"/>
                  </a:lnTo>
                  <a:lnTo>
                    <a:pt x="246415" y="289600"/>
                  </a:lnTo>
                  <a:lnTo>
                    <a:pt x="246570" y="289518"/>
                  </a:lnTo>
                  <a:lnTo>
                    <a:pt x="247897" y="289501"/>
                  </a:lnTo>
                  <a:lnTo>
                    <a:pt x="248229" y="289551"/>
                  </a:lnTo>
                  <a:lnTo>
                    <a:pt x="248407" y="289970"/>
                  </a:lnTo>
                  <a:lnTo>
                    <a:pt x="248625" y="290445"/>
                  </a:lnTo>
                  <a:lnTo>
                    <a:pt x="248854" y="290802"/>
                  </a:lnTo>
                  <a:lnTo>
                    <a:pt x="249129" y="291193"/>
                  </a:lnTo>
                  <a:lnTo>
                    <a:pt x="249211" y="291448"/>
                  </a:lnTo>
                  <a:lnTo>
                    <a:pt x="249137" y="291955"/>
                  </a:lnTo>
                  <a:lnTo>
                    <a:pt x="248492" y="292790"/>
                  </a:lnTo>
                  <a:lnTo>
                    <a:pt x="248301" y="293367"/>
                  </a:lnTo>
                  <a:lnTo>
                    <a:pt x="248510" y="293026"/>
                  </a:lnTo>
                  <a:lnTo>
                    <a:pt x="249086" y="292992"/>
                  </a:lnTo>
                  <a:lnTo>
                    <a:pt x="249369" y="293093"/>
                  </a:lnTo>
                  <a:lnTo>
                    <a:pt x="249677" y="293297"/>
                  </a:lnTo>
                  <a:lnTo>
                    <a:pt x="249922" y="293218"/>
                  </a:lnTo>
                  <a:lnTo>
                    <a:pt x="250638" y="293494"/>
                  </a:lnTo>
                  <a:lnTo>
                    <a:pt x="250961" y="293242"/>
                  </a:lnTo>
                  <a:lnTo>
                    <a:pt x="251929" y="293868"/>
                  </a:lnTo>
                  <a:lnTo>
                    <a:pt x="251815" y="294176"/>
                  </a:lnTo>
                  <a:lnTo>
                    <a:pt x="251426" y="294836"/>
                  </a:lnTo>
                  <a:lnTo>
                    <a:pt x="251616" y="294940"/>
                  </a:lnTo>
                  <a:lnTo>
                    <a:pt x="251948" y="295134"/>
                  </a:lnTo>
                  <a:lnTo>
                    <a:pt x="252540" y="295403"/>
                  </a:lnTo>
                  <a:lnTo>
                    <a:pt x="252797" y="295472"/>
                  </a:lnTo>
                  <a:lnTo>
                    <a:pt x="252985" y="295522"/>
                  </a:lnTo>
                  <a:lnTo>
                    <a:pt x="253251" y="295589"/>
                  </a:lnTo>
                  <a:lnTo>
                    <a:pt x="253739" y="295713"/>
                  </a:lnTo>
                  <a:lnTo>
                    <a:pt x="254389" y="295879"/>
                  </a:lnTo>
                  <a:lnTo>
                    <a:pt x="254684" y="295963"/>
                  </a:lnTo>
                  <a:lnTo>
                    <a:pt x="254958" y="296105"/>
                  </a:lnTo>
                  <a:lnTo>
                    <a:pt x="257986" y="297698"/>
                  </a:lnTo>
                  <a:lnTo>
                    <a:pt x="258057" y="297875"/>
                  </a:lnTo>
                  <a:lnTo>
                    <a:pt x="257467" y="299039"/>
                  </a:lnTo>
                  <a:lnTo>
                    <a:pt x="257765" y="299001"/>
                  </a:lnTo>
                  <a:lnTo>
                    <a:pt x="258065" y="299057"/>
                  </a:lnTo>
                  <a:lnTo>
                    <a:pt x="258300" y="299156"/>
                  </a:lnTo>
                  <a:lnTo>
                    <a:pt x="258944" y="298465"/>
                  </a:lnTo>
                  <a:lnTo>
                    <a:pt x="260435" y="299033"/>
                  </a:lnTo>
                  <a:lnTo>
                    <a:pt x="260454" y="299377"/>
                  </a:lnTo>
                  <a:lnTo>
                    <a:pt x="261259" y="300047"/>
                  </a:lnTo>
                  <a:lnTo>
                    <a:pt x="261651" y="299484"/>
                  </a:lnTo>
                  <a:lnTo>
                    <a:pt x="261859" y="299571"/>
                  </a:lnTo>
                  <a:lnTo>
                    <a:pt x="263176" y="300137"/>
                  </a:lnTo>
                  <a:lnTo>
                    <a:pt x="264830" y="301086"/>
                  </a:lnTo>
                  <a:lnTo>
                    <a:pt x="266018" y="301777"/>
                  </a:lnTo>
                  <a:lnTo>
                    <a:pt x="266317" y="302031"/>
                  </a:lnTo>
                  <a:lnTo>
                    <a:pt x="266323" y="302297"/>
                  </a:lnTo>
                  <a:lnTo>
                    <a:pt x="266328" y="302511"/>
                  </a:lnTo>
                  <a:lnTo>
                    <a:pt x="266340" y="303039"/>
                  </a:lnTo>
                  <a:lnTo>
                    <a:pt x="266371" y="303374"/>
                  </a:lnTo>
                  <a:lnTo>
                    <a:pt x="266379" y="303567"/>
                  </a:lnTo>
                  <a:lnTo>
                    <a:pt x="266381" y="303717"/>
                  </a:lnTo>
                  <a:lnTo>
                    <a:pt x="266385" y="303981"/>
                  </a:lnTo>
                  <a:lnTo>
                    <a:pt x="266391" y="304240"/>
                  </a:lnTo>
                  <a:lnTo>
                    <a:pt x="266409" y="304904"/>
                  </a:lnTo>
                  <a:lnTo>
                    <a:pt x="266423" y="305135"/>
                  </a:lnTo>
                  <a:lnTo>
                    <a:pt x="266530" y="305852"/>
                  </a:lnTo>
                  <a:lnTo>
                    <a:pt x="266803" y="306028"/>
                  </a:lnTo>
                  <a:lnTo>
                    <a:pt x="267224" y="306132"/>
                  </a:lnTo>
                  <a:lnTo>
                    <a:pt x="267223" y="306293"/>
                  </a:lnTo>
                  <a:lnTo>
                    <a:pt x="267220" y="306829"/>
                  </a:lnTo>
                  <a:lnTo>
                    <a:pt x="267218" y="306976"/>
                  </a:lnTo>
                  <a:lnTo>
                    <a:pt x="267214" y="307176"/>
                  </a:lnTo>
                  <a:lnTo>
                    <a:pt x="267209" y="307489"/>
                  </a:lnTo>
                  <a:lnTo>
                    <a:pt x="267613" y="307884"/>
                  </a:lnTo>
                  <a:lnTo>
                    <a:pt x="267613" y="308146"/>
                  </a:lnTo>
                  <a:lnTo>
                    <a:pt x="267710" y="308516"/>
                  </a:lnTo>
                  <a:lnTo>
                    <a:pt x="268005" y="308876"/>
                  </a:lnTo>
                  <a:lnTo>
                    <a:pt x="268338" y="309224"/>
                  </a:lnTo>
                  <a:lnTo>
                    <a:pt x="268730" y="309353"/>
                  </a:lnTo>
                  <a:lnTo>
                    <a:pt x="268941" y="309720"/>
                  </a:lnTo>
                  <a:lnTo>
                    <a:pt x="268814" y="310183"/>
                  </a:lnTo>
                  <a:lnTo>
                    <a:pt x="268389" y="310471"/>
                  </a:lnTo>
                  <a:lnTo>
                    <a:pt x="267901" y="310722"/>
                  </a:lnTo>
                  <a:lnTo>
                    <a:pt x="267457" y="310874"/>
                  </a:lnTo>
                  <a:lnTo>
                    <a:pt x="266759" y="310553"/>
                  </a:lnTo>
                  <a:lnTo>
                    <a:pt x="265935" y="310174"/>
                  </a:lnTo>
                  <a:lnTo>
                    <a:pt x="265805" y="310028"/>
                  </a:lnTo>
                  <a:lnTo>
                    <a:pt x="265541" y="310283"/>
                  </a:lnTo>
                  <a:lnTo>
                    <a:pt x="265388" y="310268"/>
                  </a:lnTo>
                  <a:lnTo>
                    <a:pt x="264926" y="310370"/>
                  </a:lnTo>
                  <a:lnTo>
                    <a:pt x="265117" y="310678"/>
                  </a:lnTo>
                  <a:lnTo>
                    <a:pt x="264877" y="310602"/>
                  </a:lnTo>
                  <a:lnTo>
                    <a:pt x="264594" y="310637"/>
                  </a:lnTo>
                  <a:lnTo>
                    <a:pt x="264265" y="310622"/>
                  </a:lnTo>
                  <a:lnTo>
                    <a:pt x="264315" y="310770"/>
                  </a:lnTo>
                  <a:lnTo>
                    <a:pt x="265222" y="310820"/>
                  </a:lnTo>
                  <a:lnTo>
                    <a:pt x="266259" y="310949"/>
                  </a:lnTo>
                  <a:lnTo>
                    <a:pt x="266272" y="311205"/>
                  </a:lnTo>
                  <a:lnTo>
                    <a:pt x="266272" y="311765"/>
                  </a:lnTo>
                  <a:lnTo>
                    <a:pt x="266541" y="311993"/>
                  </a:lnTo>
                  <a:lnTo>
                    <a:pt x="266823" y="312254"/>
                  </a:lnTo>
                  <a:lnTo>
                    <a:pt x="266920" y="312527"/>
                  </a:lnTo>
                  <a:lnTo>
                    <a:pt x="267554" y="312570"/>
                  </a:lnTo>
                  <a:lnTo>
                    <a:pt x="267852" y="312970"/>
                  </a:lnTo>
                  <a:lnTo>
                    <a:pt x="268575" y="312618"/>
                  </a:lnTo>
                  <a:lnTo>
                    <a:pt x="269065" y="312380"/>
                  </a:lnTo>
                  <a:lnTo>
                    <a:pt x="269298" y="312277"/>
                  </a:lnTo>
                  <a:lnTo>
                    <a:pt x="269719" y="312478"/>
                  </a:lnTo>
                  <a:lnTo>
                    <a:pt x="270235" y="312725"/>
                  </a:lnTo>
                  <a:lnTo>
                    <a:pt x="270328" y="313223"/>
                  </a:lnTo>
                  <a:lnTo>
                    <a:pt x="270426" y="313744"/>
                  </a:lnTo>
                  <a:lnTo>
                    <a:pt x="270261" y="314724"/>
                  </a:lnTo>
                  <a:lnTo>
                    <a:pt x="270489" y="314765"/>
                  </a:lnTo>
                  <a:lnTo>
                    <a:pt x="271020" y="315029"/>
                  </a:lnTo>
                  <a:lnTo>
                    <a:pt x="271347" y="315140"/>
                  </a:lnTo>
                  <a:lnTo>
                    <a:pt x="271682" y="315248"/>
                  </a:lnTo>
                  <a:lnTo>
                    <a:pt x="272150" y="315448"/>
                  </a:lnTo>
                  <a:lnTo>
                    <a:pt x="272480" y="314733"/>
                  </a:lnTo>
                  <a:lnTo>
                    <a:pt x="273472" y="315044"/>
                  </a:lnTo>
                  <a:lnTo>
                    <a:pt x="277079" y="316178"/>
                  </a:lnTo>
                  <a:lnTo>
                    <a:pt x="278671" y="317123"/>
                  </a:lnTo>
                  <a:lnTo>
                    <a:pt x="279357" y="317843"/>
                  </a:lnTo>
                  <a:lnTo>
                    <a:pt x="279225" y="318032"/>
                  </a:lnTo>
                  <a:lnTo>
                    <a:pt x="278879" y="318888"/>
                  </a:lnTo>
                  <a:lnTo>
                    <a:pt x="279151" y="319173"/>
                  </a:lnTo>
                  <a:lnTo>
                    <a:pt x="279313" y="319296"/>
                  </a:lnTo>
                  <a:lnTo>
                    <a:pt x="279534" y="319425"/>
                  </a:lnTo>
                  <a:lnTo>
                    <a:pt x="279764" y="319424"/>
                  </a:lnTo>
                  <a:lnTo>
                    <a:pt x="280038" y="319646"/>
                  </a:lnTo>
                  <a:lnTo>
                    <a:pt x="280671" y="320279"/>
                  </a:lnTo>
                  <a:lnTo>
                    <a:pt x="281124" y="320838"/>
                  </a:lnTo>
                  <a:lnTo>
                    <a:pt x="281396" y="321204"/>
                  </a:lnTo>
                  <a:lnTo>
                    <a:pt x="281615" y="321027"/>
                  </a:lnTo>
                  <a:lnTo>
                    <a:pt x="282271" y="321490"/>
                  </a:lnTo>
                  <a:lnTo>
                    <a:pt x="283892" y="325399"/>
                  </a:lnTo>
                  <a:lnTo>
                    <a:pt x="283947" y="325887"/>
                  </a:lnTo>
                  <a:lnTo>
                    <a:pt x="283944" y="326016"/>
                  </a:lnTo>
                  <a:lnTo>
                    <a:pt x="284097" y="326590"/>
                  </a:lnTo>
                  <a:lnTo>
                    <a:pt x="284177" y="326763"/>
                  </a:lnTo>
                  <a:lnTo>
                    <a:pt x="284859" y="328061"/>
                  </a:lnTo>
                  <a:lnTo>
                    <a:pt x="285037" y="328369"/>
                  </a:lnTo>
                  <a:lnTo>
                    <a:pt x="285046" y="328921"/>
                  </a:lnTo>
                  <a:lnTo>
                    <a:pt x="285338" y="329392"/>
                  </a:lnTo>
                  <a:lnTo>
                    <a:pt x="285454" y="329519"/>
                  </a:lnTo>
                  <a:lnTo>
                    <a:pt x="285720" y="329868"/>
                  </a:lnTo>
                  <a:lnTo>
                    <a:pt x="285845" y="330102"/>
                  </a:lnTo>
                  <a:lnTo>
                    <a:pt x="285995" y="330605"/>
                  </a:lnTo>
                  <a:lnTo>
                    <a:pt x="286035" y="330738"/>
                  </a:lnTo>
                  <a:lnTo>
                    <a:pt x="286144" y="331181"/>
                  </a:lnTo>
                  <a:lnTo>
                    <a:pt x="286144" y="331682"/>
                  </a:lnTo>
                  <a:lnTo>
                    <a:pt x="285709" y="332445"/>
                  </a:lnTo>
                  <a:lnTo>
                    <a:pt x="285625" y="332575"/>
                  </a:lnTo>
                  <a:lnTo>
                    <a:pt x="285386" y="332681"/>
                  </a:lnTo>
                  <a:lnTo>
                    <a:pt x="285023" y="332738"/>
                  </a:lnTo>
                  <a:lnTo>
                    <a:pt x="284787" y="332844"/>
                  </a:lnTo>
                  <a:lnTo>
                    <a:pt x="284400" y="333154"/>
                  </a:lnTo>
                  <a:lnTo>
                    <a:pt x="284445" y="334248"/>
                  </a:lnTo>
                  <a:lnTo>
                    <a:pt x="284123" y="335629"/>
                  </a:lnTo>
                  <a:lnTo>
                    <a:pt x="283734" y="335539"/>
                  </a:lnTo>
                  <a:lnTo>
                    <a:pt x="283168" y="335415"/>
                  </a:lnTo>
                  <a:lnTo>
                    <a:pt x="282599" y="335287"/>
                  </a:lnTo>
                  <a:lnTo>
                    <a:pt x="282036" y="335162"/>
                  </a:lnTo>
                  <a:lnTo>
                    <a:pt x="281608" y="335073"/>
                  </a:lnTo>
                  <a:lnTo>
                    <a:pt x="281465" y="335028"/>
                  </a:lnTo>
                  <a:lnTo>
                    <a:pt x="280894" y="334848"/>
                  </a:lnTo>
                  <a:lnTo>
                    <a:pt x="280484" y="334717"/>
                  </a:lnTo>
                  <a:lnTo>
                    <a:pt x="279433" y="334379"/>
                  </a:lnTo>
                  <a:lnTo>
                    <a:pt x="278921" y="334219"/>
                  </a:lnTo>
                  <a:lnTo>
                    <a:pt x="278434" y="334045"/>
                  </a:lnTo>
                  <a:lnTo>
                    <a:pt x="277948" y="333865"/>
                  </a:lnTo>
                  <a:lnTo>
                    <a:pt x="277461" y="333684"/>
                  </a:lnTo>
                  <a:lnTo>
                    <a:pt x="276963" y="333503"/>
                  </a:lnTo>
                  <a:lnTo>
                    <a:pt x="276466" y="333320"/>
                  </a:lnTo>
                  <a:lnTo>
                    <a:pt x="275978" y="333140"/>
                  </a:lnTo>
                  <a:lnTo>
                    <a:pt x="275481" y="332956"/>
                  </a:lnTo>
                  <a:lnTo>
                    <a:pt x="274987" y="332797"/>
                  </a:lnTo>
                  <a:lnTo>
                    <a:pt x="274716" y="332864"/>
                  </a:lnTo>
                  <a:lnTo>
                    <a:pt x="274310" y="332707"/>
                  </a:lnTo>
                  <a:lnTo>
                    <a:pt x="273948" y="332525"/>
                  </a:lnTo>
                  <a:lnTo>
                    <a:pt x="273758" y="332427"/>
                  </a:lnTo>
                  <a:lnTo>
                    <a:pt x="273512" y="332654"/>
                  </a:lnTo>
                  <a:lnTo>
                    <a:pt x="272929" y="332317"/>
                  </a:lnTo>
                  <a:lnTo>
                    <a:pt x="272774" y="332265"/>
                  </a:lnTo>
                  <a:lnTo>
                    <a:pt x="272507" y="332169"/>
                  </a:lnTo>
                  <a:lnTo>
                    <a:pt x="271950" y="331874"/>
                  </a:lnTo>
                  <a:lnTo>
                    <a:pt x="271802" y="331740"/>
                  </a:lnTo>
                  <a:lnTo>
                    <a:pt x="271426" y="331530"/>
                  </a:lnTo>
                  <a:lnTo>
                    <a:pt x="271279" y="331418"/>
                  </a:lnTo>
                  <a:lnTo>
                    <a:pt x="271051" y="331132"/>
                  </a:lnTo>
                  <a:lnTo>
                    <a:pt x="270611" y="331000"/>
                  </a:lnTo>
                  <a:lnTo>
                    <a:pt x="270033" y="330790"/>
                  </a:lnTo>
                  <a:lnTo>
                    <a:pt x="269626" y="330481"/>
                  </a:lnTo>
                  <a:lnTo>
                    <a:pt x="269465" y="330419"/>
                  </a:lnTo>
                  <a:lnTo>
                    <a:pt x="269212" y="330374"/>
                  </a:lnTo>
                  <a:lnTo>
                    <a:pt x="269040" y="330341"/>
                  </a:lnTo>
                  <a:lnTo>
                    <a:pt x="268776" y="330274"/>
                  </a:lnTo>
                  <a:lnTo>
                    <a:pt x="267841" y="330106"/>
                  </a:lnTo>
                  <a:lnTo>
                    <a:pt x="267356" y="329856"/>
                  </a:lnTo>
                  <a:lnTo>
                    <a:pt x="266364" y="329111"/>
                  </a:lnTo>
                  <a:lnTo>
                    <a:pt x="266133" y="328728"/>
                  </a:lnTo>
                  <a:lnTo>
                    <a:pt x="266254" y="328434"/>
                  </a:lnTo>
                  <a:lnTo>
                    <a:pt x="266144" y="328190"/>
                  </a:lnTo>
                  <a:lnTo>
                    <a:pt x="265952" y="327973"/>
                  </a:lnTo>
                  <a:lnTo>
                    <a:pt x="265774" y="327820"/>
                  </a:lnTo>
                  <a:lnTo>
                    <a:pt x="265525" y="327495"/>
                  </a:lnTo>
                  <a:lnTo>
                    <a:pt x="265188" y="327017"/>
                  </a:lnTo>
                  <a:lnTo>
                    <a:pt x="264458" y="326174"/>
                  </a:lnTo>
                  <a:lnTo>
                    <a:pt x="263843" y="325940"/>
                  </a:lnTo>
                  <a:lnTo>
                    <a:pt x="263135" y="325669"/>
                  </a:lnTo>
                  <a:lnTo>
                    <a:pt x="262933" y="325591"/>
                  </a:lnTo>
                  <a:lnTo>
                    <a:pt x="262420" y="325394"/>
                  </a:lnTo>
                  <a:lnTo>
                    <a:pt x="261997" y="325233"/>
                  </a:lnTo>
                  <a:lnTo>
                    <a:pt x="261591" y="325230"/>
                  </a:lnTo>
                  <a:lnTo>
                    <a:pt x="261197" y="325341"/>
                  </a:lnTo>
                  <a:lnTo>
                    <a:pt x="261000" y="325419"/>
                  </a:lnTo>
                  <a:lnTo>
                    <a:pt x="259916" y="325871"/>
                  </a:lnTo>
                  <a:lnTo>
                    <a:pt x="259648" y="325983"/>
                  </a:lnTo>
                  <a:lnTo>
                    <a:pt x="258961" y="326269"/>
                  </a:lnTo>
                  <a:lnTo>
                    <a:pt x="258806" y="326338"/>
                  </a:lnTo>
                  <a:lnTo>
                    <a:pt x="258235" y="326711"/>
                  </a:lnTo>
                  <a:lnTo>
                    <a:pt x="258015" y="326856"/>
                  </a:lnTo>
                  <a:lnTo>
                    <a:pt x="257879" y="326950"/>
                  </a:lnTo>
                  <a:lnTo>
                    <a:pt x="257623" y="327121"/>
                  </a:lnTo>
                  <a:lnTo>
                    <a:pt x="257219" y="327391"/>
                  </a:lnTo>
                  <a:lnTo>
                    <a:pt x="256969" y="327558"/>
                  </a:lnTo>
                  <a:lnTo>
                    <a:pt x="256837" y="327699"/>
                  </a:lnTo>
                  <a:lnTo>
                    <a:pt x="256548" y="328008"/>
                  </a:lnTo>
                  <a:lnTo>
                    <a:pt x="256153" y="328428"/>
                  </a:lnTo>
                  <a:lnTo>
                    <a:pt x="255896" y="328683"/>
                  </a:lnTo>
                  <a:lnTo>
                    <a:pt x="255484" y="329015"/>
                  </a:lnTo>
                  <a:lnTo>
                    <a:pt x="255309" y="329142"/>
                  </a:lnTo>
                  <a:lnTo>
                    <a:pt x="254110" y="329936"/>
                  </a:lnTo>
                  <a:lnTo>
                    <a:pt x="254317" y="330124"/>
                  </a:lnTo>
                  <a:lnTo>
                    <a:pt x="254477" y="330276"/>
                  </a:lnTo>
                  <a:lnTo>
                    <a:pt x="254691" y="330488"/>
                  </a:lnTo>
                  <a:lnTo>
                    <a:pt x="255180" y="330976"/>
                  </a:lnTo>
                  <a:lnTo>
                    <a:pt x="255421" y="331159"/>
                  </a:lnTo>
                  <a:lnTo>
                    <a:pt x="255768" y="331415"/>
                  </a:lnTo>
                  <a:lnTo>
                    <a:pt x="256250" y="331772"/>
                  </a:lnTo>
                  <a:lnTo>
                    <a:pt x="256746" y="332139"/>
                  </a:lnTo>
                  <a:lnTo>
                    <a:pt x="256924" y="332274"/>
                  </a:lnTo>
                  <a:lnTo>
                    <a:pt x="257053" y="332400"/>
                  </a:lnTo>
                  <a:lnTo>
                    <a:pt x="257503" y="332706"/>
                  </a:lnTo>
                  <a:lnTo>
                    <a:pt x="257901" y="332999"/>
                  </a:lnTo>
                  <a:lnTo>
                    <a:pt x="258070" y="333124"/>
                  </a:lnTo>
                  <a:lnTo>
                    <a:pt x="258387" y="333359"/>
                  </a:lnTo>
                  <a:lnTo>
                    <a:pt x="258775" y="333648"/>
                  </a:lnTo>
                  <a:lnTo>
                    <a:pt x="259060" y="333862"/>
                  </a:lnTo>
                  <a:lnTo>
                    <a:pt x="259307" y="334049"/>
                  </a:lnTo>
                  <a:lnTo>
                    <a:pt x="259563" y="334244"/>
                  </a:lnTo>
                  <a:lnTo>
                    <a:pt x="260305" y="334924"/>
                  </a:lnTo>
                  <a:lnTo>
                    <a:pt x="260578" y="335252"/>
                  </a:lnTo>
                  <a:lnTo>
                    <a:pt x="261171" y="335977"/>
                  </a:lnTo>
                  <a:lnTo>
                    <a:pt x="261278" y="336111"/>
                  </a:lnTo>
                  <a:lnTo>
                    <a:pt x="261402" y="336266"/>
                  </a:lnTo>
                  <a:lnTo>
                    <a:pt x="261588" y="336497"/>
                  </a:lnTo>
                  <a:lnTo>
                    <a:pt x="261833" y="336796"/>
                  </a:lnTo>
                  <a:lnTo>
                    <a:pt x="262279" y="337341"/>
                  </a:lnTo>
                  <a:lnTo>
                    <a:pt x="262500" y="337626"/>
                  </a:lnTo>
                  <a:lnTo>
                    <a:pt x="262778" y="337926"/>
                  </a:lnTo>
                  <a:lnTo>
                    <a:pt x="262987" y="338047"/>
                  </a:lnTo>
                  <a:lnTo>
                    <a:pt x="263136" y="338142"/>
                  </a:lnTo>
                  <a:lnTo>
                    <a:pt x="263333" y="338272"/>
                  </a:lnTo>
                  <a:lnTo>
                    <a:pt x="263540" y="338407"/>
                  </a:lnTo>
                  <a:lnTo>
                    <a:pt x="265117" y="339485"/>
                  </a:lnTo>
                  <a:lnTo>
                    <a:pt x="264944" y="339627"/>
                  </a:lnTo>
                  <a:lnTo>
                    <a:pt x="264755" y="339778"/>
                  </a:lnTo>
                  <a:lnTo>
                    <a:pt x="264369" y="340094"/>
                  </a:lnTo>
                  <a:lnTo>
                    <a:pt x="264169" y="340260"/>
                  </a:lnTo>
                  <a:lnTo>
                    <a:pt x="263731" y="340635"/>
                  </a:lnTo>
                  <a:lnTo>
                    <a:pt x="263504" y="340844"/>
                  </a:lnTo>
                  <a:lnTo>
                    <a:pt x="262945" y="341258"/>
                  </a:lnTo>
                  <a:lnTo>
                    <a:pt x="262596" y="341478"/>
                  </a:lnTo>
                  <a:lnTo>
                    <a:pt x="262183" y="341206"/>
                  </a:lnTo>
                  <a:lnTo>
                    <a:pt x="261992" y="341239"/>
                  </a:lnTo>
                  <a:lnTo>
                    <a:pt x="261796" y="341663"/>
                  </a:lnTo>
                  <a:lnTo>
                    <a:pt x="261705" y="341848"/>
                  </a:lnTo>
                  <a:lnTo>
                    <a:pt x="261514" y="341926"/>
                  </a:lnTo>
                  <a:lnTo>
                    <a:pt x="261374" y="341961"/>
                  </a:lnTo>
                  <a:lnTo>
                    <a:pt x="261148" y="341917"/>
                  </a:lnTo>
                  <a:lnTo>
                    <a:pt x="260511" y="342116"/>
                  </a:lnTo>
                  <a:lnTo>
                    <a:pt x="260255" y="342428"/>
                  </a:lnTo>
                  <a:lnTo>
                    <a:pt x="259733" y="342466"/>
                  </a:lnTo>
                  <a:lnTo>
                    <a:pt x="259626" y="342270"/>
                  </a:lnTo>
                  <a:lnTo>
                    <a:pt x="259599" y="342008"/>
                  </a:lnTo>
                  <a:lnTo>
                    <a:pt x="259474" y="341747"/>
                  </a:lnTo>
                  <a:lnTo>
                    <a:pt x="259331" y="341818"/>
                  </a:lnTo>
                  <a:lnTo>
                    <a:pt x="259169" y="342003"/>
                  </a:lnTo>
                  <a:lnTo>
                    <a:pt x="259067" y="342454"/>
                  </a:lnTo>
                  <a:lnTo>
                    <a:pt x="258888" y="342496"/>
                  </a:lnTo>
                  <a:lnTo>
                    <a:pt x="258624" y="342541"/>
                  </a:lnTo>
                  <a:lnTo>
                    <a:pt x="258437" y="342391"/>
                  </a:lnTo>
                  <a:lnTo>
                    <a:pt x="258004" y="342796"/>
                  </a:lnTo>
                  <a:lnTo>
                    <a:pt x="257470" y="343083"/>
                  </a:lnTo>
                  <a:lnTo>
                    <a:pt x="257362" y="343215"/>
                  </a:lnTo>
                  <a:lnTo>
                    <a:pt x="257349" y="343464"/>
                  </a:lnTo>
                  <a:lnTo>
                    <a:pt x="257095" y="343603"/>
                  </a:lnTo>
                  <a:lnTo>
                    <a:pt x="256850" y="343694"/>
                  </a:lnTo>
                  <a:lnTo>
                    <a:pt x="256588" y="343637"/>
                  </a:lnTo>
                  <a:lnTo>
                    <a:pt x="256412" y="343679"/>
                  </a:lnTo>
                  <a:lnTo>
                    <a:pt x="256535" y="344472"/>
                  </a:lnTo>
                  <a:lnTo>
                    <a:pt x="256534" y="344650"/>
                  </a:lnTo>
                  <a:lnTo>
                    <a:pt x="256105" y="344731"/>
                  </a:lnTo>
                  <a:lnTo>
                    <a:pt x="255886" y="344968"/>
                  </a:lnTo>
                  <a:lnTo>
                    <a:pt x="256050" y="345212"/>
                  </a:lnTo>
                  <a:lnTo>
                    <a:pt x="256251" y="345511"/>
                  </a:lnTo>
                  <a:lnTo>
                    <a:pt x="256115" y="345567"/>
                  </a:lnTo>
                  <a:lnTo>
                    <a:pt x="255933" y="345818"/>
                  </a:lnTo>
                  <a:lnTo>
                    <a:pt x="255902" y="346482"/>
                  </a:lnTo>
                  <a:lnTo>
                    <a:pt x="255509" y="346668"/>
                  </a:lnTo>
                  <a:lnTo>
                    <a:pt x="254920" y="346805"/>
                  </a:lnTo>
                  <a:lnTo>
                    <a:pt x="254833" y="347203"/>
                  </a:lnTo>
                  <a:lnTo>
                    <a:pt x="254383" y="347995"/>
                  </a:lnTo>
                  <a:lnTo>
                    <a:pt x="254726" y="347976"/>
                  </a:lnTo>
                  <a:lnTo>
                    <a:pt x="254704" y="348169"/>
                  </a:lnTo>
                  <a:lnTo>
                    <a:pt x="254754" y="348319"/>
                  </a:lnTo>
                  <a:lnTo>
                    <a:pt x="255226" y="348394"/>
                  </a:lnTo>
                  <a:lnTo>
                    <a:pt x="255214" y="348610"/>
                  </a:lnTo>
                  <a:lnTo>
                    <a:pt x="255338" y="348915"/>
                  </a:lnTo>
                  <a:lnTo>
                    <a:pt x="255325" y="349097"/>
                  </a:lnTo>
                  <a:lnTo>
                    <a:pt x="255193" y="349251"/>
                  </a:lnTo>
                  <a:lnTo>
                    <a:pt x="255136" y="349524"/>
                  </a:lnTo>
                  <a:lnTo>
                    <a:pt x="255334" y="350130"/>
                  </a:lnTo>
                  <a:lnTo>
                    <a:pt x="255548" y="349956"/>
                  </a:lnTo>
                  <a:lnTo>
                    <a:pt x="255727" y="349794"/>
                  </a:lnTo>
                  <a:lnTo>
                    <a:pt x="255918" y="350081"/>
                  </a:lnTo>
                  <a:lnTo>
                    <a:pt x="256017" y="350230"/>
                  </a:lnTo>
                  <a:lnTo>
                    <a:pt x="256080" y="350647"/>
                  </a:lnTo>
                  <a:lnTo>
                    <a:pt x="256406" y="351010"/>
                  </a:lnTo>
                  <a:lnTo>
                    <a:pt x="256010" y="351299"/>
                  </a:lnTo>
                  <a:lnTo>
                    <a:pt x="255736" y="351322"/>
                  </a:lnTo>
                  <a:lnTo>
                    <a:pt x="255516" y="351150"/>
                  </a:lnTo>
                  <a:lnTo>
                    <a:pt x="254861" y="350852"/>
                  </a:lnTo>
                  <a:lnTo>
                    <a:pt x="254597" y="350889"/>
                  </a:lnTo>
                  <a:lnTo>
                    <a:pt x="254412" y="351116"/>
                  </a:lnTo>
                  <a:lnTo>
                    <a:pt x="253975" y="351159"/>
                  </a:lnTo>
                  <a:lnTo>
                    <a:pt x="253789" y="350678"/>
                  </a:lnTo>
                  <a:lnTo>
                    <a:pt x="253464" y="350774"/>
                  </a:lnTo>
                  <a:lnTo>
                    <a:pt x="252840" y="351632"/>
                  </a:lnTo>
                  <a:lnTo>
                    <a:pt x="252585" y="351684"/>
                  </a:lnTo>
                  <a:lnTo>
                    <a:pt x="252555" y="352419"/>
                  </a:lnTo>
                  <a:lnTo>
                    <a:pt x="252654" y="352707"/>
                  </a:lnTo>
                  <a:lnTo>
                    <a:pt x="252572" y="353087"/>
                  </a:lnTo>
                  <a:lnTo>
                    <a:pt x="252669" y="353259"/>
                  </a:lnTo>
                  <a:lnTo>
                    <a:pt x="252628" y="353561"/>
                  </a:lnTo>
                  <a:lnTo>
                    <a:pt x="252676" y="353863"/>
                  </a:lnTo>
                  <a:lnTo>
                    <a:pt x="252804" y="354549"/>
                  </a:lnTo>
                  <a:lnTo>
                    <a:pt x="252871" y="354842"/>
                  </a:lnTo>
                  <a:lnTo>
                    <a:pt x="252922" y="355101"/>
                  </a:lnTo>
                  <a:lnTo>
                    <a:pt x="252845" y="355265"/>
                  </a:lnTo>
                  <a:lnTo>
                    <a:pt x="252912" y="355400"/>
                  </a:lnTo>
                  <a:lnTo>
                    <a:pt x="253156" y="356106"/>
                  </a:lnTo>
                  <a:lnTo>
                    <a:pt x="252896" y="356653"/>
                  </a:lnTo>
                  <a:lnTo>
                    <a:pt x="252838" y="356808"/>
                  </a:lnTo>
                  <a:lnTo>
                    <a:pt x="252701" y="356829"/>
                  </a:lnTo>
                  <a:lnTo>
                    <a:pt x="252336" y="356761"/>
                  </a:lnTo>
                  <a:lnTo>
                    <a:pt x="252098" y="356679"/>
                  </a:lnTo>
                  <a:lnTo>
                    <a:pt x="251915" y="356606"/>
                  </a:lnTo>
                  <a:lnTo>
                    <a:pt x="251914" y="356759"/>
                  </a:lnTo>
                  <a:lnTo>
                    <a:pt x="251930" y="357022"/>
                  </a:lnTo>
                  <a:lnTo>
                    <a:pt x="251412" y="357137"/>
                  </a:lnTo>
                  <a:lnTo>
                    <a:pt x="250889" y="357477"/>
                  </a:lnTo>
                  <a:lnTo>
                    <a:pt x="250401" y="357510"/>
                  </a:lnTo>
                  <a:lnTo>
                    <a:pt x="250037" y="357516"/>
                  </a:lnTo>
                  <a:lnTo>
                    <a:pt x="249524" y="357571"/>
                  </a:lnTo>
                  <a:lnTo>
                    <a:pt x="249059" y="357458"/>
                  </a:lnTo>
                  <a:lnTo>
                    <a:pt x="248754" y="357384"/>
                  </a:lnTo>
                  <a:lnTo>
                    <a:pt x="248361" y="357301"/>
                  </a:lnTo>
                  <a:lnTo>
                    <a:pt x="248182" y="357270"/>
                  </a:lnTo>
                  <a:lnTo>
                    <a:pt x="247756" y="357195"/>
                  </a:lnTo>
                  <a:lnTo>
                    <a:pt x="247327" y="357235"/>
                  </a:lnTo>
                  <a:lnTo>
                    <a:pt x="246932" y="357390"/>
                  </a:lnTo>
                  <a:lnTo>
                    <a:pt x="246543" y="357462"/>
                  </a:lnTo>
                  <a:lnTo>
                    <a:pt x="246209" y="357408"/>
                  </a:lnTo>
                  <a:lnTo>
                    <a:pt x="246030" y="357424"/>
                  </a:lnTo>
                  <a:lnTo>
                    <a:pt x="245746" y="357460"/>
                  </a:lnTo>
                  <a:lnTo>
                    <a:pt x="245442" y="357597"/>
                  </a:lnTo>
                  <a:lnTo>
                    <a:pt x="245232" y="358000"/>
                  </a:lnTo>
                  <a:lnTo>
                    <a:pt x="244734" y="358933"/>
                  </a:lnTo>
                  <a:lnTo>
                    <a:pt x="245495" y="359177"/>
                  </a:lnTo>
                  <a:lnTo>
                    <a:pt x="245978" y="359217"/>
                  </a:lnTo>
                  <a:lnTo>
                    <a:pt x="246441" y="359602"/>
                  </a:lnTo>
                  <a:lnTo>
                    <a:pt x="246418" y="359931"/>
                  </a:lnTo>
                  <a:lnTo>
                    <a:pt x="246316" y="360148"/>
                  </a:lnTo>
                  <a:lnTo>
                    <a:pt x="246165" y="361119"/>
                  </a:lnTo>
                  <a:lnTo>
                    <a:pt x="246370" y="361623"/>
                  </a:lnTo>
                  <a:lnTo>
                    <a:pt x="246422" y="361767"/>
                  </a:lnTo>
                  <a:lnTo>
                    <a:pt x="246410" y="362150"/>
                  </a:lnTo>
                  <a:lnTo>
                    <a:pt x="246403" y="362289"/>
                  </a:lnTo>
                  <a:lnTo>
                    <a:pt x="246403" y="362591"/>
                  </a:lnTo>
                  <a:lnTo>
                    <a:pt x="246194" y="362642"/>
                  </a:lnTo>
                  <a:lnTo>
                    <a:pt x="246037" y="362875"/>
                  </a:lnTo>
                  <a:lnTo>
                    <a:pt x="245419" y="363474"/>
                  </a:lnTo>
                  <a:lnTo>
                    <a:pt x="245021" y="363775"/>
                  </a:lnTo>
                  <a:lnTo>
                    <a:pt x="244713" y="363743"/>
                  </a:lnTo>
                  <a:lnTo>
                    <a:pt x="244309" y="363801"/>
                  </a:lnTo>
                  <a:lnTo>
                    <a:pt x="244088" y="363648"/>
                  </a:lnTo>
                  <a:lnTo>
                    <a:pt x="244045" y="363508"/>
                  </a:lnTo>
                  <a:lnTo>
                    <a:pt x="243998" y="363351"/>
                  </a:lnTo>
                  <a:lnTo>
                    <a:pt x="243838" y="363285"/>
                  </a:lnTo>
                  <a:lnTo>
                    <a:pt x="243159" y="363094"/>
                  </a:lnTo>
                  <a:lnTo>
                    <a:pt x="242990" y="363115"/>
                  </a:lnTo>
                  <a:lnTo>
                    <a:pt x="242652" y="363149"/>
                  </a:lnTo>
                  <a:lnTo>
                    <a:pt x="242364" y="363187"/>
                  </a:lnTo>
                  <a:lnTo>
                    <a:pt x="241908" y="363247"/>
                  </a:lnTo>
                  <a:lnTo>
                    <a:pt x="241679" y="363277"/>
                  </a:lnTo>
                  <a:lnTo>
                    <a:pt x="241595" y="363484"/>
                  </a:lnTo>
                  <a:lnTo>
                    <a:pt x="241296" y="363502"/>
                  </a:lnTo>
                  <a:lnTo>
                    <a:pt x="241200" y="363762"/>
                  </a:lnTo>
                  <a:lnTo>
                    <a:pt x="241227" y="363957"/>
                  </a:lnTo>
                  <a:lnTo>
                    <a:pt x="240850" y="364438"/>
                  </a:lnTo>
                  <a:lnTo>
                    <a:pt x="240450" y="364842"/>
                  </a:lnTo>
                  <a:lnTo>
                    <a:pt x="240107" y="364796"/>
                  </a:lnTo>
                  <a:lnTo>
                    <a:pt x="239723" y="364613"/>
                  </a:lnTo>
                  <a:lnTo>
                    <a:pt x="239516" y="364606"/>
                  </a:lnTo>
                  <a:lnTo>
                    <a:pt x="238964" y="364783"/>
                  </a:lnTo>
                  <a:lnTo>
                    <a:pt x="238491" y="364722"/>
                  </a:lnTo>
                  <a:lnTo>
                    <a:pt x="238518" y="365544"/>
                  </a:lnTo>
                  <a:lnTo>
                    <a:pt x="238905" y="366058"/>
                  </a:lnTo>
                  <a:lnTo>
                    <a:pt x="239045" y="366474"/>
                  </a:lnTo>
                  <a:lnTo>
                    <a:pt x="239086" y="366681"/>
                  </a:lnTo>
                  <a:lnTo>
                    <a:pt x="239106" y="366915"/>
                  </a:lnTo>
                  <a:lnTo>
                    <a:pt x="239096" y="367066"/>
                  </a:lnTo>
                  <a:lnTo>
                    <a:pt x="239034" y="367713"/>
                  </a:lnTo>
                  <a:lnTo>
                    <a:pt x="239077" y="367925"/>
                  </a:lnTo>
                  <a:lnTo>
                    <a:pt x="238980" y="368392"/>
                  </a:lnTo>
                  <a:lnTo>
                    <a:pt x="238577" y="368522"/>
                  </a:lnTo>
                  <a:lnTo>
                    <a:pt x="238591" y="369098"/>
                  </a:lnTo>
                  <a:lnTo>
                    <a:pt x="238271" y="368998"/>
                  </a:lnTo>
                  <a:lnTo>
                    <a:pt x="237828" y="368704"/>
                  </a:lnTo>
                  <a:lnTo>
                    <a:pt x="237559" y="368759"/>
                  </a:lnTo>
                  <a:lnTo>
                    <a:pt x="237485" y="369157"/>
                  </a:lnTo>
                  <a:lnTo>
                    <a:pt x="237368" y="369385"/>
                  </a:lnTo>
                  <a:lnTo>
                    <a:pt x="237012" y="369408"/>
                  </a:lnTo>
                  <a:lnTo>
                    <a:pt x="236892" y="369681"/>
                  </a:lnTo>
                  <a:lnTo>
                    <a:pt x="236866" y="370047"/>
                  </a:lnTo>
                  <a:lnTo>
                    <a:pt x="236708" y="370001"/>
                  </a:lnTo>
                  <a:lnTo>
                    <a:pt x="236164" y="369743"/>
                  </a:lnTo>
                  <a:lnTo>
                    <a:pt x="235279" y="369954"/>
                  </a:lnTo>
                  <a:lnTo>
                    <a:pt x="235109" y="369988"/>
                  </a:lnTo>
                  <a:lnTo>
                    <a:pt x="234905" y="369963"/>
                  </a:lnTo>
                  <a:lnTo>
                    <a:pt x="234613" y="369777"/>
                  </a:lnTo>
                  <a:lnTo>
                    <a:pt x="234226" y="369708"/>
                  </a:lnTo>
                  <a:lnTo>
                    <a:pt x="234004" y="370136"/>
                  </a:lnTo>
                  <a:lnTo>
                    <a:pt x="233627" y="370377"/>
                  </a:lnTo>
                  <a:lnTo>
                    <a:pt x="233131" y="370661"/>
                  </a:lnTo>
                  <a:lnTo>
                    <a:pt x="233139" y="370936"/>
                  </a:lnTo>
                  <a:lnTo>
                    <a:pt x="232902" y="371222"/>
                  </a:lnTo>
                  <a:lnTo>
                    <a:pt x="232740" y="371467"/>
                  </a:lnTo>
                  <a:lnTo>
                    <a:pt x="232522" y="371852"/>
                  </a:lnTo>
                  <a:lnTo>
                    <a:pt x="232372" y="372080"/>
                  </a:lnTo>
                  <a:lnTo>
                    <a:pt x="232105" y="372513"/>
                  </a:lnTo>
                  <a:lnTo>
                    <a:pt x="231864" y="372860"/>
                  </a:lnTo>
                  <a:lnTo>
                    <a:pt x="231615" y="373267"/>
                  </a:lnTo>
                  <a:lnTo>
                    <a:pt x="231309" y="373680"/>
                  </a:lnTo>
                  <a:lnTo>
                    <a:pt x="231045" y="373950"/>
                  </a:lnTo>
                  <a:lnTo>
                    <a:pt x="230669" y="373795"/>
                  </a:lnTo>
                  <a:lnTo>
                    <a:pt x="230106" y="372935"/>
                  </a:lnTo>
                  <a:lnTo>
                    <a:pt x="230009" y="372701"/>
                  </a:lnTo>
                  <a:lnTo>
                    <a:pt x="229966" y="372463"/>
                  </a:lnTo>
                  <a:lnTo>
                    <a:pt x="229988" y="372272"/>
                  </a:lnTo>
                  <a:lnTo>
                    <a:pt x="230030" y="372077"/>
                  </a:lnTo>
                  <a:lnTo>
                    <a:pt x="229457" y="371445"/>
                  </a:lnTo>
                  <a:lnTo>
                    <a:pt x="229284" y="371390"/>
                  </a:lnTo>
                  <a:lnTo>
                    <a:pt x="229258" y="371218"/>
                  </a:lnTo>
                  <a:lnTo>
                    <a:pt x="229378" y="370894"/>
                  </a:lnTo>
                  <a:lnTo>
                    <a:pt x="229351" y="370491"/>
                  </a:lnTo>
                  <a:lnTo>
                    <a:pt x="229205" y="370056"/>
                  </a:lnTo>
                  <a:lnTo>
                    <a:pt x="228875" y="369943"/>
                  </a:lnTo>
                  <a:lnTo>
                    <a:pt x="228691" y="369804"/>
                  </a:lnTo>
                  <a:lnTo>
                    <a:pt x="228575" y="369503"/>
                  </a:lnTo>
                  <a:lnTo>
                    <a:pt x="228883" y="369243"/>
                  </a:lnTo>
                  <a:lnTo>
                    <a:pt x="229042" y="369140"/>
                  </a:lnTo>
                  <a:lnTo>
                    <a:pt x="228790" y="368849"/>
                  </a:lnTo>
                  <a:lnTo>
                    <a:pt x="228669" y="368602"/>
                  </a:lnTo>
                  <a:lnTo>
                    <a:pt x="228452" y="368439"/>
                  </a:lnTo>
                  <a:lnTo>
                    <a:pt x="228402" y="368196"/>
                  </a:lnTo>
                  <a:lnTo>
                    <a:pt x="228363" y="367588"/>
                  </a:lnTo>
                  <a:lnTo>
                    <a:pt x="228486" y="367134"/>
                  </a:lnTo>
                  <a:lnTo>
                    <a:pt x="228317" y="366664"/>
                  </a:lnTo>
                  <a:lnTo>
                    <a:pt x="227728" y="366739"/>
                  </a:lnTo>
                  <a:lnTo>
                    <a:pt x="227806" y="367021"/>
                  </a:lnTo>
                  <a:lnTo>
                    <a:pt x="227843" y="367175"/>
                  </a:lnTo>
                  <a:lnTo>
                    <a:pt x="227904" y="367443"/>
                  </a:lnTo>
                  <a:lnTo>
                    <a:pt x="227960" y="367676"/>
                  </a:lnTo>
                  <a:lnTo>
                    <a:pt x="227804" y="367689"/>
                  </a:lnTo>
                  <a:lnTo>
                    <a:pt x="227589" y="367771"/>
                  </a:lnTo>
                  <a:lnTo>
                    <a:pt x="227374" y="367887"/>
                  </a:lnTo>
                  <a:lnTo>
                    <a:pt x="227209" y="368042"/>
                  </a:lnTo>
                  <a:lnTo>
                    <a:pt x="226485" y="368115"/>
                  </a:lnTo>
                  <a:lnTo>
                    <a:pt x="225966" y="368402"/>
                  </a:lnTo>
                  <a:lnTo>
                    <a:pt x="225974" y="368541"/>
                  </a:lnTo>
                  <a:lnTo>
                    <a:pt x="225618" y="368556"/>
                  </a:lnTo>
                  <a:lnTo>
                    <a:pt x="225397" y="368239"/>
                  </a:lnTo>
                  <a:lnTo>
                    <a:pt x="225466" y="367763"/>
                  </a:lnTo>
                  <a:lnTo>
                    <a:pt x="225345" y="367473"/>
                  </a:lnTo>
                  <a:lnTo>
                    <a:pt x="225259" y="367315"/>
                  </a:lnTo>
                  <a:lnTo>
                    <a:pt x="225504" y="366432"/>
                  </a:lnTo>
                  <a:lnTo>
                    <a:pt x="225492" y="366253"/>
                  </a:lnTo>
                  <a:lnTo>
                    <a:pt x="225626" y="366177"/>
                  </a:lnTo>
                  <a:lnTo>
                    <a:pt x="225802" y="366055"/>
                  </a:lnTo>
                  <a:lnTo>
                    <a:pt x="225824" y="365652"/>
                  </a:lnTo>
                  <a:lnTo>
                    <a:pt x="225466" y="365795"/>
                  </a:lnTo>
                  <a:lnTo>
                    <a:pt x="225274" y="365862"/>
                  </a:lnTo>
                  <a:lnTo>
                    <a:pt x="225002" y="365950"/>
                  </a:lnTo>
                  <a:lnTo>
                    <a:pt x="224479" y="366084"/>
                  </a:lnTo>
                  <a:lnTo>
                    <a:pt x="223984" y="366230"/>
                  </a:lnTo>
                  <a:lnTo>
                    <a:pt x="223791" y="366282"/>
                  </a:lnTo>
                  <a:lnTo>
                    <a:pt x="223185" y="366369"/>
                  </a:lnTo>
                  <a:lnTo>
                    <a:pt x="222807" y="366410"/>
                  </a:lnTo>
                  <a:lnTo>
                    <a:pt x="222508" y="366457"/>
                  </a:lnTo>
                  <a:lnTo>
                    <a:pt x="222232" y="366506"/>
                  </a:lnTo>
                  <a:lnTo>
                    <a:pt x="221848" y="366521"/>
                  </a:lnTo>
                  <a:lnTo>
                    <a:pt x="221704" y="366547"/>
                  </a:lnTo>
                  <a:lnTo>
                    <a:pt x="221474" y="366584"/>
                  </a:lnTo>
                  <a:lnTo>
                    <a:pt x="221218" y="366588"/>
                  </a:lnTo>
                  <a:lnTo>
                    <a:pt x="220572" y="366590"/>
                  </a:lnTo>
                  <a:lnTo>
                    <a:pt x="220231" y="366569"/>
                  </a:lnTo>
                  <a:lnTo>
                    <a:pt x="219955" y="366510"/>
                  </a:lnTo>
                  <a:lnTo>
                    <a:pt x="219568" y="366439"/>
                  </a:lnTo>
                  <a:lnTo>
                    <a:pt x="218850" y="366330"/>
                  </a:lnTo>
                  <a:lnTo>
                    <a:pt x="218361" y="366259"/>
                  </a:lnTo>
                  <a:lnTo>
                    <a:pt x="218032" y="366213"/>
                  </a:lnTo>
                  <a:lnTo>
                    <a:pt x="217768" y="366174"/>
                  </a:lnTo>
                  <a:lnTo>
                    <a:pt x="217631" y="366151"/>
                  </a:lnTo>
                  <a:lnTo>
                    <a:pt x="217355" y="366103"/>
                  </a:lnTo>
                  <a:lnTo>
                    <a:pt x="216696" y="365821"/>
                  </a:lnTo>
                  <a:lnTo>
                    <a:pt x="216513" y="365705"/>
                  </a:lnTo>
                  <a:lnTo>
                    <a:pt x="215796" y="365229"/>
                  </a:lnTo>
                  <a:lnTo>
                    <a:pt x="215688" y="365077"/>
                  </a:lnTo>
                  <a:lnTo>
                    <a:pt x="215422" y="364836"/>
                  </a:lnTo>
                  <a:lnTo>
                    <a:pt x="215082" y="364454"/>
                  </a:lnTo>
                  <a:lnTo>
                    <a:pt x="214349" y="363835"/>
                  </a:lnTo>
                  <a:lnTo>
                    <a:pt x="213788" y="363251"/>
                  </a:lnTo>
                  <a:lnTo>
                    <a:pt x="213615" y="363117"/>
                  </a:lnTo>
                  <a:lnTo>
                    <a:pt x="213248" y="362976"/>
                  </a:lnTo>
                  <a:lnTo>
                    <a:pt x="213070" y="362920"/>
                  </a:lnTo>
                  <a:lnTo>
                    <a:pt x="212773" y="362816"/>
                  </a:lnTo>
                  <a:lnTo>
                    <a:pt x="211952" y="362382"/>
                  </a:lnTo>
                  <a:lnTo>
                    <a:pt x="211780" y="362276"/>
                  </a:lnTo>
                  <a:lnTo>
                    <a:pt x="211609" y="362158"/>
                  </a:lnTo>
                  <a:lnTo>
                    <a:pt x="211369" y="361735"/>
                  </a:lnTo>
                  <a:lnTo>
                    <a:pt x="211163" y="361294"/>
                  </a:lnTo>
                  <a:lnTo>
                    <a:pt x="211035" y="360775"/>
                  </a:lnTo>
                  <a:lnTo>
                    <a:pt x="210847" y="360550"/>
                  </a:lnTo>
                  <a:lnTo>
                    <a:pt x="210615" y="360388"/>
                  </a:lnTo>
                  <a:lnTo>
                    <a:pt x="210451" y="360191"/>
                  </a:lnTo>
                  <a:lnTo>
                    <a:pt x="210090" y="359507"/>
                  </a:lnTo>
                  <a:lnTo>
                    <a:pt x="209798" y="359148"/>
                  </a:lnTo>
                  <a:lnTo>
                    <a:pt x="209537" y="358657"/>
                  </a:lnTo>
                  <a:lnTo>
                    <a:pt x="209566" y="358500"/>
                  </a:lnTo>
                  <a:lnTo>
                    <a:pt x="209422" y="358128"/>
                  </a:lnTo>
                  <a:lnTo>
                    <a:pt x="209308" y="357694"/>
                  </a:lnTo>
                  <a:lnTo>
                    <a:pt x="209300" y="357414"/>
                  </a:lnTo>
                  <a:lnTo>
                    <a:pt x="209328" y="357277"/>
                  </a:lnTo>
                  <a:lnTo>
                    <a:pt x="209302" y="357141"/>
                  </a:lnTo>
                  <a:lnTo>
                    <a:pt x="209191" y="356948"/>
                  </a:lnTo>
                  <a:lnTo>
                    <a:pt x="208834" y="356630"/>
                  </a:lnTo>
                  <a:lnTo>
                    <a:pt x="208670" y="356445"/>
                  </a:lnTo>
                  <a:lnTo>
                    <a:pt x="208552" y="356073"/>
                  </a:lnTo>
                  <a:lnTo>
                    <a:pt x="208240" y="355969"/>
                  </a:lnTo>
                  <a:lnTo>
                    <a:pt x="208075" y="355951"/>
                  </a:lnTo>
                  <a:lnTo>
                    <a:pt x="207857" y="355937"/>
                  </a:lnTo>
                  <a:lnTo>
                    <a:pt x="207401" y="356193"/>
                  </a:lnTo>
                  <a:lnTo>
                    <a:pt x="207163" y="356235"/>
                  </a:lnTo>
                  <a:lnTo>
                    <a:pt x="206800" y="356281"/>
                  </a:lnTo>
                  <a:lnTo>
                    <a:pt x="206452" y="355949"/>
                  </a:lnTo>
                  <a:lnTo>
                    <a:pt x="206215" y="355983"/>
                  </a:lnTo>
                  <a:lnTo>
                    <a:pt x="205976" y="356022"/>
                  </a:lnTo>
                  <a:lnTo>
                    <a:pt x="205827" y="356047"/>
                  </a:lnTo>
                  <a:lnTo>
                    <a:pt x="205471" y="355949"/>
                  </a:lnTo>
                  <a:lnTo>
                    <a:pt x="205304" y="355781"/>
                  </a:lnTo>
                  <a:lnTo>
                    <a:pt x="205049" y="355820"/>
                  </a:lnTo>
                  <a:lnTo>
                    <a:pt x="204897" y="355941"/>
                  </a:lnTo>
                  <a:lnTo>
                    <a:pt x="204578" y="356211"/>
                  </a:lnTo>
                  <a:lnTo>
                    <a:pt x="204769" y="356272"/>
                  </a:lnTo>
                  <a:lnTo>
                    <a:pt x="204865" y="356132"/>
                  </a:lnTo>
                  <a:lnTo>
                    <a:pt x="205110" y="356303"/>
                  </a:lnTo>
                  <a:lnTo>
                    <a:pt x="204686" y="356628"/>
                  </a:lnTo>
                  <a:lnTo>
                    <a:pt x="204415" y="356803"/>
                  </a:lnTo>
                  <a:lnTo>
                    <a:pt x="204070" y="356720"/>
                  </a:lnTo>
                  <a:lnTo>
                    <a:pt x="203813" y="356427"/>
                  </a:lnTo>
                  <a:lnTo>
                    <a:pt x="203428" y="356593"/>
                  </a:lnTo>
                  <a:lnTo>
                    <a:pt x="203596" y="355938"/>
                  </a:lnTo>
                  <a:lnTo>
                    <a:pt x="203419" y="355746"/>
                  </a:lnTo>
                  <a:lnTo>
                    <a:pt x="202737" y="355635"/>
                  </a:lnTo>
                  <a:lnTo>
                    <a:pt x="202478" y="355762"/>
                  </a:lnTo>
                  <a:lnTo>
                    <a:pt x="201939" y="355959"/>
                  </a:lnTo>
                  <a:lnTo>
                    <a:pt x="201365" y="355902"/>
                  </a:lnTo>
                  <a:lnTo>
                    <a:pt x="201161" y="355852"/>
                  </a:lnTo>
                  <a:lnTo>
                    <a:pt x="200849" y="355847"/>
                  </a:lnTo>
                  <a:lnTo>
                    <a:pt x="200506" y="356266"/>
                  </a:lnTo>
                  <a:lnTo>
                    <a:pt x="200426" y="356397"/>
                  </a:lnTo>
                  <a:lnTo>
                    <a:pt x="200297" y="356561"/>
                  </a:lnTo>
                  <a:lnTo>
                    <a:pt x="200131" y="356729"/>
                  </a:lnTo>
                  <a:lnTo>
                    <a:pt x="199889" y="356544"/>
                  </a:lnTo>
                  <a:lnTo>
                    <a:pt x="199452" y="356389"/>
                  </a:lnTo>
                  <a:lnTo>
                    <a:pt x="198779" y="356191"/>
                  </a:lnTo>
                  <a:lnTo>
                    <a:pt x="198598" y="356278"/>
                  </a:lnTo>
                  <a:lnTo>
                    <a:pt x="198416" y="356518"/>
                  </a:lnTo>
                  <a:lnTo>
                    <a:pt x="198107" y="356608"/>
                  </a:lnTo>
                  <a:lnTo>
                    <a:pt x="197756" y="356867"/>
                  </a:lnTo>
                  <a:lnTo>
                    <a:pt x="197839" y="357259"/>
                  </a:lnTo>
                  <a:lnTo>
                    <a:pt x="197631" y="357477"/>
                  </a:lnTo>
                  <a:lnTo>
                    <a:pt x="197819" y="357477"/>
                  </a:lnTo>
                  <a:lnTo>
                    <a:pt x="198014" y="357271"/>
                  </a:lnTo>
                  <a:lnTo>
                    <a:pt x="198141" y="357228"/>
                  </a:lnTo>
                  <a:lnTo>
                    <a:pt x="198217" y="357485"/>
                  </a:lnTo>
                  <a:lnTo>
                    <a:pt x="198084" y="357641"/>
                  </a:lnTo>
                  <a:lnTo>
                    <a:pt x="197847" y="357488"/>
                  </a:lnTo>
                  <a:lnTo>
                    <a:pt x="197468" y="357530"/>
                  </a:lnTo>
                  <a:lnTo>
                    <a:pt x="197019" y="357608"/>
                  </a:lnTo>
                  <a:lnTo>
                    <a:pt x="196686" y="357697"/>
                  </a:lnTo>
                  <a:lnTo>
                    <a:pt x="196444" y="358010"/>
                  </a:lnTo>
                  <a:lnTo>
                    <a:pt x="196240" y="358345"/>
                  </a:lnTo>
                  <a:lnTo>
                    <a:pt x="196267" y="358466"/>
                  </a:lnTo>
                  <a:lnTo>
                    <a:pt x="196412" y="358424"/>
                  </a:lnTo>
                  <a:lnTo>
                    <a:pt x="196383" y="358654"/>
                  </a:lnTo>
                  <a:lnTo>
                    <a:pt x="195948" y="358458"/>
                  </a:lnTo>
                  <a:lnTo>
                    <a:pt x="195922" y="358660"/>
                  </a:lnTo>
                  <a:lnTo>
                    <a:pt x="195779" y="358843"/>
                  </a:lnTo>
                  <a:lnTo>
                    <a:pt x="195785" y="358713"/>
                  </a:lnTo>
                  <a:lnTo>
                    <a:pt x="195215" y="358524"/>
                  </a:lnTo>
                  <a:lnTo>
                    <a:pt x="195200" y="358340"/>
                  </a:lnTo>
                  <a:lnTo>
                    <a:pt x="195051" y="357861"/>
                  </a:lnTo>
                  <a:lnTo>
                    <a:pt x="195243" y="357775"/>
                  </a:lnTo>
                  <a:lnTo>
                    <a:pt x="195010" y="357629"/>
                  </a:lnTo>
                  <a:lnTo>
                    <a:pt x="194786" y="357482"/>
                  </a:lnTo>
                  <a:lnTo>
                    <a:pt x="194663" y="357102"/>
                  </a:lnTo>
                  <a:lnTo>
                    <a:pt x="194402" y="357029"/>
                  </a:lnTo>
                  <a:lnTo>
                    <a:pt x="194098" y="357016"/>
                  </a:lnTo>
                  <a:lnTo>
                    <a:pt x="193999" y="356978"/>
                  </a:lnTo>
                  <a:lnTo>
                    <a:pt x="193793" y="356669"/>
                  </a:lnTo>
                  <a:lnTo>
                    <a:pt x="193602" y="356624"/>
                  </a:lnTo>
                  <a:lnTo>
                    <a:pt x="193547" y="356388"/>
                  </a:lnTo>
                  <a:lnTo>
                    <a:pt x="193270" y="356353"/>
                  </a:lnTo>
                  <a:lnTo>
                    <a:pt x="193042" y="356417"/>
                  </a:lnTo>
                  <a:lnTo>
                    <a:pt x="192930" y="356573"/>
                  </a:lnTo>
                  <a:lnTo>
                    <a:pt x="192554" y="356508"/>
                  </a:lnTo>
                  <a:lnTo>
                    <a:pt x="192381" y="356316"/>
                  </a:lnTo>
                  <a:lnTo>
                    <a:pt x="192145" y="356170"/>
                  </a:lnTo>
                  <a:lnTo>
                    <a:pt x="191585" y="356739"/>
                  </a:lnTo>
                  <a:lnTo>
                    <a:pt x="191428" y="356418"/>
                  </a:lnTo>
                  <a:lnTo>
                    <a:pt x="191089" y="356520"/>
                  </a:lnTo>
                  <a:lnTo>
                    <a:pt x="190736" y="356494"/>
                  </a:lnTo>
                  <a:lnTo>
                    <a:pt x="190600" y="356219"/>
                  </a:lnTo>
                  <a:lnTo>
                    <a:pt x="190393" y="355976"/>
                  </a:lnTo>
                  <a:lnTo>
                    <a:pt x="190173" y="355760"/>
                  </a:lnTo>
                  <a:lnTo>
                    <a:pt x="190038" y="355692"/>
                  </a:lnTo>
                  <a:lnTo>
                    <a:pt x="189601" y="355536"/>
                  </a:lnTo>
                  <a:lnTo>
                    <a:pt x="189462" y="355400"/>
                  </a:lnTo>
                  <a:lnTo>
                    <a:pt x="189355" y="355554"/>
                  </a:lnTo>
                  <a:lnTo>
                    <a:pt x="188962" y="355779"/>
                  </a:lnTo>
                  <a:lnTo>
                    <a:pt x="188781" y="355369"/>
                  </a:lnTo>
                  <a:lnTo>
                    <a:pt x="188584" y="355424"/>
                  </a:lnTo>
                  <a:lnTo>
                    <a:pt x="188384" y="355742"/>
                  </a:lnTo>
                  <a:lnTo>
                    <a:pt x="188244" y="355903"/>
                  </a:lnTo>
                  <a:lnTo>
                    <a:pt x="188086" y="355998"/>
                  </a:lnTo>
                  <a:lnTo>
                    <a:pt x="187883" y="355974"/>
                  </a:lnTo>
                  <a:lnTo>
                    <a:pt x="188050" y="355725"/>
                  </a:lnTo>
                  <a:lnTo>
                    <a:pt x="188077" y="355465"/>
                  </a:lnTo>
                  <a:lnTo>
                    <a:pt x="188068" y="355289"/>
                  </a:lnTo>
                  <a:lnTo>
                    <a:pt x="188107" y="355117"/>
                  </a:lnTo>
                  <a:lnTo>
                    <a:pt x="188221" y="354920"/>
                  </a:lnTo>
                  <a:lnTo>
                    <a:pt x="188390" y="354930"/>
                  </a:lnTo>
                  <a:lnTo>
                    <a:pt x="188542" y="354955"/>
                  </a:lnTo>
                  <a:lnTo>
                    <a:pt x="188716" y="354960"/>
                  </a:lnTo>
                  <a:lnTo>
                    <a:pt x="188720" y="354790"/>
                  </a:lnTo>
                  <a:lnTo>
                    <a:pt x="187965" y="354989"/>
                  </a:lnTo>
                  <a:lnTo>
                    <a:pt x="187778" y="355079"/>
                  </a:lnTo>
                  <a:lnTo>
                    <a:pt x="187457" y="355032"/>
                  </a:lnTo>
                  <a:lnTo>
                    <a:pt x="187223" y="354875"/>
                  </a:lnTo>
                  <a:lnTo>
                    <a:pt x="187094" y="354860"/>
                  </a:lnTo>
                  <a:lnTo>
                    <a:pt x="187008" y="354691"/>
                  </a:lnTo>
                  <a:lnTo>
                    <a:pt x="186983" y="354463"/>
                  </a:lnTo>
                  <a:lnTo>
                    <a:pt x="186913" y="354094"/>
                  </a:lnTo>
                  <a:lnTo>
                    <a:pt x="187057" y="353913"/>
                  </a:lnTo>
                  <a:lnTo>
                    <a:pt x="187140" y="353760"/>
                  </a:lnTo>
                  <a:lnTo>
                    <a:pt x="187059" y="352907"/>
                  </a:lnTo>
                  <a:lnTo>
                    <a:pt x="187219" y="352850"/>
                  </a:lnTo>
                  <a:lnTo>
                    <a:pt x="187324" y="352627"/>
                  </a:lnTo>
                  <a:lnTo>
                    <a:pt x="187455" y="352522"/>
                  </a:lnTo>
                  <a:lnTo>
                    <a:pt x="187686" y="351981"/>
                  </a:lnTo>
                  <a:lnTo>
                    <a:pt x="187264" y="351461"/>
                  </a:lnTo>
                  <a:lnTo>
                    <a:pt x="187343" y="351219"/>
                  </a:lnTo>
                  <a:lnTo>
                    <a:pt x="187107" y="350884"/>
                  </a:lnTo>
                  <a:lnTo>
                    <a:pt x="186880" y="350191"/>
                  </a:lnTo>
                  <a:lnTo>
                    <a:pt x="186542" y="350121"/>
                  </a:lnTo>
                  <a:lnTo>
                    <a:pt x="186478" y="350226"/>
                  </a:lnTo>
                  <a:lnTo>
                    <a:pt x="186460" y="350650"/>
                  </a:lnTo>
                  <a:lnTo>
                    <a:pt x="186410" y="351102"/>
                  </a:lnTo>
                  <a:lnTo>
                    <a:pt x="186401" y="351231"/>
                  </a:lnTo>
                  <a:lnTo>
                    <a:pt x="186127" y="351305"/>
                  </a:lnTo>
                  <a:lnTo>
                    <a:pt x="186364" y="351840"/>
                  </a:lnTo>
                  <a:lnTo>
                    <a:pt x="186200" y="351998"/>
                  </a:lnTo>
                  <a:lnTo>
                    <a:pt x="186117" y="351789"/>
                  </a:lnTo>
                  <a:lnTo>
                    <a:pt x="185675" y="351799"/>
                  </a:lnTo>
                  <a:lnTo>
                    <a:pt x="185309" y="351792"/>
                  </a:lnTo>
                  <a:lnTo>
                    <a:pt x="184926" y="351693"/>
                  </a:lnTo>
                  <a:lnTo>
                    <a:pt x="184622" y="351577"/>
                  </a:lnTo>
                  <a:lnTo>
                    <a:pt x="184266" y="351982"/>
                  </a:lnTo>
                  <a:lnTo>
                    <a:pt x="183829" y="351955"/>
                  </a:lnTo>
                  <a:lnTo>
                    <a:pt x="183474" y="352241"/>
                  </a:lnTo>
                  <a:lnTo>
                    <a:pt x="183265" y="352228"/>
                  </a:lnTo>
                  <a:lnTo>
                    <a:pt x="183152" y="351971"/>
                  </a:lnTo>
                  <a:lnTo>
                    <a:pt x="182606" y="352154"/>
                  </a:lnTo>
                  <a:lnTo>
                    <a:pt x="182367" y="352256"/>
                  </a:lnTo>
                  <a:lnTo>
                    <a:pt x="182198" y="352207"/>
                  </a:lnTo>
                  <a:lnTo>
                    <a:pt x="181955" y="351925"/>
                  </a:lnTo>
                  <a:lnTo>
                    <a:pt x="181647" y="351722"/>
                  </a:lnTo>
                  <a:lnTo>
                    <a:pt x="181158" y="351302"/>
                  </a:lnTo>
                  <a:lnTo>
                    <a:pt x="180653" y="351522"/>
                  </a:lnTo>
                  <a:lnTo>
                    <a:pt x="180617" y="351272"/>
                  </a:lnTo>
                  <a:lnTo>
                    <a:pt x="180701" y="350868"/>
                  </a:lnTo>
                  <a:lnTo>
                    <a:pt x="180589" y="350394"/>
                  </a:lnTo>
                  <a:lnTo>
                    <a:pt x="180342" y="350434"/>
                  </a:lnTo>
                  <a:lnTo>
                    <a:pt x="179751" y="350513"/>
                  </a:lnTo>
                  <a:lnTo>
                    <a:pt x="179332" y="350551"/>
                  </a:lnTo>
                  <a:lnTo>
                    <a:pt x="178833" y="350704"/>
                  </a:lnTo>
                  <a:lnTo>
                    <a:pt x="178809" y="351049"/>
                  </a:lnTo>
                  <a:lnTo>
                    <a:pt x="178744" y="351212"/>
                  </a:lnTo>
                  <a:lnTo>
                    <a:pt x="178504" y="351467"/>
                  </a:lnTo>
                  <a:lnTo>
                    <a:pt x="178320" y="351607"/>
                  </a:lnTo>
                  <a:lnTo>
                    <a:pt x="178094" y="351897"/>
                  </a:lnTo>
                  <a:lnTo>
                    <a:pt x="177601" y="351919"/>
                  </a:lnTo>
                  <a:lnTo>
                    <a:pt x="177465" y="352085"/>
                  </a:lnTo>
                  <a:lnTo>
                    <a:pt x="177100" y="352272"/>
                  </a:lnTo>
                  <a:lnTo>
                    <a:pt x="177042" y="352428"/>
                  </a:lnTo>
                  <a:lnTo>
                    <a:pt x="177057" y="352801"/>
                  </a:lnTo>
                  <a:lnTo>
                    <a:pt x="176870" y="352996"/>
                  </a:lnTo>
                  <a:lnTo>
                    <a:pt x="176638" y="352795"/>
                  </a:lnTo>
                  <a:lnTo>
                    <a:pt x="176340" y="352906"/>
                  </a:lnTo>
                  <a:lnTo>
                    <a:pt x="176269" y="353055"/>
                  </a:lnTo>
                  <a:lnTo>
                    <a:pt x="176056" y="353220"/>
                  </a:lnTo>
                  <a:lnTo>
                    <a:pt x="175683" y="352962"/>
                  </a:lnTo>
                  <a:lnTo>
                    <a:pt x="175418" y="352929"/>
                  </a:lnTo>
                  <a:lnTo>
                    <a:pt x="175239" y="353101"/>
                  </a:lnTo>
                  <a:lnTo>
                    <a:pt x="174929" y="353240"/>
                  </a:lnTo>
                  <a:lnTo>
                    <a:pt x="174287" y="352994"/>
                  </a:lnTo>
                  <a:lnTo>
                    <a:pt x="173934" y="352777"/>
                  </a:lnTo>
                  <a:lnTo>
                    <a:pt x="173746" y="352713"/>
                  </a:lnTo>
                  <a:lnTo>
                    <a:pt x="173375" y="352978"/>
                  </a:lnTo>
                  <a:lnTo>
                    <a:pt x="173178" y="353095"/>
                  </a:lnTo>
                  <a:lnTo>
                    <a:pt x="172585" y="353259"/>
                  </a:lnTo>
                  <a:lnTo>
                    <a:pt x="172409" y="353141"/>
                  </a:lnTo>
                  <a:lnTo>
                    <a:pt x="172148" y="352997"/>
                  </a:lnTo>
                  <a:lnTo>
                    <a:pt x="171549" y="352995"/>
                  </a:lnTo>
                  <a:lnTo>
                    <a:pt x="171236" y="352946"/>
                  </a:lnTo>
                  <a:lnTo>
                    <a:pt x="171062" y="353003"/>
                  </a:lnTo>
                  <a:lnTo>
                    <a:pt x="170850" y="352982"/>
                  </a:lnTo>
                  <a:lnTo>
                    <a:pt x="170641" y="352911"/>
                  </a:lnTo>
                  <a:lnTo>
                    <a:pt x="170234" y="352866"/>
                  </a:lnTo>
                  <a:lnTo>
                    <a:pt x="169859" y="352656"/>
                  </a:lnTo>
                  <a:lnTo>
                    <a:pt x="169704" y="352854"/>
                  </a:lnTo>
                  <a:lnTo>
                    <a:pt x="169324" y="353156"/>
                  </a:lnTo>
                  <a:lnTo>
                    <a:pt x="168988" y="353235"/>
                  </a:lnTo>
                  <a:lnTo>
                    <a:pt x="168535" y="353307"/>
                  </a:lnTo>
                  <a:lnTo>
                    <a:pt x="168545" y="353175"/>
                  </a:lnTo>
                  <a:lnTo>
                    <a:pt x="168429" y="352908"/>
                  </a:lnTo>
                  <a:lnTo>
                    <a:pt x="167954" y="352743"/>
                  </a:lnTo>
                  <a:lnTo>
                    <a:pt x="167680" y="352798"/>
                  </a:lnTo>
                  <a:lnTo>
                    <a:pt x="167352" y="352863"/>
                  </a:lnTo>
                  <a:lnTo>
                    <a:pt x="167167" y="352912"/>
                  </a:lnTo>
                  <a:lnTo>
                    <a:pt x="166497" y="353308"/>
                  </a:lnTo>
                  <a:lnTo>
                    <a:pt x="165958" y="353049"/>
                  </a:lnTo>
                  <a:lnTo>
                    <a:pt x="165606" y="353198"/>
                  </a:lnTo>
                  <a:lnTo>
                    <a:pt x="165378" y="353350"/>
                  </a:lnTo>
                  <a:lnTo>
                    <a:pt x="164782" y="353098"/>
                  </a:lnTo>
                  <a:lnTo>
                    <a:pt x="164649" y="352966"/>
                  </a:lnTo>
                  <a:lnTo>
                    <a:pt x="164534" y="352820"/>
                  </a:lnTo>
                  <a:lnTo>
                    <a:pt x="164476" y="352687"/>
                  </a:lnTo>
                  <a:lnTo>
                    <a:pt x="164533" y="352150"/>
                  </a:lnTo>
                  <a:lnTo>
                    <a:pt x="164511" y="352006"/>
                  </a:lnTo>
                  <a:lnTo>
                    <a:pt x="163461" y="351099"/>
                  </a:lnTo>
                  <a:lnTo>
                    <a:pt x="163066" y="351059"/>
                  </a:lnTo>
                  <a:lnTo>
                    <a:pt x="162743" y="351053"/>
                  </a:lnTo>
                  <a:lnTo>
                    <a:pt x="162323" y="350875"/>
                  </a:lnTo>
                  <a:lnTo>
                    <a:pt x="162398" y="350680"/>
                  </a:lnTo>
                  <a:lnTo>
                    <a:pt x="162437" y="350507"/>
                  </a:lnTo>
                  <a:lnTo>
                    <a:pt x="162222" y="350506"/>
                  </a:lnTo>
                  <a:lnTo>
                    <a:pt x="161987" y="350562"/>
                  </a:lnTo>
                  <a:lnTo>
                    <a:pt x="161533" y="350110"/>
                  </a:lnTo>
                  <a:lnTo>
                    <a:pt x="162127" y="350433"/>
                  </a:lnTo>
                  <a:lnTo>
                    <a:pt x="162292" y="349069"/>
                  </a:lnTo>
                  <a:lnTo>
                    <a:pt x="162767" y="348238"/>
                  </a:lnTo>
                  <a:lnTo>
                    <a:pt x="163178" y="347040"/>
                  </a:lnTo>
                  <a:lnTo>
                    <a:pt x="163628" y="346417"/>
                  </a:lnTo>
                  <a:lnTo>
                    <a:pt x="164110" y="347095"/>
                  </a:lnTo>
                  <a:lnTo>
                    <a:pt x="164316" y="347358"/>
                  </a:lnTo>
                  <a:lnTo>
                    <a:pt x="165288" y="347198"/>
                  </a:lnTo>
                  <a:lnTo>
                    <a:pt x="165508" y="347145"/>
                  </a:lnTo>
                  <a:lnTo>
                    <a:pt x="165814" y="347038"/>
                  </a:lnTo>
                  <a:lnTo>
                    <a:pt x="166335" y="346831"/>
                  </a:lnTo>
                  <a:lnTo>
                    <a:pt x="166494" y="346744"/>
                  </a:lnTo>
                  <a:lnTo>
                    <a:pt x="166652" y="346626"/>
                  </a:lnTo>
                  <a:lnTo>
                    <a:pt x="167473" y="345510"/>
                  </a:lnTo>
                  <a:lnTo>
                    <a:pt x="168018" y="344720"/>
                  </a:lnTo>
                  <a:lnTo>
                    <a:pt x="168225" y="344336"/>
                  </a:lnTo>
                  <a:lnTo>
                    <a:pt x="168424" y="343739"/>
                  </a:lnTo>
                  <a:lnTo>
                    <a:pt x="168334" y="342530"/>
                  </a:lnTo>
                  <a:lnTo>
                    <a:pt x="168328" y="342286"/>
                  </a:lnTo>
                  <a:lnTo>
                    <a:pt x="168492" y="341542"/>
                  </a:lnTo>
                  <a:lnTo>
                    <a:pt x="168545" y="341183"/>
                  </a:lnTo>
                  <a:lnTo>
                    <a:pt x="168657" y="340177"/>
                  </a:lnTo>
                  <a:lnTo>
                    <a:pt x="168397" y="339978"/>
                  </a:lnTo>
                  <a:lnTo>
                    <a:pt x="168229" y="339671"/>
                  </a:lnTo>
                  <a:lnTo>
                    <a:pt x="168226" y="339525"/>
                  </a:lnTo>
                  <a:lnTo>
                    <a:pt x="167981" y="338927"/>
                  </a:lnTo>
                  <a:lnTo>
                    <a:pt x="168397" y="338419"/>
                  </a:lnTo>
                  <a:lnTo>
                    <a:pt x="168119" y="338219"/>
                  </a:lnTo>
                  <a:lnTo>
                    <a:pt x="168128" y="338030"/>
                  </a:lnTo>
                  <a:lnTo>
                    <a:pt x="168190" y="337792"/>
                  </a:lnTo>
                  <a:lnTo>
                    <a:pt x="168261" y="337505"/>
                  </a:lnTo>
                  <a:lnTo>
                    <a:pt x="168134" y="337395"/>
                  </a:lnTo>
                  <a:lnTo>
                    <a:pt x="167940" y="337174"/>
                  </a:lnTo>
                  <a:lnTo>
                    <a:pt x="168031" y="337039"/>
                  </a:lnTo>
                  <a:lnTo>
                    <a:pt x="168086" y="336819"/>
                  </a:lnTo>
                  <a:lnTo>
                    <a:pt x="167608" y="335925"/>
                  </a:lnTo>
                  <a:lnTo>
                    <a:pt x="166972" y="335907"/>
                  </a:lnTo>
                  <a:lnTo>
                    <a:pt x="166922" y="335778"/>
                  </a:lnTo>
                  <a:lnTo>
                    <a:pt x="166920" y="335645"/>
                  </a:lnTo>
                  <a:lnTo>
                    <a:pt x="166583" y="335714"/>
                  </a:lnTo>
                  <a:lnTo>
                    <a:pt x="166156" y="335747"/>
                  </a:lnTo>
                  <a:lnTo>
                    <a:pt x="166019" y="336101"/>
                  </a:lnTo>
                  <a:lnTo>
                    <a:pt x="165878" y="336189"/>
                  </a:lnTo>
                  <a:lnTo>
                    <a:pt x="165662" y="336239"/>
                  </a:lnTo>
                  <a:lnTo>
                    <a:pt x="165312" y="336160"/>
                  </a:lnTo>
                  <a:lnTo>
                    <a:pt x="165208" y="335979"/>
                  </a:lnTo>
                  <a:lnTo>
                    <a:pt x="164977" y="335774"/>
                  </a:lnTo>
                  <a:lnTo>
                    <a:pt x="164979" y="335596"/>
                  </a:lnTo>
                  <a:lnTo>
                    <a:pt x="164878" y="335285"/>
                  </a:lnTo>
                  <a:lnTo>
                    <a:pt x="164840" y="335060"/>
                  </a:lnTo>
                  <a:lnTo>
                    <a:pt x="164736" y="334562"/>
                  </a:lnTo>
                  <a:lnTo>
                    <a:pt x="164983" y="334412"/>
                  </a:lnTo>
                  <a:lnTo>
                    <a:pt x="165146" y="334184"/>
                  </a:lnTo>
                  <a:lnTo>
                    <a:pt x="165105" y="334038"/>
                  </a:lnTo>
                  <a:lnTo>
                    <a:pt x="164691" y="333868"/>
                  </a:lnTo>
                  <a:lnTo>
                    <a:pt x="164489" y="333583"/>
                  </a:lnTo>
                  <a:lnTo>
                    <a:pt x="163857" y="333625"/>
                  </a:lnTo>
                  <a:lnTo>
                    <a:pt x="163648" y="333594"/>
                  </a:lnTo>
                  <a:lnTo>
                    <a:pt x="163234" y="334280"/>
                  </a:lnTo>
                  <a:lnTo>
                    <a:pt x="163199" y="334448"/>
                  </a:lnTo>
                  <a:lnTo>
                    <a:pt x="163050" y="334747"/>
                  </a:lnTo>
                  <a:lnTo>
                    <a:pt x="162908" y="335025"/>
                  </a:lnTo>
                  <a:lnTo>
                    <a:pt x="162834" y="335561"/>
                  </a:lnTo>
                  <a:lnTo>
                    <a:pt x="162703" y="335645"/>
                  </a:lnTo>
                  <a:lnTo>
                    <a:pt x="162454" y="335848"/>
                  </a:lnTo>
                  <a:lnTo>
                    <a:pt x="162308" y="335870"/>
                  </a:lnTo>
                  <a:lnTo>
                    <a:pt x="162144" y="335858"/>
                  </a:lnTo>
                  <a:lnTo>
                    <a:pt x="161989" y="335528"/>
                  </a:lnTo>
                  <a:lnTo>
                    <a:pt x="162015" y="335372"/>
                  </a:lnTo>
                  <a:lnTo>
                    <a:pt x="161637" y="335376"/>
                  </a:lnTo>
                  <a:lnTo>
                    <a:pt x="161493" y="335372"/>
                  </a:lnTo>
                  <a:lnTo>
                    <a:pt x="161291" y="335314"/>
                  </a:lnTo>
                  <a:lnTo>
                    <a:pt x="160853" y="335564"/>
                  </a:lnTo>
                  <a:lnTo>
                    <a:pt x="160484" y="335306"/>
                  </a:lnTo>
                  <a:lnTo>
                    <a:pt x="159905" y="335331"/>
                  </a:lnTo>
                  <a:lnTo>
                    <a:pt x="159578" y="335035"/>
                  </a:lnTo>
                  <a:lnTo>
                    <a:pt x="159397" y="334403"/>
                  </a:lnTo>
                  <a:lnTo>
                    <a:pt x="159205" y="333934"/>
                  </a:lnTo>
                  <a:lnTo>
                    <a:pt x="159318" y="333613"/>
                  </a:lnTo>
                  <a:lnTo>
                    <a:pt x="159527" y="333628"/>
                  </a:lnTo>
                  <a:lnTo>
                    <a:pt x="159731" y="333653"/>
                  </a:lnTo>
                  <a:lnTo>
                    <a:pt x="160058" y="333547"/>
                  </a:lnTo>
                  <a:lnTo>
                    <a:pt x="160174" y="333266"/>
                  </a:lnTo>
                  <a:lnTo>
                    <a:pt x="160243" y="332977"/>
                  </a:lnTo>
                  <a:lnTo>
                    <a:pt x="160345" y="332814"/>
                  </a:lnTo>
                  <a:lnTo>
                    <a:pt x="160499" y="332820"/>
                  </a:lnTo>
                  <a:lnTo>
                    <a:pt x="160829" y="332687"/>
                  </a:lnTo>
                  <a:lnTo>
                    <a:pt x="160989" y="332547"/>
                  </a:lnTo>
                  <a:lnTo>
                    <a:pt x="161071" y="332371"/>
                  </a:lnTo>
                  <a:lnTo>
                    <a:pt x="161071" y="332007"/>
                  </a:lnTo>
                  <a:lnTo>
                    <a:pt x="161053" y="331781"/>
                  </a:lnTo>
                  <a:lnTo>
                    <a:pt x="160855" y="331594"/>
                  </a:lnTo>
                  <a:lnTo>
                    <a:pt x="160568" y="331431"/>
                  </a:lnTo>
                  <a:lnTo>
                    <a:pt x="160068" y="331340"/>
                  </a:lnTo>
                  <a:lnTo>
                    <a:pt x="159584" y="331277"/>
                  </a:lnTo>
                  <a:lnTo>
                    <a:pt x="159478" y="330914"/>
                  </a:lnTo>
                  <a:lnTo>
                    <a:pt x="159305" y="330839"/>
                  </a:lnTo>
                  <a:lnTo>
                    <a:pt x="159156" y="330695"/>
                  </a:lnTo>
                  <a:lnTo>
                    <a:pt x="159213" y="330303"/>
                  </a:lnTo>
                  <a:lnTo>
                    <a:pt x="159076" y="330073"/>
                  </a:lnTo>
                  <a:lnTo>
                    <a:pt x="158926" y="330075"/>
                  </a:lnTo>
                  <a:lnTo>
                    <a:pt x="158612" y="330098"/>
                  </a:lnTo>
                  <a:lnTo>
                    <a:pt x="158232" y="330456"/>
                  </a:lnTo>
                  <a:lnTo>
                    <a:pt x="158079" y="330359"/>
                  </a:lnTo>
                  <a:lnTo>
                    <a:pt x="157898" y="330121"/>
                  </a:lnTo>
                  <a:lnTo>
                    <a:pt x="157630" y="330173"/>
                  </a:lnTo>
                  <a:lnTo>
                    <a:pt x="157533" y="330386"/>
                  </a:lnTo>
                  <a:lnTo>
                    <a:pt x="157371" y="330642"/>
                  </a:lnTo>
                  <a:lnTo>
                    <a:pt x="157237" y="330772"/>
                  </a:lnTo>
                  <a:lnTo>
                    <a:pt x="157101" y="330771"/>
                  </a:lnTo>
                  <a:lnTo>
                    <a:pt x="156773" y="330890"/>
                  </a:lnTo>
                  <a:lnTo>
                    <a:pt x="156308" y="330744"/>
                  </a:lnTo>
                  <a:lnTo>
                    <a:pt x="156177" y="330852"/>
                  </a:lnTo>
                  <a:lnTo>
                    <a:pt x="155977" y="331339"/>
                  </a:lnTo>
                  <a:lnTo>
                    <a:pt x="155198" y="331296"/>
                  </a:lnTo>
                  <a:lnTo>
                    <a:pt x="155195" y="331146"/>
                  </a:lnTo>
                  <a:lnTo>
                    <a:pt x="155052" y="330955"/>
                  </a:lnTo>
                  <a:lnTo>
                    <a:pt x="154818" y="331078"/>
                  </a:lnTo>
                  <a:lnTo>
                    <a:pt x="154795" y="330825"/>
                  </a:lnTo>
                  <a:lnTo>
                    <a:pt x="154596" y="330598"/>
                  </a:lnTo>
                  <a:lnTo>
                    <a:pt x="155104" y="330192"/>
                  </a:lnTo>
                  <a:lnTo>
                    <a:pt x="155190" y="330063"/>
                  </a:lnTo>
                  <a:lnTo>
                    <a:pt x="155474" y="330062"/>
                  </a:lnTo>
                  <a:lnTo>
                    <a:pt x="154933" y="329762"/>
                  </a:lnTo>
                  <a:lnTo>
                    <a:pt x="154696" y="329941"/>
                  </a:lnTo>
                  <a:lnTo>
                    <a:pt x="154444" y="329882"/>
                  </a:lnTo>
                  <a:lnTo>
                    <a:pt x="153711" y="329387"/>
                  </a:lnTo>
                  <a:lnTo>
                    <a:pt x="153479" y="329375"/>
                  </a:lnTo>
                  <a:lnTo>
                    <a:pt x="153013" y="328972"/>
                  </a:lnTo>
                  <a:lnTo>
                    <a:pt x="153049" y="328674"/>
                  </a:lnTo>
                  <a:lnTo>
                    <a:pt x="153306" y="328098"/>
                  </a:lnTo>
                  <a:lnTo>
                    <a:pt x="153425" y="327797"/>
                  </a:lnTo>
                  <a:lnTo>
                    <a:pt x="153742" y="326943"/>
                  </a:lnTo>
                  <a:lnTo>
                    <a:pt x="153602" y="326495"/>
                  </a:lnTo>
                  <a:lnTo>
                    <a:pt x="153284" y="326405"/>
                  </a:lnTo>
                  <a:lnTo>
                    <a:pt x="152725" y="326099"/>
                  </a:lnTo>
                  <a:lnTo>
                    <a:pt x="152404" y="325771"/>
                  </a:lnTo>
                  <a:lnTo>
                    <a:pt x="152330" y="325536"/>
                  </a:lnTo>
                  <a:lnTo>
                    <a:pt x="152684" y="325279"/>
                  </a:lnTo>
                  <a:lnTo>
                    <a:pt x="152938" y="325026"/>
                  </a:lnTo>
                  <a:lnTo>
                    <a:pt x="152789" y="324631"/>
                  </a:lnTo>
                  <a:lnTo>
                    <a:pt x="152453" y="324596"/>
                  </a:lnTo>
                  <a:lnTo>
                    <a:pt x="152115" y="324615"/>
                  </a:lnTo>
                  <a:lnTo>
                    <a:pt x="151705" y="324491"/>
                  </a:lnTo>
                  <a:lnTo>
                    <a:pt x="151428" y="324337"/>
                  </a:lnTo>
                  <a:lnTo>
                    <a:pt x="151089" y="324019"/>
                  </a:lnTo>
                  <a:lnTo>
                    <a:pt x="150808" y="324321"/>
                  </a:lnTo>
                  <a:lnTo>
                    <a:pt x="150643" y="324580"/>
                  </a:lnTo>
                  <a:lnTo>
                    <a:pt x="150392" y="324512"/>
                  </a:lnTo>
                  <a:lnTo>
                    <a:pt x="150402" y="324372"/>
                  </a:lnTo>
                  <a:lnTo>
                    <a:pt x="150207" y="324129"/>
                  </a:lnTo>
                  <a:lnTo>
                    <a:pt x="150178" y="323858"/>
                  </a:lnTo>
                  <a:lnTo>
                    <a:pt x="150219" y="323504"/>
                  </a:lnTo>
                  <a:lnTo>
                    <a:pt x="150080" y="323418"/>
                  </a:lnTo>
                  <a:lnTo>
                    <a:pt x="149562" y="323220"/>
                  </a:lnTo>
                  <a:lnTo>
                    <a:pt x="149142" y="323584"/>
                  </a:lnTo>
                  <a:lnTo>
                    <a:pt x="148571" y="322688"/>
                  </a:lnTo>
                  <a:lnTo>
                    <a:pt x="148409" y="322747"/>
                  </a:lnTo>
                  <a:lnTo>
                    <a:pt x="148630" y="322053"/>
                  </a:lnTo>
                  <a:lnTo>
                    <a:pt x="148560" y="321887"/>
                  </a:lnTo>
                  <a:lnTo>
                    <a:pt x="148568" y="321727"/>
                  </a:lnTo>
                  <a:lnTo>
                    <a:pt x="148757" y="321348"/>
                  </a:lnTo>
                  <a:lnTo>
                    <a:pt x="148610" y="321057"/>
                  </a:lnTo>
                  <a:lnTo>
                    <a:pt x="149139" y="320904"/>
                  </a:lnTo>
                  <a:lnTo>
                    <a:pt x="148993" y="320748"/>
                  </a:lnTo>
                  <a:lnTo>
                    <a:pt x="148740" y="320259"/>
                  </a:lnTo>
                  <a:lnTo>
                    <a:pt x="149174" y="320467"/>
                  </a:lnTo>
                  <a:lnTo>
                    <a:pt x="149590" y="320037"/>
                  </a:lnTo>
                  <a:lnTo>
                    <a:pt x="149384" y="319463"/>
                  </a:lnTo>
                  <a:lnTo>
                    <a:pt x="149396" y="319001"/>
                  </a:lnTo>
                  <a:lnTo>
                    <a:pt x="149735" y="318838"/>
                  </a:lnTo>
                  <a:lnTo>
                    <a:pt x="149905" y="318781"/>
                  </a:lnTo>
                  <a:lnTo>
                    <a:pt x="149784" y="318491"/>
                  </a:lnTo>
                  <a:lnTo>
                    <a:pt x="149331" y="318387"/>
                  </a:lnTo>
                  <a:lnTo>
                    <a:pt x="149175" y="318099"/>
                  </a:lnTo>
                  <a:lnTo>
                    <a:pt x="149240" y="317946"/>
                  </a:lnTo>
                  <a:lnTo>
                    <a:pt x="149403" y="317747"/>
                  </a:lnTo>
                  <a:lnTo>
                    <a:pt x="149532" y="317626"/>
                  </a:lnTo>
                  <a:lnTo>
                    <a:pt x="149445" y="317249"/>
                  </a:lnTo>
                  <a:lnTo>
                    <a:pt x="149267" y="317089"/>
                  </a:lnTo>
                  <a:lnTo>
                    <a:pt x="149196" y="316949"/>
                  </a:lnTo>
                  <a:lnTo>
                    <a:pt x="149652" y="316675"/>
                  </a:lnTo>
                  <a:lnTo>
                    <a:pt x="149672" y="316184"/>
                  </a:lnTo>
                  <a:lnTo>
                    <a:pt x="150748" y="315796"/>
                  </a:lnTo>
                  <a:lnTo>
                    <a:pt x="151194" y="315601"/>
                  </a:lnTo>
                  <a:lnTo>
                    <a:pt x="151782" y="315273"/>
                  </a:lnTo>
                  <a:lnTo>
                    <a:pt x="152002" y="315202"/>
                  </a:lnTo>
                  <a:lnTo>
                    <a:pt x="152202" y="315122"/>
                  </a:lnTo>
                  <a:lnTo>
                    <a:pt x="152357" y="315049"/>
                  </a:lnTo>
                  <a:lnTo>
                    <a:pt x="152567" y="314818"/>
                  </a:lnTo>
                  <a:lnTo>
                    <a:pt x="153316" y="314261"/>
                  </a:lnTo>
                  <a:lnTo>
                    <a:pt x="153583" y="314032"/>
                  </a:lnTo>
                  <a:lnTo>
                    <a:pt x="153490" y="313763"/>
                  </a:lnTo>
                  <a:lnTo>
                    <a:pt x="153558" y="313595"/>
                  </a:lnTo>
                  <a:lnTo>
                    <a:pt x="153944" y="313373"/>
                  </a:lnTo>
                  <a:lnTo>
                    <a:pt x="153895" y="313234"/>
                  </a:lnTo>
                  <a:lnTo>
                    <a:pt x="153762" y="312868"/>
                  </a:lnTo>
                  <a:lnTo>
                    <a:pt x="153497" y="312465"/>
                  </a:lnTo>
                  <a:lnTo>
                    <a:pt x="153869" y="311662"/>
                  </a:lnTo>
                  <a:lnTo>
                    <a:pt x="154041" y="311480"/>
                  </a:lnTo>
                  <a:lnTo>
                    <a:pt x="154034" y="311318"/>
                  </a:lnTo>
                  <a:lnTo>
                    <a:pt x="155231" y="311121"/>
                  </a:lnTo>
                  <a:lnTo>
                    <a:pt x="156228" y="310670"/>
                  </a:lnTo>
                  <a:lnTo>
                    <a:pt x="156449" y="310427"/>
                  </a:lnTo>
                  <a:lnTo>
                    <a:pt x="156875" y="310848"/>
                  </a:lnTo>
                  <a:lnTo>
                    <a:pt x="157260" y="310794"/>
                  </a:lnTo>
                  <a:lnTo>
                    <a:pt x="157647" y="310777"/>
                  </a:lnTo>
                  <a:lnTo>
                    <a:pt x="159863" y="309589"/>
                  </a:lnTo>
                  <a:lnTo>
                    <a:pt x="160225" y="309053"/>
                  </a:lnTo>
                  <a:lnTo>
                    <a:pt x="159857" y="307852"/>
                  </a:lnTo>
                  <a:lnTo>
                    <a:pt x="159973" y="307617"/>
                  </a:lnTo>
                  <a:lnTo>
                    <a:pt x="160048" y="307467"/>
                  </a:lnTo>
                  <a:lnTo>
                    <a:pt x="160294" y="307017"/>
                  </a:lnTo>
                  <a:lnTo>
                    <a:pt x="160528" y="305705"/>
                  </a:lnTo>
                  <a:lnTo>
                    <a:pt x="160781" y="305317"/>
                  </a:lnTo>
                  <a:lnTo>
                    <a:pt x="161292" y="304502"/>
                  </a:lnTo>
                  <a:lnTo>
                    <a:pt x="161135" y="304091"/>
                  </a:lnTo>
                  <a:lnTo>
                    <a:pt x="161554" y="303277"/>
                  </a:lnTo>
                  <a:lnTo>
                    <a:pt x="161176" y="302808"/>
                  </a:lnTo>
                  <a:lnTo>
                    <a:pt x="160888" y="302656"/>
                  </a:lnTo>
                  <a:lnTo>
                    <a:pt x="160702" y="302102"/>
                  </a:lnTo>
                  <a:lnTo>
                    <a:pt x="160780" y="301970"/>
                  </a:lnTo>
                  <a:lnTo>
                    <a:pt x="160862" y="301792"/>
                  </a:lnTo>
                  <a:lnTo>
                    <a:pt x="160944" y="300926"/>
                  </a:lnTo>
                  <a:lnTo>
                    <a:pt x="160906" y="300717"/>
                  </a:lnTo>
                  <a:lnTo>
                    <a:pt x="160994" y="300065"/>
                  </a:lnTo>
                  <a:lnTo>
                    <a:pt x="161051" y="299486"/>
                  </a:lnTo>
                  <a:lnTo>
                    <a:pt x="161125" y="299179"/>
                  </a:lnTo>
                  <a:lnTo>
                    <a:pt x="160280" y="298943"/>
                  </a:lnTo>
                  <a:lnTo>
                    <a:pt x="159930" y="298808"/>
                  </a:lnTo>
                  <a:lnTo>
                    <a:pt x="159711" y="298724"/>
                  </a:lnTo>
                  <a:lnTo>
                    <a:pt x="159582" y="298680"/>
                  </a:lnTo>
                  <a:lnTo>
                    <a:pt x="159209" y="298952"/>
                  </a:lnTo>
                  <a:lnTo>
                    <a:pt x="158616" y="299039"/>
                  </a:lnTo>
                  <a:lnTo>
                    <a:pt x="158004" y="298908"/>
                  </a:lnTo>
                  <a:lnTo>
                    <a:pt x="157493" y="298666"/>
                  </a:lnTo>
                  <a:lnTo>
                    <a:pt x="157255" y="298372"/>
                  </a:lnTo>
                  <a:lnTo>
                    <a:pt x="157638" y="297604"/>
                  </a:lnTo>
                  <a:lnTo>
                    <a:pt x="157979" y="297481"/>
                  </a:lnTo>
                  <a:lnTo>
                    <a:pt x="158197" y="297117"/>
                  </a:lnTo>
                  <a:lnTo>
                    <a:pt x="158163" y="296843"/>
                  </a:lnTo>
                  <a:lnTo>
                    <a:pt x="157788" y="296449"/>
                  </a:lnTo>
                  <a:lnTo>
                    <a:pt x="157705" y="295833"/>
                  </a:lnTo>
                  <a:lnTo>
                    <a:pt x="157455" y="295669"/>
                  </a:lnTo>
                  <a:lnTo>
                    <a:pt x="157213" y="295550"/>
                  </a:lnTo>
                  <a:lnTo>
                    <a:pt x="156692" y="295350"/>
                  </a:lnTo>
                  <a:lnTo>
                    <a:pt x="156430" y="295172"/>
                  </a:lnTo>
                  <a:lnTo>
                    <a:pt x="156147" y="294738"/>
                  </a:lnTo>
                  <a:lnTo>
                    <a:pt x="156378" y="293885"/>
                  </a:lnTo>
                  <a:lnTo>
                    <a:pt x="156787" y="293552"/>
                  </a:lnTo>
                  <a:lnTo>
                    <a:pt x="156943" y="293479"/>
                  </a:lnTo>
                  <a:lnTo>
                    <a:pt x="157368" y="293366"/>
                  </a:lnTo>
                  <a:lnTo>
                    <a:pt x="157652" y="293326"/>
                  </a:lnTo>
                  <a:lnTo>
                    <a:pt x="157988" y="293391"/>
                  </a:lnTo>
                  <a:lnTo>
                    <a:pt x="158302" y="293550"/>
                  </a:lnTo>
                  <a:lnTo>
                    <a:pt x="159155" y="293998"/>
                  </a:lnTo>
                  <a:lnTo>
                    <a:pt x="159446" y="293663"/>
                  </a:lnTo>
                  <a:lnTo>
                    <a:pt x="159707" y="293347"/>
                  </a:lnTo>
                  <a:lnTo>
                    <a:pt x="160369" y="293525"/>
                  </a:lnTo>
                  <a:lnTo>
                    <a:pt x="161057" y="293826"/>
                  </a:lnTo>
                  <a:lnTo>
                    <a:pt x="161453" y="293803"/>
                  </a:lnTo>
                  <a:lnTo>
                    <a:pt x="161444" y="293322"/>
                  </a:lnTo>
                  <a:lnTo>
                    <a:pt x="161253" y="293205"/>
                  </a:lnTo>
                  <a:lnTo>
                    <a:pt x="161274" y="293025"/>
                  </a:lnTo>
                  <a:lnTo>
                    <a:pt x="161549" y="292973"/>
                  </a:lnTo>
                  <a:lnTo>
                    <a:pt x="162179" y="292829"/>
                  </a:lnTo>
                  <a:lnTo>
                    <a:pt x="162385" y="292986"/>
                  </a:lnTo>
                  <a:lnTo>
                    <a:pt x="162397" y="293355"/>
                  </a:lnTo>
                  <a:lnTo>
                    <a:pt x="162444" y="293526"/>
                  </a:lnTo>
                  <a:lnTo>
                    <a:pt x="162705" y="293692"/>
                  </a:lnTo>
                  <a:lnTo>
                    <a:pt x="162863" y="293748"/>
                  </a:lnTo>
                  <a:lnTo>
                    <a:pt x="163083" y="293389"/>
                  </a:lnTo>
                  <a:lnTo>
                    <a:pt x="163379" y="293363"/>
                  </a:lnTo>
                  <a:lnTo>
                    <a:pt x="163450" y="293062"/>
                  </a:lnTo>
                  <a:lnTo>
                    <a:pt x="163654" y="293051"/>
                  </a:lnTo>
                  <a:lnTo>
                    <a:pt x="163791" y="293067"/>
                  </a:lnTo>
                  <a:lnTo>
                    <a:pt x="164370" y="293485"/>
                  </a:lnTo>
                  <a:lnTo>
                    <a:pt x="164337" y="293703"/>
                  </a:lnTo>
                  <a:lnTo>
                    <a:pt x="164650" y="293963"/>
                  </a:lnTo>
                  <a:lnTo>
                    <a:pt x="164786" y="294028"/>
                  </a:lnTo>
                  <a:lnTo>
                    <a:pt x="165204" y="293993"/>
                  </a:lnTo>
                  <a:lnTo>
                    <a:pt x="165400" y="293861"/>
                  </a:lnTo>
                  <a:lnTo>
                    <a:pt x="165459" y="293586"/>
                  </a:lnTo>
                  <a:lnTo>
                    <a:pt x="165608" y="293363"/>
                  </a:lnTo>
                  <a:lnTo>
                    <a:pt x="165738" y="293249"/>
                  </a:lnTo>
                  <a:lnTo>
                    <a:pt x="165954" y="293171"/>
                  </a:lnTo>
                  <a:lnTo>
                    <a:pt x="166090" y="293149"/>
                  </a:lnTo>
                  <a:lnTo>
                    <a:pt x="166256" y="293207"/>
                  </a:lnTo>
                  <a:lnTo>
                    <a:pt x="165904" y="293954"/>
                  </a:lnTo>
                  <a:lnTo>
                    <a:pt x="165954" y="294113"/>
                  </a:lnTo>
                  <a:lnTo>
                    <a:pt x="166290" y="294553"/>
                  </a:lnTo>
                  <a:lnTo>
                    <a:pt x="167119" y="294675"/>
                  </a:lnTo>
                  <a:lnTo>
                    <a:pt x="167813" y="294335"/>
                  </a:lnTo>
                  <a:lnTo>
                    <a:pt x="168185" y="294107"/>
                  </a:lnTo>
                  <a:lnTo>
                    <a:pt x="168461" y="293902"/>
                  </a:lnTo>
                  <a:lnTo>
                    <a:pt x="168560" y="293708"/>
                  </a:lnTo>
                  <a:lnTo>
                    <a:pt x="169016" y="293867"/>
                  </a:lnTo>
                  <a:lnTo>
                    <a:pt x="169121" y="294079"/>
                  </a:lnTo>
                  <a:lnTo>
                    <a:pt x="168999" y="294284"/>
                  </a:lnTo>
                  <a:lnTo>
                    <a:pt x="168995" y="294533"/>
                  </a:lnTo>
                  <a:lnTo>
                    <a:pt x="169002" y="294691"/>
                  </a:lnTo>
                  <a:lnTo>
                    <a:pt x="168834" y="294958"/>
                  </a:lnTo>
                  <a:lnTo>
                    <a:pt x="168635" y="295193"/>
                  </a:lnTo>
                  <a:lnTo>
                    <a:pt x="168661" y="295337"/>
                  </a:lnTo>
                  <a:lnTo>
                    <a:pt x="168949" y="295496"/>
                  </a:lnTo>
                  <a:lnTo>
                    <a:pt x="169266" y="295257"/>
                  </a:lnTo>
                  <a:lnTo>
                    <a:pt x="169575" y="295454"/>
                  </a:lnTo>
                  <a:lnTo>
                    <a:pt x="169654" y="295193"/>
                  </a:lnTo>
                  <a:lnTo>
                    <a:pt x="169756" y="295036"/>
                  </a:lnTo>
                  <a:lnTo>
                    <a:pt x="170575" y="295268"/>
                  </a:lnTo>
                  <a:lnTo>
                    <a:pt x="170699" y="295529"/>
                  </a:lnTo>
                  <a:lnTo>
                    <a:pt x="170852" y="295625"/>
                  </a:lnTo>
                  <a:lnTo>
                    <a:pt x="171047" y="295759"/>
                  </a:lnTo>
                  <a:lnTo>
                    <a:pt x="171760" y="296893"/>
                  </a:lnTo>
                  <a:lnTo>
                    <a:pt x="171827" y="297065"/>
                  </a:lnTo>
                  <a:lnTo>
                    <a:pt x="172049" y="297430"/>
                  </a:lnTo>
                  <a:lnTo>
                    <a:pt x="172341" y="297489"/>
                  </a:lnTo>
                  <a:lnTo>
                    <a:pt x="172937" y="297481"/>
                  </a:lnTo>
                  <a:lnTo>
                    <a:pt x="173573" y="297073"/>
                  </a:lnTo>
                  <a:lnTo>
                    <a:pt x="173715" y="296932"/>
                  </a:lnTo>
                  <a:lnTo>
                    <a:pt x="174196" y="296921"/>
                  </a:lnTo>
                  <a:lnTo>
                    <a:pt x="174545" y="297195"/>
                  </a:lnTo>
                  <a:lnTo>
                    <a:pt x="174651" y="297510"/>
                  </a:lnTo>
                  <a:lnTo>
                    <a:pt x="174876" y="297970"/>
                  </a:lnTo>
                  <a:lnTo>
                    <a:pt x="175040" y="298092"/>
                  </a:lnTo>
                  <a:lnTo>
                    <a:pt x="175330" y="298245"/>
                  </a:lnTo>
                  <a:lnTo>
                    <a:pt x="175540" y="298782"/>
                  </a:lnTo>
                  <a:lnTo>
                    <a:pt x="175508" y="299078"/>
                  </a:lnTo>
                  <a:lnTo>
                    <a:pt x="175365" y="299350"/>
                  </a:lnTo>
                  <a:lnTo>
                    <a:pt x="175619" y="299340"/>
                  </a:lnTo>
                  <a:lnTo>
                    <a:pt x="175804" y="299546"/>
                  </a:lnTo>
                  <a:lnTo>
                    <a:pt x="175954" y="299703"/>
                  </a:lnTo>
                  <a:lnTo>
                    <a:pt x="176294" y="299805"/>
                  </a:lnTo>
                  <a:lnTo>
                    <a:pt x="176523" y="299510"/>
                  </a:lnTo>
                  <a:lnTo>
                    <a:pt x="176516" y="298951"/>
                  </a:lnTo>
                  <a:lnTo>
                    <a:pt x="176740" y="298791"/>
                  </a:lnTo>
                  <a:lnTo>
                    <a:pt x="176891" y="298889"/>
                  </a:lnTo>
                  <a:lnTo>
                    <a:pt x="177643" y="298526"/>
                  </a:lnTo>
                  <a:lnTo>
                    <a:pt x="178043" y="297932"/>
                  </a:lnTo>
                  <a:lnTo>
                    <a:pt x="178333" y="297992"/>
                  </a:lnTo>
                  <a:lnTo>
                    <a:pt x="178594" y="297788"/>
                  </a:lnTo>
                  <a:lnTo>
                    <a:pt x="178826" y="296834"/>
                  </a:lnTo>
                  <a:lnTo>
                    <a:pt x="178779" y="296628"/>
                  </a:lnTo>
                  <a:lnTo>
                    <a:pt x="179163" y="296252"/>
                  </a:lnTo>
                  <a:lnTo>
                    <a:pt x="179437" y="296057"/>
                  </a:lnTo>
                  <a:lnTo>
                    <a:pt x="179328" y="295725"/>
                  </a:lnTo>
                  <a:lnTo>
                    <a:pt x="178863" y="295178"/>
                  </a:lnTo>
                  <a:lnTo>
                    <a:pt x="179192" y="294776"/>
                  </a:lnTo>
                  <a:lnTo>
                    <a:pt x="179682" y="294339"/>
                  </a:lnTo>
                  <a:lnTo>
                    <a:pt x="179840" y="293997"/>
                  </a:lnTo>
                  <a:lnTo>
                    <a:pt x="179797" y="293743"/>
                  </a:lnTo>
                  <a:lnTo>
                    <a:pt x="179905" y="293469"/>
                  </a:lnTo>
                  <a:lnTo>
                    <a:pt x="180308" y="293442"/>
                  </a:lnTo>
                  <a:lnTo>
                    <a:pt x="180267" y="293791"/>
                  </a:lnTo>
                  <a:lnTo>
                    <a:pt x="180420" y="294112"/>
                  </a:lnTo>
                  <a:lnTo>
                    <a:pt x="181211" y="294638"/>
                  </a:lnTo>
                  <a:lnTo>
                    <a:pt x="181509" y="294202"/>
                  </a:lnTo>
                  <a:lnTo>
                    <a:pt x="181374" y="294145"/>
                  </a:lnTo>
                  <a:lnTo>
                    <a:pt x="181349" y="293656"/>
                  </a:lnTo>
                  <a:lnTo>
                    <a:pt x="181673" y="293212"/>
                  </a:lnTo>
                  <a:lnTo>
                    <a:pt x="181822" y="292995"/>
                  </a:lnTo>
                  <a:lnTo>
                    <a:pt x="181813" y="292817"/>
                  </a:lnTo>
                  <a:lnTo>
                    <a:pt x="181494" y="292879"/>
                  </a:lnTo>
                  <a:lnTo>
                    <a:pt x="181300" y="292833"/>
                  </a:lnTo>
                  <a:lnTo>
                    <a:pt x="181040" y="292645"/>
                  </a:lnTo>
                  <a:lnTo>
                    <a:pt x="181193" y="292387"/>
                  </a:lnTo>
                  <a:lnTo>
                    <a:pt x="181157" y="291889"/>
                  </a:lnTo>
                  <a:lnTo>
                    <a:pt x="181041" y="291446"/>
                  </a:lnTo>
                  <a:lnTo>
                    <a:pt x="181094" y="290104"/>
                  </a:lnTo>
                  <a:lnTo>
                    <a:pt x="181105" y="289944"/>
                  </a:lnTo>
                  <a:lnTo>
                    <a:pt x="181116" y="289769"/>
                  </a:lnTo>
                  <a:lnTo>
                    <a:pt x="181140" y="289209"/>
                  </a:lnTo>
                  <a:lnTo>
                    <a:pt x="181151" y="288491"/>
                  </a:lnTo>
                  <a:lnTo>
                    <a:pt x="181106" y="287725"/>
                  </a:lnTo>
                  <a:lnTo>
                    <a:pt x="180930" y="286976"/>
                  </a:lnTo>
                  <a:lnTo>
                    <a:pt x="180845" y="286613"/>
                  </a:lnTo>
                  <a:lnTo>
                    <a:pt x="180764" y="286274"/>
                  </a:lnTo>
                  <a:lnTo>
                    <a:pt x="180718" y="286078"/>
                  </a:lnTo>
                  <a:lnTo>
                    <a:pt x="180659" y="285826"/>
                  </a:lnTo>
                  <a:lnTo>
                    <a:pt x="180600" y="285576"/>
                  </a:lnTo>
                  <a:lnTo>
                    <a:pt x="180547" y="285348"/>
                  </a:lnTo>
                  <a:lnTo>
                    <a:pt x="180364" y="284532"/>
                  </a:lnTo>
                  <a:lnTo>
                    <a:pt x="180301" y="284233"/>
                  </a:lnTo>
                  <a:lnTo>
                    <a:pt x="177652" y="283344"/>
                  </a:lnTo>
                  <a:lnTo>
                    <a:pt x="177289" y="283286"/>
                  </a:lnTo>
                  <a:lnTo>
                    <a:pt x="176848" y="283133"/>
                  </a:lnTo>
                  <a:lnTo>
                    <a:pt x="176614" y="282831"/>
                  </a:lnTo>
                  <a:lnTo>
                    <a:pt x="176443" y="282601"/>
                  </a:lnTo>
                  <a:lnTo>
                    <a:pt x="176157" y="282235"/>
                  </a:lnTo>
                  <a:lnTo>
                    <a:pt x="175949" y="281974"/>
                  </a:lnTo>
                  <a:lnTo>
                    <a:pt x="175595" y="281686"/>
                  </a:lnTo>
                  <a:lnTo>
                    <a:pt x="175237" y="281613"/>
                  </a:lnTo>
                  <a:lnTo>
                    <a:pt x="175038" y="281367"/>
                  </a:lnTo>
                  <a:lnTo>
                    <a:pt x="175022" y="281180"/>
                  </a:lnTo>
                  <a:lnTo>
                    <a:pt x="175022" y="280935"/>
                  </a:lnTo>
                  <a:lnTo>
                    <a:pt x="174924" y="280799"/>
                  </a:lnTo>
                  <a:lnTo>
                    <a:pt x="174710" y="280464"/>
                  </a:lnTo>
                  <a:lnTo>
                    <a:pt x="174727" y="280324"/>
                  </a:lnTo>
                  <a:lnTo>
                    <a:pt x="174750" y="280196"/>
                  </a:lnTo>
                  <a:lnTo>
                    <a:pt x="174713" y="279660"/>
                  </a:lnTo>
                  <a:lnTo>
                    <a:pt x="174321" y="279797"/>
                  </a:lnTo>
                  <a:lnTo>
                    <a:pt x="173710" y="279864"/>
                  </a:lnTo>
                  <a:lnTo>
                    <a:pt x="173569" y="279836"/>
                  </a:lnTo>
                  <a:lnTo>
                    <a:pt x="173535" y="279666"/>
                  </a:lnTo>
                  <a:lnTo>
                    <a:pt x="173663" y="279144"/>
                  </a:lnTo>
                  <a:lnTo>
                    <a:pt x="173800" y="279028"/>
                  </a:lnTo>
                  <a:lnTo>
                    <a:pt x="174143" y="278923"/>
                  </a:lnTo>
                  <a:lnTo>
                    <a:pt x="174009" y="278292"/>
                  </a:lnTo>
                  <a:lnTo>
                    <a:pt x="173956" y="278059"/>
                  </a:lnTo>
                  <a:lnTo>
                    <a:pt x="173826" y="277802"/>
                  </a:lnTo>
                  <a:lnTo>
                    <a:pt x="173337" y="277519"/>
                  </a:lnTo>
                  <a:lnTo>
                    <a:pt x="172978" y="277449"/>
                  </a:lnTo>
                  <a:lnTo>
                    <a:pt x="172701" y="277584"/>
                  </a:lnTo>
                  <a:lnTo>
                    <a:pt x="172438" y="277722"/>
                  </a:lnTo>
                  <a:lnTo>
                    <a:pt x="172065" y="277890"/>
                  </a:lnTo>
                  <a:lnTo>
                    <a:pt x="171555" y="278090"/>
                  </a:lnTo>
                  <a:lnTo>
                    <a:pt x="171018" y="278136"/>
                  </a:lnTo>
                  <a:lnTo>
                    <a:pt x="170628" y="278348"/>
                  </a:lnTo>
                  <a:lnTo>
                    <a:pt x="170255" y="278437"/>
                  </a:lnTo>
                  <a:lnTo>
                    <a:pt x="170095" y="278369"/>
                  </a:lnTo>
                  <a:lnTo>
                    <a:pt x="169289" y="278228"/>
                  </a:lnTo>
                  <a:lnTo>
                    <a:pt x="168817" y="278344"/>
                  </a:lnTo>
                  <a:lnTo>
                    <a:pt x="168785" y="278069"/>
                  </a:lnTo>
                  <a:lnTo>
                    <a:pt x="168778" y="277826"/>
                  </a:lnTo>
                  <a:lnTo>
                    <a:pt x="168803" y="277507"/>
                  </a:lnTo>
                  <a:lnTo>
                    <a:pt x="168595" y="277512"/>
                  </a:lnTo>
                  <a:lnTo>
                    <a:pt x="167953" y="277533"/>
                  </a:lnTo>
                  <a:lnTo>
                    <a:pt x="167151" y="277589"/>
                  </a:lnTo>
                  <a:lnTo>
                    <a:pt x="166847" y="278213"/>
                  </a:lnTo>
                  <a:lnTo>
                    <a:pt x="167153" y="278767"/>
                  </a:lnTo>
                  <a:lnTo>
                    <a:pt x="167104" y="279151"/>
                  </a:lnTo>
                  <a:lnTo>
                    <a:pt x="166676" y="279378"/>
                  </a:lnTo>
                  <a:lnTo>
                    <a:pt x="166417" y="279394"/>
                  </a:lnTo>
                  <a:lnTo>
                    <a:pt x="165938" y="279222"/>
                  </a:lnTo>
                  <a:lnTo>
                    <a:pt x="165569" y="279520"/>
                  </a:lnTo>
                  <a:lnTo>
                    <a:pt x="165578" y="279710"/>
                  </a:lnTo>
                  <a:lnTo>
                    <a:pt x="165761" y="280081"/>
                  </a:lnTo>
                  <a:lnTo>
                    <a:pt x="165827" y="280734"/>
                  </a:lnTo>
                  <a:lnTo>
                    <a:pt x="165729" y="281089"/>
                  </a:lnTo>
                  <a:lnTo>
                    <a:pt x="165810" y="281887"/>
                  </a:lnTo>
                  <a:lnTo>
                    <a:pt x="165660" y="282163"/>
                  </a:lnTo>
                  <a:lnTo>
                    <a:pt x="165297" y="282183"/>
                  </a:lnTo>
                  <a:lnTo>
                    <a:pt x="164708" y="282400"/>
                  </a:lnTo>
                  <a:lnTo>
                    <a:pt x="164357" y="282252"/>
                  </a:lnTo>
                  <a:lnTo>
                    <a:pt x="164022" y="282278"/>
                  </a:lnTo>
                  <a:lnTo>
                    <a:pt x="163888" y="282188"/>
                  </a:lnTo>
                  <a:lnTo>
                    <a:pt x="163745" y="282091"/>
                  </a:lnTo>
                  <a:lnTo>
                    <a:pt x="163315" y="281998"/>
                  </a:lnTo>
                  <a:lnTo>
                    <a:pt x="163185" y="282042"/>
                  </a:lnTo>
                  <a:lnTo>
                    <a:pt x="162980" y="282529"/>
                  </a:lnTo>
                  <a:lnTo>
                    <a:pt x="163006" y="282919"/>
                  </a:lnTo>
                  <a:lnTo>
                    <a:pt x="163059" y="283323"/>
                  </a:lnTo>
                  <a:lnTo>
                    <a:pt x="163106" y="283606"/>
                  </a:lnTo>
                  <a:lnTo>
                    <a:pt x="163200" y="283864"/>
                  </a:lnTo>
                  <a:lnTo>
                    <a:pt x="162970" y="284483"/>
                  </a:lnTo>
                  <a:lnTo>
                    <a:pt x="162848" y="284795"/>
                  </a:lnTo>
                  <a:lnTo>
                    <a:pt x="162845" y="285038"/>
                  </a:lnTo>
                  <a:lnTo>
                    <a:pt x="162887" y="285315"/>
                  </a:lnTo>
                  <a:lnTo>
                    <a:pt x="162781" y="285809"/>
                  </a:lnTo>
                  <a:lnTo>
                    <a:pt x="162958" y="286077"/>
                  </a:lnTo>
                  <a:lnTo>
                    <a:pt x="163100" y="286230"/>
                  </a:lnTo>
                  <a:lnTo>
                    <a:pt x="163364" y="286391"/>
                  </a:lnTo>
                  <a:lnTo>
                    <a:pt x="163572" y="286903"/>
                  </a:lnTo>
                  <a:lnTo>
                    <a:pt x="163672" y="287293"/>
                  </a:lnTo>
                  <a:lnTo>
                    <a:pt x="163256" y="287300"/>
                  </a:lnTo>
                  <a:lnTo>
                    <a:pt x="162763" y="287464"/>
                  </a:lnTo>
                  <a:lnTo>
                    <a:pt x="162456" y="287769"/>
                  </a:lnTo>
                  <a:lnTo>
                    <a:pt x="161613" y="287968"/>
                  </a:lnTo>
                  <a:lnTo>
                    <a:pt x="161456" y="287892"/>
                  </a:lnTo>
                  <a:lnTo>
                    <a:pt x="161105" y="287754"/>
                  </a:lnTo>
                  <a:lnTo>
                    <a:pt x="160426" y="287556"/>
                  </a:lnTo>
                  <a:lnTo>
                    <a:pt x="159780" y="287316"/>
                  </a:lnTo>
                  <a:lnTo>
                    <a:pt x="159576" y="287032"/>
                  </a:lnTo>
                  <a:lnTo>
                    <a:pt x="159005" y="286885"/>
                  </a:lnTo>
                  <a:lnTo>
                    <a:pt x="158331" y="287067"/>
                  </a:lnTo>
                  <a:lnTo>
                    <a:pt x="157995" y="287395"/>
                  </a:lnTo>
                  <a:lnTo>
                    <a:pt x="157786" y="287704"/>
                  </a:lnTo>
                  <a:lnTo>
                    <a:pt x="156817" y="287926"/>
                  </a:lnTo>
                  <a:lnTo>
                    <a:pt x="156316" y="287794"/>
                  </a:lnTo>
                  <a:lnTo>
                    <a:pt x="155889" y="287554"/>
                  </a:lnTo>
                  <a:lnTo>
                    <a:pt x="155420" y="287587"/>
                  </a:lnTo>
                  <a:lnTo>
                    <a:pt x="155286" y="287603"/>
                  </a:lnTo>
                  <a:lnTo>
                    <a:pt x="154859" y="287702"/>
                  </a:lnTo>
                  <a:lnTo>
                    <a:pt x="154380" y="287817"/>
                  </a:lnTo>
                  <a:lnTo>
                    <a:pt x="153768" y="287911"/>
                  </a:lnTo>
                  <a:lnTo>
                    <a:pt x="153072" y="287998"/>
                  </a:lnTo>
                  <a:lnTo>
                    <a:pt x="152519" y="287960"/>
                  </a:lnTo>
                  <a:lnTo>
                    <a:pt x="152097" y="287781"/>
                  </a:lnTo>
                  <a:lnTo>
                    <a:pt x="151753" y="287011"/>
                  </a:lnTo>
                  <a:lnTo>
                    <a:pt x="151434" y="287422"/>
                  </a:lnTo>
                  <a:lnTo>
                    <a:pt x="151305" y="287616"/>
                  </a:lnTo>
                  <a:lnTo>
                    <a:pt x="150982" y="288012"/>
                  </a:lnTo>
                  <a:lnTo>
                    <a:pt x="150751" y="288192"/>
                  </a:lnTo>
                  <a:lnTo>
                    <a:pt x="150331" y="288175"/>
                  </a:lnTo>
                  <a:lnTo>
                    <a:pt x="150079" y="288130"/>
                  </a:lnTo>
                  <a:lnTo>
                    <a:pt x="149790" y="288062"/>
                  </a:lnTo>
                  <a:lnTo>
                    <a:pt x="149572" y="288002"/>
                  </a:lnTo>
                  <a:lnTo>
                    <a:pt x="149084" y="288120"/>
                  </a:lnTo>
                  <a:lnTo>
                    <a:pt x="148675" y="288072"/>
                  </a:lnTo>
                  <a:lnTo>
                    <a:pt x="148507" y="287724"/>
                  </a:lnTo>
                  <a:lnTo>
                    <a:pt x="148700" y="287062"/>
                  </a:lnTo>
                  <a:lnTo>
                    <a:pt x="148723" y="286537"/>
                  </a:lnTo>
                  <a:lnTo>
                    <a:pt x="148693" y="286365"/>
                  </a:lnTo>
                  <a:lnTo>
                    <a:pt x="148403" y="285719"/>
                  </a:lnTo>
                  <a:lnTo>
                    <a:pt x="147841" y="285668"/>
                  </a:lnTo>
                  <a:lnTo>
                    <a:pt x="147539" y="285776"/>
                  </a:lnTo>
                  <a:lnTo>
                    <a:pt x="147396" y="285949"/>
                  </a:lnTo>
                  <a:lnTo>
                    <a:pt x="147296" y="286203"/>
                  </a:lnTo>
                  <a:lnTo>
                    <a:pt x="146950" y="285792"/>
                  </a:lnTo>
                  <a:lnTo>
                    <a:pt x="146936" y="285620"/>
                  </a:lnTo>
                  <a:lnTo>
                    <a:pt x="146518" y="285437"/>
                  </a:lnTo>
                  <a:lnTo>
                    <a:pt x="146340" y="285430"/>
                  </a:lnTo>
                  <a:lnTo>
                    <a:pt x="146029" y="285268"/>
                  </a:lnTo>
                  <a:lnTo>
                    <a:pt x="146163" y="284277"/>
                  </a:lnTo>
                  <a:lnTo>
                    <a:pt x="146181" y="284124"/>
                  </a:lnTo>
                  <a:lnTo>
                    <a:pt x="146188" y="283806"/>
                  </a:lnTo>
                  <a:lnTo>
                    <a:pt x="146062" y="283151"/>
                  </a:lnTo>
                  <a:lnTo>
                    <a:pt x="145938" y="282664"/>
                  </a:lnTo>
                  <a:lnTo>
                    <a:pt x="145578" y="282471"/>
                  </a:lnTo>
                  <a:lnTo>
                    <a:pt x="145149" y="282011"/>
                  </a:lnTo>
                  <a:lnTo>
                    <a:pt x="144604" y="282086"/>
                  </a:lnTo>
                  <a:lnTo>
                    <a:pt x="144365" y="282391"/>
                  </a:lnTo>
                  <a:lnTo>
                    <a:pt x="144098" y="282556"/>
                  </a:lnTo>
                  <a:lnTo>
                    <a:pt x="143902" y="282322"/>
                  </a:lnTo>
                  <a:lnTo>
                    <a:pt x="143824" y="282182"/>
                  </a:lnTo>
                  <a:lnTo>
                    <a:pt x="143818" y="281712"/>
                  </a:lnTo>
                  <a:lnTo>
                    <a:pt x="143681" y="280959"/>
                  </a:lnTo>
                  <a:lnTo>
                    <a:pt x="143614" y="280724"/>
                  </a:lnTo>
                  <a:lnTo>
                    <a:pt x="143543" y="280441"/>
                  </a:lnTo>
                  <a:lnTo>
                    <a:pt x="143520" y="280313"/>
                  </a:lnTo>
                  <a:lnTo>
                    <a:pt x="143432" y="279817"/>
                  </a:lnTo>
                  <a:lnTo>
                    <a:pt x="143505" y="278710"/>
                  </a:lnTo>
                  <a:lnTo>
                    <a:pt x="143734" y="278529"/>
                  </a:lnTo>
                  <a:lnTo>
                    <a:pt x="143979" y="278438"/>
                  </a:lnTo>
                  <a:lnTo>
                    <a:pt x="144586" y="278304"/>
                  </a:lnTo>
                  <a:lnTo>
                    <a:pt x="144819" y="278253"/>
                  </a:lnTo>
                  <a:lnTo>
                    <a:pt x="145066" y="278210"/>
                  </a:lnTo>
                  <a:lnTo>
                    <a:pt x="145226" y="278184"/>
                  </a:lnTo>
                  <a:lnTo>
                    <a:pt x="145426" y="278134"/>
                  </a:lnTo>
                  <a:lnTo>
                    <a:pt x="145812" y="277969"/>
                  </a:lnTo>
                  <a:lnTo>
                    <a:pt x="146222" y="277207"/>
                  </a:lnTo>
                  <a:lnTo>
                    <a:pt x="145590" y="277070"/>
                  </a:lnTo>
                  <a:lnTo>
                    <a:pt x="144292" y="276731"/>
                  </a:lnTo>
                  <a:lnTo>
                    <a:pt x="143838" y="275971"/>
                  </a:lnTo>
                  <a:lnTo>
                    <a:pt x="143806" y="275665"/>
                  </a:lnTo>
                  <a:lnTo>
                    <a:pt x="143789" y="275456"/>
                  </a:lnTo>
                  <a:lnTo>
                    <a:pt x="143807" y="274869"/>
                  </a:lnTo>
                  <a:lnTo>
                    <a:pt x="143803" y="274532"/>
                  </a:lnTo>
                  <a:lnTo>
                    <a:pt x="143768" y="274264"/>
                  </a:lnTo>
                  <a:lnTo>
                    <a:pt x="143643" y="273775"/>
                  </a:lnTo>
                  <a:lnTo>
                    <a:pt x="143531" y="273411"/>
                  </a:lnTo>
                  <a:lnTo>
                    <a:pt x="143356" y="273011"/>
                  </a:lnTo>
                  <a:lnTo>
                    <a:pt x="143107" y="273147"/>
                  </a:lnTo>
                  <a:lnTo>
                    <a:pt x="142955" y="273144"/>
                  </a:lnTo>
                  <a:lnTo>
                    <a:pt x="142685" y="273097"/>
                  </a:lnTo>
                  <a:lnTo>
                    <a:pt x="142638" y="272808"/>
                  </a:lnTo>
                  <a:lnTo>
                    <a:pt x="143198" y="272593"/>
                  </a:lnTo>
                  <a:lnTo>
                    <a:pt x="143092" y="272200"/>
                  </a:lnTo>
                  <a:lnTo>
                    <a:pt x="142778" y="272030"/>
                  </a:lnTo>
                  <a:lnTo>
                    <a:pt x="142509" y="271956"/>
                  </a:lnTo>
                  <a:lnTo>
                    <a:pt x="142582" y="271834"/>
                  </a:lnTo>
                  <a:lnTo>
                    <a:pt x="142735" y="271876"/>
                  </a:lnTo>
                  <a:lnTo>
                    <a:pt x="143064" y="271896"/>
                  </a:lnTo>
                  <a:lnTo>
                    <a:pt x="142708" y="271161"/>
                  </a:lnTo>
                  <a:lnTo>
                    <a:pt x="142484" y="271187"/>
                  </a:lnTo>
                  <a:lnTo>
                    <a:pt x="142249" y="270866"/>
                  </a:lnTo>
                  <a:lnTo>
                    <a:pt x="142441" y="270827"/>
                  </a:lnTo>
                  <a:lnTo>
                    <a:pt x="142576" y="270805"/>
                  </a:lnTo>
                  <a:lnTo>
                    <a:pt x="142921" y="270661"/>
                  </a:lnTo>
                  <a:lnTo>
                    <a:pt x="142927" y="270456"/>
                  </a:lnTo>
                  <a:lnTo>
                    <a:pt x="142962" y="269896"/>
                  </a:lnTo>
                  <a:lnTo>
                    <a:pt x="142982" y="269651"/>
                  </a:lnTo>
                  <a:lnTo>
                    <a:pt x="143017" y="269225"/>
                  </a:lnTo>
                  <a:lnTo>
                    <a:pt x="142988" y="268539"/>
                  </a:lnTo>
                  <a:lnTo>
                    <a:pt x="143000" y="268078"/>
                  </a:lnTo>
                  <a:lnTo>
                    <a:pt x="142934" y="267793"/>
                  </a:lnTo>
                  <a:lnTo>
                    <a:pt x="142704" y="267267"/>
                  </a:lnTo>
                  <a:lnTo>
                    <a:pt x="142597" y="267111"/>
                  </a:lnTo>
                  <a:lnTo>
                    <a:pt x="142468" y="266956"/>
                  </a:lnTo>
                  <a:lnTo>
                    <a:pt x="142334" y="266819"/>
                  </a:lnTo>
                  <a:lnTo>
                    <a:pt x="142171" y="266671"/>
                  </a:lnTo>
                  <a:lnTo>
                    <a:pt x="141919" y="266502"/>
                  </a:lnTo>
                  <a:lnTo>
                    <a:pt x="140612" y="266806"/>
                  </a:lnTo>
                  <a:lnTo>
                    <a:pt x="140436" y="267324"/>
                  </a:lnTo>
                  <a:lnTo>
                    <a:pt x="140213" y="268362"/>
                  </a:lnTo>
                  <a:lnTo>
                    <a:pt x="140067" y="268398"/>
                  </a:lnTo>
                  <a:lnTo>
                    <a:pt x="139873" y="268467"/>
                  </a:lnTo>
                  <a:lnTo>
                    <a:pt x="139648" y="268538"/>
                  </a:lnTo>
                  <a:lnTo>
                    <a:pt x="139352" y="268625"/>
                  </a:lnTo>
                  <a:lnTo>
                    <a:pt x="139176" y="268679"/>
                  </a:lnTo>
                  <a:lnTo>
                    <a:pt x="138997" y="268734"/>
                  </a:lnTo>
                  <a:lnTo>
                    <a:pt x="138740" y="268834"/>
                  </a:lnTo>
                  <a:lnTo>
                    <a:pt x="138280" y="269012"/>
                  </a:lnTo>
                  <a:lnTo>
                    <a:pt x="137641" y="269281"/>
                  </a:lnTo>
                  <a:lnTo>
                    <a:pt x="137456" y="269437"/>
                  </a:lnTo>
                  <a:lnTo>
                    <a:pt x="137112" y="269631"/>
                  </a:lnTo>
                  <a:lnTo>
                    <a:pt x="136888" y="269649"/>
                  </a:lnTo>
                  <a:lnTo>
                    <a:pt x="136791" y="269317"/>
                  </a:lnTo>
                  <a:lnTo>
                    <a:pt x="136240" y="269169"/>
                  </a:lnTo>
                  <a:lnTo>
                    <a:pt x="136023" y="269119"/>
                  </a:lnTo>
                  <a:lnTo>
                    <a:pt x="136096" y="269485"/>
                  </a:lnTo>
                  <a:lnTo>
                    <a:pt x="135820" y="269609"/>
                  </a:lnTo>
                  <a:lnTo>
                    <a:pt x="135788" y="269364"/>
                  </a:lnTo>
                  <a:lnTo>
                    <a:pt x="135351" y="268899"/>
                  </a:lnTo>
                  <a:lnTo>
                    <a:pt x="134902" y="268465"/>
                  </a:lnTo>
                  <a:lnTo>
                    <a:pt x="134643" y="267991"/>
                  </a:lnTo>
                  <a:lnTo>
                    <a:pt x="134406" y="267917"/>
                  </a:lnTo>
                  <a:lnTo>
                    <a:pt x="134259" y="267917"/>
                  </a:lnTo>
                  <a:lnTo>
                    <a:pt x="134042" y="267949"/>
                  </a:lnTo>
                  <a:lnTo>
                    <a:pt x="133847" y="266661"/>
                  </a:lnTo>
                  <a:lnTo>
                    <a:pt x="133885" y="266172"/>
                  </a:lnTo>
                  <a:lnTo>
                    <a:pt x="132912" y="266018"/>
                  </a:lnTo>
                  <a:lnTo>
                    <a:pt x="132694" y="266036"/>
                  </a:lnTo>
                  <a:lnTo>
                    <a:pt x="132261" y="265303"/>
                  </a:lnTo>
                  <a:lnTo>
                    <a:pt x="132383" y="265003"/>
                  </a:lnTo>
                  <a:lnTo>
                    <a:pt x="132542" y="263926"/>
                  </a:lnTo>
                  <a:lnTo>
                    <a:pt x="132890" y="263748"/>
                  </a:lnTo>
                  <a:lnTo>
                    <a:pt x="133123" y="263644"/>
                  </a:lnTo>
                  <a:lnTo>
                    <a:pt x="133430" y="263173"/>
                  </a:lnTo>
                  <a:lnTo>
                    <a:pt x="133765" y="262566"/>
                  </a:lnTo>
                  <a:lnTo>
                    <a:pt x="133750" y="262328"/>
                  </a:lnTo>
                  <a:lnTo>
                    <a:pt x="133805" y="261927"/>
                  </a:lnTo>
                  <a:lnTo>
                    <a:pt x="133913" y="261777"/>
                  </a:lnTo>
                  <a:lnTo>
                    <a:pt x="133958" y="261614"/>
                  </a:lnTo>
                  <a:lnTo>
                    <a:pt x="133922" y="261105"/>
                  </a:lnTo>
                  <a:lnTo>
                    <a:pt x="133566" y="261124"/>
                  </a:lnTo>
                  <a:lnTo>
                    <a:pt x="133427" y="261077"/>
                  </a:lnTo>
                  <a:lnTo>
                    <a:pt x="133226" y="260837"/>
                  </a:lnTo>
                  <a:lnTo>
                    <a:pt x="133236" y="260457"/>
                  </a:lnTo>
                  <a:lnTo>
                    <a:pt x="133628" y="260467"/>
                  </a:lnTo>
                  <a:lnTo>
                    <a:pt x="133821" y="260474"/>
                  </a:lnTo>
                  <a:lnTo>
                    <a:pt x="134008" y="260518"/>
                  </a:lnTo>
                  <a:lnTo>
                    <a:pt x="134286" y="260544"/>
                  </a:lnTo>
                  <a:lnTo>
                    <a:pt x="134932" y="260203"/>
                  </a:lnTo>
                  <a:lnTo>
                    <a:pt x="135047" y="260022"/>
                  </a:lnTo>
                  <a:lnTo>
                    <a:pt x="135325" y="259558"/>
                  </a:lnTo>
                  <a:lnTo>
                    <a:pt x="135389" y="259350"/>
                  </a:lnTo>
                  <a:lnTo>
                    <a:pt x="135480" y="258832"/>
                  </a:lnTo>
                  <a:lnTo>
                    <a:pt x="135492" y="258628"/>
                  </a:lnTo>
                  <a:lnTo>
                    <a:pt x="135035" y="258103"/>
                  </a:lnTo>
                  <a:lnTo>
                    <a:pt x="135228" y="257396"/>
                  </a:lnTo>
                  <a:lnTo>
                    <a:pt x="135304" y="257086"/>
                  </a:lnTo>
                  <a:lnTo>
                    <a:pt x="135311" y="256863"/>
                  </a:lnTo>
                  <a:lnTo>
                    <a:pt x="135286" y="256626"/>
                  </a:lnTo>
                  <a:lnTo>
                    <a:pt x="135337" y="256277"/>
                  </a:lnTo>
                  <a:lnTo>
                    <a:pt x="135586" y="255637"/>
                  </a:lnTo>
                  <a:lnTo>
                    <a:pt x="135891" y="255228"/>
                  </a:lnTo>
                  <a:lnTo>
                    <a:pt x="136099" y="255134"/>
                  </a:lnTo>
                  <a:lnTo>
                    <a:pt x="136161" y="254763"/>
                  </a:lnTo>
                  <a:lnTo>
                    <a:pt x="136317" y="254220"/>
                  </a:lnTo>
                  <a:lnTo>
                    <a:pt x="136778" y="254287"/>
                  </a:lnTo>
                  <a:lnTo>
                    <a:pt x="137094" y="254407"/>
                  </a:lnTo>
                  <a:lnTo>
                    <a:pt x="137290" y="254481"/>
                  </a:lnTo>
                  <a:lnTo>
                    <a:pt x="137524" y="254571"/>
                  </a:lnTo>
                  <a:lnTo>
                    <a:pt x="137703" y="254641"/>
                  </a:lnTo>
                  <a:lnTo>
                    <a:pt x="137840" y="254694"/>
                  </a:lnTo>
                  <a:lnTo>
                    <a:pt x="138104" y="254797"/>
                  </a:lnTo>
                  <a:lnTo>
                    <a:pt x="138547" y="254641"/>
                  </a:lnTo>
                  <a:lnTo>
                    <a:pt x="138608" y="253064"/>
                  </a:lnTo>
                  <a:lnTo>
                    <a:pt x="138615" y="252769"/>
                  </a:lnTo>
                  <a:lnTo>
                    <a:pt x="138631" y="252230"/>
                  </a:lnTo>
                  <a:lnTo>
                    <a:pt x="138736" y="251336"/>
                  </a:lnTo>
                  <a:lnTo>
                    <a:pt x="138834" y="250516"/>
                  </a:lnTo>
                  <a:lnTo>
                    <a:pt x="138929" y="249735"/>
                  </a:lnTo>
                  <a:lnTo>
                    <a:pt x="138892" y="249471"/>
                  </a:lnTo>
                  <a:lnTo>
                    <a:pt x="138863" y="249284"/>
                  </a:lnTo>
                  <a:lnTo>
                    <a:pt x="138798" y="249011"/>
                  </a:lnTo>
                  <a:lnTo>
                    <a:pt x="138760" y="248730"/>
                  </a:lnTo>
                  <a:lnTo>
                    <a:pt x="139049" y="248523"/>
                  </a:lnTo>
                  <a:lnTo>
                    <a:pt x="139284" y="248286"/>
                  </a:lnTo>
                  <a:lnTo>
                    <a:pt x="139679" y="247889"/>
                  </a:lnTo>
                  <a:lnTo>
                    <a:pt x="139966" y="247605"/>
                  </a:lnTo>
                  <a:lnTo>
                    <a:pt x="140288" y="247285"/>
                  </a:lnTo>
                  <a:lnTo>
                    <a:pt x="140855" y="246656"/>
                  </a:lnTo>
                  <a:lnTo>
                    <a:pt x="140777" y="246262"/>
                  </a:lnTo>
                  <a:lnTo>
                    <a:pt x="140716" y="245447"/>
                  </a:lnTo>
                  <a:lnTo>
                    <a:pt x="140748" y="245009"/>
                  </a:lnTo>
                  <a:lnTo>
                    <a:pt x="140779" y="244776"/>
                  </a:lnTo>
                  <a:lnTo>
                    <a:pt x="140431" y="244151"/>
                  </a:lnTo>
                  <a:lnTo>
                    <a:pt x="140791" y="243689"/>
                  </a:lnTo>
                  <a:lnTo>
                    <a:pt x="141136" y="243795"/>
                  </a:lnTo>
                  <a:lnTo>
                    <a:pt x="141357" y="243726"/>
                  </a:lnTo>
                  <a:lnTo>
                    <a:pt x="141580" y="243292"/>
                  </a:lnTo>
                  <a:lnTo>
                    <a:pt x="141566" y="243156"/>
                  </a:lnTo>
                  <a:lnTo>
                    <a:pt x="140700" y="242887"/>
                  </a:lnTo>
                  <a:lnTo>
                    <a:pt x="140379" y="243002"/>
                  </a:lnTo>
                  <a:lnTo>
                    <a:pt x="140094" y="243082"/>
                  </a:lnTo>
                  <a:lnTo>
                    <a:pt x="139830" y="243025"/>
                  </a:lnTo>
                  <a:lnTo>
                    <a:pt x="139061" y="242340"/>
                  </a:lnTo>
                  <a:lnTo>
                    <a:pt x="138870" y="242094"/>
                  </a:lnTo>
                  <a:lnTo>
                    <a:pt x="138665" y="242039"/>
                  </a:lnTo>
                  <a:lnTo>
                    <a:pt x="138515" y="242137"/>
                  </a:lnTo>
                  <a:lnTo>
                    <a:pt x="138379" y="242267"/>
                  </a:lnTo>
                  <a:lnTo>
                    <a:pt x="137557" y="242241"/>
                  </a:lnTo>
                  <a:lnTo>
                    <a:pt x="137278" y="242234"/>
                  </a:lnTo>
                  <a:lnTo>
                    <a:pt x="136888" y="242442"/>
                  </a:lnTo>
                  <a:lnTo>
                    <a:pt x="136468" y="242685"/>
                  </a:lnTo>
                  <a:lnTo>
                    <a:pt x="136158" y="242882"/>
                  </a:lnTo>
                  <a:lnTo>
                    <a:pt x="135918" y="242944"/>
                  </a:lnTo>
                  <a:lnTo>
                    <a:pt x="135532" y="243226"/>
                  </a:lnTo>
                  <a:lnTo>
                    <a:pt x="135480" y="243354"/>
                  </a:lnTo>
                  <a:lnTo>
                    <a:pt x="135163" y="243410"/>
                  </a:lnTo>
                  <a:lnTo>
                    <a:pt x="135115" y="243102"/>
                  </a:lnTo>
                  <a:lnTo>
                    <a:pt x="134917" y="242977"/>
                  </a:lnTo>
                  <a:lnTo>
                    <a:pt x="134742" y="243100"/>
                  </a:lnTo>
                  <a:lnTo>
                    <a:pt x="134541" y="243142"/>
                  </a:lnTo>
                  <a:lnTo>
                    <a:pt x="133307" y="242758"/>
                  </a:lnTo>
                  <a:lnTo>
                    <a:pt x="133158" y="242539"/>
                  </a:lnTo>
                  <a:lnTo>
                    <a:pt x="132870" y="242462"/>
                  </a:lnTo>
                  <a:lnTo>
                    <a:pt x="132744" y="242601"/>
                  </a:lnTo>
                  <a:lnTo>
                    <a:pt x="132618" y="243077"/>
                  </a:lnTo>
                  <a:lnTo>
                    <a:pt x="132609" y="243438"/>
                  </a:lnTo>
                  <a:lnTo>
                    <a:pt x="132573" y="243805"/>
                  </a:lnTo>
                  <a:lnTo>
                    <a:pt x="131773" y="243971"/>
                  </a:lnTo>
                  <a:lnTo>
                    <a:pt x="131542" y="243832"/>
                  </a:lnTo>
                  <a:lnTo>
                    <a:pt x="131253" y="243623"/>
                  </a:lnTo>
                  <a:lnTo>
                    <a:pt x="131110" y="243431"/>
                  </a:lnTo>
                  <a:lnTo>
                    <a:pt x="130911" y="243455"/>
                  </a:lnTo>
                  <a:lnTo>
                    <a:pt x="130550" y="243924"/>
                  </a:lnTo>
                  <a:lnTo>
                    <a:pt x="130604" y="244119"/>
                  </a:lnTo>
                  <a:lnTo>
                    <a:pt x="129744" y="243880"/>
                  </a:lnTo>
                  <a:lnTo>
                    <a:pt x="129495" y="243789"/>
                  </a:lnTo>
                  <a:lnTo>
                    <a:pt x="128794" y="243581"/>
                  </a:lnTo>
                  <a:lnTo>
                    <a:pt x="128278" y="243582"/>
                  </a:lnTo>
                  <a:lnTo>
                    <a:pt x="128053" y="243612"/>
                  </a:lnTo>
                  <a:lnTo>
                    <a:pt x="126773" y="243553"/>
                  </a:lnTo>
                  <a:lnTo>
                    <a:pt x="126202" y="243888"/>
                  </a:lnTo>
                  <a:lnTo>
                    <a:pt x="125080" y="244372"/>
                  </a:lnTo>
                  <a:lnTo>
                    <a:pt x="124843" y="244266"/>
                  </a:lnTo>
                  <a:lnTo>
                    <a:pt x="124015" y="243578"/>
                  </a:lnTo>
                  <a:lnTo>
                    <a:pt x="123725" y="243100"/>
                  </a:lnTo>
                  <a:lnTo>
                    <a:pt x="124131" y="243077"/>
                  </a:lnTo>
                  <a:lnTo>
                    <a:pt x="124507" y="242330"/>
                  </a:lnTo>
                  <a:lnTo>
                    <a:pt x="124446" y="242002"/>
                  </a:lnTo>
                  <a:lnTo>
                    <a:pt x="124389" y="241761"/>
                  </a:lnTo>
                  <a:lnTo>
                    <a:pt x="124509" y="241540"/>
                  </a:lnTo>
                  <a:lnTo>
                    <a:pt x="124709" y="241131"/>
                  </a:lnTo>
                  <a:lnTo>
                    <a:pt x="124793" y="240934"/>
                  </a:lnTo>
                  <a:lnTo>
                    <a:pt x="124815" y="240742"/>
                  </a:lnTo>
                  <a:lnTo>
                    <a:pt x="124831" y="240180"/>
                  </a:lnTo>
                  <a:lnTo>
                    <a:pt x="124590" y="239850"/>
                  </a:lnTo>
                  <a:lnTo>
                    <a:pt x="124577" y="239580"/>
                  </a:lnTo>
                  <a:lnTo>
                    <a:pt x="124771" y="239400"/>
                  </a:lnTo>
                  <a:lnTo>
                    <a:pt x="124953" y="238942"/>
                  </a:lnTo>
                  <a:lnTo>
                    <a:pt x="124921" y="238501"/>
                  </a:lnTo>
                  <a:lnTo>
                    <a:pt x="125008" y="237981"/>
                  </a:lnTo>
                  <a:lnTo>
                    <a:pt x="125144" y="237487"/>
                  </a:lnTo>
                  <a:lnTo>
                    <a:pt x="125004" y="236904"/>
                  </a:lnTo>
                  <a:lnTo>
                    <a:pt x="124843" y="236822"/>
                  </a:lnTo>
                  <a:lnTo>
                    <a:pt x="124180" y="236693"/>
                  </a:lnTo>
                  <a:lnTo>
                    <a:pt x="123955" y="236771"/>
                  </a:lnTo>
                  <a:lnTo>
                    <a:pt x="123713" y="237187"/>
                  </a:lnTo>
                  <a:lnTo>
                    <a:pt x="123517" y="237245"/>
                  </a:lnTo>
                  <a:lnTo>
                    <a:pt x="123198" y="237151"/>
                  </a:lnTo>
                  <a:lnTo>
                    <a:pt x="122983" y="236862"/>
                  </a:lnTo>
                  <a:lnTo>
                    <a:pt x="122874" y="236610"/>
                  </a:lnTo>
                  <a:lnTo>
                    <a:pt x="122847" y="236304"/>
                  </a:lnTo>
                  <a:lnTo>
                    <a:pt x="122639" y="235802"/>
                  </a:lnTo>
                  <a:lnTo>
                    <a:pt x="122410" y="235341"/>
                  </a:lnTo>
                  <a:lnTo>
                    <a:pt x="122204" y="235197"/>
                  </a:lnTo>
                  <a:lnTo>
                    <a:pt x="121812" y="235102"/>
                  </a:lnTo>
                  <a:lnTo>
                    <a:pt x="121662" y="234766"/>
                  </a:lnTo>
                  <a:lnTo>
                    <a:pt x="121871" y="234296"/>
                  </a:lnTo>
                  <a:lnTo>
                    <a:pt x="121694" y="234056"/>
                  </a:lnTo>
                  <a:lnTo>
                    <a:pt x="121456" y="233814"/>
                  </a:lnTo>
                  <a:lnTo>
                    <a:pt x="121274" y="233218"/>
                  </a:lnTo>
                  <a:lnTo>
                    <a:pt x="121467" y="232828"/>
                  </a:lnTo>
                  <a:lnTo>
                    <a:pt x="121706" y="232565"/>
                  </a:lnTo>
                  <a:lnTo>
                    <a:pt x="121666" y="232205"/>
                  </a:lnTo>
                  <a:lnTo>
                    <a:pt x="121194" y="231823"/>
                  </a:lnTo>
                  <a:lnTo>
                    <a:pt x="121053" y="231765"/>
                  </a:lnTo>
                  <a:lnTo>
                    <a:pt x="120909" y="231705"/>
                  </a:lnTo>
                  <a:lnTo>
                    <a:pt x="120679" y="231535"/>
                  </a:lnTo>
                  <a:lnTo>
                    <a:pt x="119984" y="230907"/>
                  </a:lnTo>
                  <a:lnTo>
                    <a:pt x="119850" y="230530"/>
                  </a:lnTo>
                  <a:lnTo>
                    <a:pt x="119214" y="230493"/>
                  </a:lnTo>
                  <a:lnTo>
                    <a:pt x="119211" y="230697"/>
                  </a:lnTo>
                  <a:lnTo>
                    <a:pt x="119524" y="231008"/>
                  </a:lnTo>
                  <a:lnTo>
                    <a:pt x="119492" y="231419"/>
                  </a:lnTo>
                  <a:lnTo>
                    <a:pt x="119524" y="231815"/>
                  </a:lnTo>
                  <a:lnTo>
                    <a:pt x="119441" y="232053"/>
                  </a:lnTo>
                  <a:lnTo>
                    <a:pt x="118922" y="232156"/>
                  </a:lnTo>
                  <a:lnTo>
                    <a:pt x="118558" y="232148"/>
                  </a:lnTo>
                  <a:lnTo>
                    <a:pt x="118543" y="232403"/>
                  </a:lnTo>
                  <a:lnTo>
                    <a:pt x="118529" y="232628"/>
                  </a:lnTo>
                  <a:lnTo>
                    <a:pt x="117989" y="232901"/>
                  </a:lnTo>
                  <a:lnTo>
                    <a:pt x="117771" y="232933"/>
                  </a:lnTo>
                  <a:lnTo>
                    <a:pt x="117577" y="232923"/>
                  </a:lnTo>
                  <a:lnTo>
                    <a:pt x="117563" y="232777"/>
                  </a:lnTo>
                  <a:lnTo>
                    <a:pt x="117643" y="232343"/>
                  </a:lnTo>
                  <a:lnTo>
                    <a:pt x="117652" y="232155"/>
                  </a:lnTo>
                  <a:lnTo>
                    <a:pt x="117228" y="231786"/>
                  </a:lnTo>
                  <a:lnTo>
                    <a:pt x="116759" y="231637"/>
                  </a:lnTo>
                  <a:lnTo>
                    <a:pt x="116694" y="231004"/>
                  </a:lnTo>
                  <a:lnTo>
                    <a:pt x="116722" y="230857"/>
                  </a:lnTo>
                  <a:lnTo>
                    <a:pt x="116876" y="230015"/>
                  </a:lnTo>
                  <a:lnTo>
                    <a:pt x="116603" y="229817"/>
                  </a:lnTo>
                  <a:lnTo>
                    <a:pt x="116146" y="229501"/>
                  </a:lnTo>
                  <a:lnTo>
                    <a:pt x="115633" y="229307"/>
                  </a:lnTo>
                  <a:lnTo>
                    <a:pt x="115457" y="229305"/>
                  </a:lnTo>
                  <a:lnTo>
                    <a:pt x="115314" y="229549"/>
                  </a:lnTo>
                  <a:lnTo>
                    <a:pt x="114905" y="229953"/>
                  </a:lnTo>
                  <a:lnTo>
                    <a:pt x="114684" y="229925"/>
                  </a:lnTo>
                  <a:lnTo>
                    <a:pt x="114328" y="229893"/>
                  </a:lnTo>
                  <a:lnTo>
                    <a:pt x="114067" y="230129"/>
                  </a:lnTo>
                  <a:lnTo>
                    <a:pt x="113346" y="230547"/>
                  </a:lnTo>
                  <a:lnTo>
                    <a:pt x="113407" y="230860"/>
                  </a:lnTo>
                  <a:lnTo>
                    <a:pt x="112976" y="230812"/>
                  </a:lnTo>
                  <a:lnTo>
                    <a:pt x="112573" y="230939"/>
                  </a:lnTo>
                  <a:lnTo>
                    <a:pt x="112440" y="231006"/>
                  </a:lnTo>
                  <a:lnTo>
                    <a:pt x="112073" y="231059"/>
                  </a:lnTo>
                  <a:lnTo>
                    <a:pt x="111712" y="230916"/>
                  </a:lnTo>
                  <a:lnTo>
                    <a:pt x="111223" y="230620"/>
                  </a:lnTo>
                  <a:lnTo>
                    <a:pt x="111216" y="229968"/>
                  </a:lnTo>
                  <a:lnTo>
                    <a:pt x="111042" y="229688"/>
                  </a:lnTo>
                  <a:lnTo>
                    <a:pt x="110675" y="229475"/>
                  </a:lnTo>
                  <a:lnTo>
                    <a:pt x="110227" y="229486"/>
                  </a:lnTo>
                  <a:lnTo>
                    <a:pt x="110109" y="229342"/>
                  </a:lnTo>
                  <a:lnTo>
                    <a:pt x="110348" y="229034"/>
                  </a:lnTo>
                  <a:lnTo>
                    <a:pt x="109989" y="228505"/>
                  </a:lnTo>
                  <a:lnTo>
                    <a:pt x="109617" y="228151"/>
                  </a:lnTo>
                  <a:lnTo>
                    <a:pt x="108622" y="228235"/>
                  </a:lnTo>
                  <a:lnTo>
                    <a:pt x="108127" y="228306"/>
                  </a:lnTo>
                  <a:lnTo>
                    <a:pt x="107997" y="228704"/>
                  </a:lnTo>
                  <a:lnTo>
                    <a:pt x="108002" y="228921"/>
                  </a:lnTo>
                  <a:lnTo>
                    <a:pt x="107896" y="229155"/>
                  </a:lnTo>
                  <a:lnTo>
                    <a:pt x="107621" y="229208"/>
                  </a:lnTo>
                  <a:lnTo>
                    <a:pt x="107390" y="229150"/>
                  </a:lnTo>
                  <a:lnTo>
                    <a:pt x="106987" y="228963"/>
                  </a:lnTo>
                  <a:lnTo>
                    <a:pt x="107017" y="228640"/>
                  </a:lnTo>
                  <a:lnTo>
                    <a:pt x="106540" y="228628"/>
                  </a:lnTo>
                  <a:lnTo>
                    <a:pt x="106084" y="228774"/>
                  </a:lnTo>
                  <a:lnTo>
                    <a:pt x="105906" y="228831"/>
                  </a:lnTo>
                  <a:lnTo>
                    <a:pt x="105296" y="229016"/>
                  </a:lnTo>
                  <a:lnTo>
                    <a:pt x="104799" y="229160"/>
                  </a:lnTo>
                  <a:lnTo>
                    <a:pt x="104362" y="229006"/>
                  </a:lnTo>
                  <a:lnTo>
                    <a:pt x="104111" y="228849"/>
                  </a:lnTo>
                  <a:lnTo>
                    <a:pt x="103822" y="228962"/>
                  </a:lnTo>
                  <a:lnTo>
                    <a:pt x="103297" y="228963"/>
                  </a:lnTo>
                  <a:lnTo>
                    <a:pt x="102724" y="228793"/>
                  </a:lnTo>
                  <a:lnTo>
                    <a:pt x="102142" y="228598"/>
                  </a:lnTo>
                  <a:lnTo>
                    <a:pt x="101557" y="228536"/>
                  </a:lnTo>
                  <a:lnTo>
                    <a:pt x="101896" y="227610"/>
                  </a:lnTo>
                  <a:lnTo>
                    <a:pt x="101530" y="227680"/>
                  </a:lnTo>
                  <a:lnTo>
                    <a:pt x="101184" y="227644"/>
                  </a:lnTo>
                  <a:lnTo>
                    <a:pt x="101041" y="227616"/>
                  </a:lnTo>
                  <a:lnTo>
                    <a:pt x="100393" y="227375"/>
                  </a:lnTo>
                  <a:lnTo>
                    <a:pt x="100788" y="227140"/>
                  </a:lnTo>
                  <a:lnTo>
                    <a:pt x="101070" y="227122"/>
                  </a:lnTo>
                  <a:lnTo>
                    <a:pt x="100990" y="226832"/>
                  </a:lnTo>
                  <a:lnTo>
                    <a:pt x="100788" y="226471"/>
                  </a:lnTo>
                  <a:lnTo>
                    <a:pt x="100467" y="226349"/>
                  </a:lnTo>
                  <a:lnTo>
                    <a:pt x="100223" y="226344"/>
                  </a:lnTo>
                  <a:lnTo>
                    <a:pt x="100040" y="226348"/>
                  </a:lnTo>
                  <a:lnTo>
                    <a:pt x="99775" y="226243"/>
                  </a:lnTo>
                  <a:lnTo>
                    <a:pt x="99595" y="225897"/>
                  </a:lnTo>
                  <a:lnTo>
                    <a:pt x="99455" y="225703"/>
                  </a:lnTo>
                  <a:lnTo>
                    <a:pt x="98743" y="225742"/>
                  </a:lnTo>
                  <a:lnTo>
                    <a:pt x="98501" y="225711"/>
                  </a:lnTo>
                  <a:lnTo>
                    <a:pt x="98435" y="225353"/>
                  </a:lnTo>
                  <a:lnTo>
                    <a:pt x="98253" y="225279"/>
                  </a:lnTo>
                  <a:lnTo>
                    <a:pt x="97976" y="225200"/>
                  </a:lnTo>
                  <a:lnTo>
                    <a:pt x="97406" y="224872"/>
                  </a:lnTo>
                  <a:lnTo>
                    <a:pt x="97096" y="224728"/>
                  </a:lnTo>
                  <a:lnTo>
                    <a:pt x="96786" y="224654"/>
                  </a:lnTo>
                  <a:lnTo>
                    <a:pt x="96934" y="223876"/>
                  </a:lnTo>
                  <a:lnTo>
                    <a:pt x="97266" y="223515"/>
                  </a:lnTo>
                  <a:lnTo>
                    <a:pt x="97669" y="222907"/>
                  </a:lnTo>
                  <a:lnTo>
                    <a:pt x="97545" y="222152"/>
                  </a:lnTo>
                  <a:lnTo>
                    <a:pt x="97426" y="221935"/>
                  </a:lnTo>
                  <a:lnTo>
                    <a:pt x="97418" y="221797"/>
                  </a:lnTo>
                  <a:lnTo>
                    <a:pt x="97593" y="221662"/>
                  </a:lnTo>
                  <a:lnTo>
                    <a:pt x="97731" y="221592"/>
                  </a:lnTo>
                  <a:lnTo>
                    <a:pt x="97707" y="221303"/>
                  </a:lnTo>
                  <a:lnTo>
                    <a:pt x="97337" y="221120"/>
                  </a:lnTo>
                  <a:lnTo>
                    <a:pt x="96934" y="221423"/>
                  </a:lnTo>
                  <a:lnTo>
                    <a:pt x="96791" y="221409"/>
                  </a:lnTo>
                  <a:lnTo>
                    <a:pt x="96562" y="221238"/>
                  </a:lnTo>
                  <a:lnTo>
                    <a:pt x="96632" y="220984"/>
                  </a:lnTo>
                  <a:lnTo>
                    <a:pt x="96641" y="220822"/>
                  </a:lnTo>
                  <a:lnTo>
                    <a:pt x="96464" y="220620"/>
                  </a:lnTo>
                  <a:lnTo>
                    <a:pt x="96249" y="220727"/>
                  </a:lnTo>
                  <a:lnTo>
                    <a:pt x="95867" y="220596"/>
                  </a:lnTo>
                  <a:lnTo>
                    <a:pt x="95819" y="220436"/>
                  </a:lnTo>
                  <a:lnTo>
                    <a:pt x="95744" y="220263"/>
                  </a:lnTo>
                  <a:lnTo>
                    <a:pt x="95404" y="220089"/>
                  </a:lnTo>
                  <a:lnTo>
                    <a:pt x="95138" y="219836"/>
                  </a:lnTo>
                  <a:lnTo>
                    <a:pt x="94844" y="219385"/>
                  </a:lnTo>
                  <a:lnTo>
                    <a:pt x="94935" y="218686"/>
                  </a:lnTo>
                  <a:lnTo>
                    <a:pt x="94945" y="218272"/>
                  </a:lnTo>
                  <a:lnTo>
                    <a:pt x="94664" y="217680"/>
                  </a:lnTo>
                  <a:lnTo>
                    <a:pt x="94938" y="217268"/>
                  </a:lnTo>
                  <a:lnTo>
                    <a:pt x="95154" y="216631"/>
                  </a:lnTo>
                  <a:lnTo>
                    <a:pt x="95022" y="216262"/>
                  </a:lnTo>
                  <a:lnTo>
                    <a:pt x="94758" y="216138"/>
                  </a:lnTo>
                  <a:lnTo>
                    <a:pt x="94541" y="216098"/>
                  </a:lnTo>
                  <a:lnTo>
                    <a:pt x="94239" y="216014"/>
                  </a:lnTo>
                  <a:lnTo>
                    <a:pt x="94372" y="215575"/>
                  </a:lnTo>
                  <a:lnTo>
                    <a:pt x="94682" y="214831"/>
                  </a:lnTo>
                  <a:lnTo>
                    <a:pt x="94041" y="214777"/>
                  </a:lnTo>
                  <a:lnTo>
                    <a:pt x="93151" y="214418"/>
                  </a:lnTo>
                  <a:lnTo>
                    <a:pt x="92598" y="214286"/>
                  </a:lnTo>
                  <a:lnTo>
                    <a:pt x="91951" y="214311"/>
                  </a:lnTo>
                  <a:lnTo>
                    <a:pt x="91784" y="214293"/>
                  </a:lnTo>
                  <a:lnTo>
                    <a:pt x="91424" y="214218"/>
                  </a:lnTo>
                  <a:lnTo>
                    <a:pt x="91086" y="214020"/>
                  </a:lnTo>
                  <a:lnTo>
                    <a:pt x="90900" y="214202"/>
                  </a:lnTo>
                  <a:lnTo>
                    <a:pt x="90884" y="214401"/>
                  </a:lnTo>
                  <a:lnTo>
                    <a:pt x="90884" y="214668"/>
                  </a:lnTo>
                  <a:lnTo>
                    <a:pt x="90720" y="214771"/>
                  </a:lnTo>
                  <a:lnTo>
                    <a:pt x="90505" y="214621"/>
                  </a:lnTo>
                  <a:lnTo>
                    <a:pt x="90154" y="214580"/>
                  </a:lnTo>
                  <a:lnTo>
                    <a:pt x="89995" y="214623"/>
                  </a:lnTo>
                  <a:lnTo>
                    <a:pt x="89775" y="214717"/>
                  </a:lnTo>
                  <a:lnTo>
                    <a:pt x="89644" y="214838"/>
                  </a:lnTo>
                  <a:lnTo>
                    <a:pt x="89305" y="215027"/>
                  </a:lnTo>
                  <a:lnTo>
                    <a:pt x="88872" y="214415"/>
                  </a:lnTo>
                  <a:lnTo>
                    <a:pt x="88435" y="214058"/>
                  </a:lnTo>
                  <a:lnTo>
                    <a:pt x="88276" y="213898"/>
                  </a:lnTo>
                  <a:lnTo>
                    <a:pt x="88035" y="213740"/>
                  </a:lnTo>
                  <a:lnTo>
                    <a:pt x="87832" y="213577"/>
                  </a:lnTo>
                  <a:lnTo>
                    <a:pt x="87698" y="213278"/>
                  </a:lnTo>
                  <a:lnTo>
                    <a:pt x="87419" y="212762"/>
                  </a:lnTo>
                  <a:lnTo>
                    <a:pt x="87083" y="212122"/>
                  </a:lnTo>
                  <a:lnTo>
                    <a:pt x="86571" y="211716"/>
                  </a:lnTo>
                  <a:lnTo>
                    <a:pt x="86428" y="211651"/>
                  </a:lnTo>
                  <a:lnTo>
                    <a:pt x="86032" y="211490"/>
                  </a:lnTo>
                  <a:lnTo>
                    <a:pt x="85769" y="211555"/>
                  </a:lnTo>
                  <a:lnTo>
                    <a:pt x="85507" y="211524"/>
                  </a:lnTo>
                  <a:lnTo>
                    <a:pt x="85307" y="211438"/>
                  </a:lnTo>
                  <a:lnTo>
                    <a:pt x="85014" y="211296"/>
                  </a:lnTo>
                  <a:lnTo>
                    <a:pt x="84621" y="211271"/>
                  </a:lnTo>
                  <a:lnTo>
                    <a:pt x="84294" y="211285"/>
                  </a:lnTo>
                  <a:lnTo>
                    <a:pt x="83754" y="211260"/>
                  </a:lnTo>
                  <a:lnTo>
                    <a:pt x="83401" y="211259"/>
                  </a:lnTo>
                  <a:lnTo>
                    <a:pt x="82690" y="211230"/>
                  </a:lnTo>
                  <a:lnTo>
                    <a:pt x="82317" y="211066"/>
                  </a:lnTo>
                  <a:lnTo>
                    <a:pt x="81815" y="210926"/>
                  </a:lnTo>
                  <a:lnTo>
                    <a:pt x="81532" y="210745"/>
                  </a:lnTo>
                  <a:lnTo>
                    <a:pt x="81357" y="210698"/>
                  </a:lnTo>
                  <a:lnTo>
                    <a:pt x="81119" y="210668"/>
                  </a:lnTo>
                  <a:lnTo>
                    <a:pt x="80731" y="210702"/>
                  </a:lnTo>
                  <a:lnTo>
                    <a:pt x="79797" y="210703"/>
                  </a:lnTo>
                  <a:lnTo>
                    <a:pt x="79526" y="210777"/>
                  </a:lnTo>
                  <a:lnTo>
                    <a:pt x="79657" y="210246"/>
                  </a:lnTo>
                  <a:lnTo>
                    <a:pt x="80175" y="210291"/>
                  </a:lnTo>
                  <a:lnTo>
                    <a:pt x="80402" y="209882"/>
                  </a:lnTo>
                  <a:lnTo>
                    <a:pt x="79924" y="209625"/>
                  </a:lnTo>
                  <a:lnTo>
                    <a:pt x="79682" y="209384"/>
                  </a:lnTo>
                  <a:lnTo>
                    <a:pt x="79633" y="209075"/>
                  </a:lnTo>
                  <a:lnTo>
                    <a:pt x="79358" y="208970"/>
                  </a:lnTo>
                  <a:lnTo>
                    <a:pt x="78806" y="208690"/>
                  </a:lnTo>
                  <a:lnTo>
                    <a:pt x="78655" y="208463"/>
                  </a:lnTo>
                  <a:lnTo>
                    <a:pt x="78345" y="208240"/>
                  </a:lnTo>
                  <a:lnTo>
                    <a:pt x="77651" y="208337"/>
                  </a:lnTo>
                  <a:lnTo>
                    <a:pt x="77274" y="208207"/>
                  </a:lnTo>
                  <a:lnTo>
                    <a:pt x="77282" y="208047"/>
                  </a:lnTo>
                  <a:lnTo>
                    <a:pt x="77364" y="207890"/>
                  </a:lnTo>
                  <a:lnTo>
                    <a:pt x="77493" y="207880"/>
                  </a:lnTo>
                  <a:lnTo>
                    <a:pt x="77500" y="207751"/>
                  </a:lnTo>
                  <a:lnTo>
                    <a:pt x="77195" y="207611"/>
                  </a:lnTo>
                  <a:lnTo>
                    <a:pt x="76934" y="207641"/>
                  </a:lnTo>
                  <a:lnTo>
                    <a:pt x="76302" y="207213"/>
                  </a:lnTo>
                  <a:lnTo>
                    <a:pt x="76224" y="206967"/>
                  </a:lnTo>
                  <a:lnTo>
                    <a:pt x="76232" y="206739"/>
                  </a:lnTo>
                  <a:lnTo>
                    <a:pt x="76525" y="206339"/>
                  </a:lnTo>
                  <a:lnTo>
                    <a:pt x="76512" y="206174"/>
                  </a:lnTo>
                  <a:lnTo>
                    <a:pt x="76227" y="206160"/>
                  </a:lnTo>
                  <a:lnTo>
                    <a:pt x="76017" y="206150"/>
                  </a:lnTo>
                  <a:lnTo>
                    <a:pt x="75816" y="206014"/>
                  </a:lnTo>
                  <a:lnTo>
                    <a:pt x="75823" y="205848"/>
                  </a:lnTo>
                  <a:lnTo>
                    <a:pt x="75835" y="205721"/>
                  </a:lnTo>
                  <a:lnTo>
                    <a:pt x="75786" y="205247"/>
                  </a:lnTo>
                  <a:lnTo>
                    <a:pt x="75636" y="205255"/>
                  </a:lnTo>
                  <a:lnTo>
                    <a:pt x="75073" y="205234"/>
                  </a:lnTo>
                  <a:lnTo>
                    <a:pt x="74897" y="204876"/>
                  </a:lnTo>
                  <a:lnTo>
                    <a:pt x="74845" y="204744"/>
                  </a:lnTo>
                  <a:lnTo>
                    <a:pt x="74551" y="204707"/>
                  </a:lnTo>
                  <a:lnTo>
                    <a:pt x="74342" y="204745"/>
                  </a:lnTo>
                  <a:lnTo>
                    <a:pt x="74131" y="204649"/>
                  </a:lnTo>
                  <a:lnTo>
                    <a:pt x="74060" y="204390"/>
                  </a:lnTo>
                  <a:lnTo>
                    <a:pt x="74107" y="203887"/>
                  </a:lnTo>
                  <a:lnTo>
                    <a:pt x="73822" y="203459"/>
                  </a:lnTo>
                  <a:lnTo>
                    <a:pt x="73585" y="203472"/>
                  </a:lnTo>
                  <a:lnTo>
                    <a:pt x="73301" y="203596"/>
                  </a:lnTo>
                  <a:lnTo>
                    <a:pt x="72854" y="203696"/>
                  </a:lnTo>
                  <a:lnTo>
                    <a:pt x="72527" y="203627"/>
                  </a:lnTo>
                  <a:lnTo>
                    <a:pt x="72341" y="204086"/>
                  </a:lnTo>
                  <a:lnTo>
                    <a:pt x="72157" y="204235"/>
                  </a:lnTo>
                  <a:lnTo>
                    <a:pt x="71695" y="204130"/>
                  </a:lnTo>
                  <a:lnTo>
                    <a:pt x="71620" y="203953"/>
                  </a:lnTo>
                  <a:lnTo>
                    <a:pt x="71401" y="203684"/>
                  </a:lnTo>
                  <a:lnTo>
                    <a:pt x="71407" y="203460"/>
                  </a:lnTo>
                  <a:lnTo>
                    <a:pt x="71615" y="203398"/>
                  </a:lnTo>
                  <a:lnTo>
                    <a:pt x="71931" y="203067"/>
                  </a:lnTo>
                  <a:lnTo>
                    <a:pt x="71945" y="202896"/>
                  </a:lnTo>
                  <a:lnTo>
                    <a:pt x="71955" y="202743"/>
                  </a:lnTo>
                  <a:lnTo>
                    <a:pt x="71935" y="202475"/>
                  </a:lnTo>
                  <a:lnTo>
                    <a:pt x="71842" y="202217"/>
                  </a:lnTo>
                  <a:lnTo>
                    <a:pt x="72103" y="201642"/>
                  </a:lnTo>
                  <a:lnTo>
                    <a:pt x="72413" y="201169"/>
                  </a:lnTo>
                  <a:lnTo>
                    <a:pt x="71761" y="200635"/>
                  </a:lnTo>
                  <a:lnTo>
                    <a:pt x="71628" y="200737"/>
                  </a:lnTo>
                  <a:lnTo>
                    <a:pt x="71337" y="200740"/>
                  </a:lnTo>
                  <a:lnTo>
                    <a:pt x="71408" y="200239"/>
                  </a:lnTo>
                  <a:lnTo>
                    <a:pt x="71457" y="200044"/>
                  </a:lnTo>
                  <a:lnTo>
                    <a:pt x="71185" y="199674"/>
                  </a:lnTo>
                  <a:lnTo>
                    <a:pt x="71189" y="199464"/>
                  </a:lnTo>
                  <a:lnTo>
                    <a:pt x="71539" y="199192"/>
                  </a:lnTo>
                  <a:lnTo>
                    <a:pt x="71752" y="199202"/>
                  </a:lnTo>
                  <a:lnTo>
                    <a:pt x="72491" y="199104"/>
                  </a:lnTo>
                  <a:lnTo>
                    <a:pt x="72648" y="198469"/>
                  </a:lnTo>
                  <a:lnTo>
                    <a:pt x="72819" y="198298"/>
                  </a:lnTo>
                  <a:lnTo>
                    <a:pt x="72808" y="197552"/>
                  </a:lnTo>
                  <a:lnTo>
                    <a:pt x="72736" y="197055"/>
                  </a:lnTo>
                  <a:lnTo>
                    <a:pt x="72689" y="196503"/>
                  </a:lnTo>
                  <a:lnTo>
                    <a:pt x="73125" y="196264"/>
                  </a:lnTo>
                  <a:lnTo>
                    <a:pt x="72896" y="195694"/>
                  </a:lnTo>
                  <a:lnTo>
                    <a:pt x="73016" y="195457"/>
                  </a:lnTo>
                  <a:lnTo>
                    <a:pt x="73141" y="195035"/>
                  </a:lnTo>
                  <a:lnTo>
                    <a:pt x="73037" y="194603"/>
                  </a:lnTo>
                  <a:lnTo>
                    <a:pt x="73092" y="194413"/>
                  </a:lnTo>
                  <a:lnTo>
                    <a:pt x="73513" y="193951"/>
                  </a:lnTo>
                  <a:lnTo>
                    <a:pt x="73899" y="193492"/>
                  </a:lnTo>
                  <a:lnTo>
                    <a:pt x="74333" y="193093"/>
                  </a:lnTo>
                  <a:lnTo>
                    <a:pt x="74352" y="192892"/>
                  </a:lnTo>
                  <a:lnTo>
                    <a:pt x="74397" y="192782"/>
                  </a:lnTo>
                  <a:lnTo>
                    <a:pt x="74608" y="192801"/>
                  </a:lnTo>
                  <a:lnTo>
                    <a:pt x="75043" y="192578"/>
                  </a:lnTo>
                  <a:lnTo>
                    <a:pt x="75341" y="192638"/>
                  </a:lnTo>
                  <a:lnTo>
                    <a:pt x="75586" y="192718"/>
                  </a:lnTo>
                  <a:lnTo>
                    <a:pt x="75768" y="192682"/>
                  </a:lnTo>
                  <a:lnTo>
                    <a:pt x="76579" y="192450"/>
                  </a:lnTo>
                  <a:lnTo>
                    <a:pt x="76658" y="192317"/>
                  </a:lnTo>
                  <a:lnTo>
                    <a:pt x="77072" y="192222"/>
                  </a:lnTo>
                  <a:lnTo>
                    <a:pt x="77565" y="192374"/>
                  </a:lnTo>
                  <a:lnTo>
                    <a:pt x="77941" y="192313"/>
                  </a:lnTo>
                  <a:lnTo>
                    <a:pt x="78126" y="192252"/>
                  </a:lnTo>
                  <a:lnTo>
                    <a:pt x="78270" y="192215"/>
                  </a:lnTo>
                  <a:lnTo>
                    <a:pt x="78796" y="192188"/>
                  </a:lnTo>
                  <a:lnTo>
                    <a:pt x="79305" y="192047"/>
                  </a:lnTo>
                  <a:lnTo>
                    <a:pt x="79596" y="191945"/>
                  </a:lnTo>
                  <a:lnTo>
                    <a:pt x="80057" y="191811"/>
                  </a:lnTo>
                  <a:lnTo>
                    <a:pt x="80320" y="191750"/>
                  </a:lnTo>
                  <a:lnTo>
                    <a:pt x="80629" y="191675"/>
                  </a:lnTo>
                  <a:lnTo>
                    <a:pt x="80960" y="191415"/>
                  </a:lnTo>
                  <a:lnTo>
                    <a:pt x="81248" y="190812"/>
                  </a:lnTo>
                  <a:lnTo>
                    <a:pt x="81608" y="190782"/>
                  </a:lnTo>
                  <a:lnTo>
                    <a:pt x="81923" y="191138"/>
                  </a:lnTo>
                  <a:lnTo>
                    <a:pt x="82175" y="191233"/>
                  </a:lnTo>
                  <a:lnTo>
                    <a:pt x="82633" y="191103"/>
                  </a:lnTo>
                  <a:lnTo>
                    <a:pt x="82785" y="191106"/>
                  </a:lnTo>
                  <a:lnTo>
                    <a:pt x="83541" y="190845"/>
                  </a:lnTo>
                  <a:lnTo>
                    <a:pt x="83805" y="190986"/>
                  </a:lnTo>
                  <a:lnTo>
                    <a:pt x="84826" y="191312"/>
                  </a:lnTo>
                  <a:lnTo>
                    <a:pt x="85309" y="191440"/>
                  </a:lnTo>
                  <a:lnTo>
                    <a:pt x="85605" y="191502"/>
                  </a:lnTo>
                  <a:lnTo>
                    <a:pt x="85781" y="191575"/>
                  </a:lnTo>
                  <a:lnTo>
                    <a:pt x="86299" y="191830"/>
                  </a:lnTo>
                  <a:lnTo>
                    <a:pt x="86262" y="192018"/>
                  </a:lnTo>
                  <a:lnTo>
                    <a:pt x="86428" y="192187"/>
                  </a:lnTo>
                  <a:lnTo>
                    <a:pt x="86686" y="191990"/>
                  </a:lnTo>
                  <a:lnTo>
                    <a:pt x="86846" y="191859"/>
                  </a:lnTo>
                  <a:lnTo>
                    <a:pt x="87021" y="191851"/>
                  </a:lnTo>
                  <a:lnTo>
                    <a:pt x="87371" y="191828"/>
                  </a:lnTo>
                  <a:lnTo>
                    <a:pt x="87443" y="191494"/>
                  </a:lnTo>
                  <a:lnTo>
                    <a:pt x="87477" y="191360"/>
                  </a:lnTo>
                  <a:lnTo>
                    <a:pt x="87522" y="191099"/>
                  </a:lnTo>
                  <a:lnTo>
                    <a:pt x="87525" y="190719"/>
                  </a:lnTo>
                  <a:lnTo>
                    <a:pt x="87397" y="190305"/>
                  </a:lnTo>
                  <a:lnTo>
                    <a:pt x="87300" y="189991"/>
                  </a:lnTo>
                  <a:lnTo>
                    <a:pt x="87259" y="189855"/>
                  </a:lnTo>
                  <a:lnTo>
                    <a:pt x="87499" y="189580"/>
                  </a:lnTo>
                  <a:lnTo>
                    <a:pt x="87563" y="189291"/>
                  </a:lnTo>
                  <a:lnTo>
                    <a:pt x="88006" y="189452"/>
                  </a:lnTo>
                  <a:lnTo>
                    <a:pt x="88154" y="189543"/>
                  </a:lnTo>
                  <a:lnTo>
                    <a:pt x="88178" y="190036"/>
                  </a:lnTo>
                  <a:lnTo>
                    <a:pt x="88199" y="190944"/>
                  </a:lnTo>
                  <a:lnTo>
                    <a:pt x="88047" y="191327"/>
                  </a:lnTo>
                  <a:lnTo>
                    <a:pt x="88447" y="191155"/>
                  </a:lnTo>
                  <a:lnTo>
                    <a:pt x="88343" y="190963"/>
                  </a:lnTo>
                  <a:lnTo>
                    <a:pt x="88302" y="189761"/>
                  </a:lnTo>
                  <a:lnTo>
                    <a:pt x="88432" y="189676"/>
                  </a:lnTo>
                  <a:lnTo>
                    <a:pt x="89276" y="190244"/>
                  </a:lnTo>
                  <a:lnTo>
                    <a:pt x="89405" y="190406"/>
                  </a:lnTo>
                  <a:lnTo>
                    <a:pt x="89456" y="191071"/>
                  </a:lnTo>
                  <a:lnTo>
                    <a:pt x="89367" y="191437"/>
                  </a:lnTo>
                  <a:lnTo>
                    <a:pt x="89838" y="191524"/>
                  </a:lnTo>
                  <a:lnTo>
                    <a:pt x="90309" y="191522"/>
                  </a:lnTo>
                  <a:lnTo>
                    <a:pt x="90313" y="191185"/>
                  </a:lnTo>
                  <a:lnTo>
                    <a:pt x="90119" y="190913"/>
                  </a:lnTo>
                  <a:lnTo>
                    <a:pt x="89542" y="191039"/>
                  </a:lnTo>
                  <a:lnTo>
                    <a:pt x="89608" y="190424"/>
                  </a:lnTo>
                  <a:lnTo>
                    <a:pt x="89823" y="190585"/>
                  </a:lnTo>
                  <a:lnTo>
                    <a:pt x="90097" y="190765"/>
                  </a:lnTo>
                  <a:lnTo>
                    <a:pt x="91573" y="191695"/>
                  </a:lnTo>
                  <a:lnTo>
                    <a:pt x="91917" y="191907"/>
                  </a:lnTo>
                  <a:lnTo>
                    <a:pt x="91707" y="192313"/>
                  </a:lnTo>
                  <a:lnTo>
                    <a:pt x="91709" y="192524"/>
                  </a:lnTo>
                  <a:lnTo>
                    <a:pt x="92036" y="192575"/>
                  </a:lnTo>
                  <a:lnTo>
                    <a:pt x="92175" y="192300"/>
                  </a:lnTo>
                  <a:lnTo>
                    <a:pt x="92260" y="192117"/>
                  </a:lnTo>
                  <a:lnTo>
                    <a:pt x="92964" y="192556"/>
                  </a:lnTo>
                  <a:lnTo>
                    <a:pt x="92796" y="192764"/>
                  </a:lnTo>
                  <a:lnTo>
                    <a:pt x="92796" y="193157"/>
                  </a:lnTo>
                  <a:lnTo>
                    <a:pt x="92797" y="193302"/>
                  </a:lnTo>
                  <a:lnTo>
                    <a:pt x="92803" y="193562"/>
                  </a:lnTo>
                  <a:lnTo>
                    <a:pt x="93038" y="193718"/>
                  </a:lnTo>
                  <a:lnTo>
                    <a:pt x="93329" y="193603"/>
                  </a:lnTo>
                  <a:lnTo>
                    <a:pt x="93531" y="193719"/>
                  </a:lnTo>
                  <a:lnTo>
                    <a:pt x="93612" y="193931"/>
                  </a:lnTo>
                  <a:lnTo>
                    <a:pt x="93927" y="194040"/>
                  </a:lnTo>
                  <a:lnTo>
                    <a:pt x="94065" y="194022"/>
                  </a:lnTo>
                  <a:lnTo>
                    <a:pt x="94511" y="194080"/>
                  </a:lnTo>
                  <a:lnTo>
                    <a:pt x="94163" y="194139"/>
                  </a:lnTo>
                  <a:lnTo>
                    <a:pt x="93678" y="194210"/>
                  </a:lnTo>
                  <a:lnTo>
                    <a:pt x="93400" y="194221"/>
                  </a:lnTo>
                  <a:lnTo>
                    <a:pt x="93255" y="194301"/>
                  </a:lnTo>
                  <a:lnTo>
                    <a:pt x="92957" y="194880"/>
                  </a:lnTo>
                  <a:lnTo>
                    <a:pt x="93058" y="195089"/>
                  </a:lnTo>
                  <a:lnTo>
                    <a:pt x="93207" y="195075"/>
                  </a:lnTo>
                  <a:lnTo>
                    <a:pt x="93797" y="195048"/>
                  </a:lnTo>
                  <a:lnTo>
                    <a:pt x="94138" y="195034"/>
                  </a:lnTo>
                  <a:lnTo>
                    <a:pt x="94511" y="195072"/>
                  </a:lnTo>
                  <a:lnTo>
                    <a:pt x="94550" y="195278"/>
                  </a:lnTo>
                  <a:lnTo>
                    <a:pt x="94652" y="195561"/>
                  </a:lnTo>
                  <a:lnTo>
                    <a:pt x="94754" y="195833"/>
                  </a:lnTo>
                  <a:lnTo>
                    <a:pt x="94994" y="196461"/>
                  </a:lnTo>
                  <a:lnTo>
                    <a:pt x="95136" y="196772"/>
                  </a:lnTo>
                  <a:lnTo>
                    <a:pt x="94793" y="196605"/>
                  </a:lnTo>
                  <a:lnTo>
                    <a:pt x="94641" y="196569"/>
                  </a:lnTo>
                  <a:lnTo>
                    <a:pt x="93911" y="196627"/>
                  </a:lnTo>
                  <a:lnTo>
                    <a:pt x="93889" y="196777"/>
                  </a:lnTo>
                  <a:lnTo>
                    <a:pt x="93974" y="197300"/>
                  </a:lnTo>
                  <a:lnTo>
                    <a:pt x="94454" y="197759"/>
                  </a:lnTo>
                  <a:lnTo>
                    <a:pt x="94859" y="197918"/>
                  </a:lnTo>
                  <a:lnTo>
                    <a:pt x="95007" y="198056"/>
                  </a:lnTo>
                  <a:lnTo>
                    <a:pt x="94860" y="198552"/>
                  </a:lnTo>
                  <a:lnTo>
                    <a:pt x="95473" y="198573"/>
                  </a:lnTo>
                  <a:lnTo>
                    <a:pt x="96079" y="198407"/>
                  </a:lnTo>
                  <a:lnTo>
                    <a:pt x="96839" y="199135"/>
                  </a:lnTo>
                  <a:lnTo>
                    <a:pt x="96948" y="199310"/>
                  </a:lnTo>
                  <a:lnTo>
                    <a:pt x="97238" y="199644"/>
                  </a:lnTo>
                  <a:lnTo>
                    <a:pt x="97686" y="200045"/>
                  </a:lnTo>
                  <a:lnTo>
                    <a:pt x="98135" y="200531"/>
                  </a:lnTo>
                  <a:lnTo>
                    <a:pt x="98372" y="200843"/>
                  </a:lnTo>
                  <a:lnTo>
                    <a:pt x="98532" y="201082"/>
                  </a:lnTo>
                  <a:lnTo>
                    <a:pt x="98299" y="202200"/>
                  </a:lnTo>
                  <a:lnTo>
                    <a:pt x="98556" y="202184"/>
                  </a:lnTo>
                  <a:lnTo>
                    <a:pt x="98771" y="202169"/>
                  </a:lnTo>
                  <a:lnTo>
                    <a:pt x="98976" y="202174"/>
                  </a:lnTo>
                  <a:lnTo>
                    <a:pt x="99038" y="202313"/>
                  </a:lnTo>
                  <a:lnTo>
                    <a:pt x="99104" y="202763"/>
                  </a:lnTo>
                  <a:lnTo>
                    <a:pt x="98869" y="202788"/>
                  </a:lnTo>
                  <a:lnTo>
                    <a:pt x="98546" y="202827"/>
                  </a:lnTo>
                  <a:lnTo>
                    <a:pt x="98186" y="202877"/>
                  </a:lnTo>
                  <a:lnTo>
                    <a:pt x="97938" y="203245"/>
                  </a:lnTo>
                  <a:lnTo>
                    <a:pt x="98163" y="203231"/>
                  </a:lnTo>
                  <a:lnTo>
                    <a:pt x="98330" y="203220"/>
                  </a:lnTo>
                  <a:lnTo>
                    <a:pt x="98574" y="203206"/>
                  </a:lnTo>
                  <a:lnTo>
                    <a:pt x="98830" y="203193"/>
                  </a:lnTo>
                  <a:lnTo>
                    <a:pt x="99171" y="203226"/>
                  </a:lnTo>
                  <a:lnTo>
                    <a:pt x="98482" y="203934"/>
                  </a:lnTo>
                  <a:lnTo>
                    <a:pt x="98650" y="204012"/>
                  </a:lnTo>
                  <a:lnTo>
                    <a:pt x="98814" y="204003"/>
                  </a:lnTo>
                  <a:lnTo>
                    <a:pt x="99118" y="203698"/>
                  </a:lnTo>
                  <a:lnTo>
                    <a:pt x="99791" y="203611"/>
                  </a:lnTo>
                  <a:lnTo>
                    <a:pt x="99911" y="203851"/>
                  </a:lnTo>
                  <a:lnTo>
                    <a:pt x="100229" y="204550"/>
                  </a:lnTo>
                  <a:lnTo>
                    <a:pt x="100305" y="204773"/>
                  </a:lnTo>
                  <a:lnTo>
                    <a:pt x="100425" y="205161"/>
                  </a:lnTo>
                  <a:lnTo>
                    <a:pt x="100573" y="205606"/>
                  </a:lnTo>
                  <a:lnTo>
                    <a:pt x="100636" y="205762"/>
                  </a:lnTo>
                  <a:lnTo>
                    <a:pt x="100784" y="206081"/>
                  </a:lnTo>
                  <a:lnTo>
                    <a:pt x="100947" y="206385"/>
                  </a:lnTo>
                  <a:lnTo>
                    <a:pt x="101172" y="206677"/>
                  </a:lnTo>
                  <a:lnTo>
                    <a:pt x="101556" y="207208"/>
                  </a:lnTo>
                  <a:lnTo>
                    <a:pt x="101593" y="207431"/>
                  </a:lnTo>
                  <a:lnTo>
                    <a:pt x="101573" y="207629"/>
                  </a:lnTo>
                  <a:lnTo>
                    <a:pt x="101478" y="207908"/>
                  </a:lnTo>
                  <a:lnTo>
                    <a:pt x="101190" y="208407"/>
                  </a:lnTo>
                  <a:lnTo>
                    <a:pt x="101152" y="208648"/>
                  </a:lnTo>
                  <a:lnTo>
                    <a:pt x="101187" y="209229"/>
                  </a:lnTo>
                  <a:lnTo>
                    <a:pt x="101338" y="209725"/>
                  </a:lnTo>
                  <a:lnTo>
                    <a:pt x="101401" y="209930"/>
                  </a:lnTo>
                  <a:lnTo>
                    <a:pt x="101475" y="210132"/>
                  </a:lnTo>
                  <a:lnTo>
                    <a:pt x="101579" y="210385"/>
                  </a:lnTo>
                  <a:lnTo>
                    <a:pt x="101756" y="210752"/>
                  </a:lnTo>
                  <a:lnTo>
                    <a:pt x="101821" y="210961"/>
                  </a:lnTo>
                  <a:lnTo>
                    <a:pt x="101855" y="211397"/>
                  </a:lnTo>
                  <a:lnTo>
                    <a:pt x="101872" y="211581"/>
                  </a:lnTo>
                  <a:lnTo>
                    <a:pt x="101906" y="211934"/>
                  </a:lnTo>
                  <a:lnTo>
                    <a:pt x="101937" y="212184"/>
                  </a:lnTo>
                  <a:lnTo>
                    <a:pt x="102062" y="212602"/>
                  </a:lnTo>
                  <a:lnTo>
                    <a:pt x="102172" y="212960"/>
                  </a:lnTo>
                  <a:lnTo>
                    <a:pt x="102461" y="212987"/>
                  </a:lnTo>
                  <a:lnTo>
                    <a:pt x="102931" y="212958"/>
                  </a:lnTo>
                  <a:lnTo>
                    <a:pt x="103069" y="212978"/>
                  </a:lnTo>
                  <a:lnTo>
                    <a:pt x="103546" y="213041"/>
                  </a:lnTo>
                  <a:lnTo>
                    <a:pt x="103903" y="212990"/>
                  </a:lnTo>
                  <a:lnTo>
                    <a:pt x="103922" y="212818"/>
                  </a:lnTo>
                  <a:lnTo>
                    <a:pt x="104376" y="212256"/>
                  </a:lnTo>
                  <a:lnTo>
                    <a:pt x="104643" y="212089"/>
                  </a:lnTo>
                  <a:lnTo>
                    <a:pt x="105164" y="212483"/>
                  </a:lnTo>
                  <a:lnTo>
                    <a:pt x="105786" y="211931"/>
                  </a:lnTo>
                  <a:lnTo>
                    <a:pt x="106109" y="211143"/>
                  </a:lnTo>
                  <a:lnTo>
                    <a:pt x="106129" y="210950"/>
                  </a:lnTo>
                  <a:lnTo>
                    <a:pt x="105960" y="210708"/>
                  </a:lnTo>
                  <a:lnTo>
                    <a:pt x="105905" y="210548"/>
                  </a:lnTo>
                  <a:lnTo>
                    <a:pt x="105851" y="210378"/>
                  </a:lnTo>
                  <a:lnTo>
                    <a:pt x="106099" y="210047"/>
                  </a:lnTo>
                  <a:lnTo>
                    <a:pt x="106372" y="209857"/>
                  </a:lnTo>
                  <a:lnTo>
                    <a:pt x="106341" y="209688"/>
                  </a:lnTo>
                  <a:lnTo>
                    <a:pt x="106400" y="209166"/>
                  </a:lnTo>
                  <a:lnTo>
                    <a:pt x="106104" y="208768"/>
                  </a:lnTo>
                  <a:lnTo>
                    <a:pt x="106359" y="208640"/>
                  </a:lnTo>
                  <a:lnTo>
                    <a:pt x="106906" y="208598"/>
                  </a:lnTo>
                  <a:lnTo>
                    <a:pt x="107270" y="208434"/>
                  </a:lnTo>
                  <a:lnTo>
                    <a:pt x="107470" y="208139"/>
                  </a:lnTo>
                  <a:lnTo>
                    <a:pt x="107387" y="207924"/>
                  </a:lnTo>
                  <a:lnTo>
                    <a:pt x="107204" y="207862"/>
                  </a:lnTo>
                  <a:lnTo>
                    <a:pt x="106721" y="207710"/>
                  </a:lnTo>
                  <a:lnTo>
                    <a:pt x="106309" y="207618"/>
                  </a:lnTo>
                  <a:lnTo>
                    <a:pt x="106652" y="207299"/>
                  </a:lnTo>
                  <a:lnTo>
                    <a:pt x="106861" y="207210"/>
                  </a:lnTo>
                  <a:lnTo>
                    <a:pt x="107058" y="207262"/>
                  </a:lnTo>
                  <a:lnTo>
                    <a:pt x="107198" y="207200"/>
                  </a:lnTo>
                  <a:lnTo>
                    <a:pt x="107388" y="206946"/>
                  </a:lnTo>
                  <a:lnTo>
                    <a:pt x="107626" y="206943"/>
                  </a:lnTo>
                  <a:lnTo>
                    <a:pt x="107514" y="207526"/>
                  </a:lnTo>
                  <a:lnTo>
                    <a:pt x="107925" y="207430"/>
                  </a:lnTo>
                  <a:lnTo>
                    <a:pt x="108089" y="207391"/>
                  </a:lnTo>
                  <a:lnTo>
                    <a:pt x="108380" y="207441"/>
                  </a:lnTo>
                  <a:lnTo>
                    <a:pt x="108557" y="207474"/>
                  </a:lnTo>
                  <a:lnTo>
                    <a:pt x="108594" y="207269"/>
                  </a:lnTo>
                  <a:lnTo>
                    <a:pt x="108542" y="207090"/>
                  </a:lnTo>
                  <a:lnTo>
                    <a:pt x="108330" y="207128"/>
                  </a:lnTo>
                  <a:lnTo>
                    <a:pt x="108056" y="206881"/>
                  </a:lnTo>
                  <a:lnTo>
                    <a:pt x="108338" y="206898"/>
                  </a:lnTo>
                  <a:lnTo>
                    <a:pt x="108614" y="206855"/>
                  </a:lnTo>
                  <a:lnTo>
                    <a:pt x="109025" y="206483"/>
                  </a:lnTo>
                  <a:lnTo>
                    <a:pt x="109535" y="206439"/>
                  </a:lnTo>
                  <a:lnTo>
                    <a:pt x="109963" y="206567"/>
                  </a:lnTo>
                  <a:lnTo>
                    <a:pt x="110265" y="206416"/>
                  </a:lnTo>
                  <a:lnTo>
                    <a:pt x="110733" y="206690"/>
                  </a:lnTo>
                  <a:lnTo>
                    <a:pt x="110985" y="206844"/>
                  </a:lnTo>
                  <a:lnTo>
                    <a:pt x="111332" y="207059"/>
                  </a:lnTo>
                  <a:lnTo>
                    <a:pt x="111367" y="207666"/>
                  </a:lnTo>
                  <a:lnTo>
                    <a:pt x="111456" y="208030"/>
                  </a:lnTo>
                  <a:lnTo>
                    <a:pt x="111751" y="208234"/>
                  </a:lnTo>
                  <a:lnTo>
                    <a:pt x="112004" y="208272"/>
                  </a:lnTo>
                  <a:lnTo>
                    <a:pt x="112149" y="208307"/>
                  </a:lnTo>
                  <a:lnTo>
                    <a:pt x="112221" y="208711"/>
                  </a:lnTo>
                  <a:lnTo>
                    <a:pt x="112205" y="209011"/>
                  </a:lnTo>
                  <a:lnTo>
                    <a:pt x="112246" y="209329"/>
                  </a:lnTo>
                  <a:lnTo>
                    <a:pt x="112377" y="209317"/>
                  </a:lnTo>
                  <a:lnTo>
                    <a:pt x="112515" y="209110"/>
                  </a:lnTo>
                  <a:lnTo>
                    <a:pt x="112847" y="208856"/>
                  </a:lnTo>
                  <a:lnTo>
                    <a:pt x="112939" y="209117"/>
                  </a:lnTo>
                  <a:lnTo>
                    <a:pt x="112980" y="209295"/>
                  </a:lnTo>
                  <a:lnTo>
                    <a:pt x="113443" y="209903"/>
                  </a:lnTo>
                  <a:lnTo>
                    <a:pt x="113511" y="210221"/>
                  </a:lnTo>
                  <a:lnTo>
                    <a:pt x="113911" y="210598"/>
                  </a:lnTo>
                  <a:lnTo>
                    <a:pt x="114188" y="210640"/>
                  </a:lnTo>
                  <a:lnTo>
                    <a:pt x="114583" y="210878"/>
                  </a:lnTo>
                  <a:lnTo>
                    <a:pt x="114560" y="211223"/>
                  </a:lnTo>
                  <a:lnTo>
                    <a:pt x="114623" y="211413"/>
                  </a:lnTo>
                  <a:lnTo>
                    <a:pt x="114902" y="211463"/>
                  </a:lnTo>
                  <a:lnTo>
                    <a:pt x="115120" y="211378"/>
                  </a:lnTo>
                  <a:lnTo>
                    <a:pt x="115260" y="211274"/>
                  </a:lnTo>
                  <a:lnTo>
                    <a:pt x="115697" y="211300"/>
                  </a:lnTo>
                  <a:lnTo>
                    <a:pt x="115984" y="211359"/>
                  </a:lnTo>
                  <a:lnTo>
                    <a:pt x="116306" y="211479"/>
                  </a:lnTo>
                  <a:lnTo>
                    <a:pt x="116450" y="211497"/>
                  </a:lnTo>
                  <a:lnTo>
                    <a:pt x="116622" y="211506"/>
                  </a:lnTo>
                  <a:lnTo>
                    <a:pt x="116859" y="211166"/>
                  </a:lnTo>
                  <a:lnTo>
                    <a:pt x="117057" y="211123"/>
                  </a:lnTo>
                  <a:lnTo>
                    <a:pt x="117438" y="211428"/>
                  </a:lnTo>
                  <a:lnTo>
                    <a:pt x="117824" y="211713"/>
                  </a:lnTo>
                  <a:lnTo>
                    <a:pt x="118579" y="211704"/>
                  </a:lnTo>
                  <a:lnTo>
                    <a:pt x="118733" y="211494"/>
                  </a:lnTo>
                  <a:lnTo>
                    <a:pt x="119057" y="211168"/>
                  </a:lnTo>
                  <a:lnTo>
                    <a:pt x="119111" y="210902"/>
                  </a:lnTo>
                  <a:lnTo>
                    <a:pt x="119576" y="210456"/>
                  </a:lnTo>
                  <a:lnTo>
                    <a:pt x="119733" y="210530"/>
                  </a:lnTo>
                  <a:lnTo>
                    <a:pt x="120078" y="210563"/>
                  </a:lnTo>
                  <a:lnTo>
                    <a:pt x="120319" y="210362"/>
                  </a:lnTo>
                  <a:lnTo>
                    <a:pt x="120464" y="210173"/>
                  </a:lnTo>
                  <a:lnTo>
                    <a:pt x="120870" y="210229"/>
                  </a:lnTo>
                  <a:lnTo>
                    <a:pt x="121087" y="210149"/>
                  </a:lnTo>
                  <a:lnTo>
                    <a:pt x="121437" y="209613"/>
                  </a:lnTo>
                  <a:lnTo>
                    <a:pt x="121778" y="209401"/>
                  </a:lnTo>
                  <a:lnTo>
                    <a:pt x="122100" y="208911"/>
                  </a:lnTo>
                  <a:lnTo>
                    <a:pt x="122130" y="208754"/>
                  </a:lnTo>
                  <a:lnTo>
                    <a:pt x="122125" y="208583"/>
                  </a:lnTo>
                  <a:lnTo>
                    <a:pt x="122135" y="208355"/>
                  </a:lnTo>
                  <a:lnTo>
                    <a:pt x="122204" y="208030"/>
                  </a:lnTo>
                  <a:lnTo>
                    <a:pt x="122822" y="208081"/>
                  </a:lnTo>
                  <a:lnTo>
                    <a:pt x="123212" y="208163"/>
                  </a:lnTo>
                  <a:lnTo>
                    <a:pt x="123413" y="208212"/>
                  </a:lnTo>
                  <a:lnTo>
                    <a:pt x="123591" y="208258"/>
                  </a:lnTo>
                  <a:lnTo>
                    <a:pt x="124868" y="208625"/>
                  </a:lnTo>
                  <a:lnTo>
                    <a:pt x="125679" y="208886"/>
                  </a:lnTo>
                  <a:lnTo>
                    <a:pt x="126193" y="209105"/>
                  </a:lnTo>
                  <a:lnTo>
                    <a:pt x="126555" y="209139"/>
                  </a:lnTo>
                  <a:lnTo>
                    <a:pt x="126633" y="208873"/>
                  </a:lnTo>
                  <a:lnTo>
                    <a:pt x="126512" y="208367"/>
                  </a:lnTo>
                  <a:lnTo>
                    <a:pt x="126478" y="207762"/>
                  </a:lnTo>
                  <a:lnTo>
                    <a:pt x="126538" y="207607"/>
                  </a:lnTo>
                  <a:lnTo>
                    <a:pt x="126408" y="206931"/>
                  </a:lnTo>
                  <a:lnTo>
                    <a:pt x="126419" y="206045"/>
                  </a:lnTo>
                  <a:lnTo>
                    <a:pt x="126418" y="205870"/>
                  </a:lnTo>
                  <a:lnTo>
                    <a:pt x="126473" y="205493"/>
                  </a:lnTo>
                  <a:lnTo>
                    <a:pt x="126551" y="205067"/>
                  </a:lnTo>
                  <a:lnTo>
                    <a:pt x="126590" y="204620"/>
                  </a:lnTo>
                  <a:lnTo>
                    <a:pt x="126473" y="204247"/>
                  </a:lnTo>
                  <a:lnTo>
                    <a:pt x="126362" y="203573"/>
                  </a:lnTo>
                  <a:lnTo>
                    <a:pt x="126428" y="203342"/>
                  </a:lnTo>
                  <a:lnTo>
                    <a:pt x="126597" y="203363"/>
                  </a:lnTo>
                  <a:lnTo>
                    <a:pt x="126916" y="203629"/>
                  </a:lnTo>
                  <a:lnTo>
                    <a:pt x="126936" y="203806"/>
                  </a:lnTo>
                  <a:lnTo>
                    <a:pt x="127190" y="203734"/>
                  </a:lnTo>
                  <a:lnTo>
                    <a:pt x="127599" y="203451"/>
                  </a:lnTo>
                  <a:lnTo>
                    <a:pt x="127934" y="203448"/>
                  </a:lnTo>
                  <a:lnTo>
                    <a:pt x="128318" y="203493"/>
                  </a:lnTo>
                  <a:lnTo>
                    <a:pt x="128476" y="203545"/>
                  </a:lnTo>
                  <a:lnTo>
                    <a:pt x="128753" y="203684"/>
                  </a:lnTo>
                  <a:lnTo>
                    <a:pt x="129221" y="203506"/>
                  </a:lnTo>
                  <a:lnTo>
                    <a:pt x="129662" y="203445"/>
                  </a:lnTo>
                  <a:lnTo>
                    <a:pt x="130209" y="203793"/>
                  </a:lnTo>
                  <a:lnTo>
                    <a:pt x="130689" y="203620"/>
                  </a:lnTo>
                  <a:lnTo>
                    <a:pt x="130717" y="203479"/>
                  </a:lnTo>
                  <a:lnTo>
                    <a:pt x="130803" y="203062"/>
                  </a:lnTo>
                  <a:lnTo>
                    <a:pt x="130850" y="202829"/>
                  </a:lnTo>
                  <a:lnTo>
                    <a:pt x="131120" y="202608"/>
                  </a:lnTo>
                  <a:lnTo>
                    <a:pt x="131443" y="203118"/>
                  </a:lnTo>
                  <a:lnTo>
                    <a:pt x="131589" y="203232"/>
                  </a:lnTo>
                  <a:lnTo>
                    <a:pt x="131762" y="203220"/>
                  </a:lnTo>
                  <a:lnTo>
                    <a:pt x="132059" y="202898"/>
                  </a:lnTo>
                  <a:lnTo>
                    <a:pt x="132511" y="202283"/>
                  </a:lnTo>
                  <a:lnTo>
                    <a:pt x="133042" y="202274"/>
                  </a:lnTo>
                  <a:lnTo>
                    <a:pt x="133556" y="202582"/>
                  </a:lnTo>
                  <a:lnTo>
                    <a:pt x="134049" y="202762"/>
                  </a:lnTo>
                  <a:lnTo>
                    <a:pt x="134025" y="203025"/>
                  </a:lnTo>
                  <a:lnTo>
                    <a:pt x="134620" y="203527"/>
                  </a:lnTo>
                  <a:lnTo>
                    <a:pt x="134852" y="203579"/>
                  </a:lnTo>
                  <a:lnTo>
                    <a:pt x="135053" y="203460"/>
                  </a:lnTo>
                  <a:lnTo>
                    <a:pt x="135127" y="203277"/>
                  </a:lnTo>
                  <a:lnTo>
                    <a:pt x="135491" y="203138"/>
                  </a:lnTo>
                  <a:lnTo>
                    <a:pt x="136299" y="203400"/>
                  </a:lnTo>
                  <a:lnTo>
                    <a:pt x="136654" y="203267"/>
                  </a:lnTo>
                  <a:lnTo>
                    <a:pt x="136958" y="203221"/>
                  </a:lnTo>
                  <a:lnTo>
                    <a:pt x="137255" y="203180"/>
                  </a:lnTo>
                  <a:lnTo>
                    <a:pt x="137405" y="203403"/>
                  </a:lnTo>
                  <a:lnTo>
                    <a:pt x="137749" y="203318"/>
                  </a:lnTo>
                  <a:lnTo>
                    <a:pt x="138299" y="203279"/>
                  </a:lnTo>
                  <a:lnTo>
                    <a:pt x="138355" y="203686"/>
                  </a:lnTo>
                  <a:lnTo>
                    <a:pt x="138071" y="204182"/>
                  </a:lnTo>
                  <a:lnTo>
                    <a:pt x="138397" y="204592"/>
                  </a:lnTo>
                  <a:lnTo>
                    <a:pt x="138580" y="204699"/>
                  </a:lnTo>
                  <a:lnTo>
                    <a:pt x="138813" y="204893"/>
                  </a:lnTo>
                  <a:lnTo>
                    <a:pt x="138820" y="205100"/>
                  </a:lnTo>
                  <a:lnTo>
                    <a:pt x="138488" y="205698"/>
                  </a:lnTo>
                  <a:lnTo>
                    <a:pt x="138323" y="205957"/>
                  </a:lnTo>
                  <a:lnTo>
                    <a:pt x="137757" y="206426"/>
                  </a:lnTo>
                  <a:lnTo>
                    <a:pt x="137469" y="206820"/>
                  </a:lnTo>
                  <a:lnTo>
                    <a:pt x="137395" y="207015"/>
                  </a:lnTo>
                  <a:lnTo>
                    <a:pt x="138223" y="207302"/>
                  </a:lnTo>
                  <a:lnTo>
                    <a:pt x="138520" y="207335"/>
                  </a:lnTo>
                  <a:lnTo>
                    <a:pt x="139001" y="207648"/>
                  </a:lnTo>
                  <a:lnTo>
                    <a:pt x="139159" y="207634"/>
                  </a:lnTo>
                  <a:lnTo>
                    <a:pt x="139402" y="207547"/>
                  </a:lnTo>
                  <a:lnTo>
                    <a:pt x="139732" y="207583"/>
                  </a:lnTo>
                  <a:lnTo>
                    <a:pt x="139935" y="207819"/>
                  </a:lnTo>
                  <a:lnTo>
                    <a:pt x="140252" y="207994"/>
                  </a:lnTo>
                  <a:lnTo>
                    <a:pt x="140505" y="207773"/>
                  </a:lnTo>
                  <a:lnTo>
                    <a:pt x="140982" y="207903"/>
                  </a:lnTo>
                  <a:lnTo>
                    <a:pt x="141543" y="208406"/>
                  </a:lnTo>
                  <a:lnTo>
                    <a:pt x="141098" y="208492"/>
                  </a:lnTo>
                  <a:lnTo>
                    <a:pt x="140871" y="208899"/>
                  </a:lnTo>
                  <a:lnTo>
                    <a:pt x="140822" y="209122"/>
                  </a:lnTo>
                  <a:lnTo>
                    <a:pt x="140971" y="209499"/>
                  </a:lnTo>
                  <a:lnTo>
                    <a:pt x="140799" y="209855"/>
                  </a:lnTo>
                  <a:lnTo>
                    <a:pt x="140709" y="210025"/>
                  </a:lnTo>
                  <a:lnTo>
                    <a:pt x="140272" y="210018"/>
                  </a:lnTo>
                  <a:lnTo>
                    <a:pt x="139754" y="210017"/>
                  </a:lnTo>
                  <a:lnTo>
                    <a:pt x="139443" y="210441"/>
                  </a:lnTo>
                  <a:lnTo>
                    <a:pt x="139344" y="210591"/>
                  </a:lnTo>
                  <a:lnTo>
                    <a:pt x="139296" y="210735"/>
                  </a:lnTo>
                  <a:lnTo>
                    <a:pt x="139605" y="210859"/>
                  </a:lnTo>
                  <a:lnTo>
                    <a:pt x="139841" y="211139"/>
                  </a:lnTo>
                  <a:lnTo>
                    <a:pt x="140027" y="211345"/>
                  </a:lnTo>
                  <a:lnTo>
                    <a:pt x="140474" y="211610"/>
                  </a:lnTo>
                  <a:lnTo>
                    <a:pt x="140823" y="211826"/>
                  </a:lnTo>
                  <a:lnTo>
                    <a:pt x="141024" y="211950"/>
                  </a:lnTo>
                  <a:lnTo>
                    <a:pt x="141388" y="212264"/>
                  </a:lnTo>
                  <a:lnTo>
                    <a:pt x="141436" y="212427"/>
                  </a:lnTo>
                  <a:lnTo>
                    <a:pt x="141528" y="213015"/>
                  </a:lnTo>
                  <a:lnTo>
                    <a:pt x="141210" y="213660"/>
                  </a:lnTo>
                  <a:lnTo>
                    <a:pt x="141168" y="214087"/>
                  </a:lnTo>
                  <a:lnTo>
                    <a:pt x="141187" y="214457"/>
                  </a:lnTo>
                  <a:lnTo>
                    <a:pt x="141128" y="214663"/>
                  </a:lnTo>
                  <a:lnTo>
                    <a:pt x="140916" y="214884"/>
                  </a:lnTo>
                  <a:lnTo>
                    <a:pt x="141268" y="215365"/>
                  </a:lnTo>
                  <a:lnTo>
                    <a:pt x="141409" y="215011"/>
                  </a:lnTo>
                  <a:lnTo>
                    <a:pt x="141619" y="215021"/>
                  </a:lnTo>
                  <a:lnTo>
                    <a:pt x="141738" y="215318"/>
                  </a:lnTo>
                  <a:lnTo>
                    <a:pt x="142306" y="215504"/>
                  </a:lnTo>
                  <a:lnTo>
                    <a:pt x="142558" y="215482"/>
                  </a:lnTo>
                  <a:lnTo>
                    <a:pt x="142737" y="215129"/>
                  </a:lnTo>
                  <a:lnTo>
                    <a:pt x="142760" y="214933"/>
                  </a:lnTo>
                  <a:lnTo>
                    <a:pt x="142814" y="214616"/>
                  </a:lnTo>
                  <a:lnTo>
                    <a:pt x="142897" y="214200"/>
                  </a:lnTo>
                  <a:lnTo>
                    <a:pt x="143025" y="214302"/>
                  </a:lnTo>
                  <a:lnTo>
                    <a:pt x="143209" y="214441"/>
                  </a:lnTo>
                  <a:lnTo>
                    <a:pt x="143758" y="214219"/>
                  </a:lnTo>
                  <a:lnTo>
                    <a:pt x="143888" y="214192"/>
                  </a:lnTo>
                  <a:lnTo>
                    <a:pt x="144025" y="214167"/>
                  </a:lnTo>
                  <a:lnTo>
                    <a:pt x="144212" y="214182"/>
                  </a:lnTo>
                  <a:lnTo>
                    <a:pt x="144751" y="214241"/>
                  </a:lnTo>
                  <a:lnTo>
                    <a:pt x="145521" y="213927"/>
                  </a:lnTo>
                  <a:lnTo>
                    <a:pt x="145566" y="213602"/>
                  </a:lnTo>
                  <a:lnTo>
                    <a:pt x="145972" y="213371"/>
                  </a:lnTo>
                  <a:lnTo>
                    <a:pt x="146744" y="213504"/>
                  </a:lnTo>
                  <a:lnTo>
                    <a:pt x="146935" y="213517"/>
                  </a:lnTo>
                  <a:lnTo>
                    <a:pt x="147750" y="213530"/>
                  </a:lnTo>
                  <a:lnTo>
                    <a:pt x="148143" y="213700"/>
                  </a:lnTo>
                  <a:lnTo>
                    <a:pt x="148547" y="213782"/>
                  </a:lnTo>
                  <a:lnTo>
                    <a:pt x="148716" y="213811"/>
                  </a:lnTo>
                  <a:lnTo>
                    <a:pt x="149010" y="213542"/>
                  </a:lnTo>
                  <a:lnTo>
                    <a:pt x="149219" y="213313"/>
                  </a:lnTo>
                  <a:lnTo>
                    <a:pt x="149435" y="213321"/>
                  </a:lnTo>
                  <a:lnTo>
                    <a:pt x="149864" y="213212"/>
                  </a:lnTo>
                  <a:lnTo>
                    <a:pt x="150186" y="212983"/>
                  </a:lnTo>
                  <a:lnTo>
                    <a:pt x="150330" y="212619"/>
                  </a:lnTo>
                  <a:lnTo>
                    <a:pt x="150318" y="212158"/>
                  </a:lnTo>
                  <a:lnTo>
                    <a:pt x="150370" y="211585"/>
                  </a:lnTo>
                  <a:lnTo>
                    <a:pt x="150449" y="211233"/>
                  </a:lnTo>
                  <a:lnTo>
                    <a:pt x="150654" y="210875"/>
                  </a:lnTo>
                  <a:lnTo>
                    <a:pt x="150896" y="210443"/>
                  </a:lnTo>
                  <a:lnTo>
                    <a:pt x="151256" y="209734"/>
                  </a:lnTo>
                  <a:lnTo>
                    <a:pt x="151340" y="209298"/>
                  </a:lnTo>
                  <a:lnTo>
                    <a:pt x="151322" y="208914"/>
                  </a:lnTo>
                  <a:lnTo>
                    <a:pt x="151047" y="207668"/>
                  </a:lnTo>
                  <a:lnTo>
                    <a:pt x="150810" y="207202"/>
                  </a:lnTo>
                  <a:lnTo>
                    <a:pt x="150727" y="206800"/>
                  </a:lnTo>
                  <a:lnTo>
                    <a:pt x="150808" y="206429"/>
                  </a:lnTo>
                  <a:lnTo>
                    <a:pt x="150837" y="206297"/>
                  </a:lnTo>
                  <a:lnTo>
                    <a:pt x="150851" y="206147"/>
                  </a:lnTo>
                  <a:lnTo>
                    <a:pt x="150705" y="205764"/>
                  </a:lnTo>
                  <a:lnTo>
                    <a:pt x="150684" y="205564"/>
                  </a:lnTo>
                  <a:lnTo>
                    <a:pt x="150718" y="205350"/>
                  </a:lnTo>
                  <a:lnTo>
                    <a:pt x="151004" y="205111"/>
                  </a:lnTo>
                  <a:lnTo>
                    <a:pt x="151090" y="204898"/>
                  </a:lnTo>
                  <a:lnTo>
                    <a:pt x="151374" y="204606"/>
                  </a:lnTo>
                  <a:lnTo>
                    <a:pt x="151522" y="204725"/>
                  </a:lnTo>
                  <a:lnTo>
                    <a:pt x="151915" y="204939"/>
                  </a:lnTo>
                  <a:lnTo>
                    <a:pt x="152563" y="204752"/>
                  </a:lnTo>
                  <a:lnTo>
                    <a:pt x="152759" y="204772"/>
                  </a:lnTo>
                  <a:lnTo>
                    <a:pt x="152815" y="204276"/>
                  </a:lnTo>
                  <a:lnTo>
                    <a:pt x="152611" y="203857"/>
                  </a:lnTo>
                  <a:lnTo>
                    <a:pt x="152456" y="203860"/>
                  </a:lnTo>
                  <a:lnTo>
                    <a:pt x="152327" y="203602"/>
                  </a:lnTo>
                  <a:lnTo>
                    <a:pt x="152175" y="203136"/>
                  </a:lnTo>
                  <a:lnTo>
                    <a:pt x="152230" y="202918"/>
                  </a:lnTo>
                  <a:lnTo>
                    <a:pt x="152309" y="202708"/>
                  </a:lnTo>
                  <a:lnTo>
                    <a:pt x="152717" y="202401"/>
                  </a:lnTo>
                  <a:lnTo>
                    <a:pt x="152999" y="202767"/>
                  </a:lnTo>
                  <a:lnTo>
                    <a:pt x="153198" y="202941"/>
                  </a:lnTo>
                  <a:lnTo>
                    <a:pt x="153586" y="202892"/>
                  </a:lnTo>
                  <a:lnTo>
                    <a:pt x="153796" y="202447"/>
                  </a:lnTo>
                  <a:lnTo>
                    <a:pt x="153837" y="202300"/>
                  </a:lnTo>
                  <a:lnTo>
                    <a:pt x="154079" y="201764"/>
                  </a:lnTo>
                  <a:lnTo>
                    <a:pt x="154461" y="201860"/>
                  </a:lnTo>
                  <a:lnTo>
                    <a:pt x="154890" y="201943"/>
                  </a:lnTo>
                  <a:lnTo>
                    <a:pt x="154812" y="201510"/>
                  </a:lnTo>
                  <a:lnTo>
                    <a:pt x="154734" y="201111"/>
                  </a:lnTo>
                  <a:lnTo>
                    <a:pt x="154718" y="200781"/>
                  </a:lnTo>
                  <a:lnTo>
                    <a:pt x="154887" y="200719"/>
                  </a:lnTo>
                  <a:lnTo>
                    <a:pt x="155503" y="200534"/>
                  </a:lnTo>
                  <a:lnTo>
                    <a:pt x="155872" y="200852"/>
                  </a:lnTo>
                  <a:lnTo>
                    <a:pt x="156536" y="200786"/>
                  </a:lnTo>
                  <a:lnTo>
                    <a:pt x="157375" y="200511"/>
                  </a:lnTo>
                  <a:lnTo>
                    <a:pt x="157746" y="200710"/>
                  </a:lnTo>
                  <a:lnTo>
                    <a:pt x="157701" y="201275"/>
                  </a:lnTo>
                  <a:lnTo>
                    <a:pt x="157961" y="201712"/>
                  </a:lnTo>
                  <a:lnTo>
                    <a:pt x="158284" y="201616"/>
                  </a:lnTo>
                  <a:lnTo>
                    <a:pt x="158521" y="201705"/>
                  </a:lnTo>
                  <a:lnTo>
                    <a:pt x="158924" y="202064"/>
                  </a:lnTo>
                  <a:lnTo>
                    <a:pt x="159009" y="201901"/>
                  </a:lnTo>
                  <a:lnTo>
                    <a:pt x="159100" y="201723"/>
                  </a:lnTo>
                  <a:lnTo>
                    <a:pt x="159373" y="201454"/>
                  </a:lnTo>
                  <a:lnTo>
                    <a:pt x="160364" y="201480"/>
                  </a:lnTo>
                  <a:lnTo>
                    <a:pt x="160545" y="201912"/>
                  </a:lnTo>
                  <a:lnTo>
                    <a:pt x="160628" y="202269"/>
                  </a:lnTo>
                  <a:lnTo>
                    <a:pt x="160917" y="202258"/>
                  </a:lnTo>
                  <a:lnTo>
                    <a:pt x="161389" y="202027"/>
                  </a:lnTo>
                  <a:lnTo>
                    <a:pt x="161895" y="201635"/>
                  </a:lnTo>
                  <a:lnTo>
                    <a:pt x="162641" y="201565"/>
                  </a:lnTo>
                  <a:lnTo>
                    <a:pt x="162851" y="201515"/>
                  </a:lnTo>
                  <a:lnTo>
                    <a:pt x="163135" y="201429"/>
                  </a:lnTo>
                  <a:lnTo>
                    <a:pt x="163312" y="201327"/>
                  </a:lnTo>
                  <a:lnTo>
                    <a:pt x="163814" y="201024"/>
                  </a:lnTo>
                  <a:lnTo>
                    <a:pt x="164188" y="200683"/>
                  </a:lnTo>
                  <a:lnTo>
                    <a:pt x="164388" y="200408"/>
                  </a:lnTo>
                  <a:lnTo>
                    <a:pt x="164269" y="199900"/>
                  </a:lnTo>
                  <a:lnTo>
                    <a:pt x="164152" y="199727"/>
                  </a:lnTo>
                  <a:lnTo>
                    <a:pt x="163604" y="199480"/>
                  </a:lnTo>
                  <a:lnTo>
                    <a:pt x="162974" y="199856"/>
                  </a:lnTo>
                  <a:lnTo>
                    <a:pt x="162725" y="199652"/>
                  </a:lnTo>
                  <a:lnTo>
                    <a:pt x="162451" y="199282"/>
                  </a:lnTo>
                  <a:lnTo>
                    <a:pt x="162253" y="199333"/>
                  </a:lnTo>
                  <a:lnTo>
                    <a:pt x="162124" y="199351"/>
                  </a:lnTo>
                  <a:lnTo>
                    <a:pt x="161796" y="199120"/>
                  </a:lnTo>
                  <a:lnTo>
                    <a:pt x="162016" y="198476"/>
                  </a:lnTo>
                  <a:lnTo>
                    <a:pt x="162302" y="198372"/>
                  </a:lnTo>
                  <a:lnTo>
                    <a:pt x="162794" y="198372"/>
                  </a:lnTo>
                  <a:lnTo>
                    <a:pt x="162942" y="198390"/>
                  </a:lnTo>
                  <a:lnTo>
                    <a:pt x="163005" y="197951"/>
                  </a:lnTo>
                  <a:lnTo>
                    <a:pt x="162882" y="197754"/>
                  </a:lnTo>
                  <a:lnTo>
                    <a:pt x="162496" y="197509"/>
                  </a:lnTo>
                  <a:lnTo>
                    <a:pt x="162598" y="197365"/>
                  </a:lnTo>
                  <a:lnTo>
                    <a:pt x="162794" y="197299"/>
                  </a:lnTo>
                  <a:lnTo>
                    <a:pt x="163234" y="197381"/>
                  </a:lnTo>
                  <a:lnTo>
                    <a:pt x="163545" y="197423"/>
                  </a:lnTo>
                  <a:lnTo>
                    <a:pt x="164072" y="197193"/>
                  </a:lnTo>
                  <a:lnTo>
                    <a:pt x="164279" y="197086"/>
                  </a:lnTo>
                  <a:lnTo>
                    <a:pt x="164221" y="196665"/>
                  </a:lnTo>
                  <a:lnTo>
                    <a:pt x="164419" y="196044"/>
                  </a:lnTo>
                  <a:lnTo>
                    <a:pt x="164633" y="195880"/>
                  </a:lnTo>
                  <a:lnTo>
                    <a:pt x="164788" y="195659"/>
                  </a:lnTo>
                  <a:lnTo>
                    <a:pt x="164609" y="195471"/>
                  </a:lnTo>
                  <a:lnTo>
                    <a:pt x="164045" y="195431"/>
                  </a:lnTo>
                  <a:lnTo>
                    <a:pt x="163805" y="195022"/>
                  </a:lnTo>
                  <a:lnTo>
                    <a:pt x="163968" y="194728"/>
                  </a:lnTo>
                  <a:lnTo>
                    <a:pt x="164228" y="194935"/>
                  </a:lnTo>
                  <a:lnTo>
                    <a:pt x="164430" y="195003"/>
                  </a:lnTo>
                  <a:lnTo>
                    <a:pt x="164741" y="195044"/>
                  </a:lnTo>
                  <a:lnTo>
                    <a:pt x="164724" y="194474"/>
                  </a:lnTo>
                  <a:lnTo>
                    <a:pt x="164994" y="194963"/>
                  </a:lnTo>
                  <a:lnTo>
                    <a:pt x="165184" y="195051"/>
                  </a:lnTo>
                  <a:lnTo>
                    <a:pt x="165528" y="194763"/>
                  </a:lnTo>
                  <a:lnTo>
                    <a:pt x="165552" y="194567"/>
                  </a:lnTo>
                  <a:lnTo>
                    <a:pt x="165483" y="194045"/>
                  </a:lnTo>
                  <a:lnTo>
                    <a:pt x="165247" y="193683"/>
                  </a:lnTo>
                  <a:lnTo>
                    <a:pt x="165689" y="193207"/>
                  </a:lnTo>
                  <a:lnTo>
                    <a:pt x="165982" y="192517"/>
                  </a:lnTo>
                  <a:lnTo>
                    <a:pt x="166244" y="192094"/>
                  </a:lnTo>
                  <a:lnTo>
                    <a:pt x="166488" y="191854"/>
                  </a:lnTo>
                  <a:lnTo>
                    <a:pt x="166809" y="191538"/>
                  </a:lnTo>
                  <a:lnTo>
                    <a:pt x="167123" y="191248"/>
                  </a:lnTo>
                  <a:lnTo>
                    <a:pt x="167244" y="191445"/>
                  </a:lnTo>
                  <a:lnTo>
                    <a:pt x="167565" y="191038"/>
                  </a:lnTo>
                  <a:lnTo>
                    <a:pt x="167517" y="190891"/>
                  </a:lnTo>
                  <a:lnTo>
                    <a:pt x="167696" y="190585"/>
                  </a:lnTo>
                  <a:lnTo>
                    <a:pt x="167736" y="190203"/>
                  </a:lnTo>
                  <a:lnTo>
                    <a:pt x="167530" y="189943"/>
                  </a:lnTo>
                  <a:lnTo>
                    <a:pt x="167457" y="189732"/>
                  </a:lnTo>
                  <a:lnTo>
                    <a:pt x="167512" y="189437"/>
                  </a:lnTo>
                  <a:lnTo>
                    <a:pt x="167699" y="188878"/>
                  </a:lnTo>
                  <a:lnTo>
                    <a:pt x="167825" y="188616"/>
                  </a:lnTo>
                  <a:lnTo>
                    <a:pt x="167978" y="188418"/>
                  </a:lnTo>
                  <a:lnTo>
                    <a:pt x="167955" y="188216"/>
                  </a:lnTo>
                  <a:lnTo>
                    <a:pt x="167905" y="187987"/>
                  </a:lnTo>
                  <a:lnTo>
                    <a:pt x="167656" y="187340"/>
                  </a:lnTo>
                  <a:lnTo>
                    <a:pt x="167586" y="187149"/>
                  </a:lnTo>
                  <a:lnTo>
                    <a:pt x="167914" y="186781"/>
                  </a:lnTo>
                  <a:lnTo>
                    <a:pt x="168348" y="186679"/>
                  </a:lnTo>
                  <a:lnTo>
                    <a:pt x="168495" y="186739"/>
                  </a:lnTo>
                  <a:lnTo>
                    <a:pt x="168711" y="186654"/>
                  </a:lnTo>
                  <a:lnTo>
                    <a:pt x="169334" y="186251"/>
                  </a:lnTo>
                  <a:lnTo>
                    <a:pt x="169525" y="186019"/>
                  </a:lnTo>
                  <a:lnTo>
                    <a:pt x="170137" y="185932"/>
                  </a:lnTo>
                  <a:lnTo>
                    <a:pt x="170625" y="186224"/>
                  </a:lnTo>
                  <a:lnTo>
                    <a:pt x="171278" y="186272"/>
                  </a:lnTo>
                  <a:lnTo>
                    <a:pt x="171489" y="186248"/>
                  </a:lnTo>
                  <a:lnTo>
                    <a:pt x="172227" y="186094"/>
                  </a:lnTo>
                  <a:lnTo>
                    <a:pt x="172565" y="186206"/>
                  </a:lnTo>
                  <a:lnTo>
                    <a:pt x="173266" y="185925"/>
                  </a:lnTo>
                  <a:lnTo>
                    <a:pt x="173498" y="185809"/>
                  </a:lnTo>
                  <a:lnTo>
                    <a:pt x="174531" y="185993"/>
                  </a:lnTo>
                  <a:lnTo>
                    <a:pt x="174861" y="186064"/>
                  </a:lnTo>
                  <a:lnTo>
                    <a:pt x="175446" y="185951"/>
                  </a:lnTo>
                  <a:lnTo>
                    <a:pt x="175958" y="185688"/>
                  </a:lnTo>
                  <a:lnTo>
                    <a:pt x="176588" y="185716"/>
                  </a:lnTo>
                  <a:lnTo>
                    <a:pt x="176991" y="185961"/>
                  </a:lnTo>
                  <a:lnTo>
                    <a:pt x="177284" y="185993"/>
                  </a:lnTo>
                  <a:lnTo>
                    <a:pt x="177454" y="185984"/>
                  </a:lnTo>
                  <a:lnTo>
                    <a:pt x="177879" y="185780"/>
                  </a:lnTo>
                  <a:lnTo>
                    <a:pt x="177756" y="185518"/>
                  </a:lnTo>
                  <a:lnTo>
                    <a:pt x="177653" y="185360"/>
                  </a:lnTo>
                  <a:lnTo>
                    <a:pt x="177888" y="185014"/>
                  </a:lnTo>
                  <a:lnTo>
                    <a:pt x="178036" y="184832"/>
                  </a:lnTo>
                  <a:lnTo>
                    <a:pt x="178239" y="184521"/>
                  </a:lnTo>
                  <a:lnTo>
                    <a:pt x="178152" y="184191"/>
                  </a:lnTo>
                  <a:lnTo>
                    <a:pt x="178093" y="183976"/>
                  </a:lnTo>
                  <a:lnTo>
                    <a:pt x="178585" y="183845"/>
                  </a:lnTo>
                  <a:lnTo>
                    <a:pt x="178841" y="183784"/>
                  </a:lnTo>
                  <a:lnTo>
                    <a:pt x="179166" y="183826"/>
                  </a:lnTo>
                  <a:lnTo>
                    <a:pt x="179297" y="183829"/>
                  </a:lnTo>
                  <a:lnTo>
                    <a:pt x="179376" y="183693"/>
                  </a:lnTo>
                  <a:lnTo>
                    <a:pt x="179497" y="183502"/>
                  </a:lnTo>
                  <a:lnTo>
                    <a:pt x="179775" y="183468"/>
                  </a:lnTo>
                  <a:lnTo>
                    <a:pt x="180195" y="183423"/>
                  </a:lnTo>
                  <a:lnTo>
                    <a:pt x="180732" y="183367"/>
                  </a:lnTo>
                  <a:lnTo>
                    <a:pt x="181036" y="183445"/>
                  </a:lnTo>
                  <a:lnTo>
                    <a:pt x="181465" y="183484"/>
                  </a:lnTo>
                  <a:lnTo>
                    <a:pt x="181703" y="183390"/>
                  </a:lnTo>
                  <a:lnTo>
                    <a:pt x="181871" y="183088"/>
                  </a:lnTo>
                  <a:lnTo>
                    <a:pt x="182250" y="182714"/>
                  </a:lnTo>
                  <a:lnTo>
                    <a:pt x="182440" y="182671"/>
                  </a:lnTo>
                  <a:close/>
                </a:path>
              </a:pathLst>
            </a:custGeom>
            <a:solidFill>
              <a:srgbClr val="FDFEC5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7016615" y="1453221"/>
              <a:ext cx="184407" cy="183670"/>
            </a:xfrm>
            <a:custGeom>
              <a:avLst/>
              <a:pathLst>
                <a:path w="184407" h="183670">
                  <a:moveTo>
                    <a:pt x="182879" y="182880"/>
                  </a:moveTo>
                  <a:lnTo>
                    <a:pt x="183309" y="182891"/>
                  </a:lnTo>
                  <a:lnTo>
                    <a:pt x="183541" y="182903"/>
                  </a:lnTo>
                  <a:lnTo>
                    <a:pt x="184407" y="183426"/>
                  </a:lnTo>
                  <a:lnTo>
                    <a:pt x="183643" y="183670"/>
                  </a:lnTo>
                  <a:lnTo>
                    <a:pt x="183160" y="183551"/>
                  </a:lnTo>
                  <a:lnTo>
                    <a:pt x="182535" y="182999"/>
                  </a:lnTo>
                  <a:lnTo>
                    <a:pt x="182296" y="182818"/>
                  </a:lnTo>
                  <a:lnTo>
                    <a:pt x="182069" y="182830"/>
                  </a:lnTo>
                  <a:lnTo>
                    <a:pt x="182070" y="182997"/>
                  </a:lnTo>
                  <a:lnTo>
                    <a:pt x="182057" y="183173"/>
                  </a:lnTo>
                  <a:lnTo>
                    <a:pt x="180715" y="183260"/>
                  </a:lnTo>
                  <a:lnTo>
                    <a:pt x="180525" y="183261"/>
                  </a:lnTo>
                  <a:lnTo>
                    <a:pt x="180258" y="183085"/>
                  </a:lnTo>
                  <a:lnTo>
                    <a:pt x="179788" y="182991"/>
                  </a:lnTo>
                  <a:lnTo>
                    <a:pt x="181859" y="182839"/>
                  </a:lnTo>
                  <a:lnTo>
                    <a:pt x="182340" y="182373"/>
                  </a:lnTo>
                  <a:close/>
                </a:path>
              </a:pathLst>
            </a:custGeom>
            <a:solidFill>
              <a:srgbClr val="FDFEC5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6909734" y="1658917"/>
              <a:ext cx="252195" cy="427454"/>
            </a:xfrm>
            <a:custGeom>
              <a:avLst/>
              <a:pathLst>
                <a:path w="252195" h="427454">
                  <a:moveTo>
                    <a:pt x="182879" y="182880"/>
                  </a:moveTo>
                  <a:lnTo>
                    <a:pt x="183042" y="182962"/>
                  </a:lnTo>
                  <a:lnTo>
                    <a:pt x="183334" y="183112"/>
                  </a:lnTo>
                  <a:lnTo>
                    <a:pt x="183737" y="183314"/>
                  </a:lnTo>
                  <a:lnTo>
                    <a:pt x="184173" y="183489"/>
                  </a:lnTo>
                  <a:lnTo>
                    <a:pt x="184515" y="183535"/>
                  </a:lnTo>
                  <a:lnTo>
                    <a:pt x="185093" y="183421"/>
                  </a:lnTo>
                  <a:lnTo>
                    <a:pt x="185369" y="183683"/>
                  </a:lnTo>
                  <a:lnTo>
                    <a:pt x="185672" y="183758"/>
                  </a:lnTo>
                  <a:lnTo>
                    <a:pt x="185924" y="183934"/>
                  </a:lnTo>
                  <a:lnTo>
                    <a:pt x="186096" y="184067"/>
                  </a:lnTo>
                  <a:lnTo>
                    <a:pt x="186428" y="184687"/>
                  </a:lnTo>
                  <a:lnTo>
                    <a:pt x="186728" y="185037"/>
                  </a:lnTo>
                  <a:lnTo>
                    <a:pt x="186642" y="185247"/>
                  </a:lnTo>
                  <a:lnTo>
                    <a:pt x="186767" y="185397"/>
                  </a:lnTo>
                  <a:lnTo>
                    <a:pt x="186793" y="185715"/>
                  </a:lnTo>
                  <a:lnTo>
                    <a:pt x="186988" y="185702"/>
                  </a:lnTo>
                  <a:lnTo>
                    <a:pt x="187134" y="186043"/>
                  </a:lnTo>
                  <a:lnTo>
                    <a:pt x="187644" y="185895"/>
                  </a:lnTo>
                  <a:lnTo>
                    <a:pt x="188008" y="185594"/>
                  </a:lnTo>
                  <a:lnTo>
                    <a:pt x="188050" y="185423"/>
                  </a:lnTo>
                  <a:lnTo>
                    <a:pt x="188258" y="185437"/>
                  </a:lnTo>
                  <a:lnTo>
                    <a:pt x="188230" y="185821"/>
                  </a:lnTo>
                  <a:lnTo>
                    <a:pt x="188159" y="185952"/>
                  </a:lnTo>
                  <a:lnTo>
                    <a:pt x="188241" y="186358"/>
                  </a:lnTo>
                  <a:lnTo>
                    <a:pt x="188156" y="186690"/>
                  </a:lnTo>
                  <a:lnTo>
                    <a:pt x="188116" y="186882"/>
                  </a:lnTo>
                  <a:lnTo>
                    <a:pt x="188153" y="187146"/>
                  </a:lnTo>
                  <a:lnTo>
                    <a:pt x="188204" y="187487"/>
                  </a:lnTo>
                  <a:lnTo>
                    <a:pt x="188426" y="187384"/>
                  </a:lnTo>
                  <a:lnTo>
                    <a:pt x="188468" y="187158"/>
                  </a:lnTo>
                  <a:lnTo>
                    <a:pt x="188630" y="187168"/>
                  </a:lnTo>
                  <a:lnTo>
                    <a:pt x="188829" y="187210"/>
                  </a:lnTo>
                  <a:lnTo>
                    <a:pt x="189124" y="187133"/>
                  </a:lnTo>
                  <a:lnTo>
                    <a:pt x="189373" y="186952"/>
                  </a:lnTo>
                  <a:lnTo>
                    <a:pt x="189528" y="186832"/>
                  </a:lnTo>
                  <a:lnTo>
                    <a:pt x="189845" y="186708"/>
                  </a:lnTo>
                  <a:lnTo>
                    <a:pt x="190457" y="187271"/>
                  </a:lnTo>
                  <a:lnTo>
                    <a:pt x="190585" y="187267"/>
                  </a:lnTo>
                  <a:lnTo>
                    <a:pt x="190918" y="187349"/>
                  </a:lnTo>
                  <a:lnTo>
                    <a:pt x="191004" y="187833"/>
                  </a:lnTo>
                  <a:lnTo>
                    <a:pt x="191061" y="187989"/>
                  </a:lnTo>
                  <a:lnTo>
                    <a:pt x="191102" y="188119"/>
                  </a:lnTo>
                  <a:lnTo>
                    <a:pt x="190773" y="188498"/>
                  </a:lnTo>
                  <a:lnTo>
                    <a:pt x="190728" y="188715"/>
                  </a:lnTo>
                  <a:lnTo>
                    <a:pt x="190718" y="188951"/>
                  </a:lnTo>
                  <a:lnTo>
                    <a:pt x="190847" y="189438"/>
                  </a:lnTo>
                  <a:lnTo>
                    <a:pt x="190876" y="189583"/>
                  </a:lnTo>
                  <a:lnTo>
                    <a:pt x="190844" y="189798"/>
                  </a:lnTo>
                  <a:lnTo>
                    <a:pt x="190560" y="189823"/>
                  </a:lnTo>
                  <a:lnTo>
                    <a:pt x="190454" y="190197"/>
                  </a:lnTo>
                  <a:lnTo>
                    <a:pt x="190237" y="190688"/>
                  </a:lnTo>
                  <a:lnTo>
                    <a:pt x="190101" y="190857"/>
                  </a:lnTo>
                  <a:lnTo>
                    <a:pt x="189717" y="191187"/>
                  </a:lnTo>
                  <a:lnTo>
                    <a:pt x="189657" y="191436"/>
                  </a:lnTo>
                  <a:lnTo>
                    <a:pt x="189153" y="191892"/>
                  </a:lnTo>
                  <a:lnTo>
                    <a:pt x="189134" y="192048"/>
                  </a:lnTo>
                  <a:lnTo>
                    <a:pt x="188748" y="192618"/>
                  </a:lnTo>
                  <a:lnTo>
                    <a:pt x="188202" y="192975"/>
                  </a:lnTo>
                  <a:lnTo>
                    <a:pt x="188085" y="193349"/>
                  </a:lnTo>
                  <a:lnTo>
                    <a:pt x="188132" y="193798"/>
                  </a:lnTo>
                  <a:lnTo>
                    <a:pt x="187895" y="193958"/>
                  </a:lnTo>
                  <a:lnTo>
                    <a:pt x="187620" y="193881"/>
                  </a:lnTo>
                  <a:lnTo>
                    <a:pt x="187390" y="194055"/>
                  </a:lnTo>
                  <a:lnTo>
                    <a:pt x="186956" y="194561"/>
                  </a:lnTo>
                  <a:lnTo>
                    <a:pt x="186594" y="194995"/>
                  </a:lnTo>
                  <a:lnTo>
                    <a:pt x="186343" y="194969"/>
                  </a:lnTo>
                  <a:lnTo>
                    <a:pt x="186323" y="194822"/>
                  </a:lnTo>
                  <a:lnTo>
                    <a:pt x="186122" y="194714"/>
                  </a:lnTo>
                  <a:lnTo>
                    <a:pt x="185916" y="194567"/>
                  </a:lnTo>
                  <a:lnTo>
                    <a:pt x="185653" y="194382"/>
                  </a:lnTo>
                  <a:lnTo>
                    <a:pt x="185385" y="194701"/>
                  </a:lnTo>
                  <a:lnTo>
                    <a:pt x="185126" y="194839"/>
                  </a:lnTo>
                  <a:lnTo>
                    <a:pt x="184717" y="195460"/>
                  </a:lnTo>
                  <a:lnTo>
                    <a:pt x="184639" y="195776"/>
                  </a:lnTo>
                  <a:lnTo>
                    <a:pt x="184452" y="195844"/>
                  </a:lnTo>
                  <a:lnTo>
                    <a:pt x="184204" y="195896"/>
                  </a:lnTo>
                  <a:lnTo>
                    <a:pt x="184101" y="196158"/>
                  </a:lnTo>
                  <a:lnTo>
                    <a:pt x="183851" y="196371"/>
                  </a:lnTo>
                  <a:lnTo>
                    <a:pt x="183667" y="196771"/>
                  </a:lnTo>
                  <a:lnTo>
                    <a:pt x="183560" y="197114"/>
                  </a:lnTo>
                  <a:lnTo>
                    <a:pt x="183394" y="197117"/>
                  </a:lnTo>
                  <a:lnTo>
                    <a:pt x="183193" y="197170"/>
                  </a:lnTo>
                  <a:lnTo>
                    <a:pt x="183063" y="197244"/>
                  </a:lnTo>
                  <a:lnTo>
                    <a:pt x="182744" y="197277"/>
                  </a:lnTo>
                  <a:lnTo>
                    <a:pt x="182576" y="197500"/>
                  </a:lnTo>
                  <a:lnTo>
                    <a:pt x="182533" y="197646"/>
                  </a:lnTo>
                  <a:lnTo>
                    <a:pt x="182309" y="197860"/>
                  </a:lnTo>
                  <a:lnTo>
                    <a:pt x="182353" y="198320"/>
                  </a:lnTo>
                  <a:lnTo>
                    <a:pt x="182090" y="198614"/>
                  </a:lnTo>
                  <a:lnTo>
                    <a:pt x="182109" y="198860"/>
                  </a:lnTo>
                  <a:lnTo>
                    <a:pt x="182014" y="199053"/>
                  </a:lnTo>
                  <a:lnTo>
                    <a:pt x="181819" y="198989"/>
                  </a:lnTo>
                  <a:lnTo>
                    <a:pt x="181513" y="198962"/>
                  </a:lnTo>
                  <a:lnTo>
                    <a:pt x="181274" y="199185"/>
                  </a:lnTo>
                  <a:lnTo>
                    <a:pt x="181384" y="199531"/>
                  </a:lnTo>
                  <a:lnTo>
                    <a:pt x="181578" y="199535"/>
                  </a:lnTo>
                  <a:lnTo>
                    <a:pt x="181984" y="199541"/>
                  </a:lnTo>
                  <a:lnTo>
                    <a:pt x="182245" y="199536"/>
                  </a:lnTo>
                  <a:lnTo>
                    <a:pt x="182585" y="199795"/>
                  </a:lnTo>
                  <a:lnTo>
                    <a:pt x="182760" y="200015"/>
                  </a:lnTo>
                  <a:lnTo>
                    <a:pt x="182694" y="200254"/>
                  </a:lnTo>
                  <a:lnTo>
                    <a:pt x="182477" y="200277"/>
                  </a:lnTo>
                  <a:lnTo>
                    <a:pt x="181959" y="200624"/>
                  </a:lnTo>
                  <a:lnTo>
                    <a:pt x="181675" y="200810"/>
                  </a:lnTo>
                  <a:lnTo>
                    <a:pt x="181333" y="201634"/>
                  </a:lnTo>
                  <a:lnTo>
                    <a:pt x="181637" y="201869"/>
                  </a:lnTo>
                  <a:lnTo>
                    <a:pt x="181827" y="201974"/>
                  </a:lnTo>
                  <a:lnTo>
                    <a:pt x="182046" y="202219"/>
                  </a:lnTo>
                  <a:lnTo>
                    <a:pt x="182595" y="202589"/>
                  </a:lnTo>
                  <a:lnTo>
                    <a:pt x="182426" y="203258"/>
                  </a:lnTo>
                  <a:lnTo>
                    <a:pt x="182468" y="203456"/>
                  </a:lnTo>
                  <a:lnTo>
                    <a:pt x="182893" y="203300"/>
                  </a:lnTo>
                  <a:lnTo>
                    <a:pt x="183031" y="203364"/>
                  </a:lnTo>
                  <a:lnTo>
                    <a:pt x="183222" y="203490"/>
                  </a:lnTo>
                  <a:lnTo>
                    <a:pt x="183603" y="203690"/>
                  </a:lnTo>
                  <a:lnTo>
                    <a:pt x="183739" y="203760"/>
                  </a:lnTo>
                  <a:lnTo>
                    <a:pt x="183870" y="203809"/>
                  </a:lnTo>
                  <a:lnTo>
                    <a:pt x="184002" y="204182"/>
                  </a:lnTo>
                  <a:lnTo>
                    <a:pt x="183986" y="204713"/>
                  </a:lnTo>
                  <a:lnTo>
                    <a:pt x="184041" y="204885"/>
                  </a:lnTo>
                  <a:lnTo>
                    <a:pt x="184306" y="204934"/>
                  </a:lnTo>
                  <a:lnTo>
                    <a:pt x="184359" y="204684"/>
                  </a:lnTo>
                  <a:lnTo>
                    <a:pt x="184537" y="204451"/>
                  </a:lnTo>
                  <a:lnTo>
                    <a:pt x="184678" y="204189"/>
                  </a:lnTo>
                  <a:lnTo>
                    <a:pt x="184724" y="203758"/>
                  </a:lnTo>
                  <a:lnTo>
                    <a:pt x="184880" y="203687"/>
                  </a:lnTo>
                  <a:lnTo>
                    <a:pt x="185297" y="203604"/>
                  </a:lnTo>
                  <a:lnTo>
                    <a:pt x="185622" y="203693"/>
                  </a:lnTo>
                  <a:lnTo>
                    <a:pt x="185517" y="203440"/>
                  </a:lnTo>
                  <a:lnTo>
                    <a:pt x="185568" y="203269"/>
                  </a:lnTo>
                  <a:lnTo>
                    <a:pt x="185750" y="203364"/>
                  </a:lnTo>
                  <a:lnTo>
                    <a:pt x="185956" y="203479"/>
                  </a:lnTo>
                  <a:lnTo>
                    <a:pt x="186224" y="203623"/>
                  </a:lnTo>
                  <a:lnTo>
                    <a:pt x="186495" y="203902"/>
                  </a:lnTo>
                  <a:lnTo>
                    <a:pt x="186383" y="204222"/>
                  </a:lnTo>
                  <a:lnTo>
                    <a:pt x="186306" y="204491"/>
                  </a:lnTo>
                  <a:lnTo>
                    <a:pt x="186563" y="204777"/>
                  </a:lnTo>
                  <a:lnTo>
                    <a:pt x="186769" y="204691"/>
                  </a:lnTo>
                  <a:lnTo>
                    <a:pt x="187431" y="204876"/>
                  </a:lnTo>
                  <a:lnTo>
                    <a:pt x="187609" y="204832"/>
                  </a:lnTo>
                  <a:lnTo>
                    <a:pt x="187799" y="204901"/>
                  </a:lnTo>
                  <a:lnTo>
                    <a:pt x="188255" y="204768"/>
                  </a:lnTo>
                  <a:lnTo>
                    <a:pt x="188545" y="204739"/>
                  </a:lnTo>
                  <a:lnTo>
                    <a:pt x="188937" y="204441"/>
                  </a:lnTo>
                  <a:lnTo>
                    <a:pt x="188981" y="204279"/>
                  </a:lnTo>
                  <a:lnTo>
                    <a:pt x="188988" y="204068"/>
                  </a:lnTo>
                  <a:lnTo>
                    <a:pt x="189344" y="203602"/>
                  </a:lnTo>
                  <a:lnTo>
                    <a:pt x="189518" y="203472"/>
                  </a:lnTo>
                  <a:lnTo>
                    <a:pt x="189892" y="203231"/>
                  </a:lnTo>
                  <a:lnTo>
                    <a:pt x="189972" y="203008"/>
                  </a:lnTo>
                  <a:lnTo>
                    <a:pt x="190202" y="202650"/>
                  </a:lnTo>
                  <a:lnTo>
                    <a:pt x="190487" y="202501"/>
                  </a:lnTo>
                  <a:lnTo>
                    <a:pt x="190847" y="202336"/>
                  </a:lnTo>
                  <a:lnTo>
                    <a:pt x="191153" y="202395"/>
                  </a:lnTo>
                  <a:lnTo>
                    <a:pt x="191298" y="202270"/>
                  </a:lnTo>
                  <a:lnTo>
                    <a:pt x="191340" y="202017"/>
                  </a:lnTo>
                  <a:lnTo>
                    <a:pt x="191471" y="201909"/>
                  </a:lnTo>
                  <a:lnTo>
                    <a:pt x="191656" y="201762"/>
                  </a:lnTo>
                  <a:lnTo>
                    <a:pt x="191898" y="201675"/>
                  </a:lnTo>
                  <a:lnTo>
                    <a:pt x="191997" y="201500"/>
                  </a:lnTo>
                  <a:lnTo>
                    <a:pt x="192480" y="201422"/>
                  </a:lnTo>
                  <a:lnTo>
                    <a:pt x="192660" y="201233"/>
                  </a:lnTo>
                  <a:lnTo>
                    <a:pt x="192908" y="201172"/>
                  </a:lnTo>
                  <a:lnTo>
                    <a:pt x="193107" y="201219"/>
                  </a:lnTo>
                  <a:lnTo>
                    <a:pt x="193309" y="201167"/>
                  </a:lnTo>
                  <a:lnTo>
                    <a:pt x="193598" y="201188"/>
                  </a:lnTo>
                  <a:lnTo>
                    <a:pt x="193851" y="201293"/>
                  </a:lnTo>
                  <a:lnTo>
                    <a:pt x="193890" y="200854"/>
                  </a:lnTo>
                  <a:lnTo>
                    <a:pt x="194048" y="200592"/>
                  </a:lnTo>
                  <a:lnTo>
                    <a:pt x="194194" y="200412"/>
                  </a:lnTo>
                  <a:lnTo>
                    <a:pt x="194321" y="200161"/>
                  </a:lnTo>
                  <a:lnTo>
                    <a:pt x="194364" y="200028"/>
                  </a:lnTo>
                  <a:lnTo>
                    <a:pt x="194528" y="199818"/>
                  </a:lnTo>
                  <a:lnTo>
                    <a:pt x="194951" y="199680"/>
                  </a:lnTo>
                  <a:lnTo>
                    <a:pt x="195483" y="199571"/>
                  </a:lnTo>
                  <a:lnTo>
                    <a:pt x="195830" y="199643"/>
                  </a:lnTo>
                  <a:lnTo>
                    <a:pt x="196335" y="199859"/>
                  </a:lnTo>
                  <a:lnTo>
                    <a:pt x="196584" y="199599"/>
                  </a:lnTo>
                  <a:lnTo>
                    <a:pt x="196978" y="199556"/>
                  </a:lnTo>
                  <a:lnTo>
                    <a:pt x="197378" y="199419"/>
                  </a:lnTo>
                  <a:lnTo>
                    <a:pt x="197588" y="199100"/>
                  </a:lnTo>
                  <a:lnTo>
                    <a:pt x="197807" y="199061"/>
                  </a:lnTo>
                  <a:lnTo>
                    <a:pt x="198101" y="199059"/>
                  </a:lnTo>
                  <a:lnTo>
                    <a:pt x="198308" y="198961"/>
                  </a:lnTo>
                  <a:lnTo>
                    <a:pt x="198607" y="198725"/>
                  </a:lnTo>
                  <a:lnTo>
                    <a:pt x="198749" y="198719"/>
                  </a:lnTo>
                  <a:lnTo>
                    <a:pt x="199215" y="198689"/>
                  </a:lnTo>
                  <a:lnTo>
                    <a:pt x="199276" y="198427"/>
                  </a:lnTo>
                  <a:lnTo>
                    <a:pt x="199417" y="198164"/>
                  </a:lnTo>
                  <a:lnTo>
                    <a:pt x="199441" y="197910"/>
                  </a:lnTo>
                  <a:lnTo>
                    <a:pt x="198998" y="197180"/>
                  </a:lnTo>
                  <a:lnTo>
                    <a:pt x="198877" y="196741"/>
                  </a:lnTo>
                  <a:lnTo>
                    <a:pt x="199625" y="196125"/>
                  </a:lnTo>
                  <a:lnTo>
                    <a:pt x="199698" y="195983"/>
                  </a:lnTo>
                  <a:lnTo>
                    <a:pt x="199951" y="195843"/>
                  </a:lnTo>
                  <a:lnTo>
                    <a:pt x="200044" y="195712"/>
                  </a:lnTo>
                  <a:lnTo>
                    <a:pt x="200099" y="195574"/>
                  </a:lnTo>
                  <a:lnTo>
                    <a:pt x="200165" y="195251"/>
                  </a:lnTo>
                  <a:lnTo>
                    <a:pt x="200032" y="195107"/>
                  </a:lnTo>
                  <a:lnTo>
                    <a:pt x="199852" y="195124"/>
                  </a:lnTo>
                  <a:lnTo>
                    <a:pt x="199623" y="194754"/>
                  </a:lnTo>
                  <a:lnTo>
                    <a:pt x="199548" y="194622"/>
                  </a:lnTo>
                  <a:lnTo>
                    <a:pt x="199072" y="194719"/>
                  </a:lnTo>
                  <a:lnTo>
                    <a:pt x="198936" y="194519"/>
                  </a:lnTo>
                  <a:lnTo>
                    <a:pt x="198681" y="194339"/>
                  </a:lnTo>
                  <a:lnTo>
                    <a:pt x="198670" y="194179"/>
                  </a:lnTo>
                  <a:lnTo>
                    <a:pt x="198107" y="193770"/>
                  </a:lnTo>
                  <a:lnTo>
                    <a:pt x="197883" y="193696"/>
                  </a:lnTo>
                  <a:lnTo>
                    <a:pt x="197586" y="193377"/>
                  </a:lnTo>
                  <a:lnTo>
                    <a:pt x="197772" y="193103"/>
                  </a:lnTo>
                  <a:lnTo>
                    <a:pt x="198045" y="193051"/>
                  </a:lnTo>
                  <a:lnTo>
                    <a:pt x="198392" y="192965"/>
                  </a:lnTo>
                  <a:lnTo>
                    <a:pt x="198685" y="192567"/>
                  </a:lnTo>
                  <a:lnTo>
                    <a:pt x="199006" y="192288"/>
                  </a:lnTo>
                  <a:lnTo>
                    <a:pt x="199328" y="192042"/>
                  </a:lnTo>
                  <a:lnTo>
                    <a:pt x="199515" y="192004"/>
                  </a:lnTo>
                  <a:lnTo>
                    <a:pt x="199770" y="191822"/>
                  </a:lnTo>
                  <a:lnTo>
                    <a:pt x="199816" y="191614"/>
                  </a:lnTo>
                  <a:lnTo>
                    <a:pt x="199863" y="191479"/>
                  </a:lnTo>
                  <a:lnTo>
                    <a:pt x="199968" y="191308"/>
                  </a:lnTo>
                  <a:lnTo>
                    <a:pt x="199926" y="191045"/>
                  </a:lnTo>
                  <a:lnTo>
                    <a:pt x="199690" y="190842"/>
                  </a:lnTo>
                  <a:lnTo>
                    <a:pt x="199645" y="190613"/>
                  </a:lnTo>
                  <a:lnTo>
                    <a:pt x="199903" y="190113"/>
                  </a:lnTo>
                  <a:lnTo>
                    <a:pt x="200134" y="189971"/>
                  </a:lnTo>
                  <a:lnTo>
                    <a:pt x="200872" y="189529"/>
                  </a:lnTo>
                  <a:lnTo>
                    <a:pt x="201078" y="189329"/>
                  </a:lnTo>
                  <a:lnTo>
                    <a:pt x="201257" y="189404"/>
                  </a:lnTo>
                  <a:lnTo>
                    <a:pt x="201611" y="189372"/>
                  </a:lnTo>
                  <a:lnTo>
                    <a:pt x="201743" y="189278"/>
                  </a:lnTo>
                  <a:lnTo>
                    <a:pt x="201873" y="189309"/>
                  </a:lnTo>
                  <a:lnTo>
                    <a:pt x="202403" y="189224"/>
                  </a:lnTo>
                  <a:lnTo>
                    <a:pt x="202567" y="189158"/>
                  </a:lnTo>
                  <a:lnTo>
                    <a:pt x="202842" y="188936"/>
                  </a:lnTo>
                  <a:lnTo>
                    <a:pt x="203195" y="189150"/>
                  </a:lnTo>
                  <a:lnTo>
                    <a:pt x="203337" y="189275"/>
                  </a:lnTo>
                  <a:lnTo>
                    <a:pt x="203516" y="189488"/>
                  </a:lnTo>
                  <a:lnTo>
                    <a:pt x="203681" y="189570"/>
                  </a:lnTo>
                  <a:lnTo>
                    <a:pt x="203904" y="189567"/>
                  </a:lnTo>
                  <a:lnTo>
                    <a:pt x="204375" y="189604"/>
                  </a:lnTo>
                  <a:lnTo>
                    <a:pt x="204669" y="189841"/>
                  </a:lnTo>
                  <a:lnTo>
                    <a:pt x="204723" y="189978"/>
                  </a:lnTo>
                  <a:lnTo>
                    <a:pt x="204732" y="190161"/>
                  </a:lnTo>
                  <a:lnTo>
                    <a:pt x="204953" y="190453"/>
                  </a:lnTo>
                  <a:lnTo>
                    <a:pt x="205021" y="190612"/>
                  </a:lnTo>
                  <a:lnTo>
                    <a:pt x="205056" y="190778"/>
                  </a:lnTo>
                  <a:lnTo>
                    <a:pt x="205080" y="191050"/>
                  </a:lnTo>
                  <a:lnTo>
                    <a:pt x="205000" y="191207"/>
                  </a:lnTo>
                  <a:lnTo>
                    <a:pt x="204906" y="191345"/>
                  </a:lnTo>
                  <a:lnTo>
                    <a:pt x="204758" y="191712"/>
                  </a:lnTo>
                  <a:lnTo>
                    <a:pt x="204614" y="192074"/>
                  </a:lnTo>
                  <a:lnTo>
                    <a:pt x="204204" y="192419"/>
                  </a:lnTo>
                  <a:lnTo>
                    <a:pt x="204300" y="192600"/>
                  </a:lnTo>
                  <a:lnTo>
                    <a:pt x="204341" y="192832"/>
                  </a:lnTo>
                  <a:lnTo>
                    <a:pt x="204778" y="193217"/>
                  </a:lnTo>
                  <a:lnTo>
                    <a:pt x="204947" y="193191"/>
                  </a:lnTo>
                  <a:lnTo>
                    <a:pt x="205310" y="193286"/>
                  </a:lnTo>
                  <a:lnTo>
                    <a:pt x="205532" y="193570"/>
                  </a:lnTo>
                  <a:lnTo>
                    <a:pt x="206039" y="193709"/>
                  </a:lnTo>
                  <a:lnTo>
                    <a:pt x="206183" y="193498"/>
                  </a:lnTo>
                  <a:lnTo>
                    <a:pt x="206037" y="193057"/>
                  </a:lnTo>
                  <a:lnTo>
                    <a:pt x="206223" y="193032"/>
                  </a:lnTo>
                  <a:lnTo>
                    <a:pt x="206529" y="192928"/>
                  </a:lnTo>
                  <a:lnTo>
                    <a:pt x="206723" y="192974"/>
                  </a:lnTo>
                  <a:lnTo>
                    <a:pt x="207252" y="192647"/>
                  </a:lnTo>
                  <a:lnTo>
                    <a:pt x="207536" y="192429"/>
                  </a:lnTo>
                  <a:lnTo>
                    <a:pt x="207896" y="192248"/>
                  </a:lnTo>
                  <a:lnTo>
                    <a:pt x="208007" y="192464"/>
                  </a:lnTo>
                  <a:lnTo>
                    <a:pt x="208186" y="192783"/>
                  </a:lnTo>
                  <a:lnTo>
                    <a:pt x="208107" y="192929"/>
                  </a:lnTo>
                  <a:lnTo>
                    <a:pt x="208120" y="193189"/>
                  </a:lnTo>
                  <a:lnTo>
                    <a:pt x="208301" y="193284"/>
                  </a:lnTo>
                  <a:lnTo>
                    <a:pt x="208322" y="193617"/>
                  </a:lnTo>
                  <a:lnTo>
                    <a:pt x="208556" y="193757"/>
                  </a:lnTo>
                  <a:lnTo>
                    <a:pt x="208607" y="193930"/>
                  </a:lnTo>
                  <a:lnTo>
                    <a:pt x="208823" y="194082"/>
                  </a:lnTo>
                  <a:lnTo>
                    <a:pt x="209047" y="194089"/>
                  </a:lnTo>
                  <a:lnTo>
                    <a:pt x="209404" y="193698"/>
                  </a:lnTo>
                  <a:lnTo>
                    <a:pt x="209620" y="193757"/>
                  </a:lnTo>
                  <a:lnTo>
                    <a:pt x="209659" y="193478"/>
                  </a:lnTo>
                  <a:lnTo>
                    <a:pt x="209698" y="193214"/>
                  </a:lnTo>
                  <a:lnTo>
                    <a:pt x="209830" y="192712"/>
                  </a:lnTo>
                  <a:lnTo>
                    <a:pt x="210046" y="192562"/>
                  </a:lnTo>
                  <a:lnTo>
                    <a:pt x="210533" y="192467"/>
                  </a:lnTo>
                  <a:lnTo>
                    <a:pt x="210995" y="192417"/>
                  </a:lnTo>
                  <a:lnTo>
                    <a:pt x="211238" y="192517"/>
                  </a:lnTo>
                  <a:lnTo>
                    <a:pt x="211389" y="192825"/>
                  </a:lnTo>
                  <a:lnTo>
                    <a:pt x="211251" y="193015"/>
                  </a:lnTo>
                  <a:lnTo>
                    <a:pt x="211153" y="193437"/>
                  </a:lnTo>
                  <a:lnTo>
                    <a:pt x="211019" y="193581"/>
                  </a:lnTo>
                  <a:lnTo>
                    <a:pt x="210882" y="193844"/>
                  </a:lnTo>
                  <a:lnTo>
                    <a:pt x="210935" y="194129"/>
                  </a:lnTo>
                  <a:lnTo>
                    <a:pt x="210923" y="194312"/>
                  </a:lnTo>
                  <a:lnTo>
                    <a:pt x="210717" y="194391"/>
                  </a:lnTo>
                  <a:lnTo>
                    <a:pt x="210701" y="195096"/>
                  </a:lnTo>
                  <a:lnTo>
                    <a:pt x="210887" y="195233"/>
                  </a:lnTo>
                  <a:lnTo>
                    <a:pt x="211040" y="195320"/>
                  </a:lnTo>
                  <a:lnTo>
                    <a:pt x="211106" y="195586"/>
                  </a:lnTo>
                  <a:lnTo>
                    <a:pt x="211307" y="195966"/>
                  </a:lnTo>
                  <a:lnTo>
                    <a:pt x="211323" y="196104"/>
                  </a:lnTo>
                  <a:lnTo>
                    <a:pt x="211420" y="196251"/>
                  </a:lnTo>
                  <a:lnTo>
                    <a:pt x="211622" y="196442"/>
                  </a:lnTo>
                  <a:lnTo>
                    <a:pt x="211851" y="196336"/>
                  </a:lnTo>
                  <a:lnTo>
                    <a:pt x="212053" y="196361"/>
                  </a:lnTo>
                  <a:lnTo>
                    <a:pt x="212031" y="196684"/>
                  </a:lnTo>
                  <a:lnTo>
                    <a:pt x="212033" y="197066"/>
                  </a:lnTo>
                  <a:lnTo>
                    <a:pt x="212438" y="198159"/>
                  </a:lnTo>
                  <a:lnTo>
                    <a:pt x="212494" y="198329"/>
                  </a:lnTo>
                  <a:lnTo>
                    <a:pt x="212417" y="198571"/>
                  </a:lnTo>
                  <a:lnTo>
                    <a:pt x="212251" y="198744"/>
                  </a:lnTo>
                  <a:lnTo>
                    <a:pt x="212193" y="198964"/>
                  </a:lnTo>
                  <a:lnTo>
                    <a:pt x="212155" y="199114"/>
                  </a:lnTo>
                  <a:lnTo>
                    <a:pt x="212387" y="199498"/>
                  </a:lnTo>
                  <a:lnTo>
                    <a:pt x="212505" y="199650"/>
                  </a:lnTo>
                  <a:lnTo>
                    <a:pt x="212561" y="199978"/>
                  </a:lnTo>
                  <a:lnTo>
                    <a:pt x="213131" y="199935"/>
                  </a:lnTo>
                  <a:lnTo>
                    <a:pt x="213107" y="200143"/>
                  </a:lnTo>
                  <a:lnTo>
                    <a:pt x="213057" y="200281"/>
                  </a:lnTo>
                  <a:lnTo>
                    <a:pt x="213060" y="200579"/>
                  </a:lnTo>
                  <a:lnTo>
                    <a:pt x="213339" y="200529"/>
                  </a:lnTo>
                  <a:lnTo>
                    <a:pt x="213583" y="200509"/>
                  </a:lnTo>
                  <a:lnTo>
                    <a:pt x="213572" y="200653"/>
                  </a:lnTo>
                  <a:lnTo>
                    <a:pt x="213842" y="200730"/>
                  </a:lnTo>
                  <a:lnTo>
                    <a:pt x="214204" y="200433"/>
                  </a:lnTo>
                  <a:lnTo>
                    <a:pt x="214463" y="200251"/>
                  </a:lnTo>
                  <a:lnTo>
                    <a:pt x="214655" y="200550"/>
                  </a:lnTo>
                  <a:lnTo>
                    <a:pt x="214879" y="200659"/>
                  </a:lnTo>
                  <a:lnTo>
                    <a:pt x="215017" y="200776"/>
                  </a:lnTo>
                  <a:lnTo>
                    <a:pt x="215167" y="200790"/>
                  </a:lnTo>
                  <a:lnTo>
                    <a:pt x="215249" y="201243"/>
                  </a:lnTo>
                  <a:lnTo>
                    <a:pt x="215079" y="201509"/>
                  </a:lnTo>
                  <a:lnTo>
                    <a:pt x="215001" y="202096"/>
                  </a:lnTo>
                  <a:lnTo>
                    <a:pt x="215153" y="202430"/>
                  </a:lnTo>
                  <a:lnTo>
                    <a:pt x="215167" y="202668"/>
                  </a:lnTo>
                  <a:lnTo>
                    <a:pt x="215217" y="202992"/>
                  </a:lnTo>
                  <a:lnTo>
                    <a:pt x="215293" y="203172"/>
                  </a:lnTo>
                  <a:lnTo>
                    <a:pt x="215634" y="203696"/>
                  </a:lnTo>
                  <a:lnTo>
                    <a:pt x="215770" y="203892"/>
                  </a:lnTo>
                  <a:lnTo>
                    <a:pt x="215883" y="203639"/>
                  </a:lnTo>
                  <a:lnTo>
                    <a:pt x="216319" y="203819"/>
                  </a:lnTo>
                  <a:lnTo>
                    <a:pt x="216752" y="203805"/>
                  </a:lnTo>
                  <a:lnTo>
                    <a:pt x="216988" y="203711"/>
                  </a:lnTo>
                  <a:lnTo>
                    <a:pt x="217288" y="203720"/>
                  </a:lnTo>
                  <a:lnTo>
                    <a:pt x="217682" y="204164"/>
                  </a:lnTo>
                  <a:lnTo>
                    <a:pt x="217942" y="204061"/>
                  </a:lnTo>
                  <a:lnTo>
                    <a:pt x="218237" y="203823"/>
                  </a:lnTo>
                  <a:lnTo>
                    <a:pt x="218443" y="203815"/>
                  </a:lnTo>
                  <a:lnTo>
                    <a:pt x="219005" y="203150"/>
                  </a:lnTo>
                  <a:lnTo>
                    <a:pt x="219151" y="203079"/>
                  </a:lnTo>
                  <a:lnTo>
                    <a:pt x="219307" y="203039"/>
                  </a:lnTo>
                  <a:lnTo>
                    <a:pt x="219530" y="202836"/>
                  </a:lnTo>
                  <a:lnTo>
                    <a:pt x="219812" y="202753"/>
                  </a:lnTo>
                  <a:lnTo>
                    <a:pt x="219954" y="202836"/>
                  </a:lnTo>
                  <a:lnTo>
                    <a:pt x="220221" y="202919"/>
                  </a:lnTo>
                  <a:lnTo>
                    <a:pt x="220448" y="203027"/>
                  </a:lnTo>
                  <a:lnTo>
                    <a:pt x="220693" y="203655"/>
                  </a:lnTo>
                  <a:lnTo>
                    <a:pt x="220980" y="203632"/>
                  </a:lnTo>
                  <a:lnTo>
                    <a:pt x="221159" y="203748"/>
                  </a:lnTo>
                  <a:lnTo>
                    <a:pt x="221252" y="204078"/>
                  </a:lnTo>
                  <a:lnTo>
                    <a:pt x="221057" y="204790"/>
                  </a:lnTo>
                  <a:lnTo>
                    <a:pt x="221509" y="205423"/>
                  </a:lnTo>
                  <a:lnTo>
                    <a:pt x="221649" y="205441"/>
                  </a:lnTo>
                  <a:lnTo>
                    <a:pt x="221903" y="205367"/>
                  </a:lnTo>
                  <a:lnTo>
                    <a:pt x="222151" y="205380"/>
                  </a:lnTo>
                  <a:lnTo>
                    <a:pt x="222228" y="205163"/>
                  </a:lnTo>
                  <a:lnTo>
                    <a:pt x="222469" y="205143"/>
                  </a:lnTo>
                  <a:lnTo>
                    <a:pt x="222996" y="205713"/>
                  </a:lnTo>
                  <a:lnTo>
                    <a:pt x="223236" y="205620"/>
                  </a:lnTo>
                  <a:lnTo>
                    <a:pt x="223391" y="205545"/>
                  </a:lnTo>
                  <a:lnTo>
                    <a:pt x="223721" y="205237"/>
                  </a:lnTo>
                  <a:lnTo>
                    <a:pt x="223996" y="205071"/>
                  </a:lnTo>
                  <a:lnTo>
                    <a:pt x="224117" y="205274"/>
                  </a:lnTo>
                  <a:lnTo>
                    <a:pt x="224368" y="205291"/>
                  </a:lnTo>
                  <a:lnTo>
                    <a:pt x="224511" y="205081"/>
                  </a:lnTo>
                  <a:lnTo>
                    <a:pt x="224528" y="204916"/>
                  </a:lnTo>
                  <a:lnTo>
                    <a:pt x="224687" y="204600"/>
                  </a:lnTo>
                  <a:lnTo>
                    <a:pt x="224829" y="204687"/>
                  </a:lnTo>
                  <a:lnTo>
                    <a:pt x="224971" y="204812"/>
                  </a:lnTo>
                  <a:lnTo>
                    <a:pt x="224691" y="205156"/>
                  </a:lnTo>
                  <a:lnTo>
                    <a:pt x="225241" y="205068"/>
                  </a:lnTo>
                  <a:lnTo>
                    <a:pt x="225451" y="204838"/>
                  </a:lnTo>
                  <a:lnTo>
                    <a:pt x="225728" y="204718"/>
                  </a:lnTo>
                  <a:lnTo>
                    <a:pt x="225911" y="204637"/>
                  </a:lnTo>
                  <a:lnTo>
                    <a:pt x="226142" y="204451"/>
                  </a:lnTo>
                  <a:lnTo>
                    <a:pt x="226583" y="204723"/>
                  </a:lnTo>
                  <a:lnTo>
                    <a:pt x="226912" y="205014"/>
                  </a:lnTo>
                  <a:lnTo>
                    <a:pt x="227132" y="205059"/>
                  </a:lnTo>
                  <a:lnTo>
                    <a:pt x="227298" y="205071"/>
                  </a:lnTo>
                  <a:lnTo>
                    <a:pt x="227600" y="205062"/>
                  </a:lnTo>
                  <a:lnTo>
                    <a:pt x="227931" y="205029"/>
                  </a:lnTo>
                  <a:lnTo>
                    <a:pt x="228159" y="204912"/>
                  </a:lnTo>
                  <a:lnTo>
                    <a:pt x="228168" y="205122"/>
                  </a:lnTo>
                  <a:lnTo>
                    <a:pt x="228298" y="205399"/>
                  </a:lnTo>
                  <a:lnTo>
                    <a:pt x="228661" y="205670"/>
                  </a:lnTo>
                  <a:lnTo>
                    <a:pt x="228929" y="205842"/>
                  </a:lnTo>
                  <a:lnTo>
                    <a:pt x="229063" y="205826"/>
                  </a:lnTo>
                  <a:lnTo>
                    <a:pt x="229448" y="205798"/>
                  </a:lnTo>
                  <a:lnTo>
                    <a:pt x="229737" y="205539"/>
                  </a:lnTo>
                  <a:lnTo>
                    <a:pt x="230220" y="205343"/>
                  </a:lnTo>
                  <a:lnTo>
                    <a:pt x="230427" y="205300"/>
                  </a:lnTo>
                  <a:lnTo>
                    <a:pt x="230919" y="205260"/>
                  </a:lnTo>
                  <a:lnTo>
                    <a:pt x="231291" y="205577"/>
                  </a:lnTo>
                  <a:lnTo>
                    <a:pt x="231431" y="205290"/>
                  </a:lnTo>
                  <a:lnTo>
                    <a:pt x="231586" y="205068"/>
                  </a:lnTo>
                  <a:lnTo>
                    <a:pt x="231667" y="204889"/>
                  </a:lnTo>
                  <a:lnTo>
                    <a:pt x="231823" y="204740"/>
                  </a:lnTo>
                  <a:lnTo>
                    <a:pt x="232603" y="205065"/>
                  </a:lnTo>
                  <a:lnTo>
                    <a:pt x="232781" y="205254"/>
                  </a:lnTo>
                  <a:lnTo>
                    <a:pt x="233006" y="205076"/>
                  </a:lnTo>
                  <a:lnTo>
                    <a:pt x="233122" y="204900"/>
                  </a:lnTo>
                  <a:lnTo>
                    <a:pt x="233270" y="204608"/>
                  </a:lnTo>
                  <a:lnTo>
                    <a:pt x="233678" y="204523"/>
                  </a:lnTo>
                  <a:lnTo>
                    <a:pt x="233805" y="204524"/>
                  </a:lnTo>
                  <a:lnTo>
                    <a:pt x="233973" y="204515"/>
                  </a:lnTo>
                  <a:lnTo>
                    <a:pt x="234132" y="204505"/>
                  </a:lnTo>
                  <a:lnTo>
                    <a:pt x="234480" y="204565"/>
                  </a:lnTo>
                  <a:lnTo>
                    <a:pt x="234724" y="204854"/>
                  </a:lnTo>
                  <a:lnTo>
                    <a:pt x="234967" y="205053"/>
                  </a:lnTo>
                  <a:lnTo>
                    <a:pt x="235230" y="205383"/>
                  </a:lnTo>
                  <a:lnTo>
                    <a:pt x="235261" y="205558"/>
                  </a:lnTo>
                  <a:lnTo>
                    <a:pt x="235276" y="205742"/>
                  </a:lnTo>
                  <a:lnTo>
                    <a:pt x="235609" y="206056"/>
                  </a:lnTo>
                  <a:lnTo>
                    <a:pt x="235977" y="206081"/>
                  </a:lnTo>
                  <a:lnTo>
                    <a:pt x="236397" y="206088"/>
                  </a:lnTo>
                  <a:lnTo>
                    <a:pt x="236933" y="206260"/>
                  </a:lnTo>
                  <a:lnTo>
                    <a:pt x="237534" y="206290"/>
                  </a:lnTo>
                  <a:lnTo>
                    <a:pt x="237488" y="206582"/>
                  </a:lnTo>
                  <a:lnTo>
                    <a:pt x="237691" y="206820"/>
                  </a:lnTo>
                  <a:lnTo>
                    <a:pt x="237876" y="206933"/>
                  </a:lnTo>
                  <a:lnTo>
                    <a:pt x="237998" y="207063"/>
                  </a:lnTo>
                  <a:lnTo>
                    <a:pt x="238425" y="207244"/>
                  </a:lnTo>
                  <a:lnTo>
                    <a:pt x="238688" y="207606"/>
                  </a:lnTo>
                  <a:lnTo>
                    <a:pt x="238725" y="207748"/>
                  </a:lnTo>
                  <a:lnTo>
                    <a:pt x="238728" y="207889"/>
                  </a:lnTo>
                  <a:lnTo>
                    <a:pt x="238871" y="207997"/>
                  </a:lnTo>
                  <a:lnTo>
                    <a:pt x="238939" y="208190"/>
                  </a:lnTo>
                  <a:lnTo>
                    <a:pt x="238838" y="208342"/>
                  </a:lnTo>
                  <a:lnTo>
                    <a:pt x="238657" y="208419"/>
                  </a:lnTo>
                  <a:lnTo>
                    <a:pt x="238357" y="208716"/>
                  </a:lnTo>
                  <a:lnTo>
                    <a:pt x="238183" y="208952"/>
                  </a:lnTo>
                  <a:lnTo>
                    <a:pt x="238189" y="209195"/>
                  </a:lnTo>
                  <a:lnTo>
                    <a:pt x="238392" y="209277"/>
                  </a:lnTo>
                  <a:lnTo>
                    <a:pt x="238619" y="209333"/>
                  </a:lnTo>
                  <a:lnTo>
                    <a:pt x="238681" y="209639"/>
                  </a:lnTo>
                  <a:lnTo>
                    <a:pt x="238602" y="209926"/>
                  </a:lnTo>
                  <a:lnTo>
                    <a:pt x="238645" y="210059"/>
                  </a:lnTo>
                  <a:lnTo>
                    <a:pt x="238583" y="210375"/>
                  </a:lnTo>
                  <a:lnTo>
                    <a:pt x="238440" y="210524"/>
                  </a:lnTo>
                  <a:lnTo>
                    <a:pt x="238462" y="210874"/>
                  </a:lnTo>
                  <a:lnTo>
                    <a:pt x="238885" y="211422"/>
                  </a:lnTo>
                  <a:lnTo>
                    <a:pt x="239179" y="211610"/>
                  </a:lnTo>
                  <a:lnTo>
                    <a:pt x="239625" y="211761"/>
                  </a:lnTo>
                  <a:lnTo>
                    <a:pt x="240031" y="211886"/>
                  </a:lnTo>
                  <a:lnTo>
                    <a:pt x="240499" y="211933"/>
                  </a:lnTo>
                  <a:lnTo>
                    <a:pt x="240799" y="211942"/>
                  </a:lnTo>
                  <a:lnTo>
                    <a:pt x="240848" y="212100"/>
                  </a:lnTo>
                  <a:lnTo>
                    <a:pt x="240857" y="212264"/>
                  </a:lnTo>
                  <a:lnTo>
                    <a:pt x="240911" y="212726"/>
                  </a:lnTo>
                  <a:lnTo>
                    <a:pt x="241178" y="212942"/>
                  </a:lnTo>
                  <a:lnTo>
                    <a:pt x="241417" y="213264"/>
                  </a:lnTo>
                  <a:lnTo>
                    <a:pt x="241473" y="214101"/>
                  </a:lnTo>
                  <a:lnTo>
                    <a:pt x="241382" y="214620"/>
                  </a:lnTo>
                  <a:lnTo>
                    <a:pt x="241049" y="214727"/>
                  </a:lnTo>
                  <a:lnTo>
                    <a:pt x="240863" y="214768"/>
                  </a:lnTo>
                  <a:lnTo>
                    <a:pt x="240460" y="215384"/>
                  </a:lnTo>
                  <a:lnTo>
                    <a:pt x="240321" y="215598"/>
                  </a:lnTo>
                  <a:lnTo>
                    <a:pt x="239837" y="216067"/>
                  </a:lnTo>
                  <a:lnTo>
                    <a:pt x="239990" y="216101"/>
                  </a:lnTo>
                  <a:lnTo>
                    <a:pt x="240143" y="216185"/>
                  </a:lnTo>
                  <a:lnTo>
                    <a:pt x="240295" y="216611"/>
                  </a:lnTo>
                  <a:lnTo>
                    <a:pt x="240082" y="216735"/>
                  </a:lnTo>
                  <a:lnTo>
                    <a:pt x="239849" y="216898"/>
                  </a:lnTo>
                  <a:lnTo>
                    <a:pt x="239877" y="217354"/>
                  </a:lnTo>
                  <a:lnTo>
                    <a:pt x="239567" y="217314"/>
                  </a:lnTo>
                  <a:lnTo>
                    <a:pt x="239278" y="217154"/>
                  </a:lnTo>
                  <a:lnTo>
                    <a:pt x="239136" y="217093"/>
                  </a:lnTo>
                  <a:lnTo>
                    <a:pt x="238553" y="217219"/>
                  </a:lnTo>
                  <a:lnTo>
                    <a:pt x="238408" y="217172"/>
                  </a:lnTo>
                  <a:lnTo>
                    <a:pt x="237758" y="216857"/>
                  </a:lnTo>
                  <a:lnTo>
                    <a:pt x="237343" y="217244"/>
                  </a:lnTo>
                  <a:lnTo>
                    <a:pt x="237193" y="217207"/>
                  </a:lnTo>
                  <a:lnTo>
                    <a:pt x="236616" y="216975"/>
                  </a:lnTo>
                  <a:lnTo>
                    <a:pt x="236370" y="217293"/>
                  </a:lnTo>
                  <a:lnTo>
                    <a:pt x="236423" y="217694"/>
                  </a:lnTo>
                  <a:lnTo>
                    <a:pt x="236439" y="218028"/>
                  </a:lnTo>
                  <a:lnTo>
                    <a:pt x="236439" y="218193"/>
                  </a:lnTo>
                  <a:lnTo>
                    <a:pt x="236316" y="218585"/>
                  </a:lnTo>
                  <a:lnTo>
                    <a:pt x="236491" y="218993"/>
                  </a:lnTo>
                  <a:lnTo>
                    <a:pt x="236569" y="219184"/>
                  </a:lnTo>
                  <a:lnTo>
                    <a:pt x="236567" y="219350"/>
                  </a:lnTo>
                  <a:lnTo>
                    <a:pt x="236456" y="219583"/>
                  </a:lnTo>
                  <a:lnTo>
                    <a:pt x="236474" y="219792"/>
                  </a:lnTo>
                  <a:lnTo>
                    <a:pt x="236568" y="220122"/>
                  </a:lnTo>
                  <a:lnTo>
                    <a:pt x="236316" y="220150"/>
                  </a:lnTo>
                  <a:lnTo>
                    <a:pt x="235937" y="220217"/>
                  </a:lnTo>
                  <a:lnTo>
                    <a:pt x="235154" y="220236"/>
                  </a:lnTo>
                  <a:lnTo>
                    <a:pt x="234966" y="220498"/>
                  </a:lnTo>
                  <a:lnTo>
                    <a:pt x="234919" y="221071"/>
                  </a:lnTo>
                  <a:lnTo>
                    <a:pt x="234806" y="221313"/>
                  </a:lnTo>
                  <a:lnTo>
                    <a:pt x="234665" y="221683"/>
                  </a:lnTo>
                  <a:lnTo>
                    <a:pt x="234969" y="222609"/>
                  </a:lnTo>
                  <a:lnTo>
                    <a:pt x="235078" y="222844"/>
                  </a:lnTo>
                  <a:lnTo>
                    <a:pt x="235071" y="223050"/>
                  </a:lnTo>
                  <a:lnTo>
                    <a:pt x="235047" y="223189"/>
                  </a:lnTo>
                  <a:lnTo>
                    <a:pt x="235065" y="223424"/>
                  </a:lnTo>
                  <a:lnTo>
                    <a:pt x="235058" y="223660"/>
                  </a:lnTo>
                  <a:lnTo>
                    <a:pt x="234853" y="224019"/>
                  </a:lnTo>
                  <a:lnTo>
                    <a:pt x="235013" y="224266"/>
                  </a:lnTo>
                  <a:lnTo>
                    <a:pt x="235162" y="224320"/>
                  </a:lnTo>
                  <a:lnTo>
                    <a:pt x="235451" y="224591"/>
                  </a:lnTo>
                  <a:lnTo>
                    <a:pt x="235430" y="224744"/>
                  </a:lnTo>
                  <a:lnTo>
                    <a:pt x="235073" y="224819"/>
                  </a:lnTo>
                  <a:lnTo>
                    <a:pt x="234942" y="224949"/>
                  </a:lnTo>
                  <a:lnTo>
                    <a:pt x="234857" y="225161"/>
                  </a:lnTo>
                  <a:lnTo>
                    <a:pt x="234783" y="225349"/>
                  </a:lnTo>
                  <a:lnTo>
                    <a:pt x="234857" y="225586"/>
                  </a:lnTo>
                  <a:lnTo>
                    <a:pt x="235644" y="225989"/>
                  </a:lnTo>
                  <a:lnTo>
                    <a:pt x="236066" y="226119"/>
                  </a:lnTo>
                  <a:lnTo>
                    <a:pt x="236266" y="226555"/>
                  </a:lnTo>
                  <a:lnTo>
                    <a:pt x="236201" y="227018"/>
                  </a:lnTo>
                  <a:lnTo>
                    <a:pt x="235914" y="227307"/>
                  </a:lnTo>
                  <a:lnTo>
                    <a:pt x="236324" y="228102"/>
                  </a:lnTo>
                  <a:lnTo>
                    <a:pt x="236454" y="228022"/>
                  </a:lnTo>
                  <a:lnTo>
                    <a:pt x="236780" y="228321"/>
                  </a:lnTo>
                  <a:lnTo>
                    <a:pt x="236825" y="228530"/>
                  </a:lnTo>
                  <a:lnTo>
                    <a:pt x="236791" y="229101"/>
                  </a:lnTo>
                  <a:lnTo>
                    <a:pt x="236884" y="229354"/>
                  </a:lnTo>
                  <a:lnTo>
                    <a:pt x="236981" y="229530"/>
                  </a:lnTo>
                  <a:lnTo>
                    <a:pt x="237125" y="229734"/>
                  </a:lnTo>
                  <a:lnTo>
                    <a:pt x="237279" y="229575"/>
                  </a:lnTo>
                  <a:lnTo>
                    <a:pt x="237322" y="229422"/>
                  </a:lnTo>
                  <a:lnTo>
                    <a:pt x="237386" y="229211"/>
                  </a:lnTo>
                  <a:lnTo>
                    <a:pt x="237542" y="229163"/>
                  </a:lnTo>
                  <a:lnTo>
                    <a:pt x="237592" y="229356"/>
                  </a:lnTo>
                  <a:lnTo>
                    <a:pt x="237598" y="229507"/>
                  </a:lnTo>
                  <a:lnTo>
                    <a:pt x="237395" y="229836"/>
                  </a:lnTo>
                  <a:lnTo>
                    <a:pt x="237335" y="230106"/>
                  </a:lnTo>
                  <a:lnTo>
                    <a:pt x="237649" y="229979"/>
                  </a:lnTo>
                  <a:lnTo>
                    <a:pt x="237658" y="229773"/>
                  </a:lnTo>
                  <a:lnTo>
                    <a:pt x="237672" y="229515"/>
                  </a:lnTo>
                  <a:lnTo>
                    <a:pt x="238377" y="229036"/>
                  </a:lnTo>
                  <a:lnTo>
                    <a:pt x="238499" y="229307"/>
                  </a:lnTo>
                  <a:lnTo>
                    <a:pt x="238391" y="229630"/>
                  </a:lnTo>
                  <a:lnTo>
                    <a:pt x="238236" y="229919"/>
                  </a:lnTo>
                  <a:lnTo>
                    <a:pt x="238545" y="230381"/>
                  </a:lnTo>
                  <a:lnTo>
                    <a:pt x="238801" y="230528"/>
                  </a:lnTo>
                  <a:lnTo>
                    <a:pt x="239033" y="230576"/>
                  </a:lnTo>
                  <a:lnTo>
                    <a:pt x="239117" y="230310"/>
                  </a:lnTo>
                  <a:lnTo>
                    <a:pt x="239494" y="230354"/>
                  </a:lnTo>
                  <a:lnTo>
                    <a:pt x="239864" y="230287"/>
                  </a:lnTo>
                  <a:lnTo>
                    <a:pt x="240257" y="230524"/>
                  </a:lnTo>
                  <a:lnTo>
                    <a:pt x="240459" y="230658"/>
                  </a:lnTo>
                  <a:lnTo>
                    <a:pt x="240600" y="230666"/>
                  </a:lnTo>
                  <a:lnTo>
                    <a:pt x="240807" y="231007"/>
                  </a:lnTo>
                  <a:lnTo>
                    <a:pt x="240967" y="231195"/>
                  </a:lnTo>
                  <a:lnTo>
                    <a:pt x="241150" y="231659"/>
                  </a:lnTo>
                  <a:lnTo>
                    <a:pt x="241564" y="231887"/>
                  </a:lnTo>
                  <a:lnTo>
                    <a:pt x="241710" y="231955"/>
                  </a:lnTo>
                  <a:lnTo>
                    <a:pt x="242199" y="232186"/>
                  </a:lnTo>
                  <a:lnTo>
                    <a:pt x="241715" y="232687"/>
                  </a:lnTo>
                  <a:lnTo>
                    <a:pt x="241408" y="233136"/>
                  </a:lnTo>
                  <a:lnTo>
                    <a:pt x="241156" y="233235"/>
                  </a:lnTo>
                  <a:lnTo>
                    <a:pt x="240923" y="233420"/>
                  </a:lnTo>
                  <a:lnTo>
                    <a:pt x="241330" y="233798"/>
                  </a:lnTo>
                  <a:lnTo>
                    <a:pt x="242124" y="233530"/>
                  </a:lnTo>
                  <a:lnTo>
                    <a:pt x="242567" y="233220"/>
                  </a:lnTo>
                  <a:lnTo>
                    <a:pt x="242817" y="233143"/>
                  </a:lnTo>
                  <a:lnTo>
                    <a:pt x="243476" y="233176"/>
                  </a:lnTo>
                  <a:lnTo>
                    <a:pt x="243875" y="233281"/>
                  </a:lnTo>
                  <a:lnTo>
                    <a:pt x="243938" y="233574"/>
                  </a:lnTo>
                  <a:lnTo>
                    <a:pt x="243988" y="233922"/>
                  </a:lnTo>
                  <a:lnTo>
                    <a:pt x="244294" y="234784"/>
                  </a:lnTo>
                  <a:lnTo>
                    <a:pt x="244393" y="235033"/>
                  </a:lnTo>
                  <a:lnTo>
                    <a:pt x="244524" y="235460"/>
                  </a:lnTo>
                  <a:lnTo>
                    <a:pt x="244752" y="235756"/>
                  </a:lnTo>
                  <a:lnTo>
                    <a:pt x="244798" y="236001"/>
                  </a:lnTo>
                  <a:lnTo>
                    <a:pt x="245170" y="236640"/>
                  </a:lnTo>
                  <a:lnTo>
                    <a:pt x="244900" y="236841"/>
                  </a:lnTo>
                  <a:lnTo>
                    <a:pt x="244851" y="236970"/>
                  </a:lnTo>
                  <a:lnTo>
                    <a:pt x="245197" y="237382"/>
                  </a:lnTo>
                  <a:lnTo>
                    <a:pt x="245405" y="237482"/>
                  </a:lnTo>
                  <a:lnTo>
                    <a:pt x="245821" y="237582"/>
                  </a:lnTo>
                  <a:lnTo>
                    <a:pt x="246048" y="237658"/>
                  </a:lnTo>
                  <a:lnTo>
                    <a:pt x="246275" y="237801"/>
                  </a:lnTo>
                  <a:lnTo>
                    <a:pt x="246793" y="237832"/>
                  </a:lnTo>
                  <a:lnTo>
                    <a:pt x="247210" y="237760"/>
                  </a:lnTo>
                  <a:lnTo>
                    <a:pt x="247454" y="237842"/>
                  </a:lnTo>
                  <a:lnTo>
                    <a:pt x="247697" y="238035"/>
                  </a:lnTo>
                  <a:lnTo>
                    <a:pt x="247744" y="238352"/>
                  </a:lnTo>
                  <a:lnTo>
                    <a:pt x="247842" y="238630"/>
                  </a:lnTo>
                  <a:lnTo>
                    <a:pt x="247969" y="238720"/>
                  </a:lnTo>
                  <a:lnTo>
                    <a:pt x="248071" y="239081"/>
                  </a:lnTo>
                  <a:lnTo>
                    <a:pt x="248224" y="239587"/>
                  </a:lnTo>
                  <a:lnTo>
                    <a:pt x="248257" y="239804"/>
                  </a:lnTo>
                  <a:lnTo>
                    <a:pt x="248256" y="239966"/>
                  </a:lnTo>
                  <a:lnTo>
                    <a:pt x="248265" y="240107"/>
                  </a:lnTo>
                  <a:lnTo>
                    <a:pt x="248412" y="240364"/>
                  </a:lnTo>
                  <a:lnTo>
                    <a:pt x="248552" y="240434"/>
                  </a:lnTo>
                  <a:lnTo>
                    <a:pt x="248548" y="240730"/>
                  </a:lnTo>
                  <a:lnTo>
                    <a:pt x="248426" y="240842"/>
                  </a:lnTo>
                  <a:lnTo>
                    <a:pt x="248585" y="241097"/>
                  </a:lnTo>
                  <a:lnTo>
                    <a:pt x="248821" y="241586"/>
                  </a:lnTo>
                  <a:lnTo>
                    <a:pt x="248876" y="241925"/>
                  </a:lnTo>
                  <a:lnTo>
                    <a:pt x="248533" y="242339"/>
                  </a:lnTo>
                  <a:lnTo>
                    <a:pt x="248460" y="242580"/>
                  </a:lnTo>
                  <a:lnTo>
                    <a:pt x="248695" y="242731"/>
                  </a:lnTo>
                  <a:lnTo>
                    <a:pt x="248989" y="242720"/>
                  </a:lnTo>
                  <a:lnTo>
                    <a:pt x="249133" y="242890"/>
                  </a:lnTo>
                  <a:lnTo>
                    <a:pt x="249309" y="242933"/>
                  </a:lnTo>
                  <a:lnTo>
                    <a:pt x="249395" y="243387"/>
                  </a:lnTo>
                  <a:lnTo>
                    <a:pt x="249757" y="243668"/>
                  </a:lnTo>
                  <a:lnTo>
                    <a:pt x="249974" y="243936"/>
                  </a:lnTo>
                  <a:lnTo>
                    <a:pt x="250007" y="244544"/>
                  </a:lnTo>
                  <a:lnTo>
                    <a:pt x="250039" y="244731"/>
                  </a:lnTo>
                  <a:lnTo>
                    <a:pt x="250054" y="244996"/>
                  </a:lnTo>
                  <a:lnTo>
                    <a:pt x="249735" y="245432"/>
                  </a:lnTo>
                  <a:lnTo>
                    <a:pt x="250143" y="246050"/>
                  </a:lnTo>
                  <a:lnTo>
                    <a:pt x="250017" y="246399"/>
                  </a:lnTo>
                  <a:lnTo>
                    <a:pt x="249743" y="246739"/>
                  </a:lnTo>
                  <a:lnTo>
                    <a:pt x="249339" y="246812"/>
                  </a:lnTo>
                  <a:lnTo>
                    <a:pt x="249446" y="247394"/>
                  </a:lnTo>
                  <a:lnTo>
                    <a:pt x="249632" y="247457"/>
                  </a:lnTo>
                  <a:lnTo>
                    <a:pt x="249468" y="247906"/>
                  </a:lnTo>
                  <a:lnTo>
                    <a:pt x="249257" y="248361"/>
                  </a:lnTo>
                  <a:lnTo>
                    <a:pt x="249364" y="249175"/>
                  </a:lnTo>
                  <a:lnTo>
                    <a:pt x="249651" y="249419"/>
                  </a:lnTo>
                  <a:lnTo>
                    <a:pt x="249850" y="249561"/>
                  </a:lnTo>
                  <a:lnTo>
                    <a:pt x="249618" y="249610"/>
                  </a:lnTo>
                  <a:lnTo>
                    <a:pt x="249752" y="249941"/>
                  </a:lnTo>
                  <a:lnTo>
                    <a:pt x="249783" y="250321"/>
                  </a:lnTo>
                  <a:lnTo>
                    <a:pt x="249824" y="250569"/>
                  </a:lnTo>
                  <a:lnTo>
                    <a:pt x="250049" y="250702"/>
                  </a:lnTo>
                  <a:lnTo>
                    <a:pt x="250184" y="250704"/>
                  </a:lnTo>
                  <a:lnTo>
                    <a:pt x="250317" y="250665"/>
                  </a:lnTo>
                  <a:lnTo>
                    <a:pt x="250595" y="251005"/>
                  </a:lnTo>
                  <a:lnTo>
                    <a:pt x="250453" y="251229"/>
                  </a:lnTo>
                  <a:lnTo>
                    <a:pt x="250207" y="251379"/>
                  </a:lnTo>
                  <a:lnTo>
                    <a:pt x="250019" y="251489"/>
                  </a:lnTo>
                  <a:lnTo>
                    <a:pt x="249480" y="251765"/>
                  </a:lnTo>
                  <a:lnTo>
                    <a:pt x="250036" y="251921"/>
                  </a:lnTo>
                  <a:lnTo>
                    <a:pt x="250430" y="251971"/>
                  </a:lnTo>
                  <a:lnTo>
                    <a:pt x="250504" y="252111"/>
                  </a:lnTo>
                  <a:lnTo>
                    <a:pt x="250710" y="252300"/>
                  </a:lnTo>
                  <a:lnTo>
                    <a:pt x="251200" y="252387"/>
                  </a:lnTo>
                  <a:lnTo>
                    <a:pt x="251408" y="252353"/>
                  </a:lnTo>
                  <a:lnTo>
                    <a:pt x="251615" y="252367"/>
                  </a:lnTo>
                  <a:lnTo>
                    <a:pt x="251999" y="252905"/>
                  </a:lnTo>
                  <a:lnTo>
                    <a:pt x="251927" y="252984"/>
                  </a:lnTo>
                  <a:lnTo>
                    <a:pt x="251651" y="253025"/>
                  </a:lnTo>
                  <a:lnTo>
                    <a:pt x="251397" y="253790"/>
                  </a:lnTo>
                  <a:lnTo>
                    <a:pt x="251211" y="254122"/>
                  </a:lnTo>
                  <a:lnTo>
                    <a:pt x="251148" y="254348"/>
                  </a:lnTo>
                  <a:lnTo>
                    <a:pt x="251107" y="254684"/>
                  </a:lnTo>
                  <a:lnTo>
                    <a:pt x="250848" y="254967"/>
                  </a:lnTo>
                  <a:lnTo>
                    <a:pt x="250873" y="255065"/>
                  </a:lnTo>
                  <a:lnTo>
                    <a:pt x="251041" y="255231"/>
                  </a:lnTo>
                  <a:lnTo>
                    <a:pt x="250602" y="255328"/>
                  </a:lnTo>
                  <a:lnTo>
                    <a:pt x="250308" y="255521"/>
                  </a:lnTo>
                  <a:lnTo>
                    <a:pt x="250356" y="255665"/>
                  </a:lnTo>
                  <a:lnTo>
                    <a:pt x="250209" y="255780"/>
                  </a:lnTo>
                  <a:lnTo>
                    <a:pt x="250048" y="255851"/>
                  </a:lnTo>
                  <a:lnTo>
                    <a:pt x="250411" y="256311"/>
                  </a:lnTo>
                  <a:lnTo>
                    <a:pt x="250556" y="256412"/>
                  </a:lnTo>
                  <a:lnTo>
                    <a:pt x="250961" y="256640"/>
                  </a:lnTo>
                  <a:lnTo>
                    <a:pt x="251060" y="256836"/>
                  </a:lnTo>
                  <a:lnTo>
                    <a:pt x="251132" y="257115"/>
                  </a:lnTo>
                  <a:lnTo>
                    <a:pt x="251277" y="257547"/>
                  </a:lnTo>
                  <a:lnTo>
                    <a:pt x="251529" y="257926"/>
                  </a:lnTo>
                  <a:lnTo>
                    <a:pt x="251515" y="258214"/>
                  </a:lnTo>
                  <a:lnTo>
                    <a:pt x="251654" y="258495"/>
                  </a:lnTo>
                  <a:lnTo>
                    <a:pt x="251705" y="258651"/>
                  </a:lnTo>
                  <a:lnTo>
                    <a:pt x="251514" y="259112"/>
                  </a:lnTo>
                  <a:lnTo>
                    <a:pt x="251776" y="259210"/>
                  </a:lnTo>
                  <a:lnTo>
                    <a:pt x="251932" y="259112"/>
                  </a:lnTo>
                  <a:lnTo>
                    <a:pt x="252061" y="258837"/>
                  </a:lnTo>
                  <a:lnTo>
                    <a:pt x="252195" y="259060"/>
                  </a:lnTo>
                  <a:lnTo>
                    <a:pt x="252125" y="259222"/>
                  </a:lnTo>
                  <a:lnTo>
                    <a:pt x="251830" y="259459"/>
                  </a:lnTo>
                  <a:lnTo>
                    <a:pt x="251552" y="259813"/>
                  </a:lnTo>
                  <a:lnTo>
                    <a:pt x="251397" y="260030"/>
                  </a:lnTo>
                  <a:lnTo>
                    <a:pt x="251145" y="260240"/>
                  </a:lnTo>
                  <a:lnTo>
                    <a:pt x="250888" y="260439"/>
                  </a:lnTo>
                  <a:lnTo>
                    <a:pt x="250615" y="260613"/>
                  </a:lnTo>
                  <a:lnTo>
                    <a:pt x="250138" y="260767"/>
                  </a:lnTo>
                  <a:lnTo>
                    <a:pt x="250074" y="260598"/>
                  </a:lnTo>
                  <a:lnTo>
                    <a:pt x="249707" y="260697"/>
                  </a:lnTo>
                  <a:lnTo>
                    <a:pt x="249491" y="260849"/>
                  </a:lnTo>
                  <a:lnTo>
                    <a:pt x="249254" y="261018"/>
                  </a:lnTo>
                  <a:lnTo>
                    <a:pt x="248996" y="261203"/>
                  </a:lnTo>
                  <a:lnTo>
                    <a:pt x="248392" y="261781"/>
                  </a:lnTo>
                  <a:lnTo>
                    <a:pt x="247785" y="261807"/>
                  </a:lnTo>
                  <a:lnTo>
                    <a:pt x="247491" y="262182"/>
                  </a:lnTo>
                  <a:lnTo>
                    <a:pt x="247471" y="262343"/>
                  </a:lnTo>
                  <a:lnTo>
                    <a:pt x="246947" y="262379"/>
                  </a:lnTo>
                  <a:lnTo>
                    <a:pt x="246987" y="262736"/>
                  </a:lnTo>
                  <a:lnTo>
                    <a:pt x="246805" y="262884"/>
                  </a:lnTo>
                  <a:lnTo>
                    <a:pt x="246101" y="263341"/>
                  </a:lnTo>
                  <a:lnTo>
                    <a:pt x="245971" y="263410"/>
                  </a:lnTo>
                  <a:lnTo>
                    <a:pt x="245706" y="263661"/>
                  </a:lnTo>
                  <a:lnTo>
                    <a:pt x="245556" y="263847"/>
                  </a:lnTo>
                  <a:lnTo>
                    <a:pt x="245721" y="263987"/>
                  </a:lnTo>
                  <a:lnTo>
                    <a:pt x="245974" y="264231"/>
                  </a:lnTo>
                  <a:lnTo>
                    <a:pt x="246314" y="264399"/>
                  </a:lnTo>
                  <a:lnTo>
                    <a:pt x="246397" y="264610"/>
                  </a:lnTo>
                  <a:lnTo>
                    <a:pt x="246474" y="264980"/>
                  </a:lnTo>
                  <a:lnTo>
                    <a:pt x="246631" y="265054"/>
                  </a:lnTo>
                  <a:lnTo>
                    <a:pt x="246922" y="265043"/>
                  </a:lnTo>
                  <a:lnTo>
                    <a:pt x="247182" y="265011"/>
                  </a:lnTo>
                  <a:lnTo>
                    <a:pt x="247473" y="265113"/>
                  </a:lnTo>
                  <a:lnTo>
                    <a:pt x="247896" y="265396"/>
                  </a:lnTo>
                  <a:lnTo>
                    <a:pt x="247860" y="265530"/>
                  </a:lnTo>
                  <a:lnTo>
                    <a:pt x="247828" y="265795"/>
                  </a:lnTo>
                  <a:lnTo>
                    <a:pt x="247971" y="266268"/>
                  </a:lnTo>
                  <a:lnTo>
                    <a:pt x="247710" y="266453"/>
                  </a:lnTo>
                  <a:lnTo>
                    <a:pt x="247295" y="266612"/>
                  </a:lnTo>
                  <a:lnTo>
                    <a:pt x="247246" y="266799"/>
                  </a:lnTo>
                  <a:lnTo>
                    <a:pt x="247364" y="267249"/>
                  </a:lnTo>
                  <a:lnTo>
                    <a:pt x="247417" y="267559"/>
                  </a:lnTo>
                  <a:lnTo>
                    <a:pt x="247587" y="267617"/>
                  </a:lnTo>
                  <a:lnTo>
                    <a:pt x="247481" y="267847"/>
                  </a:lnTo>
                  <a:lnTo>
                    <a:pt x="247145" y="268079"/>
                  </a:lnTo>
                  <a:lnTo>
                    <a:pt x="247174" y="268325"/>
                  </a:lnTo>
                  <a:lnTo>
                    <a:pt x="247260" y="268480"/>
                  </a:lnTo>
                  <a:lnTo>
                    <a:pt x="247166" y="269031"/>
                  </a:lnTo>
                  <a:lnTo>
                    <a:pt x="247134" y="269484"/>
                  </a:lnTo>
                  <a:lnTo>
                    <a:pt x="246726" y="269678"/>
                  </a:lnTo>
                  <a:lnTo>
                    <a:pt x="246561" y="269759"/>
                  </a:lnTo>
                  <a:lnTo>
                    <a:pt x="246293" y="269628"/>
                  </a:lnTo>
                  <a:lnTo>
                    <a:pt x="245410" y="269440"/>
                  </a:lnTo>
                  <a:lnTo>
                    <a:pt x="244994" y="269718"/>
                  </a:lnTo>
                  <a:lnTo>
                    <a:pt x="244291" y="269900"/>
                  </a:lnTo>
                  <a:lnTo>
                    <a:pt x="244030" y="269818"/>
                  </a:lnTo>
                  <a:lnTo>
                    <a:pt x="243554" y="270084"/>
                  </a:lnTo>
                  <a:lnTo>
                    <a:pt x="243048" y="270335"/>
                  </a:lnTo>
                  <a:lnTo>
                    <a:pt x="242764" y="270133"/>
                  </a:lnTo>
                  <a:lnTo>
                    <a:pt x="242537" y="270467"/>
                  </a:lnTo>
                  <a:lnTo>
                    <a:pt x="242035" y="270868"/>
                  </a:lnTo>
                  <a:lnTo>
                    <a:pt x="241549" y="270898"/>
                  </a:lnTo>
                  <a:lnTo>
                    <a:pt x="241366" y="271056"/>
                  </a:lnTo>
                  <a:lnTo>
                    <a:pt x="241313" y="271202"/>
                  </a:lnTo>
                  <a:lnTo>
                    <a:pt x="241105" y="271274"/>
                  </a:lnTo>
                  <a:lnTo>
                    <a:pt x="240971" y="271265"/>
                  </a:lnTo>
                  <a:lnTo>
                    <a:pt x="240773" y="271182"/>
                  </a:lnTo>
                  <a:lnTo>
                    <a:pt x="240634" y="271248"/>
                  </a:lnTo>
                  <a:lnTo>
                    <a:pt x="240453" y="271191"/>
                  </a:lnTo>
                  <a:lnTo>
                    <a:pt x="240269" y="271087"/>
                  </a:lnTo>
                  <a:lnTo>
                    <a:pt x="240126" y="271014"/>
                  </a:lnTo>
                  <a:lnTo>
                    <a:pt x="239975" y="270943"/>
                  </a:lnTo>
                  <a:lnTo>
                    <a:pt x="239786" y="270946"/>
                  </a:lnTo>
                  <a:lnTo>
                    <a:pt x="239615" y="270941"/>
                  </a:lnTo>
                  <a:lnTo>
                    <a:pt x="239455" y="270718"/>
                  </a:lnTo>
                  <a:lnTo>
                    <a:pt x="239221" y="270828"/>
                  </a:lnTo>
                  <a:lnTo>
                    <a:pt x="238986" y="270926"/>
                  </a:lnTo>
                  <a:lnTo>
                    <a:pt x="238619" y="271111"/>
                  </a:lnTo>
                  <a:lnTo>
                    <a:pt x="238231" y="271439"/>
                  </a:lnTo>
                  <a:lnTo>
                    <a:pt x="238045" y="271628"/>
                  </a:lnTo>
                  <a:lnTo>
                    <a:pt x="238402" y="272738"/>
                  </a:lnTo>
                  <a:lnTo>
                    <a:pt x="238112" y="272945"/>
                  </a:lnTo>
                  <a:lnTo>
                    <a:pt x="237682" y="272877"/>
                  </a:lnTo>
                  <a:lnTo>
                    <a:pt x="237441" y="272721"/>
                  </a:lnTo>
                  <a:lnTo>
                    <a:pt x="237411" y="272870"/>
                  </a:lnTo>
                  <a:lnTo>
                    <a:pt x="237383" y="273019"/>
                  </a:lnTo>
                  <a:lnTo>
                    <a:pt x="237255" y="273123"/>
                  </a:lnTo>
                  <a:lnTo>
                    <a:pt x="237086" y="273200"/>
                  </a:lnTo>
                  <a:lnTo>
                    <a:pt x="236906" y="273683"/>
                  </a:lnTo>
                  <a:lnTo>
                    <a:pt x="236911" y="274308"/>
                  </a:lnTo>
                  <a:lnTo>
                    <a:pt x="237042" y="274883"/>
                  </a:lnTo>
                  <a:lnTo>
                    <a:pt x="236285" y="274890"/>
                  </a:lnTo>
                  <a:lnTo>
                    <a:pt x="235950" y="274292"/>
                  </a:lnTo>
                  <a:lnTo>
                    <a:pt x="235520" y="274310"/>
                  </a:lnTo>
                  <a:lnTo>
                    <a:pt x="235187" y="274412"/>
                  </a:lnTo>
                  <a:lnTo>
                    <a:pt x="234999" y="274284"/>
                  </a:lnTo>
                  <a:lnTo>
                    <a:pt x="234150" y="274128"/>
                  </a:lnTo>
                  <a:lnTo>
                    <a:pt x="233377" y="273953"/>
                  </a:lnTo>
                  <a:lnTo>
                    <a:pt x="233220" y="273912"/>
                  </a:lnTo>
                  <a:lnTo>
                    <a:pt x="233057" y="274150"/>
                  </a:lnTo>
                  <a:lnTo>
                    <a:pt x="233025" y="274283"/>
                  </a:lnTo>
                  <a:lnTo>
                    <a:pt x="232884" y="274590"/>
                  </a:lnTo>
                  <a:lnTo>
                    <a:pt x="232561" y="274960"/>
                  </a:lnTo>
                  <a:lnTo>
                    <a:pt x="232033" y="275129"/>
                  </a:lnTo>
                  <a:lnTo>
                    <a:pt x="231658" y="274727"/>
                  </a:lnTo>
                  <a:lnTo>
                    <a:pt x="231523" y="274694"/>
                  </a:lnTo>
                  <a:lnTo>
                    <a:pt x="231292" y="274614"/>
                  </a:lnTo>
                  <a:lnTo>
                    <a:pt x="231144" y="274516"/>
                  </a:lnTo>
                  <a:lnTo>
                    <a:pt x="230221" y="275279"/>
                  </a:lnTo>
                  <a:lnTo>
                    <a:pt x="229890" y="275643"/>
                  </a:lnTo>
                  <a:lnTo>
                    <a:pt x="229684" y="275672"/>
                  </a:lnTo>
                  <a:lnTo>
                    <a:pt x="229515" y="275855"/>
                  </a:lnTo>
                  <a:lnTo>
                    <a:pt x="229301" y="275746"/>
                  </a:lnTo>
                  <a:lnTo>
                    <a:pt x="229155" y="275738"/>
                  </a:lnTo>
                  <a:lnTo>
                    <a:pt x="228822" y="275944"/>
                  </a:lnTo>
                  <a:lnTo>
                    <a:pt x="228634" y="276026"/>
                  </a:lnTo>
                  <a:lnTo>
                    <a:pt x="228409" y="276124"/>
                  </a:lnTo>
                  <a:lnTo>
                    <a:pt x="228139" y="276018"/>
                  </a:lnTo>
                  <a:lnTo>
                    <a:pt x="227970" y="275807"/>
                  </a:lnTo>
                  <a:lnTo>
                    <a:pt x="227733" y="276013"/>
                  </a:lnTo>
                  <a:lnTo>
                    <a:pt x="227450" y="276345"/>
                  </a:lnTo>
                  <a:lnTo>
                    <a:pt x="227302" y="276441"/>
                  </a:lnTo>
                  <a:lnTo>
                    <a:pt x="227064" y="276663"/>
                  </a:lnTo>
                  <a:lnTo>
                    <a:pt x="226792" y="276730"/>
                  </a:lnTo>
                  <a:lnTo>
                    <a:pt x="226577" y="276790"/>
                  </a:lnTo>
                  <a:lnTo>
                    <a:pt x="226441" y="276832"/>
                  </a:lnTo>
                  <a:lnTo>
                    <a:pt x="226173" y="277033"/>
                  </a:lnTo>
                  <a:lnTo>
                    <a:pt x="226036" y="277337"/>
                  </a:lnTo>
                  <a:lnTo>
                    <a:pt x="225808" y="277420"/>
                  </a:lnTo>
                  <a:lnTo>
                    <a:pt x="225201" y="277958"/>
                  </a:lnTo>
                  <a:lnTo>
                    <a:pt x="225184" y="278283"/>
                  </a:lnTo>
                  <a:lnTo>
                    <a:pt x="225318" y="278698"/>
                  </a:lnTo>
                  <a:lnTo>
                    <a:pt x="225095" y="279111"/>
                  </a:lnTo>
                  <a:lnTo>
                    <a:pt x="225029" y="279319"/>
                  </a:lnTo>
                  <a:lnTo>
                    <a:pt x="225230" y="279705"/>
                  </a:lnTo>
                  <a:lnTo>
                    <a:pt x="225217" y="279915"/>
                  </a:lnTo>
                  <a:lnTo>
                    <a:pt x="225062" y="280059"/>
                  </a:lnTo>
                  <a:lnTo>
                    <a:pt x="224889" y="280454"/>
                  </a:lnTo>
                  <a:lnTo>
                    <a:pt x="224467" y="280704"/>
                  </a:lnTo>
                  <a:lnTo>
                    <a:pt x="224138" y="280960"/>
                  </a:lnTo>
                  <a:lnTo>
                    <a:pt x="223962" y="281473"/>
                  </a:lnTo>
                  <a:lnTo>
                    <a:pt x="223836" y="281758"/>
                  </a:lnTo>
                  <a:lnTo>
                    <a:pt x="223338" y="282196"/>
                  </a:lnTo>
                  <a:lnTo>
                    <a:pt x="223206" y="282201"/>
                  </a:lnTo>
                  <a:lnTo>
                    <a:pt x="223022" y="282104"/>
                  </a:lnTo>
                  <a:lnTo>
                    <a:pt x="222940" y="281953"/>
                  </a:lnTo>
                  <a:lnTo>
                    <a:pt x="222751" y="281749"/>
                  </a:lnTo>
                  <a:lnTo>
                    <a:pt x="222471" y="281612"/>
                  </a:lnTo>
                  <a:lnTo>
                    <a:pt x="222397" y="281465"/>
                  </a:lnTo>
                  <a:lnTo>
                    <a:pt x="222309" y="281279"/>
                  </a:lnTo>
                  <a:lnTo>
                    <a:pt x="221943" y="280747"/>
                  </a:lnTo>
                  <a:lnTo>
                    <a:pt x="221289" y="281052"/>
                  </a:lnTo>
                  <a:lnTo>
                    <a:pt x="221091" y="281207"/>
                  </a:lnTo>
                  <a:lnTo>
                    <a:pt x="220739" y="280948"/>
                  </a:lnTo>
                  <a:lnTo>
                    <a:pt x="220601" y="280594"/>
                  </a:lnTo>
                  <a:lnTo>
                    <a:pt x="220595" y="280442"/>
                  </a:lnTo>
                  <a:lnTo>
                    <a:pt x="220365" y="280295"/>
                  </a:lnTo>
                  <a:lnTo>
                    <a:pt x="220124" y="280129"/>
                  </a:lnTo>
                  <a:lnTo>
                    <a:pt x="219975" y="280099"/>
                  </a:lnTo>
                  <a:lnTo>
                    <a:pt x="219904" y="279903"/>
                  </a:lnTo>
                  <a:lnTo>
                    <a:pt x="219079" y="279602"/>
                  </a:lnTo>
                  <a:lnTo>
                    <a:pt x="218612" y="279449"/>
                  </a:lnTo>
                  <a:lnTo>
                    <a:pt x="218437" y="279444"/>
                  </a:lnTo>
                  <a:lnTo>
                    <a:pt x="218271" y="279403"/>
                  </a:lnTo>
                  <a:lnTo>
                    <a:pt x="218076" y="278956"/>
                  </a:lnTo>
                  <a:lnTo>
                    <a:pt x="218114" y="278408"/>
                  </a:lnTo>
                  <a:lnTo>
                    <a:pt x="217802" y="277930"/>
                  </a:lnTo>
                  <a:lnTo>
                    <a:pt x="217787" y="277785"/>
                  </a:lnTo>
                  <a:lnTo>
                    <a:pt x="217647" y="277716"/>
                  </a:lnTo>
                  <a:lnTo>
                    <a:pt x="217407" y="277626"/>
                  </a:lnTo>
                  <a:lnTo>
                    <a:pt x="217560" y="277125"/>
                  </a:lnTo>
                  <a:lnTo>
                    <a:pt x="217444" y="276761"/>
                  </a:lnTo>
                  <a:lnTo>
                    <a:pt x="217461" y="276488"/>
                  </a:lnTo>
                  <a:lnTo>
                    <a:pt x="217461" y="276044"/>
                  </a:lnTo>
                  <a:lnTo>
                    <a:pt x="217492" y="275897"/>
                  </a:lnTo>
                  <a:lnTo>
                    <a:pt x="217155" y="275788"/>
                  </a:lnTo>
                  <a:lnTo>
                    <a:pt x="216955" y="275920"/>
                  </a:lnTo>
                  <a:lnTo>
                    <a:pt x="216863" y="276169"/>
                  </a:lnTo>
                  <a:lnTo>
                    <a:pt x="216806" y="276329"/>
                  </a:lnTo>
                  <a:lnTo>
                    <a:pt x="216538" y="276168"/>
                  </a:lnTo>
                  <a:lnTo>
                    <a:pt x="216383" y="275818"/>
                  </a:lnTo>
                  <a:lnTo>
                    <a:pt x="216482" y="275603"/>
                  </a:lnTo>
                  <a:lnTo>
                    <a:pt x="216370" y="275075"/>
                  </a:lnTo>
                  <a:lnTo>
                    <a:pt x="216293" y="274908"/>
                  </a:lnTo>
                  <a:lnTo>
                    <a:pt x="216132" y="274775"/>
                  </a:lnTo>
                  <a:lnTo>
                    <a:pt x="215355" y="274735"/>
                  </a:lnTo>
                  <a:lnTo>
                    <a:pt x="215295" y="274438"/>
                  </a:lnTo>
                  <a:lnTo>
                    <a:pt x="215229" y="274186"/>
                  </a:lnTo>
                  <a:lnTo>
                    <a:pt x="214527" y="274828"/>
                  </a:lnTo>
                  <a:lnTo>
                    <a:pt x="214423" y="275343"/>
                  </a:lnTo>
                  <a:lnTo>
                    <a:pt x="214311" y="275470"/>
                  </a:lnTo>
                  <a:lnTo>
                    <a:pt x="214179" y="275555"/>
                  </a:lnTo>
                  <a:lnTo>
                    <a:pt x="213972" y="275690"/>
                  </a:lnTo>
                  <a:lnTo>
                    <a:pt x="213375" y="276187"/>
                  </a:lnTo>
                  <a:lnTo>
                    <a:pt x="213310" y="276375"/>
                  </a:lnTo>
                  <a:lnTo>
                    <a:pt x="213010" y="276463"/>
                  </a:lnTo>
                  <a:lnTo>
                    <a:pt x="212704" y="276225"/>
                  </a:lnTo>
                  <a:lnTo>
                    <a:pt x="212619" y="275948"/>
                  </a:lnTo>
                  <a:lnTo>
                    <a:pt x="212449" y="276010"/>
                  </a:lnTo>
                  <a:lnTo>
                    <a:pt x="212242" y="276281"/>
                  </a:lnTo>
                  <a:lnTo>
                    <a:pt x="211835" y="276773"/>
                  </a:lnTo>
                  <a:lnTo>
                    <a:pt x="211464" y="277216"/>
                  </a:lnTo>
                  <a:lnTo>
                    <a:pt x="211355" y="277369"/>
                  </a:lnTo>
                  <a:lnTo>
                    <a:pt x="211041" y="277674"/>
                  </a:lnTo>
                  <a:lnTo>
                    <a:pt x="210724" y="278057"/>
                  </a:lnTo>
                  <a:lnTo>
                    <a:pt x="210390" y="278144"/>
                  </a:lnTo>
                  <a:lnTo>
                    <a:pt x="210120" y="278171"/>
                  </a:lnTo>
                  <a:lnTo>
                    <a:pt x="209895" y="278302"/>
                  </a:lnTo>
                  <a:lnTo>
                    <a:pt x="209534" y="278376"/>
                  </a:lnTo>
                  <a:lnTo>
                    <a:pt x="209391" y="278338"/>
                  </a:lnTo>
                  <a:lnTo>
                    <a:pt x="208915" y="278586"/>
                  </a:lnTo>
                  <a:lnTo>
                    <a:pt x="208766" y="278789"/>
                  </a:lnTo>
                  <a:lnTo>
                    <a:pt x="208535" y="279163"/>
                  </a:lnTo>
                  <a:lnTo>
                    <a:pt x="208403" y="279695"/>
                  </a:lnTo>
                  <a:lnTo>
                    <a:pt x="208263" y="279756"/>
                  </a:lnTo>
                  <a:lnTo>
                    <a:pt x="208062" y="279756"/>
                  </a:lnTo>
                  <a:lnTo>
                    <a:pt x="207769" y="279205"/>
                  </a:lnTo>
                  <a:lnTo>
                    <a:pt x="207732" y="279051"/>
                  </a:lnTo>
                  <a:lnTo>
                    <a:pt x="207802" y="278768"/>
                  </a:lnTo>
                  <a:lnTo>
                    <a:pt x="207575" y="278188"/>
                  </a:lnTo>
                  <a:lnTo>
                    <a:pt x="207369" y="278022"/>
                  </a:lnTo>
                  <a:lnTo>
                    <a:pt x="207040" y="278093"/>
                  </a:lnTo>
                  <a:lnTo>
                    <a:pt x="206875" y="278425"/>
                  </a:lnTo>
                  <a:lnTo>
                    <a:pt x="206857" y="278562"/>
                  </a:lnTo>
                  <a:lnTo>
                    <a:pt x="206683" y="278900"/>
                  </a:lnTo>
                  <a:lnTo>
                    <a:pt x="206524" y="279033"/>
                  </a:lnTo>
                  <a:lnTo>
                    <a:pt x="206305" y="279125"/>
                  </a:lnTo>
                  <a:lnTo>
                    <a:pt x="206061" y="279119"/>
                  </a:lnTo>
                  <a:lnTo>
                    <a:pt x="205626" y="279409"/>
                  </a:lnTo>
                  <a:lnTo>
                    <a:pt x="205549" y="279901"/>
                  </a:lnTo>
                  <a:lnTo>
                    <a:pt x="205505" y="280157"/>
                  </a:lnTo>
                  <a:lnTo>
                    <a:pt x="205752" y="280308"/>
                  </a:lnTo>
                  <a:lnTo>
                    <a:pt x="205980" y="280322"/>
                  </a:lnTo>
                  <a:lnTo>
                    <a:pt x="206123" y="280260"/>
                  </a:lnTo>
                  <a:lnTo>
                    <a:pt x="206257" y="280418"/>
                  </a:lnTo>
                  <a:lnTo>
                    <a:pt x="206523" y="280956"/>
                  </a:lnTo>
                  <a:lnTo>
                    <a:pt x="206500" y="281155"/>
                  </a:lnTo>
                  <a:lnTo>
                    <a:pt x="206438" y="281445"/>
                  </a:lnTo>
                  <a:lnTo>
                    <a:pt x="206345" y="281706"/>
                  </a:lnTo>
                  <a:lnTo>
                    <a:pt x="206389" y="281881"/>
                  </a:lnTo>
                  <a:lnTo>
                    <a:pt x="206339" y="282032"/>
                  </a:lnTo>
                  <a:lnTo>
                    <a:pt x="206273" y="282161"/>
                  </a:lnTo>
                  <a:lnTo>
                    <a:pt x="206549" y="282719"/>
                  </a:lnTo>
                  <a:lnTo>
                    <a:pt x="206625" y="282961"/>
                  </a:lnTo>
                  <a:lnTo>
                    <a:pt x="206458" y="283434"/>
                  </a:lnTo>
                  <a:lnTo>
                    <a:pt x="206381" y="283599"/>
                  </a:lnTo>
                  <a:lnTo>
                    <a:pt x="206292" y="283798"/>
                  </a:lnTo>
                  <a:lnTo>
                    <a:pt x="205886" y="283772"/>
                  </a:lnTo>
                  <a:lnTo>
                    <a:pt x="205445" y="283755"/>
                  </a:lnTo>
                  <a:lnTo>
                    <a:pt x="205303" y="284661"/>
                  </a:lnTo>
                  <a:lnTo>
                    <a:pt x="205051" y="285092"/>
                  </a:lnTo>
                  <a:lnTo>
                    <a:pt x="204801" y="285442"/>
                  </a:lnTo>
                  <a:lnTo>
                    <a:pt x="204588" y="285347"/>
                  </a:lnTo>
                  <a:lnTo>
                    <a:pt x="204274" y="285768"/>
                  </a:lnTo>
                  <a:lnTo>
                    <a:pt x="203922" y="285760"/>
                  </a:lnTo>
                  <a:lnTo>
                    <a:pt x="203696" y="285784"/>
                  </a:lnTo>
                  <a:lnTo>
                    <a:pt x="203328" y="285863"/>
                  </a:lnTo>
                  <a:lnTo>
                    <a:pt x="202805" y="285874"/>
                  </a:lnTo>
                  <a:lnTo>
                    <a:pt x="202649" y="286187"/>
                  </a:lnTo>
                  <a:lnTo>
                    <a:pt x="202671" y="286555"/>
                  </a:lnTo>
                  <a:lnTo>
                    <a:pt x="202729" y="287123"/>
                  </a:lnTo>
                  <a:lnTo>
                    <a:pt x="202646" y="287311"/>
                  </a:lnTo>
                  <a:lnTo>
                    <a:pt x="202509" y="287252"/>
                  </a:lnTo>
                  <a:lnTo>
                    <a:pt x="202296" y="287283"/>
                  </a:lnTo>
                  <a:lnTo>
                    <a:pt x="201856" y="287502"/>
                  </a:lnTo>
                  <a:lnTo>
                    <a:pt x="201596" y="287545"/>
                  </a:lnTo>
                  <a:lnTo>
                    <a:pt x="201232" y="287463"/>
                  </a:lnTo>
                  <a:lnTo>
                    <a:pt x="201023" y="287346"/>
                  </a:lnTo>
                  <a:lnTo>
                    <a:pt x="200126" y="287061"/>
                  </a:lnTo>
                  <a:lnTo>
                    <a:pt x="199877" y="287171"/>
                  </a:lnTo>
                  <a:lnTo>
                    <a:pt x="199824" y="287041"/>
                  </a:lnTo>
                  <a:lnTo>
                    <a:pt x="199535" y="286861"/>
                  </a:lnTo>
                  <a:lnTo>
                    <a:pt x="199336" y="286842"/>
                  </a:lnTo>
                  <a:lnTo>
                    <a:pt x="199178" y="286975"/>
                  </a:lnTo>
                  <a:lnTo>
                    <a:pt x="199016" y="287161"/>
                  </a:lnTo>
                  <a:lnTo>
                    <a:pt x="198778" y="287520"/>
                  </a:lnTo>
                  <a:lnTo>
                    <a:pt x="198637" y="287664"/>
                  </a:lnTo>
                  <a:lnTo>
                    <a:pt x="198493" y="288026"/>
                  </a:lnTo>
                  <a:lnTo>
                    <a:pt x="198842" y="288433"/>
                  </a:lnTo>
                  <a:lnTo>
                    <a:pt x="199059" y="288813"/>
                  </a:lnTo>
                  <a:lnTo>
                    <a:pt x="198883" y="289099"/>
                  </a:lnTo>
                  <a:lnTo>
                    <a:pt x="198842" y="289333"/>
                  </a:lnTo>
                  <a:lnTo>
                    <a:pt x="198935" y="289666"/>
                  </a:lnTo>
                  <a:lnTo>
                    <a:pt x="198642" y="289782"/>
                  </a:lnTo>
                  <a:lnTo>
                    <a:pt x="198476" y="289755"/>
                  </a:lnTo>
                  <a:lnTo>
                    <a:pt x="198278" y="289615"/>
                  </a:lnTo>
                  <a:lnTo>
                    <a:pt x="197942" y="289287"/>
                  </a:lnTo>
                  <a:lnTo>
                    <a:pt x="197789" y="289018"/>
                  </a:lnTo>
                  <a:lnTo>
                    <a:pt x="197723" y="288717"/>
                  </a:lnTo>
                  <a:lnTo>
                    <a:pt x="197530" y="288534"/>
                  </a:lnTo>
                  <a:lnTo>
                    <a:pt x="197380" y="288296"/>
                  </a:lnTo>
                  <a:lnTo>
                    <a:pt x="197243" y="288092"/>
                  </a:lnTo>
                  <a:lnTo>
                    <a:pt x="196827" y="287868"/>
                  </a:lnTo>
                  <a:lnTo>
                    <a:pt x="196602" y="287914"/>
                  </a:lnTo>
                  <a:lnTo>
                    <a:pt x="196106" y="288198"/>
                  </a:lnTo>
                  <a:lnTo>
                    <a:pt x="195853" y="288339"/>
                  </a:lnTo>
                  <a:lnTo>
                    <a:pt x="195569" y="288678"/>
                  </a:lnTo>
                  <a:lnTo>
                    <a:pt x="195588" y="289238"/>
                  </a:lnTo>
                  <a:lnTo>
                    <a:pt x="195139" y="289493"/>
                  </a:lnTo>
                  <a:lnTo>
                    <a:pt x="195057" y="289939"/>
                  </a:lnTo>
                  <a:lnTo>
                    <a:pt x="195298" y="290286"/>
                  </a:lnTo>
                  <a:lnTo>
                    <a:pt x="195311" y="290759"/>
                  </a:lnTo>
                  <a:lnTo>
                    <a:pt x="195556" y="290815"/>
                  </a:lnTo>
                  <a:lnTo>
                    <a:pt x="195596" y="291082"/>
                  </a:lnTo>
                  <a:lnTo>
                    <a:pt x="195683" y="291625"/>
                  </a:lnTo>
                  <a:lnTo>
                    <a:pt x="195661" y="291877"/>
                  </a:lnTo>
                  <a:lnTo>
                    <a:pt x="195486" y="292204"/>
                  </a:lnTo>
                  <a:lnTo>
                    <a:pt x="195525" y="292462"/>
                  </a:lnTo>
                  <a:lnTo>
                    <a:pt x="195512" y="292777"/>
                  </a:lnTo>
                  <a:lnTo>
                    <a:pt x="195635" y="292937"/>
                  </a:lnTo>
                  <a:lnTo>
                    <a:pt x="195767" y="293013"/>
                  </a:lnTo>
                  <a:lnTo>
                    <a:pt x="196127" y="293142"/>
                  </a:lnTo>
                  <a:lnTo>
                    <a:pt x="196473" y="293277"/>
                  </a:lnTo>
                  <a:lnTo>
                    <a:pt x="197049" y="293429"/>
                  </a:lnTo>
                  <a:lnTo>
                    <a:pt x="197275" y="293243"/>
                  </a:lnTo>
                  <a:lnTo>
                    <a:pt x="197327" y="293027"/>
                  </a:lnTo>
                  <a:lnTo>
                    <a:pt x="197489" y="292898"/>
                  </a:lnTo>
                  <a:lnTo>
                    <a:pt x="197814" y="292428"/>
                  </a:lnTo>
                  <a:lnTo>
                    <a:pt x="198058" y="292529"/>
                  </a:lnTo>
                  <a:lnTo>
                    <a:pt x="198256" y="292907"/>
                  </a:lnTo>
                  <a:lnTo>
                    <a:pt x="198236" y="293052"/>
                  </a:lnTo>
                  <a:lnTo>
                    <a:pt x="198416" y="293349"/>
                  </a:lnTo>
                  <a:lnTo>
                    <a:pt x="198661" y="293420"/>
                  </a:lnTo>
                  <a:lnTo>
                    <a:pt x="198791" y="293630"/>
                  </a:lnTo>
                  <a:lnTo>
                    <a:pt x="198770" y="293900"/>
                  </a:lnTo>
                  <a:lnTo>
                    <a:pt x="198738" y="294223"/>
                  </a:lnTo>
                  <a:lnTo>
                    <a:pt x="198708" y="294405"/>
                  </a:lnTo>
                  <a:lnTo>
                    <a:pt x="198874" y="294936"/>
                  </a:lnTo>
                  <a:lnTo>
                    <a:pt x="198981" y="295111"/>
                  </a:lnTo>
                  <a:lnTo>
                    <a:pt x="199171" y="295553"/>
                  </a:lnTo>
                  <a:lnTo>
                    <a:pt x="198858" y="295868"/>
                  </a:lnTo>
                  <a:lnTo>
                    <a:pt x="198800" y="296033"/>
                  </a:lnTo>
                  <a:lnTo>
                    <a:pt x="199104" y="296457"/>
                  </a:lnTo>
                  <a:lnTo>
                    <a:pt x="198954" y="296703"/>
                  </a:lnTo>
                  <a:lnTo>
                    <a:pt x="198993" y="297056"/>
                  </a:lnTo>
                  <a:lnTo>
                    <a:pt x="199458" y="297456"/>
                  </a:lnTo>
                  <a:lnTo>
                    <a:pt x="199636" y="297501"/>
                  </a:lnTo>
                  <a:lnTo>
                    <a:pt x="199667" y="297844"/>
                  </a:lnTo>
                  <a:lnTo>
                    <a:pt x="199639" y="298174"/>
                  </a:lnTo>
                  <a:lnTo>
                    <a:pt x="199737" y="298415"/>
                  </a:lnTo>
                  <a:lnTo>
                    <a:pt x="199936" y="298656"/>
                  </a:lnTo>
                  <a:lnTo>
                    <a:pt x="199850" y="298974"/>
                  </a:lnTo>
                  <a:lnTo>
                    <a:pt x="199791" y="299114"/>
                  </a:lnTo>
                  <a:lnTo>
                    <a:pt x="199757" y="299346"/>
                  </a:lnTo>
                  <a:lnTo>
                    <a:pt x="199673" y="299533"/>
                  </a:lnTo>
                  <a:lnTo>
                    <a:pt x="199426" y="299730"/>
                  </a:lnTo>
                  <a:lnTo>
                    <a:pt x="199233" y="299872"/>
                  </a:lnTo>
                  <a:lnTo>
                    <a:pt x="198970" y="299984"/>
                  </a:lnTo>
                  <a:lnTo>
                    <a:pt x="198912" y="300323"/>
                  </a:lnTo>
                  <a:lnTo>
                    <a:pt x="198659" y="300594"/>
                  </a:lnTo>
                  <a:lnTo>
                    <a:pt x="198823" y="301169"/>
                  </a:lnTo>
                  <a:lnTo>
                    <a:pt x="198774" y="301389"/>
                  </a:lnTo>
                  <a:lnTo>
                    <a:pt x="198755" y="301695"/>
                  </a:lnTo>
                  <a:lnTo>
                    <a:pt x="198772" y="302033"/>
                  </a:lnTo>
                  <a:lnTo>
                    <a:pt x="198720" y="302213"/>
                  </a:lnTo>
                  <a:lnTo>
                    <a:pt x="198614" y="302442"/>
                  </a:lnTo>
                  <a:lnTo>
                    <a:pt x="198793" y="302713"/>
                  </a:lnTo>
                  <a:lnTo>
                    <a:pt x="199221" y="302870"/>
                  </a:lnTo>
                  <a:lnTo>
                    <a:pt x="199424" y="302943"/>
                  </a:lnTo>
                  <a:lnTo>
                    <a:pt x="199855" y="303155"/>
                  </a:lnTo>
                  <a:lnTo>
                    <a:pt x="200006" y="303134"/>
                  </a:lnTo>
                  <a:lnTo>
                    <a:pt x="200230" y="303101"/>
                  </a:lnTo>
                  <a:lnTo>
                    <a:pt x="200284" y="303245"/>
                  </a:lnTo>
                  <a:lnTo>
                    <a:pt x="200273" y="303400"/>
                  </a:lnTo>
                  <a:lnTo>
                    <a:pt x="200045" y="303843"/>
                  </a:lnTo>
                  <a:lnTo>
                    <a:pt x="200118" y="304031"/>
                  </a:lnTo>
                  <a:lnTo>
                    <a:pt x="200624" y="303976"/>
                  </a:lnTo>
                  <a:lnTo>
                    <a:pt x="200851" y="304051"/>
                  </a:lnTo>
                  <a:lnTo>
                    <a:pt x="200962" y="304384"/>
                  </a:lnTo>
                  <a:lnTo>
                    <a:pt x="201303" y="304824"/>
                  </a:lnTo>
                  <a:lnTo>
                    <a:pt x="201233" y="305298"/>
                  </a:lnTo>
                  <a:lnTo>
                    <a:pt x="201220" y="305487"/>
                  </a:lnTo>
                  <a:lnTo>
                    <a:pt x="200853" y="305676"/>
                  </a:lnTo>
                  <a:lnTo>
                    <a:pt x="200727" y="305978"/>
                  </a:lnTo>
                  <a:lnTo>
                    <a:pt x="200485" y="306465"/>
                  </a:lnTo>
                  <a:lnTo>
                    <a:pt x="200424" y="306781"/>
                  </a:lnTo>
                  <a:lnTo>
                    <a:pt x="200222" y="306950"/>
                  </a:lnTo>
                  <a:lnTo>
                    <a:pt x="200054" y="307220"/>
                  </a:lnTo>
                  <a:lnTo>
                    <a:pt x="199790" y="307432"/>
                  </a:lnTo>
                  <a:lnTo>
                    <a:pt x="199460" y="307718"/>
                  </a:lnTo>
                  <a:lnTo>
                    <a:pt x="199460" y="307996"/>
                  </a:lnTo>
                  <a:lnTo>
                    <a:pt x="199311" y="308128"/>
                  </a:lnTo>
                  <a:lnTo>
                    <a:pt x="198773" y="308323"/>
                  </a:lnTo>
                  <a:lnTo>
                    <a:pt x="198699" y="308099"/>
                  </a:lnTo>
                  <a:lnTo>
                    <a:pt x="198560" y="308186"/>
                  </a:lnTo>
                  <a:lnTo>
                    <a:pt x="198426" y="308408"/>
                  </a:lnTo>
                  <a:lnTo>
                    <a:pt x="198267" y="308667"/>
                  </a:lnTo>
                  <a:lnTo>
                    <a:pt x="198136" y="309050"/>
                  </a:lnTo>
                  <a:lnTo>
                    <a:pt x="198030" y="309270"/>
                  </a:lnTo>
                  <a:lnTo>
                    <a:pt x="197872" y="309375"/>
                  </a:lnTo>
                  <a:lnTo>
                    <a:pt x="197684" y="309417"/>
                  </a:lnTo>
                  <a:lnTo>
                    <a:pt x="197492" y="309462"/>
                  </a:lnTo>
                  <a:lnTo>
                    <a:pt x="197270" y="309716"/>
                  </a:lnTo>
                  <a:lnTo>
                    <a:pt x="197040" y="310096"/>
                  </a:lnTo>
                  <a:lnTo>
                    <a:pt x="196972" y="310254"/>
                  </a:lnTo>
                  <a:lnTo>
                    <a:pt x="196685" y="310576"/>
                  </a:lnTo>
                  <a:lnTo>
                    <a:pt x="196527" y="310859"/>
                  </a:lnTo>
                  <a:lnTo>
                    <a:pt x="196440" y="311134"/>
                  </a:lnTo>
                  <a:lnTo>
                    <a:pt x="196549" y="311612"/>
                  </a:lnTo>
                  <a:lnTo>
                    <a:pt x="196616" y="311747"/>
                  </a:lnTo>
                  <a:lnTo>
                    <a:pt x="196713" y="312071"/>
                  </a:lnTo>
                  <a:lnTo>
                    <a:pt x="196731" y="312201"/>
                  </a:lnTo>
                  <a:lnTo>
                    <a:pt x="196727" y="312502"/>
                  </a:lnTo>
                  <a:lnTo>
                    <a:pt x="196734" y="312715"/>
                  </a:lnTo>
                  <a:lnTo>
                    <a:pt x="196729" y="312910"/>
                  </a:lnTo>
                  <a:lnTo>
                    <a:pt x="196596" y="312973"/>
                  </a:lnTo>
                  <a:lnTo>
                    <a:pt x="196444" y="313039"/>
                  </a:lnTo>
                  <a:lnTo>
                    <a:pt x="196163" y="313387"/>
                  </a:lnTo>
                  <a:lnTo>
                    <a:pt x="195920" y="313474"/>
                  </a:lnTo>
                  <a:lnTo>
                    <a:pt x="195740" y="313529"/>
                  </a:lnTo>
                  <a:lnTo>
                    <a:pt x="195582" y="313471"/>
                  </a:lnTo>
                  <a:lnTo>
                    <a:pt x="194857" y="313760"/>
                  </a:lnTo>
                  <a:lnTo>
                    <a:pt x="194648" y="314012"/>
                  </a:lnTo>
                  <a:lnTo>
                    <a:pt x="194467" y="314225"/>
                  </a:lnTo>
                  <a:lnTo>
                    <a:pt x="194292" y="314301"/>
                  </a:lnTo>
                  <a:lnTo>
                    <a:pt x="194135" y="314428"/>
                  </a:lnTo>
                  <a:lnTo>
                    <a:pt x="193992" y="314584"/>
                  </a:lnTo>
                  <a:lnTo>
                    <a:pt x="193546" y="314694"/>
                  </a:lnTo>
                  <a:lnTo>
                    <a:pt x="193355" y="314873"/>
                  </a:lnTo>
                  <a:lnTo>
                    <a:pt x="193108" y="315193"/>
                  </a:lnTo>
                  <a:lnTo>
                    <a:pt x="193027" y="315341"/>
                  </a:lnTo>
                  <a:lnTo>
                    <a:pt x="192952" y="315672"/>
                  </a:lnTo>
                  <a:lnTo>
                    <a:pt x="192690" y="315966"/>
                  </a:lnTo>
                  <a:lnTo>
                    <a:pt x="192588" y="316198"/>
                  </a:lnTo>
                  <a:lnTo>
                    <a:pt x="192299" y="316272"/>
                  </a:lnTo>
                  <a:lnTo>
                    <a:pt x="192043" y="316282"/>
                  </a:lnTo>
                  <a:lnTo>
                    <a:pt x="191866" y="316191"/>
                  </a:lnTo>
                  <a:lnTo>
                    <a:pt x="191606" y="315755"/>
                  </a:lnTo>
                  <a:lnTo>
                    <a:pt x="191212" y="315806"/>
                  </a:lnTo>
                  <a:lnTo>
                    <a:pt x="190620" y="315959"/>
                  </a:lnTo>
                  <a:lnTo>
                    <a:pt x="190337" y="316080"/>
                  </a:lnTo>
                  <a:lnTo>
                    <a:pt x="190039" y="316348"/>
                  </a:lnTo>
                  <a:lnTo>
                    <a:pt x="189703" y="316412"/>
                  </a:lnTo>
                  <a:lnTo>
                    <a:pt x="189623" y="316635"/>
                  </a:lnTo>
                  <a:lnTo>
                    <a:pt x="189476" y="316914"/>
                  </a:lnTo>
                  <a:lnTo>
                    <a:pt x="189139" y="316942"/>
                  </a:lnTo>
                  <a:lnTo>
                    <a:pt x="188835" y="316947"/>
                  </a:lnTo>
                  <a:lnTo>
                    <a:pt x="188585" y="316635"/>
                  </a:lnTo>
                  <a:lnTo>
                    <a:pt x="188431" y="316441"/>
                  </a:lnTo>
                  <a:lnTo>
                    <a:pt x="188286" y="316402"/>
                  </a:lnTo>
                  <a:lnTo>
                    <a:pt x="187945" y="316540"/>
                  </a:lnTo>
                  <a:lnTo>
                    <a:pt x="187792" y="316713"/>
                  </a:lnTo>
                  <a:lnTo>
                    <a:pt x="187552" y="316908"/>
                  </a:lnTo>
                  <a:lnTo>
                    <a:pt x="187318" y="316841"/>
                  </a:lnTo>
                  <a:lnTo>
                    <a:pt x="186996" y="316812"/>
                  </a:lnTo>
                  <a:lnTo>
                    <a:pt x="186695" y="317097"/>
                  </a:lnTo>
                  <a:lnTo>
                    <a:pt x="186188" y="317255"/>
                  </a:lnTo>
                  <a:lnTo>
                    <a:pt x="185940" y="317259"/>
                  </a:lnTo>
                  <a:lnTo>
                    <a:pt x="185790" y="317361"/>
                  </a:lnTo>
                  <a:lnTo>
                    <a:pt x="185651" y="317618"/>
                  </a:lnTo>
                  <a:lnTo>
                    <a:pt x="185603" y="317804"/>
                  </a:lnTo>
                  <a:lnTo>
                    <a:pt x="185644" y="317995"/>
                  </a:lnTo>
                  <a:lnTo>
                    <a:pt x="185404" y="318235"/>
                  </a:lnTo>
                  <a:lnTo>
                    <a:pt x="185268" y="318154"/>
                  </a:lnTo>
                  <a:lnTo>
                    <a:pt x="185015" y="317829"/>
                  </a:lnTo>
                  <a:lnTo>
                    <a:pt x="184940" y="317641"/>
                  </a:lnTo>
                  <a:lnTo>
                    <a:pt x="184569" y="317511"/>
                  </a:lnTo>
                  <a:lnTo>
                    <a:pt x="184268" y="317592"/>
                  </a:lnTo>
                  <a:lnTo>
                    <a:pt x="183950" y="317669"/>
                  </a:lnTo>
                  <a:lnTo>
                    <a:pt x="183654" y="317661"/>
                  </a:lnTo>
                  <a:lnTo>
                    <a:pt x="183181" y="317747"/>
                  </a:lnTo>
                  <a:lnTo>
                    <a:pt x="183043" y="317835"/>
                  </a:lnTo>
                  <a:lnTo>
                    <a:pt x="182415" y="318469"/>
                  </a:lnTo>
                  <a:lnTo>
                    <a:pt x="182121" y="318784"/>
                  </a:lnTo>
                  <a:lnTo>
                    <a:pt x="181974" y="318823"/>
                  </a:lnTo>
                  <a:lnTo>
                    <a:pt x="181782" y="318850"/>
                  </a:lnTo>
                  <a:lnTo>
                    <a:pt x="181557" y="319171"/>
                  </a:lnTo>
                  <a:lnTo>
                    <a:pt x="181386" y="319566"/>
                  </a:lnTo>
                  <a:lnTo>
                    <a:pt x="181295" y="319729"/>
                  </a:lnTo>
                  <a:lnTo>
                    <a:pt x="181106" y="319821"/>
                  </a:lnTo>
                  <a:lnTo>
                    <a:pt x="180859" y="320108"/>
                  </a:lnTo>
                  <a:lnTo>
                    <a:pt x="180596" y="320363"/>
                  </a:lnTo>
                  <a:lnTo>
                    <a:pt x="180271" y="320870"/>
                  </a:lnTo>
                  <a:lnTo>
                    <a:pt x="180146" y="321179"/>
                  </a:lnTo>
                  <a:lnTo>
                    <a:pt x="179995" y="321337"/>
                  </a:lnTo>
                  <a:lnTo>
                    <a:pt x="179861" y="321427"/>
                  </a:lnTo>
                  <a:lnTo>
                    <a:pt x="179772" y="321828"/>
                  </a:lnTo>
                  <a:lnTo>
                    <a:pt x="179577" y="322047"/>
                  </a:lnTo>
                  <a:lnTo>
                    <a:pt x="179246" y="321941"/>
                  </a:lnTo>
                  <a:lnTo>
                    <a:pt x="178913" y="322254"/>
                  </a:lnTo>
                  <a:lnTo>
                    <a:pt x="179055" y="322588"/>
                  </a:lnTo>
                  <a:lnTo>
                    <a:pt x="178830" y="322991"/>
                  </a:lnTo>
                  <a:lnTo>
                    <a:pt x="178482" y="322956"/>
                  </a:lnTo>
                  <a:lnTo>
                    <a:pt x="178263" y="322982"/>
                  </a:lnTo>
                  <a:lnTo>
                    <a:pt x="178078" y="323095"/>
                  </a:lnTo>
                  <a:lnTo>
                    <a:pt x="177972" y="323504"/>
                  </a:lnTo>
                  <a:lnTo>
                    <a:pt x="177885" y="323819"/>
                  </a:lnTo>
                  <a:lnTo>
                    <a:pt x="177449" y="324479"/>
                  </a:lnTo>
                  <a:lnTo>
                    <a:pt x="177356" y="324786"/>
                  </a:lnTo>
                  <a:lnTo>
                    <a:pt x="177300" y="324967"/>
                  </a:lnTo>
                  <a:lnTo>
                    <a:pt x="177348" y="325197"/>
                  </a:lnTo>
                  <a:lnTo>
                    <a:pt x="177214" y="325453"/>
                  </a:lnTo>
                  <a:lnTo>
                    <a:pt x="177153" y="325605"/>
                  </a:lnTo>
                  <a:lnTo>
                    <a:pt x="177319" y="325963"/>
                  </a:lnTo>
                  <a:lnTo>
                    <a:pt x="177345" y="326377"/>
                  </a:lnTo>
                  <a:lnTo>
                    <a:pt x="177653" y="326846"/>
                  </a:lnTo>
                  <a:lnTo>
                    <a:pt x="177792" y="327270"/>
                  </a:lnTo>
                  <a:lnTo>
                    <a:pt x="178022" y="327714"/>
                  </a:lnTo>
                  <a:lnTo>
                    <a:pt x="177875" y="327983"/>
                  </a:lnTo>
                  <a:lnTo>
                    <a:pt x="177348" y="328356"/>
                  </a:lnTo>
                  <a:lnTo>
                    <a:pt x="177168" y="328480"/>
                  </a:lnTo>
                  <a:lnTo>
                    <a:pt x="176811" y="328949"/>
                  </a:lnTo>
                  <a:lnTo>
                    <a:pt x="176636" y="329105"/>
                  </a:lnTo>
                  <a:lnTo>
                    <a:pt x="176505" y="329180"/>
                  </a:lnTo>
                  <a:lnTo>
                    <a:pt x="176204" y="329498"/>
                  </a:lnTo>
                  <a:lnTo>
                    <a:pt x="175922" y="329782"/>
                  </a:lnTo>
                  <a:lnTo>
                    <a:pt x="175951" y="329958"/>
                  </a:lnTo>
                  <a:lnTo>
                    <a:pt x="176106" y="330160"/>
                  </a:lnTo>
                  <a:lnTo>
                    <a:pt x="176010" y="330410"/>
                  </a:lnTo>
                  <a:lnTo>
                    <a:pt x="176213" y="331029"/>
                  </a:lnTo>
                  <a:lnTo>
                    <a:pt x="176525" y="331304"/>
                  </a:lnTo>
                  <a:lnTo>
                    <a:pt x="176791" y="331737"/>
                  </a:lnTo>
                  <a:lnTo>
                    <a:pt x="176913" y="331898"/>
                  </a:lnTo>
                  <a:lnTo>
                    <a:pt x="177058" y="331959"/>
                  </a:lnTo>
                  <a:lnTo>
                    <a:pt x="177337" y="332102"/>
                  </a:lnTo>
                  <a:lnTo>
                    <a:pt x="177667" y="332339"/>
                  </a:lnTo>
                  <a:lnTo>
                    <a:pt x="177537" y="332416"/>
                  </a:lnTo>
                  <a:lnTo>
                    <a:pt x="177641" y="332755"/>
                  </a:lnTo>
                  <a:lnTo>
                    <a:pt x="177791" y="332877"/>
                  </a:lnTo>
                  <a:lnTo>
                    <a:pt x="178121" y="333204"/>
                  </a:lnTo>
                  <a:lnTo>
                    <a:pt x="177948" y="333429"/>
                  </a:lnTo>
                  <a:lnTo>
                    <a:pt x="177932" y="333568"/>
                  </a:lnTo>
                  <a:lnTo>
                    <a:pt x="177941" y="333742"/>
                  </a:lnTo>
                  <a:lnTo>
                    <a:pt x="177963" y="333950"/>
                  </a:lnTo>
                  <a:lnTo>
                    <a:pt x="177974" y="334182"/>
                  </a:lnTo>
                  <a:lnTo>
                    <a:pt x="177916" y="334371"/>
                  </a:lnTo>
                  <a:lnTo>
                    <a:pt x="177944" y="334642"/>
                  </a:lnTo>
                  <a:lnTo>
                    <a:pt x="177618" y="335529"/>
                  </a:lnTo>
                  <a:lnTo>
                    <a:pt x="177396" y="335895"/>
                  </a:lnTo>
                  <a:lnTo>
                    <a:pt x="177298" y="336089"/>
                  </a:lnTo>
                  <a:lnTo>
                    <a:pt x="177280" y="336750"/>
                  </a:lnTo>
                  <a:lnTo>
                    <a:pt x="177403" y="336928"/>
                  </a:lnTo>
                  <a:lnTo>
                    <a:pt x="177726" y="337008"/>
                  </a:lnTo>
                  <a:lnTo>
                    <a:pt x="178159" y="337434"/>
                  </a:lnTo>
                  <a:lnTo>
                    <a:pt x="178471" y="337657"/>
                  </a:lnTo>
                  <a:lnTo>
                    <a:pt x="178617" y="337825"/>
                  </a:lnTo>
                  <a:lnTo>
                    <a:pt x="178949" y="338282"/>
                  </a:lnTo>
                  <a:lnTo>
                    <a:pt x="178975" y="338479"/>
                  </a:lnTo>
                  <a:lnTo>
                    <a:pt x="178961" y="338858"/>
                  </a:lnTo>
                  <a:lnTo>
                    <a:pt x="179206" y="339128"/>
                  </a:lnTo>
                  <a:lnTo>
                    <a:pt x="179101" y="339418"/>
                  </a:lnTo>
                  <a:lnTo>
                    <a:pt x="179258" y="339438"/>
                  </a:lnTo>
                  <a:lnTo>
                    <a:pt x="179385" y="339625"/>
                  </a:lnTo>
                  <a:lnTo>
                    <a:pt x="179587" y="339844"/>
                  </a:lnTo>
                  <a:lnTo>
                    <a:pt x="180017" y="340091"/>
                  </a:lnTo>
                  <a:lnTo>
                    <a:pt x="180180" y="340039"/>
                  </a:lnTo>
                  <a:lnTo>
                    <a:pt x="180440" y="340013"/>
                  </a:lnTo>
                  <a:lnTo>
                    <a:pt x="180662" y="340078"/>
                  </a:lnTo>
                  <a:lnTo>
                    <a:pt x="181085" y="340508"/>
                  </a:lnTo>
                  <a:lnTo>
                    <a:pt x="180851" y="340578"/>
                  </a:lnTo>
                  <a:lnTo>
                    <a:pt x="180526" y="340997"/>
                  </a:lnTo>
                  <a:lnTo>
                    <a:pt x="180496" y="341165"/>
                  </a:lnTo>
                  <a:lnTo>
                    <a:pt x="180539" y="341504"/>
                  </a:lnTo>
                  <a:lnTo>
                    <a:pt x="180259" y="341716"/>
                  </a:lnTo>
                  <a:lnTo>
                    <a:pt x="179746" y="342051"/>
                  </a:lnTo>
                  <a:lnTo>
                    <a:pt x="179674" y="342264"/>
                  </a:lnTo>
                  <a:lnTo>
                    <a:pt x="179567" y="342820"/>
                  </a:lnTo>
                  <a:lnTo>
                    <a:pt x="179530" y="343200"/>
                  </a:lnTo>
                  <a:lnTo>
                    <a:pt x="179623" y="343475"/>
                  </a:lnTo>
                  <a:lnTo>
                    <a:pt x="179736" y="343637"/>
                  </a:lnTo>
                  <a:lnTo>
                    <a:pt x="179832" y="343769"/>
                  </a:lnTo>
                  <a:lnTo>
                    <a:pt x="179790" y="344223"/>
                  </a:lnTo>
                  <a:lnTo>
                    <a:pt x="179512" y="344445"/>
                  </a:lnTo>
                  <a:lnTo>
                    <a:pt x="179499" y="344656"/>
                  </a:lnTo>
                  <a:lnTo>
                    <a:pt x="179357" y="344806"/>
                  </a:lnTo>
                  <a:lnTo>
                    <a:pt x="179193" y="344765"/>
                  </a:lnTo>
                  <a:lnTo>
                    <a:pt x="178859" y="344984"/>
                  </a:lnTo>
                  <a:lnTo>
                    <a:pt x="178312" y="344744"/>
                  </a:lnTo>
                  <a:lnTo>
                    <a:pt x="178012" y="344881"/>
                  </a:lnTo>
                  <a:lnTo>
                    <a:pt x="177809" y="344760"/>
                  </a:lnTo>
                  <a:lnTo>
                    <a:pt x="177820" y="343996"/>
                  </a:lnTo>
                  <a:lnTo>
                    <a:pt x="177745" y="343847"/>
                  </a:lnTo>
                  <a:lnTo>
                    <a:pt x="177545" y="343545"/>
                  </a:lnTo>
                  <a:lnTo>
                    <a:pt x="177407" y="343625"/>
                  </a:lnTo>
                  <a:lnTo>
                    <a:pt x="177204" y="343594"/>
                  </a:lnTo>
                  <a:lnTo>
                    <a:pt x="176926" y="343209"/>
                  </a:lnTo>
                  <a:lnTo>
                    <a:pt x="176379" y="343105"/>
                  </a:lnTo>
                  <a:lnTo>
                    <a:pt x="176176" y="343085"/>
                  </a:lnTo>
                  <a:lnTo>
                    <a:pt x="175967" y="343314"/>
                  </a:lnTo>
                  <a:lnTo>
                    <a:pt x="176099" y="343544"/>
                  </a:lnTo>
                  <a:lnTo>
                    <a:pt x="175996" y="343821"/>
                  </a:lnTo>
                  <a:lnTo>
                    <a:pt x="175710" y="344056"/>
                  </a:lnTo>
                  <a:lnTo>
                    <a:pt x="175377" y="344164"/>
                  </a:lnTo>
                  <a:lnTo>
                    <a:pt x="175418" y="344306"/>
                  </a:lnTo>
                  <a:lnTo>
                    <a:pt x="175580" y="345070"/>
                  </a:lnTo>
                  <a:lnTo>
                    <a:pt x="175322" y="345265"/>
                  </a:lnTo>
                  <a:lnTo>
                    <a:pt x="174908" y="345512"/>
                  </a:lnTo>
                  <a:lnTo>
                    <a:pt x="174177" y="345731"/>
                  </a:lnTo>
                  <a:lnTo>
                    <a:pt x="173975" y="345952"/>
                  </a:lnTo>
                  <a:lnTo>
                    <a:pt x="173983" y="346153"/>
                  </a:lnTo>
                  <a:lnTo>
                    <a:pt x="173851" y="346438"/>
                  </a:lnTo>
                  <a:lnTo>
                    <a:pt x="173719" y="346579"/>
                  </a:lnTo>
                  <a:lnTo>
                    <a:pt x="173272" y="346792"/>
                  </a:lnTo>
                  <a:lnTo>
                    <a:pt x="173088" y="347124"/>
                  </a:lnTo>
                  <a:lnTo>
                    <a:pt x="173084" y="347296"/>
                  </a:lnTo>
                  <a:lnTo>
                    <a:pt x="173285" y="347429"/>
                  </a:lnTo>
                  <a:lnTo>
                    <a:pt x="173087" y="347558"/>
                  </a:lnTo>
                  <a:lnTo>
                    <a:pt x="173011" y="347742"/>
                  </a:lnTo>
                  <a:lnTo>
                    <a:pt x="172603" y="347904"/>
                  </a:lnTo>
                  <a:lnTo>
                    <a:pt x="172429" y="347961"/>
                  </a:lnTo>
                  <a:lnTo>
                    <a:pt x="172509" y="348209"/>
                  </a:lnTo>
                  <a:lnTo>
                    <a:pt x="172594" y="348367"/>
                  </a:lnTo>
                  <a:lnTo>
                    <a:pt x="172342" y="348835"/>
                  </a:lnTo>
                  <a:lnTo>
                    <a:pt x="172070" y="348884"/>
                  </a:lnTo>
                  <a:lnTo>
                    <a:pt x="171907" y="348947"/>
                  </a:lnTo>
                  <a:lnTo>
                    <a:pt x="171587" y="349397"/>
                  </a:lnTo>
                  <a:lnTo>
                    <a:pt x="171458" y="349924"/>
                  </a:lnTo>
                  <a:lnTo>
                    <a:pt x="171537" y="350117"/>
                  </a:lnTo>
                  <a:lnTo>
                    <a:pt x="171152" y="350632"/>
                  </a:lnTo>
                  <a:lnTo>
                    <a:pt x="171145" y="350864"/>
                  </a:lnTo>
                  <a:lnTo>
                    <a:pt x="171172" y="351001"/>
                  </a:lnTo>
                  <a:lnTo>
                    <a:pt x="171327" y="351435"/>
                  </a:lnTo>
                  <a:lnTo>
                    <a:pt x="171155" y="351880"/>
                  </a:lnTo>
                  <a:lnTo>
                    <a:pt x="170931" y="351917"/>
                  </a:lnTo>
                  <a:lnTo>
                    <a:pt x="171560" y="351875"/>
                  </a:lnTo>
                  <a:lnTo>
                    <a:pt x="171607" y="352104"/>
                  </a:lnTo>
                  <a:lnTo>
                    <a:pt x="171368" y="352368"/>
                  </a:lnTo>
                  <a:lnTo>
                    <a:pt x="171590" y="352480"/>
                  </a:lnTo>
                  <a:lnTo>
                    <a:pt x="171692" y="352726"/>
                  </a:lnTo>
                  <a:lnTo>
                    <a:pt x="171630" y="352880"/>
                  </a:lnTo>
                  <a:lnTo>
                    <a:pt x="171544" y="353186"/>
                  </a:lnTo>
                  <a:lnTo>
                    <a:pt x="171397" y="353314"/>
                  </a:lnTo>
                  <a:lnTo>
                    <a:pt x="171568" y="353775"/>
                  </a:lnTo>
                  <a:lnTo>
                    <a:pt x="171722" y="353837"/>
                  </a:lnTo>
                  <a:lnTo>
                    <a:pt x="172282" y="354051"/>
                  </a:lnTo>
                  <a:lnTo>
                    <a:pt x="172508" y="353673"/>
                  </a:lnTo>
                  <a:lnTo>
                    <a:pt x="172519" y="354150"/>
                  </a:lnTo>
                  <a:lnTo>
                    <a:pt x="172672" y="354155"/>
                  </a:lnTo>
                  <a:lnTo>
                    <a:pt x="173377" y="353848"/>
                  </a:lnTo>
                  <a:lnTo>
                    <a:pt x="173790" y="353635"/>
                  </a:lnTo>
                  <a:lnTo>
                    <a:pt x="173978" y="353579"/>
                  </a:lnTo>
                  <a:lnTo>
                    <a:pt x="174258" y="353443"/>
                  </a:lnTo>
                  <a:lnTo>
                    <a:pt x="174823" y="353960"/>
                  </a:lnTo>
                  <a:lnTo>
                    <a:pt x="174806" y="354145"/>
                  </a:lnTo>
                  <a:lnTo>
                    <a:pt x="174868" y="354541"/>
                  </a:lnTo>
                  <a:lnTo>
                    <a:pt x="174809" y="354812"/>
                  </a:lnTo>
                  <a:lnTo>
                    <a:pt x="174803" y="355076"/>
                  </a:lnTo>
                  <a:lnTo>
                    <a:pt x="175115" y="355231"/>
                  </a:lnTo>
                  <a:lnTo>
                    <a:pt x="175189" y="355792"/>
                  </a:lnTo>
                  <a:lnTo>
                    <a:pt x="175068" y="356141"/>
                  </a:lnTo>
                  <a:lnTo>
                    <a:pt x="174284" y="356707"/>
                  </a:lnTo>
                  <a:lnTo>
                    <a:pt x="174216" y="356843"/>
                  </a:lnTo>
                  <a:lnTo>
                    <a:pt x="174137" y="356996"/>
                  </a:lnTo>
                  <a:lnTo>
                    <a:pt x="173855" y="357160"/>
                  </a:lnTo>
                  <a:lnTo>
                    <a:pt x="173537" y="357543"/>
                  </a:lnTo>
                  <a:lnTo>
                    <a:pt x="173258" y="357716"/>
                  </a:lnTo>
                  <a:lnTo>
                    <a:pt x="173103" y="357772"/>
                  </a:lnTo>
                  <a:lnTo>
                    <a:pt x="172699" y="357848"/>
                  </a:lnTo>
                  <a:lnTo>
                    <a:pt x="172493" y="358146"/>
                  </a:lnTo>
                  <a:lnTo>
                    <a:pt x="172471" y="358339"/>
                  </a:lnTo>
                  <a:lnTo>
                    <a:pt x="172193" y="358731"/>
                  </a:lnTo>
                  <a:lnTo>
                    <a:pt x="171739" y="358977"/>
                  </a:lnTo>
                  <a:lnTo>
                    <a:pt x="171718" y="359168"/>
                  </a:lnTo>
                  <a:lnTo>
                    <a:pt x="171764" y="359313"/>
                  </a:lnTo>
                  <a:lnTo>
                    <a:pt x="171600" y="359684"/>
                  </a:lnTo>
                  <a:lnTo>
                    <a:pt x="171433" y="359329"/>
                  </a:lnTo>
                  <a:lnTo>
                    <a:pt x="171509" y="359695"/>
                  </a:lnTo>
                  <a:lnTo>
                    <a:pt x="171046" y="359654"/>
                  </a:lnTo>
                  <a:lnTo>
                    <a:pt x="170990" y="359950"/>
                  </a:lnTo>
                  <a:lnTo>
                    <a:pt x="170802" y="360387"/>
                  </a:lnTo>
                  <a:lnTo>
                    <a:pt x="170483" y="360852"/>
                  </a:lnTo>
                  <a:lnTo>
                    <a:pt x="170322" y="360809"/>
                  </a:lnTo>
                  <a:lnTo>
                    <a:pt x="170185" y="360979"/>
                  </a:lnTo>
                  <a:lnTo>
                    <a:pt x="170141" y="361119"/>
                  </a:lnTo>
                  <a:lnTo>
                    <a:pt x="170110" y="361372"/>
                  </a:lnTo>
                  <a:lnTo>
                    <a:pt x="170172" y="361536"/>
                  </a:lnTo>
                  <a:lnTo>
                    <a:pt x="170407" y="362067"/>
                  </a:lnTo>
                  <a:lnTo>
                    <a:pt x="170461" y="362226"/>
                  </a:lnTo>
                  <a:lnTo>
                    <a:pt x="170464" y="362401"/>
                  </a:lnTo>
                  <a:lnTo>
                    <a:pt x="170327" y="362844"/>
                  </a:lnTo>
                  <a:lnTo>
                    <a:pt x="169936" y="362845"/>
                  </a:lnTo>
                  <a:lnTo>
                    <a:pt x="169729" y="362723"/>
                  </a:lnTo>
                  <a:lnTo>
                    <a:pt x="169501" y="362725"/>
                  </a:lnTo>
                  <a:lnTo>
                    <a:pt x="169114" y="362993"/>
                  </a:lnTo>
                  <a:lnTo>
                    <a:pt x="168891" y="362953"/>
                  </a:lnTo>
                  <a:lnTo>
                    <a:pt x="168730" y="363016"/>
                  </a:lnTo>
                  <a:lnTo>
                    <a:pt x="168720" y="363278"/>
                  </a:lnTo>
                  <a:lnTo>
                    <a:pt x="168469" y="363706"/>
                  </a:lnTo>
                  <a:lnTo>
                    <a:pt x="168223" y="363798"/>
                  </a:lnTo>
                  <a:lnTo>
                    <a:pt x="167993" y="364066"/>
                  </a:lnTo>
                  <a:lnTo>
                    <a:pt x="167888" y="364450"/>
                  </a:lnTo>
                  <a:lnTo>
                    <a:pt x="167313" y="364612"/>
                  </a:lnTo>
                  <a:lnTo>
                    <a:pt x="167081" y="364843"/>
                  </a:lnTo>
                  <a:lnTo>
                    <a:pt x="166889" y="364823"/>
                  </a:lnTo>
                  <a:lnTo>
                    <a:pt x="166563" y="364805"/>
                  </a:lnTo>
                  <a:lnTo>
                    <a:pt x="166298" y="365141"/>
                  </a:lnTo>
                  <a:lnTo>
                    <a:pt x="166227" y="365342"/>
                  </a:lnTo>
                  <a:lnTo>
                    <a:pt x="165990" y="365374"/>
                  </a:lnTo>
                  <a:lnTo>
                    <a:pt x="165650" y="365324"/>
                  </a:lnTo>
                  <a:lnTo>
                    <a:pt x="164921" y="365060"/>
                  </a:lnTo>
                  <a:lnTo>
                    <a:pt x="164761" y="365119"/>
                  </a:lnTo>
                  <a:lnTo>
                    <a:pt x="164487" y="365155"/>
                  </a:lnTo>
                  <a:lnTo>
                    <a:pt x="164215" y="365411"/>
                  </a:lnTo>
                  <a:lnTo>
                    <a:pt x="163682" y="365348"/>
                  </a:lnTo>
                  <a:lnTo>
                    <a:pt x="163503" y="365391"/>
                  </a:lnTo>
                  <a:lnTo>
                    <a:pt x="163197" y="365589"/>
                  </a:lnTo>
                  <a:lnTo>
                    <a:pt x="163041" y="365737"/>
                  </a:lnTo>
                  <a:lnTo>
                    <a:pt x="162931" y="365968"/>
                  </a:lnTo>
                  <a:lnTo>
                    <a:pt x="162870" y="366274"/>
                  </a:lnTo>
                  <a:lnTo>
                    <a:pt x="162568" y="366363"/>
                  </a:lnTo>
                  <a:lnTo>
                    <a:pt x="162403" y="366384"/>
                  </a:lnTo>
                  <a:lnTo>
                    <a:pt x="162159" y="366446"/>
                  </a:lnTo>
                  <a:lnTo>
                    <a:pt x="161935" y="366635"/>
                  </a:lnTo>
                  <a:lnTo>
                    <a:pt x="161772" y="366799"/>
                  </a:lnTo>
                  <a:lnTo>
                    <a:pt x="161784" y="366927"/>
                  </a:lnTo>
                  <a:lnTo>
                    <a:pt x="161577" y="367069"/>
                  </a:lnTo>
                  <a:lnTo>
                    <a:pt x="161293" y="367370"/>
                  </a:lnTo>
                  <a:lnTo>
                    <a:pt x="161249" y="367541"/>
                  </a:lnTo>
                  <a:lnTo>
                    <a:pt x="161243" y="367887"/>
                  </a:lnTo>
                  <a:lnTo>
                    <a:pt x="161305" y="368445"/>
                  </a:lnTo>
                  <a:lnTo>
                    <a:pt x="161281" y="368600"/>
                  </a:lnTo>
                  <a:lnTo>
                    <a:pt x="161439" y="368796"/>
                  </a:lnTo>
                  <a:lnTo>
                    <a:pt x="161566" y="368635"/>
                  </a:lnTo>
                  <a:lnTo>
                    <a:pt x="161757" y="369027"/>
                  </a:lnTo>
                  <a:lnTo>
                    <a:pt x="161964" y="369104"/>
                  </a:lnTo>
                  <a:lnTo>
                    <a:pt x="162315" y="369279"/>
                  </a:lnTo>
                  <a:lnTo>
                    <a:pt x="162415" y="369423"/>
                  </a:lnTo>
                  <a:lnTo>
                    <a:pt x="162449" y="369569"/>
                  </a:lnTo>
                  <a:lnTo>
                    <a:pt x="162467" y="369965"/>
                  </a:lnTo>
                  <a:lnTo>
                    <a:pt x="162702" y="369999"/>
                  </a:lnTo>
                  <a:lnTo>
                    <a:pt x="163027" y="370363"/>
                  </a:lnTo>
                  <a:lnTo>
                    <a:pt x="163131" y="371048"/>
                  </a:lnTo>
                  <a:lnTo>
                    <a:pt x="163085" y="371259"/>
                  </a:lnTo>
                  <a:lnTo>
                    <a:pt x="163087" y="371543"/>
                  </a:lnTo>
                  <a:lnTo>
                    <a:pt x="162877" y="372135"/>
                  </a:lnTo>
                  <a:lnTo>
                    <a:pt x="162639" y="372056"/>
                  </a:lnTo>
                  <a:lnTo>
                    <a:pt x="162601" y="371318"/>
                  </a:lnTo>
                  <a:lnTo>
                    <a:pt x="162312" y="371341"/>
                  </a:lnTo>
                  <a:lnTo>
                    <a:pt x="161967" y="371559"/>
                  </a:lnTo>
                  <a:lnTo>
                    <a:pt x="161555" y="371585"/>
                  </a:lnTo>
                  <a:lnTo>
                    <a:pt x="161230" y="371535"/>
                  </a:lnTo>
                  <a:lnTo>
                    <a:pt x="161139" y="371687"/>
                  </a:lnTo>
                  <a:lnTo>
                    <a:pt x="160977" y="371999"/>
                  </a:lnTo>
                  <a:lnTo>
                    <a:pt x="160871" y="372180"/>
                  </a:lnTo>
                  <a:lnTo>
                    <a:pt x="160819" y="372340"/>
                  </a:lnTo>
                  <a:lnTo>
                    <a:pt x="160799" y="372797"/>
                  </a:lnTo>
                  <a:lnTo>
                    <a:pt x="160518" y="372942"/>
                  </a:lnTo>
                  <a:lnTo>
                    <a:pt x="160397" y="373205"/>
                  </a:lnTo>
                  <a:lnTo>
                    <a:pt x="160478" y="374017"/>
                  </a:lnTo>
                  <a:lnTo>
                    <a:pt x="160231" y="374210"/>
                  </a:lnTo>
                  <a:lnTo>
                    <a:pt x="159893" y="374225"/>
                  </a:lnTo>
                  <a:lnTo>
                    <a:pt x="159607" y="374380"/>
                  </a:lnTo>
                  <a:lnTo>
                    <a:pt x="159386" y="374278"/>
                  </a:lnTo>
                  <a:lnTo>
                    <a:pt x="159113" y="374108"/>
                  </a:lnTo>
                  <a:lnTo>
                    <a:pt x="158831" y="373993"/>
                  </a:lnTo>
                  <a:lnTo>
                    <a:pt x="158819" y="374154"/>
                  </a:lnTo>
                  <a:lnTo>
                    <a:pt x="158699" y="374456"/>
                  </a:lnTo>
                  <a:lnTo>
                    <a:pt x="158543" y="374431"/>
                  </a:lnTo>
                  <a:lnTo>
                    <a:pt x="158514" y="374646"/>
                  </a:lnTo>
                  <a:lnTo>
                    <a:pt x="158444" y="375930"/>
                  </a:lnTo>
                  <a:lnTo>
                    <a:pt x="158674" y="376253"/>
                  </a:lnTo>
                  <a:lnTo>
                    <a:pt x="158915" y="376654"/>
                  </a:lnTo>
                  <a:lnTo>
                    <a:pt x="158421" y="376914"/>
                  </a:lnTo>
                  <a:lnTo>
                    <a:pt x="157765" y="377467"/>
                  </a:lnTo>
                  <a:lnTo>
                    <a:pt x="157805" y="377634"/>
                  </a:lnTo>
                  <a:lnTo>
                    <a:pt x="158005" y="377921"/>
                  </a:lnTo>
                  <a:lnTo>
                    <a:pt x="157796" y="378345"/>
                  </a:lnTo>
                  <a:lnTo>
                    <a:pt x="157999" y="378512"/>
                  </a:lnTo>
                  <a:lnTo>
                    <a:pt x="158238" y="378552"/>
                  </a:lnTo>
                  <a:lnTo>
                    <a:pt x="158306" y="378721"/>
                  </a:lnTo>
                  <a:lnTo>
                    <a:pt x="158360" y="378975"/>
                  </a:lnTo>
                  <a:lnTo>
                    <a:pt x="158353" y="379114"/>
                  </a:lnTo>
                  <a:lnTo>
                    <a:pt x="158280" y="379325"/>
                  </a:lnTo>
                  <a:lnTo>
                    <a:pt x="158385" y="379635"/>
                  </a:lnTo>
                  <a:lnTo>
                    <a:pt x="158699" y="380259"/>
                  </a:lnTo>
                  <a:lnTo>
                    <a:pt x="158586" y="380429"/>
                  </a:lnTo>
                  <a:lnTo>
                    <a:pt x="158411" y="380885"/>
                  </a:lnTo>
                  <a:lnTo>
                    <a:pt x="157694" y="381029"/>
                  </a:lnTo>
                  <a:lnTo>
                    <a:pt x="157640" y="381288"/>
                  </a:lnTo>
                  <a:lnTo>
                    <a:pt x="157586" y="381485"/>
                  </a:lnTo>
                  <a:lnTo>
                    <a:pt x="157589" y="381667"/>
                  </a:lnTo>
                  <a:lnTo>
                    <a:pt x="157586" y="382445"/>
                  </a:lnTo>
                  <a:lnTo>
                    <a:pt x="157193" y="382517"/>
                  </a:lnTo>
                  <a:lnTo>
                    <a:pt x="157000" y="382563"/>
                  </a:lnTo>
                  <a:lnTo>
                    <a:pt x="156807" y="382629"/>
                  </a:lnTo>
                  <a:lnTo>
                    <a:pt x="156745" y="383119"/>
                  </a:lnTo>
                  <a:lnTo>
                    <a:pt x="156607" y="383208"/>
                  </a:lnTo>
                  <a:lnTo>
                    <a:pt x="156397" y="383472"/>
                  </a:lnTo>
                  <a:lnTo>
                    <a:pt x="156552" y="383535"/>
                  </a:lnTo>
                  <a:lnTo>
                    <a:pt x="156551" y="383869"/>
                  </a:lnTo>
                  <a:lnTo>
                    <a:pt x="156482" y="384194"/>
                  </a:lnTo>
                  <a:lnTo>
                    <a:pt x="156971" y="384145"/>
                  </a:lnTo>
                  <a:lnTo>
                    <a:pt x="156795" y="384312"/>
                  </a:lnTo>
                  <a:lnTo>
                    <a:pt x="156620" y="384769"/>
                  </a:lnTo>
                  <a:lnTo>
                    <a:pt x="156904" y="385429"/>
                  </a:lnTo>
                  <a:lnTo>
                    <a:pt x="157160" y="385746"/>
                  </a:lnTo>
                  <a:lnTo>
                    <a:pt x="157084" y="385981"/>
                  </a:lnTo>
                  <a:lnTo>
                    <a:pt x="157124" y="386350"/>
                  </a:lnTo>
                  <a:lnTo>
                    <a:pt x="157101" y="386516"/>
                  </a:lnTo>
                  <a:lnTo>
                    <a:pt x="156934" y="386845"/>
                  </a:lnTo>
                  <a:lnTo>
                    <a:pt x="156613" y="386680"/>
                  </a:lnTo>
                  <a:lnTo>
                    <a:pt x="156314" y="386976"/>
                  </a:lnTo>
                  <a:lnTo>
                    <a:pt x="156418" y="387308"/>
                  </a:lnTo>
                  <a:lnTo>
                    <a:pt x="156555" y="387593"/>
                  </a:lnTo>
                  <a:lnTo>
                    <a:pt x="156446" y="387749"/>
                  </a:lnTo>
                  <a:lnTo>
                    <a:pt x="156250" y="387982"/>
                  </a:lnTo>
                  <a:lnTo>
                    <a:pt x="156001" y="388547"/>
                  </a:lnTo>
                  <a:lnTo>
                    <a:pt x="156058" y="388938"/>
                  </a:lnTo>
                  <a:lnTo>
                    <a:pt x="156071" y="389075"/>
                  </a:lnTo>
                  <a:lnTo>
                    <a:pt x="156227" y="389122"/>
                  </a:lnTo>
                  <a:lnTo>
                    <a:pt x="156298" y="389298"/>
                  </a:lnTo>
                  <a:lnTo>
                    <a:pt x="156129" y="389601"/>
                  </a:lnTo>
                  <a:lnTo>
                    <a:pt x="155898" y="389644"/>
                  </a:lnTo>
                  <a:lnTo>
                    <a:pt x="155772" y="389807"/>
                  </a:lnTo>
                  <a:lnTo>
                    <a:pt x="156439" y="390010"/>
                  </a:lnTo>
                  <a:lnTo>
                    <a:pt x="156389" y="390527"/>
                  </a:lnTo>
                  <a:lnTo>
                    <a:pt x="156197" y="390642"/>
                  </a:lnTo>
                  <a:lnTo>
                    <a:pt x="156389" y="390718"/>
                  </a:lnTo>
                  <a:lnTo>
                    <a:pt x="156593" y="390788"/>
                  </a:lnTo>
                  <a:lnTo>
                    <a:pt x="156525" y="391034"/>
                  </a:lnTo>
                  <a:lnTo>
                    <a:pt x="156372" y="391414"/>
                  </a:lnTo>
                  <a:lnTo>
                    <a:pt x="156119" y="391776"/>
                  </a:lnTo>
                  <a:lnTo>
                    <a:pt x="155969" y="391966"/>
                  </a:lnTo>
                  <a:lnTo>
                    <a:pt x="155682" y="392060"/>
                  </a:lnTo>
                  <a:lnTo>
                    <a:pt x="155585" y="391792"/>
                  </a:lnTo>
                  <a:lnTo>
                    <a:pt x="155287" y="392108"/>
                  </a:lnTo>
                  <a:lnTo>
                    <a:pt x="155023" y="392378"/>
                  </a:lnTo>
                  <a:lnTo>
                    <a:pt x="154867" y="392289"/>
                  </a:lnTo>
                  <a:lnTo>
                    <a:pt x="154732" y="392099"/>
                  </a:lnTo>
                  <a:lnTo>
                    <a:pt x="154577" y="392072"/>
                  </a:lnTo>
                  <a:lnTo>
                    <a:pt x="154409" y="392049"/>
                  </a:lnTo>
                  <a:lnTo>
                    <a:pt x="154193" y="392187"/>
                  </a:lnTo>
                  <a:lnTo>
                    <a:pt x="154285" y="392579"/>
                  </a:lnTo>
                  <a:lnTo>
                    <a:pt x="154331" y="392710"/>
                  </a:lnTo>
                  <a:lnTo>
                    <a:pt x="154382" y="393015"/>
                  </a:lnTo>
                  <a:lnTo>
                    <a:pt x="153910" y="393758"/>
                  </a:lnTo>
                  <a:lnTo>
                    <a:pt x="153796" y="394106"/>
                  </a:lnTo>
                  <a:lnTo>
                    <a:pt x="153709" y="394267"/>
                  </a:lnTo>
                  <a:lnTo>
                    <a:pt x="153511" y="394576"/>
                  </a:lnTo>
                  <a:lnTo>
                    <a:pt x="153126" y="394756"/>
                  </a:lnTo>
                  <a:lnTo>
                    <a:pt x="152735" y="394620"/>
                  </a:lnTo>
                  <a:lnTo>
                    <a:pt x="152423" y="394878"/>
                  </a:lnTo>
                  <a:lnTo>
                    <a:pt x="152005" y="395376"/>
                  </a:lnTo>
                  <a:lnTo>
                    <a:pt x="151683" y="395429"/>
                  </a:lnTo>
                  <a:lnTo>
                    <a:pt x="151108" y="395182"/>
                  </a:lnTo>
                  <a:lnTo>
                    <a:pt x="151026" y="395429"/>
                  </a:lnTo>
                  <a:lnTo>
                    <a:pt x="150869" y="395522"/>
                  </a:lnTo>
                  <a:lnTo>
                    <a:pt x="150657" y="395677"/>
                  </a:lnTo>
                  <a:lnTo>
                    <a:pt x="150663" y="395894"/>
                  </a:lnTo>
                  <a:lnTo>
                    <a:pt x="150710" y="396236"/>
                  </a:lnTo>
                  <a:lnTo>
                    <a:pt x="150740" y="396609"/>
                  </a:lnTo>
                  <a:lnTo>
                    <a:pt x="150707" y="396829"/>
                  </a:lnTo>
                  <a:lnTo>
                    <a:pt x="150709" y="397109"/>
                  </a:lnTo>
                  <a:lnTo>
                    <a:pt x="150569" y="397175"/>
                  </a:lnTo>
                  <a:lnTo>
                    <a:pt x="150488" y="397833"/>
                  </a:lnTo>
                  <a:lnTo>
                    <a:pt x="150953" y="398343"/>
                  </a:lnTo>
                  <a:lnTo>
                    <a:pt x="151174" y="398376"/>
                  </a:lnTo>
                  <a:lnTo>
                    <a:pt x="151526" y="398203"/>
                  </a:lnTo>
                  <a:lnTo>
                    <a:pt x="151638" y="398384"/>
                  </a:lnTo>
                  <a:lnTo>
                    <a:pt x="151861" y="398716"/>
                  </a:lnTo>
                  <a:lnTo>
                    <a:pt x="151955" y="399148"/>
                  </a:lnTo>
                  <a:lnTo>
                    <a:pt x="151992" y="399322"/>
                  </a:lnTo>
                  <a:lnTo>
                    <a:pt x="151741" y="399446"/>
                  </a:lnTo>
                  <a:lnTo>
                    <a:pt x="151613" y="399498"/>
                  </a:lnTo>
                  <a:lnTo>
                    <a:pt x="151386" y="399527"/>
                  </a:lnTo>
                  <a:lnTo>
                    <a:pt x="151394" y="399692"/>
                  </a:lnTo>
                  <a:lnTo>
                    <a:pt x="151790" y="400351"/>
                  </a:lnTo>
                  <a:lnTo>
                    <a:pt x="151563" y="400672"/>
                  </a:lnTo>
                  <a:lnTo>
                    <a:pt x="151616" y="400806"/>
                  </a:lnTo>
                  <a:lnTo>
                    <a:pt x="151715" y="401018"/>
                  </a:lnTo>
                  <a:lnTo>
                    <a:pt x="151921" y="401001"/>
                  </a:lnTo>
                  <a:lnTo>
                    <a:pt x="152220" y="400972"/>
                  </a:lnTo>
                  <a:lnTo>
                    <a:pt x="152476" y="401113"/>
                  </a:lnTo>
                  <a:lnTo>
                    <a:pt x="152642" y="401144"/>
                  </a:lnTo>
                  <a:lnTo>
                    <a:pt x="152929" y="401390"/>
                  </a:lnTo>
                  <a:lnTo>
                    <a:pt x="153012" y="401571"/>
                  </a:lnTo>
                  <a:lnTo>
                    <a:pt x="152961" y="401815"/>
                  </a:lnTo>
                  <a:lnTo>
                    <a:pt x="152965" y="402217"/>
                  </a:lnTo>
                  <a:lnTo>
                    <a:pt x="153139" y="402218"/>
                  </a:lnTo>
                  <a:lnTo>
                    <a:pt x="153297" y="402511"/>
                  </a:lnTo>
                  <a:lnTo>
                    <a:pt x="153456" y="402883"/>
                  </a:lnTo>
                  <a:lnTo>
                    <a:pt x="153254" y="402952"/>
                  </a:lnTo>
                  <a:lnTo>
                    <a:pt x="152930" y="402994"/>
                  </a:lnTo>
                  <a:lnTo>
                    <a:pt x="152552" y="403066"/>
                  </a:lnTo>
                  <a:lnTo>
                    <a:pt x="152336" y="403201"/>
                  </a:lnTo>
                  <a:lnTo>
                    <a:pt x="152253" y="403476"/>
                  </a:lnTo>
                  <a:lnTo>
                    <a:pt x="152076" y="403520"/>
                  </a:lnTo>
                  <a:lnTo>
                    <a:pt x="151903" y="403868"/>
                  </a:lnTo>
                  <a:lnTo>
                    <a:pt x="151607" y="403755"/>
                  </a:lnTo>
                  <a:lnTo>
                    <a:pt x="151387" y="403972"/>
                  </a:lnTo>
                  <a:lnTo>
                    <a:pt x="151421" y="404309"/>
                  </a:lnTo>
                  <a:lnTo>
                    <a:pt x="151435" y="404441"/>
                  </a:lnTo>
                  <a:lnTo>
                    <a:pt x="151512" y="404739"/>
                  </a:lnTo>
                  <a:lnTo>
                    <a:pt x="151693" y="404954"/>
                  </a:lnTo>
                  <a:lnTo>
                    <a:pt x="151853" y="405024"/>
                  </a:lnTo>
                  <a:lnTo>
                    <a:pt x="152036" y="405103"/>
                  </a:lnTo>
                  <a:lnTo>
                    <a:pt x="152280" y="405194"/>
                  </a:lnTo>
                  <a:lnTo>
                    <a:pt x="152446" y="405496"/>
                  </a:lnTo>
                  <a:lnTo>
                    <a:pt x="152761" y="405637"/>
                  </a:lnTo>
                  <a:lnTo>
                    <a:pt x="153079" y="406265"/>
                  </a:lnTo>
                  <a:lnTo>
                    <a:pt x="153306" y="406467"/>
                  </a:lnTo>
                  <a:lnTo>
                    <a:pt x="153254" y="406634"/>
                  </a:lnTo>
                  <a:lnTo>
                    <a:pt x="153029" y="406751"/>
                  </a:lnTo>
                  <a:lnTo>
                    <a:pt x="152790" y="406519"/>
                  </a:lnTo>
                  <a:lnTo>
                    <a:pt x="152154" y="406470"/>
                  </a:lnTo>
                  <a:lnTo>
                    <a:pt x="152035" y="406109"/>
                  </a:lnTo>
                  <a:lnTo>
                    <a:pt x="151759" y="405883"/>
                  </a:lnTo>
                  <a:lnTo>
                    <a:pt x="151347" y="406054"/>
                  </a:lnTo>
                  <a:lnTo>
                    <a:pt x="151215" y="406390"/>
                  </a:lnTo>
                  <a:lnTo>
                    <a:pt x="151279" y="406752"/>
                  </a:lnTo>
                  <a:lnTo>
                    <a:pt x="151380" y="406931"/>
                  </a:lnTo>
                  <a:lnTo>
                    <a:pt x="151603" y="406948"/>
                  </a:lnTo>
                  <a:lnTo>
                    <a:pt x="151797" y="407018"/>
                  </a:lnTo>
                  <a:lnTo>
                    <a:pt x="151925" y="407360"/>
                  </a:lnTo>
                  <a:lnTo>
                    <a:pt x="151994" y="407698"/>
                  </a:lnTo>
                  <a:lnTo>
                    <a:pt x="151701" y="407609"/>
                  </a:lnTo>
                  <a:lnTo>
                    <a:pt x="151549" y="407925"/>
                  </a:lnTo>
                  <a:lnTo>
                    <a:pt x="151669" y="408176"/>
                  </a:lnTo>
                  <a:lnTo>
                    <a:pt x="151753" y="408326"/>
                  </a:lnTo>
                  <a:lnTo>
                    <a:pt x="151728" y="408767"/>
                  </a:lnTo>
                  <a:lnTo>
                    <a:pt x="151721" y="408989"/>
                  </a:lnTo>
                  <a:lnTo>
                    <a:pt x="151908" y="409367"/>
                  </a:lnTo>
                  <a:lnTo>
                    <a:pt x="152025" y="409595"/>
                  </a:lnTo>
                  <a:lnTo>
                    <a:pt x="152189" y="409648"/>
                  </a:lnTo>
                  <a:lnTo>
                    <a:pt x="152366" y="409675"/>
                  </a:lnTo>
                  <a:lnTo>
                    <a:pt x="152610" y="409799"/>
                  </a:lnTo>
                  <a:lnTo>
                    <a:pt x="152672" y="409960"/>
                  </a:lnTo>
                  <a:lnTo>
                    <a:pt x="152348" y="410252"/>
                  </a:lnTo>
                  <a:lnTo>
                    <a:pt x="152009" y="410627"/>
                  </a:lnTo>
                  <a:lnTo>
                    <a:pt x="151349" y="410557"/>
                  </a:lnTo>
                  <a:lnTo>
                    <a:pt x="151140" y="410784"/>
                  </a:lnTo>
                  <a:lnTo>
                    <a:pt x="150817" y="410776"/>
                  </a:lnTo>
                  <a:lnTo>
                    <a:pt x="151035" y="409938"/>
                  </a:lnTo>
                  <a:lnTo>
                    <a:pt x="150643" y="409624"/>
                  </a:lnTo>
                  <a:lnTo>
                    <a:pt x="150452" y="409277"/>
                  </a:lnTo>
                  <a:lnTo>
                    <a:pt x="150279" y="409146"/>
                  </a:lnTo>
                  <a:lnTo>
                    <a:pt x="150137" y="409067"/>
                  </a:lnTo>
                  <a:lnTo>
                    <a:pt x="149976" y="408980"/>
                  </a:lnTo>
                  <a:lnTo>
                    <a:pt x="149821" y="408996"/>
                  </a:lnTo>
                  <a:lnTo>
                    <a:pt x="149309" y="408963"/>
                  </a:lnTo>
                  <a:lnTo>
                    <a:pt x="149192" y="409118"/>
                  </a:lnTo>
                  <a:lnTo>
                    <a:pt x="148974" y="409419"/>
                  </a:lnTo>
                  <a:lnTo>
                    <a:pt x="148859" y="409675"/>
                  </a:lnTo>
                  <a:lnTo>
                    <a:pt x="148760" y="410032"/>
                  </a:lnTo>
                  <a:lnTo>
                    <a:pt x="148676" y="410176"/>
                  </a:lnTo>
                  <a:lnTo>
                    <a:pt x="148694" y="410420"/>
                  </a:lnTo>
                  <a:lnTo>
                    <a:pt x="148756" y="410630"/>
                  </a:lnTo>
                  <a:lnTo>
                    <a:pt x="148840" y="410803"/>
                  </a:lnTo>
                  <a:lnTo>
                    <a:pt x="148679" y="411139"/>
                  </a:lnTo>
                  <a:lnTo>
                    <a:pt x="148285" y="410908"/>
                  </a:lnTo>
                  <a:lnTo>
                    <a:pt x="148110" y="410855"/>
                  </a:lnTo>
                  <a:lnTo>
                    <a:pt x="147800" y="410871"/>
                  </a:lnTo>
                  <a:lnTo>
                    <a:pt x="147863" y="411024"/>
                  </a:lnTo>
                  <a:lnTo>
                    <a:pt x="148123" y="411165"/>
                  </a:lnTo>
                  <a:lnTo>
                    <a:pt x="148136" y="411299"/>
                  </a:lnTo>
                  <a:lnTo>
                    <a:pt x="147902" y="411498"/>
                  </a:lnTo>
                  <a:lnTo>
                    <a:pt x="148027" y="412203"/>
                  </a:lnTo>
                  <a:lnTo>
                    <a:pt x="147896" y="412166"/>
                  </a:lnTo>
                  <a:lnTo>
                    <a:pt x="147723" y="412079"/>
                  </a:lnTo>
                  <a:lnTo>
                    <a:pt x="147688" y="412432"/>
                  </a:lnTo>
                  <a:lnTo>
                    <a:pt x="147588" y="412872"/>
                  </a:lnTo>
                  <a:lnTo>
                    <a:pt x="147470" y="413007"/>
                  </a:lnTo>
                  <a:lnTo>
                    <a:pt x="147478" y="413267"/>
                  </a:lnTo>
                  <a:lnTo>
                    <a:pt x="147488" y="413428"/>
                  </a:lnTo>
                  <a:lnTo>
                    <a:pt x="147457" y="413616"/>
                  </a:lnTo>
                  <a:lnTo>
                    <a:pt x="147326" y="413828"/>
                  </a:lnTo>
                  <a:lnTo>
                    <a:pt x="147537" y="414994"/>
                  </a:lnTo>
                  <a:lnTo>
                    <a:pt x="147340" y="415079"/>
                  </a:lnTo>
                  <a:lnTo>
                    <a:pt x="147168" y="415243"/>
                  </a:lnTo>
                  <a:lnTo>
                    <a:pt x="147112" y="415622"/>
                  </a:lnTo>
                  <a:lnTo>
                    <a:pt x="146868" y="415819"/>
                  </a:lnTo>
                  <a:lnTo>
                    <a:pt x="146824" y="415989"/>
                  </a:lnTo>
                  <a:lnTo>
                    <a:pt x="146815" y="416263"/>
                  </a:lnTo>
                  <a:lnTo>
                    <a:pt x="146839" y="416515"/>
                  </a:lnTo>
                  <a:lnTo>
                    <a:pt x="147118" y="416640"/>
                  </a:lnTo>
                  <a:lnTo>
                    <a:pt x="147415" y="416892"/>
                  </a:lnTo>
                  <a:lnTo>
                    <a:pt x="147459" y="417152"/>
                  </a:lnTo>
                  <a:lnTo>
                    <a:pt x="147370" y="417498"/>
                  </a:lnTo>
                  <a:lnTo>
                    <a:pt x="147374" y="417639"/>
                  </a:lnTo>
                  <a:lnTo>
                    <a:pt x="147598" y="417658"/>
                  </a:lnTo>
                  <a:lnTo>
                    <a:pt x="147762" y="417830"/>
                  </a:lnTo>
                  <a:lnTo>
                    <a:pt x="147884" y="417970"/>
                  </a:lnTo>
                  <a:lnTo>
                    <a:pt x="148258" y="418041"/>
                  </a:lnTo>
                  <a:lnTo>
                    <a:pt x="148562" y="417772"/>
                  </a:lnTo>
                  <a:lnTo>
                    <a:pt x="148757" y="417864"/>
                  </a:lnTo>
                  <a:lnTo>
                    <a:pt x="148654" y="418358"/>
                  </a:lnTo>
                  <a:lnTo>
                    <a:pt x="148697" y="418671"/>
                  </a:lnTo>
                  <a:lnTo>
                    <a:pt x="148405" y="418826"/>
                  </a:lnTo>
                  <a:lnTo>
                    <a:pt x="148400" y="419158"/>
                  </a:lnTo>
                  <a:lnTo>
                    <a:pt x="148059" y="419131"/>
                  </a:lnTo>
                  <a:lnTo>
                    <a:pt x="147646" y="419102"/>
                  </a:lnTo>
                  <a:lnTo>
                    <a:pt x="147445" y="419280"/>
                  </a:lnTo>
                  <a:lnTo>
                    <a:pt x="147013" y="419390"/>
                  </a:lnTo>
                  <a:lnTo>
                    <a:pt x="147210" y="419592"/>
                  </a:lnTo>
                  <a:lnTo>
                    <a:pt x="147859" y="419746"/>
                  </a:lnTo>
                  <a:lnTo>
                    <a:pt x="147871" y="419899"/>
                  </a:lnTo>
                  <a:lnTo>
                    <a:pt x="148017" y="420142"/>
                  </a:lnTo>
                  <a:lnTo>
                    <a:pt x="148089" y="420521"/>
                  </a:lnTo>
                  <a:lnTo>
                    <a:pt x="147964" y="420860"/>
                  </a:lnTo>
                  <a:lnTo>
                    <a:pt x="148481" y="421333"/>
                  </a:lnTo>
                  <a:lnTo>
                    <a:pt x="148541" y="421510"/>
                  </a:lnTo>
                  <a:lnTo>
                    <a:pt x="148762" y="421664"/>
                  </a:lnTo>
                  <a:lnTo>
                    <a:pt x="149130" y="422176"/>
                  </a:lnTo>
                  <a:lnTo>
                    <a:pt x="149374" y="422462"/>
                  </a:lnTo>
                  <a:lnTo>
                    <a:pt x="149763" y="422567"/>
                  </a:lnTo>
                  <a:lnTo>
                    <a:pt x="149831" y="422715"/>
                  </a:lnTo>
                  <a:lnTo>
                    <a:pt x="149878" y="422852"/>
                  </a:lnTo>
                  <a:lnTo>
                    <a:pt x="150069" y="423068"/>
                  </a:lnTo>
                  <a:lnTo>
                    <a:pt x="150245" y="423540"/>
                  </a:lnTo>
                  <a:lnTo>
                    <a:pt x="150397" y="423624"/>
                  </a:lnTo>
                  <a:lnTo>
                    <a:pt x="150504" y="423978"/>
                  </a:lnTo>
                  <a:lnTo>
                    <a:pt x="149959" y="423974"/>
                  </a:lnTo>
                  <a:lnTo>
                    <a:pt x="149708" y="424115"/>
                  </a:lnTo>
                  <a:lnTo>
                    <a:pt x="149406" y="424181"/>
                  </a:lnTo>
                  <a:lnTo>
                    <a:pt x="149276" y="424025"/>
                  </a:lnTo>
                  <a:lnTo>
                    <a:pt x="149077" y="423883"/>
                  </a:lnTo>
                  <a:lnTo>
                    <a:pt x="148856" y="424046"/>
                  </a:lnTo>
                  <a:lnTo>
                    <a:pt x="148823" y="424185"/>
                  </a:lnTo>
                  <a:lnTo>
                    <a:pt x="148399" y="423911"/>
                  </a:lnTo>
                  <a:lnTo>
                    <a:pt x="148172" y="423632"/>
                  </a:lnTo>
                  <a:lnTo>
                    <a:pt x="147798" y="423823"/>
                  </a:lnTo>
                  <a:lnTo>
                    <a:pt x="147383" y="424032"/>
                  </a:lnTo>
                  <a:lnTo>
                    <a:pt x="147235" y="424348"/>
                  </a:lnTo>
                  <a:lnTo>
                    <a:pt x="146911" y="424616"/>
                  </a:lnTo>
                  <a:lnTo>
                    <a:pt x="146687" y="424779"/>
                  </a:lnTo>
                  <a:lnTo>
                    <a:pt x="146005" y="424971"/>
                  </a:lnTo>
                  <a:lnTo>
                    <a:pt x="145873" y="424974"/>
                  </a:lnTo>
                  <a:lnTo>
                    <a:pt x="144894" y="424818"/>
                  </a:lnTo>
                  <a:lnTo>
                    <a:pt x="144207" y="424801"/>
                  </a:lnTo>
                  <a:lnTo>
                    <a:pt x="144053" y="424704"/>
                  </a:lnTo>
                  <a:lnTo>
                    <a:pt x="143892" y="424325"/>
                  </a:lnTo>
                  <a:lnTo>
                    <a:pt x="143825" y="424194"/>
                  </a:lnTo>
                  <a:lnTo>
                    <a:pt x="143829" y="423887"/>
                  </a:lnTo>
                  <a:lnTo>
                    <a:pt x="144183" y="423707"/>
                  </a:lnTo>
                  <a:lnTo>
                    <a:pt x="144093" y="423054"/>
                  </a:lnTo>
                  <a:lnTo>
                    <a:pt x="143957" y="422841"/>
                  </a:lnTo>
                  <a:lnTo>
                    <a:pt x="143729" y="422385"/>
                  </a:lnTo>
                  <a:lnTo>
                    <a:pt x="143593" y="422199"/>
                  </a:lnTo>
                  <a:lnTo>
                    <a:pt x="143299" y="422134"/>
                  </a:lnTo>
                  <a:lnTo>
                    <a:pt x="142861" y="421773"/>
                  </a:lnTo>
                  <a:lnTo>
                    <a:pt x="142596" y="421774"/>
                  </a:lnTo>
                  <a:lnTo>
                    <a:pt x="142359" y="421837"/>
                  </a:lnTo>
                  <a:lnTo>
                    <a:pt x="142197" y="421879"/>
                  </a:lnTo>
                  <a:lnTo>
                    <a:pt x="141787" y="421487"/>
                  </a:lnTo>
                  <a:lnTo>
                    <a:pt x="141451" y="421465"/>
                  </a:lnTo>
                  <a:lnTo>
                    <a:pt x="141185" y="421282"/>
                  </a:lnTo>
                  <a:lnTo>
                    <a:pt x="140933" y="421402"/>
                  </a:lnTo>
                  <a:lnTo>
                    <a:pt x="140957" y="421531"/>
                  </a:lnTo>
                  <a:lnTo>
                    <a:pt x="140698" y="421725"/>
                  </a:lnTo>
                  <a:lnTo>
                    <a:pt x="139852" y="421737"/>
                  </a:lnTo>
                  <a:lnTo>
                    <a:pt x="139662" y="421229"/>
                  </a:lnTo>
                  <a:lnTo>
                    <a:pt x="139600" y="421077"/>
                  </a:lnTo>
                  <a:lnTo>
                    <a:pt x="139477" y="420862"/>
                  </a:lnTo>
                  <a:lnTo>
                    <a:pt x="139156" y="420253"/>
                  </a:lnTo>
                  <a:lnTo>
                    <a:pt x="139233" y="419987"/>
                  </a:lnTo>
                  <a:lnTo>
                    <a:pt x="139222" y="419747"/>
                  </a:lnTo>
                  <a:lnTo>
                    <a:pt x="139170" y="419576"/>
                  </a:lnTo>
                  <a:lnTo>
                    <a:pt x="139119" y="419448"/>
                  </a:lnTo>
                  <a:lnTo>
                    <a:pt x="139054" y="419275"/>
                  </a:lnTo>
                  <a:lnTo>
                    <a:pt x="138855" y="418689"/>
                  </a:lnTo>
                  <a:lnTo>
                    <a:pt x="138295" y="418395"/>
                  </a:lnTo>
                  <a:lnTo>
                    <a:pt x="137953" y="418134"/>
                  </a:lnTo>
                  <a:lnTo>
                    <a:pt x="137755" y="417900"/>
                  </a:lnTo>
                  <a:lnTo>
                    <a:pt x="137939" y="417736"/>
                  </a:lnTo>
                  <a:lnTo>
                    <a:pt x="138051" y="417478"/>
                  </a:lnTo>
                  <a:lnTo>
                    <a:pt x="137841" y="417272"/>
                  </a:lnTo>
                  <a:lnTo>
                    <a:pt x="137633" y="417313"/>
                  </a:lnTo>
                  <a:lnTo>
                    <a:pt x="137477" y="417355"/>
                  </a:lnTo>
                  <a:lnTo>
                    <a:pt x="137249" y="417326"/>
                  </a:lnTo>
                  <a:lnTo>
                    <a:pt x="137168" y="417193"/>
                  </a:lnTo>
                  <a:lnTo>
                    <a:pt x="136981" y="416714"/>
                  </a:lnTo>
                  <a:lnTo>
                    <a:pt x="136842" y="416265"/>
                  </a:lnTo>
                  <a:lnTo>
                    <a:pt x="136355" y="415950"/>
                  </a:lnTo>
                  <a:lnTo>
                    <a:pt x="136237" y="415603"/>
                  </a:lnTo>
                  <a:lnTo>
                    <a:pt x="136108" y="415396"/>
                  </a:lnTo>
                  <a:lnTo>
                    <a:pt x="135923" y="415224"/>
                  </a:lnTo>
                  <a:lnTo>
                    <a:pt x="135740" y="415148"/>
                  </a:lnTo>
                  <a:lnTo>
                    <a:pt x="135469" y="415142"/>
                  </a:lnTo>
                  <a:lnTo>
                    <a:pt x="135266" y="415243"/>
                  </a:lnTo>
                  <a:lnTo>
                    <a:pt x="135136" y="415095"/>
                  </a:lnTo>
                  <a:lnTo>
                    <a:pt x="134914" y="415081"/>
                  </a:lnTo>
                  <a:lnTo>
                    <a:pt x="134751" y="414854"/>
                  </a:lnTo>
                  <a:lnTo>
                    <a:pt x="134571" y="414704"/>
                  </a:lnTo>
                  <a:lnTo>
                    <a:pt x="134337" y="414511"/>
                  </a:lnTo>
                  <a:lnTo>
                    <a:pt x="134293" y="414362"/>
                  </a:lnTo>
                  <a:lnTo>
                    <a:pt x="134049" y="414325"/>
                  </a:lnTo>
                  <a:lnTo>
                    <a:pt x="133909" y="414259"/>
                  </a:lnTo>
                  <a:lnTo>
                    <a:pt x="133605" y="413954"/>
                  </a:lnTo>
                  <a:lnTo>
                    <a:pt x="133385" y="413881"/>
                  </a:lnTo>
                  <a:lnTo>
                    <a:pt x="133184" y="414020"/>
                  </a:lnTo>
                  <a:lnTo>
                    <a:pt x="132798" y="414467"/>
                  </a:lnTo>
                  <a:lnTo>
                    <a:pt x="132806" y="414691"/>
                  </a:lnTo>
                  <a:lnTo>
                    <a:pt x="132596" y="414910"/>
                  </a:lnTo>
                  <a:lnTo>
                    <a:pt x="132037" y="414774"/>
                  </a:lnTo>
                  <a:lnTo>
                    <a:pt x="131853" y="415030"/>
                  </a:lnTo>
                  <a:lnTo>
                    <a:pt x="131665" y="415392"/>
                  </a:lnTo>
                  <a:lnTo>
                    <a:pt x="131612" y="415574"/>
                  </a:lnTo>
                  <a:lnTo>
                    <a:pt x="131590" y="415810"/>
                  </a:lnTo>
                  <a:lnTo>
                    <a:pt x="131693" y="416022"/>
                  </a:lnTo>
                  <a:lnTo>
                    <a:pt x="131461" y="416504"/>
                  </a:lnTo>
                  <a:lnTo>
                    <a:pt x="131241" y="416293"/>
                  </a:lnTo>
                  <a:lnTo>
                    <a:pt x="131093" y="416152"/>
                  </a:lnTo>
                  <a:lnTo>
                    <a:pt x="130744" y="415925"/>
                  </a:lnTo>
                  <a:lnTo>
                    <a:pt x="130551" y="415862"/>
                  </a:lnTo>
                  <a:lnTo>
                    <a:pt x="130274" y="415901"/>
                  </a:lnTo>
                  <a:lnTo>
                    <a:pt x="130012" y="415924"/>
                  </a:lnTo>
                  <a:lnTo>
                    <a:pt x="129778" y="415791"/>
                  </a:lnTo>
                  <a:lnTo>
                    <a:pt x="129642" y="415599"/>
                  </a:lnTo>
                  <a:lnTo>
                    <a:pt x="129537" y="415462"/>
                  </a:lnTo>
                  <a:lnTo>
                    <a:pt x="129071" y="415539"/>
                  </a:lnTo>
                  <a:lnTo>
                    <a:pt x="128757" y="415610"/>
                  </a:lnTo>
                  <a:lnTo>
                    <a:pt x="128615" y="415603"/>
                  </a:lnTo>
                  <a:lnTo>
                    <a:pt x="128412" y="415704"/>
                  </a:lnTo>
                  <a:lnTo>
                    <a:pt x="127965" y="416187"/>
                  </a:lnTo>
                  <a:lnTo>
                    <a:pt x="127820" y="416591"/>
                  </a:lnTo>
                  <a:lnTo>
                    <a:pt x="127594" y="416800"/>
                  </a:lnTo>
                  <a:lnTo>
                    <a:pt x="127095" y="416625"/>
                  </a:lnTo>
                  <a:lnTo>
                    <a:pt x="126799" y="416814"/>
                  </a:lnTo>
                  <a:lnTo>
                    <a:pt x="126721" y="416968"/>
                  </a:lnTo>
                  <a:lnTo>
                    <a:pt x="126515" y="416873"/>
                  </a:lnTo>
                  <a:lnTo>
                    <a:pt x="126354" y="416858"/>
                  </a:lnTo>
                  <a:lnTo>
                    <a:pt x="126110" y="417022"/>
                  </a:lnTo>
                  <a:lnTo>
                    <a:pt x="125801" y="417192"/>
                  </a:lnTo>
                  <a:lnTo>
                    <a:pt x="125503" y="417388"/>
                  </a:lnTo>
                  <a:lnTo>
                    <a:pt x="125275" y="417521"/>
                  </a:lnTo>
                  <a:lnTo>
                    <a:pt x="124938" y="417640"/>
                  </a:lnTo>
                  <a:lnTo>
                    <a:pt x="124790" y="417677"/>
                  </a:lnTo>
                  <a:lnTo>
                    <a:pt x="124780" y="417938"/>
                  </a:lnTo>
                  <a:lnTo>
                    <a:pt x="125140" y="418173"/>
                  </a:lnTo>
                  <a:lnTo>
                    <a:pt x="125102" y="418360"/>
                  </a:lnTo>
                  <a:lnTo>
                    <a:pt x="124716" y="418309"/>
                  </a:lnTo>
                  <a:lnTo>
                    <a:pt x="123701" y="418554"/>
                  </a:lnTo>
                  <a:lnTo>
                    <a:pt x="123206" y="418667"/>
                  </a:lnTo>
                  <a:lnTo>
                    <a:pt x="122902" y="418867"/>
                  </a:lnTo>
                  <a:lnTo>
                    <a:pt x="122570" y="418884"/>
                  </a:lnTo>
                  <a:lnTo>
                    <a:pt x="122245" y="419423"/>
                  </a:lnTo>
                  <a:lnTo>
                    <a:pt x="121845" y="419411"/>
                  </a:lnTo>
                  <a:lnTo>
                    <a:pt x="121677" y="419427"/>
                  </a:lnTo>
                  <a:lnTo>
                    <a:pt x="121544" y="419142"/>
                  </a:lnTo>
                  <a:lnTo>
                    <a:pt x="121323" y="419151"/>
                  </a:lnTo>
                  <a:lnTo>
                    <a:pt x="120983" y="418564"/>
                  </a:lnTo>
                  <a:lnTo>
                    <a:pt x="120969" y="418306"/>
                  </a:lnTo>
                  <a:lnTo>
                    <a:pt x="120481" y="417845"/>
                  </a:lnTo>
                  <a:lnTo>
                    <a:pt x="120305" y="417834"/>
                  </a:lnTo>
                  <a:lnTo>
                    <a:pt x="120069" y="417872"/>
                  </a:lnTo>
                  <a:lnTo>
                    <a:pt x="119828" y="417889"/>
                  </a:lnTo>
                  <a:lnTo>
                    <a:pt x="119355" y="418524"/>
                  </a:lnTo>
                  <a:lnTo>
                    <a:pt x="119218" y="418710"/>
                  </a:lnTo>
                  <a:lnTo>
                    <a:pt x="119004" y="418873"/>
                  </a:lnTo>
                  <a:lnTo>
                    <a:pt x="118721" y="419270"/>
                  </a:lnTo>
                  <a:lnTo>
                    <a:pt x="118474" y="419269"/>
                  </a:lnTo>
                  <a:lnTo>
                    <a:pt x="118157" y="419226"/>
                  </a:lnTo>
                  <a:lnTo>
                    <a:pt x="117948" y="419051"/>
                  </a:lnTo>
                  <a:lnTo>
                    <a:pt x="117771" y="418888"/>
                  </a:lnTo>
                  <a:lnTo>
                    <a:pt x="117535" y="419093"/>
                  </a:lnTo>
                  <a:lnTo>
                    <a:pt x="117109" y="419156"/>
                  </a:lnTo>
                  <a:lnTo>
                    <a:pt x="116874" y="419204"/>
                  </a:lnTo>
                  <a:lnTo>
                    <a:pt x="116133" y="419619"/>
                  </a:lnTo>
                  <a:lnTo>
                    <a:pt x="115978" y="419937"/>
                  </a:lnTo>
                  <a:lnTo>
                    <a:pt x="115835" y="420092"/>
                  </a:lnTo>
                  <a:lnTo>
                    <a:pt x="115335" y="420224"/>
                  </a:lnTo>
                  <a:lnTo>
                    <a:pt x="115158" y="419975"/>
                  </a:lnTo>
                  <a:lnTo>
                    <a:pt x="115184" y="419728"/>
                  </a:lnTo>
                  <a:lnTo>
                    <a:pt x="115059" y="419485"/>
                  </a:lnTo>
                  <a:lnTo>
                    <a:pt x="114484" y="419484"/>
                  </a:lnTo>
                  <a:lnTo>
                    <a:pt x="114185" y="419678"/>
                  </a:lnTo>
                  <a:lnTo>
                    <a:pt x="114096" y="419986"/>
                  </a:lnTo>
                  <a:lnTo>
                    <a:pt x="114106" y="420122"/>
                  </a:lnTo>
                  <a:lnTo>
                    <a:pt x="114134" y="420273"/>
                  </a:lnTo>
                  <a:lnTo>
                    <a:pt x="113990" y="420885"/>
                  </a:lnTo>
                  <a:lnTo>
                    <a:pt x="113728" y="421583"/>
                  </a:lnTo>
                  <a:lnTo>
                    <a:pt x="113892" y="422017"/>
                  </a:lnTo>
                  <a:lnTo>
                    <a:pt x="113827" y="422191"/>
                  </a:lnTo>
                  <a:lnTo>
                    <a:pt x="113693" y="422306"/>
                  </a:lnTo>
                  <a:lnTo>
                    <a:pt x="113645" y="422444"/>
                  </a:lnTo>
                  <a:lnTo>
                    <a:pt x="113607" y="422641"/>
                  </a:lnTo>
                  <a:lnTo>
                    <a:pt x="113568" y="422913"/>
                  </a:lnTo>
                  <a:lnTo>
                    <a:pt x="113225" y="423342"/>
                  </a:lnTo>
                  <a:lnTo>
                    <a:pt x="112486" y="424028"/>
                  </a:lnTo>
                  <a:lnTo>
                    <a:pt x="112302" y="423723"/>
                  </a:lnTo>
                  <a:lnTo>
                    <a:pt x="112274" y="423592"/>
                  </a:lnTo>
                  <a:lnTo>
                    <a:pt x="112054" y="423043"/>
                  </a:lnTo>
                  <a:lnTo>
                    <a:pt x="112254" y="422630"/>
                  </a:lnTo>
                  <a:lnTo>
                    <a:pt x="112040" y="422468"/>
                  </a:lnTo>
                  <a:lnTo>
                    <a:pt x="111719" y="422282"/>
                  </a:lnTo>
                  <a:lnTo>
                    <a:pt x="111310" y="422400"/>
                  </a:lnTo>
                  <a:lnTo>
                    <a:pt x="111053" y="422579"/>
                  </a:lnTo>
                  <a:lnTo>
                    <a:pt x="110909" y="422882"/>
                  </a:lnTo>
                  <a:lnTo>
                    <a:pt x="109887" y="422323"/>
                  </a:lnTo>
                  <a:lnTo>
                    <a:pt x="109516" y="421949"/>
                  </a:lnTo>
                  <a:lnTo>
                    <a:pt x="109052" y="422106"/>
                  </a:lnTo>
                  <a:lnTo>
                    <a:pt x="108811" y="422149"/>
                  </a:lnTo>
                  <a:lnTo>
                    <a:pt x="108652" y="422095"/>
                  </a:lnTo>
                  <a:lnTo>
                    <a:pt x="108498" y="421997"/>
                  </a:lnTo>
                  <a:lnTo>
                    <a:pt x="108246" y="421715"/>
                  </a:lnTo>
                  <a:lnTo>
                    <a:pt x="107948" y="421736"/>
                  </a:lnTo>
                  <a:lnTo>
                    <a:pt x="107790" y="421851"/>
                  </a:lnTo>
                  <a:lnTo>
                    <a:pt x="107505" y="421837"/>
                  </a:lnTo>
                  <a:lnTo>
                    <a:pt x="107245" y="422174"/>
                  </a:lnTo>
                  <a:lnTo>
                    <a:pt x="107215" y="422588"/>
                  </a:lnTo>
                  <a:lnTo>
                    <a:pt x="107226" y="422852"/>
                  </a:lnTo>
                  <a:lnTo>
                    <a:pt x="107463" y="423069"/>
                  </a:lnTo>
                  <a:lnTo>
                    <a:pt x="107441" y="423213"/>
                  </a:lnTo>
                  <a:lnTo>
                    <a:pt x="107535" y="423797"/>
                  </a:lnTo>
                  <a:lnTo>
                    <a:pt x="107479" y="424019"/>
                  </a:lnTo>
                  <a:lnTo>
                    <a:pt x="107282" y="424223"/>
                  </a:lnTo>
                  <a:lnTo>
                    <a:pt x="107180" y="424406"/>
                  </a:lnTo>
                  <a:lnTo>
                    <a:pt x="106926" y="424400"/>
                  </a:lnTo>
                  <a:lnTo>
                    <a:pt x="106706" y="424453"/>
                  </a:lnTo>
                  <a:lnTo>
                    <a:pt x="106713" y="424658"/>
                  </a:lnTo>
                  <a:lnTo>
                    <a:pt x="106472" y="425331"/>
                  </a:lnTo>
                  <a:lnTo>
                    <a:pt x="106301" y="425563"/>
                  </a:lnTo>
                  <a:lnTo>
                    <a:pt x="106175" y="425415"/>
                  </a:lnTo>
                  <a:lnTo>
                    <a:pt x="106142" y="425272"/>
                  </a:lnTo>
                  <a:lnTo>
                    <a:pt x="105598" y="425086"/>
                  </a:lnTo>
                  <a:lnTo>
                    <a:pt x="105456" y="424815"/>
                  </a:lnTo>
                  <a:lnTo>
                    <a:pt x="105399" y="424627"/>
                  </a:lnTo>
                  <a:lnTo>
                    <a:pt x="105155" y="424295"/>
                  </a:lnTo>
                  <a:lnTo>
                    <a:pt x="105070" y="424056"/>
                  </a:lnTo>
                  <a:lnTo>
                    <a:pt x="104960" y="423833"/>
                  </a:lnTo>
                  <a:lnTo>
                    <a:pt x="104944" y="423699"/>
                  </a:lnTo>
                  <a:lnTo>
                    <a:pt x="104842" y="423242"/>
                  </a:lnTo>
                  <a:lnTo>
                    <a:pt x="104483" y="423280"/>
                  </a:lnTo>
                  <a:lnTo>
                    <a:pt x="103458" y="423709"/>
                  </a:lnTo>
                  <a:lnTo>
                    <a:pt x="103356" y="423547"/>
                  </a:lnTo>
                  <a:lnTo>
                    <a:pt x="103213" y="423413"/>
                  </a:lnTo>
                  <a:lnTo>
                    <a:pt x="102933" y="423685"/>
                  </a:lnTo>
                  <a:lnTo>
                    <a:pt x="102540" y="423968"/>
                  </a:lnTo>
                  <a:lnTo>
                    <a:pt x="102173" y="424480"/>
                  </a:lnTo>
                  <a:lnTo>
                    <a:pt x="102158" y="424633"/>
                  </a:lnTo>
                  <a:lnTo>
                    <a:pt x="102009" y="425024"/>
                  </a:lnTo>
                  <a:lnTo>
                    <a:pt x="101829" y="425191"/>
                  </a:lnTo>
                  <a:lnTo>
                    <a:pt x="101615" y="425078"/>
                  </a:lnTo>
                  <a:lnTo>
                    <a:pt x="101258" y="424929"/>
                  </a:lnTo>
                  <a:lnTo>
                    <a:pt x="100906" y="425025"/>
                  </a:lnTo>
                  <a:lnTo>
                    <a:pt x="100834" y="425152"/>
                  </a:lnTo>
                  <a:lnTo>
                    <a:pt x="100354" y="424990"/>
                  </a:lnTo>
                  <a:lnTo>
                    <a:pt x="100098" y="424856"/>
                  </a:lnTo>
                  <a:lnTo>
                    <a:pt x="99707" y="424228"/>
                  </a:lnTo>
                  <a:lnTo>
                    <a:pt x="99412" y="424289"/>
                  </a:lnTo>
                  <a:lnTo>
                    <a:pt x="99313" y="424453"/>
                  </a:lnTo>
                  <a:lnTo>
                    <a:pt x="99107" y="424733"/>
                  </a:lnTo>
                  <a:lnTo>
                    <a:pt x="98101" y="425263"/>
                  </a:lnTo>
                  <a:lnTo>
                    <a:pt x="97672" y="425465"/>
                  </a:lnTo>
                  <a:lnTo>
                    <a:pt x="97510" y="425696"/>
                  </a:lnTo>
                  <a:lnTo>
                    <a:pt x="97205" y="426312"/>
                  </a:lnTo>
                  <a:lnTo>
                    <a:pt x="97004" y="426413"/>
                  </a:lnTo>
                  <a:lnTo>
                    <a:pt x="96606" y="426749"/>
                  </a:lnTo>
                  <a:lnTo>
                    <a:pt x="96457" y="426816"/>
                  </a:lnTo>
                  <a:lnTo>
                    <a:pt x="96317" y="426783"/>
                  </a:lnTo>
                  <a:lnTo>
                    <a:pt x="96127" y="426851"/>
                  </a:lnTo>
                  <a:lnTo>
                    <a:pt x="95920" y="427107"/>
                  </a:lnTo>
                  <a:lnTo>
                    <a:pt x="95603" y="427454"/>
                  </a:lnTo>
                  <a:lnTo>
                    <a:pt x="95330" y="426955"/>
                  </a:lnTo>
                  <a:lnTo>
                    <a:pt x="95196" y="426925"/>
                  </a:lnTo>
                  <a:lnTo>
                    <a:pt x="94827" y="426672"/>
                  </a:lnTo>
                  <a:lnTo>
                    <a:pt x="94574" y="426764"/>
                  </a:lnTo>
                  <a:lnTo>
                    <a:pt x="94598" y="426504"/>
                  </a:lnTo>
                  <a:lnTo>
                    <a:pt x="94644" y="426356"/>
                  </a:lnTo>
                  <a:lnTo>
                    <a:pt x="94716" y="426200"/>
                  </a:lnTo>
                  <a:lnTo>
                    <a:pt x="94754" y="426027"/>
                  </a:lnTo>
                  <a:lnTo>
                    <a:pt x="94607" y="425566"/>
                  </a:lnTo>
                  <a:lnTo>
                    <a:pt x="94332" y="425396"/>
                  </a:lnTo>
                  <a:lnTo>
                    <a:pt x="94048" y="425225"/>
                  </a:lnTo>
                  <a:lnTo>
                    <a:pt x="93966" y="424662"/>
                  </a:lnTo>
                  <a:lnTo>
                    <a:pt x="94034" y="424482"/>
                  </a:lnTo>
                  <a:lnTo>
                    <a:pt x="94125" y="424316"/>
                  </a:lnTo>
                  <a:lnTo>
                    <a:pt x="94047" y="423967"/>
                  </a:lnTo>
                  <a:lnTo>
                    <a:pt x="93729" y="424111"/>
                  </a:lnTo>
                  <a:lnTo>
                    <a:pt x="93565" y="423838"/>
                  </a:lnTo>
                  <a:lnTo>
                    <a:pt x="93589" y="423639"/>
                  </a:lnTo>
                  <a:lnTo>
                    <a:pt x="93106" y="423228"/>
                  </a:lnTo>
                  <a:lnTo>
                    <a:pt x="93080" y="423053"/>
                  </a:lnTo>
                  <a:lnTo>
                    <a:pt x="92842" y="423195"/>
                  </a:lnTo>
                  <a:lnTo>
                    <a:pt x="92694" y="423279"/>
                  </a:lnTo>
                  <a:lnTo>
                    <a:pt x="92681" y="423102"/>
                  </a:lnTo>
                  <a:lnTo>
                    <a:pt x="92821" y="422802"/>
                  </a:lnTo>
                  <a:lnTo>
                    <a:pt x="92472" y="423146"/>
                  </a:lnTo>
                  <a:lnTo>
                    <a:pt x="92591" y="423433"/>
                  </a:lnTo>
                  <a:lnTo>
                    <a:pt x="92462" y="423343"/>
                  </a:lnTo>
                  <a:lnTo>
                    <a:pt x="92107" y="423114"/>
                  </a:lnTo>
                  <a:lnTo>
                    <a:pt x="91910" y="423374"/>
                  </a:lnTo>
                  <a:lnTo>
                    <a:pt x="91340" y="423428"/>
                  </a:lnTo>
                  <a:lnTo>
                    <a:pt x="90951" y="423571"/>
                  </a:lnTo>
                  <a:lnTo>
                    <a:pt x="90793" y="423502"/>
                  </a:lnTo>
                  <a:lnTo>
                    <a:pt x="90638" y="423283"/>
                  </a:lnTo>
                  <a:lnTo>
                    <a:pt x="90662" y="423120"/>
                  </a:lnTo>
                  <a:lnTo>
                    <a:pt x="90704" y="422993"/>
                  </a:lnTo>
                  <a:lnTo>
                    <a:pt x="90615" y="422811"/>
                  </a:lnTo>
                  <a:lnTo>
                    <a:pt x="90456" y="422561"/>
                  </a:lnTo>
                  <a:lnTo>
                    <a:pt x="90274" y="422394"/>
                  </a:lnTo>
                  <a:lnTo>
                    <a:pt x="90293" y="422214"/>
                  </a:lnTo>
                  <a:lnTo>
                    <a:pt x="90283" y="421974"/>
                  </a:lnTo>
                  <a:lnTo>
                    <a:pt x="90254" y="421551"/>
                  </a:lnTo>
                  <a:lnTo>
                    <a:pt x="89991" y="421322"/>
                  </a:lnTo>
                  <a:lnTo>
                    <a:pt x="89771" y="421022"/>
                  </a:lnTo>
                  <a:lnTo>
                    <a:pt x="89469" y="421084"/>
                  </a:lnTo>
                  <a:lnTo>
                    <a:pt x="89009" y="420501"/>
                  </a:lnTo>
                  <a:lnTo>
                    <a:pt x="88368" y="420505"/>
                  </a:lnTo>
                  <a:lnTo>
                    <a:pt x="87839" y="420705"/>
                  </a:lnTo>
                  <a:lnTo>
                    <a:pt x="87570" y="420470"/>
                  </a:lnTo>
                  <a:lnTo>
                    <a:pt x="86761" y="420112"/>
                  </a:lnTo>
                  <a:lnTo>
                    <a:pt x="86438" y="420076"/>
                  </a:lnTo>
                  <a:lnTo>
                    <a:pt x="86213" y="420232"/>
                  </a:lnTo>
                  <a:lnTo>
                    <a:pt x="86165" y="420363"/>
                  </a:lnTo>
                  <a:lnTo>
                    <a:pt x="85812" y="420244"/>
                  </a:lnTo>
                  <a:lnTo>
                    <a:pt x="85704" y="420055"/>
                  </a:lnTo>
                  <a:lnTo>
                    <a:pt x="86079" y="420134"/>
                  </a:lnTo>
                  <a:lnTo>
                    <a:pt x="86180" y="419604"/>
                  </a:lnTo>
                  <a:lnTo>
                    <a:pt x="86152" y="419417"/>
                  </a:lnTo>
                  <a:lnTo>
                    <a:pt x="85886" y="419128"/>
                  </a:lnTo>
                  <a:lnTo>
                    <a:pt x="85699" y="418904"/>
                  </a:lnTo>
                  <a:lnTo>
                    <a:pt x="85552" y="418778"/>
                  </a:lnTo>
                  <a:lnTo>
                    <a:pt x="85507" y="418630"/>
                  </a:lnTo>
                  <a:lnTo>
                    <a:pt x="85567" y="418417"/>
                  </a:lnTo>
                  <a:lnTo>
                    <a:pt x="85978" y="418443"/>
                  </a:lnTo>
                  <a:lnTo>
                    <a:pt x="86334" y="418249"/>
                  </a:lnTo>
                  <a:lnTo>
                    <a:pt x="86591" y="418318"/>
                  </a:lnTo>
                  <a:lnTo>
                    <a:pt x="86953" y="418553"/>
                  </a:lnTo>
                  <a:lnTo>
                    <a:pt x="87196" y="418458"/>
                  </a:lnTo>
                  <a:lnTo>
                    <a:pt x="87402" y="418344"/>
                  </a:lnTo>
                  <a:lnTo>
                    <a:pt x="87950" y="418050"/>
                  </a:lnTo>
                  <a:lnTo>
                    <a:pt x="88252" y="418126"/>
                  </a:lnTo>
                  <a:lnTo>
                    <a:pt x="88387" y="418079"/>
                  </a:lnTo>
                  <a:lnTo>
                    <a:pt x="88633" y="418041"/>
                  </a:lnTo>
                  <a:lnTo>
                    <a:pt x="89173" y="417971"/>
                  </a:lnTo>
                  <a:lnTo>
                    <a:pt x="89303" y="417996"/>
                  </a:lnTo>
                  <a:lnTo>
                    <a:pt x="89494" y="417987"/>
                  </a:lnTo>
                  <a:lnTo>
                    <a:pt x="89660" y="417927"/>
                  </a:lnTo>
                  <a:lnTo>
                    <a:pt x="89827" y="417817"/>
                  </a:lnTo>
                  <a:lnTo>
                    <a:pt x="89718" y="417389"/>
                  </a:lnTo>
                  <a:lnTo>
                    <a:pt x="89910" y="416933"/>
                  </a:lnTo>
                  <a:lnTo>
                    <a:pt x="90337" y="416683"/>
                  </a:lnTo>
                  <a:lnTo>
                    <a:pt x="90595" y="416670"/>
                  </a:lnTo>
                  <a:lnTo>
                    <a:pt x="90779" y="416658"/>
                  </a:lnTo>
                  <a:lnTo>
                    <a:pt x="91028" y="416631"/>
                  </a:lnTo>
                  <a:lnTo>
                    <a:pt x="91177" y="416429"/>
                  </a:lnTo>
                  <a:lnTo>
                    <a:pt x="91483" y="416177"/>
                  </a:lnTo>
                  <a:lnTo>
                    <a:pt x="91772" y="416056"/>
                  </a:lnTo>
                  <a:lnTo>
                    <a:pt x="91999" y="415868"/>
                  </a:lnTo>
                  <a:lnTo>
                    <a:pt x="92122" y="415662"/>
                  </a:lnTo>
                  <a:lnTo>
                    <a:pt x="92329" y="415230"/>
                  </a:lnTo>
                  <a:lnTo>
                    <a:pt x="92190" y="414921"/>
                  </a:lnTo>
                  <a:lnTo>
                    <a:pt x="92032" y="414789"/>
                  </a:lnTo>
                  <a:lnTo>
                    <a:pt x="91856" y="414578"/>
                  </a:lnTo>
                  <a:lnTo>
                    <a:pt x="91846" y="414279"/>
                  </a:lnTo>
                  <a:lnTo>
                    <a:pt x="91991" y="414167"/>
                  </a:lnTo>
                  <a:lnTo>
                    <a:pt x="92267" y="414076"/>
                  </a:lnTo>
                  <a:lnTo>
                    <a:pt x="92478" y="413642"/>
                  </a:lnTo>
                  <a:lnTo>
                    <a:pt x="92331" y="413450"/>
                  </a:lnTo>
                  <a:lnTo>
                    <a:pt x="92230" y="413289"/>
                  </a:lnTo>
                  <a:lnTo>
                    <a:pt x="92495" y="412953"/>
                  </a:lnTo>
                  <a:lnTo>
                    <a:pt x="92842" y="412852"/>
                  </a:lnTo>
                  <a:lnTo>
                    <a:pt x="92783" y="412447"/>
                  </a:lnTo>
                  <a:lnTo>
                    <a:pt x="93044" y="411747"/>
                  </a:lnTo>
                  <a:lnTo>
                    <a:pt x="93329" y="411540"/>
                  </a:lnTo>
                  <a:lnTo>
                    <a:pt x="93526" y="411203"/>
                  </a:lnTo>
                  <a:lnTo>
                    <a:pt x="93714" y="410932"/>
                  </a:lnTo>
                  <a:lnTo>
                    <a:pt x="94032" y="410926"/>
                  </a:lnTo>
                  <a:lnTo>
                    <a:pt x="94512" y="410484"/>
                  </a:lnTo>
                  <a:lnTo>
                    <a:pt x="94622" y="410250"/>
                  </a:lnTo>
                  <a:lnTo>
                    <a:pt x="94657" y="409954"/>
                  </a:lnTo>
                  <a:lnTo>
                    <a:pt x="94682" y="409398"/>
                  </a:lnTo>
                  <a:lnTo>
                    <a:pt x="94549" y="409142"/>
                  </a:lnTo>
                  <a:lnTo>
                    <a:pt x="94325" y="408972"/>
                  </a:lnTo>
                  <a:lnTo>
                    <a:pt x="94116" y="408679"/>
                  </a:lnTo>
                  <a:lnTo>
                    <a:pt x="94272" y="408593"/>
                  </a:lnTo>
                  <a:lnTo>
                    <a:pt x="94498" y="408481"/>
                  </a:lnTo>
                  <a:lnTo>
                    <a:pt x="94366" y="407820"/>
                  </a:lnTo>
                  <a:lnTo>
                    <a:pt x="94421" y="407428"/>
                  </a:lnTo>
                  <a:lnTo>
                    <a:pt x="94368" y="407286"/>
                  </a:lnTo>
                  <a:lnTo>
                    <a:pt x="94566" y="406898"/>
                  </a:lnTo>
                  <a:lnTo>
                    <a:pt x="94945" y="406867"/>
                  </a:lnTo>
                  <a:lnTo>
                    <a:pt x="95241" y="406839"/>
                  </a:lnTo>
                  <a:lnTo>
                    <a:pt x="95372" y="406801"/>
                  </a:lnTo>
                  <a:lnTo>
                    <a:pt x="95310" y="406593"/>
                  </a:lnTo>
                  <a:lnTo>
                    <a:pt x="95299" y="406111"/>
                  </a:lnTo>
                  <a:lnTo>
                    <a:pt x="95739" y="406137"/>
                  </a:lnTo>
                  <a:lnTo>
                    <a:pt x="96364" y="406070"/>
                  </a:lnTo>
                  <a:lnTo>
                    <a:pt x="96635" y="405905"/>
                  </a:lnTo>
                  <a:lnTo>
                    <a:pt x="96724" y="405766"/>
                  </a:lnTo>
                  <a:lnTo>
                    <a:pt x="96711" y="405570"/>
                  </a:lnTo>
                  <a:lnTo>
                    <a:pt x="96901" y="405012"/>
                  </a:lnTo>
                  <a:lnTo>
                    <a:pt x="97433" y="404720"/>
                  </a:lnTo>
                  <a:lnTo>
                    <a:pt x="97796" y="404724"/>
                  </a:lnTo>
                  <a:lnTo>
                    <a:pt x="97947" y="404789"/>
                  </a:lnTo>
                  <a:lnTo>
                    <a:pt x="98257" y="404854"/>
                  </a:lnTo>
                  <a:lnTo>
                    <a:pt x="98694" y="404842"/>
                  </a:lnTo>
                  <a:lnTo>
                    <a:pt x="98884" y="404658"/>
                  </a:lnTo>
                  <a:lnTo>
                    <a:pt x="98874" y="404515"/>
                  </a:lnTo>
                  <a:lnTo>
                    <a:pt x="98912" y="404052"/>
                  </a:lnTo>
                  <a:lnTo>
                    <a:pt x="99020" y="403792"/>
                  </a:lnTo>
                  <a:lnTo>
                    <a:pt x="99216" y="403837"/>
                  </a:lnTo>
                  <a:lnTo>
                    <a:pt x="99375" y="403997"/>
                  </a:lnTo>
                  <a:lnTo>
                    <a:pt x="99569" y="403905"/>
                  </a:lnTo>
                  <a:lnTo>
                    <a:pt x="99846" y="403719"/>
                  </a:lnTo>
                  <a:lnTo>
                    <a:pt x="99843" y="403577"/>
                  </a:lnTo>
                  <a:lnTo>
                    <a:pt x="99986" y="403132"/>
                  </a:lnTo>
                  <a:lnTo>
                    <a:pt x="100160" y="402483"/>
                  </a:lnTo>
                  <a:lnTo>
                    <a:pt x="100361" y="402228"/>
                  </a:lnTo>
                  <a:lnTo>
                    <a:pt x="100496" y="401999"/>
                  </a:lnTo>
                  <a:lnTo>
                    <a:pt x="100520" y="401826"/>
                  </a:lnTo>
                  <a:lnTo>
                    <a:pt x="100900" y="401415"/>
                  </a:lnTo>
                  <a:lnTo>
                    <a:pt x="101117" y="401391"/>
                  </a:lnTo>
                  <a:lnTo>
                    <a:pt x="101423" y="401332"/>
                  </a:lnTo>
                  <a:lnTo>
                    <a:pt x="101788" y="401396"/>
                  </a:lnTo>
                  <a:lnTo>
                    <a:pt x="102083" y="401549"/>
                  </a:lnTo>
                  <a:lnTo>
                    <a:pt x="102226" y="401385"/>
                  </a:lnTo>
                  <a:lnTo>
                    <a:pt x="102424" y="401187"/>
                  </a:lnTo>
                  <a:lnTo>
                    <a:pt x="102512" y="401316"/>
                  </a:lnTo>
                  <a:lnTo>
                    <a:pt x="102680" y="401449"/>
                  </a:lnTo>
                  <a:lnTo>
                    <a:pt x="103080" y="401665"/>
                  </a:lnTo>
                  <a:lnTo>
                    <a:pt x="103411" y="401673"/>
                  </a:lnTo>
                  <a:lnTo>
                    <a:pt x="103591" y="401714"/>
                  </a:lnTo>
                  <a:lnTo>
                    <a:pt x="103926" y="401544"/>
                  </a:lnTo>
                  <a:lnTo>
                    <a:pt x="104237" y="401514"/>
                  </a:lnTo>
                  <a:lnTo>
                    <a:pt x="104440" y="401329"/>
                  </a:lnTo>
                  <a:lnTo>
                    <a:pt x="104688" y="400690"/>
                  </a:lnTo>
                  <a:lnTo>
                    <a:pt x="104680" y="400561"/>
                  </a:lnTo>
                  <a:lnTo>
                    <a:pt x="105010" y="400303"/>
                  </a:lnTo>
                  <a:lnTo>
                    <a:pt x="105231" y="400174"/>
                  </a:lnTo>
                  <a:lnTo>
                    <a:pt x="106125" y="400190"/>
                  </a:lnTo>
                  <a:lnTo>
                    <a:pt x="106746" y="399823"/>
                  </a:lnTo>
                  <a:lnTo>
                    <a:pt x="106982" y="399737"/>
                  </a:lnTo>
                  <a:lnTo>
                    <a:pt x="107547" y="399212"/>
                  </a:lnTo>
                  <a:lnTo>
                    <a:pt x="107537" y="399076"/>
                  </a:lnTo>
                  <a:lnTo>
                    <a:pt x="107374" y="398467"/>
                  </a:lnTo>
                  <a:lnTo>
                    <a:pt x="107451" y="398266"/>
                  </a:lnTo>
                  <a:lnTo>
                    <a:pt x="107290" y="398110"/>
                  </a:lnTo>
                  <a:lnTo>
                    <a:pt x="106862" y="397730"/>
                  </a:lnTo>
                  <a:lnTo>
                    <a:pt x="106632" y="397804"/>
                  </a:lnTo>
                  <a:lnTo>
                    <a:pt x="106450" y="397796"/>
                  </a:lnTo>
                  <a:lnTo>
                    <a:pt x="105871" y="397561"/>
                  </a:lnTo>
                  <a:lnTo>
                    <a:pt x="105498" y="397191"/>
                  </a:lnTo>
                  <a:lnTo>
                    <a:pt x="105658" y="396941"/>
                  </a:lnTo>
                  <a:lnTo>
                    <a:pt x="105671" y="396746"/>
                  </a:lnTo>
                  <a:lnTo>
                    <a:pt x="105362" y="396607"/>
                  </a:lnTo>
                  <a:lnTo>
                    <a:pt x="105561" y="396273"/>
                  </a:lnTo>
                  <a:lnTo>
                    <a:pt x="105742" y="396322"/>
                  </a:lnTo>
                  <a:lnTo>
                    <a:pt x="105894" y="396313"/>
                  </a:lnTo>
                  <a:lnTo>
                    <a:pt x="106017" y="395972"/>
                  </a:lnTo>
                  <a:lnTo>
                    <a:pt x="106529" y="395205"/>
                  </a:lnTo>
                  <a:lnTo>
                    <a:pt x="106885" y="394829"/>
                  </a:lnTo>
                  <a:lnTo>
                    <a:pt x="107138" y="394689"/>
                  </a:lnTo>
                  <a:lnTo>
                    <a:pt x="107498" y="395034"/>
                  </a:lnTo>
                  <a:lnTo>
                    <a:pt x="107792" y="394926"/>
                  </a:lnTo>
                  <a:lnTo>
                    <a:pt x="107976" y="394777"/>
                  </a:lnTo>
                  <a:lnTo>
                    <a:pt x="107816" y="394698"/>
                  </a:lnTo>
                  <a:lnTo>
                    <a:pt x="107570" y="394716"/>
                  </a:lnTo>
                  <a:lnTo>
                    <a:pt x="107526" y="394437"/>
                  </a:lnTo>
                  <a:lnTo>
                    <a:pt x="107782" y="394378"/>
                  </a:lnTo>
                  <a:lnTo>
                    <a:pt x="107973" y="394253"/>
                  </a:lnTo>
                  <a:lnTo>
                    <a:pt x="107825" y="394178"/>
                  </a:lnTo>
                  <a:lnTo>
                    <a:pt x="107662" y="394012"/>
                  </a:lnTo>
                  <a:lnTo>
                    <a:pt x="107847" y="393549"/>
                  </a:lnTo>
                  <a:lnTo>
                    <a:pt x="107783" y="393019"/>
                  </a:lnTo>
                  <a:lnTo>
                    <a:pt x="107748" y="392854"/>
                  </a:lnTo>
                  <a:lnTo>
                    <a:pt x="107457" y="392516"/>
                  </a:lnTo>
                  <a:lnTo>
                    <a:pt x="107200" y="392427"/>
                  </a:lnTo>
                  <a:lnTo>
                    <a:pt x="106981" y="392442"/>
                  </a:lnTo>
                  <a:lnTo>
                    <a:pt x="107031" y="391943"/>
                  </a:lnTo>
                  <a:lnTo>
                    <a:pt x="106975" y="391786"/>
                  </a:lnTo>
                  <a:lnTo>
                    <a:pt x="106615" y="391322"/>
                  </a:lnTo>
                  <a:lnTo>
                    <a:pt x="106651" y="391059"/>
                  </a:lnTo>
                  <a:lnTo>
                    <a:pt x="106392" y="391075"/>
                  </a:lnTo>
                  <a:lnTo>
                    <a:pt x="106090" y="390841"/>
                  </a:lnTo>
                  <a:lnTo>
                    <a:pt x="105518" y="391095"/>
                  </a:lnTo>
                  <a:lnTo>
                    <a:pt x="105288" y="391173"/>
                  </a:lnTo>
                  <a:lnTo>
                    <a:pt x="105002" y="390921"/>
                  </a:lnTo>
                  <a:lnTo>
                    <a:pt x="104895" y="390769"/>
                  </a:lnTo>
                  <a:lnTo>
                    <a:pt x="104694" y="390566"/>
                  </a:lnTo>
                  <a:lnTo>
                    <a:pt x="104469" y="390530"/>
                  </a:lnTo>
                  <a:lnTo>
                    <a:pt x="104160" y="390579"/>
                  </a:lnTo>
                  <a:lnTo>
                    <a:pt x="103838" y="390631"/>
                  </a:lnTo>
                  <a:lnTo>
                    <a:pt x="103464" y="390493"/>
                  </a:lnTo>
                  <a:lnTo>
                    <a:pt x="103331" y="390461"/>
                  </a:lnTo>
                  <a:lnTo>
                    <a:pt x="103172" y="390380"/>
                  </a:lnTo>
                  <a:lnTo>
                    <a:pt x="103213" y="390145"/>
                  </a:lnTo>
                  <a:lnTo>
                    <a:pt x="103141" y="389991"/>
                  </a:lnTo>
                  <a:lnTo>
                    <a:pt x="102922" y="389743"/>
                  </a:lnTo>
                  <a:lnTo>
                    <a:pt x="102762" y="389435"/>
                  </a:lnTo>
                  <a:lnTo>
                    <a:pt x="102633" y="389138"/>
                  </a:lnTo>
                  <a:lnTo>
                    <a:pt x="102144" y="389085"/>
                  </a:lnTo>
                  <a:lnTo>
                    <a:pt x="102271" y="388663"/>
                  </a:lnTo>
                  <a:lnTo>
                    <a:pt x="102080" y="388739"/>
                  </a:lnTo>
                  <a:lnTo>
                    <a:pt x="102266" y="388379"/>
                  </a:lnTo>
                  <a:lnTo>
                    <a:pt x="101936" y="387656"/>
                  </a:lnTo>
                  <a:lnTo>
                    <a:pt x="101647" y="387436"/>
                  </a:lnTo>
                  <a:lnTo>
                    <a:pt x="101432" y="387514"/>
                  </a:lnTo>
                  <a:lnTo>
                    <a:pt x="101387" y="387725"/>
                  </a:lnTo>
                  <a:lnTo>
                    <a:pt x="101472" y="387893"/>
                  </a:lnTo>
                  <a:lnTo>
                    <a:pt x="101498" y="388041"/>
                  </a:lnTo>
                  <a:lnTo>
                    <a:pt x="101285" y="388191"/>
                  </a:lnTo>
                  <a:lnTo>
                    <a:pt x="101134" y="387972"/>
                  </a:lnTo>
                  <a:lnTo>
                    <a:pt x="101434" y="387253"/>
                  </a:lnTo>
                  <a:lnTo>
                    <a:pt x="100944" y="387145"/>
                  </a:lnTo>
                  <a:lnTo>
                    <a:pt x="100765" y="387120"/>
                  </a:lnTo>
                  <a:lnTo>
                    <a:pt x="100526" y="387030"/>
                  </a:lnTo>
                  <a:lnTo>
                    <a:pt x="100212" y="386745"/>
                  </a:lnTo>
                  <a:lnTo>
                    <a:pt x="100038" y="386748"/>
                  </a:lnTo>
                  <a:lnTo>
                    <a:pt x="99827" y="386537"/>
                  </a:lnTo>
                  <a:lnTo>
                    <a:pt x="99472" y="386707"/>
                  </a:lnTo>
                  <a:lnTo>
                    <a:pt x="99182" y="387101"/>
                  </a:lnTo>
                  <a:lnTo>
                    <a:pt x="99180" y="387239"/>
                  </a:lnTo>
                  <a:lnTo>
                    <a:pt x="99046" y="387272"/>
                  </a:lnTo>
                  <a:lnTo>
                    <a:pt x="98736" y="387326"/>
                  </a:lnTo>
                  <a:lnTo>
                    <a:pt x="98591" y="387320"/>
                  </a:lnTo>
                  <a:lnTo>
                    <a:pt x="98774" y="387839"/>
                  </a:lnTo>
                  <a:lnTo>
                    <a:pt x="98686" y="388077"/>
                  </a:lnTo>
                  <a:lnTo>
                    <a:pt x="98422" y="388196"/>
                  </a:lnTo>
                  <a:lnTo>
                    <a:pt x="98176" y="388409"/>
                  </a:lnTo>
                  <a:lnTo>
                    <a:pt x="98020" y="388415"/>
                  </a:lnTo>
                  <a:lnTo>
                    <a:pt x="97439" y="388539"/>
                  </a:lnTo>
                  <a:lnTo>
                    <a:pt x="97308" y="388421"/>
                  </a:lnTo>
                  <a:lnTo>
                    <a:pt x="96907" y="387935"/>
                  </a:lnTo>
                  <a:lnTo>
                    <a:pt x="96744" y="387896"/>
                  </a:lnTo>
                  <a:lnTo>
                    <a:pt x="96261" y="388028"/>
                  </a:lnTo>
                  <a:lnTo>
                    <a:pt x="95996" y="388649"/>
                  </a:lnTo>
                  <a:lnTo>
                    <a:pt x="95910" y="388961"/>
                  </a:lnTo>
                  <a:lnTo>
                    <a:pt x="95700" y="389204"/>
                  </a:lnTo>
                  <a:lnTo>
                    <a:pt x="95670" y="389586"/>
                  </a:lnTo>
                  <a:lnTo>
                    <a:pt x="95628" y="389816"/>
                  </a:lnTo>
                  <a:lnTo>
                    <a:pt x="95547" y="389958"/>
                  </a:lnTo>
                  <a:lnTo>
                    <a:pt x="95406" y="390135"/>
                  </a:lnTo>
                  <a:lnTo>
                    <a:pt x="94901" y="390158"/>
                  </a:lnTo>
                  <a:lnTo>
                    <a:pt x="94589" y="390346"/>
                  </a:lnTo>
                  <a:lnTo>
                    <a:pt x="94486" y="390578"/>
                  </a:lnTo>
                  <a:lnTo>
                    <a:pt x="94267" y="390629"/>
                  </a:lnTo>
                  <a:lnTo>
                    <a:pt x="93892" y="390820"/>
                  </a:lnTo>
                  <a:lnTo>
                    <a:pt x="93530" y="390923"/>
                  </a:lnTo>
                  <a:lnTo>
                    <a:pt x="93277" y="390549"/>
                  </a:lnTo>
                  <a:lnTo>
                    <a:pt x="92931" y="390548"/>
                  </a:lnTo>
                  <a:lnTo>
                    <a:pt x="92745" y="390557"/>
                  </a:lnTo>
                  <a:lnTo>
                    <a:pt x="92097" y="390241"/>
                  </a:lnTo>
                  <a:lnTo>
                    <a:pt x="91793" y="390245"/>
                  </a:lnTo>
                  <a:lnTo>
                    <a:pt x="91357" y="390039"/>
                  </a:lnTo>
                  <a:lnTo>
                    <a:pt x="91218" y="390022"/>
                  </a:lnTo>
                  <a:lnTo>
                    <a:pt x="91013" y="390166"/>
                  </a:lnTo>
                  <a:lnTo>
                    <a:pt x="90852" y="390328"/>
                  </a:lnTo>
                  <a:lnTo>
                    <a:pt x="90819" y="390494"/>
                  </a:lnTo>
                  <a:lnTo>
                    <a:pt x="90787" y="390683"/>
                  </a:lnTo>
                  <a:lnTo>
                    <a:pt x="90767" y="390854"/>
                  </a:lnTo>
                  <a:lnTo>
                    <a:pt x="91132" y="391227"/>
                  </a:lnTo>
                  <a:lnTo>
                    <a:pt x="90947" y="391461"/>
                  </a:lnTo>
                  <a:lnTo>
                    <a:pt x="90641" y="391566"/>
                  </a:lnTo>
                  <a:lnTo>
                    <a:pt x="90419" y="391800"/>
                  </a:lnTo>
                  <a:lnTo>
                    <a:pt x="90743" y="392158"/>
                  </a:lnTo>
                  <a:lnTo>
                    <a:pt x="90612" y="392208"/>
                  </a:lnTo>
                  <a:lnTo>
                    <a:pt x="90465" y="392222"/>
                  </a:lnTo>
                  <a:lnTo>
                    <a:pt x="90328" y="392232"/>
                  </a:lnTo>
                  <a:lnTo>
                    <a:pt x="90258" y="392074"/>
                  </a:lnTo>
                  <a:lnTo>
                    <a:pt x="90148" y="391775"/>
                  </a:lnTo>
                  <a:lnTo>
                    <a:pt x="89968" y="391726"/>
                  </a:lnTo>
                  <a:lnTo>
                    <a:pt x="89428" y="391834"/>
                  </a:lnTo>
                  <a:lnTo>
                    <a:pt x="89349" y="391991"/>
                  </a:lnTo>
                  <a:lnTo>
                    <a:pt x="89131" y="392126"/>
                  </a:lnTo>
                  <a:lnTo>
                    <a:pt x="88778" y="391997"/>
                  </a:lnTo>
                  <a:lnTo>
                    <a:pt x="88402" y="391788"/>
                  </a:lnTo>
                  <a:lnTo>
                    <a:pt x="88150" y="391708"/>
                  </a:lnTo>
                  <a:lnTo>
                    <a:pt x="87785" y="391945"/>
                  </a:lnTo>
                  <a:lnTo>
                    <a:pt x="87564" y="391793"/>
                  </a:lnTo>
                  <a:lnTo>
                    <a:pt x="87273" y="391686"/>
                  </a:lnTo>
                  <a:lnTo>
                    <a:pt x="86938" y="391741"/>
                  </a:lnTo>
                  <a:lnTo>
                    <a:pt x="86938" y="391516"/>
                  </a:lnTo>
                  <a:lnTo>
                    <a:pt x="86954" y="391372"/>
                  </a:lnTo>
                  <a:lnTo>
                    <a:pt x="86850" y="391120"/>
                  </a:lnTo>
                  <a:lnTo>
                    <a:pt x="86593" y="390948"/>
                  </a:lnTo>
                  <a:lnTo>
                    <a:pt x="86297" y="391080"/>
                  </a:lnTo>
                  <a:lnTo>
                    <a:pt x="86102" y="391315"/>
                  </a:lnTo>
                  <a:lnTo>
                    <a:pt x="85959" y="391477"/>
                  </a:lnTo>
                  <a:lnTo>
                    <a:pt x="85624" y="391380"/>
                  </a:lnTo>
                  <a:lnTo>
                    <a:pt x="85485" y="391129"/>
                  </a:lnTo>
                  <a:lnTo>
                    <a:pt x="84930" y="391231"/>
                  </a:lnTo>
                  <a:lnTo>
                    <a:pt x="84665" y="391308"/>
                  </a:lnTo>
                  <a:lnTo>
                    <a:pt x="84432" y="391221"/>
                  </a:lnTo>
                  <a:lnTo>
                    <a:pt x="84007" y="391522"/>
                  </a:lnTo>
                  <a:lnTo>
                    <a:pt x="83888" y="391758"/>
                  </a:lnTo>
                  <a:lnTo>
                    <a:pt x="83472" y="391702"/>
                  </a:lnTo>
                  <a:lnTo>
                    <a:pt x="83287" y="391845"/>
                  </a:lnTo>
                  <a:lnTo>
                    <a:pt x="83110" y="391952"/>
                  </a:lnTo>
                  <a:lnTo>
                    <a:pt x="82879" y="392161"/>
                  </a:lnTo>
                  <a:lnTo>
                    <a:pt x="82419" y="392562"/>
                  </a:lnTo>
                  <a:lnTo>
                    <a:pt x="82263" y="392842"/>
                  </a:lnTo>
                  <a:lnTo>
                    <a:pt x="82118" y="392711"/>
                  </a:lnTo>
                  <a:lnTo>
                    <a:pt x="81990" y="392685"/>
                  </a:lnTo>
                  <a:lnTo>
                    <a:pt x="81679" y="392911"/>
                  </a:lnTo>
                  <a:lnTo>
                    <a:pt x="81562" y="392703"/>
                  </a:lnTo>
                  <a:lnTo>
                    <a:pt x="81423" y="392669"/>
                  </a:lnTo>
                  <a:lnTo>
                    <a:pt x="81196" y="392699"/>
                  </a:lnTo>
                  <a:lnTo>
                    <a:pt x="81042" y="392859"/>
                  </a:lnTo>
                  <a:lnTo>
                    <a:pt x="80884" y="393161"/>
                  </a:lnTo>
                  <a:lnTo>
                    <a:pt x="80816" y="393403"/>
                  </a:lnTo>
                  <a:lnTo>
                    <a:pt x="80590" y="393893"/>
                  </a:lnTo>
                  <a:lnTo>
                    <a:pt x="80170" y="393688"/>
                  </a:lnTo>
                  <a:lnTo>
                    <a:pt x="80256" y="393366"/>
                  </a:lnTo>
                  <a:lnTo>
                    <a:pt x="80061" y="393124"/>
                  </a:lnTo>
                  <a:lnTo>
                    <a:pt x="79848" y="393051"/>
                  </a:lnTo>
                  <a:lnTo>
                    <a:pt x="79683" y="392805"/>
                  </a:lnTo>
                  <a:lnTo>
                    <a:pt x="79703" y="392591"/>
                  </a:lnTo>
                  <a:lnTo>
                    <a:pt x="79955" y="392428"/>
                  </a:lnTo>
                  <a:lnTo>
                    <a:pt x="80076" y="392189"/>
                  </a:lnTo>
                  <a:lnTo>
                    <a:pt x="80048" y="391646"/>
                  </a:lnTo>
                  <a:lnTo>
                    <a:pt x="80582" y="391444"/>
                  </a:lnTo>
                  <a:lnTo>
                    <a:pt x="80831" y="391440"/>
                  </a:lnTo>
                  <a:lnTo>
                    <a:pt x="81051" y="391188"/>
                  </a:lnTo>
                  <a:lnTo>
                    <a:pt x="80914" y="391051"/>
                  </a:lnTo>
                  <a:lnTo>
                    <a:pt x="80731" y="390905"/>
                  </a:lnTo>
                  <a:lnTo>
                    <a:pt x="80352" y="390839"/>
                  </a:lnTo>
                  <a:lnTo>
                    <a:pt x="80097" y="390246"/>
                  </a:lnTo>
                  <a:lnTo>
                    <a:pt x="80250" y="390221"/>
                  </a:lnTo>
                  <a:lnTo>
                    <a:pt x="80378" y="390154"/>
                  </a:lnTo>
                  <a:lnTo>
                    <a:pt x="80556" y="389795"/>
                  </a:lnTo>
                  <a:lnTo>
                    <a:pt x="80714" y="389230"/>
                  </a:lnTo>
                  <a:lnTo>
                    <a:pt x="80573" y="389175"/>
                  </a:lnTo>
                  <a:lnTo>
                    <a:pt x="80463" y="388941"/>
                  </a:lnTo>
                  <a:lnTo>
                    <a:pt x="80638" y="388752"/>
                  </a:lnTo>
                  <a:lnTo>
                    <a:pt x="80480" y="388718"/>
                  </a:lnTo>
                  <a:lnTo>
                    <a:pt x="80178" y="388477"/>
                  </a:lnTo>
                  <a:lnTo>
                    <a:pt x="80488" y="388168"/>
                  </a:lnTo>
                  <a:lnTo>
                    <a:pt x="80703" y="387764"/>
                  </a:lnTo>
                  <a:lnTo>
                    <a:pt x="80386" y="387691"/>
                  </a:lnTo>
                  <a:lnTo>
                    <a:pt x="79952" y="388060"/>
                  </a:lnTo>
                  <a:lnTo>
                    <a:pt x="79652" y="388020"/>
                  </a:lnTo>
                  <a:lnTo>
                    <a:pt x="79479" y="387800"/>
                  </a:lnTo>
                  <a:lnTo>
                    <a:pt x="79448" y="387645"/>
                  </a:lnTo>
                  <a:lnTo>
                    <a:pt x="79101" y="387458"/>
                  </a:lnTo>
                  <a:lnTo>
                    <a:pt x="78471" y="387196"/>
                  </a:lnTo>
                  <a:lnTo>
                    <a:pt x="78426" y="387035"/>
                  </a:lnTo>
                  <a:lnTo>
                    <a:pt x="78688" y="386413"/>
                  </a:lnTo>
                  <a:lnTo>
                    <a:pt x="79096" y="385978"/>
                  </a:lnTo>
                  <a:lnTo>
                    <a:pt x="79192" y="385532"/>
                  </a:lnTo>
                  <a:lnTo>
                    <a:pt x="78653" y="385468"/>
                  </a:lnTo>
                  <a:lnTo>
                    <a:pt x="78424" y="385349"/>
                  </a:lnTo>
                  <a:lnTo>
                    <a:pt x="78224" y="385227"/>
                  </a:lnTo>
                  <a:lnTo>
                    <a:pt x="77431" y="385219"/>
                  </a:lnTo>
                  <a:lnTo>
                    <a:pt x="77232" y="385392"/>
                  </a:lnTo>
                  <a:lnTo>
                    <a:pt x="76902" y="385537"/>
                  </a:lnTo>
                  <a:lnTo>
                    <a:pt x="76716" y="385177"/>
                  </a:lnTo>
                  <a:lnTo>
                    <a:pt x="76740" y="384574"/>
                  </a:lnTo>
                  <a:lnTo>
                    <a:pt x="77354" y="384125"/>
                  </a:lnTo>
                  <a:lnTo>
                    <a:pt x="77447" y="383574"/>
                  </a:lnTo>
                  <a:lnTo>
                    <a:pt x="77197" y="383560"/>
                  </a:lnTo>
                  <a:lnTo>
                    <a:pt x="77149" y="382858"/>
                  </a:lnTo>
                  <a:lnTo>
                    <a:pt x="77281" y="382651"/>
                  </a:lnTo>
                  <a:lnTo>
                    <a:pt x="77389" y="382439"/>
                  </a:lnTo>
                  <a:lnTo>
                    <a:pt x="77447" y="382256"/>
                  </a:lnTo>
                  <a:lnTo>
                    <a:pt x="77471" y="382071"/>
                  </a:lnTo>
                  <a:lnTo>
                    <a:pt x="77782" y="381626"/>
                  </a:lnTo>
                  <a:lnTo>
                    <a:pt x="77969" y="381766"/>
                  </a:lnTo>
                  <a:lnTo>
                    <a:pt x="78499" y="381516"/>
                  </a:lnTo>
                  <a:lnTo>
                    <a:pt x="78526" y="381171"/>
                  </a:lnTo>
                  <a:lnTo>
                    <a:pt x="78782" y="380142"/>
                  </a:lnTo>
                  <a:lnTo>
                    <a:pt x="78495" y="380018"/>
                  </a:lnTo>
                  <a:lnTo>
                    <a:pt x="78326" y="379943"/>
                  </a:lnTo>
                  <a:lnTo>
                    <a:pt x="78162" y="379679"/>
                  </a:lnTo>
                  <a:lnTo>
                    <a:pt x="78170" y="379373"/>
                  </a:lnTo>
                  <a:lnTo>
                    <a:pt x="78344" y="378818"/>
                  </a:lnTo>
                  <a:lnTo>
                    <a:pt x="78423" y="378612"/>
                  </a:lnTo>
                  <a:lnTo>
                    <a:pt x="78309" y="378412"/>
                  </a:lnTo>
                  <a:lnTo>
                    <a:pt x="77916" y="378273"/>
                  </a:lnTo>
                  <a:lnTo>
                    <a:pt x="77469" y="378239"/>
                  </a:lnTo>
                  <a:lnTo>
                    <a:pt x="77077" y="377517"/>
                  </a:lnTo>
                  <a:lnTo>
                    <a:pt x="77168" y="377066"/>
                  </a:lnTo>
                  <a:lnTo>
                    <a:pt x="76823" y="376345"/>
                  </a:lnTo>
                  <a:lnTo>
                    <a:pt x="76688" y="375984"/>
                  </a:lnTo>
                  <a:lnTo>
                    <a:pt x="76380" y="375599"/>
                  </a:lnTo>
                  <a:lnTo>
                    <a:pt x="76309" y="375099"/>
                  </a:lnTo>
                  <a:lnTo>
                    <a:pt x="76222" y="374910"/>
                  </a:lnTo>
                  <a:lnTo>
                    <a:pt x="76039" y="374541"/>
                  </a:lnTo>
                  <a:lnTo>
                    <a:pt x="75898" y="374394"/>
                  </a:lnTo>
                  <a:lnTo>
                    <a:pt x="75836" y="373850"/>
                  </a:lnTo>
                  <a:lnTo>
                    <a:pt x="75869" y="373549"/>
                  </a:lnTo>
                  <a:lnTo>
                    <a:pt x="75714" y="373038"/>
                  </a:lnTo>
                  <a:lnTo>
                    <a:pt x="75770" y="372879"/>
                  </a:lnTo>
                  <a:lnTo>
                    <a:pt x="76035" y="372341"/>
                  </a:lnTo>
                  <a:lnTo>
                    <a:pt x="76376" y="372088"/>
                  </a:lnTo>
                  <a:lnTo>
                    <a:pt x="77036" y="371513"/>
                  </a:lnTo>
                  <a:lnTo>
                    <a:pt x="77326" y="371074"/>
                  </a:lnTo>
                  <a:lnTo>
                    <a:pt x="77418" y="370666"/>
                  </a:lnTo>
                  <a:lnTo>
                    <a:pt x="77422" y="370479"/>
                  </a:lnTo>
                  <a:lnTo>
                    <a:pt x="77494" y="370163"/>
                  </a:lnTo>
                  <a:lnTo>
                    <a:pt x="77564" y="369960"/>
                  </a:lnTo>
                  <a:lnTo>
                    <a:pt x="77641" y="369763"/>
                  </a:lnTo>
                  <a:lnTo>
                    <a:pt x="77828" y="369508"/>
                  </a:lnTo>
                  <a:lnTo>
                    <a:pt x="77906" y="369181"/>
                  </a:lnTo>
                  <a:lnTo>
                    <a:pt x="77905" y="368337"/>
                  </a:lnTo>
                  <a:lnTo>
                    <a:pt x="77990" y="368209"/>
                  </a:lnTo>
                  <a:lnTo>
                    <a:pt x="78532" y="367428"/>
                  </a:lnTo>
                  <a:lnTo>
                    <a:pt x="78707" y="367220"/>
                  </a:lnTo>
                  <a:lnTo>
                    <a:pt x="79444" y="366639"/>
                  </a:lnTo>
                  <a:lnTo>
                    <a:pt x="79580" y="366102"/>
                  </a:lnTo>
                  <a:lnTo>
                    <a:pt x="79752" y="365936"/>
                  </a:lnTo>
                  <a:lnTo>
                    <a:pt x="80074" y="365670"/>
                  </a:lnTo>
                  <a:lnTo>
                    <a:pt x="80004" y="365501"/>
                  </a:lnTo>
                  <a:lnTo>
                    <a:pt x="80034" y="364925"/>
                  </a:lnTo>
                  <a:lnTo>
                    <a:pt x="79942" y="364745"/>
                  </a:lnTo>
                  <a:lnTo>
                    <a:pt x="79931" y="364395"/>
                  </a:lnTo>
                  <a:lnTo>
                    <a:pt x="80196" y="363940"/>
                  </a:lnTo>
                  <a:lnTo>
                    <a:pt x="80077" y="363571"/>
                  </a:lnTo>
                  <a:lnTo>
                    <a:pt x="79935" y="363256"/>
                  </a:lnTo>
                  <a:lnTo>
                    <a:pt x="79850" y="362261"/>
                  </a:lnTo>
                  <a:lnTo>
                    <a:pt x="80007" y="362052"/>
                  </a:lnTo>
                  <a:lnTo>
                    <a:pt x="80140" y="361868"/>
                  </a:lnTo>
                  <a:lnTo>
                    <a:pt x="80140" y="361687"/>
                  </a:lnTo>
                  <a:lnTo>
                    <a:pt x="79948" y="361354"/>
                  </a:lnTo>
                  <a:lnTo>
                    <a:pt x="79673" y="361207"/>
                  </a:lnTo>
                  <a:lnTo>
                    <a:pt x="79565" y="361031"/>
                  </a:lnTo>
                  <a:lnTo>
                    <a:pt x="79390" y="360905"/>
                  </a:lnTo>
                  <a:lnTo>
                    <a:pt x="79349" y="360708"/>
                  </a:lnTo>
                  <a:lnTo>
                    <a:pt x="79345" y="360477"/>
                  </a:lnTo>
                  <a:lnTo>
                    <a:pt x="79825" y="359847"/>
                  </a:lnTo>
                  <a:lnTo>
                    <a:pt x="79979" y="359779"/>
                  </a:lnTo>
                  <a:lnTo>
                    <a:pt x="80121" y="359695"/>
                  </a:lnTo>
                  <a:lnTo>
                    <a:pt x="80351" y="359288"/>
                  </a:lnTo>
                  <a:lnTo>
                    <a:pt x="80405" y="358753"/>
                  </a:lnTo>
                  <a:lnTo>
                    <a:pt x="80543" y="358465"/>
                  </a:lnTo>
                  <a:lnTo>
                    <a:pt x="80557" y="358328"/>
                  </a:lnTo>
                  <a:lnTo>
                    <a:pt x="80655" y="358110"/>
                  </a:lnTo>
                  <a:lnTo>
                    <a:pt x="80754" y="357827"/>
                  </a:lnTo>
                  <a:lnTo>
                    <a:pt x="81327" y="357695"/>
                  </a:lnTo>
                  <a:lnTo>
                    <a:pt x="81722" y="357557"/>
                  </a:lnTo>
                  <a:lnTo>
                    <a:pt x="81935" y="357782"/>
                  </a:lnTo>
                  <a:lnTo>
                    <a:pt x="82158" y="358059"/>
                  </a:lnTo>
                  <a:lnTo>
                    <a:pt x="82355" y="358084"/>
                  </a:lnTo>
                  <a:lnTo>
                    <a:pt x="82563" y="358044"/>
                  </a:lnTo>
                  <a:lnTo>
                    <a:pt x="83028" y="357940"/>
                  </a:lnTo>
                  <a:lnTo>
                    <a:pt x="83505" y="357724"/>
                  </a:lnTo>
                  <a:lnTo>
                    <a:pt x="83546" y="357078"/>
                  </a:lnTo>
                  <a:lnTo>
                    <a:pt x="83234" y="357001"/>
                  </a:lnTo>
                  <a:lnTo>
                    <a:pt x="83202" y="356662"/>
                  </a:lnTo>
                  <a:lnTo>
                    <a:pt x="83508" y="356559"/>
                  </a:lnTo>
                  <a:lnTo>
                    <a:pt x="83948" y="356399"/>
                  </a:lnTo>
                  <a:lnTo>
                    <a:pt x="84377" y="356257"/>
                  </a:lnTo>
                  <a:lnTo>
                    <a:pt x="84754" y="356074"/>
                  </a:lnTo>
                  <a:lnTo>
                    <a:pt x="85023" y="355996"/>
                  </a:lnTo>
                  <a:lnTo>
                    <a:pt x="85295" y="355807"/>
                  </a:lnTo>
                  <a:lnTo>
                    <a:pt x="85586" y="355656"/>
                  </a:lnTo>
                  <a:lnTo>
                    <a:pt x="85959" y="355705"/>
                  </a:lnTo>
                  <a:lnTo>
                    <a:pt x="86091" y="355713"/>
                  </a:lnTo>
                  <a:lnTo>
                    <a:pt x="86341" y="355700"/>
                  </a:lnTo>
                  <a:lnTo>
                    <a:pt x="86778" y="355439"/>
                  </a:lnTo>
                  <a:lnTo>
                    <a:pt x="86809" y="355311"/>
                  </a:lnTo>
                  <a:lnTo>
                    <a:pt x="86975" y="355194"/>
                  </a:lnTo>
                  <a:lnTo>
                    <a:pt x="87313" y="355070"/>
                  </a:lnTo>
                  <a:lnTo>
                    <a:pt x="87743" y="354592"/>
                  </a:lnTo>
                  <a:lnTo>
                    <a:pt x="87940" y="354438"/>
                  </a:lnTo>
                  <a:lnTo>
                    <a:pt x="88085" y="354066"/>
                  </a:lnTo>
                  <a:lnTo>
                    <a:pt x="87768" y="354077"/>
                  </a:lnTo>
                  <a:lnTo>
                    <a:pt x="87635" y="353976"/>
                  </a:lnTo>
                  <a:lnTo>
                    <a:pt x="87474" y="353798"/>
                  </a:lnTo>
                  <a:lnTo>
                    <a:pt x="87481" y="353603"/>
                  </a:lnTo>
                  <a:lnTo>
                    <a:pt x="87705" y="353459"/>
                  </a:lnTo>
                  <a:lnTo>
                    <a:pt x="87875" y="353278"/>
                  </a:lnTo>
                  <a:lnTo>
                    <a:pt x="87827" y="352882"/>
                  </a:lnTo>
                  <a:lnTo>
                    <a:pt x="87530" y="352681"/>
                  </a:lnTo>
                  <a:lnTo>
                    <a:pt x="87581" y="352486"/>
                  </a:lnTo>
                  <a:lnTo>
                    <a:pt x="87543" y="352333"/>
                  </a:lnTo>
                  <a:lnTo>
                    <a:pt x="87378" y="352155"/>
                  </a:lnTo>
                  <a:lnTo>
                    <a:pt x="87074" y="352208"/>
                  </a:lnTo>
                  <a:lnTo>
                    <a:pt x="86841" y="352298"/>
                  </a:lnTo>
                  <a:lnTo>
                    <a:pt x="86516" y="352376"/>
                  </a:lnTo>
                  <a:lnTo>
                    <a:pt x="86208" y="352368"/>
                  </a:lnTo>
                  <a:lnTo>
                    <a:pt x="86155" y="352001"/>
                  </a:lnTo>
                  <a:lnTo>
                    <a:pt x="85889" y="351706"/>
                  </a:lnTo>
                  <a:lnTo>
                    <a:pt x="85547" y="351822"/>
                  </a:lnTo>
                  <a:lnTo>
                    <a:pt x="85126" y="352014"/>
                  </a:lnTo>
                  <a:lnTo>
                    <a:pt x="84669" y="352124"/>
                  </a:lnTo>
                  <a:lnTo>
                    <a:pt x="84303" y="352352"/>
                  </a:lnTo>
                  <a:lnTo>
                    <a:pt x="83728" y="352479"/>
                  </a:lnTo>
                  <a:lnTo>
                    <a:pt x="83595" y="352565"/>
                  </a:lnTo>
                  <a:lnTo>
                    <a:pt x="83464" y="352650"/>
                  </a:lnTo>
                  <a:lnTo>
                    <a:pt x="82921" y="353213"/>
                  </a:lnTo>
                  <a:lnTo>
                    <a:pt x="82791" y="353304"/>
                  </a:lnTo>
                  <a:lnTo>
                    <a:pt x="82585" y="353407"/>
                  </a:lnTo>
                  <a:lnTo>
                    <a:pt x="82407" y="353733"/>
                  </a:lnTo>
                  <a:lnTo>
                    <a:pt x="81699" y="353610"/>
                  </a:lnTo>
                  <a:lnTo>
                    <a:pt x="81446" y="353785"/>
                  </a:lnTo>
                  <a:lnTo>
                    <a:pt x="81214" y="353857"/>
                  </a:lnTo>
                  <a:lnTo>
                    <a:pt x="81229" y="353402"/>
                  </a:lnTo>
                  <a:lnTo>
                    <a:pt x="81247" y="353258"/>
                  </a:lnTo>
                  <a:lnTo>
                    <a:pt x="81197" y="353034"/>
                  </a:lnTo>
                  <a:lnTo>
                    <a:pt x="81025" y="353058"/>
                  </a:lnTo>
                  <a:lnTo>
                    <a:pt x="80644" y="353013"/>
                  </a:lnTo>
                  <a:lnTo>
                    <a:pt x="80562" y="352871"/>
                  </a:lnTo>
                  <a:lnTo>
                    <a:pt x="80346" y="352806"/>
                  </a:lnTo>
                  <a:lnTo>
                    <a:pt x="80280" y="352946"/>
                  </a:lnTo>
                  <a:lnTo>
                    <a:pt x="80086" y="353171"/>
                  </a:lnTo>
                  <a:lnTo>
                    <a:pt x="79705" y="353046"/>
                  </a:lnTo>
                  <a:lnTo>
                    <a:pt x="79525" y="353018"/>
                  </a:lnTo>
                  <a:lnTo>
                    <a:pt x="79192" y="353350"/>
                  </a:lnTo>
                  <a:lnTo>
                    <a:pt x="78750" y="353699"/>
                  </a:lnTo>
                  <a:lnTo>
                    <a:pt x="78606" y="353706"/>
                  </a:lnTo>
                  <a:lnTo>
                    <a:pt x="78326" y="353853"/>
                  </a:lnTo>
                  <a:lnTo>
                    <a:pt x="78151" y="354092"/>
                  </a:lnTo>
                  <a:lnTo>
                    <a:pt x="77553" y="354438"/>
                  </a:lnTo>
                  <a:lnTo>
                    <a:pt x="77304" y="354138"/>
                  </a:lnTo>
                  <a:lnTo>
                    <a:pt x="77100" y="353979"/>
                  </a:lnTo>
                  <a:lnTo>
                    <a:pt x="76930" y="353734"/>
                  </a:lnTo>
                  <a:lnTo>
                    <a:pt x="77301" y="353430"/>
                  </a:lnTo>
                  <a:lnTo>
                    <a:pt x="77242" y="353148"/>
                  </a:lnTo>
                  <a:lnTo>
                    <a:pt x="76961" y="352958"/>
                  </a:lnTo>
                  <a:lnTo>
                    <a:pt x="77270" y="352483"/>
                  </a:lnTo>
                  <a:lnTo>
                    <a:pt x="77431" y="352434"/>
                  </a:lnTo>
                  <a:lnTo>
                    <a:pt x="77692" y="352380"/>
                  </a:lnTo>
                  <a:lnTo>
                    <a:pt x="77983" y="352004"/>
                  </a:lnTo>
                  <a:lnTo>
                    <a:pt x="78024" y="351868"/>
                  </a:lnTo>
                  <a:lnTo>
                    <a:pt x="78267" y="350862"/>
                  </a:lnTo>
                  <a:lnTo>
                    <a:pt x="78244" y="350626"/>
                  </a:lnTo>
                  <a:lnTo>
                    <a:pt x="78755" y="350186"/>
                  </a:lnTo>
                  <a:lnTo>
                    <a:pt x="79095" y="350039"/>
                  </a:lnTo>
                  <a:lnTo>
                    <a:pt x="79453" y="349734"/>
                  </a:lnTo>
                  <a:lnTo>
                    <a:pt x="79741" y="349623"/>
                  </a:lnTo>
                  <a:lnTo>
                    <a:pt x="80048" y="349271"/>
                  </a:lnTo>
                  <a:lnTo>
                    <a:pt x="79893" y="349045"/>
                  </a:lnTo>
                  <a:lnTo>
                    <a:pt x="79814" y="348616"/>
                  </a:lnTo>
                  <a:lnTo>
                    <a:pt x="79991" y="348248"/>
                  </a:lnTo>
                  <a:lnTo>
                    <a:pt x="80107" y="348005"/>
                  </a:lnTo>
                  <a:lnTo>
                    <a:pt x="80328" y="347719"/>
                  </a:lnTo>
                  <a:lnTo>
                    <a:pt x="80503" y="347104"/>
                  </a:lnTo>
                  <a:lnTo>
                    <a:pt x="80404" y="346809"/>
                  </a:lnTo>
                  <a:lnTo>
                    <a:pt x="80584" y="346511"/>
                  </a:lnTo>
                  <a:lnTo>
                    <a:pt x="80869" y="346249"/>
                  </a:lnTo>
                  <a:lnTo>
                    <a:pt x="80633" y="346024"/>
                  </a:lnTo>
                  <a:lnTo>
                    <a:pt x="80518" y="345695"/>
                  </a:lnTo>
                  <a:lnTo>
                    <a:pt x="80498" y="345520"/>
                  </a:lnTo>
                  <a:lnTo>
                    <a:pt x="80448" y="345115"/>
                  </a:lnTo>
                  <a:lnTo>
                    <a:pt x="80279" y="344937"/>
                  </a:lnTo>
                  <a:lnTo>
                    <a:pt x="80407" y="344566"/>
                  </a:lnTo>
                  <a:lnTo>
                    <a:pt x="80670" y="344058"/>
                  </a:lnTo>
                  <a:lnTo>
                    <a:pt x="81101" y="343820"/>
                  </a:lnTo>
                  <a:lnTo>
                    <a:pt x="81451" y="343270"/>
                  </a:lnTo>
                  <a:lnTo>
                    <a:pt x="81583" y="343137"/>
                  </a:lnTo>
                  <a:lnTo>
                    <a:pt x="81904" y="343233"/>
                  </a:lnTo>
                  <a:lnTo>
                    <a:pt x="82052" y="343289"/>
                  </a:lnTo>
                  <a:lnTo>
                    <a:pt x="82350" y="343244"/>
                  </a:lnTo>
                  <a:lnTo>
                    <a:pt x="82342" y="342555"/>
                  </a:lnTo>
                  <a:lnTo>
                    <a:pt x="82422" y="342285"/>
                  </a:lnTo>
                  <a:lnTo>
                    <a:pt x="82423" y="341820"/>
                  </a:lnTo>
                  <a:lnTo>
                    <a:pt x="82552" y="341377"/>
                  </a:lnTo>
                  <a:lnTo>
                    <a:pt x="82569" y="341190"/>
                  </a:lnTo>
                  <a:lnTo>
                    <a:pt x="82664" y="340146"/>
                  </a:lnTo>
                  <a:lnTo>
                    <a:pt x="82149" y="340070"/>
                  </a:lnTo>
                  <a:lnTo>
                    <a:pt x="81855" y="339931"/>
                  </a:lnTo>
                  <a:lnTo>
                    <a:pt x="81835" y="339714"/>
                  </a:lnTo>
                  <a:lnTo>
                    <a:pt x="81978" y="339502"/>
                  </a:lnTo>
                  <a:lnTo>
                    <a:pt x="82125" y="339348"/>
                  </a:lnTo>
                  <a:lnTo>
                    <a:pt x="82305" y="338979"/>
                  </a:lnTo>
                  <a:lnTo>
                    <a:pt x="82226" y="338618"/>
                  </a:lnTo>
                  <a:lnTo>
                    <a:pt x="82290" y="338325"/>
                  </a:lnTo>
                  <a:lnTo>
                    <a:pt x="82536" y="337696"/>
                  </a:lnTo>
                  <a:lnTo>
                    <a:pt x="82713" y="337473"/>
                  </a:lnTo>
                  <a:lnTo>
                    <a:pt x="82791" y="337290"/>
                  </a:lnTo>
                  <a:lnTo>
                    <a:pt x="82928" y="336828"/>
                  </a:lnTo>
                  <a:lnTo>
                    <a:pt x="83171" y="336505"/>
                  </a:lnTo>
                  <a:lnTo>
                    <a:pt x="83267" y="336158"/>
                  </a:lnTo>
                  <a:lnTo>
                    <a:pt x="83194" y="335843"/>
                  </a:lnTo>
                  <a:lnTo>
                    <a:pt x="83064" y="335802"/>
                  </a:lnTo>
                  <a:lnTo>
                    <a:pt x="82683" y="335764"/>
                  </a:lnTo>
                  <a:lnTo>
                    <a:pt x="82301" y="335783"/>
                  </a:lnTo>
                  <a:lnTo>
                    <a:pt x="82065" y="335877"/>
                  </a:lnTo>
                  <a:lnTo>
                    <a:pt x="81417" y="335616"/>
                  </a:lnTo>
                  <a:lnTo>
                    <a:pt x="81277" y="335614"/>
                  </a:lnTo>
                  <a:lnTo>
                    <a:pt x="80979" y="335624"/>
                  </a:lnTo>
                  <a:lnTo>
                    <a:pt x="80819" y="335640"/>
                  </a:lnTo>
                  <a:lnTo>
                    <a:pt x="80526" y="335499"/>
                  </a:lnTo>
                  <a:lnTo>
                    <a:pt x="80125" y="335355"/>
                  </a:lnTo>
                  <a:lnTo>
                    <a:pt x="79866" y="335366"/>
                  </a:lnTo>
                  <a:lnTo>
                    <a:pt x="79675" y="335281"/>
                  </a:lnTo>
                  <a:lnTo>
                    <a:pt x="79516" y="334652"/>
                  </a:lnTo>
                  <a:lnTo>
                    <a:pt x="79138" y="334269"/>
                  </a:lnTo>
                  <a:lnTo>
                    <a:pt x="78893" y="334091"/>
                  </a:lnTo>
                  <a:lnTo>
                    <a:pt x="78624" y="334041"/>
                  </a:lnTo>
                  <a:lnTo>
                    <a:pt x="78216" y="334100"/>
                  </a:lnTo>
                  <a:lnTo>
                    <a:pt x="77807" y="334018"/>
                  </a:lnTo>
                  <a:lnTo>
                    <a:pt x="77357" y="334057"/>
                  </a:lnTo>
                  <a:lnTo>
                    <a:pt x="76920" y="334143"/>
                  </a:lnTo>
                  <a:lnTo>
                    <a:pt x="76471" y="334187"/>
                  </a:lnTo>
                  <a:lnTo>
                    <a:pt x="75863" y="334160"/>
                  </a:lnTo>
                  <a:lnTo>
                    <a:pt x="75309" y="333963"/>
                  </a:lnTo>
                  <a:lnTo>
                    <a:pt x="75206" y="333530"/>
                  </a:lnTo>
                  <a:lnTo>
                    <a:pt x="75085" y="333401"/>
                  </a:lnTo>
                  <a:lnTo>
                    <a:pt x="74934" y="333351"/>
                  </a:lnTo>
                  <a:lnTo>
                    <a:pt x="74749" y="333257"/>
                  </a:lnTo>
                  <a:lnTo>
                    <a:pt x="74618" y="333214"/>
                  </a:lnTo>
                  <a:lnTo>
                    <a:pt x="74556" y="332865"/>
                  </a:lnTo>
                  <a:lnTo>
                    <a:pt x="74423" y="332206"/>
                  </a:lnTo>
                  <a:lnTo>
                    <a:pt x="73872" y="332458"/>
                  </a:lnTo>
                  <a:lnTo>
                    <a:pt x="73684" y="332132"/>
                  </a:lnTo>
                  <a:lnTo>
                    <a:pt x="73717" y="331752"/>
                  </a:lnTo>
                  <a:lnTo>
                    <a:pt x="73734" y="331527"/>
                  </a:lnTo>
                  <a:lnTo>
                    <a:pt x="73759" y="330810"/>
                  </a:lnTo>
                  <a:lnTo>
                    <a:pt x="73758" y="330667"/>
                  </a:lnTo>
                  <a:lnTo>
                    <a:pt x="73732" y="330294"/>
                  </a:lnTo>
                  <a:lnTo>
                    <a:pt x="73523" y="329870"/>
                  </a:lnTo>
                  <a:lnTo>
                    <a:pt x="73474" y="329606"/>
                  </a:lnTo>
                  <a:lnTo>
                    <a:pt x="73413" y="329121"/>
                  </a:lnTo>
                  <a:lnTo>
                    <a:pt x="73417" y="328033"/>
                  </a:lnTo>
                  <a:lnTo>
                    <a:pt x="73378" y="327433"/>
                  </a:lnTo>
                  <a:lnTo>
                    <a:pt x="73152" y="326941"/>
                  </a:lnTo>
                  <a:lnTo>
                    <a:pt x="73115" y="326793"/>
                  </a:lnTo>
                  <a:lnTo>
                    <a:pt x="72952" y="326492"/>
                  </a:lnTo>
                  <a:lnTo>
                    <a:pt x="72680" y="326152"/>
                  </a:lnTo>
                  <a:lnTo>
                    <a:pt x="72666" y="325918"/>
                  </a:lnTo>
                  <a:lnTo>
                    <a:pt x="72799" y="325624"/>
                  </a:lnTo>
                  <a:lnTo>
                    <a:pt x="73214" y="325197"/>
                  </a:lnTo>
                  <a:lnTo>
                    <a:pt x="73556" y="324805"/>
                  </a:lnTo>
                  <a:lnTo>
                    <a:pt x="73604" y="324443"/>
                  </a:lnTo>
                  <a:lnTo>
                    <a:pt x="74229" y="323495"/>
                  </a:lnTo>
                  <a:lnTo>
                    <a:pt x="74403" y="323402"/>
                  </a:lnTo>
                  <a:lnTo>
                    <a:pt x="74833" y="323061"/>
                  </a:lnTo>
                  <a:lnTo>
                    <a:pt x="74775" y="322043"/>
                  </a:lnTo>
                  <a:lnTo>
                    <a:pt x="74802" y="321852"/>
                  </a:lnTo>
                  <a:lnTo>
                    <a:pt x="75026" y="321591"/>
                  </a:lnTo>
                  <a:lnTo>
                    <a:pt x="75186" y="321268"/>
                  </a:lnTo>
                  <a:lnTo>
                    <a:pt x="75267" y="320853"/>
                  </a:lnTo>
                  <a:lnTo>
                    <a:pt x="75296" y="320434"/>
                  </a:lnTo>
                  <a:lnTo>
                    <a:pt x="75898" y="319932"/>
                  </a:lnTo>
                  <a:lnTo>
                    <a:pt x="76158" y="319657"/>
                  </a:lnTo>
                  <a:lnTo>
                    <a:pt x="76159" y="319357"/>
                  </a:lnTo>
                  <a:lnTo>
                    <a:pt x="76028" y="319028"/>
                  </a:lnTo>
                  <a:lnTo>
                    <a:pt x="75669" y="319048"/>
                  </a:lnTo>
                  <a:lnTo>
                    <a:pt x="75533" y="319048"/>
                  </a:lnTo>
                  <a:lnTo>
                    <a:pt x="74824" y="318733"/>
                  </a:lnTo>
                  <a:lnTo>
                    <a:pt x="74682" y="318391"/>
                  </a:lnTo>
                  <a:lnTo>
                    <a:pt x="74453" y="318185"/>
                  </a:lnTo>
                  <a:lnTo>
                    <a:pt x="73902" y="317483"/>
                  </a:lnTo>
                  <a:lnTo>
                    <a:pt x="73828" y="317180"/>
                  </a:lnTo>
                  <a:lnTo>
                    <a:pt x="73797" y="317007"/>
                  </a:lnTo>
                  <a:lnTo>
                    <a:pt x="73700" y="316494"/>
                  </a:lnTo>
                  <a:lnTo>
                    <a:pt x="73340" y="316455"/>
                  </a:lnTo>
                  <a:lnTo>
                    <a:pt x="72983" y="316047"/>
                  </a:lnTo>
                  <a:lnTo>
                    <a:pt x="72840" y="315908"/>
                  </a:lnTo>
                  <a:lnTo>
                    <a:pt x="72199" y="315381"/>
                  </a:lnTo>
                  <a:lnTo>
                    <a:pt x="71820" y="315303"/>
                  </a:lnTo>
                  <a:lnTo>
                    <a:pt x="71760" y="314881"/>
                  </a:lnTo>
                  <a:lnTo>
                    <a:pt x="71817" y="314525"/>
                  </a:lnTo>
                  <a:lnTo>
                    <a:pt x="71599" y="313738"/>
                  </a:lnTo>
                  <a:lnTo>
                    <a:pt x="71606" y="313395"/>
                  </a:lnTo>
                  <a:lnTo>
                    <a:pt x="70974" y="313253"/>
                  </a:lnTo>
                  <a:lnTo>
                    <a:pt x="70607" y="313507"/>
                  </a:lnTo>
                  <a:lnTo>
                    <a:pt x="70289" y="312975"/>
                  </a:lnTo>
                  <a:lnTo>
                    <a:pt x="70323" y="312790"/>
                  </a:lnTo>
                  <a:lnTo>
                    <a:pt x="70127" y="312064"/>
                  </a:lnTo>
                  <a:lnTo>
                    <a:pt x="70291" y="311967"/>
                  </a:lnTo>
                  <a:lnTo>
                    <a:pt x="70310" y="311571"/>
                  </a:lnTo>
                  <a:lnTo>
                    <a:pt x="70572" y="311095"/>
                  </a:lnTo>
                  <a:lnTo>
                    <a:pt x="70927" y="310928"/>
                  </a:lnTo>
                  <a:lnTo>
                    <a:pt x="71200" y="310369"/>
                  </a:lnTo>
                  <a:lnTo>
                    <a:pt x="71377" y="310133"/>
                  </a:lnTo>
                  <a:lnTo>
                    <a:pt x="71596" y="310129"/>
                  </a:lnTo>
                  <a:lnTo>
                    <a:pt x="71867" y="309709"/>
                  </a:lnTo>
                  <a:lnTo>
                    <a:pt x="72228" y="308771"/>
                  </a:lnTo>
                  <a:lnTo>
                    <a:pt x="72626" y="307754"/>
                  </a:lnTo>
                  <a:lnTo>
                    <a:pt x="72756" y="307610"/>
                  </a:lnTo>
                  <a:lnTo>
                    <a:pt x="73004" y="307189"/>
                  </a:lnTo>
                  <a:lnTo>
                    <a:pt x="73017" y="306889"/>
                  </a:lnTo>
                  <a:lnTo>
                    <a:pt x="73106" y="306627"/>
                  </a:lnTo>
                  <a:lnTo>
                    <a:pt x="73810" y="305149"/>
                  </a:lnTo>
                  <a:lnTo>
                    <a:pt x="73970" y="304871"/>
                  </a:lnTo>
                  <a:lnTo>
                    <a:pt x="74050" y="304559"/>
                  </a:lnTo>
                  <a:lnTo>
                    <a:pt x="73950" y="304298"/>
                  </a:lnTo>
                  <a:lnTo>
                    <a:pt x="73766" y="304375"/>
                  </a:lnTo>
                  <a:lnTo>
                    <a:pt x="73417" y="304401"/>
                  </a:lnTo>
                  <a:lnTo>
                    <a:pt x="73321" y="303692"/>
                  </a:lnTo>
                  <a:lnTo>
                    <a:pt x="73366" y="303302"/>
                  </a:lnTo>
                  <a:lnTo>
                    <a:pt x="73725" y="302744"/>
                  </a:lnTo>
                  <a:lnTo>
                    <a:pt x="73938" y="302574"/>
                  </a:lnTo>
                  <a:lnTo>
                    <a:pt x="74122" y="302089"/>
                  </a:lnTo>
                  <a:lnTo>
                    <a:pt x="74056" y="301825"/>
                  </a:lnTo>
                  <a:lnTo>
                    <a:pt x="74017" y="301446"/>
                  </a:lnTo>
                  <a:lnTo>
                    <a:pt x="74122" y="301179"/>
                  </a:lnTo>
                  <a:lnTo>
                    <a:pt x="73967" y="300799"/>
                  </a:lnTo>
                  <a:lnTo>
                    <a:pt x="73038" y="300903"/>
                  </a:lnTo>
                  <a:lnTo>
                    <a:pt x="72723" y="300863"/>
                  </a:lnTo>
                  <a:lnTo>
                    <a:pt x="72428" y="301008"/>
                  </a:lnTo>
                  <a:lnTo>
                    <a:pt x="72376" y="301181"/>
                  </a:lnTo>
                  <a:lnTo>
                    <a:pt x="72235" y="301504"/>
                  </a:lnTo>
                  <a:lnTo>
                    <a:pt x="71662" y="301202"/>
                  </a:lnTo>
                  <a:lnTo>
                    <a:pt x="71220" y="301210"/>
                  </a:lnTo>
                  <a:lnTo>
                    <a:pt x="70858" y="301382"/>
                  </a:lnTo>
                  <a:lnTo>
                    <a:pt x="70105" y="301600"/>
                  </a:lnTo>
                  <a:lnTo>
                    <a:pt x="68931" y="302089"/>
                  </a:lnTo>
                  <a:lnTo>
                    <a:pt x="68732" y="302270"/>
                  </a:lnTo>
                  <a:lnTo>
                    <a:pt x="68552" y="302244"/>
                  </a:lnTo>
                  <a:lnTo>
                    <a:pt x="67995" y="302301"/>
                  </a:lnTo>
                  <a:lnTo>
                    <a:pt x="67584" y="302676"/>
                  </a:lnTo>
                  <a:lnTo>
                    <a:pt x="67298" y="302747"/>
                  </a:lnTo>
                  <a:lnTo>
                    <a:pt x="66480" y="302940"/>
                  </a:lnTo>
                  <a:lnTo>
                    <a:pt x="66177" y="302581"/>
                  </a:lnTo>
                  <a:lnTo>
                    <a:pt x="66003" y="302266"/>
                  </a:lnTo>
                  <a:lnTo>
                    <a:pt x="65845" y="301987"/>
                  </a:lnTo>
                  <a:lnTo>
                    <a:pt x="65362" y="301800"/>
                  </a:lnTo>
                  <a:lnTo>
                    <a:pt x="65177" y="301801"/>
                  </a:lnTo>
                  <a:lnTo>
                    <a:pt x="64788" y="301875"/>
                  </a:lnTo>
                  <a:lnTo>
                    <a:pt x="64630" y="301969"/>
                  </a:lnTo>
                  <a:lnTo>
                    <a:pt x="64336" y="301969"/>
                  </a:lnTo>
                  <a:lnTo>
                    <a:pt x="63913" y="301745"/>
                  </a:lnTo>
                  <a:lnTo>
                    <a:pt x="63710" y="301401"/>
                  </a:lnTo>
                  <a:lnTo>
                    <a:pt x="63776" y="301219"/>
                  </a:lnTo>
                  <a:lnTo>
                    <a:pt x="63602" y="300693"/>
                  </a:lnTo>
                  <a:lnTo>
                    <a:pt x="63939" y="300229"/>
                  </a:lnTo>
                  <a:lnTo>
                    <a:pt x="64089" y="300099"/>
                  </a:lnTo>
                  <a:lnTo>
                    <a:pt x="64399" y="299761"/>
                  </a:lnTo>
                  <a:lnTo>
                    <a:pt x="64798" y="299447"/>
                  </a:lnTo>
                  <a:lnTo>
                    <a:pt x="64595" y="299391"/>
                  </a:lnTo>
                  <a:lnTo>
                    <a:pt x="64367" y="298947"/>
                  </a:lnTo>
                  <a:lnTo>
                    <a:pt x="64233" y="298972"/>
                  </a:lnTo>
                  <a:lnTo>
                    <a:pt x="63906" y="298993"/>
                  </a:lnTo>
                  <a:lnTo>
                    <a:pt x="63618" y="298900"/>
                  </a:lnTo>
                  <a:lnTo>
                    <a:pt x="63472" y="298460"/>
                  </a:lnTo>
                  <a:lnTo>
                    <a:pt x="63566" y="298307"/>
                  </a:lnTo>
                  <a:lnTo>
                    <a:pt x="63662" y="298030"/>
                  </a:lnTo>
                  <a:lnTo>
                    <a:pt x="63514" y="297471"/>
                  </a:lnTo>
                  <a:lnTo>
                    <a:pt x="63378" y="296990"/>
                  </a:lnTo>
                  <a:lnTo>
                    <a:pt x="63443" y="296784"/>
                  </a:lnTo>
                  <a:lnTo>
                    <a:pt x="64146" y="296327"/>
                  </a:lnTo>
                  <a:lnTo>
                    <a:pt x="64586" y="295288"/>
                  </a:lnTo>
                  <a:lnTo>
                    <a:pt x="64730" y="294867"/>
                  </a:lnTo>
                  <a:lnTo>
                    <a:pt x="64435" y="294178"/>
                  </a:lnTo>
                  <a:lnTo>
                    <a:pt x="63957" y="294774"/>
                  </a:lnTo>
                  <a:lnTo>
                    <a:pt x="63392" y="294591"/>
                  </a:lnTo>
                  <a:lnTo>
                    <a:pt x="63056" y="294287"/>
                  </a:lnTo>
                  <a:lnTo>
                    <a:pt x="62953" y="294084"/>
                  </a:lnTo>
                  <a:lnTo>
                    <a:pt x="62906" y="293634"/>
                  </a:lnTo>
                  <a:lnTo>
                    <a:pt x="62922" y="293087"/>
                  </a:lnTo>
                  <a:lnTo>
                    <a:pt x="63148" y="292865"/>
                  </a:lnTo>
                  <a:lnTo>
                    <a:pt x="63293" y="292742"/>
                  </a:lnTo>
                  <a:lnTo>
                    <a:pt x="63567" y="291990"/>
                  </a:lnTo>
                  <a:lnTo>
                    <a:pt x="63661" y="291781"/>
                  </a:lnTo>
                  <a:lnTo>
                    <a:pt x="63795" y="291690"/>
                  </a:lnTo>
                  <a:lnTo>
                    <a:pt x="63725" y="291191"/>
                  </a:lnTo>
                  <a:lnTo>
                    <a:pt x="63802" y="290449"/>
                  </a:lnTo>
                  <a:lnTo>
                    <a:pt x="63955" y="290142"/>
                  </a:lnTo>
                  <a:lnTo>
                    <a:pt x="63795" y="289680"/>
                  </a:lnTo>
                  <a:lnTo>
                    <a:pt x="63880" y="289412"/>
                  </a:lnTo>
                  <a:lnTo>
                    <a:pt x="64360" y="289273"/>
                  </a:lnTo>
                  <a:lnTo>
                    <a:pt x="64824" y="288910"/>
                  </a:lnTo>
                  <a:lnTo>
                    <a:pt x="65426" y="288475"/>
                  </a:lnTo>
                  <a:lnTo>
                    <a:pt x="65652" y="288287"/>
                  </a:lnTo>
                  <a:lnTo>
                    <a:pt x="65840" y="288027"/>
                  </a:lnTo>
                  <a:lnTo>
                    <a:pt x="66055" y="287207"/>
                  </a:lnTo>
                  <a:lnTo>
                    <a:pt x="66342" y="286884"/>
                  </a:lnTo>
                  <a:lnTo>
                    <a:pt x="66513" y="286505"/>
                  </a:lnTo>
                  <a:lnTo>
                    <a:pt x="67186" y="285893"/>
                  </a:lnTo>
                  <a:lnTo>
                    <a:pt x="67508" y="285668"/>
                  </a:lnTo>
                  <a:lnTo>
                    <a:pt x="67524" y="285372"/>
                  </a:lnTo>
                  <a:lnTo>
                    <a:pt x="67454" y="285187"/>
                  </a:lnTo>
                  <a:lnTo>
                    <a:pt x="67390" y="284879"/>
                  </a:lnTo>
                  <a:lnTo>
                    <a:pt x="67506" y="284750"/>
                  </a:lnTo>
                  <a:lnTo>
                    <a:pt x="67957" y="284267"/>
                  </a:lnTo>
                  <a:lnTo>
                    <a:pt x="68507" y="283646"/>
                  </a:lnTo>
                  <a:lnTo>
                    <a:pt x="68840" y="283341"/>
                  </a:lnTo>
                  <a:lnTo>
                    <a:pt x="69341" y="282989"/>
                  </a:lnTo>
                  <a:lnTo>
                    <a:pt x="69833" y="282328"/>
                  </a:lnTo>
                  <a:lnTo>
                    <a:pt x="69959" y="282112"/>
                  </a:lnTo>
                  <a:lnTo>
                    <a:pt x="70001" y="281703"/>
                  </a:lnTo>
                  <a:lnTo>
                    <a:pt x="70022" y="281372"/>
                  </a:lnTo>
                  <a:lnTo>
                    <a:pt x="69770" y="280482"/>
                  </a:lnTo>
                  <a:lnTo>
                    <a:pt x="69772" y="280090"/>
                  </a:lnTo>
                  <a:lnTo>
                    <a:pt x="69709" y="279715"/>
                  </a:lnTo>
                  <a:lnTo>
                    <a:pt x="69398" y="279291"/>
                  </a:lnTo>
                  <a:lnTo>
                    <a:pt x="69070" y="279318"/>
                  </a:lnTo>
                  <a:lnTo>
                    <a:pt x="68587" y="279111"/>
                  </a:lnTo>
                  <a:lnTo>
                    <a:pt x="68574" y="278467"/>
                  </a:lnTo>
                  <a:lnTo>
                    <a:pt x="68578" y="278298"/>
                  </a:lnTo>
                  <a:lnTo>
                    <a:pt x="68815" y="277630"/>
                  </a:lnTo>
                  <a:lnTo>
                    <a:pt x="69184" y="277101"/>
                  </a:lnTo>
                  <a:lnTo>
                    <a:pt x="69208" y="276872"/>
                  </a:lnTo>
                  <a:lnTo>
                    <a:pt x="69376" y="276465"/>
                  </a:lnTo>
                  <a:lnTo>
                    <a:pt x="69527" y="276257"/>
                  </a:lnTo>
                  <a:lnTo>
                    <a:pt x="70063" y="275696"/>
                  </a:lnTo>
                  <a:lnTo>
                    <a:pt x="70490" y="275581"/>
                  </a:lnTo>
                  <a:lnTo>
                    <a:pt x="71029" y="275269"/>
                  </a:lnTo>
                  <a:lnTo>
                    <a:pt x="71015" y="275049"/>
                  </a:lnTo>
                  <a:lnTo>
                    <a:pt x="71267" y="274694"/>
                  </a:lnTo>
                  <a:lnTo>
                    <a:pt x="71454" y="274522"/>
                  </a:lnTo>
                  <a:lnTo>
                    <a:pt x="71929" y="274325"/>
                  </a:lnTo>
                  <a:lnTo>
                    <a:pt x="72456" y="274690"/>
                  </a:lnTo>
                  <a:lnTo>
                    <a:pt x="73215" y="274746"/>
                  </a:lnTo>
                  <a:lnTo>
                    <a:pt x="73276" y="273961"/>
                  </a:lnTo>
                  <a:lnTo>
                    <a:pt x="73639" y="273321"/>
                  </a:lnTo>
                  <a:lnTo>
                    <a:pt x="73865" y="273118"/>
                  </a:lnTo>
                  <a:lnTo>
                    <a:pt x="74052" y="273293"/>
                  </a:lnTo>
                  <a:lnTo>
                    <a:pt x="74171" y="273451"/>
                  </a:lnTo>
                  <a:lnTo>
                    <a:pt x="74616" y="273782"/>
                  </a:lnTo>
                  <a:lnTo>
                    <a:pt x="74857" y="273915"/>
                  </a:lnTo>
                  <a:lnTo>
                    <a:pt x="75100" y="274007"/>
                  </a:lnTo>
                  <a:lnTo>
                    <a:pt x="75321" y="273972"/>
                  </a:lnTo>
                  <a:lnTo>
                    <a:pt x="75804" y="273776"/>
                  </a:lnTo>
                  <a:lnTo>
                    <a:pt x="75792" y="273551"/>
                  </a:lnTo>
                  <a:lnTo>
                    <a:pt x="76122" y="273287"/>
                  </a:lnTo>
                  <a:lnTo>
                    <a:pt x="76386" y="272734"/>
                  </a:lnTo>
                  <a:lnTo>
                    <a:pt x="76589" y="272784"/>
                  </a:lnTo>
                  <a:lnTo>
                    <a:pt x="77168" y="272836"/>
                  </a:lnTo>
                  <a:lnTo>
                    <a:pt x="77609" y="272767"/>
                  </a:lnTo>
                  <a:lnTo>
                    <a:pt x="77690" y="272501"/>
                  </a:lnTo>
                  <a:lnTo>
                    <a:pt x="77547" y="272352"/>
                  </a:lnTo>
                  <a:lnTo>
                    <a:pt x="77353" y="272154"/>
                  </a:lnTo>
                  <a:lnTo>
                    <a:pt x="77462" y="271856"/>
                  </a:lnTo>
                  <a:lnTo>
                    <a:pt x="77750" y="271701"/>
                  </a:lnTo>
                  <a:lnTo>
                    <a:pt x="77969" y="271646"/>
                  </a:lnTo>
                  <a:lnTo>
                    <a:pt x="78140" y="271634"/>
                  </a:lnTo>
                  <a:lnTo>
                    <a:pt x="78770" y="271673"/>
                  </a:lnTo>
                  <a:lnTo>
                    <a:pt x="79309" y="271754"/>
                  </a:lnTo>
                  <a:lnTo>
                    <a:pt x="80286" y="271482"/>
                  </a:lnTo>
                  <a:lnTo>
                    <a:pt x="80848" y="270939"/>
                  </a:lnTo>
                  <a:lnTo>
                    <a:pt x="80801" y="270807"/>
                  </a:lnTo>
                  <a:lnTo>
                    <a:pt x="80621" y="270451"/>
                  </a:lnTo>
                  <a:lnTo>
                    <a:pt x="80134" y="269603"/>
                  </a:lnTo>
                  <a:lnTo>
                    <a:pt x="79915" y="269281"/>
                  </a:lnTo>
                  <a:lnTo>
                    <a:pt x="79712" y="269034"/>
                  </a:lnTo>
                  <a:lnTo>
                    <a:pt x="79536" y="268017"/>
                  </a:lnTo>
                  <a:lnTo>
                    <a:pt x="79322" y="267610"/>
                  </a:lnTo>
                  <a:lnTo>
                    <a:pt x="79240" y="267061"/>
                  </a:lnTo>
                  <a:lnTo>
                    <a:pt x="78943" y="266848"/>
                  </a:lnTo>
                  <a:lnTo>
                    <a:pt x="78756" y="266321"/>
                  </a:lnTo>
                  <a:lnTo>
                    <a:pt x="79240" y="266162"/>
                  </a:lnTo>
                  <a:lnTo>
                    <a:pt x="79355" y="266026"/>
                  </a:lnTo>
                  <a:lnTo>
                    <a:pt x="79686" y="265817"/>
                  </a:lnTo>
                  <a:lnTo>
                    <a:pt x="79953" y="265881"/>
                  </a:lnTo>
                  <a:lnTo>
                    <a:pt x="80227" y="265828"/>
                  </a:lnTo>
                  <a:lnTo>
                    <a:pt x="80471" y="265871"/>
                  </a:lnTo>
                  <a:lnTo>
                    <a:pt x="80704" y="265781"/>
                  </a:lnTo>
                  <a:lnTo>
                    <a:pt x="80960" y="265800"/>
                  </a:lnTo>
                  <a:lnTo>
                    <a:pt x="81083" y="265977"/>
                  </a:lnTo>
                  <a:lnTo>
                    <a:pt x="81268" y="265943"/>
                  </a:lnTo>
                  <a:lnTo>
                    <a:pt x="81507" y="265940"/>
                  </a:lnTo>
                  <a:lnTo>
                    <a:pt x="81703" y="265939"/>
                  </a:lnTo>
                  <a:lnTo>
                    <a:pt x="81928" y="265823"/>
                  </a:lnTo>
                  <a:lnTo>
                    <a:pt x="82340" y="265567"/>
                  </a:lnTo>
                  <a:lnTo>
                    <a:pt x="82627" y="265507"/>
                  </a:lnTo>
                  <a:lnTo>
                    <a:pt x="83074" y="265463"/>
                  </a:lnTo>
                  <a:lnTo>
                    <a:pt x="83161" y="265294"/>
                  </a:lnTo>
                  <a:lnTo>
                    <a:pt x="83108" y="265080"/>
                  </a:lnTo>
                  <a:lnTo>
                    <a:pt x="83131" y="264657"/>
                  </a:lnTo>
                  <a:lnTo>
                    <a:pt x="83438" y="264264"/>
                  </a:lnTo>
                  <a:lnTo>
                    <a:pt x="83685" y="264051"/>
                  </a:lnTo>
                  <a:lnTo>
                    <a:pt x="83921" y="263767"/>
                  </a:lnTo>
                  <a:lnTo>
                    <a:pt x="83955" y="263632"/>
                  </a:lnTo>
                  <a:lnTo>
                    <a:pt x="84255" y="263295"/>
                  </a:lnTo>
                  <a:lnTo>
                    <a:pt x="84575" y="263018"/>
                  </a:lnTo>
                  <a:lnTo>
                    <a:pt x="84974" y="262557"/>
                  </a:lnTo>
                  <a:lnTo>
                    <a:pt x="85299" y="262399"/>
                  </a:lnTo>
                  <a:lnTo>
                    <a:pt x="85606" y="262317"/>
                  </a:lnTo>
                  <a:lnTo>
                    <a:pt x="86026" y="262493"/>
                  </a:lnTo>
                  <a:lnTo>
                    <a:pt x="86055" y="261981"/>
                  </a:lnTo>
                  <a:lnTo>
                    <a:pt x="86274" y="261763"/>
                  </a:lnTo>
                  <a:lnTo>
                    <a:pt x="86699" y="261552"/>
                  </a:lnTo>
                  <a:lnTo>
                    <a:pt x="86546" y="260927"/>
                  </a:lnTo>
                  <a:lnTo>
                    <a:pt x="86733" y="260648"/>
                  </a:lnTo>
                  <a:lnTo>
                    <a:pt x="86912" y="260754"/>
                  </a:lnTo>
                  <a:lnTo>
                    <a:pt x="87258" y="260826"/>
                  </a:lnTo>
                  <a:lnTo>
                    <a:pt x="87321" y="260582"/>
                  </a:lnTo>
                  <a:lnTo>
                    <a:pt x="87482" y="260491"/>
                  </a:lnTo>
                  <a:lnTo>
                    <a:pt x="87849" y="260089"/>
                  </a:lnTo>
                  <a:lnTo>
                    <a:pt x="88145" y="259791"/>
                  </a:lnTo>
                  <a:lnTo>
                    <a:pt x="88450" y="259600"/>
                  </a:lnTo>
                  <a:lnTo>
                    <a:pt x="88582" y="259573"/>
                  </a:lnTo>
                  <a:lnTo>
                    <a:pt x="88711" y="259565"/>
                  </a:lnTo>
                  <a:lnTo>
                    <a:pt x="88881" y="259299"/>
                  </a:lnTo>
                  <a:lnTo>
                    <a:pt x="88845" y="259057"/>
                  </a:lnTo>
                  <a:lnTo>
                    <a:pt x="88589" y="258545"/>
                  </a:lnTo>
                  <a:lnTo>
                    <a:pt x="88309" y="258539"/>
                  </a:lnTo>
                  <a:lnTo>
                    <a:pt x="88788" y="258212"/>
                  </a:lnTo>
                  <a:lnTo>
                    <a:pt x="89139" y="258041"/>
                  </a:lnTo>
                  <a:lnTo>
                    <a:pt x="89089" y="257888"/>
                  </a:lnTo>
                  <a:lnTo>
                    <a:pt x="89001" y="257756"/>
                  </a:lnTo>
                  <a:lnTo>
                    <a:pt x="88798" y="257638"/>
                  </a:lnTo>
                  <a:lnTo>
                    <a:pt x="88703" y="257497"/>
                  </a:lnTo>
                  <a:lnTo>
                    <a:pt x="88995" y="257119"/>
                  </a:lnTo>
                  <a:lnTo>
                    <a:pt x="89054" y="256938"/>
                  </a:lnTo>
                  <a:lnTo>
                    <a:pt x="88956" y="256763"/>
                  </a:lnTo>
                  <a:lnTo>
                    <a:pt x="88947" y="256487"/>
                  </a:lnTo>
                  <a:lnTo>
                    <a:pt x="88896" y="256299"/>
                  </a:lnTo>
                  <a:lnTo>
                    <a:pt x="88737" y="256089"/>
                  </a:lnTo>
                  <a:lnTo>
                    <a:pt x="88397" y="256107"/>
                  </a:lnTo>
                  <a:lnTo>
                    <a:pt x="88245" y="256053"/>
                  </a:lnTo>
                  <a:lnTo>
                    <a:pt x="87774" y="256037"/>
                  </a:lnTo>
                  <a:lnTo>
                    <a:pt x="87583" y="255840"/>
                  </a:lnTo>
                  <a:lnTo>
                    <a:pt x="87345" y="255871"/>
                  </a:lnTo>
                  <a:lnTo>
                    <a:pt x="87236" y="255640"/>
                  </a:lnTo>
                  <a:lnTo>
                    <a:pt x="87196" y="255498"/>
                  </a:lnTo>
                  <a:lnTo>
                    <a:pt x="86993" y="255048"/>
                  </a:lnTo>
                  <a:lnTo>
                    <a:pt x="86647" y="254713"/>
                  </a:lnTo>
                  <a:lnTo>
                    <a:pt x="86384" y="254530"/>
                  </a:lnTo>
                  <a:lnTo>
                    <a:pt x="86204" y="254479"/>
                  </a:lnTo>
                  <a:lnTo>
                    <a:pt x="86299" y="254228"/>
                  </a:lnTo>
                  <a:lnTo>
                    <a:pt x="86374" y="254081"/>
                  </a:lnTo>
                  <a:lnTo>
                    <a:pt x="86434" y="253937"/>
                  </a:lnTo>
                  <a:lnTo>
                    <a:pt x="86569" y="253758"/>
                  </a:lnTo>
                  <a:lnTo>
                    <a:pt x="86795" y="253492"/>
                  </a:lnTo>
                  <a:lnTo>
                    <a:pt x="86910" y="253336"/>
                  </a:lnTo>
                  <a:lnTo>
                    <a:pt x="87534" y="252757"/>
                  </a:lnTo>
                  <a:lnTo>
                    <a:pt x="87351" y="252146"/>
                  </a:lnTo>
                  <a:lnTo>
                    <a:pt x="86913" y="251886"/>
                  </a:lnTo>
                  <a:lnTo>
                    <a:pt x="86758" y="251803"/>
                  </a:lnTo>
                  <a:lnTo>
                    <a:pt x="86632" y="251622"/>
                  </a:lnTo>
                  <a:lnTo>
                    <a:pt x="86240" y="251679"/>
                  </a:lnTo>
                  <a:lnTo>
                    <a:pt x="85956" y="251704"/>
                  </a:lnTo>
                  <a:lnTo>
                    <a:pt x="85785" y="251742"/>
                  </a:lnTo>
                  <a:lnTo>
                    <a:pt x="85333" y="251432"/>
                  </a:lnTo>
                  <a:lnTo>
                    <a:pt x="85047" y="251244"/>
                  </a:lnTo>
                  <a:lnTo>
                    <a:pt x="84815" y="250895"/>
                  </a:lnTo>
                  <a:lnTo>
                    <a:pt x="84454" y="250623"/>
                  </a:lnTo>
                  <a:lnTo>
                    <a:pt x="84382" y="250204"/>
                  </a:lnTo>
                  <a:lnTo>
                    <a:pt x="84253" y="249969"/>
                  </a:lnTo>
                  <a:lnTo>
                    <a:pt x="83647" y="249834"/>
                  </a:lnTo>
                  <a:lnTo>
                    <a:pt x="83267" y="249877"/>
                  </a:lnTo>
                  <a:lnTo>
                    <a:pt x="82839" y="249771"/>
                  </a:lnTo>
                  <a:lnTo>
                    <a:pt x="82755" y="249565"/>
                  </a:lnTo>
                  <a:lnTo>
                    <a:pt x="82540" y="249295"/>
                  </a:lnTo>
                  <a:lnTo>
                    <a:pt x="82508" y="248909"/>
                  </a:lnTo>
                  <a:lnTo>
                    <a:pt x="82761" y="248751"/>
                  </a:lnTo>
                  <a:lnTo>
                    <a:pt x="82748" y="248604"/>
                  </a:lnTo>
                  <a:lnTo>
                    <a:pt x="82751" y="248423"/>
                  </a:lnTo>
                  <a:lnTo>
                    <a:pt x="82874" y="248281"/>
                  </a:lnTo>
                  <a:lnTo>
                    <a:pt x="83134" y="247854"/>
                  </a:lnTo>
                  <a:lnTo>
                    <a:pt x="83654" y="247778"/>
                  </a:lnTo>
                  <a:lnTo>
                    <a:pt x="83847" y="247422"/>
                  </a:lnTo>
                  <a:lnTo>
                    <a:pt x="83983" y="247167"/>
                  </a:lnTo>
                  <a:lnTo>
                    <a:pt x="84178" y="246744"/>
                  </a:lnTo>
                  <a:lnTo>
                    <a:pt x="83992" y="246430"/>
                  </a:lnTo>
                  <a:lnTo>
                    <a:pt x="83731" y="246233"/>
                  </a:lnTo>
                  <a:lnTo>
                    <a:pt x="83792" y="246057"/>
                  </a:lnTo>
                  <a:lnTo>
                    <a:pt x="83979" y="245807"/>
                  </a:lnTo>
                  <a:lnTo>
                    <a:pt x="84089" y="245606"/>
                  </a:lnTo>
                  <a:lnTo>
                    <a:pt x="84035" y="245083"/>
                  </a:lnTo>
                  <a:lnTo>
                    <a:pt x="84166" y="244821"/>
                  </a:lnTo>
                  <a:lnTo>
                    <a:pt x="84120" y="244550"/>
                  </a:lnTo>
                  <a:lnTo>
                    <a:pt x="84121" y="244003"/>
                  </a:lnTo>
                  <a:lnTo>
                    <a:pt x="84001" y="243859"/>
                  </a:lnTo>
                  <a:lnTo>
                    <a:pt x="83816" y="243726"/>
                  </a:lnTo>
                  <a:lnTo>
                    <a:pt x="83758" y="243429"/>
                  </a:lnTo>
                  <a:lnTo>
                    <a:pt x="83855" y="243249"/>
                  </a:lnTo>
                  <a:lnTo>
                    <a:pt x="83831" y="243121"/>
                  </a:lnTo>
                  <a:lnTo>
                    <a:pt x="83883" y="242956"/>
                  </a:lnTo>
                  <a:lnTo>
                    <a:pt x="83983" y="242782"/>
                  </a:lnTo>
                  <a:lnTo>
                    <a:pt x="84266" y="242648"/>
                  </a:lnTo>
                  <a:lnTo>
                    <a:pt x="84511" y="242622"/>
                  </a:lnTo>
                  <a:lnTo>
                    <a:pt x="84551" y="242313"/>
                  </a:lnTo>
                  <a:lnTo>
                    <a:pt x="84655" y="242035"/>
                  </a:lnTo>
                  <a:lnTo>
                    <a:pt x="84780" y="241875"/>
                  </a:lnTo>
                  <a:lnTo>
                    <a:pt x="84825" y="241069"/>
                  </a:lnTo>
                  <a:lnTo>
                    <a:pt x="84913" y="240837"/>
                  </a:lnTo>
                  <a:lnTo>
                    <a:pt x="84946" y="240557"/>
                  </a:lnTo>
                  <a:lnTo>
                    <a:pt x="85075" y="240230"/>
                  </a:lnTo>
                  <a:lnTo>
                    <a:pt x="85009" y="239846"/>
                  </a:lnTo>
                  <a:lnTo>
                    <a:pt x="85002" y="239655"/>
                  </a:lnTo>
                  <a:lnTo>
                    <a:pt x="84722" y="239563"/>
                  </a:lnTo>
                  <a:lnTo>
                    <a:pt x="84545" y="239455"/>
                  </a:lnTo>
                  <a:lnTo>
                    <a:pt x="84360" y="239269"/>
                  </a:lnTo>
                  <a:lnTo>
                    <a:pt x="84847" y="238476"/>
                  </a:lnTo>
                  <a:lnTo>
                    <a:pt x="84932" y="238205"/>
                  </a:lnTo>
                  <a:lnTo>
                    <a:pt x="84967" y="237990"/>
                  </a:lnTo>
                  <a:lnTo>
                    <a:pt x="84926" y="237513"/>
                  </a:lnTo>
                  <a:lnTo>
                    <a:pt x="84960" y="237308"/>
                  </a:lnTo>
                  <a:lnTo>
                    <a:pt x="84972" y="237008"/>
                  </a:lnTo>
                  <a:lnTo>
                    <a:pt x="84844" y="236822"/>
                  </a:lnTo>
                  <a:lnTo>
                    <a:pt x="84648" y="237082"/>
                  </a:lnTo>
                  <a:lnTo>
                    <a:pt x="84490" y="237214"/>
                  </a:lnTo>
                  <a:lnTo>
                    <a:pt x="84224" y="237232"/>
                  </a:lnTo>
                  <a:lnTo>
                    <a:pt x="84024" y="237021"/>
                  </a:lnTo>
                  <a:lnTo>
                    <a:pt x="84001" y="236741"/>
                  </a:lnTo>
                  <a:lnTo>
                    <a:pt x="84012" y="236588"/>
                  </a:lnTo>
                  <a:lnTo>
                    <a:pt x="83814" y="236491"/>
                  </a:lnTo>
                  <a:lnTo>
                    <a:pt x="83527" y="236663"/>
                  </a:lnTo>
                  <a:lnTo>
                    <a:pt x="83259" y="236719"/>
                  </a:lnTo>
                  <a:lnTo>
                    <a:pt x="82976" y="236838"/>
                  </a:lnTo>
                  <a:lnTo>
                    <a:pt x="82723" y="237032"/>
                  </a:lnTo>
                  <a:lnTo>
                    <a:pt x="82444" y="236949"/>
                  </a:lnTo>
                  <a:lnTo>
                    <a:pt x="82053" y="237007"/>
                  </a:lnTo>
                  <a:lnTo>
                    <a:pt x="81912" y="236854"/>
                  </a:lnTo>
                  <a:lnTo>
                    <a:pt x="81386" y="236375"/>
                  </a:lnTo>
                  <a:lnTo>
                    <a:pt x="81323" y="236173"/>
                  </a:lnTo>
                  <a:lnTo>
                    <a:pt x="81473" y="235927"/>
                  </a:lnTo>
                  <a:lnTo>
                    <a:pt x="81343" y="235638"/>
                  </a:lnTo>
                  <a:lnTo>
                    <a:pt x="81239" y="235464"/>
                  </a:lnTo>
                  <a:lnTo>
                    <a:pt x="81237" y="235324"/>
                  </a:lnTo>
                  <a:lnTo>
                    <a:pt x="81292" y="235112"/>
                  </a:lnTo>
                  <a:lnTo>
                    <a:pt x="81632" y="234781"/>
                  </a:lnTo>
                  <a:lnTo>
                    <a:pt x="81666" y="234414"/>
                  </a:lnTo>
                  <a:lnTo>
                    <a:pt x="80905" y="233728"/>
                  </a:lnTo>
                  <a:lnTo>
                    <a:pt x="80553" y="234003"/>
                  </a:lnTo>
                  <a:lnTo>
                    <a:pt x="80094" y="234429"/>
                  </a:lnTo>
                  <a:lnTo>
                    <a:pt x="80052" y="234104"/>
                  </a:lnTo>
                  <a:lnTo>
                    <a:pt x="80012" y="233843"/>
                  </a:lnTo>
                  <a:lnTo>
                    <a:pt x="79936" y="233687"/>
                  </a:lnTo>
                  <a:lnTo>
                    <a:pt x="79848" y="233518"/>
                  </a:lnTo>
                  <a:lnTo>
                    <a:pt x="79697" y="233310"/>
                  </a:lnTo>
                  <a:lnTo>
                    <a:pt x="79555" y="233277"/>
                  </a:lnTo>
                  <a:lnTo>
                    <a:pt x="79357" y="232232"/>
                  </a:lnTo>
                  <a:lnTo>
                    <a:pt x="79420" y="232085"/>
                  </a:lnTo>
                  <a:lnTo>
                    <a:pt x="78746" y="231728"/>
                  </a:lnTo>
                  <a:lnTo>
                    <a:pt x="77476" y="231010"/>
                  </a:lnTo>
                  <a:lnTo>
                    <a:pt x="77509" y="229947"/>
                  </a:lnTo>
                  <a:lnTo>
                    <a:pt x="77288" y="229525"/>
                  </a:lnTo>
                  <a:lnTo>
                    <a:pt x="77039" y="228005"/>
                  </a:lnTo>
                  <a:lnTo>
                    <a:pt x="76940" y="227654"/>
                  </a:lnTo>
                  <a:lnTo>
                    <a:pt x="76894" y="227266"/>
                  </a:lnTo>
                  <a:lnTo>
                    <a:pt x="77109" y="226860"/>
                  </a:lnTo>
                  <a:lnTo>
                    <a:pt x="77224" y="226119"/>
                  </a:lnTo>
                  <a:lnTo>
                    <a:pt x="77245" y="225965"/>
                  </a:lnTo>
                  <a:lnTo>
                    <a:pt x="77244" y="225810"/>
                  </a:lnTo>
                  <a:lnTo>
                    <a:pt x="77237" y="225390"/>
                  </a:lnTo>
                  <a:lnTo>
                    <a:pt x="77554" y="225345"/>
                  </a:lnTo>
                  <a:lnTo>
                    <a:pt x="78218" y="224844"/>
                  </a:lnTo>
                  <a:lnTo>
                    <a:pt x="78734" y="224099"/>
                  </a:lnTo>
                  <a:lnTo>
                    <a:pt x="79655" y="223478"/>
                  </a:lnTo>
                  <a:lnTo>
                    <a:pt x="80032" y="223130"/>
                  </a:lnTo>
                  <a:lnTo>
                    <a:pt x="80626" y="222488"/>
                  </a:lnTo>
                  <a:lnTo>
                    <a:pt x="80609" y="222176"/>
                  </a:lnTo>
                  <a:lnTo>
                    <a:pt x="81059" y="221977"/>
                  </a:lnTo>
                  <a:lnTo>
                    <a:pt x="81220" y="221834"/>
                  </a:lnTo>
                  <a:lnTo>
                    <a:pt x="81390" y="221624"/>
                  </a:lnTo>
                  <a:lnTo>
                    <a:pt x="81686" y="221029"/>
                  </a:lnTo>
                  <a:lnTo>
                    <a:pt x="81876" y="220637"/>
                  </a:lnTo>
                  <a:lnTo>
                    <a:pt x="82108" y="220624"/>
                  </a:lnTo>
                  <a:lnTo>
                    <a:pt x="82339" y="220520"/>
                  </a:lnTo>
                  <a:lnTo>
                    <a:pt x="82711" y="220438"/>
                  </a:lnTo>
                  <a:lnTo>
                    <a:pt x="82943" y="220392"/>
                  </a:lnTo>
                  <a:lnTo>
                    <a:pt x="83072" y="220371"/>
                  </a:lnTo>
                  <a:lnTo>
                    <a:pt x="83353" y="220333"/>
                  </a:lnTo>
                  <a:lnTo>
                    <a:pt x="83537" y="220415"/>
                  </a:lnTo>
                  <a:lnTo>
                    <a:pt x="83859" y="220395"/>
                  </a:lnTo>
                  <a:lnTo>
                    <a:pt x="84020" y="220226"/>
                  </a:lnTo>
                  <a:lnTo>
                    <a:pt x="84604" y="220437"/>
                  </a:lnTo>
                  <a:lnTo>
                    <a:pt x="84853" y="220342"/>
                  </a:lnTo>
                  <a:lnTo>
                    <a:pt x="85005" y="220332"/>
                  </a:lnTo>
                  <a:lnTo>
                    <a:pt x="85266" y="220180"/>
                  </a:lnTo>
                  <a:lnTo>
                    <a:pt x="85423" y="220152"/>
                  </a:lnTo>
                  <a:lnTo>
                    <a:pt x="85901" y="220361"/>
                  </a:lnTo>
                  <a:lnTo>
                    <a:pt x="86290" y="220042"/>
                  </a:lnTo>
                  <a:lnTo>
                    <a:pt x="86597" y="219840"/>
                  </a:lnTo>
                  <a:lnTo>
                    <a:pt x="87136" y="219699"/>
                  </a:lnTo>
                  <a:lnTo>
                    <a:pt x="87672" y="219370"/>
                  </a:lnTo>
                  <a:lnTo>
                    <a:pt x="88090" y="219477"/>
                  </a:lnTo>
                  <a:lnTo>
                    <a:pt x="88340" y="219634"/>
                  </a:lnTo>
                  <a:lnTo>
                    <a:pt x="88534" y="219547"/>
                  </a:lnTo>
                  <a:lnTo>
                    <a:pt x="88718" y="219445"/>
                  </a:lnTo>
                  <a:lnTo>
                    <a:pt x="88870" y="219336"/>
                  </a:lnTo>
                  <a:lnTo>
                    <a:pt x="88817" y="218766"/>
                  </a:lnTo>
                  <a:lnTo>
                    <a:pt x="88634" y="218333"/>
                  </a:lnTo>
                  <a:lnTo>
                    <a:pt x="88593" y="218202"/>
                  </a:lnTo>
                  <a:lnTo>
                    <a:pt x="88590" y="217931"/>
                  </a:lnTo>
                  <a:lnTo>
                    <a:pt x="88838" y="217401"/>
                  </a:lnTo>
                  <a:lnTo>
                    <a:pt x="88895" y="217242"/>
                  </a:lnTo>
                  <a:lnTo>
                    <a:pt x="89120" y="216916"/>
                  </a:lnTo>
                  <a:lnTo>
                    <a:pt x="88912" y="216594"/>
                  </a:lnTo>
                  <a:lnTo>
                    <a:pt x="88726" y="216348"/>
                  </a:lnTo>
                  <a:lnTo>
                    <a:pt x="88797" y="216104"/>
                  </a:lnTo>
                  <a:lnTo>
                    <a:pt x="88915" y="215928"/>
                  </a:lnTo>
                  <a:lnTo>
                    <a:pt x="89028" y="215730"/>
                  </a:lnTo>
                  <a:lnTo>
                    <a:pt x="89093" y="215536"/>
                  </a:lnTo>
                  <a:lnTo>
                    <a:pt x="88961" y="214635"/>
                  </a:lnTo>
                  <a:lnTo>
                    <a:pt x="89349" y="214389"/>
                  </a:lnTo>
                  <a:lnTo>
                    <a:pt x="89850" y="214310"/>
                  </a:lnTo>
                  <a:lnTo>
                    <a:pt x="90286" y="214037"/>
                  </a:lnTo>
                  <a:lnTo>
                    <a:pt x="90610" y="213831"/>
                  </a:lnTo>
                  <a:lnTo>
                    <a:pt x="90980" y="213660"/>
                  </a:lnTo>
                  <a:lnTo>
                    <a:pt x="91219" y="213804"/>
                  </a:lnTo>
                  <a:lnTo>
                    <a:pt x="91356" y="213887"/>
                  </a:lnTo>
                  <a:lnTo>
                    <a:pt x="91589" y="214142"/>
                  </a:lnTo>
                  <a:lnTo>
                    <a:pt x="91651" y="214290"/>
                  </a:lnTo>
                  <a:lnTo>
                    <a:pt x="91814" y="214613"/>
                  </a:lnTo>
                  <a:lnTo>
                    <a:pt x="91941" y="214956"/>
                  </a:lnTo>
                  <a:lnTo>
                    <a:pt x="92006" y="215137"/>
                  </a:lnTo>
                  <a:lnTo>
                    <a:pt x="92373" y="215443"/>
                  </a:lnTo>
                  <a:lnTo>
                    <a:pt x="92780" y="215556"/>
                  </a:lnTo>
                  <a:lnTo>
                    <a:pt x="93197" y="215571"/>
                  </a:lnTo>
                  <a:lnTo>
                    <a:pt x="93491" y="215607"/>
                  </a:lnTo>
                  <a:lnTo>
                    <a:pt x="93838" y="215322"/>
                  </a:lnTo>
                  <a:lnTo>
                    <a:pt x="93964" y="215186"/>
                  </a:lnTo>
                  <a:lnTo>
                    <a:pt x="94599" y="214961"/>
                  </a:lnTo>
                  <a:lnTo>
                    <a:pt x="94764" y="214967"/>
                  </a:lnTo>
                  <a:lnTo>
                    <a:pt x="95085" y="215052"/>
                  </a:lnTo>
                  <a:lnTo>
                    <a:pt x="95269" y="215030"/>
                  </a:lnTo>
                  <a:lnTo>
                    <a:pt x="95457" y="214937"/>
                  </a:lnTo>
                  <a:lnTo>
                    <a:pt x="95696" y="214836"/>
                  </a:lnTo>
                  <a:lnTo>
                    <a:pt x="95998" y="214698"/>
                  </a:lnTo>
                  <a:lnTo>
                    <a:pt x="96236" y="214423"/>
                  </a:lnTo>
                  <a:lnTo>
                    <a:pt x="96390" y="214655"/>
                  </a:lnTo>
                  <a:lnTo>
                    <a:pt x="96170" y="214855"/>
                  </a:lnTo>
                  <a:lnTo>
                    <a:pt x="96412" y="214974"/>
                  </a:lnTo>
                  <a:lnTo>
                    <a:pt x="96648" y="214956"/>
                  </a:lnTo>
                  <a:lnTo>
                    <a:pt x="96589" y="215187"/>
                  </a:lnTo>
                  <a:lnTo>
                    <a:pt x="96621" y="215340"/>
                  </a:lnTo>
                  <a:lnTo>
                    <a:pt x="97198" y="215420"/>
                  </a:lnTo>
                  <a:lnTo>
                    <a:pt x="97629" y="215262"/>
                  </a:lnTo>
                  <a:lnTo>
                    <a:pt x="97763" y="215379"/>
                  </a:lnTo>
                  <a:lnTo>
                    <a:pt x="98363" y="215400"/>
                  </a:lnTo>
                  <a:lnTo>
                    <a:pt x="98513" y="215549"/>
                  </a:lnTo>
                  <a:lnTo>
                    <a:pt x="98879" y="215516"/>
                  </a:lnTo>
                  <a:lnTo>
                    <a:pt x="99123" y="215418"/>
                  </a:lnTo>
                  <a:lnTo>
                    <a:pt x="99372" y="215317"/>
                  </a:lnTo>
                  <a:lnTo>
                    <a:pt x="99531" y="215190"/>
                  </a:lnTo>
                  <a:lnTo>
                    <a:pt x="99666" y="215150"/>
                  </a:lnTo>
                  <a:lnTo>
                    <a:pt x="99990" y="215165"/>
                  </a:lnTo>
                  <a:lnTo>
                    <a:pt x="100132" y="215095"/>
                  </a:lnTo>
                  <a:lnTo>
                    <a:pt x="100308" y="214933"/>
                  </a:lnTo>
                  <a:lnTo>
                    <a:pt x="100660" y="214640"/>
                  </a:lnTo>
                  <a:lnTo>
                    <a:pt x="100883" y="214641"/>
                  </a:lnTo>
                  <a:lnTo>
                    <a:pt x="101063" y="214557"/>
                  </a:lnTo>
                  <a:lnTo>
                    <a:pt x="101201" y="214455"/>
                  </a:lnTo>
                  <a:lnTo>
                    <a:pt x="101437" y="214359"/>
                  </a:lnTo>
                  <a:lnTo>
                    <a:pt x="101637" y="214311"/>
                  </a:lnTo>
                  <a:lnTo>
                    <a:pt x="101886" y="214135"/>
                  </a:lnTo>
                  <a:lnTo>
                    <a:pt x="102068" y="214024"/>
                  </a:lnTo>
                  <a:lnTo>
                    <a:pt x="102281" y="213944"/>
                  </a:lnTo>
                  <a:lnTo>
                    <a:pt x="102476" y="213713"/>
                  </a:lnTo>
                  <a:lnTo>
                    <a:pt x="102570" y="213536"/>
                  </a:lnTo>
                  <a:lnTo>
                    <a:pt x="102698" y="213287"/>
                  </a:lnTo>
                  <a:lnTo>
                    <a:pt x="102853" y="213118"/>
                  </a:lnTo>
                  <a:lnTo>
                    <a:pt x="102991" y="213009"/>
                  </a:lnTo>
                  <a:lnTo>
                    <a:pt x="103238" y="213003"/>
                  </a:lnTo>
                  <a:lnTo>
                    <a:pt x="103438" y="213081"/>
                  </a:lnTo>
                  <a:lnTo>
                    <a:pt x="103720" y="213052"/>
                  </a:lnTo>
                  <a:lnTo>
                    <a:pt x="103907" y="212999"/>
                  </a:lnTo>
                  <a:lnTo>
                    <a:pt x="104104" y="212891"/>
                  </a:lnTo>
                  <a:lnTo>
                    <a:pt x="104251" y="212718"/>
                  </a:lnTo>
                  <a:lnTo>
                    <a:pt x="105022" y="212443"/>
                  </a:lnTo>
                  <a:lnTo>
                    <a:pt x="105409" y="212744"/>
                  </a:lnTo>
                  <a:lnTo>
                    <a:pt x="105960" y="212585"/>
                  </a:lnTo>
                  <a:lnTo>
                    <a:pt x="106331" y="212452"/>
                  </a:lnTo>
                  <a:lnTo>
                    <a:pt x="106539" y="212387"/>
                  </a:lnTo>
                  <a:lnTo>
                    <a:pt x="107250" y="212420"/>
                  </a:lnTo>
                  <a:lnTo>
                    <a:pt x="107499" y="212496"/>
                  </a:lnTo>
                  <a:lnTo>
                    <a:pt x="107746" y="212829"/>
                  </a:lnTo>
                  <a:lnTo>
                    <a:pt x="107673" y="213053"/>
                  </a:lnTo>
                  <a:lnTo>
                    <a:pt x="107615" y="213487"/>
                  </a:lnTo>
                  <a:lnTo>
                    <a:pt x="107765" y="213680"/>
                  </a:lnTo>
                  <a:lnTo>
                    <a:pt x="108017" y="213729"/>
                  </a:lnTo>
                  <a:lnTo>
                    <a:pt x="108147" y="213773"/>
                  </a:lnTo>
                  <a:lnTo>
                    <a:pt x="108380" y="213785"/>
                  </a:lnTo>
                  <a:lnTo>
                    <a:pt x="108500" y="213587"/>
                  </a:lnTo>
                  <a:lnTo>
                    <a:pt x="108522" y="213417"/>
                  </a:lnTo>
                  <a:lnTo>
                    <a:pt x="109029" y="213055"/>
                  </a:lnTo>
                  <a:lnTo>
                    <a:pt x="109339" y="212849"/>
                  </a:lnTo>
                  <a:lnTo>
                    <a:pt x="109708" y="212955"/>
                  </a:lnTo>
                  <a:lnTo>
                    <a:pt x="110164" y="213142"/>
                  </a:lnTo>
                  <a:lnTo>
                    <a:pt x="110504" y="212897"/>
                  </a:lnTo>
                  <a:lnTo>
                    <a:pt x="110801" y="212661"/>
                  </a:lnTo>
                  <a:lnTo>
                    <a:pt x="111008" y="212480"/>
                  </a:lnTo>
                  <a:lnTo>
                    <a:pt x="111270" y="212440"/>
                  </a:lnTo>
                  <a:lnTo>
                    <a:pt x="111774" y="212186"/>
                  </a:lnTo>
                  <a:lnTo>
                    <a:pt x="112077" y="212076"/>
                  </a:lnTo>
                  <a:lnTo>
                    <a:pt x="112398" y="211984"/>
                  </a:lnTo>
                  <a:lnTo>
                    <a:pt x="112548" y="211927"/>
                  </a:lnTo>
                  <a:lnTo>
                    <a:pt x="112928" y="212216"/>
                  </a:lnTo>
                  <a:lnTo>
                    <a:pt x="113003" y="212550"/>
                  </a:lnTo>
                  <a:lnTo>
                    <a:pt x="113426" y="212326"/>
                  </a:lnTo>
                  <a:lnTo>
                    <a:pt x="113582" y="212270"/>
                  </a:lnTo>
                  <a:lnTo>
                    <a:pt x="113718" y="212098"/>
                  </a:lnTo>
                  <a:lnTo>
                    <a:pt x="113888" y="211711"/>
                  </a:lnTo>
                  <a:lnTo>
                    <a:pt x="113998" y="211466"/>
                  </a:lnTo>
                  <a:lnTo>
                    <a:pt x="114281" y="211196"/>
                  </a:lnTo>
                  <a:lnTo>
                    <a:pt x="114535" y="211314"/>
                  </a:lnTo>
                  <a:lnTo>
                    <a:pt x="114813" y="211422"/>
                  </a:lnTo>
                  <a:lnTo>
                    <a:pt x="114988" y="211131"/>
                  </a:lnTo>
                  <a:lnTo>
                    <a:pt x="114988" y="210586"/>
                  </a:lnTo>
                  <a:lnTo>
                    <a:pt x="114877" y="210444"/>
                  </a:lnTo>
                  <a:lnTo>
                    <a:pt x="114891" y="210089"/>
                  </a:lnTo>
                  <a:lnTo>
                    <a:pt x="115568" y="209293"/>
                  </a:lnTo>
                  <a:lnTo>
                    <a:pt x="115180" y="209182"/>
                  </a:lnTo>
                  <a:lnTo>
                    <a:pt x="115214" y="208999"/>
                  </a:lnTo>
                  <a:lnTo>
                    <a:pt x="115271" y="208665"/>
                  </a:lnTo>
                  <a:lnTo>
                    <a:pt x="115187" y="208307"/>
                  </a:lnTo>
                  <a:lnTo>
                    <a:pt x="115018" y="208289"/>
                  </a:lnTo>
                  <a:lnTo>
                    <a:pt x="114683" y="208420"/>
                  </a:lnTo>
                  <a:lnTo>
                    <a:pt x="114445" y="208546"/>
                  </a:lnTo>
                  <a:lnTo>
                    <a:pt x="114344" y="208814"/>
                  </a:lnTo>
                  <a:lnTo>
                    <a:pt x="114187" y="208864"/>
                  </a:lnTo>
                  <a:lnTo>
                    <a:pt x="114032" y="209186"/>
                  </a:lnTo>
                  <a:lnTo>
                    <a:pt x="114482" y="209685"/>
                  </a:lnTo>
                  <a:lnTo>
                    <a:pt x="114412" y="209864"/>
                  </a:lnTo>
                  <a:lnTo>
                    <a:pt x="114299" y="209992"/>
                  </a:lnTo>
                  <a:lnTo>
                    <a:pt x="113738" y="210250"/>
                  </a:lnTo>
                  <a:lnTo>
                    <a:pt x="113478" y="210460"/>
                  </a:lnTo>
                  <a:lnTo>
                    <a:pt x="113186" y="210555"/>
                  </a:lnTo>
                  <a:lnTo>
                    <a:pt x="113121" y="210348"/>
                  </a:lnTo>
                  <a:lnTo>
                    <a:pt x="113106" y="210100"/>
                  </a:lnTo>
                  <a:lnTo>
                    <a:pt x="112988" y="209711"/>
                  </a:lnTo>
                  <a:lnTo>
                    <a:pt x="112926" y="209504"/>
                  </a:lnTo>
                  <a:lnTo>
                    <a:pt x="112501" y="209278"/>
                  </a:lnTo>
                  <a:lnTo>
                    <a:pt x="112320" y="209182"/>
                  </a:lnTo>
                  <a:lnTo>
                    <a:pt x="112299" y="208770"/>
                  </a:lnTo>
                  <a:lnTo>
                    <a:pt x="112578" y="208638"/>
                  </a:lnTo>
                  <a:lnTo>
                    <a:pt x="112737" y="208620"/>
                  </a:lnTo>
                  <a:lnTo>
                    <a:pt x="112802" y="208436"/>
                  </a:lnTo>
                  <a:lnTo>
                    <a:pt x="112835" y="208248"/>
                  </a:lnTo>
                  <a:lnTo>
                    <a:pt x="113157" y="208049"/>
                  </a:lnTo>
                  <a:lnTo>
                    <a:pt x="113192" y="207746"/>
                  </a:lnTo>
                  <a:lnTo>
                    <a:pt x="113394" y="207702"/>
                  </a:lnTo>
                  <a:lnTo>
                    <a:pt x="113474" y="207470"/>
                  </a:lnTo>
                  <a:lnTo>
                    <a:pt x="113535" y="207269"/>
                  </a:lnTo>
                  <a:lnTo>
                    <a:pt x="113576" y="207119"/>
                  </a:lnTo>
                  <a:lnTo>
                    <a:pt x="113597" y="206970"/>
                  </a:lnTo>
                  <a:lnTo>
                    <a:pt x="113605" y="206779"/>
                  </a:lnTo>
                  <a:lnTo>
                    <a:pt x="113933" y="206557"/>
                  </a:lnTo>
                  <a:lnTo>
                    <a:pt x="113930" y="207030"/>
                  </a:lnTo>
                  <a:lnTo>
                    <a:pt x="113785" y="207503"/>
                  </a:lnTo>
                  <a:lnTo>
                    <a:pt x="114079" y="207457"/>
                  </a:lnTo>
                  <a:lnTo>
                    <a:pt x="114511" y="207293"/>
                  </a:lnTo>
                  <a:lnTo>
                    <a:pt x="114534" y="207010"/>
                  </a:lnTo>
                  <a:lnTo>
                    <a:pt x="114815" y="207007"/>
                  </a:lnTo>
                  <a:lnTo>
                    <a:pt x="114777" y="207209"/>
                  </a:lnTo>
                  <a:lnTo>
                    <a:pt x="114680" y="207509"/>
                  </a:lnTo>
                  <a:lnTo>
                    <a:pt x="115160" y="207973"/>
                  </a:lnTo>
                  <a:lnTo>
                    <a:pt x="115352" y="208014"/>
                  </a:lnTo>
                  <a:lnTo>
                    <a:pt x="115750" y="207894"/>
                  </a:lnTo>
                  <a:lnTo>
                    <a:pt x="115932" y="207756"/>
                  </a:lnTo>
                  <a:lnTo>
                    <a:pt x="116176" y="207460"/>
                  </a:lnTo>
                  <a:lnTo>
                    <a:pt x="116223" y="207301"/>
                  </a:lnTo>
                  <a:lnTo>
                    <a:pt x="116547" y="206851"/>
                  </a:lnTo>
                  <a:lnTo>
                    <a:pt x="116020" y="206700"/>
                  </a:lnTo>
                  <a:lnTo>
                    <a:pt x="115867" y="206694"/>
                  </a:lnTo>
                  <a:lnTo>
                    <a:pt x="115555" y="206411"/>
                  </a:lnTo>
                  <a:lnTo>
                    <a:pt x="115563" y="206246"/>
                  </a:lnTo>
                  <a:lnTo>
                    <a:pt x="115810" y="205850"/>
                  </a:lnTo>
                  <a:lnTo>
                    <a:pt x="115899" y="205699"/>
                  </a:lnTo>
                  <a:lnTo>
                    <a:pt x="115999" y="205408"/>
                  </a:lnTo>
                  <a:lnTo>
                    <a:pt x="116241" y="205471"/>
                  </a:lnTo>
                  <a:lnTo>
                    <a:pt x="116658" y="205325"/>
                  </a:lnTo>
                  <a:lnTo>
                    <a:pt x="117205" y="205062"/>
                  </a:lnTo>
                  <a:lnTo>
                    <a:pt x="117529" y="204873"/>
                  </a:lnTo>
                  <a:lnTo>
                    <a:pt x="117703" y="204643"/>
                  </a:lnTo>
                  <a:lnTo>
                    <a:pt x="118114" y="204935"/>
                  </a:lnTo>
                  <a:lnTo>
                    <a:pt x="118216" y="205209"/>
                  </a:lnTo>
                  <a:lnTo>
                    <a:pt x="118534" y="205360"/>
                  </a:lnTo>
                  <a:lnTo>
                    <a:pt x="118792" y="205564"/>
                  </a:lnTo>
                  <a:lnTo>
                    <a:pt x="119178" y="205594"/>
                  </a:lnTo>
                  <a:lnTo>
                    <a:pt x="119510" y="205502"/>
                  </a:lnTo>
                  <a:lnTo>
                    <a:pt x="119888" y="205511"/>
                  </a:lnTo>
                  <a:lnTo>
                    <a:pt x="120585" y="205332"/>
                  </a:lnTo>
                  <a:lnTo>
                    <a:pt x="120985" y="205139"/>
                  </a:lnTo>
                  <a:lnTo>
                    <a:pt x="121464" y="205600"/>
                  </a:lnTo>
                  <a:lnTo>
                    <a:pt x="121401" y="205993"/>
                  </a:lnTo>
                  <a:lnTo>
                    <a:pt x="121173" y="206210"/>
                  </a:lnTo>
                  <a:lnTo>
                    <a:pt x="121082" y="206487"/>
                  </a:lnTo>
                  <a:lnTo>
                    <a:pt x="120913" y="206600"/>
                  </a:lnTo>
                  <a:lnTo>
                    <a:pt x="121465" y="206882"/>
                  </a:lnTo>
                  <a:lnTo>
                    <a:pt x="121757" y="207024"/>
                  </a:lnTo>
                  <a:lnTo>
                    <a:pt x="122020" y="207128"/>
                  </a:lnTo>
                  <a:lnTo>
                    <a:pt x="122622" y="207401"/>
                  </a:lnTo>
                  <a:lnTo>
                    <a:pt x="122795" y="207252"/>
                  </a:lnTo>
                  <a:lnTo>
                    <a:pt x="122970" y="207308"/>
                  </a:lnTo>
                  <a:lnTo>
                    <a:pt x="123296" y="207456"/>
                  </a:lnTo>
                  <a:lnTo>
                    <a:pt x="123828" y="207412"/>
                  </a:lnTo>
                  <a:lnTo>
                    <a:pt x="123711" y="207197"/>
                  </a:lnTo>
                  <a:lnTo>
                    <a:pt x="123649" y="206795"/>
                  </a:lnTo>
                  <a:lnTo>
                    <a:pt x="123445" y="206475"/>
                  </a:lnTo>
                  <a:lnTo>
                    <a:pt x="123465" y="206248"/>
                  </a:lnTo>
                  <a:lnTo>
                    <a:pt x="123561" y="205964"/>
                  </a:lnTo>
                  <a:lnTo>
                    <a:pt x="123529" y="205266"/>
                  </a:lnTo>
                  <a:lnTo>
                    <a:pt x="123705" y="204958"/>
                  </a:lnTo>
                  <a:lnTo>
                    <a:pt x="123684" y="204766"/>
                  </a:lnTo>
                  <a:lnTo>
                    <a:pt x="123564" y="204613"/>
                  </a:lnTo>
                  <a:lnTo>
                    <a:pt x="123544" y="204468"/>
                  </a:lnTo>
                  <a:lnTo>
                    <a:pt x="123704" y="204068"/>
                  </a:lnTo>
                  <a:lnTo>
                    <a:pt x="124076" y="203942"/>
                  </a:lnTo>
                  <a:lnTo>
                    <a:pt x="124498" y="203737"/>
                  </a:lnTo>
                  <a:lnTo>
                    <a:pt x="124384" y="203474"/>
                  </a:lnTo>
                  <a:lnTo>
                    <a:pt x="123934" y="203329"/>
                  </a:lnTo>
                  <a:lnTo>
                    <a:pt x="123483" y="203503"/>
                  </a:lnTo>
                  <a:lnTo>
                    <a:pt x="123326" y="203524"/>
                  </a:lnTo>
                  <a:lnTo>
                    <a:pt x="123052" y="203638"/>
                  </a:lnTo>
                  <a:lnTo>
                    <a:pt x="122675" y="203804"/>
                  </a:lnTo>
                  <a:lnTo>
                    <a:pt x="122385" y="203637"/>
                  </a:lnTo>
                  <a:lnTo>
                    <a:pt x="122135" y="203518"/>
                  </a:lnTo>
                  <a:lnTo>
                    <a:pt x="122338" y="203456"/>
                  </a:lnTo>
                  <a:lnTo>
                    <a:pt x="122600" y="203340"/>
                  </a:lnTo>
                  <a:lnTo>
                    <a:pt x="122730" y="201979"/>
                  </a:lnTo>
                  <a:lnTo>
                    <a:pt x="122943" y="201828"/>
                  </a:lnTo>
                  <a:lnTo>
                    <a:pt x="123189" y="201660"/>
                  </a:lnTo>
                  <a:lnTo>
                    <a:pt x="123082" y="201281"/>
                  </a:lnTo>
                  <a:lnTo>
                    <a:pt x="122949" y="201148"/>
                  </a:lnTo>
                  <a:lnTo>
                    <a:pt x="122596" y="201259"/>
                  </a:lnTo>
                  <a:lnTo>
                    <a:pt x="122372" y="201171"/>
                  </a:lnTo>
                  <a:lnTo>
                    <a:pt x="122007" y="200925"/>
                  </a:lnTo>
                  <a:lnTo>
                    <a:pt x="121785" y="200771"/>
                  </a:lnTo>
                  <a:lnTo>
                    <a:pt x="121881" y="200135"/>
                  </a:lnTo>
                  <a:lnTo>
                    <a:pt x="122460" y="199894"/>
                  </a:lnTo>
                  <a:lnTo>
                    <a:pt x="122836" y="200082"/>
                  </a:lnTo>
                  <a:lnTo>
                    <a:pt x="122914" y="200231"/>
                  </a:lnTo>
                  <a:lnTo>
                    <a:pt x="123165" y="200589"/>
                  </a:lnTo>
                  <a:lnTo>
                    <a:pt x="123448" y="200857"/>
                  </a:lnTo>
                  <a:lnTo>
                    <a:pt x="123688" y="200864"/>
                  </a:lnTo>
                  <a:lnTo>
                    <a:pt x="123827" y="200900"/>
                  </a:lnTo>
                  <a:lnTo>
                    <a:pt x="123960" y="200963"/>
                  </a:lnTo>
                  <a:lnTo>
                    <a:pt x="124296" y="200918"/>
                  </a:lnTo>
                  <a:lnTo>
                    <a:pt x="124650" y="200950"/>
                  </a:lnTo>
                  <a:lnTo>
                    <a:pt x="125019" y="200976"/>
                  </a:lnTo>
                  <a:lnTo>
                    <a:pt x="125352" y="201013"/>
                  </a:lnTo>
                  <a:lnTo>
                    <a:pt x="125514" y="201043"/>
                  </a:lnTo>
                  <a:lnTo>
                    <a:pt x="125774" y="201113"/>
                  </a:lnTo>
                  <a:lnTo>
                    <a:pt x="126200" y="201091"/>
                  </a:lnTo>
                  <a:lnTo>
                    <a:pt x="126408" y="201144"/>
                  </a:lnTo>
                  <a:lnTo>
                    <a:pt x="126794" y="201026"/>
                  </a:lnTo>
                  <a:lnTo>
                    <a:pt x="126936" y="201024"/>
                  </a:lnTo>
                  <a:lnTo>
                    <a:pt x="127601" y="200933"/>
                  </a:lnTo>
                  <a:lnTo>
                    <a:pt x="127841" y="200881"/>
                  </a:lnTo>
                  <a:lnTo>
                    <a:pt x="128039" y="201004"/>
                  </a:lnTo>
                  <a:lnTo>
                    <a:pt x="128178" y="201322"/>
                  </a:lnTo>
                  <a:lnTo>
                    <a:pt x="127584" y="201587"/>
                  </a:lnTo>
                  <a:lnTo>
                    <a:pt x="127726" y="201827"/>
                  </a:lnTo>
                  <a:lnTo>
                    <a:pt x="127893" y="202172"/>
                  </a:lnTo>
                  <a:lnTo>
                    <a:pt x="128081" y="202412"/>
                  </a:lnTo>
                  <a:lnTo>
                    <a:pt x="128337" y="202374"/>
                  </a:lnTo>
                  <a:lnTo>
                    <a:pt x="128747" y="202535"/>
                  </a:lnTo>
                  <a:lnTo>
                    <a:pt x="128819" y="202354"/>
                  </a:lnTo>
                  <a:lnTo>
                    <a:pt x="129123" y="202137"/>
                  </a:lnTo>
                  <a:lnTo>
                    <a:pt x="129644" y="201825"/>
                  </a:lnTo>
                  <a:lnTo>
                    <a:pt x="129782" y="201864"/>
                  </a:lnTo>
                  <a:lnTo>
                    <a:pt x="130120" y="201594"/>
                  </a:lnTo>
                  <a:lnTo>
                    <a:pt x="130390" y="201372"/>
                  </a:lnTo>
                  <a:lnTo>
                    <a:pt x="131040" y="201149"/>
                  </a:lnTo>
                  <a:lnTo>
                    <a:pt x="131636" y="201070"/>
                  </a:lnTo>
                  <a:lnTo>
                    <a:pt x="131841" y="200872"/>
                  </a:lnTo>
                  <a:lnTo>
                    <a:pt x="132112" y="200584"/>
                  </a:lnTo>
                  <a:lnTo>
                    <a:pt x="132294" y="200432"/>
                  </a:lnTo>
                  <a:lnTo>
                    <a:pt x="132968" y="200094"/>
                  </a:lnTo>
                  <a:lnTo>
                    <a:pt x="133063" y="199875"/>
                  </a:lnTo>
                  <a:lnTo>
                    <a:pt x="133614" y="199959"/>
                  </a:lnTo>
                  <a:lnTo>
                    <a:pt x="133746" y="199494"/>
                  </a:lnTo>
                  <a:lnTo>
                    <a:pt x="133829" y="199062"/>
                  </a:lnTo>
                  <a:lnTo>
                    <a:pt x="133987" y="198651"/>
                  </a:lnTo>
                  <a:lnTo>
                    <a:pt x="134259" y="198596"/>
                  </a:lnTo>
                  <a:lnTo>
                    <a:pt x="134566" y="198370"/>
                  </a:lnTo>
                  <a:lnTo>
                    <a:pt x="134595" y="198241"/>
                  </a:lnTo>
                  <a:lnTo>
                    <a:pt x="135160" y="197959"/>
                  </a:lnTo>
                  <a:lnTo>
                    <a:pt x="135186" y="197801"/>
                  </a:lnTo>
                  <a:lnTo>
                    <a:pt x="135241" y="197606"/>
                  </a:lnTo>
                  <a:lnTo>
                    <a:pt x="135409" y="197608"/>
                  </a:lnTo>
                  <a:lnTo>
                    <a:pt x="135656" y="197544"/>
                  </a:lnTo>
                  <a:lnTo>
                    <a:pt x="135757" y="197411"/>
                  </a:lnTo>
                  <a:lnTo>
                    <a:pt x="135854" y="197265"/>
                  </a:lnTo>
                  <a:lnTo>
                    <a:pt x="135946" y="197092"/>
                  </a:lnTo>
                  <a:lnTo>
                    <a:pt x="135995" y="196866"/>
                  </a:lnTo>
                  <a:lnTo>
                    <a:pt x="136016" y="196667"/>
                  </a:lnTo>
                  <a:lnTo>
                    <a:pt x="135910" y="196463"/>
                  </a:lnTo>
                  <a:lnTo>
                    <a:pt x="135582" y="196679"/>
                  </a:lnTo>
                  <a:lnTo>
                    <a:pt x="135535" y="196230"/>
                  </a:lnTo>
                  <a:lnTo>
                    <a:pt x="135522" y="196031"/>
                  </a:lnTo>
                  <a:lnTo>
                    <a:pt x="135587" y="195888"/>
                  </a:lnTo>
                  <a:lnTo>
                    <a:pt x="135883" y="195775"/>
                  </a:lnTo>
                  <a:lnTo>
                    <a:pt x="135840" y="195384"/>
                  </a:lnTo>
                  <a:lnTo>
                    <a:pt x="135855" y="195140"/>
                  </a:lnTo>
                  <a:lnTo>
                    <a:pt x="135966" y="194908"/>
                  </a:lnTo>
                  <a:lnTo>
                    <a:pt x="136120" y="194162"/>
                  </a:lnTo>
                  <a:lnTo>
                    <a:pt x="136348" y="193874"/>
                  </a:lnTo>
                  <a:lnTo>
                    <a:pt x="136654" y="193803"/>
                  </a:lnTo>
                  <a:lnTo>
                    <a:pt x="137206" y="193339"/>
                  </a:lnTo>
                  <a:lnTo>
                    <a:pt x="137361" y="192887"/>
                  </a:lnTo>
                  <a:lnTo>
                    <a:pt x="137588" y="192942"/>
                  </a:lnTo>
                  <a:lnTo>
                    <a:pt x="137906" y="192990"/>
                  </a:lnTo>
                  <a:lnTo>
                    <a:pt x="138936" y="193072"/>
                  </a:lnTo>
                  <a:lnTo>
                    <a:pt x="139752" y="193083"/>
                  </a:lnTo>
                  <a:lnTo>
                    <a:pt x="140346" y="193039"/>
                  </a:lnTo>
                  <a:lnTo>
                    <a:pt x="140542" y="193052"/>
                  </a:lnTo>
                  <a:lnTo>
                    <a:pt x="140961" y="193118"/>
                  </a:lnTo>
                  <a:lnTo>
                    <a:pt x="141431" y="193148"/>
                  </a:lnTo>
                  <a:lnTo>
                    <a:pt x="141662" y="193154"/>
                  </a:lnTo>
                  <a:lnTo>
                    <a:pt x="141905" y="193137"/>
                  </a:lnTo>
                  <a:lnTo>
                    <a:pt x="142091" y="193094"/>
                  </a:lnTo>
                  <a:lnTo>
                    <a:pt x="142929" y="192785"/>
                  </a:lnTo>
                  <a:lnTo>
                    <a:pt x="143441" y="192660"/>
                  </a:lnTo>
                  <a:lnTo>
                    <a:pt x="143634" y="192629"/>
                  </a:lnTo>
                  <a:lnTo>
                    <a:pt x="143862" y="192633"/>
                  </a:lnTo>
                  <a:lnTo>
                    <a:pt x="144236" y="192713"/>
                  </a:lnTo>
                  <a:lnTo>
                    <a:pt x="144651" y="192892"/>
                  </a:lnTo>
                  <a:lnTo>
                    <a:pt x="145088" y="193175"/>
                  </a:lnTo>
                  <a:lnTo>
                    <a:pt x="145631" y="193633"/>
                  </a:lnTo>
                  <a:lnTo>
                    <a:pt x="146208" y="194121"/>
                  </a:lnTo>
                  <a:lnTo>
                    <a:pt x="146543" y="194391"/>
                  </a:lnTo>
                  <a:lnTo>
                    <a:pt x="146817" y="194462"/>
                  </a:lnTo>
                  <a:lnTo>
                    <a:pt x="147078" y="194709"/>
                  </a:lnTo>
                  <a:lnTo>
                    <a:pt x="147373" y="195020"/>
                  </a:lnTo>
                  <a:lnTo>
                    <a:pt x="147809" y="195406"/>
                  </a:lnTo>
                  <a:lnTo>
                    <a:pt x="148221" y="195712"/>
                  </a:lnTo>
                  <a:lnTo>
                    <a:pt x="148505" y="195878"/>
                  </a:lnTo>
                  <a:lnTo>
                    <a:pt x="148813" y="196094"/>
                  </a:lnTo>
                  <a:lnTo>
                    <a:pt x="149550" y="196649"/>
                  </a:lnTo>
                  <a:lnTo>
                    <a:pt x="149803" y="196809"/>
                  </a:lnTo>
                  <a:lnTo>
                    <a:pt x="150208" y="197013"/>
                  </a:lnTo>
                  <a:lnTo>
                    <a:pt x="151550" y="197554"/>
                  </a:lnTo>
                  <a:lnTo>
                    <a:pt x="151955" y="197700"/>
                  </a:lnTo>
                  <a:lnTo>
                    <a:pt x="152504" y="197871"/>
                  </a:lnTo>
                  <a:lnTo>
                    <a:pt x="153411" y="198074"/>
                  </a:lnTo>
                  <a:lnTo>
                    <a:pt x="153690" y="198100"/>
                  </a:lnTo>
                  <a:lnTo>
                    <a:pt x="153879" y="198092"/>
                  </a:lnTo>
                  <a:lnTo>
                    <a:pt x="154496" y="198013"/>
                  </a:lnTo>
                  <a:lnTo>
                    <a:pt x="154804" y="197943"/>
                  </a:lnTo>
                  <a:lnTo>
                    <a:pt x="154990" y="197886"/>
                  </a:lnTo>
                  <a:lnTo>
                    <a:pt x="155214" y="197796"/>
                  </a:lnTo>
                  <a:lnTo>
                    <a:pt x="156337" y="197279"/>
                  </a:lnTo>
                  <a:lnTo>
                    <a:pt x="156464" y="197235"/>
                  </a:lnTo>
                  <a:lnTo>
                    <a:pt x="156951" y="196971"/>
                  </a:lnTo>
                  <a:lnTo>
                    <a:pt x="157818" y="196655"/>
                  </a:lnTo>
                  <a:lnTo>
                    <a:pt x="158602" y="195910"/>
                  </a:lnTo>
                  <a:lnTo>
                    <a:pt x="158708" y="195757"/>
                  </a:lnTo>
                  <a:lnTo>
                    <a:pt x="158818" y="195604"/>
                  </a:lnTo>
                  <a:lnTo>
                    <a:pt x="159026" y="195329"/>
                  </a:lnTo>
                  <a:lnTo>
                    <a:pt x="159547" y="194829"/>
                  </a:lnTo>
                  <a:lnTo>
                    <a:pt x="160116" y="194393"/>
                  </a:lnTo>
                  <a:lnTo>
                    <a:pt x="160474" y="194128"/>
                  </a:lnTo>
                  <a:lnTo>
                    <a:pt x="161249" y="193684"/>
                  </a:lnTo>
                  <a:lnTo>
                    <a:pt x="161544" y="193576"/>
                  </a:lnTo>
                  <a:lnTo>
                    <a:pt x="161957" y="193435"/>
                  </a:lnTo>
                  <a:lnTo>
                    <a:pt x="162615" y="193344"/>
                  </a:lnTo>
                  <a:lnTo>
                    <a:pt x="162758" y="193338"/>
                  </a:lnTo>
                  <a:lnTo>
                    <a:pt x="162928" y="193337"/>
                  </a:lnTo>
                  <a:lnTo>
                    <a:pt x="163084" y="193336"/>
                  </a:lnTo>
                  <a:lnTo>
                    <a:pt x="163670" y="193342"/>
                  </a:lnTo>
                  <a:lnTo>
                    <a:pt x="164056" y="193348"/>
                  </a:lnTo>
                  <a:lnTo>
                    <a:pt x="164560" y="193452"/>
                  </a:lnTo>
                  <a:lnTo>
                    <a:pt x="164926" y="193700"/>
                  </a:lnTo>
                  <a:lnTo>
                    <a:pt x="165205" y="194036"/>
                  </a:lnTo>
                  <a:lnTo>
                    <a:pt x="165474" y="194493"/>
                  </a:lnTo>
                  <a:lnTo>
                    <a:pt x="166373" y="195458"/>
                  </a:lnTo>
                  <a:lnTo>
                    <a:pt x="166504" y="195390"/>
                  </a:lnTo>
                  <a:lnTo>
                    <a:pt x="167054" y="195059"/>
                  </a:lnTo>
                  <a:lnTo>
                    <a:pt x="167409" y="194798"/>
                  </a:lnTo>
                  <a:lnTo>
                    <a:pt x="167760" y="194539"/>
                  </a:lnTo>
                  <a:lnTo>
                    <a:pt x="168052" y="194315"/>
                  </a:lnTo>
                  <a:lnTo>
                    <a:pt x="168930" y="193501"/>
                  </a:lnTo>
                  <a:lnTo>
                    <a:pt x="169249" y="193227"/>
                  </a:lnTo>
                  <a:lnTo>
                    <a:pt x="169439" y="193111"/>
                  </a:lnTo>
                  <a:lnTo>
                    <a:pt x="169650" y="192987"/>
                  </a:lnTo>
                  <a:lnTo>
                    <a:pt x="170425" y="192587"/>
                  </a:lnTo>
                  <a:lnTo>
                    <a:pt x="170644" y="192501"/>
                  </a:lnTo>
                  <a:lnTo>
                    <a:pt x="170864" y="192416"/>
                  </a:lnTo>
                  <a:lnTo>
                    <a:pt x="171037" y="192338"/>
                  </a:lnTo>
                  <a:lnTo>
                    <a:pt x="171588" y="192074"/>
                  </a:lnTo>
                  <a:lnTo>
                    <a:pt x="172139" y="191785"/>
                  </a:lnTo>
                  <a:lnTo>
                    <a:pt x="172523" y="191574"/>
                  </a:lnTo>
                  <a:lnTo>
                    <a:pt x="173067" y="191265"/>
                  </a:lnTo>
                  <a:lnTo>
                    <a:pt x="173220" y="191152"/>
                  </a:lnTo>
                  <a:lnTo>
                    <a:pt x="174215" y="190439"/>
                  </a:lnTo>
                  <a:lnTo>
                    <a:pt x="174439" y="190324"/>
                  </a:lnTo>
                  <a:lnTo>
                    <a:pt x="174597" y="190254"/>
                  </a:lnTo>
                  <a:lnTo>
                    <a:pt x="174847" y="190202"/>
                  </a:lnTo>
                  <a:lnTo>
                    <a:pt x="175356" y="190206"/>
                  </a:lnTo>
                  <a:lnTo>
                    <a:pt x="175525" y="190231"/>
                  </a:lnTo>
                  <a:lnTo>
                    <a:pt x="175758" y="190262"/>
                  </a:lnTo>
                  <a:lnTo>
                    <a:pt x="176349" y="190309"/>
                  </a:lnTo>
                  <a:lnTo>
                    <a:pt x="176678" y="190311"/>
                  </a:lnTo>
                  <a:lnTo>
                    <a:pt x="176895" y="190282"/>
                  </a:lnTo>
                  <a:lnTo>
                    <a:pt x="177144" y="190155"/>
                  </a:lnTo>
                  <a:lnTo>
                    <a:pt x="177315" y="190031"/>
                  </a:lnTo>
                  <a:lnTo>
                    <a:pt x="177553" y="189689"/>
                  </a:lnTo>
                  <a:lnTo>
                    <a:pt x="177760" y="189024"/>
                  </a:lnTo>
                  <a:lnTo>
                    <a:pt x="177751" y="188896"/>
                  </a:lnTo>
                  <a:lnTo>
                    <a:pt x="177771" y="188754"/>
                  </a:lnTo>
                  <a:lnTo>
                    <a:pt x="177880" y="188499"/>
                  </a:lnTo>
                  <a:lnTo>
                    <a:pt x="178202" y="187911"/>
                  </a:lnTo>
                  <a:lnTo>
                    <a:pt x="178095" y="186272"/>
                  </a:lnTo>
                  <a:lnTo>
                    <a:pt x="178136" y="185982"/>
                  </a:lnTo>
                  <a:lnTo>
                    <a:pt x="178220" y="185382"/>
                  </a:lnTo>
                  <a:lnTo>
                    <a:pt x="178492" y="184510"/>
                  </a:lnTo>
                  <a:lnTo>
                    <a:pt x="178821" y="183878"/>
                  </a:lnTo>
                  <a:lnTo>
                    <a:pt x="179138" y="183357"/>
                  </a:lnTo>
                  <a:lnTo>
                    <a:pt x="179447" y="183030"/>
                  </a:lnTo>
                  <a:lnTo>
                    <a:pt x="179646" y="182873"/>
                  </a:lnTo>
                  <a:lnTo>
                    <a:pt x="180035" y="182686"/>
                  </a:lnTo>
                  <a:lnTo>
                    <a:pt x="180435" y="182608"/>
                  </a:lnTo>
                  <a:lnTo>
                    <a:pt x="180954" y="182526"/>
                  </a:lnTo>
                  <a:lnTo>
                    <a:pt x="181148" y="182517"/>
                  </a:lnTo>
                  <a:lnTo>
                    <a:pt x="181530" y="182500"/>
                  </a:lnTo>
                  <a:lnTo>
                    <a:pt x="181903" y="182523"/>
                  </a:lnTo>
                  <a:lnTo>
                    <a:pt x="182227" y="182588"/>
                  </a:lnTo>
                  <a:lnTo>
                    <a:pt x="182395" y="182661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7445237" y="1116592"/>
              <a:ext cx="183206" cy="182880"/>
            </a:xfrm>
            <a:custGeom>
              <a:avLst/>
              <a:pathLst>
                <a:path w="183206" h="182880">
                  <a:moveTo>
                    <a:pt x="182879" y="182880"/>
                  </a:moveTo>
                  <a:lnTo>
                    <a:pt x="182863" y="182720"/>
                  </a:lnTo>
                  <a:lnTo>
                    <a:pt x="182905" y="182553"/>
                  </a:lnTo>
                  <a:lnTo>
                    <a:pt x="183206" y="182243"/>
                  </a:lnTo>
                  <a:lnTo>
                    <a:pt x="183155" y="182465"/>
                  </a:lnTo>
                  <a:lnTo>
                    <a:pt x="183035" y="182767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7443006" y="1109174"/>
              <a:ext cx="182879" cy="182933"/>
            </a:xfrm>
            <a:custGeom>
              <a:avLst/>
              <a:pathLst>
                <a:path w="182879" h="182933">
                  <a:moveTo>
                    <a:pt x="182879" y="182880"/>
                  </a:moveTo>
                  <a:lnTo>
                    <a:pt x="182741" y="182933"/>
                  </a:lnTo>
                  <a:lnTo>
                    <a:pt x="182563" y="182925"/>
                  </a:lnTo>
                  <a:lnTo>
                    <a:pt x="182364" y="182811"/>
                  </a:lnTo>
                  <a:lnTo>
                    <a:pt x="182499" y="182813"/>
                  </a:lnTo>
                  <a:lnTo>
                    <a:pt x="182638" y="182812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7432603" y="1100656"/>
              <a:ext cx="183007" cy="182880"/>
            </a:xfrm>
            <a:custGeom>
              <a:avLst/>
              <a:pathLst>
                <a:path w="183007" h="182880">
                  <a:moveTo>
                    <a:pt x="182879" y="182880"/>
                  </a:moveTo>
                  <a:lnTo>
                    <a:pt x="183007" y="182503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7432782" y="1100124"/>
              <a:ext cx="183149" cy="182880"/>
            </a:xfrm>
            <a:custGeom>
              <a:avLst/>
              <a:pathLst>
                <a:path w="183149" h="182880">
                  <a:moveTo>
                    <a:pt x="182879" y="182880"/>
                  </a:moveTo>
                  <a:lnTo>
                    <a:pt x="182960" y="182624"/>
                  </a:lnTo>
                  <a:lnTo>
                    <a:pt x="182908" y="182230"/>
                  </a:lnTo>
                  <a:lnTo>
                    <a:pt x="183013" y="182094"/>
                  </a:lnTo>
                  <a:lnTo>
                    <a:pt x="183149" y="182310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7188600" y="949939"/>
              <a:ext cx="468330" cy="419047"/>
            </a:xfrm>
            <a:custGeom>
              <a:avLst/>
              <a:pathLst>
                <a:path w="468330" h="419047">
                  <a:moveTo>
                    <a:pt x="182879" y="182880"/>
                  </a:moveTo>
                  <a:lnTo>
                    <a:pt x="182979" y="182734"/>
                  </a:lnTo>
                  <a:lnTo>
                    <a:pt x="183069" y="182596"/>
                  </a:lnTo>
                  <a:lnTo>
                    <a:pt x="183214" y="182438"/>
                  </a:lnTo>
                  <a:lnTo>
                    <a:pt x="183326" y="181922"/>
                  </a:lnTo>
                  <a:lnTo>
                    <a:pt x="183543" y="181570"/>
                  </a:lnTo>
                  <a:lnTo>
                    <a:pt x="184346" y="181407"/>
                  </a:lnTo>
                  <a:lnTo>
                    <a:pt x="184567" y="181777"/>
                  </a:lnTo>
                  <a:lnTo>
                    <a:pt x="184741" y="182165"/>
                  </a:lnTo>
                  <a:lnTo>
                    <a:pt x="184372" y="182531"/>
                  </a:lnTo>
                  <a:lnTo>
                    <a:pt x="184179" y="182759"/>
                  </a:lnTo>
                  <a:lnTo>
                    <a:pt x="184151" y="182915"/>
                  </a:lnTo>
                  <a:lnTo>
                    <a:pt x="184174" y="183107"/>
                  </a:lnTo>
                  <a:lnTo>
                    <a:pt x="185054" y="184058"/>
                  </a:lnTo>
                  <a:lnTo>
                    <a:pt x="185354" y="184308"/>
                  </a:lnTo>
                  <a:lnTo>
                    <a:pt x="185149" y="184619"/>
                  </a:lnTo>
                  <a:lnTo>
                    <a:pt x="184926" y="184690"/>
                  </a:lnTo>
                  <a:lnTo>
                    <a:pt x="184489" y="184773"/>
                  </a:lnTo>
                  <a:lnTo>
                    <a:pt x="184333" y="184979"/>
                  </a:lnTo>
                  <a:lnTo>
                    <a:pt x="184356" y="185269"/>
                  </a:lnTo>
                  <a:lnTo>
                    <a:pt x="184401" y="185436"/>
                  </a:lnTo>
                  <a:lnTo>
                    <a:pt x="184522" y="185660"/>
                  </a:lnTo>
                  <a:lnTo>
                    <a:pt x="184701" y="185825"/>
                  </a:lnTo>
                  <a:lnTo>
                    <a:pt x="184936" y="185966"/>
                  </a:lnTo>
                  <a:lnTo>
                    <a:pt x="185102" y="186107"/>
                  </a:lnTo>
                  <a:lnTo>
                    <a:pt x="185179" y="186328"/>
                  </a:lnTo>
                  <a:lnTo>
                    <a:pt x="184947" y="186740"/>
                  </a:lnTo>
                  <a:lnTo>
                    <a:pt x="185922" y="187564"/>
                  </a:lnTo>
                  <a:lnTo>
                    <a:pt x="185781" y="188221"/>
                  </a:lnTo>
                  <a:lnTo>
                    <a:pt x="185934" y="188313"/>
                  </a:lnTo>
                  <a:lnTo>
                    <a:pt x="186315" y="189321"/>
                  </a:lnTo>
                  <a:lnTo>
                    <a:pt x="186114" y="190127"/>
                  </a:lnTo>
                  <a:lnTo>
                    <a:pt x="186373" y="191689"/>
                  </a:lnTo>
                  <a:lnTo>
                    <a:pt x="186536" y="191737"/>
                  </a:lnTo>
                  <a:lnTo>
                    <a:pt x="186701" y="191779"/>
                  </a:lnTo>
                  <a:lnTo>
                    <a:pt x="186926" y="191858"/>
                  </a:lnTo>
                  <a:lnTo>
                    <a:pt x="187193" y="192018"/>
                  </a:lnTo>
                  <a:lnTo>
                    <a:pt x="187337" y="192261"/>
                  </a:lnTo>
                  <a:lnTo>
                    <a:pt x="187401" y="192405"/>
                  </a:lnTo>
                  <a:lnTo>
                    <a:pt x="187471" y="192914"/>
                  </a:lnTo>
                  <a:lnTo>
                    <a:pt x="187284" y="193433"/>
                  </a:lnTo>
                  <a:lnTo>
                    <a:pt x="187105" y="193438"/>
                  </a:lnTo>
                  <a:lnTo>
                    <a:pt x="186817" y="193417"/>
                  </a:lnTo>
                  <a:lnTo>
                    <a:pt x="186002" y="194035"/>
                  </a:lnTo>
                  <a:lnTo>
                    <a:pt x="186202" y="194088"/>
                  </a:lnTo>
                  <a:lnTo>
                    <a:pt x="185102" y="195138"/>
                  </a:lnTo>
                  <a:lnTo>
                    <a:pt x="184993" y="195278"/>
                  </a:lnTo>
                  <a:lnTo>
                    <a:pt x="184712" y="195678"/>
                  </a:lnTo>
                  <a:lnTo>
                    <a:pt x="184623" y="195884"/>
                  </a:lnTo>
                  <a:lnTo>
                    <a:pt x="184592" y="196131"/>
                  </a:lnTo>
                  <a:lnTo>
                    <a:pt x="184701" y="196708"/>
                  </a:lnTo>
                  <a:lnTo>
                    <a:pt x="185531" y="197881"/>
                  </a:lnTo>
                  <a:lnTo>
                    <a:pt x="185836" y="198119"/>
                  </a:lnTo>
                  <a:lnTo>
                    <a:pt x="186315" y="198449"/>
                  </a:lnTo>
                  <a:lnTo>
                    <a:pt x="186506" y="198494"/>
                  </a:lnTo>
                  <a:lnTo>
                    <a:pt x="186934" y="198624"/>
                  </a:lnTo>
                  <a:lnTo>
                    <a:pt x="187343" y="198718"/>
                  </a:lnTo>
                  <a:lnTo>
                    <a:pt x="187479" y="198773"/>
                  </a:lnTo>
                  <a:lnTo>
                    <a:pt x="187627" y="198819"/>
                  </a:lnTo>
                  <a:lnTo>
                    <a:pt x="187937" y="198871"/>
                  </a:lnTo>
                  <a:lnTo>
                    <a:pt x="188272" y="198992"/>
                  </a:lnTo>
                  <a:lnTo>
                    <a:pt x="188497" y="199701"/>
                  </a:lnTo>
                  <a:lnTo>
                    <a:pt x="188741" y="200841"/>
                  </a:lnTo>
                  <a:lnTo>
                    <a:pt x="187936" y="201201"/>
                  </a:lnTo>
                  <a:lnTo>
                    <a:pt x="187495" y="202055"/>
                  </a:lnTo>
                  <a:lnTo>
                    <a:pt x="187891" y="202486"/>
                  </a:lnTo>
                  <a:lnTo>
                    <a:pt x="188021" y="202553"/>
                  </a:lnTo>
                  <a:lnTo>
                    <a:pt x="188179" y="203134"/>
                  </a:lnTo>
                  <a:lnTo>
                    <a:pt x="188001" y="203135"/>
                  </a:lnTo>
                  <a:lnTo>
                    <a:pt x="187867" y="203170"/>
                  </a:lnTo>
                  <a:lnTo>
                    <a:pt x="186848" y="203705"/>
                  </a:lnTo>
                  <a:lnTo>
                    <a:pt x="186617" y="203672"/>
                  </a:lnTo>
                  <a:lnTo>
                    <a:pt x="186355" y="204642"/>
                  </a:lnTo>
                  <a:lnTo>
                    <a:pt x="186471" y="204824"/>
                  </a:lnTo>
                  <a:lnTo>
                    <a:pt x="186561" y="204968"/>
                  </a:lnTo>
                  <a:lnTo>
                    <a:pt x="186986" y="205215"/>
                  </a:lnTo>
                  <a:lnTo>
                    <a:pt x="187121" y="205171"/>
                  </a:lnTo>
                  <a:lnTo>
                    <a:pt x="187255" y="205095"/>
                  </a:lnTo>
                  <a:lnTo>
                    <a:pt x="187458" y="205063"/>
                  </a:lnTo>
                  <a:lnTo>
                    <a:pt x="187667" y="205028"/>
                  </a:lnTo>
                  <a:lnTo>
                    <a:pt x="188905" y="205573"/>
                  </a:lnTo>
                  <a:lnTo>
                    <a:pt x="189811" y="206623"/>
                  </a:lnTo>
                  <a:lnTo>
                    <a:pt x="190479" y="207528"/>
                  </a:lnTo>
                  <a:lnTo>
                    <a:pt x="190696" y="207556"/>
                  </a:lnTo>
                  <a:lnTo>
                    <a:pt x="190860" y="207567"/>
                  </a:lnTo>
                  <a:lnTo>
                    <a:pt x="191095" y="208484"/>
                  </a:lnTo>
                  <a:lnTo>
                    <a:pt x="191025" y="208911"/>
                  </a:lnTo>
                  <a:lnTo>
                    <a:pt x="191244" y="208909"/>
                  </a:lnTo>
                  <a:lnTo>
                    <a:pt x="191463" y="208907"/>
                  </a:lnTo>
                  <a:lnTo>
                    <a:pt x="191803" y="209281"/>
                  </a:lnTo>
                  <a:lnTo>
                    <a:pt x="191529" y="209620"/>
                  </a:lnTo>
                  <a:lnTo>
                    <a:pt x="191455" y="209791"/>
                  </a:lnTo>
                  <a:lnTo>
                    <a:pt x="191395" y="209975"/>
                  </a:lnTo>
                  <a:lnTo>
                    <a:pt x="191356" y="210386"/>
                  </a:lnTo>
                  <a:lnTo>
                    <a:pt x="191484" y="210520"/>
                  </a:lnTo>
                  <a:lnTo>
                    <a:pt x="192027" y="210929"/>
                  </a:lnTo>
                  <a:lnTo>
                    <a:pt x="192529" y="211063"/>
                  </a:lnTo>
                  <a:lnTo>
                    <a:pt x="193007" y="211061"/>
                  </a:lnTo>
                  <a:lnTo>
                    <a:pt x="193299" y="211004"/>
                  </a:lnTo>
                  <a:lnTo>
                    <a:pt x="193564" y="210887"/>
                  </a:lnTo>
                  <a:lnTo>
                    <a:pt x="193813" y="210747"/>
                  </a:lnTo>
                  <a:lnTo>
                    <a:pt x="194230" y="210404"/>
                  </a:lnTo>
                  <a:lnTo>
                    <a:pt x="194781" y="211149"/>
                  </a:lnTo>
                  <a:lnTo>
                    <a:pt x="194869" y="211930"/>
                  </a:lnTo>
                  <a:lnTo>
                    <a:pt x="195033" y="212009"/>
                  </a:lnTo>
                  <a:lnTo>
                    <a:pt x="195253" y="212097"/>
                  </a:lnTo>
                  <a:lnTo>
                    <a:pt x="195497" y="212118"/>
                  </a:lnTo>
                  <a:lnTo>
                    <a:pt x="195658" y="212095"/>
                  </a:lnTo>
                  <a:lnTo>
                    <a:pt x="195961" y="211993"/>
                  </a:lnTo>
                  <a:lnTo>
                    <a:pt x="196096" y="211990"/>
                  </a:lnTo>
                  <a:lnTo>
                    <a:pt x="196525" y="212461"/>
                  </a:lnTo>
                  <a:lnTo>
                    <a:pt x="196435" y="212616"/>
                  </a:lnTo>
                  <a:lnTo>
                    <a:pt x="196350" y="212748"/>
                  </a:lnTo>
                  <a:lnTo>
                    <a:pt x="196190" y="212974"/>
                  </a:lnTo>
                  <a:lnTo>
                    <a:pt x="196062" y="213179"/>
                  </a:lnTo>
                  <a:lnTo>
                    <a:pt x="196364" y="213782"/>
                  </a:lnTo>
                  <a:lnTo>
                    <a:pt x="196711" y="214053"/>
                  </a:lnTo>
                  <a:lnTo>
                    <a:pt x="196903" y="214241"/>
                  </a:lnTo>
                  <a:lnTo>
                    <a:pt x="197491" y="214350"/>
                  </a:lnTo>
                  <a:lnTo>
                    <a:pt x="197663" y="214310"/>
                  </a:lnTo>
                  <a:lnTo>
                    <a:pt x="197939" y="214266"/>
                  </a:lnTo>
                  <a:lnTo>
                    <a:pt x="198255" y="214231"/>
                  </a:lnTo>
                  <a:lnTo>
                    <a:pt x="198641" y="214160"/>
                  </a:lnTo>
                  <a:lnTo>
                    <a:pt x="198901" y="214106"/>
                  </a:lnTo>
                  <a:lnTo>
                    <a:pt x="199262" y="214055"/>
                  </a:lnTo>
                  <a:lnTo>
                    <a:pt x="199818" y="214099"/>
                  </a:lnTo>
                  <a:lnTo>
                    <a:pt x="199946" y="214188"/>
                  </a:lnTo>
                  <a:lnTo>
                    <a:pt x="200131" y="214507"/>
                  </a:lnTo>
                  <a:lnTo>
                    <a:pt x="200194" y="214818"/>
                  </a:lnTo>
                  <a:lnTo>
                    <a:pt x="200243" y="215100"/>
                  </a:lnTo>
                  <a:lnTo>
                    <a:pt x="200249" y="215384"/>
                  </a:lnTo>
                  <a:lnTo>
                    <a:pt x="200210" y="215563"/>
                  </a:lnTo>
                  <a:lnTo>
                    <a:pt x="200124" y="215733"/>
                  </a:lnTo>
                  <a:lnTo>
                    <a:pt x="199909" y="216024"/>
                  </a:lnTo>
                  <a:lnTo>
                    <a:pt x="200390" y="217385"/>
                  </a:lnTo>
                  <a:lnTo>
                    <a:pt x="200420" y="217548"/>
                  </a:lnTo>
                  <a:lnTo>
                    <a:pt x="200815" y="218311"/>
                  </a:lnTo>
                  <a:lnTo>
                    <a:pt x="200953" y="218406"/>
                  </a:lnTo>
                  <a:lnTo>
                    <a:pt x="201450" y="218702"/>
                  </a:lnTo>
                  <a:lnTo>
                    <a:pt x="202499" y="218243"/>
                  </a:lnTo>
                  <a:lnTo>
                    <a:pt x="202648" y="218181"/>
                  </a:lnTo>
                  <a:lnTo>
                    <a:pt x="202779" y="218141"/>
                  </a:lnTo>
                  <a:lnTo>
                    <a:pt x="203100" y="218064"/>
                  </a:lnTo>
                  <a:lnTo>
                    <a:pt x="203539" y="217946"/>
                  </a:lnTo>
                  <a:lnTo>
                    <a:pt x="203770" y="217915"/>
                  </a:lnTo>
                  <a:lnTo>
                    <a:pt x="203963" y="217890"/>
                  </a:lnTo>
                  <a:lnTo>
                    <a:pt x="204205" y="217886"/>
                  </a:lnTo>
                  <a:lnTo>
                    <a:pt x="204338" y="217905"/>
                  </a:lnTo>
                  <a:lnTo>
                    <a:pt x="204676" y="218107"/>
                  </a:lnTo>
                  <a:lnTo>
                    <a:pt x="204795" y="218280"/>
                  </a:lnTo>
                  <a:lnTo>
                    <a:pt x="204938" y="218517"/>
                  </a:lnTo>
                  <a:lnTo>
                    <a:pt x="205379" y="219152"/>
                  </a:lnTo>
                  <a:lnTo>
                    <a:pt x="205608" y="219374"/>
                  </a:lnTo>
                  <a:lnTo>
                    <a:pt x="205751" y="219427"/>
                  </a:lnTo>
                  <a:lnTo>
                    <a:pt x="205931" y="219527"/>
                  </a:lnTo>
                  <a:lnTo>
                    <a:pt x="206188" y="219618"/>
                  </a:lnTo>
                  <a:lnTo>
                    <a:pt x="206431" y="219698"/>
                  </a:lnTo>
                  <a:lnTo>
                    <a:pt x="206722" y="219809"/>
                  </a:lnTo>
                  <a:lnTo>
                    <a:pt x="206903" y="219890"/>
                  </a:lnTo>
                  <a:lnTo>
                    <a:pt x="207825" y="219648"/>
                  </a:lnTo>
                  <a:lnTo>
                    <a:pt x="207971" y="219563"/>
                  </a:lnTo>
                  <a:lnTo>
                    <a:pt x="208268" y="219426"/>
                  </a:lnTo>
                  <a:lnTo>
                    <a:pt x="208504" y="218797"/>
                  </a:lnTo>
                  <a:lnTo>
                    <a:pt x="208178" y="218415"/>
                  </a:lnTo>
                  <a:lnTo>
                    <a:pt x="208377" y="218123"/>
                  </a:lnTo>
                  <a:lnTo>
                    <a:pt x="208520" y="218085"/>
                  </a:lnTo>
                  <a:lnTo>
                    <a:pt x="208678" y="218085"/>
                  </a:lnTo>
                  <a:lnTo>
                    <a:pt x="208808" y="218117"/>
                  </a:lnTo>
                  <a:lnTo>
                    <a:pt x="208982" y="218178"/>
                  </a:lnTo>
                  <a:lnTo>
                    <a:pt x="209134" y="218238"/>
                  </a:lnTo>
                  <a:lnTo>
                    <a:pt x="209286" y="218311"/>
                  </a:lnTo>
                  <a:lnTo>
                    <a:pt x="209434" y="218386"/>
                  </a:lnTo>
                  <a:lnTo>
                    <a:pt x="209610" y="218480"/>
                  </a:lnTo>
                  <a:lnTo>
                    <a:pt x="209749" y="218559"/>
                  </a:lnTo>
                  <a:lnTo>
                    <a:pt x="209925" y="218670"/>
                  </a:lnTo>
                  <a:lnTo>
                    <a:pt x="210266" y="218815"/>
                  </a:lnTo>
                  <a:lnTo>
                    <a:pt x="210518" y="218875"/>
                  </a:lnTo>
                  <a:lnTo>
                    <a:pt x="210673" y="218884"/>
                  </a:lnTo>
                  <a:lnTo>
                    <a:pt x="211048" y="218868"/>
                  </a:lnTo>
                  <a:lnTo>
                    <a:pt x="211214" y="218846"/>
                  </a:lnTo>
                  <a:lnTo>
                    <a:pt x="211756" y="218547"/>
                  </a:lnTo>
                  <a:lnTo>
                    <a:pt x="212084" y="218349"/>
                  </a:lnTo>
                  <a:lnTo>
                    <a:pt x="212378" y="218220"/>
                  </a:lnTo>
                  <a:lnTo>
                    <a:pt x="212715" y="218156"/>
                  </a:lnTo>
                  <a:lnTo>
                    <a:pt x="212918" y="218177"/>
                  </a:lnTo>
                  <a:lnTo>
                    <a:pt x="213082" y="218235"/>
                  </a:lnTo>
                  <a:lnTo>
                    <a:pt x="213233" y="218333"/>
                  </a:lnTo>
                  <a:lnTo>
                    <a:pt x="213403" y="218404"/>
                  </a:lnTo>
                  <a:lnTo>
                    <a:pt x="213535" y="218453"/>
                  </a:lnTo>
                  <a:lnTo>
                    <a:pt x="213722" y="218499"/>
                  </a:lnTo>
                  <a:lnTo>
                    <a:pt x="213863" y="218526"/>
                  </a:lnTo>
                  <a:lnTo>
                    <a:pt x="214202" y="218541"/>
                  </a:lnTo>
                  <a:lnTo>
                    <a:pt x="214669" y="218298"/>
                  </a:lnTo>
                  <a:lnTo>
                    <a:pt x="214742" y="218115"/>
                  </a:lnTo>
                  <a:lnTo>
                    <a:pt x="214857" y="217821"/>
                  </a:lnTo>
                  <a:lnTo>
                    <a:pt x="214949" y="217663"/>
                  </a:lnTo>
                  <a:lnTo>
                    <a:pt x="215255" y="217448"/>
                  </a:lnTo>
                  <a:lnTo>
                    <a:pt x="215451" y="217392"/>
                  </a:lnTo>
                  <a:lnTo>
                    <a:pt x="216157" y="217575"/>
                  </a:lnTo>
                  <a:lnTo>
                    <a:pt x="216102" y="217846"/>
                  </a:lnTo>
                  <a:lnTo>
                    <a:pt x="216018" y="218160"/>
                  </a:lnTo>
                  <a:lnTo>
                    <a:pt x="216023" y="218690"/>
                  </a:lnTo>
                  <a:lnTo>
                    <a:pt x="216150" y="218799"/>
                  </a:lnTo>
                  <a:lnTo>
                    <a:pt x="216547" y="218846"/>
                  </a:lnTo>
                  <a:lnTo>
                    <a:pt x="216751" y="218797"/>
                  </a:lnTo>
                  <a:lnTo>
                    <a:pt x="216889" y="218756"/>
                  </a:lnTo>
                  <a:lnTo>
                    <a:pt x="217021" y="218703"/>
                  </a:lnTo>
                  <a:lnTo>
                    <a:pt x="217637" y="218227"/>
                  </a:lnTo>
                  <a:lnTo>
                    <a:pt x="217848" y="218108"/>
                  </a:lnTo>
                  <a:lnTo>
                    <a:pt x="217997" y="218035"/>
                  </a:lnTo>
                  <a:lnTo>
                    <a:pt x="218164" y="217996"/>
                  </a:lnTo>
                  <a:lnTo>
                    <a:pt x="218502" y="218047"/>
                  </a:lnTo>
                  <a:lnTo>
                    <a:pt x="218727" y="218163"/>
                  </a:lnTo>
                  <a:lnTo>
                    <a:pt x="219004" y="218373"/>
                  </a:lnTo>
                  <a:lnTo>
                    <a:pt x="219410" y="218632"/>
                  </a:lnTo>
                  <a:lnTo>
                    <a:pt x="219726" y="218795"/>
                  </a:lnTo>
                  <a:lnTo>
                    <a:pt x="219893" y="218824"/>
                  </a:lnTo>
                  <a:lnTo>
                    <a:pt x="220221" y="218730"/>
                  </a:lnTo>
                  <a:lnTo>
                    <a:pt x="220355" y="218600"/>
                  </a:lnTo>
                  <a:lnTo>
                    <a:pt x="220441" y="218423"/>
                  </a:lnTo>
                  <a:lnTo>
                    <a:pt x="220481" y="218286"/>
                  </a:lnTo>
                  <a:lnTo>
                    <a:pt x="220388" y="217818"/>
                  </a:lnTo>
                  <a:lnTo>
                    <a:pt x="220211" y="217360"/>
                  </a:lnTo>
                  <a:lnTo>
                    <a:pt x="220090" y="217079"/>
                  </a:lnTo>
                  <a:lnTo>
                    <a:pt x="220019" y="216860"/>
                  </a:lnTo>
                  <a:lnTo>
                    <a:pt x="220023" y="216579"/>
                  </a:lnTo>
                  <a:lnTo>
                    <a:pt x="220633" y="215862"/>
                  </a:lnTo>
                  <a:lnTo>
                    <a:pt x="220827" y="215621"/>
                  </a:lnTo>
                  <a:lnTo>
                    <a:pt x="220938" y="215348"/>
                  </a:lnTo>
                  <a:lnTo>
                    <a:pt x="221087" y="215046"/>
                  </a:lnTo>
                  <a:lnTo>
                    <a:pt x="222058" y="214465"/>
                  </a:lnTo>
                  <a:lnTo>
                    <a:pt x="222164" y="214614"/>
                  </a:lnTo>
                  <a:lnTo>
                    <a:pt x="222320" y="214920"/>
                  </a:lnTo>
                  <a:lnTo>
                    <a:pt x="222382" y="215310"/>
                  </a:lnTo>
                  <a:lnTo>
                    <a:pt x="222353" y="215669"/>
                  </a:lnTo>
                  <a:lnTo>
                    <a:pt x="222537" y="215992"/>
                  </a:lnTo>
                  <a:lnTo>
                    <a:pt x="222871" y="216256"/>
                  </a:lnTo>
                  <a:lnTo>
                    <a:pt x="223509" y="216294"/>
                  </a:lnTo>
                  <a:lnTo>
                    <a:pt x="223851" y="216367"/>
                  </a:lnTo>
                  <a:lnTo>
                    <a:pt x="224430" y="216418"/>
                  </a:lnTo>
                  <a:lnTo>
                    <a:pt x="224902" y="216402"/>
                  </a:lnTo>
                  <a:lnTo>
                    <a:pt x="225155" y="216425"/>
                  </a:lnTo>
                  <a:lnTo>
                    <a:pt x="225401" y="216420"/>
                  </a:lnTo>
                  <a:lnTo>
                    <a:pt x="225565" y="216426"/>
                  </a:lnTo>
                  <a:lnTo>
                    <a:pt x="225884" y="216710"/>
                  </a:lnTo>
                  <a:lnTo>
                    <a:pt x="225863" y="216968"/>
                  </a:lnTo>
                  <a:lnTo>
                    <a:pt x="225872" y="217162"/>
                  </a:lnTo>
                  <a:lnTo>
                    <a:pt x="225877" y="217512"/>
                  </a:lnTo>
                  <a:lnTo>
                    <a:pt x="225920" y="217705"/>
                  </a:lnTo>
                  <a:lnTo>
                    <a:pt x="226061" y="217990"/>
                  </a:lnTo>
                  <a:lnTo>
                    <a:pt x="226276" y="218449"/>
                  </a:lnTo>
                  <a:lnTo>
                    <a:pt x="226374" y="218736"/>
                  </a:lnTo>
                  <a:lnTo>
                    <a:pt x="226452" y="218956"/>
                  </a:lnTo>
                  <a:lnTo>
                    <a:pt x="226775" y="219398"/>
                  </a:lnTo>
                  <a:lnTo>
                    <a:pt x="226996" y="219484"/>
                  </a:lnTo>
                  <a:lnTo>
                    <a:pt x="227259" y="219481"/>
                  </a:lnTo>
                  <a:lnTo>
                    <a:pt x="227516" y="219460"/>
                  </a:lnTo>
                  <a:lnTo>
                    <a:pt x="228168" y="219610"/>
                  </a:lnTo>
                  <a:lnTo>
                    <a:pt x="228174" y="219836"/>
                  </a:lnTo>
                  <a:lnTo>
                    <a:pt x="228099" y="219997"/>
                  </a:lnTo>
                  <a:lnTo>
                    <a:pt x="227870" y="220209"/>
                  </a:lnTo>
                  <a:lnTo>
                    <a:pt x="227676" y="220294"/>
                  </a:lnTo>
                  <a:lnTo>
                    <a:pt x="227115" y="220789"/>
                  </a:lnTo>
                  <a:lnTo>
                    <a:pt x="227221" y="221086"/>
                  </a:lnTo>
                  <a:lnTo>
                    <a:pt x="227332" y="221214"/>
                  </a:lnTo>
                  <a:lnTo>
                    <a:pt x="227470" y="221309"/>
                  </a:lnTo>
                  <a:lnTo>
                    <a:pt x="227613" y="221346"/>
                  </a:lnTo>
                  <a:lnTo>
                    <a:pt x="227753" y="221364"/>
                  </a:lnTo>
                  <a:lnTo>
                    <a:pt x="227914" y="221350"/>
                  </a:lnTo>
                  <a:lnTo>
                    <a:pt x="228189" y="221285"/>
                  </a:lnTo>
                  <a:lnTo>
                    <a:pt x="228386" y="221227"/>
                  </a:lnTo>
                  <a:lnTo>
                    <a:pt x="228899" y="221011"/>
                  </a:lnTo>
                  <a:lnTo>
                    <a:pt x="229049" y="220921"/>
                  </a:lnTo>
                  <a:lnTo>
                    <a:pt x="229227" y="220749"/>
                  </a:lnTo>
                  <a:lnTo>
                    <a:pt x="229372" y="220578"/>
                  </a:lnTo>
                  <a:lnTo>
                    <a:pt x="229542" y="220393"/>
                  </a:lnTo>
                  <a:lnTo>
                    <a:pt x="229784" y="220186"/>
                  </a:lnTo>
                  <a:lnTo>
                    <a:pt x="230140" y="219938"/>
                  </a:lnTo>
                  <a:lnTo>
                    <a:pt x="230348" y="219912"/>
                  </a:lnTo>
                  <a:lnTo>
                    <a:pt x="230581" y="219948"/>
                  </a:lnTo>
                  <a:lnTo>
                    <a:pt x="231019" y="220157"/>
                  </a:lnTo>
                  <a:lnTo>
                    <a:pt x="231357" y="220429"/>
                  </a:lnTo>
                  <a:lnTo>
                    <a:pt x="231630" y="220514"/>
                  </a:lnTo>
                  <a:lnTo>
                    <a:pt x="231798" y="220520"/>
                  </a:lnTo>
                  <a:lnTo>
                    <a:pt x="232206" y="220435"/>
                  </a:lnTo>
                  <a:lnTo>
                    <a:pt x="232795" y="220214"/>
                  </a:lnTo>
                  <a:lnTo>
                    <a:pt x="233142" y="220056"/>
                  </a:lnTo>
                  <a:lnTo>
                    <a:pt x="233298" y="219986"/>
                  </a:lnTo>
                  <a:lnTo>
                    <a:pt x="233644" y="219864"/>
                  </a:lnTo>
                  <a:lnTo>
                    <a:pt x="234244" y="219637"/>
                  </a:lnTo>
                  <a:lnTo>
                    <a:pt x="234549" y="219589"/>
                  </a:lnTo>
                  <a:lnTo>
                    <a:pt x="234976" y="219645"/>
                  </a:lnTo>
                  <a:lnTo>
                    <a:pt x="235143" y="219704"/>
                  </a:lnTo>
                  <a:lnTo>
                    <a:pt x="235328" y="219768"/>
                  </a:lnTo>
                  <a:lnTo>
                    <a:pt x="235621" y="219896"/>
                  </a:lnTo>
                  <a:lnTo>
                    <a:pt x="236366" y="220384"/>
                  </a:lnTo>
                  <a:lnTo>
                    <a:pt x="237222" y="219735"/>
                  </a:lnTo>
                  <a:lnTo>
                    <a:pt x="237291" y="219907"/>
                  </a:lnTo>
                  <a:lnTo>
                    <a:pt x="237422" y="219997"/>
                  </a:lnTo>
                  <a:lnTo>
                    <a:pt x="237573" y="220204"/>
                  </a:lnTo>
                  <a:lnTo>
                    <a:pt x="237808" y="220657"/>
                  </a:lnTo>
                  <a:lnTo>
                    <a:pt x="237974" y="220767"/>
                  </a:lnTo>
                  <a:lnTo>
                    <a:pt x="238143" y="220827"/>
                  </a:lnTo>
                  <a:lnTo>
                    <a:pt x="238523" y="220851"/>
                  </a:lnTo>
                  <a:lnTo>
                    <a:pt x="238709" y="220790"/>
                  </a:lnTo>
                  <a:lnTo>
                    <a:pt x="239018" y="220628"/>
                  </a:lnTo>
                  <a:lnTo>
                    <a:pt x="239275" y="220408"/>
                  </a:lnTo>
                  <a:lnTo>
                    <a:pt x="239719" y="219998"/>
                  </a:lnTo>
                  <a:lnTo>
                    <a:pt x="239939" y="219788"/>
                  </a:lnTo>
                  <a:lnTo>
                    <a:pt x="240391" y="219332"/>
                  </a:lnTo>
                  <a:lnTo>
                    <a:pt x="240629" y="218985"/>
                  </a:lnTo>
                  <a:lnTo>
                    <a:pt x="241255" y="218010"/>
                  </a:lnTo>
                  <a:lnTo>
                    <a:pt x="241332" y="217853"/>
                  </a:lnTo>
                  <a:lnTo>
                    <a:pt x="241372" y="217689"/>
                  </a:lnTo>
                  <a:lnTo>
                    <a:pt x="241358" y="217526"/>
                  </a:lnTo>
                  <a:lnTo>
                    <a:pt x="241267" y="217375"/>
                  </a:lnTo>
                  <a:lnTo>
                    <a:pt x="241151" y="217241"/>
                  </a:lnTo>
                  <a:lnTo>
                    <a:pt x="241006" y="217148"/>
                  </a:lnTo>
                  <a:lnTo>
                    <a:pt x="241008" y="216554"/>
                  </a:lnTo>
                  <a:lnTo>
                    <a:pt x="241138" y="216568"/>
                  </a:lnTo>
                  <a:lnTo>
                    <a:pt x="241569" y="216716"/>
                  </a:lnTo>
                  <a:lnTo>
                    <a:pt x="241770" y="216741"/>
                  </a:lnTo>
                  <a:lnTo>
                    <a:pt x="241927" y="216740"/>
                  </a:lnTo>
                  <a:lnTo>
                    <a:pt x="242096" y="216688"/>
                  </a:lnTo>
                  <a:lnTo>
                    <a:pt x="242349" y="216617"/>
                  </a:lnTo>
                  <a:lnTo>
                    <a:pt x="242627" y="216583"/>
                  </a:lnTo>
                  <a:lnTo>
                    <a:pt x="242935" y="216581"/>
                  </a:lnTo>
                  <a:lnTo>
                    <a:pt x="243317" y="216811"/>
                  </a:lnTo>
                  <a:lnTo>
                    <a:pt x="243318" y="216974"/>
                  </a:lnTo>
                  <a:lnTo>
                    <a:pt x="243357" y="217273"/>
                  </a:lnTo>
                  <a:lnTo>
                    <a:pt x="243776" y="217496"/>
                  </a:lnTo>
                  <a:lnTo>
                    <a:pt x="243935" y="217440"/>
                  </a:lnTo>
                  <a:lnTo>
                    <a:pt x="244066" y="217379"/>
                  </a:lnTo>
                  <a:lnTo>
                    <a:pt x="244196" y="217331"/>
                  </a:lnTo>
                  <a:lnTo>
                    <a:pt x="244565" y="217102"/>
                  </a:lnTo>
                  <a:lnTo>
                    <a:pt x="245023" y="216924"/>
                  </a:lnTo>
                  <a:lnTo>
                    <a:pt x="245222" y="216860"/>
                  </a:lnTo>
                  <a:lnTo>
                    <a:pt x="245738" y="216716"/>
                  </a:lnTo>
                  <a:lnTo>
                    <a:pt x="245905" y="216684"/>
                  </a:lnTo>
                  <a:lnTo>
                    <a:pt x="246182" y="216630"/>
                  </a:lnTo>
                  <a:lnTo>
                    <a:pt x="246601" y="216577"/>
                  </a:lnTo>
                  <a:lnTo>
                    <a:pt x="246799" y="216580"/>
                  </a:lnTo>
                  <a:lnTo>
                    <a:pt x="246989" y="216559"/>
                  </a:lnTo>
                  <a:lnTo>
                    <a:pt x="247293" y="216427"/>
                  </a:lnTo>
                  <a:lnTo>
                    <a:pt x="247532" y="216228"/>
                  </a:lnTo>
                  <a:lnTo>
                    <a:pt x="247749" y="215975"/>
                  </a:lnTo>
                  <a:lnTo>
                    <a:pt x="247923" y="215722"/>
                  </a:lnTo>
                  <a:lnTo>
                    <a:pt x="248038" y="215569"/>
                  </a:lnTo>
                  <a:lnTo>
                    <a:pt x="248186" y="215424"/>
                  </a:lnTo>
                  <a:lnTo>
                    <a:pt x="248361" y="215281"/>
                  </a:lnTo>
                  <a:lnTo>
                    <a:pt x="248835" y="215029"/>
                  </a:lnTo>
                  <a:lnTo>
                    <a:pt x="249877" y="215736"/>
                  </a:lnTo>
                  <a:lnTo>
                    <a:pt x="250009" y="215792"/>
                  </a:lnTo>
                  <a:lnTo>
                    <a:pt x="250258" y="215816"/>
                  </a:lnTo>
                  <a:lnTo>
                    <a:pt x="250488" y="215815"/>
                  </a:lnTo>
                  <a:lnTo>
                    <a:pt x="250772" y="215707"/>
                  </a:lnTo>
                  <a:lnTo>
                    <a:pt x="251106" y="216518"/>
                  </a:lnTo>
                  <a:lnTo>
                    <a:pt x="251710" y="216610"/>
                  </a:lnTo>
                  <a:lnTo>
                    <a:pt x="251960" y="216739"/>
                  </a:lnTo>
                  <a:lnTo>
                    <a:pt x="251982" y="217080"/>
                  </a:lnTo>
                  <a:lnTo>
                    <a:pt x="251837" y="217142"/>
                  </a:lnTo>
                  <a:lnTo>
                    <a:pt x="252195" y="219804"/>
                  </a:lnTo>
                  <a:lnTo>
                    <a:pt x="251803" y="221296"/>
                  </a:lnTo>
                  <a:lnTo>
                    <a:pt x="253496" y="225133"/>
                  </a:lnTo>
                  <a:lnTo>
                    <a:pt x="254053" y="225388"/>
                  </a:lnTo>
                  <a:lnTo>
                    <a:pt x="254259" y="225214"/>
                  </a:lnTo>
                  <a:lnTo>
                    <a:pt x="255032" y="225711"/>
                  </a:lnTo>
                  <a:lnTo>
                    <a:pt x="254734" y="226015"/>
                  </a:lnTo>
                  <a:lnTo>
                    <a:pt x="255388" y="226058"/>
                  </a:lnTo>
                  <a:lnTo>
                    <a:pt x="255617" y="226115"/>
                  </a:lnTo>
                  <a:lnTo>
                    <a:pt x="257009" y="227563"/>
                  </a:lnTo>
                  <a:lnTo>
                    <a:pt x="257471" y="227590"/>
                  </a:lnTo>
                  <a:lnTo>
                    <a:pt x="258141" y="228048"/>
                  </a:lnTo>
                  <a:lnTo>
                    <a:pt x="259530" y="228820"/>
                  </a:lnTo>
                  <a:lnTo>
                    <a:pt x="259657" y="229201"/>
                  </a:lnTo>
                  <a:lnTo>
                    <a:pt x="260056" y="229383"/>
                  </a:lnTo>
                  <a:lnTo>
                    <a:pt x="260330" y="229345"/>
                  </a:lnTo>
                  <a:lnTo>
                    <a:pt x="260699" y="229281"/>
                  </a:lnTo>
                  <a:lnTo>
                    <a:pt x="261193" y="229282"/>
                  </a:lnTo>
                  <a:lnTo>
                    <a:pt x="261514" y="229473"/>
                  </a:lnTo>
                  <a:lnTo>
                    <a:pt x="262556" y="230046"/>
                  </a:lnTo>
                  <a:lnTo>
                    <a:pt x="262426" y="230002"/>
                  </a:lnTo>
                  <a:lnTo>
                    <a:pt x="262790" y="230265"/>
                  </a:lnTo>
                  <a:lnTo>
                    <a:pt x="263018" y="230118"/>
                  </a:lnTo>
                  <a:lnTo>
                    <a:pt x="263145" y="230825"/>
                  </a:lnTo>
                  <a:lnTo>
                    <a:pt x="263967" y="230885"/>
                  </a:lnTo>
                  <a:lnTo>
                    <a:pt x="264332" y="230784"/>
                  </a:lnTo>
                  <a:lnTo>
                    <a:pt x="264548" y="230637"/>
                  </a:lnTo>
                  <a:lnTo>
                    <a:pt x="265367" y="230636"/>
                  </a:lnTo>
                  <a:lnTo>
                    <a:pt x="266164" y="230769"/>
                  </a:lnTo>
                  <a:lnTo>
                    <a:pt x="268264" y="231544"/>
                  </a:lnTo>
                  <a:lnTo>
                    <a:pt x="268411" y="231538"/>
                  </a:lnTo>
                  <a:lnTo>
                    <a:pt x="268906" y="231588"/>
                  </a:lnTo>
                  <a:lnTo>
                    <a:pt x="269205" y="231896"/>
                  </a:lnTo>
                  <a:lnTo>
                    <a:pt x="269996" y="231692"/>
                  </a:lnTo>
                  <a:lnTo>
                    <a:pt x="270240" y="231635"/>
                  </a:lnTo>
                  <a:lnTo>
                    <a:pt x="270533" y="231600"/>
                  </a:lnTo>
                  <a:lnTo>
                    <a:pt x="270690" y="231447"/>
                  </a:lnTo>
                  <a:lnTo>
                    <a:pt x="271172" y="231390"/>
                  </a:lnTo>
                  <a:lnTo>
                    <a:pt x="271298" y="231544"/>
                  </a:lnTo>
                  <a:lnTo>
                    <a:pt x="271642" y="231521"/>
                  </a:lnTo>
                  <a:lnTo>
                    <a:pt x="272286" y="231845"/>
                  </a:lnTo>
                  <a:lnTo>
                    <a:pt x="273329" y="231161"/>
                  </a:lnTo>
                  <a:lnTo>
                    <a:pt x="273189" y="231046"/>
                  </a:lnTo>
                  <a:lnTo>
                    <a:pt x="273230" y="230771"/>
                  </a:lnTo>
                  <a:lnTo>
                    <a:pt x="273678" y="230698"/>
                  </a:lnTo>
                  <a:lnTo>
                    <a:pt x="273912" y="230800"/>
                  </a:lnTo>
                  <a:lnTo>
                    <a:pt x="274244" y="230539"/>
                  </a:lnTo>
                  <a:lnTo>
                    <a:pt x="274368" y="229632"/>
                  </a:lnTo>
                  <a:lnTo>
                    <a:pt x="276636" y="229874"/>
                  </a:lnTo>
                  <a:lnTo>
                    <a:pt x="276798" y="229871"/>
                  </a:lnTo>
                  <a:lnTo>
                    <a:pt x="277123" y="229717"/>
                  </a:lnTo>
                  <a:lnTo>
                    <a:pt x="277313" y="229326"/>
                  </a:lnTo>
                  <a:lnTo>
                    <a:pt x="278686" y="228257"/>
                  </a:lnTo>
                  <a:lnTo>
                    <a:pt x="279041" y="228082"/>
                  </a:lnTo>
                  <a:lnTo>
                    <a:pt x="279619" y="227928"/>
                  </a:lnTo>
                  <a:lnTo>
                    <a:pt x="279847" y="228194"/>
                  </a:lnTo>
                  <a:lnTo>
                    <a:pt x="280292" y="228151"/>
                  </a:lnTo>
                  <a:lnTo>
                    <a:pt x="281471" y="227691"/>
                  </a:lnTo>
                  <a:lnTo>
                    <a:pt x="283276" y="227148"/>
                  </a:lnTo>
                  <a:lnTo>
                    <a:pt x="283605" y="227206"/>
                  </a:lnTo>
                  <a:lnTo>
                    <a:pt x="284030" y="227468"/>
                  </a:lnTo>
                  <a:lnTo>
                    <a:pt x="284436" y="227363"/>
                  </a:lnTo>
                  <a:lnTo>
                    <a:pt x="284664" y="227026"/>
                  </a:lnTo>
                  <a:lnTo>
                    <a:pt x="285187" y="226922"/>
                  </a:lnTo>
                  <a:lnTo>
                    <a:pt x="285333" y="226928"/>
                  </a:lnTo>
                  <a:lnTo>
                    <a:pt x="285609" y="226959"/>
                  </a:lnTo>
                  <a:lnTo>
                    <a:pt x="286037" y="227127"/>
                  </a:lnTo>
                  <a:lnTo>
                    <a:pt x="286137" y="227293"/>
                  </a:lnTo>
                  <a:lnTo>
                    <a:pt x="286986" y="227558"/>
                  </a:lnTo>
                  <a:lnTo>
                    <a:pt x="287411" y="227841"/>
                  </a:lnTo>
                  <a:lnTo>
                    <a:pt x="287624" y="228093"/>
                  </a:lnTo>
                  <a:lnTo>
                    <a:pt x="288232" y="228685"/>
                  </a:lnTo>
                  <a:lnTo>
                    <a:pt x="289020" y="229396"/>
                  </a:lnTo>
                  <a:lnTo>
                    <a:pt x="289856" y="229800"/>
                  </a:lnTo>
                  <a:lnTo>
                    <a:pt x="290125" y="229796"/>
                  </a:lnTo>
                  <a:lnTo>
                    <a:pt x="290715" y="229718"/>
                  </a:lnTo>
                  <a:lnTo>
                    <a:pt x="291137" y="229710"/>
                  </a:lnTo>
                  <a:lnTo>
                    <a:pt x="291626" y="230257"/>
                  </a:lnTo>
                  <a:lnTo>
                    <a:pt x="292375" y="230182"/>
                  </a:lnTo>
                  <a:lnTo>
                    <a:pt x="292710" y="230304"/>
                  </a:lnTo>
                  <a:lnTo>
                    <a:pt x="292752" y="230433"/>
                  </a:lnTo>
                  <a:lnTo>
                    <a:pt x="293014" y="230747"/>
                  </a:lnTo>
                  <a:lnTo>
                    <a:pt x="293156" y="230810"/>
                  </a:lnTo>
                  <a:lnTo>
                    <a:pt x="293550" y="231057"/>
                  </a:lnTo>
                  <a:lnTo>
                    <a:pt x="293584" y="231256"/>
                  </a:lnTo>
                  <a:lnTo>
                    <a:pt x="293575" y="231587"/>
                  </a:lnTo>
                  <a:lnTo>
                    <a:pt x="294774" y="231801"/>
                  </a:lnTo>
                  <a:lnTo>
                    <a:pt x="295278" y="231875"/>
                  </a:lnTo>
                  <a:lnTo>
                    <a:pt x="295680" y="232064"/>
                  </a:lnTo>
                  <a:lnTo>
                    <a:pt x="295917" y="231871"/>
                  </a:lnTo>
                  <a:lnTo>
                    <a:pt x="296795" y="231843"/>
                  </a:lnTo>
                  <a:lnTo>
                    <a:pt x="296976" y="231795"/>
                  </a:lnTo>
                  <a:lnTo>
                    <a:pt x="297412" y="231728"/>
                  </a:lnTo>
                  <a:lnTo>
                    <a:pt x="297572" y="231767"/>
                  </a:lnTo>
                  <a:lnTo>
                    <a:pt x="297711" y="231795"/>
                  </a:lnTo>
                  <a:lnTo>
                    <a:pt x="298499" y="231644"/>
                  </a:lnTo>
                  <a:lnTo>
                    <a:pt x="298655" y="231685"/>
                  </a:lnTo>
                  <a:lnTo>
                    <a:pt x="298979" y="231825"/>
                  </a:lnTo>
                  <a:lnTo>
                    <a:pt x="299871" y="231856"/>
                  </a:lnTo>
                  <a:lnTo>
                    <a:pt x="300364" y="232174"/>
                  </a:lnTo>
                  <a:lnTo>
                    <a:pt x="300100" y="232380"/>
                  </a:lnTo>
                  <a:lnTo>
                    <a:pt x="300625" y="232856"/>
                  </a:lnTo>
                  <a:lnTo>
                    <a:pt x="300776" y="233228"/>
                  </a:lnTo>
                  <a:lnTo>
                    <a:pt x="301023" y="233257"/>
                  </a:lnTo>
                  <a:lnTo>
                    <a:pt x="300905" y="233397"/>
                  </a:lnTo>
                  <a:lnTo>
                    <a:pt x="300768" y="233777"/>
                  </a:lnTo>
                  <a:lnTo>
                    <a:pt x="300499" y="234292"/>
                  </a:lnTo>
                  <a:lnTo>
                    <a:pt x="301232" y="234993"/>
                  </a:lnTo>
                  <a:lnTo>
                    <a:pt x="301361" y="235116"/>
                  </a:lnTo>
                  <a:lnTo>
                    <a:pt x="301866" y="236010"/>
                  </a:lnTo>
                  <a:lnTo>
                    <a:pt x="301980" y="236138"/>
                  </a:lnTo>
                  <a:lnTo>
                    <a:pt x="302146" y="236305"/>
                  </a:lnTo>
                  <a:lnTo>
                    <a:pt x="302347" y="236401"/>
                  </a:lnTo>
                  <a:lnTo>
                    <a:pt x="302410" y="236813"/>
                  </a:lnTo>
                  <a:lnTo>
                    <a:pt x="302793" y="237068"/>
                  </a:lnTo>
                  <a:lnTo>
                    <a:pt x="303363" y="237580"/>
                  </a:lnTo>
                  <a:lnTo>
                    <a:pt x="303680" y="237778"/>
                  </a:lnTo>
                  <a:lnTo>
                    <a:pt x="303338" y="238341"/>
                  </a:lnTo>
                  <a:lnTo>
                    <a:pt x="303670" y="238341"/>
                  </a:lnTo>
                  <a:lnTo>
                    <a:pt x="304000" y="238384"/>
                  </a:lnTo>
                  <a:lnTo>
                    <a:pt x="304195" y="238661"/>
                  </a:lnTo>
                  <a:lnTo>
                    <a:pt x="304510" y="239095"/>
                  </a:lnTo>
                  <a:lnTo>
                    <a:pt x="305118" y="239970"/>
                  </a:lnTo>
                  <a:lnTo>
                    <a:pt x="305221" y="240859"/>
                  </a:lnTo>
                  <a:lnTo>
                    <a:pt x="305185" y="241303"/>
                  </a:lnTo>
                  <a:lnTo>
                    <a:pt x="304636" y="241540"/>
                  </a:lnTo>
                  <a:lnTo>
                    <a:pt x="304551" y="242070"/>
                  </a:lnTo>
                  <a:lnTo>
                    <a:pt x="304078" y="242083"/>
                  </a:lnTo>
                  <a:lnTo>
                    <a:pt x="303831" y="242061"/>
                  </a:lnTo>
                  <a:lnTo>
                    <a:pt x="303342" y="242117"/>
                  </a:lnTo>
                  <a:lnTo>
                    <a:pt x="302574" y="242580"/>
                  </a:lnTo>
                  <a:lnTo>
                    <a:pt x="302376" y="242671"/>
                  </a:lnTo>
                  <a:lnTo>
                    <a:pt x="302212" y="242769"/>
                  </a:lnTo>
                  <a:lnTo>
                    <a:pt x="302078" y="242944"/>
                  </a:lnTo>
                  <a:lnTo>
                    <a:pt x="301839" y="243425"/>
                  </a:lnTo>
                  <a:lnTo>
                    <a:pt x="301878" y="243916"/>
                  </a:lnTo>
                  <a:lnTo>
                    <a:pt x="301880" y="244267"/>
                  </a:lnTo>
                  <a:lnTo>
                    <a:pt x="301575" y="244687"/>
                  </a:lnTo>
                  <a:lnTo>
                    <a:pt x="301528" y="245035"/>
                  </a:lnTo>
                  <a:lnTo>
                    <a:pt x="301310" y="245354"/>
                  </a:lnTo>
                  <a:lnTo>
                    <a:pt x="301251" y="245801"/>
                  </a:lnTo>
                  <a:lnTo>
                    <a:pt x="301293" y="246356"/>
                  </a:lnTo>
                  <a:lnTo>
                    <a:pt x="301498" y="247082"/>
                  </a:lnTo>
                  <a:lnTo>
                    <a:pt x="301547" y="247317"/>
                  </a:lnTo>
                  <a:lnTo>
                    <a:pt x="301580" y="247473"/>
                  </a:lnTo>
                  <a:lnTo>
                    <a:pt x="301627" y="247752"/>
                  </a:lnTo>
                  <a:lnTo>
                    <a:pt x="301670" y="247999"/>
                  </a:lnTo>
                  <a:lnTo>
                    <a:pt x="301690" y="248265"/>
                  </a:lnTo>
                  <a:lnTo>
                    <a:pt x="301815" y="248433"/>
                  </a:lnTo>
                  <a:lnTo>
                    <a:pt x="301973" y="248604"/>
                  </a:lnTo>
                  <a:lnTo>
                    <a:pt x="302324" y="249045"/>
                  </a:lnTo>
                  <a:lnTo>
                    <a:pt x="302599" y="249440"/>
                  </a:lnTo>
                  <a:lnTo>
                    <a:pt x="302954" y="250058"/>
                  </a:lnTo>
                  <a:lnTo>
                    <a:pt x="303309" y="250699"/>
                  </a:lnTo>
                  <a:lnTo>
                    <a:pt x="303185" y="251129"/>
                  </a:lnTo>
                  <a:lnTo>
                    <a:pt x="303152" y="251500"/>
                  </a:lnTo>
                  <a:lnTo>
                    <a:pt x="302965" y="252285"/>
                  </a:lnTo>
                  <a:lnTo>
                    <a:pt x="303092" y="252651"/>
                  </a:lnTo>
                  <a:lnTo>
                    <a:pt x="303307" y="252946"/>
                  </a:lnTo>
                  <a:lnTo>
                    <a:pt x="303501" y="253300"/>
                  </a:lnTo>
                  <a:lnTo>
                    <a:pt x="303359" y="254131"/>
                  </a:lnTo>
                  <a:lnTo>
                    <a:pt x="303388" y="254472"/>
                  </a:lnTo>
                  <a:lnTo>
                    <a:pt x="303252" y="255020"/>
                  </a:lnTo>
                  <a:lnTo>
                    <a:pt x="303072" y="255133"/>
                  </a:lnTo>
                  <a:lnTo>
                    <a:pt x="302930" y="255645"/>
                  </a:lnTo>
                  <a:lnTo>
                    <a:pt x="303152" y="255791"/>
                  </a:lnTo>
                  <a:lnTo>
                    <a:pt x="303381" y="255925"/>
                  </a:lnTo>
                  <a:lnTo>
                    <a:pt x="303447" y="256238"/>
                  </a:lnTo>
                  <a:lnTo>
                    <a:pt x="303482" y="256376"/>
                  </a:lnTo>
                  <a:lnTo>
                    <a:pt x="303545" y="256612"/>
                  </a:lnTo>
                  <a:lnTo>
                    <a:pt x="303674" y="256958"/>
                  </a:lnTo>
                  <a:lnTo>
                    <a:pt x="303856" y="256938"/>
                  </a:lnTo>
                  <a:lnTo>
                    <a:pt x="304370" y="256435"/>
                  </a:lnTo>
                  <a:lnTo>
                    <a:pt x="304780" y="256040"/>
                  </a:lnTo>
                  <a:lnTo>
                    <a:pt x="305222" y="255761"/>
                  </a:lnTo>
                  <a:lnTo>
                    <a:pt x="305274" y="255514"/>
                  </a:lnTo>
                  <a:lnTo>
                    <a:pt x="305240" y="255136"/>
                  </a:lnTo>
                  <a:lnTo>
                    <a:pt x="305445" y="254801"/>
                  </a:lnTo>
                  <a:lnTo>
                    <a:pt x="306390" y="254899"/>
                  </a:lnTo>
                  <a:lnTo>
                    <a:pt x="306708" y="255086"/>
                  </a:lnTo>
                  <a:lnTo>
                    <a:pt x="308058" y="254302"/>
                  </a:lnTo>
                  <a:lnTo>
                    <a:pt x="308314" y="254080"/>
                  </a:lnTo>
                  <a:lnTo>
                    <a:pt x="308370" y="253787"/>
                  </a:lnTo>
                  <a:lnTo>
                    <a:pt x="308454" y="253653"/>
                  </a:lnTo>
                  <a:lnTo>
                    <a:pt x="308599" y="253737"/>
                  </a:lnTo>
                  <a:lnTo>
                    <a:pt x="308787" y="253584"/>
                  </a:lnTo>
                  <a:lnTo>
                    <a:pt x="308965" y="253527"/>
                  </a:lnTo>
                  <a:lnTo>
                    <a:pt x="309202" y="253526"/>
                  </a:lnTo>
                  <a:lnTo>
                    <a:pt x="310659" y="253760"/>
                  </a:lnTo>
                  <a:lnTo>
                    <a:pt x="310393" y="253960"/>
                  </a:lnTo>
                  <a:lnTo>
                    <a:pt x="310237" y="254032"/>
                  </a:lnTo>
                  <a:lnTo>
                    <a:pt x="310081" y="254204"/>
                  </a:lnTo>
                  <a:lnTo>
                    <a:pt x="311460" y="254780"/>
                  </a:lnTo>
                  <a:lnTo>
                    <a:pt x="312037" y="254790"/>
                  </a:lnTo>
                  <a:lnTo>
                    <a:pt x="312240" y="254157"/>
                  </a:lnTo>
                  <a:lnTo>
                    <a:pt x="312278" y="253946"/>
                  </a:lnTo>
                  <a:lnTo>
                    <a:pt x="312623" y="253707"/>
                  </a:lnTo>
                  <a:lnTo>
                    <a:pt x="313822" y="253787"/>
                  </a:lnTo>
                  <a:lnTo>
                    <a:pt x="314419" y="253948"/>
                  </a:lnTo>
                  <a:lnTo>
                    <a:pt x="314708" y="253957"/>
                  </a:lnTo>
                  <a:lnTo>
                    <a:pt x="315109" y="253981"/>
                  </a:lnTo>
                  <a:lnTo>
                    <a:pt x="315315" y="253993"/>
                  </a:lnTo>
                  <a:lnTo>
                    <a:pt x="316006" y="254034"/>
                  </a:lnTo>
                  <a:lnTo>
                    <a:pt x="317342" y="254061"/>
                  </a:lnTo>
                  <a:lnTo>
                    <a:pt x="317633" y="254514"/>
                  </a:lnTo>
                  <a:lnTo>
                    <a:pt x="317907" y="254601"/>
                  </a:lnTo>
                  <a:lnTo>
                    <a:pt x="318622" y="254903"/>
                  </a:lnTo>
                  <a:lnTo>
                    <a:pt x="319268" y="254868"/>
                  </a:lnTo>
                  <a:lnTo>
                    <a:pt x="319855" y="255144"/>
                  </a:lnTo>
                  <a:lnTo>
                    <a:pt x="320683" y="255388"/>
                  </a:lnTo>
                  <a:lnTo>
                    <a:pt x="320962" y="255524"/>
                  </a:lnTo>
                  <a:lnTo>
                    <a:pt x="322012" y="256488"/>
                  </a:lnTo>
                  <a:lnTo>
                    <a:pt x="322602" y="256516"/>
                  </a:lnTo>
                  <a:lnTo>
                    <a:pt x="322941" y="256497"/>
                  </a:lnTo>
                  <a:lnTo>
                    <a:pt x="323184" y="256591"/>
                  </a:lnTo>
                  <a:lnTo>
                    <a:pt x="323356" y="256750"/>
                  </a:lnTo>
                  <a:lnTo>
                    <a:pt x="323596" y="257719"/>
                  </a:lnTo>
                  <a:lnTo>
                    <a:pt x="323391" y="257862"/>
                  </a:lnTo>
                  <a:lnTo>
                    <a:pt x="323251" y="257972"/>
                  </a:lnTo>
                  <a:lnTo>
                    <a:pt x="322879" y="258406"/>
                  </a:lnTo>
                  <a:lnTo>
                    <a:pt x="322641" y="258733"/>
                  </a:lnTo>
                  <a:lnTo>
                    <a:pt x="322250" y="258918"/>
                  </a:lnTo>
                  <a:lnTo>
                    <a:pt x="321597" y="258855"/>
                  </a:lnTo>
                  <a:lnTo>
                    <a:pt x="321295" y="258613"/>
                  </a:lnTo>
                  <a:lnTo>
                    <a:pt x="320650" y="258614"/>
                  </a:lnTo>
                  <a:lnTo>
                    <a:pt x="320456" y="258636"/>
                  </a:lnTo>
                  <a:lnTo>
                    <a:pt x="319778" y="259324"/>
                  </a:lnTo>
                  <a:lnTo>
                    <a:pt x="319847" y="259487"/>
                  </a:lnTo>
                  <a:lnTo>
                    <a:pt x="319983" y="259698"/>
                  </a:lnTo>
                  <a:lnTo>
                    <a:pt x="319917" y="260195"/>
                  </a:lnTo>
                  <a:lnTo>
                    <a:pt x="319682" y="260701"/>
                  </a:lnTo>
                  <a:lnTo>
                    <a:pt x="319893" y="261079"/>
                  </a:lnTo>
                  <a:lnTo>
                    <a:pt x="320008" y="261282"/>
                  </a:lnTo>
                  <a:lnTo>
                    <a:pt x="320540" y="261808"/>
                  </a:lnTo>
                  <a:lnTo>
                    <a:pt x="320898" y="261946"/>
                  </a:lnTo>
                  <a:lnTo>
                    <a:pt x="321119" y="262091"/>
                  </a:lnTo>
                  <a:lnTo>
                    <a:pt x="321321" y="262682"/>
                  </a:lnTo>
                  <a:lnTo>
                    <a:pt x="321000" y="263390"/>
                  </a:lnTo>
                  <a:lnTo>
                    <a:pt x="320857" y="263510"/>
                  </a:lnTo>
                  <a:lnTo>
                    <a:pt x="320682" y="263667"/>
                  </a:lnTo>
                  <a:lnTo>
                    <a:pt x="320508" y="263887"/>
                  </a:lnTo>
                  <a:lnTo>
                    <a:pt x="320770" y="264361"/>
                  </a:lnTo>
                  <a:lnTo>
                    <a:pt x="320931" y="264381"/>
                  </a:lnTo>
                  <a:lnTo>
                    <a:pt x="321130" y="264462"/>
                  </a:lnTo>
                  <a:lnTo>
                    <a:pt x="321336" y="264560"/>
                  </a:lnTo>
                  <a:lnTo>
                    <a:pt x="321529" y="264801"/>
                  </a:lnTo>
                  <a:lnTo>
                    <a:pt x="321694" y="264949"/>
                  </a:lnTo>
                  <a:lnTo>
                    <a:pt x="321908" y="265205"/>
                  </a:lnTo>
                  <a:lnTo>
                    <a:pt x="321931" y="265588"/>
                  </a:lnTo>
                  <a:lnTo>
                    <a:pt x="322194" y="265904"/>
                  </a:lnTo>
                  <a:lnTo>
                    <a:pt x="322396" y="266030"/>
                  </a:lnTo>
                  <a:lnTo>
                    <a:pt x="322506" y="266300"/>
                  </a:lnTo>
                  <a:lnTo>
                    <a:pt x="322692" y="266479"/>
                  </a:lnTo>
                  <a:lnTo>
                    <a:pt x="323029" y="266711"/>
                  </a:lnTo>
                  <a:lnTo>
                    <a:pt x="323360" y="267083"/>
                  </a:lnTo>
                  <a:lnTo>
                    <a:pt x="323879" y="267572"/>
                  </a:lnTo>
                  <a:lnTo>
                    <a:pt x="323953" y="267752"/>
                  </a:lnTo>
                  <a:lnTo>
                    <a:pt x="324055" y="268000"/>
                  </a:lnTo>
                  <a:lnTo>
                    <a:pt x="324142" y="268196"/>
                  </a:lnTo>
                  <a:lnTo>
                    <a:pt x="324973" y="268742"/>
                  </a:lnTo>
                  <a:lnTo>
                    <a:pt x="325304" y="268894"/>
                  </a:lnTo>
                  <a:lnTo>
                    <a:pt x="325423" y="269040"/>
                  </a:lnTo>
                  <a:lnTo>
                    <a:pt x="325601" y="269258"/>
                  </a:lnTo>
                  <a:lnTo>
                    <a:pt x="325791" y="269409"/>
                  </a:lnTo>
                  <a:lnTo>
                    <a:pt x="325639" y="270097"/>
                  </a:lnTo>
                  <a:lnTo>
                    <a:pt x="325426" y="270707"/>
                  </a:lnTo>
                  <a:lnTo>
                    <a:pt x="325120" y="271085"/>
                  </a:lnTo>
                  <a:lnTo>
                    <a:pt x="324857" y="271449"/>
                  </a:lnTo>
                  <a:lnTo>
                    <a:pt x="324992" y="272236"/>
                  </a:lnTo>
                  <a:lnTo>
                    <a:pt x="325252" y="272712"/>
                  </a:lnTo>
                  <a:lnTo>
                    <a:pt x="325532" y="273021"/>
                  </a:lnTo>
                  <a:lnTo>
                    <a:pt x="325793" y="273308"/>
                  </a:lnTo>
                  <a:lnTo>
                    <a:pt x="325983" y="273535"/>
                  </a:lnTo>
                  <a:lnTo>
                    <a:pt x="326551" y="273290"/>
                  </a:lnTo>
                  <a:lnTo>
                    <a:pt x="326984" y="273613"/>
                  </a:lnTo>
                  <a:lnTo>
                    <a:pt x="327182" y="273805"/>
                  </a:lnTo>
                  <a:lnTo>
                    <a:pt x="327569" y="274237"/>
                  </a:lnTo>
                  <a:lnTo>
                    <a:pt x="327836" y="274403"/>
                  </a:lnTo>
                  <a:lnTo>
                    <a:pt x="328760" y="274063"/>
                  </a:lnTo>
                  <a:lnTo>
                    <a:pt x="328902" y="273701"/>
                  </a:lnTo>
                  <a:lnTo>
                    <a:pt x="328936" y="273485"/>
                  </a:lnTo>
                  <a:lnTo>
                    <a:pt x="329332" y="273011"/>
                  </a:lnTo>
                  <a:lnTo>
                    <a:pt x="329553" y="272916"/>
                  </a:lnTo>
                  <a:lnTo>
                    <a:pt x="329731" y="273343"/>
                  </a:lnTo>
                  <a:lnTo>
                    <a:pt x="329658" y="273904"/>
                  </a:lnTo>
                  <a:lnTo>
                    <a:pt x="329638" y="274096"/>
                  </a:lnTo>
                  <a:lnTo>
                    <a:pt x="329582" y="274678"/>
                  </a:lnTo>
                  <a:lnTo>
                    <a:pt x="329689" y="275132"/>
                  </a:lnTo>
                  <a:lnTo>
                    <a:pt x="330035" y="275815"/>
                  </a:lnTo>
                  <a:lnTo>
                    <a:pt x="330082" y="276002"/>
                  </a:lnTo>
                  <a:lnTo>
                    <a:pt x="330105" y="276390"/>
                  </a:lnTo>
                  <a:lnTo>
                    <a:pt x="330154" y="276579"/>
                  </a:lnTo>
                  <a:lnTo>
                    <a:pt x="330173" y="276778"/>
                  </a:lnTo>
                  <a:lnTo>
                    <a:pt x="330100" y="277067"/>
                  </a:lnTo>
                  <a:lnTo>
                    <a:pt x="329906" y="277435"/>
                  </a:lnTo>
                  <a:lnTo>
                    <a:pt x="330590" y="277858"/>
                  </a:lnTo>
                  <a:lnTo>
                    <a:pt x="331389" y="278200"/>
                  </a:lnTo>
                  <a:lnTo>
                    <a:pt x="331718" y="278429"/>
                  </a:lnTo>
                  <a:lnTo>
                    <a:pt x="332089" y="278627"/>
                  </a:lnTo>
                  <a:lnTo>
                    <a:pt x="332561" y="278411"/>
                  </a:lnTo>
                  <a:lnTo>
                    <a:pt x="332839" y="278195"/>
                  </a:lnTo>
                  <a:lnTo>
                    <a:pt x="333550" y="278200"/>
                  </a:lnTo>
                  <a:lnTo>
                    <a:pt x="333816" y="278214"/>
                  </a:lnTo>
                  <a:lnTo>
                    <a:pt x="334429" y="278209"/>
                  </a:lnTo>
                  <a:lnTo>
                    <a:pt x="334454" y="278370"/>
                  </a:lnTo>
                  <a:lnTo>
                    <a:pt x="334487" y="278551"/>
                  </a:lnTo>
                  <a:lnTo>
                    <a:pt x="334763" y="278740"/>
                  </a:lnTo>
                  <a:lnTo>
                    <a:pt x="335163" y="279051"/>
                  </a:lnTo>
                  <a:lnTo>
                    <a:pt x="335299" y="279017"/>
                  </a:lnTo>
                  <a:lnTo>
                    <a:pt x="336206" y="278740"/>
                  </a:lnTo>
                  <a:lnTo>
                    <a:pt x="336463" y="278833"/>
                  </a:lnTo>
                  <a:lnTo>
                    <a:pt x="337376" y="278607"/>
                  </a:lnTo>
                  <a:lnTo>
                    <a:pt x="337577" y="278522"/>
                  </a:lnTo>
                  <a:lnTo>
                    <a:pt x="337818" y="278394"/>
                  </a:lnTo>
                  <a:lnTo>
                    <a:pt x="338250" y="278063"/>
                  </a:lnTo>
                  <a:lnTo>
                    <a:pt x="338968" y="277909"/>
                  </a:lnTo>
                  <a:lnTo>
                    <a:pt x="339273" y="277820"/>
                  </a:lnTo>
                  <a:lnTo>
                    <a:pt x="339656" y="277824"/>
                  </a:lnTo>
                  <a:lnTo>
                    <a:pt x="339986" y="277763"/>
                  </a:lnTo>
                  <a:lnTo>
                    <a:pt x="340302" y="277689"/>
                  </a:lnTo>
                  <a:lnTo>
                    <a:pt x="340510" y="277678"/>
                  </a:lnTo>
                  <a:lnTo>
                    <a:pt x="340979" y="277371"/>
                  </a:lnTo>
                  <a:lnTo>
                    <a:pt x="341853" y="277163"/>
                  </a:lnTo>
                  <a:lnTo>
                    <a:pt x="342078" y="277227"/>
                  </a:lnTo>
                  <a:lnTo>
                    <a:pt x="342413" y="277089"/>
                  </a:lnTo>
                  <a:lnTo>
                    <a:pt x="343061" y="276576"/>
                  </a:lnTo>
                  <a:lnTo>
                    <a:pt x="343408" y="276308"/>
                  </a:lnTo>
                  <a:lnTo>
                    <a:pt x="343801" y="276027"/>
                  </a:lnTo>
                  <a:lnTo>
                    <a:pt x="344054" y="275931"/>
                  </a:lnTo>
                  <a:lnTo>
                    <a:pt x="344079" y="275771"/>
                  </a:lnTo>
                  <a:lnTo>
                    <a:pt x="343723" y="275508"/>
                  </a:lnTo>
                  <a:lnTo>
                    <a:pt x="343695" y="275086"/>
                  </a:lnTo>
                  <a:lnTo>
                    <a:pt x="343107" y="273812"/>
                  </a:lnTo>
                  <a:lnTo>
                    <a:pt x="343266" y="273848"/>
                  </a:lnTo>
                  <a:lnTo>
                    <a:pt x="343733" y="273890"/>
                  </a:lnTo>
                  <a:lnTo>
                    <a:pt x="343935" y="273806"/>
                  </a:lnTo>
                  <a:lnTo>
                    <a:pt x="343927" y="273664"/>
                  </a:lnTo>
                  <a:lnTo>
                    <a:pt x="343891" y="273298"/>
                  </a:lnTo>
                  <a:lnTo>
                    <a:pt x="343873" y="272794"/>
                  </a:lnTo>
                  <a:lnTo>
                    <a:pt x="344153" y="272426"/>
                  </a:lnTo>
                  <a:lnTo>
                    <a:pt x="344415" y="272200"/>
                  </a:lnTo>
                  <a:lnTo>
                    <a:pt x="344365" y="271934"/>
                  </a:lnTo>
                  <a:lnTo>
                    <a:pt x="344249" y="271687"/>
                  </a:lnTo>
                  <a:lnTo>
                    <a:pt x="344024" y="271563"/>
                  </a:lnTo>
                  <a:lnTo>
                    <a:pt x="343943" y="271130"/>
                  </a:lnTo>
                  <a:lnTo>
                    <a:pt x="343347" y="271002"/>
                  </a:lnTo>
                  <a:lnTo>
                    <a:pt x="342831" y="270681"/>
                  </a:lnTo>
                  <a:lnTo>
                    <a:pt x="342837" y="270310"/>
                  </a:lnTo>
                  <a:lnTo>
                    <a:pt x="343526" y="269866"/>
                  </a:lnTo>
                  <a:lnTo>
                    <a:pt x="343849" y="269644"/>
                  </a:lnTo>
                  <a:lnTo>
                    <a:pt x="343633" y="268795"/>
                  </a:lnTo>
                  <a:lnTo>
                    <a:pt x="343097" y="268323"/>
                  </a:lnTo>
                  <a:lnTo>
                    <a:pt x="342863" y="268299"/>
                  </a:lnTo>
                  <a:lnTo>
                    <a:pt x="342876" y="268048"/>
                  </a:lnTo>
                  <a:lnTo>
                    <a:pt x="342699" y="267492"/>
                  </a:lnTo>
                  <a:lnTo>
                    <a:pt x="342537" y="267356"/>
                  </a:lnTo>
                  <a:lnTo>
                    <a:pt x="342660" y="267084"/>
                  </a:lnTo>
                  <a:lnTo>
                    <a:pt x="342324" y="266404"/>
                  </a:lnTo>
                  <a:lnTo>
                    <a:pt x="342506" y="266272"/>
                  </a:lnTo>
                  <a:lnTo>
                    <a:pt x="342786" y="266152"/>
                  </a:lnTo>
                  <a:lnTo>
                    <a:pt x="343231" y="265426"/>
                  </a:lnTo>
                  <a:lnTo>
                    <a:pt x="343341" y="265653"/>
                  </a:lnTo>
                  <a:lnTo>
                    <a:pt x="344158" y="266265"/>
                  </a:lnTo>
                  <a:lnTo>
                    <a:pt x="344736" y="266097"/>
                  </a:lnTo>
                  <a:lnTo>
                    <a:pt x="344919" y="266289"/>
                  </a:lnTo>
                  <a:lnTo>
                    <a:pt x="345252" y="266464"/>
                  </a:lnTo>
                  <a:lnTo>
                    <a:pt x="345436" y="266317"/>
                  </a:lnTo>
                  <a:lnTo>
                    <a:pt x="345719" y="266108"/>
                  </a:lnTo>
                  <a:lnTo>
                    <a:pt x="346037" y="266123"/>
                  </a:lnTo>
                  <a:lnTo>
                    <a:pt x="347109" y="266469"/>
                  </a:lnTo>
                  <a:lnTo>
                    <a:pt x="347718" y="265324"/>
                  </a:lnTo>
                  <a:lnTo>
                    <a:pt x="347852" y="265013"/>
                  </a:lnTo>
                  <a:lnTo>
                    <a:pt x="347971" y="264695"/>
                  </a:lnTo>
                  <a:lnTo>
                    <a:pt x="347997" y="264340"/>
                  </a:lnTo>
                  <a:lnTo>
                    <a:pt x="348207" y="263731"/>
                  </a:lnTo>
                  <a:lnTo>
                    <a:pt x="348480" y="263062"/>
                  </a:lnTo>
                  <a:lnTo>
                    <a:pt x="349189" y="262259"/>
                  </a:lnTo>
                  <a:lnTo>
                    <a:pt x="349923" y="262209"/>
                  </a:lnTo>
                  <a:lnTo>
                    <a:pt x="350218" y="262148"/>
                  </a:lnTo>
                  <a:lnTo>
                    <a:pt x="350871" y="261610"/>
                  </a:lnTo>
                  <a:lnTo>
                    <a:pt x="351205" y="261477"/>
                  </a:lnTo>
                  <a:lnTo>
                    <a:pt x="351641" y="261108"/>
                  </a:lnTo>
                  <a:lnTo>
                    <a:pt x="351821" y="260644"/>
                  </a:lnTo>
                  <a:lnTo>
                    <a:pt x="352263" y="260431"/>
                  </a:lnTo>
                  <a:lnTo>
                    <a:pt x="352497" y="260340"/>
                  </a:lnTo>
                  <a:lnTo>
                    <a:pt x="352929" y="260157"/>
                  </a:lnTo>
                  <a:lnTo>
                    <a:pt x="353435" y="259633"/>
                  </a:lnTo>
                  <a:lnTo>
                    <a:pt x="353739" y="259466"/>
                  </a:lnTo>
                  <a:lnTo>
                    <a:pt x="354192" y="259391"/>
                  </a:lnTo>
                  <a:lnTo>
                    <a:pt x="354522" y="259306"/>
                  </a:lnTo>
                  <a:lnTo>
                    <a:pt x="354753" y="259260"/>
                  </a:lnTo>
                  <a:lnTo>
                    <a:pt x="354999" y="259600"/>
                  </a:lnTo>
                  <a:lnTo>
                    <a:pt x="355131" y="259815"/>
                  </a:lnTo>
                  <a:lnTo>
                    <a:pt x="355284" y="260064"/>
                  </a:lnTo>
                  <a:lnTo>
                    <a:pt x="357240" y="261651"/>
                  </a:lnTo>
                  <a:lnTo>
                    <a:pt x="357205" y="261947"/>
                  </a:lnTo>
                  <a:lnTo>
                    <a:pt x="357641" y="262279"/>
                  </a:lnTo>
                  <a:lnTo>
                    <a:pt x="357742" y="262426"/>
                  </a:lnTo>
                  <a:lnTo>
                    <a:pt x="357973" y="263470"/>
                  </a:lnTo>
                  <a:lnTo>
                    <a:pt x="357997" y="263826"/>
                  </a:lnTo>
                  <a:lnTo>
                    <a:pt x="358588" y="264663"/>
                  </a:lnTo>
                  <a:lnTo>
                    <a:pt x="358753" y="264956"/>
                  </a:lnTo>
                  <a:lnTo>
                    <a:pt x="358855" y="265139"/>
                  </a:lnTo>
                  <a:lnTo>
                    <a:pt x="358809" y="265593"/>
                  </a:lnTo>
                  <a:lnTo>
                    <a:pt x="358708" y="266029"/>
                  </a:lnTo>
                  <a:lnTo>
                    <a:pt x="358700" y="266628"/>
                  </a:lnTo>
                  <a:lnTo>
                    <a:pt x="358459" y="266755"/>
                  </a:lnTo>
                  <a:lnTo>
                    <a:pt x="358146" y="267408"/>
                  </a:lnTo>
                  <a:lnTo>
                    <a:pt x="358390" y="267640"/>
                  </a:lnTo>
                  <a:lnTo>
                    <a:pt x="358620" y="267839"/>
                  </a:lnTo>
                  <a:lnTo>
                    <a:pt x="358681" y="268041"/>
                  </a:lnTo>
                  <a:lnTo>
                    <a:pt x="358512" y="268551"/>
                  </a:lnTo>
                  <a:lnTo>
                    <a:pt x="358425" y="268907"/>
                  </a:lnTo>
                  <a:lnTo>
                    <a:pt x="358470" y="269161"/>
                  </a:lnTo>
                  <a:lnTo>
                    <a:pt x="358311" y="269395"/>
                  </a:lnTo>
                  <a:lnTo>
                    <a:pt x="358227" y="269564"/>
                  </a:lnTo>
                  <a:lnTo>
                    <a:pt x="357954" y="270127"/>
                  </a:lnTo>
                  <a:lnTo>
                    <a:pt x="357910" y="270292"/>
                  </a:lnTo>
                  <a:lnTo>
                    <a:pt x="358098" y="270632"/>
                  </a:lnTo>
                  <a:lnTo>
                    <a:pt x="358460" y="270778"/>
                  </a:lnTo>
                  <a:lnTo>
                    <a:pt x="358562" y="270945"/>
                  </a:lnTo>
                  <a:lnTo>
                    <a:pt x="358417" y="271551"/>
                  </a:lnTo>
                  <a:lnTo>
                    <a:pt x="358207" y="271860"/>
                  </a:lnTo>
                  <a:lnTo>
                    <a:pt x="358112" y="272145"/>
                  </a:lnTo>
                  <a:lnTo>
                    <a:pt x="357912" y="272886"/>
                  </a:lnTo>
                  <a:lnTo>
                    <a:pt x="358179" y="272961"/>
                  </a:lnTo>
                  <a:lnTo>
                    <a:pt x="358328" y="273181"/>
                  </a:lnTo>
                  <a:lnTo>
                    <a:pt x="358227" y="273337"/>
                  </a:lnTo>
                  <a:lnTo>
                    <a:pt x="358295" y="273860"/>
                  </a:lnTo>
                  <a:lnTo>
                    <a:pt x="358351" y="273992"/>
                  </a:lnTo>
                  <a:lnTo>
                    <a:pt x="358457" y="274408"/>
                  </a:lnTo>
                  <a:lnTo>
                    <a:pt x="358567" y="274734"/>
                  </a:lnTo>
                  <a:lnTo>
                    <a:pt x="358805" y="274982"/>
                  </a:lnTo>
                  <a:lnTo>
                    <a:pt x="359771" y="276232"/>
                  </a:lnTo>
                  <a:lnTo>
                    <a:pt x="360021" y="276371"/>
                  </a:lnTo>
                  <a:lnTo>
                    <a:pt x="360397" y="276533"/>
                  </a:lnTo>
                  <a:lnTo>
                    <a:pt x="360782" y="276871"/>
                  </a:lnTo>
                  <a:lnTo>
                    <a:pt x="361025" y="277364"/>
                  </a:lnTo>
                  <a:lnTo>
                    <a:pt x="361063" y="277563"/>
                  </a:lnTo>
                  <a:lnTo>
                    <a:pt x="361267" y="277895"/>
                  </a:lnTo>
                  <a:lnTo>
                    <a:pt x="361607" y="278376"/>
                  </a:lnTo>
                  <a:lnTo>
                    <a:pt x="361942" y="279044"/>
                  </a:lnTo>
                  <a:lnTo>
                    <a:pt x="362548" y="279692"/>
                  </a:lnTo>
                  <a:lnTo>
                    <a:pt x="362593" y="279958"/>
                  </a:lnTo>
                  <a:lnTo>
                    <a:pt x="362588" y="280207"/>
                  </a:lnTo>
                  <a:lnTo>
                    <a:pt x="362549" y="280367"/>
                  </a:lnTo>
                  <a:lnTo>
                    <a:pt x="362569" y="280515"/>
                  </a:lnTo>
                  <a:lnTo>
                    <a:pt x="362612" y="280847"/>
                  </a:lnTo>
                  <a:lnTo>
                    <a:pt x="362805" y="281231"/>
                  </a:lnTo>
                  <a:lnTo>
                    <a:pt x="362941" y="281683"/>
                  </a:lnTo>
                  <a:lnTo>
                    <a:pt x="362921" y="281947"/>
                  </a:lnTo>
                  <a:lnTo>
                    <a:pt x="363328" y="282627"/>
                  </a:lnTo>
                  <a:lnTo>
                    <a:pt x="363682" y="283207"/>
                  </a:lnTo>
                  <a:lnTo>
                    <a:pt x="363998" y="283574"/>
                  </a:lnTo>
                  <a:lnTo>
                    <a:pt x="364251" y="283811"/>
                  </a:lnTo>
                  <a:lnTo>
                    <a:pt x="364460" y="283956"/>
                  </a:lnTo>
                  <a:lnTo>
                    <a:pt x="365087" y="284104"/>
                  </a:lnTo>
                  <a:lnTo>
                    <a:pt x="365115" y="284287"/>
                  </a:lnTo>
                  <a:lnTo>
                    <a:pt x="365084" y="284691"/>
                  </a:lnTo>
                  <a:lnTo>
                    <a:pt x="364660" y="285224"/>
                  </a:lnTo>
                  <a:lnTo>
                    <a:pt x="364807" y="285616"/>
                  </a:lnTo>
                  <a:lnTo>
                    <a:pt x="364849" y="286110"/>
                  </a:lnTo>
                  <a:lnTo>
                    <a:pt x="364996" y="286541"/>
                  </a:lnTo>
                  <a:lnTo>
                    <a:pt x="365598" y="286570"/>
                  </a:lnTo>
                  <a:lnTo>
                    <a:pt x="366012" y="286484"/>
                  </a:lnTo>
                  <a:lnTo>
                    <a:pt x="366366" y="286421"/>
                  </a:lnTo>
                  <a:lnTo>
                    <a:pt x="366673" y="286490"/>
                  </a:lnTo>
                  <a:lnTo>
                    <a:pt x="368005" y="286351"/>
                  </a:lnTo>
                  <a:lnTo>
                    <a:pt x="368229" y="286381"/>
                  </a:lnTo>
                  <a:lnTo>
                    <a:pt x="368380" y="286464"/>
                  </a:lnTo>
                  <a:lnTo>
                    <a:pt x="368864" y="287143"/>
                  </a:lnTo>
                  <a:lnTo>
                    <a:pt x="369647" y="287837"/>
                  </a:lnTo>
                  <a:lnTo>
                    <a:pt x="369454" y="288241"/>
                  </a:lnTo>
                  <a:lnTo>
                    <a:pt x="369266" y="288371"/>
                  </a:lnTo>
                  <a:lnTo>
                    <a:pt x="368926" y="288663"/>
                  </a:lnTo>
                  <a:lnTo>
                    <a:pt x="368349" y="289207"/>
                  </a:lnTo>
                  <a:lnTo>
                    <a:pt x="368142" y="289556"/>
                  </a:lnTo>
                  <a:lnTo>
                    <a:pt x="368174" y="289838"/>
                  </a:lnTo>
                  <a:lnTo>
                    <a:pt x="368387" y="290038"/>
                  </a:lnTo>
                  <a:lnTo>
                    <a:pt x="368650" y="290103"/>
                  </a:lnTo>
                  <a:lnTo>
                    <a:pt x="369052" y="290875"/>
                  </a:lnTo>
                  <a:lnTo>
                    <a:pt x="369291" y="291301"/>
                  </a:lnTo>
                  <a:lnTo>
                    <a:pt x="369417" y="291581"/>
                  </a:lnTo>
                  <a:lnTo>
                    <a:pt x="369464" y="291722"/>
                  </a:lnTo>
                  <a:lnTo>
                    <a:pt x="369545" y="292473"/>
                  </a:lnTo>
                  <a:lnTo>
                    <a:pt x="369389" y="292441"/>
                  </a:lnTo>
                  <a:lnTo>
                    <a:pt x="369155" y="292460"/>
                  </a:lnTo>
                  <a:lnTo>
                    <a:pt x="368745" y="292660"/>
                  </a:lnTo>
                  <a:lnTo>
                    <a:pt x="368489" y="292913"/>
                  </a:lnTo>
                  <a:lnTo>
                    <a:pt x="368802" y="293222"/>
                  </a:lnTo>
                  <a:lnTo>
                    <a:pt x="369070" y="293511"/>
                  </a:lnTo>
                  <a:lnTo>
                    <a:pt x="369625" y="293654"/>
                  </a:lnTo>
                  <a:lnTo>
                    <a:pt x="369773" y="293588"/>
                  </a:lnTo>
                  <a:lnTo>
                    <a:pt x="370170" y="293675"/>
                  </a:lnTo>
                  <a:lnTo>
                    <a:pt x="370261" y="294110"/>
                  </a:lnTo>
                  <a:lnTo>
                    <a:pt x="370598" y="294496"/>
                  </a:lnTo>
                  <a:lnTo>
                    <a:pt x="370700" y="294882"/>
                  </a:lnTo>
                  <a:lnTo>
                    <a:pt x="370743" y="295279"/>
                  </a:lnTo>
                  <a:lnTo>
                    <a:pt x="370828" y="295587"/>
                  </a:lnTo>
                  <a:lnTo>
                    <a:pt x="371139" y="295899"/>
                  </a:lnTo>
                  <a:lnTo>
                    <a:pt x="371241" y="296040"/>
                  </a:lnTo>
                  <a:lnTo>
                    <a:pt x="371416" y="296302"/>
                  </a:lnTo>
                  <a:lnTo>
                    <a:pt x="371610" y="296718"/>
                  </a:lnTo>
                  <a:lnTo>
                    <a:pt x="371759" y="297620"/>
                  </a:lnTo>
                  <a:lnTo>
                    <a:pt x="372119" y="297849"/>
                  </a:lnTo>
                  <a:lnTo>
                    <a:pt x="372285" y="298636"/>
                  </a:lnTo>
                  <a:lnTo>
                    <a:pt x="372342" y="298950"/>
                  </a:lnTo>
                  <a:lnTo>
                    <a:pt x="372592" y="299883"/>
                  </a:lnTo>
                  <a:lnTo>
                    <a:pt x="373182" y="300728"/>
                  </a:lnTo>
                  <a:lnTo>
                    <a:pt x="373210" y="300891"/>
                  </a:lnTo>
                  <a:lnTo>
                    <a:pt x="373869" y="301211"/>
                  </a:lnTo>
                  <a:lnTo>
                    <a:pt x="374176" y="301770"/>
                  </a:lnTo>
                  <a:lnTo>
                    <a:pt x="374408" y="301886"/>
                  </a:lnTo>
                  <a:lnTo>
                    <a:pt x="374942" y="301898"/>
                  </a:lnTo>
                  <a:lnTo>
                    <a:pt x="375922" y="301551"/>
                  </a:lnTo>
                  <a:lnTo>
                    <a:pt x="376121" y="301334"/>
                  </a:lnTo>
                  <a:lnTo>
                    <a:pt x="376496" y="301238"/>
                  </a:lnTo>
                  <a:lnTo>
                    <a:pt x="377004" y="301326"/>
                  </a:lnTo>
                  <a:lnTo>
                    <a:pt x="377307" y="301808"/>
                  </a:lnTo>
                  <a:lnTo>
                    <a:pt x="377543" y="301989"/>
                  </a:lnTo>
                  <a:lnTo>
                    <a:pt x="377859" y="302054"/>
                  </a:lnTo>
                  <a:lnTo>
                    <a:pt x="378036" y="302067"/>
                  </a:lnTo>
                  <a:lnTo>
                    <a:pt x="378667" y="302269"/>
                  </a:lnTo>
                  <a:lnTo>
                    <a:pt x="378960" y="302380"/>
                  </a:lnTo>
                  <a:lnTo>
                    <a:pt x="379562" y="302624"/>
                  </a:lnTo>
                  <a:lnTo>
                    <a:pt x="379773" y="302439"/>
                  </a:lnTo>
                  <a:lnTo>
                    <a:pt x="380029" y="302221"/>
                  </a:lnTo>
                  <a:lnTo>
                    <a:pt x="380613" y="301858"/>
                  </a:lnTo>
                  <a:lnTo>
                    <a:pt x="381237" y="301720"/>
                  </a:lnTo>
                  <a:lnTo>
                    <a:pt x="382338" y="301575"/>
                  </a:lnTo>
                  <a:lnTo>
                    <a:pt x="382719" y="301237"/>
                  </a:lnTo>
                  <a:lnTo>
                    <a:pt x="383291" y="301190"/>
                  </a:lnTo>
                  <a:lnTo>
                    <a:pt x="383640" y="301264"/>
                  </a:lnTo>
                  <a:lnTo>
                    <a:pt x="383956" y="301116"/>
                  </a:lnTo>
                  <a:lnTo>
                    <a:pt x="384515" y="300638"/>
                  </a:lnTo>
                  <a:lnTo>
                    <a:pt x="384735" y="300595"/>
                  </a:lnTo>
                  <a:lnTo>
                    <a:pt x="385383" y="300612"/>
                  </a:lnTo>
                  <a:lnTo>
                    <a:pt x="385499" y="300971"/>
                  </a:lnTo>
                  <a:lnTo>
                    <a:pt x="385767" y="300863"/>
                  </a:lnTo>
                  <a:lnTo>
                    <a:pt x="386008" y="300717"/>
                  </a:lnTo>
                  <a:lnTo>
                    <a:pt x="387821" y="299502"/>
                  </a:lnTo>
                  <a:lnTo>
                    <a:pt x="387822" y="299330"/>
                  </a:lnTo>
                  <a:lnTo>
                    <a:pt x="387914" y="298843"/>
                  </a:lnTo>
                  <a:lnTo>
                    <a:pt x="387895" y="298627"/>
                  </a:lnTo>
                  <a:lnTo>
                    <a:pt x="387871" y="298326"/>
                  </a:lnTo>
                  <a:lnTo>
                    <a:pt x="387881" y="298152"/>
                  </a:lnTo>
                  <a:lnTo>
                    <a:pt x="387890" y="297937"/>
                  </a:lnTo>
                  <a:lnTo>
                    <a:pt x="387888" y="297765"/>
                  </a:lnTo>
                  <a:lnTo>
                    <a:pt x="387566" y="297173"/>
                  </a:lnTo>
                  <a:lnTo>
                    <a:pt x="387341" y="297019"/>
                  </a:lnTo>
                  <a:lnTo>
                    <a:pt x="387342" y="295965"/>
                  </a:lnTo>
                  <a:lnTo>
                    <a:pt x="387373" y="295721"/>
                  </a:lnTo>
                  <a:lnTo>
                    <a:pt x="387487" y="294933"/>
                  </a:lnTo>
                  <a:lnTo>
                    <a:pt x="387659" y="294827"/>
                  </a:lnTo>
                  <a:lnTo>
                    <a:pt x="387892" y="294516"/>
                  </a:lnTo>
                  <a:lnTo>
                    <a:pt x="387500" y="294098"/>
                  </a:lnTo>
                  <a:lnTo>
                    <a:pt x="387292" y="293818"/>
                  </a:lnTo>
                  <a:lnTo>
                    <a:pt x="387290" y="293639"/>
                  </a:lnTo>
                  <a:lnTo>
                    <a:pt x="387414" y="293286"/>
                  </a:lnTo>
                  <a:lnTo>
                    <a:pt x="387373" y="292646"/>
                  </a:lnTo>
                  <a:lnTo>
                    <a:pt x="387362" y="292474"/>
                  </a:lnTo>
                  <a:lnTo>
                    <a:pt x="387254" y="292156"/>
                  </a:lnTo>
                  <a:lnTo>
                    <a:pt x="387174" y="291959"/>
                  </a:lnTo>
                  <a:lnTo>
                    <a:pt x="387118" y="291210"/>
                  </a:lnTo>
                  <a:lnTo>
                    <a:pt x="387645" y="290626"/>
                  </a:lnTo>
                  <a:lnTo>
                    <a:pt x="388368" y="289981"/>
                  </a:lnTo>
                  <a:lnTo>
                    <a:pt x="389289" y="289919"/>
                  </a:lnTo>
                  <a:lnTo>
                    <a:pt x="389692" y="289970"/>
                  </a:lnTo>
                  <a:lnTo>
                    <a:pt x="389894" y="290363"/>
                  </a:lnTo>
                  <a:lnTo>
                    <a:pt x="390146" y="290689"/>
                  </a:lnTo>
                  <a:lnTo>
                    <a:pt x="390594" y="290708"/>
                  </a:lnTo>
                  <a:lnTo>
                    <a:pt x="390930" y="290479"/>
                  </a:lnTo>
                  <a:lnTo>
                    <a:pt x="390895" y="290220"/>
                  </a:lnTo>
                  <a:lnTo>
                    <a:pt x="390893" y="290017"/>
                  </a:lnTo>
                  <a:lnTo>
                    <a:pt x="391159" y="290079"/>
                  </a:lnTo>
                  <a:lnTo>
                    <a:pt x="391370" y="290139"/>
                  </a:lnTo>
                  <a:lnTo>
                    <a:pt x="391909" y="290393"/>
                  </a:lnTo>
                  <a:lnTo>
                    <a:pt x="392139" y="290550"/>
                  </a:lnTo>
                  <a:lnTo>
                    <a:pt x="392374" y="290622"/>
                  </a:lnTo>
                  <a:lnTo>
                    <a:pt x="392716" y="290613"/>
                  </a:lnTo>
                  <a:lnTo>
                    <a:pt x="393244" y="290481"/>
                  </a:lnTo>
                  <a:lnTo>
                    <a:pt x="393923" y="289967"/>
                  </a:lnTo>
                  <a:lnTo>
                    <a:pt x="394189" y="289751"/>
                  </a:lnTo>
                  <a:lnTo>
                    <a:pt x="394422" y="289752"/>
                  </a:lnTo>
                  <a:lnTo>
                    <a:pt x="394624" y="289700"/>
                  </a:lnTo>
                  <a:lnTo>
                    <a:pt x="394651" y="289401"/>
                  </a:lnTo>
                  <a:lnTo>
                    <a:pt x="394858" y="288684"/>
                  </a:lnTo>
                  <a:lnTo>
                    <a:pt x="395877" y="288587"/>
                  </a:lnTo>
                  <a:lnTo>
                    <a:pt x="396351" y="288251"/>
                  </a:lnTo>
                  <a:lnTo>
                    <a:pt x="396558" y="288026"/>
                  </a:lnTo>
                  <a:lnTo>
                    <a:pt x="397321" y="287315"/>
                  </a:lnTo>
                  <a:lnTo>
                    <a:pt x="398462" y="287178"/>
                  </a:lnTo>
                  <a:lnTo>
                    <a:pt x="398721" y="287341"/>
                  </a:lnTo>
                  <a:lnTo>
                    <a:pt x="399596" y="287367"/>
                  </a:lnTo>
                  <a:lnTo>
                    <a:pt x="399785" y="287318"/>
                  </a:lnTo>
                  <a:lnTo>
                    <a:pt x="400336" y="287349"/>
                  </a:lnTo>
                  <a:lnTo>
                    <a:pt x="400643" y="287426"/>
                  </a:lnTo>
                  <a:lnTo>
                    <a:pt x="400840" y="287433"/>
                  </a:lnTo>
                  <a:lnTo>
                    <a:pt x="402173" y="287022"/>
                  </a:lnTo>
                  <a:lnTo>
                    <a:pt x="402454" y="286943"/>
                  </a:lnTo>
                  <a:lnTo>
                    <a:pt x="402875" y="287071"/>
                  </a:lnTo>
                  <a:lnTo>
                    <a:pt x="403595" y="287128"/>
                  </a:lnTo>
                  <a:lnTo>
                    <a:pt x="404619" y="287254"/>
                  </a:lnTo>
                  <a:lnTo>
                    <a:pt x="404814" y="287187"/>
                  </a:lnTo>
                  <a:lnTo>
                    <a:pt x="405006" y="287157"/>
                  </a:lnTo>
                  <a:lnTo>
                    <a:pt x="405359" y="287149"/>
                  </a:lnTo>
                  <a:lnTo>
                    <a:pt x="405833" y="286936"/>
                  </a:lnTo>
                  <a:lnTo>
                    <a:pt x="406063" y="286940"/>
                  </a:lnTo>
                  <a:lnTo>
                    <a:pt x="406462" y="287011"/>
                  </a:lnTo>
                  <a:lnTo>
                    <a:pt x="406635" y="287081"/>
                  </a:lnTo>
                  <a:lnTo>
                    <a:pt x="406952" y="287130"/>
                  </a:lnTo>
                  <a:lnTo>
                    <a:pt x="407318" y="287072"/>
                  </a:lnTo>
                  <a:lnTo>
                    <a:pt x="407419" y="286738"/>
                  </a:lnTo>
                  <a:lnTo>
                    <a:pt x="407502" y="286344"/>
                  </a:lnTo>
                  <a:lnTo>
                    <a:pt x="407823" y="286324"/>
                  </a:lnTo>
                  <a:lnTo>
                    <a:pt x="408177" y="286400"/>
                  </a:lnTo>
                  <a:lnTo>
                    <a:pt x="408492" y="286503"/>
                  </a:lnTo>
                  <a:lnTo>
                    <a:pt x="408892" y="286442"/>
                  </a:lnTo>
                  <a:lnTo>
                    <a:pt x="409047" y="286369"/>
                  </a:lnTo>
                  <a:lnTo>
                    <a:pt x="409257" y="286091"/>
                  </a:lnTo>
                  <a:lnTo>
                    <a:pt x="409286" y="285732"/>
                  </a:lnTo>
                  <a:lnTo>
                    <a:pt x="409408" y="284720"/>
                  </a:lnTo>
                  <a:lnTo>
                    <a:pt x="409568" y="284392"/>
                  </a:lnTo>
                  <a:lnTo>
                    <a:pt x="409067" y="283751"/>
                  </a:lnTo>
                  <a:lnTo>
                    <a:pt x="409216" y="283339"/>
                  </a:lnTo>
                  <a:lnTo>
                    <a:pt x="409615" y="283278"/>
                  </a:lnTo>
                  <a:lnTo>
                    <a:pt x="409918" y="283319"/>
                  </a:lnTo>
                  <a:lnTo>
                    <a:pt x="410221" y="283198"/>
                  </a:lnTo>
                  <a:lnTo>
                    <a:pt x="410492" y="282905"/>
                  </a:lnTo>
                  <a:lnTo>
                    <a:pt x="410674" y="282633"/>
                  </a:lnTo>
                  <a:lnTo>
                    <a:pt x="411032" y="282390"/>
                  </a:lnTo>
                  <a:lnTo>
                    <a:pt x="411263" y="282132"/>
                  </a:lnTo>
                  <a:lnTo>
                    <a:pt x="411340" y="282002"/>
                  </a:lnTo>
                  <a:lnTo>
                    <a:pt x="411950" y="281635"/>
                  </a:lnTo>
                  <a:lnTo>
                    <a:pt x="412206" y="281415"/>
                  </a:lnTo>
                  <a:lnTo>
                    <a:pt x="412505" y="281294"/>
                  </a:lnTo>
                  <a:lnTo>
                    <a:pt x="412713" y="281744"/>
                  </a:lnTo>
                  <a:lnTo>
                    <a:pt x="413003" y="281582"/>
                  </a:lnTo>
                  <a:lnTo>
                    <a:pt x="413364" y="281251"/>
                  </a:lnTo>
                  <a:lnTo>
                    <a:pt x="413756" y="281054"/>
                  </a:lnTo>
                  <a:lnTo>
                    <a:pt x="413988" y="280714"/>
                  </a:lnTo>
                  <a:lnTo>
                    <a:pt x="414330" y="280916"/>
                  </a:lnTo>
                  <a:lnTo>
                    <a:pt x="414865" y="280732"/>
                  </a:lnTo>
                  <a:lnTo>
                    <a:pt x="415211" y="280558"/>
                  </a:lnTo>
                  <a:lnTo>
                    <a:pt x="415839" y="280713"/>
                  </a:lnTo>
                  <a:lnTo>
                    <a:pt x="416021" y="280912"/>
                  </a:lnTo>
                  <a:lnTo>
                    <a:pt x="416223" y="280927"/>
                  </a:lnTo>
                  <a:lnTo>
                    <a:pt x="416452" y="280953"/>
                  </a:lnTo>
                  <a:lnTo>
                    <a:pt x="416772" y="281170"/>
                  </a:lnTo>
                  <a:lnTo>
                    <a:pt x="417131" y="281728"/>
                  </a:lnTo>
                  <a:lnTo>
                    <a:pt x="417522" y="281857"/>
                  </a:lnTo>
                  <a:lnTo>
                    <a:pt x="417567" y="282246"/>
                  </a:lnTo>
                  <a:lnTo>
                    <a:pt x="417357" y="282397"/>
                  </a:lnTo>
                  <a:lnTo>
                    <a:pt x="417084" y="282564"/>
                  </a:lnTo>
                  <a:lnTo>
                    <a:pt x="417482" y="282847"/>
                  </a:lnTo>
                  <a:lnTo>
                    <a:pt x="417738" y="283117"/>
                  </a:lnTo>
                  <a:lnTo>
                    <a:pt x="417906" y="283343"/>
                  </a:lnTo>
                  <a:lnTo>
                    <a:pt x="418097" y="283665"/>
                  </a:lnTo>
                  <a:lnTo>
                    <a:pt x="418381" y="284063"/>
                  </a:lnTo>
                  <a:lnTo>
                    <a:pt x="418356" y="284400"/>
                  </a:lnTo>
                  <a:lnTo>
                    <a:pt x="418357" y="284758"/>
                  </a:lnTo>
                  <a:lnTo>
                    <a:pt x="418413" y="285016"/>
                  </a:lnTo>
                  <a:lnTo>
                    <a:pt x="418429" y="285410"/>
                  </a:lnTo>
                  <a:lnTo>
                    <a:pt x="418107" y="285751"/>
                  </a:lnTo>
                  <a:lnTo>
                    <a:pt x="418057" y="285889"/>
                  </a:lnTo>
                  <a:lnTo>
                    <a:pt x="417876" y="286480"/>
                  </a:lnTo>
                  <a:lnTo>
                    <a:pt x="417959" y="286959"/>
                  </a:lnTo>
                  <a:lnTo>
                    <a:pt x="418022" y="287271"/>
                  </a:lnTo>
                  <a:lnTo>
                    <a:pt x="418225" y="287678"/>
                  </a:lnTo>
                  <a:lnTo>
                    <a:pt x="418329" y="287843"/>
                  </a:lnTo>
                  <a:lnTo>
                    <a:pt x="418537" y="288146"/>
                  </a:lnTo>
                  <a:lnTo>
                    <a:pt x="418891" y="288161"/>
                  </a:lnTo>
                  <a:lnTo>
                    <a:pt x="419407" y="288557"/>
                  </a:lnTo>
                  <a:lnTo>
                    <a:pt x="419501" y="288706"/>
                  </a:lnTo>
                  <a:lnTo>
                    <a:pt x="419693" y="288860"/>
                  </a:lnTo>
                  <a:lnTo>
                    <a:pt x="420085" y="289027"/>
                  </a:lnTo>
                  <a:lnTo>
                    <a:pt x="420758" y="288743"/>
                  </a:lnTo>
                  <a:lnTo>
                    <a:pt x="421191" y="288696"/>
                  </a:lnTo>
                  <a:lnTo>
                    <a:pt x="421380" y="288616"/>
                  </a:lnTo>
                  <a:lnTo>
                    <a:pt x="421771" y="288238"/>
                  </a:lnTo>
                  <a:lnTo>
                    <a:pt x="421764" y="287953"/>
                  </a:lnTo>
                  <a:lnTo>
                    <a:pt x="421801" y="287641"/>
                  </a:lnTo>
                  <a:lnTo>
                    <a:pt x="422019" y="287305"/>
                  </a:lnTo>
                  <a:lnTo>
                    <a:pt x="422397" y="287189"/>
                  </a:lnTo>
                  <a:lnTo>
                    <a:pt x="423087" y="287058"/>
                  </a:lnTo>
                  <a:lnTo>
                    <a:pt x="423432" y="286561"/>
                  </a:lnTo>
                  <a:lnTo>
                    <a:pt x="423415" y="286175"/>
                  </a:lnTo>
                  <a:lnTo>
                    <a:pt x="423391" y="285899"/>
                  </a:lnTo>
                  <a:lnTo>
                    <a:pt x="423568" y="285401"/>
                  </a:lnTo>
                  <a:lnTo>
                    <a:pt x="423793" y="285336"/>
                  </a:lnTo>
                  <a:lnTo>
                    <a:pt x="424137" y="284956"/>
                  </a:lnTo>
                  <a:lnTo>
                    <a:pt x="424680" y="284788"/>
                  </a:lnTo>
                  <a:lnTo>
                    <a:pt x="424870" y="284362"/>
                  </a:lnTo>
                  <a:lnTo>
                    <a:pt x="425043" y="284320"/>
                  </a:lnTo>
                  <a:lnTo>
                    <a:pt x="425193" y="284294"/>
                  </a:lnTo>
                  <a:lnTo>
                    <a:pt x="425415" y="284107"/>
                  </a:lnTo>
                  <a:lnTo>
                    <a:pt x="425739" y="284163"/>
                  </a:lnTo>
                  <a:lnTo>
                    <a:pt x="426726" y="284397"/>
                  </a:lnTo>
                  <a:lnTo>
                    <a:pt x="426943" y="284326"/>
                  </a:lnTo>
                  <a:lnTo>
                    <a:pt x="427393" y="284077"/>
                  </a:lnTo>
                  <a:lnTo>
                    <a:pt x="427596" y="283636"/>
                  </a:lnTo>
                  <a:lnTo>
                    <a:pt x="427928" y="283369"/>
                  </a:lnTo>
                  <a:lnTo>
                    <a:pt x="428135" y="283174"/>
                  </a:lnTo>
                  <a:lnTo>
                    <a:pt x="428217" y="282492"/>
                  </a:lnTo>
                  <a:lnTo>
                    <a:pt x="428360" y="282392"/>
                  </a:lnTo>
                  <a:lnTo>
                    <a:pt x="429117" y="281745"/>
                  </a:lnTo>
                  <a:lnTo>
                    <a:pt x="429331" y="281683"/>
                  </a:lnTo>
                  <a:lnTo>
                    <a:pt x="429469" y="281076"/>
                  </a:lnTo>
                  <a:lnTo>
                    <a:pt x="429655" y="280488"/>
                  </a:lnTo>
                  <a:lnTo>
                    <a:pt x="429696" y="280352"/>
                  </a:lnTo>
                  <a:lnTo>
                    <a:pt x="430156" y="280041"/>
                  </a:lnTo>
                  <a:lnTo>
                    <a:pt x="430529" y="279876"/>
                  </a:lnTo>
                  <a:lnTo>
                    <a:pt x="431243" y="279700"/>
                  </a:lnTo>
                  <a:lnTo>
                    <a:pt x="431395" y="279788"/>
                  </a:lnTo>
                  <a:lnTo>
                    <a:pt x="431424" y="280494"/>
                  </a:lnTo>
                  <a:lnTo>
                    <a:pt x="431323" y="280738"/>
                  </a:lnTo>
                  <a:lnTo>
                    <a:pt x="431682" y="281185"/>
                  </a:lnTo>
                  <a:lnTo>
                    <a:pt x="431623" y="281440"/>
                  </a:lnTo>
                  <a:lnTo>
                    <a:pt x="431464" y="281783"/>
                  </a:lnTo>
                  <a:lnTo>
                    <a:pt x="431519" y="282196"/>
                  </a:lnTo>
                  <a:lnTo>
                    <a:pt x="430960" y="283063"/>
                  </a:lnTo>
                  <a:lnTo>
                    <a:pt x="430544" y="283380"/>
                  </a:lnTo>
                  <a:lnTo>
                    <a:pt x="430574" y="283954"/>
                  </a:lnTo>
                  <a:lnTo>
                    <a:pt x="430753" y="284174"/>
                  </a:lnTo>
                  <a:lnTo>
                    <a:pt x="431227" y="284387"/>
                  </a:lnTo>
                  <a:lnTo>
                    <a:pt x="431493" y="284802"/>
                  </a:lnTo>
                  <a:lnTo>
                    <a:pt x="431782" y="285552"/>
                  </a:lnTo>
                  <a:lnTo>
                    <a:pt x="432228" y="285741"/>
                  </a:lnTo>
                  <a:lnTo>
                    <a:pt x="432268" y="285937"/>
                  </a:lnTo>
                  <a:lnTo>
                    <a:pt x="431937" y="286117"/>
                  </a:lnTo>
                  <a:lnTo>
                    <a:pt x="431632" y="286678"/>
                  </a:lnTo>
                  <a:lnTo>
                    <a:pt x="431841" y="287100"/>
                  </a:lnTo>
                  <a:lnTo>
                    <a:pt x="431858" y="287407"/>
                  </a:lnTo>
                  <a:lnTo>
                    <a:pt x="432361" y="288201"/>
                  </a:lnTo>
                  <a:lnTo>
                    <a:pt x="432140" y="288218"/>
                  </a:lnTo>
                  <a:lnTo>
                    <a:pt x="431877" y="288330"/>
                  </a:lnTo>
                  <a:lnTo>
                    <a:pt x="431519" y="288728"/>
                  </a:lnTo>
                  <a:lnTo>
                    <a:pt x="431635" y="288970"/>
                  </a:lnTo>
                  <a:lnTo>
                    <a:pt x="431722" y="289121"/>
                  </a:lnTo>
                  <a:lnTo>
                    <a:pt x="431882" y="289216"/>
                  </a:lnTo>
                  <a:lnTo>
                    <a:pt x="432152" y="289439"/>
                  </a:lnTo>
                  <a:lnTo>
                    <a:pt x="432107" y="289713"/>
                  </a:lnTo>
                  <a:lnTo>
                    <a:pt x="432203" y="290112"/>
                  </a:lnTo>
                  <a:lnTo>
                    <a:pt x="432230" y="290506"/>
                  </a:lnTo>
                  <a:lnTo>
                    <a:pt x="432236" y="290917"/>
                  </a:lnTo>
                  <a:lnTo>
                    <a:pt x="432159" y="291370"/>
                  </a:lnTo>
                  <a:lnTo>
                    <a:pt x="432424" y="291694"/>
                  </a:lnTo>
                  <a:lnTo>
                    <a:pt x="432666" y="292034"/>
                  </a:lnTo>
                  <a:lnTo>
                    <a:pt x="432977" y="292244"/>
                  </a:lnTo>
                  <a:lnTo>
                    <a:pt x="433203" y="292377"/>
                  </a:lnTo>
                  <a:lnTo>
                    <a:pt x="433550" y="292602"/>
                  </a:lnTo>
                  <a:lnTo>
                    <a:pt x="433788" y="293258"/>
                  </a:lnTo>
                  <a:lnTo>
                    <a:pt x="433552" y="293346"/>
                  </a:lnTo>
                  <a:lnTo>
                    <a:pt x="433470" y="293513"/>
                  </a:lnTo>
                  <a:lnTo>
                    <a:pt x="433288" y="294158"/>
                  </a:lnTo>
                  <a:lnTo>
                    <a:pt x="432799" y="294646"/>
                  </a:lnTo>
                  <a:lnTo>
                    <a:pt x="432714" y="294886"/>
                  </a:lnTo>
                  <a:lnTo>
                    <a:pt x="432872" y="295418"/>
                  </a:lnTo>
                  <a:lnTo>
                    <a:pt x="432867" y="295843"/>
                  </a:lnTo>
                  <a:lnTo>
                    <a:pt x="432962" y="296098"/>
                  </a:lnTo>
                  <a:lnTo>
                    <a:pt x="433282" y="296478"/>
                  </a:lnTo>
                  <a:lnTo>
                    <a:pt x="433322" y="296723"/>
                  </a:lnTo>
                  <a:lnTo>
                    <a:pt x="433449" y="297042"/>
                  </a:lnTo>
                  <a:lnTo>
                    <a:pt x="433593" y="297125"/>
                  </a:lnTo>
                  <a:lnTo>
                    <a:pt x="434379" y="297294"/>
                  </a:lnTo>
                  <a:lnTo>
                    <a:pt x="434860" y="297286"/>
                  </a:lnTo>
                  <a:lnTo>
                    <a:pt x="435241" y="297105"/>
                  </a:lnTo>
                  <a:lnTo>
                    <a:pt x="435626" y="296841"/>
                  </a:lnTo>
                  <a:lnTo>
                    <a:pt x="435909" y="296821"/>
                  </a:lnTo>
                  <a:lnTo>
                    <a:pt x="436422" y="296921"/>
                  </a:lnTo>
                  <a:lnTo>
                    <a:pt x="436736" y="297422"/>
                  </a:lnTo>
                  <a:lnTo>
                    <a:pt x="437035" y="297716"/>
                  </a:lnTo>
                  <a:lnTo>
                    <a:pt x="437392" y="297725"/>
                  </a:lnTo>
                  <a:lnTo>
                    <a:pt x="437565" y="297828"/>
                  </a:lnTo>
                  <a:lnTo>
                    <a:pt x="438203" y="297989"/>
                  </a:lnTo>
                  <a:lnTo>
                    <a:pt x="438422" y="298266"/>
                  </a:lnTo>
                  <a:lnTo>
                    <a:pt x="438593" y="298299"/>
                  </a:lnTo>
                  <a:lnTo>
                    <a:pt x="438845" y="298131"/>
                  </a:lnTo>
                  <a:lnTo>
                    <a:pt x="439106" y="297993"/>
                  </a:lnTo>
                  <a:lnTo>
                    <a:pt x="439558" y="298158"/>
                  </a:lnTo>
                  <a:lnTo>
                    <a:pt x="439982" y="298457"/>
                  </a:lnTo>
                  <a:lnTo>
                    <a:pt x="440649" y="298339"/>
                  </a:lnTo>
                  <a:lnTo>
                    <a:pt x="441031" y="298416"/>
                  </a:lnTo>
                  <a:lnTo>
                    <a:pt x="441395" y="298231"/>
                  </a:lnTo>
                  <a:lnTo>
                    <a:pt x="441830" y="298466"/>
                  </a:lnTo>
                  <a:lnTo>
                    <a:pt x="441920" y="298642"/>
                  </a:lnTo>
                  <a:lnTo>
                    <a:pt x="441920" y="298770"/>
                  </a:lnTo>
                  <a:lnTo>
                    <a:pt x="441785" y="299140"/>
                  </a:lnTo>
                  <a:lnTo>
                    <a:pt x="441960" y="300030"/>
                  </a:lnTo>
                  <a:lnTo>
                    <a:pt x="442244" y="299950"/>
                  </a:lnTo>
                  <a:lnTo>
                    <a:pt x="443268" y="300042"/>
                  </a:lnTo>
                  <a:lnTo>
                    <a:pt x="443350" y="300294"/>
                  </a:lnTo>
                  <a:lnTo>
                    <a:pt x="443395" y="300457"/>
                  </a:lnTo>
                  <a:lnTo>
                    <a:pt x="443426" y="300610"/>
                  </a:lnTo>
                  <a:lnTo>
                    <a:pt x="443524" y="300813"/>
                  </a:lnTo>
                  <a:lnTo>
                    <a:pt x="443744" y="300794"/>
                  </a:lnTo>
                  <a:lnTo>
                    <a:pt x="444057" y="300675"/>
                  </a:lnTo>
                  <a:lnTo>
                    <a:pt x="445010" y="301018"/>
                  </a:lnTo>
                  <a:lnTo>
                    <a:pt x="445299" y="301017"/>
                  </a:lnTo>
                  <a:lnTo>
                    <a:pt x="445985" y="301718"/>
                  </a:lnTo>
                  <a:lnTo>
                    <a:pt x="446567" y="301853"/>
                  </a:lnTo>
                  <a:lnTo>
                    <a:pt x="446828" y="301963"/>
                  </a:lnTo>
                  <a:lnTo>
                    <a:pt x="447120" y="302298"/>
                  </a:lnTo>
                  <a:lnTo>
                    <a:pt x="447401" y="302655"/>
                  </a:lnTo>
                  <a:lnTo>
                    <a:pt x="447648" y="302601"/>
                  </a:lnTo>
                  <a:lnTo>
                    <a:pt x="448091" y="302785"/>
                  </a:lnTo>
                  <a:lnTo>
                    <a:pt x="448421" y="303305"/>
                  </a:lnTo>
                  <a:lnTo>
                    <a:pt x="448997" y="303483"/>
                  </a:lnTo>
                  <a:lnTo>
                    <a:pt x="449326" y="303771"/>
                  </a:lnTo>
                  <a:lnTo>
                    <a:pt x="449342" y="303957"/>
                  </a:lnTo>
                  <a:lnTo>
                    <a:pt x="449546" y="304490"/>
                  </a:lnTo>
                  <a:lnTo>
                    <a:pt x="449777" y="304881"/>
                  </a:lnTo>
                  <a:lnTo>
                    <a:pt x="449963" y="305620"/>
                  </a:lnTo>
                  <a:lnTo>
                    <a:pt x="450218" y="305792"/>
                  </a:lnTo>
                  <a:lnTo>
                    <a:pt x="450788" y="306408"/>
                  </a:lnTo>
                  <a:lnTo>
                    <a:pt x="451207" y="306477"/>
                  </a:lnTo>
                  <a:lnTo>
                    <a:pt x="451528" y="306529"/>
                  </a:lnTo>
                  <a:lnTo>
                    <a:pt x="452000" y="306602"/>
                  </a:lnTo>
                  <a:lnTo>
                    <a:pt x="452695" y="306232"/>
                  </a:lnTo>
                  <a:lnTo>
                    <a:pt x="452871" y="305958"/>
                  </a:lnTo>
                  <a:lnTo>
                    <a:pt x="453035" y="305748"/>
                  </a:lnTo>
                  <a:lnTo>
                    <a:pt x="453409" y="305275"/>
                  </a:lnTo>
                  <a:lnTo>
                    <a:pt x="453805" y="304867"/>
                  </a:lnTo>
                  <a:lnTo>
                    <a:pt x="454183" y="304660"/>
                  </a:lnTo>
                  <a:lnTo>
                    <a:pt x="454644" y="304284"/>
                  </a:lnTo>
                  <a:lnTo>
                    <a:pt x="454984" y="304203"/>
                  </a:lnTo>
                  <a:lnTo>
                    <a:pt x="455582" y="303947"/>
                  </a:lnTo>
                  <a:lnTo>
                    <a:pt x="456413" y="303376"/>
                  </a:lnTo>
                  <a:lnTo>
                    <a:pt x="457123" y="303323"/>
                  </a:lnTo>
                  <a:lnTo>
                    <a:pt x="457558" y="303653"/>
                  </a:lnTo>
                  <a:lnTo>
                    <a:pt x="458059" y="304150"/>
                  </a:lnTo>
                  <a:lnTo>
                    <a:pt x="458256" y="304252"/>
                  </a:lnTo>
                  <a:lnTo>
                    <a:pt x="458452" y="304330"/>
                  </a:lnTo>
                  <a:lnTo>
                    <a:pt x="458787" y="304572"/>
                  </a:lnTo>
                  <a:lnTo>
                    <a:pt x="458973" y="304908"/>
                  </a:lnTo>
                  <a:lnTo>
                    <a:pt x="459344" y="305310"/>
                  </a:lnTo>
                  <a:lnTo>
                    <a:pt x="459569" y="305502"/>
                  </a:lnTo>
                  <a:lnTo>
                    <a:pt x="459803" y="305666"/>
                  </a:lnTo>
                  <a:lnTo>
                    <a:pt x="460768" y="306027"/>
                  </a:lnTo>
                  <a:lnTo>
                    <a:pt x="461350" y="306864"/>
                  </a:lnTo>
                  <a:lnTo>
                    <a:pt x="461578" y="306958"/>
                  </a:lnTo>
                  <a:lnTo>
                    <a:pt x="461995" y="306838"/>
                  </a:lnTo>
                  <a:lnTo>
                    <a:pt x="462240" y="306712"/>
                  </a:lnTo>
                  <a:lnTo>
                    <a:pt x="462396" y="306584"/>
                  </a:lnTo>
                  <a:lnTo>
                    <a:pt x="463498" y="306359"/>
                  </a:lnTo>
                  <a:lnTo>
                    <a:pt x="463844" y="306232"/>
                  </a:lnTo>
                  <a:lnTo>
                    <a:pt x="464017" y="305683"/>
                  </a:lnTo>
                  <a:lnTo>
                    <a:pt x="464995" y="305505"/>
                  </a:lnTo>
                  <a:lnTo>
                    <a:pt x="465111" y="304964"/>
                  </a:lnTo>
                  <a:lnTo>
                    <a:pt x="465183" y="304761"/>
                  </a:lnTo>
                  <a:lnTo>
                    <a:pt x="465592" y="304685"/>
                  </a:lnTo>
                  <a:lnTo>
                    <a:pt x="466075" y="304943"/>
                  </a:lnTo>
                  <a:lnTo>
                    <a:pt x="466493" y="305078"/>
                  </a:lnTo>
                  <a:lnTo>
                    <a:pt x="467054" y="305106"/>
                  </a:lnTo>
                  <a:lnTo>
                    <a:pt x="467348" y="304672"/>
                  </a:lnTo>
                  <a:lnTo>
                    <a:pt x="467554" y="304648"/>
                  </a:lnTo>
                  <a:lnTo>
                    <a:pt x="467905" y="304586"/>
                  </a:lnTo>
                  <a:lnTo>
                    <a:pt x="467887" y="303631"/>
                  </a:lnTo>
                  <a:lnTo>
                    <a:pt x="468115" y="303694"/>
                  </a:lnTo>
                  <a:lnTo>
                    <a:pt x="468264" y="303870"/>
                  </a:lnTo>
                  <a:lnTo>
                    <a:pt x="468330" y="304099"/>
                  </a:lnTo>
                  <a:lnTo>
                    <a:pt x="468288" y="304567"/>
                  </a:lnTo>
                  <a:lnTo>
                    <a:pt x="468225" y="304966"/>
                  </a:lnTo>
                  <a:lnTo>
                    <a:pt x="467995" y="305290"/>
                  </a:lnTo>
                  <a:lnTo>
                    <a:pt x="467763" y="305746"/>
                  </a:lnTo>
                  <a:lnTo>
                    <a:pt x="467624" y="306184"/>
                  </a:lnTo>
                  <a:lnTo>
                    <a:pt x="467609" y="306359"/>
                  </a:lnTo>
                  <a:lnTo>
                    <a:pt x="467628" y="306497"/>
                  </a:lnTo>
                  <a:lnTo>
                    <a:pt x="467786" y="306937"/>
                  </a:lnTo>
                  <a:lnTo>
                    <a:pt x="468126" y="307524"/>
                  </a:lnTo>
                  <a:lnTo>
                    <a:pt x="468164" y="307752"/>
                  </a:lnTo>
                  <a:lnTo>
                    <a:pt x="468095" y="308199"/>
                  </a:lnTo>
                  <a:lnTo>
                    <a:pt x="467972" y="308391"/>
                  </a:lnTo>
                  <a:lnTo>
                    <a:pt x="467725" y="308566"/>
                  </a:lnTo>
                  <a:lnTo>
                    <a:pt x="467316" y="308698"/>
                  </a:lnTo>
                  <a:lnTo>
                    <a:pt x="466876" y="308899"/>
                  </a:lnTo>
                  <a:lnTo>
                    <a:pt x="466760" y="309039"/>
                  </a:lnTo>
                  <a:lnTo>
                    <a:pt x="466613" y="309399"/>
                  </a:lnTo>
                  <a:lnTo>
                    <a:pt x="466367" y="310476"/>
                  </a:lnTo>
                  <a:lnTo>
                    <a:pt x="466351" y="310765"/>
                  </a:lnTo>
                  <a:lnTo>
                    <a:pt x="466326" y="311168"/>
                  </a:lnTo>
                  <a:lnTo>
                    <a:pt x="466336" y="311694"/>
                  </a:lnTo>
                  <a:lnTo>
                    <a:pt x="466359" y="312254"/>
                  </a:lnTo>
                  <a:lnTo>
                    <a:pt x="466305" y="312605"/>
                  </a:lnTo>
                  <a:lnTo>
                    <a:pt x="466197" y="312836"/>
                  </a:lnTo>
                  <a:lnTo>
                    <a:pt x="466104" y="313034"/>
                  </a:lnTo>
                  <a:lnTo>
                    <a:pt x="466019" y="313454"/>
                  </a:lnTo>
                  <a:lnTo>
                    <a:pt x="465880" y="313857"/>
                  </a:lnTo>
                  <a:lnTo>
                    <a:pt x="465610" y="314164"/>
                  </a:lnTo>
                  <a:lnTo>
                    <a:pt x="465039" y="314654"/>
                  </a:lnTo>
                  <a:lnTo>
                    <a:pt x="464229" y="315136"/>
                  </a:lnTo>
                  <a:lnTo>
                    <a:pt x="463897" y="315548"/>
                  </a:lnTo>
                  <a:lnTo>
                    <a:pt x="463766" y="316038"/>
                  </a:lnTo>
                  <a:lnTo>
                    <a:pt x="463782" y="316214"/>
                  </a:lnTo>
                  <a:lnTo>
                    <a:pt x="463876" y="316480"/>
                  </a:lnTo>
                  <a:lnTo>
                    <a:pt x="463982" y="316651"/>
                  </a:lnTo>
                  <a:lnTo>
                    <a:pt x="464249" y="316920"/>
                  </a:lnTo>
                  <a:lnTo>
                    <a:pt x="464537" y="317268"/>
                  </a:lnTo>
                  <a:lnTo>
                    <a:pt x="464598" y="317460"/>
                  </a:lnTo>
                  <a:lnTo>
                    <a:pt x="464569" y="317606"/>
                  </a:lnTo>
                  <a:lnTo>
                    <a:pt x="464391" y="318158"/>
                  </a:lnTo>
                  <a:lnTo>
                    <a:pt x="464407" y="318316"/>
                  </a:lnTo>
                  <a:lnTo>
                    <a:pt x="464507" y="318491"/>
                  </a:lnTo>
                  <a:lnTo>
                    <a:pt x="464544" y="318816"/>
                  </a:lnTo>
                  <a:lnTo>
                    <a:pt x="464314" y="319533"/>
                  </a:lnTo>
                  <a:lnTo>
                    <a:pt x="464191" y="319752"/>
                  </a:lnTo>
                  <a:lnTo>
                    <a:pt x="462887" y="320847"/>
                  </a:lnTo>
                  <a:lnTo>
                    <a:pt x="462562" y="321189"/>
                  </a:lnTo>
                  <a:lnTo>
                    <a:pt x="462547" y="321382"/>
                  </a:lnTo>
                  <a:lnTo>
                    <a:pt x="462655" y="322468"/>
                  </a:lnTo>
                  <a:lnTo>
                    <a:pt x="462448" y="322459"/>
                  </a:lnTo>
                  <a:lnTo>
                    <a:pt x="462122" y="322441"/>
                  </a:lnTo>
                  <a:lnTo>
                    <a:pt x="461783" y="322415"/>
                  </a:lnTo>
                  <a:lnTo>
                    <a:pt x="461050" y="322547"/>
                  </a:lnTo>
                  <a:lnTo>
                    <a:pt x="460695" y="322722"/>
                  </a:lnTo>
                  <a:lnTo>
                    <a:pt x="460626" y="322888"/>
                  </a:lnTo>
                  <a:lnTo>
                    <a:pt x="460610" y="323090"/>
                  </a:lnTo>
                  <a:lnTo>
                    <a:pt x="460724" y="323399"/>
                  </a:lnTo>
                  <a:lnTo>
                    <a:pt x="460476" y="323658"/>
                  </a:lnTo>
                  <a:lnTo>
                    <a:pt x="460332" y="323764"/>
                  </a:lnTo>
                  <a:lnTo>
                    <a:pt x="460001" y="324115"/>
                  </a:lnTo>
                  <a:lnTo>
                    <a:pt x="459777" y="324518"/>
                  </a:lnTo>
                  <a:lnTo>
                    <a:pt x="459785" y="324702"/>
                  </a:lnTo>
                  <a:lnTo>
                    <a:pt x="460032" y="324973"/>
                  </a:lnTo>
                  <a:lnTo>
                    <a:pt x="460332" y="325341"/>
                  </a:lnTo>
                  <a:lnTo>
                    <a:pt x="460541" y="325902"/>
                  </a:lnTo>
                  <a:lnTo>
                    <a:pt x="460579" y="326392"/>
                  </a:lnTo>
                  <a:lnTo>
                    <a:pt x="460657" y="326760"/>
                  </a:lnTo>
                  <a:lnTo>
                    <a:pt x="460788" y="326935"/>
                  </a:lnTo>
                  <a:lnTo>
                    <a:pt x="461127" y="327102"/>
                  </a:lnTo>
                  <a:lnTo>
                    <a:pt x="461413" y="327119"/>
                  </a:lnTo>
                  <a:lnTo>
                    <a:pt x="461822" y="327084"/>
                  </a:lnTo>
                  <a:lnTo>
                    <a:pt x="461976" y="327286"/>
                  </a:lnTo>
                  <a:lnTo>
                    <a:pt x="461768" y="327601"/>
                  </a:lnTo>
                  <a:lnTo>
                    <a:pt x="461636" y="327820"/>
                  </a:lnTo>
                  <a:lnTo>
                    <a:pt x="461691" y="328179"/>
                  </a:lnTo>
                  <a:lnTo>
                    <a:pt x="461644" y="328319"/>
                  </a:lnTo>
                  <a:lnTo>
                    <a:pt x="461366" y="328486"/>
                  </a:lnTo>
                  <a:lnTo>
                    <a:pt x="461050" y="328670"/>
                  </a:lnTo>
                  <a:lnTo>
                    <a:pt x="460780" y="329055"/>
                  </a:lnTo>
                  <a:lnTo>
                    <a:pt x="460579" y="329239"/>
                  </a:lnTo>
                  <a:lnTo>
                    <a:pt x="460170" y="329327"/>
                  </a:lnTo>
                  <a:lnTo>
                    <a:pt x="459885" y="329344"/>
                  </a:lnTo>
                  <a:lnTo>
                    <a:pt x="459515" y="329213"/>
                  </a:lnTo>
                  <a:lnTo>
                    <a:pt x="459052" y="329003"/>
                  </a:lnTo>
                  <a:lnTo>
                    <a:pt x="458882" y="328967"/>
                  </a:lnTo>
                  <a:lnTo>
                    <a:pt x="458473" y="329116"/>
                  </a:lnTo>
                  <a:lnTo>
                    <a:pt x="457817" y="328854"/>
                  </a:lnTo>
                  <a:lnTo>
                    <a:pt x="457524" y="328696"/>
                  </a:lnTo>
                  <a:lnTo>
                    <a:pt x="457377" y="328748"/>
                  </a:lnTo>
                  <a:lnTo>
                    <a:pt x="456930" y="329151"/>
                  </a:lnTo>
                  <a:lnTo>
                    <a:pt x="456798" y="329519"/>
                  </a:lnTo>
                  <a:lnTo>
                    <a:pt x="456791" y="329712"/>
                  </a:lnTo>
                  <a:lnTo>
                    <a:pt x="457369" y="330781"/>
                  </a:lnTo>
                  <a:lnTo>
                    <a:pt x="457632" y="331326"/>
                  </a:lnTo>
                  <a:lnTo>
                    <a:pt x="457632" y="331457"/>
                  </a:lnTo>
                  <a:lnTo>
                    <a:pt x="457430" y="331567"/>
                  </a:lnTo>
                  <a:lnTo>
                    <a:pt x="456651" y="331741"/>
                  </a:lnTo>
                  <a:lnTo>
                    <a:pt x="455622" y="331774"/>
                  </a:lnTo>
                  <a:lnTo>
                    <a:pt x="455459" y="331774"/>
                  </a:lnTo>
                  <a:lnTo>
                    <a:pt x="455115" y="331688"/>
                  </a:lnTo>
                  <a:lnTo>
                    <a:pt x="454862" y="331556"/>
                  </a:lnTo>
                  <a:lnTo>
                    <a:pt x="454535" y="331337"/>
                  </a:lnTo>
                  <a:lnTo>
                    <a:pt x="454141" y="331108"/>
                  </a:lnTo>
                  <a:lnTo>
                    <a:pt x="453689" y="331070"/>
                  </a:lnTo>
                  <a:lnTo>
                    <a:pt x="453102" y="331141"/>
                  </a:lnTo>
                  <a:lnTo>
                    <a:pt x="452630" y="331436"/>
                  </a:lnTo>
                  <a:lnTo>
                    <a:pt x="452111" y="331938"/>
                  </a:lnTo>
                  <a:lnTo>
                    <a:pt x="451967" y="331982"/>
                  </a:lnTo>
                  <a:lnTo>
                    <a:pt x="451543" y="331752"/>
                  </a:lnTo>
                  <a:lnTo>
                    <a:pt x="451380" y="331567"/>
                  </a:lnTo>
                  <a:lnTo>
                    <a:pt x="451235" y="331541"/>
                  </a:lnTo>
                  <a:lnTo>
                    <a:pt x="450976" y="331556"/>
                  </a:lnTo>
                  <a:lnTo>
                    <a:pt x="450726" y="331501"/>
                  </a:lnTo>
                  <a:lnTo>
                    <a:pt x="450418" y="331206"/>
                  </a:lnTo>
                  <a:lnTo>
                    <a:pt x="449995" y="330857"/>
                  </a:lnTo>
                  <a:lnTo>
                    <a:pt x="449706" y="330748"/>
                  </a:lnTo>
                  <a:lnTo>
                    <a:pt x="449254" y="330813"/>
                  </a:lnTo>
                  <a:lnTo>
                    <a:pt x="448648" y="330922"/>
                  </a:lnTo>
                  <a:lnTo>
                    <a:pt x="448225" y="331119"/>
                  </a:lnTo>
                  <a:lnTo>
                    <a:pt x="448013" y="331359"/>
                  </a:lnTo>
                  <a:lnTo>
                    <a:pt x="447799" y="331916"/>
                  </a:lnTo>
                  <a:lnTo>
                    <a:pt x="447542" y="332593"/>
                  </a:lnTo>
                  <a:lnTo>
                    <a:pt x="447388" y="332746"/>
                  </a:lnTo>
                  <a:lnTo>
                    <a:pt x="447196" y="332746"/>
                  </a:lnTo>
                  <a:lnTo>
                    <a:pt x="446580" y="332571"/>
                  </a:lnTo>
                  <a:lnTo>
                    <a:pt x="446263" y="332582"/>
                  </a:lnTo>
                  <a:lnTo>
                    <a:pt x="445750" y="332883"/>
                  </a:lnTo>
                  <a:lnTo>
                    <a:pt x="445544" y="332984"/>
                  </a:lnTo>
                  <a:lnTo>
                    <a:pt x="445360" y="332966"/>
                  </a:lnTo>
                  <a:lnTo>
                    <a:pt x="445243" y="332822"/>
                  </a:lnTo>
                  <a:lnTo>
                    <a:pt x="444954" y="332451"/>
                  </a:lnTo>
                  <a:lnTo>
                    <a:pt x="444531" y="332265"/>
                  </a:lnTo>
                  <a:lnTo>
                    <a:pt x="444079" y="332222"/>
                  </a:lnTo>
                  <a:lnTo>
                    <a:pt x="443739" y="332231"/>
                  </a:lnTo>
                  <a:lnTo>
                    <a:pt x="443030" y="332538"/>
                  </a:lnTo>
                  <a:lnTo>
                    <a:pt x="441687" y="333150"/>
                  </a:lnTo>
                  <a:lnTo>
                    <a:pt x="441472" y="333248"/>
                  </a:lnTo>
                  <a:lnTo>
                    <a:pt x="440824" y="333661"/>
                  </a:lnTo>
                  <a:lnTo>
                    <a:pt x="440597" y="333805"/>
                  </a:lnTo>
                  <a:lnTo>
                    <a:pt x="440366" y="333882"/>
                  </a:lnTo>
                  <a:lnTo>
                    <a:pt x="440097" y="333838"/>
                  </a:lnTo>
                  <a:lnTo>
                    <a:pt x="439510" y="333696"/>
                  </a:lnTo>
                  <a:lnTo>
                    <a:pt x="439298" y="333718"/>
                  </a:lnTo>
                  <a:lnTo>
                    <a:pt x="439058" y="333893"/>
                  </a:lnTo>
                  <a:lnTo>
                    <a:pt x="438702" y="334395"/>
                  </a:lnTo>
                  <a:lnTo>
                    <a:pt x="438279" y="334799"/>
                  </a:lnTo>
                  <a:lnTo>
                    <a:pt x="438047" y="334928"/>
                  </a:lnTo>
                  <a:lnTo>
                    <a:pt x="437884" y="335050"/>
                  </a:lnTo>
                  <a:lnTo>
                    <a:pt x="437624" y="335170"/>
                  </a:lnTo>
                  <a:lnTo>
                    <a:pt x="436672" y="335509"/>
                  </a:lnTo>
                  <a:lnTo>
                    <a:pt x="435758" y="335651"/>
                  </a:lnTo>
                  <a:lnTo>
                    <a:pt x="435354" y="335847"/>
                  </a:lnTo>
                  <a:lnTo>
                    <a:pt x="434700" y="336426"/>
                  </a:lnTo>
                  <a:lnTo>
                    <a:pt x="434227" y="336806"/>
                  </a:lnTo>
                  <a:lnTo>
                    <a:pt x="433883" y="337387"/>
                  </a:lnTo>
                  <a:lnTo>
                    <a:pt x="433661" y="337409"/>
                  </a:lnTo>
                  <a:lnTo>
                    <a:pt x="433363" y="337365"/>
                  </a:lnTo>
                  <a:lnTo>
                    <a:pt x="433113" y="337605"/>
                  </a:lnTo>
                  <a:lnTo>
                    <a:pt x="433267" y="337802"/>
                  </a:lnTo>
                  <a:lnTo>
                    <a:pt x="433796" y="338315"/>
                  </a:lnTo>
                  <a:lnTo>
                    <a:pt x="434190" y="338457"/>
                  </a:lnTo>
                  <a:lnTo>
                    <a:pt x="434777" y="338599"/>
                  </a:lnTo>
                  <a:lnTo>
                    <a:pt x="435018" y="338806"/>
                  </a:lnTo>
                  <a:lnTo>
                    <a:pt x="435229" y="339254"/>
                  </a:lnTo>
                  <a:lnTo>
                    <a:pt x="435383" y="339352"/>
                  </a:lnTo>
                  <a:lnTo>
                    <a:pt x="435595" y="339331"/>
                  </a:lnTo>
                  <a:lnTo>
                    <a:pt x="435912" y="339211"/>
                  </a:lnTo>
                  <a:lnTo>
                    <a:pt x="436634" y="339090"/>
                  </a:lnTo>
                  <a:lnTo>
                    <a:pt x="437355" y="338774"/>
                  </a:lnTo>
                  <a:lnTo>
                    <a:pt x="437653" y="338708"/>
                  </a:lnTo>
                  <a:lnTo>
                    <a:pt x="438105" y="338741"/>
                  </a:lnTo>
                  <a:lnTo>
                    <a:pt x="438952" y="339014"/>
                  </a:lnTo>
                  <a:lnTo>
                    <a:pt x="439185" y="339156"/>
                  </a:lnTo>
                  <a:lnTo>
                    <a:pt x="439577" y="339331"/>
                  </a:lnTo>
                  <a:lnTo>
                    <a:pt x="439789" y="339505"/>
                  </a:lnTo>
                  <a:lnTo>
                    <a:pt x="440183" y="339909"/>
                  </a:lnTo>
                  <a:lnTo>
                    <a:pt x="440501" y="340237"/>
                  </a:lnTo>
                  <a:lnTo>
                    <a:pt x="440731" y="340586"/>
                  </a:lnTo>
                  <a:lnTo>
                    <a:pt x="440973" y="341277"/>
                  </a:lnTo>
                  <a:lnTo>
                    <a:pt x="441241" y="341646"/>
                  </a:lnTo>
                  <a:lnTo>
                    <a:pt x="441501" y="341919"/>
                  </a:lnTo>
                  <a:lnTo>
                    <a:pt x="441626" y="342213"/>
                  </a:lnTo>
                  <a:lnTo>
                    <a:pt x="441996" y="343338"/>
                  </a:lnTo>
                  <a:lnTo>
                    <a:pt x="442001" y="343513"/>
                  </a:lnTo>
                  <a:lnTo>
                    <a:pt x="441942" y="343719"/>
                  </a:lnTo>
                  <a:lnTo>
                    <a:pt x="441247" y="345296"/>
                  </a:lnTo>
                  <a:lnTo>
                    <a:pt x="440619" y="344961"/>
                  </a:lnTo>
                  <a:lnTo>
                    <a:pt x="440309" y="344893"/>
                  </a:lnTo>
                  <a:lnTo>
                    <a:pt x="439932" y="344935"/>
                  </a:lnTo>
                  <a:lnTo>
                    <a:pt x="439526" y="345145"/>
                  </a:lnTo>
                  <a:lnTo>
                    <a:pt x="439764" y="345622"/>
                  </a:lnTo>
                  <a:lnTo>
                    <a:pt x="439829" y="346084"/>
                  </a:lnTo>
                  <a:lnTo>
                    <a:pt x="439699" y="347405"/>
                  </a:lnTo>
                  <a:lnTo>
                    <a:pt x="440824" y="347968"/>
                  </a:lnTo>
                  <a:lnTo>
                    <a:pt x="440751" y="349724"/>
                  </a:lnTo>
                  <a:lnTo>
                    <a:pt x="440827" y="349919"/>
                  </a:lnTo>
                  <a:lnTo>
                    <a:pt x="441465" y="350173"/>
                  </a:lnTo>
                  <a:lnTo>
                    <a:pt x="441639" y="350236"/>
                  </a:lnTo>
                  <a:lnTo>
                    <a:pt x="442185" y="350557"/>
                  </a:lnTo>
                  <a:lnTo>
                    <a:pt x="442136" y="350730"/>
                  </a:lnTo>
                  <a:lnTo>
                    <a:pt x="441992" y="350668"/>
                  </a:lnTo>
                  <a:lnTo>
                    <a:pt x="441248" y="350306"/>
                  </a:lnTo>
                  <a:lnTo>
                    <a:pt x="441112" y="350297"/>
                  </a:lnTo>
                  <a:lnTo>
                    <a:pt x="440801" y="350307"/>
                  </a:lnTo>
                  <a:lnTo>
                    <a:pt x="440405" y="350400"/>
                  </a:lnTo>
                  <a:lnTo>
                    <a:pt x="440057" y="350393"/>
                  </a:lnTo>
                  <a:lnTo>
                    <a:pt x="439686" y="349871"/>
                  </a:lnTo>
                  <a:lnTo>
                    <a:pt x="439814" y="349340"/>
                  </a:lnTo>
                  <a:lnTo>
                    <a:pt x="440401" y="348446"/>
                  </a:lnTo>
                  <a:lnTo>
                    <a:pt x="440270" y="348095"/>
                  </a:lnTo>
                  <a:lnTo>
                    <a:pt x="440128" y="348038"/>
                  </a:lnTo>
                  <a:lnTo>
                    <a:pt x="439944" y="347983"/>
                  </a:lnTo>
                  <a:lnTo>
                    <a:pt x="439778" y="347970"/>
                  </a:lnTo>
                  <a:lnTo>
                    <a:pt x="439248" y="347799"/>
                  </a:lnTo>
                  <a:lnTo>
                    <a:pt x="438982" y="347302"/>
                  </a:lnTo>
                  <a:lnTo>
                    <a:pt x="439046" y="347141"/>
                  </a:lnTo>
                  <a:lnTo>
                    <a:pt x="439114" y="346783"/>
                  </a:lnTo>
                  <a:lnTo>
                    <a:pt x="438966" y="346240"/>
                  </a:lnTo>
                  <a:lnTo>
                    <a:pt x="438750" y="346028"/>
                  </a:lnTo>
                  <a:lnTo>
                    <a:pt x="438425" y="345808"/>
                  </a:lnTo>
                  <a:lnTo>
                    <a:pt x="438143" y="345528"/>
                  </a:lnTo>
                  <a:lnTo>
                    <a:pt x="438110" y="345378"/>
                  </a:lnTo>
                  <a:lnTo>
                    <a:pt x="438090" y="344910"/>
                  </a:lnTo>
                  <a:lnTo>
                    <a:pt x="438116" y="344672"/>
                  </a:lnTo>
                  <a:lnTo>
                    <a:pt x="438088" y="344459"/>
                  </a:lnTo>
                  <a:lnTo>
                    <a:pt x="438004" y="344311"/>
                  </a:lnTo>
                  <a:lnTo>
                    <a:pt x="437870" y="344164"/>
                  </a:lnTo>
                  <a:lnTo>
                    <a:pt x="437529" y="343686"/>
                  </a:lnTo>
                  <a:lnTo>
                    <a:pt x="437884" y="343199"/>
                  </a:lnTo>
                  <a:lnTo>
                    <a:pt x="438000" y="343006"/>
                  </a:lnTo>
                  <a:lnTo>
                    <a:pt x="438014" y="342867"/>
                  </a:lnTo>
                  <a:lnTo>
                    <a:pt x="437837" y="342422"/>
                  </a:lnTo>
                  <a:lnTo>
                    <a:pt x="437569" y="342201"/>
                  </a:lnTo>
                  <a:lnTo>
                    <a:pt x="437257" y="342053"/>
                  </a:lnTo>
                  <a:lnTo>
                    <a:pt x="437095" y="342018"/>
                  </a:lnTo>
                  <a:lnTo>
                    <a:pt x="436956" y="341998"/>
                  </a:lnTo>
                  <a:lnTo>
                    <a:pt x="436746" y="342007"/>
                  </a:lnTo>
                  <a:lnTo>
                    <a:pt x="436616" y="342033"/>
                  </a:lnTo>
                  <a:lnTo>
                    <a:pt x="436403" y="342092"/>
                  </a:lnTo>
                  <a:lnTo>
                    <a:pt x="435778" y="342526"/>
                  </a:lnTo>
                  <a:lnTo>
                    <a:pt x="435651" y="342682"/>
                  </a:lnTo>
                  <a:lnTo>
                    <a:pt x="435492" y="342944"/>
                  </a:lnTo>
                  <a:lnTo>
                    <a:pt x="435498" y="343385"/>
                  </a:lnTo>
                  <a:lnTo>
                    <a:pt x="435679" y="343687"/>
                  </a:lnTo>
                  <a:lnTo>
                    <a:pt x="435938" y="343950"/>
                  </a:lnTo>
                  <a:lnTo>
                    <a:pt x="436165" y="344284"/>
                  </a:lnTo>
                  <a:lnTo>
                    <a:pt x="436264" y="344497"/>
                  </a:lnTo>
                  <a:lnTo>
                    <a:pt x="435954" y="344851"/>
                  </a:lnTo>
                  <a:lnTo>
                    <a:pt x="435830" y="345028"/>
                  </a:lnTo>
                  <a:lnTo>
                    <a:pt x="435422" y="345190"/>
                  </a:lnTo>
                  <a:lnTo>
                    <a:pt x="434985" y="345210"/>
                  </a:lnTo>
                  <a:lnTo>
                    <a:pt x="434655" y="345124"/>
                  </a:lnTo>
                  <a:lnTo>
                    <a:pt x="434157" y="344753"/>
                  </a:lnTo>
                  <a:lnTo>
                    <a:pt x="434091" y="344626"/>
                  </a:lnTo>
                  <a:lnTo>
                    <a:pt x="433988" y="344425"/>
                  </a:lnTo>
                  <a:lnTo>
                    <a:pt x="433850" y="344127"/>
                  </a:lnTo>
                  <a:lnTo>
                    <a:pt x="434052" y="343910"/>
                  </a:lnTo>
                  <a:lnTo>
                    <a:pt x="434497" y="343443"/>
                  </a:lnTo>
                  <a:lnTo>
                    <a:pt x="434634" y="342849"/>
                  </a:lnTo>
                  <a:lnTo>
                    <a:pt x="434268" y="342526"/>
                  </a:lnTo>
                  <a:lnTo>
                    <a:pt x="434035" y="342342"/>
                  </a:lnTo>
                  <a:lnTo>
                    <a:pt x="433842" y="342343"/>
                  </a:lnTo>
                  <a:lnTo>
                    <a:pt x="433654" y="342394"/>
                  </a:lnTo>
                  <a:lnTo>
                    <a:pt x="433447" y="342502"/>
                  </a:lnTo>
                  <a:lnTo>
                    <a:pt x="433323" y="342679"/>
                  </a:lnTo>
                  <a:lnTo>
                    <a:pt x="433087" y="342948"/>
                  </a:lnTo>
                  <a:lnTo>
                    <a:pt x="432778" y="342986"/>
                  </a:lnTo>
                  <a:lnTo>
                    <a:pt x="432309" y="342915"/>
                  </a:lnTo>
                  <a:lnTo>
                    <a:pt x="432408" y="342502"/>
                  </a:lnTo>
                  <a:lnTo>
                    <a:pt x="432286" y="342220"/>
                  </a:lnTo>
                  <a:lnTo>
                    <a:pt x="432034" y="342091"/>
                  </a:lnTo>
                  <a:lnTo>
                    <a:pt x="431966" y="341959"/>
                  </a:lnTo>
                  <a:lnTo>
                    <a:pt x="431407" y="341355"/>
                  </a:lnTo>
                  <a:lnTo>
                    <a:pt x="431232" y="341196"/>
                  </a:lnTo>
                  <a:lnTo>
                    <a:pt x="431028" y="341096"/>
                  </a:lnTo>
                  <a:lnTo>
                    <a:pt x="430668" y="340975"/>
                  </a:lnTo>
                  <a:lnTo>
                    <a:pt x="430453" y="340929"/>
                  </a:lnTo>
                  <a:lnTo>
                    <a:pt x="429513" y="339922"/>
                  </a:lnTo>
                  <a:lnTo>
                    <a:pt x="429468" y="339664"/>
                  </a:lnTo>
                  <a:lnTo>
                    <a:pt x="429375" y="339395"/>
                  </a:lnTo>
                  <a:lnTo>
                    <a:pt x="429277" y="339110"/>
                  </a:lnTo>
                  <a:lnTo>
                    <a:pt x="429040" y="338718"/>
                  </a:lnTo>
                  <a:lnTo>
                    <a:pt x="428905" y="338564"/>
                  </a:lnTo>
                  <a:lnTo>
                    <a:pt x="428588" y="338459"/>
                  </a:lnTo>
                  <a:lnTo>
                    <a:pt x="428401" y="338456"/>
                  </a:lnTo>
                  <a:lnTo>
                    <a:pt x="428167" y="338448"/>
                  </a:lnTo>
                  <a:lnTo>
                    <a:pt x="428003" y="338438"/>
                  </a:lnTo>
                  <a:lnTo>
                    <a:pt x="427731" y="338410"/>
                  </a:lnTo>
                  <a:lnTo>
                    <a:pt x="427491" y="338247"/>
                  </a:lnTo>
                  <a:lnTo>
                    <a:pt x="427586" y="338097"/>
                  </a:lnTo>
                  <a:lnTo>
                    <a:pt x="427482" y="337846"/>
                  </a:lnTo>
                  <a:lnTo>
                    <a:pt x="427132" y="337411"/>
                  </a:lnTo>
                  <a:lnTo>
                    <a:pt x="427061" y="337066"/>
                  </a:lnTo>
                  <a:lnTo>
                    <a:pt x="427015" y="336801"/>
                  </a:lnTo>
                  <a:lnTo>
                    <a:pt x="427084" y="336473"/>
                  </a:lnTo>
                  <a:lnTo>
                    <a:pt x="427137" y="336341"/>
                  </a:lnTo>
                  <a:lnTo>
                    <a:pt x="427232" y="336039"/>
                  </a:lnTo>
                  <a:lnTo>
                    <a:pt x="427254" y="335908"/>
                  </a:lnTo>
                  <a:lnTo>
                    <a:pt x="427066" y="335280"/>
                  </a:lnTo>
                  <a:lnTo>
                    <a:pt x="427279" y="334472"/>
                  </a:lnTo>
                  <a:lnTo>
                    <a:pt x="427067" y="334083"/>
                  </a:lnTo>
                  <a:lnTo>
                    <a:pt x="427033" y="333776"/>
                  </a:lnTo>
                  <a:lnTo>
                    <a:pt x="427246" y="333541"/>
                  </a:lnTo>
                  <a:lnTo>
                    <a:pt x="427236" y="333287"/>
                  </a:lnTo>
                  <a:lnTo>
                    <a:pt x="427313" y="332989"/>
                  </a:lnTo>
                  <a:lnTo>
                    <a:pt x="427533" y="332729"/>
                  </a:lnTo>
                  <a:lnTo>
                    <a:pt x="427659" y="332383"/>
                  </a:lnTo>
                  <a:lnTo>
                    <a:pt x="427474" y="331674"/>
                  </a:lnTo>
                  <a:lnTo>
                    <a:pt x="427871" y="331388"/>
                  </a:lnTo>
                  <a:lnTo>
                    <a:pt x="428020" y="331211"/>
                  </a:lnTo>
                  <a:lnTo>
                    <a:pt x="428119" y="331006"/>
                  </a:lnTo>
                  <a:lnTo>
                    <a:pt x="428200" y="330446"/>
                  </a:lnTo>
                  <a:lnTo>
                    <a:pt x="428089" y="330771"/>
                  </a:lnTo>
                  <a:lnTo>
                    <a:pt x="427933" y="330783"/>
                  </a:lnTo>
                  <a:lnTo>
                    <a:pt x="427755" y="330520"/>
                  </a:lnTo>
                  <a:lnTo>
                    <a:pt x="427713" y="330369"/>
                  </a:lnTo>
                  <a:lnTo>
                    <a:pt x="427708" y="330225"/>
                  </a:lnTo>
                  <a:lnTo>
                    <a:pt x="427734" y="330044"/>
                  </a:lnTo>
                  <a:lnTo>
                    <a:pt x="427820" y="329826"/>
                  </a:lnTo>
                  <a:lnTo>
                    <a:pt x="427135" y="329660"/>
                  </a:lnTo>
                  <a:lnTo>
                    <a:pt x="426802" y="329723"/>
                  </a:lnTo>
                  <a:lnTo>
                    <a:pt x="426156" y="329733"/>
                  </a:lnTo>
                  <a:lnTo>
                    <a:pt x="425748" y="329632"/>
                  </a:lnTo>
                  <a:lnTo>
                    <a:pt x="425566" y="329571"/>
                  </a:lnTo>
                  <a:lnTo>
                    <a:pt x="425099" y="329426"/>
                  </a:lnTo>
                  <a:lnTo>
                    <a:pt x="424930" y="329422"/>
                  </a:lnTo>
                  <a:lnTo>
                    <a:pt x="424655" y="329332"/>
                  </a:lnTo>
                  <a:lnTo>
                    <a:pt x="424298" y="329267"/>
                  </a:lnTo>
                  <a:lnTo>
                    <a:pt x="423842" y="329378"/>
                  </a:lnTo>
                  <a:lnTo>
                    <a:pt x="423099" y="329775"/>
                  </a:lnTo>
                  <a:lnTo>
                    <a:pt x="422945" y="329712"/>
                  </a:lnTo>
                  <a:lnTo>
                    <a:pt x="422656" y="329484"/>
                  </a:lnTo>
                  <a:lnTo>
                    <a:pt x="422365" y="329368"/>
                  </a:lnTo>
                  <a:lnTo>
                    <a:pt x="421758" y="329119"/>
                  </a:lnTo>
                  <a:lnTo>
                    <a:pt x="421671" y="328889"/>
                  </a:lnTo>
                  <a:lnTo>
                    <a:pt x="421885" y="328630"/>
                  </a:lnTo>
                  <a:lnTo>
                    <a:pt x="422030" y="328595"/>
                  </a:lnTo>
                  <a:lnTo>
                    <a:pt x="422164" y="328565"/>
                  </a:lnTo>
                  <a:lnTo>
                    <a:pt x="422380" y="328549"/>
                  </a:lnTo>
                  <a:lnTo>
                    <a:pt x="422932" y="328309"/>
                  </a:lnTo>
                  <a:lnTo>
                    <a:pt x="422576" y="327223"/>
                  </a:lnTo>
                  <a:lnTo>
                    <a:pt x="422710" y="327165"/>
                  </a:lnTo>
                  <a:lnTo>
                    <a:pt x="422952" y="327062"/>
                  </a:lnTo>
                  <a:lnTo>
                    <a:pt x="423193" y="326915"/>
                  </a:lnTo>
                  <a:lnTo>
                    <a:pt x="422568" y="326090"/>
                  </a:lnTo>
                  <a:lnTo>
                    <a:pt x="422423" y="326057"/>
                  </a:lnTo>
                  <a:lnTo>
                    <a:pt x="422200" y="326021"/>
                  </a:lnTo>
                  <a:lnTo>
                    <a:pt x="421844" y="326012"/>
                  </a:lnTo>
                  <a:lnTo>
                    <a:pt x="421644" y="326056"/>
                  </a:lnTo>
                  <a:lnTo>
                    <a:pt x="421422" y="326138"/>
                  </a:lnTo>
                  <a:lnTo>
                    <a:pt x="420846" y="326469"/>
                  </a:lnTo>
                  <a:lnTo>
                    <a:pt x="420593" y="326665"/>
                  </a:lnTo>
                  <a:lnTo>
                    <a:pt x="420386" y="326792"/>
                  </a:lnTo>
                  <a:lnTo>
                    <a:pt x="419934" y="326922"/>
                  </a:lnTo>
                  <a:lnTo>
                    <a:pt x="419572" y="326898"/>
                  </a:lnTo>
                  <a:lnTo>
                    <a:pt x="419074" y="326930"/>
                  </a:lnTo>
                  <a:lnTo>
                    <a:pt x="418946" y="326948"/>
                  </a:lnTo>
                  <a:lnTo>
                    <a:pt x="418815" y="327043"/>
                  </a:lnTo>
                  <a:lnTo>
                    <a:pt x="418542" y="327068"/>
                  </a:lnTo>
                  <a:lnTo>
                    <a:pt x="418333" y="327024"/>
                  </a:lnTo>
                  <a:lnTo>
                    <a:pt x="418184" y="326927"/>
                  </a:lnTo>
                  <a:lnTo>
                    <a:pt x="418041" y="326753"/>
                  </a:lnTo>
                  <a:lnTo>
                    <a:pt x="417713" y="326441"/>
                  </a:lnTo>
                  <a:lnTo>
                    <a:pt x="417452" y="326477"/>
                  </a:lnTo>
                  <a:lnTo>
                    <a:pt x="417102" y="326583"/>
                  </a:lnTo>
                  <a:lnTo>
                    <a:pt x="416547" y="326587"/>
                  </a:lnTo>
                  <a:lnTo>
                    <a:pt x="416002" y="326374"/>
                  </a:lnTo>
                  <a:lnTo>
                    <a:pt x="415868" y="326071"/>
                  </a:lnTo>
                  <a:lnTo>
                    <a:pt x="415873" y="325925"/>
                  </a:lnTo>
                  <a:lnTo>
                    <a:pt x="415899" y="325690"/>
                  </a:lnTo>
                  <a:lnTo>
                    <a:pt x="415931" y="325559"/>
                  </a:lnTo>
                  <a:lnTo>
                    <a:pt x="415764" y="325071"/>
                  </a:lnTo>
                  <a:lnTo>
                    <a:pt x="415381" y="325072"/>
                  </a:lnTo>
                  <a:lnTo>
                    <a:pt x="414630" y="325121"/>
                  </a:lnTo>
                  <a:lnTo>
                    <a:pt x="414149" y="325220"/>
                  </a:lnTo>
                  <a:lnTo>
                    <a:pt x="413965" y="325273"/>
                  </a:lnTo>
                  <a:lnTo>
                    <a:pt x="413774" y="325339"/>
                  </a:lnTo>
                  <a:lnTo>
                    <a:pt x="413505" y="325473"/>
                  </a:lnTo>
                  <a:lnTo>
                    <a:pt x="413137" y="326322"/>
                  </a:lnTo>
                  <a:lnTo>
                    <a:pt x="413355" y="326421"/>
                  </a:lnTo>
                  <a:lnTo>
                    <a:pt x="413498" y="326425"/>
                  </a:lnTo>
                  <a:lnTo>
                    <a:pt x="413743" y="326413"/>
                  </a:lnTo>
                  <a:lnTo>
                    <a:pt x="414558" y="326571"/>
                  </a:lnTo>
                  <a:lnTo>
                    <a:pt x="414126" y="326938"/>
                  </a:lnTo>
                  <a:lnTo>
                    <a:pt x="413992" y="326902"/>
                  </a:lnTo>
                  <a:lnTo>
                    <a:pt x="413669" y="326770"/>
                  </a:lnTo>
                  <a:lnTo>
                    <a:pt x="413316" y="326692"/>
                  </a:lnTo>
                  <a:lnTo>
                    <a:pt x="412182" y="326995"/>
                  </a:lnTo>
                  <a:lnTo>
                    <a:pt x="412005" y="327443"/>
                  </a:lnTo>
                  <a:lnTo>
                    <a:pt x="411967" y="327605"/>
                  </a:lnTo>
                  <a:lnTo>
                    <a:pt x="412176" y="328160"/>
                  </a:lnTo>
                  <a:lnTo>
                    <a:pt x="412483" y="328674"/>
                  </a:lnTo>
                  <a:lnTo>
                    <a:pt x="411749" y="328977"/>
                  </a:lnTo>
                  <a:lnTo>
                    <a:pt x="411712" y="329155"/>
                  </a:lnTo>
                  <a:lnTo>
                    <a:pt x="411562" y="329747"/>
                  </a:lnTo>
                  <a:lnTo>
                    <a:pt x="411708" y="330329"/>
                  </a:lnTo>
                  <a:lnTo>
                    <a:pt x="411649" y="330532"/>
                  </a:lnTo>
                  <a:lnTo>
                    <a:pt x="411106" y="331594"/>
                  </a:lnTo>
                  <a:lnTo>
                    <a:pt x="410538" y="332737"/>
                  </a:lnTo>
                  <a:lnTo>
                    <a:pt x="410400" y="333187"/>
                  </a:lnTo>
                  <a:lnTo>
                    <a:pt x="410281" y="333354"/>
                  </a:lnTo>
                  <a:lnTo>
                    <a:pt x="410139" y="333664"/>
                  </a:lnTo>
                  <a:lnTo>
                    <a:pt x="410395" y="334091"/>
                  </a:lnTo>
                  <a:lnTo>
                    <a:pt x="410335" y="334226"/>
                  </a:lnTo>
                  <a:lnTo>
                    <a:pt x="410347" y="334371"/>
                  </a:lnTo>
                  <a:lnTo>
                    <a:pt x="410128" y="334866"/>
                  </a:lnTo>
                  <a:lnTo>
                    <a:pt x="409747" y="335306"/>
                  </a:lnTo>
                  <a:lnTo>
                    <a:pt x="409463" y="335553"/>
                  </a:lnTo>
                  <a:lnTo>
                    <a:pt x="409364" y="335725"/>
                  </a:lnTo>
                  <a:lnTo>
                    <a:pt x="409372" y="335867"/>
                  </a:lnTo>
                  <a:lnTo>
                    <a:pt x="409203" y="336624"/>
                  </a:lnTo>
                  <a:lnTo>
                    <a:pt x="409048" y="336880"/>
                  </a:lnTo>
                  <a:lnTo>
                    <a:pt x="408550" y="337474"/>
                  </a:lnTo>
                  <a:lnTo>
                    <a:pt x="408531" y="338007"/>
                  </a:lnTo>
                  <a:lnTo>
                    <a:pt x="408692" y="338463"/>
                  </a:lnTo>
                  <a:lnTo>
                    <a:pt x="408796" y="338662"/>
                  </a:lnTo>
                  <a:lnTo>
                    <a:pt x="409775" y="339370"/>
                  </a:lnTo>
                  <a:lnTo>
                    <a:pt x="409471" y="339520"/>
                  </a:lnTo>
                  <a:lnTo>
                    <a:pt x="409276" y="341204"/>
                  </a:lnTo>
                  <a:lnTo>
                    <a:pt x="408934" y="341085"/>
                  </a:lnTo>
                  <a:lnTo>
                    <a:pt x="408832" y="340827"/>
                  </a:lnTo>
                  <a:lnTo>
                    <a:pt x="408648" y="340588"/>
                  </a:lnTo>
                  <a:lnTo>
                    <a:pt x="408447" y="340650"/>
                  </a:lnTo>
                  <a:lnTo>
                    <a:pt x="408199" y="341265"/>
                  </a:lnTo>
                  <a:lnTo>
                    <a:pt x="408664" y="341402"/>
                  </a:lnTo>
                  <a:lnTo>
                    <a:pt x="408591" y="341686"/>
                  </a:lnTo>
                  <a:lnTo>
                    <a:pt x="408586" y="342348"/>
                  </a:lnTo>
                  <a:lnTo>
                    <a:pt x="408834" y="342318"/>
                  </a:lnTo>
                  <a:lnTo>
                    <a:pt x="409002" y="342318"/>
                  </a:lnTo>
                  <a:lnTo>
                    <a:pt x="408777" y="342898"/>
                  </a:lnTo>
                  <a:lnTo>
                    <a:pt x="408321" y="343140"/>
                  </a:lnTo>
                  <a:lnTo>
                    <a:pt x="408151" y="343659"/>
                  </a:lnTo>
                  <a:lnTo>
                    <a:pt x="407895" y="343797"/>
                  </a:lnTo>
                  <a:lnTo>
                    <a:pt x="407718" y="343904"/>
                  </a:lnTo>
                  <a:lnTo>
                    <a:pt x="407622" y="344057"/>
                  </a:lnTo>
                  <a:lnTo>
                    <a:pt x="407586" y="344258"/>
                  </a:lnTo>
                  <a:lnTo>
                    <a:pt x="407614" y="344490"/>
                  </a:lnTo>
                  <a:lnTo>
                    <a:pt x="407778" y="345167"/>
                  </a:lnTo>
                  <a:lnTo>
                    <a:pt x="407892" y="345806"/>
                  </a:lnTo>
                  <a:lnTo>
                    <a:pt x="407815" y="346213"/>
                  </a:lnTo>
                  <a:lnTo>
                    <a:pt x="407690" y="346991"/>
                  </a:lnTo>
                  <a:lnTo>
                    <a:pt x="407453" y="347332"/>
                  </a:lnTo>
                  <a:lnTo>
                    <a:pt x="407467" y="347565"/>
                  </a:lnTo>
                  <a:lnTo>
                    <a:pt x="407719" y="347972"/>
                  </a:lnTo>
                  <a:lnTo>
                    <a:pt x="407831" y="348457"/>
                  </a:lnTo>
                  <a:lnTo>
                    <a:pt x="407890" y="348896"/>
                  </a:lnTo>
                  <a:lnTo>
                    <a:pt x="407164" y="349644"/>
                  </a:lnTo>
                  <a:lnTo>
                    <a:pt x="407142" y="349958"/>
                  </a:lnTo>
                  <a:lnTo>
                    <a:pt x="406550" y="350341"/>
                  </a:lnTo>
                  <a:lnTo>
                    <a:pt x="406143" y="350637"/>
                  </a:lnTo>
                  <a:lnTo>
                    <a:pt x="405053" y="350278"/>
                  </a:lnTo>
                  <a:lnTo>
                    <a:pt x="404482" y="350502"/>
                  </a:lnTo>
                  <a:lnTo>
                    <a:pt x="404047" y="350600"/>
                  </a:lnTo>
                  <a:lnTo>
                    <a:pt x="403353" y="349670"/>
                  </a:lnTo>
                  <a:lnTo>
                    <a:pt x="403305" y="349517"/>
                  </a:lnTo>
                  <a:lnTo>
                    <a:pt x="403236" y="349351"/>
                  </a:lnTo>
                  <a:lnTo>
                    <a:pt x="402593" y="349249"/>
                  </a:lnTo>
                  <a:lnTo>
                    <a:pt x="401774" y="349766"/>
                  </a:lnTo>
                  <a:lnTo>
                    <a:pt x="401783" y="351279"/>
                  </a:lnTo>
                  <a:lnTo>
                    <a:pt x="401341" y="351301"/>
                  </a:lnTo>
                  <a:lnTo>
                    <a:pt x="400940" y="352421"/>
                  </a:lnTo>
                  <a:lnTo>
                    <a:pt x="401257" y="352429"/>
                  </a:lnTo>
                  <a:lnTo>
                    <a:pt x="401184" y="352641"/>
                  </a:lnTo>
                  <a:lnTo>
                    <a:pt x="400995" y="352742"/>
                  </a:lnTo>
                  <a:lnTo>
                    <a:pt x="400854" y="352751"/>
                  </a:lnTo>
                  <a:lnTo>
                    <a:pt x="400422" y="352841"/>
                  </a:lnTo>
                  <a:lnTo>
                    <a:pt x="400490" y="353081"/>
                  </a:lnTo>
                  <a:lnTo>
                    <a:pt x="399780" y="353231"/>
                  </a:lnTo>
                  <a:lnTo>
                    <a:pt x="399597" y="352689"/>
                  </a:lnTo>
                  <a:lnTo>
                    <a:pt x="399428" y="352432"/>
                  </a:lnTo>
                  <a:lnTo>
                    <a:pt x="399332" y="352175"/>
                  </a:lnTo>
                  <a:lnTo>
                    <a:pt x="399017" y="352078"/>
                  </a:lnTo>
                  <a:lnTo>
                    <a:pt x="398840" y="352053"/>
                  </a:lnTo>
                  <a:lnTo>
                    <a:pt x="398656" y="352012"/>
                  </a:lnTo>
                  <a:lnTo>
                    <a:pt x="398358" y="351604"/>
                  </a:lnTo>
                  <a:lnTo>
                    <a:pt x="398065" y="351133"/>
                  </a:lnTo>
                  <a:lnTo>
                    <a:pt x="397841" y="351037"/>
                  </a:lnTo>
                  <a:lnTo>
                    <a:pt x="397635" y="350928"/>
                  </a:lnTo>
                  <a:lnTo>
                    <a:pt x="397348" y="350858"/>
                  </a:lnTo>
                  <a:lnTo>
                    <a:pt x="396807" y="350544"/>
                  </a:lnTo>
                  <a:lnTo>
                    <a:pt x="396741" y="350414"/>
                  </a:lnTo>
                  <a:lnTo>
                    <a:pt x="395964" y="350198"/>
                  </a:lnTo>
                  <a:lnTo>
                    <a:pt x="395784" y="350360"/>
                  </a:lnTo>
                  <a:lnTo>
                    <a:pt x="395162" y="350175"/>
                  </a:lnTo>
                  <a:lnTo>
                    <a:pt x="394839" y="349929"/>
                  </a:lnTo>
                  <a:lnTo>
                    <a:pt x="394217" y="349714"/>
                  </a:lnTo>
                  <a:lnTo>
                    <a:pt x="394189" y="350533"/>
                  </a:lnTo>
                  <a:lnTo>
                    <a:pt x="393825" y="350726"/>
                  </a:lnTo>
                  <a:lnTo>
                    <a:pt x="393684" y="350661"/>
                  </a:lnTo>
                  <a:lnTo>
                    <a:pt x="392907" y="350333"/>
                  </a:lnTo>
                  <a:lnTo>
                    <a:pt x="393342" y="349891"/>
                  </a:lnTo>
                  <a:lnTo>
                    <a:pt x="393427" y="349710"/>
                  </a:lnTo>
                  <a:lnTo>
                    <a:pt x="393413" y="349531"/>
                  </a:lnTo>
                  <a:lnTo>
                    <a:pt x="393189" y="349316"/>
                  </a:lnTo>
                  <a:lnTo>
                    <a:pt x="392895" y="349360"/>
                  </a:lnTo>
                  <a:lnTo>
                    <a:pt x="392756" y="349390"/>
                  </a:lnTo>
                  <a:lnTo>
                    <a:pt x="392162" y="349913"/>
                  </a:lnTo>
                  <a:lnTo>
                    <a:pt x="392729" y="350552"/>
                  </a:lnTo>
                  <a:lnTo>
                    <a:pt x="392690" y="351063"/>
                  </a:lnTo>
                  <a:lnTo>
                    <a:pt x="392303" y="351151"/>
                  </a:lnTo>
                  <a:lnTo>
                    <a:pt x="392662" y="351510"/>
                  </a:lnTo>
                  <a:lnTo>
                    <a:pt x="392017" y="350611"/>
                  </a:lnTo>
                  <a:lnTo>
                    <a:pt x="391931" y="350381"/>
                  </a:lnTo>
                  <a:lnTo>
                    <a:pt x="391665" y="350626"/>
                  </a:lnTo>
                  <a:lnTo>
                    <a:pt x="391015" y="350860"/>
                  </a:lnTo>
                  <a:lnTo>
                    <a:pt x="391008" y="351275"/>
                  </a:lnTo>
                  <a:lnTo>
                    <a:pt x="391074" y="351842"/>
                  </a:lnTo>
                  <a:lnTo>
                    <a:pt x="391262" y="352060"/>
                  </a:lnTo>
                  <a:lnTo>
                    <a:pt x="391181" y="352422"/>
                  </a:lnTo>
                  <a:lnTo>
                    <a:pt x="390758" y="352272"/>
                  </a:lnTo>
                  <a:lnTo>
                    <a:pt x="390412" y="352682"/>
                  </a:lnTo>
                  <a:lnTo>
                    <a:pt x="390255" y="352626"/>
                  </a:lnTo>
                  <a:lnTo>
                    <a:pt x="389840" y="352344"/>
                  </a:lnTo>
                  <a:lnTo>
                    <a:pt x="389576" y="352339"/>
                  </a:lnTo>
                  <a:lnTo>
                    <a:pt x="389472" y="352529"/>
                  </a:lnTo>
                  <a:lnTo>
                    <a:pt x="389469" y="352700"/>
                  </a:lnTo>
                  <a:lnTo>
                    <a:pt x="389217" y="352991"/>
                  </a:lnTo>
                  <a:lnTo>
                    <a:pt x="388792" y="352665"/>
                  </a:lnTo>
                  <a:lnTo>
                    <a:pt x="388162" y="353069"/>
                  </a:lnTo>
                  <a:lnTo>
                    <a:pt x="388256" y="353247"/>
                  </a:lnTo>
                  <a:lnTo>
                    <a:pt x="388194" y="353480"/>
                  </a:lnTo>
                  <a:lnTo>
                    <a:pt x="387835" y="353739"/>
                  </a:lnTo>
                  <a:lnTo>
                    <a:pt x="387876" y="353975"/>
                  </a:lnTo>
                  <a:lnTo>
                    <a:pt x="388203" y="354175"/>
                  </a:lnTo>
                  <a:lnTo>
                    <a:pt x="388460" y="354286"/>
                  </a:lnTo>
                  <a:lnTo>
                    <a:pt x="388660" y="354387"/>
                  </a:lnTo>
                  <a:lnTo>
                    <a:pt x="388870" y="354599"/>
                  </a:lnTo>
                  <a:lnTo>
                    <a:pt x="388536" y="355431"/>
                  </a:lnTo>
                  <a:lnTo>
                    <a:pt x="388381" y="355459"/>
                  </a:lnTo>
                  <a:lnTo>
                    <a:pt x="387365" y="355257"/>
                  </a:lnTo>
                  <a:lnTo>
                    <a:pt x="387055" y="355231"/>
                  </a:lnTo>
                  <a:lnTo>
                    <a:pt x="386828" y="355647"/>
                  </a:lnTo>
                  <a:lnTo>
                    <a:pt x="387046" y="355788"/>
                  </a:lnTo>
                  <a:lnTo>
                    <a:pt x="388058" y="355694"/>
                  </a:lnTo>
                  <a:lnTo>
                    <a:pt x="387700" y="356338"/>
                  </a:lnTo>
                  <a:lnTo>
                    <a:pt x="387575" y="356943"/>
                  </a:lnTo>
                  <a:lnTo>
                    <a:pt x="387410" y="357755"/>
                  </a:lnTo>
                  <a:lnTo>
                    <a:pt x="387041" y="357811"/>
                  </a:lnTo>
                  <a:lnTo>
                    <a:pt x="386016" y="358439"/>
                  </a:lnTo>
                  <a:lnTo>
                    <a:pt x="386719" y="358719"/>
                  </a:lnTo>
                  <a:lnTo>
                    <a:pt x="387019" y="358714"/>
                  </a:lnTo>
                  <a:lnTo>
                    <a:pt x="387026" y="359088"/>
                  </a:lnTo>
                  <a:lnTo>
                    <a:pt x="386819" y="359526"/>
                  </a:lnTo>
                  <a:lnTo>
                    <a:pt x="387665" y="360374"/>
                  </a:lnTo>
                  <a:lnTo>
                    <a:pt x="387202" y="360288"/>
                  </a:lnTo>
                  <a:lnTo>
                    <a:pt x="386419" y="360608"/>
                  </a:lnTo>
                  <a:lnTo>
                    <a:pt x="386143" y="361121"/>
                  </a:lnTo>
                  <a:lnTo>
                    <a:pt x="385980" y="361148"/>
                  </a:lnTo>
                  <a:lnTo>
                    <a:pt x="385826" y="361171"/>
                  </a:lnTo>
                  <a:lnTo>
                    <a:pt x="385302" y="361506"/>
                  </a:lnTo>
                  <a:lnTo>
                    <a:pt x="385463" y="361806"/>
                  </a:lnTo>
                  <a:lnTo>
                    <a:pt x="385490" y="362167"/>
                  </a:lnTo>
                  <a:lnTo>
                    <a:pt x="385158" y="362149"/>
                  </a:lnTo>
                  <a:lnTo>
                    <a:pt x="384566" y="362133"/>
                  </a:lnTo>
                  <a:lnTo>
                    <a:pt x="383168" y="363124"/>
                  </a:lnTo>
                  <a:lnTo>
                    <a:pt x="381789" y="362878"/>
                  </a:lnTo>
                  <a:lnTo>
                    <a:pt x="381828" y="363266"/>
                  </a:lnTo>
                  <a:lnTo>
                    <a:pt x="381601" y="363231"/>
                  </a:lnTo>
                  <a:lnTo>
                    <a:pt x="381256" y="363213"/>
                  </a:lnTo>
                  <a:lnTo>
                    <a:pt x="380885" y="363401"/>
                  </a:lnTo>
                  <a:lnTo>
                    <a:pt x="380608" y="363768"/>
                  </a:lnTo>
                  <a:lnTo>
                    <a:pt x="380468" y="364717"/>
                  </a:lnTo>
                  <a:lnTo>
                    <a:pt x="379477" y="365008"/>
                  </a:lnTo>
                  <a:lnTo>
                    <a:pt x="379302" y="365396"/>
                  </a:lnTo>
                  <a:lnTo>
                    <a:pt x="378957" y="365277"/>
                  </a:lnTo>
                  <a:lnTo>
                    <a:pt x="378755" y="365259"/>
                  </a:lnTo>
                  <a:lnTo>
                    <a:pt x="378431" y="365324"/>
                  </a:lnTo>
                  <a:lnTo>
                    <a:pt x="377718" y="365236"/>
                  </a:lnTo>
                  <a:lnTo>
                    <a:pt x="377584" y="365435"/>
                  </a:lnTo>
                  <a:lnTo>
                    <a:pt x="377165" y="365700"/>
                  </a:lnTo>
                  <a:lnTo>
                    <a:pt x="377349" y="366679"/>
                  </a:lnTo>
                  <a:lnTo>
                    <a:pt x="377452" y="367005"/>
                  </a:lnTo>
                  <a:lnTo>
                    <a:pt x="377292" y="367229"/>
                  </a:lnTo>
                  <a:lnTo>
                    <a:pt x="377264" y="367432"/>
                  </a:lnTo>
                  <a:lnTo>
                    <a:pt x="376617" y="368398"/>
                  </a:lnTo>
                  <a:lnTo>
                    <a:pt x="376083" y="368761"/>
                  </a:lnTo>
                  <a:lnTo>
                    <a:pt x="375848" y="368869"/>
                  </a:lnTo>
                  <a:lnTo>
                    <a:pt x="375292" y="368642"/>
                  </a:lnTo>
                  <a:lnTo>
                    <a:pt x="374929" y="368259"/>
                  </a:lnTo>
                  <a:lnTo>
                    <a:pt x="374558" y="368168"/>
                  </a:lnTo>
                  <a:lnTo>
                    <a:pt x="374148" y="368247"/>
                  </a:lnTo>
                  <a:lnTo>
                    <a:pt x="373485" y="368018"/>
                  </a:lnTo>
                  <a:lnTo>
                    <a:pt x="372713" y="368054"/>
                  </a:lnTo>
                  <a:lnTo>
                    <a:pt x="372490" y="367851"/>
                  </a:lnTo>
                  <a:lnTo>
                    <a:pt x="371876" y="367473"/>
                  </a:lnTo>
                  <a:lnTo>
                    <a:pt x="371677" y="367441"/>
                  </a:lnTo>
                  <a:lnTo>
                    <a:pt x="370550" y="367776"/>
                  </a:lnTo>
                  <a:lnTo>
                    <a:pt x="370322" y="367908"/>
                  </a:lnTo>
                  <a:lnTo>
                    <a:pt x="370069" y="367630"/>
                  </a:lnTo>
                  <a:lnTo>
                    <a:pt x="369894" y="367601"/>
                  </a:lnTo>
                  <a:lnTo>
                    <a:pt x="369751" y="367515"/>
                  </a:lnTo>
                  <a:lnTo>
                    <a:pt x="369674" y="367357"/>
                  </a:lnTo>
                  <a:lnTo>
                    <a:pt x="369341" y="367050"/>
                  </a:lnTo>
                  <a:lnTo>
                    <a:pt x="368768" y="367498"/>
                  </a:lnTo>
                  <a:lnTo>
                    <a:pt x="368616" y="367543"/>
                  </a:lnTo>
                  <a:lnTo>
                    <a:pt x="368485" y="367599"/>
                  </a:lnTo>
                  <a:lnTo>
                    <a:pt x="368347" y="367640"/>
                  </a:lnTo>
                  <a:lnTo>
                    <a:pt x="368178" y="367654"/>
                  </a:lnTo>
                  <a:lnTo>
                    <a:pt x="367854" y="367976"/>
                  </a:lnTo>
                  <a:lnTo>
                    <a:pt x="367745" y="368156"/>
                  </a:lnTo>
                  <a:lnTo>
                    <a:pt x="367570" y="368343"/>
                  </a:lnTo>
                  <a:lnTo>
                    <a:pt x="367197" y="368631"/>
                  </a:lnTo>
                  <a:lnTo>
                    <a:pt x="367045" y="368716"/>
                  </a:lnTo>
                  <a:lnTo>
                    <a:pt x="366674" y="368745"/>
                  </a:lnTo>
                  <a:lnTo>
                    <a:pt x="365834" y="368319"/>
                  </a:lnTo>
                  <a:lnTo>
                    <a:pt x="365615" y="367966"/>
                  </a:lnTo>
                  <a:lnTo>
                    <a:pt x="365199" y="367748"/>
                  </a:lnTo>
                  <a:lnTo>
                    <a:pt x="364735" y="367770"/>
                  </a:lnTo>
                  <a:lnTo>
                    <a:pt x="364584" y="367871"/>
                  </a:lnTo>
                  <a:lnTo>
                    <a:pt x="364244" y="367994"/>
                  </a:lnTo>
                  <a:lnTo>
                    <a:pt x="363794" y="367955"/>
                  </a:lnTo>
                  <a:lnTo>
                    <a:pt x="363500" y="368751"/>
                  </a:lnTo>
                  <a:lnTo>
                    <a:pt x="363200" y="369098"/>
                  </a:lnTo>
                  <a:lnTo>
                    <a:pt x="362772" y="369341"/>
                  </a:lnTo>
                  <a:lnTo>
                    <a:pt x="362532" y="369400"/>
                  </a:lnTo>
                  <a:lnTo>
                    <a:pt x="362372" y="369416"/>
                  </a:lnTo>
                  <a:lnTo>
                    <a:pt x="362008" y="369386"/>
                  </a:lnTo>
                  <a:lnTo>
                    <a:pt x="361514" y="369185"/>
                  </a:lnTo>
                  <a:lnTo>
                    <a:pt x="361347" y="369224"/>
                  </a:lnTo>
                  <a:lnTo>
                    <a:pt x="361214" y="369310"/>
                  </a:lnTo>
                  <a:lnTo>
                    <a:pt x="360361" y="369277"/>
                  </a:lnTo>
                  <a:lnTo>
                    <a:pt x="360091" y="369364"/>
                  </a:lnTo>
                  <a:lnTo>
                    <a:pt x="359942" y="369387"/>
                  </a:lnTo>
                  <a:lnTo>
                    <a:pt x="359209" y="369084"/>
                  </a:lnTo>
                  <a:lnTo>
                    <a:pt x="358485" y="368679"/>
                  </a:lnTo>
                  <a:lnTo>
                    <a:pt x="358034" y="368581"/>
                  </a:lnTo>
                  <a:lnTo>
                    <a:pt x="357854" y="368634"/>
                  </a:lnTo>
                  <a:lnTo>
                    <a:pt x="357365" y="368558"/>
                  </a:lnTo>
                  <a:lnTo>
                    <a:pt x="357184" y="368538"/>
                  </a:lnTo>
                  <a:lnTo>
                    <a:pt x="356906" y="368627"/>
                  </a:lnTo>
                  <a:lnTo>
                    <a:pt x="351591" y="368238"/>
                  </a:lnTo>
                  <a:lnTo>
                    <a:pt x="344075" y="368475"/>
                  </a:lnTo>
                  <a:lnTo>
                    <a:pt x="342784" y="368928"/>
                  </a:lnTo>
                  <a:lnTo>
                    <a:pt x="341683" y="369390"/>
                  </a:lnTo>
                  <a:lnTo>
                    <a:pt x="342087" y="369948"/>
                  </a:lnTo>
                  <a:lnTo>
                    <a:pt x="342318" y="370178"/>
                  </a:lnTo>
                  <a:lnTo>
                    <a:pt x="342528" y="370298"/>
                  </a:lnTo>
                  <a:lnTo>
                    <a:pt x="342814" y="370453"/>
                  </a:lnTo>
                  <a:lnTo>
                    <a:pt x="343261" y="370743"/>
                  </a:lnTo>
                  <a:lnTo>
                    <a:pt x="343872" y="371271"/>
                  </a:lnTo>
                  <a:lnTo>
                    <a:pt x="344470" y="371733"/>
                  </a:lnTo>
                  <a:lnTo>
                    <a:pt x="344491" y="371866"/>
                  </a:lnTo>
                  <a:lnTo>
                    <a:pt x="344495" y="372113"/>
                  </a:lnTo>
                  <a:lnTo>
                    <a:pt x="344355" y="372652"/>
                  </a:lnTo>
                  <a:lnTo>
                    <a:pt x="344376" y="372887"/>
                  </a:lnTo>
                  <a:lnTo>
                    <a:pt x="344437" y="373304"/>
                  </a:lnTo>
                  <a:lnTo>
                    <a:pt x="344679" y="374334"/>
                  </a:lnTo>
                  <a:lnTo>
                    <a:pt x="344582" y="374671"/>
                  </a:lnTo>
                  <a:lnTo>
                    <a:pt x="344592" y="374843"/>
                  </a:lnTo>
                  <a:lnTo>
                    <a:pt x="344562" y="375181"/>
                  </a:lnTo>
                  <a:lnTo>
                    <a:pt x="344554" y="375609"/>
                  </a:lnTo>
                  <a:lnTo>
                    <a:pt x="344421" y="376091"/>
                  </a:lnTo>
                  <a:lnTo>
                    <a:pt x="344434" y="376611"/>
                  </a:lnTo>
                  <a:lnTo>
                    <a:pt x="344465" y="376835"/>
                  </a:lnTo>
                  <a:lnTo>
                    <a:pt x="344677" y="377497"/>
                  </a:lnTo>
                  <a:lnTo>
                    <a:pt x="344549" y="377873"/>
                  </a:lnTo>
                  <a:lnTo>
                    <a:pt x="344639" y="378291"/>
                  </a:lnTo>
                  <a:lnTo>
                    <a:pt x="344730" y="378446"/>
                  </a:lnTo>
                  <a:lnTo>
                    <a:pt x="344884" y="378536"/>
                  </a:lnTo>
                  <a:lnTo>
                    <a:pt x="345226" y="378755"/>
                  </a:lnTo>
                  <a:lnTo>
                    <a:pt x="345465" y="378915"/>
                  </a:lnTo>
                  <a:lnTo>
                    <a:pt x="345613" y="378924"/>
                  </a:lnTo>
                  <a:lnTo>
                    <a:pt x="345816" y="379008"/>
                  </a:lnTo>
                  <a:lnTo>
                    <a:pt x="345853" y="379222"/>
                  </a:lnTo>
                  <a:lnTo>
                    <a:pt x="345902" y="379494"/>
                  </a:lnTo>
                  <a:lnTo>
                    <a:pt x="345957" y="379729"/>
                  </a:lnTo>
                  <a:lnTo>
                    <a:pt x="346009" y="379960"/>
                  </a:lnTo>
                  <a:lnTo>
                    <a:pt x="346021" y="380122"/>
                  </a:lnTo>
                  <a:lnTo>
                    <a:pt x="346064" y="380342"/>
                  </a:lnTo>
                  <a:lnTo>
                    <a:pt x="346243" y="380655"/>
                  </a:lnTo>
                  <a:lnTo>
                    <a:pt x="346396" y="381073"/>
                  </a:lnTo>
                  <a:lnTo>
                    <a:pt x="346614" y="381449"/>
                  </a:lnTo>
                  <a:lnTo>
                    <a:pt x="347200" y="381995"/>
                  </a:lnTo>
                  <a:lnTo>
                    <a:pt x="347406" y="381980"/>
                  </a:lnTo>
                  <a:lnTo>
                    <a:pt x="347821" y="382318"/>
                  </a:lnTo>
                  <a:lnTo>
                    <a:pt x="348197" y="382760"/>
                  </a:lnTo>
                  <a:lnTo>
                    <a:pt x="348375" y="382986"/>
                  </a:lnTo>
                  <a:lnTo>
                    <a:pt x="348540" y="383032"/>
                  </a:lnTo>
                  <a:lnTo>
                    <a:pt x="348969" y="383350"/>
                  </a:lnTo>
                  <a:lnTo>
                    <a:pt x="349547" y="383289"/>
                  </a:lnTo>
                  <a:lnTo>
                    <a:pt x="349965" y="383609"/>
                  </a:lnTo>
                  <a:lnTo>
                    <a:pt x="350397" y="383678"/>
                  </a:lnTo>
                  <a:lnTo>
                    <a:pt x="350549" y="383770"/>
                  </a:lnTo>
                  <a:lnTo>
                    <a:pt x="350815" y="384421"/>
                  </a:lnTo>
                  <a:lnTo>
                    <a:pt x="351225" y="384918"/>
                  </a:lnTo>
                  <a:lnTo>
                    <a:pt x="351353" y="385125"/>
                  </a:lnTo>
                  <a:lnTo>
                    <a:pt x="351513" y="385428"/>
                  </a:lnTo>
                  <a:lnTo>
                    <a:pt x="351649" y="385713"/>
                  </a:lnTo>
                  <a:lnTo>
                    <a:pt x="351817" y="385643"/>
                  </a:lnTo>
                  <a:lnTo>
                    <a:pt x="352100" y="385627"/>
                  </a:lnTo>
                  <a:lnTo>
                    <a:pt x="352318" y="386714"/>
                  </a:lnTo>
                  <a:lnTo>
                    <a:pt x="352653" y="387397"/>
                  </a:lnTo>
                  <a:lnTo>
                    <a:pt x="352597" y="387727"/>
                  </a:lnTo>
                  <a:lnTo>
                    <a:pt x="352192" y="388250"/>
                  </a:lnTo>
                  <a:lnTo>
                    <a:pt x="351751" y="388602"/>
                  </a:lnTo>
                  <a:lnTo>
                    <a:pt x="351636" y="388947"/>
                  </a:lnTo>
                  <a:lnTo>
                    <a:pt x="351903" y="389298"/>
                  </a:lnTo>
                  <a:lnTo>
                    <a:pt x="351865" y="389694"/>
                  </a:lnTo>
                  <a:lnTo>
                    <a:pt x="351278" y="390247"/>
                  </a:lnTo>
                  <a:lnTo>
                    <a:pt x="350912" y="390489"/>
                  </a:lnTo>
                  <a:lnTo>
                    <a:pt x="350729" y="390635"/>
                  </a:lnTo>
                  <a:lnTo>
                    <a:pt x="350270" y="391045"/>
                  </a:lnTo>
                  <a:lnTo>
                    <a:pt x="349671" y="391282"/>
                  </a:lnTo>
                  <a:lnTo>
                    <a:pt x="349515" y="391563"/>
                  </a:lnTo>
                  <a:lnTo>
                    <a:pt x="349591" y="392563"/>
                  </a:lnTo>
                  <a:lnTo>
                    <a:pt x="349509" y="392842"/>
                  </a:lnTo>
                  <a:lnTo>
                    <a:pt x="349423" y="393037"/>
                  </a:lnTo>
                  <a:lnTo>
                    <a:pt x="349840" y="393498"/>
                  </a:lnTo>
                  <a:lnTo>
                    <a:pt x="349379" y="393656"/>
                  </a:lnTo>
                  <a:lnTo>
                    <a:pt x="349138" y="393670"/>
                  </a:lnTo>
                  <a:lnTo>
                    <a:pt x="348891" y="393895"/>
                  </a:lnTo>
                  <a:lnTo>
                    <a:pt x="348572" y="394548"/>
                  </a:lnTo>
                  <a:lnTo>
                    <a:pt x="348573" y="394688"/>
                  </a:lnTo>
                  <a:lnTo>
                    <a:pt x="347712" y="395094"/>
                  </a:lnTo>
                  <a:lnTo>
                    <a:pt x="347476" y="395190"/>
                  </a:lnTo>
                  <a:lnTo>
                    <a:pt x="347264" y="395326"/>
                  </a:lnTo>
                  <a:lnTo>
                    <a:pt x="346794" y="395865"/>
                  </a:lnTo>
                  <a:lnTo>
                    <a:pt x="346257" y="396412"/>
                  </a:lnTo>
                  <a:lnTo>
                    <a:pt x="345681" y="396418"/>
                  </a:lnTo>
                  <a:lnTo>
                    <a:pt x="344991" y="397181"/>
                  </a:lnTo>
                  <a:lnTo>
                    <a:pt x="343842" y="396776"/>
                  </a:lnTo>
                  <a:lnTo>
                    <a:pt x="344174" y="396402"/>
                  </a:lnTo>
                  <a:lnTo>
                    <a:pt x="344616" y="396174"/>
                  </a:lnTo>
                  <a:lnTo>
                    <a:pt x="344280" y="395726"/>
                  </a:lnTo>
                  <a:lnTo>
                    <a:pt x="344101" y="395770"/>
                  </a:lnTo>
                  <a:lnTo>
                    <a:pt x="343580" y="396180"/>
                  </a:lnTo>
                  <a:lnTo>
                    <a:pt x="343095" y="395884"/>
                  </a:lnTo>
                  <a:lnTo>
                    <a:pt x="342413" y="395991"/>
                  </a:lnTo>
                  <a:lnTo>
                    <a:pt x="342100" y="396021"/>
                  </a:lnTo>
                  <a:lnTo>
                    <a:pt x="342056" y="395176"/>
                  </a:lnTo>
                  <a:lnTo>
                    <a:pt x="342110" y="394888"/>
                  </a:lnTo>
                  <a:lnTo>
                    <a:pt x="341662" y="394986"/>
                  </a:lnTo>
                  <a:lnTo>
                    <a:pt x="341277" y="395174"/>
                  </a:lnTo>
                  <a:lnTo>
                    <a:pt x="341054" y="395013"/>
                  </a:lnTo>
                  <a:lnTo>
                    <a:pt x="340879" y="394448"/>
                  </a:lnTo>
                  <a:lnTo>
                    <a:pt x="340942" y="394022"/>
                  </a:lnTo>
                  <a:lnTo>
                    <a:pt x="340437" y="393797"/>
                  </a:lnTo>
                  <a:lnTo>
                    <a:pt x="340316" y="394037"/>
                  </a:lnTo>
                  <a:lnTo>
                    <a:pt x="339657" y="394695"/>
                  </a:lnTo>
                  <a:lnTo>
                    <a:pt x="339685" y="394465"/>
                  </a:lnTo>
                  <a:lnTo>
                    <a:pt x="338924" y="393989"/>
                  </a:lnTo>
                  <a:lnTo>
                    <a:pt x="338729" y="394035"/>
                  </a:lnTo>
                  <a:lnTo>
                    <a:pt x="338086" y="393395"/>
                  </a:lnTo>
                  <a:lnTo>
                    <a:pt x="337926" y="393139"/>
                  </a:lnTo>
                  <a:lnTo>
                    <a:pt x="337784" y="393298"/>
                  </a:lnTo>
                  <a:lnTo>
                    <a:pt x="337766" y="393719"/>
                  </a:lnTo>
                  <a:lnTo>
                    <a:pt x="337300" y="393933"/>
                  </a:lnTo>
                  <a:lnTo>
                    <a:pt x="336648" y="394136"/>
                  </a:lnTo>
                  <a:lnTo>
                    <a:pt x="336186" y="394184"/>
                  </a:lnTo>
                  <a:lnTo>
                    <a:pt x="336109" y="394029"/>
                  </a:lnTo>
                  <a:lnTo>
                    <a:pt x="336109" y="393739"/>
                  </a:lnTo>
                  <a:lnTo>
                    <a:pt x="335600" y="393780"/>
                  </a:lnTo>
                  <a:lnTo>
                    <a:pt x="335520" y="394207"/>
                  </a:lnTo>
                  <a:lnTo>
                    <a:pt x="335508" y="394381"/>
                  </a:lnTo>
                  <a:lnTo>
                    <a:pt x="335469" y="394977"/>
                  </a:lnTo>
                  <a:lnTo>
                    <a:pt x="334947" y="395255"/>
                  </a:lnTo>
                  <a:lnTo>
                    <a:pt x="334486" y="394686"/>
                  </a:lnTo>
                  <a:lnTo>
                    <a:pt x="333979" y="394948"/>
                  </a:lnTo>
                  <a:lnTo>
                    <a:pt x="333626" y="395202"/>
                  </a:lnTo>
                  <a:lnTo>
                    <a:pt x="332205" y="394818"/>
                  </a:lnTo>
                  <a:lnTo>
                    <a:pt x="331683" y="394706"/>
                  </a:lnTo>
                  <a:lnTo>
                    <a:pt x="331281" y="394587"/>
                  </a:lnTo>
                  <a:lnTo>
                    <a:pt x="330997" y="394478"/>
                  </a:lnTo>
                  <a:lnTo>
                    <a:pt x="330746" y="394489"/>
                  </a:lnTo>
                  <a:lnTo>
                    <a:pt x="330331" y="394545"/>
                  </a:lnTo>
                  <a:lnTo>
                    <a:pt x="329662" y="394843"/>
                  </a:lnTo>
                  <a:lnTo>
                    <a:pt x="329339" y="394834"/>
                  </a:lnTo>
                  <a:lnTo>
                    <a:pt x="329116" y="394818"/>
                  </a:lnTo>
                  <a:lnTo>
                    <a:pt x="328163" y="394719"/>
                  </a:lnTo>
                  <a:lnTo>
                    <a:pt x="327667" y="394862"/>
                  </a:lnTo>
                  <a:lnTo>
                    <a:pt x="327460" y="394560"/>
                  </a:lnTo>
                  <a:lnTo>
                    <a:pt x="327039" y="395417"/>
                  </a:lnTo>
                  <a:lnTo>
                    <a:pt x="326823" y="395352"/>
                  </a:lnTo>
                  <a:lnTo>
                    <a:pt x="326599" y="395260"/>
                  </a:lnTo>
                  <a:lnTo>
                    <a:pt x="326228" y="395004"/>
                  </a:lnTo>
                  <a:lnTo>
                    <a:pt x="326100" y="394847"/>
                  </a:lnTo>
                  <a:lnTo>
                    <a:pt x="325984" y="394677"/>
                  </a:lnTo>
                  <a:lnTo>
                    <a:pt x="324545" y="394502"/>
                  </a:lnTo>
                  <a:lnTo>
                    <a:pt x="323947" y="394371"/>
                  </a:lnTo>
                  <a:lnTo>
                    <a:pt x="323654" y="394263"/>
                  </a:lnTo>
                  <a:lnTo>
                    <a:pt x="323275" y="393988"/>
                  </a:lnTo>
                  <a:lnTo>
                    <a:pt x="323141" y="393829"/>
                  </a:lnTo>
                  <a:lnTo>
                    <a:pt x="322805" y="393251"/>
                  </a:lnTo>
                  <a:lnTo>
                    <a:pt x="322799" y="393093"/>
                  </a:lnTo>
                  <a:lnTo>
                    <a:pt x="322727" y="392301"/>
                  </a:lnTo>
                  <a:lnTo>
                    <a:pt x="321913" y="392710"/>
                  </a:lnTo>
                  <a:lnTo>
                    <a:pt x="321727" y="392646"/>
                  </a:lnTo>
                  <a:lnTo>
                    <a:pt x="319762" y="392257"/>
                  </a:lnTo>
                  <a:lnTo>
                    <a:pt x="319723" y="392526"/>
                  </a:lnTo>
                  <a:lnTo>
                    <a:pt x="319830" y="392895"/>
                  </a:lnTo>
                  <a:lnTo>
                    <a:pt x="319544" y="393036"/>
                  </a:lnTo>
                  <a:lnTo>
                    <a:pt x="319400" y="393066"/>
                  </a:lnTo>
                  <a:lnTo>
                    <a:pt x="318303" y="392864"/>
                  </a:lnTo>
                  <a:lnTo>
                    <a:pt x="317407" y="392608"/>
                  </a:lnTo>
                  <a:lnTo>
                    <a:pt x="317401" y="392403"/>
                  </a:lnTo>
                  <a:lnTo>
                    <a:pt x="317184" y="392126"/>
                  </a:lnTo>
                  <a:lnTo>
                    <a:pt x="316468" y="392194"/>
                  </a:lnTo>
                  <a:lnTo>
                    <a:pt x="316094" y="392204"/>
                  </a:lnTo>
                  <a:lnTo>
                    <a:pt x="315961" y="392190"/>
                  </a:lnTo>
                  <a:lnTo>
                    <a:pt x="315732" y="392387"/>
                  </a:lnTo>
                  <a:lnTo>
                    <a:pt x="315770" y="392568"/>
                  </a:lnTo>
                  <a:lnTo>
                    <a:pt x="315713" y="392895"/>
                  </a:lnTo>
                  <a:lnTo>
                    <a:pt x="315262" y="392887"/>
                  </a:lnTo>
                  <a:lnTo>
                    <a:pt x="314495" y="392532"/>
                  </a:lnTo>
                  <a:lnTo>
                    <a:pt x="314021" y="392309"/>
                  </a:lnTo>
                  <a:lnTo>
                    <a:pt x="313867" y="392229"/>
                  </a:lnTo>
                  <a:lnTo>
                    <a:pt x="312946" y="391973"/>
                  </a:lnTo>
                  <a:lnTo>
                    <a:pt x="312403" y="392255"/>
                  </a:lnTo>
                  <a:lnTo>
                    <a:pt x="311946" y="392220"/>
                  </a:lnTo>
                  <a:lnTo>
                    <a:pt x="311667" y="391756"/>
                  </a:lnTo>
                  <a:lnTo>
                    <a:pt x="312644" y="391484"/>
                  </a:lnTo>
                  <a:lnTo>
                    <a:pt x="312916" y="391104"/>
                  </a:lnTo>
                  <a:lnTo>
                    <a:pt x="312331" y="390665"/>
                  </a:lnTo>
                  <a:lnTo>
                    <a:pt x="311844" y="390932"/>
                  </a:lnTo>
                  <a:lnTo>
                    <a:pt x="311022" y="390617"/>
                  </a:lnTo>
                  <a:lnTo>
                    <a:pt x="310309" y="390433"/>
                  </a:lnTo>
                  <a:lnTo>
                    <a:pt x="309995" y="389825"/>
                  </a:lnTo>
                  <a:lnTo>
                    <a:pt x="309212" y="390155"/>
                  </a:lnTo>
                  <a:lnTo>
                    <a:pt x="309040" y="390184"/>
                  </a:lnTo>
                  <a:lnTo>
                    <a:pt x="308535" y="389720"/>
                  </a:lnTo>
                  <a:lnTo>
                    <a:pt x="307874" y="389721"/>
                  </a:lnTo>
                  <a:lnTo>
                    <a:pt x="307407" y="390135"/>
                  </a:lnTo>
                  <a:lnTo>
                    <a:pt x="307352" y="389726"/>
                  </a:lnTo>
                  <a:lnTo>
                    <a:pt x="306021" y="389516"/>
                  </a:lnTo>
                  <a:lnTo>
                    <a:pt x="305921" y="388871"/>
                  </a:lnTo>
                  <a:lnTo>
                    <a:pt x="306442" y="388568"/>
                  </a:lnTo>
                  <a:lnTo>
                    <a:pt x="306783" y="388254"/>
                  </a:lnTo>
                  <a:lnTo>
                    <a:pt x="307417" y="387998"/>
                  </a:lnTo>
                  <a:lnTo>
                    <a:pt x="307397" y="387600"/>
                  </a:lnTo>
                  <a:lnTo>
                    <a:pt x="307995" y="387460"/>
                  </a:lnTo>
                  <a:lnTo>
                    <a:pt x="308206" y="387484"/>
                  </a:lnTo>
                  <a:lnTo>
                    <a:pt x="308445" y="387480"/>
                  </a:lnTo>
                  <a:lnTo>
                    <a:pt x="308628" y="387471"/>
                  </a:lnTo>
                  <a:lnTo>
                    <a:pt x="308658" y="386934"/>
                  </a:lnTo>
                  <a:lnTo>
                    <a:pt x="308209" y="386905"/>
                  </a:lnTo>
                  <a:lnTo>
                    <a:pt x="307924" y="386936"/>
                  </a:lnTo>
                  <a:lnTo>
                    <a:pt x="307529" y="386973"/>
                  </a:lnTo>
                  <a:lnTo>
                    <a:pt x="307044" y="386980"/>
                  </a:lnTo>
                  <a:lnTo>
                    <a:pt x="306731" y="386332"/>
                  </a:lnTo>
                  <a:lnTo>
                    <a:pt x="305411" y="385581"/>
                  </a:lnTo>
                  <a:lnTo>
                    <a:pt x="305991" y="384993"/>
                  </a:lnTo>
                  <a:lnTo>
                    <a:pt x="305714" y="384851"/>
                  </a:lnTo>
                  <a:lnTo>
                    <a:pt x="304668" y="384596"/>
                  </a:lnTo>
                  <a:lnTo>
                    <a:pt x="304576" y="384389"/>
                  </a:lnTo>
                  <a:lnTo>
                    <a:pt x="304434" y="384275"/>
                  </a:lnTo>
                  <a:lnTo>
                    <a:pt x="304156" y="384162"/>
                  </a:lnTo>
                  <a:lnTo>
                    <a:pt x="303876" y="384089"/>
                  </a:lnTo>
                  <a:lnTo>
                    <a:pt x="303414" y="383895"/>
                  </a:lnTo>
                  <a:lnTo>
                    <a:pt x="303375" y="383414"/>
                  </a:lnTo>
                  <a:lnTo>
                    <a:pt x="303548" y="383244"/>
                  </a:lnTo>
                  <a:lnTo>
                    <a:pt x="304105" y="382940"/>
                  </a:lnTo>
                  <a:lnTo>
                    <a:pt x="304886" y="382759"/>
                  </a:lnTo>
                  <a:lnTo>
                    <a:pt x="304867" y="382329"/>
                  </a:lnTo>
                  <a:lnTo>
                    <a:pt x="304730" y="382331"/>
                  </a:lnTo>
                  <a:lnTo>
                    <a:pt x="304550" y="382365"/>
                  </a:lnTo>
                  <a:lnTo>
                    <a:pt x="303932" y="382328"/>
                  </a:lnTo>
                  <a:lnTo>
                    <a:pt x="303963" y="381893"/>
                  </a:lnTo>
                  <a:lnTo>
                    <a:pt x="303759" y="381444"/>
                  </a:lnTo>
                  <a:lnTo>
                    <a:pt x="303869" y="381024"/>
                  </a:lnTo>
                  <a:lnTo>
                    <a:pt x="303885" y="380883"/>
                  </a:lnTo>
                  <a:lnTo>
                    <a:pt x="303299" y="380707"/>
                  </a:lnTo>
                  <a:lnTo>
                    <a:pt x="302908" y="380713"/>
                  </a:lnTo>
                  <a:lnTo>
                    <a:pt x="302517" y="380703"/>
                  </a:lnTo>
                  <a:lnTo>
                    <a:pt x="302332" y="380626"/>
                  </a:lnTo>
                  <a:lnTo>
                    <a:pt x="301782" y="379784"/>
                  </a:lnTo>
                  <a:lnTo>
                    <a:pt x="300916" y="379170"/>
                  </a:lnTo>
                  <a:lnTo>
                    <a:pt x="300597" y="379191"/>
                  </a:lnTo>
                  <a:lnTo>
                    <a:pt x="300372" y="379236"/>
                  </a:lnTo>
                  <a:lnTo>
                    <a:pt x="299511" y="379400"/>
                  </a:lnTo>
                  <a:lnTo>
                    <a:pt x="299243" y="379121"/>
                  </a:lnTo>
                  <a:lnTo>
                    <a:pt x="299911" y="378600"/>
                  </a:lnTo>
                  <a:lnTo>
                    <a:pt x="299966" y="378415"/>
                  </a:lnTo>
                  <a:lnTo>
                    <a:pt x="299703" y="377730"/>
                  </a:lnTo>
                  <a:lnTo>
                    <a:pt x="298568" y="378057"/>
                  </a:lnTo>
                  <a:lnTo>
                    <a:pt x="298192" y="378325"/>
                  </a:lnTo>
                  <a:lnTo>
                    <a:pt x="297500" y="378514"/>
                  </a:lnTo>
                  <a:lnTo>
                    <a:pt x="297247" y="378710"/>
                  </a:lnTo>
                  <a:lnTo>
                    <a:pt x="297063" y="378908"/>
                  </a:lnTo>
                  <a:lnTo>
                    <a:pt x="296696" y="379301"/>
                  </a:lnTo>
                  <a:lnTo>
                    <a:pt x="296340" y="379843"/>
                  </a:lnTo>
                  <a:lnTo>
                    <a:pt x="296278" y="380020"/>
                  </a:lnTo>
                  <a:lnTo>
                    <a:pt x="296197" y="380491"/>
                  </a:lnTo>
                  <a:lnTo>
                    <a:pt x="295971" y="381110"/>
                  </a:lnTo>
                  <a:lnTo>
                    <a:pt x="295859" y="381437"/>
                  </a:lnTo>
                  <a:lnTo>
                    <a:pt x="295144" y="381146"/>
                  </a:lnTo>
                  <a:lnTo>
                    <a:pt x="295087" y="380927"/>
                  </a:lnTo>
                  <a:lnTo>
                    <a:pt x="294429" y="380448"/>
                  </a:lnTo>
                  <a:lnTo>
                    <a:pt x="294308" y="380632"/>
                  </a:lnTo>
                  <a:lnTo>
                    <a:pt x="294107" y="380991"/>
                  </a:lnTo>
                  <a:lnTo>
                    <a:pt x="294094" y="381153"/>
                  </a:lnTo>
                  <a:lnTo>
                    <a:pt x="294100" y="381336"/>
                  </a:lnTo>
                  <a:lnTo>
                    <a:pt x="294107" y="381588"/>
                  </a:lnTo>
                  <a:lnTo>
                    <a:pt x="294082" y="382209"/>
                  </a:lnTo>
                  <a:lnTo>
                    <a:pt x="293782" y="382837"/>
                  </a:lnTo>
                  <a:lnTo>
                    <a:pt x="293180" y="382157"/>
                  </a:lnTo>
                  <a:lnTo>
                    <a:pt x="292669" y="381440"/>
                  </a:lnTo>
                  <a:lnTo>
                    <a:pt x="292529" y="381247"/>
                  </a:lnTo>
                  <a:lnTo>
                    <a:pt x="292089" y="380780"/>
                  </a:lnTo>
                  <a:lnTo>
                    <a:pt x="291608" y="380522"/>
                  </a:lnTo>
                  <a:lnTo>
                    <a:pt x="291146" y="380181"/>
                  </a:lnTo>
                  <a:lnTo>
                    <a:pt x="290725" y="380054"/>
                  </a:lnTo>
                  <a:lnTo>
                    <a:pt x="290506" y="380088"/>
                  </a:lnTo>
                  <a:lnTo>
                    <a:pt x="290345" y="380133"/>
                  </a:lnTo>
                  <a:lnTo>
                    <a:pt x="290103" y="380220"/>
                  </a:lnTo>
                  <a:lnTo>
                    <a:pt x="289975" y="380309"/>
                  </a:lnTo>
                  <a:lnTo>
                    <a:pt x="289684" y="380729"/>
                  </a:lnTo>
                  <a:lnTo>
                    <a:pt x="289718" y="381150"/>
                  </a:lnTo>
                  <a:lnTo>
                    <a:pt x="289846" y="381292"/>
                  </a:lnTo>
                  <a:lnTo>
                    <a:pt x="290175" y="381468"/>
                  </a:lnTo>
                  <a:lnTo>
                    <a:pt x="290315" y="381511"/>
                  </a:lnTo>
                  <a:lnTo>
                    <a:pt x="290539" y="381563"/>
                  </a:lnTo>
                  <a:lnTo>
                    <a:pt x="290911" y="381624"/>
                  </a:lnTo>
                  <a:lnTo>
                    <a:pt x="291171" y="381789"/>
                  </a:lnTo>
                  <a:lnTo>
                    <a:pt x="291026" y="382287"/>
                  </a:lnTo>
                  <a:lnTo>
                    <a:pt x="290769" y="382485"/>
                  </a:lnTo>
                  <a:lnTo>
                    <a:pt x="290256" y="382959"/>
                  </a:lnTo>
                  <a:lnTo>
                    <a:pt x="290121" y="382988"/>
                  </a:lnTo>
                  <a:lnTo>
                    <a:pt x="289979" y="383090"/>
                  </a:lnTo>
                  <a:lnTo>
                    <a:pt x="289781" y="383689"/>
                  </a:lnTo>
                  <a:lnTo>
                    <a:pt x="288881" y="383975"/>
                  </a:lnTo>
                  <a:lnTo>
                    <a:pt x="288743" y="384143"/>
                  </a:lnTo>
                  <a:lnTo>
                    <a:pt x="288353" y="384344"/>
                  </a:lnTo>
                  <a:lnTo>
                    <a:pt x="287986" y="384155"/>
                  </a:lnTo>
                  <a:lnTo>
                    <a:pt x="287785" y="383919"/>
                  </a:lnTo>
                  <a:lnTo>
                    <a:pt x="286644" y="384067"/>
                  </a:lnTo>
                  <a:lnTo>
                    <a:pt x="286612" y="384239"/>
                  </a:lnTo>
                  <a:lnTo>
                    <a:pt x="286777" y="384589"/>
                  </a:lnTo>
                  <a:lnTo>
                    <a:pt x="285952" y="385856"/>
                  </a:lnTo>
                  <a:lnTo>
                    <a:pt x="285599" y="385900"/>
                  </a:lnTo>
                  <a:lnTo>
                    <a:pt x="285411" y="385912"/>
                  </a:lnTo>
                  <a:lnTo>
                    <a:pt x="285060" y="386076"/>
                  </a:lnTo>
                  <a:lnTo>
                    <a:pt x="285001" y="386522"/>
                  </a:lnTo>
                  <a:lnTo>
                    <a:pt x="285028" y="386673"/>
                  </a:lnTo>
                  <a:lnTo>
                    <a:pt x="285168" y="387301"/>
                  </a:lnTo>
                  <a:lnTo>
                    <a:pt x="285430" y="387492"/>
                  </a:lnTo>
                  <a:lnTo>
                    <a:pt x="285523" y="387689"/>
                  </a:lnTo>
                  <a:lnTo>
                    <a:pt x="285720" y="388111"/>
                  </a:lnTo>
                  <a:lnTo>
                    <a:pt x="285726" y="388566"/>
                  </a:lnTo>
                  <a:lnTo>
                    <a:pt x="285675" y="388741"/>
                  </a:lnTo>
                  <a:lnTo>
                    <a:pt x="285467" y="388851"/>
                  </a:lnTo>
                  <a:lnTo>
                    <a:pt x="284704" y="389625"/>
                  </a:lnTo>
                  <a:lnTo>
                    <a:pt x="284312" y="390203"/>
                  </a:lnTo>
                  <a:lnTo>
                    <a:pt x="284377" y="390477"/>
                  </a:lnTo>
                  <a:lnTo>
                    <a:pt x="284208" y="390817"/>
                  </a:lnTo>
                  <a:lnTo>
                    <a:pt x="284159" y="390953"/>
                  </a:lnTo>
                  <a:lnTo>
                    <a:pt x="284065" y="391332"/>
                  </a:lnTo>
                  <a:lnTo>
                    <a:pt x="284102" y="391552"/>
                  </a:lnTo>
                  <a:lnTo>
                    <a:pt x="284070" y="391984"/>
                  </a:lnTo>
                  <a:lnTo>
                    <a:pt x="283940" y="392080"/>
                  </a:lnTo>
                  <a:lnTo>
                    <a:pt x="283666" y="392419"/>
                  </a:lnTo>
                  <a:lnTo>
                    <a:pt x="283584" y="392661"/>
                  </a:lnTo>
                  <a:lnTo>
                    <a:pt x="283471" y="392905"/>
                  </a:lnTo>
                  <a:lnTo>
                    <a:pt x="283279" y="393200"/>
                  </a:lnTo>
                  <a:lnTo>
                    <a:pt x="283111" y="393537"/>
                  </a:lnTo>
                  <a:lnTo>
                    <a:pt x="282576" y="394139"/>
                  </a:lnTo>
                  <a:lnTo>
                    <a:pt x="282734" y="394512"/>
                  </a:lnTo>
                  <a:lnTo>
                    <a:pt x="282621" y="394771"/>
                  </a:lnTo>
                  <a:lnTo>
                    <a:pt x="282568" y="394970"/>
                  </a:lnTo>
                  <a:lnTo>
                    <a:pt x="282461" y="395344"/>
                  </a:lnTo>
                  <a:lnTo>
                    <a:pt x="282444" y="395484"/>
                  </a:lnTo>
                  <a:lnTo>
                    <a:pt x="282508" y="395776"/>
                  </a:lnTo>
                  <a:lnTo>
                    <a:pt x="282601" y="395997"/>
                  </a:lnTo>
                  <a:lnTo>
                    <a:pt x="282802" y="396248"/>
                  </a:lnTo>
                  <a:lnTo>
                    <a:pt x="282928" y="396390"/>
                  </a:lnTo>
                  <a:lnTo>
                    <a:pt x="283446" y="396462"/>
                  </a:lnTo>
                  <a:lnTo>
                    <a:pt x="283735" y="396679"/>
                  </a:lnTo>
                  <a:lnTo>
                    <a:pt x="284051" y="396943"/>
                  </a:lnTo>
                  <a:lnTo>
                    <a:pt x="284073" y="397083"/>
                  </a:lnTo>
                  <a:lnTo>
                    <a:pt x="284032" y="397330"/>
                  </a:lnTo>
                  <a:lnTo>
                    <a:pt x="283987" y="397472"/>
                  </a:lnTo>
                  <a:lnTo>
                    <a:pt x="283749" y="397746"/>
                  </a:lnTo>
                  <a:lnTo>
                    <a:pt x="283274" y="397918"/>
                  </a:lnTo>
                  <a:lnTo>
                    <a:pt x="283136" y="397941"/>
                  </a:lnTo>
                  <a:lnTo>
                    <a:pt x="282912" y="397948"/>
                  </a:lnTo>
                  <a:lnTo>
                    <a:pt x="282464" y="397920"/>
                  </a:lnTo>
                  <a:lnTo>
                    <a:pt x="281894" y="397978"/>
                  </a:lnTo>
                  <a:lnTo>
                    <a:pt x="281844" y="397669"/>
                  </a:lnTo>
                  <a:lnTo>
                    <a:pt x="282313" y="397631"/>
                  </a:lnTo>
                  <a:lnTo>
                    <a:pt x="282773" y="397541"/>
                  </a:lnTo>
                  <a:lnTo>
                    <a:pt x="283098" y="397146"/>
                  </a:lnTo>
                  <a:lnTo>
                    <a:pt x="282797" y="396819"/>
                  </a:lnTo>
                  <a:lnTo>
                    <a:pt x="282123" y="396872"/>
                  </a:lnTo>
                  <a:lnTo>
                    <a:pt x="281740" y="397063"/>
                  </a:lnTo>
                  <a:lnTo>
                    <a:pt x="281223" y="397367"/>
                  </a:lnTo>
                  <a:lnTo>
                    <a:pt x="280879" y="397490"/>
                  </a:lnTo>
                  <a:lnTo>
                    <a:pt x="280671" y="397531"/>
                  </a:lnTo>
                  <a:lnTo>
                    <a:pt x="279585" y="398613"/>
                  </a:lnTo>
                  <a:lnTo>
                    <a:pt x="278927" y="399044"/>
                  </a:lnTo>
                  <a:lnTo>
                    <a:pt x="278820" y="399516"/>
                  </a:lnTo>
                  <a:lnTo>
                    <a:pt x="278750" y="399692"/>
                  </a:lnTo>
                  <a:lnTo>
                    <a:pt x="278461" y="400004"/>
                  </a:lnTo>
                  <a:lnTo>
                    <a:pt x="278170" y="400192"/>
                  </a:lnTo>
                  <a:lnTo>
                    <a:pt x="277826" y="400415"/>
                  </a:lnTo>
                  <a:lnTo>
                    <a:pt x="277229" y="401444"/>
                  </a:lnTo>
                  <a:lnTo>
                    <a:pt x="277166" y="402195"/>
                  </a:lnTo>
                  <a:lnTo>
                    <a:pt x="276881" y="402558"/>
                  </a:lnTo>
                  <a:lnTo>
                    <a:pt x="276728" y="402616"/>
                  </a:lnTo>
                  <a:lnTo>
                    <a:pt x="276149" y="402774"/>
                  </a:lnTo>
                  <a:lnTo>
                    <a:pt x="276013" y="402833"/>
                  </a:lnTo>
                  <a:lnTo>
                    <a:pt x="275553" y="403284"/>
                  </a:lnTo>
                  <a:lnTo>
                    <a:pt x="275277" y="404463"/>
                  </a:lnTo>
                  <a:lnTo>
                    <a:pt x="274823" y="404819"/>
                  </a:lnTo>
                  <a:lnTo>
                    <a:pt x="274690" y="404827"/>
                  </a:lnTo>
                  <a:lnTo>
                    <a:pt x="274351" y="404948"/>
                  </a:lnTo>
                  <a:lnTo>
                    <a:pt x="274656" y="405497"/>
                  </a:lnTo>
                  <a:lnTo>
                    <a:pt x="274647" y="405709"/>
                  </a:lnTo>
                  <a:lnTo>
                    <a:pt x="274204" y="406175"/>
                  </a:lnTo>
                  <a:lnTo>
                    <a:pt x="273957" y="406328"/>
                  </a:lnTo>
                  <a:lnTo>
                    <a:pt x="273823" y="406370"/>
                  </a:lnTo>
                  <a:lnTo>
                    <a:pt x="273377" y="406476"/>
                  </a:lnTo>
                  <a:lnTo>
                    <a:pt x="272970" y="406539"/>
                  </a:lnTo>
                  <a:lnTo>
                    <a:pt x="272410" y="406805"/>
                  </a:lnTo>
                  <a:lnTo>
                    <a:pt x="271994" y="407534"/>
                  </a:lnTo>
                  <a:lnTo>
                    <a:pt x="271620" y="407645"/>
                  </a:lnTo>
                  <a:lnTo>
                    <a:pt x="271262" y="407732"/>
                  </a:lnTo>
                  <a:lnTo>
                    <a:pt x="270903" y="407924"/>
                  </a:lnTo>
                  <a:lnTo>
                    <a:pt x="270668" y="408078"/>
                  </a:lnTo>
                  <a:lnTo>
                    <a:pt x="270603" y="408257"/>
                  </a:lnTo>
                  <a:lnTo>
                    <a:pt x="270305" y="408644"/>
                  </a:lnTo>
                  <a:lnTo>
                    <a:pt x="270088" y="408858"/>
                  </a:lnTo>
                  <a:lnTo>
                    <a:pt x="269784" y="409062"/>
                  </a:lnTo>
                  <a:lnTo>
                    <a:pt x="269371" y="409226"/>
                  </a:lnTo>
                  <a:lnTo>
                    <a:pt x="268906" y="409280"/>
                  </a:lnTo>
                  <a:lnTo>
                    <a:pt x="267915" y="409294"/>
                  </a:lnTo>
                  <a:lnTo>
                    <a:pt x="267735" y="409600"/>
                  </a:lnTo>
                  <a:lnTo>
                    <a:pt x="267745" y="410063"/>
                  </a:lnTo>
                  <a:lnTo>
                    <a:pt x="267894" y="410162"/>
                  </a:lnTo>
                  <a:lnTo>
                    <a:pt x="268466" y="410673"/>
                  </a:lnTo>
                  <a:lnTo>
                    <a:pt x="268401" y="410931"/>
                  </a:lnTo>
                  <a:lnTo>
                    <a:pt x="268217" y="411368"/>
                  </a:lnTo>
                  <a:lnTo>
                    <a:pt x="267091" y="411950"/>
                  </a:lnTo>
                  <a:lnTo>
                    <a:pt x="267152" y="412093"/>
                  </a:lnTo>
                  <a:lnTo>
                    <a:pt x="267230" y="413019"/>
                  </a:lnTo>
                  <a:lnTo>
                    <a:pt x="267042" y="413023"/>
                  </a:lnTo>
                  <a:lnTo>
                    <a:pt x="266779" y="412968"/>
                  </a:lnTo>
                  <a:lnTo>
                    <a:pt x="266580" y="412965"/>
                  </a:lnTo>
                  <a:lnTo>
                    <a:pt x="266143" y="413098"/>
                  </a:lnTo>
                  <a:lnTo>
                    <a:pt x="265961" y="413574"/>
                  </a:lnTo>
                  <a:lnTo>
                    <a:pt x="266242" y="413754"/>
                  </a:lnTo>
                  <a:lnTo>
                    <a:pt x="266251" y="414308"/>
                  </a:lnTo>
                  <a:lnTo>
                    <a:pt x="266096" y="414430"/>
                  </a:lnTo>
                  <a:lnTo>
                    <a:pt x="265787" y="414529"/>
                  </a:lnTo>
                  <a:lnTo>
                    <a:pt x="265323" y="414895"/>
                  </a:lnTo>
                  <a:lnTo>
                    <a:pt x="264709" y="416325"/>
                  </a:lnTo>
                  <a:lnTo>
                    <a:pt x="264451" y="416325"/>
                  </a:lnTo>
                  <a:lnTo>
                    <a:pt x="264318" y="416258"/>
                  </a:lnTo>
                  <a:lnTo>
                    <a:pt x="263674" y="416045"/>
                  </a:lnTo>
                  <a:lnTo>
                    <a:pt x="263390" y="416111"/>
                  </a:lnTo>
                  <a:lnTo>
                    <a:pt x="263054" y="416287"/>
                  </a:lnTo>
                  <a:lnTo>
                    <a:pt x="262825" y="417053"/>
                  </a:lnTo>
                  <a:lnTo>
                    <a:pt x="262965" y="416970"/>
                  </a:lnTo>
                  <a:lnTo>
                    <a:pt x="263432" y="416778"/>
                  </a:lnTo>
                  <a:lnTo>
                    <a:pt x="263614" y="416819"/>
                  </a:lnTo>
                  <a:lnTo>
                    <a:pt x="263810" y="416878"/>
                  </a:lnTo>
                  <a:lnTo>
                    <a:pt x="264014" y="417036"/>
                  </a:lnTo>
                  <a:lnTo>
                    <a:pt x="263873" y="417309"/>
                  </a:lnTo>
                  <a:lnTo>
                    <a:pt x="263733" y="417455"/>
                  </a:lnTo>
                  <a:lnTo>
                    <a:pt x="262022" y="417534"/>
                  </a:lnTo>
                  <a:lnTo>
                    <a:pt x="260651" y="418411"/>
                  </a:lnTo>
                  <a:lnTo>
                    <a:pt x="260442" y="418362"/>
                  </a:lnTo>
                  <a:lnTo>
                    <a:pt x="257998" y="417879"/>
                  </a:lnTo>
                  <a:lnTo>
                    <a:pt x="255957" y="419047"/>
                  </a:lnTo>
                  <a:lnTo>
                    <a:pt x="255148" y="417882"/>
                  </a:lnTo>
                  <a:lnTo>
                    <a:pt x="254488" y="417786"/>
                  </a:lnTo>
                  <a:lnTo>
                    <a:pt x="254070" y="418072"/>
                  </a:lnTo>
                  <a:lnTo>
                    <a:pt x="252542" y="418699"/>
                  </a:lnTo>
                  <a:lnTo>
                    <a:pt x="252397" y="418737"/>
                  </a:lnTo>
                  <a:lnTo>
                    <a:pt x="251569" y="418214"/>
                  </a:lnTo>
                  <a:lnTo>
                    <a:pt x="249251" y="417249"/>
                  </a:lnTo>
                  <a:lnTo>
                    <a:pt x="248950" y="417276"/>
                  </a:lnTo>
                  <a:lnTo>
                    <a:pt x="247815" y="417660"/>
                  </a:lnTo>
                  <a:lnTo>
                    <a:pt x="247435" y="416679"/>
                  </a:lnTo>
                  <a:lnTo>
                    <a:pt x="247651" y="416113"/>
                  </a:lnTo>
                  <a:lnTo>
                    <a:pt x="248055" y="415892"/>
                  </a:lnTo>
                  <a:lnTo>
                    <a:pt x="248198" y="415806"/>
                  </a:lnTo>
                  <a:lnTo>
                    <a:pt x="248351" y="415709"/>
                  </a:lnTo>
                  <a:lnTo>
                    <a:pt x="248825" y="415707"/>
                  </a:lnTo>
                  <a:lnTo>
                    <a:pt x="249173" y="415683"/>
                  </a:lnTo>
                  <a:lnTo>
                    <a:pt x="249326" y="415439"/>
                  </a:lnTo>
                  <a:lnTo>
                    <a:pt x="249575" y="414928"/>
                  </a:lnTo>
                  <a:lnTo>
                    <a:pt x="249765" y="414427"/>
                  </a:lnTo>
                  <a:lnTo>
                    <a:pt x="250175" y="414171"/>
                  </a:lnTo>
                  <a:lnTo>
                    <a:pt x="250832" y="414173"/>
                  </a:lnTo>
                  <a:lnTo>
                    <a:pt x="250938" y="414027"/>
                  </a:lnTo>
                  <a:lnTo>
                    <a:pt x="250907" y="413603"/>
                  </a:lnTo>
                  <a:lnTo>
                    <a:pt x="250824" y="413188"/>
                  </a:lnTo>
                  <a:lnTo>
                    <a:pt x="250885" y="412896"/>
                  </a:lnTo>
                  <a:lnTo>
                    <a:pt x="250973" y="412437"/>
                  </a:lnTo>
                  <a:lnTo>
                    <a:pt x="251022" y="412217"/>
                  </a:lnTo>
                  <a:lnTo>
                    <a:pt x="251305" y="412004"/>
                  </a:lnTo>
                  <a:lnTo>
                    <a:pt x="251528" y="411918"/>
                  </a:lnTo>
                  <a:lnTo>
                    <a:pt x="251884" y="411719"/>
                  </a:lnTo>
                  <a:lnTo>
                    <a:pt x="251997" y="411547"/>
                  </a:lnTo>
                  <a:lnTo>
                    <a:pt x="252664" y="410731"/>
                  </a:lnTo>
                  <a:lnTo>
                    <a:pt x="252683" y="410547"/>
                  </a:lnTo>
                  <a:lnTo>
                    <a:pt x="252838" y="410231"/>
                  </a:lnTo>
                  <a:lnTo>
                    <a:pt x="252892" y="409952"/>
                  </a:lnTo>
                  <a:lnTo>
                    <a:pt x="253049" y="409696"/>
                  </a:lnTo>
                  <a:lnTo>
                    <a:pt x="252785" y="409042"/>
                  </a:lnTo>
                  <a:lnTo>
                    <a:pt x="252601" y="408995"/>
                  </a:lnTo>
                  <a:lnTo>
                    <a:pt x="252472" y="408975"/>
                  </a:lnTo>
                  <a:lnTo>
                    <a:pt x="252048" y="408860"/>
                  </a:lnTo>
                  <a:lnTo>
                    <a:pt x="252432" y="408221"/>
                  </a:lnTo>
                  <a:lnTo>
                    <a:pt x="252556" y="408010"/>
                  </a:lnTo>
                  <a:lnTo>
                    <a:pt x="252745" y="407819"/>
                  </a:lnTo>
                  <a:lnTo>
                    <a:pt x="253493" y="407715"/>
                  </a:lnTo>
                  <a:lnTo>
                    <a:pt x="254268" y="406564"/>
                  </a:lnTo>
                  <a:lnTo>
                    <a:pt x="254625" y="406353"/>
                  </a:lnTo>
                  <a:lnTo>
                    <a:pt x="254766" y="406233"/>
                  </a:lnTo>
                  <a:lnTo>
                    <a:pt x="255135" y="405836"/>
                  </a:lnTo>
                  <a:lnTo>
                    <a:pt x="254639" y="405712"/>
                  </a:lnTo>
                  <a:lnTo>
                    <a:pt x="254510" y="405714"/>
                  </a:lnTo>
                  <a:lnTo>
                    <a:pt x="254083" y="405654"/>
                  </a:lnTo>
                  <a:lnTo>
                    <a:pt x="253776" y="405496"/>
                  </a:lnTo>
                  <a:lnTo>
                    <a:pt x="253065" y="405322"/>
                  </a:lnTo>
                  <a:lnTo>
                    <a:pt x="253092" y="404570"/>
                  </a:lnTo>
                  <a:lnTo>
                    <a:pt x="253139" y="404270"/>
                  </a:lnTo>
                  <a:lnTo>
                    <a:pt x="253303" y="403942"/>
                  </a:lnTo>
                  <a:lnTo>
                    <a:pt x="253380" y="403799"/>
                  </a:lnTo>
                  <a:lnTo>
                    <a:pt x="253634" y="403467"/>
                  </a:lnTo>
                  <a:lnTo>
                    <a:pt x="253743" y="403269"/>
                  </a:lnTo>
                  <a:lnTo>
                    <a:pt x="253785" y="402855"/>
                  </a:lnTo>
                  <a:lnTo>
                    <a:pt x="253618" y="402588"/>
                  </a:lnTo>
                  <a:lnTo>
                    <a:pt x="253529" y="402437"/>
                  </a:lnTo>
                  <a:lnTo>
                    <a:pt x="253241" y="402416"/>
                  </a:lnTo>
                  <a:lnTo>
                    <a:pt x="253017" y="402424"/>
                  </a:lnTo>
                  <a:lnTo>
                    <a:pt x="252845" y="402472"/>
                  </a:lnTo>
                  <a:lnTo>
                    <a:pt x="252674" y="402501"/>
                  </a:lnTo>
                  <a:lnTo>
                    <a:pt x="252073" y="402311"/>
                  </a:lnTo>
                  <a:lnTo>
                    <a:pt x="251500" y="402422"/>
                  </a:lnTo>
                  <a:lnTo>
                    <a:pt x="251323" y="402069"/>
                  </a:lnTo>
                  <a:lnTo>
                    <a:pt x="251146" y="401497"/>
                  </a:lnTo>
                  <a:lnTo>
                    <a:pt x="250980" y="401151"/>
                  </a:lnTo>
                  <a:lnTo>
                    <a:pt x="250684" y="401029"/>
                  </a:lnTo>
                  <a:lnTo>
                    <a:pt x="250462" y="401233"/>
                  </a:lnTo>
                  <a:lnTo>
                    <a:pt x="250304" y="401352"/>
                  </a:lnTo>
                  <a:lnTo>
                    <a:pt x="250174" y="401440"/>
                  </a:lnTo>
                  <a:lnTo>
                    <a:pt x="249560" y="401439"/>
                  </a:lnTo>
                  <a:lnTo>
                    <a:pt x="249283" y="400978"/>
                  </a:lnTo>
                  <a:lnTo>
                    <a:pt x="249268" y="400737"/>
                  </a:lnTo>
                  <a:lnTo>
                    <a:pt x="249396" y="400206"/>
                  </a:lnTo>
                  <a:lnTo>
                    <a:pt x="249043" y="399800"/>
                  </a:lnTo>
                  <a:lnTo>
                    <a:pt x="248899" y="399655"/>
                  </a:lnTo>
                  <a:lnTo>
                    <a:pt x="248844" y="399195"/>
                  </a:lnTo>
                  <a:lnTo>
                    <a:pt x="249331" y="398632"/>
                  </a:lnTo>
                  <a:lnTo>
                    <a:pt x="249327" y="398495"/>
                  </a:lnTo>
                  <a:lnTo>
                    <a:pt x="249300" y="398365"/>
                  </a:lnTo>
                  <a:lnTo>
                    <a:pt x="249233" y="398189"/>
                  </a:lnTo>
                  <a:lnTo>
                    <a:pt x="249084" y="397986"/>
                  </a:lnTo>
                  <a:lnTo>
                    <a:pt x="248921" y="397819"/>
                  </a:lnTo>
                  <a:lnTo>
                    <a:pt x="248213" y="397262"/>
                  </a:lnTo>
                  <a:lnTo>
                    <a:pt x="248026" y="397178"/>
                  </a:lnTo>
                  <a:lnTo>
                    <a:pt x="247878" y="397137"/>
                  </a:lnTo>
                  <a:lnTo>
                    <a:pt x="247748" y="397131"/>
                  </a:lnTo>
                  <a:lnTo>
                    <a:pt x="247491" y="397167"/>
                  </a:lnTo>
                  <a:lnTo>
                    <a:pt x="247361" y="397167"/>
                  </a:lnTo>
                  <a:lnTo>
                    <a:pt x="247307" y="396436"/>
                  </a:lnTo>
                  <a:lnTo>
                    <a:pt x="246807" y="395820"/>
                  </a:lnTo>
                  <a:lnTo>
                    <a:pt x="242452" y="388308"/>
                  </a:lnTo>
                  <a:lnTo>
                    <a:pt x="242375" y="388074"/>
                  </a:lnTo>
                  <a:lnTo>
                    <a:pt x="242324" y="387600"/>
                  </a:lnTo>
                  <a:lnTo>
                    <a:pt x="242053" y="387227"/>
                  </a:lnTo>
                  <a:lnTo>
                    <a:pt x="241981" y="387010"/>
                  </a:lnTo>
                  <a:lnTo>
                    <a:pt x="242065" y="386567"/>
                  </a:lnTo>
                  <a:lnTo>
                    <a:pt x="242105" y="386292"/>
                  </a:lnTo>
                  <a:lnTo>
                    <a:pt x="242311" y="385833"/>
                  </a:lnTo>
                  <a:lnTo>
                    <a:pt x="242453" y="385715"/>
                  </a:lnTo>
                  <a:lnTo>
                    <a:pt x="242681" y="385478"/>
                  </a:lnTo>
                  <a:lnTo>
                    <a:pt x="242318" y="385023"/>
                  </a:lnTo>
                  <a:lnTo>
                    <a:pt x="242155" y="384686"/>
                  </a:lnTo>
                  <a:lnTo>
                    <a:pt x="242052" y="384454"/>
                  </a:lnTo>
                  <a:lnTo>
                    <a:pt x="241991" y="384049"/>
                  </a:lnTo>
                  <a:lnTo>
                    <a:pt x="241843" y="383603"/>
                  </a:lnTo>
                  <a:lnTo>
                    <a:pt x="241267" y="383647"/>
                  </a:lnTo>
                  <a:lnTo>
                    <a:pt x="240730" y="383156"/>
                  </a:lnTo>
                  <a:lnTo>
                    <a:pt x="240459" y="382920"/>
                  </a:lnTo>
                  <a:lnTo>
                    <a:pt x="239525" y="383099"/>
                  </a:lnTo>
                  <a:lnTo>
                    <a:pt x="239008" y="383264"/>
                  </a:lnTo>
                  <a:lnTo>
                    <a:pt x="238407" y="383441"/>
                  </a:lnTo>
                  <a:lnTo>
                    <a:pt x="238019" y="383537"/>
                  </a:lnTo>
                  <a:lnTo>
                    <a:pt x="237752" y="383698"/>
                  </a:lnTo>
                  <a:lnTo>
                    <a:pt x="237140" y="383842"/>
                  </a:lnTo>
                  <a:lnTo>
                    <a:pt x="236904" y="383332"/>
                  </a:lnTo>
                  <a:lnTo>
                    <a:pt x="237150" y="382543"/>
                  </a:lnTo>
                  <a:lnTo>
                    <a:pt x="237424" y="381410"/>
                  </a:lnTo>
                  <a:lnTo>
                    <a:pt x="237314" y="380420"/>
                  </a:lnTo>
                  <a:lnTo>
                    <a:pt x="237230" y="380286"/>
                  </a:lnTo>
                  <a:lnTo>
                    <a:pt x="237165" y="380028"/>
                  </a:lnTo>
                  <a:lnTo>
                    <a:pt x="237213" y="379891"/>
                  </a:lnTo>
                  <a:lnTo>
                    <a:pt x="237239" y="379547"/>
                  </a:lnTo>
                  <a:lnTo>
                    <a:pt x="237162" y="379420"/>
                  </a:lnTo>
                  <a:lnTo>
                    <a:pt x="236955" y="379196"/>
                  </a:lnTo>
                  <a:lnTo>
                    <a:pt x="236926" y="378826"/>
                  </a:lnTo>
                  <a:lnTo>
                    <a:pt x="236820" y="378378"/>
                  </a:lnTo>
                  <a:lnTo>
                    <a:pt x="236604" y="378171"/>
                  </a:lnTo>
                  <a:lnTo>
                    <a:pt x="236276" y="377991"/>
                  </a:lnTo>
                  <a:lnTo>
                    <a:pt x="236259" y="377731"/>
                  </a:lnTo>
                  <a:lnTo>
                    <a:pt x="236138" y="377419"/>
                  </a:lnTo>
                  <a:lnTo>
                    <a:pt x="235984" y="377085"/>
                  </a:lnTo>
                  <a:lnTo>
                    <a:pt x="235950" y="376933"/>
                  </a:lnTo>
                  <a:lnTo>
                    <a:pt x="235964" y="376786"/>
                  </a:lnTo>
                  <a:lnTo>
                    <a:pt x="236015" y="376242"/>
                  </a:lnTo>
                  <a:lnTo>
                    <a:pt x="236069" y="375777"/>
                  </a:lnTo>
                  <a:lnTo>
                    <a:pt x="236138" y="375569"/>
                  </a:lnTo>
                  <a:lnTo>
                    <a:pt x="236141" y="375116"/>
                  </a:lnTo>
                  <a:lnTo>
                    <a:pt x="236022" y="374595"/>
                  </a:lnTo>
                  <a:lnTo>
                    <a:pt x="236130" y="374179"/>
                  </a:lnTo>
                  <a:lnTo>
                    <a:pt x="236334" y="373720"/>
                  </a:lnTo>
                  <a:lnTo>
                    <a:pt x="236362" y="373378"/>
                  </a:lnTo>
                  <a:lnTo>
                    <a:pt x="236367" y="373102"/>
                  </a:lnTo>
                  <a:lnTo>
                    <a:pt x="236518" y="372672"/>
                  </a:lnTo>
                  <a:lnTo>
                    <a:pt x="237140" y="372485"/>
                  </a:lnTo>
                  <a:lnTo>
                    <a:pt x="238137" y="372429"/>
                  </a:lnTo>
                  <a:lnTo>
                    <a:pt x="237850" y="372030"/>
                  </a:lnTo>
                  <a:lnTo>
                    <a:pt x="237643" y="372020"/>
                  </a:lnTo>
                  <a:lnTo>
                    <a:pt x="237390" y="371984"/>
                  </a:lnTo>
                  <a:lnTo>
                    <a:pt x="236582" y="371461"/>
                  </a:lnTo>
                  <a:lnTo>
                    <a:pt x="236245" y="371345"/>
                  </a:lnTo>
                  <a:lnTo>
                    <a:pt x="236037" y="371229"/>
                  </a:lnTo>
                  <a:lnTo>
                    <a:pt x="236088" y="370808"/>
                  </a:lnTo>
                  <a:lnTo>
                    <a:pt x="236117" y="370530"/>
                  </a:lnTo>
                  <a:lnTo>
                    <a:pt x="236490" y="370408"/>
                  </a:lnTo>
                  <a:lnTo>
                    <a:pt x="237208" y="370090"/>
                  </a:lnTo>
                  <a:lnTo>
                    <a:pt x="237345" y="370043"/>
                  </a:lnTo>
                  <a:lnTo>
                    <a:pt x="237620" y="369908"/>
                  </a:lnTo>
                  <a:lnTo>
                    <a:pt x="238015" y="369415"/>
                  </a:lnTo>
                  <a:lnTo>
                    <a:pt x="238227" y="369467"/>
                  </a:lnTo>
                  <a:lnTo>
                    <a:pt x="238626" y="369346"/>
                  </a:lnTo>
                  <a:lnTo>
                    <a:pt x="238773" y="369128"/>
                  </a:lnTo>
                  <a:lnTo>
                    <a:pt x="238767" y="368978"/>
                  </a:lnTo>
                  <a:lnTo>
                    <a:pt x="238732" y="368848"/>
                  </a:lnTo>
                  <a:lnTo>
                    <a:pt x="238924" y="368401"/>
                  </a:lnTo>
                  <a:lnTo>
                    <a:pt x="239088" y="368207"/>
                  </a:lnTo>
                  <a:lnTo>
                    <a:pt x="239323" y="367938"/>
                  </a:lnTo>
                  <a:lnTo>
                    <a:pt x="239566" y="367708"/>
                  </a:lnTo>
                  <a:lnTo>
                    <a:pt x="240155" y="367158"/>
                  </a:lnTo>
                  <a:lnTo>
                    <a:pt x="240727" y="366545"/>
                  </a:lnTo>
                  <a:lnTo>
                    <a:pt x="240747" y="366410"/>
                  </a:lnTo>
                  <a:lnTo>
                    <a:pt x="240952" y="365977"/>
                  </a:lnTo>
                  <a:lnTo>
                    <a:pt x="240938" y="365765"/>
                  </a:lnTo>
                  <a:lnTo>
                    <a:pt x="240605" y="365285"/>
                  </a:lnTo>
                  <a:lnTo>
                    <a:pt x="240832" y="364931"/>
                  </a:lnTo>
                  <a:lnTo>
                    <a:pt x="241120" y="364980"/>
                  </a:lnTo>
                  <a:lnTo>
                    <a:pt x="241935" y="365043"/>
                  </a:lnTo>
                  <a:lnTo>
                    <a:pt x="242205" y="364812"/>
                  </a:lnTo>
                  <a:lnTo>
                    <a:pt x="242272" y="364477"/>
                  </a:lnTo>
                  <a:lnTo>
                    <a:pt x="242617" y="364237"/>
                  </a:lnTo>
                  <a:lnTo>
                    <a:pt x="242894" y="364093"/>
                  </a:lnTo>
                  <a:lnTo>
                    <a:pt x="243459" y="363597"/>
                  </a:lnTo>
                  <a:lnTo>
                    <a:pt x="243526" y="363429"/>
                  </a:lnTo>
                  <a:lnTo>
                    <a:pt x="242734" y="362690"/>
                  </a:lnTo>
                  <a:lnTo>
                    <a:pt x="242576" y="362524"/>
                  </a:lnTo>
                  <a:lnTo>
                    <a:pt x="242252" y="362403"/>
                  </a:lnTo>
                  <a:lnTo>
                    <a:pt x="241973" y="362656"/>
                  </a:lnTo>
                  <a:lnTo>
                    <a:pt x="241784" y="362736"/>
                  </a:lnTo>
                  <a:lnTo>
                    <a:pt x="241348" y="362718"/>
                  </a:lnTo>
                  <a:lnTo>
                    <a:pt x="241205" y="362713"/>
                  </a:lnTo>
                  <a:lnTo>
                    <a:pt x="240950" y="362664"/>
                  </a:lnTo>
                  <a:lnTo>
                    <a:pt x="240750" y="362624"/>
                  </a:lnTo>
                  <a:lnTo>
                    <a:pt x="240537" y="362530"/>
                  </a:lnTo>
                  <a:lnTo>
                    <a:pt x="240141" y="362306"/>
                  </a:lnTo>
                  <a:lnTo>
                    <a:pt x="240007" y="362204"/>
                  </a:lnTo>
                  <a:lnTo>
                    <a:pt x="239872" y="362103"/>
                  </a:lnTo>
                  <a:lnTo>
                    <a:pt x="239568" y="361803"/>
                  </a:lnTo>
                  <a:lnTo>
                    <a:pt x="239178" y="361594"/>
                  </a:lnTo>
                  <a:lnTo>
                    <a:pt x="238570" y="361482"/>
                  </a:lnTo>
                  <a:lnTo>
                    <a:pt x="238350" y="363016"/>
                  </a:lnTo>
                  <a:lnTo>
                    <a:pt x="237724" y="363041"/>
                  </a:lnTo>
                  <a:lnTo>
                    <a:pt x="237513" y="363113"/>
                  </a:lnTo>
                  <a:lnTo>
                    <a:pt x="237373" y="363181"/>
                  </a:lnTo>
                  <a:lnTo>
                    <a:pt x="236808" y="363157"/>
                  </a:lnTo>
                  <a:lnTo>
                    <a:pt x="236601" y="363072"/>
                  </a:lnTo>
                  <a:lnTo>
                    <a:pt x="236400" y="362814"/>
                  </a:lnTo>
                  <a:lnTo>
                    <a:pt x="236482" y="362552"/>
                  </a:lnTo>
                  <a:lnTo>
                    <a:pt x="236661" y="361976"/>
                  </a:lnTo>
                  <a:lnTo>
                    <a:pt x="236656" y="361756"/>
                  </a:lnTo>
                  <a:lnTo>
                    <a:pt x="236836" y="361074"/>
                  </a:lnTo>
                  <a:lnTo>
                    <a:pt x="236857" y="360846"/>
                  </a:lnTo>
                  <a:lnTo>
                    <a:pt x="236740" y="360701"/>
                  </a:lnTo>
                  <a:lnTo>
                    <a:pt x="236621" y="360890"/>
                  </a:lnTo>
                  <a:lnTo>
                    <a:pt x="236502" y="361081"/>
                  </a:lnTo>
                  <a:lnTo>
                    <a:pt x="236417" y="361239"/>
                  </a:lnTo>
                  <a:lnTo>
                    <a:pt x="236319" y="361423"/>
                  </a:lnTo>
                  <a:lnTo>
                    <a:pt x="235922" y="361735"/>
                  </a:lnTo>
                  <a:lnTo>
                    <a:pt x="235448" y="361730"/>
                  </a:lnTo>
                  <a:lnTo>
                    <a:pt x="235606" y="361590"/>
                  </a:lnTo>
                  <a:lnTo>
                    <a:pt x="235848" y="361232"/>
                  </a:lnTo>
                  <a:lnTo>
                    <a:pt x="235886" y="361078"/>
                  </a:lnTo>
                  <a:lnTo>
                    <a:pt x="235981" y="360875"/>
                  </a:lnTo>
                  <a:lnTo>
                    <a:pt x="236205" y="360591"/>
                  </a:lnTo>
                  <a:lnTo>
                    <a:pt x="236488" y="360453"/>
                  </a:lnTo>
                  <a:lnTo>
                    <a:pt x="236499" y="359964"/>
                  </a:lnTo>
                  <a:lnTo>
                    <a:pt x="236669" y="359758"/>
                  </a:lnTo>
                  <a:lnTo>
                    <a:pt x="236520" y="359671"/>
                  </a:lnTo>
                  <a:lnTo>
                    <a:pt x="235807" y="359425"/>
                  </a:lnTo>
                  <a:lnTo>
                    <a:pt x="235435" y="359279"/>
                  </a:lnTo>
                  <a:lnTo>
                    <a:pt x="235458" y="359098"/>
                  </a:lnTo>
                  <a:lnTo>
                    <a:pt x="235608" y="358985"/>
                  </a:lnTo>
                  <a:lnTo>
                    <a:pt x="235774" y="358569"/>
                  </a:lnTo>
                  <a:lnTo>
                    <a:pt x="235491" y="358122"/>
                  </a:lnTo>
                  <a:lnTo>
                    <a:pt x="235625" y="357419"/>
                  </a:lnTo>
                  <a:lnTo>
                    <a:pt x="235888" y="357100"/>
                  </a:lnTo>
                  <a:lnTo>
                    <a:pt x="235944" y="356958"/>
                  </a:lnTo>
                  <a:lnTo>
                    <a:pt x="236137" y="356697"/>
                  </a:lnTo>
                  <a:lnTo>
                    <a:pt x="235954" y="356605"/>
                  </a:lnTo>
                  <a:lnTo>
                    <a:pt x="235552" y="356494"/>
                  </a:lnTo>
                  <a:lnTo>
                    <a:pt x="234818" y="355892"/>
                  </a:lnTo>
                  <a:lnTo>
                    <a:pt x="234457" y="355829"/>
                  </a:lnTo>
                  <a:lnTo>
                    <a:pt x="234088" y="355707"/>
                  </a:lnTo>
                  <a:lnTo>
                    <a:pt x="233924" y="355705"/>
                  </a:lnTo>
                  <a:lnTo>
                    <a:pt x="233534" y="355933"/>
                  </a:lnTo>
                  <a:lnTo>
                    <a:pt x="233151" y="356232"/>
                  </a:lnTo>
                  <a:lnTo>
                    <a:pt x="232791" y="356228"/>
                  </a:lnTo>
                  <a:lnTo>
                    <a:pt x="232187" y="356029"/>
                  </a:lnTo>
                  <a:lnTo>
                    <a:pt x="231815" y="355931"/>
                  </a:lnTo>
                  <a:lnTo>
                    <a:pt x="231650" y="355920"/>
                  </a:lnTo>
                  <a:lnTo>
                    <a:pt x="231311" y="355788"/>
                  </a:lnTo>
                  <a:lnTo>
                    <a:pt x="231471" y="355243"/>
                  </a:lnTo>
                  <a:lnTo>
                    <a:pt x="231616" y="355053"/>
                  </a:lnTo>
                  <a:lnTo>
                    <a:pt x="231510" y="354860"/>
                  </a:lnTo>
                  <a:lnTo>
                    <a:pt x="231453" y="354438"/>
                  </a:lnTo>
                  <a:lnTo>
                    <a:pt x="231227" y="354104"/>
                  </a:lnTo>
                  <a:lnTo>
                    <a:pt x="231271" y="353819"/>
                  </a:lnTo>
                  <a:lnTo>
                    <a:pt x="231512" y="353721"/>
                  </a:lnTo>
                  <a:lnTo>
                    <a:pt x="232119" y="353605"/>
                  </a:lnTo>
                  <a:lnTo>
                    <a:pt x="232452" y="353094"/>
                  </a:lnTo>
                  <a:lnTo>
                    <a:pt x="232233" y="352847"/>
                  </a:lnTo>
                  <a:lnTo>
                    <a:pt x="231968" y="352772"/>
                  </a:lnTo>
                  <a:lnTo>
                    <a:pt x="231762" y="352592"/>
                  </a:lnTo>
                  <a:lnTo>
                    <a:pt x="232065" y="352017"/>
                  </a:lnTo>
                  <a:lnTo>
                    <a:pt x="232144" y="351780"/>
                  </a:lnTo>
                  <a:lnTo>
                    <a:pt x="231876" y="350997"/>
                  </a:lnTo>
                  <a:lnTo>
                    <a:pt x="231814" y="350690"/>
                  </a:lnTo>
                  <a:lnTo>
                    <a:pt x="231215" y="350372"/>
                  </a:lnTo>
                  <a:lnTo>
                    <a:pt x="230867" y="350248"/>
                  </a:lnTo>
                  <a:lnTo>
                    <a:pt x="230713" y="350193"/>
                  </a:lnTo>
                  <a:lnTo>
                    <a:pt x="230441" y="350070"/>
                  </a:lnTo>
                  <a:lnTo>
                    <a:pt x="230016" y="349824"/>
                  </a:lnTo>
                  <a:lnTo>
                    <a:pt x="230360" y="349618"/>
                  </a:lnTo>
                  <a:lnTo>
                    <a:pt x="230135" y="349175"/>
                  </a:lnTo>
                  <a:lnTo>
                    <a:pt x="229592" y="348649"/>
                  </a:lnTo>
                  <a:lnTo>
                    <a:pt x="229271" y="348596"/>
                  </a:lnTo>
                  <a:lnTo>
                    <a:pt x="226574" y="342176"/>
                  </a:lnTo>
                  <a:lnTo>
                    <a:pt x="226258" y="342348"/>
                  </a:lnTo>
                  <a:lnTo>
                    <a:pt x="226039" y="342442"/>
                  </a:lnTo>
                  <a:lnTo>
                    <a:pt x="225707" y="342296"/>
                  </a:lnTo>
                  <a:lnTo>
                    <a:pt x="225192" y="341821"/>
                  </a:lnTo>
                  <a:lnTo>
                    <a:pt x="225253" y="341204"/>
                  </a:lnTo>
                  <a:lnTo>
                    <a:pt x="225230" y="340974"/>
                  </a:lnTo>
                  <a:lnTo>
                    <a:pt x="225216" y="340638"/>
                  </a:lnTo>
                  <a:lnTo>
                    <a:pt x="225113" y="340195"/>
                  </a:lnTo>
                  <a:lnTo>
                    <a:pt x="224237" y="339727"/>
                  </a:lnTo>
                  <a:lnTo>
                    <a:pt x="223836" y="339872"/>
                  </a:lnTo>
                  <a:lnTo>
                    <a:pt x="223624" y="339915"/>
                  </a:lnTo>
                  <a:lnTo>
                    <a:pt x="223364" y="339595"/>
                  </a:lnTo>
                  <a:lnTo>
                    <a:pt x="223817" y="339390"/>
                  </a:lnTo>
                  <a:lnTo>
                    <a:pt x="224069" y="339317"/>
                  </a:lnTo>
                  <a:lnTo>
                    <a:pt x="223806" y="338450"/>
                  </a:lnTo>
                  <a:lnTo>
                    <a:pt x="223680" y="338241"/>
                  </a:lnTo>
                  <a:lnTo>
                    <a:pt x="223633" y="338032"/>
                  </a:lnTo>
                  <a:lnTo>
                    <a:pt x="223390" y="337733"/>
                  </a:lnTo>
                  <a:lnTo>
                    <a:pt x="223749" y="337562"/>
                  </a:lnTo>
                  <a:lnTo>
                    <a:pt x="224142" y="337299"/>
                  </a:lnTo>
                  <a:lnTo>
                    <a:pt x="224341" y="337062"/>
                  </a:lnTo>
                  <a:lnTo>
                    <a:pt x="224399" y="336933"/>
                  </a:lnTo>
                  <a:lnTo>
                    <a:pt x="224338" y="336613"/>
                  </a:lnTo>
                  <a:lnTo>
                    <a:pt x="223826" y="336364"/>
                  </a:lnTo>
                  <a:lnTo>
                    <a:pt x="224163" y="336101"/>
                  </a:lnTo>
                  <a:lnTo>
                    <a:pt x="224332" y="335803"/>
                  </a:lnTo>
                  <a:lnTo>
                    <a:pt x="224330" y="335507"/>
                  </a:lnTo>
                  <a:lnTo>
                    <a:pt x="223824" y="335165"/>
                  </a:lnTo>
                  <a:lnTo>
                    <a:pt x="223686" y="334803"/>
                  </a:lnTo>
                  <a:lnTo>
                    <a:pt x="223686" y="334580"/>
                  </a:lnTo>
                  <a:lnTo>
                    <a:pt x="223701" y="334444"/>
                  </a:lnTo>
                  <a:lnTo>
                    <a:pt x="223455" y="334108"/>
                  </a:lnTo>
                  <a:lnTo>
                    <a:pt x="223099" y="334067"/>
                  </a:lnTo>
                  <a:lnTo>
                    <a:pt x="222950" y="334048"/>
                  </a:lnTo>
                  <a:lnTo>
                    <a:pt x="222804" y="334029"/>
                  </a:lnTo>
                  <a:lnTo>
                    <a:pt x="222582" y="333963"/>
                  </a:lnTo>
                  <a:lnTo>
                    <a:pt x="221345" y="333856"/>
                  </a:lnTo>
                  <a:lnTo>
                    <a:pt x="221019" y="334627"/>
                  </a:lnTo>
                  <a:lnTo>
                    <a:pt x="220600" y="334855"/>
                  </a:lnTo>
                  <a:lnTo>
                    <a:pt x="220388" y="334787"/>
                  </a:lnTo>
                  <a:lnTo>
                    <a:pt x="220139" y="334775"/>
                  </a:lnTo>
                  <a:lnTo>
                    <a:pt x="219961" y="334821"/>
                  </a:lnTo>
                  <a:lnTo>
                    <a:pt x="219696" y="334809"/>
                  </a:lnTo>
                  <a:lnTo>
                    <a:pt x="219574" y="334465"/>
                  </a:lnTo>
                  <a:lnTo>
                    <a:pt x="219534" y="334316"/>
                  </a:lnTo>
                  <a:lnTo>
                    <a:pt x="219448" y="333990"/>
                  </a:lnTo>
                  <a:lnTo>
                    <a:pt x="219163" y="333378"/>
                  </a:lnTo>
                  <a:lnTo>
                    <a:pt x="219207" y="332930"/>
                  </a:lnTo>
                  <a:lnTo>
                    <a:pt x="219233" y="332751"/>
                  </a:lnTo>
                  <a:lnTo>
                    <a:pt x="219198" y="332538"/>
                  </a:lnTo>
                  <a:lnTo>
                    <a:pt x="219080" y="332265"/>
                  </a:lnTo>
                  <a:lnTo>
                    <a:pt x="219057" y="331602"/>
                  </a:lnTo>
                  <a:lnTo>
                    <a:pt x="218886" y="331236"/>
                  </a:lnTo>
                  <a:lnTo>
                    <a:pt x="218913" y="331039"/>
                  </a:lnTo>
                  <a:lnTo>
                    <a:pt x="218960" y="330692"/>
                  </a:lnTo>
                  <a:lnTo>
                    <a:pt x="219083" y="329772"/>
                  </a:lnTo>
                  <a:lnTo>
                    <a:pt x="219336" y="329443"/>
                  </a:lnTo>
                  <a:lnTo>
                    <a:pt x="219579" y="328700"/>
                  </a:lnTo>
                  <a:lnTo>
                    <a:pt x="219411" y="328197"/>
                  </a:lnTo>
                  <a:lnTo>
                    <a:pt x="219509" y="327768"/>
                  </a:lnTo>
                  <a:lnTo>
                    <a:pt x="219606" y="327530"/>
                  </a:lnTo>
                  <a:lnTo>
                    <a:pt x="219613" y="327359"/>
                  </a:lnTo>
                  <a:lnTo>
                    <a:pt x="219629" y="327015"/>
                  </a:lnTo>
                  <a:lnTo>
                    <a:pt x="219520" y="326624"/>
                  </a:lnTo>
                  <a:lnTo>
                    <a:pt x="219517" y="326399"/>
                  </a:lnTo>
                  <a:lnTo>
                    <a:pt x="219478" y="326104"/>
                  </a:lnTo>
                  <a:lnTo>
                    <a:pt x="219219" y="325856"/>
                  </a:lnTo>
                  <a:lnTo>
                    <a:pt x="219173" y="325683"/>
                  </a:lnTo>
                  <a:lnTo>
                    <a:pt x="219249" y="325445"/>
                  </a:lnTo>
                  <a:lnTo>
                    <a:pt x="219130" y="325113"/>
                  </a:lnTo>
                  <a:lnTo>
                    <a:pt x="219069" y="324968"/>
                  </a:lnTo>
                  <a:lnTo>
                    <a:pt x="218729" y="324645"/>
                  </a:lnTo>
                  <a:lnTo>
                    <a:pt x="218445" y="324332"/>
                  </a:lnTo>
                  <a:lnTo>
                    <a:pt x="218762" y="324006"/>
                  </a:lnTo>
                  <a:lnTo>
                    <a:pt x="219045" y="324018"/>
                  </a:lnTo>
                  <a:lnTo>
                    <a:pt x="219147" y="323708"/>
                  </a:lnTo>
                  <a:lnTo>
                    <a:pt x="219168" y="323491"/>
                  </a:lnTo>
                  <a:lnTo>
                    <a:pt x="219240" y="323269"/>
                  </a:lnTo>
                  <a:lnTo>
                    <a:pt x="219708" y="322909"/>
                  </a:lnTo>
                  <a:lnTo>
                    <a:pt x="219948" y="322684"/>
                  </a:lnTo>
                  <a:lnTo>
                    <a:pt x="220346" y="322454"/>
                  </a:lnTo>
                  <a:lnTo>
                    <a:pt x="220448" y="322206"/>
                  </a:lnTo>
                  <a:lnTo>
                    <a:pt x="220277" y="321894"/>
                  </a:lnTo>
                  <a:lnTo>
                    <a:pt x="220229" y="321700"/>
                  </a:lnTo>
                  <a:lnTo>
                    <a:pt x="220173" y="321244"/>
                  </a:lnTo>
                  <a:lnTo>
                    <a:pt x="220208" y="321073"/>
                  </a:lnTo>
                  <a:lnTo>
                    <a:pt x="220346" y="320695"/>
                  </a:lnTo>
                  <a:lnTo>
                    <a:pt x="220574" y="320226"/>
                  </a:lnTo>
                  <a:lnTo>
                    <a:pt x="220300" y="319705"/>
                  </a:lnTo>
                  <a:lnTo>
                    <a:pt x="219616" y="320150"/>
                  </a:lnTo>
                  <a:lnTo>
                    <a:pt x="219308" y="320314"/>
                  </a:lnTo>
                  <a:lnTo>
                    <a:pt x="219022" y="320306"/>
                  </a:lnTo>
                  <a:lnTo>
                    <a:pt x="218734" y="320144"/>
                  </a:lnTo>
                  <a:lnTo>
                    <a:pt x="218512" y="320028"/>
                  </a:lnTo>
                  <a:lnTo>
                    <a:pt x="217586" y="320338"/>
                  </a:lnTo>
                  <a:lnTo>
                    <a:pt x="216844" y="320219"/>
                  </a:lnTo>
                  <a:lnTo>
                    <a:pt x="216570" y="320346"/>
                  </a:lnTo>
                  <a:lnTo>
                    <a:pt x="216252" y="321079"/>
                  </a:lnTo>
                  <a:lnTo>
                    <a:pt x="215913" y="321369"/>
                  </a:lnTo>
                  <a:lnTo>
                    <a:pt x="215669" y="321530"/>
                  </a:lnTo>
                  <a:lnTo>
                    <a:pt x="215285" y="321830"/>
                  </a:lnTo>
                  <a:lnTo>
                    <a:pt x="215210" y="322140"/>
                  </a:lnTo>
                  <a:lnTo>
                    <a:pt x="215152" y="322361"/>
                  </a:lnTo>
                  <a:lnTo>
                    <a:pt x="214884" y="322551"/>
                  </a:lnTo>
                  <a:lnTo>
                    <a:pt x="214088" y="322518"/>
                  </a:lnTo>
                  <a:lnTo>
                    <a:pt x="213647" y="322578"/>
                  </a:lnTo>
                  <a:lnTo>
                    <a:pt x="213298" y="322778"/>
                  </a:lnTo>
                  <a:lnTo>
                    <a:pt x="212687" y="323202"/>
                  </a:lnTo>
                  <a:lnTo>
                    <a:pt x="212505" y="323382"/>
                  </a:lnTo>
                  <a:lnTo>
                    <a:pt x="212247" y="323860"/>
                  </a:lnTo>
                  <a:lnTo>
                    <a:pt x="212081" y="324407"/>
                  </a:lnTo>
                  <a:lnTo>
                    <a:pt x="212096" y="324548"/>
                  </a:lnTo>
                  <a:lnTo>
                    <a:pt x="212110" y="324679"/>
                  </a:lnTo>
                  <a:lnTo>
                    <a:pt x="212137" y="324845"/>
                  </a:lnTo>
                  <a:lnTo>
                    <a:pt x="212177" y="325486"/>
                  </a:lnTo>
                  <a:lnTo>
                    <a:pt x="211599" y="326403"/>
                  </a:lnTo>
                  <a:lnTo>
                    <a:pt x="210855" y="326633"/>
                  </a:lnTo>
                  <a:lnTo>
                    <a:pt x="210668" y="327574"/>
                  </a:lnTo>
                  <a:lnTo>
                    <a:pt x="210233" y="327800"/>
                  </a:lnTo>
                  <a:lnTo>
                    <a:pt x="209486" y="328325"/>
                  </a:lnTo>
                  <a:lnTo>
                    <a:pt x="209032" y="329263"/>
                  </a:lnTo>
                  <a:lnTo>
                    <a:pt x="208634" y="329756"/>
                  </a:lnTo>
                  <a:lnTo>
                    <a:pt x="208381" y="329866"/>
                  </a:lnTo>
                  <a:lnTo>
                    <a:pt x="208248" y="329923"/>
                  </a:lnTo>
                  <a:lnTo>
                    <a:pt x="208116" y="330066"/>
                  </a:lnTo>
                  <a:lnTo>
                    <a:pt x="207966" y="330179"/>
                  </a:lnTo>
                  <a:lnTo>
                    <a:pt x="207770" y="330326"/>
                  </a:lnTo>
                  <a:lnTo>
                    <a:pt x="207391" y="330407"/>
                  </a:lnTo>
                  <a:lnTo>
                    <a:pt x="206980" y="330890"/>
                  </a:lnTo>
                  <a:lnTo>
                    <a:pt x="206883" y="331248"/>
                  </a:lnTo>
                  <a:lnTo>
                    <a:pt x="206625" y="331267"/>
                  </a:lnTo>
                  <a:lnTo>
                    <a:pt x="206139" y="331238"/>
                  </a:lnTo>
                  <a:lnTo>
                    <a:pt x="205853" y="331148"/>
                  </a:lnTo>
                  <a:lnTo>
                    <a:pt x="205700" y="331227"/>
                  </a:lnTo>
                  <a:lnTo>
                    <a:pt x="205183" y="331772"/>
                  </a:lnTo>
                  <a:lnTo>
                    <a:pt x="205033" y="331605"/>
                  </a:lnTo>
                  <a:lnTo>
                    <a:pt x="204725" y="331747"/>
                  </a:lnTo>
                  <a:lnTo>
                    <a:pt x="204218" y="332082"/>
                  </a:lnTo>
                  <a:lnTo>
                    <a:pt x="204058" y="332397"/>
                  </a:lnTo>
                  <a:lnTo>
                    <a:pt x="204041" y="332564"/>
                  </a:lnTo>
                  <a:lnTo>
                    <a:pt x="204260" y="332977"/>
                  </a:lnTo>
                  <a:lnTo>
                    <a:pt x="203922" y="333349"/>
                  </a:lnTo>
                  <a:lnTo>
                    <a:pt x="203447" y="333210"/>
                  </a:lnTo>
                  <a:lnTo>
                    <a:pt x="203469" y="332552"/>
                  </a:lnTo>
                  <a:lnTo>
                    <a:pt x="203401" y="331640"/>
                  </a:lnTo>
                  <a:lnTo>
                    <a:pt x="203211" y="331487"/>
                  </a:lnTo>
                  <a:lnTo>
                    <a:pt x="203064" y="331445"/>
                  </a:lnTo>
                  <a:lnTo>
                    <a:pt x="202954" y="330919"/>
                  </a:lnTo>
                  <a:lnTo>
                    <a:pt x="202251" y="330951"/>
                  </a:lnTo>
                  <a:lnTo>
                    <a:pt x="201938" y="330879"/>
                  </a:lnTo>
                  <a:lnTo>
                    <a:pt x="201729" y="330891"/>
                  </a:lnTo>
                  <a:lnTo>
                    <a:pt x="201280" y="330818"/>
                  </a:lnTo>
                  <a:lnTo>
                    <a:pt x="200951" y="330800"/>
                  </a:lnTo>
                  <a:lnTo>
                    <a:pt x="200591" y="330833"/>
                  </a:lnTo>
                  <a:lnTo>
                    <a:pt x="200295" y="330554"/>
                  </a:lnTo>
                  <a:lnTo>
                    <a:pt x="200207" y="330206"/>
                  </a:lnTo>
                  <a:lnTo>
                    <a:pt x="200213" y="329964"/>
                  </a:lnTo>
                  <a:lnTo>
                    <a:pt x="200238" y="329827"/>
                  </a:lnTo>
                  <a:lnTo>
                    <a:pt x="200769" y="329427"/>
                  </a:lnTo>
                  <a:lnTo>
                    <a:pt x="201043" y="329493"/>
                  </a:lnTo>
                  <a:lnTo>
                    <a:pt x="201549" y="329063"/>
                  </a:lnTo>
                  <a:lnTo>
                    <a:pt x="201747" y="329025"/>
                  </a:lnTo>
                  <a:lnTo>
                    <a:pt x="202023" y="328825"/>
                  </a:lnTo>
                  <a:lnTo>
                    <a:pt x="203079" y="328070"/>
                  </a:lnTo>
                  <a:lnTo>
                    <a:pt x="203047" y="327912"/>
                  </a:lnTo>
                  <a:lnTo>
                    <a:pt x="203001" y="327725"/>
                  </a:lnTo>
                  <a:lnTo>
                    <a:pt x="202935" y="327241"/>
                  </a:lnTo>
                  <a:lnTo>
                    <a:pt x="202542" y="327009"/>
                  </a:lnTo>
                  <a:lnTo>
                    <a:pt x="202428" y="326840"/>
                  </a:lnTo>
                  <a:lnTo>
                    <a:pt x="202013" y="326664"/>
                  </a:lnTo>
                  <a:lnTo>
                    <a:pt x="201541" y="326860"/>
                  </a:lnTo>
                  <a:lnTo>
                    <a:pt x="201388" y="326902"/>
                  </a:lnTo>
                  <a:lnTo>
                    <a:pt x="200963" y="326926"/>
                  </a:lnTo>
                  <a:lnTo>
                    <a:pt x="200494" y="326835"/>
                  </a:lnTo>
                  <a:lnTo>
                    <a:pt x="200167" y="326719"/>
                  </a:lnTo>
                  <a:lnTo>
                    <a:pt x="199672" y="326404"/>
                  </a:lnTo>
                  <a:lnTo>
                    <a:pt x="199549" y="326244"/>
                  </a:lnTo>
                  <a:lnTo>
                    <a:pt x="199371" y="326053"/>
                  </a:lnTo>
                  <a:lnTo>
                    <a:pt x="199079" y="325862"/>
                  </a:lnTo>
                  <a:lnTo>
                    <a:pt x="198887" y="325713"/>
                  </a:lnTo>
                  <a:lnTo>
                    <a:pt x="199816" y="324854"/>
                  </a:lnTo>
                  <a:lnTo>
                    <a:pt x="200299" y="324467"/>
                  </a:lnTo>
                  <a:lnTo>
                    <a:pt x="200651" y="324108"/>
                  </a:lnTo>
                  <a:lnTo>
                    <a:pt x="201094" y="323665"/>
                  </a:lnTo>
                  <a:lnTo>
                    <a:pt x="201427" y="323332"/>
                  </a:lnTo>
                  <a:lnTo>
                    <a:pt x="202243" y="322492"/>
                  </a:lnTo>
                  <a:lnTo>
                    <a:pt x="202393" y="322149"/>
                  </a:lnTo>
                  <a:lnTo>
                    <a:pt x="202166" y="321955"/>
                  </a:lnTo>
                  <a:lnTo>
                    <a:pt x="201846" y="321818"/>
                  </a:lnTo>
                  <a:lnTo>
                    <a:pt x="200668" y="320842"/>
                  </a:lnTo>
                  <a:lnTo>
                    <a:pt x="200432" y="320617"/>
                  </a:lnTo>
                  <a:lnTo>
                    <a:pt x="199409" y="320118"/>
                  </a:lnTo>
                  <a:lnTo>
                    <a:pt x="199105" y="319913"/>
                  </a:lnTo>
                  <a:lnTo>
                    <a:pt x="198858" y="319561"/>
                  </a:lnTo>
                  <a:lnTo>
                    <a:pt x="198483" y="319152"/>
                  </a:lnTo>
                  <a:lnTo>
                    <a:pt x="198299" y="319043"/>
                  </a:lnTo>
                  <a:lnTo>
                    <a:pt x="197939" y="318801"/>
                  </a:lnTo>
                  <a:lnTo>
                    <a:pt x="197548" y="318613"/>
                  </a:lnTo>
                  <a:lnTo>
                    <a:pt x="197169" y="318417"/>
                  </a:lnTo>
                  <a:lnTo>
                    <a:pt x="196979" y="318324"/>
                  </a:lnTo>
                  <a:lnTo>
                    <a:pt x="196968" y="318104"/>
                  </a:lnTo>
                  <a:lnTo>
                    <a:pt x="196835" y="317948"/>
                  </a:lnTo>
                  <a:lnTo>
                    <a:pt x="196911" y="317318"/>
                  </a:lnTo>
                  <a:lnTo>
                    <a:pt x="196781" y="317055"/>
                  </a:lnTo>
                  <a:lnTo>
                    <a:pt x="196816" y="316911"/>
                  </a:lnTo>
                  <a:lnTo>
                    <a:pt x="196990" y="316389"/>
                  </a:lnTo>
                  <a:lnTo>
                    <a:pt x="196880" y="316048"/>
                  </a:lnTo>
                  <a:lnTo>
                    <a:pt x="196853" y="315505"/>
                  </a:lnTo>
                  <a:lnTo>
                    <a:pt x="196655" y="315436"/>
                  </a:lnTo>
                  <a:lnTo>
                    <a:pt x="196309" y="315490"/>
                  </a:lnTo>
                  <a:lnTo>
                    <a:pt x="195790" y="315434"/>
                  </a:lnTo>
                  <a:lnTo>
                    <a:pt x="194853" y="315295"/>
                  </a:lnTo>
                  <a:lnTo>
                    <a:pt x="194523" y="314953"/>
                  </a:lnTo>
                  <a:lnTo>
                    <a:pt x="194332" y="314371"/>
                  </a:lnTo>
                  <a:lnTo>
                    <a:pt x="193955" y="314535"/>
                  </a:lnTo>
                  <a:lnTo>
                    <a:pt x="193528" y="314796"/>
                  </a:lnTo>
                  <a:lnTo>
                    <a:pt x="193389" y="314841"/>
                  </a:lnTo>
                  <a:lnTo>
                    <a:pt x="193086" y="314937"/>
                  </a:lnTo>
                  <a:lnTo>
                    <a:pt x="192896" y="314986"/>
                  </a:lnTo>
                  <a:lnTo>
                    <a:pt x="192500" y="314900"/>
                  </a:lnTo>
                  <a:lnTo>
                    <a:pt x="192024" y="314659"/>
                  </a:lnTo>
                  <a:lnTo>
                    <a:pt x="191754" y="314592"/>
                  </a:lnTo>
                  <a:lnTo>
                    <a:pt x="191410" y="314506"/>
                  </a:lnTo>
                  <a:lnTo>
                    <a:pt x="191218" y="314458"/>
                  </a:lnTo>
                  <a:lnTo>
                    <a:pt x="190957" y="314657"/>
                  </a:lnTo>
                  <a:lnTo>
                    <a:pt x="190751" y="314734"/>
                  </a:lnTo>
                  <a:lnTo>
                    <a:pt x="190603" y="314750"/>
                  </a:lnTo>
                  <a:lnTo>
                    <a:pt x="190424" y="314425"/>
                  </a:lnTo>
                  <a:lnTo>
                    <a:pt x="190407" y="313685"/>
                  </a:lnTo>
                  <a:lnTo>
                    <a:pt x="190360" y="313375"/>
                  </a:lnTo>
                  <a:lnTo>
                    <a:pt x="190200" y="313299"/>
                  </a:lnTo>
                  <a:lnTo>
                    <a:pt x="189952" y="313261"/>
                  </a:lnTo>
                  <a:lnTo>
                    <a:pt x="189902" y="313134"/>
                  </a:lnTo>
                  <a:lnTo>
                    <a:pt x="189633" y="312770"/>
                  </a:lnTo>
                  <a:lnTo>
                    <a:pt x="189278" y="312775"/>
                  </a:lnTo>
                  <a:lnTo>
                    <a:pt x="188954" y="312794"/>
                  </a:lnTo>
                  <a:lnTo>
                    <a:pt x="188533" y="312791"/>
                  </a:lnTo>
                  <a:lnTo>
                    <a:pt x="188092" y="312936"/>
                  </a:lnTo>
                  <a:lnTo>
                    <a:pt x="187500" y="313145"/>
                  </a:lnTo>
                  <a:lnTo>
                    <a:pt x="187183" y="313229"/>
                  </a:lnTo>
                  <a:lnTo>
                    <a:pt x="186239" y="312449"/>
                  </a:lnTo>
                  <a:lnTo>
                    <a:pt x="185903" y="312217"/>
                  </a:lnTo>
                  <a:lnTo>
                    <a:pt x="185597" y="311894"/>
                  </a:lnTo>
                  <a:lnTo>
                    <a:pt x="185289" y="311518"/>
                  </a:lnTo>
                  <a:lnTo>
                    <a:pt x="185139" y="311344"/>
                  </a:lnTo>
                  <a:lnTo>
                    <a:pt x="184938" y="311113"/>
                  </a:lnTo>
                  <a:lnTo>
                    <a:pt x="184644" y="310661"/>
                  </a:lnTo>
                  <a:lnTo>
                    <a:pt x="184101" y="310336"/>
                  </a:lnTo>
                  <a:lnTo>
                    <a:pt x="183741" y="310196"/>
                  </a:lnTo>
                  <a:lnTo>
                    <a:pt x="183289" y="309909"/>
                  </a:lnTo>
                  <a:lnTo>
                    <a:pt x="182906" y="309873"/>
                  </a:lnTo>
                  <a:lnTo>
                    <a:pt x="182582" y="309902"/>
                  </a:lnTo>
                  <a:lnTo>
                    <a:pt x="182366" y="309866"/>
                  </a:lnTo>
                  <a:lnTo>
                    <a:pt x="182083" y="309650"/>
                  </a:lnTo>
                  <a:lnTo>
                    <a:pt x="182136" y="309408"/>
                  </a:lnTo>
                  <a:lnTo>
                    <a:pt x="182177" y="309216"/>
                  </a:lnTo>
                  <a:lnTo>
                    <a:pt x="182149" y="308925"/>
                  </a:lnTo>
                  <a:lnTo>
                    <a:pt x="181883" y="308527"/>
                  </a:lnTo>
                  <a:lnTo>
                    <a:pt x="181720" y="308535"/>
                  </a:lnTo>
                  <a:lnTo>
                    <a:pt x="180330" y="307802"/>
                  </a:lnTo>
                  <a:lnTo>
                    <a:pt x="180305" y="307644"/>
                  </a:lnTo>
                  <a:lnTo>
                    <a:pt x="180355" y="307238"/>
                  </a:lnTo>
                  <a:lnTo>
                    <a:pt x="180366" y="307076"/>
                  </a:lnTo>
                  <a:lnTo>
                    <a:pt x="180367" y="306694"/>
                  </a:lnTo>
                  <a:lnTo>
                    <a:pt x="180594" y="306330"/>
                  </a:lnTo>
                  <a:lnTo>
                    <a:pt x="180865" y="306062"/>
                  </a:lnTo>
                  <a:lnTo>
                    <a:pt x="180797" y="305669"/>
                  </a:lnTo>
                  <a:lnTo>
                    <a:pt x="180638" y="305334"/>
                  </a:lnTo>
                  <a:lnTo>
                    <a:pt x="180430" y="305154"/>
                  </a:lnTo>
                  <a:lnTo>
                    <a:pt x="180040" y="305100"/>
                  </a:lnTo>
                  <a:lnTo>
                    <a:pt x="179304" y="304938"/>
                  </a:lnTo>
                  <a:lnTo>
                    <a:pt x="178998" y="304753"/>
                  </a:lnTo>
                  <a:lnTo>
                    <a:pt x="178748" y="304601"/>
                  </a:lnTo>
                  <a:lnTo>
                    <a:pt x="178460" y="304354"/>
                  </a:lnTo>
                  <a:lnTo>
                    <a:pt x="178223" y="304144"/>
                  </a:lnTo>
                  <a:lnTo>
                    <a:pt x="177979" y="304331"/>
                  </a:lnTo>
                  <a:lnTo>
                    <a:pt x="177788" y="304579"/>
                  </a:lnTo>
                  <a:lnTo>
                    <a:pt x="177161" y="304472"/>
                  </a:lnTo>
                  <a:lnTo>
                    <a:pt x="176986" y="304534"/>
                  </a:lnTo>
                  <a:lnTo>
                    <a:pt x="176708" y="304646"/>
                  </a:lnTo>
                  <a:lnTo>
                    <a:pt x="176532" y="304804"/>
                  </a:lnTo>
                  <a:lnTo>
                    <a:pt x="176388" y="304933"/>
                  </a:lnTo>
                  <a:lnTo>
                    <a:pt x="176483" y="305432"/>
                  </a:lnTo>
                  <a:lnTo>
                    <a:pt x="176394" y="305682"/>
                  </a:lnTo>
                  <a:lnTo>
                    <a:pt x="176203" y="306182"/>
                  </a:lnTo>
                  <a:lnTo>
                    <a:pt x="176154" y="306309"/>
                  </a:lnTo>
                  <a:lnTo>
                    <a:pt x="176076" y="306515"/>
                  </a:lnTo>
                  <a:lnTo>
                    <a:pt x="175647" y="306914"/>
                  </a:lnTo>
                  <a:lnTo>
                    <a:pt x="175390" y="307017"/>
                  </a:lnTo>
                  <a:lnTo>
                    <a:pt x="174813" y="307356"/>
                  </a:lnTo>
                  <a:lnTo>
                    <a:pt x="174621" y="308069"/>
                  </a:lnTo>
                  <a:lnTo>
                    <a:pt x="174548" y="308311"/>
                  </a:lnTo>
                  <a:lnTo>
                    <a:pt x="174470" y="308568"/>
                  </a:lnTo>
                  <a:lnTo>
                    <a:pt x="174388" y="308839"/>
                  </a:lnTo>
                  <a:lnTo>
                    <a:pt x="174340" y="308978"/>
                  </a:lnTo>
                  <a:lnTo>
                    <a:pt x="174535" y="309368"/>
                  </a:lnTo>
                  <a:lnTo>
                    <a:pt x="174364" y="309374"/>
                  </a:lnTo>
                  <a:lnTo>
                    <a:pt x="174163" y="309382"/>
                  </a:lnTo>
                  <a:lnTo>
                    <a:pt x="173231" y="309425"/>
                  </a:lnTo>
                  <a:lnTo>
                    <a:pt x="172245" y="309479"/>
                  </a:lnTo>
                  <a:lnTo>
                    <a:pt x="171564" y="309517"/>
                  </a:lnTo>
                  <a:lnTo>
                    <a:pt x="171386" y="309528"/>
                  </a:lnTo>
                  <a:lnTo>
                    <a:pt x="170793" y="309479"/>
                  </a:lnTo>
                  <a:lnTo>
                    <a:pt x="170282" y="309230"/>
                  </a:lnTo>
                  <a:lnTo>
                    <a:pt x="169807" y="308856"/>
                  </a:lnTo>
                  <a:lnTo>
                    <a:pt x="169676" y="308698"/>
                  </a:lnTo>
                  <a:lnTo>
                    <a:pt x="169525" y="308516"/>
                  </a:lnTo>
                  <a:lnTo>
                    <a:pt x="169302" y="308249"/>
                  </a:lnTo>
                  <a:lnTo>
                    <a:pt x="169165" y="308084"/>
                  </a:lnTo>
                  <a:lnTo>
                    <a:pt x="168790" y="307667"/>
                  </a:lnTo>
                  <a:lnTo>
                    <a:pt x="168641" y="307537"/>
                  </a:lnTo>
                  <a:lnTo>
                    <a:pt x="168427" y="307463"/>
                  </a:lnTo>
                  <a:lnTo>
                    <a:pt x="168213" y="307726"/>
                  </a:lnTo>
                  <a:lnTo>
                    <a:pt x="167934" y="308026"/>
                  </a:lnTo>
                  <a:lnTo>
                    <a:pt x="167708" y="308129"/>
                  </a:lnTo>
                  <a:lnTo>
                    <a:pt x="167517" y="307992"/>
                  </a:lnTo>
                  <a:lnTo>
                    <a:pt x="167210" y="307595"/>
                  </a:lnTo>
                  <a:lnTo>
                    <a:pt x="166614" y="306603"/>
                  </a:lnTo>
                  <a:lnTo>
                    <a:pt x="166412" y="306282"/>
                  </a:lnTo>
                  <a:lnTo>
                    <a:pt x="166210" y="306086"/>
                  </a:lnTo>
                  <a:lnTo>
                    <a:pt x="164467" y="306455"/>
                  </a:lnTo>
                  <a:lnTo>
                    <a:pt x="164437" y="306910"/>
                  </a:lnTo>
                  <a:lnTo>
                    <a:pt x="164474" y="307196"/>
                  </a:lnTo>
                  <a:lnTo>
                    <a:pt x="164327" y="307272"/>
                  </a:lnTo>
                  <a:lnTo>
                    <a:pt x="163596" y="307560"/>
                  </a:lnTo>
                  <a:lnTo>
                    <a:pt x="163252" y="306809"/>
                  </a:lnTo>
                  <a:lnTo>
                    <a:pt x="163040" y="306601"/>
                  </a:lnTo>
                  <a:lnTo>
                    <a:pt x="162683" y="306252"/>
                  </a:lnTo>
                  <a:lnTo>
                    <a:pt x="162452" y="305917"/>
                  </a:lnTo>
                  <a:lnTo>
                    <a:pt x="162363" y="305327"/>
                  </a:lnTo>
                  <a:lnTo>
                    <a:pt x="161926" y="304728"/>
                  </a:lnTo>
                  <a:lnTo>
                    <a:pt x="161630" y="304661"/>
                  </a:lnTo>
                  <a:lnTo>
                    <a:pt x="161488" y="304428"/>
                  </a:lnTo>
                  <a:lnTo>
                    <a:pt x="160369" y="304535"/>
                  </a:lnTo>
                  <a:lnTo>
                    <a:pt x="160131" y="304378"/>
                  </a:lnTo>
                  <a:lnTo>
                    <a:pt x="159625" y="304045"/>
                  </a:lnTo>
                  <a:lnTo>
                    <a:pt x="159998" y="303393"/>
                  </a:lnTo>
                  <a:lnTo>
                    <a:pt x="159991" y="302738"/>
                  </a:lnTo>
                  <a:lnTo>
                    <a:pt x="159795" y="302589"/>
                  </a:lnTo>
                  <a:lnTo>
                    <a:pt x="159245" y="302143"/>
                  </a:lnTo>
                  <a:lnTo>
                    <a:pt x="159270" y="301434"/>
                  </a:lnTo>
                  <a:lnTo>
                    <a:pt x="159649" y="301301"/>
                  </a:lnTo>
                  <a:lnTo>
                    <a:pt x="159910" y="301246"/>
                  </a:lnTo>
                  <a:lnTo>
                    <a:pt x="160237" y="301149"/>
                  </a:lnTo>
                  <a:lnTo>
                    <a:pt x="161061" y="300727"/>
                  </a:lnTo>
                  <a:lnTo>
                    <a:pt x="161328" y="300758"/>
                  </a:lnTo>
                  <a:lnTo>
                    <a:pt x="161988" y="300903"/>
                  </a:lnTo>
                  <a:lnTo>
                    <a:pt x="162360" y="300985"/>
                  </a:lnTo>
                  <a:lnTo>
                    <a:pt x="162859" y="301095"/>
                  </a:lnTo>
                  <a:lnTo>
                    <a:pt x="163118" y="301164"/>
                  </a:lnTo>
                  <a:lnTo>
                    <a:pt x="163351" y="301231"/>
                  </a:lnTo>
                  <a:lnTo>
                    <a:pt x="163631" y="301320"/>
                  </a:lnTo>
                  <a:lnTo>
                    <a:pt x="163785" y="301368"/>
                  </a:lnTo>
                  <a:lnTo>
                    <a:pt x="164073" y="301456"/>
                  </a:lnTo>
                  <a:lnTo>
                    <a:pt x="164565" y="301607"/>
                  </a:lnTo>
                  <a:lnTo>
                    <a:pt x="165022" y="301579"/>
                  </a:lnTo>
                  <a:lnTo>
                    <a:pt x="165066" y="301362"/>
                  </a:lnTo>
                  <a:lnTo>
                    <a:pt x="165130" y="301169"/>
                  </a:lnTo>
                  <a:lnTo>
                    <a:pt x="165084" y="300557"/>
                  </a:lnTo>
                  <a:lnTo>
                    <a:pt x="164583" y="300156"/>
                  </a:lnTo>
                  <a:lnTo>
                    <a:pt x="164148" y="300386"/>
                  </a:lnTo>
                  <a:lnTo>
                    <a:pt x="164058" y="300173"/>
                  </a:lnTo>
                  <a:lnTo>
                    <a:pt x="163934" y="299929"/>
                  </a:lnTo>
                  <a:lnTo>
                    <a:pt x="163802" y="299673"/>
                  </a:lnTo>
                  <a:lnTo>
                    <a:pt x="163672" y="299396"/>
                  </a:lnTo>
                  <a:lnTo>
                    <a:pt x="163773" y="299265"/>
                  </a:lnTo>
                  <a:lnTo>
                    <a:pt x="163837" y="299032"/>
                  </a:lnTo>
                  <a:lnTo>
                    <a:pt x="164275" y="299292"/>
                  </a:lnTo>
                  <a:lnTo>
                    <a:pt x="165158" y="299813"/>
                  </a:lnTo>
                  <a:lnTo>
                    <a:pt x="165729" y="299791"/>
                  </a:lnTo>
                  <a:lnTo>
                    <a:pt x="166435" y="299692"/>
                  </a:lnTo>
                  <a:lnTo>
                    <a:pt x="167198" y="299552"/>
                  </a:lnTo>
                  <a:lnTo>
                    <a:pt x="167176" y="299308"/>
                  </a:lnTo>
                  <a:lnTo>
                    <a:pt x="167205" y="299004"/>
                  </a:lnTo>
                  <a:lnTo>
                    <a:pt x="166976" y="298823"/>
                  </a:lnTo>
                  <a:lnTo>
                    <a:pt x="167038" y="298386"/>
                  </a:lnTo>
                  <a:lnTo>
                    <a:pt x="167215" y="298137"/>
                  </a:lnTo>
                  <a:lnTo>
                    <a:pt x="167510" y="298051"/>
                  </a:lnTo>
                  <a:lnTo>
                    <a:pt x="168184" y="297825"/>
                  </a:lnTo>
                  <a:lnTo>
                    <a:pt x="168164" y="297379"/>
                  </a:lnTo>
                  <a:lnTo>
                    <a:pt x="168073" y="297008"/>
                  </a:lnTo>
                  <a:lnTo>
                    <a:pt x="167854" y="296701"/>
                  </a:lnTo>
                  <a:lnTo>
                    <a:pt x="167875" y="296559"/>
                  </a:lnTo>
                  <a:lnTo>
                    <a:pt x="167754" y="296215"/>
                  </a:lnTo>
                  <a:lnTo>
                    <a:pt x="167663" y="295229"/>
                  </a:lnTo>
                  <a:lnTo>
                    <a:pt x="167258" y="294226"/>
                  </a:lnTo>
                  <a:lnTo>
                    <a:pt x="166639" y="293552"/>
                  </a:lnTo>
                  <a:lnTo>
                    <a:pt x="166330" y="293621"/>
                  </a:lnTo>
                  <a:lnTo>
                    <a:pt x="166087" y="293407"/>
                  </a:lnTo>
                  <a:lnTo>
                    <a:pt x="166052" y="293039"/>
                  </a:lnTo>
                  <a:lnTo>
                    <a:pt x="166150" y="292787"/>
                  </a:lnTo>
                  <a:lnTo>
                    <a:pt x="166153" y="292508"/>
                  </a:lnTo>
                  <a:lnTo>
                    <a:pt x="166158" y="292198"/>
                  </a:lnTo>
                  <a:lnTo>
                    <a:pt x="166615" y="291838"/>
                  </a:lnTo>
                  <a:lnTo>
                    <a:pt x="166624" y="291632"/>
                  </a:lnTo>
                  <a:lnTo>
                    <a:pt x="166623" y="291402"/>
                  </a:lnTo>
                  <a:lnTo>
                    <a:pt x="166443" y="291027"/>
                  </a:lnTo>
                  <a:lnTo>
                    <a:pt x="166182" y="290872"/>
                  </a:lnTo>
                  <a:lnTo>
                    <a:pt x="166051" y="290778"/>
                  </a:lnTo>
                  <a:lnTo>
                    <a:pt x="165880" y="290535"/>
                  </a:lnTo>
                  <a:lnTo>
                    <a:pt x="165740" y="290121"/>
                  </a:lnTo>
                  <a:lnTo>
                    <a:pt x="165448" y="289848"/>
                  </a:lnTo>
                  <a:lnTo>
                    <a:pt x="165306" y="289693"/>
                  </a:lnTo>
                  <a:lnTo>
                    <a:pt x="165253" y="289560"/>
                  </a:lnTo>
                  <a:lnTo>
                    <a:pt x="165249" y="289316"/>
                  </a:lnTo>
                  <a:lnTo>
                    <a:pt x="165258" y="289166"/>
                  </a:lnTo>
                  <a:lnTo>
                    <a:pt x="165346" y="288895"/>
                  </a:lnTo>
                  <a:lnTo>
                    <a:pt x="165443" y="288731"/>
                  </a:lnTo>
                  <a:lnTo>
                    <a:pt x="165491" y="288225"/>
                  </a:lnTo>
                  <a:lnTo>
                    <a:pt x="165451" y="287947"/>
                  </a:lnTo>
                  <a:lnTo>
                    <a:pt x="165132" y="287413"/>
                  </a:lnTo>
                  <a:lnTo>
                    <a:pt x="164908" y="287125"/>
                  </a:lnTo>
                  <a:lnTo>
                    <a:pt x="164555" y="287167"/>
                  </a:lnTo>
                  <a:lnTo>
                    <a:pt x="164400" y="286707"/>
                  </a:lnTo>
                  <a:lnTo>
                    <a:pt x="164408" y="286540"/>
                  </a:lnTo>
                  <a:lnTo>
                    <a:pt x="164357" y="286125"/>
                  </a:lnTo>
                  <a:lnTo>
                    <a:pt x="164234" y="285852"/>
                  </a:lnTo>
                  <a:lnTo>
                    <a:pt x="164137" y="285669"/>
                  </a:lnTo>
                  <a:lnTo>
                    <a:pt x="163937" y="285325"/>
                  </a:lnTo>
                  <a:lnTo>
                    <a:pt x="163656" y="284924"/>
                  </a:lnTo>
                  <a:lnTo>
                    <a:pt x="163469" y="284726"/>
                  </a:lnTo>
                  <a:lnTo>
                    <a:pt x="163328" y="284590"/>
                  </a:lnTo>
                  <a:lnTo>
                    <a:pt x="163186" y="284452"/>
                  </a:lnTo>
                  <a:lnTo>
                    <a:pt x="162878" y="284112"/>
                  </a:lnTo>
                  <a:lnTo>
                    <a:pt x="162428" y="283909"/>
                  </a:lnTo>
                  <a:lnTo>
                    <a:pt x="162165" y="283848"/>
                  </a:lnTo>
                  <a:lnTo>
                    <a:pt x="162056" y="283603"/>
                  </a:lnTo>
                  <a:lnTo>
                    <a:pt x="162002" y="283269"/>
                  </a:lnTo>
                  <a:lnTo>
                    <a:pt x="162140" y="282890"/>
                  </a:lnTo>
                  <a:lnTo>
                    <a:pt x="162536" y="282862"/>
                  </a:lnTo>
                  <a:lnTo>
                    <a:pt x="162832" y="282733"/>
                  </a:lnTo>
                  <a:lnTo>
                    <a:pt x="162598" y="282494"/>
                  </a:lnTo>
                  <a:lnTo>
                    <a:pt x="162352" y="282263"/>
                  </a:lnTo>
                  <a:lnTo>
                    <a:pt x="161665" y="281623"/>
                  </a:lnTo>
                  <a:lnTo>
                    <a:pt x="161310" y="281021"/>
                  </a:lnTo>
                  <a:lnTo>
                    <a:pt x="160927" y="280812"/>
                  </a:lnTo>
                  <a:lnTo>
                    <a:pt x="160625" y="280676"/>
                  </a:lnTo>
                  <a:lnTo>
                    <a:pt x="160196" y="280461"/>
                  </a:lnTo>
                  <a:lnTo>
                    <a:pt x="160122" y="280240"/>
                  </a:lnTo>
                  <a:lnTo>
                    <a:pt x="160084" y="280102"/>
                  </a:lnTo>
                  <a:lnTo>
                    <a:pt x="160076" y="279943"/>
                  </a:lnTo>
                  <a:lnTo>
                    <a:pt x="159892" y="279792"/>
                  </a:lnTo>
                  <a:lnTo>
                    <a:pt x="159811" y="279501"/>
                  </a:lnTo>
                  <a:lnTo>
                    <a:pt x="160213" y="279331"/>
                  </a:lnTo>
                  <a:lnTo>
                    <a:pt x="160268" y="278850"/>
                  </a:lnTo>
                  <a:lnTo>
                    <a:pt x="160226" y="278573"/>
                  </a:lnTo>
                  <a:lnTo>
                    <a:pt x="160103" y="278238"/>
                  </a:lnTo>
                  <a:lnTo>
                    <a:pt x="160096" y="278108"/>
                  </a:lnTo>
                  <a:lnTo>
                    <a:pt x="160599" y="277846"/>
                  </a:lnTo>
                  <a:lnTo>
                    <a:pt x="160810" y="277938"/>
                  </a:lnTo>
                  <a:lnTo>
                    <a:pt x="160953" y="277725"/>
                  </a:lnTo>
                  <a:lnTo>
                    <a:pt x="160871" y="277521"/>
                  </a:lnTo>
                  <a:lnTo>
                    <a:pt x="160936" y="277374"/>
                  </a:lnTo>
                  <a:lnTo>
                    <a:pt x="161092" y="277109"/>
                  </a:lnTo>
                  <a:lnTo>
                    <a:pt x="161124" y="276936"/>
                  </a:lnTo>
                  <a:lnTo>
                    <a:pt x="161126" y="276799"/>
                  </a:lnTo>
                  <a:lnTo>
                    <a:pt x="161258" y="276442"/>
                  </a:lnTo>
                  <a:lnTo>
                    <a:pt x="161425" y="275924"/>
                  </a:lnTo>
                  <a:lnTo>
                    <a:pt x="161663" y="275821"/>
                  </a:lnTo>
                  <a:lnTo>
                    <a:pt x="162188" y="275406"/>
                  </a:lnTo>
                  <a:lnTo>
                    <a:pt x="162171" y="275173"/>
                  </a:lnTo>
                  <a:lnTo>
                    <a:pt x="162319" y="274836"/>
                  </a:lnTo>
                  <a:lnTo>
                    <a:pt x="162485" y="274653"/>
                  </a:lnTo>
                  <a:lnTo>
                    <a:pt x="162328" y="274693"/>
                  </a:lnTo>
                  <a:lnTo>
                    <a:pt x="159914" y="273903"/>
                  </a:lnTo>
                  <a:lnTo>
                    <a:pt x="159749" y="273749"/>
                  </a:lnTo>
                  <a:lnTo>
                    <a:pt x="159630" y="273455"/>
                  </a:lnTo>
                  <a:lnTo>
                    <a:pt x="159006" y="273230"/>
                  </a:lnTo>
                  <a:lnTo>
                    <a:pt x="158820" y="272802"/>
                  </a:lnTo>
                  <a:lnTo>
                    <a:pt x="158738" y="272395"/>
                  </a:lnTo>
                  <a:lnTo>
                    <a:pt x="158493" y="272363"/>
                  </a:lnTo>
                  <a:lnTo>
                    <a:pt x="158122" y="270710"/>
                  </a:lnTo>
                  <a:lnTo>
                    <a:pt x="156694" y="268787"/>
                  </a:lnTo>
                  <a:lnTo>
                    <a:pt x="156563" y="268639"/>
                  </a:lnTo>
                  <a:lnTo>
                    <a:pt x="155624" y="267424"/>
                  </a:lnTo>
                  <a:lnTo>
                    <a:pt x="155152" y="266845"/>
                  </a:lnTo>
                  <a:lnTo>
                    <a:pt x="155030" y="266659"/>
                  </a:lnTo>
                  <a:lnTo>
                    <a:pt x="154849" y="266689"/>
                  </a:lnTo>
                  <a:lnTo>
                    <a:pt x="154689" y="266700"/>
                  </a:lnTo>
                  <a:lnTo>
                    <a:pt x="154131" y="266653"/>
                  </a:lnTo>
                  <a:lnTo>
                    <a:pt x="153968" y="266426"/>
                  </a:lnTo>
                  <a:lnTo>
                    <a:pt x="153164" y="265936"/>
                  </a:lnTo>
                  <a:lnTo>
                    <a:pt x="152512" y="265906"/>
                  </a:lnTo>
                  <a:lnTo>
                    <a:pt x="152188" y="265821"/>
                  </a:lnTo>
                  <a:lnTo>
                    <a:pt x="152207" y="265683"/>
                  </a:lnTo>
                  <a:lnTo>
                    <a:pt x="152335" y="265624"/>
                  </a:lnTo>
                  <a:lnTo>
                    <a:pt x="151971" y="264536"/>
                  </a:lnTo>
                  <a:lnTo>
                    <a:pt x="151841" y="264278"/>
                  </a:lnTo>
                  <a:lnTo>
                    <a:pt x="151917" y="264132"/>
                  </a:lnTo>
                  <a:lnTo>
                    <a:pt x="152283" y="263996"/>
                  </a:lnTo>
                  <a:lnTo>
                    <a:pt x="152681" y="263992"/>
                  </a:lnTo>
                  <a:lnTo>
                    <a:pt x="152733" y="263573"/>
                  </a:lnTo>
                  <a:lnTo>
                    <a:pt x="152913" y="263015"/>
                  </a:lnTo>
                  <a:lnTo>
                    <a:pt x="152231" y="261717"/>
                  </a:lnTo>
                  <a:lnTo>
                    <a:pt x="152366" y="261722"/>
                  </a:lnTo>
                  <a:lnTo>
                    <a:pt x="152519" y="261659"/>
                  </a:lnTo>
                  <a:lnTo>
                    <a:pt x="152657" y="261324"/>
                  </a:lnTo>
                  <a:lnTo>
                    <a:pt x="152520" y="261256"/>
                  </a:lnTo>
                  <a:lnTo>
                    <a:pt x="152282" y="260881"/>
                  </a:lnTo>
                  <a:lnTo>
                    <a:pt x="152450" y="260826"/>
                  </a:lnTo>
                  <a:lnTo>
                    <a:pt x="152575" y="260687"/>
                  </a:lnTo>
                  <a:lnTo>
                    <a:pt x="152702" y="260504"/>
                  </a:lnTo>
                  <a:lnTo>
                    <a:pt x="152736" y="260344"/>
                  </a:lnTo>
                  <a:lnTo>
                    <a:pt x="152592" y="260139"/>
                  </a:lnTo>
                  <a:lnTo>
                    <a:pt x="152677" y="259768"/>
                  </a:lnTo>
                  <a:lnTo>
                    <a:pt x="152565" y="259649"/>
                  </a:lnTo>
                  <a:lnTo>
                    <a:pt x="152241" y="259454"/>
                  </a:lnTo>
                  <a:lnTo>
                    <a:pt x="151988" y="259443"/>
                  </a:lnTo>
                  <a:lnTo>
                    <a:pt x="151804" y="259436"/>
                  </a:lnTo>
                  <a:lnTo>
                    <a:pt x="151585" y="259498"/>
                  </a:lnTo>
                  <a:lnTo>
                    <a:pt x="151239" y="259547"/>
                  </a:lnTo>
                  <a:lnTo>
                    <a:pt x="150893" y="259553"/>
                  </a:lnTo>
                  <a:lnTo>
                    <a:pt x="150490" y="259598"/>
                  </a:lnTo>
                  <a:lnTo>
                    <a:pt x="150017" y="259603"/>
                  </a:lnTo>
                  <a:lnTo>
                    <a:pt x="149522" y="259763"/>
                  </a:lnTo>
                  <a:lnTo>
                    <a:pt x="148983" y="259911"/>
                  </a:lnTo>
                  <a:lnTo>
                    <a:pt x="148393" y="260176"/>
                  </a:lnTo>
                  <a:lnTo>
                    <a:pt x="147998" y="260460"/>
                  </a:lnTo>
                  <a:lnTo>
                    <a:pt x="147306" y="260905"/>
                  </a:lnTo>
                  <a:lnTo>
                    <a:pt x="147111" y="261044"/>
                  </a:lnTo>
                  <a:lnTo>
                    <a:pt x="146832" y="261180"/>
                  </a:lnTo>
                  <a:lnTo>
                    <a:pt x="146225" y="261669"/>
                  </a:lnTo>
                  <a:lnTo>
                    <a:pt x="146032" y="261788"/>
                  </a:lnTo>
                  <a:lnTo>
                    <a:pt x="145828" y="261891"/>
                  </a:lnTo>
                  <a:lnTo>
                    <a:pt x="145481" y="262131"/>
                  </a:lnTo>
                  <a:lnTo>
                    <a:pt x="145166" y="262251"/>
                  </a:lnTo>
                  <a:lnTo>
                    <a:pt x="144569" y="262736"/>
                  </a:lnTo>
                  <a:lnTo>
                    <a:pt x="144370" y="262873"/>
                  </a:lnTo>
                  <a:lnTo>
                    <a:pt x="144236" y="262954"/>
                  </a:lnTo>
                  <a:lnTo>
                    <a:pt x="144031" y="263050"/>
                  </a:lnTo>
                  <a:lnTo>
                    <a:pt x="143826" y="263202"/>
                  </a:lnTo>
                  <a:lnTo>
                    <a:pt x="143563" y="263371"/>
                  </a:lnTo>
                  <a:lnTo>
                    <a:pt x="143253" y="263520"/>
                  </a:lnTo>
                  <a:lnTo>
                    <a:pt x="142623" y="263900"/>
                  </a:lnTo>
                  <a:lnTo>
                    <a:pt x="142431" y="263970"/>
                  </a:lnTo>
                  <a:lnTo>
                    <a:pt x="142195" y="264159"/>
                  </a:lnTo>
                  <a:lnTo>
                    <a:pt x="141830" y="264339"/>
                  </a:lnTo>
                  <a:lnTo>
                    <a:pt x="138841" y="265303"/>
                  </a:lnTo>
                  <a:lnTo>
                    <a:pt x="138209" y="265576"/>
                  </a:lnTo>
                  <a:lnTo>
                    <a:pt x="137771" y="265937"/>
                  </a:lnTo>
                  <a:lnTo>
                    <a:pt x="137399" y="266285"/>
                  </a:lnTo>
                  <a:lnTo>
                    <a:pt x="136900" y="266790"/>
                  </a:lnTo>
                  <a:lnTo>
                    <a:pt x="136253" y="267507"/>
                  </a:lnTo>
                  <a:lnTo>
                    <a:pt x="135992" y="267798"/>
                  </a:lnTo>
                  <a:lnTo>
                    <a:pt x="135842" y="268014"/>
                  </a:lnTo>
                  <a:lnTo>
                    <a:pt x="135554" y="268482"/>
                  </a:lnTo>
                  <a:lnTo>
                    <a:pt x="135490" y="268765"/>
                  </a:lnTo>
                  <a:lnTo>
                    <a:pt x="134933" y="269249"/>
                  </a:lnTo>
                  <a:lnTo>
                    <a:pt x="133674" y="269343"/>
                  </a:lnTo>
                  <a:lnTo>
                    <a:pt x="131920" y="269827"/>
                  </a:lnTo>
                  <a:lnTo>
                    <a:pt x="131360" y="270077"/>
                  </a:lnTo>
                  <a:lnTo>
                    <a:pt x="130451" y="270367"/>
                  </a:lnTo>
                  <a:lnTo>
                    <a:pt x="129636" y="270591"/>
                  </a:lnTo>
                  <a:lnTo>
                    <a:pt x="128654" y="270811"/>
                  </a:lnTo>
                  <a:lnTo>
                    <a:pt x="128406" y="270972"/>
                  </a:lnTo>
                  <a:lnTo>
                    <a:pt x="127818" y="271275"/>
                  </a:lnTo>
                  <a:lnTo>
                    <a:pt x="127485" y="271398"/>
                  </a:lnTo>
                  <a:lnTo>
                    <a:pt x="123237" y="271437"/>
                  </a:lnTo>
                  <a:lnTo>
                    <a:pt x="121828" y="271505"/>
                  </a:lnTo>
                  <a:lnTo>
                    <a:pt x="121185" y="271573"/>
                  </a:lnTo>
                  <a:lnTo>
                    <a:pt x="120900" y="271498"/>
                  </a:lnTo>
                  <a:lnTo>
                    <a:pt x="120305" y="271166"/>
                  </a:lnTo>
                  <a:lnTo>
                    <a:pt x="119335" y="270573"/>
                  </a:lnTo>
                  <a:lnTo>
                    <a:pt x="119222" y="269953"/>
                  </a:lnTo>
                  <a:lnTo>
                    <a:pt x="119444" y="269778"/>
                  </a:lnTo>
                  <a:lnTo>
                    <a:pt x="120115" y="268181"/>
                  </a:lnTo>
                  <a:lnTo>
                    <a:pt x="120223" y="263770"/>
                  </a:lnTo>
                  <a:lnTo>
                    <a:pt x="120166" y="263114"/>
                  </a:lnTo>
                  <a:lnTo>
                    <a:pt x="119901" y="260841"/>
                  </a:lnTo>
                  <a:lnTo>
                    <a:pt x="119382" y="261029"/>
                  </a:lnTo>
                  <a:lnTo>
                    <a:pt x="118849" y="260910"/>
                  </a:lnTo>
                  <a:lnTo>
                    <a:pt x="118312" y="260929"/>
                  </a:lnTo>
                  <a:lnTo>
                    <a:pt x="117663" y="260736"/>
                  </a:lnTo>
                  <a:lnTo>
                    <a:pt x="117194" y="260038"/>
                  </a:lnTo>
                  <a:lnTo>
                    <a:pt x="117449" y="259965"/>
                  </a:lnTo>
                  <a:lnTo>
                    <a:pt x="117593" y="259058"/>
                  </a:lnTo>
                  <a:lnTo>
                    <a:pt x="117508" y="258717"/>
                  </a:lnTo>
                  <a:lnTo>
                    <a:pt x="116696" y="257457"/>
                  </a:lnTo>
                  <a:lnTo>
                    <a:pt x="116421" y="257247"/>
                  </a:lnTo>
                  <a:lnTo>
                    <a:pt x="115161" y="256891"/>
                  </a:lnTo>
                  <a:lnTo>
                    <a:pt x="113932" y="256476"/>
                  </a:lnTo>
                  <a:lnTo>
                    <a:pt x="114190" y="256011"/>
                  </a:lnTo>
                  <a:lnTo>
                    <a:pt x="113943" y="255329"/>
                  </a:lnTo>
                  <a:lnTo>
                    <a:pt x="113227" y="254814"/>
                  </a:lnTo>
                  <a:lnTo>
                    <a:pt x="112962" y="253192"/>
                  </a:lnTo>
                  <a:lnTo>
                    <a:pt x="112867" y="252461"/>
                  </a:lnTo>
                  <a:lnTo>
                    <a:pt x="112825" y="252252"/>
                  </a:lnTo>
                  <a:lnTo>
                    <a:pt x="113348" y="251511"/>
                  </a:lnTo>
                  <a:lnTo>
                    <a:pt x="113380" y="251017"/>
                  </a:lnTo>
                  <a:lnTo>
                    <a:pt x="113909" y="250656"/>
                  </a:lnTo>
                  <a:lnTo>
                    <a:pt x="114596" y="250411"/>
                  </a:lnTo>
                  <a:lnTo>
                    <a:pt x="114923" y="250105"/>
                  </a:lnTo>
                  <a:lnTo>
                    <a:pt x="114840" y="249887"/>
                  </a:lnTo>
                  <a:lnTo>
                    <a:pt x="115081" y="249871"/>
                  </a:lnTo>
                  <a:lnTo>
                    <a:pt x="114735" y="249189"/>
                  </a:lnTo>
                  <a:lnTo>
                    <a:pt x="114140" y="249243"/>
                  </a:lnTo>
                  <a:lnTo>
                    <a:pt x="113338" y="249365"/>
                  </a:lnTo>
                  <a:lnTo>
                    <a:pt x="112813" y="249522"/>
                  </a:lnTo>
                  <a:lnTo>
                    <a:pt x="112664" y="249149"/>
                  </a:lnTo>
                  <a:lnTo>
                    <a:pt x="113119" y="248141"/>
                  </a:lnTo>
                  <a:lnTo>
                    <a:pt x="113376" y="248282"/>
                  </a:lnTo>
                  <a:lnTo>
                    <a:pt x="113766" y="248581"/>
                  </a:lnTo>
                  <a:lnTo>
                    <a:pt x="114073" y="248633"/>
                  </a:lnTo>
                  <a:lnTo>
                    <a:pt x="114357" y="248757"/>
                  </a:lnTo>
                  <a:lnTo>
                    <a:pt x="114787" y="248316"/>
                  </a:lnTo>
                  <a:lnTo>
                    <a:pt x="115251" y="248163"/>
                  </a:lnTo>
                  <a:lnTo>
                    <a:pt x="115380" y="248032"/>
                  </a:lnTo>
                  <a:lnTo>
                    <a:pt x="114925" y="247721"/>
                  </a:lnTo>
                  <a:lnTo>
                    <a:pt x="114744" y="247699"/>
                  </a:lnTo>
                  <a:lnTo>
                    <a:pt x="113993" y="247721"/>
                  </a:lnTo>
                  <a:lnTo>
                    <a:pt x="113585" y="247777"/>
                  </a:lnTo>
                  <a:lnTo>
                    <a:pt x="113286" y="247756"/>
                  </a:lnTo>
                  <a:lnTo>
                    <a:pt x="112703" y="247503"/>
                  </a:lnTo>
                  <a:lnTo>
                    <a:pt x="112483" y="247103"/>
                  </a:lnTo>
                  <a:lnTo>
                    <a:pt x="112412" y="246752"/>
                  </a:lnTo>
                  <a:lnTo>
                    <a:pt x="112584" y="246475"/>
                  </a:lnTo>
                  <a:lnTo>
                    <a:pt x="112710" y="246333"/>
                  </a:lnTo>
                  <a:lnTo>
                    <a:pt x="112553" y="245789"/>
                  </a:lnTo>
                  <a:lnTo>
                    <a:pt x="112483" y="245624"/>
                  </a:lnTo>
                  <a:lnTo>
                    <a:pt x="112012" y="244911"/>
                  </a:lnTo>
                  <a:lnTo>
                    <a:pt x="112099" y="244638"/>
                  </a:lnTo>
                  <a:lnTo>
                    <a:pt x="112089" y="244471"/>
                  </a:lnTo>
                  <a:lnTo>
                    <a:pt x="111737" y="244075"/>
                  </a:lnTo>
                  <a:lnTo>
                    <a:pt x="111708" y="243770"/>
                  </a:lnTo>
                  <a:lnTo>
                    <a:pt x="111638" y="243563"/>
                  </a:lnTo>
                  <a:lnTo>
                    <a:pt x="111684" y="243358"/>
                  </a:lnTo>
                  <a:lnTo>
                    <a:pt x="111513" y="243118"/>
                  </a:lnTo>
                  <a:lnTo>
                    <a:pt x="111292" y="243041"/>
                  </a:lnTo>
                  <a:lnTo>
                    <a:pt x="111157" y="243155"/>
                  </a:lnTo>
                  <a:lnTo>
                    <a:pt x="111022" y="243102"/>
                  </a:lnTo>
                  <a:lnTo>
                    <a:pt x="110962" y="242701"/>
                  </a:lnTo>
                  <a:lnTo>
                    <a:pt x="110932" y="242482"/>
                  </a:lnTo>
                  <a:lnTo>
                    <a:pt x="110584" y="242370"/>
                  </a:lnTo>
                  <a:lnTo>
                    <a:pt x="110721" y="242034"/>
                  </a:lnTo>
                  <a:lnTo>
                    <a:pt x="110973" y="241812"/>
                  </a:lnTo>
                  <a:lnTo>
                    <a:pt x="111182" y="241729"/>
                  </a:lnTo>
                  <a:lnTo>
                    <a:pt x="111902" y="241727"/>
                  </a:lnTo>
                  <a:lnTo>
                    <a:pt x="112196" y="240031"/>
                  </a:lnTo>
                  <a:lnTo>
                    <a:pt x="111763" y="237877"/>
                  </a:lnTo>
                  <a:lnTo>
                    <a:pt x="111726" y="237680"/>
                  </a:lnTo>
                  <a:lnTo>
                    <a:pt x="112663" y="237028"/>
                  </a:lnTo>
                  <a:lnTo>
                    <a:pt x="113022" y="235785"/>
                  </a:lnTo>
                  <a:lnTo>
                    <a:pt x="113457" y="234967"/>
                  </a:lnTo>
                  <a:lnTo>
                    <a:pt x="113426" y="233595"/>
                  </a:lnTo>
                  <a:lnTo>
                    <a:pt x="113085" y="231750"/>
                  </a:lnTo>
                  <a:lnTo>
                    <a:pt x="113740" y="231005"/>
                  </a:lnTo>
                  <a:lnTo>
                    <a:pt x="114035" y="230558"/>
                  </a:lnTo>
                  <a:lnTo>
                    <a:pt x="114375" y="229954"/>
                  </a:lnTo>
                  <a:lnTo>
                    <a:pt x="116286" y="230054"/>
                  </a:lnTo>
                  <a:lnTo>
                    <a:pt x="117206" y="229472"/>
                  </a:lnTo>
                  <a:lnTo>
                    <a:pt x="117735" y="228905"/>
                  </a:lnTo>
                  <a:lnTo>
                    <a:pt x="118188" y="227112"/>
                  </a:lnTo>
                  <a:lnTo>
                    <a:pt x="118061" y="226435"/>
                  </a:lnTo>
                  <a:lnTo>
                    <a:pt x="118079" y="225863"/>
                  </a:lnTo>
                  <a:lnTo>
                    <a:pt x="117373" y="225709"/>
                  </a:lnTo>
                  <a:lnTo>
                    <a:pt x="114531" y="225024"/>
                  </a:lnTo>
                  <a:lnTo>
                    <a:pt x="114437" y="224682"/>
                  </a:lnTo>
                  <a:lnTo>
                    <a:pt x="114415" y="224543"/>
                  </a:lnTo>
                  <a:lnTo>
                    <a:pt x="114410" y="224228"/>
                  </a:lnTo>
                  <a:lnTo>
                    <a:pt x="114333" y="223680"/>
                  </a:lnTo>
                  <a:lnTo>
                    <a:pt x="114356" y="223220"/>
                  </a:lnTo>
                  <a:lnTo>
                    <a:pt x="114352" y="222956"/>
                  </a:lnTo>
                  <a:lnTo>
                    <a:pt x="114363" y="222445"/>
                  </a:lnTo>
                  <a:lnTo>
                    <a:pt x="114419" y="222243"/>
                  </a:lnTo>
                  <a:lnTo>
                    <a:pt x="114542" y="221696"/>
                  </a:lnTo>
                  <a:lnTo>
                    <a:pt x="114685" y="221641"/>
                  </a:lnTo>
                  <a:lnTo>
                    <a:pt x="114771" y="221323"/>
                  </a:lnTo>
                  <a:lnTo>
                    <a:pt x="115796" y="220034"/>
                  </a:lnTo>
                  <a:lnTo>
                    <a:pt x="115598" y="219541"/>
                  </a:lnTo>
                  <a:lnTo>
                    <a:pt x="115412" y="218814"/>
                  </a:lnTo>
                  <a:lnTo>
                    <a:pt x="115182" y="218496"/>
                  </a:lnTo>
                  <a:lnTo>
                    <a:pt x="114934" y="218392"/>
                  </a:lnTo>
                  <a:lnTo>
                    <a:pt x="114454" y="218247"/>
                  </a:lnTo>
                  <a:lnTo>
                    <a:pt x="113553" y="218073"/>
                  </a:lnTo>
                  <a:lnTo>
                    <a:pt x="112963" y="217590"/>
                  </a:lnTo>
                  <a:lnTo>
                    <a:pt x="112232" y="217481"/>
                  </a:lnTo>
                  <a:lnTo>
                    <a:pt x="111347" y="217242"/>
                  </a:lnTo>
                  <a:lnTo>
                    <a:pt x="110396" y="216707"/>
                  </a:lnTo>
                  <a:lnTo>
                    <a:pt x="110141" y="216617"/>
                  </a:lnTo>
                  <a:lnTo>
                    <a:pt x="109755" y="216494"/>
                  </a:lnTo>
                  <a:lnTo>
                    <a:pt x="108949" y="215717"/>
                  </a:lnTo>
                  <a:lnTo>
                    <a:pt x="108982" y="214997"/>
                  </a:lnTo>
                  <a:lnTo>
                    <a:pt x="108619" y="214316"/>
                  </a:lnTo>
                  <a:lnTo>
                    <a:pt x="108605" y="213878"/>
                  </a:lnTo>
                  <a:lnTo>
                    <a:pt x="108603" y="213750"/>
                  </a:lnTo>
                  <a:lnTo>
                    <a:pt x="108205" y="213336"/>
                  </a:lnTo>
                  <a:lnTo>
                    <a:pt x="108022" y="213328"/>
                  </a:lnTo>
                  <a:lnTo>
                    <a:pt x="107790" y="212949"/>
                  </a:lnTo>
                  <a:lnTo>
                    <a:pt x="107702" y="212637"/>
                  </a:lnTo>
                  <a:lnTo>
                    <a:pt x="107704" y="212452"/>
                  </a:lnTo>
                  <a:lnTo>
                    <a:pt x="107564" y="211846"/>
                  </a:lnTo>
                  <a:lnTo>
                    <a:pt x="107730" y="211780"/>
                  </a:lnTo>
                  <a:lnTo>
                    <a:pt x="108078" y="211869"/>
                  </a:lnTo>
                  <a:lnTo>
                    <a:pt x="108704" y="211726"/>
                  </a:lnTo>
                  <a:lnTo>
                    <a:pt x="108681" y="211451"/>
                  </a:lnTo>
                  <a:lnTo>
                    <a:pt x="108981" y="210661"/>
                  </a:lnTo>
                  <a:lnTo>
                    <a:pt x="108855" y="210201"/>
                  </a:lnTo>
                  <a:lnTo>
                    <a:pt x="108576" y="209880"/>
                  </a:lnTo>
                  <a:lnTo>
                    <a:pt x="108283" y="209064"/>
                  </a:lnTo>
                  <a:lnTo>
                    <a:pt x="107873" y="208148"/>
                  </a:lnTo>
                  <a:lnTo>
                    <a:pt x="107706" y="207614"/>
                  </a:lnTo>
                  <a:lnTo>
                    <a:pt x="106740" y="206704"/>
                  </a:lnTo>
                  <a:lnTo>
                    <a:pt x="106480" y="206706"/>
                  </a:lnTo>
                  <a:lnTo>
                    <a:pt x="106329" y="206708"/>
                  </a:lnTo>
                  <a:lnTo>
                    <a:pt x="106068" y="206653"/>
                  </a:lnTo>
                  <a:lnTo>
                    <a:pt x="105620" y="206559"/>
                  </a:lnTo>
                  <a:lnTo>
                    <a:pt x="105254" y="206563"/>
                  </a:lnTo>
                  <a:lnTo>
                    <a:pt x="104776" y="206696"/>
                  </a:lnTo>
                  <a:lnTo>
                    <a:pt x="103991" y="206501"/>
                  </a:lnTo>
                  <a:lnTo>
                    <a:pt x="103761" y="206450"/>
                  </a:lnTo>
                  <a:lnTo>
                    <a:pt x="103488" y="206465"/>
                  </a:lnTo>
                  <a:lnTo>
                    <a:pt x="103097" y="206600"/>
                  </a:lnTo>
                  <a:lnTo>
                    <a:pt x="102858" y="206669"/>
                  </a:lnTo>
                  <a:lnTo>
                    <a:pt x="102508" y="206771"/>
                  </a:lnTo>
                  <a:lnTo>
                    <a:pt x="102227" y="206875"/>
                  </a:lnTo>
                  <a:lnTo>
                    <a:pt x="101898" y="207052"/>
                  </a:lnTo>
                  <a:lnTo>
                    <a:pt x="101615" y="207236"/>
                  </a:lnTo>
                  <a:lnTo>
                    <a:pt x="101620" y="207387"/>
                  </a:lnTo>
                  <a:lnTo>
                    <a:pt x="101464" y="207565"/>
                  </a:lnTo>
                  <a:lnTo>
                    <a:pt x="101571" y="207869"/>
                  </a:lnTo>
                  <a:lnTo>
                    <a:pt x="101163" y="207773"/>
                  </a:lnTo>
                  <a:lnTo>
                    <a:pt x="100440" y="207573"/>
                  </a:lnTo>
                  <a:lnTo>
                    <a:pt x="100244" y="207555"/>
                  </a:lnTo>
                  <a:lnTo>
                    <a:pt x="99853" y="207592"/>
                  </a:lnTo>
                  <a:lnTo>
                    <a:pt x="99465" y="207706"/>
                  </a:lnTo>
                  <a:lnTo>
                    <a:pt x="99118" y="207581"/>
                  </a:lnTo>
                  <a:lnTo>
                    <a:pt x="98957" y="207489"/>
                  </a:lnTo>
                  <a:lnTo>
                    <a:pt x="98802" y="207446"/>
                  </a:lnTo>
                  <a:lnTo>
                    <a:pt x="98547" y="207324"/>
                  </a:lnTo>
                  <a:lnTo>
                    <a:pt x="97814" y="207219"/>
                  </a:lnTo>
                  <a:lnTo>
                    <a:pt x="96733" y="206760"/>
                  </a:lnTo>
                  <a:lnTo>
                    <a:pt x="96465" y="206427"/>
                  </a:lnTo>
                  <a:lnTo>
                    <a:pt x="96139" y="206271"/>
                  </a:lnTo>
                  <a:lnTo>
                    <a:pt x="96136" y="206047"/>
                  </a:lnTo>
                  <a:lnTo>
                    <a:pt x="95908" y="205993"/>
                  </a:lnTo>
                  <a:lnTo>
                    <a:pt x="95988" y="205850"/>
                  </a:lnTo>
                  <a:lnTo>
                    <a:pt x="96167" y="205751"/>
                  </a:lnTo>
                  <a:lnTo>
                    <a:pt x="96118" y="205565"/>
                  </a:lnTo>
                  <a:lnTo>
                    <a:pt x="95721" y="205427"/>
                  </a:lnTo>
                  <a:lnTo>
                    <a:pt x="95295" y="204783"/>
                  </a:lnTo>
                  <a:lnTo>
                    <a:pt x="95370" y="204633"/>
                  </a:lnTo>
                  <a:lnTo>
                    <a:pt x="95866" y="204246"/>
                  </a:lnTo>
                  <a:lnTo>
                    <a:pt x="96215" y="204276"/>
                  </a:lnTo>
                  <a:lnTo>
                    <a:pt x="96356" y="204296"/>
                  </a:lnTo>
                  <a:lnTo>
                    <a:pt x="96602" y="204414"/>
                  </a:lnTo>
                  <a:lnTo>
                    <a:pt x="96812" y="204521"/>
                  </a:lnTo>
                  <a:lnTo>
                    <a:pt x="97169" y="204533"/>
                  </a:lnTo>
                  <a:lnTo>
                    <a:pt x="97124" y="204187"/>
                  </a:lnTo>
                  <a:lnTo>
                    <a:pt x="97948" y="203702"/>
                  </a:lnTo>
                  <a:lnTo>
                    <a:pt x="98139" y="203560"/>
                  </a:lnTo>
                  <a:lnTo>
                    <a:pt x="98290" y="203438"/>
                  </a:lnTo>
                  <a:lnTo>
                    <a:pt x="98160" y="203173"/>
                  </a:lnTo>
                  <a:lnTo>
                    <a:pt x="98317" y="203167"/>
                  </a:lnTo>
                  <a:lnTo>
                    <a:pt x="98482" y="203510"/>
                  </a:lnTo>
                  <a:lnTo>
                    <a:pt x="98648" y="203534"/>
                  </a:lnTo>
                  <a:lnTo>
                    <a:pt x="98830" y="203500"/>
                  </a:lnTo>
                  <a:lnTo>
                    <a:pt x="98876" y="203274"/>
                  </a:lnTo>
                  <a:lnTo>
                    <a:pt x="99362" y="203142"/>
                  </a:lnTo>
                  <a:lnTo>
                    <a:pt x="99298" y="202843"/>
                  </a:lnTo>
                  <a:lnTo>
                    <a:pt x="99323" y="202491"/>
                  </a:lnTo>
                  <a:lnTo>
                    <a:pt x="99631" y="202143"/>
                  </a:lnTo>
                  <a:lnTo>
                    <a:pt x="99806" y="201306"/>
                  </a:lnTo>
                  <a:lnTo>
                    <a:pt x="100556" y="200457"/>
                  </a:lnTo>
                  <a:lnTo>
                    <a:pt x="100716" y="200145"/>
                  </a:lnTo>
                  <a:lnTo>
                    <a:pt x="100929" y="199931"/>
                  </a:lnTo>
                  <a:lnTo>
                    <a:pt x="101494" y="199669"/>
                  </a:lnTo>
                  <a:lnTo>
                    <a:pt x="101753" y="199524"/>
                  </a:lnTo>
                  <a:lnTo>
                    <a:pt x="101653" y="199266"/>
                  </a:lnTo>
                  <a:lnTo>
                    <a:pt x="101574" y="198997"/>
                  </a:lnTo>
                  <a:lnTo>
                    <a:pt x="101588" y="198642"/>
                  </a:lnTo>
                  <a:lnTo>
                    <a:pt x="101556" y="198351"/>
                  </a:lnTo>
                  <a:lnTo>
                    <a:pt x="101948" y="197633"/>
                  </a:lnTo>
                  <a:lnTo>
                    <a:pt x="101469" y="196334"/>
                  </a:lnTo>
                  <a:lnTo>
                    <a:pt x="101464" y="196177"/>
                  </a:lnTo>
                  <a:lnTo>
                    <a:pt x="101490" y="195838"/>
                  </a:lnTo>
                  <a:lnTo>
                    <a:pt x="101375" y="195703"/>
                  </a:lnTo>
                  <a:lnTo>
                    <a:pt x="101211" y="195488"/>
                  </a:lnTo>
                  <a:lnTo>
                    <a:pt x="101067" y="195395"/>
                  </a:lnTo>
                  <a:lnTo>
                    <a:pt x="100773" y="195053"/>
                  </a:lnTo>
                  <a:lnTo>
                    <a:pt x="100412" y="194761"/>
                  </a:lnTo>
                  <a:lnTo>
                    <a:pt x="100241" y="194787"/>
                  </a:lnTo>
                  <a:lnTo>
                    <a:pt x="99603" y="194361"/>
                  </a:lnTo>
                  <a:lnTo>
                    <a:pt x="100228" y="194038"/>
                  </a:lnTo>
                  <a:lnTo>
                    <a:pt x="100429" y="194030"/>
                  </a:lnTo>
                  <a:lnTo>
                    <a:pt x="100564" y="194011"/>
                  </a:lnTo>
                  <a:lnTo>
                    <a:pt x="100609" y="193670"/>
                  </a:lnTo>
                  <a:lnTo>
                    <a:pt x="100771" y="193659"/>
                  </a:lnTo>
                  <a:lnTo>
                    <a:pt x="101000" y="193617"/>
                  </a:lnTo>
                  <a:lnTo>
                    <a:pt x="102340" y="193097"/>
                  </a:lnTo>
                  <a:lnTo>
                    <a:pt x="102871" y="193124"/>
                  </a:lnTo>
                  <a:lnTo>
                    <a:pt x="102877" y="193294"/>
                  </a:lnTo>
                  <a:lnTo>
                    <a:pt x="102990" y="193497"/>
                  </a:lnTo>
                  <a:lnTo>
                    <a:pt x="103452" y="193878"/>
                  </a:lnTo>
                  <a:lnTo>
                    <a:pt x="103610" y="194042"/>
                  </a:lnTo>
                  <a:lnTo>
                    <a:pt x="104092" y="194104"/>
                  </a:lnTo>
                  <a:lnTo>
                    <a:pt x="104308" y="194075"/>
                  </a:lnTo>
                  <a:lnTo>
                    <a:pt x="104796" y="193786"/>
                  </a:lnTo>
                  <a:lnTo>
                    <a:pt x="105583" y="193806"/>
                  </a:lnTo>
                  <a:lnTo>
                    <a:pt x="106046" y="194415"/>
                  </a:lnTo>
                  <a:lnTo>
                    <a:pt x="106083" y="194658"/>
                  </a:lnTo>
                  <a:lnTo>
                    <a:pt x="106229" y="194606"/>
                  </a:lnTo>
                  <a:lnTo>
                    <a:pt x="106557" y="194612"/>
                  </a:lnTo>
                  <a:lnTo>
                    <a:pt x="106729" y="194663"/>
                  </a:lnTo>
                  <a:lnTo>
                    <a:pt x="106913" y="194719"/>
                  </a:lnTo>
                  <a:lnTo>
                    <a:pt x="107079" y="194762"/>
                  </a:lnTo>
                  <a:lnTo>
                    <a:pt x="107328" y="194752"/>
                  </a:lnTo>
                  <a:lnTo>
                    <a:pt x="107359" y="194936"/>
                  </a:lnTo>
                  <a:lnTo>
                    <a:pt x="107529" y="195078"/>
                  </a:lnTo>
                  <a:lnTo>
                    <a:pt x="107830" y="195144"/>
                  </a:lnTo>
                  <a:lnTo>
                    <a:pt x="108049" y="195169"/>
                  </a:lnTo>
                  <a:lnTo>
                    <a:pt x="108411" y="195389"/>
                  </a:lnTo>
                  <a:lnTo>
                    <a:pt x="108768" y="194893"/>
                  </a:lnTo>
                  <a:lnTo>
                    <a:pt x="109061" y="195102"/>
                  </a:lnTo>
                  <a:lnTo>
                    <a:pt x="109113" y="195631"/>
                  </a:lnTo>
                  <a:lnTo>
                    <a:pt x="109499" y="195841"/>
                  </a:lnTo>
                  <a:lnTo>
                    <a:pt x="109721" y="195832"/>
                  </a:lnTo>
                  <a:lnTo>
                    <a:pt x="109943" y="195884"/>
                  </a:lnTo>
                  <a:lnTo>
                    <a:pt x="110419" y="196103"/>
                  </a:lnTo>
                  <a:lnTo>
                    <a:pt x="111920" y="197558"/>
                  </a:lnTo>
                  <a:lnTo>
                    <a:pt x="112065" y="197837"/>
                  </a:lnTo>
                  <a:lnTo>
                    <a:pt x="112121" y="198076"/>
                  </a:lnTo>
                  <a:lnTo>
                    <a:pt x="112354" y="199196"/>
                  </a:lnTo>
                  <a:lnTo>
                    <a:pt x="112375" y="199335"/>
                  </a:lnTo>
                  <a:lnTo>
                    <a:pt x="112959" y="199472"/>
                  </a:lnTo>
                  <a:lnTo>
                    <a:pt x="113396" y="199706"/>
                  </a:lnTo>
                  <a:lnTo>
                    <a:pt x="113865" y="199723"/>
                  </a:lnTo>
                  <a:lnTo>
                    <a:pt x="114268" y="199884"/>
                  </a:lnTo>
                  <a:lnTo>
                    <a:pt x="114607" y="200097"/>
                  </a:lnTo>
                  <a:lnTo>
                    <a:pt x="114879" y="200019"/>
                  </a:lnTo>
                  <a:lnTo>
                    <a:pt x="115050" y="200069"/>
                  </a:lnTo>
                  <a:lnTo>
                    <a:pt x="115183" y="200063"/>
                  </a:lnTo>
                  <a:lnTo>
                    <a:pt x="115453" y="200218"/>
                  </a:lnTo>
                  <a:lnTo>
                    <a:pt x="115801" y="200267"/>
                  </a:lnTo>
                  <a:lnTo>
                    <a:pt x="116340" y="200495"/>
                  </a:lnTo>
                  <a:lnTo>
                    <a:pt x="116604" y="200429"/>
                  </a:lnTo>
                  <a:lnTo>
                    <a:pt x="116734" y="200647"/>
                  </a:lnTo>
                  <a:lnTo>
                    <a:pt x="117012" y="200785"/>
                  </a:lnTo>
                  <a:lnTo>
                    <a:pt x="117267" y="201084"/>
                  </a:lnTo>
                  <a:lnTo>
                    <a:pt x="117456" y="201627"/>
                  </a:lnTo>
                  <a:lnTo>
                    <a:pt x="117600" y="201618"/>
                  </a:lnTo>
                  <a:lnTo>
                    <a:pt x="117752" y="201609"/>
                  </a:lnTo>
                  <a:lnTo>
                    <a:pt x="118340" y="202090"/>
                  </a:lnTo>
                  <a:lnTo>
                    <a:pt x="118376" y="202308"/>
                  </a:lnTo>
                  <a:lnTo>
                    <a:pt x="118463" y="202661"/>
                  </a:lnTo>
                  <a:lnTo>
                    <a:pt x="118651" y="202838"/>
                  </a:lnTo>
                  <a:lnTo>
                    <a:pt x="118704" y="203061"/>
                  </a:lnTo>
                  <a:lnTo>
                    <a:pt x="118841" y="203145"/>
                  </a:lnTo>
                  <a:lnTo>
                    <a:pt x="119055" y="203080"/>
                  </a:lnTo>
                  <a:lnTo>
                    <a:pt x="119230" y="202846"/>
                  </a:lnTo>
                  <a:lnTo>
                    <a:pt x="119685" y="202819"/>
                  </a:lnTo>
                  <a:lnTo>
                    <a:pt x="119877" y="202822"/>
                  </a:lnTo>
                  <a:lnTo>
                    <a:pt x="119788" y="202633"/>
                  </a:lnTo>
                  <a:lnTo>
                    <a:pt x="120207" y="202424"/>
                  </a:lnTo>
                  <a:lnTo>
                    <a:pt x="120490" y="202351"/>
                  </a:lnTo>
                  <a:lnTo>
                    <a:pt x="120519" y="202026"/>
                  </a:lnTo>
                  <a:lnTo>
                    <a:pt x="120725" y="201967"/>
                  </a:lnTo>
                  <a:lnTo>
                    <a:pt x="120849" y="201775"/>
                  </a:lnTo>
                  <a:lnTo>
                    <a:pt x="120543" y="201611"/>
                  </a:lnTo>
                  <a:lnTo>
                    <a:pt x="121061" y="201563"/>
                  </a:lnTo>
                  <a:lnTo>
                    <a:pt x="121226" y="201516"/>
                  </a:lnTo>
                  <a:lnTo>
                    <a:pt x="121241" y="201160"/>
                  </a:lnTo>
                  <a:lnTo>
                    <a:pt x="121248" y="200980"/>
                  </a:lnTo>
                  <a:lnTo>
                    <a:pt x="121454" y="200839"/>
                  </a:lnTo>
                  <a:lnTo>
                    <a:pt x="121778" y="200447"/>
                  </a:lnTo>
                  <a:lnTo>
                    <a:pt x="121879" y="200293"/>
                  </a:lnTo>
                  <a:lnTo>
                    <a:pt x="122110" y="200287"/>
                  </a:lnTo>
                  <a:lnTo>
                    <a:pt x="122553" y="200507"/>
                  </a:lnTo>
                  <a:lnTo>
                    <a:pt x="122875" y="200488"/>
                  </a:lnTo>
                  <a:lnTo>
                    <a:pt x="123243" y="200467"/>
                  </a:lnTo>
                  <a:lnTo>
                    <a:pt x="123072" y="200152"/>
                  </a:lnTo>
                  <a:lnTo>
                    <a:pt x="122832" y="199114"/>
                  </a:lnTo>
                  <a:lnTo>
                    <a:pt x="122810" y="198335"/>
                  </a:lnTo>
                  <a:lnTo>
                    <a:pt x="122817" y="197780"/>
                  </a:lnTo>
                  <a:lnTo>
                    <a:pt x="123154" y="197675"/>
                  </a:lnTo>
                  <a:lnTo>
                    <a:pt x="123547" y="197659"/>
                  </a:lnTo>
                  <a:lnTo>
                    <a:pt x="126055" y="197803"/>
                  </a:lnTo>
                  <a:lnTo>
                    <a:pt x="126940" y="199120"/>
                  </a:lnTo>
                  <a:lnTo>
                    <a:pt x="127180" y="199508"/>
                  </a:lnTo>
                  <a:lnTo>
                    <a:pt x="127423" y="199702"/>
                  </a:lnTo>
                  <a:lnTo>
                    <a:pt x="127503" y="199829"/>
                  </a:lnTo>
                  <a:lnTo>
                    <a:pt x="127873" y="200188"/>
                  </a:lnTo>
                  <a:lnTo>
                    <a:pt x="127986" y="200369"/>
                  </a:lnTo>
                  <a:lnTo>
                    <a:pt x="128066" y="200617"/>
                  </a:lnTo>
                  <a:lnTo>
                    <a:pt x="128037" y="200846"/>
                  </a:lnTo>
                  <a:lnTo>
                    <a:pt x="128090" y="201009"/>
                  </a:lnTo>
                  <a:lnTo>
                    <a:pt x="128180" y="201550"/>
                  </a:lnTo>
                  <a:lnTo>
                    <a:pt x="128274" y="201994"/>
                  </a:lnTo>
                  <a:lnTo>
                    <a:pt x="128255" y="202174"/>
                  </a:lnTo>
                  <a:lnTo>
                    <a:pt x="128312" y="202361"/>
                  </a:lnTo>
                  <a:lnTo>
                    <a:pt x="128214" y="202656"/>
                  </a:lnTo>
                  <a:lnTo>
                    <a:pt x="128270" y="202972"/>
                  </a:lnTo>
                  <a:lnTo>
                    <a:pt x="128473" y="203508"/>
                  </a:lnTo>
                  <a:lnTo>
                    <a:pt x="129044" y="203452"/>
                  </a:lnTo>
                  <a:lnTo>
                    <a:pt x="129381" y="202908"/>
                  </a:lnTo>
                  <a:lnTo>
                    <a:pt x="129442" y="202674"/>
                  </a:lnTo>
                  <a:lnTo>
                    <a:pt x="129735" y="202352"/>
                  </a:lnTo>
                  <a:lnTo>
                    <a:pt x="129869" y="202219"/>
                  </a:lnTo>
                  <a:lnTo>
                    <a:pt x="130030" y="202108"/>
                  </a:lnTo>
                  <a:lnTo>
                    <a:pt x="130550" y="202127"/>
                  </a:lnTo>
                  <a:lnTo>
                    <a:pt x="130752" y="202307"/>
                  </a:lnTo>
                  <a:lnTo>
                    <a:pt x="130734" y="202455"/>
                  </a:lnTo>
                  <a:lnTo>
                    <a:pt x="130747" y="202614"/>
                  </a:lnTo>
                  <a:lnTo>
                    <a:pt x="130884" y="202775"/>
                  </a:lnTo>
                  <a:lnTo>
                    <a:pt x="131377" y="203139"/>
                  </a:lnTo>
                  <a:lnTo>
                    <a:pt x="132376" y="204024"/>
                  </a:lnTo>
                  <a:lnTo>
                    <a:pt x="133710" y="204527"/>
                  </a:lnTo>
                  <a:lnTo>
                    <a:pt x="133856" y="205095"/>
                  </a:lnTo>
                  <a:lnTo>
                    <a:pt x="133907" y="205304"/>
                  </a:lnTo>
                  <a:lnTo>
                    <a:pt x="133893" y="205468"/>
                  </a:lnTo>
                  <a:lnTo>
                    <a:pt x="133984" y="205927"/>
                  </a:lnTo>
                  <a:lnTo>
                    <a:pt x="134530" y="205983"/>
                  </a:lnTo>
                  <a:lnTo>
                    <a:pt x="134461" y="206393"/>
                  </a:lnTo>
                  <a:lnTo>
                    <a:pt x="134667" y="206468"/>
                  </a:lnTo>
                  <a:lnTo>
                    <a:pt x="134684" y="206607"/>
                  </a:lnTo>
                  <a:lnTo>
                    <a:pt x="134767" y="207268"/>
                  </a:lnTo>
                  <a:lnTo>
                    <a:pt x="136090" y="207175"/>
                  </a:lnTo>
                  <a:lnTo>
                    <a:pt x="137484" y="207077"/>
                  </a:lnTo>
                  <a:lnTo>
                    <a:pt x="137469" y="206903"/>
                  </a:lnTo>
                  <a:lnTo>
                    <a:pt x="137680" y="206880"/>
                  </a:lnTo>
                  <a:lnTo>
                    <a:pt x="137723" y="206749"/>
                  </a:lnTo>
                  <a:lnTo>
                    <a:pt x="137660" y="206400"/>
                  </a:lnTo>
                  <a:lnTo>
                    <a:pt x="138217" y="206326"/>
                  </a:lnTo>
                  <a:lnTo>
                    <a:pt x="138182" y="206176"/>
                  </a:lnTo>
                  <a:lnTo>
                    <a:pt x="137920" y="205943"/>
                  </a:lnTo>
                  <a:lnTo>
                    <a:pt x="137835" y="205719"/>
                  </a:lnTo>
                  <a:lnTo>
                    <a:pt x="138119" y="205685"/>
                  </a:lnTo>
                  <a:lnTo>
                    <a:pt x="138152" y="205476"/>
                  </a:lnTo>
                  <a:lnTo>
                    <a:pt x="138582" y="205247"/>
                  </a:lnTo>
                  <a:lnTo>
                    <a:pt x="138748" y="204957"/>
                  </a:lnTo>
                  <a:lnTo>
                    <a:pt x="139425" y="204400"/>
                  </a:lnTo>
                  <a:lnTo>
                    <a:pt x="139324" y="204201"/>
                  </a:lnTo>
                  <a:lnTo>
                    <a:pt x="139331" y="204023"/>
                  </a:lnTo>
                  <a:lnTo>
                    <a:pt x="139108" y="203767"/>
                  </a:lnTo>
                  <a:lnTo>
                    <a:pt x="139063" y="203521"/>
                  </a:lnTo>
                  <a:lnTo>
                    <a:pt x="138873" y="203292"/>
                  </a:lnTo>
                  <a:lnTo>
                    <a:pt x="138783" y="203027"/>
                  </a:lnTo>
                  <a:lnTo>
                    <a:pt x="138616" y="202851"/>
                  </a:lnTo>
                  <a:lnTo>
                    <a:pt x="138637" y="202640"/>
                  </a:lnTo>
                  <a:lnTo>
                    <a:pt x="138436" y="202252"/>
                  </a:lnTo>
                  <a:lnTo>
                    <a:pt x="138213" y="201988"/>
                  </a:lnTo>
                  <a:lnTo>
                    <a:pt x="137910" y="201292"/>
                  </a:lnTo>
                  <a:lnTo>
                    <a:pt x="138087" y="201107"/>
                  </a:lnTo>
                  <a:lnTo>
                    <a:pt x="138420" y="200929"/>
                  </a:lnTo>
                  <a:lnTo>
                    <a:pt x="138553" y="200735"/>
                  </a:lnTo>
                  <a:lnTo>
                    <a:pt x="138674" y="200435"/>
                  </a:lnTo>
                  <a:lnTo>
                    <a:pt x="139739" y="200435"/>
                  </a:lnTo>
                  <a:lnTo>
                    <a:pt x="140424" y="199234"/>
                  </a:lnTo>
                  <a:lnTo>
                    <a:pt x="140519" y="198912"/>
                  </a:lnTo>
                  <a:lnTo>
                    <a:pt x="140768" y="198616"/>
                  </a:lnTo>
                  <a:lnTo>
                    <a:pt x="140767" y="198481"/>
                  </a:lnTo>
                  <a:lnTo>
                    <a:pt x="140739" y="198349"/>
                  </a:lnTo>
                  <a:lnTo>
                    <a:pt x="140740" y="198152"/>
                  </a:lnTo>
                  <a:lnTo>
                    <a:pt x="140814" y="197952"/>
                  </a:lnTo>
                  <a:lnTo>
                    <a:pt x="139453" y="190948"/>
                  </a:lnTo>
                  <a:lnTo>
                    <a:pt x="145777" y="190188"/>
                  </a:lnTo>
                  <a:lnTo>
                    <a:pt x="147702" y="189945"/>
                  </a:lnTo>
                  <a:lnTo>
                    <a:pt x="149186" y="189777"/>
                  </a:lnTo>
                  <a:lnTo>
                    <a:pt x="150115" y="188748"/>
                  </a:lnTo>
                  <a:lnTo>
                    <a:pt x="151745" y="188465"/>
                  </a:lnTo>
                  <a:lnTo>
                    <a:pt x="151466" y="187027"/>
                  </a:lnTo>
                  <a:lnTo>
                    <a:pt x="151386" y="186625"/>
                  </a:lnTo>
                  <a:lnTo>
                    <a:pt x="152344" y="186508"/>
                  </a:lnTo>
                  <a:lnTo>
                    <a:pt x="152379" y="186305"/>
                  </a:lnTo>
                  <a:lnTo>
                    <a:pt x="152370" y="184940"/>
                  </a:lnTo>
                  <a:lnTo>
                    <a:pt x="152993" y="184107"/>
                  </a:lnTo>
                  <a:lnTo>
                    <a:pt x="153806" y="183584"/>
                  </a:lnTo>
                  <a:lnTo>
                    <a:pt x="153947" y="183512"/>
                  </a:lnTo>
                  <a:lnTo>
                    <a:pt x="154146" y="183434"/>
                  </a:lnTo>
                  <a:lnTo>
                    <a:pt x="155637" y="182617"/>
                  </a:lnTo>
                  <a:lnTo>
                    <a:pt x="155903" y="182345"/>
                  </a:lnTo>
                  <a:lnTo>
                    <a:pt x="156033" y="182304"/>
                  </a:lnTo>
                  <a:lnTo>
                    <a:pt x="156499" y="182267"/>
                  </a:lnTo>
                  <a:lnTo>
                    <a:pt x="156994" y="182179"/>
                  </a:lnTo>
                  <a:lnTo>
                    <a:pt x="157204" y="182529"/>
                  </a:lnTo>
                  <a:lnTo>
                    <a:pt x="157346" y="182510"/>
                  </a:lnTo>
                  <a:lnTo>
                    <a:pt x="157880" y="182620"/>
                  </a:lnTo>
                  <a:lnTo>
                    <a:pt x="158192" y="182688"/>
                  </a:lnTo>
                  <a:lnTo>
                    <a:pt x="158124" y="182887"/>
                  </a:lnTo>
                  <a:lnTo>
                    <a:pt x="158233" y="183030"/>
                  </a:lnTo>
                  <a:lnTo>
                    <a:pt x="158863" y="183180"/>
                  </a:lnTo>
                  <a:lnTo>
                    <a:pt x="159082" y="183280"/>
                  </a:lnTo>
                  <a:lnTo>
                    <a:pt x="159416" y="183201"/>
                  </a:lnTo>
                  <a:lnTo>
                    <a:pt x="159556" y="183191"/>
                  </a:lnTo>
                  <a:lnTo>
                    <a:pt x="159786" y="183005"/>
                  </a:lnTo>
                  <a:lnTo>
                    <a:pt x="160023" y="183141"/>
                  </a:lnTo>
                  <a:lnTo>
                    <a:pt x="160268" y="183264"/>
                  </a:lnTo>
                  <a:lnTo>
                    <a:pt x="160378" y="183465"/>
                  </a:lnTo>
                  <a:lnTo>
                    <a:pt x="160912" y="183544"/>
                  </a:lnTo>
                  <a:lnTo>
                    <a:pt x="161005" y="183701"/>
                  </a:lnTo>
                  <a:lnTo>
                    <a:pt x="161139" y="184166"/>
                  </a:lnTo>
                  <a:lnTo>
                    <a:pt x="161540" y="184286"/>
                  </a:lnTo>
                  <a:lnTo>
                    <a:pt x="161822" y="184393"/>
                  </a:lnTo>
                  <a:lnTo>
                    <a:pt x="162142" y="184271"/>
                  </a:lnTo>
                  <a:lnTo>
                    <a:pt x="163148" y="183663"/>
                  </a:lnTo>
                  <a:lnTo>
                    <a:pt x="163285" y="183473"/>
                  </a:lnTo>
                  <a:lnTo>
                    <a:pt x="163659" y="183614"/>
                  </a:lnTo>
                  <a:lnTo>
                    <a:pt x="164041" y="183467"/>
                  </a:lnTo>
                  <a:lnTo>
                    <a:pt x="164238" y="183531"/>
                  </a:lnTo>
                  <a:lnTo>
                    <a:pt x="164819" y="183809"/>
                  </a:lnTo>
                  <a:lnTo>
                    <a:pt x="165188" y="183771"/>
                  </a:lnTo>
                  <a:lnTo>
                    <a:pt x="165396" y="183675"/>
                  </a:lnTo>
                  <a:lnTo>
                    <a:pt x="165673" y="183618"/>
                  </a:lnTo>
                  <a:lnTo>
                    <a:pt x="165961" y="183358"/>
                  </a:lnTo>
                  <a:lnTo>
                    <a:pt x="166176" y="183069"/>
                  </a:lnTo>
                  <a:lnTo>
                    <a:pt x="166467" y="182939"/>
                  </a:lnTo>
                  <a:lnTo>
                    <a:pt x="166684" y="182784"/>
                  </a:lnTo>
                  <a:lnTo>
                    <a:pt x="167054" y="182950"/>
                  </a:lnTo>
                  <a:lnTo>
                    <a:pt x="167262" y="183003"/>
                  </a:lnTo>
                  <a:lnTo>
                    <a:pt x="167465" y="183167"/>
                  </a:lnTo>
                  <a:lnTo>
                    <a:pt x="167736" y="183238"/>
                  </a:lnTo>
                  <a:lnTo>
                    <a:pt x="167787" y="183379"/>
                  </a:lnTo>
                  <a:lnTo>
                    <a:pt x="167928" y="183550"/>
                  </a:lnTo>
                  <a:lnTo>
                    <a:pt x="168819" y="183835"/>
                  </a:lnTo>
                  <a:lnTo>
                    <a:pt x="169127" y="183812"/>
                  </a:lnTo>
                  <a:lnTo>
                    <a:pt x="169806" y="183994"/>
                  </a:lnTo>
                  <a:lnTo>
                    <a:pt x="170197" y="183931"/>
                  </a:lnTo>
                  <a:lnTo>
                    <a:pt x="170767" y="183116"/>
                  </a:lnTo>
                  <a:lnTo>
                    <a:pt x="171092" y="183100"/>
                  </a:lnTo>
                  <a:lnTo>
                    <a:pt x="171349" y="183107"/>
                  </a:lnTo>
                  <a:lnTo>
                    <a:pt x="171780" y="183058"/>
                  </a:lnTo>
                  <a:lnTo>
                    <a:pt x="172736" y="182904"/>
                  </a:lnTo>
                  <a:lnTo>
                    <a:pt x="172917" y="182902"/>
                  </a:lnTo>
                  <a:lnTo>
                    <a:pt x="173109" y="182842"/>
                  </a:lnTo>
                  <a:lnTo>
                    <a:pt x="173871" y="183061"/>
                  </a:lnTo>
                  <a:lnTo>
                    <a:pt x="174044" y="182996"/>
                  </a:lnTo>
                  <a:lnTo>
                    <a:pt x="174630" y="182847"/>
                  </a:lnTo>
                  <a:lnTo>
                    <a:pt x="175002" y="182898"/>
                  </a:lnTo>
                  <a:lnTo>
                    <a:pt x="175169" y="182935"/>
                  </a:lnTo>
                  <a:lnTo>
                    <a:pt x="175394" y="182955"/>
                  </a:lnTo>
                  <a:lnTo>
                    <a:pt x="175849" y="182773"/>
                  </a:lnTo>
                  <a:lnTo>
                    <a:pt x="176142" y="182584"/>
                  </a:lnTo>
                  <a:lnTo>
                    <a:pt x="176460" y="182682"/>
                  </a:lnTo>
                  <a:lnTo>
                    <a:pt x="177846" y="182271"/>
                  </a:lnTo>
                  <a:lnTo>
                    <a:pt x="178301" y="182062"/>
                  </a:lnTo>
                  <a:lnTo>
                    <a:pt x="178481" y="182017"/>
                  </a:lnTo>
                  <a:lnTo>
                    <a:pt x="178472" y="181722"/>
                  </a:lnTo>
                  <a:lnTo>
                    <a:pt x="178769" y="181738"/>
                  </a:lnTo>
                  <a:lnTo>
                    <a:pt x="179264" y="181652"/>
                  </a:lnTo>
                  <a:lnTo>
                    <a:pt x="179393" y="181532"/>
                  </a:lnTo>
                  <a:lnTo>
                    <a:pt x="179490" y="181419"/>
                  </a:lnTo>
                  <a:lnTo>
                    <a:pt x="180240" y="180927"/>
                  </a:lnTo>
                  <a:lnTo>
                    <a:pt x="180605" y="181023"/>
                  </a:lnTo>
                  <a:lnTo>
                    <a:pt x="180963" y="181042"/>
                  </a:lnTo>
                  <a:lnTo>
                    <a:pt x="181235" y="180995"/>
                  </a:lnTo>
                  <a:lnTo>
                    <a:pt x="181388" y="180966"/>
                  </a:lnTo>
                  <a:lnTo>
                    <a:pt x="181580" y="180932"/>
                  </a:lnTo>
                  <a:lnTo>
                    <a:pt x="181789" y="180900"/>
                  </a:lnTo>
                  <a:lnTo>
                    <a:pt x="181970" y="180838"/>
                  </a:lnTo>
                  <a:lnTo>
                    <a:pt x="182320" y="180896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7108296" y="1273016"/>
              <a:ext cx="183106" cy="183595"/>
            </a:xfrm>
            <a:custGeom>
              <a:avLst/>
              <a:pathLst>
                <a:path w="183106" h="183595">
                  <a:moveTo>
                    <a:pt x="182879" y="182880"/>
                  </a:moveTo>
                  <a:lnTo>
                    <a:pt x="183106" y="183215"/>
                  </a:lnTo>
                  <a:lnTo>
                    <a:pt x="182605" y="183595"/>
                  </a:lnTo>
                  <a:lnTo>
                    <a:pt x="182377" y="183264"/>
                  </a:lnTo>
                  <a:lnTo>
                    <a:pt x="182444" y="182524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7108183" y="127138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7082471" y="1263887"/>
              <a:ext cx="183061" cy="182880"/>
            </a:xfrm>
            <a:custGeom>
              <a:avLst/>
              <a:pathLst>
                <a:path w="183061" h="182880">
                  <a:moveTo>
                    <a:pt x="182879" y="182880"/>
                  </a:moveTo>
                  <a:lnTo>
                    <a:pt x="182752" y="182686"/>
                  </a:lnTo>
                  <a:lnTo>
                    <a:pt x="183061" y="182642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7084702" y="1263047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7130742" y="126022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7129749" y="1258494"/>
              <a:ext cx="183299" cy="185836"/>
            </a:xfrm>
            <a:custGeom>
              <a:avLst/>
              <a:pathLst>
                <a:path w="183299" h="185836">
                  <a:moveTo>
                    <a:pt x="182879" y="182880"/>
                  </a:moveTo>
                  <a:lnTo>
                    <a:pt x="182566" y="183351"/>
                  </a:lnTo>
                  <a:lnTo>
                    <a:pt x="182520" y="183488"/>
                  </a:lnTo>
                  <a:lnTo>
                    <a:pt x="182661" y="184003"/>
                  </a:lnTo>
                  <a:lnTo>
                    <a:pt x="182871" y="184300"/>
                  </a:lnTo>
                  <a:lnTo>
                    <a:pt x="182955" y="184514"/>
                  </a:lnTo>
                  <a:lnTo>
                    <a:pt x="182929" y="185044"/>
                  </a:lnTo>
                  <a:lnTo>
                    <a:pt x="182748" y="184999"/>
                  </a:lnTo>
                  <a:lnTo>
                    <a:pt x="182350" y="184546"/>
                  </a:lnTo>
                  <a:lnTo>
                    <a:pt x="182211" y="184496"/>
                  </a:lnTo>
                  <a:lnTo>
                    <a:pt x="181284" y="185689"/>
                  </a:lnTo>
                  <a:lnTo>
                    <a:pt x="181104" y="185836"/>
                  </a:lnTo>
                  <a:lnTo>
                    <a:pt x="180744" y="185802"/>
                  </a:lnTo>
                  <a:lnTo>
                    <a:pt x="180500" y="185409"/>
                  </a:lnTo>
                  <a:lnTo>
                    <a:pt x="180057" y="184992"/>
                  </a:lnTo>
                  <a:lnTo>
                    <a:pt x="181174" y="183573"/>
                  </a:lnTo>
                  <a:lnTo>
                    <a:pt x="181497" y="183315"/>
                  </a:lnTo>
                  <a:lnTo>
                    <a:pt x="182441" y="182960"/>
                  </a:lnTo>
                  <a:lnTo>
                    <a:pt x="182650" y="182915"/>
                  </a:lnTo>
                  <a:lnTo>
                    <a:pt x="183299" y="182625"/>
                  </a:lnTo>
                  <a:lnTo>
                    <a:pt x="183256" y="182877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7098295" y="125965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20" y="182566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7093379" y="125890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7094837" y="125889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7126262" y="1258944"/>
              <a:ext cx="183063" cy="182880"/>
            </a:xfrm>
            <a:custGeom>
              <a:avLst/>
              <a:pathLst>
                <a:path w="183063" h="182880">
                  <a:moveTo>
                    <a:pt x="182879" y="182880"/>
                  </a:moveTo>
                  <a:lnTo>
                    <a:pt x="183063" y="182815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7130750" y="1257893"/>
              <a:ext cx="183537" cy="182880"/>
            </a:xfrm>
            <a:custGeom>
              <a:avLst/>
              <a:pathLst>
                <a:path w="183537" h="182880">
                  <a:moveTo>
                    <a:pt x="182879" y="182880"/>
                  </a:moveTo>
                  <a:lnTo>
                    <a:pt x="183537" y="182436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7135445" y="1257878"/>
              <a:ext cx="183199" cy="183030"/>
            </a:xfrm>
            <a:custGeom>
              <a:avLst/>
              <a:pathLst>
                <a:path w="183199" h="183030">
                  <a:moveTo>
                    <a:pt x="182879" y="182880"/>
                  </a:moveTo>
                  <a:lnTo>
                    <a:pt x="182739" y="182977"/>
                  </a:lnTo>
                  <a:lnTo>
                    <a:pt x="182438" y="183023"/>
                  </a:lnTo>
                  <a:lnTo>
                    <a:pt x="182209" y="183014"/>
                  </a:lnTo>
                  <a:lnTo>
                    <a:pt x="181960" y="183030"/>
                  </a:lnTo>
                  <a:lnTo>
                    <a:pt x="181647" y="182913"/>
                  </a:lnTo>
                  <a:lnTo>
                    <a:pt x="181039" y="182696"/>
                  </a:lnTo>
                  <a:lnTo>
                    <a:pt x="181410" y="182464"/>
                  </a:lnTo>
                  <a:lnTo>
                    <a:pt x="182137" y="182505"/>
                  </a:lnTo>
                  <a:lnTo>
                    <a:pt x="183199" y="182589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7132316" y="125659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136" y="182704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7125604" y="125555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7128218" y="1252848"/>
              <a:ext cx="182879" cy="183561"/>
            </a:xfrm>
            <a:custGeom>
              <a:avLst/>
              <a:pathLst>
                <a:path w="182879" h="183561">
                  <a:moveTo>
                    <a:pt x="182879" y="182880"/>
                  </a:moveTo>
                  <a:lnTo>
                    <a:pt x="182101" y="183339"/>
                  </a:lnTo>
                  <a:lnTo>
                    <a:pt x="182062" y="183561"/>
                  </a:lnTo>
                  <a:lnTo>
                    <a:pt x="181654" y="183507"/>
                  </a:lnTo>
                  <a:lnTo>
                    <a:pt x="182168" y="182856"/>
                  </a:lnTo>
                  <a:lnTo>
                    <a:pt x="182307" y="182803"/>
                  </a:lnTo>
                  <a:lnTo>
                    <a:pt x="182690" y="182793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7061413" y="1206406"/>
              <a:ext cx="182900" cy="183179"/>
            </a:xfrm>
            <a:custGeom>
              <a:avLst/>
              <a:pathLst>
                <a:path w="182900" h="183179">
                  <a:moveTo>
                    <a:pt x="182879" y="182880"/>
                  </a:moveTo>
                  <a:lnTo>
                    <a:pt x="182900" y="183025"/>
                  </a:lnTo>
                  <a:lnTo>
                    <a:pt x="182800" y="183179"/>
                  </a:lnTo>
                  <a:lnTo>
                    <a:pt x="182618" y="183085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7069143" y="1202626"/>
              <a:ext cx="183211" cy="183502"/>
            </a:xfrm>
            <a:custGeom>
              <a:avLst/>
              <a:pathLst>
                <a:path w="183211" h="183502">
                  <a:moveTo>
                    <a:pt x="182879" y="182880"/>
                  </a:moveTo>
                  <a:lnTo>
                    <a:pt x="182398" y="182823"/>
                  </a:lnTo>
                  <a:lnTo>
                    <a:pt x="181937" y="182860"/>
                  </a:lnTo>
                  <a:lnTo>
                    <a:pt x="181742" y="183174"/>
                  </a:lnTo>
                  <a:lnTo>
                    <a:pt x="181453" y="183502"/>
                  </a:lnTo>
                  <a:lnTo>
                    <a:pt x="181087" y="183180"/>
                  </a:lnTo>
                  <a:lnTo>
                    <a:pt x="181102" y="182886"/>
                  </a:lnTo>
                  <a:lnTo>
                    <a:pt x="181421" y="182453"/>
                  </a:lnTo>
                  <a:lnTo>
                    <a:pt x="181975" y="182218"/>
                  </a:lnTo>
                  <a:lnTo>
                    <a:pt x="182062" y="181934"/>
                  </a:lnTo>
                  <a:lnTo>
                    <a:pt x="182215" y="181887"/>
                  </a:lnTo>
                  <a:lnTo>
                    <a:pt x="182371" y="181839"/>
                  </a:lnTo>
                  <a:lnTo>
                    <a:pt x="182569" y="181727"/>
                  </a:lnTo>
                  <a:lnTo>
                    <a:pt x="182881" y="181680"/>
                  </a:lnTo>
                  <a:lnTo>
                    <a:pt x="183211" y="181990"/>
                  </a:lnTo>
                  <a:lnTo>
                    <a:pt x="183093" y="182818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7175729" y="1072069"/>
              <a:ext cx="268015" cy="390779"/>
            </a:xfrm>
            <a:custGeom>
              <a:avLst/>
              <a:pathLst>
                <a:path w="268015" h="390779">
                  <a:moveTo>
                    <a:pt x="192756" y="182880"/>
                  </a:moveTo>
                  <a:lnTo>
                    <a:pt x="193109" y="182888"/>
                  </a:lnTo>
                  <a:lnTo>
                    <a:pt x="193368" y="183082"/>
                  </a:lnTo>
                  <a:lnTo>
                    <a:pt x="193510" y="183427"/>
                  </a:lnTo>
                  <a:lnTo>
                    <a:pt x="193927" y="183717"/>
                  </a:lnTo>
                  <a:lnTo>
                    <a:pt x="193735" y="183932"/>
                  </a:lnTo>
                  <a:lnTo>
                    <a:pt x="193326" y="184328"/>
                  </a:lnTo>
                  <a:lnTo>
                    <a:pt x="193247" y="184794"/>
                  </a:lnTo>
                  <a:lnTo>
                    <a:pt x="193235" y="184972"/>
                  </a:lnTo>
                  <a:lnTo>
                    <a:pt x="193159" y="185321"/>
                  </a:lnTo>
                  <a:lnTo>
                    <a:pt x="193176" y="185514"/>
                  </a:lnTo>
                  <a:lnTo>
                    <a:pt x="193739" y="186156"/>
                  </a:lnTo>
                  <a:lnTo>
                    <a:pt x="194611" y="186408"/>
                  </a:lnTo>
                  <a:lnTo>
                    <a:pt x="194882" y="186645"/>
                  </a:lnTo>
                  <a:lnTo>
                    <a:pt x="195095" y="186860"/>
                  </a:lnTo>
                  <a:lnTo>
                    <a:pt x="195047" y="187086"/>
                  </a:lnTo>
                  <a:lnTo>
                    <a:pt x="195007" y="187278"/>
                  </a:lnTo>
                  <a:lnTo>
                    <a:pt x="195001" y="187694"/>
                  </a:lnTo>
                  <a:lnTo>
                    <a:pt x="195301" y="187746"/>
                  </a:lnTo>
                  <a:lnTo>
                    <a:pt x="195468" y="187772"/>
                  </a:lnTo>
                  <a:lnTo>
                    <a:pt x="196030" y="187704"/>
                  </a:lnTo>
                  <a:lnTo>
                    <a:pt x="196339" y="187931"/>
                  </a:lnTo>
                  <a:lnTo>
                    <a:pt x="196740" y="188098"/>
                  </a:lnTo>
                  <a:lnTo>
                    <a:pt x="196972" y="188206"/>
                  </a:lnTo>
                  <a:lnTo>
                    <a:pt x="197508" y="188709"/>
                  </a:lnTo>
                  <a:lnTo>
                    <a:pt x="197853" y="189035"/>
                  </a:lnTo>
                  <a:lnTo>
                    <a:pt x="198009" y="189214"/>
                  </a:lnTo>
                  <a:lnTo>
                    <a:pt x="198240" y="189480"/>
                  </a:lnTo>
                  <a:lnTo>
                    <a:pt x="198633" y="189967"/>
                  </a:lnTo>
                  <a:lnTo>
                    <a:pt x="198882" y="190134"/>
                  </a:lnTo>
                  <a:lnTo>
                    <a:pt x="199777" y="190877"/>
                  </a:lnTo>
                  <a:lnTo>
                    <a:pt x="200182" y="191155"/>
                  </a:lnTo>
                  <a:lnTo>
                    <a:pt x="200808" y="190812"/>
                  </a:lnTo>
                  <a:lnTo>
                    <a:pt x="201229" y="190710"/>
                  </a:lnTo>
                  <a:lnTo>
                    <a:pt x="201631" y="190657"/>
                  </a:lnTo>
                  <a:lnTo>
                    <a:pt x="201824" y="190664"/>
                  </a:lnTo>
                  <a:lnTo>
                    <a:pt x="202149" y="190645"/>
                  </a:lnTo>
                  <a:lnTo>
                    <a:pt x="202843" y="190872"/>
                  </a:lnTo>
                  <a:lnTo>
                    <a:pt x="202687" y="191161"/>
                  </a:lnTo>
                  <a:lnTo>
                    <a:pt x="202944" y="191108"/>
                  </a:lnTo>
                  <a:lnTo>
                    <a:pt x="203071" y="191168"/>
                  </a:lnTo>
                  <a:lnTo>
                    <a:pt x="203409" y="191330"/>
                  </a:lnTo>
                  <a:lnTo>
                    <a:pt x="203307" y="192105"/>
                  </a:lnTo>
                  <a:lnTo>
                    <a:pt x="203308" y="192638"/>
                  </a:lnTo>
                  <a:lnTo>
                    <a:pt x="203474" y="192620"/>
                  </a:lnTo>
                  <a:lnTo>
                    <a:pt x="203674" y="192598"/>
                  </a:lnTo>
                  <a:lnTo>
                    <a:pt x="203979" y="192457"/>
                  </a:lnTo>
                  <a:lnTo>
                    <a:pt x="204089" y="192328"/>
                  </a:lnTo>
                  <a:lnTo>
                    <a:pt x="204310" y="192383"/>
                  </a:lnTo>
                  <a:lnTo>
                    <a:pt x="204737" y="192489"/>
                  </a:lnTo>
                  <a:lnTo>
                    <a:pt x="204962" y="192682"/>
                  </a:lnTo>
                  <a:lnTo>
                    <a:pt x="205393" y="192775"/>
                  </a:lnTo>
                  <a:lnTo>
                    <a:pt x="205797" y="192857"/>
                  </a:lnTo>
                  <a:lnTo>
                    <a:pt x="206009" y="192790"/>
                  </a:lnTo>
                  <a:lnTo>
                    <a:pt x="206259" y="192711"/>
                  </a:lnTo>
                  <a:lnTo>
                    <a:pt x="206508" y="192632"/>
                  </a:lnTo>
                  <a:lnTo>
                    <a:pt x="206831" y="192401"/>
                  </a:lnTo>
                  <a:lnTo>
                    <a:pt x="207270" y="192695"/>
                  </a:lnTo>
                  <a:lnTo>
                    <a:pt x="207477" y="192909"/>
                  </a:lnTo>
                  <a:lnTo>
                    <a:pt x="207741" y="193172"/>
                  </a:lnTo>
                  <a:lnTo>
                    <a:pt x="208670" y="193304"/>
                  </a:lnTo>
                  <a:lnTo>
                    <a:pt x="209372" y="193289"/>
                  </a:lnTo>
                  <a:lnTo>
                    <a:pt x="209559" y="193317"/>
                  </a:lnTo>
                  <a:lnTo>
                    <a:pt x="209773" y="193731"/>
                  </a:lnTo>
                  <a:lnTo>
                    <a:pt x="209723" y="193994"/>
                  </a:lnTo>
                  <a:lnTo>
                    <a:pt x="209726" y="194619"/>
                  </a:lnTo>
                  <a:lnTo>
                    <a:pt x="209687" y="194781"/>
                  </a:lnTo>
                  <a:lnTo>
                    <a:pt x="209719" y="195022"/>
                  </a:lnTo>
                  <a:lnTo>
                    <a:pt x="209596" y="195690"/>
                  </a:lnTo>
                  <a:lnTo>
                    <a:pt x="209705" y="195818"/>
                  </a:lnTo>
                  <a:lnTo>
                    <a:pt x="209770" y="196061"/>
                  </a:lnTo>
                  <a:lnTo>
                    <a:pt x="209857" y="196199"/>
                  </a:lnTo>
                  <a:lnTo>
                    <a:pt x="210266" y="196394"/>
                  </a:lnTo>
                  <a:lnTo>
                    <a:pt x="210487" y="196523"/>
                  </a:lnTo>
                  <a:lnTo>
                    <a:pt x="211029" y="196826"/>
                  </a:lnTo>
                  <a:lnTo>
                    <a:pt x="211169" y="196912"/>
                  </a:lnTo>
                  <a:lnTo>
                    <a:pt x="211595" y="197210"/>
                  </a:lnTo>
                  <a:lnTo>
                    <a:pt x="211842" y="197597"/>
                  </a:lnTo>
                  <a:lnTo>
                    <a:pt x="212071" y="197858"/>
                  </a:lnTo>
                  <a:lnTo>
                    <a:pt x="213174" y="198351"/>
                  </a:lnTo>
                  <a:lnTo>
                    <a:pt x="213372" y="198561"/>
                  </a:lnTo>
                  <a:lnTo>
                    <a:pt x="214277" y="199470"/>
                  </a:lnTo>
                  <a:lnTo>
                    <a:pt x="214717" y="199688"/>
                  </a:lnTo>
                  <a:lnTo>
                    <a:pt x="215111" y="199888"/>
                  </a:lnTo>
                  <a:lnTo>
                    <a:pt x="215318" y="200142"/>
                  </a:lnTo>
                  <a:lnTo>
                    <a:pt x="214943" y="200538"/>
                  </a:lnTo>
                  <a:lnTo>
                    <a:pt x="214297" y="201202"/>
                  </a:lnTo>
                  <a:lnTo>
                    <a:pt x="213840" y="201659"/>
                  </a:lnTo>
                  <a:lnTo>
                    <a:pt x="213522" y="201978"/>
                  </a:lnTo>
                  <a:lnTo>
                    <a:pt x="213014" y="202459"/>
                  </a:lnTo>
                  <a:lnTo>
                    <a:pt x="211921" y="203371"/>
                  </a:lnTo>
                  <a:lnTo>
                    <a:pt x="211783" y="203614"/>
                  </a:lnTo>
                  <a:lnTo>
                    <a:pt x="212080" y="203823"/>
                  </a:lnTo>
                  <a:lnTo>
                    <a:pt x="212285" y="203957"/>
                  </a:lnTo>
                  <a:lnTo>
                    <a:pt x="212420" y="204114"/>
                  </a:lnTo>
                  <a:lnTo>
                    <a:pt x="212646" y="204378"/>
                  </a:lnTo>
                  <a:lnTo>
                    <a:pt x="213202" y="204666"/>
                  </a:lnTo>
                  <a:lnTo>
                    <a:pt x="213632" y="204764"/>
                  </a:lnTo>
                  <a:lnTo>
                    <a:pt x="213846" y="204796"/>
                  </a:lnTo>
                  <a:lnTo>
                    <a:pt x="214259" y="204772"/>
                  </a:lnTo>
                  <a:lnTo>
                    <a:pt x="214591" y="204638"/>
                  </a:lnTo>
                  <a:lnTo>
                    <a:pt x="215216" y="204567"/>
                  </a:lnTo>
                  <a:lnTo>
                    <a:pt x="215299" y="204709"/>
                  </a:lnTo>
                  <a:lnTo>
                    <a:pt x="215600" y="204964"/>
                  </a:lnTo>
                  <a:lnTo>
                    <a:pt x="215891" y="205458"/>
                  </a:lnTo>
                  <a:lnTo>
                    <a:pt x="215875" y="205627"/>
                  </a:lnTo>
                  <a:lnTo>
                    <a:pt x="215918" y="205782"/>
                  </a:lnTo>
                  <a:lnTo>
                    <a:pt x="215159" y="206570"/>
                  </a:lnTo>
                  <a:lnTo>
                    <a:pt x="214827" y="206892"/>
                  </a:lnTo>
                  <a:lnTo>
                    <a:pt x="214618" y="206895"/>
                  </a:lnTo>
                  <a:lnTo>
                    <a:pt x="214220" y="207201"/>
                  </a:lnTo>
                  <a:lnTo>
                    <a:pt x="213792" y="207357"/>
                  </a:lnTo>
                  <a:lnTo>
                    <a:pt x="213294" y="207552"/>
                  </a:lnTo>
                  <a:lnTo>
                    <a:pt x="213109" y="207697"/>
                  </a:lnTo>
                  <a:lnTo>
                    <a:pt x="213103" y="207863"/>
                  </a:lnTo>
                  <a:lnTo>
                    <a:pt x="213095" y="208283"/>
                  </a:lnTo>
                  <a:lnTo>
                    <a:pt x="213252" y="208687"/>
                  </a:lnTo>
                  <a:lnTo>
                    <a:pt x="213627" y="208694"/>
                  </a:lnTo>
                  <a:lnTo>
                    <a:pt x="213821" y="208670"/>
                  </a:lnTo>
                  <a:lnTo>
                    <a:pt x="214433" y="208776"/>
                  </a:lnTo>
                  <a:lnTo>
                    <a:pt x="214600" y="208761"/>
                  </a:lnTo>
                  <a:lnTo>
                    <a:pt x="214901" y="208753"/>
                  </a:lnTo>
                  <a:lnTo>
                    <a:pt x="215698" y="208695"/>
                  </a:lnTo>
                  <a:lnTo>
                    <a:pt x="215885" y="209027"/>
                  </a:lnTo>
                  <a:lnTo>
                    <a:pt x="215948" y="209317"/>
                  </a:lnTo>
                  <a:lnTo>
                    <a:pt x="216124" y="209377"/>
                  </a:lnTo>
                  <a:lnTo>
                    <a:pt x="216378" y="210291"/>
                  </a:lnTo>
                  <a:lnTo>
                    <a:pt x="216336" y="210860"/>
                  </a:lnTo>
                  <a:lnTo>
                    <a:pt x="216656" y="211200"/>
                  </a:lnTo>
                  <a:lnTo>
                    <a:pt x="217133" y="210999"/>
                  </a:lnTo>
                  <a:lnTo>
                    <a:pt x="217025" y="210687"/>
                  </a:lnTo>
                  <a:lnTo>
                    <a:pt x="216912" y="210402"/>
                  </a:lnTo>
                  <a:lnTo>
                    <a:pt x="216942" y="210154"/>
                  </a:lnTo>
                  <a:lnTo>
                    <a:pt x="217389" y="209784"/>
                  </a:lnTo>
                  <a:lnTo>
                    <a:pt x="217763" y="209540"/>
                  </a:lnTo>
                  <a:lnTo>
                    <a:pt x="217903" y="209475"/>
                  </a:lnTo>
                  <a:lnTo>
                    <a:pt x="218250" y="209371"/>
                  </a:lnTo>
                  <a:lnTo>
                    <a:pt x="218581" y="209091"/>
                  </a:lnTo>
                  <a:lnTo>
                    <a:pt x="218852" y="209060"/>
                  </a:lnTo>
                  <a:lnTo>
                    <a:pt x="219202" y="209121"/>
                  </a:lnTo>
                  <a:lnTo>
                    <a:pt x="219707" y="209262"/>
                  </a:lnTo>
                  <a:lnTo>
                    <a:pt x="219754" y="209118"/>
                  </a:lnTo>
                  <a:lnTo>
                    <a:pt x="219934" y="208417"/>
                  </a:lnTo>
                  <a:lnTo>
                    <a:pt x="220389" y="208269"/>
                  </a:lnTo>
                  <a:lnTo>
                    <a:pt x="220641" y="208196"/>
                  </a:lnTo>
                  <a:lnTo>
                    <a:pt x="220837" y="208048"/>
                  </a:lnTo>
                  <a:lnTo>
                    <a:pt x="220987" y="207936"/>
                  </a:lnTo>
                  <a:lnTo>
                    <a:pt x="221119" y="207793"/>
                  </a:lnTo>
                  <a:lnTo>
                    <a:pt x="221252" y="207735"/>
                  </a:lnTo>
                  <a:lnTo>
                    <a:pt x="221730" y="207294"/>
                  </a:lnTo>
                  <a:lnTo>
                    <a:pt x="222199" y="206340"/>
                  </a:lnTo>
                  <a:lnTo>
                    <a:pt x="222964" y="205686"/>
                  </a:lnTo>
                  <a:lnTo>
                    <a:pt x="223295" y="205652"/>
                  </a:lnTo>
                  <a:lnTo>
                    <a:pt x="223450" y="204615"/>
                  </a:lnTo>
                  <a:lnTo>
                    <a:pt x="224446" y="204428"/>
                  </a:lnTo>
                  <a:lnTo>
                    <a:pt x="224841" y="203606"/>
                  </a:lnTo>
                  <a:lnTo>
                    <a:pt x="225034" y="203153"/>
                  </a:lnTo>
                  <a:lnTo>
                    <a:pt x="225008" y="202715"/>
                  </a:lnTo>
                  <a:lnTo>
                    <a:pt x="224981" y="202549"/>
                  </a:lnTo>
                  <a:lnTo>
                    <a:pt x="224966" y="202417"/>
                  </a:lnTo>
                  <a:lnTo>
                    <a:pt x="224957" y="202084"/>
                  </a:lnTo>
                  <a:lnTo>
                    <a:pt x="225152" y="201659"/>
                  </a:lnTo>
                  <a:lnTo>
                    <a:pt x="225375" y="201252"/>
                  </a:lnTo>
                  <a:lnTo>
                    <a:pt x="225653" y="201001"/>
                  </a:lnTo>
                  <a:lnTo>
                    <a:pt x="226216" y="200617"/>
                  </a:lnTo>
                  <a:lnTo>
                    <a:pt x="226677" y="200388"/>
                  </a:lnTo>
                  <a:lnTo>
                    <a:pt x="227621" y="200456"/>
                  </a:lnTo>
                  <a:lnTo>
                    <a:pt x="227818" y="200400"/>
                  </a:lnTo>
                  <a:lnTo>
                    <a:pt x="228054" y="200140"/>
                  </a:lnTo>
                  <a:lnTo>
                    <a:pt x="228068" y="199881"/>
                  </a:lnTo>
                  <a:lnTo>
                    <a:pt x="228256" y="199601"/>
                  </a:lnTo>
                  <a:lnTo>
                    <a:pt x="228540" y="199400"/>
                  </a:lnTo>
                  <a:lnTo>
                    <a:pt x="228952" y="199135"/>
                  </a:lnTo>
                  <a:lnTo>
                    <a:pt x="229251" y="198304"/>
                  </a:lnTo>
                  <a:lnTo>
                    <a:pt x="229496" y="198190"/>
                  </a:lnTo>
                  <a:lnTo>
                    <a:pt x="230191" y="198311"/>
                  </a:lnTo>
                  <a:lnTo>
                    <a:pt x="231195" y="197939"/>
                  </a:lnTo>
                  <a:lnTo>
                    <a:pt x="231406" y="197902"/>
                  </a:lnTo>
                  <a:lnTo>
                    <a:pt x="231605" y="198014"/>
                  </a:lnTo>
                  <a:lnTo>
                    <a:pt x="232013" y="198246"/>
                  </a:lnTo>
                  <a:lnTo>
                    <a:pt x="232305" y="198131"/>
                  </a:lnTo>
                  <a:lnTo>
                    <a:pt x="232987" y="197575"/>
                  </a:lnTo>
                  <a:lnTo>
                    <a:pt x="233380" y="197906"/>
                  </a:lnTo>
                  <a:lnTo>
                    <a:pt x="233455" y="198249"/>
                  </a:lnTo>
                  <a:lnTo>
                    <a:pt x="233162" y="198665"/>
                  </a:lnTo>
                  <a:lnTo>
                    <a:pt x="233078" y="198943"/>
                  </a:lnTo>
                  <a:lnTo>
                    <a:pt x="233046" y="199353"/>
                  </a:lnTo>
                  <a:lnTo>
                    <a:pt x="233100" y="199569"/>
                  </a:lnTo>
                  <a:lnTo>
                    <a:pt x="233148" y="199764"/>
                  </a:lnTo>
                  <a:lnTo>
                    <a:pt x="233288" y="200191"/>
                  </a:lnTo>
                  <a:lnTo>
                    <a:pt x="233217" y="200324"/>
                  </a:lnTo>
                  <a:lnTo>
                    <a:pt x="232818" y="200554"/>
                  </a:lnTo>
                  <a:lnTo>
                    <a:pt x="232579" y="200779"/>
                  </a:lnTo>
                  <a:lnTo>
                    <a:pt x="232055" y="201181"/>
                  </a:lnTo>
                  <a:lnTo>
                    <a:pt x="232038" y="201361"/>
                  </a:lnTo>
                  <a:lnTo>
                    <a:pt x="231982" y="201688"/>
                  </a:lnTo>
                  <a:lnTo>
                    <a:pt x="231876" y="201882"/>
                  </a:lnTo>
                  <a:lnTo>
                    <a:pt x="231337" y="202044"/>
                  </a:lnTo>
                  <a:lnTo>
                    <a:pt x="231353" y="202304"/>
                  </a:lnTo>
                  <a:lnTo>
                    <a:pt x="231600" y="202515"/>
                  </a:lnTo>
                  <a:lnTo>
                    <a:pt x="231953" y="202852"/>
                  </a:lnTo>
                  <a:lnTo>
                    <a:pt x="232029" y="203063"/>
                  </a:lnTo>
                  <a:lnTo>
                    <a:pt x="232119" y="203315"/>
                  </a:lnTo>
                  <a:lnTo>
                    <a:pt x="232043" y="203553"/>
                  </a:lnTo>
                  <a:lnTo>
                    <a:pt x="232184" y="203877"/>
                  </a:lnTo>
                  <a:lnTo>
                    <a:pt x="232485" y="204141"/>
                  </a:lnTo>
                  <a:lnTo>
                    <a:pt x="232389" y="204347"/>
                  </a:lnTo>
                  <a:lnTo>
                    <a:pt x="232419" y="204656"/>
                  </a:lnTo>
                  <a:lnTo>
                    <a:pt x="232491" y="205076"/>
                  </a:lnTo>
                  <a:lnTo>
                    <a:pt x="232484" y="205229"/>
                  </a:lnTo>
                  <a:lnTo>
                    <a:pt x="232455" y="205486"/>
                  </a:lnTo>
                  <a:lnTo>
                    <a:pt x="232302" y="205850"/>
                  </a:lnTo>
                  <a:lnTo>
                    <a:pt x="232456" y="206388"/>
                  </a:lnTo>
                  <a:lnTo>
                    <a:pt x="232311" y="207110"/>
                  </a:lnTo>
                  <a:lnTo>
                    <a:pt x="232146" y="207391"/>
                  </a:lnTo>
                  <a:lnTo>
                    <a:pt x="231871" y="208269"/>
                  </a:lnTo>
                  <a:lnTo>
                    <a:pt x="231831" y="208562"/>
                  </a:lnTo>
                  <a:lnTo>
                    <a:pt x="231777" y="208959"/>
                  </a:lnTo>
                  <a:lnTo>
                    <a:pt x="231691" y="209243"/>
                  </a:lnTo>
                  <a:lnTo>
                    <a:pt x="231886" y="209978"/>
                  </a:lnTo>
                  <a:lnTo>
                    <a:pt x="232040" y="210236"/>
                  </a:lnTo>
                  <a:lnTo>
                    <a:pt x="232069" y="210408"/>
                  </a:lnTo>
                  <a:lnTo>
                    <a:pt x="232103" y="210643"/>
                  </a:lnTo>
                  <a:lnTo>
                    <a:pt x="231994" y="211039"/>
                  </a:lnTo>
                  <a:lnTo>
                    <a:pt x="232228" y="211631"/>
                  </a:lnTo>
                  <a:lnTo>
                    <a:pt x="232319" y="211860"/>
                  </a:lnTo>
                  <a:lnTo>
                    <a:pt x="232405" y="212186"/>
                  </a:lnTo>
                  <a:lnTo>
                    <a:pt x="232445" y="212335"/>
                  </a:lnTo>
                  <a:lnTo>
                    <a:pt x="232605" y="212687"/>
                  </a:lnTo>
                  <a:lnTo>
                    <a:pt x="232832" y="212691"/>
                  </a:lnTo>
                  <a:lnTo>
                    <a:pt x="233124" y="212630"/>
                  </a:lnTo>
                  <a:lnTo>
                    <a:pt x="233299" y="212669"/>
                  </a:lnTo>
                  <a:lnTo>
                    <a:pt x="233726" y="212660"/>
                  </a:lnTo>
                  <a:lnTo>
                    <a:pt x="234227" y="211983"/>
                  </a:lnTo>
                  <a:lnTo>
                    <a:pt x="235193" y="211702"/>
                  </a:lnTo>
                  <a:lnTo>
                    <a:pt x="235453" y="211832"/>
                  </a:lnTo>
                  <a:lnTo>
                    <a:pt x="235674" y="211899"/>
                  </a:lnTo>
                  <a:lnTo>
                    <a:pt x="235820" y="211918"/>
                  </a:lnTo>
                  <a:lnTo>
                    <a:pt x="235970" y="211937"/>
                  </a:lnTo>
                  <a:lnTo>
                    <a:pt x="236539" y="212135"/>
                  </a:lnTo>
                  <a:lnTo>
                    <a:pt x="236572" y="212313"/>
                  </a:lnTo>
                  <a:lnTo>
                    <a:pt x="236551" y="212493"/>
                  </a:lnTo>
                  <a:lnTo>
                    <a:pt x="236559" y="212785"/>
                  </a:lnTo>
                  <a:lnTo>
                    <a:pt x="237098" y="213164"/>
                  </a:lnTo>
                  <a:lnTo>
                    <a:pt x="237225" y="213479"/>
                  </a:lnTo>
                  <a:lnTo>
                    <a:pt x="237190" y="213722"/>
                  </a:lnTo>
                  <a:lnTo>
                    <a:pt x="236768" y="213992"/>
                  </a:lnTo>
                  <a:lnTo>
                    <a:pt x="236999" y="214314"/>
                  </a:lnTo>
                  <a:lnTo>
                    <a:pt x="237346" y="214634"/>
                  </a:lnTo>
                  <a:lnTo>
                    <a:pt x="237269" y="214803"/>
                  </a:lnTo>
                  <a:lnTo>
                    <a:pt x="237126" y="214968"/>
                  </a:lnTo>
                  <a:lnTo>
                    <a:pt x="236917" y="215422"/>
                  </a:lnTo>
                  <a:lnTo>
                    <a:pt x="236505" y="215486"/>
                  </a:lnTo>
                  <a:lnTo>
                    <a:pt x="236399" y="215710"/>
                  </a:lnTo>
                  <a:lnTo>
                    <a:pt x="236504" y="215901"/>
                  </a:lnTo>
                  <a:lnTo>
                    <a:pt x="236551" y="216110"/>
                  </a:lnTo>
                  <a:lnTo>
                    <a:pt x="237022" y="216969"/>
                  </a:lnTo>
                  <a:lnTo>
                    <a:pt x="236886" y="217196"/>
                  </a:lnTo>
                  <a:lnTo>
                    <a:pt x="236518" y="217337"/>
                  </a:lnTo>
                  <a:lnTo>
                    <a:pt x="236334" y="217769"/>
                  </a:lnTo>
                  <a:lnTo>
                    <a:pt x="236533" y="217786"/>
                  </a:lnTo>
                  <a:lnTo>
                    <a:pt x="236889" y="217600"/>
                  </a:lnTo>
                  <a:lnTo>
                    <a:pt x="237671" y="217948"/>
                  </a:lnTo>
                  <a:lnTo>
                    <a:pt x="237987" y="218372"/>
                  </a:lnTo>
                  <a:lnTo>
                    <a:pt x="238208" y="218691"/>
                  </a:lnTo>
                  <a:lnTo>
                    <a:pt x="238100" y="218844"/>
                  </a:lnTo>
                  <a:lnTo>
                    <a:pt x="237924" y="219593"/>
                  </a:lnTo>
                  <a:lnTo>
                    <a:pt x="238503" y="219962"/>
                  </a:lnTo>
                  <a:lnTo>
                    <a:pt x="238712" y="220275"/>
                  </a:lnTo>
                  <a:lnTo>
                    <a:pt x="238958" y="220310"/>
                  </a:lnTo>
                  <a:lnTo>
                    <a:pt x="239140" y="220211"/>
                  </a:lnTo>
                  <a:lnTo>
                    <a:pt x="241836" y="226416"/>
                  </a:lnTo>
                  <a:lnTo>
                    <a:pt x="242257" y="226485"/>
                  </a:lnTo>
                  <a:lnTo>
                    <a:pt x="242828" y="226847"/>
                  </a:lnTo>
                  <a:lnTo>
                    <a:pt x="243252" y="227197"/>
                  </a:lnTo>
                  <a:lnTo>
                    <a:pt x="243012" y="227560"/>
                  </a:lnTo>
                  <a:lnTo>
                    <a:pt x="242938" y="227813"/>
                  </a:lnTo>
                  <a:lnTo>
                    <a:pt x="243408" y="227984"/>
                  </a:lnTo>
                  <a:lnTo>
                    <a:pt x="243584" y="228063"/>
                  </a:lnTo>
                  <a:lnTo>
                    <a:pt x="243737" y="228118"/>
                  </a:lnTo>
                  <a:lnTo>
                    <a:pt x="244452" y="228309"/>
                  </a:lnTo>
                  <a:lnTo>
                    <a:pt x="244699" y="228594"/>
                  </a:lnTo>
                  <a:lnTo>
                    <a:pt x="245087" y="229406"/>
                  </a:lnTo>
                  <a:lnTo>
                    <a:pt x="244990" y="229729"/>
                  </a:lnTo>
                  <a:lnTo>
                    <a:pt x="244656" y="230140"/>
                  </a:lnTo>
                  <a:lnTo>
                    <a:pt x="244666" y="230578"/>
                  </a:lnTo>
                  <a:lnTo>
                    <a:pt x="244873" y="230654"/>
                  </a:lnTo>
                  <a:lnTo>
                    <a:pt x="245218" y="230778"/>
                  </a:lnTo>
                  <a:lnTo>
                    <a:pt x="245308" y="231221"/>
                  </a:lnTo>
                  <a:lnTo>
                    <a:pt x="244715" y="231470"/>
                  </a:lnTo>
                  <a:lnTo>
                    <a:pt x="244301" y="231625"/>
                  </a:lnTo>
                  <a:lnTo>
                    <a:pt x="243958" y="231848"/>
                  </a:lnTo>
                  <a:lnTo>
                    <a:pt x="244308" y="232110"/>
                  </a:lnTo>
                  <a:lnTo>
                    <a:pt x="244309" y="232560"/>
                  </a:lnTo>
                  <a:lnTo>
                    <a:pt x="244473" y="232792"/>
                  </a:lnTo>
                  <a:lnTo>
                    <a:pt x="244483" y="232929"/>
                  </a:lnTo>
                  <a:lnTo>
                    <a:pt x="244145" y="233335"/>
                  </a:lnTo>
                  <a:lnTo>
                    <a:pt x="244380" y="233780"/>
                  </a:lnTo>
                  <a:lnTo>
                    <a:pt x="244520" y="233790"/>
                  </a:lnTo>
                  <a:lnTo>
                    <a:pt x="244759" y="233818"/>
                  </a:lnTo>
                  <a:lnTo>
                    <a:pt x="245279" y="234017"/>
                  </a:lnTo>
                  <a:lnTo>
                    <a:pt x="245687" y="234103"/>
                  </a:lnTo>
                  <a:lnTo>
                    <a:pt x="246212" y="233917"/>
                  </a:lnTo>
                  <a:lnTo>
                    <a:pt x="246405" y="233803"/>
                  </a:lnTo>
                  <a:lnTo>
                    <a:pt x="246818" y="233568"/>
                  </a:lnTo>
                  <a:lnTo>
                    <a:pt x="247194" y="233672"/>
                  </a:lnTo>
                  <a:lnTo>
                    <a:pt x="247674" y="233633"/>
                  </a:lnTo>
                  <a:lnTo>
                    <a:pt x="248278" y="234294"/>
                  </a:lnTo>
                  <a:lnTo>
                    <a:pt x="248674" y="234399"/>
                  </a:lnTo>
                  <a:lnTo>
                    <a:pt x="248825" y="234475"/>
                  </a:lnTo>
                  <a:lnTo>
                    <a:pt x="248954" y="234769"/>
                  </a:lnTo>
                  <a:lnTo>
                    <a:pt x="248815" y="234828"/>
                  </a:lnTo>
                  <a:lnTo>
                    <a:pt x="248681" y="235083"/>
                  </a:lnTo>
                  <a:lnTo>
                    <a:pt x="248172" y="235703"/>
                  </a:lnTo>
                  <a:lnTo>
                    <a:pt x="248555" y="236106"/>
                  </a:lnTo>
                  <a:lnTo>
                    <a:pt x="248614" y="236620"/>
                  </a:lnTo>
                  <a:lnTo>
                    <a:pt x="248479" y="236855"/>
                  </a:lnTo>
                  <a:lnTo>
                    <a:pt x="248328" y="236968"/>
                  </a:lnTo>
                  <a:lnTo>
                    <a:pt x="248481" y="237206"/>
                  </a:lnTo>
                  <a:lnTo>
                    <a:pt x="249217" y="237525"/>
                  </a:lnTo>
                  <a:lnTo>
                    <a:pt x="249404" y="237549"/>
                  </a:lnTo>
                  <a:lnTo>
                    <a:pt x="249524" y="237693"/>
                  </a:lnTo>
                  <a:lnTo>
                    <a:pt x="249312" y="238073"/>
                  </a:lnTo>
                  <a:lnTo>
                    <a:pt x="249215" y="238431"/>
                  </a:lnTo>
                  <a:lnTo>
                    <a:pt x="249003" y="238503"/>
                  </a:lnTo>
                  <a:lnTo>
                    <a:pt x="248851" y="238745"/>
                  </a:lnTo>
                  <a:lnTo>
                    <a:pt x="248756" y="238948"/>
                  </a:lnTo>
                  <a:lnTo>
                    <a:pt x="248644" y="239302"/>
                  </a:lnTo>
                  <a:lnTo>
                    <a:pt x="248476" y="239460"/>
                  </a:lnTo>
                  <a:lnTo>
                    <a:pt x="248648" y="239613"/>
                  </a:lnTo>
                  <a:lnTo>
                    <a:pt x="249033" y="239524"/>
                  </a:lnTo>
                  <a:lnTo>
                    <a:pt x="249189" y="239293"/>
                  </a:lnTo>
                  <a:lnTo>
                    <a:pt x="249288" y="239109"/>
                  </a:lnTo>
                  <a:lnTo>
                    <a:pt x="249373" y="238951"/>
                  </a:lnTo>
                  <a:lnTo>
                    <a:pt x="249525" y="238707"/>
                  </a:lnTo>
                  <a:lnTo>
                    <a:pt x="249701" y="238471"/>
                  </a:lnTo>
                  <a:lnTo>
                    <a:pt x="249733" y="238810"/>
                  </a:lnTo>
                  <a:lnTo>
                    <a:pt x="249522" y="239427"/>
                  </a:lnTo>
                  <a:lnTo>
                    <a:pt x="249526" y="239626"/>
                  </a:lnTo>
                  <a:lnTo>
                    <a:pt x="249405" y="240257"/>
                  </a:lnTo>
                  <a:lnTo>
                    <a:pt x="249353" y="240422"/>
                  </a:lnTo>
                  <a:lnTo>
                    <a:pt x="249281" y="240865"/>
                  </a:lnTo>
                  <a:lnTo>
                    <a:pt x="249541" y="240971"/>
                  </a:lnTo>
                  <a:lnTo>
                    <a:pt x="249792" y="241057"/>
                  </a:lnTo>
                  <a:lnTo>
                    <a:pt x="250255" y="241049"/>
                  </a:lnTo>
                  <a:lnTo>
                    <a:pt x="250440" y="240884"/>
                  </a:lnTo>
                  <a:lnTo>
                    <a:pt x="250845" y="240992"/>
                  </a:lnTo>
                  <a:lnTo>
                    <a:pt x="251281" y="239410"/>
                  </a:lnTo>
                  <a:lnTo>
                    <a:pt x="251908" y="239411"/>
                  </a:lnTo>
                  <a:lnTo>
                    <a:pt x="252326" y="239532"/>
                  </a:lnTo>
                  <a:lnTo>
                    <a:pt x="252469" y="239808"/>
                  </a:lnTo>
                  <a:lnTo>
                    <a:pt x="252743" y="239973"/>
                  </a:lnTo>
                  <a:lnTo>
                    <a:pt x="252878" y="240074"/>
                  </a:lnTo>
                  <a:lnTo>
                    <a:pt x="253252" y="240332"/>
                  </a:lnTo>
                  <a:lnTo>
                    <a:pt x="253487" y="240435"/>
                  </a:lnTo>
                  <a:lnTo>
                    <a:pt x="253626" y="240496"/>
                  </a:lnTo>
                  <a:lnTo>
                    <a:pt x="253879" y="240545"/>
                  </a:lnTo>
                  <a:lnTo>
                    <a:pt x="254076" y="240583"/>
                  </a:lnTo>
                  <a:lnTo>
                    <a:pt x="254218" y="240588"/>
                  </a:lnTo>
                  <a:lnTo>
                    <a:pt x="254668" y="240604"/>
                  </a:lnTo>
                  <a:lnTo>
                    <a:pt x="254955" y="240457"/>
                  </a:lnTo>
                  <a:lnTo>
                    <a:pt x="255315" y="240329"/>
                  </a:lnTo>
                  <a:lnTo>
                    <a:pt x="255446" y="240393"/>
                  </a:lnTo>
                  <a:lnTo>
                    <a:pt x="256133" y="241005"/>
                  </a:lnTo>
                  <a:lnTo>
                    <a:pt x="256400" y="241330"/>
                  </a:lnTo>
                  <a:lnTo>
                    <a:pt x="255878" y="241819"/>
                  </a:lnTo>
                  <a:lnTo>
                    <a:pt x="255645" y="242022"/>
                  </a:lnTo>
                  <a:lnTo>
                    <a:pt x="255276" y="242346"/>
                  </a:lnTo>
                  <a:lnTo>
                    <a:pt x="255116" y="242508"/>
                  </a:lnTo>
                  <a:lnTo>
                    <a:pt x="254980" y="242797"/>
                  </a:lnTo>
                  <a:lnTo>
                    <a:pt x="254652" y="242961"/>
                  </a:lnTo>
                  <a:lnTo>
                    <a:pt x="253990" y="242849"/>
                  </a:lnTo>
                  <a:lnTo>
                    <a:pt x="253369" y="242931"/>
                  </a:lnTo>
                  <a:lnTo>
                    <a:pt x="253796" y="243450"/>
                  </a:lnTo>
                  <a:lnTo>
                    <a:pt x="253811" y="243676"/>
                  </a:lnTo>
                  <a:lnTo>
                    <a:pt x="253631" y="244149"/>
                  </a:lnTo>
                  <a:lnTo>
                    <a:pt x="253618" y="244280"/>
                  </a:lnTo>
                  <a:lnTo>
                    <a:pt x="253208" y="244700"/>
                  </a:lnTo>
                  <a:lnTo>
                    <a:pt x="252736" y="245280"/>
                  </a:lnTo>
                  <a:lnTo>
                    <a:pt x="252437" y="245578"/>
                  </a:lnTo>
                  <a:lnTo>
                    <a:pt x="252119" y="245879"/>
                  </a:lnTo>
                  <a:lnTo>
                    <a:pt x="251958" y="246077"/>
                  </a:lnTo>
                  <a:lnTo>
                    <a:pt x="251496" y="246543"/>
                  </a:lnTo>
                  <a:lnTo>
                    <a:pt x="251603" y="246718"/>
                  </a:lnTo>
                  <a:lnTo>
                    <a:pt x="251637" y="246848"/>
                  </a:lnTo>
                  <a:lnTo>
                    <a:pt x="251636" y="247157"/>
                  </a:lnTo>
                  <a:lnTo>
                    <a:pt x="251403" y="247250"/>
                  </a:lnTo>
                  <a:lnTo>
                    <a:pt x="251097" y="247337"/>
                  </a:lnTo>
                  <a:lnTo>
                    <a:pt x="250563" y="247640"/>
                  </a:lnTo>
                  <a:lnTo>
                    <a:pt x="250393" y="247852"/>
                  </a:lnTo>
                  <a:lnTo>
                    <a:pt x="250216" y="247913"/>
                  </a:lnTo>
                  <a:lnTo>
                    <a:pt x="249503" y="248279"/>
                  </a:lnTo>
                  <a:lnTo>
                    <a:pt x="249361" y="248278"/>
                  </a:lnTo>
                  <a:lnTo>
                    <a:pt x="248978" y="248501"/>
                  </a:lnTo>
                  <a:lnTo>
                    <a:pt x="248747" y="249025"/>
                  </a:lnTo>
                  <a:lnTo>
                    <a:pt x="248908" y="249098"/>
                  </a:lnTo>
                  <a:lnTo>
                    <a:pt x="249185" y="249239"/>
                  </a:lnTo>
                  <a:lnTo>
                    <a:pt x="249769" y="249684"/>
                  </a:lnTo>
                  <a:lnTo>
                    <a:pt x="250261" y="249854"/>
                  </a:lnTo>
                  <a:lnTo>
                    <a:pt x="250591" y="249891"/>
                  </a:lnTo>
                  <a:lnTo>
                    <a:pt x="250996" y="250171"/>
                  </a:lnTo>
                  <a:lnTo>
                    <a:pt x="250380" y="250337"/>
                  </a:lnTo>
                  <a:lnTo>
                    <a:pt x="249818" y="250392"/>
                  </a:lnTo>
                  <a:lnTo>
                    <a:pt x="249274" y="250740"/>
                  </a:lnTo>
                  <a:lnTo>
                    <a:pt x="249238" y="250972"/>
                  </a:lnTo>
                  <a:lnTo>
                    <a:pt x="249273" y="251437"/>
                  </a:lnTo>
                  <a:lnTo>
                    <a:pt x="249095" y="251832"/>
                  </a:lnTo>
                  <a:lnTo>
                    <a:pt x="248907" y="252330"/>
                  </a:lnTo>
                  <a:lnTo>
                    <a:pt x="248967" y="252817"/>
                  </a:lnTo>
                  <a:lnTo>
                    <a:pt x="249041" y="253300"/>
                  </a:lnTo>
                  <a:lnTo>
                    <a:pt x="249015" y="253504"/>
                  </a:lnTo>
                  <a:lnTo>
                    <a:pt x="248927" y="253673"/>
                  </a:lnTo>
                  <a:lnTo>
                    <a:pt x="248877" y="254205"/>
                  </a:lnTo>
                  <a:lnTo>
                    <a:pt x="248835" y="254655"/>
                  </a:lnTo>
                  <a:lnTo>
                    <a:pt x="248820" y="254810"/>
                  </a:lnTo>
                  <a:lnTo>
                    <a:pt x="248932" y="255142"/>
                  </a:lnTo>
                  <a:lnTo>
                    <a:pt x="249040" y="255371"/>
                  </a:lnTo>
                  <a:lnTo>
                    <a:pt x="249129" y="255601"/>
                  </a:lnTo>
                  <a:lnTo>
                    <a:pt x="249248" y="255916"/>
                  </a:lnTo>
                  <a:lnTo>
                    <a:pt x="249552" y="256068"/>
                  </a:lnTo>
                  <a:lnTo>
                    <a:pt x="249762" y="256507"/>
                  </a:lnTo>
                  <a:lnTo>
                    <a:pt x="249816" y="256903"/>
                  </a:lnTo>
                  <a:lnTo>
                    <a:pt x="249904" y="257149"/>
                  </a:lnTo>
                  <a:lnTo>
                    <a:pt x="250033" y="257290"/>
                  </a:lnTo>
                  <a:lnTo>
                    <a:pt x="250121" y="257524"/>
                  </a:lnTo>
                  <a:lnTo>
                    <a:pt x="250084" y="257761"/>
                  </a:lnTo>
                  <a:lnTo>
                    <a:pt x="250039" y="258017"/>
                  </a:lnTo>
                  <a:lnTo>
                    <a:pt x="250101" y="258156"/>
                  </a:lnTo>
                  <a:lnTo>
                    <a:pt x="250247" y="259119"/>
                  </a:lnTo>
                  <a:lnTo>
                    <a:pt x="250262" y="259933"/>
                  </a:lnTo>
                  <a:lnTo>
                    <a:pt x="250054" y="260579"/>
                  </a:lnTo>
                  <a:lnTo>
                    <a:pt x="249883" y="261660"/>
                  </a:lnTo>
                  <a:lnTo>
                    <a:pt x="250256" y="261533"/>
                  </a:lnTo>
                  <a:lnTo>
                    <a:pt x="250622" y="261568"/>
                  </a:lnTo>
                  <a:lnTo>
                    <a:pt x="251009" y="261344"/>
                  </a:lnTo>
                  <a:lnTo>
                    <a:pt x="251745" y="261258"/>
                  </a:lnTo>
                  <a:lnTo>
                    <a:pt x="252265" y="260954"/>
                  </a:lnTo>
                  <a:lnTo>
                    <a:pt x="252923" y="260824"/>
                  </a:lnTo>
                  <a:lnTo>
                    <a:pt x="253386" y="260802"/>
                  </a:lnTo>
                  <a:lnTo>
                    <a:pt x="254000" y="261426"/>
                  </a:lnTo>
                  <a:lnTo>
                    <a:pt x="254420" y="261490"/>
                  </a:lnTo>
                  <a:lnTo>
                    <a:pt x="254813" y="261752"/>
                  </a:lnTo>
                  <a:lnTo>
                    <a:pt x="255028" y="262167"/>
                  </a:lnTo>
                  <a:lnTo>
                    <a:pt x="254923" y="262324"/>
                  </a:lnTo>
                  <a:lnTo>
                    <a:pt x="255073" y="262664"/>
                  </a:lnTo>
                  <a:lnTo>
                    <a:pt x="255617" y="263170"/>
                  </a:lnTo>
                  <a:lnTo>
                    <a:pt x="255504" y="263400"/>
                  </a:lnTo>
                  <a:lnTo>
                    <a:pt x="255310" y="263598"/>
                  </a:lnTo>
                  <a:lnTo>
                    <a:pt x="254985" y="263917"/>
                  </a:lnTo>
                  <a:lnTo>
                    <a:pt x="254975" y="264162"/>
                  </a:lnTo>
                  <a:lnTo>
                    <a:pt x="254823" y="264615"/>
                  </a:lnTo>
                  <a:lnTo>
                    <a:pt x="254854" y="264888"/>
                  </a:lnTo>
                  <a:lnTo>
                    <a:pt x="255034" y="265288"/>
                  </a:lnTo>
                  <a:lnTo>
                    <a:pt x="255305" y="265817"/>
                  </a:lnTo>
                  <a:lnTo>
                    <a:pt x="255252" y="266002"/>
                  </a:lnTo>
                  <a:lnTo>
                    <a:pt x="259404" y="273659"/>
                  </a:lnTo>
                  <a:lnTo>
                    <a:pt x="259934" y="273795"/>
                  </a:lnTo>
                  <a:lnTo>
                    <a:pt x="260070" y="274995"/>
                  </a:lnTo>
                  <a:lnTo>
                    <a:pt x="260231" y="275036"/>
                  </a:lnTo>
                  <a:lnTo>
                    <a:pt x="260485" y="275023"/>
                  </a:lnTo>
                  <a:lnTo>
                    <a:pt x="260619" y="275001"/>
                  </a:lnTo>
                  <a:lnTo>
                    <a:pt x="260748" y="275007"/>
                  </a:lnTo>
                  <a:lnTo>
                    <a:pt x="260897" y="275048"/>
                  </a:lnTo>
                  <a:lnTo>
                    <a:pt x="261319" y="275314"/>
                  </a:lnTo>
                  <a:lnTo>
                    <a:pt x="261792" y="275688"/>
                  </a:lnTo>
                  <a:lnTo>
                    <a:pt x="261955" y="275855"/>
                  </a:lnTo>
                  <a:lnTo>
                    <a:pt x="262104" y="276058"/>
                  </a:lnTo>
                  <a:lnTo>
                    <a:pt x="262170" y="276235"/>
                  </a:lnTo>
                  <a:lnTo>
                    <a:pt x="262198" y="276365"/>
                  </a:lnTo>
                  <a:lnTo>
                    <a:pt x="261891" y="276987"/>
                  </a:lnTo>
                  <a:lnTo>
                    <a:pt x="261634" y="277426"/>
                  </a:lnTo>
                  <a:lnTo>
                    <a:pt x="261769" y="277525"/>
                  </a:lnTo>
                  <a:lnTo>
                    <a:pt x="262101" y="277871"/>
                  </a:lnTo>
                  <a:lnTo>
                    <a:pt x="262169" y="278478"/>
                  </a:lnTo>
                  <a:lnTo>
                    <a:pt x="262136" y="278619"/>
                  </a:lnTo>
                  <a:lnTo>
                    <a:pt x="262320" y="279033"/>
                  </a:lnTo>
                  <a:lnTo>
                    <a:pt x="262796" y="279407"/>
                  </a:lnTo>
                  <a:lnTo>
                    <a:pt x="263044" y="279310"/>
                  </a:lnTo>
                  <a:lnTo>
                    <a:pt x="263174" y="279221"/>
                  </a:lnTo>
                  <a:lnTo>
                    <a:pt x="263359" y="278975"/>
                  </a:lnTo>
                  <a:lnTo>
                    <a:pt x="263571" y="278901"/>
                  </a:lnTo>
                  <a:lnTo>
                    <a:pt x="263960" y="279192"/>
                  </a:lnTo>
                  <a:lnTo>
                    <a:pt x="264175" y="279756"/>
                  </a:lnTo>
                  <a:lnTo>
                    <a:pt x="264213" y="280183"/>
                  </a:lnTo>
                  <a:lnTo>
                    <a:pt x="264620" y="280209"/>
                  </a:lnTo>
                  <a:lnTo>
                    <a:pt x="265251" y="280384"/>
                  </a:lnTo>
                  <a:lnTo>
                    <a:pt x="265545" y="280371"/>
                  </a:lnTo>
                  <a:lnTo>
                    <a:pt x="265743" y="280335"/>
                  </a:lnTo>
                  <a:lnTo>
                    <a:pt x="265888" y="280294"/>
                  </a:lnTo>
                  <a:lnTo>
                    <a:pt x="266121" y="280286"/>
                  </a:lnTo>
                  <a:lnTo>
                    <a:pt x="266423" y="280327"/>
                  </a:lnTo>
                  <a:lnTo>
                    <a:pt x="266488" y="280458"/>
                  </a:lnTo>
                  <a:lnTo>
                    <a:pt x="266733" y="280921"/>
                  </a:lnTo>
                  <a:lnTo>
                    <a:pt x="266613" y="281139"/>
                  </a:lnTo>
                  <a:lnTo>
                    <a:pt x="266379" y="281429"/>
                  </a:lnTo>
                  <a:lnTo>
                    <a:pt x="266250" y="281669"/>
                  </a:lnTo>
                  <a:lnTo>
                    <a:pt x="266138" y="281882"/>
                  </a:lnTo>
                  <a:lnTo>
                    <a:pt x="266007" y="282270"/>
                  </a:lnTo>
                  <a:lnTo>
                    <a:pt x="265859" y="282596"/>
                  </a:lnTo>
                  <a:lnTo>
                    <a:pt x="266307" y="283245"/>
                  </a:lnTo>
                  <a:lnTo>
                    <a:pt x="266812" y="283493"/>
                  </a:lnTo>
                  <a:lnTo>
                    <a:pt x="266953" y="283524"/>
                  </a:lnTo>
                  <a:lnTo>
                    <a:pt x="267381" y="283584"/>
                  </a:lnTo>
                  <a:lnTo>
                    <a:pt x="267831" y="283599"/>
                  </a:lnTo>
                  <a:lnTo>
                    <a:pt x="268015" y="283775"/>
                  </a:lnTo>
                  <a:lnTo>
                    <a:pt x="267637" y="284103"/>
                  </a:lnTo>
                  <a:lnTo>
                    <a:pt x="267381" y="284249"/>
                  </a:lnTo>
                  <a:lnTo>
                    <a:pt x="266710" y="285372"/>
                  </a:lnTo>
                  <a:lnTo>
                    <a:pt x="265767" y="285585"/>
                  </a:lnTo>
                  <a:lnTo>
                    <a:pt x="265610" y="285697"/>
                  </a:lnTo>
                  <a:lnTo>
                    <a:pt x="265427" y="285880"/>
                  </a:lnTo>
                  <a:lnTo>
                    <a:pt x="265014" y="286480"/>
                  </a:lnTo>
                  <a:lnTo>
                    <a:pt x="265175" y="286832"/>
                  </a:lnTo>
                  <a:lnTo>
                    <a:pt x="265343" y="286845"/>
                  </a:lnTo>
                  <a:lnTo>
                    <a:pt x="265490" y="286868"/>
                  </a:lnTo>
                  <a:lnTo>
                    <a:pt x="266021" y="287260"/>
                  </a:lnTo>
                  <a:lnTo>
                    <a:pt x="265778" y="287694"/>
                  </a:lnTo>
                  <a:lnTo>
                    <a:pt x="265767" y="287969"/>
                  </a:lnTo>
                  <a:lnTo>
                    <a:pt x="265631" y="288225"/>
                  </a:lnTo>
                  <a:lnTo>
                    <a:pt x="265554" y="288430"/>
                  </a:lnTo>
                  <a:lnTo>
                    <a:pt x="264956" y="289276"/>
                  </a:lnTo>
                  <a:lnTo>
                    <a:pt x="264868" y="289417"/>
                  </a:lnTo>
                  <a:lnTo>
                    <a:pt x="264740" y="289601"/>
                  </a:lnTo>
                  <a:lnTo>
                    <a:pt x="264398" y="289788"/>
                  </a:lnTo>
                  <a:lnTo>
                    <a:pt x="264023" y="289928"/>
                  </a:lnTo>
                  <a:lnTo>
                    <a:pt x="263878" y="290115"/>
                  </a:lnTo>
                  <a:lnTo>
                    <a:pt x="263910" y="290618"/>
                  </a:lnTo>
                  <a:lnTo>
                    <a:pt x="263755" y="290765"/>
                  </a:lnTo>
                  <a:lnTo>
                    <a:pt x="263696" y="291102"/>
                  </a:lnTo>
                  <a:lnTo>
                    <a:pt x="263891" y="291671"/>
                  </a:lnTo>
                  <a:lnTo>
                    <a:pt x="263805" y="291904"/>
                  </a:lnTo>
                  <a:lnTo>
                    <a:pt x="263217" y="292007"/>
                  </a:lnTo>
                  <a:lnTo>
                    <a:pt x="263035" y="292044"/>
                  </a:lnTo>
                  <a:lnTo>
                    <a:pt x="262498" y="292465"/>
                  </a:lnTo>
                  <a:lnTo>
                    <a:pt x="262305" y="293137"/>
                  </a:lnTo>
                  <a:lnTo>
                    <a:pt x="262197" y="293309"/>
                  </a:lnTo>
                  <a:lnTo>
                    <a:pt x="261950" y="293601"/>
                  </a:lnTo>
                  <a:lnTo>
                    <a:pt x="261481" y="293553"/>
                  </a:lnTo>
                  <a:lnTo>
                    <a:pt x="261196" y="293594"/>
                  </a:lnTo>
                  <a:lnTo>
                    <a:pt x="261069" y="293676"/>
                  </a:lnTo>
                  <a:lnTo>
                    <a:pt x="260692" y="293889"/>
                  </a:lnTo>
                  <a:lnTo>
                    <a:pt x="260334" y="294346"/>
                  </a:lnTo>
                  <a:lnTo>
                    <a:pt x="260555" y="295611"/>
                  </a:lnTo>
                  <a:lnTo>
                    <a:pt x="261590" y="295166"/>
                  </a:lnTo>
                  <a:lnTo>
                    <a:pt x="261870" y="295142"/>
                  </a:lnTo>
                  <a:lnTo>
                    <a:pt x="264303" y="295861"/>
                  </a:lnTo>
                  <a:lnTo>
                    <a:pt x="264313" y="297278"/>
                  </a:lnTo>
                  <a:lnTo>
                    <a:pt x="264004" y="297585"/>
                  </a:lnTo>
                  <a:lnTo>
                    <a:pt x="263830" y="297863"/>
                  </a:lnTo>
                  <a:lnTo>
                    <a:pt x="263285" y="298232"/>
                  </a:lnTo>
                  <a:lnTo>
                    <a:pt x="262963" y="298404"/>
                  </a:lnTo>
                  <a:lnTo>
                    <a:pt x="262780" y="298467"/>
                  </a:lnTo>
                  <a:lnTo>
                    <a:pt x="262618" y="298566"/>
                  </a:lnTo>
                  <a:lnTo>
                    <a:pt x="262314" y="298787"/>
                  </a:lnTo>
                  <a:lnTo>
                    <a:pt x="261923" y="299530"/>
                  </a:lnTo>
                  <a:lnTo>
                    <a:pt x="262189" y="299981"/>
                  </a:lnTo>
                  <a:lnTo>
                    <a:pt x="262331" y="300062"/>
                  </a:lnTo>
                  <a:lnTo>
                    <a:pt x="262601" y="300180"/>
                  </a:lnTo>
                  <a:lnTo>
                    <a:pt x="262756" y="300202"/>
                  </a:lnTo>
                  <a:lnTo>
                    <a:pt x="263539" y="300438"/>
                  </a:lnTo>
                  <a:lnTo>
                    <a:pt x="263489" y="301255"/>
                  </a:lnTo>
                  <a:lnTo>
                    <a:pt x="262499" y="301157"/>
                  </a:lnTo>
                  <a:lnTo>
                    <a:pt x="262091" y="301253"/>
                  </a:lnTo>
                  <a:lnTo>
                    <a:pt x="261875" y="301330"/>
                  </a:lnTo>
                  <a:lnTo>
                    <a:pt x="261583" y="301440"/>
                  </a:lnTo>
                  <a:lnTo>
                    <a:pt x="260739" y="301277"/>
                  </a:lnTo>
                  <a:lnTo>
                    <a:pt x="260535" y="300954"/>
                  </a:lnTo>
                  <a:lnTo>
                    <a:pt x="260729" y="300462"/>
                  </a:lnTo>
                  <a:lnTo>
                    <a:pt x="260031" y="300302"/>
                  </a:lnTo>
                  <a:lnTo>
                    <a:pt x="259769" y="300383"/>
                  </a:lnTo>
                  <a:lnTo>
                    <a:pt x="258829" y="301156"/>
                  </a:lnTo>
                  <a:lnTo>
                    <a:pt x="258396" y="302944"/>
                  </a:lnTo>
                  <a:lnTo>
                    <a:pt x="258374" y="302778"/>
                  </a:lnTo>
                  <a:lnTo>
                    <a:pt x="258291" y="302511"/>
                  </a:lnTo>
                  <a:lnTo>
                    <a:pt x="258004" y="302025"/>
                  </a:lnTo>
                  <a:lnTo>
                    <a:pt x="258072" y="302408"/>
                  </a:lnTo>
                  <a:lnTo>
                    <a:pt x="257810" y="303190"/>
                  </a:lnTo>
                  <a:lnTo>
                    <a:pt x="256883" y="302982"/>
                  </a:lnTo>
                  <a:lnTo>
                    <a:pt x="255965" y="303181"/>
                  </a:lnTo>
                  <a:lnTo>
                    <a:pt x="255070" y="303991"/>
                  </a:lnTo>
                  <a:lnTo>
                    <a:pt x="254986" y="304259"/>
                  </a:lnTo>
                  <a:lnTo>
                    <a:pt x="254941" y="304921"/>
                  </a:lnTo>
                  <a:lnTo>
                    <a:pt x="254904" y="305170"/>
                  </a:lnTo>
                  <a:lnTo>
                    <a:pt x="254532" y="305425"/>
                  </a:lnTo>
                  <a:lnTo>
                    <a:pt x="254658" y="304948"/>
                  </a:lnTo>
                  <a:lnTo>
                    <a:pt x="254081" y="304516"/>
                  </a:lnTo>
                  <a:lnTo>
                    <a:pt x="249920" y="306452"/>
                  </a:lnTo>
                  <a:lnTo>
                    <a:pt x="248776" y="305893"/>
                  </a:lnTo>
                  <a:lnTo>
                    <a:pt x="247251" y="307786"/>
                  </a:lnTo>
                  <a:lnTo>
                    <a:pt x="246625" y="307764"/>
                  </a:lnTo>
                  <a:lnTo>
                    <a:pt x="246047" y="307682"/>
                  </a:lnTo>
                  <a:lnTo>
                    <a:pt x="245398" y="307693"/>
                  </a:lnTo>
                  <a:lnTo>
                    <a:pt x="245203" y="307796"/>
                  </a:lnTo>
                  <a:lnTo>
                    <a:pt x="244927" y="307509"/>
                  </a:lnTo>
                  <a:lnTo>
                    <a:pt x="244838" y="307289"/>
                  </a:lnTo>
                  <a:lnTo>
                    <a:pt x="244759" y="306937"/>
                  </a:lnTo>
                  <a:lnTo>
                    <a:pt x="244566" y="306746"/>
                  </a:lnTo>
                  <a:lnTo>
                    <a:pt x="244523" y="306214"/>
                  </a:lnTo>
                  <a:lnTo>
                    <a:pt x="244742" y="306129"/>
                  </a:lnTo>
                  <a:lnTo>
                    <a:pt x="244484" y="305868"/>
                  </a:lnTo>
                  <a:lnTo>
                    <a:pt x="244114" y="306440"/>
                  </a:lnTo>
                  <a:lnTo>
                    <a:pt x="243983" y="306585"/>
                  </a:lnTo>
                  <a:lnTo>
                    <a:pt x="244185" y="306652"/>
                  </a:lnTo>
                  <a:lnTo>
                    <a:pt x="244497" y="307037"/>
                  </a:lnTo>
                  <a:lnTo>
                    <a:pt x="244663" y="307299"/>
                  </a:lnTo>
                  <a:lnTo>
                    <a:pt x="244665" y="307746"/>
                  </a:lnTo>
                  <a:lnTo>
                    <a:pt x="243956" y="308391"/>
                  </a:lnTo>
                  <a:lnTo>
                    <a:pt x="242792" y="309222"/>
                  </a:lnTo>
                  <a:lnTo>
                    <a:pt x="242414" y="309497"/>
                  </a:lnTo>
                  <a:lnTo>
                    <a:pt x="242238" y="309200"/>
                  </a:lnTo>
                  <a:lnTo>
                    <a:pt x="242025" y="309085"/>
                  </a:lnTo>
                  <a:lnTo>
                    <a:pt x="242123" y="309338"/>
                  </a:lnTo>
                  <a:lnTo>
                    <a:pt x="241820" y="309841"/>
                  </a:lnTo>
                  <a:lnTo>
                    <a:pt x="241210" y="310080"/>
                  </a:lnTo>
                  <a:lnTo>
                    <a:pt x="241059" y="310135"/>
                  </a:lnTo>
                  <a:lnTo>
                    <a:pt x="240686" y="309721"/>
                  </a:lnTo>
                  <a:lnTo>
                    <a:pt x="240415" y="309737"/>
                  </a:lnTo>
                  <a:lnTo>
                    <a:pt x="240224" y="309109"/>
                  </a:lnTo>
                  <a:lnTo>
                    <a:pt x="240339" y="308665"/>
                  </a:lnTo>
                  <a:lnTo>
                    <a:pt x="240167" y="308719"/>
                  </a:lnTo>
                  <a:lnTo>
                    <a:pt x="239878" y="309409"/>
                  </a:lnTo>
                  <a:lnTo>
                    <a:pt x="239847" y="309664"/>
                  </a:lnTo>
                  <a:lnTo>
                    <a:pt x="240279" y="310357"/>
                  </a:lnTo>
                  <a:lnTo>
                    <a:pt x="239950" y="310452"/>
                  </a:lnTo>
                  <a:lnTo>
                    <a:pt x="239075" y="310319"/>
                  </a:lnTo>
                  <a:lnTo>
                    <a:pt x="239028" y="310182"/>
                  </a:lnTo>
                  <a:lnTo>
                    <a:pt x="238582" y="310095"/>
                  </a:lnTo>
                  <a:lnTo>
                    <a:pt x="238731" y="310137"/>
                  </a:lnTo>
                  <a:lnTo>
                    <a:pt x="238859" y="310272"/>
                  </a:lnTo>
                  <a:lnTo>
                    <a:pt x="238952" y="310582"/>
                  </a:lnTo>
                  <a:lnTo>
                    <a:pt x="237973" y="311425"/>
                  </a:lnTo>
                  <a:lnTo>
                    <a:pt x="237546" y="312138"/>
                  </a:lnTo>
                  <a:lnTo>
                    <a:pt x="237517" y="312400"/>
                  </a:lnTo>
                  <a:lnTo>
                    <a:pt x="237496" y="312872"/>
                  </a:lnTo>
                  <a:lnTo>
                    <a:pt x="238631" y="313387"/>
                  </a:lnTo>
                  <a:lnTo>
                    <a:pt x="238888" y="313659"/>
                  </a:lnTo>
                  <a:lnTo>
                    <a:pt x="238899" y="314493"/>
                  </a:lnTo>
                  <a:lnTo>
                    <a:pt x="238201" y="314460"/>
                  </a:lnTo>
                  <a:lnTo>
                    <a:pt x="238161" y="314094"/>
                  </a:lnTo>
                  <a:lnTo>
                    <a:pt x="236850" y="313975"/>
                  </a:lnTo>
                  <a:lnTo>
                    <a:pt x="234975" y="314814"/>
                  </a:lnTo>
                  <a:lnTo>
                    <a:pt x="234659" y="314770"/>
                  </a:lnTo>
                  <a:lnTo>
                    <a:pt x="234230" y="314277"/>
                  </a:lnTo>
                  <a:lnTo>
                    <a:pt x="234319" y="314026"/>
                  </a:lnTo>
                  <a:lnTo>
                    <a:pt x="233678" y="313617"/>
                  </a:lnTo>
                  <a:lnTo>
                    <a:pt x="233361" y="313877"/>
                  </a:lnTo>
                  <a:lnTo>
                    <a:pt x="233249" y="314090"/>
                  </a:lnTo>
                  <a:lnTo>
                    <a:pt x="232975" y="314544"/>
                  </a:lnTo>
                  <a:lnTo>
                    <a:pt x="232691" y="314934"/>
                  </a:lnTo>
                  <a:lnTo>
                    <a:pt x="232304" y="315341"/>
                  </a:lnTo>
                  <a:lnTo>
                    <a:pt x="230808" y="316423"/>
                  </a:lnTo>
                  <a:lnTo>
                    <a:pt x="230593" y="316563"/>
                  </a:lnTo>
                  <a:lnTo>
                    <a:pt x="226095" y="321096"/>
                  </a:lnTo>
                  <a:lnTo>
                    <a:pt x="225986" y="321074"/>
                  </a:lnTo>
                  <a:lnTo>
                    <a:pt x="223073" y="322044"/>
                  </a:lnTo>
                  <a:lnTo>
                    <a:pt x="219733" y="324572"/>
                  </a:lnTo>
                  <a:lnTo>
                    <a:pt x="218615" y="325637"/>
                  </a:lnTo>
                  <a:lnTo>
                    <a:pt x="212794" y="333097"/>
                  </a:lnTo>
                  <a:lnTo>
                    <a:pt x="212973" y="333278"/>
                  </a:lnTo>
                  <a:lnTo>
                    <a:pt x="207965" y="338174"/>
                  </a:lnTo>
                  <a:lnTo>
                    <a:pt x="207825" y="338332"/>
                  </a:lnTo>
                  <a:lnTo>
                    <a:pt x="207038" y="340943"/>
                  </a:lnTo>
                  <a:lnTo>
                    <a:pt x="206770" y="341130"/>
                  </a:lnTo>
                  <a:lnTo>
                    <a:pt x="205291" y="342104"/>
                  </a:lnTo>
                  <a:lnTo>
                    <a:pt x="205279" y="342257"/>
                  </a:lnTo>
                  <a:lnTo>
                    <a:pt x="205173" y="342805"/>
                  </a:lnTo>
                  <a:lnTo>
                    <a:pt x="204677" y="342174"/>
                  </a:lnTo>
                  <a:lnTo>
                    <a:pt x="204266" y="341923"/>
                  </a:lnTo>
                  <a:lnTo>
                    <a:pt x="204138" y="342245"/>
                  </a:lnTo>
                  <a:lnTo>
                    <a:pt x="203659" y="342257"/>
                  </a:lnTo>
                  <a:lnTo>
                    <a:pt x="203300" y="342275"/>
                  </a:lnTo>
                  <a:lnTo>
                    <a:pt x="202730" y="342424"/>
                  </a:lnTo>
                  <a:lnTo>
                    <a:pt x="202642" y="342256"/>
                  </a:lnTo>
                  <a:lnTo>
                    <a:pt x="201212" y="342729"/>
                  </a:lnTo>
                  <a:lnTo>
                    <a:pt x="200700" y="343050"/>
                  </a:lnTo>
                  <a:lnTo>
                    <a:pt x="200465" y="343128"/>
                  </a:lnTo>
                  <a:lnTo>
                    <a:pt x="200132" y="343234"/>
                  </a:lnTo>
                  <a:lnTo>
                    <a:pt x="199203" y="343471"/>
                  </a:lnTo>
                  <a:lnTo>
                    <a:pt x="198806" y="343425"/>
                  </a:lnTo>
                  <a:lnTo>
                    <a:pt x="197630" y="343133"/>
                  </a:lnTo>
                  <a:lnTo>
                    <a:pt x="197068" y="342648"/>
                  </a:lnTo>
                  <a:lnTo>
                    <a:pt x="196859" y="342659"/>
                  </a:lnTo>
                  <a:lnTo>
                    <a:pt x="196556" y="342676"/>
                  </a:lnTo>
                  <a:lnTo>
                    <a:pt x="195939" y="342685"/>
                  </a:lnTo>
                  <a:lnTo>
                    <a:pt x="195170" y="342507"/>
                  </a:lnTo>
                  <a:lnTo>
                    <a:pt x="194870" y="342473"/>
                  </a:lnTo>
                  <a:lnTo>
                    <a:pt x="194517" y="342521"/>
                  </a:lnTo>
                  <a:lnTo>
                    <a:pt x="194332" y="342512"/>
                  </a:lnTo>
                  <a:lnTo>
                    <a:pt x="193880" y="342490"/>
                  </a:lnTo>
                  <a:lnTo>
                    <a:pt x="193681" y="342448"/>
                  </a:lnTo>
                  <a:lnTo>
                    <a:pt x="193367" y="342373"/>
                  </a:lnTo>
                  <a:lnTo>
                    <a:pt x="193177" y="342328"/>
                  </a:lnTo>
                  <a:lnTo>
                    <a:pt x="192748" y="342225"/>
                  </a:lnTo>
                  <a:lnTo>
                    <a:pt x="192626" y="342099"/>
                  </a:lnTo>
                  <a:lnTo>
                    <a:pt x="192935" y="342026"/>
                  </a:lnTo>
                  <a:lnTo>
                    <a:pt x="192926" y="341709"/>
                  </a:lnTo>
                  <a:lnTo>
                    <a:pt x="192671" y="341849"/>
                  </a:lnTo>
                  <a:lnTo>
                    <a:pt x="192285" y="342011"/>
                  </a:lnTo>
                  <a:lnTo>
                    <a:pt x="192141" y="342072"/>
                  </a:lnTo>
                  <a:lnTo>
                    <a:pt x="191690" y="342133"/>
                  </a:lnTo>
                  <a:lnTo>
                    <a:pt x="191353" y="342179"/>
                  </a:lnTo>
                  <a:lnTo>
                    <a:pt x="190904" y="342419"/>
                  </a:lnTo>
                  <a:lnTo>
                    <a:pt x="190451" y="342549"/>
                  </a:lnTo>
                  <a:lnTo>
                    <a:pt x="190199" y="342557"/>
                  </a:lnTo>
                  <a:lnTo>
                    <a:pt x="190031" y="342562"/>
                  </a:lnTo>
                  <a:lnTo>
                    <a:pt x="189899" y="342553"/>
                  </a:lnTo>
                  <a:lnTo>
                    <a:pt x="189450" y="342560"/>
                  </a:lnTo>
                  <a:lnTo>
                    <a:pt x="189144" y="342616"/>
                  </a:lnTo>
                  <a:lnTo>
                    <a:pt x="188976" y="342634"/>
                  </a:lnTo>
                  <a:lnTo>
                    <a:pt x="188821" y="342455"/>
                  </a:lnTo>
                  <a:lnTo>
                    <a:pt x="187152" y="342904"/>
                  </a:lnTo>
                  <a:lnTo>
                    <a:pt x="186751" y="342393"/>
                  </a:lnTo>
                  <a:lnTo>
                    <a:pt x="186491" y="342308"/>
                  </a:lnTo>
                  <a:lnTo>
                    <a:pt x="186272" y="342171"/>
                  </a:lnTo>
                  <a:lnTo>
                    <a:pt x="185757" y="341847"/>
                  </a:lnTo>
                  <a:lnTo>
                    <a:pt x="185730" y="341714"/>
                  </a:lnTo>
                  <a:lnTo>
                    <a:pt x="185704" y="341348"/>
                  </a:lnTo>
                  <a:lnTo>
                    <a:pt x="185507" y="341175"/>
                  </a:lnTo>
                  <a:lnTo>
                    <a:pt x="185048" y="341103"/>
                  </a:lnTo>
                  <a:lnTo>
                    <a:pt x="185368" y="341678"/>
                  </a:lnTo>
                  <a:lnTo>
                    <a:pt x="185399" y="342029"/>
                  </a:lnTo>
                  <a:lnTo>
                    <a:pt x="185327" y="342211"/>
                  </a:lnTo>
                  <a:lnTo>
                    <a:pt x="184796" y="342095"/>
                  </a:lnTo>
                  <a:lnTo>
                    <a:pt x="184877" y="342631"/>
                  </a:lnTo>
                  <a:lnTo>
                    <a:pt x="185132" y="343061"/>
                  </a:lnTo>
                  <a:lnTo>
                    <a:pt x="184955" y="343509"/>
                  </a:lnTo>
                  <a:lnTo>
                    <a:pt x="184705" y="343698"/>
                  </a:lnTo>
                  <a:lnTo>
                    <a:pt x="184661" y="343861"/>
                  </a:lnTo>
                  <a:lnTo>
                    <a:pt x="184299" y="344015"/>
                  </a:lnTo>
                  <a:lnTo>
                    <a:pt x="184236" y="344242"/>
                  </a:lnTo>
                  <a:lnTo>
                    <a:pt x="183959" y="344551"/>
                  </a:lnTo>
                  <a:lnTo>
                    <a:pt x="183449" y="344704"/>
                  </a:lnTo>
                  <a:lnTo>
                    <a:pt x="182873" y="344685"/>
                  </a:lnTo>
                  <a:lnTo>
                    <a:pt x="182698" y="344216"/>
                  </a:lnTo>
                  <a:lnTo>
                    <a:pt x="182323" y="344311"/>
                  </a:lnTo>
                  <a:lnTo>
                    <a:pt x="182115" y="344601"/>
                  </a:lnTo>
                  <a:lnTo>
                    <a:pt x="182208" y="344992"/>
                  </a:lnTo>
                  <a:lnTo>
                    <a:pt x="181815" y="345323"/>
                  </a:lnTo>
                  <a:lnTo>
                    <a:pt x="181466" y="345349"/>
                  </a:lnTo>
                  <a:lnTo>
                    <a:pt x="181558" y="345190"/>
                  </a:lnTo>
                  <a:lnTo>
                    <a:pt x="181581" y="344841"/>
                  </a:lnTo>
                  <a:lnTo>
                    <a:pt x="181569" y="344694"/>
                  </a:lnTo>
                  <a:lnTo>
                    <a:pt x="181464" y="344353"/>
                  </a:lnTo>
                  <a:lnTo>
                    <a:pt x="181319" y="344067"/>
                  </a:lnTo>
                  <a:lnTo>
                    <a:pt x="180964" y="344064"/>
                  </a:lnTo>
                  <a:lnTo>
                    <a:pt x="180416" y="344179"/>
                  </a:lnTo>
                  <a:lnTo>
                    <a:pt x="180389" y="344647"/>
                  </a:lnTo>
                  <a:lnTo>
                    <a:pt x="180369" y="344839"/>
                  </a:lnTo>
                  <a:lnTo>
                    <a:pt x="179642" y="344918"/>
                  </a:lnTo>
                  <a:lnTo>
                    <a:pt x="179642" y="345231"/>
                  </a:lnTo>
                  <a:lnTo>
                    <a:pt x="179324" y="345370"/>
                  </a:lnTo>
                  <a:lnTo>
                    <a:pt x="179070" y="345073"/>
                  </a:lnTo>
                  <a:lnTo>
                    <a:pt x="178942" y="345081"/>
                  </a:lnTo>
                  <a:lnTo>
                    <a:pt x="178550" y="345371"/>
                  </a:lnTo>
                  <a:lnTo>
                    <a:pt x="178653" y="345639"/>
                  </a:lnTo>
                  <a:lnTo>
                    <a:pt x="178455" y="345855"/>
                  </a:lnTo>
                  <a:lnTo>
                    <a:pt x="178319" y="345817"/>
                  </a:lnTo>
                  <a:lnTo>
                    <a:pt x="177936" y="345814"/>
                  </a:lnTo>
                  <a:lnTo>
                    <a:pt x="177662" y="346061"/>
                  </a:lnTo>
                  <a:lnTo>
                    <a:pt x="177476" y="346316"/>
                  </a:lnTo>
                  <a:lnTo>
                    <a:pt x="177146" y="346402"/>
                  </a:lnTo>
                  <a:lnTo>
                    <a:pt x="176648" y="346497"/>
                  </a:lnTo>
                  <a:lnTo>
                    <a:pt x="176208" y="346350"/>
                  </a:lnTo>
                  <a:lnTo>
                    <a:pt x="175980" y="346544"/>
                  </a:lnTo>
                  <a:lnTo>
                    <a:pt x="175734" y="346707"/>
                  </a:lnTo>
                  <a:lnTo>
                    <a:pt x="175472" y="346805"/>
                  </a:lnTo>
                  <a:lnTo>
                    <a:pt x="175375" y="346454"/>
                  </a:lnTo>
                  <a:lnTo>
                    <a:pt x="175414" y="346133"/>
                  </a:lnTo>
                  <a:lnTo>
                    <a:pt x="175579" y="345582"/>
                  </a:lnTo>
                  <a:lnTo>
                    <a:pt x="175776" y="345663"/>
                  </a:lnTo>
                  <a:lnTo>
                    <a:pt x="175999" y="345754"/>
                  </a:lnTo>
                  <a:lnTo>
                    <a:pt x="176412" y="345733"/>
                  </a:lnTo>
                  <a:lnTo>
                    <a:pt x="176458" y="345201"/>
                  </a:lnTo>
                  <a:lnTo>
                    <a:pt x="176261" y="345280"/>
                  </a:lnTo>
                  <a:lnTo>
                    <a:pt x="175965" y="345565"/>
                  </a:lnTo>
                  <a:lnTo>
                    <a:pt x="175683" y="345203"/>
                  </a:lnTo>
                  <a:lnTo>
                    <a:pt x="175734" y="345030"/>
                  </a:lnTo>
                  <a:lnTo>
                    <a:pt x="175840" y="344847"/>
                  </a:lnTo>
                  <a:lnTo>
                    <a:pt x="175995" y="344329"/>
                  </a:lnTo>
                  <a:lnTo>
                    <a:pt x="176142" y="344196"/>
                  </a:lnTo>
                  <a:lnTo>
                    <a:pt x="176207" y="343548"/>
                  </a:lnTo>
                  <a:lnTo>
                    <a:pt x="175995" y="343594"/>
                  </a:lnTo>
                  <a:lnTo>
                    <a:pt x="176003" y="343735"/>
                  </a:lnTo>
                  <a:lnTo>
                    <a:pt x="176016" y="343949"/>
                  </a:lnTo>
                  <a:lnTo>
                    <a:pt x="175796" y="344245"/>
                  </a:lnTo>
                  <a:lnTo>
                    <a:pt x="175627" y="344272"/>
                  </a:lnTo>
                  <a:lnTo>
                    <a:pt x="175463" y="344298"/>
                  </a:lnTo>
                  <a:lnTo>
                    <a:pt x="175535" y="344987"/>
                  </a:lnTo>
                  <a:lnTo>
                    <a:pt x="175527" y="345267"/>
                  </a:lnTo>
                  <a:lnTo>
                    <a:pt x="175320" y="345713"/>
                  </a:lnTo>
                  <a:lnTo>
                    <a:pt x="174953" y="345779"/>
                  </a:lnTo>
                  <a:lnTo>
                    <a:pt x="174621" y="345776"/>
                  </a:lnTo>
                  <a:lnTo>
                    <a:pt x="174598" y="345573"/>
                  </a:lnTo>
                  <a:lnTo>
                    <a:pt x="173623" y="345693"/>
                  </a:lnTo>
                  <a:lnTo>
                    <a:pt x="173579" y="345442"/>
                  </a:lnTo>
                  <a:lnTo>
                    <a:pt x="173267" y="345487"/>
                  </a:lnTo>
                  <a:lnTo>
                    <a:pt x="172903" y="345607"/>
                  </a:lnTo>
                  <a:lnTo>
                    <a:pt x="172394" y="345608"/>
                  </a:lnTo>
                  <a:lnTo>
                    <a:pt x="172001" y="345202"/>
                  </a:lnTo>
                  <a:lnTo>
                    <a:pt x="171875" y="344884"/>
                  </a:lnTo>
                  <a:lnTo>
                    <a:pt x="171601" y="344573"/>
                  </a:lnTo>
                  <a:lnTo>
                    <a:pt x="171514" y="344188"/>
                  </a:lnTo>
                  <a:lnTo>
                    <a:pt x="171288" y="343915"/>
                  </a:lnTo>
                  <a:lnTo>
                    <a:pt x="171113" y="343954"/>
                  </a:lnTo>
                  <a:lnTo>
                    <a:pt x="171122" y="344294"/>
                  </a:lnTo>
                  <a:lnTo>
                    <a:pt x="171642" y="345309"/>
                  </a:lnTo>
                  <a:lnTo>
                    <a:pt x="170760" y="345516"/>
                  </a:lnTo>
                  <a:lnTo>
                    <a:pt x="171171" y="346061"/>
                  </a:lnTo>
                  <a:lnTo>
                    <a:pt x="170865" y="346265"/>
                  </a:lnTo>
                  <a:lnTo>
                    <a:pt x="170428" y="346046"/>
                  </a:lnTo>
                  <a:lnTo>
                    <a:pt x="170279" y="345842"/>
                  </a:lnTo>
                  <a:lnTo>
                    <a:pt x="169754" y="345690"/>
                  </a:lnTo>
                  <a:lnTo>
                    <a:pt x="170065" y="346153"/>
                  </a:lnTo>
                  <a:lnTo>
                    <a:pt x="170395" y="346283"/>
                  </a:lnTo>
                  <a:lnTo>
                    <a:pt x="170931" y="346829"/>
                  </a:lnTo>
                  <a:lnTo>
                    <a:pt x="170865" y="347694"/>
                  </a:lnTo>
                  <a:lnTo>
                    <a:pt x="171288" y="347899"/>
                  </a:lnTo>
                  <a:lnTo>
                    <a:pt x="170983" y="348064"/>
                  </a:lnTo>
                  <a:lnTo>
                    <a:pt x="170055" y="348158"/>
                  </a:lnTo>
                  <a:lnTo>
                    <a:pt x="169756" y="348097"/>
                  </a:lnTo>
                  <a:lnTo>
                    <a:pt x="169558" y="348056"/>
                  </a:lnTo>
                  <a:lnTo>
                    <a:pt x="168750" y="348547"/>
                  </a:lnTo>
                  <a:lnTo>
                    <a:pt x="168826" y="348716"/>
                  </a:lnTo>
                  <a:lnTo>
                    <a:pt x="168907" y="349025"/>
                  </a:lnTo>
                  <a:lnTo>
                    <a:pt x="168477" y="349142"/>
                  </a:lnTo>
                  <a:lnTo>
                    <a:pt x="168130" y="349237"/>
                  </a:lnTo>
                  <a:lnTo>
                    <a:pt x="167543" y="349236"/>
                  </a:lnTo>
                  <a:lnTo>
                    <a:pt x="167533" y="349026"/>
                  </a:lnTo>
                  <a:lnTo>
                    <a:pt x="167183" y="349112"/>
                  </a:lnTo>
                  <a:lnTo>
                    <a:pt x="167046" y="348968"/>
                  </a:lnTo>
                  <a:lnTo>
                    <a:pt x="166817" y="349015"/>
                  </a:lnTo>
                  <a:lnTo>
                    <a:pt x="166582" y="349211"/>
                  </a:lnTo>
                  <a:lnTo>
                    <a:pt x="166367" y="349662"/>
                  </a:lnTo>
                  <a:lnTo>
                    <a:pt x="166190" y="349717"/>
                  </a:lnTo>
                  <a:lnTo>
                    <a:pt x="165924" y="349909"/>
                  </a:lnTo>
                  <a:lnTo>
                    <a:pt x="165788" y="350216"/>
                  </a:lnTo>
                  <a:lnTo>
                    <a:pt x="165443" y="350260"/>
                  </a:lnTo>
                  <a:lnTo>
                    <a:pt x="165029" y="349919"/>
                  </a:lnTo>
                  <a:lnTo>
                    <a:pt x="165042" y="349790"/>
                  </a:lnTo>
                  <a:lnTo>
                    <a:pt x="165272" y="349551"/>
                  </a:lnTo>
                  <a:lnTo>
                    <a:pt x="165083" y="349468"/>
                  </a:lnTo>
                  <a:lnTo>
                    <a:pt x="163986" y="348959"/>
                  </a:lnTo>
                  <a:lnTo>
                    <a:pt x="164069" y="349586"/>
                  </a:lnTo>
                  <a:lnTo>
                    <a:pt x="163514" y="349671"/>
                  </a:lnTo>
                  <a:lnTo>
                    <a:pt x="163272" y="349301"/>
                  </a:lnTo>
                  <a:lnTo>
                    <a:pt x="163016" y="349357"/>
                  </a:lnTo>
                  <a:lnTo>
                    <a:pt x="162547" y="349577"/>
                  </a:lnTo>
                  <a:lnTo>
                    <a:pt x="162331" y="349636"/>
                  </a:lnTo>
                  <a:lnTo>
                    <a:pt x="162239" y="349362"/>
                  </a:lnTo>
                  <a:lnTo>
                    <a:pt x="161707" y="349405"/>
                  </a:lnTo>
                  <a:lnTo>
                    <a:pt x="161120" y="349612"/>
                  </a:lnTo>
                  <a:lnTo>
                    <a:pt x="160956" y="349602"/>
                  </a:lnTo>
                  <a:lnTo>
                    <a:pt x="160760" y="349474"/>
                  </a:lnTo>
                  <a:lnTo>
                    <a:pt x="160796" y="349050"/>
                  </a:lnTo>
                  <a:lnTo>
                    <a:pt x="160631" y="348902"/>
                  </a:lnTo>
                  <a:lnTo>
                    <a:pt x="160593" y="349106"/>
                  </a:lnTo>
                  <a:lnTo>
                    <a:pt x="160356" y="349458"/>
                  </a:lnTo>
                  <a:lnTo>
                    <a:pt x="159667" y="349752"/>
                  </a:lnTo>
                  <a:lnTo>
                    <a:pt x="160151" y="349834"/>
                  </a:lnTo>
                  <a:lnTo>
                    <a:pt x="160419" y="350082"/>
                  </a:lnTo>
                  <a:lnTo>
                    <a:pt x="160173" y="350275"/>
                  </a:lnTo>
                  <a:lnTo>
                    <a:pt x="159997" y="350414"/>
                  </a:lnTo>
                  <a:lnTo>
                    <a:pt x="159690" y="350523"/>
                  </a:lnTo>
                  <a:lnTo>
                    <a:pt x="159256" y="350869"/>
                  </a:lnTo>
                  <a:lnTo>
                    <a:pt x="159050" y="351104"/>
                  </a:lnTo>
                  <a:lnTo>
                    <a:pt x="159218" y="351646"/>
                  </a:lnTo>
                  <a:lnTo>
                    <a:pt x="159209" y="352140"/>
                  </a:lnTo>
                  <a:lnTo>
                    <a:pt x="158301" y="352259"/>
                  </a:lnTo>
                  <a:lnTo>
                    <a:pt x="158109" y="351698"/>
                  </a:lnTo>
                  <a:lnTo>
                    <a:pt x="156733" y="351988"/>
                  </a:lnTo>
                  <a:lnTo>
                    <a:pt x="156621" y="351791"/>
                  </a:lnTo>
                  <a:lnTo>
                    <a:pt x="155358" y="352125"/>
                  </a:lnTo>
                  <a:lnTo>
                    <a:pt x="155200" y="351966"/>
                  </a:lnTo>
                  <a:lnTo>
                    <a:pt x="154318" y="352163"/>
                  </a:lnTo>
                  <a:lnTo>
                    <a:pt x="154477" y="352396"/>
                  </a:lnTo>
                  <a:lnTo>
                    <a:pt x="154046" y="352480"/>
                  </a:lnTo>
                  <a:lnTo>
                    <a:pt x="154313" y="353319"/>
                  </a:lnTo>
                  <a:lnTo>
                    <a:pt x="153399" y="353702"/>
                  </a:lnTo>
                  <a:lnTo>
                    <a:pt x="152880" y="352916"/>
                  </a:lnTo>
                  <a:lnTo>
                    <a:pt x="152714" y="352938"/>
                  </a:lnTo>
                  <a:lnTo>
                    <a:pt x="152248" y="353332"/>
                  </a:lnTo>
                  <a:lnTo>
                    <a:pt x="152948" y="353844"/>
                  </a:lnTo>
                  <a:lnTo>
                    <a:pt x="149567" y="355248"/>
                  </a:lnTo>
                  <a:lnTo>
                    <a:pt x="148951" y="354784"/>
                  </a:lnTo>
                  <a:lnTo>
                    <a:pt x="148759" y="354970"/>
                  </a:lnTo>
                  <a:lnTo>
                    <a:pt x="148460" y="355259"/>
                  </a:lnTo>
                  <a:lnTo>
                    <a:pt x="148293" y="355651"/>
                  </a:lnTo>
                  <a:lnTo>
                    <a:pt x="148131" y="356004"/>
                  </a:lnTo>
                  <a:lnTo>
                    <a:pt x="147943" y="355952"/>
                  </a:lnTo>
                  <a:lnTo>
                    <a:pt x="147657" y="355587"/>
                  </a:lnTo>
                  <a:lnTo>
                    <a:pt x="147469" y="355436"/>
                  </a:lnTo>
                  <a:lnTo>
                    <a:pt x="146860" y="354965"/>
                  </a:lnTo>
                  <a:lnTo>
                    <a:pt x="146544" y="355149"/>
                  </a:lnTo>
                  <a:lnTo>
                    <a:pt x="146661" y="355310"/>
                  </a:lnTo>
                  <a:lnTo>
                    <a:pt x="146875" y="355448"/>
                  </a:lnTo>
                  <a:lnTo>
                    <a:pt x="146679" y="355954"/>
                  </a:lnTo>
                  <a:lnTo>
                    <a:pt x="146579" y="356438"/>
                  </a:lnTo>
                  <a:lnTo>
                    <a:pt x="146343" y="356947"/>
                  </a:lnTo>
                  <a:lnTo>
                    <a:pt x="146022" y="356678"/>
                  </a:lnTo>
                  <a:lnTo>
                    <a:pt x="145726" y="356989"/>
                  </a:lnTo>
                  <a:lnTo>
                    <a:pt x="145589" y="357229"/>
                  </a:lnTo>
                  <a:lnTo>
                    <a:pt x="145226" y="357281"/>
                  </a:lnTo>
                  <a:lnTo>
                    <a:pt x="145314" y="357475"/>
                  </a:lnTo>
                  <a:lnTo>
                    <a:pt x="144968" y="357550"/>
                  </a:lnTo>
                  <a:lnTo>
                    <a:pt x="144731" y="357639"/>
                  </a:lnTo>
                  <a:lnTo>
                    <a:pt x="144203" y="358126"/>
                  </a:lnTo>
                  <a:lnTo>
                    <a:pt x="144108" y="357956"/>
                  </a:lnTo>
                  <a:lnTo>
                    <a:pt x="144241" y="357388"/>
                  </a:lnTo>
                  <a:lnTo>
                    <a:pt x="143780" y="357558"/>
                  </a:lnTo>
                  <a:lnTo>
                    <a:pt x="143884" y="357838"/>
                  </a:lnTo>
                  <a:lnTo>
                    <a:pt x="143689" y="358412"/>
                  </a:lnTo>
                  <a:lnTo>
                    <a:pt x="143635" y="358725"/>
                  </a:lnTo>
                  <a:lnTo>
                    <a:pt x="143703" y="359023"/>
                  </a:lnTo>
                  <a:lnTo>
                    <a:pt x="143787" y="359356"/>
                  </a:lnTo>
                  <a:lnTo>
                    <a:pt x="143811" y="359537"/>
                  </a:lnTo>
                  <a:lnTo>
                    <a:pt x="143836" y="359724"/>
                  </a:lnTo>
                  <a:lnTo>
                    <a:pt x="143481" y="359881"/>
                  </a:lnTo>
                  <a:lnTo>
                    <a:pt x="143297" y="359220"/>
                  </a:lnTo>
                  <a:lnTo>
                    <a:pt x="142241" y="360177"/>
                  </a:lnTo>
                  <a:lnTo>
                    <a:pt x="141947" y="360277"/>
                  </a:lnTo>
                  <a:lnTo>
                    <a:pt x="141482" y="360423"/>
                  </a:lnTo>
                  <a:lnTo>
                    <a:pt x="141170" y="360109"/>
                  </a:lnTo>
                  <a:lnTo>
                    <a:pt x="141275" y="360543"/>
                  </a:lnTo>
                  <a:lnTo>
                    <a:pt x="141263" y="360743"/>
                  </a:lnTo>
                  <a:lnTo>
                    <a:pt x="140971" y="360957"/>
                  </a:lnTo>
                  <a:lnTo>
                    <a:pt x="140411" y="360854"/>
                  </a:lnTo>
                  <a:lnTo>
                    <a:pt x="139900" y="360863"/>
                  </a:lnTo>
                  <a:lnTo>
                    <a:pt x="139384" y="360913"/>
                  </a:lnTo>
                  <a:lnTo>
                    <a:pt x="139341" y="360289"/>
                  </a:lnTo>
                  <a:lnTo>
                    <a:pt x="138835" y="360335"/>
                  </a:lnTo>
                  <a:lnTo>
                    <a:pt x="137509" y="360343"/>
                  </a:lnTo>
                  <a:lnTo>
                    <a:pt x="136894" y="360449"/>
                  </a:lnTo>
                  <a:lnTo>
                    <a:pt x="136812" y="360705"/>
                  </a:lnTo>
                  <a:lnTo>
                    <a:pt x="136765" y="361015"/>
                  </a:lnTo>
                  <a:lnTo>
                    <a:pt x="135548" y="361617"/>
                  </a:lnTo>
                  <a:lnTo>
                    <a:pt x="135043" y="361828"/>
                  </a:lnTo>
                  <a:lnTo>
                    <a:pt x="134912" y="361761"/>
                  </a:lnTo>
                  <a:lnTo>
                    <a:pt x="134771" y="361939"/>
                  </a:lnTo>
                  <a:lnTo>
                    <a:pt x="134886" y="362145"/>
                  </a:lnTo>
                  <a:lnTo>
                    <a:pt x="135029" y="362401"/>
                  </a:lnTo>
                  <a:lnTo>
                    <a:pt x="133794" y="363059"/>
                  </a:lnTo>
                  <a:lnTo>
                    <a:pt x="133586" y="363167"/>
                  </a:lnTo>
                  <a:lnTo>
                    <a:pt x="134103" y="363537"/>
                  </a:lnTo>
                  <a:lnTo>
                    <a:pt x="134038" y="363908"/>
                  </a:lnTo>
                  <a:lnTo>
                    <a:pt x="133840" y="364053"/>
                  </a:lnTo>
                  <a:lnTo>
                    <a:pt x="133551" y="363906"/>
                  </a:lnTo>
                  <a:lnTo>
                    <a:pt x="133145" y="363357"/>
                  </a:lnTo>
                  <a:lnTo>
                    <a:pt x="132960" y="363576"/>
                  </a:lnTo>
                  <a:lnTo>
                    <a:pt x="132124" y="364589"/>
                  </a:lnTo>
                  <a:lnTo>
                    <a:pt x="131588" y="364478"/>
                  </a:lnTo>
                  <a:lnTo>
                    <a:pt x="131433" y="364349"/>
                  </a:lnTo>
                  <a:lnTo>
                    <a:pt x="131490" y="364626"/>
                  </a:lnTo>
                  <a:lnTo>
                    <a:pt x="132004" y="364955"/>
                  </a:lnTo>
                  <a:lnTo>
                    <a:pt x="131997" y="365199"/>
                  </a:lnTo>
                  <a:lnTo>
                    <a:pt x="131860" y="365363"/>
                  </a:lnTo>
                  <a:lnTo>
                    <a:pt x="131201" y="366012"/>
                  </a:lnTo>
                  <a:lnTo>
                    <a:pt x="131137" y="366388"/>
                  </a:lnTo>
                  <a:lnTo>
                    <a:pt x="131290" y="366572"/>
                  </a:lnTo>
                  <a:lnTo>
                    <a:pt x="131059" y="366721"/>
                  </a:lnTo>
                  <a:lnTo>
                    <a:pt x="130854" y="366781"/>
                  </a:lnTo>
                  <a:lnTo>
                    <a:pt x="130643" y="366576"/>
                  </a:lnTo>
                  <a:lnTo>
                    <a:pt x="130501" y="366608"/>
                  </a:lnTo>
                  <a:lnTo>
                    <a:pt x="129855" y="367315"/>
                  </a:lnTo>
                  <a:lnTo>
                    <a:pt x="129659" y="367320"/>
                  </a:lnTo>
                  <a:lnTo>
                    <a:pt x="129643" y="367166"/>
                  </a:lnTo>
                  <a:lnTo>
                    <a:pt x="129437" y="367080"/>
                  </a:lnTo>
                  <a:lnTo>
                    <a:pt x="129229" y="367130"/>
                  </a:lnTo>
                  <a:lnTo>
                    <a:pt x="128911" y="367253"/>
                  </a:lnTo>
                  <a:lnTo>
                    <a:pt x="128652" y="367426"/>
                  </a:lnTo>
                  <a:lnTo>
                    <a:pt x="128161" y="367727"/>
                  </a:lnTo>
                  <a:lnTo>
                    <a:pt x="127846" y="367876"/>
                  </a:lnTo>
                  <a:lnTo>
                    <a:pt x="127647" y="368024"/>
                  </a:lnTo>
                  <a:lnTo>
                    <a:pt x="127110" y="368708"/>
                  </a:lnTo>
                  <a:lnTo>
                    <a:pt x="126400" y="368903"/>
                  </a:lnTo>
                  <a:lnTo>
                    <a:pt x="126256" y="369056"/>
                  </a:lnTo>
                  <a:lnTo>
                    <a:pt x="126160" y="369239"/>
                  </a:lnTo>
                  <a:lnTo>
                    <a:pt x="126444" y="369888"/>
                  </a:lnTo>
                  <a:lnTo>
                    <a:pt x="126296" y="370243"/>
                  </a:lnTo>
                  <a:lnTo>
                    <a:pt x="126181" y="370468"/>
                  </a:lnTo>
                  <a:lnTo>
                    <a:pt x="126035" y="370755"/>
                  </a:lnTo>
                  <a:lnTo>
                    <a:pt x="125479" y="370656"/>
                  </a:lnTo>
                  <a:lnTo>
                    <a:pt x="125424" y="370778"/>
                  </a:lnTo>
                  <a:lnTo>
                    <a:pt x="125842" y="370819"/>
                  </a:lnTo>
                  <a:lnTo>
                    <a:pt x="125987" y="370851"/>
                  </a:lnTo>
                  <a:lnTo>
                    <a:pt x="126294" y="371003"/>
                  </a:lnTo>
                  <a:lnTo>
                    <a:pt x="126227" y="371429"/>
                  </a:lnTo>
                  <a:lnTo>
                    <a:pt x="126442" y="371487"/>
                  </a:lnTo>
                  <a:lnTo>
                    <a:pt x="127135" y="371598"/>
                  </a:lnTo>
                  <a:lnTo>
                    <a:pt x="127290" y="371659"/>
                  </a:lnTo>
                  <a:lnTo>
                    <a:pt x="127646" y="371670"/>
                  </a:lnTo>
                  <a:lnTo>
                    <a:pt x="127989" y="371838"/>
                  </a:lnTo>
                  <a:lnTo>
                    <a:pt x="128230" y="371928"/>
                  </a:lnTo>
                  <a:lnTo>
                    <a:pt x="127739" y="371795"/>
                  </a:lnTo>
                  <a:lnTo>
                    <a:pt x="127263" y="371852"/>
                  </a:lnTo>
                  <a:lnTo>
                    <a:pt x="127005" y="371954"/>
                  </a:lnTo>
                  <a:lnTo>
                    <a:pt x="126862" y="372011"/>
                  </a:lnTo>
                  <a:lnTo>
                    <a:pt x="126510" y="372099"/>
                  </a:lnTo>
                  <a:lnTo>
                    <a:pt x="126317" y="372159"/>
                  </a:lnTo>
                  <a:lnTo>
                    <a:pt x="126110" y="372625"/>
                  </a:lnTo>
                  <a:lnTo>
                    <a:pt x="125770" y="372705"/>
                  </a:lnTo>
                  <a:lnTo>
                    <a:pt x="125200" y="373172"/>
                  </a:lnTo>
                  <a:lnTo>
                    <a:pt x="124976" y="373055"/>
                  </a:lnTo>
                  <a:lnTo>
                    <a:pt x="125037" y="373612"/>
                  </a:lnTo>
                  <a:lnTo>
                    <a:pt x="124827" y="373630"/>
                  </a:lnTo>
                  <a:lnTo>
                    <a:pt x="124451" y="373533"/>
                  </a:lnTo>
                  <a:lnTo>
                    <a:pt x="124061" y="373683"/>
                  </a:lnTo>
                  <a:lnTo>
                    <a:pt x="123833" y="373605"/>
                  </a:lnTo>
                  <a:lnTo>
                    <a:pt x="123388" y="373213"/>
                  </a:lnTo>
                  <a:lnTo>
                    <a:pt x="123207" y="373199"/>
                  </a:lnTo>
                  <a:lnTo>
                    <a:pt x="123148" y="373342"/>
                  </a:lnTo>
                  <a:lnTo>
                    <a:pt x="123329" y="374025"/>
                  </a:lnTo>
                  <a:lnTo>
                    <a:pt x="123432" y="374370"/>
                  </a:lnTo>
                  <a:lnTo>
                    <a:pt x="123965" y="374891"/>
                  </a:lnTo>
                  <a:lnTo>
                    <a:pt x="124128" y="375083"/>
                  </a:lnTo>
                  <a:lnTo>
                    <a:pt x="124276" y="375281"/>
                  </a:lnTo>
                  <a:lnTo>
                    <a:pt x="123998" y="375685"/>
                  </a:lnTo>
                  <a:lnTo>
                    <a:pt x="123749" y="375584"/>
                  </a:lnTo>
                  <a:lnTo>
                    <a:pt x="123611" y="375555"/>
                  </a:lnTo>
                  <a:lnTo>
                    <a:pt x="123471" y="375526"/>
                  </a:lnTo>
                  <a:lnTo>
                    <a:pt x="123037" y="375291"/>
                  </a:lnTo>
                  <a:lnTo>
                    <a:pt x="122797" y="375178"/>
                  </a:lnTo>
                  <a:lnTo>
                    <a:pt x="122468" y="375101"/>
                  </a:lnTo>
                  <a:lnTo>
                    <a:pt x="122003" y="375253"/>
                  </a:lnTo>
                  <a:lnTo>
                    <a:pt x="121521" y="375476"/>
                  </a:lnTo>
                  <a:lnTo>
                    <a:pt x="121120" y="375706"/>
                  </a:lnTo>
                  <a:lnTo>
                    <a:pt x="120682" y="376584"/>
                  </a:lnTo>
                  <a:lnTo>
                    <a:pt x="120617" y="376890"/>
                  </a:lnTo>
                  <a:lnTo>
                    <a:pt x="120437" y="377160"/>
                  </a:lnTo>
                  <a:lnTo>
                    <a:pt x="120099" y="376965"/>
                  </a:lnTo>
                  <a:lnTo>
                    <a:pt x="119823" y="376811"/>
                  </a:lnTo>
                  <a:lnTo>
                    <a:pt x="119468" y="376633"/>
                  </a:lnTo>
                  <a:lnTo>
                    <a:pt x="119158" y="376263"/>
                  </a:lnTo>
                  <a:lnTo>
                    <a:pt x="118880" y="376050"/>
                  </a:lnTo>
                  <a:lnTo>
                    <a:pt x="118538" y="375977"/>
                  </a:lnTo>
                  <a:lnTo>
                    <a:pt x="118314" y="375983"/>
                  </a:lnTo>
                  <a:lnTo>
                    <a:pt x="117963" y="376227"/>
                  </a:lnTo>
                  <a:lnTo>
                    <a:pt x="118238" y="376780"/>
                  </a:lnTo>
                  <a:lnTo>
                    <a:pt x="118521" y="376765"/>
                  </a:lnTo>
                  <a:lnTo>
                    <a:pt x="118633" y="377095"/>
                  </a:lnTo>
                  <a:lnTo>
                    <a:pt x="118854" y="377499"/>
                  </a:lnTo>
                  <a:lnTo>
                    <a:pt x="118921" y="377702"/>
                  </a:lnTo>
                  <a:lnTo>
                    <a:pt x="118613" y="377831"/>
                  </a:lnTo>
                  <a:lnTo>
                    <a:pt x="118552" y="377654"/>
                  </a:lnTo>
                  <a:lnTo>
                    <a:pt x="118369" y="377288"/>
                  </a:lnTo>
                  <a:lnTo>
                    <a:pt x="117985" y="377196"/>
                  </a:lnTo>
                  <a:lnTo>
                    <a:pt x="117568" y="377322"/>
                  </a:lnTo>
                  <a:lnTo>
                    <a:pt x="117345" y="377272"/>
                  </a:lnTo>
                  <a:lnTo>
                    <a:pt x="116839" y="376998"/>
                  </a:lnTo>
                  <a:lnTo>
                    <a:pt x="116428" y="376874"/>
                  </a:lnTo>
                  <a:lnTo>
                    <a:pt x="116033" y="376755"/>
                  </a:lnTo>
                  <a:lnTo>
                    <a:pt x="115696" y="376742"/>
                  </a:lnTo>
                  <a:lnTo>
                    <a:pt x="115882" y="377165"/>
                  </a:lnTo>
                  <a:lnTo>
                    <a:pt x="115991" y="377373"/>
                  </a:lnTo>
                  <a:lnTo>
                    <a:pt x="116288" y="377637"/>
                  </a:lnTo>
                  <a:lnTo>
                    <a:pt x="116593" y="377898"/>
                  </a:lnTo>
                  <a:lnTo>
                    <a:pt x="116772" y="378006"/>
                  </a:lnTo>
                  <a:lnTo>
                    <a:pt x="117083" y="378195"/>
                  </a:lnTo>
                  <a:lnTo>
                    <a:pt x="117818" y="378763"/>
                  </a:lnTo>
                  <a:lnTo>
                    <a:pt x="117763" y="379066"/>
                  </a:lnTo>
                  <a:lnTo>
                    <a:pt x="117849" y="379684"/>
                  </a:lnTo>
                  <a:lnTo>
                    <a:pt x="117942" y="380021"/>
                  </a:lnTo>
                  <a:lnTo>
                    <a:pt x="117783" y="380176"/>
                  </a:lnTo>
                  <a:lnTo>
                    <a:pt x="117464" y="380453"/>
                  </a:lnTo>
                  <a:lnTo>
                    <a:pt x="117041" y="380727"/>
                  </a:lnTo>
                  <a:lnTo>
                    <a:pt x="116620" y="381038"/>
                  </a:lnTo>
                  <a:lnTo>
                    <a:pt x="116491" y="381092"/>
                  </a:lnTo>
                  <a:lnTo>
                    <a:pt x="116065" y="380885"/>
                  </a:lnTo>
                  <a:lnTo>
                    <a:pt x="115730" y="380799"/>
                  </a:lnTo>
                  <a:lnTo>
                    <a:pt x="115359" y="380584"/>
                  </a:lnTo>
                  <a:lnTo>
                    <a:pt x="115660" y="380177"/>
                  </a:lnTo>
                  <a:lnTo>
                    <a:pt x="115011" y="379871"/>
                  </a:lnTo>
                  <a:lnTo>
                    <a:pt x="114683" y="379656"/>
                  </a:lnTo>
                  <a:lnTo>
                    <a:pt x="114359" y="379305"/>
                  </a:lnTo>
                  <a:lnTo>
                    <a:pt x="114182" y="378494"/>
                  </a:lnTo>
                  <a:lnTo>
                    <a:pt x="114046" y="378324"/>
                  </a:lnTo>
                  <a:lnTo>
                    <a:pt x="113590" y="377563"/>
                  </a:lnTo>
                  <a:lnTo>
                    <a:pt x="113375" y="377476"/>
                  </a:lnTo>
                  <a:lnTo>
                    <a:pt x="112887" y="377225"/>
                  </a:lnTo>
                  <a:lnTo>
                    <a:pt x="112502" y="377269"/>
                  </a:lnTo>
                  <a:lnTo>
                    <a:pt x="112016" y="377241"/>
                  </a:lnTo>
                  <a:lnTo>
                    <a:pt x="111604" y="376967"/>
                  </a:lnTo>
                  <a:lnTo>
                    <a:pt x="111465" y="376949"/>
                  </a:lnTo>
                  <a:lnTo>
                    <a:pt x="111162" y="377388"/>
                  </a:lnTo>
                  <a:lnTo>
                    <a:pt x="111651" y="377209"/>
                  </a:lnTo>
                  <a:lnTo>
                    <a:pt x="111914" y="377506"/>
                  </a:lnTo>
                  <a:lnTo>
                    <a:pt x="112124" y="377822"/>
                  </a:lnTo>
                  <a:lnTo>
                    <a:pt x="112220" y="377967"/>
                  </a:lnTo>
                  <a:lnTo>
                    <a:pt x="111780" y="378328"/>
                  </a:lnTo>
                  <a:lnTo>
                    <a:pt x="111486" y="378476"/>
                  </a:lnTo>
                  <a:lnTo>
                    <a:pt x="111195" y="378473"/>
                  </a:lnTo>
                  <a:lnTo>
                    <a:pt x="111008" y="378471"/>
                  </a:lnTo>
                  <a:lnTo>
                    <a:pt x="110731" y="378228"/>
                  </a:lnTo>
                  <a:lnTo>
                    <a:pt x="110752" y="377885"/>
                  </a:lnTo>
                  <a:lnTo>
                    <a:pt x="110202" y="377733"/>
                  </a:lnTo>
                  <a:lnTo>
                    <a:pt x="109650" y="377841"/>
                  </a:lnTo>
                  <a:lnTo>
                    <a:pt x="109363" y="377964"/>
                  </a:lnTo>
                  <a:lnTo>
                    <a:pt x="108978" y="377830"/>
                  </a:lnTo>
                  <a:lnTo>
                    <a:pt x="108685" y="377898"/>
                  </a:lnTo>
                  <a:lnTo>
                    <a:pt x="108066" y="378528"/>
                  </a:lnTo>
                  <a:lnTo>
                    <a:pt x="108249" y="378556"/>
                  </a:lnTo>
                  <a:lnTo>
                    <a:pt x="108624" y="378592"/>
                  </a:lnTo>
                  <a:lnTo>
                    <a:pt x="108882" y="378790"/>
                  </a:lnTo>
                  <a:lnTo>
                    <a:pt x="108828" y="379010"/>
                  </a:lnTo>
                  <a:lnTo>
                    <a:pt x="108816" y="379231"/>
                  </a:lnTo>
                  <a:lnTo>
                    <a:pt x="109016" y="379466"/>
                  </a:lnTo>
                  <a:lnTo>
                    <a:pt x="108743" y="379815"/>
                  </a:lnTo>
                  <a:lnTo>
                    <a:pt x="108464" y="380064"/>
                  </a:lnTo>
                  <a:lnTo>
                    <a:pt x="108197" y="380256"/>
                  </a:lnTo>
                  <a:lnTo>
                    <a:pt x="108031" y="380130"/>
                  </a:lnTo>
                  <a:lnTo>
                    <a:pt x="107593" y="380308"/>
                  </a:lnTo>
                  <a:lnTo>
                    <a:pt x="107463" y="380442"/>
                  </a:lnTo>
                  <a:lnTo>
                    <a:pt x="107296" y="380614"/>
                  </a:lnTo>
                  <a:lnTo>
                    <a:pt x="106937" y="380788"/>
                  </a:lnTo>
                  <a:lnTo>
                    <a:pt x="107037" y="381089"/>
                  </a:lnTo>
                  <a:lnTo>
                    <a:pt x="107140" y="381400"/>
                  </a:lnTo>
                  <a:lnTo>
                    <a:pt x="106825" y="381626"/>
                  </a:lnTo>
                  <a:lnTo>
                    <a:pt x="107185" y="381689"/>
                  </a:lnTo>
                  <a:lnTo>
                    <a:pt x="107472" y="381468"/>
                  </a:lnTo>
                  <a:lnTo>
                    <a:pt x="107603" y="381370"/>
                  </a:lnTo>
                  <a:lnTo>
                    <a:pt x="108145" y="381110"/>
                  </a:lnTo>
                  <a:lnTo>
                    <a:pt x="108324" y="381227"/>
                  </a:lnTo>
                  <a:lnTo>
                    <a:pt x="108179" y="381634"/>
                  </a:lnTo>
                  <a:lnTo>
                    <a:pt x="108793" y="381604"/>
                  </a:lnTo>
                  <a:lnTo>
                    <a:pt x="109090" y="381515"/>
                  </a:lnTo>
                  <a:lnTo>
                    <a:pt x="109375" y="381678"/>
                  </a:lnTo>
                  <a:lnTo>
                    <a:pt x="109648" y="381788"/>
                  </a:lnTo>
                  <a:lnTo>
                    <a:pt x="109995" y="381904"/>
                  </a:lnTo>
                  <a:lnTo>
                    <a:pt x="110236" y="381984"/>
                  </a:lnTo>
                  <a:lnTo>
                    <a:pt x="110985" y="382357"/>
                  </a:lnTo>
                  <a:lnTo>
                    <a:pt x="110593" y="383527"/>
                  </a:lnTo>
                  <a:lnTo>
                    <a:pt x="110636" y="383836"/>
                  </a:lnTo>
                  <a:lnTo>
                    <a:pt x="110467" y="384144"/>
                  </a:lnTo>
                  <a:lnTo>
                    <a:pt x="109921" y="384379"/>
                  </a:lnTo>
                  <a:lnTo>
                    <a:pt x="109775" y="384169"/>
                  </a:lnTo>
                  <a:lnTo>
                    <a:pt x="109510" y="384008"/>
                  </a:lnTo>
                  <a:lnTo>
                    <a:pt x="109098" y="384538"/>
                  </a:lnTo>
                  <a:lnTo>
                    <a:pt x="108588" y="384677"/>
                  </a:lnTo>
                  <a:lnTo>
                    <a:pt x="108229" y="384593"/>
                  </a:lnTo>
                  <a:lnTo>
                    <a:pt x="107627" y="384545"/>
                  </a:lnTo>
                  <a:lnTo>
                    <a:pt x="107237" y="384551"/>
                  </a:lnTo>
                  <a:lnTo>
                    <a:pt x="106868" y="384389"/>
                  </a:lnTo>
                  <a:lnTo>
                    <a:pt x="106464" y="384159"/>
                  </a:lnTo>
                  <a:lnTo>
                    <a:pt x="106140" y="384085"/>
                  </a:lnTo>
                  <a:lnTo>
                    <a:pt x="105962" y="384044"/>
                  </a:lnTo>
                  <a:lnTo>
                    <a:pt x="105656" y="383979"/>
                  </a:lnTo>
                  <a:lnTo>
                    <a:pt x="104934" y="384071"/>
                  </a:lnTo>
                  <a:lnTo>
                    <a:pt x="104796" y="384300"/>
                  </a:lnTo>
                  <a:lnTo>
                    <a:pt x="104751" y="384449"/>
                  </a:lnTo>
                  <a:lnTo>
                    <a:pt x="104174" y="385027"/>
                  </a:lnTo>
                  <a:lnTo>
                    <a:pt x="103996" y="385059"/>
                  </a:lnTo>
                  <a:lnTo>
                    <a:pt x="103782" y="385132"/>
                  </a:lnTo>
                  <a:lnTo>
                    <a:pt x="103418" y="385776"/>
                  </a:lnTo>
                  <a:lnTo>
                    <a:pt x="103073" y="386233"/>
                  </a:lnTo>
                  <a:lnTo>
                    <a:pt x="102884" y="386265"/>
                  </a:lnTo>
                  <a:lnTo>
                    <a:pt x="102354" y="386282"/>
                  </a:lnTo>
                  <a:lnTo>
                    <a:pt x="101858" y="386386"/>
                  </a:lnTo>
                  <a:lnTo>
                    <a:pt x="101532" y="386551"/>
                  </a:lnTo>
                  <a:lnTo>
                    <a:pt x="100691" y="386634"/>
                  </a:lnTo>
                  <a:lnTo>
                    <a:pt x="100448" y="386520"/>
                  </a:lnTo>
                  <a:lnTo>
                    <a:pt x="99717" y="386602"/>
                  </a:lnTo>
                  <a:lnTo>
                    <a:pt x="99214" y="386767"/>
                  </a:lnTo>
                  <a:lnTo>
                    <a:pt x="98747" y="386711"/>
                  </a:lnTo>
                  <a:lnTo>
                    <a:pt x="98211" y="386612"/>
                  </a:lnTo>
                  <a:lnTo>
                    <a:pt x="98022" y="386558"/>
                  </a:lnTo>
                  <a:lnTo>
                    <a:pt x="97680" y="386436"/>
                  </a:lnTo>
                  <a:lnTo>
                    <a:pt x="97158" y="386249"/>
                  </a:lnTo>
                  <a:lnTo>
                    <a:pt x="96705" y="386255"/>
                  </a:lnTo>
                  <a:lnTo>
                    <a:pt x="96227" y="386380"/>
                  </a:lnTo>
                  <a:lnTo>
                    <a:pt x="96025" y="386433"/>
                  </a:lnTo>
                  <a:lnTo>
                    <a:pt x="95518" y="387282"/>
                  </a:lnTo>
                  <a:lnTo>
                    <a:pt x="95267" y="387643"/>
                  </a:lnTo>
                  <a:lnTo>
                    <a:pt x="94927" y="387639"/>
                  </a:lnTo>
                  <a:lnTo>
                    <a:pt x="94262" y="387533"/>
                  </a:lnTo>
                  <a:lnTo>
                    <a:pt x="93927" y="387646"/>
                  </a:lnTo>
                  <a:lnTo>
                    <a:pt x="93483" y="387743"/>
                  </a:lnTo>
                  <a:lnTo>
                    <a:pt x="93112" y="387224"/>
                  </a:lnTo>
                  <a:lnTo>
                    <a:pt x="92970" y="387173"/>
                  </a:lnTo>
                  <a:lnTo>
                    <a:pt x="92727" y="387155"/>
                  </a:lnTo>
                  <a:lnTo>
                    <a:pt x="92437" y="387133"/>
                  </a:lnTo>
                  <a:lnTo>
                    <a:pt x="92051" y="387326"/>
                  </a:lnTo>
                  <a:lnTo>
                    <a:pt x="91822" y="387784"/>
                  </a:lnTo>
                  <a:lnTo>
                    <a:pt x="91716" y="388135"/>
                  </a:lnTo>
                  <a:lnTo>
                    <a:pt x="91819" y="388458"/>
                  </a:lnTo>
                  <a:lnTo>
                    <a:pt x="91996" y="388107"/>
                  </a:lnTo>
                  <a:lnTo>
                    <a:pt x="92161" y="387971"/>
                  </a:lnTo>
                  <a:lnTo>
                    <a:pt x="92519" y="387790"/>
                  </a:lnTo>
                  <a:lnTo>
                    <a:pt x="93027" y="387724"/>
                  </a:lnTo>
                  <a:lnTo>
                    <a:pt x="92929" y="387920"/>
                  </a:lnTo>
                  <a:lnTo>
                    <a:pt x="92462" y="388666"/>
                  </a:lnTo>
                  <a:lnTo>
                    <a:pt x="92140" y="388910"/>
                  </a:lnTo>
                  <a:lnTo>
                    <a:pt x="91906" y="389005"/>
                  </a:lnTo>
                  <a:lnTo>
                    <a:pt x="91718" y="389169"/>
                  </a:lnTo>
                  <a:lnTo>
                    <a:pt x="91634" y="389456"/>
                  </a:lnTo>
                  <a:lnTo>
                    <a:pt x="91611" y="389727"/>
                  </a:lnTo>
                  <a:lnTo>
                    <a:pt x="91504" y="389990"/>
                  </a:lnTo>
                  <a:lnTo>
                    <a:pt x="91315" y="390210"/>
                  </a:lnTo>
                  <a:lnTo>
                    <a:pt x="90798" y="390744"/>
                  </a:lnTo>
                  <a:lnTo>
                    <a:pt x="90369" y="390779"/>
                  </a:lnTo>
                  <a:lnTo>
                    <a:pt x="90182" y="390763"/>
                  </a:lnTo>
                  <a:lnTo>
                    <a:pt x="89778" y="390728"/>
                  </a:lnTo>
                  <a:lnTo>
                    <a:pt x="89451" y="390673"/>
                  </a:lnTo>
                  <a:lnTo>
                    <a:pt x="89002" y="390662"/>
                  </a:lnTo>
                  <a:lnTo>
                    <a:pt x="88526" y="390494"/>
                  </a:lnTo>
                  <a:lnTo>
                    <a:pt x="88507" y="390343"/>
                  </a:lnTo>
                  <a:lnTo>
                    <a:pt x="88510" y="390174"/>
                  </a:lnTo>
                  <a:lnTo>
                    <a:pt x="88481" y="389775"/>
                  </a:lnTo>
                  <a:lnTo>
                    <a:pt x="87652" y="388201"/>
                  </a:lnTo>
                  <a:lnTo>
                    <a:pt x="87960" y="388065"/>
                  </a:lnTo>
                  <a:lnTo>
                    <a:pt x="88810" y="387941"/>
                  </a:lnTo>
                  <a:lnTo>
                    <a:pt x="88879" y="387812"/>
                  </a:lnTo>
                  <a:lnTo>
                    <a:pt x="88281" y="387608"/>
                  </a:lnTo>
                  <a:lnTo>
                    <a:pt x="88303" y="387219"/>
                  </a:lnTo>
                  <a:lnTo>
                    <a:pt x="88589" y="386998"/>
                  </a:lnTo>
                  <a:lnTo>
                    <a:pt x="88334" y="386738"/>
                  </a:lnTo>
                  <a:lnTo>
                    <a:pt x="88258" y="386867"/>
                  </a:lnTo>
                  <a:lnTo>
                    <a:pt x="88042" y="386779"/>
                  </a:lnTo>
                  <a:lnTo>
                    <a:pt x="87693" y="386472"/>
                  </a:lnTo>
                  <a:lnTo>
                    <a:pt x="87742" y="386155"/>
                  </a:lnTo>
                  <a:lnTo>
                    <a:pt x="87737" y="385960"/>
                  </a:lnTo>
                  <a:lnTo>
                    <a:pt x="87733" y="385812"/>
                  </a:lnTo>
                  <a:lnTo>
                    <a:pt x="87519" y="385349"/>
                  </a:lnTo>
                  <a:lnTo>
                    <a:pt x="87455" y="385069"/>
                  </a:lnTo>
                  <a:lnTo>
                    <a:pt x="87581" y="384744"/>
                  </a:lnTo>
                  <a:lnTo>
                    <a:pt x="88079" y="383989"/>
                  </a:lnTo>
                  <a:lnTo>
                    <a:pt x="88050" y="383833"/>
                  </a:lnTo>
                  <a:lnTo>
                    <a:pt x="88028" y="383586"/>
                  </a:lnTo>
                  <a:lnTo>
                    <a:pt x="87948" y="383377"/>
                  </a:lnTo>
                  <a:lnTo>
                    <a:pt x="87098" y="383272"/>
                  </a:lnTo>
                  <a:lnTo>
                    <a:pt x="86743" y="383082"/>
                  </a:lnTo>
                  <a:lnTo>
                    <a:pt x="86701" y="382415"/>
                  </a:lnTo>
                  <a:lnTo>
                    <a:pt x="86765" y="382215"/>
                  </a:lnTo>
                  <a:lnTo>
                    <a:pt x="86925" y="381900"/>
                  </a:lnTo>
                  <a:lnTo>
                    <a:pt x="87161" y="381604"/>
                  </a:lnTo>
                  <a:lnTo>
                    <a:pt x="87300" y="381554"/>
                  </a:lnTo>
                  <a:lnTo>
                    <a:pt x="87456" y="381499"/>
                  </a:lnTo>
                  <a:lnTo>
                    <a:pt x="87654" y="381430"/>
                  </a:lnTo>
                  <a:lnTo>
                    <a:pt x="88021" y="381353"/>
                  </a:lnTo>
                  <a:lnTo>
                    <a:pt x="88077" y="380902"/>
                  </a:lnTo>
                  <a:lnTo>
                    <a:pt x="88789" y="380619"/>
                  </a:lnTo>
                  <a:lnTo>
                    <a:pt x="89205" y="380719"/>
                  </a:lnTo>
                  <a:lnTo>
                    <a:pt x="89829" y="380696"/>
                  </a:lnTo>
                  <a:lnTo>
                    <a:pt x="90007" y="380636"/>
                  </a:lnTo>
                  <a:lnTo>
                    <a:pt x="90144" y="380654"/>
                  </a:lnTo>
                  <a:lnTo>
                    <a:pt x="90435" y="380790"/>
                  </a:lnTo>
                  <a:lnTo>
                    <a:pt x="90594" y="380920"/>
                  </a:lnTo>
                  <a:lnTo>
                    <a:pt x="90734" y="381034"/>
                  </a:lnTo>
                  <a:lnTo>
                    <a:pt x="91092" y="381497"/>
                  </a:lnTo>
                  <a:lnTo>
                    <a:pt x="91266" y="381537"/>
                  </a:lnTo>
                  <a:lnTo>
                    <a:pt x="91600" y="381555"/>
                  </a:lnTo>
                  <a:lnTo>
                    <a:pt x="92022" y="381436"/>
                  </a:lnTo>
                  <a:lnTo>
                    <a:pt x="92227" y="380779"/>
                  </a:lnTo>
                  <a:lnTo>
                    <a:pt x="92436" y="380641"/>
                  </a:lnTo>
                  <a:lnTo>
                    <a:pt x="92592" y="380556"/>
                  </a:lnTo>
                  <a:lnTo>
                    <a:pt x="92732" y="380594"/>
                  </a:lnTo>
                  <a:lnTo>
                    <a:pt x="93062" y="380594"/>
                  </a:lnTo>
                  <a:lnTo>
                    <a:pt x="93377" y="380556"/>
                  </a:lnTo>
                  <a:lnTo>
                    <a:pt x="93586" y="380426"/>
                  </a:lnTo>
                  <a:lnTo>
                    <a:pt x="93904" y="380123"/>
                  </a:lnTo>
                  <a:lnTo>
                    <a:pt x="94013" y="379961"/>
                  </a:lnTo>
                  <a:lnTo>
                    <a:pt x="94698" y="379866"/>
                  </a:lnTo>
                  <a:lnTo>
                    <a:pt x="95359" y="380080"/>
                  </a:lnTo>
                  <a:lnTo>
                    <a:pt x="95748" y="379975"/>
                  </a:lnTo>
                  <a:lnTo>
                    <a:pt x="95980" y="379892"/>
                  </a:lnTo>
                  <a:lnTo>
                    <a:pt x="96374" y="379711"/>
                  </a:lnTo>
                  <a:lnTo>
                    <a:pt x="96610" y="379506"/>
                  </a:lnTo>
                  <a:lnTo>
                    <a:pt x="96523" y="379181"/>
                  </a:lnTo>
                  <a:lnTo>
                    <a:pt x="96426" y="379011"/>
                  </a:lnTo>
                  <a:lnTo>
                    <a:pt x="96366" y="378737"/>
                  </a:lnTo>
                  <a:lnTo>
                    <a:pt x="96330" y="378481"/>
                  </a:lnTo>
                  <a:lnTo>
                    <a:pt x="96179" y="378488"/>
                  </a:lnTo>
                  <a:lnTo>
                    <a:pt x="95735" y="378552"/>
                  </a:lnTo>
                  <a:lnTo>
                    <a:pt x="95605" y="378473"/>
                  </a:lnTo>
                  <a:lnTo>
                    <a:pt x="95557" y="378302"/>
                  </a:lnTo>
                  <a:lnTo>
                    <a:pt x="95833" y="378053"/>
                  </a:lnTo>
                  <a:lnTo>
                    <a:pt x="96115" y="377764"/>
                  </a:lnTo>
                  <a:lnTo>
                    <a:pt x="96230" y="377480"/>
                  </a:lnTo>
                  <a:lnTo>
                    <a:pt x="96449" y="376906"/>
                  </a:lnTo>
                  <a:lnTo>
                    <a:pt x="96755" y="376674"/>
                  </a:lnTo>
                  <a:lnTo>
                    <a:pt x="97315" y="376699"/>
                  </a:lnTo>
                  <a:lnTo>
                    <a:pt x="97956" y="376044"/>
                  </a:lnTo>
                  <a:lnTo>
                    <a:pt x="98011" y="376316"/>
                  </a:lnTo>
                  <a:lnTo>
                    <a:pt x="98616" y="376808"/>
                  </a:lnTo>
                  <a:lnTo>
                    <a:pt x="98756" y="376870"/>
                  </a:lnTo>
                  <a:lnTo>
                    <a:pt x="99026" y="377452"/>
                  </a:lnTo>
                  <a:lnTo>
                    <a:pt x="99781" y="377599"/>
                  </a:lnTo>
                  <a:lnTo>
                    <a:pt x="100013" y="377553"/>
                  </a:lnTo>
                  <a:lnTo>
                    <a:pt x="100272" y="377450"/>
                  </a:lnTo>
                  <a:lnTo>
                    <a:pt x="100440" y="377415"/>
                  </a:lnTo>
                  <a:lnTo>
                    <a:pt x="100683" y="377383"/>
                  </a:lnTo>
                  <a:lnTo>
                    <a:pt x="101029" y="377413"/>
                  </a:lnTo>
                  <a:lnTo>
                    <a:pt x="101120" y="377818"/>
                  </a:lnTo>
                  <a:lnTo>
                    <a:pt x="101715" y="377651"/>
                  </a:lnTo>
                  <a:lnTo>
                    <a:pt x="101972" y="377578"/>
                  </a:lnTo>
                  <a:lnTo>
                    <a:pt x="102744" y="377286"/>
                  </a:lnTo>
                  <a:lnTo>
                    <a:pt x="103552" y="376680"/>
                  </a:lnTo>
                  <a:lnTo>
                    <a:pt x="104010" y="376375"/>
                  </a:lnTo>
                  <a:lnTo>
                    <a:pt x="104392" y="376177"/>
                  </a:lnTo>
                  <a:lnTo>
                    <a:pt x="104691" y="376022"/>
                  </a:lnTo>
                  <a:lnTo>
                    <a:pt x="104935" y="375922"/>
                  </a:lnTo>
                  <a:lnTo>
                    <a:pt x="105256" y="375902"/>
                  </a:lnTo>
                  <a:lnTo>
                    <a:pt x="105424" y="375874"/>
                  </a:lnTo>
                  <a:lnTo>
                    <a:pt x="105667" y="375833"/>
                  </a:lnTo>
                  <a:lnTo>
                    <a:pt x="105846" y="375802"/>
                  </a:lnTo>
                  <a:lnTo>
                    <a:pt x="106020" y="375773"/>
                  </a:lnTo>
                  <a:lnTo>
                    <a:pt x="106382" y="375589"/>
                  </a:lnTo>
                  <a:lnTo>
                    <a:pt x="106866" y="375357"/>
                  </a:lnTo>
                  <a:lnTo>
                    <a:pt x="107533" y="375350"/>
                  </a:lnTo>
                  <a:lnTo>
                    <a:pt x="107911" y="375181"/>
                  </a:lnTo>
                  <a:lnTo>
                    <a:pt x="107725" y="374871"/>
                  </a:lnTo>
                  <a:lnTo>
                    <a:pt x="108091" y="374746"/>
                  </a:lnTo>
                  <a:lnTo>
                    <a:pt x="108348" y="374584"/>
                  </a:lnTo>
                  <a:lnTo>
                    <a:pt x="108523" y="374474"/>
                  </a:lnTo>
                  <a:lnTo>
                    <a:pt x="108825" y="374830"/>
                  </a:lnTo>
                  <a:lnTo>
                    <a:pt x="109083" y="374647"/>
                  </a:lnTo>
                  <a:lnTo>
                    <a:pt x="109381" y="374333"/>
                  </a:lnTo>
                  <a:lnTo>
                    <a:pt x="109512" y="374153"/>
                  </a:lnTo>
                  <a:lnTo>
                    <a:pt x="109882" y="373693"/>
                  </a:lnTo>
                  <a:lnTo>
                    <a:pt x="109764" y="373174"/>
                  </a:lnTo>
                  <a:lnTo>
                    <a:pt x="109499" y="373089"/>
                  </a:lnTo>
                  <a:lnTo>
                    <a:pt x="109529" y="372880"/>
                  </a:lnTo>
                  <a:lnTo>
                    <a:pt x="109751" y="372798"/>
                  </a:lnTo>
                  <a:lnTo>
                    <a:pt x="109474" y="372447"/>
                  </a:lnTo>
                  <a:lnTo>
                    <a:pt x="109114" y="372310"/>
                  </a:lnTo>
                  <a:lnTo>
                    <a:pt x="108898" y="372102"/>
                  </a:lnTo>
                  <a:lnTo>
                    <a:pt x="108611" y="372049"/>
                  </a:lnTo>
                  <a:lnTo>
                    <a:pt x="108398" y="371823"/>
                  </a:lnTo>
                  <a:lnTo>
                    <a:pt x="108165" y="371576"/>
                  </a:lnTo>
                  <a:lnTo>
                    <a:pt x="108016" y="371313"/>
                  </a:lnTo>
                  <a:lnTo>
                    <a:pt x="107660" y="371319"/>
                  </a:lnTo>
                  <a:lnTo>
                    <a:pt x="107247" y="371109"/>
                  </a:lnTo>
                  <a:lnTo>
                    <a:pt x="106431" y="371225"/>
                  </a:lnTo>
                  <a:lnTo>
                    <a:pt x="106306" y="370801"/>
                  </a:lnTo>
                  <a:lnTo>
                    <a:pt x="106446" y="370758"/>
                  </a:lnTo>
                  <a:lnTo>
                    <a:pt x="106449" y="370573"/>
                  </a:lnTo>
                  <a:lnTo>
                    <a:pt x="106309" y="370237"/>
                  </a:lnTo>
                  <a:lnTo>
                    <a:pt x="105893" y="369983"/>
                  </a:lnTo>
                  <a:lnTo>
                    <a:pt x="105989" y="369799"/>
                  </a:lnTo>
                  <a:lnTo>
                    <a:pt x="106204" y="369640"/>
                  </a:lnTo>
                  <a:lnTo>
                    <a:pt x="106640" y="369687"/>
                  </a:lnTo>
                  <a:lnTo>
                    <a:pt x="106732" y="369240"/>
                  </a:lnTo>
                  <a:lnTo>
                    <a:pt x="106219" y="369228"/>
                  </a:lnTo>
                  <a:lnTo>
                    <a:pt x="106078" y="369153"/>
                  </a:lnTo>
                  <a:lnTo>
                    <a:pt x="106007" y="368932"/>
                  </a:lnTo>
                  <a:lnTo>
                    <a:pt x="106291" y="368716"/>
                  </a:lnTo>
                  <a:lnTo>
                    <a:pt x="106488" y="368752"/>
                  </a:lnTo>
                  <a:lnTo>
                    <a:pt x="106698" y="368635"/>
                  </a:lnTo>
                  <a:lnTo>
                    <a:pt x="106870" y="368632"/>
                  </a:lnTo>
                  <a:lnTo>
                    <a:pt x="107708" y="368806"/>
                  </a:lnTo>
                  <a:lnTo>
                    <a:pt x="107828" y="368613"/>
                  </a:lnTo>
                  <a:lnTo>
                    <a:pt x="107918" y="368242"/>
                  </a:lnTo>
                  <a:lnTo>
                    <a:pt x="107961" y="367991"/>
                  </a:lnTo>
                  <a:lnTo>
                    <a:pt x="107272" y="367826"/>
                  </a:lnTo>
                  <a:lnTo>
                    <a:pt x="107074" y="367684"/>
                  </a:lnTo>
                  <a:lnTo>
                    <a:pt x="106769" y="367258"/>
                  </a:lnTo>
                  <a:lnTo>
                    <a:pt x="106187" y="367360"/>
                  </a:lnTo>
                  <a:lnTo>
                    <a:pt x="106223" y="366642"/>
                  </a:lnTo>
                  <a:lnTo>
                    <a:pt x="106413" y="366661"/>
                  </a:lnTo>
                  <a:lnTo>
                    <a:pt x="106564" y="366676"/>
                  </a:lnTo>
                  <a:lnTo>
                    <a:pt x="107029" y="366677"/>
                  </a:lnTo>
                  <a:lnTo>
                    <a:pt x="107487" y="366261"/>
                  </a:lnTo>
                  <a:lnTo>
                    <a:pt x="107954" y="366501"/>
                  </a:lnTo>
                  <a:lnTo>
                    <a:pt x="108158" y="366517"/>
                  </a:lnTo>
                  <a:lnTo>
                    <a:pt x="108336" y="366551"/>
                  </a:lnTo>
                  <a:lnTo>
                    <a:pt x="108883" y="366657"/>
                  </a:lnTo>
                  <a:lnTo>
                    <a:pt x="109310" y="366566"/>
                  </a:lnTo>
                  <a:lnTo>
                    <a:pt x="109626" y="366355"/>
                  </a:lnTo>
                  <a:lnTo>
                    <a:pt x="109651" y="365682"/>
                  </a:lnTo>
                  <a:lnTo>
                    <a:pt x="109464" y="365342"/>
                  </a:lnTo>
                  <a:lnTo>
                    <a:pt x="109289" y="364972"/>
                  </a:lnTo>
                  <a:lnTo>
                    <a:pt x="109442" y="365118"/>
                  </a:lnTo>
                  <a:lnTo>
                    <a:pt x="109936" y="364885"/>
                  </a:lnTo>
                  <a:lnTo>
                    <a:pt x="110149" y="364785"/>
                  </a:lnTo>
                  <a:lnTo>
                    <a:pt x="110498" y="364975"/>
                  </a:lnTo>
                  <a:lnTo>
                    <a:pt x="110728" y="364960"/>
                  </a:lnTo>
                  <a:lnTo>
                    <a:pt x="110982" y="365197"/>
                  </a:lnTo>
                  <a:lnTo>
                    <a:pt x="111515" y="365217"/>
                  </a:lnTo>
                  <a:lnTo>
                    <a:pt x="111507" y="364891"/>
                  </a:lnTo>
                  <a:lnTo>
                    <a:pt x="111542" y="364663"/>
                  </a:lnTo>
                  <a:lnTo>
                    <a:pt x="111183" y="364672"/>
                  </a:lnTo>
                  <a:lnTo>
                    <a:pt x="110976" y="364634"/>
                  </a:lnTo>
                  <a:lnTo>
                    <a:pt x="111012" y="364486"/>
                  </a:lnTo>
                  <a:lnTo>
                    <a:pt x="111224" y="364425"/>
                  </a:lnTo>
                  <a:lnTo>
                    <a:pt x="111015" y="363980"/>
                  </a:lnTo>
                  <a:lnTo>
                    <a:pt x="110886" y="363382"/>
                  </a:lnTo>
                  <a:lnTo>
                    <a:pt x="111050" y="363142"/>
                  </a:lnTo>
                  <a:lnTo>
                    <a:pt x="111398" y="363231"/>
                  </a:lnTo>
                  <a:lnTo>
                    <a:pt x="111521" y="362954"/>
                  </a:lnTo>
                  <a:lnTo>
                    <a:pt x="111291" y="362953"/>
                  </a:lnTo>
                  <a:lnTo>
                    <a:pt x="111144" y="362812"/>
                  </a:lnTo>
                  <a:lnTo>
                    <a:pt x="111356" y="362414"/>
                  </a:lnTo>
                  <a:lnTo>
                    <a:pt x="111767" y="362081"/>
                  </a:lnTo>
                  <a:lnTo>
                    <a:pt x="112075" y="361818"/>
                  </a:lnTo>
                  <a:lnTo>
                    <a:pt x="112549" y="362131"/>
                  </a:lnTo>
                  <a:lnTo>
                    <a:pt x="113164" y="362324"/>
                  </a:lnTo>
                  <a:lnTo>
                    <a:pt x="114480" y="362505"/>
                  </a:lnTo>
                  <a:lnTo>
                    <a:pt x="114782" y="362473"/>
                  </a:lnTo>
                  <a:lnTo>
                    <a:pt x="115083" y="362342"/>
                  </a:lnTo>
                  <a:lnTo>
                    <a:pt x="115350" y="362277"/>
                  </a:lnTo>
                  <a:lnTo>
                    <a:pt x="115771" y="362199"/>
                  </a:lnTo>
                  <a:lnTo>
                    <a:pt x="115758" y="362385"/>
                  </a:lnTo>
                  <a:lnTo>
                    <a:pt x="116104" y="362458"/>
                  </a:lnTo>
                  <a:lnTo>
                    <a:pt x="116420" y="362328"/>
                  </a:lnTo>
                  <a:lnTo>
                    <a:pt x="116769" y="361944"/>
                  </a:lnTo>
                  <a:lnTo>
                    <a:pt x="117336" y="361491"/>
                  </a:lnTo>
                  <a:lnTo>
                    <a:pt x="117602" y="361500"/>
                  </a:lnTo>
                  <a:lnTo>
                    <a:pt x="117745" y="361496"/>
                  </a:lnTo>
                  <a:lnTo>
                    <a:pt x="117739" y="361228"/>
                  </a:lnTo>
                  <a:lnTo>
                    <a:pt x="117990" y="361294"/>
                  </a:lnTo>
                  <a:lnTo>
                    <a:pt x="117989" y="361460"/>
                  </a:lnTo>
                  <a:lnTo>
                    <a:pt x="118461" y="361155"/>
                  </a:lnTo>
                  <a:lnTo>
                    <a:pt x="118823" y="361097"/>
                  </a:lnTo>
                  <a:lnTo>
                    <a:pt x="118947" y="360995"/>
                  </a:lnTo>
                  <a:lnTo>
                    <a:pt x="118766" y="360974"/>
                  </a:lnTo>
                  <a:lnTo>
                    <a:pt x="118523" y="360946"/>
                  </a:lnTo>
                  <a:lnTo>
                    <a:pt x="117964" y="360941"/>
                  </a:lnTo>
                  <a:lnTo>
                    <a:pt x="117637" y="360939"/>
                  </a:lnTo>
                  <a:lnTo>
                    <a:pt x="117378" y="360977"/>
                  </a:lnTo>
                  <a:lnTo>
                    <a:pt x="116981" y="361076"/>
                  </a:lnTo>
                  <a:lnTo>
                    <a:pt x="116452" y="361245"/>
                  </a:lnTo>
                  <a:lnTo>
                    <a:pt x="116229" y="361381"/>
                  </a:lnTo>
                  <a:lnTo>
                    <a:pt x="115584" y="361674"/>
                  </a:lnTo>
                  <a:lnTo>
                    <a:pt x="115340" y="361756"/>
                  </a:lnTo>
                  <a:lnTo>
                    <a:pt x="114866" y="361809"/>
                  </a:lnTo>
                  <a:lnTo>
                    <a:pt x="114458" y="361777"/>
                  </a:lnTo>
                  <a:lnTo>
                    <a:pt x="114117" y="361751"/>
                  </a:lnTo>
                  <a:lnTo>
                    <a:pt x="113529" y="361762"/>
                  </a:lnTo>
                  <a:lnTo>
                    <a:pt x="113123" y="361833"/>
                  </a:lnTo>
                  <a:lnTo>
                    <a:pt x="112504" y="361779"/>
                  </a:lnTo>
                  <a:lnTo>
                    <a:pt x="112281" y="361679"/>
                  </a:lnTo>
                  <a:lnTo>
                    <a:pt x="111869" y="361462"/>
                  </a:lnTo>
                  <a:lnTo>
                    <a:pt x="111731" y="361424"/>
                  </a:lnTo>
                  <a:lnTo>
                    <a:pt x="111556" y="361375"/>
                  </a:lnTo>
                  <a:lnTo>
                    <a:pt x="111194" y="361182"/>
                  </a:lnTo>
                  <a:lnTo>
                    <a:pt x="111004" y="361069"/>
                  </a:lnTo>
                  <a:lnTo>
                    <a:pt x="110697" y="360889"/>
                  </a:lnTo>
                  <a:lnTo>
                    <a:pt x="110593" y="360719"/>
                  </a:lnTo>
                  <a:lnTo>
                    <a:pt x="110508" y="360924"/>
                  </a:lnTo>
                  <a:lnTo>
                    <a:pt x="110408" y="361318"/>
                  </a:lnTo>
                  <a:lnTo>
                    <a:pt x="110466" y="361470"/>
                  </a:lnTo>
                  <a:lnTo>
                    <a:pt x="110571" y="361663"/>
                  </a:lnTo>
                  <a:lnTo>
                    <a:pt x="110661" y="361829"/>
                  </a:lnTo>
                  <a:lnTo>
                    <a:pt x="110866" y="362202"/>
                  </a:lnTo>
                  <a:lnTo>
                    <a:pt x="110621" y="362637"/>
                  </a:lnTo>
                  <a:lnTo>
                    <a:pt x="110346" y="362871"/>
                  </a:lnTo>
                  <a:lnTo>
                    <a:pt x="109680" y="363085"/>
                  </a:lnTo>
                  <a:lnTo>
                    <a:pt x="109761" y="363316"/>
                  </a:lnTo>
                  <a:lnTo>
                    <a:pt x="109515" y="363372"/>
                  </a:lnTo>
                  <a:lnTo>
                    <a:pt x="109415" y="363041"/>
                  </a:lnTo>
                  <a:lnTo>
                    <a:pt x="109191" y="363082"/>
                  </a:lnTo>
                  <a:lnTo>
                    <a:pt x="108838" y="363195"/>
                  </a:lnTo>
                  <a:lnTo>
                    <a:pt x="108889" y="363331"/>
                  </a:lnTo>
                  <a:lnTo>
                    <a:pt x="108740" y="363389"/>
                  </a:lnTo>
                  <a:lnTo>
                    <a:pt x="108336" y="363493"/>
                  </a:lnTo>
                  <a:lnTo>
                    <a:pt x="107834" y="363532"/>
                  </a:lnTo>
                  <a:lnTo>
                    <a:pt x="107667" y="363524"/>
                  </a:lnTo>
                  <a:lnTo>
                    <a:pt x="107545" y="363968"/>
                  </a:lnTo>
                  <a:lnTo>
                    <a:pt x="107298" y="364129"/>
                  </a:lnTo>
                  <a:lnTo>
                    <a:pt x="106117" y="364284"/>
                  </a:lnTo>
                  <a:lnTo>
                    <a:pt x="105390" y="364379"/>
                  </a:lnTo>
                  <a:lnTo>
                    <a:pt x="105190" y="364405"/>
                  </a:lnTo>
                  <a:lnTo>
                    <a:pt x="105027" y="364224"/>
                  </a:lnTo>
                  <a:lnTo>
                    <a:pt x="104776" y="364362"/>
                  </a:lnTo>
                  <a:lnTo>
                    <a:pt x="104577" y="364611"/>
                  </a:lnTo>
                  <a:lnTo>
                    <a:pt x="104482" y="364792"/>
                  </a:lnTo>
                  <a:lnTo>
                    <a:pt x="104330" y="364638"/>
                  </a:lnTo>
                  <a:lnTo>
                    <a:pt x="104370" y="364174"/>
                  </a:lnTo>
                  <a:lnTo>
                    <a:pt x="104139" y="364017"/>
                  </a:lnTo>
                  <a:lnTo>
                    <a:pt x="103893" y="364021"/>
                  </a:lnTo>
                  <a:lnTo>
                    <a:pt x="103732" y="364049"/>
                  </a:lnTo>
                  <a:lnTo>
                    <a:pt x="103435" y="364099"/>
                  </a:lnTo>
                  <a:lnTo>
                    <a:pt x="103445" y="364481"/>
                  </a:lnTo>
                  <a:lnTo>
                    <a:pt x="103438" y="364735"/>
                  </a:lnTo>
                  <a:lnTo>
                    <a:pt x="103428" y="365111"/>
                  </a:lnTo>
                  <a:lnTo>
                    <a:pt x="103417" y="365558"/>
                  </a:lnTo>
                  <a:lnTo>
                    <a:pt x="102760" y="365606"/>
                  </a:lnTo>
                  <a:lnTo>
                    <a:pt x="102731" y="366076"/>
                  </a:lnTo>
                  <a:lnTo>
                    <a:pt x="102375" y="366076"/>
                  </a:lnTo>
                  <a:lnTo>
                    <a:pt x="102449" y="365544"/>
                  </a:lnTo>
                  <a:lnTo>
                    <a:pt x="101328" y="365395"/>
                  </a:lnTo>
                  <a:lnTo>
                    <a:pt x="101505" y="364663"/>
                  </a:lnTo>
                  <a:lnTo>
                    <a:pt x="101574" y="364340"/>
                  </a:lnTo>
                  <a:lnTo>
                    <a:pt x="101660" y="363935"/>
                  </a:lnTo>
                  <a:lnTo>
                    <a:pt x="101628" y="363602"/>
                  </a:lnTo>
                  <a:lnTo>
                    <a:pt x="101310" y="363544"/>
                  </a:lnTo>
                  <a:lnTo>
                    <a:pt x="100572" y="363660"/>
                  </a:lnTo>
                  <a:lnTo>
                    <a:pt x="100307" y="363615"/>
                  </a:lnTo>
                  <a:lnTo>
                    <a:pt x="100498" y="363208"/>
                  </a:lnTo>
                  <a:lnTo>
                    <a:pt x="100744" y="362682"/>
                  </a:lnTo>
                  <a:lnTo>
                    <a:pt x="100968" y="362722"/>
                  </a:lnTo>
                  <a:lnTo>
                    <a:pt x="101127" y="362393"/>
                  </a:lnTo>
                  <a:lnTo>
                    <a:pt x="101252" y="362136"/>
                  </a:lnTo>
                  <a:lnTo>
                    <a:pt x="101390" y="361846"/>
                  </a:lnTo>
                  <a:lnTo>
                    <a:pt x="101423" y="361673"/>
                  </a:lnTo>
                  <a:lnTo>
                    <a:pt x="101609" y="360934"/>
                  </a:lnTo>
                  <a:lnTo>
                    <a:pt x="101550" y="360704"/>
                  </a:lnTo>
                  <a:lnTo>
                    <a:pt x="101180" y="360892"/>
                  </a:lnTo>
                  <a:lnTo>
                    <a:pt x="100993" y="360535"/>
                  </a:lnTo>
                  <a:lnTo>
                    <a:pt x="100480" y="360071"/>
                  </a:lnTo>
                  <a:lnTo>
                    <a:pt x="100158" y="359914"/>
                  </a:lnTo>
                  <a:lnTo>
                    <a:pt x="100253" y="360204"/>
                  </a:lnTo>
                  <a:lnTo>
                    <a:pt x="100398" y="360375"/>
                  </a:lnTo>
                  <a:lnTo>
                    <a:pt x="100473" y="360521"/>
                  </a:lnTo>
                  <a:lnTo>
                    <a:pt x="100427" y="360957"/>
                  </a:lnTo>
                  <a:lnTo>
                    <a:pt x="100371" y="361091"/>
                  </a:lnTo>
                  <a:lnTo>
                    <a:pt x="100310" y="361238"/>
                  </a:lnTo>
                  <a:lnTo>
                    <a:pt x="100222" y="361450"/>
                  </a:lnTo>
                  <a:lnTo>
                    <a:pt x="100128" y="361678"/>
                  </a:lnTo>
                  <a:lnTo>
                    <a:pt x="99724" y="361836"/>
                  </a:lnTo>
                  <a:lnTo>
                    <a:pt x="99581" y="362323"/>
                  </a:lnTo>
                  <a:lnTo>
                    <a:pt x="99140" y="362454"/>
                  </a:lnTo>
                  <a:lnTo>
                    <a:pt x="98736" y="362724"/>
                  </a:lnTo>
                  <a:lnTo>
                    <a:pt x="98301" y="362472"/>
                  </a:lnTo>
                  <a:lnTo>
                    <a:pt x="97601" y="362223"/>
                  </a:lnTo>
                  <a:lnTo>
                    <a:pt x="97334" y="362113"/>
                  </a:lnTo>
                  <a:lnTo>
                    <a:pt x="97174" y="362026"/>
                  </a:lnTo>
                  <a:lnTo>
                    <a:pt x="96822" y="361861"/>
                  </a:lnTo>
                  <a:lnTo>
                    <a:pt x="96617" y="361934"/>
                  </a:lnTo>
                  <a:lnTo>
                    <a:pt x="96422" y="362062"/>
                  </a:lnTo>
                  <a:lnTo>
                    <a:pt x="96247" y="362115"/>
                  </a:lnTo>
                  <a:lnTo>
                    <a:pt x="95899" y="362164"/>
                  </a:lnTo>
                  <a:lnTo>
                    <a:pt x="95570" y="361910"/>
                  </a:lnTo>
                  <a:lnTo>
                    <a:pt x="95626" y="361302"/>
                  </a:lnTo>
                  <a:lnTo>
                    <a:pt x="95866" y="361368"/>
                  </a:lnTo>
                  <a:lnTo>
                    <a:pt x="96249" y="360632"/>
                  </a:lnTo>
                  <a:lnTo>
                    <a:pt x="96376" y="360464"/>
                  </a:lnTo>
                  <a:lnTo>
                    <a:pt x="96491" y="360311"/>
                  </a:lnTo>
                  <a:lnTo>
                    <a:pt x="96898" y="360366"/>
                  </a:lnTo>
                  <a:lnTo>
                    <a:pt x="97164" y="360216"/>
                  </a:lnTo>
                  <a:lnTo>
                    <a:pt x="97368" y="359959"/>
                  </a:lnTo>
                  <a:lnTo>
                    <a:pt x="97317" y="359626"/>
                  </a:lnTo>
                  <a:lnTo>
                    <a:pt x="97443" y="359022"/>
                  </a:lnTo>
                  <a:lnTo>
                    <a:pt x="97220" y="359010"/>
                  </a:lnTo>
                  <a:lnTo>
                    <a:pt x="96862" y="359153"/>
                  </a:lnTo>
                  <a:lnTo>
                    <a:pt x="96442" y="359408"/>
                  </a:lnTo>
                  <a:lnTo>
                    <a:pt x="95962" y="359761"/>
                  </a:lnTo>
                  <a:lnTo>
                    <a:pt x="95838" y="359951"/>
                  </a:lnTo>
                  <a:lnTo>
                    <a:pt x="96305" y="360187"/>
                  </a:lnTo>
                  <a:lnTo>
                    <a:pt x="95967" y="360517"/>
                  </a:lnTo>
                  <a:lnTo>
                    <a:pt x="95683" y="360620"/>
                  </a:lnTo>
                  <a:lnTo>
                    <a:pt x="95526" y="360744"/>
                  </a:lnTo>
                  <a:lnTo>
                    <a:pt x="95419" y="360962"/>
                  </a:lnTo>
                  <a:lnTo>
                    <a:pt x="95177" y="361281"/>
                  </a:lnTo>
                  <a:lnTo>
                    <a:pt x="94848" y="360980"/>
                  </a:lnTo>
                  <a:lnTo>
                    <a:pt x="94534" y="360907"/>
                  </a:lnTo>
                  <a:lnTo>
                    <a:pt x="94481" y="361100"/>
                  </a:lnTo>
                  <a:lnTo>
                    <a:pt x="94389" y="361546"/>
                  </a:lnTo>
                  <a:lnTo>
                    <a:pt x="93947" y="361988"/>
                  </a:lnTo>
                  <a:lnTo>
                    <a:pt x="93694" y="362105"/>
                  </a:lnTo>
                  <a:lnTo>
                    <a:pt x="93363" y="361986"/>
                  </a:lnTo>
                  <a:lnTo>
                    <a:pt x="93242" y="361760"/>
                  </a:lnTo>
                  <a:lnTo>
                    <a:pt x="92847" y="361470"/>
                  </a:lnTo>
                  <a:lnTo>
                    <a:pt x="93348" y="361048"/>
                  </a:lnTo>
                  <a:lnTo>
                    <a:pt x="93416" y="360791"/>
                  </a:lnTo>
                  <a:lnTo>
                    <a:pt x="93393" y="360568"/>
                  </a:lnTo>
                  <a:lnTo>
                    <a:pt x="93383" y="360285"/>
                  </a:lnTo>
                  <a:lnTo>
                    <a:pt x="93670" y="359435"/>
                  </a:lnTo>
                  <a:lnTo>
                    <a:pt x="93706" y="359264"/>
                  </a:lnTo>
                  <a:lnTo>
                    <a:pt x="93854" y="359006"/>
                  </a:lnTo>
                  <a:lnTo>
                    <a:pt x="94022" y="358999"/>
                  </a:lnTo>
                  <a:lnTo>
                    <a:pt x="93856" y="358516"/>
                  </a:lnTo>
                  <a:lnTo>
                    <a:pt x="94120" y="358175"/>
                  </a:lnTo>
                  <a:lnTo>
                    <a:pt x="94592" y="357980"/>
                  </a:lnTo>
                  <a:lnTo>
                    <a:pt x="94958" y="357828"/>
                  </a:lnTo>
                  <a:lnTo>
                    <a:pt x="95644" y="357246"/>
                  </a:lnTo>
                  <a:lnTo>
                    <a:pt x="96114" y="357122"/>
                  </a:lnTo>
                  <a:lnTo>
                    <a:pt x="96368" y="357017"/>
                  </a:lnTo>
                  <a:lnTo>
                    <a:pt x="96619" y="356859"/>
                  </a:lnTo>
                  <a:lnTo>
                    <a:pt x="96764" y="356767"/>
                  </a:lnTo>
                  <a:lnTo>
                    <a:pt x="97074" y="356454"/>
                  </a:lnTo>
                  <a:lnTo>
                    <a:pt x="97217" y="356347"/>
                  </a:lnTo>
                  <a:lnTo>
                    <a:pt x="97751" y="356355"/>
                  </a:lnTo>
                  <a:lnTo>
                    <a:pt x="98256" y="356723"/>
                  </a:lnTo>
                  <a:lnTo>
                    <a:pt x="98444" y="357256"/>
                  </a:lnTo>
                  <a:lnTo>
                    <a:pt x="98904" y="357312"/>
                  </a:lnTo>
                  <a:lnTo>
                    <a:pt x="99006" y="356881"/>
                  </a:lnTo>
                  <a:lnTo>
                    <a:pt x="99467" y="356713"/>
                  </a:lnTo>
                  <a:lnTo>
                    <a:pt x="99608" y="356662"/>
                  </a:lnTo>
                  <a:lnTo>
                    <a:pt x="100098" y="356483"/>
                  </a:lnTo>
                  <a:lnTo>
                    <a:pt x="100460" y="356016"/>
                  </a:lnTo>
                  <a:lnTo>
                    <a:pt x="100823" y="355824"/>
                  </a:lnTo>
                  <a:lnTo>
                    <a:pt x="101144" y="355770"/>
                  </a:lnTo>
                  <a:lnTo>
                    <a:pt x="101636" y="355373"/>
                  </a:lnTo>
                  <a:lnTo>
                    <a:pt x="101458" y="355369"/>
                  </a:lnTo>
                  <a:lnTo>
                    <a:pt x="101227" y="355534"/>
                  </a:lnTo>
                  <a:lnTo>
                    <a:pt x="100938" y="355606"/>
                  </a:lnTo>
                  <a:lnTo>
                    <a:pt x="100709" y="355679"/>
                  </a:lnTo>
                  <a:lnTo>
                    <a:pt x="100563" y="355779"/>
                  </a:lnTo>
                  <a:lnTo>
                    <a:pt x="100240" y="356030"/>
                  </a:lnTo>
                  <a:lnTo>
                    <a:pt x="100125" y="356194"/>
                  </a:lnTo>
                  <a:lnTo>
                    <a:pt x="100027" y="356335"/>
                  </a:lnTo>
                  <a:lnTo>
                    <a:pt x="99469" y="356409"/>
                  </a:lnTo>
                  <a:lnTo>
                    <a:pt x="99009" y="356608"/>
                  </a:lnTo>
                  <a:lnTo>
                    <a:pt x="98751" y="356529"/>
                  </a:lnTo>
                  <a:lnTo>
                    <a:pt x="98807" y="356340"/>
                  </a:lnTo>
                  <a:lnTo>
                    <a:pt x="98609" y="356202"/>
                  </a:lnTo>
                  <a:lnTo>
                    <a:pt x="98456" y="356096"/>
                  </a:lnTo>
                  <a:lnTo>
                    <a:pt x="98017" y="355847"/>
                  </a:lnTo>
                  <a:lnTo>
                    <a:pt x="97363" y="355729"/>
                  </a:lnTo>
                  <a:lnTo>
                    <a:pt x="97158" y="355729"/>
                  </a:lnTo>
                  <a:lnTo>
                    <a:pt x="96880" y="355906"/>
                  </a:lnTo>
                  <a:lnTo>
                    <a:pt x="96489" y="356139"/>
                  </a:lnTo>
                  <a:lnTo>
                    <a:pt x="96084" y="356123"/>
                  </a:lnTo>
                  <a:lnTo>
                    <a:pt x="95712" y="356379"/>
                  </a:lnTo>
                  <a:lnTo>
                    <a:pt x="95860" y="356573"/>
                  </a:lnTo>
                  <a:lnTo>
                    <a:pt x="95685" y="356709"/>
                  </a:lnTo>
                  <a:lnTo>
                    <a:pt x="94792" y="357162"/>
                  </a:lnTo>
                  <a:lnTo>
                    <a:pt x="94766" y="357023"/>
                  </a:lnTo>
                  <a:lnTo>
                    <a:pt x="94710" y="356716"/>
                  </a:lnTo>
                  <a:lnTo>
                    <a:pt x="94719" y="356461"/>
                  </a:lnTo>
                  <a:lnTo>
                    <a:pt x="94555" y="356225"/>
                  </a:lnTo>
                  <a:lnTo>
                    <a:pt x="94336" y="356029"/>
                  </a:lnTo>
                  <a:lnTo>
                    <a:pt x="94146" y="356037"/>
                  </a:lnTo>
                  <a:lnTo>
                    <a:pt x="93873" y="356048"/>
                  </a:lnTo>
                  <a:lnTo>
                    <a:pt x="93862" y="356467"/>
                  </a:lnTo>
                  <a:lnTo>
                    <a:pt x="93826" y="356661"/>
                  </a:lnTo>
                  <a:lnTo>
                    <a:pt x="93526" y="356718"/>
                  </a:lnTo>
                  <a:lnTo>
                    <a:pt x="93536" y="357336"/>
                  </a:lnTo>
                  <a:lnTo>
                    <a:pt x="92012" y="357339"/>
                  </a:lnTo>
                  <a:lnTo>
                    <a:pt x="91975" y="355886"/>
                  </a:lnTo>
                  <a:lnTo>
                    <a:pt x="91981" y="355533"/>
                  </a:lnTo>
                  <a:lnTo>
                    <a:pt x="92077" y="355228"/>
                  </a:lnTo>
                  <a:lnTo>
                    <a:pt x="92121" y="354928"/>
                  </a:lnTo>
                  <a:lnTo>
                    <a:pt x="92109" y="354723"/>
                  </a:lnTo>
                  <a:lnTo>
                    <a:pt x="92223" y="354266"/>
                  </a:lnTo>
                  <a:lnTo>
                    <a:pt x="93018" y="353501"/>
                  </a:lnTo>
                  <a:lnTo>
                    <a:pt x="93232" y="353270"/>
                  </a:lnTo>
                  <a:lnTo>
                    <a:pt x="93743" y="353495"/>
                  </a:lnTo>
                  <a:lnTo>
                    <a:pt x="94325" y="353208"/>
                  </a:lnTo>
                  <a:lnTo>
                    <a:pt x="94605" y="352903"/>
                  </a:lnTo>
                  <a:lnTo>
                    <a:pt x="94618" y="352757"/>
                  </a:lnTo>
                  <a:lnTo>
                    <a:pt x="94688" y="352463"/>
                  </a:lnTo>
                  <a:lnTo>
                    <a:pt x="94997" y="352200"/>
                  </a:lnTo>
                  <a:lnTo>
                    <a:pt x="95581" y="352572"/>
                  </a:lnTo>
                  <a:lnTo>
                    <a:pt x="95750" y="352529"/>
                  </a:lnTo>
                  <a:lnTo>
                    <a:pt x="96552" y="352258"/>
                  </a:lnTo>
                  <a:lnTo>
                    <a:pt x="96842" y="352213"/>
                  </a:lnTo>
                  <a:lnTo>
                    <a:pt x="97074" y="352146"/>
                  </a:lnTo>
                  <a:lnTo>
                    <a:pt x="97374" y="352193"/>
                  </a:lnTo>
                  <a:lnTo>
                    <a:pt x="97582" y="352236"/>
                  </a:lnTo>
                  <a:lnTo>
                    <a:pt x="98029" y="352250"/>
                  </a:lnTo>
                  <a:lnTo>
                    <a:pt x="98208" y="352256"/>
                  </a:lnTo>
                  <a:lnTo>
                    <a:pt x="98544" y="352197"/>
                  </a:lnTo>
                  <a:lnTo>
                    <a:pt x="99086" y="352048"/>
                  </a:lnTo>
                  <a:lnTo>
                    <a:pt x="99375" y="351705"/>
                  </a:lnTo>
                  <a:lnTo>
                    <a:pt x="99498" y="351501"/>
                  </a:lnTo>
                  <a:lnTo>
                    <a:pt x="99652" y="351472"/>
                  </a:lnTo>
                  <a:lnTo>
                    <a:pt x="99824" y="351699"/>
                  </a:lnTo>
                  <a:lnTo>
                    <a:pt x="99980" y="351694"/>
                  </a:lnTo>
                  <a:lnTo>
                    <a:pt x="100742" y="351400"/>
                  </a:lnTo>
                  <a:lnTo>
                    <a:pt x="100884" y="351266"/>
                  </a:lnTo>
                  <a:lnTo>
                    <a:pt x="100999" y="351095"/>
                  </a:lnTo>
                  <a:lnTo>
                    <a:pt x="101089" y="350873"/>
                  </a:lnTo>
                  <a:lnTo>
                    <a:pt x="100814" y="350349"/>
                  </a:lnTo>
                  <a:lnTo>
                    <a:pt x="100637" y="350344"/>
                  </a:lnTo>
                  <a:lnTo>
                    <a:pt x="100939" y="350021"/>
                  </a:lnTo>
                  <a:lnTo>
                    <a:pt x="101277" y="349990"/>
                  </a:lnTo>
                  <a:lnTo>
                    <a:pt x="101488" y="349944"/>
                  </a:lnTo>
                  <a:lnTo>
                    <a:pt x="101654" y="349908"/>
                  </a:lnTo>
                  <a:lnTo>
                    <a:pt x="101831" y="349870"/>
                  </a:lnTo>
                  <a:lnTo>
                    <a:pt x="102243" y="349708"/>
                  </a:lnTo>
                  <a:lnTo>
                    <a:pt x="102707" y="349899"/>
                  </a:lnTo>
                  <a:lnTo>
                    <a:pt x="102976" y="350093"/>
                  </a:lnTo>
                  <a:lnTo>
                    <a:pt x="103232" y="350277"/>
                  </a:lnTo>
                  <a:lnTo>
                    <a:pt x="103427" y="351016"/>
                  </a:lnTo>
                  <a:lnTo>
                    <a:pt x="103761" y="351749"/>
                  </a:lnTo>
                  <a:lnTo>
                    <a:pt x="103891" y="352090"/>
                  </a:lnTo>
                  <a:lnTo>
                    <a:pt x="103948" y="352579"/>
                  </a:lnTo>
                  <a:lnTo>
                    <a:pt x="103982" y="352710"/>
                  </a:lnTo>
                  <a:lnTo>
                    <a:pt x="104188" y="352669"/>
                  </a:lnTo>
                  <a:lnTo>
                    <a:pt x="104231" y="352464"/>
                  </a:lnTo>
                  <a:lnTo>
                    <a:pt x="104571" y="352452"/>
                  </a:lnTo>
                  <a:lnTo>
                    <a:pt x="104871" y="352342"/>
                  </a:lnTo>
                  <a:lnTo>
                    <a:pt x="104369" y="352250"/>
                  </a:lnTo>
                  <a:lnTo>
                    <a:pt x="104070" y="352169"/>
                  </a:lnTo>
                  <a:lnTo>
                    <a:pt x="103770" y="351501"/>
                  </a:lnTo>
                  <a:lnTo>
                    <a:pt x="103652" y="351265"/>
                  </a:lnTo>
                  <a:lnTo>
                    <a:pt x="103609" y="351027"/>
                  </a:lnTo>
                  <a:lnTo>
                    <a:pt x="103609" y="350870"/>
                  </a:lnTo>
                  <a:lnTo>
                    <a:pt x="103433" y="350292"/>
                  </a:lnTo>
                  <a:lnTo>
                    <a:pt x="103092" y="349904"/>
                  </a:lnTo>
                  <a:lnTo>
                    <a:pt x="102919" y="349734"/>
                  </a:lnTo>
                  <a:lnTo>
                    <a:pt x="102658" y="349659"/>
                  </a:lnTo>
                  <a:lnTo>
                    <a:pt x="102333" y="349550"/>
                  </a:lnTo>
                  <a:lnTo>
                    <a:pt x="102776" y="349220"/>
                  </a:lnTo>
                  <a:lnTo>
                    <a:pt x="102926" y="349132"/>
                  </a:lnTo>
                  <a:lnTo>
                    <a:pt x="102684" y="348967"/>
                  </a:lnTo>
                  <a:lnTo>
                    <a:pt x="102552" y="348789"/>
                  </a:lnTo>
                  <a:lnTo>
                    <a:pt x="102665" y="348453"/>
                  </a:lnTo>
                  <a:lnTo>
                    <a:pt x="102820" y="348165"/>
                  </a:lnTo>
                  <a:lnTo>
                    <a:pt x="102774" y="347822"/>
                  </a:lnTo>
                  <a:lnTo>
                    <a:pt x="102694" y="347549"/>
                  </a:lnTo>
                  <a:lnTo>
                    <a:pt x="102590" y="347415"/>
                  </a:lnTo>
                  <a:lnTo>
                    <a:pt x="102201" y="347182"/>
                  </a:lnTo>
                  <a:lnTo>
                    <a:pt x="101934" y="346854"/>
                  </a:lnTo>
                  <a:lnTo>
                    <a:pt x="101715" y="346605"/>
                  </a:lnTo>
                  <a:lnTo>
                    <a:pt x="101559" y="346464"/>
                  </a:lnTo>
                  <a:lnTo>
                    <a:pt x="101356" y="346314"/>
                  </a:lnTo>
                  <a:lnTo>
                    <a:pt x="101201" y="345821"/>
                  </a:lnTo>
                  <a:lnTo>
                    <a:pt x="101632" y="345643"/>
                  </a:lnTo>
                  <a:lnTo>
                    <a:pt x="101932" y="345454"/>
                  </a:lnTo>
                  <a:lnTo>
                    <a:pt x="102136" y="345266"/>
                  </a:lnTo>
                  <a:lnTo>
                    <a:pt x="102228" y="345116"/>
                  </a:lnTo>
                  <a:lnTo>
                    <a:pt x="102281" y="344942"/>
                  </a:lnTo>
                  <a:lnTo>
                    <a:pt x="102302" y="344524"/>
                  </a:lnTo>
                  <a:lnTo>
                    <a:pt x="102030" y="344206"/>
                  </a:lnTo>
                  <a:lnTo>
                    <a:pt x="101997" y="344026"/>
                  </a:lnTo>
                  <a:lnTo>
                    <a:pt x="101779" y="343999"/>
                  </a:lnTo>
                  <a:lnTo>
                    <a:pt x="101493" y="343729"/>
                  </a:lnTo>
                  <a:lnTo>
                    <a:pt x="101838" y="343124"/>
                  </a:lnTo>
                  <a:lnTo>
                    <a:pt x="102272" y="343080"/>
                  </a:lnTo>
                  <a:lnTo>
                    <a:pt x="102543" y="342852"/>
                  </a:lnTo>
                  <a:lnTo>
                    <a:pt x="102750" y="342555"/>
                  </a:lnTo>
                  <a:lnTo>
                    <a:pt x="102924" y="342344"/>
                  </a:lnTo>
                  <a:lnTo>
                    <a:pt x="103289" y="341967"/>
                  </a:lnTo>
                  <a:lnTo>
                    <a:pt x="103460" y="341704"/>
                  </a:lnTo>
                  <a:lnTo>
                    <a:pt x="103825" y="341487"/>
                  </a:lnTo>
                  <a:lnTo>
                    <a:pt x="104207" y="340732"/>
                  </a:lnTo>
                  <a:lnTo>
                    <a:pt x="104716" y="340963"/>
                  </a:lnTo>
                  <a:lnTo>
                    <a:pt x="104956" y="341029"/>
                  </a:lnTo>
                  <a:lnTo>
                    <a:pt x="105266" y="341014"/>
                  </a:lnTo>
                  <a:lnTo>
                    <a:pt x="105466" y="340986"/>
                  </a:lnTo>
                  <a:lnTo>
                    <a:pt x="105705" y="340951"/>
                  </a:lnTo>
                  <a:lnTo>
                    <a:pt x="106423" y="340647"/>
                  </a:lnTo>
                  <a:lnTo>
                    <a:pt x="106877" y="340613"/>
                  </a:lnTo>
                  <a:lnTo>
                    <a:pt x="107307" y="340273"/>
                  </a:lnTo>
                  <a:lnTo>
                    <a:pt x="107744" y="339755"/>
                  </a:lnTo>
                  <a:lnTo>
                    <a:pt x="107909" y="339214"/>
                  </a:lnTo>
                  <a:lnTo>
                    <a:pt x="108244" y="339168"/>
                  </a:lnTo>
                  <a:lnTo>
                    <a:pt x="108488" y="339188"/>
                  </a:lnTo>
                  <a:lnTo>
                    <a:pt x="108712" y="339145"/>
                  </a:lnTo>
                  <a:lnTo>
                    <a:pt x="108961" y="338952"/>
                  </a:lnTo>
                  <a:lnTo>
                    <a:pt x="109057" y="338764"/>
                  </a:lnTo>
                  <a:lnTo>
                    <a:pt x="109777" y="338409"/>
                  </a:lnTo>
                  <a:lnTo>
                    <a:pt x="110226" y="337926"/>
                  </a:lnTo>
                  <a:lnTo>
                    <a:pt x="110175" y="337686"/>
                  </a:lnTo>
                  <a:lnTo>
                    <a:pt x="110310" y="337665"/>
                  </a:lnTo>
                  <a:lnTo>
                    <a:pt x="110563" y="337658"/>
                  </a:lnTo>
                  <a:lnTo>
                    <a:pt x="110925" y="337990"/>
                  </a:lnTo>
                  <a:lnTo>
                    <a:pt x="110937" y="338169"/>
                  </a:lnTo>
                  <a:lnTo>
                    <a:pt x="111285" y="338201"/>
                  </a:lnTo>
                  <a:lnTo>
                    <a:pt x="111668" y="338584"/>
                  </a:lnTo>
                  <a:lnTo>
                    <a:pt x="111922" y="338211"/>
                  </a:lnTo>
                  <a:lnTo>
                    <a:pt x="112366" y="337879"/>
                  </a:lnTo>
                  <a:lnTo>
                    <a:pt x="112808" y="337798"/>
                  </a:lnTo>
                  <a:lnTo>
                    <a:pt x="113143" y="337716"/>
                  </a:lnTo>
                  <a:lnTo>
                    <a:pt x="113443" y="337593"/>
                  </a:lnTo>
                  <a:lnTo>
                    <a:pt x="113475" y="337293"/>
                  </a:lnTo>
                  <a:lnTo>
                    <a:pt x="113573" y="336972"/>
                  </a:lnTo>
                  <a:lnTo>
                    <a:pt x="113826" y="336782"/>
                  </a:lnTo>
                  <a:lnTo>
                    <a:pt x="114156" y="336536"/>
                  </a:lnTo>
                  <a:lnTo>
                    <a:pt x="114697" y="336131"/>
                  </a:lnTo>
                  <a:lnTo>
                    <a:pt x="114851" y="336016"/>
                  </a:lnTo>
                  <a:lnTo>
                    <a:pt x="115077" y="335975"/>
                  </a:lnTo>
                  <a:lnTo>
                    <a:pt x="115552" y="335861"/>
                  </a:lnTo>
                  <a:lnTo>
                    <a:pt x="115094" y="335337"/>
                  </a:lnTo>
                  <a:lnTo>
                    <a:pt x="114805" y="335066"/>
                  </a:lnTo>
                  <a:lnTo>
                    <a:pt x="115008" y="334776"/>
                  </a:lnTo>
                  <a:lnTo>
                    <a:pt x="115111" y="334627"/>
                  </a:lnTo>
                  <a:lnTo>
                    <a:pt x="114790" y="334367"/>
                  </a:lnTo>
                  <a:lnTo>
                    <a:pt x="114348" y="334776"/>
                  </a:lnTo>
                  <a:lnTo>
                    <a:pt x="113943" y="335130"/>
                  </a:lnTo>
                  <a:lnTo>
                    <a:pt x="112853" y="335380"/>
                  </a:lnTo>
                  <a:lnTo>
                    <a:pt x="112994" y="334998"/>
                  </a:lnTo>
                  <a:lnTo>
                    <a:pt x="113511" y="334873"/>
                  </a:lnTo>
                  <a:lnTo>
                    <a:pt x="113866" y="334776"/>
                  </a:lnTo>
                  <a:lnTo>
                    <a:pt x="114445" y="334230"/>
                  </a:lnTo>
                  <a:lnTo>
                    <a:pt x="114676" y="334091"/>
                  </a:lnTo>
                  <a:lnTo>
                    <a:pt x="114913" y="333959"/>
                  </a:lnTo>
                  <a:lnTo>
                    <a:pt x="115109" y="333860"/>
                  </a:lnTo>
                  <a:lnTo>
                    <a:pt x="115409" y="333594"/>
                  </a:lnTo>
                  <a:lnTo>
                    <a:pt x="115103" y="333299"/>
                  </a:lnTo>
                  <a:lnTo>
                    <a:pt x="115744" y="333192"/>
                  </a:lnTo>
                  <a:lnTo>
                    <a:pt x="115810" y="333344"/>
                  </a:lnTo>
                  <a:lnTo>
                    <a:pt x="116174" y="333257"/>
                  </a:lnTo>
                  <a:lnTo>
                    <a:pt x="116562" y="333132"/>
                  </a:lnTo>
                  <a:lnTo>
                    <a:pt x="116936" y="333055"/>
                  </a:lnTo>
                  <a:lnTo>
                    <a:pt x="116978" y="333234"/>
                  </a:lnTo>
                  <a:lnTo>
                    <a:pt x="117497" y="333079"/>
                  </a:lnTo>
                  <a:lnTo>
                    <a:pt x="117406" y="332825"/>
                  </a:lnTo>
                  <a:lnTo>
                    <a:pt x="117797" y="332384"/>
                  </a:lnTo>
                  <a:lnTo>
                    <a:pt x="118132" y="332105"/>
                  </a:lnTo>
                  <a:lnTo>
                    <a:pt x="118276" y="332334"/>
                  </a:lnTo>
                  <a:lnTo>
                    <a:pt x="118450" y="332190"/>
                  </a:lnTo>
                  <a:lnTo>
                    <a:pt x="118904" y="331792"/>
                  </a:lnTo>
                  <a:lnTo>
                    <a:pt x="119017" y="331664"/>
                  </a:lnTo>
                  <a:lnTo>
                    <a:pt x="119109" y="331531"/>
                  </a:lnTo>
                  <a:lnTo>
                    <a:pt x="119254" y="331120"/>
                  </a:lnTo>
                  <a:lnTo>
                    <a:pt x="119254" y="330904"/>
                  </a:lnTo>
                  <a:lnTo>
                    <a:pt x="119345" y="330551"/>
                  </a:lnTo>
                  <a:lnTo>
                    <a:pt x="119692" y="330305"/>
                  </a:lnTo>
                  <a:lnTo>
                    <a:pt x="119818" y="330027"/>
                  </a:lnTo>
                  <a:lnTo>
                    <a:pt x="120134" y="329730"/>
                  </a:lnTo>
                  <a:lnTo>
                    <a:pt x="120338" y="329600"/>
                  </a:lnTo>
                  <a:lnTo>
                    <a:pt x="120515" y="329676"/>
                  </a:lnTo>
                  <a:lnTo>
                    <a:pt x="121031" y="329628"/>
                  </a:lnTo>
                  <a:lnTo>
                    <a:pt x="121441" y="329488"/>
                  </a:lnTo>
                  <a:lnTo>
                    <a:pt x="121664" y="329370"/>
                  </a:lnTo>
                  <a:lnTo>
                    <a:pt x="121851" y="329242"/>
                  </a:lnTo>
                  <a:lnTo>
                    <a:pt x="122088" y="328951"/>
                  </a:lnTo>
                  <a:lnTo>
                    <a:pt x="122199" y="328696"/>
                  </a:lnTo>
                  <a:lnTo>
                    <a:pt x="122281" y="328367"/>
                  </a:lnTo>
                  <a:lnTo>
                    <a:pt x="122338" y="328032"/>
                  </a:lnTo>
                  <a:lnTo>
                    <a:pt x="122337" y="327899"/>
                  </a:lnTo>
                  <a:lnTo>
                    <a:pt x="122319" y="327686"/>
                  </a:lnTo>
                  <a:lnTo>
                    <a:pt x="122187" y="327149"/>
                  </a:lnTo>
                  <a:lnTo>
                    <a:pt x="121800" y="326799"/>
                  </a:lnTo>
                  <a:lnTo>
                    <a:pt x="121383" y="326816"/>
                  </a:lnTo>
                  <a:lnTo>
                    <a:pt x="121497" y="326644"/>
                  </a:lnTo>
                  <a:lnTo>
                    <a:pt x="121673" y="326526"/>
                  </a:lnTo>
                  <a:lnTo>
                    <a:pt x="120329" y="326156"/>
                  </a:lnTo>
                  <a:lnTo>
                    <a:pt x="120542" y="325967"/>
                  </a:lnTo>
                  <a:lnTo>
                    <a:pt x="120725" y="325998"/>
                  </a:lnTo>
                  <a:lnTo>
                    <a:pt x="122718" y="325980"/>
                  </a:lnTo>
                  <a:lnTo>
                    <a:pt x="122923" y="326463"/>
                  </a:lnTo>
                  <a:lnTo>
                    <a:pt x="123088" y="326397"/>
                  </a:lnTo>
                  <a:lnTo>
                    <a:pt x="123355" y="326276"/>
                  </a:lnTo>
                  <a:lnTo>
                    <a:pt x="123594" y="326146"/>
                  </a:lnTo>
                  <a:lnTo>
                    <a:pt x="124503" y="325540"/>
                  </a:lnTo>
                  <a:lnTo>
                    <a:pt x="124749" y="325391"/>
                  </a:lnTo>
                  <a:lnTo>
                    <a:pt x="125287" y="324938"/>
                  </a:lnTo>
                  <a:lnTo>
                    <a:pt x="125794" y="324399"/>
                  </a:lnTo>
                  <a:lnTo>
                    <a:pt x="125544" y="324417"/>
                  </a:lnTo>
                  <a:lnTo>
                    <a:pt x="124993" y="324247"/>
                  </a:lnTo>
                  <a:lnTo>
                    <a:pt x="124990" y="324006"/>
                  </a:lnTo>
                  <a:lnTo>
                    <a:pt x="125207" y="324006"/>
                  </a:lnTo>
                  <a:lnTo>
                    <a:pt x="125341" y="324005"/>
                  </a:lnTo>
                  <a:lnTo>
                    <a:pt x="125616" y="323967"/>
                  </a:lnTo>
                  <a:lnTo>
                    <a:pt x="125828" y="322361"/>
                  </a:lnTo>
                  <a:lnTo>
                    <a:pt x="125500" y="321868"/>
                  </a:lnTo>
                  <a:lnTo>
                    <a:pt x="125274" y="321652"/>
                  </a:lnTo>
                  <a:lnTo>
                    <a:pt x="125142" y="321565"/>
                  </a:lnTo>
                  <a:lnTo>
                    <a:pt x="124739" y="320861"/>
                  </a:lnTo>
                  <a:lnTo>
                    <a:pt x="123394" y="321440"/>
                  </a:lnTo>
                  <a:lnTo>
                    <a:pt x="123538" y="320853"/>
                  </a:lnTo>
                  <a:lnTo>
                    <a:pt x="125021" y="320394"/>
                  </a:lnTo>
                  <a:lnTo>
                    <a:pt x="125459" y="321167"/>
                  </a:lnTo>
                  <a:lnTo>
                    <a:pt x="125653" y="321401"/>
                  </a:lnTo>
                  <a:lnTo>
                    <a:pt x="125880" y="321327"/>
                  </a:lnTo>
                  <a:lnTo>
                    <a:pt x="126042" y="321252"/>
                  </a:lnTo>
                  <a:lnTo>
                    <a:pt x="126186" y="320939"/>
                  </a:lnTo>
                  <a:lnTo>
                    <a:pt x="126949" y="320333"/>
                  </a:lnTo>
                  <a:lnTo>
                    <a:pt x="127091" y="320249"/>
                  </a:lnTo>
                  <a:lnTo>
                    <a:pt x="127265" y="320146"/>
                  </a:lnTo>
                  <a:lnTo>
                    <a:pt x="127627" y="320502"/>
                  </a:lnTo>
                  <a:lnTo>
                    <a:pt x="127627" y="320099"/>
                  </a:lnTo>
                  <a:lnTo>
                    <a:pt x="127831" y="320092"/>
                  </a:lnTo>
                  <a:lnTo>
                    <a:pt x="128022" y="320283"/>
                  </a:lnTo>
                  <a:lnTo>
                    <a:pt x="128195" y="319957"/>
                  </a:lnTo>
                  <a:lnTo>
                    <a:pt x="127777" y="319332"/>
                  </a:lnTo>
                  <a:lnTo>
                    <a:pt x="128032" y="319428"/>
                  </a:lnTo>
                  <a:lnTo>
                    <a:pt x="128322" y="319440"/>
                  </a:lnTo>
                  <a:lnTo>
                    <a:pt x="128743" y="319380"/>
                  </a:lnTo>
                  <a:lnTo>
                    <a:pt x="129052" y="318974"/>
                  </a:lnTo>
                  <a:lnTo>
                    <a:pt x="129430" y="318871"/>
                  </a:lnTo>
                  <a:lnTo>
                    <a:pt x="129335" y="318479"/>
                  </a:lnTo>
                  <a:lnTo>
                    <a:pt x="129106" y="318370"/>
                  </a:lnTo>
                  <a:lnTo>
                    <a:pt x="129111" y="318228"/>
                  </a:lnTo>
                  <a:lnTo>
                    <a:pt x="129643" y="318386"/>
                  </a:lnTo>
                  <a:lnTo>
                    <a:pt x="129904" y="318129"/>
                  </a:lnTo>
                  <a:lnTo>
                    <a:pt x="129882" y="317621"/>
                  </a:lnTo>
                  <a:lnTo>
                    <a:pt x="129843" y="317330"/>
                  </a:lnTo>
                  <a:lnTo>
                    <a:pt x="129760" y="316967"/>
                  </a:lnTo>
                  <a:lnTo>
                    <a:pt x="129674" y="316754"/>
                  </a:lnTo>
                  <a:lnTo>
                    <a:pt x="129848" y="316338"/>
                  </a:lnTo>
                  <a:lnTo>
                    <a:pt x="130410" y="316415"/>
                  </a:lnTo>
                  <a:lnTo>
                    <a:pt x="130741" y="316363"/>
                  </a:lnTo>
                  <a:lnTo>
                    <a:pt x="130858" y="316219"/>
                  </a:lnTo>
                  <a:lnTo>
                    <a:pt x="131030" y="316009"/>
                  </a:lnTo>
                  <a:lnTo>
                    <a:pt x="131569" y="314731"/>
                  </a:lnTo>
                  <a:lnTo>
                    <a:pt x="132268" y="314090"/>
                  </a:lnTo>
                  <a:lnTo>
                    <a:pt x="132675" y="313933"/>
                  </a:lnTo>
                  <a:lnTo>
                    <a:pt x="132608" y="313477"/>
                  </a:lnTo>
                  <a:lnTo>
                    <a:pt x="132232" y="313554"/>
                  </a:lnTo>
                  <a:lnTo>
                    <a:pt x="131663" y="313371"/>
                  </a:lnTo>
                  <a:lnTo>
                    <a:pt x="132100" y="313270"/>
                  </a:lnTo>
                  <a:lnTo>
                    <a:pt x="131600" y="312328"/>
                  </a:lnTo>
                  <a:lnTo>
                    <a:pt x="131528" y="312145"/>
                  </a:lnTo>
                  <a:lnTo>
                    <a:pt x="131211" y="311929"/>
                  </a:lnTo>
                  <a:lnTo>
                    <a:pt x="130437" y="311324"/>
                  </a:lnTo>
                  <a:lnTo>
                    <a:pt x="130768" y="311103"/>
                  </a:lnTo>
                  <a:lnTo>
                    <a:pt x="130395" y="310822"/>
                  </a:lnTo>
                  <a:lnTo>
                    <a:pt x="130130" y="310545"/>
                  </a:lnTo>
                  <a:lnTo>
                    <a:pt x="129945" y="310351"/>
                  </a:lnTo>
                  <a:lnTo>
                    <a:pt x="129679" y="310141"/>
                  </a:lnTo>
                  <a:lnTo>
                    <a:pt x="129471" y="310282"/>
                  </a:lnTo>
                  <a:lnTo>
                    <a:pt x="129313" y="310151"/>
                  </a:lnTo>
                  <a:lnTo>
                    <a:pt x="129502" y="310009"/>
                  </a:lnTo>
                  <a:lnTo>
                    <a:pt x="129542" y="309742"/>
                  </a:lnTo>
                  <a:lnTo>
                    <a:pt x="129056" y="309391"/>
                  </a:lnTo>
                  <a:lnTo>
                    <a:pt x="128853" y="309200"/>
                  </a:lnTo>
                  <a:lnTo>
                    <a:pt x="128724" y="309096"/>
                  </a:lnTo>
                  <a:lnTo>
                    <a:pt x="128085" y="308640"/>
                  </a:lnTo>
                  <a:lnTo>
                    <a:pt x="127631" y="308325"/>
                  </a:lnTo>
                  <a:lnTo>
                    <a:pt x="126983" y="307746"/>
                  </a:lnTo>
                  <a:lnTo>
                    <a:pt x="127043" y="307533"/>
                  </a:lnTo>
                  <a:lnTo>
                    <a:pt x="127584" y="307157"/>
                  </a:lnTo>
                  <a:lnTo>
                    <a:pt x="127726" y="306938"/>
                  </a:lnTo>
                  <a:lnTo>
                    <a:pt x="127919" y="306641"/>
                  </a:lnTo>
                  <a:lnTo>
                    <a:pt x="127994" y="306444"/>
                  </a:lnTo>
                  <a:lnTo>
                    <a:pt x="128058" y="306276"/>
                  </a:lnTo>
                  <a:lnTo>
                    <a:pt x="128135" y="306072"/>
                  </a:lnTo>
                  <a:lnTo>
                    <a:pt x="128287" y="305741"/>
                  </a:lnTo>
                  <a:lnTo>
                    <a:pt x="128273" y="305547"/>
                  </a:lnTo>
                  <a:lnTo>
                    <a:pt x="128219" y="305373"/>
                  </a:lnTo>
                  <a:lnTo>
                    <a:pt x="128171" y="305244"/>
                  </a:lnTo>
                  <a:lnTo>
                    <a:pt x="128056" y="305019"/>
                  </a:lnTo>
                  <a:lnTo>
                    <a:pt x="127673" y="304974"/>
                  </a:lnTo>
                  <a:lnTo>
                    <a:pt x="127415" y="304944"/>
                  </a:lnTo>
                  <a:lnTo>
                    <a:pt x="127237" y="305424"/>
                  </a:lnTo>
                  <a:lnTo>
                    <a:pt x="127040" y="305480"/>
                  </a:lnTo>
                  <a:lnTo>
                    <a:pt x="126862" y="305530"/>
                  </a:lnTo>
                  <a:lnTo>
                    <a:pt x="126693" y="305566"/>
                  </a:lnTo>
                  <a:lnTo>
                    <a:pt x="126328" y="305572"/>
                  </a:lnTo>
                  <a:lnTo>
                    <a:pt x="126098" y="305534"/>
                  </a:lnTo>
                  <a:lnTo>
                    <a:pt x="125600" y="305606"/>
                  </a:lnTo>
                  <a:lnTo>
                    <a:pt x="125245" y="305597"/>
                  </a:lnTo>
                  <a:lnTo>
                    <a:pt x="124764" y="305642"/>
                  </a:lnTo>
                  <a:lnTo>
                    <a:pt x="124632" y="305680"/>
                  </a:lnTo>
                  <a:lnTo>
                    <a:pt x="124383" y="305789"/>
                  </a:lnTo>
                  <a:lnTo>
                    <a:pt x="124006" y="305916"/>
                  </a:lnTo>
                  <a:lnTo>
                    <a:pt x="123750" y="305487"/>
                  </a:lnTo>
                  <a:lnTo>
                    <a:pt x="123951" y="305063"/>
                  </a:lnTo>
                  <a:lnTo>
                    <a:pt x="124268" y="304984"/>
                  </a:lnTo>
                  <a:lnTo>
                    <a:pt x="124409" y="304874"/>
                  </a:lnTo>
                  <a:lnTo>
                    <a:pt x="124422" y="304641"/>
                  </a:lnTo>
                  <a:lnTo>
                    <a:pt x="124276" y="304646"/>
                  </a:lnTo>
                  <a:lnTo>
                    <a:pt x="124021" y="304710"/>
                  </a:lnTo>
                  <a:lnTo>
                    <a:pt x="123777" y="304805"/>
                  </a:lnTo>
                  <a:lnTo>
                    <a:pt x="124514" y="303820"/>
                  </a:lnTo>
                  <a:lnTo>
                    <a:pt x="124160" y="303608"/>
                  </a:lnTo>
                  <a:lnTo>
                    <a:pt x="123329" y="304709"/>
                  </a:lnTo>
                  <a:lnTo>
                    <a:pt x="123620" y="304872"/>
                  </a:lnTo>
                  <a:lnTo>
                    <a:pt x="123344" y="305234"/>
                  </a:lnTo>
                  <a:lnTo>
                    <a:pt x="122071" y="304524"/>
                  </a:lnTo>
                  <a:lnTo>
                    <a:pt x="121833" y="304388"/>
                  </a:lnTo>
                  <a:lnTo>
                    <a:pt x="121640" y="304278"/>
                  </a:lnTo>
                  <a:lnTo>
                    <a:pt x="121012" y="303922"/>
                  </a:lnTo>
                  <a:lnTo>
                    <a:pt x="122005" y="302612"/>
                  </a:lnTo>
                  <a:lnTo>
                    <a:pt x="121450" y="302269"/>
                  </a:lnTo>
                  <a:lnTo>
                    <a:pt x="120931" y="302957"/>
                  </a:lnTo>
                  <a:lnTo>
                    <a:pt x="120735" y="302845"/>
                  </a:lnTo>
                  <a:lnTo>
                    <a:pt x="121198" y="302228"/>
                  </a:lnTo>
                  <a:lnTo>
                    <a:pt x="120905" y="302059"/>
                  </a:lnTo>
                  <a:lnTo>
                    <a:pt x="120726" y="301956"/>
                  </a:lnTo>
                  <a:lnTo>
                    <a:pt x="120424" y="301678"/>
                  </a:lnTo>
                  <a:lnTo>
                    <a:pt x="120688" y="301216"/>
                  </a:lnTo>
                  <a:lnTo>
                    <a:pt x="120249" y="300857"/>
                  </a:lnTo>
                  <a:lnTo>
                    <a:pt x="119987" y="300799"/>
                  </a:lnTo>
                  <a:lnTo>
                    <a:pt x="119868" y="300662"/>
                  </a:lnTo>
                  <a:lnTo>
                    <a:pt x="120103" y="300259"/>
                  </a:lnTo>
                  <a:lnTo>
                    <a:pt x="120127" y="299843"/>
                  </a:lnTo>
                  <a:lnTo>
                    <a:pt x="120032" y="299657"/>
                  </a:lnTo>
                  <a:lnTo>
                    <a:pt x="119891" y="299638"/>
                  </a:lnTo>
                  <a:lnTo>
                    <a:pt x="119646" y="299433"/>
                  </a:lnTo>
                  <a:lnTo>
                    <a:pt x="119614" y="299151"/>
                  </a:lnTo>
                  <a:lnTo>
                    <a:pt x="119379" y="298886"/>
                  </a:lnTo>
                  <a:lnTo>
                    <a:pt x="120046" y="298764"/>
                  </a:lnTo>
                  <a:lnTo>
                    <a:pt x="120052" y="298343"/>
                  </a:lnTo>
                  <a:lnTo>
                    <a:pt x="119858" y="298316"/>
                  </a:lnTo>
                  <a:lnTo>
                    <a:pt x="119381" y="298247"/>
                  </a:lnTo>
                  <a:lnTo>
                    <a:pt x="119093" y="298237"/>
                  </a:lnTo>
                  <a:lnTo>
                    <a:pt x="118930" y="298232"/>
                  </a:lnTo>
                  <a:lnTo>
                    <a:pt x="118378" y="298243"/>
                  </a:lnTo>
                  <a:lnTo>
                    <a:pt x="118223" y="298890"/>
                  </a:lnTo>
                  <a:lnTo>
                    <a:pt x="118638" y="299143"/>
                  </a:lnTo>
                  <a:lnTo>
                    <a:pt x="119107" y="299416"/>
                  </a:lnTo>
                  <a:lnTo>
                    <a:pt x="117944" y="299425"/>
                  </a:lnTo>
                  <a:lnTo>
                    <a:pt x="117714" y="299341"/>
                  </a:lnTo>
                  <a:lnTo>
                    <a:pt x="117410" y="299233"/>
                  </a:lnTo>
                  <a:lnTo>
                    <a:pt x="117276" y="299185"/>
                  </a:lnTo>
                  <a:lnTo>
                    <a:pt x="116872" y="299029"/>
                  </a:lnTo>
                  <a:lnTo>
                    <a:pt x="116717" y="298731"/>
                  </a:lnTo>
                  <a:lnTo>
                    <a:pt x="116477" y="298826"/>
                  </a:lnTo>
                  <a:lnTo>
                    <a:pt x="116364" y="298585"/>
                  </a:lnTo>
                  <a:lnTo>
                    <a:pt x="116282" y="298432"/>
                  </a:lnTo>
                  <a:lnTo>
                    <a:pt x="116381" y="298081"/>
                  </a:lnTo>
                  <a:lnTo>
                    <a:pt x="115957" y="297243"/>
                  </a:lnTo>
                  <a:lnTo>
                    <a:pt x="115827" y="296982"/>
                  </a:lnTo>
                  <a:lnTo>
                    <a:pt x="115622" y="296572"/>
                  </a:lnTo>
                  <a:lnTo>
                    <a:pt x="115682" y="295731"/>
                  </a:lnTo>
                  <a:lnTo>
                    <a:pt x="115617" y="295522"/>
                  </a:lnTo>
                  <a:lnTo>
                    <a:pt x="115392" y="295456"/>
                  </a:lnTo>
                  <a:lnTo>
                    <a:pt x="115298" y="295147"/>
                  </a:lnTo>
                  <a:lnTo>
                    <a:pt x="115479" y="294812"/>
                  </a:lnTo>
                  <a:lnTo>
                    <a:pt x="115646" y="294415"/>
                  </a:lnTo>
                  <a:lnTo>
                    <a:pt x="115324" y="294258"/>
                  </a:lnTo>
                  <a:lnTo>
                    <a:pt x="115098" y="293882"/>
                  </a:lnTo>
                  <a:lnTo>
                    <a:pt x="115062" y="293262"/>
                  </a:lnTo>
                  <a:lnTo>
                    <a:pt x="115053" y="292985"/>
                  </a:lnTo>
                  <a:lnTo>
                    <a:pt x="115422" y="292779"/>
                  </a:lnTo>
                  <a:lnTo>
                    <a:pt x="115581" y="292583"/>
                  </a:lnTo>
                  <a:lnTo>
                    <a:pt x="115715" y="292335"/>
                  </a:lnTo>
                  <a:lnTo>
                    <a:pt x="116016" y="292004"/>
                  </a:lnTo>
                  <a:lnTo>
                    <a:pt x="116113" y="291871"/>
                  </a:lnTo>
                  <a:lnTo>
                    <a:pt x="115959" y="291839"/>
                  </a:lnTo>
                  <a:lnTo>
                    <a:pt x="115589" y="291826"/>
                  </a:lnTo>
                  <a:lnTo>
                    <a:pt x="115237" y="292160"/>
                  </a:lnTo>
                  <a:lnTo>
                    <a:pt x="114989" y="292291"/>
                  </a:lnTo>
                  <a:lnTo>
                    <a:pt x="114656" y="292392"/>
                  </a:lnTo>
                  <a:lnTo>
                    <a:pt x="114256" y="293003"/>
                  </a:lnTo>
                  <a:lnTo>
                    <a:pt x="114205" y="293386"/>
                  </a:lnTo>
                  <a:lnTo>
                    <a:pt x="114039" y="293505"/>
                  </a:lnTo>
                  <a:lnTo>
                    <a:pt x="113851" y="293640"/>
                  </a:lnTo>
                  <a:lnTo>
                    <a:pt x="113501" y="293805"/>
                  </a:lnTo>
                  <a:lnTo>
                    <a:pt x="113354" y="294047"/>
                  </a:lnTo>
                  <a:lnTo>
                    <a:pt x="113353" y="294381"/>
                  </a:lnTo>
                  <a:lnTo>
                    <a:pt x="113622" y="294711"/>
                  </a:lnTo>
                  <a:lnTo>
                    <a:pt x="113471" y="295122"/>
                  </a:lnTo>
                  <a:lnTo>
                    <a:pt x="113134" y="295387"/>
                  </a:lnTo>
                  <a:lnTo>
                    <a:pt x="113069" y="295544"/>
                  </a:lnTo>
                  <a:lnTo>
                    <a:pt x="113200" y="295583"/>
                  </a:lnTo>
                  <a:lnTo>
                    <a:pt x="113219" y="295712"/>
                  </a:lnTo>
                  <a:lnTo>
                    <a:pt x="112917" y="295911"/>
                  </a:lnTo>
                  <a:lnTo>
                    <a:pt x="112704" y="296036"/>
                  </a:lnTo>
                  <a:lnTo>
                    <a:pt x="112630" y="295742"/>
                  </a:lnTo>
                  <a:lnTo>
                    <a:pt x="112386" y="295720"/>
                  </a:lnTo>
                  <a:lnTo>
                    <a:pt x="112363" y="295904"/>
                  </a:lnTo>
                  <a:lnTo>
                    <a:pt x="112327" y="296110"/>
                  </a:lnTo>
                  <a:lnTo>
                    <a:pt x="111934" y="295419"/>
                  </a:lnTo>
                  <a:lnTo>
                    <a:pt x="111533" y="295406"/>
                  </a:lnTo>
                  <a:lnTo>
                    <a:pt x="111405" y="295423"/>
                  </a:lnTo>
                  <a:lnTo>
                    <a:pt x="111108" y="295675"/>
                  </a:lnTo>
                  <a:lnTo>
                    <a:pt x="110774" y="296095"/>
                  </a:lnTo>
                  <a:lnTo>
                    <a:pt x="111254" y="296318"/>
                  </a:lnTo>
                  <a:lnTo>
                    <a:pt x="112070" y="296192"/>
                  </a:lnTo>
                  <a:lnTo>
                    <a:pt x="112359" y="296382"/>
                  </a:lnTo>
                  <a:lnTo>
                    <a:pt x="112076" y="296741"/>
                  </a:lnTo>
                  <a:lnTo>
                    <a:pt x="111937" y="296690"/>
                  </a:lnTo>
                  <a:lnTo>
                    <a:pt x="111714" y="296680"/>
                  </a:lnTo>
                  <a:lnTo>
                    <a:pt x="111860" y="296984"/>
                  </a:lnTo>
                  <a:lnTo>
                    <a:pt x="111421" y="297023"/>
                  </a:lnTo>
                  <a:lnTo>
                    <a:pt x="111347" y="297684"/>
                  </a:lnTo>
                  <a:lnTo>
                    <a:pt x="111075" y="297764"/>
                  </a:lnTo>
                  <a:lnTo>
                    <a:pt x="110788" y="297801"/>
                  </a:lnTo>
                  <a:lnTo>
                    <a:pt x="110586" y="297826"/>
                  </a:lnTo>
                  <a:lnTo>
                    <a:pt x="110520" y="297497"/>
                  </a:lnTo>
                  <a:lnTo>
                    <a:pt x="110182" y="297566"/>
                  </a:lnTo>
                  <a:lnTo>
                    <a:pt x="110188" y="297724"/>
                  </a:lnTo>
                  <a:lnTo>
                    <a:pt x="109867" y="297666"/>
                  </a:lnTo>
                  <a:lnTo>
                    <a:pt x="109808" y="297390"/>
                  </a:lnTo>
                  <a:lnTo>
                    <a:pt x="109809" y="297168"/>
                  </a:lnTo>
                  <a:lnTo>
                    <a:pt x="109836" y="296821"/>
                  </a:lnTo>
                  <a:lnTo>
                    <a:pt x="109746" y="296628"/>
                  </a:lnTo>
                  <a:lnTo>
                    <a:pt x="109627" y="296994"/>
                  </a:lnTo>
                  <a:lnTo>
                    <a:pt x="109729" y="297596"/>
                  </a:lnTo>
                  <a:lnTo>
                    <a:pt x="109841" y="298087"/>
                  </a:lnTo>
                  <a:lnTo>
                    <a:pt x="109910" y="298295"/>
                  </a:lnTo>
                  <a:lnTo>
                    <a:pt x="109536" y="298376"/>
                  </a:lnTo>
                  <a:lnTo>
                    <a:pt x="109411" y="298173"/>
                  </a:lnTo>
                  <a:lnTo>
                    <a:pt x="109325" y="298002"/>
                  </a:lnTo>
                  <a:lnTo>
                    <a:pt x="109088" y="297740"/>
                  </a:lnTo>
                  <a:lnTo>
                    <a:pt x="109126" y="298122"/>
                  </a:lnTo>
                  <a:lnTo>
                    <a:pt x="109123" y="298358"/>
                  </a:lnTo>
                  <a:lnTo>
                    <a:pt x="108250" y="298391"/>
                  </a:lnTo>
                  <a:lnTo>
                    <a:pt x="108256" y="298243"/>
                  </a:lnTo>
                  <a:lnTo>
                    <a:pt x="108247" y="298063"/>
                  </a:lnTo>
                  <a:lnTo>
                    <a:pt x="108177" y="297417"/>
                  </a:lnTo>
                  <a:lnTo>
                    <a:pt x="107937" y="297564"/>
                  </a:lnTo>
                  <a:lnTo>
                    <a:pt x="107927" y="297753"/>
                  </a:lnTo>
                  <a:lnTo>
                    <a:pt x="107930" y="298243"/>
                  </a:lnTo>
                  <a:lnTo>
                    <a:pt x="107703" y="298247"/>
                  </a:lnTo>
                  <a:lnTo>
                    <a:pt x="107665" y="297562"/>
                  </a:lnTo>
                  <a:lnTo>
                    <a:pt x="107339" y="297504"/>
                  </a:lnTo>
                  <a:lnTo>
                    <a:pt x="106981" y="297393"/>
                  </a:lnTo>
                  <a:lnTo>
                    <a:pt x="107083" y="297156"/>
                  </a:lnTo>
                  <a:lnTo>
                    <a:pt x="106691" y="297115"/>
                  </a:lnTo>
                  <a:lnTo>
                    <a:pt x="106316" y="297495"/>
                  </a:lnTo>
                  <a:lnTo>
                    <a:pt x="105996" y="297820"/>
                  </a:lnTo>
                  <a:lnTo>
                    <a:pt x="105242" y="297901"/>
                  </a:lnTo>
                  <a:lnTo>
                    <a:pt x="104906" y="297591"/>
                  </a:lnTo>
                  <a:lnTo>
                    <a:pt x="104643" y="297570"/>
                  </a:lnTo>
                  <a:lnTo>
                    <a:pt x="104827" y="297018"/>
                  </a:lnTo>
                  <a:lnTo>
                    <a:pt x="104771" y="296576"/>
                  </a:lnTo>
                  <a:lnTo>
                    <a:pt x="104672" y="296801"/>
                  </a:lnTo>
                  <a:lnTo>
                    <a:pt x="104620" y="296956"/>
                  </a:lnTo>
                  <a:lnTo>
                    <a:pt x="104580" y="297129"/>
                  </a:lnTo>
                  <a:lnTo>
                    <a:pt x="104549" y="297296"/>
                  </a:lnTo>
                  <a:lnTo>
                    <a:pt x="104363" y="297579"/>
                  </a:lnTo>
                  <a:lnTo>
                    <a:pt x="104086" y="297571"/>
                  </a:lnTo>
                  <a:lnTo>
                    <a:pt x="103925" y="297554"/>
                  </a:lnTo>
                  <a:lnTo>
                    <a:pt x="103347" y="297198"/>
                  </a:lnTo>
                  <a:lnTo>
                    <a:pt x="103419" y="296868"/>
                  </a:lnTo>
                  <a:lnTo>
                    <a:pt x="103289" y="296841"/>
                  </a:lnTo>
                  <a:lnTo>
                    <a:pt x="103237" y="296547"/>
                  </a:lnTo>
                  <a:lnTo>
                    <a:pt x="102739" y="296487"/>
                  </a:lnTo>
                  <a:lnTo>
                    <a:pt x="102663" y="296295"/>
                  </a:lnTo>
                  <a:lnTo>
                    <a:pt x="102508" y="296125"/>
                  </a:lnTo>
                  <a:lnTo>
                    <a:pt x="102226" y="296172"/>
                  </a:lnTo>
                  <a:lnTo>
                    <a:pt x="101753" y="295990"/>
                  </a:lnTo>
                  <a:lnTo>
                    <a:pt x="101098" y="296018"/>
                  </a:lnTo>
                  <a:lnTo>
                    <a:pt x="100864" y="296029"/>
                  </a:lnTo>
                  <a:lnTo>
                    <a:pt x="99995" y="295939"/>
                  </a:lnTo>
                  <a:lnTo>
                    <a:pt x="99883" y="295634"/>
                  </a:lnTo>
                  <a:lnTo>
                    <a:pt x="99705" y="295462"/>
                  </a:lnTo>
                  <a:lnTo>
                    <a:pt x="99740" y="295849"/>
                  </a:lnTo>
                  <a:lnTo>
                    <a:pt x="99759" y="296004"/>
                  </a:lnTo>
                  <a:lnTo>
                    <a:pt x="98360" y="295830"/>
                  </a:lnTo>
                  <a:lnTo>
                    <a:pt x="98134" y="295810"/>
                  </a:lnTo>
                  <a:lnTo>
                    <a:pt x="98450" y="295869"/>
                  </a:lnTo>
                  <a:lnTo>
                    <a:pt x="98681" y="295913"/>
                  </a:lnTo>
                  <a:lnTo>
                    <a:pt x="99748" y="296151"/>
                  </a:lnTo>
                  <a:lnTo>
                    <a:pt x="99714" y="296631"/>
                  </a:lnTo>
                  <a:lnTo>
                    <a:pt x="99812" y="297080"/>
                  </a:lnTo>
                  <a:lnTo>
                    <a:pt x="99874" y="297363"/>
                  </a:lnTo>
                  <a:lnTo>
                    <a:pt x="99907" y="297617"/>
                  </a:lnTo>
                  <a:lnTo>
                    <a:pt x="99947" y="297919"/>
                  </a:lnTo>
                  <a:lnTo>
                    <a:pt x="99928" y="298270"/>
                  </a:lnTo>
                  <a:lnTo>
                    <a:pt x="98172" y="297885"/>
                  </a:lnTo>
                  <a:lnTo>
                    <a:pt x="97689" y="297779"/>
                  </a:lnTo>
                  <a:lnTo>
                    <a:pt x="97063" y="297641"/>
                  </a:lnTo>
                  <a:lnTo>
                    <a:pt x="95972" y="297440"/>
                  </a:lnTo>
                  <a:lnTo>
                    <a:pt x="95982" y="296810"/>
                  </a:lnTo>
                  <a:lnTo>
                    <a:pt x="95799" y="296494"/>
                  </a:lnTo>
                  <a:lnTo>
                    <a:pt x="94447" y="296749"/>
                  </a:lnTo>
                  <a:lnTo>
                    <a:pt x="94316" y="296555"/>
                  </a:lnTo>
                  <a:lnTo>
                    <a:pt x="94092" y="295928"/>
                  </a:lnTo>
                  <a:lnTo>
                    <a:pt x="94052" y="295224"/>
                  </a:lnTo>
                  <a:lnTo>
                    <a:pt x="94503" y="295148"/>
                  </a:lnTo>
                  <a:lnTo>
                    <a:pt x="94636" y="295118"/>
                  </a:lnTo>
                  <a:lnTo>
                    <a:pt x="94977" y="295001"/>
                  </a:lnTo>
                  <a:lnTo>
                    <a:pt x="94940" y="294848"/>
                  </a:lnTo>
                  <a:lnTo>
                    <a:pt x="94594" y="294849"/>
                  </a:lnTo>
                  <a:lnTo>
                    <a:pt x="93340" y="294866"/>
                  </a:lnTo>
                  <a:lnTo>
                    <a:pt x="93236" y="294721"/>
                  </a:lnTo>
                  <a:lnTo>
                    <a:pt x="93011" y="294771"/>
                  </a:lnTo>
                  <a:lnTo>
                    <a:pt x="92906" y="295081"/>
                  </a:lnTo>
                  <a:lnTo>
                    <a:pt x="92738" y="295083"/>
                  </a:lnTo>
                  <a:lnTo>
                    <a:pt x="92869" y="295372"/>
                  </a:lnTo>
                  <a:lnTo>
                    <a:pt x="92913" y="295838"/>
                  </a:lnTo>
                  <a:lnTo>
                    <a:pt x="92390" y="295835"/>
                  </a:lnTo>
                  <a:lnTo>
                    <a:pt x="92387" y="296007"/>
                  </a:lnTo>
                  <a:lnTo>
                    <a:pt x="92384" y="296214"/>
                  </a:lnTo>
                  <a:lnTo>
                    <a:pt x="92379" y="296461"/>
                  </a:lnTo>
                  <a:lnTo>
                    <a:pt x="92371" y="296930"/>
                  </a:lnTo>
                  <a:lnTo>
                    <a:pt x="92367" y="297175"/>
                  </a:lnTo>
                  <a:lnTo>
                    <a:pt x="92367" y="297458"/>
                  </a:lnTo>
                  <a:lnTo>
                    <a:pt x="91780" y="297453"/>
                  </a:lnTo>
                  <a:lnTo>
                    <a:pt x="91875" y="297134"/>
                  </a:lnTo>
                  <a:lnTo>
                    <a:pt x="90892" y="297126"/>
                  </a:lnTo>
                  <a:lnTo>
                    <a:pt x="91408" y="296449"/>
                  </a:lnTo>
                  <a:lnTo>
                    <a:pt x="91921" y="296296"/>
                  </a:lnTo>
                  <a:lnTo>
                    <a:pt x="91902" y="295870"/>
                  </a:lnTo>
                  <a:lnTo>
                    <a:pt x="91537" y="295829"/>
                  </a:lnTo>
                  <a:lnTo>
                    <a:pt x="90835" y="295829"/>
                  </a:lnTo>
                  <a:lnTo>
                    <a:pt x="90485" y="295857"/>
                  </a:lnTo>
                  <a:lnTo>
                    <a:pt x="90319" y="295147"/>
                  </a:lnTo>
                  <a:lnTo>
                    <a:pt x="90062" y="295143"/>
                  </a:lnTo>
                  <a:lnTo>
                    <a:pt x="89546" y="295419"/>
                  </a:lnTo>
                  <a:lnTo>
                    <a:pt x="89554" y="295589"/>
                  </a:lnTo>
                  <a:lnTo>
                    <a:pt x="89793" y="295583"/>
                  </a:lnTo>
                  <a:lnTo>
                    <a:pt x="90080" y="295982"/>
                  </a:lnTo>
                  <a:lnTo>
                    <a:pt x="89804" y="296373"/>
                  </a:lnTo>
                  <a:lnTo>
                    <a:pt x="89619" y="296413"/>
                  </a:lnTo>
                  <a:lnTo>
                    <a:pt x="89354" y="296409"/>
                  </a:lnTo>
                  <a:lnTo>
                    <a:pt x="88871" y="296206"/>
                  </a:lnTo>
                  <a:lnTo>
                    <a:pt x="88714" y="296152"/>
                  </a:lnTo>
                  <a:lnTo>
                    <a:pt x="88346" y="296209"/>
                  </a:lnTo>
                  <a:lnTo>
                    <a:pt x="88047" y="296283"/>
                  </a:lnTo>
                  <a:lnTo>
                    <a:pt x="87568" y="296401"/>
                  </a:lnTo>
                  <a:lnTo>
                    <a:pt x="87354" y="296423"/>
                  </a:lnTo>
                  <a:lnTo>
                    <a:pt x="87210" y="296447"/>
                  </a:lnTo>
                  <a:lnTo>
                    <a:pt x="86955" y="296507"/>
                  </a:lnTo>
                  <a:lnTo>
                    <a:pt x="86317" y="296920"/>
                  </a:lnTo>
                  <a:lnTo>
                    <a:pt x="86335" y="297390"/>
                  </a:lnTo>
                  <a:lnTo>
                    <a:pt x="86534" y="297421"/>
                  </a:lnTo>
                  <a:lnTo>
                    <a:pt x="86684" y="297444"/>
                  </a:lnTo>
                  <a:lnTo>
                    <a:pt x="86632" y="298039"/>
                  </a:lnTo>
                  <a:lnTo>
                    <a:pt x="86471" y="298200"/>
                  </a:lnTo>
                  <a:lnTo>
                    <a:pt x="86175" y="298493"/>
                  </a:lnTo>
                  <a:lnTo>
                    <a:pt x="85949" y="299107"/>
                  </a:lnTo>
                  <a:lnTo>
                    <a:pt x="86158" y="299395"/>
                  </a:lnTo>
                  <a:lnTo>
                    <a:pt x="85866" y="299417"/>
                  </a:lnTo>
                  <a:lnTo>
                    <a:pt x="85735" y="299234"/>
                  </a:lnTo>
                  <a:lnTo>
                    <a:pt x="85459" y="299354"/>
                  </a:lnTo>
                  <a:lnTo>
                    <a:pt x="85666" y="299798"/>
                  </a:lnTo>
                  <a:lnTo>
                    <a:pt x="85257" y="299914"/>
                  </a:lnTo>
                  <a:lnTo>
                    <a:pt x="85076" y="299593"/>
                  </a:lnTo>
                  <a:lnTo>
                    <a:pt x="84949" y="299403"/>
                  </a:lnTo>
                  <a:lnTo>
                    <a:pt x="84628" y="299304"/>
                  </a:lnTo>
                  <a:lnTo>
                    <a:pt x="84418" y="298927"/>
                  </a:lnTo>
                  <a:lnTo>
                    <a:pt x="84050" y="298745"/>
                  </a:lnTo>
                  <a:lnTo>
                    <a:pt x="83300" y="298669"/>
                  </a:lnTo>
                  <a:lnTo>
                    <a:pt x="83230" y="298544"/>
                  </a:lnTo>
                  <a:lnTo>
                    <a:pt x="82622" y="298709"/>
                  </a:lnTo>
                  <a:lnTo>
                    <a:pt x="82192" y="298936"/>
                  </a:lnTo>
                  <a:lnTo>
                    <a:pt x="82063" y="299060"/>
                  </a:lnTo>
                  <a:lnTo>
                    <a:pt x="81923" y="299275"/>
                  </a:lnTo>
                  <a:lnTo>
                    <a:pt x="81837" y="299704"/>
                  </a:lnTo>
                  <a:lnTo>
                    <a:pt x="81942" y="299885"/>
                  </a:lnTo>
                  <a:lnTo>
                    <a:pt x="82132" y="299982"/>
                  </a:lnTo>
                  <a:lnTo>
                    <a:pt x="82457" y="300312"/>
                  </a:lnTo>
                  <a:lnTo>
                    <a:pt x="82201" y="300591"/>
                  </a:lnTo>
                  <a:lnTo>
                    <a:pt x="81615" y="301009"/>
                  </a:lnTo>
                  <a:lnTo>
                    <a:pt x="82173" y="301056"/>
                  </a:lnTo>
                  <a:lnTo>
                    <a:pt x="82187" y="302078"/>
                  </a:lnTo>
                  <a:lnTo>
                    <a:pt x="82245" y="302308"/>
                  </a:lnTo>
                  <a:lnTo>
                    <a:pt x="82434" y="302471"/>
                  </a:lnTo>
                  <a:lnTo>
                    <a:pt x="82716" y="302340"/>
                  </a:lnTo>
                  <a:lnTo>
                    <a:pt x="82902" y="302180"/>
                  </a:lnTo>
                  <a:lnTo>
                    <a:pt x="84092" y="302189"/>
                  </a:lnTo>
                  <a:lnTo>
                    <a:pt x="84239" y="302292"/>
                  </a:lnTo>
                  <a:lnTo>
                    <a:pt x="84301" y="303286"/>
                  </a:lnTo>
                  <a:lnTo>
                    <a:pt x="84408" y="303420"/>
                  </a:lnTo>
                  <a:lnTo>
                    <a:pt x="84383" y="303673"/>
                  </a:lnTo>
                  <a:lnTo>
                    <a:pt x="83980" y="303649"/>
                  </a:lnTo>
                  <a:lnTo>
                    <a:pt x="83628" y="303397"/>
                  </a:lnTo>
                  <a:lnTo>
                    <a:pt x="83095" y="303345"/>
                  </a:lnTo>
                  <a:lnTo>
                    <a:pt x="82218" y="303593"/>
                  </a:lnTo>
                  <a:lnTo>
                    <a:pt x="81572" y="304113"/>
                  </a:lnTo>
                  <a:lnTo>
                    <a:pt x="80935" y="304457"/>
                  </a:lnTo>
                  <a:lnTo>
                    <a:pt x="80637" y="304523"/>
                  </a:lnTo>
                  <a:lnTo>
                    <a:pt x="80406" y="304567"/>
                  </a:lnTo>
                  <a:lnTo>
                    <a:pt x="79992" y="304548"/>
                  </a:lnTo>
                  <a:lnTo>
                    <a:pt x="79504" y="304588"/>
                  </a:lnTo>
                  <a:lnTo>
                    <a:pt x="78989" y="304796"/>
                  </a:lnTo>
                  <a:lnTo>
                    <a:pt x="78245" y="304944"/>
                  </a:lnTo>
                  <a:lnTo>
                    <a:pt x="77779" y="304782"/>
                  </a:lnTo>
                  <a:lnTo>
                    <a:pt x="77346" y="304871"/>
                  </a:lnTo>
                  <a:lnTo>
                    <a:pt x="77176" y="304916"/>
                  </a:lnTo>
                  <a:lnTo>
                    <a:pt x="76995" y="304981"/>
                  </a:lnTo>
                  <a:lnTo>
                    <a:pt x="76525" y="305330"/>
                  </a:lnTo>
                  <a:lnTo>
                    <a:pt x="76437" y="305547"/>
                  </a:lnTo>
                  <a:lnTo>
                    <a:pt x="76437" y="305960"/>
                  </a:lnTo>
                  <a:lnTo>
                    <a:pt x="76621" y="306362"/>
                  </a:lnTo>
                  <a:lnTo>
                    <a:pt x="76554" y="306676"/>
                  </a:lnTo>
                  <a:lnTo>
                    <a:pt x="76349" y="306774"/>
                  </a:lnTo>
                  <a:lnTo>
                    <a:pt x="75946" y="307052"/>
                  </a:lnTo>
                  <a:lnTo>
                    <a:pt x="75572" y="307651"/>
                  </a:lnTo>
                  <a:lnTo>
                    <a:pt x="75459" y="308033"/>
                  </a:lnTo>
                  <a:lnTo>
                    <a:pt x="75382" y="308291"/>
                  </a:lnTo>
                  <a:lnTo>
                    <a:pt x="75295" y="308524"/>
                  </a:lnTo>
                  <a:lnTo>
                    <a:pt x="75169" y="308659"/>
                  </a:lnTo>
                  <a:lnTo>
                    <a:pt x="74721" y="309140"/>
                  </a:lnTo>
                  <a:lnTo>
                    <a:pt x="74056" y="309992"/>
                  </a:lnTo>
                  <a:lnTo>
                    <a:pt x="73702" y="309816"/>
                  </a:lnTo>
                  <a:lnTo>
                    <a:pt x="73233" y="310026"/>
                  </a:lnTo>
                  <a:lnTo>
                    <a:pt x="72752" y="310673"/>
                  </a:lnTo>
                  <a:lnTo>
                    <a:pt x="72287" y="310963"/>
                  </a:lnTo>
                  <a:lnTo>
                    <a:pt x="71974" y="310998"/>
                  </a:lnTo>
                  <a:lnTo>
                    <a:pt x="71735" y="311370"/>
                  </a:lnTo>
                  <a:lnTo>
                    <a:pt x="71566" y="311469"/>
                  </a:lnTo>
                  <a:lnTo>
                    <a:pt x="71412" y="311517"/>
                  </a:lnTo>
                  <a:lnTo>
                    <a:pt x="71567" y="311717"/>
                  </a:lnTo>
                  <a:lnTo>
                    <a:pt x="71719" y="311629"/>
                  </a:lnTo>
                  <a:lnTo>
                    <a:pt x="71982" y="311476"/>
                  </a:lnTo>
                  <a:lnTo>
                    <a:pt x="72241" y="312236"/>
                  </a:lnTo>
                  <a:lnTo>
                    <a:pt x="71821" y="312545"/>
                  </a:lnTo>
                  <a:lnTo>
                    <a:pt x="71653" y="312612"/>
                  </a:lnTo>
                  <a:lnTo>
                    <a:pt x="71356" y="312665"/>
                  </a:lnTo>
                  <a:lnTo>
                    <a:pt x="71093" y="312406"/>
                  </a:lnTo>
                  <a:lnTo>
                    <a:pt x="70675" y="312339"/>
                  </a:lnTo>
                  <a:lnTo>
                    <a:pt x="70449" y="312617"/>
                  </a:lnTo>
                  <a:lnTo>
                    <a:pt x="70353" y="312993"/>
                  </a:lnTo>
                  <a:lnTo>
                    <a:pt x="70281" y="313316"/>
                  </a:lnTo>
                  <a:lnTo>
                    <a:pt x="70268" y="313501"/>
                  </a:lnTo>
                  <a:lnTo>
                    <a:pt x="70145" y="313671"/>
                  </a:lnTo>
                  <a:lnTo>
                    <a:pt x="69657" y="313763"/>
                  </a:lnTo>
                  <a:lnTo>
                    <a:pt x="69350" y="313743"/>
                  </a:lnTo>
                  <a:lnTo>
                    <a:pt x="69126" y="313611"/>
                  </a:lnTo>
                  <a:lnTo>
                    <a:pt x="68761" y="313543"/>
                  </a:lnTo>
                  <a:lnTo>
                    <a:pt x="68503" y="313739"/>
                  </a:lnTo>
                  <a:lnTo>
                    <a:pt x="68356" y="313919"/>
                  </a:lnTo>
                  <a:lnTo>
                    <a:pt x="68141" y="313999"/>
                  </a:lnTo>
                  <a:lnTo>
                    <a:pt x="68007" y="314050"/>
                  </a:lnTo>
                  <a:lnTo>
                    <a:pt x="67874" y="314113"/>
                  </a:lnTo>
                  <a:lnTo>
                    <a:pt x="67924" y="314429"/>
                  </a:lnTo>
                  <a:lnTo>
                    <a:pt x="68195" y="314680"/>
                  </a:lnTo>
                  <a:lnTo>
                    <a:pt x="68211" y="315076"/>
                  </a:lnTo>
                  <a:lnTo>
                    <a:pt x="67711" y="314870"/>
                  </a:lnTo>
                  <a:lnTo>
                    <a:pt x="67719" y="315230"/>
                  </a:lnTo>
                  <a:lnTo>
                    <a:pt x="67873" y="315236"/>
                  </a:lnTo>
                  <a:lnTo>
                    <a:pt x="68079" y="315452"/>
                  </a:lnTo>
                  <a:lnTo>
                    <a:pt x="67900" y="315818"/>
                  </a:lnTo>
                  <a:lnTo>
                    <a:pt x="67948" y="315939"/>
                  </a:lnTo>
                  <a:lnTo>
                    <a:pt x="68245" y="316092"/>
                  </a:lnTo>
                  <a:lnTo>
                    <a:pt x="68297" y="316402"/>
                  </a:lnTo>
                  <a:lnTo>
                    <a:pt x="68286" y="316606"/>
                  </a:lnTo>
                  <a:lnTo>
                    <a:pt x="68141" y="316792"/>
                  </a:lnTo>
                  <a:lnTo>
                    <a:pt x="68011" y="316958"/>
                  </a:lnTo>
                  <a:lnTo>
                    <a:pt x="67889" y="317113"/>
                  </a:lnTo>
                  <a:lnTo>
                    <a:pt x="67095" y="316697"/>
                  </a:lnTo>
                  <a:lnTo>
                    <a:pt x="67158" y="317049"/>
                  </a:lnTo>
                  <a:lnTo>
                    <a:pt x="66819" y="317405"/>
                  </a:lnTo>
                  <a:lnTo>
                    <a:pt x="66734" y="317597"/>
                  </a:lnTo>
                  <a:lnTo>
                    <a:pt x="67107" y="318164"/>
                  </a:lnTo>
                  <a:lnTo>
                    <a:pt x="67293" y="318097"/>
                  </a:lnTo>
                  <a:lnTo>
                    <a:pt x="67476" y="318589"/>
                  </a:lnTo>
                  <a:lnTo>
                    <a:pt x="67383" y="318863"/>
                  </a:lnTo>
                  <a:lnTo>
                    <a:pt x="67098" y="318936"/>
                  </a:lnTo>
                  <a:lnTo>
                    <a:pt x="66767" y="319024"/>
                  </a:lnTo>
                  <a:lnTo>
                    <a:pt x="66601" y="319072"/>
                  </a:lnTo>
                  <a:lnTo>
                    <a:pt x="66414" y="319127"/>
                  </a:lnTo>
                  <a:lnTo>
                    <a:pt x="66253" y="319213"/>
                  </a:lnTo>
                  <a:lnTo>
                    <a:pt x="65762" y="319534"/>
                  </a:lnTo>
                  <a:lnTo>
                    <a:pt x="65570" y="319636"/>
                  </a:lnTo>
                  <a:lnTo>
                    <a:pt x="65255" y="319802"/>
                  </a:lnTo>
                  <a:lnTo>
                    <a:pt x="65121" y="319857"/>
                  </a:lnTo>
                  <a:lnTo>
                    <a:pt x="64811" y="319984"/>
                  </a:lnTo>
                  <a:lnTo>
                    <a:pt x="64682" y="320041"/>
                  </a:lnTo>
                  <a:lnTo>
                    <a:pt x="63936" y="320719"/>
                  </a:lnTo>
                  <a:lnTo>
                    <a:pt x="64015" y="321049"/>
                  </a:lnTo>
                  <a:lnTo>
                    <a:pt x="64122" y="321351"/>
                  </a:lnTo>
                  <a:lnTo>
                    <a:pt x="64349" y="321980"/>
                  </a:lnTo>
                  <a:lnTo>
                    <a:pt x="64560" y="322290"/>
                  </a:lnTo>
                  <a:lnTo>
                    <a:pt x="64604" y="322421"/>
                  </a:lnTo>
                  <a:lnTo>
                    <a:pt x="64690" y="322848"/>
                  </a:lnTo>
                  <a:lnTo>
                    <a:pt x="64669" y="323231"/>
                  </a:lnTo>
                  <a:lnTo>
                    <a:pt x="64323" y="323363"/>
                  </a:lnTo>
                  <a:lnTo>
                    <a:pt x="64515" y="323605"/>
                  </a:lnTo>
                  <a:lnTo>
                    <a:pt x="64116" y="323948"/>
                  </a:lnTo>
                  <a:lnTo>
                    <a:pt x="63950" y="324564"/>
                  </a:lnTo>
                  <a:lnTo>
                    <a:pt x="63376" y="324705"/>
                  </a:lnTo>
                  <a:lnTo>
                    <a:pt x="62994" y="325083"/>
                  </a:lnTo>
                  <a:lnTo>
                    <a:pt x="62816" y="325259"/>
                  </a:lnTo>
                  <a:lnTo>
                    <a:pt x="62515" y="325503"/>
                  </a:lnTo>
                  <a:lnTo>
                    <a:pt x="62184" y="325773"/>
                  </a:lnTo>
                  <a:lnTo>
                    <a:pt x="62045" y="325966"/>
                  </a:lnTo>
                  <a:lnTo>
                    <a:pt x="61789" y="326199"/>
                  </a:lnTo>
                  <a:lnTo>
                    <a:pt x="61420" y="326207"/>
                  </a:lnTo>
                  <a:lnTo>
                    <a:pt x="60894" y="326218"/>
                  </a:lnTo>
                  <a:lnTo>
                    <a:pt x="60714" y="326207"/>
                  </a:lnTo>
                  <a:lnTo>
                    <a:pt x="60547" y="326169"/>
                  </a:lnTo>
                  <a:lnTo>
                    <a:pt x="60158" y="326123"/>
                  </a:lnTo>
                  <a:lnTo>
                    <a:pt x="59697" y="326087"/>
                  </a:lnTo>
                  <a:lnTo>
                    <a:pt x="59452" y="326094"/>
                  </a:lnTo>
                  <a:lnTo>
                    <a:pt x="58982" y="326227"/>
                  </a:lnTo>
                  <a:lnTo>
                    <a:pt x="58750" y="326335"/>
                  </a:lnTo>
                  <a:lnTo>
                    <a:pt x="58448" y="326398"/>
                  </a:lnTo>
                  <a:lnTo>
                    <a:pt x="57955" y="326500"/>
                  </a:lnTo>
                  <a:lnTo>
                    <a:pt x="57702" y="326531"/>
                  </a:lnTo>
                  <a:lnTo>
                    <a:pt x="57503" y="326555"/>
                  </a:lnTo>
                  <a:lnTo>
                    <a:pt x="57101" y="326587"/>
                  </a:lnTo>
                  <a:lnTo>
                    <a:pt x="56690" y="326700"/>
                  </a:lnTo>
                  <a:lnTo>
                    <a:pt x="56304" y="326979"/>
                  </a:lnTo>
                  <a:lnTo>
                    <a:pt x="56461" y="327121"/>
                  </a:lnTo>
                  <a:lnTo>
                    <a:pt x="56124" y="327464"/>
                  </a:lnTo>
                  <a:lnTo>
                    <a:pt x="55753" y="327726"/>
                  </a:lnTo>
                  <a:lnTo>
                    <a:pt x="55346" y="327998"/>
                  </a:lnTo>
                  <a:lnTo>
                    <a:pt x="55116" y="328075"/>
                  </a:lnTo>
                  <a:lnTo>
                    <a:pt x="54749" y="328191"/>
                  </a:lnTo>
                  <a:lnTo>
                    <a:pt x="54475" y="328252"/>
                  </a:lnTo>
                  <a:lnTo>
                    <a:pt x="54334" y="328300"/>
                  </a:lnTo>
                  <a:lnTo>
                    <a:pt x="54136" y="328384"/>
                  </a:lnTo>
                  <a:lnTo>
                    <a:pt x="53784" y="328555"/>
                  </a:lnTo>
                  <a:lnTo>
                    <a:pt x="53489" y="328661"/>
                  </a:lnTo>
                  <a:lnTo>
                    <a:pt x="53212" y="328861"/>
                  </a:lnTo>
                  <a:lnTo>
                    <a:pt x="53193" y="328990"/>
                  </a:lnTo>
                  <a:lnTo>
                    <a:pt x="53016" y="329048"/>
                  </a:lnTo>
                  <a:lnTo>
                    <a:pt x="52581" y="329193"/>
                  </a:lnTo>
                  <a:lnTo>
                    <a:pt x="52414" y="329248"/>
                  </a:lnTo>
                  <a:lnTo>
                    <a:pt x="52257" y="329301"/>
                  </a:lnTo>
                  <a:lnTo>
                    <a:pt x="52082" y="329349"/>
                  </a:lnTo>
                  <a:lnTo>
                    <a:pt x="51911" y="329395"/>
                  </a:lnTo>
                  <a:lnTo>
                    <a:pt x="51565" y="329492"/>
                  </a:lnTo>
                  <a:lnTo>
                    <a:pt x="51250" y="329602"/>
                  </a:lnTo>
                  <a:lnTo>
                    <a:pt x="50788" y="329819"/>
                  </a:lnTo>
                  <a:lnTo>
                    <a:pt x="50641" y="329898"/>
                  </a:lnTo>
                  <a:lnTo>
                    <a:pt x="50509" y="329938"/>
                  </a:lnTo>
                  <a:lnTo>
                    <a:pt x="50368" y="329982"/>
                  </a:lnTo>
                  <a:lnTo>
                    <a:pt x="49336" y="330298"/>
                  </a:lnTo>
                  <a:lnTo>
                    <a:pt x="49190" y="330357"/>
                  </a:lnTo>
                  <a:lnTo>
                    <a:pt x="48142" y="330662"/>
                  </a:lnTo>
                  <a:lnTo>
                    <a:pt x="47128" y="330950"/>
                  </a:lnTo>
                  <a:lnTo>
                    <a:pt x="46385" y="331124"/>
                  </a:lnTo>
                  <a:lnTo>
                    <a:pt x="45862" y="331384"/>
                  </a:lnTo>
                  <a:lnTo>
                    <a:pt x="45986" y="331632"/>
                  </a:lnTo>
                  <a:lnTo>
                    <a:pt x="45545" y="331650"/>
                  </a:lnTo>
                  <a:lnTo>
                    <a:pt x="45396" y="331513"/>
                  </a:lnTo>
                  <a:lnTo>
                    <a:pt x="45232" y="331551"/>
                  </a:lnTo>
                  <a:lnTo>
                    <a:pt x="45012" y="331602"/>
                  </a:lnTo>
                  <a:lnTo>
                    <a:pt x="44747" y="331659"/>
                  </a:lnTo>
                  <a:lnTo>
                    <a:pt x="44561" y="331716"/>
                  </a:lnTo>
                  <a:lnTo>
                    <a:pt x="43833" y="331991"/>
                  </a:lnTo>
                  <a:lnTo>
                    <a:pt x="43188" y="332135"/>
                  </a:lnTo>
                  <a:lnTo>
                    <a:pt x="42827" y="332253"/>
                  </a:lnTo>
                  <a:lnTo>
                    <a:pt x="42580" y="332357"/>
                  </a:lnTo>
                  <a:lnTo>
                    <a:pt x="42422" y="332452"/>
                  </a:lnTo>
                  <a:lnTo>
                    <a:pt x="41931" y="332772"/>
                  </a:lnTo>
                  <a:lnTo>
                    <a:pt x="41754" y="332936"/>
                  </a:lnTo>
                  <a:lnTo>
                    <a:pt x="41565" y="333197"/>
                  </a:lnTo>
                  <a:lnTo>
                    <a:pt x="41101" y="333942"/>
                  </a:lnTo>
                  <a:lnTo>
                    <a:pt x="41172" y="334249"/>
                  </a:lnTo>
                  <a:lnTo>
                    <a:pt x="41450" y="334790"/>
                  </a:lnTo>
                  <a:lnTo>
                    <a:pt x="40763" y="334903"/>
                  </a:lnTo>
                  <a:lnTo>
                    <a:pt x="40364" y="334890"/>
                  </a:lnTo>
                  <a:lnTo>
                    <a:pt x="40103" y="335071"/>
                  </a:lnTo>
                  <a:lnTo>
                    <a:pt x="39942" y="335139"/>
                  </a:lnTo>
                  <a:lnTo>
                    <a:pt x="39452" y="335145"/>
                  </a:lnTo>
                  <a:lnTo>
                    <a:pt x="38870" y="335106"/>
                  </a:lnTo>
                  <a:lnTo>
                    <a:pt x="38445" y="334558"/>
                  </a:lnTo>
                  <a:lnTo>
                    <a:pt x="38507" y="334292"/>
                  </a:lnTo>
                  <a:lnTo>
                    <a:pt x="38766" y="333948"/>
                  </a:lnTo>
                  <a:lnTo>
                    <a:pt x="38940" y="333381"/>
                  </a:lnTo>
                  <a:lnTo>
                    <a:pt x="38514" y="333152"/>
                  </a:lnTo>
                  <a:lnTo>
                    <a:pt x="38276" y="332920"/>
                  </a:lnTo>
                  <a:lnTo>
                    <a:pt x="37788" y="332737"/>
                  </a:lnTo>
                  <a:lnTo>
                    <a:pt x="37318" y="332666"/>
                  </a:lnTo>
                  <a:lnTo>
                    <a:pt x="37205" y="332832"/>
                  </a:lnTo>
                  <a:lnTo>
                    <a:pt x="37132" y="332983"/>
                  </a:lnTo>
                  <a:lnTo>
                    <a:pt x="36643" y="333089"/>
                  </a:lnTo>
                  <a:lnTo>
                    <a:pt x="36212" y="332806"/>
                  </a:lnTo>
                  <a:lnTo>
                    <a:pt x="36029" y="332664"/>
                  </a:lnTo>
                  <a:lnTo>
                    <a:pt x="35703" y="332692"/>
                  </a:lnTo>
                  <a:lnTo>
                    <a:pt x="35242" y="331842"/>
                  </a:lnTo>
                  <a:lnTo>
                    <a:pt x="35571" y="331381"/>
                  </a:lnTo>
                  <a:lnTo>
                    <a:pt x="35574" y="331135"/>
                  </a:lnTo>
                  <a:lnTo>
                    <a:pt x="35325" y="331068"/>
                  </a:lnTo>
                  <a:lnTo>
                    <a:pt x="35072" y="330918"/>
                  </a:lnTo>
                  <a:lnTo>
                    <a:pt x="34574" y="329927"/>
                  </a:lnTo>
                  <a:lnTo>
                    <a:pt x="35026" y="329487"/>
                  </a:lnTo>
                  <a:lnTo>
                    <a:pt x="35073" y="329194"/>
                  </a:lnTo>
                  <a:lnTo>
                    <a:pt x="35282" y="328318"/>
                  </a:lnTo>
                  <a:lnTo>
                    <a:pt x="34972" y="327403"/>
                  </a:lnTo>
                  <a:lnTo>
                    <a:pt x="34988" y="326971"/>
                  </a:lnTo>
                  <a:lnTo>
                    <a:pt x="34934" y="326461"/>
                  </a:lnTo>
                  <a:lnTo>
                    <a:pt x="34614" y="325753"/>
                  </a:lnTo>
                  <a:lnTo>
                    <a:pt x="33973" y="325787"/>
                  </a:lnTo>
                  <a:lnTo>
                    <a:pt x="33698" y="325821"/>
                  </a:lnTo>
                  <a:lnTo>
                    <a:pt x="33773" y="326087"/>
                  </a:lnTo>
                  <a:lnTo>
                    <a:pt x="33301" y="325989"/>
                  </a:lnTo>
                  <a:lnTo>
                    <a:pt x="33234" y="325855"/>
                  </a:lnTo>
                  <a:lnTo>
                    <a:pt x="32831" y="325730"/>
                  </a:lnTo>
                  <a:lnTo>
                    <a:pt x="32234" y="325164"/>
                  </a:lnTo>
                  <a:lnTo>
                    <a:pt x="32132" y="324857"/>
                  </a:lnTo>
                  <a:lnTo>
                    <a:pt x="31544" y="324403"/>
                  </a:lnTo>
                  <a:lnTo>
                    <a:pt x="31173" y="324654"/>
                  </a:lnTo>
                  <a:lnTo>
                    <a:pt x="30921" y="324790"/>
                  </a:lnTo>
                  <a:lnTo>
                    <a:pt x="30670" y="324774"/>
                  </a:lnTo>
                  <a:lnTo>
                    <a:pt x="30153" y="324809"/>
                  </a:lnTo>
                  <a:lnTo>
                    <a:pt x="30282" y="324200"/>
                  </a:lnTo>
                  <a:lnTo>
                    <a:pt x="30600" y="323803"/>
                  </a:lnTo>
                  <a:lnTo>
                    <a:pt x="30802" y="323379"/>
                  </a:lnTo>
                  <a:lnTo>
                    <a:pt x="31113" y="322885"/>
                  </a:lnTo>
                  <a:lnTo>
                    <a:pt x="30931" y="322315"/>
                  </a:lnTo>
                  <a:lnTo>
                    <a:pt x="30726" y="322064"/>
                  </a:lnTo>
                  <a:lnTo>
                    <a:pt x="30521" y="321994"/>
                  </a:lnTo>
                  <a:lnTo>
                    <a:pt x="30309" y="321875"/>
                  </a:lnTo>
                  <a:lnTo>
                    <a:pt x="29695" y="321454"/>
                  </a:lnTo>
                  <a:lnTo>
                    <a:pt x="29661" y="320468"/>
                  </a:lnTo>
                  <a:lnTo>
                    <a:pt x="29467" y="320213"/>
                  </a:lnTo>
                  <a:lnTo>
                    <a:pt x="29130" y="320053"/>
                  </a:lnTo>
                  <a:lnTo>
                    <a:pt x="28910" y="319923"/>
                  </a:lnTo>
                  <a:lnTo>
                    <a:pt x="28758" y="319698"/>
                  </a:lnTo>
                  <a:lnTo>
                    <a:pt x="28934" y="319381"/>
                  </a:lnTo>
                  <a:lnTo>
                    <a:pt x="29090" y="319151"/>
                  </a:lnTo>
                  <a:lnTo>
                    <a:pt x="28921" y="318806"/>
                  </a:lnTo>
                  <a:lnTo>
                    <a:pt x="28775" y="318694"/>
                  </a:lnTo>
                  <a:lnTo>
                    <a:pt x="28723" y="318532"/>
                  </a:lnTo>
                  <a:lnTo>
                    <a:pt x="28301" y="318276"/>
                  </a:lnTo>
                  <a:lnTo>
                    <a:pt x="28373" y="318080"/>
                  </a:lnTo>
                  <a:lnTo>
                    <a:pt x="28736" y="317734"/>
                  </a:lnTo>
                  <a:lnTo>
                    <a:pt x="28913" y="317599"/>
                  </a:lnTo>
                  <a:lnTo>
                    <a:pt x="29024" y="316970"/>
                  </a:lnTo>
                  <a:lnTo>
                    <a:pt x="28882" y="316648"/>
                  </a:lnTo>
                  <a:lnTo>
                    <a:pt x="29036" y="316405"/>
                  </a:lnTo>
                  <a:lnTo>
                    <a:pt x="29029" y="316171"/>
                  </a:lnTo>
                  <a:lnTo>
                    <a:pt x="28749" y="316079"/>
                  </a:lnTo>
                  <a:lnTo>
                    <a:pt x="28891" y="315460"/>
                  </a:lnTo>
                  <a:lnTo>
                    <a:pt x="29146" y="315099"/>
                  </a:lnTo>
                  <a:lnTo>
                    <a:pt x="29054" y="314337"/>
                  </a:lnTo>
                  <a:lnTo>
                    <a:pt x="28755" y="314131"/>
                  </a:lnTo>
                  <a:lnTo>
                    <a:pt x="28521" y="314090"/>
                  </a:lnTo>
                  <a:lnTo>
                    <a:pt x="28340" y="314036"/>
                  </a:lnTo>
                  <a:lnTo>
                    <a:pt x="28192" y="313898"/>
                  </a:lnTo>
                  <a:lnTo>
                    <a:pt x="27661" y="313388"/>
                  </a:lnTo>
                  <a:lnTo>
                    <a:pt x="27702" y="313133"/>
                  </a:lnTo>
                  <a:lnTo>
                    <a:pt x="27760" y="312858"/>
                  </a:lnTo>
                  <a:lnTo>
                    <a:pt x="27181" y="312662"/>
                  </a:lnTo>
                  <a:lnTo>
                    <a:pt x="27053" y="312342"/>
                  </a:lnTo>
                  <a:lnTo>
                    <a:pt x="27267" y="312061"/>
                  </a:lnTo>
                  <a:lnTo>
                    <a:pt x="27588" y="311823"/>
                  </a:lnTo>
                  <a:lnTo>
                    <a:pt x="27737" y="311770"/>
                  </a:lnTo>
                  <a:lnTo>
                    <a:pt x="27943" y="311641"/>
                  </a:lnTo>
                  <a:lnTo>
                    <a:pt x="27635" y="311351"/>
                  </a:lnTo>
                  <a:lnTo>
                    <a:pt x="26933" y="310726"/>
                  </a:lnTo>
                  <a:lnTo>
                    <a:pt x="26744" y="310625"/>
                  </a:lnTo>
                  <a:lnTo>
                    <a:pt x="26277" y="310800"/>
                  </a:lnTo>
                  <a:lnTo>
                    <a:pt x="26011" y="310851"/>
                  </a:lnTo>
                  <a:lnTo>
                    <a:pt x="25635" y="310679"/>
                  </a:lnTo>
                  <a:lnTo>
                    <a:pt x="25378" y="310575"/>
                  </a:lnTo>
                  <a:lnTo>
                    <a:pt x="25222" y="310854"/>
                  </a:lnTo>
                  <a:lnTo>
                    <a:pt x="25120" y="310996"/>
                  </a:lnTo>
                  <a:lnTo>
                    <a:pt x="24926" y="311267"/>
                  </a:lnTo>
                  <a:lnTo>
                    <a:pt x="24817" y="311407"/>
                  </a:lnTo>
                  <a:lnTo>
                    <a:pt x="24594" y="311541"/>
                  </a:lnTo>
                  <a:lnTo>
                    <a:pt x="24216" y="311388"/>
                  </a:lnTo>
                  <a:lnTo>
                    <a:pt x="23687" y="311217"/>
                  </a:lnTo>
                  <a:lnTo>
                    <a:pt x="23440" y="311569"/>
                  </a:lnTo>
                  <a:lnTo>
                    <a:pt x="23126" y="311398"/>
                  </a:lnTo>
                  <a:lnTo>
                    <a:pt x="22784" y="311042"/>
                  </a:lnTo>
                  <a:lnTo>
                    <a:pt x="22460" y="311115"/>
                  </a:lnTo>
                  <a:lnTo>
                    <a:pt x="22193" y="311181"/>
                  </a:lnTo>
                  <a:lnTo>
                    <a:pt x="21650" y="311341"/>
                  </a:lnTo>
                  <a:lnTo>
                    <a:pt x="21585" y="311497"/>
                  </a:lnTo>
                  <a:lnTo>
                    <a:pt x="21457" y="311711"/>
                  </a:lnTo>
                  <a:lnTo>
                    <a:pt x="21105" y="311790"/>
                  </a:lnTo>
                  <a:lnTo>
                    <a:pt x="20909" y="311381"/>
                  </a:lnTo>
                  <a:lnTo>
                    <a:pt x="21087" y="311011"/>
                  </a:lnTo>
                  <a:lnTo>
                    <a:pt x="20853" y="310831"/>
                  </a:lnTo>
                  <a:lnTo>
                    <a:pt x="20562" y="310783"/>
                  </a:lnTo>
                  <a:lnTo>
                    <a:pt x="20227" y="310871"/>
                  </a:lnTo>
                  <a:lnTo>
                    <a:pt x="19780" y="311091"/>
                  </a:lnTo>
                  <a:lnTo>
                    <a:pt x="19348" y="311329"/>
                  </a:lnTo>
                  <a:lnTo>
                    <a:pt x="19220" y="311564"/>
                  </a:lnTo>
                  <a:lnTo>
                    <a:pt x="18727" y="311507"/>
                  </a:lnTo>
                  <a:lnTo>
                    <a:pt x="18519" y="311338"/>
                  </a:lnTo>
                  <a:lnTo>
                    <a:pt x="18273" y="311455"/>
                  </a:lnTo>
                  <a:lnTo>
                    <a:pt x="17715" y="311667"/>
                  </a:lnTo>
                  <a:lnTo>
                    <a:pt x="17444" y="311508"/>
                  </a:lnTo>
                  <a:lnTo>
                    <a:pt x="17272" y="311280"/>
                  </a:lnTo>
                  <a:lnTo>
                    <a:pt x="16451" y="311279"/>
                  </a:lnTo>
                  <a:lnTo>
                    <a:pt x="16002" y="311271"/>
                  </a:lnTo>
                  <a:lnTo>
                    <a:pt x="15977" y="311142"/>
                  </a:lnTo>
                  <a:lnTo>
                    <a:pt x="15734" y="310789"/>
                  </a:lnTo>
                  <a:lnTo>
                    <a:pt x="15354" y="310621"/>
                  </a:lnTo>
                  <a:lnTo>
                    <a:pt x="15152" y="310509"/>
                  </a:lnTo>
                  <a:lnTo>
                    <a:pt x="14872" y="309944"/>
                  </a:lnTo>
                  <a:lnTo>
                    <a:pt x="14696" y="309830"/>
                  </a:lnTo>
                  <a:lnTo>
                    <a:pt x="14480" y="309593"/>
                  </a:lnTo>
                  <a:lnTo>
                    <a:pt x="14675" y="309235"/>
                  </a:lnTo>
                  <a:lnTo>
                    <a:pt x="15013" y="308947"/>
                  </a:lnTo>
                  <a:lnTo>
                    <a:pt x="15156" y="308829"/>
                  </a:lnTo>
                  <a:lnTo>
                    <a:pt x="15281" y="308497"/>
                  </a:lnTo>
                  <a:lnTo>
                    <a:pt x="14768" y="308248"/>
                  </a:lnTo>
                  <a:lnTo>
                    <a:pt x="14096" y="308167"/>
                  </a:lnTo>
                  <a:lnTo>
                    <a:pt x="13034" y="308033"/>
                  </a:lnTo>
                  <a:lnTo>
                    <a:pt x="12767" y="308160"/>
                  </a:lnTo>
                  <a:lnTo>
                    <a:pt x="12209" y="308556"/>
                  </a:lnTo>
                  <a:lnTo>
                    <a:pt x="12038" y="308091"/>
                  </a:lnTo>
                  <a:lnTo>
                    <a:pt x="12054" y="307825"/>
                  </a:lnTo>
                  <a:lnTo>
                    <a:pt x="11695" y="307350"/>
                  </a:lnTo>
                  <a:lnTo>
                    <a:pt x="11535" y="307047"/>
                  </a:lnTo>
                  <a:lnTo>
                    <a:pt x="11934" y="306596"/>
                  </a:lnTo>
                  <a:lnTo>
                    <a:pt x="12106" y="306481"/>
                  </a:lnTo>
                  <a:lnTo>
                    <a:pt x="12359" y="306405"/>
                  </a:lnTo>
                  <a:lnTo>
                    <a:pt x="12669" y="306169"/>
                  </a:lnTo>
                  <a:lnTo>
                    <a:pt x="12988" y="305791"/>
                  </a:lnTo>
                  <a:lnTo>
                    <a:pt x="13144" y="305197"/>
                  </a:lnTo>
                  <a:lnTo>
                    <a:pt x="12919" y="304758"/>
                  </a:lnTo>
                  <a:lnTo>
                    <a:pt x="12219" y="304372"/>
                  </a:lnTo>
                  <a:lnTo>
                    <a:pt x="11906" y="304642"/>
                  </a:lnTo>
                  <a:lnTo>
                    <a:pt x="11750" y="304745"/>
                  </a:lnTo>
                  <a:lnTo>
                    <a:pt x="11450" y="304913"/>
                  </a:lnTo>
                  <a:lnTo>
                    <a:pt x="11131" y="305003"/>
                  </a:lnTo>
                  <a:lnTo>
                    <a:pt x="10760" y="305380"/>
                  </a:lnTo>
                  <a:lnTo>
                    <a:pt x="10379" y="305610"/>
                  </a:lnTo>
                  <a:lnTo>
                    <a:pt x="10015" y="305764"/>
                  </a:lnTo>
                  <a:lnTo>
                    <a:pt x="9846" y="305720"/>
                  </a:lnTo>
                  <a:lnTo>
                    <a:pt x="9635" y="305629"/>
                  </a:lnTo>
                  <a:lnTo>
                    <a:pt x="9456" y="305463"/>
                  </a:lnTo>
                  <a:lnTo>
                    <a:pt x="9123" y="305167"/>
                  </a:lnTo>
                  <a:lnTo>
                    <a:pt x="8947" y="305166"/>
                  </a:lnTo>
                  <a:lnTo>
                    <a:pt x="8660" y="305488"/>
                  </a:lnTo>
                  <a:lnTo>
                    <a:pt x="8464" y="305785"/>
                  </a:lnTo>
                  <a:lnTo>
                    <a:pt x="8049" y="305712"/>
                  </a:lnTo>
                  <a:lnTo>
                    <a:pt x="7932" y="305375"/>
                  </a:lnTo>
                  <a:lnTo>
                    <a:pt x="7926" y="305243"/>
                  </a:lnTo>
                  <a:lnTo>
                    <a:pt x="7834" y="304999"/>
                  </a:lnTo>
                  <a:lnTo>
                    <a:pt x="6945" y="304533"/>
                  </a:lnTo>
                  <a:lnTo>
                    <a:pt x="6680" y="304563"/>
                  </a:lnTo>
                  <a:lnTo>
                    <a:pt x="6359" y="304709"/>
                  </a:lnTo>
                  <a:lnTo>
                    <a:pt x="6022" y="304346"/>
                  </a:lnTo>
                  <a:lnTo>
                    <a:pt x="5642" y="304203"/>
                  </a:lnTo>
                  <a:lnTo>
                    <a:pt x="5433" y="304080"/>
                  </a:lnTo>
                  <a:lnTo>
                    <a:pt x="5131" y="303801"/>
                  </a:lnTo>
                  <a:lnTo>
                    <a:pt x="4424" y="303275"/>
                  </a:lnTo>
                  <a:lnTo>
                    <a:pt x="4390" y="303021"/>
                  </a:lnTo>
                  <a:lnTo>
                    <a:pt x="4354" y="302791"/>
                  </a:lnTo>
                  <a:lnTo>
                    <a:pt x="3999" y="302079"/>
                  </a:lnTo>
                  <a:lnTo>
                    <a:pt x="3759" y="301992"/>
                  </a:lnTo>
                  <a:lnTo>
                    <a:pt x="3501" y="301950"/>
                  </a:lnTo>
                  <a:lnTo>
                    <a:pt x="2705" y="301751"/>
                  </a:lnTo>
                  <a:lnTo>
                    <a:pt x="2548" y="301713"/>
                  </a:lnTo>
                  <a:lnTo>
                    <a:pt x="2357" y="301691"/>
                  </a:lnTo>
                  <a:lnTo>
                    <a:pt x="2208" y="301487"/>
                  </a:lnTo>
                  <a:lnTo>
                    <a:pt x="2399" y="301094"/>
                  </a:lnTo>
                  <a:lnTo>
                    <a:pt x="2475" y="300785"/>
                  </a:lnTo>
                  <a:lnTo>
                    <a:pt x="2029" y="300696"/>
                  </a:lnTo>
                  <a:lnTo>
                    <a:pt x="1799" y="300758"/>
                  </a:lnTo>
                  <a:lnTo>
                    <a:pt x="1487" y="300610"/>
                  </a:lnTo>
                  <a:lnTo>
                    <a:pt x="1273" y="300464"/>
                  </a:lnTo>
                  <a:lnTo>
                    <a:pt x="1142" y="300200"/>
                  </a:lnTo>
                  <a:lnTo>
                    <a:pt x="782" y="300034"/>
                  </a:lnTo>
                  <a:lnTo>
                    <a:pt x="668" y="299856"/>
                  </a:lnTo>
                  <a:lnTo>
                    <a:pt x="382" y="299723"/>
                  </a:lnTo>
                  <a:lnTo>
                    <a:pt x="130" y="299755"/>
                  </a:lnTo>
                  <a:lnTo>
                    <a:pt x="26" y="299390"/>
                  </a:lnTo>
                  <a:lnTo>
                    <a:pt x="0" y="299202"/>
                  </a:lnTo>
                  <a:lnTo>
                    <a:pt x="267" y="298606"/>
                  </a:lnTo>
                  <a:lnTo>
                    <a:pt x="523" y="297964"/>
                  </a:lnTo>
                  <a:lnTo>
                    <a:pt x="730" y="297842"/>
                  </a:lnTo>
                  <a:lnTo>
                    <a:pt x="959" y="297708"/>
                  </a:lnTo>
                  <a:lnTo>
                    <a:pt x="1015" y="297511"/>
                  </a:lnTo>
                  <a:lnTo>
                    <a:pt x="1240" y="297117"/>
                  </a:lnTo>
                  <a:lnTo>
                    <a:pt x="1378" y="296912"/>
                  </a:lnTo>
                  <a:lnTo>
                    <a:pt x="1549" y="296565"/>
                  </a:lnTo>
                  <a:lnTo>
                    <a:pt x="1693" y="295806"/>
                  </a:lnTo>
                  <a:lnTo>
                    <a:pt x="1710" y="295215"/>
                  </a:lnTo>
                  <a:lnTo>
                    <a:pt x="1679" y="294779"/>
                  </a:lnTo>
                  <a:lnTo>
                    <a:pt x="1624" y="294316"/>
                  </a:lnTo>
                  <a:lnTo>
                    <a:pt x="1879" y="294179"/>
                  </a:lnTo>
                  <a:lnTo>
                    <a:pt x="1989" y="293734"/>
                  </a:lnTo>
                  <a:lnTo>
                    <a:pt x="2042" y="293357"/>
                  </a:lnTo>
                  <a:lnTo>
                    <a:pt x="2073" y="293050"/>
                  </a:lnTo>
                  <a:lnTo>
                    <a:pt x="2178" y="292748"/>
                  </a:lnTo>
                  <a:lnTo>
                    <a:pt x="2782" y="292433"/>
                  </a:lnTo>
                  <a:lnTo>
                    <a:pt x="3245" y="292598"/>
                  </a:lnTo>
                  <a:lnTo>
                    <a:pt x="3571" y="292805"/>
                  </a:lnTo>
                  <a:lnTo>
                    <a:pt x="3991" y="292892"/>
                  </a:lnTo>
                  <a:lnTo>
                    <a:pt x="4882" y="292830"/>
                  </a:lnTo>
                  <a:lnTo>
                    <a:pt x="5082" y="292736"/>
                  </a:lnTo>
                  <a:lnTo>
                    <a:pt x="5715" y="292469"/>
                  </a:lnTo>
                  <a:lnTo>
                    <a:pt x="6004" y="292446"/>
                  </a:lnTo>
                  <a:lnTo>
                    <a:pt x="6156" y="292114"/>
                  </a:lnTo>
                  <a:lnTo>
                    <a:pt x="6406" y="291738"/>
                  </a:lnTo>
                  <a:lnTo>
                    <a:pt x="6774" y="291494"/>
                  </a:lnTo>
                  <a:lnTo>
                    <a:pt x="6735" y="291223"/>
                  </a:lnTo>
                  <a:lnTo>
                    <a:pt x="6776" y="290744"/>
                  </a:lnTo>
                  <a:lnTo>
                    <a:pt x="5952" y="290548"/>
                  </a:lnTo>
                  <a:lnTo>
                    <a:pt x="5454" y="290647"/>
                  </a:lnTo>
                  <a:lnTo>
                    <a:pt x="5160" y="290438"/>
                  </a:lnTo>
                  <a:lnTo>
                    <a:pt x="5027" y="290337"/>
                  </a:lnTo>
                  <a:lnTo>
                    <a:pt x="4797" y="290229"/>
                  </a:lnTo>
                  <a:lnTo>
                    <a:pt x="4097" y="290263"/>
                  </a:lnTo>
                  <a:lnTo>
                    <a:pt x="3675" y="289799"/>
                  </a:lnTo>
                  <a:lnTo>
                    <a:pt x="3489" y="289381"/>
                  </a:lnTo>
                  <a:lnTo>
                    <a:pt x="3569" y="288718"/>
                  </a:lnTo>
                  <a:lnTo>
                    <a:pt x="3946" y="288278"/>
                  </a:lnTo>
                  <a:lnTo>
                    <a:pt x="4434" y="287799"/>
                  </a:lnTo>
                  <a:lnTo>
                    <a:pt x="4590" y="287573"/>
                  </a:lnTo>
                  <a:lnTo>
                    <a:pt x="5538" y="287779"/>
                  </a:lnTo>
                  <a:lnTo>
                    <a:pt x="5969" y="287969"/>
                  </a:lnTo>
                  <a:lnTo>
                    <a:pt x="6351" y="288058"/>
                  </a:lnTo>
                  <a:lnTo>
                    <a:pt x="6660" y="288076"/>
                  </a:lnTo>
                  <a:lnTo>
                    <a:pt x="7163" y="288311"/>
                  </a:lnTo>
                  <a:lnTo>
                    <a:pt x="7391" y="288299"/>
                  </a:lnTo>
                  <a:lnTo>
                    <a:pt x="7589" y="288116"/>
                  </a:lnTo>
                  <a:lnTo>
                    <a:pt x="8137" y="287744"/>
                  </a:lnTo>
                  <a:lnTo>
                    <a:pt x="8580" y="287869"/>
                  </a:lnTo>
                  <a:lnTo>
                    <a:pt x="8794" y="287721"/>
                  </a:lnTo>
                  <a:lnTo>
                    <a:pt x="8952" y="287494"/>
                  </a:lnTo>
                  <a:lnTo>
                    <a:pt x="9071" y="287147"/>
                  </a:lnTo>
                  <a:lnTo>
                    <a:pt x="9094" y="286699"/>
                  </a:lnTo>
                  <a:lnTo>
                    <a:pt x="9079" y="286398"/>
                  </a:lnTo>
                  <a:lnTo>
                    <a:pt x="9170" y="285958"/>
                  </a:lnTo>
                  <a:lnTo>
                    <a:pt x="9193" y="285698"/>
                  </a:lnTo>
                  <a:lnTo>
                    <a:pt x="9107" y="285088"/>
                  </a:lnTo>
                  <a:lnTo>
                    <a:pt x="9273" y="285100"/>
                  </a:lnTo>
                  <a:lnTo>
                    <a:pt x="9644" y="285163"/>
                  </a:lnTo>
                  <a:lnTo>
                    <a:pt x="9842" y="285150"/>
                  </a:lnTo>
                  <a:lnTo>
                    <a:pt x="10629" y="284998"/>
                  </a:lnTo>
                  <a:lnTo>
                    <a:pt x="10952" y="284928"/>
                  </a:lnTo>
                  <a:lnTo>
                    <a:pt x="11320" y="284751"/>
                  </a:lnTo>
                  <a:lnTo>
                    <a:pt x="11437" y="284475"/>
                  </a:lnTo>
                  <a:lnTo>
                    <a:pt x="11536" y="284221"/>
                  </a:lnTo>
                  <a:lnTo>
                    <a:pt x="11957" y="283778"/>
                  </a:lnTo>
                  <a:lnTo>
                    <a:pt x="12322" y="283479"/>
                  </a:lnTo>
                  <a:lnTo>
                    <a:pt x="13031" y="282907"/>
                  </a:lnTo>
                  <a:lnTo>
                    <a:pt x="13193" y="282841"/>
                  </a:lnTo>
                  <a:lnTo>
                    <a:pt x="13385" y="282778"/>
                  </a:lnTo>
                  <a:lnTo>
                    <a:pt x="13580" y="282599"/>
                  </a:lnTo>
                  <a:lnTo>
                    <a:pt x="13202" y="282106"/>
                  </a:lnTo>
                  <a:lnTo>
                    <a:pt x="12901" y="282071"/>
                  </a:lnTo>
                  <a:lnTo>
                    <a:pt x="12647" y="281888"/>
                  </a:lnTo>
                  <a:lnTo>
                    <a:pt x="12469" y="281639"/>
                  </a:lnTo>
                  <a:lnTo>
                    <a:pt x="13065" y="281324"/>
                  </a:lnTo>
                  <a:lnTo>
                    <a:pt x="13368" y="281369"/>
                  </a:lnTo>
                  <a:lnTo>
                    <a:pt x="13677" y="281314"/>
                  </a:lnTo>
                  <a:lnTo>
                    <a:pt x="13950" y="281226"/>
                  </a:lnTo>
                  <a:lnTo>
                    <a:pt x="14067" y="280917"/>
                  </a:lnTo>
                  <a:lnTo>
                    <a:pt x="14015" y="280353"/>
                  </a:lnTo>
                  <a:lnTo>
                    <a:pt x="14945" y="279784"/>
                  </a:lnTo>
                  <a:lnTo>
                    <a:pt x="15315" y="279310"/>
                  </a:lnTo>
                  <a:lnTo>
                    <a:pt x="15552" y="278794"/>
                  </a:lnTo>
                  <a:lnTo>
                    <a:pt x="15532" y="278432"/>
                  </a:lnTo>
                  <a:lnTo>
                    <a:pt x="15274" y="277250"/>
                  </a:lnTo>
                  <a:lnTo>
                    <a:pt x="15325" y="277051"/>
                  </a:lnTo>
                  <a:lnTo>
                    <a:pt x="15569" y="276823"/>
                  </a:lnTo>
                  <a:lnTo>
                    <a:pt x="16005" y="276716"/>
                  </a:lnTo>
                  <a:lnTo>
                    <a:pt x="16723" y="276615"/>
                  </a:lnTo>
                  <a:lnTo>
                    <a:pt x="17358" y="276822"/>
                  </a:lnTo>
                  <a:lnTo>
                    <a:pt x="17828" y="276402"/>
                  </a:lnTo>
                  <a:lnTo>
                    <a:pt x="17908" y="276205"/>
                  </a:lnTo>
                  <a:lnTo>
                    <a:pt x="18122" y="275830"/>
                  </a:lnTo>
                  <a:lnTo>
                    <a:pt x="18169" y="276001"/>
                  </a:lnTo>
                  <a:lnTo>
                    <a:pt x="18198" y="276283"/>
                  </a:lnTo>
                  <a:lnTo>
                    <a:pt x="18322" y="276554"/>
                  </a:lnTo>
                  <a:lnTo>
                    <a:pt x="18490" y="276595"/>
                  </a:lnTo>
                  <a:lnTo>
                    <a:pt x="18748" y="276147"/>
                  </a:lnTo>
                  <a:lnTo>
                    <a:pt x="18345" y="275314"/>
                  </a:lnTo>
                  <a:lnTo>
                    <a:pt x="18500" y="274922"/>
                  </a:lnTo>
                  <a:lnTo>
                    <a:pt x="18679" y="274764"/>
                  </a:lnTo>
                  <a:lnTo>
                    <a:pt x="18719" y="274550"/>
                  </a:lnTo>
                  <a:lnTo>
                    <a:pt x="18693" y="274085"/>
                  </a:lnTo>
                  <a:lnTo>
                    <a:pt x="18445" y="273846"/>
                  </a:lnTo>
                  <a:lnTo>
                    <a:pt x="17941" y="273709"/>
                  </a:lnTo>
                  <a:lnTo>
                    <a:pt x="17974" y="273510"/>
                  </a:lnTo>
                  <a:lnTo>
                    <a:pt x="18229" y="273262"/>
                  </a:lnTo>
                  <a:lnTo>
                    <a:pt x="18761" y="272976"/>
                  </a:lnTo>
                  <a:lnTo>
                    <a:pt x="19182" y="272971"/>
                  </a:lnTo>
                  <a:lnTo>
                    <a:pt x="19485" y="273020"/>
                  </a:lnTo>
                  <a:lnTo>
                    <a:pt x="20144" y="272671"/>
                  </a:lnTo>
                  <a:lnTo>
                    <a:pt x="20495" y="272473"/>
                  </a:lnTo>
                  <a:lnTo>
                    <a:pt x="20394" y="272105"/>
                  </a:lnTo>
                  <a:lnTo>
                    <a:pt x="20249" y="271498"/>
                  </a:lnTo>
                  <a:lnTo>
                    <a:pt x="20284" y="271285"/>
                  </a:lnTo>
                  <a:lnTo>
                    <a:pt x="20809" y="270548"/>
                  </a:lnTo>
                  <a:lnTo>
                    <a:pt x="21007" y="270458"/>
                  </a:lnTo>
                  <a:lnTo>
                    <a:pt x="21222" y="270354"/>
                  </a:lnTo>
                  <a:lnTo>
                    <a:pt x="21259" y="269437"/>
                  </a:lnTo>
                  <a:lnTo>
                    <a:pt x="21199" y="269174"/>
                  </a:lnTo>
                  <a:lnTo>
                    <a:pt x="21539" y="268696"/>
                  </a:lnTo>
                  <a:lnTo>
                    <a:pt x="21285" y="268432"/>
                  </a:lnTo>
                  <a:lnTo>
                    <a:pt x="21016" y="268233"/>
                  </a:lnTo>
                  <a:lnTo>
                    <a:pt x="20730" y="267765"/>
                  </a:lnTo>
                  <a:lnTo>
                    <a:pt x="20558" y="267645"/>
                  </a:lnTo>
                  <a:lnTo>
                    <a:pt x="20193" y="267349"/>
                  </a:lnTo>
                  <a:lnTo>
                    <a:pt x="20115" y="267191"/>
                  </a:lnTo>
                  <a:lnTo>
                    <a:pt x="19939" y="266766"/>
                  </a:lnTo>
                  <a:lnTo>
                    <a:pt x="19955" y="266251"/>
                  </a:lnTo>
                  <a:lnTo>
                    <a:pt x="21077" y="266372"/>
                  </a:lnTo>
                  <a:lnTo>
                    <a:pt x="21266" y="266407"/>
                  </a:lnTo>
                  <a:lnTo>
                    <a:pt x="21938" y="266436"/>
                  </a:lnTo>
                  <a:lnTo>
                    <a:pt x="21883" y="265620"/>
                  </a:lnTo>
                  <a:lnTo>
                    <a:pt x="22132" y="265558"/>
                  </a:lnTo>
                  <a:lnTo>
                    <a:pt x="21842" y="265153"/>
                  </a:lnTo>
                  <a:lnTo>
                    <a:pt x="21203" y="264895"/>
                  </a:lnTo>
                  <a:lnTo>
                    <a:pt x="20734" y="264755"/>
                  </a:lnTo>
                  <a:lnTo>
                    <a:pt x="19994" y="264402"/>
                  </a:lnTo>
                  <a:lnTo>
                    <a:pt x="19766" y="264387"/>
                  </a:lnTo>
                  <a:lnTo>
                    <a:pt x="19373" y="264191"/>
                  </a:lnTo>
                  <a:lnTo>
                    <a:pt x="19084" y="263721"/>
                  </a:lnTo>
                  <a:lnTo>
                    <a:pt x="18893" y="263496"/>
                  </a:lnTo>
                  <a:lnTo>
                    <a:pt x="18682" y="263253"/>
                  </a:lnTo>
                  <a:lnTo>
                    <a:pt x="18475" y="263021"/>
                  </a:lnTo>
                  <a:lnTo>
                    <a:pt x="18009" y="263004"/>
                  </a:lnTo>
                  <a:lnTo>
                    <a:pt x="17894" y="262681"/>
                  </a:lnTo>
                  <a:lnTo>
                    <a:pt x="18044" y="261928"/>
                  </a:lnTo>
                  <a:lnTo>
                    <a:pt x="18044" y="261764"/>
                  </a:lnTo>
                  <a:lnTo>
                    <a:pt x="17982" y="261082"/>
                  </a:lnTo>
                  <a:lnTo>
                    <a:pt x="17849" y="260927"/>
                  </a:lnTo>
                  <a:lnTo>
                    <a:pt x="17693" y="260702"/>
                  </a:lnTo>
                  <a:lnTo>
                    <a:pt x="17508" y="260177"/>
                  </a:lnTo>
                  <a:lnTo>
                    <a:pt x="17530" y="259876"/>
                  </a:lnTo>
                  <a:lnTo>
                    <a:pt x="17789" y="259472"/>
                  </a:lnTo>
                  <a:lnTo>
                    <a:pt x="17588" y="258438"/>
                  </a:lnTo>
                  <a:lnTo>
                    <a:pt x="17721" y="258348"/>
                  </a:lnTo>
                  <a:lnTo>
                    <a:pt x="17993" y="258141"/>
                  </a:lnTo>
                  <a:lnTo>
                    <a:pt x="17988" y="257417"/>
                  </a:lnTo>
                  <a:lnTo>
                    <a:pt x="17820" y="257365"/>
                  </a:lnTo>
                  <a:lnTo>
                    <a:pt x="17258" y="257022"/>
                  </a:lnTo>
                  <a:lnTo>
                    <a:pt x="17138" y="256627"/>
                  </a:lnTo>
                  <a:lnTo>
                    <a:pt x="17258" y="256421"/>
                  </a:lnTo>
                  <a:lnTo>
                    <a:pt x="17817" y="255943"/>
                  </a:lnTo>
                  <a:lnTo>
                    <a:pt x="17963" y="255799"/>
                  </a:lnTo>
                  <a:lnTo>
                    <a:pt x="18165" y="255222"/>
                  </a:lnTo>
                  <a:lnTo>
                    <a:pt x="18154" y="254497"/>
                  </a:lnTo>
                  <a:lnTo>
                    <a:pt x="18210" y="254344"/>
                  </a:lnTo>
                  <a:lnTo>
                    <a:pt x="18282" y="254151"/>
                  </a:lnTo>
                  <a:lnTo>
                    <a:pt x="18516" y="253732"/>
                  </a:lnTo>
                  <a:lnTo>
                    <a:pt x="18537" y="253597"/>
                  </a:lnTo>
                  <a:lnTo>
                    <a:pt x="18618" y="253340"/>
                  </a:lnTo>
                  <a:lnTo>
                    <a:pt x="18654" y="252609"/>
                  </a:lnTo>
                  <a:lnTo>
                    <a:pt x="18575" y="252474"/>
                  </a:lnTo>
                  <a:lnTo>
                    <a:pt x="18496" y="251939"/>
                  </a:lnTo>
                  <a:lnTo>
                    <a:pt x="18798" y="251596"/>
                  </a:lnTo>
                  <a:lnTo>
                    <a:pt x="18774" y="251319"/>
                  </a:lnTo>
                  <a:lnTo>
                    <a:pt x="18792" y="250617"/>
                  </a:lnTo>
                  <a:lnTo>
                    <a:pt x="18767" y="250406"/>
                  </a:lnTo>
                  <a:lnTo>
                    <a:pt x="18469" y="249841"/>
                  </a:lnTo>
                  <a:lnTo>
                    <a:pt x="18624" y="249526"/>
                  </a:lnTo>
                  <a:lnTo>
                    <a:pt x="18678" y="249305"/>
                  </a:lnTo>
                  <a:lnTo>
                    <a:pt x="18594" y="248775"/>
                  </a:lnTo>
                  <a:lnTo>
                    <a:pt x="18897" y="248152"/>
                  </a:lnTo>
                  <a:lnTo>
                    <a:pt x="19184" y="247949"/>
                  </a:lnTo>
                  <a:lnTo>
                    <a:pt x="19313" y="247826"/>
                  </a:lnTo>
                  <a:lnTo>
                    <a:pt x="19746" y="247264"/>
                  </a:lnTo>
                  <a:lnTo>
                    <a:pt x="19916" y="246933"/>
                  </a:lnTo>
                  <a:lnTo>
                    <a:pt x="20158" y="246587"/>
                  </a:lnTo>
                  <a:lnTo>
                    <a:pt x="20409" y="246173"/>
                  </a:lnTo>
                  <a:lnTo>
                    <a:pt x="20474" y="245916"/>
                  </a:lnTo>
                  <a:lnTo>
                    <a:pt x="20573" y="245482"/>
                  </a:lnTo>
                  <a:lnTo>
                    <a:pt x="20753" y="244904"/>
                  </a:lnTo>
                  <a:lnTo>
                    <a:pt x="20584" y="243990"/>
                  </a:lnTo>
                  <a:lnTo>
                    <a:pt x="20648" y="243764"/>
                  </a:lnTo>
                  <a:lnTo>
                    <a:pt x="20745" y="243315"/>
                  </a:lnTo>
                  <a:lnTo>
                    <a:pt x="20298" y="242634"/>
                  </a:lnTo>
                  <a:lnTo>
                    <a:pt x="19878" y="242365"/>
                  </a:lnTo>
                  <a:lnTo>
                    <a:pt x="19084" y="242096"/>
                  </a:lnTo>
                  <a:lnTo>
                    <a:pt x="18431" y="242147"/>
                  </a:lnTo>
                  <a:lnTo>
                    <a:pt x="18257" y="242084"/>
                  </a:lnTo>
                  <a:lnTo>
                    <a:pt x="17903" y="241905"/>
                  </a:lnTo>
                  <a:lnTo>
                    <a:pt x="17749" y="241655"/>
                  </a:lnTo>
                  <a:lnTo>
                    <a:pt x="17550" y="240655"/>
                  </a:lnTo>
                  <a:lnTo>
                    <a:pt x="16993" y="240364"/>
                  </a:lnTo>
                  <a:lnTo>
                    <a:pt x="16999" y="240221"/>
                  </a:lnTo>
                  <a:lnTo>
                    <a:pt x="16941" y="239951"/>
                  </a:lnTo>
                  <a:lnTo>
                    <a:pt x="16534" y="239225"/>
                  </a:lnTo>
                  <a:lnTo>
                    <a:pt x="16282" y="238982"/>
                  </a:lnTo>
                  <a:lnTo>
                    <a:pt x="16097" y="238998"/>
                  </a:lnTo>
                  <a:lnTo>
                    <a:pt x="15958" y="239007"/>
                  </a:lnTo>
                  <a:lnTo>
                    <a:pt x="15477" y="238887"/>
                  </a:lnTo>
                  <a:lnTo>
                    <a:pt x="15139" y="238434"/>
                  </a:lnTo>
                  <a:lnTo>
                    <a:pt x="15512" y="238176"/>
                  </a:lnTo>
                  <a:lnTo>
                    <a:pt x="15745" y="237574"/>
                  </a:lnTo>
                  <a:lnTo>
                    <a:pt x="15951" y="237391"/>
                  </a:lnTo>
                  <a:lnTo>
                    <a:pt x="16253" y="237146"/>
                  </a:lnTo>
                  <a:lnTo>
                    <a:pt x="16591" y="236637"/>
                  </a:lnTo>
                  <a:lnTo>
                    <a:pt x="16653" y="236448"/>
                  </a:lnTo>
                  <a:lnTo>
                    <a:pt x="16684" y="235889"/>
                  </a:lnTo>
                  <a:lnTo>
                    <a:pt x="17026" y="235592"/>
                  </a:lnTo>
                  <a:lnTo>
                    <a:pt x="17213" y="235539"/>
                  </a:lnTo>
                  <a:lnTo>
                    <a:pt x="17454" y="235494"/>
                  </a:lnTo>
                  <a:lnTo>
                    <a:pt x="17847" y="235428"/>
                  </a:lnTo>
                  <a:lnTo>
                    <a:pt x="18533" y="234936"/>
                  </a:lnTo>
                  <a:lnTo>
                    <a:pt x="18986" y="234400"/>
                  </a:lnTo>
                  <a:lnTo>
                    <a:pt x="19136" y="234206"/>
                  </a:lnTo>
                  <a:lnTo>
                    <a:pt x="19417" y="234039"/>
                  </a:lnTo>
                  <a:lnTo>
                    <a:pt x="19928" y="233961"/>
                  </a:lnTo>
                  <a:lnTo>
                    <a:pt x="20516" y="234051"/>
                  </a:lnTo>
                  <a:lnTo>
                    <a:pt x="21183" y="233809"/>
                  </a:lnTo>
                  <a:lnTo>
                    <a:pt x="22079" y="233635"/>
                  </a:lnTo>
                  <a:lnTo>
                    <a:pt x="22666" y="233361"/>
                  </a:lnTo>
                  <a:lnTo>
                    <a:pt x="22755" y="232965"/>
                  </a:lnTo>
                  <a:lnTo>
                    <a:pt x="23107" y="232693"/>
                  </a:lnTo>
                  <a:lnTo>
                    <a:pt x="23325" y="232670"/>
                  </a:lnTo>
                  <a:lnTo>
                    <a:pt x="23569" y="232641"/>
                  </a:lnTo>
                  <a:lnTo>
                    <a:pt x="24307" y="232216"/>
                  </a:lnTo>
                  <a:lnTo>
                    <a:pt x="24854" y="231686"/>
                  </a:lnTo>
                  <a:lnTo>
                    <a:pt x="24971" y="231368"/>
                  </a:lnTo>
                  <a:lnTo>
                    <a:pt x="25183" y="231070"/>
                  </a:lnTo>
                  <a:lnTo>
                    <a:pt x="25270" y="230737"/>
                  </a:lnTo>
                  <a:lnTo>
                    <a:pt x="25298" y="230396"/>
                  </a:lnTo>
                  <a:lnTo>
                    <a:pt x="25323" y="230219"/>
                  </a:lnTo>
                  <a:lnTo>
                    <a:pt x="25661" y="230262"/>
                  </a:lnTo>
                  <a:lnTo>
                    <a:pt x="26026" y="230894"/>
                  </a:lnTo>
                  <a:lnTo>
                    <a:pt x="26332" y="230980"/>
                  </a:lnTo>
                  <a:lnTo>
                    <a:pt x="26800" y="231323"/>
                  </a:lnTo>
                  <a:lnTo>
                    <a:pt x="27097" y="231263"/>
                  </a:lnTo>
                  <a:lnTo>
                    <a:pt x="27825" y="231428"/>
                  </a:lnTo>
                  <a:lnTo>
                    <a:pt x="28029" y="231504"/>
                  </a:lnTo>
                  <a:lnTo>
                    <a:pt x="28060" y="231718"/>
                  </a:lnTo>
                  <a:lnTo>
                    <a:pt x="27985" y="232464"/>
                  </a:lnTo>
                  <a:lnTo>
                    <a:pt x="27662" y="232936"/>
                  </a:lnTo>
                  <a:lnTo>
                    <a:pt x="27319" y="233131"/>
                  </a:lnTo>
                  <a:lnTo>
                    <a:pt x="26933" y="233807"/>
                  </a:lnTo>
                  <a:lnTo>
                    <a:pt x="26778" y="234122"/>
                  </a:lnTo>
                  <a:lnTo>
                    <a:pt x="26826" y="234452"/>
                  </a:lnTo>
                  <a:lnTo>
                    <a:pt x="27306" y="234371"/>
                  </a:lnTo>
                  <a:lnTo>
                    <a:pt x="27694" y="234437"/>
                  </a:lnTo>
                  <a:lnTo>
                    <a:pt x="27995" y="234201"/>
                  </a:lnTo>
                  <a:lnTo>
                    <a:pt x="28067" y="234412"/>
                  </a:lnTo>
                  <a:lnTo>
                    <a:pt x="28072" y="234960"/>
                  </a:lnTo>
                  <a:lnTo>
                    <a:pt x="28416" y="234835"/>
                  </a:lnTo>
                  <a:lnTo>
                    <a:pt x="28755" y="235019"/>
                  </a:lnTo>
                  <a:lnTo>
                    <a:pt x="29206" y="235067"/>
                  </a:lnTo>
                  <a:lnTo>
                    <a:pt x="29449" y="235130"/>
                  </a:lnTo>
                  <a:lnTo>
                    <a:pt x="29632" y="235586"/>
                  </a:lnTo>
                  <a:lnTo>
                    <a:pt x="29653" y="235831"/>
                  </a:lnTo>
                  <a:lnTo>
                    <a:pt x="29937" y="236131"/>
                  </a:lnTo>
                  <a:lnTo>
                    <a:pt x="30127" y="236061"/>
                  </a:lnTo>
                  <a:lnTo>
                    <a:pt x="30480" y="236358"/>
                  </a:lnTo>
                  <a:lnTo>
                    <a:pt x="30614" y="236532"/>
                  </a:lnTo>
                  <a:lnTo>
                    <a:pt x="31009" y="236800"/>
                  </a:lnTo>
                  <a:lnTo>
                    <a:pt x="31623" y="236737"/>
                  </a:lnTo>
                  <a:lnTo>
                    <a:pt x="31886" y="236668"/>
                  </a:lnTo>
                  <a:lnTo>
                    <a:pt x="32190" y="236710"/>
                  </a:lnTo>
                  <a:lnTo>
                    <a:pt x="32405" y="236988"/>
                  </a:lnTo>
                  <a:lnTo>
                    <a:pt x="33256" y="237417"/>
                  </a:lnTo>
                  <a:lnTo>
                    <a:pt x="33462" y="237321"/>
                  </a:lnTo>
                  <a:lnTo>
                    <a:pt x="33742" y="237642"/>
                  </a:lnTo>
                  <a:lnTo>
                    <a:pt x="34600" y="237852"/>
                  </a:lnTo>
                  <a:lnTo>
                    <a:pt x="34965" y="237894"/>
                  </a:lnTo>
                  <a:lnTo>
                    <a:pt x="35211" y="237853"/>
                  </a:lnTo>
                  <a:lnTo>
                    <a:pt x="35482" y="238013"/>
                  </a:lnTo>
                  <a:lnTo>
                    <a:pt x="35634" y="238039"/>
                  </a:lnTo>
                  <a:lnTo>
                    <a:pt x="36074" y="237990"/>
                  </a:lnTo>
                  <a:lnTo>
                    <a:pt x="36471" y="237829"/>
                  </a:lnTo>
                  <a:lnTo>
                    <a:pt x="36817" y="237873"/>
                  </a:lnTo>
                  <a:lnTo>
                    <a:pt x="36964" y="237915"/>
                  </a:lnTo>
                  <a:lnTo>
                    <a:pt x="37284" y="237993"/>
                  </a:lnTo>
                  <a:lnTo>
                    <a:pt x="37463" y="237950"/>
                  </a:lnTo>
                  <a:lnTo>
                    <a:pt x="37860" y="237895"/>
                  </a:lnTo>
                  <a:lnTo>
                    <a:pt x="38604" y="238005"/>
                  </a:lnTo>
                  <a:lnTo>
                    <a:pt x="38740" y="238203"/>
                  </a:lnTo>
                  <a:lnTo>
                    <a:pt x="38874" y="238410"/>
                  </a:lnTo>
                  <a:lnTo>
                    <a:pt x="38919" y="238796"/>
                  </a:lnTo>
                  <a:lnTo>
                    <a:pt x="39207" y="239398"/>
                  </a:lnTo>
                  <a:lnTo>
                    <a:pt x="39104" y="239543"/>
                  </a:lnTo>
                  <a:lnTo>
                    <a:pt x="39013" y="239670"/>
                  </a:lnTo>
                  <a:lnTo>
                    <a:pt x="38955" y="240114"/>
                  </a:lnTo>
                  <a:lnTo>
                    <a:pt x="38889" y="240311"/>
                  </a:lnTo>
                  <a:lnTo>
                    <a:pt x="38561" y="240796"/>
                  </a:lnTo>
                  <a:lnTo>
                    <a:pt x="38068" y="241041"/>
                  </a:lnTo>
                  <a:lnTo>
                    <a:pt x="38199" y="241818"/>
                  </a:lnTo>
                  <a:lnTo>
                    <a:pt x="38367" y="242031"/>
                  </a:lnTo>
                  <a:lnTo>
                    <a:pt x="38479" y="242388"/>
                  </a:lnTo>
                  <a:lnTo>
                    <a:pt x="38441" y="242819"/>
                  </a:lnTo>
                  <a:lnTo>
                    <a:pt x="38571" y="243001"/>
                  </a:lnTo>
                  <a:lnTo>
                    <a:pt x="38991" y="243082"/>
                  </a:lnTo>
                  <a:lnTo>
                    <a:pt x="39826" y="244013"/>
                  </a:lnTo>
                  <a:lnTo>
                    <a:pt x="40150" y="244926"/>
                  </a:lnTo>
                  <a:lnTo>
                    <a:pt x="40462" y="245225"/>
                  </a:lnTo>
                  <a:lnTo>
                    <a:pt x="40774" y="245917"/>
                  </a:lnTo>
                  <a:lnTo>
                    <a:pt x="40729" y="246391"/>
                  </a:lnTo>
                  <a:lnTo>
                    <a:pt x="41116" y="246630"/>
                  </a:lnTo>
                  <a:lnTo>
                    <a:pt x="41549" y="246779"/>
                  </a:lnTo>
                  <a:lnTo>
                    <a:pt x="41578" y="246987"/>
                  </a:lnTo>
                  <a:lnTo>
                    <a:pt x="41680" y="247260"/>
                  </a:lnTo>
                  <a:lnTo>
                    <a:pt x="41906" y="247710"/>
                  </a:lnTo>
                  <a:lnTo>
                    <a:pt x="42100" y="247929"/>
                  </a:lnTo>
                  <a:lnTo>
                    <a:pt x="42271" y="248071"/>
                  </a:lnTo>
                  <a:lnTo>
                    <a:pt x="42542" y="248201"/>
                  </a:lnTo>
                  <a:lnTo>
                    <a:pt x="42867" y="248296"/>
                  </a:lnTo>
                  <a:lnTo>
                    <a:pt x="42998" y="248556"/>
                  </a:lnTo>
                  <a:lnTo>
                    <a:pt x="43096" y="248862"/>
                  </a:lnTo>
                  <a:lnTo>
                    <a:pt x="43123" y="249050"/>
                  </a:lnTo>
                  <a:lnTo>
                    <a:pt x="43106" y="249390"/>
                  </a:lnTo>
                  <a:lnTo>
                    <a:pt x="43084" y="249545"/>
                  </a:lnTo>
                  <a:lnTo>
                    <a:pt x="42967" y="249973"/>
                  </a:lnTo>
                  <a:lnTo>
                    <a:pt x="42867" y="250406"/>
                  </a:lnTo>
                  <a:lnTo>
                    <a:pt x="42924" y="250790"/>
                  </a:lnTo>
                  <a:lnTo>
                    <a:pt x="43612" y="251116"/>
                  </a:lnTo>
                  <a:lnTo>
                    <a:pt x="44283" y="251678"/>
                  </a:lnTo>
                  <a:lnTo>
                    <a:pt x="44318" y="251837"/>
                  </a:lnTo>
                  <a:lnTo>
                    <a:pt x="44277" y="251974"/>
                  </a:lnTo>
                  <a:lnTo>
                    <a:pt x="44242" y="252175"/>
                  </a:lnTo>
                  <a:lnTo>
                    <a:pt x="44254" y="252540"/>
                  </a:lnTo>
                  <a:lnTo>
                    <a:pt x="44286" y="252741"/>
                  </a:lnTo>
                  <a:lnTo>
                    <a:pt x="44656" y="253246"/>
                  </a:lnTo>
                  <a:lnTo>
                    <a:pt x="44950" y="253751"/>
                  </a:lnTo>
                  <a:lnTo>
                    <a:pt x="44920" y="254037"/>
                  </a:lnTo>
                  <a:lnTo>
                    <a:pt x="45419" y="255026"/>
                  </a:lnTo>
                  <a:lnTo>
                    <a:pt x="46228" y="255120"/>
                  </a:lnTo>
                  <a:lnTo>
                    <a:pt x="46198" y="255384"/>
                  </a:lnTo>
                  <a:lnTo>
                    <a:pt x="46207" y="255526"/>
                  </a:lnTo>
                  <a:lnTo>
                    <a:pt x="46285" y="255917"/>
                  </a:lnTo>
                  <a:lnTo>
                    <a:pt x="45780" y="256847"/>
                  </a:lnTo>
                  <a:lnTo>
                    <a:pt x="46127" y="257045"/>
                  </a:lnTo>
                  <a:lnTo>
                    <a:pt x="46389" y="257308"/>
                  </a:lnTo>
                  <a:lnTo>
                    <a:pt x="45864" y="257903"/>
                  </a:lnTo>
                  <a:lnTo>
                    <a:pt x="45924" y="259360"/>
                  </a:lnTo>
                  <a:lnTo>
                    <a:pt x="46149" y="260024"/>
                  </a:lnTo>
                  <a:lnTo>
                    <a:pt x="46537" y="260068"/>
                  </a:lnTo>
                  <a:lnTo>
                    <a:pt x="46681" y="260177"/>
                  </a:lnTo>
                  <a:lnTo>
                    <a:pt x="47394" y="260387"/>
                  </a:lnTo>
                  <a:lnTo>
                    <a:pt x="47827" y="260618"/>
                  </a:lnTo>
                  <a:lnTo>
                    <a:pt x="48125" y="260442"/>
                  </a:lnTo>
                  <a:lnTo>
                    <a:pt x="48539" y="260344"/>
                  </a:lnTo>
                  <a:lnTo>
                    <a:pt x="48699" y="260074"/>
                  </a:lnTo>
                  <a:lnTo>
                    <a:pt x="49037" y="259775"/>
                  </a:lnTo>
                  <a:lnTo>
                    <a:pt x="49201" y="259685"/>
                  </a:lnTo>
                  <a:lnTo>
                    <a:pt x="49636" y="259355"/>
                  </a:lnTo>
                  <a:lnTo>
                    <a:pt x="49908" y="259046"/>
                  </a:lnTo>
                  <a:lnTo>
                    <a:pt x="49793" y="258912"/>
                  </a:lnTo>
                  <a:lnTo>
                    <a:pt x="49623" y="258524"/>
                  </a:lnTo>
                  <a:lnTo>
                    <a:pt x="49531" y="258019"/>
                  </a:lnTo>
                  <a:lnTo>
                    <a:pt x="49477" y="257435"/>
                  </a:lnTo>
                  <a:lnTo>
                    <a:pt x="49515" y="257221"/>
                  </a:lnTo>
                  <a:lnTo>
                    <a:pt x="49830" y="256983"/>
                  </a:lnTo>
                  <a:lnTo>
                    <a:pt x="50064" y="256856"/>
                  </a:lnTo>
                  <a:lnTo>
                    <a:pt x="50224" y="256469"/>
                  </a:lnTo>
                  <a:lnTo>
                    <a:pt x="50724" y="256019"/>
                  </a:lnTo>
                  <a:lnTo>
                    <a:pt x="51188" y="255208"/>
                  </a:lnTo>
                  <a:lnTo>
                    <a:pt x="51493" y="255107"/>
                  </a:lnTo>
                  <a:lnTo>
                    <a:pt x="51712" y="254948"/>
                  </a:lnTo>
                  <a:lnTo>
                    <a:pt x="51844" y="254389"/>
                  </a:lnTo>
                  <a:lnTo>
                    <a:pt x="52168" y="253845"/>
                  </a:lnTo>
                  <a:lnTo>
                    <a:pt x="52456" y="253731"/>
                  </a:lnTo>
                  <a:lnTo>
                    <a:pt x="52867" y="253596"/>
                  </a:lnTo>
                  <a:lnTo>
                    <a:pt x="53048" y="253526"/>
                  </a:lnTo>
                  <a:lnTo>
                    <a:pt x="53354" y="253378"/>
                  </a:lnTo>
                  <a:lnTo>
                    <a:pt x="53340" y="253238"/>
                  </a:lnTo>
                  <a:lnTo>
                    <a:pt x="53560" y="253070"/>
                  </a:lnTo>
                  <a:lnTo>
                    <a:pt x="53761" y="252869"/>
                  </a:lnTo>
                  <a:lnTo>
                    <a:pt x="54086" y="252467"/>
                  </a:lnTo>
                  <a:lnTo>
                    <a:pt x="54417" y="252328"/>
                  </a:lnTo>
                  <a:lnTo>
                    <a:pt x="55136" y="252378"/>
                  </a:lnTo>
                  <a:lnTo>
                    <a:pt x="55468" y="252457"/>
                  </a:lnTo>
                  <a:lnTo>
                    <a:pt x="55676" y="252500"/>
                  </a:lnTo>
                  <a:lnTo>
                    <a:pt x="55866" y="252257"/>
                  </a:lnTo>
                  <a:lnTo>
                    <a:pt x="55995" y="252092"/>
                  </a:lnTo>
                  <a:lnTo>
                    <a:pt x="55763" y="251766"/>
                  </a:lnTo>
                  <a:lnTo>
                    <a:pt x="55552" y="251670"/>
                  </a:lnTo>
                  <a:lnTo>
                    <a:pt x="55076" y="251687"/>
                  </a:lnTo>
                  <a:lnTo>
                    <a:pt x="54746" y="251544"/>
                  </a:lnTo>
                  <a:lnTo>
                    <a:pt x="54901" y="250877"/>
                  </a:lnTo>
                  <a:lnTo>
                    <a:pt x="54983" y="250685"/>
                  </a:lnTo>
                  <a:lnTo>
                    <a:pt x="55220" y="250519"/>
                  </a:lnTo>
                  <a:lnTo>
                    <a:pt x="55420" y="250927"/>
                  </a:lnTo>
                  <a:lnTo>
                    <a:pt x="55461" y="250688"/>
                  </a:lnTo>
                  <a:lnTo>
                    <a:pt x="55409" y="250480"/>
                  </a:lnTo>
                  <a:lnTo>
                    <a:pt x="55628" y="250115"/>
                  </a:lnTo>
                  <a:lnTo>
                    <a:pt x="56002" y="250036"/>
                  </a:lnTo>
                  <a:lnTo>
                    <a:pt x="56324" y="250131"/>
                  </a:lnTo>
                  <a:lnTo>
                    <a:pt x="56382" y="250500"/>
                  </a:lnTo>
                  <a:lnTo>
                    <a:pt x="56812" y="250146"/>
                  </a:lnTo>
                  <a:lnTo>
                    <a:pt x="56535" y="249821"/>
                  </a:lnTo>
                  <a:lnTo>
                    <a:pt x="56688" y="249190"/>
                  </a:lnTo>
                  <a:lnTo>
                    <a:pt x="57487" y="248779"/>
                  </a:lnTo>
                  <a:lnTo>
                    <a:pt x="57540" y="248530"/>
                  </a:lnTo>
                  <a:lnTo>
                    <a:pt x="57482" y="248343"/>
                  </a:lnTo>
                  <a:lnTo>
                    <a:pt x="57929" y="248227"/>
                  </a:lnTo>
                  <a:lnTo>
                    <a:pt x="58664" y="247797"/>
                  </a:lnTo>
                  <a:lnTo>
                    <a:pt x="59005" y="247512"/>
                  </a:lnTo>
                  <a:lnTo>
                    <a:pt x="59640" y="247843"/>
                  </a:lnTo>
                  <a:lnTo>
                    <a:pt x="60063" y="247944"/>
                  </a:lnTo>
                  <a:lnTo>
                    <a:pt x="60456" y="247958"/>
                  </a:lnTo>
                  <a:lnTo>
                    <a:pt x="60681" y="247927"/>
                  </a:lnTo>
                  <a:lnTo>
                    <a:pt x="60835" y="247873"/>
                  </a:lnTo>
                  <a:lnTo>
                    <a:pt x="60753" y="247613"/>
                  </a:lnTo>
                  <a:lnTo>
                    <a:pt x="60650" y="247336"/>
                  </a:lnTo>
                  <a:lnTo>
                    <a:pt x="61276" y="246971"/>
                  </a:lnTo>
                  <a:lnTo>
                    <a:pt x="62063" y="245924"/>
                  </a:lnTo>
                  <a:lnTo>
                    <a:pt x="62022" y="245551"/>
                  </a:lnTo>
                  <a:lnTo>
                    <a:pt x="61897" y="245038"/>
                  </a:lnTo>
                  <a:lnTo>
                    <a:pt x="62326" y="244744"/>
                  </a:lnTo>
                  <a:lnTo>
                    <a:pt x="62664" y="244579"/>
                  </a:lnTo>
                  <a:lnTo>
                    <a:pt x="63081" y="244469"/>
                  </a:lnTo>
                  <a:lnTo>
                    <a:pt x="63225" y="244459"/>
                  </a:lnTo>
                  <a:lnTo>
                    <a:pt x="63390" y="244370"/>
                  </a:lnTo>
                  <a:lnTo>
                    <a:pt x="63532" y="244249"/>
                  </a:lnTo>
                  <a:lnTo>
                    <a:pt x="63263" y="243497"/>
                  </a:lnTo>
                  <a:lnTo>
                    <a:pt x="63776" y="243201"/>
                  </a:lnTo>
                  <a:lnTo>
                    <a:pt x="63579" y="243070"/>
                  </a:lnTo>
                  <a:lnTo>
                    <a:pt x="63221" y="243229"/>
                  </a:lnTo>
                  <a:lnTo>
                    <a:pt x="62918" y="243217"/>
                  </a:lnTo>
                  <a:lnTo>
                    <a:pt x="62716" y="242903"/>
                  </a:lnTo>
                  <a:lnTo>
                    <a:pt x="63048" y="242321"/>
                  </a:lnTo>
                  <a:lnTo>
                    <a:pt x="63367" y="242116"/>
                  </a:lnTo>
                  <a:lnTo>
                    <a:pt x="63650" y="242005"/>
                  </a:lnTo>
                  <a:lnTo>
                    <a:pt x="63898" y="241843"/>
                  </a:lnTo>
                  <a:lnTo>
                    <a:pt x="64481" y="241432"/>
                  </a:lnTo>
                  <a:lnTo>
                    <a:pt x="64765" y="241368"/>
                  </a:lnTo>
                  <a:lnTo>
                    <a:pt x="64895" y="241402"/>
                  </a:lnTo>
                  <a:lnTo>
                    <a:pt x="65455" y="240979"/>
                  </a:lnTo>
                  <a:lnTo>
                    <a:pt x="66149" y="241057"/>
                  </a:lnTo>
                  <a:lnTo>
                    <a:pt x="66416" y="240809"/>
                  </a:lnTo>
                  <a:lnTo>
                    <a:pt x="66569" y="240667"/>
                  </a:lnTo>
                  <a:lnTo>
                    <a:pt x="66998" y="240331"/>
                  </a:lnTo>
                  <a:lnTo>
                    <a:pt x="67135" y="240018"/>
                  </a:lnTo>
                  <a:lnTo>
                    <a:pt x="67450" y="240050"/>
                  </a:lnTo>
                  <a:lnTo>
                    <a:pt x="67862" y="239985"/>
                  </a:lnTo>
                  <a:lnTo>
                    <a:pt x="68090" y="240150"/>
                  </a:lnTo>
                  <a:lnTo>
                    <a:pt x="68304" y="240406"/>
                  </a:lnTo>
                  <a:lnTo>
                    <a:pt x="68505" y="240338"/>
                  </a:lnTo>
                  <a:lnTo>
                    <a:pt x="68872" y="240193"/>
                  </a:lnTo>
                  <a:lnTo>
                    <a:pt x="69252" y="239904"/>
                  </a:lnTo>
                  <a:lnTo>
                    <a:pt x="69593" y="239975"/>
                  </a:lnTo>
                  <a:lnTo>
                    <a:pt x="69914" y="239677"/>
                  </a:lnTo>
                  <a:lnTo>
                    <a:pt x="70298" y="239578"/>
                  </a:lnTo>
                  <a:lnTo>
                    <a:pt x="70926" y="239284"/>
                  </a:lnTo>
                  <a:lnTo>
                    <a:pt x="71248" y="239043"/>
                  </a:lnTo>
                  <a:lnTo>
                    <a:pt x="71403" y="238822"/>
                  </a:lnTo>
                  <a:lnTo>
                    <a:pt x="71783" y="238417"/>
                  </a:lnTo>
                  <a:lnTo>
                    <a:pt x="71983" y="238352"/>
                  </a:lnTo>
                  <a:lnTo>
                    <a:pt x="72601" y="238350"/>
                  </a:lnTo>
                  <a:lnTo>
                    <a:pt x="73101" y="237470"/>
                  </a:lnTo>
                  <a:lnTo>
                    <a:pt x="73515" y="237510"/>
                  </a:lnTo>
                  <a:lnTo>
                    <a:pt x="73818" y="237559"/>
                  </a:lnTo>
                  <a:lnTo>
                    <a:pt x="74059" y="237597"/>
                  </a:lnTo>
                  <a:lnTo>
                    <a:pt x="74469" y="237614"/>
                  </a:lnTo>
                  <a:lnTo>
                    <a:pt x="74895" y="237630"/>
                  </a:lnTo>
                  <a:lnTo>
                    <a:pt x="75160" y="237663"/>
                  </a:lnTo>
                  <a:lnTo>
                    <a:pt x="75178" y="237459"/>
                  </a:lnTo>
                  <a:lnTo>
                    <a:pt x="75545" y="236937"/>
                  </a:lnTo>
                  <a:lnTo>
                    <a:pt x="75939" y="236975"/>
                  </a:lnTo>
                  <a:lnTo>
                    <a:pt x="76141" y="237280"/>
                  </a:lnTo>
                  <a:lnTo>
                    <a:pt x="76517" y="237310"/>
                  </a:lnTo>
                  <a:lnTo>
                    <a:pt x="76354" y="236688"/>
                  </a:lnTo>
                  <a:lnTo>
                    <a:pt x="76858" y="236413"/>
                  </a:lnTo>
                  <a:lnTo>
                    <a:pt x="77423" y="236352"/>
                  </a:lnTo>
                  <a:lnTo>
                    <a:pt x="78673" y="236620"/>
                  </a:lnTo>
                  <a:lnTo>
                    <a:pt x="78928" y="236546"/>
                  </a:lnTo>
                  <a:lnTo>
                    <a:pt x="78867" y="235964"/>
                  </a:lnTo>
                  <a:lnTo>
                    <a:pt x="78791" y="235828"/>
                  </a:lnTo>
                  <a:lnTo>
                    <a:pt x="78652" y="235434"/>
                  </a:lnTo>
                  <a:lnTo>
                    <a:pt x="79058" y="235433"/>
                  </a:lnTo>
                  <a:lnTo>
                    <a:pt x="79348" y="235546"/>
                  </a:lnTo>
                  <a:lnTo>
                    <a:pt x="79829" y="235316"/>
                  </a:lnTo>
                  <a:lnTo>
                    <a:pt x="80665" y="234989"/>
                  </a:lnTo>
                  <a:lnTo>
                    <a:pt x="80818" y="235028"/>
                  </a:lnTo>
                  <a:lnTo>
                    <a:pt x="80993" y="235088"/>
                  </a:lnTo>
                  <a:lnTo>
                    <a:pt x="81381" y="235119"/>
                  </a:lnTo>
                  <a:lnTo>
                    <a:pt x="81660" y="235417"/>
                  </a:lnTo>
                  <a:lnTo>
                    <a:pt x="81725" y="235587"/>
                  </a:lnTo>
                  <a:lnTo>
                    <a:pt x="82075" y="235770"/>
                  </a:lnTo>
                  <a:lnTo>
                    <a:pt x="82397" y="235753"/>
                  </a:lnTo>
                  <a:lnTo>
                    <a:pt x="82672" y="235737"/>
                  </a:lnTo>
                  <a:lnTo>
                    <a:pt x="83008" y="235794"/>
                  </a:lnTo>
                  <a:lnTo>
                    <a:pt x="84234" y="236628"/>
                  </a:lnTo>
                  <a:lnTo>
                    <a:pt x="84563" y="236114"/>
                  </a:lnTo>
                  <a:lnTo>
                    <a:pt x="85023" y="235881"/>
                  </a:lnTo>
                  <a:lnTo>
                    <a:pt x="86003" y="235847"/>
                  </a:lnTo>
                  <a:lnTo>
                    <a:pt x="86070" y="235667"/>
                  </a:lnTo>
                  <a:lnTo>
                    <a:pt x="86532" y="235053"/>
                  </a:lnTo>
                  <a:lnTo>
                    <a:pt x="86759" y="234967"/>
                  </a:lnTo>
                  <a:lnTo>
                    <a:pt x="87215" y="234959"/>
                  </a:lnTo>
                  <a:lnTo>
                    <a:pt x="87510" y="234978"/>
                  </a:lnTo>
                  <a:lnTo>
                    <a:pt x="87725" y="234964"/>
                  </a:lnTo>
                  <a:lnTo>
                    <a:pt x="88295" y="234113"/>
                  </a:lnTo>
                  <a:lnTo>
                    <a:pt x="88559" y="234171"/>
                  </a:lnTo>
                  <a:lnTo>
                    <a:pt x="88879" y="234063"/>
                  </a:lnTo>
                  <a:lnTo>
                    <a:pt x="89434" y="233281"/>
                  </a:lnTo>
                  <a:lnTo>
                    <a:pt x="89761" y="233077"/>
                  </a:lnTo>
                  <a:lnTo>
                    <a:pt x="90256" y="232684"/>
                  </a:lnTo>
                  <a:lnTo>
                    <a:pt x="90289" y="232068"/>
                  </a:lnTo>
                  <a:lnTo>
                    <a:pt x="90317" y="231920"/>
                  </a:lnTo>
                  <a:lnTo>
                    <a:pt x="90718" y="231785"/>
                  </a:lnTo>
                  <a:lnTo>
                    <a:pt x="90975" y="231657"/>
                  </a:lnTo>
                  <a:lnTo>
                    <a:pt x="91107" y="231563"/>
                  </a:lnTo>
                  <a:lnTo>
                    <a:pt x="91416" y="231347"/>
                  </a:lnTo>
                  <a:lnTo>
                    <a:pt x="91616" y="230957"/>
                  </a:lnTo>
                  <a:lnTo>
                    <a:pt x="91866" y="230989"/>
                  </a:lnTo>
                  <a:lnTo>
                    <a:pt x="92117" y="230981"/>
                  </a:lnTo>
                  <a:lnTo>
                    <a:pt x="92524" y="230919"/>
                  </a:lnTo>
                  <a:lnTo>
                    <a:pt x="92717" y="230864"/>
                  </a:lnTo>
                  <a:lnTo>
                    <a:pt x="94496" y="229902"/>
                  </a:lnTo>
                  <a:lnTo>
                    <a:pt x="94866" y="229505"/>
                  </a:lnTo>
                  <a:lnTo>
                    <a:pt x="94947" y="229285"/>
                  </a:lnTo>
                  <a:lnTo>
                    <a:pt x="94994" y="229074"/>
                  </a:lnTo>
                  <a:lnTo>
                    <a:pt x="95066" y="228669"/>
                  </a:lnTo>
                  <a:lnTo>
                    <a:pt x="94893" y="228181"/>
                  </a:lnTo>
                  <a:lnTo>
                    <a:pt x="95184" y="227961"/>
                  </a:lnTo>
                  <a:lnTo>
                    <a:pt x="95483" y="227896"/>
                  </a:lnTo>
                  <a:lnTo>
                    <a:pt x="95921" y="227771"/>
                  </a:lnTo>
                  <a:lnTo>
                    <a:pt x="96276" y="227585"/>
                  </a:lnTo>
                  <a:lnTo>
                    <a:pt x="96408" y="227485"/>
                  </a:lnTo>
                  <a:lnTo>
                    <a:pt x="96580" y="227342"/>
                  </a:lnTo>
                  <a:lnTo>
                    <a:pt x="96708" y="227098"/>
                  </a:lnTo>
                  <a:lnTo>
                    <a:pt x="97505" y="227355"/>
                  </a:lnTo>
                  <a:lnTo>
                    <a:pt x="97762" y="227449"/>
                  </a:lnTo>
                  <a:lnTo>
                    <a:pt x="98046" y="227403"/>
                  </a:lnTo>
                  <a:lnTo>
                    <a:pt x="98036" y="226903"/>
                  </a:lnTo>
                  <a:lnTo>
                    <a:pt x="98182" y="226429"/>
                  </a:lnTo>
                  <a:lnTo>
                    <a:pt x="98536" y="226404"/>
                  </a:lnTo>
                  <a:lnTo>
                    <a:pt x="98810" y="226407"/>
                  </a:lnTo>
                  <a:lnTo>
                    <a:pt x="99197" y="225971"/>
                  </a:lnTo>
                  <a:lnTo>
                    <a:pt x="99636" y="226185"/>
                  </a:lnTo>
                  <a:lnTo>
                    <a:pt x="99693" y="226333"/>
                  </a:lnTo>
                  <a:lnTo>
                    <a:pt x="99891" y="226446"/>
                  </a:lnTo>
                  <a:lnTo>
                    <a:pt x="100590" y="226386"/>
                  </a:lnTo>
                  <a:lnTo>
                    <a:pt x="100955" y="226252"/>
                  </a:lnTo>
                  <a:lnTo>
                    <a:pt x="101124" y="226167"/>
                  </a:lnTo>
                  <a:lnTo>
                    <a:pt x="101289" y="226022"/>
                  </a:lnTo>
                  <a:lnTo>
                    <a:pt x="101306" y="225856"/>
                  </a:lnTo>
                  <a:lnTo>
                    <a:pt x="101837" y="225609"/>
                  </a:lnTo>
                  <a:lnTo>
                    <a:pt x="102349" y="225681"/>
                  </a:lnTo>
                  <a:lnTo>
                    <a:pt x="102444" y="225854"/>
                  </a:lnTo>
                  <a:lnTo>
                    <a:pt x="102833" y="225855"/>
                  </a:lnTo>
                  <a:lnTo>
                    <a:pt x="103428" y="226061"/>
                  </a:lnTo>
                  <a:lnTo>
                    <a:pt x="103609" y="226052"/>
                  </a:lnTo>
                  <a:lnTo>
                    <a:pt x="104031" y="225917"/>
                  </a:lnTo>
                  <a:lnTo>
                    <a:pt x="104321" y="225823"/>
                  </a:lnTo>
                  <a:lnTo>
                    <a:pt x="104577" y="225781"/>
                  </a:lnTo>
                  <a:lnTo>
                    <a:pt x="105149" y="225928"/>
                  </a:lnTo>
                  <a:lnTo>
                    <a:pt x="105467" y="225592"/>
                  </a:lnTo>
                  <a:lnTo>
                    <a:pt x="105675" y="225406"/>
                  </a:lnTo>
                  <a:lnTo>
                    <a:pt x="105946" y="224951"/>
                  </a:lnTo>
                  <a:lnTo>
                    <a:pt x="106313" y="224769"/>
                  </a:lnTo>
                  <a:lnTo>
                    <a:pt x="106623" y="224659"/>
                  </a:lnTo>
                  <a:lnTo>
                    <a:pt x="106355" y="225316"/>
                  </a:lnTo>
                  <a:lnTo>
                    <a:pt x="106535" y="225634"/>
                  </a:lnTo>
                  <a:lnTo>
                    <a:pt x="106673" y="225728"/>
                  </a:lnTo>
                  <a:lnTo>
                    <a:pt x="106965" y="226089"/>
                  </a:lnTo>
                  <a:lnTo>
                    <a:pt x="107803" y="226247"/>
                  </a:lnTo>
                  <a:lnTo>
                    <a:pt x="107918" y="226731"/>
                  </a:lnTo>
                  <a:lnTo>
                    <a:pt x="108021" y="227057"/>
                  </a:lnTo>
                  <a:lnTo>
                    <a:pt x="108114" y="227351"/>
                  </a:lnTo>
                  <a:lnTo>
                    <a:pt x="108508" y="227857"/>
                  </a:lnTo>
                  <a:lnTo>
                    <a:pt x="109248" y="227973"/>
                  </a:lnTo>
                  <a:lnTo>
                    <a:pt x="109853" y="228090"/>
                  </a:lnTo>
                  <a:lnTo>
                    <a:pt x="110299" y="227973"/>
                  </a:lnTo>
                  <a:lnTo>
                    <a:pt x="110544" y="227829"/>
                  </a:lnTo>
                  <a:lnTo>
                    <a:pt x="110672" y="227736"/>
                  </a:lnTo>
                  <a:lnTo>
                    <a:pt x="110996" y="227428"/>
                  </a:lnTo>
                  <a:lnTo>
                    <a:pt x="111232" y="226979"/>
                  </a:lnTo>
                  <a:lnTo>
                    <a:pt x="111589" y="226613"/>
                  </a:lnTo>
                  <a:lnTo>
                    <a:pt x="111796" y="226310"/>
                  </a:lnTo>
                  <a:lnTo>
                    <a:pt x="111981" y="225932"/>
                  </a:lnTo>
                  <a:lnTo>
                    <a:pt x="112149" y="225821"/>
                  </a:lnTo>
                  <a:lnTo>
                    <a:pt x="112422" y="225902"/>
                  </a:lnTo>
                  <a:lnTo>
                    <a:pt x="112678" y="225801"/>
                  </a:lnTo>
                  <a:lnTo>
                    <a:pt x="113297" y="225552"/>
                  </a:lnTo>
                  <a:lnTo>
                    <a:pt x="113625" y="225277"/>
                  </a:lnTo>
                  <a:lnTo>
                    <a:pt x="114887" y="224482"/>
                  </a:lnTo>
                  <a:lnTo>
                    <a:pt x="115124" y="224052"/>
                  </a:lnTo>
                  <a:lnTo>
                    <a:pt x="115633" y="223706"/>
                  </a:lnTo>
                  <a:lnTo>
                    <a:pt x="116242" y="223605"/>
                  </a:lnTo>
                  <a:lnTo>
                    <a:pt x="116562" y="224056"/>
                  </a:lnTo>
                  <a:lnTo>
                    <a:pt x="116587" y="223669"/>
                  </a:lnTo>
                  <a:lnTo>
                    <a:pt x="116885" y="222665"/>
                  </a:lnTo>
                  <a:lnTo>
                    <a:pt x="117339" y="222938"/>
                  </a:lnTo>
                  <a:lnTo>
                    <a:pt x="117788" y="222594"/>
                  </a:lnTo>
                  <a:lnTo>
                    <a:pt x="118176" y="221948"/>
                  </a:lnTo>
                  <a:lnTo>
                    <a:pt x="118024" y="221783"/>
                  </a:lnTo>
                  <a:lnTo>
                    <a:pt x="117871" y="221617"/>
                  </a:lnTo>
                  <a:lnTo>
                    <a:pt x="118433" y="221070"/>
                  </a:lnTo>
                  <a:lnTo>
                    <a:pt x="118442" y="220830"/>
                  </a:lnTo>
                  <a:lnTo>
                    <a:pt x="118642" y="220737"/>
                  </a:lnTo>
                  <a:lnTo>
                    <a:pt x="118450" y="220509"/>
                  </a:lnTo>
                  <a:lnTo>
                    <a:pt x="118271" y="219953"/>
                  </a:lnTo>
                  <a:lnTo>
                    <a:pt x="118119" y="219606"/>
                  </a:lnTo>
                  <a:lnTo>
                    <a:pt x="118444" y="219284"/>
                  </a:lnTo>
                  <a:lnTo>
                    <a:pt x="118536" y="218809"/>
                  </a:lnTo>
                  <a:lnTo>
                    <a:pt x="118603" y="218382"/>
                  </a:lnTo>
                  <a:lnTo>
                    <a:pt x="119337" y="217554"/>
                  </a:lnTo>
                  <a:lnTo>
                    <a:pt x="119264" y="217330"/>
                  </a:lnTo>
                  <a:lnTo>
                    <a:pt x="119411" y="217085"/>
                  </a:lnTo>
                  <a:lnTo>
                    <a:pt x="120363" y="216592"/>
                  </a:lnTo>
                  <a:lnTo>
                    <a:pt x="120888" y="216601"/>
                  </a:lnTo>
                  <a:lnTo>
                    <a:pt x="121501" y="216367"/>
                  </a:lnTo>
                  <a:lnTo>
                    <a:pt x="121825" y="216414"/>
                  </a:lnTo>
                  <a:lnTo>
                    <a:pt x="122070" y="216471"/>
                  </a:lnTo>
                  <a:lnTo>
                    <a:pt x="122253" y="216541"/>
                  </a:lnTo>
                  <a:lnTo>
                    <a:pt x="122670" y="216486"/>
                  </a:lnTo>
                  <a:lnTo>
                    <a:pt x="123248" y="216230"/>
                  </a:lnTo>
                  <a:lnTo>
                    <a:pt x="123425" y="216126"/>
                  </a:lnTo>
                  <a:lnTo>
                    <a:pt x="123698" y="215824"/>
                  </a:lnTo>
                  <a:lnTo>
                    <a:pt x="123935" y="215619"/>
                  </a:lnTo>
                  <a:lnTo>
                    <a:pt x="124366" y="215741"/>
                  </a:lnTo>
                  <a:lnTo>
                    <a:pt x="124565" y="215870"/>
                  </a:lnTo>
                  <a:lnTo>
                    <a:pt x="124544" y="216140"/>
                  </a:lnTo>
                  <a:lnTo>
                    <a:pt x="124833" y="216142"/>
                  </a:lnTo>
                  <a:lnTo>
                    <a:pt x="125486" y="216390"/>
                  </a:lnTo>
                  <a:lnTo>
                    <a:pt x="125695" y="216485"/>
                  </a:lnTo>
                  <a:lnTo>
                    <a:pt x="125863" y="216500"/>
                  </a:lnTo>
                  <a:lnTo>
                    <a:pt x="126053" y="216444"/>
                  </a:lnTo>
                  <a:lnTo>
                    <a:pt x="126322" y="216563"/>
                  </a:lnTo>
                  <a:lnTo>
                    <a:pt x="126581" y="216715"/>
                  </a:lnTo>
                  <a:lnTo>
                    <a:pt x="126780" y="216833"/>
                  </a:lnTo>
                  <a:lnTo>
                    <a:pt x="127002" y="216980"/>
                  </a:lnTo>
                  <a:lnTo>
                    <a:pt x="127259" y="217138"/>
                  </a:lnTo>
                  <a:lnTo>
                    <a:pt x="127702" y="217134"/>
                  </a:lnTo>
                  <a:lnTo>
                    <a:pt x="127856" y="217123"/>
                  </a:lnTo>
                  <a:lnTo>
                    <a:pt x="128262" y="217093"/>
                  </a:lnTo>
                  <a:lnTo>
                    <a:pt x="128698" y="217061"/>
                  </a:lnTo>
                  <a:lnTo>
                    <a:pt x="129310" y="217519"/>
                  </a:lnTo>
                  <a:lnTo>
                    <a:pt x="129644" y="216874"/>
                  </a:lnTo>
                  <a:lnTo>
                    <a:pt x="129663" y="216685"/>
                  </a:lnTo>
                  <a:lnTo>
                    <a:pt x="129834" y="216079"/>
                  </a:lnTo>
                  <a:lnTo>
                    <a:pt x="129717" y="215693"/>
                  </a:lnTo>
                  <a:lnTo>
                    <a:pt x="129665" y="215492"/>
                  </a:lnTo>
                  <a:lnTo>
                    <a:pt x="129939" y="215258"/>
                  </a:lnTo>
                  <a:lnTo>
                    <a:pt x="130078" y="215265"/>
                  </a:lnTo>
                  <a:lnTo>
                    <a:pt x="130496" y="215390"/>
                  </a:lnTo>
                  <a:lnTo>
                    <a:pt x="131130" y="216075"/>
                  </a:lnTo>
                  <a:lnTo>
                    <a:pt x="131332" y="216169"/>
                  </a:lnTo>
                  <a:lnTo>
                    <a:pt x="131683" y="216415"/>
                  </a:lnTo>
                  <a:lnTo>
                    <a:pt x="131980" y="216782"/>
                  </a:lnTo>
                  <a:lnTo>
                    <a:pt x="132192" y="216796"/>
                  </a:lnTo>
                  <a:lnTo>
                    <a:pt x="133157" y="216876"/>
                  </a:lnTo>
                  <a:lnTo>
                    <a:pt x="133438" y="216940"/>
                  </a:lnTo>
                  <a:lnTo>
                    <a:pt x="133707" y="217224"/>
                  </a:lnTo>
                  <a:lnTo>
                    <a:pt x="134260" y="217267"/>
                  </a:lnTo>
                  <a:lnTo>
                    <a:pt x="135045" y="217725"/>
                  </a:lnTo>
                  <a:lnTo>
                    <a:pt x="135280" y="217556"/>
                  </a:lnTo>
                  <a:lnTo>
                    <a:pt x="136127" y="217368"/>
                  </a:lnTo>
                  <a:lnTo>
                    <a:pt x="136439" y="217363"/>
                  </a:lnTo>
                  <a:lnTo>
                    <a:pt x="136630" y="217355"/>
                  </a:lnTo>
                  <a:lnTo>
                    <a:pt x="137005" y="216796"/>
                  </a:lnTo>
                  <a:lnTo>
                    <a:pt x="137042" y="216262"/>
                  </a:lnTo>
                  <a:lnTo>
                    <a:pt x="137677" y="215815"/>
                  </a:lnTo>
                  <a:lnTo>
                    <a:pt x="138142" y="215592"/>
                  </a:lnTo>
                  <a:lnTo>
                    <a:pt x="138512" y="215309"/>
                  </a:lnTo>
                  <a:lnTo>
                    <a:pt x="138618" y="215120"/>
                  </a:lnTo>
                  <a:lnTo>
                    <a:pt x="138959" y="214433"/>
                  </a:lnTo>
                  <a:lnTo>
                    <a:pt x="139494" y="213794"/>
                  </a:lnTo>
                  <a:lnTo>
                    <a:pt x="139438" y="213554"/>
                  </a:lnTo>
                  <a:lnTo>
                    <a:pt x="139264" y="213330"/>
                  </a:lnTo>
                  <a:lnTo>
                    <a:pt x="138627" y="213538"/>
                  </a:lnTo>
                  <a:lnTo>
                    <a:pt x="137710" y="213471"/>
                  </a:lnTo>
                  <a:lnTo>
                    <a:pt x="137407" y="213431"/>
                  </a:lnTo>
                  <a:lnTo>
                    <a:pt x="137161" y="213397"/>
                  </a:lnTo>
                  <a:lnTo>
                    <a:pt x="137003" y="213374"/>
                  </a:lnTo>
                  <a:lnTo>
                    <a:pt x="136488" y="213370"/>
                  </a:lnTo>
                  <a:lnTo>
                    <a:pt x="136014" y="213193"/>
                  </a:lnTo>
                  <a:lnTo>
                    <a:pt x="135810" y="212846"/>
                  </a:lnTo>
                  <a:lnTo>
                    <a:pt x="135700" y="212584"/>
                  </a:lnTo>
                  <a:lnTo>
                    <a:pt x="135657" y="212323"/>
                  </a:lnTo>
                  <a:lnTo>
                    <a:pt x="135536" y="211947"/>
                  </a:lnTo>
                  <a:lnTo>
                    <a:pt x="135907" y="210597"/>
                  </a:lnTo>
                  <a:lnTo>
                    <a:pt x="136179" y="210577"/>
                  </a:lnTo>
                  <a:lnTo>
                    <a:pt x="136725" y="210540"/>
                  </a:lnTo>
                  <a:lnTo>
                    <a:pt x="137095" y="210514"/>
                  </a:lnTo>
                  <a:lnTo>
                    <a:pt x="137385" y="210458"/>
                  </a:lnTo>
                  <a:lnTo>
                    <a:pt x="137519" y="210432"/>
                  </a:lnTo>
                  <a:lnTo>
                    <a:pt x="138104" y="210342"/>
                  </a:lnTo>
                  <a:lnTo>
                    <a:pt x="138396" y="210333"/>
                  </a:lnTo>
                  <a:lnTo>
                    <a:pt x="138689" y="210363"/>
                  </a:lnTo>
                  <a:lnTo>
                    <a:pt x="139168" y="210451"/>
                  </a:lnTo>
                  <a:lnTo>
                    <a:pt x="139604" y="210468"/>
                  </a:lnTo>
                  <a:lnTo>
                    <a:pt x="139950" y="210534"/>
                  </a:lnTo>
                  <a:lnTo>
                    <a:pt x="140161" y="210560"/>
                  </a:lnTo>
                  <a:lnTo>
                    <a:pt x="140342" y="210583"/>
                  </a:lnTo>
                  <a:lnTo>
                    <a:pt x="140574" y="210606"/>
                  </a:lnTo>
                  <a:lnTo>
                    <a:pt x="140702" y="210608"/>
                  </a:lnTo>
                  <a:lnTo>
                    <a:pt x="140887" y="210611"/>
                  </a:lnTo>
                  <a:lnTo>
                    <a:pt x="141238" y="210617"/>
                  </a:lnTo>
                  <a:lnTo>
                    <a:pt x="141721" y="210773"/>
                  </a:lnTo>
                  <a:lnTo>
                    <a:pt x="142144" y="210880"/>
                  </a:lnTo>
                  <a:lnTo>
                    <a:pt x="142461" y="210923"/>
                  </a:lnTo>
                  <a:lnTo>
                    <a:pt x="143050" y="210975"/>
                  </a:lnTo>
                  <a:lnTo>
                    <a:pt x="143228" y="211007"/>
                  </a:lnTo>
                  <a:lnTo>
                    <a:pt x="143606" y="211118"/>
                  </a:lnTo>
                  <a:lnTo>
                    <a:pt x="143978" y="211394"/>
                  </a:lnTo>
                  <a:lnTo>
                    <a:pt x="143932" y="212118"/>
                  </a:lnTo>
                  <a:lnTo>
                    <a:pt x="144167" y="212662"/>
                  </a:lnTo>
                  <a:lnTo>
                    <a:pt x="144420" y="212795"/>
                  </a:lnTo>
                  <a:lnTo>
                    <a:pt x="144677" y="212878"/>
                  </a:lnTo>
                  <a:lnTo>
                    <a:pt x="145101" y="213015"/>
                  </a:lnTo>
                  <a:lnTo>
                    <a:pt x="145401" y="213097"/>
                  </a:lnTo>
                  <a:lnTo>
                    <a:pt x="145870" y="213385"/>
                  </a:lnTo>
                  <a:lnTo>
                    <a:pt x="146340" y="213232"/>
                  </a:lnTo>
                  <a:lnTo>
                    <a:pt x="146597" y="213133"/>
                  </a:lnTo>
                  <a:lnTo>
                    <a:pt x="147170" y="212985"/>
                  </a:lnTo>
                  <a:lnTo>
                    <a:pt x="147584" y="213033"/>
                  </a:lnTo>
                  <a:lnTo>
                    <a:pt x="147727" y="213038"/>
                  </a:lnTo>
                  <a:lnTo>
                    <a:pt x="148032" y="213036"/>
                  </a:lnTo>
                  <a:lnTo>
                    <a:pt x="148305" y="212992"/>
                  </a:lnTo>
                  <a:lnTo>
                    <a:pt x="148719" y="212986"/>
                  </a:lnTo>
                  <a:lnTo>
                    <a:pt x="148870" y="212965"/>
                  </a:lnTo>
                  <a:lnTo>
                    <a:pt x="149420" y="212835"/>
                  </a:lnTo>
                  <a:lnTo>
                    <a:pt x="150067" y="213147"/>
                  </a:lnTo>
                  <a:lnTo>
                    <a:pt x="150305" y="213530"/>
                  </a:lnTo>
                  <a:lnTo>
                    <a:pt x="151618" y="213992"/>
                  </a:lnTo>
                  <a:lnTo>
                    <a:pt x="152036" y="214077"/>
                  </a:lnTo>
                  <a:lnTo>
                    <a:pt x="152530" y="214874"/>
                  </a:lnTo>
                  <a:lnTo>
                    <a:pt x="152866" y="214792"/>
                  </a:lnTo>
                  <a:lnTo>
                    <a:pt x="153294" y="215101"/>
                  </a:lnTo>
                  <a:lnTo>
                    <a:pt x="154102" y="215897"/>
                  </a:lnTo>
                  <a:lnTo>
                    <a:pt x="154261" y="215798"/>
                  </a:lnTo>
                  <a:lnTo>
                    <a:pt x="154496" y="215825"/>
                  </a:lnTo>
                  <a:lnTo>
                    <a:pt x="154475" y="215987"/>
                  </a:lnTo>
                  <a:lnTo>
                    <a:pt x="154749" y="216276"/>
                  </a:lnTo>
                  <a:lnTo>
                    <a:pt x="154800" y="216090"/>
                  </a:lnTo>
                  <a:lnTo>
                    <a:pt x="154939" y="215409"/>
                  </a:lnTo>
                  <a:lnTo>
                    <a:pt x="155219" y="215186"/>
                  </a:lnTo>
                  <a:lnTo>
                    <a:pt x="155450" y="214805"/>
                  </a:lnTo>
                  <a:lnTo>
                    <a:pt x="155617" y="214353"/>
                  </a:lnTo>
                  <a:lnTo>
                    <a:pt x="155982" y="213522"/>
                  </a:lnTo>
                  <a:lnTo>
                    <a:pt x="156406" y="213485"/>
                  </a:lnTo>
                  <a:lnTo>
                    <a:pt x="156742" y="213475"/>
                  </a:lnTo>
                  <a:lnTo>
                    <a:pt x="157170" y="213466"/>
                  </a:lnTo>
                  <a:lnTo>
                    <a:pt x="157766" y="213620"/>
                  </a:lnTo>
                  <a:lnTo>
                    <a:pt x="157972" y="213923"/>
                  </a:lnTo>
                  <a:lnTo>
                    <a:pt x="158243" y="214240"/>
                  </a:lnTo>
                  <a:lnTo>
                    <a:pt x="158559" y="214209"/>
                  </a:lnTo>
                  <a:lnTo>
                    <a:pt x="158979" y="214049"/>
                  </a:lnTo>
                  <a:lnTo>
                    <a:pt x="159195" y="213570"/>
                  </a:lnTo>
                  <a:lnTo>
                    <a:pt x="159629" y="213181"/>
                  </a:lnTo>
                  <a:lnTo>
                    <a:pt x="159914" y="213206"/>
                  </a:lnTo>
                  <a:lnTo>
                    <a:pt x="160704" y="213365"/>
                  </a:lnTo>
                  <a:lnTo>
                    <a:pt x="160935" y="213403"/>
                  </a:lnTo>
                  <a:lnTo>
                    <a:pt x="161231" y="213453"/>
                  </a:lnTo>
                  <a:lnTo>
                    <a:pt x="161779" y="213545"/>
                  </a:lnTo>
                  <a:lnTo>
                    <a:pt x="162005" y="213522"/>
                  </a:lnTo>
                  <a:lnTo>
                    <a:pt x="162184" y="213505"/>
                  </a:lnTo>
                  <a:lnTo>
                    <a:pt x="162650" y="213501"/>
                  </a:lnTo>
                  <a:lnTo>
                    <a:pt x="162847" y="213374"/>
                  </a:lnTo>
                  <a:lnTo>
                    <a:pt x="163257" y="213043"/>
                  </a:lnTo>
                  <a:lnTo>
                    <a:pt x="163442" y="212829"/>
                  </a:lnTo>
                  <a:lnTo>
                    <a:pt x="163585" y="212769"/>
                  </a:lnTo>
                  <a:lnTo>
                    <a:pt x="163784" y="212687"/>
                  </a:lnTo>
                  <a:lnTo>
                    <a:pt x="164862" y="212175"/>
                  </a:lnTo>
                  <a:lnTo>
                    <a:pt x="165411" y="212109"/>
                  </a:lnTo>
                  <a:lnTo>
                    <a:pt x="165673" y="212034"/>
                  </a:lnTo>
                  <a:lnTo>
                    <a:pt x="166019" y="211902"/>
                  </a:lnTo>
                  <a:lnTo>
                    <a:pt x="166316" y="211823"/>
                  </a:lnTo>
                  <a:lnTo>
                    <a:pt x="166453" y="211812"/>
                  </a:lnTo>
                  <a:lnTo>
                    <a:pt x="166780" y="211718"/>
                  </a:lnTo>
                  <a:lnTo>
                    <a:pt x="166939" y="211620"/>
                  </a:lnTo>
                  <a:lnTo>
                    <a:pt x="167341" y="211187"/>
                  </a:lnTo>
                  <a:lnTo>
                    <a:pt x="168043" y="211146"/>
                  </a:lnTo>
                  <a:lnTo>
                    <a:pt x="169008" y="210808"/>
                  </a:lnTo>
                  <a:lnTo>
                    <a:pt x="168725" y="210614"/>
                  </a:lnTo>
                  <a:lnTo>
                    <a:pt x="168054" y="210314"/>
                  </a:lnTo>
                  <a:lnTo>
                    <a:pt x="167342" y="210208"/>
                  </a:lnTo>
                  <a:lnTo>
                    <a:pt x="166889" y="209915"/>
                  </a:lnTo>
                  <a:lnTo>
                    <a:pt x="167047" y="209200"/>
                  </a:lnTo>
                  <a:lnTo>
                    <a:pt x="167132" y="209002"/>
                  </a:lnTo>
                  <a:lnTo>
                    <a:pt x="167229" y="208775"/>
                  </a:lnTo>
                  <a:lnTo>
                    <a:pt x="167548" y="208328"/>
                  </a:lnTo>
                  <a:lnTo>
                    <a:pt x="167585" y="207958"/>
                  </a:lnTo>
                  <a:lnTo>
                    <a:pt x="167555" y="207686"/>
                  </a:lnTo>
                  <a:lnTo>
                    <a:pt x="167480" y="207161"/>
                  </a:lnTo>
                  <a:lnTo>
                    <a:pt x="167453" y="207006"/>
                  </a:lnTo>
                  <a:lnTo>
                    <a:pt x="167411" y="206710"/>
                  </a:lnTo>
                  <a:lnTo>
                    <a:pt x="167826" y="206179"/>
                  </a:lnTo>
                  <a:lnTo>
                    <a:pt x="168915" y="205378"/>
                  </a:lnTo>
                  <a:lnTo>
                    <a:pt x="169282" y="204864"/>
                  </a:lnTo>
                  <a:lnTo>
                    <a:pt x="169963" y="204091"/>
                  </a:lnTo>
                  <a:lnTo>
                    <a:pt x="170320" y="203747"/>
                  </a:lnTo>
                  <a:lnTo>
                    <a:pt x="170994" y="203571"/>
                  </a:lnTo>
                  <a:lnTo>
                    <a:pt x="171405" y="203535"/>
                  </a:lnTo>
                  <a:lnTo>
                    <a:pt x="171645" y="203517"/>
                  </a:lnTo>
                  <a:lnTo>
                    <a:pt x="172032" y="203489"/>
                  </a:lnTo>
                  <a:lnTo>
                    <a:pt x="172408" y="203461"/>
                  </a:lnTo>
                  <a:lnTo>
                    <a:pt x="172769" y="203413"/>
                  </a:lnTo>
                  <a:lnTo>
                    <a:pt x="172970" y="203308"/>
                  </a:lnTo>
                  <a:lnTo>
                    <a:pt x="173158" y="203232"/>
                  </a:lnTo>
                  <a:lnTo>
                    <a:pt x="173477" y="203180"/>
                  </a:lnTo>
                  <a:lnTo>
                    <a:pt x="173619" y="203177"/>
                  </a:lnTo>
                  <a:lnTo>
                    <a:pt x="173867" y="203145"/>
                  </a:lnTo>
                  <a:lnTo>
                    <a:pt x="174823" y="202920"/>
                  </a:lnTo>
                  <a:lnTo>
                    <a:pt x="175226" y="202702"/>
                  </a:lnTo>
                  <a:lnTo>
                    <a:pt x="175664" y="202609"/>
                  </a:lnTo>
                  <a:lnTo>
                    <a:pt x="175842" y="202569"/>
                  </a:lnTo>
                  <a:lnTo>
                    <a:pt x="176196" y="202211"/>
                  </a:lnTo>
                  <a:lnTo>
                    <a:pt x="176463" y="202177"/>
                  </a:lnTo>
                  <a:lnTo>
                    <a:pt x="177094" y="202248"/>
                  </a:lnTo>
                  <a:lnTo>
                    <a:pt x="177394" y="202043"/>
                  </a:lnTo>
                  <a:lnTo>
                    <a:pt x="177637" y="201789"/>
                  </a:lnTo>
                  <a:lnTo>
                    <a:pt x="177818" y="201777"/>
                  </a:lnTo>
                  <a:lnTo>
                    <a:pt x="178709" y="201659"/>
                  </a:lnTo>
                  <a:lnTo>
                    <a:pt x="179403" y="202351"/>
                  </a:lnTo>
                  <a:lnTo>
                    <a:pt x="179772" y="202476"/>
                  </a:lnTo>
                  <a:lnTo>
                    <a:pt x="180631" y="203155"/>
                  </a:lnTo>
                  <a:lnTo>
                    <a:pt x="181053" y="203145"/>
                  </a:lnTo>
                  <a:lnTo>
                    <a:pt x="181683" y="203050"/>
                  </a:lnTo>
                  <a:lnTo>
                    <a:pt x="182081" y="203103"/>
                  </a:lnTo>
                  <a:lnTo>
                    <a:pt x="182658" y="203001"/>
                  </a:lnTo>
                  <a:lnTo>
                    <a:pt x="183002" y="202720"/>
                  </a:lnTo>
                  <a:lnTo>
                    <a:pt x="182754" y="202531"/>
                  </a:lnTo>
                  <a:lnTo>
                    <a:pt x="182717" y="202106"/>
                  </a:lnTo>
                  <a:lnTo>
                    <a:pt x="182890" y="201920"/>
                  </a:lnTo>
                  <a:lnTo>
                    <a:pt x="183251" y="201911"/>
                  </a:lnTo>
                  <a:lnTo>
                    <a:pt x="183647" y="201042"/>
                  </a:lnTo>
                  <a:lnTo>
                    <a:pt x="183574" y="200673"/>
                  </a:lnTo>
                  <a:lnTo>
                    <a:pt x="183819" y="200374"/>
                  </a:lnTo>
                  <a:lnTo>
                    <a:pt x="184507" y="199932"/>
                  </a:lnTo>
                  <a:lnTo>
                    <a:pt x="184675" y="199540"/>
                  </a:lnTo>
                  <a:lnTo>
                    <a:pt x="184685" y="198816"/>
                  </a:lnTo>
                  <a:lnTo>
                    <a:pt x="184976" y="197953"/>
                  </a:lnTo>
                  <a:lnTo>
                    <a:pt x="184890" y="197250"/>
                  </a:lnTo>
                  <a:lnTo>
                    <a:pt x="185741" y="195746"/>
                  </a:lnTo>
                  <a:lnTo>
                    <a:pt x="186175" y="195222"/>
                  </a:lnTo>
                  <a:lnTo>
                    <a:pt x="185575" y="194918"/>
                  </a:lnTo>
                  <a:lnTo>
                    <a:pt x="185335" y="194547"/>
                  </a:lnTo>
                  <a:lnTo>
                    <a:pt x="185364" y="193980"/>
                  </a:lnTo>
                  <a:lnTo>
                    <a:pt x="186371" y="193479"/>
                  </a:lnTo>
                  <a:lnTo>
                    <a:pt x="186104" y="193158"/>
                  </a:lnTo>
                  <a:lnTo>
                    <a:pt x="186236" y="192981"/>
                  </a:lnTo>
                  <a:lnTo>
                    <a:pt x="186368" y="192727"/>
                  </a:lnTo>
                  <a:lnTo>
                    <a:pt x="186134" y="192369"/>
                  </a:lnTo>
                  <a:lnTo>
                    <a:pt x="185981" y="192141"/>
                  </a:lnTo>
                  <a:lnTo>
                    <a:pt x="186123" y="191650"/>
                  </a:lnTo>
                  <a:lnTo>
                    <a:pt x="186311" y="191580"/>
                  </a:lnTo>
                  <a:lnTo>
                    <a:pt x="187239" y="190876"/>
                  </a:lnTo>
                  <a:lnTo>
                    <a:pt x="187159" y="190571"/>
                  </a:lnTo>
                  <a:lnTo>
                    <a:pt x="187364" y="190129"/>
                  </a:lnTo>
                  <a:lnTo>
                    <a:pt x="187549" y="189848"/>
                  </a:lnTo>
                  <a:lnTo>
                    <a:pt x="187719" y="189843"/>
                  </a:lnTo>
                  <a:lnTo>
                    <a:pt x="187896" y="188810"/>
                  </a:lnTo>
                  <a:lnTo>
                    <a:pt x="187765" y="188440"/>
                  </a:lnTo>
                  <a:lnTo>
                    <a:pt x="187566" y="187875"/>
                  </a:lnTo>
                  <a:lnTo>
                    <a:pt x="187507" y="187388"/>
                  </a:lnTo>
                  <a:lnTo>
                    <a:pt x="187394" y="187036"/>
                  </a:lnTo>
                  <a:lnTo>
                    <a:pt x="187211" y="186848"/>
                  </a:lnTo>
                  <a:lnTo>
                    <a:pt x="187285" y="186623"/>
                  </a:lnTo>
                  <a:lnTo>
                    <a:pt x="187341" y="186438"/>
                  </a:lnTo>
                  <a:lnTo>
                    <a:pt x="187419" y="186181"/>
                  </a:lnTo>
                  <a:lnTo>
                    <a:pt x="187536" y="185775"/>
                  </a:lnTo>
                  <a:lnTo>
                    <a:pt x="187698" y="185204"/>
                  </a:lnTo>
                  <a:lnTo>
                    <a:pt x="188376" y="184841"/>
                  </a:lnTo>
                  <a:lnTo>
                    <a:pt x="188704" y="184674"/>
                  </a:lnTo>
                  <a:lnTo>
                    <a:pt x="188946" y="184385"/>
                  </a:lnTo>
                  <a:lnTo>
                    <a:pt x="189025" y="184179"/>
                  </a:lnTo>
                  <a:lnTo>
                    <a:pt x="189119" y="183932"/>
                  </a:lnTo>
                  <a:lnTo>
                    <a:pt x="189265" y="183551"/>
                  </a:lnTo>
                  <a:lnTo>
                    <a:pt x="189211" y="183057"/>
                  </a:lnTo>
                  <a:lnTo>
                    <a:pt x="189259" y="182803"/>
                  </a:lnTo>
                  <a:lnTo>
                    <a:pt x="189402" y="182674"/>
                  </a:lnTo>
                  <a:lnTo>
                    <a:pt x="189673" y="182466"/>
                  </a:lnTo>
                  <a:lnTo>
                    <a:pt x="189856" y="182403"/>
                  </a:lnTo>
                  <a:lnTo>
                    <a:pt x="190165" y="182425"/>
                  </a:lnTo>
                  <a:lnTo>
                    <a:pt x="190771" y="182334"/>
                  </a:lnTo>
                  <a:lnTo>
                    <a:pt x="190890" y="181961"/>
                  </a:lnTo>
                  <a:lnTo>
                    <a:pt x="191093" y="182014"/>
                  </a:lnTo>
                  <a:lnTo>
                    <a:pt x="191381" y="182308"/>
                  </a:lnTo>
                  <a:lnTo>
                    <a:pt x="191618" y="182471"/>
                  </a:lnTo>
                  <a:lnTo>
                    <a:pt x="191937" y="182664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7142891" y="1266345"/>
              <a:ext cx="184063" cy="183882"/>
            </a:xfrm>
            <a:custGeom>
              <a:avLst/>
              <a:pathLst>
                <a:path w="184063" h="183882">
                  <a:moveTo>
                    <a:pt x="182879" y="182880"/>
                  </a:moveTo>
                  <a:lnTo>
                    <a:pt x="183198" y="182740"/>
                  </a:lnTo>
                  <a:lnTo>
                    <a:pt x="183562" y="182945"/>
                  </a:lnTo>
                  <a:lnTo>
                    <a:pt x="183524" y="183119"/>
                  </a:lnTo>
                  <a:lnTo>
                    <a:pt x="183993" y="183547"/>
                  </a:lnTo>
                  <a:lnTo>
                    <a:pt x="184063" y="183731"/>
                  </a:lnTo>
                  <a:lnTo>
                    <a:pt x="183825" y="183882"/>
                  </a:lnTo>
                  <a:lnTo>
                    <a:pt x="183484" y="183763"/>
                  </a:lnTo>
                  <a:lnTo>
                    <a:pt x="183304" y="183754"/>
                  </a:lnTo>
                  <a:lnTo>
                    <a:pt x="182622" y="183516"/>
                  </a:lnTo>
                  <a:lnTo>
                    <a:pt x="182467" y="183400"/>
                  </a:lnTo>
                  <a:lnTo>
                    <a:pt x="182312" y="183268"/>
                  </a:lnTo>
                  <a:lnTo>
                    <a:pt x="182058" y="182655"/>
                  </a:lnTo>
                  <a:lnTo>
                    <a:pt x="182097" y="182398"/>
                  </a:lnTo>
                  <a:lnTo>
                    <a:pt x="182224" y="182242"/>
                  </a:lnTo>
                  <a:lnTo>
                    <a:pt x="182574" y="182281"/>
                  </a:lnTo>
                  <a:lnTo>
                    <a:pt x="182651" y="182478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7146843" y="1265797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744" y="182383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7147462" y="126474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7160821" y="1264465"/>
              <a:ext cx="183077" cy="184980"/>
            </a:xfrm>
            <a:custGeom>
              <a:avLst/>
              <a:pathLst>
                <a:path w="183077" h="184980">
                  <a:moveTo>
                    <a:pt x="182879" y="182880"/>
                  </a:moveTo>
                  <a:lnTo>
                    <a:pt x="183077" y="183453"/>
                  </a:lnTo>
                  <a:lnTo>
                    <a:pt x="182914" y="183897"/>
                  </a:lnTo>
                  <a:lnTo>
                    <a:pt x="182625" y="184016"/>
                  </a:lnTo>
                  <a:lnTo>
                    <a:pt x="181713" y="184816"/>
                  </a:lnTo>
                  <a:lnTo>
                    <a:pt x="181396" y="184980"/>
                  </a:lnTo>
                  <a:lnTo>
                    <a:pt x="181260" y="184953"/>
                  </a:lnTo>
                  <a:lnTo>
                    <a:pt x="180993" y="184572"/>
                  </a:lnTo>
                  <a:lnTo>
                    <a:pt x="180944" y="184070"/>
                  </a:lnTo>
                  <a:lnTo>
                    <a:pt x="181077" y="183894"/>
                  </a:lnTo>
                  <a:lnTo>
                    <a:pt x="181201" y="183418"/>
                  </a:lnTo>
                  <a:lnTo>
                    <a:pt x="181187" y="183286"/>
                  </a:lnTo>
                  <a:lnTo>
                    <a:pt x="181285" y="183114"/>
                  </a:lnTo>
                  <a:lnTo>
                    <a:pt x="181522" y="183601"/>
                  </a:lnTo>
                  <a:lnTo>
                    <a:pt x="181902" y="183525"/>
                  </a:lnTo>
                  <a:lnTo>
                    <a:pt x="181821" y="183370"/>
                  </a:lnTo>
                  <a:lnTo>
                    <a:pt x="181856" y="183011"/>
                  </a:lnTo>
                  <a:lnTo>
                    <a:pt x="181597" y="182851"/>
                  </a:lnTo>
                  <a:lnTo>
                    <a:pt x="181321" y="182777"/>
                  </a:lnTo>
                  <a:lnTo>
                    <a:pt x="181137" y="182713"/>
                  </a:lnTo>
                  <a:lnTo>
                    <a:pt x="180855" y="182514"/>
                  </a:lnTo>
                  <a:lnTo>
                    <a:pt x="180949" y="182330"/>
                  </a:lnTo>
                  <a:lnTo>
                    <a:pt x="181295" y="182431"/>
                  </a:lnTo>
                  <a:lnTo>
                    <a:pt x="181611" y="182543"/>
                  </a:lnTo>
                  <a:lnTo>
                    <a:pt x="182012" y="182567"/>
                  </a:lnTo>
                  <a:lnTo>
                    <a:pt x="182144" y="182391"/>
                  </a:lnTo>
                  <a:lnTo>
                    <a:pt x="182175" y="182230"/>
                  </a:lnTo>
                  <a:lnTo>
                    <a:pt x="182107" y="182027"/>
                  </a:lnTo>
                  <a:lnTo>
                    <a:pt x="181967" y="181788"/>
                  </a:lnTo>
                  <a:lnTo>
                    <a:pt x="182406" y="182165"/>
                  </a:lnTo>
                  <a:lnTo>
                    <a:pt x="182343" y="182579"/>
                  </a:lnTo>
                  <a:lnTo>
                    <a:pt x="182495" y="182737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7145535" y="126430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7145505" y="1257954"/>
              <a:ext cx="182947" cy="182880"/>
            </a:xfrm>
            <a:custGeom>
              <a:avLst/>
              <a:pathLst>
                <a:path w="182947" h="182880">
                  <a:moveTo>
                    <a:pt x="182879" y="182880"/>
                  </a:moveTo>
                  <a:lnTo>
                    <a:pt x="181823" y="182691"/>
                  </a:lnTo>
                  <a:lnTo>
                    <a:pt x="181970" y="182648"/>
                  </a:lnTo>
                  <a:lnTo>
                    <a:pt x="182394" y="182741"/>
                  </a:lnTo>
                  <a:lnTo>
                    <a:pt x="182543" y="182744"/>
                  </a:lnTo>
                  <a:lnTo>
                    <a:pt x="182677" y="182700"/>
                  </a:lnTo>
                  <a:lnTo>
                    <a:pt x="182947" y="182677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7143437" y="1257519"/>
              <a:ext cx="183055" cy="184122"/>
            </a:xfrm>
            <a:custGeom>
              <a:avLst/>
              <a:pathLst>
                <a:path w="183055" h="184122">
                  <a:moveTo>
                    <a:pt x="182879" y="182880"/>
                  </a:moveTo>
                  <a:lnTo>
                    <a:pt x="183055" y="183109"/>
                  </a:lnTo>
                  <a:lnTo>
                    <a:pt x="182748" y="183210"/>
                  </a:lnTo>
                  <a:lnTo>
                    <a:pt x="182569" y="183341"/>
                  </a:lnTo>
                  <a:lnTo>
                    <a:pt x="182366" y="183460"/>
                  </a:lnTo>
                  <a:lnTo>
                    <a:pt x="181693" y="183687"/>
                  </a:lnTo>
                  <a:lnTo>
                    <a:pt x="181417" y="183943"/>
                  </a:lnTo>
                  <a:lnTo>
                    <a:pt x="181171" y="184091"/>
                  </a:lnTo>
                  <a:lnTo>
                    <a:pt x="181039" y="184122"/>
                  </a:lnTo>
                  <a:lnTo>
                    <a:pt x="181118" y="183558"/>
                  </a:lnTo>
                  <a:lnTo>
                    <a:pt x="181069" y="182943"/>
                  </a:lnTo>
                  <a:lnTo>
                    <a:pt x="180860" y="182904"/>
                  </a:lnTo>
                  <a:lnTo>
                    <a:pt x="180678" y="182884"/>
                  </a:lnTo>
                  <a:lnTo>
                    <a:pt x="180287" y="183004"/>
                  </a:lnTo>
                  <a:lnTo>
                    <a:pt x="179013" y="183259"/>
                  </a:lnTo>
                  <a:lnTo>
                    <a:pt x="178570" y="183215"/>
                  </a:lnTo>
                  <a:lnTo>
                    <a:pt x="178507" y="182787"/>
                  </a:lnTo>
                  <a:lnTo>
                    <a:pt x="178930" y="182620"/>
                  </a:lnTo>
                  <a:lnTo>
                    <a:pt x="179197" y="182553"/>
                  </a:lnTo>
                  <a:lnTo>
                    <a:pt x="179359" y="182571"/>
                  </a:lnTo>
                  <a:lnTo>
                    <a:pt x="179819" y="182611"/>
                  </a:lnTo>
                  <a:lnTo>
                    <a:pt x="179995" y="182621"/>
                  </a:lnTo>
                  <a:lnTo>
                    <a:pt x="180513" y="182573"/>
                  </a:lnTo>
                  <a:lnTo>
                    <a:pt x="180852" y="182465"/>
                  </a:lnTo>
                  <a:lnTo>
                    <a:pt x="181104" y="182426"/>
                  </a:lnTo>
                  <a:lnTo>
                    <a:pt x="181391" y="182445"/>
                  </a:lnTo>
                  <a:lnTo>
                    <a:pt x="181787" y="182540"/>
                  </a:lnTo>
                  <a:lnTo>
                    <a:pt x="182109" y="182417"/>
                  </a:lnTo>
                  <a:lnTo>
                    <a:pt x="182268" y="182367"/>
                  </a:lnTo>
                  <a:lnTo>
                    <a:pt x="182648" y="182368"/>
                  </a:lnTo>
                  <a:lnTo>
                    <a:pt x="182620" y="182614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7153146" y="125676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482" y="182669"/>
                  </a:lnTo>
                  <a:lnTo>
                    <a:pt x="182663" y="182592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7135685" y="1255239"/>
              <a:ext cx="188416" cy="184263"/>
            </a:xfrm>
            <a:custGeom>
              <a:avLst/>
              <a:pathLst>
                <a:path w="188416" h="184263">
                  <a:moveTo>
                    <a:pt x="182879" y="182880"/>
                  </a:moveTo>
                  <a:lnTo>
                    <a:pt x="183648" y="182617"/>
                  </a:lnTo>
                  <a:lnTo>
                    <a:pt x="185409" y="183213"/>
                  </a:lnTo>
                  <a:lnTo>
                    <a:pt x="185882" y="183170"/>
                  </a:lnTo>
                  <a:lnTo>
                    <a:pt x="186166" y="182834"/>
                  </a:lnTo>
                  <a:lnTo>
                    <a:pt x="186879" y="183231"/>
                  </a:lnTo>
                  <a:lnTo>
                    <a:pt x="187146" y="183358"/>
                  </a:lnTo>
                  <a:lnTo>
                    <a:pt x="188416" y="183773"/>
                  </a:lnTo>
                  <a:lnTo>
                    <a:pt x="188139" y="183757"/>
                  </a:lnTo>
                  <a:lnTo>
                    <a:pt x="187228" y="183991"/>
                  </a:lnTo>
                  <a:lnTo>
                    <a:pt x="186916" y="183852"/>
                  </a:lnTo>
                  <a:lnTo>
                    <a:pt x="186599" y="183818"/>
                  </a:lnTo>
                  <a:lnTo>
                    <a:pt x="185543" y="183663"/>
                  </a:lnTo>
                  <a:lnTo>
                    <a:pt x="184976" y="183583"/>
                  </a:lnTo>
                  <a:lnTo>
                    <a:pt x="184452" y="183738"/>
                  </a:lnTo>
                  <a:lnTo>
                    <a:pt x="184480" y="184068"/>
                  </a:lnTo>
                  <a:lnTo>
                    <a:pt x="184404" y="184263"/>
                  </a:lnTo>
                  <a:lnTo>
                    <a:pt x="183393" y="183460"/>
                  </a:lnTo>
                  <a:lnTo>
                    <a:pt x="181118" y="182317"/>
                  </a:lnTo>
                  <a:lnTo>
                    <a:pt x="181686" y="182201"/>
                  </a:lnTo>
                  <a:lnTo>
                    <a:pt x="182164" y="182406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7156301" y="1248124"/>
              <a:ext cx="183466" cy="183809"/>
            </a:xfrm>
            <a:custGeom>
              <a:avLst/>
              <a:pathLst>
                <a:path w="183466" h="183809">
                  <a:moveTo>
                    <a:pt x="182879" y="182880"/>
                  </a:moveTo>
                  <a:lnTo>
                    <a:pt x="183297" y="182947"/>
                  </a:lnTo>
                  <a:lnTo>
                    <a:pt x="183466" y="183018"/>
                  </a:lnTo>
                  <a:lnTo>
                    <a:pt x="183068" y="183514"/>
                  </a:lnTo>
                  <a:lnTo>
                    <a:pt x="182968" y="183809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7155776" y="124646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98" y="181966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7153314" y="1243597"/>
              <a:ext cx="184037" cy="185422"/>
            </a:xfrm>
            <a:custGeom>
              <a:avLst/>
              <a:pathLst>
                <a:path w="184037" h="185422">
                  <a:moveTo>
                    <a:pt x="182879" y="182880"/>
                  </a:moveTo>
                  <a:lnTo>
                    <a:pt x="183305" y="183101"/>
                  </a:lnTo>
                  <a:lnTo>
                    <a:pt x="183613" y="183208"/>
                  </a:lnTo>
                  <a:lnTo>
                    <a:pt x="184037" y="183886"/>
                  </a:lnTo>
                  <a:lnTo>
                    <a:pt x="183653" y="184357"/>
                  </a:lnTo>
                  <a:lnTo>
                    <a:pt x="183556" y="184625"/>
                  </a:lnTo>
                  <a:lnTo>
                    <a:pt x="183228" y="184827"/>
                  </a:lnTo>
                  <a:lnTo>
                    <a:pt x="182926" y="185196"/>
                  </a:lnTo>
                  <a:lnTo>
                    <a:pt x="182460" y="185303"/>
                  </a:lnTo>
                  <a:lnTo>
                    <a:pt x="182240" y="185270"/>
                  </a:lnTo>
                  <a:lnTo>
                    <a:pt x="182166" y="185422"/>
                  </a:lnTo>
                  <a:lnTo>
                    <a:pt x="181727" y="185225"/>
                  </a:lnTo>
                  <a:lnTo>
                    <a:pt x="181754" y="184986"/>
                  </a:lnTo>
                  <a:lnTo>
                    <a:pt x="180807" y="183943"/>
                  </a:lnTo>
                  <a:lnTo>
                    <a:pt x="180889" y="183771"/>
                  </a:lnTo>
                  <a:lnTo>
                    <a:pt x="181683" y="182936"/>
                  </a:lnTo>
                  <a:lnTo>
                    <a:pt x="182040" y="182964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7181410" y="1234946"/>
              <a:ext cx="183216" cy="182935"/>
            </a:xfrm>
            <a:custGeom>
              <a:avLst/>
              <a:pathLst>
                <a:path w="183216" h="182935">
                  <a:moveTo>
                    <a:pt x="182879" y="182880"/>
                  </a:moveTo>
                  <a:lnTo>
                    <a:pt x="182700" y="182907"/>
                  </a:lnTo>
                  <a:lnTo>
                    <a:pt x="182506" y="182935"/>
                  </a:lnTo>
                  <a:lnTo>
                    <a:pt x="182569" y="182546"/>
                  </a:lnTo>
                  <a:lnTo>
                    <a:pt x="182820" y="182436"/>
                  </a:lnTo>
                  <a:lnTo>
                    <a:pt x="183216" y="182273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7224890" y="120493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6790175" y="2005233"/>
              <a:ext cx="183155" cy="185302"/>
            </a:xfrm>
            <a:custGeom>
              <a:avLst/>
              <a:pathLst>
                <a:path w="183155" h="185302">
                  <a:moveTo>
                    <a:pt x="182879" y="182880"/>
                  </a:moveTo>
                  <a:lnTo>
                    <a:pt x="183155" y="183719"/>
                  </a:lnTo>
                  <a:lnTo>
                    <a:pt x="183155" y="184229"/>
                  </a:lnTo>
                  <a:lnTo>
                    <a:pt x="182962" y="183657"/>
                  </a:lnTo>
                  <a:lnTo>
                    <a:pt x="182660" y="183444"/>
                  </a:lnTo>
                  <a:lnTo>
                    <a:pt x="182499" y="183952"/>
                  </a:lnTo>
                  <a:lnTo>
                    <a:pt x="182612" y="184182"/>
                  </a:lnTo>
                  <a:lnTo>
                    <a:pt x="183008" y="184220"/>
                  </a:lnTo>
                  <a:lnTo>
                    <a:pt x="182966" y="184550"/>
                  </a:lnTo>
                  <a:lnTo>
                    <a:pt x="182215" y="185014"/>
                  </a:lnTo>
                  <a:lnTo>
                    <a:pt x="182364" y="185134"/>
                  </a:lnTo>
                  <a:lnTo>
                    <a:pt x="182224" y="185207"/>
                  </a:lnTo>
                  <a:lnTo>
                    <a:pt x="182012" y="185205"/>
                  </a:lnTo>
                  <a:lnTo>
                    <a:pt x="181884" y="185164"/>
                  </a:lnTo>
                  <a:lnTo>
                    <a:pt x="181616" y="185302"/>
                  </a:lnTo>
                  <a:lnTo>
                    <a:pt x="181439" y="185202"/>
                  </a:lnTo>
                  <a:lnTo>
                    <a:pt x="181430" y="184989"/>
                  </a:lnTo>
                  <a:lnTo>
                    <a:pt x="181491" y="184746"/>
                  </a:lnTo>
                  <a:lnTo>
                    <a:pt x="181509" y="183941"/>
                  </a:lnTo>
                  <a:lnTo>
                    <a:pt x="181503" y="183779"/>
                  </a:lnTo>
                  <a:lnTo>
                    <a:pt x="181298" y="183488"/>
                  </a:lnTo>
                  <a:lnTo>
                    <a:pt x="181116" y="183314"/>
                  </a:lnTo>
                  <a:lnTo>
                    <a:pt x="181030" y="182996"/>
                  </a:lnTo>
                  <a:lnTo>
                    <a:pt x="181184" y="182923"/>
                  </a:lnTo>
                  <a:lnTo>
                    <a:pt x="181524" y="182845"/>
                  </a:lnTo>
                  <a:lnTo>
                    <a:pt x="182121" y="182889"/>
                  </a:lnTo>
                  <a:lnTo>
                    <a:pt x="182323" y="182911"/>
                  </a:lnTo>
                  <a:lnTo>
                    <a:pt x="182552" y="18303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6788948" y="2004265"/>
              <a:ext cx="183142" cy="183218"/>
            </a:xfrm>
            <a:custGeom>
              <a:avLst/>
              <a:pathLst>
                <a:path w="183142" h="183218">
                  <a:moveTo>
                    <a:pt x="182879" y="182880"/>
                  </a:moveTo>
                  <a:lnTo>
                    <a:pt x="182715" y="182928"/>
                  </a:lnTo>
                  <a:lnTo>
                    <a:pt x="182509" y="183159"/>
                  </a:lnTo>
                  <a:lnTo>
                    <a:pt x="182260" y="183218"/>
                  </a:lnTo>
                  <a:lnTo>
                    <a:pt x="181883" y="182899"/>
                  </a:lnTo>
                  <a:lnTo>
                    <a:pt x="182179" y="182041"/>
                  </a:lnTo>
                  <a:lnTo>
                    <a:pt x="182053" y="181755"/>
                  </a:lnTo>
                  <a:lnTo>
                    <a:pt x="182184" y="181728"/>
                  </a:lnTo>
                  <a:lnTo>
                    <a:pt x="182404" y="181617"/>
                  </a:lnTo>
                  <a:lnTo>
                    <a:pt x="182710" y="181576"/>
                  </a:lnTo>
                  <a:lnTo>
                    <a:pt x="183088" y="181889"/>
                  </a:lnTo>
                  <a:lnTo>
                    <a:pt x="183142" y="182335"/>
                  </a:lnTo>
                  <a:lnTo>
                    <a:pt x="182963" y="18254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6790080" y="2003177"/>
              <a:ext cx="182879" cy="183537"/>
            </a:xfrm>
            <a:custGeom>
              <a:avLst/>
              <a:pathLst>
                <a:path w="182879" h="183537">
                  <a:moveTo>
                    <a:pt x="182879" y="182880"/>
                  </a:moveTo>
                  <a:lnTo>
                    <a:pt x="182725" y="183214"/>
                  </a:lnTo>
                  <a:lnTo>
                    <a:pt x="182640" y="18353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6499289" y="1422112"/>
              <a:ext cx="183074" cy="185494"/>
            </a:xfrm>
            <a:custGeom>
              <a:avLst/>
              <a:pathLst>
                <a:path w="183074" h="185494">
                  <a:moveTo>
                    <a:pt x="182880" y="182880"/>
                  </a:moveTo>
                  <a:lnTo>
                    <a:pt x="182832" y="183317"/>
                  </a:lnTo>
                  <a:lnTo>
                    <a:pt x="182729" y="183599"/>
                  </a:lnTo>
                  <a:lnTo>
                    <a:pt x="182967" y="183880"/>
                  </a:lnTo>
                  <a:lnTo>
                    <a:pt x="182803" y="184082"/>
                  </a:lnTo>
                  <a:lnTo>
                    <a:pt x="182647" y="183883"/>
                  </a:lnTo>
                  <a:lnTo>
                    <a:pt x="182371" y="183532"/>
                  </a:lnTo>
                  <a:lnTo>
                    <a:pt x="182031" y="183126"/>
                  </a:lnTo>
                  <a:lnTo>
                    <a:pt x="181464" y="183495"/>
                  </a:lnTo>
                  <a:lnTo>
                    <a:pt x="181248" y="183777"/>
                  </a:lnTo>
                  <a:lnTo>
                    <a:pt x="181198" y="184364"/>
                  </a:lnTo>
                  <a:lnTo>
                    <a:pt x="180697" y="184077"/>
                  </a:lnTo>
                  <a:lnTo>
                    <a:pt x="180604" y="184322"/>
                  </a:lnTo>
                  <a:lnTo>
                    <a:pt x="180479" y="184579"/>
                  </a:lnTo>
                  <a:lnTo>
                    <a:pt x="180259" y="184646"/>
                  </a:lnTo>
                  <a:lnTo>
                    <a:pt x="179810" y="184926"/>
                  </a:lnTo>
                  <a:lnTo>
                    <a:pt x="179267" y="184744"/>
                  </a:lnTo>
                  <a:lnTo>
                    <a:pt x="178983" y="184908"/>
                  </a:lnTo>
                  <a:lnTo>
                    <a:pt x="178517" y="185110"/>
                  </a:lnTo>
                  <a:lnTo>
                    <a:pt x="178064" y="185099"/>
                  </a:lnTo>
                  <a:lnTo>
                    <a:pt x="177834" y="185267"/>
                  </a:lnTo>
                  <a:lnTo>
                    <a:pt x="177668" y="185370"/>
                  </a:lnTo>
                  <a:lnTo>
                    <a:pt x="177171" y="185494"/>
                  </a:lnTo>
                  <a:lnTo>
                    <a:pt x="176711" y="185408"/>
                  </a:lnTo>
                  <a:lnTo>
                    <a:pt x="176653" y="185123"/>
                  </a:lnTo>
                  <a:lnTo>
                    <a:pt x="176561" y="184499"/>
                  </a:lnTo>
                  <a:lnTo>
                    <a:pt x="176627" y="184179"/>
                  </a:lnTo>
                  <a:lnTo>
                    <a:pt x="176823" y="183926"/>
                  </a:lnTo>
                  <a:lnTo>
                    <a:pt x="177804" y="184006"/>
                  </a:lnTo>
                  <a:lnTo>
                    <a:pt x="178037" y="183834"/>
                  </a:lnTo>
                  <a:lnTo>
                    <a:pt x="178383" y="183638"/>
                  </a:lnTo>
                  <a:lnTo>
                    <a:pt x="178648" y="183595"/>
                  </a:lnTo>
                  <a:lnTo>
                    <a:pt x="178913" y="183533"/>
                  </a:lnTo>
                  <a:lnTo>
                    <a:pt x="179244" y="183427"/>
                  </a:lnTo>
                  <a:lnTo>
                    <a:pt x="179419" y="183371"/>
                  </a:lnTo>
                  <a:lnTo>
                    <a:pt x="180010" y="183167"/>
                  </a:lnTo>
                  <a:lnTo>
                    <a:pt x="180586" y="182833"/>
                  </a:lnTo>
                  <a:lnTo>
                    <a:pt x="180982" y="182698"/>
                  </a:lnTo>
                  <a:lnTo>
                    <a:pt x="181507" y="182703"/>
                  </a:lnTo>
                  <a:lnTo>
                    <a:pt x="181821" y="182610"/>
                  </a:lnTo>
                  <a:lnTo>
                    <a:pt x="181912" y="182388"/>
                  </a:lnTo>
                  <a:lnTo>
                    <a:pt x="182272" y="182318"/>
                  </a:lnTo>
                  <a:lnTo>
                    <a:pt x="182520" y="182298"/>
                  </a:lnTo>
                  <a:lnTo>
                    <a:pt x="182888" y="182270"/>
                  </a:lnTo>
                  <a:lnTo>
                    <a:pt x="183074" y="182308"/>
                  </a:lnTo>
                  <a:lnTo>
                    <a:pt x="183073" y="18250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6526608" y="1251493"/>
              <a:ext cx="217772" cy="363900"/>
            </a:xfrm>
            <a:custGeom>
              <a:avLst/>
              <a:pathLst>
                <a:path w="217772" h="363900">
                  <a:moveTo>
                    <a:pt x="182879" y="182880"/>
                  </a:moveTo>
                  <a:lnTo>
                    <a:pt x="183141" y="182873"/>
                  </a:lnTo>
                  <a:lnTo>
                    <a:pt x="183375" y="182888"/>
                  </a:lnTo>
                  <a:lnTo>
                    <a:pt x="183662" y="182978"/>
                  </a:lnTo>
                  <a:lnTo>
                    <a:pt x="183908" y="183176"/>
                  </a:lnTo>
                  <a:lnTo>
                    <a:pt x="184074" y="183401"/>
                  </a:lnTo>
                  <a:lnTo>
                    <a:pt x="184320" y="183933"/>
                  </a:lnTo>
                  <a:lnTo>
                    <a:pt x="184145" y="184306"/>
                  </a:lnTo>
                  <a:lnTo>
                    <a:pt x="184136" y="184548"/>
                  </a:lnTo>
                  <a:lnTo>
                    <a:pt x="184382" y="184975"/>
                  </a:lnTo>
                  <a:lnTo>
                    <a:pt x="184626" y="185384"/>
                  </a:lnTo>
                  <a:lnTo>
                    <a:pt x="184457" y="185907"/>
                  </a:lnTo>
                  <a:lnTo>
                    <a:pt x="184422" y="186206"/>
                  </a:lnTo>
                  <a:lnTo>
                    <a:pt x="184433" y="186387"/>
                  </a:lnTo>
                  <a:lnTo>
                    <a:pt x="184563" y="186807"/>
                  </a:lnTo>
                  <a:lnTo>
                    <a:pt x="184597" y="187126"/>
                  </a:lnTo>
                  <a:lnTo>
                    <a:pt x="184469" y="187488"/>
                  </a:lnTo>
                  <a:lnTo>
                    <a:pt x="184182" y="187917"/>
                  </a:lnTo>
                  <a:lnTo>
                    <a:pt x="184042" y="188285"/>
                  </a:lnTo>
                  <a:lnTo>
                    <a:pt x="184299" y="188889"/>
                  </a:lnTo>
                  <a:lnTo>
                    <a:pt x="184652" y="189476"/>
                  </a:lnTo>
                  <a:lnTo>
                    <a:pt x="185244" y="190365"/>
                  </a:lnTo>
                  <a:lnTo>
                    <a:pt x="185263" y="190517"/>
                  </a:lnTo>
                  <a:lnTo>
                    <a:pt x="185374" y="190794"/>
                  </a:lnTo>
                  <a:lnTo>
                    <a:pt x="186005" y="192416"/>
                  </a:lnTo>
                  <a:lnTo>
                    <a:pt x="186108" y="192887"/>
                  </a:lnTo>
                  <a:lnTo>
                    <a:pt x="186128" y="193072"/>
                  </a:lnTo>
                  <a:lnTo>
                    <a:pt x="186191" y="193222"/>
                  </a:lnTo>
                  <a:lnTo>
                    <a:pt x="186220" y="193459"/>
                  </a:lnTo>
                  <a:lnTo>
                    <a:pt x="186210" y="193609"/>
                  </a:lnTo>
                  <a:lnTo>
                    <a:pt x="186266" y="193788"/>
                  </a:lnTo>
                  <a:lnTo>
                    <a:pt x="186342" y="193943"/>
                  </a:lnTo>
                  <a:lnTo>
                    <a:pt x="186555" y="194245"/>
                  </a:lnTo>
                  <a:lnTo>
                    <a:pt x="187107" y="195114"/>
                  </a:lnTo>
                  <a:lnTo>
                    <a:pt x="187324" y="195277"/>
                  </a:lnTo>
                  <a:lnTo>
                    <a:pt x="187522" y="195272"/>
                  </a:lnTo>
                  <a:lnTo>
                    <a:pt x="188245" y="195505"/>
                  </a:lnTo>
                  <a:lnTo>
                    <a:pt x="188514" y="195673"/>
                  </a:lnTo>
                  <a:lnTo>
                    <a:pt x="188828" y="195677"/>
                  </a:lnTo>
                  <a:lnTo>
                    <a:pt x="189054" y="195714"/>
                  </a:lnTo>
                  <a:lnTo>
                    <a:pt x="189283" y="195808"/>
                  </a:lnTo>
                  <a:lnTo>
                    <a:pt x="189412" y="195814"/>
                  </a:lnTo>
                  <a:lnTo>
                    <a:pt x="189888" y="196144"/>
                  </a:lnTo>
                  <a:lnTo>
                    <a:pt x="189958" y="196368"/>
                  </a:lnTo>
                  <a:lnTo>
                    <a:pt x="190548" y="196800"/>
                  </a:lnTo>
                  <a:lnTo>
                    <a:pt x="190951" y="196847"/>
                  </a:lnTo>
                  <a:lnTo>
                    <a:pt x="190825" y="197073"/>
                  </a:lnTo>
                  <a:lnTo>
                    <a:pt x="190995" y="198053"/>
                  </a:lnTo>
                  <a:lnTo>
                    <a:pt x="190467" y="201595"/>
                  </a:lnTo>
                  <a:lnTo>
                    <a:pt x="185411" y="206219"/>
                  </a:lnTo>
                  <a:lnTo>
                    <a:pt x="184284" y="207758"/>
                  </a:lnTo>
                  <a:lnTo>
                    <a:pt x="182620" y="210210"/>
                  </a:lnTo>
                  <a:lnTo>
                    <a:pt x="180671" y="211681"/>
                  </a:lnTo>
                  <a:lnTo>
                    <a:pt x="180008" y="213745"/>
                  </a:lnTo>
                  <a:lnTo>
                    <a:pt x="179102" y="216646"/>
                  </a:lnTo>
                  <a:lnTo>
                    <a:pt x="178780" y="219948"/>
                  </a:lnTo>
                  <a:lnTo>
                    <a:pt x="178661" y="221046"/>
                  </a:lnTo>
                  <a:lnTo>
                    <a:pt x="178559" y="222248"/>
                  </a:lnTo>
                  <a:lnTo>
                    <a:pt x="176670" y="225860"/>
                  </a:lnTo>
                  <a:lnTo>
                    <a:pt x="172181" y="229064"/>
                  </a:lnTo>
                  <a:lnTo>
                    <a:pt x="172237" y="229228"/>
                  </a:lnTo>
                  <a:lnTo>
                    <a:pt x="172284" y="229409"/>
                  </a:lnTo>
                  <a:lnTo>
                    <a:pt x="172392" y="229630"/>
                  </a:lnTo>
                  <a:lnTo>
                    <a:pt x="172915" y="229785"/>
                  </a:lnTo>
                  <a:lnTo>
                    <a:pt x="173391" y="229935"/>
                  </a:lnTo>
                  <a:lnTo>
                    <a:pt x="173549" y="230032"/>
                  </a:lnTo>
                  <a:lnTo>
                    <a:pt x="173731" y="230206"/>
                  </a:lnTo>
                  <a:lnTo>
                    <a:pt x="174020" y="230528"/>
                  </a:lnTo>
                  <a:lnTo>
                    <a:pt x="174518" y="231193"/>
                  </a:lnTo>
                  <a:lnTo>
                    <a:pt x="174696" y="231347"/>
                  </a:lnTo>
                  <a:lnTo>
                    <a:pt x="174882" y="231464"/>
                  </a:lnTo>
                  <a:lnTo>
                    <a:pt x="175088" y="231573"/>
                  </a:lnTo>
                  <a:lnTo>
                    <a:pt x="175704" y="231812"/>
                  </a:lnTo>
                  <a:lnTo>
                    <a:pt x="176248" y="232037"/>
                  </a:lnTo>
                  <a:lnTo>
                    <a:pt x="177154" y="232566"/>
                  </a:lnTo>
                  <a:lnTo>
                    <a:pt x="177354" y="232673"/>
                  </a:lnTo>
                  <a:lnTo>
                    <a:pt x="177652" y="232792"/>
                  </a:lnTo>
                  <a:lnTo>
                    <a:pt x="178248" y="232899"/>
                  </a:lnTo>
                  <a:lnTo>
                    <a:pt x="178731" y="232972"/>
                  </a:lnTo>
                  <a:lnTo>
                    <a:pt x="178877" y="233015"/>
                  </a:lnTo>
                  <a:lnTo>
                    <a:pt x="179012" y="233062"/>
                  </a:lnTo>
                  <a:lnTo>
                    <a:pt x="179314" y="233221"/>
                  </a:lnTo>
                  <a:lnTo>
                    <a:pt x="179949" y="233465"/>
                  </a:lnTo>
                  <a:lnTo>
                    <a:pt x="180473" y="233618"/>
                  </a:lnTo>
                  <a:lnTo>
                    <a:pt x="180934" y="233852"/>
                  </a:lnTo>
                  <a:lnTo>
                    <a:pt x="181595" y="234073"/>
                  </a:lnTo>
                  <a:lnTo>
                    <a:pt x="182095" y="234464"/>
                  </a:lnTo>
                  <a:lnTo>
                    <a:pt x="182289" y="234760"/>
                  </a:lnTo>
                  <a:lnTo>
                    <a:pt x="182419" y="234941"/>
                  </a:lnTo>
                  <a:lnTo>
                    <a:pt x="182807" y="235176"/>
                  </a:lnTo>
                  <a:lnTo>
                    <a:pt x="183276" y="235396"/>
                  </a:lnTo>
                  <a:lnTo>
                    <a:pt x="183484" y="235471"/>
                  </a:lnTo>
                  <a:lnTo>
                    <a:pt x="183667" y="235519"/>
                  </a:lnTo>
                  <a:lnTo>
                    <a:pt x="184753" y="235717"/>
                  </a:lnTo>
                  <a:lnTo>
                    <a:pt x="185037" y="235782"/>
                  </a:lnTo>
                  <a:lnTo>
                    <a:pt x="185302" y="235868"/>
                  </a:lnTo>
                  <a:lnTo>
                    <a:pt x="185478" y="235966"/>
                  </a:lnTo>
                  <a:lnTo>
                    <a:pt x="185833" y="236059"/>
                  </a:lnTo>
                  <a:lnTo>
                    <a:pt x="186063" y="236110"/>
                  </a:lnTo>
                  <a:lnTo>
                    <a:pt x="186356" y="236165"/>
                  </a:lnTo>
                  <a:lnTo>
                    <a:pt x="186901" y="236337"/>
                  </a:lnTo>
                  <a:lnTo>
                    <a:pt x="187235" y="236483"/>
                  </a:lnTo>
                  <a:lnTo>
                    <a:pt x="187629" y="236581"/>
                  </a:lnTo>
                  <a:lnTo>
                    <a:pt x="188064" y="236595"/>
                  </a:lnTo>
                  <a:lnTo>
                    <a:pt x="188474" y="236787"/>
                  </a:lnTo>
                  <a:lnTo>
                    <a:pt x="188713" y="236927"/>
                  </a:lnTo>
                  <a:lnTo>
                    <a:pt x="190074" y="237277"/>
                  </a:lnTo>
                  <a:lnTo>
                    <a:pt x="190526" y="237376"/>
                  </a:lnTo>
                  <a:lnTo>
                    <a:pt x="192128" y="237692"/>
                  </a:lnTo>
                  <a:lnTo>
                    <a:pt x="193327" y="237944"/>
                  </a:lnTo>
                  <a:lnTo>
                    <a:pt x="193427" y="237754"/>
                  </a:lnTo>
                  <a:lnTo>
                    <a:pt x="193610" y="237465"/>
                  </a:lnTo>
                  <a:lnTo>
                    <a:pt x="196858" y="236754"/>
                  </a:lnTo>
                  <a:lnTo>
                    <a:pt x="197154" y="236263"/>
                  </a:lnTo>
                  <a:lnTo>
                    <a:pt x="197192" y="236083"/>
                  </a:lnTo>
                  <a:lnTo>
                    <a:pt x="197543" y="236005"/>
                  </a:lnTo>
                  <a:lnTo>
                    <a:pt x="197967" y="236205"/>
                  </a:lnTo>
                  <a:lnTo>
                    <a:pt x="198254" y="236027"/>
                  </a:lnTo>
                  <a:lnTo>
                    <a:pt x="198490" y="235936"/>
                  </a:lnTo>
                  <a:lnTo>
                    <a:pt x="198621" y="235950"/>
                  </a:lnTo>
                  <a:lnTo>
                    <a:pt x="198781" y="235994"/>
                  </a:lnTo>
                  <a:lnTo>
                    <a:pt x="199393" y="236205"/>
                  </a:lnTo>
                  <a:lnTo>
                    <a:pt x="199588" y="236402"/>
                  </a:lnTo>
                  <a:lnTo>
                    <a:pt x="199850" y="236725"/>
                  </a:lnTo>
                  <a:lnTo>
                    <a:pt x="200017" y="236991"/>
                  </a:lnTo>
                  <a:lnTo>
                    <a:pt x="200348" y="237313"/>
                  </a:lnTo>
                  <a:lnTo>
                    <a:pt x="200717" y="237547"/>
                  </a:lnTo>
                  <a:lnTo>
                    <a:pt x="201091" y="237720"/>
                  </a:lnTo>
                  <a:lnTo>
                    <a:pt x="201358" y="237956"/>
                  </a:lnTo>
                  <a:lnTo>
                    <a:pt x="201504" y="238125"/>
                  </a:lnTo>
                  <a:lnTo>
                    <a:pt x="202153" y="238380"/>
                  </a:lnTo>
                  <a:lnTo>
                    <a:pt x="202369" y="238373"/>
                  </a:lnTo>
                  <a:lnTo>
                    <a:pt x="202537" y="238419"/>
                  </a:lnTo>
                  <a:lnTo>
                    <a:pt x="202813" y="238626"/>
                  </a:lnTo>
                  <a:lnTo>
                    <a:pt x="203469" y="238727"/>
                  </a:lnTo>
                  <a:lnTo>
                    <a:pt x="203747" y="238759"/>
                  </a:lnTo>
                  <a:lnTo>
                    <a:pt x="204728" y="239024"/>
                  </a:lnTo>
                  <a:lnTo>
                    <a:pt x="204978" y="239135"/>
                  </a:lnTo>
                  <a:lnTo>
                    <a:pt x="205155" y="239276"/>
                  </a:lnTo>
                  <a:lnTo>
                    <a:pt x="205303" y="239447"/>
                  </a:lnTo>
                  <a:lnTo>
                    <a:pt x="205430" y="239722"/>
                  </a:lnTo>
                  <a:lnTo>
                    <a:pt x="205613" y="240313"/>
                  </a:lnTo>
                  <a:lnTo>
                    <a:pt x="205771" y="240598"/>
                  </a:lnTo>
                  <a:lnTo>
                    <a:pt x="205893" y="240750"/>
                  </a:lnTo>
                  <a:lnTo>
                    <a:pt x="206185" y="240966"/>
                  </a:lnTo>
                  <a:lnTo>
                    <a:pt x="206486" y="241226"/>
                  </a:lnTo>
                  <a:lnTo>
                    <a:pt x="206679" y="241470"/>
                  </a:lnTo>
                  <a:lnTo>
                    <a:pt x="206861" y="241652"/>
                  </a:lnTo>
                  <a:lnTo>
                    <a:pt x="207115" y="241804"/>
                  </a:lnTo>
                  <a:lnTo>
                    <a:pt x="207684" y="242176"/>
                  </a:lnTo>
                  <a:lnTo>
                    <a:pt x="208010" y="242433"/>
                  </a:lnTo>
                  <a:lnTo>
                    <a:pt x="208577" y="242873"/>
                  </a:lnTo>
                  <a:lnTo>
                    <a:pt x="208834" y="243036"/>
                  </a:lnTo>
                  <a:lnTo>
                    <a:pt x="209056" y="243169"/>
                  </a:lnTo>
                  <a:lnTo>
                    <a:pt x="208176" y="244650"/>
                  </a:lnTo>
                  <a:lnTo>
                    <a:pt x="207927" y="245242"/>
                  </a:lnTo>
                  <a:lnTo>
                    <a:pt x="208333" y="245641"/>
                  </a:lnTo>
                  <a:lnTo>
                    <a:pt x="209429" y="245929"/>
                  </a:lnTo>
                  <a:lnTo>
                    <a:pt x="209740" y="245537"/>
                  </a:lnTo>
                  <a:lnTo>
                    <a:pt x="210388" y="245414"/>
                  </a:lnTo>
                  <a:lnTo>
                    <a:pt x="211131" y="245415"/>
                  </a:lnTo>
                  <a:lnTo>
                    <a:pt x="211562" y="245965"/>
                  </a:lnTo>
                  <a:lnTo>
                    <a:pt x="213458" y="247504"/>
                  </a:lnTo>
                  <a:lnTo>
                    <a:pt x="213712" y="247651"/>
                  </a:lnTo>
                  <a:lnTo>
                    <a:pt x="214102" y="247771"/>
                  </a:lnTo>
                  <a:lnTo>
                    <a:pt x="216608" y="248564"/>
                  </a:lnTo>
                  <a:lnTo>
                    <a:pt x="217260" y="249000"/>
                  </a:lnTo>
                  <a:lnTo>
                    <a:pt x="217772" y="249448"/>
                  </a:lnTo>
                  <a:lnTo>
                    <a:pt x="217680" y="250207"/>
                  </a:lnTo>
                  <a:lnTo>
                    <a:pt x="217254" y="250334"/>
                  </a:lnTo>
                  <a:lnTo>
                    <a:pt x="217304" y="250620"/>
                  </a:lnTo>
                  <a:lnTo>
                    <a:pt x="217219" y="251425"/>
                  </a:lnTo>
                  <a:lnTo>
                    <a:pt x="217339" y="251695"/>
                  </a:lnTo>
                  <a:lnTo>
                    <a:pt x="216887" y="251519"/>
                  </a:lnTo>
                  <a:lnTo>
                    <a:pt x="216423" y="252272"/>
                  </a:lnTo>
                  <a:lnTo>
                    <a:pt x="216318" y="252939"/>
                  </a:lnTo>
                  <a:lnTo>
                    <a:pt x="216167" y="253019"/>
                  </a:lnTo>
                  <a:lnTo>
                    <a:pt x="215849" y="253100"/>
                  </a:lnTo>
                  <a:lnTo>
                    <a:pt x="215614" y="252793"/>
                  </a:lnTo>
                  <a:lnTo>
                    <a:pt x="215252" y="252277"/>
                  </a:lnTo>
                  <a:lnTo>
                    <a:pt x="214993" y="252224"/>
                  </a:lnTo>
                  <a:lnTo>
                    <a:pt x="214720" y="252136"/>
                  </a:lnTo>
                  <a:lnTo>
                    <a:pt x="214800" y="251878"/>
                  </a:lnTo>
                  <a:lnTo>
                    <a:pt x="214611" y="251806"/>
                  </a:lnTo>
                  <a:lnTo>
                    <a:pt x="214444" y="251954"/>
                  </a:lnTo>
                  <a:lnTo>
                    <a:pt x="214283" y="252121"/>
                  </a:lnTo>
                  <a:lnTo>
                    <a:pt x="214797" y="252260"/>
                  </a:lnTo>
                  <a:lnTo>
                    <a:pt x="214936" y="252322"/>
                  </a:lnTo>
                  <a:lnTo>
                    <a:pt x="214878" y="252492"/>
                  </a:lnTo>
                  <a:lnTo>
                    <a:pt x="214794" y="252682"/>
                  </a:lnTo>
                  <a:lnTo>
                    <a:pt x="214517" y="252650"/>
                  </a:lnTo>
                  <a:lnTo>
                    <a:pt x="213834" y="252945"/>
                  </a:lnTo>
                  <a:lnTo>
                    <a:pt x="213233" y="253023"/>
                  </a:lnTo>
                  <a:lnTo>
                    <a:pt x="212876" y="252537"/>
                  </a:lnTo>
                  <a:lnTo>
                    <a:pt x="211209" y="253415"/>
                  </a:lnTo>
                  <a:lnTo>
                    <a:pt x="211185" y="253635"/>
                  </a:lnTo>
                  <a:lnTo>
                    <a:pt x="211187" y="254046"/>
                  </a:lnTo>
                  <a:lnTo>
                    <a:pt x="211229" y="254197"/>
                  </a:lnTo>
                  <a:lnTo>
                    <a:pt x="211315" y="254376"/>
                  </a:lnTo>
                  <a:lnTo>
                    <a:pt x="211482" y="254590"/>
                  </a:lnTo>
                  <a:lnTo>
                    <a:pt x="211364" y="254812"/>
                  </a:lnTo>
                  <a:lnTo>
                    <a:pt x="211157" y="255064"/>
                  </a:lnTo>
                  <a:lnTo>
                    <a:pt x="210734" y="255411"/>
                  </a:lnTo>
                  <a:lnTo>
                    <a:pt x="210246" y="255983"/>
                  </a:lnTo>
                  <a:lnTo>
                    <a:pt x="210168" y="256120"/>
                  </a:lnTo>
                  <a:lnTo>
                    <a:pt x="210111" y="256260"/>
                  </a:lnTo>
                  <a:lnTo>
                    <a:pt x="210094" y="256406"/>
                  </a:lnTo>
                  <a:lnTo>
                    <a:pt x="210234" y="256691"/>
                  </a:lnTo>
                  <a:lnTo>
                    <a:pt x="209114" y="256620"/>
                  </a:lnTo>
                  <a:lnTo>
                    <a:pt x="208614" y="256854"/>
                  </a:lnTo>
                  <a:lnTo>
                    <a:pt x="208277" y="257085"/>
                  </a:lnTo>
                  <a:lnTo>
                    <a:pt x="208117" y="256994"/>
                  </a:lnTo>
                  <a:lnTo>
                    <a:pt x="208129" y="256808"/>
                  </a:lnTo>
                  <a:lnTo>
                    <a:pt x="207663" y="256493"/>
                  </a:lnTo>
                  <a:lnTo>
                    <a:pt x="206943" y="256461"/>
                  </a:lnTo>
                  <a:lnTo>
                    <a:pt x="206952" y="256719"/>
                  </a:lnTo>
                  <a:lnTo>
                    <a:pt x="207066" y="257172"/>
                  </a:lnTo>
                  <a:lnTo>
                    <a:pt x="206997" y="257385"/>
                  </a:lnTo>
                  <a:lnTo>
                    <a:pt x="208351" y="257671"/>
                  </a:lnTo>
                  <a:lnTo>
                    <a:pt x="208251" y="258315"/>
                  </a:lnTo>
                  <a:lnTo>
                    <a:pt x="207444" y="258157"/>
                  </a:lnTo>
                  <a:lnTo>
                    <a:pt x="206734" y="258904"/>
                  </a:lnTo>
                  <a:lnTo>
                    <a:pt x="206187" y="259431"/>
                  </a:lnTo>
                  <a:lnTo>
                    <a:pt x="206134" y="259754"/>
                  </a:lnTo>
                  <a:lnTo>
                    <a:pt x="205966" y="259969"/>
                  </a:lnTo>
                  <a:lnTo>
                    <a:pt x="205485" y="260190"/>
                  </a:lnTo>
                  <a:lnTo>
                    <a:pt x="204464" y="260207"/>
                  </a:lnTo>
                  <a:lnTo>
                    <a:pt x="204335" y="260171"/>
                  </a:lnTo>
                  <a:lnTo>
                    <a:pt x="204119" y="260111"/>
                  </a:lnTo>
                  <a:lnTo>
                    <a:pt x="204198" y="260257"/>
                  </a:lnTo>
                  <a:lnTo>
                    <a:pt x="204820" y="261220"/>
                  </a:lnTo>
                  <a:lnTo>
                    <a:pt x="205259" y="261308"/>
                  </a:lnTo>
                  <a:lnTo>
                    <a:pt x="205567" y="261216"/>
                  </a:lnTo>
                  <a:lnTo>
                    <a:pt x="206259" y="261038"/>
                  </a:lnTo>
                  <a:lnTo>
                    <a:pt x="206402" y="261439"/>
                  </a:lnTo>
                  <a:lnTo>
                    <a:pt x="206220" y="261986"/>
                  </a:lnTo>
                  <a:lnTo>
                    <a:pt x="206134" y="262138"/>
                  </a:lnTo>
                  <a:lnTo>
                    <a:pt x="205703" y="263198"/>
                  </a:lnTo>
                  <a:lnTo>
                    <a:pt x="205725" y="263530"/>
                  </a:lnTo>
                  <a:lnTo>
                    <a:pt x="205491" y="263947"/>
                  </a:lnTo>
                  <a:lnTo>
                    <a:pt x="205296" y="263998"/>
                  </a:lnTo>
                  <a:lnTo>
                    <a:pt x="204772" y="264506"/>
                  </a:lnTo>
                  <a:lnTo>
                    <a:pt x="204807" y="264853"/>
                  </a:lnTo>
                  <a:lnTo>
                    <a:pt x="204802" y="265082"/>
                  </a:lnTo>
                  <a:lnTo>
                    <a:pt x="204483" y="265181"/>
                  </a:lnTo>
                  <a:lnTo>
                    <a:pt x="204445" y="264903"/>
                  </a:lnTo>
                  <a:lnTo>
                    <a:pt x="204365" y="264659"/>
                  </a:lnTo>
                  <a:lnTo>
                    <a:pt x="204121" y="264853"/>
                  </a:lnTo>
                  <a:lnTo>
                    <a:pt x="203422" y="265248"/>
                  </a:lnTo>
                  <a:lnTo>
                    <a:pt x="203282" y="265385"/>
                  </a:lnTo>
                  <a:lnTo>
                    <a:pt x="203079" y="265660"/>
                  </a:lnTo>
                  <a:lnTo>
                    <a:pt x="203073" y="265934"/>
                  </a:lnTo>
                  <a:lnTo>
                    <a:pt x="203085" y="266344"/>
                  </a:lnTo>
                  <a:lnTo>
                    <a:pt x="203092" y="266483"/>
                  </a:lnTo>
                  <a:lnTo>
                    <a:pt x="203154" y="266972"/>
                  </a:lnTo>
                  <a:lnTo>
                    <a:pt x="203071" y="267195"/>
                  </a:lnTo>
                  <a:lnTo>
                    <a:pt x="202828" y="267755"/>
                  </a:lnTo>
                  <a:lnTo>
                    <a:pt x="202770" y="268004"/>
                  </a:lnTo>
                  <a:lnTo>
                    <a:pt x="202743" y="268485"/>
                  </a:lnTo>
                  <a:lnTo>
                    <a:pt x="203018" y="268543"/>
                  </a:lnTo>
                  <a:lnTo>
                    <a:pt x="202875" y="269125"/>
                  </a:lnTo>
                  <a:lnTo>
                    <a:pt x="202635" y="269438"/>
                  </a:lnTo>
                  <a:lnTo>
                    <a:pt x="202451" y="269450"/>
                  </a:lnTo>
                  <a:lnTo>
                    <a:pt x="202241" y="269619"/>
                  </a:lnTo>
                  <a:lnTo>
                    <a:pt x="202259" y="269991"/>
                  </a:lnTo>
                  <a:lnTo>
                    <a:pt x="202274" y="270240"/>
                  </a:lnTo>
                  <a:lnTo>
                    <a:pt x="202265" y="270420"/>
                  </a:lnTo>
                  <a:lnTo>
                    <a:pt x="202200" y="271506"/>
                  </a:lnTo>
                  <a:lnTo>
                    <a:pt x="202070" y="271843"/>
                  </a:lnTo>
                  <a:lnTo>
                    <a:pt x="201948" y="272155"/>
                  </a:lnTo>
                  <a:lnTo>
                    <a:pt x="202086" y="272826"/>
                  </a:lnTo>
                  <a:lnTo>
                    <a:pt x="202170" y="273114"/>
                  </a:lnTo>
                  <a:lnTo>
                    <a:pt x="202425" y="273770"/>
                  </a:lnTo>
                  <a:lnTo>
                    <a:pt x="202682" y="273936"/>
                  </a:lnTo>
                  <a:lnTo>
                    <a:pt x="203381" y="274620"/>
                  </a:lnTo>
                  <a:lnTo>
                    <a:pt x="203615" y="274966"/>
                  </a:lnTo>
                  <a:lnTo>
                    <a:pt x="203737" y="275165"/>
                  </a:lnTo>
                  <a:lnTo>
                    <a:pt x="203876" y="275501"/>
                  </a:lnTo>
                  <a:lnTo>
                    <a:pt x="203964" y="275769"/>
                  </a:lnTo>
                  <a:lnTo>
                    <a:pt x="204005" y="275990"/>
                  </a:lnTo>
                  <a:lnTo>
                    <a:pt x="204010" y="276149"/>
                  </a:lnTo>
                  <a:lnTo>
                    <a:pt x="203912" y="276548"/>
                  </a:lnTo>
                  <a:lnTo>
                    <a:pt x="203409" y="276407"/>
                  </a:lnTo>
                  <a:lnTo>
                    <a:pt x="202913" y="276290"/>
                  </a:lnTo>
                  <a:lnTo>
                    <a:pt x="202223" y="276562"/>
                  </a:lnTo>
                  <a:lnTo>
                    <a:pt x="202198" y="276945"/>
                  </a:lnTo>
                  <a:lnTo>
                    <a:pt x="202346" y="276941"/>
                  </a:lnTo>
                  <a:lnTo>
                    <a:pt x="202616" y="276995"/>
                  </a:lnTo>
                  <a:lnTo>
                    <a:pt x="202784" y="277049"/>
                  </a:lnTo>
                  <a:lnTo>
                    <a:pt x="203186" y="277343"/>
                  </a:lnTo>
                  <a:lnTo>
                    <a:pt x="203760" y="277728"/>
                  </a:lnTo>
                  <a:lnTo>
                    <a:pt x="204358" y="278044"/>
                  </a:lnTo>
                  <a:lnTo>
                    <a:pt x="204423" y="278274"/>
                  </a:lnTo>
                  <a:lnTo>
                    <a:pt x="204810" y="278872"/>
                  </a:lnTo>
                  <a:lnTo>
                    <a:pt x="204953" y="279181"/>
                  </a:lnTo>
                  <a:lnTo>
                    <a:pt x="205028" y="279523"/>
                  </a:lnTo>
                  <a:lnTo>
                    <a:pt x="205127" y="279815"/>
                  </a:lnTo>
                  <a:lnTo>
                    <a:pt x="205040" y="280025"/>
                  </a:lnTo>
                  <a:lnTo>
                    <a:pt x="204951" y="280409"/>
                  </a:lnTo>
                  <a:lnTo>
                    <a:pt x="204927" y="280546"/>
                  </a:lnTo>
                  <a:lnTo>
                    <a:pt x="204881" y="280799"/>
                  </a:lnTo>
                  <a:lnTo>
                    <a:pt x="204703" y="281193"/>
                  </a:lnTo>
                  <a:lnTo>
                    <a:pt x="204522" y="281438"/>
                  </a:lnTo>
                  <a:lnTo>
                    <a:pt x="203753" y="282101"/>
                  </a:lnTo>
                  <a:lnTo>
                    <a:pt x="202809" y="281155"/>
                  </a:lnTo>
                  <a:lnTo>
                    <a:pt x="202613" y="281346"/>
                  </a:lnTo>
                  <a:lnTo>
                    <a:pt x="202751" y="281777"/>
                  </a:lnTo>
                  <a:lnTo>
                    <a:pt x="202635" y="281974"/>
                  </a:lnTo>
                  <a:lnTo>
                    <a:pt x="202760" y="282267"/>
                  </a:lnTo>
                  <a:lnTo>
                    <a:pt x="202909" y="282452"/>
                  </a:lnTo>
                  <a:lnTo>
                    <a:pt x="202702" y="282510"/>
                  </a:lnTo>
                  <a:lnTo>
                    <a:pt x="202429" y="282429"/>
                  </a:lnTo>
                  <a:lnTo>
                    <a:pt x="201895" y="282219"/>
                  </a:lnTo>
                  <a:lnTo>
                    <a:pt x="201403" y="282410"/>
                  </a:lnTo>
                  <a:lnTo>
                    <a:pt x="201122" y="282466"/>
                  </a:lnTo>
                  <a:lnTo>
                    <a:pt x="200582" y="281904"/>
                  </a:lnTo>
                  <a:lnTo>
                    <a:pt x="200038" y="281347"/>
                  </a:lnTo>
                  <a:lnTo>
                    <a:pt x="199104" y="280598"/>
                  </a:lnTo>
                  <a:lnTo>
                    <a:pt x="198374" y="280629"/>
                  </a:lnTo>
                  <a:lnTo>
                    <a:pt x="198172" y="280676"/>
                  </a:lnTo>
                  <a:lnTo>
                    <a:pt x="197409" y="280855"/>
                  </a:lnTo>
                  <a:lnTo>
                    <a:pt x="197204" y="280923"/>
                  </a:lnTo>
                  <a:lnTo>
                    <a:pt x="196362" y="281237"/>
                  </a:lnTo>
                  <a:lnTo>
                    <a:pt x="196183" y="281344"/>
                  </a:lnTo>
                  <a:lnTo>
                    <a:pt x="195925" y="281541"/>
                  </a:lnTo>
                  <a:lnTo>
                    <a:pt x="195575" y="281468"/>
                  </a:lnTo>
                  <a:lnTo>
                    <a:pt x="195374" y="281254"/>
                  </a:lnTo>
                  <a:lnTo>
                    <a:pt x="194913" y="281116"/>
                  </a:lnTo>
                  <a:lnTo>
                    <a:pt x="194763" y="281147"/>
                  </a:lnTo>
                  <a:lnTo>
                    <a:pt x="194589" y="281222"/>
                  </a:lnTo>
                  <a:lnTo>
                    <a:pt x="194455" y="281355"/>
                  </a:lnTo>
                  <a:lnTo>
                    <a:pt x="193716" y="280973"/>
                  </a:lnTo>
                  <a:lnTo>
                    <a:pt x="193464" y="280735"/>
                  </a:lnTo>
                  <a:lnTo>
                    <a:pt x="193214" y="280660"/>
                  </a:lnTo>
                  <a:lnTo>
                    <a:pt x="193090" y="281142"/>
                  </a:lnTo>
                  <a:lnTo>
                    <a:pt x="193154" y="281322"/>
                  </a:lnTo>
                  <a:lnTo>
                    <a:pt x="193260" y="281729"/>
                  </a:lnTo>
                  <a:lnTo>
                    <a:pt x="193170" y="282058"/>
                  </a:lnTo>
                  <a:lnTo>
                    <a:pt x="192884" y="281848"/>
                  </a:lnTo>
                  <a:lnTo>
                    <a:pt x="191833" y="281439"/>
                  </a:lnTo>
                  <a:lnTo>
                    <a:pt x="191653" y="281624"/>
                  </a:lnTo>
                  <a:lnTo>
                    <a:pt x="191893" y="281907"/>
                  </a:lnTo>
                  <a:lnTo>
                    <a:pt x="191945" y="282134"/>
                  </a:lnTo>
                  <a:lnTo>
                    <a:pt x="191468" y="282074"/>
                  </a:lnTo>
                  <a:lnTo>
                    <a:pt x="190907" y="281916"/>
                  </a:lnTo>
                  <a:lnTo>
                    <a:pt x="190518" y="281509"/>
                  </a:lnTo>
                  <a:lnTo>
                    <a:pt x="190403" y="281317"/>
                  </a:lnTo>
                  <a:lnTo>
                    <a:pt x="190078" y="280987"/>
                  </a:lnTo>
                  <a:lnTo>
                    <a:pt x="189840" y="280816"/>
                  </a:lnTo>
                  <a:lnTo>
                    <a:pt x="189397" y="280578"/>
                  </a:lnTo>
                  <a:lnTo>
                    <a:pt x="188905" y="280349"/>
                  </a:lnTo>
                  <a:lnTo>
                    <a:pt x="188403" y="280152"/>
                  </a:lnTo>
                  <a:lnTo>
                    <a:pt x="188171" y="280253"/>
                  </a:lnTo>
                  <a:lnTo>
                    <a:pt x="187873" y="280656"/>
                  </a:lnTo>
                  <a:lnTo>
                    <a:pt x="188045" y="280783"/>
                  </a:lnTo>
                  <a:lnTo>
                    <a:pt x="188526" y="280925"/>
                  </a:lnTo>
                  <a:lnTo>
                    <a:pt x="188747" y="280986"/>
                  </a:lnTo>
                  <a:lnTo>
                    <a:pt x="188805" y="281400"/>
                  </a:lnTo>
                  <a:lnTo>
                    <a:pt x="188479" y="281700"/>
                  </a:lnTo>
                  <a:lnTo>
                    <a:pt x="188065" y="282389"/>
                  </a:lnTo>
                  <a:lnTo>
                    <a:pt x="187636" y="282211"/>
                  </a:lnTo>
                  <a:lnTo>
                    <a:pt x="187498" y="282058"/>
                  </a:lnTo>
                  <a:lnTo>
                    <a:pt x="187040" y="281705"/>
                  </a:lnTo>
                  <a:lnTo>
                    <a:pt x="186653" y="281801"/>
                  </a:lnTo>
                  <a:lnTo>
                    <a:pt x="186478" y="281797"/>
                  </a:lnTo>
                  <a:lnTo>
                    <a:pt x="186308" y="281629"/>
                  </a:lnTo>
                  <a:lnTo>
                    <a:pt x="185764" y="281160"/>
                  </a:lnTo>
                  <a:lnTo>
                    <a:pt x="185397" y="281024"/>
                  </a:lnTo>
                  <a:lnTo>
                    <a:pt x="185243" y="280834"/>
                  </a:lnTo>
                  <a:lnTo>
                    <a:pt x="184754" y="280418"/>
                  </a:lnTo>
                  <a:lnTo>
                    <a:pt x="184430" y="280415"/>
                  </a:lnTo>
                  <a:lnTo>
                    <a:pt x="183880" y="279922"/>
                  </a:lnTo>
                  <a:lnTo>
                    <a:pt x="183620" y="279833"/>
                  </a:lnTo>
                  <a:lnTo>
                    <a:pt x="183388" y="279949"/>
                  </a:lnTo>
                  <a:lnTo>
                    <a:pt x="183267" y="280244"/>
                  </a:lnTo>
                  <a:lnTo>
                    <a:pt x="183065" y="280951"/>
                  </a:lnTo>
                  <a:lnTo>
                    <a:pt x="183200" y="281238"/>
                  </a:lnTo>
                  <a:lnTo>
                    <a:pt x="183326" y="281451"/>
                  </a:lnTo>
                  <a:lnTo>
                    <a:pt x="183204" y="281655"/>
                  </a:lnTo>
                  <a:lnTo>
                    <a:pt x="183020" y="281939"/>
                  </a:lnTo>
                  <a:lnTo>
                    <a:pt x="182796" y="282102"/>
                  </a:lnTo>
                  <a:lnTo>
                    <a:pt x="182739" y="282426"/>
                  </a:lnTo>
                  <a:lnTo>
                    <a:pt x="182928" y="282721"/>
                  </a:lnTo>
                  <a:lnTo>
                    <a:pt x="182755" y="283201"/>
                  </a:lnTo>
                  <a:lnTo>
                    <a:pt x="182574" y="283032"/>
                  </a:lnTo>
                  <a:lnTo>
                    <a:pt x="182286" y="282355"/>
                  </a:lnTo>
                  <a:lnTo>
                    <a:pt x="182155" y="282381"/>
                  </a:lnTo>
                  <a:lnTo>
                    <a:pt x="181956" y="282398"/>
                  </a:lnTo>
                  <a:lnTo>
                    <a:pt x="181505" y="281810"/>
                  </a:lnTo>
                  <a:lnTo>
                    <a:pt x="181582" y="281470"/>
                  </a:lnTo>
                  <a:lnTo>
                    <a:pt x="181077" y="281538"/>
                  </a:lnTo>
                  <a:lnTo>
                    <a:pt x="180483" y="281621"/>
                  </a:lnTo>
                  <a:lnTo>
                    <a:pt x="180328" y="281522"/>
                  </a:lnTo>
                  <a:lnTo>
                    <a:pt x="180112" y="281261"/>
                  </a:lnTo>
                  <a:lnTo>
                    <a:pt x="179974" y="281125"/>
                  </a:lnTo>
                  <a:lnTo>
                    <a:pt x="179837" y="281317"/>
                  </a:lnTo>
                  <a:lnTo>
                    <a:pt x="179752" y="281459"/>
                  </a:lnTo>
                  <a:lnTo>
                    <a:pt x="179614" y="281776"/>
                  </a:lnTo>
                  <a:lnTo>
                    <a:pt x="179249" y="281772"/>
                  </a:lnTo>
                  <a:lnTo>
                    <a:pt x="179206" y="281422"/>
                  </a:lnTo>
                  <a:lnTo>
                    <a:pt x="178997" y="281259"/>
                  </a:lnTo>
                  <a:lnTo>
                    <a:pt x="178681" y="281348"/>
                  </a:lnTo>
                  <a:lnTo>
                    <a:pt x="178183" y="281540"/>
                  </a:lnTo>
                  <a:lnTo>
                    <a:pt x="177988" y="281146"/>
                  </a:lnTo>
                  <a:lnTo>
                    <a:pt x="177637" y="281011"/>
                  </a:lnTo>
                  <a:lnTo>
                    <a:pt x="177183" y="280885"/>
                  </a:lnTo>
                  <a:lnTo>
                    <a:pt x="176958" y="281323"/>
                  </a:lnTo>
                  <a:lnTo>
                    <a:pt x="177070" y="281518"/>
                  </a:lnTo>
                  <a:lnTo>
                    <a:pt x="177315" y="282186"/>
                  </a:lnTo>
                  <a:lnTo>
                    <a:pt x="177391" y="282399"/>
                  </a:lnTo>
                  <a:lnTo>
                    <a:pt x="177443" y="282578"/>
                  </a:lnTo>
                  <a:lnTo>
                    <a:pt x="177565" y="282739"/>
                  </a:lnTo>
                  <a:lnTo>
                    <a:pt x="177703" y="282907"/>
                  </a:lnTo>
                  <a:lnTo>
                    <a:pt x="177989" y="283138"/>
                  </a:lnTo>
                  <a:lnTo>
                    <a:pt x="178226" y="283485"/>
                  </a:lnTo>
                  <a:lnTo>
                    <a:pt x="178407" y="283927"/>
                  </a:lnTo>
                  <a:lnTo>
                    <a:pt x="178468" y="284462"/>
                  </a:lnTo>
                  <a:lnTo>
                    <a:pt x="178570" y="285165"/>
                  </a:lnTo>
                  <a:lnTo>
                    <a:pt x="178871" y="285737"/>
                  </a:lnTo>
                  <a:lnTo>
                    <a:pt x="179180" y="286099"/>
                  </a:lnTo>
                  <a:lnTo>
                    <a:pt x="178778" y="286402"/>
                  </a:lnTo>
                  <a:lnTo>
                    <a:pt x="178645" y="286295"/>
                  </a:lnTo>
                  <a:lnTo>
                    <a:pt x="178435" y="286219"/>
                  </a:lnTo>
                  <a:lnTo>
                    <a:pt x="178252" y="286295"/>
                  </a:lnTo>
                  <a:lnTo>
                    <a:pt x="178316" y="286546"/>
                  </a:lnTo>
                  <a:lnTo>
                    <a:pt x="178290" y="287127"/>
                  </a:lnTo>
                  <a:lnTo>
                    <a:pt x="178247" y="287393"/>
                  </a:lnTo>
                  <a:lnTo>
                    <a:pt x="178193" y="287884"/>
                  </a:lnTo>
                  <a:lnTo>
                    <a:pt x="178319" y="288409"/>
                  </a:lnTo>
                  <a:lnTo>
                    <a:pt x="177532" y="288554"/>
                  </a:lnTo>
                  <a:lnTo>
                    <a:pt x="177060" y="288465"/>
                  </a:lnTo>
                  <a:lnTo>
                    <a:pt x="176928" y="288433"/>
                  </a:lnTo>
                  <a:lnTo>
                    <a:pt x="176463" y="288127"/>
                  </a:lnTo>
                  <a:lnTo>
                    <a:pt x="176273" y="288501"/>
                  </a:lnTo>
                  <a:lnTo>
                    <a:pt x="176292" y="288795"/>
                  </a:lnTo>
                  <a:lnTo>
                    <a:pt x="176373" y="289175"/>
                  </a:lnTo>
                  <a:lnTo>
                    <a:pt x="176318" y="289381"/>
                  </a:lnTo>
                  <a:lnTo>
                    <a:pt x="176018" y="289594"/>
                  </a:lnTo>
                  <a:lnTo>
                    <a:pt x="175705" y="289521"/>
                  </a:lnTo>
                  <a:lnTo>
                    <a:pt x="175588" y="289374"/>
                  </a:lnTo>
                  <a:lnTo>
                    <a:pt x="175467" y="289115"/>
                  </a:lnTo>
                  <a:lnTo>
                    <a:pt x="175694" y="289128"/>
                  </a:lnTo>
                  <a:lnTo>
                    <a:pt x="175657" y="288838"/>
                  </a:lnTo>
                  <a:lnTo>
                    <a:pt x="175502" y="288617"/>
                  </a:lnTo>
                  <a:lnTo>
                    <a:pt x="175235" y="288409"/>
                  </a:lnTo>
                  <a:lnTo>
                    <a:pt x="175060" y="288266"/>
                  </a:lnTo>
                  <a:lnTo>
                    <a:pt x="174664" y="287721"/>
                  </a:lnTo>
                  <a:lnTo>
                    <a:pt x="174589" y="287553"/>
                  </a:lnTo>
                  <a:lnTo>
                    <a:pt x="174310" y="287779"/>
                  </a:lnTo>
                  <a:lnTo>
                    <a:pt x="174409" y="288098"/>
                  </a:lnTo>
                  <a:lnTo>
                    <a:pt x="174511" y="288264"/>
                  </a:lnTo>
                  <a:lnTo>
                    <a:pt x="174654" y="288440"/>
                  </a:lnTo>
                  <a:lnTo>
                    <a:pt x="174803" y="288724"/>
                  </a:lnTo>
                  <a:lnTo>
                    <a:pt x="174723" y="289112"/>
                  </a:lnTo>
                  <a:lnTo>
                    <a:pt x="174676" y="289254"/>
                  </a:lnTo>
                  <a:lnTo>
                    <a:pt x="174761" y="289431"/>
                  </a:lnTo>
                  <a:lnTo>
                    <a:pt x="175338" y="289818"/>
                  </a:lnTo>
                  <a:lnTo>
                    <a:pt x="175707" y="289752"/>
                  </a:lnTo>
                  <a:lnTo>
                    <a:pt x="175871" y="289810"/>
                  </a:lnTo>
                  <a:lnTo>
                    <a:pt x="176752" y="290372"/>
                  </a:lnTo>
                  <a:lnTo>
                    <a:pt x="177019" y="290778"/>
                  </a:lnTo>
                  <a:lnTo>
                    <a:pt x="176927" y="290999"/>
                  </a:lnTo>
                  <a:lnTo>
                    <a:pt x="176667" y="291365"/>
                  </a:lnTo>
                  <a:lnTo>
                    <a:pt x="176701" y="291571"/>
                  </a:lnTo>
                  <a:lnTo>
                    <a:pt x="177060" y="292012"/>
                  </a:lnTo>
                  <a:lnTo>
                    <a:pt x="177324" y="291805"/>
                  </a:lnTo>
                  <a:lnTo>
                    <a:pt x="177458" y="291566"/>
                  </a:lnTo>
                  <a:lnTo>
                    <a:pt x="177688" y="291481"/>
                  </a:lnTo>
                  <a:lnTo>
                    <a:pt x="177896" y="291606"/>
                  </a:lnTo>
                  <a:lnTo>
                    <a:pt x="178201" y="291961"/>
                  </a:lnTo>
                  <a:lnTo>
                    <a:pt x="178085" y="292606"/>
                  </a:lnTo>
                  <a:lnTo>
                    <a:pt x="177687" y="292816"/>
                  </a:lnTo>
                  <a:lnTo>
                    <a:pt x="178292" y="293240"/>
                  </a:lnTo>
                  <a:lnTo>
                    <a:pt x="178288" y="293717"/>
                  </a:lnTo>
                  <a:lnTo>
                    <a:pt x="178215" y="294049"/>
                  </a:lnTo>
                  <a:lnTo>
                    <a:pt x="178485" y="294253"/>
                  </a:lnTo>
                  <a:lnTo>
                    <a:pt x="178882" y="294755"/>
                  </a:lnTo>
                  <a:lnTo>
                    <a:pt x="178838" y="295123"/>
                  </a:lnTo>
                  <a:lnTo>
                    <a:pt x="178464" y="295107"/>
                  </a:lnTo>
                  <a:lnTo>
                    <a:pt x="178389" y="295585"/>
                  </a:lnTo>
                  <a:lnTo>
                    <a:pt x="178398" y="295754"/>
                  </a:lnTo>
                  <a:lnTo>
                    <a:pt x="178362" y="295887"/>
                  </a:lnTo>
                  <a:lnTo>
                    <a:pt x="178158" y="296079"/>
                  </a:lnTo>
                  <a:lnTo>
                    <a:pt x="178178" y="296771"/>
                  </a:lnTo>
                  <a:lnTo>
                    <a:pt x="178154" y="296923"/>
                  </a:lnTo>
                  <a:lnTo>
                    <a:pt x="178093" y="297259"/>
                  </a:lnTo>
                  <a:lnTo>
                    <a:pt x="177958" y="297555"/>
                  </a:lnTo>
                  <a:lnTo>
                    <a:pt x="177703" y="297597"/>
                  </a:lnTo>
                  <a:lnTo>
                    <a:pt x="177842" y="298217"/>
                  </a:lnTo>
                  <a:lnTo>
                    <a:pt x="177883" y="298362"/>
                  </a:lnTo>
                  <a:lnTo>
                    <a:pt x="178004" y="298507"/>
                  </a:lnTo>
                  <a:lnTo>
                    <a:pt x="178188" y="298686"/>
                  </a:lnTo>
                  <a:lnTo>
                    <a:pt x="178281" y="298918"/>
                  </a:lnTo>
                  <a:lnTo>
                    <a:pt x="177842" y="298844"/>
                  </a:lnTo>
                  <a:lnTo>
                    <a:pt x="177526" y="298539"/>
                  </a:lnTo>
                  <a:lnTo>
                    <a:pt x="177152" y="298376"/>
                  </a:lnTo>
                  <a:lnTo>
                    <a:pt x="177092" y="298581"/>
                  </a:lnTo>
                  <a:lnTo>
                    <a:pt x="176668" y="298101"/>
                  </a:lnTo>
                  <a:lnTo>
                    <a:pt x="176487" y="297879"/>
                  </a:lnTo>
                  <a:lnTo>
                    <a:pt x="175762" y="297886"/>
                  </a:lnTo>
                  <a:lnTo>
                    <a:pt x="175598" y="298262"/>
                  </a:lnTo>
                  <a:lnTo>
                    <a:pt x="174863" y="298263"/>
                  </a:lnTo>
                  <a:lnTo>
                    <a:pt x="174586" y="298495"/>
                  </a:lnTo>
                  <a:lnTo>
                    <a:pt x="174291" y="298745"/>
                  </a:lnTo>
                  <a:lnTo>
                    <a:pt x="174007" y="298799"/>
                  </a:lnTo>
                  <a:lnTo>
                    <a:pt x="173356" y="299212"/>
                  </a:lnTo>
                  <a:lnTo>
                    <a:pt x="173722" y="299719"/>
                  </a:lnTo>
                  <a:lnTo>
                    <a:pt x="173851" y="300028"/>
                  </a:lnTo>
                  <a:lnTo>
                    <a:pt x="173975" y="300360"/>
                  </a:lnTo>
                  <a:lnTo>
                    <a:pt x="173505" y="300457"/>
                  </a:lnTo>
                  <a:lnTo>
                    <a:pt x="173208" y="300213"/>
                  </a:lnTo>
                  <a:lnTo>
                    <a:pt x="172943" y="300265"/>
                  </a:lnTo>
                  <a:lnTo>
                    <a:pt x="172406" y="300614"/>
                  </a:lnTo>
                  <a:lnTo>
                    <a:pt x="172404" y="300761"/>
                  </a:lnTo>
                  <a:lnTo>
                    <a:pt x="172524" y="301185"/>
                  </a:lnTo>
                  <a:lnTo>
                    <a:pt x="172585" y="301379"/>
                  </a:lnTo>
                  <a:lnTo>
                    <a:pt x="172565" y="302298"/>
                  </a:lnTo>
                  <a:lnTo>
                    <a:pt x="172309" y="303062"/>
                  </a:lnTo>
                  <a:lnTo>
                    <a:pt x="172138" y="303095"/>
                  </a:lnTo>
                  <a:lnTo>
                    <a:pt x="171728" y="303304"/>
                  </a:lnTo>
                  <a:lnTo>
                    <a:pt x="171543" y="303409"/>
                  </a:lnTo>
                  <a:lnTo>
                    <a:pt x="171299" y="303367"/>
                  </a:lnTo>
                  <a:lnTo>
                    <a:pt x="171148" y="303325"/>
                  </a:lnTo>
                  <a:lnTo>
                    <a:pt x="170973" y="303243"/>
                  </a:lnTo>
                  <a:lnTo>
                    <a:pt x="170685" y="303295"/>
                  </a:lnTo>
                  <a:lnTo>
                    <a:pt x="170657" y="303853"/>
                  </a:lnTo>
                  <a:lnTo>
                    <a:pt x="170601" y="304249"/>
                  </a:lnTo>
                  <a:lnTo>
                    <a:pt x="170730" y="304435"/>
                  </a:lnTo>
                  <a:lnTo>
                    <a:pt x="171042" y="304491"/>
                  </a:lnTo>
                  <a:lnTo>
                    <a:pt x="171299" y="304746"/>
                  </a:lnTo>
                  <a:lnTo>
                    <a:pt x="171455" y="305140"/>
                  </a:lnTo>
                  <a:lnTo>
                    <a:pt x="171077" y="305476"/>
                  </a:lnTo>
                  <a:lnTo>
                    <a:pt x="171213" y="305770"/>
                  </a:lnTo>
                  <a:lnTo>
                    <a:pt x="171088" y="306052"/>
                  </a:lnTo>
                  <a:lnTo>
                    <a:pt x="170747" y="306086"/>
                  </a:lnTo>
                  <a:lnTo>
                    <a:pt x="170105" y="306091"/>
                  </a:lnTo>
                  <a:lnTo>
                    <a:pt x="169775" y="305957"/>
                  </a:lnTo>
                  <a:lnTo>
                    <a:pt x="169547" y="305793"/>
                  </a:lnTo>
                  <a:lnTo>
                    <a:pt x="169206" y="305496"/>
                  </a:lnTo>
                  <a:lnTo>
                    <a:pt x="169038" y="305405"/>
                  </a:lnTo>
                  <a:lnTo>
                    <a:pt x="168824" y="305443"/>
                  </a:lnTo>
                  <a:lnTo>
                    <a:pt x="168486" y="306120"/>
                  </a:lnTo>
                  <a:lnTo>
                    <a:pt x="168239" y="305924"/>
                  </a:lnTo>
                  <a:lnTo>
                    <a:pt x="168094" y="305670"/>
                  </a:lnTo>
                  <a:lnTo>
                    <a:pt x="167563" y="305268"/>
                  </a:lnTo>
                  <a:lnTo>
                    <a:pt x="167531" y="305682"/>
                  </a:lnTo>
                  <a:lnTo>
                    <a:pt x="167633" y="305853"/>
                  </a:lnTo>
                  <a:lnTo>
                    <a:pt x="167840" y="306241"/>
                  </a:lnTo>
                  <a:lnTo>
                    <a:pt x="167831" y="306536"/>
                  </a:lnTo>
                  <a:lnTo>
                    <a:pt x="167977" y="306608"/>
                  </a:lnTo>
                  <a:lnTo>
                    <a:pt x="168283" y="306693"/>
                  </a:lnTo>
                  <a:lnTo>
                    <a:pt x="168986" y="306660"/>
                  </a:lnTo>
                  <a:lnTo>
                    <a:pt x="169541" y="307272"/>
                  </a:lnTo>
                  <a:lnTo>
                    <a:pt x="169352" y="307835"/>
                  </a:lnTo>
                  <a:lnTo>
                    <a:pt x="169783" y="308039"/>
                  </a:lnTo>
                  <a:lnTo>
                    <a:pt x="170199" y="307891"/>
                  </a:lnTo>
                  <a:lnTo>
                    <a:pt x="170391" y="308128"/>
                  </a:lnTo>
                  <a:lnTo>
                    <a:pt x="171143" y="308810"/>
                  </a:lnTo>
                  <a:lnTo>
                    <a:pt x="171342" y="308694"/>
                  </a:lnTo>
                  <a:lnTo>
                    <a:pt x="171922" y="308965"/>
                  </a:lnTo>
                  <a:lnTo>
                    <a:pt x="171921" y="309177"/>
                  </a:lnTo>
                  <a:lnTo>
                    <a:pt x="172181" y="309518"/>
                  </a:lnTo>
                  <a:lnTo>
                    <a:pt x="172415" y="309313"/>
                  </a:lnTo>
                  <a:lnTo>
                    <a:pt x="172604" y="308938"/>
                  </a:lnTo>
                  <a:lnTo>
                    <a:pt x="172971" y="309371"/>
                  </a:lnTo>
                  <a:lnTo>
                    <a:pt x="173241" y="309482"/>
                  </a:lnTo>
                  <a:lnTo>
                    <a:pt x="173670" y="309645"/>
                  </a:lnTo>
                  <a:lnTo>
                    <a:pt x="173700" y="310094"/>
                  </a:lnTo>
                  <a:lnTo>
                    <a:pt x="173556" y="310595"/>
                  </a:lnTo>
                  <a:lnTo>
                    <a:pt x="173399" y="310821"/>
                  </a:lnTo>
                  <a:lnTo>
                    <a:pt x="173125" y="310948"/>
                  </a:lnTo>
                  <a:lnTo>
                    <a:pt x="172924" y="311214"/>
                  </a:lnTo>
                  <a:lnTo>
                    <a:pt x="172971" y="311672"/>
                  </a:lnTo>
                  <a:lnTo>
                    <a:pt x="173216" y="311876"/>
                  </a:lnTo>
                  <a:lnTo>
                    <a:pt x="173209" y="312122"/>
                  </a:lnTo>
                  <a:lnTo>
                    <a:pt x="172980" y="312409"/>
                  </a:lnTo>
                  <a:lnTo>
                    <a:pt x="172756" y="312311"/>
                  </a:lnTo>
                  <a:lnTo>
                    <a:pt x="172709" y="312040"/>
                  </a:lnTo>
                  <a:lnTo>
                    <a:pt x="172501" y="312521"/>
                  </a:lnTo>
                  <a:lnTo>
                    <a:pt x="172628" y="313051"/>
                  </a:lnTo>
                  <a:lnTo>
                    <a:pt x="172971" y="312986"/>
                  </a:lnTo>
                  <a:lnTo>
                    <a:pt x="173574" y="313295"/>
                  </a:lnTo>
                  <a:lnTo>
                    <a:pt x="173852" y="313485"/>
                  </a:lnTo>
                  <a:lnTo>
                    <a:pt x="174034" y="314130"/>
                  </a:lnTo>
                  <a:lnTo>
                    <a:pt x="173995" y="314325"/>
                  </a:lnTo>
                  <a:lnTo>
                    <a:pt x="173410" y="314477"/>
                  </a:lnTo>
                  <a:lnTo>
                    <a:pt x="173077" y="314364"/>
                  </a:lnTo>
                  <a:lnTo>
                    <a:pt x="172981" y="314701"/>
                  </a:lnTo>
                  <a:lnTo>
                    <a:pt x="172984" y="315193"/>
                  </a:lnTo>
                  <a:lnTo>
                    <a:pt x="173094" y="315517"/>
                  </a:lnTo>
                  <a:lnTo>
                    <a:pt x="172866" y="316835"/>
                  </a:lnTo>
                  <a:lnTo>
                    <a:pt x="172461" y="317011"/>
                  </a:lnTo>
                  <a:lnTo>
                    <a:pt x="172312" y="316869"/>
                  </a:lnTo>
                  <a:lnTo>
                    <a:pt x="172095" y="316767"/>
                  </a:lnTo>
                  <a:lnTo>
                    <a:pt x="171634" y="316946"/>
                  </a:lnTo>
                  <a:lnTo>
                    <a:pt x="171818" y="317314"/>
                  </a:lnTo>
                  <a:lnTo>
                    <a:pt x="171955" y="317513"/>
                  </a:lnTo>
                  <a:lnTo>
                    <a:pt x="172038" y="317694"/>
                  </a:lnTo>
                  <a:lnTo>
                    <a:pt x="172301" y="318215"/>
                  </a:lnTo>
                  <a:lnTo>
                    <a:pt x="172939" y="318799"/>
                  </a:lnTo>
                  <a:lnTo>
                    <a:pt x="173190" y="318665"/>
                  </a:lnTo>
                  <a:lnTo>
                    <a:pt x="173525" y="318729"/>
                  </a:lnTo>
                  <a:lnTo>
                    <a:pt x="174125" y="319136"/>
                  </a:lnTo>
                  <a:lnTo>
                    <a:pt x="174371" y="319445"/>
                  </a:lnTo>
                  <a:lnTo>
                    <a:pt x="174782" y="319291"/>
                  </a:lnTo>
                  <a:lnTo>
                    <a:pt x="175041" y="319026"/>
                  </a:lnTo>
                  <a:lnTo>
                    <a:pt x="175101" y="318883"/>
                  </a:lnTo>
                  <a:lnTo>
                    <a:pt x="175109" y="318482"/>
                  </a:lnTo>
                  <a:lnTo>
                    <a:pt x="175041" y="318318"/>
                  </a:lnTo>
                  <a:lnTo>
                    <a:pt x="175031" y="317962"/>
                  </a:lnTo>
                  <a:lnTo>
                    <a:pt x="175097" y="317768"/>
                  </a:lnTo>
                  <a:lnTo>
                    <a:pt x="175519" y="317914"/>
                  </a:lnTo>
                  <a:lnTo>
                    <a:pt x="176054" y="318149"/>
                  </a:lnTo>
                  <a:lnTo>
                    <a:pt x="176131" y="318370"/>
                  </a:lnTo>
                  <a:lnTo>
                    <a:pt x="176538" y="318569"/>
                  </a:lnTo>
                  <a:lnTo>
                    <a:pt x="176575" y="318161"/>
                  </a:lnTo>
                  <a:lnTo>
                    <a:pt x="176594" y="317960"/>
                  </a:lnTo>
                  <a:lnTo>
                    <a:pt x="176895" y="317628"/>
                  </a:lnTo>
                  <a:lnTo>
                    <a:pt x="177006" y="317843"/>
                  </a:lnTo>
                  <a:lnTo>
                    <a:pt x="177103" y="318618"/>
                  </a:lnTo>
                  <a:lnTo>
                    <a:pt x="178121" y="318910"/>
                  </a:lnTo>
                  <a:lnTo>
                    <a:pt x="178133" y="318640"/>
                  </a:lnTo>
                  <a:lnTo>
                    <a:pt x="178217" y="318278"/>
                  </a:lnTo>
                  <a:lnTo>
                    <a:pt x="178341" y="318081"/>
                  </a:lnTo>
                  <a:lnTo>
                    <a:pt x="178406" y="318352"/>
                  </a:lnTo>
                  <a:lnTo>
                    <a:pt x="178407" y="318549"/>
                  </a:lnTo>
                  <a:lnTo>
                    <a:pt x="178418" y="319053"/>
                  </a:lnTo>
                  <a:lnTo>
                    <a:pt x="178514" y="319214"/>
                  </a:lnTo>
                  <a:lnTo>
                    <a:pt x="178791" y="319219"/>
                  </a:lnTo>
                  <a:lnTo>
                    <a:pt x="178866" y="318863"/>
                  </a:lnTo>
                  <a:lnTo>
                    <a:pt x="179380" y="318795"/>
                  </a:lnTo>
                  <a:lnTo>
                    <a:pt x="179961" y="318611"/>
                  </a:lnTo>
                  <a:lnTo>
                    <a:pt x="180038" y="318740"/>
                  </a:lnTo>
                  <a:lnTo>
                    <a:pt x="180318" y="319418"/>
                  </a:lnTo>
                  <a:lnTo>
                    <a:pt x="180491" y="319945"/>
                  </a:lnTo>
                  <a:lnTo>
                    <a:pt x="180585" y="320078"/>
                  </a:lnTo>
                  <a:lnTo>
                    <a:pt x="181128" y="320410"/>
                  </a:lnTo>
                  <a:lnTo>
                    <a:pt x="181895" y="320177"/>
                  </a:lnTo>
                  <a:lnTo>
                    <a:pt x="182162" y="320457"/>
                  </a:lnTo>
                  <a:lnTo>
                    <a:pt x="182411" y="320765"/>
                  </a:lnTo>
                  <a:lnTo>
                    <a:pt x="182944" y="321152"/>
                  </a:lnTo>
                  <a:lnTo>
                    <a:pt x="183304" y="321146"/>
                  </a:lnTo>
                  <a:lnTo>
                    <a:pt x="183428" y="320781"/>
                  </a:lnTo>
                  <a:lnTo>
                    <a:pt x="183934" y="320651"/>
                  </a:lnTo>
                  <a:lnTo>
                    <a:pt x="184197" y="320796"/>
                  </a:lnTo>
                  <a:lnTo>
                    <a:pt x="184305" y="320953"/>
                  </a:lnTo>
                  <a:lnTo>
                    <a:pt x="184435" y="321201"/>
                  </a:lnTo>
                  <a:lnTo>
                    <a:pt x="184707" y="321136"/>
                  </a:lnTo>
                  <a:lnTo>
                    <a:pt x="184769" y="321003"/>
                  </a:lnTo>
                  <a:lnTo>
                    <a:pt x="185059" y="320833"/>
                  </a:lnTo>
                  <a:lnTo>
                    <a:pt x="185439" y="321134"/>
                  </a:lnTo>
                  <a:lnTo>
                    <a:pt x="185679" y="320521"/>
                  </a:lnTo>
                  <a:lnTo>
                    <a:pt x="185854" y="320868"/>
                  </a:lnTo>
                  <a:lnTo>
                    <a:pt x="185939" y="321248"/>
                  </a:lnTo>
                  <a:lnTo>
                    <a:pt x="185984" y="321554"/>
                  </a:lnTo>
                  <a:lnTo>
                    <a:pt x="186079" y="321688"/>
                  </a:lnTo>
                  <a:lnTo>
                    <a:pt x="186421" y="321463"/>
                  </a:lnTo>
                  <a:lnTo>
                    <a:pt x="186601" y="321505"/>
                  </a:lnTo>
                  <a:lnTo>
                    <a:pt x="186890" y="322069"/>
                  </a:lnTo>
                  <a:lnTo>
                    <a:pt x="186952" y="322418"/>
                  </a:lnTo>
                  <a:lnTo>
                    <a:pt x="187029" y="322549"/>
                  </a:lnTo>
                  <a:lnTo>
                    <a:pt x="187228" y="322748"/>
                  </a:lnTo>
                  <a:lnTo>
                    <a:pt x="187587" y="322941"/>
                  </a:lnTo>
                  <a:lnTo>
                    <a:pt x="187950" y="323159"/>
                  </a:lnTo>
                  <a:lnTo>
                    <a:pt x="188187" y="323164"/>
                  </a:lnTo>
                  <a:lnTo>
                    <a:pt x="188520" y="323751"/>
                  </a:lnTo>
                  <a:lnTo>
                    <a:pt x="188578" y="324243"/>
                  </a:lnTo>
                  <a:lnTo>
                    <a:pt x="188496" y="324633"/>
                  </a:lnTo>
                  <a:lnTo>
                    <a:pt x="188589" y="324826"/>
                  </a:lnTo>
                  <a:lnTo>
                    <a:pt x="189033" y="324874"/>
                  </a:lnTo>
                  <a:lnTo>
                    <a:pt x="189398" y="324582"/>
                  </a:lnTo>
                  <a:lnTo>
                    <a:pt x="189335" y="324932"/>
                  </a:lnTo>
                  <a:lnTo>
                    <a:pt x="189285" y="325085"/>
                  </a:lnTo>
                  <a:lnTo>
                    <a:pt x="189216" y="325478"/>
                  </a:lnTo>
                  <a:lnTo>
                    <a:pt x="189352" y="325605"/>
                  </a:lnTo>
                  <a:lnTo>
                    <a:pt x="189581" y="325361"/>
                  </a:lnTo>
                  <a:lnTo>
                    <a:pt x="189664" y="325157"/>
                  </a:lnTo>
                  <a:lnTo>
                    <a:pt x="189855" y="325037"/>
                  </a:lnTo>
                  <a:lnTo>
                    <a:pt x="190022" y="325216"/>
                  </a:lnTo>
                  <a:lnTo>
                    <a:pt x="189592" y="325862"/>
                  </a:lnTo>
                  <a:lnTo>
                    <a:pt x="189863" y="326178"/>
                  </a:lnTo>
                  <a:lnTo>
                    <a:pt x="190106" y="326193"/>
                  </a:lnTo>
                  <a:lnTo>
                    <a:pt x="190440" y="326539"/>
                  </a:lnTo>
                  <a:lnTo>
                    <a:pt x="190510" y="327255"/>
                  </a:lnTo>
                  <a:lnTo>
                    <a:pt x="190132" y="327584"/>
                  </a:lnTo>
                  <a:lnTo>
                    <a:pt x="189733" y="327773"/>
                  </a:lnTo>
                  <a:lnTo>
                    <a:pt x="189733" y="328162"/>
                  </a:lnTo>
                  <a:lnTo>
                    <a:pt x="189826" y="328592"/>
                  </a:lnTo>
                  <a:lnTo>
                    <a:pt x="189847" y="329135"/>
                  </a:lnTo>
                  <a:lnTo>
                    <a:pt x="189617" y="329224"/>
                  </a:lnTo>
                  <a:lnTo>
                    <a:pt x="189404" y="329293"/>
                  </a:lnTo>
                  <a:lnTo>
                    <a:pt x="189334" y="329593"/>
                  </a:lnTo>
                  <a:lnTo>
                    <a:pt x="189307" y="329879"/>
                  </a:lnTo>
                  <a:lnTo>
                    <a:pt x="189317" y="330058"/>
                  </a:lnTo>
                  <a:lnTo>
                    <a:pt x="189597" y="330276"/>
                  </a:lnTo>
                  <a:lnTo>
                    <a:pt x="189913" y="330345"/>
                  </a:lnTo>
                  <a:lnTo>
                    <a:pt x="190114" y="330363"/>
                  </a:lnTo>
                  <a:lnTo>
                    <a:pt x="190132" y="330574"/>
                  </a:lnTo>
                  <a:lnTo>
                    <a:pt x="190143" y="330944"/>
                  </a:lnTo>
                  <a:lnTo>
                    <a:pt x="189983" y="331188"/>
                  </a:lnTo>
                  <a:lnTo>
                    <a:pt x="189813" y="331336"/>
                  </a:lnTo>
                  <a:lnTo>
                    <a:pt x="189459" y="331456"/>
                  </a:lnTo>
                  <a:lnTo>
                    <a:pt x="189329" y="331781"/>
                  </a:lnTo>
                  <a:lnTo>
                    <a:pt x="188906" y="332178"/>
                  </a:lnTo>
                  <a:lnTo>
                    <a:pt x="188723" y="332632"/>
                  </a:lnTo>
                  <a:lnTo>
                    <a:pt x="188766" y="332984"/>
                  </a:lnTo>
                  <a:lnTo>
                    <a:pt x="188561" y="333105"/>
                  </a:lnTo>
                  <a:lnTo>
                    <a:pt x="188485" y="332946"/>
                  </a:lnTo>
                  <a:lnTo>
                    <a:pt x="188357" y="332679"/>
                  </a:lnTo>
                  <a:lnTo>
                    <a:pt x="188697" y="332381"/>
                  </a:lnTo>
                  <a:lnTo>
                    <a:pt x="188761" y="332143"/>
                  </a:lnTo>
                  <a:lnTo>
                    <a:pt x="188630" y="332012"/>
                  </a:lnTo>
                  <a:lnTo>
                    <a:pt x="188312" y="332198"/>
                  </a:lnTo>
                  <a:lnTo>
                    <a:pt x="188020" y="332024"/>
                  </a:lnTo>
                  <a:lnTo>
                    <a:pt x="188205" y="332038"/>
                  </a:lnTo>
                  <a:lnTo>
                    <a:pt x="188159" y="331778"/>
                  </a:lnTo>
                  <a:lnTo>
                    <a:pt x="187856" y="331988"/>
                  </a:lnTo>
                  <a:lnTo>
                    <a:pt x="188000" y="332441"/>
                  </a:lnTo>
                  <a:lnTo>
                    <a:pt x="188370" y="333153"/>
                  </a:lnTo>
                  <a:lnTo>
                    <a:pt x="188543" y="333284"/>
                  </a:lnTo>
                  <a:lnTo>
                    <a:pt x="189354" y="332649"/>
                  </a:lnTo>
                  <a:lnTo>
                    <a:pt x="189622" y="332708"/>
                  </a:lnTo>
                  <a:lnTo>
                    <a:pt x="189853" y="332896"/>
                  </a:lnTo>
                  <a:lnTo>
                    <a:pt x="189986" y="333168"/>
                  </a:lnTo>
                  <a:lnTo>
                    <a:pt x="189666" y="333690"/>
                  </a:lnTo>
                  <a:lnTo>
                    <a:pt x="189292" y="333838"/>
                  </a:lnTo>
                  <a:lnTo>
                    <a:pt x="188886" y="333595"/>
                  </a:lnTo>
                  <a:lnTo>
                    <a:pt x="188702" y="333539"/>
                  </a:lnTo>
                  <a:lnTo>
                    <a:pt x="188433" y="333953"/>
                  </a:lnTo>
                  <a:lnTo>
                    <a:pt x="188412" y="334115"/>
                  </a:lnTo>
                  <a:lnTo>
                    <a:pt x="188480" y="334467"/>
                  </a:lnTo>
                  <a:lnTo>
                    <a:pt x="188146" y="334273"/>
                  </a:lnTo>
                  <a:lnTo>
                    <a:pt x="187723" y="334248"/>
                  </a:lnTo>
                  <a:lnTo>
                    <a:pt x="187449" y="334385"/>
                  </a:lnTo>
                  <a:lnTo>
                    <a:pt x="187136" y="334752"/>
                  </a:lnTo>
                  <a:lnTo>
                    <a:pt x="186969" y="334839"/>
                  </a:lnTo>
                  <a:lnTo>
                    <a:pt x="186371" y="335513"/>
                  </a:lnTo>
                  <a:lnTo>
                    <a:pt x="186508" y="335726"/>
                  </a:lnTo>
                  <a:lnTo>
                    <a:pt x="186711" y="335795"/>
                  </a:lnTo>
                  <a:lnTo>
                    <a:pt x="186981" y="335860"/>
                  </a:lnTo>
                  <a:lnTo>
                    <a:pt x="187413" y="335705"/>
                  </a:lnTo>
                  <a:lnTo>
                    <a:pt x="187573" y="335973"/>
                  </a:lnTo>
                  <a:lnTo>
                    <a:pt x="187407" y="336213"/>
                  </a:lnTo>
                  <a:lnTo>
                    <a:pt x="186984" y="336343"/>
                  </a:lnTo>
                  <a:lnTo>
                    <a:pt x="187395" y="337046"/>
                  </a:lnTo>
                  <a:lnTo>
                    <a:pt x="187578" y="337238"/>
                  </a:lnTo>
                  <a:lnTo>
                    <a:pt x="187774" y="337497"/>
                  </a:lnTo>
                  <a:lnTo>
                    <a:pt x="187994" y="337842"/>
                  </a:lnTo>
                  <a:lnTo>
                    <a:pt x="188344" y="338141"/>
                  </a:lnTo>
                  <a:lnTo>
                    <a:pt x="188807" y="338083"/>
                  </a:lnTo>
                  <a:lnTo>
                    <a:pt x="189000" y="338504"/>
                  </a:lnTo>
                  <a:lnTo>
                    <a:pt x="188894" y="339078"/>
                  </a:lnTo>
                  <a:lnTo>
                    <a:pt x="188018" y="339004"/>
                  </a:lnTo>
                  <a:lnTo>
                    <a:pt x="188234" y="339254"/>
                  </a:lnTo>
                  <a:lnTo>
                    <a:pt x="188373" y="339414"/>
                  </a:lnTo>
                  <a:lnTo>
                    <a:pt x="188813" y="339563"/>
                  </a:lnTo>
                  <a:lnTo>
                    <a:pt x="188834" y="339932"/>
                  </a:lnTo>
                  <a:lnTo>
                    <a:pt x="188769" y="340430"/>
                  </a:lnTo>
                  <a:lnTo>
                    <a:pt x="188489" y="340558"/>
                  </a:lnTo>
                  <a:lnTo>
                    <a:pt x="188094" y="340701"/>
                  </a:lnTo>
                  <a:lnTo>
                    <a:pt x="188136" y="340953"/>
                  </a:lnTo>
                  <a:lnTo>
                    <a:pt x="187754" y="340703"/>
                  </a:lnTo>
                  <a:lnTo>
                    <a:pt x="187720" y="340372"/>
                  </a:lnTo>
                  <a:lnTo>
                    <a:pt x="187241" y="340239"/>
                  </a:lnTo>
                  <a:lnTo>
                    <a:pt x="187066" y="340630"/>
                  </a:lnTo>
                  <a:lnTo>
                    <a:pt x="186965" y="341735"/>
                  </a:lnTo>
                  <a:lnTo>
                    <a:pt x="186926" y="341872"/>
                  </a:lnTo>
                  <a:lnTo>
                    <a:pt x="186793" y="342127"/>
                  </a:lnTo>
                  <a:lnTo>
                    <a:pt x="186342" y="341732"/>
                  </a:lnTo>
                  <a:lnTo>
                    <a:pt x="185125" y="341816"/>
                  </a:lnTo>
                  <a:lnTo>
                    <a:pt x="185105" y="342058"/>
                  </a:lnTo>
                  <a:lnTo>
                    <a:pt x="185092" y="342490"/>
                  </a:lnTo>
                  <a:lnTo>
                    <a:pt x="185191" y="342857"/>
                  </a:lnTo>
                  <a:lnTo>
                    <a:pt x="184979" y="343017"/>
                  </a:lnTo>
                  <a:lnTo>
                    <a:pt x="184754" y="343185"/>
                  </a:lnTo>
                  <a:lnTo>
                    <a:pt x="184471" y="343271"/>
                  </a:lnTo>
                  <a:lnTo>
                    <a:pt x="184289" y="343113"/>
                  </a:lnTo>
                  <a:lnTo>
                    <a:pt x="184041" y="342803"/>
                  </a:lnTo>
                  <a:lnTo>
                    <a:pt x="183552" y="342758"/>
                  </a:lnTo>
                  <a:lnTo>
                    <a:pt x="183292" y="342767"/>
                  </a:lnTo>
                  <a:lnTo>
                    <a:pt x="183040" y="342419"/>
                  </a:lnTo>
                  <a:lnTo>
                    <a:pt x="182841" y="342586"/>
                  </a:lnTo>
                  <a:lnTo>
                    <a:pt x="182675" y="342725"/>
                  </a:lnTo>
                  <a:lnTo>
                    <a:pt x="182333" y="343353"/>
                  </a:lnTo>
                  <a:lnTo>
                    <a:pt x="182038" y="343626"/>
                  </a:lnTo>
                  <a:lnTo>
                    <a:pt x="182334" y="343870"/>
                  </a:lnTo>
                  <a:lnTo>
                    <a:pt x="182478" y="343832"/>
                  </a:lnTo>
                  <a:lnTo>
                    <a:pt x="182491" y="344190"/>
                  </a:lnTo>
                  <a:lnTo>
                    <a:pt x="182197" y="344058"/>
                  </a:lnTo>
                  <a:lnTo>
                    <a:pt x="181839" y="344221"/>
                  </a:lnTo>
                  <a:lnTo>
                    <a:pt x="181210" y="343785"/>
                  </a:lnTo>
                  <a:lnTo>
                    <a:pt x="181129" y="343482"/>
                  </a:lnTo>
                  <a:lnTo>
                    <a:pt x="180614" y="343248"/>
                  </a:lnTo>
                  <a:lnTo>
                    <a:pt x="180419" y="342979"/>
                  </a:lnTo>
                  <a:lnTo>
                    <a:pt x="180387" y="342644"/>
                  </a:lnTo>
                  <a:lnTo>
                    <a:pt x="179758" y="342340"/>
                  </a:lnTo>
                  <a:lnTo>
                    <a:pt x="179409" y="342681"/>
                  </a:lnTo>
                  <a:lnTo>
                    <a:pt x="179298" y="343061"/>
                  </a:lnTo>
                  <a:lnTo>
                    <a:pt x="179485" y="343686"/>
                  </a:lnTo>
                  <a:lnTo>
                    <a:pt x="178705" y="343293"/>
                  </a:lnTo>
                  <a:lnTo>
                    <a:pt x="178189" y="343225"/>
                  </a:lnTo>
                  <a:lnTo>
                    <a:pt x="177764" y="342983"/>
                  </a:lnTo>
                  <a:lnTo>
                    <a:pt x="177482" y="342469"/>
                  </a:lnTo>
                  <a:lnTo>
                    <a:pt x="177394" y="342226"/>
                  </a:lnTo>
                  <a:lnTo>
                    <a:pt x="177437" y="341943"/>
                  </a:lnTo>
                  <a:lnTo>
                    <a:pt x="177274" y="341853"/>
                  </a:lnTo>
                  <a:lnTo>
                    <a:pt x="177075" y="342027"/>
                  </a:lnTo>
                  <a:lnTo>
                    <a:pt x="176795" y="341869"/>
                  </a:lnTo>
                  <a:lnTo>
                    <a:pt x="176712" y="341603"/>
                  </a:lnTo>
                  <a:lnTo>
                    <a:pt x="176531" y="341679"/>
                  </a:lnTo>
                  <a:lnTo>
                    <a:pt x="176600" y="342018"/>
                  </a:lnTo>
                  <a:lnTo>
                    <a:pt x="176696" y="342362"/>
                  </a:lnTo>
                  <a:lnTo>
                    <a:pt x="176534" y="342489"/>
                  </a:lnTo>
                  <a:lnTo>
                    <a:pt x="176023" y="342450"/>
                  </a:lnTo>
                  <a:lnTo>
                    <a:pt x="175620" y="342186"/>
                  </a:lnTo>
                  <a:lnTo>
                    <a:pt x="175123" y="342006"/>
                  </a:lnTo>
                  <a:lnTo>
                    <a:pt x="174447" y="341935"/>
                  </a:lnTo>
                  <a:lnTo>
                    <a:pt x="173974" y="341881"/>
                  </a:lnTo>
                  <a:lnTo>
                    <a:pt x="173671" y="342329"/>
                  </a:lnTo>
                  <a:lnTo>
                    <a:pt x="173622" y="342574"/>
                  </a:lnTo>
                  <a:lnTo>
                    <a:pt x="173467" y="342189"/>
                  </a:lnTo>
                  <a:lnTo>
                    <a:pt x="173249" y="342105"/>
                  </a:lnTo>
                  <a:lnTo>
                    <a:pt x="172818" y="342047"/>
                  </a:lnTo>
                  <a:lnTo>
                    <a:pt x="172455" y="342158"/>
                  </a:lnTo>
                  <a:lnTo>
                    <a:pt x="172182" y="342709"/>
                  </a:lnTo>
                  <a:lnTo>
                    <a:pt x="171984" y="342739"/>
                  </a:lnTo>
                  <a:lnTo>
                    <a:pt x="171424" y="342995"/>
                  </a:lnTo>
                  <a:lnTo>
                    <a:pt x="171194" y="343285"/>
                  </a:lnTo>
                  <a:lnTo>
                    <a:pt x="170833" y="343897"/>
                  </a:lnTo>
                  <a:lnTo>
                    <a:pt x="170604" y="344068"/>
                  </a:lnTo>
                  <a:lnTo>
                    <a:pt x="170427" y="344135"/>
                  </a:lnTo>
                  <a:lnTo>
                    <a:pt x="170250" y="344227"/>
                  </a:lnTo>
                  <a:lnTo>
                    <a:pt x="170279" y="344828"/>
                  </a:lnTo>
                  <a:lnTo>
                    <a:pt x="170444" y="345465"/>
                  </a:lnTo>
                  <a:lnTo>
                    <a:pt x="170910" y="345999"/>
                  </a:lnTo>
                  <a:lnTo>
                    <a:pt x="171112" y="346136"/>
                  </a:lnTo>
                  <a:lnTo>
                    <a:pt x="171135" y="346393"/>
                  </a:lnTo>
                  <a:lnTo>
                    <a:pt x="171047" y="346822"/>
                  </a:lnTo>
                  <a:lnTo>
                    <a:pt x="171375" y="347044"/>
                  </a:lnTo>
                  <a:lnTo>
                    <a:pt x="171418" y="347459"/>
                  </a:lnTo>
                  <a:lnTo>
                    <a:pt x="171450" y="347765"/>
                  </a:lnTo>
                  <a:lnTo>
                    <a:pt x="171775" y="348323"/>
                  </a:lnTo>
                  <a:lnTo>
                    <a:pt x="171871" y="349122"/>
                  </a:lnTo>
                  <a:lnTo>
                    <a:pt x="171300" y="348983"/>
                  </a:lnTo>
                  <a:lnTo>
                    <a:pt x="171189" y="349133"/>
                  </a:lnTo>
                  <a:lnTo>
                    <a:pt x="171037" y="349586"/>
                  </a:lnTo>
                  <a:lnTo>
                    <a:pt x="171004" y="349835"/>
                  </a:lnTo>
                  <a:lnTo>
                    <a:pt x="170959" y="350182"/>
                  </a:lnTo>
                  <a:lnTo>
                    <a:pt x="170956" y="350706"/>
                  </a:lnTo>
                  <a:lnTo>
                    <a:pt x="170900" y="350882"/>
                  </a:lnTo>
                  <a:lnTo>
                    <a:pt x="170641" y="351627"/>
                  </a:lnTo>
                  <a:lnTo>
                    <a:pt x="171383" y="352385"/>
                  </a:lnTo>
                  <a:lnTo>
                    <a:pt x="171472" y="352611"/>
                  </a:lnTo>
                  <a:lnTo>
                    <a:pt x="171477" y="352827"/>
                  </a:lnTo>
                  <a:lnTo>
                    <a:pt x="171670" y="353391"/>
                  </a:lnTo>
                  <a:lnTo>
                    <a:pt x="171935" y="353294"/>
                  </a:lnTo>
                  <a:lnTo>
                    <a:pt x="172329" y="353649"/>
                  </a:lnTo>
                  <a:lnTo>
                    <a:pt x="172163" y="354149"/>
                  </a:lnTo>
                  <a:lnTo>
                    <a:pt x="172155" y="354848"/>
                  </a:lnTo>
                  <a:lnTo>
                    <a:pt x="172407" y="354978"/>
                  </a:lnTo>
                  <a:lnTo>
                    <a:pt x="172673" y="355412"/>
                  </a:lnTo>
                  <a:lnTo>
                    <a:pt x="172719" y="355602"/>
                  </a:lnTo>
                  <a:lnTo>
                    <a:pt x="172742" y="355808"/>
                  </a:lnTo>
                  <a:lnTo>
                    <a:pt x="172970" y="356082"/>
                  </a:lnTo>
                  <a:lnTo>
                    <a:pt x="172802" y="356507"/>
                  </a:lnTo>
                  <a:lnTo>
                    <a:pt x="172653" y="356698"/>
                  </a:lnTo>
                  <a:lnTo>
                    <a:pt x="172748" y="357492"/>
                  </a:lnTo>
                  <a:lnTo>
                    <a:pt x="172834" y="357999"/>
                  </a:lnTo>
                  <a:lnTo>
                    <a:pt x="172903" y="358843"/>
                  </a:lnTo>
                  <a:lnTo>
                    <a:pt x="172488" y="359015"/>
                  </a:lnTo>
                  <a:lnTo>
                    <a:pt x="172422" y="359151"/>
                  </a:lnTo>
                  <a:lnTo>
                    <a:pt x="172362" y="359623"/>
                  </a:lnTo>
                  <a:lnTo>
                    <a:pt x="172358" y="360018"/>
                  </a:lnTo>
                  <a:lnTo>
                    <a:pt x="171627" y="360734"/>
                  </a:lnTo>
                  <a:lnTo>
                    <a:pt x="171099" y="360895"/>
                  </a:lnTo>
                  <a:lnTo>
                    <a:pt x="170886" y="361123"/>
                  </a:lnTo>
                  <a:lnTo>
                    <a:pt x="170757" y="361252"/>
                  </a:lnTo>
                  <a:lnTo>
                    <a:pt x="170284" y="361348"/>
                  </a:lnTo>
                  <a:lnTo>
                    <a:pt x="170082" y="361531"/>
                  </a:lnTo>
                  <a:lnTo>
                    <a:pt x="169828" y="361854"/>
                  </a:lnTo>
                  <a:lnTo>
                    <a:pt x="169742" y="362007"/>
                  </a:lnTo>
                  <a:lnTo>
                    <a:pt x="169541" y="362149"/>
                  </a:lnTo>
                  <a:lnTo>
                    <a:pt x="168777" y="362290"/>
                  </a:lnTo>
                  <a:lnTo>
                    <a:pt x="168295" y="362503"/>
                  </a:lnTo>
                  <a:lnTo>
                    <a:pt x="167955" y="362368"/>
                  </a:lnTo>
                  <a:lnTo>
                    <a:pt x="167697" y="362684"/>
                  </a:lnTo>
                  <a:lnTo>
                    <a:pt x="167763" y="362829"/>
                  </a:lnTo>
                  <a:lnTo>
                    <a:pt x="167982" y="363193"/>
                  </a:lnTo>
                  <a:lnTo>
                    <a:pt x="167901" y="363381"/>
                  </a:lnTo>
                  <a:lnTo>
                    <a:pt x="167755" y="363672"/>
                  </a:lnTo>
                  <a:lnTo>
                    <a:pt x="167397" y="363900"/>
                  </a:lnTo>
                  <a:lnTo>
                    <a:pt x="167214" y="363837"/>
                  </a:lnTo>
                  <a:lnTo>
                    <a:pt x="167106" y="363554"/>
                  </a:lnTo>
                  <a:lnTo>
                    <a:pt x="166722" y="363338"/>
                  </a:lnTo>
                  <a:lnTo>
                    <a:pt x="166357" y="363308"/>
                  </a:lnTo>
                  <a:lnTo>
                    <a:pt x="166148" y="363013"/>
                  </a:lnTo>
                  <a:lnTo>
                    <a:pt x="165850" y="362458"/>
                  </a:lnTo>
                  <a:lnTo>
                    <a:pt x="165873" y="362189"/>
                  </a:lnTo>
                  <a:lnTo>
                    <a:pt x="165070" y="361700"/>
                  </a:lnTo>
                  <a:lnTo>
                    <a:pt x="164616" y="361259"/>
                  </a:lnTo>
                  <a:lnTo>
                    <a:pt x="164567" y="360688"/>
                  </a:lnTo>
                  <a:lnTo>
                    <a:pt x="164106" y="359942"/>
                  </a:lnTo>
                  <a:lnTo>
                    <a:pt x="163893" y="359835"/>
                  </a:lnTo>
                  <a:lnTo>
                    <a:pt x="163706" y="359838"/>
                  </a:lnTo>
                  <a:lnTo>
                    <a:pt x="163559" y="359839"/>
                  </a:lnTo>
                  <a:lnTo>
                    <a:pt x="163364" y="359705"/>
                  </a:lnTo>
                  <a:lnTo>
                    <a:pt x="163254" y="359301"/>
                  </a:lnTo>
                  <a:lnTo>
                    <a:pt x="163164" y="359086"/>
                  </a:lnTo>
                  <a:lnTo>
                    <a:pt x="162877" y="358835"/>
                  </a:lnTo>
                  <a:lnTo>
                    <a:pt x="162989" y="358469"/>
                  </a:lnTo>
                  <a:lnTo>
                    <a:pt x="163182" y="358112"/>
                  </a:lnTo>
                  <a:lnTo>
                    <a:pt x="162933" y="357847"/>
                  </a:lnTo>
                  <a:lnTo>
                    <a:pt x="162857" y="357504"/>
                  </a:lnTo>
                  <a:lnTo>
                    <a:pt x="162805" y="357269"/>
                  </a:lnTo>
                  <a:lnTo>
                    <a:pt x="162772" y="357122"/>
                  </a:lnTo>
                  <a:lnTo>
                    <a:pt x="162744" y="356894"/>
                  </a:lnTo>
                  <a:lnTo>
                    <a:pt x="162752" y="356698"/>
                  </a:lnTo>
                  <a:lnTo>
                    <a:pt x="162554" y="356410"/>
                  </a:lnTo>
                  <a:lnTo>
                    <a:pt x="162276" y="356403"/>
                  </a:lnTo>
                  <a:lnTo>
                    <a:pt x="162098" y="356298"/>
                  </a:lnTo>
                  <a:lnTo>
                    <a:pt x="161723" y="356403"/>
                  </a:lnTo>
                  <a:lnTo>
                    <a:pt x="161331" y="356439"/>
                  </a:lnTo>
                  <a:lnTo>
                    <a:pt x="161071" y="356389"/>
                  </a:lnTo>
                  <a:lnTo>
                    <a:pt x="160896" y="356319"/>
                  </a:lnTo>
                  <a:lnTo>
                    <a:pt x="160803" y="356151"/>
                  </a:lnTo>
                  <a:lnTo>
                    <a:pt x="160726" y="355972"/>
                  </a:lnTo>
                  <a:lnTo>
                    <a:pt x="160417" y="355805"/>
                  </a:lnTo>
                  <a:lnTo>
                    <a:pt x="160405" y="355612"/>
                  </a:lnTo>
                  <a:lnTo>
                    <a:pt x="160363" y="355228"/>
                  </a:lnTo>
                  <a:lnTo>
                    <a:pt x="160090" y="355348"/>
                  </a:lnTo>
                  <a:lnTo>
                    <a:pt x="160080" y="355502"/>
                  </a:lnTo>
                  <a:lnTo>
                    <a:pt x="160045" y="355688"/>
                  </a:lnTo>
                  <a:lnTo>
                    <a:pt x="159732" y="355976"/>
                  </a:lnTo>
                  <a:lnTo>
                    <a:pt x="159327" y="356310"/>
                  </a:lnTo>
                  <a:lnTo>
                    <a:pt x="159100" y="356560"/>
                  </a:lnTo>
                  <a:lnTo>
                    <a:pt x="158942" y="356727"/>
                  </a:lnTo>
                  <a:lnTo>
                    <a:pt x="158503" y="357015"/>
                  </a:lnTo>
                  <a:lnTo>
                    <a:pt x="158434" y="357282"/>
                  </a:lnTo>
                  <a:lnTo>
                    <a:pt x="158394" y="357496"/>
                  </a:lnTo>
                  <a:lnTo>
                    <a:pt x="157859" y="358081"/>
                  </a:lnTo>
                  <a:lnTo>
                    <a:pt x="157928" y="358229"/>
                  </a:lnTo>
                  <a:lnTo>
                    <a:pt x="157630" y="358308"/>
                  </a:lnTo>
                  <a:lnTo>
                    <a:pt x="157601" y="357388"/>
                  </a:lnTo>
                  <a:lnTo>
                    <a:pt x="157298" y="357127"/>
                  </a:lnTo>
                  <a:lnTo>
                    <a:pt x="157330" y="356737"/>
                  </a:lnTo>
                  <a:lnTo>
                    <a:pt x="157136" y="356717"/>
                  </a:lnTo>
                  <a:lnTo>
                    <a:pt x="156847" y="356609"/>
                  </a:lnTo>
                  <a:lnTo>
                    <a:pt x="156812" y="356364"/>
                  </a:lnTo>
                  <a:lnTo>
                    <a:pt x="156683" y="355887"/>
                  </a:lnTo>
                  <a:lnTo>
                    <a:pt x="156584" y="355714"/>
                  </a:lnTo>
                  <a:lnTo>
                    <a:pt x="156566" y="355213"/>
                  </a:lnTo>
                  <a:lnTo>
                    <a:pt x="156540" y="355002"/>
                  </a:lnTo>
                  <a:lnTo>
                    <a:pt x="156471" y="354746"/>
                  </a:lnTo>
                  <a:lnTo>
                    <a:pt x="156304" y="354706"/>
                  </a:lnTo>
                  <a:lnTo>
                    <a:pt x="156300" y="354055"/>
                  </a:lnTo>
                  <a:lnTo>
                    <a:pt x="156321" y="353803"/>
                  </a:lnTo>
                  <a:lnTo>
                    <a:pt x="156219" y="353498"/>
                  </a:lnTo>
                  <a:lnTo>
                    <a:pt x="156137" y="353275"/>
                  </a:lnTo>
                  <a:lnTo>
                    <a:pt x="156088" y="353025"/>
                  </a:lnTo>
                  <a:lnTo>
                    <a:pt x="156239" y="352959"/>
                  </a:lnTo>
                  <a:lnTo>
                    <a:pt x="156901" y="352784"/>
                  </a:lnTo>
                  <a:lnTo>
                    <a:pt x="156978" y="352633"/>
                  </a:lnTo>
                  <a:lnTo>
                    <a:pt x="157373" y="352413"/>
                  </a:lnTo>
                  <a:lnTo>
                    <a:pt x="157031" y="351977"/>
                  </a:lnTo>
                  <a:lnTo>
                    <a:pt x="156530" y="352575"/>
                  </a:lnTo>
                  <a:lnTo>
                    <a:pt x="156130" y="352825"/>
                  </a:lnTo>
                  <a:lnTo>
                    <a:pt x="156008" y="352295"/>
                  </a:lnTo>
                  <a:lnTo>
                    <a:pt x="155874" y="352415"/>
                  </a:lnTo>
                  <a:lnTo>
                    <a:pt x="155512" y="352515"/>
                  </a:lnTo>
                  <a:lnTo>
                    <a:pt x="155342" y="352562"/>
                  </a:lnTo>
                  <a:lnTo>
                    <a:pt x="154847" y="352680"/>
                  </a:lnTo>
                  <a:lnTo>
                    <a:pt x="154254" y="352647"/>
                  </a:lnTo>
                  <a:lnTo>
                    <a:pt x="153903" y="352404"/>
                  </a:lnTo>
                  <a:lnTo>
                    <a:pt x="154150" y="351952"/>
                  </a:lnTo>
                  <a:lnTo>
                    <a:pt x="153871" y="351345"/>
                  </a:lnTo>
                  <a:lnTo>
                    <a:pt x="153467" y="351313"/>
                  </a:lnTo>
                  <a:lnTo>
                    <a:pt x="153188" y="351188"/>
                  </a:lnTo>
                  <a:lnTo>
                    <a:pt x="152834" y="351134"/>
                  </a:lnTo>
                  <a:lnTo>
                    <a:pt x="152522" y="351035"/>
                  </a:lnTo>
                  <a:lnTo>
                    <a:pt x="152361" y="350984"/>
                  </a:lnTo>
                  <a:lnTo>
                    <a:pt x="152169" y="350887"/>
                  </a:lnTo>
                  <a:lnTo>
                    <a:pt x="151891" y="350804"/>
                  </a:lnTo>
                  <a:lnTo>
                    <a:pt x="151393" y="350843"/>
                  </a:lnTo>
                  <a:lnTo>
                    <a:pt x="150667" y="350932"/>
                  </a:lnTo>
                  <a:lnTo>
                    <a:pt x="150140" y="350688"/>
                  </a:lnTo>
                  <a:lnTo>
                    <a:pt x="149752" y="350350"/>
                  </a:lnTo>
                  <a:lnTo>
                    <a:pt x="148853" y="350798"/>
                  </a:lnTo>
                  <a:lnTo>
                    <a:pt x="148709" y="350806"/>
                  </a:lnTo>
                  <a:lnTo>
                    <a:pt x="148474" y="350583"/>
                  </a:lnTo>
                  <a:lnTo>
                    <a:pt x="148340" y="350952"/>
                  </a:lnTo>
                  <a:lnTo>
                    <a:pt x="148316" y="351119"/>
                  </a:lnTo>
                  <a:lnTo>
                    <a:pt x="148274" y="351481"/>
                  </a:lnTo>
                  <a:lnTo>
                    <a:pt x="148220" y="351642"/>
                  </a:lnTo>
                  <a:lnTo>
                    <a:pt x="147931" y="352204"/>
                  </a:lnTo>
                  <a:lnTo>
                    <a:pt x="147851" y="352436"/>
                  </a:lnTo>
                  <a:lnTo>
                    <a:pt x="147444" y="352874"/>
                  </a:lnTo>
                  <a:lnTo>
                    <a:pt x="147154" y="352616"/>
                  </a:lnTo>
                  <a:lnTo>
                    <a:pt x="147138" y="352048"/>
                  </a:lnTo>
                  <a:lnTo>
                    <a:pt x="147108" y="351593"/>
                  </a:lnTo>
                  <a:lnTo>
                    <a:pt x="147221" y="351398"/>
                  </a:lnTo>
                  <a:lnTo>
                    <a:pt x="147203" y="351114"/>
                  </a:lnTo>
                  <a:lnTo>
                    <a:pt x="147155" y="350747"/>
                  </a:lnTo>
                  <a:lnTo>
                    <a:pt x="146866" y="350692"/>
                  </a:lnTo>
                  <a:lnTo>
                    <a:pt x="146698" y="350573"/>
                  </a:lnTo>
                  <a:lnTo>
                    <a:pt x="146716" y="349748"/>
                  </a:lnTo>
                  <a:lnTo>
                    <a:pt x="146502" y="349297"/>
                  </a:lnTo>
                  <a:lnTo>
                    <a:pt x="146389" y="349119"/>
                  </a:lnTo>
                  <a:lnTo>
                    <a:pt x="146122" y="349423"/>
                  </a:lnTo>
                  <a:lnTo>
                    <a:pt x="145792" y="349599"/>
                  </a:lnTo>
                  <a:lnTo>
                    <a:pt x="145418" y="349152"/>
                  </a:lnTo>
                  <a:lnTo>
                    <a:pt x="145284" y="348959"/>
                  </a:lnTo>
                  <a:lnTo>
                    <a:pt x="145033" y="348567"/>
                  </a:lnTo>
                  <a:lnTo>
                    <a:pt x="145235" y="348399"/>
                  </a:lnTo>
                  <a:lnTo>
                    <a:pt x="145037" y="348114"/>
                  </a:lnTo>
                  <a:lnTo>
                    <a:pt x="144794" y="347994"/>
                  </a:lnTo>
                  <a:lnTo>
                    <a:pt x="144503" y="347988"/>
                  </a:lnTo>
                  <a:lnTo>
                    <a:pt x="144249" y="347852"/>
                  </a:lnTo>
                  <a:lnTo>
                    <a:pt x="144067" y="347618"/>
                  </a:lnTo>
                  <a:lnTo>
                    <a:pt x="143828" y="347624"/>
                  </a:lnTo>
                  <a:lnTo>
                    <a:pt x="143878" y="347372"/>
                  </a:lnTo>
                  <a:lnTo>
                    <a:pt x="144040" y="347366"/>
                  </a:lnTo>
                  <a:lnTo>
                    <a:pt x="144243" y="347264"/>
                  </a:lnTo>
                  <a:lnTo>
                    <a:pt x="144010" y="346890"/>
                  </a:lnTo>
                  <a:lnTo>
                    <a:pt x="143603" y="346786"/>
                  </a:lnTo>
                  <a:lnTo>
                    <a:pt x="143462" y="346487"/>
                  </a:lnTo>
                  <a:lnTo>
                    <a:pt x="143309" y="346411"/>
                  </a:lnTo>
                  <a:lnTo>
                    <a:pt x="143047" y="346444"/>
                  </a:lnTo>
                  <a:lnTo>
                    <a:pt x="142867" y="346226"/>
                  </a:lnTo>
                  <a:lnTo>
                    <a:pt x="142651" y="346031"/>
                  </a:lnTo>
                  <a:lnTo>
                    <a:pt x="142611" y="345563"/>
                  </a:lnTo>
                  <a:lnTo>
                    <a:pt x="142735" y="345311"/>
                  </a:lnTo>
                  <a:lnTo>
                    <a:pt x="142817" y="344770"/>
                  </a:lnTo>
                  <a:lnTo>
                    <a:pt x="142579" y="344636"/>
                  </a:lnTo>
                  <a:lnTo>
                    <a:pt x="142062" y="344320"/>
                  </a:lnTo>
                  <a:lnTo>
                    <a:pt x="141598" y="344305"/>
                  </a:lnTo>
                  <a:lnTo>
                    <a:pt x="141717" y="343605"/>
                  </a:lnTo>
                  <a:lnTo>
                    <a:pt x="142156" y="343551"/>
                  </a:lnTo>
                  <a:lnTo>
                    <a:pt x="142432" y="343038"/>
                  </a:lnTo>
                  <a:lnTo>
                    <a:pt x="142896" y="342651"/>
                  </a:lnTo>
                  <a:lnTo>
                    <a:pt x="142935" y="343015"/>
                  </a:lnTo>
                  <a:lnTo>
                    <a:pt x="142955" y="343178"/>
                  </a:lnTo>
                  <a:lnTo>
                    <a:pt x="143071" y="343657"/>
                  </a:lnTo>
                  <a:lnTo>
                    <a:pt x="143941" y="343182"/>
                  </a:lnTo>
                  <a:lnTo>
                    <a:pt x="144126" y="342925"/>
                  </a:lnTo>
                  <a:lnTo>
                    <a:pt x="144239" y="342661"/>
                  </a:lnTo>
                  <a:lnTo>
                    <a:pt x="144021" y="342300"/>
                  </a:lnTo>
                  <a:lnTo>
                    <a:pt x="143664" y="342255"/>
                  </a:lnTo>
                  <a:lnTo>
                    <a:pt x="143379" y="342689"/>
                  </a:lnTo>
                  <a:lnTo>
                    <a:pt x="142923" y="342173"/>
                  </a:lnTo>
                  <a:lnTo>
                    <a:pt x="142470" y="341916"/>
                  </a:lnTo>
                  <a:lnTo>
                    <a:pt x="142262" y="342050"/>
                  </a:lnTo>
                  <a:lnTo>
                    <a:pt x="141959" y="342208"/>
                  </a:lnTo>
                  <a:lnTo>
                    <a:pt x="141529" y="342032"/>
                  </a:lnTo>
                  <a:lnTo>
                    <a:pt x="141534" y="341586"/>
                  </a:lnTo>
                  <a:lnTo>
                    <a:pt x="140984" y="341850"/>
                  </a:lnTo>
                  <a:lnTo>
                    <a:pt x="140775" y="341461"/>
                  </a:lnTo>
                  <a:lnTo>
                    <a:pt x="139956" y="341820"/>
                  </a:lnTo>
                  <a:lnTo>
                    <a:pt x="139505" y="342075"/>
                  </a:lnTo>
                  <a:lnTo>
                    <a:pt x="139248" y="342225"/>
                  </a:lnTo>
                  <a:lnTo>
                    <a:pt x="139045" y="342344"/>
                  </a:lnTo>
                  <a:lnTo>
                    <a:pt x="138881" y="342428"/>
                  </a:lnTo>
                  <a:lnTo>
                    <a:pt x="138521" y="342514"/>
                  </a:lnTo>
                  <a:lnTo>
                    <a:pt x="138176" y="342568"/>
                  </a:lnTo>
                  <a:lnTo>
                    <a:pt x="137930" y="342721"/>
                  </a:lnTo>
                  <a:lnTo>
                    <a:pt x="137655" y="342949"/>
                  </a:lnTo>
                  <a:lnTo>
                    <a:pt x="137277" y="343017"/>
                  </a:lnTo>
                  <a:lnTo>
                    <a:pt x="137161" y="343375"/>
                  </a:lnTo>
                  <a:lnTo>
                    <a:pt x="137230" y="343633"/>
                  </a:lnTo>
                  <a:lnTo>
                    <a:pt x="137034" y="343999"/>
                  </a:lnTo>
                  <a:lnTo>
                    <a:pt x="136688" y="344173"/>
                  </a:lnTo>
                  <a:lnTo>
                    <a:pt x="136599" y="343957"/>
                  </a:lnTo>
                  <a:lnTo>
                    <a:pt x="136524" y="343714"/>
                  </a:lnTo>
                  <a:lnTo>
                    <a:pt x="136817" y="343194"/>
                  </a:lnTo>
                  <a:lnTo>
                    <a:pt x="136769" y="342853"/>
                  </a:lnTo>
                  <a:lnTo>
                    <a:pt x="136542" y="342652"/>
                  </a:lnTo>
                  <a:lnTo>
                    <a:pt x="136369" y="342547"/>
                  </a:lnTo>
                  <a:lnTo>
                    <a:pt x="135984" y="342407"/>
                  </a:lnTo>
                  <a:lnTo>
                    <a:pt x="135696" y="342738"/>
                  </a:lnTo>
                  <a:lnTo>
                    <a:pt x="135553" y="342614"/>
                  </a:lnTo>
                  <a:lnTo>
                    <a:pt x="135383" y="342493"/>
                  </a:lnTo>
                  <a:lnTo>
                    <a:pt x="135074" y="342614"/>
                  </a:lnTo>
                  <a:lnTo>
                    <a:pt x="134939" y="342678"/>
                  </a:lnTo>
                  <a:lnTo>
                    <a:pt x="134625" y="342881"/>
                  </a:lnTo>
                  <a:lnTo>
                    <a:pt x="134431" y="342902"/>
                  </a:lnTo>
                  <a:lnTo>
                    <a:pt x="133473" y="342487"/>
                  </a:lnTo>
                  <a:lnTo>
                    <a:pt x="133331" y="342261"/>
                  </a:lnTo>
                  <a:lnTo>
                    <a:pt x="133325" y="342020"/>
                  </a:lnTo>
                  <a:lnTo>
                    <a:pt x="133132" y="341616"/>
                  </a:lnTo>
                  <a:lnTo>
                    <a:pt x="132903" y="341635"/>
                  </a:lnTo>
                  <a:lnTo>
                    <a:pt x="132436" y="341590"/>
                  </a:lnTo>
                  <a:lnTo>
                    <a:pt x="132472" y="341054"/>
                  </a:lnTo>
                  <a:lnTo>
                    <a:pt x="132546" y="340658"/>
                  </a:lnTo>
                  <a:lnTo>
                    <a:pt x="132400" y="340422"/>
                  </a:lnTo>
                  <a:lnTo>
                    <a:pt x="132112" y="340159"/>
                  </a:lnTo>
                  <a:lnTo>
                    <a:pt x="131795" y="340144"/>
                  </a:lnTo>
                  <a:lnTo>
                    <a:pt x="131565" y="339708"/>
                  </a:lnTo>
                  <a:lnTo>
                    <a:pt x="131549" y="339302"/>
                  </a:lnTo>
                  <a:lnTo>
                    <a:pt x="131556" y="338936"/>
                  </a:lnTo>
                  <a:lnTo>
                    <a:pt x="131548" y="338742"/>
                  </a:lnTo>
                  <a:lnTo>
                    <a:pt x="131365" y="338399"/>
                  </a:lnTo>
                  <a:lnTo>
                    <a:pt x="131037" y="338611"/>
                  </a:lnTo>
                  <a:lnTo>
                    <a:pt x="131035" y="338449"/>
                  </a:lnTo>
                  <a:lnTo>
                    <a:pt x="130640" y="338424"/>
                  </a:lnTo>
                  <a:lnTo>
                    <a:pt x="130445" y="338557"/>
                  </a:lnTo>
                  <a:lnTo>
                    <a:pt x="130260" y="338743"/>
                  </a:lnTo>
                  <a:lnTo>
                    <a:pt x="130068" y="339178"/>
                  </a:lnTo>
                  <a:lnTo>
                    <a:pt x="129938" y="339387"/>
                  </a:lnTo>
                  <a:lnTo>
                    <a:pt x="129522" y="339472"/>
                  </a:lnTo>
                  <a:lnTo>
                    <a:pt x="129638" y="338749"/>
                  </a:lnTo>
                  <a:lnTo>
                    <a:pt x="129546" y="338175"/>
                  </a:lnTo>
                  <a:lnTo>
                    <a:pt x="129452" y="337735"/>
                  </a:lnTo>
                  <a:lnTo>
                    <a:pt x="129310" y="337531"/>
                  </a:lnTo>
                  <a:lnTo>
                    <a:pt x="129336" y="337278"/>
                  </a:lnTo>
                  <a:lnTo>
                    <a:pt x="130239" y="337186"/>
                  </a:lnTo>
                  <a:lnTo>
                    <a:pt x="130274" y="336689"/>
                  </a:lnTo>
                  <a:lnTo>
                    <a:pt x="130058" y="336405"/>
                  </a:lnTo>
                  <a:lnTo>
                    <a:pt x="129847" y="336276"/>
                  </a:lnTo>
                  <a:lnTo>
                    <a:pt x="129381" y="336231"/>
                  </a:lnTo>
                  <a:lnTo>
                    <a:pt x="128850" y="335997"/>
                  </a:lnTo>
                  <a:lnTo>
                    <a:pt x="128651" y="335993"/>
                  </a:lnTo>
                  <a:lnTo>
                    <a:pt x="128437" y="336024"/>
                  </a:lnTo>
                  <a:lnTo>
                    <a:pt x="128226" y="335884"/>
                  </a:lnTo>
                  <a:lnTo>
                    <a:pt x="127993" y="335592"/>
                  </a:lnTo>
                  <a:lnTo>
                    <a:pt x="127763" y="335280"/>
                  </a:lnTo>
                  <a:lnTo>
                    <a:pt x="127673" y="335107"/>
                  </a:lnTo>
                  <a:lnTo>
                    <a:pt x="127461" y="334668"/>
                  </a:lnTo>
                  <a:lnTo>
                    <a:pt x="127933" y="334323"/>
                  </a:lnTo>
                  <a:lnTo>
                    <a:pt x="127918" y="334134"/>
                  </a:lnTo>
                  <a:lnTo>
                    <a:pt x="127794" y="333664"/>
                  </a:lnTo>
                  <a:lnTo>
                    <a:pt x="127598" y="333438"/>
                  </a:lnTo>
                  <a:lnTo>
                    <a:pt x="127503" y="333028"/>
                  </a:lnTo>
                  <a:lnTo>
                    <a:pt x="127743" y="332671"/>
                  </a:lnTo>
                  <a:lnTo>
                    <a:pt x="127785" y="332307"/>
                  </a:lnTo>
                  <a:lnTo>
                    <a:pt x="127787" y="332105"/>
                  </a:lnTo>
                  <a:lnTo>
                    <a:pt x="127796" y="331804"/>
                  </a:lnTo>
                  <a:lnTo>
                    <a:pt x="127845" y="331359"/>
                  </a:lnTo>
                  <a:lnTo>
                    <a:pt x="127857" y="331213"/>
                  </a:lnTo>
                  <a:lnTo>
                    <a:pt x="127813" y="330819"/>
                  </a:lnTo>
                  <a:lnTo>
                    <a:pt x="127832" y="330524"/>
                  </a:lnTo>
                  <a:lnTo>
                    <a:pt x="127963" y="330345"/>
                  </a:lnTo>
                  <a:lnTo>
                    <a:pt x="128003" y="329784"/>
                  </a:lnTo>
                  <a:lnTo>
                    <a:pt x="128112" y="329316"/>
                  </a:lnTo>
                  <a:lnTo>
                    <a:pt x="128254" y="329099"/>
                  </a:lnTo>
                  <a:lnTo>
                    <a:pt x="128387" y="329114"/>
                  </a:lnTo>
                  <a:lnTo>
                    <a:pt x="129039" y="329056"/>
                  </a:lnTo>
                  <a:lnTo>
                    <a:pt x="128845" y="328754"/>
                  </a:lnTo>
                  <a:lnTo>
                    <a:pt x="128833" y="328625"/>
                  </a:lnTo>
                  <a:lnTo>
                    <a:pt x="128937" y="328444"/>
                  </a:lnTo>
                  <a:lnTo>
                    <a:pt x="129503" y="327864"/>
                  </a:lnTo>
                  <a:lnTo>
                    <a:pt x="129727" y="327808"/>
                  </a:lnTo>
                  <a:lnTo>
                    <a:pt x="130019" y="327663"/>
                  </a:lnTo>
                  <a:lnTo>
                    <a:pt x="130002" y="327531"/>
                  </a:lnTo>
                  <a:lnTo>
                    <a:pt x="130062" y="327204"/>
                  </a:lnTo>
                  <a:lnTo>
                    <a:pt x="130647" y="327282"/>
                  </a:lnTo>
                  <a:lnTo>
                    <a:pt x="131416" y="326246"/>
                  </a:lnTo>
                  <a:lnTo>
                    <a:pt x="131553" y="326019"/>
                  </a:lnTo>
                  <a:lnTo>
                    <a:pt x="131810" y="326014"/>
                  </a:lnTo>
                  <a:lnTo>
                    <a:pt x="132250" y="326013"/>
                  </a:lnTo>
                  <a:lnTo>
                    <a:pt x="132947" y="326081"/>
                  </a:lnTo>
                  <a:lnTo>
                    <a:pt x="133131" y="326188"/>
                  </a:lnTo>
                  <a:lnTo>
                    <a:pt x="133462" y="326226"/>
                  </a:lnTo>
                  <a:lnTo>
                    <a:pt x="133686" y="326240"/>
                  </a:lnTo>
                  <a:lnTo>
                    <a:pt x="133886" y="326137"/>
                  </a:lnTo>
                  <a:lnTo>
                    <a:pt x="134043" y="325796"/>
                  </a:lnTo>
                  <a:lnTo>
                    <a:pt x="134176" y="325416"/>
                  </a:lnTo>
                  <a:lnTo>
                    <a:pt x="134239" y="325239"/>
                  </a:lnTo>
                  <a:lnTo>
                    <a:pt x="134508" y="324506"/>
                  </a:lnTo>
                  <a:lnTo>
                    <a:pt x="134589" y="324347"/>
                  </a:lnTo>
                  <a:lnTo>
                    <a:pt x="134515" y="323789"/>
                  </a:lnTo>
                  <a:lnTo>
                    <a:pt x="134247" y="323356"/>
                  </a:lnTo>
                  <a:lnTo>
                    <a:pt x="133988" y="322903"/>
                  </a:lnTo>
                  <a:lnTo>
                    <a:pt x="133806" y="322546"/>
                  </a:lnTo>
                  <a:lnTo>
                    <a:pt x="133704" y="322131"/>
                  </a:lnTo>
                  <a:lnTo>
                    <a:pt x="133536" y="321492"/>
                  </a:lnTo>
                  <a:lnTo>
                    <a:pt x="133433" y="321254"/>
                  </a:lnTo>
                  <a:lnTo>
                    <a:pt x="133051" y="320945"/>
                  </a:lnTo>
                  <a:lnTo>
                    <a:pt x="132704" y="320799"/>
                  </a:lnTo>
                  <a:lnTo>
                    <a:pt x="132604" y="320268"/>
                  </a:lnTo>
                  <a:lnTo>
                    <a:pt x="132849" y="319739"/>
                  </a:lnTo>
                  <a:lnTo>
                    <a:pt x="132916" y="319586"/>
                  </a:lnTo>
                  <a:lnTo>
                    <a:pt x="132772" y="319182"/>
                  </a:lnTo>
                  <a:lnTo>
                    <a:pt x="132791" y="318697"/>
                  </a:lnTo>
                  <a:lnTo>
                    <a:pt x="133005" y="318475"/>
                  </a:lnTo>
                  <a:lnTo>
                    <a:pt x="133227" y="318446"/>
                  </a:lnTo>
                  <a:lnTo>
                    <a:pt x="133347" y="317984"/>
                  </a:lnTo>
                  <a:lnTo>
                    <a:pt x="133364" y="317800"/>
                  </a:lnTo>
                  <a:lnTo>
                    <a:pt x="133169" y="317504"/>
                  </a:lnTo>
                  <a:lnTo>
                    <a:pt x="132652" y="317034"/>
                  </a:lnTo>
                  <a:lnTo>
                    <a:pt x="132502" y="316640"/>
                  </a:lnTo>
                  <a:lnTo>
                    <a:pt x="132468" y="316436"/>
                  </a:lnTo>
                  <a:lnTo>
                    <a:pt x="132039" y="316300"/>
                  </a:lnTo>
                  <a:lnTo>
                    <a:pt x="131693" y="316308"/>
                  </a:lnTo>
                  <a:lnTo>
                    <a:pt x="131314" y="316006"/>
                  </a:lnTo>
                  <a:lnTo>
                    <a:pt x="131314" y="315680"/>
                  </a:lnTo>
                  <a:lnTo>
                    <a:pt x="130441" y="314367"/>
                  </a:lnTo>
                  <a:lnTo>
                    <a:pt x="130636" y="314377"/>
                  </a:lnTo>
                  <a:lnTo>
                    <a:pt x="130808" y="314406"/>
                  </a:lnTo>
                  <a:lnTo>
                    <a:pt x="130984" y="314314"/>
                  </a:lnTo>
                  <a:lnTo>
                    <a:pt x="131073" y="313960"/>
                  </a:lnTo>
                  <a:lnTo>
                    <a:pt x="130897" y="313752"/>
                  </a:lnTo>
                  <a:lnTo>
                    <a:pt x="130427" y="313703"/>
                  </a:lnTo>
                  <a:lnTo>
                    <a:pt x="130389" y="313540"/>
                  </a:lnTo>
                  <a:lnTo>
                    <a:pt x="130243" y="312705"/>
                  </a:lnTo>
                  <a:lnTo>
                    <a:pt x="130346" y="311877"/>
                  </a:lnTo>
                  <a:lnTo>
                    <a:pt x="130302" y="311709"/>
                  </a:lnTo>
                  <a:lnTo>
                    <a:pt x="129915" y="311346"/>
                  </a:lnTo>
                  <a:lnTo>
                    <a:pt x="129690" y="311254"/>
                  </a:lnTo>
                  <a:lnTo>
                    <a:pt x="129519" y="311318"/>
                  </a:lnTo>
                  <a:lnTo>
                    <a:pt x="129201" y="311463"/>
                  </a:lnTo>
                  <a:lnTo>
                    <a:pt x="129041" y="311540"/>
                  </a:lnTo>
                  <a:lnTo>
                    <a:pt x="128914" y="311256"/>
                  </a:lnTo>
                  <a:lnTo>
                    <a:pt x="128962" y="311059"/>
                  </a:lnTo>
                  <a:lnTo>
                    <a:pt x="129049" y="310914"/>
                  </a:lnTo>
                  <a:lnTo>
                    <a:pt x="129195" y="310662"/>
                  </a:lnTo>
                  <a:lnTo>
                    <a:pt x="129196" y="310432"/>
                  </a:lnTo>
                  <a:lnTo>
                    <a:pt x="129141" y="309413"/>
                  </a:lnTo>
                  <a:lnTo>
                    <a:pt x="129080" y="309148"/>
                  </a:lnTo>
                  <a:lnTo>
                    <a:pt x="128876" y="308775"/>
                  </a:lnTo>
                  <a:lnTo>
                    <a:pt x="128759" y="308636"/>
                  </a:lnTo>
                  <a:lnTo>
                    <a:pt x="128064" y="307892"/>
                  </a:lnTo>
                  <a:lnTo>
                    <a:pt x="127669" y="307528"/>
                  </a:lnTo>
                  <a:lnTo>
                    <a:pt x="127276" y="307073"/>
                  </a:lnTo>
                  <a:lnTo>
                    <a:pt x="127107" y="307160"/>
                  </a:lnTo>
                  <a:lnTo>
                    <a:pt x="126847" y="307306"/>
                  </a:lnTo>
                  <a:lnTo>
                    <a:pt x="126365" y="307504"/>
                  </a:lnTo>
                  <a:lnTo>
                    <a:pt x="125793" y="307685"/>
                  </a:lnTo>
                  <a:lnTo>
                    <a:pt x="125238" y="307294"/>
                  </a:lnTo>
                  <a:lnTo>
                    <a:pt x="125063" y="307139"/>
                  </a:lnTo>
                  <a:lnTo>
                    <a:pt x="124578" y="306439"/>
                  </a:lnTo>
                  <a:lnTo>
                    <a:pt x="124652" y="306273"/>
                  </a:lnTo>
                  <a:lnTo>
                    <a:pt x="124811" y="306239"/>
                  </a:lnTo>
                  <a:lnTo>
                    <a:pt x="125228" y="306095"/>
                  </a:lnTo>
                  <a:lnTo>
                    <a:pt x="125562" y="305885"/>
                  </a:lnTo>
                  <a:lnTo>
                    <a:pt x="125427" y="305157"/>
                  </a:lnTo>
                  <a:lnTo>
                    <a:pt x="125234" y="304956"/>
                  </a:lnTo>
                  <a:lnTo>
                    <a:pt x="125241" y="304662"/>
                  </a:lnTo>
                  <a:lnTo>
                    <a:pt x="125304" y="304470"/>
                  </a:lnTo>
                  <a:lnTo>
                    <a:pt x="124735" y="304210"/>
                  </a:lnTo>
                  <a:lnTo>
                    <a:pt x="124570" y="304216"/>
                  </a:lnTo>
                  <a:lnTo>
                    <a:pt x="124256" y="303714"/>
                  </a:lnTo>
                  <a:lnTo>
                    <a:pt x="124279" y="303419"/>
                  </a:lnTo>
                  <a:lnTo>
                    <a:pt x="124268" y="303171"/>
                  </a:lnTo>
                  <a:lnTo>
                    <a:pt x="123852" y="303035"/>
                  </a:lnTo>
                  <a:lnTo>
                    <a:pt x="123430" y="302929"/>
                  </a:lnTo>
                  <a:lnTo>
                    <a:pt x="123414" y="302798"/>
                  </a:lnTo>
                  <a:lnTo>
                    <a:pt x="123610" y="301914"/>
                  </a:lnTo>
                  <a:lnTo>
                    <a:pt x="123706" y="301537"/>
                  </a:lnTo>
                  <a:lnTo>
                    <a:pt x="123537" y="301359"/>
                  </a:lnTo>
                  <a:lnTo>
                    <a:pt x="123200" y="301032"/>
                  </a:lnTo>
                  <a:lnTo>
                    <a:pt x="122920" y="300735"/>
                  </a:lnTo>
                  <a:lnTo>
                    <a:pt x="122750" y="300245"/>
                  </a:lnTo>
                  <a:lnTo>
                    <a:pt x="122720" y="299870"/>
                  </a:lnTo>
                  <a:lnTo>
                    <a:pt x="122778" y="299653"/>
                  </a:lnTo>
                  <a:lnTo>
                    <a:pt x="122967" y="299318"/>
                  </a:lnTo>
                  <a:lnTo>
                    <a:pt x="123316" y="298611"/>
                  </a:lnTo>
                  <a:lnTo>
                    <a:pt x="123721" y="298442"/>
                  </a:lnTo>
                  <a:lnTo>
                    <a:pt x="123875" y="298502"/>
                  </a:lnTo>
                  <a:lnTo>
                    <a:pt x="124008" y="298535"/>
                  </a:lnTo>
                  <a:lnTo>
                    <a:pt x="124180" y="298414"/>
                  </a:lnTo>
                  <a:lnTo>
                    <a:pt x="124203" y="298098"/>
                  </a:lnTo>
                  <a:lnTo>
                    <a:pt x="124880" y="298100"/>
                  </a:lnTo>
                  <a:lnTo>
                    <a:pt x="125217" y="298201"/>
                  </a:lnTo>
                  <a:lnTo>
                    <a:pt x="125463" y="298106"/>
                  </a:lnTo>
                  <a:lnTo>
                    <a:pt x="125500" y="297903"/>
                  </a:lnTo>
                  <a:lnTo>
                    <a:pt x="125543" y="297709"/>
                  </a:lnTo>
                  <a:lnTo>
                    <a:pt x="125703" y="297660"/>
                  </a:lnTo>
                  <a:lnTo>
                    <a:pt x="126246" y="297741"/>
                  </a:lnTo>
                  <a:lnTo>
                    <a:pt x="126557" y="297897"/>
                  </a:lnTo>
                  <a:lnTo>
                    <a:pt x="126721" y="298042"/>
                  </a:lnTo>
                  <a:lnTo>
                    <a:pt x="126909" y="298119"/>
                  </a:lnTo>
                  <a:lnTo>
                    <a:pt x="127106" y="298076"/>
                  </a:lnTo>
                  <a:lnTo>
                    <a:pt x="127492" y="297859"/>
                  </a:lnTo>
                  <a:lnTo>
                    <a:pt x="127679" y="297659"/>
                  </a:lnTo>
                  <a:lnTo>
                    <a:pt x="127696" y="297498"/>
                  </a:lnTo>
                  <a:lnTo>
                    <a:pt x="127793" y="297176"/>
                  </a:lnTo>
                  <a:lnTo>
                    <a:pt x="127948" y="297175"/>
                  </a:lnTo>
                  <a:lnTo>
                    <a:pt x="128147" y="297102"/>
                  </a:lnTo>
                  <a:lnTo>
                    <a:pt x="128042" y="296773"/>
                  </a:lnTo>
                  <a:lnTo>
                    <a:pt x="127951" y="296585"/>
                  </a:lnTo>
                  <a:lnTo>
                    <a:pt x="127865" y="296213"/>
                  </a:lnTo>
                  <a:lnTo>
                    <a:pt x="127896" y="295990"/>
                  </a:lnTo>
                  <a:lnTo>
                    <a:pt x="127843" y="295568"/>
                  </a:lnTo>
                  <a:lnTo>
                    <a:pt x="127812" y="295429"/>
                  </a:lnTo>
                  <a:lnTo>
                    <a:pt x="127560" y="295314"/>
                  </a:lnTo>
                  <a:lnTo>
                    <a:pt x="127213" y="295081"/>
                  </a:lnTo>
                  <a:lnTo>
                    <a:pt x="126721" y="294711"/>
                  </a:lnTo>
                  <a:lnTo>
                    <a:pt x="126471" y="294427"/>
                  </a:lnTo>
                  <a:lnTo>
                    <a:pt x="126209" y="293970"/>
                  </a:lnTo>
                  <a:lnTo>
                    <a:pt x="126387" y="293781"/>
                  </a:lnTo>
                  <a:lnTo>
                    <a:pt x="126413" y="293630"/>
                  </a:lnTo>
                  <a:lnTo>
                    <a:pt x="125797" y="293056"/>
                  </a:lnTo>
                  <a:lnTo>
                    <a:pt x="125755" y="292649"/>
                  </a:lnTo>
                  <a:lnTo>
                    <a:pt x="125502" y="292419"/>
                  </a:lnTo>
                  <a:lnTo>
                    <a:pt x="124973" y="291956"/>
                  </a:lnTo>
                  <a:lnTo>
                    <a:pt x="124669" y="291667"/>
                  </a:lnTo>
                  <a:lnTo>
                    <a:pt x="124405" y="291405"/>
                  </a:lnTo>
                  <a:lnTo>
                    <a:pt x="124199" y="291295"/>
                  </a:lnTo>
                  <a:lnTo>
                    <a:pt x="124032" y="291383"/>
                  </a:lnTo>
                  <a:lnTo>
                    <a:pt x="123677" y="291759"/>
                  </a:lnTo>
                  <a:lnTo>
                    <a:pt x="123417" y="291537"/>
                  </a:lnTo>
                  <a:lnTo>
                    <a:pt x="123232" y="291423"/>
                  </a:lnTo>
                  <a:lnTo>
                    <a:pt x="122900" y="291254"/>
                  </a:lnTo>
                  <a:lnTo>
                    <a:pt x="122581" y="291274"/>
                  </a:lnTo>
                  <a:lnTo>
                    <a:pt x="122272" y="291750"/>
                  </a:lnTo>
                  <a:lnTo>
                    <a:pt x="121968" y="291572"/>
                  </a:lnTo>
                  <a:lnTo>
                    <a:pt x="121835" y="291489"/>
                  </a:lnTo>
                  <a:lnTo>
                    <a:pt x="122032" y="291015"/>
                  </a:lnTo>
                  <a:lnTo>
                    <a:pt x="122003" y="290713"/>
                  </a:lnTo>
                  <a:lnTo>
                    <a:pt x="121949" y="290424"/>
                  </a:lnTo>
                  <a:lnTo>
                    <a:pt x="121781" y="289882"/>
                  </a:lnTo>
                  <a:lnTo>
                    <a:pt x="122050" y="289977"/>
                  </a:lnTo>
                  <a:lnTo>
                    <a:pt x="122128" y="289580"/>
                  </a:lnTo>
                  <a:lnTo>
                    <a:pt x="122109" y="289333"/>
                  </a:lnTo>
                  <a:lnTo>
                    <a:pt x="121953" y="289243"/>
                  </a:lnTo>
                  <a:lnTo>
                    <a:pt x="121852" y="289084"/>
                  </a:lnTo>
                  <a:lnTo>
                    <a:pt x="121791" y="288709"/>
                  </a:lnTo>
                  <a:lnTo>
                    <a:pt x="121790" y="288566"/>
                  </a:lnTo>
                  <a:lnTo>
                    <a:pt x="121678" y="288405"/>
                  </a:lnTo>
                  <a:lnTo>
                    <a:pt x="121454" y="288215"/>
                  </a:lnTo>
                  <a:lnTo>
                    <a:pt x="121342" y="287792"/>
                  </a:lnTo>
                  <a:lnTo>
                    <a:pt x="121301" y="287587"/>
                  </a:lnTo>
                  <a:lnTo>
                    <a:pt x="121293" y="287269"/>
                  </a:lnTo>
                  <a:lnTo>
                    <a:pt x="121310" y="287003"/>
                  </a:lnTo>
                  <a:lnTo>
                    <a:pt x="121028" y="286918"/>
                  </a:lnTo>
                  <a:lnTo>
                    <a:pt x="120887" y="286930"/>
                  </a:lnTo>
                  <a:lnTo>
                    <a:pt x="120436" y="286971"/>
                  </a:lnTo>
                  <a:lnTo>
                    <a:pt x="119911" y="286949"/>
                  </a:lnTo>
                  <a:lnTo>
                    <a:pt x="119212" y="286779"/>
                  </a:lnTo>
                  <a:lnTo>
                    <a:pt x="119069" y="286723"/>
                  </a:lnTo>
                  <a:lnTo>
                    <a:pt x="117876" y="286251"/>
                  </a:lnTo>
                  <a:lnTo>
                    <a:pt x="117413" y="285967"/>
                  </a:lnTo>
                  <a:lnTo>
                    <a:pt x="117172" y="285781"/>
                  </a:lnTo>
                  <a:lnTo>
                    <a:pt x="116846" y="285907"/>
                  </a:lnTo>
                  <a:lnTo>
                    <a:pt x="116542" y="286260"/>
                  </a:lnTo>
                  <a:lnTo>
                    <a:pt x="116396" y="286500"/>
                  </a:lnTo>
                  <a:lnTo>
                    <a:pt x="116147" y="286482"/>
                  </a:lnTo>
                  <a:lnTo>
                    <a:pt x="116014" y="286321"/>
                  </a:lnTo>
                  <a:lnTo>
                    <a:pt x="115864" y="286272"/>
                  </a:lnTo>
                  <a:lnTo>
                    <a:pt x="115370" y="286040"/>
                  </a:lnTo>
                  <a:lnTo>
                    <a:pt x="115469" y="285385"/>
                  </a:lnTo>
                  <a:lnTo>
                    <a:pt x="115257" y="285288"/>
                  </a:lnTo>
                  <a:lnTo>
                    <a:pt x="115109" y="285229"/>
                  </a:lnTo>
                  <a:lnTo>
                    <a:pt x="114618" y="285259"/>
                  </a:lnTo>
                  <a:lnTo>
                    <a:pt x="114407" y="285310"/>
                  </a:lnTo>
                  <a:lnTo>
                    <a:pt x="113773" y="285440"/>
                  </a:lnTo>
                  <a:lnTo>
                    <a:pt x="113635" y="285407"/>
                  </a:lnTo>
                  <a:lnTo>
                    <a:pt x="113198" y="285032"/>
                  </a:lnTo>
                  <a:lnTo>
                    <a:pt x="113200" y="283541"/>
                  </a:lnTo>
                  <a:lnTo>
                    <a:pt x="113190" y="283341"/>
                  </a:lnTo>
                  <a:lnTo>
                    <a:pt x="112920" y="283148"/>
                  </a:lnTo>
                  <a:lnTo>
                    <a:pt x="112323" y="282994"/>
                  </a:lnTo>
                  <a:lnTo>
                    <a:pt x="111867" y="282735"/>
                  </a:lnTo>
                  <a:lnTo>
                    <a:pt x="111722" y="282627"/>
                  </a:lnTo>
                  <a:lnTo>
                    <a:pt x="111689" y="282449"/>
                  </a:lnTo>
                  <a:lnTo>
                    <a:pt x="111864" y="281885"/>
                  </a:lnTo>
                  <a:lnTo>
                    <a:pt x="111705" y="281629"/>
                  </a:lnTo>
                  <a:lnTo>
                    <a:pt x="111249" y="281295"/>
                  </a:lnTo>
                  <a:lnTo>
                    <a:pt x="111030" y="281185"/>
                  </a:lnTo>
                  <a:lnTo>
                    <a:pt x="110999" y="280904"/>
                  </a:lnTo>
                  <a:lnTo>
                    <a:pt x="111013" y="280580"/>
                  </a:lnTo>
                  <a:lnTo>
                    <a:pt x="110698" y="279999"/>
                  </a:lnTo>
                  <a:lnTo>
                    <a:pt x="110305" y="279553"/>
                  </a:lnTo>
                  <a:lnTo>
                    <a:pt x="110165" y="279472"/>
                  </a:lnTo>
                  <a:lnTo>
                    <a:pt x="109949" y="279445"/>
                  </a:lnTo>
                  <a:lnTo>
                    <a:pt x="109752" y="279276"/>
                  </a:lnTo>
                  <a:lnTo>
                    <a:pt x="109730" y="279095"/>
                  </a:lnTo>
                  <a:lnTo>
                    <a:pt x="109623" y="278855"/>
                  </a:lnTo>
                  <a:lnTo>
                    <a:pt x="109492" y="278767"/>
                  </a:lnTo>
                  <a:lnTo>
                    <a:pt x="109472" y="278475"/>
                  </a:lnTo>
                  <a:lnTo>
                    <a:pt x="109503" y="278041"/>
                  </a:lnTo>
                  <a:lnTo>
                    <a:pt x="109451" y="277604"/>
                  </a:lnTo>
                  <a:lnTo>
                    <a:pt x="108547" y="277063"/>
                  </a:lnTo>
                  <a:lnTo>
                    <a:pt x="107690" y="276793"/>
                  </a:lnTo>
                  <a:lnTo>
                    <a:pt x="107254" y="276663"/>
                  </a:lnTo>
                  <a:lnTo>
                    <a:pt x="107099" y="276680"/>
                  </a:lnTo>
                  <a:lnTo>
                    <a:pt x="106970" y="276653"/>
                  </a:lnTo>
                  <a:lnTo>
                    <a:pt x="106878" y="276489"/>
                  </a:lnTo>
                  <a:lnTo>
                    <a:pt x="106798" y="276359"/>
                  </a:lnTo>
                  <a:lnTo>
                    <a:pt x="106659" y="276175"/>
                  </a:lnTo>
                  <a:lnTo>
                    <a:pt x="106193" y="276073"/>
                  </a:lnTo>
                  <a:lnTo>
                    <a:pt x="105951" y="276281"/>
                  </a:lnTo>
                  <a:lnTo>
                    <a:pt x="105503" y="276446"/>
                  </a:lnTo>
                  <a:lnTo>
                    <a:pt x="105249" y="276603"/>
                  </a:lnTo>
                  <a:lnTo>
                    <a:pt x="104828" y="277082"/>
                  </a:lnTo>
                  <a:lnTo>
                    <a:pt x="104459" y="277414"/>
                  </a:lnTo>
                  <a:lnTo>
                    <a:pt x="104294" y="277500"/>
                  </a:lnTo>
                  <a:lnTo>
                    <a:pt x="104097" y="277588"/>
                  </a:lnTo>
                  <a:lnTo>
                    <a:pt x="103123" y="277821"/>
                  </a:lnTo>
                  <a:lnTo>
                    <a:pt x="102718" y="277895"/>
                  </a:lnTo>
                  <a:lnTo>
                    <a:pt x="102170" y="277857"/>
                  </a:lnTo>
                  <a:lnTo>
                    <a:pt x="101597" y="277869"/>
                  </a:lnTo>
                  <a:lnTo>
                    <a:pt x="101010" y="277944"/>
                  </a:lnTo>
                  <a:lnTo>
                    <a:pt x="100729" y="277890"/>
                  </a:lnTo>
                  <a:lnTo>
                    <a:pt x="100513" y="277736"/>
                  </a:lnTo>
                  <a:lnTo>
                    <a:pt x="100471" y="277434"/>
                  </a:lnTo>
                  <a:lnTo>
                    <a:pt x="100086" y="277072"/>
                  </a:lnTo>
                  <a:lnTo>
                    <a:pt x="99798" y="276616"/>
                  </a:lnTo>
                  <a:lnTo>
                    <a:pt x="99626" y="276291"/>
                  </a:lnTo>
                  <a:lnTo>
                    <a:pt x="99517" y="276058"/>
                  </a:lnTo>
                  <a:lnTo>
                    <a:pt x="99572" y="275467"/>
                  </a:lnTo>
                  <a:lnTo>
                    <a:pt x="99711" y="275248"/>
                  </a:lnTo>
                  <a:lnTo>
                    <a:pt x="101406" y="274052"/>
                  </a:lnTo>
                  <a:lnTo>
                    <a:pt x="102035" y="273623"/>
                  </a:lnTo>
                  <a:lnTo>
                    <a:pt x="102045" y="273470"/>
                  </a:lnTo>
                  <a:lnTo>
                    <a:pt x="102373" y="272871"/>
                  </a:lnTo>
                  <a:lnTo>
                    <a:pt x="104039" y="271651"/>
                  </a:lnTo>
                  <a:lnTo>
                    <a:pt x="103523" y="271649"/>
                  </a:lnTo>
                  <a:lnTo>
                    <a:pt x="103276" y="271653"/>
                  </a:lnTo>
                  <a:lnTo>
                    <a:pt x="102135" y="271177"/>
                  </a:lnTo>
                  <a:lnTo>
                    <a:pt x="101910" y="270653"/>
                  </a:lnTo>
                  <a:lnTo>
                    <a:pt x="101858" y="270374"/>
                  </a:lnTo>
                  <a:lnTo>
                    <a:pt x="101932" y="270200"/>
                  </a:lnTo>
                  <a:lnTo>
                    <a:pt x="102164" y="270096"/>
                  </a:lnTo>
                  <a:lnTo>
                    <a:pt x="102211" y="269750"/>
                  </a:lnTo>
                  <a:lnTo>
                    <a:pt x="102244" y="269541"/>
                  </a:lnTo>
                  <a:lnTo>
                    <a:pt x="102563" y="268877"/>
                  </a:lnTo>
                  <a:lnTo>
                    <a:pt x="102342" y="268765"/>
                  </a:lnTo>
                  <a:lnTo>
                    <a:pt x="101497" y="268490"/>
                  </a:lnTo>
                  <a:lnTo>
                    <a:pt x="100679" y="268553"/>
                  </a:lnTo>
                  <a:lnTo>
                    <a:pt x="100359" y="268543"/>
                  </a:lnTo>
                  <a:lnTo>
                    <a:pt x="99830" y="268417"/>
                  </a:lnTo>
                  <a:lnTo>
                    <a:pt x="99542" y="268327"/>
                  </a:lnTo>
                  <a:lnTo>
                    <a:pt x="99043" y="268172"/>
                  </a:lnTo>
                  <a:lnTo>
                    <a:pt x="98668" y="268162"/>
                  </a:lnTo>
                  <a:lnTo>
                    <a:pt x="98059" y="268189"/>
                  </a:lnTo>
                  <a:lnTo>
                    <a:pt x="97364" y="268229"/>
                  </a:lnTo>
                  <a:lnTo>
                    <a:pt x="97230" y="268096"/>
                  </a:lnTo>
                  <a:lnTo>
                    <a:pt x="97090" y="267959"/>
                  </a:lnTo>
                  <a:lnTo>
                    <a:pt x="96794" y="267775"/>
                  </a:lnTo>
                  <a:lnTo>
                    <a:pt x="96412" y="267915"/>
                  </a:lnTo>
                  <a:lnTo>
                    <a:pt x="96233" y="268018"/>
                  </a:lnTo>
                  <a:lnTo>
                    <a:pt x="95878" y="268241"/>
                  </a:lnTo>
                  <a:lnTo>
                    <a:pt x="95715" y="268318"/>
                  </a:lnTo>
                  <a:lnTo>
                    <a:pt x="95368" y="268364"/>
                  </a:lnTo>
                  <a:lnTo>
                    <a:pt x="94394" y="268406"/>
                  </a:lnTo>
                  <a:lnTo>
                    <a:pt x="94255" y="268410"/>
                  </a:lnTo>
                  <a:lnTo>
                    <a:pt x="94127" y="268397"/>
                  </a:lnTo>
                  <a:lnTo>
                    <a:pt x="93697" y="268223"/>
                  </a:lnTo>
                  <a:lnTo>
                    <a:pt x="93583" y="267734"/>
                  </a:lnTo>
                  <a:lnTo>
                    <a:pt x="92928" y="267359"/>
                  </a:lnTo>
                  <a:lnTo>
                    <a:pt x="91996" y="267588"/>
                  </a:lnTo>
                  <a:lnTo>
                    <a:pt x="90664" y="268390"/>
                  </a:lnTo>
                  <a:lnTo>
                    <a:pt x="90452" y="268476"/>
                  </a:lnTo>
                  <a:lnTo>
                    <a:pt x="90038" y="268442"/>
                  </a:lnTo>
                  <a:lnTo>
                    <a:pt x="89755" y="268366"/>
                  </a:lnTo>
                  <a:lnTo>
                    <a:pt x="88551" y="268595"/>
                  </a:lnTo>
                  <a:lnTo>
                    <a:pt x="88328" y="268623"/>
                  </a:lnTo>
                  <a:lnTo>
                    <a:pt x="87855" y="268651"/>
                  </a:lnTo>
                  <a:lnTo>
                    <a:pt x="87459" y="268331"/>
                  </a:lnTo>
                  <a:lnTo>
                    <a:pt x="87465" y="268049"/>
                  </a:lnTo>
                  <a:lnTo>
                    <a:pt x="88084" y="267439"/>
                  </a:lnTo>
                  <a:lnTo>
                    <a:pt x="89009" y="267152"/>
                  </a:lnTo>
                  <a:lnTo>
                    <a:pt x="89194" y="267268"/>
                  </a:lnTo>
                  <a:lnTo>
                    <a:pt x="89523" y="267331"/>
                  </a:lnTo>
                  <a:lnTo>
                    <a:pt x="89681" y="267282"/>
                  </a:lnTo>
                  <a:lnTo>
                    <a:pt x="90153" y="267091"/>
                  </a:lnTo>
                  <a:lnTo>
                    <a:pt x="90519" y="266684"/>
                  </a:lnTo>
                  <a:lnTo>
                    <a:pt x="90724" y="266565"/>
                  </a:lnTo>
                  <a:lnTo>
                    <a:pt x="90867" y="266558"/>
                  </a:lnTo>
                  <a:lnTo>
                    <a:pt x="91590" y="266595"/>
                  </a:lnTo>
                  <a:lnTo>
                    <a:pt x="92099" y="266441"/>
                  </a:lnTo>
                  <a:lnTo>
                    <a:pt x="92261" y="265488"/>
                  </a:lnTo>
                  <a:lnTo>
                    <a:pt x="92562" y="264379"/>
                  </a:lnTo>
                  <a:lnTo>
                    <a:pt x="92987" y="264414"/>
                  </a:lnTo>
                  <a:lnTo>
                    <a:pt x="93084" y="264224"/>
                  </a:lnTo>
                  <a:lnTo>
                    <a:pt x="95793" y="264134"/>
                  </a:lnTo>
                  <a:lnTo>
                    <a:pt x="100044" y="263934"/>
                  </a:lnTo>
                  <a:lnTo>
                    <a:pt x="105440" y="263351"/>
                  </a:lnTo>
                  <a:lnTo>
                    <a:pt x="107432" y="263174"/>
                  </a:lnTo>
                  <a:lnTo>
                    <a:pt x="108500" y="262491"/>
                  </a:lnTo>
                  <a:lnTo>
                    <a:pt x="109826" y="261958"/>
                  </a:lnTo>
                  <a:lnTo>
                    <a:pt x="111248" y="261960"/>
                  </a:lnTo>
                  <a:lnTo>
                    <a:pt x="111971" y="261730"/>
                  </a:lnTo>
                  <a:lnTo>
                    <a:pt x="115088" y="261474"/>
                  </a:lnTo>
                  <a:lnTo>
                    <a:pt x="115903" y="261393"/>
                  </a:lnTo>
                  <a:lnTo>
                    <a:pt x="116400" y="261166"/>
                  </a:lnTo>
                  <a:lnTo>
                    <a:pt x="118579" y="259780"/>
                  </a:lnTo>
                  <a:lnTo>
                    <a:pt x="121188" y="257951"/>
                  </a:lnTo>
                  <a:lnTo>
                    <a:pt x="121644" y="257706"/>
                  </a:lnTo>
                  <a:lnTo>
                    <a:pt x="122852" y="257397"/>
                  </a:lnTo>
                  <a:lnTo>
                    <a:pt x="124078" y="257333"/>
                  </a:lnTo>
                  <a:lnTo>
                    <a:pt x="125173" y="256736"/>
                  </a:lnTo>
                  <a:lnTo>
                    <a:pt x="127656" y="255949"/>
                  </a:lnTo>
                  <a:lnTo>
                    <a:pt x="128910" y="255495"/>
                  </a:lnTo>
                  <a:lnTo>
                    <a:pt x="129205" y="255454"/>
                  </a:lnTo>
                  <a:lnTo>
                    <a:pt x="130029" y="255700"/>
                  </a:lnTo>
                  <a:lnTo>
                    <a:pt x="132265" y="256112"/>
                  </a:lnTo>
                  <a:lnTo>
                    <a:pt x="133025" y="255994"/>
                  </a:lnTo>
                  <a:lnTo>
                    <a:pt x="134382" y="256057"/>
                  </a:lnTo>
                  <a:lnTo>
                    <a:pt x="136589" y="256092"/>
                  </a:lnTo>
                  <a:lnTo>
                    <a:pt x="137065" y="256070"/>
                  </a:lnTo>
                  <a:lnTo>
                    <a:pt x="137420" y="255948"/>
                  </a:lnTo>
                  <a:lnTo>
                    <a:pt x="138109" y="255817"/>
                  </a:lnTo>
                  <a:lnTo>
                    <a:pt x="138703" y="255296"/>
                  </a:lnTo>
                  <a:lnTo>
                    <a:pt x="138716" y="253776"/>
                  </a:lnTo>
                  <a:lnTo>
                    <a:pt x="138947" y="252684"/>
                  </a:lnTo>
                  <a:lnTo>
                    <a:pt x="139088" y="252630"/>
                  </a:lnTo>
                  <a:lnTo>
                    <a:pt x="139439" y="252552"/>
                  </a:lnTo>
                  <a:lnTo>
                    <a:pt x="139691" y="252577"/>
                  </a:lnTo>
                  <a:lnTo>
                    <a:pt x="140592" y="253077"/>
                  </a:lnTo>
                  <a:lnTo>
                    <a:pt x="140956" y="252941"/>
                  </a:lnTo>
                  <a:lnTo>
                    <a:pt x="141203" y="252809"/>
                  </a:lnTo>
                  <a:lnTo>
                    <a:pt x="141417" y="252642"/>
                  </a:lnTo>
                  <a:lnTo>
                    <a:pt x="141893" y="252429"/>
                  </a:lnTo>
                  <a:lnTo>
                    <a:pt x="142495" y="252214"/>
                  </a:lnTo>
                  <a:lnTo>
                    <a:pt x="143136" y="251958"/>
                  </a:lnTo>
                  <a:lnTo>
                    <a:pt x="143582" y="251777"/>
                  </a:lnTo>
                  <a:lnTo>
                    <a:pt x="143930" y="251779"/>
                  </a:lnTo>
                  <a:lnTo>
                    <a:pt x="144115" y="251971"/>
                  </a:lnTo>
                  <a:lnTo>
                    <a:pt x="144334" y="252006"/>
                  </a:lnTo>
                  <a:lnTo>
                    <a:pt x="144720" y="251969"/>
                  </a:lnTo>
                  <a:lnTo>
                    <a:pt x="144776" y="251771"/>
                  </a:lnTo>
                  <a:lnTo>
                    <a:pt x="144818" y="251412"/>
                  </a:lnTo>
                  <a:lnTo>
                    <a:pt x="144811" y="251149"/>
                  </a:lnTo>
                  <a:lnTo>
                    <a:pt x="144756" y="250999"/>
                  </a:lnTo>
                  <a:lnTo>
                    <a:pt x="144758" y="250857"/>
                  </a:lnTo>
                  <a:lnTo>
                    <a:pt x="145158" y="250209"/>
                  </a:lnTo>
                  <a:lnTo>
                    <a:pt x="145554" y="249761"/>
                  </a:lnTo>
                  <a:lnTo>
                    <a:pt x="145848" y="249442"/>
                  </a:lnTo>
                  <a:lnTo>
                    <a:pt x="145921" y="249315"/>
                  </a:lnTo>
                  <a:lnTo>
                    <a:pt x="146046" y="249041"/>
                  </a:lnTo>
                  <a:lnTo>
                    <a:pt x="146084" y="248624"/>
                  </a:lnTo>
                  <a:lnTo>
                    <a:pt x="146008" y="248033"/>
                  </a:lnTo>
                  <a:lnTo>
                    <a:pt x="145931" y="247577"/>
                  </a:lnTo>
                  <a:lnTo>
                    <a:pt x="145839" y="247360"/>
                  </a:lnTo>
                  <a:lnTo>
                    <a:pt x="145641" y="246931"/>
                  </a:lnTo>
                  <a:lnTo>
                    <a:pt x="145652" y="246684"/>
                  </a:lnTo>
                  <a:lnTo>
                    <a:pt x="145716" y="246457"/>
                  </a:lnTo>
                  <a:lnTo>
                    <a:pt x="145862" y="246077"/>
                  </a:lnTo>
                  <a:lnTo>
                    <a:pt x="145886" y="245612"/>
                  </a:lnTo>
                  <a:lnTo>
                    <a:pt x="145888" y="245311"/>
                  </a:lnTo>
                  <a:lnTo>
                    <a:pt x="145767" y="244974"/>
                  </a:lnTo>
                  <a:lnTo>
                    <a:pt x="145945" y="244731"/>
                  </a:lnTo>
                  <a:lnTo>
                    <a:pt x="146167" y="244596"/>
                  </a:lnTo>
                  <a:lnTo>
                    <a:pt x="146306" y="244486"/>
                  </a:lnTo>
                  <a:lnTo>
                    <a:pt x="147097" y="243426"/>
                  </a:lnTo>
                  <a:lnTo>
                    <a:pt x="147326" y="243144"/>
                  </a:lnTo>
                  <a:lnTo>
                    <a:pt x="147431" y="242960"/>
                  </a:lnTo>
                  <a:lnTo>
                    <a:pt x="147514" y="242774"/>
                  </a:lnTo>
                  <a:lnTo>
                    <a:pt x="147445" y="242644"/>
                  </a:lnTo>
                  <a:lnTo>
                    <a:pt x="147025" y="242073"/>
                  </a:lnTo>
                  <a:lnTo>
                    <a:pt x="146403" y="241406"/>
                  </a:lnTo>
                  <a:lnTo>
                    <a:pt x="146266" y="241256"/>
                  </a:lnTo>
                  <a:lnTo>
                    <a:pt x="146058" y="240925"/>
                  </a:lnTo>
                  <a:lnTo>
                    <a:pt x="145941" y="240666"/>
                  </a:lnTo>
                  <a:lnTo>
                    <a:pt x="145755" y="240371"/>
                  </a:lnTo>
                  <a:lnTo>
                    <a:pt x="145507" y="240129"/>
                  </a:lnTo>
                  <a:lnTo>
                    <a:pt x="145342" y="239920"/>
                  </a:lnTo>
                  <a:lnTo>
                    <a:pt x="145197" y="239568"/>
                  </a:lnTo>
                  <a:lnTo>
                    <a:pt x="145108" y="239310"/>
                  </a:lnTo>
                  <a:lnTo>
                    <a:pt x="144861" y="238548"/>
                  </a:lnTo>
                  <a:lnTo>
                    <a:pt x="144716" y="237972"/>
                  </a:lnTo>
                  <a:lnTo>
                    <a:pt x="144569" y="237744"/>
                  </a:lnTo>
                  <a:lnTo>
                    <a:pt x="144439" y="237646"/>
                  </a:lnTo>
                  <a:lnTo>
                    <a:pt x="144687" y="236476"/>
                  </a:lnTo>
                  <a:lnTo>
                    <a:pt x="144707" y="236085"/>
                  </a:lnTo>
                  <a:lnTo>
                    <a:pt x="144786" y="235454"/>
                  </a:lnTo>
                  <a:lnTo>
                    <a:pt x="144927" y="234520"/>
                  </a:lnTo>
                  <a:lnTo>
                    <a:pt x="145082" y="233729"/>
                  </a:lnTo>
                  <a:lnTo>
                    <a:pt x="145961" y="233460"/>
                  </a:lnTo>
                  <a:lnTo>
                    <a:pt x="146540" y="233292"/>
                  </a:lnTo>
                  <a:lnTo>
                    <a:pt x="146863" y="233216"/>
                  </a:lnTo>
                  <a:lnTo>
                    <a:pt x="147095" y="232968"/>
                  </a:lnTo>
                  <a:lnTo>
                    <a:pt x="147234" y="232791"/>
                  </a:lnTo>
                  <a:lnTo>
                    <a:pt x="147396" y="232509"/>
                  </a:lnTo>
                  <a:lnTo>
                    <a:pt x="147475" y="232203"/>
                  </a:lnTo>
                  <a:lnTo>
                    <a:pt x="147598" y="231835"/>
                  </a:lnTo>
                  <a:lnTo>
                    <a:pt x="147833" y="231386"/>
                  </a:lnTo>
                  <a:lnTo>
                    <a:pt x="148302" y="230219"/>
                  </a:lnTo>
                  <a:lnTo>
                    <a:pt x="148348" y="229963"/>
                  </a:lnTo>
                  <a:lnTo>
                    <a:pt x="147715" y="229141"/>
                  </a:lnTo>
                  <a:lnTo>
                    <a:pt x="147448" y="228791"/>
                  </a:lnTo>
                  <a:lnTo>
                    <a:pt x="147327" y="228503"/>
                  </a:lnTo>
                  <a:lnTo>
                    <a:pt x="147235" y="228232"/>
                  </a:lnTo>
                  <a:lnTo>
                    <a:pt x="146969" y="227938"/>
                  </a:lnTo>
                  <a:lnTo>
                    <a:pt x="146801" y="227737"/>
                  </a:lnTo>
                  <a:lnTo>
                    <a:pt x="146612" y="227167"/>
                  </a:lnTo>
                  <a:lnTo>
                    <a:pt x="146654" y="226831"/>
                  </a:lnTo>
                  <a:lnTo>
                    <a:pt x="147147" y="226099"/>
                  </a:lnTo>
                  <a:lnTo>
                    <a:pt x="147129" y="225831"/>
                  </a:lnTo>
                  <a:lnTo>
                    <a:pt x="147036" y="225551"/>
                  </a:lnTo>
                  <a:lnTo>
                    <a:pt x="146961" y="225327"/>
                  </a:lnTo>
                  <a:lnTo>
                    <a:pt x="146887" y="225039"/>
                  </a:lnTo>
                  <a:lnTo>
                    <a:pt x="146825" y="224799"/>
                  </a:lnTo>
                  <a:lnTo>
                    <a:pt x="146881" y="224587"/>
                  </a:lnTo>
                  <a:lnTo>
                    <a:pt x="147202" y="223836"/>
                  </a:lnTo>
                  <a:lnTo>
                    <a:pt x="147411" y="223854"/>
                  </a:lnTo>
                  <a:lnTo>
                    <a:pt x="147718" y="223415"/>
                  </a:lnTo>
                  <a:lnTo>
                    <a:pt x="147559" y="223020"/>
                  </a:lnTo>
                  <a:lnTo>
                    <a:pt x="147152" y="222275"/>
                  </a:lnTo>
                  <a:lnTo>
                    <a:pt x="147175" y="222142"/>
                  </a:lnTo>
                  <a:lnTo>
                    <a:pt x="147337" y="221673"/>
                  </a:lnTo>
                  <a:lnTo>
                    <a:pt x="147576" y="220808"/>
                  </a:lnTo>
                  <a:lnTo>
                    <a:pt x="147801" y="220352"/>
                  </a:lnTo>
                  <a:lnTo>
                    <a:pt x="148217" y="219948"/>
                  </a:lnTo>
                  <a:lnTo>
                    <a:pt x="148283" y="219391"/>
                  </a:lnTo>
                  <a:lnTo>
                    <a:pt x="148091" y="218659"/>
                  </a:lnTo>
                  <a:lnTo>
                    <a:pt x="148010" y="218474"/>
                  </a:lnTo>
                  <a:lnTo>
                    <a:pt x="147888" y="218206"/>
                  </a:lnTo>
                  <a:lnTo>
                    <a:pt x="148376" y="217546"/>
                  </a:lnTo>
                  <a:lnTo>
                    <a:pt x="148648" y="217393"/>
                  </a:lnTo>
                  <a:lnTo>
                    <a:pt x="148626" y="216998"/>
                  </a:lnTo>
                  <a:lnTo>
                    <a:pt x="148087" y="216253"/>
                  </a:lnTo>
                  <a:lnTo>
                    <a:pt x="147975" y="215896"/>
                  </a:lnTo>
                  <a:lnTo>
                    <a:pt x="147906" y="215652"/>
                  </a:lnTo>
                  <a:lnTo>
                    <a:pt x="147825" y="215365"/>
                  </a:lnTo>
                  <a:lnTo>
                    <a:pt x="147824" y="215195"/>
                  </a:lnTo>
                  <a:lnTo>
                    <a:pt x="147847" y="214879"/>
                  </a:lnTo>
                  <a:lnTo>
                    <a:pt x="148228" y="214319"/>
                  </a:lnTo>
                  <a:lnTo>
                    <a:pt x="148564" y="214217"/>
                  </a:lnTo>
                  <a:lnTo>
                    <a:pt x="148529" y="213750"/>
                  </a:lnTo>
                  <a:lnTo>
                    <a:pt x="148615" y="213536"/>
                  </a:lnTo>
                  <a:lnTo>
                    <a:pt x="148797" y="213437"/>
                  </a:lnTo>
                  <a:lnTo>
                    <a:pt x="148988" y="213341"/>
                  </a:lnTo>
                  <a:lnTo>
                    <a:pt x="149370" y="212747"/>
                  </a:lnTo>
                  <a:lnTo>
                    <a:pt x="149412" y="212474"/>
                  </a:lnTo>
                  <a:lnTo>
                    <a:pt x="149129" y="211949"/>
                  </a:lnTo>
                  <a:lnTo>
                    <a:pt x="149165" y="211641"/>
                  </a:lnTo>
                  <a:lnTo>
                    <a:pt x="149476" y="211392"/>
                  </a:lnTo>
                  <a:lnTo>
                    <a:pt x="149899" y="211024"/>
                  </a:lnTo>
                  <a:lnTo>
                    <a:pt x="150000" y="210539"/>
                  </a:lnTo>
                  <a:lnTo>
                    <a:pt x="149840" y="210192"/>
                  </a:lnTo>
                  <a:lnTo>
                    <a:pt x="149700" y="209886"/>
                  </a:lnTo>
                  <a:lnTo>
                    <a:pt x="149762" y="209510"/>
                  </a:lnTo>
                  <a:lnTo>
                    <a:pt x="149715" y="209097"/>
                  </a:lnTo>
                  <a:lnTo>
                    <a:pt x="149546" y="208757"/>
                  </a:lnTo>
                  <a:lnTo>
                    <a:pt x="149714" y="208432"/>
                  </a:lnTo>
                  <a:lnTo>
                    <a:pt x="150058" y="208289"/>
                  </a:lnTo>
                  <a:lnTo>
                    <a:pt x="150992" y="207535"/>
                  </a:lnTo>
                  <a:lnTo>
                    <a:pt x="151477" y="206873"/>
                  </a:lnTo>
                  <a:lnTo>
                    <a:pt x="152517" y="205987"/>
                  </a:lnTo>
                  <a:lnTo>
                    <a:pt x="152809" y="205805"/>
                  </a:lnTo>
                  <a:lnTo>
                    <a:pt x="153237" y="205520"/>
                  </a:lnTo>
                  <a:lnTo>
                    <a:pt x="153499" y="205045"/>
                  </a:lnTo>
                  <a:lnTo>
                    <a:pt x="153594" y="204871"/>
                  </a:lnTo>
                  <a:lnTo>
                    <a:pt x="153390" y="204654"/>
                  </a:lnTo>
                  <a:lnTo>
                    <a:pt x="152833" y="204597"/>
                  </a:lnTo>
                  <a:lnTo>
                    <a:pt x="152425" y="203519"/>
                  </a:lnTo>
                  <a:lnTo>
                    <a:pt x="153069" y="202811"/>
                  </a:lnTo>
                  <a:lnTo>
                    <a:pt x="153626" y="202289"/>
                  </a:lnTo>
                  <a:lnTo>
                    <a:pt x="153864" y="201666"/>
                  </a:lnTo>
                  <a:lnTo>
                    <a:pt x="154017" y="201643"/>
                  </a:lnTo>
                  <a:lnTo>
                    <a:pt x="154302" y="201357"/>
                  </a:lnTo>
                  <a:lnTo>
                    <a:pt x="154458" y="201200"/>
                  </a:lnTo>
                  <a:lnTo>
                    <a:pt x="154651" y="200989"/>
                  </a:lnTo>
                  <a:lnTo>
                    <a:pt x="154885" y="200891"/>
                  </a:lnTo>
                  <a:lnTo>
                    <a:pt x="155025" y="200898"/>
                  </a:lnTo>
                  <a:lnTo>
                    <a:pt x="155349" y="200956"/>
                  </a:lnTo>
                  <a:lnTo>
                    <a:pt x="155788" y="200603"/>
                  </a:lnTo>
                  <a:lnTo>
                    <a:pt x="155922" y="200059"/>
                  </a:lnTo>
                  <a:lnTo>
                    <a:pt x="156199" y="199598"/>
                  </a:lnTo>
                  <a:lnTo>
                    <a:pt x="156523" y="199310"/>
                  </a:lnTo>
                  <a:lnTo>
                    <a:pt x="156898" y="198931"/>
                  </a:lnTo>
                  <a:lnTo>
                    <a:pt x="156911" y="198387"/>
                  </a:lnTo>
                  <a:lnTo>
                    <a:pt x="156770" y="198231"/>
                  </a:lnTo>
                  <a:lnTo>
                    <a:pt x="156491" y="197837"/>
                  </a:lnTo>
                  <a:lnTo>
                    <a:pt x="156655" y="197697"/>
                  </a:lnTo>
                  <a:lnTo>
                    <a:pt x="156706" y="197128"/>
                  </a:lnTo>
                  <a:lnTo>
                    <a:pt x="156708" y="196998"/>
                  </a:lnTo>
                  <a:lnTo>
                    <a:pt x="156775" y="196685"/>
                  </a:lnTo>
                  <a:lnTo>
                    <a:pt x="157069" y="196089"/>
                  </a:lnTo>
                  <a:lnTo>
                    <a:pt x="157206" y="195935"/>
                  </a:lnTo>
                  <a:lnTo>
                    <a:pt x="157213" y="195555"/>
                  </a:lnTo>
                  <a:lnTo>
                    <a:pt x="157410" y="195232"/>
                  </a:lnTo>
                  <a:lnTo>
                    <a:pt x="157737" y="194916"/>
                  </a:lnTo>
                  <a:lnTo>
                    <a:pt x="157834" y="194603"/>
                  </a:lnTo>
                  <a:lnTo>
                    <a:pt x="157844" y="194146"/>
                  </a:lnTo>
                  <a:lnTo>
                    <a:pt x="157881" y="193863"/>
                  </a:lnTo>
                  <a:lnTo>
                    <a:pt x="158019" y="193797"/>
                  </a:lnTo>
                  <a:lnTo>
                    <a:pt x="158222" y="193803"/>
                  </a:lnTo>
                  <a:lnTo>
                    <a:pt x="158375" y="193648"/>
                  </a:lnTo>
                  <a:lnTo>
                    <a:pt x="158443" y="193488"/>
                  </a:lnTo>
                  <a:lnTo>
                    <a:pt x="158704" y="193107"/>
                  </a:lnTo>
                  <a:lnTo>
                    <a:pt x="159103" y="192573"/>
                  </a:lnTo>
                  <a:lnTo>
                    <a:pt x="159337" y="192332"/>
                  </a:lnTo>
                  <a:lnTo>
                    <a:pt x="159538" y="192238"/>
                  </a:lnTo>
                  <a:lnTo>
                    <a:pt x="159690" y="192230"/>
                  </a:lnTo>
                  <a:lnTo>
                    <a:pt x="159840" y="192236"/>
                  </a:lnTo>
                  <a:lnTo>
                    <a:pt x="160014" y="192277"/>
                  </a:lnTo>
                  <a:lnTo>
                    <a:pt x="160185" y="192402"/>
                  </a:lnTo>
                  <a:lnTo>
                    <a:pt x="160503" y="192747"/>
                  </a:lnTo>
                  <a:lnTo>
                    <a:pt x="160862" y="192896"/>
                  </a:lnTo>
                  <a:lnTo>
                    <a:pt x="161045" y="192982"/>
                  </a:lnTo>
                  <a:lnTo>
                    <a:pt x="161313" y="193254"/>
                  </a:lnTo>
                  <a:lnTo>
                    <a:pt x="161912" y="193372"/>
                  </a:lnTo>
                  <a:lnTo>
                    <a:pt x="162345" y="193082"/>
                  </a:lnTo>
                  <a:lnTo>
                    <a:pt x="162696" y="193168"/>
                  </a:lnTo>
                  <a:lnTo>
                    <a:pt x="163275" y="193397"/>
                  </a:lnTo>
                  <a:lnTo>
                    <a:pt x="164007" y="193239"/>
                  </a:lnTo>
                  <a:lnTo>
                    <a:pt x="164596" y="192897"/>
                  </a:lnTo>
                  <a:lnTo>
                    <a:pt x="164815" y="192230"/>
                  </a:lnTo>
                  <a:lnTo>
                    <a:pt x="164777" y="191141"/>
                  </a:lnTo>
                  <a:lnTo>
                    <a:pt x="164357" y="190613"/>
                  </a:lnTo>
                  <a:lnTo>
                    <a:pt x="164293" y="190262"/>
                  </a:lnTo>
                  <a:lnTo>
                    <a:pt x="164324" y="190007"/>
                  </a:lnTo>
                  <a:lnTo>
                    <a:pt x="164573" y="189906"/>
                  </a:lnTo>
                  <a:lnTo>
                    <a:pt x="164671" y="189666"/>
                  </a:lnTo>
                  <a:lnTo>
                    <a:pt x="164628" y="189323"/>
                  </a:lnTo>
                  <a:lnTo>
                    <a:pt x="164518" y="189125"/>
                  </a:lnTo>
                  <a:lnTo>
                    <a:pt x="164348" y="188775"/>
                  </a:lnTo>
                  <a:lnTo>
                    <a:pt x="164318" y="188501"/>
                  </a:lnTo>
                  <a:lnTo>
                    <a:pt x="164274" y="188194"/>
                  </a:lnTo>
                  <a:lnTo>
                    <a:pt x="164223" y="187938"/>
                  </a:lnTo>
                  <a:lnTo>
                    <a:pt x="164159" y="187481"/>
                  </a:lnTo>
                  <a:lnTo>
                    <a:pt x="164355" y="187178"/>
                  </a:lnTo>
                  <a:lnTo>
                    <a:pt x="164557" y="187109"/>
                  </a:lnTo>
                  <a:lnTo>
                    <a:pt x="164806" y="187056"/>
                  </a:lnTo>
                  <a:lnTo>
                    <a:pt x="165066" y="187104"/>
                  </a:lnTo>
                  <a:lnTo>
                    <a:pt x="165446" y="187098"/>
                  </a:lnTo>
                  <a:lnTo>
                    <a:pt x="165790" y="187081"/>
                  </a:lnTo>
                  <a:lnTo>
                    <a:pt x="165982" y="186911"/>
                  </a:lnTo>
                  <a:lnTo>
                    <a:pt x="167060" y="186879"/>
                  </a:lnTo>
                  <a:lnTo>
                    <a:pt x="167489" y="186846"/>
                  </a:lnTo>
                  <a:lnTo>
                    <a:pt x="167917" y="186759"/>
                  </a:lnTo>
                  <a:lnTo>
                    <a:pt x="168906" y="186655"/>
                  </a:lnTo>
                  <a:lnTo>
                    <a:pt x="170196" y="186597"/>
                  </a:lnTo>
                  <a:lnTo>
                    <a:pt x="170373" y="186697"/>
                  </a:lnTo>
                  <a:lnTo>
                    <a:pt x="170598" y="186752"/>
                  </a:lnTo>
                  <a:lnTo>
                    <a:pt x="170841" y="186774"/>
                  </a:lnTo>
                  <a:lnTo>
                    <a:pt x="171061" y="186774"/>
                  </a:lnTo>
                  <a:lnTo>
                    <a:pt x="171283" y="186800"/>
                  </a:lnTo>
                  <a:lnTo>
                    <a:pt x="171986" y="187021"/>
                  </a:lnTo>
                  <a:lnTo>
                    <a:pt x="172175" y="187089"/>
                  </a:lnTo>
                  <a:lnTo>
                    <a:pt x="172599" y="187224"/>
                  </a:lnTo>
                  <a:lnTo>
                    <a:pt x="173103" y="187354"/>
                  </a:lnTo>
                  <a:lnTo>
                    <a:pt x="173248" y="187109"/>
                  </a:lnTo>
                  <a:lnTo>
                    <a:pt x="173948" y="186013"/>
                  </a:lnTo>
                  <a:lnTo>
                    <a:pt x="175081" y="184692"/>
                  </a:lnTo>
                  <a:lnTo>
                    <a:pt x="175737" y="184055"/>
                  </a:lnTo>
                  <a:lnTo>
                    <a:pt x="176750" y="182747"/>
                  </a:lnTo>
                  <a:lnTo>
                    <a:pt x="177585" y="183094"/>
                  </a:lnTo>
                  <a:lnTo>
                    <a:pt x="177824" y="183135"/>
                  </a:lnTo>
                  <a:lnTo>
                    <a:pt x="178079" y="183395"/>
                  </a:lnTo>
                  <a:lnTo>
                    <a:pt x="178208" y="183473"/>
                  </a:lnTo>
                  <a:lnTo>
                    <a:pt x="178454" y="183559"/>
                  </a:lnTo>
                  <a:lnTo>
                    <a:pt x="179254" y="183640"/>
                  </a:lnTo>
                  <a:lnTo>
                    <a:pt x="179494" y="183661"/>
                  </a:lnTo>
                  <a:lnTo>
                    <a:pt x="179821" y="183583"/>
                  </a:lnTo>
                  <a:lnTo>
                    <a:pt x="180050" y="183390"/>
                  </a:lnTo>
                  <a:lnTo>
                    <a:pt x="180248" y="183177"/>
                  </a:lnTo>
                  <a:lnTo>
                    <a:pt x="180754" y="182958"/>
                  </a:lnTo>
                  <a:lnTo>
                    <a:pt x="181935" y="182335"/>
                  </a:lnTo>
                  <a:lnTo>
                    <a:pt x="182495" y="182292"/>
                  </a:lnTo>
                  <a:lnTo>
                    <a:pt x="182655" y="182840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6040450" y="1259469"/>
              <a:ext cx="526670" cy="515314"/>
            </a:xfrm>
            <a:custGeom>
              <a:avLst/>
              <a:pathLst>
                <a:path w="526670" h="515314">
                  <a:moveTo>
                    <a:pt x="299069" y="182880"/>
                  </a:moveTo>
                  <a:lnTo>
                    <a:pt x="299251" y="182875"/>
                  </a:lnTo>
                  <a:lnTo>
                    <a:pt x="299393" y="182872"/>
                  </a:lnTo>
                  <a:lnTo>
                    <a:pt x="300122" y="182568"/>
                  </a:lnTo>
                  <a:lnTo>
                    <a:pt x="300493" y="182564"/>
                  </a:lnTo>
                  <a:lnTo>
                    <a:pt x="300761" y="182615"/>
                  </a:lnTo>
                  <a:lnTo>
                    <a:pt x="301014" y="182906"/>
                  </a:lnTo>
                  <a:lnTo>
                    <a:pt x="301549" y="183095"/>
                  </a:lnTo>
                  <a:lnTo>
                    <a:pt x="301986" y="183238"/>
                  </a:lnTo>
                  <a:lnTo>
                    <a:pt x="302423" y="183357"/>
                  </a:lnTo>
                  <a:lnTo>
                    <a:pt x="302683" y="183619"/>
                  </a:lnTo>
                  <a:lnTo>
                    <a:pt x="303089" y="183708"/>
                  </a:lnTo>
                  <a:lnTo>
                    <a:pt x="303266" y="183691"/>
                  </a:lnTo>
                  <a:lnTo>
                    <a:pt x="303662" y="183927"/>
                  </a:lnTo>
                  <a:lnTo>
                    <a:pt x="304144" y="184073"/>
                  </a:lnTo>
                  <a:lnTo>
                    <a:pt x="304605" y="183977"/>
                  </a:lnTo>
                  <a:lnTo>
                    <a:pt x="304736" y="183840"/>
                  </a:lnTo>
                  <a:lnTo>
                    <a:pt x="305454" y="183652"/>
                  </a:lnTo>
                  <a:lnTo>
                    <a:pt x="305886" y="183608"/>
                  </a:lnTo>
                  <a:lnTo>
                    <a:pt x="306038" y="183918"/>
                  </a:lnTo>
                  <a:lnTo>
                    <a:pt x="306172" y="184140"/>
                  </a:lnTo>
                  <a:lnTo>
                    <a:pt x="306470" y="184548"/>
                  </a:lnTo>
                  <a:lnTo>
                    <a:pt x="306626" y="184655"/>
                  </a:lnTo>
                  <a:lnTo>
                    <a:pt x="306873" y="184631"/>
                  </a:lnTo>
                  <a:lnTo>
                    <a:pt x="307313" y="184483"/>
                  </a:lnTo>
                  <a:lnTo>
                    <a:pt x="307780" y="184690"/>
                  </a:lnTo>
                  <a:lnTo>
                    <a:pt x="308238" y="184873"/>
                  </a:lnTo>
                  <a:lnTo>
                    <a:pt x="308393" y="185047"/>
                  </a:lnTo>
                  <a:lnTo>
                    <a:pt x="308575" y="185112"/>
                  </a:lnTo>
                  <a:lnTo>
                    <a:pt x="308762" y="185252"/>
                  </a:lnTo>
                  <a:lnTo>
                    <a:pt x="340666" y="193916"/>
                  </a:lnTo>
                  <a:lnTo>
                    <a:pt x="340821" y="193779"/>
                  </a:lnTo>
                  <a:lnTo>
                    <a:pt x="340934" y="193645"/>
                  </a:lnTo>
                  <a:lnTo>
                    <a:pt x="341118" y="193401"/>
                  </a:lnTo>
                  <a:lnTo>
                    <a:pt x="341271" y="193148"/>
                  </a:lnTo>
                  <a:lnTo>
                    <a:pt x="341391" y="192948"/>
                  </a:lnTo>
                  <a:lnTo>
                    <a:pt x="341521" y="192731"/>
                  </a:lnTo>
                  <a:lnTo>
                    <a:pt x="341757" y="192273"/>
                  </a:lnTo>
                  <a:lnTo>
                    <a:pt x="341878" y="191927"/>
                  </a:lnTo>
                  <a:lnTo>
                    <a:pt x="352421" y="193500"/>
                  </a:lnTo>
                  <a:lnTo>
                    <a:pt x="359512" y="188228"/>
                  </a:lnTo>
                  <a:lnTo>
                    <a:pt x="359684" y="187939"/>
                  </a:lnTo>
                  <a:lnTo>
                    <a:pt x="359711" y="187754"/>
                  </a:lnTo>
                  <a:lnTo>
                    <a:pt x="359820" y="187423"/>
                  </a:lnTo>
                  <a:lnTo>
                    <a:pt x="360930" y="187401"/>
                  </a:lnTo>
                  <a:lnTo>
                    <a:pt x="372713" y="194324"/>
                  </a:lnTo>
                  <a:lnTo>
                    <a:pt x="372784" y="195901"/>
                  </a:lnTo>
                  <a:lnTo>
                    <a:pt x="372927" y="195949"/>
                  </a:lnTo>
                  <a:lnTo>
                    <a:pt x="373207" y="196137"/>
                  </a:lnTo>
                  <a:lnTo>
                    <a:pt x="415292" y="225178"/>
                  </a:lnTo>
                  <a:lnTo>
                    <a:pt x="415340" y="224943"/>
                  </a:lnTo>
                  <a:lnTo>
                    <a:pt x="415312" y="224716"/>
                  </a:lnTo>
                  <a:lnTo>
                    <a:pt x="415366" y="224533"/>
                  </a:lnTo>
                  <a:lnTo>
                    <a:pt x="415378" y="224403"/>
                  </a:lnTo>
                  <a:lnTo>
                    <a:pt x="415294" y="224256"/>
                  </a:lnTo>
                  <a:lnTo>
                    <a:pt x="415072" y="223961"/>
                  </a:lnTo>
                  <a:lnTo>
                    <a:pt x="414996" y="223671"/>
                  </a:lnTo>
                  <a:lnTo>
                    <a:pt x="414655" y="223193"/>
                  </a:lnTo>
                  <a:lnTo>
                    <a:pt x="414632" y="223033"/>
                  </a:lnTo>
                  <a:lnTo>
                    <a:pt x="414655" y="222650"/>
                  </a:lnTo>
                  <a:lnTo>
                    <a:pt x="414470" y="222105"/>
                  </a:lnTo>
                  <a:lnTo>
                    <a:pt x="414673" y="221138"/>
                  </a:lnTo>
                  <a:lnTo>
                    <a:pt x="414701" y="220865"/>
                  </a:lnTo>
                  <a:lnTo>
                    <a:pt x="414549" y="220644"/>
                  </a:lnTo>
                  <a:lnTo>
                    <a:pt x="414150" y="220538"/>
                  </a:lnTo>
                  <a:lnTo>
                    <a:pt x="413531" y="220367"/>
                  </a:lnTo>
                  <a:lnTo>
                    <a:pt x="413233" y="220203"/>
                  </a:lnTo>
                  <a:lnTo>
                    <a:pt x="412771" y="219892"/>
                  </a:lnTo>
                  <a:lnTo>
                    <a:pt x="412890" y="219351"/>
                  </a:lnTo>
                  <a:lnTo>
                    <a:pt x="412695" y="219002"/>
                  </a:lnTo>
                  <a:lnTo>
                    <a:pt x="412526" y="218749"/>
                  </a:lnTo>
                  <a:lnTo>
                    <a:pt x="412521" y="218458"/>
                  </a:lnTo>
                  <a:lnTo>
                    <a:pt x="411938" y="217766"/>
                  </a:lnTo>
                  <a:lnTo>
                    <a:pt x="411871" y="217576"/>
                  </a:lnTo>
                  <a:lnTo>
                    <a:pt x="411886" y="217439"/>
                  </a:lnTo>
                  <a:lnTo>
                    <a:pt x="411310" y="217157"/>
                  </a:lnTo>
                  <a:lnTo>
                    <a:pt x="410879" y="216669"/>
                  </a:lnTo>
                  <a:lnTo>
                    <a:pt x="410471" y="216770"/>
                  </a:lnTo>
                  <a:lnTo>
                    <a:pt x="410123" y="216414"/>
                  </a:lnTo>
                  <a:lnTo>
                    <a:pt x="409983" y="216218"/>
                  </a:lnTo>
                  <a:lnTo>
                    <a:pt x="409605" y="216124"/>
                  </a:lnTo>
                  <a:lnTo>
                    <a:pt x="409092" y="216020"/>
                  </a:lnTo>
                  <a:lnTo>
                    <a:pt x="409278" y="215644"/>
                  </a:lnTo>
                  <a:lnTo>
                    <a:pt x="409426" y="215531"/>
                  </a:lnTo>
                  <a:lnTo>
                    <a:pt x="409262" y="215248"/>
                  </a:lnTo>
                  <a:lnTo>
                    <a:pt x="409108" y="215248"/>
                  </a:lnTo>
                  <a:lnTo>
                    <a:pt x="408931" y="215176"/>
                  </a:lnTo>
                  <a:lnTo>
                    <a:pt x="408643" y="214956"/>
                  </a:lnTo>
                  <a:lnTo>
                    <a:pt x="408426" y="214697"/>
                  </a:lnTo>
                  <a:lnTo>
                    <a:pt x="430674" y="224125"/>
                  </a:lnTo>
                  <a:lnTo>
                    <a:pt x="431625" y="223739"/>
                  </a:lnTo>
                  <a:lnTo>
                    <a:pt x="444427" y="228090"/>
                  </a:lnTo>
                  <a:lnTo>
                    <a:pt x="444215" y="228360"/>
                  </a:lnTo>
                  <a:lnTo>
                    <a:pt x="443916" y="228519"/>
                  </a:lnTo>
                  <a:lnTo>
                    <a:pt x="443938" y="228656"/>
                  </a:lnTo>
                  <a:lnTo>
                    <a:pt x="443911" y="228887"/>
                  </a:lnTo>
                  <a:lnTo>
                    <a:pt x="443847" y="229040"/>
                  </a:lnTo>
                  <a:lnTo>
                    <a:pt x="443791" y="229175"/>
                  </a:lnTo>
                  <a:lnTo>
                    <a:pt x="443685" y="229355"/>
                  </a:lnTo>
                  <a:lnTo>
                    <a:pt x="443589" y="230001"/>
                  </a:lnTo>
                  <a:lnTo>
                    <a:pt x="443659" y="230148"/>
                  </a:lnTo>
                  <a:lnTo>
                    <a:pt x="443806" y="230526"/>
                  </a:lnTo>
                  <a:lnTo>
                    <a:pt x="443885" y="230911"/>
                  </a:lnTo>
                  <a:lnTo>
                    <a:pt x="443797" y="231275"/>
                  </a:lnTo>
                  <a:lnTo>
                    <a:pt x="443526" y="231332"/>
                  </a:lnTo>
                  <a:lnTo>
                    <a:pt x="443410" y="231465"/>
                  </a:lnTo>
                  <a:lnTo>
                    <a:pt x="443280" y="231635"/>
                  </a:lnTo>
                  <a:lnTo>
                    <a:pt x="443025" y="231989"/>
                  </a:lnTo>
                  <a:lnTo>
                    <a:pt x="442891" y="232171"/>
                  </a:lnTo>
                  <a:lnTo>
                    <a:pt x="442663" y="232433"/>
                  </a:lnTo>
                  <a:lnTo>
                    <a:pt x="442496" y="232943"/>
                  </a:lnTo>
                  <a:lnTo>
                    <a:pt x="442551" y="233283"/>
                  </a:lnTo>
                  <a:lnTo>
                    <a:pt x="442607" y="233470"/>
                  </a:lnTo>
                  <a:lnTo>
                    <a:pt x="442927" y="234482"/>
                  </a:lnTo>
                  <a:lnTo>
                    <a:pt x="443194" y="234727"/>
                  </a:lnTo>
                  <a:lnTo>
                    <a:pt x="443619" y="234984"/>
                  </a:lnTo>
                  <a:lnTo>
                    <a:pt x="468304" y="242158"/>
                  </a:lnTo>
                  <a:lnTo>
                    <a:pt x="472291" y="245218"/>
                  </a:lnTo>
                  <a:lnTo>
                    <a:pt x="473689" y="247206"/>
                  </a:lnTo>
                  <a:lnTo>
                    <a:pt x="474185" y="247391"/>
                  </a:lnTo>
                  <a:lnTo>
                    <a:pt x="478341" y="250160"/>
                  </a:lnTo>
                  <a:lnTo>
                    <a:pt x="478488" y="250138"/>
                  </a:lnTo>
                  <a:lnTo>
                    <a:pt x="480146" y="249936"/>
                  </a:lnTo>
                  <a:lnTo>
                    <a:pt x="480065" y="249672"/>
                  </a:lnTo>
                  <a:lnTo>
                    <a:pt x="480367" y="249325"/>
                  </a:lnTo>
                  <a:lnTo>
                    <a:pt x="480643" y="248745"/>
                  </a:lnTo>
                  <a:lnTo>
                    <a:pt x="480949" y="248486"/>
                  </a:lnTo>
                  <a:lnTo>
                    <a:pt x="481449" y="248028"/>
                  </a:lnTo>
                  <a:lnTo>
                    <a:pt x="481677" y="247990"/>
                  </a:lnTo>
                  <a:lnTo>
                    <a:pt x="481956" y="247931"/>
                  </a:lnTo>
                  <a:lnTo>
                    <a:pt x="482258" y="247713"/>
                  </a:lnTo>
                  <a:lnTo>
                    <a:pt x="482488" y="247419"/>
                  </a:lnTo>
                  <a:lnTo>
                    <a:pt x="485366" y="247084"/>
                  </a:lnTo>
                  <a:lnTo>
                    <a:pt x="485395" y="247314"/>
                  </a:lnTo>
                  <a:lnTo>
                    <a:pt x="485516" y="247475"/>
                  </a:lnTo>
                  <a:lnTo>
                    <a:pt x="485910" y="247663"/>
                  </a:lnTo>
                  <a:lnTo>
                    <a:pt x="485977" y="248205"/>
                  </a:lnTo>
                  <a:lnTo>
                    <a:pt x="486131" y="248386"/>
                  </a:lnTo>
                  <a:lnTo>
                    <a:pt x="486342" y="248480"/>
                  </a:lnTo>
                  <a:lnTo>
                    <a:pt x="486642" y="248634"/>
                  </a:lnTo>
                  <a:lnTo>
                    <a:pt x="486751" y="249144"/>
                  </a:lnTo>
                  <a:lnTo>
                    <a:pt x="486703" y="249366"/>
                  </a:lnTo>
                  <a:lnTo>
                    <a:pt x="486722" y="249610"/>
                  </a:lnTo>
                  <a:lnTo>
                    <a:pt x="486824" y="249866"/>
                  </a:lnTo>
                  <a:lnTo>
                    <a:pt x="487256" y="250304"/>
                  </a:lnTo>
                  <a:lnTo>
                    <a:pt x="487229" y="250483"/>
                  </a:lnTo>
                  <a:lnTo>
                    <a:pt x="487140" y="250715"/>
                  </a:lnTo>
                  <a:lnTo>
                    <a:pt x="486894" y="251037"/>
                  </a:lnTo>
                  <a:lnTo>
                    <a:pt x="486811" y="251426"/>
                  </a:lnTo>
                  <a:lnTo>
                    <a:pt x="486936" y="251613"/>
                  </a:lnTo>
                  <a:lnTo>
                    <a:pt x="487205" y="251741"/>
                  </a:lnTo>
                  <a:lnTo>
                    <a:pt x="487549" y="251907"/>
                  </a:lnTo>
                  <a:lnTo>
                    <a:pt x="487785" y="252196"/>
                  </a:lnTo>
                  <a:lnTo>
                    <a:pt x="488005" y="252467"/>
                  </a:lnTo>
                  <a:lnTo>
                    <a:pt x="487945" y="252966"/>
                  </a:lnTo>
                  <a:lnTo>
                    <a:pt x="488396" y="253346"/>
                  </a:lnTo>
                  <a:lnTo>
                    <a:pt x="488848" y="253458"/>
                  </a:lnTo>
                  <a:lnTo>
                    <a:pt x="489401" y="253791"/>
                  </a:lnTo>
                  <a:lnTo>
                    <a:pt x="489522" y="253974"/>
                  </a:lnTo>
                  <a:lnTo>
                    <a:pt x="489740" y="254239"/>
                  </a:lnTo>
                  <a:lnTo>
                    <a:pt x="490318" y="254678"/>
                  </a:lnTo>
                  <a:lnTo>
                    <a:pt x="490381" y="255020"/>
                  </a:lnTo>
                  <a:lnTo>
                    <a:pt x="490120" y="255274"/>
                  </a:lnTo>
                  <a:lnTo>
                    <a:pt x="489927" y="255536"/>
                  </a:lnTo>
                  <a:lnTo>
                    <a:pt x="490041" y="255929"/>
                  </a:lnTo>
                  <a:lnTo>
                    <a:pt x="489910" y="256357"/>
                  </a:lnTo>
                  <a:lnTo>
                    <a:pt x="489751" y="256578"/>
                  </a:lnTo>
                  <a:lnTo>
                    <a:pt x="489353" y="257268"/>
                  </a:lnTo>
                  <a:lnTo>
                    <a:pt x="489352" y="257507"/>
                  </a:lnTo>
                  <a:lnTo>
                    <a:pt x="489522" y="257741"/>
                  </a:lnTo>
                  <a:lnTo>
                    <a:pt x="489877" y="257697"/>
                  </a:lnTo>
                  <a:lnTo>
                    <a:pt x="490470" y="257772"/>
                  </a:lnTo>
                  <a:lnTo>
                    <a:pt x="490872" y="257948"/>
                  </a:lnTo>
                  <a:lnTo>
                    <a:pt x="491229" y="258104"/>
                  </a:lnTo>
                  <a:lnTo>
                    <a:pt x="491356" y="258160"/>
                  </a:lnTo>
                  <a:lnTo>
                    <a:pt x="491526" y="258250"/>
                  </a:lnTo>
                  <a:lnTo>
                    <a:pt x="492081" y="258640"/>
                  </a:lnTo>
                  <a:lnTo>
                    <a:pt x="492332" y="258929"/>
                  </a:lnTo>
                  <a:lnTo>
                    <a:pt x="492636" y="259615"/>
                  </a:lnTo>
                  <a:lnTo>
                    <a:pt x="492728" y="260203"/>
                  </a:lnTo>
                  <a:lnTo>
                    <a:pt x="493090" y="260450"/>
                  </a:lnTo>
                  <a:lnTo>
                    <a:pt x="494483" y="260645"/>
                  </a:lnTo>
                  <a:lnTo>
                    <a:pt x="494811" y="260776"/>
                  </a:lnTo>
                  <a:lnTo>
                    <a:pt x="495078" y="260958"/>
                  </a:lnTo>
                  <a:lnTo>
                    <a:pt x="495279" y="261176"/>
                  </a:lnTo>
                  <a:lnTo>
                    <a:pt x="495512" y="261343"/>
                  </a:lnTo>
                  <a:lnTo>
                    <a:pt x="496140" y="261594"/>
                  </a:lnTo>
                  <a:lnTo>
                    <a:pt x="496413" y="261624"/>
                  </a:lnTo>
                  <a:lnTo>
                    <a:pt x="496628" y="261648"/>
                  </a:lnTo>
                  <a:lnTo>
                    <a:pt x="496809" y="261647"/>
                  </a:lnTo>
                  <a:lnTo>
                    <a:pt x="496974" y="261739"/>
                  </a:lnTo>
                  <a:lnTo>
                    <a:pt x="496910" y="262278"/>
                  </a:lnTo>
                  <a:lnTo>
                    <a:pt x="496936" y="262424"/>
                  </a:lnTo>
                  <a:lnTo>
                    <a:pt x="496965" y="262594"/>
                  </a:lnTo>
                  <a:lnTo>
                    <a:pt x="497407" y="263041"/>
                  </a:lnTo>
                  <a:lnTo>
                    <a:pt x="497845" y="263177"/>
                  </a:lnTo>
                  <a:lnTo>
                    <a:pt x="498307" y="263415"/>
                  </a:lnTo>
                  <a:lnTo>
                    <a:pt x="498599" y="263810"/>
                  </a:lnTo>
                  <a:lnTo>
                    <a:pt x="499451" y="264359"/>
                  </a:lnTo>
                  <a:lnTo>
                    <a:pt x="499684" y="264464"/>
                  </a:lnTo>
                  <a:lnTo>
                    <a:pt x="500204" y="264671"/>
                  </a:lnTo>
                  <a:lnTo>
                    <a:pt x="500662" y="264632"/>
                  </a:lnTo>
                  <a:lnTo>
                    <a:pt x="501094" y="264935"/>
                  </a:lnTo>
                  <a:lnTo>
                    <a:pt x="501276" y="264979"/>
                  </a:lnTo>
                  <a:lnTo>
                    <a:pt x="501620" y="265108"/>
                  </a:lnTo>
                  <a:lnTo>
                    <a:pt x="501905" y="265350"/>
                  </a:lnTo>
                  <a:lnTo>
                    <a:pt x="501652" y="266050"/>
                  </a:lnTo>
                  <a:lnTo>
                    <a:pt x="501943" y="266358"/>
                  </a:lnTo>
                  <a:lnTo>
                    <a:pt x="502632" y="266755"/>
                  </a:lnTo>
                  <a:lnTo>
                    <a:pt x="502875" y="267060"/>
                  </a:lnTo>
                  <a:lnTo>
                    <a:pt x="502859" y="267230"/>
                  </a:lnTo>
                  <a:lnTo>
                    <a:pt x="502924" y="267448"/>
                  </a:lnTo>
                  <a:lnTo>
                    <a:pt x="503054" y="267852"/>
                  </a:lnTo>
                  <a:lnTo>
                    <a:pt x="503403" y="268042"/>
                  </a:lnTo>
                  <a:lnTo>
                    <a:pt x="503605" y="268101"/>
                  </a:lnTo>
                  <a:lnTo>
                    <a:pt x="503914" y="268233"/>
                  </a:lnTo>
                  <a:lnTo>
                    <a:pt x="504038" y="268478"/>
                  </a:lnTo>
                  <a:lnTo>
                    <a:pt x="504076" y="268733"/>
                  </a:lnTo>
                  <a:lnTo>
                    <a:pt x="504294" y="269025"/>
                  </a:lnTo>
                  <a:lnTo>
                    <a:pt x="505064" y="269262"/>
                  </a:lnTo>
                  <a:lnTo>
                    <a:pt x="505313" y="269175"/>
                  </a:lnTo>
                  <a:lnTo>
                    <a:pt x="505466" y="269203"/>
                  </a:lnTo>
                  <a:lnTo>
                    <a:pt x="505809" y="269344"/>
                  </a:lnTo>
                  <a:lnTo>
                    <a:pt x="506114" y="269474"/>
                  </a:lnTo>
                  <a:lnTo>
                    <a:pt x="506427" y="269943"/>
                  </a:lnTo>
                  <a:lnTo>
                    <a:pt x="506561" y="270098"/>
                  </a:lnTo>
                  <a:lnTo>
                    <a:pt x="507062" y="270449"/>
                  </a:lnTo>
                  <a:lnTo>
                    <a:pt x="507256" y="270739"/>
                  </a:lnTo>
                  <a:lnTo>
                    <a:pt x="507338" y="270927"/>
                  </a:lnTo>
                  <a:lnTo>
                    <a:pt x="507813" y="271288"/>
                  </a:lnTo>
                  <a:lnTo>
                    <a:pt x="508702" y="271293"/>
                  </a:lnTo>
                  <a:lnTo>
                    <a:pt x="508886" y="271922"/>
                  </a:lnTo>
                  <a:lnTo>
                    <a:pt x="508905" y="272185"/>
                  </a:lnTo>
                  <a:lnTo>
                    <a:pt x="509352" y="272624"/>
                  </a:lnTo>
                  <a:lnTo>
                    <a:pt x="509641" y="272920"/>
                  </a:lnTo>
                  <a:lnTo>
                    <a:pt x="510021" y="273499"/>
                  </a:lnTo>
                  <a:lnTo>
                    <a:pt x="510145" y="273805"/>
                  </a:lnTo>
                  <a:lnTo>
                    <a:pt x="509984" y="274391"/>
                  </a:lnTo>
                  <a:lnTo>
                    <a:pt x="509387" y="274254"/>
                  </a:lnTo>
                  <a:lnTo>
                    <a:pt x="508496" y="274279"/>
                  </a:lnTo>
                  <a:lnTo>
                    <a:pt x="508180" y="274319"/>
                  </a:lnTo>
                  <a:lnTo>
                    <a:pt x="507522" y="274572"/>
                  </a:lnTo>
                  <a:lnTo>
                    <a:pt x="507166" y="274667"/>
                  </a:lnTo>
                  <a:lnTo>
                    <a:pt x="506719" y="274716"/>
                  </a:lnTo>
                  <a:lnTo>
                    <a:pt x="506524" y="274753"/>
                  </a:lnTo>
                  <a:lnTo>
                    <a:pt x="506060" y="274901"/>
                  </a:lnTo>
                  <a:lnTo>
                    <a:pt x="505849" y="274984"/>
                  </a:lnTo>
                  <a:lnTo>
                    <a:pt x="505576" y="274857"/>
                  </a:lnTo>
                  <a:lnTo>
                    <a:pt x="505180" y="274759"/>
                  </a:lnTo>
                  <a:lnTo>
                    <a:pt x="505006" y="274758"/>
                  </a:lnTo>
                  <a:lnTo>
                    <a:pt x="504775" y="274862"/>
                  </a:lnTo>
                  <a:lnTo>
                    <a:pt x="504581" y="274979"/>
                  </a:lnTo>
                  <a:lnTo>
                    <a:pt x="504386" y="275609"/>
                  </a:lnTo>
                  <a:lnTo>
                    <a:pt x="504413" y="276075"/>
                  </a:lnTo>
                  <a:lnTo>
                    <a:pt x="504622" y="276398"/>
                  </a:lnTo>
                  <a:lnTo>
                    <a:pt x="504537" y="277056"/>
                  </a:lnTo>
                  <a:lnTo>
                    <a:pt x="504647" y="277229"/>
                  </a:lnTo>
                  <a:lnTo>
                    <a:pt x="504766" y="277425"/>
                  </a:lnTo>
                  <a:lnTo>
                    <a:pt x="504868" y="278029"/>
                  </a:lnTo>
                  <a:lnTo>
                    <a:pt x="504266" y="278469"/>
                  </a:lnTo>
                  <a:lnTo>
                    <a:pt x="504126" y="278580"/>
                  </a:lnTo>
                  <a:lnTo>
                    <a:pt x="503600" y="279000"/>
                  </a:lnTo>
                  <a:lnTo>
                    <a:pt x="503470" y="279539"/>
                  </a:lnTo>
                  <a:lnTo>
                    <a:pt x="503358" y="279899"/>
                  </a:lnTo>
                  <a:lnTo>
                    <a:pt x="503175" y="279997"/>
                  </a:lnTo>
                  <a:lnTo>
                    <a:pt x="502793" y="280171"/>
                  </a:lnTo>
                  <a:lnTo>
                    <a:pt x="503097" y="280507"/>
                  </a:lnTo>
                  <a:lnTo>
                    <a:pt x="503252" y="280697"/>
                  </a:lnTo>
                  <a:lnTo>
                    <a:pt x="504060" y="280823"/>
                  </a:lnTo>
                  <a:lnTo>
                    <a:pt x="504763" y="281317"/>
                  </a:lnTo>
                  <a:lnTo>
                    <a:pt x="504948" y="281391"/>
                  </a:lnTo>
                  <a:lnTo>
                    <a:pt x="505378" y="281402"/>
                  </a:lnTo>
                  <a:lnTo>
                    <a:pt x="505893" y="281993"/>
                  </a:lnTo>
                  <a:lnTo>
                    <a:pt x="506340" y="282074"/>
                  </a:lnTo>
                  <a:lnTo>
                    <a:pt x="506748" y="282162"/>
                  </a:lnTo>
                  <a:lnTo>
                    <a:pt x="507060" y="282330"/>
                  </a:lnTo>
                  <a:lnTo>
                    <a:pt x="507210" y="282662"/>
                  </a:lnTo>
                  <a:lnTo>
                    <a:pt x="507033" y="282915"/>
                  </a:lnTo>
                  <a:lnTo>
                    <a:pt x="507098" y="283168"/>
                  </a:lnTo>
                  <a:lnTo>
                    <a:pt x="507344" y="283398"/>
                  </a:lnTo>
                  <a:lnTo>
                    <a:pt x="507389" y="283564"/>
                  </a:lnTo>
                  <a:lnTo>
                    <a:pt x="507642" y="284011"/>
                  </a:lnTo>
                  <a:lnTo>
                    <a:pt x="507976" y="284342"/>
                  </a:lnTo>
                  <a:lnTo>
                    <a:pt x="508170" y="284558"/>
                  </a:lnTo>
                  <a:lnTo>
                    <a:pt x="508650" y="284641"/>
                  </a:lnTo>
                  <a:lnTo>
                    <a:pt x="508864" y="284678"/>
                  </a:lnTo>
                  <a:lnTo>
                    <a:pt x="509083" y="284716"/>
                  </a:lnTo>
                  <a:lnTo>
                    <a:pt x="509598" y="285073"/>
                  </a:lnTo>
                  <a:lnTo>
                    <a:pt x="510064" y="285237"/>
                  </a:lnTo>
                  <a:lnTo>
                    <a:pt x="510176" y="285433"/>
                  </a:lnTo>
                  <a:lnTo>
                    <a:pt x="510801" y="286424"/>
                  </a:lnTo>
                  <a:lnTo>
                    <a:pt x="510940" y="286536"/>
                  </a:lnTo>
                  <a:lnTo>
                    <a:pt x="511201" y="286751"/>
                  </a:lnTo>
                  <a:lnTo>
                    <a:pt x="511678" y="287266"/>
                  </a:lnTo>
                  <a:lnTo>
                    <a:pt x="511892" y="287162"/>
                  </a:lnTo>
                  <a:lnTo>
                    <a:pt x="512477" y="287857"/>
                  </a:lnTo>
                  <a:lnTo>
                    <a:pt x="512509" y="288056"/>
                  </a:lnTo>
                  <a:lnTo>
                    <a:pt x="512662" y="288345"/>
                  </a:lnTo>
                  <a:lnTo>
                    <a:pt x="513078" y="288979"/>
                  </a:lnTo>
                  <a:lnTo>
                    <a:pt x="512831" y="288908"/>
                  </a:lnTo>
                  <a:lnTo>
                    <a:pt x="512620" y="288775"/>
                  </a:lnTo>
                  <a:lnTo>
                    <a:pt x="512348" y="288667"/>
                  </a:lnTo>
                  <a:lnTo>
                    <a:pt x="512129" y="288632"/>
                  </a:lnTo>
                  <a:lnTo>
                    <a:pt x="511642" y="289206"/>
                  </a:lnTo>
                  <a:lnTo>
                    <a:pt x="511415" y="289333"/>
                  </a:lnTo>
                  <a:lnTo>
                    <a:pt x="511002" y="289630"/>
                  </a:lnTo>
                  <a:lnTo>
                    <a:pt x="510732" y="289876"/>
                  </a:lnTo>
                  <a:lnTo>
                    <a:pt x="510524" y="289864"/>
                  </a:lnTo>
                  <a:lnTo>
                    <a:pt x="510432" y="290051"/>
                  </a:lnTo>
                  <a:lnTo>
                    <a:pt x="510386" y="290196"/>
                  </a:lnTo>
                  <a:lnTo>
                    <a:pt x="510268" y="290445"/>
                  </a:lnTo>
                  <a:lnTo>
                    <a:pt x="510095" y="290483"/>
                  </a:lnTo>
                  <a:lnTo>
                    <a:pt x="509944" y="290469"/>
                  </a:lnTo>
                  <a:lnTo>
                    <a:pt x="509806" y="290425"/>
                  </a:lnTo>
                  <a:lnTo>
                    <a:pt x="509484" y="290315"/>
                  </a:lnTo>
                  <a:lnTo>
                    <a:pt x="509050" y="290295"/>
                  </a:lnTo>
                  <a:lnTo>
                    <a:pt x="508868" y="290810"/>
                  </a:lnTo>
                  <a:lnTo>
                    <a:pt x="508617" y="291178"/>
                  </a:lnTo>
                  <a:lnTo>
                    <a:pt x="508615" y="291360"/>
                  </a:lnTo>
                  <a:lnTo>
                    <a:pt x="508893" y="291864"/>
                  </a:lnTo>
                  <a:lnTo>
                    <a:pt x="508740" y="292308"/>
                  </a:lnTo>
                  <a:lnTo>
                    <a:pt x="508821" y="292727"/>
                  </a:lnTo>
                  <a:lnTo>
                    <a:pt x="508887" y="292902"/>
                  </a:lnTo>
                  <a:lnTo>
                    <a:pt x="509215" y="293187"/>
                  </a:lnTo>
                  <a:lnTo>
                    <a:pt x="509371" y="293291"/>
                  </a:lnTo>
                  <a:lnTo>
                    <a:pt x="509608" y="293801"/>
                  </a:lnTo>
                  <a:lnTo>
                    <a:pt x="509714" y="294029"/>
                  </a:lnTo>
                  <a:lnTo>
                    <a:pt x="509851" y="294145"/>
                  </a:lnTo>
                  <a:lnTo>
                    <a:pt x="510769" y="294679"/>
                  </a:lnTo>
                  <a:lnTo>
                    <a:pt x="511128" y="294832"/>
                  </a:lnTo>
                  <a:lnTo>
                    <a:pt x="511355" y="295005"/>
                  </a:lnTo>
                  <a:lnTo>
                    <a:pt x="511621" y="295325"/>
                  </a:lnTo>
                  <a:lnTo>
                    <a:pt x="511823" y="295493"/>
                  </a:lnTo>
                  <a:lnTo>
                    <a:pt x="512381" y="295590"/>
                  </a:lnTo>
                  <a:lnTo>
                    <a:pt x="512514" y="295564"/>
                  </a:lnTo>
                  <a:lnTo>
                    <a:pt x="512998" y="295584"/>
                  </a:lnTo>
                  <a:lnTo>
                    <a:pt x="513315" y="295776"/>
                  </a:lnTo>
                  <a:lnTo>
                    <a:pt x="513199" y="296060"/>
                  </a:lnTo>
                  <a:lnTo>
                    <a:pt x="513123" y="296208"/>
                  </a:lnTo>
                  <a:lnTo>
                    <a:pt x="512991" y="296345"/>
                  </a:lnTo>
                  <a:lnTo>
                    <a:pt x="513658" y="296692"/>
                  </a:lnTo>
                  <a:lnTo>
                    <a:pt x="513837" y="296832"/>
                  </a:lnTo>
                  <a:lnTo>
                    <a:pt x="514063" y="297063"/>
                  </a:lnTo>
                  <a:lnTo>
                    <a:pt x="514303" y="297056"/>
                  </a:lnTo>
                  <a:lnTo>
                    <a:pt x="514520" y="297051"/>
                  </a:lnTo>
                  <a:lnTo>
                    <a:pt x="514895" y="297409"/>
                  </a:lnTo>
                  <a:lnTo>
                    <a:pt x="514804" y="297676"/>
                  </a:lnTo>
                  <a:lnTo>
                    <a:pt x="514333" y="297740"/>
                  </a:lnTo>
                  <a:lnTo>
                    <a:pt x="514137" y="297703"/>
                  </a:lnTo>
                  <a:lnTo>
                    <a:pt x="513852" y="297668"/>
                  </a:lnTo>
                  <a:lnTo>
                    <a:pt x="513955" y="298098"/>
                  </a:lnTo>
                  <a:lnTo>
                    <a:pt x="514067" y="298463"/>
                  </a:lnTo>
                  <a:lnTo>
                    <a:pt x="514060" y="298789"/>
                  </a:lnTo>
                  <a:lnTo>
                    <a:pt x="514123" y="298974"/>
                  </a:lnTo>
                  <a:lnTo>
                    <a:pt x="514657" y="299654"/>
                  </a:lnTo>
                  <a:lnTo>
                    <a:pt x="514796" y="299661"/>
                  </a:lnTo>
                  <a:lnTo>
                    <a:pt x="515032" y="299714"/>
                  </a:lnTo>
                  <a:lnTo>
                    <a:pt x="515190" y="299761"/>
                  </a:lnTo>
                  <a:lnTo>
                    <a:pt x="515395" y="299963"/>
                  </a:lnTo>
                  <a:lnTo>
                    <a:pt x="515726" y="300361"/>
                  </a:lnTo>
                  <a:lnTo>
                    <a:pt x="515860" y="300535"/>
                  </a:lnTo>
                  <a:lnTo>
                    <a:pt x="516018" y="300758"/>
                  </a:lnTo>
                  <a:lnTo>
                    <a:pt x="515656" y="301588"/>
                  </a:lnTo>
                  <a:lnTo>
                    <a:pt x="515410" y="301646"/>
                  </a:lnTo>
                  <a:lnTo>
                    <a:pt x="515129" y="301888"/>
                  </a:lnTo>
                  <a:lnTo>
                    <a:pt x="514983" y="302209"/>
                  </a:lnTo>
                  <a:lnTo>
                    <a:pt x="515254" y="302538"/>
                  </a:lnTo>
                  <a:lnTo>
                    <a:pt x="515635" y="302815"/>
                  </a:lnTo>
                  <a:lnTo>
                    <a:pt x="515825" y="303077"/>
                  </a:lnTo>
                  <a:lnTo>
                    <a:pt x="515859" y="303344"/>
                  </a:lnTo>
                  <a:lnTo>
                    <a:pt x="515835" y="303475"/>
                  </a:lnTo>
                  <a:lnTo>
                    <a:pt x="516058" y="303906"/>
                  </a:lnTo>
                  <a:lnTo>
                    <a:pt x="516242" y="303982"/>
                  </a:lnTo>
                  <a:lnTo>
                    <a:pt x="516621" y="304270"/>
                  </a:lnTo>
                  <a:lnTo>
                    <a:pt x="516609" y="304456"/>
                  </a:lnTo>
                  <a:lnTo>
                    <a:pt x="516637" y="304713"/>
                  </a:lnTo>
                  <a:lnTo>
                    <a:pt x="517103" y="304749"/>
                  </a:lnTo>
                  <a:lnTo>
                    <a:pt x="517269" y="304855"/>
                  </a:lnTo>
                  <a:lnTo>
                    <a:pt x="516969" y="305424"/>
                  </a:lnTo>
                  <a:lnTo>
                    <a:pt x="517079" y="305742"/>
                  </a:lnTo>
                  <a:lnTo>
                    <a:pt x="517197" y="305976"/>
                  </a:lnTo>
                  <a:lnTo>
                    <a:pt x="517311" y="306182"/>
                  </a:lnTo>
                  <a:lnTo>
                    <a:pt x="517558" y="306383"/>
                  </a:lnTo>
                  <a:lnTo>
                    <a:pt x="517414" y="306532"/>
                  </a:lnTo>
                  <a:lnTo>
                    <a:pt x="517412" y="306791"/>
                  </a:lnTo>
                  <a:lnTo>
                    <a:pt x="517432" y="306945"/>
                  </a:lnTo>
                  <a:lnTo>
                    <a:pt x="517604" y="307226"/>
                  </a:lnTo>
                  <a:lnTo>
                    <a:pt x="517865" y="307769"/>
                  </a:lnTo>
                  <a:lnTo>
                    <a:pt x="518170" y="307902"/>
                  </a:lnTo>
                  <a:lnTo>
                    <a:pt x="518638" y="308087"/>
                  </a:lnTo>
                  <a:lnTo>
                    <a:pt x="519179" y="307877"/>
                  </a:lnTo>
                  <a:lnTo>
                    <a:pt x="519462" y="307964"/>
                  </a:lnTo>
                  <a:lnTo>
                    <a:pt x="519628" y="308058"/>
                  </a:lnTo>
                  <a:lnTo>
                    <a:pt x="520008" y="308035"/>
                  </a:lnTo>
                  <a:lnTo>
                    <a:pt x="520153" y="308226"/>
                  </a:lnTo>
                  <a:lnTo>
                    <a:pt x="520255" y="308446"/>
                  </a:lnTo>
                  <a:lnTo>
                    <a:pt x="520746" y="308784"/>
                  </a:lnTo>
                  <a:lnTo>
                    <a:pt x="521128" y="309566"/>
                  </a:lnTo>
                  <a:lnTo>
                    <a:pt x="521317" y="309622"/>
                  </a:lnTo>
                  <a:lnTo>
                    <a:pt x="521490" y="309711"/>
                  </a:lnTo>
                  <a:lnTo>
                    <a:pt x="521638" y="309815"/>
                  </a:lnTo>
                  <a:lnTo>
                    <a:pt x="521976" y="309959"/>
                  </a:lnTo>
                  <a:lnTo>
                    <a:pt x="522208" y="309980"/>
                  </a:lnTo>
                  <a:lnTo>
                    <a:pt x="522420" y="310073"/>
                  </a:lnTo>
                  <a:lnTo>
                    <a:pt x="522558" y="310175"/>
                  </a:lnTo>
                  <a:lnTo>
                    <a:pt x="522933" y="310219"/>
                  </a:lnTo>
                  <a:lnTo>
                    <a:pt x="523045" y="310507"/>
                  </a:lnTo>
                  <a:lnTo>
                    <a:pt x="523533" y="310785"/>
                  </a:lnTo>
                  <a:lnTo>
                    <a:pt x="523700" y="311032"/>
                  </a:lnTo>
                  <a:lnTo>
                    <a:pt x="524014" y="311099"/>
                  </a:lnTo>
                  <a:lnTo>
                    <a:pt x="524182" y="311098"/>
                  </a:lnTo>
                  <a:lnTo>
                    <a:pt x="524587" y="311311"/>
                  </a:lnTo>
                  <a:lnTo>
                    <a:pt x="525011" y="311709"/>
                  </a:lnTo>
                  <a:lnTo>
                    <a:pt x="524914" y="312045"/>
                  </a:lnTo>
                  <a:lnTo>
                    <a:pt x="524887" y="312437"/>
                  </a:lnTo>
                  <a:lnTo>
                    <a:pt x="525358" y="312491"/>
                  </a:lnTo>
                  <a:lnTo>
                    <a:pt x="525514" y="312571"/>
                  </a:lnTo>
                  <a:lnTo>
                    <a:pt x="525821" y="312671"/>
                  </a:lnTo>
                  <a:lnTo>
                    <a:pt x="526265" y="312959"/>
                  </a:lnTo>
                  <a:lnTo>
                    <a:pt x="526478" y="312996"/>
                  </a:lnTo>
                  <a:lnTo>
                    <a:pt x="526585" y="313170"/>
                  </a:lnTo>
                  <a:lnTo>
                    <a:pt x="526670" y="313591"/>
                  </a:lnTo>
                  <a:lnTo>
                    <a:pt x="526387" y="313787"/>
                  </a:lnTo>
                  <a:lnTo>
                    <a:pt x="525733" y="313898"/>
                  </a:lnTo>
                  <a:lnTo>
                    <a:pt x="525256" y="313686"/>
                  </a:lnTo>
                  <a:lnTo>
                    <a:pt x="524670" y="313635"/>
                  </a:lnTo>
                  <a:lnTo>
                    <a:pt x="524289" y="313785"/>
                  </a:lnTo>
                  <a:lnTo>
                    <a:pt x="524048" y="314020"/>
                  </a:lnTo>
                  <a:lnTo>
                    <a:pt x="523770" y="314078"/>
                  </a:lnTo>
                  <a:lnTo>
                    <a:pt x="523484" y="314096"/>
                  </a:lnTo>
                  <a:lnTo>
                    <a:pt x="523357" y="314394"/>
                  </a:lnTo>
                  <a:lnTo>
                    <a:pt x="523342" y="314667"/>
                  </a:lnTo>
                  <a:lnTo>
                    <a:pt x="523134" y="314905"/>
                  </a:lnTo>
                  <a:lnTo>
                    <a:pt x="522899" y="315182"/>
                  </a:lnTo>
                  <a:lnTo>
                    <a:pt x="522805" y="315429"/>
                  </a:lnTo>
                  <a:lnTo>
                    <a:pt x="522780" y="315620"/>
                  </a:lnTo>
                  <a:lnTo>
                    <a:pt x="522633" y="315963"/>
                  </a:lnTo>
                  <a:lnTo>
                    <a:pt x="522423" y="315982"/>
                  </a:lnTo>
                  <a:lnTo>
                    <a:pt x="522006" y="316124"/>
                  </a:lnTo>
                  <a:lnTo>
                    <a:pt x="522238" y="316464"/>
                  </a:lnTo>
                  <a:lnTo>
                    <a:pt x="522173" y="316594"/>
                  </a:lnTo>
                  <a:lnTo>
                    <a:pt x="521908" y="316829"/>
                  </a:lnTo>
                  <a:lnTo>
                    <a:pt x="521937" y="317057"/>
                  </a:lnTo>
                  <a:lnTo>
                    <a:pt x="521908" y="317254"/>
                  </a:lnTo>
                  <a:lnTo>
                    <a:pt x="521783" y="317815"/>
                  </a:lnTo>
                  <a:lnTo>
                    <a:pt x="521736" y="317946"/>
                  </a:lnTo>
                  <a:lnTo>
                    <a:pt x="521302" y="318126"/>
                  </a:lnTo>
                  <a:lnTo>
                    <a:pt x="520639" y="318672"/>
                  </a:lnTo>
                  <a:lnTo>
                    <a:pt x="520372" y="318728"/>
                  </a:lnTo>
                  <a:lnTo>
                    <a:pt x="520236" y="318686"/>
                  </a:lnTo>
                  <a:lnTo>
                    <a:pt x="519945" y="318552"/>
                  </a:lnTo>
                  <a:lnTo>
                    <a:pt x="519612" y="318537"/>
                  </a:lnTo>
                  <a:lnTo>
                    <a:pt x="519485" y="318766"/>
                  </a:lnTo>
                  <a:lnTo>
                    <a:pt x="519427" y="318945"/>
                  </a:lnTo>
                  <a:lnTo>
                    <a:pt x="519597" y="319182"/>
                  </a:lnTo>
                  <a:lnTo>
                    <a:pt x="519889" y="319246"/>
                  </a:lnTo>
                  <a:lnTo>
                    <a:pt x="519933" y="319471"/>
                  </a:lnTo>
                  <a:lnTo>
                    <a:pt x="519990" y="319682"/>
                  </a:lnTo>
                  <a:lnTo>
                    <a:pt x="520501" y="319480"/>
                  </a:lnTo>
                  <a:lnTo>
                    <a:pt x="520813" y="319692"/>
                  </a:lnTo>
                  <a:lnTo>
                    <a:pt x="521182" y="320093"/>
                  </a:lnTo>
                  <a:lnTo>
                    <a:pt x="521384" y="320468"/>
                  </a:lnTo>
                  <a:lnTo>
                    <a:pt x="521981" y="320518"/>
                  </a:lnTo>
                  <a:lnTo>
                    <a:pt x="522800" y="320659"/>
                  </a:lnTo>
                  <a:lnTo>
                    <a:pt x="522978" y="321080"/>
                  </a:lnTo>
                  <a:lnTo>
                    <a:pt x="522809" y="321124"/>
                  </a:lnTo>
                  <a:lnTo>
                    <a:pt x="522412" y="321170"/>
                  </a:lnTo>
                  <a:lnTo>
                    <a:pt x="522130" y="321614"/>
                  </a:lnTo>
                  <a:lnTo>
                    <a:pt x="522206" y="321865"/>
                  </a:lnTo>
                  <a:lnTo>
                    <a:pt x="522584" y="322234"/>
                  </a:lnTo>
                  <a:lnTo>
                    <a:pt x="522960" y="322814"/>
                  </a:lnTo>
                  <a:lnTo>
                    <a:pt x="522685" y="323248"/>
                  </a:lnTo>
                  <a:lnTo>
                    <a:pt x="522430" y="323576"/>
                  </a:lnTo>
                  <a:lnTo>
                    <a:pt x="522099" y="324092"/>
                  </a:lnTo>
                  <a:lnTo>
                    <a:pt x="522110" y="324439"/>
                  </a:lnTo>
                  <a:lnTo>
                    <a:pt x="522095" y="324633"/>
                  </a:lnTo>
                  <a:lnTo>
                    <a:pt x="521863" y="325004"/>
                  </a:lnTo>
                  <a:lnTo>
                    <a:pt x="521821" y="325832"/>
                  </a:lnTo>
                  <a:lnTo>
                    <a:pt x="522060" y="326034"/>
                  </a:lnTo>
                  <a:lnTo>
                    <a:pt x="522026" y="326289"/>
                  </a:lnTo>
                  <a:lnTo>
                    <a:pt x="522006" y="326792"/>
                  </a:lnTo>
                  <a:lnTo>
                    <a:pt x="522073" y="327142"/>
                  </a:lnTo>
                  <a:lnTo>
                    <a:pt x="521969" y="327379"/>
                  </a:lnTo>
                  <a:lnTo>
                    <a:pt x="521951" y="327645"/>
                  </a:lnTo>
                  <a:lnTo>
                    <a:pt x="522052" y="328076"/>
                  </a:lnTo>
                  <a:lnTo>
                    <a:pt x="522224" y="328372"/>
                  </a:lnTo>
                  <a:lnTo>
                    <a:pt x="522254" y="328501"/>
                  </a:lnTo>
                  <a:lnTo>
                    <a:pt x="522287" y="328639"/>
                  </a:lnTo>
                  <a:lnTo>
                    <a:pt x="522245" y="328769"/>
                  </a:lnTo>
                  <a:lnTo>
                    <a:pt x="521991" y="329051"/>
                  </a:lnTo>
                  <a:lnTo>
                    <a:pt x="521956" y="329330"/>
                  </a:lnTo>
                  <a:lnTo>
                    <a:pt x="521945" y="329891"/>
                  </a:lnTo>
                  <a:lnTo>
                    <a:pt x="521587" y="329916"/>
                  </a:lnTo>
                  <a:lnTo>
                    <a:pt x="520923" y="329714"/>
                  </a:lnTo>
                  <a:lnTo>
                    <a:pt x="520491" y="329300"/>
                  </a:lnTo>
                  <a:lnTo>
                    <a:pt x="520241" y="329355"/>
                  </a:lnTo>
                  <a:lnTo>
                    <a:pt x="519940" y="329324"/>
                  </a:lnTo>
                  <a:lnTo>
                    <a:pt x="519420" y="329166"/>
                  </a:lnTo>
                  <a:lnTo>
                    <a:pt x="519287" y="329246"/>
                  </a:lnTo>
                  <a:lnTo>
                    <a:pt x="518615" y="329347"/>
                  </a:lnTo>
                  <a:lnTo>
                    <a:pt x="518477" y="329278"/>
                  </a:lnTo>
                  <a:lnTo>
                    <a:pt x="518186" y="328959"/>
                  </a:lnTo>
                  <a:lnTo>
                    <a:pt x="517816" y="328861"/>
                  </a:lnTo>
                  <a:lnTo>
                    <a:pt x="516668" y="328945"/>
                  </a:lnTo>
                  <a:lnTo>
                    <a:pt x="516485" y="328906"/>
                  </a:lnTo>
                  <a:lnTo>
                    <a:pt x="516349" y="328877"/>
                  </a:lnTo>
                  <a:lnTo>
                    <a:pt x="516142" y="328814"/>
                  </a:lnTo>
                  <a:lnTo>
                    <a:pt x="515533" y="328680"/>
                  </a:lnTo>
                  <a:lnTo>
                    <a:pt x="515340" y="328801"/>
                  </a:lnTo>
                  <a:lnTo>
                    <a:pt x="515251" y="328978"/>
                  </a:lnTo>
                  <a:lnTo>
                    <a:pt x="515155" y="329120"/>
                  </a:lnTo>
                  <a:lnTo>
                    <a:pt x="514674" y="329565"/>
                  </a:lnTo>
                  <a:lnTo>
                    <a:pt x="514032" y="330235"/>
                  </a:lnTo>
                  <a:lnTo>
                    <a:pt x="513350" y="330577"/>
                  </a:lnTo>
                  <a:lnTo>
                    <a:pt x="513032" y="330629"/>
                  </a:lnTo>
                  <a:lnTo>
                    <a:pt x="512927" y="330899"/>
                  </a:lnTo>
                  <a:lnTo>
                    <a:pt x="512768" y="331262"/>
                  </a:lnTo>
                  <a:lnTo>
                    <a:pt x="512558" y="331439"/>
                  </a:lnTo>
                  <a:lnTo>
                    <a:pt x="512265" y="331487"/>
                  </a:lnTo>
                  <a:lnTo>
                    <a:pt x="512212" y="331644"/>
                  </a:lnTo>
                  <a:lnTo>
                    <a:pt x="511907" y="332458"/>
                  </a:lnTo>
                  <a:lnTo>
                    <a:pt x="511844" y="332706"/>
                  </a:lnTo>
                  <a:lnTo>
                    <a:pt x="511939" y="333029"/>
                  </a:lnTo>
                  <a:lnTo>
                    <a:pt x="512255" y="333573"/>
                  </a:lnTo>
                  <a:lnTo>
                    <a:pt x="512271" y="333729"/>
                  </a:lnTo>
                  <a:lnTo>
                    <a:pt x="512311" y="334220"/>
                  </a:lnTo>
                  <a:lnTo>
                    <a:pt x="512329" y="334400"/>
                  </a:lnTo>
                  <a:lnTo>
                    <a:pt x="512350" y="334618"/>
                  </a:lnTo>
                  <a:lnTo>
                    <a:pt x="512380" y="334935"/>
                  </a:lnTo>
                  <a:lnTo>
                    <a:pt x="512443" y="335085"/>
                  </a:lnTo>
                  <a:lnTo>
                    <a:pt x="512739" y="335465"/>
                  </a:lnTo>
                  <a:lnTo>
                    <a:pt x="513145" y="335877"/>
                  </a:lnTo>
                  <a:lnTo>
                    <a:pt x="513498" y="336114"/>
                  </a:lnTo>
                  <a:lnTo>
                    <a:pt x="513584" y="336415"/>
                  </a:lnTo>
                  <a:lnTo>
                    <a:pt x="513695" y="336931"/>
                  </a:lnTo>
                  <a:lnTo>
                    <a:pt x="513899" y="337274"/>
                  </a:lnTo>
                  <a:lnTo>
                    <a:pt x="514306" y="337637"/>
                  </a:lnTo>
                  <a:lnTo>
                    <a:pt x="514978" y="337866"/>
                  </a:lnTo>
                  <a:lnTo>
                    <a:pt x="515043" y="338226"/>
                  </a:lnTo>
                  <a:lnTo>
                    <a:pt x="514943" y="338600"/>
                  </a:lnTo>
                  <a:lnTo>
                    <a:pt x="514809" y="339105"/>
                  </a:lnTo>
                  <a:lnTo>
                    <a:pt x="515120" y="340220"/>
                  </a:lnTo>
                  <a:lnTo>
                    <a:pt x="515307" y="340516"/>
                  </a:lnTo>
                  <a:lnTo>
                    <a:pt x="515724" y="340811"/>
                  </a:lnTo>
                  <a:lnTo>
                    <a:pt x="516181" y="341162"/>
                  </a:lnTo>
                  <a:lnTo>
                    <a:pt x="516435" y="341400"/>
                  </a:lnTo>
                  <a:lnTo>
                    <a:pt x="516538" y="341727"/>
                  </a:lnTo>
                  <a:lnTo>
                    <a:pt x="516384" y="341997"/>
                  </a:lnTo>
                  <a:lnTo>
                    <a:pt x="516007" y="341836"/>
                  </a:lnTo>
                  <a:lnTo>
                    <a:pt x="515849" y="341990"/>
                  </a:lnTo>
                  <a:lnTo>
                    <a:pt x="515514" y="342329"/>
                  </a:lnTo>
                  <a:lnTo>
                    <a:pt x="515327" y="342219"/>
                  </a:lnTo>
                  <a:lnTo>
                    <a:pt x="514965" y="342321"/>
                  </a:lnTo>
                  <a:lnTo>
                    <a:pt x="514751" y="342400"/>
                  </a:lnTo>
                  <a:lnTo>
                    <a:pt x="514358" y="342451"/>
                  </a:lnTo>
                  <a:lnTo>
                    <a:pt x="514028" y="342547"/>
                  </a:lnTo>
                  <a:lnTo>
                    <a:pt x="513892" y="342796"/>
                  </a:lnTo>
                  <a:lnTo>
                    <a:pt x="513633" y="342970"/>
                  </a:lnTo>
                  <a:lnTo>
                    <a:pt x="513456" y="343188"/>
                  </a:lnTo>
                  <a:lnTo>
                    <a:pt x="513520" y="343455"/>
                  </a:lnTo>
                  <a:lnTo>
                    <a:pt x="514245" y="343243"/>
                  </a:lnTo>
                  <a:lnTo>
                    <a:pt x="514747" y="343081"/>
                  </a:lnTo>
                  <a:lnTo>
                    <a:pt x="515272" y="342940"/>
                  </a:lnTo>
                  <a:lnTo>
                    <a:pt x="515570" y="343319"/>
                  </a:lnTo>
                  <a:lnTo>
                    <a:pt x="515252" y="343611"/>
                  </a:lnTo>
                  <a:lnTo>
                    <a:pt x="515097" y="343682"/>
                  </a:lnTo>
                  <a:lnTo>
                    <a:pt x="514920" y="343806"/>
                  </a:lnTo>
                  <a:lnTo>
                    <a:pt x="514597" y="344105"/>
                  </a:lnTo>
                  <a:lnTo>
                    <a:pt x="514430" y="344477"/>
                  </a:lnTo>
                  <a:lnTo>
                    <a:pt x="514026" y="344712"/>
                  </a:lnTo>
                  <a:lnTo>
                    <a:pt x="513676" y="344412"/>
                  </a:lnTo>
                  <a:lnTo>
                    <a:pt x="513281" y="344078"/>
                  </a:lnTo>
                  <a:lnTo>
                    <a:pt x="513088" y="343917"/>
                  </a:lnTo>
                  <a:lnTo>
                    <a:pt x="512739" y="343589"/>
                  </a:lnTo>
                  <a:lnTo>
                    <a:pt x="512467" y="343363"/>
                  </a:lnTo>
                  <a:lnTo>
                    <a:pt x="512100" y="343124"/>
                  </a:lnTo>
                  <a:lnTo>
                    <a:pt x="511659" y="343221"/>
                  </a:lnTo>
                  <a:lnTo>
                    <a:pt x="511435" y="343114"/>
                  </a:lnTo>
                  <a:lnTo>
                    <a:pt x="511033" y="343176"/>
                  </a:lnTo>
                  <a:lnTo>
                    <a:pt x="510551" y="343010"/>
                  </a:lnTo>
                  <a:lnTo>
                    <a:pt x="510329" y="342991"/>
                  </a:lnTo>
                  <a:lnTo>
                    <a:pt x="509852" y="342951"/>
                  </a:lnTo>
                  <a:lnTo>
                    <a:pt x="509751" y="342677"/>
                  </a:lnTo>
                  <a:lnTo>
                    <a:pt x="509558" y="342684"/>
                  </a:lnTo>
                  <a:lnTo>
                    <a:pt x="509364" y="342724"/>
                  </a:lnTo>
                  <a:lnTo>
                    <a:pt x="509075" y="342818"/>
                  </a:lnTo>
                  <a:lnTo>
                    <a:pt x="508434" y="342740"/>
                  </a:lnTo>
                  <a:lnTo>
                    <a:pt x="508016" y="342642"/>
                  </a:lnTo>
                  <a:lnTo>
                    <a:pt x="507744" y="342480"/>
                  </a:lnTo>
                  <a:lnTo>
                    <a:pt x="507370" y="342256"/>
                  </a:lnTo>
                  <a:lnTo>
                    <a:pt x="506633" y="341855"/>
                  </a:lnTo>
                  <a:lnTo>
                    <a:pt x="506420" y="341551"/>
                  </a:lnTo>
                  <a:lnTo>
                    <a:pt x="506379" y="341322"/>
                  </a:lnTo>
                  <a:lnTo>
                    <a:pt x="505834" y="340928"/>
                  </a:lnTo>
                  <a:lnTo>
                    <a:pt x="505670" y="340992"/>
                  </a:lnTo>
                  <a:lnTo>
                    <a:pt x="505447" y="341031"/>
                  </a:lnTo>
                  <a:lnTo>
                    <a:pt x="505053" y="340589"/>
                  </a:lnTo>
                  <a:lnTo>
                    <a:pt x="504856" y="340613"/>
                  </a:lnTo>
                  <a:lnTo>
                    <a:pt x="505191" y="341071"/>
                  </a:lnTo>
                  <a:lnTo>
                    <a:pt x="505097" y="341497"/>
                  </a:lnTo>
                  <a:lnTo>
                    <a:pt x="504609" y="341327"/>
                  </a:lnTo>
                  <a:lnTo>
                    <a:pt x="504611" y="341530"/>
                  </a:lnTo>
                  <a:lnTo>
                    <a:pt x="504615" y="341901"/>
                  </a:lnTo>
                  <a:lnTo>
                    <a:pt x="504617" y="342052"/>
                  </a:lnTo>
                  <a:lnTo>
                    <a:pt x="504601" y="342275"/>
                  </a:lnTo>
                  <a:lnTo>
                    <a:pt x="504383" y="342726"/>
                  </a:lnTo>
                  <a:lnTo>
                    <a:pt x="504291" y="343001"/>
                  </a:lnTo>
                  <a:lnTo>
                    <a:pt x="504217" y="343462"/>
                  </a:lnTo>
                  <a:lnTo>
                    <a:pt x="503957" y="343940"/>
                  </a:lnTo>
                  <a:lnTo>
                    <a:pt x="503357" y="344113"/>
                  </a:lnTo>
                  <a:lnTo>
                    <a:pt x="503358" y="344406"/>
                  </a:lnTo>
                  <a:lnTo>
                    <a:pt x="503378" y="344594"/>
                  </a:lnTo>
                  <a:lnTo>
                    <a:pt x="503323" y="344900"/>
                  </a:lnTo>
                  <a:lnTo>
                    <a:pt x="503204" y="345390"/>
                  </a:lnTo>
                  <a:lnTo>
                    <a:pt x="502914" y="345510"/>
                  </a:lnTo>
                  <a:lnTo>
                    <a:pt x="502678" y="345513"/>
                  </a:lnTo>
                  <a:lnTo>
                    <a:pt x="502419" y="345962"/>
                  </a:lnTo>
                  <a:lnTo>
                    <a:pt x="502522" y="346668"/>
                  </a:lnTo>
                  <a:lnTo>
                    <a:pt x="502769" y="346698"/>
                  </a:lnTo>
                  <a:lnTo>
                    <a:pt x="502778" y="346904"/>
                  </a:lnTo>
                  <a:lnTo>
                    <a:pt x="502670" y="347228"/>
                  </a:lnTo>
                  <a:lnTo>
                    <a:pt x="501986" y="347725"/>
                  </a:lnTo>
                  <a:lnTo>
                    <a:pt x="501684" y="348074"/>
                  </a:lnTo>
                  <a:lnTo>
                    <a:pt x="501508" y="348153"/>
                  </a:lnTo>
                  <a:lnTo>
                    <a:pt x="501115" y="348221"/>
                  </a:lnTo>
                  <a:lnTo>
                    <a:pt x="501131" y="348487"/>
                  </a:lnTo>
                  <a:lnTo>
                    <a:pt x="500700" y="348294"/>
                  </a:lnTo>
                  <a:lnTo>
                    <a:pt x="500438" y="348150"/>
                  </a:lnTo>
                  <a:lnTo>
                    <a:pt x="499416" y="347930"/>
                  </a:lnTo>
                  <a:lnTo>
                    <a:pt x="499184" y="347789"/>
                  </a:lnTo>
                  <a:lnTo>
                    <a:pt x="498667" y="347570"/>
                  </a:lnTo>
                  <a:lnTo>
                    <a:pt x="497504" y="347355"/>
                  </a:lnTo>
                  <a:lnTo>
                    <a:pt x="497256" y="347486"/>
                  </a:lnTo>
                  <a:lnTo>
                    <a:pt x="496987" y="347730"/>
                  </a:lnTo>
                  <a:lnTo>
                    <a:pt x="496712" y="347924"/>
                  </a:lnTo>
                  <a:lnTo>
                    <a:pt x="496750" y="348220"/>
                  </a:lnTo>
                  <a:lnTo>
                    <a:pt x="496635" y="348523"/>
                  </a:lnTo>
                  <a:lnTo>
                    <a:pt x="496513" y="348774"/>
                  </a:lnTo>
                  <a:lnTo>
                    <a:pt x="496352" y="349105"/>
                  </a:lnTo>
                  <a:lnTo>
                    <a:pt x="496309" y="349539"/>
                  </a:lnTo>
                  <a:lnTo>
                    <a:pt x="496430" y="349811"/>
                  </a:lnTo>
                  <a:lnTo>
                    <a:pt x="496502" y="350381"/>
                  </a:lnTo>
                  <a:lnTo>
                    <a:pt x="496708" y="350429"/>
                  </a:lnTo>
                  <a:lnTo>
                    <a:pt x="496918" y="350431"/>
                  </a:lnTo>
                  <a:lnTo>
                    <a:pt x="497237" y="350596"/>
                  </a:lnTo>
                  <a:lnTo>
                    <a:pt x="497242" y="350967"/>
                  </a:lnTo>
                  <a:lnTo>
                    <a:pt x="497292" y="351103"/>
                  </a:lnTo>
                  <a:lnTo>
                    <a:pt x="497521" y="351238"/>
                  </a:lnTo>
                  <a:lnTo>
                    <a:pt x="497686" y="351394"/>
                  </a:lnTo>
                  <a:lnTo>
                    <a:pt x="497593" y="351833"/>
                  </a:lnTo>
                  <a:lnTo>
                    <a:pt x="497140" y="352554"/>
                  </a:lnTo>
                  <a:lnTo>
                    <a:pt x="496717" y="352490"/>
                  </a:lnTo>
                  <a:lnTo>
                    <a:pt x="496181" y="353083"/>
                  </a:lnTo>
                  <a:lnTo>
                    <a:pt x="496615" y="353491"/>
                  </a:lnTo>
                  <a:lnTo>
                    <a:pt x="497418" y="353985"/>
                  </a:lnTo>
                  <a:lnTo>
                    <a:pt x="497915" y="354070"/>
                  </a:lnTo>
                  <a:lnTo>
                    <a:pt x="498250" y="354057"/>
                  </a:lnTo>
                  <a:lnTo>
                    <a:pt x="498631" y="354083"/>
                  </a:lnTo>
                  <a:lnTo>
                    <a:pt x="499055" y="354448"/>
                  </a:lnTo>
                  <a:lnTo>
                    <a:pt x="499328" y="354677"/>
                  </a:lnTo>
                  <a:lnTo>
                    <a:pt x="499499" y="354795"/>
                  </a:lnTo>
                  <a:lnTo>
                    <a:pt x="499655" y="355061"/>
                  </a:lnTo>
                  <a:lnTo>
                    <a:pt x="499601" y="355319"/>
                  </a:lnTo>
                  <a:lnTo>
                    <a:pt x="499666" y="355519"/>
                  </a:lnTo>
                  <a:lnTo>
                    <a:pt x="499455" y="355949"/>
                  </a:lnTo>
                  <a:lnTo>
                    <a:pt x="500062" y="356863"/>
                  </a:lnTo>
                  <a:lnTo>
                    <a:pt x="500093" y="357048"/>
                  </a:lnTo>
                  <a:lnTo>
                    <a:pt x="500327" y="357328"/>
                  </a:lnTo>
                  <a:lnTo>
                    <a:pt x="500724" y="357747"/>
                  </a:lnTo>
                  <a:lnTo>
                    <a:pt x="500966" y="358638"/>
                  </a:lnTo>
                  <a:lnTo>
                    <a:pt x="500684" y="358847"/>
                  </a:lnTo>
                  <a:lnTo>
                    <a:pt x="500183" y="359184"/>
                  </a:lnTo>
                  <a:lnTo>
                    <a:pt x="499821" y="359315"/>
                  </a:lnTo>
                  <a:lnTo>
                    <a:pt x="498918" y="359142"/>
                  </a:lnTo>
                  <a:lnTo>
                    <a:pt x="498568" y="359498"/>
                  </a:lnTo>
                  <a:lnTo>
                    <a:pt x="498494" y="359861"/>
                  </a:lnTo>
                  <a:lnTo>
                    <a:pt x="498502" y="360241"/>
                  </a:lnTo>
                  <a:lnTo>
                    <a:pt x="498234" y="360451"/>
                  </a:lnTo>
                  <a:lnTo>
                    <a:pt x="497406" y="360750"/>
                  </a:lnTo>
                  <a:lnTo>
                    <a:pt x="497418" y="361279"/>
                  </a:lnTo>
                  <a:lnTo>
                    <a:pt x="497267" y="361570"/>
                  </a:lnTo>
                  <a:lnTo>
                    <a:pt x="497070" y="361729"/>
                  </a:lnTo>
                  <a:lnTo>
                    <a:pt x="497014" y="361969"/>
                  </a:lnTo>
                  <a:lnTo>
                    <a:pt x="496979" y="362141"/>
                  </a:lnTo>
                  <a:lnTo>
                    <a:pt x="496975" y="362281"/>
                  </a:lnTo>
                  <a:lnTo>
                    <a:pt x="496956" y="362500"/>
                  </a:lnTo>
                  <a:lnTo>
                    <a:pt x="496642" y="363435"/>
                  </a:lnTo>
                  <a:lnTo>
                    <a:pt x="496512" y="363568"/>
                  </a:lnTo>
                  <a:lnTo>
                    <a:pt x="496111" y="363882"/>
                  </a:lnTo>
                  <a:lnTo>
                    <a:pt x="495856" y="363969"/>
                  </a:lnTo>
                  <a:lnTo>
                    <a:pt x="495509" y="363991"/>
                  </a:lnTo>
                  <a:lnTo>
                    <a:pt x="495287" y="364107"/>
                  </a:lnTo>
                  <a:lnTo>
                    <a:pt x="495129" y="364255"/>
                  </a:lnTo>
                  <a:lnTo>
                    <a:pt x="494810" y="364157"/>
                  </a:lnTo>
                  <a:lnTo>
                    <a:pt x="494627" y="364101"/>
                  </a:lnTo>
                  <a:lnTo>
                    <a:pt x="494071" y="363757"/>
                  </a:lnTo>
                  <a:lnTo>
                    <a:pt x="493821" y="363787"/>
                  </a:lnTo>
                  <a:lnTo>
                    <a:pt x="493629" y="364299"/>
                  </a:lnTo>
                  <a:lnTo>
                    <a:pt x="493673" y="364615"/>
                  </a:lnTo>
                  <a:lnTo>
                    <a:pt x="493459" y="364860"/>
                  </a:lnTo>
                  <a:lnTo>
                    <a:pt x="493012" y="364875"/>
                  </a:lnTo>
                  <a:lnTo>
                    <a:pt x="492548" y="364892"/>
                  </a:lnTo>
                  <a:lnTo>
                    <a:pt x="492249" y="364917"/>
                  </a:lnTo>
                  <a:lnTo>
                    <a:pt x="492080" y="364973"/>
                  </a:lnTo>
                  <a:lnTo>
                    <a:pt x="491703" y="365450"/>
                  </a:lnTo>
                  <a:lnTo>
                    <a:pt x="490484" y="365710"/>
                  </a:lnTo>
                  <a:lnTo>
                    <a:pt x="490192" y="366237"/>
                  </a:lnTo>
                  <a:lnTo>
                    <a:pt x="489427" y="366821"/>
                  </a:lnTo>
                  <a:lnTo>
                    <a:pt x="489050" y="366924"/>
                  </a:lnTo>
                  <a:lnTo>
                    <a:pt x="488896" y="367296"/>
                  </a:lnTo>
                  <a:lnTo>
                    <a:pt x="488803" y="367580"/>
                  </a:lnTo>
                  <a:lnTo>
                    <a:pt x="488699" y="367825"/>
                  </a:lnTo>
                  <a:lnTo>
                    <a:pt x="488375" y="368018"/>
                  </a:lnTo>
                  <a:lnTo>
                    <a:pt x="488237" y="368099"/>
                  </a:lnTo>
                  <a:lnTo>
                    <a:pt x="488348" y="368426"/>
                  </a:lnTo>
                  <a:lnTo>
                    <a:pt x="488133" y="368712"/>
                  </a:lnTo>
                  <a:lnTo>
                    <a:pt x="487383" y="369378"/>
                  </a:lnTo>
                  <a:lnTo>
                    <a:pt x="487290" y="369828"/>
                  </a:lnTo>
                  <a:lnTo>
                    <a:pt x="487322" y="370335"/>
                  </a:lnTo>
                  <a:lnTo>
                    <a:pt x="487475" y="370651"/>
                  </a:lnTo>
                  <a:lnTo>
                    <a:pt x="487691" y="370789"/>
                  </a:lnTo>
                  <a:lnTo>
                    <a:pt x="488013" y="371057"/>
                  </a:lnTo>
                  <a:lnTo>
                    <a:pt x="487702" y="371257"/>
                  </a:lnTo>
                  <a:lnTo>
                    <a:pt x="487280" y="371314"/>
                  </a:lnTo>
                  <a:lnTo>
                    <a:pt x="486741" y="371111"/>
                  </a:lnTo>
                  <a:lnTo>
                    <a:pt x="486302" y="370695"/>
                  </a:lnTo>
                  <a:lnTo>
                    <a:pt x="485978" y="370783"/>
                  </a:lnTo>
                  <a:lnTo>
                    <a:pt x="485804" y="370855"/>
                  </a:lnTo>
                  <a:lnTo>
                    <a:pt x="485470" y="370770"/>
                  </a:lnTo>
                  <a:lnTo>
                    <a:pt x="485127" y="370842"/>
                  </a:lnTo>
                  <a:lnTo>
                    <a:pt x="484906" y="370755"/>
                  </a:lnTo>
                  <a:lnTo>
                    <a:pt x="484399" y="370943"/>
                  </a:lnTo>
                  <a:lnTo>
                    <a:pt x="484052" y="371160"/>
                  </a:lnTo>
                  <a:lnTo>
                    <a:pt x="483766" y="371237"/>
                  </a:lnTo>
                  <a:lnTo>
                    <a:pt x="482918" y="371217"/>
                  </a:lnTo>
                  <a:lnTo>
                    <a:pt x="482755" y="371454"/>
                  </a:lnTo>
                  <a:lnTo>
                    <a:pt x="482493" y="371726"/>
                  </a:lnTo>
                  <a:lnTo>
                    <a:pt x="482237" y="371895"/>
                  </a:lnTo>
                  <a:lnTo>
                    <a:pt x="482415" y="372795"/>
                  </a:lnTo>
                  <a:lnTo>
                    <a:pt x="482784" y="372969"/>
                  </a:lnTo>
                  <a:lnTo>
                    <a:pt x="482852" y="373212"/>
                  </a:lnTo>
                  <a:lnTo>
                    <a:pt x="482730" y="373364"/>
                  </a:lnTo>
                  <a:lnTo>
                    <a:pt x="482625" y="373998"/>
                  </a:lnTo>
                  <a:lnTo>
                    <a:pt x="482593" y="374145"/>
                  </a:lnTo>
                  <a:lnTo>
                    <a:pt x="482594" y="374797"/>
                  </a:lnTo>
                  <a:lnTo>
                    <a:pt x="482337" y="375068"/>
                  </a:lnTo>
                  <a:lnTo>
                    <a:pt x="482270" y="375383"/>
                  </a:lnTo>
                  <a:lnTo>
                    <a:pt x="482226" y="375783"/>
                  </a:lnTo>
                  <a:lnTo>
                    <a:pt x="482344" y="376216"/>
                  </a:lnTo>
                  <a:lnTo>
                    <a:pt x="482338" y="376363"/>
                  </a:lnTo>
                  <a:lnTo>
                    <a:pt x="482324" y="377044"/>
                  </a:lnTo>
                  <a:lnTo>
                    <a:pt x="482283" y="377438"/>
                  </a:lnTo>
                  <a:lnTo>
                    <a:pt x="482260" y="378181"/>
                  </a:lnTo>
                  <a:lnTo>
                    <a:pt x="482185" y="378599"/>
                  </a:lnTo>
                  <a:lnTo>
                    <a:pt x="482167" y="378855"/>
                  </a:lnTo>
                  <a:lnTo>
                    <a:pt x="482283" y="379291"/>
                  </a:lnTo>
                  <a:lnTo>
                    <a:pt x="482695" y="380295"/>
                  </a:lnTo>
                  <a:lnTo>
                    <a:pt x="482565" y="380533"/>
                  </a:lnTo>
                  <a:lnTo>
                    <a:pt x="482223" y="381085"/>
                  </a:lnTo>
                  <a:lnTo>
                    <a:pt x="482246" y="381372"/>
                  </a:lnTo>
                  <a:lnTo>
                    <a:pt x="482340" y="381626"/>
                  </a:lnTo>
                  <a:lnTo>
                    <a:pt x="482339" y="382785"/>
                  </a:lnTo>
                  <a:lnTo>
                    <a:pt x="482468" y="383511"/>
                  </a:lnTo>
                  <a:lnTo>
                    <a:pt x="482533" y="383738"/>
                  </a:lnTo>
                  <a:lnTo>
                    <a:pt x="482678" y="383962"/>
                  </a:lnTo>
                  <a:lnTo>
                    <a:pt x="482870" y="384389"/>
                  </a:lnTo>
                  <a:lnTo>
                    <a:pt x="483000" y="384527"/>
                  </a:lnTo>
                  <a:lnTo>
                    <a:pt x="483731" y="384579"/>
                  </a:lnTo>
                  <a:lnTo>
                    <a:pt x="483743" y="384795"/>
                  </a:lnTo>
                  <a:lnTo>
                    <a:pt x="483776" y="385057"/>
                  </a:lnTo>
                  <a:lnTo>
                    <a:pt x="484250" y="385601"/>
                  </a:lnTo>
                  <a:lnTo>
                    <a:pt x="484421" y="386138"/>
                  </a:lnTo>
                  <a:lnTo>
                    <a:pt x="484859" y="386285"/>
                  </a:lnTo>
                  <a:lnTo>
                    <a:pt x="485045" y="386332"/>
                  </a:lnTo>
                  <a:lnTo>
                    <a:pt x="485470" y="386555"/>
                  </a:lnTo>
                  <a:lnTo>
                    <a:pt x="485639" y="386554"/>
                  </a:lnTo>
                  <a:lnTo>
                    <a:pt x="485803" y="386553"/>
                  </a:lnTo>
                  <a:lnTo>
                    <a:pt x="485979" y="386558"/>
                  </a:lnTo>
                  <a:lnTo>
                    <a:pt x="486324" y="386613"/>
                  </a:lnTo>
                  <a:lnTo>
                    <a:pt x="486557" y="386658"/>
                  </a:lnTo>
                  <a:lnTo>
                    <a:pt x="487007" y="386717"/>
                  </a:lnTo>
                  <a:lnTo>
                    <a:pt x="487247" y="386671"/>
                  </a:lnTo>
                  <a:lnTo>
                    <a:pt x="487425" y="386585"/>
                  </a:lnTo>
                  <a:lnTo>
                    <a:pt x="487862" y="386653"/>
                  </a:lnTo>
                  <a:lnTo>
                    <a:pt x="488593" y="386633"/>
                  </a:lnTo>
                  <a:lnTo>
                    <a:pt x="489048" y="386813"/>
                  </a:lnTo>
                  <a:lnTo>
                    <a:pt x="489582" y="387380"/>
                  </a:lnTo>
                  <a:lnTo>
                    <a:pt x="489782" y="387385"/>
                  </a:lnTo>
                  <a:lnTo>
                    <a:pt x="490032" y="387243"/>
                  </a:lnTo>
                  <a:lnTo>
                    <a:pt x="490327" y="387565"/>
                  </a:lnTo>
                  <a:lnTo>
                    <a:pt x="490546" y="387859"/>
                  </a:lnTo>
                  <a:lnTo>
                    <a:pt x="490978" y="388069"/>
                  </a:lnTo>
                  <a:lnTo>
                    <a:pt x="491227" y="387986"/>
                  </a:lnTo>
                  <a:lnTo>
                    <a:pt x="491466" y="388209"/>
                  </a:lnTo>
                  <a:lnTo>
                    <a:pt x="491488" y="388440"/>
                  </a:lnTo>
                  <a:lnTo>
                    <a:pt x="491644" y="388674"/>
                  </a:lnTo>
                  <a:lnTo>
                    <a:pt x="491784" y="388826"/>
                  </a:lnTo>
                  <a:lnTo>
                    <a:pt x="491971" y="389195"/>
                  </a:lnTo>
                  <a:lnTo>
                    <a:pt x="492051" y="389429"/>
                  </a:lnTo>
                  <a:lnTo>
                    <a:pt x="491955" y="389715"/>
                  </a:lnTo>
                  <a:lnTo>
                    <a:pt x="492215" y="390465"/>
                  </a:lnTo>
                  <a:lnTo>
                    <a:pt x="492322" y="390593"/>
                  </a:lnTo>
                  <a:lnTo>
                    <a:pt x="492609" y="390857"/>
                  </a:lnTo>
                  <a:lnTo>
                    <a:pt x="492850" y="391005"/>
                  </a:lnTo>
                  <a:lnTo>
                    <a:pt x="493365" y="391882"/>
                  </a:lnTo>
                  <a:lnTo>
                    <a:pt x="493370" y="392111"/>
                  </a:lnTo>
                  <a:lnTo>
                    <a:pt x="493383" y="392274"/>
                  </a:lnTo>
                  <a:lnTo>
                    <a:pt x="493864" y="392972"/>
                  </a:lnTo>
                  <a:lnTo>
                    <a:pt x="494029" y="393183"/>
                  </a:lnTo>
                  <a:lnTo>
                    <a:pt x="494311" y="393367"/>
                  </a:lnTo>
                  <a:lnTo>
                    <a:pt x="494552" y="393563"/>
                  </a:lnTo>
                  <a:lnTo>
                    <a:pt x="494653" y="393755"/>
                  </a:lnTo>
                  <a:lnTo>
                    <a:pt x="494871" y="393989"/>
                  </a:lnTo>
                  <a:lnTo>
                    <a:pt x="495167" y="394303"/>
                  </a:lnTo>
                  <a:lnTo>
                    <a:pt x="495208" y="394797"/>
                  </a:lnTo>
                  <a:lnTo>
                    <a:pt x="494823" y="395043"/>
                  </a:lnTo>
                  <a:lnTo>
                    <a:pt x="494614" y="395122"/>
                  </a:lnTo>
                  <a:lnTo>
                    <a:pt x="494228" y="395214"/>
                  </a:lnTo>
                  <a:lnTo>
                    <a:pt x="493948" y="395279"/>
                  </a:lnTo>
                  <a:lnTo>
                    <a:pt x="493310" y="394962"/>
                  </a:lnTo>
                  <a:lnTo>
                    <a:pt x="493029" y="394916"/>
                  </a:lnTo>
                  <a:lnTo>
                    <a:pt x="492666" y="394611"/>
                  </a:lnTo>
                  <a:lnTo>
                    <a:pt x="492547" y="394783"/>
                  </a:lnTo>
                  <a:lnTo>
                    <a:pt x="492384" y="395194"/>
                  </a:lnTo>
                  <a:lnTo>
                    <a:pt x="491921" y="395837"/>
                  </a:lnTo>
                  <a:lnTo>
                    <a:pt x="491897" y="395986"/>
                  </a:lnTo>
                  <a:lnTo>
                    <a:pt x="491567" y="397151"/>
                  </a:lnTo>
                  <a:lnTo>
                    <a:pt x="491400" y="397382"/>
                  </a:lnTo>
                  <a:lnTo>
                    <a:pt x="491177" y="397329"/>
                  </a:lnTo>
                  <a:lnTo>
                    <a:pt x="491271" y="397671"/>
                  </a:lnTo>
                  <a:lnTo>
                    <a:pt x="490932" y="398256"/>
                  </a:lnTo>
                  <a:lnTo>
                    <a:pt x="490334" y="398036"/>
                  </a:lnTo>
                  <a:lnTo>
                    <a:pt x="489407" y="397719"/>
                  </a:lnTo>
                  <a:lnTo>
                    <a:pt x="488852" y="397487"/>
                  </a:lnTo>
                  <a:lnTo>
                    <a:pt x="488668" y="397407"/>
                  </a:lnTo>
                  <a:lnTo>
                    <a:pt x="487980" y="397347"/>
                  </a:lnTo>
                  <a:lnTo>
                    <a:pt x="487733" y="397970"/>
                  </a:lnTo>
                  <a:lnTo>
                    <a:pt x="487748" y="398169"/>
                  </a:lnTo>
                  <a:lnTo>
                    <a:pt x="487838" y="398391"/>
                  </a:lnTo>
                  <a:lnTo>
                    <a:pt x="487878" y="398581"/>
                  </a:lnTo>
                  <a:lnTo>
                    <a:pt x="487804" y="399371"/>
                  </a:lnTo>
                  <a:lnTo>
                    <a:pt x="487891" y="399650"/>
                  </a:lnTo>
                  <a:lnTo>
                    <a:pt x="487898" y="399903"/>
                  </a:lnTo>
                  <a:lnTo>
                    <a:pt x="487685" y="400234"/>
                  </a:lnTo>
                  <a:lnTo>
                    <a:pt x="487367" y="400108"/>
                  </a:lnTo>
                  <a:lnTo>
                    <a:pt x="486853" y="400068"/>
                  </a:lnTo>
                  <a:lnTo>
                    <a:pt x="486542" y="400144"/>
                  </a:lnTo>
                  <a:lnTo>
                    <a:pt x="486380" y="400342"/>
                  </a:lnTo>
                  <a:lnTo>
                    <a:pt x="486038" y="400286"/>
                  </a:lnTo>
                  <a:lnTo>
                    <a:pt x="485975" y="400605"/>
                  </a:lnTo>
                  <a:lnTo>
                    <a:pt x="486375" y="400929"/>
                  </a:lnTo>
                  <a:lnTo>
                    <a:pt x="486503" y="401184"/>
                  </a:lnTo>
                  <a:lnTo>
                    <a:pt x="486563" y="401646"/>
                  </a:lnTo>
                  <a:lnTo>
                    <a:pt x="486551" y="401813"/>
                  </a:lnTo>
                  <a:lnTo>
                    <a:pt x="485929" y="402431"/>
                  </a:lnTo>
                  <a:lnTo>
                    <a:pt x="485738" y="402916"/>
                  </a:lnTo>
                  <a:lnTo>
                    <a:pt x="485470" y="403068"/>
                  </a:lnTo>
                  <a:lnTo>
                    <a:pt x="485246" y="403060"/>
                  </a:lnTo>
                  <a:lnTo>
                    <a:pt x="484667" y="402807"/>
                  </a:lnTo>
                  <a:lnTo>
                    <a:pt x="484076" y="402787"/>
                  </a:lnTo>
                  <a:lnTo>
                    <a:pt x="483995" y="403244"/>
                  </a:lnTo>
                  <a:lnTo>
                    <a:pt x="484046" y="403675"/>
                  </a:lnTo>
                  <a:lnTo>
                    <a:pt x="483994" y="403924"/>
                  </a:lnTo>
                  <a:lnTo>
                    <a:pt x="483869" y="404536"/>
                  </a:lnTo>
                  <a:lnTo>
                    <a:pt x="483821" y="404844"/>
                  </a:lnTo>
                  <a:lnTo>
                    <a:pt x="483792" y="405243"/>
                  </a:lnTo>
                  <a:lnTo>
                    <a:pt x="483516" y="405262"/>
                  </a:lnTo>
                  <a:lnTo>
                    <a:pt x="483283" y="405182"/>
                  </a:lnTo>
                  <a:lnTo>
                    <a:pt x="483092" y="405133"/>
                  </a:lnTo>
                  <a:lnTo>
                    <a:pt x="482839" y="405048"/>
                  </a:lnTo>
                  <a:lnTo>
                    <a:pt x="481747" y="404488"/>
                  </a:lnTo>
                  <a:lnTo>
                    <a:pt x="481379" y="404257"/>
                  </a:lnTo>
                  <a:lnTo>
                    <a:pt x="481019" y="404451"/>
                  </a:lnTo>
                  <a:lnTo>
                    <a:pt x="480525" y="404394"/>
                  </a:lnTo>
                  <a:lnTo>
                    <a:pt x="480196" y="403551"/>
                  </a:lnTo>
                  <a:lnTo>
                    <a:pt x="480044" y="403509"/>
                  </a:lnTo>
                  <a:lnTo>
                    <a:pt x="479591" y="403713"/>
                  </a:lnTo>
                  <a:lnTo>
                    <a:pt x="479701" y="404010"/>
                  </a:lnTo>
                  <a:lnTo>
                    <a:pt x="479469" y="404512"/>
                  </a:lnTo>
                  <a:lnTo>
                    <a:pt x="478810" y="404462"/>
                  </a:lnTo>
                  <a:lnTo>
                    <a:pt x="478639" y="404463"/>
                  </a:lnTo>
                  <a:lnTo>
                    <a:pt x="478508" y="404466"/>
                  </a:lnTo>
                  <a:lnTo>
                    <a:pt x="478159" y="404477"/>
                  </a:lnTo>
                  <a:lnTo>
                    <a:pt x="478016" y="404487"/>
                  </a:lnTo>
                  <a:lnTo>
                    <a:pt x="477572" y="404520"/>
                  </a:lnTo>
                  <a:lnTo>
                    <a:pt x="477382" y="404368"/>
                  </a:lnTo>
                  <a:lnTo>
                    <a:pt x="477212" y="404379"/>
                  </a:lnTo>
                  <a:lnTo>
                    <a:pt x="476827" y="404687"/>
                  </a:lnTo>
                  <a:lnTo>
                    <a:pt x="476277" y="404768"/>
                  </a:lnTo>
                  <a:lnTo>
                    <a:pt x="476193" y="405146"/>
                  </a:lnTo>
                  <a:lnTo>
                    <a:pt x="476063" y="405544"/>
                  </a:lnTo>
                  <a:lnTo>
                    <a:pt x="476041" y="405759"/>
                  </a:lnTo>
                  <a:lnTo>
                    <a:pt x="475865" y="406042"/>
                  </a:lnTo>
                  <a:lnTo>
                    <a:pt x="475713" y="406233"/>
                  </a:lnTo>
                  <a:lnTo>
                    <a:pt x="475423" y="406409"/>
                  </a:lnTo>
                  <a:lnTo>
                    <a:pt x="475107" y="406531"/>
                  </a:lnTo>
                  <a:lnTo>
                    <a:pt x="474996" y="406272"/>
                  </a:lnTo>
                  <a:lnTo>
                    <a:pt x="475054" y="406006"/>
                  </a:lnTo>
                  <a:lnTo>
                    <a:pt x="474764" y="405878"/>
                  </a:lnTo>
                  <a:lnTo>
                    <a:pt x="474678" y="406055"/>
                  </a:lnTo>
                  <a:lnTo>
                    <a:pt x="474623" y="406310"/>
                  </a:lnTo>
                  <a:lnTo>
                    <a:pt x="474439" y="406474"/>
                  </a:lnTo>
                  <a:lnTo>
                    <a:pt x="474252" y="406288"/>
                  </a:lnTo>
                  <a:lnTo>
                    <a:pt x="474265" y="405987"/>
                  </a:lnTo>
                  <a:lnTo>
                    <a:pt x="474293" y="405305"/>
                  </a:lnTo>
                  <a:lnTo>
                    <a:pt x="473579" y="404957"/>
                  </a:lnTo>
                  <a:lnTo>
                    <a:pt x="473607" y="405120"/>
                  </a:lnTo>
                  <a:lnTo>
                    <a:pt x="473346" y="405430"/>
                  </a:lnTo>
                  <a:lnTo>
                    <a:pt x="473007" y="405344"/>
                  </a:lnTo>
                  <a:lnTo>
                    <a:pt x="472631" y="405221"/>
                  </a:lnTo>
                  <a:lnTo>
                    <a:pt x="471916" y="404701"/>
                  </a:lnTo>
                  <a:lnTo>
                    <a:pt x="471674" y="404207"/>
                  </a:lnTo>
                  <a:lnTo>
                    <a:pt x="471878" y="403861"/>
                  </a:lnTo>
                  <a:lnTo>
                    <a:pt x="472080" y="403590"/>
                  </a:lnTo>
                  <a:lnTo>
                    <a:pt x="471858" y="403301"/>
                  </a:lnTo>
                  <a:lnTo>
                    <a:pt x="471678" y="403218"/>
                  </a:lnTo>
                  <a:lnTo>
                    <a:pt x="471352" y="403108"/>
                  </a:lnTo>
                  <a:lnTo>
                    <a:pt x="471129" y="403032"/>
                  </a:lnTo>
                  <a:lnTo>
                    <a:pt x="470927" y="402852"/>
                  </a:lnTo>
                  <a:lnTo>
                    <a:pt x="470798" y="402727"/>
                  </a:lnTo>
                  <a:lnTo>
                    <a:pt x="470197" y="402502"/>
                  </a:lnTo>
                  <a:lnTo>
                    <a:pt x="469965" y="402243"/>
                  </a:lnTo>
                  <a:lnTo>
                    <a:pt x="469611" y="401999"/>
                  </a:lnTo>
                  <a:lnTo>
                    <a:pt x="468813" y="401681"/>
                  </a:lnTo>
                  <a:lnTo>
                    <a:pt x="468614" y="401720"/>
                  </a:lnTo>
                  <a:lnTo>
                    <a:pt x="468225" y="401528"/>
                  </a:lnTo>
                  <a:lnTo>
                    <a:pt x="468145" y="401193"/>
                  </a:lnTo>
                  <a:lnTo>
                    <a:pt x="467818" y="401109"/>
                  </a:lnTo>
                  <a:lnTo>
                    <a:pt x="467595" y="400852"/>
                  </a:lnTo>
                  <a:lnTo>
                    <a:pt x="467276" y="400919"/>
                  </a:lnTo>
                  <a:lnTo>
                    <a:pt x="467076" y="401014"/>
                  </a:lnTo>
                  <a:lnTo>
                    <a:pt x="466926" y="401143"/>
                  </a:lnTo>
                  <a:lnTo>
                    <a:pt x="466666" y="401464"/>
                  </a:lnTo>
                  <a:lnTo>
                    <a:pt x="466424" y="401553"/>
                  </a:lnTo>
                  <a:lnTo>
                    <a:pt x="466221" y="401587"/>
                  </a:lnTo>
                  <a:lnTo>
                    <a:pt x="465763" y="401549"/>
                  </a:lnTo>
                  <a:lnTo>
                    <a:pt x="465711" y="401083"/>
                  </a:lnTo>
                  <a:lnTo>
                    <a:pt x="465777" y="400898"/>
                  </a:lnTo>
                  <a:lnTo>
                    <a:pt x="465525" y="400581"/>
                  </a:lnTo>
                  <a:lnTo>
                    <a:pt x="465116" y="400527"/>
                  </a:lnTo>
                  <a:lnTo>
                    <a:pt x="464395" y="400426"/>
                  </a:lnTo>
                  <a:lnTo>
                    <a:pt x="463835" y="400456"/>
                  </a:lnTo>
                  <a:lnTo>
                    <a:pt x="463448" y="400254"/>
                  </a:lnTo>
                  <a:lnTo>
                    <a:pt x="463335" y="400115"/>
                  </a:lnTo>
                  <a:lnTo>
                    <a:pt x="462766" y="400125"/>
                  </a:lnTo>
                  <a:lnTo>
                    <a:pt x="462706" y="399960"/>
                  </a:lnTo>
                  <a:lnTo>
                    <a:pt x="462498" y="399826"/>
                  </a:lnTo>
                  <a:lnTo>
                    <a:pt x="462299" y="399772"/>
                  </a:lnTo>
                  <a:lnTo>
                    <a:pt x="461905" y="399756"/>
                  </a:lnTo>
                  <a:lnTo>
                    <a:pt x="461576" y="399645"/>
                  </a:lnTo>
                  <a:lnTo>
                    <a:pt x="461335" y="399389"/>
                  </a:lnTo>
                  <a:lnTo>
                    <a:pt x="461085" y="399294"/>
                  </a:lnTo>
                  <a:lnTo>
                    <a:pt x="460241" y="399243"/>
                  </a:lnTo>
                  <a:lnTo>
                    <a:pt x="460061" y="399232"/>
                  </a:lnTo>
                  <a:lnTo>
                    <a:pt x="459907" y="399287"/>
                  </a:lnTo>
                  <a:lnTo>
                    <a:pt x="459531" y="399443"/>
                  </a:lnTo>
                  <a:lnTo>
                    <a:pt x="459264" y="399343"/>
                  </a:lnTo>
                  <a:lnTo>
                    <a:pt x="459316" y="399167"/>
                  </a:lnTo>
                  <a:lnTo>
                    <a:pt x="459584" y="399021"/>
                  </a:lnTo>
                  <a:lnTo>
                    <a:pt x="459466" y="398524"/>
                  </a:lnTo>
                  <a:lnTo>
                    <a:pt x="459067" y="398424"/>
                  </a:lnTo>
                  <a:lnTo>
                    <a:pt x="458086" y="398181"/>
                  </a:lnTo>
                  <a:lnTo>
                    <a:pt x="457646" y="398148"/>
                  </a:lnTo>
                  <a:lnTo>
                    <a:pt x="457182" y="397896"/>
                  </a:lnTo>
                  <a:lnTo>
                    <a:pt x="457063" y="397311"/>
                  </a:lnTo>
                  <a:lnTo>
                    <a:pt x="456844" y="397225"/>
                  </a:lnTo>
                  <a:lnTo>
                    <a:pt x="456256" y="397150"/>
                  </a:lnTo>
                  <a:lnTo>
                    <a:pt x="456078" y="397297"/>
                  </a:lnTo>
                  <a:lnTo>
                    <a:pt x="455648" y="397048"/>
                  </a:lnTo>
                  <a:lnTo>
                    <a:pt x="455679" y="396872"/>
                  </a:lnTo>
                  <a:lnTo>
                    <a:pt x="455873" y="396308"/>
                  </a:lnTo>
                  <a:lnTo>
                    <a:pt x="455618" y="395699"/>
                  </a:lnTo>
                  <a:lnTo>
                    <a:pt x="455389" y="395660"/>
                  </a:lnTo>
                  <a:lnTo>
                    <a:pt x="455118" y="395652"/>
                  </a:lnTo>
                  <a:lnTo>
                    <a:pt x="454973" y="395675"/>
                  </a:lnTo>
                  <a:lnTo>
                    <a:pt x="454765" y="395650"/>
                  </a:lnTo>
                  <a:lnTo>
                    <a:pt x="454517" y="395572"/>
                  </a:lnTo>
                  <a:lnTo>
                    <a:pt x="454100" y="395602"/>
                  </a:lnTo>
                  <a:lnTo>
                    <a:pt x="453943" y="395884"/>
                  </a:lnTo>
                  <a:lnTo>
                    <a:pt x="453699" y="396103"/>
                  </a:lnTo>
                  <a:lnTo>
                    <a:pt x="453291" y="396164"/>
                  </a:lnTo>
                  <a:lnTo>
                    <a:pt x="453102" y="396001"/>
                  </a:lnTo>
                  <a:lnTo>
                    <a:pt x="452783" y="395678"/>
                  </a:lnTo>
                  <a:lnTo>
                    <a:pt x="452245" y="395751"/>
                  </a:lnTo>
                  <a:lnTo>
                    <a:pt x="452033" y="395867"/>
                  </a:lnTo>
                  <a:lnTo>
                    <a:pt x="451751" y="395844"/>
                  </a:lnTo>
                  <a:lnTo>
                    <a:pt x="451218" y="395840"/>
                  </a:lnTo>
                  <a:lnTo>
                    <a:pt x="450703" y="395786"/>
                  </a:lnTo>
                  <a:lnTo>
                    <a:pt x="450552" y="395762"/>
                  </a:lnTo>
                  <a:lnTo>
                    <a:pt x="450309" y="395864"/>
                  </a:lnTo>
                  <a:lnTo>
                    <a:pt x="449984" y="396022"/>
                  </a:lnTo>
                  <a:lnTo>
                    <a:pt x="449828" y="395894"/>
                  </a:lnTo>
                  <a:lnTo>
                    <a:pt x="449591" y="395744"/>
                  </a:lnTo>
                  <a:lnTo>
                    <a:pt x="449118" y="395878"/>
                  </a:lnTo>
                  <a:lnTo>
                    <a:pt x="448873" y="395865"/>
                  </a:lnTo>
                  <a:lnTo>
                    <a:pt x="448847" y="395493"/>
                  </a:lnTo>
                  <a:lnTo>
                    <a:pt x="448245" y="395411"/>
                  </a:lnTo>
                  <a:lnTo>
                    <a:pt x="447970" y="395308"/>
                  </a:lnTo>
                  <a:lnTo>
                    <a:pt x="447364" y="394656"/>
                  </a:lnTo>
                  <a:lnTo>
                    <a:pt x="447137" y="394367"/>
                  </a:lnTo>
                  <a:lnTo>
                    <a:pt x="446923" y="394103"/>
                  </a:lnTo>
                  <a:lnTo>
                    <a:pt x="446547" y="393887"/>
                  </a:lnTo>
                  <a:lnTo>
                    <a:pt x="445614" y="393818"/>
                  </a:lnTo>
                  <a:lnTo>
                    <a:pt x="445408" y="393730"/>
                  </a:lnTo>
                  <a:lnTo>
                    <a:pt x="445038" y="393502"/>
                  </a:lnTo>
                  <a:lnTo>
                    <a:pt x="444850" y="393368"/>
                  </a:lnTo>
                  <a:lnTo>
                    <a:pt x="444662" y="393495"/>
                  </a:lnTo>
                  <a:lnTo>
                    <a:pt x="444238" y="393599"/>
                  </a:lnTo>
                  <a:lnTo>
                    <a:pt x="443486" y="393710"/>
                  </a:lnTo>
                  <a:lnTo>
                    <a:pt x="443247" y="393670"/>
                  </a:lnTo>
                  <a:lnTo>
                    <a:pt x="443019" y="393636"/>
                  </a:lnTo>
                  <a:lnTo>
                    <a:pt x="442670" y="393933"/>
                  </a:lnTo>
                  <a:lnTo>
                    <a:pt x="442709" y="394306"/>
                  </a:lnTo>
                  <a:lnTo>
                    <a:pt x="442668" y="394498"/>
                  </a:lnTo>
                  <a:lnTo>
                    <a:pt x="442204" y="394842"/>
                  </a:lnTo>
                  <a:lnTo>
                    <a:pt x="442075" y="395099"/>
                  </a:lnTo>
                  <a:lnTo>
                    <a:pt x="441806" y="395538"/>
                  </a:lnTo>
                  <a:lnTo>
                    <a:pt x="441437" y="395640"/>
                  </a:lnTo>
                  <a:lnTo>
                    <a:pt x="440838" y="395840"/>
                  </a:lnTo>
                  <a:lnTo>
                    <a:pt x="439944" y="396294"/>
                  </a:lnTo>
                  <a:lnTo>
                    <a:pt x="439738" y="396744"/>
                  </a:lnTo>
                  <a:lnTo>
                    <a:pt x="439436" y="398023"/>
                  </a:lnTo>
                  <a:lnTo>
                    <a:pt x="439429" y="398290"/>
                  </a:lnTo>
                  <a:lnTo>
                    <a:pt x="439078" y="398737"/>
                  </a:lnTo>
                  <a:lnTo>
                    <a:pt x="439146" y="398983"/>
                  </a:lnTo>
                  <a:lnTo>
                    <a:pt x="439299" y="399107"/>
                  </a:lnTo>
                  <a:lnTo>
                    <a:pt x="439463" y="399370"/>
                  </a:lnTo>
                  <a:lnTo>
                    <a:pt x="439113" y="399838"/>
                  </a:lnTo>
                  <a:lnTo>
                    <a:pt x="438927" y="399936"/>
                  </a:lnTo>
                  <a:lnTo>
                    <a:pt x="438949" y="400312"/>
                  </a:lnTo>
                  <a:lnTo>
                    <a:pt x="438870" y="400449"/>
                  </a:lnTo>
                  <a:lnTo>
                    <a:pt x="438341" y="401280"/>
                  </a:lnTo>
                  <a:lnTo>
                    <a:pt x="438267" y="401674"/>
                  </a:lnTo>
                  <a:lnTo>
                    <a:pt x="437847" y="401926"/>
                  </a:lnTo>
                  <a:lnTo>
                    <a:pt x="437731" y="402347"/>
                  </a:lnTo>
                  <a:lnTo>
                    <a:pt x="437863" y="402524"/>
                  </a:lnTo>
                  <a:lnTo>
                    <a:pt x="438995" y="403164"/>
                  </a:lnTo>
                  <a:lnTo>
                    <a:pt x="439463" y="403449"/>
                  </a:lnTo>
                  <a:lnTo>
                    <a:pt x="439565" y="403705"/>
                  </a:lnTo>
                  <a:lnTo>
                    <a:pt x="439694" y="404025"/>
                  </a:lnTo>
                  <a:lnTo>
                    <a:pt x="439965" y="404284"/>
                  </a:lnTo>
                  <a:lnTo>
                    <a:pt x="440325" y="404620"/>
                  </a:lnTo>
                  <a:lnTo>
                    <a:pt x="440433" y="404796"/>
                  </a:lnTo>
                  <a:lnTo>
                    <a:pt x="440821" y="405797"/>
                  </a:lnTo>
                  <a:lnTo>
                    <a:pt x="441032" y="406217"/>
                  </a:lnTo>
                  <a:lnTo>
                    <a:pt x="441344" y="406219"/>
                  </a:lnTo>
                  <a:lnTo>
                    <a:pt x="441707" y="406403"/>
                  </a:lnTo>
                  <a:lnTo>
                    <a:pt x="441823" y="406701"/>
                  </a:lnTo>
                  <a:lnTo>
                    <a:pt x="441714" y="407072"/>
                  </a:lnTo>
                  <a:lnTo>
                    <a:pt x="441799" y="407287"/>
                  </a:lnTo>
                  <a:lnTo>
                    <a:pt x="442082" y="407537"/>
                  </a:lnTo>
                  <a:lnTo>
                    <a:pt x="442122" y="407865"/>
                  </a:lnTo>
                  <a:lnTo>
                    <a:pt x="442215" y="408175"/>
                  </a:lnTo>
                  <a:lnTo>
                    <a:pt x="442231" y="408487"/>
                  </a:lnTo>
                  <a:lnTo>
                    <a:pt x="442455" y="408648"/>
                  </a:lnTo>
                  <a:lnTo>
                    <a:pt x="442902" y="408953"/>
                  </a:lnTo>
                  <a:lnTo>
                    <a:pt x="443120" y="409412"/>
                  </a:lnTo>
                  <a:lnTo>
                    <a:pt x="443325" y="409673"/>
                  </a:lnTo>
                  <a:lnTo>
                    <a:pt x="443665" y="409835"/>
                  </a:lnTo>
                  <a:lnTo>
                    <a:pt x="443837" y="410056"/>
                  </a:lnTo>
                  <a:lnTo>
                    <a:pt x="444172" y="410516"/>
                  </a:lnTo>
                  <a:lnTo>
                    <a:pt x="444081" y="410838"/>
                  </a:lnTo>
                  <a:lnTo>
                    <a:pt x="444302" y="411398"/>
                  </a:lnTo>
                  <a:lnTo>
                    <a:pt x="444455" y="411515"/>
                  </a:lnTo>
                  <a:lnTo>
                    <a:pt x="444735" y="411824"/>
                  </a:lnTo>
                  <a:lnTo>
                    <a:pt x="444844" y="412044"/>
                  </a:lnTo>
                  <a:lnTo>
                    <a:pt x="445154" y="412285"/>
                  </a:lnTo>
                  <a:lnTo>
                    <a:pt x="445704" y="412926"/>
                  </a:lnTo>
                  <a:lnTo>
                    <a:pt x="445791" y="413310"/>
                  </a:lnTo>
                  <a:lnTo>
                    <a:pt x="445835" y="413493"/>
                  </a:lnTo>
                  <a:lnTo>
                    <a:pt x="446251" y="414065"/>
                  </a:lnTo>
                  <a:lnTo>
                    <a:pt x="446504" y="414607"/>
                  </a:lnTo>
                  <a:lnTo>
                    <a:pt x="446713" y="414937"/>
                  </a:lnTo>
                  <a:lnTo>
                    <a:pt x="447224" y="414777"/>
                  </a:lnTo>
                  <a:lnTo>
                    <a:pt x="447664" y="414671"/>
                  </a:lnTo>
                  <a:lnTo>
                    <a:pt x="447831" y="414987"/>
                  </a:lnTo>
                  <a:lnTo>
                    <a:pt x="448140" y="415187"/>
                  </a:lnTo>
                  <a:lnTo>
                    <a:pt x="448546" y="415192"/>
                  </a:lnTo>
                  <a:lnTo>
                    <a:pt x="448678" y="415497"/>
                  </a:lnTo>
                  <a:lnTo>
                    <a:pt x="448663" y="415656"/>
                  </a:lnTo>
                  <a:lnTo>
                    <a:pt x="448682" y="415853"/>
                  </a:lnTo>
                  <a:lnTo>
                    <a:pt x="448885" y="416107"/>
                  </a:lnTo>
                  <a:lnTo>
                    <a:pt x="449770" y="416370"/>
                  </a:lnTo>
                  <a:lnTo>
                    <a:pt x="450298" y="416418"/>
                  </a:lnTo>
                  <a:lnTo>
                    <a:pt x="450557" y="416348"/>
                  </a:lnTo>
                  <a:lnTo>
                    <a:pt x="451108" y="416370"/>
                  </a:lnTo>
                  <a:lnTo>
                    <a:pt x="451168" y="416663"/>
                  </a:lnTo>
                  <a:lnTo>
                    <a:pt x="451342" y="416715"/>
                  </a:lnTo>
                  <a:lnTo>
                    <a:pt x="451775" y="416689"/>
                  </a:lnTo>
                  <a:lnTo>
                    <a:pt x="451955" y="416847"/>
                  </a:lnTo>
                  <a:lnTo>
                    <a:pt x="452261" y="416950"/>
                  </a:lnTo>
                  <a:lnTo>
                    <a:pt x="452490" y="416897"/>
                  </a:lnTo>
                  <a:lnTo>
                    <a:pt x="452597" y="417712"/>
                  </a:lnTo>
                  <a:lnTo>
                    <a:pt x="452706" y="417881"/>
                  </a:lnTo>
                  <a:lnTo>
                    <a:pt x="453053" y="418153"/>
                  </a:lnTo>
                  <a:lnTo>
                    <a:pt x="453083" y="418354"/>
                  </a:lnTo>
                  <a:lnTo>
                    <a:pt x="453511" y="418783"/>
                  </a:lnTo>
                  <a:lnTo>
                    <a:pt x="453970" y="419092"/>
                  </a:lnTo>
                  <a:lnTo>
                    <a:pt x="454180" y="419647"/>
                  </a:lnTo>
                  <a:lnTo>
                    <a:pt x="454098" y="419858"/>
                  </a:lnTo>
                  <a:lnTo>
                    <a:pt x="453917" y="420441"/>
                  </a:lnTo>
                  <a:lnTo>
                    <a:pt x="454105" y="420974"/>
                  </a:lnTo>
                  <a:lnTo>
                    <a:pt x="453612" y="421876"/>
                  </a:lnTo>
                  <a:lnTo>
                    <a:pt x="453463" y="421920"/>
                  </a:lnTo>
                  <a:lnTo>
                    <a:pt x="453169" y="422236"/>
                  </a:lnTo>
                  <a:lnTo>
                    <a:pt x="453106" y="422560"/>
                  </a:lnTo>
                  <a:lnTo>
                    <a:pt x="453148" y="422858"/>
                  </a:lnTo>
                  <a:lnTo>
                    <a:pt x="453314" y="423709"/>
                  </a:lnTo>
                  <a:lnTo>
                    <a:pt x="453596" y="423960"/>
                  </a:lnTo>
                  <a:lnTo>
                    <a:pt x="453577" y="424268"/>
                  </a:lnTo>
                  <a:lnTo>
                    <a:pt x="453264" y="424655"/>
                  </a:lnTo>
                  <a:lnTo>
                    <a:pt x="453290" y="425076"/>
                  </a:lnTo>
                  <a:lnTo>
                    <a:pt x="453566" y="425219"/>
                  </a:lnTo>
                  <a:lnTo>
                    <a:pt x="453843" y="425109"/>
                  </a:lnTo>
                  <a:lnTo>
                    <a:pt x="454004" y="424819"/>
                  </a:lnTo>
                  <a:lnTo>
                    <a:pt x="454223" y="424684"/>
                  </a:lnTo>
                  <a:lnTo>
                    <a:pt x="454828" y="424596"/>
                  </a:lnTo>
                  <a:lnTo>
                    <a:pt x="455267" y="424446"/>
                  </a:lnTo>
                  <a:lnTo>
                    <a:pt x="455674" y="424045"/>
                  </a:lnTo>
                  <a:lnTo>
                    <a:pt x="455888" y="423914"/>
                  </a:lnTo>
                  <a:lnTo>
                    <a:pt x="456058" y="423955"/>
                  </a:lnTo>
                  <a:lnTo>
                    <a:pt x="456525" y="424361"/>
                  </a:lnTo>
                  <a:lnTo>
                    <a:pt x="456865" y="424588"/>
                  </a:lnTo>
                  <a:lnTo>
                    <a:pt x="457351" y="424734"/>
                  </a:lnTo>
                  <a:lnTo>
                    <a:pt x="457731" y="424934"/>
                  </a:lnTo>
                  <a:lnTo>
                    <a:pt x="458179" y="424956"/>
                  </a:lnTo>
                  <a:lnTo>
                    <a:pt x="459095" y="424999"/>
                  </a:lnTo>
                  <a:lnTo>
                    <a:pt x="459345" y="425175"/>
                  </a:lnTo>
                  <a:lnTo>
                    <a:pt x="459636" y="425107"/>
                  </a:lnTo>
                  <a:lnTo>
                    <a:pt x="460421" y="425151"/>
                  </a:lnTo>
                  <a:lnTo>
                    <a:pt x="460949" y="425345"/>
                  </a:lnTo>
                  <a:lnTo>
                    <a:pt x="461107" y="425404"/>
                  </a:lnTo>
                  <a:lnTo>
                    <a:pt x="461900" y="425684"/>
                  </a:lnTo>
                  <a:lnTo>
                    <a:pt x="462091" y="425648"/>
                  </a:lnTo>
                  <a:lnTo>
                    <a:pt x="462595" y="425516"/>
                  </a:lnTo>
                  <a:lnTo>
                    <a:pt x="462732" y="425477"/>
                  </a:lnTo>
                  <a:lnTo>
                    <a:pt x="462926" y="425415"/>
                  </a:lnTo>
                  <a:lnTo>
                    <a:pt x="463149" y="425283"/>
                  </a:lnTo>
                  <a:lnTo>
                    <a:pt x="463388" y="424828"/>
                  </a:lnTo>
                  <a:lnTo>
                    <a:pt x="463375" y="424661"/>
                  </a:lnTo>
                  <a:lnTo>
                    <a:pt x="463322" y="424466"/>
                  </a:lnTo>
                  <a:lnTo>
                    <a:pt x="463335" y="424219"/>
                  </a:lnTo>
                  <a:lnTo>
                    <a:pt x="464028" y="424061"/>
                  </a:lnTo>
                  <a:lnTo>
                    <a:pt x="464352" y="423943"/>
                  </a:lnTo>
                  <a:lnTo>
                    <a:pt x="464546" y="423941"/>
                  </a:lnTo>
                  <a:lnTo>
                    <a:pt x="464954" y="423871"/>
                  </a:lnTo>
                  <a:lnTo>
                    <a:pt x="465118" y="423782"/>
                  </a:lnTo>
                  <a:lnTo>
                    <a:pt x="465253" y="423618"/>
                  </a:lnTo>
                  <a:lnTo>
                    <a:pt x="465425" y="423466"/>
                  </a:lnTo>
                  <a:lnTo>
                    <a:pt x="465883" y="423225"/>
                  </a:lnTo>
                  <a:lnTo>
                    <a:pt x="466124" y="423144"/>
                  </a:lnTo>
                  <a:lnTo>
                    <a:pt x="466365" y="423237"/>
                  </a:lnTo>
                  <a:lnTo>
                    <a:pt x="466582" y="423522"/>
                  </a:lnTo>
                  <a:lnTo>
                    <a:pt x="467165" y="423636"/>
                  </a:lnTo>
                  <a:lnTo>
                    <a:pt x="467517" y="423510"/>
                  </a:lnTo>
                  <a:lnTo>
                    <a:pt x="467675" y="423468"/>
                  </a:lnTo>
                  <a:lnTo>
                    <a:pt x="467819" y="423502"/>
                  </a:lnTo>
                  <a:lnTo>
                    <a:pt x="468134" y="423732"/>
                  </a:lnTo>
                  <a:lnTo>
                    <a:pt x="468266" y="423998"/>
                  </a:lnTo>
                  <a:lnTo>
                    <a:pt x="468270" y="424411"/>
                  </a:lnTo>
                  <a:lnTo>
                    <a:pt x="468427" y="424634"/>
                  </a:lnTo>
                  <a:lnTo>
                    <a:pt x="468703" y="424663"/>
                  </a:lnTo>
                  <a:lnTo>
                    <a:pt x="468846" y="424586"/>
                  </a:lnTo>
                  <a:lnTo>
                    <a:pt x="469011" y="424386"/>
                  </a:lnTo>
                  <a:lnTo>
                    <a:pt x="469300" y="424368"/>
                  </a:lnTo>
                  <a:lnTo>
                    <a:pt x="469550" y="424783"/>
                  </a:lnTo>
                  <a:lnTo>
                    <a:pt x="469523" y="424966"/>
                  </a:lnTo>
                  <a:lnTo>
                    <a:pt x="469455" y="425679"/>
                  </a:lnTo>
                  <a:lnTo>
                    <a:pt x="469550" y="425993"/>
                  </a:lnTo>
                  <a:lnTo>
                    <a:pt x="469931" y="426137"/>
                  </a:lnTo>
                  <a:lnTo>
                    <a:pt x="470103" y="426203"/>
                  </a:lnTo>
                  <a:lnTo>
                    <a:pt x="470252" y="426521"/>
                  </a:lnTo>
                  <a:lnTo>
                    <a:pt x="470356" y="426689"/>
                  </a:lnTo>
                  <a:lnTo>
                    <a:pt x="470442" y="426846"/>
                  </a:lnTo>
                  <a:lnTo>
                    <a:pt x="470461" y="427040"/>
                  </a:lnTo>
                  <a:lnTo>
                    <a:pt x="470501" y="427818"/>
                  </a:lnTo>
                  <a:lnTo>
                    <a:pt x="470418" y="428015"/>
                  </a:lnTo>
                  <a:lnTo>
                    <a:pt x="470493" y="428157"/>
                  </a:lnTo>
                  <a:lnTo>
                    <a:pt x="470524" y="428451"/>
                  </a:lnTo>
                  <a:lnTo>
                    <a:pt x="470410" y="428741"/>
                  </a:lnTo>
                  <a:lnTo>
                    <a:pt x="470743" y="429494"/>
                  </a:lnTo>
                  <a:lnTo>
                    <a:pt x="470673" y="429709"/>
                  </a:lnTo>
                  <a:lnTo>
                    <a:pt x="470610" y="429942"/>
                  </a:lnTo>
                  <a:lnTo>
                    <a:pt x="470615" y="430259"/>
                  </a:lnTo>
                  <a:lnTo>
                    <a:pt x="470748" y="430590"/>
                  </a:lnTo>
                  <a:lnTo>
                    <a:pt x="470601" y="430828"/>
                  </a:lnTo>
                  <a:lnTo>
                    <a:pt x="470614" y="431046"/>
                  </a:lnTo>
                  <a:lnTo>
                    <a:pt x="470634" y="431232"/>
                  </a:lnTo>
                  <a:lnTo>
                    <a:pt x="470960" y="432102"/>
                  </a:lnTo>
                  <a:lnTo>
                    <a:pt x="471317" y="432353"/>
                  </a:lnTo>
                  <a:lnTo>
                    <a:pt x="471714" y="432252"/>
                  </a:lnTo>
                  <a:lnTo>
                    <a:pt x="471873" y="431905"/>
                  </a:lnTo>
                  <a:lnTo>
                    <a:pt x="472110" y="431904"/>
                  </a:lnTo>
                  <a:lnTo>
                    <a:pt x="472367" y="431931"/>
                  </a:lnTo>
                  <a:lnTo>
                    <a:pt x="472691" y="432060"/>
                  </a:lnTo>
                  <a:lnTo>
                    <a:pt x="473101" y="432006"/>
                  </a:lnTo>
                  <a:lnTo>
                    <a:pt x="473866" y="431906"/>
                  </a:lnTo>
                  <a:lnTo>
                    <a:pt x="474195" y="432070"/>
                  </a:lnTo>
                  <a:lnTo>
                    <a:pt x="474506" y="432239"/>
                  </a:lnTo>
                  <a:lnTo>
                    <a:pt x="474806" y="432184"/>
                  </a:lnTo>
                  <a:lnTo>
                    <a:pt x="475197" y="432171"/>
                  </a:lnTo>
                  <a:lnTo>
                    <a:pt x="475331" y="432039"/>
                  </a:lnTo>
                  <a:lnTo>
                    <a:pt x="475829" y="431487"/>
                  </a:lnTo>
                  <a:lnTo>
                    <a:pt x="476103" y="431048"/>
                  </a:lnTo>
                  <a:lnTo>
                    <a:pt x="476106" y="430603"/>
                  </a:lnTo>
                  <a:lnTo>
                    <a:pt x="476215" y="430384"/>
                  </a:lnTo>
                  <a:lnTo>
                    <a:pt x="476829" y="430515"/>
                  </a:lnTo>
                  <a:lnTo>
                    <a:pt x="476845" y="430898"/>
                  </a:lnTo>
                  <a:lnTo>
                    <a:pt x="476703" y="431207"/>
                  </a:lnTo>
                  <a:lnTo>
                    <a:pt x="476668" y="431380"/>
                  </a:lnTo>
                  <a:lnTo>
                    <a:pt x="476662" y="431634"/>
                  </a:lnTo>
                  <a:lnTo>
                    <a:pt x="476700" y="431854"/>
                  </a:lnTo>
                  <a:lnTo>
                    <a:pt x="476729" y="432158"/>
                  </a:lnTo>
                  <a:lnTo>
                    <a:pt x="476701" y="432451"/>
                  </a:lnTo>
                  <a:lnTo>
                    <a:pt x="476633" y="432698"/>
                  </a:lnTo>
                  <a:lnTo>
                    <a:pt x="476516" y="433142"/>
                  </a:lnTo>
                  <a:lnTo>
                    <a:pt x="476461" y="433638"/>
                  </a:lnTo>
                  <a:lnTo>
                    <a:pt x="476724" y="434110"/>
                  </a:lnTo>
                  <a:lnTo>
                    <a:pt x="476564" y="434305"/>
                  </a:lnTo>
                  <a:lnTo>
                    <a:pt x="476409" y="434362"/>
                  </a:lnTo>
                  <a:lnTo>
                    <a:pt x="475619" y="434467"/>
                  </a:lnTo>
                  <a:lnTo>
                    <a:pt x="474962" y="434450"/>
                  </a:lnTo>
                  <a:lnTo>
                    <a:pt x="474470" y="434549"/>
                  </a:lnTo>
                  <a:lnTo>
                    <a:pt x="474250" y="434623"/>
                  </a:lnTo>
                  <a:lnTo>
                    <a:pt x="473866" y="434771"/>
                  </a:lnTo>
                  <a:lnTo>
                    <a:pt x="473605" y="435227"/>
                  </a:lnTo>
                  <a:lnTo>
                    <a:pt x="473436" y="435500"/>
                  </a:lnTo>
                  <a:lnTo>
                    <a:pt x="473286" y="435789"/>
                  </a:lnTo>
                  <a:lnTo>
                    <a:pt x="473122" y="436087"/>
                  </a:lnTo>
                  <a:lnTo>
                    <a:pt x="472919" y="436336"/>
                  </a:lnTo>
                  <a:lnTo>
                    <a:pt x="472822" y="436508"/>
                  </a:lnTo>
                  <a:lnTo>
                    <a:pt x="472818" y="436773"/>
                  </a:lnTo>
                  <a:lnTo>
                    <a:pt x="472636" y="436898"/>
                  </a:lnTo>
                  <a:lnTo>
                    <a:pt x="472489" y="436998"/>
                  </a:lnTo>
                  <a:lnTo>
                    <a:pt x="472361" y="437246"/>
                  </a:lnTo>
                  <a:lnTo>
                    <a:pt x="472356" y="437427"/>
                  </a:lnTo>
                  <a:lnTo>
                    <a:pt x="472289" y="437793"/>
                  </a:lnTo>
                  <a:lnTo>
                    <a:pt x="472162" y="438170"/>
                  </a:lnTo>
                  <a:lnTo>
                    <a:pt x="471903" y="439234"/>
                  </a:lnTo>
                  <a:lnTo>
                    <a:pt x="471874" y="439778"/>
                  </a:lnTo>
                  <a:lnTo>
                    <a:pt x="472060" y="440086"/>
                  </a:lnTo>
                  <a:lnTo>
                    <a:pt x="472267" y="440333"/>
                  </a:lnTo>
                  <a:lnTo>
                    <a:pt x="473095" y="440917"/>
                  </a:lnTo>
                  <a:lnTo>
                    <a:pt x="473228" y="440845"/>
                  </a:lnTo>
                  <a:lnTo>
                    <a:pt x="473398" y="440835"/>
                  </a:lnTo>
                  <a:lnTo>
                    <a:pt x="473595" y="440831"/>
                  </a:lnTo>
                  <a:lnTo>
                    <a:pt x="473901" y="440838"/>
                  </a:lnTo>
                  <a:lnTo>
                    <a:pt x="474210" y="440871"/>
                  </a:lnTo>
                  <a:lnTo>
                    <a:pt x="474684" y="441322"/>
                  </a:lnTo>
                  <a:lnTo>
                    <a:pt x="475022" y="441495"/>
                  </a:lnTo>
                  <a:lnTo>
                    <a:pt x="475301" y="441881"/>
                  </a:lnTo>
                  <a:lnTo>
                    <a:pt x="475309" y="442326"/>
                  </a:lnTo>
                  <a:lnTo>
                    <a:pt x="475157" y="442484"/>
                  </a:lnTo>
                  <a:lnTo>
                    <a:pt x="474930" y="443048"/>
                  </a:lnTo>
                  <a:lnTo>
                    <a:pt x="474794" y="443495"/>
                  </a:lnTo>
                  <a:lnTo>
                    <a:pt x="474637" y="443883"/>
                  </a:lnTo>
                  <a:lnTo>
                    <a:pt x="474574" y="444093"/>
                  </a:lnTo>
                  <a:lnTo>
                    <a:pt x="474498" y="444251"/>
                  </a:lnTo>
                  <a:lnTo>
                    <a:pt x="474161" y="444598"/>
                  </a:lnTo>
                  <a:lnTo>
                    <a:pt x="473864" y="444753"/>
                  </a:lnTo>
                  <a:lnTo>
                    <a:pt x="473160" y="445027"/>
                  </a:lnTo>
                  <a:lnTo>
                    <a:pt x="473006" y="445159"/>
                  </a:lnTo>
                  <a:lnTo>
                    <a:pt x="473095" y="445289"/>
                  </a:lnTo>
                  <a:lnTo>
                    <a:pt x="473383" y="445793"/>
                  </a:lnTo>
                  <a:lnTo>
                    <a:pt x="473321" y="445943"/>
                  </a:lnTo>
                  <a:lnTo>
                    <a:pt x="473126" y="446204"/>
                  </a:lnTo>
                  <a:lnTo>
                    <a:pt x="472821" y="446464"/>
                  </a:lnTo>
                  <a:lnTo>
                    <a:pt x="472473" y="446675"/>
                  </a:lnTo>
                  <a:lnTo>
                    <a:pt x="472107" y="446769"/>
                  </a:lnTo>
                  <a:lnTo>
                    <a:pt x="472308" y="447360"/>
                  </a:lnTo>
                  <a:lnTo>
                    <a:pt x="472301" y="447830"/>
                  </a:lnTo>
                  <a:lnTo>
                    <a:pt x="472155" y="448037"/>
                  </a:lnTo>
                  <a:lnTo>
                    <a:pt x="472001" y="448134"/>
                  </a:lnTo>
                  <a:lnTo>
                    <a:pt x="471873" y="448333"/>
                  </a:lnTo>
                  <a:lnTo>
                    <a:pt x="471746" y="448725"/>
                  </a:lnTo>
                  <a:lnTo>
                    <a:pt x="471618" y="448845"/>
                  </a:lnTo>
                  <a:lnTo>
                    <a:pt x="471404" y="449203"/>
                  </a:lnTo>
                  <a:lnTo>
                    <a:pt x="470947" y="449280"/>
                  </a:lnTo>
                  <a:lnTo>
                    <a:pt x="470654" y="449045"/>
                  </a:lnTo>
                  <a:lnTo>
                    <a:pt x="470431" y="448927"/>
                  </a:lnTo>
                  <a:lnTo>
                    <a:pt x="470323" y="448684"/>
                  </a:lnTo>
                  <a:lnTo>
                    <a:pt x="470175" y="448652"/>
                  </a:lnTo>
                  <a:lnTo>
                    <a:pt x="469967" y="448314"/>
                  </a:lnTo>
                  <a:lnTo>
                    <a:pt x="469779" y="448163"/>
                  </a:lnTo>
                  <a:lnTo>
                    <a:pt x="469443" y="447813"/>
                  </a:lnTo>
                  <a:lnTo>
                    <a:pt x="469022" y="447367"/>
                  </a:lnTo>
                  <a:lnTo>
                    <a:pt x="468362" y="446604"/>
                  </a:lnTo>
                  <a:lnTo>
                    <a:pt x="468204" y="446520"/>
                  </a:lnTo>
                  <a:lnTo>
                    <a:pt x="467777" y="446239"/>
                  </a:lnTo>
                  <a:lnTo>
                    <a:pt x="467566" y="446108"/>
                  </a:lnTo>
                  <a:lnTo>
                    <a:pt x="467165" y="445701"/>
                  </a:lnTo>
                  <a:lnTo>
                    <a:pt x="466705" y="445446"/>
                  </a:lnTo>
                  <a:lnTo>
                    <a:pt x="466664" y="445204"/>
                  </a:lnTo>
                  <a:lnTo>
                    <a:pt x="466612" y="444978"/>
                  </a:lnTo>
                  <a:lnTo>
                    <a:pt x="466140" y="444737"/>
                  </a:lnTo>
                  <a:lnTo>
                    <a:pt x="466042" y="444479"/>
                  </a:lnTo>
                  <a:lnTo>
                    <a:pt x="465879" y="444169"/>
                  </a:lnTo>
                  <a:lnTo>
                    <a:pt x="465333" y="444043"/>
                  </a:lnTo>
                  <a:lnTo>
                    <a:pt x="464042" y="444035"/>
                  </a:lnTo>
                  <a:lnTo>
                    <a:pt x="463569" y="443845"/>
                  </a:lnTo>
                  <a:lnTo>
                    <a:pt x="463126" y="444000"/>
                  </a:lnTo>
                  <a:lnTo>
                    <a:pt x="462774" y="444041"/>
                  </a:lnTo>
                  <a:lnTo>
                    <a:pt x="462432" y="444014"/>
                  </a:lnTo>
                  <a:lnTo>
                    <a:pt x="462241" y="444118"/>
                  </a:lnTo>
                  <a:lnTo>
                    <a:pt x="462090" y="444376"/>
                  </a:lnTo>
                  <a:lnTo>
                    <a:pt x="461946" y="445243"/>
                  </a:lnTo>
                  <a:lnTo>
                    <a:pt x="461993" y="445886"/>
                  </a:lnTo>
                  <a:lnTo>
                    <a:pt x="461944" y="446016"/>
                  </a:lnTo>
                  <a:lnTo>
                    <a:pt x="462039" y="446638"/>
                  </a:lnTo>
                  <a:lnTo>
                    <a:pt x="461880" y="447048"/>
                  </a:lnTo>
                  <a:lnTo>
                    <a:pt x="461553" y="447193"/>
                  </a:lnTo>
                  <a:lnTo>
                    <a:pt x="461369" y="446969"/>
                  </a:lnTo>
                  <a:lnTo>
                    <a:pt x="460973" y="446409"/>
                  </a:lnTo>
                  <a:lnTo>
                    <a:pt x="460610" y="445965"/>
                  </a:lnTo>
                  <a:lnTo>
                    <a:pt x="460630" y="445643"/>
                  </a:lnTo>
                  <a:lnTo>
                    <a:pt x="460602" y="445420"/>
                  </a:lnTo>
                  <a:lnTo>
                    <a:pt x="460365" y="445201"/>
                  </a:lnTo>
                  <a:lnTo>
                    <a:pt x="460107" y="444978"/>
                  </a:lnTo>
                  <a:lnTo>
                    <a:pt x="460107" y="444823"/>
                  </a:lnTo>
                  <a:lnTo>
                    <a:pt x="459480" y="444074"/>
                  </a:lnTo>
                  <a:lnTo>
                    <a:pt x="459460" y="443847"/>
                  </a:lnTo>
                  <a:lnTo>
                    <a:pt x="459053" y="443291"/>
                  </a:lnTo>
                  <a:lnTo>
                    <a:pt x="458804" y="443193"/>
                  </a:lnTo>
                  <a:lnTo>
                    <a:pt x="458678" y="442941"/>
                  </a:lnTo>
                  <a:lnTo>
                    <a:pt x="458482" y="442610"/>
                  </a:lnTo>
                  <a:lnTo>
                    <a:pt x="458258" y="442441"/>
                  </a:lnTo>
                  <a:lnTo>
                    <a:pt x="457833" y="442328"/>
                  </a:lnTo>
                  <a:lnTo>
                    <a:pt x="457698" y="442327"/>
                  </a:lnTo>
                  <a:lnTo>
                    <a:pt x="457294" y="442201"/>
                  </a:lnTo>
                  <a:lnTo>
                    <a:pt x="457077" y="442316"/>
                  </a:lnTo>
                  <a:lnTo>
                    <a:pt x="456780" y="442382"/>
                  </a:lnTo>
                  <a:lnTo>
                    <a:pt x="456511" y="442411"/>
                  </a:lnTo>
                  <a:lnTo>
                    <a:pt x="456247" y="442397"/>
                  </a:lnTo>
                  <a:lnTo>
                    <a:pt x="455870" y="442215"/>
                  </a:lnTo>
                  <a:lnTo>
                    <a:pt x="455376" y="442156"/>
                  </a:lnTo>
                  <a:lnTo>
                    <a:pt x="455168" y="442714"/>
                  </a:lnTo>
                  <a:lnTo>
                    <a:pt x="454768" y="442726"/>
                  </a:lnTo>
                  <a:lnTo>
                    <a:pt x="454671" y="442115"/>
                  </a:lnTo>
                  <a:lnTo>
                    <a:pt x="454112" y="442079"/>
                  </a:lnTo>
                  <a:lnTo>
                    <a:pt x="453744" y="442287"/>
                  </a:lnTo>
                  <a:lnTo>
                    <a:pt x="453407" y="442588"/>
                  </a:lnTo>
                  <a:lnTo>
                    <a:pt x="453436" y="442906"/>
                  </a:lnTo>
                  <a:lnTo>
                    <a:pt x="453016" y="443010"/>
                  </a:lnTo>
                  <a:lnTo>
                    <a:pt x="452859" y="443539"/>
                  </a:lnTo>
                  <a:lnTo>
                    <a:pt x="452596" y="443642"/>
                  </a:lnTo>
                  <a:lnTo>
                    <a:pt x="452441" y="443668"/>
                  </a:lnTo>
                  <a:lnTo>
                    <a:pt x="452363" y="443809"/>
                  </a:lnTo>
                  <a:lnTo>
                    <a:pt x="451630" y="444361"/>
                  </a:lnTo>
                  <a:lnTo>
                    <a:pt x="451649" y="444556"/>
                  </a:lnTo>
                  <a:lnTo>
                    <a:pt x="451472" y="445134"/>
                  </a:lnTo>
                  <a:lnTo>
                    <a:pt x="451305" y="445361"/>
                  </a:lnTo>
                  <a:lnTo>
                    <a:pt x="451569" y="445709"/>
                  </a:lnTo>
                  <a:lnTo>
                    <a:pt x="451979" y="445647"/>
                  </a:lnTo>
                  <a:lnTo>
                    <a:pt x="452116" y="445706"/>
                  </a:lnTo>
                  <a:lnTo>
                    <a:pt x="451840" y="446231"/>
                  </a:lnTo>
                  <a:lnTo>
                    <a:pt x="451831" y="446519"/>
                  </a:lnTo>
                  <a:lnTo>
                    <a:pt x="452368" y="446834"/>
                  </a:lnTo>
                  <a:lnTo>
                    <a:pt x="452364" y="447068"/>
                  </a:lnTo>
                  <a:lnTo>
                    <a:pt x="452424" y="447332"/>
                  </a:lnTo>
                  <a:lnTo>
                    <a:pt x="452980" y="447504"/>
                  </a:lnTo>
                  <a:lnTo>
                    <a:pt x="452831" y="447801"/>
                  </a:lnTo>
                  <a:lnTo>
                    <a:pt x="452818" y="448013"/>
                  </a:lnTo>
                  <a:lnTo>
                    <a:pt x="452677" y="448390"/>
                  </a:lnTo>
                  <a:lnTo>
                    <a:pt x="453160" y="448703"/>
                  </a:lnTo>
                  <a:lnTo>
                    <a:pt x="453245" y="448968"/>
                  </a:lnTo>
                  <a:lnTo>
                    <a:pt x="453296" y="449155"/>
                  </a:lnTo>
                  <a:lnTo>
                    <a:pt x="453339" y="449655"/>
                  </a:lnTo>
                  <a:lnTo>
                    <a:pt x="453000" y="449788"/>
                  </a:lnTo>
                  <a:lnTo>
                    <a:pt x="452516" y="449893"/>
                  </a:lnTo>
                  <a:lnTo>
                    <a:pt x="452323" y="450203"/>
                  </a:lnTo>
                  <a:lnTo>
                    <a:pt x="452330" y="450421"/>
                  </a:lnTo>
                  <a:lnTo>
                    <a:pt x="452475" y="450789"/>
                  </a:lnTo>
                  <a:lnTo>
                    <a:pt x="452475" y="451462"/>
                  </a:lnTo>
                  <a:lnTo>
                    <a:pt x="452715" y="451459"/>
                  </a:lnTo>
                  <a:lnTo>
                    <a:pt x="453065" y="451452"/>
                  </a:lnTo>
                  <a:lnTo>
                    <a:pt x="453387" y="451745"/>
                  </a:lnTo>
                  <a:lnTo>
                    <a:pt x="453524" y="451898"/>
                  </a:lnTo>
                  <a:lnTo>
                    <a:pt x="453809" y="451889"/>
                  </a:lnTo>
                  <a:lnTo>
                    <a:pt x="453799" y="452279"/>
                  </a:lnTo>
                  <a:lnTo>
                    <a:pt x="453847" y="452551"/>
                  </a:lnTo>
                  <a:lnTo>
                    <a:pt x="453585" y="453749"/>
                  </a:lnTo>
                  <a:lnTo>
                    <a:pt x="453764" y="454217"/>
                  </a:lnTo>
                  <a:lnTo>
                    <a:pt x="453985" y="454540"/>
                  </a:lnTo>
                  <a:lnTo>
                    <a:pt x="453745" y="454595"/>
                  </a:lnTo>
                  <a:lnTo>
                    <a:pt x="453452" y="454660"/>
                  </a:lnTo>
                  <a:lnTo>
                    <a:pt x="452972" y="454612"/>
                  </a:lnTo>
                  <a:lnTo>
                    <a:pt x="452192" y="454464"/>
                  </a:lnTo>
                  <a:lnTo>
                    <a:pt x="452007" y="454391"/>
                  </a:lnTo>
                  <a:lnTo>
                    <a:pt x="451789" y="454408"/>
                  </a:lnTo>
                  <a:lnTo>
                    <a:pt x="451832" y="454822"/>
                  </a:lnTo>
                  <a:lnTo>
                    <a:pt x="451901" y="455176"/>
                  </a:lnTo>
                  <a:lnTo>
                    <a:pt x="451923" y="455500"/>
                  </a:lnTo>
                  <a:lnTo>
                    <a:pt x="451996" y="455904"/>
                  </a:lnTo>
                  <a:lnTo>
                    <a:pt x="451987" y="456052"/>
                  </a:lnTo>
                  <a:lnTo>
                    <a:pt x="451883" y="456426"/>
                  </a:lnTo>
                  <a:lnTo>
                    <a:pt x="451737" y="456693"/>
                  </a:lnTo>
                  <a:lnTo>
                    <a:pt x="451788" y="457389"/>
                  </a:lnTo>
                  <a:lnTo>
                    <a:pt x="451497" y="457821"/>
                  </a:lnTo>
                  <a:lnTo>
                    <a:pt x="452006" y="458199"/>
                  </a:lnTo>
                  <a:lnTo>
                    <a:pt x="452252" y="458172"/>
                  </a:lnTo>
                  <a:lnTo>
                    <a:pt x="452818" y="458218"/>
                  </a:lnTo>
                  <a:lnTo>
                    <a:pt x="453758" y="458684"/>
                  </a:lnTo>
                  <a:lnTo>
                    <a:pt x="454454" y="459308"/>
                  </a:lnTo>
                  <a:lnTo>
                    <a:pt x="454900" y="459802"/>
                  </a:lnTo>
                  <a:lnTo>
                    <a:pt x="455343" y="459971"/>
                  </a:lnTo>
                  <a:lnTo>
                    <a:pt x="455452" y="460460"/>
                  </a:lnTo>
                  <a:lnTo>
                    <a:pt x="455394" y="460669"/>
                  </a:lnTo>
                  <a:lnTo>
                    <a:pt x="455333" y="460862"/>
                  </a:lnTo>
                  <a:lnTo>
                    <a:pt x="456013" y="461525"/>
                  </a:lnTo>
                  <a:lnTo>
                    <a:pt x="455940" y="461683"/>
                  </a:lnTo>
                  <a:lnTo>
                    <a:pt x="455879" y="461959"/>
                  </a:lnTo>
                  <a:lnTo>
                    <a:pt x="455849" y="462135"/>
                  </a:lnTo>
                  <a:lnTo>
                    <a:pt x="455779" y="462417"/>
                  </a:lnTo>
                  <a:lnTo>
                    <a:pt x="455630" y="462826"/>
                  </a:lnTo>
                  <a:lnTo>
                    <a:pt x="455891" y="463346"/>
                  </a:lnTo>
                  <a:lnTo>
                    <a:pt x="455639" y="463655"/>
                  </a:lnTo>
                  <a:lnTo>
                    <a:pt x="455544" y="464076"/>
                  </a:lnTo>
                  <a:lnTo>
                    <a:pt x="455606" y="464284"/>
                  </a:lnTo>
                  <a:lnTo>
                    <a:pt x="455639" y="464602"/>
                  </a:lnTo>
                  <a:lnTo>
                    <a:pt x="455529" y="464971"/>
                  </a:lnTo>
                  <a:lnTo>
                    <a:pt x="455568" y="465256"/>
                  </a:lnTo>
                  <a:lnTo>
                    <a:pt x="455541" y="465534"/>
                  </a:lnTo>
                  <a:lnTo>
                    <a:pt x="455496" y="465734"/>
                  </a:lnTo>
                  <a:lnTo>
                    <a:pt x="455336" y="466219"/>
                  </a:lnTo>
                  <a:lnTo>
                    <a:pt x="454742" y="466774"/>
                  </a:lnTo>
                  <a:lnTo>
                    <a:pt x="454705" y="466905"/>
                  </a:lnTo>
                  <a:lnTo>
                    <a:pt x="454610" y="467201"/>
                  </a:lnTo>
                  <a:lnTo>
                    <a:pt x="454333" y="467635"/>
                  </a:lnTo>
                  <a:lnTo>
                    <a:pt x="454067" y="467781"/>
                  </a:lnTo>
                  <a:lnTo>
                    <a:pt x="453699" y="467894"/>
                  </a:lnTo>
                  <a:lnTo>
                    <a:pt x="453224" y="468515"/>
                  </a:lnTo>
                  <a:lnTo>
                    <a:pt x="452952" y="468834"/>
                  </a:lnTo>
                  <a:lnTo>
                    <a:pt x="452273" y="468781"/>
                  </a:lnTo>
                  <a:lnTo>
                    <a:pt x="451666" y="468899"/>
                  </a:lnTo>
                  <a:lnTo>
                    <a:pt x="451407" y="469306"/>
                  </a:lnTo>
                  <a:lnTo>
                    <a:pt x="451404" y="469999"/>
                  </a:lnTo>
                  <a:lnTo>
                    <a:pt x="451123" y="469803"/>
                  </a:lnTo>
                  <a:lnTo>
                    <a:pt x="451035" y="469069"/>
                  </a:lnTo>
                  <a:lnTo>
                    <a:pt x="451165" y="468749"/>
                  </a:lnTo>
                  <a:lnTo>
                    <a:pt x="451225" y="468515"/>
                  </a:lnTo>
                  <a:lnTo>
                    <a:pt x="450893" y="468485"/>
                  </a:lnTo>
                  <a:lnTo>
                    <a:pt x="450741" y="468522"/>
                  </a:lnTo>
                  <a:lnTo>
                    <a:pt x="450377" y="468423"/>
                  </a:lnTo>
                  <a:lnTo>
                    <a:pt x="449984" y="468219"/>
                  </a:lnTo>
                  <a:lnTo>
                    <a:pt x="449766" y="467857"/>
                  </a:lnTo>
                  <a:lnTo>
                    <a:pt x="449606" y="467875"/>
                  </a:lnTo>
                  <a:lnTo>
                    <a:pt x="449445" y="468001"/>
                  </a:lnTo>
                  <a:lnTo>
                    <a:pt x="449165" y="468051"/>
                  </a:lnTo>
                  <a:lnTo>
                    <a:pt x="448603" y="468486"/>
                  </a:lnTo>
                  <a:lnTo>
                    <a:pt x="448037" y="468836"/>
                  </a:lnTo>
                  <a:lnTo>
                    <a:pt x="447820" y="469133"/>
                  </a:lnTo>
                  <a:lnTo>
                    <a:pt x="447579" y="469523"/>
                  </a:lnTo>
                  <a:lnTo>
                    <a:pt x="447205" y="469768"/>
                  </a:lnTo>
                  <a:lnTo>
                    <a:pt x="446717" y="470217"/>
                  </a:lnTo>
                  <a:lnTo>
                    <a:pt x="446121" y="470282"/>
                  </a:lnTo>
                  <a:lnTo>
                    <a:pt x="445969" y="470335"/>
                  </a:lnTo>
                  <a:lnTo>
                    <a:pt x="445496" y="470383"/>
                  </a:lnTo>
                  <a:lnTo>
                    <a:pt x="445198" y="470554"/>
                  </a:lnTo>
                  <a:lnTo>
                    <a:pt x="444982" y="470720"/>
                  </a:lnTo>
                  <a:lnTo>
                    <a:pt x="444661" y="470988"/>
                  </a:lnTo>
                  <a:lnTo>
                    <a:pt x="444380" y="471225"/>
                  </a:lnTo>
                  <a:lnTo>
                    <a:pt x="444225" y="471384"/>
                  </a:lnTo>
                  <a:lnTo>
                    <a:pt x="443970" y="471183"/>
                  </a:lnTo>
                  <a:lnTo>
                    <a:pt x="443583" y="470711"/>
                  </a:lnTo>
                  <a:lnTo>
                    <a:pt x="442916" y="470765"/>
                  </a:lnTo>
                  <a:lnTo>
                    <a:pt x="442748" y="470516"/>
                  </a:lnTo>
                  <a:lnTo>
                    <a:pt x="442683" y="470330"/>
                  </a:lnTo>
                  <a:lnTo>
                    <a:pt x="442637" y="470195"/>
                  </a:lnTo>
                  <a:lnTo>
                    <a:pt x="442326" y="470077"/>
                  </a:lnTo>
                  <a:lnTo>
                    <a:pt x="441854" y="469707"/>
                  </a:lnTo>
                  <a:lnTo>
                    <a:pt x="441336" y="469663"/>
                  </a:lnTo>
                  <a:lnTo>
                    <a:pt x="440655" y="469310"/>
                  </a:lnTo>
                  <a:lnTo>
                    <a:pt x="440420" y="469284"/>
                  </a:lnTo>
                  <a:lnTo>
                    <a:pt x="440094" y="469477"/>
                  </a:lnTo>
                  <a:lnTo>
                    <a:pt x="439899" y="469464"/>
                  </a:lnTo>
                  <a:lnTo>
                    <a:pt x="438915" y="469134"/>
                  </a:lnTo>
                  <a:lnTo>
                    <a:pt x="438805" y="469293"/>
                  </a:lnTo>
                  <a:lnTo>
                    <a:pt x="438290" y="469735"/>
                  </a:lnTo>
                  <a:lnTo>
                    <a:pt x="438060" y="469585"/>
                  </a:lnTo>
                  <a:lnTo>
                    <a:pt x="437937" y="469073"/>
                  </a:lnTo>
                  <a:lnTo>
                    <a:pt x="436714" y="468959"/>
                  </a:lnTo>
                  <a:lnTo>
                    <a:pt x="436331" y="468812"/>
                  </a:lnTo>
                  <a:lnTo>
                    <a:pt x="436080" y="468639"/>
                  </a:lnTo>
                  <a:lnTo>
                    <a:pt x="435632" y="468220"/>
                  </a:lnTo>
                  <a:lnTo>
                    <a:pt x="434752" y="467861"/>
                  </a:lnTo>
                  <a:lnTo>
                    <a:pt x="434825" y="468368"/>
                  </a:lnTo>
                  <a:lnTo>
                    <a:pt x="435089" y="468667"/>
                  </a:lnTo>
                  <a:lnTo>
                    <a:pt x="435393" y="468990"/>
                  </a:lnTo>
                  <a:lnTo>
                    <a:pt x="435558" y="469221"/>
                  </a:lnTo>
                  <a:lnTo>
                    <a:pt x="435775" y="469668"/>
                  </a:lnTo>
                  <a:lnTo>
                    <a:pt x="435770" y="470058"/>
                  </a:lnTo>
                  <a:lnTo>
                    <a:pt x="436041" y="470475"/>
                  </a:lnTo>
                  <a:lnTo>
                    <a:pt x="435901" y="470782"/>
                  </a:lnTo>
                  <a:lnTo>
                    <a:pt x="435528" y="471004"/>
                  </a:lnTo>
                  <a:lnTo>
                    <a:pt x="435386" y="470925"/>
                  </a:lnTo>
                  <a:lnTo>
                    <a:pt x="435130" y="470682"/>
                  </a:lnTo>
                  <a:lnTo>
                    <a:pt x="434800" y="470503"/>
                  </a:lnTo>
                  <a:lnTo>
                    <a:pt x="434326" y="470207"/>
                  </a:lnTo>
                  <a:lnTo>
                    <a:pt x="434133" y="470183"/>
                  </a:lnTo>
                  <a:lnTo>
                    <a:pt x="433910" y="470437"/>
                  </a:lnTo>
                  <a:lnTo>
                    <a:pt x="433773" y="470747"/>
                  </a:lnTo>
                  <a:lnTo>
                    <a:pt x="433670" y="471135"/>
                  </a:lnTo>
                  <a:lnTo>
                    <a:pt x="433697" y="471694"/>
                  </a:lnTo>
                  <a:lnTo>
                    <a:pt x="433757" y="472028"/>
                  </a:lnTo>
                  <a:lnTo>
                    <a:pt x="433759" y="472175"/>
                  </a:lnTo>
                  <a:lnTo>
                    <a:pt x="433725" y="472575"/>
                  </a:lnTo>
                  <a:lnTo>
                    <a:pt x="433719" y="472947"/>
                  </a:lnTo>
                  <a:lnTo>
                    <a:pt x="433702" y="473235"/>
                  </a:lnTo>
                  <a:lnTo>
                    <a:pt x="433678" y="473422"/>
                  </a:lnTo>
                  <a:lnTo>
                    <a:pt x="433678" y="473921"/>
                  </a:lnTo>
                  <a:lnTo>
                    <a:pt x="433916" y="474280"/>
                  </a:lnTo>
                  <a:lnTo>
                    <a:pt x="433849" y="474771"/>
                  </a:lnTo>
                  <a:lnTo>
                    <a:pt x="433167" y="474669"/>
                  </a:lnTo>
                  <a:lnTo>
                    <a:pt x="433115" y="474476"/>
                  </a:lnTo>
                  <a:lnTo>
                    <a:pt x="432960" y="474342"/>
                  </a:lnTo>
                  <a:lnTo>
                    <a:pt x="432821" y="474302"/>
                  </a:lnTo>
                  <a:lnTo>
                    <a:pt x="432504" y="474160"/>
                  </a:lnTo>
                  <a:lnTo>
                    <a:pt x="431463" y="473684"/>
                  </a:lnTo>
                  <a:lnTo>
                    <a:pt x="431308" y="473496"/>
                  </a:lnTo>
                  <a:lnTo>
                    <a:pt x="431167" y="473573"/>
                  </a:lnTo>
                  <a:lnTo>
                    <a:pt x="430994" y="473435"/>
                  </a:lnTo>
                  <a:lnTo>
                    <a:pt x="430471" y="473517"/>
                  </a:lnTo>
                  <a:lnTo>
                    <a:pt x="430352" y="473278"/>
                  </a:lnTo>
                  <a:lnTo>
                    <a:pt x="430530" y="473124"/>
                  </a:lnTo>
                  <a:lnTo>
                    <a:pt x="429495" y="472707"/>
                  </a:lnTo>
                  <a:lnTo>
                    <a:pt x="429227" y="472495"/>
                  </a:lnTo>
                  <a:lnTo>
                    <a:pt x="428995" y="471604"/>
                  </a:lnTo>
                  <a:lnTo>
                    <a:pt x="428498" y="471632"/>
                  </a:lnTo>
                  <a:lnTo>
                    <a:pt x="428762" y="471299"/>
                  </a:lnTo>
                  <a:lnTo>
                    <a:pt x="428653" y="471133"/>
                  </a:lnTo>
                  <a:lnTo>
                    <a:pt x="428506" y="470947"/>
                  </a:lnTo>
                  <a:lnTo>
                    <a:pt x="428180" y="470950"/>
                  </a:lnTo>
                  <a:lnTo>
                    <a:pt x="427958" y="470770"/>
                  </a:lnTo>
                  <a:lnTo>
                    <a:pt x="428143" y="470457"/>
                  </a:lnTo>
                  <a:lnTo>
                    <a:pt x="427993" y="470468"/>
                  </a:lnTo>
                  <a:lnTo>
                    <a:pt x="427954" y="470259"/>
                  </a:lnTo>
                  <a:lnTo>
                    <a:pt x="427950" y="469961"/>
                  </a:lnTo>
                  <a:lnTo>
                    <a:pt x="427924" y="469729"/>
                  </a:lnTo>
                  <a:lnTo>
                    <a:pt x="427454" y="469117"/>
                  </a:lnTo>
                  <a:lnTo>
                    <a:pt x="427452" y="468961"/>
                  </a:lnTo>
                  <a:lnTo>
                    <a:pt x="427313" y="468925"/>
                  </a:lnTo>
                  <a:lnTo>
                    <a:pt x="427097" y="468642"/>
                  </a:lnTo>
                  <a:lnTo>
                    <a:pt x="426915" y="468458"/>
                  </a:lnTo>
                  <a:lnTo>
                    <a:pt x="426654" y="468309"/>
                  </a:lnTo>
                  <a:lnTo>
                    <a:pt x="426543" y="467613"/>
                  </a:lnTo>
                  <a:lnTo>
                    <a:pt x="425823" y="467035"/>
                  </a:lnTo>
                  <a:lnTo>
                    <a:pt x="425580" y="467326"/>
                  </a:lnTo>
                  <a:lnTo>
                    <a:pt x="425389" y="467262"/>
                  </a:lnTo>
                  <a:lnTo>
                    <a:pt x="425184" y="466601"/>
                  </a:lnTo>
                  <a:lnTo>
                    <a:pt x="425045" y="466213"/>
                  </a:lnTo>
                  <a:lnTo>
                    <a:pt x="424147" y="465989"/>
                  </a:lnTo>
                  <a:lnTo>
                    <a:pt x="423951" y="466241"/>
                  </a:lnTo>
                  <a:lnTo>
                    <a:pt x="423813" y="466419"/>
                  </a:lnTo>
                  <a:lnTo>
                    <a:pt x="423574" y="466703"/>
                  </a:lnTo>
                  <a:lnTo>
                    <a:pt x="423229" y="467289"/>
                  </a:lnTo>
                  <a:lnTo>
                    <a:pt x="422872" y="467139"/>
                  </a:lnTo>
                  <a:lnTo>
                    <a:pt x="422934" y="466909"/>
                  </a:lnTo>
                  <a:lnTo>
                    <a:pt x="423249" y="466368"/>
                  </a:lnTo>
                  <a:lnTo>
                    <a:pt x="423400" y="465992"/>
                  </a:lnTo>
                  <a:lnTo>
                    <a:pt x="423455" y="465726"/>
                  </a:lnTo>
                  <a:lnTo>
                    <a:pt x="423733" y="465342"/>
                  </a:lnTo>
                  <a:lnTo>
                    <a:pt x="423900" y="465206"/>
                  </a:lnTo>
                  <a:lnTo>
                    <a:pt x="423747" y="465072"/>
                  </a:lnTo>
                  <a:lnTo>
                    <a:pt x="423705" y="464668"/>
                  </a:lnTo>
                  <a:lnTo>
                    <a:pt x="423344" y="464928"/>
                  </a:lnTo>
                  <a:lnTo>
                    <a:pt x="423088" y="465038"/>
                  </a:lnTo>
                  <a:lnTo>
                    <a:pt x="422793" y="465098"/>
                  </a:lnTo>
                  <a:lnTo>
                    <a:pt x="422483" y="465422"/>
                  </a:lnTo>
                  <a:lnTo>
                    <a:pt x="422146" y="465646"/>
                  </a:lnTo>
                  <a:lnTo>
                    <a:pt x="421927" y="465773"/>
                  </a:lnTo>
                  <a:lnTo>
                    <a:pt x="421394" y="466219"/>
                  </a:lnTo>
                  <a:lnTo>
                    <a:pt x="420918" y="466025"/>
                  </a:lnTo>
                  <a:lnTo>
                    <a:pt x="420374" y="465975"/>
                  </a:lnTo>
                  <a:lnTo>
                    <a:pt x="420072" y="465847"/>
                  </a:lnTo>
                  <a:lnTo>
                    <a:pt x="419819" y="465738"/>
                  </a:lnTo>
                  <a:lnTo>
                    <a:pt x="419672" y="465644"/>
                  </a:lnTo>
                  <a:lnTo>
                    <a:pt x="419433" y="465610"/>
                  </a:lnTo>
                  <a:lnTo>
                    <a:pt x="419051" y="465513"/>
                  </a:lnTo>
                  <a:lnTo>
                    <a:pt x="418747" y="465348"/>
                  </a:lnTo>
                  <a:lnTo>
                    <a:pt x="418199" y="465299"/>
                  </a:lnTo>
                  <a:lnTo>
                    <a:pt x="418258" y="465556"/>
                  </a:lnTo>
                  <a:lnTo>
                    <a:pt x="418300" y="465929"/>
                  </a:lnTo>
                  <a:lnTo>
                    <a:pt x="417979" y="466079"/>
                  </a:lnTo>
                  <a:lnTo>
                    <a:pt x="417539" y="466058"/>
                  </a:lnTo>
                  <a:lnTo>
                    <a:pt x="417495" y="466319"/>
                  </a:lnTo>
                  <a:lnTo>
                    <a:pt x="417406" y="466708"/>
                  </a:lnTo>
                  <a:lnTo>
                    <a:pt x="417364" y="466853"/>
                  </a:lnTo>
                  <a:lnTo>
                    <a:pt x="417307" y="467012"/>
                  </a:lnTo>
                  <a:lnTo>
                    <a:pt x="417130" y="467393"/>
                  </a:lnTo>
                  <a:lnTo>
                    <a:pt x="417051" y="468038"/>
                  </a:lnTo>
                  <a:lnTo>
                    <a:pt x="417193" y="468517"/>
                  </a:lnTo>
                  <a:lnTo>
                    <a:pt x="417194" y="469094"/>
                  </a:lnTo>
                  <a:lnTo>
                    <a:pt x="417008" y="469628"/>
                  </a:lnTo>
                  <a:lnTo>
                    <a:pt x="416896" y="469876"/>
                  </a:lnTo>
                  <a:lnTo>
                    <a:pt x="416620" y="470546"/>
                  </a:lnTo>
                  <a:lnTo>
                    <a:pt x="416230" y="471119"/>
                  </a:lnTo>
                  <a:lnTo>
                    <a:pt x="415833" y="470885"/>
                  </a:lnTo>
                  <a:lnTo>
                    <a:pt x="415718" y="470209"/>
                  </a:lnTo>
                  <a:lnTo>
                    <a:pt x="415286" y="470225"/>
                  </a:lnTo>
                  <a:lnTo>
                    <a:pt x="414832" y="470268"/>
                  </a:lnTo>
                  <a:lnTo>
                    <a:pt x="414176" y="469966"/>
                  </a:lnTo>
                  <a:lnTo>
                    <a:pt x="413975" y="469876"/>
                  </a:lnTo>
                  <a:lnTo>
                    <a:pt x="413717" y="469926"/>
                  </a:lnTo>
                  <a:lnTo>
                    <a:pt x="413502" y="470045"/>
                  </a:lnTo>
                  <a:lnTo>
                    <a:pt x="413036" y="469673"/>
                  </a:lnTo>
                  <a:lnTo>
                    <a:pt x="412812" y="469671"/>
                  </a:lnTo>
                  <a:lnTo>
                    <a:pt x="412562" y="469499"/>
                  </a:lnTo>
                  <a:lnTo>
                    <a:pt x="412397" y="469044"/>
                  </a:lnTo>
                  <a:lnTo>
                    <a:pt x="412250" y="468844"/>
                  </a:lnTo>
                  <a:lnTo>
                    <a:pt x="411818" y="468518"/>
                  </a:lnTo>
                  <a:lnTo>
                    <a:pt x="411619" y="468397"/>
                  </a:lnTo>
                  <a:lnTo>
                    <a:pt x="412200" y="467742"/>
                  </a:lnTo>
                  <a:lnTo>
                    <a:pt x="412555" y="467150"/>
                  </a:lnTo>
                  <a:lnTo>
                    <a:pt x="412711" y="466841"/>
                  </a:lnTo>
                  <a:lnTo>
                    <a:pt x="412802" y="466678"/>
                  </a:lnTo>
                  <a:lnTo>
                    <a:pt x="413306" y="466447"/>
                  </a:lnTo>
                  <a:lnTo>
                    <a:pt x="413534" y="466281"/>
                  </a:lnTo>
                  <a:lnTo>
                    <a:pt x="413550" y="466127"/>
                  </a:lnTo>
                  <a:lnTo>
                    <a:pt x="413469" y="465551"/>
                  </a:lnTo>
                  <a:lnTo>
                    <a:pt x="413462" y="465229"/>
                  </a:lnTo>
                  <a:lnTo>
                    <a:pt x="413331" y="464751"/>
                  </a:lnTo>
                  <a:lnTo>
                    <a:pt x="413256" y="464612"/>
                  </a:lnTo>
                  <a:lnTo>
                    <a:pt x="413158" y="464357"/>
                  </a:lnTo>
                  <a:lnTo>
                    <a:pt x="412781" y="463333"/>
                  </a:lnTo>
                  <a:lnTo>
                    <a:pt x="412687" y="462622"/>
                  </a:lnTo>
                  <a:lnTo>
                    <a:pt x="412744" y="462282"/>
                  </a:lnTo>
                  <a:lnTo>
                    <a:pt x="412771" y="462150"/>
                  </a:lnTo>
                  <a:lnTo>
                    <a:pt x="412811" y="461976"/>
                  </a:lnTo>
                  <a:lnTo>
                    <a:pt x="412757" y="461827"/>
                  </a:lnTo>
                  <a:lnTo>
                    <a:pt x="412935" y="461196"/>
                  </a:lnTo>
                  <a:lnTo>
                    <a:pt x="412641" y="460836"/>
                  </a:lnTo>
                  <a:lnTo>
                    <a:pt x="412436" y="460603"/>
                  </a:lnTo>
                  <a:lnTo>
                    <a:pt x="412438" y="460355"/>
                  </a:lnTo>
                  <a:lnTo>
                    <a:pt x="412531" y="460032"/>
                  </a:lnTo>
                  <a:lnTo>
                    <a:pt x="412308" y="459877"/>
                  </a:lnTo>
                  <a:lnTo>
                    <a:pt x="411672" y="459826"/>
                  </a:lnTo>
                  <a:lnTo>
                    <a:pt x="411380" y="459413"/>
                  </a:lnTo>
                  <a:lnTo>
                    <a:pt x="411345" y="459171"/>
                  </a:lnTo>
                  <a:lnTo>
                    <a:pt x="411335" y="458939"/>
                  </a:lnTo>
                  <a:lnTo>
                    <a:pt x="410890" y="458517"/>
                  </a:lnTo>
                  <a:lnTo>
                    <a:pt x="410509" y="458582"/>
                  </a:lnTo>
                  <a:lnTo>
                    <a:pt x="410297" y="458529"/>
                  </a:lnTo>
                  <a:lnTo>
                    <a:pt x="410126" y="458457"/>
                  </a:lnTo>
                  <a:lnTo>
                    <a:pt x="409406" y="458105"/>
                  </a:lnTo>
                  <a:lnTo>
                    <a:pt x="409560" y="457832"/>
                  </a:lnTo>
                  <a:lnTo>
                    <a:pt x="409672" y="457564"/>
                  </a:lnTo>
                  <a:lnTo>
                    <a:pt x="409667" y="457219"/>
                  </a:lnTo>
                  <a:lnTo>
                    <a:pt x="409789" y="456994"/>
                  </a:lnTo>
                  <a:lnTo>
                    <a:pt x="409056" y="456941"/>
                  </a:lnTo>
                  <a:lnTo>
                    <a:pt x="408541" y="456605"/>
                  </a:lnTo>
                  <a:lnTo>
                    <a:pt x="408151" y="456559"/>
                  </a:lnTo>
                  <a:lnTo>
                    <a:pt x="407732" y="456500"/>
                  </a:lnTo>
                  <a:lnTo>
                    <a:pt x="407454" y="456584"/>
                  </a:lnTo>
                  <a:lnTo>
                    <a:pt x="407037" y="456512"/>
                  </a:lnTo>
                  <a:lnTo>
                    <a:pt x="406674" y="456282"/>
                  </a:lnTo>
                  <a:lnTo>
                    <a:pt x="406480" y="456034"/>
                  </a:lnTo>
                  <a:lnTo>
                    <a:pt x="406471" y="455672"/>
                  </a:lnTo>
                  <a:lnTo>
                    <a:pt x="406302" y="455294"/>
                  </a:lnTo>
                  <a:lnTo>
                    <a:pt x="406308" y="454676"/>
                  </a:lnTo>
                  <a:lnTo>
                    <a:pt x="405956" y="454371"/>
                  </a:lnTo>
                  <a:lnTo>
                    <a:pt x="405795" y="454043"/>
                  </a:lnTo>
                  <a:lnTo>
                    <a:pt x="405530" y="453827"/>
                  </a:lnTo>
                  <a:lnTo>
                    <a:pt x="405314" y="453730"/>
                  </a:lnTo>
                  <a:lnTo>
                    <a:pt x="405148" y="453355"/>
                  </a:lnTo>
                  <a:lnTo>
                    <a:pt x="404784" y="453088"/>
                  </a:lnTo>
                  <a:lnTo>
                    <a:pt x="404664" y="452715"/>
                  </a:lnTo>
                  <a:lnTo>
                    <a:pt x="404663" y="452040"/>
                  </a:lnTo>
                  <a:lnTo>
                    <a:pt x="404477" y="451857"/>
                  </a:lnTo>
                  <a:lnTo>
                    <a:pt x="404160" y="451900"/>
                  </a:lnTo>
                  <a:lnTo>
                    <a:pt x="403896" y="451841"/>
                  </a:lnTo>
                  <a:lnTo>
                    <a:pt x="403591" y="452059"/>
                  </a:lnTo>
                  <a:lnTo>
                    <a:pt x="403733" y="452841"/>
                  </a:lnTo>
                  <a:lnTo>
                    <a:pt x="403666" y="453418"/>
                  </a:lnTo>
                  <a:lnTo>
                    <a:pt x="403564" y="453718"/>
                  </a:lnTo>
                  <a:lnTo>
                    <a:pt x="403262" y="454429"/>
                  </a:lnTo>
                  <a:lnTo>
                    <a:pt x="403071" y="454723"/>
                  </a:lnTo>
                  <a:lnTo>
                    <a:pt x="403116" y="454950"/>
                  </a:lnTo>
                  <a:lnTo>
                    <a:pt x="403030" y="455142"/>
                  </a:lnTo>
                  <a:lnTo>
                    <a:pt x="402808" y="455756"/>
                  </a:lnTo>
                  <a:lnTo>
                    <a:pt x="402703" y="456230"/>
                  </a:lnTo>
                  <a:lnTo>
                    <a:pt x="401444" y="456199"/>
                  </a:lnTo>
                  <a:lnTo>
                    <a:pt x="401302" y="456333"/>
                  </a:lnTo>
                  <a:lnTo>
                    <a:pt x="400672" y="456494"/>
                  </a:lnTo>
                  <a:lnTo>
                    <a:pt x="400394" y="456159"/>
                  </a:lnTo>
                  <a:lnTo>
                    <a:pt x="400056" y="455818"/>
                  </a:lnTo>
                  <a:lnTo>
                    <a:pt x="399576" y="456018"/>
                  </a:lnTo>
                  <a:lnTo>
                    <a:pt x="399346" y="456344"/>
                  </a:lnTo>
                  <a:lnTo>
                    <a:pt x="399240" y="456569"/>
                  </a:lnTo>
                  <a:lnTo>
                    <a:pt x="399348" y="456755"/>
                  </a:lnTo>
                  <a:lnTo>
                    <a:pt x="399272" y="456899"/>
                  </a:lnTo>
                  <a:lnTo>
                    <a:pt x="399287" y="457175"/>
                  </a:lnTo>
                  <a:lnTo>
                    <a:pt x="399646" y="457251"/>
                  </a:lnTo>
                  <a:lnTo>
                    <a:pt x="399739" y="457456"/>
                  </a:lnTo>
                  <a:lnTo>
                    <a:pt x="399744" y="457636"/>
                  </a:lnTo>
                  <a:lnTo>
                    <a:pt x="399857" y="457912"/>
                  </a:lnTo>
                  <a:lnTo>
                    <a:pt x="399941" y="458250"/>
                  </a:lnTo>
                  <a:lnTo>
                    <a:pt x="399952" y="458379"/>
                  </a:lnTo>
                  <a:lnTo>
                    <a:pt x="400233" y="459004"/>
                  </a:lnTo>
                  <a:lnTo>
                    <a:pt x="400163" y="459212"/>
                  </a:lnTo>
                  <a:lnTo>
                    <a:pt x="400083" y="459805"/>
                  </a:lnTo>
                  <a:lnTo>
                    <a:pt x="399818" y="460115"/>
                  </a:lnTo>
                  <a:lnTo>
                    <a:pt x="399706" y="460262"/>
                  </a:lnTo>
                  <a:lnTo>
                    <a:pt x="399563" y="460514"/>
                  </a:lnTo>
                  <a:lnTo>
                    <a:pt x="399551" y="460824"/>
                  </a:lnTo>
                  <a:lnTo>
                    <a:pt x="399540" y="461108"/>
                  </a:lnTo>
                  <a:lnTo>
                    <a:pt x="399426" y="461309"/>
                  </a:lnTo>
                  <a:lnTo>
                    <a:pt x="399221" y="461618"/>
                  </a:lnTo>
                  <a:lnTo>
                    <a:pt x="399267" y="462055"/>
                  </a:lnTo>
                  <a:lnTo>
                    <a:pt x="399085" y="462969"/>
                  </a:lnTo>
                  <a:lnTo>
                    <a:pt x="399219" y="463533"/>
                  </a:lnTo>
                  <a:lnTo>
                    <a:pt x="398989" y="464006"/>
                  </a:lnTo>
                  <a:lnTo>
                    <a:pt x="398703" y="464453"/>
                  </a:lnTo>
                  <a:lnTo>
                    <a:pt x="398251" y="464823"/>
                  </a:lnTo>
                  <a:lnTo>
                    <a:pt x="398150" y="464995"/>
                  </a:lnTo>
                  <a:lnTo>
                    <a:pt x="398135" y="465186"/>
                  </a:lnTo>
                  <a:lnTo>
                    <a:pt x="398262" y="465509"/>
                  </a:lnTo>
                  <a:lnTo>
                    <a:pt x="398182" y="465731"/>
                  </a:lnTo>
                  <a:lnTo>
                    <a:pt x="397727" y="465932"/>
                  </a:lnTo>
                  <a:lnTo>
                    <a:pt x="397367" y="465599"/>
                  </a:lnTo>
                  <a:lnTo>
                    <a:pt x="397199" y="464955"/>
                  </a:lnTo>
                  <a:lnTo>
                    <a:pt x="397082" y="464527"/>
                  </a:lnTo>
                  <a:lnTo>
                    <a:pt x="396977" y="464379"/>
                  </a:lnTo>
                  <a:lnTo>
                    <a:pt x="396741" y="464131"/>
                  </a:lnTo>
                  <a:lnTo>
                    <a:pt x="396519" y="464028"/>
                  </a:lnTo>
                  <a:lnTo>
                    <a:pt x="395750" y="464119"/>
                  </a:lnTo>
                  <a:lnTo>
                    <a:pt x="395457" y="463749"/>
                  </a:lnTo>
                  <a:lnTo>
                    <a:pt x="395353" y="463558"/>
                  </a:lnTo>
                  <a:lnTo>
                    <a:pt x="394607" y="463768"/>
                  </a:lnTo>
                  <a:lnTo>
                    <a:pt x="394570" y="463235"/>
                  </a:lnTo>
                  <a:lnTo>
                    <a:pt x="394441" y="463024"/>
                  </a:lnTo>
                  <a:lnTo>
                    <a:pt x="394141" y="463094"/>
                  </a:lnTo>
                  <a:lnTo>
                    <a:pt x="394004" y="463242"/>
                  </a:lnTo>
                  <a:lnTo>
                    <a:pt x="393662" y="463381"/>
                  </a:lnTo>
                  <a:lnTo>
                    <a:pt x="393083" y="463573"/>
                  </a:lnTo>
                  <a:lnTo>
                    <a:pt x="392677" y="463172"/>
                  </a:lnTo>
                  <a:lnTo>
                    <a:pt x="392350" y="462807"/>
                  </a:lnTo>
                  <a:lnTo>
                    <a:pt x="392373" y="462642"/>
                  </a:lnTo>
                  <a:lnTo>
                    <a:pt x="392336" y="462486"/>
                  </a:lnTo>
                  <a:lnTo>
                    <a:pt x="392076" y="462156"/>
                  </a:lnTo>
                  <a:lnTo>
                    <a:pt x="391931" y="462025"/>
                  </a:lnTo>
                  <a:lnTo>
                    <a:pt x="391763" y="461753"/>
                  </a:lnTo>
                  <a:lnTo>
                    <a:pt x="391482" y="461401"/>
                  </a:lnTo>
                  <a:lnTo>
                    <a:pt x="391289" y="460977"/>
                  </a:lnTo>
                  <a:lnTo>
                    <a:pt x="390731" y="460713"/>
                  </a:lnTo>
                  <a:lnTo>
                    <a:pt x="390589" y="460731"/>
                  </a:lnTo>
                  <a:lnTo>
                    <a:pt x="390342" y="460615"/>
                  </a:lnTo>
                  <a:lnTo>
                    <a:pt x="389994" y="460599"/>
                  </a:lnTo>
                  <a:lnTo>
                    <a:pt x="389612" y="460571"/>
                  </a:lnTo>
                  <a:lnTo>
                    <a:pt x="389166" y="460439"/>
                  </a:lnTo>
                  <a:lnTo>
                    <a:pt x="388753" y="460431"/>
                  </a:lnTo>
                  <a:lnTo>
                    <a:pt x="388526" y="460408"/>
                  </a:lnTo>
                  <a:lnTo>
                    <a:pt x="388105" y="460162"/>
                  </a:lnTo>
                  <a:lnTo>
                    <a:pt x="387555" y="460030"/>
                  </a:lnTo>
                  <a:lnTo>
                    <a:pt x="387355" y="459983"/>
                  </a:lnTo>
                  <a:lnTo>
                    <a:pt x="387164" y="459963"/>
                  </a:lnTo>
                  <a:lnTo>
                    <a:pt x="387016" y="459916"/>
                  </a:lnTo>
                  <a:lnTo>
                    <a:pt x="386576" y="459567"/>
                  </a:lnTo>
                  <a:lnTo>
                    <a:pt x="386273" y="459246"/>
                  </a:lnTo>
                  <a:lnTo>
                    <a:pt x="385960" y="459164"/>
                  </a:lnTo>
                  <a:lnTo>
                    <a:pt x="385473" y="458868"/>
                  </a:lnTo>
                  <a:lnTo>
                    <a:pt x="385306" y="458803"/>
                  </a:lnTo>
                  <a:lnTo>
                    <a:pt x="385173" y="458824"/>
                  </a:lnTo>
                  <a:lnTo>
                    <a:pt x="384206" y="458306"/>
                  </a:lnTo>
                  <a:lnTo>
                    <a:pt x="383909" y="458514"/>
                  </a:lnTo>
                  <a:lnTo>
                    <a:pt x="382714" y="458465"/>
                  </a:lnTo>
                  <a:lnTo>
                    <a:pt x="382462" y="458669"/>
                  </a:lnTo>
                  <a:lnTo>
                    <a:pt x="382416" y="458895"/>
                  </a:lnTo>
                  <a:lnTo>
                    <a:pt x="382274" y="459082"/>
                  </a:lnTo>
                  <a:lnTo>
                    <a:pt x="380529" y="458935"/>
                  </a:lnTo>
                  <a:lnTo>
                    <a:pt x="379969" y="458974"/>
                  </a:lnTo>
                  <a:lnTo>
                    <a:pt x="379891" y="458683"/>
                  </a:lnTo>
                  <a:lnTo>
                    <a:pt x="379808" y="458488"/>
                  </a:lnTo>
                  <a:lnTo>
                    <a:pt x="379749" y="458309"/>
                  </a:lnTo>
                  <a:lnTo>
                    <a:pt x="379650" y="457881"/>
                  </a:lnTo>
                  <a:lnTo>
                    <a:pt x="379379" y="457512"/>
                  </a:lnTo>
                  <a:lnTo>
                    <a:pt x="379152" y="457117"/>
                  </a:lnTo>
                  <a:lnTo>
                    <a:pt x="379344" y="456044"/>
                  </a:lnTo>
                  <a:lnTo>
                    <a:pt x="378822" y="455951"/>
                  </a:lnTo>
                  <a:lnTo>
                    <a:pt x="378670" y="455608"/>
                  </a:lnTo>
                  <a:lnTo>
                    <a:pt x="378533" y="455212"/>
                  </a:lnTo>
                  <a:lnTo>
                    <a:pt x="378729" y="454565"/>
                  </a:lnTo>
                  <a:lnTo>
                    <a:pt x="377985" y="454046"/>
                  </a:lnTo>
                  <a:lnTo>
                    <a:pt x="377673" y="453030"/>
                  </a:lnTo>
                  <a:lnTo>
                    <a:pt x="377494" y="452767"/>
                  </a:lnTo>
                  <a:lnTo>
                    <a:pt x="377249" y="452457"/>
                  </a:lnTo>
                  <a:lnTo>
                    <a:pt x="376932" y="452341"/>
                  </a:lnTo>
                  <a:lnTo>
                    <a:pt x="376555" y="451964"/>
                  </a:lnTo>
                  <a:lnTo>
                    <a:pt x="376246" y="451953"/>
                  </a:lnTo>
                  <a:lnTo>
                    <a:pt x="375394" y="451735"/>
                  </a:lnTo>
                  <a:lnTo>
                    <a:pt x="374464" y="451917"/>
                  </a:lnTo>
                  <a:lnTo>
                    <a:pt x="373322" y="450932"/>
                  </a:lnTo>
                  <a:lnTo>
                    <a:pt x="372836" y="450546"/>
                  </a:lnTo>
                  <a:lnTo>
                    <a:pt x="372707" y="450588"/>
                  </a:lnTo>
                  <a:lnTo>
                    <a:pt x="372291" y="450592"/>
                  </a:lnTo>
                  <a:lnTo>
                    <a:pt x="372029" y="450085"/>
                  </a:lnTo>
                  <a:lnTo>
                    <a:pt x="371480" y="450290"/>
                  </a:lnTo>
                  <a:lnTo>
                    <a:pt x="370969" y="449970"/>
                  </a:lnTo>
                  <a:lnTo>
                    <a:pt x="370590" y="449881"/>
                  </a:lnTo>
                  <a:lnTo>
                    <a:pt x="370209" y="450390"/>
                  </a:lnTo>
                  <a:lnTo>
                    <a:pt x="368520" y="449561"/>
                  </a:lnTo>
                  <a:lnTo>
                    <a:pt x="368375" y="448835"/>
                  </a:lnTo>
                  <a:lnTo>
                    <a:pt x="368002" y="448724"/>
                  </a:lnTo>
                  <a:lnTo>
                    <a:pt x="367554" y="448853"/>
                  </a:lnTo>
                  <a:lnTo>
                    <a:pt x="367232" y="448883"/>
                  </a:lnTo>
                  <a:lnTo>
                    <a:pt x="365626" y="448009"/>
                  </a:lnTo>
                  <a:lnTo>
                    <a:pt x="365188" y="447822"/>
                  </a:lnTo>
                  <a:lnTo>
                    <a:pt x="364794" y="447505"/>
                  </a:lnTo>
                  <a:lnTo>
                    <a:pt x="364332" y="447392"/>
                  </a:lnTo>
                  <a:lnTo>
                    <a:pt x="364096" y="447219"/>
                  </a:lnTo>
                  <a:lnTo>
                    <a:pt x="363993" y="447045"/>
                  </a:lnTo>
                  <a:lnTo>
                    <a:pt x="363906" y="446895"/>
                  </a:lnTo>
                  <a:lnTo>
                    <a:pt x="363670" y="446617"/>
                  </a:lnTo>
                  <a:lnTo>
                    <a:pt x="363421" y="446369"/>
                  </a:lnTo>
                  <a:lnTo>
                    <a:pt x="363135" y="445822"/>
                  </a:lnTo>
                  <a:lnTo>
                    <a:pt x="362647" y="444990"/>
                  </a:lnTo>
                  <a:lnTo>
                    <a:pt x="362464" y="444867"/>
                  </a:lnTo>
                  <a:lnTo>
                    <a:pt x="362346" y="444703"/>
                  </a:lnTo>
                  <a:lnTo>
                    <a:pt x="362195" y="444357"/>
                  </a:lnTo>
                  <a:lnTo>
                    <a:pt x="362162" y="444162"/>
                  </a:lnTo>
                  <a:lnTo>
                    <a:pt x="362286" y="443798"/>
                  </a:lnTo>
                  <a:lnTo>
                    <a:pt x="362339" y="443457"/>
                  </a:lnTo>
                  <a:lnTo>
                    <a:pt x="362312" y="443293"/>
                  </a:lnTo>
                  <a:lnTo>
                    <a:pt x="362355" y="442778"/>
                  </a:lnTo>
                  <a:lnTo>
                    <a:pt x="362306" y="442432"/>
                  </a:lnTo>
                  <a:lnTo>
                    <a:pt x="362203" y="442248"/>
                  </a:lnTo>
                  <a:lnTo>
                    <a:pt x="362069" y="442044"/>
                  </a:lnTo>
                  <a:lnTo>
                    <a:pt x="361940" y="442025"/>
                  </a:lnTo>
                  <a:lnTo>
                    <a:pt x="361719" y="442015"/>
                  </a:lnTo>
                  <a:lnTo>
                    <a:pt x="361423" y="441797"/>
                  </a:lnTo>
                  <a:lnTo>
                    <a:pt x="360889" y="441885"/>
                  </a:lnTo>
                  <a:lnTo>
                    <a:pt x="360701" y="441818"/>
                  </a:lnTo>
                  <a:lnTo>
                    <a:pt x="360388" y="441767"/>
                  </a:lnTo>
                  <a:lnTo>
                    <a:pt x="360355" y="441528"/>
                  </a:lnTo>
                  <a:lnTo>
                    <a:pt x="360644" y="441132"/>
                  </a:lnTo>
                  <a:lnTo>
                    <a:pt x="360914" y="440810"/>
                  </a:lnTo>
                  <a:lnTo>
                    <a:pt x="360931" y="440649"/>
                  </a:lnTo>
                  <a:lnTo>
                    <a:pt x="360620" y="440032"/>
                  </a:lnTo>
                  <a:lnTo>
                    <a:pt x="360916" y="439056"/>
                  </a:lnTo>
                  <a:lnTo>
                    <a:pt x="361225" y="438849"/>
                  </a:lnTo>
                  <a:lnTo>
                    <a:pt x="361164" y="438558"/>
                  </a:lnTo>
                  <a:lnTo>
                    <a:pt x="361138" y="438226"/>
                  </a:lnTo>
                  <a:lnTo>
                    <a:pt x="361141" y="438086"/>
                  </a:lnTo>
                  <a:lnTo>
                    <a:pt x="361153" y="437931"/>
                  </a:lnTo>
                  <a:lnTo>
                    <a:pt x="361055" y="437513"/>
                  </a:lnTo>
                  <a:lnTo>
                    <a:pt x="360917" y="437439"/>
                  </a:lnTo>
                  <a:lnTo>
                    <a:pt x="360399" y="437111"/>
                  </a:lnTo>
                  <a:lnTo>
                    <a:pt x="360211" y="437011"/>
                  </a:lnTo>
                  <a:lnTo>
                    <a:pt x="360183" y="436883"/>
                  </a:lnTo>
                  <a:lnTo>
                    <a:pt x="360133" y="436490"/>
                  </a:lnTo>
                  <a:lnTo>
                    <a:pt x="359490" y="435647"/>
                  </a:lnTo>
                  <a:lnTo>
                    <a:pt x="359511" y="435222"/>
                  </a:lnTo>
                  <a:lnTo>
                    <a:pt x="359554" y="434971"/>
                  </a:lnTo>
                  <a:lnTo>
                    <a:pt x="359661" y="434616"/>
                  </a:lnTo>
                  <a:lnTo>
                    <a:pt x="359800" y="433522"/>
                  </a:lnTo>
                  <a:lnTo>
                    <a:pt x="359022" y="432729"/>
                  </a:lnTo>
                  <a:lnTo>
                    <a:pt x="358979" y="432367"/>
                  </a:lnTo>
                  <a:lnTo>
                    <a:pt x="358529" y="431724"/>
                  </a:lnTo>
                  <a:lnTo>
                    <a:pt x="358304" y="431507"/>
                  </a:lnTo>
                  <a:lnTo>
                    <a:pt x="357734" y="431135"/>
                  </a:lnTo>
                  <a:lnTo>
                    <a:pt x="357460" y="431066"/>
                  </a:lnTo>
                  <a:lnTo>
                    <a:pt x="357088" y="430382"/>
                  </a:lnTo>
                  <a:lnTo>
                    <a:pt x="356223" y="430108"/>
                  </a:lnTo>
                  <a:lnTo>
                    <a:pt x="356102" y="429848"/>
                  </a:lnTo>
                  <a:lnTo>
                    <a:pt x="356118" y="429239"/>
                  </a:lnTo>
                  <a:lnTo>
                    <a:pt x="356320" y="429005"/>
                  </a:lnTo>
                  <a:lnTo>
                    <a:pt x="356542" y="428726"/>
                  </a:lnTo>
                  <a:lnTo>
                    <a:pt x="356626" y="428584"/>
                  </a:lnTo>
                  <a:lnTo>
                    <a:pt x="356455" y="428010"/>
                  </a:lnTo>
                  <a:lnTo>
                    <a:pt x="356347" y="427869"/>
                  </a:lnTo>
                  <a:lnTo>
                    <a:pt x="356198" y="427733"/>
                  </a:lnTo>
                  <a:lnTo>
                    <a:pt x="355874" y="427537"/>
                  </a:lnTo>
                  <a:lnTo>
                    <a:pt x="355658" y="427333"/>
                  </a:lnTo>
                  <a:lnTo>
                    <a:pt x="355074" y="426840"/>
                  </a:lnTo>
                  <a:lnTo>
                    <a:pt x="354925" y="426474"/>
                  </a:lnTo>
                  <a:lnTo>
                    <a:pt x="354827" y="426332"/>
                  </a:lnTo>
                  <a:lnTo>
                    <a:pt x="354781" y="426032"/>
                  </a:lnTo>
                  <a:lnTo>
                    <a:pt x="355240" y="425958"/>
                  </a:lnTo>
                  <a:lnTo>
                    <a:pt x="355602" y="425872"/>
                  </a:lnTo>
                  <a:lnTo>
                    <a:pt x="355902" y="425732"/>
                  </a:lnTo>
                  <a:lnTo>
                    <a:pt x="355933" y="425567"/>
                  </a:lnTo>
                  <a:lnTo>
                    <a:pt x="355832" y="424799"/>
                  </a:lnTo>
                  <a:lnTo>
                    <a:pt x="355471" y="424596"/>
                  </a:lnTo>
                  <a:lnTo>
                    <a:pt x="355147" y="424252"/>
                  </a:lnTo>
                  <a:lnTo>
                    <a:pt x="354847" y="424062"/>
                  </a:lnTo>
                  <a:lnTo>
                    <a:pt x="354699" y="423952"/>
                  </a:lnTo>
                  <a:lnTo>
                    <a:pt x="354293" y="423578"/>
                  </a:lnTo>
                  <a:lnTo>
                    <a:pt x="354108" y="422633"/>
                  </a:lnTo>
                  <a:lnTo>
                    <a:pt x="354098" y="422428"/>
                  </a:lnTo>
                  <a:lnTo>
                    <a:pt x="353877" y="422174"/>
                  </a:lnTo>
                  <a:lnTo>
                    <a:pt x="353511" y="421811"/>
                  </a:lnTo>
                  <a:lnTo>
                    <a:pt x="353126" y="421665"/>
                  </a:lnTo>
                  <a:lnTo>
                    <a:pt x="352567" y="421456"/>
                  </a:lnTo>
                  <a:lnTo>
                    <a:pt x="352329" y="421350"/>
                  </a:lnTo>
                  <a:lnTo>
                    <a:pt x="351555" y="420642"/>
                  </a:lnTo>
                  <a:lnTo>
                    <a:pt x="351504" y="420412"/>
                  </a:lnTo>
                  <a:lnTo>
                    <a:pt x="350955" y="420037"/>
                  </a:lnTo>
                  <a:lnTo>
                    <a:pt x="350675" y="420101"/>
                  </a:lnTo>
                  <a:lnTo>
                    <a:pt x="350044" y="420139"/>
                  </a:lnTo>
                  <a:lnTo>
                    <a:pt x="349925" y="419581"/>
                  </a:lnTo>
                  <a:lnTo>
                    <a:pt x="349840" y="418588"/>
                  </a:lnTo>
                  <a:lnTo>
                    <a:pt x="349804" y="418419"/>
                  </a:lnTo>
                  <a:lnTo>
                    <a:pt x="349762" y="418186"/>
                  </a:lnTo>
                  <a:lnTo>
                    <a:pt x="349625" y="417824"/>
                  </a:lnTo>
                  <a:lnTo>
                    <a:pt x="349559" y="417683"/>
                  </a:lnTo>
                  <a:lnTo>
                    <a:pt x="349490" y="417554"/>
                  </a:lnTo>
                  <a:lnTo>
                    <a:pt x="349384" y="417365"/>
                  </a:lnTo>
                  <a:lnTo>
                    <a:pt x="349045" y="416905"/>
                  </a:lnTo>
                  <a:lnTo>
                    <a:pt x="348556" y="416937"/>
                  </a:lnTo>
                  <a:lnTo>
                    <a:pt x="348216" y="417120"/>
                  </a:lnTo>
                  <a:lnTo>
                    <a:pt x="347889" y="416972"/>
                  </a:lnTo>
                  <a:lnTo>
                    <a:pt x="347719" y="416774"/>
                  </a:lnTo>
                  <a:lnTo>
                    <a:pt x="347556" y="416406"/>
                  </a:lnTo>
                  <a:lnTo>
                    <a:pt x="346960" y="416134"/>
                  </a:lnTo>
                  <a:lnTo>
                    <a:pt x="346854" y="415837"/>
                  </a:lnTo>
                  <a:lnTo>
                    <a:pt x="347089" y="415237"/>
                  </a:lnTo>
                  <a:lnTo>
                    <a:pt x="347270" y="415059"/>
                  </a:lnTo>
                  <a:lnTo>
                    <a:pt x="347555" y="414049"/>
                  </a:lnTo>
                  <a:lnTo>
                    <a:pt x="346777" y="413338"/>
                  </a:lnTo>
                  <a:lnTo>
                    <a:pt x="347007" y="412087"/>
                  </a:lnTo>
                  <a:lnTo>
                    <a:pt x="347749" y="411514"/>
                  </a:lnTo>
                  <a:lnTo>
                    <a:pt x="347978" y="411339"/>
                  </a:lnTo>
                  <a:lnTo>
                    <a:pt x="348046" y="411197"/>
                  </a:lnTo>
                  <a:lnTo>
                    <a:pt x="347842" y="410410"/>
                  </a:lnTo>
                  <a:lnTo>
                    <a:pt x="347954" y="410002"/>
                  </a:lnTo>
                  <a:lnTo>
                    <a:pt x="347984" y="409519"/>
                  </a:lnTo>
                  <a:lnTo>
                    <a:pt x="347778" y="409266"/>
                  </a:lnTo>
                  <a:lnTo>
                    <a:pt x="347591" y="408930"/>
                  </a:lnTo>
                  <a:lnTo>
                    <a:pt x="347324" y="408557"/>
                  </a:lnTo>
                  <a:lnTo>
                    <a:pt x="346999" y="408415"/>
                  </a:lnTo>
                  <a:lnTo>
                    <a:pt x="346849" y="408214"/>
                  </a:lnTo>
                  <a:lnTo>
                    <a:pt x="346729" y="408004"/>
                  </a:lnTo>
                  <a:lnTo>
                    <a:pt x="346225" y="407579"/>
                  </a:lnTo>
                  <a:lnTo>
                    <a:pt x="346448" y="407014"/>
                  </a:lnTo>
                  <a:lnTo>
                    <a:pt x="346631" y="406358"/>
                  </a:lnTo>
                  <a:lnTo>
                    <a:pt x="345335" y="406137"/>
                  </a:lnTo>
                  <a:lnTo>
                    <a:pt x="344937" y="406095"/>
                  </a:lnTo>
                  <a:lnTo>
                    <a:pt x="344475" y="406010"/>
                  </a:lnTo>
                  <a:lnTo>
                    <a:pt x="343650" y="405962"/>
                  </a:lnTo>
                  <a:lnTo>
                    <a:pt x="343310" y="406220"/>
                  </a:lnTo>
                  <a:lnTo>
                    <a:pt x="343046" y="406293"/>
                  </a:lnTo>
                  <a:lnTo>
                    <a:pt x="341923" y="406368"/>
                  </a:lnTo>
                  <a:lnTo>
                    <a:pt x="341763" y="406275"/>
                  </a:lnTo>
                  <a:lnTo>
                    <a:pt x="341436" y="406368"/>
                  </a:lnTo>
                  <a:lnTo>
                    <a:pt x="341129" y="406464"/>
                  </a:lnTo>
                  <a:lnTo>
                    <a:pt x="340984" y="406492"/>
                  </a:lnTo>
                  <a:lnTo>
                    <a:pt x="340313" y="406524"/>
                  </a:lnTo>
                  <a:lnTo>
                    <a:pt x="340081" y="406399"/>
                  </a:lnTo>
                  <a:lnTo>
                    <a:pt x="339930" y="406358"/>
                  </a:lnTo>
                  <a:lnTo>
                    <a:pt x="339541" y="406568"/>
                  </a:lnTo>
                  <a:lnTo>
                    <a:pt x="339060" y="406639"/>
                  </a:lnTo>
                  <a:lnTo>
                    <a:pt x="339056" y="406445"/>
                  </a:lnTo>
                  <a:lnTo>
                    <a:pt x="338741" y="406106"/>
                  </a:lnTo>
                  <a:lnTo>
                    <a:pt x="338309" y="406059"/>
                  </a:lnTo>
                  <a:lnTo>
                    <a:pt x="337764" y="405860"/>
                  </a:lnTo>
                  <a:lnTo>
                    <a:pt x="337545" y="405740"/>
                  </a:lnTo>
                  <a:lnTo>
                    <a:pt x="337382" y="405590"/>
                  </a:lnTo>
                  <a:lnTo>
                    <a:pt x="337167" y="405436"/>
                  </a:lnTo>
                  <a:lnTo>
                    <a:pt x="336890" y="405395"/>
                  </a:lnTo>
                  <a:lnTo>
                    <a:pt x="336599" y="405572"/>
                  </a:lnTo>
                  <a:lnTo>
                    <a:pt x="336189" y="405454"/>
                  </a:lnTo>
                  <a:lnTo>
                    <a:pt x="336025" y="405370"/>
                  </a:lnTo>
                  <a:lnTo>
                    <a:pt x="335776" y="405204"/>
                  </a:lnTo>
                  <a:lnTo>
                    <a:pt x="335541" y="405018"/>
                  </a:lnTo>
                  <a:lnTo>
                    <a:pt x="334917" y="404746"/>
                  </a:lnTo>
                  <a:lnTo>
                    <a:pt x="334251" y="404906"/>
                  </a:lnTo>
                  <a:lnTo>
                    <a:pt x="334060" y="404965"/>
                  </a:lnTo>
                  <a:lnTo>
                    <a:pt x="333866" y="404953"/>
                  </a:lnTo>
                  <a:lnTo>
                    <a:pt x="333701" y="404885"/>
                  </a:lnTo>
                  <a:lnTo>
                    <a:pt x="333483" y="404851"/>
                  </a:lnTo>
                  <a:lnTo>
                    <a:pt x="332940" y="405091"/>
                  </a:lnTo>
                  <a:lnTo>
                    <a:pt x="332810" y="405066"/>
                  </a:lnTo>
                  <a:lnTo>
                    <a:pt x="332583" y="404926"/>
                  </a:lnTo>
                  <a:lnTo>
                    <a:pt x="332142" y="404715"/>
                  </a:lnTo>
                  <a:lnTo>
                    <a:pt x="332077" y="404523"/>
                  </a:lnTo>
                  <a:lnTo>
                    <a:pt x="331595" y="403759"/>
                  </a:lnTo>
                  <a:lnTo>
                    <a:pt x="331317" y="403503"/>
                  </a:lnTo>
                  <a:lnTo>
                    <a:pt x="331170" y="403486"/>
                  </a:lnTo>
                  <a:lnTo>
                    <a:pt x="330922" y="403294"/>
                  </a:lnTo>
                  <a:lnTo>
                    <a:pt x="330829" y="403123"/>
                  </a:lnTo>
                  <a:lnTo>
                    <a:pt x="330489" y="402936"/>
                  </a:lnTo>
                  <a:lnTo>
                    <a:pt x="330252" y="402745"/>
                  </a:lnTo>
                  <a:lnTo>
                    <a:pt x="330057" y="402524"/>
                  </a:lnTo>
                  <a:lnTo>
                    <a:pt x="329607" y="402129"/>
                  </a:lnTo>
                  <a:lnTo>
                    <a:pt x="329340" y="401929"/>
                  </a:lnTo>
                  <a:lnTo>
                    <a:pt x="329001" y="401527"/>
                  </a:lnTo>
                  <a:lnTo>
                    <a:pt x="328793" y="401469"/>
                  </a:lnTo>
                  <a:lnTo>
                    <a:pt x="328663" y="401503"/>
                  </a:lnTo>
                  <a:lnTo>
                    <a:pt x="328466" y="401486"/>
                  </a:lnTo>
                  <a:lnTo>
                    <a:pt x="328210" y="401366"/>
                  </a:lnTo>
                  <a:lnTo>
                    <a:pt x="327356" y="400966"/>
                  </a:lnTo>
                  <a:lnTo>
                    <a:pt x="327201" y="400939"/>
                  </a:lnTo>
                  <a:lnTo>
                    <a:pt x="326962" y="401066"/>
                  </a:lnTo>
                  <a:lnTo>
                    <a:pt x="326827" y="401170"/>
                  </a:lnTo>
                  <a:lnTo>
                    <a:pt x="326414" y="401083"/>
                  </a:lnTo>
                  <a:lnTo>
                    <a:pt x="326246" y="401084"/>
                  </a:lnTo>
                  <a:lnTo>
                    <a:pt x="325937" y="401163"/>
                  </a:lnTo>
                  <a:lnTo>
                    <a:pt x="325098" y="401035"/>
                  </a:lnTo>
                  <a:lnTo>
                    <a:pt x="324745" y="401009"/>
                  </a:lnTo>
                  <a:lnTo>
                    <a:pt x="324158" y="401034"/>
                  </a:lnTo>
                  <a:lnTo>
                    <a:pt x="323930" y="401097"/>
                  </a:lnTo>
                  <a:lnTo>
                    <a:pt x="323802" y="401043"/>
                  </a:lnTo>
                  <a:lnTo>
                    <a:pt x="323401" y="401337"/>
                  </a:lnTo>
                  <a:lnTo>
                    <a:pt x="323213" y="401598"/>
                  </a:lnTo>
                  <a:lnTo>
                    <a:pt x="322809" y="402498"/>
                  </a:lnTo>
                  <a:lnTo>
                    <a:pt x="322835" y="402728"/>
                  </a:lnTo>
                  <a:lnTo>
                    <a:pt x="322675" y="402835"/>
                  </a:lnTo>
                  <a:lnTo>
                    <a:pt x="322543" y="402923"/>
                  </a:lnTo>
                  <a:lnTo>
                    <a:pt x="322370" y="403038"/>
                  </a:lnTo>
                  <a:lnTo>
                    <a:pt x="322038" y="403197"/>
                  </a:lnTo>
                  <a:lnTo>
                    <a:pt x="321126" y="403377"/>
                  </a:lnTo>
                  <a:lnTo>
                    <a:pt x="320942" y="403556"/>
                  </a:lnTo>
                  <a:lnTo>
                    <a:pt x="319920" y="403970"/>
                  </a:lnTo>
                  <a:lnTo>
                    <a:pt x="319786" y="403966"/>
                  </a:lnTo>
                  <a:lnTo>
                    <a:pt x="319425" y="404283"/>
                  </a:lnTo>
                  <a:lnTo>
                    <a:pt x="318997" y="404315"/>
                  </a:lnTo>
                  <a:lnTo>
                    <a:pt x="318653" y="404368"/>
                  </a:lnTo>
                  <a:lnTo>
                    <a:pt x="318197" y="404592"/>
                  </a:lnTo>
                  <a:lnTo>
                    <a:pt x="318275" y="405404"/>
                  </a:lnTo>
                  <a:lnTo>
                    <a:pt x="318646" y="406062"/>
                  </a:lnTo>
                  <a:lnTo>
                    <a:pt x="319011" y="406650"/>
                  </a:lnTo>
                  <a:lnTo>
                    <a:pt x="319319" y="406876"/>
                  </a:lnTo>
                  <a:lnTo>
                    <a:pt x="319653" y="407664"/>
                  </a:lnTo>
                  <a:lnTo>
                    <a:pt x="319660" y="407849"/>
                  </a:lnTo>
                  <a:lnTo>
                    <a:pt x="319647" y="408080"/>
                  </a:lnTo>
                  <a:lnTo>
                    <a:pt x="319631" y="408265"/>
                  </a:lnTo>
                  <a:lnTo>
                    <a:pt x="319613" y="408399"/>
                  </a:lnTo>
                  <a:lnTo>
                    <a:pt x="319176" y="409226"/>
                  </a:lnTo>
                  <a:lnTo>
                    <a:pt x="319052" y="409428"/>
                  </a:lnTo>
                  <a:lnTo>
                    <a:pt x="317788" y="409807"/>
                  </a:lnTo>
                  <a:lnTo>
                    <a:pt x="317733" y="410423"/>
                  </a:lnTo>
                  <a:lnTo>
                    <a:pt x="317798" y="410653"/>
                  </a:lnTo>
                  <a:lnTo>
                    <a:pt x="317908" y="410957"/>
                  </a:lnTo>
                  <a:lnTo>
                    <a:pt x="317924" y="411595"/>
                  </a:lnTo>
                  <a:lnTo>
                    <a:pt x="318001" y="411986"/>
                  </a:lnTo>
                  <a:lnTo>
                    <a:pt x="317364" y="412717"/>
                  </a:lnTo>
                  <a:lnTo>
                    <a:pt x="317360" y="412996"/>
                  </a:lnTo>
                  <a:lnTo>
                    <a:pt x="317285" y="413473"/>
                  </a:lnTo>
                  <a:lnTo>
                    <a:pt x="316896" y="413683"/>
                  </a:lnTo>
                  <a:lnTo>
                    <a:pt x="316080" y="413262"/>
                  </a:lnTo>
                  <a:lnTo>
                    <a:pt x="315542" y="413229"/>
                  </a:lnTo>
                  <a:lnTo>
                    <a:pt x="315307" y="413358"/>
                  </a:lnTo>
                  <a:lnTo>
                    <a:pt x="315034" y="413535"/>
                  </a:lnTo>
                  <a:lnTo>
                    <a:pt x="314585" y="413715"/>
                  </a:lnTo>
                  <a:lnTo>
                    <a:pt x="313692" y="413901"/>
                  </a:lnTo>
                  <a:lnTo>
                    <a:pt x="313070" y="414379"/>
                  </a:lnTo>
                  <a:lnTo>
                    <a:pt x="312476" y="414259"/>
                  </a:lnTo>
                  <a:lnTo>
                    <a:pt x="310566" y="414393"/>
                  </a:lnTo>
                  <a:lnTo>
                    <a:pt x="310312" y="414858"/>
                  </a:lnTo>
                  <a:lnTo>
                    <a:pt x="310235" y="415072"/>
                  </a:lnTo>
                  <a:lnTo>
                    <a:pt x="309852" y="415020"/>
                  </a:lnTo>
                  <a:lnTo>
                    <a:pt x="309590" y="415027"/>
                  </a:lnTo>
                  <a:lnTo>
                    <a:pt x="309404" y="415051"/>
                  </a:lnTo>
                  <a:lnTo>
                    <a:pt x="308719" y="415076"/>
                  </a:lnTo>
                  <a:lnTo>
                    <a:pt x="308425" y="415197"/>
                  </a:lnTo>
                  <a:lnTo>
                    <a:pt x="308049" y="415090"/>
                  </a:lnTo>
                  <a:lnTo>
                    <a:pt x="307815" y="415000"/>
                  </a:lnTo>
                  <a:lnTo>
                    <a:pt x="307539" y="415358"/>
                  </a:lnTo>
                  <a:lnTo>
                    <a:pt x="307647" y="415562"/>
                  </a:lnTo>
                  <a:lnTo>
                    <a:pt x="307800" y="416393"/>
                  </a:lnTo>
                  <a:lnTo>
                    <a:pt x="307826" y="416780"/>
                  </a:lnTo>
                  <a:lnTo>
                    <a:pt x="307434" y="416836"/>
                  </a:lnTo>
                  <a:lnTo>
                    <a:pt x="307262" y="416839"/>
                  </a:lnTo>
                  <a:lnTo>
                    <a:pt x="307144" y="418143"/>
                  </a:lnTo>
                  <a:lnTo>
                    <a:pt x="307457" y="418587"/>
                  </a:lnTo>
                  <a:lnTo>
                    <a:pt x="307631" y="418585"/>
                  </a:lnTo>
                  <a:lnTo>
                    <a:pt x="307861" y="418589"/>
                  </a:lnTo>
                  <a:lnTo>
                    <a:pt x="308191" y="419155"/>
                  </a:lnTo>
                  <a:lnTo>
                    <a:pt x="308221" y="419494"/>
                  </a:lnTo>
                  <a:lnTo>
                    <a:pt x="308676" y="420504"/>
                  </a:lnTo>
                  <a:lnTo>
                    <a:pt x="308790" y="420803"/>
                  </a:lnTo>
                  <a:lnTo>
                    <a:pt x="308660" y="421736"/>
                  </a:lnTo>
                  <a:lnTo>
                    <a:pt x="309052" y="422327"/>
                  </a:lnTo>
                  <a:lnTo>
                    <a:pt x="308776" y="422947"/>
                  </a:lnTo>
                  <a:lnTo>
                    <a:pt x="309105" y="423498"/>
                  </a:lnTo>
                  <a:lnTo>
                    <a:pt x="308928" y="424921"/>
                  </a:lnTo>
                  <a:lnTo>
                    <a:pt x="308823" y="425265"/>
                  </a:lnTo>
                  <a:lnTo>
                    <a:pt x="308751" y="425509"/>
                  </a:lnTo>
                  <a:lnTo>
                    <a:pt x="308528" y="426059"/>
                  </a:lnTo>
                  <a:lnTo>
                    <a:pt x="308139" y="426485"/>
                  </a:lnTo>
                  <a:lnTo>
                    <a:pt x="308279" y="426916"/>
                  </a:lnTo>
                  <a:lnTo>
                    <a:pt x="308556" y="427421"/>
                  </a:lnTo>
                  <a:lnTo>
                    <a:pt x="308915" y="427593"/>
                  </a:lnTo>
                  <a:lnTo>
                    <a:pt x="309248" y="427620"/>
                  </a:lnTo>
                  <a:lnTo>
                    <a:pt x="309396" y="427746"/>
                  </a:lnTo>
                  <a:lnTo>
                    <a:pt x="309765" y="428179"/>
                  </a:lnTo>
                  <a:lnTo>
                    <a:pt x="309839" y="428342"/>
                  </a:lnTo>
                  <a:lnTo>
                    <a:pt x="310002" y="428559"/>
                  </a:lnTo>
                  <a:lnTo>
                    <a:pt x="310732" y="428192"/>
                  </a:lnTo>
                  <a:lnTo>
                    <a:pt x="310934" y="428241"/>
                  </a:lnTo>
                  <a:lnTo>
                    <a:pt x="311250" y="428220"/>
                  </a:lnTo>
                  <a:lnTo>
                    <a:pt x="311463" y="428291"/>
                  </a:lnTo>
                  <a:lnTo>
                    <a:pt x="311638" y="428347"/>
                  </a:lnTo>
                  <a:lnTo>
                    <a:pt x="312041" y="428388"/>
                  </a:lnTo>
                  <a:lnTo>
                    <a:pt x="312385" y="428475"/>
                  </a:lnTo>
                  <a:lnTo>
                    <a:pt x="312828" y="428792"/>
                  </a:lnTo>
                  <a:lnTo>
                    <a:pt x="312673" y="429033"/>
                  </a:lnTo>
                  <a:lnTo>
                    <a:pt x="312666" y="429405"/>
                  </a:lnTo>
                  <a:lnTo>
                    <a:pt x="312605" y="429686"/>
                  </a:lnTo>
                  <a:lnTo>
                    <a:pt x="312417" y="430149"/>
                  </a:lnTo>
                  <a:lnTo>
                    <a:pt x="312470" y="430396"/>
                  </a:lnTo>
                  <a:lnTo>
                    <a:pt x="312343" y="430839"/>
                  </a:lnTo>
                  <a:lnTo>
                    <a:pt x="312335" y="431198"/>
                  </a:lnTo>
                  <a:lnTo>
                    <a:pt x="312704" y="431799"/>
                  </a:lnTo>
                  <a:lnTo>
                    <a:pt x="313078" y="432103"/>
                  </a:lnTo>
                  <a:lnTo>
                    <a:pt x="313266" y="432190"/>
                  </a:lnTo>
                  <a:lnTo>
                    <a:pt x="313516" y="432449"/>
                  </a:lnTo>
                  <a:lnTo>
                    <a:pt x="313567" y="432710"/>
                  </a:lnTo>
                  <a:lnTo>
                    <a:pt x="313622" y="432875"/>
                  </a:lnTo>
                  <a:lnTo>
                    <a:pt x="313802" y="433140"/>
                  </a:lnTo>
                  <a:lnTo>
                    <a:pt x="314239" y="433546"/>
                  </a:lnTo>
                  <a:lnTo>
                    <a:pt x="314718" y="433384"/>
                  </a:lnTo>
                  <a:lnTo>
                    <a:pt x="315050" y="433434"/>
                  </a:lnTo>
                  <a:lnTo>
                    <a:pt x="315990" y="433967"/>
                  </a:lnTo>
                  <a:lnTo>
                    <a:pt x="316236" y="433789"/>
                  </a:lnTo>
                  <a:lnTo>
                    <a:pt x="316983" y="433959"/>
                  </a:lnTo>
                  <a:lnTo>
                    <a:pt x="317536" y="434300"/>
                  </a:lnTo>
                  <a:lnTo>
                    <a:pt x="317880" y="434318"/>
                  </a:lnTo>
                  <a:lnTo>
                    <a:pt x="318116" y="434323"/>
                  </a:lnTo>
                  <a:lnTo>
                    <a:pt x="318282" y="434366"/>
                  </a:lnTo>
                  <a:lnTo>
                    <a:pt x="318723" y="434967"/>
                  </a:lnTo>
                  <a:lnTo>
                    <a:pt x="319187" y="435135"/>
                  </a:lnTo>
                  <a:lnTo>
                    <a:pt x="319539" y="435140"/>
                  </a:lnTo>
                  <a:lnTo>
                    <a:pt x="319733" y="435132"/>
                  </a:lnTo>
                  <a:lnTo>
                    <a:pt x="320400" y="435490"/>
                  </a:lnTo>
                  <a:lnTo>
                    <a:pt x="320680" y="435642"/>
                  </a:lnTo>
                  <a:lnTo>
                    <a:pt x="321162" y="435912"/>
                  </a:lnTo>
                  <a:lnTo>
                    <a:pt x="321727" y="436275"/>
                  </a:lnTo>
                  <a:lnTo>
                    <a:pt x="321375" y="436315"/>
                  </a:lnTo>
                  <a:lnTo>
                    <a:pt x="321414" y="436554"/>
                  </a:lnTo>
                  <a:lnTo>
                    <a:pt x="321255" y="436590"/>
                  </a:lnTo>
                  <a:lnTo>
                    <a:pt x="321043" y="436711"/>
                  </a:lnTo>
                  <a:lnTo>
                    <a:pt x="320830" y="436972"/>
                  </a:lnTo>
                  <a:lnTo>
                    <a:pt x="320670" y="436997"/>
                  </a:lnTo>
                  <a:lnTo>
                    <a:pt x="320324" y="436988"/>
                  </a:lnTo>
                  <a:lnTo>
                    <a:pt x="319838" y="437603"/>
                  </a:lnTo>
                  <a:lnTo>
                    <a:pt x="319590" y="438185"/>
                  </a:lnTo>
                  <a:lnTo>
                    <a:pt x="319189" y="438151"/>
                  </a:lnTo>
                  <a:lnTo>
                    <a:pt x="318941" y="438105"/>
                  </a:lnTo>
                  <a:lnTo>
                    <a:pt x="318758" y="438765"/>
                  </a:lnTo>
                  <a:lnTo>
                    <a:pt x="318152" y="439025"/>
                  </a:lnTo>
                  <a:lnTo>
                    <a:pt x="317494" y="438961"/>
                  </a:lnTo>
                  <a:lnTo>
                    <a:pt x="317051" y="438793"/>
                  </a:lnTo>
                  <a:lnTo>
                    <a:pt x="316486" y="439185"/>
                  </a:lnTo>
                  <a:lnTo>
                    <a:pt x="316467" y="439591"/>
                  </a:lnTo>
                  <a:lnTo>
                    <a:pt x="316449" y="439723"/>
                  </a:lnTo>
                  <a:lnTo>
                    <a:pt x="316399" y="440032"/>
                  </a:lnTo>
                  <a:lnTo>
                    <a:pt x="316297" y="440525"/>
                  </a:lnTo>
                  <a:lnTo>
                    <a:pt x="316192" y="440816"/>
                  </a:lnTo>
                  <a:lnTo>
                    <a:pt x="316117" y="440956"/>
                  </a:lnTo>
                  <a:lnTo>
                    <a:pt x="315888" y="441579"/>
                  </a:lnTo>
                  <a:lnTo>
                    <a:pt x="316019" y="441939"/>
                  </a:lnTo>
                  <a:lnTo>
                    <a:pt x="315995" y="442313"/>
                  </a:lnTo>
                  <a:lnTo>
                    <a:pt x="315901" y="442490"/>
                  </a:lnTo>
                  <a:lnTo>
                    <a:pt x="315685" y="442659"/>
                  </a:lnTo>
                  <a:lnTo>
                    <a:pt x="315415" y="442956"/>
                  </a:lnTo>
                  <a:lnTo>
                    <a:pt x="315147" y="443361"/>
                  </a:lnTo>
                  <a:lnTo>
                    <a:pt x="314704" y="443814"/>
                  </a:lnTo>
                  <a:lnTo>
                    <a:pt x="314691" y="444271"/>
                  </a:lnTo>
                  <a:lnTo>
                    <a:pt x="314379" y="444385"/>
                  </a:lnTo>
                  <a:lnTo>
                    <a:pt x="313950" y="444640"/>
                  </a:lnTo>
                  <a:lnTo>
                    <a:pt x="313102" y="444893"/>
                  </a:lnTo>
                  <a:lnTo>
                    <a:pt x="312870" y="445149"/>
                  </a:lnTo>
                  <a:lnTo>
                    <a:pt x="312817" y="445316"/>
                  </a:lnTo>
                  <a:lnTo>
                    <a:pt x="312731" y="445542"/>
                  </a:lnTo>
                  <a:lnTo>
                    <a:pt x="312427" y="446015"/>
                  </a:lnTo>
                  <a:lnTo>
                    <a:pt x="312116" y="446319"/>
                  </a:lnTo>
                  <a:lnTo>
                    <a:pt x="311941" y="446355"/>
                  </a:lnTo>
                  <a:lnTo>
                    <a:pt x="311761" y="446395"/>
                  </a:lnTo>
                  <a:lnTo>
                    <a:pt x="311366" y="447032"/>
                  </a:lnTo>
                  <a:lnTo>
                    <a:pt x="311308" y="447237"/>
                  </a:lnTo>
                  <a:lnTo>
                    <a:pt x="311289" y="447597"/>
                  </a:lnTo>
                  <a:lnTo>
                    <a:pt x="311767" y="447912"/>
                  </a:lnTo>
                  <a:lnTo>
                    <a:pt x="311604" y="448324"/>
                  </a:lnTo>
                  <a:lnTo>
                    <a:pt x="311422" y="448607"/>
                  </a:lnTo>
                  <a:lnTo>
                    <a:pt x="311574" y="449509"/>
                  </a:lnTo>
                  <a:lnTo>
                    <a:pt x="311750" y="449608"/>
                  </a:lnTo>
                  <a:lnTo>
                    <a:pt x="312255" y="449743"/>
                  </a:lnTo>
                  <a:lnTo>
                    <a:pt x="312425" y="449810"/>
                  </a:lnTo>
                  <a:lnTo>
                    <a:pt x="312878" y="450671"/>
                  </a:lnTo>
                  <a:lnTo>
                    <a:pt x="313095" y="451113"/>
                  </a:lnTo>
                  <a:lnTo>
                    <a:pt x="313282" y="451512"/>
                  </a:lnTo>
                  <a:lnTo>
                    <a:pt x="313272" y="451937"/>
                  </a:lnTo>
                  <a:lnTo>
                    <a:pt x="313394" y="452428"/>
                  </a:lnTo>
                  <a:lnTo>
                    <a:pt x="312812" y="452638"/>
                  </a:lnTo>
                  <a:lnTo>
                    <a:pt x="312716" y="452779"/>
                  </a:lnTo>
                  <a:lnTo>
                    <a:pt x="312369" y="452982"/>
                  </a:lnTo>
                  <a:lnTo>
                    <a:pt x="311992" y="453002"/>
                  </a:lnTo>
                  <a:lnTo>
                    <a:pt x="311736" y="453091"/>
                  </a:lnTo>
                  <a:lnTo>
                    <a:pt x="311797" y="453362"/>
                  </a:lnTo>
                  <a:lnTo>
                    <a:pt x="311944" y="453644"/>
                  </a:lnTo>
                  <a:lnTo>
                    <a:pt x="312449" y="454122"/>
                  </a:lnTo>
                  <a:lnTo>
                    <a:pt x="312665" y="454451"/>
                  </a:lnTo>
                  <a:lnTo>
                    <a:pt x="312375" y="454532"/>
                  </a:lnTo>
                  <a:lnTo>
                    <a:pt x="311941" y="454839"/>
                  </a:lnTo>
                  <a:lnTo>
                    <a:pt x="311305" y="454864"/>
                  </a:lnTo>
                  <a:lnTo>
                    <a:pt x="310946" y="454727"/>
                  </a:lnTo>
                  <a:lnTo>
                    <a:pt x="310079" y="455060"/>
                  </a:lnTo>
                  <a:lnTo>
                    <a:pt x="309918" y="454997"/>
                  </a:lnTo>
                  <a:lnTo>
                    <a:pt x="309550" y="454923"/>
                  </a:lnTo>
                  <a:lnTo>
                    <a:pt x="309339" y="454986"/>
                  </a:lnTo>
                  <a:lnTo>
                    <a:pt x="308799" y="455164"/>
                  </a:lnTo>
                  <a:lnTo>
                    <a:pt x="308404" y="455498"/>
                  </a:lnTo>
                  <a:lnTo>
                    <a:pt x="307210" y="455856"/>
                  </a:lnTo>
                  <a:lnTo>
                    <a:pt x="306800" y="455932"/>
                  </a:lnTo>
                  <a:lnTo>
                    <a:pt x="306554" y="456147"/>
                  </a:lnTo>
                  <a:lnTo>
                    <a:pt x="306572" y="456710"/>
                  </a:lnTo>
                  <a:lnTo>
                    <a:pt x="306380" y="457474"/>
                  </a:lnTo>
                  <a:lnTo>
                    <a:pt x="306337" y="457689"/>
                  </a:lnTo>
                  <a:lnTo>
                    <a:pt x="306386" y="457861"/>
                  </a:lnTo>
                  <a:lnTo>
                    <a:pt x="306257" y="458062"/>
                  </a:lnTo>
                  <a:lnTo>
                    <a:pt x="306014" y="458123"/>
                  </a:lnTo>
                  <a:lnTo>
                    <a:pt x="305939" y="458510"/>
                  </a:lnTo>
                  <a:lnTo>
                    <a:pt x="306330" y="458905"/>
                  </a:lnTo>
                  <a:lnTo>
                    <a:pt x="306503" y="458913"/>
                  </a:lnTo>
                  <a:lnTo>
                    <a:pt x="306711" y="458907"/>
                  </a:lnTo>
                  <a:lnTo>
                    <a:pt x="307053" y="459236"/>
                  </a:lnTo>
                  <a:lnTo>
                    <a:pt x="306893" y="459475"/>
                  </a:lnTo>
                  <a:lnTo>
                    <a:pt x="307181" y="459703"/>
                  </a:lnTo>
                  <a:lnTo>
                    <a:pt x="307422" y="459997"/>
                  </a:lnTo>
                  <a:lnTo>
                    <a:pt x="307283" y="460075"/>
                  </a:lnTo>
                  <a:lnTo>
                    <a:pt x="307262" y="460253"/>
                  </a:lnTo>
                  <a:lnTo>
                    <a:pt x="307526" y="460566"/>
                  </a:lnTo>
                  <a:lnTo>
                    <a:pt x="307633" y="460794"/>
                  </a:lnTo>
                  <a:lnTo>
                    <a:pt x="307636" y="461191"/>
                  </a:lnTo>
                  <a:lnTo>
                    <a:pt x="307410" y="461479"/>
                  </a:lnTo>
                  <a:lnTo>
                    <a:pt x="307120" y="461641"/>
                  </a:lnTo>
                  <a:lnTo>
                    <a:pt x="307137" y="461821"/>
                  </a:lnTo>
                  <a:lnTo>
                    <a:pt x="307163" y="462071"/>
                  </a:lnTo>
                  <a:lnTo>
                    <a:pt x="307200" y="462442"/>
                  </a:lnTo>
                  <a:lnTo>
                    <a:pt x="307211" y="462862"/>
                  </a:lnTo>
                  <a:lnTo>
                    <a:pt x="307237" y="462992"/>
                  </a:lnTo>
                  <a:lnTo>
                    <a:pt x="307378" y="463258"/>
                  </a:lnTo>
                  <a:lnTo>
                    <a:pt x="307558" y="463752"/>
                  </a:lnTo>
                  <a:lnTo>
                    <a:pt x="307710" y="463991"/>
                  </a:lnTo>
                  <a:lnTo>
                    <a:pt x="307835" y="464233"/>
                  </a:lnTo>
                  <a:lnTo>
                    <a:pt x="307922" y="464484"/>
                  </a:lnTo>
                  <a:lnTo>
                    <a:pt x="308371" y="465301"/>
                  </a:lnTo>
                  <a:lnTo>
                    <a:pt x="308488" y="465512"/>
                  </a:lnTo>
                  <a:lnTo>
                    <a:pt x="308935" y="466032"/>
                  </a:lnTo>
                  <a:lnTo>
                    <a:pt x="308963" y="466229"/>
                  </a:lnTo>
                  <a:lnTo>
                    <a:pt x="308842" y="466821"/>
                  </a:lnTo>
                  <a:lnTo>
                    <a:pt x="309012" y="467052"/>
                  </a:lnTo>
                  <a:lnTo>
                    <a:pt x="309405" y="467259"/>
                  </a:lnTo>
                  <a:lnTo>
                    <a:pt x="309793" y="467586"/>
                  </a:lnTo>
                  <a:lnTo>
                    <a:pt x="310459" y="468242"/>
                  </a:lnTo>
                  <a:lnTo>
                    <a:pt x="310562" y="468426"/>
                  </a:lnTo>
                  <a:lnTo>
                    <a:pt x="311050" y="468624"/>
                  </a:lnTo>
                  <a:lnTo>
                    <a:pt x="311032" y="468775"/>
                  </a:lnTo>
                  <a:lnTo>
                    <a:pt x="311141" y="469071"/>
                  </a:lnTo>
                  <a:lnTo>
                    <a:pt x="311485" y="469191"/>
                  </a:lnTo>
                  <a:lnTo>
                    <a:pt x="311697" y="469348"/>
                  </a:lnTo>
                  <a:lnTo>
                    <a:pt x="311913" y="469392"/>
                  </a:lnTo>
                  <a:lnTo>
                    <a:pt x="312111" y="469358"/>
                  </a:lnTo>
                  <a:lnTo>
                    <a:pt x="312356" y="469314"/>
                  </a:lnTo>
                  <a:lnTo>
                    <a:pt x="312479" y="469476"/>
                  </a:lnTo>
                  <a:lnTo>
                    <a:pt x="312540" y="469805"/>
                  </a:lnTo>
                  <a:lnTo>
                    <a:pt x="313217" y="469806"/>
                  </a:lnTo>
                  <a:lnTo>
                    <a:pt x="313352" y="470031"/>
                  </a:lnTo>
                  <a:lnTo>
                    <a:pt x="313389" y="470289"/>
                  </a:lnTo>
                  <a:lnTo>
                    <a:pt x="313513" y="470481"/>
                  </a:lnTo>
                  <a:lnTo>
                    <a:pt x="313819" y="470571"/>
                  </a:lnTo>
                  <a:lnTo>
                    <a:pt x="314139" y="470483"/>
                  </a:lnTo>
                  <a:lnTo>
                    <a:pt x="314524" y="470647"/>
                  </a:lnTo>
                  <a:lnTo>
                    <a:pt x="314701" y="470644"/>
                  </a:lnTo>
                  <a:lnTo>
                    <a:pt x="315065" y="470770"/>
                  </a:lnTo>
                  <a:lnTo>
                    <a:pt x="315286" y="470982"/>
                  </a:lnTo>
                  <a:lnTo>
                    <a:pt x="315386" y="470833"/>
                  </a:lnTo>
                  <a:lnTo>
                    <a:pt x="315620" y="470714"/>
                  </a:lnTo>
                  <a:lnTo>
                    <a:pt x="315790" y="470710"/>
                  </a:lnTo>
                  <a:lnTo>
                    <a:pt x="315997" y="470874"/>
                  </a:lnTo>
                  <a:lnTo>
                    <a:pt x="316082" y="471593"/>
                  </a:lnTo>
                  <a:lnTo>
                    <a:pt x="316158" y="471722"/>
                  </a:lnTo>
                  <a:lnTo>
                    <a:pt x="316308" y="471977"/>
                  </a:lnTo>
                  <a:lnTo>
                    <a:pt x="316431" y="472113"/>
                  </a:lnTo>
                  <a:lnTo>
                    <a:pt x="316640" y="472262"/>
                  </a:lnTo>
                  <a:lnTo>
                    <a:pt x="317218" y="472510"/>
                  </a:lnTo>
                  <a:lnTo>
                    <a:pt x="317306" y="472676"/>
                  </a:lnTo>
                  <a:lnTo>
                    <a:pt x="317470" y="472854"/>
                  </a:lnTo>
                  <a:lnTo>
                    <a:pt x="317848" y="473098"/>
                  </a:lnTo>
                  <a:lnTo>
                    <a:pt x="318264" y="473495"/>
                  </a:lnTo>
                  <a:lnTo>
                    <a:pt x="318570" y="473715"/>
                  </a:lnTo>
                  <a:lnTo>
                    <a:pt x="318846" y="473785"/>
                  </a:lnTo>
                  <a:lnTo>
                    <a:pt x="319207" y="473831"/>
                  </a:lnTo>
                  <a:lnTo>
                    <a:pt x="319423" y="473963"/>
                  </a:lnTo>
                  <a:lnTo>
                    <a:pt x="319621" y="474311"/>
                  </a:lnTo>
                  <a:lnTo>
                    <a:pt x="320220" y="474524"/>
                  </a:lnTo>
                  <a:lnTo>
                    <a:pt x="320506" y="474747"/>
                  </a:lnTo>
                  <a:lnTo>
                    <a:pt x="320215" y="474773"/>
                  </a:lnTo>
                  <a:lnTo>
                    <a:pt x="318815" y="474604"/>
                  </a:lnTo>
                  <a:lnTo>
                    <a:pt x="318628" y="474813"/>
                  </a:lnTo>
                  <a:lnTo>
                    <a:pt x="318362" y="475032"/>
                  </a:lnTo>
                  <a:lnTo>
                    <a:pt x="318137" y="474995"/>
                  </a:lnTo>
                  <a:lnTo>
                    <a:pt x="317738" y="474917"/>
                  </a:lnTo>
                  <a:lnTo>
                    <a:pt x="317487" y="474849"/>
                  </a:lnTo>
                  <a:lnTo>
                    <a:pt x="317282" y="474773"/>
                  </a:lnTo>
                  <a:lnTo>
                    <a:pt x="316984" y="474722"/>
                  </a:lnTo>
                  <a:lnTo>
                    <a:pt x="316210" y="474749"/>
                  </a:lnTo>
                  <a:lnTo>
                    <a:pt x="315802" y="474765"/>
                  </a:lnTo>
                  <a:lnTo>
                    <a:pt x="315634" y="474695"/>
                  </a:lnTo>
                  <a:lnTo>
                    <a:pt x="315266" y="474566"/>
                  </a:lnTo>
                  <a:lnTo>
                    <a:pt x="315134" y="474775"/>
                  </a:lnTo>
                  <a:lnTo>
                    <a:pt x="314944" y="474764"/>
                  </a:lnTo>
                  <a:lnTo>
                    <a:pt x="314514" y="474651"/>
                  </a:lnTo>
                  <a:lnTo>
                    <a:pt x="313764" y="474352"/>
                  </a:lnTo>
                  <a:lnTo>
                    <a:pt x="313589" y="474266"/>
                  </a:lnTo>
                  <a:lnTo>
                    <a:pt x="313379" y="474186"/>
                  </a:lnTo>
                  <a:lnTo>
                    <a:pt x="313015" y="474687"/>
                  </a:lnTo>
                  <a:lnTo>
                    <a:pt x="312524" y="474667"/>
                  </a:lnTo>
                  <a:lnTo>
                    <a:pt x="312300" y="474393"/>
                  </a:lnTo>
                  <a:lnTo>
                    <a:pt x="311742" y="474385"/>
                  </a:lnTo>
                  <a:lnTo>
                    <a:pt x="311411" y="474163"/>
                  </a:lnTo>
                  <a:lnTo>
                    <a:pt x="311243" y="474007"/>
                  </a:lnTo>
                  <a:lnTo>
                    <a:pt x="310705" y="473684"/>
                  </a:lnTo>
                  <a:lnTo>
                    <a:pt x="310431" y="473235"/>
                  </a:lnTo>
                  <a:lnTo>
                    <a:pt x="310330" y="472717"/>
                  </a:lnTo>
                  <a:lnTo>
                    <a:pt x="310156" y="472460"/>
                  </a:lnTo>
                  <a:lnTo>
                    <a:pt x="309643" y="472011"/>
                  </a:lnTo>
                  <a:lnTo>
                    <a:pt x="309419" y="472111"/>
                  </a:lnTo>
                  <a:lnTo>
                    <a:pt x="309212" y="472202"/>
                  </a:lnTo>
                  <a:lnTo>
                    <a:pt x="308977" y="472265"/>
                  </a:lnTo>
                  <a:lnTo>
                    <a:pt x="308616" y="472425"/>
                  </a:lnTo>
                  <a:lnTo>
                    <a:pt x="308388" y="472577"/>
                  </a:lnTo>
                  <a:lnTo>
                    <a:pt x="308354" y="472777"/>
                  </a:lnTo>
                  <a:lnTo>
                    <a:pt x="308224" y="473041"/>
                  </a:lnTo>
                  <a:lnTo>
                    <a:pt x="308040" y="473086"/>
                  </a:lnTo>
                  <a:lnTo>
                    <a:pt x="307804" y="473266"/>
                  </a:lnTo>
                  <a:lnTo>
                    <a:pt x="307432" y="473670"/>
                  </a:lnTo>
                  <a:lnTo>
                    <a:pt x="306832" y="473723"/>
                  </a:lnTo>
                  <a:lnTo>
                    <a:pt x="306505" y="473464"/>
                  </a:lnTo>
                  <a:lnTo>
                    <a:pt x="306392" y="473178"/>
                  </a:lnTo>
                  <a:lnTo>
                    <a:pt x="306270" y="473022"/>
                  </a:lnTo>
                  <a:lnTo>
                    <a:pt x="305879" y="473106"/>
                  </a:lnTo>
                  <a:lnTo>
                    <a:pt x="305668" y="473337"/>
                  </a:lnTo>
                  <a:lnTo>
                    <a:pt x="305432" y="473786"/>
                  </a:lnTo>
                  <a:lnTo>
                    <a:pt x="305331" y="474016"/>
                  </a:lnTo>
                  <a:lnTo>
                    <a:pt x="305376" y="474608"/>
                  </a:lnTo>
                  <a:lnTo>
                    <a:pt x="305583" y="475207"/>
                  </a:lnTo>
                  <a:lnTo>
                    <a:pt x="306323" y="475275"/>
                  </a:lnTo>
                  <a:lnTo>
                    <a:pt x="306473" y="475302"/>
                  </a:lnTo>
                  <a:lnTo>
                    <a:pt x="306785" y="475535"/>
                  </a:lnTo>
                  <a:lnTo>
                    <a:pt x="306928" y="475602"/>
                  </a:lnTo>
                  <a:lnTo>
                    <a:pt x="307078" y="475659"/>
                  </a:lnTo>
                  <a:lnTo>
                    <a:pt x="307250" y="475944"/>
                  </a:lnTo>
                  <a:lnTo>
                    <a:pt x="307151" y="476150"/>
                  </a:lnTo>
                  <a:lnTo>
                    <a:pt x="307110" y="476372"/>
                  </a:lnTo>
                  <a:lnTo>
                    <a:pt x="306996" y="476562"/>
                  </a:lnTo>
                  <a:lnTo>
                    <a:pt x="306660" y="476886"/>
                  </a:lnTo>
                  <a:lnTo>
                    <a:pt x="306410" y="477071"/>
                  </a:lnTo>
                  <a:lnTo>
                    <a:pt x="306137" y="477259"/>
                  </a:lnTo>
                  <a:lnTo>
                    <a:pt x="305925" y="477417"/>
                  </a:lnTo>
                  <a:lnTo>
                    <a:pt x="305888" y="477876"/>
                  </a:lnTo>
                  <a:lnTo>
                    <a:pt x="305771" y="478140"/>
                  </a:lnTo>
                  <a:lnTo>
                    <a:pt x="305648" y="478291"/>
                  </a:lnTo>
                  <a:lnTo>
                    <a:pt x="305743" y="478586"/>
                  </a:lnTo>
                  <a:lnTo>
                    <a:pt x="305979" y="478806"/>
                  </a:lnTo>
                  <a:lnTo>
                    <a:pt x="306227" y="478775"/>
                  </a:lnTo>
                  <a:lnTo>
                    <a:pt x="306908" y="478893"/>
                  </a:lnTo>
                  <a:lnTo>
                    <a:pt x="307110" y="478967"/>
                  </a:lnTo>
                  <a:lnTo>
                    <a:pt x="307529" y="479085"/>
                  </a:lnTo>
                  <a:lnTo>
                    <a:pt x="307535" y="479649"/>
                  </a:lnTo>
                  <a:lnTo>
                    <a:pt x="307860" y="479934"/>
                  </a:lnTo>
                  <a:lnTo>
                    <a:pt x="307966" y="480118"/>
                  </a:lnTo>
                  <a:lnTo>
                    <a:pt x="307966" y="480298"/>
                  </a:lnTo>
                  <a:lnTo>
                    <a:pt x="308039" y="480624"/>
                  </a:lnTo>
                  <a:lnTo>
                    <a:pt x="308211" y="480959"/>
                  </a:lnTo>
                  <a:lnTo>
                    <a:pt x="308363" y="481599"/>
                  </a:lnTo>
                  <a:lnTo>
                    <a:pt x="308494" y="481723"/>
                  </a:lnTo>
                  <a:lnTo>
                    <a:pt x="308549" y="481869"/>
                  </a:lnTo>
                  <a:lnTo>
                    <a:pt x="308459" y="482483"/>
                  </a:lnTo>
                  <a:lnTo>
                    <a:pt x="308462" y="483390"/>
                  </a:lnTo>
                  <a:lnTo>
                    <a:pt x="308992" y="483620"/>
                  </a:lnTo>
                  <a:lnTo>
                    <a:pt x="308646" y="483791"/>
                  </a:lnTo>
                  <a:lnTo>
                    <a:pt x="308524" y="483944"/>
                  </a:lnTo>
                  <a:lnTo>
                    <a:pt x="308634" y="484307"/>
                  </a:lnTo>
                  <a:lnTo>
                    <a:pt x="308544" y="484780"/>
                  </a:lnTo>
                  <a:lnTo>
                    <a:pt x="308160" y="484782"/>
                  </a:lnTo>
                  <a:lnTo>
                    <a:pt x="307532" y="485325"/>
                  </a:lnTo>
                  <a:lnTo>
                    <a:pt x="307360" y="485387"/>
                  </a:lnTo>
                  <a:lnTo>
                    <a:pt x="307126" y="485521"/>
                  </a:lnTo>
                  <a:lnTo>
                    <a:pt x="306647" y="485721"/>
                  </a:lnTo>
                  <a:lnTo>
                    <a:pt x="305657" y="485336"/>
                  </a:lnTo>
                  <a:lnTo>
                    <a:pt x="305721" y="485109"/>
                  </a:lnTo>
                  <a:lnTo>
                    <a:pt x="305595" y="484611"/>
                  </a:lnTo>
                  <a:lnTo>
                    <a:pt x="305443" y="484585"/>
                  </a:lnTo>
                  <a:lnTo>
                    <a:pt x="304534" y="484662"/>
                  </a:lnTo>
                  <a:lnTo>
                    <a:pt x="304311" y="484778"/>
                  </a:lnTo>
                  <a:lnTo>
                    <a:pt x="303808" y="485052"/>
                  </a:lnTo>
                  <a:lnTo>
                    <a:pt x="303721" y="485378"/>
                  </a:lnTo>
                  <a:lnTo>
                    <a:pt x="303731" y="485665"/>
                  </a:lnTo>
                  <a:lnTo>
                    <a:pt x="303701" y="485830"/>
                  </a:lnTo>
                  <a:lnTo>
                    <a:pt x="303670" y="485983"/>
                  </a:lnTo>
                  <a:lnTo>
                    <a:pt x="303583" y="486378"/>
                  </a:lnTo>
                  <a:lnTo>
                    <a:pt x="303492" y="486641"/>
                  </a:lnTo>
                  <a:lnTo>
                    <a:pt x="303388" y="487190"/>
                  </a:lnTo>
                  <a:lnTo>
                    <a:pt x="303347" y="487542"/>
                  </a:lnTo>
                  <a:lnTo>
                    <a:pt x="303246" y="487758"/>
                  </a:lnTo>
                  <a:lnTo>
                    <a:pt x="303190" y="488087"/>
                  </a:lnTo>
                  <a:lnTo>
                    <a:pt x="303203" y="488476"/>
                  </a:lnTo>
                  <a:lnTo>
                    <a:pt x="303135" y="488647"/>
                  </a:lnTo>
                  <a:lnTo>
                    <a:pt x="303058" y="488801"/>
                  </a:lnTo>
                  <a:lnTo>
                    <a:pt x="302975" y="488977"/>
                  </a:lnTo>
                  <a:lnTo>
                    <a:pt x="302867" y="489243"/>
                  </a:lnTo>
                  <a:lnTo>
                    <a:pt x="302731" y="489837"/>
                  </a:lnTo>
                  <a:lnTo>
                    <a:pt x="302830" y="490383"/>
                  </a:lnTo>
                  <a:lnTo>
                    <a:pt x="303044" y="491183"/>
                  </a:lnTo>
                  <a:lnTo>
                    <a:pt x="304167" y="491881"/>
                  </a:lnTo>
                  <a:lnTo>
                    <a:pt x="304404" y="491922"/>
                  </a:lnTo>
                  <a:lnTo>
                    <a:pt x="304270" y="492377"/>
                  </a:lnTo>
                  <a:lnTo>
                    <a:pt x="304136" y="492697"/>
                  </a:lnTo>
                  <a:lnTo>
                    <a:pt x="303981" y="492972"/>
                  </a:lnTo>
                  <a:lnTo>
                    <a:pt x="304000" y="493713"/>
                  </a:lnTo>
                  <a:lnTo>
                    <a:pt x="304101" y="493852"/>
                  </a:lnTo>
                  <a:lnTo>
                    <a:pt x="304381" y="494402"/>
                  </a:lnTo>
                  <a:lnTo>
                    <a:pt x="303668" y="494456"/>
                  </a:lnTo>
                  <a:lnTo>
                    <a:pt x="303345" y="494534"/>
                  </a:lnTo>
                  <a:lnTo>
                    <a:pt x="302897" y="494568"/>
                  </a:lnTo>
                  <a:lnTo>
                    <a:pt x="302440" y="494544"/>
                  </a:lnTo>
                  <a:lnTo>
                    <a:pt x="302158" y="494205"/>
                  </a:lnTo>
                  <a:lnTo>
                    <a:pt x="301954" y="494030"/>
                  </a:lnTo>
                  <a:lnTo>
                    <a:pt x="301443" y="493358"/>
                  </a:lnTo>
                  <a:lnTo>
                    <a:pt x="301376" y="493056"/>
                  </a:lnTo>
                  <a:lnTo>
                    <a:pt x="300939" y="493035"/>
                  </a:lnTo>
                  <a:lnTo>
                    <a:pt x="300854" y="493204"/>
                  </a:lnTo>
                  <a:lnTo>
                    <a:pt x="300701" y="493445"/>
                  </a:lnTo>
                  <a:lnTo>
                    <a:pt x="300336" y="493462"/>
                  </a:lnTo>
                  <a:lnTo>
                    <a:pt x="300274" y="493746"/>
                  </a:lnTo>
                  <a:lnTo>
                    <a:pt x="300395" y="493881"/>
                  </a:lnTo>
                  <a:lnTo>
                    <a:pt x="300726" y="494220"/>
                  </a:lnTo>
                  <a:lnTo>
                    <a:pt x="301269" y="494589"/>
                  </a:lnTo>
                  <a:lnTo>
                    <a:pt x="301609" y="495138"/>
                  </a:lnTo>
                  <a:lnTo>
                    <a:pt x="301638" y="495488"/>
                  </a:lnTo>
                  <a:lnTo>
                    <a:pt x="301230" y="495817"/>
                  </a:lnTo>
                  <a:lnTo>
                    <a:pt x="300925" y="495849"/>
                  </a:lnTo>
                  <a:lnTo>
                    <a:pt x="300734" y="495858"/>
                  </a:lnTo>
                  <a:lnTo>
                    <a:pt x="300309" y="495440"/>
                  </a:lnTo>
                  <a:lnTo>
                    <a:pt x="299653" y="495493"/>
                  </a:lnTo>
                  <a:lnTo>
                    <a:pt x="299408" y="495902"/>
                  </a:lnTo>
                  <a:lnTo>
                    <a:pt x="299049" y="496260"/>
                  </a:lnTo>
                  <a:lnTo>
                    <a:pt x="298936" y="496648"/>
                  </a:lnTo>
                  <a:lnTo>
                    <a:pt x="298675" y="496445"/>
                  </a:lnTo>
                  <a:lnTo>
                    <a:pt x="298426" y="496089"/>
                  </a:lnTo>
                  <a:lnTo>
                    <a:pt x="297903" y="495989"/>
                  </a:lnTo>
                  <a:lnTo>
                    <a:pt x="297545" y="495792"/>
                  </a:lnTo>
                  <a:lnTo>
                    <a:pt x="297209" y="495805"/>
                  </a:lnTo>
                  <a:lnTo>
                    <a:pt x="296673" y="496014"/>
                  </a:lnTo>
                  <a:lnTo>
                    <a:pt x="296326" y="496068"/>
                  </a:lnTo>
                  <a:lnTo>
                    <a:pt x="295707" y="495740"/>
                  </a:lnTo>
                  <a:lnTo>
                    <a:pt x="295298" y="495655"/>
                  </a:lnTo>
                  <a:lnTo>
                    <a:pt x="295164" y="495734"/>
                  </a:lnTo>
                  <a:lnTo>
                    <a:pt x="294900" y="495748"/>
                  </a:lnTo>
                  <a:lnTo>
                    <a:pt x="294507" y="495608"/>
                  </a:lnTo>
                  <a:lnTo>
                    <a:pt x="294236" y="495576"/>
                  </a:lnTo>
                  <a:lnTo>
                    <a:pt x="294034" y="495600"/>
                  </a:lnTo>
                  <a:lnTo>
                    <a:pt x="293537" y="495514"/>
                  </a:lnTo>
                  <a:lnTo>
                    <a:pt x="293126" y="495202"/>
                  </a:lnTo>
                  <a:lnTo>
                    <a:pt x="292610" y="494802"/>
                  </a:lnTo>
                  <a:lnTo>
                    <a:pt x="292387" y="494820"/>
                  </a:lnTo>
                  <a:lnTo>
                    <a:pt x="291969" y="494883"/>
                  </a:lnTo>
                  <a:lnTo>
                    <a:pt x="291474" y="494793"/>
                  </a:lnTo>
                  <a:lnTo>
                    <a:pt x="291232" y="494846"/>
                  </a:lnTo>
                  <a:lnTo>
                    <a:pt x="290899" y="494952"/>
                  </a:lnTo>
                  <a:lnTo>
                    <a:pt x="290489" y="495135"/>
                  </a:lnTo>
                  <a:lnTo>
                    <a:pt x="290340" y="495325"/>
                  </a:lnTo>
                  <a:lnTo>
                    <a:pt x="290008" y="495638"/>
                  </a:lnTo>
                  <a:lnTo>
                    <a:pt x="290164" y="496150"/>
                  </a:lnTo>
                  <a:lnTo>
                    <a:pt x="290276" y="496352"/>
                  </a:lnTo>
                  <a:lnTo>
                    <a:pt x="290460" y="496645"/>
                  </a:lnTo>
                  <a:lnTo>
                    <a:pt x="290654" y="496739"/>
                  </a:lnTo>
                  <a:lnTo>
                    <a:pt x="291041" y="496866"/>
                  </a:lnTo>
                  <a:lnTo>
                    <a:pt x="291231" y="497105"/>
                  </a:lnTo>
                  <a:lnTo>
                    <a:pt x="291157" y="497374"/>
                  </a:lnTo>
                  <a:lnTo>
                    <a:pt x="290864" y="497821"/>
                  </a:lnTo>
                  <a:lnTo>
                    <a:pt x="290826" y="497969"/>
                  </a:lnTo>
                  <a:lnTo>
                    <a:pt x="290346" y="498201"/>
                  </a:lnTo>
                  <a:lnTo>
                    <a:pt x="289368" y="497719"/>
                  </a:lnTo>
                  <a:lnTo>
                    <a:pt x="289102" y="497609"/>
                  </a:lnTo>
                  <a:lnTo>
                    <a:pt x="288657" y="497223"/>
                  </a:lnTo>
                  <a:lnTo>
                    <a:pt x="288448" y="497049"/>
                  </a:lnTo>
                  <a:lnTo>
                    <a:pt x="287702" y="497879"/>
                  </a:lnTo>
                  <a:lnTo>
                    <a:pt x="287467" y="497885"/>
                  </a:lnTo>
                  <a:lnTo>
                    <a:pt x="287262" y="497884"/>
                  </a:lnTo>
                  <a:lnTo>
                    <a:pt x="287249" y="498196"/>
                  </a:lnTo>
                  <a:lnTo>
                    <a:pt x="287385" y="498653"/>
                  </a:lnTo>
                  <a:lnTo>
                    <a:pt x="287507" y="498958"/>
                  </a:lnTo>
                  <a:lnTo>
                    <a:pt x="287354" y="499218"/>
                  </a:lnTo>
                  <a:lnTo>
                    <a:pt x="287220" y="499070"/>
                  </a:lnTo>
                  <a:lnTo>
                    <a:pt x="286961" y="498915"/>
                  </a:lnTo>
                  <a:lnTo>
                    <a:pt x="286833" y="498931"/>
                  </a:lnTo>
                  <a:lnTo>
                    <a:pt x="286621" y="498631"/>
                  </a:lnTo>
                  <a:lnTo>
                    <a:pt x="286604" y="498497"/>
                  </a:lnTo>
                  <a:lnTo>
                    <a:pt x="285868" y="497690"/>
                  </a:lnTo>
                  <a:lnTo>
                    <a:pt x="285590" y="497269"/>
                  </a:lnTo>
                  <a:lnTo>
                    <a:pt x="284763" y="496893"/>
                  </a:lnTo>
                  <a:lnTo>
                    <a:pt x="284364" y="496930"/>
                  </a:lnTo>
                  <a:lnTo>
                    <a:pt x="284175" y="497120"/>
                  </a:lnTo>
                  <a:lnTo>
                    <a:pt x="283785" y="497228"/>
                  </a:lnTo>
                  <a:lnTo>
                    <a:pt x="283187" y="497032"/>
                  </a:lnTo>
                  <a:lnTo>
                    <a:pt x="283018" y="497075"/>
                  </a:lnTo>
                  <a:lnTo>
                    <a:pt x="282609" y="497049"/>
                  </a:lnTo>
                  <a:lnTo>
                    <a:pt x="282501" y="496916"/>
                  </a:lnTo>
                  <a:lnTo>
                    <a:pt x="282195" y="496519"/>
                  </a:lnTo>
                  <a:lnTo>
                    <a:pt x="281867" y="496668"/>
                  </a:lnTo>
                  <a:lnTo>
                    <a:pt x="281852" y="497137"/>
                  </a:lnTo>
                  <a:lnTo>
                    <a:pt x="282294" y="497452"/>
                  </a:lnTo>
                  <a:lnTo>
                    <a:pt x="282611" y="497821"/>
                  </a:lnTo>
                  <a:lnTo>
                    <a:pt x="282542" y="497965"/>
                  </a:lnTo>
                  <a:lnTo>
                    <a:pt x="282502" y="498134"/>
                  </a:lnTo>
                  <a:lnTo>
                    <a:pt x="282454" y="498641"/>
                  </a:lnTo>
                  <a:lnTo>
                    <a:pt x="282763" y="499093"/>
                  </a:lnTo>
                  <a:lnTo>
                    <a:pt x="282935" y="499496"/>
                  </a:lnTo>
                  <a:lnTo>
                    <a:pt x="283137" y="500177"/>
                  </a:lnTo>
                  <a:lnTo>
                    <a:pt x="283682" y="500315"/>
                  </a:lnTo>
                  <a:lnTo>
                    <a:pt x="283921" y="500572"/>
                  </a:lnTo>
                  <a:lnTo>
                    <a:pt x="283971" y="500720"/>
                  </a:lnTo>
                  <a:lnTo>
                    <a:pt x="283938" y="501003"/>
                  </a:lnTo>
                  <a:lnTo>
                    <a:pt x="284219" y="501560"/>
                  </a:lnTo>
                  <a:lnTo>
                    <a:pt x="284388" y="501699"/>
                  </a:lnTo>
                  <a:lnTo>
                    <a:pt x="284771" y="501799"/>
                  </a:lnTo>
                  <a:lnTo>
                    <a:pt x="285231" y="502207"/>
                  </a:lnTo>
                  <a:lnTo>
                    <a:pt x="285136" y="502573"/>
                  </a:lnTo>
                  <a:lnTo>
                    <a:pt x="284829" y="502855"/>
                  </a:lnTo>
                  <a:lnTo>
                    <a:pt x="284677" y="503214"/>
                  </a:lnTo>
                  <a:lnTo>
                    <a:pt x="284635" y="503443"/>
                  </a:lnTo>
                  <a:lnTo>
                    <a:pt x="284479" y="503464"/>
                  </a:lnTo>
                  <a:lnTo>
                    <a:pt x="284066" y="503456"/>
                  </a:lnTo>
                  <a:lnTo>
                    <a:pt x="283569" y="503474"/>
                  </a:lnTo>
                  <a:lnTo>
                    <a:pt x="283333" y="503563"/>
                  </a:lnTo>
                  <a:lnTo>
                    <a:pt x="283274" y="503797"/>
                  </a:lnTo>
                  <a:lnTo>
                    <a:pt x="283239" y="504098"/>
                  </a:lnTo>
                  <a:lnTo>
                    <a:pt x="283320" y="504894"/>
                  </a:lnTo>
                  <a:lnTo>
                    <a:pt x="283441" y="505575"/>
                  </a:lnTo>
                  <a:lnTo>
                    <a:pt x="283588" y="505823"/>
                  </a:lnTo>
                  <a:lnTo>
                    <a:pt x="284704" y="506643"/>
                  </a:lnTo>
                  <a:lnTo>
                    <a:pt x="284789" y="506916"/>
                  </a:lnTo>
                  <a:lnTo>
                    <a:pt x="284738" y="507205"/>
                  </a:lnTo>
                  <a:lnTo>
                    <a:pt x="284784" y="507750"/>
                  </a:lnTo>
                  <a:lnTo>
                    <a:pt x="285193" y="508063"/>
                  </a:lnTo>
                  <a:lnTo>
                    <a:pt x="285814" y="509081"/>
                  </a:lnTo>
                  <a:lnTo>
                    <a:pt x="285999" y="509054"/>
                  </a:lnTo>
                  <a:lnTo>
                    <a:pt x="286378" y="509656"/>
                  </a:lnTo>
                  <a:lnTo>
                    <a:pt x="286354" y="509987"/>
                  </a:lnTo>
                  <a:lnTo>
                    <a:pt x="286068" y="510379"/>
                  </a:lnTo>
                  <a:lnTo>
                    <a:pt x="285570" y="510828"/>
                  </a:lnTo>
                  <a:lnTo>
                    <a:pt x="285308" y="510811"/>
                  </a:lnTo>
                  <a:lnTo>
                    <a:pt x="284909" y="510729"/>
                  </a:lnTo>
                  <a:lnTo>
                    <a:pt x="284698" y="510755"/>
                  </a:lnTo>
                  <a:lnTo>
                    <a:pt x="284347" y="510947"/>
                  </a:lnTo>
                  <a:lnTo>
                    <a:pt x="284107" y="511349"/>
                  </a:lnTo>
                  <a:lnTo>
                    <a:pt x="284144" y="511566"/>
                  </a:lnTo>
                  <a:lnTo>
                    <a:pt x="283784" y="512025"/>
                  </a:lnTo>
                  <a:lnTo>
                    <a:pt x="283138" y="511972"/>
                  </a:lnTo>
                  <a:lnTo>
                    <a:pt x="282739" y="512022"/>
                  </a:lnTo>
                  <a:lnTo>
                    <a:pt x="282310" y="511852"/>
                  </a:lnTo>
                  <a:lnTo>
                    <a:pt x="282115" y="511730"/>
                  </a:lnTo>
                  <a:lnTo>
                    <a:pt x="281721" y="511377"/>
                  </a:lnTo>
                  <a:lnTo>
                    <a:pt x="281403" y="510798"/>
                  </a:lnTo>
                  <a:lnTo>
                    <a:pt x="281207" y="510647"/>
                  </a:lnTo>
                  <a:lnTo>
                    <a:pt x="280940" y="510315"/>
                  </a:lnTo>
                  <a:lnTo>
                    <a:pt x="280897" y="510162"/>
                  </a:lnTo>
                  <a:lnTo>
                    <a:pt x="280668" y="509925"/>
                  </a:lnTo>
                  <a:lnTo>
                    <a:pt x="280283" y="509740"/>
                  </a:lnTo>
                  <a:lnTo>
                    <a:pt x="280010" y="509626"/>
                  </a:lnTo>
                  <a:lnTo>
                    <a:pt x="279706" y="509722"/>
                  </a:lnTo>
                  <a:lnTo>
                    <a:pt x="279696" y="509996"/>
                  </a:lnTo>
                  <a:lnTo>
                    <a:pt x="279825" y="510361"/>
                  </a:lnTo>
                  <a:lnTo>
                    <a:pt x="279384" y="510621"/>
                  </a:lnTo>
                  <a:lnTo>
                    <a:pt x="278880" y="510475"/>
                  </a:lnTo>
                  <a:lnTo>
                    <a:pt x="278404" y="510154"/>
                  </a:lnTo>
                  <a:lnTo>
                    <a:pt x="278011" y="509626"/>
                  </a:lnTo>
                  <a:lnTo>
                    <a:pt x="277905" y="509446"/>
                  </a:lnTo>
                  <a:lnTo>
                    <a:pt x="277598" y="509264"/>
                  </a:lnTo>
                  <a:lnTo>
                    <a:pt x="277399" y="509422"/>
                  </a:lnTo>
                  <a:lnTo>
                    <a:pt x="277031" y="509672"/>
                  </a:lnTo>
                  <a:lnTo>
                    <a:pt x="276083" y="510273"/>
                  </a:lnTo>
                  <a:lnTo>
                    <a:pt x="275840" y="510330"/>
                  </a:lnTo>
                  <a:lnTo>
                    <a:pt x="275392" y="510050"/>
                  </a:lnTo>
                  <a:lnTo>
                    <a:pt x="275181" y="509807"/>
                  </a:lnTo>
                  <a:lnTo>
                    <a:pt x="274926" y="509612"/>
                  </a:lnTo>
                  <a:lnTo>
                    <a:pt x="274537" y="509390"/>
                  </a:lnTo>
                  <a:lnTo>
                    <a:pt x="274349" y="509310"/>
                  </a:lnTo>
                  <a:lnTo>
                    <a:pt x="274182" y="508972"/>
                  </a:lnTo>
                  <a:lnTo>
                    <a:pt x="273794" y="508677"/>
                  </a:lnTo>
                  <a:lnTo>
                    <a:pt x="273461" y="508564"/>
                  </a:lnTo>
                  <a:lnTo>
                    <a:pt x="273047" y="508278"/>
                  </a:lnTo>
                  <a:lnTo>
                    <a:pt x="272960" y="508146"/>
                  </a:lnTo>
                  <a:lnTo>
                    <a:pt x="272716" y="508003"/>
                  </a:lnTo>
                  <a:lnTo>
                    <a:pt x="272405" y="507886"/>
                  </a:lnTo>
                  <a:lnTo>
                    <a:pt x="272232" y="507856"/>
                  </a:lnTo>
                  <a:lnTo>
                    <a:pt x="271902" y="507540"/>
                  </a:lnTo>
                  <a:lnTo>
                    <a:pt x="271735" y="507376"/>
                  </a:lnTo>
                  <a:lnTo>
                    <a:pt x="270822" y="506717"/>
                  </a:lnTo>
                  <a:lnTo>
                    <a:pt x="270691" y="506558"/>
                  </a:lnTo>
                  <a:lnTo>
                    <a:pt x="270633" y="506407"/>
                  </a:lnTo>
                  <a:lnTo>
                    <a:pt x="270588" y="506098"/>
                  </a:lnTo>
                  <a:lnTo>
                    <a:pt x="270612" y="505725"/>
                  </a:lnTo>
                  <a:lnTo>
                    <a:pt x="270488" y="505338"/>
                  </a:lnTo>
                  <a:lnTo>
                    <a:pt x="270391" y="505206"/>
                  </a:lnTo>
                  <a:lnTo>
                    <a:pt x="270229" y="505173"/>
                  </a:lnTo>
                  <a:lnTo>
                    <a:pt x="269849" y="505019"/>
                  </a:lnTo>
                  <a:lnTo>
                    <a:pt x="269663" y="504482"/>
                  </a:lnTo>
                  <a:lnTo>
                    <a:pt x="269654" y="504104"/>
                  </a:lnTo>
                  <a:lnTo>
                    <a:pt x="269534" y="503578"/>
                  </a:lnTo>
                  <a:lnTo>
                    <a:pt x="269318" y="502999"/>
                  </a:lnTo>
                  <a:lnTo>
                    <a:pt x="269428" y="502816"/>
                  </a:lnTo>
                  <a:lnTo>
                    <a:pt x="269458" y="502670"/>
                  </a:lnTo>
                  <a:lnTo>
                    <a:pt x="269439" y="502541"/>
                  </a:lnTo>
                  <a:lnTo>
                    <a:pt x="268991" y="501333"/>
                  </a:lnTo>
                  <a:lnTo>
                    <a:pt x="268831" y="501080"/>
                  </a:lnTo>
                  <a:lnTo>
                    <a:pt x="268094" y="501014"/>
                  </a:lnTo>
                  <a:lnTo>
                    <a:pt x="267971" y="501181"/>
                  </a:lnTo>
                  <a:lnTo>
                    <a:pt x="267603" y="501394"/>
                  </a:lnTo>
                  <a:lnTo>
                    <a:pt x="265230" y="501261"/>
                  </a:lnTo>
                  <a:lnTo>
                    <a:pt x="264717" y="501229"/>
                  </a:lnTo>
                  <a:lnTo>
                    <a:pt x="264318" y="501169"/>
                  </a:lnTo>
                  <a:lnTo>
                    <a:pt x="263666" y="500785"/>
                  </a:lnTo>
                  <a:lnTo>
                    <a:pt x="263350" y="500858"/>
                  </a:lnTo>
                  <a:lnTo>
                    <a:pt x="263197" y="500969"/>
                  </a:lnTo>
                  <a:lnTo>
                    <a:pt x="263066" y="501400"/>
                  </a:lnTo>
                  <a:lnTo>
                    <a:pt x="262370" y="501860"/>
                  </a:lnTo>
                  <a:lnTo>
                    <a:pt x="261730" y="501785"/>
                  </a:lnTo>
                  <a:lnTo>
                    <a:pt x="261360" y="501840"/>
                  </a:lnTo>
                  <a:lnTo>
                    <a:pt x="261172" y="501947"/>
                  </a:lnTo>
                  <a:lnTo>
                    <a:pt x="261670" y="502890"/>
                  </a:lnTo>
                  <a:lnTo>
                    <a:pt x="261893" y="503078"/>
                  </a:lnTo>
                  <a:lnTo>
                    <a:pt x="262051" y="503080"/>
                  </a:lnTo>
                  <a:lnTo>
                    <a:pt x="262190" y="503264"/>
                  </a:lnTo>
                  <a:lnTo>
                    <a:pt x="261940" y="504039"/>
                  </a:lnTo>
                  <a:lnTo>
                    <a:pt x="261900" y="504313"/>
                  </a:lnTo>
                  <a:lnTo>
                    <a:pt x="261771" y="504632"/>
                  </a:lnTo>
                  <a:lnTo>
                    <a:pt x="261482" y="504751"/>
                  </a:lnTo>
                  <a:lnTo>
                    <a:pt x="260992" y="504921"/>
                  </a:lnTo>
                  <a:lnTo>
                    <a:pt x="260706" y="505611"/>
                  </a:lnTo>
                  <a:lnTo>
                    <a:pt x="260827" y="505934"/>
                  </a:lnTo>
                  <a:lnTo>
                    <a:pt x="260891" y="506200"/>
                  </a:lnTo>
                  <a:lnTo>
                    <a:pt x="260953" y="506797"/>
                  </a:lnTo>
                  <a:lnTo>
                    <a:pt x="260883" y="506999"/>
                  </a:lnTo>
                  <a:lnTo>
                    <a:pt x="260778" y="507235"/>
                  </a:lnTo>
                  <a:lnTo>
                    <a:pt x="260738" y="507416"/>
                  </a:lnTo>
                  <a:lnTo>
                    <a:pt x="260734" y="507558"/>
                  </a:lnTo>
                  <a:lnTo>
                    <a:pt x="260863" y="507664"/>
                  </a:lnTo>
                  <a:lnTo>
                    <a:pt x="261045" y="507662"/>
                  </a:lnTo>
                  <a:lnTo>
                    <a:pt x="261326" y="507748"/>
                  </a:lnTo>
                  <a:lnTo>
                    <a:pt x="261882" y="508010"/>
                  </a:lnTo>
                  <a:lnTo>
                    <a:pt x="262030" y="508097"/>
                  </a:lnTo>
                  <a:lnTo>
                    <a:pt x="262872" y="508739"/>
                  </a:lnTo>
                  <a:lnTo>
                    <a:pt x="262554" y="509018"/>
                  </a:lnTo>
                  <a:lnTo>
                    <a:pt x="262502" y="509434"/>
                  </a:lnTo>
                  <a:lnTo>
                    <a:pt x="262579" y="509570"/>
                  </a:lnTo>
                  <a:lnTo>
                    <a:pt x="262939" y="509863"/>
                  </a:lnTo>
                  <a:lnTo>
                    <a:pt x="262972" y="510158"/>
                  </a:lnTo>
                  <a:lnTo>
                    <a:pt x="263313" y="510520"/>
                  </a:lnTo>
                  <a:lnTo>
                    <a:pt x="263677" y="511062"/>
                  </a:lnTo>
                  <a:lnTo>
                    <a:pt x="263468" y="511684"/>
                  </a:lnTo>
                  <a:lnTo>
                    <a:pt x="263438" y="511818"/>
                  </a:lnTo>
                  <a:lnTo>
                    <a:pt x="263519" y="512180"/>
                  </a:lnTo>
                  <a:lnTo>
                    <a:pt x="263609" y="512411"/>
                  </a:lnTo>
                  <a:lnTo>
                    <a:pt x="263440" y="512685"/>
                  </a:lnTo>
                  <a:lnTo>
                    <a:pt x="263083" y="512730"/>
                  </a:lnTo>
                  <a:lnTo>
                    <a:pt x="262811" y="512738"/>
                  </a:lnTo>
                  <a:lnTo>
                    <a:pt x="262569" y="512904"/>
                  </a:lnTo>
                  <a:lnTo>
                    <a:pt x="262521" y="513076"/>
                  </a:lnTo>
                  <a:lnTo>
                    <a:pt x="262588" y="513366"/>
                  </a:lnTo>
                  <a:lnTo>
                    <a:pt x="262630" y="513675"/>
                  </a:lnTo>
                  <a:lnTo>
                    <a:pt x="262367" y="514335"/>
                  </a:lnTo>
                  <a:lnTo>
                    <a:pt x="262212" y="514537"/>
                  </a:lnTo>
                  <a:lnTo>
                    <a:pt x="262288" y="514847"/>
                  </a:lnTo>
                  <a:lnTo>
                    <a:pt x="262082" y="515163"/>
                  </a:lnTo>
                  <a:lnTo>
                    <a:pt x="261885" y="515314"/>
                  </a:lnTo>
                  <a:lnTo>
                    <a:pt x="261549" y="515173"/>
                  </a:lnTo>
                  <a:lnTo>
                    <a:pt x="261524" y="515003"/>
                  </a:lnTo>
                  <a:lnTo>
                    <a:pt x="261248" y="514989"/>
                  </a:lnTo>
                  <a:lnTo>
                    <a:pt x="260898" y="515072"/>
                  </a:lnTo>
                  <a:lnTo>
                    <a:pt x="260609" y="515195"/>
                  </a:lnTo>
                  <a:lnTo>
                    <a:pt x="260198" y="515253"/>
                  </a:lnTo>
                  <a:lnTo>
                    <a:pt x="260028" y="515214"/>
                  </a:lnTo>
                  <a:lnTo>
                    <a:pt x="259881" y="515092"/>
                  </a:lnTo>
                  <a:lnTo>
                    <a:pt x="259796" y="514863"/>
                  </a:lnTo>
                  <a:lnTo>
                    <a:pt x="259725" y="514534"/>
                  </a:lnTo>
                  <a:lnTo>
                    <a:pt x="259744" y="513754"/>
                  </a:lnTo>
                  <a:lnTo>
                    <a:pt x="259815" y="512918"/>
                  </a:lnTo>
                  <a:lnTo>
                    <a:pt x="259726" y="512672"/>
                  </a:lnTo>
                  <a:lnTo>
                    <a:pt x="259620" y="512115"/>
                  </a:lnTo>
                  <a:lnTo>
                    <a:pt x="259601" y="511963"/>
                  </a:lnTo>
                  <a:lnTo>
                    <a:pt x="259627" y="511731"/>
                  </a:lnTo>
                  <a:lnTo>
                    <a:pt x="259607" y="511418"/>
                  </a:lnTo>
                  <a:lnTo>
                    <a:pt x="259462" y="511209"/>
                  </a:lnTo>
                  <a:lnTo>
                    <a:pt x="259269" y="511050"/>
                  </a:lnTo>
                  <a:lnTo>
                    <a:pt x="259126" y="510988"/>
                  </a:lnTo>
                  <a:lnTo>
                    <a:pt x="258993" y="511015"/>
                  </a:lnTo>
                  <a:lnTo>
                    <a:pt x="258601" y="511014"/>
                  </a:lnTo>
                  <a:lnTo>
                    <a:pt x="258426" y="510974"/>
                  </a:lnTo>
                  <a:lnTo>
                    <a:pt x="258085" y="510826"/>
                  </a:lnTo>
                  <a:lnTo>
                    <a:pt x="258038" y="510590"/>
                  </a:lnTo>
                  <a:lnTo>
                    <a:pt x="257713" y="510320"/>
                  </a:lnTo>
                  <a:lnTo>
                    <a:pt x="256649" y="509951"/>
                  </a:lnTo>
                  <a:lnTo>
                    <a:pt x="256007" y="509513"/>
                  </a:lnTo>
                  <a:lnTo>
                    <a:pt x="255809" y="509516"/>
                  </a:lnTo>
                  <a:lnTo>
                    <a:pt x="255532" y="509409"/>
                  </a:lnTo>
                  <a:lnTo>
                    <a:pt x="255390" y="509286"/>
                  </a:lnTo>
                  <a:lnTo>
                    <a:pt x="255070" y="508879"/>
                  </a:lnTo>
                  <a:lnTo>
                    <a:pt x="254096" y="507867"/>
                  </a:lnTo>
                  <a:lnTo>
                    <a:pt x="253678" y="507666"/>
                  </a:lnTo>
                  <a:lnTo>
                    <a:pt x="253506" y="506999"/>
                  </a:lnTo>
                  <a:lnTo>
                    <a:pt x="253544" y="506810"/>
                  </a:lnTo>
                  <a:lnTo>
                    <a:pt x="253591" y="506630"/>
                  </a:lnTo>
                  <a:lnTo>
                    <a:pt x="253605" y="506022"/>
                  </a:lnTo>
                  <a:lnTo>
                    <a:pt x="253102" y="505723"/>
                  </a:lnTo>
                  <a:lnTo>
                    <a:pt x="252839" y="505693"/>
                  </a:lnTo>
                  <a:lnTo>
                    <a:pt x="252057" y="505645"/>
                  </a:lnTo>
                  <a:lnTo>
                    <a:pt x="250958" y="505577"/>
                  </a:lnTo>
                  <a:lnTo>
                    <a:pt x="250808" y="505574"/>
                  </a:lnTo>
                  <a:lnTo>
                    <a:pt x="250172" y="505683"/>
                  </a:lnTo>
                  <a:lnTo>
                    <a:pt x="250020" y="505748"/>
                  </a:lnTo>
                  <a:lnTo>
                    <a:pt x="249235" y="507178"/>
                  </a:lnTo>
                  <a:lnTo>
                    <a:pt x="248833" y="507683"/>
                  </a:lnTo>
                  <a:lnTo>
                    <a:pt x="248643" y="508127"/>
                  </a:lnTo>
                  <a:lnTo>
                    <a:pt x="248213" y="509168"/>
                  </a:lnTo>
                  <a:lnTo>
                    <a:pt x="248158" y="509490"/>
                  </a:lnTo>
                  <a:lnTo>
                    <a:pt x="248262" y="510290"/>
                  </a:lnTo>
                  <a:lnTo>
                    <a:pt x="248131" y="510666"/>
                  </a:lnTo>
                  <a:lnTo>
                    <a:pt x="247514" y="511465"/>
                  </a:lnTo>
                  <a:lnTo>
                    <a:pt x="247089" y="511671"/>
                  </a:lnTo>
                  <a:lnTo>
                    <a:pt x="246765" y="511452"/>
                  </a:lnTo>
                  <a:lnTo>
                    <a:pt x="246280" y="510824"/>
                  </a:lnTo>
                  <a:lnTo>
                    <a:pt x="246214" y="510658"/>
                  </a:lnTo>
                  <a:lnTo>
                    <a:pt x="245964" y="509954"/>
                  </a:lnTo>
                  <a:lnTo>
                    <a:pt x="245886" y="509614"/>
                  </a:lnTo>
                  <a:lnTo>
                    <a:pt x="245862" y="509480"/>
                  </a:lnTo>
                  <a:lnTo>
                    <a:pt x="245821" y="509293"/>
                  </a:lnTo>
                  <a:lnTo>
                    <a:pt x="245443" y="508800"/>
                  </a:lnTo>
                  <a:lnTo>
                    <a:pt x="245304" y="508660"/>
                  </a:lnTo>
                  <a:lnTo>
                    <a:pt x="244988" y="508525"/>
                  </a:lnTo>
                  <a:lnTo>
                    <a:pt x="243932" y="508163"/>
                  </a:lnTo>
                  <a:lnTo>
                    <a:pt x="243280" y="508102"/>
                  </a:lnTo>
                  <a:lnTo>
                    <a:pt x="239015" y="507267"/>
                  </a:lnTo>
                  <a:lnTo>
                    <a:pt x="238926" y="507617"/>
                  </a:lnTo>
                  <a:lnTo>
                    <a:pt x="238773" y="507849"/>
                  </a:lnTo>
                  <a:lnTo>
                    <a:pt x="238434" y="507920"/>
                  </a:lnTo>
                  <a:lnTo>
                    <a:pt x="238246" y="507903"/>
                  </a:lnTo>
                  <a:lnTo>
                    <a:pt x="237761" y="507879"/>
                  </a:lnTo>
                  <a:lnTo>
                    <a:pt x="237731" y="508035"/>
                  </a:lnTo>
                  <a:lnTo>
                    <a:pt x="237734" y="508480"/>
                  </a:lnTo>
                  <a:lnTo>
                    <a:pt x="237673" y="508779"/>
                  </a:lnTo>
                  <a:lnTo>
                    <a:pt x="237399" y="509008"/>
                  </a:lnTo>
                  <a:lnTo>
                    <a:pt x="237180" y="509121"/>
                  </a:lnTo>
                  <a:lnTo>
                    <a:pt x="236735" y="509177"/>
                  </a:lnTo>
                  <a:lnTo>
                    <a:pt x="236052" y="509098"/>
                  </a:lnTo>
                  <a:lnTo>
                    <a:pt x="235037" y="508409"/>
                  </a:lnTo>
                  <a:lnTo>
                    <a:pt x="234976" y="508169"/>
                  </a:lnTo>
                  <a:lnTo>
                    <a:pt x="234800" y="507991"/>
                  </a:lnTo>
                  <a:lnTo>
                    <a:pt x="234326" y="507511"/>
                  </a:lnTo>
                  <a:lnTo>
                    <a:pt x="234160" y="507269"/>
                  </a:lnTo>
                  <a:lnTo>
                    <a:pt x="234132" y="507003"/>
                  </a:lnTo>
                  <a:lnTo>
                    <a:pt x="233957" y="506887"/>
                  </a:lnTo>
                  <a:lnTo>
                    <a:pt x="233529" y="506746"/>
                  </a:lnTo>
                  <a:lnTo>
                    <a:pt x="233252" y="506644"/>
                  </a:lnTo>
                  <a:lnTo>
                    <a:pt x="232831" y="506381"/>
                  </a:lnTo>
                  <a:lnTo>
                    <a:pt x="233124" y="505776"/>
                  </a:lnTo>
                  <a:lnTo>
                    <a:pt x="232498" y="505194"/>
                  </a:lnTo>
                  <a:lnTo>
                    <a:pt x="232276" y="505057"/>
                  </a:lnTo>
                  <a:lnTo>
                    <a:pt x="232059" y="504642"/>
                  </a:lnTo>
                  <a:lnTo>
                    <a:pt x="231798" y="504100"/>
                  </a:lnTo>
                  <a:lnTo>
                    <a:pt x="231667" y="503820"/>
                  </a:lnTo>
                  <a:lnTo>
                    <a:pt x="231592" y="503189"/>
                  </a:lnTo>
                  <a:lnTo>
                    <a:pt x="231605" y="502918"/>
                  </a:lnTo>
                  <a:lnTo>
                    <a:pt x="231513" y="502744"/>
                  </a:lnTo>
                  <a:lnTo>
                    <a:pt x="231152" y="502379"/>
                  </a:lnTo>
                  <a:lnTo>
                    <a:pt x="230967" y="502064"/>
                  </a:lnTo>
                  <a:lnTo>
                    <a:pt x="230978" y="501865"/>
                  </a:lnTo>
                  <a:lnTo>
                    <a:pt x="231051" y="501674"/>
                  </a:lnTo>
                  <a:lnTo>
                    <a:pt x="230792" y="501312"/>
                  </a:lnTo>
                  <a:lnTo>
                    <a:pt x="230398" y="501165"/>
                  </a:lnTo>
                  <a:lnTo>
                    <a:pt x="230108" y="500973"/>
                  </a:lnTo>
                  <a:lnTo>
                    <a:pt x="229972" y="500964"/>
                  </a:lnTo>
                  <a:lnTo>
                    <a:pt x="229543" y="500856"/>
                  </a:lnTo>
                  <a:lnTo>
                    <a:pt x="229344" y="500256"/>
                  </a:lnTo>
                  <a:lnTo>
                    <a:pt x="229623" y="500003"/>
                  </a:lnTo>
                  <a:lnTo>
                    <a:pt x="229599" y="499844"/>
                  </a:lnTo>
                  <a:lnTo>
                    <a:pt x="229564" y="499552"/>
                  </a:lnTo>
                  <a:lnTo>
                    <a:pt x="229571" y="499227"/>
                  </a:lnTo>
                  <a:lnTo>
                    <a:pt x="229753" y="498729"/>
                  </a:lnTo>
                  <a:lnTo>
                    <a:pt x="229850" y="498587"/>
                  </a:lnTo>
                  <a:lnTo>
                    <a:pt x="229934" y="498458"/>
                  </a:lnTo>
                  <a:lnTo>
                    <a:pt x="230100" y="498265"/>
                  </a:lnTo>
                  <a:lnTo>
                    <a:pt x="230392" y="497967"/>
                  </a:lnTo>
                  <a:lnTo>
                    <a:pt x="230780" y="497586"/>
                  </a:lnTo>
                  <a:lnTo>
                    <a:pt x="230992" y="497616"/>
                  </a:lnTo>
                  <a:lnTo>
                    <a:pt x="231370" y="497680"/>
                  </a:lnTo>
                  <a:lnTo>
                    <a:pt x="232008" y="497752"/>
                  </a:lnTo>
                  <a:lnTo>
                    <a:pt x="232673" y="497180"/>
                  </a:lnTo>
                  <a:lnTo>
                    <a:pt x="232518" y="497064"/>
                  </a:lnTo>
                  <a:lnTo>
                    <a:pt x="232376" y="496994"/>
                  </a:lnTo>
                  <a:lnTo>
                    <a:pt x="232209" y="496899"/>
                  </a:lnTo>
                  <a:lnTo>
                    <a:pt x="231915" y="496615"/>
                  </a:lnTo>
                  <a:lnTo>
                    <a:pt x="231642" y="496394"/>
                  </a:lnTo>
                  <a:lnTo>
                    <a:pt x="231539" y="496201"/>
                  </a:lnTo>
                  <a:lnTo>
                    <a:pt x="231514" y="495741"/>
                  </a:lnTo>
                  <a:lnTo>
                    <a:pt x="232018" y="495376"/>
                  </a:lnTo>
                  <a:lnTo>
                    <a:pt x="232252" y="495088"/>
                  </a:lnTo>
                  <a:lnTo>
                    <a:pt x="232823" y="494874"/>
                  </a:lnTo>
                  <a:lnTo>
                    <a:pt x="232720" y="494402"/>
                  </a:lnTo>
                  <a:lnTo>
                    <a:pt x="232645" y="494268"/>
                  </a:lnTo>
                  <a:lnTo>
                    <a:pt x="232675" y="494037"/>
                  </a:lnTo>
                  <a:lnTo>
                    <a:pt x="232728" y="493250"/>
                  </a:lnTo>
                  <a:lnTo>
                    <a:pt x="232573" y="492790"/>
                  </a:lnTo>
                  <a:lnTo>
                    <a:pt x="232061" y="492454"/>
                  </a:lnTo>
                  <a:lnTo>
                    <a:pt x="232132" y="492120"/>
                  </a:lnTo>
                  <a:lnTo>
                    <a:pt x="232164" y="491436"/>
                  </a:lnTo>
                  <a:lnTo>
                    <a:pt x="232282" y="490796"/>
                  </a:lnTo>
                  <a:lnTo>
                    <a:pt x="231954" y="490733"/>
                  </a:lnTo>
                  <a:lnTo>
                    <a:pt x="231622" y="490749"/>
                  </a:lnTo>
                  <a:lnTo>
                    <a:pt x="231425" y="490160"/>
                  </a:lnTo>
                  <a:lnTo>
                    <a:pt x="230614" y="489803"/>
                  </a:lnTo>
                  <a:lnTo>
                    <a:pt x="230458" y="489710"/>
                  </a:lnTo>
                  <a:lnTo>
                    <a:pt x="229810" y="489777"/>
                  </a:lnTo>
                  <a:lnTo>
                    <a:pt x="229522" y="489841"/>
                  </a:lnTo>
                  <a:lnTo>
                    <a:pt x="229420" y="489974"/>
                  </a:lnTo>
                  <a:lnTo>
                    <a:pt x="229177" y="490543"/>
                  </a:lnTo>
                  <a:lnTo>
                    <a:pt x="229223" y="490750"/>
                  </a:lnTo>
                  <a:lnTo>
                    <a:pt x="229449" y="491114"/>
                  </a:lnTo>
                  <a:lnTo>
                    <a:pt x="229278" y="491276"/>
                  </a:lnTo>
                  <a:lnTo>
                    <a:pt x="228486" y="490927"/>
                  </a:lnTo>
                  <a:lnTo>
                    <a:pt x="228009" y="491133"/>
                  </a:lnTo>
                  <a:lnTo>
                    <a:pt x="227382" y="491197"/>
                  </a:lnTo>
                  <a:lnTo>
                    <a:pt x="227250" y="490713"/>
                  </a:lnTo>
                  <a:lnTo>
                    <a:pt x="226854" y="490475"/>
                  </a:lnTo>
                  <a:lnTo>
                    <a:pt x="226619" y="490324"/>
                  </a:lnTo>
                  <a:lnTo>
                    <a:pt x="226359" y="490175"/>
                  </a:lnTo>
                  <a:lnTo>
                    <a:pt x="226246" y="489999"/>
                  </a:lnTo>
                  <a:lnTo>
                    <a:pt x="225934" y="489450"/>
                  </a:lnTo>
                  <a:lnTo>
                    <a:pt x="225729" y="489184"/>
                  </a:lnTo>
                  <a:lnTo>
                    <a:pt x="225849" y="488978"/>
                  </a:lnTo>
                  <a:lnTo>
                    <a:pt x="225682" y="488548"/>
                  </a:lnTo>
                  <a:lnTo>
                    <a:pt x="225474" y="488192"/>
                  </a:lnTo>
                  <a:lnTo>
                    <a:pt x="225381" y="487829"/>
                  </a:lnTo>
                  <a:lnTo>
                    <a:pt x="225249" y="487617"/>
                  </a:lnTo>
                  <a:lnTo>
                    <a:pt x="225230" y="487117"/>
                  </a:lnTo>
                  <a:lnTo>
                    <a:pt x="225197" y="486548"/>
                  </a:lnTo>
                  <a:lnTo>
                    <a:pt x="225102" y="486336"/>
                  </a:lnTo>
                  <a:lnTo>
                    <a:pt x="224965" y="485905"/>
                  </a:lnTo>
                  <a:lnTo>
                    <a:pt x="224551" y="485145"/>
                  </a:lnTo>
                  <a:lnTo>
                    <a:pt x="224796" y="484762"/>
                  </a:lnTo>
                  <a:lnTo>
                    <a:pt x="224609" y="484410"/>
                  </a:lnTo>
                  <a:lnTo>
                    <a:pt x="224624" y="483904"/>
                  </a:lnTo>
                  <a:lnTo>
                    <a:pt x="224359" y="483751"/>
                  </a:lnTo>
                  <a:lnTo>
                    <a:pt x="224016" y="483755"/>
                  </a:lnTo>
                  <a:lnTo>
                    <a:pt x="223333" y="484368"/>
                  </a:lnTo>
                  <a:lnTo>
                    <a:pt x="223254" y="484741"/>
                  </a:lnTo>
                  <a:lnTo>
                    <a:pt x="223040" y="484828"/>
                  </a:lnTo>
                  <a:lnTo>
                    <a:pt x="222623" y="484950"/>
                  </a:lnTo>
                  <a:lnTo>
                    <a:pt x="222015" y="485396"/>
                  </a:lnTo>
                  <a:lnTo>
                    <a:pt x="221327" y="485579"/>
                  </a:lnTo>
                  <a:lnTo>
                    <a:pt x="220630" y="485740"/>
                  </a:lnTo>
                  <a:lnTo>
                    <a:pt x="220502" y="485867"/>
                  </a:lnTo>
                  <a:lnTo>
                    <a:pt x="220269" y="486088"/>
                  </a:lnTo>
                  <a:lnTo>
                    <a:pt x="219658" y="486307"/>
                  </a:lnTo>
                  <a:lnTo>
                    <a:pt x="219240" y="486205"/>
                  </a:lnTo>
                  <a:lnTo>
                    <a:pt x="219048" y="486018"/>
                  </a:lnTo>
                  <a:lnTo>
                    <a:pt x="218606" y="485715"/>
                  </a:lnTo>
                  <a:lnTo>
                    <a:pt x="218414" y="485316"/>
                  </a:lnTo>
                  <a:lnTo>
                    <a:pt x="218366" y="484988"/>
                  </a:lnTo>
                  <a:lnTo>
                    <a:pt x="218565" y="484640"/>
                  </a:lnTo>
                  <a:lnTo>
                    <a:pt x="218761" y="484330"/>
                  </a:lnTo>
                  <a:lnTo>
                    <a:pt x="218788" y="484163"/>
                  </a:lnTo>
                  <a:lnTo>
                    <a:pt x="219008" y="483959"/>
                  </a:lnTo>
                  <a:lnTo>
                    <a:pt x="219059" y="483595"/>
                  </a:lnTo>
                  <a:lnTo>
                    <a:pt x="219376" y="483566"/>
                  </a:lnTo>
                  <a:lnTo>
                    <a:pt x="219739" y="483562"/>
                  </a:lnTo>
                  <a:lnTo>
                    <a:pt x="219888" y="483565"/>
                  </a:lnTo>
                  <a:lnTo>
                    <a:pt x="220068" y="483547"/>
                  </a:lnTo>
                  <a:lnTo>
                    <a:pt x="220351" y="483485"/>
                  </a:lnTo>
                  <a:lnTo>
                    <a:pt x="220830" y="483318"/>
                  </a:lnTo>
                  <a:lnTo>
                    <a:pt x="221217" y="483156"/>
                  </a:lnTo>
                  <a:lnTo>
                    <a:pt x="221474" y="483181"/>
                  </a:lnTo>
                  <a:lnTo>
                    <a:pt x="221695" y="483177"/>
                  </a:lnTo>
                  <a:lnTo>
                    <a:pt x="221959" y="483112"/>
                  </a:lnTo>
                  <a:lnTo>
                    <a:pt x="222096" y="483107"/>
                  </a:lnTo>
                  <a:lnTo>
                    <a:pt x="222531" y="483123"/>
                  </a:lnTo>
                  <a:lnTo>
                    <a:pt x="222769" y="483182"/>
                  </a:lnTo>
                  <a:lnTo>
                    <a:pt x="223281" y="482904"/>
                  </a:lnTo>
                  <a:lnTo>
                    <a:pt x="223602" y="482829"/>
                  </a:lnTo>
                  <a:lnTo>
                    <a:pt x="223856" y="482744"/>
                  </a:lnTo>
                  <a:lnTo>
                    <a:pt x="224001" y="482696"/>
                  </a:lnTo>
                  <a:lnTo>
                    <a:pt x="224611" y="482607"/>
                  </a:lnTo>
                  <a:lnTo>
                    <a:pt x="225045" y="482586"/>
                  </a:lnTo>
                  <a:lnTo>
                    <a:pt x="225274" y="482362"/>
                  </a:lnTo>
                  <a:lnTo>
                    <a:pt x="224597" y="481756"/>
                  </a:lnTo>
                  <a:lnTo>
                    <a:pt x="224237" y="481731"/>
                  </a:lnTo>
                  <a:lnTo>
                    <a:pt x="223875" y="481009"/>
                  </a:lnTo>
                  <a:lnTo>
                    <a:pt x="223925" y="480670"/>
                  </a:lnTo>
                  <a:lnTo>
                    <a:pt x="223261" y="480732"/>
                  </a:lnTo>
                  <a:lnTo>
                    <a:pt x="222916" y="480738"/>
                  </a:lnTo>
                  <a:lnTo>
                    <a:pt x="222667" y="480790"/>
                  </a:lnTo>
                  <a:lnTo>
                    <a:pt x="222342" y="480454"/>
                  </a:lnTo>
                  <a:lnTo>
                    <a:pt x="221618" y="480877"/>
                  </a:lnTo>
                  <a:lnTo>
                    <a:pt x="221203" y="480790"/>
                  </a:lnTo>
                  <a:lnTo>
                    <a:pt x="221257" y="480134"/>
                  </a:lnTo>
                  <a:lnTo>
                    <a:pt x="220728" y="480342"/>
                  </a:lnTo>
                  <a:lnTo>
                    <a:pt x="220171" y="480848"/>
                  </a:lnTo>
                  <a:lnTo>
                    <a:pt x="219862" y="480753"/>
                  </a:lnTo>
                  <a:lnTo>
                    <a:pt x="219108" y="480725"/>
                  </a:lnTo>
                  <a:lnTo>
                    <a:pt x="218755" y="480730"/>
                  </a:lnTo>
                  <a:lnTo>
                    <a:pt x="217952" y="481000"/>
                  </a:lnTo>
                  <a:lnTo>
                    <a:pt x="217753" y="480822"/>
                  </a:lnTo>
                  <a:lnTo>
                    <a:pt x="217181" y="480319"/>
                  </a:lnTo>
                  <a:lnTo>
                    <a:pt x="216759" y="480151"/>
                  </a:lnTo>
                  <a:lnTo>
                    <a:pt x="216604" y="480079"/>
                  </a:lnTo>
                  <a:lnTo>
                    <a:pt x="216220" y="479804"/>
                  </a:lnTo>
                  <a:lnTo>
                    <a:pt x="215543" y="479536"/>
                  </a:lnTo>
                  <a:lnTo>
                    <a:pt x="215328" y="479441"/>
                  </a:lnTo>
                  <a:lnTo>
                    <a:pt x="215029" y="479271"/>
                  </a:lnTo>
                  <a:lnTo>
                    <a:pt x="214840" y="479444"/>
                  </a:lnTo>
                  <a:lnTo>
                    <a:pt x="214548" y="479789"/>
                  </a:lnTo>
                  <a:lnTo>
                    <a:pt x="214085" y="479878"/>
                  </a:lnTo>
                  <a:lnTo>
                    <a:pt x="213421" y="479686"/>
                  </a:lnTo>
                  <a:lnTo>
                    <a:pt x="213335" y="479826"/>
                  </a:lnTo>
                  <a:lnTo>
                    <a:pt x="212965" y="479821"/>
                  </a:lnTo>
                  <a:lnTo>
                    <a:pt x="212825" y="479805"/>
                  </a:lnTo>
                  <a:lnTo>
                    <a:pt x="212616" y="479795"/>
                  </a:lnTo>
                  <a:lnTo>
                    <a:pt x="212204" y="479716"/>
                  </a:lnTo>
                  <a:lnTo>
                    <a:pt x="211936" y="479423"/>
                  </a:lnTo>
                  <a:lnTo>
                    <a:pt x="211821" y="479007"/>
                  </a:lnTo>
                  <a:lnTo>
                    <a:pt x="211795" y="478673"/>
                  </a:lnTo>
                  <a:lnTo>
                    <a:pt x="211616" y="478375"/>
                  </a:lnTo>
                  <a:lnTo>
                    <a:pt x="211626" y="478087"/>
                  </a:lnTo>
                  <a:lnTo>
                    <a:pt x="211537" y="477830"/>
                  </a:lnTo>
                  <a:lnTo>
                    <a:pt x="211445" y="477522"/>
                  </a:lnTo>
                  <a:lnTo>
                    <a:pt x="210891" y="477161"/>
                  </a:lnTo>
                  <a:lnTo>
                    <a:pt x="210742" y="477199"/>
                  </a:lnTo>
                  <a:lnTo>
                    <a:pt x="210574" y="477168"/>
                  </a:lnTo>
                  <a:lnTo>
                    <a:pt x="210247" y="477172"/>
                  </a:lnTo>
                  <a:lnTo>
                    <a:pt x="209832" y="477347"/>
                  </a:lnTo>
                  <a:lnTo>
                    <a:pt x="209551" y="477379"/>
                  </a:lnTo>
                  <a:lnTo>
                    <a:pt x="208872" y="476707"/>
                  </a:lnTo>
                  <a:lnTo>
                    <a:pt x="208384" y="476458"/>
                  </a:lnTo>
                  <a:lnTo>
                    <a:pt x="208251" y="476388"/>
                  </a:lnTo>
                  <a:lnTo>
                    <a:pt x="208054" y="476356"/>
                  </a:lnTo>
                  <a:lnTo>
                    <a:pt x="207799" y="476250"/>
                  </a:lnTo>
                  <a:lnTo>
                    <a:pt x="207372" y="475832"/>
                  </a:lnTo>
                  <a:lnTo>
                    <a:pt x="207300" y="475487"/>
                  </a:lnTo>
                  <a:lnTo>
                    <a:pt x="207352" y="475248"/>
                  </a:lnTo>
                  <a:lnTo>
                    <a:pt x="207034" y="474802"/>
                  </a:lnTo>
                  <a:lnTo>
                    <a:pt x="206428" y="474754"/>
                  </a:lnTo>
                  <a:lnTo>
                    <a:pt x="206024" y="474508"/>
                  </a:lnTo>
                  <a:lnTo>
                    <a:pt x="206224" y="474340"/>
                  </a:lnTo>
                  <a:lnTo>
                    <a:pt x="206732" y="474322"/>
                  </a:lnTo>
                  <a:lnTo>
                    <a:pt x="207053" y="474303"/>
                  </a:lnTo>
                  <a:lnTo>
                    <a:pt x="207184" y="474062"/>
                  </a:lnTo>
                  <a:lnTo>
                    <a:pt x="207126" y="473877"/>
                  </a:lnTo>
                  <a:lnTo>
                    <a:pt x="206815" y="473623"/>
                  </a:lnTo>
                  <a:lnTo>
                    <a:pt x="206022" y="473399"/>
                  </a:lnTo>
                  <a:lnTo>
                    <a:pt x="205591" y="473247"/>
                  </a:lnTo>
                  <a:lnTo>
                    <a:pt x="205350" y="472654"/>
                  </a:lnTo>
                  <a:lnTo>
                    <a:pt x="204521" y="471258"/>
                  </a:lnTo>
                  <a:lnTo>
                    <a:pt x="204128" y="471494"/>
                  </a:lnTo>
                  <a:lnTo>
                    <a:pt x="203523" y="471309"/>
                  </a:lnTo>
                  <a:lnTo>
                    <a:pt x="203230" y="471089"/>
                  </a:lnTo>
                  <a:lnTo>
                    <a:pt x="203345" y="470775"/>
                  </a:lnTo>
                  <a:lnTo>
                    <a:pt x="203096" y="470709"/>
                  </a:lnTo>
                  <a:lnTo>
                    <a:pt x="202675" y="470474"/>
                  </a:lnTo>
                  <a:lnTo>
                    <a:pt x="202421" y="470287"/>
                  </a:lnTo>
                  <a:lnTo>
                    <a:pt x="202213" y="470158"/>
                  </a:lnTo>
                  <a:lnTo>
                    <a:pt x="201941" y="469943"/>
                  </a:lnTo>
                  <a:lnTo>
                    <a:pt x="201608" y="469651"/>
                  </a:lnTo>
                  <a:lnTo>
                    <a:pt x="201395" y="469448"/>
                  </a:lnTo>
                  <a:lnTo>
                    <a:pt x="201129" y="468924"/>
                  </a:lnTo>
                  <a:lnTo>
                    <a:pt x="200801" y="468615"/>
                  </a:lnTo>
                  <a:lnTo>
                    <a:pt x="200307" y="468183"/>
                  </a:lnTo>
                  <a:lnTo>
                    <a:pt x="199897" y="468875"/>
                  </a:lnTo>
                  <a:lnTo>
                    <a:pt x="199763" y="469369"/>
                  </a:lnTo>
                  <a:lnTo>
                    <a:pt x="199683" y="469860"/>
                  </a:lnTo>
                  <a:lnTo>
                    <a:pt x="199557" y="470165"/>
                  </a:lnTo>
                  <a:lnTo>
                    <a:pt x="199346" y="470158"/>
                  </a:lnTo>
                  <a:lnTo>
                    <a:pt x="198960" y="470176"/>
                  </a:lnTo>
                  <a:lnTo>
                    <a:pt x="198455" y="470360"/>
                  </a:lnTo>
                  <a:lnTo>
                    <a:pt x="198258" y="470685"/>
                  </a:lnTo>
                  <a:lnTo>
                    <a:pt x="198187" y="470843"/>
                  </a:lnTo>
                  <a:lnTo>
                    <a:pt x="198053" y="471042"/>
                  </a:lnTo>
                  <a:lnTo>
                    <a:pt x="197730" y="471267"/>
                  </a:lnTo>
                  <a:lnTo>
                    <a:pt x="197532" y="471415"/>
                  </a:lnTo>
                  <a:lnTo>
                    <a:pt x="197037" y="471518"/>
                  </a:lnTo>
                  <a:lnTo>
                    <a:pt x="196796" y="471526"/>
                  </a:lnTo>
                  <a:lnTo>
                    <a:pt x="196588" y="471518"/>
                  </a:lnTo>
                  <a:lnTo>
                    <a:pt x="196253" y="471275"/>
                  </a:lnTo>
                  <a:lnTo>
                    <a:pt x="196089" y="471281"/>
                  </a:lnTo>
                  <a:lnTo>
                    <a:pt x="195842" y="471531"/>
                  </a:lnTo>
                  <a:lnTo>
                    <a:pt x="195241" y="471098"/>
                  </a:lnTo>
                  <a:lnTo>
                    <a:pt x="194943" y="471023"/>
                  </a:lnTo>
                  <a:lnTo>
                    <a:pt x="194596" y="471191"/>
                  </a:lnTo>
                  <a:lnTo>
                    <a:pt x="194593" y="471842"/>
                  </a:lnTo>
                  <a:lnTo>
                    <a:pt x="194587" y="472020"/>
                  </a:lnTo>
                  <a:lnTo>
                    <a:pt x="194086" y="472730"/>
                  </a:lnTo>
                  <a:lnTo>
                    <a:pt x="193739" y="473064"/>
                  </a:lnTo>
                  <a:lnTo>
                    <a:pt x="193298" y="472750"/>
                  </a:lnTo>
                  <a:lnTo>
                    <a:pt x="192986" y="472500"/>
                  </a:lnTo>
                  <a:lnTo>
                    <a:pt x="192523" y="471922"/>
                  </a:lnTo>
                  <a:lnTo>
                    <a:pt x="192462" y="471689"/>
                  </a:lnTo>
                  <a:lnTo>
                    <a:pt x="192344" y="471501"/>
                  </a:lnTo>
                  <a:lnTo>
                    <a:pt x="191904" y="471336"/>
                  </a:lnTo>
                  <a:lnTo>
                    <a:pt x="191928" y="471793"/>
                  </a:lnTo>
                  <a:lnTo>
                    <a:pt x="191710" y="472078"/>
                  </a:lnTo>
                  <a:lnTo>
                    <a:pt x="191617" y="472356"/>
                  </a:lnTo>
                  <a:lnTo>
                    <a:pt x="191588" y="472508"/>
                  </a:lnTo>
                  <a:lnTo>
                    <a:pt x="191469" y="472719"/>
                  </a:lnTo>
                  <a:lnTo>
                    <a:pt x="191309" y="473300"/>
                  </a:lnTo>
                  <a:lnTo>
                    <a:pt x="191551" y="473571"/>
                  </a:lnTo>
                  <a:lnTo>
                    <a:pt x="191531" y="473919"/>
                  </a:lnTo>
                  <a:lnTo>
                    <a:pt x="191395" y="474132"/>
                  </a:lnTo>
                  <a:lnTo>
                    <a:pt x="191066" y="474560"/>
                  </a:lnTo>
                  <a:lnTo>
                    <a:pt x="191007" y="474724"/>
                  </a:lnTo>
                  <a:lnTo>
                    <a:pt x="190929" y="474911"/>
                  </a:lnTo>
                  <a:lnTo>
                    <a:pt x="190436" y="474907"/>
                  </a:lnTo>
                  <a:lnTo>
                    <a:pt x="190240" y="474349"/>
                  </a:lnTo>
                  <a:lnTo>
                    <a:pt x="189888" y="474423"/>
                  </a:lnTo>
                  <a:lnTo>
                    <a:pt x="189683" y="474552"/>
                  </a:lnTo>
                  <a:lnTo>
                    <a:pt x="189340" y="474489"/>
                  </a:lnTo>
                  <a:lnTo>
                    <a:pt x="189018" y="474477"/>
                  </a:lnTo>
                  <a:lnTo>
                    <a:pt x="188497" y="474748"/>
                  </a:lnTo>
                  <a:lnTo>
                    <a:pt x="188356" y="474833"/>
                  </a:lnTo>
                  <a:lnTo>
                    <a:pt x="188012" y="475291"/>
                  </a:lnTo>
                  <a:lnTo>
                    <a:pt x="188018" y="475552"/>
                  </a:lnTo>
                  <a:lnTo>
                    <a:pt x="187732" y="475617"/>
                  </a:lnTo>
                  <a:lnTo>
                    <a:pt x="187319" y="475482"/>
                  </a:lnTo>
                  <a:lnTo>
                    <a:pt x="187032" y="475413"/>
                  </a:lnTo>
                  <a:lnTo>
                    <a:pt x="186888" y="475369"/>
                  </a:lnTo>
                  <a:lnTo>
                    <a:pt x="186340" y="475091"/>
                  </a:lnTo>
                  <a:lnTo>
                    <a:pt x="186083" y="475110"/>
                  </a:lnTo>
                  <a:lnTo>
                    <a:pt x="185581" y="475417"/>
                  </a:lnTo>
                  <a:lnTo>
                    <a:pt x="185112" y="475369"/>
                  </a:lnTo>
                  <a:lnTo>
                    <a:pt x="184305" y="475200"/>
                  </a:lnTo>
                  <a:lnTo>
                    <a:pt x="183988" y="475629"/>
                  </a:lnTo>
                  <a:lnTo>
                    <a:pt x="183791" y="475823"/>
                  </a:lnTo>
                  <a:lnTo>
                    <a:pt x="183648" y="476177"/>
                  </a:lnTo>
                  <a:lnTo>
                    <a:pt x="183777" y="476853"/>
                  </a:lnTo>
                  <a:lnTo>
                    <a:pt x="183838" y="477088"/>
                  </a:lnTo>
                  <a:lnTo>
                    <a:pt x="183864" y="477281"/>
                  </a:lnTo>
                  <a:lnTo>
                    <a:pt x="183579" y="477850"/>
                  </a:lnTo>
                  <a:lnTo>
                    <a:pt x="182995" y="477797"/>
                  </a:lnTo>
                  <a:lnTo>
                    <a:pt x="182669" y="477835"/>
                  </a:lnTo>
                  <a:lnTo>
                    <a:pt x="182631" y="477980"/>
                  </a:lnTo>
                  <a:lnTo>
                    <a:pt x="182593" y="478124"/>
                  </a:lnTo>
                  <a:lnTo>
                    <a:pt x="182535" y="478378"/>
                  </a:lnTo>
                  <a:lnTo>
                    <a:pt x="181843" y="478684"/>
                  </a:lnTo>
                  <a:lnTo>
                    <a:pt x="181643" y="478550"/>
                  </a:lnTo>
                  <a:lnTo>
                    <a:pt x="181255" y="478309"/>
                  </a:lnTo>
                  <a:lnTo>
                    <a:pt x="180977" y="478303"/>
                  </a:lnTo>
                  <a:lnTo>
                    <a:pt x="180642" y="478138"/>
                  </a:lnTo>
                  <a:lnTo>
                    <a:pt x="180567" y="477885"/>
                  </a:lnTo>
                  <a:lnTo>
                    <a:pt x="180308" y="477489"/>
                  </a:lnTo>
                  <a:lnTo>
                    <a:pt x="179741" y="477393"/>
                  </a:lnTo>
                  <a:lnTo>
                    <a:pt x="179355" y="477214"/>
                  </a:lnTo>
                  <a:lnTo>
                    <a:pt x="178854" y="477138"/>
                  </a:lnTo>
                  <a:lnTo>
                    <a:pt x="178567" y="477288"/>
                  </a:lnTo>
                  <a:lnTo>
                    <a:pt x="178382" y="477607"/>
                  </a:lnTo>
                  <a:lnTo>
                    <a:pt x="177928" y="477824"/>
                  </a:lnTo>
                  <a:lnTo>
                    <a:pt x="177860" y="478194"/>
                  </a:lnTo>
                  <a:lnTo>
                    <a:pt x="177407" y="478182"/>
                  </a:lnTo>
                  <a:lnTo>
                    <a:pt x="176972" y="477943"/>
                  </a:lnTo>
                  <a:lnTo>
                    <a:pt x="176435" y="477411"/>
                  </a:lnTo>
                  <a:lnTo>
                    <a:pt x="175777" y="477527"/>
                  </a:lnTo>
                  <a:lnTo>
                    <a:pt x="175564" y="477048"/>
                  </a:lnTo>
                  <a:lnTo>
                    <a:pt x="175442" y="476708"/>
                  </a:lnTo>
                  <a:lnTo>
                    <a:pt x="175086" y="476519"/>
                  </a:lnTo>
                  <a:lnTo>
                    <a:pt x="174189" y="476771"/>
                  </a:lnTo>
                  <a:lnTo>
                    <a:pt x="173840" y="476919"/>
                  </a:lnTo>
                  <a:lnTo>
                    <a:pt x="173707" y="476983"/>
                  </a:lnTo>
                  <a:lnTo>
                    <a:pt x="171888" y="476951"/>
                  </a:lnTo>
                  <a:lnTo>
                    <a:pt x="171161" y="477221"/>
                  </a:lnTo>
                  <a:lnTo>
                    <a:pt x="171258" y="476605"/>
                  </a:lnTo>
                  <a:lnTo>
                    <a:pt x="171020" y="475916"/>
                  </a:lnTo>
                  <a:lnTo>
                    <a:pt x="171043" y="475647"/>
                  </a:lnTo>
                  <a:lnTo>
                    <a:pt x="170577" y="475235"/>
                  </a:lnTo>
                  <a:lnTo>
                    <a:pt x="170016" y="474901"/>
                  </a:lnTo>
                  <a:lnTo>
                    <a:pt x="170062" y="474689"/>
                  </a:lnTo>
                  <a:lnTo>
                    <a:pt x="169963" y="474129"/>
                  </a:lnTo>
                  <a:lnTo>
                    <a:pt x="169891" y="473752"/>
                  </a:lnTo>
                  <a:lnTo>
                    <a:pt x="169690" y="473665"/>
                  </a:lnTo>
                  <a:lnTo>
                    <a:pt x="169190" y="473399"/>
                  </a:lnTo>
                  <a:lnTo>
                    <a:pt x="168826" y="473348"/>
                  </a:lnTo>
                  <a:lnTo>
                    <a:pt x="168399" y="473361"/>
                  </a:lnTo>
                  <a:lnTo>
                    <a:pt x="168138" y="473268"/>
                  </a:lnTo>
                  <a:lnTo>
                    <a:pt x="167825" y="473072"/>
                  </a:lnTo>
                  <a:lnTo>
                    <a:pt x="167306" y="472936"/>
                  </a:lnTo>
                  <a:lnTo>
                    <a:pt x="166994" y="472988"/>
                  </a:lnTo>
                  <a:lnTo>
                    <a:pt x="166501" y="472529"/>
                  </a:lnTo>
                  <a:lnTo>
                    <a:pt x="166031" y="472466"/>
                  </a:lnTo>
                  <a:lnTo>
                    <a:pt x="165853" y="472402"/>
                  </a:lnTo>
                  <a:lnTo>
                    <a:pt x="165388" y="472435"/>
                  </a:lnTo>
                  <a:lnTo>
                    <a:pt x="165055" y="472521"/>
                  </a:lnTo>
                  <a:lnTo>
                    <a:pt x="163845" y="472530"/>
                  </a:lnTo>
                  <a:lnTo>
                    <a:pt x="163334" y="472594"/>
                  </a:lnTo>
                  <a:lnTo>
                    <a:pt x="163095" y="472807"/>
                  </a:lnTo>
                  <a:lnTo>
                    <a:pt x="162716" y="473529"/>
                  </a:lnTo>
                  <a:lnTo>
                    <a:pt x="162351" y="474087"/>
                  </a:lnTo>
                  <a:lnTo>
                    <a:pt x="161961" y="474764"/>
                  </a:lnTo>
                  <a:lnTo>
                    <a:pt x="161596" y="474963"/>
                  </a:lnTo>
                  <a:lnTo>
                    <a:pt x="160845" y="475399"/>
                  </a:lnTo>
                  <a:lnTo>
                    <a:pt x="160240" y="475598"/>
                  </a:lnTo>
                  <a:lnTo>
                    <a:pt x="159092" y="476279"/>
                  </a:lnTo>
                  <a:lnTo>
                    <a:pt x="158704" y="476523"/>
                  </a:lnTo>
                  <a:lnTo>
                    <a:pt x="158550" y="476926"/>
                  </a:lnTo>
                  <a:lnTo>
                    <a:pt x="157922" y="476622"/>
                  </a:lnTo>
                  <a:lnTo>
                    <a:pt x="157489" y="475672"/>
                  </a:lnTo>
                  <a:lnTo>
                    <a:pt x="157322" y="475699"/>
                  </a:lnTo>
                  <a:lnTo>
                    <a:pt x="156863" y="475907"/>
                  </a:lnTo>
                  <a:lnTo>
                    <a:pt x="156507" y="475681"/>
                  </a:lnTo>
                  <a:lnTo>
                    <a:pt x="156480" y="475528"/>
                  </a:lnTo>
                  <a:lnTo>
                    <a:pt x="156455" y="475380"/>
                  </a:lnTo>
                  <a:lnTo>
                    <a:pt x="156434" y="475145"/>
                  </a:lnTo>
                  <a:lnTo>
                    <a:pt x="156454" y="474973"/>
                  </a:lnTo>
                  <a:lnTo>
                    <a:pt x="156449" y="474567"/>
                  </a:lnTo>
                  <a:lnTo>
                    <a:pt x="155988" y="473881"/>
                  </a:lnTo>
                  <a:lnTo>
                    <a:pt x="155994" y="473391"/>
                  </a:lnTo>
                  <a:lnTo>
                    <a:pt x="155618" y="473226"/>
                  </a:lnTo>
                  <a:lnTo>
                    <a:pt x="155157" y="473188"/>
                  </a:lnTo>
                  <a:lnTo>
                    <a:pt x="154960" y="473318"/>
                  </a:lnTo>
                  <a:lnTo>
                    <a:pt x="154620" y="473361"/>
                  </a:lnTo>
                  <a:lnTo>
                    <a:pt x="153900" y="473894"/>
                  </a:lnTo>
                  <a:lnTo>
                    <a:pt x="153594" y="473906"/>
                  </a:lnTo>
                  <a:lnTo>
                    <a:pt x="153244" y="474197"/>
                  </a:lnTo>
                  <a:lnTo>
                    <a:pt x="152864" y="474745"/>
                  </a:lnTo>
                  <a:lnTo>
                    <a:pt x="152625" y="474494"/>
                  </a:lnTo>
                  <a:lnTo>
                    <a:pt x="152115" y="473573"/>
                  </a:lnTo>
                  <a:lnTo>
                    <a:pt x="151659" y="473169"/>
                  </a:lnTo>
                  <a:lnTo>
                    <a:pt x="151490" y="473034"/>
                  </a:lnTo>
                  <a:lnTo>
                    <a:pt x="151153" y="472709"/>
                  </a:lnTo>
                  <a:lnTo>
                    <a:pt x="150962" y="472652"/>
                  </a:lnTo>
                  <a:lnTo>
                    <a:pt x="150476" y="472491"/>
                  </a:lnTo>
                  <a:lnTo>
                    <a:pt x="150093" y="472244"/>
                  </a:lnTo>
                  <a:lnTo>
                    <a:pt x="150230" y="471927"/>
                  </a:lnTo>
                  <a:lnTo>
                    <a:pt x="150238" y="471662"/>
                  </a:lnTo>
                  <a:lnTo>
                    <a:pt x="149682" y="471098"/>
                  </a:lnTo>
                  <a:lnTo>
                    <a:pt x="149510" y="470600"/>
                  </a:lnTo>
                  <a:lnTo>
                    <a:pt x="148530" y="470440"/>
                  </a:lnTo>
                  <a:lnTo>
                    <a:pt x="148316" y="470353"/>
                  </a:lnTo>
                  <a:lnTo>
                    <a:pt x="147965" y="469810"/>
                  </a:lnTo>
                  <a:lnTo>
                    <a:pt x="147882" y="469625"/>
                  </a:lnTo>
                  <a:lnTo>
                    <a:pt x="147848" y="469188"/>
                  </a:lnTo>
                  <a:lnTo>
                    <a:pt x="147816" y="468894"/>
                  </a:lnTo>
                  <a:lnTo>
                    <a:pt x="147128" y="468911"/>
                  </a:lnTo>
                  <a:lnTo>
                    <a:pt x="146984" y="468973"/>
                  </a:lnTo>
                  <a:lnTo>
                    <a:pt x="146096" y="468939"/>
                  </a:lnTo>
                  <a:lnTo>
                    <a:pt x="145933" y="468834"/>
                  </a:lnTo>
                  <a:lnTo>
                    <a:pt x="145505" y="468564"/>
                  </a:lnTo>
                  <a:lnTo>
                    <a:pt x="145316" y="468549"/>
                  </a:lnTo>
                  <a:lnTo>
                    <a:pt x="144996" y="468368"/>
                  </a:lnTo>
                  <a:lnTo>
                    <a:pt x="144802" y="468413"/>
                  </a:lnTo>
                  <a:lnTo>
                    <a:pt x="144457" y="468691"/>
                  </a:lnTo>
                  <a:lnTo>
                    <a:pt x="144363" y="469044"/>
                  </a:lnTo>
                  <a:lnTo>
                    <a:pt x="144020" y="469496"/>
                  </a:lnTo>
                  <a:lnTo>
                    <a:pt x="143806" y="469552"/>
                  </a:lnTo>
                  <a:lnTo>
                    <a:pt x="143511" y="469617"/>
                  </a:lnTo>
                  <a:lnTo>
                    <a:pt x="143049" y="469628"/>
                  </a:lnTo>
                  <a:lnTo>
                    <a:pt x="142386" y="469783"/>
                  </a:lnTo>
                  <a:lnTo>
                    <a:pt x="141091" y="470247"/>
                  </a:lnTo>
                  <a:lnTo>
                    <a:pt x="140405" y="469994"/>
                  </a:lnTo>
                  <a:lnTo>
                    <a:pt x="140374" y="469777"/>
                  </a:lnTo>
                  <a:lnTo>
                    <a:pt x="139979" y="469011"/>
                  </a:lnTo>
                  <a:lnTo>
                    <a:pt x="139966" y="468733"/>
                  </a:lnTo>
                  <a:lnTo>
                    <a:pt x="139673" y="468034"/>
                  </a:lnTo>
                  <a:lnTo>
                    <a:pt x="139777" y="467790"/>
                  </a:lnTo>
                  <a:lnTo>
                    <a:pt x="139668" y="467209"/>
                  </a:lnTo>
                  <a:lnTo>
                    <a:pt x="139456" y="467157"/>
                  </a:lnTo>
                  <a:lnTo>
                    <a:pt x="139056" y="466927"/>
                  </a:lnTo>
                  <a:lnTo>
                    <a:pt x="139099" y="466602"/>
                  </a:lnTo>
                  <a:lnTo>
                    <a:pt x="139035" y="466323"/>
                  </a:lnTo>
                  <a:lnTo>
                    <a:pt x="138974" y="465870"/>
                  </a:lnTo>
                  <a:lnTo>
                    <a:pt x="138968" y="465729"/>
                  </a:lnTo>
                  <a:lnTo>
                    <a:pt x="138802" y="465382"/>
                  </a:lnTo>
                  <a:lnTo>
                    <a:pt x="138546" y="465323"/>
                  </a:lnTo>
                  <a:lnTo>
                    <a:pt x="137714" y="465642"/>
                  </a:lnTo>
                  <a:lnTo>
                    <a:pt x="137096" y="466179"/>
                  </a:lnTo>
                  <a:lnTo>
                    <a:pt x="136518" y="466274"/>
                  </a:lnTo>
                  <a:lnTo>
                    <a:pt x="136214" y="466466"/>
                  </a:lnTo>
                  <a:lnTo>
                    <a:pt x="135828" y="466208"/>
                  </a:lnTo>
                  <a:lnTo>
                    <a:pt x="135524" y="466414"/>
                  </a:lnTo>
                  <a:lnTo>
                    <a:pt x="135336" y="466654"/>
                  </a:lnTo>
                  <a:lnTo>
                    <a:pt x="135143" y="466613"/>
                  </a:lnTo>
                  <a:lnTo>
                    <a:pt x="134965" y="466678"/>
                  </a:lnTo>
                  <a:lnTo>
                    <a:pt x="134835" y="466865"/>
                  </a:lnTo>
                  <a:lnTo>
                    <a:pt x="133429" y="466726"/>
                  </a:lnTo>
                  <a:lnTo>
                    <a:pt x="133379" y="466908"/>
                  </a:lnTo>
                  <a:lnTo>
                    <a:pt x="133265" y="467206"/>
                  </a:lnTo>
                  <a:lnTo>
                    <a:pt x="132833" y="466939"/>
                  </a:lnTo>
                  <a:lnTo>
                    <a:pt x="132096" y="466476"/>
                  </a:lnTo>
                  <a:lnTo>
                    <a:pt x="131804" y="466268"/>
                  </a:lnTo>
                  <a:lnTo>
                    <a:pt x="131263" y="465812"/>
                  </a:lnTo>
                  <a:lnTo>
                    <a:pt x="130875" y="465768"/>
                  </a:lnTo>
                  <a:lnTo>
                    <a:pt x="130444" y="465842"/>
                  </a:lnTo>
                  <a:lnTo>
                    <a:pt x="130140" y="466015"/>
                  </a:lnTo>
                  <a:lnTo>
                    <a:pt x="129001" y="465586"/>
                  </a:lnTo>
                  <a:lnTo>
                    <a:pt x="128647" y="465141"/>
                  </a:lnTo>
                  <a:lnTo>
                    <a:pt x="127993" y="464903"/>
                  </a:lnTo>
                  <a:lnTo>
                    <a:pt x="126895" y="464663"/>
                  </a:lnTo>
                  <a:lnTo>
                    <a:pt x="126744" y="464519"/>
                  </a:lnTo>
                  <a:lnTo>
                    <a:pt x="126388" y="464281"/>
                  </a:lnTo>
                  <a:lnTo>
                    <a:pt x="125956" y="464261"/>
                  </a:lnTo>
                  <a:lnTo>
                    <a:pt x="125791" y="464474"/>
                  </a:lnTo>
                  <a:lnTo>
                    <a:pt x="125778" y="464683"/>
                  </a:lnTo>
                  <a:lnTo>
                    <a:pt x="125732" y="464922"/>
                  </a:lnTo>
                  <a:lnTo>
                    <a:pt x="125654" y="465183"/>
                  </a:lnTo>
                  <a:lnTo>
                    <a:pt x="125434" y="465561"/>
                  </a:lnTo>
                  <a:lnTo>
                    <a:pt x="125163" y="465753"/>
                  </a:lnTo>
                  <a:lnTo>
                    <a:pt x="124884" y="466004"/>
                  </a:lnTo>
                  <a:lnTo>
                    <a:pt x="124527" y="466110"/>
                  </a:lnTo>
                  <a:lnTo>
                    <a:pt x="124052" y="466156"/>
                  </a:lnTo>
                  <a:lnTo>
                    <a:pt x="123970" y="465776"/>
                  </a:lnTo>
                  <a:lnTo>
                    <a:pt x="123763" y="465657"/>
                  </a:lnTo>
                  <a:lnTo>
                    <a:pt x="122833" y="465579"/>
                  </a:lnTo>
                  <a:lnTo>
                    <a:pt x="121362" y="465671"/>
                  </a:lnTo>
                  <a:lnTo>
                    <a:pt x="121119" y="465699"/>
                  </a:lnTo>
                  <a:lnTo>
                    <a:pt x="120597" y="465434"/>
                  </a:lnTo>
                  <a:lnTo>
                    <a:pt x="119986" y="465612"/>
                  </a:lnTo>
                  <a:lnTo>
                    <a:pt x="119497" y="465221"/>
                  </a:lnTo>
                  <a:lnTo>
                    <a:pt x="118663" y="465128"/>
                  </a:lnTo>
                  <a:lnTo>
                    <a:pt x="118154" y="464959"/>
                  </a:lnTo>
                  <a:lnTo>
                    <a:pt x="117789" y="464854"/>
                  </a:lnTo>
                  <a:lnTo>
                    <a:pt x="116892" y="464311"/>
                  </a:lnTo>
                  <a:lnTo>
                    <a:pt x="116498" y="464352"/>
                  </a:lnTo>
                  <a:lnTo>
                    <a:pt x="116249" y="464392"/>
                  </a:lnTo>
                  <a:lnTo>
                    <a:pt x="115883" y="464606"/>
                  </a:lnTo>
                  <a:lnTo>
                    <a:pt x="115442" y="465037"/>
                  </a:lnTo>
                  <a:lnTo>
                    <a:pt x="115242" y="464973"/>
                  </a:lnTo>
                  <a:lnTo>
                    <a:pt x="114862" y="464850"/>
                  </a:lnTo>
                  <a:lnTo>
                    <a:pt x="114444" y="464767"/>
                  </a:lnTo>
                  <a:lnTo>
                    <a:pt x="114102" y="464537"/>
                  </a:lnTo>
                  <a:lnTo>
                    <a:pt x="113848" y="464458"/>
                  </a:lnTo>
                  <a:lnTo>
                    <a:pt x="113261" y="464423"/>
                  </a:lnTo>
                  <a:lnTo>
                    <a:pt x="113347" y="464954"/>
                  </a:lnTo>
                  <a:lnTo>
                    <a:pt x="113170" y="465252"/>
                  </a:lnTo>
                  <a:lnTo>
                    <a:pt x="112301" y="464973"/>
                  </a:lnTo>
                  <a:lnTo>
                    <a:pt x="111882" y="464814"/>
                  </a:lnTo>
                  <a:lnTo>
                    <a:pt x="111479" y="464785"/>
                  </a:lnTo>
                  <a:lnTo>
                    <a:pt x="110768" y="465590"/>
                  </a:lnTo>
                  <a:lnTo>
                    <a:pt x="110358" y="465732"/>
                  </a:lnTo>
                  <a:lnTo>
                    <a:pt x="109849" y="466124"/>
                  </a:lnTo>
                  <a:lnTo>
                    <a:pt x="109651" y="466064"/>
                  </a:lnTo>
                  <a:lnTo>
                    <a:pt x="109266" y="465968"/>
                  </a:lnTo>
                  <a:lnTo>
                    <a:pt x="109057" y="465828"/>
                  </a:lnTo>
                  <a:lnTo>
                    <a:pt x="108847" y="465726"/>
                  </a:lnTo>
                  <a:lnTo>
                    <a:pt x="108627" y="465497"/>
                  </a:lnTo>
                  <a:lnTo>
                    <a:pt x="108313" y="465518"/>
                  </a:lnTo>
                  <a:lnTo>
                    <a:pt x="107817" y="465278"/>
                  </a:lnTo>
                  <a:lnTo>
                    <a:pt x="107725" y="465089"/>
                  </a:lnTo>
                  <a:lnTo>
                    <a:pt x="107491" y="464899"/>
                  </a:lnTo>
                  <a:lnTo>
                    <a:pt x="107351" y="464536"/>
                  </a:lnTo>
                  <a:lnTo>
                    <a:pt x="107441" y="464349"/>
                  </a:lnTo>
                  <a:lnTo>
                    <a:pt x="107519" y="464033"/>
                  </a:lnTo>
                  <a:lnTo>
                    <a:pt x="107687" y="463528"/>
                  </a:lnTo>
                  <a:lnTo>
                    <a:pt x="107703" y="463224"/>
                  </a:lnTo>
                  <a:lnTo>
                    <a:pt x="107172" y="462704"/>
                  </a:lnTo>
                  <a:lnTo>
                    <a:pt x="107349" y="462393"/>
                  </a:lnTo>
                  <a:lnTo>
                    <a:pt x="107937" y="461805"/>
                  </a:lnTo>
                  <a:lnTo>
                    <a:pt x="108338" y="461492"/>
                  </a:lnTo>
                  <a:lnTo>
                    <a:pt x="108338" y="461331"/>
                  </a:lnTo>
                  <a:lnTo>
                    <a:pt x="108380" y="461197"/>
                  </a:lnTo>
                  <a:lnTo>
                    <a:pt x="108438" y="461044"/>
                  </a:lnTo>
                  <a:lnTo>
                    <a:pt x="108206" y="460791"/>
                  </a:lnTo>
                  <a:lnTo>
                    <a:pt x="107988" y="460589"/>
                  </a:lnTo>
                  <a:lnTo>
                    <a:pt x="106986" y="459715"/>
                  </a:lnTo>
                  <a:lnTo>
                    <a:pt x="106828" y="459726"/>
                  </a:lnTo>
                  <a:lnTo>
                    <a:pt x="106452" y="459680"/>
                  </a:lnTo>
                  <a:lnTo>
                    <a:pt x="105960" y="459523"/>
                  </a:lnTo>
                  <a:lnTo>
                    <a:pt x="105752" y="459525"/>
                  </a:lnTo>
                  <a:lnTo>
                    <a:pt x="105466" y="459538"/>
                  </a:lnTo>
                  <a:lnTo>
                    <a:pt x="104806" y="459000"/>
                  </a:lnTo>
                  <a:lnTo>
                    <a:pt x="104589" y="459135"/>
                  </a:lnTo>
                  <a:lnTo>
                    <a:pt x="104418" y="459248"/>
                  </a:lnTo>
                  <a:lnTo>
                    <a:pt x="103811" y="459838"/>
                  </a:lnTo>
                  <a:lnTo>
                    <a:pt x="103362" y="460123"/>
                  </a:lnTo>
                  <a:lnTo>
                    <a:pt x="103200" y="460132"/>
                  </a:lnTo>
                  <a:lnTo>
                    <a:pt x="102937" y="460138"/>
                  </a:lnTo>
                  <a:lnTo>
                    <a:pt x="102619" y="460109"/>
                  </a:lnTo>
                  <a:lnTo>
                    <a:pt x="102254" y="460048"/>
                  </a:lnTo>
                  <a:lnTo>
                    <a:pt x="102052" y="460011"/>
                  </a:lnTo>
                  <a:lnTo>
                    <a:pt x="101811" y="460082"/>
                  </a:lnTo>
                  <a:lnTo>
                    <a:pt x="101234" y="460047"/>
                  </a:lnTo>
                  <a:lnTo>
                    <a:pt x="100888" y="460191"/>
                  </a:lnTo>
                  <a:lnTo>
                    <a:pt x="100598" y="460434"/>
                  </a:lnTo>
                  <a:lnTo>
                    <a:pt x="100695" y="460982"/>
                  </a:lnTo>
                  <a:lnTo>
                    <a:pt x="100604" y="461357"/>
                  </a:lnTo>
                  <a:lnTo>
                    <a:pt x="100471" y="461366"/>
                  </a:lnTo>
                  <a:lnTo>
                    <a:pt x="99828" y="461244"/>
                  </a:lnTo>
                  <a:lnTo>
                    <a:pt x="99223" y="461614"/>
                  </a:lnTo>
                  <a:lnTo>
                    <a:pt x="98948" y="461592"/>
                  </a:lnTo>
                  <a:lnTo>
                    <a:pt x="98804" y="461550"/>
                  </a:lnTo>
                  <a:lnTo>
                    <a:pt x="98313" y="461734"/>
                  </a:lnTo>
                  <a:lnTo>
                    <a:pt x="97788" y="461699"/>
                  </a:lnTo>
                  <a:lnTo>
                    <a:pt x="97263" y="461108"/>
                  </a:lnTo>
                  <a:lnTo>
                    <a:pt x="96700" y="459893"/>
                  </a:lnTo>
                  <a:lnTo>
                    <a:pt x="96446" y="459546"/>
                  </a:lnTo>
                  <a:lnTo>
                    <a:pt x="95865" y="459450"/>
                  </a:lnTo>
                  <a:lnTo>
                    <a:pt x="95762" y="459275"/>
                  </a:lnTo>
                  <a:lnTo>
                    <a:pt x="95726" y="458499"/>
                  </a:lnTo>
                  <a:lnTo>
                    <a:pt x="95585" y="458192"/>
                  </a:lnTo>
                  <a:lnTo>
                    <a:pt x="94854" y="458021"/>
                  </a:lnTo>
                  <a:lnTo>
                    <a:pt x="94563" y="458091"/>
                  </a:lnTo>
                  <a:lnTo>
                    <a:pt x="94135" y="457890"/>
                  </a:lnTo>
                  <a:lnTo>
                    <a:pt x="93707" y="457286"/>
                  </a:lnTo>
                  <a:lnTo>
                    <a:pt x="93663" y="457114"/>
                  </a:lnTo>
                  <a:lnTo>
                    <a:pt x="93561" y="456633"/>
                  </a:lnTo>
                  <a:lnTo>
                    <a:pt x="93351" y="456445"/>
                  </a:lnTo>
                  <a:lnTo>
                    <a:pt x="92725" y="456132"/>
                  </a:lnTo>
                  <a:lnTo>
                    <a:pt x="92211" y="455979"/>
                  </a:lnTo>
                  <a:lnTo>
                    <a:pt x="91683" y="456510"/>
                  </a:lnTo>
                  <a:lnTo>
                    <a:pt x="91102" y="456291"/>
                  </a:lnTo>
                  <a:lnTo>
                    <a:pt x="90879" y="456079"/>
                  </a:lnTo>
                  <a:lnTo>
                    <a:pt x="90662" y="455872"/>
                  </a:lnTo>
                  <a:lnTo>
                    <a:pt x="89565" y="455350"/>
                  </a:lnTo>
                  <a:lnTo>
                    <a:pt x="89044" y="454993"/>
                  </a:lnTo>
                  <a:lnTo>
                    <a:pt x="88781" y="454733"/>
                  </a:lnTo>
                  <a:lnTo>
                    <a:pt x="88394" y="454645"/>
                  </a:lnTo>
                  <a:lnTo>
                    <a:pt x="88262" y="454531"/>
                  </a:lnTo>
                  <a:lnTo>
                    <a:pt x="88050" y="454498"/>
                  </a:lnTo>
                  <a:lnTo>
                    <a:pt x="87413" y="454389"/>
                  </a:lnTo>
                  <a:lnTo>
                    <a:pt x="87127" y="454238"/>
                  </a:lnTo>
                  <a:lnTo>
                    <a:pt x="86977" y="454105"/>
                  </a:lnTo>
                  <a:lnTo>
                    <a:pt x="86707" y="453952"/>
                  </a:lnTo>
                  <a:lnTo>
                    <a:pt x="86641" y="453626"/>
                  </a:lnTo>
                  <a:lnTo>
                    <a:pt x="86327" y="453397"/>
                  </a:lnTo>
                  <a:lnTo>
                    <a:pt x="86149" y="453359"/>
                  </a:lnTo>
                  <a:lnTo>
                    <a:pt x="85406" y="452942"/>
                  </a:lnTo>
                  <a:lnTo>
                    <a:pt x="85117" y="452796"/>
                  </a:lnTo>
                  <a:lnTo>
                    <a:pt x="84545" y="452538"/>
                  </a:lnTo>
                  <a:lnTo>
                    <a:pt x="83913" y="452352"/>
                  </a:lnTo>
                  <a:lnTo>
                    <a:pt x="83362" y="452041"/>
                  </a:lnTo>
                  <a:lnTo>
                    <a:pt x="83200" y="451849"/>
                  </a:lnTo>
                  <a:lnTo>
                    <a:pt x="82971" y="451783"/>
                  </a:lnTo>
                  <a:lnTo>
                    <a:pt x="82706" y="451685"/>
                  </a:lnTo>
                  <a:lnTo>
                    <a:pt x="82287" y="451243"/>
                  </a:lnTo>
                  <a:lnTo>
                    <a:pt x="82500" y="450421"/>
                  </a:lnTo>
                  <a:lnTo>
                    <a:pt x="81952" y="449865"/>
                  </a:lnTo>
                  <a:lnTo>
                    <a:pt x="80640" y="449599"/>
                  </a:lnTo>
                  <a:lnTo>
                    <a:pt x="77073" y="450330"/>
                  </a:lnTo>
                  <a:lnTo>
                    <a:pt x="76647" y="450300"/>
                  </a:lnTo>
                  <a:lnTo>
                    <a:pt x="75985" y="450009"/>
                  </a:lnTo>
                  <a:lnTo>
                    <a:pt x="73817" y="449261"/>
                  </a:lnTo>
                  <a:lnTo>
                    <a:pt x="73436" y="449197"/>
                  </a:lnTo>
                  <a:lnTo>
                    <a:pt x="68101" y="449258"/>
                  </a:lnTo>
                  <a:lnTo>
                    <a:pt x="67336" y="449064"/>
                  </a:lnTo>
                  <a:lnTo>
                    <a:pt x="66674" y="450035"/>
                  </a:lnTo>
                  <a:lnTo>
                    <a:pt x="66645" y="450265"/>
                  </a:lnTo>
                  <a:lnTo>
                    <a:pt x="66574" y="450493"/>
                  </a:lnTo>
                  <a:lnTo>
                    <a:pt x="65437" y="450158"/>
                  </a:lnTo>
                  <a:lnTo>
                    <a:pt x="56695" y="449536"/>
                  </a:lnTo>
                  <a:lnTo>
                    <a:pt x="56550" y="449147"/>
                  </a:lnTo>
                  <a:lnTo>
                    <a:pt x="56506" y="448974"/>
                  </a:lnTo>
                  <a:lnTo>
                    <a:pt x="56060" y="448691"/>
                  </a:lnTo>
                  <a:lnTo>
                    <a:pt x="55109" y="448898"/>
                  </a:lnTo>
                  <a:lnTo>
                    <a:pt x="54510" y="448844"/>
                  </a:lnTo>
                  <a:lnTo>
                    <a:pt x="54355" y="448851"/>
                  </a:lnTo>
                  <a:lnTo>
                    <a:pt x="53939" y="448774"/>
                  </a:lnTo>
                  <a:lnTo>
                    <a:pt x="53535" y="448879"/>
                  </a:lnTo>
                  <a:lnTo>
                    <a:pt x="53386" y="448915"/>
                  </a:lnTo>
                  <a:lnTo>
                    <a:pt x="53154" y="448865"/>
                  </a:lnTo>
                  <a:lnTo>
                    <a:pt x="52537" y="448535"/>
                  </a:lnTo>
                  <a:lnTo>
                    <a:pt x="52066" y="448226"/>
                  </a:lnTo>
                  <a:lnTo>
                    <a:pt x="51946" y="448052"/>
                  </a:lnTo>
                  <a:lnTo>
                    <a:pt x="51742" y="447909"/>
                  </a:lnTo>
                  <a:lnTo>
                    <a:pt x="51204" y="447683"/>
                  </a:lnTo>
                  <a:lnTo>
                    <a:pt x="50984" y="447666"/>
                  </a:lnTo>
                  <a:lnTo>
                    <a:pt x="50739" y="447785"/>
                  </a:lnTo>
                  <a:lnTo>
                    <a:pt x="50429" y="447882"/>
                  </a:lnTo>
                  <a:lnTo>
                    <a:pt x="50060" y="447853"/>
                  </a:lnTo>
                  <a:lnTo>
                    <a:pt x="49669" y="447905"/>
                  </a:lnTo>
                  <a:lnTo>
                    <a:pt x="49476" y="447960"/>
                  </a:lnTo>
                  <a:lnTo>
                    <a:pt x="49285" y="447774"/>
                  </a:lnTo>
                  <a:lnTo>
                    <a:pt x="49187" y="447614"/>
                  </a:lnTo>
                  <a:lnTo>
                    <a:pt x="48916" y="447453"/>
                  </a:lnTo>
                  <a:lnTo>
                    <a:pt x="48444" y="447270"/>
                  </a:lnTo>
                  <a:lnTo>
                    <a:pt x="47824" y="446920"/>
                  </a:lnTo>
                  <a:lnTo>
                    <a:pt x="47477" y="446539"/>
                  </a:lnTo>
                  <a:lnTo>
                    <a:pt x="47032" y="446270"/>
                  </a:lnTo>
                  <a:lnTo>
                    <a:pt x="46691" y="446166"/>
                  </a:lnTo>
                  <a:lnTo>
                    <a:pt x="46544" y="446026"/>
                  </a:lnTo>
                  <a:lnTo>
                    <a:pt x="46321" y="445819"/>
                  </a:lnTo>
                  <a:lnTo>
                    <a:pt x="45896" y="445309"/>
                  </a:lnTo>
                  <a:lnTo>
                    <a:pt x="45698" y="445082"/>
                  </a:lnTo>
                  <a:lnTo>
                    <a:pt x="45346" y="444859"/>
                  </a:lnTo>
                  <a:lnTo>
                    <a:pt x="45086" y="444751"/>
                  </a:lnTo>
                  <a:lnTo>
                    <a:pt x="44825" y="444661"/>
                  </a:lnTo>
                  <a:lnTo>
                    <a:pt x="44509" y="444459"/>
                  </a:lnTo>
                  <a:lnTo>
                    <a:pt x="44341" y="444314"/>
                  </a:lnTo>
                  <a:lnTo>
                    <a:pt x="40699" y="442302"/>
                  </a:lnTo>
                  <a:lnTo>
                    <a:pt x="40543" y="442314"/>
                  </a:lnTo>
                  <a:lnTo>
                    <a:pt x="40374" y="442329"/>
                  </a:lnTo>
                  <a:lnTo>
                    <a:pt x="40022" y="442357"/>
                  </a:lnTo>
                  <a:lnTo>
                    <a:pt x="39582" y="442393"/>
                  </a:lnTo>
                  <a:lnTo>
                    <a:pt x="39350" y="442413"/>
                  </a:lnTo>
                  <a:lnTo>
                    <a:pt x="38631" y="442475"/>
                  </a:lnTo>
                  <a:lnTo>
                    <a:pt x="38305" y="442500"/>
                  </a:lnTo>
                  <a:lnTo>
                    <a:pt x="36609" y="441931"/>
                  </a:lnTo>
                  <a:lnTo>
                    <a:pt x="34839" y="439904"/>
                  </a:lnTo>
                  <a:lnTo>
                    <a:pt x="34292" y="439013"/>
                  </a:lnTo>
                  <a:lnTo>
                    <a:pt x="34205" y="438882"/>
                  </a:lnTo>
                  <a:lnTo>
                    <a:pt x="33970" y="438530"/>
                  </a:lnTo>
                  <a:lnTo>
                    <a:pt x="33764" y="438214"/>
                  </a:lnTo>
                  <a:lnTo>
                    <a:pt x="33415" y="437702"/>
                  </a:lnTo>
                  <a:lnTo>
                    <a:pt x="33293" y="437520"/>
                  </a:lnTo>
                  <a:lnTo>
                    <a:pt x="33099" y="437238"/>
                  </a:lnTo>
                  <a:lnTo>
                    <a:pt x="32986" y="437067"/>
                  </a:lnTo>
                  <a:lnTo>
                    <a:pt x="32799" y="436788"/>
                  </a:lnTo>
                  <a:lnTo>
                    <a:pt x="32609" y="436504"/>
                  </a:lnTo>
                  <a:lnTo>
                    <a:pt x="32354" y="436127"/>
                  </a:lnTo>
                  <a:lnTo>
                    <a:pt x="32061" y="435701"/>
                  </a:lnTo>
                  <a:lnTo>
                    <a:pt x="25733" y="432940"/>
                  </a:lnTo>
                  <a:lnTo>
                    <a:pt x="25769" y="432740"/>
                  </a:lnTo>
                  <a:lnTo>
                    <a:pt x="25818" y="432433"/>
                  </a:lnTo>
                  <a:lnTo>
                    <a:pt x="25717" y="432044"/>
                  </a:lnTo>
                  <a:lnTo>
                    <a:pt x="23273" y="429906"/>
                  </a:lnTo>
                  <a:lnTo>
                    <a:pt x="22385" y="428910"/>
                  </a:lnTo>
                  <a:lnTo>
                    <a:pt x="22194" y="428573"/>
                  </a:lnTo>
                  <a:lnTo>
                    <a:pt x="21962" y="428433"/>
                  </a:lnTo>
                  <a:lnTo>
                    <a:pt x="21867" y="428274"/>
                  </a:lnTo>
                  <a:lnTo>
                    <a:pt x="21901" y="428046"/>
                  </a:lnTo>
                  <a:lnTo>
                    <a:pt x="21921" y="427881"/>
                  </a:lnTo>
                  <a:lnTo>
                    <a:pt x="21940" y="427671"/>
                  </a:lnTo>
                  <a:lnTo>
                    <a:pt x="21841" y="427437"/>
                  </a:lnTo>
                  <a:lnTo>
                    <a:pt x="21813" y="426816"/>
                  </a:lnTo>
                  <a:lnTo>
                    <a:pt x="21842" y="426577"/>
                  </a:lnTo>
                  <a:lnTo>
                    <a:pt x="21811" y="426426"/>
                  </a:lnTo>
                  <a:lnTo>
                    <a:pt x="22260" y="425593"/>
                  </a:lnTo>
                  <a:lnTo>
                    <a:pt x="22227" y="424953"/>
                  </a:lnTo>
                  <a:lnTo>
                    <a:pt x="22151" y="424468"/>
                  </a:lnTo>
                  <a:lnTo>
                    <a:pt x="22650" y="423721"/>
                  </a:lnTo>
                  <a:lnTo>
                    <a:pt x="22296" y="423504"/>
                  </a:lnTo>
                  <a:lnTo>
                    <a:pt x="22017" y="423318"/>
                  </a:lnTo>
                  <a:lnTo>
                    <a:pt x="21794" y="423165"/>
                  </a:lnTo>
                  <a:lnTo>
                    <a:pt x="21184" y="421976"/>
                  </a:lnTo>
                  <a:lnTo>
                    <a:pt x="20773" y="421830"/>
                  </a:lnTo>
                  <a:lnTo>
                    <a:pt x="20373" y="421665"/>
                  </a:lnTo>
                  <a:lnTo>
                    <a:pt x="19786" y="421430"/>
                  </a:lnTo>
                  <a:lnTo>
                    <a:pt x="19482" y="421432"/>
                  </a:lnTo>
                  <a:lnTo>
                    <a:pt x="19181" y="421467"/>
                  </a:lnTo>
                  <a:lnTo>
                    <a:pt x="18993" y="421532"/>
                  </a:lnTo>
                  <a:lnTo>
                    <a:pt x="18862" y="421542"/>
                  </a:lnTo>
                  <a:lnTo>
                    <a:pt x="18737" y="421501"/>
                  </a:lnTo>
                  <a:lnTo>
                    <a:pt x="18741" y="421309"/>
                  </a:lnTo>
                  <a:lnTo>
                    <a:pt x="18672" y="420983"/>
                  </a:lnTo>
                  <a:lnTo>
                    <a:pt x="18624" y="420601"/>
                  </a:lnTo>
                  <a:lnTo>
                    <a:pt x="18831" y="420505"/>
                  </a:lnTo>
                  <a:lnTo>
                    <a:pt x="19055" y="420342"/>
                  </a:lnTo>
                  <a:lnTo>
                    <a:pt x="19253" y="420032"/>
                  </a:lnTo>
                  <a:lnTo>
                    <a:pt x="19318" y="419893"/>
                  </a:lnTo>
                  <a:lnTo>
                    <a:pt x="19421" y="419626"/>
                  </a:lnTo>
                  <a:lnTo>
                    <a:pt x="20029" y="418737"/>
                  </a:lnTo>
                  <a:lnTo>
                    <a:pt x="19231" y="418443"/>
                  </a:lnTo>
                  <a:lnTo>
                    <a:pt x="18963" y="418487"/>
                  </a:lnTo>
                  <a:lnTo>
                    <a:pt x="18495" y="418484"/>
                  </a:lnTo>
                  <a:lnTo>
                    <a:pt x="18404" y="418208"/>
                  </a:lnTo>
                  <a:lnTo>
                    <a:pt x="17372" y="417497"/>
                  </a:lnTo>
                  <a:lnTo>
                    <a:pt x="17002" y="417002"/>
                  </a:lnTo>
                  <a:lnTo>
                    <a:pt x="16719" y="416315"/>
                  </a:lnTo>
                  <a:lnTo>
                    <a:pt x="16369" y="416007"/>
                  </a:lnTo>
                  <a:lnTo>
                    <a:pt x="16080" y="415878"/>
                  </a:lnTo>
                  <a:lnTo>
                    <a:pt x="15840" y="415878"/>
                  </a:lnTo>
                  <a:lnTo>
                    <a:pt x="15505" y="415975"/>
                  </a:lnTo>
                  <a:lnTo>
                    <a:pt x="15338" y="416057"/>
                  </a:lnTo>
                  <a:lnTo>
                    <a:pt x="14735" y="416159"/>
                  </a:lnTo>
                  <a:lnTo>
                    <a:pt x="14192" y="415739"/>
                  </a:lnTo>
                  <a:lnTo>
                    <a:pt x="13979" y="415244"/>
                  </a:lnTo>
                  <a:lnTo>
                    <a:pt x="13660" y="415068"/>
                  </a:lnTo>
                  <a:lnTo>
                    <a:pt x="13140" y="413984"/>
                  </a:lnTo>
                  <a:lnTo>
                    <a:pt x="13000" y="413995"/>
                  </a:lnTo>
                  <a:lnTo>
                    <a:pt x="12767" y="413967"/>
                  </a:lnTo>
                  <a:lnTo>
                    <a:pt x="12154" y="413587"/>
                  </a:lnTo>
                  <a:lnTo>
                    <a:pt x="11767" y="413253"/>
                  </a:lnTo>
                  <a:lnTo>
                    <a:pt x="11573" y="412736"/>
                  </a:lnTo>
                  <a:lnTo>
                    <a:pt x="11444" y="412450"/>
                  </a:lnTo>
                  <a:lnTo>
                    <a:pt x="11045" y="412086"/>
                  </a:lnTo>
                  <a:lnTo>
                    <a:pt x="10373" y="411971"/>
                  </a:lnTo>
                  <a:lnTo>
                    <a:pt x="10222" y="411935"/>
                  </a:lnTo>
                  <a:lnTo>
                    <a:pt x="10247" y="411714"/>
                  </a:lnTo>
                  <a:lnTo>
                    <a:pt x="10271" y="411399"/>
                  </a:lnTo>
                  <a:lnTo>
                    <a:pt x="10187" y="411151"/>
                  </a:lnTo>
                  <a:lnTo>
                    <a:pt x="9861" y="410196"/>
                  </a:lnTo>
                  <a:lnTo>
                    <a:pt x="9134" y="409238"/>
                  </a:lnTo>
                  <a:lnTo>
                    <a:pt x="8290" y="408278"/>
                  </a:lnTo>
                  <a:lnTo>
                    <a:pt x="8297" y="407888"/>
                  </a:lnTo>
                  <a:lnTo>
                    <a:pt x="8953" y="407069"/>
                  </a:lnTo>
                  <a:lnTo>
                    <a:pt x="8863" y="406563"/>
                  </a:lnTo>
                  <a:lnTo>
                    <a:pt x="8926" y="406364"/>
                  </a:lnTo>
                  <a:lnTo>
                    <a:pt x="9044" y="406197"/>
                  </a:lnTo>
                  <a:lnTo>
                    <a:pt x="9663" y="405712"/>
                  </a:lnTo>
                  <a:lnTo>
                    <a:pt x="10142" y="405363"/>
                  </a:lnTo>
                  <a:lnTo>
                    <a:pt x="10317" y="405034"/>
                  </a:lnTo>
                  <a:lnTo>
                    <a:pt x="10458" y="404662"/>
                  </a:lnTo>
                  <a:lnTo>
                    <a:pt x="11714" y="404528"/>
                  </a:lnTo>
                  <a:lnTo>
                    <a:pt x="12048" y="404540"/>
                  </a:lnTo>
                  <a:lnTo>
                    <a:pt x="12568" y="404717"/>
                  </a:lnTo>
                  <a:lnTo>
                    <a:pt x="12949" y="404675"/>
                  </a:lnTo>
                  <a:lnTo>
                    <a:pt x="12937" y="404539"/>
                  </a:lnTo>
                  <a:lnTo>
                    <a:pt x="12827" y="404235"/>
                  </a:lnTo>
                  <a:lnTo>
                    <a:pt x="13068" y="403443"/>
                  </a:lnTo>
                  <a:lnTo>
                    <a:pt x="13563" y="403460"/>
                  </a:lnTo>
                  <a:lnTo>
                    <a:pt x="13951" y="403558"/>
                  </a:lnTo>
                  <a:lnTo>
                    <a:pt x="14418" y="403359"/>
                  </a:lnTo>
                  <a:lnTo>
                    <a:pt x="14784" y="403074"/>
                  </a:lnTo>
                  <a:lnTo>
                    <a:pt x="15260" y="402665"/>
                  </a:lnTo>
                  <a:lnTo>
                    <a:pt x="15305" y="402346"/>
                  </a:lnTo>
                  <a:lnTo>
                    <a:pt x="14957" y="402072"/>
                  </a:lnTo>
                  <a:lnTo>
                    <a:pt x="15123" y="401605"/>
                  </a:lnTo>
                  <a:lnTo>
                    <a:pt x="15201" y="401421"/>
                  </a:lnTo>
                  <a:lnTo>
                    <a:pt x="15529" y="401145"/>
                  </a:lnTo>
                  <a:lnTo>
                    <a:pt x="15561" y="400639"/>
                  </a:lnTo>
                  <a:lnTo>
                    <a:pt x="15450" y="400283"/>
                  </a:lnTo>
                  <a:lnTo>
                    <a:pt x="15674" y="399922"/>
                  </a:lnTo>
                  <a:lnTo>
                    <a:pt x="15814" y="399607"/>
                  </a:lnTo>
                  <a:lnTo>
                    <a:pt x="15854" y="399388"/>
                  </a:lnTo>
                  <a:lnTo>
                    <a:pt x="16034" y="398442"/>
                  </a:lnTo>
                  <a:lnTo>
                    <a:pt x="15655" y="397792"/>
                  </a:lnTo>
                  <a:lnTo>
                    <a:pt x="15647" y="397549"/>
                  </a:lnTo>
                  <a:lnTo>
                    <a:pt x="15714" y="397081"/>
                  </a:lnTo>
                  <a:lnTo>
                    <a:pt x="15967" y="396946"/>
                  </a:lnTo>
                  <a:lnTo>
                    <a:pt x="16573" y="396499"/>
                  </a:lnTo>
                  <a:lnTo>
                    <a:pt x="17288" y="395781"/>
                  </a:lnTo>
                  <a:lnTo>
                    <a:pt x="17415" y="395240"/>
                  </a:lnTo>
                  <a:lnTo>
                    <a:pt x="17049" y="394657"/>
                  </a:lnTo>
                  <a:lnTo>
                    <a:pt x="16861" y="394388"/>
                  </a:lnTo>
                  <a:lnTo>
                    <a:pt x="16175" y="394495"/>
                  </a:lnTo>
                  <a:lnTo>
                    <a:pt x="15850" y="394387"/>
                  </a:lnTo>
                  <a:lnTo>
                    <a:pt x="15578" y="394192"/>
                  </a:lnTo>
                  <a:lnTo>
                    <a:pt x="15498" y="393815"/>
                  </a:lnTo>
                  <a:lnTo>
                    <a:pt x="15564" y="393264"/>
                  </a:lnTo>
                  <a:lnTo>
                    <a:pt x="15115" y="393197"/>
                  </a:lnTo>
                  <a:lnTo>
                    <a:pt x="14614" y="392787"/>
                  </a:lnTo>
                  <a:lnTo>
                    <a:pt x="14762" y="392601"/>
                  </a:lnTo>
                  <a:lnTo>
                    <a:pt x="14916" y="392421"/>
                  </a:lnTo>
                  <a:lnTo>
                    <a:pt x="14943" y="392144"/>
                  </a:lnTo>
                  <a:lnTo>
                    <a:pt x="15171" y="391902"/>
                  </a:lnTo>
                  <a:lnTo>
                    <a:pt x="15415" y="391235"/>
                  </a:lnTo>
                  <a:lnTo>
                    <a:pt x="15293" y="389707"/>
                  </a:lnTo>
                  <a:lnTo>
                    <a:pt x="15198" y="388545"/>
                  </a:lnTo>
                  <a:lnTo>
                    <a:pt x="15129" y="388381"/>
                  </a:lnTo>
                  <a:lnTo>
                    <a:pt x="15080" y="388029"/>
                  </a:lnTo>
                  <a:lnTo>
                    <a:pt x="15343" y="387553"/>
                  </a:lnTo>
                  <a:lnTo>
                    <a:pt x="14944" y="385877"/>
                  </a:lnTo>
                  <a:lnTo>
                    <a:pt x="14731" y="385707"/>
                  </a:lnTo>
                  <a:lnTo>
                    <a:pt x="14495" y="385501"/>
                  </a:lnTo>
                  <a:lnTo>
                    <a:pt x="14035" y="385174"/>
                  </a:lnTo>
                  <a:lnTo>
                    <a:pt x="13738" y="384420"/>
                  </a:lnTo>
                  <a:lnTo>
                    <a:pt x="13747" y="384066"/>
                  </a:lnTo>
                  <a:lnTo>
                    <a:pt x="13985" y="383880"/>
                  </a:lnTo>
                  <a:lnTo>
                    <a:pt x="14349" y="383228"/>
                  </a:lnTo>
                  <a:lnTo>
                    <a:pt x="14473" y="382889"/>
                  </a:lnTo>
                  <a:lnTo>
                    <a:pt x="14348" y="382560"/>
                  </a:lnTo>
                  <a:lnTo>
                    <a:pt x="13892" y="381967"/>
                  </a:lnTo>
                  <a:lnTo>
                    <a:pt x="13645" y="382223"/>
                  </a:lnTo>
                  <a:lnTo>
                    <a:pt x="13397" y="382121"/>
                  </a:lnTo>
                  <a:lnTo>
                    <a:pt x="13166" y="382097"/>
                  </a:lnTo>
                  <a:lnTo>
                    <a:pt x="12756" y="382020"/>
                  </a:lnTo>
                  <a:lnTo>
                    <a:pt x="12402" y="381939"/>
                  </a:lnTo>
                  <a:lnTo>
                    <a:pt x="11855" y="380967"/>
                  </a:lnTo>
                  <a:lnTo>
                    <a:pt x="12063" y="380713"/>
                  </a:lnTo>
                  <a:lnTo>
                    <a:pt x="12163" y="380289"/>
                  </a:lnTo>
                  <a:lnTo>
                    <a:pt x="12128" y="379937"/>
                  </a:lnTo>
                  <a:lnTo>
                    <a:pt x="11655" y="379283"/>
                  </a:lnTo>
                  <a:lnTo>
                    <a:pt x="11762" y="379059"/>
                  </a:lnTo>
                  <a:lnTo>
                    <a:pt x="12066" y="378781"/>
                  </a:lnTo>
                  <a:lnTo>
                    <a:pt x="11842" y="378583"/>
                  </a:lnTo>
                  <a:lnTo>
                    <a:pt x="12024" y="378054"/>
                  </a:lnTo>
                  <a:lnTo>
                    <a:pt x="12347" y="377986"/>
                  </a:lnTo>
                  <a:lnTo>
                    <a:pt x="12557" y="377992"/>
                  </a:lnTo>
                  <a:lnTo>
                    <a:pt x="12643" y="377779"/>
                  </a:lnTo>
                  <a:lnTo>
                    <a:pt x="12924" y="377757"/>
                  </a:lnTo>
                  <a:lnTo>
                    <a:pt x="13284" y="377577"/>
                  </a:lnTo>
                  <a:lnTo>
                    <a:pt x="13487" y="377331"/>
                  </a:lnTo>
                  <a:lnTo>
                    <a:pt x="13969" y="377441"/>
                  </a:lnTo>
                  <a:lnTo>
                    <a:pt x="14654" y="377565"/>
                  </a:lnTo>
                  <a:lnTo>
                    <a:pt x="14920" y="377248"/>
                  </a:lnTo>
                  <a:lnTo>
                    <a:pt x="15011" y="376379"/>
                  </a:lnTo>
                  <a:lnTo>
                    <a:pt x="15275" y="376189"/>
                  </a:lnTo>
                  <a:lnTo>
                    <a:pt x="15658" y="375894"/>
                  </a:lnTo>
                  <a:lnTo>
                    <a:pt x="15641" y="375496"/>
                  </a:lnTo>
                  <a:lnTo>
                    <a:pt x="15723" y="375123"/>
                  </a:lnTo>
                  <a:lnTo>
                    <a:pt x="17206" y="374599"/>
                  </a:lnTo>
                  <a:lnTo>
                    <a:pt x="17220" y="374353"/>
                  </a:lnTo>
                  <a:lnTo>
                    <a:pt x="16595" y="373678"/>
                  </a:lnTo>
                  <a:lnTo>
                    <a:pt x="16571" y="373443"/>
                  </a:lnTo>
                  <a:lnTo>
                    <a:pt x="16542" y="373281"/>
                  </a:lnTo>
                  <a:lnTo>
                    <a:pt x="16429" y="373058"/>
                  </a:lnTo>
                  <a:lnTo>
                    <a:pt x="16382" y="372553"/>
                  </a:lnTo>
                  <a:lnTo>
                    <a:pt x="16110" y="372251"/>
                  </a:lnTo>
                  <a:lnTo>
                    <a:pt x="15546" y="372058"/>
                  </a:lnTo>
                  <a:lnTo>
                    <a:pt x="15438" y="371363"/>
                  </a:lnTo>
                  <a:lnTo>
                    <a:pt x="15234" y="371088"/>
                  </a:lnTo>
                  <a:lnTo>
                    <a:pt x="14999" y="370205"/>
                  </a:lnTo>
                  <a:lnTo>
                    <a:pt x="14725" y="370010"/>
                  </a:lnTo>
                  <a:lnTo>
                    <a:pt x="14336" y="369835"/>
                  </a:lnTo>
                  <a:lnTo>
                    <a:pt x="13853" y="369865"/>
                  </a:lnTo>
                  <a:lnTo>
                    <a:pt x="13241" y="370035"/>
                  </a:lnTo>
                  <a:lnTo>
                    <a:pt x="12918" y="370351"/>
                  </a:lnTo>
                  <a:lnTo>
                    <a:pt x="12258" y="370369"/>
                  </a:lnTo>
                  <a:lnTo>
                    <a:pt x="11993" y="370422"/>
                  </a:lnTo>
                  <a:lnTo>
                    <a:pt x="11691" y="370188"/>
                  </a:lnTo>
                  <a:lnTo>
                    <a:pt x="11146" y="369838"/>
                  </a:lnTo>
                  <a:lnTo>
                    <a:pt x="10886" y="370176"/>
                  </a:lnTo>
                  <a:lnTo>
                    <a:pt x="10801" y="370342"/>
                  </a:lnTo>
                  <a:lnTo>
                    <a:pt x="10654" y="370506"/>
                  </a:lnTo>
                  <a:lnTo>
                    <a:pt x="10091" y="370701"/>
                  </a:lnTo>
                  <a:lnTo>
                    <a:pt x="9668" y="370968"/>
                  </a:lnTo>
                  <a:lnTo>
                    <a:pt x="9645" y="371131"/>
                  </a:lnTo>
                  <a:lnTo>
                    <a:pt x="9478" y="371234"/>
                  </a:lnTo>
                  <a:lnTo>
                    <a:pt x="9262" y="371235"/>
                  </a:lnTo>
                  <a:lnTo>
                    <a:pt x="8853" y="371332"/>
                  </a:lnTo>
                  <a:lnTo>
                    <a:pt x="8542" y="371414"/>
                  </a:lnTo>
                  <a:lnTo>
                    <a:pt x="8290" y="371496"/>
                  </a:lnTo>
                  <a:lnTo>
                    <a:pt x="7764" y="371524"/>
                  </a:lnTo>
                  <a:lnTo>
                    <a:pt x="7765" y="371025"/>
                  </a:lnTo>
                  <a:lnTo>
                    <a:pt x="7217" y="370965"/>
                  </a:lnTo>
                  <a:lnTo>
                    <a:pt x="6284" y="371013"/>
                  </a:lnTo>
                  <a:lnTo>
                    <a:pt x="6246" y="370719"/>
                  </a:lnTo>
                  <a:lnTo>
                    <a:pt x="6175" y="370220"/>
                  </a:lnTo>
                  <a:lnTo>
                    <a:pt x="6043" y="370181"/>
                  </a:lnTo>
                  <a:lnTo>
                    <a:pt x="5656" y="369913"/>
                  </a:lnTo>
                  <a:lnTo>
                    <a:pt x="5616" y="369784"/>
                  </a:lnTo>
                  <a:lnTo>
                    <a:pt x="5416" y="369389"/>
                  </a:lnTo>
                  <a:lnTo>
                    <a:pt x="5402" y="368954"/>
                  </a:lnTo>
                  <a:lnTo>
                    <a:pt x="5721" y="368601"/>
                  </a:lnTo>
                  <a:lnTo>
                    <a:pt x="5758" y="368307"/>
                  </a:lnTo>
                  <a:lnTo>
                    <a:pt x="5641" y="367858"/>
                  </a:lnTo>
                  <a:lnTo>
                    <a:pt x="5801" y="367463"/>
                  </a:lnTo>
                  <a:lnTo>
                    <a:pt x="6013" y="366821"/>
                  </a:lnTo>
                  <a:lnTo>
                    <a:pt x="6014" y="366576"/>
                  </a:lnTo>
                  <a:lnTo>
                    <a:pt x="5885" y="366264"/>
                  </a:lnTo>
                  <a:lnTo>
                    <a:pt x="5637" y="365784"/>
                  </a:lnTo>
                  <a:lnTo>
                    <a:pt x="5853" y="365630"/>
                  </a:lnTo>
                  <a:lnTo>
                    <a:pt x="6229" y="365445"/>
                  </a:lnTo>
                  <a:lnTo>
                    <a:pt x="6333" y="365159"/>
                  </a:lnTo>
                  <a:lnTo>
                    <a:pt x="6371" y="365004"/>
                  </a:lnTo>
                  <a:lnTo>
                    <a:pt x="6403" y="364361"/>
                  </a:lnTo>
                  <a:lnTo>
                    <a:pt x="6160" y="363877"/>
                  </a:lnTo>
                  <a:lnTo>
                    <a:pt x="6550" y="363500"/>
                  </a:lnTo>
                  <a:lnTo>
                    <a:pt x="6590" y="363325"/>
                  </a:lnTo>
                  <a:lnTo>
                    <a:pt x="6634" y="362981"/>
                  </a:lnTo>
                  <a:lnTo>
                    <a:pt x="6551" y="361862"/>
                  </a:lnTo>
                  <a:lnTo>
                    <a:pt x="6157" y="361171"/>
                  </a:lnTo>
                  <a:lnTo>
                    <a:pt x="5572" y="361019"/>
                  </a:lnTo>
                  <a:lnTo>
                    <a:pt x="5375" y="361085"/>
                  </a:lnTo>
                  <a:lnTo>
                    <a:pt x="5201" y="361133"/>
                  </a:lnTo>
                  <a:lnTo>
                    <a:pt x="4047" y="360606"/>
                  </a:lnTo>
                  <a:lnTo>
                    <a:pt x="3485" y="359863"/>
                  </a:lnTo>
                  <a:lnTo>
                    <a:pt x="3161" y="359087"/>
                  </a:lnTo>
                  <a:lnTo>
                    <a:pt x="2667" y="358557"/>
                  </a:lnTo>
                  <a:lnTo>
                    <a:pt x="2434" y="358185"/>
                  </a:lnTo>
                  <a:lnTo>
                    <a:pt x="2340" y="357955"/>
                  </a:lnTo>
                  <a:lnTo>
                    <a:pt x="2265" y="357658"/>
                  </a:lnTo>
                  <a:lnTo>
                    <a:pt x="2201" y="357511"/>
                  </a:lnTo>
                  <a:lnTo>
                    <a:pt x="1800" y="356942"/>
                  </a:lnTo>
                  <a:lnTo>
                    <a:pt x="1551" y="356765"/>
                  </a:lnTo>
                  <a:lnTo>
                    <a:pt x="1411" y="356701"/>
                  </a:lnTo>
                  <a:lnTo>
                    <a:pt x="1081" y="356471"/>
                  </a:lnTo>
                  <a:lnTo>
                    <a:pt x="1491" y="355888"/>
                  </a:lnTo>
                  <a:lnTo>
                    <a:pt x="2121" y="355516"/>
                  </a:lnTo>
                  <a:lnTo>
                    <a:pt x="2249" y="355379"/>
                  </a:lnTo>
                  <a:lnTo>
                    <a:pt x="2955" y="354982"/>
                  </a:lnTo>
                  <a:lnTo>
                    <a:pt x="3236" y="354876"/>
                  </a:lnTo>
                  <a:lnTo>
                    <a:pt x="3455" y="354765"/>
                  </a:lnTo>
                  <a:lnTo>
                    <a:pt x="3735" y="353861"/>
                  </a:lnTo>
                  <a:lnTo>
                    <a:pt x="3239" y="353886"/>
                  </a:lnTo>
                  <a:lnTo>
                    <a:pt x="2855" y="353373"/>
                  </a:lnTo>
                  <a:lnTo>
                    <a:pt x="2998" y="352979"/>
                  </a:lnTo>
                  <a:lnTo>
                    <a:pt x="3048" y="352843"/>
                  </a:lnTo>
                  <a:lnTo>
                    <a:pt x="3122" y="352579"/>
                  </a:lnTo>
                  <a:lnTo>
                    <a:pt x="3653" y="351820"/>
                  </a:lnTo>
                  <a:lnTo>
                    <a:pt x="3569" y="351338"/>
                  </a:lnTo>
                  <a:lnTo>
                    <a:pt x="2984" y="350803"/>
                  </a:lnTo>
                  <a:lnTo>
                    <a:pt x="3006" y="350438"/>
                  </a:lnTo>
                  <a:lnTo>
                    <a:pt x="3647" y="350072"/>
                  </a:lnTo>
                  <a:lnTo>
                    <a:pt x="4766" y="350000"/>
                  </a:lnTo>
                  <a:lnTo>
                    <a:pt x="5137" y="349852"/>
                  </a:lnTo>
                  <a:lnTo>
                    <a:pt x="5629" y="349634"/>
                  </a:lnTo>
                  <a:lnTo>
                    <a:pt x="5885" y="349605"/>
                  </a:lnTo>
                  <a:lnTo>
                    <a:pt x="6136" y="349618"/>
                  </a:lnTo>
                  <a:lnTo>
                    <a:pt x="6597" y="349488"/>
                  </a:lnTo>
                  <a:lnTo>
                    <a:pt x="6979" y="348914"/>
                  </a:lnTo>
                  <a:lnTo>
                    <a:pt x="7107" y="348792"/>
                  </a:lnTo>
                  <a:lnTo>
                    <a:pt x="7347" y="348598"/>
                  </a:lnTo>
                  <a:lnTo>
                    <a:pt x="7749" y="348225"/>
                  </a:lnTo>
                  <a:lnTo>
                    <a:pt x="7892" y="348175"/>
                  </a:lnTo>
                  <a:lnTo>
                    <a:pt x="8278" y="347984"/>
                  </a:lnTo>
                  <a:lnTo>
                    <a:pt x="8610" y="347880"/>
                  </a:lnTo>
                  <a:lnTo>
                    <a:pt x="9187" y="347715"/>
                  </a:lnTo>
                  <a:lnTo>
                    <a:pt x="9575" y="347852"/>
                  </a:lnTo>
                  <a:lnTo>
                    <a:pt x="9809" y="347957"/>
                  </a:lnTo>
                  <a:lnTo>
                    <a:pt x="9984" y="348047"/>
                  </a:lnTo>
                  <a:lnTo>
                    <a:pt x="10354" y="347969"/>
                  </a:lnTo>
                  <a:lnTo>
                    <a:pt x="11208" y="347123"/>
                  </a:lnTo>
                  <a:lnTo>
                    <a:pt x="11396" y="346690"/>
                  </a:lnTo>
                  <a:lnTo>
                    <a:pt x="11745" y="346474"/>
                  </a:lnTo>
                  <a:lnTo>
                    <a:pt x="11824" y="345846"/>
                  </a:lnTo>
                  <a:lnTo>
                    <a:pt x="12624" y="345324"/>
                  </a:lnTo>
                  <a:lnTo>
                    <a:pt x="12767" y="345311"/>
                  </a:lnTo>
                  <a:lnTo>
                    <a:pt x="12995" y="345286"/>
                  </a:lnTo>
                  <a:lnTo>
                    <a:pt x="12751" y="344709"/>
                  </a:lnTo>
                  <a:lnTo>
                    <a:pt x="12605" y="344373"/>
                  </a:lnTo>
                  <a:lnTo>
                    <a:pt x="12265" y="344182"/>
                  </a:lnTo>
                  <a:lnTo>
                    <a:pt x="12120" y="344238"/>
                  </a:lnTo>
                  <a:lnTo>
                    <a:pt x="11598" y="344327"/>
                  </a:lnTo>
                  <a:lnTo>
                    <a:pt x="10934" y="343570"/>
                  </a:lnTo>
                  <a:lnTo>
                    <a:pt x="10686" y="342788"/>
                  </a:lnTo>
                  <a:lnTo>
                    <a:pt x="10703" y="342581"/>
                  </a:lnTo>
                  <a:lnTo>
                    <a:pt x="10911" y="342149"/>
                  </a:lnTo>
                  <a:lnTo>
                    <a:pt x="11024" y="341664"/>
                  </a:lnTo>
                  <a:lnTo>
                    <a:pt x="11305" y="340822"/>
                  </a:lnTo>
                  <a:lnTo>
                    <a:pt x="11614" y="340823"/>
                  </a:lnTo>
                  <a:lnTo>
                    <a:pt x="12038" y="340946"/>
                  </a:lnTo>
                  <a:lnTo>
                    <a:pt x="12678" y="340952"/>
                  </a:lnTo>
                  <a:lnTo>
                    <a:pt x="13261" y="340488"/>
                  </a:lnTo>
                  <a:lnTo>
                    <a:pt x="12389" y="338946"/>
                  </a:lnTo>
                  <a:lnTo>
                    <a:pt x="12229" y="338539"/>
                  </a:lnTo>
                  <a:lnTo>
                    <a:pt x="12604" y="337394"/>
                  </a:lnTo>
                  <a:lnTo>
                    <a:pt x="12633" y="337102"/>
                  </a:lnTo>
                  <a:lnTo>
                    <a:pt x="12632" y="336921"/>
                  </a:lnTo>
                  <a:lnTo>
                    <a:pt x="12551" y="335914"/>
                  </a:lnTo>
                  <a:lnTo>
                    <a:pt x="12747" y="335406"/>
                  </a:lnTo>
                  <a:lnTo>
                    <a:pt x="12418" y="334890"/>
                  </a:lnTo>
                  <a:lnTo>
                    <a:pt x="12776" y="334392"/>
                  </a:lnTo>
                  <a:lnTo>
                    <a:pt x="12612" y="333197"/>
                  </a:lnTo>
                  <a:lnTo>
                    <a:pt x="12782" y="333138"/>
                  </a:lnTo>
                  <a:lnTo>
                    <a:pt x="13549" y="333089"/>
                  </a:lnTo>
                  <a:lnTo>
                    <a:pt x="13841" y="332970"/>
                  </a:lnTo>
                  <a:lnTo>
                    <a:pt x="13736" y="332167"/>
                  </a:lnTo>
                  <a:lnTo>
                    <a:pt x="13586" y="331938"/>
                  </a:lnTo>
                  <a:lnTo>
                    <a:pt x="13581" y="331199"/>
                  </a:lnTo>
                  <a:lnTo>
                    <a:pt x="13862" y="331009"/>
                  </a:lnTo>
                  <a:lnTo>
                    <a:pt x="13975" y="329952"/>
                  </a:lnTo>
                  <a:lnTo>
                    <a:pt x="14571" y="329465"/>
                  </a:lnTo>
                  <a:lnTo>
                    <a:pt x="14683" y="329198"/>
                  </a:lnTo>
                  <a:lnTo>
                    <a:pt x="14247" y="328779"/>
                  </a:lnTo>
                  <a:lnTo>
                    <a:pt x="13750" y="328626"/>
                  </a:lnTo>
                  <a:lnTo>
                    <a:pt x="13602" y="328654"/>
                  </a:lnTo>
                  <a:lnTo>
                    <a:pt x="13334" y="328749"/>
                  </a:lnTo>
                  <a:lnTo>
                    <a:pt x="13171" y="328807"/>
                  </a:lnTo>
                  <a:lnTo>
                    <a:pt x="13014" y="328839"/>
                  </a:lnTo>
                  <a:lnTo>
                    <a:pt x="12276" y="328733"/>
                  </a:lnTo>
                  <a:lnTo>
                    <a:pt x="11679" y="329030"/>
                  </a:lnTo>
                  <a:lnTo>
                    <a:pt x="10889" y="329180"/>
                  </a:lnTo>
                  <a:lnTo>
                    <a:pt x="10303" y="329213"/>
                  </a:lnTo>
                  <a:lnTo>
                    <a:pt x="10141" y="329145"/>
                  </a:lnTo>
                  <a:lnTo>
                    <a:pt x="9951" y="329061"/>
                  </a:lnTo>
                  <a:lnTo>
                    <a:pt x="9755" y="329025"/>
                  </a:lnTo>
                  <a:lnTo>
                    <a:pt x="8689" y="329021"/>
                  </a:lnTo>
                  <a:lnTo>
                    <a:pt x="8014" y="328836"/>
                  </a:lnTo>
                  <a:lnTo>
                    <a:pt x="7794" y="328737"/>
                  </a:lnTo>
                  <a:lnTo>
                    <a:pt x="7544" y="328747"/>
                  </a:lnTo>
                  <a:lnTo>
                    <a:pt x="6716" y="328916"/>
                  </a:lnTo>
                  <a:lnTo>
                    <a:pt x="6298" y="328779"/>
                  </a:lnTo>
                  <a:lnTo>
                    <a:pt x="5756" y="328667"/>
                  </a:lnTo>
                  <a:lnTo>
                    <a:pt x="5311" y="328648"/>
                  </a:lnTo>
                  <a:lnTo>
                    <a:pt x="4936" y="328840"/>
                  </a:lnTo>
                  <a:lnTo>
                    <a:pt x="4222" y="328101"/>
                  </a:lnTo>
                  <a:lnTo>
                    <a:pt x="4536" y="328063"/>
                  </a:lnTo>
                  <a:lnTo>
                    <a:pt x="4479" y="327674"/>
                  </a:lnTo>
                  <a:lnTo>
                    <a:pt x="4154" y="327497"/>
                  </a:lnTo>
                  <a:lnTo>
                    <a:pt x="3833" y="327383"/>
                  </a:lnTo>
                  <a:lnTo>
                    <a:pt x="3472" y="327244"/>
                  </a:lnTo>
                  <a:lnTo>
                    <a:pt x="2888" y="326909"/>
                  </a:lnTo>
                  <a:lnTo>
                    <a:pt x="1231" y="326621"/>
                  </a:lnTo>
                  <a:lnTo>
                    <a:pt x="404" y="326302"/>
                  </a:lnTo>
                  <a:lnTo>
                    <a:pt x="49" y="326053"/>
                  </a:lnTo>
                  <a:lnTo>
                    <a:pt x="0" y="325791"/>
                  </a:lnTo>
                  <a:lnTo>
                    <a:pt x="491" y="324838"/>
                  </a:lnTo>
                  <a:lnTo>
                    <a:pt x="472" y="324592"/>
                  </a:lnTo>
                  <a:lnTo>
                    <a:pt x="94" y="322464"/>
                  </a:lnTo>
                  <a:lnTo>
                    <a:pt x="4970" y="321312"/>
                  </a:lnTo>
                  <a:lnTo>
                    <a:pt x="5261" y="321159"/>
                  </a:lnTo>
                  <a:lnTo>
                    <a:pt x="5601" y="320962"/>
                  </a:lnTo>
                  <a:lnTo>
                    <a:pt x="6252" y="320981"/>
                  </a:lnTo>
                  <a:lnTo>
                    <a:pt x="6826" y="320938"/>
                  </a:lnTo>
                  <a:lnTo>
                    <a:pt x="7150" y="320858"/>
                  </a:lnTo>
                  <a:lnTo>
                    <a:pt x="7582" y="320666"/>
                  </a:lnTo>
                  <a:lnTo>
                    <a:pt x="7744" y="320467"/>
                  </a:lnTo>
                  <a:lnTo>
                    <a:pt x="8140" y="320478"/>
                  </a:lnTo>
                  <a:lnTo>
                    <a:pt x="8586" y="320067"/>
                  </a:lnTo>
                  <a:lnTo>
                    <a:pt x="8517" y="319684"/>
                  </a:lnTo>
                  <a:lnTo>
                    <a:pt x="15551" y="319183"/>
                  </a:lnTo>
                  <a:lnTo>
                    <a:pt x="17222" y="319083"/>
                  </a:lnTo>
                  <a:lnTo>
                    <a:pt x="17736" y="319173"/>
                  </a:lnTo>
                  <a:lnTo>
                    <a:pt x="20366" y="318120"/>
                  </a:lnTo>
                  <a:lnTo>
                    <a:pt x="20063" y="317246"/>
                  </a:lnTo>
                  <a:lnTo>
                    <a:pt x="22858" y="313743"/>
                  </a:lnTo>
                  <a:lnTo>
                    <a:pt x="22940" y="313579"/>
                  </a:lnTo>
                  <a:lnTo>
                    <a:pt x="23064" y="313211"/>
                  </a:lnTo>
                  <a:lnTo>
                    <a:pt x="23155" y="312790"/>
                  </a:lnTo>
                  <a:lnTo>
                    <a:pt x="23244" y="312381"/>
                  </a:lnTo>
                  <a:lnTo>
                    <a:pt x="23228" y="312075"/>
                  </a:lnTo>
                  <a:lnTo>
                    <a:pt x="23267" y="311850"/>
                  </a:lnTo>
                  <a:lnTo>
                    <a:pt x="23382" y="311670"/>
                  </a:lnTo>
                  <a:lnTo>
                    <a:pt x="23431" y="311504"/>
                  </a:lnTo>
                  <a:lnTo>
                    <a:pt x="23049" y="310977"/>
                  </a:lnTo>
                  <a:lnTo>
                    <a:pt x="22653" y="310899"/>
                  </a:lnTo>
                  <a:lnTo>
                    <a:pt x="23012" y="310534"/>
                  </a:lnTo>
                  <a:lnTo>
                    <a:pt x="23394" y="310532"/>
                  </a:lnTo>
                  <a:lnTo>
                    <a:pt x="24028" y="310487"/>
                  </a:lnTo>
                  <a:lnTo>
                    <a:pt x="24204" y="310979"/>
                  </a:lnTo>
                  <a:lnTo>
                    <a:pt x="24503" y="311290"/>
                  </a:lnTo>
                  <a:lnTo>
                    <a:pt x="25091" y="311344"/>
                  </a:lnTo>
                  <a:lnTo>
                    <a:pt x="25757" y="311638"/>
                  </a:lnTo>
                  <a:lnTo>
                    <a:pt x="26038" y="311624"/>
                  </a:lnTo>
                  <a:lnTo>
                    <a:pt x="26328" y="311636"/>
                  </a:lnTo>
                  <a:lnTo>
                    <a:pt x="26877" y="311715"/>
                  </a:lnTo>
                  <a:lnTo>
                    <a:pt x="27124" y="311779"/>
                  </a:lnTo>
                  <a:lnTo>
                    <a:pt x="27309" y="311831"/>
                  </a:lnTo>
                  <a:lnTo>
                    <a:pt x="27941" y="312091"/>
                  </a:lnTo>
                  <a:lnTo>
                    <a:pt x="27671" y="312357"/>
                  </a:lnTo>
                  <a:lnTo>
                    <a:pt x="27372" y="312813"/>
                  </a:lnTo>
                  <a:lnTo>
                    <a:pt x="27323" y="312996"/>
                  </a:lnTo>
                  <a:lnTo>
                    <a:pt x="27412" y="313508"/>
                  </a:lnTo>
                  <a:lnTo>
                    <a:pt x="28164" y="313954"/>
                  </a:lnTo>
                  <a:lnTo>
                    <a:pt x="28585" y="314082"/>
                  </a:lnTo>
                  <a:lnTo>
                    <a:pt x="29177" y="314286"/>
                  </a:lnTo>
                  <a:lnTo>
                    <a:pt x="29716" y="314272"/>
                  </a:lnTo>
                  <a:lnTo>
                    <a:pt x="30025" y="314336"/>
                  </a:lnTo>
                  <a:lnTo>
                    <a:pt x="30175" y="314499"/>
                  </a:lnTo>
                  <a:lnTo>
                    <a:pt x="30497" y="314795"/>
                  </a:lnTo>
                  <a:lnTo>
                    <a:pt x="30659" y="314895"/>
                  </a:lnTo>
                  <a:lnTo>
                    <a:pt x="30797" y="314981"/>
                  </a:lnTo>
                  <a:lnTo>
                    <a:pt x="31509" y="315529"/>
                  </a:lnTo>
                  <a:lnTo>
                    <a:pt x="31722" y="315569"/>
                  </a:lnTo>
                  <a:lnTo>
                    <a:pt x="32515" y="315525"/>
                  </a:lnTo>
                  <a:lnTo>
                    <a:pt x="32866" y="315493"/>
                  </a:lnTo>
                  <a:lnTo>
                    <a:pt x="33065" y="315554"/>
                  </a:lnTo>
                  <a:lnTo>
                    <a:pt x="33634" y="315643"/>
                  </a:lnTo>
                  <a:lnTo>
                    <a:pt x="33981" y="315581"/>
                  </a:lnTo>
                  <a:lnTo>
                    <a:pt x="34308" y="315563"/>
                  </a:lnTo>
                  <a:lnTo>
                    <a:pt x="34583" y="315581"/>
                  </a:lnTo>
                  <a:lnTo>
                    <a:pt x="34946" y="315633"/>
                  </a:lnTo>
                  <a:lnTo>
                    <a:pt x="35181" y="315793"/>
                  </a:lnTo>
                  <a:lnTo>
                    <a:pt x="35440" y="316160"/>
                  </a:lnTo>
                  <a:lnTo>
                    <a:pt x="35600" y="316226"/>
                  </a:lnTo>
                  <a:lnTo>
                    <a:pt x="35924" y="316293"/>
                  </a:lnTo>
                  <a:lnTo>
                    <a:pt x="36415" y="316175"/>
                  </a:lnTo>
                  <a:lnTo>
                    <a:pt x="36691" y="316093"/>
                  </a:lnTo>
                  <a:lnTo>
                    <a:pt x="36918" y="316181"/>
                  </a:lnTo>
                  <a:lnTo>
                    <a:pt x="37126" y="316288"/>
                  </a:lnTo>
                  <a:lnTo>
                    <a:pt x="37607" y="316405"/>
                  </a:lnTo>
                  <a:lnTo>
                    <a:pt x="37907" y="316415"/>
                  </a:lnTo>
                  <a:lnTo>
                    <a:pt x="38160" y="316459"/>
                  </a:lnTo>
                  <a:lnTo>
                    <a:pt x="38569" y="316610"/>
                  </a:lnTo>
                  <a:lnTo>
                    <a:pt x="39003" y="316692"/>
                  </a:lnTo>
                  <a:lnTo>
                    <a:pt x="39331" y="316723"/>
                  </a:lnTo>
                  <a:lnTo>
                    <a:pt x="39554" y="316743"/>
                  </a:lnTo>
                  <a:lnTo>
                    <a:pt x="40116" y="316732"/>
                  </a:lnTo>
                  <a:lnTo>
                    <a:pt x="40688" y="316846"/>
                  </a:lnTo>
                  <a:lnTo>
                    <a:pt x="41061" y="316669"/>
                  </a:lnTo>
                  <a:lnTo>
                    <a:pt x="41159" y="316490"/>
                  </a:lnTo>
                  <a:lnTo>
                    <a:pt x="41647" y="316276"/>
                  </a:lnTo>
                  <a:lnTo>
                    <a:pt x="42338" y="316106"/>
                  </a:lnTo>
                  <a:lnTo>
                    <a:pt x="42615" y="316074"/>
                  </a:lnTo>
                  <a:lnTo>
                    <a:pt x="42770" y="316072"/>
                  </a:lnTo>
                  <a:lnTo>
                    <a:pt x="43111" y="316119"/>
                  </a:lnTo>
                  <a:lnTo>
                    <a:pt x="43892" y="316323"/>
                  </a:lnTo>
                  <a:lnTo>
                    <a:pt x="45039" y="316702"/>
                  </a:lnTo>
                  <a:lnTo>
                    <a:pt x="45325" y="316812"/>
                  </a:lnTo>
                  <a:lnTo>
                    <a:pt x="45647" y="316919"/>
                  </a:lnTo>
                  <a:lnTo>
                    <a:pt x="46386" y="316870"/>
                  </a:lnTo>
                  <a:lnTo>
                    <a:pt x="47537" y="316628"/>
                  </a:lnTo>
                  <a:lnTo>
                    <a:pt x="47833" y="316672"/>
                  </a:lnTo>
                  <a:lnTo>
                    <a:pt x="48355" y="316839"/>
                  </a:lnTo>
                  <a:lnTo>
                    <a:pt x="48962" y="317071"/>
                  </a:lnTo>
                  <a:lnTo>
                    <a:pt x="49502" y="317295"/>
                  </a:lnTo>
                  <a:lnTo>
                    <a:pt x="49897" y="317523"/>
                  </a:lnTo>
                  <a:lnTo>
                    <a:pt x="50084" y="317673"/>
                  </a:lnTo>
                  <a:lnTo>
                    <a:pt x="50415" y="318026"/>
                  </a:lnTo>
                  <a:lnTo>
                    <a:pt x="50657" y="318099"/>
                  </a:lnTo>
                  <a:lnTo>
                    <a:pt x="51209" y="318425"/>
                  </a:lnTo>
                  <a:lnTo>
                    <a:pt x="51449" y="318428"/>
                  </a:lnTo>
                  <a:lnTo>
                    <a:pt x="51693" y="318511"/>
                  </a:lnTo>
                  <a:lnTo>
                    <a:pt x="51917" y="318631"/>
                  </a:lnTo>
                  <a:lnTo>
                    <a:pt x="52261" y="318748"/>
                  </a:lnTo>
                  <a:lnTo>
                    <a:pt x="52380" y="318936"/>
                  </a:lnTo>
                  <a:lnTo>
                    <a:pt x="52447" y="319124"/>
                  </a:lnTo>
                  <a:lnTo>
                    <a:pt x="52586" y="319423"/>
                  </a:lnTo>
                  <a:lnTo>
                    <a:pt x="52743" y="319738"/>
                  </a:lnTo>
                  <a:lnTo>
                    <a:pt x="52946" y="320110"/>
                  </a:lnTo>
                  <a:lnTo>
                    <a:pt x="53049" y="320254"/>
                  </a:lnTo>
                  <a:lnTo>
                    <a:pt x="53715" y="320611"/>
                  </a:lnTo>
                  <a:lnTo>
                    <a:pt x="53891" y="321097"/>
                  </a:lnTo>
                  <a:lnTo>
                    <a:pt x="54245" y="321254"/>
                  </a:lnTo>
                  <a:lnTo>
                    <a:pt x="54612" y="321624"/>
                  </a:lnTo>
                  <a:lnTo>
                    <a:pt x="54830" y="321794"/>
                  </a:lnTo>
                  <a:lnTo>
                    <a:pt x="55092" y="321812"/>
                  </a:lnTo>
                  <a:lnTo>
                    <a:pt x="55291" y="321793"/>
                  </a:lnTo>
                  <a:lnTo>
                    <a:pt x="55745" y="321589"/>
                  </a:lnTo>
                  <a:lnTo>
                    <a:pt x="56092" y="321419"/>
                  </a:lnTo>
                  <a:lnTo>
                    <a:pt x="56843" y="321336"/>
                  </a:lnTo>
                  <a:lnTo>
                    <a:pt x="57254" y="321232"/>
                  </a:lnTo>
                  <a:lnTo>
                    <a:pt x="58142" y="321205"/>
                  </a:lnTo>
                  <a:lnTo>
                    <a:pt x="58345" y="320811"/>
                  </a:lnTo>
                  <a:lnTo>
                    <a:pt x="58896" y="320168"/>
                  </a:lnTo>
                  <a:lnTo>
                    <a:pt x="59107" y="319715"/>
                  </a:lnTo>
                  <a:lnTo>
                    <a:pt x="59195" y="319391"/>
                  </a:lnTo>
                  <a:lnTo>
                    <a:pt x="59342" y="318881"/>
                  </a:lnTo>
                  <a:lnTo>
                    <a:pt x="59461" y="318560"/>
                  </a:lnTo>
                  <a:lnTo>
                    <a:pt x="60692" y="317859"/>
                  </a:lnTo>
                  <a:lnTo>
                    <a:pt x="61202" y="318129"/>
                  </a:lnTo>
                  <a:lnTo>
                    <a:pt x="61420" y="318041"/>
                  </a:lnTo>
                  <a:lnTo>
                    <a:pt x="61740" y="318082"/>
                  </a:lnTo>
                  <a:lnTo>
                    <a:pt x="62204" y="318182"/>
                  </a:lnTo>
                  <a:lnTo>
                    <a:pt x="62642" y="318481"/>
                  </a:lnTo>
                  <a:lnTo>
                    <a:pt x="63136" y="318422"/>
                  </a:lnTo>
                  <a:lnTo>
                    <a:pt x="63638" y="318596"/>
                  </a:lnTo>
                  <a:lnTo>
                    <a:pt x="63850" y="318670"/>
                  </a:lnTo>
                  <a:lnTo>
                    <a:pt x="64091" y="318730"/>
                  </a:lnTo>
                  <a:lnTo>
                    <a:pt x="64407" y="318662"/>
                  </a:lnTo>
                  <a:lnTo>
                    <a:pt x="65432" y="318204"/>
                  </a:lnTo>
                  <a:lnTo>
                    <a:pt x="65572" y="318051"/>
                  </a:lnTo>
                  <a:lnTo>
                    <a:pt x="65637" y="317522"/>
                  </a:lnTo>
                  <a:lnTo>
                    <a:pt x="65511" y="317175"/>
                  </a:lnTo>
                  <a:lnTo>
                    <a:pt x="65477" y="316482"/>
                  </a:lnTo>
                  <a:lnTo>
                    <a:pt x="64874" y="315645"/>
                  </a:lnTo>
                  <a:lnTo>
                    <a:pt x="64595" y="315508"/>
                  </a:lnTo>
                  <a:lnTo>
                    <a:pt x="64555" y="315365"/>
                  </a:lnTo>
                  <a:lnTo>
                    <a:pt x="64789" y="314714"/>
                  </a:lnTo>
                  <a:lnTo>
                    <a:pt x="64562" y="314104"/>
                  </a:lnTo>
                  <a:lnTo>
                    <a:pt x="64566" y="313592"/>
                  </a:lnTo>
                  <a:lnTo>
                    <a:pt x="64694" y="313262"/>
                  </a:lnTo>
                  <a:lnTo>
                    <a:pt x="64722" y="313051"/>
                  </a:lnTo>
                  <a:lnTo>
                    <a:pt x="64463" y="312904"/>
                  </a:lnTo>
                  <a:lnTo>
                    <a:pt x="64109" y="312780"/>
                  </a:lnTo>
                  <a:lnTo>
                    <a:pt x="63877" y="312642"/>
                  </a:lnTo>
                  <a:lnTo>
                    <a:pt x="63280" y="312355"/>
                  </a:lnTo>
                  <a:lnTo>
                    <a:pt x="62853" y="312079"/>
                  </a:lnTo>
                  <a:lnTo>
                    <a:pt x="62725" y="311812"/>
                  </a:lnTo>
                  <a:lnTo>
                    <a:pt x="62793" y="311370"/>
                  </a:lnTo>
                  <a:lnTo>
                    <a:pt x="62841" y="311234"/>
                  </a:lnTo>
                  <a:lnTo>
                    <a:pt x="62937" y="310995"/>
                  </a:lnTo>
                  <a:lnTo>
                    <a:pt x="63106" y="310662"/>
                  </a:lnTo>
                  <a:lnTo>
                    <a:pt x="63585" y="310234"/>
                  </a:lnTo>
                  <a:lnTo>
                    <a:pt x="62959" y="309035"/>
                  </a:lnTo>
                  <a:lnTo>
                    <a:pt x="62791" y="308962"/>
                  </a:lnTo>
                  <a:lnTo>
                    <a:pt x="61996" y="307989"/>
                  </a:lnTo>
                  <a:lnTo>
                    <a:pt x="62123" y="307867"/>
                  </a:lnTo>
                  <a:lnTo>
                    <a:pt x="62222" y="307467"/>
                  </a:lnTo>
                  <a:lnTo>
                    <a:pt x="62127" y="307179"/>
                  </a:lnTo>
                  <a:lnTo>
                    <a:pt x="62127" y="306666"/>
                  </a:lnTo>
                  <a:lnTo>
                    <a:pt x="62199" y="306514"/>
                  </a:lnTo>
                  <a:lnTo>
                    <a:pt x="62629" y="304341"/>
                  </a:lnTo>
                  <a:lnTo>
                    <a:pt x="62920" y="303923"/>
                  </a:lnTo>
                  <a:lnTo>
                    <a:pt x="62572" y="303546"/>
                  </a:lnTo>
                  <a:lnTo>
                    <a:pt x="61997" y="303178"/>
                  </a:lnTo>
                  <a:lnTo>
                    <a:pt x="62038" y="302924"/>
                  </a:lnTo>
                  <a:lnTo>
                    <a:pt x="62072" y="302564"/>
                  </a:lnTo>
                  <a:lnTo>
                    <a:pt x="62042" y="300089"/>
                  </a:lnTo>
                  <a:lnTo>
                    <a:pt x="62112" y="299898"/>
                  </a:lnTo>
                  <a:lnTo>
                    <a:pt x="62197" y="299696"/>
                  </a:lnTo>
                  <a:lnTo>
                    <a:pt x="62271" y="299307"/>
                  </a:lnTo>
                  <a:lnTo>
                    <a:pt x="61965" y="299262"/>
                  </a:lnTo>
                  <a:lnTo>
                    <a:pt x="61323" y="298943"/>
                  </a:lnTo>
                  <a:lnTo>
                    <a:pt x="60721" y="298797"/>
                  </a:lnTo>
                  <a:lnTo>
                    <a:pt x="60494" y="298801"/>
                  </a:lnTo>
                  <a:lnTo>
                    <a:pt x="60109" y="298667"/>
                  </a:lnTo>
                  <a:lnTo>
                    <a:pt x="59600" y="298553"/>
                  </a:lnTo>
                  <a:lnTo>
                    <a:pt x="59227" y="298493"/>
                  </a:lnTo>
                  <a:lnTo>
                    <a:pt x="59095" y="298421"/>
                  </a:lnTo>
                  <a:lnTo>
                    <a:pt x="58777" y="298347"/>
                  </a:lnTo>
                  <a:lnTo>
                    <a:pt x="58522" y="298316"/>
                  </a:lnTo>
                  <a:lnTo>
                    <a:pt x="57830" y="298501"/>
                  </a:lnTo>
                  <a:lnTo>
                    <a:pt x="57658" y="298431"/>
                  </a:lnTo>
                  <a:lnTo>
                    <a:pt x="56911" y="298072"/>
                  </a:lnTo>
                  <a:lnTo>
                    <a:pt x="56455" y="298166"/>
                  </a:lnTo>
                  <a:lnTo>
                    <a:pt x="56289" y="298095"/>
                  </a:lnTo>
                  <a:lnTo>
                    <a:pt x="55913" y="298203"/>
                  </a:lnTo>
                  <a:lnTo>
                    <a:pt x="55524" y="298167"/>
                  </a:lnTo>
                  <a:lnTo>
                    <a:pt x="55395" y="298085"/>
                  </a:lnTo>
                  <a:lnTo>
                    <a:pt x="55209" y="298023"/>
                  </a:lnTo>
                  <a:lnTo>
                    <a:pt x="55019" y="297998"/>
                  </a:lnTo>
                  <a:lnTo>
                    <a:pt x="54574" y="298101"/>
                  </a:lnTo>
                  <a:lnTo>
                    <a:pt x="54389" y="298075"/>
                  </a:lnTo>
                  <a:lnTo>
                    <a:pt x="54200" y="298015"/>
                  </a:lnTo>
                  <a:lnTo>
                    <a:pt x="53904" y="297846"/>
                  </a:lnTo>
                  <a:lnTo>
                    <a:pt x="54157" y="297440"/>
                  </a:lnTo>
                  <a:lnTo>
                    <a:pt x="54255" y="297248"/>
                  </a:lnTo>
                  <a:lnTo>
                    <a:pt x="54080" y="297169"/>
                  </a:lnTo>
                  <a:lnTo>
                    <a:pt x="53433" y="297094"/>
                  </a:lnTo>
                  <a:lnTo>
                    <a:pt x="52647" y="297052"/>
                  </a:lnTo>
                  <a:lnTo>
                    <a:pt x="52242" y="297004"/>
                  </a:lnTo>
                  <a:lnTo>
                    <a:pt x="51971" y="296896"/>
                  </a:lnTo>
                  <a:lnTo>
                    <a:pt x="51737" y="296897"/>
                  </a:lnTo>
                  <a:lnTo>
                    <a:pt x="51321" y="297036"/>
                  </a:lnTo>
                  <a:lnTo>
                    <a:pt x="50746" y="296632"/>
                  </a:lnTo>
                  <a:lnTo>
                    <a:pt x="50522" y="296306"/>
                  </a:lnTo>
                  <a:lnTo>
                    <a:pt x="50423" y="296128"/>
                  </a:lnTo>
                  <a:lnTo>
                    <a:pt x="50322" y="295837"/>
                  </a:lnTo>
                  <a:lnTo>
                    <a:pt x="50716" y="295268"/>
                  </a:lnTo>
                  <a:lnTo>
                    <a:pt x="50746" y="294845"/>
                  </a:lnTo>
                  <a:lnTo>
                    <a:pt x="50592" y="294470"/>
                  </a:lnTo>
                  <a:lnTo>
                    <a:pt x="50535" y="294222"/>
                  </a:lnTo>
                  <a:lnTo>
                    <a:pt x="50592" y="293875"/>
                  </a:lnTo>
                  <a:lnTo>
                    <a:pt x="50370" y="293710"/>
                  </a:lnTo>
                  <a:lnTo>
                    <a:pt x="49725" y="293490"/>
                  </a:lnTo>
                  <a:lnTo>
                    <a:pt x="49855" y="292902"/>
                  </a:lnTo>
                  <a:lnTo>
                    <a:pt x="49908" y="292535"/>
                  </a:lnTo>
                  <a:lnTo>
                    <a:pt x="50136" y="292174"/>
                  </a:lnTo>
                  <a:lnTo>
                    <a:pt x="50228" y="291617"/>
                  </a:lnTo>
                  <a:lnTo>
                    <a:pt x="50646" y="291475"/>
                  </a:lnTo>
                  <a:lnTo>
                    <a:pt x="51213" y="291223"/>
                  </a:lnTo>
                  <a:lnTo>
                    <a:pt x="51561" y="290901"/>
                  </a:lnTo>
                  <a:lnTo>
                    <a:pt x="51380" y="290489"/>
                  </a:lnTo>
                  <a:lnTo>
                    <a:pt x="50501" y="289703"/>
                  </a:lnTo>
                  <a:lnTo>
                    <a:pt x="50618" y="289212"/>
                  </a:lnTo>
                  <a:lnTo>
                    <a:pt x="50315" y="288712"/>
                  </a:lnTo>
                  <a:lnTo>
                    <a:pt x="50286" y="288322"/>
                  </a:lnTo>
                  <a:lnTo>
                    <a:pt x="50261" y="287983"/>
                  </a:lnTo>
                  <a:lnTo>
                    <a:pt x="50497" y="287411"/>
                  </a:lnTo>
                  <a:lnTo>
                    <a:pt x="51071" y="286405"/>
                  </a:lnTo>
                  <a:lnTo>
                    <a:pt x="51397" y="286493"/>
                  </a:lnTo>
                  <a:lnTo>
                    <a:pt x="52943" y="285224"/>
                  </a:lnTo>
                  <a:lnTo>
                    <a:pt x="53053" y="284854"/>
                  </a:lnTo>
                  <a:lnTo>
                    <a:pt x="53528" y="284421"/>
                  </a:lnTo>
                  <a:lnTo>
                    <a:pt x="53726" y="284167"/>
                  </a:lnTo>
                  <a:lnTo>
                    <a:pt x="53780" y="283993"/>
                  </a:lnTo>
                  <a:lnTo>
                    <a:pt x="54152" y="283618"/>
                  </a:lnTo>
                  <a:lnTo>
                    <a:pt x="54771" y="283100"/>
                  </a:lnTo>
                  <a:lnTo>
                    <a:pt x="55001" y="282813"/>
                  </a:lnTo>
                  <a:lnTo>
                    <a:pt x="55393" y="282461"/>
                  </a:lnTo>
                  <a:lnTo>
                    <a:pt x="55802" y="282292"/>
                  </a:lnTo>
                  <a:lnTo>
                    <a:pt x="56366" y="282350"/>
                  </a:lnTo>
                  <a:lnTo>
                    <a:pt x="56537" y="282371"/>
                  </a:lnTo>
                  <a:lnTo>
                    <a:pt x="57455" y="282290"/>
                  </a:lnTo>
                  <a:lnTo>
                    <a:pt x="57943" y="282284"/>
                  </a:lnTo>
                  <a:lnTo>
                    <a:pt x="58747" y="282370"/>
                  </a:lnTo>
                  <a:lnTo>
                    <a:pt x="59101" y="282374"/>
                  </a:lnTo>
                  <a:lnTo>
                    <a:pt x="59422" y="282363"/>
                  </a:lnTo>
                  <a:lnTo>
                    <a:pt x="59657" y="282364"/>
                  </a:lnTo>
                  <a:lnTo>
                    <a:pt x="59849" y="282463"/>
                  </a:lnTo>
                  <a:lnTo>
                    <a:pt x="60352" y="282582"/>
                  </a:lnTo>
                  <a:lnTo>
                    <a:pt x="60672" y="282518"/>
                  </a:lnTo>
                  <a:lnTo>
                    <a:pt x="61044" y="282391"/>
                  </a:lnTo>
                  <a:lnTo>
                    <a:pt x="61475" y="282200"/>
                  </a:lnTo>
                  <a:lnTo>
                    <a:pt x="61905" y="282023"/>
                  </a:lnTo>
                  <a:lnTo>
                    <a:pt x="62486" y="281633"/>
                  </a:lnTo>
                  <a:lnTo>
                    <a:pt x="62613" y="281221"/>
                  </a:lnTo>
                  <a:lnTo>
                    <a:pt x="62662" y="280986"/>
                  </a:lnTo>
                  <a:lnTo>
                    <a:pt x="62693" y="280615"/>
                  </a:lnTo>
                  <a:lnTo>
                    <a:pt x="63082" y="280226"/>
                  </a:lnTo>
                  <a:lnTo>
                    <a:pt x="63360" y="280197"/>
                  </a:lnTo>
                  <a:lnTo>
                    <a:pt x="63668" y="280174"/>
                  </a:lnTo>
                  <a:lnTo>
                    <a:pt x="63973" y="280155"/>
                  </a:lnTo>
                  <a:lnTo>
                    <a:pt x="64157" y="280156"/>
                  </a:lnTo>
                  <a:lnTo>
                    <a:pt x="64423" y="280152"/>
                  </a:lnTo>
                  <a:lnTo>
                    <a:pt x="64575" y="280149"/>
                  </a:lnTo>
                  <a:lnTo>
                    <a:pt x="64834" y="280144"/>
                  </a:lnTo>
                  <a:lnTo>
                    <a:pt x="65495" y="280045"/>
                  </a:lnTo>
                  <a:lnTo>
                    <a:pt x="65965" y="279473"/>
                  </a:lnTo>
                  <a:lnTo>
                    <a:pt x="65968" y="279046"/>
                  </a:lnTo>
                  <a:lnTo>
                    <a:pt x="66052" y="278511"/>
                  </a:lnTo>
                  <a:lnTo>
                    <a:pt x="66348" y="278391"/>
                  </a:lnTo>
                  <a:lnTo>
                    <a:pt x="66718" y="278275"/>
                  </a:lnTo>
                  <a:lnTo>
                    <a:pt x="66967" y="278085"/>
                  </a:lnTo>
                  <a:lnTo>
                    <a:pt x="67941" y="277684"/>
                  </a:lnTo>
                  <a:lnTo>
                    <a:pt x="68167" y="277679"/>
                  </a:lnTo>
                  <a:lnTo>
                    <a:pt x="68469" y="277876"/>
                  </a:lnTo>
                  <a:lnTo>
                    <a:pt x="68704" y="278045"/>
                  </a:lnTo>
                  <a:lnTo>
                    <a:pt x="68837" y="278131"/>
                  </a:lnTo>
                  <a:lnTo>
                    <a:pt x="69302" y="278371"/>
                  </a:lnTo>
                  <a:lnTo>
                    <a:pt x="69967" y="278359"/>
                  </a:lnTo>
                  <a:lnTo>
                    <a:pt x="70658" y="278165"/>
                  </a:lnTo>
                  <a:lnTo>
                    <a:pt x="71022" y="278219"/>
                  </a:lnTo>
                  <a:lnTo>
                    <a:pt x="71345" y="278263"/>
                  </a:lnTo>
                  <a:lnTo>
                    <a:pt x="71959" y="278252"/>
                  </a:lnTo>
                  <a:lnTo>
                    <a:pt x="72228" y="278221"/>
                  </a:lnTo>
                  <a:lnTo>
                    <a:pt x="72981" y="277736"/>
                  </a:lnTo>
                  <a:lnTo>
                    <a:pt x="72618" y="277234"/>
                  </a:lnTo>
                  <a:lnTo>
                    <a:pt x="72101" y="276879"/>
                  </a:lnTo>
                  <a:lnTo>
                    <a:pt x="72139" y="276701"/>
                  </a:lnTo>
                  <a:lnTo>
                    <a:pt x="72276" y="276464"/>
                  </a:lnTo>
                  <a:lnTo>
                    <a:pt x="72603" y="276168"/>
                  </a:lnTo>
                  <a:lnTo>
                    <a:pt x="72598" y="275815"/>
                  </a:lnTo>
                  <a:lnTo>
                    <a:pt x="72618" y="275500"/>
                  </a:lnTo>
                  <a:lnTo>
                    <a:pt x="72641" y="275122"/>
                  </a:lnTo>
                  <a:lnTo>
                    <a:pt x="72552" y="274872"/>
                  </a:lnTo>
                  <a:lnTo>
                    <a:pt x="71985" y="274183"/>
                  </a:lnTo>
                  <a:lnTo>
                    <a:pt x="71885" y="273767"/>
                  </a:lnTo>
                  <a:lnTo>
                    <a:pt x="71888" y="273367"/>
                  </a:lnTo>
                  <a:lnTo>
                    <a:pt x="71808" y="273123"/>
                  </a:lnTo>
                  <a:lnTo>
                    <a:pt x="71780" y="272893"/>
                  </a:lnTo>
                  <a:lnTo>
                    <a:pt x="71793" y="272717"/>
                  </a:lnTo>
                  <a:lnTo>
                    <a:pt x="71792" y="272541"/>
                  </a:lnTo>
                  <a:lnTo>
                    <a:pt x="71609" y="272165"/>
                  </a:lnTo>
                  <a:lnTo>
                    <a:pt x="71715" y="271776"/>
                  </a:lnTo>
                  <a:lnTo>
                    <a:pt x="71086" y="271185"/>
                  </a:lnTo>
                  <a:lnTo>
                    <a:pt x="70883" y="271043"/>
                  </a:lnTo>
                  <a:lnTo>
                    <a:pt x="70656" y="270938"/>
                  </a:lnTo>
                  <a:lnTo>
                    <a:pt x="69076" y="270062"/>
                  </a:lnTo>
                  <a:lnTo>
                    <a:pt x="68899" y="270054"/>
                  </a:lnTo>
                  <a:lnTo>
                    <a:pt x="68531" y="269418"/>
                  </a:lnTo>
                  <a:lnTo>
                    <a:pt x="68261" y="268963"/>
                  </a:lnTo>
                  <a:lnTo>
                    <a:pt x="68352" y="268399"/>
                  </a:lnTo>
                  <a:lnTo>
                    <a:pt x="68192" y="267861"/>
                  </a:lnTo>
                  <a:lnTo>
                    <a:pt x="68235" y="267252"/>
                  </a:lnTo>
                  <a:lnTo>
                    <a:pt x="68070" y="266631"/>
                  </a:lnTo>
                  <a:lnTo>
                    <a:pt x="67562" y="265682"/>
                  </a:lnTo>
                  <a:lnTo>
                    <a:pt x="67491" y="265518"/>
                  </a:lnTo>
                  <a:lnTo>
                    <a:pt x="67273" y="265351"/>
                  </a:lnTo>
                  <a:lnTo>
                    <a:pt x="66630" y="264986"/>
                  </a:lnTo>
                  <a:lnTo>
                    <a:pt x="66183" y="264345"/>
                  </a:lnTo>
                  <a:lnTo>
                    <a:pt x="66184" y="264004"/>
                  </a:lnTo>
                  <a:lnTo>
                    <a:pt x="66140" y="263770"/>
                  </a:lnTo>
                  <a:lnTo>
                    <a:pt x="66179" y="263196"/>
                  </a:lnTo>
                  <a:lnTo>
                    <a:pt x="65950" y="262986"/>
                  </a:lnTo>
                  <a:lnTo>
                    <a:pt x="65740" y="262349"/>
                  </a:lnTo>
                  <a:lnTo>
                    <a:pt x="65315" y="262039"/>
                  </a:lnTo>
                  <a:lnTo>
                    <a:pt x="65221" y="261556"/>
                  </a:lnTo>
                  <a:lnTo>
                    <a:pt x="65196" y="261344"/>
                  </a:lnTo>
                  <a:lnTo>
                    <a:pt x="65169" y="260952"/>
                  </a:lnTo>
                  <a:lnTo>
                    <a:pt x="65174" y="260818"/>
                  </a:lnTo>
                  <a:lnTo>
                    <a:pt x="65173" y="260584"/>
                  </a:lnTo>
                  <a:lnTo>
                    <a:pt x="65150" y="260008"/>
                  </a:lnTo>
                  <a:lnTo>
                    <a:pt x="65098" y="259863"/>
                  </a:lnTo>
                  <a:lnTo>
                    <a:pt x="63720" y="257894"/>
                  </a:lnTo>
                  <a:lnTo>
                    <a:pt x="63569" y="257866"/>
                  </a:lnTo>
                  <a:lnTo>
                    <a:pt x="63329" y="257723"/>
                  </a:lnTo>
                  <a:lnTo>
                    <a:pt x="62965" y="257586"/>
                  </a:lnTo>
                  <a:lnTo>
                    <a:pt x="62595" y="257484"/>
                  </a:lnTo>
                  <a:lnTo>
                    <a:pt x="62456" y="257442"/>
                  </a:lnTo>
                  <a:lnTo>
                    <a:pt x="62214" y="257341"/>
                  </a:lnTo>
                  <a:lnTo>
                    <a:pt x="61823" y="257214"/>
                  </a:lnTo>
                  <a:lnTo>
                    <a:pt x="61682" y="257189"/>
                  </a:lnTo>
                  <a:lnTo>
                    <a:pt x="61474" y="257162"/>
                  </a:lnTo>
                  <a:lnTo>
                    <a:pt x="61207" y="257199"/>
                  </a:lnTo>
                  <a:lnTo>
                    <a:pt x="60986" y="257101"/>
                  </a:lnTo>
                  <a:lnTo>
                    <a:pt x="60560" y="257512"/>
                  </a:lnTo>
                  <a:lnTo>
                    <a:pt x="60347" y="257528"/>
                  </a:lnTo>
                  <a:lnTo>
                    <a:pt x="60188" y="257498"/>
                  </a:lnTo>
                  <a:lnTo>
                    <a:pt x="59998" y="257517"/>
                  </a:lnTo>
                  <a:lnTo>
                    <a:pt x="59164" y="257861"/>
                  </a:lnTo>
                  <a:lnTo>
                    <a:pt x="59025" y="257804"/>
                  </a:lnTo>
                  <a:lnTo>
                    <a:pt x="58674" y="257755"/>
                  </a:lnTo>
                  <a:lnTo>
                    <a:pt x="58516" y="257684"/>
                  </a:lnTo>
                  <a:lnTo>
                    <a:pt x="58727" y="257308"/>
                  </a:lnTo>
                  <a:lnTo>
                    <a:pt x="58407" y="256761"/>
                  </a:lnTo>
                  <a:lnTo>
                    <a:pt x="58267" y="256744"/>
                  </a:lnTo>
                  <a:lnTo>
                    <a:pt x="58076" y="256741"/>
                  </a:lnTo>
                  <a:lnTo>
                    <a:pt x="57944" y="256608"/>
                  </a:lnTo>
                  <a:lnTo>
                    <a:pt x="57316" y="256106"/>
                  </a:lnTo>
                  <a:lnTo>
                    <a:pt x="57036" y="256009"/>
                  </a:lnTo>
                  <a:lnTo>
                    <a:pt x="56877" y="255899"/>
                  </a:lnTo>
                  <a:lnTo>
                    <a:pt x="56627" y="255716"/>
                  </a:lnTo>
                  <a:lnTo>
                    <a:pt x="56277" y="255570"/>
                  </a:lnTo>
                  <a:lnTo>
                    <a:pt x="56103" y="255577"/>
                  </a:lnTo>
                  <a:lnTo>
                    <a:pt x="55664" y="255425"/>
                  </a:lnTo>
                  <a:lnTo>
                    <a:pt x="55937" y="254345"/>
                  </a:lnTo>
                  <a:lnTo>
                    <a:pt x="56235" y="253979"/>
                  </a:lnTo>
                  <a:lnTo>
                    <a:pt x="56087" y="253164"/>
                  </a:lnTo>
                  <a:lnTo>
                    <a:pt x="55603" y="252862"/>
                  </a:lnTo>
                  <a:lnTo>
                    <a:pt x="55440" y="252783"/>
                  </a:lnTo>
                  <a:lnTo>
                    <a:pt x="55323" y="252567"/>
                  </a:lnTo>
                  <a:lnTo>
                    <a:pt x="55253" y="252396"/>
                  </a:lnTo>
                  <a:lnTo>
                    <a:pt x="54582" y="252201"/>
                  </a:lnTo>
                  <a:lnTo>
                    <a:pt x="54431" y="252164"/>
                  </a:lnTo>
                  <a:lnTo>
                    <a:pt x="53796" y="251589"/>
                  </a:lnTo>
                  <a:lnTo>
                    <a:pt x="53706" y="251348"/>
                  </a:lnTo>
                  <a:lnTo>
                    <a:pt x="53579" y="251257"/>
                  </a:lnTo>
                  <a:lnTo>
                    <a:pt x="53268" y="251151"/>
                  </a:lnTo>
                  <a:lnTo>
                    <a:pt x="52901" y="251009"/>
                  </a:lnTo>
                  <a:lnTo>
                    <a:pt x="52867" y="250820"/>
                  </a:lnTo>
                  <a:lnTo>
                    <a:pt x="52596" y="250557"/>
                  </a:lnTo>
                  <a:lnTo>
                    <a:pt x="52329" y="250321"/>
                  </a:lnTo>
                  <a:lnTo>
                    <a:pt x="51794" y="250169"/>
                  </a:lnTo>
                  <a:lnTo>
                    <a:pt x="51456" y="250209"/>
                  </a:lnTo>
                  <a:lnTo>
                    <a:pt x="51235" y="250160"/>
                  </a:lnTo>
                  <a:lnTo>
                    <a:pt x="50774" y="249663"/>
                  </a:lnTo>
                  <a:lnTo>
                    <a:pt x="50580" y="249576"/>
                  </a:lnTo>
                  <a:lnTo>
                    <a:pt x="50258" y="249323"/>
                  </a:lnTo>
                  <a:lnTo>
                    <a:pt x="49583" y="249225"/>
                  </a:lnTo>
                  <a:lnTo>
                    <a:pt x="49384" y="249094"/>
                  </a:lnTo>
                  <a:lnTo>
                    <a:pt x="48500" y="248486"/>
                  </a:lnTo>
                  <a:lnTo>
                    <a:pt x="48002" y="248328"/>
                  </a:lnTo>
                  <a:lnTo>
                    <a:pt x="47195" y="248229"/>
                  </a:lnTo>
                  <a:lnTo>
                    <a:pt x="46836" y="248065"/>
                  </a:lnTo>
                  <a:lnTo>
                    <a:pt x="46551" y="248125"/>
                  </a:lnTo>
                  <a:lnTo>
                    <a:pt x="46191" y="248263"/>
                  </a:lnTo>
                  <a:lnTo>
                    <a:pt x="46056" y="248210"/>
                  </a:lnTo>
                  <a:lnTo>
                    <a:pt x="45649" y="247952"/>
                  </a:lnTo>
                  <a:lnTo>
                    <a:pt x="45417" y="247942"/>
                  </a:lnTo>
                  <a:lnTo>
                    <a:pt x="45041" y="247959"/>
                  </a:lnTo>
                  <a:lnTo>
                    <a:pt x="44862" y="247887"/>
                  </a:lnTo>
                  <a:lnTo>
                    <a:pt x="44801" y="247748"/>
                  </a:lnTo>
                  <a:lnTo>
                    <a:pt x="44605" y="247132"/>
                  </a:lnTo>
                  <a:lnTo>
                    <a:pt x="44409" y="247111"/>
                  </a:lnTo>
                  <a:lnTo>
                    <a:pt x="44122" y="247101"/>
                  </a:lnTo>
                  <a:lnTo>
                    <a:pt x="43540" y="246863"/>
                  </a:lnTo>
                  <a:lnTo>
                    <a:pt x="43175" y="246951"/>
                  </a:lnTo>
                  <a:lnTo>
                    <a:pt x="42918" y="246836"/>
                  </a:lnTo>
                  <a:lnTo>
                    <a:pt x="42406" y="246771"/>
                  </a:lnTo>
                  <a:lnTo>
                    <a:pt x="42407" y="246587"/>
                  </a:lnTo>
                  <a:lnTo>
                    <a:pt x="42406" y="246147"/>
                  </a:lnTo>
                  <a:lnTo>
                    <a:pt x="42401" y="244816"/>
                  </a:lnTo>
                  <a:lnTo>
                    <a:pt x="42398" y="244375"/>
                  </a:lnTo>
                  <a:lnTo>
                    <a:pt x="42394" y="243494"/>
                  </a:lnTo>
                  <a:lnTo>
                    <a:pt x="42391" y="242618"/>
                  </a:lnTo>
                  <a:lnTo>
                    <a:pt x="42388" y="242182"/>
                  </a:lnTo>
                  <a:lnTo>
                    <a:pt x="42378" y="240872"/>
                  </a:lnTo>
                  <a:lnTo>
                    <a:pt x="42370" y="240452"/>
                  </a:lnTo>
                  <a:lnTo>
                    <a:pt x="42373" y="239990"/>
                  </a:lnTo>
                  <a:lnTo>
                    <a:pt x="42370" y="239558"/>
                  </a:lnTo>
                  <a:lnTo>
                    <a:pt x="42362" y="238670"/>
                  </a:lnTo>
                  <a:lnTo>
                    <a:pt x="42358" y="238230"/>
                  </a:lnTo>
                  <a:lnTo>
                    <a:pt x="42352" y="237351"/>
                  </a:lnTo>
                  <a:lnTo>
                    <a:pt x="42346" y="236909"/>
                  </a:lnTo>
                  <a:lnTo>
                    <a:pt x="42343" y="236473"/>
                  </a:lnTo>
                  <a:lnTo>
                    <a:pt x="42342" y="236042"/>
                  </a:lnTo>
                  <a:lnTo>
                    <a:pt x="42339" y="235448"/>
                  </a:lnTo>
                  <a:lnTo>
                    <a:pt x="42327" y="234974"/>
                  </a:lnTo>
                  <a:lnTo>
                    <a:pt x="42321" y="234251"/>
                  </a:lnTo>
                  <a:lnTo>
                    <a:pt x="42314" y="233242"/>
                  </a:lnTo>
                  <a:lnTo>
                    <a:pt x="42305" y="231868"/>
                  </a:lnTo>
                  <a:lnTo>
                    <a:pt x="42301" y="230988"/>
                  </a:lnTo>
                  <a:lnTo>
                    <a:pt x="42290" y="229255"/>
                  </a:lnTo>
                  <a:lnTo>
                    <a:pt x="42282" y="227897"/>
                  </a:lnTo>
                  <a:lnTo>
                    <a:pt x="42277" y="226898"/>
                  </a:lnTo>
                  <a:lnTo>
                    <a:pt x="42275" y="226557"/>
                  </a:lnTo>
                  <a:lnTo>
                    <a:pt x="42280" y="225912"/>
                  </a:lnTo>
                  <a:lnTo>
                    <a:pt x="42297" y="225781"/>
                  </a:lnTo>
                  <a:lnTo>
                    <a:pt x="42337" y="225426"/>
                  </a:lnTo>
                  <a:lnTo>
                    <a:pt x="42388" y="224964"/>
                  </a:lnTo>
                  <a:lnTo>
                    <a:pt x="42485" y="224087"/>
                  </a:lnTo>
                  <a:lnTo>
                    <a:pt x="42576" y="223308"/>
                  </a:lnTo>
                  <a:lnTo>
                    <a:pt x="42602" y="223060"/>
                  </a:lnTo>
                  <a:lnTo>
                    <a:pt x="42615" y="222929"/>
                  </a:lnTo>
                  <a:lnTo>
                    <a:pt x="42642" y="222686"/>
                  </a:lnTo>
                  <a:lnTo>
                    <a:pt x="42664" y="222488"/>
                  </a:lnTo>
                  <a:lnTo>
                    <a:pt x="42760" y="221656"/>
                  </a:lnTo>
                  <a:lnTo>
                    <a:pt x="42820" y="220977"/>
                  </a:lnTo>
                  <a:lnTo>
                    <a:pt x="42314" y="221016"/>
                  </a:lnTo>
                  <a:lnTo>
                    <a:pt x="41701" y="221053"/>
                  </a:lnTo>
                  <a:lnTo>
                    <a:pt x="41201" y="221084"/>
                  </a:lnTo>
                  <a:lnTo>
                    <a:pt x="40663" y="221114"/>
                  </a:lnTo>
                  <a:lnTo>
                    <a:pt x="39559" y="221215"/>
                  </a:lnTo>
                  <a:lnTo>
                    <a:pt x="39014" y="221267"/>
                  </a:lnTo>
                  <a:lnTo>
                    <a:pt x="38460" y="221321"/>
                  </a:lnTo>
                  <a:lnTo>
                    <a:pt x="38187" y="221344"/>
                  </a:lnTo>
                  <a:lnTo>
                    <a:pt x="37844" y="221368"/>
                  </a:lnTo>
                  <a:lnTo>
                    <a:pt x="37540" y="221475"/>
                  </a:lnTo>
                  <a:lnTo>
                    <a:pt x="37265" y="221563"/>
                  </a:lnTo>
                  <a:lnTo>
                    <a:pt x="37089" y="221617"/>
                  </a:lnTo>
                  <a:lnTo>
                    <a:pt x="36765" y="221717"/>
                  </a:lnTo>
                  <a:lnTo>
                    <a:pt x="36552" y="221782"/>
                  </a:lnTo>
                  <a:lnTo>
                    <a:pt x="36295" y="221851"/>
                  </a:lnTo>
                  <a:lnTo>
                    <a:pt x="36259" y="222065"/>
                  </a:lnTo>
                  <a:lnTo>
                    <a:pt x="36212" y="222451"/>
                  </a:lnTo>
                  <a:lnTo>
                    <a:pt x="36150" y="223029"/>
                  </a:lnTo>
                  <a:lnTo>
                    <a:pt x="36025" y="224183"/>
                  </a:lnTo>
                  <a:lnTo>
                    <a:pt x="35983" y="224567"/>
                  </a:lnTo>
                  <a:lnTo>
                    <a:pt x="35956" y="224771"/>
                  </a:lnTo>
                  <a:lnTo>
                    <a:pt x="35795" y="224760"/>
                  </a:lnTo>
                  <a:lnTo>
                    <a:pt x="35244" y="224719"/>
                  </a:lnTo>
                  <a:lnTo>
                    <a:pt x="34973" y="224700"/>
                  </a:lnTo>
                  <a:lnTo>
                    <a:pt x="34433" y="224662"/>
                  </a:lnTo>
                  <a:lnTo>
                    <a:pt x="33178" y="224565"/>
                  </a:lnTo>
                  <a:lnTo>
                    <a:pt x="32825" y="224290"/>
                  </a:lnTo>
                  <a:lnTo>
                    <a:pt x="32483" y="224024"/>
                  </a:lnTo>
                  <a:lnTo>
                    <a:pt x="31285" y="223104"/>
                  </a:lnTo>
                  <a:lnTo>
                    <a:pt x="31069" y="222941"/>
                  </a:lnTo>
                  <a:lnTo>
                    <a:pt x="30575" y="222564"/>
                  </a:lnTo>
                  <a:lnTo>
                    <a:pt x="30343" y="222381"/>
                  </a:lnTo>
                  <a:lnTo>
                    <a:pt x="29989" y="222098"/>
                  </a:lnTo>
                  <a:lnTo>
                    <a:pt x="29663" y="221838"/>
                  </a:lnTo>
                  <a:lnTo>
                    <a:pt x="27899" y="220371"/>
                  </a:lnTo>
                  <a:lnTo>
                    <a:pt x="27648" y="220080"/>
                  </a:lnTo>
                  <a:lnTo>
                    <a:pt x="28086" y="219707"/>
                  </a:lnTo>
                  <a:lnTo>
                    <a:pt x="28107" y="219568"/>
                  </a:lnTo>
                  <a:lnTo>
                    <a:pt x="27782" y="219420"/>
                  </a:lnTo>
                  <a:lnTo>
                    <a:pt x="27957" y="219126"/>
                  </a:lnTo>
                  <a:lnTo>
                    <a:pt x="28506" y="219220"/>
                  </a:lnTo>
                  <a:lnTo>
                    <a:pt x="28780" y="218840"/>
                  </a:lnTo>
                  <a:lnTo>
                    <a:pt x="28863" y="218687"/>
                  </a:lnTo>
                  <a:lnTo>
                    <a:pt x="28924" y="218542"/>
                  </a:lnTo>
                  <a:lnTo>
                    <a:pt x="29014" y="218265"/>
                  </a:lnTo>
                  <a:lnTo>
                    <a:pt x="29088" y="218043"/>
                  </a:lnTo>
                  <a:lnTo>
                    <a:pt x="29183" y="217764"/>
                  </a:lnTo>
                  <a:lnTo>
                    <a:pt x="29251" y="217605"/>
                  </a:lnTo>
                  <a:lnTo>
                    <a:pt x="28836" y="217450"/>
                  </a:lnTo>
                  <a:lnTo>
                    <a:pt x="28427" y="217410"/>
                  </a:lnTo>
                  <a:lnTo>
                    <a:pt x="27644" y="217315"/>
                  </a:lnTo>
                  <a:lnTo>
                    <a:pt x="27237" y="217428"/>
                  </a:lnTo>
                  <a:lnTo>
                    <a:pt x="26740" y="216851"/>
                  </a:lnTo>
                  <a:lnTo>
                    <a:pt x="26693" y="216714"/>
                  </a:lnTo>
                  <a:lnTo>
                    <a:pt x="26648" y="216551"/>
                  </a:lnTo>
                  <a:lnTo>
                    <a:pt x="26577" y="216224"/>
                  </a:lnTo>
                  <a:lnTo>
                    <a:pt x="26639" y="215832"/>
                  </a:lnTo>
                  <a:lnTo>
                    <a:pt x="26643" y="215609"/>
                  </a:lnTo>
                  <a:lnTo>
                    <a:pt x="26632" y="215326"/>
                  </a:lnTo>
                  <a:lnTo>
                    <a:pt x="26634" y="214362"/>
                  </a:lnTo>
                  <a:lnTo>
                    <a:pt x="26646" y="214119"/>
                  </a:lnTo>
                  <a:lnTo>
                    <a:pt x="26846" y="213792"/>
                  </a:lnTo>
                  <a:lnTo>
                    <a:pt x="27626" y="213376"/>
                  </a:lnTo>
                  <a:lnTo>
                    <a:pt x="27881" y="213481"/>
                  </a:lnTo>
                  <a:lnTo>
                    <a:pt x="28051" y="213524"/>
                  </a:lnTo>
                  <a:lnTo>
                    <a:pt x="29063" y="213376"/>
                  </a:lnTo>
                  <a:lnTo>
                    <a:pt x="29456" y="213352"/>
                  </a:lnTo>
                  <a:lnTo>
                    <a:pt x="29590" y="213362"/>
                  </a:lnTo>
                  <a:lnTo>
                    <a:pt x="29803" y="213430"/>
                  </a:lnTo>
                  <a:lnTo>
                    <a:pt x="30021" y="213472"/>
                  </a:lnTo>
                  <a:lnTo>
                    <a:pt x="30325" y="213467"/>
                  </a:lnTo>
                  <a:lnTo>
                    <a:pt x="30679" y="213398"/>
                  </a:lnTo>
                  <a:lnTo>
                    <a:pt x="30863" y="213315"/>
                  </a:lnTo>
                  <a:lnTo>
                    <a:pt x="31137" y="213281"/>
                  </a:lnTo>
                  <a:lnTo>
                    <a:pt x="31547" y="213283"/>
                  </a:lnTo>
                  <a:lnTo>
                    <a:pt x="31823" y="213405"/>
                  </a:lnTo>
                  <a:lnTo>
                    <a:pt x="32066" y="213413"/>
                  </a:lnTo>
                  <a:lnTo>
                    <a:pt x="32443" y="213408"/>
                  </a:lnTo>
                  <a:lnTo>
                    <a:pt x="32581" y="213295"/>
                  </a:lnTo>
                  <a:lnTo>
                    <a:pt x="32785" y="213139"/>
                  </a:lnTo>
                  <a:lnTo>
                    <a:pt x="33021" y="213094"/>
                  </a:lnTo>
                  <a:lnTo>
                    <a:pt x="33183" y="213082"/>
                  </a:lnTo>
                  <a:lnTo>
                    <a:pt x="33572" y="213065"/>
                  </a:lnTo>
                  <a:lnTo>
                    <a:pt x="34137" y="212987"/>
                  </a:lnTo>
                  <a:lnTo>
                    <a:pt x="34301" y="213316"/>
                  </a:lnTo>
                  <a:lnTo>
                    <a:pt x="35101" y="213414"/>
                  </a:lnTo>
                  <a:lnTo>
                    <a:pt x="35704" y="213763"/>
                  </a:lnTo>
                  <a:lnTo>
                    <a:pt x="36064" y="213889"/>
                  </a:lnTo>
                  <a:lnTo>
                    <a:pt x="36279" y="213824"/>
                  </a:lnTo>
                  <a:lnTo>
                    <a:pt x="37817" y="213512"/>
                  </a:lnTo>
                  <a:lnTo>
                    <a:pt x="38282" y="213436"/>
                  </a:lnTo>
                  <a:lnTo>
                    <a:pt x="38442" y="213450"/>
                  </a:lnTo>
                  <a:lnTo>
                    <a:pt x="38987" y="212995"/>
                  </a:lnTo>
                  <a:lnTo>
                    <a:pt x="39137" y="212747"/>
                  </a:lnTo>
                  <a:lnTo>
                    <a:pt x="39478" y="212612"/>
                  </a:lnTo>
                  <a:lnTo>
                    <a:pt x="39628" y="212559"/>
                  </a:lnTo>
                  <a:lnTo>
                    <a:pt x="40213" y="211364"/>
                  </a:lnTo>
                  <a:lnTo>
                    <a:pt x="40005" y="211102"/>
                  </a:lnTo>
                  <a:lnTo>
                    <a:pt x="40005" y="210898"/>
                  </a:lnTo>
                  <a:lnTo>
                    <a:pt x="40268" y="210700"/>
                  </a:lnTo>
                  <a:lnTo>
                    <a:pt x="40476" y="210645"/>
                  </a:lnTo>
                  <a:lnTo>
                    <a:pt x="40804" y="210597"/>
                  </a:lnTo>
                  <a:lnTo>
                    <a:pt x="41120" y="210630"/>
                  </a:lnTo>
                  <a:lnTo>
                    <a:pt x="42192" y="210440"/>
                  </a:lnTo>
                  <a:lnTo>
                    <a:pt x="42769" y="210398"/>
                  </a:lnTo>
                  <a:lnTo>
                    <a:pt x="42919" y="209831"/>
                  </a:lnTo>
                  <a:lnTo>
                    <a:pt x="43441" y="209413"/>
                  </a:lnTo>
                  <a:lnTo>
                    <a:pt x="43731" y="209151"/>
                  </a:lnTo>
                  <a:lnTo>
                    <a:pt x="44137" y="208949"/>
                  </a:lnTo>
                  <a:lnTo>
                    <a:pt x="44330" y="209004"/>
                  </a:lnTo>
                  <a:lnTo>
                    <a:pt x="44786" y="209098"/>
                  </a:lnTo>
                  <a:lnTo>
                    <a:pt x="45606" y="208893"/>
                  </a:lnTo>
                  <a:lnTo>
                    <a:pt x="45943" y="208868"/>
                  </a:lnTo>
                  <a:lnTo>
                    <a:pt x="45905" y="208715"/>
                  </a:lnTo>
                  <a:lnTo>
                    <a:pt x="45822" y="208518"/>
                  </a:lnTo>
                  <a:lnTo>
                    <a:pt x="45768" y="208367"/>
                  </a:lnTo>
                  <a:lnTo>
                    <a:pt x="46172" y="207883"/>
                  </a:lnTo>
                  <a:lnTo>
                    <a:pt x="46287" y="207753"/>
                  </a:lnTo>
                  <a:lnTo>
                    <a:pt x="46422" y="207593"/>
                  </a:lnTo>
                  <a:lnTo>
                    <a:pt x="46676" y="207438"/>
                  </a:lnTo>
                  <a:lnTo>
                    <a:pt x="46938" y="207361"/>
                  </a:lnTo>
                  <a:lnTo>
                    <a:pt x="47097" y="207315"/>
                  </a:lnTo>
                  <a:lnTo>
                    <a:pt x="47296" y="207195"/>
                  </a:lnTo>
                  <a:lnTo>
                    <a:pt x="47149" y="206911"/>
                  </a:lnTo>
                  <a:lnTo>
                    <a:pt x="46991" y="206726"/>
                  </a:lnTo>
                  <a:lnTo>
                    <a:pt x="46782" y="206491"/>
                  </a:lnTo>
                  <a:lnTo>
                    <a:pt x="46424" y="206058"/>
                  </a:lnTo>
                  <a:lnTo>
                    <a:pt x="46638" y="205761"/>
                  </a:lnTo>
                  <a:lnTo>
                    <a:pt x="46838" y="205732"/>
                  </a:lnTo>
                  <a:lnTo>
                    <a:pt x="47148" y="205619"/>
                  </a:lnTo>
                  <a:lnTo>
                    <a:pt x="47579" y="205526"/>
                  </a:lnTo>
                  <a:lnTo>
                    <a:pt x="47765" y="205551"/>
                  </a:lnTo>
                  <a:lnTo>
                    <a:pt x="48124" y="205641"/>
                  </a:lnTo>
                  <a:lnTo>
                    <a:pt x="48548" y="205768"/>
                  </a:lnTo>
                  <a:lnTo>
                    <a:pt x="49076" y="205726"/>
                  </a:lnTo>
                  <a:lnTo>
                    <a:pt x="49211" y="205763"/>
                  </a:lnTo>
                  <a:lnTo>
                    <a:pt x="49774" y="205937"/>
                  </a:lnTo>
                  <a:lnTo>
                    <a:pt x="50010" y="206036"/>
                  </a:lnTo>
                  <a:lnTo>
                    <a:pt x="50532" y="206220"/>
                  </a:lnTo>
                  <a:lnTo>
                    <a:pt x="50710" y="206171"/>
                  </a:lnTo>
                  <a:lnTo>
                    <a:pt x="51088" y="206079"/>
                  </a:lnTo>
                  <a:lnTo>
                    <a:pt x="51355" y="206043"/>
                  </a:lnTo>
                  <a:lnTo>
                    <a:pt x="51569" y="206068"/>
                  </a:lnTo>
                  <a:lnTo>
                    <a:pt x="52004" y="206093"/>
                  </a:lnTo>
                  <a:lnTo>
                    <a:pt x="52472" y="205956"/>
                  </a:lnTo>
                  <a:lnTo>
                    <a:pt x="52693" y="205886"/>
                  </a:lnTo>
                  <a:lnTo>
                    <a:pt x="52901" y="205830"/>
                  </a:lnTo>
                  <a:lnTo>
                    <a:pt x="53931" y="206073"/>
                  </a:lnTo>
                  <a:lnTo>
                    <a:pt x="54192" y="205910"/>
                  </a:lnTo>
                  <a:lnTo>
                    <a:pt x="54480" y="205714"/>
                  </a:lnTo>
                  <a:lnTo>
                    <a:pt x="54874" y="205622"/>
                  </a:lnTo>
                  <a:lnTo>
                    <a:pt x="55026" y="205615"/>
                  </a:lnTo>
                  <a:lnTo>
                    <a:pt x="55340" y="205541"/>
                  </a:lnTo>
                  <a:lnTo>
                    <a:pt x="55489" y="205500"/>
                  </a:lnTo>
                  <a:lnTo>
                    <a:pt x="55827" y="205439"/>
                  </a:lnTo>
                  <a:lnTo>
                    <a:pt x="55975" y="205421"/>
                  </a:lnTo>
                  <a:lnTo>
                    <a:pt x="56214" y="205381"/>
                  </a:lnTo>
                  <a:lnTo>
                    <a:pt x="56907" y="205256"/>
                  </a:lnTo>
                  <a:lnTo>
                    <a:pt x="57142" y="205164"/>
                  </a:lnTo>
                  <a:lnTo>
                    <a:pt x="57558" y="205004"/>
                  </a:lnTo>
                  <a:lnTo>
                    <a:pt x="57830" y="204945"/>
                  </a:lnTo>
                  <a:lnTo>
                    <a:pt x="58015" y="204864"/>
                  </a:lnTo>
                  <a:lnTo>
                    <a:pt x="58184" y="204855"/>
                  </a:lnTo>
                  <a:lnTo>
                    <a:pt x="58337" y="204846"/>
                  </a:lnTo>
                  <a:lnTo>
                    <a:pt x="58624" y="204810"/>
                  </a:lnTo>
                  <a:lnTo>
                    <a:pt x="59008" y="204672"/>
                  </a:lnTo>
                  <a:lnTo>
                    <a:pt x="59211" y="204593"/>
                  </a:lnTo>
                  <a:lnTo>
                    <a:pt x="59744" y="204449"/>
                  </a:lnTo>
                  <a:lnTo>
                    <a:pt x="59919" y="204449"/>
                  </a:lnTo>
                  <a:lnTo>
                    <a:pt x="60091" y="204466"/>
                  </a:lnTo>
                  <a:lnTo>
                    <a:pt x="60516" y="204558"/>
                  </a:lnTo>
                  <a:lnTo>
                    <a:pt x="60738" y="204606"/>
                  </a:lnTo>
                  <a:lnTo>
                    <a:pt x="61103" y="204523"/>
                  </a:lnTo>
                  <a:lnTo>
                    <a:pt x="61428" y="204504"/>
                  </a:lnTo>
                  <a:lnTo>
                    <a:pt x="61654" y="204485"/>
                  </a:lnTo>
                  <a:lnTo>
                    <a:pt x="61935" y="204439"/>
                  </a:lnTo>
                  <a:lnTo>
                    <a:pt x="62217" y="204260"/>
                  </a:lnTo>
                  <a:lnTo>
                    <a:pt x="62514" y="204162"/>
                  </a:lnTo>
                  <a:lnTo>
                    <a:pt x="63043" y="204080"/>
                  </a:lnTo>
                  <a:lnTo>
                    <a:pt x="63417" y="204070"/>
                  </a:lnTo>
                  <a:lnTo>
                    <a:pt x="63904" y="203956"/>
                  </a:lnTo>
                  <a:lnTo>
                    <a:pt x="64242" y="203911"/>
                  </a:lnTo>
                  <a:lnTo>
                    <a:pt x="64681" y="203968"/>
                  </a:lnTo>
                  <a:lnTo>
                    <a:pt x="65017" y="204023"/>
                  </a:lnTo>
                  <a:lnTo>
                    <a:pt x="65422" y="203996"/>
                  </a:lnTo>
                  <a:lnTo>
                    <a:pt x="65982" y="203540"/>
                  </a:lnTo>
                  <a:lnTo>
                    <a:pt x="66361" y="203432"/>
                  </a:lnTo>
                  <a:lnTo>
                    <a:pt x="66720" y="203336"/>
                  </a:lnTo>
                  <a:lnTo>
                    <a:pt x="67062" y="203252"/>
                  </a:lnTo>
                  <a:lnTo>
                    <a:pt x="67488" y="203155"/>
                  </a:lnTo>
                  <a:lnTo>
                    <a:pt x="68111" y="202986"/>
                  </a:lnTo>
                  <a:lnTo>
                    <a:pt x="68377" y="202898"/>
                  </a:lnTo>
                  <a:lnTo>
                    <a:pt x="68591" y="202799"/>
                  </a:lnTo>
                  <a:lnTo>
                    <a:pt x="69082" y="202443"/>
                  </a:lnTo>
                  <a:lnTo>
                    <a:pt x="69586" y="202443"/>
                  </a:lnTo>
                  <a:lnTo>
                    <a:pt x="69915" y="202193"/>
                  </a:lnTo>
                  <a:lnTo>
                    <a:pt x="70092" y="202132"/>
                  </a:lnTo>
                  <a:lnTo>
                    <a:pt x="70464" y="202069"/>
                  </a:lnTo>
                  <a:lnTo>
                    <a:pt x="70654" y="202096"/>
                  </a:lnTo>
                  <a:lnTo>
                    <a:pt x="70835" y="202146"/>
                  </a:lnTo>
                  <a:lnTo>
                    <a:pt x="71684" y="202202"/>
                  </a:lnTo>
                  <a:lnTo>
                    <a:pt x="72271" y="202328"/>
                  </a:lnTo>
                  <a:lnTo>
                    <a:pt x="72488" y="202282"/>
                  </a:lnTo>
                  <a:lnTo>
                    <a:pt x="72762" y="202176"/>
                  </a:lnTo>
                  <a:lnTo>
                    <a:pt x="73645" y="201418"/>
                  </a:lnTo>
                  <a:lnTo>
                    <a:pt x="73938" y="201297"/>
                  </a:lnTo>
                  <a:lnTo>
                    <a:pt x="74234" y="201262"/>
                  </a:lnTo>
                  <a:lnTo>
                    <a:pt x="74684" y="201233"/>
                  </a:lnTo>
                  <a:lnTo>
                    <a:pt x="74857" y="201029"/>
                  </a:lnTo>
                  <a:lnTo>
                    <a:pt x="75143" y="200766"/>
                  </a:lnTo>
                  <a:lnTo>
                    <a:pt x="75322" y="200689"/>
                  </a:lnTo>
                  <a:lnTo>
                    <a:pt x="75568" y="200508"/>
                  </a:lnTo>
                  <a:lnTo>
                    <a:pt x="76540" y="200252"/>
                  </a:lnTo>
                  <a:lnTo>
                    <a:pt x="77059" y="199933"/>
                  </a:lnTo>
                  <a:lnTo>
                    <a:pt x="77712" y="199679"/>
                  </a:lnTo>
                  <a:lnTo>
                    <a:pt x="78033" y="199473"/>
                  </a:lnTo>
                  <a:lnTo>
                    <a:pt x="78787" y="199289"/>
                  </a:lnTo>
                  <a:lnTo>
                    <a:pt x="79121" y="199260"/>
                  </a:lnTo>
                  <a:lnTo>
                    <a:pt x="79258" y="199306"/>
                  </a:lnTo>
                  <a:lnTo>
                    <a:pt x="79455" y="199333"/>
                  </a:lnTo>
                  <a:lnTo>
                    <a:pt x="79657" y="199335"/>
                  </a:lnTo>
                  <a:lnTo>
                    <a:pt x="80462" y="199216"/>
                  </a:lnTo>
                  <a:lnTo>
                    <a:pt x="80996" y="199062"/>
                  </a:lnTo>
                  <a:lnTo>
                    <a:pt x="81279" y="198901"/>
                  </a:lnTo>
                  <a:lnTo>
                    <a:pt x="81947" y="198833"/>
                  </a:lnTo>
                  <a:lnTo>
                    <a:pt x="82216" y="198814"/>
                  </a:lnTo>
                  <a:lnTo>
                    <a:pt x="82742" y="198582"/>
                  </a:lnTo>
                  <a:lnTo>
                    <a:pt x="83626" y="198345"/>
                  </a:lnTo>
                  <a:lnTo>
                    <a:pt x="83962" y="198331"/>
                  </a:lnTo>
                  <a:lnTo>
                    <a:pt x="84247" y="198251"/>
                  </a:lnTo>
                  <a:lnTo>
                    <a:pt x="84523" y="198255"/>
                  </a:lnTo>
                  <a:lnTo>
                    <a:pt x="84661" y="198192"/>
                  </a:lnTo>
                  <a:lnTo>
                    <a:pt x="85463" y="197774"/>
                  </a:lnTo>
                  <a:lnTo>
                    <a:pt x="85601" y="197461"/>
                  </a:lnTo>
                  <a:lnTo>
                    <a:pt x="85991" y="197550"/>
                  </a:lnTo>
                  <a:lnTo>
                    <a:pt x="86925" y="197593"/>
                  </a:lnTo>
                  <a:lnTo>
                    <a:pt x="87181" y="197466"/>
                  </a:lnTo>
                  <a:lnTo>
                    <a:pt x="87271" y="197334"/>
                  </a:lnTo>
                  <a:lnTo>
                    <a:pt x="87842" y="197034"/>
                  </a:lnTo>
                  <a:lnTo>
                    <a:pt x="88522" y="196920"/>
                  </a:lnTo>
                  <a:lnTo>
                    <a:pt x="88778" y="197013"/>
                  </a:lnTo>
                  <a:lnTo>
                    <a:pt x="89149" y="197065"/>
                  </a:lnTo>
                  <a:lnTo>
                    <a:pt x="89353" y="197011"/>
                  </a:lnTo>
                  <a:lnTo>
                    <a:pt x="89798" y="196919"/>
                  </a:lnTo>
                  <a:lnTo>
                    <a:pt x="89987" y="196931"/>
                  </a:lnTo>
                  <a:lnTo>
                    <a:pt x="90283" y="196954"/>
                  </a:lnTo>
                  <a:lnTo>
                    <a:pt x="90696" y="197085"/>
                  </a:lnTo>
                  <a:lnTo>
                    <a:pt x="90844" y="197165"/>
                  </a:lnTo>
                  <a:lnTo>
                    <a:pt x="91159" y="197157"/>
                  </a:lnTo>
                  <a:lnTo>
                    <a:pt x="91565" y="196956"/>
                  </a:lnTo>
                  <a:lnTo>
                    <a:pt x="91718" y="196892"/>
                  </a:lnTo>
                  <a:lnTo>
                    <a:pt x="91875" y="196861"/>
                  </a:lnTo>
                  <a:lnTo>
                    <a:pt x="92144" y="196680"/>
                  </a:lnTo>
                  <a:lnTo>
                    <a:pt x="92342" y="196665"/>
                  </a:lnTo>
                  <a:lnTo>
                    <a:pt x="92849" y="196642"/>
                  </a:lnTo>
                  <a:lnTo>
                    <a:pt x="93313" y="196673"/>
                  </a:lnTo>
                  <a:lnTo>
                    <a:pt x="93642" y="196602"/>
                  </a:lnTo>
                  <a:lnTo>
                    <a:pt x="93801" y="196616"/>
                  </a:lnTo>
                  <a:lnTo>
                    <a:pt x="94039" y="196580"/>
                  </a:lnTo>
                  <a:lnTo>
                    <a:pt x="94222" y="196510"/>
                  </a:lnTo>
                  <a:lnTo>
                    <a:pt x="94606" y="196391"/>
                  </a:lnTo>
                  <a:lnTo>
                    <a:pt x="94843" y="196235"/>
                  </a:lnTo>
                  <a:lnTo>
                    <a:pt x="94825" y="195885"/>
                  </a:lnTo>
                  <a:lnTo>
                    <a:pt x="95111" y="195529"/>
                  </a:lnTo>
                  <a:lnTo>
                    <a:pt x="95426" y="195518"/>
                  </a:lnTo>
                  <a:lnTo>
                    <a:pt x="95575" y="195504"/>
                  </a:lnTo>
                  <a:lnTo>
                    <a:pt x="95813" y="195389"/>
                  </a:lnTo>
                  <a:lnTo>
                    <a:pt x="96087" y="195258"/>
                  </a:lnTo>
                  <a:lnTo>
                    <a:pt x="96293" y="195223"/>
                  </a:lnTo>
                  <a:lnTo>
                    <a:pt x="96567" y="195003"/>
                  </a:lnTo>
                  <a:lnTo>
                    <a:pt x="97246" y="194712"/>
                  </a:lnTo>
                  <a:lnTo>
                    <a:pt x="97423" y="194622"/>
                  </a:lnTo>
                  <a:lnTo>
                    <a:pt x="97608" y="194544"/>
                  </a:lnTo>
                  <a:lnTo>
                    <a:pt x="98169" y="194223"/>
                  </a:lnTo>
                  <a:lnTo>
                    <a:pt x="98464" y="194103"/>
                  </a:lnTo>
                  <a:lnTo>
                    <a:pt x="98649" y="194063"/>
                  </a:lnTo>
                  <a:lnTo>
                    <a:pt x="99038" y="193941"/>
                  </a:lnTo>
                  <a:lnTo>
                    <a:pt x="99488" y="193970"/>
                  </a:lnTo>
                  <a:lnTo>
                    <a:pt x="99913" y="193690"/>
                  </a:lnTo>
                  <a:lnTo>
                    <a:pt x="100260" y="193715"/>
                  </a:lnTo>
                  <a:lnTo>
                    <a:pt x="100814" y="193424"/>
                  </a:lnTo>
                  <a:lnTo>
                    <a:pt x="101276" y="193442"/>
                  </a:lnTo>
                  <a:lnTo>
                    <a:pt x="101519" y="193413"/>
                  </a:lnTo>
                  <a:lnTo>
                    <a:pt x="101756" y="193270"/>
                  </a:lnTo>
                  <a:lnTo>
                    <a:pt x="101886" y="193210"/>
                  </a:lnTo>
                  <a:lnTo>
                    <a:pt x="102182" y="193154"/>
                  </a:lnTo>
                  <a:lnTo>
                    <a:pt x="102632" y="193204"/>
                  </a:lnTo>
                  <a:lnTo>
                    <a:pt x="103080" y="193155"/>
                  </a:lnTo>
                  <a:lnTo>
                    <a:pt x="103381" y="192925"/>
                  </a:lnTo>
                  <a:lnTo>
                    <a:pt x="103703" y="192795"/>
                  </a:lnTo>
                  <a:lnTo>
                    <a:pt x="104178" y="192858"/>
                  </a:lnTo>
                  <a:lnTo>
                    <a:pt x="104647" y="192906"/>
                  </a:lnTo>
                  <a:lnTo>
                    <a:pt x="104993" y="192806"/>
                  </a:lnTo>
                  <a:lnTo>
                    <a:pt x="105291" y="192917"/>
                  </a:lnTo>
                  <a:lnTo>
                    <a:pt x="105797" y="192770"/>
                  </a:lnTo>
                  <a:lnTo>
                    <a:pt x="106267" y="192868"/>
                  </a:lnTo>
                  <a:lnTo>
                    <a:pt x="106498" y="192588"/>
                  </a:lnTo>
                  <a:lnTo>
                    <a:pt x="106578" y="192392"/>
                  </a:lnTo>
                  <a:lnTo>
                    <a:pt x="106707" y="192176"/>
                  </a:lnTo>
                  <a:lnTo>
                    <a:pt x="107112" y="191948"/>
                  </a:lnTo>
                  <a:lnTo>
                    <a:pt x="107295" y="191921"/>
                  </a:lnTo>
                  <a:lnTo>
                    <a:pt x="107788" y="191777"/>
                  </a:lnTo>
                  <a:lnTo>
                    <a:pt x="108069" y="191651"/>
                  </a:lnTo>
                  <a:lnTo>
                    <a:pt x="108330" y="191596"/>
                  </a:lnTo>
                  <a:lnTo>
                    <a:pt x="108786" y="191430"/>
                  </a:lnTo>
                  <a:lnTo>
                    <a:pt x="109505" y="191140"/>
                  </a:lnTo>
                  <a:lnTo>
                    <a:pt x="110240" y="191119"/>
                  </a:lnTo>
                  <a:lnTo>
                    <a:pt x="110420" y="191116"/>
                  </a:lnTo>
                  <a:lnTo>
                    <a:pt x="110698" y="191109"/>
                  </a:lnTo>
                  <a:lnTo>
                    <a:pt x="111197" y="191092"/>
                  </a:lnTo>
                  <a:lnTo>
                    <a:pt x="111503" y="191076"/>
                  </a:lnTo>
                  <a:lnTo>
                    <a:pt x="111811" y="191061"/>
                  </a:lnTo>
                  <a:lnTo>
                    <a:pt x="112352" y="191179"/>
                  </a:lnTo>
                  <a:lnTo>
                    <a:pt x="112524" y="191209"/>
                  </a:lnTo>
                  <a:lnTo>
                    <a:pt x="112960" y="191300"/>
                  </a:lnTo>
                  <a:lnTo>
                    <a:pt x="113286" y="191268"/>
                  </a:lnTo>
                  <a:lnTo>
                    <a:pt x="113414" y="191254"/>
                  </a:lnTo>
                  <a:lnTo>
                    <a:pt x="113959" y="191276"/>
                  </a:lnTo>
                  <a:lnTo>
                    <a:pt x="114519" y="191019"/>
                  </a:lnTo>
                  <a:lnTo>
                    <a:pt x="115066" y="190673"/>
                  </a:lnTo>
                  <a:lnTo>
                    <a:pt x="115584" y="190425"/>
                  </a:lnTo>
                  <a:lnTo>
                    <a:pt x="115455" y="190216"/>
                  </a:lnTo>
                  <a:lnTo>
                    <a:pt x="115371" y="189972"/>
                  </a:lnTo>
                  <a:lnTo>
                    <a:pt x="115291" y="189547"/>
                  </a:lnTo>
                  <a:lnTo>
                    <a:pt x="115564" y="189489"/>
                  </a:lnTo>
                  <a:lnTo>
                    <a:pt x="115939" y="189129"/>
                  </a:lnTo>
                  <a:lnTo>
                    <a:pt x="116489" y="189279"/>
                  </a:lnTo>
                  <a:lnTo>
                    <a:pt x="116687" y="189306"/>
                  </a:lnTo>
                  <a:lnTo>
                    <a:pt x="117321" y="189042"/>
                  </a:lnTo>
                  <a:lnTo>
                    <a:pt x="117344" y="188893"/>
                  </a:lnTo>
                  <a:lnTo>
                    <a:pt x="117257" y="188388"/>
                  </a:lnTo>
                  <a:lnTo>
                    <a:pt x="117566" y="187995"/>
                  </a:lnTo>
                  <a:lnTo>
                    <a:pt x="118096" y="187313"/>
                  </a:lnTo>
                  <a:lnTo>
                    <a:pt x="118286" y="187007"/>
                  </a:lnTo>
                  <a:lnTo>
                    <a:pt x="118644" y="186721"/>
                  </a:lnTo>
                  <a:lnTo>
                    <a:pt x="119458" y="186675"/>
                  </a:lnTo>
                  <a:lnTo>
                    <a:pt x="120034" y="186682"/>
                  </a:lnTo>
                  <a:lnTo>
                    <a:pt x="120332" y="186804"/>
                  </a:lnTo>
                  <a:lnTo>
                    <a:pt x="120889" y="186405"/>
                  </a:lnTo>
                  <a:lnTo>
                    <a:pt x="121142" y="186394"/>
                  </a:lnTo>
                  <a:lnTo>
                    <a:pt x="121448" y="186485"/>
                  </a:lnTo>
                  <a:lnTo>
                    <a:pt x="121998" y="186480"/>
                  </a:lnTo>
                  <a:lnTo>
                    <a:pt x="122738" y="186409"/>
                  </a:lnTo>
                  <a:lnTo>
                    <a:pt x="122959" y="186424"/>
                  </a:lnTo>
                  <a:lnTo>
                    <a:pt x="123218" y="186393"/>
                  </a:lnTo>
                  <a:lnTo>
                    <a:pt x="123355" y="186340"/>
                  </a:lnTo>
                  <a:lnTo>
                    <a:pt x="123510" y="186309"/>
                  </a:lnTo>
                  <a:lnTo>
                    <a:pt x="123813" y="186263"/>
                  </a:lnTo>
                  <a:lnTo>
                    <a:pt x="124061" y="186193"/>
                  </a:lnTo>
                  <a:lnTo>
                    <a:pt x="124684" y="186154"/>
                  </a:lnTo>
                  <a:lnTo>
                    <a:pt x="125353" y="186150"/>
                  </a:lnTo>
                  <a:lnTo>
                    <a:pt x="125779" y="186068"/>
                  </a:lnTo>
                  <a:lnTo>
                    <a:pt x="126196" y="186187"/>
                  </a:lnTo>
                  <a:lnTo>
                    <a:pt x="127371" y="185790"/>
                  </a:lnTo>
                  <a:lnTo>
                    <a:pt x="127537" y="185845"/>
                  </a:lnTo>
                  <a:lnTo>
                    <a:pt x="128224" y="185616"/>
                  </a:lnTo>
                  <a:lnTo>
                    <a:pt x="128474" y="185518"/>
                  </a:lnTo>
                  <a:lnTo>
                    <a:pt x="129650" y="185089"/>
                  </a:lnTo>
                  <a:lnTo>
                    <a:pt x="129961" y="185081"/>
                  </a:lnTo>
                  <a:lnTo>
                    <a:pt x="130233" y="185141"/>
                  </a:lnTo>
                  <a:lnTo>
                    <a:pt x="130916" y="185391"/>
                  </a:lnTo>
                  <a:lnTo>
                    <a:pt x="131631" y="184911"/>
                  </a:lnTo>
                  <a:lnTo>
                    <a:pt x="132227" y="185072"/>
                  </a:lnTo>
                  <a:lnTo>
                    <a:pt x="132467" y="185042"/>
                  </a:lnTo>
                  <a:lnTo>
                    <a:pt x="132820" y="185084"/>
                  </a:lnTo>
                  <a:lnTo>
                    <a:pt x="132970" y="185126"/>
                  </a:lnTo>
                  <a:lnTo>
                    <a:pt x="133114" y="184947"/>
                  </a:lnTo>
                  <a:lnTo>
                    <a:pt x="133335" y="184700"/>
                  </a:lnTo>
                  <a:lnTo>
                    <a:pt x="133480" y="184591"/>
                  </a:lnTo>
                  <a:lnTo>
                    <a:pt x="135107" y="183912"/>
                  </a:lnTo>
                  <a:lnTo>
                    <a:pt x="135346" y="183872"/>
                  </a:lnTo>
                  <a:lnTo>
                    <a:pt x="135845" y="183795"/>
                  </a:lnTo>
                  <a:lnTo>
                    <a:pt x="136099" y="183823"/>
                  </a:lnTo>
                  <a:lnTo>
                    <a:pt x="136664" y="183996"/>
                  </a:lnTo>
                  <a:lnTo>
                    <a:pt x="136893" y="184622"/>
                  </a:lnTo>
                  <a:lnTo>
                    <a:pt x="137363" y="184874"/>
                  </a:lnTo>
                  <a:lnTo>
                    <a:pt x="137785" y="184554"/>
                  </a:lnTo>
                  <a:lnTo>
                    <a:pt x="138104" y="184542"/>
                  </a:lnTo>
                  <a:lnTo>
                    <a:pt x="138806" y="184619"/>
                  </a:lnTo>
                  <a:lnTo>
                    <a:pt x="139217" y="184627"/>
                  </a:lnTo>
                  <a:lnTo>
                    <a:pt x="140404" y="184564"/>
                  </a:lnTo>
                  <a:lnTo>
                    <a:pt x="140536" y="184586"/>
                  </a:lnTo>
                  <a:lnTo>
                    <a:pt x="140727" y="184577"/>
                  </a:lnTo>
                  <a:lnTo>
                    <a:pt x="140825" y="184448"/>
                  </a:lnTo>
                  <a:lnTo>
                    <a:pt x="140988" y="184249"/>
                  </a:lnTo>
                  <a:lnTo>
                    <a:pt x="141121" y="184097"/>
                  </a:lnTo>
                  <a:lnTo>
                    <a:pt x="141578" y="183827"/>
                  </a:lnTo>
                  <a:lnTo>
                    <a:pt x="141961" y="183469"/>
                  </a:lnTo>
                  <a:lnTo>
                    <a:pt x="142236" y="183377"/>
                  </a:lnTo>
                  <a:lnTo>
                    <a:pt x="142630" y="183342"/>
                  </a:lnTo>
                  <a:lnTo>
                    <a:pt x="142807" y="183395"/>
                  </a:lnTo>
                  <a:lnTo>
                    <a:pt x="143163" y="183629"/>
                  </a:lnTo>
                  <a:lnTo>
                    <a:pt x="143522" y="184291"/>
                  </a:lnTo>
                  <a:lnTo>
                    <a:pt x="143431" y="184444"/>
                  </a:lnTo>
                  <a:lnTo>
                    <a:pt x="143321" y="184751"/>
                  </a:lnTo>
                  <a:lnTo>
                    <a:pt x="143270" y="185408"/>
                  </a:lnTo>
                  <a:lnTo>
                    <a:pt x="142997" y="185962"/>
                  </a:lnTo>
                  <a:lnTo>
                    <a:pt x="143249" y="186519"/>
                  </a:lnTo>
                  <a:lnTo>
                    <a:pt x="143936" y="186795"/>
                  </a:lnTo>
                  <a:lnTo>
                    <a:pt x="144884" y="188035"/>
                  </a:lnTo>
                  <a:lnTo>
                    <a:pt x="145063" y="188261"/>
                  </a:lnTo>
                  <a:lnTo>
                    <a:pt x="145303" y="188388"/>
                  </a:lnTo>
                  <a:lnTo>
                    <a:pt x="145561" y="188960"/>
                  </a:lnTo>
                  <a:lnTo>
                    <a:pt x="145765" y="189188"/>
                  </a:lnTo>
                  <a:lnTo>
                    <a:pt x="145709" y="189812"/>
                  </a:lnTo>
                  <a:lnTo>
                    <a:pt x="145595" y="191167"/>
                  </a:lnTo>
                  <a:lnTo>
                    <a:pt x="145490" y="192253"/>
                  </a:lnTo>
                  <a:lnTo>
                    <a:pt x="145243" y="194283"/>
                  </a:lnTo>
                  <a:lnTo>
                    <a:pt x="145092" y="194564"/>
                  </a:lnTo>
                  <a:lnTo>
                    <a:pt x="145254" y="194646"/>
                  </a:lnTo>
                  <a:lnTo>
                    <a:pt x="145462" y="194738"/>
                  </a:lnTo>
                  <a:lnTo>
                    <a:pt x="146142" y="194886"/>
                  </a:lnTo>
                  <a:lnTo>
                    <a:pt x="146777" y="194935"/>
                  </a:lnTo>
                  <a:lnTo>
                    <a:pt x="147332" y="194890"/>
                  </a:lnTo>
                  <a:lnTo>
                    <a:pt x="148011" y="195222"/>
                  </a:lnTo>
                  <a:lnTo>
                    <a:pt x="148205" y="195318"/>
                  </a:lnTo>
                  <a:lnTo>
                    <a:pt x="148444" y="195529"/>
                  </a:lnTo>
                  <a:lnTo>
                    <a:pt x="148810" y="195780"/>
                  </a:lnTo>
                  <a:lnTo>
                    <a:pt x="149077" y="195842"/>
                  </a:lnTo>
                  <a:lnTo>
                    <a:pt x="149608" y="195831"/>
                  </a:lnTo>
                  <a:lnTo>
                    <a:pt x="149843" y="195819"/>
                  </a:lnTo>
                  <a:lnTo>
                    <a:pt x="150010" y="195756"/>
                  </a:lnTo>
                  <a:lnTo>
                    <a:pt x="150315" y="195639"/>
                  </a:lnTo>
                  <a:lnTo>
                    <a:pt x="150526" y="195556"/>
                  </a:lnTo>
                  <a:lnTo>
                    <a:pt x="150663" y="195503"/>
                  </a:lnTo>
                  <a:lnTo>
                    <a:pt x="150943" y="195401"/>
                  </a:lnTo>
                  <a:lnTo>
                    <a:pt x="151234" y="195368"/>
                  </a:lnTo>
                  <a:lnTo>
                    <a:pt x="151703" y="195318"/>
                  </a:lnTo>
                  <a:lnTo>
                    <a:pt x="152351" y="195250"/>
                  </a:lnTo>
                  <a:lnTo>
                    <a:pt x="152876" y="195194"/>
                  </a:lnTo>
                  <a:lnTo>
                    <a:pt x="153413" y="195135"/>
                  </a:lnTo>
                  <a:lnTo>
                    <a:pt x="154776" y="194994"/>
                  </a:lnTo>
                  <a:lnTo>
                    <a:pt x="156289" y="194848"/>
                  </a:lnTo>
                  <a:lnTo>
                    <a:pt x="156510" y="194822"/>
                  </a:lnTo>
                  <a:lnTo>
                    <a:pt x="156748" y="194795"/>
                  </a:lnTo>
                  <a:lnTo>
                    <a:pt x="157226" y="194757"/>
                  </a:lnTo>
                  <a:lnTo>
                    <a:pt x="157643" y="194805"/>
                  </a:lnTo>
                  <a:lnTo>
                    <a:pt x="157855" y="194798"/>
                  </a:lnTo>
                  <a:lnTo>
                    <a:pt x="158325" y="194783"/>
                  </a:lnTo>
                  <a:lnTo>
                    <a:pt x="160312" y="194722"/>
                  </a:lnTo>
                  <a:lnTo>
                    <a:pt x="164540" y="194596"/>
                  </a:lnTo>
                  <a:lnTo>
                    <a:pt x="165489" y="194568"/>
                  </a:lnTo>
                  <a:lnTo>
                    <a:pt x="166104" y="194547"/>
                  </a:lnTo>
                  <a:lnTo>
                    <a:pt x="166368" y="194531"/>
                  </a:lnTo>
                  <a:lnTo>
                    <a:pt x="166739" y="194830"/>
                  </a:lnTo>
                  <a:lnTo>
                    <a:pt x="166988" y="195039"/>
                  </a:lnTo>
                  <a:lnTo>
                    <a:pt x="167164" y="195135"/>
                  </a:lnTo>
                  <a:lnTo>
                    <a:pt x="167464" y="195306"/>
                  </a:lnTo>
                  <a:lnTo>
                    <a:pt x="167880" y="195548"/>
                  </a:lnTo>
                  <a:lnTo>
                    <a:pt x="168451" y="195880"/>
                  </a:lnTo>
                  <a:lnTo>
                    <a:pt x="168735" y="196043"/>
                  </a:lnTo>
                  <a:lnTo>
                    <a:pt x="169021" y="196206"/>
                  </a:lnTo>
                  <a:lnTo>
                    <a:pt x="169585" y="196529"/>
                  </a:lnTo>
                  <a:lnTo>
                    <a:pt x="169865" y="196692"/>
                  </a:lnTo>
                  <a:lnTo>
                    <a:pt x="170129" y="196861"/>
                  </a:lnTo>
                  <a:lnTo>
                    <a:pt x="170322" y="196990"/>
                  </a:lnTo>
                  <a:lnTo>
                    <a:pt x="170452" y="196989"/>
                  </a:lnTo>
                  <a:lnTo>
                    <a:pt x="171302" y="196988"/>
                  </a:lnTo>
                  <a:lnTo>
                    <a:pt x="172269" y="196987"/>
                  </a:lnTo>
                  <a:lnTo>
                    <a:pt x="172265" y="197187"/>
                  </a:lnTo>
                  <a:lnTo>
                    <a:pt x="172263" y="197581"/>
                  </a:lnTo>
                  <a:lnTo>
                    <a:pt x="172261" y="197778"/>
                  </a:lnTo>
                  <a:lnTo>
                    <a:pt x="172259" y="198171"/>
                  </a:lnTo>
                  <a:lnTo>
                    <a:pt x="172257" y="198468"/>
                  </a:lnTo>
                  <a:lnTo>
                    <a:pt x="172249" y="198802"/>
                  </a:lnTo>
                  <a:lnTo>
                    <a:pt x="171964" y="198813"/>
                  </a:lnTo>
                  <a:lnTo>
                    <a:pt x="171674" y="198828"/>
                  </a:lnTo>
                  <a:lnTo>
                    <a:pt x="171385" y="198844"/>
                  </a:lnTo>
                  <a:lnTo>
                    <a:pt x="170523" y="198892"/>
                  </a:lnTo>
                  <a:lnTo>
                    <a:pt x="169951" y="198925"/>
                  </a:lnTo>
                  <a:lnTo>
                    <a:pt x="169665" y="198941"/>
                  </a:lnTo>
                  <a:lnTo>
                    <a:pt x="169379" y="198957"/>
                  </a:lnTo>
                  <a:lnTo>
                    <a:pt x="169093" y="198974"/>
                  </a:lnTo>
                  <a:lnTo>
                    <a:pt x="168808" y="198991"/>
                  </a:lnTo>
                  <a:lnTo>
                    <a:pt x="168236" y="199023"/>
                  </a:lnTo>
                  <a:lnTo>
                    <a:pt x="167833" y="199042"/>
                  </a:lnTo>
                  <a:lnTo>
                    <a:pt x="167561" y="199176"/>
                  </a:lnTo>
                  <a:lnTo>
                    <a:pt x="167448" y="199351"/>
                  </a:lnTo>
                  <a:lnTo>
                    <a:pt x="167570" y="199972"/>
                  </a:lnTo>
                  <a:lnTo>
                    <a:pt x="167636" y="200114"/>
                  </a:lnTo>
                  <a:lnTo>
                    <a:pt x="167700" y="200301"/>
                  </a:lnTo>
                  <a:lnTo>
                    <a:pt x="168493" y="201498"/>
                  </a:lnTo>
                  <a:lnTo>
                    <a:pt x="168687" y="201733"/>
                  </a:lnTo>
                  <a:lnTo>
                    <a:pt x="169047" y="202131"/>
                  </a:lnTo>
                  <a:lnTo>
                    <a:pt x="169329" y="202265"/>
                  </a:lnTo>
                  <a:lnTo>
                    <a:pt x="169610" y="202401"/>
                  </a:lnTo>
                  <a:lnTo>
                    <a:pt x="170176" y="202675"/>
                  </a:lnTo>
                  <a:lnTo>
                    <a:pt x="170460" y="202813"/>
                  </a:lnTo>
                  <a:lnTo>
                    <a:pt x="170744" y="202951"/>
                  </a:lnTo>
                  <a:lnTo>
                    <a:pt x="171062" y="203103"/>
                  </a:lnTo>
                  <a:lnTo>
                    <a:pt x="171367" y="203250"/>
                  </a:lnTo>
                  <a:lnTo>
                    <a:pt x="171736" y="203383"/>
                  </a:lnTo>
                  <a:lnTo>
                    <a:pt x="171912" y="203428"/>
                  </a:lnTo>
                  <a:lnTo>
                    <a:pt x="172064" y="203437"/>
                  </a:lnTo>
                  <a:lnTo>
                    <a:pt x="172324" y="203401"/>
                  </a:lnTo>
                  <a:lnTo>
                    <a:pt x="172455" y="203363"/>
                  </a:lnTo>
                  <a:lnTo>
                    <a:pt x="172961" y="203369"/>
                  </a:lnTo>
                  <a:lnTo>
                    <a:pt x="173635" y="203594"/>
                  </a:lnTo>
                  <a:lnTo>
                    <a:pt x="174442" y="203720"/>
                  </a:lnTo>
                  <a:lnTo>
                    <a:pt x="175009" y="203650"/>
                  </a:lnTo>
                  <a:lnTo>
                    <a:pt x="175407" y="203474"/>
                  </a:lnTo>
                  <a:lnTo>
                    <a:pt x="175673" y="203242"/>
                  </a:lnTo>
                  <a:lnTo>
                    <a:pt x="175908" y="203207"/>
                  </a:lnTo>
                  <a:lnTo>
                    <a:pt x="176198" y="203164"/>
                  </a:lnTo>
                  <a:lnTo>
                    <a:pt x="176487" y="203124"/>
                  </a:lnTo>
                  <a:lnTo>
                    <a:pt x="177465" y="202991"/>
                  </a:lnTo>
                  <a:lnTo>
                    <a:pt x="180001" y="202667"/>
                  </a:lnTo>
                  <a:lnTo>
                    <a:pt x="181285" y="202503"/>
                  </a:lnTo>
                  <a:lnTo>
                    <a:pt x="186458" y="201848"/>
                  </a:lnTo>
                  <a:lnTo>
                    <a:pt x="187076" y="201767"/>
                  </a:lnTo>
                  <a:lnTo>
                    <a:pt x="187315" y="201717"/>
                  </a:lnTo>
                  <a:lnTo>
                    <a:pt x="187753" y="201858"/>
                  </a:lnTo>
                  <a:lnTo>
                    <a:pt x="188028" y="201865"/>
                  </a:lnTo>
                  <a:lnTo>
                    <a:pt x="188189" y="201871"/>
                  </a:lnTo>
                  <a:lnTo>
                    <a:pt x="189405" y="202016"/>
                  </a:lnTo>
                  <a:lnTo>
                    <a:pt x="189620" y="201979"/>
                  </a:lnTo>
                  <a:lnTo>
                    <a:pt x="190057" y="201882"/>
                  </a:lnTo>
                  <a:lnTo>
                    <a:pt x="190231" y="201833"/>
                  </a:lnTo>
                  <a:lnTo>
                    <a:pt x="190514" y="201731"/>
                  </a:lnTo>
                  <a:lnTo>
                    <a:pt x="190869" y="201625"/>
                  </a:lnTo>
                  <a:lnTo>
                    <a:pt x="191915" y="203861"/>
                  </a:lnTo>
                  <a:lnTo>
                    <a:pt x="192084" y="204293"/>
                  </a:lnTo>
                  <a:lnTo>
                    <a:pt x="192323" y="204899"/>
                  </a:lnTo>
                  <a:lnTo>
                    <a:pt x="192406" y="205112"/>
                  </a:lnTo>
                  <a:lnTo>
                    <a:pt x="198033" y="219638"/>
                  </a:lnTo>
                  <a:lnTo>
                    <a:pt x="198430" y="219468"/>
                  </a:lnTo>
                  <a:lnTo>
                    <a:pt x="198810" y="219167"/>
                  </a:lnTo>
                  <a:lnTo>
                    <a:pt x="198993" y="219112"/>
                  </a:lnTo>
                  <a:lnTo>
                    <a:pt x="199163" y="218874"/>
                  </a:lnTo>
                  <a:lnTo>
                    <a:pt x="200038" y="218709"/>
                  </a:lnTo>
                  <a:lnTo>
                    <a:pt x="200574" y="218566"/>
                  </a:lnTo>
                  <a:lnTo>
                    <a:pt x="200769" y="218552"/>
                  </a:lnTo>
                  <a:lnTo>
                    <a:pt x="200914" y="218540"/>
                  </a:lnTo>
                  <a:lnTo>
                    <a:pt x="201375" y="218296"/>
                  </a:lnTo>
                  <a:lnTo>
                    <a:pt x="201518" y="218287"/>
                  </a:lnTo>
                  <a:lnTo>
                    <a:pt x="201869" y="218171"/>
                  </a:lnTo>
                  <a:lnTo>
                    <a:pt x="202091" y="218151"/>
                  </a:lnTo>
                  <a:lnTo>
                    <a:pt x="202719" y="218044"/>
                  </a:lnTo>
                  <a:lnTo>
                    <a:pt x="203224" y="218136"/>
                  </a:lnTo>
                  <a:lnTo>
                    <a:pt x="203807" y="218073"/>
                  </a:lnTo>
                  <a:lnTo>
                    <a:pt x="204080" y="218031"/>
                  </a:lnTo>
                  <a:lnTo>
                    <a:pt x="204222" y="218031"/>
                  </a:lnTo>
                  <a:lnTo>
                    <a:pt x="204543" y="217965"/>
                  </a:lnTo>
                  <a:lnTo>
                    <a:pt x="204891" y="217975"/>
                  </a:lnTo>
                  <a:lnTo>
                    <a:pt x="205122" y="218073"/>
                  </a:lnTo>
                  <a:lnTo>
                    <a:pt x="205673" y="218156"/>
                  </a:lnTo>
                  <a:lnTo>
                    <a:pt x="205834" y="218155"/>
                  </a:lnTo>
                  <a:lnTo>
                    <a:pt x="206035" y="218115"/>
                  </a:lnTo>
                  <a:lnTo>
                    <a:pt x="206341" y="218081"/>
                  </a:lnTo>
                  <a:lnTo>
                    <a:pt x="206621" y="218163"/>
                  </a:lnTo>
                  <a:lnTo>
                    <a:pt x="206921" y="218066"/>
                  </a:lnTo>
                  <a:lnTo>
                    <a:pt x="207152" y="218023"/>
                  </a:lnTo>
                  <a:lnTo>
                    <a:pt x="207809" y="218062"/>
                  </a:lnTo>
                  <a:lnTo>
                    <a:pt x="208096" y="218064"/>
                  </a:lnTo>
                  <a:lnTo>
                    <a:pt x="208245" y="217954"/>
                  </a:lnTo>
                  <a:lnTo>
                    <a:pt x="208439" y="217950"/>
                  </a:lnTo>
                  <a:lnTo>
                    <a:pt x="208740" y="217856"/>
                  </a:lnTo>
                  <a:lnTo>
                    <a:pt x="209202" y="217864"/>
                  </a:lnTo>
                  <a:lnTo>
                    <a:pt x="209481" y="217830"/>
                  </a:lnTo>
                  <a:lnTo>
                    <a:pt x="209787" y="217839"/>
                  </a:lnTo>
                  <a:lnTo>
                    <a:pt x="209951" y="217779"/>
                  </a:lnTo>
                  <a:lnTo>
                    <a:pt x="210625" y="217397"/>
                  </a:lnTo>
                  <a:lnTo>
                    <a:pt x="211132" y="216891"/>
                  </a:lnTo>
                  <a:lnTo>
                    <a:pt x="211551" y="216575"/>
                  </a:lnTo>
                  <a:lnTo>
                    <a:pt x="212296" y="216515"/>
                  </a:lnTo>
                  <a:lnTo>
                    <a:pt x="212484" y="216546"/>
                  </a:lnTo>
                  <a:lnTo>
                    <a:pt x="212853" y="216309"/>
                  </a:lnTo>
                  <a:lnTo>
                    <a:pt x="213234" y="216282"/>
                  </a:lnTo>
                  <a:lnTo>
                    <a:pt x="213508" y="216249"/>
                  </a:lnTo>
                  <a:lnTo>
                    <a:pt x="213654" y="216190"/>
                  </a:lnTo>
                  <a:lnTo>
                    <a:pt x="214306" y="216166"/>
                  </a:lnTo>
                  <a:lnTo>
                    <a:pt x="214677" y="216426"/>
                  </a:lnTo>
                  <a:lnTo>
                    <a:pt x="214934" y="216423"/>
                  </a:lnTo>
                  <a:lnTo>
                    <a:pt x="215345" y="216439"/>
                  </a:lnTo>
                  <a:lnTo>
                    <a:pt x="215527" y="216477"/>
                  </a:lnTo>
                  <a:lnTo>
                    <a:pt x="216192" y="216639"/>
                  </a:lnTo>
                  <a:lnTo>
                    <a:pt x="216656" y="216960"/>
                  </a:lnTo>
                  <a:lnTo>
                    <a:pt x="217054" y="216684"/>
                  </a:lnTo>
                  <a:lnTo>
                    <a:pt x="217404" y="216889"/>
                  </a:lnTo>
                  <a:lnTo>
                    <a:pt x="217652" y="217131"/>
                  </a:lnTo>
                  <a:lnTo>
                    <a:pt x="218601" y="217227"/>
                  </a:lnTo>
                  <a:lnTo>
                    <a:pt x="218832" y="217102"/>
                  </a:lnTo>
                  <a:lnTo>
                    <a:pt x="219144" y="216935"/>
                  </a:lnTo>
                  <a:lnTo>
                    <a:pt x="219852" y="216806"/>
                  </a:lnTo>
                  <a:lnTo>
                    <a:pt x="220084" y="216876"/>
                  </a:lnTo>
                  <a:lnTo>
                    <a:pt x="220446" y="217327"/>
                  </a:lnTo>
                  <a:lnTo>
                    <a:pt x="220506" y="217477"/>
                  </a:lnTo>
                  <a:lnTo>
                    <a:pt x="220752" y="217836"/>
                  </a:lnTo>
                  <a:lnTo>
                    <a:pt x="221015" y="217862"/>
                  </a:lnTo>
                  <a:lnTo>
                    <a:pt x="221528" y="217965"/>
                  </a:lnTo>
                  <a:lnTo>
                    <a:pt x="221906" y="218282"/>
                  </a:lnTo>
                  <a:lnTo>
                    <a:pt x="222083" y="218447"/>
                  </a:lnTo>
                  <a:lnTo>
                    <a:pt x="222442" y="218392"/>
                  </a:lnTo>
                  <a:lnTo>
                    <a:pt x="222741" y="218773"/>
                  </a:lnTo>
                  <a:lnTo>
                    <a:pt x="222754" y="219279"/>
                  </a:lnTo>
                  <a:lnTo>
                    <a:pt x="222820" y="219586"/>
                  </a:lnTo>
                  <a:lnTo>
                    <a:pt x="223204" y="220474"/>
                  </a:lnTo>
                  <a:lnTo>
                    <a:pt x="223480" y="220722"/>
                  </a:lnTo>
                  <a:lnTo>
                    <a:pt x="223865" y="220552"/>
                  </a:lnTo>
                  <a:lnTo>
                    <a:pt x="224374" y="220865"/>
                  </a:lnTo>
                  <a:lnTo>
                    <a:pt x="225065" y="221146"/>
                  </a:lnTo>
                  <a:lnTo>
                    <a:pt x="225439" y="221835"/>
                  </a:lnTo>
                  <a:lnTo>
                    <a:pt x="225712" y="221972"/>
                  </a:lnTo>
                  <a:lnTo>
                    <a:pt x="226426" y="221494"/>
                  </a:lnTo>
                  <a:lnTo>
                    <a:pt x="226827" y="221345"/>
                  </a:lnTo>
                  <a:lnTo>
                    <a:pt x="227751" y="220953"/>
                  </a:lnTo>
                  <a:lnTo>
                    <a:pt x="228277" y="221501"/>
                  </a:lnTo>
                  <a:lnTo>
                    <a:pt x="228571" y="221446"/>
                  </a:lnTo>
                  <a:lnTo>
                    <a:pt x="228903" y="221311"/>
                  </a:lnTo>
                  <a:lnTo>
                    <a:pt x="229560" y="221470"/>
                  </a:lnTo>
                  <a:lnTo>
                    <a:pt x="230506" y="221690"/>
                  </a:lnTo>
                  <a:lnTo>
                    <a:pt x="231364" y="221541"/>
                  </a:lnTo>
                  <a:lnTo>
                    <a:pt x="231982" y="221566"/>
                  </a:lnTo>
                  <a:lnTo>
                    <a:pt x="232480" y="221898"/>
                  </a:lnTo>
                  <a:lnTo>
                    <a:pt x="232891" y="222215"/>
                  </a:lnTo>
                  <a:lnTo>
                    <a:pt x="233091" y="222086"/>
                  </a:lnTo>
                  <a:lnTo>
                    <a:pt x="233231" y="221988"/>
                  </a:lnTo>
                  <a:lnTo>
                    <a:pt x="233528" y="221878"/>
                  </a:lnTo>
                  <a:lnTo>
                    <a:pt x="233709" y="221749"/>
                  </a:lnTo>
                  <a:lnTo>
                    <a:pt x="233891" y="221498"/>
                  </a:lnTo>
                  <a:lnTo>
                    <a:pt x="234207" y="221195"/>
                  </a:lnTo>
                  <a:lnTo>
                    <a:pt x="234499" y="221196"/>
                  </a:lnTo>
                  <a:lnTo>
                    <a:pt x="234856" y="221589"/>
                  </a:lnTo>
                  <a:lnTo>
                    <a:pt x="234862" y="221793"/>
                  </a:lnTo>
                  <a:lnTo>
                    <a:pt x="234873" y="222019"/>
                  </a:lnTo>
                  <a:lnTo>
                    <a:pt x="235388" y="221870"/>
                  </a:lnTo>
                  <a:lnTo>
                    <a:pt x="235574" y="221747"/>
                  </a:lnTo>
                  <a:lnTo>
                    <a:pt x="235872" y="221467"/>
                  </a:lnTo>
                  <a:lnTo>
                    <a:pt x="236008" y="221229"/>
                  </a:lnTo>
                  <a:lnTo>
                    <a:pt x="236537" y="221165"/>
                  </a:lnTo>
                  <a:lnTo>
                    <a:pt x="237023" y="220792"/>
                  </a:lnTo>
                  <a:lnTo>
                    <a:pt x="237307" y="220496"/>
                  </a:lnTo>
                  <a:lnTo>
                    <a:pt x="237448" y="220288"/>
                  </a:lnTo>
                  <a:lnTo>
                    <a:pt x="237871" y="219979"/>
                  </a:lnTo>
                  <a:lnTo>
                    <a:pt x="238101" y="219922"/>
                  </a:lnTo>
                  <a:lnTo>
                    <a:pt x="238327" y="219984"/>
                  </a:lnTo>
                  <a:lnTo>
                    <a:pt x="238520" y="220059"/>
                  </a:lnTo>
                  <a:lnTo>
                    <a:pt x="238819" y="220124"/>
                  </a:lnTo>
                  <a:lnTo>
                    <a:pt x="239087" y="220030"/>
                  </a:lnTo>
                  <a:lnTo>
                    <a:pt x="239515" y="219750"/>
                  </a:lnTo>
                  <a:lnTo>
                    <a:pt x="239771" y="219486"/>
                  </a:lnTo>
                  <a:lnTo>
                    <a:pt x="239994" y="218967"/>
                  </a:lnTo>
                  <a:lnTo>
                    <a:pt x="242020" y="217622"/>
                  </a:lnTo>
                  <a:lnTo>
                    <a:pt x="242946" y="218005"/>
                  </a:lnTo>
                  <a:lnTo>
                    <a:pt x="243227" y="218420"/>
                  </a:lnTo>
                  <a:lnTo>
                    <a:pt x="244806" y="218725"/>
                  </a:lnTo>
                  <a:lnTo>
                    <a:pt x="244802" y="219152"/>
                  </a:lnTo>
                  <a:lnTo>
                    <a:pt x="245349" y="219439"/>
                  </a:lnTo>
                  <a:lnTo>
                    <a:pt x="245636" y="219433"/>
                  </a:lnTo>
                  <a:lnTo>
                    <a:pt x="246021" y="219552"/>
                  </a:lnTo>
                  <a:lnTo>
                    <a:pt x="246413" y="219638"/>
                  </a:lnTo>
                  <a:lnTo>
                    <a:pt x="246582" y="219635"/>
                  </a:lnTo>
                  <a:lnTo>
                    <a:pt x="246759" y="219576"/>
                  </a:lnTo>
                  <a:lnTo>
                    <a:pt x="247317" y="219572"/>
                  </a:lnTo>
                  <a:lnTo>
                    <a:pt x="247646" y="220102"/>
                  </a:lnTo>
                  <a:lnTo>
                    <a:pt x="247741" y="220513"/>
                  </a:lnTo>
                  <a:lnTo>
                    <a:pt x="248012" y="221355"/>
                  </a:lnTo>
                  <a:lnTo>
                    <a:pt x="248099" y="221770"/>
                  </a:lnTo>
                  <a:lnTo>
                    <a:pt x="248557" y="222564"/>
                  </a:lnTo>
                  <a:lnTo>
                    <a:pt x="249199" y="222412"/>
                  </a:lnTo>
                  <a:lnTo>
                    <a:pt x="249530" y="222304"/>
                  </a:lnTo>
                  <a:lnTo>
                    <a:pt x="250038" y="222370"/>
                  </a:lnTo>
                  <a:lnTo>
                    <a:pt x="250438" y="222786"/>
                  </a:lnTo>
                  <a:lnTo>
                    <a:pt x="250573" y="222972"/>
                  </a:lnTo>
                  <a:lnTo>
                    <a:pt x="251335" y="224143"/>
                  </a:lnTo>
                  <a:lnTo>
                    <a:pt x="252092" y="224810"/>
                  </a:lnTo>
                  <a:lnTo>
                    <a:pt x="252379" y="225044"/>
                  </a:lnTo>
                  <a:lnTo>
                    <a:pt x="252780" y="225302"/>
                  </a:lnTo>
                  <a:lnTo>
                    <a:pt x="253015" y="225462"/>
                  </a:lnTo>
                  <a:lnTo>
                    <a:pt x="253350" y="225804"/>
                  </a:lnTo>
                  <a:lnTo>
                    <a:pt x="253798" y="225912"/>
                  </a:lnTo>
                  <a:lnTo>
                    <a:pt x="253942" y="225945"/>
                  </a:lnTo>
                  <a:lnTo>
                    <a:pt x="254206" y="225982"/>
                  </a:lnTo>
                  <a:lnTo>
                    <a:pt x="254273" y="226264"/>
                  </a:lnTo>
                  <a:lnTo>
                    <a:pt x="254425" y="226276"/>
                  </a:lnTo>
                  <a:lnTo>
                    <a:pt x="254690" y="226225"/>
                  </a:lnTo>
                  <a:lnTo>
                    <a:pt x="254905" y="226418"/>
                  </a:lnTo>
                  <a:lnTo>
                    <a:pt x="254988" y="226596"/>
                  </a:lnTo>
                  <a:lnTo>
                    <a:pt x="255405" y="226957"/>
                  </a:lnTo>
                  <a:lnTo>
                    <a:pt x="255605" y="227098"/>
                  </a:lnTo>
                  <a:lnTo>
                    <a:pt x="255826" y="227221"/>
                  </a:lnTo>
                  <a:lnTo>
                    <a:pt x="256005" y="227300"/>
                  </a:lnTo>
                  <a:lnTo>
                    <a:pt x="256489" y="227411"/>
                  </a:lnTo>
                  <a:lnTo>
                    <a:pt x="256574" y="227266"/>
                  </a:lnTo>
                  <a:lnTo>
                    <a:pt x="256658" y="227024"/>
                  </a:lnTo>
                  <a:lnTo>
                    <a:pt x="256762" y="226765"/>
                  </a:lnTo>
                  <a:lnTo>
                    <a:pt x="256961" y="226793"/>
                  </a:lnTo>
                  <a:lnTo>
                    <a:pt x="257350" y="226953"/>
                  </a:lnTo>
                  <a:lnTo>
                    <a:pt x="257623" y="226873"/>
                  </a:lnTo>
                  <a:lnTo>
                    <a:pt x="257825" y="226763"/>
                  </a:lnTo>
                  <a:lnTo>
                    <a:pt x="258140" y="226823"/>
                  </a:lnTo>
                  <a:lnTo>
                    <a:pt x="258328" y="226964"/>
                  </a:lnTo>
                  <a:lnTo>
                    <a:pt x="258373" y="227110"/>
                  </a:lnTo>
                  <a:lnTo>
                    <a:pt x="258520" y="227175"/>
                  </a:lnTo>
                  <a:lnTo>
                    <a:pt x="258687" y="227207"/>
                  </a:lnTo>
                  <a:lnTo>
                    <a:pt x="259117" y="227243"/>
                  </a:lnTo>
                  <a:lnTo>
                    <a:pt x="259417" y="227271"/>
                  </a:lnTo>
                  <a:lnTo>
                    <a:pt x="259586" y="227682"/>
                  </a:lnTo>
                  <a:lnTo>
                    <a:pt x="260045" y="227669"/>
                  </a:lnTo>
                  <a:lnTo>
                    <a:pt x="260327" y="227828"/>
                  </a:lnTo>
                  <a:lnTo>
                    <a:pt x="260374" y="227962"/>
                  </a:lnTo>
                  <a:lnTo>
                    <a:pt x="260574" y="228037"/>
                  </a:lnTo>
                  <a:lnTo>
                    <a:pt x="260747" y="228095"/>
                  </a:lnTo>
                  <a:lnTo>
                    <a:pt x="260888" y="228105"/>
                  </a:lnTo>
                  <a:lnTo>
                    <a:pt x="261331" y="228461"/>
                  </a:lnTo>
                  <a:lnTo>
                    <a:pt x="261878" y="228483"/>
                  </a:lnTo>
                  <a:lnTo>
                    <a:pt x="262096" y="228384"/>
                  </a:lnTo>
                  <a:lnTo>
                    <a:pt x="262123" y="227666"/>
                  </a:lnTo>
                  <a:lnTo>
                    <a:pt x="262743" y="227557"/>
                  </a:lnTo>
                  <a:lnTo>
                    <a:pt x="263186" y="227696"/>
                  </a:lnTo>
                  <a:lnTo>
                    <a:pt x="263698" y="227680"/>
                  </a:lnTo>
                  <a:lnTo>
                    <a:pt x="263769" y="227826"/>
                  </a:lnTo>
                  <a:lnTo>
                    <a:pt x="263851" y="228317"/>
                  </a:lnTo>
                  <a:lnTo>
                    <a:pt x="264174" y="228648"/>
                  </a:lnTo>
                  <a:lnTo>
                    <a:pt x="264672" y="228343"/>
                  </a:lnTo>
                  <a:lnTo>
                    <a:pt x="265280" y="228137"/>
                  </a:lnTo>
                  <a:lnTo>
                    <a:pt x="265467" y="228150"/>
                  </a:lnTo>
                  <a:lnTo>
                    <a:pt x="265704" y="228166"/>
                  </a:lnTo>
                  <a:lnTo>
                    <a:pt x="266003" y="227895"/>
                  </a:lnTo>
                  <a:lnTo>
                    <a:pt x="265707" y="227271"/>
                  </a:lnTo>
                  <a:lnTo>
                    <a:pt x="265677" y="226922"/>
                  </a:lnTo>
                  <a:lnTo>
                    <a:pt x="265816" y="226826"/>
                  </a:lnTo>
                  <a:lnTo>
                    <a:pt x="266006" y="226550"/>
                  </a:lnTo>
                  <a:lnTo>
                    <a:pt x="265912" y="226375"/>
                  </a:lnTo>
                  <a:lnTo>
                    <a:pt x="265946" y="226206"/>
                  </a:lnTo>
                  <a:lnTo>
                    <a:pt x="266541" y="224931"/>
                  </a:lnTo>
                  <a:lnTo>
                    <a:pt x="266665" y="224787"/>
                  </a:lnTo>
                  <a:lnTo>
                    <a:pt x="266693" y="224552"/>
                  </a:lnTo>
                  <a:lnTo>
                    <a:pt x="266695" y="224417"/>
                  </a:lnTo>
                  <a:lnTo>
                    <a:pt x="267066" y="223784"/>
                  </a:lnTo>
                  <a:lnTo>
                    <a:pt x="267382" y="223731"/>
                  </a:lnTo>
                  <a:lnTo>
                    <a:pt x="267527" y="223675"/>
                  </a:lnTo>
                  <a:lnTo>
                    <a:pt x="268511" y="222859"/>
                  </a:lnTo>
                  <a:lnTo>
                    <a:pt x="269226" y="222690"/>
                  </a:lnTo>
                  <a:lnTo>
                    <a:pt x="269579" y="222682"/>
                  </a:lnTo>
                  <a:lnTo>
                    <a:pt x="270168" y="222724"/>
                  </a:lnTo>
                  <a:lnTo>
                    <a:pt x="270722" y="222723"/>
                  </a:lnTo>
                  <a:lnTo>
                    <a:pt x="271061" y="222788"/>
                  </a:lnTo>
                  <a:lnTo>
                    <a:pt x="272813" y="223298"/>
                  </a:lnTo>
                  <a:lnTo>
                    <a:pt x="273493" y="223467"/>
                  </a:lnTo>
                  <a:lnTo>
                    <a:pt x="273822" y="223490"/>
                  </a:lnTo>
                  <a:lnTo>
                    <a:pt x="274437" y="223642"/>
                  </a:lnTo>
                  <a:lnTo>
                    <a:pt x="274804" y="223873"/>
                  </a:lnTo>
                  <a:lnTo>
                    <a:pt x="275317" y="223989"/>
                  </a:lnTo>
                  <a:lnTo>
                    <a:pt x="275897" y="224168"/>
                  </a:lnTo>
                  <a:lnTo>
                    <a:pt x="279615" y="225256"/>
                  </a:lnTo>
                  <a:lnTo>
                    <a:pt x="279536" y="223625"/>
                  </a:lnTo>
                  <a:lnTo>
                    <a:pt x="279467" y="223332"/>
                  </a:lnTo>
                  <a:lnTo>
                    <a:pt x="279323" y="222794"/>
                  </a:lnTo>
                  <a:lnTo>
                    <a:pt x="279031" y="222408"/>
                  </a:lnTo>
                  <a:lnTo>
                    <a:pt x="279224" y="222019"/>
                  </a:lnTo>
                  <a:lnTo>
                    <a:pt x="279132" y="221887"/>
                  </a:lnTo>
                  <a:lnTo>
                    <a:pt x="278870" y="221687"/>
                  </a:lnTo>
                  <a:lnTo>
                    <a:pt x="278674" y="221527"/>
                  </a:lnTo>
                  <a:lnTo>
                    <a:pt x="278557" y="221362"/>
                  </a:lnTo>
                  <a:lnTo>
                    <a:pt x="278401" y="221117"/>
                  </a:lnTo>
                  <a:lnTo>
                    <a:pt x="278339" y="220898"/>
                  </a:lnTo>
                  <a:lnTo>
                    <a:pt x="278293" y="220567"/>
                  </a:lnTo>
                  <a:lnTo>
                    <a:pt x="278142" y="220328"/>
                  </a:lnTo>
                  <a:lnTo>
                    <a:pt x="278031" y="220111"/>
                  </a:lnTo>
                  <a:lnTo>
                    <a:pt x="278007" y="219806"/>
                  </a:lnTo>
                  <a:lnTo>
                    <a:pt x="278034" y="219628"/>
                  </a:lnTo>
                  <a:lnTo>
                    <a:pt x="278221" y="219270"/>
                  </a:lnTo>
                  <a:lnTo>
                    <a:pt x="278362" y="219156"/>
                  </a:lnTo>
                  <a:lnTo>
                    <a:pt x="278673" y="218802"/>
                  </a:lnTo>
                  <a:lnTo>
                    <a:pt x="278880" y="218486"/>
                  </a:lnTo>
                  <a:lnTo>
                    <a:pt x="279147" y="218274"/>
                  </a:lnTo>
                  <a:lnTo>
                    <a:pt x="279474" y="217990"/>
                  </a:lnTo>
                  <a:lnTo>
                    <a:pt x="279577" y="217718"/>
                  </a:lnTo>
                  <a:lnTo>
                    <a:pt x="279761" y="217427"/>
                  </a:lnTo>
                  <a:lnTo>
                    <a:pt x="280314" y="216836"/>
                  </a:lnTo>
                  <a:lnTo>
                    <a:pt x="280464" y="216531"/>
                  </a:lnTo>
                  <a:lnTo>
                    <a:pt x="280565" y="216113"/>
                  </a:lnTo>
                  <a:lnTo>
                    <a:pt x="280556" y="215665"/>
                  </a:lnTo>
                  <a:lnTo>
                    <a:pt x="280576" y="215499"/>
                  </a:lnTo>
                  <a:lnTo>
                    <a:pt x="280772" y="215128"/>
                  </a:lnTo>
                  <a:lnTo>
                    <a:pt x="280795" y="214849"/>
                  </a:lnTo>
                  <a:lnTo>
                    <a:pt x="280600" y="214716"/>
                  </a:lnTo>
                  <a:lnTo>
                    <a:pt x="280248" y="214563"/>
                  </a:lnTo>
                  <a:lnTo>
                    <a:pt x="279383" y="213913"/>
                  </a:lnTo>
                  <a:lnTo>
                    <a:pt x="279344" y="213776"/>
                  </a:lnTo>
                  <a:lnTo>
                    <a:pt x="279396" y="213485"/>
                  </a:lnTo>
                  <a:lnTo>
                    <a:pt x="279810" y="213174"/>
                  </a:lnTo>
                  <a:lnTo>
                    <a:pt x="280376" y="213321"/>
                  </a:lnTo>
                  <a:lnTo>
                    <a:pt x="280635" y="213263"/>
                  </a:lnTo>
                  <a:lnTo>
                    <a:pt x="280855" y="212855"/>
                  </a:lnTo>
                  <a:lnTo>
                    <a:pt x="280996" y="212810"/>
                  </a:lnTo>
                  <a:lnTo>
                    <a:pt x="281158" y="212822"/>
                  </a:lnTo>
                  <a:lnTo>
                    <a:pt x="281768" y="212929"/>
                  </a:lnTo>
                  <a:lnTo>
                    <a:pt x="282581" y="213062"/>
                  </a:lnTo>
                  <a:lnTo>
                    <a:pt x="282947" y="213108"/>
                  </a:lnTo>
                  <a:lnTo>
                    <a:pt x="283108" y="213078"/>
                  </a:lnTo>
                  <a:lnTo>
                    <a:pt x="283434" y="212930"/>
                  </a:lnTo>
                  <a:lnTo>
                    <a:pt x="283993" y="212872"/>
                  </a:lnTo>
                  <a:lnTo>
                    <a:pt x="284391" y="212462"/>
                  </a:lnTo>
                  <a:lnTo>
                    <a:pt x="284442" y="211872"/>
                  </a:lnTo>
                  <a:lnTo>
                    <a:pt x="284288" y="211732"/>
                  </a:lnTo>
                  <a:lnTo>
                    <a:pt x="284003" y="211595"/>
                  </a:lnTo>
                  <a:lnTo>
                    <a:pt x="283728" y="211419"/>
                  </a:lnTo>
                  <a:lnTo>
                    <a:pt x="283579" y="211318"/>
                  </a:lnTo>
                  <a:lnTo>
                    <a:pt x="283272" y="211032"/>
                  </a:lnTo>
                  <a:lnTo>
                    <a:pt x="283331" y="210661"/>
                  </a:lnTo>
                  <a:lnTo>
                    <a:pt x="283763" y="210176"/>
                  </a:lnTo>
                  <a:lnTo>
                    <a:pt x="283959" y="210219"/>
                  </a:lnTo>
                  <a:lnTo>
                    <a:pt x="284131" y="210290"/>
                  </a:lnTo>
                  <a:lnTo>
                    <a:pt x="284557" y="210116"/>
                  </a:lnTo>
                  <a:lnTo>
                    <a:pt x="284781" y="209958"/>
                  </a:lnTo>
                  <a:lnTo>
                    <a:pt x="284945" y="210067"/>
                  </a:lnTo>
                  <a:lnTo>
                    <a:pt x="285275" y="210099"/>
                  </a:lnTo>
                  <a:lnTo>
                    <a:pt x="285114" y="209462"/>
                  </a:lnTo>
                  <a:lnTo>
                    <a:pt x="284729" y="208887"/>
                  </a:lnTo>
                  <a:lnTo>
                    <a:pt x="284708" y="208754"/>
                  </a:lnTo>
                  <a:lnTo>
                    <a:pt x="284607" y="208500"/>
                  </a:lnTo>
                  <a:lnTo>
                    <a:pt x="284597" y="208363"/>
                  </a:lnTo>
                  <a:lnTo>
                    <a:pt x="284909" y="208334"/>
                  </a:lnTo>
                  <a:lnTo>
                    <a:pt x="285239" y="208472"/>
                  </a:lnTo>
                  <a:lnTo>
                    <a:pt x="285406" y="208706"/>
                  </a:lnTo>
                  <a:lnTo>
                    <a:pt x="285761" y="208824"/>
                  </a:lnTo>
                  <a:lnTo>
                    <a:pt x="286115" y="208905"/>
                  </a:lnTo>
                  <a:lnTo>
                    <a:pt x="286276" y="209048"/>
                  </a:lnTo>
                  <a:lnTo>
                    <a:pt x="286692" y="209040"/>
                  </a:lnTo>
                  <a:lnTo>
                    <a:pt x="287031" y="209470"/>
                  </a:lnTo>
                  <a:lnTo>
                    <a:pt x="287184" y="209586"/>
                  </a:lnTo>
                  <a:lnTo>
                    <a:pt x="287320" y="209673"/>
                  </a:lnTo>
                  <a:lnTo>
                    <a:pt x="287631" y="209837"/>
                  </a:lnTo>
                  <a:lnTo>
                    <a:pt x="287916" y="209759"/>
                  </a:lnTo>
                  <a:lnTo>
                    <a:pt x="288352" y="209809"/>
                  </a:lnTo>
                  <a:lnTo>
                    <a:pt x="288711" y="209904"/>
                  </a:lnTo>
                  <a:lnTo>
                    <a:pt x="289058" y="210339"/>
                  </a:lnTo>
                  <a:lnTo>
                    <a:pt x="289449" y="210442"/>
                  </a:lnTo>
                  <a:lnTo>
                    <a:pt x="289739" y="210683"/>
                  </a:lnTo>
                  <a:lnTo>
                    <a:pt x="290192" y="210500"/>
                  </a:lnTo>
                  <a:lnTo>
                    <a:pt x="290493" y="210597"/>
                  </a:lnTo>
                  <a:lnTo>
                    <a:pt x="290960" y="210716"/>
                  </a:lnTo>
                  <a:lnTo>
                    <a:pt x="291369" y="210530"/>
                  </a:lnTo>
                  <a:lnTo>
                    <a:pt x="291541" y="210475"/>
                  </a:lnTo>
                  <a:lnTo>
                    <a:pt x="293340" y="202905"/>
                  </a:lnTo>
                  <a:lnTo>
                    <a:pt x="293340" y="202721"/>
                  </a:lnTo>
                  <a:lnTo>
                    <a:pt x="293343" y="202555"/>
                  </a:lnTo>
                  <a:lnTo>
                    <a:pt x="292188" y="200667"/>
                  </a:lnTo>
                  <a:lnTo>
                    <a:pt x="292111" y="199551"/>
                  </a:lnTo>
                  <a:lnTo>
                    <a:pt x="292199" y="198059"/>
                  </a:lnTo>
                  <a:lnTo>
                    <a:pt x="291350" y="196102"/>
                  </a:lnTo>
                  <a:lnTo>
                    <a:pt x="290953" y="196076"/>
                  </a:lnTo>
                  <a:lnTo>
                    <a:pt x="290805" y="196088"/>
                  </a:lnTo>
                  <a:lnTo>
                    <a:pt x="290636" y="195880"/>
                  </a:lnTo>
                  <a:lnTo>
                    <a:pt x="290576" y="195600"/>
                  </a:lnTo>
                  <a:lnTo>
                    <a:pt x="290612" y="195389"/>
                  </a:lnTo>
                  <a:lnTo>
                    <a:pt x="290358" y="195295"/>
                  </a:lnTo>
                  <a:lnTo>
                    <a:pt x="290173" y="195187"/>
                  </a:lnTo>
                  <a:lnTo>
                    <a:pt x="290186" y="194976"/>
                  </a:lnTo>
                  <a:lnTo>
                    <a:pt x="290251" y="194773"/>
                  </a:lnTo>
                  <a:lnTo>
                    <a:pt x="290304" y="194528"/>
                  </a:lnTo>
                  <a:lnTo>
                    <a:pt x="290505" y="194044"/>
                  </a:lnTo>
                  <a:lnTo>
                    <a:pt x="290433" y="193625"/>
                  </a:lnTo>
                  <a:lnTo>
                    <a:pt x="290247" y="193464"/>
                  </a:lnTo>
                  <a:lnTo>
                    <a:pt x="290056" y="193144"/>
                  </a:lnTo>
                  <a:lnTo>
                    <a:pt x="289990" y="192456"/>
                  </a:lnTo>
                  <a:lnTo>
                    <a:pt x="290125" y="192251"/>
                  </a:lnTo>
                  <a:lnTo>
                    <a:pt x="290386" y="191975"/>
                  </a:lnTo>
                  <a:lnTo>
                    <a:pt x="290358" y="191836"/>
                  </a:lnTo>
                  <a:lnTo>
                    <a:pt x="290519" y="191378"/>
                  </a:lnTo>
                  <a:lnTo>
                    <a:pt x="290682" y="191237"/>
                  </a:lnTo>
                  <a:lnTo>
                    <a:pt x="290860" y="191064"/>
                  </a:lnTo>
                  <a:lnTo>
                    <a:pt x="291218" y="190624"/>
                  </a:lnTo>
                  <a:lnTo>
                    <a:pt x="291363" y="190327"/>
                  </a:lnTo>
                  <a:lnTo>
                    <a:pt x="291398" y="190119"/>
                  </a:lnTo>
                  <a:lnTo>
                    <a:pt x="291227" y="189556"/>
                  </a:lnTo>
                  <a:lnTo>
                    <a:pt x="291112" y="189426"/>
                  </a:lnTo>
                  <a:lnTo>
                    <a:pt x="290797" y="189229"/>
                  </a:lnTo>
                  <a:lnTo>
                    <a:pt x="290902" y="188692"/>
                  </a:lnTo>
                  <a:lnTo>
                    <a:pt x="291186" y="188513"/>
                  </a:lnTo>
                  <a:lnTo>
                    <a:pt x="291003" y="188045"/>
                  </a:lnTo>
                  <a:lnTo>
                    <a:pt x="291072" y="187847"/>
                  </a:lnTo>
                  <a:lnTo>
                    <a:pt x="291385" y="187678"/>
                  </a:lnTo>
                  <a:lnTo>
                    <a:pt x="291490" y="187448"/>
                  </a:lnTo>
                  <a:lnTo>
                    <a:pt x="293010" y="184981"/>
                  </a:lnTo>
                  <a:lnTo>
                    <a:pt x="292395" y="184464"/>
                  </a:lnTo>
                  <a:lnTo>
                    <a:pt x="292319" y="183989"/>
                  </a:lnTo>
                  <a:lnTo>
                    <a:pt x="292112" y="183662"/>
                  </a:lnTo>
                  <a:lnTo>
                    <a:pt x="291645" y="183413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6660538" y="1243154"/>
              <a:ext cx="221978" cy="526977"/>
            </a:xfrm>
            <a:custGeom>
              <a:avLst/>
              <a:pathLst>
                <a:path w="221978" h="526977">
                  <a:moveTo>
                    <a:pt x="218467" y="182880"/>
                  </a:moveTo>
                  <a:lnTo>
                    <a:pt x="218154" y="184251"/>
                  </a:lnTo>
                  <a:lnTo>
                    <a:pt x="217881" y="184643"/>
                  </a:lnTo>
                  <a:lnTo>
                    <a:pt x="217233" y="184976"/>
                  </a:lnTo>
                  <a:lnTo>
                    <a:pt x="216508" y="185723"/>
                  </a:lnTo>
                  <a:lnTo>
                    <a:pt x="216215" y="186341"/>
                  </a:lnTo>
                  <a:lnTo>
                    <a:pt x="216117" y="186791"/>
                  </a:lnTo>
                  <a:lnTo>
                    <a:pt x="215808" y="187277"/>
                  </a:lnTo>
                  <a:lnTo>
                    <a:pt x="215256" y="187629"/>
                  </a:lnTo>
                  <a:lnTo>
                    <a:pt x="215108" y="187692"/>
                  </a:lnTo>
                  <a:lnTo>
                    <a:pt x="214688" y="188023"/>
                  </a:lnTo>
                  <a:lnTo>
                    <a:pt x="214553" y="188603"/>
                  </a:lnTo>
                  <a:lnTo>
                    <a:pt x="214753" y="189824"/>
                  </a:lnTo>
                  <a:lnTo>
                    <a:pt x="215062" y="190025"/>
                  </a:lnTo>
                  <a:lnTo>
                    <a:pt x="215387" y="189731"/>
                  </a:lnTo>
                  <a:lnTo>
                    <a:pt x="215552" y="189564"/>
                  </a:lnTo>
                  <a:lnTo>
                    <a:pt x="215995" y="189550"/>
                  </a:lnTo>
                  <a:lnTo>
                    <a:pt x="216231" y="189958"/>
                  </a:lnTo>
                  <a:lnTo>
                    <a:pt x="215769" y="190708"/>
                  </a:lnTo>
                  <a:lnTo>
                    <a:pt x="215741" y="190839"/>
                  </a:lnTo>
                  <a:lnTo>
                    <a:pt x="215884" y="191161"/>
                  </a:lnTo>
                  <a:lnTo>
                    <a:pt x="216341" y="191845"/>
                  </a:lnTo>
                  <a:lnTo>
                    <a:pt x="216803" y="191873"/>
                  </a:lnTo>
                  <a:lnTo>
                    <a:pt x="217498" y="191511"/>
                  </a:lnTo>
                  <a:lnTo>
                    <a:pt x="217830" y="191438"/>
                  </a:lnTo>
                  <a:lnTo>
                    <a:pt x="217992" y="191411"/>
                  </a:lnTo>
                  <a:lnTo>
                    <a:pt x="218529" y="191628"/>
                  </a:lnTo>
                  <a:lnTo>
                    <a:pt x="218550" y="191886"/>
                  </a:lnTo>
                  <a:lnTo>
                    <a:pt x="218514" y="192033"/>
                  </a:lnTo>
                  <a:lnTo>
                    <a:pt x="218351" y="192641"/>
                  </a:lnTo>
                  <a:lnTo>
                    <a:pt x="218909" y="192655"/>
                  </a:lnTo>
                  <a:lnTo>
                    <a:pt x="219132" y="192328"/>
                  </a:lnTo>
                  <a:lnTo>
                    <a:pt x="219407" y="193291"/>
                  </a:lnTo>
                  <a:lnTo>
                    <a:pt x="219770" y="193751"/>
                  </a:lnTo>
                  <a:lnTo>
                    <a:pt x="220072" y="194055"/>
                  </a:lnTo>
                  <a:lnTo>
                    <a:pt x="220685" y="194329"/>
                  </a:lnTo>
                  <a:lnTo>
                    <a:pt x="220917" y="194352"/>
                  </a:lnTo>
                  <a:lnTo>
                    <a:pt x="221246" y="194295"/>
                  </a:lnTo>
                  <a:lnTo>
                    <a:pt x="221978" y="194404"/>
                  </a:lnTo>
                  <a:lnTo>
                    <a:pt x="221580" y="194844"/>
                  </a:lnTo>
                  <a:lnTo>
                    <a:pt x="221180" y="195104"/>
                  </a:lnTo>
                  <a:lnTo>
                    <a:pt x="220786" y="195832"/>
                  </a:lnTo>
                  <a:lnTo>
                    <a:pt x="220715" y="196152"/>
                  </a:lnTo>
                  <a:lnTo>
                    <a:pt x="220807" y="196660"/>
                  </a:lnTo>
                  <a:lnTo>
                    <a:pt x="220841" y="197119"/>
                  </a:lnTo>
                  <a:lnTo>
                    <a:pt x="220700" y="197355"/>
                  </a:lnTo>
                  <a:lnTo>
                    <a:pt x="220529" y="197544"/>
                  </a:lnTo>
                  <a:lnTo>
                    <a:pt x="220274" y="197758"/>
                  </a:lnTo>
                  <a:lnTo>
                    <a:pt x="220210" y="197895"/>
                  </a:lnTo>
                  <a:lnTo>
                    <a:pt x="220147" y="198040"/>
                  </a:lnTo>
                  <a:lnTo>
                    <a:pt x="220068" y="198262"/>
                  </a:lnTo>
                  <a:lnTo>
                    <a:pt x="219936" y="198697"/>
                  </a:lnTo>
                  <a:lnTo>
                    <a:pt x="219781" y="199122"/>
                  </a:lnTo>
                  <a:lnTo>
                    <a:pt x="219602" y="199488"/>
                  </a:lnTo>
                  <a:lnTo>
                    <a:pt x="219309" y="199887"/>
                  </a:lnTo>
                  <a:lnTo>
                    <a:pt x="218990" y="200268"/>
                  </a:lnTo>
                  <a:lnTo>
                    <a:pt x="218787" y="201046"/>
                  </a:lnTo>
                  <a:lnTo>
                    <a:pt x="219139" y="201638"/>
                  </a:lnTo>
                  <a:lnTo>
                    <a:pt x="218848" y="202459"/>
                  </a:lnTo>
                  <a:lnTo>
                    <a:pt x="218425" y="203018"/>
                  </a:lnTo>
                  <a:lnTo>
                    <a:pt x="218084" y="203674"/>
                  </a:lnTo>
                  <a:lnTo>
                    <a:pt x="218090" y="203820"/>
                  </a:lnTo>
                  <a:lnTo>
                    <a:pt x="218058" y="204076"/>
                  </a:lnTo>
                  <a:lnTo>
                    <a:pt x="217859" y="204568"/>
                  </a:lnTo>
                  <a:lnTo>
                    <a:pt x="217704" y="204798"/>
                  </a:lnTo>
                  <a:lnTo>
                    <a:pt x="216928" y="205564"/>
                  </a:lnTo>
                  <a:lnTo>
                    <a:pt x="216658" y="205702"/>
                  </a:lnTo>
                  <a:lnTo>
                    <a:pt x="216113" y="206122"/>
                  </a:lnTo>
                  <a:lnTo>
                    <a:pt x="215798" y="206385"/>
                  </a:lnTo>
                  <a:lnTo>
                    <a:pt x="215495" y="206503"/>
                  </a:lnTo>
                  <a:lnTo>
                    <a:pt x="215132" y="206547"/>
                  </a:lnTo>
                  <a:lnTo>
                    <a:pt x="214642" y="206587"/>
                  </a:lnTo>
                  <a:lnTo>
                    <a:pt x="214470" y="206626"/>
                  </a:lnTo>
                  <a:lnTo>
                    <a:pt x="213587" y="206816"/>
                  </a:lnTo>
                  <a:lnTo>
                    <a:pt x="212420" y="207575"/>
                  </a:lnTo>
                  <a:lnTo>
                    <a:pt x="212118" y="207863"/>
                  </a:lnTo>
                  <a:lnTo>
                    <a:pt x="211878" y="208249"/>
                  </a:lnTo>
                  <a:lnTo>
                    <a:pt x="211721" y="208946"/>
                  </a:lnTo>
                  <a:lnTo>
                    <a:pt x="212384" y="209486"/>
                  </a:lnTo>
                  <a:lnTo>
                    <a:pt x="212899" y="210849"/>
                  </a:lnTo>
                  <a:lnTo>
                    <a:pt x="212879" y="211060"/>
                  </a:lnTo>
                  <a:lnTo>
                    <a:pt x="212858" y="211213"/>
                  </a:lnTo>
                  <a:lnTo>
                    <a:pt x="213028" y="212095"/>
                  </a:lnTo>
                  <a:lnTo>
                    <a:pt x="213018" y="212619"/>
                  </a:lnTo>
                  <a:lnTo>
                    <a:pt x="212460" y="213753"/>
                  </a:lnTo>
                  <a:lnTo>
                    <a:pt x="212694" y="214175"/>
                  </a:lnTo>
                  <a:lnTo>
                    <a:pt x="212720" y="214583"/>
                  </a:lnTo>
                  <a:lnTo>
                    <a:pt x="212373" y="215092"/>
                  </a:lnTo>
                  <a:lnTo>
                    <a:pt x="212241" y="215342"/>
                  </a:lnTo>
                  <a:lnTo>
                    <a:pt x="212152" y="215517"/>
                  </a:lnTo>
                  <a:lnTo>
                    <a:pt x="211995" y="216155"/>
                  </a:lnTo>
                  <a:lnTo>
                    <a:pt x="211935" y="216298"/>
                  </a:lnTo>
                  <a:lnTo>
                    <a:pt x="211340" y="216967"/>
                  </a:lnTo>
                  <a:lnTo>
                    <a:pt x="211083" y="218272"/>
                  </a:lnTo>
                  <a:lnTo>
                    <a:pt x="210497" y="219181"/>
                  </a:lnTo>
                  <a:lnTo>
                    <a:pt x="209208" y="220455"/>
                  </a:lnTo>
                  <a:lnTo>
                    <a:pt x="208992" y="220987"/>
                  </a:lnTo>
                  <a:lnTo>
                    <a:pt x="209045" y="222099"/>
                  </a:lnTo>
                  <a:lnTo>
                    <a:pt x="208330" y="222571"/>
                  </a:lnTo>
                  <a:lnTo>
                    <a:pt x="208258" y="222887"/>
                  </a:lnTo>
                  <a:lnTo>
                    <a:pt x="208137" y="223353"/>
                  </a:lnTo>
                  <a:lnTo>
                    <a:pt x="207832" y="224398"/>
                  </a:lnTo>
                  <a:lnTo>
                    <a:pt x="207911" y="224537"/>
                  </a:lnTo>
                  <a:lnTo>
                    <a:pt x="208627" y="225653"/>
                  </a:lnTo>
                  <a:lnTo>
                    <a:pt x="209250" y="226322"/>
                  </a:lnTo>
                  <a:lnTo>
                    <a:pt x="209067" y="227443"/>
                  </a:lnTo>
                  <a:lnTo>
                    <a:pt x="209051" y="227719"/>
                  </a:lnTo>
                  <a:lnTo>
                    <a:pt x="208811" y="228580"/>
                  </a:lnTo>
                  <a:lnTo>
                    <a:pt x="208396" y="228792"/>
                  </a:lnTo>
                  <a:lnTo>
                    <a:pt x="208117" y="228768"/>
                  </a:lnTo>
                  <a:lnTo>
                    <a:pt x="207752" y="228755"/>
                  </a:lnTo>
                  <a:lnTo>
                    <a:pt x="207424" y="229057"/>
                  </a:lnTo>
                  <a:lnTo>
                    <a:pt x="207446" y="229268"/>
                  </a:lnTo>
                  <a:lnTo>
                    <a:pt x="207619" y="229666"/>
                  </a:lnTo>
                  <a:lnTo>
                    <a:pt x="207507" y="230486"/>
                  </a:lnTo>
                  <a:lnTo>
                    <a:pt x="207581" y="230761"/>
                  </a:lnTo>
                  <a:lnTo>
                    <a:pt x="207361" y="231606"/>
                  </a:lnTo>
                  <a:lnTo>
                    <a:pt x="205996" y="231872"/>
                  </a:lnTo>
                  <a:lnTo>
                    <a:pt x="205076" y="231490"/>
                  </a:lnTo>
                  <a:lnTo>
                    <a:pt x="204006" y="231824"/>
                  </a:lnTo>
                  <a:lnTo>
                    <a:pt x="203495" y="232918"/>
                  </a:lnTo>
                  <a:lnTo>
                    <a:pt x="203077" y="234000"/>
                  </a:lnTo>
                  <a:lnTo>
                    <a:pt x="203035" y="234314"/>
                  </a:lnTo>
                  <a:lnTo>
                    <a:pt x="202982" y="234680"/>
                  </a:lnTo>
                  <a:lnTo>
                    <a:pt x="202586" y="235330"/>
                  </a:lnTo>
                  <a:lnTo>
                    <a:pt x="202253" y="235533"/>
                  </a:lnTo>
                  <a:lnTo>
                    <a:pt x="201587" y="235698"/>
                  </a:lnTo>
                  <a:lnTo>
                    <a:pt x="200583" y="236396"/>
                  </a:lnTo>
                  <a:lnTo>
                    <a:pt x="200246" y="236812"/>
                  </a:lnTo>
                  <a:lnTo>
                    <a:pt x="200069" y="237103"/>
                  </a:lnTo>
                  <a:lnTo>
                    <a:pt x="199621" y="237637"/>
                  </a:lnTo>
                  <a:lnTo>
                    <a:pt x="198466" y="237982"/>
                  </a:lnTo>
                  <a:lnTo>
                    <a:pt x="198167" y="237950"/>
                  </a:lnTo>
                  <a:lnTo>
                    <a:pt x="197770" y="237888"/>
                  </a:lnTo>
                  <a:lnTo>
                    <a:pt x="197602" y="237863"/>
                  </a:lnTo>
                  <a:lnTo>
                    <a:pt x="197280" y="237829"/>
                  </a:lnTo>
                  <a:lnTo>
                    <a:pt x="196221" y="238235"/>
                  </a:lnTo>
                  <a:lnTo>
                    <a:pt x="195946" y="238866"/>
                  </a:lnTo>
                  <a:lnTo>
                    <a:pt x="196013" y="239539"/>
                  </a:lnTo>
                  <a:lnTo>
                    <a:pt x="195989" y="239758"/>
                  </a:lnTo>
                  <a:lnTo>
                    <a:pt x="195914" y="240036"/>
                  </a:lnTo>
                  <a:lnTo>
                    <a:pt x="195885" y="240192"/>
                  </a:lnTo>
                  <a:lnTo>
                    <a:pt x="195848" y="240386"/>
                  </a:lnTo>
                  <a:lnTo>
                    <a:pt x="195779" y="240752"/>
                  </a:lnTo>
                  <a:lnTo>
                    <a:pt x="195826" y="241221"/>
                  </a:lnTo>
                  <a:lnTo>
                    <a:pt x="195752" y="241744"/>
                  </a:lnTo>
                  <a:lnTo>
                    <a:pt x="195154" y="242127"/>
                  </a:lnTo>
                  <a:lnTo>
                    <a:pt x="193850" y="242374"/>
                  </a:lnTo>
                  <a:lnTo>
                    <a:pt x="193547" y="242821"/>
                  </a:lnTo>
                  <a:lnTo>
                    <a:pt x="193394" y="243232"/>
                  </a:lnTo>
                  <a:lnTo>
                    <a:pt x="193363" y="244384"/>
                  </a:lnTo>
                  <a:lnTo>
                    <a:pt x="193666" y="245086"/>
                  </a:lnTo>
                  <a:lnTo>
                    <a:pt x="193749" y="245262"/>
                  </a:lnTo>
                  <a:lnTo>
                    <a:pt x="193827" y="246316"/>
                  </a:lnTo>
                  <a:lnTo>
                    <a:pt x="193567" y="246646"/>
                  </a:lnTo>
                  <a:lnTo>
                    <a:pt x="193222" y="247045"/>
                  </a:lnTo>
                  <a:lnTo>
                    <a:pt x="193409" y="248037"/>
                  </a:lnTo>
                  <a:lnTo>
                    <a:pt x="193484" y="248781"/>
                  </a:lnTo>
                  <a:lnTo>
                    <a:pt x="193213" y="249634"/>
                  </a:lnTo>
                  <a:lnTo>
                    <a:pt x="193249" y="250006"/>
                  </a:lnTo>
                  <a:lnTo>
                    <a:pt x="193344" y="250466"/>
                  </a:lnTo>
                  <a:lnTo>
                    <a:pt x="194121" y="251269"/>
                  </a:lnTo>
                  <a:lnTo>
                    <a:pt x="194192" y="251850"/>
                  </a:lnTo>
                  <a:lnTo>
                    <a:pt x="193981" y="252158"/>
                  </a:lnTo>
                  <a:lnTo>
                    <a:pt x="193903" y="252285"/>
                  </a:lnTo>
                  <a:lnTo>
                    <a:pt x="193798" y="252643"/>
                  </a:lnTo>
                  <a:lnTo>
                    <a:pt x="193819" y="252868"/>
                  </a:lnTo>
                  <a:lnTo>
                    <a:pt x="193854" y="253014"/>
                  </a:lnTo>
                  <a:lnTo>
                    <a:pt x="193944" y="253198"/>
                  </a:lnTo>
                  <a:lnTo>
                    <a:pt x="194574" y="253619"/>
                  </a:lnTo>
                  <a:lnTo>
                    <a:pt x="194801" y="253670"/>
                  </a:lnTo>
                  <a:lnTo>
                    <a:pt x="195118" y="253715"/>
                  </a:lnTo>
                  <a:lnTo>
                    <a:pt x="195323" y="253809"/>
                  </a:lnTo>
                  <a:lnTo>
                    <a:pt x="195476" y="253910"/>
                  </a:lnTo>
                  <a:lnTo>
                    <a:pt x="196186" y="254353"/>
                  </a:lnTo>
                  <a:lnTo>
                    <a:pt x="196522" y="254521"/>
                  </a:lnTo>
                  <a:lnTo>
                    <a:pt x="196736" y="254684"/>
                  </a:lnTo>
                  <a:lnTo>
                    <a:pt x="196976" y="255031"/>
                  </a:lnTo>
                  <a:lnTo>
                    <a:pt x="197552" y="256025"/>
                  </a:lnTo>
                  <a:lnTo>
                    <a:pt x="197777" y="256414"/>
                  </a:lnTo>
                  <a:lnTo>
                    <a:pt x="197864" y="256650"/>
                  </a:lnTo>
                  <a:lnTo>
                    <a:pt x="197978" y="256841"/>
                  </a:lnTo>
                  <a:lnTo>
                    <a:pt x="198093" y="257035"/>
                  </a:lnTo>
                  <a:lnTo>
                    <a:pt x="198771" y="258150"/>
                  </a:lnTo>
                  <a:lnTo>
                    <a:pt x="199179" y="258792"/>
                  </a:lnTo>
                  <a:lnTo>
                    <a:pt x="199567" y="259689"/>
                  </a:lnTo>
                  <a:lnTo>
                    <a:pt x="199745" y="260300"/>
                  </a:lnTo>
                  <a:lnTo>
                    <a:pt x="199935" y="260486"/>
                  </a:lnTo>
                  <a:lnTo>
                    <a:pt x="200448" y="260692"/>
                  </a:lnTo>
                  <a:lnTo>
                    <a:pt x="200776" y="260760"/>
                  </a:lnTo>
                  <a:lnTo>
                    <a:pt x="200985" y="260788"/>
                  </a:lnTo>
                  <a:lnTo>
                    <a:pt x="201579" y="261040"/>
                  </a:lnTo>
                  <a:lnTo>
                    <a:pt x="202408" y="261526"/>
                  </a:lnTo>
                  <a:lnTo>
                    <a:pt x="203149" y="262323"/>
                  </a:lnTo>
                  <a:lnTo>
                    <a:pt x="203109" y="262600"/>
                  </a:lnTo>
                  <a:lnTo>
                    <a:pt x="202898" y="262854"/>
                  </a:lnTo>
                  <a:lnTo>
                    <a:pt x="202276" y="263105"/>
                  </a:lnTo>
                  <a:lnTo>
                    <a:pt x="202149" y="263131"/>
                  </a:lnTo>
                  <a:lnTo>
                    <a:pt x="201675" y="263190"/>
                  </a:lnTo>
                  <a:lnTo>
                    <a:pt x="201404" y="263316"/>
                  </a:lnTo>
                  <a:lnTo>
                    <a:pt x="201121" y="264184"/>
                  </a:lnTo>
                  <a:lnTo>
                    <a:pt x="201623" y="264619"/>
                  </a:lnTo>
                  <a:lnTo>
                    <a:pt x="201796" y="264682"/>
                  </a:lnTo>
                  <a:lnTo>
                    <a:pt x="202583" y="264987"/>
                  </a:lnTo>
                  <a:lnTo>
                    <a:pt x="202714" y="264995"/>
                  </a:lnTo>
                  <a:lnTo>
                    <a:pt x="203059" y="265017"/>
                  </a:lnTo>
                  <a:lnTo>
                    <a:pt x="203568" y="265208"/>
                  </a:lnTo>
                  <a:lnTo>
                    <a:pt x="204045" y="265572"/>
                  </a:lnTo>
                  <a:lnTo>
                    <a:pt x="204605" y="266386"/>
                  </a:lnTo>
                  <a:lnTo>
                    <a:pt x="204492" y="266583"/>
                  </a:lnTo>
                  <a:lnTo>
                    <a:pt x="204124" y="266850"/>
                  </a:lnTo>
                  <a:lnTo>
                    <a:pt x="203560" y="267860"/>
                  </a:lnTo>
                  <a:lnTo>
                    <a:pt x="203653" y="268225"/>
                  </a:lnTo>
                  <a:lnTo>
                    <a:pt x="203669" y="268378"/>
                  </a:lnTo>
                  <a:lnTo>
                    <a:pt x="203679" y="268639"/>
                  </a:lnTo>
                  <a:lnTo>
                    <a:pt x="203680" y="268841"/>
                  </a:lnTo>
                  <a:lnTo>
                    <a:pt x="203769" y="269264"/>
                  </a:lnTo>
                  <a:lnTo>
                    <a:pt x="203881" y="269490"/>
                  </a:lnTo>
                  <a:lnTo>
                    <a:pt x="204197" y="269891"/>
                  </a:lnTo>
                  <a:lnTo>
                    <a:pt x="204510" y="270743"/>
                  </a:lnTo>
                  <a:lnTo>
                    <a:pt x="204192" y="271115"/>
                  </a:lnTo>
                  <a:lnTo>
                    <a:pt x="203660" y="272105"/>
                  </a:lnTo>
                  <a:lnTo>
                    <a:pt x="203281" y="272816"/>
                  </a:lnTo>
                  <a:lnTo>
                    <a:pt x="203214" y="272991"/>
                  </a:lnTo>
                  <a:lnTo>
                    <a:pt x="203165" y="273133"/>
                  </a:lnTo>
                  <a:lnTo>
                    <a:pt x="203081" y="273500"/>
                  </a:lnTo>
                  <a:lnTo>
                    <a:pt x="203131" y="274478"/>
                  </a:lnTo>
                  <a:lnTo>
                    <a:pt x="202355" y="275436"/>
                  </a:lnTo>
                  <a:lnTo>
                    <a:pt x="202135" y="275470"/>
                  </a:lnTo>
                  <a:lnTo>
                    <a:pt x="201562" y="275543"/>
                  </a:lnTo>
                  <a:lnTo>
                    <a:pt x="200640" y="275673"/>
                  </a:lnTo>
                  <a:lnTo>
                    <a:pt x="200413" y="275725"/>
                  </a:lnTo>
                  <a:lnTo>
                    <a:pt x="200086" y="275783"/>
                  </a:lnTo>
                  <a:lnTo>
                    <a:pt x="199362" y="275827"/>
                  </a:lnTo>
                  <a:lnTo>
                    <a:pt x="198673" y="276206"/>
                  </a:lnTo>
                  <a:lnTo>
                    <a:pt x="198625" y="276353"/>
                  </a:lnTo>
                  <a:lnTo>
                    <a:pt x="198584" y="276500"/>
                  </a:lnTo>
                  <a:lnTo>
                    <a:pt x="198341" y="277426"/>
                  </a:lnTo>
                  <a:lnTo>
                    <a:pt x="198207" y="277895"/>
                  </a:lnTo>
                  <a:lnTo>
                    <a:pt x="198188" y="278242"/>
                  </a:lnTo>
                  <a:lnTo>
                    <a:pt x="198220" y="278690"/>
                  </a:lnTo>
                  <a:lnTo>
                    <a:pt x="198265" y="278823"/>
                  </a:lnTo>
                  <a:lnTo>
                    <a:pt x="198663" y="279382"/>
                  </a:lnTo>
                  <a:lnTo>
                    <a:pt x="199106" y="279544"/>
                  </a:lnTo>
                  <a:lnTo>
                    <a:pt x="199348" y="279573"/>
                  </a:lnTo>
                  <a:lnTo>
                    <a:pt x="199647" y="279579"/>
                  </a:lnTo>
                  <a:lnTo>
                    <a:pt x="200911" y="280025"/>
                  </a:lnTo>
                  <a:lnTo>
                    <a:pt x="200943" y="280218"/>
                  </a:lnTo>
                  <a:lnTo>
                    <a:pt x="200390" y="281072"/>
                  </a:lnTo>
                  <a:lnTo>
                    <a:pt x="200025" y="281403"/>
                  </a:lnTo>
                  <a:lnTo>
                    <a:pt x="200142" y="281788"/>
                  </a:lnTo>
                  <a:lnTo>
                    <a:pt x="200242" y="282796"/>
                  </a:lnTo>
                  <a:lnTo>
                    <a:pt x="200088" y="282816"/>
                  </a:lnTo>
                  <a:lnTo>
                    <a:pt x="199880" y="282804"/>
                  </a:lnTo>
                  <a:lnTo>
                    <a:pt x="199699" y="282769"/>
                  </a:lnTo>
                  <a:lnTo>
                    <a:pt x="198788" y="284147"/>
                  </a:lnTo>
                  <a:lnTo>
                    <a:pt x="198402" y="284606"/>
                  </a:lnTo>
                  <a:lnTo>
                    <a:pt x="198093" y="285141"/>
                  </a:lnTo>
                  <a:lnTo>
                    <a:pt x="197516" y="285747"/>
                  </a:lnTo>
                  <a:lnTo>
                    <a:pt x="197223" y="286124"/>
                  </a:lnTo>
                  <a:lnTo>
                    <a:pt x="197018" y="286391"/>
                  </a:lnTo>
                  <a:lnTo>
                    <a:pt x="196724" y="286802"/>
                  </a:lnTo>
                  <a:lnTo>
                    <a:pt x="196423" y="287206"/>
                  </a:lnTo>
                  <a:lnTo>
                    <a:pt x="195998" y="287657"/>
                  </a:lnTo>
                  <a:lnTo>
                    <a:pt x="195660" y="287973"/>
                  </a:lnTo>
                  <a:lnTo>
                    <a:pt x="195493" y="288127"/>
                  </a:lnTo>
                  <a:lnTo>
                    <a:pt x="194894" y="288611"/>
                  </a:lnTo>
                  <a:lnTo>
                    <a:pt x="194549" y="288998"/>
                  </a:lnTo>
                  <a:lnTo>
                    <a:pt x="194466" y="289541"/>
                  </a:lnTo>
                  <a:lnTo>
                    <a:pt x="194514" y="289776"/>
                  </a:lnTo>
                  <a:lnTo>
                    <a:pt x="194552" y="290045"/>
                  </a:lnTo>
                  <a:lnTo>
                    <a:pt x="194116" y="290606"/>
                  </a:lnTo>
                  <a:lnTo>
                    <a:pt x="193803" y="290749"/>
                  </a:lnTo>
                  <a:lnTo>
                    <a:pt x="193429" y="290937"/>
                  </a:lnTo>
                  <a:lnTo>
                    <a:pt x="192854" y="291567"/>
                  </a:lnTo>
                  <a:lnTo>
                    <a:pt x="192700" y="291861"/>
                  </a:lnTo>
                  <a:lnTo>
                    <a:pt x="192518" y="292026"/>
                  </a:lnTo>
                  <a:lnTo>
                    <a:pt x="192194" y="292369"/>
                  </a:lnTo>
                  <a:lnTo>
                    <a:pt x="192071" y="292583"/>
                  </a:lnTo>
                  <a:lnTo>
                    <a:pt x="191898" y="292863"/>
                  </a:lnTo>
                  <a:lnTo>
                    <a:pt x="191035" y="293285"/>
                  </a:lnTo>
                  <a:lnTo>
                    <a:pt x="190690" y="293240"/>
                  </a:lnTo>
                  <a:lnTo>
                    <a:pt x="190296" y="294098"/>
                  </a:lnTo>
                  <a:lnTo>
                    <a:pt x="190633" y="294135"/>
                  </a:lnTo>
                  <a:lnTo>
                    <a:pt x="190237" y="294702"/>
                  </a:lnTo>
                  <a:lnTo>
                    <a:pt x="189946" y="294447"/>
                  </a:lnTo>
                  <a:lnTo>
                    <a:pt x="189555" y="294186"/>
                  </a:lnTo>
                  <a:lnTo>
                    <a:pt x="189180" y="294135"/>
                  </a:lnTo>
                  <a:lnTo>
                    <a:pt x="188570" y="294989"/>
                  </a:lnTo>
                  <a:lnTo>
                    <a:pt x="188815" y="295191"/>
                  </a:lnTo>
                  <a:lnTo>
                    <a:pt x="189734" y="295749"/>
                  </a:lnTo>
                  <a:lnTo>
                    <a:pt x="189866" y="295950"/>
                  </a:lnTo>
                  <a:lnTo>
                    <a:pt x="190074" y="296344"/>
                  </a:lnTo>
                  <a:lnTo>
                    <a:pt x="190215" y="296633"/>
                  </a:lnTo>
                  <a:lnTo>
                    <a:pt x="190261" y="296790"/>
                  </a:lnTo>
                  <a:lnTo>
                    <a:pt x="190290" y="297083"/>
                  </a:lnTo>
                  <a:lnTo>
                    <a:pt x="190265" y="297241"/>
                  </a:lnTo>
                  <a:lnTo>
                    <a:pt x="190235" y="297369"/>
                  </a:lnTo>
                  <a:lnTo>
                    <a:pt x="190174" y="297512"/>
                  </a:lnTo>
                  <a:lnTo>
                    <a:pt x="189917" y="297955"/>
                  </a:lnTo>
                  <a:lnTo>
                    <a:pt x="189870" y="298084"/>
                  </a:lnTo>
                  <a:lnTo>
                    <a:pt x="189772" y="298610"/>
                  </a:lnTo>
                  <a:lnTo>
                    <a:pt x="189691" y="299371"/>
                  </a:lnTo>
                  <a:lnTo>
                    <a:pt x="189689" y="299614"/>
                  </a:lnTo>
                  <a:lnTo>
                    <a:pt x="189508" y="299996"/>
                  </a:lnTo>
                  <a:lnTo>
                    <a:pt x="189307" y="300117"/>
                  </a:lnTo>
                  <a:lnTo>
                    <a:pt x="189165" y="300171"/>
                  </a:lnTo>
                  <a:lnTo>
                    <a:pt x="189022" y="300197"/>
                  </a:lnTo>
                  <a:lnTo>
                    <a:pt x="188817" y="300197"/>
                  </a:lnTo>
                  <a:lnTo>
                    <a:pt x="188681" y="300185"/>
                  </a:lnTo>
                  <a:lnTo>
                    <a:pt x="188603" y="300785"/>
                  </a:lnTo>
                  <a:lnTo>
                    <a:pt x="188788" y="300831"/>
                  </a:lnTo>
                  <a:lnTo>
                    <a:pt x="189001" y="300844"/>
                  </a:lnTo>
                  <a:lnTo>
                    <a:pt x="189265" y="300852"/>
                  </a:lnTo>
                  <a:lnTo>
                    <a:pt x="189478" y="300875"/>
                  </a:lnTo>
                  <a:lnTo>
                    <a:pt x="189665" y="300938"/>
                  </a:lnTo>
                  <a:lnTo>
                    <a:pt x="189924" y="301056"/>
                  </a:lnTo>
                  <a:lnTo>
                    <a:pt x="190229" y="301649"/>
                  </a:lnTo>
                  <a:lnTo>
                    <a:pt x="190185" y="302014"/>
                  </a:lnTo>
                  <a:lnTo>
                    <a:pt x="189964" y="302421"/>
                  </a:lnTo>
                  <a:lnTo>
                    <a:pt x="189663" y="302859"/>
                  </a:lnTo>
                  <a:lnTo>
                    <a:pt x="190202" y="303135"/>
                  </a:lnTo>
                  <a:lnTo>
                    <a:pt x="190164" y="303619"/>
                  </a:lnTo>
                  <a:lnTo>
                    <a:pt x="190122" y="303757"/>
                  </a:lnTo>
                  <a:lnTo>
                    <a:pt x="190000" y="304124"/>
                  </a:lnTo>
                  <a:lnTo>
                    <a:pt x="189094" y="305035"/>
                  </a:lnTo>
                  <a:lnTo>
                    <a:pt x="188830" y="305401"/>
                  </a:lnTo>
                  <a:lnTo>
                    <a:pt x="188976" y="305430"/>
                  </a:lnTo>
                  <a:lnTo>
                    <a:pt x="189240" y="305438"/>
                  </a:lnTo>
                  <a:lnTo>
                    <a:pt x="189489" y="305451"/>
                  </a:lnTo>
                  <a:lnTo>
                    <a:pt x="189891" y="305530"/>
                  </a:lnTo>
                  <a:lnTo>
                    <a:pt x="190093" y="305618"/>
                  </a:lnTo>
                  <a:lnTo>
                    <a:pt x="190244" y="305736"/>
                  </a:lnTo>
                  <a:lnTo>
                    <a:pt x="190386" y="305887"/>
                  </a:lnTo>
                  <a:lnTo>
                    <a:pt x="190541" y="306284"/>
                  </a:lnTo>
                  <a:lnTo>
                    <a:pt x="189875" y="306952"/>
                  </a:lnTo>
                  <a:lnTo>
                    <a:pt x="190145" y="307321"/>
                  </a:lnTo>
                  <a:lnTo>
                    <a:pt x="190427" y="307162"/>
                  </a:lnTo>
                  <a:lnTo>
                    <a:pt x="190517" y="307022"/>
                  </a:lnTo>
                  <a:lnTo>
                    <a:pt x="190787" y="306668"/>
                  </a:lnTo>
                  <a:lnTo>
                    <a:pt x="191033" y="306618"/>
                  </a:lnTo>
                  <a:lnTo>
                    <a:pt x="191335" y="306921"/>
                  </a:lnTo>
                  <a:lnTo>
                    <a:pt x="191314" y="307058"/>
                  </a:lnTo>
                  <a:lnTo>
                    <a:pt x="191147" y="307340"/>
                  </a:lnTo>
                  <a:lnTo>
                    <a:pt x="190987" y="307504"/>
                  </a:lnTo>
                  <a:lnTo>
                    <a:pt x="190615" y="308230"/>
                  </a:lnTo>
                  <a:lnTo>
                    <a:pt x="190678" y="308468"/>
                  </a:lnTo>
                  <a:lnTo>
                    <a:pt x="190747" y="308674"/>
                  </a:lnTo>
                  <a:lnTo>
                    <a:pt x="190649" y="309124"/>
                  </a:lnTo>
                  <a:lnTo>
                    <a:pt x="190103" y="309015"/>
                  </a:lnTo>
                  <a:lnTo>
                    <a:pt x="190011" y="308877"/>
                  </a:lnTo>
                  <a:lnTo>
                    <a:pt x="189349" y="308408"/>
                  </a:lnTo>
                  <a:lnTo>
                    <a:pt x="188979" y="308847"/>
                  </a:lnTo>
                  <a:lnTo>
                    <a:pt x="188984" y="308995"/>
                  </a:lnTo>
                  <a:lnTo>
                    <a:pt x="189006" y="309125"/>
                  </a:lnTo>
                  <a:lnTo>
                    <a:pt x="189102" y="309291"/>
                  </a:lnTo>
                  <a:lnTo>
                    <a:pt x="189306" y="309455"/>
                  </a:lnTo>
                  <a:lnTo>
                    <a:pt x="190708" y="310828"/>
                  </a:lnTo>
                  <a:lnTo>
                    <a:pt x="190874" y="311176"/>
                  </a:lnTo>
                  <a:lnTo>
                    <a:pt x="191090" y="311626"/>
                  </a:lnTo>
                  <a:lnTo>
                    <a:pt x="191271" y="311885"/>
                  </a:lnTo>
                  <a:lnTo>
                    <a:pt x="191812" y="312537"/>
                  </a:lnTo>
                  <a:lnTo>
                    <a:pt x="192490" y="313101"/>
                  </a:lnTo>
                  <a:lnTo>
                    <a:pt x="192707" y="313187"/>
                  </a:lnTo>
                  <a:lnTo>
                    <a:pt x="192700" y="314585"/>
                  </a:lnTo>
                  <a:lnTo>
                    <a:pt x="192960" y="315088"/>
                  </a:lnTo>
                  <a:lnTo>
                    <a:pt x="193085" y="315290"/>
                  </a:lnTo>
                  <a:lnTo>
                    <a:pt x="193241" y="315543"/>
                  </a:lnTo>
                  <a:lnTo>
                    <a:pt x="193194" y="315942"/>
                  </a:lnTo>
                  <a:lnTo>
                    <a:pt x="193188" y="316261"/>
                  </a:lnTo>
                  <a:lnTo>
                    <a:pt x="193210" y="316576"/>
                  </a:lnTo>
                  <a:lnTo>
                    <a:pt x="193249" y="316892"/>
                  </a:lnTo>
                  <a:lnTo>
                    <a:pt x="193266" y="317030"/>
                  </a:lnTo>
                  <a:lnTo>
                    <a:pt x="193298" y="317331"/>
                  </a:lnTo>
                  <a:lnTo>
                    <a:pt x="193297" y="317576"/>
                  </a:lnTo>
                  <a:lnTo>
                    <a:pt x="193263" y="317779"/>
                  </a:lnTo>
                  <a:lnTo>
                    <a:pt x="192532" y="318577"/>
                  </a:lnTo>
                  <a:lnTo>
                    <a:pt x="192336" y="318762"/>
                  </a:lnTo>
                  <a:lnTo>
                    <a:pt x="192386" y="319693"/>
                  </a:lnTo>
                  <a:lnTo>
                    <a:pt x="192629" y="319995"/>
                  </a:lnTo>
                  <a:lnTo>
                    <a:pt x="192851" y="320587"/>
                  </a:lnTo>
                  <a:lnTo>
                    <a:pt x="192778" y="320899"/>
                  </a:lnTo>
                  <a:lnTo>
                    <a:pt x="192679" y="321225"/>
                  </a:lnTo>
                  <a:lnTo>
                    <a:pt x="192692" y="321593"/>
                  </a:lnTo>
                  <a:lnTo>
                    <a:pt x="192572" y="321828"/>
                  </a:lnTo>
                  <a:lnTo>
                    <a:pt x="192476" y="322014"/>
                  </a:lnTo>
                  <a:lnTo>
                    <a:pt x="192289" y="322337"/>
                  </a:lnTo>
                  <a:lnTo>
                    <a:pt x="191960" y="322963"/>
                  </a:lnTo>
                  <a:lnTo>
                    <a:pt x="191975" y="323310"/>
                  </a:lnTo>
                  <a:lnTo>
                    <a:pt x="191925" y="323653"/>
                  </a:lnTo>
                  <a:lnTo>
                    <a:pt x="192049" y="325675"/>
                  </a:lnTo>
                  <a:lnTo>
                    <a:pt x="191913" y="326089"/>
                  </a:lnTo>
                  <a:lnTo>
                    <a:pt x="192001" y="326221"/>
                  </a:lnTo>
                  <a:lnTo>
                    <a:pt x="192233" y="326572"/>
                  </a:lnTo>
                  <a:lnTo>
                    <a:pt x="192028" y="328267"/>
                  </a:lnTo>
                  <a:lnTo>
                    <a:pt x="191780" y="328579"/>
                  </a:lnTo>
                  <a:lnTo>
                    <a:pt x="191555" y="328884"/>
                  </a:lnTo>
                  <a:lnTo>
                    <a:pt x="191381" y="329603"/>
                  </a:lnTo>
                  <a:lnTo>
                    <a:pt x="191355" y="330933"/>
                  </a:lnTo>
                  <a:lnTo>
                    <a:pt x="191293" y="331071"/>
                  </a:lnTo>
                  <a:lnTo>
                    <a:pt x="191120" y="331757"/>
                  </a:lnTo>
                  <a:lnTo>
                    <a:pt x="191165" y="332006"/>
                  </a:lnTo>
                  <a:lnTo>
                    <a:pt x="191233" y="332644"/>
                  </a:lnTo>
                  <a:lnTo>
                    <a:pt x="191250" y="333119"/>
                  </a:lnTo>
                  <a:lnTo>
                    <a:pt x="191341" y="333511"/>
                  </a:lnTo>
                  <a:lnTo>
                    <a:pt x="191417" y="333752"/>
                  </a:lnTo>
                  <a:lnTo>
                    <a:pt x="192034" y="334820"/>
                  </a:lnTo>
                  <a:lnTo>
                    <a:pt x="192038" y="335805"/>
                  </a:lnTo>
                  <a:lnTo>
                    <a:pt x="192225" y="336082"/>
                  </a:lnTo>
                  <a:lnTo>
                    <a:pt x="192425" y="336379"/>
                  </a:lnTo>
                  <a:lnTo>
                    <a:pt x="192655" y="336888"/>
                  </a:lnTo>
                  <a:lnTo>
                    <a:pt x="193177" y="338576"/>
                  </a:lnTo>
                  <a:lnTo>
                    <a:pt x="193127" y="338723"/>
                  </a:lnTo>
                  <a:lnTo>
                    <a:pt x="193010" y="338913"/>
                  </a:lnTo>
                  <a:lnTo>
                    <a:pt x="192865" y="339249"/>
                  </a:lnTo>
                  <a:lnTo>
                    <a:pt x="193827" y="340241"/>
                  </a:lnTo>
                  <a:lnTo>
                    <a:pt x="193518" y="340896"/>
                  </a:lnTo>
                  <a:lnTo>
                    <a:pt x="193275" y="341248"/>
                  </a:lnTo>
                  <a:lnTo>
                    <a:pt x="193303" y="341417"/>
                  </a:lnTo>
                  <a:lnTo>
                    <a:pt x="193360" y="341573"/>
                  </a:lnTo>
                  <a:lnTo>
                    <a:pt x="193776" y="342613"/>
                  </a:lnTo>
                  <a:lnTo>
                    <a:pt x="193764" y="343451"/>
                  </a:lnTo>
                  <a:lnTo>
                    <a:pt x="193720" y="343626"/>
                  </a:lnTo>
                  <a:lnTo>
                    <a:pt x="193844" y="344288"/>
                  </a:lnTo>
                  <a:lnTo>
                    <a:pt x="194814" y="344190"/>
                  </a:lnTo>
                  <a:lnTo>
                    <a:pt x="195150" y="344494"/>
                  </a:lnTo>
                  <a:lnTo>
                    <a:pt x="195078" y="345261"/>
                  </a:lnTo>
                  <a:lnTo>
                    <a:pt x="195076" y="345669"/>
                  </a:lnTo>
                  <a:lnTo>
                    <a:pt x="195443" y="346361"/>
                  </a:lnTo>
                  <a:lnTo>
                    <a:pt x="195663" y="346705"/>
                  </a:lnTo>
                  <a:lnTo>
                    <a:pt x="196134" y="350175"/>
                  </a:lnTo>
                  <a:lnTo>
                    <a:pt x="196181" y="350400"/>
                  </a:lnTo>
                  <a:lnTo>
                    <a:pt x="196165" y="350638"/>
                  </a:lnTo>
                  <a:lnTo>
                    <a:pt x="196255" y="351087"/>
                  </a:lnTo>
                  <a:lnTo>
                    <a:pt x="196187" y="352007"/>
                  </a:lnTo>
                  <a:lnTo>
                    <a:pt x="196357" y="352330"/>
                  </a:lnTo>
                  <a:lnTo>
                    <a:pt x="196722" y="352793"/>
                  </a:lnTo>
                  <a:lnTo>
                    <a:pt x="196696" y="353217"/>
                  </a:lnTo>
                  <a:lnTo>
                    <a:pt x="196683" y="353364"/>
                  </a:lnTo>
                  <a:lnTo>
                    <a:pt x="197178" y="353820"/>
                  </a:lnTo>
                  <a:lnTo>
                    <a:pt x="197589" y="354484"/>
                  </a:lnTo>
                  <a:lnTo>
                    <a:pt x="197623" y="354862"/>
                  </a:lnTo>
                  <a:lnTo>
                    <a:pt x="197589" y="355264"/>
                  </a:lnTo>
                  <a:lnTo>
                    <a:pt x="197574" y="355400"/>
                  </a:lnTo>
                  <a:lnTo>
                    <a:pt x="197517" y="355815"/>
                  </a:lnTo>
                  <a:lnTo>
                    <a:pt x="197418" y="355942"/>
                  </a:lnTo>
                  <a:lnTo>
                    <a:pt x="197416" y="356165"/>
                  </a:lnTo>
                  <a:lnTo>
                    <a:pt x="197507" y="356615"/>
                  </a:lnTo>
                  <a:lnTo>
                    <a:pt x="197556" y="356922"/>
                  </a:lnTo>
                  <a:lnTo>
                    <a:pt x="197213" y="357663"/>
                  </a:lnTo>
                  <a:lnTo>
                    <a:pt x="196986" y="357736"/>
                  </a:lnTo>
                  <a:lnTo>
                    <a:pt x="196690" y="357962"/>
                  </a:lnTo>
                  <a:lnTo>
                    <a:pt x="196562" y="358033"/>
                  </a:lnTo>
                  <a:lnTo>
                    <a:pt x="196150" y="358422"/>
                  </a:lnTo>
                  <a:lnTo>
                    <a:pt x="195978" y="358715"/>
                  </a:lnTo>
                  <a:lnTo>
                    <a:pt x="195846" y="359047"/>
                  </a:lnTo>
                  <a:lnTo>
                    <a:pt x="195720" y="359364"/>
                  </a:lnTo>
                  <a:lnTo>
                    <a:pt x="195637" y="359575"/>
                  </a:lnTo>
                  <a:lnTo>
                    <a:pt x="195513" y="359893"/>
                  </a:lnTo>
                  <a:lnTo>
                    <a:pt x="195441" y="360078"/>
                  </a:lnTo>
                  <a:lnTo>
                    <a:pt x="195243" y="360601"/>
                  </a:lnTo>
                  <a:lnTo>
                    <a:pt x="195116" y="360914"/>
                  </a:lnTo>
                  <a:lnTo>
                    <a:pt x="195065" y="361057"/>
                  </a:lnTo>
                  <a:lnTo>
                    <a:pt x="195009" y="361228"/>
                  </a:lnTo>
                  <a:lnTo>
                    <a:pt x="194933" y="361455"/>
                  </a:lnTo>
                  <a:lnTo>
                    <a:pt x="194873" y="361620"/>
                  </a:lnTo>
                  <a:lnTo>
                    <a:pt x="194778" y="361878"/>
                  </a:lnTo>
                  <a:lnTo>
                    <a:pt x="194389" y="362507"/>
                  </a:lnTo>
                  <a:lnTo>
                    <a:pt x="194179" y="362758"/>
                  </a:lnTo>
                  <a:lnTo>
                    <a:pt x="193689" y="363310"/>
                  </a:lnTo>
                  <a:lnTo>
                    <a:pt x="193308" y="363643"/>
                  </a:lnTo>
                  <a:lnTo>
                    <a:pt x="193153" y="363681"/>
                  </a:lnTo>
                  <a:lnTo>
                    <a:pt x="192974" y="363712"/>
                  </a:lnTo>
                  <a:lnTo>
                    <a:pt x="192739" y="363762"/>
                  </a:lnTo>
                  <a:lnTo>
                    <a:pt x="192598" y="363843"/>
                  </a:lnTo>
                  <a:lnTo>
                    <a:pt x="192156" y="364611"/>
                  </a:lnTo>
                  <a:lnTo>
                    <a:pt x="192029" y="365007"/>
                  </a:lnTo>
                  <a:lnTo>
                    <a:pt x="191869" y="365146"/>
                  </a:lnTo>
                  <a:lnTo>
                    <a:pt x="191670" y="365260"/>
                  </a:lnTo>
                  <a:lnTo>
                    <a:pt x="191480" y="365294"/>
                  </a:lnTo>
                  <a:lnTo>
                    <a:pt x="191227" y="365468"/>
                  </a:lnTo>
                  <a:lnTo>
                    <a:pt x="191016" y="365804"/>
                  </a:lnTo>
                  <a:lnTo>
                    <a:pt x="190970" y="366125"/>
                  </a:lnTo>
                  <a:lnTo>
                    <a:pt x="190884" y="366360"/>
                  </a:lnTo>
                  <a:lnTo>
                    <a:pt x="190787" y="366670"/>
                  </a:lnTo>
                  <a:lnTo>
                    <a:pt x="190656" y="366833"/>
                  </a:lnTo>
                  <a:lnTo>
                    <a:pt x="190407" y="367143"/>
                  </a:lnTo>
                  <a:lnTo>
                    <a:pt x="190149" y="367442"/>
                  </a:lnTo>
                  <a:lnTo>
                    <a:pt x="190065" y="367697"/>
                  </a:lnTo>
                  <a:lnTo>
                    <a:pt x="190013" y="367930"/>
                  </a:lnTo>
                  <a:lnTo>
                    <a:pt x="190052" y="368111"/>
                  </a:lnTo>
                  <a:lnTo>
                    <a:pt x="189476" y="370085"/>
                  </a:lnTo>
                  <a:lnTo>
                    <a:pt x="189061" y="370333"/>
                  </a:lnTo>
                  <a:lnTo>
                    <a:pt x="188654" y="370616"/>
                  </a:lnTo>
                  <a:lnTo>
                    <a:pt x="188560" y="370878"/>
                  </a:lnTo>
                  <a:lnTo>
                    <a:pt x="188275" y="371383"/>
                  </a:lnTo>
                  <a:lnTo>
                    <a:pt x="188133" y="371755"/>
                  </a:lnTo>
                  <a:lnTo>
                    <a:pt x="188131" y="371900"/>
                  </a:lnTo>
                  <a:lnTo>
                    <a:pt x="188144" y="372167"/>
                  </a:lnTo>
                  <a:lnTo>
                    <a:pt x="188194" y="372347"/>
                  </a:lnTo>
                  <a:lnTo>
                    <a:pt x="188167" y="372585"/>
                  </a:lnTo>
                  <a:lnTo>
                    <a:pt x="188146" y="372801"/>
                  </a:lnTo>
                  <a:lnTo>
                    <a:pt x="188138" y="372985"/>
                  </a:lnTo>
                  <a:lnTo>
                    <a:pt x="188082" y="373257"/>
                  </a:lnTo>
                  <a:lnTo>
                    <a:pt x="188058" y="373415"/>
                  </a:lnTo>
                  <a:lnTo>
                    <a:pt x="187794" y="374073"/>
                  </a:lnTo>
                  <a:lnTo>
                    <a:pt x="187770" y="374242"/>
                  </a:lnTo>
                  <a:lnTo>
                    <a:pt x="187747" y="374427"/>
                  </a:lnTo>
                  <a:lnTo>
                    <a:pt x="187731" y="374563"/>
                  </a:lnTo>
                  <a:lnTo>
                    <a:pt x="187743" y="374767"/>
                  </a:lnTo>
                  <a:lnTo>
                    <a:pt x="187766" y="375017"/>
                  </a:lnTo>
                  <a:lnTo>
                    <a:pt x="187825" y="375213"/>
                  </a:lnTo>
                  <a:lnTo>
                    <a:pt x="187857" y="375412"/>
                  </a:lnTo>
                  <a:lnTo>
                    <a:pt x="187891" y="375624"/>
                  </a:lnTo>
                  <a:lnTo>
                    <a:pt x="188276" y="376917"/>
                  </a:lnTo>
                  <a:lnTo>
                    <a:pt x="188162" y="377230"/>
                  </a:lnTo>
                  <a:lnTo>
                    <a:pt x="188047" y="377487"/>
                  </a:lnTo>
                  <a:lnTo>
                    <a:pt x="187952" y="377649"/>
                  </a:lnTo>
                  <a:lnTo>
                    <a:pt x="187782" y="377948"/>
                  </a:lnTo>
                  <a:lnTo>
                    <a:pt x="187677" y="378374"/>
                  </a:lnTo>
                  <a:lnTo>
                    <a:pt x="187411" y="378714"/>
                  </a:lnTo>
                  <a:lnTo>
                    <a:pt x="187156" y="378755"/>
                  </a:lnTo>
                  <a:lnTo>
                    <a:pt x="186778" y="378828"/>
                  </a:lnTo>
                  <a:lnTo>
                    <a:pt x="186652" y="379406"/>
                  </a:lnTo>
                  <a:lnTo>
                    <a:pt x="187051" y="380132"/>
                  </a:lnTo>
                  <a:lnTo>
                    <a:pt x="187040" y="380259"/>
                  </a:lnTo>
                  <a:lnTo>
                    <a:pt x="187007" y="380425"/>
                  </a:lnTo>
                  <a:lnTo>
                    <a:pt x="186928" y="380612"/>
                  </a:lnTo>
                  <a:lnTo>
                    <a:pt x="186758" y="380809"/>
                  </a:lnTo>
                  <a:lnTo>
                    <a:pt x="186612" y="380979"/>
                  </a:lnTo>
                  <a:lnTo>
                    <a:pt x="186103" y="381534"/>
                  </a:lnTo>
                  <a:lnTo>
                    <a:pt x="185938" y="381558"/>
                  </a:lnTo>
                  <a:lnTo>
                    <a:pt x="185600" y="381777"/>
                  </a:lnTo>
                  <a:lnTo>
                    <a:pt x="185634" y="381958"/>
                  </a:lnTo>
                  <a:lnTo>
                    <a:pt x="185687" y="382266"/>
                  </a:lnTo>
                  <a:lnTo>
                    <a:pt x="185690" y="382394"/>
                  </a:lnTo>
                  <a:lnTo>
                    <a:pt x="185694" y="382536"/>
                  </a:lnTo>
                  <a:lnTo>
                    <a:pt x="185623" y="382798"/>
                  </a:lnTo>
                  <a:lnTo>
                    <a:pt x="185317" y="383176"/>
                  </a:lnTo>
                  <a:lnTo>
                    <a:pt x="185003" y="383299"/>
                  </a:lnTo>
                  <a:lnTo>
                    <a:pt x="184805" y="383397"/>
                  </a:lnTo>
                  <a:lnTo>
                    <a:pt x="184493" y="383665"/>
                  </a:lnTo>
                  <a:lnTo>
                    <a:pt x="184371" y="383911"/>
                  </a:lnTo>
                  <a:lnTo>
                    <a:pt x="184349" y="384076"/>
                  </a:lnTo>
                  <a:lnTo>
                    <a:pt x="184308" y="384480"/>
                  </a:lnTo>
                  <a:lnTo>
                    <a:pt x="184161" y="384620"/>
                  </a:lnTo>
                  <a:lnTo>
                    <a:pt x="183946" y="384739"/>
                  </a:lnTo>
                  <a:lnTo>
                    <a:pt x="186733" y="399882"/>
                  </a:lnTo>
                  <a:lnTo>
                    <a:pt x="188109" y="400064"/>
                  </a:lnTo>
                  <a:lnTo>
                    <a:pt x="188258" y="400470"/>
                  </a:lnTo>
                  <a:lnTo>
                    <a:pt x="188186" y="400796"/>
                  </a:lnTo>
                  <a:lnTo>
                    <a:pt x="188212" y="401162"/>
                  </a:lnTo>
                  <a:lnTo>
                    <a:pt x="188116" y="401719"/>
                  </a:lnTo>
                  <a:lnTo>
                    <a:pt x="188592" y="401853"/>
                  </a:lnTo>
                  <a:lnTo>
                    <a:pt x="189384" y="401864"/>
                  </a:lnTo>
                  <a:lnTo>
                    <a:pt x="189329" y="402204"/>
                  </a:lnTo>
                  <a:lnTo>
                    <a:pt x="188937" y="402188"/>
                  </a:lnTo>
                  <a:lnTo>
                    <a:pt x="188721" y="402185"/>
                  </a:lnTo>
                  <a:lnTo>
                    <a:pt x="188507" y="402347"/>
                  </a:lnTo>
                  <a:lnTo>
                    <a:pt x="188279" y="402653"/>
                  </a:lnTo>
                  <a:lnTo>
                    <a:pt x="188060" y="402858"/>
                  </a:lnTo>
                  <a:lnTo>
                    <a:pt x="187854" y="403095"/>
                  </a:lnTo>
                  <a:lnTo>
                    <a:pt x="187812" y="403272"/>
                  </a:lnTo>
                  <a:lnTo>
                    <a:pt x="187859" y="403779"/>
                  </a:lnTo>
                  <a:lnTo>
                    <a:pt x="187914" y="404137"/>
                  </a:lnTo>
                  <a:lnTo>
                    <a:pt x="188100" y="404726"/>
                  </a:lnTo>
                  <a:lnTo>
                    <a:pt x="188324" y="404821"/>
                  </a:lnTo>
                  <a:lnTo>
                    <a:pt x="188485" y="405361"/>
                  </a:lnTo>
                  <a:lnTo>
                    <a:pt x="188541" y="405505"/>
                  </a:lnTo>
                  <a:lnTo>
                    <a:pt x="189058" y="406241"/>
                  </a:lnTo>
                  <a:lnTo>
                    <a:pt x="189082" y="406373"/>
                  </a:lnTo>
                  <a:lnTo>
                    <a:pt x="189251" y="406684"/>
                  </a:lnTo>
                  <a:lnTo>
                    <a:pt x="189356" y="406847"/>
                  </a:lnTo>
                  <a:lnTo>
                    <a:pt x="189452" y="407430"/>
                  </a:lnTo>
                  <a:lnTo>
                    <a:pt x="189736" y="408072"/>
                  </a:lnTo>
                  <a:lnTo>
                    <a:pt x="190329" y="408430"/>
                  </a:lnTo>
                  <a:lnTo>
                    <a:pt x="190578" y="408585"/>
                  </a:lnTo>
                  <a:lnTo>
                    <a:pt x="190855" y="408691"/>
                  </a:lnTo>
                  <a:lnTo>
                    <a:pt x="191284" y="408880"/>
                  </a:lnTo>
                  <a:lnTo>
                    <a:pt x="191752" y="408596"/>
                  </a:lnTo>
                  <a:lnTo>
                    <a:pt x="191941" y="408504"/>
                  </a:lnTo>
                  <a:lnTo>
                    <a:pt x="192284" y="408744"/>
                  </a:lnTo>
                  <a:lnTo>
                    <a:pt x="192233" y="409389"/>
                  </a:lnTo>
                  <a:lnTo>
                    <a:pt x="192362" y="409771"/>
                  </a:lnTo>
                  <a:lnTo>
                    <a:pt x="192478" y="410003"/>
                  </a:lnTo>
                  <a:lnTo>
                    <a:pt x="192654" y="410360"/>
                  </a:lnTo>
                  <a:lnTo>
                    <a:pt x="192631" y="410681"/>
                  </a:lnTo>
                  <a:lnTo>
                    <a:pt x="192761" y="410947"/>
                  </a:lnTo>
                  <a:lnTo>
                    <a:pt x="192917" y="410998"/>
                  </a:lnTo>
                  <a:lnTo>
                    <a:pt x="193244" y="411210"/>
                  </a:lnTo>
                  <a:lnTo>
                    <a:pt x="193423" y="411641"/>
                  </a:lnTo>
                  <a:lnTo>
                    <a:pt x="193364" y="411917"/>
                  </a:lnTo>
                  <a:lnTo>
                    <a:pt x="193071" y="412466"/>
                  </a:lnTo>
                  <a:lnTo>
                    <a:pt x="192735" y="412532"/>
                  </a:lnTo>
                  <a:lnTo>
                    <a:pt x="192269" y="412358"/>
                  </a:lnTo>
                  <a:lnTo>
                    <a:pt x="192111" y="412518"/>
                  </a:lnTo>
                  <a:lnTo>
                    <a:pt x="192093" y="412661"/>
                  </a:lnTo>
                  <a:lnTo>
                    <a:pt x="191812" y="413130"/>
                  </a:lnTo>
                  <a:lnTo>
                    <a:pt x="191607" y="413272"/>
                  </a:lnTo>
                  <a:lnTo>
                    <a:pt x="191448" y="413553"/>
                  </a:lnTo>
                  <a:lnTo>
                    <a:pt x="191167" y="413734"/>
                  </a:lnTo>
                  <a:lnTo>
                    <a:pt x="190910" y="413758"/>
                  </a:lnTo>
                  <a:lnTo>
                    <a:pt x="190388" y="414024"/>
                  </a:lnTo>
                  <a:lnTo>
                    <a:pt x="190360" y="414263"/>
                  </a:lnTo>
                  <a:lnTo>
                    <a:pt x="190577" y="414567"/>
                  </a:lnTo>
                  <a:lnTo>
                    <a:pt x="190783" y="415773"/>
                  </a:lnTo>
                  <a:lnTo>
                    <a:pt x="191203" y="415908"/>
                  </a:lnTo>
                  <a:lnTo>
                    <a:pt x="191383" y="415933"/>
                  </a:lnTo>
                  <a:lnTo>
                    <a:pt x="191824" y="416013"/>
                  </a:lnTo>
                  <a:lnTo>
                    <a:pt x="192151" y="416204"/>
                  </a:lnTo>
                  <a:lnTo>
                    <a:pt x="192506" y="416258"/>
                  </a:lnTo>
                  <a:lnTo>
                    <a:pt x="192641" y="416269"/>
                  </a:lnTo>
                  <a:lnTo>
                    <a:pt x="192861" y="416413"/>
                  </a:lnTo>
                  <a:lnTo>
                    <a:pt x="193124" y="416584"/>
                  </a:lnTo>
                  <a:lnTo>
                    <a:pt x="193937" y="416845"/>
                  </a:lnTo>
                  <a:lnTo>
                    <a:pt x="194195" y="416879"/>
                  </a:lnTo>
                  <a:lnTo>
                    <a:pt x="194648" y="416938"/>
                  </a:lnTo>
                  <a:lnTo>
                    <a:pt x="194793" y="416976"/>
                  </a:lnTo>
                  <a:lnTo>
                    <a:pt x="195104" y="417091"/>
                  </a:lnTo>
                  <a:lnTo>
                    <a:pt x="195195" y="417265"/>
                  </a:lnTo>
                  <a:lnTo>
                    <a:pt x="195232" y="417538"/>
                  </a:lnTo>
                  <a:lnTo>
                    <a:pt x="195263" y="417823"/>
                  </a:lnTo>
                  <a:lnTo>
                    <a:pt x="195452" y="418018"/>
                  </a:lnTo>
                  <a:lnTo>
                    <a:pt x="196000" y="418090"/>
                  </a:lnTo>
                  <a:lnTo>
                    <a:pt x="196237" y="418053"/>
                  </a:lnTo>
                  <a:lnTo>
                    <a:pt x="196615" y="418618"/>
                  </a:lnTo>
                  <a:lnTo>
                    <a:pt x="196792" y="418612"/>
                  </a:lnTo>
                  <a:lnTo>
                    <a:pt x="197151" y="418707"/>
                  </a:lnTo>
                  <a:lnTo>
                    <a:pt x="197299" y="418746"/>
                  </a:lnTo>
                  <a:lnTo>
                    <a:pt x="197960" y="418721"/>
                  </a:lnTo>
                  <a:lnTo>
                    <a:pt x="198301" y="418995"/>
                  </a:lnTo>
                  <a:lnTo>
                    <a:pt x="198458" y="419148"/>
                  </a:lnTo>
                  <a:lnTo>
                    <a:pt x="198534" y="419851"/>
                  </a:lnTo>
                  <a:lnTo>
                    <a:pt x="198269" y="420163"/>
                  </a:lnTo>
                  <a:lnTo>
                    <a:pt x="198073" y="420320"/>
                  </a:lnTo>
                  <a:lnTo>
                    <a:pt x="197988" y="420579"/>
                  </a:lnTo>
                  <a:lnTo>
                    <a:pt x="197917" y="420885"/>
                  </a:lnTo>
                  <a:lnTo>
                    <a:pt x="197782" y="421009"/>
                  </a:lnTo>
                  <a:lnTo>
                    <a:pt x="197498" y="421576"/>
                  </a:lnTo>
                  <a:lnTo>
                    <a:pt x="197135" y="421776"/>
                  </a:lnTo>
                  <a:lnTo>
                    <a:pt x="196976" y="421779"/>
                  </a:lnTo>
                  <a:lnTo>
                    <a:pt x="196772" y="421847"/>
                  </a:lnTo>
                  <a:lnTo>
                    <a:pt x="196765" y="422473"/>
                  </a:lnTo>
                  <a:lnTo>
                    <a:pt x="196816" y="422764"/>
                  </a:lnTo>
                  <a:lnTo>
                    <a:pt x="196824" y="422952"/>
                  </a:lnTo>
                  <a:lnTo>
                    <a:pt x="196809" y="423562"/>
                  </a:lnTo>
                  <a:lnTo>
                    <a:pt x="196683" y="423741"/>
                  </a:lnTo>
                  <a:lnTo>
                    <a:pt x="196664" y="423893"/>
                  </a:lnTo>
                  <a:lnTo>
                    <a:pt x="196659" y="424231"/>
                  </a:lnTo>
                  <a:lnTo>
                    <a:pt x="196707" y="424467"/>
                  </a:lnTo>
                  <a:lnTo>
                    <a:pt x="196638" y="424748"/>
                  </a:lnTo>
                  <a:lnTo>
                    <a:pt x="196570" y="425030"/>
                  </a:lnTo>
                  <a:lnTo>
                    <a:pt x="196711" y="425405"/>
                  </a:lnTo>
                  <a:lnTo>
                    <a:pt x="197139" y="425437"/>
                  </a:lnTo>
                  <a:lnTo>
                    <a:pt x="197390" y="425463"/>
                  </a:lnTo>
                  <a:lnTo>
                    <a:pt x="197497" y="425144"/>
                  </a:lnTo>
                  <a:lnTo>
                    <a:pt x="198008" y="425013"/>
                  </a:lnTo>
                  <a:lnTo>
                    <a:pt x="198230" y="425303"/>
                  </a:lnTo>
                  <a:lnTo>
                    <a:pt x="198219" y="425679"/>
                  </a:lnTo>
                  <a:lnTo>
                    <a:pt x="198506" y="426157"/>
                  </a:lnTo>
                  <a:lnTo>
                    <a:pt x="198796" y="426498"/>
                  </a:lnTo>
                  <a:lnTo>
                    <a:pt x="198953" y="426809"/>
                  </a:lnTo>
                  <a:lnTo>
                    <a:pt x="198997" y="427099"/>
                  </a:lnTo>
                  <a:lnTo>
                    <a:pt x="198963" y="427538"/>
                  </a:lnTo>
                  <a:lnTo>
                    <a:pt x="199180" y="427757"/>
                  </a:lnTo>
                  <a:lnTo>
                    <a:pt x="199377" y="427827"/>
                  </a:lnTo>
                  <a:lnTo>
                    <a:pt x="199685" y="427965"/>
                  </a:lnTo>
                  <a:lnTo>
                    <a:pt x="199804" y="428231"/>
                  </a:lnTo>
                  <a:lnTo>
                    <a:pt x="200007" y="428718"/>
                  </a:lnTo>
                  <a:lnTo>
                    <a:pt x="199385" y="429175"/>
                  </a:lnTo>
                  <a:lnTo>
                    <a:pt x="198994" y="428884"/>
                  </a:lnTo>
                  <a:lnTo>
                    <a:pt x="198836" y="429043"/>
                  </a:lnTo>
                  <a:lnTo>
                    <a:pt x="198679" y="429406"/>
                  </a:lnTo>
                  <a:lnTo>
                    <a:pt x="198038" y="429720"/>
                  </a:lnTo>
                  <a:lnTo>
                    <a:pt x="198094" y="430273"/>
                  </a:lnTo>
                  <a:lnTo>
                    <a:pt x="198009" y="430516"/>
                  </a:lnTo>
                  <a:lnTo>
                    <a:pt x="197757" y="430501"/>
                  </a:lnTo>
                  <a:lnTo>
                    <a:pt x="197339" y="430587"/>
                  </a:lnTo>
                  <a:lnTo>
                    <a:pt x="197033" y="430736"/>
                  </a:lnTo>
                  <a:lnTo>
                    <a:pt x="196670" y="430875"/>
                  </a:lnTo>
                  <a:lnTo>
                    <a:pt x="196550" y="431435"/>
                  </a:lnTo>
                  <a:lnTo>
                    <a:pt x="196973" y="431887"/>
                  </a:lnTo>
                  <a:lnTo>
                    <a:pt x="197021" y="432129"/>
                  </a:lnTo>
                  <a:lnTo>
                    <a:pt x="197212" y="432122"/>
                  </a:lnTo>
                  <a:lnTo>
                    <a:pt x="197539" y="432340"/>
                  </a:lnTo>
                  <a:lnTo>
                    <a:pt x="197732" y="433056"/>
                  </a:lnTo>
                  <a:lnTo>
                    <a:pt x="198059" y="433124"/>
                  </a:lnTo>
                  <a:lnTo>
                    <a:pt x="198225" y="433135"/>
                  </a:lnTo>
                  <a:lnTo>
                    <a:pt x="198624" y="433162"/>
                  </a:lnTo>
                  <a:lnTo>
                    <a:pt x="199101" y="433031"/>
                  </a:lnTo>
                  <a:lnTo>
                    <a:pt x="199465" y="432879"/>
                  </a:lnTo>
                  <a:lnTo>
                    <a:pt x="199655" y="432929"/>
                  </a:lnTo>
                  <a:lnTo>
                    <a:pt x="199859" y="433185"/>
                  </a:lnTo>
                  <a:lnTo>
                    <a:pt x="200221" y="433387"/>
                  </a:lnTo>
                  <a:lnTo>
                    <a:pt x="200446" y="433547"/>
                  </a:lnTo>
                  <a:lnTo>
                    <a:pt x="200825" y="433655"/>
                  </a:lnTo>
                  <a:lnTo>
                    <a:pt x="201363" y="433740"/>
                  </a:lnTo>
                  <a:lnTo>
                    <a:pt x="201676" y="434157"/>
                  </a:lnTo>
                  <a:lnTo>
                    <a:pt x="201797" y="434393"/>
                  </a:lnTo>
                  <a:lnTo>
                    <a:pt x="201811" y="434536"/>
                  </a:lnTo>
                  <a:lnTo>
                    <a:pt x="201939" y="434916"/>
                  </a:lnTo>
                  <a:lnTo>
                    <a:pt x="202078" y="434997"/>
                  </a:lnTo>
                  <a:lnTo>
                    <a:pt x="202470" y="435312"/>
                  </a:lnTo>
                  <a:lnTo>
                    <a:pt x="202800" y="435387"/>
                  </a:lnTo>
                  <a:lnTo>
                    <a:pt x="203858" y="435381"/>
                  </a:lnTo>
                  <a:lnTo>
                    <a:pt x="204034" y="435548"/>
                  </a:lnTo>
                  <a:lnTo>
                    <a:pt x="204205" y="436110"/>
                  </a:lnTo>
                  <a:lnTo>
                    <a:pt x="204513" y="436267"/>
                  </a:lnTo>
                  <a:lnTo>
                    <a:pt x="204753" y="436461"/>
                  </a:lnTo>
                  <a:lnTo>
                    <a:pt x="204852" y="436764"/>
                  </a:lnTo>
                  <a:lnTo>
                    <a:pt x="205408" y="437334"/>
                  </a:lnTo>
                  <a:lnTo>
                    <a:pt x="205381" y="437639"/>
                  </a:lnTo>
                  <a:lnTo>
                    <a:pt x="205438" y="438020"/>
                  </a:lnTo>
                  <a:lnTo>
                    <a:pt x="205563" y="438336"/>
                  </a:lnTo>
                  <a:lnTo>
                    <a:pt x="205610" y="438485"/>
                  </a:lnTo>
                  <a:lnTo>
                    <a:pt x="205749" y="438712"/>
                  </a:lnTo>
                  <a:lnTo>
                    <a:pt x="205970" y="439047"/>
                  </a:lnTo>
                  <a:lnTo>
                    <a:pt x="205843" y="439414"/>
                  </a:lnTo>
                  <a:lnTo>
                    <a:pt x="205671" y="439824"/>
                  </a:lnTo>
                  <a:lnTo>
                    <a:pt x="205648" y="440055"/>
                  </a:lnTo>
                  <a:lnTo>
                    <a:pt x="205701" y="440301"/>
                  </a:lnTo>
                  <a:lnTo>
                    <a:pt x="205904" y="440471"/>
                  </a:lnTo>
                  <a:lnTo>
                    <a:pt x="206032" y="440670"/>
                  </a:lnTo>
                  <a:lnTo>
                    <a:pt x="206070" y="440862"/>
                  </a:lnTo>
                  <a:lnTo>
                    <a:pt x="206242" y="441135"/>
                  </a:lnTo>
                  <a:lnTo>
                    <a:pt x="206430" y="441257"/>
                  </a:lnTo>
                  <a:lnTo>
                    <a:pt x="207079" y="441570"/>
                  </a:lnTo>
                  <a:lnTo>
                    <a:pt x="207180" y="441711"/>
                  </a:lnTo>
                  <a:lnTo>
                    <a:pt x="207322" y="441909"/>
                  </a:lnTo>
                  <a:lnTo>
                    <a:pt x="207465" y="442126"/>
                  </a:lnTo>
                  <a:lnTo>
                    <a:pt x="207961" y="442560"/>
                  </a:lnTo>
                  <a:lnTo>
                    <a:pt x="208269" y="442491"/>
                  </a:lnTo>
                  <a:lnTo>
                    <a:pt x="208529" y="442587"/>
                  </a:lnTo>
                  <a:lnTo>
                    <a:pt x="208877" y="442782"/>
                  </a:lnTo>
                  <a:lnTo>
                    <a:pt x="209210" y="442834"/>
                  </a:lnTo>
                  <a:lnTo>
                    <a:pt x="209581" y="442943"/>
                  </a:lnTo>
                  <a:lnTo>
                    <a:pt x="210176" y="443114"/>
                  </a:lnTo>
                  <a:lnTo>
                    <a:pt x="210386" y="443474"/>
                  </a:lnTo>
                  <a:lnTo>
                    <a:pt x="210655" y="443616"/>
                  </a:lnTo>
                  <a:lnTo>
                    <a:pt x="210829" y="443575"/>
                  </a:lnTo>
                  <a:lnTo>
                    <a:pt x="211029" y="443550"/>
                  </a:lnTo>
                  <a:lnTo>
                    <a:pt x="211159" y="443619"/>
                  </a:lnTo>
                  <a:lnTo>
                    <a:pt x="211303" y="443695"/>
                  </a:lnTo>
                  <a:lnTo>
                    <a:pt x="211540" y="444018"/>
                  </a:lnTo>
                  <a:lnTo>
                    <a:pt x="211699" y="444184"/>
                  </a:lnTo>
                  <a:lnTo>
                    <a:pt x="212119" y="444455"/>
                  </a:lnTo>
                  <a:lnTo>
                    <a:pt x="212209" y="444599"/>
                  </a:lnTo>
                  <a:lnTo>
                    <a:pt x="212572" y="444935"/>
                  </a:lnTo>
                  <a:lnTo>
                    <a:pt x="212745" y="445516"/>
                  </a:lnTo>
                  <a:lnTo>
                    <a:pt x="212849" y="445810"/>
                  </a:lnTo>
                  <a:lnTo>
                    <a:pt x="212656" y="446156"/>
                  </a:lnTo>
                  <a:lnTo>
                    <a:pt x="212586" y="446457"/>
                  </a:lnTo>
                  <a:lnTo>
                    <a:pt x="212573" y="446942"/>
                  </a:lnTo>
                  <a:lnTo>
                    <a:pt x="212751" y="447069"/>
                  </a:lnTo>
                  <a:lnTo>
                    <a:pt x="213018" y="447237"/>
                  </a:lnTo>
                  <a:lnTo>
                    <a:pt x="213284" y="447699"/>
                  </a:lnTo>
                  <a:lnTo>
                    <a:pt x="213406" y="448047"/>
                  </a:lnTo>
                  <a:lnTo>
                    <a:pt x="213543" y="448426"/>
                  </a:lnTo>
                  <a:lnTo>
                    <a:pt x="213665" y="448904"/>
                  </a:lnTo>
                  <a:lnTo>
                    <a:pt x="213707" y="449070"/>
                  </a:lnTo>
                  <a:lnTo>
                    <a:pt x="213604" y="449213"/>
                  </a:lnTo>
                  <a:lnTo>
                    <a:pt x="213434" y="449365"/>
                  </a:lnTo>
                  <a:lnTo>
                    <a:pt x="213437" y="449944"/>
                  </a:lnTo>
                  <a:lnTo>
                    <a:pt x="213389" y="450139"/>
                  </a:lnTo>
                  <a:lnTo>
                    <a:pt x="213106" y="450834"/>
                  </a:lnTo>
                  <a:lnTo>
                    <a:pt x="213024" y="451014"/>
                  </a:lnTo>
                  <a:lnTo>
                    <a:pt x="212532" y="451382"/>
                  </a:lnTo>
                  <a:lnTo>
                    <a:pt x="212704" y="451610"/>
                  </a:lnTo>
                  <a:lnTo>
                    <a:pt x="212823" y="451797"/>
                  </a:lnTo>
                  <a:lnTo>
                    <a:pt x="212876" y="452038"/>
                  </a:lnTo>
                  <a:lnTo>
                    <a:pt x="212922" y="452243"/>
                  </a:lnTo>
                  <a:lnTo>
                    <a:pt x="212960" y="452642"/>
                  </a:lnTo>
                  <a:lnTo>
                    <a:pt x="213006" y="452835"/>
                  </a:lnTo>
                  <a:lnTo>
                    <a:pt x="213081" y="453108"/>
                  </a:lnTo>
                  <a:lnTo>
                    <a:pt x="213447" y="453365"/>
                  </a:lnTo>
                  <a:lnTo>
                    <a:pt x="213890" y="454123"/>
                  </a:lnTo>
                  <a:lnTo>
                    <a:pt x="213824" y="454357"/>
                  </a:lnTo>
                  <a:lnTo>
                    <a:pt x="213641" y="454582"/>
                  </a:lnTo>
                  <a:lnTo>
                    <a:pt x="213515" y="454877"/>
                  </a:lnTo>
                  <a:lnTo>
                    <a:pt x="213601" y="455124"/>
                  </a:lnTo>
                  <a:lnTo>
                    <a:pt x="213218" y="455913"/>
                  </a:lnTo>
                  <a:lnTo>
                    <a:pt x="212859" y="456035"/>
                  </a:lnTo>
                  <a:lnTo>
                    <a:pt x="212355" y="457096"/>
                  </a:lnTo>
                  <a:lnTo>
                    <a:pt x="212294" y="457281"/>
                  </a:lnTo>
                  <a:lnTo>
                    <a:pt x="212355" y="457707"/>
                  </a:lnTo>
                  <a:lnTo>
                    <a:pt x="212094" y="458137"/>
                  </a:lnTo>
                  <a:lnTo>
                    <a:pt x="211810" y="458582"/>
                  </a:lnTo>
                  <a:lnTo>
                    <a:pt x="212035" y="458847"/>
                  </a:lnTo>
                  <a:lnTo>
                    <a:pt x="212061" y="459142"/>
                  </a:lnTo>
                  <a:lnTo>
                    <a:pt x="211723" y="459062"/>
                  </a:lnTo>
                  <a:lnTo>
                    <a:pt x="211457" y="458996"/>
                  </a:lnTo>
                  <a:lnTo>
                    <a:pt x="211222" y="458924"/>
                  </a:lnTo>
                  <a:lnTo>
                    <a:pt x="210763" y="459667"/>
                  </a:lnTo>
                  <a:lnTo>
                    <a:pt x="210402" y="459898"/>
                  </a:lnTo>
                  <a:lnTo>
                    <a:pt x="210271" y="459972"/>
                  </a:lnTo>
                  <a:lnTo>
                    <a:pt x="210286" y="460171"/>
                  </a:lnTo>
                  <a:lnTo>
                    <a:pt x="210245" y="460314"/>
                  </a:lnTo>
                  <a:lnTo>
                    <a:pt x="210170" y="460466"/>
                  </a:lnTo>
                  <a:lnTo>
                    <a:pt x="210077" y="460612"/>
                  </a:lnTo>
                  <a:lnTo>
                    <a:pt x="209852" y="460823"/>
                  </a:lnTo>
                  <a:lnTo>
                    <a:pt x="209229" y="461129"/>
                  </a:lnTo>
                  <a:lnTo>
                    <a:pt x="209150" y="460937"/>
                  </a:lnTo>
                  <a:lnTo>
                    <a:pt x="208877" y="461043"/>
                  </a:lnTo>
                  <a:lnTo>
                    <a:pt x="208487" y="461059"/>
                  </a:lnTo>
                  <a:lnTo>
                    <a:pt x="207939" y="461090"/>
                  </a:lnTo>
                  <a:lnTo>
                    <a:pt x="207659" y="460844"/>
                  </a:lnTo>
                  <a:lnTo>
                    <a:pt x="207078" y="461080"/>
                  </a:lnTo>
                  <a:lnTo>
                    <a:pt x="206792" y="461216"/>
                  </a:lnTo>
                  <a:lnTo>
                    <a:pt x="206521" y="461240"/>
                  </a:lnTo>
                  <a:lnTo>
                    <a:pt x="206183" y="461263"/>
                  </a:lnTo>
                  <a:lnTo>
                    <a:pt x="206040" y="461318"/>
                  </a:lnTo>
                  <a:lnTo>
                    <a:pt x="205803" y="461451"/>
                  </a:lnTo>
                  <a:lnTo>
                    <a:pt x="205527" y="461874"/>
                  </a:lnTo>
                  <a:lnTo>
                    <a:pt x="205480" y="462151"/>
                  </a:lnTo>
                  <a:lnTo>
                    <a:pt x="205338" y="462555"/>
                  </a:lnTo>
                  <a:lnTo>
                    <a:pt x="205388" y="462872"/>
                  </a:lnTo>
                  <a:lnTo>
                    <a:pt x="205637" y="463041"/>
                  </a:lnTo>
                  <a:lnTo>
                    <a:pt x="205007" y="463248"/>
                  </a:lnTo>
                  <a:lnTo>
                    <a:pt x="204570" y="463689"/>
                  </a:lnTo>
                  <a:lnTo>
                    <a:pt x="203977" y="463816"/>
                  </a:lnTo>
                  <a:lnTo>
                    <a:pt x="203774" y="463644"/>
                  </a:lnTo>
                  <a:lnTo>
                    <a:pt x="203610" y="463577"/>
                  </a:lnTo>
                  <a:lnTo>
                    <a:pt x="203319" y="463560"/>
                  </a:lnTo>
                  <a:lnTo>
                    <a:pt x="203028" y="463960"/>
                  </a:lnTo>
                  <a:lnTo>
                    <a:pt x="202676" y="464021"/>
                  </a:lnTo>
                  <a:lnTo>
                    <a:pt x="202410" y="464106"/>
                  </a:lnTo>
                  <a:lnTo>
                    <a:pt x="201999" y="464449"/>
                  </a:lnTo>
                  <a:lnTo>
                    <a:pt x="201846" y="464533"/>
                  </a:lnTo>
                  <a:lnTo>
                    <a:pt x="201784" y="465160"/>
                  </a:lnTo>
                  <a:lnTo>
                    <a:pt x="201803" y="465687"/>
                  </a:lnTo>
                  <a:lnTo>
                    <a:pt x="201607" y="465967"/>
                  </a:lnTo>
                  <a:lnTo>
                    <a:pt x="201227" y="466079"/>
                  </a:lnTo>
                  <a:lnTo>
                    <a:pt x="200990" y="465836"/>
                  </a:lnTo>
                  <a:lnTo>
                    <a:pt x="200621" y="465511"/>
                  </a:lnTo>
                  <a:lnTo>
                    <a:pt x="200034" y="464609"/>
                  </a:lnTo>
                  <a:lnTo>
                    <a:pt x="199628" y="464310"/>
                  </a:lnTo>
                  <a:lnTo>
                    <a:pt x="199459" y="464091"/>
                  </a:lnTo>
                  <a:lnTo>
                    <a:pt x="199171" y="463389"/>
                  </a:lnTo>
                  <a:lnTo>
                    <a:pt x="199099" y="463154"/>
                  </a:lnTo>
                  <a:lnTo>
                    <a:pt x="198756" y="463149"/>
                  </a:lnTo>
                  <a:lnTo>
                    <a:pt x="198746" y="463371"/>
                  </a:lnTo>
                  <a:lnTo>
                    <a:pt x="198816" y="463561"/>
                  </a:lnTo>
                  <a:lnTo>
                    <a:pt x="198628" y="463938"/>
                  </a:lnTo>
                  <a:lnTo>
                    <a:pt x="198215" y="464024"/>
                  </a:lnTo>
                  <a:lnTo>
                    <a:pt x="197954" y="463982"/>
                  </a:lnTo>
                  <a:lnTo>
                    <a:pt x="197434" y="463738"/>
                  </a:lnTo>
                  <a:lnTo>
                    <a:pt x="197002" y="463631"/>
                  </a:lnTo>
                  <a:lnTo>
                    <a:pt x="196987" y="463241"/>
                  </a:lnTo>
                  <a:lnTo>
                    <a:pt x="197072" y="462833"/>
                  </a:lnTo>
                  <a:lnTo>
                    <a:pt x="196930" y="462305"/>
                  </a:lnTo>
                  <a:lnTo>
                    <a:pt x="196907" y="461675"/>
                  </a:lnTo>
                  <a:lnTo>
                    <a:pt x="196899" y="461416"/>
                  </a:lnTo>
                  <a:lnTo>
                    <a:pt x="196933" y="461249"/>
                  </a:lnTo>
                  <a:lnTo>
                    <a:pt x="196591" y="460757"/>
                  </a:lnTo>
                  <a:lnTo>
                    <a:pt x="196405" y="460401"/>
                  </a:lnTo>
                  <a:lnTo>
                    <a:pt x="196536" y="459959"/>
                  </a:lnTo>
                  <a:lnTo>
                    <a:pt x="196285" y="459656"/>
                  </a:lnTo>
                  <a:lnTo>
                    <a:pt x="195906" y="459579"/>
                  </a:lnTo>
                  <a:lnTo>
                    <a:pt x="195629" y="459197"/>
                  </a:lnTo>
                  <a:lnTo>
                    <a:pt x="195010" y="459157"/>
                  </a:lnTo>
                  <a:lnTo>
                    <a:pt x="194435" y="459083"/>
                  </a:lnTo>
                  <a:lnTo>
                    <a:pt x="194613" y="459843"/>
                  </a:lnTo>
                  <a:lnTo>
                    <a:pt x="194388" y="460211"/>
                  </a:lnTo>
                  <a:lnTo>
                    <a:pt x="194109" y="460424"/>
                  </a:lnTo>
                  <a:lnTo>
                    <a:pt x="193716" y="459963"/>
                  </a:lnTo>
                  <a:lnTo>
                    <a:pt x="193614" y="460265"/>
                  </a:lnTo>
                  <a:lnTo>
                    <a:pt x="193500" y="460474"/>
                  </a:lnTo>
                  <a:lnTo>
                    <a:pt x="193332" y="460781"/>
                  </a:lnTo>
                  <a:lnTo>
                    <a:pt x="192892" y="461419"/>
                  </a:lnTo>
                  <a:lnTo>
                    <a:pt x="192694" y="461606"/>
                  </a:lnTo>
                  <a:lnTo>
                    <a:pt x="192320" y="461899"/>
                  </a:lnTo>
                  <a:lnTo>
                    <a:pt x="192050" y="462166"/>
                  </a:lnTo>
                  <a:lnTo>
                    <a:pt x="191991" y="462323"/>
                  </a:lnTo>
                  <a:lnTo>
                    <a:pt x="192123" y="462393"/>
                  </a:lnTo>
                  <a:lnTo>
                    <a:pt x="191995" y="462698"/>
                  </a:lnTo>
                  <a:lnTo>
                    <a:pt x="191660" y="462625"/>
                  </a:lnTo>
                  <a:lnTo>
                    <a:pt x="191320" y="462394"/>
                  </a:lnTo>
                  <a:lnTo>
                    <a:pt x="191104" y="462346"/>
                  </a:lnTo>
                  <a:lnTo>
                    <a:pt x="190330" y="462798"/>
                  </a:lnTo>
                  <a:lnTo>
                    <a:pt x="190116" y="462810"/>
                  </a:lnTo>
                  <a:lnTo>
                    <a:pt x="189744" y="462651"/>
                  </a:lnTo>
                  <a:lnTo>
                    <a:pt x="189478" y="462518"/>
                  </a:lnTo>
                  <a:lnTo>
                    <a:pt x="189138" y="462568"/>
                  </a:lnTo>
                  <a:lnTo>
                    <a:pt x="188633" y="462566"/>
                  </a:lnTo>
                  <a:lnTo>
                    <a:pt x="188388" y="462388"/>
                  </a:lnTo>
                  <a:lnTo>
                    <a:pt x="188438" y="462157"/>
                  </a:lnTo>
                  <a:lnTo>
                    <a:pt x="187933" y="462376"/>
                  </a:lnTo>
                  <a:lnTo>
                    <a:pt x="187782" y="462493"/>
                  </a:lnTo>
                  <a:lnTo>
                    <a:pt x="187638" y="462605"/>
                  </a:lnTo>
                  <a:lnTo>
                    <a:pt x="187371" y="462633"/>
                  </a:lnTo>
                  <a:lnTo>
                    <a:pt x="186983" y="462856"/>
                  </a:lnTo>
                  <a:lnTo>
                    <a:pt x="186937" y="463000"/>
                  </a:lnTo>
                  <a:lnTo>
                    <a:pt x="186899" y="463309"/>
                  </a:lnTo>
                  <a:lnTo>
                    <a:pt x="186734" y="463241"/>
                  </a:lnTo>
                  <a:lnTo>
                    <a:pt x="186422" y="463063"/>
                  </a:lnTo>
                  <a:lnTo>
                    <a:pt x="186000" y="462949"/>
                  </a:lnTo>
                  <a:lnTo>
                    <a:pt x="185661" y="462863"/>
                  </a:lnTo>
                  <a:lnTo>
                    <a:pt x="184900" y="462782"/>
                  </a:lnTo>
                  <a:lnTo>
                    <a:pt x="184142" y="462923"/>
                  </a:lnTo>
                  <a:lnTo>
                    <a:pt x="183939" y="463140"/>
                  </a:lnTo>
                  <a:lnTo>
                    <a:pt x="183702" y="463191"/>
                  </a:lnTo>
                  <a:lnTo>
                    <a:pt x="183353" y="463046"/>
                  </a:lnTo>
                  <a:lnTo>
                    <a:pt x="183042" y="463084"/>
                  </a:lnTo>
                  <a:lnTo>
                    <a:pt x="182801" y="463317"/>
                  </a:lnTo>
                  <a:lnTo>
                    <a:pt x="182541" y="463278"/>
                  </a:lnTo>
                  <a:lnTo>
                    <a:pt x="182013" y="463025"/>
                  </a:lnTo>
                  <a:lnTo>
                    <a:pt x="181913" y="462773"/>
                  </a:lnTo>
                  <a:lnTo>
                    <a:pt x="181167" y="462104"/>
                  </a:lnTo>
                  <a:lnTo>
                    <a:pt x="180979" y="462013"/>
                  </a:lnTo>
                  <a:lnTo>
                    <a:pt x="180708" y="461890"/>
                  </a:lnTo>
                  <a:lnTo>
                    <a:pt x="180452" y="461209"/>
                  </a:lnTo>
                  <a:lnTo>
                    <a:pt x="180169" y="461010"/>
                  </a:lnTo>
                  <a:lnTo>
                    <a:pt x="179941" y="461049"/>
                  </a:lnTo>
                  <a:lnTo>
                    <a:pt x="179657" y="461187"/>
                  </a:lnTo>
                  <a:lnTo>
                    <a:pt x="179363" y="461254"/>
                  </a:lnTo>
                  <a:lnTo>
                    <a:pt x="179102" y="461304"/>
                  </a:lnTo>
                  <a:lnTo>
                    <a:pt x="178887" y="461332"/>
                  </a:lnTo>
                  <a:lnTo>
                    <a:pt x="178218" y="461372"/>
                  </a:lnTo>
                  <a:lnTo>
                    <a:pt x="177968" y="461294"/>
                  </a:lnTo>
                  <a:lnTo>
                    <a:pt x="177433" y="461368"/>
                  </a:lnTo>
                  <a:lnTo>
                    <a:pt x="176513" y="461392"/>
                  </a:lnTo>
                  <a:lnTo>
                    <a:pt x="176497" y="461651"/>
                  </a:lnTo>
                  <a:lnTo>
                    <a:pt x="176336" y="461713"/>
                  </a:lnTo>
                  <a:lnTo>
                    <a:pt x="175981" y="461848"/>
                  </a:lnTo>
                  <a:lnTo>
                    <a:pt x="175271" y="461758"/>
                  </a:lnTo>
                  <a:lnTo>
                    <a:pt x="175056" y="461676"/>
                  </a:lnTo>
                  <a:lnTo>
                    <a:pt x="174947" y="461513"/>
                  </a:lnTo>
                  <a:lnTo>
                    <a:pt x="174816" y="461332"/>
                  </a:lnTo>
                  <a:lnTo>
                    <a:pt x="174186" y="461147"/>
                  </a:lnTo>
                  <a:lnTo>
                    <a:pt x="173495" y="461532"/>
                  </a:lnTo>
                  <a:lnTo>
                    <a:pt x="173220" y="461530"/>
                  </a:lnTo>
                  <a:lnTo>
                    <a:pt x="172796" y="461297"/>
                  </a:lnTo>
                  <a:lnTo>
                    <a:pt x="172425" y="461098"/>
                  </a:lnTo>
                  <a:lnTo>
                    <a:pt x="171948" y="460825"/>
                  </a:lnTo>
                  <a:lnTo>
                    <a:pt x="171665" y="460630"/>
                  </a:lnTo>
                  <a:lnTo>
                    <a:pt x="170577" y="460228"/>
                  </a:lnTo>
                  <a:lnTo>
                    <a:pt x="170112" y="459916"/>
                  </a:lnTo>
                  <a:lnTo>
                    <a:pt x="169752" y="459864"/>
                  </a:lnTo>
                  <a:lnTo>
                    <a:pt x="169475" y="459780"/>
                  </a:lnTo>
                  <a:lnTo>
                    <a:pt x="169151" y="459615"/>
                  </a:lnTo>
                  <a:lnTo>
                    <a:pt x="168744" y="459372"/>
                  </a:lnTo>
                  <a:lnTo>
                    <a:pt x="168445" y="459385"/>
                  </a:lnTo>
                  <a:lnTo>
                    <a:pt x="168309" y="459392"/>
                  </a:lnTo>
                  <a:lnTo>
                    <a:pt x="167797" y="459617"/>
                  </a:lnTo>
                  <a:lnTo>
                    <a:pt x="167457" y="459666"/>
                  </a:lnTo>
                  <a:lnTo>
                    <a:pt x="167226" y="459684"/>
                  </a:lnTo>
                  <a:lnTo>
                    <a:pt x="166706" y="459935"/>
                  </a:lnTo>
                  <a:lnTo>
                    <a:pt x="166348" y="460006"/>
                  </a:lnTo>
                  <a:lnTo>
                    <a:pt x="166169" y="460037"/>
                  </a:lnTo>
                  <a:lnTo>
                    <a:pt x="165804" y="460027"/>
                  </a:lnTo>
                  <a:lnTo>
                    <a:pt x="165337" y="459800"/>
                  </a:lnTo>
                  <a:lnTo>
                    <a:pt x="165153" y="459840"/>
                  </a:lnTo>
                  <a:lnTo>
                    <a:pt x="164898" y="459905"/>
                  </a:lnTo>
                  <a:lnTo>
                    <a:pt x="164674" y="459971"/>
                  </a:lnTo>
                  <a:lnTo>
                    <a:pt x="163391" y="459883"/>
                  </a:lnTo>
                  <a:lnTo>
                    <a:pt x="163002" y="459982"/>
                  </a:lnTo>
                  <a:lnTo>
                    <a:pt x="162746" y="460030"/>
                  </a:lnTo>
                  <a:lnTo>
                    <a:pt x="162498" y="459386"/>
                  </a:lnTo>
                  <a:lnTo>
                    <a:pt x="162258" y="459016"/>
                  </a:lnTo>
                  <a:lnTo>
                    <a:pt x="161950" y="459007"/>
                  </a:lnTo>
                  <a:lnTo>
                    <a:pt x="161649" y="459056"/>
                  </a:lnTo>
                  <a:lnTo>
                    <a:pt x="161462" y="459070"/>
                  </a:lnTo>
                  <a:lnTo>
                    <a:pt x="161303" y="459056"/>
                  </a:lnTo>
                  <a:lnTo>
                    <a:pt x="161070" y="459035"/>
                  </a:lnTo>
                  <a:lnTo>
                    <a:pt x="160812" y="459419"/>
                  </a:lnTo>
                  <a:lnTo>
                    <a:pt x="160349" y="459089"/>
                  </a:lnTo>
                  <a:lnTo>
                    <a:pt x="160254" y="458825"/>
                  </a:lnTo>
                  <a:lnTo>
                    <a:pt x="159868" y="458427"/>
                  </a:lnTo>
                  <a:lnTo>
                    <a:pt x="159687" y="458417"/>
                  </a:lnTo>
                  <a:lnTo>
                    <a:pt x="159360" y="458455"/>
                  </a:lnTo>
                  <a:lnTo>
                    <a:pt x="159214" y="458646"/>
                  </a:lnTo>
                  <a:lnTo>
                    <a:pt x="159029" y="458956"/>
                  </a:lnTo>
                  <a:lnTo>
                    <a:pt x="158821" y="459558"/>
                  </a:lnTo>
                  <a:lnTo>
                    <a:pt x="158873" y="459783"/>
                  </a:lnTo>
                  <a:lnTo>
                    <a:pt x="158849" y="460117"/>
                  </a:lnTo>
                  <a:lnTo>
                    <a:pt x="158391" y="460064"/>
                  </a:lnTo>
                  <a:lnTo>
                    <a:pt x="158004" y="460131"/>
                  </a:lnTo>
                  <a:lnTo>
                    <a:pt x="157701" y="460105"/>
                  </a:lnTo>
                  <a:lnTo>
                    <a:pt x="157395" y="460000"/>
                  </a:lnTo>
                  <a:lnTo>
                    <a:pt x="157010" y="459981"/>
                  </a:lnTo>
                  <a:lnTo>
                    <a:pt x="156776" y="459881"/>
                  </a:lnTo>
                  <a:lnTo>
                    <a:pt x="156480" y="459716"/>
                  </a:lnTo>
                  <a:lnTo>
                    <a:pt x="156150" y="459703"/>
                  </a:lnTo>
                  <a:lnTo>
                    <a:pt x="156080" y="459862"/>
                  </a:lnTo>
                  <a:lnTo>
                    <a:pt x="155506" y="459660"/>
                  </a:lnTo>
                  <a:lnTo>
                    <a:pt x="155261" y="460109"/>
                  </a:lnTo>
                  <a:lnTo>
                    <a:pt x="154784" y="460390"/>
                  </a:lnTo>
                  <a:lnTo>
                    <a:pt x="154860" y="460607"/>
                  </a:lnTo>
                  <a:lnTo>
                    <a:pt x="154501" y="461202"/>
                  </a:lnTo>
                  <a:lnTo>
                    <a:pt x="154123" y="461362"/>
                  </a:lnTo>
                  <a:lnTo>
                    <a:pt x="153913" y="461531"/>
                  </a:lnTo>
                  <a:lnTo>
                    <a:pt x="153935" y="462067"/>
                  </a:lnTo>
                  <a:lnTo>
                    <a:pt x="153847" y="462265"/>
                  </a:lnTo>
                  <a:lnTo>
                    <a:pt x="153588" y="462448"/>
                  </a:lnTo>
                  <a:lnTo>
                    <a:pt x="153366" y="462499"/>
                  </a:lnTo>
                  <a:lnTo>
                    <a:pt x="153129" y="462643"/>
                  </a:lnTo>
                  <a:lnTo>
                    <a:pt x="152761" y="463390"/>
                  </a:lnTo>
                  <a:lnTo>
                    <a:pt x="152999" y="463935"/>
                  </a:lnTo>
                  <a:lnTo>
                    <a:pt x="153364" y="464237"/>
                  </a:lnTo>
                  <a:lnTo>
                    <a:pt x="153962" y="464230"/>
                  </a:lnTo>
                  <a:lnTo>
                    <a:pt x="154412" y="464157"/>
                  </a:lnTo>
                  <a:lnTo>
                    <a:pt x="155107" y="464306"/>
                  </a:lnTo>
                  <a:lnTo>
                    <a:pt x="155495" y="464409"/>
                  </a:lnTo>
                  <a:lnTo>
                    <a:pt x="155732" y="464440"/>
                  </a:lnTo>
                  <a:lnTo>
                    <a:pt x="157171" y="464801"/>
                  </a:lnTo>
                  <a:lnTo>
                    <a:pt x="157306" y="464981"/>
                  </a:lnTo>
                  <a:lnTo>
                    <a:pt x="157437" y="465201"/>
                  </a:lnTo>
                  <a:lnTo>
                    <a:pt x="157906" y="465064"/>
                  </a:lnTo>
                  <a:lnTo>
                    <a:pt x="158138" y="464981"/>
                  </a:lnTo>
                  <a:lnTo>
                    <a:pt x="158331" y="465182"/>
                  </a:lnTo>
                  <a:lnTo>
                    <a:pt x="158610" y="465548"/>
                  </a:lnTo>
                  <a:lnTo>
                    <a:pt x="158929" y="465648"/>
                  </a:lnTo>
                  <a:lnTo>
                    <a:pt x="159076" y="465568"/>
                  </a:lnTo>
                  <a:lnTo>
                    <a:pt x="159463" y="465345"/>
                  </a:lnTo>
                  <a:lnTo>
                    <a:pt x="160180" y="465328"/>
                  </a:lnTo>
                  <a:lnTo>
                    <a:pt x="160643" y="465291"/>
                  </a:lnTo>
                  <a:lnTo>
                    <a:pt x="160778" y="465267"/>
                  </a:lnTo>
                  <a:lnTo>
                    <a:pt x="160997" y="465261"/>
                  </a:lnTo>
                  <a:lnTo>
                    <a:pt x="161180" y="465325"/>
                  </a:lnTo>
                  <a:lnTo>
                    <a:pt x="161812" y="465175"/>
                  </a:lnTo>
                  <a:lnTo>
                    <a:pt x="162261" y="465376"/>
                  </a:lnTo>
                  <a:lnTo>
                    <a:pt x="162531" y="465873"/>
                  </a:lnTo>
                  <a:lnTo>
                    <a:pt x="162869" y="466038"/>
                  </a:lnTo>
                  <a:lnTo>
                    <a:pt x="163166" y="466034"/>
                  </a:lnTo>
                  <a:lnTo>
                    <a:pt x="163686" y="466372"/>
                  </a:lnTo>
                  <a:lnTo>
                    <a:pt x="164033" y="466427"/>
                  </a:lnTo>
                  <a:lnTo>
                    <a:pt x="164324" y="466563"/>
                  </a:lnTo>
                  <a:lnTo>
                    <a:pt x="164811" y="466984"/>
                  </a:lnTo>
                  <a:lnTo>
                    <a:pt x="164977" y="467050"/>
                  </a:lnTo>
                  <a:lnTo>
                    <a:pt x="165376" y="467290"/>
                  </a:lnTo>
                  <a:lnTo>
                    <a:pt x="166066" y="467268"/>
                  </a:lnTo>
                  <a:lnTo>
                    <a:pt x="166238" y="467330"/>
                  </a:lnTo>
                  <a:lnTo>
                    <a:pt x="166074" y="467752"/>
                  </a:lnTo>
                  <a:lnTo>
                    <a:pt x="166016" y="468040"/>
                  </a:lnTo>
                  <a:lnTo>
                    <a:pt x="165986" y="468190"/>
                  </a:lnTo>
                  <a:lnTo>
                    <a:pt x="166036" y="468385"/>
                  </a:lnTo>
                  <a:lnTo>
                    <a:pt x="165853" y="469157"/>
                  </a:lnTo>
                  <a:lnTo>
                    <a:pt x="165830" y="469626"/>
                  </a:lnTo>
                  <a:lnTo>
                    <a:pt x="165730" y="470100"/>
                  </a:lnTo>
                  <a:lnTo>
                    <a:pt x="165827" y="470443"/>
                  </a:lnTo>
                  <a:lnTo>
                    <a:pt x="165562" y="471142"/>
                  </a:lnTo>
                  <a:lnTo>
                    <a:pt x="165283" y="471981"/>
                  </a:lnTo>
                  <a:lnTo>
                    <a:pt x="165218" y="472187"/>
                  </a:lnTo>
                  <a:lnTo>
                    <a:pt x="165245" y="472457"/>
                  </a:lnTo>
                  <a:lnTo>
                    <a:pt x="165104" y="473236"/>
                  </a:lnTo>
                  <a:lnTo>
                    <a:pt x="165046" y="473445"/>
                  </a:lnTo>
                  <a:lnTo>
                    <a:pt x="164988" y="473678"/>
                  </a:lnTo>
                  <a:lnTo>
                    <a:pt x="165105" y="474418"/>
                  </a:lnTo>
                  <a:lnTo>
                    <a:pt x="165321" y="474738"/>
                  </a:lnTo>
                  <a:lnTo>
                    <a:pt x="165414" y="474899"/>
                  </a:lnTo>
                  <a:lnTo>
                    <a:pt x="165503" y="475028"/>
                  </a:lnTo>
                  <a:lnTo>
                    <a:pt x="165780" y="475393"/>
                  </a:lnTo>
                  <a:lnTo>
                    <a:pt x="166614" y="475424"/>
                  </a:lnTo>
                  <a:lnTo>
                    <a:pt x="166824" y="475202"/>
                  </a:lnTo>
                  <a:lnTo>
                    <a:pt x="167114" y="475063"/>
                  </a:lnTo>
                  <a:lnTo>
                    <a:pt x="168125" y="474816"/>
                  </a:lnTo>
                  <a:lnTo>
                    <a:pt x="168281" y="474433"/>
                  </a:lnTo>
                  <a:lnTo>
                    <a:pt x="168605" y="474028"/>
                  </a:lnTo>
                  <a:lnTo>
                    <a:pt x="168972" y="474149"/>
                  </a:lnTo>
                  <a:lnTo>
                    <a:pt x="169146" y="474311"/>
                  </a:lnTo>
                  <a:lnTo>
                    <a:pt x="169940" y="474434"/>
                  </a:lnTo>
                  <a:lnTo>
                    <a:pt x="170413" y="474460"/>
                  </a:lnTo>
                  <a:lnTo>
                    <a:pt x="171271" y="475262"/>
                  </a:lnTo>
                  <a:lnTo>
                    <a:pt x="171791" y="475241"/>
                  </a:lnTo>
                  <a:lnTo>
                    <a:pt x="172004" y="475196"/>
                  </a:lnTo>
                  <a:lnTo>
                    <a:pt x="172179" y="475188"/>
                  </a:lnTo>
                  <a:lnTo>
                    <a:pt x="172384" y="475195"/>
                  </a:lnTo>
                  <a:lnTo>
                    <a:pt x="173031" y="475285"/>
                  </a:lnTo>
                  <a:lnTo>
                    <a:pt x="173722" y="475502"/>
                  </a:lnTo>
                  <a:lnTo>
                    <a:pt x="173934" y="475732"/>
                  </a:lnTo>
                  <a:lnTo>
                    <a:pt x="174306" y="475880"/>
                  </a:lnTo>
                  <a:lnTo>
                    <a:pt x="174882" y="475805"/>
                  </a:lnTo>
                  <a:lnTo>
                    <a:pt x="175134" y="475996"/>
                  </a:lnTo>
                  <a:lnTo>
                    <a:pt x="175350" y="476405"/>
                  </a:lnTo>
                  <a:lnTo>
                    <a:pt x="176094" y="476835"/>
                  </a:lnTo>
                  <a:lnTo>
                    <a:pt x="176386" y="476844"/>
                  </a:lnTo>
                  <a:lnTo>
                    <a:pt x="177046" y="477080"/>
                  </a:lnTo>
                  <a:lnTo>
                    <a:pt x="177417" y="477289"/>
                  </a:lnTo>
                  <a:lnTo>
                    <a:pt x="177705" y="477452"/>
                  </a:lnTo>
                  <a:lnTo>
                    <a:pt x="177980" y="477623"/>
                  </a:lnTo>
                  <a:lnTo>
                    <a:pt x="178425" y="478150"/>
                  </a:lnTo>
                  <a:lnTo>
                    <a:pt x="178468" y="478283"/>
                  </a:lnTo>
                  <a:lnTo>
                    <a:pt x="178878" y="478672"/>
                  </a:lnTo>
                  <a:lnTo>
                    <a:pt x="179345" y="478673"/>
                  </a:lnTo>
                  <a:lnTo>
                    <a:pt x="179365" y="478852"/>
                  </a:lnTo>
                  <a:lnTo>
                    <a:pt x="178754" y="479885"/>
                  </a:lnTo>
                  <a:lnTo>
                    <a:pt x="178938" y="480216"/>
                  </a:lnTo>
                  <a:lnTo>
                    <a:pt x="179339" y="480609"/>
                  </a:lnTo>
                  <a:lnTo>
                    <a:pt x="179619" y="480549"/>
                  </a:lnTo>
                  <a:lnTo>
                    <a:pt x="180029" y="480541"/>
                  </a:lnTo>
                  <a:lnTo>
                    <a:pt x="180218" y="480831"/>
                  </a:lnTo>
                  <a:lnTo>
                    <a:pt x="180210" y="481033"/>
                  </a:lnTo>
                  <a:lnTo>
                    <a:pt x="180145" y="481358"/>
                  </a:lnTo>
                  <a:lnTo>
                    <a:pt x="180268" y="482041"/>
                  </a:lnTo>
                  <a:lnTo>
                    <a:pt x="180367" y="482273"/>
                  </a:lnTo>
                  <a:lnTo>
                    <a:pt x="180500" y="482626"/>
                  </a:lnTo>
                  <a:lnTo>
                    <a:pt x="180010" y="483244"/>
                  </a:lnTo>
                  <a:lnTo>
                    <a:pt x="180026" y="483697"/>
                  </a:lnTo>
                  <a:lnTo>
                    <a:pt x="179865" y="483998"/>
                  </a:lnTo>
                  <a:lnTo>
                    <a:pt x="179836" y="484329"/>
                  </a:lnTo>
                  <a:lnTo>
                    <a:pt x="180748" y="485103"/>
                  </a:lnTo>
                  <a:lnTo>
                    <a:pt x="180996" y="485458"/>
                  </a:lnTo>
                  <a:lnTo>
                    <a:pt x="181241" y="485775"/>
                  </a:lnTo>
                  <a:lnTo>
                    <a:pt x="181825" y="486343"/>
                  </a:lnTo>
                  <a:lnTo>
                    <a:pt x="181476" y="486666"/>
                  </a:lnTo>
                  <a:lnTo>
                    <a:pt x="181168" y="486901"/>
                  </a:lnTo>
                  <a:lnTo>
                    <a:pt x="181050" y="487087"/>
                  </a:lnTo>
                  <a:lnTo>
                    <a:pt x="180858" y="487208"/>
                  </a:lnTo>
                  <a:lnTo>
                    <a:pt x="180658" y="487428"/>
                  </a:lnTo>
                  <a:lnTo>
                    <a:pt x="180544" y="487620"/>
                  </a:lnTo>
                  <a:lnTo>
                    <a:pt x="180347" y="487873"/>
                  </a:lnTo>
                  <a:lnTo>
                    <a:pt x="180073" y="488085"/>
                  </a:lnTo>
                  <a:lnTo>
                    <a:pt x="179745" y="488220"/>
                  </a:lnTo>
                  <a:lnTo>
                    <a:pt x="179507" y="488033"/>
                  </a:lnTo>
                  <a:lnTo>
                    <a:pt x="179448" y="487615"/>
                  </a:lnTo>
                  <a:lnTo>
                    <a:pt x="179092" y="487592"/>
                  </a:lnTo>
                  <a:lnTo>
                    <a:pt x="178830" y="487008"/>
                  </a:lnTo>
                  <a:lnTo>
                    <a:pt x="178269" y="487013"/>
                  </a:lnTo>
                  <a:lnTo>
                    <a:pt x="177407" y="486924"/>
                  </a:lnTo>
                  <a:lnTo>
                    <a:pt x="177220" y="487141"/>
                  </a:lnTo>
                  <a:lnTo>
                    <a:pt x="177203" y="487284"/>
                  </a:lnTo>
                  <a:lnTo>
                    <a:pt x="177214" y="487513"/>
                  </a:lnTo>
                  <a:lnTo>
                    <a:pt x="177542" y="488235"/>
                  </a:lnTo>
                  <a:lnTo>
                    <a:pt x="177500" y="488453"/>
                  </a:lnTo>
                  <a:lnTo>
                    <a:pt x="177031" y="488465"/>
                  </a:lnTo>
                  <a:lnTo>
                    <a:pt x="176627" y="488702"/>
                  </a:lnTo>
                  <a:lnTo>
                    <a:pt x="176470" y="488878"/>
                  </a:lnTo>
                  <a:lnTo>
                    <a:pt x="176405" y="489058"/>
                  </a:lnTo>
                  <a:lnTo>
                    <a:pt x="176311" y="489338"/>
                  </a:lnTo>
                  <a:lnTo>
                    <a:pt x="176175" y="489551"/>
                  </a:lnTo>
                  <a:lnTo>
                    <a:pt x="175969" y="489542"/>
                  </a:lnTo>
                  <a:lnTo>
                    <a:pt x="175387" y="489779"/>
                  </a:lnTo>
                  <a:lnTo>
                    <a:pt x="175219" y="490262"/>
                  </a:lnTo>
                  <a:lnTo>
                    <a:pt x="175001" y="490292"/>
                  </a:lnTo>
                  <a:lnTo>
                    <a:pt x="174480" y="490245"/>
                  </a:lnTo>
                  <a:lnTo>
                    <a:pt x="174054" y="489988"/>
                  </a:lnTo>
                  <a:lnTo>
                    <a:pt x="173867" y="489919"/>
                  </a:lnTo>
                  <a:lnTo>
                    <a:pt x="173430" y="489927"/>
                  </a:lnTo>
                  <a:lnTo>
                    <a:pt x="173172" y="489799"/>
                  </a:lnTo>
                  <a:lnTo>
                    <a:pt x="173040" y="489306"/>
                  </a:lnTo>
                  <a:lnTo>
                    <a:pt x="173010" y="489157"/>
                  </a:lnTo>
                  <a:lnTo>
                    <a:pt x="172525" y="488879"/>
                  </a:lnTo>
                  <a:lnTo>
                    <a:pt x="172102" y="489128"/>
                  </a:lnTo>
                  <a:lnTo>
                    <a:pt x="171801" y="489026"/>
                  </a:lnTo>
                  <a:lnTo>
                    <a:pt x="171638" y="488782"/>
                  </a:lnTo>
                  <a:lnTo>
                    <a:pt x="171380" y="488466"/>
                  </a:lnTo>
                  <a:lnTo>
                    <a:pt x="170854" y="488268"/>
                  </a:lnTo>
                  <a:lnTo>
                    <a:pt x="170579" y="488313"/>
                  </a:lnTo>
                  <a:lnTo>
                    <a:pt x="170261" y="488188"/>
                  </a:lnTo>
                  <a:lnTo>
                    <a:pt x="170037" y="488111"/>
                  </a:lnTo>
                  <a:lnTo>
                    <a:pt x="169703" y="488182"/>
                  </a:lnTo>
                  <a:lnTo>
                    <a:pt x="169143" y="488236"/>
                  </a:lnTo>
                  <a:lnTo>
                    <a:pt x="168686" y="488602"/>
                  </a:lnTo>
                  <a:lnTo>
                    <a:pt x="168546" y="488697"/>
                  </a:lnTo>
                  <a:lnTo>
                    <a:pt x="167729" y="488587"/>
                  </a:lnTo>
                  <a:lnTo>
                    <a:pt x="166723" y="488786"/>
                  </a:lnTo>
                  <a:lnTo>
                    <a:pt x="166429" y="488756"/>
                  </a:lnTo>
                  <a:lnTo>
                    <a:pt x="166040" y="488661"/>
                  </a:lnTo>
                  <a:lnTo>
                    <a:pt x="165800" y="488676"/>
                  </a:lnTo>
                  <a:lnTo>
                    <a:pt x="165653" y="488697"/>
                  </a:lnTo>
                  <a:lnTo>
                    <a:pt x="164929" y="488407"/>
                  </a:lnTo>
                  <a:lnTo>
                    <a:pt x="164699" y="488476"/>
                  </a:lnTo>
                  <a:lnTo>
                    <a:pt x="164153" y="488168"/>
                  </a:lnTo>
                  <a:lnTo>
                    <a:pt x="163338" y="487591"/>
                  </a:lnTo>
                  <a:lnTo>
                    <a:pt x="163169" y="487702"/>
                  </a:lnTo>
                  <a:lnTo>
                    <a:pt x="162922" y="487647"/>
                  </a:lnTo>
                  <a:lnTo>
                    <a:pt x="162685" y="487599"/>
                  </a:lnTo>
                  <a:lnTo>
                    <a:pt x="162229" y="487972"/>
                  </a:lnTo>
                  <a:lnTo>
                    <a:pt x="162033" y="487995"/>
                  </a:lnTo>
                  <a:lnTo>
                    <a:pt x="161826" y="487926"/>
                  </a:lnTo>
                  <a:lnTo>
                    <a:pt x="161504" y="487761"/>
                  </a:lnTo>
                  <a:lnTo>
                    <a:pt x="161246" y="487795"/>
                  </a:lnTo>
                  <a:lnTo>
                    <a:pt x="161028" y="487865"/>
                  </a:lnTo>
                  <a:lnTo>
                    <a:pt x="160383" y="487847"/>
                  </a:lnTo>
                  <a:lnTo>
                    <a:pt x="160031" y="487893"/>
                  </a:lnTo>
                  <a:lnTo>
                    <a:pt x="159899" y="487910"/>
                  </a:lnTo>
                  <a:lnTo>
                    <a:pt x="159470" y="487884"/>
                  </a:lnTo>
                  <a:lnTo>
                    <a:pt x="159266" y="488143"/>
                  </a:lnTo>
                  <a:lnTo>
                    <a:pt x="159185" y="489220"/>
                  </a:lnTo>
                  <a:lnTo>
                    <a:pt x="159184" y="489573"/>
                  </a:lnTo>
                  <a:lnTo>
                    <a:pt x="159588" y="489633"/>
                  </a:lnTo>
                  <a:lnTo>
                    <a:pt x="159883" y="489821"/>
                  </a:lnTo>
                  <a:lnTo>
                    <a:pt x="159984" y="490048"/>
                  </a:lnTo>
                  <a:lnTo>
                    <a:pt x="159723" y="490768"/>
                  </a:lnTo>
                  <a:lnTo>
                    <a:pt x="159375" y="490782"/>
                  </a:lnTo>
                  <a:lnTo>
                    <a:pt x="159114" y="491303"/>
                  </a:lnTo>
                  <a:lnTo>
                    <a:pt x="158934" y="491266"/>
                  </a:lnTo>
                  <a:lnTo>
                    <a:pt x="158609" y="491204"/>
                  </a:lnTo>
                  <a:lnTo>
                    <a:pt x="157750" y="491644"/>
                  </a:lnTo>
                  <a:lnTo>
                    <a:pt x="157681" y="491913"/>
                  </a:lnTo>
                  <a:lnTo>
                    <a:pt x="157479" y="492316"/>
                  </a:lnTo>
                  <a:lnTo>
                    <a:pt x="157420" y="492678"/>
                  </a:lnTo>
                  <a:lnTo>
                    <a:pt x="157109" y="493001"/>
                  </a:lnTo>
                  <a:lnTo>
                    <a:pt x="156604" y="493001"/>
                  </a:lnTo>
                  <a:lnTo>
                    <a:pt x="156486" y="493780"/>
                  </a:lnTo>
                  <a:lnTo>
                    <a:pt x="156483" y="493968"/>
                  </a:lnTo>
                  <a:lnTo>
                    <a:pt x="156465" y="494274"/>
                  </a:lnTo>
                  <a:lnTo>
                    <a:pt x="156371" y="494440"/>
                  </a:lnTo>
                  <a:lnTo>
                    <a:pt x="156098" y="494734"/>
                  </a:lnTo>
                  <a:lnTo>
                    <a:pt x="155571" y="495382"/>
                  </a:lnTo>
                  <a:lnTo>
                    <a:pt x="155710" y="495846"/>
                  </a:lnTo>
                  <a:lnTo>
                    <a:pt x="155820" y="496117"/>
                  </a:lnTo>
                  <a:lnTo>
                    <a:pt x="155825" y="496427"/>
                  </a:lnTo>
                  <a:lnTo>
                    <a:pt x="155523" y="496704"/>
                  </a:lnTo>
                  <a:lnTo>
                    <a:pt x="155332" y="496658"/>
                  </a:lnTo>
                  <a:lnTo>
                    <a:pt x="155092" y="496742"/>
                  </a:lnTo>
                  <a:lnTo>
                    <a:pt x="154626" y="497150"/>
                  </a:lnTo>
                  <a:lnTo>
                    <a:pt x="154770" y="497758"/>
                  </a:lnTo>
                  <a:lnTo>
                    <a:pt x="154875" y="498021"/>
                  </a:lnTo>
                  <a:lnTo>
                    <a:pt x="154975" y="498284"/>
                  </a:lnTo>
                  <a:lnTo>
                    <a:pt x="154991" y="498674"/>
                  </a:lnTo>
                  <a:lnTo>
                    <a:pt x="155282" y="499442"/>
                  </a:lnTo>
                  <a:lnTo>
                    <a:pt x="155063" y="499757"/>
                  </a:lnTo>
                  <a:lnTo>
                    <a:pt x="154933" y="500004"/>
                  </a:lnTo>
                  <a:lnTo>
                    <a:pt x="154804" y="500251"/>
                  </a:lnTo>
                  <a:lnTo>
                    <a:pt x="154592" y="500673"/>
                  </a:lnTo>
                  <a:lnTo>
                    <a:pt x="154399" y="501008"/>
                  </a:lnTo>
                  <a:lnTo>
                    <a:pt x="154302" y="501233"/>
                  </a:lnTo>
                  <a:lnTo>
                    <a:pt x="154281" y="501442"/>
                  </a:lnTo>
                  <a:lnTo>
                    <a:pt x="154682" y="501657"/>
                  </a:lnTo>
                  <a:lnTo>
                    <a:pt x="155229" y="502106"/>
                  </a:lnTo>
                  <a:lnTo>
                    <a:pt x="155411" y="502349"/>
                  </a:lnTo>
                  <a:lnTo>
                    <a:pt x="155549" y="502401"/>
                  </a:lnTo>
                  <a:lnTo>
                    <a:pt x="155813" y="502521"/>
                  </a:lnTo>
                  <a:lnTo>
                    <a:pt x="156005" y="502902"/>
                  </a:lnTo>
                  <a:lnTo>
                    <a:pt x="156083" y="503125"/>
                  </a:lnTo>
                  <a:lnTo>
                    <a:pt x="156113" y="503415"/>
                  </a:lnTo>
                  <a:lnTo>
                    <a:pt x="156505" y="503862"/>
                  </a:lnTo>
                  <a:lnTo>
                    <a:pt x="156736" y="504090"/>
                  </a:lnTo>
                  <a:lnTo>
                    <a:pt x="156905" y="504448"/>
                  </a:lnTo>
                  <a:lnTo>
                    <a:pt x="157392" y="504490"/>
                  </a:lnTo>
                  <a:lnTo>
                    <a:pt x="158058" y="504704"/>
                  </a:lnTo>
                  <a:lnTo>
                    <a:pt x="158453" y="504810"/>
                  </a:lnTo>
                  <a:lnTo>
                    <a:pt x="158627" y="504996"/>
                  </a:lnTo>
                  <a:lnTo>
                    <a:pt x="158520" y="505449"/>
                  </a:lnTo>
                  <a:lnTo>
                    <a:pt x="158127" y="506498"/>
                  </a:lnTo>
                  <a:lnTo>
                    <a:pt x="158111" y="506652"/>
                  </a:lnTo>
                  <a:lnTo>
                    <a:pt x="158069" y="507193"/>
                  </a:lnTo>
                  <a:lnTo>
                    <a:pt x="158146" y="507531"/>
                  </a:lnTo>
                  <a:lnTo>
                    <a:pt x="158208" y="507763"/>
                  </a:lnTo>
                  <a:lnTo>
                    <a:pt x="158197" y="508246"/>
                  </a:lnTo>
                  <a:lnTo>
                    <a:pt x="158573" y="508586"/>
                  </a:lnTo>
                  <a:lnTo>
                    <a:pt x="158812" y="508794"/>
                  </a:lnTo>
                  <a:lnTo>
                    <a:pt x="158948" y="508898"/>
                  </a:lnTo>
                  <a:lnTo>
                    <a:pt x="159126" y="509118"/>
                  </a:lnTo>
                  <a:lnTo>
                    <a:pt x="159240" y="509390"/>
                  </a:lnTo>
                  <a:lnTo>
                    <a:pt x="159299" y="509533"/>
                  </a:lnTo>
                  <a:lnTo>
                    <a:pt x="159347" y="509745"/>
                  </a:lnTo>
                  <a:lnTo>
                    <a:pt x="158974" y="509984"/>
                  </a:lnTo>
                  <a:lnTo>
                    <a:pt x="159048" y="510456"/>
                  </a:lnTo>
                  <a:lnTo>
                    <a:pt x="159077" y="510718"/>
                  </a:lnTo>
                  <a:lnTo>
                    <a:pt x="158487" y="511175"/>
                  </a:lnTo>
                  <a:lnTo>
                    <a:pt x="158396" y="511361"/>
                  </a:lnTo>
                  <a:lnTo>
                    <a:pt x="158120" y="511925"/>
                  </a:lnTo>
                  <a:lnTo>
                    <a:pt x="158212" y="512305"/>
                  </a:lnTo>
                  <a:lnTo>
                    <a:pt x="157984" y="512896"/>
                  </a:lnTo>
                  <a:lnTo>
                    <a:pt x="158067" y="513128"/>
                  </a:lnTo>
                  <a:lnTo>
                    <a:pt x="158251" y="514158"/>
                  </a:lnTo>
                  <a:lnTo>
                    <a:pt x="158544" y="514513"/>
                  </a:lnTo>
                  <a:lnTo>
                    <a:pt x="158840" y="514665"/>
                  </a:lnTo>
                  <a:lnTo>
                    <a:pt x="158990" y="514743"/>
                  </a:lnTo>
                  <a:lnTo>
                    <a:pt x="159248" y="514963"/>
                  </a:lnTo>
                  <a:lnTo>
                    <a:pt x="159551" y="515768"/>
                  </a:lnTo>
                  <a:lnTo>
                    <a:pt x="159602" y="516020"/>
                  </a:lnTo>
                  <a:lnTo>
                    <a:pt x="159582" y="516318"/>
                  </a:lnTo>
                  <a:lnTo>
                    <a:pt x="159115" y="517495"/>
                  </a:lnTo>
                  <a:lnTo>
                    <a:pt x="158383" y="517621"/>
                  </a:lnTo>
                  <a:lnTo>
                    <a:pt x="158130" y="518251"/>
                  </a:lnTo>
                  <a:lnTo>
                    <a:pt x="157871" y="518740"/>
                  </a:lnTo>
                  <a:lnTo>
                    <a:pt x="158194" y="519015"/>
                  </a:lnTo>
                  <a:lnTo>
                    <a:pt x="158343" y="519125"/>
                  </a:lnTo>
                  <a:lnTo>
                    <a:pt x="158651" y="519211"/>
                  </a:lnTo>
                  <a:lnTo>
                    <a:pt x="158867" y="519189"/>
                  </a:lnTo>
                  <a:lnTo>
                    <a:pt x="158943" y="519423"/>
                  </a:lnTo>
                  <a:lnTo>
                    <a:pt x="159156" y="519919"/>
                  </a:lnTo>
                  <a:lnTo>
                    <a:pt x="159039" y="520417"/>
                  </a:lnTo>
                  <a:lnTo>
                    <a:pt x="159480" y="521042"/>
                  </a:lnTo>
                  <a:lnTo>
                    <a:pt x="159499" y="521430"/>
                  </a:lnTo>
                  <a:lnTo>
                    <a:pt x="159582" y="521571"/>
                  </a:lnTo>
                  <a:lnTo>
                    <a:pt x="160003" y="522094"/>
                  </a:lnTo>
                  <a:lnTo>
                    <a:pt x="160036" y="522377"/>
                  </a:lnTo>
                  <a:lnTo>
                    <a:pt x="159978" y="522558"/>
                  </a:lnTo>
                  <a:lnTo>
                    <a:pt x="159581" y="522761"/>
                  </a:lnTo>
                  <a:lnTo>
                    <a:pt x="159208" y="522604"/>
                  </a:lnTo>
                  <a:lnTo>
                    <a:pt x="158998" y="522582"/>
                  </a:lnTo>
                  <a:lnTo>
                    <a:pt x="158693" y="522762"/>
                  </a:lnTo>
                  <a:lnTo>
                    <a:pt x="158604" y="523188"/>
                  </a:lnTo>
                  <a:lnTo>
                    <a:pt x="158340" y="523520"/>
                  </a:lnTo>
                  <a:lnTo>
                    <a:pt x="158256" y="524083"/>
                  </a:lnTo>
                  <a:lnTo>
                    <a:pt x="158173" y="524818"/>
                  </a:lnTo>
                  <a:lnTo>
                    <a:pt x="158147" y="525723"/>
                  </a:lnTo>
                  <a:lnTo>
                    <a:pt x="157642" y="525947"/>
                  </a:lnTo>
                  <a:lnTo>
                    <a:pt x="157492" y="525986"/>
                  </a:lnTo>
                  <a:lnTo>
                    <a:pt x="157145" y="526052"/>
                  </a:lnTo>
                  <a:lnTo>
                    <a:pt x="156705" y="526075"/>
                  </a:lnTo>
                  <a:lnTo>
                    <a:pt x="156460" y="525888"/>
                  </a:lnTo>
                  <a:lnTo>
                    <a:pt x="156017" y="526100"/>
                  </a:lnTo>
                  <a:lnTo>
                    <a:pt x="155583" y="526125"/>
                  </a:lnTo>
                  <a:lnTo>
                    <a:pt x="155128" y="526341"/>
                  </a:lnTo>
                  <a:lnTo>
                    <a:pt x="154479" y="526331"/>
                  </a:lnTo>
                  <a:lnTo>
                    <a:pt x="154300" y="526265"/>
                  </a:lnTo>
                  <a:lnTo>
                    <a:pt x="154085" y="526278"/>
                  </a:lnTo>
                  <a:lnTo>
                    <a:pt x="153646" y="526409"/>
                  </a:lnTo>
                  <a:lnTo>
                    <a:pt x="153471" y="526501"/>
                  </a:lnTo>
                  <a:lnTo>
                    <a:pt x="153195" y="526574"/>
                  </a:lnTo>
                  <a:lnTo>
                    <a:pt x="152876" y="526210"/>
                  </a:lnTo>
                  <a:lnTo>
                    <a:pt x="152683" y="526150"/>
                  </a:lnTo>
                  <a:lnTo>
                    <a:pt x="152340" y="526230"/>
                  </a:lnTo>
                  <a:lnTo>
                    <a:pt x="152155" y="526255"/>
                  </a:lnTo>
                  <a:lnTo>
                    <a:pt x="151512" y="526280"/>
                  </a:lnTo>
                  <a:lnTo>
                    <a:pt x="151260" y="526800"/>
                  </a:lnTo>
                  <a:lnTo>
                    <a:pt x="151034" y="526836"/>
                  </a:lnTo>
                  <a:lnTo>
                    <a:pt x="150313" y="526976"/>
                  </a:lnTo>
                  <a:lnTo>
                    <a:pt x="150137" y="526977"/>
                  </a:lnTo>
                  <a:lnTo>
                    <a:pt x="149866" y="526935"/>
                  </a:lnTo>
                  <a:lnTo>
                    <a:pt x="149641" y="526892"/>
                  </a:lnTo>
                  <a:lnTo>
                    <a:pt x="149323" y="526815"/>
                  </a:lnTo>
                  <a:lnTo>
                    <a:pt x="148970" y="526826"/>
                  </a:lnTo>
                  <a:lnTo>
                    <a:pt x="148226" y="526819"/>
                  </a:lnTo>
                  <a:lnTo>
                    <a:pt x="147714" y="526785"/>
                  </a:lnTo>
                  <a:lnTo>
                    <a:pt x="147571" y="526758"/>
                  </a:lnTo>
                  <a:lnTo>
                    <a:pt x="147026" y="526743"/>
                  </a:lnTo>
                  <a:lnTo>
                    <a:pt x="146641" y="526633"/>
                  </a:lnTo>
                  <a:lnTo>
                    <a:pt x="146114" y="526379"/>
                  </a:lnTo>
                  <a:lnTo>
                    <a:pt x="146074" y="526094"/>
                  </a:lnTo>
                  <a:lnTo>
                    <a:pt x="146085" y="525921"/>
                  </a:lnTo>
                  <a:lnTo>
                    <a:pt x="146214" y="525368"/>
                  </a:lnTo>
                  <a:lnTo>
                    <a:pt x="145971" y="525125"/>
                  </a:lnTo>
                  <a:lnTo>
                    <a:pt x="145582" y="524642"/>
                  </a:lnTo>
                  <a:lnTo>
                    <a:pt x="145452" y="524040"/>
                  </a:lnTo>
                  <a:lnTo>
                    <a:pt x="145686" y="523937"/>
                  </a:lnTo>
                  <a:lnTo>
                    <a:pt x="146091" y="523695"/>
                  </a:lnTo>
                  <a:lnTo>
                    <a:pt x="145936" y="523470"/>
                  </a:lnTo>
                  <a:lnTo>
                    <a:pt x="145896" y="523197"/>
                  </a:lnTo>
                  <a:lnTo>
                    <a:pt x="145939" y="522988"/>
                  </a:lnTo>
                  <a:lnTo>
                    <a:pt x="145933" y="522804"/>
                  </a:lnTo>
                  <a:lnTo>
                    <a:pt x="145605" y="522723"/>
                  </a:lnTo>
                  <a:lnTo>
                    <a:pt x="145264" y="522632"/>
                  </a:lnTo>
                  <a:lnTo>
                    <a:pt x="144941" y="522452"/>
                  </a:lnTo>
                  <a:lnTo>
                    <a:pt x="144732" y="522327"/>
                  </a:lnTo>
                  <a:lnTo>
                    <a:pt x="144489" y="522352"/>
                  </a:lnTo>
                  <a:lnTo>
                    <a:pt x="144092" y="522233"/>
                  </a:lnTo>
                  <a:lnTo>
                    <a:pt x="143685" y="522064"/>
                  </a:lnTo>
                  <a:lnTo>
                    <a:pt x="143215" y="522023"/>
                  </a:lnTo>
                  <a:lnTo>
                    <a:pt x="142771" y="521948"/>
                  </a:lnTo>
                  <a:lnTo>
                    <a:pt x="142698" y="521668"/>
                  </a:lnTo>
                  <a:lnTo>
                    <a:pt x="142773" y="521492"/>
                  </a:lnTo>
                  <a:lnTo>
                    <a:pt x="142998" y="520835"/>
                  </a:lnTo>
                  <a:lnTo>
                    <a:pt x="142659" y="520434"/>
                  </a:lnTo>
                  <a:lnTo>
                    <a:pt x="142262" y="520061"/>
                  </a:lnTo>
                  <a:lnTo>
                    <a:pt x="141939" y="519733"/>
                  </a:lnTo>
                  <a:lnTo>
                    <a:pt x="141728" y="519472"/>
                  </a:lnTo>
                  <a:lnTo>
                    <a:pt x="141528" y="519355"/>
                  </a:lnTo>
                  <a:lnTo>
                    <a:pt x="141094" y="519162"/>
                  </a:lnTo>
                  <a:lnTo>
                    <a:pt x="139987" y="518693"/>
                  </a:lnTo>
                  <a:lnTo>
                    <a:pt x="139775" y="518258"/>
                  </a:lnTo>
                  <a:lnTo>
                    <a:pt x="139449" y="517950"/>
                  </a:lnTo>
                  <a:lnTo>
                    <a:pt x="139198" y="517789"/>
                  </a:lnTo>
                  <a:lnTo>
                    <a:pt x="138963" y="517634"/>
                  </a:lnTo>
                  <a:lnTo>
                    <a:pt x="138694" y="517274"/>
                  </a:lnTo>
                  <a:lnTo>
                    <a:pt x="138157" y="516794"/>
                  </a:lnTo>
                  <a:lnTo>
                    <a:pt x="137602" y="516589"/>
                  </a:lnTo>
                  <a:lnTo>
                    <a:pt x="137475" y="516491"/>
                  </a:lnTo>
                  <a:lnTo>
                    <a:pt x="136794" y="515757"/>
                  </a:lnTo>
                  <a:lnTo>
                    <a:pt x="136516" y="515812"/>
                  </a:lnTo>
                  <a:lnTo>
                    <a:pt x="136125" y="515641"/>
                  </a:lnTo>
                  <a:lnTo>
                    <a:pt x="135733" y="515307"/>
                  </a:lnTo>
                  <a:lnTo>
                    <a:pt x="135461" y="515295"/>
                  </a:lnTo>
                  <a:lnTo>
                    <a:pt x="135271" y="515190"/>
                  </a:lnTo>
                  <a:lnTo>
                    <a:pt x="134917" y="514918"/>
                  </a:lnTo>
                  <a:lnTo>
                    <a:pt x="134661" y="514842"/>
                  </a:lnTo>
                  <a:lnTo>
                    <a:pt x="133838" y="514847"/>
                  </a:lnTo>
                  <a:lnTo>
                    <a:pt x="133578" y="514954"/>
                  </a:lnTo>
                  <a:lnTo>
                    <a:pt x="133293" y="514710"/>
                  </a:lnTo>
                  <a:lnTo>
                    <a:pt x="132801" y="514512"/>
                  </a:lnTo>
                  <a:lnTo>
                    <a:pt x="132489" y="514575"/>
                  </a:lnTo>
                  <a:lnTo>
                    <a:pt x="132134" y="514545"/>
                  </a:lnTo>
                  <a:lnTo>
                    <a:pt x="131509" y="514666"/>
                  </a:lnTo>
                  <a:lnTo>
                    <a:pt x="131278" y="514542"/>
                  </a:lnTo>
                  <a:lnTo>
                    <a:pt x="131109" y="514424"/>
                  </a:lnTo>
                  <a:lnTo>
                    <a:pt x="130259" y="513912"/>
                  </a:lnTo>
                  <a:lnTo>
                    <a:pt x="129993" y="513570"/>
                  </a:lnTo>
                  <a:lnTo>
                    <a:pt x="129732" y="513225"/>
                  </a:lnTo>
                  <a:lnTo>
                    <a:pt x="129374" y="512635"/>
                  </a:lnTo>
                  <a:lnTo>
                    <a:pt x="129183" y="512488"/>
                  </a:lnTo>
                  <a:lnTo>
                    <a:pt x="128702" y="512277"/>
                  </a:lnTo>
                  <a:lnTo>
                    <a:pt x="128497" y="512197"/>
                  </a:lnTo>
                  <a:lnTo>
                    <a:pt x="128160" y="512039"/>
                  </a:lnTo>
                  <a:lnTo>
                    <a:pt x="127776" y="512080"/>
                  </a:lnTo>
                  <a:lnTo>
                    <a:pt x="127597" y="512038"/>
                  </a:lnTo>
                  <a:lnTo>
                    <a:pt x="127148" y="511920"/>
                  </a:lnTo>
                  <a:lnTo>
                    <a:pt x="126636" y="511598"/>
                  </a:lnTo>
                  <a:lnTo>
                    <a:pt x="126363" y="511185"/>
                  </a:lnTo>
                  <a:lnTo>
                    <a:pt x="126076" y="511038"/>
                  </a:lnTo>
                  <a:lnTo>
                    <a:pt x="125743" y="510435"/>
                  </a:lnTo>
                  <a:lnTo>
                    <a:pt x="125785" y="510241"/>
                  </a:lnTo>
                  <a:lnTo>
                    <a:pt x="125462" y="509574"/>
                  </a:lnTo>
                  <a:lnTo>
                    <a:pt x="124719" y="509397"/>
                  </a:lnTo>
                  <a:lnTo>
                    <a:pt x="124505" y="509444"/>
                  </a:lnTo>
                  <a:lnTo>
                    <a:pt x="124116" y="509434"/>
                  </a:lnTo>
                  <a:lnTo>
                    <a:pt x="123783" y="509430"/>
                  </a:lnTo>
                  <a:lnTo>
                    <a:pt x="123388" y="509545"/>
                  </a:lnTo>
                  <a:lnTo>
                    <a:pt x="122712" y="509520"/>
                  </a:lnTo>
                  <a:lnTo>
                    <a:pt x="122583" y="509303"/>
                  </a:lnTo>
                  <a:lnTo>
                    <a:pt x="122423" y="509076"/>
                  </a:lnTo>
                  <a:lnTo>
                    <a:pt x="122256" y="509023"/>
                  </a:lnTo>
                  <a:lnTo>
                    <a:pt x="121945" y="508752"/>
                  </a:lnTo>
                  <a:lnTo>
                    <a:pt x="121904" y="508594"/>
                  </a:lnTo>
                  <a:lnTo>
                    <a:pt x="121684" y="508350"/>
                  </a:lnTo>
                  <a:lnTo>
                    <a:pt x="121476" y="508315"/>
                  </a:lnTo>
                  <a:lnTo>
                    <a:pt x="121098" y="508091"/>
                  </a:lnTo>
                  <a:lnTo>
                    <a:pt x="120798" y="507766"/>
                  </a:lnTo>
                  <a:lnTo>
                    <a:pt x="120519" y="507500"/>
                  </a:lnTo>
                  <a:lnTo>
                    <a:pt x="119925" y="507231"/>
                  </a:lnTo>
                  <a:lnTo>
                    <a:pt x="119336" y="506503"/>
                  </a:lnTo>
                  <a:lnTo>
                    <a:pt x="119106" y="506448"/>
                  </a:lnTo>
                  <a:lnTo>
                    <a:pt x="118946" y="506441"/>
                  </a:lnTo>
                  <a:lnTo>
                    <a:pt x="118752" y="506437"/>
                  </a:lnTo>
                  <a:lnTo>
                    <a:pt x="118407" y="506292"/>
                  </a:lnTo>
                  <a:lnTo>
                    <a:pt x="118243" y="506238"/>
                  </a:lnTo>
                  <a:lnTo>
                    <a:pt x="117923" y="506314"/>
                  </a:lnTo>
                  <a:lnTo>
                    <a:pt x="117664" y="506208"/>
                  </a:lnTo>
                  <a:lnTo>
                    <a:pt x="117419" y="505885"/>
                  </a:lnTo>
                  <a:lnTo>
                    <a:pt x="117091" y="505688"/>
                  </a:lnTo>
                  <a:lnTo>
                    <a:pt x="116844" y="505545"/>
                  </a:lnTo>
                  <a:lnTo>
                    <a:pt x="116266" y="504879"/>
                  </a:lnTo>
                  <a:lnTo>
                    <a:pt x="116575" y="504481"/>
                  </a:lnTo>
                  <a:lnTo>
                    <a:pt x="116440" y="503849"/>
                  </a:lnTo>
                  <a:lnTo>
                    <a:pt x="115799" y="503304"/>
                  </a:lnTo>
                  <a:lnTo>
                    <a:pt x="115402" y="502980"/>
                  </a:lnTo>
                  <a:lnTo>
                    <a:pt x="115155" y="502283"/>
                  </a:lnTo>
                  <a:lnTo>
                    <a:pt x="114671" y="502494"/>
                  </a:lnTo>
                  <a:lnTo>
                    <a:pt x="114265" y="502588"/>
                  </a:lnTo>
                  <a:lnTo>
                    <a:pt x="114024" y="502631"/>
                  </a:lnTo>
                  <a:lnTo>
                    <a:pt x="113768" y="502593"/>
                  </a:lnTo>
                  <a:lnTo>
                    <a:pt x="113491" y="502512"/>
                  </a:lnTo>
                  <a:lnTo>
                    <a:pt x="113262" y="502556"/>
                  </a:lnTo>
                  <a:lnTo>
                    <a:pt x="113024" y="502639"/>
                  </a:lnTo>
                  <a:lnTo>
                    <a:pt x="112831" y="502864"/>
                  </a:lnTo>
                  <a:lnTo>
                    <a:pt x="112519" y="502816"/>
                  </a:lnTo>
                  <a:lnTo>
                    <a:pt x="112270" y="502631"/>
                  </a:lnTo>
                  <a:lnTo>
                    <a:pt x="112028" y="502530"/>
                  </a:lnTo>
                  <a:lnTo>
                    <a:pt x="111409" y="502823"/>
                  </a:lnTo>
                  <a:lnTo>
                    <a:pt x="111103" y="502911"/>
                  </a:lnTo>
                  <a:lnTo>
                    <a:pt x="110951" y="502955"/>
                  </a:lnTo>
                  <a:lnTo>
                    <a:pt x="110222" y="502930"/>
                  </a:lnTo>
                  <a:lnTo>
                    <a:pt x="109415" y="503860"/>
                  </a:lnTo>
                  <a:lnTo>
                    <a:pt x="108710" y="503863"/>
                  </a:lnTo>
                  <a:lnTo>
                    <a:pt x="108354" y="503632"/>
                  </a:lnTo>
                  <a:lnTo>
                    <a:pt x="108220" y="503476"/>
                  </a:lnTo>
                  <a:lnTo>
                    <a:pt x="107701" y="503065"/>
                  </a:lnTo>
                  <a:lnTo>
                    <a:pt x="107289" y="502929"/>
                  </a:lnTo>
                  <a:lnTo>
                    <a:pt x="105962" y="502101"/>
                  </a:lnTo>
                  <a:lnTo>
                    <a:pt x="105658" y="502416"/>
                  </a:lnTo>
                  <a:lnTo>
                    <a:pt x="105520" y="502592"/>
                  </a:lnTo>
                  <a:lnTo>
                    <a:pt x="105231" y="502789"/>
                  </a:lnTo>
                  <a:lnTo>
                    <a:pt x="105087" y="502669"/>
                  </a:lnTo>
                  <a:lnTo>
                    <a:pt x="105018" y="503051"/>
                  </a:lnTo>
                  <a:lnTo>
                    <a:pt x="104777" y="503487"/>
                  </a:lnTo>
                  <a:lnTo>
                    <a:pt x="104532" y="503618"/>
                  </a:lnTo>
                  <a:lnTo>
                    <a:pt x="104285" y="504170"/>
                  </a:lnTo>
                  <a:lnTo>
                    <a:pt x="103885" y="504399"/>
                  </a:lnTo>
                  <a:lnTo>
                    <a:pt x="103618" y="504318"/>
                  </a:lnTo>
                  <a:lnTo>
                    <a:pt x="103511" y="504076"/>
                  </a:lnTo>
                  <a:lnTo>
                    <a:pt x="103090" y="503813"/>
                  </a:lnTo>
                  <a:lnTo>
                    <a:pt x="102822" y="503625"/>
                  </a:lnTo>
                  <a:lnTo>
                    <a:pt x="102650" y="503592"/>
                  </a:lnTo>
                  <a:lnTo>
                    <a:pt x="102549" y="503885"/>
                  </a:lnTo>
                  <a:lnTo>
                    <a:pt x="102427" y="504285"/>
                  </a:lnTo>
                  <a:lnTo>
                    <a:pt x="102157" y="504496"/>
                  </a:lnTo>
                  <a:lnTo>
                    <a:pt x="101847" y="504518"/>
                  </a:lnTo>
                  <a:lnTo>
                    <a:pt x="101074" y="504284"/>
                  </a:lnTo>
                  <a:lnTo>
                    <a:pt x="100922" y="504261"/>
                  </a:lnTo>
                  <a:lnTo>
                    <a:pt x="100162" y="503858"/>
                  </a:lnTo>
                  <a:lnTo>
                    <a:pt x="99896" y="503959"/>
                  </a:lnTo>
                  <a:lnTo>
                    <a:pt x="99261" y="504242"/>
                  </a:lnTo>
                  <a:lnTo>
                    <a:pt x="98983" y="504482"/>
                  </a:lnTo>
                  <a:lnTo>
                    <a:pt x="98516" y="504625"/>
                  </a:lnTo>
                  <a:lnTo>
                    <a:pt x="97876" y="504420"/>
                  </a:lnTo>
                  <a:lnTo>
                    <a:pt x="97656" y="504739"/>
                  </a:lnTo>
                  <a:lnTo>
                    <a:pt x="97644" y="505056"/>
                  </a:lnTo>
                  <a:lnTo>
                    <a:pt x="97400" y="505683"/>
                  </a:lnTo>
                  <a:lnTo>
                    <a:pt x="97506" y="506083"/>
                  </a:lnTo>
                  <a:lnTo>
                    <a:pt x="97680" y="506194"/>
                  </a:lnTo>
                  <a:lnTo>
                    <a:pt x="97419" y="506539"/>
                  </a:lnTo>
                  <a:lnTo>
                    <a:pt x="96811" y="507313"/>
                  </a:lnTo>
                  <a:lnTo>
                    <a:pt x="96428" y="507605"/>
                  </a:lnTo>
                  <a:lnTo>
                    <a:pt x="96023" y="507648"/>
                  </a:lnTo>
                  <a:lnTo>
                    <a:pt x="95686" y="507469"/>
                  </a:lnTo>
                  <a:lnTo>
                    <a:pt x="95510" y="507236"/>
                  </a:lnTo>
                  <a:lnTo>
                    <a:pt x="95144" y="506942"/>
                  </a:lnTo>
                  <a:lnTo>
                    <a:pt x="94913" y="506720"/>
                  </a:lnTo>
                  <a:lnTo>
                    <a:pt x="94307" y="506069"/>
                  </a:lnTo>
                  <a:lnTo>
                    <a:pt x="94113" y="505840"/>
                  </a:lnTo>
                  <a:lnTo>
                    <a:pt x="93970" y="505671"/>
                  </a:lnTo>
                  <a:lnTo>
                    <a:pt x="93562" y="505393"/>
                  </a:lnTo>
                  <a:lnTo>
                    <a:pt x="93364" y="505291"/>
                  </a:lnTo>
                  <a:lnTo>
                    <a:pt x="93044" y="504903"/>
                  </a:lnTo>
                  <a:lnTo>
                    <a:pt x="92370" y="504855"/>
                  </a:lnTo>
                  <a:lnTo>
                    <a:pt x="91991" y="505215"/>
                  </a:lnTo>
                  <a:lnTo>
                    <a:pt x="91085" y="504715"/>
                  </a:lnTo>
                  <a:lnTo>
                    <a:pt x="90569" y="504269"/>
                  </a:lnTo>
                  <a:lnTo>
                    <a:pt x="90339" y="504304"/>
                  </a:lnTo>
                  <a:lnTo>
                    <a:pt x="89692" y="503573"/>
                  </a:lnTo>
                  <a:lnTo>
                    <a:pt x="89410" y="503113"/>
                  </a:lnTo>
                  <a:lnTo>
                    <a:pt x="89397" y="502952"/>
                  </a:lnTo>
                  <a:lnTo>
                    <a:pt x="89332" y="502756"/>
                  </a:lnTo>
                  <a:lnTo>
                    <a:pt x="89031" y="502261"/>
                  </a:lnTo>
                  <a:lnTo>
                    <a:pt x="88858" y="502105"/>
                  </a:lnTo>
                  <a:lnTo>
                    <a:pt x="88607" y="501857"/>
                  </a:lnTo>
                  <a:lnTo>
                    <a:pt x="88478" y="501638"/>
                  </a:lnTo>
                  <a:lnTo>
                    <a:pt x="88313" y="501227"/>
                  </a:lnTo>
                  <a:lnTo>
                    <a:pt x="88186" y="500873"/>
                  </a:lnTo>
                  <a:lnTo>
                    <a:pt x="87730" y="500284"/>
                  </a:lnTo>
                  <a:lnTo>
                    <a:pt x="87563" y="500048"/>
                  </a:lnTo>
                  <a:lnTo>
                    <a:pt x="87484" y="499895"/>
                  </a:lnTo>
                  <a:lnTo>
                    <a:pt x="87391" y="499714"/>
                  </a:lnTo>
                  <a:lnTo>
                    <a:pt x="87111" y="499278"/>
                  </a:lnTo>
                  <a:lnTo>
                    <a:pt x="86645" y="499460"/>
                  </a:lnTo>
                  <a:lnTo>
                    <a:pt x="86499" y="499500"/>
                  </a:lnTo>
                  <a:lnTo>
                    <a:pt x="86250" y="499569"/>
                  </a:lnTo>
                  <a:lnTo>
                    <a:pt x="86066" y="499613"/>
                  </a:lnTo>
                  <a:lnTo>
                    <a:pt x="85739" y="499680"/>
                  </a:lnTo>
                  <a:lnTo>
                    <a:pt x="85537" y="499580"/>
                  </a:lnTo>
                  <a:lnTo>
                    <a:pt x="85370" y="499443"/>
                  </a:lnTo>
                  <a:lnTo>
                    <a:pt x="85118" y="498950"/>
                  </a:lnTo>
                  <a:lnTo>
                    <a:pt x="84953" y="498444"/>
                  </a:lnTo>
                  <a:lnTo>
                    <a:pt x="84960" y="497934"/>
                  </a:lnTo>
                  <a:lnTo>
                    <a:pt x="84919" y="497724"/>
                  </a:lnTo>
                  <a:lnTo>
                    <a:pt x="84839" y="497437"/>
                  </a:lnTo>
                  <a:lnTo>
                    <a:pt x="84083" y="496668"/>
                  </a:lnTo>
                  <a:lnTo>
                    <a:pt x="83924" y="496580"/>
                  </a:lnTo>
                  <a:lnTo>
                    <a:pt x="83371" y="496077"/>
                  </a:lnTo>
                  <a:lnTo>
                    <a:pt x="83097" y="495943"/>
                  </a:lnTo>
                  <a:lnTo>
                    <a:pt x="82546" y="496319"/>
                  </a:lnTo>
                  <a:lnTo>
                    <a:pt x="82291" y="496148"/>
                  </a:lnTo>
                  <a:lnTo>
                    <a:pt x="81231" y="495998"/>
                  </a:lnTo>
                  <a:lnTo>
                    <a:pt x="80908" y="496159"/>
                  </a:lnTo>
                  <a:lnTo>
                    <a:pt x="80547" y="496342"/>
                  </a:lnTo>
                  <a:lnTo>
                    <a:pt x="79945" y="496676"/>
                  </a:lnTo>
                  <a:lnTo>
                    <a:pt x="79244" y="496761"/>
                  </a:lnTo>
                  <a:lnTo>
                    <a:pt x="79089" y="496981"/>
                  </a:lnTo>
                  <a:lnTo>
                    <a:pt x="78513" y="497156"/>
                  </a:lnTo>
                  <a:lnTo>
                    <a:pt x="78141" y="496990"/>
                  </a:lnTo>
                  <a:lnTo>
                    <a:pt x="77738" y="496791"/>
                  </a:lnTo>
                  <a:lnTo>
                    <a:pt x="77556" y="496702"/>
                  </a:lnTo>
                  <a:lnTo>
                    <a:pt x="77346" y="496545"/>
                  </a:lnTo>
                  <a:lnTo>
                    <a:pt x="77250" y="496250"/>
                  </a:lnTo>
                  <a:lnTo>
                    <a:pt x="77190" y="496052"/>
                  </a:lnTo>
                  <a:lnTo>
                    <a:pt x="77138" y="495881"/>
                  </a:lnTo>
                  <a:lnTo>
                    <a:pt x="76882" y="495414"/>
                  </a:lnTo>
                  <a:lnTo>
                    <a:pt x="76429" y="495681"/>
                  </a:lnTo>
                  <a:lnTo>
                    <a:pt x="76302" y="495710"/>
                  </a:lnTo>
                  <a:lnTo>
                    <a:pt x="76139" y="495741"/>
                  </a:lnTo>
                  <a:lnTo>
                    <a:pt x="75979" y="495715"/>
                  </a:lnTo>
                  <a:lnTo>
                    <a:pt x="75694" y="495544"/>
                  </a:lnTo>
                  <a:lnTo>
                    <a:pt x="75487" y="495369"/>
                  </a:lnTo>
                  <a:lnTo>
                    <a:pt x="75808" y="494905"/>
                  </a:lnTo>
                  <a:lnTo>
                    <a:pt x="75893" y="494715"/>
                  </a:lnTo>
                  <a:lnTo>
                    <a:pt x="75908" y="494565"/>
                  </a:lnTo>
                  <a:lnTo>
                    <a:pt x="75932" y="494312"/>
                  </a:lnTo>
                  <a:lnTo>
                    <a:pt x="75912" y="494160"/>
                  </a:lnTo>
                  <a:lnTo>
                    <a:pt x="75764" y="493926"/>
                  </a:lnTo>
                  <a:lnTo>
                    <a:pt x="75483" y="493739"/>
                  </a:lnTo>
                  <a:lnTo>
                    <a:pt x="75065" y="493618"/>
                  </a:lnTo>
                  <a:lnTo>
                    <a:pt x="74847" y="493076"/>
                  </a:lnTo>
                  <a:lnTo>
                    <a:pt x="74834" y="492885"/>
                  </a:lnTo>
                  <a:lnTo>
                    <a:pt x="74855" y="492694"/>
                  </a:lnTo>
                  <a:lnTo>
                    <a:pt x="74872" y="492541"/>
                  </a:lnTo>
                  <a:lnTo>
                    <a:pt x="74810" y="492282"/>
                  </a:lnTo>
                  <a:lnTo>
                    <a:pt x="74816" y="491833"/>
                  </a:lnTo>
                  <a:lnTo>
                    <a:pt x="74917" y="491660"/>
                  </a:lnTo>
                  <a:lnTo>
                    <a:pt x="74995" y="491392"/>
                  </a:lnTo>
                  <a:lnTo>
                    <a:pt x="74990" y="491259"/>
                  </a:lnTo>
                  <a:lnTo>
                    <a:pt x="74970" y="490785"/>
                  </a:lnTo>
                  <a:lnTo>
                    <a:pt x="74907" y="490442"/>
                  </a:lnTo>
                  <a:lnTo>
                    <a:pt x="74629" y="490572"/>
                  </a:lnTo>
                  <a:lnTo>
                    <a:pt x="74389" y="490504"/>
                  </a:lnTo>
                  <a:lnTo>
                    <a:pt x="73826" y="490409"/>
                  </a:lnTo>
                  <a:lnTo>
                    <a:pt x="73619" y="490410"/>
                  </a:lnTo>
                  <a:lnTo>
                    <a:pt x="73052" y="490203"/>
                  </a:lnTo>
                  <a:lnTo>
                    <a:pt x="72674" y="490102"/>
                  </a:lnTo>
                  <a:lnTo>
                    <a:pt x="72485" y="490578"/>
                  </a:lnTo>
                  <a:lnTo>
                    <a:pt x="72421" y="490754"/>
                  </a:lnTo>
                  <a:lnTo>
                    <a:pt x="72309" y="490942"/>
                  </a:lnTo>
                  <a:lnTo>
                    <a:pt x="72057" y="491198"/>
                  </a:lnTo>
                  <a:lnTo>
                    <a:pt x="71874" y="491322"/>
                  </a:lnTo>
                  <a:lnTo>
                    <a:pt x="71342" y="491774"/>
                  </a:lnTo>
                  <a:lnTo>
                    <a:pt x="70980" y="491901"/>
                  </a:lnTo>
                  <a:lnTo>
                    <a:pt x="70555" y="492056"/>
                  </a:lnTo>
                  <a:lnTo>
                    <a:pt x="70132" y="492273"/>
                  </a:lnTo>
                  <a:lnTo>
                    <a:pt x="69678" y="492655"/>
                  </a:lnTo>
                  <a:lnTo>
                    <a:pt x="69615" y="492980"/>
                  </a:lnTo>
                  <a:lnTo>
                    <a:pt x="69521" y="493319"/>
                  </a:lnTo>
                  <a:lnTo>
                    <a:pt x="69164" y="493581"/>
                  </a:lnTo>
                  <a:lnTo>
                    <a:pt x="68965" y="493755"/>
                  </a:lnTo>
                  <a:lnTo>
                    <a:pt x="69154" y="494118"/>
                  </a:lnTo>
                  <a:lnTo>
                    <a:pt x="69071" y="494527"/>
                  </a:lnTo>
                  <a:lnTo>
                    <a:pt x="69068" y="494725"/>
                  </a:lnTo>
                  <a:lnTo>
                    <a:pt x="69099" y="495092"/>
                  </a:lnTo>
                  <a:lnTo>
                    <a:pt x="68753" y="495566"/>
                  </a:lnTo>
                  <a:lnTo>
                    <a:pt x="68462" y="495794"/>
                  </a:lnTo>
                  <a:lnTo>
                    <a:pt x="68560" y="495923"/>
                  </a:lnTo>
                  <a:lnTo>
                    <a:pt x="68605" y="496326"/>
                  </a:lnTo>
                  <a:lnTo>
                    <a:pt x="68358" y="496367"/>
                  </a:lnTo>
                  <a:lnTo>
                    <a:pt x="68104" y="496212"/>
                  </a:lnTo>
                  <a:lnTo>
                    <a:pt x="67455" y="495970"/>
                  </a:lnTo>
                  <a:lnTo>
                    <a:pt x="67378" y="495687"/>
                  </a:lnTo>
                  <a:lnTo>
                    <a:pt x="67261" y="495447"/>
                  </a:lnTo>
                  <a:lnTo>
                    <a:pt x="67091" y="495346"/>
                  </a:lnTo>
                  <a:lnTo>
                    <a:pt x="66914" y="495267"/>
                  </a:lnTo>
                  <a:lnTo>
                    <a:pt x="66784" y="495219"/>
                  </a:lnTo>
                  <a:lnTo>
                    <a:pt x="66398" y="495055"/>
                  </a:lnTo>
                  <a:lnTo>
                    <a:pt x="66196" y="494969"/>
                  </a:lnTo>
                  <a:lnTo>
                    <a:pt x="65907" y="494664"/>
                  </a:lnTo>
                  <a:lnTo>
                    <a:pt x="65867" y="494088"/>
                  </a:lnTo>
                  <a:lnTo>
                    <a:pt x="65781" y="493705"/>
                  </a:lnTo>
                  <a:lnTo>
                    <a:pt x="65651" y="493578"/>
                  </a:lnTo>
                  <a:lnTo>
                    <a:pt x="65403" y="493495"/>
                  </a:lnTo>
                  <a:lnTo>
                    <a:pt x="65246" y="493446"/>
                  </a:lnTo>
                  <a:lnTo>
                    <a:pt x="64838" y="492989"/>
                  </a:lnTo>
                  <a:lnTo>
                    <a:pt x="64583" y="493072"/>
                  </a:lnTo>
                  <a:lnTo>
                    <a:pt x="64347" y="493207"/>
                  </a:lnTo>
                  <a:lnTo>
                    <a:pt x="64146" y="493140"/>
                  </a:lnTo>
                  <a:lnTo>
                    <a:pt x="63930" y="493068"/>
                  </a:lnTo>
                  <a:lnTo>
                    <a:pt x="63476" y="493024"/>
                  </a:lnTo>
                  <a:lnTo>
                    <a:pt x="63039" y="493069"/>
                  </a:lnTo>
                  <a:lnTo>
                    <a:pt x="62815" y="492672"/>
                  </a:lnTo>
                  <a:lnTo>
                    <a:pt x="62557" y="492335"/>
                  </a:lnTo>
                  <a:lnTo>
                    <a:pt x="62496" y="492138"/>
                  </a:lnTo>
                  <a:lnTo>
                    <a:pt x="62764" y="491664"/>
                  </a:lnTo>
                  <a:lnTo>
                    <a:pt x="62494" y="491510"/>
                  </a:lnTo>
                  <a:lnTo>
                    <a:pt x="62228" y="491459"/>
                  </a:lnTo>
                  <a:lnTo>
                    <a:pt x="61929" y="491381"/>
                  </a:lnTo>
                  <a:lnTo>
                    <a:pt x="61649" y="491146"/>
                  </a:lnTo>
                  <a:lnTo>
                    <a:pt x="61098" y="490856"/>
                  </a:lnTo>
                  <a:lnTo>
                    <a:pt x="60929" y="490518"/>
                  </a:lnTo>
                  <a:lnTo>
                    <a:pt x="61181" y="490386"/>
                  </a:lnTo>
                  <a:lnTo>
                    <a:pt x="61386" y="490227"/>
                  </a:lnTo>
                  <a:lnTo>
                    <a:pt x="61485" y="490038"/>
                  </a:lnTo>
                  <a:lnTo>
                    <a:pt x="61551" y="489477"/>
                  </a:lnTo>
                  <a:lnTo>
                    <a:pt x="61765" y="488897"/>
                  </a:lnTo>
                  <a:lnTo>
                    <a:pt x="61808" y="488741"/>
                  </a:lnTo>
                  <a:lnTo>
                    <a:pt x="61927" y="488487"/>
                  </a:lnTo>
                  <a:lnTo>
                    <a:pt x="62097" y="487894"/>
                  </a:lnTo>
                  <a:lnTo>
                    <a:pt x="61979" y="487185"/>
                  </a:lnTo>
                  <a:lnTo>
                    <a:pt x="61619" y="486735"/>
                  </a:lnTo>
                  <a:lnTo>
                    <a:pt x="61596" y="486485"/>
                  </a:lnTo>
                  <a:lnTo>
                    <a:pt x="61760" y="485902"/>
                  </a:lnTo>
                  <a:lnTo>
                    <a:pt x="61846" y="485716"/>
                  </a:lnTo>
                  <a:lnTo>
                    <a:pt x="61900" y="485293"/>
                  </a:lnTo>
                  <a:lnTo>
                    <a:pt x="61287" y="484799"/>
                  </a:lnTo>
                  <a:lnTo>
                    <a:pt x="61048" y="484771"/>
                  </a:lnTo>
                  <a:lnTo>
                    <a:pt x="60706" y="484628"/>
                  </a:lnTo>
                  <a:lnTo>
                    <a:pt x="60508" y="484312"/>
                  </a:lnTo>
                  <a:lnTo>
                    <a:pt x="60424" y="484120"/>
                  </a:lnTo>
                  <a:lnTo>
                    <a:pt x="60765" y="483386"/>
                  </a:lnTo>
                  <a:lnTo>
                    <a:pt x="60747" y="483229"/>
                  </a:lnTo>
                  <a:lnTo>
                    <a:pt x="60660" y="482981"/>
                  </a:lnTo>
                  <a:lnTo>
                    <a:pt x="59959" y="482756"/>
                  </a:lnTo>
                  <a:lnTo>
                    <a:pt x="59750" y="482876"/>
                  </a:lnTo>
                  <a:lnTo>
                    <a:pt x="59568" y="482956"/>
                  </a:lnTo>
                  <a:lnTo>
                    <a:pt x="59314" y="482576"/>
                  </a:lnTo>
                  <a:lnTo>
                    <a:pt x="58692" y="482338"/>
                  </a:lnTo>
                  <a:lnTo>
                    <a:pt x="58386" y="482168"/>
                  </a:lnTo>
                  <a:lnTo>
                    <a:pt x="58190" y="482511"/>
                  </a:lnTo>
                  <a:lnTo>
                    <a:pt x="57581" y="482928"/>
                  </a:lnTo>
                  <a:lnTo>
                    <a:pt x="57319" y="482839"/>
                  </a:lnTo>
                  <a:lnTo>
                    <a:pt x="57169" y="482789"/>
                  </a:lnTo>
                  <a:lnTo>
                    <a:pt x="56976" y="482726"/>
                  </a:lnTo>
                  <a:lnTo>
                    <a:pt x="56798" y="482681"/>
                  </a:lnTo>
                  <a:lnTo>
                    <a:pt x="56250" y="482650"/>
                  </a:lnTo>
                  <a:lnTo>
                    <a:pt x="56056" y="482838"/>
                  </a:lnTo>
                  <a:lnTo>
                    <a:pt x="55718" y="483015"/>
                  </a:lnTo>
                  <a:lnTo>
                    <a:pt x="54804" y="483221"/>
                  </a:lnTo>
                  <a:lnTo>
                    <a:pt x="54381" y="482407"/>
                  </a:lnTo>
                  <a:lnTo>
                    <a:pt x="54144" y="482337"/>
                  </a:lnTo>
                  <a:lnTo>
                    <a:pt x="54000" y="482411"/>
                  </a:lnTo>
                  <a:lnTo>
                    <a:pt x="53542" y="482398"/>
                  </a:lnTo>
                  <a:lnTo>
                    <a:pt x="53147" y="482266"/>
                  </a:lnTo>
                  <a:lnTo>
                    <a:pt x="52926" y="482286"/>
                  </a:lnTo>
                  <a:lnTo>
                    <a:pt x="52638" y="482345"/>
                  </a:lnTo>
                  <a:lnTo>
                    <a:pt x="51886" y="482919"/>
                  </a:lnTo>
                  <a:lnTo>
                    <a:pt x="50991" y="482898"/>
                  </a:lnTo>
                  <a:lnTo>
                    <a:pt x="50626" y="482869"/>
                  </a:lnTo>
                  <a:lnTo>
                    <a:pt x="50240" y="482894"/>
                  </a:lnTo>
                  <a:lnTo>
                    <a:pt x="50146" y="483052"/>
                  </a:lnTo>
                  <a:lnTo>
                    <a:pt x="49734" y="483344"/>
                  </a:lnTo>
                  <a:lnTo>
                    <a:pt x="49726" y="482866"/>
                  </a:lnTo>
                  <a:lnTo>
                    <a:pt x="49742" y="482702"/>
                  </a:lnTo>
                  <a:lnTo>
                    <a:pt x="49691" y="482313"/>
                  </a:lnTo>
                  <a:lnTo>
                    <a:pt x="49533" y="481739"/>
                  </a:lnTo>
                  <a:lnTo>
                    <a:pt x="49284" y="481780"/>
                  </a:lnTo>
                  <a:lnTo>
                    <a:pt x="49146" y="481803"/>
                  </a:lnTo>
                  <a:lnTo>
                    <a:pt x="48730" y="481835"/>
                  </a:lnTo>
                  <a:lnTo>
                    <a:pt x="48558" y="481841"/>
                  </a:lnTo>
                  <a:lnTo>
                    <a:pt x="48413" y="481837"/>
                  </a:lnTo>
                  <a:lnTo>
                    <a:pt x="48245" y="481801"/>
                  </a:lnTo>
                  <a:lnTo>
                    <a:pt x="47785" y="481697"/>
                  </a:lnTo>
                  <a:lnTo>
                    <a:pt x="47635" y="481901"/>
                  </a:lnTo>
                  <a:lnTo>
                    <a:pt x="47248" y="482124"/>
                  </a:lnTo>
                  <a:lnTo>
                    <a:pt x="46866" y="482489"/>
                  </a:lnTo>
                  <a:lnTo>
                    <a:pt x="46374" y="482862"/>
                  </a:lnTo>
                  <a:lnTo>
                    <a:pt x="46201" y="482957"/>
                  </a:lnTo>
                  <a:lnTo>
                    <a:pt x="45973" y="483021"/>
                  </a:lnTo>
                  <a:lnTo>
                    <a:pt x="45625" y="483401"/>
                  </a:lnTo>
                  <a:lnTo>
                    <a:pt x="45549" y="483564"/>
                  </a:lnTo>
                  <a:lnTo>
                    <a:pt x="45139" y="483857"/>
                  </a:lnTo>
                  <a:lnTo>
                    <a:pt x="44427" y="483917"/>
                  </a:lnTo>
                  <a:lnTo>
                    <a:pt x="44270" y="483932"/>
                  </a:lnTo>
                  <a:lnTo>
                    <a:pt x="44101" y="484048"/>
                  </a:lnTo>
                  <a:lnTo>
                    <a:pt x="43834" y="484194"/>
                  </a:lnTo>
                  <a:lnTo>
                    <a:pt x="43265" y="484132"/>
                  </a:lnTo>
                  <a:lnTo>
                    <a:pt x="42772" y="484019"/>
                  </a:lnTo>
                  <a:lnTo>
                    <a:pt x="42021" y="484027"/>
                  </a:lnTo>
                  <a:lnTo>
                    <a:pt x="41627" y="484409"/>
                  </a:lnTo>
                  <a:lnTo>
                    <a:pt x="41037" y="484758"/>
                  </a:lnTo>
                  <a:lnTo>
                    <a:pt x="40969" y="484600"/>
                  </a:lnTo>
                  <a:lnTo>
                    <a:pt x="40356" y="484635"/>
                  </a:lnTo>
                  <a:lnTo>
                    <a:pt x="40082" y="484682"/>
                  </a:lnTo>
                  <a:lnTo>
                    <a:pt x="39663" y="484804"/>
                  </a:lnTo>
                  <a:lnTo>
                    <a:pt x="39504" y="484850"/>
                  </a:lnTo>
                  <a:lnTo>
                    <a:pt x="38918" y="485181"/>
                  </a:lnTo>
                  <a:lnTo>
                    <a:pt x="38773" y="485594"/>
                  </a:lnTo>
                  <a:lnTo>
                    <a:pt x="38500" y="485585"/>
                  </a:lnTo>
                  <a:lnTo>
                    <a:pt x="38088" y="485569"/>
                  </a:lnTo>
                  <a:lnTo>
                    <a:pt x="37952" y="485564"/>
                  </a:lnTo>
                  <a:lnTo>
                    <a:pt x="37215" y="485306"/>
                  </a:lnTo>
                  <a:lnTo>
                    <a:pt x="37054" y="485695"/>
                  </a:lnTo>
                  <a:lnTo>
                    <a:pt x="36966" y="486079"/>
                  </a:lnTo>
                  <a:lnTo>
                    <a:pt x="36725" y="486298"/>
                  </a:lnTo>
                  <a:lnTo>
                    <a:pt x="36261" y="486716"/>
                  </a:lnTo>
                  <a:lnTo>
                    <a:pt x="36002" y="486922"/>
                  </a:lnTo>
                  <a:lnTo>
                    <a:pt x="35860" y="487015"/>
                  </a:lnTo>
                  <a:lnTo>
                    <a:pt x="35680" y="487006"/>
                  </a:lnTo>
                  <a:lnTo>
                    <a:pt x="35437" y="486943"/>
                  </a:lnTo>
                  <a:lnTo>
                    <a:pt x="35160" y="487026"/>
                  </a:lnTo>
                  <a:lnTo>
                    <a:pt x="34678" y="486693"/>
                  </a:lnTo>
                  <a:lnTo>
                    <a:pt x="34353" y="486155"/>
                  </a:lnTo>
                  <a:lnTo>
                    <a:pt x="34413" y="485869"/>
                  </a:lnTo>
                  <a:lnTo>
                    <a:pt x="34349" y="485664"/>
                  </a:lnTo>
                  <a:lnTo>
                    <a:pt x="34211" y="485660"/>
                  </a:lnTo>
                  <a:lnTo>
                    <a:pt x="33869" y="485295"/>
                  </a:lnTo>
                  <a:lnTo>
                    <a:pt x="33674" y="485049"/>
                  </a:lnTo>
                  <a:lnTo>
                    <a:pt x="33227" y="484762"/>
                  </a:lnTo>
                  <a:lnTo>
                    <a:pt x="33025" y="484632"/>
                  </a:lnTo>
                  <a:lnTo>
                    <a:pt x="32508" y="484506"/>
                  </a:lnTo>
                  <a:lnTo>
                    <a:pt x="32268" y="484545"/>
                  </a:lnTo>
                  <a:lnTo>
                    <a:pt x="31671" y="484642"/>
                  </a:lnTo>
                  <a:lnTo>
                    <a:pt x="31458" y="484510"/>
                  </a:lnTo>
                  <a:lnTo>
                    <a:pt x="31217" y="484350"/>
                  </a:lnTo>
                  <a:lnTo>
                    <a:pt x="30961" y="484391"/>
                  </a:lnTo>
                  <a:lnTo>
                    <a:pt x="30765" y="484632"/>
                  </a:lnTo>
                  <a:lnTo>
                    <a:pt x="30106" y="484659"/>
                  </a:lnTo>
                  <a:lnTo>
                    <a:pt x="29903" y="484401"/>
                  </a:lnTo>
                  <a:lnTo>
                    <a:pt x="29776" y="484008"/>
                  </a:lnTo>
                  <a:lnTo>
                    <a:pt x="29474" y="483593"/>
                  </a:lnTo>
                  <a:lnTo>
                    <a:pt x="29220" y="483555"/>
                  </a:lnTo>
                  <a:lnTo>
                    <a:pt x="28906" y="483729"/>
                  </a:lnTo>
                  <a:lnTo>
                    <a:pt x="28380" y="483707"/>
                  </a:lnTo>
                  <a:lnTo>
                    <a:pt x="27859" y="483479"/>
                  </a:lnTo>
                  <a:lnTo>
                    <a:pt x="27545" y="483615"/>
                  </a:lnTo>
                  <a:lnTo>
                    <a:pt x="27058" y="483626"/>
                  </a:lnTo>
                  <a:lnTo>
                    <a:pt x="26787" y="483635"/>
                  </a:lnTo>
                  <a:lnTo>
                    <a:pt x="26559" y="483651"/>
                  </a:lnTo>
                  <a:lnTo>
                    <a:pt x="25971" y="483008"/>
                  </a:lnTo>
                  <a:lnTo>
                    <a:pt x="25361" y="482906"/>
                  </a:lnTo>
                  <a:lnTo>
                    <a:pt x="25331" y="482769"/>
                  </a:lnTo>
                  <a:lnTo>
                    <a:pt x="25167" y="482567"/>
                  </a:lnTo>
                  <a:lnTo>
                    <a:pt x="24996" y="482510"/>
                  </a:lnTo>
                  <a:lnTo>
                    <a:pt x="24212" y="482478"/>
                  </a:lnTo>
                  <a:lnTo>
                    <a:pt x="23912" y="482437"/>
                  </a:lnTo>
                  <a:lnTo>
                    <a:pt x="23626" y="481821"/>
                  </a:lnTo>
                  <a:lnTo>
                    <a:pt x="23416" y="481762"/>
                  </a:lnTo>
                  <a:lnTo>
                    <a:pt x="23073" y="481476"/>
                  </a:lnTo>
                  <a:lnTo>
                    <a:pt x="22944" y="481352"/>
                  </a:lnTo>
                  <a:lnTo>
                    <a:pt x="22663" y="481149"/>
                  </a:lnTo>
                  <a:lnTo>
                    <a:pt x="22409" y="481052"/>
                  </a:lnTo>
                  <a:lnTo>
                    <a:pt x="22373" y="480843"/>
                  </a:lnTo>
                  <a:lnTo>
                    <a:pt x="22352" y="480652"/>
                  </a:lnTo>
                  <a:lnTo>
                    <a:pt x="22331" y="480352"/>
                  </a:lnTo>
                  <a:lnTo>
                    <a:pt x="22043" y="480307"/>
                  </a:lnTo>
                  <a:lnTo>
                    <a:pt x="21994" y="480027"/>
                  </a:lnTo>
                  <a:lnTo>
                    <a:pt x="22094" y="479786"/>
                  </a:lnTo>
                  <a:lnTo>
                    <a:pt x="22251" y="479716"/>
                  </a:lnTo>
                  <a:lnTo>
                    <a:pt x="22818" y="479523"/>
                  </a:lnTo>
                  <a:lnTo>
                    <a:pt x="22950" y="479517"/>
                  </a:lnTo>
                  <a:lnTo>
                    <a:pt x="23205" y="478649"/>
                  </a:lnTo>
                  <a:lnTo>
                    <a:pt x="23107" y="478327"/>
                  </a:lnTo>
                  <a:lnTo>
                    <a:pt x="23168" y="477963"/>
                  </a:lnTo>
                  <a:lnTo>
                    <a:pt x="22747" y="477949"/>
                  </a:lnTo>
                  <a:lnTo>
                    <a:pt x="22099" y="477564"/>
                  </a:lnTo>
                  <a:lnTo>
                    <a:pt x="21879" y="477364"/>
                  </a:lnTo>
                  <a:lnTo>
                    <a:pt x="21671" y="477078"/>
                  </a:lnTo>
                  <a:lnTo>
                    <a:pt x="21566" y="476933"/>
                  </a:lnTo>
                  <a:lnTo>
                    <a:pt x="21454" y="476501"/>
                  </a:lnTo>
                  <a:lnTo>
                    <a:pt x="21203" y="476405"/>
                  </a:lnTo>
                  <a:lnTo>
                    <a:pt x="20605" y="476511"/>
                  </a:lnTo>
                  <a:lnTo>
                    <a:pt x="20393" y="476583"/>
                  </a:lnTo>
                  <a:lnTo>
                    <a:pt x="20430" y="476919"/>
                  </a:lnTo>
                  <a:lnTo>
                    <a:pt x="20104" y="477311"/>
                  </a:lnTo>
                  <a:lnTo>
                    <a:pt x="20087" y="477519"/>
                  </a:lnTo>
                  <a:lnTo>
                    <a:pt x="20005" y="477701"/>
                  </a:lnTo>
                  <a:lnTo>
                    <a:pt x="19299" y="477665"/>
                  </a:lnTo>
                  <a:lnTo>
                    <a:pt x="19133" y="477445"/>
                  </a:lnTo>
                  <a:lnTo>
                    <a:pt x="18719" y="477164"/>
                  </a:lnTo>
                  <a:lnTo>
                    <a:pt x="18417" y="476845"/>
                  </a:lnTo>
                  <a:lnTo>
                    <a:pt x="18226" y="476834"/>
                  </a:lnTo>
                  <a:lnTo>
                    <a:pt x="17993" y="477122"/>
                  </a:lnTo>
                  <a:lnTo>
                    <a:pt x="17890" y="477346"/>
                  </a:lnTo>
                  <a:lnTo>
                    <a:pt x="17576" y="477515"/>
                  </a:lnTo>
                  <a:lnTo>
                    <a:pt x="17373" y="477625"/>
                  </a:lnTo>
                  <a:lnTo>
                    <a:pt x="16986" y="477804"/>
                  </a:lnTo>
                  <a:lnTo>
                    <a:pt x="16456" y="477652"/>
                  </a:lnTo>
                  <a:lnTo>
                    <a:pt x="16091" y="477550"/>
                  </a:lnTo>
                  <a:lnTo>
                    <a:pt x="15725" y="477479"/>
                  </a:lnTo>
                  <a:lnTo>
                    <a:pt x="15058" y="477538"/>
                  </a:lnTo>
                  <a:lnTo>
                    <a:pt x="14829" y="477620"/>
                  </a:lnTo>
                  <a:lnTo>
                    <a:pt x="14421" y="477699"/>
                  </a:lnTo>
                  <a:lnTo>
                    <a:pt x="13809" y="478212"/>
                  </a:lnTo>
                  <a:lnTo>
                    <a:pt x="13272" y="477964"/>
                  </a:lnTo>
                  <a:lnTo>
                    <a:pt x="13091" y="477877"/>
                  </a:lnTo>
                  <a:lnTo>
                    <a:pt x="12862" y="477977"/>
                  </a:lnTo>
                  <a:lnTo>
                    <a:pt x="12741" y="478500"/>
                  </a:lnTo>
                  <a:lnTo>
                    <a:pt x="12819" y="478640"/>
                  </a:lnTo>
                  <a:lnTo>
                    <a:pt x="12940" y="478939"/>
                  </a:lnTo>
                  <a:lnTo>
                    <a:pt x="12750" y="479079"/>
                  </a:lnTo>
                  <a:lnTo>
                    <a:pt x="12588" y="479512"/>
                  </a:lnTo>
                  <a:lnTo>
                    <a:pt x="12731" y="479864"/>
                  </a:lnTo>
                  <a:lnTo>
                    <a:pt x="12418" y="480202"/>
                  </a:lnTo>
                  <a:lnTo>
                    <a:pt x="12250" y="480313"/>
                  </a:lnTo>
                  <a:lnTo>
                    <a:pt x="12168" y="480607"/>
                  </a:lnTo>
                  <a:lnTo>
                    <a:pt x="11604" y="480994"/>
                  </a:lnTo>
                  <a:lnTo>
                    <a:pt x="11402" y="481066"/>
                  </a:lnTo>
                  <a:lnTo>
                    <a:pt x="11135" y="481201"/>
                  </a:lnTo>
                  <a:lnTo>
                    <a:pt x="10911" y="480682"/>
                  </a:lnTo>
                  <a:lnTo>
                    <a:pt x="10246" y="480625"/>
                  </a:lnTo>
                  <a:lnTo>
                    <a:pt x="10031" y="480428"/>
                  </a:lnTo>
                  <a:lnTo>
                    <a:pt x="9872" y="480431"/>
                  </a:lnTo>
                  <a:lnTo>
                    <a:pt x="9581" y="480769"/>
                  </a:lnTo>
                  <a:lnTo>
                    <a:pt x="9143" y="480920"/>
                  </a:lnTo>
                  <a:lnTo>
                    <a:pt x="8734" y="480797"/>
                  </a:lnTo>
                  <a:lnTo>
                    <a:pt x="8347" y="481040"/>
                  </a:lnTo>
                  <a:lnTo>
                    <a:pt x="8158" y="481316"/>
                  </a:lnTo>
                  <a:lnTo>
                    <a:pt x="7644" y="481548"/>
                  </a:lnTo>
                  <a:lnTo>
                    <a:pt x="7265" y="481949"/>
                  </a:lnTo>
                  <a:lnTo>
                    <a:pt x="6640" y="482357"/>
                  </a:lnTo>
                  <a:lnTo>
                    <a:pt x="6292" y="482485"/>
                  </a:lnTo>
                  <a:lnTo>
                    <a:pt x="6044" y="482620"/>
                  </a:lnTo>
                  <a:lnTo>
                    <a:pt x="5720" y="482984"/>
                  </a:lnTo>
                  <a:lnTo>
                    <a:pt x="5567" y="482955"/>
                  </a:lnTo>
                  <a:lnTo>
                    <a:pt x="5137" y="483226"/>
                  </a:lnTo>
                  <a:lnTo>
                    <a:pt x="4600" y="483362"/>
                  </a:lnTo>
                  <a:lnTo>
                    <a:pt x="3894" y="483289"/>
                  </a:lnTo>
                  <a:lnTo>
                    <a:pt x="3828" y="483157"/>
                  </a:lnTo>
                  <a:lnTo>
                    <a:pt x="3835" y="482992"/>
                  </a:lnTo>
                  <a:lnTo>
                    <a:pt x="3813" y="482685"/>
                  </a:lnTo>
                  <a:lnTo>
                    <a:pt x="3747" y="482335"/>
                  </a:lnTo>
                  <a:lnTo>
                    <a:pt x="3497" y="482079"/>
                  </a:lnTo>
                  <a:lnTo>
                    <a:pt x="3120" y="482264"/>
                  </a:lnTo>
                  <a:lnTo>
                    <a:pt x="2825" y="482265"/>
                  </a:lnTo>
                  <a:lnTo>
                    <a:pt x="2548" y="481952"/>
                  </a:lnTo>
                  <a:lnTo>
                    <a:pt x="2493" y="481763"/>
                  </a:lnTo>
                  <a:lnTo>
                    <a:pt x="2626" y="481044"/>
                  </a:lnTo>
                  <a:lnTo>
                    <a:pt x="2760" y="480906"/>
                  </a:lnTo>
                  <a:lnTo>
                    <a:pt x="2969" y="480619"/>
                  </a:lnTo>
                  <a:lnTo>
                    <a:pt x="2479" y="479659"/>
                  </a:lnTo>
                  <a:lnTo>
                    <a:pt x="2416" y="479205"/>
                  </a:lnTo>
                  <a:lnTo>
                    <a:pt x="1863" y="479418"/>
                  </a:lnTo>
                  <a:lnTo>
                    <a:pt x="1677" y="479362"/>
                  </a:lnTo>
                  <a:lnTo>
                    <a:pt x="1538" y="479097"/>
                  </a:lnTo>
                  <a:lnTo>
                    <a:pt x="1466" y="478849"/>
                  </a:lnTo>
                  <a:lnTo>
                    <a:pt x="1604" y="478384"/>
                  </a:lnTo>
                  <a:lnTo>
                    <a:pt x="1586" y="478103"/>
                  </a:lnTo>
                  <a:lnTo>
                    <a:pt x="1347" y="477679"/>
                  </a:lnTo>
                  <a:lnTo>
                    <a:pt x="1261" y="477251"/>
                  </a:lnTo>
                  <a:lnTo>
                    <a:pt x="1199" y="476860"/>
                  </a:lnTo>
                  <a:lnTo>
                    <a:pt x="853" y="476388"/>
                  </a:lnTo>
                  <a:lnTo>
                    <a:pt x="458" y="476216"/>
                  </a:lnTo>
                  <a:lnTo>
                    <a:pt x="279" y="475946"/>
                  </a:lnTo>
                  <a:lnTo>
                    <a:pt x="47" y="475541"/>
                  </a:lnTo>
                  <a:lnTo>
                    <a:pt x="0" y="475182"/>
                  </a:lnTo>
                  <a:lnTo>
                    <a:pt x="60" y="474930"/>
                  </a:lnTo>
                  <a:lnTo>
                    <a:pt x="155" y="474307"/>
                  </a:lnTo>
                  <a:lnTo>
                    <a:pt x="322" y="474115"/>
                  </a:lnTo>
                  <a:lnTo>
                    <a:pt x="678" y="473810"/>
                  </a:lnTo>
                  <a:lnTo>
                    <a:pt x="1273" y="473728"/>
                  </a:lnTo>
                  <a:lnTo>
                    <a:pt x="1764" y="474318"/>
                  </a:lnTo>
                  <a:lnTo>
                    <a:pt x="2157" y="474190"/>
                  </a:lnTo>
                  <a:lnTo>
                    <a:pt x="2824" y="474287"/>
                  </a:lnTo>
                  <a:lnTo>
                    <a:pt x="3124" y="474669"/>
                  </a:lnTo>
                  <a:lnTo>
                    <a:pt x="3286" y="475243"/>
                  </a:lnTo>
                  <a:lnTo>
                    <a:pt x="3545" y="475391"/>
                  </a:lnTo>
                  <a:lnTo>
                    <a:pt x="3906" y="475545"/>
                  </a:lnTo>
                  <a:lnTo>
                    <a:pt x="4266" y="475372"/>
                  </a:lnTo>
                  <a:lnTo>
                    <a:pt x="4446" y="475289"/>
                  </a:lnTo>
                  <a:lnTo>
                    <a:pt x="5082" y="475401"/>
                  </a:lnTo>
                  <a:lnTo>
                    <a:pt x="5307" y="475393"/>
                  </a:lnTo>
                  <a:lnTo>
                    <a:pt x="5647" y="475317"/>
                  </a:lnTo>
                  <a:lnTo>
                    <a:pt x="6266" y="474703"/>
                  </a:lnTo>
                  <a:lnTo>
                    <a:pt x="6481" y="474560"/>
                  </a:lnTo>
                  <a:lnTo>
                    <a:pt x="6725" y="474418"/>
                  </a:lnTo>
                  <a:lnTo>
                    <a:pt x="7067" y="474423"/>
                  </a:lnTo>
                  <a:lnTo>
                    <a:pt x="7340" y="474448"/>
                  </a:lnTo>
                  <a:lnTo>
                    <a:pt x="7903" y="474392"/>
                  </a:lnTo>
                  <a:lnTo>
                    <a:pt x="8275" y="474036"/>
                  </a:lnTo>
                  <a:lnTo>
                    <a:pt x="8445" y="474062"/>
                  </a:lnTo>
                  <a:lnTo>
                    <a:pt x="8885" y="474332"/>
                  </a:lnTo>
                  <a:lnTo>
                    <a:pt x="9018" y="474413"/>
                  </a:lnTo>
                  <a:lnTo>
                    <a:pt x="9154" y="474420"/>
                  </a:lnTo>
                  <a:lnTo>
                    <a:pt x="9486" y="474189"/>
                  </a:lnTo>
                  <a:lnTo>
                    <a:pt x="9740" y="473838"/>
                  </a:lnTo>
                  <a:lnTo>
                    <a:pt x="10286" y="473538"/>
                  </a:lnTo>
                  <a:lnTo>
                    <a:pt x="10797" y="473374"/>
                  </a:lnTo>
                  <a:lnTo>
                    <a:pt x="11021" y="473178"/>
                  </a:lnTo>
                  <a:lnTo>
                    <a:pt x="11562" y="473083"/>
                  </a:lnTo>
                  <a:lnTo>
                    <a:pt x="12189" y="472880"/>
                  </a:lnTo>
                  <a:lnTo>
                    <a:pt x="12399" y="472619"/>
                  </a:lnTo>
                  <a:lnTo>
                    <a:pt x="12555" y="472338"/>
                  </a:lnTo>
                  <a:lnTo>
                    <a:pt x="12886" y="472100"/>
                  </a:lnTo>
                  <a:lnTo>
                    <a:pt x="13127" y="472238"/>
                  </a:lnTo>
                  <a:lnTo>
                    <a:pt x="13290" y="472360"/>
                  </a:lnTo>
                  <a:lnTo>
                    <a:pt x="13597" y="472463"/>
                  </a:lnTo>
                  <a:lnTo>
                    <a:pt x="14131" y="472843"/>
                  </a:lnTo>
                  <a:lnTo>
                    <a:pt x="14301" y="472792"/>
                  </a:lnTo>
                  <a:lnTo>
                    <a:pt x="14503" y="472633"/>
                  </a:lnTo>
                  <a:lnTo>
                    <a:pt x="14504" y="472311"/>
                  </a:lnTo>
                  <a:lnTo>
                    <a:pt x="14522" y="472147"/>
                  </a:lnTo>
                  <a:lnTo>
                    <a:pt x="14749" y="471859"/>
                  </a:lnTo>
                  <a:lnTo>
                    <a:pt x="14886" y="471830"/>
                  </a:lnTo>
                  <a:lnTo>
                    <a:pt x="15379" y="471322"/>
                  </a:lnTo>
                  <a:lnTo>
                    <a:pt x="15531" y="471042"/>
                  </a:lnTo>
                  <a:lnTo>
                    <a:pt x="15882" y="470686"/>
                  </a:lnTo>
                  <a:lnTo>
                    <a:pt x="16258" y="470531"/>
                  </a:lnTo>
                  <a:lnTo>
                    <a:pt x="16501" y="470465"/>
                  </a:lnTo>
                  <a:lnTo>
                    <a:pt x="16543" y="470329"/>
                  </a:lnTo>
                  <a:lnTo>
                    <a:pt x="16872" y="469060"/>
                  </a:lnTo>
                  <a:lnTo>
                    <a:pt x="16755" y="468554"/>
                  </a:lnTo>
                  <a:lnTo>
                    <a:pt x="16543" y="468316"/>
                  </a:lnTo>
                  <a:lnTo>
                    <a:pt x="16321" y="468073"/>
                  </a:lnTo>
                  <a:lnTo>
                    <a:pt x="16192" y="467801"/>
                  </a:lnTo>
                  <a:lnTo>
                    <a:pt x="16351" y="467292"/>
                  </a:lnTo>
                  <a:lnTo>
                    <a:pt x="16887" y="467095"/>
                  </a:lnTo>
                  <a:lnTo>
                    <a:pt x="16695" y="466699"/>
                  </a:lnTo>
                  <a:lnTo>
                    <a:pt x="16420" y="466053"/>
                  </a:lnTo>
                  <a:lnTo>
                    <a:pt x="16455" y="465586"/>
                  </a:lnTo>
                  <a:lnTo>
                    <a:pt x="16643" y="465405"/>
                  </a:lnTo>
                  <a:lnTo>
                    <a:pt x="16795" y="465321"/>
                  </a:lnTo>
                  <a:lnTo>
                    <a:pt x="17168" y="465222"/>
                  </a:lnTo>
                  <a:lnTo>
                    <a:pt x="16915" y="464897"/>
                  </a:lnTo>
                  <a:lnTo>
                    <a:pt x="16196" y="464375"/>
                  </a:lnTo>
                  <a:lnTo>
                    <a:pt x="16698" y="464296"/>
                  </a:lnTo>
                  <a:lnTo>
                    <a:pt x="16763" y="464102"/>
                  </a:lnTo>
                  <a:lnTo>
                    <a:pt x="16811" y="463759"/>
                  </a:lnTo>
                  <a:lnTo>
                    <a:pt x="16431" y="463927"/>
                  </a:lnTo>
                  <a:lnTo>
                    <a:pt x="15963" y="464222"/>
                  </a:lnTo>
                  <a:lnTo>
                    <a:pt x="15544" y="463786"/>
                  </a:lnTo>
                  <a:lnTo>
                    <a:pt x="15905" y="463324"/>
                  </a:lnTo>
                  <a:lnTo>
                    <a:pt x="16096" y="463265"/>
                  </a:lnTo>
                  <a:lnTo>
                    <a:pt x="16305" y="463242"/>
                  </a:lnTo>
                  <a:lnTo>
                    <a:pt x="16583" y="462260"/>
                  </a:lnTo>
                  <a:lnTo>
                    <a:pt x="16957" y="461491"/>
                  </a:lnTo>
                  <a:lnTo>
                    <a:pt x="17172" y="461600"/>
                  </a:lnTo>
                  <a:lnTo>
                    <a:pt x="17266" y="461935"/>
                  </a:lnTo>
                  <a:lnTo>
                    <a:pt x="17216" y="462146"/>
                  </a:lnTo>
                  <a:lnTo>
                    <a:pt x="16904" y="462544"/>
                  </a:lnTo>
                  <a:lnTo>
                    <a:pt x="17161" y="462599"/>
                  </a:lnTo>
                  <a:lnTo>
                    <a:pt x="17532" y="462688"/>
                  </a:lnTo>
                  <a:lnTo>
                    <a:pt x="17330" y="462917"/>
                  </a:lnTo>
                  <a:lnTo>
                    <a:pt x="17398" y="463310"/>
                  </a:lnTo>
                  <a:lnTo>
                    <a:pt x="17573" y="463583"/>
                  </a:lnTo>
                  <a:lnTo>
                    <a:pt x="17735" y="463646"/>
                  </a:lnTo>
                  <a:lnTo>
                    <a:pt x="18016" y="463750"/>
                  </a:lnTo>
                  <a:lnTo>
                    <a:pt x="18495" y="463787"/>
                  </a:lnTo>
                  <a:lnTo>
                    <a:pt x="18538" y="463650"/>
                  </a:lnTo>
                  <a:lnTo>
                    <a:pt x="18498" y="462977"/>
                  </a:lnTo>
                  <a:lnTo>
                    <a:pt x="18395" y="462568"/>
                  </a:lnTo>
                  <a:lnTo>
                    <a:pt x="18191" y="462075"/>
                  </a:lnTo>
                  <a:lnTo>
                    <a:pt x="18169" y="461499"/>
                  </a:lnTo>
                  <a:lnTo>
                    <a:pt x="17843" y="460948"/>
                  </a:lnTo>
                  <a:lnTo>
                    <a:pt x="17644" y="460990"/>
                  </a:lnTo>
                  <a:lnTo>
                    <a:pt x="17288" y="460951"/>
                  </a:lnTo>
                  <a:lnTo>
                    <a:pt x="17210" y="460723"/>
                  </a:lnTo>
                  <a:lnTo>
                    <a:pt x="17580" y="460648"/>
                  </a:lnTo>
                  <a:lnTo>
                    <a:pt x="17320" y="460484"/>
                  </a:lnTo>
                  <a:lnTo>
                    <a:pt x="17148" y="460190"/>
                  </a:lnTo>
                  <a:lnTo>
                    <a:pt x="16570" y="459659"/>
                  </a:lnTo>
                  <a:lnTo>
                    <a:pt x="15976" y="459571"/>
                  </a:lnTo>
                  <a:lnTo>
                    <a:pt x="15607" y="459681"/>
                  </a:lnTo>
                  <a:lnTo>
                    <a:pt x="15445" y="459735"/>
                  </a:lnTo>
                  <a:lnTo>
                    <a:pt x="14938" y="459815"/>
                  </a:lnTo>
                  <a:lnTo>
                    <a:pt x="14737" y="459939"/>
                  </a:lnTo>
                  <a:lnTo>
                    <a:pt x="14200" y="460019"/>
                  </a:lnTo>
                  <a:lnTo>
                    <a:pt x="13962" y="459894"/>
                  </a:lnTo>
                  <a:lnTo>
                    <a:pt x="13647" y="459609"/>
                  </a:lnTo>
                  <a:lnTo>
                    <a:pt x="13576" y="459462"/>
                  </a:lnTo>
                  <a:lnTo>
                    <a:pt x="13354" y="459238"/>
                  </a:lnTo>
                  <a:lnTo>
                    <a:pt x="13173" y="459116"/>
                  </a:lnTo>
                  <a:lnTo>
                    <a:pt x="12000" y="458815"/>
                  </a:lnTo>
                  <a:lnTo>
                    <a:pt x="11595" y="458585"/>
                  </a:lnTo>
                  <a:lnTo>
                    <a:pt x="11461" y="458168"/>
                  </a:lnTo>
                  <a:lnTo>
                    <a:pt x="11515" y="457881"/>
                  </a:lnTo>
                  <a:lnTo>
                    <a:pt x="11275" y="457817"/>
                  </a:lnTo>
                  <a:lnTo>
                    <a:pt x="10923" y="457787"/>
                  </a:lnTo>
                  <a:lnTo>
                    <a:pt x="10771" y="457757"/>
                  </a:lnTo>
                  <a:lnTo>
                    <a:pt x="10449" y="457685"/>
                  </a:lnTo>
                  <a:lnTo>
                    <a:pt x="9905" y="457612"/>
                  </a:lnTo>
                  <a:lnTo>
                    <a:pt x="9857" y="457446"/>
                  </a:lnTo>
                  <a:lnTo>
                    <a:pt x="9524" y="456700"/>
                  </a:lnTo>
                  <a:lnTo>
                    <a:pt x="9850" y="456531"/>
                  </a:lnTo>
                  <a:lnTo>
                    <a:pt x="10100" y="456495"/>
                  </a:lnTo>
                  <a:lnTo>
                    <a:pt x="10253" y="456178"/>
                  </a:lnTo>
                  <a:lnTo>
                    <a:pt x="9450" y="455130"/>
                  </a:lnTo>
                  <a:lnTo>
                    <a:pt x="9080" y="454803"/>
                  </a:lnTo>
                  <a:lnTo>
                    <a:pt x="9087" y="454659"/>
                  </a:lnTo>
                  <a:lnTo>
                    <a:pt x="9096" y="454491"/>
                  </a:lnTo>
                  <a:lnTo>
                    <a:pt x="8822" y="454298"/>
                  </a:lnTo>
                  <a:lnTo>
                    <a:pt x="8246" y="453541"/>
                  </a:lnTo>
                  <a:lnTo>
                    <a:pt x="8288" y="453089"/>
                  </a:lnTo>
                  <a:lnTo>
                    <a:pt x="8512" y="453033"/>
                  </a:lnTo>
                  <a:lnTo>
                    <a:pt x="9090" y="452939"/>
                  </a:lnTo>
                  <a:lnTo>
                    <a:pt x="9316" y="452958"/>
                  </a:lnTo>
                  <a:lnTo>
                    <a:pt x="9337" y="453166"/>
                  </a:lnTo>
                  <a:lnTo>
                    <a:pt x="9403" y="453362"/>
                  </a:lnTo>
                  <a:lnTo>
                    <a:pt x="9692" y="453510"/>
                  </a:lnTo>
                  <a:lnTo>
                    <a:pt x="9895" y="453614"/>
                  </a:lnTo>
                  <a:lnTo>
                    <a:pt x="10148" y="453665"/>
                  </a:lnTo>
                  <a:lnTo>
                    <a:pt x="10397" y="453713"/>
                  </a:lnTo>
                  <a:lnTo>
                    <a:pt x="10711" y="453680"/>
                  </a:lnTo>
                  <a:lnTo>
                    <a:pt x="10691" y="453516"/>
                  </a:lnTo>
                  <a:lnTo>
                    <a:pt x="10868" y="453266"/>
                  </a:lnTo>
                  <a:lnTo>
                    <a:pt x="11341" y="453382"/>
                  </a:lnTo>
                  <a:lnTo>
                    <a:pt x="12587" y="453587"/>
                  </a:lnTo>
                  <a:lnTo>
                    <a:pt x="12773" y="453572"/>
                  </a:lnTo>
                  <a:lnTo>
                    <a:pt x="13028" y="453172"/>
                  </a:lnTo>
                  <a:lnTo>
                    <a:pt x="13088" y="452880"/>
                  </a:lnTo>
                  <a:lnTo>
                    <a:pt x="13053" y="452680"/>
                  </a:lnTo>
                  <a:lnTo>
                    <a:pt x="13122" y="452355"/>
                  </a:lnTo>
                  <a:lnTo>
                    <a:pt x="13215" y="452105"/>
                  </a:lnTo>
                  <a:lnTo>
                    <a:pt x="13279" y="451620"/>
                  </a:lnTo>
                  <a:lnTo>
                    <a:pt x="13308" y="451392"/>
                  </a:lnTo>
                  <a:lnTo>
                    <a:pt x="13305" y="451032"/>
                  </a:lnTo>
                  <a:lnTo>
                    <a:pt x="13251" y="450854"/>
                  </a:lnTo>
                  <a:lnTo>
                    <a:pt x="13192" y="450667"/>
                  </a:lnTo>
                  <a:lnTo>
                    <a:pt x="12922" y="450240"/>
                  </a:lnTo>
                  <a:lnTo>
                    <a:pt x="13255" y="449894"/>
                  </a:lnTo>
                  <a:lnTo>
                    <a:pt x="13302" y="449392"/>
                  </a:lnTo>
                  <a:lnTo>
                    <a:pt x="13459" y="448585"/>
                  </a:lnTo>
                  <a:lnTo>
                    <a:pt x="13580" y="448368"/>
                  </a:lnTo>
                  <a:lnTo>
                    <a:pt x="13967" y="448137"/>
                  </a:lnTo>
                  <a:lnTo>
                    <a:pt x="14297" y="447878"/>
                  </a:lnTo>
                  <a:lnTo>
                    <a:pt x="14713" y="447578"/>
                  </a:lnTo>
                  <a:lnTo>
                    <a:pt x="14837" y="447322"/>
                  </a:lnTo>
                  <a:lnTo>
                    <a:pt x="15077" y="446741"/>
                  </a:lnTo>
                  <a:lnTo>
                    <a:pt x="15381" y="446699"/>
                  </a:lnTo>
                  <a:lnTo>
                    <a:pt x="15547" y="446475"/>
                  </a:lnTo>
                  <a:lnTo>
                    <a:pt x="15656" y="446247"/>
                  </a:lnTo>
                  <a:lnTo>
                    <a:pt x="15688" y="446088"/>
                  </a:lnTo>
                  <a:lnTo>
                    <a:pt x="15678" y="445735"/>
                  </a:lnTo>
                  <a:lnTo>
                    <a:pt x="15871" y="445544"/>
                  </a:lnTo>
                  <a:lnTo>
                    <a:pt x="16003" y="445587"/>
                  </a:lnTo>
                  <a:lnTo>
                    <a:pt x="16400" y="445938"/>
                  </a:lnTo>
                  <a:lnTo>
                    <a:pt x="16580" y="445844"/>
                  </a:lnTo>
                  <a:lnTo>
                    <a:pt x="16968" y="445466"/>
                  </a:lnTo>
                  <a:lnTo>
                    <a:pt x="17716" y="444545"/>
                  </a:lnTo>
                  <a:lnTo>
                    <a:pt x="17863" y="444408"/>
                  </a:lnTo>
                  <a:lnTo>
                    <a:pt x="18032" y="444197"/>
                  </a:lnTo>
                  <a:lnTo>
                    <a:pt x="18081" y="443965"/>
                  </a:lnTo>
                  <a:lnTo>
                    <a:pt x="18128" y="443706"/>
                  </a:lnTo>
                  <a:lnTo>
                    <a:pt x="18017" y="443352"/>
                  </a:lnTo>
                  <a:lnTo>
                    <a:pt x="18514" y="443434"/>
                  </a:lnTo>
                  <a:lnTo>
                    <a:pt x="18698" y="443428"/>
                  </a:lnTo>
                  <a:lnTo>
                    <a:pt x="18961" y="443450"/>
                  </a:lnTo>
                  <a:lnTo>
                    <a:pt x="19190" y="443699"/>
                  </a:lnTo>
                  <a:lnTo>
                    <a:pt x="19841" y="443638"/>
                  </a:lnTo>
                  <a:lnTo>
                    <a:pt x="20130" y="443553"/>
                  </a:lnTo>
                  <a:lnTo>
                    <a:pt x="20314" y="443612"/>
                  </a:lnTo>
                  <a:lnTo>
                    <a:pt x="20311" y="443910"/>
                  </a:lnTo>
                  <a:lnTo>
                    <a:pt x="20478" y="444158"/>
                  </a:lnTo>
                  <a:lnTo>
                    <a:pt x="20691" y="444168"/>
                  </a:lnTo>
                  <a:lnTo>
                    <a:pt x="21213" y="443623"/>
                  </a:lnTo>
                  <a:lnTo>
                    <a:pt x="21531" y="443576"/>
                  </a:lnTo>
                  <a:lnTo>
                    <a:pt x="21933" y="443794"/>
                  </a:lnTo>
                  <a:lnTo>
                    <a:pt x="22326" y="443654"/>
                  </a:lnTo>
                  <a:lnTo>
                    <a:pt x="22738" y="443348"/>
                  </a:lnTo>
                  <a:lnTo>
                    <a:pt x="22919" y="443215"/>
                  </a:lnTo>
                  <a:lnTo>
                    <a:pt x="23134" y="443356"/>
                  </a:lnTo>
                  <a:lnTo>
                    <a:pt x="23555" y="443571"/>
                  </a:lnTo>
                  <a:lnTo>
                    <a:pt x="23945" y="443751"/>
                  </a:lnTo>
                  <a:lnTo>
                    <a:pt x="24328" y="443887"/>
                  </a:lnTo>
                  <a:lnTo>
                    <a:pt x="24600" y="443895"/>
                  </a:lnTo>
                  <a:lnTo>
                    <a:pt x="24594" y="444154"/>
                  </a:lnTo>
                  <a:lnTo>
                    <a:pt x="24224" y="444416"/>
                  </a:lnTo>
                  <a:lnTo>
                    <a:pt x="23738" y="444827"/>
                  </a:lnTo>
                  <a:lnTo>
                    <a:pt x="23818" y="445326"/>
                  </a:lnTo>
                  <a:lnTo>
                    <a:pt x="24010" y="445309"/>
                  </a:lnTo>
                  <a:lnTo>
                    <a:pt x="24336" y="445281"/>
                  </a:lnTo>
                  <a:lnTo>
                    <a:pt x="24463" y="445258"/>
                  </a:lnTo>
                  <a:lnTo>
                    <a:pt x="24698" y="445182"/>
                  </a:lnTo>
                  <a:lnTo>
                    <a:pt x="24989" y="444784"/>
                  </a:lnTo>
                  <a:lnTo>
                    <a:pt x="25019" y="445088"/>
                  </a:lnTo>
                  <a:lnTo>
                    <a:pt x="25095" y="445460"/>
                  </a:lnTo>
                  <a:lnTo>
                    <a:pt x="25207" y="445601"/>
                  </a:lnTo>
                  <a:lnTo>
                    <a:pt x="25805" y="445871"/>
                  </a:lnTo>
                  <a:lnTo>
                    <a:pt x="26078" y="446080"/>
                  </a:lnTo>
                  <a:lnTo>
                    <a:pt x="26433" y="446327"/>
                  </a:lnTo>
                  <a:lnTo>
                    <a:pt x="26991" y="446316"/>
                  </a:lnTo>
                  <a:lnTo>
                    <a:pt x="27395" y="445821"/>
                  </a:lnTo>
                  <a:lnTo>
                    <a:pt x="27541" y="445592"/>
                  </a:lnTo>
                  <a:lnTo>
                    <a:pt x="27750" y="445553"/>
                  </a:lnTo>
                  <a:lnTo>
                    <a:pt x="28049" y="445562"/>
                  </a:lnTo>
                  <a:lnTo>
                    <a:pt x="28299" y="445573"/>
                  </a:lnTo>
                  <a:lnTo>
                    <a:pt x="28713" y="445434"/>
                  </a:lnTo>
                  <a:lnTo>
                    <a:pt x="28780" y="445250"/>
                  </a:lnTo>
                  <a:lnTo>
                    <a:pt x="29080" y="444884"/>
                  </a:lnTo>
                  <a:lnTo>
                    <a:pt x="29333" y="444602"/>
                  </a:lnTo>
                  <a:lnTo>
                    <a:pt x="29541" y="444403"/>
                  </a:lnTo>
                  <a:lnTo>
                    <a:pt x="30303" y="443749"/>
                  </a:lnTo>
                  <a:lnTo>
                    <a:pt x="30855" y="443611"/>
                  </a:lnTo>
                  <a:lnTo>
                    <a:pt x="31065" y="443661"/>
                  </a:lnTo>
                  <a:lnTo>
                    <a:pt x="31356" y="443694"/>
                  </a:lnTo>
                  <a:lnTo>
                    <a:pt x="31747" y="444185"/>
                  </a:lnTo>
                  <a:lnTo>
                    <a:pt x="31912" y="444209"/>
                  </a:lnTo>
                  <a:lnTo>
                    <a:pt x="32537" y="444464"/>
                  </a:lnTo>
                  <a:lnTo>
                    <a:pt x="33029" y="444465"/>
                  </a:lnTo>
                  <a:lnTo>
                    <a:pt x="33675" y="443985"/>
                  </a:lnTo>
                  <a:lnTo>
                    <a:pt x="33945" y="443917"/>
                  </a:lnTo>
                  <a:lnTo>
                    <a:pt x="34120" y="443813"/>
                  </a:lnTo>
                  <a:lnTo>
                    <a:pt x="34097" y="443681"/>
                  </a:lnTo>
                  <a:lnTo>
                    <a:pt x="34056" y="443554"/>
                  </a:lnTo>
                  <a:lnTo>
                    <a:pt x="33988" y="443220"/>
                  </a:lnTo>
                  <a:lnTo>
                    <a:pt x="34380" y="443176"/>
                  </a:lnTo>
                  <a:lnTo>
                    <a:pt x="34658" y="443170"/>
                  </a:lnTo>
                  <a:lnTo>
                    <a:pt x="34983" y="443201"/>
                  </a:lnTo>
                  <a:lnTo>
                    <a:pt x="35336" y="443226"/>
                  </a:lnTo>
                  <a:lnTo>
                    <a:pt x="35605" y="443074"/>
                  </a:lnTo>
                  <a:lnTo>
                    <a:pt x="35848" y="443011"/>
                  </a:lnTo>
                  <a:lnTo>
                    <a:pt x="36477" y="443058"/>
                  </a:lnTo>
                  <a:lnTo>
                    <a:pt x="36849" y="443477"/>
                  </a:lnTo>
                  <a:lnTo>
                    <a:pt x="36858" y="443704"/>
                  </a:lnTo>
                  <a:lnTo>
                    <a:pt x="36867" y="443920"/>
                  </a:lnTo>
                  <a:lnTo>
                    <a:pt x="36913" y="444429"/>
                  </a:lnTo>
                  <a:lnTo>
                    <a:pt x="37147" y="444839"/>
                  </a:lnTo>
                  <a:lnTo>
                    <a:pt x="37135" y="445004"/>
                  </a:lnTo>
                  <a:lnTo>
                    <a:pt x="37076" y="445317"/>
                  </a:lnTo>
                  <a:lnTo>
                    <a:pt x="37045" y="445733"/>
                  </a:lnTo>
                  <a:lnTo>
                    <a:pt x="37095" y="446000"/>
                  </a:lnTo>
                  <a:lnTo>
                    <a:pt x="37173" y="446370"/>
                  </a:lnTo>
                  <a:lnTo>
                    <a:pt x="37477" y="446609"/>
                  </a:lnTo>
                  <a:lnTo>
                    <a:pt x="37658" y="446991"/>
                  </a:lnTo>
                  <a:lnTo>
                    <a:pt x="37694" y="447266"/>
                  </a:lnTo>
                  <a:lnTo>
                    <a:pt x="37931" y="447171"/>
                  </a:lnTo>
                  <a:lnTo>
                    <a:pt x="38400" y="446778"/>
                  </a:lnTo>
                  <a:lnTo>
                    <a:pt x="38567" y="446640"/>
                  </a:lnTo>
                  <a:lnTo>
                    <a:pt x="38733" y="446719"/>
                  </a:lnTo>
                  <a:lnTo>
                    <a:pt x="39027" y="446968"/>
                  </a:lnTo>
                  <a:lnTo>
                    <a:pt x="39105" y="447255"/>
                  </a:lnTo>
                  <a:lnTo>
                    <a:pt x="39236" y="447617"/>
                  </a:lnTo>
                  <a:lnTo>
                    <a:pt x="39606" y="447694"/>
                  </a:lnTo>
                  <a:lnTo>
                    <a:pt x="39971" y="447660"/>
                  </a:lnTo>
                  <a:lnTo>
                    <a:pt x="40257" y="447639"/>
                  </a:lnTo>
                  <a:lnTo>
                    <a:pt x="41045" y="447172"/>
                  </a:lnTo>
                  <a:lnTo>
                    <a:pt x="41166" y="446968"/>
                  </a:lnTo>
                  <a:lnTo>
                    <a:pt x="41221" y="446703"/>
                  </a:lnTo>
                  <a:lnTo>
                    <a:pt x="41238" y="446153"/>
                  </a:lnTo>
                  <a:lnTo>
                    <a:pt x="41110" y="445964"/>
                  </a:lnTo>
                  <a:lnTo>
                    <a:pt x="40963" y="445761"/>
                  </a:lnTo>
                  <a:lnTo>
                    <a:pt x="40895" y="445591"/>
                  </a:lnTo>
                  <a:lnTo>
                    <a:pt x="40888" y="445139"/>
                  </a:lnTo>
                  <a:lnTo>
                    <a:pt x="40931" y="444953"/>
                  </a:lnTo>
                  <a:lnTo>
                    <a:pt x="41092" y="444913"/>
                  </a:lnTo>
                  <a:lnTo>
                    <a:pt x="41286" y="444923"/>
                  </a:lnTo>
                  <a:lnTo>
                    <a:pt x="41829" y="445059"/>
                  </a:lnTo>
                  <a:lnTo>
                    <a:pt x="41929" y="444434"/>
                  </a:lnTo>
                  <a:lnTo>
                    <a:pt x="41967" y="443993"/>
                  </a:lnTo>
                  <a:lnTo>
                    <a:pt x="42006" y="443757"/>
                  </a:lnTo>
                  <a:lnTo>
                    <a:pt x="42006" y="443204"/>
                  </a:lnTo>
                  <a:lnTo>
                    <a:pt x="41977" y="442988"/>
                  </a:lnTo>
                  <a:lnTo>
                    <a:pt x="41985" y="442815"/>
                  </a:lnTo>
                  <a:lnTo>
                    <a:pt x="41356" y="442114"/>
                  </a:lnTo>
                  <a:lnTo>
                    <a:pt x="41046" y="441603"/>
                  </a:lnTo>
                  <a:lnTo>
                    <a:pt x="40802" y="441382"/>
                  </a:lnTo>
                  <a:lnTo>
                    <a:pt x="40947" y="441055"/>
                  </a:lnTo>
                  <a:lnTo>
                    <a:pt x="40902" y="440656"/>
                  </a:lnTo>
                  <a:lnTo>
                    <a:pt x="40646" y="440579"/>
                  </a:lnTo>
                  <a:lnTo>
                    <a:pt x="40366" y="440371"/>
                  </a:lnTo>
                  <a:lnTo>
                    <a:pt x="40015" y="439906"/>
                  </a:lnTo>
                  <a:lnTo>
                    <a:pt x="39688" y="439504"/>
                  </a:lnTo>
                  <a:lnTo>
                    <a:pt x="39009" y="439456"/>
                  </a:lnTo>
                  <a:lnTo>
                    <a:pt x="38821" y="439350"/>
                  </a:lnTo>
                  <a:lnTo>
                    <a:pt x="38595" y="439222"/>
                  </a:lnTo>
                  <a:lnTo>
                    <a:pt x="38255" y="439144"/>
                  </a:lnTo>
                  <a:lnTo>
                    <a:pt x="38134" y="438913"/>
                  </a:lnTo>
                  <a:lnTo>
                    <a:pt x="38149" y="438449"/>
                  </a:lnTo>
                  <a:lnTo>
                    <a:pt x="38365" y="438096"/>
                  </a:lnTo>
                  <a:lnTo>
                    <a:pt x="38202" y="437465"/>
                  </a:lnTo>
                  <a:lnTo>
                    <a:pt x="38267" y="437126"/>
                  </a:lnTo>
                  <a:lnTo>
                    <a:pt x="38274" y="436540"/>
                  </a:lnTo>
                  <a:lnTo>
                    <a:pt x="38249" y="436331"/>
                  </a:lnTo>
                  <a:lnTo>
                    <a:pt x="37791" y="435831"/>
                  </a:lnTo>
                  <a:lnTo>
                    <a:pt x="37364" y="435751"/>
                  </a:lnTo>
                  <a:lnTo>
                    <a:pt x="37270" y="435538"/>
                  </a:lnTo>
                  <a:lnTo>
                    <a:pt x="37310" y="435078"/>
                  </a:lnTo>
                  <a:lnTo>
                    <a:pt x="37356" y="434451"/>
                  </a:lnTo>
                  <a:lnTo>
                    <a:pt x="37528" y="433902"/>
                  </a:lnTo>
                  <a:lnTo>
                    <a:pt x="37921" y="433858"/>
                  </a:lnTo>
                  <a:lnTo>
                    <a:pt x="38264" y="433814"/>
                  </a:lnTo>
                  <a:lnTo>
                    <a:pt x="38380" y="433660"/>
                  </a:lnTo>
                  <a:lnTo>
                    <a:pt x="38769" y="433028"/>
                  </a:lnTo>
                  <a:lnTo>
                    <a:pt x="38654" y="432771"/>
                  </a:lnTo>
                  <a:lnTo>
                    <a:pt x="38432" y="432639"/>
                  </a:lnTo>
                  <a:lnTo>
                    <a:pt x="38178" y="432473"/>
                  </a:lnTo>
                  <a:lnTo>
                    <a:pt x="37980" y="432274"/>
                  </a:lnTo>
                  <a:lnTo>
                    <a:pt x="37924" y="432061"/>
                  </a:lnTo>
                  <a:lnTo>
                    <a:pt x="37884" y="431907"/>
                  </a:lnTo>
                  <a:lnTo>
                    <a:pt x="37372" y="431523"/>
                  </a:lnTo>
                  <a:lnTo>
                    <a:pt x="37336" y="431816"/>
                  </a:lnTo>
                  <a:lnTo>
                    <a:pt x="36869" y="432210"/>
                  </a:lnTo>
                  <a:lnTo>
                    <a:pt x="36727" y="432168"/>
                  </a:lnTo>
                  <a:lnTo>
                    <a:pt x="36538" y="432178"/>
                  </a:lnTo>
                  <a:lnTo>
                    <a:pt x="36050" y="432205"/>
                  </a:lnTo>
                  <a:lnTo>
                    <a:pt x="35748" y="431839"/>
                  </a:lnTo>
                  <a:lnTo>
                    <a:pt x="35851" y="431129"/>
                  </a:lnTo>
                  <a:lnTo>
                    <a:pt x="35527" y="430656"/>
                  </a:lnTo>
                  <a:lnTo>
                    <a:pt x="35421" y="430400"/>
                  </a:lnTo>
                  <a:lnTo>
                    <a:pt x="35908" y="430233"/>
                  </a:lnTo>
                  <a:lnTo>
                    <a:pt x="36266" y="429797"/>
                  </a:lnTo>
                  <a:lnTo>
                    <a:pt x="36368" y="429578"/>
                  </a:lnTo>
                  <a:lnTo>
                    <a:pt x="36560" y="429449"/>
                  </a:lnTo>
                  <a:lnTo>
                    <a:pt x="36772" y="429306"/>
                  </a:lnTo>
                  <a:lnTo>
                    <a:pt x="36890" y="429090"/>
                  </a:lnTo>
                  <a:lnTo>
                    <a:pt x="36827" y="428795"/>
                  </a:lnTo>
                  <a:lnTo>
                    <a:pt x="36933" y="428583"/>
                  </a:lnTo>
                  <a:lnTo>
                    <a:pt x="37335" y="428319"/>
                  </a:lnTo>
                  <a:lnTo>
                    <a:pt x="37602" y="428202"/>
                  </a:lnTo>
                  <a:lnTo>
                    <a:pt x="37685" y="427989"/>
                  </a:lnTo>
                  <a:lnTo>
                    <a:pt x="37753" y="427814"/>
                  </a:lnTo>
                  <a:lnTo>
                    <a:pt x="37739" y="427512"/>
                  </a:lnTo>
                  <a:lnTo>
                    <a:pt x="38086" y="426548"/>
                  </a:lnTo>
                  <a:lnTo>
                    <a:pt x="38024" y="426182"/>
                  </a:lnTo>
                  <a:lnTo>
                    <a:pt x="37740" y="425746"/>
                  </a:lnTo>
                  <a:lnTo>
                    <a:pt x="37714" y="425451"/>
                  </a:lnTo>
                  <a:lnTo>
                    <a:pt x="37712" y="425228"/>
                  </a:lnTo>
                  <a:lnTo>
                    <a:pt x="37764" y="425059"/>
                  </a:lnTo>
                  <a:lnTo>
                    <a:pt x="38282" y="424901"/>
                  </a:lnTo>
                  <a:lnTo>
                    <a:pt x="38370" y="424620"/>
                  </a:lnTo>
                  <a:lnTo>
                    <a:pt x="38388" y="424451"/>
                  </a:lnTo>
                  <a:lnTo>
                    <a:pt x="38707" y="423935"/>
                  </a:lnTo>
                  <a:lnTo>
                    <a:pt x="39011" y="423673"/>
                  </a:lnTo>
                  <a:lnTo>
                    <a:pt x="39209" y="423188"/>
                  </a:lnTo>
                  <a:lnTo>
                    <a:pt x="39051" y="422735"/>
                  </a:lnTo>
                  <a:lnTo>
                    <a:pt x="38874" y="422377"/>
                  </a:lnTo>
                  <a:lnTo>
                    <a:pt x="38829" y="421937"/>
                  </a:lnTo>
                  <a:lnTo>
                    <a:pt x="39122" y="421541"/>
                  </a:lnTo>
                  <a:lnTo>
                    <a:pt x="39543" y="421559"/>
                  </a:lnTo>
                  <a:lnTo>
                    <a:pt x="39953" y="421638"/>
                  </a:lnTo>
                  <a:lnTo>
                    <a:pt x="40275" y="421593"/>
                  </a:lnTo>
                  <a:lnTo>
                    <a:pt x="41002" y="421642"/>
                  </a:lnTo>
                  <a:lnTo>
                    <a:pt x="41234" y="421604"/>
                  </a:lnTo>
                  <a:lnTo>
                    <a:pt x="41770" y="420626"/>
                  </a:lnTo>
                  <a:lnTo>
                    <a:pt x="42052" y="420226"/>
                  </a:lnTo>
                  <a:lnTo>
                    <a:pt x="42152" y="419902"/>
                  </a:lnTo>
                  <a:lnTo>
                    <a:pt x="42051" y="419699"/>
                  </a:lnTo>
                  <a:lnTo>
                    <a:pt x="41601" y="418955"/>
                  </a:lnTo>
                  <a:lnTo>
                    <a:pt x="41336" y="418590"/>
                  </a:lnTo>
                  <a:lnTo>
                    <a:pt x="41247" y="418320"/>
                  </a:lnTo>
                  <a:lnTo>
                    <a:pt x="41058" y="417514"/>
                  </a:lnTo>
                  <a:lnTo>
                    <a:pt x="41048" y="417221"/>
                  </a:lnTo>
                  <a:lnTo>
                    <a:pt x="41061" y="416876"/>
                  </a:lnTo>
                  <a:lnTo>
                    <a:pt x="41068" y="416711"/>
                  </a:lnTo>
                  <a:lnTo>
                    <a:pt x="41058" y="416523"/>
                  </a:lnTo>
                  <a:lnTo>
                    <a:pt x="40712" y="416320"/>
                  </a:lnTo>
                  <a:lnTo>
                    <a:pt x="40413" y="415604"/>
                  </a:lnTo>
                  <a:lnTo>
                    <a:pt x="40034" y="415322"/>
                  </a:lnTo>
                  <a:lnTo>
                    <a:pt x="39860" y="415281"/>
                  </a:lnTo>
                  <a:lnTo>
                    <a:pt x="39755" y="415606"/>
                  </a:lnTo>
                  <a:lnTo>
                    <a:pt x="39653" y="415853"/>
                  </a:lnTo>
                  <a:lnTo>
                    <a:pt x="39050" y="415872"/>
                  </a:lnTo>
                  <a:lnTo>
                    <a:pt x="38760" y="415781"/>
                  </a:lnTo>
                  <a:lnTo>
                    <a:pt x="38841" y="415073"/>
                  </a:lnTo>
                  <a:lnTo>
                    <a:pt x="39044" y="414826"/>
                  </a:lnTo>
                  <a:lnTo>
                    <a:pt x="39220" y="414226"/>
                  </a:lnTo>
                  <a:lnTo>
                    <a:pt x="39953" y="413491"/>
                  </a:lnTo>
                  <a:lnTo>
                    <a:pt x="40265" y="413721"/>
                  </a:lnTo>
                  <a:lnTo>
                    <a:pt x="40430" y="413934"/>
                  </a:lnTo>
                  <a:lnTo>
                    <a:pt x="41253" y="414096"/>
                  </a:lnTo>
                  <a:lnTo>
                    <a:pt x="41753" y="414194"/>
                  </a:lnTo>
                  <a:lnTo>
                    <a:pt x="41865" y="414335"/>
                  </a:lnTo>
                  <a:lnTo>
                    <a:pt x="41955" y="414509"/>
                  </a:lnTo>
                  <a:lnTo>
                    <a:pt x="42066" y="415198"/>
                  </a:lnTo>
                  <a:lnTo>
                    <a:pt x="42423" y="415463"/>
                  </a:lnTo>
                  <a:lnTo>
                    <a:pt x="42623" y="415212"/>
                  </a:lnTo>
                  <a:lnTo>
                    <a:pt x="42929" y="415002"/>
                  </a:lnTo>
                  <a:lnTo>
                    <a:pt x="43453" y="414862"/>
                  </a:lnTo>
                  <a:lnTo>
                    <a:pt x="43630" y="414953"/>
                  </a:lnTo>
                  <a:lnTo>
                    <a:pt x="43742" y="415128"/>
                  </a:lnTo>
                  <a:lnTo>
                    <a:pt x="43931" y="415282"/>
                  </a:lnTo>
                  <a:lnTo>
                    <a:pt x="44295" y="415531"/>
                  </a:lnTo>
                  <a:lnTo>
                    <a:pt x="44599" y="415660"/>
                  </a:lnTo>
                  <a:lnTo>
                    <a:pt x="45142" y="415521"/>
                  </a:lnTo>
                  <a:lnTo>
                    <a:pt x="45457" y="415437"/>
                  </a:lnTo>
                  <a:lnTo>
                    <a:pt x="45817" y="415258"/>
                  </a:lnTo>
                  <a:lnTo>
                    <a:pt x="45855" y="414774"/>
                  </a:lnTo>
                  <a:lnTo>
                    <a:pt x="46585" y="414369"/>
                  </a:lnTo>
                  <a:lnTo>
                    <a:pt x="46639" y="413459"/>
                  </a:lnTo>
                  <a:lnTo>
                    <a:pt x="46668" y="413208"/>
                  </a:lnTo>
                  <a:lnTo>
                    <a:pt x="46682" y="413080"/>
                  </a:lnTo>
                  <a:lnTo>
                    <a:pt x="46698" y="412509"/>
                  </a:lnTo>
                  <a:lnTo>
                    <a:pt x="46602" y="412186"/>
                  </a:lnTo>
                  <a:lnTo>
                    <a:pt x="46359" y="412136"/>
                  </a:lnTo>
                  <a:lnTo>
                    <a:pt x="46057" y="411775"/>
                  </a:lnTo>
                  <a:lnTo>
                    <a:pt x="46183" y="411550"/>
                  </a:lnTo>
                  <a:lnTo>
                    <a:pt x="46372" y="411408"/>
                  </a:lnTo>
                  <a:lnTo>
                    <a:pt x="46907" y="411220"/>
                  </a:lnTo>
                  <a:lnTo>
                    <a:pt x="47284" y="410924"/>
                  </a:lnTo>
                  <a:lnTo>
                    <a:pt x="47327" y="410774"/>
                  </a:lnTo>
                  <a:lnTo>
                    <a:pt x="47293" y="410203"/>
                  </a:lnTo>
                  <a:lnTo>
                    <a:pt x="46085" y="410030"/>
                  </a:lnTo>
                  <a:lnTo>
                    <a:pt x="45706" y="409648"/>
                  </a:lnTo>
                  <a:lnTo>
                    <a:pt x="44494" y="409361"/>
                  </a:lnTo>
                  <a:lnTo>
                    <a:pt x="44200" y="409048"/>
                  </a:lnTo>
                  <a:lnTo>
                    <a:pt x="44020" y="408769"/>
                  </a:lnTo>
                  <a:lnTo>
                    <a:pt x="43859" y="408637"/>
                  </a:lnTo>
                  <a:lnTo>
                    <a:pt x="43683" y="408346"/>
                  </a:lnTo>
                  <a:lnTo>
                    <a:pt x="43669" y="408211"/>
                  </a:lnTo>
                  <a:lnTo>
                    <a:pt x="43403" y="407468"/>
                  </a:lnTo>
                  <a:lnTo>
                    <a:pt x="43460" y="406793"/>
                  </a:lnTo>
                  <a:lnTo>
                    <a:pt x="43151" y="406555"/>
                  </a:lnTo>
                  <a:lnTo>
                    <a:pt x="42819" y="406823"/>
                  </a:lnTo>
                  <a:lnTo>
                    <a:pt x="42385" y="406458"/>
                  </a:lnTo>
                  <a:lnTo>
                    <a:pt x="42570" y="406070"/>
                  </a:lnTo>
                  <a:lnTo>
                    <a:pt x="42429" y="406106"/>
                  </a:lnTo>
                  <a:lnTo>
                    <a:pt x="42115" y="405798"/>
                  </a:lnTo>
                  <a:lnTo>
                    <a:pt x="41821" y="405703"/>
                  </a:lnTo>
                  <a:lnTo>
                    <a:pt x="41647" y="405747"/>
                  </a:lnTo>
                  <a:lnTo>
                    <a:pt x="41558" y="405222"/>
                  </a:lnTo>
                  <a:lnTo>
                    <a:pt x="40820" y="405047"/>
                  </a:lnTo>
                  <a:lnTo>
                    <a:pt x="40635" y="405250"/>
                  </a:lnTo>
                  <a:lnTo>
                    <a:pt x="40488" y="405174"/>
                  </a:lnTo>
                  <a:lnTo>
                    <a:pt x="40485" y="405042"/>
                  </a:lnTo>
                  <a:lnTo>
                    <a:pt x="40258" y="404860"/>
                  </a:lnTo>
                  <a:lnTo>
                    <a:pt x="40005" y="404844"/>
                  </a:lnTo>
                  <a:lnTo>
                    <a:pt x="39757" y="404766"/>
                  </a:lnTo>
                  <a:lnTo>
                    <a:pt x="39333" y="404510"/>
                  </a:lnTo>
                  <a:lnTo>
                    <a:pt x="39323" y="404165"/>
                  </a:lnTo>
                  <a:lnTo>
                    <a:pt x="38982" y="404058"/>
                  </a:lnTo>
                  <a:lnTo>
                    <a:pt x="38795" y="403985"/>
                  </a:lnTo>
                  <a:lnTo>
                    <a:pt x="38656" y="403931"/>
                  </a:lnTo>
                  <a:lnTo>
                    <a:pt x="38443" y="403842"/>
                  </a:lnTo>
                  <a:lnTo>
                    <a:pt x="38187" y="403585"/>
                  </a:lnTo>
                  <a:lnTo>
                    <a:pt x="38015" y="403626"/>
                  </a:lnTo>
                  <a:lnTo>
                    <a:pt x="37704" y="403535"/>
                  </a:lnTo>
                  <a:lnTo>
                    <a:pt x="37568" y="403243"/>
                  </a:lnTo>
                  <a:lnTo>
                    <a:pt x="37044" y="403233"/>
                  </a:lnTo>
                  <a:lnTo>
                    <a:pt x="36701" y="403536"/>
                  </a:lnTo>
                  <a:lnTo>
                    <a:pt x="35543" y="403500"/>
                  </a:lnTo>
                  <a:lnTo>
                    <a:pt x="35230" y="403622"/>
                  </a:lnTo>
                  <a:lnTo>
                    <a:pt x="35084" y="403816"/>
                  </a:lnTo>
                  <a:lnTo>
                    <a:pt x="34888" y="404151"/>
                  </a:lnTo>
                  <a:lnTo>
                    <a:pt x="34717" y="404142"/>
                  </a:lnTo>
                  <a:lnTo>
                    <a:pt x="34468" y="404070"/>
                  </a:lnTo>
                  <a:lnTo>
                    <a:pt x="34444" y="403935"/>
                  </a:lnTo>
                  <a:lnTo>
                    <a:pt x="34412" y="403710"/>
                  </a:lnTo>
                  <a:lnTo>
                    <a:pt x="34018" y="403895"/>
                  </a:lnTo>
                  <a:lnTo>
                    <a:pt x="33586" y="403985"/>
                  </a:lnTo>
                  <a:lnTo>
                    <a:pt x="33346" y="403869"/>
                  </a:lnTo>
                  <a:lnTo>
                    <a:pt x="33107" y="403771"/>
                  </a:lnTo>
                  <a:lnTo>
                    <a:pt x="32806" y="403824"/>
                  </a:lnTo>
                  <a:lnTo>
                    <a:pt x="32668" y="403837"/>
                  </a:lnTo>
                  <a:lnTo>
                    <a:pt x="32497" y="403627"/>
                  </a:lnTo>
                  <a:lnTo>
                    <a:pt x="32657" y="402455"/>
                  </a:lnTo>
                  <a:lnTo>
                    <a:pt x="32851" y="401978"/>
                  </a:lnTo>
                  <a:lnTo>
                    <a:pt x="32653" y="401523"/>
                  </a:lnTo>
                  <a:lnTo>
                    <a:pt x="32231" y="401231"/>
                  </a:lnTo>
                  <a:lnTo>
                    <a:pt x="31935" y="401154"/>
                  </a:lnTo>
                  <a:lnTo>
                    <a:pt x="31578" y="400937"/>
                  </a:lnTo>
                  <a:lnTo>
                    <a:pt x="31938" y="400693"/>
                  </a:lnTo>
                  <a:lnTo>
                    <a:pt x="32204" y="400590"/>
                  </a:lnTo>
                  <a:lnTo>
                    <a:pt x="32664" y="400334"/>
                  </a:lnTo>
                  <a:lnTo>
                    <a:pt x="32843" y="400143"/>
                  </a:lnTo>
                  <a:lnTo>
                    <a:pt x="32969" y="400009"/>
                  </a:lnTo>
                  <a:lnTo>
                    <a:pt x="33286" y="399606"/>
                  </a:lnTo>
                  <a:lnTo>
                    <a:pt x="33474" y="399492"/>
                  </a:lnTo>
                  <a:lnTo>
                    <a:pt x="33895" y="399612"/>
                  </a:lnTo>
                  <a:lnTo>
                    <a:pt x="34213" y="399140"/>
                  </a:lnTo>
                  <a:lnTo>
                    <a:pt x="34364" y="399036"/>
                  </a:lnTo>
                  <a:lnTo>
                    <a:pt x="34570" y="399264"/>
                  </a:lnTo>
                  <a:lnTo>
                    <a:pt x="34688" y="399052"/>
                  </a:lnTo>
                  <a:lnTo>
                    <a:pt x="35028" y="398608"/>
                  </a:lnTo>
                  <a:lnTo>
                    <a:pt x="35253" y="398600"/>
                  </a:lnTo>
                  <a:lnTo>
                    <a:pt x="35414" y="398614"/>
                  </a:lnTo>
                  <a:lnTo>
                    <a:pt x="35607" y="398481"/>
                  </a:lnTo>
                  <a:lnTo>
                    <a:pt x="35726" y="398137"/>
                  </a:lnTo>
                  <a:lnTo>
                    <a:pt x="35994" y="397823"/>
                  </a:lnTo>
                  <a:lnTo>
                    <a:pt x="36693" y="398456"/>
                  </a:lnTo>
                  <a:lnTo>
                    <a:pt x="36808" y="398631"/>
                  </a:lnTo>
                  <a:lnTo>
                    <a:pt x="36961" y="398626"/>
                  </a:lnTo>
                  <a:lnTo>
                    <a:pt x="37418" y="398534"/>
                  </a:lnTo>
                  <a:lnTo>
                    <a:pt x="37607" y="398263"/>
                  </a:lnTo>
                  <a:lnTo>
                    <a:pt x="37709" y="397819"/>
                  </a:lnTo>
                  <a:lnTo>
                    <a:pt x="37377" y="397555"/>
                  </a:lnTo>
                  <a:lnTo>
                    <a:pt x="36958" y="397301"/>
                  </a:lnTo>
                  <a:lnTo>
                    <a:pt x="36976" y="397048"/>
                  </a:lnTo>
                  <a:lnTo>
                    <a:pt x="37062" y="396743"/>
                  </a:lnTo>
                  <a:lnTo>
                    <a:pt x="36914" y="396234"/>
                  </a:lnTo>
                  <a:lnTo>
                    <a:pt x="36894" y="395991"/>
                  </a:lnTo>
                  <a:lnTo>
                    <a:pt x="37107" y="395466"/>
                  </a:lnTo>
                  <a:lnTo>
                    <a:pt x="37631" y="395474"/>
                  </a:lnTo>
                  <a:lnTo>
                    <a:pt x="37863" y="395362"/>
                  </a:lnTo>
                  <a:lnTo>
                    <a:pt x="38434" y="394849"/>
                  </a:lnTo>
                  <a:lnTo>
                    <a:pt x="38826" y="394498"/>
                  </a:lnTo>
                  <a:lnTo>
                    <a:pt x="38813" y="394366"/>
                  </a:lnTo>
                  <a:lnTo>
                    <a:pt x="39038" y="393839"/>
                  </a:lnTo>
                  <a:lnTo>
                    <a:pt x="39518" y="393838"/>
                  </a:lnTo>
                  <a:lnTo>
                    <a:pt x="39915" y="393727"/>
                  </a:lnTo>
                  <a:lnTo>
                    <a:pt x="40190" y="393674"/>
                  </a:lnTo>
                  <a:lnTo>
                    <a:pt x="40645" y="393705"/>
                  </a:lnTo>
                  <a:lnTo>
                    <a:pt x="40786" y="393583"/>
                  </a:lnTo>
                  <a:lnTo>
                    <a:pt x="41304" y="392984"/>
                  </a:lnTo>
                  <a:lnTo>
                    <a:pt x="41475" y="392919"/>
                  </a:lnTo>
                  <a:lnTo>
                    <a:pt x="41775" y="392724"/>
                  </a:lnTo>
                  <a:lnTo>
                    <a:pt x="41872" y="392413"/>
                  </a:lnTo>
                  <a:lnTo>
                    <a:pt x="41911" y="392199"/>
                  </a:lnTo>
                  <a:lnTo>
                    <a:pt x="41837" y="391837"/>
                  </a:lnTo>
                  <a:lnTo>
                    <a:pt x="41390" y="391526"/>
                  </a:lnTo>
                  <a:lnTo>
                    <a:pt x="41420" y="391273"/>
                  </a:lnTo>
                  <a:lnTo>
                    <a:pt x="41223" y="390913"/>
                  </a:lnTo>
                  <a:lnTo>
                    <a:pt x="40999" y="390703"/>
                  </a:lnTo>
                  <a:lnTo>
                    <a:pt x="40887" y="390364"/>
                  </a:lnTo>
                  <a:lnTo>
                    <a:pt x="41055" y="390078"/>
                  </a:lnTo>
                  <a:lnTo>
                    <a:pt x="41150" y="389759"/>
                  </a:lnTo>
                  <a:lnTo>
                    <a:pt x="41201" y="389221"/>
                  </a:lnTo>
                  <a:lnTo>
                    <a:pt x="41120" y="388942"/>
                  </a:lnTo>
                  <a:lnTo>
                    <a:pt x="40762" y="388514"/>
                  </a:lnTo>
                  <a:lnTo>
                    <a:pt x="40583" y="388235"/>
                  </a:lnTo>
                  <a:lnTo>
                    <a:pt x="40147" y="387967"/>
                  </a:lnTo>
                  <a:lnTo>
                    <a:pt x="39934" y="388014"/>
                  </a:lnTo>
                  <a:lnTo>
                    <a:pt x="39789" y="387890"/>
                  </a:lnTo>
                  <a:lnTo>
                    <a:pt x="39468" y="387620"/>
                  </a:lnTo>
                  <a:lnTo>
                    <a:pt x="39345" y="387454"/>
                  </a:lnTo>
                  <a:lnTo>
                    <a:pt x="39268" y="387262"/>
                  </a:lnTo>
                  <a:lnTo>
                    <a:pt x="39379" y="386995"/>
                  </a:lnTo>
                  <a:lnTo>
                    <a:pt x="39525" y="386531"/>
                  </a:lnTo>
                  <a:lnTo>
                    <a:pt x="39021" y="385803"/>
                  </a:lnTo>
                  <a:lnTo>
                    <a:pt x="38453" y="385282"/>
                  </a:lnTo>
                  <a:lnTo>
                    <a:pt x="38526" y="384778"/>
                  </a:lnTo>
                  <a:lnTo>
                    <a:pt x="38612" y="384450"/>
                  </a:lnTo>
                  <a:lnTo>
                    <a:pt x="38210" y="383550"/>
                  </a:lnTo>
                  <a:lnTo>
                    <a:pt x="38266" y="383406"/>
                  </a:lnTo>
                  <a:lnTo>
                    <a:pt x="38552" y="383237"/>
                  </a:lnTo>
                  <a:lnTo>
                    <a:pt x="38927" y="382877"/>
                  </a:lnTo>
                  <a:lnTo>
                    <a:pt x="38648" y="382605"/>
                  </a:lnTo>
                  <a:lnTo>
                    <a:pt x="38692" y="382244"/>
                  </a:lnTo>
                  <a:lnTo>
                    <a:pt x="38573" y="381902"/>
                  </a:lnTo>
                  <a:lnTo>
                    <a:pt x="38433" y="381741"/>
                  </a:lnTo>
                  <a:lnTo>
                    <a:pt x="39159" y="381264"/>
                  </a:lnTo>
                  <a:lnTo>
                    <a:pt x="39414" y="381354"/>
                  </a:lnTo>
                  <a:lnTo>
                    <a:pt x="39679" y="381465"/>
                  </a:lnTo>
                  <a:lnTo>
                    <a:pt x="39919" y="381298"/>
                  </a:lnTo>
                  <a:lnTo>
                    <a:pt x="39895" y="381084"/>
                  </a:lnTo>
                  <a:lnTo>
                    <a:pt x="39933" y="380938"/>
                  </a:lnTo>
                  <a:lnTo>
                    <a:pt x="40083" y="380615"/>
                  </a:lnTo>
                  <a:lnTo>
                    <a:pt x="40195" y="380373"/>
                  </a:lnTo>
                  <a:lnTo>
                    <a:pt x="40623" y="379664"/>
                  </a:lnTo>
                  <a:lnTo>
                    <a:pt x="40596" y="379259"/>
                  </a:lnTo>
                  <a:lnTo>
                    <a:pt x="40464" y="379047"/>
                  </a:lnTo>
                  <a:lnTo>
                    <a:pt x="40566" y="378916"/>
                  </a:lnTo>
                  <a:lnTo>
                    <a:pt x="41516" y="379065"/>
                  </a:lnTo>
                  <a:lnTo>
                    <a:pt x="41686" y="378771"/>
                  </a:lnTo>
                  <a:lnTo>
                    <a:pt x="41845" y="378718"/>
                  </a:lnTo>
                  <a:lnTo>
                    <a:pt x="42122" y="378764"/>
                  </a:lnTo>
                  <a:lnTo>
                    <a:pt x="42376" y="378806"/>
                  </a:lnTo>
                  <a:lnTo>
                    <a:pt x="42935" y="379074"/>
                  </a:lnTo>
                  <a:lnTo>
                    <a:pt x="43507" y="379539"/>
                  </a:lnTo>
                  <a:lnTo>
                    <a:pt x="43660" y="379562"/>
                  </a:lnTo>
                  <a:lnTo>
                    <a:pt x="44893" y="379358"/>
                  </a:lnTo>
                  <a:lnTo>
                    <a:pt x="45380" y="379322"/>
                  </a:lnTo>
                  <a:lnTo>
                    <a:pt x="45764" y="379255"/>
                  </a:lnTo>
                  <a:lnTo>
                    <a:pt x="45925" y="379256"/>
                  </a:lnTo>
                  <a:lnTo>
                    <a:pt x="46550" y="379179"/>
                  </a:lnTo>
                  <a:lnTo>
                    <a:pt x="47152" y="378362"/>
                  </a:lnTo>
                  <a:lnTo>
                    <a:pt x="47356" y="378230"/>
                  </a:lnTo>
                  <a:lnTo>
                    <a:pt x="48204" y="378322"/>
                  </a:lnTo>
                  <a:lnTo>
                    <a:pt x="48487" y="378421"/>
                  </a:lnTo>
                  <a:lnTo>
                    <a:pt x="49348" y="378638"/>
                  </a:lnTo>
                  <a:lnTo>
                    <a:pt x="49513" y="378680"/>
                  </a:lnTo>
                  <a:lnTo>
                    <a:pt x="49969" y="378665"/>
                  </a:lnTo>
                  <a:lnTo>
                    <a:pt x="50340" y="378729"/>
                  </a:lnTo>
                  <a:lnTo>
                    <a:pt x="51092" y="379008"/>
                  </a:lnTo>
                  <a:lnTo>
                    <a:pt x="51242" y="379124"/>
                  </a:lnTo>
                  <a:lnTo>
                    <a:pt x="51427" y="379161"/>
                  </a:lnTo>
                  <a:lnTo>
                    <a:pt x="51873" y="379167"/>
                  </a:lnTo>
                  <a:lnTo>
                    <a:pt x="52226" y="379075"/>
                  </a:lnTo>
                  <a:lnTo>
                    <a:pt x="52502" y="378724"/>
                  </a:lnTo>
                  <a:lnTo>
                    <a:pt x="52747" y="378594"/>
                  </a:lnTo>
                  <a:lnTo>
                    <a:pt x="52911" y="378590"/>
                  </a:lnTo>
                  <a:lnTo>
                    <a:pt x="53645" y="378562"/>
                  </a:lnTo>
                  <a:lnTo>
                    <a:pt x="53789" y="378517"/>
                  </a:lnTo>
                  <a:lnTo>
                    <a:pt x="54363" y="378517"/>
                  </a:lnTo>
                  <a:lnTo>
                    <a:pt x="54879" y="379139"/>
                  </a:lnTo>
                  <a:lnTo>
                    <a:pt x="55647" y="378996"/>
                  </a:lnTo>
                  <a:lnTo>
                    <a:pt x="55860" y="379052"/>
                  </a:lnTo>
                  <a:lnTo>
                    <a:pt x="56050" y="379241"/>
                  </a:lnTo>
                  <a:lnTo>
                    <a:pt x="56294" y="379453"/>
                  </a:lnTo>
                  <a:lnTo>
                    <a:pt x="56425" y="379567"/>
                  </a:lnTo>
                  <a:lnTo>
                    <a:pt x="56602" y="379684"/>
                  </a:lnTo>
                  <a:lnTo>
                    <a:pt x="56820" y="379830"/>
                  </a:lnTo>
                  <a:lnTo>
                    <a:pt x="57422" y="379620"/>
                  </a:lnTo>
                  <a:lnTo>
                    <a:pt x="58008" y="380079"/>
                  </a:lnTo>
                  <a:lnTo>
                    <a:pt x="58336" y="380457"/>
                  </a:lnTo>
                  <a:lnTo>
                    <a:pt x="58562" y="381185"/>
                  </a:lnTo>
                  <a:lnTo>
                    <a:pt x="58514" y="381394"/>
                  </a:lnTo>
                  <a:lnTo>
                    <a:pt x="58861" y="381365"/>
                  </a:lnTo>
                  <a:lnTo>
                    <a:pt x="59476" y="381030"/>
                  </a:lnTo>
                  <a:lnTo>
                    <a:pt x="59708" y="380823"/>
                  </a:lnTo>
                  <a:lnTo>
                    <a:pt x="60101" y="380983"/>
                  </a:lnTo>
                  <a:lnTo>
                    <a:pt x="59990" y="381306"/>
                  </a:lnTo>
                  <a:lnTo>
                    <a:pt x="60052" y="381551"/>
                  </a:lnTo>
                  <a:lnTo>
                    <a:pt x="60198" y="381511"/>
                  </a:lnTo>
                  <a:lnTo>
                    <a:pt x="60350" y="381571"/>
                  </a:lnTo>
                  <a:lnTo>
                    <a:pt x="60432" y="381763"/>
                  </a:lnTo>
                  <a:lnTo>
                    <a:pt x="60768" y="381827"/>
                  </a:lnTo>
                  <a:lnTo>
                    <a:pt x="61023" y="381843"/>
                  </a:lnTo>
                  <a:lnTo>
                    <a:pt x="61217" y="381879"/>
                  </a:lnTo>
                  <a:lnTo>
                    <a:pt x="61677" y="382151"/>
                  </a:lnTo>
                  <a:lnTo>
                    <a:pt x="61783" y="382394"/>
                  </a:lnTo>
                  <a:lnTo>
                    <a:pt x="61861" y="382937"/>
                  </a:lnTo>
                  <a:lnTo>
                    <a:pt x="61713" y="383316"/>
                  </a:lnTo>
                  <a:lnTo>
                    <a:pt x="61535" y="383694"/>
                  </a:lnTo>
                  <a:lnTo>
                    <a:pt x="61662" y="383922"/>
                  </a:lnTo>
                  <a:lnTo>
                    <a:pt x="61968" y="384170"/>
                  </a:lnTo>
                  <a:lnTo>
                    <a:pt x="62065" y="384368"/>
                  </a:lnTo>
                  <a:lnTo>
                    <a:pt x="62240" y="384563"/>
                  </a:lnTo>
                  <a:lnTo>
                    <a:pt x="62949" y="385050"/>
                  </a:lnTo>
                  <a:lnTo>
                    <a:pt x="63407" y="385074"/>
                  </a:lnTo>
                  <a:lnTo>
                    <a:pt x="63684" y="384974"/>
                  </a:lnTo>
                  <a:lnTo>
                    <a:pt x="63979" y="385450"/>
                  </a:lnTo>
                  <a:lnTo>
                    <a:pt x="64167" y="385478"/>
                  </a:lnTo>
                  <a:lnTo>
                    <a:pt x="64461" y="385358"/>
                  </a:lnTo>
                  <a:lnTo>
                    <a:pt x="64941" y="385524"/>
                  </a:lnTo>
                  <a:lnTo>
                    <a:pt x="65072" y="385856"/>
                  </a:lnTo>
                  <a:lnTo>
                    <a:pt x="65159" y="386077"/>
                  </a:lnTo>
                  <a:lnTo>
                    <a:pt x="65315" y="386475"/>
                  </a:lnTo>
                  <a:lnTo>
                    <a:pt x="65371" y="386619"/>
                  </a:lnTo>
                  <a:lnTo>
                    <a:pt x="65230" y="387089"/>
                  </a:lnTo>
                  <a:lnTo>
                    <a:pt x="65222" y="387274"/>
                  </a:lnTo>
                  <a:lnTo>
                    <a:pt x="65472" y="387699"/>
                  </a:lnTo>
                  <a:lnTo>
                    <a:pt x="65653" y="387845"/>
                  </a:lnTo>
                  <a:lnTo>
                    <a:pt x="65999" y="387684"/>
                  </a:lnTo>
                  <a:lnTo>
                    <a:pt x="66243" y="387753"/>
                  </a:lnTo>
                  <a:lnTo>
                    <a:pt x="66497" y="387999"/>
                  </a:lnTo>
                  <a:lnTo>
                    <a:pt x="66748" y="388004"/>
                  </a:lnTo>
                  <a:lnTo>
                    <a:pt x="66907" y="387828"/>
                  </a:lnTo>
                  <a:lnTo>
                    <a:pt x="66978" y="387625"/>
                  </a:lnTo>
                  <a:lnTo>
                    <a:pt x="67111" y="387482"/>
                  </a:lnTo>
                  <a:lnTo>
                    <a:pt x="67519" y="387750"/>
                  </a:lnTo>
                  <a:lnTo>
                    <a:pt x="67942" y="387720"/>
                  </a:lnTo>
                  <a:lnTo>
                    <a:pt x="68193" y="387048"/>
                  </a:lnTo>
                  <a:lnTo>
                    <a:pt x="68404" y="386683"/>
                  </a:lnTo>
                  <a:lnTo>
                    <a:pt x="68860" y="386739"/>
                  </a:lnTo>
                  <a:lnTo>
                    <a:pt x="68935" y="386387"/>
                  </a:lnTo>
                  <a:lnTo>
                    <a:pt x="69176" y="385989"/>
                  </a:lnTo>
                  <a:lnTo>
                    <a:pt x="69873" y="385444"/>
                  </a:lnTo>
                  <a:lnTo>
                    <a:pt x="70147" y="385471"/>
                  </a:lnTo>
                  <a:lnTo>
                    <a:pt x="70298" y="385459"/>
                  </a:lnTo>
                  <a:lnTo>
                    <a:pt x="70514" y="385442"/>
                  </a:lnTo>
                  <a:lnTo>
                    <a:pt x="70928" y="385313"/>
                  </a:lnTo>
                  <a:lnTo>
                    <a:pt x="71349" y="385283"/>
                  </a:lnTo>
                  <a:lnTo>
                    <a:pt x="71577" y="385451"/>
                  </a:lnTo>
                  <a:lnTo>
                    <a:pt x="71626" y="385601"/>
                  </a:lnTo>
                  <a:lnTo>
                    <a:pt x="71972" y="385822"/>
                  </a:lnTo>
                  <a:lnTo>
                    <a:pt x="72135" y="386117"/>
                  </a:lnTo>
                  <a:lnTo>
                    <a:pt x="72407" y="386185"/>
                  </a:lnTo>
                  <a:lnTo>
                    <a:pt x="72851" y="385639"/>
                  </a:lnTo>
                  <a:lnTo>
                    <a:pt x="73592" y="385694"/>
                  </a:lnTo>
                  <a:lnTo>
                    <a:pt x="73875" y="385577"/>
                  </a:lnTo>
                  <a:lnTo>
                    <a:pt x="74247" y="385568"/>
                  </a:lnTo>
                  <a:lnTo>
                    <a:pt x="74419" y="385730"/>
                  </a:lnTo>
                  <a:lnTo>
                    <a:pt x="74555" y="385878"/>
                  </a:lnTo>
                  <a:lnTo>
                    <a:pt x="74690" y="385995"/>
                  </a:lnTo>
                  <a:lnTo>
                    <a:pt x="74885" y="386165"/>
                  </a:lnTo>
                  <a:lnTo>
                    <a:pt x="75313" y="386302"/>
                  </a:lnTo>
                  <a:lnTo>
                    <a:pt x="75628" y="386404"/>
                  </a:lnTo>
                  <a:lnTo>
                    <a:pt x="75911" y="386376"/>
                  </a:lnTo>
                  <a:lnTo>
                    <a:pt x="76336" y="386451"/>
                  </a:lnTo>
                  <a:lnTo>
                    <a:pt x="76585" y="386190"/>
                  </a:lnTo>
                  <a:lnTo>
                    <a:pt x="76610" y="386046"/>
                  </a:lnTo>
                  <a:lnTo>
                    <a:pt x="76814" y="386195"/>
                  </a:lnTo>
                  <a:lnTo>
                    <a:pt x="77651" y="386502"/>
                  </a:lnTo>
                  <a:lnTo>
                    <a:pt x="77839" y="386496"/>
                  </a:lnTo>
                  <a:lnTo>
                    <a:pt x="78161" y="386496"/>
                  </a:lnTo>
                  <a:lnTo>
                    <a:pt x="78408" y="386067"/>
                  </a:lnTo>
                  <a:lnTo>
                    <a:pt x="78491" y="385867"/>
                  </a:lnTo>
                  <a:lnTo>
                    <a:pt x="78588" y="385718"/>
                  </a:lnTo>
                  <a:lnTo>
                    <a:pt x="79211" y="385428"/>
                  </a:lnTo>
                  <a:lnTo>
                    <a:pt x="79469" y="384886"/>
                  </a:lnTo>
                  <a:lnTo>
                    <a:pt x="79617" y="384649"/>
                  </a:lnTo>
                  <a:lnTo>
                    <a:pt x="79956" y="384251"/>
                  </a:lnTo>
                  <a:lnTo>
                    <a:pt x="80435" y="384131"/>
                  </a:lnTo>
                  <a:lnTo>
                    <a:pt x="80966" y="384610"/>
                  </a:lnTo>
                  <a:lnTo>
                    <a:pt x="81277" y="384767"/>
                  </a:lnTo>
                  <a:lnTo>
                    <a:pt x="81411" y="384264"/>
                  </a:lnTo>
                  <a:lnTo>
                    <a:pt x="81588" y="384153"/>
                  </a:lnTo>
                  <a:lnTo>
                    <a:pt x="81870" y="384072"/>
                  </a:lnTo>
                  <a:lnTo>
                    <a:pt x="82299" y="384252"/>
                  </a:lnTo>
                  <a:lnTo>
                    <a:pt x="82632" y="384631"/>
                  </a:lnTo>
                  <a:lnTo>
                    <a:pt x="82592" y="384905"/>
                  </a:lnTo>
                  <a:lnTo>
                    <a:pt x="82526" y="385390"/>
                  </a:lnTo>
                  <a:lnTo>
                    <a:pt x="82482" y="385577"/>
                  </a:lnTo>
                  <a:lnTo>
                    <a:pt x="82406" y="385893"/>
                  </a:lnTo>
                  <a:lnTo>
                    <a:pt x="82317" y="386115"/>
                  </a:lnTo>
                  <a:lnTo>
                    <a:pt x="82483" y="386161"/>
                  </a:lnTo>
                  <a:lnTo>
                    <a:pt x="82830" y="386192"/>
                  </a:lnTo>
                  <a:lnTo>
                    <a:pt x="83402" y="385587"/>
                  </a:lnTo>
                  <a:lnTo>
                    <a:pt x="83531" y="385336"/>
                  </a:lnTo>
                  <a:lnTo>
                    <a:pt x="83487" y="385146"/>
                  </a:lnTo>
                  <a:lnTo>
                    <a:pt x="83710" y="385047"/>
                  </a:lnTo>
                  <a:lnTo>
                    <a:pt x="83930" y="384954"/>
                  </a:lnTo>
                  <a:lnTo>
                    <a:pt x="84194" y="384841"/>
                  </a:lnTo>
                  <a:lnTo>
                    <a:pt x="84526" y="384821"/>
                  </a:lnTo>
                  <a:lnTo>
                    <a:pt x="84676" y="384812"/>
                  </a:lnTo>
                  <a:lnTo>
                    <a:pt x="84819" y="384803"/>
                  </a:lnTo>
                  <a:lnTo>
                    <a:pt x="85181" y="384832"/>
                  </a:lnTo>
                  <a:lnTo>
                    <a:pt x="85356" y="384842"/>
                  </a:lnTo>
                  <a:lnTo>
                    <a:pt x="85454" y="384614"/>
                  </a:lnTo>
                  <a:lnTo>
                    <a:pt x="85682" y="384244"/>
                  </a:lnTo>
                  <a:lnTo>
                    <a:pt x="85792" y="384533"/>
                  </a:lnTo>
                  <a:lnTo>
                    <a:pt x="85804" y="384797"/>
                  </a:lnTo>
                  <a:lnTo>
                    <a:pt x="86462" y="384617"/>
                  </a:lnTo>
                  <a:lnTo>
                    <a:pt x="87129" y="384366"/>
                  </a:lnTo>
                  <a:lnTo>
                    <a:pt x="87457" y="384334"/>
                  </a:lnTo>
                  <a:lnTo>
                    <a:pt x="88097" y="384399"/>
                  </a:lnTo>
                  <a:lnTo>
                    <a:pt x="88419" y="384516"/>
                  </a:lnTo>
                  <a:lnTo>
                    <a:pt x="88793" y="384401"/>
                  </a:lnTo>
                  <a:lnTo>
                    <a:pt x="89184" y="384585"/>
                  </a:lnTo>
                  <a:lnTo>
                    <a:pt x="89018" y="384120"/>
                  </a:lnTo>
                  <a:lnTo>
                    <a:pt x="89318" y="383820"/>
                  </a:lnTo>
                  <a:lnTo>
                    <a:pt x="89488" y="383795"/>
                  </a:lnTo>
                  <a:lnTo>
                    <a:pt x="89788" y="383847"/>
                  </a:lnTo>
                  <a:lnTo>
                    <a:pt x="90330" y="383574"/>
                  </a:lnTo>
                  <a:lnTo>
                    <a:pt x="90486" y="383607"/>
                  </a:lnTo>
                  <a:lnTo>
                    <a:pt x="90632" y="383571"/>
                  </a:lnTo>
                  <a:lnTo>
                    <a:pt x="90956" y="383482"/>
                  </a:lnTo>
                  <a:lnTo>
                    <a:pt x="91299" y="383226"/>
                  </a:lnTo>
                  <a:lnTo>
                    <a:pt x="90693" y="382477"/>
                  </a:lnTo>
                  <a:lnTo>
                    <a:pt x="90643" y="381963"/>
                  </a:lnTo>
                  <a:lnTo>
                    <a:pt x="90819" y="381609"/>
                  </a:lnTo>
                  <a:lnTo>
                    <a:pt x="90555" y="381577"/>
                  </a:lnTo>
                  <a:lnTo>
                    <a:pt x="90284" y="381627"/>
                  </a:lnTo>
                  <a:lnTo>
                    <a:pt x="89890" y="381608"/>
                  </a:lnTo>
                  <a:lnTo>
                    <a:pt x="89398" y="381528"/>
                  </a:lnTo>
                  <a:lnTo>
                    <a:pt x="88918" y="381109"/>
                  </a:lnTo>
                  <a:lnTo>
                    <a:pt x="88625" y="380685"/>
                  </a:lnTo>
                  <a:lnTo>
                    <a:pt x="88513" y="380524"/>
                  </a:lnTo>
                  <a:lnTo>
                    <a:pt x="88426" y="380363"/>
                  </a:lnTo>
                  <a:lnTo>
                    <a:pt x="88249" y="380257"/>
                  </a:lnTo>
                  <a:lnTo>
                    <a:pt x="88032" y="380057"/>
                  </a:lnTo>
                  <a:lnTo>
                    <a:pt x="87942" y="379914"/>
                  </a:lnTo>
                  <a:lnTo>
                    <a:pt x="87461" y="379583"/>
                  </a:lnTo>
                  <a:lnTo>
                    <a:pt x="87410" y="379441"/>
                  </a:lnTo>
                  <a:lnTo>
                    <a:pt x="87364" y="379310"/>
                  </a:lnTo>
                  <a:lnTo>
                    <a:pt x="87556" y="379150"/>
                  </a:lnTo>
                  <a:lnTo>
                    <a:pt x="87661" y="378842"/>
                  </a:lnTo>
                  <a:lnTo>
                    <a:pt x="87039" y="378418"/>
                  </a:lnTo>
                  <a:lnTo>
                    <a:pt x="86728" y="378237"/>
                  </a:lnTo>
                  <a:lnTo>
                    <a:pt x="86493" y="378046"/>
                  </a:lnTo>
                  <a:lnTo>
                    <a:pt x="86207" y="377847"/>
                  </a:lnTo>
                  <a:lnTo>
                    <a:pt x="85967" y="377632"/>
                  </a:lnTo>
                  <a:lnTo>
                    <a:pt x="86015" y="377482"/>
                  </a:lnTo>
                  <a:lnTo>
                    <a:pt x="86234" y="377407"/>
                  </a:lnTo>
                  <a:lnTo>
                    <a:pt x="86258" y="377022"/>
                  </a:lnTo>
                  <a:lnTo>
                    <a:pt x="86149" y="376391"/>
                  </a:lnTo>
                  <a:lnTo>
                    <a:pt x="85962" y="376080"/>
                  </a:lnTo>
                  <a:lnTo>
                    <a:pt x="85746" y="375985"/>
                  </a:lnTo>
                  <a:lnTo>
                    <a:pt x="85665" y="375724"/>
                  </a:lnTo>
                  <a:lnTo>
                    <a:pt x="85852" y="374917"/>
                  </a:lnTo>
                  <a:lnTo>
                    <a:pt x="85553" y="374561"/>
                  </a:lnTo>
                  <a:lnTo>
                    <a:pt x="85220" y="374279"/>
                  </a:lnTo>
                  <a:lnTo>
                    <a:pt x="84981" y="374178"/>
                  </a:lnTo>
                  <a:lnTo>
                    <a:pt x="84882" y="373762"/>
                  </a:lnTo>
                  <a:lnTo>
                    <a:pt x="84536" y="373107"/>
                  </a:lnTo>
                  <a:lnTo>
                    <a:pt x="84315" y="373129"/>
                  </a:lnTo>
                  <a:lnTo>
                    <a:pt x="84146" y="373214"/>
                  </a:lnTo>
                  <a:lnTo>
                    <a:pt x="83915" y="373135"/>
                  </a:lnTo>
                  <a:lnTo>
                    <a:pt x="83799" y="372866"/>
                  </a:lnTo>
                  <a:lnTo>
                    <a:pt x="83581" y="372528"/>
                  </a:lnTo>
                  <a:lnTo>
                    <a:pt x="83613" y="372121"/>
                  </a:lnTo>
                  <a:lnTo>
                    <a:pt x="83391" y="371931"/>
                  </a:lnTo>
                  <a:lnTo>
                    <a:pt x="83834" y="371426"/>
                  </a:lnTo>
                  <a:lnTo>
                    <a:pt x="84115" y="371551"/>
                  </a:lnTo>
                  <a:lnTo>
                    <a:pt x="84279" y="371578"/>
                  </a:lnTo>
                  <a:lnTo>
                    <a:pt x="84632" y="371636"/>
                  </a:lnTo>
                  <a:lnTo>
                    <a:pt x="85181" y="371471"/>
                  </a:lnTo>
                  <a:lnTo>
                    <a:pt x="85366" y="371763"/>
                  </a:lnTo>
                  <a:lnTo>
                    <a:pt x="85717" y="372079"/>
                  </a:lnTo>
                  <a:lnTo>
                    <a:pt x="85957" y="371986"/>
                  </a:lnTo>
                  <a:lnTo>
                    <a:pt x="85851" y="371771"/>
                  </a:lnTo>
                  <a:lnTo>
                    <a:pt x="85730" y="371640"/>
                  </a:lnTo>
                  <a:lnTo>
                    <a:pt x="85545" y="371440"/>
                  </a:lnTo>
                  <a:lnTo>
                    <a:pt x="85676" y="371266"/>
                  </a:lnTo>
                  <a:lnTo>
                    <a:pt x="86053" y="371365"/>
                  </a:lnTo>
                  <a:lnTo>
                    <a:pt x="86022" y="371145"/>
                  </a:lnTo>
                  <a:lnTo>
                    <a:pt x="85858" y="371009"/>
                  </a:lnTo>
                  <a:lnTo>
                    <a:pt x="86071" y="370798"/>
                  </a:lnTo>
                  <a:lnTo>
                    <a:pt x="86339" y="370840"/>
                  </a:lnTo>
                  <a:lnTo>
                    <a:pt x="86366" y="371010"/>
                  </a:lnTo>
                  <a:lnTo>
                    <a:pt x="86533" y="370960"/>
                  </a:lnTo>
                  <a:lnTo>
                    <a:pt x="86538" y="370540"/>
                  </a:lnTo>
                  <a:lnTo>
                    <a:pt x="86618" y="370194"/>
                  </a:lnTo>
                  <a:lnTo>
                    <a:pt x="86679" y="369726"/>
                  </a:lnTo>
                  <a:lnTo>
                    <a:pt x="86213" y="369510"/>
                  </a:lnTo>
                  <a:lnTo>
                    <a:pt x="85815" y="369810"/>
                  </a:lnTo>
                  <a:lnTo>
                    <a:pt x="85504" y="369662"/>
                  </a:lnTo>
                  <a:lnTo>
                    <a:pt x="85766" y="369349"/>
                  </a:lnTo>
                  <a:lnTo>
                    <a:pt x="86112" y="369340"/>
                  </a:lnTo>
                  <a:lnTo>
                    <a:pt x="86268" y="369268"/>
                  </a:lnTo>
                  <a:lnTo>
                    <a:pt x="86809" y="369045"/>
                  </a:lnTo>
                  <a:lnTo>
                    <a:pt x="87396" y="369413"/>
                  </a:lnTo>
                  <a:lnTo>
                    <a:pt x="87652" y="369437"/>
                  </a:lnTo>
                  <a:lnTo>
                    <a:pt x="88178" y="369514"/>
                  </a:lnTo>
                  <a:lnTo>
                    <a:pt x="88271" y="369781"/>
                  </a:lnTo>
                  <a:lnTo>
                    <a:pt x="88798" y="370178"/>
                  </a:lnTo>
                  <a:lnTo>
                    <a:pt x="89805" y="370591"/>
                  </a:lnTo>
                  <a:lnTo>
                    <a:pt x="90512" y="370621"/>
                  </a:lnTo>
                  <a:lnTo>
                    <a:pt x="90757" y="370590"/>
                  </a:lnTo>
                  <a:lnTo>
                    <a:pt x="90970" y="370910"/>
                  </a:lnTo>
                  <a:lnTo>
                    <a:pt x="91196" y="371047"/>
                  </a:lnTo>
                  <a:lnTo>
                    <a:pt x="91669" y="371423"/>
                  </a:lnTo>
                  <a:lnTo>
                    <a:pt x="92083" y="371215"/>
                  </a:lnTo>
                  <a:lnTo>
                    <a:pt x="92852" y="371256"/>
                  </a:lnTo>
                  <a:lnTo>
                    <a:pt x="93297" y="371336"/>
                  </a:lnTo>
                  <a:lnTo>
                    <a:pt x="93381" y="371539"/>
                  </a:lnTo>
                  <a:lnTo>
                    <a:pt x="94251" y="371577"/>
                  </a:lnTo>
                  <a:lnTo>
                    <a:pt x="94198" y="371232"/>
                  </a:lnTo>
                  <a:lnTo>
                    <a:pt x="94255" y="370936"/>
                  </a:lnTo>
                  <a:lnTo>
                    <a:pt x="94728" y="370953"/>
                  </a:lnTo>
                  <a:lnTo>
                    <a:pt x="94929" y="370948"/>
                  </a:lnTo>
                  <a:lnTo>
                    <a:pt x="95220" y="371236"/>
                  </a:lnTo>
                  <a:lnTo>
                    <a:pt x="95107" y="371461"/>
                  </a:lnTo>
                  <a:lnTo>
                    <a:pt x="95012" y="371624"/>
                  </a:lnTo>
                  <a:lnTo>
                    <a:pt x="94894" y="371819"/>
                  </a:lnTo>
                  <a:lnTo>
                    <a:pt x="95156" y="371948"/>
                  </a:lnTo>
                  <a:lnTo>
                    <a:pt x="95338" y="372029"/>
                  </a:lnTo>
                  <a:lnTo>
                    <a:pt x="95505" y="372065"/>
                  </a:lnTo>
                  <a:lnTo>
                    <a:pt x="95876" y="371981"/>
                  </a:lnTo>
                  <a:lnTo>
                    <a:pt x="96175" y="372017"/>
                  </a:lnTo>
                  <a:lnTo>
                    <a:pt x="96470" y="371965"/>
                  </a:lnTo>
                  <a:lnTo>
                    <a:pt x="96669" y="371872"/>
                  </a:lnTo>
                  <a:lnTo>
                    <a:pt x="97033" y="371795"/>
                  </a:lnTo>
                  <a:lnTo>
                    <a:pt x="97290" y="371769"/>
                  </a:lnTo>
                  <a:lnTo>
                    <a:pt x="97478" y="371749"/>
                  </a:lnTo>
                  <a:lnTo>
                    <a:pt x="97661" y="371729"/>
                  </a:lnTo>
                  <a:lnTo>
                    <a:pt x="97917" y="371680"/>
                  </a:lnTo>
                  <a:lnTo>
                    <a:pt x="98073" y="371647"/>
                  </a:lnTo>
                  <a:lnTo>
                    <a:pt x="98202" y="371619"/>
                  </a:lnTo>
                  <a:lnTo>
                    <a:pt x="98450" y="371567"/>
                  </a:lnTo>
                  <a:lnTo>
                    <a:pt x="98828" y="371408"/>
                  </a:lnTo>
                  <a:lnTo>
                    <a:pt x="99058" y="371311"/>
                  </a:lnTo>
                  <a:lnTo>
                    <a:pt x="99394" y="371185"/>
                  </a:lnTo>
                  <a:lnTo>
                    <a:pt x="99796" y="370811"/>
                  </a:lnTo>
                  <a:lnTo>
                    <a:pt x="100101" y="370757"/>
                  </a:lnTo>
                  <a:lnTo>
                    <a:pt x="100306" y="370650"/>
                  </a:lnTo>
                  <a:lnTo>
                    <a:pt x="100555" y="370522"/>
                  </a:lnTo>
                  <a:lnTo>
                    <a:pt x="100693" y="370536"/>
                  </a:lnTo>
                  <a:lnTo>
                    <a:pt x="100885" y="370477"/>
                  </a:lnTo>
                  <a:lnTo>
                    <a:pt x="101012" y="370431"/>
                  </a:lnTo>
                  <a:lnTo>
                    <a:pt x="101609" y="370285"/>
                  </a:lnTo>
                  <a:lnTo>
                    <a:pt x="101803" y="369964"/>
                  </a:lnTo>
                  <a:lnTo>
                    <a:pt x="102162" y="370035"/>
                  </a:lnTo>
                  <a:lnTo>
                    <a:pt x="102567" y="370055"/>
                  </a:lnTo>
                  <a:lnTo>
                    <a:pt x="102937" y="369632"/>
                  </a:lnTo>
                  <a:lnTo>
                    <a:pt x="103331" y="369295"/>
                  </a:lnTo>
                  <a:lnTo>
                    <a:pt x="103610" y="369550"/>
                  </a:lnTo>
                  <a:lnTo>
                    <a:pt x="103857" y="369539"/>
                  </a:lnTo>
                  <a:lnTo>
                    <a:pt x="104000" y="369533"/>
                  </a:lnTo>
                  <a:lnTo>
                    <a:pt x="104170" y="369487"/>
                  </a:lnTo>
                  <a:lnTo>
                    <a:pt x="104471" y="369521"/>
                  </a:lnTo>
                  <a:lnTo>
                    <a:pt x="104601" y="369535"/>
                  </a:lnTo>
                  <a:lnTo>
                    <a:pt x="104847" y="369675"/>
                  </a:lnTo>
                  <a:lnTo>
                    <a:pt x="105118" y="369613"/>
                  </a:lnTo>
                  <a:lnTo>
                    <a:pt x="105308" y="369566"/>
                  </a:lnTo>
                  <a:lnTo>
                    <a:pt x="105331" y="369836"/>
                  </a:lnTo>
                  <a:lnTo>
                    <a:pt x="105711" y="370161"/>
                  </a:lnTo>
                  <a:lnTo>
                    <a:pt x="105497" y="370459"/>
                  </a:lnTo>
                  <a:lnTo>
                    <a:pt x="105773" y="370877"/>
                  </a:lnTo>
                  <a:lnTo>
                    <a:pt x="106025" y="371268"/>
                  </a:lnTo>
                  <a:lnTo>
                    <a:pt x="106166" y="371327"/>
                  </a:lnTo>
                  <a:lnTo>
                    <a:pt x="106306" y="371390"/>
                  </a:lnTo>
                  <a:lnTo>
                    <a:pt x="106566" y="371614"/>
                  </a:lnTo>
                  <a:lnTo>
                    <a:pt x="106604" y="371459"/>
                  </a:lnTo>
                  <a:lnTo>
                    <a:pt x="106641" y="370968"/>
                  </a:lnTo>
                  <a:lnTo>
                    <a:pt x="106839" y="370887"/>
                  </a:lnTo>
                  <a:lnTo>
                    <a:pt x="107094" y="371173"/>
                  </a:lnTo>
                  <a:lnTo>
                    <a:pt x="107610" y="371123"/>
                  </a:lnTo>
                  <a:lnTo>
                    <a:pt x="108217" y="370934"/>
                  </a:lnTo>
                  <a:lnTo>
                    <a:pt x="108537" y="370596"/>
                  </a:lnTo>
                  <a:lnTo>
                    <a:pt x="108643" y="370401"/>
                  </a:lnTo>
                  <a:lnTo>
                    <a:pt x="108555" y="370122"/>
                  </a:lnTo>
                  <a:lnTo>
                    <a:pt x="108522" y="369991"/>
                  </a:lnTo>
                  <a:lnTo>
                    <a:pt x="108711" y="369852"/>
                  </a:lnTo>
                  <a:lnTo>
                    <a:pt x="108851" y="370134"/>
                  </a:lnTo>
                  <a:lnTo>
                    <a:pt x="109284" y="370146"/>
                  </a:lnTo>
                  <a:lnTo>
                    <a:pt x="109499" y="370056"/>
                  </a:lnTo>
                  <a:lnTo>
                    <a:pt x="109594" y="369772"/>
                  </a:lnTo>
                  <a:lnTo>
                    <a:pt x="109728" y="369583"/>
                  </a:lnTo>
                  <a:lnTo>
                    <a:pt x="110155" y="369539"/>
                  </a:lnTo>
                  <a:lnTo>
                    <a:pt x="110311" y="369627"/>
                  </a:lnTo>
                  <a:lnTo>
                    <a:pt x="110442" y="370342"/>
                  </a:lnTo>
                  <a:lnTo>
                    <a:pt x="110620" y="370472"/>
                  </a:lnTo>
                  <a:lnTo>
                    <a:pt x="110867" y="370488"/>
                  </a:lnTo>
                  <a:lnTo>
                    <a:pt x="110909" y="370347"/>
                  </a:lnTo>
                  <a:lnTo>
                    <a:pt x="111054" y="370153"/>
                  </a:lnTo>
                  <a:lnTo>
                    <a:pt x="111427" y="370038"/>
                  </a:lnTo>
                  <a:lnTo>
                    <a:pt x="111779" y="370158"/>
                  </a:lnTo>
                  <a:lnTo>
                    <a:pt x="112072" y="370504"/>
                  </a:lnTo>
                  <a:lnTo>
                    <a:pt x="112505" y="370606"/>
                  </a:lnTo>
                  <a:lnTo>
                    <a:pt x="113073" y="370537"/>
                  </a:lnTo>
                  <a:lnTo>
                    <a:pt x="113360" y="370590"/>
                  </a:lnTo>
                  <a:lnTo>
                    <a:pt x="113510" y="370618"/>
                  </a:lnTo>
                  <a:lnTo>
                    <a:pt x="113735" y="370681"/>
                  </a:lnTo>
                  <a:lnTo>
                    <a:pt x="114074" y="370733"/>
                  </a:lnTo>
                  <a:lnTo>
                    <a:pt x="114353" y="370676"/>
                  </a:lnTo>
                  <a:lnTo>
                    <a:pt x="114716" y="370567"/>
                  </a:lnTo>
                  <a:lnTo>
                    <a:pt x="114912" y="370567"/>
                  </a:lnTo>
                  <a:lnTo>
                    <a:pt x="115076" y="370567"/>
                  </a:lnTo>
                  <a:lnTo>
                    <a:pt x="115625" y="370414"/>
                  </a:lnTo>
                  <a:lnTo>
                    <a:pt x="115932" y="370369"/>
                  </a:lnTo>
                  <a:lnTo>
                    <a:pt x="116889" y="370103"/>
                  </a:lnTo>
                  <a:lnTo>
                    <a:pt x="117036" y="369970"/>
                  </a:lnTo>
                  <a:lnTo>
                    <a:pt x="117248" y="369697"/>
                  </a:lnTo>
                  <a:lnTo>
                    <a:pt x="117822" y="369324"/>
                  </a:lnTo>
                  <a:lnTo>
                    <a:pt x="117906" y="369526"/>
                  </a:lnTo>
                  <a:lnTo>
                    <a:pt x="118290" y="369773"/>
                  </a:lnTo>
                  <a:lnTo>
                    <a:pt x="118669" y="369933"/>
                  </a:lnTo>
                  <a:lnTo>
                    <a:pt x="119242" y="369675"/>
                  </a:lnTo>
                  <a:lnTo>
                    <a:pt x="119313" y="369436"/>
                  </a:lnTo>
                  <a:lnTo>
                    <a:pt x="119371" y="369277"/>
                  </a:lnTo>
                  <a:lnTo>
                    <a:pt x="119715" y="369200"/>
                  </a:lnTo>
                  <a:lnTo>
                    <a:pt x="119911" y="369139"/>
                  </a:lnTo>
                  <a:lnTo>
                    <a:pt x="120501" y="368426"/>
                  </a:lnTo>
                  <a:lnTo>
                    <a:pt x="120446" y="368078"/>
                  </a:lnTo>
                  <a:lnTo>
                    <a:pt x="120281" y="368017"/>
                  </a:lnTo>
                  <a:lnTo>
                    <a:pt x="120321" y="367734"/>
                  </a:lnTo>
                  <a:lnTo>
                    <a:pt x="120492" y="366040"/>
                  </a:lnTo>
                  <a:lnTo>
                    <a:pt x="121069" y="365442"/>
                  </a:lnTo>
                  <a:lnTo>
                    <a:pt x="121376" y="365103"/>
                  </a:lnTo>
                  <a:lnTo>
                    <a:pt x="121368" y="364885"/>
                  </a:lnTo>
                  <a:lnTo>
                    <a:pt x="121240" y="364568"/>
                  </a:lnTo>
                  <a:lnTo>
                    <a:pt x="121033" y="364288"/>
                  </a:lnTo>
                  <a:lnTo>
                    <a:pt x="120993" y="363721"/>
                  </a:lnTo>
                  <a:lnTo>
                    <a:pt x="120757" y="362874"/>
                  </a:lnTo>
                  <a:lnTo>
                    <a:pt x="120642" y="362121"/>
                  </a:lnTo>
                  <a:lnTo>
                    <a:pt x="120650" y="361942"/>
                  </a:lnTo>
                  <a:lnTo>
                    <a:pt x="120182" y="361131"/>
                  </a:lnTo>
                  <a:lnTo>
                    <a:pt x="120110" y="360919"/>
                  </a:lnTo>
                  <a:lnTo>
                    <a:pt x="120066" y="360725"/>
                  </a:lnTo>
                  <a:lnTo>
                    <a:pt x="120097" y="360524"/>
                  </a:lnTo>
                  <a:lnTo>
                    <a:pt x="120587" y="359777"/>
                  </a:lnTo>
                  <a:lnTo>
                    <a:pt x="120605" y="358843"/>
                  </a:lnTo>
                  <a:lnTo>
                    <a:pt x="120624" y="358276"/>
                  </a:lnTo>
                  <a:lnTo>
                    <a:pt x="120493" y="358259"/>
                  </a:lnTo>
                  <a:lnTo>
                    <a:pt x="120288" y="358083"/>
                  </a:lnTo>
                  <a:lnTo>
                    <a:pt x="120105" y="357973"/>
                  </a:lnTo>
                  <a:lnTo>
                    <a:pt x="119978" y="357897"/>
                  </a:lnTo>
                  <a:lnTo>
                    <a:pt x="119788" y="357801"/>
                  </a:lnTo>
                  <a:lnTo>
                    <a:pt x="119503" y="357495"/>
                  </a:lnTo>
                  <a:lnTo>
                    <a:pt x="119284" y="357259"/>
                  </a:lnTo>
                  <a:lnTo>
                    <a:pt x="118999" y="357149"/>
                  </a:lnTo>
                  <a:lnTo>
                    <a:pt x="118775" y="357124"/>
                  </a:lnTo>
                  <a:lnTo>
                    <a:pt x="118612" y="356886"/>
                  </a:lnTo>
                  <a:lnTo>
                    <a:pt x="118565" y="356634"/>
                  </a:lnTo>
                  <a:lnTo>
                    <a:pt x="118160" y="356485"/>
                  </a:lnTo>
                  <a:lnTo>
                    <a:pt x="117645" y="356248"/>
                  </a:lnTo>
                  <a:lnTo>
                    <a:pt x="117581" y="356071"/>
                  </a:lnTo>
                  <a:lnTo>
                    <a:pt x="117487" y="355751"/>
                  </a:lnTo>
                  <a:lnTo>
                    <a:pt x="117360" y="355362"/>
                  </a:lnTo>
                  <a:lnTo>
                    <a:pt x="117268" y="355082"/>
                  </a:lnTo>
                  <a:lnTo>
                    <a:pt x="117189" y="354839"/>
                  </a:lnTo>
                  <a:lnTo>
                    <a:pt x="117129" y="354656"/>
                  </a:lnTo>
                  <a:lnTo>
                    <a:pt x="116756" y="354114"/>
                  </a:lnTo>
                  <a:lnTo>
                    <a:pt x="116872" y="353761"/>
                  </a:lnTo>
                  <a:lnTo>
                    <a:pt x="117030" y="353379"/>
                  </a:lnTo>
                  <a:lnTo>
                    <a:pt x="117101" y="353231"/>
                  </a:lnTo>
                  <a:lnTo>
                    <a:pt x="117231" y="352775"/>
                  </a:lnTo>
                  <a:lnTo>
                    <a:pt x="117024" y="352616"/>
                  </a:lnTo>
                  <a:lnTo>
                    <a:pt x="116883" y="352480"/>
                  </a:lnTo>
                  <a:lnTo>
                    <a:pt x="116709" y="352285"/>
                  </a:lnTo>
                  <a:lnTo>
                    <a:pt x="116828" y="351972"/>
                  </a:lnTo>
                  <a:lnTo>
                    <a:pt x="116753" y="351407"/>
                  </a:lnTo>
                  <a:lnTo>
                    <a:pt x="116615" y="351212"/>
                  </a:lnTo>
                  <a:lnTo>
                    <a:pt x="116858" y="351009"/>
                  </a:lnTo>
                  <a:lnTo>
                    <a:pt x="117086" y="350798"/>
                  </a:lnTo>
                  <a:lnTo>
                    <a:pt x="117252" y="350396"/>
                  </a:lnTo>
                  <a:lnTo>
                    <a:pt x="117237" y="349988"/>
                  </a:lnTo>
                  <a:lnTo>
                    <a:pt x="116901" y="349414"/>
                  </a:lnTo>
                  <a:lnTo>
                    <a:pt x="116879" y="349165"/>
                  </a:lnTo>
                  <a:lnTo>
                    <a:pt x="117104" y="348784"/>
                  </a:lnTo>
                  <a:lnTo>
                    <a:pt x="117176" y="348353"/>
                  </a:lnTo>
                  <a:lnTo>
                    <a:pt x="117159" y="348225"/>
                  </a:lnTo>
                  <a:lnTo>
                    <a:pt x="117085" y="347979"/>
                  </a:lnTo>
                  <a:lnTo>
                    <a:pt x="117018" y="347797"/>
                  </a:lnTo>
                  <a:lnTo>
                    <a:pt x="117071" y="347531"/>
                  </a:lnTo>
                  <a:lnTo>
                    <a:pt x="116943" y="346352"/>
                  </a:lnTo>
                  <a:lnTo>
                    <a:pt x="116929" y="346110"/>
                  </a:lnTo>
                  <a:lnTo>
                    <a:pt x="116717" y="345675"/>
                  </a:lnTo>
                  <a:lnTo>
                    <a:pt x="116428" y="345521"/>
                  </a:lnTo>
                  <a:lnTo>
                    <a:pt x="116267" y="345350"/>
                  </a:lnTo>
                  <a:lnTo>
                    <a:pt x="116331" y="344877"/>
                  </a:lnTo>
                  <a:lnTo>
                    <a:pt x="115915" y="344443"/>
                  </a:lnTo>
                  <a:lnTo>
                    <a:pt x="115931" y="344294"/>
                  </a:lnTo>
                  <a:lnTo>
                    <a:pt x="116291" y="343891"/>
                  </a:lnTo>
                  <a:lnTo>
                    <a:pt x="116401" y="343621"/>
                  </a:lnTo>
                  <a:lnTo>
                    <a:pt x="116456" y="343490"/>
                  </a:lnTo>
                  <a:lnTo>
                    <a:pt x="116627" y="343298"/>
                  </a:lnTo>
                  <a:lnTo>
                    <a:pt x="116896" y="343008"/>
                  </a:lnTo>
                  <a:lnTo>
                    <a:pt x="117325" y="342916"/>
                  </a:lnTo>
                  <a:lnTo>
                    <a:pt x="117721" y="342816"/>
                  </a:lnTo>
                  <a:lnTo>
                    <a:pt x="118291" y="342520"/>
                  </a:lnTo>
                  <a:lnTo>
                    <a:pt x="118472" y="342437"/>
                  </a:lnTo>
                  <a:lnTo>
                    <a:pt x="118404" y="342030"/>
                  </a:lnTo>
                  <a:lnTo>
                    <a:pt x="118423" y="341839"/>
                  </a:lnTo>
                  <a:lnTo>
                    <a:pt x="118705" y="341574"/>
                  </a:lnTo>
                  <a:lnTo>
                    <a:pt x="118842" y="341542"/>
                  </a:lnTo>
                  <a:lnTo>
                    <a:pt x="119366" y="341096"/>
                  </a:lnTo>
                  <a:lnTo>
                    <a:pt x="119832" y="341395"/>
                  </a:lnTo>
                  <a:lnTo>
                    <a:pt x="120091" y="341505"/>
                  </a:lnTo>
                  <a:lnTo>
                    <a:pt x="120345" y="341335"/>
                  </a:lnTo>
                  <a:lnTo>
                    <a:pt x="120559" y="341368"/>
                  </a:lnTo>
                  <a:lnTo>
                    <a:pt x="120839" y="341477"/>
                  </a:lnTo>
                  <a:lnTo>
                    <a:pt x="120997" y="341699"/>
                  </a:lnTo>
                  <a:lnTo>
                    <a:pt x="121677" y="341403"/>
                  </a:lnTo>
                  <a:lnTo>
                    <a:pt x="121865" y="341360"/>
                  </a:lnTo>
                  <a:lnTo>
                    <a:pt x="122008" y="341122"/>
                  </a:lnTo>
                  <a:lnTo>
                    <a:pt x="122153" y="340727"/>
                  </a:lnTo>
                  <a:lnTo>
                    <a:pt x="122168" y="340546"/>
                  </a:lnTo>
                  <a:lnTo>
                    <a:pt x="122191" y="340241"/>
                  </a:lnTo>
                  <a:lnTo>
                    <a:pt x="122179" y="340053"/>
                  </a:lnTo>
                  <a:lnTo>
                    <a:pt x="122126" y="339626"/>
                  </a:lnTo>
                  <a:lnTo>
                    <a:pt x="122264" y="339244"/>
                  </a:lnTo>
                  <a:lnTo>
                    <a:pt x="122700" y="338838"/>
                  </a:lnTo>
                  <a:lnTo>
                    <a:pt x="122894" y="338496"/>
                  </a:lnTo>
                  <a:lnTo>
                    <a:pt x="123094" y="338237"/>
                  </a:lnTo>
                  <a:lnTo>
                    <a:pt x="123232" y="337956"/>
                  </a:lnTo>
                  <a:lnTo>
                    <a:pt x="123205" y="337746"/>
                  </a:lnTo>
                  <a:lnTo>
                    <a:pt x="123060" y="337428"/>
                  </a:lnTo>
                  <a:lnTo>
                    <a:pt x="122977" y="336859"/>
                  </a:lnTo>
                  <a:lnTo>
                    <a:pt x="122953" y="336623"/>
                  </a:lnTo>
                  <a:lnTo>
                    <a:pt x="123407" y="335107"/>
                  </a:lnTo>
                  <a:lnTo>
                    <a:pt x="123534" y="334947"/>
                  </a:lnTo>
                  <a:lnTo>
                    <a:pt x="123767" y="334602"/>
                  </a:lnTo>
                  <a:lnTo>
                    <a:pt x="124061" y="334108"/>
                  </a:lnTo>
                  <a:lnTo>
                    <a:pt x="123856" y="333887"/>
                  </a:lnTo>
                  <a:lnTo>
                    <a:pt x="123613" y="333746"/>
                  </a:lnTo>
                  <a:lnTo>
                    <a:pt x="123964" y="333096"/>
                  </a:lnTo>
                  <a:lnTo>
                    <a:pt x="124191" y="332854"/>
                  </a:lnTo>
                  <a:lnTo>
                    <a:pt x="124269" y="332640"/>
                  </a:lnTo>
                  <a:lnTo>
                    <a:pt x="124162" y="332262"/>
                  </a:lnTo>
                  <a:lnTo>
                    <a:pt x="123768" y="331746"/>
                  </a:lnTo>
                  <a:lnTo>
                    <a:pt x="123084" y="330716"/>
                  </a:lnTo>
                  <a:lnTo>
                    <a:pt x="122435" y="329892"/>
                  </a:lnTo>
                  <a:lnTo>
                    <a:pt x="122161" y="329533"/>
                  </a:lnTo>
                  <a:lnTo>
                    <a:pt x="122069" y="329266"/>
                  </a:lnTo>
                  <a:lnTo>
                    <a:pt x="121814" y="328284"/>
                  </a:lnTo>
                  <a:lnTo>
                    <a:pt x="121781" y="327444"/>
                  </a:lnTo>
                  <a:lnTo>
                    <a:pt x="122004" y="326861"/>
                  </a:lnTo>
                  <a:lnTo>
                    <a:pt x="121671" y="326092"/>
                  </a:lnTo>
                  <a:lnTo>
                    <a:pt x="121479" y="325251"/>
                  </a:lnTo>
                  <a:lnTo>
                    <a:pt x="121525" y="325064"/>
                  </a:lnTo>
                  <a:lnTo>
                    <a:pt x="121467" y="323209"/>
                  </a:lnTo>
                  <a:lnTo>
                    <a:pt x="121795" y="321949"/>
                  </a:lnTo>
                  <a:lnTo>
                    <a:pt x="121342" y="321356"/>
                  </a:lnTo>
                  <a:lnTo>
                    <a:pt x="121151" y="320646"/>
                  </a:lnTo>
                  <a:lnTo>
                    <a:pt x="120943" y="320344"/>
                  </a:lnTo>
                  <a:lnTo>
                    <a:pt x="120411" y="319701"/>
                  </a:lnTo>
                  <a:lnTo>
                    <a:pt x="120141" y="319902"/>
                  </a:lnTo>
                  <a:lnTo>
                    <a:pt x="119655" y="320148"/>
                  </a:lnTo>
                  <a:lnTo>
                    <a:pt x="119348" y="319992"/>
                  </a:lnTo>
                  <a:lnTo>
                    <a:pt x="118888" y="319802"/>
                  </a:lnTo>
                  <a:lnTo>
                    <a:pt x="118719" y="319858"/>
                  </a:lnTo>
                  <a:lnTo>
                    <a:pt x="118380" y="319782"/>
                  </a:lnTo>
                  <a:lnTo>
                    <a:pt x="117773" y="319172"/>
                  </a:lnTo>
                  <a:lnTo>
                    <a:pt x="116878" y="318640"/>
                  </a:lnTo>
                  <a:lnTo>
                    <a:pt x="116683" y="318389"/>
                  </a:lnTo>
                  <a:lnTo>
                    <a:pt x="116311" y="318501"/>
                  </a:lnTo>
                  <a:lnTo>
                    <a:pt x="116587" y="319400"/>
                  </a:lnTo>
                  <a:lnTo>
                    <a:pt x="116320" y="319805"/>
                  </a:lnTo>
                  <a:lnTo>
                    <a:pt x="115864" y="320460"/>
                  </a:lnTo>
                  <a:lnTo>
                    <a:pt x="115001" y="320312"/>
                  </a:lnTo>
                  <a:lnTo>
                    <a:pt x="113595" y="319881"/>
                  </a:lnTo>
                  <a:lnTo>
                    <a:pt x="113195" y="319703"/>
                  </a:lnTo>
                  <a:lnTo>
                    <a:pt x="112403" y="319404"/>
                  </a:lnTo>
                  <a:lnTo>
                    <a:pt x="112203" y="319363"/>
                  </a:lnTo>
                  <a:lnTo>
                    <a:pt x="112183" y="319194"/>
                  </a:lnTo>
                  <a:lnTo>
                    <a:pt x="112398" y="318625"/>
                  </a:lnTo>
                  <a:lnTo>
                    <a:pt x="112365" y="318126"/>
                  </a:lnTo>
                  <a:lnTo>
                    <a:pt x="111895" y="317028"/>
                  </a:lnTo>
                  <a:lnTo>
                    <a:pt x="111223" y="316361"/>
                  </a:lnTo>
                  <a:lnTo>
                    <a:pt x="110751" y="315855"/>
                  </a:lnTo>
                  <a:lnTo>
                    <a:pt x="110491" y="314911"/>
                  </a:lnTo>
                  <a:lnTo>
                    <a:pt x="110210" y="314564"/>
                  </a:lnTo>
                  <a:lnTo>
                    <a:pt x="109155" y="314526"/>
                  </a:lnTo>
                  <a:lnTo>
                    <a:pt x="108112" y="314158"/>
                  </a:lnTo>
                  <a:lnTo>
                    <a:pt x="108011" y="314709"/>
                  </a:lnTo>
                  <a:lnTo>
                    <a:pt x="107787" y="314636"/>
                  </a:lnTo>
                  <a:lnTo>
                    <a:pt x="106970" y="314096"/>
                  </a:lnTo>
                  <a:lnTo>
                    <a:pt x="106855" y="314251"/>
                  </a:lnTo>
                  <a:lnTo>
                    <a:pt x="106857" y="314673"/>
                  </a:lnTo>
                  <a:lnTo>
                    <a:pt x="106680" y="314898"/>
                  </a:lnTo>
                  <a:lnTo>
                    <a:pt x="106441" y="314470"/>
                  </a:lnTo>
                  <a:lnTo>
                    <a:pt x="105943" y="313938"/>
                  </a:lnTo>
                  <a:lnTo>
                    <a:pt x="105155" y="313895"/>
                  </a:lnTo>
                  <a:lnTo>
                    <a:pt x="104736" y="313613"/>
                  </a:lnTo>
                  <a:lnTo>
                    <a:pt x="104671" y="312747"/>
                  </a:lnTo>
                  <a:lnTo>
                    <a:pt x="104705" y="312329"/>
                  </a:lnTo>
                  <a:lnTo>
                    <a:pt x="105121" y="311656"/>
                  </a:lnTo>
                  <a:lnTo>
                    <a:pt x="105185" y="311219"/>
                  </a:lnTo>
                  <a:lnTo>
                    <a:pt x="104652" y="311202"/>
                  </a:lnTo>
                  <a:lnTo>
                    <a:pt x="104398" y="311501"/>
                  </a:lnTo>
                  <a:lnTo>
                    <a:pt x="103966" y="312071"/>
                  </a:lnTo>
                  <a:lnTo>
                    <a:pt x="103728" y="312470"/>
                  </a:lnTo>
                  <a:lnTo>
                    <a:pt x="103655" y="312626"/>
                  </a:lnTo>
                  <a:lnTo>
                    <a:pt x="103761" y="313034"/>
                  </a:lnTo>
                  <a:lnTo>
                    <a:pt x="103463" y="313629"/>
                  </a:lnTo>
                  <a:lnTo>
                    <a:pt x="103282" y="313878"/>
                  </a:lnTo>
                  <a:lnTo>
                    <a:pt x="102828" y="314395"/>
                  </a:lnTo>
                  <a:lnTo>
                    <a:pt x="102538" y="314384"/>
                  </a:lnTo>
                  <a:lnTo>
                    <a:pt x="102364" y="314340"/>
                  </a:lnTo>
                  <a:lnTo>
                    <a:pt x="101987" y="314120"/>
                  </a:lnTo>
                  <a:lnTo>
                    <a:pt x="102043" y="313432"/>
                  </a:lnTo>
                  <a:lnTo>
                    <a:pt x="101913" y="313296"/>
                  </a:lnTo>
                  <a:lnTo>
                    <a:pt x="101117" y="312920"/>
                  </a:lnTo>
                  <a:lnTo>
                    <a:pt x="100621" y="313108"/>
                  </a:lnTo>
                  <a:lnTo>
                    <a:pt x="100292" y="313297"/>
                  </a:lnTo>
                  <a:lnTo>
                    <a:pt x="100255" y="312786"/>
                  </a:lnTo>
                  <a:lnTo>
                    <a:pt x="100297" y="312323"/>
                  </a:lnTo>
                  <a:lnTo>
                    <a:pt x="99953" y="312012"/>
                  </a:lnTo>
                  <a:lnTo>
                    <a:pt x="99803" y="312098"/>
                  </a:lnTo>
                  <a:lnTo>
                    <a:pt x="99542" y="312472"/>
                  </a:lnTo>
                  <a:lnTo>
                    <a:pt x="98969" y="312880"/>
                  </a:lnTo>
                  <a:lnTo>
                    <a:pt x="98375" y="312448"/>
                  </a:lnTo>
                  <a:lnTo>
                    <a:pt x="97935" y="311879"/>
                  </a:lnTo>
                  <a:lnTo>
                    <a:pt x="97133" y="311112"/>
                  </a:lnTo>
                  <a:lnTo>
                    <a:pt x="96859" y="311141"/>
                  </a:lnTo>
                  <a:lnTo>
                    <a:pt x="96909" y="310560"/>
                  </a:lnTo>
                  <a:lnTo>
                    <a:pt x="97339" y="310669"/>
                  </a:lnTo>
                  <a:lnTo>
                    <a:pt x="97611" y="310517"/>
                  </a:lnTo>
                  <a:lnTo>
                    <a:pt x="97712" y="309912"/>
                  </a:lnTo>
                  <a:lnTo>
                    <a:pt x="97687" y="309698"/>
                  </a:lnTo>
                  <a:lnTo>
                    <a:pt x="97592" y="309528"/>
                  </a:lnTo>
                  <a:lnTo>
                    <a:pt x="97178" y="309062"/>
                  </a:lnTo>
                  <a:lnTo>
                    <a:pt x="96909" y="309007"/>
                  </a:lnTo>
                  <a:lnTo>
                    <a:pt x="96747" y="309092"/>
                  </a:lnTo>
                  <a:lnTo>
                    <a:pt x="96185" y="309341"/>
                  </a:lnTo>
                  <a:lnTo>
                    <a:pt x="96139" y="309660"/>
                  </a:lnTo>
                  <a:lnTo>
                    <a:pt x="96255" y="309958"/>
                  </a:lnTo>
                  <a:lnTo>
                    <a:pt x="96158" y="310356"/>
                  </a:lnTo>
                  <a:lnTo>
                    <a:pt x="95983" y="310292"/>
                  </a:lnTo>
                  <a:lnTo>
                    <a:pt x="95835" y="310059"/>
                  </a:lnTo>
                  <a:lnTo>
                    <a:pt x="95730" y="309710"/>
                  </a:lnTo>
                  <a:lnTo>
                    <a:pt x="95381" y="309963"/>
                  </a:lnTo>
                  <a:lnTo>
                    <a:pt x="94916" y="309966"/>
                  </a:lnTo>
                  <a:lnTo>
                    <a:pt x="94643" y="310259"/>
                  </a:lnTo>
                  <a:lnTo>
                    <a:pt x="94370" y="310195"/>
                  </a:lnTo>
                  <a:lnTo>
                    <a:pt x="94311" y="310055"/>
                  </a:lnTo>
                  <a:lnTo>
                    <a:pt x="94362" y="309401"/>
                  </a:lnTo>
                  <a:lnTo>
                    <a:pt x="94474" y="308998"/>
                  </a:lnTo>
                  <a:lnTo>
                    <a:pt x="94299" y="307931"/>
                  </a:lnTo>
                  <a:lnTo>
                    <a:pt x="93912" y="307773"/>
                  </a:lnTo>
                  <a:lnTo>
                    <a:pt x="93759" y="307331"/>
                  </a:lnTo>
                  <a:lnTo>
                    <a:pt x="93412" y="306923"/>
                  </a:lnTo>
                  <a:lnTo>
                    <a:pt x="93313" y="306720"/>
                  </a:lnTo>
                  <a:lnTo>
                    <a:pt x="93085" y="306270"/>
                  </a:lnTo>
                  <a:lnTo>
                    <a:pt x="92859" y="306143"/>
                  </a:lnTo>
                  <a:lnTo>
                    <a:pt x="92168" y="306178"/>
                  </a:lnTo>
                  <a:lnTo>
                    <a:pt x="91404" y="305226"/>
                  </a:lnTo>
                  <a:lnTo>
                    <a:pt x="91201" y="305149"/>
                  </a:lnTo>
                  <a:lnTo>
                    <a:pt x="91014" y="305164"/>
                  </a:lnTo>
                  <a:lnTo>
                    <a:pt x="90754" y="305074"/>
                  </a:lnTo>
                  <a:lnTo>
                    <a:pt x="90710" y="304882"/>
                  </a:lnTo>
                  <a:lnTo>
                    <a:pt x="90611" y="304730"/>
                  </a:lnTo>
                  <a:lnTo>
                    <a:pt x="90169" y="304476"/>
                  </a:lnTo>
                  <a:lnTo>
                    <a:pt x="90031" y="304516"/>
                  </a:lnTo>
                  <a:lnTo>
                    <a:pt x="89902" y="304715"/>
                  </a:lnTo>
                  <a:lnTo>
                    <a:pt x="89788" y="304889"/>
                  </a:lnTo>
                  <a:lnTo>
                    <a:pt x="89190" y="304793"/>
                  </a:lnTo>
                  <a:lnTo>
                    <a:pt x="88130" y="304294"/>
                  </a:lnTo>
                  <a:lnTo>
                    <a:pt x="88050" y="303954"/>
                  </a:lnTo>
                  <a:lnTo>
                    <a:pt x="87864" y="303958"/>
                  </a:lnTo>
                  <a:lnTo>
                    <a:pt x="87753" y="304189"/>
                  </a:lnTo>
                  <a:lnTo>
                    <a:pt x="87250" y="303735"/>
                  </a:lnTo>
                  <a:lnTo>
                    <a:pt x="86801" y="303365"/>
                  </a:lnTo>
                  <a:lnTo>
                    <a:pt x="86588" y="303320"/>
                  </a:lnTo>
                  <a:lnTo>
                    <a:pt x="86278" y="303342"/>
                  </a:lnTo>
                  <a:lnTo>
                    <a:pt x="86253" y="303619"/>
                  </a:lnTo>
                  <a:lnTo>
                    <a:pt x="85964" y="303773"/>
                  </a:lnTo>
                  <a:lnTo>
                    <a:pt x="85354" y="303702"/>
                  </a:lnTo>
                  <a:lnTo>
                    <a:pt x="85130" y="303566"/>
                  </a:lnTo>
                  <a:lnTo>
                    <a:pt x="84901" y="303416"/>
                  </a:lnTo>
                  <a:lnTo>
                    <a:pt x="84855" y="303152"/>
                  </a:lnTo>
                  <a:lnTo>
                    <a:pt x="84724" y="302815"/>
                  </a:lnTo>
                  <a:lnTo>
                    <a:pt x="84230" y="302625"/>
                  </a:lnTo>
                  <a:lnTo>
                    <a:pt x="83858" y="302521"/>
                  </a:lnTo>
                  <a:lnTo>
                    <a:pt x="83591" y="302680"/>
                  </a:lnTo>
                  <a:lnTo>
                    <a:pt x="83236" y="302863"/>
                  </a:lnTo>
                  <a:lnTo>
                    <a:pt x="82791" y="303063"/>
                  </a:lnTo>
                  <a:lnTo>
                    <a:pt x="82403" y="303052"/>
                  </a:lnTo>
                  <a:lnTo>
                    <a:pt x="81322" y="302524"/>
                  </a:lnTo>
                  <a:lnTo>
                    <a:pt x="81069" y="302337"/>
                  </a:lnTo>
                  <a:lnTo>
                    <a:pt x="80505" y="302222"/>
                  </a:lnTo>
                  <a:lnTo>
                    <a:pt x="80137" y="302393"/>
                  </a:lnTo>
                  <a:lnTo>
                    <a:pt x="79966" y="302462"/>
                  </a:lnTo>
                  <a:lnTo>
                    <a:pt x="79789" y="302533"/>
                  </a:lnTo>
                  <a:lnTo>
                    <a:pt x="79651" y="302502"/>
                  </a:lnTo>
                  <a:lnTo>
                    <a:pt x="79226" y="302362"/>
                  </a:lnTo>
                  <a:lnTo>
                    <a:pt x="79220" y="302548"/>
                  </a:lnTo>
                  <a:lnTo>
                    <a:pt x="79199" y="302827"/>
                  </a:lnTo>
                  <a:lnTo>
                    <a:pt x="78803" y="302633"/>
                  </a:lnTo>
                  <a:lnTo>
                    <a:pt x="78670" y="301951"/>
                  </a:lnTo>
                  <a:lnTo>
                    <a:pt x="78836" y="301869"/>
                  </a:lnTo>
                  <a:lnTo>
                    <a:pt x="78399" y="301592"/>
                  </a:lnTo>
                  <a:lnTo>
                    <a:pt x="78684" y="301198"/>
                  </a:lnTo>
                  <a:lnTo>
                    <a:pt x="78669" y="300927"/>
                  </a:lnTo>
                  <a:lnTo>
                    <a:pt x="78493" y="300783"/>
                  </a:lnTo>
                  <a:lnTo>
                    <a:pt x="77811" y="300320"/>
                  </a:lnTo>
                  <a:lnTo>
                    <a:pt x="77542" y="300130"/>
                  </a:lnTo>
                  <a:lnTo>
                    <a:pt x="77086" y="299729"/>
                  </a:lnTo>
                  <a:lnTo>
                    <a:pt x="76964" y="299513"/>
                  </a:lnTo>
                  <a:lnTo>
                    <a:pt x="76962" y="299329"/>
                  </a:lnTo>
                  <a:lnTo>
                    <a:pt x="77131" y="299019"/>
                  </a:lnTo>
                  <a:lnTo>
                    <a:pt x="76776" y="298896"/>
                  </a:lnTo>
                  <a:lnTo>
                    <a:pt x="76132" y="299150"/>
                  </a:lnTo>
                  <a:lnTo>
                    <a:pt x="75734" y="299389"/>
                  </a:lnTo>
                  <a:lnTo>
                    <a:pt x="75589" y="299732"/>
                  </a:lnTo>
                  <a:lnTo>
                    <a:pt x="75142" y="299936"/>
                  </a:lnTo>
                  <a:lnTo>
                    <a:pt x="75138" y="299641"/>
                  </a:lnTo>
                  <a:lnTo>
                    <a:pt x="75108" y="299252"/>
                  </a:lnTo>
                  <a:lnTo>
                    <a:pt x="74896" y="299114"/>
                  </a:lnTo>
                  <a:lnTo>
                    <a:pt x="74622" y="299127"/>
                  </a:lnTo>
                  <a:lnTo>
                    <a:pt x="74415" y="299414"/>
                  </a:lnTo>
                  <a:lnTo>
                    <a:pt x="74276" y="299530"/>
                  </a:lnTo>
                  <a:lnTo>
                    <a:pt x="74108" y="299418"/>
                  </a:lnTo>
                  <a:lnTo>
                    <a:pt x="73462" y="299336"/>
                  </a:lnTo>
                  <a:lnTo>
                    <a:pt x="73198" y="299159"/>
                  </a:lnTo>
                  <a:lnTo>
                    <a:pt x="72765" y="299081"/>
                  </a:lnTo>
                  <a:lnTo>
                    <a:pt x="72573" y="299124"/>
                  </a:lnTo>
                  <a:lnTo>
                    <a:pt x="72387" y="299211"/>
                  </a:lnTo>
                  <a:lnTo>
                    <a:pt x="72151" y="299331"/>
                  </a:lnTo>
                  <a:lnTo>
                    <a:pt x="72012" y="299286"/>
                  </a:lnTo>
                  <a:lnTo>
                    <a:pt x="71795" y="298943"/>
                  </a:lnTo>
                  <a:lnTo>
                    <a:pt x="71474" y="298830"/>
                  </a:lnTo>
                  <a:lnTo>
                    <a:pt x="71196" y="298642"/>
                  </a:lnTo>
                  <a:lnTo>
                    <a:pt x="71220" y="298309"/>
                  </a:lnTo>
                  <a:lnTo>
                    <a:pt x="70851" y="298535"/>
                  </a:lnTo>
                  <a:lnTo>
                    <a:pt x="70340" y="298909"/>
                  </a:lnTo>
                  <a:lnTo>
                    <a:pt x="70036" y="298611"/>
                  </a:lnTo>
                  <a:lnTo>
                    <a:pt x="69695" y="297882"/>
                  </a:lnTo>
                  <a:lnTo>
                    <a:pt x="69836" y="297672"/>
                  </a:lnTo>
                  <a:lnTo>
                    <a:pt x="69883" y="297229"/>
                  </a:lnTo>
                  <a:lnTo>
                    <a:pt x="69670" y="296478"/>
                  </a:lnTo>
                  <a:lnTo>
                    <a:pt x="69370" y="296078"/>
                  </a:lnTo>
                  <a:lnTo>
                    <a:pt x="69223" y="295471"/>
                  </a:lnTo>
                  <a:lnTo>
                    <a:pt x="69248" y="294496"/>
                  </a:lnTo>
                  <a:lnTo>
                    <a:pt x="69063" y="294204"/>
                  </a:lnTo>
                  <a:lnTo>
                    <a:pt x="68973" y="294023"/>
                  </a:lnTo>
                  <a:lnTo>
                    <a:pt x="68945" y="293827"/>
                  </a:lnTo>
                  <a:lnTo>
                    <a:pt x="69067" y="293664"/>
                  </a:lnTo>
                  <a:lnTo>
                    <a:pt x="68948" y="293420"/>
                  </a:lnTo>
                  <a:lnTo>
                    <a:pt x="68766" y="293253"/>
                  </a:lnTo>
                  <a:lnTo>
                    <a:pt x="68928" y="293304"/>
                  </a:lnTo>
                  <a:lnTo>
                    <a:pt x="69016" y="293072"/>
                  </a:lnTo>
                  <a:lnTo>
                    <a:pt x="69097" y="292613"/>
                  </a:lnTo>
                  <a:lnTo>
                    <a:pt x="69022" y="292420"/>
                  </a:lnTo>
                  <a:lnTo>
                    <a:pt x="68988" y="292077"/>
                  </a:lnTo>
                  <a:lnTo>
                    <a:pt x="68913" y="291704"/>
                  </a:lnTo>
                  <a:lnTo>
                    <a:pt x="68703" y="290991"/>
                  </a:lnTo>
                  <a:lnTo>
                    <a:pt x="68499" y="290769"/>
                  </a:lnTo>
                  <a:lnTo>
                    <a:pt x="68772" y="290849"/>
                  </a:lnTo>
                  <a:lnTo>
                    <a:pt x="68979" y="290791"/>
                  </a:lnTo>
                  <a:lnTo>
                    <a:pt x="68830" y="290606"/>
                  </a:lnTo>
                  <a:lnTo>
                    <a:pt x="68705" y="290314"/>
                  </a:lnTo>
                  <a:lnTo>
                    <a:pt x="68821" y="290116"/>
                  </a:lnTo>
                  <a:lnTo>
                    <a:pt x="68718" y="289573"/>
                  </a:lnTo>
                  <a:lnTo>
                    <a:pt x="68904" y="289500"/>
                  </a:lnTo>
                  <a:lnTo>
                    <a:pt x="69973" y="290716"/>
                  </a:lnTo>
                  <a:lnTo>
                    <a:pt x="70642" y="289709"/>
                  </a:lnTo>
                  <a:lnTo>
                    <a:pt x="70902" y="289425"/>
                  </a:lnTo>
                  <a:lnTo>
                    <a:pt x="70958" y="289109"/>
                  </a:lnTo>
                  <a:lnTo>
                    <a:pt x="70997" y="288885"/>
                  </a:lnTo>
                  <a:lnTo>
                    <a:pt x="71021" y="288749"/>
                  </a:lnTo>
                  <a:lnTo>
                    <a:pt x="71110" y="288364"/>
                  </a:lnTo>
                  <a:lnTo>
                    <a:pt x="71197" y="288154"/>
                  </a:lnTo>
                  <a:lnTo>
                    <a:pt x="71111" y="287821"/>
                  </a:lnTo>
                  <a:lnTo>
                    <a:pt x="71023" y="287521"/>
                  </a:lnTo>
                  <a:lnTo>
                    <a:pt x="70757" y="287191"/>
                  </a:lnTo>
                  <a:lnTo>
                    <a:pt x="70493" y="286613"/>
                  </a:lnTo>
                  <a:lnTo>
                    <a:pt x="70344" y="286403"/>
                  </a:lnTo>
                  <a:lnTo>
                    <a:pt x="69830" y="286067"/>
                  </a:lnTo>
                  <a:lnTo>
                    <a:pt x="69200" y="285545"/>
                  </a:lnTo>
                  <a:lnTo>
                    <a:pt x="68854" y="285389"/>
                  </a:lnTo>
                  <a:lnTo>
                    <a:pt x="68686" y="285334"/>
                  </a:lnTo>
                  <a:lnTo>
                    <a:pt x="68416" y="285281"/>
                  </a:lnTo>
                  <a:lnTo>
                    <a:pt x="68143" y="285082"/>
                  </a:lnTo>
                  <a:lnTo>
                    <a:pt x="68380" y="284850"/>
                  </a:lnTo>
                  <a:lnTo>
                    <a:pt x="68983" y="284629"/>
                  </a:lnTo>
                  <a:lnTo>
                    <a:pt x="69479" y="284746"/>
                  </a:lnTo>
                  <a:lnTo>
                    <a:pt x="70077" y="284785"/>
                  </a:lnTo>
                  <a:lnTo>
                    <a:pt x="70080" y="284488"/>
                  </a:lnTo>
                  <a:lnTo>
                    <a:pt x="70075" y="284329"/>
                  </a:lnTo>
                  <a:lnTo>
                    <a:pt x="70034" y="284108"/>
                  </a:lnTo>
                  <a:lnTo>
                    <a:pt x="69946" y="283841"/>
                  </a:lnTo>
                  <a:lnTo>
                    <a:pt x="69807" y="283504"/>
                  </a:lnTo>
                  <a:lnTo>
                    <a:pt x="69685" y="283305"/>
                  </a:lnTo>
                  <a:lnTo>
                    <a:pt x="69451" y="282959"/>
                  </a:lnTo>
                  <a:lnTo>
                    <a:pt x="68752" y="282275"/>
                  </a:lnTo>
                  <a:lnTo>
                    <a:pt x="68495" y="282109"/>
                  </a:lnTo>
                  <a:lnTo>
                    <a:pt x="68240" y="281453"/>
                  </a:lnTo>
                  <a:lnTo>
                    <a:pt x="68156" y="281166"/>
                  </a:lnTo>
                  <a:lnTo>
                    <a:pt x="68018" y="280494"/>
                  </a:lnTo>
                  <a:lnTo>
                    <a:pt x="68221" y="280059"/>
                  </a:lnTo>
                  <a:lnTo>
                    <a:pt x="68270" y="279845"/>
                  </a:lnTo>
                  <a:lnTo>
                    <a:pt x="68336" y="278759"/>
                  </a:lnTo>
                  <a:lnTo>
                    <a:pt x="68344" y="278580"/>
                  </a:lnTo>
                  <a:lnTo>
                    <a:pt x="68329" y="278330"/>
                  </a:lnTo>
                  <a:lnTo>
                    <a:pt x="68331" y="277867"/>
                  </a:lnTo>
                  <a:lnTo>
                    <a:pt x="68575" y="277813"/>
                  </a:lnTo>
                  <a:lnTo>
                    <a:pt x="68876" y="277660"/>
                  </a:lnTo>
                  <a:lnTo>
                    <a:pt x="68945" y="277464"/>
                  </a:lnTo>
                  <a:lnTo>
                    <a:pt x="69088" y="276882"/>
                  </a:lnTo>
                  <a:lnTo>
                    <a:pt x="68801" y="276768"/>
                  </a:lnTo>
                  <a:lnTo>
                    <a:pt x="68840" y="276343"/>
                  </a:lnTo>
                  <a:lnTo>
                    <a:pt x="68898" y="276095"/>
                  </a:lnTo>
                  <a:lnTo>
                    <a:pt x="69141" y="275534"/>
                  </a:lnTo>
                  <a:lnTo>
                    <a:pt x="69224" y="275312"/>
                  </a:lnTo>
                  <a:lnTo>
                    <a:pt x="69162" y="274823"/>
                  </a:lnTo>
                  <a:lnTo>
                    <a:pt x="69155" y="274683"/>
                  </a:lnTo>
                  <a:lnTo>
                    <a:pt x="69143" y="274274"/>
                  </a:lnTo>
                  <a:lnTo>
                    <a:pt x="69149" y="273999"/>
                  </a:lnTo>
                  <a:lnTo>
                    <a:pt x="69352" y="273724"/>
                  </a:lnTo>
                  <a:lnTo>
                    <a:pt x="69492" y="273587"/>
                  </a:lnTo>
                  <a:lnTo>
                    <a:pt x="70191" y="273192"/>
                  </a:lnTo>
                  <a:lnTo>
                    <a:pt x="70446" y="272999"/>
                  </a:lnTo>
                  <a:lnTo>
                    <a:pt x="70515" y="273242"/>
                  </a:lnTo>
                  <a:lnTo>
                    <a:pt x="70553" y="273520"/>
                  </a:lnTo>
                  <a:lnTo>
                    <a:pt x="70872" y="273422"/>
                  </a:lnTo>
                  <a:lnTo>
                    <a:pt x="70877" y="273192"/>
                  </a:lnTo>
                  <a:lnTo>
                    <a:pt x="70859" y="272733"/>
                  </a:lnTo>
                  <a:lnTo>
                    <a:pt x="71366" y="272337"/>
                  </a:lnTo>
                  <a:lnTo>
                    <a:pt x="71561" y="272286"/>
                  </a:lnTo>
                  <a:lnTo>
                    <a:pt x="71684" y="271705"/>
                  </a:lnTo>
                  <a:lnTo>
                    <a:pt x="71773" y="271538"/>
                  </a:lnTo>
                  <a:lnTo>
                    <a:pt x="72204" y="270478"/>
                  </a:lnTo>
                  <a:lnTo>
                    <a:pt x="72290" y="270325"/>
                  </a:lnTo>
                  <a:lnTo>
                    <a:pt x="72468" y="269652"/>
                  </a:lnTo>
                  <a:lnTo>
                    <a:pt x="72329" y="269377"/>
                  </a:lnTo>
                  <a:lnTo>
                    <a:pt x="71637" y="269556"/>
                  </a:lnTo>
                  <a:lnTo>
                    <a:pt x="71329" y="269647"/>
                  </a:lnTo>
                  <a:lnTo>
                    <a:pt x="70890" y="269559"/>
                  </a:lnTo>
                  <a:lnTo>
                    <a:pt x="70268" y="268596"/>
                  </a:lnTo>
                  <a:lnTo>
                    <a:pt x="70189" y="268450"/>
                  </a:lnTo>
                  <a:lnTo>
                    <a:pt x="70405" y="268510"/>
                  </a:lnTo>
                  <a:lnTo>
                    <a:pt x="70873" y="268454"/>
                  </a:lnTo>
                  <a:lnTo>
                    <a:pt x="71555" y="268529"/>
                  </a:lnTo>
                  <a:lnTo>
                    <a:pt x="72036" y="268308"/>
                  </a:lnTo>
                  <a:lnTo>
                    <a:pt x="72202" y="268062"/>
                  </a:lnTo>
                  <a:lnTo>
                    <a:pt x="72257" y="267770"/>
                  </a:lnTo>
                  <a:lnTo>
                    <a:pt x="72804" y="267244"/>
                  </a:lnTo>
                  <a:lnTo>
                    <a:pt x="73514" y="266496"/>
                  </a:lnTo>
                  <a:lnTo>
                    <a:pt x="74373" y="266609"/>
                  </a:lnTo>
                  <a:lnTo>
                    <a:pt x="74410" y="265986"/>
                  </a:lnTo>
                  <a:lnTo>
                    <a:pt x="73040" y="265688"/>
                  </a:lnTo>
                  <a:lnTo>
                    <a:pt x="73136" y="265511"/>
                  </a:lnTo>
                  <a:lnTo>
                    <a:pt x="73022" y="265058"/>
                  </a:lnTo>
                  <a:lnTo>
                    <a:pt x="73013" y="264801"/>
                  </a:lnTo>
                  <a:lnTo>
                    <a:pt x="73733" y="264833"/>
                  </a:lnTo>
                  <a:lnTo>
                    <a:pt x="74199" y="265148"/>
                  </a:lnTo>
                  <a:lnTo>
                    <a:pt x="74187" y="265333"/>
                  </a:lnTo>
                  <a:lnTo>
                    <a:pt x="74347" y="265425"/>
                  </a:lnTo>
                  <a:lnTo>
                    <a:pt x="74684" y="265193"/>
                  </a:lnTo>
                  <a:lnTo>
                    <a:pt x="75184" y="264959"/>
                  </a:lnTo>
                  <a:lnTo>
                    <a:pt x="76204" y="264947"/>
                  </a:lnTo>
                  <a:lnTo>
                    <a:pt x="76164" y="264745"/>
                  </a:lnTo>
                  <a:lnTo>
                    <a:pt x="76181" y="264599"/>
                  </a:lnTo>
                  <a:lnTo>
                    <a:pt x="76238" y="264459"/>
                  </a:lnTo>
                  <a:lnTo>
                    <a:pt x="76393" y="264208"/>
                  </a:lnTo>
                  <a:lnTo>
                    <a:pt x="76804" y="263751"/>
                  </a:lnTo>
                  <a:lnTo>
                    <a:pt x="77274" y="263371"/>
                  </a:lnTo>
                  <a:lnTo>
                    <a:pt x="77434" y="263152"/>
                  </a:lnTo>
                  <a:lnTo>
                    <a:pt x="77552" y="262929"/>
                  </a:lnTo>
                  <a:lnTo>
                    <a:pt x="77385" y="262715"/>
                  </a:lnTo>
                  <a:lnTo>
                    <a:pt x="77299" y="262536"/>
                  </a:lnTo>
                  <a:lnTo>
                    <a:pt x="77257" y="262385"/>
                  </a:lnTo>
                  <a:lnTo>
                    <a:pt x="77255" y="261974"/>
                  </a:lnTo>
                  <a:lnTo>
                    <a:pt x="77316" y="261628"/>
                  </a:lnTo>
                  <a:lnTo>
                    <a:pt x="78946" y="260877"/>
                  </a:lnTo>
                  <a:lnTo>
                    <a:pt x="79303" y="261362"/>
                  </a:lnTo>
                  <a:lnTo>
                    <a:pt x="79948" y="261219"/>
                  </a:lnTo>
                  <a:lnTo>
                    <a:pt x="80587" y="260990"/>
                  </a:lnTo>
                  <a:lnTo>
                    <a:pt x="80864" y="261022"/>
                  </a:lnTo>
                  <a:lnTo>
                    <a:pt x="80948" y="260832"/>
                  </a:lnTo>
                  <a:lnTo>
                    <a:pt x="81006" y="260661"/>
                  </a:lnTo>
                  <a:lnTo>
                    <a:pt x="80672" y="260697"/>
                  </a:lnTo>
                  <a:lnTo>
                    <a:pt x="80353" y="260461"/>
                  </a:lnTo>
                  <a:lnTo>
                    <a:pt x="80514" y="260294"/>
                  </a:lnTo>
                  <a:lnTo>
                    <a:pt x="80681" y="260145"/>
                  </a:lnTo>
                  <a:lnTo>
                    <a:pt x="80870" y="260217"/>
                  </a:lnTo>
                  <a:lnTo>
                    <a:pt x="80790" y="260475"/>
                  </a:lnTo>
                  <a:lnTo>
                    <a:pt x="81063" y="260563"/>
                  </a:lnTo>
                  <a:lnTo>
                    <a:pt x="81322" y="260616"/>
                  </a:lnTo>
                  <a:lnTo>
                    <a:pt x="81684" y="261132"/>
                  </a:lnTo>
                  <a:lnTo>
                    <a:pt x="81919" y="261439"/>
                  </a:lnTo>
                  <a:lnTo>
                    <a:pt x="82237" y="261358"/>
                  </a:lnTo>
                  <a:lnTo>
                    <a:pt x="82388" y="261278"/>
                  </a:lnTo>
                  <a:lnTo>
                    <a:pt x="82493" y="260611"/>
                  </a:lnTo>
                  <a:lnTo>
                    <a:pt x="82957" y="259858"/>
                  </a:lnTo>
                  <a:lnTo>
                    <a:pt x="83466" y="259830"/>
                  </a:lnTo>
                  <a:lnTo>
                    <a:pt x="83171" y="259739"/>
                  </a:lnTo>
                  <a:lnTo>
                    <a:pt x="83374" y="258960"/>
                  </a:lnTo>
                  <a:lnTo>
                    <a:pt x="83338" y="258657"/>
                  </a:lnTo>
                  <a:lnTo>
                    <a:pt x="83856" y="258450"/>
                  </a:lnTo>
                  <a:lnTo>
                    <a:pt x="83842" y="257787"/>
                  </a:lnTo>
                  <a:lnTo>
                    <a:pt x="83213" y="257250"/>
                  </a:lnTo>
                  <a:lnTo>
                    <a:pt x="84215" y="256763"/>
                  </a:lnTo>
                  <a:lnTo>
                    <a:pt x="84514" y="256222"/>
                  </a:lnTo>
                  <a:lnTo>
                    <a:pt x="84972" y="256341"/>
                  </a:lnTo>
                  <a:lnTo>
                    <a:pt x="84729" y="256633"/>
                  </a:lnTo>
                  <a:lnTo>
                    <a:pt x="84825" y="256801"/>
                  </a:lnTo>
                  <a:lnTo>
                    <a:pt x="85526" y="257043"/>
                  </a:lnTo>
                  <a:lnTo>
                    <a:pt x="86344" y="257888"/>
                  </a:lnTo>
                  <a:lnTo>
                    <a:pt x="86784" y="258123"/>
                  </a:lnTo>
                  <a:lnTo>
                    <a:pt x="87279" y="258232"/>
                  </a:lnTo>
                  <a:lnTo>
                    <a:pt x="87999" y="258353"/>
                  </a:lnTo>
                  <a:lnTo>
                    <a:pt x="88544" y="258579"/>
                  </a:lnTo>
                  <a:lnTo>
                    <a:pt x="88984" y="258606"/>
                  </a:lnTo>
                  <a:lnTo>
                    <a:pt x="89638" y="258829"/>
                  </a:lnTo>
                  <a:lnTo>
                    <a:pt x="89883" y="258666"/>
                  </a:lnTo>
                  <a:lnTo>
                    <a:pt x="90032" y="258667"/>
                  </a:lnTo>
                  <a:lnTo>
                    <a:pt x="90354" y="258721"/>
                  </a:lnTo>
                  <a:lnTo>
                    <a:pt x="90662" y="258814"/>
                  </a:lnTo>
                  <a:lnTo>
                    <a:pt x="90951" y="259128"/>
                  </a:lnTo>
                  <a:lnTo>
                    <a:pt x="92301" y="259721"/>
                  </a:lnTo>
                  <a:lnTo>
                    <a:pt x="92674" y="259486"/>
                  </a:lnTo>
                  <a:lnTo>
                    <a:pt x="92894" y="259549"/>
                  </a:lnTo>
                  <a:lnTo>
                    <a:pt x="93532" y="259790"/>
                  </a:lnTo>
                  <a:lnTo>
                    <a:pt x="93766" y="259909"/>
                  </a:lnTo>
                  <a:lnTo>
                    <a:pt x="94282" y="260303"/>
                  </a:lnTo>
                  <a:lnTo>
                    <a:pt x="96043" y="260650"/>
                  </a:lnTo>
                  <a:lnTo>
                    <a:pt x="95931" y="261602"/>
                  </a:lnTo>
                  <a:lnTo>
                    <a:pt x="96485" y="262441"/>
                  </a:lnTo>
                  <a:lnTo>
                    <a:pt x="96440" y="262920"/>
                  </a:lnTo>
                  <a:lnTo>
                    <a:pt x="97023" y="262998"/>
                  </a:lnTo>
                  <a:lnTo>
                    <a:pt x="97164" y="263201"/>
                  </a:lnTo>
                  <a:lnTo>
                    <a:pt x="97317" y="263429"/>
                  </a:lnTo>
                  <a:lnTo>
                    <a:pt x="97692" y="264829"/>
                  </a:lnTo>
                  <a:lnTo>
                    <a:pt x="97602" y="265202"/>
                  </a:lnTo>
                  <a:lnTo>
                    <a:pt x="97446" y="265467"/>
                  </a:lnTo>
                  <a:lnTo>
                    <a:pt x="97324" y="265664"/>
                  </a:lnTo>
                  <a:lnTo>
                    <a:pt x="97318" y="266119"/>
                  </a:lnTo>
                  <a:lnTo>
                    <a:pt x="97607" y="266609"/>
                  </a:lnTo>
                  <a:lnTo>
                    <a:pt x="97789" y="266661"/>
                  </a:lnTo>
                  <a:lnTo>
                    <a:pt x="99023" y="266560"/>
                  </a:lnTo>
                  <a:lnTo>
                    <a:pt x="99692" y="267008"/>
                  </a:lnTo>
                  <a:lnTo>
                    <a:pt x="100123" y="267009"/>
                  </a:lnTo>
                  <a:lnTo>
                    <a:pt x="100966" y="267114"/>
                  </a:lnTo>
                  <a:lnTo>
                    <a:pt x="101477" y="267480"/>
                  </a:lnTo>
                  <a:lnTo>
                    <a:pt x="101476" y="267629"/>
                  </a:lnTo>
                  <a:lnTo>
                    <a:pt x="101884" y="267904"/>
                  </a:lnTo>
                  <a:lnTo>
                    <a:pt x="102444" y="267907"/>
                  </a:lnTo>
                  <a:lnTo>
                    <a:pt x="102777" y="267809"/>
                  </a:lnTo>
                  <a:lnTo>
                    <a:pt x="103861" y="267385"/>
                  </a:lnTo>
                  <a:lnTo>
                    <a:pt x="104492" y="266871"/>
                  </a:lnTo>
                  <a:lnTo>
                    <a:pt x="104506" y="266479"/>
                  </a:lnTo>
                  <a:lnTo>
                    <a:pt x="104867" y="266280"/>
                  </a:lnTo>
                  <a:lnTo>
                    <a:pt x="106037" y="265964"/>
                  </a:lnTo>
                  <a:lnTo>
                    <a:pt x="107108" y="266013"/>
                  </a:lnTo>
                  <a:lnTo>
                    <a:pt x="107666" y="266143"/>
                  </a:lnTo>
                  <a:lnTo>
                    <a:pt x="108027" y="266332"/>
                  </a:lnTo>
                  <a:lnTo>
                    <a:pt x="108203" y="266868"/>
                  </a:lnTo>
                  <a:lnTo>
                    <a:pt x="108383" y="267168"/>
                  </a:lnTo>
                  <a:lnTo>
                    <a:pt x="108894" y="267296"/>
                  </a:lnTo>
                  <a:lnTo>
                    <a:pt x="109851" y="267379"/>
                  </a:lnTo>
                  <a:lnTo>
                    <a:pt x="110951" y="266992"/>
                  </a:lnTo>
                  <a:lnTo>
                    <a:pt x="112288" y="266844"/>
                  </a:lnTo>
                  <a:lnTo>
                    <a:pt x="112539" y="266793"/>
                  </a:lnTo>
                  <a:lnTo>
                    <a:pt x="112815" y="266736"/>
                  </a:lnTo>
                  <a:lnTo>
                    <a:pt x="113531" y="266526"/>
                  </a:lnTo>
                  <a:lnTo>
                    <a:pt x="113910" y="266331"/>
                  </a:lnTo>
                  <a:lnTo>
                    <a:pt x="114515" y="265963"/>
                  </a:lnTo>
                  <a:lnTo>
                    <a:pt x="115034" y="265643"/>
                  </a:lnTo>
                  <a:lnTo>
                    <a:pt x="115527" y="265422"/>
                  </a:lnTo>
                  <a:lnTo>
                    <a:pt x="117325" y="264846"/>
                  </a:lnTo>
                  <a:lnTo>
                    <a:pt x="117581" y="264929"/>
                  </a:lnTo>
                  <a:lnTo>
                    <a:pt x="117740" y="264980"/>
                  </a:lnTo>
                  <a:lnTo>
                    <a:pt x="118106" y="265102"/>
                  </a:lnTo>
                  <a:lnTo>
                    <a:pt x="118239" y="265191"/>
                  </a:lnTo>
                  <a:lnTo>
                    <a:pt x="118384" y="265290"/>
                  </a:lnTo>
                  <a:lnTo>
                    <a:pt x="118772" y="265546"/>
                  </a:lnTo>
                  <a:lnTo>
                    <a:pt x="119356" y="265891"/>
                  </a:lnTo>
                  <a:lnTo>
                    <a:pt x="119732" y="266111"/>
                  </a:lnTo>
                  <a:lnTo>
                    <a:pt x="119942" y="266232"/>
                  </a:lnTo>
                  <a:lnTo>
                    <a:pt x="120114" y="266332"/>
                  </a:lnTo>
                  <a:lnTo>
                    <a:pt x="121267" y="266497"/>
                  </a:lnTo>
                  <a:lnTo>
                    <a:pt x="122286" y="266114"/>
                  </a:lnTo>
                  <a:lnTo>
                    <a:pt x="123075" y="266003"/>
                  </a:lnTo>
                  <a:lnTo>
                    <a:pt x="123869" y="265737"/>
                  </a:lnTo>
                  <a:lnTo>
                    <a:pt x="124081" y="265501"/>
                  </a:lnTo>
                  <a:lnTo>
                    <a:pt x="124404" y="265151"/>
                  </a:lnTo>
                  <a:lnTo>
                    <a:pt x="124604" y="265124"/>
                  </a:lnTo>
                  <a:lnTo>
                    <a:pt x="124819" y="265097"/>
                  </a:lnTo>
                  <a:lnTo>
                    <a:pt x="124965" y="265080"/>
                  </a:lnTo>
                  <a:lnTo>
                    <a:pt x="125615" y="265042"/>
                  </a:lnTo>
                  <a:lnTo>
                    <a:pt x="125868" y="265203"/>
                  </a:lnTo>
                  <a:lnTo>
                    <a:pt x="126489" y="265303"/>
                  </a:lnTo>
                  <a:lnTo>
                    <a:pt x="127005" y="264982"/>
                  </a:lnTo>
                  <a:lnTo>
                    <a:pt x="127334" y="264364"/>
                  </a:lnTo>
                  <a:lnTo>
                    <a:pt x="127333" y="264023"/>
                  </a:lnTo>
                  <a:lnTo>
                    <a:pt x="127224" y="263602"/>
                  </a:lnTo>
                  <a:lnTo>
                    <a:pt x="127126" y="263329"/>
                  </a:lnTo>
                  <a:lnTo>
                    <a:pt x="126948" y="262860"/>
                  </a:lnTo>
                  <a:lnTo>
                    <a:pt x="126978" y="261790"/>
                  </a:lnTo>
                  <a:lnTo>
                    <a:pt x="127049" y="261565"/>
                  </a:lnTo>
                  <a:lnTo>
                    <a:pt x="127576" y="260953"/>
                  </a:lnTo>
                  <a:lnTo>
                    <a:pt x="127668" y="260789"/>
                  </a:lnTo>
                  <a:lnTo>
                    <a:pt x="127669" y="260165"/>
                  </a:lnTo>
                  <a:lnTo>
                    <a:pt x="127515" y="259778"/>
                  </a:lnTo>
                  <a:lnTo>
                    <a:pt x="127356" y="258590"/>
                  </a:lnTo>
                  <a:lnTo>
                    <a:pt x="127292" y="257262"/>
                  </a:lnTo>
                  <a:lnTo>
                    <a:pt x="127337" y="256355"/>
                  </a:lnTo>
                  <a:lnTo>
                    <a:pt x="127443" y="254832"/>
                  </a:lnTo>
                  <a:lnTo>
                    <a:pt x="127474" y="254573"/>
                  </a:lnTo>
                  <a:lnTo>
                    <a:pt x="127577" y="253734"/>
                  </a:lnTo>
                  <a:lnTo>
                    <a:pt x="128556" y="252136"/>
                  </a:lnTo>
                  <a:lnTo>
                    <a:pt x="128711" y="252060"/>
                  </a:lnTo>
                  <a:lnTo>
                    <a:pt x="128616" y="250711"/>
                  </a:lnTo>
                  <a:lnTo>
                    <a:pt x="128338" y="250389"/>
                  </a:lnTo>
                  <a:lnTo>
                    <a:pt x="128010" y="250017"/>
                  </a:lnTo>
                  <a:lnTo>
                    <a:pt x="127379" y="249301"/>
                  </a:lnTo>
                  <a:lnTo>
                    <a:pt x="127479" y="249046"/>
                  </a:lnTo>
                  <a:lnTo>
                    <a:pt x="128954" y="249066"/>
                  </a:lnTo>
                  <a:lnTo>
                    <a:pt x="129274" y="249185"/>
                  </a:lnTo>
                  <a:lnTo>
                    <a:pt x="130511" y="250037"/>
                  </a:lnTo>
                  <a:lnTo>
                    <a:pt x="131050" y="251369"/>
                  </a:lnTo>
                  <a:lnTo>
                    <a:pt x="131047" y="251611"/>
                  </a:lnTo>
                  <a:lnTo>
                    <a:pt x="131028" y="251772"/>
                  </a:lnTo>
                  <a:lnTo>
                    <a:pt x="131204" y="252248"/>
                  </a:lnTo>
                  <a:lnTo>
                    <a:pt x="131436" y="252638"/>
                  </a:lnTo>
                  <a:lnTo>
                    <a:pt x="132204" y="253839"/>
                  </a:lnTo>
                  <a:lnTo>
                    <a:pt x="132537" y="254372"/>
                  </a:lnTo>
                  <a:lnTo>
                    <a:pt x="132885" y="254788"/>
                  </a:lnTo>
                  <a:lnTo>
                    <a:pt x="133272" y="254743"/>
                  </a:lnTo>
                  <a:lnTo>
                    <a:pt x="134316" y="254319"/>
                  </a:lnTo>
                  <a:lnTo>
                    <a:pt x="134551" y="253770"/>
                  </a:lnTo>
                  <a:lnTo>
                    <a:pt x="134606" y="253638"/>
                  </a:lnTo>
                  <a:lnTo>
                    <a:pt x="134563" y="253368"/>
                  </a:lnTo>
                  <a:lnTo>
                    <a:pt x="134525" y="253198"/>
                  </a:lnTo>
                  <a:lnTo>
                    <a:pt x="134644" y="252987"/>
                  </a:lnTo>
                  <a:lnTo>
                    <a:pt x="135299" y="252758"/>
                  </a:lnTo>
                  <a:lnTo>
                    <a:pt x="135987" y="252227"/>
                  </a:lnTo>
                  <a:lnTo>
                    <a:pt x="136342" y="251712"/>
                  </a:lnTo>
                  <a:lnTo>
                    <a:pt x="136969" y="251041"/>
                  </a:lnTo>
                  <a:lnTo>
                    <a:pt x="137925" y="250346"/>
                  </a:lnTo>
                  <a:lnTo>
                    <a:pt x="137964" y="250133"/>
                  </a:lnTo>
                  <a:lnTo>
                    <a:pt x="137738" y="249795"/>
                  </a:lnTo>
                  <a:lnTo>
                    <a:pt x="137518" y="249474"/>
                  </a:lnTo>
                  <a:lnTo>
                    <a:pt x="137369" y="249263"/>
                  </a:lnTo>
                  <a:lnTo>
                    <a:pt x="137117" y="248896"/>
                  </a:lnTo>
                  <a:lnTo>
                    <a:pt x="137315" y="248462"/>
                  </a:lnTo>
                  <a:lnTo>
                    <a:pt x="137396" y="248289"/>
                  </a:lnTo>
                  <a:lnTo>
                    <a:pt x="137515" y="248032"/>
                  </a:lnTo>
                  <a:lnTo>
                    <a:pt x="137806" y="247391"/>
                  </a:lnTo>
                  <a:lnTo>
                    <a:pt x="137893" y="247194"/>
                  </a:lnTo>
                  <a:lnTo>
                    <a:pt x="137760" y="247090"/>
                  </a:lnTo>
                  <a:lnTo>
                    <a:pt x="137161" y="246631"/>
                  </a:lnTo>
                  <a:lnTo>
                    <a:pt x="136144" y="245852"/>
                  </a:lnTo>
                  <a:lnTo>
                    <a:pt x="135515" y="245373"/>
                  </a:lnTo>
                  <a:lnTo>
                    <a:pt x="134525" y="244714"/>
                  </a:lnTo>
                  <a:lnTo>
                    <a:pt x="133797" y="244232"/>
                  </a:lnTo>
                  <a:lnTo>
                    <a:pt x="133367" y="243868"/>
                  </a:lnTo>
                  <a:lnTo>
                    <a:pt x="133132" y="243459"/>
                  </a:lnTo>
                  <a:lnTo>
                    <a:pt x="133237" y="241893"/>
                  </a:lnTo>
                  <a:lnTo>
                    <a:pt x="133502" y="241604"/>
                  </a:lnTo>
                  <a:lnTo>
                    <a:pt x="133817" y="241264"/>
                  </a:lnTo>
                  <a:lnTo>
                    <a:pt x="133925" y="241065"/>
                  </a:lnTo>
                  <a:lnTo>
                    <a:pt x="134310" y="240342"/>
                  </a:lnTo>
                  <a:lnTo>
                    <a:pt x="134158" y="239823"/>
                  </a:lnTo>
                  <a:lnTo>
                    <a:pt x="134164" y="239313"/>
                  </a:lnTo>
                  <a:lnTo>
                    <a:pt x="134179" y="239169"/>
                  </a:lnTo>
                  <a:lnTo>
                    <a:pt x="134303" y="238723"/>
                  </a:lnTo>
                  <a:lnTo>
                    <a:pt x="134573" y="238162"/>
                  </a:lnTo>
                  <a:lnTo>
                    <a:pt x="134817" y="237921"/>
                  </a:lnTo>
                  <a:lnTo>
                    <a:pt x="135943" y="235492"/>
                  </a:lnTo>
                  <a:lnTo>
                    <a:pt x="136545" y="235187"/>
                  </a:lnTo>
                  <a:lnTo>
                    <a:pt x="136706" y="235022"/>
                  </a:lnTo>
                  <a:lnTo>
                    <a:pt x="137756" y="233846"/>
                  </a:lnTo>
                  <a:lnTo>
                    <a:pt x="137643" y="233099"/>
                  </a:lnTo>
                  <a:lnTo>
                    <a:pt x="137528" y="232897"/>
                  </a:lnTo>
                  <a:lnTo>
                    <a:pt x="137318" y="232357"/>
                  </a:lnTo>
                  <a:lnTo>
                    <a:pt x="138991" y="231298"/>
                  </a:lnTo>
                  <a:lnTo>
                    <a:pt x="139885" y="230827"/>
                  </a:lnTo>
                  <a:lnTo>
                    <a:pt x="140070" y="230701"/>
                  </a:lnTo>
                  <a:lnTo>
                    <a:pt x="140325" y="230323"/>
                  </a:lnTo>
                  <a:lnTo>
                    <a:pt x="141108" y="229097"/>
                  </a:lnTo>
                  <a:lnTo>
                    <a:pt x="142406" y="228288"/>
                  </a:lnTo>
                  <a:lnTo>
                    <a:pt x="143534" y="226673"/>
                  </a:lnTo>
                  <a:lnTo>
                    <a:pt x="144646" y="225332"/>
                  </a:lnTo>
                  <a:lnTo>
                    <a:pt x="144991" y="224937"/>
                  </a:lnTo>
                  <a:lnTo>
                    <a:pt x="145162" y="224774"/>
                  </a:lnTo>
                  <a:lnTo>
                    <a:pt x="145701" y="224292"/>
                  </a:lnTo>
                  <a:lnTo>
                    <a:pt x="146230" y="224109"/>
                  </a:lnTo>
                  <a:lnTo>
                    <a:pt x="146392" y="224140"/>
                  </a:lnTo>
                  <a:lnTo>
                    <a:pt x="146717" y="224182"/>
                  </a:lnTo>
                  <a:lnTo>
                    <a:pt x="147259" y="224395"/>
                  </a:lnTo>
                  <a:lnTo>
                    <a:pt x="147615" y="224532"/>
                  </a:lnTo>
                  <a:lnTo>
                    <a:pt x="147968" y="224459"/>
                  </a:lnTo>
                  <a:lnTo>
                    <a:pt x="148267" y="224293"/>
                  </a:lnTo>
                  <a:lnTo>
                    <a:pt x="148550" y="224130"/>
                  </a:lnTo>
                  <a:lnTo>
                    <a:pt x="148768" y="223639"/>
                  </a:lnTo>
                  <a:lnTo>
                    <a:pt x="148220" y="222606"/>
                  </a:lnTo>
                  <a:lnTo>
                    <a:pt x="147872" y="222012"/>
                  </a:lnTo>
                  <a:lnTo>
                    <a:pt x="148208" y="221147"/>
                  </a:lnTo>
                  <a:lnTo>
                    <a:pt x="148841" y="220583"/>
                  </a:lnTo>
                  <a:lnTo>
                    <a:pt x="149208" y="220408"/>
                  </a:lnTo>
                  <a:lnTo>
                    <a:pt x="149579" y="220265"/>
                  </a:lnTo>
                  <a:lnTo>
                    <a:pt x="149966" y="220123"/>
                  </a:lnTo>
                  <a:lnTo>
                    <a:pt x="150927" y="219324"/>
                  </a:lnTo>
                  <a:lnTo>
                    <a:pt x="151395" y="218686"/>
                  </a:lnTo>
                  <a:lnTo>
                    <a:pt x="152779" y="216937"/>
                  </a:lnTo>
                  <a:lnTo>
                    <a:pt x="153757" y="215983"/>
                  </a:lnTo>
                  <a:lnTo>
                    <a:pt x="154936" y="214945"/>
                  </a:lnTo>
                  <a:lnTo>
                    <a:pt x="155266" y="214936"/>
                  </a:lnTo>
                  <a:lnTo>
                    <a:pt x="155841" y="215502"/>
                  </a:lnTo>
                  <a:lnTo>
                    <a:pt x="156818" y="215994"/>
                  </a:lnTo>
                  <a:lnTo>
                    <a:pt x="158134" y="214734"/>
                  </a:lnTo>
                  <a:lnTo>
                    <a:pt x="158927" y="213935"/>
                  </a:lnTo>
                  <a:lnTo>
                    <a:pt x="159488" y="213755"/>
                  </a:lnTo>
                  <a:lnTo>
                    <a:pt x="160311" y="212637"/>
                  </a:lnTo>
                  <a:lnTo>
                    <a:pt x="160859" y="211571"/>
                  </a:lnTo>
                  <a:lnTo>
                    <a:pt x="161298" y="210946"/>
                  </a:lnTo>
                  <a:lnTo>
                    <a:pt x="161767" y="210278"/>
                  </a:lnTo>
                  <a:lnTo>
                    <a:pt x="161770" y="210029"/>
                  </a:lnTo>
                  <a:lnTo>
                    <a:pt x="161781" y="209004"/>
                  </a:lnTo>
                  <a:lnTo>
                    <a:pt x="162085" y="207484"/>
                  </a:lnTo>
                  <a:lnTo>
                    <a:pt x="162434" y="206688"/>
                  </a:lnTo>
                  <a:lnTo>
                    <a:pt x="163330" y="206676"/>
                  </a:lnTo>
                  <a:lnTo>
                    <a:pt x="164153" y="205626"/>
                  </a:lnTo>
                  <a:lnTo>
                    <a:pt x="164457" y="205254"/>
                  </a:lnTo>
                  <a:lnTo>
                    <a:pt x="165277" y="204704"/>
                  </a:lnTo>
                  <a:lnTo>
                    <a:pt x="167056" y="204241"/>
                  </a:lnTo>
                  <a:lnTo>
                    <a:pt x="167228" y="204163"/>
                  </a:lnTo>
                  <a:lnTo>
                    <a:pt x="167378" y="204026"/>
                  </a:lnTo>
                  <a:lnTo>
                    <a:pt x="167638" y="203831"/>
                  </a:lnTo>
                  <a:lnTo>
                    <a:pt x="167858" y="203703"/>
                  </a:lnTo>
                  <a:lnTo>
                    <a:pt x="168126" y="203550"/>
                  </a:lnTo>
                  <a:lnTo>
                    <a:pt x="168367" y="203442"/>
                  </a:lnTo>
                  <a:lnTo>
                    <a:pt x="168571" y="203405"/>
                  </a:lnTo>
                  <a:lnTo>
                    <a:pt x="168868" y="203491"/>
                  </a:lnTo>
                  <a:lnTo>
                    <a:pt x="169153" y="203566"/>
                  </a:lnTo>
                  <a:lnTo>
                    <a:pt x="169353" y="203514"/>
                  </a:lnTo>
                  <a:lnTo>
                    <a:pt x="169986" y="203151"/>
                  </a:lnTo>
                  <a:lnTo>
                    <a:pt x="170221" y="202958"/>
                  </a:lnTo>
                  <a:lnTo>
                    <a:pt x="170368" y="202701"/>
                  </a:lnTo>
                  <a:lnTo>
                    <a:pt x="170384" y="202428"/>
                  </a:lnTo>
                  <a:lnTo>
                    <a:pt x="170336" y="202189"/>
                  </a:lnTo>
                  <a:lnTo>
                    <a:pt x="170270" y="201950"/>
                  </a:lnTo>
                  <a:lnTo>
                    <a:pt x="170182" y="201520"/>
                  </a:lnTo>
                  <a:lnTo>
                    <a:pt x="169996" y="201310"/>
                  </a:lnTo>
                  <a:lnTo>
                    <a:pt x="171453" y="200064"/>
                  </a:lnTo>
                  <a:lnTo>
                    <a:pt x="171682" y="199907"/>
                  </a:lnTo>
                  <a:lnTo>
                    <a:pt x="171844" y="199793"/>
                  </a:lnTo>
                  <a:lnTo>
                    <a:pt x="172317" y="199378"/>
                  </a:lnTo>
                  <a:lnTo>
                    <a:pt x="172237" y="199049"/>
                  </a:lnTo>
                  <a:lnTo>
                    <a:pt x="170700" y="198002"/>
                  </a:lnTo>
                  <a:lnTo>
                    <a:pt x="170004" y="197554"/>
                  </a:lnTo>
                  <a:lnTo>
                    <a:pt x="169426" y="197361"/>
                  </a:lnTo>
                  <a:lnTo>
                    <a:pt x="169215" y="197183"/>
                  </a:lnTo>
                  <a:lnTo>
                    <a:pt x="168891" y="196906"/>
                  </a:lnTo>
                  <a:lnTo>
                    <a:pt x="168913" y="196475"/>
                  </a:lnTo>
                  <a:lnTo>
                    <a:pt x="169364" y="195944"/>
                  </a:lnTo>
                  <a:lnTo>
                    <a:pt x="170259" y="195650"/>
                  </a:lnTo>
                  <a:lnTo>
                    <a:pt x="171089" y="196422"/>
                  </a:lnTo>
                  <a:lnTo>
                    <a:pt x="171439" y="196866"/>
                  </a:lnTo>
                  <a:lnTo>
                    <a:pt x="171701" y="197261"/>
                  </a:lnTo>
                  <a:lnTo>
                    <a:pt x="171814" y="197499"/>
                  </a:lnTo>
                  <a:lnTo>
                    <a:pt x="172000" y="197746"/>
                  </a:lnTo>
                  <a:lnTo>
                    <a:pt x="172505" y="198276"/>
                  </a:lnTo>
                  <a:lnTo>
                    <a:pt x="173177" y="198268"/>
                  </a:lnTo>
                  <a:lnTo>
                    <a:pt x="173780" y="198392"/>
                  </a:lnTo>
                  <a:lnTo>
                    <a:pt x="174398" y="198315"/>
                  </a:lnTo>
                  <a:lnTo>
                    <a:pt x="175297" y="198145"/>
                  </a:lnTo>
                  <a:lnTo>
                    <a:pt x="175573" y="197967"/>
                  </a:lnTo>
                  <a:lnTo>
                    <a:pt x="175851" y="197826"/>
                  </a:lnTo>
                  <a:lnTo>
                    <a:pt x="176468" y="197626"/>
                  </a:lnTo>
                  <a:lnTo>
                    <a:pt x="177192" y="197374"/>
                  </a:lnTo>
                  <a:lnTo>
                    <a:pt x="177270" y="197232"/>
                  </a:lnTo>
                  <a:lnTo>
                    <a:pt x="177463" y="197026"/>
                  </a:lnTo>
                  <a:lnTo>
                    <a:pt x="178021" y="196710"/>
                  </a:lnTo>
                  <a:lnTo>
                    <a:pt x="178186" y="196639"/>
                  </a:lnTo>
                  <a:lnTo>
                    <a:pt x="179297" y="196124"/>
                  </a:lnTo>
                  <a:lnTo>
                    <a:pt x="181267" y="195253"/>
                  </a:lnTo>
                  <a:lnTo>
                    <a:pt x="181410" y="195237"/>
                  </a:lnTo>
                  <a:lnTo>
                    <a:pt x="182043" y="195170"/>
                  </a:lnTo>
                  <a:lnTo>
                    <a:pt x="182043" y="195054"/>
                  </a:lnTo>
                  <a:lnTo>
                    <a:pt x="181826" y="194537"/>
                  </a:lnTo>
                  <a:lnTo>
                    <a:pt x="181822" y="194349"/>
                  </a:lnTo>
                  <a:lnTo>
                    <a:pt x="181817" y="194209"/>
                  </a:lnTo>
                  <a:lnTo>
                    <a:pt x="181536" y="193290"/>
                  </a:lnTo>
                  <a:lnTo>
                    <a:pt x="181406" y="193051"/>
                  </a:lnTo>
                  <a:lnTo>
                    <a:pt x="181283" y="192824"/>
                  </a:lnTo>
                  <a:lnTo>
                    <a:pt x="180965" y="191894"/>
                  </a:lnTo>
                  <a:lnTo>
                    <a:pt x="180836" y="191644"/>
                  </a:lnTo>
                  <a:lnTo>
                    <a:pt x="180680" y="191382"/>
                  </a:lnTo>
                  <a:lnTo>
                    <a:pt x="180447" y="191270"/>
                  </a:lnTo>
                  <a:lnTo>
                    <a:pt x="180355" y="191135"/>
                  </a:lnTo>
                  <a:lnTo>
                    <a:pt x="180335" y="190969"/>
                  </a:lnTo>
                  <a:lnTo>
                    <a:pt x="180261" y="190744"/>
                  </a:lnTo>
                  <a:lnTo>
                    <a:pt x="179727" y="190529"/>
                  </a:lnTo>
                  <a:lnTo>
                    <a:pt x="179459" y="190542"/>
                  </a:lnTo>
                  <a:lnTo>
                    <a:pt x="179120" y="190342"/>
                  </a:lnTo>
                  <a:lnTo>
                    <a:pt x="178723" y="189321"/>
                  </a:lnTo>
                  <a:lnTo>
                    <a:pt x="178706" y="189136"/>
                  </a:lnTo>
                  <a:lnTo>
                    <a:pt x="178701" y="188908"/>
                  </a:lnTo>
                  <a:lnTo>
                    <a:pt x="178872" y="187941"/>
                  </a:lnTo>
                  <a:lnTo>
                    <a:pt x="179133" y="187703"/>
                  </a:lnTo>
                  <a:lnTo>
                    <a:pt x="179594" y="187604"/>
                  </a:lnTo>
                  <a:lnTo>
                    <a:pt x="181593" y="188346"/>
                  </a:lnTo>
                  <a:lnTo>
                    <a:pt x="182230" y="188111"/>
                  </a:lnTo>
                  <a:lnTo>
                    <a:pt x="182921" y="188656"/>
                  </a:lnTo>
                  <a:lnTo>
                    <a:pt x="183071" y="188961"/>
                  </a:lnTo>
                  <a:lnTo>
                    <a:pt x="183784" y="188919"/>
                  </a:lnTo>
                  <a:lnTo>
                    <a:pt x="184482" y="188872"/>
                  </a:lnTo>
                  <a:lnTo>
                    <a:pt x="184549" y="189153"/>
                  </a:lnTo>
                  <a:lnTo>
                    <a:pt x="184370" y="189795"/>
                  </a:lnTo>
                  <a:lnTo>
                    <a:pt x="184315" y="189992"/>
                  </a:lnTo>
                  <a:lnTo>
                    <a:pt x="184714" y="190275"/>
                  </a:lnTo>
                  <a:lnTo>
                    <a:pt x="185179" y="190756"/>
                  </a:lnTo>
                  <a:lnTo>
                    <a:pt x="185267" y="191059"/>
                  </a:lnTo>
                  <a:lnTo>
                    <a:pt x="185888" y="191517"/>
                  </a:lnTo>
                  <a:lnTo>
                    <a:pt x="186187" y="191815"/>
                  </a:lnTo>
                  <a:lnTo>
                    <a:pt x="186396" y="192060"/>
                  </a:lnTo>
                  <a:lnTo>
                    <a:pt x="186737" y="192358"/>
                  </a:lnTo>
                  <a:lnTo>
                    <a:pt x="187001" y="192555"/>
                  </a:lnTo>
                  <a:lnTo>
                    <a:pt x="187758" y="193010"/>
                  </a:lnTo>
                  <a:lnTo>
                    <a:pt x="188278" y="193214"/>
                  </a:lnTo>
                  <a:lnTo>
                    <a:pt x="188575" y="193617"/>
                  </a:lnTo>
                  <a:lnTo>
                    <a:pt x="188751" y="193953"/>
                  </a:lnTo>
                  <a:lnTo>
                    <a:pt x="189130" y="193815"/>
                  </a:lnTo>
                  <a:lnTo>
                    <a:pt x="189555" y="193523"/>
                  </a:lnTo>
                  <a:lnTo>
                    <a:pt x="190208" y="192409"/>
                  </a:lnTo>
                  <a:lnTo>
                    <a:pt x="189918" y="192230"/>
                  </a:lnTo>
                  <a:lnTo>
                    <a:pt x="190098" y="191651"/>
                  </a:lnTo>
                  <a:lnTo>
                    <a:pt x="190441" y="190940"/>
                  </a:lnTo>
                  <a:lnTo>
                    <a:pt x="190693" y="190897"/>
                  </a:lnTo>
                  <a:lnTo>
                    <a:pt x="191272" y="190860"/>
                  </a:lnTo>
                  <a:lnTo>
                    <a:pt x="191855" y="191032"/>
                  </a:lnTo>
                  <a:lnTo>
                    <a:pt x="192008" y="191124"/>
                  </a:lnTo>
                  <a:lnTo>
                    <a:pt x="192105" y="191265"/>
                  </a:lnTo>
                  <a:lnTo>
                    <a:pt x="192526" y="191718"/>
                  </a:lnTo>
                  <a:lnTo>
                    <a:pt x="192741" y="191772"/>
                  </a:lnTo>
                  <a:lnTo>
                    <a:pt x="193119" y="191792"/>
                  </a:lnTo>
                  <a:lnTo>
                    <a:pt x="193494" y="191487"/>
                  </a:lnTo>
                  <a:lnTo>
                    <a:pt x="193564" y="191096"/>
                  </a:lnTo>
                  <a:lnTo>
                    <a:pt x="193714" y="190773"/>
                  </a:lnTo>
                  <a:lnTo>
                    <a:pt x="194060" y="190765"/>
                  </a:lnTo>
                  <a:lnTo>
                    <a:pt x="194617" y="191197"/>
                  </a:lnTo>
                  <a:lnTo>
                    <a:pt x="194801" y="191384"/>
                  </a:lnTo>
                  <a:lnTo>
                    <a:pt x="195434" y="192108"/>
                  </a:lnTo>
                  <a:lnTo>
                    <a:pt x="195887" y="193055"/>
                  </a:lnTo>
                  <a:lnTo>
                    <a:pt x="195740" y="193580"/>
                  </a:lnTo>
                  <a:lnTo>
                    <a:pt x="195901" y="193933"/>
                  </a:lnTo>
                  <a:lnTo>
                    <a:pt x="196308" y="194493"/>
                  </a:lnTo>
                  <a:lnTo>
                    <a:pt x="197029" y="195307"/>
                  </a:lnTo>
                  <a:lnTo>
                    <a:pt x="197886" y="195759"/>
                  </a:lnTo>
                  <a:lnTo>
                    <a:pt x="198245" y="195826"/>
                  </a:lnTo>
                  <a:lnTo>
                    <a:pt x="200411" y="195774"/>
                  </a:lnTo>
                  <a:lnTo>
                    <a:pt x="200842" y="195633"/>
                  </a:lnTo>
                  <a:lnTo>
                    <a:pt x="201197" y="195399"/>
                  </a:lnTo>
                  <a:lnTo>
                    <a:pt x="201890" y="194425"/>
                  </a:lnTo>
                  <a:lnTo>
                    <a:pt x="202434" y="192186"/>
                  </a:lnTo>
                  <a:lnTo>
                    <a:pt x="202501" y="191993"/>
                  </a:lnTo>
                  <a:lnTo>
                    <a:pt x="202622" y="191816"/>
                  </a:lnTo>
                  <a:lnTo>
                    <a:pt x="203481" y="190913"/>
                  </a:lnTo>
                  <a:lnTo>
                    <a:pt x="204016" y="190576"/>
                  </a:lnTo>
                  <a:lnTo>
                    <a:pt x="204166" y="190409"/>
                  </a:lnTo>
                  <a:lnTo>
                    <a:pt x="204230" y="190252"/>
                  </a:lnTo>
                  <a:lnTo>
                    <a:pt x="204356" y="189921"/>
                  </a:lnTo>
                  <a:lnTo>
                    <a:pt x="204564" y="189564"/>
                  </a:lnTo>
                  <a:lnTo>
                    <a:pt x="205130" y="189140"/>
                  </a:lnTo>
                  <a:lnTo>
                    <a:pt x="205673" y="188508"/>
                  </a:lnTo>
                  <a:lnTo>
                    <a:pt x="205898" y="188219"/>
                  </a:lnTo>
                  <a:lnTo>
                    <a:pt x="206476" y="187431"/>
                  </a:lnTo>
                  <a:lnTo>
                    <a:pt x="207199" y="186362"/>
                  </a:lnTo>
                  <a:lnTo>
                    <a:pt x="207218" y="186192"/>
                  </a:lnTo>
                  <a:lnTo>
                    <a:pt x="207312" y="185974"/>
                  </a:lnTo>
                  <a:lnTo>
                    <a:pt x="207967" y="185293"/>
                  </a:lnTo>
                  <a:lnTo>
                    <a:pt x="208826" y="185170"/>
                  </a:lnTo>
                  <a:lnTo>
                    <a:pt x="209028" y="185236"/>
                  </a:lnTo>
                  <a:lnTo>
                    <a:pt x="209340" y="185181"/>
                  </a:lnTo>
                  <a:lnTo>
                    <a:pt x="210895" y="184818"/>
                  </a:lnTo>
                  <a:lnTo>
                    <a:pt x="211864" y="184221"/>
                  </a:lnTo>
                  <a:lnTo>
                    <a:pt x="212183" y="183884"/>
                  </a:lnTo>
                  <a:lnTo>
                    <a:pt x="212345" y="183632"/>
                  </a:lnTo>
                  <a:lnTo>
                    <a:pt x="212962" y="183323"/>
                  </a:lnTo>
                  <a:lnTo>
                    <a:pt x="213702" y="182978"/>
                  </a:lnTo>
                  <a:lnTo>
                    <a:pt x="214400" y="183214"/>
                  </a:lnTo>
                  <a:lnTo>
                    <a:pt x="215810" y="183137"/>
                  </a:lnTo>
                  <a:lnTo>
                    <a:pt x="216398" y="183047"/>
                  </a:lnTo>
                  <a:lnTo>
                    <a:pt x="216641" y="182929"/>
                  </a:lnTo>
                  <a:lnTo>
                    <a:pt x="217025" y="182196"/>
                  </a:lnTo>
                  <a:lnTo>
                    <a:pt x="217373" y="182046"/>
                  </a:lnTo>
                  <a:lnTo>
                    <a:pt x="217794" y="181978"/>
                  </a:lnTo>
                  <a:close/>
                </a:path>
              </a:pathLst>
            </a:custGeom>
            <a:solidFill>
              <a:srgbClr val="FFCD8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7034534" y="1415517"/>
              <a:ext cx="183288" cy="182880"/>
            </a:xfrm>
            <a:custGeom>
              <a:avLst/>
              <a:pathLst>
                <a:path w="183288" h="182880">
                  <a:moveTo>
                    <a:pt x="182879" y="182880"/>
                  </a:moveTo>
                  <a:lnTo>
                    <a:pt x="183031" y="182626"/>
                  </a:lnTo>
                  <a:lnTo>
                    <a:pt x="183288" y="182555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7043507" y="1410023"/>
              <a:ext cx="184195" cy="183313"/>
            </a:xfrm>
            <a:custGeom>
              <a:avLst/>
              <a:pathLst>
                <a:path w="184195" h="183313">
                  <a:moveTo>
                    <a:pt x="182879" y="182880"/>
                  </a:moveTo>
                  <a:lnTo>
                    <a:pt x="182988" y="182442"/>
                  </a:lnTo>
                  <a:lnTo>
                    <a:pt x="183541" y="181450"/>
                  </a:lnTo>
                  <a:lnTo>
                    <a:pt x="183792" y="181408"/>
                  </a:lnTo>
                  <a:lnTo>
                    <a:pt x="183722" y="181577"/>
                  </a:lnTo>
                  <a:lnTo>
                    <a:pt x="183685" y="181790"/>
                  </a:lnTo>
                  <a:lnTo>
                    <a:pt x="183827" y="182304"/>
                  </a:lnTo>
                  <a:lnTo>
                    <a:pt x="184056" y="182507"/>
                  </a:lnTo>
                  <a:lnTo>
                    <a:pt x="184195" y="182709"/>
                  </a:lnTo>
                  <a:lnTo>
                    <a:pt x="184054" y="182968"/>
                  </a:lnTo>
                  <a:lnTo>
                    <a:pt x="183223" y="183313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7060355" y="1395227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6954624" y="1300081"/>
              <a:ext cx="369975" cy="353067"/>
            </a:xfrm>
            <a:custGeom>
              <a:avLst/>
              <a:pathLst>
                <a:path w="369975" h="353067">
                  <a:moveTo>
                    <a:pt x="182879" y="182880"/>
                  </a:moveTo>
                  <a:lnTo>
                    <a:pt x="183056" y="182749"/>
                  </a:lnTo>
                  <a:lnTo>
                    <a:pt x="183729" y="182965"/>
                  </a:lnTo>
                  <a:lnTo>
                    <a:pt x="184023" y="183542"/>
                  </a:lnTo>
                  <a:lnTo>
                    <a:pt x="184308" y="183568"/>
                  </a:lnTo>
                  <a:lnTo>
                    <a:pt x="184528" y="183334"/>
                  </a:lnTo>
                  <a:lnTo>
                    <a:pt x="185049" y="183532"/>
                  </a:lnTo>
                  <a:lnTo>
                    <a:pt x="185526" y="183724"/>
                  </a:lnTo>
                  <a:lnTo>
                    <a:pt x="185835" y="183866"/>
                  </a:lnTo>
                  <a:lnTo>
                    <a:pt x="186084" y="184018"/>
                  </a:lnTo>
                  <a:lnTo>
                    <a:pt x="186476" y="184265"/>
                  </a:lnTo>
                  <a:lnTo>
                    <a:pt x="186627" y="184375"/>
                  </a:lnTo>
                  <a:lnTo>
                    <a:pt x="186933" y="184683"/>
                  </a:lnTo>
                  <a:lnTo>
                    <a:pt x="187283" y="185325"/>
                  </a:lnTo>
                  <a:lnTo>
                    <a:pt x="187498" y="185448"/>
                  </a:lnTo>
                  <a:lnTo>
                    <a:pt x="187459" y="185599"/>
                  </a:lnTo>
                  <a:lnTo>
                    <a:pt x="187367" y="185884"/>
                  </a:lnTo>
                  <a:lnTo>
                    <a:pt x="187956" y="186030"/>
                  </a:lnTo>
                  <a:lnTo>
                    <a:pt x="188401" y="185608"/>
                  </a:lnTo>
                  <a:lnTo>
                    <a:pt x="188628" y="185606"/>
                  </a:lnTo>
                  <a:lnTo>
                    <a:pt x="188877" y="185638"/>
                  </a:lnTo>
                  <a:lnTo>
                    <a:pt x="189292" y="185861"/>
                  </a:lnTo>
                  <a:lnTo>
                    <a:pt x="190202" y="186279"/>
                  </a:lnTo>
                  <a:lnTo>
                    <a:pt x="190149" y="186468"/>
                  </a:lnTo>
                  <a:lnTo>
                    <a:pt x="190401" y="186555"/>
                  </a:lnTo>
                  <a:lnTo>
                    <a:pt x="190609" y="186569"/>
                  </a:lnTo>
                  <a:lnTo>
                    <a:pt x="190774" y="186773"/>
                  </a:lnTo>
                  <a:lnTo>
                    <a:pt x="190863" y="186937"/>
                  </a:lnTo>
                  <a:lnTo>
                    <a:pt x="191137" y="187042"/>
                  </a:lnTo>
                  <a:lnTo>
                    <a:pt x="191608" y="187293"/>
                  </a:lnTo>
                  <a:lnTo>
                    <a:pt x="191508" y="187447"/>
                  </a:lnTo>
                  <a:lnTo>
                    <a:pt x="191374" y="187653"/>
                  </a:lnTo>
                  <a:lnTo>
                    <a:pt x="191337" y="187805"/>
                  </a:lnTo>
                  <a:lnTo>
                    <a:pt x="191027" y="188296"/>
                  </a:lnTo>
                  <a:lnTo>
                    <a:pt x="191371" y="188352"/>
                  </a:lnTo>
                  <a:lnTo>
                    <a:pt x="192653" y="188119"/>
                  </a:lnTo>
                  <a:lnTo>
                    <a:pt x="193314" y="187929"/>
                  </a:lnTo>
                  <a:lnTo>
                    <a:pt x="193535" y="187983"/>
                  </a:lnTo>
                  <a:lnTo>
                    <a:pt x="193802" y="188048"/>
                  </a:lnTo>
                  <a:lnTo>
                    <a:pt x="194280" y="188164"/>
                  </a:lnTo>
                  <a:lnTo>
                    <a:pt x="194602" y="188242"/>
                  </a:lnTo>
                  <a:lnTo>
                    <a:pt x="194794" y="188289"/>
                  </a:lnTo>
                  <a:lnTo>
                    <a:pt x="194830" y="188424"/>
                  </a:lnTo>
                  <a:lnTo>
                    <a:pt x="195219" y="188228"/>
                  </a:lnTo>
                  <a:lnTo>
                    <a:pt x="195878" y="188341"/>
                  </a:lnTo>
                  <a:lnTo>
                    <a:pt x="196131" y="188418"/>
                  </a:lnTo>
                  <a:lnTo>
                    <a:pt x="196391" y="188497"/>
                  </a:lnTo>
                  <a:lnTo>
                    <a:pt x="196916" y="188524"/>
                  </a:lnTo>
                  <a:lnTo>
                    <a:pt x="197269" y="188468"/>
                  </a:lnTo>
                  <a:lnTo>
                    <a:pt x="197932" y="188808"/>
                  </a:lnTo>
                  <a:lnTo>
                    <a:pt x="198084" y="188800"/>
                  </a:lnTo>
                  <a:lnTo>
                    <a:pt x="198473" y="188851"/>
                  </a:lnTo>
                  <a:lnTo>
                    <a:pt x="198446" y="189129"/>
                  </a:lnTo>
                  <a:lnTo>
                    <a:pt x="198616" y="189125"/>
                  </a:lnTo>
                  <a:lnTo>
                    <a:pt x="199074" y="189072"/>
                  </a:lnTo>
                  <a:lnTo>
                    <a:pt x="199114" y="188911"/>
                  </a:lnTo>
                  <a:lnTo>
                    <a:pt x="199480" y="188988"/>
                  </a:lnTo>
                  <a:lnTo>
                    <a:pt x="199739" y="189043"/>
                  </a:lnTo>
                  <a:lnTo>
                    <a:pt x="200171" y="189506"/>
                  </a:lnTo>
                  <a:lnTo>
                    <a:pt x="200451" y="189410"/>
                  </a:lnTo>
                  <a:lnTo>
                    <a:pt x="200400" y="189258"/>
                  </a:lnTo>
                  <a:lnTo>
                    <a:pt x="200342" y="189084"/>
                  </a:lnTo>
                  <a:lnTo>
                    <a:pt x="200629" y="189073"/>
                  </a:lnTo>
                  <a:lnTo>
                    <a:pt x="200802" y="189098"/>
                  </a:lnTo>
                  <a:lnTo>
                    <a:pt x="201113" y="189443"/>
                  </a:lnTo>
                  <a:lnTo>
                    <a:pt x="200867" y="189430"/>
                  </a:lnTo>
                  <a:lnTo>
                    <a:pt x="200858" y="189743"/>
                  </a:lnTo>
                  <a:lnTo>
                    <a:pt x="201450" y="189700"/>
                  </a:lnTo>
                  <a:lnTo>
                    <a:pt x="201636" y="189545"/>
                  </a:lnTo>
                  <a:lnTo>
                    <a:pt x="201737" y="189689"/>
                  </a:lnTo>
                  <a:lnTo>
                    <a:pt x="201805" y="190017"/>
                  </a:lnTo>
                  <a:lnTo>
                    <a:pt x="201920" y="190570"/>
                  </a:lnTo>
                  <a:lnTo>
                    <a:pt x="202040" y="190821"/>
                  </a:lnTo>
                  <a:lnTo>
                    <a:pt x="202116" y="190506"/>
                  </a:lnTo>
                  <a:lnTo>
                    <a:pt x="201972" y="190256"/>
                  </a:lnTo>
                  <a:lnTo>
                    <a:pt x="201959" y="189739"/>
                  </a:lnTo>
                  <a:lnTo>
                    <a:pt x="202380" y="189738"/>
                  </a:lnTo>
                  <a:lnTo>
                    <a:pt x="203558" y="189736"/>
                  </a:lnTo>
                  <a:lnTo>
                    <a:pt x="204760" y="189852"/>
                  </a:lnTo>
                  <a:lnTo>
                    <a:pt x="204694" y="190004"/>
                  </a:lnTo>
                  <a:lnTo>
                    <a:pt x="204476" y="190415"/>
                  </a:lnTo>
                  <a:lnTo>
                    <a:pt x="204213" y="190606"/>
                  </a:lnTo>
                  <a:lnTo>
                    <a:pt x="204150" y="190922"/>
                  </a:lnTo>
                  <a:lnTo>
                    <a:pt x="204402" y="191158"/>
                  </a:lnTo>
                  <a:lnTo>
                    <a:pt x="204431" y="190891"/>
                  </a:lnTo>
                  <a:lnTo>
                    <a:pt x="204491" y="190725"/>
                  </a:lnTo>
                  <a:lnTo>
                    <a:pt x="204646" y="190759"/>
                  </a:lnTo>
                  <a:lnTo>
                    <a:pt x="204796" y="190312"/>
                  </a:lnTo>
                  <a:lnTo>
                    <a:pt x="204979" y="189916"/>
                  </a:lnTo>
                  <a:lnTo>
                    <a:pt x="205556" y="189918"/>
                  </a:lnTo>
                  <a:lnTo>
                    <a:pt x="205949" y="190028"/>
                  </a:lnTo>
                  <a:lnTo>
                    <a:pt x="206456" y="190048"/>
                  </a:lnTo>
                  <a:lnTo>
                    <a:pt x="206720" y="190059"/>
                  </a:lnTo>
                  <a:lnTo>
                    <a:pt x="206916" y="190084"/>
                  </a:lnTo>
                  <a:lnTo>
                    <a:pt x="207598" y="190207"/>
                  </a:lnTo>
                  <a:lnTo>
                    <a:pt x="207862" y="190369"/>
                  </a:lnTo>
                  <a:lnTo>
                    <a:pt x="208193" y="190608"/>
                  </a:lnTo>
                  <a:lnTo>
                    <a:pt x="208194" y="191118"/>
                  </a:lnTo>
                  <a:lnTo>
                    <a:pt x="208247" y="191477"/>
                  </a:lnTo>
                  <a:lnTo>
                    <a:pt x="208256" y="191841"/>
                  </a:lnTo>
                  <a:lnTo>
                    <a:pt x="208261" y="192185"/>
                  </a:lnTo>
                  <a:lnTo>
                    <a:pt x="208630" y="192319"/>
                  </a:lnTo>
                  <a:lnTo>
                    <a:pt x="208914" y="192271"/>
                  </a:lnTo>
                  <a:lnTo>
                    <a:pt x="209102" y="192711"/>
                  </a:lnTo>
                  <a:lnTo>
                    <a:pt x="209291" y="192728"/>
                  </a:lnTo>
                  <a:lnTo>
                    <a:pt x="209376" y="192468"/>
                  </a:lnTo>
                  <a:lnTo>
                    <a:pt x="209535" y="192344"/>
                  </a:lnTo>
                  <a:lnTo>
                    <a:pt x="210009" y="192206"/>
                  </a:lnTo>
                  <a:lnTo>
                    <a:pt x="210216" y="192268"/>
                  </a:lnTo>
                  <a:lnTo>
                    <a:pt x="210438" y="192502"/>
                  </a:lnTo>
                  <a:lnTo>
                    <a:pt x="210699" y="192479"/>
                  </a:lnTo>
                  <a:lnTo>
                    <a:pt x="211101" y="192449"/>
                  </a:lnTo>
                  <a:lnTo>
                    <a:pt x="211431" y="192492"/>
                  </a:lnTo>
                  <a:lnTo>
                    <a:pt x="211687" y="192526"/>
                  </a:lnTo>
                  <a:lnTo>
                    <a:pt x="212111" y="192664"/>
                  </a:lnTo>
                  <a:lnTo>
                    <a:pt x="212407" y="192366"/>
                  </a:lnTo>
                  <a:lnTo>
                    <a:pt x="212203" y="192276"/>
                  </a:lnTo>
                  <a:lnTo>
                    <a:pt x="211861" y="192269"/>
                  </a:lnTo>
                  <a:lnTo>
                    <a:pt x="211646" y="191719"/>
                  </a:lnTo>
                  <a:lnTo>
                    <a:pt x="211753" y="191398"/>
                  </a:lnTo>
                  <a:lnTo>
                    <a:pt x="211879" y="191034"/>
                  </a:lnTo>
                  <a:lnTo>
                    <a:pt x="211808" y="190901"/>
                  </a:lnTo>
                  <a:lnTo>
                    <a:pt x="212103" y="190746"/>
                  </a:lnTo>
                  <a:lnTo>
                    <a:pt x="212434" y="190571"/>
                  </a:lnTo>
                  <a:lnTo>
                    <a:pt x="212617" y="190850"/>
                  </a:lnTo>
                  <a:lnTo>
                    <a:pt x="213164" y="190880"/>
                  </a:lnTo>
                  <a:lnTo>
                    <a:pt x="213022" y="190441"/>
                  </a:lnTo>
                  <a:lnTo>
                    <a:pt x="213282" y="190421"/>
                  </a:lnTo>
                  <a:lnTo>
                    <a:pt x="213487" y="190551"/>
                  </a:lnTo>
                  <a:lnTo>
                    <a:pt x="213672" y="190527"/>
                  </a:lnTo>
                  <a:lnTo>
                    <a:pt x="213633" y="190207"/>
                  </a:lnTo>
                  <a:lnTo>
                    <a:pt x="213554" y="189862"/>
                  </a:lnTo>
                  <a:lnTo>
                    <a:pt x="213167" y="189807"/>
                  </a:lnTo>
                  <a:lnTo>
                    <a:pt x="213320" y="189435"/>
                  </a:lnTo>
                  <a:lnTo>
                    <a:pt x="214478" y="189349"/>
                  </a:lnTo>
                  <a:lnTo>
                    <a:pt x="214696" y="189881"/>
                  </a:lnTo>
                  <a:lnTo>
                    <a:pt x="214981" y="189826"/>
                  </a:lnTo>
                  <a:lnTo>
                    <a:pt x="215292" y="189765"/>
                  </a:lnTo>
                  <a:lnTo>
                    <a:pt x="215530" y="189729"/>
                  </a:lnTo>
                  <a:lnTo>
                    <a:pt x="215694" y="189816"/>
                  </a:lnTo>
                  <a:lnTo>
                    <a:pt x="215422" y="189985"/>
                  </a:lnTo>
                  <a:lnTo>
                    <a:pt x="215596" y="190202"/>
                  </a:lnTo>
                  <a:lnTo>
                    <a:pt x="216002" y="189883"/>
                  </a:lnTo>
                  <a:lnTo>
                    <a:pt x="216284" y="190442"/>
                  </a:lnTo>
                  <a:lnTo>
                    <a:pt x="216634" y="190550"/>
                  </a:lnTo>
                  <a:lnTo>
                    <a:pt x="216670" y="190717"/>
                  </a:lnTo>
                  <a:lnTo>
                    <a:pt x="216673" y="190878"/>
                  </a:lnTo>
                  <a:lnTo>
                    <a:pt x="216696" y="191069"/>
                  </a:lnTo>
                  <a:lnTo>
                    <a:pt x="217246" y="191003"/>
                  </a:lnTo>
                  <a:lnTo>
                    <a:pt x="217420" y="191083"/>
                  </a:lnTo>
                  <a:lnTo>
                    <a:pt x="217681" y="191005"/>
                  </a:lnTo>
                  <a:lnTo>
                    <a:pt x="217877" y="190825"/>
                  </a:lnTo>
                  <a:lnTo>
                    <a:pt x="218133" y="190839"/>
                  </a:lnTo>
                  <a:lnTo>
                    <a:pt x="218532" y="190941"/>
                  </a:lnTo>
                  <a:lnTo>
                    <a:pt x="219155" y="191056"/>
                  </a:lnTo>
                  <a:lnTo>
                    <a:pt x="219593" y="190866"/>
                  </a:lnTo>
                  <a:lnTo>
                    <a:pt x="219867" y="190416"/>
                  </a:lnTo>
                  <a:lnTo>
                    <a:pt x="219808" y="189703"/>
                  </a:lnTo>
                  <a:lnTo>
                    <a:pt x="219705" y="189505"/>
                  </a:lnTo>
                  <a:lnTo>
                    <a:pt x="219436" y="189315"/>
                  </a:lnTo>
                  <a:lnTo>
                    <a:pt x="219607" y="189137"/>
                  </a:lnTo>
                  <a:lnTo>
                    <a:pt x="219736" y="188873"/>
                  </a:lnTo>
                  <a:lnTo>
                    <a:pt x="219676" y="188150"/>
                  </a:lnTo>
                  <a:lnTo>
                    <a:pt x="219660" y="187959"/>
                  </a:lnTo>
                  <a:lnTo>
                    <a:pt x="220325" y="187916"/>
                  </a:lnTo>
                  <a:lnTo>
                    <a:pt x="221395" y="188084"/>
                  </a:lnTo>
                  <a:lnTo>
                    <a:pt x="221385" y="188319"/>
                  </a:lnTo>
                  <a:lnTo>
                    <a:pt x="221436" y="189080"/>
                  </a:lnTo>
                  <a:lnTo>
                    <a:pt x="221656" y="189091"/>
                  </a:lnTo>
                  <a:lnTo>
                    <a:pt x="222555" y="189080"/>
                  </a:lnTo>
                  <a:lnTo>
                    <a:pt x="222663" y="188921"/>
                  </a:lnTo>
                  <a:lnTo>
                    <a:pt x="223043" y="188632"/>
                  </a:lnTo>
                  <a:lnTo>
                    <a:pt x="225303" y="190054"/>
                  </a:lnTo>
                  <a:lnTo>
                    <a:pt x="225531" y="190455"/>
                  </a:lnTo>
                  <a:lnTo>
                    <a:pt x="225291" y="190569"/>
                  </a:lnTo>
                  <a:lnTo>
                    <a:pt x="224714" y="190826"/>
                  </a:lnTo>
                  <a:lnTo>
                    <a:pt x="224560" y="190890"/>
                  </a:lnTo>
                  <a:lnTo>
                    <a:pt x="224638" y="191035"/>
                  </a:lnTo>
                  <a:lnTo>
                    <a:pt x="225088" y="190892"/>
                  </a:lnTo>
                  <a:lnTo>
                    <a:pt x="225348" y="190846"/>
                  </a:lnTo>
                  <a:lnTo>
                    <a:pt x="226098" y="193558"/>
                  </a:lnTo>
                  <a:lnTo>
                    <a:pt x="226094" y="193686"/>
                  </a:lnTo>
                  <a:lnTo>
                    <a:pt x="226093" y="194083"/>
                  </a:lnTo>
                  <a:lnTo>
                    <a:pt x="226326" y="194422"/>
                  </a:lnTo>
                  <a:lnTo>
                    <a:pt x="226532" y="194721"/>
                  </a:lnTo>
                  <a:lnTo>
                    <a:pt x="226860" y="195197"/>
                  </a:lnTo>
                  <a:lnTo>
                    <a:pt x="226970" y="195370"/>
                  </a:lnTo>
                  <a:lnTo>
                    <a:pt x="227547" y="196548"/>
                  </a:lnTo>
                  <a:lnTo>
                    <a:pt x="228511" y="196653"/>
                  </a:lnTo>
                  <a:lnTo>
                    <a:pt x="228969" y="196900"/>
                  </a:lnTo>
                  <a:lnTo>
                    <a:pt x="229611" y="197291"/>
                  </a:lnTo>
                  <a:lnTo>
                    <a:pt x="229622" y="197492"/>
                  </a:lnTo>
                  <a:lnTo>
                    <a:pt x="229901" y="197634"/>
                  </a:lnTo>
                  <a:lnTo>
                    <a:pt x="230216" y="197763"/>
                  </a:lnTo>
                  <a:lnTo>
                    <a:pt x="230433" y="197909"/>
                  </a:lnTo>
                  <a:lnTo>
                    <a:pt x="230728" y="198337"/>
                  </a:lnTo>
                  <a:lnTo>
                    <a:pt x="230856" y="199445"/>
                  </a:lnTo>
                  <a:lnTo>
                    <a:pt x="230902" y="201116"/>
                  </a:lnTo>
                  <a:lnTo>
                    <a:pt x="230489" y="201484"/>
                  </a:lnTo>
                  <a:lnTo>
                    <a:pt x="230060" y="201533"/>
                  </a:lnTo>
                  <a:lnTo>
                    <a:pt x="230027" y="201674"/>
                  </a:lnTo>
                  <a:lnTo>
                    <a:pt x="229969" y="202009"/>
                  </a:lnTo>
                  <a:lnTo>
                    <a:pt x="229975" y="202415"/>
                  </a:lnTo>
                  <a:lnTo>
                    <a:pt x="230315" y="202493"/>
                  </a:lnTo>
                  <a:lnTo>
                    <a:pt x="230712" y="202458"/>
                  </a:lnTo>
                  <a:lnTo>
                    <a:pt x="230854" y="202540"/>
                  </a:lnTo>
                  <a:lnTo>
                    <a:pt x="231028" y="203000"/>
                  </a:lnTo>
                  <a:lnTo>
                    <a:pt x="230624" y="203566"/>
                  </a:lnTo>
                  <a:lnTo>
                    <a:pt x="230403" y="203588"/>
                  </a:lnTo>
                  <a:lnTo>
                    <a:pt x="230258" y="204115"/>
                  </a:lnTo>
                  <a:lnTo>
                    <a:pt x="230645" y="204129"/>
                  </a:lnTo>
                  <a:lnTo>
                    <a:pt x="230732" y="203918"/>
                  </a:lnTo>
                  <a:lnTo>
                    <a:pt x="230798" y="203756"/>
                  </a:lnTo>
                  <a:lnTo>
                    <a:pt x="231964" y="204112"/>
                  </a:lnTo>
                  <a:lnTo>
                    <a:pt x="232028" y="203862"/>
                  </a:lnTo>
                  <a:lnTo>
                    <a:pt x="232345" y="203768"/>
                  </a:lnTo>
                  <a:lnTo>
                    <a:pt x="233288" y="203705"/>
                  </a:lnTo>
                  <a:lnTo>
                    <a:pt x="233383" y="203924"/>
                  </a:lnTo>
                  <a:lnTo>
                    <a:pt x="233313" y="204188"/>
                  </a:lnTo>
                  <a:lnTo>
                    <a:pt x="233645" y="204569"/>
                  </a:lnTo>
                  <a:lnTo>
                    <a:pt x="234012" y="204176"/>
                  </a:lnTo>
                  <a:lnTo>
                    <a:pt x="234169" y="203922"/>
                  </a:lnTo>
                  <a:lnTo>
                    <a:pt x="234487" y="203619"/>
                  </a:lnTo>
                  <a:lnTo>
                    <a:pt x="234690" y="203397"/>
                  </a:lnTo>
                  <a:lnTo>
                    <a:pt x="234839" y="203178"/>
                  </a:lnTo>
                  <a:lnTo>
                    <a:pt x="235274" y="203204"/>
                  </a:lnTo>
                  <a:lnTo>
                    <a:pt x="235474" y="203666"/>
                  </a:lnTo>
                  <a:lnTo>
                    <a:pt x="236067" y="204064"/>
                  </a:lnTo>
                  <a:lnTo>
                    <a:pt x="236444" y="203885"/>
                  </a:lnTo>
                  <a:lnTo>
                    <a:pt x="236704" y="203402"/>
                  </a:lnTo>
                  <a:lnTo>
                    <a:pt x="236990" y="203339"/>
                  </a:lnTo>
                  <a:lnTo>
                    <a:pt x="237921" y="203233"/>
                  </a:lnTo>
                  <a:lnTo>
                    <a:pt x="238100" y="202958"/>
                  </a:lnTo>
                  <a:lnTo>
                    <a:pt x="238256" y="203043"/>
                  </a:lnTo>
                  <a:lnTo>
                    <a:pt x="238438" y="203143"/>
                  </a:lnTo>
                  <a:lnTo>
                    <a:pt x="238558" y="203716"/>
                  </a:lnTo>
                  <a:lnTo>
                    <a:pt x="238938" y="204083"/>
                  </a:lnTo>
                  <a:lnTo>
                    <a:pt x="238715" y="204276"/>
                  </a:lnTo>
                  <a:lnTo>
                    <a:pt x="238093" y="204484"/>
                  </a:lnTo>
                  <a:lnTo>
                    <a:pt x="237769" y="204357"/>
                  </a:lnTo>
                  <a:lnTo>
                    <a:pt x="237410" y="204556"/>
                  </a:lnTo>
                  <a:lnTo>
                    <a:pt x="237315" y="204711"/>
                  </a:lnTo>
                  <a:lnTo>
                    <a:pt x="237095" y="204964"/>
                  </a:lnTo>
                  <a:lnTo>
                    <a:pt x="236512" y="205205"/>
                  </a:lnTo>
                  <a:lnTo>
                    <a:pt x="236160" y="205163"/>
                  </a:lnTo>
                  <a:lnTo>
                    <a:pt x="235874" y="205082"/>
                  </a:lnTo>
                  <a:lnTo>
                    <a:pt x="235682" y="205028"/>
                  </a:lnTo>
                  <a:lnTo>
                    <a:pt x="235093" y="204811"/>
                  </a:lnTo>
                  <a:lnTo>
                    <a:pt x="234900" y="204785"/>
                  </a:lnTo>
                  <a:lnTo>
                    <a:pt x="234724" y="204782"/>
                  </a:lnTo>
                  <a:lnTo>
                    <a:pt x="234511" y="204934"/>
                  </a:lnTo>
                  <a:lnTo>
                    <a:pt x="234235" y="205419"/>
                  </a:lnTo>
                  <a:lnTo>
                    <a:pt x="234763" y="205758"/>
                  </a:lnTo>
                  <a:lnTo>
                    <a:pt x="235196" y="206145"/>
                  </a:lnTo>
                  <a:lnTo>
                    <a:pt x="235669" y="206567"/>
                  </a:lnTo>
                  <a:lnTo>
                    <a:pt x="236032" y="206866"/>
                  </a:lnTo>
                  <a:lnTo>
                    <a:pt x="236753" y="207276"/>
                  </a:lnTo>
                  <a:lnTo>
                    <a:pt x="237238" y="207870"/>
                  </a:lnTo>
                  <a:lnTo>
                    <a:pt x="237646" y="208197"/>
                  </a:lnTo>
                  <a:lnTo>
                    <a:pt x="237807" y="208393"/>
                  </a:lnTo>
                  <a:lnTo>
                    <a:pt x="237853" y="208683"/>
                  </a:lnTo>
                  <a:lnTo>
                    <a:pt x="237652" y="208661"/>
                  </a:lnTo>
                  <a:lnTo>
                    <a:pt x="236002" y="207097"/>
                  </a:lnTo>
                  <a:lnTo>
                    <a:pt x="234735" y="206378"/>
                  </a:lnTo>
                  <a:lnTo>
                    <a:pt x="235615" y="207099"/>
                  </a:lnTo>
                  <a:lnTo>
                    <a:pt x="236639" y="208230"/>
                  </a:lnTo>
                  <a:lnTo>
                    <a:pt x="237334" y="209470"/>
                  </a:lnTo>
                  <a:lnTo>
                    <a:pt x="237201" y="209474"/>
                  </a:lnTo>
                  <a:lnTo>
                    <a:pt x="236921" y="209309"/>
                  </a:lnTo>
                  <a:lnTo>
                    <a:pt x="236731" y="209146"/>
                  </a:lnTo>
                  <a:lnTo>
                    <a:pt x="236387" y="208204"/>
                  </a:lnTo>
                  <a:lnTo>
                    <a:pt x="236207" y="208075"/>
                  </a:lnTo>
                  <a:lnTo>
                    <a:pt x="235795" y="207780"/>
                  </a:lnTo>
                  <a:lnTo>
                    <a:pt x="234918" y="207152"/>
                  </a:lnTo>
                  <a:lnTo>
                    <a:pt x="234127" y="206700"/>
                  </a:lnTo>
                  <a:lnTo>
                    <a:pt x="233988" y="206681"/>
                  </a:lnTo>
                  <a:lnTo>
                    <a:pt x="233588" y="206809"/>
                  </a:lnTo>
                  <a:lnTo>
                    <a:pt x="233375" y="206850"/>
                  </a:lnTo>
                  <a:lnTo>
                    <a:pt x="232978" y="206837"/>
                  </a:lnTo>
                  <a:lnTo>
                    <a:pt x="232666" y="206843"/>
                  </a:lnTo>
                  <a:lnTo>
                    <a:pt x="232010" y="206613"/>
                  </a:lnTo>
                  <a:lnTo>
                    <a:pt x="231723" y="206607"/>
                  </a:lnTo>
                  <a:lnTo>
                    <a:pt x="231516" y="206872"/>
                  </a:lnTo>
                  <a:lnTo>
                    <a:pt x="231205" y="207149"/>
                  </a:lnTo>
                  <a:lnTo>
                    <a:pt x="230756" y="207100"/>
                  </a:lnTo>
                  <a:lnTo>
                    <a:pt x="230255" y="206832"/>
                  </a:lnTo>
                  <a:lnTo>
                    <a:pt x="229737" y="206379"/>
                  </a:lnTo>
                  <a:lnTo>
                    <a:pt x="229495" y="206300"/>
                  </a:lnTo>
                  <a:lnTo>
                    <a:pt x="229276" y="206304"/>
                  </a:lnTo>
                  <a:lnTo>
                    <a:pt x="228861" y="206390"/>
                  </a:lnTo>
                  <a:lnTo>
                    <a:pt x="228362" y="206433"/>
                  </a:lnTo>
                  <a:lnTo>
                    <a:pt x="228144" y="206522"/>
                  </a:lnTo>
                  <a:lnTo>
                    <a:pt x="228334" y="206644"/>
                  </a:lnTo>
                  <a:lnTo>
                    <a:pt x="228395" y="206989"/>
                  </a:lnTo>
                  <a:lnTo>
                    <a:pt x="228513" y="207276"/>
                  </a:lnTo>
                  <a:lnTo>
                    <a:pt x="228686" y="207637"/>
                  </a:lnTo>
                  <a:lnTo>
                    <a:pt x="228454" y="207937"/>
                  </a:lnTo>
                  <a:lnTo>
                    <a:pt x="228572" y="208075"/>
                  </a:lnTo>
                  <a:lnTo>
                    <a:pt x="228647" y="208210"/>
                  </a:lnTo>
                  <a:lnTo>
                    <a:pt x="228365" y="208808"/>
                  </a:lnTo>
                  <a:lnTo>
                    <a:pt x="228126" y="208751"/>
                  </a:lnTo>
                  <a:lnTo>
                    <a:pt x="228041" y="208889"/>
                  </a:lnTo>
                  <a:lnTo>
                    <a:pt x="227953" y="209138"/>
                  </a:lnTo>
                  <a:lnTo>
                    <a:pt x="227288" y="209755"/>
                  </a:lnTo>
                  <a:lnTo>
                    <a:pt x="227050" y="209949"/>
                  </a:lnTo>
                  <a:lnTo>
                    <a:pt x="226495" y="210402"/>
                  </a:lnTo>
                  <a:lnTo>
                    <a:pt x="226218" y="210676"/>
                  </a:lnTo>
                  <a:lnTo>
                    <a:pt x="225987" y="210966"/>
                  </a:lnTo>
                  <a:lnTo>
                    <a:pt x="225823" y="211224"/>
                  </a:lnTo>
                  <a:lnTo>
                    <a:pt x="225377" y="212210"/>
                  </a:lnTo>
                  <a:lnTo>
                    <a:pt x="225145" y="212745"/>
                  </a:lnTo>
                  <a:lnTo>
                    <a:pt x="224712" y="213742"/>
                  </a:lnTo>
                  <a:lnTo>
                    <a:pt x="224596" y="214007"/>
                  </a:lnTo>
                  <a:lnTo>
                    <a:pt x="224243" y="214704"/>
                  </a:lnTo>
                  <a:lnTo>
                    <a:pt x="224000" y="214915"/>
                  </a:lnTo>
                  <a:lnTo>
                    <a:pt x="223763" y="215037"/>
                  </a:lnTo>
                  <a:lnTo>
                    <a:pt x="223597" y="215084"/>
                  </a:lnTo>
                  <a:lnTo>
                    <a:pt x="223420" y="215107"/>
                  </a:lnTo>
                  <a:lnTo>
                    <a:pt x="223126" y="215227"/>
                  </a:lnTo>
                  <a:lnTo>
                    <a:pt x="223756" y="215576"/>
                  </a:lnTo>
                  <a:lnTo>
                    <a:pt x="223804" y="215736"/>
                  </a:lnTo>
                  <a:lnTo>
                    <a:pt x="224044" y="216532"/>
                  </a:lnTo>
                  <a:lnTo>
                    <a:pt x="224252" y="216756"/>
                  </a:lnTo>
                  <a:lnTo>
                    <a:pt x="224470" y="217066"/>
                  </a:lnTo>
                  <a:lnTo>
                    <a:pt x="224489" y="217268"/>
                  </a:lnTo>
                  <a:lnTo>
                    <a:pt x="224414" y="217745"/>
                  </a:lnTo>
                  <a:lnTo>
                    <a:pt x="224331" y="218241"/>
                  </a:lnTo>
                  <a:lnTo>
                    <a:pt x="224236" y="218490"/>
                  </a:lnTo>
                  <a:lnTo>
                    <a:pt x="224118" y="218802"/>
                  </a:lnTo>
                  <a:lnTo>
                    <a:pt x="224058" y="219011"/>
                  </a:lnTo>
                  <a:lnTo>
                    <a:pt x="223975" y="219295"/>
                  </a:lnTo>
                  <a:lnTo>
                    <a:pt x="223879" y="219627"/>
                  </a:lnTo>
                  <a:lnTo>
                    <a:pt x="224039" y="220091"/>
                  </a:lnTo>
                  <a:lnTo>
                    <a:pt x="224345" y="220982"/>
                  </a:lnTo>
                  <a:lnTo>
                    <a:pt x="224132" y="221503"/>
                  </a:lnTo>
                  <a:lnTo>
                    <a:pt x="224481" y="221618"/>
                  </a:lnTo>
                  <a:lnTo>
                    <a:pt x="224623" y="221666"/>
                  </a:lnTo>
                  <a:lnTo>
                    <a:pt x="224796" y="221723"/>
                  </a:lnTo>
                  <a:lnTo>
                    <a:pt x="224782" y="222438"/>
                  </a:lnTo>
                  <a:lnTo>
                    <a:pt x="224598" y="222508"/>
                  </a:lnTo>
                  <a:lnTo>
                    <a:pt x="224316" y="222572"/>
                  </a:lnTo>
                  <a:lnTo>
                    <a:pt x="223969" y="222576"/>
                  </a:lnTo>
                  <a:lnTo>
                    <a:pt x="223722" y="222499"/>
                  </a:lnTo>
                  <a:lnTo>
                    <a:pt x="223252" y="222218"/>
                  </a:lnTo>
                  <a:lnTo>
                    <a:pt x="222671" y="221895"/>
                  </a:lnTo>
                  <a:lnTo>
                    <a:pt x="222676" y="222143"/>
                  </a:lnTo>
                  <a:lnTo>
                    <a:pt x="222779" y="222550"/>
                  </a:lnTo>
                  <a:lnTo>
                    <a:pt x="222975" y="222256"/>
                  </a:lnTo>
                  <a:lnTo>
                    <a:pt x="223224" y="222447"/>
                  </a:lnTo>
                  <a:lnTo>
                    <a:pt x="223199" y="222740"/>
                  </a:lnTo>
                  <a:lnTo>
                    <a:pt x="223078" y="223047"/>
                  </a:lnTo>
                  <a:lnTo>
                    <a:pt x="222453" y="223197"/>
                  </a:lnTo>
                  <a:lnTo>
                    <a:pt x="222449" y="223475"/>
                  </a:lnTo>
                  <a:lnTo>
                    <a:pt x="222255" y="223759"/>
                  </a:lnTo>
                  <a:lnTo>
                    <a:pt x="222703" y="223610"/>
                  </a:lnTo>
                  <a:lnTo>
                    <a:pt x="223036" y="223337"/>
                  </a:lnTo>
                  <a:lnTo>
                    <a:pt x="223358" y="223208"/>
                  </a:lnTo>
                  <a:lnTo>
                    <a:pt x="223743" y="223158"/>
                  </a:lnTo>
                  <a:lnTo>
                    <a:pt x="224116" y="223198"/>
                  </a:lnTo>
                  <a:lnTo>
                    <a:pt x="224288" y="223239"/>
                  </a:lnTo>
                  <a:lnTo>
                    <a:pt x="224604" y="223239"/>
                  </a:lnTo>
                  <a:lnTo>
                    <a:pt x="225069" y="223130"/>
                  </a:lnTo>
                  <a:lnTo>
                    <a:pt x="225160" y="223393"/>
                  </a:lnTo>
                  <a:lnTo>
                    <a:pt x="225325" y="223873"/>
                  </a:lnTo>
                  <a:lnTo>
                    <a:pt x="225348" y="224105"/>
                  </a:lnTo>
                  <a:lnTo>
                    <a:pt x="225583" y="224639"/>
                  </a:lnTo>
                  <a:lnTo>
                    <a:pt x="226046" y="225041"/>
                  </a:lnTo>
                  <a:lnTo>
                    <a:pt x="226125" y="225267"/>
                  </a:lnTo>
                  <a:lnTo>
                    <a:pt x="225970" y="225790"/>
                  </a:lnTo>
                  <a:lnTo>
                    <a:pt x="225881" y="226018"/>
                  </a:lnTo>
                  <a:lnTo>
                    <a:pt x="226106" y="226094"/>
                  </a:lnTo>
                  <a:lnTo>
                    <a:pt x="226276" y="226126"/>
                  </a:lnTo>
                  <a:lnTo>
                    <a:pt x="226501" y="226105"/>
                  </a:lnTo>
                  <a:lnTo>
                    <a:pt x="226723" y="226068"/>
                  </a:lnTo>
                  <a:lnTo>
                    <a:pt x="227038" y="226207"/>
                  </a:lnTo>
                  <a:lnTo>
                    <a:pt x="227105" y="226447"/>
                  </a:lnTo>
                  <a:lnTo>
                    <a:pt x="227250" y="226447"/>
                  </a:lnTo>
                  <a:lnTo>
                    <a:pt x="228424" y="226449"/>
                  </a:lnTo>
                  <a:lnTo>
                    <a:pt x="228841" y="226819"/>
                  </a:lnTo>
                  <a:lnTo>
                    <a:pt x="228853" y="227216"/>
                  </a:lnTo>
                  <a:lnTo>
                    <a:pt x="229227" y="227473"/>
                  </a:lnTo>
                  <a:lnTo>
                    <a:pt x="229747" y="227903"/>
                  </a:lnTo>
                  <a:lnTo>
                    <a:pt x="229926" y="228006"/>
                  </a:lnTo>
                  <a:lnTo>
                    <a:pt x="230074" y="228091"/>
                  </a:lnTo>
                  <a:lnTo>
                    <a:pt x="230222" y="228177"/>
                  </a:lnTo>
                  <a:lnTo>
                    <a:pt x="230392" y="228338"/>
                  </a:lnTo>
                  <a:lnTo>
                    <a:pt x="231155" y="229063"/>
                  </a:lnTo>
                  <a:lnTo>
                    <a:pt x="231404" y="228870"/>
                  </a:lnTo>
                  <a:lnTo>
                    <a:pt x="231855" y="228619"/>
                  </a:lnTo>
                  <a:lnTo>
                    <a:pt x="231987" y="228798"/>
                  </a:lnTo>
                  <a:lnTo>
                    <a:pt x="232082" y="228927"/>
                  </a:lnTo>
                  <a:lnTo>
                    <a:pt x="232219" y="229114"/>
                  </a:lnTo>
                  <a:lnTo>
                    <a:pt x="232406" y="228341"/>
                  </a:lnTo>
                  <a:lnTo>
                    <a:pt x="232456" y="228133"/>
                  </a:lnTo>
                  <a:lnTo>
                    <a:pt x="232503" y="227942"/>
                  </a:lnTo>
                  <a:lnTo>
                    <a:pt x="232870" y="228142"/>
                  </a:lnTo>
                  <a:lnTo>
                    <a:pt x="233175" y="228308"/>
                  </a:lnTo>
                  <a:lnTo>
                    <a:pt x="233521" y="228365"/>
                  </a:lnTo>
                  <a:lnTo>
                    <a:pt x="234341" y="228499"/>
                  </a:lnTo>
                  <a:lnTo>
                    <a:pt x="234281" y="229840"/>
                  </a:lnTo>
                  <a:lnTo>
                    <a:pt x="235171" y="229773"/>
                  </a:lnTo>
                  <a:lnTo>
                    <a:pt x="235126" y="229485"/>
                  </a:lnTo>
                  <a:lnTo>
                    <a:pt x="235079" y="229186"/>
                  </a:lnTo>
                  <a:lnTo>
                    <a:pt x="235049" y="228753"/>
                  </a:lnTo>
                  <a:lnTo>
                    <a:pt x="235256" y="228457"/>
                  </a:lnTo>
                  <a:lnTo>
                    <a:pt x="235933" y="228691"/>
                  </a:lnTo>
                  <a:lnTo>
                    <a:pt x="236635" y="229298"/>
                  </a:lnTo>
                  <a:lnTo>
                    <a:pt x="237148" y="229352"/>
                  </a:lnTo>
                  <a:lnTo>
                    <a:pt x="237794" y="229147"/>
                  </a:lnTo>
                  <a:lnTo>
                    <a:pt x="238167" y="229247"/>
                  </a:lnTo>
                  <a:lnTo>
                    <a:pt x="238357" y="229720"/>
                  </a:lnTo>
                  <a:lnTo>
                    <a:pt x="238197" y="230087"/>
                  </a:lnTo>
                  <a:lnTo>
                    <a:pt x="238025" y="231049"/>
                  </a:lnTo>
                  <a:lnTo>
                    <a:pt x="238443" y="231238"/>
                  </a:lnTo>
                  <a:lnTo>
                    <a:pt x="238454" y="231642"/>
                  </a:lnTo>
                  <a:lnTo>
                    <a:pt x="237603" y="234134"/>
                  </a:lnTo>
                  <a:lnTo>
                    <a:pt x="237806" y="233982"/>
                  </a:lnTo>
                  <a:lnTo>
                    <a:pt x="238362" y="234133"/>
                  </a:lnTo>
                  <a:lnTo>
                    <a:pt x="238678" y="233797"/>
                  </a:lnTo>
                  <a:lnTo>
                    <a:pt x="238841" y="233727"/>
                  </a:lnTo>
                  <a:lnTo>
                    <a:pt x="238997" y="233689"/>
                  </a:lnTo>
                  <a:lnTo>
                    <a:pt x="239551" y="234229"/>
                  </a:lnTo>
                  <a:lnTo>
                    <a:pt x="239715" y="234662"/>
                  </a:lnTo>
                  <a:lnTo>
                    <a:pt x="239791" y="234903"/>
                  </a:lnTo>
                  <a:lnTo>
                    <a:pt x="240273" y="234886"/>
                  </a:lnTo>
                  <a:lnTo>
                    <a:pt x="240304" y="234730"/>
                  </a:lnTo>
                  <a:lnTo>
                    <a:pt x="240290" y="234455"/>
                  </a:lnTo>
                  <a:lnTo>
                    <a:pt x="240315" y="234077"/>
                  </a:lnTo>
                  <a:lnTo>
                    <a:pt x="240444" y="233977"/>
                  </a:lnTo>
                  <a:lnTo>
                    <a:pt x="240709" y="233850"/>
                  </a:lnTo>
                  <a:lnTo>
                    <a:pt x="241074" y="233725"/>
                  </a:lnTo>
                  <a:lnTo>
                    <a:pt x="241218" y="233706"/>
                  </a:lnTo>
                  <a:lnTo>
                    <a:pt x="241400" y="233417"/>
                  </a:lnTo>
                  <a:lnTo>
                    <a:pt x="241664" y="233163"/>
                  </a:lnTo>
                  <a:lnTo>
                    <a:pt x="241826" y="232997"/>
                  </a:lnTo>
                  <a:lnTo>
                    <a:pt x="242116" y="232933"/>
                  </a:lnTo>
                  <a:lnTo>
                    <a:pt x="242580" y="232933"/>
                  </a:lnTo>
                  <a:lnTo>
                    <a:pt x="243908" y="233129"/>
                  </a:lnTo>
                  <a:lnTo>
                    <a:pt x="245067" y="233147"/>
                  </a:lnTo>
                  <a:lnTo>
                    <a:pt x="245282" y="233176"/>
                  </a:lnTo>
                  <a:lnTo>
                    <a:pt x="245146" y="233702"/>
                  </a:lnTo>
                  <a:lnTo>
                    <a:pt x="245252" y="233946"/>
                  </a:lnTo>
                  <a:lnTo>
                    <a:pt x="245313" y="234084"/>
                  </a:lnTo>
                  <a:lnTo>
                    <a:pt x="245702" y="234332"/>
                  </a:lnTo>
                  <a:lnTo>
                    <a:pt x="245733" y="234072"/>
                  </a:lnTo>
                  <a:lnTo>
                    <a:pt x="245861" y="233935"/>
                  </a:lnTo>
                  <a:lnTo>
                    <a:pt x="246172" y="233961"/>
                  </a:lnTo>
                  <a:lnTo>
                    <a:pt x="246194" y="233771"/>
                  </a:lnTo>
                  <a:lnTo>
                    <a:pt x="246266" y="233168"/>
                  </a:lnTo>
                  <a:lnTo>
                    <a:pt x="246515" y="233114"/>
                  </a:lnTo>
                  <a:lnTo>
                    <a:pt x="246579" y="232772"/>
                  </a:lnTo>
                  <a:lnTo>
                    <a:pt x="248565" y="232755"/>
                  </a:lnTo>
                  <a:lnTo>
                    <a:pt x="248544" y="233438"/>
                  </a:lnTo>
                  <a:lnTo>
                    <a:pt x="248538" y="233655"/>
                  </a:lnTo>
                  <a:lnTo>
                    <a:pt x="248526" y="234063"/>
                  </a:lnTo>
                  <a:lnTo>
                    <a:pt x="248516" y="234394"/>
                  </a:lnTo>
                  <a:lnTo>
                    <a:pt x="248478" y="234745"/>
                  </a:lnTo>
                  <a:lnTo>
                    <a:pt x="248453" y="234974"/>
                  </a:lnTo>
                  <a:lnTo>
                    <a:pt x="248435" y="235137"/>
                  </a:lnTo>
                  <a:lnTo>
                    <a:pt x="248293" y="235456"/>
                  </a:lnTo>
                  <a:lnTo>
                    <a:pt x="248595" y="235943"/>
                  </a:lnTo>
                  <a:lnTo>
                    <a:pt x="248958" y="235865"/>
                  </a:lnTo>
                  <a:lnTo>
                    <a:pt x="248865" y="235142"/>
                  </a:lnTo>
                  <a:lnTo>
                    <a:pt x="248918" y="234969"/>
                  </a:lnTo>
                  <a:lnTo>
                    <a:pt x="248974" y="234701"/>
                  </a:lnTo>
                  <a:lnTo>
                    <a:pt x="249619" y="234006"/>
                  </a:lnTo>
                  <a:lnTo>
                    <a:pt x="249767" y="233510"/>
                  </a:lnTo>
                  <a:lnTo>
                    <a:pt x="250125" y="233292"/>
                  </a:lnTo>
                  <a:lnTo>
                    <a:pt x="250235" y="233157"/>
                  </a:lnTo>
                  <a:lnTo>
                    <a:pt x="250012" y="232802"/>
                  </a:lnTo>
                  <a:lnTo>
                    <a:pt x="250760" y="232442"/>
                  </a:lnTo>
                  <a:lnTo>
                    <a:pt x="251186" y="232237"/>
                  </a:lnTo>
                  <a:lnTo>
                    <a:pt x="251373" y="232147"/>
                  </a:lnTo>
                  <a:lnTo>
                    <a:pt x="251373" y="232431"/>
                  </a:lnTo>
                  <a:lnTo>
                    <a:pt x="253290" y="232241"/>
                  </a:lnTo>
                  <a:lnTo>
                    <a:pt x="253246" y="232651"/>
                  </a:lnTo>
                  <a:lnTo>
                    <a:pt x="253269" y="232931"/>
                  </a:lnTo>
                  <a:lnTo>
                    <a:pt x="253306" y="233111"/>
                  </a:lnTo>
                  <a:lnTo>
                    <a:pt x="254469" y="233003"/>
                  </a:lnTo>
                  <a:lnTo>
                    <a:pt x="254439" y="232407"/>
                  </a:lnTo>
                  <a:lnTo>
                    <a:pt x="254427" y="232162"/>
                  </a:lnTo>
                  <a:lnTo>
                    <a:pt x="255101" y="232105"/>
                  </a:lnTo>
                  <a:lnTo>
                    <a:pt x="255165" y="232580"/>
                  </a:lnTo>
                  <a:lnTo>
                    <a:pt x="255361" y="232935"/>
                  </a:lnTo>
                  <a:lnTo>
                    <a:pt x="255687" y="232894"/>
                  </a:lnTo>
                  <a:lnTo>
                    <a:pt x="256224" y="232826"/>
                  </a:lnTo>
                  <a:lnTo>
                    <a:pt x="256189" y="232156"/>
                  </a:lnTo>
                  <a:lnTo>
                    <a:pt x="256255" y="231998"/>
                  </a:lnTo>
                  <a:lnTo>
                    <a:pt x="256533" y="231790"/>
                  </a:lnTo>
                  <a:lnTo>
                    <a:pt x="257231" y="231249"/>
                  </a:lnTo>
                  <a:lnTo>
                    <a:pt x="257269" y="230806"/>
                  </a:lnTo>
                  <a:lnTo>
                    <a:pt x="257736" y="230415"/>
                  </a:lnTo>
                  <a:lnTo>
                    <a:pt x="258037" y="230200"/>
                  </a:lnTo>
                  <a:lnTo>
                    <a:pt x="258429" y="229941"/>
                  </a:lnTo>
                  <a:lnTo>
                    <a:pt x="258434" y="230092"/>
                  </a:lnTo>
                  <a:lnTo>
                    <a:pt x="258917" y="229826"/>
                  </a:lnTo>
                  <a:lnTo>
                    <a:pt x="259769" y="229092"/>
                  </a:lnTo>
                  <a:lnTo>
                    <a:pt x="259226" y="228791"/>
                  </a:lnTo>
                  <a:lnTo>
                    <a:pt x="259371" y="228795"/>
                  </a:lnTo>
                  <a:lnTo>
                    <a:pt x="259889" y="228953"/>
                  </a:lnTo>
                  <a:lnTo>
                    <a:pt x="260352" y="228470"/>
                  </a:lnTo>
                  <a:lnTo>
                    <a:pt x="260519" y="228333"/>
                  </a:lnTo>
                  <a:lnTo>
                    <a:pt x="261006" y="228201"/>
                  </a:lnTo>
                  <a:lnTo>
                    <a:pt x="260947" y="227913"/>
                  </a:lnTo>
                  <a:lnTo>
                    <a:pt x="261106" y="227869"/>
                  </a:lnTo>
                  <a:lnTo>
                    <a:pt x="261308" y="227756"/>
                  </a:lnTo>
                  <a:lnTo>
                    <a:pt x="261501" y="227440"/>
                  </a:lnTo>
                  <a:lnTo>
                    <a:pt x="261573" y="226945"/>
                  </a:lnTo>
                  <a:lnTo>
                    <a:pt x="261100" y="226853"/>
                  </a:lnTo>
                  <a:lnTo>
                    <a:pt x="261128" y="226694"/>
                  </a:lnTo>
                  <a:lnTo>
                    <a:pt x="261855" y="226756"/>
                  </a:lnTo>
                  <a:lnTo>
                    <a:pt x="261960" y="226588"/>
                  </a:lnTo>
                  <a:lnTo>
                    <a:pt x="261962" y="226456"/>
                  </a:lnTo>
                  <a:lnTo>
                    <a:pt x="261991" y="226044"/>
                  </a:lnTo>
                  <a:lnTo>
                    <a:pt x="261524" y="225950"/>
                  </a:lnTo>
                  <a:lnTo>
                    <a:pt x="261470" y="225810"/>
                  </a:lnTo>
                  <a:lnTo>
                    <a:pt x="261420" y="225680"/>
                  </a:lnTo>
                  <a:lnTo>
                    <a:pt x="261423" y="225515"/>
                  </a:lnTo>
                  <a:lnTo>
                    <a:pt x="261638" y="225329"/>
                  </a:lnTo>
                  <a:lnTo>
                    <a:pt x="261916" y="225460"/>
                  </a:lnTo>
                  <a:lnTo>
                    <a:pt x="262080" y="225484"/>
                  </a:lnTo>
                  <a:lnTo>
                    <a:pt x="262025" y="225182"/>
                  </a:lnTo>
                  <a:lnTo>
                    <a:pt x="262264" y="225187"/>
                  </a:lnTo>
                  <a:lnTo>
                    <a:pt x="262178" y="224988"/>
                  </a:lnTo>
                  <a:lnTo>
                    <a:pt x="261978" y="224757"/>
                  </a:lnTo>
                  <a:lnTo>
                    <a:pt x="261738" y="224726"/>
                  </a:lnTo>
                  <a:lnTo>
                    <a:pt x="261467" y="224699"/>
                  </a:lnTo>
                  <a:lnTo>
                    <a:pt x="261389" y="224411"/>
                  </a:lnTo>
                  <a:lnTo>
                    <a:pt x="261132" y="224000"/>
                  </a:lnTo>
                  <a:lnTo>
                    <a:pt x="261078" y="223565"/>
                  </a:lnTo>
                  <a:lnTo>
                    <a:pt x="260740" y="223754"/>
                  </a:lnTo>
                  <a:lnTo>
                    <a:pt x="260669" y="224097"/>
                  </a:lnTo>
                  <a:lnTo>
                    <a:pt x="260434" y="224045"/>
                  </a:lnTo>
                  <a:lnTo>
                    <a:pt x="260281" y="223970"/>
                  </a:lnTo>
                  <a:lnTo>
                    <a:pt x="259947" y="223631"/>
                  </a:lnTo>
                  <a:lnTo>
                    <a:pt x="260017" y="223411"/>
                  </a:lnTo>
                  <a:lnTo>
                    <a:pt x="259474" y="223092"/>
                  </a:lnTo>
                  <a:lnTo>
                    <a:pt x="259700" y="222759"/>
                  </a:lnTo>
                  <a:lnTo>
                    <a:pt x="259769" y="222424"/>
                  </a:lnTo>
                  <a:lnTo>
                    <a:pt x="259798" y="222221"/>
                  </a:lnTo>
                  <a:lnTo>
                    <a:pt x="259703" y="221877"/>
                  </a:lnTo>
                  <a:lnTo>
                    <a:pt x="259843" y="221819"/>
                  </a:lnTo>
                  <a:lnTo>
                    <a:pt x="259989" y="221818"/>
                  </a:lnTo>
                  <a:lnTo>
                    <a:pt x="260205" y="221780"/>
                  </a:lnTo>
                  <a:lnTo>
                    <a:pt x="260619" y="221651"/>
                  </a:lnTo>
                  <a:lnTo>
                    <a:pt x="260766" y="221625"/>
                  </a:lnTo>
                  <a:lnTo>
                    <a:pt x="260982" y="221601"/>
                  </a:lnTo>
                  <a:lnTo>
                    <a:pt x="261413" y="221581"/>
                  </a:lnTo>
                  <a:lnTo>
                    <a:pt x="262303" y="221527"/>
                  </a:lnTo>
                  <a:lnTo>
                    <a:pt x="262902" y="221399"/>
                  </a:lnTo>
                  <a:lnTo>
                    <a:pt x="263198" y="221301"/>
                  </a:lnTo>
                  <a:lnTo>
                    <a:pt x="263342" y="221234"/>
                  </a:lnTo>
                  <a:lnTo>
                    <a:pt x="263610" y="220963"/>
                  </a:lnTo>
                  <a:lnTo>
                    <a:pt x="263667" y="220716"/>
                  </a:lnTo>
                  <a:lnTo>
                    <a:pt x="263456" y="220607"/>
                  </a:lnTo>
                  <a:lnTo>
                    <a:pt x="263487" y="220338"/>
                  </a:lnTo>
                  <a:lnTo>
                    <a:pt x="263529" y="220061"/>
                  </a:lnTo>
                  <a:lnTo>
                    <a:pt x="264009" y="219898"/>
                  </a:lnTo>
                  <a:lnTo>
                    <a:pt x="263837" y="219852"/>
                  </a:lnTo>
                  <a:lnTo>
                    <a:pt x="264011" y="219779"/>
                  </a:lnTo>
                  <a:lnTo>
                    <a:pt x="264249" y="219780"/>
                  </a:lnTo>
                  <a:lnTo>
                    <a:pt x="264776" y="219782"/>
                  </a:lnTo>
                  <a:lnTo>
                    <a:pt x="264787" y="220051"/>
                  </a:lnTo>
                  <a:lnTo>
                    <a:pt x="265657" y="219874"/>
                  </a:lnTo>
                  <a:lnTo>
                    <a:pt x="265879" y="219794"/>
                  </a:lnTo>
                  <a:lnTo>
                    <a:pt x="266063" y="219698"/>
                  </a:lnTo>
                  <a:lnTo>
                    <a:pt x="266385" y="219437"/>
                  </a:lnTo>
                  <a:lnTo>
                    <a:pt x="266316" y="219147"/>
                  </a:lnTo>
                  <a:lnTo>
                    <a:pt x="266774" y="219129"/>
                  </a:lnTo>
                  <a:lnTo>
                    <a:pt x="267381" y="219106"/>
                  </a:lnTo>
                  <a:lnTo>
                    <a:pt x="268094" y="219017"/>
                  </a:lnTo>
                  <a:lnTo>
                    <a:pt x="268533" y="218933"/>
                  </a:lnTo>
                  <a:lnTo>
                    <a:pt x="269286" y="218601"/>
                  </a:lnTo>
                  <a:lnTo>
                    <a:pt x="269344" y="218123"/>
                  </a:lnTo>
                  <a:lnTo>
                    <a:pt x="269540" y="218105"/>
                  </a:lnTo>
                  <a:lnTo>
                    <a:pt x="269793" y="218043"/>
                  </a:lnTo>
                  <a:lnTo>
                    <a:pt x="270041" y="217948"/>
                  </a:lnTo>
                  <a:lnTo>
                    <a:pt x="270596" y="217742"/>
                  </a:lnTo>
                  <a:lnTo>
                    <a:pt x="270747" y="217693"/>
                  </a:lnTo>
                  <a:lnTo>
                    <a:pt x="270944" y="217628"/>
                  </a:lnTo>
                  <a:lnTo>
                    <a:pt x="271181" y="217528"/>
                  </a:lnTo>
                  <a:lnTo>
                    <a:pt x="271482" y="217398"/>
                  </a:lnTo>
                  <a:lnTo>
                    <a:pt x="271825" y="217219"/>
                  </a:lnTo>
                  <a:lnTo>
                    <a:pt x="272081" y="217075"/>
                  </a:lnTo>
                  <a:lnTo>
                    <a:pt x="272383" y="216842"/>
                  </a:lnTo>
                  <a:lnTo>
                    <a:pt x="273262" y="216022"/>
                  </a:lnTo>
                  <a:lnTo>
                    <a:pt x="274193" y="215264"/>
                  </a:lnTo>
                  <a:lnTo>
                    <a:pt x="274598" y="214784"/>
                  </a:lnTo>
                  <a:lnTo>
                    <a:pt x="274735" y="214582"/>
                  </a:lnTo>
                  <a:lnTo>
                    <a:pt x="274927" y="214369"/>
                  </a:lnTo>
                  <a:lnTo>
                    <a:pt x="275313" y="213865"/>
                  </a:lnTo>
                  <a:lnTo>
                    <a:pt x="275153" y="213644"/>
                  </a:lnTo>
                  <a:lnTo>
                    <a:pt x="274989" y="213476"/>
                  </a:lnTo>
                  <a:lnTo>
                    <a:pt x="273920" y="212238"/>
                  </a:lnTo>
                  <a:lnTo>
                    <a:pt x="274357" y="211873"/>
                  </a:lnTo>
                  <a:lnTo>
                    <a:pt x="274862" y="211452"/>
                  </a:lnTo>
                  <a:lnTo>
                    <a:pt x="275187" y="211180"/>
                  </a:lnTo>
                  <a:lnTo>
                    <a:pt x="275445" y="210965"/>
                  </a:lnTo>
                  <a:lnTo>
                    <a:pt x="277839" y="210975"/>
                  </a:lnTo>
                  <a:lnTo>
                    <a:pt x="277923" y="210619"/>
                  </a:lnTo>
                  <a:lnTo>
                    <a:pt x="277959" y="210468"/>
                  </a:lnTo>
                  <a:lnTo>
                    <a:pt x="277956" y="210294"/>
                  </a:lnTo>
                  <a:lnTo>
                    <a:pt x="278196" y="210077"/>
                  </a:lnTo>
                  <a:lnTo>
                    <a:pt x="278391" y="209902"/>
                  </a:lnTo>
                  <a:lnTo>
                    <a:pt x="278388" y="209773"/>
                  </a:lnTo>
                  <a:lnTo>
                    <a:pt x="278286" y="209499"/>
                  </a:lnTo>
                  <a:lnTo>
                    <a:pt x="277800" y="209076"/>
                  </a:lnTo>
                  <a:lnTo>
                    <a:pt x="277530" y="209429"/>
                  </a:lnTo>
                  <a:lnTo>
                    <a:pt x="277576" y="209893"/>
                  </a:lnTo>
                  <a:lnTo>
                    <a:pt x="277011" y="209929"/>
                  </a:lnTo>
                  <a:lnTo>
                    <a:pt x="276738" y="209644"/>
                  </a:lnTo>
                  <a:lnTo>
                    <a:pt x="276961" y="209488"/>
                  </a:lnTo>
                  <a:lnTo>
                    <a:pt x="276932" y="209170"/>
                  </a:lnTo>
                  <a:lnTo>
                    <a:pt x="277332" y="209142"/>
                  </a:lnTo>
                  <a:lnTo>
                    <a:pt x="277559" y="208734"/>
                  </a:lnTo>
                  <a:lnTo>
                    <a:pt x="277119" y="208746"/>
                  </a:lnTo>
                  <a:lnTo>
                    <a:pt x="276829" y="208768"/>
                  </a:lnTo>
                  <a:lnTo>
                    <a:pt x="276732" y="209092"/>
                  </a:lnTo>
                  <a:lnTo>
                    <a:pt x="276393" y="208938"/>
                  </a:lnTo>
                  <a:lnTo>
                    <a:pt x="276382" y="208759"/>
                  </a:lnTo>
                  <a:lnTo>
                    <a:pt x="276026" y="208717"/>
                  </a:lnTo>
                  <a:lnTo>
                    <a:pt x="275547" y="208826"/>
                  </a:lnTo>
                  <a:lnTo>
                    <a:pt x="275259" y="208962"/>
                  </a:lnTo>
                  <a:lnTo>
                    <a:pt x="274613" y="208667"/>
                  </a:lnTo>
                  <a:lnTo>
                    <a:pt x="274277" y="208505"/>
                  </a:lnTo>
                  <a:lnTo>
                    <a:pt x="274279" y="208286"/>
                  </a:lnTo>
                  <a:lnTo>
                    <a:pt x="274432" y="208097"/>
                  </a:lnTo>
                  <a:lnTo>
                    <a:pt x="274652" y="208083"/>
                  </a:lnTo>
                  <a:lnTo>
                    <a:pt x="275113" y="208077"/>
                  </a:lnTo>
                  <a:lnTo>
                    <a:pt x="275360" y="208095"/>
                  </a:lnTo>
                  <a:lnTo>
                    <a:pt x="275602" y="208113"/>
                  </a:lnTo>
                  <a:lnTo>
                    <a:pt x="275905" y="208112"/>
                  </a:lnTo>
                  <a:lnTo>
                    <a:pt x="276935" y="208108"/>
                  </a:lnTo>
                  <a:lnTo>
                    <a:pt x="277188" y="208107"/>
                  </a:lnTo>
                  <a:lnTo>
                    <a:pt x="277359" y="208107"/>
                  </a:lnTo>
                  <a:lnTo>
                    <a:pt x="277752" y="208082"/>
                  </a:lnTo>
                  <a:lnTo>
                    <a:pt x="278207" y="208055"/>
                  </a:lnTo>
                  <a:lnTo>
                    <a:pt x="278453" y="208027"/>
                  </a:lnTo>
                  <a:lnTo>
                    <a:pt x="278937" y="207972"/>
                  </a:lnTo>
                  <a:lnTo>
                    <a:pt x="279300" y="207911"/>
                  </a:lnTo>
                  <a:lnTo>
                    <a:pt x="279508" y="207876"/>
                  </a:lnTo>
                  <a:lnTo>
                    <a:pt x="279655" y="207851"/>
                  </a:lnTo>
                  <a:lnTo>
                    <a:pt x="279858" y="207704"/>
                  </a:lnTo>
                  <a:lnTo>
                    <a:pt x="280084" y="207634"/>
                  </a:lnTo>
                  <a:lnTo>
                    <a:pt x="280276" y="207553"/>
                  </a:lnTo>
                  <a:lnTo>
                    <a:pt x="280490" y="207464"/>
                  </a:lnTo>
                  <a:lnTo>
                    <a:pt x="280956" y="207187"/>
                  </a:lnTo>
                  <a:lnTo>
                    <a:pt x="281168" y="207060"/>
                  </a:lnTo>
                  <a:lnTo>
                    <a:pt x="281421" y="206938"/>
                  </a:lnTo>
                  <a:lnTo>
                    <a:pt x="281616" y="206817"/>
                  </a:lnTo>
                  <a:lnTo>
                    <a:pt x="281798" y="206679"/>
                  </a:lnTo>
                  <a:lnTo>
                    <a:pt x="282057" y="206482"/>
                  </a:lnTo>
                  <a:lnTo>
                    <a:pt x="282196" y="206355"/>
                  </a:lnTo>
                  <a:lnTo>
                    <a:pt x="282434" y="205993"/>
                  </a:lnTo>
                  <a:lnTo>
                    <a:pt x="282566" y="205925"/>
                  </a:lnTo>
                  <a:lnTo>
                    <a:pt x="283149" y="205437"/>
                  </a:lnTo>
                  <a:lnTo>
                    <a:pt x="283554" y="205383"/>
                  </a:lnTo>
                  <a:lnTo>
                    <a:pt x="283688" y="205366"/>
                  </a:lnTo>
                  <a:lnTo>
                    <a:pt x="283973" y="205328"/>
                  </a:lnTo>
                  <a:lnTo>
                    <a:pt x="284490" y="205496"/>
                  </a:lnTo>
                  <a:lnTo>
                    <a:pt x="284768" y="205468"/>
                  </a:lnTo>
                  <a:lnTo>
                    <a:pt x="285031" y="205460"/>
                  </a:lnTo>
                  <a:lnTo>
                    <a:pt x="285826" y="205383"/>
                  </a:lnTo>
                  <a:lnTo>
                    <a:pt x="286044" y="205359"/>
                  </a:lnTo>
                  <a:lnTo>
                    <a:pt x="286271" y="205334"/>
                  </a:lnTo>
                  <a:lnTo>
                    <a:pt x="286427" y="205317"/>
                  </a:lnTo>
                  <a:lnTo>
                    <a:pt x="286882" y="205267"/>
                  </a:lnTo>
                  <a:lnTo>
                    <a:pt x="287073" y="205239"/>
                  </a:lnTo>
                  <a:lnTo>
                    <a:pt x="287345" y="205199"/>
                  </a:lnTo>
                  <a:lnTo>
                    <a:pt x="287738" y="205116"/>
                  </a:lnTo>
                  <a:lnTo>
                    <a:pt x="288102" y="205039"/>
                  </a:lnTo>
                  <a:lnTo>
                    <a:pt x="288295" y="204974"/>
                  </a:lnTo>
                  <a:lnTo>
                    <a:pt x="288443" y="204925"/>
                  </a:lnTo>
                  <a:lnTo>
                    <a:pt x="288595" y="204874"/>
                  </a:lnTo>
                  <a:lnTo>
                    <a:pt x="288964" y="204660"/>
                  </a:lnTo>
                  <a:lnTo>
                    <a:pt x="289254" y="204414"/>
                  </a:lnTo>
                  <a:lnTo>
                    <a:pt x="289541" y="204110"/>
                  </a:lnTo>
                  <a:lnTo>
                    <a:pt x="289815" y="203956"/>
                  </a:lnTo>
                  <a:lnTo>
                    <a:pt x="290168" y="204150"/>
                  </a:lnTo>
                  <a:lnTo>
                    <a:pt x="290603" y="204147"/>
                  </a:lnTo>
                  <a:lnTo>
                    <a:pt x="290993" y="203913"/>
                  </a:lnTo>
                  <a:lnTo>
                    <a:pt x="290896" y="203772"/>
                  </a:lnTo>
                  <a:lnTo>
                    <a:pt x="291289" y="203573"/>
                  </a:lnTo>
                  <a:lnTo>
                    <a:pt x="291499" y="203706"/>
                  </a:lnTo>
                  <a:lnTo>
                    <a:pt x="291842" y="203523"/>
                  </a:lnTo>
                  <a:lnTo>
                    <a:pt x="292168" y="203297"/>
                  </a:lnTo>
                  <a:lnTo>
                    <a:pt x="292348" y="203152"/>
                  </a:lnTo>
                  <a:lnTo>
                    <a:pt x="292574" y="202972"/>
                  </a:lnTo>
                  <a:lnTo>
                    <a:pt x="293211" y="202462"/>
                  </a:lnTo>
                  <a:lnTo>
                    <a:pt x="293427" y="202306"/>
                  </a:lnTo>
                  <a:lnTo>
                    <a:pt x="293587" y="202192"/>
                  </a:lnTo>
                  <a:lnTo>
                    <a:pt x="293803" y="202090"/>
                  </a:lnTo>
                  <a:lnTo>
                    <a:pt x="294164" y="201987"/>
                  </a:lnTo>
                  <a:lnTo>
                    <a:pt x="294397" y="201951"/>
                  </a:lnTo>
                  <a:lnTo>
                    <a:pt x="294717" y="201940"/>
                  </a:lnTo>
                  <a:lnTo>
                    <a:pt x="294856" y="202053"/>
                  </a:lnTo>
                  <a:lnTo>
                    <a:pt x="294984" y="202115"/>
                  </a:lnTo>
                  <a:lnTo>
                    <a:pt x="295528" y="202156"/>
                  </a:lnTo>
                  <a:lnTo>
                    <a:pt x="295753" y="202124"/>
                  </a:lnTo>
                  <a:lnTo>
                    <a:pt x="296374" y="202317"/>
                  </a:lnTo>
                  <a:lnTo>
                    <a:pt x="296817" y="202486"/>
                  </a:lnTo>
                  <a:lnTo>
                    <a:pt x="297161" y="202559"/>
                  </a:lnTo>
                  <a:lnTo>
                    <a:pt x="297502" y="202605"/>
                  </a:lnTo>
                  <a:lnTo>
                    <a:pt x="297871" y="202618"/>
                  </a:lnTo>
                  <a:lnTo>
                    <a:pt x="298019" y="202598"/>
                  </a:lnTo>
                  <a:lnTo>
                    <a:pt x="298443" y="202380"/>
                  </a:lnTo>
                  <a:lnTo>
                    <a:pt x="298812" y="202058"/>
                  </a:lnTo>
                  <a:lnTo>
                    <a:pt x="299100" y="201923"/>
                  </a:lnTo>
                  <a:lnTo>
                    <a:pt x="299632" y="201852"/>
                  </a:lnTo>
                  <a:lnTo>
                    <a:pt x="300017" y="201930"/>
                  </a:lnTo>
                  <a:lnTo>
                    <a:pt x="300220" y="202077"/>
                  </a:lnTo>
                  <a:lnTo>
                    <a:pt x="300565" y="202157"/>
                  </a:lnTo>
                  <a:lnTo>
                    <a:pt x="300785" y="202159"/>
                  </a:lnTo>
                  <a:lnTo>
                    <a:pt x="301267" y="202427"/>
                  </a:lnTo>
                  <a:lnTo>
                    <a:pt x="301572" y="202447"/>
                  </a:lnTo>
                  <a:lnTo>
                    <a:pt x="301780" y="202412"/>
                  </a:lnTo>
                  <a:lnTo>
                    <a:pt x="302094" y="202544"/>
                  </a:lnTo>
                  <a:lnTo>
                    <a:pt x="302222" y="202614"/>
                  </a:lnTo>
                  <a:lnTo>
                    <a:pt x="302259" y="202924"/>
                  </a:lnTo>
                  <a:lnTo>
                    <a:pt x="301858" y="203208"/>
                  </a:lnTo>
                  <a:lnTo>
                    <a:pt x="301683" y="203566"/>
                  </a:lnTo>
                  <a:lnTo>
                    <a:pt x="302144" y="204340"/>
                  </a:lnTo>
                  <a:lnTo>
                    <a:pt x="302308" y="204417"/>
                  </a:lnTo>
                  <a:lnTo>
                    <a:pt x="302983" y="204861"/>
                  </a:lnTo>
                  <a:lnTo>
                    <a:pt x="303271" y="205038"/>
                  </a:lnTo>
                  <a:lnTo>
                    <a:pt x="303595" y="205168"/>
                  </a:lnTo>
                  <a:lnTo>
                    <a:pt x="303880" y="205282"/>
                  </a:lnTo>
                  <a:lnTo>
                    <a:pt x="304077" y="205249"/>
                  </a:lnTo>
                  <a:lnTo>
                    <a:pt x="304313" y="205268"/>
                  </a:lnTo>
                  <a:lnTo>
                    <a:pt x="304381" y="205490"/>
                  </a:lnTo>
                  <a:lnTo>
                    <a:pt x="304509" y="205795"/>
                  </a:lnTo>
                  <a:lnTo>
                    <a:pt x="304651" y="205913"/>
                  </a:lnTo>
                  <a:lnTo>
                    <a:pt x="304691" y="206218"/>
                  </a:lnTo>
                  <a:lnTo>
                    <a:pt x="304729" y="206493"/>
                  </a:lnTo>
                  <a:lnTo>
                    <a:pt x="304864" y="206632"/>
                  </a:lnTo>
                  <a:lnTo>
                    <a:pt x="305068" y="206792"/>
                  </a:lnTo>
                  <a:lnTo>
                    <a:pt x="305649" y="207081"/>
                  </a:lnTo>
                  <a:lnTo>
                    <a:pt x="306173" y="207206"/>
                  </a:lnTo>
                  <a:lnTo>
                    <a:pt x="306800" y="207260"/>
                  </a:lnTo>
                  <a:lnTo>
                    <a:pt x="306913" y="206930"/>
                  </a:lnTo>
                  <a:lnTo>
                    <a:pt x="307255" y="206928"/>
                  </a:lnTo>
                  <a:lnTo>
                    <a:pt x="307741" y="207055"/>
                  </a:lnTo>
                  <a:lnTo>
                    <a:pt x="308313" y="207028"/>
                  </a:lnTo>
                  <a:lnTo>
                    <a:pt x="308502" y="207040"/>
                  </a:lnTo>
                  <a:lnTo>
                    <a:pt x="308670" y="207043"/>
                  </a:lnTo>
                  <a:lnTo>
                    <a:pt x="308936" y="206975"/>
                  </a:lnTo>
                  <a:lnTo>
                    <a:pt x="309234" y="206974"/>
                  </a:lnTo>
                  <a:lnTo>
                    <a:pt x="309812" y="207149"/>
                  </a:lnTo>
                  <a:lnTo>
                    <a:pt x="310048" y="207406"/>
                  </a:lnTo>
                  <a:lnTo>
                    <a:pt x="309828" y="207775"/>
                  </a:lnTo>
                  <a:lnTo>
                    <a:pt x="309803" y="207924"/>
                  </a:lnTo>
                  <a:lnTo>
                    <a:pt x="309747" y="208270"/>
                  </a:lnTo>
                  <a:lnTo>
                    <a:pt x="309207" y="208949"/>
                  </a:lnTo>
                  <a:lnTo>
                    <a:pt x="309339" y="209227"/>
                  </a:lnTo>
                  <a:lnTo>
                    <a:pt x="310167" y="209518"/>
                  </a:lnTo>
                  <a:lnTo>
                    <a:pt x="310295" y="209628"/>
                  </a:lnTo>
                  <a:lnTo>
                    <a:pt x="310386" y="209898"/>
                  </a:lnTo>
                  <a:lnTo>
                    <a:pt x="309978" y="210202"/>
                  </a:lnTo>
                  <a:lnTo>
                    <a:pt x="309790" y="210539"/>
                  </a:lnTo>
                  <a:lnTo>
                    <a:pt x="309854" y="210841"/>
                  </a:lnTo>
                  <a:lnTo>
                    <a:pt x="309771" y="211128"/>
                  </a:lnTo>
                  <a:lnTo>
                    <a:pt x="309607" y="211436"/>
                  </a:lnTo>
                  <a:lnTo>
                    <a:pt x="309722" y="211598"/>
                  </a:lnTo>
                  <a:lnTo>
                    <a:pt x="310091" y="212024"/>
                  </a:lnTo>
                  <a:lnTo>
                    <a:pt x="310218" y="212113"/>
                  </a:lnTo>
                  <a:lnTo>
                    <a:pt x="310352" y="212185"/>
                  </a:lnTo>
                  <a:lnTo>
                    <a:pt x="310772" y="212409"/>
                  </a:lnTo>
                  <a:lnTo>
                    <a:pt x="311207" y="212613"/>
                  </a:lnTo>
                  <a:lnTo>
                    <a:pt x="311338" y="212649"/>
                  </a:lnTo>
                  <a:lnTo>
                    <a:pt x="311586" y="212716"/>
                  </a:lnTo>
                  <a:lnTo>
                    <a:pt x="311768" y="212766"/>
                  </a:lnTo>
                  <a:lnTo>
                    <a:pt x="312140" y="212868"/>
                  </a:lnTo>
                  <a:lnTo>
                    <a:pt x="312736" y="212986"/>
                  </a:lnTo>
                  <a:lnTo>
                    <a:pt x="313503" y="213079"/>
                  </a:lnTo>
                  <a:lnTo>
                    <a:pt x="313852" y="213099"/>
                  </a:lnTo>
                  <a:lnTo>
                    <a:pt x="314145" y="213116"/>
                  </a:lnTo>
                  <a:lnTo>
                    <a:pt x="314561" y="213083"/>
                  </a:lnTo>
                  <a:lnTo>
                    <a:pt x="315163" y="212960"/>
                  </a:lnTo>
                  <a:lnTo>
                    <a:pt x="315360" y="212952"/>
                  </a:lnTo>
                  <a:lnTo>
                    <a:pt x="315905" y="212942"/>
                  </a:lnTo>
                  <a:lnTo>
                    <a:pt x="316160" y="212944"/>
                  </a:lnTo>
                  <a:lnTo>
                    <a:pt x="316442" y="212843"/>
                  </a:lnTo>
                  <a:lnTo>
                    <a:pt x="316801" y="212769"/>
                  </a:lnTo>
                  <a:lnTo>
                    <a:pt x="317029" y="212722"/>
                  </a:lnTo>
                  <a:lnTo>
                    <a:pt x="317307" y="212652"/>
                  </a:lnTo>
                  <a:lnTo>
                    <a:pt x="317711" y="212508"/>
                  </a:lnTo>
                  <a:lnTo>
                    <a:pt x="317958" y="212386"/>
                  </a:lnTo>
                  <a:lnTo>
                    <a:pt x="318231" y="212026"/>
                  </a:lnTo>
                  <a:lnTo>
                    <a:pt x="318535" y="211718"/>
                  </a:lnTo>
                  <a:lnTo>
                    <a:pt x="318568" y="211467"/>
                  </a:lnTo>
                  <a:lnTo>
                    <a:pt x="318390" y="211168"/>
                  </a:lnTo>
                  <a:lnTo>
                    <a:pt x="318305" y="211025"/>
                  </a:lnTo>
                  <a:lnTo>
                    <a:pt x="317992" y="210899"/>
                  </a:lnTo>
                  <a:lnTo>
                    <a:pt x="317844" y="210798"/>
                  </a:lnTo>
                  <a:lnTo>
                    <a:pt x="317724" y="210539"/>
                  </a:lnTo>
                  <a:lnTo>
                    <a:pt x="318051" y="210711"/>
                  </a:lnTo>
                  <a:lnTo>
                    <a:pt x="319144" y="210971"/>
                  </a:lnTo>
                  <a:lnTo>
                    <a:pt x="319440" y="211265"/>
                  </a:lnTo>
                  <a:lnTo>
                    <a:pt x="319626" y="211450"/>
                  </a:lnTo>
                  <a:lnTo>
                    <a:pt x="320046" y="211626"/>
                  </a:lnTo>
                  <a:lnTo>
                    <a:pt x="320214" y="211651"/>
                  </a:lnTo>
                  <a:lnTo>
                    <a:pt x="320405" y="211744"/>
                  </a:lnTo>
                  <a:lnTo>
                    <a:pt x="320594" y="211882"/>
                  </a:lnTo>
                  <a:lnTo>
                    <a:pt x="321098" y="212163"/>
                  </a:lnTo>
                  <a:lnTo>
                    <a:pt x="320943" y="212192"/>
                  </a:lnTo>
                  <a:lnTo>
                    <a:pt x="320788" y="212200"/>
                  </a:lnTo>
                  <a:lnTo>
                    <a:pt x="320147" y="212079"/>
                  </a:lnTo>
                  <a:lnTo>
                    <a:pt x="319867" y="212038"/>
                  </a:lnTo>
                  <a:lnTo>
                    <a:pt x="319404" y="211971"/>
                  </a:lnTo>
                  <a:lnTo>
                    <a:pt x="319024" y="212058"/>
                  </a:lnTo>
                  <a:lnTo>
                    <a:pt x="319070" y="212618"/>
                  </a:lnTo>
                  <a:lnTo>
                    <a:pt x="319070" y="212895"/>
                  </a:lnTo>
                  <a:lnTo>
                    <a:pt x="319594" y="212894"/>
                  </a:lnTo>
                  <a:lnTo>
                    <a:pt x="319598" y="213157"/>
                  </a:lnTo>
                  <a:lnTo>
                    <a:pt x="318936" y="213301"/>
                  </a:lnTo>
                  <a:lnTo>
                    <a:pt x="318892" y="213875"/>
                  </a:lnTo>
                  <a:lnTo>
                    <a:pt x="319259" y="214012"/>
                  </a:lnTo>
                  <a:lnTo>
                    <a:pt x="319324" y="214329"/>
                  </a:lnTo>
                  <a:lnTo>
                    <a:pt x="319578" y="214360"/>
                  </a:lnTo>
                  <a:lnTo>
                    <a:pt x="319876" y="214323"/>
                  </a:lnTo>
                  <a:lnTo>
                    <a:pt x="320233" y="214594"/>
                  </a:lnTo>
                  <a:lnTo>
                    <a:pt x="320381" y="214677"/>
                  </a:lnTo>
                  <a:lnTo>
                    <a:pt x="320611" y="214706"/>
                  </a:lnTo>
                  <a:lnTo>
                    <a:pt x="320854" y="214726"/>
                  </a:lnTo>
                  <a:lnTo>
                    <a:pt x="321000" y="214778"/>
                  </a:lnTo>
                  <a:lnTo>
                    <a:pt x="321134" y="214825"/>
                  </a:lnTo>
                  <a:lnTo>
                    <a:pt x="321210" y="215006"/>
                  </a:lnTo>
                  <a:lnTo>
                    <a:pt x="321359" y="215293"/>
                  </a:lnTo>
                  <a:lnTo>
                    <a:pt x="321623" y="215401"/>
                  </a:lnTo>
                  <a:lnTo>
                    <a:pt x="321607" y="215614"/>
                  </a:lnTo>
                  <a:lnTo>
                    <a:pt x="321567" y="215918"/>
                  </a:lnTo>
                  <a:lnTo>
                    <a:pt x="321568" y="216460"/>
                  </a:lnTo>
                  <a:lnTo>
                    <a:pt x="321646" y="216614"/>
                  </a:lnTo>
                  <a:lnTo>
                    <a:pt x="321756" y="216783"/>
                  </a:lnTo>
                  <a:lnTo>
                    <a:pt x="321883" y="216943"/>
                  </a:lnTo>
                  <a:lnTo>
                    <a:pt x="322199" y="217285"/>
                  </a:lnTo>
                  <a:lnTo>
                    <a:pt x="322531" y="217632"/>
                  </a:lnTo>
                  <a:lnTo>
                    <a:pt x="322842" y="217772"/>
                  </a:lnTo>
                  <a:lnTo>
                    <a:pt x="323024" y="217876"/>
                  </a:lnTo>
                  <a:lnTo>
                    <a:pt x="323300" y="218034"/>
                  </a:lnTo>
                  <a:lnTo>
                    <a:pt x="323467" y="218130"/>
                  </a:lnTo>
                  <a:lnTo>
                    <a:pt x="323628" y="218198"/>
                  </a:lnTo>
                  <a:lnTo>
                    <a:pt x="323882" y="218306"/>
                  </a:lnTo>
                  <a:lnTo>
                    <a:pt x="324221" y="218271"/>
                  </a:lnTo>
                  <a:lnTo>
                    <a:pt x="324443" y="218215"/>
                  </a:lnTo>
                  <a:lnTo>
                    <a:pt x="324740" y="218280"/>
                  </a:lnTo>
                  <a:lnTo>
                    <a:pt x="324906" y="218515"/>
                  </a:lnTo>
                  <a:lnTo>
                    <a:pt x="325306" y="218663"/>
                  </a:lnTo>
                  <a:lnTo>
                    <a:pt x="325639" y="218786"/>
                  </a:lnTo>
                  <a:lnTo>
                    <a:pt x="325912" y="218859"/>
                  </a:lnTo>
                  <a:lnTo>
                    <a:pt x="326250" y="218932"/>
                  </a:lnTo>
                  <a:lnTo>
                    <a:pt x="326419" y="218969"/>
                  </a:lnTo>
                  <a:lnTo>
                    <a:pt x="326665" y="218846"/>
                  </a:lnTo>
                  <a:lnTo>
                    <a:pt x="327452" y="218676"/>
                  </a:lnTo>
                  <a:lnTo>
                    <a:pt x="327573" y="218904"/>
                  </a:lnTo>
                  <a:lnTo>
                    <a:pt x="327681" y="219189"/>
                  </a:lnTo>
                  <a:lnTo>
                    <a:pt x="327882" y="219129"/>
                  </a:lnTo>
                  <a:lnTo>
                    <a:pt x="328028" y="219086"/>
                  </a:lnTo>
                  <a:lnTo>
                    <a:pt x="328098" y="218949"/>
                  </a:lnTo>
                  <a:lnTo>
                    <a:pt x="328046" y="218762"/>
                  </a:lnTo>
                  <a:lnTo>
                    <a:pt x="328009" y="218628"/>
                  </a:lnTo>
                  <a:lnTo>
                    <a:pt x="329065" y="218178"/>
                  </a:lnTo>
                  <a:lnTo>
                    <a:pt x="329099" y="218649"/>
                  </a:lnTo>
                  <a:lnTo>
                    <a:pt x="329337" y="218665"/>
                  </a:lnTo>
                  <a:lnTo>
                    <a:pt x="329580" y="218624"/>
                  </a:lnTo>
                  <a:lnTo>
                    <a:pt x="329411" y="218233"/>
                  </a:lnTo>
                  <a:lnTo>
                    <a:pt x="329340" y="217744"/>
                  </a:lnTo>
                  <a:lnTo>
                    <a:pt x="329471" y="217755"/>
                  </a:lnTo>
                  <a:lnTo>
                    <a:pt x="329764" y="217895"/>
                  </a:lnTo>
                  <a:lnTo>
                    <a:pt x="329949" y="217975"/>
                  </a:lnTo>
                  <a:lnTo>
                    <a:pt x="330138" y="218029"/>
                  </a:lnTo>
                  <a:lnTo>
                    <a:pt x="330858" y="218145"/>
                  </a:lnTo>
                  <a:lnTo>
                    <a:pt x="331335" y="218199"/>
                  </a:lnTo>
                  <a:lnTo>
                    <a:pt x="331614" y="218218"/>
                  </a:lnTo>
                  <a:lnTo>
                    <a:pt x="332216" y="218258"/>
                  </a:lnTo>
                  <a:lnTo>
                    <a:pt x="332359" y="218268"/>
                  </a:lnTo>
                  <a:lnTo>
                    <a:pt x="332755" y="218282"/>
                  </a:lnTo>
                  <a:lnTo>
                    <a:pt x="332982" y="218300"/>
                  </a:lnTo>
                  <a:lnTo>
                    <a:pt x="333284" y="218353"/>
                  </a:lnTo>
                  <a:lnTo>
                    <a:pt x="333336" y="218584"/>
                  </a:lnTo>
                  <a:lnTo>
                    <a:pt x="333440" y="218826"/>
                  </a:lnTo>
                  <a:lnTo>
                    <a:pt x="333666" y="219054"/>
                  </a:lnTo>
                  <a:lnTo>
                    <a:pt x="334015" y="219291"/>
                  </a:lnTo>
                  <a:lnTo>
                    <a:pt x="333793" y="218950"/>
                  </a:lnTo>
                  <a:lnTo>
                    <a:pt x="333547" y="218641"/>
                  </a:lnTo>
                  <a:lnTo>
                    <a:pt x="333662" y="218298"/>
                  </a:lnTo>
                  <a:lnTo>
                    <a:pt x="333822" y="218255"/>
                  </a:lnTo>
                  <a:lnTo>
                    <a:pt x="333994" y="218231"/>
                  </a:lnTo>
                  <a:lnTo>
                    <a:pt x="334210" y="218217"/>
                  </a:lnTo>
                  <a:lnTo>
                    <a:pt x="335299" y="218147"/>
                  </a:lnTo>
                  <a:lnTo>
                    <a:pt x="336262" y="218056"/>
                  </a:lnTo>
                  <a:lnTo>
                    <a:pt x="336701" y="218022"/>
                  </a:lnTo>
                  <a:lnTo>
                    <a:pt x="337246" y="217981"/>
                  </a:lnTo>
                  <a:lnTo>
                    <a:pt x="337394" y="217970"/>
                  </a:lnTo>
                  <a:lnTo>
                    <a:pt x="338322" y="217869"/>
                  </a:lnTo>
                  <a:lnTo>
                    <a:pt x="338610" y="217838"/>
                  </a:lnTo>
                  <a:lnTo>
                    <a:pt x="339158" y="217765"/>
                  </a:lnTo>
                  <a:lnTo>
                    <a:pt x="339432" y="217723"/>
                  </a:lnTo>
                  <a:lnTo>
                    <a:pt x="339589" y="217699"/>
                  </a:lnTo>
                  <a:lnTo>
                    <a:pt x="339893" y="217652"/>
                  </a:lnTo>
                  <a:lnTo>
                    <a:pt x="340228" y="217601"/>
                  </a:lnTo>
                  <a:lnTo>
                    <a:pt x="340586" y="217540"/>
                  </a:lnTo>
                  <a:lnTo>
                    <a:pt x="340758" y="217473"/>
                  </a:lnTo>
                  <a:lnTo>
                    <a:pt x="341333" y="217261"/>
                  </a:lnTo>
                  <a:lnTo>
                    <a:pt x="341450" y="217541"/>
                  </a:lnTo>
                  <a:lnTo>
                    <a:pt x="341352" y="217760"/>
                  </a:lnTo>
                  <a:lnTo>
                    <a:pt x="341382" y="217961"/>
                  </a:lnTo>
                  <a:lnTo>
                    <a:pt x="341532" y="218300"/>
                  </a:lnTo>
                  <a:lnTo>
                    <a:pt x="341619" y="218496"/>
                  </a:lnTo>
                  <a:lnTo>
                    <a:pt x="341430" y="218658"/>
                  </a:lnTo>
                  <a:lnTo>
                    <a:pt x="341563" y="218777"/>
                  </a:lnTo>
                  <a:lnTo>
                    <a:pt x="342069" y="218727"/>
                  </a:lnTo>
                  <a:lnTo>
                    <a:pt x="342036" y="218577"/>
                  </a:lnTo>
                  <a:lnTo>
                    <a:pt x="341846" y="218486"/>
                  </a:lnTo>
                  <a:lnTo>
                    <a:pt x="341636" y="218200"/>
                  </a:lnTo>
                  <a:lnTo>
                    <a:pt x="341575" y="218008"/>
                  </a:lnTo>
                  <a:lnTo>
                    <a:pt x="341604" y="217831"/>
                  </a:lnTo>
                  <a:lnTo>
                    <a:pt x="341782" y="217764"/>
                  </a:lnTo>
                  <a:lnTo>
                    <a:pt x="341755" y="216999"/>
                  </a:lnTo>
                  <a:lnTo>
                    <a:pt x="341883" y="216968"/>
                  </a:lnTo>
                  <a:lnTo>
                    <a:pt x="342372" y="216850"/>
                  </a:lnTo>
                  <a:lnTo>
                    <a:pt x="342685" y="216741"/>
                  </a:lnTo>
                  <a:lnTo>
                    <a:pt x="342853" y="216683"/>
                  </a:lnTo>
                  <a:lnTo>
                    <a:pt x="342892" y="216464"/>
                  </a:lnTo>
                  <a:lnTo>
                    <a:pt x="343126" y="216226"/>
                  </a:lnTo>
                  <a:lnTo>
                    <a:pt x="343344" y="216083"/>
                  </a:lnTo>
                  <a:lnTo>
                    <a:pt x="343476" y="215977"/>
                  </a:lnTo>
                  <a:lnTo>
                    <a:pt x="343610" y="215823"/>
                  </a:lnTo>
                  <a:lnTo>
                    <a:pt x="343704" y="215671"/>
                  </a:lnTo>
                  <a:lnTo>
                    <a:pt x="343534" y="215051"/>
                  </a:lnTo>
                  <a:lnTo>
                    <a:pt x="343821" y="215149"/>
                  </a:lnTo>
                  <a:lnTo>
                    <a:pt x="344082" y="215174"/>
                  </a:lnTo>
                  <a:lnTo>
                    <a:pt x="344582" y="215047"/>
                  </a:lnTo>
                  <a:lnTo>
                    <a:pt x="344840" y="214601"/>
                  </a:lnTo>
                  <a:lnTo>
                    <a:pt x="344992" y="214499"/>
                  </a:lnTo>
                  <a:lnTo>
                    <a:pt x="345641" y="214798"/>
                  </a:lnTo>
                  <a:lnTo>
                    <a:pt x="345918" y="214521"/>
                  </a:lnTo>
                  <a:lnTo>
                    <a:pt x="345761" y="213878"/>
                  </a:lnTo>
                  <a:lnTo>
                    <a:pt x="345791" y="213605"/>
                  </a:lnTo>
                  <a:lnTo>
                    <a:pt x="346260" y="214177"/>
                  </a:lnTo>
                  <a:lnTo>
                    <a:pt x="346959" y="214453"/>
                  </a:lnTo>
                  <a:lnTo>
                    <a:pt x="347140" y="214404"/>
                  </a:lnTo>
                  <a:lnTo>
                    <a:pt x="347776" y="213962"/>
                  </a:lnTo>
                  <a:lnTo>
                    <a:pt x="347614" y="213460"/>
                  </a:lnTo>
                  <a:lnTo>
                    <a:pt x="347844" y="213578"/>
                  </a:lnTo>
                  <a:lnTo>
                    <a:pt x="347920" y="213841"/>
                  </a:lnTo>
                  <a:lnTo>
                    <a:pt x="348144" y="213877"/>
                  </a:lnTo>
                  <a:lnTo>
                    <a:pt x="348292" y="213871"/>
                  </a:lnTo>
                  <a:lnTo>
                    <a:pt x="348617" y="213910"/>
                  </a:lnTo>
                  <a:lnTo>
                    <a:pt x="348425" y="214367"/>
                  </a:lnTo>
                  <a:lnTo>
                    <a:pt x="348598" y="214385"/>
                  </a:lnTo>
                  <a:lnTo>
                    <a:pt x="348942" y="214510"/>
                  </a:lnTo>
                  <a:lnTo>
                    <a:pt x="349101" y="215394"/>
                  </a:lnTo>
                  <a:lnTo>
                    <a:pt x="348605" y="215582"/>
                  </a:lnTo>
                  <a:lnTo>
                    <a:pt x="348076" y="215704"/>
                  </a:lnTo>
                  <a:lnTo>
                    <a:pt x="347705" y="215952"/>
                  </a:lnTo>
                  <a:lnTo>
                    <a:pt x="347797" y="216225"/>
                  </a:lnTo>
                  <a:lnTo>
                    <a:pt x="347891" y="216415"/>
                  </a:lnTo>
                  <a:lnTo>
                    <a:pt x="348172" y="216618"/>
                  </a:lnTo>
                  <a:lnTo>
                    <a:pt x="348399" y="217060"/>
                  </a:lnTo>
                  <a:lnTo>
                    <a:pt x="348258" y="217361"/>
                  </a:lnTo>
                  <a:lnTo>
                    <a:pt x="348387" y="217731"/>
                  </a:lnTo>
                  <a:lnTo>
                    <a:pt x="348532" y="218024"/>
                  </a:lnTo>
                  <a:lnTo>
                    <a:pt x="348805" y="218395"/>
                  </a:lnTo>
                  <a:lnTo>
                    <a:pt x="349043" y="218465"/>
                  </a:lnTo>
                  <a:lnTo>
                    <a:pt x="349088" y="219005"/>
                  </a:lnTo>
                  <a:lnTo>
                    <a:pt x="349176" y="219167"/>
                  </a:lnTo>
                  <a:lnTo>
                    <a:pt x="349617" y="219409"/>
                  </a:lnTo>
                  <a:lnTo>
                    <a:pt x="349842" y="219448"/>
                  </a:lnTo>
                  <a:lnTo>
                    <a:pt x="350356" y="219177"/>
                  </a:lnTo>
                  <a:lnTo>
                    <a:pt x="350492" y="218924"/>
                  </a:lnTo>
                  <a:lnTo>
                    <a:pt x="350430" y="218702"/>
                  </a:lnTo>
                  <a:lnTo>
                    <a:pt x="350430" y="218295"/>
                  </a:lnTo>
                  <a:lnTo>
                    <a:pt x="350693" y="218523"/>
                  </a:lnTo>
                  <a:lnTo>
                    <a:pt x="351475" y="218327"/>
                  </a:lnTo>
                  <a:lnTo>
                    <a:pt x="351603" y="218242"/>
                  </a:lnTo>
                  <a:lnTo>
                    <a:pt x="351761" y="218138"/>
                  </a:lnTo>
                  <a:lnTo>
                    <a:pt x="352161" y="217974"/>
                  </a:lnTo>
                  <a:lnTo>
                    <a:pt x="352547" y="218043"/>
                  </a:lnTo>
                  <a:lnTo>
                    <a:pt x="352820" y="218146"/>
                  </a:lnTo>
                  <a:lnTo>
                    <a:pt x="353542" y="218279"/>
                  </a:lnTo>
                  <a:lnTo>
                    <a:pt x="353776" y="218562"/>
                  </a:lnTo>
                  <a:lnTo>
                    <a:pt x="353779" y="218786"/>
                  </a:lnTo>
                  <a:lnTo>
                    <a:pt x="353574" y="218770"/>
                  </a:lnTo>
                  <a:lnTo>
                    <a:pt x="353318" y="218771"/>
                  </a:lnTo>
                  <a:lnTo>
                    <a:pt x="353460" y="219393"/>
                  </a:lnTo>
                  <a:lnTo>
                    <a:pt x="353611" y="219496"/>
                  </a:lnTo>
                  <a:lnTo>
                    <a:pt x="353844" y="219655"/>
                  </a:lnTo>
                  <a:lnTo>
                    <a:pt x="354034" y="219744"/>
                  </a:lnTo>
                  <a:lnTo>
                    <a:pt x="354742" y="220078"/>
                  </a:lnTo>
                  <a:lnTo>
                    <a:pt x="354957" y="220048"/>
                  </a:lnTo>
                  <a:lnTo>
                    <a:pt x="355127" y="220052"/>
                  </a:lnTo>
                  <a:lnTo>
                    <a:pt x="355293" y="220095"/>
                  </a:lnTo>
                  <a:lnTo>
                    <a:pt x="355691" y="220248"/>
                  </a:lnTo>
                  <a:lnTo>
                    <a:pt x="355855" y="220254"/>
                  </a:lnTo>
                  <a:lnTo>
                    <a:pt x="356086" y="220263"/>
                  </a:lnTo>
                  <a:lnTo>
                    <a:pt x="356609" y="220159"/>
                  </a:lnTo>
                  <a:lnTo>
                    <a:pt x="356972" y="220104"/>
                  </a:lnTo>
                  <a:lnTo>
                    <a:pt x="357210" y="220089"/>
                  </a:lnTo>
                  <a:lnTo>
                    <a:pt x="357527" y="220068"/>
                  </a:lnTo>
                  <a:lnTo>
                    <a:pt x="358036" y="220257"/>
                  </a:lnTo>
                  <a:lnTo>
                    <a:pt x="358226" y="220293"/>
                  </a:lnTo>
                  <a:lnTo>
                    <a:pt x="358474" y="220294"/>
                  </a:lnTo>
                  <a:lnTo>
                    <a:pt x="358846" y="220297"/>
                  </a:lnTo>
                  <a:lnTo>
                    <a:pt x="359141" y="220271"/>
                  </a:lnTo>
                  <a:lnTo>
                    <a:pt x="359274" y="220254"/>
                  </a:lnTo>
                  <a:lnTo>
                    <a:pt x="359609" y="220212"/>
                  </a:lnTo>
                  <a:lnTo>
                    <a:pt x="360237" y="220074"/>
                  </a:lnTo>
                  <a:lnTo>
                    <a:pt x="360504" y="219986"/>
                  </a:lnTo>
                  <a:lnTo>
                    <a:pt x="361020" y="219715"/>
                  </a:lnTo>
                  <a:lnTo>
                    <a:pt x="361361" y="219477"/>
                  </a:lnTo>
                  <a:lnTo>
                    <a:pt x="361560" y="219527"/>
                  </a:lnTo>
                  <a:lnTo>
                    <a:pt x="361541" y="219869"/>
                  </a:lnTo>
                  <a:lnTo>
                    <a:pt x="361694" y="220333"/>
                  </a:lnTo>
                  <a:lnTo>
                    <a:pt x="361506" y="220370"/>
                  </a:lnTo>
                  <a:lnTo>
                    <a:pt x="361298" y="220526"/>
                  </a:lnTo>
                  <a:lnTo>
                    <a:pt x="361333" y="220799"/>
                  </a:lnTo>
                  <a:lnTo>
                    <a:pt x="361528" y="220725"/>
                  </a:lnTo>
                  <a:lnTo>
                    <a:pt x="361697" y="220760"/>
                  </a:lnTo>
                  <a:lnTo>
                    <a:pt x="361730" y="221240"/>
                  </a:lnTo>
                  <a:lnTo>
                    <a:pt x="361487" y="221342"/>
                  </a:lnTo>
                  <a:lnTo>
                    <a:pt x="361764" y="221434"/>
                  </a:lnTo>
                  <a:lnTo>
                    <a:pt x="362203" y="221559"/>
                  </a:lnTo>
                  <a:lnTo>
                    <a:pt x="362032" y="220718"/>
                  </a:lnTo>
                  <a:lnTo>
                    <a:pt x="361950" y="220565"/>
                  </a:lnTo>
                  <a:lnTo>
                    <a:pt x="361967" y="220433"/>
                  </a:lnTo>
                  <a:lnTo>
                    <a:pt x="362301" y="220477"/>
                  </a:lnTo>
                  <a:lnTo>
                    <a:pt x="362728" y="220508"/>
                  </a:lnTo>
                  <a:lnTo>
                    <a:pt x="362982" y="220527"/>
                  </a:lnTo>
                  <a:lnTo>
                    <a:pt x="363165" y="220541"/>
                  </a:lnTo>
                  <a:lnTo>
                    <a:pt x="363437" y="220576"/>
                  </a:lnTo>
                  <a:lnTo>
                    <a:pt x="363689" y="220634"/>
                  </a:lnTo>
                  <a:lnTo>
                    <a:pt x="364139" y="220701"/>
                  </a:lnTo>
                  <a:lnTo>
                    <a:pt x="364319" y="220703"/>
                  </a:lnTo>
                  <a:lnTo>
                    <a:pt x="364544" y="220706"/>
                  </a:lnTo>
                  <a:lnTo>
                    <a:pt x="364879" y="220699"/>
                  </a:lnTo>
                  <a:lnTo>
                    <a:pt x="365488" y="220558"/>
                  </a:lnTo>
                  <a:lnTo>
                    <a:pt x="365702" y="220248"/>
                  </a:lnTo>
                  <a:lnTo>
                    <a:pt x="365844" y="220066"/>
                  </a:lnTo>
                  <a:lnTo>
                    <a:pt x="366411" y="219824"/>
                  </a:lnTo>
                  <a:lnTo>
                    <a:pt x="366820" y="219776"/>
                  </a:lnTo>
                  <a:lnTo>
                    <a:pt x="367833" y="220068"/>
                  </a:lnTo>
                  <a:lnTo>
                    <a:pt x="368077" y="219892"/>
                  </a:lnTo>
                  <a:lnTo>
                    <a:pt x="368056" y="219609"/>
                  </a:lnTo>
                  <a:lnTo>
                    <a:pt x="368296" y="219753"/>
                  </a:lnTo>
                  <a:lnTo>
                    <a:pt x="368295" y="219888"/>
                  </a:lnTo>
                  <a:lnTo>
                    <a:pt x="368378" y="220144"/>
                  </a:lnTo>
                  <a:lnTo>
                    <a:pt x="368821" y="220220"/>
                  </a:lnTo>
                  <a:lnTo>
                    <a:pt x="369115" y="219889"/>
                  </a:lnTo>
                  <a:lnTo>
                    <a:pt x="368866" y="219616"/>
                  </a:lnTo>
                  <a:lnTo>
                    <a:pt x="369119" y="219691"/>
                  </a:lnTo>
                  <a:lnTo>
                    <a:pt x="369582" y="219991"/>
                  </a:lnTo>
                  <a:lnTo>
                    <a:pt x="369975" y="221101"/>
                  </a:lnTo>
                  <a:lnTo>
                    <a:pt x="369526" y="221599"/>
                  </a:lnTo>
                  <a:lnTo>
                    <a:pt x="369276" y="221663"/>
                  </a:lnTo>
                  <a:lnTo>
                    <a:pt x="368956" y="221092"/>
                  </a:lnTo>
                  <a:lnTo>
                    <a:pt x="368678" y="221114"/>
                  </a:lnTo>
                  <a:lnTo>
                    <a:pt x="368290" y="220902"/>
                  </a:lnTo>
                  <a:lnTo>
                    <a:pt x="368077" y="220944"/>
                  </a:lnTo>
                  <a:lnTo>
                    <a:pt x="367840" y="221040"/>
                  </a:lnTo>
                  <a:lnTo>
                    <a:pt x="367460" y="221266"/>
                  </a:lnTo>
                  <a:lnTo>
                    <a:pt x="367175" y="221472"/>
                  </a:lnTo>
                  <a:lnTo>
                    <a:pt x="366995" y="221565"/>
                  </a:lnTo>
                  <a:lnTo>
                    <a:pt x="366553" y="221662"/>
                  </a:lnTo>
                  <a:lnTo>
                    <a:pt x="366375" y="221751"/>
                  </a:lnTo>
                  <a:lnTo>
                    <a:pt x="366238" y="221841"/>
                  </a:lnTo>
                  <a:lnTo>
                    <a:pt x="365830" y="222299"/>
                  </a:lnTo>
                  <a:lnTo>
                    <a:pt x="365712" y="222450"/>
                  </a:lnTo>
                  <a:lnTo>
                    <a:pt x="365547" y="222747"/>
                  </a:lnTo>
                  <a:lnTo>
                    <a:pt x="365494" y="222901"/>
                  </a:lnTo>
                  <a:lnTo>
                    <a:pt x="365458" y="223075"/>
                  </a:lnTo>
                  <a:lnTo>
                    <a:pt x="365798" y="223799"/>
                  </a:lnTo>
                  <a:lnTo>
                    <a:pt x="365428" y="224506"/>
                  </a:lnTo>
                  <a:lnTo>
                    <a:pt x="365042" y="224340"/>
                  </a:lnTo>
                  <a:lnTo>
                    <a:pt x="364450" y="224359"/>
                  </a:lnTo>
                  <a:lnTo>
                    <a:pt x="364673" y="224676"/>
                  </a:lnTo>
                  <a:lnTo>
                    <a:pt x="364950" y="225076"/>
                  </a:lnTo>
                  <a:lnTo>
                    <a:pt x="364895" y="225248"/>
                  </a:lnTo>
                  <a:lnTo>
                    <a:pt x="364609" y="225532"/>
                  </a:lnTo>
                  <a:lnTo>
                    <a:pt x="364751" y="225629"/>
                  </a:lnTo>
                  <a:lnTo>
                    <a:pt x="364999" y="225787"/>
                  </a:lnTo>
                  <a:lnTo>
                    <a:pt x="364861" y="225852"/>
                  </a:lnTo>
                  <a:lnTo>
                    <a:pt x="364283" y="225644"/>
                  </a:lnTo>
                  <a:lnTo>
                    <a:pt x="364241" y="225949"/>
                  </a:lnTo>
                  <a:lnTo>
                    <a:pt x="364406" y="226125"/>
                  </a:lnTo>
                  <a:lnTo>
                    <a:pt x="364814" y="226157"/>
                  </a:lnTo>
                  <a:lnTo>
                    <a:pt x="364736" y="226554"/>
                  </a:lnTo>
                  <a:lnTo>
                    <a:pt x="364606" y="226994"/>
                  </a:lnTo>
                  <a:lnTo>
                    <a:pt x="364968" y="226912"/>
                  </a:lnTo>
                  <a:lnTo>
                    <a:pt x="365407" y="226981"/>
                  </a:lnTo>
                  <a:lnTo>
                    <a:pt x="365501" y="227120"/>
                  </a:lnTo>
                  <a:lnTo>
                    <a:pt x="365589" y="227272"/>
                  </a:lnTo>
                  <a:lnTo>
                    <a:pt x="365803" y="227640"/>
                  </a:lnTo>
                  <a:lnTo>
                    <a:pt x="365821" y="228108"/>
                  </a:lnTo>
                  <a:lnTo>
                    <a:pt x="365864" y="228477"/>
                  </a:lnTo>
                  <a:lnTo>
                    <a:pt x="366171" y="228724"/>
                  </a:lnTo>
                  <a:lnTo>
                    <a:pt x="366339" y="228828"/>
                  </a:lnTo>
                  <a:lnTo>
                    <a:pt x="366566" y="228911"/>
                  </a:lnTo>
                  <a:lnTo>
                    <a:pt x="366791" y="229058"/>
                  </a:lnTo>
                  <a:lnTo>
                    <a:pt x="367058" y="229412"/>
                  </a:lnTo>
                  <a:lnTo>
                    <a:pt x="366633" y="229405"/>
                  </a:lnTo>
                  <a:lnTo>
                    <a:pt x="366318" y="229527"/>
                  </a:lnTo>
                  <a:lnTo>
                    <a:pt x="365988" y="229766"/>
                  </a:lnTo>
                  <a:lnTo>
                    <a:pt x="365544" y="229820"/>
                  </a:lnTo>
                  <a:lnTo>
                    <a:pt x="365352" y="229844"/>
                  </a:lnTo>
                  <a:lnTo>
                    <a:pt x="364624" y="230222"/>
                  </a:lnTo>
                  <a:lnTo>
                    <a:pt x="364552" y="230647"/>
                  </a:lnTo>
                  <a:lnTo>
                    <a:pt x="365141" y="230919"/>
                  </a:lnTo>
                  <a:lnTo>
                    <a:pt x="365368" y="231379"/>
                  </a:lnTo>
                  <a:lnTo>
                    <a:pt x="365145" y="231719"/>
                  </a:lnTo>
                  <a:lnTo>
                    <a:pt x="364731" y="231660"/>
                  </a:lnTo>
                  <a:lnTo>
                    <a:pt x="364410" y="231567"/>
                  </a:lnTo>
                  <a:lnTo>
                    <a:pt x="364193" y="231487"/>
                  </a:lnTo>
                  <a:lnTo>
                    <a:pt x="364029" y="231424"/>
                  </a:lnTo>
                  <a:lnTo>
                    <a:pt x="363452" y="231189"/>
                  </a:lnTo>
                  <a:lnTo>
                    <a:pt x="363288" y="231213"/>
                  </a:lnTo>
                  <a:lnTo>
                    <a:pt x="363082" y="231243"/>
                  </a:lnTo>
                  <a:lnTo>
                    <a:pt x="362750" y="231341"/>
                  </a:lnTo>
                  <a:lnTo>
                    <a:pt x="362557" y="231367"/>
                  </a:lnTo>
                  <a:lnTo>
                    <a:pt x="362199" y="231370"/>
                  </a:lnTo>
                  <a:lnTo>
                    <a:pt x="362031" y="231345"/>
                  </a:lnTo>
                  <a:lnTo>
                    <a:pt x="361766" y="231533"/>
                  </a:lnTo>
                  <a:lnTo>
                    <a:pt x="361658" y="231672"/>
                  </a:lnTo>
                  <a:lnTo>
                    <a:pt x="361540" y="231862"/>
                  </a:lnTo>
                  <a:lnTo>
                    <a:pt x="361369" y="232183"/>
                  </a:lnTo>
                  <a:lnTo>
                    <a:pt x="361133" y="232812"/>
                  </a:lnTo>
                  <a:lnTo>
                    <a:pt x="361046" y="233178"/>
                  </a:lnTo>
                  <a:lnTo>
                    <a:pt x="360832" y="233119"/>
                  </a:lnTo>
                  <a:lnTo>
                    <a:pt x="360634" y="233031"/>
                  </a:lnTo>
                  <a:lnTo>
                    <a:pt x="360309" y="233228"/>
                  </a:lnTo>
                  <a:lnTo>
                    <a:pt x="360379" y="233386"/>
                  </a:lnTo>
                  <a:lnTo>
                    <a:pt x="360466" y="233585"/>
                  </a:lnTo>
                  <a:lnTo>
                    <a:pt x="360789" y="233734"/>
                  </a:lnTo>
                  <a:lnTo>
                    <a:pt x="360813" y="233883"/>
                  </a:lnTo>
                  <a:lnTo>
                    <a:pt x="360785" y="234302"/>
                  </a:lnTo>
                  <a:lnTo>
                    <a:pt x="360869" y="234638"/>
                  </a:lnTo>
                  <a:lnTo>
                    <a:pt x="360957" y="234894"/>
                  </a:lnTo>
                  <a:lnTo>
                    <a:pt x="360866" y="235561"/>
                  </a:lnTo>
                  <a:lnTo>
                    <a:pt x="360629" y="235556"/>
                  </a:lnTo>
                  <a:lnTo>
                    <a:pt x="360059" y="235565"/>
                  </a:lnTo>
                  <a:lnTo>
                    <a:pt x="359825" y="235840"/>
                  </a:lnTo>
                  <a:lnTo>
                    <a:pt x="359446" y="236394"/>
                  </a:lnTo>
                  <a:lnTo>
                    <a:pt x="359562" y="236603"/>
                  </a:lnTo>
                  <a:lnTo>
                    <a:pt x="359728" y="236897"/>
                  </a:lnTo>
                  <a:lnTo>
                    <a:pt x="360013" y="237215"/>
                  </a:lnTo>
                  <a:lnTo>
                    <a:pt x="360424" y="236821"/>
                  </a:lnTo>
                  <a:lnTo>
                    <a:pt x="360660" y="236723"/>
                  </a:lnTo>
                  <a:lnTo>
                    <a:pt x="361475" y="236923"/>
                  </a:lnTo>
                  <a:lnTo>
                    <a:pt x="361799" y="237140"/>
                  </a:lnTo>
                  <a:lnTo>
                    <a:pt x="362270" y="237079"/>
                  </a:lnTo>
                  <a:lnTo>
                    <a:pt x="362679" y="236993"/>
                  </a:lnTo>
                  <a:lnTo>
                    <a:pt x="362977" y="236961"/>
                  </a:lnTo>
                  <a:lnTo>
                    <a:pt x="363372" y="236815"/>
                  </a:lnTo>
                  <a:lnTo>
                    <a:pt x="364508" y="236394"/>
                  </a:lnTo>
                  <a:lnTo>
                    <a:pt x="364760" y="236329"/>
                  </a:lnTo>
                  <a:lnTo>
                    <a:pt x="365129" y="236454"/>
                  </a:lnTo>
                  <a:lnTo>
                    <a:pt x="364912" y="236547"/>
                  </a:lnTo>
                  <a:lnTo>
                    <a:pt x="364773" y="236555"/>
                  </a:lnTo>
                  <a:lnTo>
                    <a:pt x="364261" y="236652"/>
                  </a:lnTo>
                  <a:lnTo>
                    <a:pt x="364055" y="236792"/>
                  </a:lnTo>
                  <a:lnTo>
                    <a:pt x="363817" y="237033"/>
                  </a:lnTo>
                  <a:lnTo>
                    <a:pt x="363686" y="237242"/>
                  </a:lnTo>
                  <a:lnTo>
                    <a:pt x="363587" y="237821"/>
                  </a:lnTo>
                  <a:lnTo>
                    <a:pt x="363565" y="238013"/>
                  </a:lnTo>
                  <a:lnTo>
                    <a:pt x="363628" y="238475"/>
                  </a:lnTo>
                  <a:lnTo>
                    <a:pt x="363745" y="238910"/>
                  </a:lnTo>
                  <a:lnTo>
                    <a:pt x="363879" y="239125"/>
                  </a:lnTo>
                  <a:lnTo>
                    <a:pt x="363451" y="239684"/>
                  </a:lnTo>
                  <a:lnTo>
                    <a:pt x="363344" y="239824"/>
                  </a:lnTo>
                  <a:lnTo>
                    <a:pt x="363198" y="240091"/>
                  </a:lnTo>
                  <a:lnTo>
                    <a:pt x="363128" y="240349"/>
                  </a:lnTo>
                  <a:lnTo>
                    <a:pt x="363108" y="240635"/>
                  </a:lnTo>
                  <a:lnTo>
                    <a:pt x="363145" y="240840"/>
                  </a:lnTo>
                  <a:lnTo>
                    <a:pt x="363228" y="241080"/>
                  </a:lnTo>
                  <a:lnTo>
                    <a:pt x="363401" y="241331"/>
                  </a:lnTo>
                  <a:lnTo>
                    <a:pt x="363541" y="241661"/>
                  </a:lnTo>
                  <a:lnTo>
                    <a:pt x="363110" y="242244"/>
                  </a:lnTo>
                  <a:lnTo>
                    <a:pt x="362698" y="242503"/>
                  </a:lnTo>
                  <a:lnTo>
                    <a:pt x="362500" y="242520"/>
                  </a:lnTo>
                  <a:lnTo>
                    <a:pt x="361916" y="242784"/>
                  </a:lnTo>
                  <a:lnTo>
                    <a:pt x="361946" y="242548"/>
                  </a:lnTo>
                  <a:lnTo>
                    <a:pt x="362090" y="242386"/>
                  </a:lnTo>
                  <a:lnTo>
                    <a:pt x="362415" y="242093"/>
                  </a:lnTo>
                  <a:lnTo>
                    <a:pt x="362520" y="241835"/>
                  </a:lnTo>
                  <a:lnTo>
                    <a:pt x="362605" y="241628"/>
                  </a:lnTo>
                  <a:lnTo>
                    <a:pt x="362495" y="241206"/>
                  </a:lnTo>
                  <a:lnTo>
                    <a:pt x="362309" y="241076"/>
                  </a:lnTo>
                  <a:lnTo>
                    <a:pt x="362045" y="241212"/>
                  </a:lnTo>
                  <a:lnTo>
                    <a:pt x="361586" y="241125"/>
                  </a:lnTo>
                  <a:lnTo>
                    <a:pt x="361320" y="241333"/>
                  </a:lnTo>
                  <a:lnTo>
                    <a:pt x="361171" y="241601"/>
                  </a:lnTo>
                  <a:lnTo>
                    <a:pt x="361073" y="241415"/>
                  </a:lnTo>
                  <a:lnTo>
                    <a:pt x="360865" y="241257"/>
                  </a:lnTo>
                  <a:lnTo>
                    <a:pt x="360450" y="241415"/>
                  </a:lnTo>
                  <a:lnTo>
                    <a:pt x="360301" y="241445"/>
                  </a:lnTo>
                  <a:lnTo>
                    <a:pt x="360143" y="241441"/>
                  </a:lnTo>
                  <a:lnTo>
                    <a:pt x="359869" y="241421"/>
                  </a:lnTo>
                  <a:lnTo>
                    <a:pt x="359716" y="241441"/>
                  </a:lnTo>
                  <a:lnTo>
                    <a:pt x="359579" y="241458"/>
                  </a:lnTo>
                  <a:lnTo>
                    <a:pt x="359353" y="241603"/>
                  </a:lnTo>
                  <a:lnTo>
                    <a:pt x="358987" y="241885"/>
                  </a:lnTo>
                  <a:lnTo>
                    <a:pt x="358896" y="242276"/>
                  </a:lnTo>
                  <a:lnTo>
                    <a:pt x="359175" y="242540"/>
                  </a:lnTo>
                  <a:lnTo>
                    <a:pt x="359380" y="242771"/>
                  </a:lnTo>
                  <a:lnTo>
                    <a:pt x="359486" y="243187"/>
                  </a:lnTo>
                  <a:lnTo>
                    <a:pt x="359767" y="243185"/>
                  </a:lnTo>
                  <a:lnTo>
                    <a:pt x="359985" y="242765"/>
                  </a:lnTo>
                  <a:lnTo>
                    <a:pt x="359983" y="243309"/>
                  </a:lnTo>
                  <a:lnTo>
                    <a:pt x="360082" y="243579"/>
                  </a:lnTo>
                  <a:lnTo>
                    <a:pt x="359726" y="243618"/>
                  </a:lnTo>
                  <a:lnTo>
                    <a:pt x="359431" y="243848"/>
                  </a:lnTo>
                  <a:lnTo>
                    <a:pt x="359099" y="244066"/>
                  </a:lnTo>
                  <a:lnTo>
                    <a:pt x="358907" y="244121"/>
                  </a:lnTo>
                  <a:lnTo>
                    <a:pt x="358564" y="244183"/>
                  </a:lnTo>
                  <a:lnTo>
                    <a:pt x="358350" y="244026"/>
                  </a:lnTo>
                  <a:lnTo>
                    <a:pt x="358196" y="243955"/>
                  </a:lnTo>
                  <a:lnTo>
                    <a:pt x="357437" y="244138"/>
                  </a:lnTo>
                  <a:lnTo>
                    <a:pt x="357323" y="244899"/>
                  </a:lnTo>
                  <a:lnTo>
                    <a:pt x="357186" y="244994"/>
                  </a:lnTo>
                  <a:lnTo>
                    <a:pt x="356497" y="245183"/>
                  </a:lnTo>
                  <a:lnTo>
                    <a:pt x="356228" y="245560"/>
                  </a:lnTo>
                  <a:lnTo>
                    <a:pt x="355965" y="245246"/>
                  </a:lnTo>
                  <a:lnTo>
                    <a:pt x="355826" y="245188"/>
                  </a:lnTo>
                  <a:lnTo>
                    <a:pt x="355556" y="245222"/>
                  </a:lnTo>
                  <a:lnTo>
                    <a:pt x="355143" y="245458"/>
                  </a:lnTo>
                  <a:lnTo>
                    <a:pt x="354910" y="245426"/>
                  </a:lnTo>
                  <a:lnTo>
                    <a:pt x="354712" y="245345"/>
                  </a:lnTo>
                  <a:lnTo>
                    <a:pt x="354463" y="245244"/>
                  </a:lnTo>
                  <a:lnTo>
                    <a:pt x="354285" y="245211"/>
                  </a:lnTo>
                  <a:lnTo>
                    <a:pt x="353897" y="245140"/>
                  </a:lnTo>
                  <a:lnTo>
                    <a:pt x="353603" y="245074"/>
                  </a:lnTo>
                  <a:lnTo>
                    <a:pt x="353352" y="244979"/>
                  </a:lnTo>
                  <a:lnTo>
                    <a:pt x="353064" y="245080"/>
                  </a:lnTo>
                  <a:lnTo>
                    <a:pt x="352720" y="245082"/>
                  </a:lnTo>
                  <a:lnTo>
                    <a:pt x="352350" y="245026"/>
                  </a:lnTo>
                  <a:lnTo>
                    <a:pt x="352218" y="245006"/>
                  </a:lnTo>
                  <a:lnTo>
                    <a:pt x="351952" y="244926"/>
                  </a:lnTo>
                  <a:lnTo>
                    <a:pt x="351376" y="244626"/>
                  </a:lnTo>
                  <a:lnTo>
                    <a:pt x="351002" y="244777"/>
                  </a:lnTo>
                  <a:lnTo>
                    <a:pt x="350765" y="244855"/>
                  </a:lnTo>
                  <a:lnTo>
                    <a:pt x="350449" y="244959"/>
                  </a:lnTo>
                  <a:lnTo>
                    <a:pt x="350062" y="244725"/>
                  </a:lnTo>
                  <a:lnTo>
                    <a:pt x="350539" y="244176"/>
                  </a:lnTo>
                  <a:lnTo>
                    <a:pt x="350222" y="243606"/>
                  </a:lnTo>
                  <a:lnTo>
                    <a:pt x="350089" y="243503"/>
                  </a:lnTo>
                  <a:lnTo>
                    <a:pt x="350079" y="243299"/>
                  </a:lnTo>
                  <a:lnTo>
                    <a:pt x="350069" y="243069"/>
                  </a:lnTo>
                  <a:lnTo>
                    <a:pt x="350361" y="242784"/>
                  </a:lnTo>
                  <a:lnTo>
                    <a:pt x="350557" y="242447"/>
                  </a:lnTo>
                  <a:lnTo>
                    <a:pt x="350574" y="242213"/>
                  </a:lnTo>
                  <a:lnTo>
                    <a:pt x="350779" y="242210"/>
                  </a:lnTo>
                  <a:lnTo>
                    <a:pt x="350993" y="242231"/>
                  </a:lnTo>
                  <a:lnTo>
                    <a:pt x="351390" y="242300"/>
                  </a:lnTo>
                  <a:lnTo>
                    <a:pt x="351595" y="242290"/>
                  </a:lnTo>
                  <a:lnTo>
                    <a:pt x="351860" y="242205"/>
                  </a:lnTo>
                  <a:lnTo>
                    <a:pt x="352150" y="242291"/>
                  </a:lnTo>
                  <a:lnTo>
                    <a:pt x="352512" y="242319"/>
                  </a:lnTo>
                  <a:lnTo>
                    <a:pt x="352790" y="242155"/>
                  </a:lnTo>
                  <a:lnTo>
                    <a:pt x="352528" y="242273"/>
                  </a:lnTo>
                  <a:lnTo>
                    <a:pt x="352265" y="242258"/>
                  </a:lnTo>
                  <a:lnTo>
                    <a:pt x="351639" y="242135"/>
                  </a:lnTo>
                  <a:lnTo>
                    <a:pt x="351293" y="242142"/>
                  </a:lnTo>
                  <a:lnTo>
                    <a:pt x="350750" y="242056"/>
                  </a:lnTo>
                  <a:lnTo>
                    <a:pt x="350223" y="241772"/>
                  </a:lnTo>
                  <a:lnTo>
                    <a:pt x="350037" y="242140"/>
                  </a:lnTo>
                  <a:lnTo>
                    <a:pt x="349664" y="241975"/>
                  </a:lnTo>
                  <a:lnTo>
                    <a:pt x="349468" y="241889"/>
                  </a:lnTo>
                  <a:lnTo>
                    <a:pt x="349132" y="241711"/>
                  </a:lnTo>
                  <a:lnTo>
                    <a:pt x="349154" y="241420"/>
                  </a:lnTo>
                  <a:lnTo>
                    <a:pt x="348806" y="241023"/>
                  </a:lnTo>
                  <a:lnTo>
                    <a:pt x="348550" y="240888"/>
                  </a:lnTo>
                  <a:lnTo>
                    <a:pt x="349043" y="240250"/>
                  </a:lnTo>
                  <a:lnTo>
                    <a:pt x="349397" y="239582"/>
                  </a:lnTo>
                  <a:lnTo>
                    <a:pt x="349457" y="239453"/>
                  </a:lnTo>
                  <a:lnTo>
                    <a:pt x="349524" y="239302"/>
                  </a:lnTo>
                  <a:lnTo>
                    <a:pt x="349678" y="238953"/>
                  </a:lnTo>
                  <a:lnTo>
                    <a:pt x="349809" y="238658"/>
                  </a:lnTo>
                  <a:lnTo>
                    <a:pt x="349706" y="238290"/>
                  </a:lnTo>
                  <a:lnTo>
                    <a:pt x="349870" y="238016"/>
                  </a:lnTo>
                  <a:lnTo>
                    <a:pt x="350232" y="237905"/>
                  </a:lnTo>
                  <a:lnTo>
                    <a:pt x="350583" y="237948"/>
                  </a:lnTo>
                  <a:lnTo>
                    <a:pt x="350726" y="237755"/>
                  </a:lnTo>
                  <a:lnTo>
                    <a:pt x="350773" y="237488"/>
                  </a:lnTo>
                  <a:lnTo>
                    <a:pt x="350953" y="237253"/>
                  </a:lnTo>
                  <a:lnTo>
                    <a:pt x="351144" y="237031"/>
                  </a:lnTo>
                  <a:lnTo>
                    <a:pt x="351371" y="236813"/>
                  </a:lnTo>
                  <a:lnTo>
                    <a:pt x="351675" y="236582"/>
                  </a:lnTo>
                  <a:lnTo>
                    <a:pt x="351182" y="236880"/>
                  </a:lnTo>
                  <a:lnTo>
                    <a:pt x="350944" y="237032"/>
                  </a:lnTo>
                  <a:lnTo>
                    <a:pt x="350954" y="236904"/>
                  </a:lnTo>
                  <a:lnTo>
                    <a:pt x="350967" y="236735"/>
                  </a:lnTo>
                  <a:lnTo>
                    <a:pt x="350869" y="236477"/>
                  </a:lnTo>
                  <a:lnTo>
                    <a:pt x="350376" y="236005"/>
                  </a:lnTo>
                  <a:lnTo>
                    <a:pt x="350244" y="236077"/>
                  </a:lnTo>
                  <a:lnTo>
                    <a:pt x="350512" y="236131"/>
                  </a:lnTo>
                  <a:lnTo>
                    <a:pt x="350677" y="236371"/>
                  </a:lnTo>
                  <a:lnTo>
                    <a:pt x="350672" y="237031"/>
                  </a:lnTo>
                  <a:lnTo>
                    <a:pt x="350378" y="237293"/>
                  </a:lnTo>
                  <a:lnTo>
                    <a:pt x="350388" y="237506"/>
                  </a:lnTo>
                  <a:lnTo>
                    <a:pt x="350016" y="237600"/>
                  </a:lnTo>
                  <a:lnTo>
                    <a:pt x="349778" y="237640"/>
                  </a:lnTo>
                  <a:lnTo>
                    <a:pt x="349143" y="237936"/>
                  </a:lnTo>
                  <a:lnTo>
                    <a:pt x="349053" y="238339"/>
                  </a:lnTo>
                  <a:lnTo>
                    <a:pt x="349036" y="238577"/>
                  </a:lnTo>
                  <a:lnTo>
                    <a:pt x="348965" y="238956"/>
                  </a:lnTo>
                  <a:lnTo>
                    <a:pt x="348771" y="239022"/>
                  </a:lnTo>
                  <a:lnTo>
                    <a:pt x="348799" y="239563"/>
                  </a:lnTo>
                  <a:lnTo>
                    <a:pt x="348678" y="240216"/>
                  </a:lnTo>
                  <a:lnTo>
                    <a:pt x="348376" y="240412"/>
                  </a:lnTo>
                  <a:lnTo>
                    <a:pt x="347513" y="240113"/>
                  </a:lnTo>
                  <a:lnTo>
                    <a:pt x="347222" y="240146"/>
                  </a:lnTo>
                  <a:lnTo>
                    <a:pt x="346910" y="240225"/>
                  </a:lnTo>
                  <a:lnTo>
                    <a:pt x="346690" y="240386"/>
                  </a:lnTo>
                  <a:lnTo>
                    <a:pt x="346362" y="240977"/>
                  </a:lnTo>
                  <a:lnTo>
                    <a:pt x="346359" y="241147"/>
                  </a:lnTo>
                  <a:lnTo>
                    <a:pt x="346526" y="241517"/>
                  </a:lnTo>
                  <a:lnTo>
                    <a:pt x="346357" y="241647"/>
                  </a:lnTo>
                  <a:lnTo>
                    <a:pt x="346121" y="241669"/>
                  </a:lnTo>
                  <a:lnTo>
                    <a:pt x="345883" y="241717"/>
                  </a:lnTo>
                  <a:lnTo>
                    <a:pt x="345567" y="241827"/>
                  </a:lnTo>
                  <a:lnTo>
                    <a:pt x="345015" y="242035"/>
                  </a:lnTo>
                  <a:lnTo>
                    <a:pt x="344821" y="242132"/>
                  </a:lnTo>
                  <a:lnTo>
                    <a:pt x="344528" y="242459"/>
                  </a:lnTo>
                  <a:lnTo>
                    <a:pt x="344073" y="242133"/>
                  </a:lnTo>
                  <a:lnTo>
                    <a:pt x="344285" y="241616"/>
                  </a:lnTo>
                  <a:lnTo>
                    <a:pt x="344178" y="240806"/>
                  </a:lnTo>
                  <a:lnTo>
                    <a:pt x="343961" y="240483"/>
                  </a:lnTo>
                  <a:lnTo>
                    <a:pt x="343691" y="240335"/>
                  </a:lnTo>
                  <a:lnTo>
                    <a:pt x="343788" y="240098"/>
                  </a:lnTo>
                  <a:lnTo>
                    <a:pt x="343691" y="239640"/>
                  </a:lnTo>
                  <a:lnTo>
                    <a:pt x="343434" y="239555"/>
                  </a:lnTo>
                  <a:lnTo>
                    <a:pt x="343184" y="239523"/>
                  </a:lnTo>
                  <a:lnTo>
                    <a:pt x="342999" y="239171"/>
                  </a:lnTo>
                  <a:lnTo>
                    <a:pt x="343034" y="238943"/>
                  </a:lnTo>
                  <a:lnTo>
                    <a:pt x="343062" y="238757"/>
                  </a:lnTo>
                  <a:lnTo>
                    <a:pt x="343006" y="238558"/>
                  </a:lnTo>
                  <a:lnTo>
                    <a:pt x="342954" y="238729"/>
                  </a:lnTo>
                  <a:lnTo>
                    <a:pt x="342869" y="239002"/>
                  </a:lnTo>
                  <a:lnTo>
                    <a:pt x="342846" y="239232"/>
                  </a:lnTo>
                  <a:lnTo>
                    <a:pt x="342951" y="239448"/>
                  </a:lnTo>
                  <a:lnTo>
                    <a:pt x="343043" y="239709"/>
                  </a:lnTo>
                  <a:lnTo>
                    <a:pt x="342105" y="239782"/>
                  </a:lnTo>
                  <a:lnTo>
                    <a:pt x="341986" y="239562"/>
                  </a:lnTo>
                  <a:lnTo>
                    <a:pt x="341762" y="239316"/>
                  </a:lnTo>
                  <a:lnTo>
                    <a:pt x="341568" y="239199"/>
                  </a:lnTo>
                  <a:lnTo>
                    <a:pt x="341004" y="238918"/>
                  </a:lnTo>
                  <a:lnTo>
                    <a:pt x="340859" y="238822"/>
                  </a:lnTo>
                  <a:lnTo>
                    <a:pt x="340962" y="239173"/>
                  </a:lnTo>
                  <a:lnTo>
                    <a:pt x="341290" y="239241"/>
                  </a:lnTo>
                  <a:lnTo>
                    <a:pt x="341620" y="239460"/>
                  </a:lnTo>
                  <a:lnTo>
                    <a:pt x="341819" y="239610"/>
                  </a:lnTo>
                  <a:lnTo>
                    <a:pt x="341751" y="239892"/>
                  </a:lnTo>
                  <a:lnTo>
                    <a:pt x="341562" y="239931"/>
                  </a:lnTo>
                  <a:lnTo>
                    <a:pt x="341931" y="240167"/>
                  </a:lnTo>
                  <a:lnTo>
                    <a:pt x="341514" y="240607"/>
                  </a:lnTo>
                  <a:lnTo>
                    <a:pt x="341259" y="240726"/>
                  </a:lnTo>
                  <a:lnTo>
                    <a:pt x="340729" y="240852"/>
                  </a:lnTo>
                  <a:lnTo>
                    <a:pt x="340147" y="240991"/>
                  </a:lnTo>
                  <a:lnTo>
                    <a:pt x="339708" y="241134"/>
                  </a:lnTo>
                  <a:lnTo>
                    <a:pt x="339350" y="241284"/>
                  </a:lnTo>
                  <a:lnTo>
                    <a:pt x="339117" y="241381"/>
                  </a:lnTo>
                  <a:lnTo>
                    <a:pt x="338866" y="241443"/>
                  </a:lnTo>
                  <a:lnTo>
                    <a:pt x="338721" y="241479"/>
                  </a:lnTo>
                  <a:lnTo>
                    <a:pt x="338484" y="241556"/>
                  </a:lnTo>
                  <a:lnTo>
                    <a:pt x="337489" y="241865"/>
                  </a:lnTo>
                  <a:lnTo>
                    <a:pt x="337128" y="242164"/>
                  </a:lnTo>
                  <a:lnTo>
                    <a:pt x="336932" y="242206"/>
                  </a:lnTo>
                  <a:lnTo>
                    <a:pt x="336710" y="242253"/>
                  </a:lnTo>
                  <a:lnTo>
                    <a:pt x="336488" y="242300"/>
                  </a:lnTo>
                  <a:lnTo>
                    <a:pt x="336080" y="242443"/>
                  </a:lnTo>
                  <a:lnTo>
                    <a:pt x="335830" y="242553"/>
                  </a:lnTo>
                  <a:lnTo>
                    <a:pt x="335480" y="242766"/>
                  </a:lnTo>
                  <a:lnTo>
                    <a:pt x="335193" y="242820"/>
                  </a:lnTo>
                  <a:lnTo>
                    <a:pt x="334892" y="242900"/>
                  </a:lnTo>
                  <a:lnTo>
                    <a:pt x="334402" y="243082"/>
                  </a:lnTo>
                  <a:lnTo>
                    <a:pt x="333727" y="243474"/>
                  </a:lnTo>
                  <a:lnTo>
                    <a:pt x="333378" y="244102"/>
                  </a:lnTo>
                  <a:lnTo>
                    <a:pt x="333501" y="244615"/>
                  </a:lnTo>
                  <a:lnTo>
                    <a:pt x="333498" y="244781"/>
                  </a:lnTo>
                  <a:lnTo>
                    <a:pt x="333324" y="245011"/>
                  </a:lnTo>
                  <a:lnTo>
                    <a:pt x="332629" y="245313"/>
                  </a:lnTo>
                  <a:lnTo>
                    <a:pt x="332287" y="245744"/>
                  </a:lnTo>
                  <a:lnTo>
                    <a:pt x="332235" y="245502"/>
                  </a:lnTo>
                  <a:lnTo>
                    <a:pt x="332069" y="245496"/>
                  </a:lnTo>
                  <a:lnTo>
                    <a:pt x="331931" y="245529"/>
                  </a:lnTo>
                  <a:lnTo>
                    <a:pt x="331795" y="245563"/>
                  </a:lnTo>
                  <a:lnTo>
                    <a:pt x="331644" y="245668"/>
                  </a:lnTo>
                  <a:lnTo>
                    <a:pt x="331319" y="245851"/>
                  </a:lnTo>
                  <a:lnTo>
                    <a:pt x="330803" y="245801"/>
                  </a:lnTo>
                  <a:lnTo>
                    <a:pt x="330553" y="245844"/>
                  </a:lnTo>
                  <a:lnTo>
                    <a:pt x="330341" y="245880"/>
                  </a:lnTo>
                  <a:lnTo>
                    <a:pt x="329936" y="245987"/>
                  </a:lnTo>
                  <a:lnTo>
                    <a:pt x="329786" y="246059"/>
                  </a:lnTo>
                  <a:lnTo>
                    <a:pt x="329097" y="246390"/>
                  </a:lnTo>
                  <a:lnTo>
                    <a:pt x="328900" y="246524"/>
                  </a:lnTo>
                  <a:lnTo>
                    <a:pt x="328671" y="246554"/>
                  </a:lnTo>
                  <a:lnTo>
                    <a:pt x="328639" y="246412"/>
                  </a:lnTo>
                  <a:lnTo>
                    <a:pt x="328626" y="246127"/>
                  </a:lnTo>
                  <a:lnTo>
                    <a:pt x="328862" y="245991"/>
                  </a:lnTo>
                  <a:lnTo>
                    <a:pt x="329010" y="245939"/>
                  </a:lnTo>
                  <a:lnTo>
                    <a:pt x="329315" y="245861"/>
                  </a:lnTo>
                  <a:lnTo>
                    <a:pt x="329615" y="245585"/>
                  </a:lnTo>
                  <a:lnTo>
                    <a:pt x="329338" y="245657"/>
                  </a:lnTo>
                  <a:lnTo>
                    <a:pt x="329147" y="245634"/>
                  </a:lnTo>
                  <a:lnTo>
                    <a:pt x="328921" y="245643"/>
                  </a:lnTo>
                  <a:lnTo>
                    <a:pt x="328733" y="245760"/>
                  </a:lnTo>
                  <a:lnTo>
                    <a:pt x="328512" y="245897"/>
                  </a:lnTo>
                  <a:lnTo>
                    <a:pt x="328432" y="246308"/>
                  </a:lnTo>
                  <a:lnTo>
                    <a:pt x="328443" y="246447"/>
                  </a:lnTo>
                  <a:lnTo>
                    <a:pt x="328479" y="246920"/>
                  </a:lnTo>
                  <a:lnTo>
                    <a:pt x="328442" y="247151"/>
                  </a:lnTo>
                  <a:lnTo>
                    <a:pt x="328456" y="247315"/>
                  </a:lnTo>
                  <a:lnTo>
                    <a:pt x="328507" y="248367"/>
                  </a:lnTo>
                  <a:lnTo>
                    <a:pt x="328954" y="248793"/>
                  </a:lnTo>
                  <a:lnTo>
                    <a:pt x="328964" y="249192"/>
                  </a:lnTo>
                  <a:lnTo>
                    <a:pt x="329157" y="249709"/>
                  </a:lnTo>
                  <a:lnTo>
                    <a:pt x="328677" y="249786"/>
                  </a:lnTo>
                  <a:lnTo>
                    <a:pt x="328493" y="249668"/>
                  </a:lnTo>
                  <a:lnTo>
                    <a:pt x="328037" y="249546"/>
                  </a:lnTo>
                  <a:lnTo>
                    <a:pt x="327601" y="249281"/>
                  </a:lnTo>
                  <a:lnTo>
                    <a:pt x="327544" y="248752"/>
                  </a:lnTo>
                  <a:lnTo>
                    <a:pt x="327572" y="248401"/>
                  </a:lnTo>
                  <a:lnTo>
                    <a:pt x="327302" y="248392"/>
                  </a:lnTo>
                  <a:lnTo>
                    <a:pt x="327144" y="248412"/>
                  </a:lnTo>
                  <a:lnTo>
                    <a:pt x="326994" y="248516"/>
                  </a:lnTo>
                  <a:lnTo>
                    <a:pt x="326841" y="248699"/>
                  </a:lnTo>
                  <a:lnTo>
                    <a:pt x="326585" y="248395"/>
                  </a:lnTo>
                  <a:lnTo>
                    <a:pt x="326178" y="248373"/>
                  </a:lnTo>
                  <a:lnTo>
                    <a:pt x="325898" y="248424"/>
                  </a:lnTo>
                  <a:lnTo>
                    <a:pt x="325678" y="248524"/>
                  </a:lnTo>
                  <a:lnTo>
                    <a:pt x="325959" y="248754"/>
                  </a:lnTo>
                  <a:lnTo>
                    <a:pt x="326175" y="248972"/>
                  </a:lnTo>
                  <a:lnTo>
                    <a:pt x="326427" y="249430"/>
                  </a:lnTo>
                  <a:lnTo>
                    <a:pt x="326410" y="249691"/>
                  </a:lnTo>
                  <a:lnTo>
                    <a:pt x="326250" y="249849"/>
                  </a:lnTo>
                  <a:lnTo>
                    <a:pt x="325952" y="249870"/>
                  </a:lnTo>
                  <a:lnTo>
                    <a:pt x="325580" y="249804"/>
                  </a:lnTo>
                  <a:lnTo>
                    <a:pt x="325392" y="249685"/>
                  </a:lnTo>
                  <a:lnTo>
                    <a:pt x="325491" y="249554"/>
                  </a:lnTo>
                  <a:lnTo>
                    <a:pt x="325596" y="249056"/>
                  </a:lnTo>
                  <a:lnTo>
                    <a:pt x="325088" y="248964"/>
                  </a:lnTo>
                  <a:lnTo>
                    <a:pt x="324784" y="248937"/>
                  </a:lnTo>
                  <a:lnTo>
                    <a:pt x="324299" y="248554"/>
                  </a:lnTo>
                  <a:lnTo>
                    <a:pt x="323798" y="248541"/>
                  </a:lnTo>
                  <a:lnTo>
                    <a:pt x="323626" y="248093"/>
                  </a:lnTo>
                  <a:lnTo>
                    <a:pt x="323040" y="248068"/>
                  </a:lnTo>
                  <a:lnTo>
                    <a:pt x="322995" y="247718"/>
                  </a:lnTo>
                  <a:lnTo>
                    <a:pt x="323405" y="247401"/>
                  </a:lnTo>
                  <a:lnTo>
                    <a:pt x="323570" y="247351"/>
                  </a:lnTo>
                  <a:lnTo>
                    <a:pt x="323787" y="247286"/>
                  </a:lnTo>
                  <a:lnTo>
                    <a:pt x="324208" y="247116"/>
                  </a:lnTo>
                  <a:lnTo>
                    <a:pt x="324729" y="246800"/>
                  </a:lnTo>
                  <a:lnTo>
                    <a:pt x="325026" y="246782"/>
                  </a:lnTo>
                  <a:lnTo>
                    <a:pt x="325234" y="246869"/>
                  </a:lnTo>
                  <a:lnTo>
                    <a:pt x="325595" y="246868"/>
                  </a:lnTo>
                  <a:lnTo>
                    <a:pt x="325606" y="246467"/>
                  </a:lnTo>
                  <a:lnTo>
                    <a:pt x="325955" y="246152"/>
                  </a:lnTo>
                  <a:lnTo>
                    <a:pt x="326318" y="246000"/>
                  </a:lnTo>
                  <a:lnTo>
                    <a:pt x="326647" y="245719"/>
                  </a:lnTo>
                  <a:lnTo>
                    <a:pt x="326645" y="245240"/>
                  </a:lnTo>
                  <a:lnTo>
                    <a:pt x="326645" y="245093"/>
                  </a:lnTo>
                  <a:lnTo>
                    <a:pt x="327175" y="244797"/>
                  </a:lnTo>
                  <a:lnTo>
                    <a:pt x="327568" y="244775"/>
                  </a:lnTo>
                  <a:lnTo>
                    <a:pt x="327713" y="245001"/>
                  </a:lnTo>
                  <a:lnTo>
                    <a:pt x="327998" y="244887"/>
                  </a:lnTo>
                  <a:lnTo>
                    <a:pt x="328167" y="244759"/>
                  </a:lnTo>
                  <a:lnTo>
                    <a:pt x="327966" y="244862"/>
                  </a:lnTo>
                  <a:lnTo>
                    <a:pt x="327704" y="244904"/>
                  </a:lnTo>
                  <a:lnTo>
                    <a:pt x="327148" y="244732"/>
                  </a:lnTo>
                  <a:lnTo>
                    <a:pt x="326496" y="244983"/>
                  </a:lnTo>
                  <a:lnTo>
                    <a:pt x="325951" y="245252"/>
                  </a:lnTo>
                  <a:lnTo>
                    <a:pt x="325974" y="245409"/>
                  </a:lnTo>
                  <a:lnTo>
                    <a:pt x="325507" y="245595"/>
                  </a:lnTo>
                  <a:lnTo>
                    <a:pt x="324957" y="245815"/>
                  </a:lnTo>
                  <a:lnTo>
                    <a:pt x="324802" y="245877"/>
                  </a:lnTo>
                  <a:lnTo>
                    <a:pt x="324509" y="246060"/>
                  </a:lnTo>
                  <a:lnTo>
                    <a:pt x="324242" y="246573"/>
                  </a:lnTo>
                  <a:lnTo>
                    <a:pt x="323996" y="246644"/>
                  </a:lnTo>
                  <a:lnTo>
                    <a:pt x="323855" y="246685"/>
                  </a:lnTo>
                  <a:lnTo>
                    <a:pt x="323506" y="247092"/>
                  </a:lnTo>
                  <a:lnTo>
                    <a:pt x="323155" y="247187"/>
                  </a:lnTo>
                  <a:lnTo>
                    <a:pt x="323210" y="246896"/>
                  </a:lnTo>
                  <a:lnTo>
                    <a:pt x="323268" y="246623"/>
                  </a:lnTo>
                  <a:lnTo>
                    <a:pt x="323259" y="246452"/>
                  </a:lnTo>
                  <a:lnTo>
                    <a:pt x="323240" y="246083"/>
                  </a:lnTo>
                  <a:lnTo>
                    <a:pt x="323107" y="245945"/>
                  </a:lnTo>
                  <a:lnTo>
                    <a:pt x="322726" y="245871"/>
                  </a:lnTo>
                  <a:lnTo>
                    <a:pt x="322434" y="246079"/>
                  </a:lnTo>
                  <a:lnTo>
                    <a:pt x="322642" y="246340"/>
                  </a:lnTo>
                  <a:lnTo>
                    <a:pt x="322821" y="246674"/>
                  </a:lnTo>
                  <a:lnTo>
                    <a:pt x="322629" y="247068"/>
                  </a:lnTo>
                  <a:lnTo>
                    <a:pt x="322495" y="247579"/>
                  </a:lnTo>
                  <a:lnTo>
                    <a:pt x="322589" y="247870"/>
                  </a:lnTo>
                  <a:lnTo>
                    <a:pt x="322683" y="248163"/>
                  </a:lnTo>
                  <a:lnTo>
                    <a:pt x="322548" y="248192"/>
                  </a:lnTo>
                  <a:lnTo>
                    <a:pt x="322383" y="248227"/>
                  </a:lnTo>
                  <a:lnTo>
                    <a:pt x="322208" y="248295"/>
                  </a:lnTo>
                  <a:lnTo>
                    <a:pt x="322030" y="248569"/>
                  </a:lnTo>
                  <a:lnTo>
                    <a:pt x="321923" y="248821"/>
                  </a:lnTo>
                  <a:lnTo>
                    <a:pt x="321660" y="248857"/>
                  </a:lnTo>
                  <a:lnTo>
                    <a:pt x="321415" y="248842"/>
                  </a:lnTo>
                  <a:lnTo>
                    <a:pt x="321067" y="248905"/>
                  </a:lnTo>
                  <a:lnTo>
                    <a:pt x="320867" y="248941"/>
                  </a:lnTo>
                  <a:lnTo>
                    <a:pt x="320744" y="248730"/>
                  </a:lnTo>
                  <a:lnTo>
                    <a:pt x="320411" y="248628"/>
                  </a:lnTo>
                  <a:lnTo>
                    <a:pt x="320105" y="248646"/>
                  </a:lnTo>
                  <a:lnTo>
                    <a:pt x="319927" y="248739"/>
                  </a:lnTo>
                  <a:lnTo>
                    <a:pt x="319799" y="248828"/>
                  </a:lnTo>
                  <a:lnTo>
                    <a:pt x="319351" y="249223"/>
                  </a:lnTo>
                  <a:lnTo>
                    <a:pt x="319027" y="249592"/>
                  </a:lnTo>
                  <a:lnTo>
                    <a:pt x="318966" y="249766"/>
                  </a:lnTo>
                  <a:lnTo>
                    <a:pt x="318909" y="250028"/>
                  </a:lnTo>
                  <a:lnTo>
                    <a:pt x="318911" y="250173"/>
                  </a:lnTo>
                  <a:lnTo>
                    <a:pt x="318980" y="250435"/>
                  </a:lnTo>
                  <a:lnTo>
                    <a:pt x="319159" y="250539"/>
                  </a:lnTo>
                  <a:lnTo>
                    <a:pt x="319345" y="250391"/>
                  </a:lnTo>
                  <a:lnTo>
                    <a:pt x="319702" y="250625"/>
                  </a:lnTo>
                  <a:lnTo>
                    <a:pt x="319852" y="250812"/>
                  </a:lnTo>
                  <a:lnTo>
                    <a:pt x="319562" y="251096"/>
                  </a:lnTo>
                  <a:lnTo>
                    <a:pt x="318877" y="251188"/>
                  </a:lnTo>
                  <a:lnTo>
                    <a:pt x="318790" y="250771"/>
                  </a:lnTo>
                  <a:lnTo>
                    <a:pt x="318596" y="250637"/>
                  </a:lnTo>
                  <a:lnTo>
                    <a:pt x="318355" y="250504"/>
                  </a:lnTo>
                  <a:lnTo>
                    <a:pt x="318164" y="250472"/>
                  </a:lnTo>
                  <a:lnTo>
                    <a:pt x="317908" y="250429"/>
                  </a:lnTo>
                  <a:lnTo>
                    <a:pt x="317499" y="250436"/>
                  </a:lnTo>
                  <a:lnTo>
                    <a:pt x="317193" y="250494"/>
                  </a:lnTo>
                  <a:lnTo>
                    <a:pt x="316857" y="250610"/>
                  </a:lnTo>
                  <a:lnTo>
                    <a:pt x="316683" y="250701"/>
                  </a:lnTo>
                  <a:lnTo>
                    <a:pt x="316381" y="250788"/>
                  </a:lnTo>
                  <a:lnTo>
                    <a:pt x="316136" y="250721"/>
                  </a:lnTo>
                  <a:lnTo>
                    <a:pt x="315852" y="250749"/>
                  </a:lnTo>
                  <a:lnTo>
                    <a:pt x="315313" y="250925"/>
                  </a:lnTo>
                  <a:lnTo>
                    <a:pt x="314999" y="251054"/>
                  </a:lnTo>
                  <a:lnTo>
                    <a:pt x="314554" y="251271"/>
                  </a:lnTo>
                  <a:lnTo>
                    <a:pt x="314074" y="251526"/>
                  </a:lnTo>
                  <a:lnTo>
                    <a:pt x="313905" y="251632"/>
                  </a:lnTo>
                  <a:lnTo>
                    <a:pt x="313883" y="252589"/>
                  </a:lnTo>
                  <a:lnTo>
                    <a:pt x="313549" y="252646"/>
                  </a:lnTo>
                  <a:lnTo>
                    <a:pt x="313584" y="252292"/>
                  </a:lnTo>
                  <a:lnTo>
                    <a:pt x="313622" y="252033"/>
                  </a:lnTo>
                  <a:lnTo>
                    <a:pt x="313553" y="251619"/>
                  </a:lnTo>
                  <a:lnTo>
                    <a:pt x="313356" y="251557"/>
                  </a:lnTo>
                  <a:lnTo>
                    <a:pt x="313041" y="251543"/>
                  </a:lnTo>
                  <a:lnTo>
                    <a:pt x="312841" y="251571"/>
                  </a:lnTo>
                  <a:lnTo>
                    <a:pt x="312493" y="251656"/>
                  </a:lnTo>
                  <a:lnTo>
                    <a:pt x="312154" y="251787"/>
                  </a:lnTo>
                  <a:lnTo>
                    <a:pt x="311949" y="251884"/>
                  </a:lnTo>
                  <a:lnTo>
                    <a:pt x="311592" y="252054"/>
                  </a:lnTo>
                  <a:lnTo>
                    <a:pt x="311233" y="252296"/>
                  </a:lnTo>
                  <a:lnTo>
                    <a:pt x="311058" y="252355"/>
                  </a:lnTo>
                  <a:lnTo>
                    <a:pt x="310644" y="252525"/>
                  </a:lnTo>
                  <a:lnTo>
                    <a:pt x="310223" y="252739"/>
                  </a:lnTo>
                  <a:lnTo>
                    <a:pt x="309906" y="252930"/>
                  </a:lnTo>
                  <a:lnTo>
                    <a:pt x="309434" y="253248"/>
                  </a:lnTo>
                  <a:lnTo>
                    <a:pt x="308839" y="253716"/>
                  </a:lnTo>
                  <a:lnTo>
                    <a:pt x="308599" y="253988"/>
                  </a:lnTo>
                  <a:lnTo>
                    <a:pt x="308423" y="254212"/>
                  </a:lnTo>
                  <a:lnTo>
                    <a:pt x="308261" y="254387"/>
                  </a:lnTo>
                  <a:lnTo>
                    <a:pt x="308048" y="254435"/>
                  </a:lnTo>
                  <a:lnTo>
                    <a:pt x="307375" y="254779"/>
                  </a:lnTo>
                  <a:lnTo>
                    <a:pt x="307079" y="254908"/>
                  </a:lnTo>
                  <a:lnTo>
                    <a:pt x="306880" y="254978"/>
                  </a:lnTo>
                  <a:lnTo>
                    <a:pt x="306714" y="254996"/>
                  </a:lnTo>
                  <a:lnTo>
                    <a:pt x="306415" y="254901"/>
                  </a:lnTo>
                  <a:lnTo>
                    <a:pt x="306473" y="254628"/>
                  </a:lnTo>
                  <a:lnTo>
                    <a:pt x="306533" y="254353"/>
                  </a:lnTo>
                  <a:lnTo>
                    <a:pt x="306342" y="254126"/>
                  </a:lnTo>
                  <a:lnTo>
                    <a:pt x="306215" y="254525"/>
                  </a:lnTo>
                  <a:lnTo>
                    <a:pt x="306073" y="255066"/>
                  </a:lnTo>
                  <a:lnTo>
                    <a:pt x="306043" y="255244"/>
                  </a:lnTo>
                  <a:lnTo>
                    <a:pt x="306021" y="255579"/>
                  </a:lnTo>
                  <a:lnTo>
                    <a:pt x="306018" y="255771"/>
                  </a:lnTo>
                  <a:lnTo>
                    <a:pt x="305738" y="256148"/>
                  </a:lnTo>
                  <a:lnTo>
                    <a:pt x="305489" y="256224"/>
                  </a:lnTo>
                  <a:lnTo>
                    <a:pt x="305254" y="256429"/>
                  </a:lnTo>
                  <a:lnTo>
                    <a:pt x="304921" y="256541"/>
                  </a:lnTo>
                  <a:lnTo>
                    <a:pt x="304694" y="256402"/>
                  </a:lnTo>
                  <a:lnTo>
                    <a:pt x="304103" y="256663"/>
                  </a:lnTo>
                  <a:lnTo>
                    <a:pt x="303687" y="256712"/>
                  </a:lnTo>
                  <a:lnTo>
                    <a:pt x="303200" y="256644"/>
                  </a:lnTo>
                  <a:lnTo>
                    <a:pt x="303061" y="256554"/>
                  </a:lnTo>
                  <a:lnTo>
                    <a:pt x="302752" y="256326"/>
                  </a:lnTo>
                  <a:lnTo>
                    <a:pt x="302609" y="256694"/>
                  </a:lnTo>
                  <a:lnTo>
                    <a:pt x="302423" y="256602"/>
                  </a:lnTo>
                  <a:lnTo>
                    <a:pt x="302410" y="256294"/>
                  </a:lnTo>
                  <a:lnTo>
                    <a:pt x="302014" y="256196"/>
                  </a:lnTo>
                  <a:lnTo>
                    <a:pt x="301737" y="256086"/>
                  </a:lnTo>
                  <a:lnTo>
                    <a:pt x="301720" y="255773"/>
                  </a:lnTo>
                  <a:lnTo>
                    <a:pt x="301707" y="255536"/>
                  </a:lnTo>
                  <a:lnTo>
                    <a:pt x="301730" y="255349"/>
                  </a:lnTo>
                  <a:lnTo>
                    <a:pt x="301781" y="255149"/>
                  </a:lnTo>
                  <a:lnTo>
                    <a:pt x="301873" y="254879"/>
                  </a:lnTo>
                  <a:lnTo>
                    <a:pt x="302157" y="254531"/>
                  </a:lnTo>
                  <a:lnTo>
                    <a:pt x="302369" y="254394"/>
                  </a:lnTo>
                  <a:lnTo>
                    <a:pt x="302116" y="254374"/>
                  </a:lnTo>
                  <a:lnTo>
                    <a:pt x="301748" y="254753"/>
                  </a:lnTo>
                  <a:lnTo>
                    <a:pt x="301630" y="254910"/>
                  </a:lnTo>
                  <a:lnTo>
                    <a:pt x="301476" y="255007"/>
                  </a:lnTo>
                  <a:lnTo>
                    <a:pt x="301006" y="254530"/>
                  </a:lnTo>
                  <a:lnTo>
                    <a:pt x="300848" y="254531"/>
                  </a:lnTo>
                  <a:lnTo>
                    <a:pt x="300551" y="254367"/>
                  </a:lnTo>
                  <a:lnTo>
                    <a:pt x="300581" y="254104"/>
                  </a:lnTo>
                  <a:lnTo>
                    <a:pt x="300552" y="253797"/>
                  </a:lnTo>
                  <a:lnTo>
                    <a:pt x="300487" y="253495"/>
                  </a:lnTo>
                  <a:lnTo>
                    <a:pt x="300342" y="253165"/>
                  </a:lnTo>
                  <a:lnTo>
                    <a:pt x="300381" y="253610"/>
                  </a:lnTo>
                  <a:lnTo>
                    <a:pt x="300399" y="253823"/>
                  </a:lnTo>
                  <a:lnTo>
                    <a:pt x="300412" y="254045"/>
                  </a:lnTo>
                  <a:lnTo>
                    <a:pt x="300401" y="254172"/>
                  </a:lnTo>
                  <a:lnTo>
                    <a:pt x="300318" y="254442"/>
                  </a:lnTo>
                  <a:lnTo>
                    <a:pt x="300175" y="254668"/>
                  </a:lnTo>
                  <a:lnTo>
                    <a:pt x="299938" y="254443"/>
                  </a:lnTo>
                  <a:lnTo>
                    <a:pt x="299829" y="254181"/>
                  </a:lnTo>
                  <a:lnTo>
                    <a:pt x="299667" y="253969"/>
                  </a:lnTo>
                  <a:lnTo>
                    <a:pt x="299609" y="253834"/>
                  </a:lnTo>
                  <a:lnTo>
                    <a:pt x="299305" y="253321"/>
                  </a:lnTo>
                  <a:lnTo>
                    <a:pt x="298891" y="253458"/>
                  </a:lnTo>
                  <a:lnTo>
                    <a:pt x="299232" y="254118"/>
                  </a:lnTo>
                  <a:lnTo>
                    <a:pt x="299425" y="254451"/>
                  </a:lnTo>
                  <a:lnTo>
                    <a:pt x="299294" y="254467"/>
                  </a:lnTo>
                  <a:lnTo>
                    <a:pt x="299063" y="254495"/>
                  </a:lnTo>
                  <a:lnTo>
                    <a:pt x="298838" y="254637"/>
                  </a:lnTo>
                  <a:lnTo>
                    <a:pt x="298640" y="254702"/>
                  </a:lnTo>
                  <a:lnTo>
                    <a:pt x="298307" y="254812"/>
                  </a:lnTo>
                  <a:lnTo>
                    <a:pt x="298282" y="255066"/>
                  </a:lnTo>
                  <a:lnTo>
                    <a:pt x="297875" y="255183"/>
                  </a:lnTo>
                  <a:lnTo>
                    <a:pt x="297663" y="255269"/>
                  </a:lnTo>
                  <a:lnTo>
                    <a:pt x="297436" y="255387"/>
                  </a:lnTo>
                  <a:lnTo>
                    <a:pt x="297227" y="255410"/>
                  </a:lnTo>
                  <a:lnTo>
                    <a:pt x="296977" y="255326"/>
                  </a:lnTo>
                  <a:lnTo>
                    <a:pt x="296701" y="255196"/>
                  </a:lnTo>
                  <a:lnTo>
                    <a:pt x="296552" y="254734"/>
                  </a:lnTo>
                  <a:lnTo>
                    <a:pt x="296396" y="254619"/>
                  </a:lnTo>
                  <a:lnTo>
                    <a:pt x="296447" y="254783"/>
                  </a:lnTo>
                  <a:lnTo>
                    <a:pt x="296466" y="255061"/>
                  </a:lnTo>
                  <a:lnTo>
                    <a:pt x="296561" y="255313"/>
                  </a:lnTo>
                  <a:lnTo>
                    <a:pt x="297017" y="255710"/>
                  </a:lnTo>
                  <a:lnTo>
                    <a:pt x="296735" y="256108"/>
                  </a:lnTo>
                  <a:lnTo>
                    <a:pt x="296223" y="256238"/>
                  </a:lnTo>
                  <a:lnTo>
                    <a:pt x="295982" y="256225"/>
                  </a:lnTo>
                  <a:lnTo>
                    <a:pt x="295610" y="256305"/>
                  </a:lnTo>
                  <a:lnTo>
                    <a:pt x="295790" y="256296"/>
                  </a:lnTo>
                  <a:lnTo>
                    <a:pt x="296146" y="256279"/>
                  </a:lnTo>
                  <a:lnTo>
                    <a:pt x="296808" y="256343"/>
                  </a:lnTo>
                  <a:lnTo>
                    <a:pt x="297242" y="256088"/>
                  </a:lnTo>
                  <a:lnTo>
                    <a:pt x="297382" y="255857"/>
                  </a:lnTo>
                  <a:lnTo>
                    <a:pt x="297533" y="255776"/>
                  </a:lnTo>
                  <a:lnTo>
                    <a:pt x="297690" y="255694"/>
                  </a:lnTo>
                  <a:lnTo>
                    <a:pt x="298258" y="255426"/>
                  </a:lnTo>
                  <a:lnTo>
                    <a:pt x="298784" y="255256"/>
                  </a:lnTo>
                  <a:lnTo>
                    <a:pt x="299099" y="255545"/>
                  </a:lnTo>
                  <a:lnTo>
                    <a:pt x="299415" y="255627"/>
                  </a:lnTo>
                  <a:lnTo>
                    <a:pt x="299758" y="255691"/>
                  </a:lnTo>
                  <a:lnTo>
                    <a:pt x="299840" y="255901"/>
                  </a:lnTo>
                  <a:lnTo>
                    <a:pt x="299842" y="256063"/>
                  </a:lnTo>
                  <a:lnTo>
                    <a:pt x="299882" y="256217"/>
                  </a:lnTo>
                  <a:lnTo>
                    <a:pt x="299991" y="256531"/>
                  </a:lnTo>
                  <a:lnTo>
                    <a:pt x="300188" y="257096"/>
                  </a:lnTo>
                  <a:lnTo>
                    <a:pt x="300363" y="257022"/>
                  </a:lnTo>
                  <a:lnTo>
                    <a:pt x="300531" y="256907"/>
                  </a:lnTo>
                  <a:lnTo>
                    <a:pt x="300590" y="257051"/>
                  </a:lnTo>
                  <a:lnTo>
                    <a:pt x="300618" y="257375"/>
                  </a:lnTo>
                  <a:lnTo>
                    <a:pt x="300776" y="257300"/>
                  </a:lnTo>
                  <a:lnTo>
                    <a:pt x="301626" y="257321"/>
                  </a:lnTo>
                  <a:lnTo>
                    <a:pt x="301766" y="257340"/>
                  </a:lnTo>
                  <a:lnTo>
                    <a:pt x="302617" y="257454"/>
                  </a:lnTo>
                  <a:lnTo>
                    <a:pt x="302811" y="257441"/>
                  </a:lnTo>
                  <a:lnTo>
                    <a:pt x="303457" y="258277"/>
                  </a:lnTo>
                  <a:lnTo>
                    <a:pt x="303409" y="258442"/>
                  </a:lnTo>
                  <a:lnTo>
                    <a:pt x="303262" y="258584"/>
                  </a:lnTo>
                  <a:lnTo>
                    <a:pt x="303116" y="258725"/>
                  </a:lnTo>
                  <a:lnTo>
                    <a:pt x="302960" y="258934"/>
                  </a:lnTo>
                  <a:lnTo>
                    <a:pt x="302745" y="259242"/>
                  </a:lnTo>
                  <a:lnTo>
                    <a:pt x="302540" y="259671"/>
                  </a:lnTo>
                  <a:lnTo>
                    <a:pt x="302541" y="259861"/>
                  </a:lnTo>
                  <a:lnTo>
                    <a:pt x="302555" y="260107"/>
                  </a:lnTo>
                  <a:lnTo>
                    <a:pt x="302239" y="260417"/>
                  </a:lnTo>
                  <a:lnTo>
                    <a:pt x="302270" y="260567"/>
                  </a:lnTo>
                  <a:lnTo>
                    <a:pt x="302867" y="261136"/>
                  </a:lnTo>
                  <a:lnTo>
                    <a:pt x="302890" y="261300"/>
                  </a:lnTo>
                  <a:lnTo>
                    <a:pt x="302765" y="261413"/>
                  </a:lnTo>
                  <a:lnTo>
                    <a:pt x="302610" y="261523"/>
                  </a:lnTo>
                  <a:lnTo>
                    <a:pt x="302428" y="261651"/>
                  </a:lnTo>
                  <a:lnTo>
                    <a:pt x="301957" y="262183"/>
                  </a:lnTo>
                  <a:lnTo>
                    <a:pt x="301772" y="261990"/>
                  </a:lnTo>
                  <a:lnTo>
                    <a:pt x="301493" y="262000"/>
                  </a:lnTo>
                  <a:lnTo>
                    <a:pt x="301024" y="262018"/>
                  </a:lnTo>
                  <a:lnTo>
                    <a:pt x="300759" y="262024"/>
                  </a:lnTo>
                  <a:lnTo>
                    <a:pt x="300688" y="262701"/>
                  </a:lnTo>
                  <a:lnTo>
                    <a:pt x="300900" y="262901"/>
                  </a:lnTo>
                  <a:lnTo>
                    <a:pt x="301000" y="263146"/>
                  </a:lnTo>
                  <a:lnTo>
                    <a:pt x="301061" y="263516"/>
                  </a:lnTo>
                  <a:lnTo>
                    <a:pt x="301060" y="263740"/>
                  </a:lnTo>
                  <a:lnTo>
                    <a:pt x="300778" y="263880"/>
                  </a:lnTo>
                  <a:lnTo>
                    <a:pt x="300429" y="264137"/>
                  </a:lnTo>
                  <a:lnTo>
                    <a:pt x="300236" y="264355"/>
                  </a:lnTo>
                  <a:lnTo>
                    <a:pt x="300064" y="264600"/>
                  </a:lnTo>
                  <a:lnTo>
                    <a:pt x="299922" y="265000"/>
                  </a:lnTo>
                  <a:lnTo>
                    <a:pt x="300048" y="265517"/>
                  </a:lnTo>
                  <a:lnTo>
                    <a:pt x="299894" y="265510"/>
                  </a:lnTo>
                  <a:lnTo>
                    <a:pt x="299724" y="265503"/>
                  </a:lnTo>
                  <a:lnTo>
                    <a:pt x="299560" y="265560"/>
                  </a:lnTo>
                  <a:lnTo>
                    <a:pt x="299076" y="265443"/>
                  </a:lnTo>
                  <a:lnTo>
                    <a:pt x="298793" y="265263"/>
                  </a:lnTo>
                  <a:lnTo>
                    <a:pt x="298789" y="264919"/>
                  </a:lnTo>
                  <a:lnTo>
                    <a:pt x="298760" y="264590"/>
                  </a:lnTo>
                  <a:lnTo>
                    <a:pt x="298857" y="264158"/>
                  </a:lnTo>
                  <a:lnTo>
                    <a:pt x="299085" y="263753"/>
                  </a:lnTo>
                  <a:lnTo>
                    <a:pt x="298983" y="263444"/>
                  </a:lnTo>
                  <a:lnTo>
                    <a:pt x="298713" y="263183"/>
                  </a:lnTo>
                  <a:lnTo>
                    <a:pt x="298407" y="263016"/>
                  </a:lnTo>
                  <a:lnTo>
                    <a:pt x="298163" y="262827"/>
                  </a:lnTo>
                  <a:lnTo>
                    <a:pt x="298240" y="262475"/>
                  </a:lnTo>
                  <a:lnTo>
                    <a:pt x="298386" y="262100"/>
                  </a:lnTo>
                  <a:lnTo>
                    <a:pt x="298060" y="261572"/>
                  </a:lnTo>
                  <a:lnTo>
                    <a:pt x="297687" y="261428"/>
                  </a:lnTo>
                  <a:lnTo>
                    <a:pt x="297529" y="261367"/>
                  </a:lnTo>
                  <a:lnTo>
                    <a:pt x="297264" y="261345"/>
                  </a:lnTo>
                  <a:lnTo>
                    <a:pt x="297235" y="261537"/>
                  </a:lnTo>
                  <a:lnTo>
                    <a:pt x="296524" y="261589"/>
                  </a:lnTo>
                  <a:lnTo>
                    <a:pt x="295021" y="261688"/>
                  </a:lnTo>
                  <a:lnTo>
                    <a:pt x="294572" y="261833"/>
                  </a:lnTo>
                  <a:lnTo>
                    <a:pt x="294639" y="262070"/>
                  </a:lnTo>
                  <a:lnTo>
                    <a:pt x="294884" y="262200"/>
                  </a:lnTo>
                  <a:lnTo>
                    <a:pt x="294800" y="262451"/>
                  </a:lnTo>
                  <a:lnTo>
                    <a:pt x="294638" y="262941"/>
                  </a:lnTo>
                  <a:lnTo>
                    <a:pt x="294389" y="262910"/>
                  </a:lnTo>
                  <a:lnTo>
                    <a:pt x="293842" y="262923"/>
                  </a:lnTo>
                  <a:lnTo>
                    <a:pt x="293696" y="263092"/>
                  </a:lnTo>
                  <a:lnTo>
                    <a:pt x="293647" y="263462"/>
                  </a:lnTo>
                  <a:lnTo>
                    <a:pt x="293066" y="263767"/>
                  </a:lnTo>
                  <a:lnTo>
                    <a:pt x="292994" y="264068"/>
                  </a:lnTo>
                  <a:lnTo>
                    <a:pt x="292776" y="264465"/>
                  </a:lnTo>
                  <a:lnTo>
                    <a:pt x="292543" y="264787"/>
                  </a:lnTo>
                  <a:lnTo>
                    <a:pt x="292415" y="265294"/>
                  </a:lnTo>
                  <a:lnTo>
                    <a:pt x="292405" y="265580"/>
                  </a:lnTo>
                  <a:lnTo>
                    <a:pt x="292520" y="265848"/>
                  </a:lnTo>
                  <a:lnTo>
                    <a:pt x="292815" y="266069"/>
                  </a:lnTo>
                  <a:lnTo>
                    <a:pt x="293225" y="266124"/>
                  </a:lnTo>
                  <a:lnTo>
                    <a:pt x="293477" y="266263"/>
                  </a:lnTo>
                  <a:lnTo>
                    <a:pt x="293660" y="266422"/>
                  </a:lnTo>
                  <a:lnTo>
                    <a:pt x="294029" y="266933"/>
                  </a:lnTo>
                  <a:lnTo>
                    <a:pt x="294111" y="267393"/>
                  </a:lnTo>
                  <a:lnTo>
                    <a:pt x="293853" y="267563"/>
                  </a:lnTo>
                  <a:lnTo>
                    <a:pt x="293720" y="267472"/>
                  </a:lnTo>
                  <a:lnTo>
                    <a:pt x="293590" y="267435"/>
                  </a:lnTo>
                  <a:lnTo>
                    <a:pt x="293279" y="267346"/>
                  </a:lnTo>
                  <a:lnTo>
                    <a:pt x="292931" y="267343"/>
                  </a:lnTo>
                  <a:lnTo>
                    <a:pt x="292714" y="267405"/>
                  </a:lnTo>
                  <a:lnTo>
                    <a:pt x="292576" y="267444"/>
                  </a:lnTo>
                  <a:lnTo>
                    <a:pt x="292020" y="267302"/>
                  </a:lnTo>
                  <a:lnTo>
                    <a:pt x="291710" y="267163"/>
                  </a:lnTo>
                  <a:lnTo>
                    <a:pt x="291373" y="267130"/>
                  </a:lnTo>
                  <a:lnTo>
                    <a:pt x="291015" y="267324"/>
                  </a:lnTo>
                  <a:lnTo>
                    <a:pt x="291191" y="267436"/>
                  </a:lnTo>
                  <a:lnTo>
                    <a:pt x="291036" y="267696"/>
                  </a:lnTo>
                  <a:lnTo>
                    <a:pt x="290807" y="267631"/>
                  </a:lnTo>
                  <a:lnTo>
                    <a:pt x="290743" y="267848"/>
                  </a:lnTo>
                  <a:lnTo>
                    <a:pt x="291166" y="267925"/>
                  </a:lnTo>
                  <a:lnTo>
                    <a:pt x="291388" y="268439"/>
                  </a:lnTo>
                  <a:lnTo>
                    <a:pt x="291369" y="268827"/>
                  </a:lnTo>
                  <a:lnTo>
                    <a:pt x="290706" y="269280"/>
                  </a:lnTo>
                  <a:lnTo>
                    <a:pt x="290807" y="269717"/>
                  </a:lnTo>
                  <a:lnTo>
                    <a:pt x="291062" y="270041"/>
                  </a:lnTo>
                  <a:lnTo>
                    <a:pt x="291193" y="270005"/>
                  </a:lnTo>
                  <a:lnTo>
                    <a:pt x="291629" y="269886"/>
                  </a:lnTo>
                  <a:lnTo>
                    <a:pt x="291835" y="269681"/>
                  </a:lnTo>
                  <a:lnTo>
                    <a:pt x="292093" y="269916"/>
                  </a:lnTo>
                  <a:lnTo>
                    <a:pt x="291976" y="270395"/>
                  </a:lnTo>
                  <a:lnTo>
                    <a:pt x="291861" y="270699"/>
                  </a:lnTo>
                  <a:lnTo>
                    <a:pt x="291996" y="270875"/>
                  </a:lnTo>
                  <a:lnTo>
                    <a:pt x="292144" y="271026"/>
                  </a:lnTo>
                  <a:lnTo>
                    <a:pt x="291870" y="271188"/>
                  </a:lnTo>
                  <a:lnTo>
                    <a:pt x="291713" y="271298"/>
                  </a:lnTo>
                  <a:lnTo>
                    <a:pt x="291645" y="271431"/>
                  </a:lnTo>
                  <a:lnTo>
                    <a:pt x="291879" y="271776"/>
                  </a:lnTo>
                  <a:lnTo>
                    <a:pt x="292077" y="272022"/>
                  </a:lnTo>
                  <a:lnTo>
                    <a:pt x="292095" y="272206"/>
                  </a:lnTo>
                  <a:lnTo>
                    <a:pt x="292221" y="272571"/>
                  </a:lnTo>
                  <a:lnTo>
                    <a:pt x="292397" y="273112"/>
                  </a:lnTo>
                  <a:lnTo>
                    <a:pt x="292219" y="273337"/>
                  </a:lnTo>
                  <a:lnTo>
                    <a:pt x="292141" y="273571"/>
                  </a:lnTo>
                  <a:lnTo>
                    <a:pt x="292212" y="273797"/>
                  </a:lnTo>
                  <a:lnTo>
                    <a:pt x="292389" y="273902"/>
                  </a:lnTo>
                  <a:lnTo>
                    <a:pt x="292256" y="274310"/>
                  </a:lnTo>
                  <a:lnTo>
                    <a:pt x="292494" y="274948"/>
                  </a:lnTo>
                  <a:lnTo>
                    <a:pt x="292853" y="275473"/>
                  </a:lnTo>
                  <a:lnTo>
                    <a:pt x="292879" y="275947"/>
                  </a:lnTo>
                  <a:lnTo>
                    <a:pt x="293025" y="275920"/>
                  </a:lnTo>
                  <a:lnTo>
                    <a:pt x="293190" y="275871"/>
                  </a:lnTo>
                  <a:lnTo>
                    <a:pt x="293348" y="276114"/>
                  </a:lnTo>
                  <a:lnTo>
                    <a:pt x="293168" y="276183"/>
                  </a:lnTo>
                  <a:lnTo>
                    <a:pt x="292996" y="276248"/>
                  </a:lnTo>
                  <a:lnTo>
                    <a:pt x="292694" y="276284"/>
                  </a:lnTo>
                  <a:lnTo>
                    <a:pt x="292494" y="276308"/>
                  </a:lnTo>
                  <a:lnTo>
                    <a:pt x="292069" y="276166"/>
                  </a:lnTo>
                  <a:lnTo>
                    <a:pt x="291077" y="276373"/>
                  </a:lnTo>
                  <a:lnTo>
                    <a:pt x="290890" y="276507"/>
                  </a:lnTo>
                  <a:lnTo>
                    <a:pt x="290587" y="276641"/>
                  </a:lnTo>
                  <a:lnTo>
                    <a:pt x="290144" y="276689"/>
                  </a:lnTo>
                  <a:lnTo>
                    <a:pt x="289663" y="276438"/>
                  </a:lnTo>
                  <a:lnTo>
                    <a:pt x="289445" y="276456"/>
                  </a:lnTo>
                  <a:lnTo>
                    <a:pt x="289207" y="276664"/>
                  </a:lnTo>
                  <a:lnTo>
                    <a:pt x="289056" y="276901"/>
                  </a:lnTo>
                  <a:lnTo>
                    <a:pt x="288962" y="277358"/>
                  </a:lnTo>
                  <a:lnTo>
                    <a:pt x="288815" y="277449"/>
                  </a:lnTo>
                  <a:lnTo>
                    <a:pt x="288624" y="277498"/>
                  </a:lnTo>
                  <a:lnTo>
                    <a:pt x="288431" y="277547"/>
                  </a:lnTo>
                  <a:lnTo>
                    <a:pt x="288433" y="277227"/>
                  </a:lnTo>
                  <a:lnTo>
                    <a:pt x="288414" y="276965"/>
                  </a:lnTo>
                  <a:lnTo>
                    <a:pt x="288238" y="276849"/>
                  </a:lnTo>
                  <a:lnTo>
                    <a:pt x="287683" y="277067"/>
                  </a:lnTo>
                  <a:lnTo>
                    <a:pt x="287514" y="277182"/>
                  </a:lnTo>
                  <a:lnTo>
                    <a:pt x="287263" y="277027"/>
                  </a:lnTo>
                  <a:lnTo>
                    <a:pt x="286884" y="276887"/>
                  </a:lnTo>
                  <a:lnTo>
                    <a:pt x="286735" y="276992"/>
                  </a:lnTo>
                  <a:lnTo>
                    <a:pt x="286713" y="277342"/>
                  </a:lnTo>
                  <a:lnTo>
                    <a:pt x="286802" y="277844"/>
                  </a:lnTo>
                  <a:lnTo>
                    <a:pt x="286429" y="277833"/>
                  </a:lnTo>
                  <a:lnTo>
                    <a:pt x="286241" y="277807"/>
                  </a:lnTo>
                  <a:lnTo>
                    <a:pt x="286106" y="277745"/>
                  </a:lnTo>
                  <a:lnTo>
                    <a:pt x="285579" y="277912"/>
                  </a:lnTo>
                  <a:lnTo>
                    <a:pt x="285007" y="277988"/>
                  </a:lnTo>
                  <a:lnTo>
                    <a:pt x="284667" y="277902"/>
                  </a:lnTo>
                  <a:lnTo>
                    <a:pt x="284442" y="277833"/>
                  </a:lnTo>
                  <a:lnTo>
                    <a:pt x="284235" y="277796"/>
                  </a:lnTo>
                  <a:lnTo>
                    <a:pt x="284101" y="277829"/>
                  </a:lnTo>
                  <a:lnTo>
                    <a:pt x="283777" y="277966"/>
                  </a:lnTo>
                  <a:lnTo>
                    <a:pt x="283563" y="278109"/>
                  </a:lnTo>
                  <a:lnTo>
                    <a:pt x="283261" y="278475"/>
                  </a:lnTo>
                  <a:lnTo>
                    <a:pt x="283159" y="278645"/>
                  </a:lnTo>
                  <a:lnTo>
                    <a:pt x="282653" y="279080"/>
                  </a:lnTo>
                  <a:lnTo>
                    <a:pt x="281808" y="279488"/>
                  </a:lnTo>
                  <a:lnTo>
                    <a:pt x="281285" y="279646"/>
                  </a:lnTo>
                  <a:lnTo>
                    <a:pt x="281149" y="279695"/>
                  </a:lnTo>
                  <a:lnTo>
                    <a:pt x="280860" y="279713"/>
                  </a:lnTo>
                  <a:lnTo>
                    <a:pt x="280863" y="279428"/>
                  </a:lnTo>
                  <a:lnTo>
                    <a:pt x="280493" y="279341"/>
                  </a:lnTo>
                  <a:lnTo>
                    <a:pt x="279816" y="279694"/>
                  </a:lnTo>
                  <a:lnTo>
                    <a:pt x="279517" y="279741"/>
                  </a:lnTo>
                  <a:lnTo>
                    <a:pt x="279387" y="279762"/>
                  </a:lnTo>
                  <a:lnTo>
                    <a:pt x="279005" y="279645"/>
                  </a:lnTo>
                  <a:lnTo>
                    <a:pt x="278328" y="279627"/>
                  </a:lnTo>
                  <a:lnTo>
                    <a:pt x="278273" y="279321"/>
                  </a:lnTo>
                  <a:lnTo>
                    <a:pt x="278070" y="279273"/>
                  </a:lnTo>
                  <a:lnTo>
                    <a:pt x="277913" y="279278"/>
                  </a:lnTo>
                  <a:lnTo>
                    <a:pt x="277777" y="279307"/>
                  </a:lnTo>
                  <a:lnTo>
                    <a:pt x="277592" y="279749"/>
                  </a:lnTo>
                  <a:lnTo>
                    <a:pt x="277020" y="279690"/>
                  </a:lnTo>
                  <a:lnTo>
                    <a:pt x="276948" y="279550"/>
                  </a:lnTo>
                  <a:lnTo>
                    <a:pt x="276899" y="279344"/>
                  </a:lnTo>
                  <a:lnTo>
                    <a:pt x="277028" y="279223"/>
                  </a:lnTo>
                  <a:lnTo>
                    <a:pt x="277747" y="278572"/>
                  </a:lnTo>
                  <a:lnTo>
                    <a:pt x="277926" y="278311"/>
                  </a:lnTo>
                  <a:lnTo>
                    <a:pt x="277763" y="278254"/>
                  </a:lnTo>
                  <a:lnTo>
                    <a:pt x="277911" y="278114"/>
                  </a:lnTo>
                  <a:lnTo>
                    <a:pt x="278097" y="278012"/>
                  </a:lnTo>
                  <a:lnTo>
                    <a:pt x="278488" y="277930"/>
                  </a:lnTo>
                  <a:lnTo>
                    <a:pt x="278507" y="277687"/>
                  </a:lnTo>
                  <a:lnTo>
                    <a:pt x="278266" y="277595"/>
                  </a:lnTo>
                  <a:lnTo>
                    <a:pt x="277987" y="277750"/>
                  </a:lnTo>
                  <a:lnTo>
                    <a:pt x="277928" y="277972"/>
                  </a:lnTo>
                  <a:lnTo>
                    <a:pt x="277765" y="278033"/>
                  </a:lnTo>
                  <a:lnTo>
                    <a:pt x="277922" y="277569"/>
                  </a:lnTo>
                  <a:lnTo>
                    <a:pt x="278123" y="277421"/>
                  </a:lnTo>
                  <a:lnTo>
                    <a:pt x="277942" y="277302"/>
                  </a:lnTo>
                  <a:lnTo>
                    <a:pt x="278416" y="276931"/>
                  </a:lnTo>
                  <a:lnTo>
                    <a:pt x="278659" y="276304"/>
                  </a:lnTo>
                  <a:lnTo>
                    <a:pt x="278807" y="276042"/>
                  </a:lnTo>
                  <a:lnTo>
                    <a:pt x="278726" y="275874"/>
                  </a:lnTo>
                  <a:lnTo>
                    <a:pt x="278980" y="275481"/>
                  </a:lnTo>
                  <a:lnTo>
                    <a:pt x="279342" y="275099"/>
                  </a:lnTo>
                  <a:lnTo>
                    <a:pt x="279552" y="275191"/>
                  </a:lnTo>
                  <a:lnTo>
                    <a:pt x="280145" y="275345"/>
                  </a:lnTo>
                  <a:lnTo>
                    <a:pt x="279938" y="275235"/>
                  </a:lnTo>
                  <a:lnTo>
                    <a:pt x="279648" y="275035"/>
                  </a:lnTo>
                  <a:lnTo>
                    <a:pt x="279729" y="274798"/>
                  </a:lnTo>
                  <a:lnTo>
                    <a:pt x="279460" y="274645"/>
                  </a:lnTo>
                  <a:lnTo>
                    <a:pt x="279600" y="274334"/>
                  </a:lnTo>
                  <a:lnTo>
                    <a:pt x="280006" y="274336"/>
                  </a:lnTo>
                  <a:lnTo>
                    <a:pt x="280033" y="274099"/>
                  </a:lnTo>
                  <a:lnTo>
                    <a:pt x="279896" y="273492"/>
                  </a:lnTo>
                  <a:lnTo>
                    <a:pt x="279627" y="273138"/>
                  </a:lnTo>
                  <a:lnTo>
                    <a:pt x="279317" y="272974"/>
                  </a:lnTo>
                  <a:lnTo>
                    <a:pt x="278969" y="272671"/>
                  </a:lnTo>
                  <a:lnTo>
                    <a:pt x="278857" y="272227"/>
                  </a:lnTo>
                  <a:lnTo>
                    <a:pt x="278308" y="271867"/>
                  </a:lnTo>
                  <a:lnTo>
                    <a:pt x="278157" y="271582"/>
                  </a:lnTo>
                  <a:lnTo>
                    <a:pt x="278023" y="271270"/>
                  </a:lnTo>
                  <a:lnTo>
                    <a:pt x="278062" y="271016"/>
                  </a:lnTo>
                  <a:lnTo>
                    <a:pt x="277923" y="270614"/>
                  </a:lnTo>
                  <a:lnTo>
                    <a:pt x="277531" y="270826"/>
                  </a:lnTo>
                  <a:lnTo>
                    <a:pt x="277305" y="271300"/>
                  </a:lnTo>
                  <a:lnTo>
                    <a:pt x="277400" y="271464"/>
                  </a:lnTo>
                  <a:lnTo>
                    <a:pt x="277432" y="271606"/>
                  </a:lnTo>
                  <a:lnTo>
                    <a:pt x="277204" y="271774"/>
                  </a:lnTo>
                  <a:lnTo>
                    <a:pt x="276705" y="272215"/>
                  </a:lnTo>
                  <a:lnTo>
                    <a:pt x="276657" y="272442"/>
                  </a:lnTo>
                  <a:lnTo>
                    <a:pt x="276847" y="272838"/>
                  </a:lnTo>
                  <a:lnTo>
                    <a:pt x="277217" y="273163"/>
                  </a:lnTo>
                  <a:lnTo>
                    <a:pt x="277413" y="273211"/>
                  </a:lnTo>
                  <a:lnTo>
                    <a:pt x="277543" y="273258"/>
                  </a:lnTo>
                  <a:lnTo>
                    <a:pt x="277731" y="273384"/>
                  </a:lnTo>
                  <a:lnTo>
                    <a:pt x="277595" y="273718"/>
                  </a:lnTo>
                  <a:lnTo>
                    <a:pt x="277345" y="273804"/>
                  </a:lnTo>
                  <a:lnTo>
                    <a:pt x="276811" y="273816"/>
                  </a:lnTo>
                  <a:lnTo>
                    <a:pt x="276492" y="273823"/>
                  </a:lnTo>
                  <a:lnTo>
                    <a:pt x="276328" y="273838"/>
                  </a:lnTo>
                  <a:lnTo>
                    <a:pt x="276151" y="273997"/>
                  </a:lnTo>
                  <a:lnTo>
                    <a:pt x="276017" y="274041"/>
                  </a:lnTo>
                  <a:lnTo>
                    <a:pt x="275784" y="273907"/>
                  </a:lnTo>
                  <a:lnTo>
                    <a:pt x="276021" y="273584"/>
                  </a:lnTo>
                  <a:lnTo>
                    <a:pt x="275888" y="273212"/>
                  </a:lnTo>
                  <a:lnTo>
                    <a:pt x="275712" y="273149"/>
                  </a:lnTo>
                  <a:lnTo>
                    <a:pt x="275300" y="273110"/>
                  </a:lnTo>
                  <a:lnTo>
                    <a:pt x="274885" y="273281"/>
                  </a:lnTo>
                  <a:lnTo>
                    <a:pt x="274837" y="273440"/>
                  </a:lnTo>
                  <a:lnTo>
                    <a:pt x="274622" y="273636"/>
                  </a:lnTo>
                  <a:lnTo>
                    <a:pt x="274379" y="273226"/>
                  </a:lnTo>
                  <a:lnTo>
                    <a:pt x="274340" y="272707"/>
                  </a:lnTo>
                  <a:lnTo>
                    <a:pt x="274238" y="272349"/>
                  </a:lnTo>
                  <a:lnTo>
                    <a:pt x="273978" y="272409"/>
                  </a:lnTo>
                  <a:lnTo>
                    <a:pt x="273543" y="272597"/>
                  </a:lnTo>
                  <a:lnTo>
                    <a:pt x="273099" y="272789"/>
                  </a:lnTo>
                  <a:lnTo>
                    <a:pt x="272960" y="272849"/>
                  </a:lnTo>
                  <a:lnTo>
                    <a:pt x="272447" y="273072"/>
                  </a:lnTo>
                  <a:lnTo>
                    <a:pt x="272140" y="273374"/>
                  </a:lnTo>
                  <a:lnTo>
                    <a:pt x="272020" y="273610"/>
                  </a:lnTo>
                  <a:lnTo>
                    <a:pt x="271756" y="273812"/>
                  </a:lnTo>
                  <a:lnTo>
                    <a:pt x="271115" y="274059"/>
                  </a:lnTo>
                  <a:lnTo>
                    <a:pt x="270902" y="273900"/>
                  </a:lnTo>
                  <a:lnTo>
                    <a:pt x="270811" y="273435"/>
                  </a:lnTo>
                  <a:lnTo>
                    <a:pt x="270307" y="273465"/>
                  </a:lnTo>
                  <a:lnTo>
                    <a:pt x="270270" y="273800"/>
                  </a:lnTo>
                  <a:lnTo>
                    <a:pt x="270632" y="274017"/>
                  </a:lnTo>
                  <a:lnTo>
                    <a:pt x="270877" y="274387"/>
                  </a:lnTo>
                  <a:lnTo>
                    <a:pt x="270693" y="274815"/>
                  </a:lnTo>
                  <a:lnTo>
                    <a:pt x="270919" y="275464"/>
                  </a:lnTo>
                  <a:lnTo>
                    <a:pt x="270807" y="275741"/>
                  </a:lnTo>
                  <a:lnTo>
                    <a:pt x="270335" y="276077"/>
                  </a:lnTo>
                  <a:lnTo>
                    <a:pt x="270075" y="276210"/>
                  </a:lnTo>
                  <a:lnTo>
                    <a:pt x="269784" y="276291"/>
                  </a:lnTo>
                  <a:lnTo>
                    <a:pt x="269249" y="276253"/>
                  </a:lnTo>
                  <a:lnTo>
                    <a:pt x="269002" y="276332"/>
                  </a:lnTo>
                  <a:lnTo>
                    <a:pt x="269305" y="276523"/>
                  </a:lnTo>
                  <a:lnTo>
                    <a:pt x="269679" y="276543"/>
                  </a:lnTo>
                  <a:lnTo>
                    <a:pt x="269944" y="276732"/>
                  </a:lnTo>
                  <a:lnTo>
                    <a:pt x="270154" y="277098"/>
                  </a:lnTo>
                  <a:lnTo>
                    <a:pt x="270042" y="277352"/>
                  </a:lnTo>
                  <a:lnTo>
                    <a:pt x="269967" y="277591"/>
                  </a:lnTo>
                  <a:lnTo>
                    <a:pt x="270215" y="277702"/>
                  </a:lnTo>
                  <a:lnTo>
                    <a:pt x="270569" y="277774"/>
                  </a:lnTo>
                  <a:lnTo>
                    <a:pt x="270764" y="277853"/>
                  </a:lnTo>
                  <a:lnTo>
                    <a:pt x="270906" y="277910"/>
                  </a:lnTo>
                  <a:lnTo>
                    <a:pt x="271161" y="277916"/>
                  </a:lnTo>
                  <a:lnTo>
                    <a:pt x="271661" y="278283"/>
                  </a:lnTo>
                  <a:lnTo>
                    <a:pt x="271862" y="278534"/>
                  </a:lnTo>
                  <a:lnTo>
                    <a:pt x="272003" y="278408"/>
                  </a:lnTo>
                  <a:lnTo>
                    <a:pt x="272381" y="278690"/>
                  </a:lnTo>
                  <a:lnTo>
                    <a:pt x="272173" y="278917"/>
                  </a:lnTo>
                  <a:lnTo>
                    <a:pt x="272425" y="279070"/>
                  </a:lnTo>
                  <a:lnTo>
                    <a:pt x="272676" y="279188"/>
                  </a:lnTo>
                  <a:lnTo>
                    <a:pt x="272917" y="279253"/>
                  </a:lnTo>
                  <a:lnTo>
                    <a:pt x="273181" y="279289"/>
                  </a:lnTo>
                  <a:lnTo>
                    <a:pt x="273413" y="279278"/>
                  </a:lnTo>
                  <a:lnTo>
                    <a:pt x="273829" y="279259"/>
                  </a:lnTo>
                  <a:lnTo>
                    <a:pt x="274223" y="279261"/>
                  </a:lnTo>
                  <a:lnTo>
                    <a:pt x="274701" y="279264"/>
                  </a:lnTo>
                  <a:lnTo>
                    <a:pt x="275020" y="279407"/>
                  </a:lnTo>
                  <a:lnTo>
                    <a:pt x="275024" y="279593"/>
                  </a:lnTo>
                  <a:lnTo>
                    <a:pt x="274899" y="279813"/>
                  </a:lnTo>
                  <a:lnTo>
                    <a:pt x="274743" y="279923"/>
                  </a:lnTo>
                  <a:lnTo>
                    <a:pt x="274388" y="280059"/>
                  </a:lnTo>
                  <a:lnTo>
                    <a:pt x="274553" y="280290"/>
                  </a:lnTo>
                  <a:lnTo>
                    <a:pt x="274726" y="280388"/>
                  </a:lnTo>
                  <a:lnTo>
                    <a:pt x="274605" y="280717"/>
                  </a:lnTo>
                  <a:lnTo>
                    <a:pt x="274060" y="281127"/>
                  </a:lnTo>
                  <a:lnTo>
                    <a:pt x="274114" y="281326"/>
                  </a:lnTo>
                  <a:lnTo>
                    <a:pt x="273366" y="281976"/>
                  </a:lnTo>
                  <a:lnTo>
                    <a:pt x="273136" y="282036"/>
                  </a:lnTo>
                  <a:lnTo>
                    <a:pt x="273357" y="282217"/>
                  </a:lnTo>
                  <a:lnTo>
                    <a:pt x="273616" y="282193"/>
                  </a:lnTo>
                  <a:lnTo>
                    <a:pt x="273802" y="282175"/>
                  </a:lnTo>
                  <a:lnTo>
                    <a:pt x="274069" y="281986"/>
                  </a:lnTo>
                  <a:lnTo>
                    <a:pt x="274975" y="281336"/>
                  </a:lnTo>
                  <a:lnTo>
                    <a:pt x="275575" y="281662"/>
                  </a:lnTo>
                  <a:lnTo>
                    <a:pt x="275452" y="281892"/>
                  </a:lnTo>
                  <a:lnTo>
                    <a:pt x="275205" y="281986"/>
                  </a:lnTo>
                  <a:lnTo>
                    <a:pt x="275365" y="282059"/>
                  </a:lnTo>
                  <a:lnTo>
                    <a:pt x="275278" y="282537"/>
                  </a:lnTo>
                  <a:lnTo>
                    <a:pt x="275297" y="283183"/>
                  </a:lnTo>
                  <a:lnTo>
                    <a:pt x="275445" y="283170"/>
                  </a:lnTo>
                  <a:lnTo>
                    <a:pt x="275572" y="282851"/>
                  </a:lnTo>
                  <a:lnTo>
                    <a:pt x="275865" y="282408"/>
                  </a:lnTo>
                  <a:lnTo>
                    <a:pt x="275827" y="282278"/>
                  </a:lnTo>
                  <a:lnTo>
                    <a:pt x="275749" y="282078"/>
                  </a:lnTo>
                  <a:lnTo>
                    <a:pt x="275930" y="282023"/>
                  </a:lnTo>
                  <a:lnTo>
                    <a:pt x="276018" y="282272"/>
                  </a:lnTo>
                  <a:lnTo>
                    <a:pt x="276378" y="282305"/>
                  </a:lnTo>
                  <a:lnTo>
                    <a:pt x="276587" y="282443"/>
                  </a:lnTo>
                  <a:lnTo>
                    <a:pt x="276430" y="281943"/>
                  </a:lnTo>
                  <a:lnTo>
                    <a:pt x="276474" y="281658"/>
                  </a:lnTo>
                  <a:lnTo>
                    <a:pt x="276741" y="281428"/>
                  </a:lnTo>
                  <a:lnTo>
                    <a:pt x="277052" y="281287"/>
                  </a:lnTo>
                  <a:lnTo>
                    <a:pt x="277670" y="281511"/>
                  </a:lnTo>
                  <a:lnTo>
                    <a:pt x="277769" y="281882"/>
                  </a:lnTo>
                  <a:lnTo>
                    <a:pt x="277596" y="281986"/>
                  </a:lnTo>
                  <a:lnTo>
                    <a:pt x="277533" y="282138"/>
                  </a:lnTo>
                  <a:lnTo>
                    <a:pt x="277415" y="282801"/>
                  </a:lnTo>
                  <a:lnTo>
                    <a:pt x="277319" y="282965"/>
                  </a:lnTo>
                  <a:lnTo>
                    <a:pt x="276968" y="283294"/>
                  </a:lnTo>
                  <a:lnTo>
                    <a:pt x="276530" y="283377"/>
                  </a:lnTo>
                  <a:lnTo>
                    <a:pt x="276159" y="283313"/>
                  </a:lnTo>
                  <a:lnTo>
                    <a:pt x="275371" y="283687"/>
                  </a:lnTo>
                  <a:lnTo>
                    <a:pt x="274841" y="284246"/>
                  </a:lnTo>
                  <a:lnTo>
                    <a:pt x="274606" y="284455"/>
                  </a:lnTo>
                  <a:lnTo>
                    <a:pt x="274213" y="284907"/>
                  </a:lnTo>
                  <a:lnTo>
                    <a:pt x="273428" y="285698"/>
                  </a:lnTo>
                  <a:lnTo>
                    <a:pt x="273280" y="286060"/>
                  </a:lnTo>
                  <a:lnTo>
                    <a:pt x="273199" y="286374"/>
                  </a:lnTo>
                  <a:lnTo>
                    <a:pt x="272811" y="286634"/>
                  </a:lnTo>
                  <a:lnTo>
                    <a:pt x="272636" y="286715"/>
                  </a:lnTo>
                  <a:lnTo>
                    <a:pt x="272282" y="286666"/>
                  </a:lnTo>
                  <a:lnTo>
                    <a:pt x="272387" y="286235"/>
                  </a:lnTo>
                  <a:lnTo>
                    <a:pt x="272692" y="285856"/>
                  </a:lnTo>
                  <a:lnTo>
                    <a:pt x="272844" y="285785"/>
                  </a:lnTo>
                  <a:lnTo>
                    <a:pt x="273052" y="285508"/>
                  </a:lnTo>
                  <a:lnTo>
                    <a:pt x="273242" y="285094"/>
                  </a:lnTo>
                  <a:lnTo>
                    <a:pt x="273475" y="284967"/>
                  </a:lnTo>
                  <a:lnTo>
                    <a:pt x="273979" y="284659"/>
                  </a:lnTo>
                  <a:lnTo>
                    <a:pt x="273925" y="284311"/>
                  </a:lnTo>
                  <a:lnTo>
                    <a:pt x="273770" y="284273"/>
                  </a:lnTo>
                  <a:lnTo>
                    <a:pt x="273271" y="284369"/>
                  </a:lnTo>
                  <a:lnTo>
                    <a:pt x="272996" y="284495"/>
                  </a:lnTo>
                  <a:lnTo>
                    <a:pt x="272520" y="284777"/>
                  </a:lnTo>
                  <a:lnTo>
                    <a:pt x="272373" y="284976"/>
                  </a:lnTo>
                  <a:lnTo>
                    <a:pt x="272031" y="285346"/>
                  </a:lnTo>
                  <a:lnTo>
                    <a:pt x="272001" y="285499"/>
                  </a:lnTo>
                  <a:lnTo>
                    <a:pt x="271825" y="285696"/>
                  </a:lnTo>
                  <a:lnTo>
                    <a:pt x="271645" y="285962"/>
                  </a:lnTo>
                  <a:lnTo>
                    <a:pt x="271249" y="285767"/>
                  </a:lnTo>
                  <a:lnTo>
                    <a:pt x="270896" y="285504"/>
                  </a:lnTo>
                  <a:lnTo>
                    <a:pt x="271055" y="285792"/>
                  </a:lnTo>
                  <a:lnTo>
                    <a:pt x="270709" y="285764"/>
                  </a:lnTo>
                  <a:lnTo>
                    <a:pt x="270340" y="285834"/>
                  </a:lnTo>
                  <a:lnTo>
                    <a:pt x="270109" y="285968"/>
                  </a:lnTo>
                  <a:lnTo>
                    <a:pt x="269889" y="286125"/>
                  </a:lnTo>
                  <a:lnTo>
                    <a:pt x="269403" y="286565"/>
                  </a:lnTo>
                  <a:lnTo>
                    <a:pt x="268428" y="286976"/>
                  </a:lnTo>
                  <a:lnTo>
                    <a:pt x="268319" y="287113"/>
                  </a:lnTo>
                  <a:lnTo>
                    <a:pt x="268161" y="287331"/>
                  </a:lnTo>
                  <a:lnTo>
                    <a:pt x="268031" y="287554"/>
                  </a:lnTo>
                  <a:lnTo>
                    <a:pt x="267953" y="287736"/>
                  </a:lnTo>
                  <a:lnTo>
                    <a:pt x="267870" y="287912"/>
                  </a:lnTo>
                  <a:lnTo>
                    <a:pt x="267721" y="288185"/>
                  </a:lnTo>
                  <a:lnTo>
                    <a:pt x="267415" y="288755"/>
                  </a:lnTo>
                  <a:lnTo>
                    <a:pt x="267326" y="288911"/>
                  </a:lnTo>
                  <a:lnTo>
                    <a:pt x="267184" y="289182"/>
                  </a:lnTo>
                  <a:lnTo>
                    <a:pt x="267009" y="289596"/>
                  </a:lnTo>
                  <a:lnTo>
                    <a:pt x="266961" y="289738"/>
                  </a:lnTo>
                  <a:lnTo>
                    <a:pt x="266895" y="289953"/>
                  </a:lnTo>
                  <a:lnTo>
                    <a:pt x="266851" y="290217"/>
                  </a:lnTo>
                  <a:lnTo>
                    <a:pt x="266839" y="290456"/>
                  </a:lnTo>
                  <a:lnTo>
                    <a:pt x="267197" y="290844"/>
                  </a:lnTo>
                  <a:lnTo>
                    <a:pt x="267290" y="291167"/>
                  </a:lnTo>
                  <a:lnTo>
                    <a:pt x="267215" y="292065"/>
                  </a:lnTo>
                  <a:lnTo>
                    <a:pt x="267083" y="292245"/>
                  </a:lnTo>
                  <a:lnTo>
                    <a:pt x="266669" y="292755"/>
                  </a:lnTo>
                  <a:lnTo>
                    <a:pt x="266547" y="292962"/>
                  </a:lnTo>
                  <a:lnTo>
                    <a:pt x="266477" y="293400"/>
                  </a:lnTo>
                  <a:lnTo>
                    <a:pt x="266543" y="293574"/>
                  </a:lnTo>
                  <a:lnTo>
                    <a:pt x="266340" y="293840"/>
                  </a:lnTo>
                  <a:lnTo>
                    <a:pt x="266364" y="294144"/>
                  </a:lnTo>
                  <a:lnTo>
                    <a:pt x="265778" y="294041"/>
                  </a:lnTo>
                  <a:lnTo>
                    <a:pt x="265583" y="294047"/>
                  </a:lnTo>
                  <a:lnTo>
                    <a:pt x="265322" y="293899"/>
                  </a:lnTo>
                  <a:lnTo>
                    <a:pt x="265213" y="293661"/>
                  </a:lnTo>
                  <a:lnTo>
                    <a:pt x="264989" y="293352"/>
                  </a:lnTo>
                  <a:lnTo>
                    <a:pt x="264596" y="293440"/>
                  </a:lnTo>
                  <a:lnTo>
                    <a:pt x="264538" y="293256"/>
                  </a:lnTo>
                  <a:lnTo>
                    <a:pt x="264618" y="293049"/>
                  </a:lnTo>
                  <a:lnTo>
                    <a:pt x="264539" y="292783"/>
                  </a:lnTo>
                  <a:lnTo>
                    <a:pt x="264274" y="292512"/>
                  </a:lnTo>
                  <a:lnTo>
                    <a:pt x="264113" y="292357"/>
                  </a:lnTo>
                  <a:lnTo>
                    <a:pt x="263845" y="292264"/>
                  </a:lnTo>
                  <a:lnTo>
                    <a:pt x="263230" y="292152"/>
                  </a:lnTo>
                  <a:lnTo>
                    <a:pt x="263054" y="292210"/>
                  </a:lnTo>
                  <a:lnTo>
                    <a:pt x="262880" y="292301"/>
                  </a:lnTo>
                  <a:lnTo>
                    <a:pt x="262651" y="292467"/>
                  </a:lnTo>
                  <a:lnTo>
                    <a:pt x="262473" y="292669"/>
                  </a:lnTo>
                  <a:lnTo>
                    <a:pt x="262351" y="292921"/>
                  </a:lnTo>
                  <a:lnTo>
                    <a:pt x="262344" y="293245"/>
                  </a:lnTo>
                  <a:lnTo>
                    <a:pt x="262428" y="293498"/>
                  </a:lnTo>
                  <a:lnTo>
                    <a:pt x="262748" y="293807"/>
                  </a:lnTo>
                  <a:lnTo>
                    <a:pt x="263256" y="294080"/>
                  </a:lnTo>
                  <a:lnTo>
                    <a:pt x="263817" y="294014"/>
                  </a:lnTo>
                  <a:lnTo>
                    <a:pt x="263810" y="294418"/>
                  </a:lnTo>
                  <a:lnTo>
                    <a:pt x="263675" y="294566"/>
                  </a:lnTo>
                  <a:lnTo>
                    <a:pt x="263356" y="294825"/>
                  </a:lnTo>
                  <a:lnTo>
                    <a:pt x="263046" y="294915"/>
                  </a:lnTo>
                  <a:lnTo>
                    <a:pt x="262600" y="295217"/>
                  </a:lnTo>
                  <a:lnTo>
                    <a:pt x="262520" y="295347"/>
                  </a:lnTo>
                  <a:lnTo>
                    <a:pt x="262384" y="295614"/>
                  </a:lnTo>
                  <a:lnTo>
                    <a:pt x="262283" y="295833"/>
                  </a:lnTo>
                  <a:lnTo>
                    <a:pt x="262144" y="296390"/>
                  </a:lnTo>
                  <a:lnTo>
                    <a:pt x="262140" y="296619"/>
                  </a:lnTo>
                  <a:lnTo>
                    <a:pt x="262235" y="296966"/>
                  </a:lnTo>
                  <a:lnTo>
                    <a:pt x="262527" y="297135"/>
                  </a:lnTo>
                  <a:lnTo>
                    <a:pt x="262839" y="297409"/>
                  </a:lnTo>
                  <a:lnTo>
                    <a:pt x="262547" y="297859"/>
                  </a:lnTo>
                  <a:lnTo>
                    <a:pt x="262355" y="297854"/>
                  </a:lnTo>
                  <a:lnTo>
                    <a:pt x="262126" y="297827"/>
                  </a:lnTo>
                  <a:lnTo>
                    <a:pt x="261879" y="297886"/>
                  </a:lnTo>
                  <a:lnTo>
                    <a:pt x="261552" y="298184"/>
                  </a:lnTo>
                  <a:lnTo>
                    <a:pt x="261091" y="298569"/>
                  </a:lnTo>
                  <a:lnTo>
                    <a:pt x="260934" y="298938"/>
                  </a:lnTo>
                  <a:lnTo>
                    <a:pt x="260682" y="299015"/>
                  </a:lnTo>
                  <a:lnTo>
                    <a:pt x="260535" y="298858"/>
                  </a:lnTo>
                  <a:lnTo>
                    <a:pt x="260514" y="298596"/>
                  </a:lnTo>
                  <a:lnTo>
                    <a:pt x="260379" y="298224"/>
                  </a:lnTo>
                  <a:lnTo>
                    <a:pt x="260130" y="298092"/>
                  </a:lnTo>
                  <a:lnTo>
                    <a:pt x="259990" y="298073"/>
                  </a:lnTo>
                  <a:lnTo>
                    <a:pt x="259832" y="298092"/>
                  </a:lnTo>
                  <a:lnTo>
                    <a:pt x="259537" y="298287"/>
                  </a:lnTo>
                  <a:lnTo>
                    <a:pt x="259256" y="298419"/>
                  </a:lnTo>
                  <a:lnTo>
                    <a:pt x="259202" y="297810"/>
                  </a:lnTo>
                  <a:lnTo>
                    <a:pt x="259241" y="297542"/>
                  </a:lnTo>
                  <a:lnTo>
                    <a:pt x="258720" y="297646"/>
                  </a:lnTo>
                  <a:lnTo>
                    <a:pt x="258591" y="297682"/>
                  </a:lnTo>
                  <a:lnTo>
                    <a:pt x="258394" y="297717"/>
                  </a:lnTo>
                  <a:lnTo>
                    <a:pt x="258137" y="297921"/>
                  </a:lnTo>
                  <a:lnTo>
                    <a:pt x="257683" y="298375"/>
                  </a:lnTo>
                  <a:lnTo>
                    <a:pt x="257880" y="298372"/>
                  </a:lnTo>
                  <a:lnTo>
                    <a:pt x="257966" y="298573"/>
                  </a:lnTo>
                  <a:lnTo>
                    <a:pt x="257752" y="298581"/>
                  </a:lnTo>
                  <a:lnTo>
                    <a:pt x="257516" y="298965"/>
                  </a:lnTo>
                  <a:lnTo>
                    <a:pt x="258081" y="298947"/>
                  </a:lnTo>
                  <a:lnTo>
                    <a:pt x="258143" y="299166"/>
                  </a:lnTo>
                  <a:lnTo>
                    <a:pt x="257576" y="299517"/>
                  </a:lnTo>
                  <a:lnTo>
                    <a:pt x="257705" y="299698"/>
                  </a:lnTo>
                  <a:lnTo>
                    <a:pt x="257565" y="299783"/>
                  </a:lnTo>
                  <a:lnTo>
                    <a:pt x="257891" y="300228"/>
                  </a:lnTo>
                  <a:lnTo>
                    <a:pt x="257562" y="300436"/>
                  </a:lnTo>
                  <a:lnTo>
                    <a:pt x="257307" y="300080"/>
                  </a:lnTo>
                  <a:lnTo>
                    <a:pt x="256763" y="300276"/>
                  </a:lnTo>
                  <a:lnTo>
                    <a:pt x="256210" y="300006"/>
                  </a:lnTo>
                  <a:lnTo>
                    <a:pt x="256210" y="298641"/>
                  </a:lnTo>
                  <a:lnTo>
                    <a:pt x="256035" y="298288"/>
                  </a:lnTo>
                  <a:lnTo>
                    <a:pt x="255890" y="298017"/>
                  </a:lnTo>
                  <a:lnTo>
                    <a:pt x="255820" y="297884"/>
                  </a:lnTo>
                  <a:lnTo>
                    <a:pt x="255641" y="297731"/>
                  </a:lnTo>
                  <a:lnTo>
                    <a:pt x="255444" y="298414"/>
                  </a:lnTo>
                  <a:lnTo>
                    <a:pt x="255223" y="298456"/>
                  </a:lnTo>
                  <a:lnTo>
                    <a:pt x="255078" y="298525"/>
                  </a:lnTo>
                  <a:lnTo>
                    <a:pt x="254701" y="298837"/>
                  </a:lnTo>
                  <a:lnTo>
                    <a:pt x="254463" y="298946"/>
                  </a:lnTo>
                  <a:lnTo>
                    <a:pt x="253977" y="299205"/>
                  </a:lnTo>
                  <a:lnTo>
                    <a:pt x="253612" y="299506"/>
                  </a:lnTo>
                  <a:lnTo>
                    <a:pt x="253393" y="299807"/>
                  </a:lnTo>
                  <a:lnTo>
                    <a:pt x="253132" y="299965"/>
                  </a:lnTo>
                  <a:lnTo>
                    <a:pt x="252821" y="299701"/>
                  </a:lnTo>
                  <a:lnTo>
                    <a:pt x="252598" y="299570"/>
                  </a:lnTo>
                  <a:lnTo>
                    <a:pt x="252367" y="299277"/>
                  </a:lnTo>
                  <a:lnTo>
                    <a:pt x="252324" y="299443"/>
                  </a:lnTo>
                  <a:lnTo>
                    <a:pt x="252461" y="299707"/>
                  </a:lnTo>
                  <a:lnTo>
                    <a:pt x="252517" y="299924"/>
                  </a:lnTo>
                  <a:lnTo>
                    <a:pt x="252346" y="299859"/>
                  </a:lnTo>
                  <a:lnTo>
                    <a:pt x="252168" y="299792"/>
                  </a:lnTo>
                  <a:lnTo>
                    <a:pt x="252059" y="299949"/>
                  </a:lnTo>
                  <a:lnTo>
                    <a:pt x="252323" y="300095"/>
                  </a:lnTo>
                  <a:lnTo>
                    <a:pt x="252539" y="300179"/>
                  </a:lnTo>
                  <a:lnTo>
                    <a:pt x="252688" y="300311"/>
                  </a:lnTo>
                  <a:lnTo>
                    <a:pt x="252731" y="300519"/>
                  </a:lnTo>
                  <a:lnTo>
                    <a:pt x="252678" y="300715"/>
                  </a:lnTo>
                  <a:lnTo>
                    <a:pt x="252529" y="300948"/>
                  </a:lnTo>
                  <a:lnTo>
                    <a:pt x="252245" y="300815"/>
                  </a:lnTo>
                  <a:lnTo>
                    <a:pt x="251933" y="300937"/>
                  </a:lnTo>
                  <a:lnTo>
                    <a:pt x="251693" y="300956"/>
                  </a:lnTo>
                  <a:lnTo>
                    <a:pt x="251860" y="301036"/>
                  </a:lnTo>
                  <a:lnTo>
                    <a:pt x="251435" y="301229"/>
                  </a:lnTo>
                  <a:lnTo>
                    <a:pt x="251569" y="301285"/>
                  </a:lnTo>
                  <a:lnTo>
                    <a:pt x="252050" y="301459"/>
                  </a:lnTo>
                  <a:lnTo>
                    <a:pt x="251861" y="301702"/>
                  </a:lnTo>
                  <a:lnTo>
                    <a:pt x="251548" y="302189"/>
                  </a:lnTo>
                  <a:lnTo>
                    <a:pt x="251434" y="302444"/>
                  </a:lnTo>
                  <a:lnTo>
                    <a:pt x="251241" y="302917"/>
                  </a:lnTo>
                  <a:lnTo>
                    <a:pt x="251208" y="303081"/>
                  </a:lnTo>
                  <a:lnTo>
                    <a:pt x="250992" y="303724"/>
                  </a:lnTo>
                  <a:lnTo>
                    <a:pt x="250739" y="304329"/>
                  </a:lnTo>
                  <a:lnTo>
                    <a:pt x="250717" y="304516"/>
                  </a:lnTo>
                  <a:lnTo>
                    <a:pt x="250617" y="305066"/>
                  </a:lnTo>
                  <a:lnTo>
                    <a:pt x="250325" y="305538"/>
                  </a:lnTo>
                  <a:lnTo>
                    <a:pt x="250150" y="305569"/>
                  </a:lnTo>
                  <a:lnTo>
                    <a:pt x="249624" y="305902"/>
                  </a:lnTo>
                  <a:lnTo>
                    <a:pt x="249562" y="306055"/>
                  </a:lnTo>
                  <a:lnTo>
                    <a:pt x="249500" y="306576"/>
                  </a:lnTo>
                  <a:lnTo>
                    <a:pt x="249390" y="306717"/>
                  </a:lnTo>
                  <a:lnTo>
                    <a:pt x="249273" y="306952"/>
                  </a:lnTo>
                  <a:lnTo>
                    <a:pt x="249142" y="307265"/>
                  </a:lnTo>
                  <a:lnTo>
                    <a:pt x="249052" y="307509"/>
                  </a:lnTo>
                  <a:lnTo>
                    <a:pt x="249009" y="307659"/>
                  </a:lnTo>
                  <a:lnTo>
                    <a:pt x="248941" y="307945"/>
                  </a:lnTo>
                  <a:lnTo>
                    <a:pt x="248644" y="308089"/>
                  </a:lnTo>
                  <a:lnTo>
                    <a:pt x="248940" y="308339"/>
                  </a:lnTo>
                  <a:lnTo>
                    <a:pt x="248924" y="308614"/>
                  </a:lnTo>
                  <a:lnTo>
                    <a:pt x="248921" y="308744"/>
                  </a:lnTo>
                  <a:lnTo>
                    <a:pt x="249060" y="309312"/>
                  </a:lnTo>
                  <a:lnTo>
                    <a:pt x="248708" y="309719"/>
                  </a:lnTo>
                  <a:lnTo>
                    <a:pt x="248604" y="309895"/>
                  </a:lnTo>
                  <a:lnTo>
                    <a:pt x="248513" y="310278"/>
                  </a:lnTo>
                  <a:lnTo>
                    <a:pt x="248343" y="310246"/>
                  </a:lnTo>
                  <a:lnTo>
                    <a:pt x="248401" y="309935"/>
                  </a:lnTo>
                  <a:lnTo>
                    <a:pt x="248491" y="309593"/>
                  </a:lnTo>
                  <a:lnTo>
                    <a:pt x="248481" y="309289"/>
                  </a:lnTo>
                  <a:lnTo>
                    <a:pt x="247984" y="309242"/>
                  </a:lnTo>
                  <a:lnTo>
                    <a:pt x="247892" y="309574"/>
                  </a:lnTo>
                  <a:lnTo>
                    <a:pt x="247897" y="310404"/>
                  </a:lnTo>
                  <a:lnTo>
                    <a:pt x="247898" y="310658"/>
                  </a:lnTo>
                  <a:lnTo>
                    <a:pt x="247899" y="311228"/>
                  </a:lnTo>
                  <a:lnTo>
                    <a:pt x="247724" y="311228"/>
                  </a:lnTo>
                  <a:lnTo>
                    <a:pt x="247747" y="312379"/>
                  </a:lnTo>
                  <a:lnTo>
                    <a:pt x="247201" y="312373"/>
                  </a:lnTo>
                  <a:lnTo>
                    <a:pt x="247191" y="311000"/>
                  </a:lnTo>
                  <a:lnTo>
                    <a:pt x="246791" y="311008"/>
                  </a:lnTo>
                  <a:lnTo>
                    <a:pt x="246583" y="311004"/>
                  </a:lnTo>
                  <a:lnTo>
                    <a:pt x="246361" y="311046"/>
                  </a:lnTo>
                  <a:lnTo>
                    <a:pt x="246150" y="311133"/>
                  </a:lnTo>
                  <a:lnTo>
                    <a:pt x="245510" y="311453"/>
                  </a:lnTo>
                  <a:lnTo>
                    <a:pt x="245374" y="311459"/>
                  </a:lnTo>
                  <a:lnTo>
                    <a:pt x="245775" y="311741"/>
                  </a:lnTo>
                  <a:lnTo>
                    <a:pt x="245532" y="312021"/>
                  </a:lnTo>
                  <a:lnTo>
                    <a:pt x="244987" y="311877"/>
                  </a:lnTo>
                  <a:lnTo>
                    <a:pt x="244850" y="312095"/>
                  </a:lnTo>
                  <a:lnTo>
                    <a:pt x="244738" y="312328"/>
                  </a:lnTo>
                  <a:lnTo>
                    <a:pt x="244489" y="312561"/>
                  </a:lnTo>
                  <a:lnTo>
                    <a:pt x="244108" y="312447"/>
                  </a:lnTo>
                  <a:lnTo>
                    <a:pt x="244356" y="312733"/>
                  </a:lnTo>
                  <a:lnTo>
                    <a:pt x="244325" y="313080"/>
                  </a:lnTo>
                  <a:lnTo>
                    <a:pt x="244043" y="313398"/>
                  </a:lnTo>
                  <a:lnTo>
                    <a:pt x="243861" y="313252"/>
                  </a:lnTo>
                  <a:lnTo>
                    <a:pt x="243659" y="313423"/>
                  </a:lnTo>
                  <a:lnTo>
                    <a:pt x="243264" y="313726"/>
                  </a:lnTo>
                  <a:lnTo>
                    <a:pt x="243044" y="313978"/>
                  </a:lnTo>
                  <a:lnTo>
                    <a:pt x="242986" y="314146"/>
                  </a:lnTo>
                  <a:lnTo>
                    <a:pt x="243026" y="314448"/>
                  </a:lnTo>
                  <a:lnTo>
                    <a:pt x="242953" y="314685"/>
                  </a:lnTo>
                  <a:lnTo>
                    <a:pt x="242886" y="314949"/>
                  </a:lnTo>
                  <a:lnTo>
                    <a:pt x="242786" y="315405"/>
                  </a:lnTo>
                  <a:lnTo>
                    <a:pt x="242665" y="315926"/>
                  </a:lnTo>
                  <a:lnTo>
                    <a:pt x="242605" y="316111"/>
                  </a:lnTo>
                  <a:lnTo>
                    <a:pt x="242488" y="316339"/>
                  </a:lnTo>
                  <a:lnTo>
                    <a:pt x="242314" y="316810"/>
                  </a:lnTo>
                  <a:lnTo>
                    <a:pt x="242237" y="317055"/>
                  </a:lnTo>
                  <a:lnTo>
                    <a:pt x="242114" y="317702"/>
                  </a:lnTo>
                  <a:lnTo>
                    <a:pt x="242097" y="317865"/>
                  </a:lnTo>
                  <a:lnTo>
                    <a:pt x="242056" y="318221"/>
                  </a:lnTo>
                  <a:lnTo>
                    <a:pt x="241991" y="318640"/>
                  </a:lnTo>
                  <a:lnTo>
                    <a:pt x="241849" y="318917"/>
                  </a:lnTo>
                  <a:lnTo>
                    <a:pt x="241856" y="319137"/>
                  </a:lnTo>
                  <a:lnTo>
                    <a:pt x="241873" y="319306"/>
                  </a:lnTo>
                  <a:lnTo>
                    <a:pt x="241801" y="319715"/>
                  </a:lnTo>
                  <a:lnTo>
                    <a:pt x="241816" y="320089"/>
                  </a:lnTo>
                  <a:lnTo>
                    <a:pt x="242117" y="320083"/>
                  </a:lnTo>
                  <a:lnTo>
                    <a:pt x="242375" y="320148"/>
                  </a:lnTo>
                  <a:lnTo>
                    <a:pt x="242343" y="320428"/>
                  </a:lnTo>
                  <a:lnTo>
                    <a:pt x="242222" y="320910"/>
                  </a:lnTo>
                  <a:lnTo>
                    <a:pt x="241759" y="321188"/>
                  </a:lnTo>
                  <a:lnTo>
                    <a:pt x="242049" y="321190"/>
                  </a:lnTo>
                  <a:lnTo>
                    <a:pt x="242085" y="321437"/>
                  </a:lnTo>
                  <a:lnTo>
                    <a:pt x="242332" y="321411"/>
                  </a:lnTo>
                  <a:lnTo>
                    <a:pt x="242376" y="321674"/>
                  </a:lnTo>
                  <a:lnTo>
                    <a:pt x="241864" y="321734"/>
                  </a:lnTo>
                  <a:lnTo>
                    <a:pt x="241885" y="321892"/>
                  </a:lnTo>
                  <a:lnTo>
                    <a:pt x="241716" y="321911"/>
                  </a:lnTo>
                  <a:lnTo>
                    <a:pt x="241612" y="321539"/>
                  </a:lnTo>
                  <a:lnTo>
                    <a:pt x="241307" y="321759"/>
                  </a:lnTo>
                  <a:lnTo>
                    <a:pt x="241301" y="321990"/>
                  </a:lnTo>
                  <a:lnTo>
                    <a:pt x="241339" y="322263"/>
                  </a:lnTo>
                  <a:lnTo>
                    <a:pt x="240859" y="322321"/>
                  </a:lnTo>
                  <a:lnTo>
                    <a:pt x="240800" y="321991"/>
                  </a:lnTo>
                  <a:lnTo>
                    <a:pt x="241058" y="321820"/>
                  </a:lnTo>
                  <a:lnTo>
                    <a:pt x="241148" y="321571"/>
                  </a:lnTo>
                  <a:lnTo>
                    <a:pt x="240865" y="321699"/>
                  </a:lnTo>
                  <a:lnTo>
                    <a:pt x="240350" y="321816"/>
                  </a:lnTo>
                  <a:lnTo>
                    <a:pt x="240217" y="321814"/>
                  </a:lnTo>
                  <a:lnTo>
                    <a:pt x="239943" y="321974"/>
                  </a:lnTo>
                  <a:lnTo>
                    <a:pt x="239504" y="321982"/>
                  </a:lnTo>
                  <a:lnTo>
                    <a:pt x="238881" y="322247"/>
                  </a:lnTo>
                  <a:lnTo>
                    <a:pt x="238835" y="322025"/>
                  </a:lnTo>
                  <a:lnTo>
                    <a:pt x="238660" y="321684"/>
                  </a:lnTo>
                  <a:lnTo>
                    <a:pt x="238510" y="321423"/>
                  </a:lnTo>
                  <a:lnTo>
                    <a:pt x="237846" y="320727"/>
                  </a:lnTo>
                  <a:lnTo>
                    <a:pt x="237647" y="320707"/>
                  </a:lnTo>
                  <a:lnTo>
                    <a:pt x="237290" y="320591"/>
                  </a:lnTo>
                  <a:lnTo>
                    <a:pt x="236823" y="320353"/>
                  </a:lnTo>
                  <a:lnTo>
                    <a:pt x="236485" y="320220"/>
                  </a:lnTo>
                  <a:lnTo>
                    <a:pt x="236350" y="320277"/>
                  </a:lnTo>
                  <a:lnTo>
                    <a:pt x="235971" y="320651"/>
                  </a:lnTo>
                  <a:lnTo>
                    <a:pt x="235718" y="321045"/>
                  </a:lnTo>
                  <a:lnTo>
                    <a:pt x="235565" y="321047"/>
                  </a:lnTo>
                  <a:lnTo>
                    <a:pt x="235135" y="321007"/>
                  </a:lnTo>
                  <a:lnTo>
                    <a:pt x="234750" y="320904"/>
                  </a:lnTo>
                  <a:lnTo>
                    <a:pt x="234294" y="320985"/>
                  </a:lnTo>
                  <a:lnTo>
                    <a:pt x="233830" y="321027"/>
                  </a:lnTo>
                  <a:lnTo>
                    <a:pt x="233590" y="321070"/>
                  </a:lnTo>
                  <a:lnTo>
                    <a:pt x="233475" y="321256"/>
                  </a:lnTo>
                  <a:lnTo>
                    <a:pt x="233396" y="321392"/>
                  </a:lnTo>
                  <a:lnTo>
                    <a:pt x="233265" y="321388"/>
                  </a:lnTo>
                  <a:lnTo>
                    <a:pt x="232941" y="321347"/>
                  </a:lnTo>
                  <a:lnTo>
                    <a:pt x="232684" y="321408"/>
                  </a:lnTo>
                  <a:lnTo>
                    <a:pt x="232192" y="321589"/>
                  </a:lnTo>
                  <a:lnTo>
                    <a:pt x="232394" y="321817"/>
                  </a:lnTo>
                  <a:lnTo>
                    <a:pt x="232338" y="322083"/>
                  </a:lnTo>
                  <a:lnTo>
                    <a:pt x="232136" y="322395"/>
                  </a:lnTo>
                  <a:lnTo>
                    <a:pt x="231723" y="322661"/>
                  </a:lnTo>
                  <a:lnTo>
                    <a:pt x="231753" y="322923"/>
                  </a:lnTo>
                  <a:lnTo>
                    <a:pt x="231923" y="323168"/>
                  </a:lnTo>
                  <a:lnTo>
                    <a:pt x="231958" y="323381"/>
                  </a:lnTo>
                  <a:lnTo>
                    <a:pt x="231554" y="323547"/>
                  </a:lnTo>
                  <a:lnTo>
                    <a:pt x="231384" y="323555"/>
                  </a:lnTo>
                  <a:lnTo>
                    <a:pt x="230937" y="323327"/>
                  </a:lnTo>
                  <a:lnTo>
                    <a:pt x="230688" y="323278"/>
                  </a:lnTo>
                  <a:lnTo>
                    <a:pt x="229837" y="323273"/>
                  </a:lnTo>
                  <a:lnTo>
                    <a:pt x="229546" y="323513"/>
                  </a:lnTo>
                  <a:lnTo>
                    <a:pt x="228854" y="323603"/>
                  </a:lnTo>
                  <a:lnTo>
                    <a:pt x="228245" y="323316"/>
                  </a:lnTo>
                  <a:lnTo>
                    <a:pt x="227598" y="323372"/>
                  </a:lnTo>
                  <a:lnTo>
                    <a:pt x="227365" y="323488"/>
                  </a:lnTo>
                  <a:lnTo>
                    <a:pt x="226608" y="323698"/>
                  </a:lnTo>
                  <a:lnTo>
                    <a:pt x="226326" y="323657"/>
                  </a:lnTo>
                  <a:lnTo>
                    <a:pt x="225588" y="323811"/>
                  </a:lnTo>
                  <a:lnTo>
                    <a:pt x="225377" y="323834"/>
                  </a:lnTo>
                  <a:lnTo>
                    <a:pt x="224724" y="323786"/>
                  </a:lnTo>
                  <a:lnTo>
                    <a:pt x="224231" y="323494"/>
                  </a:lnTo>
                  <a:lnTo>
                    <a:pt x="223624" y="323581"/>
                  </a:lnTo>
                  <a:lnTo>
                    <a:pt x="223434" y="323813"/>
                  </a:lnTo>
                  <a:lnTo>
                    <a:pt x="222744" y="324258"/>
                  </a:lnTo>
                  <a:lnTo>
                    <a:pt x="222595" y="324301"/>
                  </a:lnTo>
                  <a:lnTo>
                    <a:pt x="222406" y="324244"/>
                  </a:lnTo>
                  <a:lnTo>
                    <a:pt x="222014" y="324344"/>
                  </a:lnTo>
                  <a:lnTo>
                    <a:pt x="221686" y="324712"/>
                  </a:lnTo>
                  <a:lnTo>
                    <a:pt x="221756" y="324903"/>
                  </a:lnTo>
                  <a:lnTo>
                    <a:pt x="222005" y="325549"/>
                  </a:lnTo>
                  <a:lnTo>
                    <a:pt x="222062" y="325825"/>
                  </a:lnTo>
                  <a:lnTo>
                    <a:pt x="221995" y="326039"/>
                  </a:lnTo>
                  <a:lnTo>
                    <a:pt x="221925" y="326179"/>
                  </a:lnTo>
                  <a:lnTo>
                    <a:pt x="221798" y="326440"/>
                  </a:lnTo>
                  <a:lnTo>
                    <a:pt x="221612" y="327000"/>
                  </a:lnTo>
                  <a:lnTo>
                    <a:pt x="221556" y="327294"/>
                  </a:lnTo>
                  <a:lnTo>
                    <a:pt x="221630" y="327506"/>
                  </a:lnTo>
                  <a:lnTo>
                    <a:pt x="221854" y="327850"/>
                  </a:lnTo>
                  <a:lnTo>
                    <a:pt x="221750" y="328234"/>
                  </a:lnTo>
                  <a:lnTo>
                    <a:pt x="221616" y="328471"/>
                  </a:lnTo>
                  <a:lnTo>
                    <a:pt x="221705" y="329014"/>
                  </a:lnTo>
                  <a:lnTo>
                    <a:pt x="221359" y="328740"/>
                  </a:lnTo>
                  <a:lnTo>
                    <a:pt x="221223" y="328811"/>
                  </a:lnTo>
                  <a:lnTo>
                    <a:pt x="220908" y="329101"/>
                  </a:lnTo>
                  <a:lnTo>
                    <a:pt x="220587" y="329417"/>
                  </a:lnTo>
                  <a:lnTo>
                    <a:pt x="220284" y="329736"/>
                  </a:lnTo>
                  <a:lnTo>
                    <a:pt x="219968" y="330662"/>
                  </a:lnTo>
                  <a:lnTo>
                    <a:pt x="219543" y="330978"/>
                  </a:lnTo>
                  <a:lnTo>
                    <a:pt x="219361" y="331319"/>
                  </a:lnTo>
                  <a:lnTo>
                    <a:pt x="219582" y="331607"/>
                  </a:lnTo>
                  <a:lnTo>
                    <a:pt x="219648" y="332159"/>
                  </a:lnTo>
                  <a:lnTo>
                    <a:pt x="219537" y="332440"/>
                  </a:lnTo>
                  <a:lnTo>
                    <a:pt x="219283" y="332613"/>
                  </a:lnTo>
                  <a:lnTo>
                    <a:pt x="219087" y="332485"/>
                  </a:lnTo>
                  <a:lnTo>
                    <a:pt x="218883" y="332389"/>
                  </a:lnTo>
                  <a:lnTo>
                    <a:pt x="218841" y="332606"/>
                  </a:lnTo>
                  <a:lnTo>
                    <a:pt x="218530" y="332566"/>
                  </a:lnTo>
                  <a:lnTo>
                    <a:pt x="218327" y="332497"/>
                  </a:lnTo>
                  <a:lnTo>
                    <a:pt x="217997" y="332367"/>
                  </a:lnTo>
                  <a:lnTo>
                    <a:pt x="217883" y="332725"/>
                  </a:lnTo>
                  <a:lnTo>
                    <a:pt x="218144" y="332993"/>
                  </a:lnTo>
                  <a:lnTo>
                    <a:pt x="218709" y="333033"/>
                  </a:lnTo>
                  <a:lnTo>
                    <a:pt x="218913" y="333267"/>
                  </a:lnTo>
                  <a:lnTo>
                    <a:pt x="218732" y="333442"/>
                  </a:lnTo>
                  <a:lnTo>
                    <a:pt x="218505" y="333619"/>
                  </a:lnTo>
                  <a:lnTo>
                    <a:pt x="218357" y="334353"/>
                  </a:lnTo>
                  <a:lnTo>
                    <a:pt x="218379" y="334649"/>
                  </a:lnTo>
                  <a:lnTo>
                    <a:pt x="218172" y="334756"/>
                  </a:lnTo>
                  <a:lnTo>
                    <a:pt x="217596" y="334980"/>
                  </a:lnTo>
                  <a:lnTo>
                    <a:pt x="217038" y="334852"/>
                  </a:lnTo>
                  <a:lnTo>
                    <a:pt x="216893" y="334861"/>
                  </a:lnTo>
                  <a:lnTo>
                    <a:pt x="216697" y="334927"/>
                  </a:lnTo>
                  <a:lnTo>
                    <a:pt x="216711" y="335193"/>
                  </a:lnTo>
                  <a:lnTo>
                    <a:pt x="217128" y="335312"/>
                  </a:lnTo>
                  <a:lnTo>
                    <a:pt x="217099" y="335552"/>
                  </a:lnTo>
                  <a:lnTo>
                    <a:pt x="217041" y="335953"/>
                  </a:lnTo>
                  <a:lnTo>
                    <a:pt x="216656" y="335852"/>
                  </a:lnTo>
                  <a:lnTo>
                    <a:pt x="216402" y="335934"/>
                  </a:lnTo>
                  <a:lnTo>
                    <a:pt x="216115" y="336038"/>
                  </a:lnTo>
                  <a:lnTo>
                    <a:pt x="215998" y="336805"/>
                  </a:lnTo>
                  <a:lnTo>
                    <a:pt x="216223" y="336913"/>
                  </a:lnTo>
                  <a:lnTo>
                    <a:pt x="216422" y="336880"/>
                  </a:lnTo>
                  <a:lnTo>
                    <a:pt x="216551" y="336844"/>
                  </a:lnTo>
                  <a:lnTo>
                    <a:pt x="216909" y="337406"/>
                  </a:lnTo>
                  <a:lnTo>
                    <a:pt x="217157" y="337400"/>
                  </a:lnTo>
                  <a:lnTo>
                    <a:pt x="218045" y="337076"/>
                  </a:lnTo>
                  <a:lnTo>
                    <a:pt x="218252" y="337289"/>
                  </a:lnTo>
                  <a:lnTo>
                    <a:pt x="218430" y="337587"/>
                  </a:lnTo>
                  <a:lnTo>
                    <a:pt x="218467" y="338020"/>
                  </a:lnTo>
                  <a:lnTo>
                    <a:pt x="218287" y="338246"/>
                  </a:lnTo>
                  <a:lnTo>
                    <a:pt x="217914" y="338587"/>
                  </a:lnTo>
                  <a:lnTo>
                    <a:pt x="217412" y="338890"/>
                  </a:lnTo>
                  <a:lnTo>
                    <a:pt x="217235" y="338992"/>
                  </a:lnTo>
                  <a:lnTo>
                    <a:pt x="216951" y="339077"/>
                  </a:lnTo>
                  <a:lnTo>
                    <a:pt x="216435" y="339136"/>
                  </a:lnTo>
                  <a:lnTo>
                    <a:pt x="215647" y="339507"/>
                  </a:lnTo>
                  <a:lnTo>
                    <a:pt x="215488" y="339590"/>
                  </a:lnTo>
                  <a:lnTo>
                    <a:pt x="215017" y="339821"/>
                  </a:lnTo>
                  <a:lnTo>
                    <a:pt x="214727" y="339831"/>
                  </a:lnTo>
                  <a:lnTo>
                    <a:pt x="214644" y="339475"/>
                  </a:lnTo>
                  <a:lnTo>
                    <a:pt x="214464" y="339042"/>
                  </a:lnTo>
                  <a:lnTo>
                    <a:pt x="213473" y="339016"/>
                  </a:lnTo>
                  <a:lnTo>
                    <a:pt x="213199" y="339285"/>
                  </a:lnTo>
                  <a:lnTo>
                    <a:pt x="213108" y="339464"/>
                  </a:lnTo>
                  <a:lnTo>
                    <a:pt x="212925" y="339523"/>
                  </a:lnTo>
                  <a:lnTo>
                    <a:pt x="212621" y="339267"/>
                  </a:lnTo>
                  <a:lnTo>
                    <a:pt x="212302" y="339181"/>
                  </a:lnTo>
                  <a:lnTo>
                    <a:pt x="211830" y="339283"/>
                  </a:lnTo>
                  <a:lnTo>
                    <a:pt x="211969" y="338447"/>
                  </a:lnTo>
                  <a:lnTo>
                    <a:pt x="211846" y="338273"/>
                  </a:lnTo>
                  <a:lnTo>
                    <a:pt x="211393" y="338271"/>
                  </a:lnTo>
                  <a:lnTo>
                    <a:pt x="210635" y="338348"/>
                  </a:lnTo>
                  <a:lnTo>
                    <a:pt x="209866" y="338294"/>
                  </a:lnTo>
                  <a:lnTo>
                    <a:pt x="209585" y="338094"/>
                  </a:lnTo>
                  <a:lnTo>
                    <a:pt x="208987" y="338281"/>
                  </a:lnTo>
                  <a:lnTo>
                    <a:pt x="208896" y="338437"/>
                  </a:lnTo>
                  <a:lnTo>
                    <a:pt x="208720" y="338861"/>
                  </a:lnTo>
                  <a:lnTo>
                    <a:pt x="209099" y="339160"/>
                  </a:lnTo>
                  <a:lnTo>
                    <a:pt x="208867" y="339509"/>
                  </a:lnTo>
                  <a:lnTo>
                    <a:pt x="208560" y="339422"/>
                  </a:lnTo>
                  <a:lnTo>
                    <a:pt x="208058" y="339453"/>
                  </a:lnTo>
                  <a:lnTo>
                    <a:pt x="207936" y="339863"/>
                  </a:lnTo>
                  <a:lnTo>
                    <a:pt x="207833" y="340230"/>
                  </a:lnTo>
                  <a:lnTo>
                    <a:pt x="207570" y="340521"/>
                  </a:lnTo>
                  <a:lnTo>
                    <a:pt x="207253" y="340469"/>
                  </a:lnTo>
                  <a:lnTo>
                    <a:pt x="207099" y="340330"/>
                  </a:lnTo>
                  <a:lnTo>
                    <a:pt x="206499" y="340109"/>
                  </a:lnTo>
                  <a:lnTo>
                    <a:pt x="206409" y="340270"/>
                  </a:lnTo>
                  <a:lnTo>
                    <a:pt x="206329" y="340481"/>
                  </a:lnTo>
                  <a:lnTo>
                    <a:pt x="206350" y="340941"/>
                  </a:lnTo>
                  <a:lnTo>
                    <a:pt x="206451" y="341213"/>
                  </a:lnTo>
                  <a:lnTo>
                    <a:pt x="206555" y="341422"/>
                  </a:lnTo>
                  <a:lnTo>
                    <a:pt x="206893" y="341621"/>
                  </a:lnTo>
                  <a:lnTo>
                    <a:pt x="206915" y="341838"/>
                  </a:lnTo>
                  <a:lnTo>
                    <a:pt x="206858" y="342339"/>
                  </a:lnTo>
                  <a:lnTo>
                    <a:pt x="206663" y="342314"/>
                  </a:lnTo>
                  <a:lnTo>
                    <a:pt x="205885" y="342476"/>
                  </a:lnTo>
                  <a:lnTo>
                    <a:pt x="205622" y="342288"/>
                  </a:lnTo>
                  <a:lnTo>
                    <a:pt x="205348" y="342095"/>
                  </a:lnTo>
                  <a:lnTo>
                    <a:pt x="205189" y="342461"/>
                  </a:lnTo>
                  <a:lnTo>
                    <a:pt x="204934" y="342774"/>
                  </a:lnTo>
                  <a:lnTo>
                    <a:pt x="204817" y="342913"/>
                  </a:lnTo>
                  <a:lnTo>
                    <a:pt x="204783" y="343127"/>
                  </a:lnTo>
                  <a:lnTo>
                    <a:pt x="204908" y="343451"/>
                  </a:lnTo>
                  <a:lnTo>
                    <a:pt x="204951" y="343710"/>
                  </a:lnTo>
                  <a:lnTo>
                    <a:pt x="204937" y="343860"/>
                  </a:lnTo>
                  <a:lnTo>
                    <a:pt x="204867" y="344113"/>
                  </a:lnTo>
                  <a:lnTo>
                    <a:pt x="204839" y="344438"/>
                  </a:lnTo>
                  <a:lnTo>
                    <a:pt x="204910" y="344765"/>
                  </a:lnTo>
                  <a:lnTo>
                    <a:pt x="205147" y="345231"/>
                  </a:lnTo>
                  <a:lnTo>
                    <a:pt x="205425" y="346524"/>
                  </a:lnTo>
                  <a:lnTo>
                    <a:pt x="205430" y="346932"/>
                  </a:lnTo>
                  <a:lnTo>
                    <a:pt x="205338" y="347372"/>
                  </a:lnTo>
                  <a:lnTo>
                    <a:pt x="204996" y="348005"/>
                  </a:lnTo>
                  <a:lnTo>
                    <a:pt x="204753" y="348438"/>
                  </a:lnTo>
                  <a:lnTo>
                    <a:pt x="204505" y="348905"/>
                  </a:lnTo>
                  <a:lnTo>
                    <a:pt x="204470" y="349147"/>
                  </a:lnTo>
                  <a:lnTo>
                    <a:pt x="204418" y="349720"/>
                  </a:lnTo>
                  <a:lnTo>
                    <a:pt x="204419" y="350258"/>
                  </a:lnTo>
                  <a:lnTo>
                    <a:pt x="204164" y="350665"/>
                  </a:lnTo>
                  <a:lnTo>
                    <a:pt x="203873" y="350817"/>
                  </a:lnTo>
                  <a:lnTo>
                    <a:pt x="203535" y="350883"/>
                  </a:lnTo>
                  <a:lnTo>
                    <a:pt x="203245" y="350950"/>
                  </a:lnTo>
                  <a:lnTo>
                    <a:pt x="202985" y="351400"/>
                  </a:lnTo>
                  <a:lnTo>
                    <a:pt x="202816" y="351374"/>
                  </a:lnTo>
                  <a:lnTo>
                    <a:pt x="202591" y="351334"/>
                  </a:lnTo>
                  <a:lnTo>
                    <a:pt x="202121" y="351234"/>
                  </a:lnTo>
                  <a:lnTo>
                    <a:pt x="201850" y="351092"/>
                  </a:lnTo>
                  <a:lnTo>
                    <a:pt x="201034" y="351079"/>
                  </a:lnTo>
                  <a:lnTo>
                    <a:pt x="200783" y="351013"/>
                  </a:lnTo>
                  <a:lnTo>
                    <a:pt x="200072" y="350934"/>
                  </a:lnTo>
                  <a:lnTo>
                    <a:pt x="199645" y="351355"/>
                  </a:lnTo>
                  <a:lnTo>
                    <a:pt x="199513" y="351551"/>
                  </a:lnTo>
                  <a:lnTo>
                    <a:pt x="198707" y="351785"/>
                  </a:lnTo>
                  <a:lnTo>
                    <a:pt x="198311" y="351744"/>
                  </a:lnTo>
                  <a:lnTo>
                    <a:pt x="198125" y="351729"/>
                  </a:lnTo>
                  <a:lnTo>
                    <a:pt x="197988" y="351755"/>
                  </a:lnTo>
                  <a:lnTo>
                    <a:pt x="197503" y="352033"/>
                  </a:lnTo>
                  <a:lnTo>
                    <a:pt x="197309" y="352004"/>
                  </a:lnTo>
                  <a:lnTo>
                    <a:pt x="197125" y="351865"/>
                  </a:lnTo>
                  <a:lnTo>
                    <a:pt x="196987" y="351757"/>
                  </a:lnTo>
                  <a:lnTo>
                    <a:pt x="196913" y="352179"/>
                  </a:lnTo>
                  <a:lnTo>
                    <a:pt x="196860" y="352496"/>
                  </a:lnTo>
                  <a:lnTo>
                    <a:pt x="196865" y="353023"/>
                  </a:lnTo>
                  <a:lnTo>
                    <a:pt x="196602" y="353050"/>
                  </a:lnTo>
                  <a:lnTo>
                    <a:pt x="196406" y="353067"/>
                  </a:lnTo>
                  <a:lnTo>
                    <a:pt x="195838" y="352880"/>
                  </a:lnTo>
                  <a:lnTo>
                    <a:pt x="195638" y="352552"/>
                  </a:lnTo>
                  <a:lnTo>
                    <a:pt x="195469" y="352755"/>
                  </a:lnTo>
                  <a:lnTo>
                    <a:pt x="195067" y="352843"/>
                  </a:lnTo>
                  <a:lnTo>
                    <a:pt x="195016" y="352447"/>
                  </a:lnTo>
                  <a:lnTo>
                    <a:pt x="195227" y="352225"/>
                  </a:lnTo>
                  <a:lnTo>
                    <a:pt x="195313" y="351901"/>
                  </a:lnTo>
                  <a:lnTo>
                    <a:pt x="195212" y="351354"/>
                  </a:lnTo>
                  <a:lnTo>
                    <a:pt x="195310" y="351222"/>
                  </a:lnTo>
                  <a:lnTo>
                    <a:pt x="195627" y="350578"/>
                  </a:lnTo>
                  <a:lnTo>
                    <a:pt x="195535" y="349989"/>
                  </a:lnTo>
                  <a:lnTo>
                    <a:pt x="195262" y="349603"/>
                  </a:lnTo>
                  <a:lnTo>
                    <a:pt x="195123" y="349513"/>
                  </a:lnTo>
                  <a:lnTo>
                    <a:pt x="194923" y="349388"/>
                  </a:lnTo>
                  <a:lnTo>
                    <a:pt x="194573" y="349172"/>
                  </a:lnTo>
                  <a:lnTo>
                    <a:pt x="194181" y="348765"/>
                  </a:lnTo>
                  <a:lnTo>
                    <a:pt x="193874" y="348689"/>
                  </a:lnTo>
                  <a:lnTo>
                    <a:pt x="193604" y="348387"/>
                  </a:lnTo>
                  <a:lnTo>
                    <a:pt x="193398" y="348290"/>
                  </a:lnTo>
                  <a:lnTo>
                    <a:pt x="193443" y="348154"/>
                  </a:lnTo>
                  <a:lnTo>
                    <a:pt x="193542" y="348004"/>
                  </a:lnTo>
                  <a:lnTo>
                    <a:pt x="193854" y="347579"/>
                  </a:lnTo>
                  <a:lnTo>
                    <a:pt x="194372" y="347580"/>
                  </a:lnTo>
                  <a:lnTo>
                    <a:pt x="194809" y="347588"/>
                  </a:lnTo>
                  <a:lnTo>
                    <a:pt x="194938" y="347339"/>
                  </a:lnTo>
                  <a:lnTo>
                    <a:pt x="194996" y="346928"/>
                  </a:lnTo>
                  <a:lnTo>
                    <a:pt x="194924" y="346667"/>
                  </a:lnTo>
                  <a:lnTo>
                    <a:pt x="194976" y="346443"/>
                  </a:lnTo>
                  <a:lnTo>
                    <a:pt x="195463" y="346010"/>
                  </a:lnTo>
                  <a:lnTo>
                    <a:pt x="195799" y="345735"/>
                  </a:lnTo>
                  <a:lnTo>
                    <a:pt x="194987" y="345434"/>
                  </a:lnTo>
                  <a:lnTo>
                    <a:pt x="194538" y="345537"/>
                  </a:lnTo>
                  <a:lnTo>
                    <a:pt x="194352" y="345556"/>
                  </a:lnTo>
                  <a:lnTo>
                    <a:pt x="194034" y="345381"/>
                  </a:lnTo>
                  <a:lnTo>
                    <a:pt x="193831" y="345145"/>
                  </a:lnTo>
                  <a:lnTo>
                    <a:pt x="193437" y="345142"/>
                  </a:lnTo>
                  <a:lnTo>
                    <a:pt x="193258" y="345197"/>
                  </a:lnTo>
                  <a:lnTo>
                    <a:pt x="192818" y="345068"/>
                  </a:lnTo>
                  <a:lnTo>
                    <a:pt x="192620" y="344898"/>
                  </a:lnTo>
                  <a:lnTo>
                    <a:pt x="192322" y="344865"/>
                  </a:lnTo>
                  <a:lnTo>
                    <a:pt x="191495" y="344578"/>
                  </a:lnTo>
                  <a:lnTo>
                    <a:pt x="191706" y="344076"/>
                  </a:lnTo>
                  <a:lnTo>
                    <a:pt x="192200" y="343763"/>
                  </a:lnTo>
                  <a:lnTo>
                    <a:pt x="192422" y="343520"/>
                  </a:lnTo>
                  <a:lnTo>
                    <a:pt x="192588" y="343260"/>
                  </a:lnTo>
                  <a:lnTo>
                    <a:pt x="192919" y="342662"/>
                  </a:lnTo>
                  <a:lnTo>
                    <a:pt x="192912" y="342456"/>
                  </a:lnTo>
                  <a:lnTo>
                    <a:pt x="192680" y="342261"/>
                  </a:lnTo>
                  <a:lnTo>
                    <a:pt x="192403" y="342068"/>
                  </a:lnTo>
                  <a:lnTo>
                    <a:pt x="192246" y="341608"/>
                  </a:lnTo>
                  <a:lnTo>
                    <a:pt x="192413" y="341225"/>
                  </a:lnTo>
                  <a:lnTo>
                    <a:pt x="192147" y="340831"/>
                  </a:lnTo>
                  <a:lnTo>
                    <a:pt x="191821" y="341016"/>
                  </a:lnTo>
                  <a:lnTo>
                    <a:pt x="191505" y="340966"/>
                  </a:lnTo>
                  <a:lnTo>
                    <a:pt x="191355" y="340743"/>
                  </a:lnTo>
                  <a:lnTo>
                    <a:pt x="191057" y="340784"/>
                  </a:lnTo>
                  <a:lnTo>
                    <a:pt x="190569" y="340906"/>
                  </a:lnTo>
                  <a:lnTo>
                    <a:pt x="190118" y="340902"/>
                  </a:lnTo>
                  <a:lnTo>
                    <a:pt x="189591" y="340700"/>
                  </a:lnTo>
                  <a:lnTo>
                    <a:pt x="189226" y="340839"/>
                  </a:lnTo>
                  <a:lnTo>
                    <a:pt x="189079" y="341147"/>
                  </a:lnTo>
                  <a:lnTo>
                    <a:pt x="188952" y="341142"/>
                  </a:lnTo>
                  <a:lnTo>
                    <a:pt x="188720" y="341090"/>
                  </a:lnTo>
                  <a:lnTo>
                    <a:pt x="188124" y="340588"/>
                  </a:lnTo>
                  <a:lnTo>
                    <a:pt x="188152" y="340292"/>
                  </a:lnTo>
                  <a:lnTo>
                    <a:pt x="187655" y="340144"/>
                  </a:lnTo>
                  <a:lnTo>
                    <a:pt x="186937" y="339798"/>
                  </a:lnTo>
                  <a:lnTo>
                    <a:pt x="186429" y="340151"/>
                  </a:lnTo>
                  <a:lnTo>
                    <a:pt x="186158" y="340461"/>
                  </a:lnTo>
                  <a:lnTo>
                    <a:pt x="185861" y="340783"/>
                  </a:lnTo>
                  <a:lnTo>
                    <a:pt x="185689" y="340795"/>
                  </a:lnTo>
                  <a:lnTo>
                    <a:pt x="185559" y="340489"/>
                  </a:lnTo>
                  <a:lnTo>
                    <a:pt x="185016" y="340143"/>
                  </a:lnTo>
                  <a:lnTo>
                    <a:pt x="184950" y="340391"/>
                  </a:lnTo>
                  <a:lnTo>
                    <a:pt x="184902" y="340625"/>
                  </a:lnTo>
                  <a:lnTo>
                    <a:pt x="184817" y="341041"/>
                  </a:lnTo>
                  <a:lnTo>
                    <a:pt x="184758" y="341319"/>
                  </a:lnTo>
                  <a:lnTo>
                    <a:pt x="183908" y="341086"/>
                  </a:lnTo>
                  <a:lnTo>
                    <a:pt x="183651" y="340989"/>
                  </a:lnTo>
                  <a:lnTo>
                    <a:pt x="183179" y="341228"/>
                  </a:lnTo>
                  <a:lnTo>
                    <a:pt x="182732" y="341248"/>
                  </a:lnTo>
                  <a:lnTo>
                    <a:pt x="182576" y="341108"/>
                  </a:lnTo>
                  <a:lnTo>
                    <a:pt x="182417" y="341055"/>
                  </a:lnTo>
                  <a:lnTo>
                    <a:pt x="182034" y="341011"/>
                  </a:lnTo>
                  <a:lnTo>
                    <a:pt x="181629" y="341094"/>
                  </a:lnTo>
                  <a:lnTo>
                    <a:pt x="181170" y="341358"/>
                  </a:lnTo>
                  <a:lnTo>
                    <a:pt x="180969" y="341336"/>
                  </a:lnTo>
                  <a:lnTo>
                    <a:pt x="181016" y="341192"/>
                  </a:lnTo>
                  <a:lnTo>
                    <a:pt x="180680" y="340923"/>
                  </a:lnTo>
                  <a:lnTo>
                    <a:pt x="180513" y="340980"/>
                  </a:lnTo>
                  <a:lnTo>
                    <a:pt x="180439" y="341285"/>
                  </a:lnTo>
                  <a:lnTo>
                    <a:pt x="180573" y="341810"/>
                  </a:lnTo>
                  <a:lnTo>
                    <a:pt x="180709" y="342309"/>
                  </a:lnTo>
                  <a:lnTo>
                    <a:pt x="180650" y="342629"/>
                  </a:lnTo>
                  <a:lnTo>
                    <a:pt x="180573" y="343056"/>
                  </a:lnTo>
                  <a:lnTo>
                    <a:pt x="180518" y="343432"/>
                  </a:lnTo>
                  <a:lnTo>
                    <a:pt x="180510" y="344318"/>
                  </a:lnTo>
                  <a:lnTo>
                    <a:pt x="180548" y="345028"/>
                  </a:lnTo>
                  <a:lnTo>
                    <a:pt x="180651" y="345188"/>
                  </a:lnTo>
                  <a:lnTo>
                    <a:pt x="180535" y="345607"/>
                  </a:lnTo>
                  <a:lnTo>
                    <a:pt x="180612" y="345929"/>
                  </a:lnTo>
                  <a:lnTo>
                    <a:pt x="180726" y="346490"/>
                  </a:lnTo>
                  <a:lnTo>
                    <a:pt x="180654" y="346702"/>
                  </a:lnTo>
                  <a:lnTo>
                    <a:pt x="180293" y="346668"/>
                  </a:lnTo>
                  <a:lnTo>
                    <a:pt x="179779" y="346449"/>
                  </a:lnTo>
                  <a:lnTo>
                    <a:pt x="178967" y="346187"/>
                  </a:lnTo>
                  <a:lnTo>
                    <a:pt x="177690" y="345821"/>
                  </a:lnTo>
                  <a:lnTo>
                    <a:pt x="177513" y="345775"/>
                  </a:lnTo>
                  <a:lnTo>
                    <a:pt x="177312" y="345726"/>
                  </a:lnTo>
                  <a:lnTo>
                    <a:pt x="176921" y="345643"/>
                  </a:lnTo>
                  <a:lnTo>
                    <a:pt x="176260" y="345711"/>
                  </a:lnTo>
                  <a:lnTo>
                    <a:pt x="176235" y="345918"/>
                  </a:lnTo>
                  <a:lnTo>
                    <a:pt x="176224" y="346146"/>
                  </a:lnTo>
                  <a:lnTo>
                    <a:pt x="176229" y="346316"/>
                  </a:lnTo>
                  <a:lnTo>
                    <a:pt x="176200" y="346474"/>
                  </a:lnTo>
                  <a:lnTo>
                    <a:pt x="175668" y="347060"/>
                  </a:lnTo>
                  <a:lnTo>
                    <a:pt x="175395" y="347547"/>
                  </a:lnTo>
                  <a:lnTo>
                    <a:pt x="175102" y="347757"/>
                  </a:lnTo>
                  <a:lnTo>
                    <a:pt x="174771" y="347783"/>
                  </a:lnTo>
                  <a:lnTo>
                    <a:pt x="174563" y="347735"/>
                  </a:lnTo>
                  <a:lnTo>
                    <a:pt x="174350" y="348049"/>
                  </a:lnTo>
                  <a:lnTo>
                    <a:pt x="173998" y="348150"/>
                  </a:lnTo>
                  <a:lnTo>
                    <a:pt x="173832" y="348092"/>
                  </a:lnTo>
                  <a:lnTo>
                    <a:pt x="173548" y="347998"/>
                  </a:lnTo>
                  <a:lnTo>
                    <a:pt x="173176" y="348540"/>
                  </a:lnTo>
                  <a:lnTo>
                    <a:pt x="173157" y="348731"/>
                  </a:lnTo>
                  <a:lnTo>
                    <a:pt x="172826" y="349068"/>
                  </a:lnTo>
                  <a:lnTo>
                    <a:pt x="172622" y="349303"/>
                  </a:lnTo>
                  <a:lnTo>
                    <a:pt x="171881" y="349255"/>
                  </a:lnTo>
                  <a:lnTo>
                    <a:pt x="171447" y="348900"/>
                  </a:lnTo>
                  <a:lnTo>
                    <a:pt x="171157" y="348686"/>
                  </a:lnTo>
                  <a:lnTo>
                    <a:pt x="170921" y="348870"/>
                  </a:lnTo>
                  <a:lnTo>
                    <a:pt x="170696" y="349072"/>
                  </a:lnTo>
                  <a:lnTo>
                    <a:pt x="170549" y="349060"/>
                  </a:lnTo>
                  <a:lnTo>
                    <a:pt x="170236" y="348985"/>
                  </a:lnTo>
                  <a:lnTo>
                    <a:pt x="170084" y="348921"/>
                  </a:lnTo>
                  <a:lnTo>
                    <a:pt x="169796" y="348863"/>
                  </a:lnTo>
                  <a:lnTo>
                    <a:pt x="169360" y="348837"/>
                  </a:lnTo>
                  <a:lnTo>
                    <a:pt x="169219" y="348967"/>
                  </a:lnTo>
                  <a:lnTo>
                    <a:pt x="168859" y="349022"/>
                  </a:lnTo>
                  <a:lnTo>
                    <a:pt x="168722" y="348976"/>
                  </a:lnTo>
                  <a:lnTo>
                    <a:pt x="168711" y="348592"/>
                  </a:lnTo>
                  <a:lnTo>
                    <a:pt x="168641" y="348338"/>
                  </a:lnTo>
                  <a:lnTo>
                    <a:pt x="168287" y="348203"/>
                  </a:lnTo>
                  <a:lnTo>
                    <a:pt x="167676" y="347947"/>
                  </a:lnTo>
                  <a:lnTo>
                    <a:pt x="167574" y="347645"/>
                  </a:lnTo>
                  <a:lnTo>
                    <a:pt x="167543" y="347466"/>
                  </a:lnTo>
                  <a:lnTo>
                    <a:pt x="167079" y="346857"/>
                  </a:lnTo>
                  <a:lnTo>
                    <a:pt x="167038" y="346680"/>
                  </a:lnTo>
                  <a:lnTo>
                    <a:pt x="166783" y="346450"/>
                  </a:lnTo>
                  <a:lnTo>
                    <a:pt x="166614" y="346673"/>
                  </a:lnTo>
                  <a:lnTo>
                    <a:pt x="166476" y="346879"/>
                  </a:lnTo>
                  <a:lnTo>
                    <a:pt x="166305" y="346856"/>
                  </a:lnTo>
                  <a:lnTo>
                    <a:pt x="166310" y="346432"/>
                  </a:lnTo>
                  <a:lnTo>
                    <a:pt x="166399" y="346065"/>
                  </a:lnTo>
                  <a:lnTo>
                    <a:pt x="166249" y="345869"/>
                  </a:lnTo>
                  <a:lnTo>
                    <a:pt x="166103" y="345834"/>
                  </a:lnTo>
                  <a:lnTo>
                    <a:pt x="165643" y="345863"/>
                  </a:lnTo>
                  <a:lnTo>
                    <a:pt x="165525" y="345480"/>
                  </a:lnTo>
                  <a:lnTo>
                    <a:pt x="165450" y="344883"/>
                  </a:lnTo>
                  <a:lnTo>
                    <a:pt x="165431" y="344621"/>
                  </a:lnTo>
                  <a:lnTo>
                    <a:pt x="165085" y="344407"/>
                  </a:lnTo>
                  <a:lnTo>
                    <a:pt x="164833" y="344253"/>
                  </a:lnTo>
                  <a:lnTo>
                    <a:pt x="164244" y="344004"/>
                  </a:lnTo>
                  <a:lnTo>
                    <a:pt x="164063" y="344130"/>
                  </a:lnTo>
                  <a:lnTo>
                    <a:pt x="163327" y="343962"/>
                  </a:lnTo>
                  <a:lnTo>
                    <a:pt x="162942" y="344332"/>
                  </a:lnTo>
                  <a:lnTo>
                    <a:pt x="162698" y="344420"/>
                  </a:lnTo>
                  <a:lnTo>
                    <a:pt x="162437" y="344460"/>
                  </a:lnTo>
                  <a:lnTo>
                    <a:pt x="162244" y="344766"/>
                  </a:lnTo>
                  <a:lnTo>
                    <a:pt x="162507" y="344573"/>
                  </a:lnTo>
                  <a:lnTo>
                    <a:pt x="162641" y="344653"/>
                  </a:lnTo>
                  <a:lnTo>
                    <a:pt x="162694" y="344832"/>
                  </a:lnTo>
                  <a:lnTo>
                    <a:pt x="162657" y="345036"/>
                  </a:lnTo>
                  <a:lnTo>
                    <a:pt x="162446" y="344921"/>
                  </a:lnTo>
                  <a:lnTo>
                    <a:pt x="162189" y="344954"/>
                  </a:lnTo>
                  <a:lnTo>
                    <a:pt x="161827" y="345243"/>
                  </a:lnTo>
                  <a:lnTo>
                    <a:pt x="161587" y="344869"/>
                  </a:lnTo>
                  <a:lnTo>
                    <a:pt x="161668" y="344436"/>
                  </a:lnTo>
                  <a:lnTo>
                    <a:pt x="161450" y="344536"/>
                  </a:lnTo>
                  <a:lnTo>
                    <a:pt x="161298" y="344763"/>
                  </a:lnTo>
                  <a:lnTo>
                    <a:pt x="161158" y="344825"/>
                  </a:lnTo>
                  <a:lnTo>
                    <a:pt x="160882" y="344788"/>
                  </a:lnTo>
                  <a:lnTo>
                    <a:pt x="160752" y="344862"/>
                  </a:lnTo>
                  <a:lnTo>
                    <a:pt x="160683" y="345321"/>
                  </a:lnTo>
                  <a:lnTo>
                    <a:pt x="161112" y="345330"/>
                  </a:lnTo>
                  <a:lnTo>
                    <a:pt x="161303" y="345425"/>
                  </a:lnTo>
                  <a:lnTo>
                    <a:pt x="161583" y="345540"/>
                  </a:lnTo>
                  <a:lnTo>
                    <a:pt x="161522" y="345839"/>
                  </a:lnTo>
                  <a:lnTo>
                    <a:pt x="161370" y="345997"/>
                  </a:lnTo>
                  <a:lnTo>
                    <a:pt x="160864" y="346197"/>
                  </a:lnTo>
                  <a:lnTo>
                    <a:pt x="160243" y="346193"/>
                  </a:lnTo>
                  <a:lnTo>
                    <a:pt x="160269" y="346422"/>
                  </a:lnTo>
                  <a:lnTo>
                    <a:pt x="160386" y="347110"/>
                  </a:lnTo>
                  <a:lnTo>
                    <a:pt x="160441" y="347251"/>
                  </a:lnTo>
                  <a:lnTo>
                    <a:pt x="160439" y="347563"/>
                  </a:lnTo>
                  <a:lnTo>
                    <a:pt x="159909" y="347768"/>
                  </a:lnTo>
                  <a:lnTo>
                    <a:pt x="159951" y="347941"/>
                  </a:lnTo>
                  <a:lnTo>
                    <a:pt x="160005" y="348111"/>
                  </a:lnTo>
                  <a:lnTo>
                    <a:pt x="160162" y="348371"/>
                  </a:lnTo>
                  <a:lnTo>
                    <a:pt x="160229" y="348513"/>
                  </a:lnTo>
                  <a:lnTo>
                    <a:pt x="159929" y="349154"/>
                  </a:lnTo>
                  <a:lnTo>
                    <a:pt x="159647" y="349803"/>
                  </a:lnTo>
                  <a:lnTo>
                    <a:pt x="158916" y="349634"/>
                  </a:lnTo>
                  <a:lnTo>
                    <a:pt x="158604" y="349686"/>
                  </a:lnTo>
                  <a:lnTo>
                    <a:pt x="158476" y="349818"/>
                  </a:lnTo>
                  <a:lnTo>
                    <a:pt x="158020" y="350399"/>
                  </a:lnTo>
                  <a:lnTo>
                    <a:pt x="157863" y="350592"/>
                  </a:lnTo>
                  <a:lnTo>
                    <a:pt x="157547" y="350592"/>
                  </a:lnTo>
                  <a:lnTo>
                    <a:pt x="157169" y="350541"/>
                  </a:lnTo>
                  <a:lnTo>
                    <a:pt x="156966" y="350519"/>
                  </a:lnTo>
                  <a:lnTo>
                    <a:pt x="156387" y="350693"/>
                  </a:lnTo>
                  <a:lnTo>
                    <a:pt x="156272" y="350523"/>
                  </a:lnTo>
                  <a:lnTo>
                    <a:pt x="156162" y="350165"/>
                  </a:lnTo>
                  <a:lnTo>
                    <a:pt x="156027" y="349708"/>
                  </a:lnTo>
                  <a:lnTo>
                    <a:pt x="155996" y="349400"/>
                  </a:lnTo>
                  <a:lnTo>
                    <a:pt x="155972" y="349143"/>
                  </a:lnTo>
                  <a:lnTo>
                    <a:pt x="155939" y="348766"/>
                  </a:lnTo>
                  <a:lnTo>
                    <a:pt x="155924" y="348504"/>
                  </a:lnTo>
                  <a:lnTo>
                    <a:pt x="155794" y="348182"/>
                  </a:lnTo>
                  <a:lnTo>
                    <a:pt x="155678" y="347947"/>
                  </a:lnTo>
                  <a:lnTo>
                    <a:pt x="155575" y="347695"/>
                  </a:lnTo>
                  <a:lnTo>
                    <a:pt x="155498" y="347485"/>
                  </a:lnTo>
                  <a:lnTo>
                    <a:pt x="155438" y="347288"/>
                  </a:lnTo>
                  <a:lnTo>
                    <a:pt x="155242" y="346463"/>
                  </a:lnTo>
                  <a:lnTo>
                    <a:pt x="155252" y="346211"/>
                  </a:lnTo>
                  <a:lnTo>
                    <a:pt x="155491" y="345656"/>
                  </a:lnTo>
                  <a:lnTo>
                    <a:pt x="155616" y="345378"/>
                  </a:lnTo>
                  <a:lnTo>
                    <a:pt x="155676" y="345179"/>
                  </a:lnTo>
                  <a:lnTo>
                    <a:pt x="155685" y="344900"/>
                  </a:lnTo>
                  <a:lnTo>
                    <a:pt x="155475" y="344478"/>
                  </a:lnTo>
                  <a:lnTo>
                    <a:pt x="155226" y="344181"/>
                  </a:lnTo>
                  <a:lnTo>
                    <a:pt x="154994" y="343854"/>
                  </a:lnTo>
                  <a:lnTo>
                    <a:pt x="154801" y="343474"/>
                  </a:lnTo>
                  <a:lnTo>
                    <a:pt x="154736" y="343324"/>
                  </a:lnTo>
                  <a:lnTo>
                    <a:pt x="154635" y="343065"/>
                  </a:lnTo>
                  <a:lnTo>
                    <a:pt x="154487" y="342603"/>
                  </a:lnTo>
                  <a:lnTo>
                    <a:pt x="154405" y="342335"/>
                  </a:lnTo>
                  <a:lnTo>
                    <a:pt x="154238" y="341889"/>
                  </a:lnTo>
                  <a:lnTo>
                    <a:pt x="153997" y="341384"/>
                  </a:lnTo>
                  <a:lnTo>
                    <a:pt x="153891" y="341173"/>
                  </a:lnTo>
                  <a:lnTo>
                    <a:pt x="153087" y="341553"/>
                  </a:lnTo>
                  <a:lnTo>
                    <a:pt x="152914" y="341565"/>
                  </a:lnTo>
                  <a:lnTo>
                    <a:pt x="152750" y="341574"/>
                  </a:lnTo>
                  <a:lnTo>
                    <a:pt x="153033" y="340948"/>
                  </a:lnTo>
                  <a:lnTo>
                    <a:pt x="153249" y="340780"/>
                  </a:lnTo>
                  <a:lnTo>
                    <a:pt x="152844" y="340759"/>
                  </a:lnTo>
                  <a:lnTo>
                    <a:pt x="152595" y="340773"/>
                  </a:lnTo>
                  <a:lnTo>
                    <a:pt x="152430" y="340783"/>
                  </a:lnTo>
                  <a:lnTo>
                    <a:pt x="152262" y="340794"/>
                  </a:lnTo>
                  <a:lnTo>
                    <a:pt x="152010" y="340651"/>
                  </a:lnTo>
                  <a:lnTo>
                    <a:pt x="152285" y="340439"/>
                  </a:lnTo>
                  <a:lnTo>
                    <a:pt x="152645" y="340389"/>
                  </a:lnTo>
                  <a:lnTo>
                    <a:pt x="152969" y="340350"/>
                  </a:lnTo>
                  <a:lnTo>
                    <a:pt x="153240" y="340321"/>
                  </a:lnTo>
                  <a:lnTo>
                    <a:pt x="153137" y="339876"/>
                  </a:lnTo>
                  <a:lnTo>
                    <a:pt x="153076" y="339737"/>
                  </a:lnTo>
                  <a:lnTo>
                    <a:pt x="152871" y="339731"/>
                  </a:lnTo>
                  <a:lnTo>
                    <a:pt x="152656" y="339747"/>
                  </a:lnTo>
                  <a:lnTo>
                    <a:pt x="152852" y="338988"/>
                  </a:lnTo>
                  <a:lnTo>
                    <a:pt x="152632" y="338645"/>
                  </a:lnTo>
                  <a:lnTo>
                    <a:pt x="152471" y="338406"/>
                  </a:lnTo>
                  <a:lnTo>
                    <a:pt x="152115" y="337954"/>
                  </a:lnTo>
                  <a:lnTo>
                    <a:pt x="151467" y="337354"/>
                  </a:lnTo>
                  <a:lnTo>
                    <a:pt x="151338" y="337207"/>
                  </a:lnTo>
                  <a:lnTo>
                    <a:pt x="151021" y="336836"/>
                  </a:lnTo>
                  <a:lnTo>
                    <a:pt x="150425" y="335914"/>
                  </a:lnTo>
                  <a:lnTo>
                    <a:pt x="150009" y="336017"/>
                  </a:lnTo>
                  <a:lnTo>
                    <a:pt x="149573" y="336136"/>
                  </a:lnTo>
                  <a:lnTo>
                    <a:pt x="149036" y="335933"/>
                  </a:lnTo>
                  <a:lnTo>
                    <a:pt x="149091" y="335550"/>
                  </a:lnTo>
                  <a:lnTo>
                    <a:pt x="148913" y="335485"/>
                  </a:lnTo>
                  <a:lnTo>
                    <a:pt x="148554" y="335322"/>
                  </a:lnTo>
                  <a:lnTo>
                    <a:pt x="147994" y="334760"/>
                  </a:lnTo>
                  <a:lnTo>
                    <a:pt x="147988" y="334340"/>
                  </a:lnTo>
                  <a:lnTo>
                    <a:pt x="148224" y="334161"/>
                  </a:lnTo>
                  <a:lnTo>
                    <a:pt x="148741" y="334132"/>
                  </a:lnTo>
                  <a:lnTo>
                    <a:pt x="148984" y="334376"/>
                  </a:lnTo>
                  <a:lnTo>
                    <a:pt x="149235" y="334334"/>
                  </a:lnTo>
                  <a:lnTo>
                    <a:pt x="149094" y="334023"/>
                  </a:lnTo>
                  <a:lnTo>
                    <a:pt x="148853" y="333396"/>
                  </a:lnTo>
                  <a:lnTo>
                    <a:pt x="148752" y="333123"/>
                  </a:lnTo>
                  <a:lnTo>
                    <a:pt x="148650" y="332841"/>
                  </a:lnTo>
                  <a:lnTo>
                    <a:pt x="148610" y="332634"/>
                  </a:lnTo>
                  <a:lnTo>
                    <a:pt x="148237" y="332596"/>
                  </a:lnTo>
                  <a:lnTo>
                    <a:pt x="147896" y="332611"/>
                  </a:lnTo>
                  <a:lnTo>
                    <a:pt x="147307" y="332637"/>
                  </a:lnTo>
                  <a:lnTo>
                    <a:pt x="147119" y="332657"/>
                  </a:lnTo>
                  <a:lnTo>
                    <a:pt x="147041" y="332212"/>
                  </a:lnTo>
                  <a:lnTo>
                    <a:pt x="147355" y="331863"/>
                  </a:lnTo>
                  <a:lnTo>
                    <a:pt x="147500" y="331784"/>
                  </a:lnTo>
                  <a:lnTo>
                    <a:pt x="147816" y="331770"/>
                  </a:lnTo>
                  <a:lnTo>
                    <a:pt x="148263" y="331702"/>
                  </a:lnTo>
                  <a:lnTo>
                    <a:pt x="148510" y="331509"/>
                  </a:lnTo>
                  <a:lnTo>
                    <a:pt x="148165" y="331584"/>
                  </a:lnTo>
                  <a:lnTo>
                    <a:pt x="147991" y="331603"/>
                  </a:lnTo>
                  <a:lnTo>
                    <a:pt x="147697" y="331481"/>
                  </a:lnTo>
                  <a:lnTo>
                    <a:pt x="147631" y="331282"/>
                  </a:lnTo>
                  <a:lnTo>
                    <a:pt x="147345" y="331167"/>
                  </a:lnTo>
                  <a:lnTo>
                    <a:pt x="146911" y="331287"/>
                  </a:lnTo>
                  <a:lnTo>
                    <a:pt x="146903" y="331124"/>
                  </a:lnTo>
                  <a:lnTo>
                    <a:pt x="146897" y="330865"/>
                  </a:lnTo>
                  <a:lnTo>
                    <a:pt x="146896" y="330720"/>
                  </a:lnTo>
                  <a:lnTo>
                    <a:pt x="147061" y="330292"/>
                  </a:lnTo>
                  <a:lnTo>
                    <a:pt x="146951" y="330026"/>
                  </a:lnTo>
                  <a:lnTo>
                    <a:pt x="146269" y="329717"/>
                  </a:lnTo>
                  <a:lnTo>
                    <a:pt x="146288" y="330085"/>
                  </a:lnTo>
                  <a:lnTo>
                    <a:pt x="145998" y="330144"/>
                  </a:lnTo>
                  <a:lnTo>
                    <a:pt x="145807" y="330052"/>
                  </a:lnTo>
                  <a:lnTo>
                    <a:pt x="146012" y="329777"/>
                  </a:lnTo>
                  <a:lnTo>
                    <a:pt x="145985" y="329450"/>
                  </a:lnTo>
                  <a:lnTo>
                    <a:pt x="145672" y="329257"/>
                  </a:lnTo>
                  <a:lnTo>
                    <a:pt x="144196" y="328327"/>
                  </a:lnTo>
                  <a:lnTo>
                    <a:pt x="143840" y="328086"/>
                  </a:lnTo>
                  <a:lnTo>
                    <a:pt x="143541" y="328012"/>
                  </a:lnTo>
                  <a:lnTo>
                    <a:pt x="144028" y="328432"/>
                  </a:lnTo>
                  <a:lnTo>
                    <a:pt x="144272" y="328523"/>
                  </a:lnTo>
                  <a:lnTo>
                    <a:pt x="144448" y="328885"/>
                  </a:lnTo>
                  <a:lnTo>
                    <a:pt x="144329" y="329085"/>
                  </a:lnTo>
                  <a:lnTo>
                    <a:pt x="143905" y="329084"/>
                  </a:lnTo>
                  <a:lnTo>
                    <a:pt x="143539" y="328846"/>
                  </a:lnTo>
                  <a:lnTo>
                    <a:pt x="143555" y="328625"/>
                  </a:lnTo>
                  <a:lnTo>
                    <a:pt x="143505" y="327968"/>
                  </a:lnTo>
                  <a:lnTo>
                    <a:pt x="143375" y="327806"/>
                  </a:lnTo>
                  <a:lnTo>
                    <a:pt x="142397" y="327183"/>
                  </a:lnTo>
                  <a:lnTo>
                    <a:pt x="142402" y="327324"/>
                  </a:lnTo>
                  <a:lnTo>
                    <a:pt x="142443" y="328526"/>
                  </a:lnTo>
                  <a:lnTo>
                    <a:pt x="142553" y="328907"/>
                  </a:lnTo>
                  <a:lnTo>
                    <a:pt x="142172" y="328675"/>
                  </a:lnTo>
                  <a:lnTo>
                    <a:pt x="142299" y="328507"/>
                  </a:lnTo>
                  <a:lnTo>
                    <a:pt x="142278" y="327599"/>
                  </a:lnTo>
                  <a:lnTo>
                    <a:pt x="142234" y="327063"/>
                  </a:lnTo>
                  <a:lnTo>
                    <a:pt x="142105" y="327015"/>
                  </a:lnTo>
                  <a:lnTo>
                    <a:pt x="141662" y="326853"/>
                  </a:lnTo>
                  <a:lnTo>
                    <a:pt x="141598" y="327142"/>
                  </a:lnTo>
                  <a:lnTo>
                    <a:pt x="141359" y="327418"/>
                  </a:lnTo>
                  <a:lnTo>
                    <a:pt x="141400" y="327554"/>
                  </a:lnTo>
                  <a:lnTo>
                    <a:pt x="141533" y="327984"/>
                  </a:lnTo>
                  <a:lnTo>
                    <a:pt x="141665" y="328406"/>
                  </a:lnTo>
                  <a:lnTo>
                    <a:pt x="141622" y="328661"/>
                  </a:lnTo>
                  <a:lnTo>
                    <a:pt x="141577" y="328923"/>
                  </a:lnTo>
                  <a:lnTo>
                    <a:pt x="141543" y="329057"/>
                  </a:lnTo>
                  <a:lnTo>
                    <a:pt x="141458" y="329405"/>
                  </a:lnTo>
                  <a:lnTo>
                    <a:pt x="141121" y="329413"/>
                  </a:lnTo>
                  <a:lnTo>
                    <a:pt x="140946" y="329421"/>
                  </a:lnTo>
                  <a:lnTo>
                    <a:pt x="140786" y="329553"/>
                  </a:lnTo>
                  <a:lnTo>
                    <a:pt x="140330" y="329739"/>
                  </a:lnTo>
                  <a:lnTo>
                    <a:pt x="140362" y="329581"/>
                  </a:lnTo>
                  <a:lnTo>
                    <a:pt x="140050" y="329208"/>
                  </a:lnTo>
                  <a:lnTo>
                    <a:pt x="139881" y="329138"/>
                  </a:lnTo>
                  <a:lnTo>
                    <a:pt x="139618" y="329045"/>
                  </a:lnTo>
                  <a:lnTo>
                    <a:pt x="139114" y="328988"/>
                  </a:lnTo>
                  <a:lnTo>
                    <a:pt x="138500" y="328549"/>
                  </a:lnTo>
                  <a:lnTo>
                    <a:pt x="137905" y="328548"/>
                  </a:lnTo>
                  <a:lnTo>
                    <a:pt x="137403" y="328616"/>
                  </a:lnTo>
                  <a:lnTo>
                    <a:pt x="136885" y="328668"/>
                  </a:lnTo>
                  <a:lnTo>
                    <a:pt x="136451" y="328841"/>
                  </a:lnTo>
                  <a:lnTo>
                    <a:pt x="136170" y="328758"/>
                  </a:lnTo>
                  <a:lnTo>
                    <a:pt x="135934" y="328510"/>
                  </a:lnTo>
                  <a:lnTo>
                    <a:pt x="135707" y="328345"/>
                  </a:lnTo>
                  <a:lnTo>
                    <a:pt x="135237" y="328762"/>
                  </a:lnTo>
                  <a:lnTo>
                    <a:pt x="134850" y="329097"/>
                  </a:lnTo>
                  <a:lnTo>
                    <a:pt x="134717" y="329244"/>
                  </a:lnTo>
                  <a:lnTo>
                    <a:pt x="134419" y="329313"/>
                  </a:lnTo>
                  <a:lnTo>
                    <a:pt x="134157" y="329373"/>
                  </a:lnTo>
                  <a:lnTo>
                    <a:pt x="133696" y="329507"/>
                  </a:lnTo>
                  <a:lnTo>
                    <a:pt x="133404" y="329609"/>
                  </a:lnTo>
                  <a:lnTo>
                    <a:pt x="132540" y="329734"/>
                  </a:lnTo>
                  <a:lnTo>
                    <a:pt x="132369" y="329777"/>
                  </a:lnTo>
                  <a:lnTo>
                    <a:pt x="132216" y="329819"/>
                  </a:lnTo>
                  <a:lnTo>
                    <a:pt x="132040" y="329876"/>
                  </a:lnTo>
                  <a:lnTo>
                    <a:pt x="131504" y="329848"/>
                  </a:lnTo>
                  <a:lnTo>
                    <a:pt x="131171" y="329785"/>
                  </a:lnTo>
                  <a:lnTo>
                    <a:pt x="130758" y="329880"/>
                  </a:lnTo>
                  <a:lnTo>
                    <a:pt x="130635" y="330083"/>
                  </a:lnTo>
                  <a:lnTo>
                    <a:pt x="129867" y="330245"/>
                  </a:lnTo>
                  <a:lnTo>
                    <a:pt x="129685" y="330281"/>
                  </a:lnTo>
                  <a:lnTo>
                    <a:pt x="129441" y="330201"/>
                  </a:lnTo>
                  <a:lnTo>
                    <a:pt x="128884" y="330298"/>
                  </a:lnTo>
                  <a:lnTo>
                    <a:pt x="128635" y="330358"/>
                  </a:lnTo>
                  <a:lnTo>
                    <a:pt x="128454" y="330309"/>
                  </a:lnTo>
                  <a:lnTo>
                    <a:pt x="128451" y="330454"/>
                  </a:lnTo>
                  <a:lnTo>
                    <a:pt x="128107" y="330905"/>
                  </a:lnTo>
                  <a:lnTo>
                    <a:pt x="127850" y="331248"/>
                  </a:lnTo>
                  <a:lnTo>
                    <a:pt x="127272" y="331798"/>
                  </a:lnTo>
                  <a:lnTo>
                    <a:pt x="127170" y="332037"/>
                  </a:lnTo>
                  <a:lnTo>
                    <a:pt x="127263" y="332433"/>
                  </a:lnTo>
                  <a:lnTo>
                    <a:pt x="127241" y="332598"/>
                  </a:lnTo>
                  <a:lnTo>
                    <a:pt x="127115" y="333020"/>
                  </a:lnTo>
                  <a:lnTo>
                    <a:pt x="127231" y="333635"/>
                  </a:lnTo>
                  <a:lnTo>
                    <a:pt x="126985" y="333931"/>
                  </a:lnTo>
                  <a:lnTo>
                    <a:pt x="126783" y="334194"/>
                  </a:lnTo>
                  <a:lnTo>
                    <a:pt x="126836" y="334617"/>
                  </a:lnTo>
                  <a:lnTo>
                    <a:pt x="126908" y="335115"/>
                  </a:lnTo>
                  <a:lnTo>
                    <a:pt x="126919" y="335860"/>
                  </a:lnTo>
                  <a:lnTo>
                    <a:pt x="126748" y="336032"/>
                  </a:lnTo>
                  <a:lnTo>
                    <a:pt x="126590" y="336666"/>
                  </a:lnTo>
                  <a:lnTo>
                    <a:pt x="125820" y="336765"/>
                  </a:lnTo>
                  <a:lnTo>
                    <a:pt x="125320" y="336860"/>
                  </a:lnTo>
                  <a:lnTo>
                    <a:pt x="125286" y="337098"/>
                  </a:lnTo>
                  <a:lnTo>
                    <a:pt x="125330" y="337320"/>
                  </a:lnTo>
                  <a:lnTo>
                    <a:pt x="125557" y="337607"/>
                  </a:lnTo>
                  <a:lnTo>
                    <a:pt x="125233" y="338053"/>
                  </a:lnTo>
                  <a:lnTo>
                    <a:pt x="125496" y="338315"/>
                  </a:lnTo>
                  <a:lnTo>
                    <a:pt x="125727" y="338300"/>
                  </a:lnTo>
                  <a:lnTo>
                    <a:pt x="126122" y="338131"/>
                  </a:lnTo>
                  <a:lnTo>
                    <a:pt x="126538" y="338968"/>
                  </a:lnTo>
                  <a:lnTo>
                    <a:pt x="126203" y="339205"/>
                  </a:lnTo>
                  <a:lnTo>
                    <a:pt x="125975" y="339856"/>
                  </a:lnTo>
                  <a:lnTo>
                    <a:pt x="126035" y="340038"/>
                  </a:lnTo>
                  <a:lnTo>
                    <a:pt x="126055" y="340306"/>
                  </a:lnTo>
                  <a:lnTo>
                    <a:pt x="126044" y="340459"/>
                  </a:lnTo>
                  <a:lnTo>
                    <a:pt x="125955" y="340747"/>
                  </a:lnTo>
                  <a:lnTo>
                    <a:pt x="125714" y="340961"/>
                  </a:lnTo>
                  <a:lnTo>
                    <a:pt x="125506" y="341023"/>
                  </a:lnTo>
                  <a:lnTo>
                    <a:pt x="125501" y="341246"/>
                  </a:lnTo>
                  <a:lnTo>
                    <a:pt x="125720" y="341515"/>
                  </a:lnTo>
                  <a:lnTo>
                    <a:pt x="125601" y="341882"/>
                  </a:lnTo>
                  <a:lnTo>
                    <a:pt x="125540" y="342016"/>
                  </a:lnTo>
                  <a:lnTo>
                    <a:pt x="124831" y="342287"/>
                  </a:lnTo>
                  <a:lnTo>
                    <a:pt x="124609" y="342345"/>
                  </a:lnTo>
                  <a:lnTo>
                    <a:pt x="124469" y="342351"/>
                  </a:lnTo>
                  <a:lnTo>
                    <a:pt x="124280" y="342318"/>
                  </a:lnTo>
                  <a:lnTo>
                    <a:pt x="124013" y="343052"/>
                  </a:lnTo>
                  <a:lnTo>
                    <a:pt x="123869" y="343249"/>
                  </a:lnTo>
                  <a:lnTo>
                    <a:pt x="123463" y="343393"/>
                  </a:lnTo>
                  <a:lnTo>
                    <a:pt x="123064" y="343245"/>
                  </a:lnTo>
                  <a:lnTo>
                    <a:pt x="122868" y="343125"/>
                  </a:lnTo>
                  <a:lnTo>
                    <a:pt x="122710" y="343008"/>
                  </a:lnTo>
                  <a:lnTo>
                    <a:pt x="122075" y="343106"/>
                  </a:lnTo>
                  <a:lnTo>
                    <a:pt x="122145" y="343407"/>
                  </a:lnTo>
                  <a:lnTo>
                    <a:pt x="122264" y="343612"/>
                  </a:lnTo>
                  <a:lnTo>
                    <a:pt x="122222" y="344086"/>
                  </a:lnTo>
                  <a:lnTo>
                    <a:pt x="121968" y="344155"/>
                  </a:lnTo>
                  <a:lnTo>
                    <a:pt x="121793" y="344170"/>
                  </a:lnTo>
                  <a:lnTo>
                    <a:pt x="121631" y="344145"/>
                  </a:lnTo>
                  <a:lnTo>
                    <a:pt x="121359" y="344467"/>
                  </a:lnTo>
                  <a:lnTo>
                    <a:pt x="121201" y="344700"/>
                  </a:lnTo>
                  <a:lnTo>
                    <a:pt x="121077" y="344912"/>
                  </a:lnTo>
                  <a:lnTo>
                    <a:pt x="120975" y="345213"/>
                  </a:lnTo>
                  <a:lnTo>
                    <a:pt x="120924" y="345357"/>
                  </a:lnTo>
                  <a:lnTo>
                    <a:pt x="120767" y="345372"/>
                  </a:lnTo>
                  <a:lnTo>
                    <a:pt x="120321" y="345265"/>
                  </a:lnTo>
                  <a:lnTo>
                    <a:pt x="120029" y="344800"/>
                  </a:lnTo>
                  <a:lnTo>
                    <a:pt x="119928" y="344589"/>
                  </a:lnTo>
                  <a:lnTo>
                    <a:pt x="119511" y="344288"/>
                  </a:lnTo>
                  <a:lnTo>
                    <a:pt x="118907" y="344326"/>
                  </a:lnTo>
                  <a:lnTo>
                    <a:pt x="118998" y="344559"/>
                  </a:lnTo>
                  <a:lnTo>
                    <a:pt x="118648" y="344639"/>
                  </a:lnTo>
                  <a:lnTo>
                    <a:pt x="118476" y="344579"/>
                  </a:lnTo>
                  <a:lnTo>
                    <a:pt x="117899" y="344821"/>
                  </a:lnTo>
                  <a:lnTo>
                    <a:pt x="117027" y="345189"/>
                  </a:lnTo>
                  <a:lnTo>
                    <a:pt x="116565" y="344806"/>
                  </a:lnTo>
                  <a:lnTo>
                    <a:pt x="116497" y="344631"/>
                  </a:lnTo>
                  <a:lnTo>
                    <a:pt x="116190" y="344114"/>
                  </a:lnTo>
                  <a:lnTo>
                    <a:pt x="115873" y="343899"/>
                  </a:lnTo>
                  <a:lnTo>
                    <a:pt x="115526" y="343650"/>
                  </a:lnTo>
                  <a:lnTo>
                    <a:pt x="115400" y="343401"/>
                  </a:lnTo>
                  <a:lnTo>
                    <a:pt x="115267" y="343395"/>
                  </a:lnTo>
                  <a:lnTo>
                    <a:pt x="115013" y="343385"/>
                  </a:lnTo>
                  <a:lnTo>
                    <a:pt x="114758" y="343376"/>
                  </a:lnTo>
                  <a:lnTo>
                    <a:pt x="114503" y="343367"/>
                  </a:lnTo>
                  <a:lnTo>
                    <a:pt x="113983" y="343352"/>
                  </a:lnTo>
                  <a:lnTo>
                    <a:pt x="113227" y="343482"/>
                  </a:lnTo>
                  <a:lnTo>
                    <a:pt x="113042" y="343476"/>
                  </a:lnTo>
                  <a:lnTo>
                    <a:pt x="111728" y="342750"/>
                  </a:lnTo>
                  <a:lnTo>
                    <a:pt x="111217" y="342627"/>
                  </a:lnTo>
                  <a:lnTo>
                    <a:pt x="110781" y="343168"/>
                  </a:lnTo>
                  <a:lnTo>
                    <a:pt x="110274" y="344105"/>
                  </a:lnTo>
                  <a:lnTo>
                    <a:pt x="109843" y="344148"/>
                  </a:lnTo>
                  <a:lnTo>
                    <a:pt x="109147" y="344236"/>
                  </a:lnTo>
                  <a:lnTo>
                    <a:pt x="108915" y="344267"/>
                  </a:lnTo>
                  <a:lnTo>
                    <a:pt x="108683" y="344298"/>
                  </a:lnTo>
                  <a:lnTo>
                    <a:pt x="108456" y="344336"/>
                  </a:lnTo>
                  <a:lnTo>
                    <a:pt x="107299" y="344539"/>
                  </a:lnTo>
                  <a:lnTo>
                    <a:pt x="106602" y="344661"/>
                  </a:lnTo>
                  <a:lnTo>
                    <a:pt x="105443" y="344876"/>
                  </a:lnTo>
                  <a:lnTo>
                    <a:pt x="105068" y="345003"/>
                  </a:lnTo>
                  <a:lnTo>
                    <a:pt x="104222" y="344790"/>
                  </a:lnTo>
                  <a:lnTo>
                    <a:pt x="103611" y="344425"/>
                  </a:lnTo>
                  <a:lnTo>
                    <a:pt x="103416" y="344219"/>
                  </a:lnTo>
                  <a:lnTo>
                    <a:pt x="103205" y="344183"/>
                  </a:lnTo>
                  <a:lnTo>
                    <a:pt x="103008" y="344153"/>
                  </a:lnTo>
                  <a:lnTo>
                    <a:pt x="102107" y="343807"/>
                  </a:lnTo>
                  <a:lnTo>
                    <a:pt x="101654" y="343758"/>
                  </a:lnTo>
                  <a:lnTo>
                    <a:pt x="101402" y="343714"/>
                  </a:lnTo>
                  <a:lnTo>
                    <a:pt x="101136" y="343674"/>
                  </a:lnTo>
                  <a:lnTo>
                    <a:pt x="100638" y="343676"/>
                  </a:lnTo>
                  <a:lnTo>
                    <a:pt x="99923" y="343274"/>
                  </a:lnTo>
                  <a:lnTo>
                    <a:pt x="99594" y="343546"/>
                  </a:lnTo>
                  <a:lnTo>
                    <a:pt x="99483" y="344793"/>
                  </a:lnTo>
                  <a:lnTo>
                    <a:pt x="99116" y="345211"/>
                  </a:lnTo>
                  <a:lnTo>
                    <a:pt x="98498" y="345134"/>
                  </a:lnTo>
                  <a:lnTo>
                    <a:pt x="97956" y="344823"/>
                  </a:lnTo>
                  <a:lnTo>
                    <a:pt x="97359" y="344500"/>
                  </a:lnTo>
                  <a:lnTo>
                    <a:pt x="96920" y="344417"/>
                  </a:lnTo>
                  <a:lnTo>
                    <a:pt x="96732" y="344363"/>
                  </a:lnTo>
                  <a:lnTo>
                    <a:pt x="96203" y="344478"/>
                  </a:lnTo>
                  <a:lnTo>
                    <a:pt x="95961" y="344488"/>
                  </a:lnTo>
                  <a:lnTo>
                    <a:pt x="95303" y="344518"/>
                  </a:lnTo>
                  <a:lnTo>
                    <a:pt x="94896" y="344504"/>
                  </a:lnTo>
                  <a:lnTo>
                    <a:pt x="94611" y="344473"/>
                  </a:lnTo>
                  <a:lnTo>
                    <a:pt x="94326" y="344494"/>
                  </a:lnTo>
                  <a:lnTo>
                    <a:pt x="93800" y="344426"/>
                  </a:lnTo>
                  <a:lnTo>
                    <a:pt x="93538" y="344393"/>
                  </a:lnTo>
                  <a:lnTo>
                    <a:pt x="93353" y="344341"/>
                  </a:lnTo>
                  <a:lnTo>
                    <a:pt x="93102" y="344218"/>
                  </a:lnTo>
                  <a:lnTo>
                    <a:pt x="92968" y="344146"/>
                  </a:lnTo>
                  <a:lnTo>
                    <a:pt x="92691" y="343985"/>
                  </a:lnTo>
                  <a:lnTo>
                    <a:pt x="92403" y="343767"/>
                  </a:lnTo>
                  <a:lnTo>
                    <a:pt x="92200" y="343531"/>
                  </a:lnTo>
                  <a:lnTo>
                    <a:pt x="91952" y="343217"/>
                  </a:lnTo>
                  <a:lnTo>
                    <a:pt x="91667" y="342831"/>
                  </a:lnTo>
                  <a:lnTo>
                    <a:pt x="91535" y="342628"/>
                  </a:lnTo>
                  <a:lnTo>
                    <a:pt x="90683" y="341687"/>
                  </a:lnTo>
                  <a:lnTo>
                    <a:pt x="90577" y="341868"/>
                  </a:lnTo>
                  <a:lnTo>
                    <a:pt x="90455" y="341797"/>
                  </a:lnTo>
                  <a:lnTo>
                    <a:pt x="90488" y="341635"/>
                  </a:lnTo>
                  <a:lnTo>
                    <a:pt x="90524" y="341460"/>
                  </a:lnTo>
                  <a:lnTo>
                    <a:pt x="90557" y="341224"/>
                  </a:lnTo>
                  <a:lnTo>
                    <a:pt x="90249" y="340640"/>
                  </a:lnTo>
                  <a:lnTo>
                    <a:pt x="90239" y="340823"/>
                  </a:lnTo>
                  <a:lnTo>
                    <a:pt x="89897" y="340559"/>
                  </a:lnTo>
                  <a:lnTo>
                    <a:pt x="90101" y="340242"/>
                  </a:lnTo>
                  <a:lnTo>
                    <a:pt x="90116" y="340019"/>
                  </a:lnTo>
                  <a:lnTo>
                    <a:pt x="90168" y="339219"/>
                  </a:lnTo>
                  <a:lnTo>
                    <a:pt x="89884" y="338383"/>
                  </a:lnTo>
                  <a:lnTo>
                    <a:pt x="89328" y="337910"/>
                  </a:lnTo>
                  <a:lnTo>
                    <a:pt x="89265" y="337748"/>
                  </a:lnTo>
                  <a:lnTo>
                    <a:pt x="89235" y="337462"/>
                  </a:lnTo>
                  <a:lnTo>
                    <a:pt x="89564" y="337376"/>
                  </a:lnTo>
                  <a:lnTo>
                    <a:pt x="89885" y="337326"/>
                  </a:lnTo>
                  <a:lnTo>
                    <a:pt x="90130" y="336844"/>
                  </a:lnTo>
                  <a:lnTo>
                    <a:pt x="89939" y="336546"/>
                  </a:lnTo>
                  <a:lnTo>
                    <a:pt x="89714" y="335854"/>
                  </a:lnTo>
                  <a:lnTo>
                    <a:pt x="89423" y="335315"/>
                  </a:lnTo>
                  <a:lnTo>
                    <a:pt x="89254" y="335063"/>
                  </a:lnTo>
                  <a:lnTo>
                    <a:pt x="89314" y="334596"/>
                  </a:lnTo>
                  <a:lnTo>
                    <a:pt x="89228" y="334277"/>
                  </a:lnTo>
                  <a:lnTo>
                    <a:pt x="89088" y="334231"/>
                  </a:lnTo>
                  <a:lnTo>
                    <a:pt x="88688" y="333942"/>
                  </a:lnTo>
                  <a:lnTo>
                    <a:pt x="88501" y="333744"/>
                  </a:lnTo>
                  <a:lnTo>
                    <a:pt x="88346" y="333539"/>
                  </a:lnTo>
                  <a:lnTo>
                    <a:pt x="88057" y="333154"/>
                  </a:lnTo>
                  <a:lnTo>
                    <a:pt x="87081" y="333090"/>
                  </a:lnTo>
                  <a:lnTo>
                    <a:pt x="86324" y="332820"/>
                  </a:lnTo>
                  <a:lnTo>
                    <a:pt x="85833" y="332381"/>
                  </a:lnTo>
                  <a:lnTo>
                    <a:pt x="85388" y="332261"/>
                  </a:lnTo>
                  <a:lnTo>
                    <a:pt x="85193" y="332029"/>
                  </a:lnTo>
                  <a:lnTo>
                    <a:pt x="84951" y="331798"/>
                  </a:lnTo>
                  <a:lnTo>
                    <a:pt x="84440" y="331769"/>
                  </a:lnTo>
                  <a:lnTo>
                    <a:pt x="84187" y="331828"/>
                  </a:lnTo>
                  <a:lnTo>
                    <a:pt x="84053" y="332280"/>
                  </a:lnTo>
                  <a:lnTo>
                    <a:pt x="83957" y="332626"/>
                  </a:lnTo>
                  <a:lnTo>
                    <a:pt x="83691" y="332796"/>
                  </a:lnTo>
                  <a:lnTo>
                    <a:pt x="83742" y="332466"/>
                  </a:lnTo>
                  <a:lnTo>
                    <a:pt x="83768" y="332257"/>
                  </a:lnTo>
                  <a:lnTo>
                    <a:pt x="83602" y="332143"/>
                  </a:lnTo>
                  <a:lnTo>
                    <a:pt x="83291" y="332013"/>
                  </a:lnTo>
                  <a:lnTo>
                    <a:pt x="83010" y="332125"/>
                  </a:lnTo>
                  <a:lnTo>
                    <a:pt x="82653" y="332850"/>
                  </a:lnTo>
                  <a:lnTo>
                    <a:pt x="82160" y="332532"/>
                  </a:lnTo>
                  <a:lnTo>
                    <a:pt x="82081" y="332331"/>
                  </a:lnTo>
                  <a:lnTo>
                    <a:pt x="82085" y="332131"/>
                  </a:lnTo>
                  <a:lnTo>
                    <a:pt x="82086" y="331929"/>
                  </a:lnTo>
                  <a:lnTo>
                    <a:pt x="81988" y="331604"/>
                  </a:lnTo>
                  <a:lnTo>
                    <a:pt x="81833" y="331543"/>
                  </a:lnTo>
                  <a:lnTo>
                    <a:pt x="81806" y="331257"/>
                  </a:lnTo>
                  <a:lnTo>
                    <a:pt x="81767" y="330736"/>
                  </a:lnTo>
                  <a:lnTo>
                    <a:pt x="81818" y="330467"/>
                  </a:lnTo>
                  <a:lnTo>
                    <a:pt x="81974" y="330524"/>
                  </a:lnTo>
                  <a:lnTo>
                    <a:pt x="82102" y="330548"/>
                  </a:lnTo>
                  <a:lnTo>
                    <a:pt x="82230" y="330476"/>
                  </a:lnTo>
                  <a:lnTo>
                    <a:pt x="82614" y="330041"/>
                  </a:lnTo>
                  <a:lnTo>
                    <a:pt x="82617" y="329885"/>
                  </a:lnTo>
                  <a:lnTo>
                    <a:pt x="82566" y="329727"/>
                  </a:lnTo>
                  <a:lnTo>
                    <a:pt x="81953" y="329432"/>
                  </a:lnTo>
                  <a:lnTo>
                    <a:pt x="81557" y="329454"/>
                  </a:lnTo>
                  <a:lnTo>
                    <a:pt x="81115" y="329697"/>
                  </a:lnTo>
                  <a:lnTo>
                    <a:pt x="80933" y="329945"/>
                  </a:lnTo>
                  <a:lnTo>
                    <a:pt x="80632" y="329877"/>
                  </a:lnTo>
                  <a:lnTo>
                    <a:pt x="80042" y="329375"/>
                  </a:lnTo>
                  <a:lnTo>
                    <a:pt x="80587" y="328905"/>
                  </a:lnTo>
                  <a:lnTo>
                    <a:pt x="80894" y="328239"/>
                  </a:lnTo>
                  <a:lnTo>
                    <a:pt x="81041" y="328333"/>
                  </a:lnTo>
                  <a:lnTo>
                    <a:pt x="81307" y="328116"/>
                  </a:lnTo>
                  <a:lnTo>
                    <a:pt x="81401" y="327797"/>
                  </a:lnTo>
                  <a:lnTo>
                    <a:pt x="80839" y="327557"/>
                  </a:lnTo>
                  <a:lnTo>
                    <a:pt x="80559" y="327628"/>
                  </a:lnTo>
                  <a:lnTo>
                    <a:pt x="80527" y="327803"/>
                  </a:lnTo>
                  <a:lnTo>
                    <a:pt x="80383" y="327883"/>
                  </a:lnTo>
                  <a:lnTo>
                    <a:pt x="80149" y="327734"/>
                  </a:lnTo>
                  <a:lnTo>
                    <a:pt x="80011" y="327536"/>
                  </a:lnTo>
                  <a:lnTo>
                    <a:pt x="79433" y="327429"/>
                  </a:lnTo>
                  <a:lnTo>
                    <a:pt x="78895" y="327586"/>
                  </a:lnTo>
                  <a:lnTo>
                    <a:pt x="78757" y="327478"/>
                  </a:lnTo>
                  <a:lnTo>
                    <a:pt x="78744" y="327320"/>
                  </a:lnTo>
                  <a:lnTo>
                    <a:pt x="78680" y="327178"/>
                  </a:lnTo>
                  <a:lnTo>
                    <a:pt x="78552" y="327045"/>
                  </a:lnTo>
                  <a:lnTo>
                    <a:pt x="78128" y="326709"/>
                  </a:lnTo>
                  <a:lnTo>
                    <a:pt x="77703" y="326444"/>
                  </a:lnTo>
                  <a:lnTo>
                    <a:pt x="77801" y="325963"/>
                  </a:lnTo>
                  <a:lnTo>
                    <a:pt x="77712" y="325630"/>
                  </a:lnTo>
                  <a:lnTo>
                    <a:pt x="77568" y="325468"/>
                  </a:lnTo>
                  <a:lnTo>
                    <a:pt x="77154" y="325593"/>
                  </a:lnTo>
                  <a:lnTo>
                    <a:pt x="77092" y="325856"/>
                  </a:lnTo>
                  <a:lnTo>
                    <a:pt x="76948" y="325912"/>
                  </a:lnTo>
                  <a:lnTo>
                    <a:pt x="76632" y="326013"/>
                  </a:lnTo>
                  <a:lnTo>
                    <a:pt x="76604" y="325826"/>
                  </a:lnTo>
                  <a:lnTo>
                    <a:pt x="76276" y="325789"/>
                  </a:lnTo>
                  <a:lnTo>
                    <a:pt x="76280" y="325992"/>
                  </a:lnTo>
                  <a:lnTo>
                    <a:pt x="76151" y="326001"/>
                  </a:lnTo>
                  <a:lnTo>
                    <a:pt x="75710" y="325972"/>
                  </a:lnTo>
                  <a:lnTo>
                    <a:pt x="75367" y="325975"/>
                  </a:lnTo>
                  <a:lnTo>
                    <a:pt x="74985" y="326118"/>
                  </a:lnTo>
                  <a:lnTo>
                    <a:pt x="74756" y="326428"/>
                  </a:lnTo>
                  <a:lnTo>
                    <a:pt x="74303" y="326546"/>
                  </a:lnTo>
                  <a:lnTo>
                    <a:pt x="74050" y="326754"/>
                  </a:lnTo>
                  <a:lnTo>
                    <a:pt x="74060" y="326927"/>
                  </a:lnTo>
                  <a:lnTo>
                    <a:pt x="73910" y="327156"/>
                  </a:lnTo>
                  <a:lnTo>
                    <a:pt x="73564" y="326963"/>
                  </a:lnTo>
                  <a:lnTo>
                    <a:pt x="73335" y="326811"/>
                  </a:lnTo>
                  <a:lnTo>
                    <a:pt x="73149" y="326603"/>
                  </a:lnTo>
                  <a:lnTo>
                    <a:pt x="72963" y="326245"/>
                  </a:lnTo>
                  <a:lnTo>
                    <a:pt x="72588" y="326120"/>
                  </a:lnTo>
                  <a:lnTo>
                    <a:pt x="72276" y="326176"/>
                  </a:lnTo>
                  <a:lnTo>
                    <a:pt x="71661" y="326011"/>
                  </a:lnTo>
                  <a:lnTo>
                    <a:pt x="71037" y="325994"/>
                  </a:lnTo>
                  <a:lnTo>
                    <a:pt x="70531" y="326300"/>
                  </a:lnTo>
                  <a:lnTo>
                    <a:pt x="70239" y="326636"/>
                  </a:lnTo>
                  <a:lnTo>
                    <a:pt x="69948" y="327097"/>
                  </a:lnTo>
                  <a:lnTo>
                    <a:pt x="69565" y="327107"/>
                  </a:lnTo>
                  <a:lnTo>
                    <a:pt x="69125" y="326775"/>
                  </a:lnTo>
                  <a:lnTo>
                    <a:pt x="69109" y="326556"/>
                  </a:lnTo>
                  <a:lnTo>
                    <a:pt x="69160" y="326241"/>
                  </a:lnTo>
                  <a:lnTo>
                    <a:pt x="68374" y="326064"/>
                  </a:lnTo>
                  <a:lnTo>
                    <a:pt x="68169" y="325870"/>
                  </a:lnTo>
                  <a:lnTo>
                    <a:pt x="68110" y="325601"/>
                  </a:lnTo>
                  <a:lnTo>
                    <a:pt x="68287" y="325148"/>
                  </a:lnTo>
                  <a:lnTo>
                    <a:pt x="68297" y="324985"/>
                  </a:lnTo>
                  <a:lnTo>
                    <a:pt x="68268" y="324793"/>
                  </a:lnTo>
                  <a:lnTo>
                    <a:pt x="67990" y="324650"/>
                  </a:lnTo>
                  <a:lnTo>
                    <a:pt x="67614" y="324800"/>
                  </a:lnTo>
                  <a:lnTo>
                    <a:pt x="67484" y="325238"/>
                  </a:lnTo>
                  <a:lnTo>
                    <a:pt x="67373" y="325636"/>
                  </a:lnTo>
                  <a:lnTo>
                    <a:pt x="67226" y="325719"/>
                  </a:lnTo>
                  <a:lnTo>
                    <a:pt x="66975" y="325602"/>
                  </a:lnTo>
                  <a:lnTo>
                    <a:pt x="65949" y="325363"/>
                  </a:lnTo>
                  <a:lnTo>
                    <a:pt x="65612" y="325299"/>
                  </a:lnTo>
                  <a:lnTo>
                    <a:pt x="66639" y="324864"/>
                  </a:lnTo>
                  <a:lnTo>
                    <a:pt x="66820" y="324730"/>
                  </a:lnTo>
                  <a:lnTo>
                    <a:pt x="66973" y="323922"/>
                  </a:lnTo>
                  <a:lnTo>
                    <a:pt x="66209" y="323870"/>
                  </a:lnTo>
                  <a:lnTo>
                    <a:pt x="65746" y="323482"/>
                  </a:lnTo>
                  <a:lnTo>
                    <a:pt x="65719" y="323273"/>
                  </a:lnTo>
                  <a:lnTo>
                    <a:pt x="66139" y="322307"/>
                  </a:lnTo>
                  <a:lnTo>
                    <a:pt x="66461" y="322250"/>
                  </a:lnTo>
                  <a:lnTo>
                    <a:pt x="66930" y="322169"/>
                  </a:lnTo>
                  <a:lnTo>
                    <a:pt x="67423" y="322084"/>
                  </a:lnTo>
                  <a:lnTo>
                    <a:pt x="67617" y="322051"/>
                  </a:lnTo>
                  <a:lnTo>
                    <a:pt x="68039" y="321836"/>
                  </a:lnTo>
                  <a:lnTo>
                    <a:pt x="68295" y="321086"/>
                  </a:lnTo>
                  <a:lnTo>
                    <a:pt x="68265" y="320942"/>
                  </a:lnTo>
                  <a:lnTo>
                    <a:pt x="68199" y="320654"/>
                  </a:lnTo>
                  <a:lnTo>
                    <a:pt x="67864" y="320225"/>
                  </a:lnTo>
                  <a:lnTo>
                    <a:pt x="67686" y="320043"/>
                  </a:lnTo>
                  <a:lnTo>
                    <a:pt x="67490" y="319844"/>
                  </a:lnTo>
                  <a:lnTo>
                    <a:pt x="67145" y="319530"/>
                  </a:lnTo>
                  <a:lnTo>
                    <a:pt x="66803" y="318750"/>
                  </a:lnTo>
                  <a:lnTo>
                    <a:pt x="66811" y="318600"/>
                  </a:lnTo>
                  <a:lnTo>
                    <a:pt x="67586" y="317665"/>
                  </a:lnTo>
                  <a:lnTo>
                    <a:pt x="67933" y="317488"/>
                  </a:lnTo>
                  <a:lnTo>
                    <a:pt x="68279" y="317368"/>
                  </a:lnTo>
                  <a:lnTo>
                    <a:pt x="68578" y="317287"/>
                  </a:lnTo>
                  <a:lnTo>
                    <a:pt x="69076" y="317223"/>
                  </a:lnTo>
                  <a:lnTo>
                    <a:pt x="69222" y="317222"/>
                  </a:lnTo>
                  <a:lnTo>
                    <a:pt x="69423" y="317226"/>
                  </a:lnTo>
                  <a:lnTo>
                    <a:pt x="69601" y="317236"/>
                  </a:lnTo>
                  <a:lnTo>
                    <a:pt x="69775" y="317241"/>
                  </a:lnTo>
                  <a:lnTo>
                    <a:pt x="70118" y="317068"/>
                  </a:lnTo>
                  <a:lnTo>
                    <a:pt x="70108" y="316496"/>
                  </a:lnTo>
                  <a:lnTo>
                    <a:pt x="70091" y="316113"/>
                  </a:lnTo>
                  <a:lnTo>
                    <a:pt x="70078" y="315904"/>
                  </a:lnTo>
                  <a:lnTo>
                    <a:pt x="70072" y="315680"/>
                  </a:lnTo>
                  <a:lnTo>
                    <a:pt x="70034" y="315267"/>
                  </a:lnTo>
                  <a:lnTo>
                    <a:pt x="70023" y="315070"/>
                  </a:lnTo>
                  <a:lnTo>
                    <a:pt x="70201" y="314759"/>
                  </a:lnTo>
                  <a:lnTo>
                    <a:pt x="70398" y="314688"/>
                  </a:lnTo>
                  <a:lnTo>
                    <a:pt x="70813" y="314574"/>
                  </a:lnTo>
                  <a:lnTo>
                    <a:pt x="71324" y="313998"/>
                  </a:lnTo>
                  <a:lnTo>
                    <a:pt x="71515" y="313653"/>
                  </a:lnTo>
                  <a:lnTo>
                    <a:pt x="71620" y="313247"/>
                  </a:lnTo>
                  <a:lnTo>
                    <a:pt x="71815" y="313258"/>
                  </a:lnTo>
                  <a:lnTo>
                    <a:pt x="72005" y="312988"/>
                  </a:lnTo>
                  <a:lnTo>
                    <a:pt x="72198" y="312591"/>
                  </a:lnTo>
                  <a:lnTo>
                    <a:pt x="72198" y="312449"/>
                  </a:lnTo>
                  <a:lnTo>
                    <a:pt x="72404" y="312301"/>
                  </a:lnTo>
                  <a:lnTo>
                    <a:pt x="72574" y="312179"/>
                  </a:lnTo>
                  <a:lnTo>
                    <a:pt x="72973" y="311841"/>
                  </a:lnTo>
                  <a:lnTo>
                    <a:pt x="73030" y="311685"/>
                  </a:lnTo>
                  <a:lnTo>
                    <a:pt x="73145" y="311503"/>
                  </a:lnTo>
                  <a:lnTo>
                    <a:pt x="73439" y="311705"/>
                  </a:lnTo>
                  <a:lnTo>
                    <a:pt x="73669" y="311675"/>
                  </a:lnTo>
                  <a:lnTo>
                    <a:pt x="73498" y="311053"/>
                  </a:lnTo>
                  <a:lnTo>
                    <a:pt x="73443" y="310783"/>
                  </a:lnTo>
                  <a:lnTo>
                    <a:pt x="73400" y="310519"/>
                  </a:lnTo>
                  <a:lnTo>
                    <a:pt x="73380" y="310319"/>
                  </a:lnTo>
                  <a:lnTo>
                    <a:pt x="73746" y="309441"/>
                  </a:lnTo>
                  <a:lnTo>
                    <a:pt x="73990" y="309354"/>
                  </a:lnTo>
                  <a:lnTo>
                    <a:pt x="74213" y="309339"/>
                  </a:lnTo>
                  <a:lnTo>
                    <a:pt x="74591" y="309335"/>
                  </a:lnTo>
                  <a:lnTo>
                    <a:pt x="74919" y="309346"/>
                  </a:lnTo>
                  <a:lnTo>
                    <a:pt x="75587" y="309324"/>
                  </a:lnTo>
                  <a:lnTo>
                    <a:pt x="75738" y="309157"/>
                  </a:lnTo>
                  <a:lnTo>
                    <a:pt x="76074" y="308578"/>
                  </a:lnTo>
                  <a:lnTo>
                    <a:pt x="76087" y="308328"/>
                  </a:lnTo>
                  <a:lnTo>
                    <a:pt x="76095" y="308184"/>
                  </a:lnTo>
                  <a:lnTo>
                    <a:pt x="75937" y="307784"/>
                  </a:lnTo>
                  <a:lnTo>
                    <a:pt x="76508" y="307914"/>
                  </a:lnTo>
                  <a:lnTo>
                    <a:pt x="76744" y="308113"/>
                  </a:lnTo>
                  <a:lnTo>
                    <a:pt x="77127" y="308121"/>
                  </a:lnTo>
                  <a:lnTo>
                    <a:pt x="77269" y="308165"/>
                  </a:lnTo>
                  <a:lnTo>
                    <a:pt x="77440" y="308153"/>
                  </a:lnTo>
                  <a:lnTo>
                    <a:pt x="77536" y="307915"/>
                  </a:lnTo>
                  <a:lnTo>
                    <a:pt x="77532" y="307639"/>
                  </a:lnTo>
                  <a:lnTo>
                    <a:pt x="77527" y="307407"/>
                  </a:lnTo>
                  <a:lnTo>
                    <a:pt x="77814" y="307253"/>
                  </a:lnTo>
                  <a:lnTo>
                    <a:pt x="78066" y="307147"/>
                  </a:lnTo>
                  <a:lnTo>
                    <a:pt x="78309" y="307102"/>
                  </a:lnTo>
                  <a:lnTo>
                    <a:pt x="78803" y="307087"/>
                  </a:lnTo>
                  <a:lnTo>
                    <a:pt x="79012" y="307119"/>
                  </a:lnTo>
                  <a:lnTo>
                    <a:pt x="79191" y="307158"/>
                  </a:lnTo>
                  <a:lnTo>
                    <a:pt x="79397" y="307208"/>
                  </a:lnTo>
                  <a:lnTo>
                    <a:pt x="79548" y="307258"/>
                  </a:lnTo>
                  <a:lnTo>
                    <a:pt x="79698" y="307315"/>
                  </a:lnTo>
                  <a:lnTo>
                    <a:pt x="79840" y="307371"/>
                  </a:lnTo>
                  <a:lnTo>
                    <a:pt x="80123" y="307504"/>
                  </a:lnTo>
                  <a:lnTo>
                    <a:pt x="80267" y="307573"/>
                  </a:lnTo>
                  <a:lnTo>
                    <a:pt x="80267" y="307341"/>
                  </a:lnTo>
                  <a:lnTo>
                    <a:pt x="80677" y="307271"/>
                  </a:lnTo>
                  <a:lnTo>
                    <a:pt x="80991" y="307265"/>
                  </a:lnTo>
                  <a:lnTo>
                    <a:pt x="81271" y="307340"/>
                  </a:lnTo>
                  <a:lnTo>
                    <a:pt x="81618" y="307330"/>
                  </a:lnTo>
                  <a:lnTo>
                    <a:pt x="82134" y="307096"/>
                  </a:lnTo>
                  <a:lnTo>
                    <a:pt x="82371" y="306853"/>
                  </a:lnTo>
                  <a:lnTo>
                    <a:pt x="82656" y="306584"/>
                  </a:lnTo>
                  <a:lnTo>
                    <a:pt x="82853" y="306434"/>
                  </a:lnTo>
                  <a:lnTo>
                    <a:pt x="83141" y="305996"/>
                  </a:lnTo>
                  <a:lnTo>
                    <a:pt x="83173" y="305800"/>
                  </a:lnTo>
                  <a:lnTo>
                    <a:pt x="83588" y="305518"/>
                  </a:lnTo>
                  <a:lnTo>
                    <a:pt x="83818" y="305476"/>
                  </a:lnTo>
                  <a:lnTo>
                    <a:pt x="84371" y="305282"/>
                  </a:lnTo>
                  <a:lnTo>
                    <a:pt x="84553" y="305141"/>
                  </a:lnTo>
                  <a:lnTo>
                    <a:pt x="84682" y="305042"/>
                  </a:lnTo>
                  <a:lnTo>
                    <a:pt x="84914" y="304903"/>
                  </a:lnTo>
                  <a:lnTo>
                    <a:pt x="85123" y="304924"/>
                  </a:lnTo>
                  <a:lnTo>
                    <a:pt x="85444" y="304610"/>
                  </a:lnTo>
                  <a:lnTo>
                    <a:pt x="85781" y="304414"/>
                  </a:lnTo>
                  <a:lnTo>
                    <a:pt x="86189" y="304254"/>
                  </a:lnTo>
                  <a:lnTo>
                    <a:pt x="86526" y="304019"/>
                  </a:lnTo>
                  <a:lnTo>
                    <a:pt x="86501" y="303717"/>
                  </a:lnTo>
                  <a:lnTo>
                    <a:pt x="86378" y="303231"/>
                  </a:lnTo>
                  <a:lnTo>
                    <a:pt x="86239" y="302569"/>
                  </a:lnTo>
                  <a:lnTo>
                    <a:pt x="86261" y="302406"/>
                  </a:lnTo>
                  <a:lnTo>
                    <a:pt x="86360" y="302094"/>
                  </a:lnTo>
                  <a:lnTo>
                    <a:pt x="86344" y="301929"/>
                  </a:lnTo>
                  <a:lnTo>
                    <a:pt x="86064" y="301818"/>
                  </a:lnTo>
                  <a:lnTo>
                    <a:pt x="86382" y="301583"/>
                  </a:lnTo>
                  <a:lnTo>
                    <a:pt x="86528" y="301472"/>
                  </a:lnTo>
                  <a:lnTo>
                    <a:pt x="86984" y="301039"/>
                  </a:lnTo>
                  <a:lnTo>
                    <a:pt x="87441" y="300865"/>
                  </a:lnTo>
                  <a:lnTo>
                    <a:pt x="87743" y="300504"/>
                  </a:lnTo>
                  <a:lnTo>
                    <a:pt x="87822" y="300113"/>
                  </a:lnTo>
                  <a:lnTo>
                    <a:pt x="88066" y="299784"/>
                  </a:lnTo>
                  <a:lnTo>
                    <a:pt x="88277" y="299744"/>
                  </a:lnTo>
                  <a:lnTo>
                    <a:pt x="88526" y="299242"/>
                  </a:lnTo>
                  <a:lnTo>
                    <a:pt x="88579" y="298874"/>
                  </a:lnTo>
                  <a:lnTo>
                    <a:pt x="88682" y="298405"/>
                  </a:lnTo>
                  <a:lnTo>
                    <a:pt x="89068" y="298363"/>
                  </a:lnTo>
                  <a:lnTo>
                    <a:pt x="89150" y="297972"/>
                  </a:lnTo>
                  <a:lnTo>
                    <a:pt x="89441" y="297307"/>
                  </a:lnTo>
                  <a:lnTo>
                    <a:pt x="89767" y="297346"/>
                  </a:lnTo>
                  <a:lnTo>
                    <a:pt x="89972" y="297280"/>
                  </a:lnTo>
                  <a:lnTo>
                    <a:pt x="89744" y="297218"/>
                  </a:lnTo>
                  <a:lnTo>
                    <a:pt x="89482" y="297167"/>
                  </a:lnTo>
                  <a:lnTo>
                    <a:pt x="89155" y="297089"/>
                  </a:lnTo>
                  <a:lnTo>
                    <a:pt x="89389" y="297062"/>
                  </a:lnTo>
                  <a:lnTo>
                    <a:pt x="90090" y="296985"/>
                  </a:lnTo>
                  <a:lnTo>
                    <a:pt x="90380" y="296918"/>
                  </a:lnTo>
                  <a:lnTo>
                    <a:pt x="90698" y="296743"/>
                  </a:lnTo>
                  <a:lnTo>
                    <a:pt x="90631" y="296385"/>
                  </a:lnTo>
                  <a:lnTo>
                    <a:pt x="90852" y="296223"/>
                  </a:lnTo>
                  <a:lnTo>
                    <a:pt x="91294" y="295360"/>
                  </a:lnTo>
                  <a:lnTo>
                    <a:pt x="91387" y="295078"/>
                  </a:lnTo>
                  <a:lnTo>
                    <a:pt x="91920" y="294730"/>
                  </a:lnTo>
                  <a:lnTo>
                    <a:pt x="92183" y="294465"/>
                  </a:lnTo>
                  <a:lnTo>
                    <a:pt x="92317" y="294306"/>
                  </a:lnTo>
                  <a:lnTo>
                    <a:pt x="92491" y="294007"/>
                  </a:lnTo>
                  <a:lnTo>
                    <a:pt x="93153" y="293793"/>
                  </a:lnTo>
                  <a:lnTo>
                    <a:pt x="93794" y="293811"/>
                  </a:lnTo>
                  <a:lnTo>
                    <a:pt x="93963" y="293826"/>
                  </a:lnTo>
                  <a:lnTo>
                    <a:pt x="94112" y="293840"/>
                  </a:lnTo>
                  <a:lnTo>
                    <a:pt x="94479" y="293583"/>
                  </a:lnTo>
                  <a:lnTo>
                    <a:pt x="95191" y="293804"/>
                  </a:lnTo>
                  <a:lnTo>
                    <a:pt x="95556" y="293879"/>
                  </a:lnTo>
                  <a:lnTo>
                    <a:pt x="95557" y="293586"/>
                  </a:lnTo>
                  <a:lnTo>
                    <a:pt x="95565" y="293453"/>
                  </a:lnTo>
                  <a:lnTo>
                    <a:pt x="95762" y="293468"/>
                  </a:lnTo>
                  <a:lnTo>
                    <a:pt x="96056" y="293493"/>
                  </a:lnTo>
                  <a:lnTo>
                    <a:pt x="96742" y="293388"/>
                  </a:lnTo>
                  <a:lnTo>
                    <a:pt x="97581" y="293188"/>
                  </a:lnTo>
                  <a:lnTo>
                    <a:pt x="98101" y="292962"/>
                  </a:lnTo>
                  <a:lnTo>
                    <a:pt x="98379" y="292882"/>
                  </a:lnTo>
                  <a:lnTo>
                    <a:pt x="98853" y="292836"/>
                  </a:lnTo>
                  <a:lnTo>
                    <a:pt x="99008" y="292819"/>
                  </a:lnTo>
                  <a:lnTo>
                    <a:pt x="99480" y="292754"/>
                  </a:lnTo>
                  <a:lnTo>
                    <a:pt x="99660" y="292125"/>
                  </a:lnTo>
                  <a:lnTo>
                    <a:pt x="99666" y="291724"/>
                  </a:lnTo>
                  <a:lnTo>
                    <a:pt x="99571" y="291501"/>
                  </a:lnTo>
                  <a:lnTo>
                    <a:pt x="99593" y="291237"/>
                  </a:lnTo>
                  <a:lnTo>
                    <a:pt x="99897" y="291066"/>
                  </a:lnTo>
                  <a:lnTo>
                    <a:pt x="99943" y="290711"/>
                  </a:lnTo>
                  <a:lnTo>
                    <a:pt x="99974" y="290481"/>
                  </a:lnTo>
                  <a:lnTo>
                    <a:pt x="100144" y="290532"/>
                  </a:lnTo>
                  <a:lnTo>
                    <a:pt x="100407" y="290611"/>
                  </a:lnTo>
                  <a:lnTo>
                    <a:pt x="100804" y="290065"/>
                  </a:lnTo>
                  <a:lnTo>
                    <a:pt x="101036" y="289522"/>
                  </a:lnTo>
                  <a:lnTo>
                    <a:pt x="101147" y="289314"/>
                  </a:lnTo>
                  <a:lnTo>
                    <a:pt x="101777" y="289277"/>
                  </a:lnTo>
                  <a:lnTo>
                    <a:pt x="102047" y="289067"/>
                  </a:lnTo>
                  <a:lnTo>
                    <a:pt x="102320" y="288739"/>
                  </a:lnTo>
                  <a:lnTo>
                    <a:pt x="102434" y="288560"/>
                  </a:lnTo>
                  <a:lnTo>
                    <a:pt x="102555" y="288374"/>
                  </a:lnTo>
                  <a:lnTo>
                    <a:pt x="104379" y="288590"/>
                  </a:lnTo>
                  <a:lnTo>
                    <a:pt x="104416" y="288431"/>
                  </a:lnTo>
                  <a:lnTo>
                    <a:pt x="104642" y="288484"/>
                  </a:lnTo>
                  <a:lnTo>
                    <a:pt x="104865" y="288537"/>
                  </a:lnTo>
                  <a:lnTo>
                    <a:pt x="105189" y="288548"/>
                  </a:lnTo>
                  <a:lnTo>
                    <a:pt x="105179" y="288366"/>
                  </a:lnTo>
                  <a:lnTo>
                    <a:pt x="105171" y="288231"/>
                  </a:lnTo>
                  <a:lnTo>
                    <a:pt x="105431" y="288220"/>
                  </a:lnTo>
                  <a:lnTo>
                    <a:pt x="105908" y="288200"/>
                  </a:lnTo>
                  <a:lnTo>
                    <a:pt x="106042" y="288152"/>
                  </a:lnTo>
                  <a:lnTo>
                    <a:pt x="106060" y="287941"/>
                  </a:lnTo>
                  <a:lnTo>
                    <a:pt x="106116" y="287721"/>
                  </a:lnTo>
                  <a:lnTo>
                    <a:pt x="106405" y="287538"/>
                  </a:lnTo>
                  <a:lnTo>
                    <a:pt x="106385" y="287787"/>
                  </a:lnTo>
                  <a:lnTo>
                    <a:pt x="106369" y="287968"/>
                  </a:lnTo>
                  <a:lnTo>
                    <a:pt x="106352" y="288180"/>
                  </a:lnTo>
                  <a:lnTo>
                    <a:pt x="106496" y="288141"/>
                  </a:lnTo>
                  <a:lnTo>
                    <a:pt x="106515" y="287949"/>
                  </a:lnTo>
                  <a:lnTo>
                    <a:pt x="106534" y="287752"/>
                  </a:lnTo>
                  <a:lnTo>
                    <a:pt x="106706" y="287235"/>
                  </a:lnTo>
                  <a:lnTo>
                    <a:pt x="107036" y="286462"/>
                  </a:lnTo>
                  <a:lnTo>
                    <a:pt x="106869" y="285956"/>
                  </a:lnTo>
                  <a:lnTo>
                    <a:pt x="106618" y="285953"/>
                  </a:lnTo>
                  <a:lnTo>
                    <a:pt x="106392" y="285945"/>
                  </a:lnTo>
                  <a:lnTo>
                    <a:pt x="106526" y="285539"/>
                  </a:lnTo>
                  <a:lnTo>
                    <a:pt x="107013" y="285351"/>
                  </a:lnTo>
                  <a:lnTo>
                    <a:pt x="107833" y="284896"/>
                  </a:lnTo>
                  <a:lnTo>
                    <a:pt x="107770" y="284649"/>
                  </a:lnTo>
                  <a:lnTo>
                    <a:pt x="107706" y="284369"/>
                  </a:lnTo>
                  <a:lnTo>
                    <a:pt x="107792" y="283993"/>
                  </a:lnTo>
                  <a:lnTo>
                    <a:pt x="107917" y="283715"/>
                  </a:lnTo>
                  <a:lnTo>
                    <a:pt x="108141" y="283654"/>
                  </a:lnTo>
                  <a:lnTo>
                    <a:pt x="109052" y="283448"/>
                  </a:lnTo>
                  <a:lnTo>
                    <a:pt x="109294" y="283405"/>
                  </a:lnTo>
                  <a:lnTo>
                    <a:pt x="109964" y="283288"/>
                  </a:lnTo>
                  <a:lnTo>
                    <a:pt x="110353" y="283222"/>
                  </a:lnTo>
                  <a:lnTo>
                    <a:pt x="111217" y="283198"/>
                  </a:lnTo>
                  <a:lnTo>
                    <a:pt x="111628" y="283205"/>
                  </a:lnTo>
                  <a:lnTo>
                    <a:pt x="111994" y="283391"/>
                  </a:lnTo>
                  <a:lnTo>
                    <a:pt x="112311" y="283485"/>
                  </a:lnTo>
                  <a:lnTo>
                    <a:pt x="112598" y="283522"/>
                  </a:lnTo>
                  <a:lnTo>
                    <a:pt x="113204" y="283164"/>
                  </a:lnTo>
                  <a:lnTo>
                    <a:pt x="113271" y="282891"/>
                  </a:lnTo>
                  <a:lnTo>
                    <a:pt x="113280" y="282764"/>
                  </a:lnTo>
                  <a:lnTo>
                    <a:pt x="113354" y="281986"/>
                  </a:lnTo>
                  <a:lnTo>
                    <a:pt x="113417" y="281788"/>
                  </a:lnTo>
                  <a:lnTo>
                    <a:pt x="113512" y="281376"/>
                  </a:lnTo>
                  <a:lnTo>
                    <a:pt x="113555" y="281191"/>
                  </a:lnTo>
                  <a:lnTo>
                    <a:pt x="113709" y="280726"/>
                  </a:lnTo>
                  <a:lnTo>
                    <a:pt x="113839" y="280763"/>
                  </a:lnTo>
                  <a:lnTo>
                    <a:pt x="114010" y="280812"/>
                  </a:lnTo>
                  <a:lnTo>
                    <a:pt x="114143" y="280849"/>
                  </a:lnTo>
                  <a:lnTo>
                    <a:pt x="114244" y="280627"/>
                  </a:lnTo>
                  <a:lnTo>
                    <a:pt x="114370" y="280128"/>
                  </a:lnTo>
                  <a:lnTo>
                    <a:pt x="114316" y="279791"/>
                  </a:lnTo>
                  <a:lnTo>
                    <a:pt x="114332" y="279570"/>
                  </a:lnTo>
                  <a:lnTo>
                    <a:pt x="114589" y="279625"/>
                  </a:lnTo>
                  <a:lnTo>
                    <a:pt x="114800" y="279458"/>
                  </a:lnTo>
                  <a:lnTo>
                    <a:pt x="114398" y="279394"/>
                  </a:lnTo>
                  <a:lnTo>
                    <a:pt x="114589" y="279111"/>
                  </a:lnTo>
                  <a:lnTo>
                    <a:pt x="114773" y="279012"/>
                  </a:lnTo>
                  <a:lnTo>
                    <a:pt x="114660" y="278806"/>
                  </a:lnTo>
                  <a:lnTo>
                    <a:pt x="114653" y="278659"/>
                  </a:lnTo>
                  <a:lnTo>
                    <a:pt x="114688" y="278449"/>
                  </a:lnTo>
                  <a:lnTo>
                    <a:pt x="114848" y="278348"/>
                  </a:lnTo>
                  <a:lnTo>
                    <a:pt x="115038" y="277953"/>
                  </a:lnTo>
                  <a:lnTo>
                    <a:pt x="115105" y="277420"/>
                  </a:lnTo>
                  <a:lnTo>
                    <a:pt x="115055" y="277041"/>
                  </a:lnTo>
                  <a:lnTo>
                    <a:pt x="114816" y="277095"/>
                  </a:lnTo>
                  <a:lnTo>
                    <a:pt x="114565" y="277147"/>
                  </a:lnTo>
                  <a:lnTo>
                    <a:pt x="114300" y="277199"/>
                  </a:lnTo>
                  <a:lnTo>
                    <a:pt x="113899" y="277277"/>
                  </a:lnTo>
                  <a:lnTo>
                    <a:pt x="113349" y="277529"/>
                  </a:lnTo>
                  <a:lnTo>
                    <a:pt x="113068" y="277923"/>
                  </a:lnTo>
                  <a:lnTo>
                    <a:pt x="112928" y="278127"/>
                  </a:lnTo>
                  <a:lnTo>
                    <a:pt x="112226" y="278938"/>
                  </a:lnTo>
                  <a:lnTo>
                    <a:pt x="112143" y="279069"/>
                  </a:lnTo>
                  <a:lnTo>
                    <a:pt x="111704" y="279421"/>
                  </a:lnTo>
                  <a:lnTo>
                    <a:pt x="111559" y="279509"/>
                  </a:lnTo>
                  <a:lnTo>
                    <a:pt x="110810" y="279963"/>
                  </a:lnTo>
                  <a:lnTo>
                    <a:pt x="110464" y="279975"/>
                  </a:lnTo>
                  <a:lnTo>
                    <a:pt x="110130" y="280037"/>
                  </a:lnTo>
                  <a:lnTo>
                    <a:pt x="109848" y="280124"/>
                  </a:lnTo>
                  <a:lnTo>
                    <a:pt x="109498" y="280252"/>
                  </a:lnTo>
                  <a:lnTo>
                    <a:pt x="108738" y="280617"/>
                  </a:lnTo>
                  <a:lnTo>
                    <a:pt x="108209" y="281084"/>
                  </a:lnTo>
                  <a:lnTo>
                    <a:pt x="107514" y="280806"/>
                  </a:lnTo>
                  <a:lnTo>
                    <a:pt x="107297" y="280767"/>
                  </a:lnTo>
                  <a:lnTo>
                    <a:pt x="107025" y="280874"/>
                  </a:lnTo>
                  <a:lnTo>
                    <a:pt x="106754" y="281018"/>
                  </a:lnTo>
                  <a:lnTo>
                    <a:pt x="106371" y="281185"/>
                  </a:lnTo>
                  <a:lnTo>
                    <a:pt x="106169" y="281375"/>
                  </a:lnTo>
                  <a:lnTo>
                    <a:pt x="105383" y="281686"/>
                  </a:lnTo>
                  <a:lnTo>
                    <a:pt x="105018" y="281358"/>
                  </a:lnTo>
                  <a:lnTo>
                    <a:pt x="104707" y="281510"/>
                  </a:lnTo>
                  <a:lnTo>
                    <a:pt x="104492" y="281429"/>
                  </a:lnTo>
                  <a:lnTo>
                    <a:pt x="104104" y="281463"/>
                  </a:lnTo>
                  <a:lnTo>
                    <a:pt x="102889" y="282351"/>
                  </a:lnTo>
                  <a:lnTo>
                    <a:pt x="102795" y="282615"/>
                  </a:lnTo>
                  <a:lnTo>
                    <a:pt x="102469" y="283179"/>
                  </a:lnTo>
                  <a:lnTo>
                    <a:pt x="102143" y="283274"/>
                  </a:lnTo>
                  <a:lnTo>
                    <a:pt x="101146" y="283413"/>
                  </a:lnTo>
                  <a:lnTo>
                    <a:pt x="100859" y="283355"/>
                  </a:lnTo>
                  <a:lnTo>
                    <a:pt x="100408" y="283232"/>
                  </a:lnTo>
                  <a:lnTo>
                    <a:pt x="100115" y="283312"/>
                  </a:lnTo>
                  <a:lnTo>
                    <a:pt x="99396" y="283660"/>
                  </a:lnTo>
                  <a:lnTo>
                    <a:pt x="99211" y="283995"/>
                  </a:lnTo>
                  <a:lnTo>
                    <a:pt x="99111" y="284417"/>
                  </a:lnTo>
                  <a:lnTo>
                    <a:pt x="98949" y="284593"/>
                  </a:lnTo>
                  <a:lnTo>
                    <a:pt x="98383" y="284749"/>
                  </a:lnTo>
                  <a:lnTo>
                    <a:pt x="98247" y="284812"/>
                  </a:lnTo>
                  <a:lnTo>
                    <a:pt x="97771" y="285179"/>
                  </a:lnTo>
                  <a:lnTo>
                    <a:pt x="97548" y="285433"/>
                  </a:lnTo>
                  <a:lnTo>
                    <a:pt x="96446" y="285186"/>
                  </a:lnTo>
                  <a:lnTo>
                    <a:pt x="96137" y="285209"/>
                  </a:lnTo>
                  <a:lnTo>
                    <a:pt x="95798" y="285264"/>
                  </a:lnTo>
                  <a:lnTo>
                    <a:pt x="95666" y="285297"/>
                  </a:lnTo>
                  <a:lnTo>
                    <a:pt x="95407" y="285386"/>
                  </a:lnTo>
                  <a:lnTo>
                    <a:pt x="95156" y="285491"/>
                  </a:lnTo>
                  <a:lnTo>
                    <a:pt x="94885" y="285670"/>
                  </a:lnTo>
                  <a:lnTo>
                    <a:pt x="94341" y="286155"/>
                  </a:lnTo>
                  <a:lnTo>
                    <a:pt x="93716" y="286548"/>
                  </a:lnTo>
                  <a:lnTo>
                    <a:pt x="93520" y="286638"/>
                  </a:lnTo>
                  <a:lnTo>
                    <a:pt x="92948" y="286756"/>
                  </a:lnTo>
                  <a:lnTo>
                    <a:pt x="92623" y="286789"/>
                  </a:lnTo>
                  <a:lnTo>
                    <a:pt x="92413" y="286805"/>
                  </a:lnTo>
                  <a:lnTo>
                    <a:pt x="92283" y="286820"/>
                  </a:lnTo>
                  <a:lnTo>
                    <a:pt x="92103" y="286860"/>
                  </a:lnTo>
                  <a:lnTo>
                    <a:pt x="91793" y="287020"/>
                  </a:lnTo>
                  <a:lnTo>
                    <a:pt x="91538" y="287180"/>
                  </a:lnTo>
                  <a:lnTo>
                    <a:pt x="91249" y="287379"/>
                  </a:lnTo>
                  <a:lnTo>
                    <a:pt x="90756" y="287674"/>
                  </a:lnTo>
                  <a:lnTo>
                    <a:pt x="90504" y="287780"/>
                  </a:lnTo>
                  <a:lnTo>
                    <a:pt x="89993" y="288077"/>
                  </a:lnTo>
                  <a:lnTo>
                    <a:pt x="89225" y="289076"/>
                  </a:lnTo>
                  <a:lnTo>
                    <a:pt x="88468" y="290038"/>
                  </a:lnTo>
                  <a:lnTo>
                    <a:pt x="88122" y="290501"/>
                  </a:lnTo>
                  <a:lnTo>
                    <a:pt x="87850" y="290670"/>
                  </a:lnTo>
                  <a:lnTo>
                    <a:pt x="87659" y="290763"/>
                  </a:lnTo>
                  <a:lnTo>
                    <a:pt x="87516" y="290827"/>
                  </a:lnTo>
                  <a:lnTo>
                    <a:pt x="86852" y="291367"/>
                  </a:lnTo>
                  <a:lnTo>
                    <a:pt x="86584" y="291625"/>
                  </a:lnTo>
                  <a:lnTo>
                    <a:pt x="86243" y="291411"/>
                  </a:lnTo>
                  <a:lnTo>
                    <a:pt x="86159" y="291273"/>
                  </a:lnTo>
                  <a:lnTo>
                    <a:pt x="85980" y="291148"/>
                  </a:lnTo>
                  <a:lnTo>
                    <a:pt x="85569" y="290867"/>
                  </a:lnTo>
                  <a:lnTo>
                    <a:pt x="85531" y="290350"/>
                  </a:lnTo>
                  <a:lnTo>
                    <a:pt x="85725" y="289983"/>
                  </a:lnTo>
                  <a:lnTo>
                    <a:pt x="85920" y="289558"/>
                  </a:lnTo>
                  <a:lnTo>
                    <a:pt x="85833" y="289088"/>
                  </a:lnTo>
                  <a:lnTo>
                    <a:pt x="86008" y="288856"/>
                  </a:lnTo>
                  <a:lnTo>
                    <a:pt x="86090" y="288641"/>
                  </a:lnTo>
                  <a:lnTo>
                    <a:pt x="86155" y="288403"/>
                  </a:lnTo>
                  <a:lnTo>
                    <a:pt x="86199" y="288076"/>
                  </a:lnTo>
                  <a:lnTo>
                    <a:pt x="85765" y="287911"/>
                  </a:lnTo>
                  <a:lnTo>
                    <a:pt x="85804" y="287650"/>
                  </a:lnTo>
                  <a:lnTo>
                    <a:pt x="86020" y="287636"/>
                  </a:lnTo>
                  <a:lnTo>
                    <a:pt x="86213" y="287695"/>
                  </a:lnTo>
                  <a:lnTo>
                    <a:pt x="86479" y="287681"/>
                  </a:lnTo>
                  <a:lnTo>
                    <a:pt x="86615" y="287222"/>
                  </a:lnTo>
                  <a:lnTo>
                    <a:pt x="86833" y="286371"/>
                  </a:lnTo>
                  <a:lnTo>
                    <a:pt x="86752" y="285186"/>
                  </a:lnTo>
                  <a:lnTo>
                    <a:pt x="86668" y="284912"/>
                  </a:lnTo>
                  <a:lnTo>
                    <a:pt x="86409" y="284581"/>
                  </a:lnTo>
                  <a:lnTo>
                    <a:pt x="86411" y="284244"/>
                  </a:lnTo>
                  <a:lnTo>
                    <a:pt x="86488" y="283771"/>
                  </a:lnTo>
                  <a:lnTo>
                    <a:pt x="86420" y="283397"/>
                  </a:lnTo>
                  <a:lnTo>
                    <a:pt x="86702" y="282978"/>
                  </a:lnTo>
                  <a:lnTo>
                    <a:pt x="87655" y="283145"/>
                  </a:lnTo>
                  <a:lnTo>
                    <a:pt x="87778" y="282971"/>
                  </a:lnTo>
                  <a:lnTo>
                    <a:pt x="87939" y="282565"/>
                  </a:lnTo>
                  <a:lnTo>
                    <a:pt x="88172" y="282319"/>
                  </a:lnTo>
                  <a:lnTo>
                    <a:pt x="88364" y="282326"/>
                  </a:lnTo>
                  <a:lnTo>
                    <a:pt x="88600" y="281985"/>
                  </a:lnTo>
                  <a:lnTo>
                    <a:pt x="88736" y="281766"/>
                  </a:lnTo>
                  <a:lnTo>
                    <a:pt x="89132" y="281628"/>
                  </a:lnTo>
                  <a:lnTo>
                    <a:pt x="89425" y="281788"/>
                  </a:lnTo>
                  <a:lnTo>
                    <a:pt x="89594" y="281836"/>
                  </a:lnTo>
                  <a:lnTo>
                    <a:pt x="89972" y="281592"/>
                  </a:lnTo>
                  <a:lnTo>
                    <a:pt x="89986" y="281439"/>
                  </a:lnTo>
                  <a:lnTo>
                    <a:pt x="89968" y="281029"/>
                  </a:lnTo>
                  <a:lnTo>
                    <a:pt x="90000" y="280864"/>
                  </a:lnTo>
                  <a:lnTo>
                    <a:pt x="90046" y="280624"/>
                  </a:lnTo>
                  <a:lnTo>
                    <a:pt x="90020" y="280331"/>
                  </a:lnTo>
                  <a:lnTo>
                    <a:pt x="90023" y="280171"/>
                  </a:lnTo>
                  <a:lnTo>
                    <a:pt x="90028" y="279916"/>
                  </a:lnTo>
                  <a:lnTo>
                    <a:pt x="89982" y="279351"/>
                  </a:lnTo>
                  <a:lnTo>
                    <a:pt x="90249" y="278904"/>
                  </a:lnTo>
                  <a:lnTo>
                    <a:pt x="90450" y="278471"/>
                  </a:lnTo>
                  <a:lnTo>
                    <a:pt x="90547" y="278320"/>
                  </a:lnTo>
                  <a:lnTo>
                    <a:pt x="90863" y="277856"/>
                  </a:lnTo>
                  <a:lnTo>
                    <a:pt x="91024" y="277610"/>
                  </a:lnTo>
                  <a:lnTo>
                    <a:pt x="91131" y="277292"/>
                  </a:lnTo>
                  <a:lnTo>
                    <a:pt x="91182" y="277141"/>
                  </a:lnTo>
                  <a:lnTo>
                    <a:pt x="91263" y="276751"/>
                  </a:lnTo>
                  <a:lnTo>
                    <a:pt x="91327" y="276568"/>
                  </a:lnTo>
                  <a:lnTo>
                    <a:pt x="91393" y="276124"/>
                  </a:lnTo>
                  <a:lnTo>
                    <a:pt x="91341" y="275717"/>
                  </a:lnTo>
                  <a:lnTo>
                    <a:pt x="91356" y="275468"/>
                  </a:lnTo>
                  <a:lnTo>
                    <a:pt x="91501" y="275322"/>
                  </a:lnTo>
                  <a:lnTo>
                    <a:pt x="91311" y="274941"/>
                  </a:lnTo>
                  <a:lnTo>
                    <a:pt x="91208" y="274762"/>
                  </a:lnTo>
                  <a:lnTo>
                    <a:pt x="91341" y="274489"/>
                  </a:lnTo>
                  <a:lnTo>
                    <a:pt x="91148" y="274056"/>
                  </a:lnTo>
                  <a:lnTo>
                    <a:pt x="91179" y="273910"/>
                  </a:lnTo>
                  <a:lnTo>
                    <a:pt x="91004" y="273712"/>
                  </a:lnTo>
                  <a:lnTo>
                    <a:pt x="91032" y="273535"/>
                  </a:lnTo>
                  <a:lnTo>
                    <a:pt x="91316" y="273085"/>
                  </a:lnTo>
                  <a:lnTo>
                    <a:pt x="91066" y="272756"/>
                  </a:lnTo>
                  <a:lnTo>
                    <a:pt x="91102" y="272092"/>
                  </a:lnTo>
                  <a:lnTo>
                    <a:pt x="91120" y="271506"/>
                  </a:lnTo>
                  <a:lnTo>
                    <a:pt x="90635" y="270893"/>
                  </a:lnTo>
                  <a:lnTo>
                    <a:pt x="90777" y="270598"/>
                  </a:lnTo>
                  <a:lnTo>
                    <a:pt x="90776" y="270417"/>
                  </a:lnTo>
                  <a:lnTo>
                    <a:pt x="90760" y="270259"/>
                  </a:lnTo>
                  <a:lnTo>
                    <a:pt x="90560" y="269986"/>
                  </a:lnTo>
                  <a:lnTo>
                    <a:pt x="90431" y="269927"/>
                  </a:lnTo>
                  <a:lnTo>
                    <a:pt x="90261" y="269920"/>
                  </a:lnTo>
                  <a:lnTo>
                    <a:pt x="90069" y="269977"/>
                  </a:lnTo>
                  <a:lnTo>
                    <a:pt x="89926" y="269978"/>
                  </a:lnTo>
                  <a:lnTo>
                    <a:pt x="89542" y="269891"/>
                  </a:lnTo>
                  <a:lnTo>
                    <a:pt x="89126" y="269414"/>
                  </a:lnTo>
                  <a:lnTo>
                    <a:pt x="88900" y="269358"/>
                  </a:lnTo>
                  <a:lnTo>
                    <a:pt x="88970" y="268925"/>
                  </a:lnTo>
                  <a:lnTo>
                    <a:pt x="89016" y="268772"/>
                  </a:lnTo>
                  <a:lnTo>
                    <a:pt x="88967" y="268454"/>
                  </a:lnTo>
                  <a:lnTo>
                    <a:pt x="88918" y="268321"/>
                  </a:lnTo>
                  <a:lnTo>
                    <a:pt x="89024" y="267868"/>
                  </a:lnTo>
                  <a:lnTo>
                    <a:pt x="88837" y="267688"/>
                  </a:lnTo>
                  <a:lnTo>
                    <a:pt x="88675" y="267640"/>
                  </a:lnTo>
                  <a:lnTo>
                    <a:pt x="88254" y="267911"/>
                  </a:lnTo>
                  <a:lnTo>
                    <a:pt x="88028" y="268049"/>
                  </a:lnTo>
                  <a:lnTo>
                    <a:pt x="87701" y="268088"/>
                  </a:lnTo>
                  <a:lnTo>
                    <a:pt x="87569" y="267970"/>
                  </a:lnTo>
                  <a:lnTo>
                    <a:pt x="87372" y="267890"/>
                  </a:lnTo>
                  <a:lnTo>
                    <a:pt x="87262" y="268155"/>
                  </a:lnTo>
                  <a:lnTo>
                    <a:pt x="87070" y="268469"/>
                  </a:lnTo>
                  <a:lnTo>
                    <a:pt x="86736" y="268525"/>
                  </a:lnTo>
                  <a:lnTo>
                    <a:pt x="86491" y="268471"/>
                  </a:lnTo>
                  <a:lnTo>
                    <a:pt x="86360" y="268294"/>
                  </a:lnTo>
                  <a:lnTo>
                    <a:pt x="86605" y="267977"/>
                  </a:lnTo>
                  <a:lnTo>
                    <a:pt x="86822" y="267791"/>
                  </a:lnTo>
                  <a:lnTo>
                    <a:pt x="86917" y="267456"/>
                  </a:lnTo>
                  <a:lnTo>
                    <a:pt x="86952" y="266900"/>
                  </a:lnTo>
                  <a:lnTo>
                    <a:pt x="86908" y="266766"/>
                  </a:lnTo>
                  <a:lnTo>
                    <a:pt x="86741" y="266616"/>
                  </a:lnTo>
                  <a:lnTo>
                    <a:pt x="86514" y="266642"/>
                  </a:lnTo>
                  <a:lnTo>
                    <a:pt x="86193" y="266618"/>
                  </a:lnTo>
                  <a:lnTo>
                    <a:pt x="86029" y="266417"/>
                  </a:lnTo>
                  <a:lnTo>
                    <a:pt x="86091" y="266013"/>
                  </a:lnTo>
                  <a:lnTo>
                    <a:pt x="85915" y="266029"/>
                  </a:lnTo>
                  <a:lnTo>
                    <a:pt x="85885" y="265796"/>
                  </a:lnTo>
                  <a:lnTo>
                    <a:pt x="85857" y="265512"/>
                  </a:lnTo>
                  <a:lnTo>
                    <a:pt x="85834" y="265205"/>
                  </a:lnTo>
                  <a:lnTo>
                    <a:pt x="85902" y="265069"/>
                  </a:lnTo>
                  <a:lnTo>
                    <a:pt x="85949" y="264934"/>
                  </a:lnTo>
                  <a:lnTo>
                    <a:pt x="85697" y="264609"/>
                  </a:lnTo>
                  <a:lnTo>
                    <a:pt x="85327" y="264406"/>
                  </a:lnTo>
                  <a:lnTo>
                    <a:pt x="85048" y="264281"/>
                  </a:lnTo>
                  <a:lnTo>
                    <a:pt x="84719" y="264072"/>
                  </a:lnTo>
                  <a:lnTo>
                    <a:pt x="84460" y="264019"/>
                  </a:lnTo>
                  <a:lnTo>
                    <a:pt x="84274" y="263606"/>
                  </a:lnTo>
                  <a:lnTo>
                    <a:pt x="84564" y="263373"/>
                  </a:lnTo>
                  <a:lnTo>
                    <a:pt x="84947" y="262929"/>
                  </a:lnTo>
                  <a:lnTo>
                    <a:pt x="84967" y="262607"/>
                  </a:lnTo>
                  <a:lnTo>
                    <a:pt x="84972" y="262281"/>
                  </a:lnTo>
                  <a:lnTo>
                    <a:pt x="84742" y="261945"/>
                  </a:lnTo>
                  <a:lnTo>
                    <a:pt x="84199" y="261664"/>
                  </a:lnTo>
                  <a:lnTo>
                    <a:pt x="83901" y="261605"/>
                  </a:lnTo>
                  <a:lnTo>
                    <a:pt x="83665" y="260829"/>
                  </a:lnTo>
                  <a:lnTo>
                    <a:pt x="83653" y="260686"/>
                  </a:lnTo>
                  <a:lnTo>
                    <a:pt x="83660" y="260472"/>
                  </a:lnTo>
                  <a:lnTo>
                    <a:pt x="83805" y="260275"/>
                  </a:lnTo>
                  <a:lnTo>
                    <a:pt x="84120" y="259846"/>
                  </a:lnTo>
                  <a:lnTo>
                    <a:pt x="84174" y="259612"/>
                  </a:lnTo>
                  <a:lnTo>
                    <a:pt x="84459" y="259052"/>
                  </a:lnTo>
                  <a:lnTo>
                    <a:pt x="84582" y="258869"/>
                  </a:lnTo>
                  <a:lnTo>
                    <a:pt x="84741" y="258632"/>
                  </a:lnTo>
                  <a:lnTo>
                    <a:pt x="84878" y="258528"/>
                  </a:lnTo>
                  <a:lnTo>
                    <a:pt x="85225" y="258237"/>
                  </a:lnTo>
                  <a:lnTo>
                    <a:pt x="85492" y="257919"/>
                  </a:lnTo>
                  <a:lnTo>
                    <a:pt x="85500" y="257527"/>
                  </a:lnTo>
                  <a:lnTo>
                    <a:pt x="85520" y="257306"/>
                  </a:lnTo>
                  <a:lnTo>
                    <a:pt x="85637" y="256844"/>
                  </a:lnTo>
                  <a:lnTo>
                    <a:pt x="85637" y="256703"/>
                  </a:lnTo>
                  <a:lnTo>
                    <a:pt x="85604" y="256491"/>
                  </a:lnTo>
                  <a:lnTo>
                    <a:pt x="85820" y="256072"/>
                  </a:lnTo>
                  <a:lnTo>
                    <a:pt x="85840" y="255724"/>
                  </a:lnTo>
                  <a:lnTo>
                    <a:pt x="85883" y="255561"/>
                  </a:lnTo>
                  <a:lnTo>
                    <a:pt x="86083" y="255465"/>
                  </a:lnTo>
                  <a:lnTo>
                    <a:pt x="86824" y="254747"/>
                  </a:lnTo>
                  <a:lnTo>
                    <a:pt x="87139" y="254427"/>
                  </a:lnTo>
                  <a:lnTo>
                    <a:pt x="87334" y="254251"/>
                  </a:lnTo>
                  <a:lnTo>
                    <a:pt x="87685" y="253657"/>
                  </a:lnTo>
                  <a:lnTo>
                    <a:pt x="87693" y="253511"/>
                  </a:lnTo>
                  <a:lnTo>
                    <a:pt x="87618" y="253244"/>
                  </a:lnTo>
                  <a:lnTo>
                    <a:pt x="87872" y="253077"/>
                  </a:lnTo>
                  <a:lnTo>
                    <a:pt x="88462" y="252904"/>
                  </a:lnTo>
                  <a:lnTo>
                    <a:pt x="88722" y="252284"/>
                  </a:lnTo>
                  <a:lnTo>
                    <a:pt x="88918" y="252149"/>
                  </a:lnTo>
                  <a:lnTo>
                    <a:pt x="88928" y="251920"/>
                  </a:lnTo>
                  <a:lnTo>
                    <a:pt x="89381" y="251832"/>
                  </a:lnTo>
                  <a:lnTo>
                    <a:pt x="89722" y="251696"/>
                  </a:lnTo>
                  <a:lnTo>
                    <a:pt x="89954" y="251546"/>
                  </a:lnTo>
                  <a:lnTo>
                    <a:pt x="90044" y="251214"/>
                  </a:lnTo>
                  <a:lnTo>
                    <a:pt x="90079" y="251086"/>
                  </a:lnTo>
                  <a:lnTo>
                    <a:pt x="90077" y="250951"/>
                  </a:lnTo>
                  <a:lnTo>
                    <a:pt x="90094" y="250737"/>
                  </a:lnTo>
                  <a:lnTo>
                    <a:pt x="90295" y="250460"/>
                  </a:lnTo>
                  <a:lnTo>
                    <a:pt x="90462" y="250140"/>
                  </a:lnTo>
                  <a:lnTo>
                    <a:pt x="90676" y="249983"/>
                  </a:lnTo>
                  <a:lnTo>
                    <a:pt x="90792" y="249738"/>
                  </a:lnTo>
                  <a:lnTo>
                    <a:pt x="91038" y="249429"/>
                  </a:lnTo>
                  <a:lnTo>
                    <a:pt x="91168" y="249015"/>
                  </a:lnTo>
                  <a:lnTo>
                    <a:pt x="91424" y="248653"/>
                  </a:lnTo>
                  <a:lnTo>
                    <a:pt x="91738" y="248582"/>
                  </a:lnTo>
                  <a:lnTo>
                    <a:pt x="92481" y="248414"/>
                  </a:lnTo>
                  <a:lnTo>
                    <a:pt x="92677" y="248422"/>
                  </a:lnTo>
                  <a:lnTo>
                    <a:pt x="93540" y="248107"/>
                  </a:lnTo>
                  <a:lnTo>
                    <a:pt x="94070" y="248001"/>
                  </a:lnTo>
                  <a:lnTo>
                    <a:pt x="94381" y="248014"/>
                  </a:lnTo>
                  <a:lnTo>
                    <a:pt x="94862" y="248035"/>
                  </a:lnTo>
                  <a:lnTo>
                    <a:pt x="95121" y="248005"/>
                  </a:lnTo>
                  <a:lnTo>
                    <a:pt x="95317" y="247757"/>
                  </a:lnTo>
                  <a:lnTo>
                    <a:pt x="95557" y="247665"/>
                  </a:lnTo>
                  <a:lnTo>
                    <a:pt x="95848" y="247593"/>
                  </a:lnTo>
                  <a:lnTo>
                    <a:pt x="96824" y="247196"/>
                  </a:lnTo>
                  <a:lnTo>
                    <a:pt x="97170" y="246952"/>
                  </a:lnTo>
                  <a:lnTo>
                    <a:pt x="97475" y="246828"/>
                  </a:lnTo>
                  <a:lnTo>
                    <a:pt x="97627" y="246766"/>
                  </a:lnTo>
                  <a:lnTo>
                    <a:pt x="98127" y="246539"/>
                  </a:lnTo>
                  <a:lnTo>
                    <a:pt x="98487" y="246430"/>
                  </a:lnTo>
                  <a:lnTo>
                    <a:pt x="98701" y="246548"/>
                  </a:lnTo>
                  <a:lnTo>
                    <a:pt x="99258" y="246195"/>
                  </a:lnTo>
                  <a:lnTo>
                    <a:pt x="99559" y="244761"/>
                  </a:lnTo>
                  <a:lnTo>
                    <a:pt x="99812" y="243893"/>
                  </a:lnTo>
                  <a:lnTo>
                    <a:pt x="100417" y="243098"/>
                  </a:lnTo>
                  <a:lnTo>
                    <a:pt x="101112" y="242689"/>
                  </a:lnTo>
                  <a:lnTo>
                    <a:pt x="101200" y="242510"/>
                  </a:lnTo>
                  <a:lnTo>
                    <a:pt x="101544" y="242474"/>
                  </a:lnTo>
                  <a:lnTo>
                    <a:pt x="102005" y="242350"/>
                  </a:lnTo>
                  <a:lnTo>
                    <a:pt x="102239" y="242181"/>
                  </a:lnTo>
                  <a:lnTo>
                    <a:pt x="102376" y="241796"/>
                  </a:lnTo>
                  <a:lnTo>
                    <a:pt x="102199" y="241641"/>
                  </a:lnTo>
                  <a:lnTo>
                    <a:pt x="102241" y="241233"/>
                  </a:lnTo>
                  <a:lnTo>
                    <a:pt x="102542" y="240955"/>
                  </a:lnTo>
                  <a:lnTo>
                    <a:pt x="103136" y="240260"/>
                  </a:lnTo>
                  <a:lnTo>
                    <a:pt x="102974" y="239462"/>
                  </a:lnTo>
                  <a:lnTo>
                    <a:pt x="103053" y="238930"/>
                  </a:lnTo>
                  <a:lnTo>
                    <a:pt x="102923" y="238880"/>
                  </a:lnTo>
                  <a:lnTo>
                    <a:pt x="102733" y="238473"/>
                  </a:lnTo>
                  <a:lnTo>
                    <a:pt x="103246" y="237928"/>
                  </a:lnTo>
                  <a:lnTo>
                    <a:pt x="103510" y="237949"/>
                  </a:lnTo>
                  <a:lnTo>
                    <a:pt x="104122" y="237209"/>
                  </a:lnTo>
                  <a:lnTo>
                    <a:pt x="104139" y="236888"/>
                  </a:lnTo>
                  <a:lnTo>
                    <a:pt x="104539" y="236832"/>
                  </a:lnTo>
                  <a:lnTo>
                    <a:pt x="104636" y="236658"/>
                  </a:lnTo>
                  <a:lnTo>
                    <a:pt x="104784" y="236245"/>
                  </a:lnTo>
                  <a:lnTo>
                    <a:pt x="105122" y="236018"/>
                  </a:lnTo>
                  <a:lnTo>
                    <a:pt x="105811" y="235471"/>
                  </a:lnTo>
                  <a:lnTo>
                    <a:pt x="106145" y="235005"/>
                  </a:lnTo>
                  <a:lnTo>
                    <a:pt x="106231" y="234816"/>
                  </a:lnTo>
                  <a:lnTo>
                    <a:pt x="106237" y="234635"/>
                  </a:lnTo>
                  <a:lnTo>
                    <a:pt x="106244" y="234446"/>
                  </a:lnTo>
                  <a:lnTo>
                    <a:pt x="106396" y="234114"/>
                  </a:lnTo>
                  <a:lnTo>
                    <a:pt x="106660" y="233574"/>
                  </a:lnTo>
                  <a:lnTo>
                    <a:pt x="106737" y="233310"/>
                  </a:lnTo>
                  <a:lnTo>
                    <a:pt x="106795" y="233116"/>
                  </a:lnTo>
                  <a:lnTo>
                    <a:pt x="106896" y="232776"/>
                  </a:lnTo>
                  <a:lnTo>
                    <a:pt x="106885" y="232548"/>
                  </a:lnTo>
                  <a:lnTo>
                    <a:pt x="106748" y="232317"/>
                  </a:lnTo>
                  <a:lnTo>
                    <a:pt x="106650" y="231993"/>
                  </a:lnTo>
                  <a:lnTo>
                    <a:pt x="106732" y="231505"/>
                  </a:lnTo>
                  <a:lnTo>
                    <a:pt x="107020" y="231222"/>
                  </a:lnTo>
                  <a:lnTo>
                    <a:pt x="107205" y="231122"/>
                  </a:lnTo>
                  <a:lnTo>
                    <a:pt x="107519" y="230921"/>
                  </a:lnTo>
                  <a:lnTo>
                    <a:pt x="107859" y="230195"/>
                  </a:lnTo>
                  <a:lnTo>
                    <a:pt x="107704" y="230084"/>
                  </a:lnTo>
                  <a:lnTo>
                    <a:pt x="107675" y="229755"/>
                  </a:lnTo>
                  <a:lnTo>
                    <a:pt x="107794" y="229301"/>
                  </a:lnTo>
                  <a:lnTo>
                    <a:pt x="108025" y="228967"/>
                  </a:lnTo>
                  <a:lnTo>
                    <a:pt x="108248" y="228786"/>
                  </a:lnTo>
                  <a:lnTo>
                    <a:pt x="108606" y="228495"/>
                  </a:lnTo>
                  <a:lnTo>
                    <a:pt x="109239" y="228297"/>
                  </a:lnTo>
                  <a:lnTo>
                    <a:pt x="109631" y="228144"/>
                  </a:lnTo>
                  <a:lnTo>
                    <a:pt x="109939" y="227833"/>
                  </a:lnTo>
                  <a:lnTo>
                    <a:pt x="110133" y="227699"/>
                  </a:lnTo>
                  <a:lnTo>
                    <a:pt x="110041" y="227246"/>
                  </a:lnTo>
                  <a:lnTo>
                    <a:pt x="110272" y="226918"/>
                  </a:lnTo>
                  <a:lnTo>
                    <a:pt x="110294" y="226776"/>
                  </a:lnTo>
                  <a:lnTo>
                    <a:pt x="110349" y="226426"/>
                  </a:lnTo>
                  <a:lnTo>
                    <a:pt x="110395" y="226129"/>
                  </a:lnTo>
                  <a:lnTo>
                    <a:pt x="110263" y="225880"/>
                  </a:lnTo>
                  <a:lnTo>
                    <a:pt x="110111" y="225515"/>
                  </a:lnTo>
                  <a:lnTo>
                    <a:pt x="110287" y="225328"/>
                  </a:lnTo>
                  <a:lnTo>
                    <a:pt x="110400" y="224955"/>
                  </a:lnTo>
                  <a:lnTo>
                    <a:pt x="110636" y="224613"/>
                  </a:lnTo>
                  <a:lnTo>
                    <a:pt x="110718" y="224338"/>
                  </a:lnTo>
                  <a:lnTo>
                    <a:pt x="110722" y="224205"/>
                  </a:lnTo>
                  <a:lnTo>
                    <a:pt x="110604" y="223739"/>
                  </a:lnTo>
                  <a:lnTo>
                    <a:pt x="110512" y="223359"/>
                  </a:lnTo>
                  <a:lnTo>
                    <a:pt x="111124" y="223256"/>
                  </a:lnTo>
                  <a:lnTo>
                    <a:pt x="111747" y="223083"/>
                  </a:lnTo>
                  <a:lnTo>
                    <a:pt x="111878" y="222862"/>
                  </a:lnTo>
                  <a:lnTo>
                    <a:pt x="112116" y="222756"/>
                  </a:lnTo>
                  <a:lnTo>
                    <a:pt x="112494" y="222588"/>
                  </a:lnTo>
                  <a:lnTo>
                    <a:pt x="112635" y="222526"/>
                  </a:lnTo>
                  <a:lnTo>
                    <a:pt x="112844" y="222527"/>
                  </a:lnTo>
                  <a:lnTo>
                    <a:pt x="113020" y="222545"/>
                  </a:lnTo>
                  <a:lnTo>
                    <a:pt x="113450" y="222267"/>
                  </a:lnTo>
                  <a:lnTo>
                    <a:pt x="113628" y="222155"/>
                  </a:lnTo>
                  <a:lnTo>
                    <a:pt x="113793" y="222095"/>
                  </a:lnTo>
                  <a:lnTo>
                    <a:pt x="114053" y="222095"/>
                  </a:lnTo>
                  <a:lnTo>
                    <a:pt x="114438" y="221873"/>
                  </a:lnTo>
                  <a:lnTo>
                    <a:pt x="114605" y="221856"/>
                  </a:lnTo>
                  <a:lnTo>
                    <a:pt x="115188" y="222025"/>
                  </a:lnTo>
                  <a:lnTo>
                    <a:pt x="115509" y="222028"/>
                  </a:lnTo>
                  <a:lnTo>
                    <a:pt x="115812" y="221824"/>
                  </a:lnTo>
                  <a:lnTo>
                    <a:pt x="116117" y="221852"/>
                  </a:lnTo>
                  <a:lnTo>
                    <a:pt x="116276" y="221846"/>
                  </a:lnTo>
                  <a:lnTo>
                    <a:pt x="116798" y="221707"/>
                  </a:lnTo>
                  <a:lnTo>
                    <a:pt x="117039" y="221641"/>
                  </a:lnTo>
                  <a:lnTo>
                    <a:pt x="117802" y="221386"/>
                  </a:lnTo>
                  <a:lnTo>
                    <a:pt x="118032" y="221633"/>
                  </a:lnTo>
                  <a:lnTo>
                    <a:pt x="118387" y="221965"/>
                  </a:lnTo>
                  <a:lnTo>
                    <a:pt x="118716" y="222168"/>
                  </a:lnTo>
                  <a:lnTo>
                    <a:pt x="118861" y="222192"/>
                  </a:lnTo>
                  <a:lnTo>
                    <a:pt x="119457" y="222288"/>
                  </a:lnTo>
                  <a:lnTo>
                    <a:pt x="119587" y="222300"/>
                  </a:lnTo>
                  <a:lnTo>
                    <a:pt x="119896" y="222281"/>
                  </a:lnTo>
                  <a:lnTo>
                    <a:pt x="120275" y="222350"/>
                  </a:lnTo>
                  <a:lnTo>
                    <a:pt x="120802" y="221978"/>
                  </a:lnTo>
                  <a:lnTo>
                    <a:pt x="121114" y="221489"/>
                  </a:lnTo>
                  <a:lnTo>
                    <a:pt x="121246" y="221452"/>
                  </a:lnTo>
                  <a:lnTo>
                    <a:pt x="121391" y="221436"/>
                  </a:lnTo>
                  <a:lnTo>
                    <a:pt x="122092" y="220423"/>
                  </a:lnTo>
                  <a:lnTo>
                    <a:pt x="121818" y="220124"/>
                  </a:lnTo>
                  <a:lnTo>
                    <a:pt x="121333" y="219460"/>
                  </a:lnTo>
                  <a:lnTo>
                    <a:pt x="121033" y="219559"/>
                  </a:lnTo>
                  <a:lnTo>
                    <a:pt x="120849" y="219712"/>
                  </a:lnTo>
                  <a:lnTo>
                    <a:pt x="120248" y="219612"/>
                  </a:lnTo>
                  <a:lnTo>
                    <a:pt x="120054" y="219454"/>
                  </a:lnTo>
                  <a:lnTo>
                    <a:pt x="120078" y="219198"/>
                  </a:lnTo>
                  <a:lnTo>
                    <a:pt x="120158" y="219030"/>
                  </a:lnTo>
                  <a:lnTo>
                    <a:pt x="120344" y="218873"/>
                  </a:lnTo>
                  <a:lnTo>
                    <a:pt x="120687" y="218580"/>
                  </a:lnTo>
                  <a:lnTo>
                    <a:pt x="120706" y="218242"/>
                  </a:lnTo>
                  <a:lnTo>
                    <a:pt x="120308" y="218084"/>
                  </a:lnTo>
                  <a:lnTo>
                    <a:pt x="120175" y="218054"/>
                  </a:lnTo>
                  <a:lnTo>
                    <a:pt x="120167" y="217910"/>
                  </a:lnTo>
                  <a:lnTo>
                    <a:pt x="120125" y="217604"/>
                  </a:lnTo>
                  <a:lnTo>
                    <a:pt x="119957" y="217386"/>
                  </a:lnTo>
                  <a:lnTo>
                    <a:pt x="119980" y="217189"/>
                  </a:lnTo>
                  <a:lnTo>
                    <a:pt x="120238" y="217206"/>
                  </a:lnTo>
                  <a:lnTo>
                    <a:pt x="120418" y="217015"/>
                  </a:lnTo>
                  <a:lnTo>
                    <a:pt x="120649" y="216685"/>
                  </a:lnTo>
                  <a:lnTo>
                    <a:pt x="120878" y="216826"/>
                  </a:lnTo>
                  <a:lnTo>
                    <a:pt x="121170" y="217005"/>
                  </a:lnTo>
                  <a:lnTo>
                    <a:pt x="121328" y="217102"/>
                  </a:lnTo>
                  <a:lnTo>
                    <a:pt x="121496" y="217309"/>
                  </a:lnTo>
                  <a:lnTo>
                    <a:pt x="121483" y="217453"/>
                  </a:lnTo>
                  <a:lnTo>
                    <a:pt x="121843" y="217780"/>
                  </a:lnTo>
                  <a:lnTo>
                    <a:pt x="122108" y="217764"/>
                  </a:lnTo>
                  <a:lnTo>
                    <a:pt x="122090" y="217553"/>
                  </a:lnTo>
                  <a:lnTo>
                    <a:pt x="121824" y="217184"/>
                  </a:lnTo>
                  <a:lnTo>
                    <a:pt x="122116" y="217077"/>
                  </a:lnTo>
                  <a:lnTo>
                    <a:pt x="122477" y="216057"/>
                  </a:lnTo>
                  <a:lnTo>
                    <a:pt x="122443" y="215894"/>
                  </a:lnTo>
                  <a:lnTo>
                    <a:pt x="122168" y="215676"/>
                  </a:lnTo>
                  <a:lnTo>
                    <a:pt x="122471" y="214799"/>
                  </a:lnTo>
                  <a:lnTo>
                    <a:pt x="122482" y="214215"/>
                  </a:lnTo>
                  <a:lnTo>
                    <a:pt x="122677" y="213703"/>
                  </a:lnTo>
                  <a:lnTo>
                    <a:pt x="122891" y="213589"/>
                  </a:lnTo>
                  <a:lnTo>
                    <a:pt x="123106" y="213491"/>
                  </a:lnTo>
                  <a:lnTo>
                    <a:pt x="123648" y="212797"/>
                  </a:lnTo>
                  <a:lnTo>
                    <a:pt x="124245" y="212810"/>
                  </a:lnTo>
                  <a:lnTo>
                    <a:pt x="124480" y="213034"/>
                  </a:lnTo>
                  <a:lnTo>
                    <a:pt x="124553" y="213427"/>
                  </a:lnTo>
                  <a:lnTo>
                    <a:pt x="124910" y="213502"/>
                  </a:lnTo>
                  <a:lnTo>
                    <a:pt x="125258" y="213369"/>
                  </a:lnTo>
                  <a:lnTo>
                    <a:pt x="125328" y="213239"/>
                  </a:lnTo>
                  <a:lnTo>
                    <a:pt x="125487" y="213414"/>
                  </a:lnTo>
                  <a:lnTo>
                    <a:pt x="125665" y="213468"/>
                  </a:lnTo>
                  <a:lnTo>
                    <a:pt x="125919" y="213539"/>
                  </a:lnTo>
                  <a:lnTo>
                    <a:pt x="125836" y="213684"/>
                  </a:lnTo>
                  <a:lnTo>
                    <a:pt x="125825" y="213837"/>
                  </a:lnTo>
                  <a:lnTo>
                    <a:pt x="125768" y="214480"/>
                  </a:lnTo>
                  <a:lnTo>
                    <a:pt x="125572" y="214681"/>
                  </a:lnTo>
                  <a:lnTo>
                    <a:pt x="125492" y="214835"/>
                  </a:lnTo>
                  <a:lnTo>
                    <a:pt x="125590" y="215170"/>
                  </a:lnTo>
                  <a:lnTo>
                    <a:pt x="126142" y="215669"/>
                  </a:lnTo>
                  <a:lnTo>
                    <a:pt x="126471" y="215754"/>
                  </a:lnTo>
                  <a:lnTo>
                    <a:pt x="126669" y="215744"/>
                  </a:lnTo>
                  <a:lnTo>
                    <a:pt x="126906" y="215848"/>
                  </a:lnTo>
                  <a:lnTo>
                    <a:pt x="126990" y="215981"/>
                  </a:lnTo>
                  <a:lnTo>
                    <a:pt x="127100" y="216118"/>
                  </a:lnTo>
                  <a:lnTo>
                    <a:pt x="127202" y="216275"/>
                  </a:lnTo>
                  <a:lnTo>
                    <a:pt x="127151" y="216546"/>
                  </a:lnTo>
                  <a:lnTo>
                    <a:pt x="127703" y="217220"/>
                  </a:lnTo>
                  <a:lnTo>
                    <a:pt x="127891" y="217280"/>
                  </a:lnTo>
                  <a:lnTo>
                    <a:pt x="128279" y="217203"/>
                  </a:lnTo>
                  <a:lnTo>
                    <a:pt x="128526" y="216322"/>
                  </a:lnTo>
                  <a:lnTo>
                    <a:pt x="128738" y="215938"/>
                  </a:lnTo>
                  <a:lnTo>
                    <a:pt x="128889" y="215727"/>
                  </a:lnTo>
                  <a:lnTo>
                    <a:pt x="129068" y="215592"/>
                  </a:lnTo>
                  <a:lnTo>
                    <a:pt x="129234" y="215508"/>
                  </a:lnTo>
                  <a:lnTo>
                    <a:pt x="129840" y="215389"/>
                  </a:lnTo>
                  <a:lnTo>
                    <a:pt x="130163" y="215136"/>
                  </a:lnTo>
                  <a:lnTo>
                    <a:pt x="130344" y="214888"/>
                  </a:lnTo>
                  <a:lnTo>
                    <a:pt x="130550" y="214685"/>
                  </a:lnTo>
                  <a:lnTo>
                    <a:pt x="130955" y="214372"/>
                  </a:lnTo>
                  <a:lnTo>
                    <a:pt x="131112" y="214079"/>
                  </a:lnTo>
                  <a:lnTo>
                    <a:pt x="131253" y="213817"/>
                  </a:lnTo>
                  <a:lnTo>
                    <a:pt x="131386" y="213659"/>
                  </a:lnTo>
                  <a:lnTo>
                    <a:pt x="131583" y="213525"/>
                  </a:lnTo>
                  <a:lnTo>
                    <a:pt x="131847" y="213416"/>
                  </a:lnTo>
                  <a:lnTo>
                    <a:pt x="132247" y="213139"/>
                  </a:lnTo>
                  <a:lnTo>
                    <a:pt x="132284" y="213007"/>
                  </a:lnTo>
                  <a:lnTo>
                    <a:pt x="132332" y="212737"/>
                  </a:lnTo>
                  <a:lnTo>
                    <a:pt x="132690" y="212487"/>
                  </a:lnTo>
                  <a:lnTo>
                    <a:pt x="132844" y="212355"/>
                  </a:lnTo>
                  <a:lnTo>
                    <a:pt x="133059" y="212071"/>
                  </a:lnTo>
                  <a:lnTo>
                    <a:pt x="133322" y="211721"/>
                  </a:lnTo>
                  <a:lnTo>
                    <a:pt x="133557" y="211442"/>
                  </a:lnTo>
                  <a:lnTo>
                    <a:pt x="134220" y="211099"/>
                  </a:lnTo>
                  <a:lnTo>
                    <a:pt x="134379" y="211017"/>
                  </a:lnTo>
                  <a:lnTo>
                    <a:pt x="134628" y="210812"/>
                  </a:lnTo>
                  <a:lnTo>
                    <a:pt x="134738" y="210685"/>
                  </a:lnTo>
                  <a:lnTo>
                    <a:pt x="135109" y="210256"/>
                  </a:lnTo>
                  <a:lnTo>
                    <a:pt x="135563" y="209730"/>
                  </a:lnTo>
                  <a:lnTo>
                    <a:pt x="135811" y="209360"/>
                  </a:lnTo>
                  <a:lnTo>
                    <a:pt x="135995" y="208882"/>
                  </a:lnTo>
                  <a:lnTo>
                    <a:pt x="135879" y="208598"/>
                  </a:lnTo>
                  <a:lnTo>
                    <a:pt x="136173" y="208414"/>
                  </a:lnTo>
                  <a:lnTo>
                    <a:pt x="136384" y="208489"/>
                  </a:lnTo>
                  <a:lnTo>
                    <a:pt x="136540" y="208527"/>
                  </a:lnTo>
                  <a:lnTo>
                    <a:pt x="136703" y="208393"/>
                  </a:lnTo>
                  <a:lnTo>
                    <a:pt x="136965" y="208010"/>
                  </a:lnTo>
                  <a:lnTo>
                    <a:pt x="137146" y="207453"/>
                  </a:lnTo>
                  <a:lnTo>
                    <a:pt x="137387" y="206532"/>
                  </a:lnTo>
                  <a:lnTo>
                    <a:pt x="137653" y="206283"/>
                  </a:lnTo>
                  <a:lnTo>
                    <a:pt x="137943" y="206328"/>
                  </a:lnTo>
                  <a:lnTo>
                    <a:pt x="138168" y="206256"/>
                  </a:lnTo>
                  <a:lnTo>
                    <a:pt x="138292" y="206186"/>
                  </a:lnTo>
                  <a:lnTo>
                    <a:pt x="138276" y="206039"/>
                  </a:lnTo>
                  <a:lnTo>
                    <a:pt x="138684" y="206009"/>
                  </a:lnTo>
                  <a:lnTo>
                    <a:pt x="138907" y="205854"/>
                  </a:lnTo>
                  <a:lnTo>
                    <a:pt x="139047" y="205756"/>
                  </a:lnTo>
                  <a:lnTo>
                    <a:pt x="139143" y="205405"/>
                  </a:lnTo>
                  <a:lnTo>
                    <a:pt x="139061" y="205175"/>
                  </a:lnTo>
                  <a:lnTo>
                    <a:pt x="139046" y="204815"/>
                  </a:lnTo>
                  <a:lnTo>
                    <a:pt x="139458" y="204703"/>
                  </a:lnTo>
                  <a:lnTo>
                    <a:pt x="139539" y="204969"/>
                  </a:lnTo>
                  <a:lnTo>
                    <a:pt x="139940" y="205058"/>
                  </a:lnTo>
                  <a:lnTo>
                    <a:pt x="140176" y="204888"/>
                  </a:lnTo>
                  <a:lnTo>
                    <a:pt x="140268" y="204748"/>
                  </a:lnTo>
                  <a:lnTo>
                    <a:pt x="140392" y="204492"/>
                  </a:lnTo>
                  <a:lnTo>
                    <a:pt x="140453" y="203676"/>
                  </a:lnTo>
                  <a:lnTo>
                    <a:pt x="140464" y="203525"/>
                  </a:lnTo>
                  <a:lnTo>
                    <a:pt x="140497" y="203347"/>
                  </a:lnTo>
                  <a:lnTo>
                    <a:pt x="140585" y="203094"/>
                  </a:lnTo>
                  <a:lnTo>
                    <a:pt x="140850" y="202707"/>
                  </a:lnTo>
                  <a:lnTo>
                    <a:pt x="141247" y="202342"/>
                  </a:lnTo>
                  <a:lnTo>
                    <a:pt x="141435" y="202169"/>
                  </a:lnTo>
                  <a:lnTo>
                    <a:pt x="141614" y="201976"/>
                  </a:lnTo>
                  <a:lnTo>
                    <a:pt x="141781" y="201552"/>
                  </a:lnTo>
                  <a:lnTo>
                    <a:pt x="141668" y="201395"/>
                  </a:lnTo>
                  <a:lnTo>
                    <a:pt x="142076" y="201105"/>
                  </a:lnTo>
                  <a:lnTo>
                    <a:pt x="142237" y="201113"/>
                  </a:lnTo>
                  <a:lnTo>
                    <a:pt x="142365" y="201028"/>
                  </a:lnTo>
                  <a:lnTo>
                    <a:pt x="142636" y="201062"/>
                  </a:lnTo>
                  <a:lnTo>
                    <a:pt x="143626" y="201614"/>
                  </a:lnTo>
                  <a:lnTo>
                    <a:pt x="143912" y="201648"/>
                  </a:lnTo>
                  <a:lnTo>
                    <a:pt x="144059" y="201625"/>
                  </a:lnTo>
                  <a:lnTo>
                    <a:pt x="145214" y="201257"/>
                  </a:lnTo>
                  <a:lnTo>
                    <a:pt x="145589" y="201210"/>
                  </a:lnTo>
                  <a:lnTo>
                    <a:pt x="145717" y="201202"/>
                  </a:lnTo>
                  <a:lnTo>
                    <a:pt x="145870" y="201193"/>
                  </a:lnTo>
                  <a:lnTo>
                    <a:pt x="146362" y="201167"/>
                  </a:lnTo>
                  <a:lnTo>
                    <a:pt x="146789" y="201144"/>
                  </a:lnTo>
                  <a:lnTo>
                    <a:pt x="147601" y="201504"/>
                  </a:lnTo>
                  <a:lnTo>
                    <a:pt x="147846" y="201463"/>
                  </a:lnTo>
                  <a:lnTo>
                    <a:pt x="148128" y="201482"/>
                  </a:lnTo>
                  <a:lnTo>
                    <a:pt x="148398" y="201391"/>
                  </a:lnTo>
                  <a:lnTo>
                    <a:pt x="149008" y="201378"/>
                  </a:lnTo>
                  <a:lnTo>
                    <a:pt x="149304" y="201452"/>
                  </a:lnTo>
                  <a:lnTo>
                    <a:pt x="150167" y="201668"/>
                  </a:lnTo>
                  <a:lnTo>
                    <a:pt x="150856" y="201746"/>
                  </a:lnTo>
                  <a:lnTo>
                    <a:pt x="151017" y="201742"/>
                  </a:lnTo>
                  <a:lnTo>
                    <a:pt x="151328" y="201501"/>
                  </a:lnTo>
                  <a:lnTo>
                    <a:pt x="151845" y="201364"/>
                  </a:lnTo>
                  <a:lnTo>
                    <a:pt x="152193" y="201178"/>
                  </a:lnTo>
                  <a:lnTo>
                    <a:pt x="152358" y="201113"/>
                  </a:lnTo>
                  <a:lnTo>
                    <a:pt x="152578" y="201057"/>
                  </a:lnTo>
                  <a:lnTo>
                    <a:pt x="153078" y="201019"/>
                  </a:lnTo>
                  <a:lnTo>
                    <a:pt x="153298" y="201012"/>
                  </a:lnTo>
                  <a:lnTo>
                    <a:pt x="153471" y="201006"/>
                  </a:lnTo>
                  <a:lnTo>
                    <a:pt x="154008" y="201110"/>
                  </a:lnTo>
                  <a:lnTo>
                    <a:pt x="155163" y="201340"/>
                  </a:lnTo>
                  <a:lnTo>
                    <a:pt x="155717" y="201446"/>
                  </a:lnTo>
                  <a:lnTo>
                    <a:pt x="155974" y="201434"/>
                  </a:lnTo>
                  <a:lnTo>
                    <a:pt x="156425" y="201338"/>
                  </a:lnTo>
                  <a:lnTo>
                    <a:pt x="156573" y="201171"/>
                  </a:lnTo>
                  <a:lnTo>
                    <a:pt x="156702" y="201075"/>
                  </a:lnTo>
                  <a:lnTo>
                    <a:pt x="156856" y="201018"/>
                  </a:lnTo>
                  <a:lnTo>
                    <a:pt x="157021" y="200995"/>
                  </a:lnTo>
                  <a:lnTo>
                    <a:pt x="157186" y="201022"/>
                  </a:lnTo>
                  <a:lnTo>
                    <a:pt x="157430" y="201114"/>
                  </a:lnTo>
                  <a:lnTo>
                    <a:pt x="157612" y="201183"/>
                  </a:lnTo>
                  <a:lnTo>
                    <a:pt x="157814" y="201236"/>
                  </a:lnTo>
                  <a:lnTo>
                    <a:pt x="158784" y="201355"/>
                  </a:lnTo>
                  <a:lnTo>
                    <a:pt x="159275" y="201392"/>
                  </a:lnTo>
                  <a:lnTo>
                    <a:pt x="159716" y="201454"/>
                  </a:lnTo>
                  <a:lnTo>
                    <a:pt x="159977" y="201491"/>
                  </a:lnTo>
                  <a:lnTo>
                    <a:pt x="160206" y="201464"/>
                  </a:lnTo>
                  <a:lnTo>
                    <a:pt x="160344" y="201419"/>
                  </a:lnTo>
                  <a:lnTo>
                    <a:pt x="160617" y="201260"/>
                  </a:lnTo>
                  <a:lnTo>
                    <a:pt x="160939" y="201072"/>
                  </a:lnTo>
                  <a:lnTo>
                    <a:pt x="161443" y="200937"/>
                  </a:lnTo>
                  <a:lnTo>
                    <a:pt x="161695" y="200780"/>
                  </a:lnTo>
                  <a:lnTo>
                    <a:pt x="161900" y="200652"/>
                  </a:lnTo>
                  <a:lnTo>
                    <a:pt x="162263" y="200473"/>
                  </a:lnTo>
                  <a:lnTo>
                    <a:pt x="163565" y="200626"/>
                  </a:lnTo>
                  <a:lnTo>
                    <a:pt x="163756" y="200746"/>
                  </a:lnTo>
                  <a:lnTo>
                    <a:pt x="163957" y="200802"/>
                  </a:lnTo>
                  <a:lnTo>
                    <a:pt x="164133" y="200809"/>
                  </a:lnTo>
                  <a:lnTo>
                    <a:pt x="164481" y="200767"/>
                  </a:lnTo>
                  <a:lnTo>
                    <a:pt x="164612" y="200785"/>
                  </a:lnTo>
                  <a:lnTo>
                    <a:pt x="164918" y="200941"/>
                  </a:lnTo>
                  <a:lnTo>
                    <a:pt x="165197" y="201125"/>
                  </a:lnTo>
                  <a:lnTo>
                    <a:pt x="165725" y="201251"/>
                  </a:lnTo>
                  <a:lnTo>
                    <a:pt x="165858" y="201212"/>
                  </a:lnTo>
                  <a:lnTo>
                    <a:pt x="166027" y="201162"/>
                  </a:lnTo>
                  <a:lnTo>
                    <a:pt x="166185" y="201116"/>
                  </a:lnTo>
                  <a:lnTo>
                    <a:pt x="166647" y="200905"/>
                  </a:lnTo>
                  <a:lnTo>
                    <a:pt x="166823" y="200779"/>
                  </a:lnTo>
                  <a:lnTo>
                    <a:pt x="167907" y="199143"/>
                  </a:lnTo>
                  <a:lnTo>
                    <a:pt x="168004" y="198960"/>
                  </a:lnTo>
                  <a:lnTo>
                    <a:pt x="168148" y="198687"/>
                  </a:lnTo>
                  <a:lnTo>
                    <a:pt x="168452" y="198112"/>
                  </a:lnTo>
                  <a:lnTo>
                    <a:pt x="168835" y="197632"/>
                  </a:lnTo>
                  <a:lnTo>
                    <a:pt x="169304" y="197252"/>
                  </a:lnTo>
                  <a:lnTo>
                    <a:pt x="169578" y="197031"/>
                  </a:lnTo>
                  <a:lnTo>
                    <a:pt x="169650" y="196901"/>
                  </a:lnTo>
                  <a:lnTo>
                    <a:pt x="169797" y="196450"/>
                  </a:lnTo>
                  <a:lnTo>
                    <a:pt x="169856" y="196269"/>
                  </a:lnTo>
                  <a:lnTo>
                    <a:pt x="169955" y="195963"/>
                  </a:lnTo>
                  <a:lnTo>
                    <a:pt x="170068" y="195232"/>
                  </a:lnTo>
                  <a:lnTo>
                    <a:pt x="170209" y="194631"/>
                  </a:lnTo>
                  <a:lnTo>
                    <a:pt x="170400" y="194374"/>
                  </a:lnTo>
                  <a:lnTo>
                    <a:pt x="170767" y="193885"/>
                  </a:lnTo>
                  <a:lnTo>
                    <a:pt x="170868" y="193690"/>
                  </a:lnTo>
                  <a:lnTo>
                    <a:pt x="170872" y="193532"/>
                  </a:lnTo>
                  <a:lnTo>
                    <a:pt x="170875" y="193394"/>
                  </a:lnTo>
                  <a:lnTo>
                    <a:pt x="170994" y="193160"/>
                  </a:lnTo>
                  <a:lnTo>
                    <a:pt x="171279" y="192914"/>
                  </a:lnTo>
                  <a:lnTo>
                    <a:pt x="171401" y="192784"/>
                  </a:lnTo>
                  <a:lnTo>
                    <a:pt x="171391" y="192494"/>
                  </a:lnTo>
                  <a:lnTo>
                    <a:pt x="171325" y="192248"/>
                  </a:lnTo>
                  <a:lnTo>
                    <a:pt x="172133" y="191549"/>
                  </a:lnTo>
                  <a:lnTo>
                    <a:pt x="172476" y="191265"/>
                  </a:lnTo>
                  <a:lnTo>
                    <a:pt x="172911" y="191211"/>
                  </a:lnTo>
                  <a:lnTo>
                    <a:pt x="173196" y="191175"/>
                  </a:lnTo>
                  <a:lnTo>
                    <a:pt x="173428" y="191249"/>
                  </a:lnTo>
                  <a:lnTo>
                    <a:pt x="173600" y="191362"/>
                  </a:lnTo>
                  <a:lnTo>
                    <a:pt x="173807" y="191390"/>
                  </a:lnTo>
                  <a:lnTo>
                    <a:pt x="174320" y="191290"/>
                  </a:lnTo>
                  <a:lnTo>
                    <a:pt x="174629" y="191218"/>
                  </a:lnTo>
                  <a:lnTo>
                    <a:pt x="174802" y="191199"/>
                  </a:lnTo>
                  <a:lnTo>
                    <a:pt x="175653" y="191130"/>
                  </a:lnTo>
                  <a:lnTo>
                    <a:pt x="175801" y="191001"/>
                  </a:lnTo>
                  <a:lnTo>
                    <a:pt x="176121" y="190901"/>
                  </a:lnTo>
                  <a:lnTo>
                    <a:pt x="177001" y="191118"/>
                  </a:lnTo>
                  <a:lnTo>
                    <a:pt x="177231" y="190996"/>
                  </a:lnTo>
                  <a:lnTo>
                    <a:pt x="177564" y="190644"/>
                  </a:lnTo>
                  <a:lnTo>
                    <a:pt x="177864" y="190373"/>
                  </a:lnTo>
                  <a:lnTo>
                    <a:pt x="178017" y="190336"/>
                  </a:lnTo>
                  <a:lnTo>
                    <a:pt x="178023" y="190129"/>
                  </a:lnTo>
                  <a:lnTo>
                    <a:pt x="177991" y="189977"/>
                  </a:lnTo>
                  <a:lnTo>
                    <a:pt x="178115" y="189614"/>
                  </a:lnTo>
                  <a:lnTo>
                    <a:pt x="178324" y="189480"/>
                  </a:lnTo>
                  <a:lnTo>
                    <a:pt x="178633" y="188948"/>
                  </a:lnTo>
                  <a:lnTo>
                    <a:pt x="178973" y="188867"/>
                  </a:lnTo>
                  <a:lnTo>
                    <a:pt x="179218" y="188688"/>
                  </a:lnTo>
                  <a:lnTo>
                    <a:pt x="179347" y="188633"/>
                  </a:lnTo>
                  <a:lnTo>
                    <a:pt x="179658" y="188326"/>
                  </a:lnTo>
                  <a:lnTo>
                    <a:pt x="179571" y="188090"/>
                  </a:lnTo>
                  <a:lnTo>
                    <a:pt x="179541" y="187949"/>
                  </a:lnTo>
                  <a:lnTo>
                    <a:pt x="179443" y="187488"/>
                  </a:lnTo>
                  <a:lnTo>
                    <a:pt x="179509" y="187152"/>
                  </a:lnTo>
                  <a:lnTo>
                    <a:pt x="179818" y="187022"/>
                  </a:lnTo>
                  <a:lnTo>
                    <a:pt x="180040" y="186989"/>
                  </a:lnTo>
                  <a:lnTo>
                    <a:pt x="180526" y="187052"/>
                  </a:lnTo>
                  <a:lnTo>
                    <a:pt x="180760" y="186700"/>
                  </a:lnTo>
                  <a:lnTo>
                    <a:pt x="180597" y="186676"/>
                  </a:lnTo>
                  <a:lnTo>
                    <a:pt x="180322" y="186484"/>
                  </a:lnTo>
                  <a:lnTo>
                    <a:pt x="180600" y="185951"/>
                  </a:lnTo>
                  <a:lnTo>
                    <a:pt x="180621" y="185775"/>
                  </a:lnTo>
                  <a:lnTo>
                    <a:pt x="180531" y="185315"/>
                  </a:lnTo>
                  <a:lnTo>
                    <a:pt x="180756" y="185194"/>
                  </a:lnTo>
                  <a:lnTo>
                    <a:pt x="181014" y="184751"/>
                  </a:lnTo>
                  <a:lnTo>
                    <a:pt x="180988" y="184438"/>
                  </a:lnTo>
                  <a:lnTo>
                    <a:pt x="181284" y="184251"/>
                  </a:lnTo>
                  <a:lnTo>
                    <a:pt x="181344" y="183876"/>
                  </a:lnTo>
                  <a:lnTo>
                    <a:pt x="181226" y="183558"/>
                  </a:lnTo>
                  <a:lnTo>
                    <a:pt x="180623" y="182771"/>
                  </a:lnTo>
                  <a:lnTo>
                    <a:pt x="181155" y="182273"/>
                  </a:lnTo>
                  <a:lnTo>
                    <a:pt x="181758" y="182760"/>
                  </a:lnTo>
                  <a:lnTo>
                    <a:pt x="181903" y="182820"/>
                  </a:lnTo>
                  <a:lnTo>
                    <a:pt x="182186" y="182864"/>
                  </a:lnTo>
                  <a:lnTo>
                    <a:pt x="182377" y="182870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7054889" y="1321608"/>
              <a:ext cx="183179" cy="182880"/>
            </a:xfrm>
            <a:custGeom>
              <a:avLst/>
              <a:pathLst>
                <a:path w="183179" h="182880">
                  <a:moveTo>
                    <a:pt x="182879" y="182880"/>
                  </a:moveTo>
                  <a:lnTo>
                    <a:pt x="182584" y="182854"/>
                  </a:lnTo>
                  <a:lnTo>
                    <a:pt x="182458" y="182656"/>
                  </a:lnTo>
                  <a:lnTo>
                    <a:pt x="182682" y="182295"/>
                  </a:lnTo>
                  <a:lnTo>
                    <a:pt x="182988" y="182198"/>
                  </a:lnTo>
                  <a:lnTo>
                    <a:pt x="183179" y="182371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7007367" y="1321052"/>
              <a:ext cx="183033" cy="182880"/>
            </a:xfrm>
            <a:custGeom>
              <a:avLst/>
              <a:pathLst>
                <a:path w="183033" h="182880">
                  <a:moveTo>
                    <a:pt x="182879" y="182880"/>
                  </a:moveTo>
                  <a:lnTo>
                    <a:pt x="183033" y="182806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7008793" y="131976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7063756" y="1314713"/>
              <a:ext cx="183251" cy="182880"/>
            </a:xfrm>
            <a:custGeom>
              <a:avLst/>
              <a:pathLst>
                <a:path w="183251" h="182880">
                  <a:moveTo>
                    <a:pt x="182879" y="182880"/>
                  </a:moveTo>
                  <a:lnTo>
                    <a:pt x="183073" y="182085"/>
                  </a:lnTo>
                  <a:lnTo>
                    <a:pt x="183215" y="181936"/>
                  </a:lnTo>
                  <a:lnTo>
                    <a:pt x="183251" y="182106"/>
                  </a:lnTo>
                  <a:lnTo>
                    <a:pt x="183241" y="182255"/>
                  </a:lnTo>
                  <a:lnTo>
                    <a:pt x="183205" y="182431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7065799" y="1313707"/>
              <a:ext cx="184000" cy="185357"/>
            </a:xfrm>
            <a:custGeom>
              <a:avLst/>
              <a:pathLst>
                <a:path w="184000" h="185357">
                  <a:moveTo>
                    <a:pt x="182879" y="182880"/>
                  </a:moveTo>
                  <a:lnTo>
                    <a:pt x="183291" y="182920"/>
                  </a:lnTo>
                  <a:lnTo>
                    <a:pt x="183618" y="183489"/>
                  </a:lnTo>
                  <a:lnTo>
                    <a:pt x="183822" y="184451"/>
                  </a:lnTo>
                  <a:lnTo>
                    <a:pt x="183887" y="184980"/>
                  </a:lnTo>
                  <a:lnTo>
                    <a:pt x="184000" y="185357"/>
                  </a:lnTo>
                  <a:lnTo>
                    <a:pt x="183421" y="185202"/>
                  </a:lnTo>
                  <a:lnTo>
                    <a:pt x="183078" y="184704"/>
                  </a:lnTo>
                  <a:lnTo>
                    <a:pt x="182689" y="184727"/>
                  </a:lnTo>
                  <a:lnTo>
                    <a:pt x="182558" y="184662"/>
                  </a:lnTo>
                  <a:lnTo>
                    <a:pt x="182779" y="184080"/>
                  </a:lnTo>
                  <a:lnTo>
                    <a:pt x="182718" y="183917"/>
                  </a:lnTo>
                  <a:lnTo>
                    <a:pt x="182614" y="183641"/>
                  </a:lnTo>
                  <a:lnTo>
                    <a:pt x="182576" y="183218"/>
                  </a:lnTo>
                  <a:lnTo>
                    <a:pt x="182201" y="182292"/>
                  </a:lnTo>
                  <a:lnTo>
                    <a:pt x="181982" y="182278"/>
                  </a:lnTo>
                  <a:lnTo>
                    <a:pt x="181394" y="181891"/>
                  </a:lnTo>
                  <a:lnTo>
                    <a:pt x="181296" y="181582"/>
                  </a:lnTo>
                  <a:lnTo>
                    <a:pt x="181130" y="181401"/>
                  </a:lnTo>
                  <a:lnTo>
                    <a:pt x="181033" y="181176"/>
                  </a:lnTo>
                  <a:lnTo>
                    <a:pt x="181431" y="181004"/>
                  </a:lnTo>
                  <a:lnTo>
                    <a:pt x="181710" y="181105"/>
                  </a:lnTo>
                  <a:lnTo>
                    <a:pt x="181862" y="181208"/>
                  </a:lnTo>
                  <a:lnTo>
                    <a:pt x="182301" y="181256"/>
                  </a:lnTo>
                  <a:lnTo>
                    <a:pt x="182468" y="181338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7061789" y="1312647"/>
              <a:ext cx="182879" cy="184122"/>
            </a:xfrm>
            <a:custGeom>
              <a:avLst/>
              <a:pathLst>
                <a:path w="182879" h="184122">
                  <a:moveTo>
                    <a:pt x="182879" y="182880"/>
                  </a:moveTo>
                  <a:lnTo>
                    <a:pt x="182834" y="183040"/>
                  </a:lnTo>
                  <a:lnTo>
                    <a:pt x="182877" y="183698"/>
                  </a:lnTo>
                  <a:lnTo>
                    <a:pt x="182863" y="183943"/>
                  </a:lnTo>
                  <a:lnTo>
                    <a:pt x="182493" y="184122"/>
                  </a:lnTo>
                  <a:lnTo>
                    <a:pt x="181687" y="183085"/>
                  </a:lnTo>
                  <a:lnTo>
                    <a:pt x="181819" y="182812"/>
                  </a:lnTo>
                  <a:lnTo>
                    <a:pt x="182151" y="182614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7062447" y="1312840"/>
              <a:ext cx="183257" cy="183223"/>
            </a:xfrm>
            <a:custGeom>
              <a:avLst/>
              <a:pathLst>
                <a:path w="183257" h="183223">
                  <a:moveTo>
                    <a:pt x="182879" y="182880"/>
                  </a:moveTo>
                  <a:lnTo>
                    <a:pt x="183257" y="182856"/>
                  </a:lnTo>
                  <a:lnTo>
                    <a:pt x="183081" y="183223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7062071" y="1305590"/>
              <a:ext cx="183157" cy="182880"/>
            </a:xfrm>
            <a:custGeom>
              <a:avLst/>
              <a:pathLst>
                <a:path w="183157" h="182880">
                  <a:moveTo>
                    <a:pt x="182879" y="182880"/>
                  </a:moveTo>
                  <a:lnTo>
                    <a:pt x="183157" y="182608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7067123" y="1389115"/>
              <a:ext cx="183170" cy="183167"/>
            </a:xfrm>
            <a:custGeom>
              <a:avLst/>
              <a:pathLst>
                <a:path w="183170" h="183167">
                  <a:moveTo>
                    <a:pt x="182879" y="182880"/>
                  </a:moveTo>
                  <a:lnTo>
                    <a:pt x="183077" y="182808"/>
                  </a:lnTo>
                  <a:lnTo>
                    <a:pt x="183170" y="183167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7074962" y="138094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470" y="182652"/>
                  </a:lnTo>
                  <a:lnTo>
                    <a:pt x="182690" y="182699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7099948" y="1367768"/>
              <a:ext cx="183252" cy="182880"/>
            </a:xfrm>
            <a:custGeom>
              <a:avLst/>
              <a:pathLst>
                <a:path w="183252" h="182880">
                  <a:moveTo>
                    <a:pt x="182879" y="182880"/>
                  </a:moveTo>
                  <a:lnTo>
                    <a:pt x="183192" y="182321"/>
                  </a:lnTo>
                  <a:lnTo>
                    <a:pt x="183252" y="182626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7124639" y="1366112"/>
              <a:ext cx="183198" cy="183203"/>
            </a:xfrm>
            <a:custGeom>
              <a:avLst/>
              <a:pathLst>
                <a:path w="183198" h="183203">
                  <a:moveTo>
                    <a:pt x="182879" y="182880"/>
                  </a:moveTo>
                  <a:lnTo>
                    <a:pt x="183198" y="182984"/>
                  </a:lnTo>
                  <a:lnTo>
                    <a:pt x="183070" y="183203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7099547" y="1335568"/>
              <a:ext cx="184424" cy="183226"/>
            </a:xfrm>
            <a:custGeom>
              <a:avLst/>
              <a:pathLst>
                <a:path w="184424" h="183226">
                  <a:moveTo>
                    <a:pt x="182879" y="182880"/>
                  </a:moveTo>
                  <a:lnTo>
                    <a:pt x="182512" y="182978"/>
                  </a:lnTo>
                  <a:lnTo>
                    <a:pt x="182076" y="183176"/>
                  </a:lnTo>
                  <a:lnTo>
                    <a:pt x="181920" y="183226"/>
                  </a:lnTo>
                  <a:lnTo>
                    <a:pt x="181757" y="182996"/>
                  </a:lnTo>
                  <a:lnTo>
                    <a:pt x="182031" y="182710"/>
                  </a:lnTo>
                  <a:lnTo>
                    <a:pt x="182663" y="182379"/>
                  </a:lnTo>
                  <a:lnTo>
                    <a:pt x="182912" y="182155"/>
                  </a:lnTo>
                  <a:lnTo>
                    <a:pt x="183301" y="181938"/>
                  </a:lnTo>
                  <a:lnTo>
                    <a:pt x="183460" y="181889"/>
                  </a:lnTo>
                  <a:lnTo>
                    <a:pt x="183751" y="181592"/>
                  </a:lnTo>
                  <a:lnTo>
                    <a:pt x="184394" y="181419"/>
                  </a:lnTo>
                  <a:lnTo>
                    <a:pt x="184424" y="181705"/>
                  </a:lnTo>
                  <a:lnTo>
                    <a:pt x="184322" y="181895"/>
                  </a:lnTo>
                  <a:lnTo>
                    <a:pt x="184254" y="182060"/>
                  </a:lnTo>
                  <a:lnTo>
                    <a:pt x="183578" y="182399"/>
                  </a:lnTo>
                  <a:lnTo>
                    <a:pt x="183284" y="182634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7122018" y="1333053"/>
              <a:ext cx="183791" cy="183473"/>
            </a:xfrm>
            <a:custGeom>
              <a:avLst/>
              <a:pathLst>
                <a:path w="183791" h="183473">
                  <a:moveTo>
                    <a:pt x="182879" y="182880"/>
                  </a:moveTo>
                  <a:lnTo>
                    <a:pt x="183398" y="183251"/>
                  </a:lnTo>
                  <a:lnTo>
                    <a:pt x="183530" y="183281"/>
                  </a:lnTo>
                  <a:lnTo>
                    <a:pt x="183791" y="183470"/>
                  </a:lnTo>
                  <a:lnTo>
                    <a:pt x="183628" y="183473"/>
                  </a:lnTo>
                  <a:lnTo>
                    <a:pt x="183250" y="183418"/>
                  </a:lnTo>
                  <a:lnTo>
                    <a:pt x="182850" y="183402"/>
                  </a:lnTo>
                  <a:lnTo>
                    <a:pt x="182702" y="183403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7096168" y="1330914"/>
              <a:ext cx="183055" cy="182985"/>
            </a:xfrm>
            <a:custGeom>
              <a:avLst/>
              <a:pathLst>
                <a:path w="183055" h="182985">
                  <a:moveTo>
                    <a:pt x="182879" y="182880"/>
                  </a:moveTo>
                  <a:lnTo>
                    <a:pt x="182704" y="182952"/>
                  </a:lnTo>
                  <a:lnTo>
                    <a:pt x="182364" y="182985"/>
                  </a:lnTo>
                  <a:lnTo>
                    <a:pt x="182525" y="182639"/>
                  </a:lnTo>
                  <a:lnTo>
                    <a:pt x="183055" y="182743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7073454" y="1310404"/>
              <a:ext cx="183250" cy="182880"/>
            </a:xfrm>
            <a:custGeom>
              <a:avLst/>
              <a:pathLst>
                <a:path w="183250" h="182880">
                  <a:moveTo>
                    <a:pt x="182879" y="182880"/>
                  </a:moveTo>
                  <a:lnTo>
                    <a:pt x="182882" y="182485"/>
                  </a:lnTo>
                  <a:lnTo>
                    <a:pt x="183250" y="182642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7067083" y="1304086"/>
              <a:ext cx="183480" cy="183477"/>
            </a:xfrm>
            <a:custGeom>
              <a:avLst/>
              <a:pathLst>
                <a:path w="183480" h="183477">
                  <a:moveTo>
                    <a:pt x="182879" y="182880"/>
                  </a:moveTo>
                  <a:lnTo>
                    <a:pt x="183140" y="182928"/>
                  </a:lnTo>
                  <a:lnTo>
                    <a:pt x="183254" y="183058"/>
                  </a:lnTo>
                  <a:lnTo>
                    <a:pt x="183480" y="183428"/>
                  </a:lnTo>
                  <a:lnTo>
                    <a:pt x="183167" y="183451"/>
                  </a:lnTo>
                  <a:lnTo>
                    <a:pt x="182691" y="183405"/>
                  </a:lnTo>
                  <a:lnTo>
                    <a:pt x="182407" y="183380"/>
                  </a:lnTo>
                  <a:lnTo>
                    <a:pt x="182078" y="183477"/>
                  </a:lnTo>
                  <a:lnTo>
                    <a:pt x="181802" y="183222"/>
                  </a:lnTo>
                  <a:lnTo>
                    <a:pt x="181809" y="182796"/>
                  </a:lnTo>
                  <a:lnTo>
                    <a:pt x="181886" y="182386"/>
                  </a:lnTo>
                  <a:lnTo>
                    <a:pt x="181924" y="182123"/>
                  </a:lnTo>
                  <a:lnTo>
                    <a:pt x="181955" y="181903"/>
                  </a:lnTo>
                  <a:lnTo>
                    <a:pt x="182151" y="181741"/>
                  </a:lnTo>
                  <a:lnTo>
                    <a:pt x="182291" y="182060"/>
                  </a:lnTo>
                  <a:lnTo>
                    <a:pt x="182379" y="182307"/>
                  </a:lnTo>
                  <a:lnTo>
                    <a:pt x="182528" y="182926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7069024" y="1298539"/>
              <a:ext cx="183825" cy="183404"/>
            </a:xfrm>
            <a:custGeom>
              <a:avLst/>
              <a:pathLst>
                <a:path w="183825" h="183404">
                  <a:moveTo>
                    <a:pt x="182879" y="182880"/>
                  </a:moveTo>
                  <a:lnTo>
                    <a:pt x="182652" y="183289"/>
                  </a:lnTo>
                  <a:lnTo>
                    <a:pt x="182423" y="183397"/>
                  </a:lnTo>
                  <a:lnTo>
                    <a:pt x="182216" y="183404"/>
                  </a:lnTo>
                  <a:lnTo>
                    <a:pt x="182362" y="183024"/>
                  </a:lnTo>
                  <a:lnTo>
                    <a:pt x="182523" y="182509"/>
                  </a:lnTo>
                  <a:lnTo>
                    <a:pt x="182815" y="182176"/>
                  </a:lnTo>
                  <a:lnTo>
                    <a:pt x="183017" y="182154"/>
                  </a:lnTo>
                  <a:lnTo>
                    <a:pt x="183199" y="182099"/>
                  </a:lnTo>
                  <a:lnTo>
                    <a:pt x="183490" y="182020"/>
                  </a:lnTo>
                  <a:lnTo>
                    <a:pt x="183825" y="182159"/>
                  </a:lnTo>
                  <a:lnTo>
                    <a:pt x="183771" y="182709"/>
                  </a:lnTo>
                  <a:lnTo>
                    <a:pt x="183549" y="182822"/>
                  </a:lnTo>
                  <a:lnTo>
                    <a:pt x="183367" y="182833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7072675" y="129580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252" y="182630"/>
                  </a:lnTo>
                  <a:lnTo>
                    <a:pt x="182352" y="182474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7072903" y="1294634"/>
              <a:ext cx="183318" cy="182975"/>
            </a:xfrm>
            <a:custGeom>
              <a:avLst/>
              <a:pathLst>
                <a:path w="183318" h="182975">
                  <a:moveTo>
                    <a:pt x="182879" y="182880"/>
                  </a:moveTo>
                  <a:lnTo>
                    <a:pt x="182135" y="182975"/>
                  </a:lnTo>
                  <a:lnTo>
                    <a:pt x="182466" y="182701"/>
                  </a:lnTo>
                  <a:lnTo>
                    <a:pt x="182943" y="182335"/>
                  </a:lnTo>
                  <a:lnTo>
                    <a:pt x="183318" y="182711"/>
                  </a:lnTo>
                  <a:close/>
                </a:path>
              </a:pathLst>
            </a:custGeom>
            <a:solidFill>
              <a:srgbClr val="FBFD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7094106" y="1584942"/>
              <a:ext cx="205723" cy="229658"/>
            </a:xfrm>
            <a:custGeom>
              <a:avLst/>
              <a:pathLst>
                <a:path w="205723" h="229658">
                  <a:moveTo>
                    <a:pt x="182879" y="182880"/>
                  </a:moveTo>
                  <a:lnTo>
                    <a:pt x="183512" y="183013"/>
                  </a:lnTo>
                  <a:lnTo>
                    <a:pt x="183658" y="183042"/>
                  </a:lnTo>
                  <a:lnTo>
                    <a:pt x="183829" y="183075"/>
                  </a:lnTo>
                  <a:lnTo>
                    <a:pt x="184111" y="183110"/>
                  </a:lnTo>
                  <a:lnTo>
                    <a:pt x="184499" y="183370"/>
                  </a:lnTo>
                  <a:lnTo>
                    <a:pt x="184707" y="183529"/>
                  </a:lnTo>
                  <a:lnTo>
                    <a:pt x="185229" y="183701"/>
                  </a:lnTo>
                  <a:lnTo>
                    <a:pt x="185656" y="183932"/>
                  </a:lnTo>
                  <a:lnTo>
                    <a:pt x="185897" y="184119"/>
                  </a:lnTo>
                  <a:lnTo>
                    <a:pt x="186095" y="184149"/>
                  </a:lnTo>
                  <a:lnTo>
                    <a:pt x="186420" y="184441"/>
                  </a:lnTo>
                  <a:lnTo>
                    <a:pt x="186657" y="184639"/>
                  </a:lnTo>
                  <a:lnTo>
                    <a:pt x="187177" y="184893"/>
                  </a:lnTo>
                  <a:lnTo>
                    <a:pt x="187392" y="184966"/>
                  </a:lnTo>
                  <a:lnTo>
                    <a:pt x="187699" y="185179"/>
                  </a:lnTo>
                  <a:lnTo>
                    <a:pt x="188175" y="185024"/>
                  </a:lnTo>
                  <a:lnTo>
                    <a:pt x="188376" y="185128"/>
                  </a:lnTo>
                  <a:lnTo>
                    <a:pt x="188639" y="185264"/>
                  </a:lnTo>
                  <a:lnTo>
                    <a:pt x="188928" y="185409"/>
                  </a:lnTo>
                  <a:lnTo>
                    <a:pt x="189360" y="185569"/>
                  </a:lnTo>
                  <a:lnTo>
                    <a:pt x="189639" y="185486"/>
                  </a:lnTo>
                  <a:lnTo>
                    <a:pt x="190098" y="185657"/>
                  </a:lnTo>
                  <a:lnTo>
                    <a:pt x="190596" y="185841"/>
                  </a:lnTo>
                  <a:lnTo>
                    <a:pt x="191084" y="186021"/>
                  </a:lnTo>
                  <a:lnTo>
                    <a:pt x="191580" y="186204"/>
                  </a:lnTo>
                  <a:lnTo>
                    <a:pt x="192079" y="186385"/>
                  </a:lnTo>
                  <a:lnTo>
                    <a:pt x="192566" y="186566"/>
                  </a:lnTo>
                  <a:lnTo>
                    <a:pt x="193052" y="186746"/>
                  </a:lnTo>
                  <a:lnTo>
                    <a:pt x="193640" y="186952"/>
                  </a:lnTo>
                  <a:lnTo>
                    <a:pt x="194051" y="187080"/>
                  </a:lnTo>
                  <a:lnTo>
                    <a:pt x="195102" y="187418"/>
                  </a:lnTo>
                  <a:lnTo>
                    <a:pt x="195512" y="187549"/>
                  </a:lnTo>
                  <a:lnTo>
                    <a:pt x="196083" y="187730"/>
                  </a:lnTo>
                  <a:lnTo>
                    <a:pt x="196226" y="187774"/>
                  </a:lnTo>
                  <a:lnTo>
                    <a:pt x="196654" y="187863"/>
                  </a:lnTo>
                  <a:lnTo>
                    <a:pt x="197217" y="187988"/>
                  </a:lnTo>
                  <a:lnTo>
                    <a:pt x="197786" y="188116"/>
                  </a:lnTo>
                  <a:lnTo>
                    <a:pt x="198352" y="188240"/>
                  </a:lnTo>
                  <a:lnTo>
                    <a:pt x="198741" y="188330"/>
                  </a:lnTo>
                  <a:lnTo>
                    <a:pt x="198766" y="189276"/>
                  </a:lnTo>
                  <a:lnTo>
                    <a:pt x="198794" y="190297"/>
                  </a:lnTo>
                  <a:lnTo>
                    <a:pt x="199055" y="190348"/>
                  </a:lnTo>
                  <a:lnTo>
                    <a:pt x="199280" y="190353"/>
                  </a:lnTo>
                  <a:lnTo>
                    <a:pt x="200179" y="190821"/>
                  </a:lnTo>
                  <a:lnTo>
                    <a:pt x="200330" y="190660"/>
                  </a:lnTo>
                  <a:lnTo>
                    <a:pt x="202019" y="192070"/>
                  </a:lnTo>
                  <a:lnTo>
                    <a:pt x="202481" y="192572"/>
                  </a:lnTo>
                  <a:lnTo>
                    <a:pt x="202750" y="192973"/>
                  </a:lnTo>
                  <a:lnTo>
                    <a:pt x="203018" y="193631"/>
                  </a:lnTo>
                  <a:lnTo>
                    <a:pt x="203141" y="194253"/>
                  </a:lnTo>
                  <a:lnTo>
                    <a:pt x="203079" y="194912"/>
                  </a:lnTo>
                  <a:lnTo>
                    <a:pt x="202968" y="195265"/>
                  </a:lnTo>
                  <a:lnTo>
                    <a:pt x="202715" y="195528"/>
                  </a:lnTo>
                  <a:lnTo>
                    <a:pt x="202435" y="195502"/>
                  </a:lnTo>
                  <a:lnTo>
                    <a:pt x="201941" y="195650"/>
                  </a:lnTo>
                  <a:lnTo>
                    <a:pt x="200581" y="196230"/>
                  </a:lnTo>
                  <a:lnTo>
                    <a:pt x="199047" y="196795"/>
                  </a:lnTo>
                  <a:lnTo>
                    <a:pt x="199019" y="197066"/>
                  </a:lnTo>
                  <a:lnTo>
                    <a:pt x="198703" y="200264"/>
                  </a:lnTo>
                  <a:lnTo>
                    <a:pt x="200098" y="200879"/>
                  </a:lnTo>
                  <a:lnTo>
                    <a:pt x="199841" y="201980"/>
                  </a:lnTo>
                  <a:lnTo>
                    <a:pt x="200505" y="202089"/>
                  </a:lnTo>
                  <a:lnTo>
                    <a:pt x="202751" y="202456"/>
                  </a:lnTo>
                  <a:lnTo>
                    <a:pt x="205723" y="202982"/>
                  </a:lnTo>
                  <a:lnTo>
                    <a:pt x="205365" y="203888"/>
                  </a:lnTo>
                  <a:lnTo>
                    <a:pt x="204131" y="203522"/>
                  </a:lnTo>
                  <a:lnTo>
                    <a:pt x="202835" y="203282"/>
                  </a:lnTo>
                  <a:lnTo>
                    <a:pt x="202290" y="203221"/>
                  </a:lnTo>
                  <a:lnTo>
                    <a:pt x="201605" y="203197"/>
                  </a:lnTo>
                  <a:lnTo>
                    <a:pt x="199518" y="203121"/>
                  </a:lnTo>
                  <a:lnTo>
                    <a:pt x="199270" y="203112"/>
                  </a:lnTo>
                  <a:lnTo>
                    <a:pt x="197959" y="203064"/>
                  </a:lnTo>
                  <a:lnTo>
                    <a:pt x="197788" y="203183"/>
                  </a:lnTo>
                  <a:lnTo>
                    <a:pt x="197839" y="203879"/>
                  </a:lnTo>
                  <a:lnTo>
                    <a:pt x="197838" y="204029"/>
                  </a:lnTo>
                  <a:lnTo>
                    <a:pt x="197831" y="204766"/>
                  </a:lnTo>
                  <a:lnTo>
                    <a:pt x="197609" y="205434"/>
                  </a:lnTo>
                  <a:lnTo>
                    <a:pt x="197308" y="205742"/>
                  </a:lnTo>
                  <a:lnTo>
                    <a:pt x="197192" y="205998"/>
                  </a:lnTo>
                  <a:lnTo>
                    <a:pt x="196980" y="206266"/>
                  </a:lnTo>
                  <a:lnTo>
                    <a:pt x="196615" y="206050"/>
                  </a:lnTo>
                  <a:lnTo>
                    <a:pt x="196260" y="205954"/>
                  </a:lnTo>
                  <a:lnTo>
                    <a:pt x="195694" y="206013"/>
                  </a:lnTo>
                  <a:lnTo>
                    <a:pt x="195392" y="206197"/>
                  </a:lnTo>
                  <a:lnTo>
                    <a:pt x="194906" y="206804"/>
                  </a:lnTo>
                  <a:lnTo>
                    <a:pt x="195463" y="207542"/>
                  </a:lnTo>
                  <a:lnTo>
                    <a:pt x="195640" y="207486"/>
                  </a:lnTo>
                  <a:lnTo>
                    <a:pt x="196507" y="208556"/>
                  </a:lnTo>
                  <a:lnTo>
                    <a:pt x="196764" y="208748"/>
                  </a:lnTo>
                  <a:lnTo>
                    <a:pt x="197253" y="209038"/>
                  </a:lnTo>
                  <a:lnTo>
                    <a:pt x="198821" y="210428"/>
                  </a:lnTo>
                  <a:lnTo>
                    <a:pt x="198239" y="211195"/>
                  </a:lnTo>
                  <a:lnTo>
                    <a:pt x="199408" y="212894"/>
                  </a:lnTo>
                  <a:lnTo>
                    <a:pt x="201002" y="215788"/>
                  </a:lnTo>
                  <a:lnTo>
                    <a:pt x="201128" y="215983"/>
                  </a:lnTo>
                  <a:lnTo>
                    <a:pt x="201261" y="216189"/>
                  </a:lnTo>
                  <a:lnTo>
                    <a:pt x="202573" y="219637"/>
                  </a:lnTo>
                  <a:lnTo>
                    <a:pt x="202512" y="221191"/>
                  </a:lnTo>
                  <a:lnTo>
                    <a:pt x="202114" y="221516"/>
                  </a:lnTo>
                  <a:lnTo>
                    <a:pt x="201560" y="221744"/>
                  </a:lnTo>
                  <a:lnTo>
                    <a:pt x="200358" y="222270"/>
                  </a:lnTo>
                  <a:lnTo>
                    <a:pt x="200198" y="222345"/>
                  </a:lnTo>
                  <a:lnTo>
                    <a:pt x="199193" y="222807"/>
                  </a:lnTo>
                  <a:lnTo>
                    <a:pt x="198928" y="222745"/>
                  </a:lnTo>
                  <a:lnTo>
                    <a:pt x="198706" y="222783"/>
                  </a:lnTo>
                  <a:lnTo>
                    <a:pt x="197648" y="222789"/>
                  </a:lnTo>
                  <a:lnTo>
                    <a:pt x="197219" y="222931"/>
                  </a:lnTo>
                  <a:lnTo>
                    <a:pt x="196828" y="222934"/>
                  </a:lnTo>
                  <a:lnTo>
                    <a:pt x="196503" y="222908"/>
                  </a:lnTo>
                  <a:lnTo>
                    <a:pt x="195893" y="222822"/>
                  </a:lnTo>
                  <a:lnTo>
                    <a:pt x="195226" y="222782"/>
                  </a:lnTo>
                  <a:lnTo>
                    <a:pt x="194481" y="222674"/>
                  </a:lnTo>
                  <a:lnTo>
                    <a:pt x="193504" y="222707"/>
                  </a:lnTo>
                  <a:lnTo>
                    <a:pt x="192675" y="222722"/>
                  </a:lnTo>
                  <a:lnTo>
                    <a:pt x="192139" y="222763"/>
                  </a:lnTo>
                  <a:lnTo>
                    <a:pt x="191941" y="222826"/>
                  </a:lnTo>
                  <a:lnTo>
                    <a:pt x="191475" y="222833"/>
                  </a:lnTo>
                  <a:lnTo>
                    <a:pt x="190722" y="222891"/>
                  </a:lnTo>
                  <a:lnTo>
                    <a:pt x="190248" y="223053"/>
                  </a:lnTo>
                  <a:lnTo>
                    <a:pt x="189636" y="223108"/>
                  </a:lnTo>
                  <a:lnTo>
                    <a:pt x="189061" y="223190"/>
                  </a:lnTo>
                  <a:lnTo>
                    <a:pt x="188709" y="223281"/>
                  </a:lnTo>
                  <a:lnTo>
                    <a:pt x="188718" y="223453"/>
                  </a:lnTo>
                  <a:lnTo>
                    <a:pt x="187892" y="223722"/>
                  </a:lnTo>
                  <a:lnTo>
                    <a:pt x="186975" y="223962"/>
                  </a:lnTo>
                  <a:lnTo>
                    <a:pt x="185371" y="224237"/>
                  </a:lnTo>
                  <a:lnTo>
                    <a:pt x="185247" y="224078"/>
                  </a:lnTo>
                  <a:lnTo>
                    <a:pt x="184557" y="224326"/>
                  </a:lnTo>
                  <a:lnTo>
                    <a:pt x="184667" y="224697"/>
                  </a:lnTo>
                  <a:lnTo>
                    <a:pt x="183777" y="225161"/>
                  </a:lnTo>
                  <a:lnTo>
                    <a:pt x="183310" y="225444"/>
                  </a:lnTo>
                  <a:lnTo>
                    <a:pt x="182678" y="225718"/>
                  </a:lnTo>
                  <a:lnTo>
                    <a:pt x="181478" y="226258"/>
                  </a:lnTo>
                  <a:lnTo>
                    <a:pt x="180919" y="226595"/>
                  </a:lnTo>
                  <a:lnTo>
                    <a:pt x="180494" y="226907"/>
                  </a:lnTo>
                  <a:lnTo>
                    <a:pt x="179825" y="227506"/>
                  </a:lnTo>
                  <a:lnTo>
                    <a:pt x="178922" y="228510"/>
                  </a:lnTo>
                  <a:lnTo>
                    <a:pt x="178695" y="228746"/>
                  </a:lnTo>
                  <a:lnTo>
                    <a:pt x="177927" y="229145"/>
                  </a:lnTo>
                  <a:lnTo>
                    <a:pt x="177618" y="229391"/>
                  </a:lnTo>
                  <a:lnTo>
                    <a:pt x="177324" y="229430"/>
                  </a:lnTo>
                  <a:lnTo>
                    <a:pt x="177105" y="229432"/>
                  </a:lnTo>
                  <a:lnTo>
                    <a:pt x="176799" y="229339"/>
                  </a:lnTo>
                  <a:lnTo>
                    <a:pt x="176335" y="229396"/>
                  </a:lnTo>
                  <a:lnTo>
                    <a:pt x="175464" y="229574"/>
                  </a:lnTo>
                  <a:lnTo>
                    <a:pt x="175323" y="229658"/>
                  </a:lnTo>
                  <a:lnTo>
                    <a:pt x="175287" y="229317"/>
                  </a:lnTo>
                  <a:lnTo>
                    <a:pt x="175145" y="228621"/>
                  </a:lnTo>
                  <a:lnTo>
                    <a:pt x="175206" y="228445"/>
                  </a:lnTo>
                  <a:lnTo>
                    <a:pt x="175302" y="228158"/>
                  </a:lnTo>
                  <a:lnTo>
                    <a:pt x="175287" y="228026"/>
                  </a:lnTo>
                  <a:lnTo>
                    <a:pt x="174569" y="227188"/>
                  </a:lnTo>
                  <a:lnTo>
                    <a:pt x="173715" y="226405"/>
                  </a:lnTo>
                  <a:lnTo>
                    <a:pt x="173653" y="226190"/>
                  </a:lnTo>
                  <a:lnTo>
                    <a:pt x="173604" y="226006"/>
                  </a:lnTo>
                  <a:lnTo>
                    <a:pt x="173393" y="225844"/>
                  </a:lnTo>
                  <a:lnTo>
                    <a:pt x="173171" y="225426"/>
                  </a:lnTo>
                  <a:lnTo>
                    <a:pt x="172766" y="225429"/>
                  </a:lnTo>
                  <a:lnTo>
                    <a:pt x="172562" y="225966"/>
                  </a:lnTo>
                  <a:lnTo>
                    <a:pt x="172411" y="225979"/>
                  </a:lnTo>
                  <a:lnTo>
                    <a:pt x="172281" y="225849"/>
                  </a:lnTo>
                  <a:lnTo>
                    <a:pt x="172153" y="225678"/>
                  </a:lnTo>
                  <a:lnTo>
                    <a:pt x="171673" y="225967"/>
                  </a:lnTo>
                  <a:lnTo>
                    <a:pt x="171540" y="225995"/>
                  </a:lnTo>
                  <a:lnTo>
                    <a:pt x="170686" y="225740"/>
                  </a:lnTo>
                  <a:lnTo>
                    <a:pt x="170238" y="225821"/>
                  </a:lnTo>
                  <a:lnTo>
                    <a:pt x="169713" y="225739"/>
                  </a:lnTo>
                  <a:lnTo>
                    <a:pt x="169688" y="225454"/>
                  </a:lnTo>
                  <a:lnTo>
                    <a:pt x="169679" y="225322"/>
                  </a:lnTo>
                  <a:lnTo>
                    <a:pt x="169679" y="225092"/>
                  </a:lnTo>
                  <a:lnTo>
                    <a:pt x="169728" y="224601"/>
                  </a:lnTo>
                  <a:lnTo>
                    <a:pt x="169779" y="224346"/>
                  </a:lnTo>
                  <a:lnTo>
                    <a:pt x="169832" y="224136"/>
                  </a:lnTo>
                  <a:lnTo>
                    <a:pt x="169924" y="223966"/>
                  </a:lnTo>
                  <a:lnTo>
                    <a:pt x="170133" y="223656"/>
                  </a:lnTo>
                  <a:lnTo>
                    <a:pt x="170107" y="223477"/>
                  </a:lnTo>
                  <a:lnTo>
                    <a:pt x="169900" y="223250"/>
                  </a:lnTo>
                  <a:lnTo>
                    <a:pt x="169650" y="223237"/>
                  </a:lnTo>
                  <a:lnTo>
                    <a:pt x="169434" y="223231"/>
                  </a:lnTo>
                  <a:lnTo>
                    <a:pt x="169531" y="222811"/>
                  </a:lnTo>
                  <a:lnTo>
                    <a:pt x="169456" y="222651"/>
                  </a:lnTo>
                  <a:lnTo>
                    <a:pt x="169079" y="222569"/>
                  </a:lnTo>
                  <a:lnTo>
                    <a:pt x="168733" y="222628"/>
                  </a:lnTo>
                  <a:lnTo>
                    <a:pt x="168500" y="222361"/>
                  </a:lnTo>
                  <a:lnTo>
                    <a:pt x="167916" y="222689"/>
                  </a:lnTo>
                  <a:lnTo>
                    <a:pt x="167751" y="222682"/>
                  </a:lnTo>
                  <a:lnTo>
                    <a:pt x="167313" y="222733"/>
                  </a:lnTo>
                  <a:lnTo>
                    <a:pt x="166972" y="223258"/>
                  </a:lnTo>
                  <a:lnTo>
                    <a:pt x="166692" y="223624"/>
                  </a:lnTo>
                  <a:lnTo>
                    <a:pt x="166536" y="223657"/>
                  </a:lnTo>
                  <a:lnTo>
                    <a:pt x="166375" y="223640"/>
                  </a:lnTo>
                  <a:lnTo>
                    <a:pt x="166492" y="223934"/>
                  </a:lnTo>
                  <a:lnTo>
                    <a:pt x="166549" y="224121"/>
                  </a:lnTo>
                  <a:lnTo>
                    <a:pt x="166201" y="223934"/>
                  </a:lnTo>
                  <a:lnTo>
                    <a:pt x="166062" y="223704"/>
                  </a:lnTo>
                  <a:lnTo>
                    <a:pt x="165957" y="223544"/>
                  </a:lnTo>
                  <a:lnTo>
                    <a:pt x="165675" y="223433"/>
                  </a:lnTo>
                  <a:lnTo>
                    <a:pt x="165261" y="223270"/>
                  </a:lnTo>
                  <a:lnTo>
                    <a:pt x="165143" y="223412"/>
                  </a:lnTo>
                  <a:lnTo>
                    <a:pt x="165015" y="223578"/>
                  </a:lnTo>
                  <a:lnTo>
                    <a:pt x="164759" y="223652"/>
                  </a:lnTo>
                  <a:lnTo>
                    <a:pt x="164598" y="223882"/>
                  </a:lnTo>
                  <a:lnTo>
                    <a:pt x="164435" y="223787"/>
                  </a:lnTo>
                  <a:lnTo>
                    <a:pt x="164399" y="223346"/>
                  </a:lnTo>
                  <a:lnTo>
                    <a:pt x="164634" y="223153"/>
                  </a:lnTo>
                  <a:lnTo>
                    <a:pt x="165269" y="222518"/>
                  </a:lnTo>
                  <a:lnTo>
                    <a:pt x="165437" y="222069"/>
                  </a:lnTo>
                  <a:lnTo>
                    <a:pt x="165456" y="221863"/>
                  </a:lnTo>
                  <a:lnTo>
                    <a:pt x="165446" y="221720"/>
                  </a:lnTo>
                  <a:lnTo>
                    <a:pt x="165660" y="221531"/>
                  </a:lnTo>
                  <a:lnTo>
                    <a:pt x="165611" y="221388"/>
                  </a:lnTo>
                  <a:lnTo>
                    <a:pt x="165243" y="221217"/>
                  </a:lnTo>
                  <a:lnTo>
                    <a:pt x="165029" y="220929"/>
                  </a:lnTo>
                  <a:lnTo>
                    <a:pt x="164846" y="220903"/>
                  </a:lnTo>
                  <a:lnTo>
                    <a:pt x="164553" y="220874"/>
                  </a:lnTo>
                  <a:lnTo>
                    <a:pt x="164453" y="220614"/>
                  </a:lnTo>
                  <a:lnTo>
                    <a:pt x="164587" y="220295"/>
                  </a:lnTo>
                  <a:lnTo>
                    <a:pt x="164781" y="220176"/>
                  </a:lnTo>
                  <a:lnTo>
                    <a:pt x="164991" y="220026"/>
                  </a:lnTo>
                  <a:lnTo>
                    <a:pt x="164796" y="220013"/>
                  </a:lnTo>
                  <a:lnTo>
                    <a:pt x="164800" y="219749"/>
                  </a:lnTo>
                  <a:lnTo>
                    <a:pt x="164805" y="219463"/>
                  </a:lnTo>
                  <a:lnTo>
                    <a:pt x="164716" y="218476"/>
                  </a:lnTo>
                  <a:lnTo>
                    <a:pt x="164715" y="218221"/>
                  </a:lnTo>
                  <a:lnTo>
                    <a:pt x="164546" y="218026"/>
                  </a:lnTo>
                  <a:lnTo>
                    <a:pt x="164613" y="217860"/>
                  </a:lnTo>
                  <a:lnTo>
                    <a:pt x="164568" y="217682"/>
                  </a:lnTo>
                  <a:lnTo>
                    <a:pt x="164863" y="217196"/>
                  </a:lnTo>
                  <a:lnTo>
                    <a:pt x="164903" y="216948"/>
                  </a:lnTo>
                  <a:lnTo>
                    <a:pt x="164745" y="216636"/>
                  </a:lnTo>
                  <a:lnTo>
                    <a:pt x="164628" y="216274"/>
                  </a:lnTo>
                  <a:lnTo>
                    <a:pt x="164528" y="216096"/>
                  </a:lnTo>
                  <a:lnTo>
                    <a:pt x="164527" y="215712"/>
                  </a:lnTo>
                  <a:lnTo>
                    <a:pt x="164300" y="215439"/>
                  </a:lnTo>
                  <a:lnTo>
                    <a:pt x="164091" y="215345"/>
                  </a:lnTo>
                  <a:lnTo>
                    <a:pt x="163569" y="215354"/>
                  </a:lnTo>
                  <a:lnTo>
                    <a:pt x="163396" y="215318"/>
                  </a:lnTo>
                  <a:lnTo>
                    <a:pt x="163261" y="215002"/>
                  </a:lnTo>
                  <a:lnTo>
                    <a:pt x="162823" y="214815"/>
                  </a:lnTo>
                  <a:lnTo>
                    <a:pt x="162936" y="214995"/>
                  </a:lnTo>
                  <a:lnTo>
                    <a:pt x="162893" y="215279"/>
                  </a:lnTo>
                  <a:lnTo>
                    <a:pt x="162355" y="215372"/>
                  </a:lnTo>
                  <a:lnTo>
                    <a:pt x="162182" y="215545"/>
                  </a:lnTo>
                  <a:lnTo>
                    <a:pt x="162036" y="215531"/>
                  </a:lnTo>
                  <a:lnTo>
                    <a:pt x="161353" y="215305"/>
                  </a:lnTo>
                  <a:lnTo>
                    <a:pt x="161022" y="215238"/>
                  </a:lnTo>
                  <a:lnTo>
                    <a:pt x="161021" y="214990"/>
                  </a:lnTo>
                  <a:lnTo>
                    <a:pt x="161029" y="214831"/>
                  </a:lnTo>
                  <a:lnTo>
                    <a:pt x="161040" y="214468"/>
                  </a:lnTo>
                  <a:lnTo>
                    <a:pt x="160866" y="214092"/>
                  </a:lnTo>
                  <a:lnTo>
                    <a:pt x="160811" y="213291"/>
                  </a:lnTo>
                  <a:lnTo>
                    <a:pt x="160934" y="212849"/>
                  </a:lnTo>
                  <a:lnTo>
                    <a:pt x="161145" y="212570"/>
                  </a:lnTo>
                  <a:lnTo>
                    <a:pt x="160810" y="212168"/>
                  </a:lnTo>
                  <a:lnTo>
                    <a:pt x="160523" y="211929"/>
                  </a:lnTo>
                  <a:lnTo>
                    <a:pt x="159510" y="211709"/>
                  </a:lnTo>
                  <a:lnTo>
                    <a:pt x="159765" y="210913"/>
                  </a:lnTo>
                  <a:lnTo>
                    <a:pt x="159925" y="210464"/>
                  </a:lnTo>
                  <a:lnTo>
                    <a:pt x="160185" y="210184"/>
                  </a:lnTo>
                  <a:lnTo>
                    <a:pt x="160364" y="210161"/>
                  </a:lnTo>
                  <a:lnTo>
                    <a:pt x="160647" y="210125"/>
                  </a:lnTo>
                  <a:lnTo>
                    <a:pt x="160929" y="210100"/>
                  </a:lnTo>
                  <a:lnTo>
                    <a:pt x="161418" y="210117"/>
                  </a:lnTo>
                  <a:lnTo>
                    <a:pt x="161629" y="210070"/>
                  </a:lnTo>
                  <a:lnTo>
                    <a:pt x="162144" y="209856"/>
                  </a:lnTo>
                  <a:lnTo>
                    <a:pt x="162530" y="209924"/>
                  </a:lnTo>
                  <a:lnTo>
                    <a:pt x="162799" y="209971"/>
                  </a:lnTo>
                  <a:lnTo>
                    <a:pt x="162998" y="210007"/>
                  </a:lnTo>
                  <a:lnTo>
                    <a:pt x="163521" y="210121"/>
                  </a:lnTo>
                  <a:lnTo>
                    <a:pt x="163863" y="210205"/>
                  </a:lnTo>
                  <a:lnTo>
                    <a:pt x="164405" y="210232"/>
                  </a:lnTo>
                  <a:lnTo>
                    <a:pt x="164655" y="210217"/>
                  </a:lnTo>
                  <a:lnTo>
                    <a:pt x="165019" y="210211"/>
                  </a:lnTo>
                  <a:lnTo>
                    <a:pt x="165799" y="209876"/>
                  </a:lnTo>
                  <a:lnTo>
                    <a:pt x="166431" y="209967"/>
                  </a:lnTo>
                  <a:lnTo>
                    <a:pt x="166401" y="209523"/>
                  </a:lnTo>
                  <a:lnTo>
                    <a:pt x="166532" y="209460"/>
                  </a:lnTo>
                  <a:lnTo>
                    <a:pt x="166532" y="209307"/>
                  </a:lnTo>
                  <a:lnTo>
                    <a:pt x="166823" y="209474"/>
                  </a:lnTo>
                  <a:lnTo>
                    <a:pt x="167213" y="209361"/>
                  </a:lnTo>
                  <a:lnTo>
                    <a:pt x="167318" y="209531"/>
                  </a:lnTo>
                  <a:lnTo>
                    <a:pt x="167456" y="209509"/>
                  </a:lnTo>
                  <a:lnTo>
                    <a:pt x="167784" y="208936"/>
                  </a:lnTo>
                  <a:lnTo>
                    <a:pt x="167610" y="208284"/>
                  </a:lnTo>
                  <a:lnTo>
                    <a:pt x="167529" y="208101"/>
                  </a:lnTo>
                  <a:lnTo>
                    <a:pt x="167463" y="207946"/>
                  </a:lnTo>
                  <a:lnTo>
                    <a:pt x="167596" y="207695"/>
                  </a:lnTo>
                  <a:lnTo>
                    <a:pt x="167471" y="207467"/>
                  </a:lnTo>
                  <a:lnTo>
                    <a:pt x="167422" y="207251"/>
                  </a:lnTo>
                  <a:lnTo>
                    <a:pt x="167294" y="206564"/>
                  </a:lnTo>
                  <a:lnTo>
                    <a:pt x="167246" y="206262"/>
                  </a:lnTo>
                  <a:lnTo>
                    <a:pt x="167287" y="205960"/>
                  </a:lnTo>
                  <a:lnTo>
                    <a:pt x="167258" y="205583"/>
                  </a:lnTo>
                  <a:lnTo>
                    <a:pt x="167174" y="205285"/>
                  </a:lnTo>
                  <a:lnTo>
                    <a:pt x="167174" y="205063"/>
                  </a:lnTo>
                  <a:lnTo>
                    <a:pt x="167304" y="204336"/>
                  </a:lnTo>
                  <a:lnTo>
                    <a:pt x="167957" y="203843"/>
                  </a:lnTo>
                  <a:lnTo>
                    <a:pt x="168274" y="203287"/>
                  </a:lnTo>
                  <a:lnTo>
                    <a:pt x="168441" y="203446"/>
                  </a:lnTo>
                  <a:lnTo>
                    <a:pt x="168867" y="204021"/>
                  </a:lnTo>
                  <a:lnTo>
                    <a:pt x="169029" y="203817"/>
                  </a:lnTo>
                  <a:lnTo>
                    <a:pt x="169288" y="203551"/>
                  </a:lnTo>
                  <a:lnTo>
                    <a:pt x="169889" y="203752"/>
                  </a:lnTo>
                  <a:lnTo>
                    <a:pt x="170143" y="203943"/>
                  </a:lnTo>
                  <a:lnTo>
                    <a:pt x="170354" y="204030"/>
                  </a:lnTo>
                  <a:lnTo>
                    <a:pt x="170802" y="203875"/>
                  </a:lnTo>
                  <a:lnTo>
                    <a:pt x="170831" y="203484"/>
                  </a:lnTo>
                  <a:lnTo>
                    <a:pt x="170652" y="203194"/>
                  </a:lnTo>
                  <a:lnTo>
                    <a:pt x="170634" y="202931"/>
                  </a:lnTo>
                  <a:lnTo>
                    <a:pt x="170535" y="202782"/>
                  </a:lnTo>
                  <a:lnTo>
                    <a:pt x="170302" y="202532"/>
                  </a:lnTo>
                  <a:lnTo>
                    <a:pt x="170169" y="202799"/>
                  </a:lnTo>
                  <a:lnTo>
                    <a:pt x="169807" y="202551"/>
                  </a:lnTo>
                  <a:lnTo>
                    <a:pt x="169733" y="202184"/>
                  </a:lnTo>
                  <a:lnTo>
                    <a:pt x="169811" y="201952"/>
                  </a:lnTo>
                  <a:lnTo>
                    <a:pt x="169955" y="201774"/>
                  </a:lnTo>
                  <a:lnTo>
                    <a:pt x="169899" y="201545"/>
                  </a:lnTo>
                  <a:lnTo>
                    <a:pt x="169838" y="201230"/>
                  </a:lnTo>
                  <a:lnTo>
                    <a:pt x="169520" y="201039"/>
                  </a:lnTo>
                  <a:lnTo>
                    <a:pt x="169341" y="201008"/>
                  </a:lnTo>
                  <a:lnTo>
                    <a:pt x="169424" y="200820"/>
                  </a:lnTo>
                  <a:lnTo>
                    <a:pt x="169132" y="200713"/>
                  </a:lnTo>
                  <a:lnTo>
                    <a:pt x="169167" y="200063"/>
                  </a:lnTo>
                  <a:lnTo>
                    <a:pt x="169200" y="199668"/>
                  </a:lnTo>
                  <a:lnTo>
                    <a:pt x="169624" y="199568"/>
                  </a:lnTo>
                  <a:lnTo>
                    <a:pt x="170127" y="199369"/>
                  </a:lnTo>
                  <a:lnTo>
                    <a:pt x="170416" y="198815"/>
                  </a:lnTo>
                  <a:lnTo>
                    <a:pt x="170593" y="198449"/>
                  </a:lnTo>
                  <a:lnTo>
                    <a:pt x="170732" y="198268"/>
                  </a:lnTo>
                  <a:lnTo>
                    <a:pt x="170886" y="198056"/>
                  </a:lnTo>
                  <a:lnTo>
                    <a:pt x="170537" y="197836"/>
                  </a:lnTo>
                  <a:lnTo>
                    <a:pt x="170516" y="197606"/>
                  </a:lnTo>
                  <a:lnTo>
                    <a:pt x="171020" y="197409"/>
                  </a:lnTo>
                  <a:lnTo>
                    <a:pt x="171152" y="197351"/>
                  </a:lnTo>
                  <a:lnTo>
                    <a:pt x="170501" y="196646"/>
                  </a:lnTo>
                  <a:lnTo>
                    <a:pt x="171030" y="196380"/>
                  </a:lnTo>
                  <a:lnTo>
                    <a:pt x="171298" y="196405"/>
                  </a:lnTo>
                  <a:lnTo>
                    <a:pt x="171568" y="196369"/>
                  </a:lnTo>
                  <a:lnTo>
                    <a:pt x="171830" y="196249"/>
                  </a:lnTo>
                  <a:lnTo>
                    <a:pt x="171945" y="196050"/>
                  </a:lnTo>
                  <a:lnTo>
                    <a:pt x="171979" y="195917"/>
                  </a:lnTo>
                  <a:lnTo>
                    <a:pt x="172451" y="195559"/>
                  </a:lnTo>
                  <a:lnTo>
                    <a:pt x="172896" y="195170"/>
                  </a:lnTo>
                  <a:lnTo>
                    <a:pt x="173065" y="195223"/>
                  </a:lnTo>
                  <a:lnTo>
                    <a:pt x="173242" y="195242"/>
                  </a:lnTo>
                  <a:lnTo>
                    <a:pt x="173506" y="195197"/>
                  </a:lnTo>
                  <a:lnTo>
                    <a:pt x="173632" y="194926"/>
                  </a:lnTo>
                  <a:lnTo>
                    <a:pt x="173791" y="194699"/>
                  </a:lnTo>
                  <a:lnTo>
                    <a:pt x="173949" y="194519"/>
                  </a:lnTo>
                  <a:lnTo>
                    <a:pt x="174143" y="194456"/>
                  </a:lnTo>
                  <a:lnTo>
                    <a:pt x="174200" y="194789"/>
                  </a:lnTo>
                  <a:lnTo>
                    <a:pt x="174243" y="194971"/>
                  </a:lnTo>
                  <a:lnTo>
                    <a:pt x="174355" y="195170"/>
                  </a:lnTo>
                  <a:lnTo>
                    <a:pt x="174923" y="194993"/>
                  </a:lnTo>
                  <a:lnTo>
                    <a:pt x="175621" y="194617"/>
                  </a:lnTo>
                  <a:lnTo>
                    <a:pt x="175765" y="194618"/>
                  </a:lnTo>
                  <a:lnTo>
                    <a:pt x="175992" y="194662"/>
                  </a:lnTo>
                  <a:lnTo>
                    <a:pt x="176195" y="194603"/>
                  </a:lnTo>
                  <a:lnTo>
                    <a:pt x="176323" y="194549"/>
                  </a:lnTo>
                  <a:lnTo>
                    <a:pt x="176473" y="194052"/>
                  </a:lnTo>
                  <a:lnTo>
                    <a:pt x="176610" y="193940"/>
                  </a:lnTo>
                  <a:lnTo>
                    <a:pt x="176943" y="194129"/>
                  </a:lnTo>
                  <a:lnTo>
                    <a:pt x="177333" y="194167"/>
                  </a:lnTo>
                  <a:lnTo>
                    <a:pt x="177563" y="193959"/>
                  </a:lnTo>
                  <a:lnTo>
                    <a:pt x="178174" y="193486"/>
                  </a:lnTo>
                  <a:lnTo>
                    <a:pt x="178349" y="193336"/>
                  </a:lnTo>
                  <a:lnTo>
                    <a:pt x="178813" y="192940"/>
                  </a:lnTo>
                  <a:lnTo>
                    <a:pt x="179038" y="192753"/>
                  </a:lnTo>
                  <a:lnTo>
                    <a:pt x="179373" y="192479"/>
                  </a:lnTo>
                  <a:lnTo>
                    <a:pt x="179561" y="192328"/>
                  </a:lnTo>
                  <a:lnTo>
                    <a:pt x="179358" y="191900"/>
                  </a:lnTo>
                  <a:lnTo>
                    <a:pt x="178157" y="191109"/>
                  </a:lnTo>
                  <a:lnTo>
                    <a:pt x="177951" y="190973"/>
                  </a:lnTo>
                  <a:lnTo>
                    <a:pt x="177753" y="190843"/>
                  </a:lnTo>
                  <a:lnTo>
                    <a:pt x="177604" y="190748"/>
                  </a:lnTo>
                  <a:lnTo>
                    <a:pt x="177396" y="190627"/>
                  </a:lnTo>
                  <a:lnTo>
                    <a:pt x="177013" y="190188"/>
                  </a:lnTo>
                  <a:lnTo>
                    <a:pt x="176897" y="190043"/>
                  </a:lnTo>
                  <a:lnTo>
                    <a:pt x="176451" y="189497"/>
                  </a:lnTo>
                  <a:lnTo>
                    <a:pt x="176133" y="189110"/>
                  </a:lnTo>
                  <a:lnTo>
                    <a:pt x="176019" y="188967"/>
                  </a:lnTo>
                  <a:lnTo>
                    <a:pt x="175896" y="188812"/>
                  </a:lnTo>
                  <a:lnTo>
                    <a:pt x="175748" y="188628"/>
                  </a:lnTo>
                  <a:lnTo>
                    <a:pt x="175196" y="187953"/>
                  </a:lnTo>
                  <a:lnTo>
                    <a:pt x="174664" y="187398"/>
                  </a:lnTo>
                  <a:lnTo>
                    <a:pt x="174180" y="186945"/>
                  </a:lnTo>
                  <a:lnTo>
                    <a:pt x="173925" y="186750"/>
                  </a:lnTo>
                  <a:lnTo>
                    <a:pt x="173678" y="186563"/>
                  </a:lnTo>
                  <a:lnTo>
                    <a:pt x="173392" y="186349"/>
                  </a:lnTo>
                  <a:lnTo>
                    <a:pt x="173004" y="186060"/>
                  </a:lnTo>
                  <a:lnTo>
                    <a:pt x="172687" y="185825"/>
                  </a:lnTo>
                  <a:lnTo>
                    <a:pt x="172518" y="185701"/>
                  </a:lnTo>
                  <a:lnTo>
                    <a:pt x="172039" y="185385"/>
                  </a:lnTo>
                  <a:lnTo>
                    <a:pt x="171670" y="185101"/>
                  </a:lnTo>
                  <a:lnTo>
                    <a:pt x="171542" y="184975"/>
                  </a:lnTo>
                  <a:lnTo>
                    <a:pt x="171363" y="184840"/>
                  </a:lnTo>
                  <a:lnTo>
                    <a:pt x="170868" y="184473"/>
                  </a:lnTo>
                  <a:lnTo>
                    <a:pt x="170385" y="184116"/>
                  </a:lnTo>
                  <a:lnTo>
                    <a:pt x="170039" y="183860"/>
                  </a:lnTo>
                  <a:lnTo>
                    <a:pt x="169694" y="183581"/>
                  </a:lnTo>
                  <a:lnTo>
                    <a:pt x="169226" y="183107"/>
                  </a:lnTo>
                  <a:lnTo>
                    <a:pt x="169078" y="182961"/>
                  </a:lnTo>
                  <a:lnTo>
                    <a:pt x="168928" y="182819"/>
                  </a:lnTo>
                  <a:lnTo>
                    <a:pt x="169143" y="182404"/>
                  </a:lnTo>
                  <a:lnTo>
                    <a:pt x="169926" y="181843"/>
                  </a:lnTo>
                  <a:lnTo>
                    <a:pt x="170101" y="181717"/>
                  </a:lnTo>
                  <a:lnTo>
                    <a:pt x="170513" y="181384"/>
                  </a:lnTo>
                  <a:lnTo>
                    <a:pt x="170771" y="181129"/>
                  </a:lnTo>
                  <a:lnTo>
                    <a:pt x="171166" y="180709"/>
                  </a:lnTo>
                  <a:lnTo>
                    <a:pt x="171455" y="180400"/>
                  </a:lnTo>
                  <a:lnTo>
                    <a:pt x="171697" y="180184"/>
                  </a:lnTo>
                  <a:lnTo>
                    <a:pt x="171837" y="180092"/>
                  </a:lnTo>
                  <a:lnTo>
                    <a:pt x="172241" y="179822"/>
                  </a:lnTo>
                  <a:lnTo>
                    <a:pt x="172496" y="179651"/>
                  </a:lnTo>
                  <a:lnTo>
                    <a:pt x="172632" y="179557"/>
                  </a:lnTo>
                  <a:lnTo>
                    <a:pt x="172853" y="179412"/>
                  </a:lnTo>
                  <a:lnTo>
                    <a:pt x="173424" y="179040"/>
                  </a:lnTo>
                  <a:lnTo>
                    <a:pt x="173578" y="178970"/>
                  </a:lnTo>
                  <a:lnTo>
                    <a:pt x="174266" y="178684"/>
                  </a:lnTo>
                  <a:lnTo>
                    <a:pt x="174534" y="178572"/>
                  </a:lnTo>
                  <a:lnTo>
                    <a:pt x="175617" y="178120"/>
                  </a:lnTo>
                  <a:lnTo>
                    <a:pt x="175815" y="178042"/>
                  </a:lnTo>
                  <a:lnTo>
                    <a:pt x="176208" y="177931"/>
                  </a:lnTo>
                  <a:lnTo>
                    <a:pt x="176684" y="177960"/>
                  </a:lnTo>
                  <a:lnTo>
                    <a:pt x="177037" y="178095"/>
                  </a:lnTo>
                  <a:lnTo>
                    <a:pt x="177551" y="178292"/>
                  </a:lnTo>
                  <a:lnTo>
                    <a:pt x="177753" y="178370"/>
                  </a:lnTo>
                  <a:lnTo>
                    <a:pt x="178460" y="178641"/>
                  </a:lnTo>
                  <a:lnTo>
                    <a:pt x="179300" y="178983"/>
                  </a:lnTo>
                  <a:lnTo>
                    <a:pt x="179963" y="179957"/>
                  </a:lnTo>
                  <a:lnTo>
                    <a:pt x="180143" y="180196"/>
                  </a:lnTo>
                  <a:lnTo>
                    <a:pt x="180392" y="180521"/>
                  </a:lnTo>
                  <a:lnTo>
                    <a:pt x="180669" y="180736"/>
                  </a:lnTo>
                  <a:lnTo>
                    <a:pt x="180779" y="180923"/>
                  </a:lnTo>
                  <a:lnTo>
                    <a:pt x="180655" y="181234"/>
                  </a:lnTo>
                  <a:lnTo>
                    <a:pt x="180870" y="181645"/>
                  </a:lnTo>
                  <a:lnTo>
                    <a:pt x="181623" y="182417"/>
                  </a:lnTo>
                  <a:lnTo>
                    <a:pt x="182317" y="18275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6811684" y="1192369"/>
              <a:ext cx="199000" cy="450998"/>
            </a:xfrm>
            <a:custGeom>
              <a:avLst/>
              <a:pathLst>
                <a:path w="199000" h="450998">
                  <a:moveTo>
                    <a:pt x="182879" y="182880"/>
                  </a:moveTo>
                  <a:lnTo>
                    <a:pt x="183276" y="183243"/>
                  </a:lnTo>
                  <a:lnTo>
                    <a:pt x="183358" y="183477"/>
                  </a:lnTo>
                  <a:lnTo>
                    <a:pt x="183718" y="184290"/>
                  </a:lnTo>
                  <a:lnTo>
                    <a:pt x="183848" y="184550"/>
                  </a:lnTo>
                  <a:lnTo>
                    <a:pt x="183960" y="184816"/>
                  </a:lnTo>
                  <a:lnTo>
                    <a:pt x="184475" y="185585"/>
                  </a:lnTo>
                  <a:lnTo>
                    <a:pt x="184889" y="186170"/>
                  </a:lnTo>
                  <a:lnTo>
                    <a:pt x="185106" y="187008"/>
                  </a:lnTo>
                  <a:lnTo>
                    <a:pt x="185349" y="187238"/>
                  </a:lnTo>
                  <a:lnTo>
                    <a:pt x="185606" y="187531"/>
                  </a:lnTo>
                  <a:lnTo>
                    <a:pt x="185729" y="187751"/>
                  </a:lnTo>
                  <a:lnTo>
                    <a:pt x="186075" y="187925"/>
                  </a:lnTo>
                  <a:lnTo>
                    <a:pt x="186600" y="187996"/>
                  </a:lnTo>
                  <a:lnTo>
                    <a:pt x="187135" y="187712"/>
                  </a:lnTo>
                  <a:lnTo>
                    <a:pt x="187406" y="187913"/>
                  </a:lnTo>
                  <a:lnTo>
                    <a:pt x="187471" y="188055"/>
                  </a:lnTo>
                  <a:lnTo>
                    <a:pt x="187665" y="188300"/>
                  </a:lnTo>
                  <a:lnTo>
                    <a:pt x="187846" y="188354"/>
                  </a:lnTo>
                  <a:lnTo>
                    <a:pt x="187975" y="188445"/>
                  </a:lnTo>
                  <a:lnTo>
                    <a:pt x="188051" y="189008"/>
                  </a:lnTo>
                  <a:lnTo>
                    <a:pt x="187682" y="189353"/>
                  </a:lnTo>
                  <a:lnTo>
                    <a:pt x="187641" y="190052"/>
                  </a:lnTo>
                  <a:lnTo>
                    <a:pt x="187688" y="190340"/>
                  </a:lnTo>
                  <a:lnTo>
                    <a:pt x="187846" y="190395"/>
                  </a:lnTo>
                  <a:lnTo>
                    <a:pt x="188277" y="190413"/>
                  </a:lnTo>
                  <a:lnTo>
                    <a:pt x="188402" y="190556"/>
                  </a:lnTo>
                  <a:lnTo>
                    <a:pt x="188222" y="191330"/>
                  </a:lnTo>
                  <a:lnTo>
                    <a:pt x="188108" y="191693"/>
                  </a:lnTo>
                  <a:lnTo>
                    <a:pt x="188097" y="191890"/>
                  </a:lnTo>
                  <a:lnTo>
                    <a:pt x="188085" y="192132"/>
                  </a:lnTo>
                  <a:lnTo>
                    <a:pt x="187935" y="192862"/>
                  </a:lnTo>
                  <a:lnTo>
                    <a:pt x="187761" y="193003"/>
                  </a:lnTo>
                  <a:lnTo>
                    <a:pt x="187616" y="193186"/>
                  </a:lnTo>
                  <a:lnTo>
                    <a:pt x="187355" y="193769"/>
                  </a:lnTo>
                  <a:lnTo>
                    <a:pt x="187666" y="194466"/>
                  </a:lnTo>
                  <a:lnTo>
                    <a:pt x="188019" y="194529"/>
                  </a:lnTo>
                  <a:lnTo>
                    <a:pt x="188138" y="194823"/>
                  </a:lnTo>
                  <a:lnTo>
                    <a:pt x="188555" y="194951"/>
                  </a:lnTo>
                  <a:lnTo>
                    <a:pt x="188414" y="196385"/>
                  </a:lnTo>
                  <a:lnTo>
                    <a:pt x="188420" y="196656"/>
                  </a:lnTo>
                  <a:lnTo>
                    <a:pt x="188663" y="197310"/>
                  </a:lnTo>
                  <a:lnTo>
                    <a:pt x="188771" y="197603"/>
                  </a:lnTo>
                  <a:lnTo>
                    <a:pt x="188840" y="198438"/>
                  </a:lnTo>
                  <a:lnTo>
                    <a:pt x="189295" y="198583"/>
                  </a:lnTo>
                  <a:lnTo>
                    <a:pt x="190202" y="198452"/>
                  </a:lnTo>
                  <a:lnTo>
                    <a:pt x="190512" y="198452"/>
                  </a:lnTo>
                  <a:lnTo>
                    <a:pt x="190750" y="198466"/>
                  </a:lnTo>
                  <a:lnTo>
                    <a:pt x="190955" y="198565"/>
                  </a:lnTo>
                  <a:lnTo>
                    <a:pt x="191192" y="198669"/>
                  </a:lnTo>
                  <a:lnTo>
                    <a:pt x="191524" y="198609"/>
                  </a:lnTo>
                  <a:lnTo>
                    <a:pt x="191837" y="199029"/>
                  </a:lnTo>
                  <a:lnTo>
                    <a:pt x="192068" y="199141"/>
                  </a:lnTo>
                  <a:lnTo>
                    <a:pt x="192533" y="199170"/>
                  </a:lnTo>
                  <a:lnTo>
                    <a:pt x="192785" y="198750"/>
                  </a:lnTo>
                  <a:lnTo>
                    <a:pt x="193288" y="198453"/>
                  </a:lnTo>
                  <a:lnTo>
                    <a:pt x="194077" y="198323"/>
                  </a:lnTo>
                  <a:lnTo>
                    <a:pt x="194485" y="198296"/>
                  </a:lnTo>
                  <a:lnTo>
                    <a:pt x="194836" y="198671"/>
                  </a:lnTo>
                  <a:lnTo>
                    <a:pt x="195139" y="199066"/>
                  </a:lnTo>
                  <a:lnTo>
                    <a:pt x="195275" y="199328"/>
                  </a:lnTo>
                  <a:lnTo>
                    <a:pt x="195549" y="199447"/>
                  </a:lnTo>
                  <a:lnTo>
                    <a:pt x="196321" y="199216"/>
                  </a:lnTo>
                  <a:lnTo>
                    <a:pt x="197170" y="199222"/>
                  </a:lnTo>
                  <a:lnTo>
                    <a:pt x="197379" y="199376"/>
                  </a:lnTo>
                  <a:lnTo>
                    <a:pt x="197575" y="199492"/>
                  </a:lnTo>
                  <a:lnTo>
                    <a:pt x="197562" y="199783"/>
                  </a:lnTo>
                  <a:lnTo>
                    <a:pt x="197238" y="200167"/>
                  </a:lnTo>
                  <a:lnTo>
                    <a:pt x="197266" y="200359"/>
                  </a:lnTo>
                  <a:lnTo>
                    <a:pt x="197305" y="200525"/>
                  </a:lnTo>
                  <a:lnTo>
                    <a:pt x="197278" y="200674"/>
                  </a:lnTo>
                  <a:lnTo>
                    <a:pt x="197103" y="201096"/>
                  </a:lnTo>
                  <a:lnTo>
                    <a:pt x="196936" y="201274"/>
                  </a:lnTo>
                  <a:lnTo>
                    <a:pt x="196457" y="201568"/>
                  </a:lnTo>
                  <a:lnTo>
                    <a:pt x="196288" y="202010"/>
                  </a:lnTo>
                  <a:lnTo>
                    <a:pt x="196005" y="202534"/>
                  </a:lnTo>
                  <a:lnTo>
                    <a:pt x="195571" y="202787"/>
                  </a:lnTo>
                  <a:lnTo>
                    <a:pt x="195033" y="203078"/>
                  </a:lnTo>
                  <a:lnTo>
                    <a:pt x="194625" y="203330"/>
                  </a:lnTo>
                  <a:lnTo>
                    <a:pt x="194109" y="203435"/>
                  </a:lnTo>
                  <a:lnTo>
                    <a:pt x="193731" y="203528"/>
                  </a:lnTo>
                  <a:lnTo>
                    <a:pt x="193259" y="203767"/>
                  </a:lnTo>
                  <a:lnTo>
                    <a:pt x="192918" y="203882"/>
                  </a:lnTo>
                  <a:lnTo>
                    <a:pt x="191965" y="204049"/>
                  </a:lnTo>
                  <a:lnTo>
                    <a:pt x="191657" y="203866"/>
                  </a:lnTo>
                  <a:lnTo>
                    <a:pt x="191481" y="203780"/>
                  </a:lnTo>
                  <a:lnTo>
                    <a:pt x="191105" y="203639"/>
                  </a:lnTo>
                  <a:lnTo>
                    <a:pt x="190744" y="203642"/>
                  </a:lnTo>
                  <a:lnTo>
                    <a:pt x="190356" y="203750"/>
                  </a:lnTo>
                  <a:lnTo>
                    <a:pt x="188999" y="204301"/>
                  </a:lnTo>
                  <a:lnTo>
                    <a:pt x="188727" y="204515"/>
                  </a:lnTo>
                  <a:lnTo>
                    <a:pt x="188535" y="204443"/>
                  </a:lnTo>
                  <a:lnTo>
                    <a:pt x="188354" y="204412"/>
                  </a:lnTo>
                  <a:lnTo>
                    <a:pt x="187916" y="204685"/>
                  </a:lnTo>
                  <a:lnTo>
                    <a:pt x="187685" y="204687"/>
                  </a:lnTo>
                  <a:lnTo>
                    <a:pt x="187379" y="204625"/>
                  </a:lnTo>
                  <a:lnTo>
                    <a:pt x="187312" y="204273"/>
                  </a:lnTo>
                  <a:lnTo>
                    <a:pt x="186811" y="204552"/>
                  </a:lnTo>
                  <a:lnTo>
                    <a:pt x="186316" y="205013"/>
                  </a:lnTo>
                  <a:lnTo>
                    <a:pt x="186173" y="205082"/>
                  </a:lnTo>
                  <a:lnTo>
                    <a:pt x="186015" y="205148"/>
                  </a:lnTo>
                  <a:lnTo>
                    <a:pt x="185877" y="205203"/>
                  </a:lnTo>
                  <a:lnTo>
                    <a:pt x="186084" y="205514"/>
                  </a:lnTo>
                  <a:lnTo>
                    <a:pt x="186167" y="205797"/>
                  </a:lnTo>
                  <a:lnTo>
                    <a:pt x="185150" y="206242"/>
                  </a:lnTo>
                  <a:lnTo>
                    <a:pt x="184841" y="206123"/>
                  </a:lnTo>
                  <a:lnTo>
                    <a:pt x="184471" y="206097"/>
                  </a:lnTo>
                  <a:lnTo>
                    <a:pt x="184064" y="206156"/>
                  </a:lnTo>
                  <a:lnTo>
                    <a:pt x="183871" y="206205"/>
                  </a:lnTo>
                  <a:lnTo>
                    <a:pt x="183105" y="206615"/>
                  </a:lnTo>
                  <a:lnTo>
                    <a:pt x="182660" y="206822"/>
                  </a:lnTo>
                  <a:lnTo>
                    <a:pt x="182213" y="206844"/>
                  </a:lnTo>
                  <a:lnTo>
                    <a:pt x="181812" y="206527"/>
                  </a:lnTo>
                  <a:lnTo>
                    <a:pt x="181788" y="206265"/>
                  </a:lnTo>
                  <a:lnTo>
                    <a:pt x="181292" y="206051"/>
                  </a:lnTo>
                  <a:lnTo>
                    <a:pt x="181027" y="206042"/>
                  </a:lnTo>
                  <a:lnTo>
                    <a:pt x="179624" y="206580"/>
                  </a:lnTo>
                  <a:lnTo>
                    <a:pt x="179741" y="206916"/>
                  </a:lnTo>
                  <a:lnTo>
                    <a:pt x="179843" y="207203"/>
                  </a:lnTo>
                  <a:lnTo>
                    <a:pt x="180064" y="207740"/>
                  </a:lnTo>
                  <a:lnTo>
                    <a:pt x="180171" y="208164"/>
                  </a:lnTo>
                  <a:lnTo>
                    <a:pt x="180175" y="208309"/>
                  </a:lnTo>
                  <a:lnTo>
                    <a:pt x="180182" y="208469"/>
                  </a:lnTo>
                  <a:lnTo>
                    <a:pt x="180248" y="208689"/>
                  </a:lnTo>
                  <a:lnTo>
                    <a:pt x="180289" y="208827"/>
                  </a:lnTo>
                  <a:lnTo>
                    <a:pt x="180704" y="209457"/>
                  </a:lnTo>
                  <a:lnTo>
                    <a:pt x="180945" y="209904"/>
                  </a:lnTo>
                  <a:lnTo>
                    <a:pt x="180563" y="210778"/>
                  </a:lnTo>
                  <a:lnTo>
                    <a:pt x="180013" y="211488"/>
                  </a:lnTo>
                  <a:lnTo>
                    <a:pt x="179859" y="211510"/>
                  </a:lnTo>
                  <a:lnTo>
                    <a:pt x="179728" y="211528"/>
                  </a:lnTo>
                  <a:lnTo>
                    <a:pt x="179149" y="211822"/>
                  </a:lnTo>
                  <a:lnTo>
                    <a:pt x="178785" y="212041"/>
                  </a:lnTo>
                  <a:lnTo>
                    <a:pt x="178630" y="211996"/>
                  </a:lnTo>
                  <a:lnTo>
                    <a:pt x="178328" y="211603"/>
                  </a:lnTo>
                  <a:lnTo>
                    <a:pt x="178361" y="211417"/>
                  </a:lnTo>
                  <a:lnTo>
                    <a:pt x="178378" y="211008"/>
                  </a:lnTo>
                  <a:lnTo>
                    <a:pt x="178006" y="210552"/>
                  </a:lnTo>
                  <a:lnTo>
                    <a:pt x="177829" y="210187"/>
                  </a:lnTo>
                  <a:lnTo>
                    <a:pt x="177737" y="209998"/>
                  </a:lnTo>
                  <a:lnTo>
                    <a:pt x="177291" y="209803"/>
                  </a:lnTo>
                  <a:lnTo>
                    <a:pt x="176611" y="209602"/>
                  </a:lnTo>
                  <a:lnTo>
                    <a:pt x="176179" y="209754"/>
                  </a:lnTo>
                  <a:lnTo>
                    <a:pt x="176085" y="210018"/>
                  </a:lnTo>
                  <a:lnTo>
                    <a:pt x="176213" y="210541"/>
                  </a:lnTo>
                  <a:lnTo>
                    <a:pt x="176286" y="211493"/>
                  </a:lnTo>
                  <a:lnTo>
                    <a:pt x="175578" y="212852"/>
                  </a:lnTo>
                  <a:lnTo>
                    <a:pt x="175225" y="213255"/>
                  </a:lnTo>
                  <a:lnTo>
                    <a:pt x="174582" y="213397"/>
                  </a:lnTo>
                  <a:lnTo>
                    <a:pt x="174324" y="213445"/>
                  </a:lnTo>
                  <a:lnTo>
                    <a:pt x="174053" y="213496"/>
                  </a:lnTo>
                  <a:lnTo>
                    <a:pt x="173705" y="213580"/>
                  </a:lnTo>
                  <a:lnTo>
                    <a:pt x="174385" y="214225"/>
                  </a:lnTo>
                  <a:lnTo>
                    <a:pt x="174694" y="214187"/>
                  </a:lnTo>
                  <a:lnTo>
                    <a:pt x="175375" y="214439"/>
                  </a:lnTo>
                  <a:lnTo>
                    <a:pt x="175509" y="214475"/>
                  </a:lnTo>
                  <a:lnTo>
                    <a:pt x="176637" y="214725"/>
                  </a:lnTo>
                  <a:lnTo>
                    <a:pt x="177009" y="214854"/>
                  </a:lnTo>
                  <a:lnTo>
                    <a:pt x="177415" y="214882"/>
                  </a:lnTo>
                  <a:lnTo>
                    <a:pt x="177732" y="214905"/>
                  </a:lnTo>
                  <a:lnTo>
                    <a:pt x="178173" y="215195"/>
                  </a:lnTo>
                  <a:lnTo>
                    <a:pt x="178145" y="215552"/>
                  </a:lnTo>
                  <a:lnTo>
                    <a:pt x="178130" y="216149"/>
                  </a:lnTo>
                  <a:lnTo>
                    <a:pt x="178465" y="217071"/>
                  </a:lnTo>
                  <a:lnTo>
                    <a:pt x="178487" y="217201"/>
                  </a:lnTo>
                  <a:lnTo>
                    <a:pt x="178631" y="217561"/>
                  </a:lnTo>
                  <a:lnTo>
                    <a:pt x="178761" y="217931"/>
                  </a:lnTo>
                  <a:lnTo>
                    <a:pt x="178932" y="218244"/>
                  </a:lnTo>
                  <a:lnTo>
                    <a:pt x="179165" y="217962"/>
                  </a:lnTo>
                  <a:lnTo>
                    <a:pt x="179349" y="217957"/>
                  </a:lnTo>
                  <a:lnTo>
                    <a:pt x="179930" y="218058"/>
                  </a:lnTo>
                  <a:lnTo>
                    <a:pt x="180284" y="218349"/>
                  </a:lnTo>
                  <a:lnTo>
                    <a:pt x="180822" y="218418"/>
                  </a:lnTo>
                  <a:lnTo>
                    <a:pt x="181036" y="218421"/>
                  </a:lnTo>
                  <a:lnTo>
                    <a:pt x="181899" y="218682"/>
                  </a:lnTo>
                  <a:lnTo>
                    <a:pt x="182081" y="218727"/>
                  </a:lnTo>
                  <a:lnTo>
                    <a:pt x="183222" y="218889"/>
                  </a:lnTo>
                  <a:lnTo>
                    <a:pt x="183859" y="218949"/>
                  </a:lnTo>
                  <a:lnTo>
                    <a:pt x="184049" y="218891"/>
                  </a:lnTo>
                  <a:lnTo>
                    <a:pt x="184817" y="218523"/>
                  </a:lnTo>
                  <a:lnTo>
                    <a:pt x="185055" y="218343"/>
                  </a:lnTo>
                  <a:lnTo>
                    <a:pt x="185215" y="218078"/>
                  </a:lnTo>
                  <a:lnTo>
                    <a:pt x="185584" y="218315"/>
                  </a:lnTo>
                  <a:lnTo>
                    <a:pt x="185801" y="218592"/>
                  </a:lnTo>
                  <a:lnTo>
                    <a:pt x="185820" y="219090"/>
                  </a:lnTo>
                  <a:lnTo>
                    <a:pt x="185616" y="219178"/>
                  </a:lnTo>
                  <a:lnTo>
                    <a:pt x="185484" y="219237"/>
                  </a:lnTo>
                  <a:lnTo>
                    <a:pt x="185245" y="219362"/>
                  </a:lnTo>
                  <a:lnTo>
                    <a:pt x="184875" y="220158"/>
                  </a:lnTo>
                  <a:lnTo>
                    <a:pt x="185160" y="220411"/>
                  </a:lnTo>
                  <a:lnTo>
                    <a:pt x="185363" y="220562"/>
                  </a:lnTo>
                  <a:lnTo>
                    <a:pt x="185605" y="220626"/>
                  </a:lnTo>
                  <a:lnTo>
                    <a:pt x="185605" y="220812"/>
                  </a:lnTo>
                  <a:lnTo>
                    <a:pt x="185875" y="220637"/>
                  </a:lnTo>
                  <a:lnTo>
                    <a:pt x="186645" y="220485"/>
                  </a:lnTo>
                  <a:lnTo>
                    <a:pt x="187379" y="220270"/>
                  </a:lnTo>
                  <a:lnTo>
                    <a:pt x="188059" y="220400"/>
                  </a:lnTo>
                  <a:lnTo>
                    <a:pt x="189013" y="220677"/>
                  </a:lnTo>
                  <a:lnTo>
                    <a:pt x="189801" y="220446"/>
                  </a:lnTo>
                  <a:lnTo>
                    <a:pt x="190095" y="220540"/>
                  </a:lnTo>
                  <a:lnTo>
                    <a:pt x="190514" y="220560"/>
                  </a:lnTo>
                  <a:lnTo>
                    <a:pt x="190691" y="220499"/>
                  </a:lnTo>
                  <a:lnTo>
                    <a:pt x="191043" y="220424"/>
                  </a:lnTo>
                  <a:lnTo>
                    <a:pt x="191500" y="220323"/>
                  </a:lnTo>
                  <a:lnTo>
                    <a:pt x="192462" y="220813"/>
                  </a:lnTo>
                  <a:lnTo>
                    <a:pt x="192427" y="221091"/>
                  </a:lnTo>
                  <a:lnTo>
                    <a:pt x="192588" y="221641"/>
                  </a:lnTo>
                  <a:lnTo>
                    <a:pt x="192734" y="221909"/>
                  </a:lnTo>
                  <a:lnTo>
                    <a:pt x="192375" y="222832"/>
                  </a:lnTo>
                  <a:lnTo>
                    <a:pt x="192380" y="222965"/>
                  </a:lnTo>
                  <a:lnTo>
                    <a:pt x="192420" y="223292"/>
                  </a:lnTo>
                  <a:lnTo>
                    <a:pt x="192653" y="223604"/>
                  </a:lnTo>
                  <a:lnTo>
                    <a:pt x="192822" y="223694"/>
                  </a:lnTo>
                  <a:lnTo>
                    <a:pt x="192785" y="223923"/>
                  </a:lnTo>
                  <a:lnTo>
                    <a:pt x="193088" y="224098"/>
                  </a:lnTo>
                  <a:lnTo>
                    <a:pt x="193134" y="224306"/>
                  </a:lnTo>
                  <a:lnTo>
                    <a:pt x="192805" y="224636"/>
                  </a:lnTo>
                  <a:lnTo>
                    <a:pt x="192822" y="224884"/>
                  </a:lnTo>
                  <a:lnTo>
                    <a:pt x="192919" y="225113"/>
                  </a:lnTo>
                  <a:lnTo>
                    <a:pt x="193018" y="225335"/>
                  </a:lnTo>
                  <a:lnTo>
                    <a:pt x="193033" y="225500"/>
                  </a:lnTo>
                  <a:lnTo>
                    <a:pt x="192782" y="225630"/>
                  </a:lnTo>
                  <a:lnTo>
                    <a:pt x="192745" y="225971"/>
                  </a:lnTo>
                  <a:lnTo>
                    <a:pt x="192808" y="226249"/>
                  </a:lnTo>
                  <a:lnTo>
                    <a:pt x="192840" y="226683"/>
                  </a:lnTo>
                  <a:lnTo>
                    <a:pt x="192773" y="227037"/>
                  </a:lnTo>
                  <a:lnTo>
                    <a:pt x="192638" y="227318"/>
                  </a:lnTo>
                  <a:lnTo>
                    <a:pt x="192661" y="227546"/>
                  </a:lnTo>
                  <a:lnTo>
                    <a:pt x="192646" y="228181"/>
                  </a:lnTo>
                  <a:lnTo>
                    <a:pt x="192708" y="228358"/>
                  </a:lnTo>
                  <a:lnTo>
                    <a:pt x="192624" y="228913"/>
                  </a:lnTo>
                  <a:lnTo>
                    <a:pt x="192484" y="229582"/>
                  </a:lnTo>
                  <a:lnTo>
                    <a:pt x="193090" y="230498"/>
                  </a:lnTo>
                  <a:lnTo>
                    <a:pt x="193388" y="230794"/>
                  </a:lnTo>
                  <a:lnTo>
                    <a:pt x="193468" y="231264"/>
                  </a:lnTo>
                  <a:lnTo>
                    <a:pt x="193559" y="231449"/>
                  </a:lnTo>
                  <a:lnTo>
                    <a:pt x="193957" y="231755"/>
                  </a:lnTo>
                  <a:lnTo>
                    <a:pt x="194090" y="231747"/>
                  </a:lnTo>
                  <a:lnTo>
                    <a:pt x="194355" y="231725"/>
                  </a:lnTo>
                  <a:lnTo>
                    <a:pt x="194560" y="231599"/>
                  </a:lnTo>
                  <a:lnTo>
                    <a:pt x="194914" y="231520"/>
                  </a:lnTo>
                  <a:lnTo>
                    <a:pt x="195442" y="231658"/>
                  </a:lnTo>
                  <a:lnTo>
                    <a:pt x="196414" y="231884"/>
                  </a:lnTo>
                  <a:lnTo>
                    <a:pt x="196553" y="232225"/>
                  </a:lnTo>
                  <a:lnTo>
                    <a:pt x="196558" y="232607"/>
                  </a:lnTo>
                  <a:lnTo>
                    <a:pt x="196638" y="232792"/>
                  </a:lnTo>
                  <a:lnTo>
                    <a:pt x="196790" y="233187"/>
                  </a:lnTo>
                  <a:lnTo>
                    <a:pt x="197003" y="233576"/>
                  </a:lnTo>
                  <a:lnTo>
                    <a:pt x="197541" y="233604"/>
                  </a:lnTo>
                  <a:lnTo>
                    <a:pt x="197703" y="233289"/>
                  </a:lnTo>
                  <a:lnTo>
                    <a:pt x="198033" y="233100"/>
                  </a:lnTo>
                  <a:lnTo>
                    <a:pt x="198617" y="232821"/>
                  </a:lnTo>
                  <a:lnTo>
                    <a:pt x="198917" y="232968"/>
                  </a:lnTo>
                  <a:lnTo>
                    <a:pt x="199000" y="233216"/>
                  </a:lnTo>
                  <a:lnTo>
                    <a:pt x="198634" y="234499"/>
                  </a:lnTo>
                  <a:lnTo>
                    <a:pt x="198027" y="235557"/>
                  </a:lnTo>
                  <a:lnTo>
                    <a:pt x="197749" y="235894"/>
                  </a:lnTo>
                  <a:lnTo>
                    <a:pt x="197838" y="236326"/>
                  </a:lnTo>
                  <a:lnTo>
                    <a:pt x="197748" y="236718"/>
                  </a:lnTo>
                  <a:lnTo>
                    <a:pt x="197205" y="237102"/>
                  </a:lnTo>
                  <a:lnTo>
                    <a:pt x="197067" y="237228"/>
                  </a:lnTo>
                  <a:lnTo>
                    <a:pt x="196924" y="237357"/>
                  </a:lnTo>
                  <a:lnTo>
                    <a:pt x="196535" y="237883"/>
                  </a:lnTo>
                  <a:lnTo>
                    <a:pt x="196523" y="238111"/>
                  </a:lnTo>
                  <a:lnTo>
                    <a:pt x="196397" y="238688"/>
                  </a:lnTo>
                  <a:lnTo>
                    <a:pt x="196343" y="238841"/>
                  </a:lnTo>
                  <a:lnTo>
                    <a:pt x="196296" y="239131"/>
                  </a:lnTo>
                  <a:lnTo>
                    <a:pt x="195931" y="239580"/>
                  </a:lnTo>
                  <a:lnTo>
                    <a:pt x="195648" y="240055"/>
                  </a:lnTo>
                  <a:lnTo>
                    <a:pt x="195458" y="240304"/>
                  </a:lnTo>
                  <a:lnTo>
                    <a:pt x="195387" y="240467"/>
                  </a:lnTo>
                  <a:lnTo>
                    <a:pt x="195378" y="240608"/>
                  </a:lnTo>
                  <a:lnTo>
                    <a:pt x="195360" y="241011"/>
                  </a:lnTo>
                  <a:lnTo>
                    <a:pt x="195305" y="241289"/>
                  </a:lnTo>
                  <a:lnTo>
                    <a:pt x="195318" y="241447"/>
                  </a:lnTo>
                  <a:lnTo>
                    <a:pt x="195233" y="241861"/>
                  </a:lnTo>
                  <a:lnTo>
                    <a:pt x="195278" y="242052"/>
                  </a:lnTo>
                  <a:lnTo>
                    <a:pt x="195256" y="242375"/>
                  </a:lnTo>
                  <a:lnTo>
                    <a:pt x="195610" y="243001"/>
                  </a:lnTo>
                  <a:lnTo>
                    <a:pt x="195366" y="243308"/>
                  </a:lnTo>
                  <a:lnTo>
                    <a:pt x="195080" y="243558"/>
                  </a:lnTo>
                  <a:lnTo>
                    <a:pt x="194976" y="243958"/>
                  </a:lnTo>
                  <a:lnTo>
                    <a:pt x="194177" y="244301"/>
                  </a:lnTo>
                  <a:lnTo>
                    <a:pt x="194034" y="244348"/>
                  </a:lnTo>
                  <a:lnTo>
                    <a:pt x="193797" y="244534"/>
                  </a:lnTo>
                  <a:lnTo>
                    <a:pt x="193742" y="244820"/>
                  </a:lnTo>
                  <a:lnTo>
                    <a:pt x="193777" y="245269"/>
                  </a:lnTo>
                  <a:lnTo>
                    <a:pt x="193662" y="245543"/>
                  </a:lnTo>
                  <a:lnTo>
                    <a:pt x="193490" y="245814"/>
                  </a:lnTo>
                  <a:lnTo>
                    <a:pt x="193483" y="245971"/>
                  </a:lnTo>
                  <a:lnTo>
                    <a:pt x="193475" y="246180"/>
                  </a:lnTo>
                  <a:lnTo>
                    <a:pt x="193525" y="246418"/>
                  </a:lnTo>
                  <a:lnTo>
                    <a:pt x="193904" y="246892"/>
                  </a:lnTo>
                  <a:lnTo>
                    <a:pt x="193837" y="247073"/>
                  </a:lnTo>
                  <a:lnTo>
                    <a:pt x="193103" y="247701"/>
                  </a:lnTo>
                  <a:lnTo>
                    <a:pt x="193588" y="248133"/>
                  </a:lnTo>
                  <a:lnTo>
                    <a:pt x="193864" y="248275"/>
                  </a:lnTo>
                  <a:lnTo>
                    <a:pt x="194219" y="248269"/>
                  </a:lnTo>
                  <a:lnTo>
                    <a:pt x="194523" y="248307"/>
                  </a:lnTo>
                  <a:lnTo>
                    <a:pt x="194798" y="248403"/>
                  </a:lnTo>
                  <a:lnTo>
                    <a:pt x="195087" y="248472"/>
                  </a:lnTo>
                  <a:lnTo>
                    <a:pt x="195402" y="248911"/>
                  </a:lnTo>
                  <a:lnTo>
                    <a:pt x="195249" y="249243"/>
                  </a:lnTo>
                  <a:lnTo>
                    <a:pt x="195274" y="249616"/>
                  </a:lnTo>
                  <a:lnTo>
                    <a:pt x="195195" y="249844"/>
                  </a:lnTo>
                  <a:lnTo>
                    <a:pt x="194669" y="249956"/>
                  </a:lnTo>
                  <a:lnTo>
                    <a:pt x="194517" y="249890"/>
                  </a:lnTo>
                  <a:lnTo>
                    <a:pt x="194242" y="250026"/>
                  </a:lnTo>
                  <a:lnTo>
                    <a:pt x="194231" y="250411"/>
                  </a:lnTo>
                  <a:lnTo>
                    <a:pt x="193962" y="250661"/>
                  </a:lnTo>
                  <a:lnTo>
                    <a:pt x="193600" y="250773"/>
                  </a:lnTo>
                  <a:lnTo>
                    <a:pt x="193168" y="250640"/>
                  </a:lnTo>
                  <a:lnTo>
                    <a:pt x="192999" y="250537"/>
                  </a:lnTo>
                  <a:lnTo>
                    <a:pt x="192572" y="250579"/>
                  </a:lnTo>
                  <a:lnTo>
                    <a:pt x="192137" y="250619"/>
                  </a:lnTo>
                  <a:lnTo>
                    <a:pt x="191830" y="250723"/>
                  </a:lnTo>
                  <a:lnTo>
                    <a:pt x="191688" y="251095"/>
                  </a:lnTo>
                  <a:lnTo>
                    <a:pt x="191544" y="251452"/>
                  </a:lnTo>
                  <a:lnTo>
                    <a:pt x="191644" y="251841"/>
                  </a:lnTo>
                  <a:lnTo>
                    <a:pt x="191435" y="251865"/>
                  </a:lnTo>
                  <a:lnTo>
                    <a:pt x="190927" y="252155"/>
                  </a:lnTo>
                  <a:lnTo>
                    <a:pt x="191249" y="252794"/>
                  </a:lnTo>
                  <a:lnTo>
                    <a:pt x="191268" y="253155"/>
                  </a:lnTo>
                  <a:lnTo>
                    <a:pt x="191298" y="253306"/>
                  </a:lnTo>
                  <a:lnTo>
                    <a:pt x="191128" y="253785"/>
                  </a:lnTo>
                  <a:lnTo>
                    <a:pt x="191007" y="254220"/>
                  </a:lnTo>
                  <a:lnTo>
                    <a:pt x="190918" y="254382"/>
                  </a:lnTo>
                  <a:lnTo>
                    <a:pt x="190408" y="255016"/>
                  </a:lnTo>
                  <a:lnTo>
                    <a:pt x="189876" y="254966"/>
                  </a:lnTo>
                  <a:lnTo>
                    <a:pt x="189698" y="255028"/>
                  </a:lnTo>
                  <a:lnTo>
                    <a:pt x="189501" y="255136"/>
                  </a:lnTo>
                  <a:lnTo>
                    <a:pt x="189365" y="255178"/>
                  </a:lnTo>
                  <a:lnTo>
                    <a:pt x="189129" y="255061"/>
                  </a:lnTo>
                  <a:lnTo>
                    <a:pt x="188916" y="254932"/>
                  </a:lnTo>
                  <a:lnTo>
                    <a:pt x="188550" y="254855"/>
                  </a:lnTo>
                  <a:lnTo>
                    <a:pt x="188003" y="255027"/>
                  </a:lnTo>
                  <a:lnTo>
                    <a:pt x="187703" y="255087"/>
                  </a:lnTo>
                  <a:lnTo>
                    <a:pt x="187219" y="255105"/>
                  </a:lnTo>
                  <a:lnTo>
                    <a:pt x="187048" y="255070"/>
                  </a:lnTo>
                  <a:lnTo>
                    <a:pt x="186715" y="255193"/>
                  </a:lnTo>
                  <a:lnTo>
                    <a:pt x="186408" y="255405"/>
                  </a:lnTo>
                  <a:lnTo>
                    <a:pt x="185995" y="255443"/>
                  </a:lnTo>
                  <a:lnTo>
                    <a:pt x="185734" y="255413"/>
                  </a:lnTo>
                  <a:lnTo>
                    <a:pt x="185385" y="255507"/>
                  </a:lnTo>
                  <a:lnTo>
                    <a:pt x="185099" y="256122"/>
                  </a:lnTo>
                  <a:lnTo>
                    <a:pt x="184805" y="256129"/>
                  </a:lnTo>
                  <a:lnTo>
                    <a:pt x="184562" y="256085"/>
                  </a:lnTo>
                  <a:lnTo>
                    <a:pt x="184218" y="255966"/>
                  </a:lnTo>
                  <a:lnTo>
                    <a:pt x="184000" y="255782"/>
                  </a:lnTo>
                  <a:lnTo>
                    <a:pt x="183808" y="255544"/>
                  </a:lnTo>
                  <a:lnTo>
                    <a:pt x="183664" y="255504"/>
                  </a:lnTo>
                  <a:lnTo>
                    <a:pt x="183478" y="255611"/>
                  </a:lnTo>
                  <a:lnTo>
                    <a:pt x="183367" y="255764"/>
                  </a:lnTo>
                  <a:lnTo>
                    <a:pt x="183059" y="256122"/>
                  </a:lnTo>
                  <a:lnTo>
                    <a:pt x="182809" y="256229"/>
                  </a:lnTo>
                  <a:lnTo>
                    <a:pt x="182557" y="256188"/>
                  </a:lnTo>
                  <a:lnTo>
                    <a:pt x="182216" y="256154"/>
                  </a:lnTo>
                  <a:lnTo>
                    <a:pt x="182085" y="256142"/>
                  </a:lnTo>
                  <a:lnTo>
                    <a:pt x="181915" y="256144"/>
                  </a:lnTo>
                  <a:lnTo>
                    <a:pt x="181749" y="256150"/>
                  </a:lnTo>
                  <a:lnTo>
                    <a:pt x="181367" y="255787"/>
                  </a:lnTo>
                  <a:lnTo>
                    <a:pt x="181341" y="255517"/>
                  </a:lnTo>
                  <a:lnTo>
                    <a:pt x="181342" y="255302"/>
                  </a:lnTo>
                  <a:lnTo>
                    <a:pt x="180718" y="254489"/>
                  </a:lnTo>
                  <a:lnTo>
                    <a:pt x="180329" y="254241"/>
                  </a:lnTo>
                  <a:lnTo>
                    <a:pt x="180115" y="254207"/>
                  </a:lnTo>
                  <a:lnTo>
                    <a:pt x="179647" y="253941"/>
                  </a:lnTo>
                  <a:lnTo>
                    <a:pt x="179604" y="253719"/>
                  </a:lnTo>
                  <a:lnTo>
                    <a:pt x="179421" y="253505"/>
                  </a:lnTo>
                  <a:lnTo>
                    <a:pt x="179080" y="253062"/>
                  </a:lnTo>
                  <a:lnTo>
                    <a:pt x="178548" y="252749"/>
                  </a:lnTo>
                  <a:lnTo>
                    <a:pt x="178317" y="252753"/>
                  </a:lnTo>
                  <a:lnTo>
                    <a:pt x="178143" y="252762"/>
                  </a:lnTo>
                  <a:lnTo>
                    <a:pt x="177716" y="252861"/>
                  </a:lnTo>
                  <a:lnTo>
                    <a:pt x="177524" y="252930"/>
                  </a:lnTo>
                  <a:lnTo>
                    <a:pt x="177162" y="253196"/>
                  </a:lnTo>
                  <a:lnTo>
                    <a:pt x="176889" y="253960"/>
                  </a:lnTo>
                  <a:lnTo>
                    <a:pt x="176459" y="254339"/>
                  </a:lnTo>
                  <a:lnTo>
                    <a:pt x="175816" y="253932"/>
                  </a:lnTo>
                  <a:lnTo>
                    <a:pt x="175646" y="253905"/>
                  </a:lnTo>
                  <a:lnTo>
                    <a:pt x="174957" y="254286"/>
                  </a:lnTo>
                  <a:lnTo>
                    <a:pt x="174638" y="254668"/>
                  </a:lnTo>
                  <a:lnTo>
                    <a:pt x="174454" y="254915"/>
                  </a:lnTo>
                  <a:lnTo>
                    <a:pt x="174321" y="255366"/>
                  </a:lnTo>
                  <a:lnTo>
                    <a:pt x="174063" y="255558"/>
                  </a:lnTo>
                  <a:lnTo>
                    <a:pt x="173880" y="255542"/>
                  </a:lnTo>
                  <a:lnTo>
                    <a:pt x="173627" y="255461"/>
                  </a:lnTo>
                  <a:lnTo>
                    <a:pt x="173153" y="255254"/>
                  </a:lnTo>
                  <a:lnTo>
                    <a:pt x="172676" y="255385"/>
                  </a:lnTo>
                  <a:lnTo>
                    <a:pt x="172366" y="255899"/>
                  </a:lnTo>
                  <a:lnTo>
                    <a:pt x="172004" y="256432"/>
                  </a:lnTo>
                  <a:lnTo>
                    <a:pt x="171420" y="257111"/>
                  </a:lnTo>
                  <a:lnTo>
                    <a:pt x="170929" y="257348"/>
                  </a:lnTo>
                  <a:lnTo>
                    <a:pt x="170076" y="257762"/>
                  </a:lnTo>
                  <a:lnTo>
                    <a:pt x="170003" y="258085"/>
                  </a:lnTo>
                  <a:lnTo>
                    <a:pt x="169943" y="258465"/>
                  </a:lnTo>
                  <a:lnTo>
                    <a:pt x="169619" y="258653"/>
                  </a:lnTo>
                  <a:lnTo>
                    <a:pt x="169121" y="258695"/>
                  </a:lnTo>
                  <a:lnTo>
                    <a:pt x="168638" y="258571"/>
                  </a:lnTo>
                  <a:lnTo>
                    <a:pt x="168383" y="258726"/>
                  </a:lnTo>
                  <a:lnTo>
                    <a:pt x="168095" y="259297"/>
                  </a:lnTo>
                  <a:lnTo>
                    <a:pt x="168036" y="260047"/>
                  </a:lnTo>
                  <a:lnTo>
                    <a:pt x="168123" y="260902"/>
                  </a:lnTo>
                  <a:lnTo>
                    <a:pt x="168319" y="261397"/>
                  </a:lnTo>
                  <a:lnTo>
                    <a:pt x="168428" y="262378"/>
                  </a:lnTo>
                  <a:lnTo>
                    <a:pt x="168283" y="263139"/>
                  </a:lnTo>
                  <a:lnTo>
                    <a:pt x="168536" y="263460"/>
                  </a:lnTo>
                  <a:lnTo>
                    <a:pt x="168863" y="263805"/>
                  </a:lnTo>
                  <a:lnTo>
                    <a:pt x="169023" y="263957"/>
                  </a:lnTo>
                  <a:lnTo>
                    <a:pt x="169288" y="264305"/>
                  </a:lnTo>
                  <a:lnTo>
                    <a:pt x="169355" y="264521"/>
                  </a:lnTo>
                  <a:lnTo>
                    <a:pt x="169525" y="264784"/>
                  </a:lnTo>
                  <a:lnTo>
                    <a:pt x="169859" y="264989"/>
                  </a:lnTo>
                  <a:lnTo>
                    <a:pt x="170047" y="265100"/>
                  </a:lnTo>
                  <a:lnTo>
                    <a:pt x="170231" y="265167"/>
                  </a:lnTo>
                  <a:lnTo>
                    <a:pt x="170837" y="265291"/>
                  </a:lnTo>
                  <a:lnTo>
                    <a:pt x="171129" y="265414"/>
                  </a:lnTo>
                  <a:lnTo>
                    <a:pt x="171214" y="265569"/>
                  </a:lnTo>
                  <a:lnTo>
                    <a:pt x="171491" y="266253"/>
                  </a:lnTo>
                  <a:lnTo>
                    <a:pt x="171237" y="266635"/>
                  </a:lnTo>
                  <a:lnTo>
                    <a:pt x="170985" y="266730"/>
                  </a:lnTo>
                  <a:lnTo>
                    <a:pt x="170693" y="266919"/>
                  </a:lnTo>
                  <a:lnTo>
                    <a:pt x="170414" y="267458"/>
                  </a:lnTo>
                  <a:lnTo>
                    <a:pt x="170520" y="267762"/>
                  </a:lnTo>
                  <a:lnTo>
                    <a:pt x="170566" y="268419"/>
                  </a:lnTo>
                  <a:lnTo>
                    <a:pt x="170470" y="268725"/>
                  </a:lnTo>
                  <a:lnTo>
                    <a:pt x="170509" y="268880"/>
                  </a:lnTo>
                  <a:lnTo>
                    <a:pt x="170221" y="268876"/>
                  </a:lnTo>
                  <a:lnTo>
                    <a:pt x="169962" y="268866"/>
                  </a:lnTo>
                  <a:lnTo>
                    <a:pt x="169586" y="268749"/>
                  </a:lnTo>
                  <a:lnTo>
                    <a:pt x="169235" y="268729"/>
                  </a:lnTo>
                  <a:lnTo>
                    <a:pt x="169027" y="269062"/>
                  </a:lnTo>
                  <a:lnTo>
                    <a:pt x="168323" y="270208"/>
                  </a:lnTo>
                  <a:lnTo>
                    <a:pt x="168349" y="270616"/>
                  </a:lnTo>
                  <a:lnTo>
                    <a:pt x="168329" y="270919"/>
                  </a:lnTo>
                  <a:lnTo>
                    <a:pt x="168043" y="271238"/>
                  </a:lnTo>
                  <a:lnTo>
                    <a:pt x="167422" y="271448"/>
                  </a:lnTo>
                  <a:lnTo>
                    <a:pt x="167142" y="271312"/>
                  </a:lnTo>
                  <a:lnTo>
                    <a:pt x="166729" y="271028"/>
                  </a:lnTo>
                  <a:lnTo>
                    <a:pt x="166469" y="270775"/>
                  </a:lnTo>
                  <a:lnTo>
                    <a:pt x="166302" y="270717"/>
                  </a:lnTo>
                  <a:lnTo>
                    <a:pt x="165886" y="270945"/>
                  </a:lnTo>
                  <a:lnTo>
                    <a:pt x="165919" y="271615"/>
                  </a:lnTo>
                  <a:lnTo>
                    <a:pt x="165969" y="272209"/>
                  </a:lnTo>
                  <a:lnTo>
                    <a:pt x="166074" y="272414"/>
                  </a:lnTo>
                  <a:lnTo>
                    <a:pt x="166229" y="272712"/>
                  </a:lnTo>
                  <a:lnTo>
                    <a:pt x="166140" y="272932"/>
                  </a:lnTo>
                  <a:lnTo>
                    <a:pt x="165784" y="273323"/>
                  </a:lnTo>
                  <a:lnTo>
                    <a:pt x="165497" y="273534"/>
                  </a:lnTo>
                  <a:lnTo>
                    <a:pt x="165007" y="273685"/>
                  </a:lnTo>
                  <a:lnTo>
                    <a:pt x="164460" y="273780"/>
                  </a:lnTo>
                  <a:lnTo>
                    <a:pt x="163963" y="273591"/>
                  </a:lnTo>
                  <a:lnTo>
                    <a:pt x="162915" y="273424"/>
                  </a:lnTo>
                  <a:lnTo>
                    <a:pt x="162356" y="273694"/>
                  </a:lnTo>
                  <a:lnTo>
                    <a:pt x="161954" y="274269"/>
                  </a:lnTo>
                  <a:lnTo>
                    <a:pt x="161752" y="274579"/>
                  </a:lnTo>
                  <a:lnTo>
                    <a:pt x="161633" y="275239"/>
                  </a:lnTo>
                  <a:lnTo>
                    <a:pt x="161935" y="275573"/>
                  </a:lnTo>
                  <a:lnTo>
                    <a:pt x="162089" y="275750"/>
                  </a:lnTo>
                  <a:lnTo>
                    <a:pt x="161982" y="276086"/>
                  </a:lnTo>
                  <a:lnTo>
                    <a:pt x="161422" y="276623"/>
                  </a:lnTo>
                  <a:lnTo>
                    <a:pt x="160918" y="276890"/>
                  </a:lnTo>
                  <a:lnTo>
                    <a:pt x="160350" y="277223"/>
                  </a:lnTo>
                  <a:lnTo>
                    <a:pt x="159985" y="277621"/>
                  </a:lnTo>
                  <a:lnTo>
                    <a:pt x="159869" y="277804"/>
                  </a:lnTo>
                  <a:lnTo>
                    <a:pt x="159956" y="277994"/>
                  </a:lnTo>
                  <a:lnTo>
                    <a:pt x="160065" y="278382"/>
                  </a:lnTo>
                  <a:lnTo>
                    <a:pt x="160086" y="278874"/>
                  </a:lnTo>
                  <a:lnTo>
                    <a:pt x="160033" y="279208"/>
                  </a:lnTo>
                  <a:lnTo>
                    <a:pt x="159564" y="279480"/>
                  </a:lnTo>
                  <a:lnTo>
                    <a:pt x="159807" y="279785"/>
                  </a:lnTo>
                  <a:lnTo>
                    <a:pt x="159882" y="280122"/>
                  </a:lnTo>
                  <a:lnTo>
                    <a:pt x="159813" y="280324"/>
                  </a:lnTo>
                  <a:lnTo>
                    <a:pt x="159905" y="280712"/>
                  </a:lnTo>
                  <a:lnTo>
                    <a:pt x="160021" y="280939"/>
                  </a:lnTo>
                  <a:lnTo>
                    <a:pt x="160303" y="281158"/>
                  </a:lnTo>
                  <a:lnTo>
                    <a:pt x="160560" y="281291"/>
                  </a:lnTo>
                  <a:lnTo>
                    <a:pt x="160909" y="281565"/>
                  </a:lnTo>
                  <a:lnTo>
                    <a:pt x="160993" y="282092"/>
                  </a:lnTo>
                  <a:lnTo>
                    <a:pt x="160671" y="282185"/>
                  </a:lnTo>
                  <a:lnTo>
                    <a:pt x="160406" y="282507"/>
                  </a:lnTo>
                  <a:lnTo>
                    <a:pt x="160397" y="282717"/>
                  </a:lnTo>
                  <a:lnTo>
                    <a:pt x="160368" y="282908"/>
                  </a:lnTo>
                  <a:lnTo>
                    <a:pt x="160156" y="283514"/>
                  </a:lnTo>
                  <a:lnTo>
                    <a:pt x="159883" y="283529"/>
                  </a:lnTo>
                  <a:lnTo>
                    <a:pt x="159577" y="283434"/>
                  </a:lnTo>
                  <a:lnTo>
                    <a:pt x="159253" y="283550"/>
                  </a:lnTo>
                  <a:lnTo>
                    <a:pt x="159043" y="283736"/>
                  </a:lnTo>
                  <a:lnTo>
                    <a:pt x="158891" y="285891"/>
                  </a:lnTo>
                  <a:lnTo>
                    <a:pt x="158992" y="286167"/>
                  </a:lnTo>
                  <a:lnTo>
                    <a:pt x="159369" y="286551"/>
                  </a:lnTo>
                  <a:lnTo>
                    <a:pt x="159650" y="286673"/>
                  </a:lnTo>
                  <a:lnTo>
                    <a:pt x="159879" y="286925"/>
                  </a:lnTo>
                  <a:lnTo>
                    <a:pt x="160170" y="287238"/>
                  </a:lnTo>
                  <a:lnTo>
                    <a:pt x="160178" y="287686"/>
                  </a:lnTo>
                  <a:lnTo>
                    <a:pt x="159861" y="287855"/>
                  </a:lnTo>
                  <a:lnTo>
                    <a:pt x="159652" y="288339"/>
                  </a:lnTo>
                  <a:lnTo>
                    <a:pt x="159303" y="289471"/>
                  </a:lnTo>
                  <a:lnTo>
                    <a:pt x="159297" y="289623"/>
                  </a:lnTo>
                  <a:lnTo>
                    <a:pt x="159321" y="290482"/>
                  </a:lnTo>
                  <a:lnTo>
                    <a:pt x="159488" y="290830"/>
                  </a:lnTo>
                  <a:lnTo>
                    <a:pt x="160283" y="291537"/>
                  </a:lnTo>
                  <a:lnTo>
                    <a:pt x="160706" y="291616"/>
                  </a:lnTo>
                  <a:lnTo>
                    <a:pt x="160881" y="291666"/>
                  </a:lnTo>
                  <a:lnTo>
                    <a:pt x="161045" y="291760"/>
                  </a:lnTo>
                  <a:lnTo>
                    <a:pt x="161214" y="291726"/>
                  </a:lnTo>
                  <a:lnTo>
                    <a:pt x="161514" y="291779"/>
                  </a:lnTo>
                  <a:lnTo>
                    <a:pt x="162525" y="291924"/>
                  </a:lnTo>
                  <a:lnTo>
                    <a:pt x="163463" y="291874"/>
                  </a:lnTo>
                  <a:lnTo>
                    <a:pt x="163694" y="291947"/>
                  </a:lnTo>
                  <a:lnTo>
                    <a:pt x="163887" y="292241"/>
                  </a:lnTo>
                  <a:lnTo>
                    <a:pt x="164110" y="292472"/>
                  </a:lnTo>
                  <a:lnTo>
                    <a:pt x="164351" y="292675"/>
                  </a:lnTo>
                  <a:lnTo>
                    <a:pt x="165131" y="293098"/>
                  </a:lnTo>
                  <a:lnTo>
                    <a:pt x="165581" y="293001"/>
                  </a:lnTo>
                  <a:lnTo>
                    <a:pt x="166187" y="293157"/>
                  </a:lnTo>
                  <a:lnTo>
                    <a:pt x="166443" y="293687"/>
                  </a:lnTo>
                  <a:lnTo>
                    <a:pt x="167490" y="294584"/>
                  </a:lnTo>
                  <a:lnTo>
                    <a:pt x="168649" y="294933"/>
                  </a:lnTo>
                  <a:lnTo>
                    <a:pt x="169076" y="295023"/>
                  </a:lnTo>
                  <a:lnTo>
                    <a:pt x="169341" y="295024"/>
                  </a:lnTo>
                  <a:lnTo>
                    <a:pt x="169608" y="294944"/>
                  </a:lnTo>
                  <a:lnTo>
                    <a:pt x="170015" y="294783"/>
                  </a:lnTo>
                  <a:lnTo>
                    <a:pt x="170679" y="294964"/>
                  </a:lnTo>
                  <a:lnTo>
                    <a:pt x="170265" y="295901"/>
                  </a:lnTo>
                  <a:lnTo>
                    <a:pt x="169951" y="296497"/>
                  </a:lnTo>
                  <a:lnTo>
                    <a:pt x="169817" y="297016"/>
                  </a:lnTo>
                  <a:lnTo>
                    <a:pt x="169885" y="297319"/>
                  </a:lnTo>
                  <a:lnTo>
                    <a:pt x="170239" y="297406"/>
                  </a:lnTo>
                  <a:lnTo>
                    <a:pt x="170630" y="297808"/>
                  </a:lnTo>
                  <a:lnTo>
                    <a:pt x="171348" y="298569"/>
                  </a:lnTo>
                  <a:lnTo>
                    <a:pt x="171510" y="298745"/>
                  </a:lnTo>
                  <a:lnTo>
                    <a:pt x="172318" y="299657"/>
                  </a:lnTo>
                  <a:lnTo>
                    <a:pt x="172298" y="301590"/>
                  </a:lnTo>
                  <a:lnTo>
                    <a:pt x="171838" y="302035"/>
                  </a:lnTo>
                  <a:lnTo>
                    <a:pt x="171823" y="302167"/>
                  </a:lnTo>
                  <a:lnTo>
                    <a:pt x="171988" y="302396"/>
                  </a:lnTo>
                  <a:lnTo>
                    <a:pt x="172146" y="302515"/>
                  </a:lnTo>
                  <a:lnTo>
                    <a:pt x="172315" y="302572"/>
                  </a:lnTo>
                  <a:lnTo>
                    <a:pt x="172687" y="302479"/>
                  </a:lnTo>
                  <a:lnTo>
                    <a:pt x="172899" y="302593"/>
                  </a:lnTo>
                  <a:lnTo>
                    <a:pt x="173103" y="302761"/>
                  </a:lnTo>
                  <a:lnTo>
                    <a:pt x="174114" y="304589"/>
                  </a:lnTo>
                  <a:lnTo>
                    <a:pt x="174573" y="305563"/>
                  </a:lnTo>
                  <a:lnTo>
                    <a:pt x="174722" y="305589"/>
                  </a:lnTo>
                  <a:lnTo>
                    <a:pt x="175203" y="305791"/>
                  </a:lnTo>
                  <a:lnTo>
                    <a:pt x="176073" y="307429"/>
                  </a:lnTo>
                  <a:lnTo>
                    <a:pt x="176134" y="308121"/>
                  </a:lnTo>
                  <a:lnTo>
                    <a:pt x="175773" y="308377"/>
                  </a:lnTo>
                  <a:lnTo>
                    <a:pt x="175631" y="308695"/>
                  </a:lnTo>
                  <a:lnTo>
                    <a:pt x="175705" y="309689"/>
                  </a:lnTo>
                  <a:lnTo>
                    <a:pt x="176186" y="310140"/>
                  </a:lnTo>
                  <a:lnTo>
                    <a:pt x="176438" y="310108"/>
                  </a:lnTo>
                  <a:lnTo>
                    <a:pt x="176660" y="310056"/>
                  </a:lnTo>
                  <a:lnTo>
                    <a:pt x="176799" y="310025"/>
                  </a:lnTo>
                  <a:lnTo>
                    <a:pt x="176954" y="310058"/>
                  </a:lnTo>
                  <a:lnTo>
                    <a:pt x="177146" y="310131"/>
                  </a:lnTo>
                  <a:lnTo>
                    <a:pt x="177507" y="310725"/>
                  </a:lnTo>
                  <a:lnTo>
                    <a:pt x="177717" y="310902"/>
                  </a:lnTo>
                  <a:lnTo>
                    <a:pt x="178335" y="311314"/>
                  </a:lnTo>
                  <a:lnTo>
                    <a:pt x="178742" y="311476"/>
                  </a:lnTo>
                  <a:lnTo>
                    <a:pt x="178709" y="311715"/>
                  </a:lnTo>
                  <a:lnTo>
                    <a:pt x="178596" y="311958"/>
                  </a:lnTo>
                  <a:lnTo>
                    <a:pt x="178757" y="312365"/>
                  </a:lnTo>
                  <a:lnTo>
                    <a:pt x="178651" y="312770"/>
                  </a:lnTo>
                  <a:lnTo>
                    <a:pt x="178608" y="313009"/>
                  </a:lnTo>
                  <a:lnTo>
                    <a:pt x="178166" y="313206"/>
                  </a:lnTo>
                  <a:lnTo>
                    <a:pt x="177729" y="313197"/>
                  </a:lnTo>
                  <a:lnTo>
                    <a:pt x="177262" y="313295"/>
                  </a:lnTo>
                  <a:lnTo>
                    <a:pt x="176998" y="313418"/>
                  </a:lnTo>
                  <a:lnTo>
                    <a:pt x="176704" y="314492"/>
                  </a:lnTo>
                  <a:lnTo>
                    <a:pt x="176758" y="314654"/>
                  </a:lnTo>
                  <a:lnTo>
                    <a:pt x="176988" y="314818"/>
                  </a:lnTo>
                  <a:lnTo>
                    <a:pt x="177421" y="314555"/>
                  </a:lnTo>
                  <a:lnTo>
                    <a:pt x="177774" y="314419"/>
                  </a:lnTo>
                  <a:lnTo>
                    <a:pt x="178262" y="314659"/>
                  </a:lnTo>
                  <a:lnTo>
                    <a:pt x="178356" y="314216"/>
                  </a:lnTo>
                  <a:lnTo>
                    <a:pt x="178423" y="314085"/>
                  </a:lnTo>
                  <a:lnTo>
                    <a:pt x="178641" y="314055"/>
                  </a:lnTo>
                  <a:lnTo>
                    <a:pt x="178796" y="314052"/>
                  </a:lnTo>
                  <a:lnTo>
                    <a:pt x="179098" y="314113"/>
                  </a:lnTo>
                  <a:lnTo>
                    <a:pt x="179566" y="314433"/>
                  </a:lnTo>
                  <a:lnTo>
                    <a:pt x="180086" y="314557"/>
                  </a:lnTo>
                  <a:lnTo>
                    <a:pt x="180337" y="314611"/>
                  </a:lnTo>
                  <a:lnTo>
                    <a:pt x="180622" y="314780"/>
                  </a:lnTo>
                  <a:lnTo>
                    <a:pt x="181023" y="314618"/>
                  </a:lnTo>
                  <a:lnTo>
                    <a:pt x="181622" y="315209"/>
                  </a:lnTo>
                  <a:lnTo>
                    <a:pt x="182149" y="315513"/>
                  </a:lnTo>
                  <a:lnTo>
                    <a:pt x="182414" y="316312"/>
                  </a:lnTo>
                  <a:lnTo>
                    <a:pt x="182249" y="316866"/>
                  </a:lnTo>
                  <a:lnTo>
                    <a:pt x="182245" y="317281"/>
                  </a:lnTo>
                  <a:lnTo>
                    <a:pt x="182303" y="317696"/>
                  </a:lnTo>
                  <a:lnTo>
                    <a:pt x="182148" y="317767"/>
                  </a:lnTo>
                  <a:lnTo>
                    <a:pt x="182013" y="317825"/>
                  </a:lnTo>
                  <a:lnTo>
                    <a:pt x="181559" y="318097"/>
                  </a:lnTo>
                  <a:lnTo>
                    <a:pt x="181492" y="318480"/>
                  </a:lnTo>
                  <a:lnTo>
                    <a:pt x="181336" y="318950"/>
                  </a:lnTo>
                  <a:lnTo>
                    <a:pt x="181689" y="319053"/>
                  </a:lnTo>
                  <a:lnTo>
                    <a:pt x="181880" y="319136"/>
                  </a:lnTo>
                  <a:lnTo>
                    <a:pt x="182042" y="319395"/>
                  </a:lnTo>
                  <a:lnTo>
                    <a:pt x="181957" y="319652"/>
                  </a:lnTo>
                  <a:lnTo>
                    <a:pt x="181737" y="320035"/>
                  </a:lnTo>
                  <a:lnTo>
                    <a:pt x="181333" y="320561"/>
                  </a:lnTo>
                  <a:lnTo>
                    <a:pt x="181094" y="320951"/>
                  </a:lnTo>
                  <a:lnTo>
                    <a:pt x="180784" y="321021"/>
                  </a:lnTo>
                  <a:lnTo>
                    <a:pt x="180651" y="321023"/>
                  </a:lnTo>
                  <a:lnTo>
                    <a:pt x="180659" y="321594"/>
                  </a:lnTo>
                  <a:lnTo>
                    <a:pt x="180593" y="322068"/>
                  </a:lnTo>
                  <a:lnTo>
                    <a:pt x="180466" y="322028"/>
                  </a:lnTo>
                  <a:lnTo>
                    <a:pt x="180276" y="322147"/>
                  </a:lnTo>
                  <a:lnTo>
                    <a:pt x="180141" y="322266"/>
                  </a:lnTo>
                  <a:lnTo>
                    <a:pt x="179960" y="322935"/>
                  </a:lnTo>
                  <a:lnTo>
                    <a:pt x="179853" y="323271"/>
                  </a:lnTo>
                  <a:lnTo>
                    <a:pt x="179509" y="323417"/>
                  </a:lnTo>
                  <a:lnTo>
                    <a:pt x="179266" y="323559"/>
                  </a:lnTo>
                  <a:lnTo>
                    <a:pt x="179164" y="323709"/>
                  </a:lnTo>
                  <a:lnTo>
                    <a:pt x="179117" y="323893"/>
                  </a:lnTo>
                  <a:lnTo>
                    <a:pt x="178906" y="324081"/>
                  </a:lnTo>
                  <a:lnTo>
                    <a:pt x="178539" y="324600"/>
                  </a:lnTo>
                  <a:lnTo>
                    <a:pt x="178327" y="324879"/>
                  </a:lnTo>
                  <a:lnTo>
                    <a:pt x="178206" y="325146"/>
                  </a:lnTo>
                  <a:lnTo>
                    <a:pt x="178390" y="325652"/>
                  </a:lnTo>
                  <a:lnTo>
                    <a:pt x="178396" y="326028"/>
                  </a:lnTo>
                  <a:lnTo>
                    <a:pt x="178251" y="326418"/>
                  </a:lnTo>
                  <a:lnTo>
                    <a:pt x="178156" y="326646"/>
                  </a:lnTo>
                  <a:lnTo>
                    <a:pt x="178001" y="326758"/>
                  </a:lnTo>
                  <a:lnTo>
                    <a:pt x="177291" y="327531"/>
                  </a:lnTo>
                  <a:lnTo>
                    <a:pt x="177002" y="327464"/>
                  </a:lnTo>
                  <a:lnTo>
                    <a:pt x="176628" y="327584"/>
                  </a:lnTo>
                  <a:lnTo>
                    <a:pt x="176055" y="328078"/>
                  </a:lnTo>
                  <a:lnTo>
                    <a:pt x="175982" y="328396"/>
                  </a:lnTo>
                  <a:lnTo>
                    <a:pt x="175932" y="328576"/>
                  </a:lnTo>
                  <a:lnTo>
                    <a:pt x="175812" y="328740"/>
                  </a:lnTo>
                  <a:lnTo>
                    <a:pt x="175261" y="329288"/>
                  </a:lnTo>
                  <a:lnTo>
                    <a:pt x="175231" y="329525"/>
                  </a:lnTo>
                  <a:lnTo>
                    <a:pt x="175282" y="330015"/>
                  </a:lnTo>
                  <a:lnTo>
                    <a:pt x="175353" y="330570"/>
                  </a:lnTo>
                  <a:lnTo>
                    <a:pt x="175194" y="330846"/>
                  </a:lnTo>
                  <a:lnTo>
                    <a:pt x="174740" y="330854"/>
                  </a:lnTo>
                  <a:lnTo>
                    <a:pt x="174345" y="330646"/>
                  </a:lnTo>
                  <a:lnTo>
                    <a:pt x="173975" y="331222"/>
                  </a:lnTo>
                  <a:lnTo>
                    <a:pt x="173907" y="331492"/>
                  </a:lnTo>
                  <a:lnTo>
                    <a:pt x="173693" y="331693"/>
                  </a:lnTo>
                  <a:lnTo>
                    <a:pt x="173514" y="331837"/>
                  </a:lnTo>
                  <a:lnTo>
                    <a:pt x="173177" y="332081"/>
                  </a:lnTo>
                  <a:lnTo>
                    <a:pt x="173080" y="332368"/>
                  </a:lnTo>
                  <a:lnTo>
                    <a:pt x="173011" y="333784"/>
                  </a:lnTo>
                  <a:lnTo>
                    <a:pt x="172701" y="333995"/>
                  </a:lnTo>
                  <a:lnTo>
                    <a:pt x="172472" y="335055"/>
                  </a:lnTo>
                  <a:lnTo>
                    <a:pt x="171876" y="336192"/>
                  </a:lnTo>
                  <a:lnTo>
                    <a:pt x="171389" y="336789"/>
                  </a:lnTo>
                  <a:lnTo>
                    <a:pt x="170668" y="337660"/>
                  </a:lnTo>
                  <a:lnTo>
                    <a:pt x="170497" y="338326"/>
                  </a:lnTo>
                  <a:lnTo>
                    <a:pt x="170259" y="338458"/>
                  </a:lnTo>
                  <a:lnTo>
                    <a:pt x="169717" y="338626"/>
                  </a:lnTo>
                  <a:lnTo>
                    <a:pt x="169452" y="338766"/>
                  </a:lnTo>
                  <a:lnTo>
                    <a:pt x="169391" y="338995"/>
                  </a:lnTo>
                  <a:lnTo>
                    <a:pt x="169159" y="339164"/>
                  </a:lnTo>
                  <a:lnTo>
                    <a:pt x="168973" y="339108"/>
                  </a:lnTo>
                  <a:lnTo>
                    <a:pt x="168268" y="339227"/>
                  </a:lnTo>
                  <a:lnTo>
                    <a:pt x="168212" y="339773"/>
                  </a:lnTo>
                  <a:lnTo>
                    <a:pt x="168215" y="340082"/>
                  </a:lnTo>
                  <a:lnTo>
                    <a:pt x="168260" y="340231"/>
                  </a:lnTo>
                  <a:lnTo>
                    <a:pt x="168382" y="340611"/>
                  </a:lnTo>
                  <a:lnTo>
                    <a:pt x="168099" y="341639"/>
                  </a:lnTo>
                  <a:lnTo>
                    <a:pt x="167775" y="341820"/>
                  </a:lnTo>
                  <a:lnTo>
                    <a:pt x="167884" y="342420"/>
                  </a:lnTo>
                  <a:lnTo>
                    <a:pt x="167735" y="342605"/>
                  </a:lnTo>
                  <a:lnTo>
                    <a:pt x="167837" y="342859"/>
                  </a:lnTo>
                  <a:lnTo>
                    <a:pt x="168382" y="343327"/>
                  </a:lnTo>
                  <a:lnTo>
                    <a:pt x="168619" y="343251"/>
                  </a:lnTo>
                  <a:lnTo>
                    <a:pt x="168790" y="343366"/>
                  </a:lnTo>
                  <a:lnTo>
                    <a:pt x="169030" y="343655"/>
                  </a:lnTo>
                  <a:lnTo>
                    <a:pt x="168861" y="344156"/>
                  </a:lnTo>
                  <a:lnTo>
                    <a:pt x="168506" y="344449"/>
                  </a:lnTo>
                  <a:lnTo>
                    <a:pt x="168315" y="344665"/>
                  </a:lnTo>
                  <a:lnTo>
                    <a:pt x="168086" y="345304"/>
                  </a:lnTo>
                  <a:lnTo>
                    <a:pt x="168515" y="345761"/>
                  </a:lnTo>
                  <a:lnTo>
                    <a:pt x="168781" y="345914"/>
                  </a:lnTo>
                  <a:lnTo>
                    <a:pt x="169202" y="346086"/>
                  </a:lnTo>
                  <a:lnTo>
                    <a:pt x="168942" y="346204"/>
                  </a:lnTo>
                  <a:lnTo>
                    <a:pt x="168586" y="346723"/>
                  </a:lnTo>
                  <a:lnTo>
                    <a:pt x="168025" y="347514"/>
                  </a:lnTo>
                  <a:lnTo>
                    <a:pt x="167750" y="347968"/>
                  </a:lnTo>
                  <a:lnTo>
                    <a:pt x="168119" y="348760"/>
                  </a:lnTo>
                  <a:lnTo>
                    <a:pt x="168595" y="349635"/>
                  </a:lnTo>
                  <a:lnTo>
                    <a:pt x="168757" y="349839"/>
                  </a:lnTo>
                  <a:lnTo>
                    <a:pt x="169201" y="350917"/>
                  </a:lnTo>
                  <a:lnTo>
                    <a:pt x="169210" y="351172"/>
                  </a:lnTo>
                  <a:lnTo>
                    <a:pt x="168848" y="351630"/>
                  </a:lnTo>
                  <a:lnTo>
                    <a:pt x="168539" y="351646"/>
                  </a:lnTo>
                  <a:lnTo>
                    <a:pt x="167628" y="351967"/>
                  </a:lnTo>
                  <a:lnTo>
                    <a:pt x="167602" y="352393"/>
                  </a:lnTo>
                  <a:lnTo>
                    <a:pt x="167473" y="352440"/>
                  </a:lnTo>
                  <a:lnTo>
                    <a:pt x="167309" y="352492"/>
                  </a:lnTo>
                  <a:lnTo>
                    <a:pt x="167041" y="352461"/>
                  </a:lnTo>
                  <a:lnTo>
                    <a:pt x="166695" y="351886"/>
                  </a:lnTo>
                  <a:lnTo>
                    <a:pt x="166737" y="351636"/>
                  </a:lnTo>
                  <a:lnTo>
                    <a:pt x="166746" y="351319"/>
                  </a:lnTo>
                  <a:lnTo>
                    <a:pt x="166591" y="351024"/>
                  </a:lnTo>
                  <a:lnTo>
                    <a:pt x="165787" y="350802"/>
                  </a:lnTo>
                  <a:lnTo>
                    <a:pt x="165407" y="350867"/>
                  </a:lnTo>
                  <a:lnTo>
                    <a:pt x="165114" y="351126"/>
                  </a:lnTo>
                  <a:lnTo>
                    <a:pt x="164875" y="351609"/>
                  </a:lnTo>
                  <a:lnTo>
                    <a:pt x="164621" y="352227"/>
                  </a:lnTo>
                  <a:lnTo>
                    <a:pt x="164557" y="352386"/>
                  </a:lnTo>
                  <a:lnTo>
                    <a:pt x="164528" y="352638"/>
                  </a:lnTo>
                  <a:lnTo>
                    <a:pt x="164518" y="353368"/>
                  </a:lnTo>
                  <a:lnTo>
                    <a:pt x="164685" y="353511"/>
                  </a:lnTo>
                  <a:lnTo>
                    <a:pt x="164425" y="354466"/>
                  </a:lnTo>
                  <a:lnTo>
                    <a:pt x="164517" y="354794"/>
                  </a:lnTo>
                  <a:lnTo>
                    <a:pt x="164381" y="354983"/>
                  </a:lnTo>
                  <a:lnTo>
                    <a:pt x="164080" y="355155"/>
                  </a:lnTo>
                  <a:lnTo>
                    <a:pt x="163874" y="355173"/>
                  </a:lnTo>
                  <a:lnTo>
                    <a:pt x="163129" y="355513"/>
                  </a:lnTo>
                  <a:lnTo>
                    <a:pt x="162077" y="356448"/>
                  </a:lnTo>
                  <a:lnTo>
                    <a:pt x="161521" y="356751"/>
                  </a:lnTo>
                  <a:lnTo>
                    <a:pt x="160939" y="356605"/>
                  </a:lnTo>
                  <a:lnTo>
                    <a:pt x="160658" y="356278"/>
                  </a:lnTo>
                  <a:lnTo>
                    <a:pt x="159177" y="356782"/>
                  </a:lnTo>
                  <a:lnTo>
                    <a:pt x="159488" y="356964"/>
                  </a:lnTo>
                  <a:lnTo>
                    <a:pt x="159474" y="357225"/>
                  </a:lnTo>
                  <a:lnTo>
                    <a:pt x="159173" y="357445"/>
                  </a:lnTo>
                  <a:lnTo>
                    <a:pt x="158857" y="357591"/>
                  </a:lnTo>
                  <a:lnTo>
                    <a:pt x="158592" y="357698"/>
                  </a:lnTo>
                  <a:lnTo>
                    <a:pt x="158360" y="357555"/>
                  </a:lnTo>
                  <a:lnTo>
                    <a:pt x="158089" y="357378"/>
                  </a:lnTo>
                  <a:lnTo>
                    <a:pt x="157678" y="357260"/>
                  </a:lnTo>
                  <a:lnTo>
                    <a:pt x="157463" y="357261"/>
                  </a:lnTo>
                  <a:lnTo>
                    <a:pt x="157060" y="357319"/>
                  </a:lnTo>
                  <a:lnTo>
                    <a:pt x="156391" y="358125"/>
                  </a:lnTo>
                  <a:lnTo>
                    <a:pt x="156261" y="358437"/>
                  </a:lnTo>
                  <a:lnTo>
                    <a:pt x="156718" y="358885"/>
                  </a:lnTo>
                  <a:lnTo>
                    <a:pt x="156936" y="358854"/>
                  </a:lnTo>
                  <a:lnTo>
                    <a:pt x="157292" y="358739"/>
                  </a:lnTo>
                  <a:lnTo>
                    <a:pt x="157476" y="358675"/>
                  </a:lnTo>
                  <a:lnTo>
                    <a:pt x="157881" y="358649"/>
                  </a:lnTo>
                  <a:lnTo>
                    <a:pt x="158376" y="359124"/>
                  </a:lnTo>
                  <a:lnTo>
                    <a:pt x="158187" y="359524"/>
                  </a:lnTo>
                  <a:lnTo>
                    <a:pt x="157472" y="360157"/>
                  </a:lnTo>
                  <a:lnTo>
                    <a:pt x="156932" y="360641"/>
                  </a:lnTo>
                  <a:lnTo>
                    <a:pt x="156887" y="360803"/>
                  </a:lnTo>
                  <a:lnTo>
                    <a:pt x="156856" y="361172"/>
                  </a:lnTo>
                  <a:lnTo>
                    <a:pt x="156977" y="361715"/>
                  </a:lnTo>
                  <a:lnTo>
                    <a:pt x="157136" y="361855"/>
                  </a:lnTo>
                  <a:lnTo>
                    <a:pt x="158778" y="362419"/>
                  </a:lnTo>
                  <a:lnTo>
                    <a:pt x="159287" y="362411"/>
                  </a:lnTo>
                  <a:lnTo>
                    <a:pt x="159717" y="362449"/>
                  </a:lnTo>
                  <a:lnTo>
                    <a:pt x="159689" y="362636"/>
                  </a:lnTo>
                  <a:lnTo>
                    <a:pt x="159632" y="362820"/>
                  </a:lnTo>
                  <a:lnTo>
                    <a:pt x="159580" y="362979"/>
                  </a:lnTo>
                  <a:lnTo>
                    <a:pt x="159357" y="363215"/>
                  </a:lnTo>
                  <a:lnTo>
                    <a:pt x="159156" y="363486"/>
                  </a:lnTo>
                  <a:lnTo>
                    <a:pt x="159336" y="363898"/>
                  </a:lnTo>
                  <a:lnTo>
                    <a:pt x="159578" y="364000"/>
                  </a:lnTo>
                  <a:lnTo>
                    <a:pt x="159801" y="364084"/>
                  </a:lnTo>
                  <a:lnTo>
                    <a:pt x="160414" y="364484"/>
                  </a:lnTo>
                  <a:lnTo>
                    <a:pt x="161222" y="365141"/>
                  </a:lnTo>
                  <a:lnTo>
                    <a:pt x="161252" y="365372"/>
                  </a:lnTo>
                  <a:lnTo>
                    <a:pt x="161262" y="365519"/>
                  </a:lnTo>
                  <a:lnTo>
                    <a:pt x="161241" y="365701"/>
                  </a:lnTo>
                  <a:lnTo>
                    <a:pt x="161058" y="366005"/>
                  </a:lnTo>
                  <a:lnTo>
                    <a:pt x="160613" y="365931"/>
                  </a:lnTo>
                  <a:lnTo>
                    <a:pt x="160482" y="365904"/>
                  </a:lnTo>
                  <a:lnTo>
                    <a:pt x="160322" y="365901"/>
                  </a:lnTo>
                  <a:lnTo>
                    <a:pt x="159647" y="366317"/>
                  </a:lnTo>
                  <a:lnTo>
                    <a:pt x="159969" y="366385"/>
                  </a:lnTo>
                  <a:lnTo>
                    <a:pt x="160169" y="366612"/>
                  </a:lnTo>
                  <a:lnTo>
                    <a:pt x="159917" y="367415"/>
                  </a:lnTo>
                  <a:lnTo>
                    <a:pt x="159829" y="367874"/>
                  </a:lnTo>
                  <a:lnTo>
                    <a:pt x="160009" y="368121"/>
                  </a:lnTo>
                  <a:lnTo>
                    <a:pt x="160309" y="368185"/>
                  </a:lnTo>
                  <a:lnTo>
                    <a:pt x="160845" y="368458"/>
                  </a:lnTo>
                  <a:lnTo>
                    <a:pt x="160839" y="368874"/>
                  </a:lnTo>
                  <a:lnTo>
                    <a:pt x="160860" y="369059"/>
                  </a:lnTo>
                  <a:lnTo>
                    <a:pt x="161104" y="369676"/>
                  </a:lnTo>
                  <a:lnTo>
                    <a:pt x="161373" y="369793"/>
                  </a:lnTo>
                  <a:lnTo>
                    <a:pt x="161835" y="369631"/>
                  </a:lnTo>
                  <a:lnTo>
                    <a:pt x="162162" y="369546"/>
                  </a:lnTo>
                  <a:lnTo>
                    <a:pt x="162703" y="369618"/>
                  </a:lnTo>
                  <a:lnTo>
                    <a:pt x="162849" y="369756"/>
                  </a:lnTo>
                  <a:lnTo>
                    <a:pt x="163334" y="370266"/>
                  </a:lnTo>
                  <a:lnTo>
                    <a:pt x="163638" y="370668"/>
                  </a:lnTo>
                  <a:lnTo>
                    <a:pt x="163914" y="370865"/>
                  </a:lnTo>
                  <a:lnTo>
                    <a:pt x="164703" y="371194"/>
                  </a:lnTo>
                  <a:lnTo>
                    <a:pt x="165060" y="371122"/>
                  </a:lnTo>
                  <a:lnTo>
                    <a:pt x="165364" y="371041"/>
                  </a:lnTo>
                  <a:lnTo>
                    <a:pt x="165916" y="371200"/>
                  </a:lnTo>
                  <a:lnTo>
                    <a:pt x="166024" y="371716"/>
                  </a:lnTo>
                  <a:lnTo>
                    <a:pt x="166372" y="372487"/>
                  </a:lnTo>
                  <a:lnTo>
                    <a:pt x="166650" y="373031"/>
                  </a:lnTo>
                  <a:lnTo>
                    <a:pt x="167022" y="374133"/>
                  </a:lnTo>
                  <a:lnTo>
                    <a:pt x="166475" y="374899"/>
                  </a:lnTo>
                  <a:lnTo>
                    <a:pt x="166889" y="375350"/>
                  </a:lnTo>
                  <a:lnTo>
                    <a:pt x="167027" y="375685"/>
                  </a:lnTo>
                  <a:lnTo>
                    <a:pt x="166500" y="376327"/>
                  </a:lnTo>
                  <a:lnTo>
                    <a:pt x="165940" y="376421"/>
                  </a:lnTo>
                  <a:lnTo>
                    <a:pt x="165745" y="376677"/>
                  </a:lnTo>
                  <a:lnTo>
                    <a:pt x="165940" y="377558"/>
                  </a:lnTo>
                  <a:lnTo>
                    <a:pt x="165993" y="377728"/>
                  </a:lnTo>
                  <a:lnTo>
                    <a:pt x="165928" y="378236"/>
                  </a:lnTo>
                  <a:lnTo>
                    <a:pt x="165488" y="378410"/>
                  </a:lnTo>
                  <a:lnTo>
                    <a:pt x="165402" y="378686"/>
                  </a:lnTo>
                  <a:lnTo>
                    <a:pt x="165467" y="378873"/>
                  </a:lnTo>
                  <a:lnTo>
                    <a:pt x="165246" y="379743"/>
                  </a:lnTo>
                  <a:lnTo>
                    <a:pt x="165154" y="380249"/>
                  </a:lnTo>
                  <a:lnTo>
                    <a:pt x="165498" y="380427"/>
                  </a:lnTo>
                  <a:lnTo>
                    <a:pt x="165599" y="380929"/>
                  </a:lnTo>
                  <a:lnTo>
                    <a:pt x="165378" y="380886"/>
                  </a:lnTo>
                  <a:lnTo>
                    <a:pt x="165094" y="380996"/>
                  </a:lnTo>
                  <a:lnTo>
                    <a:pt x="164943" y="381158"/>
                  </a:lnTo>
                  <a:lnTo>
                    <a:pt x="165132" y="381293"/>
                  </a:lnTo>
                  <a:lnTo>
                    <a:pt x="165351" y="381440"/>
                  </a:lnTo>
                  <a:lnTo>
                    <a:pt x="165456" y="381652"/>
                  </a:lnTo>
                  <a:lnTo>
                    <a:pt x="165151" y="381861"/>
                  </a:lnTo>
                  <a:lnTo>
                    <a:pt x="164474" y="382000"/>
                  </a:lnTo>
                  <a:lnTo>
                    <a:pt x="164316" y="381974"/>
                  </a:lnTo>
                  <a:lnTo>
                    <a:pt x="164101" y="381980"/>
                  </a:lnTo>
                  <a:lnTo>
                    <a:pt x="163753" y="382026"/>
                  </a:lnTo>
                  <a:lnTo>
                    <a:pt x="163637" y="382189"/>
                  </a:lnTo>
                  <a:lnTo>
                    <a:pt x="163857" y="382468"/>
                  </a:lnTo>
                  <a:lnTo>
                    <a:pt x="164036" y="382538"/>
                  </a:lnTo>
                  <a:lnTo>
                    <a:pt x="164446" y="382615"/>
                  </a:lnTo>
                  <a:lnTo>
                    <a:pt x="164657" y="382683"/>
                  </a:lnTo>
                  <a:lnTo>
                    <a:pt x="165314" y="382984"/>
                  </a:lnTo>
                  <a:lnTo>
                    <a:pt x="165729" y="383247"/>
                  </a:lnTo>
                  <a:lnTo>
                    <a:pt x="165917" y="384027"/>
                  </a:lnTo>
                  <a:lnTo>
                    <a:pt x="165676" y="384149"/>
                  </a:lnTo>
                  <a:lnTo>
                    <a:pt x="165181" y="384256"/>
                  </a:lnTo>
                  <a:lnTo>
                    <a:pt x="164550" y="384212"/>
                  </a:lnTo>
                  <a:lnTo>
                    <a:pt x="164372" y="384388"/>
                  </a:lnTo>
                  <a:lnTo>
                    <a:pt x="164435" y="384740"/>
                  </a:lnTo>
                  <a:lnTo>
                    <a:pt x="164674" y="385494"/>
                  </a:lnTo>
                  <a:lnTo>
                    <a:pt x="164892" y="386374"/>
                  </a:lnTo>
                  <a:lnTo>
                    <a:pt x="164865" y="387283"/>
                  </a:lnTo>
                  <a:lnTo>
                    <a:pt x="164580" y="387378"/>
                  </a:lnTo>
                  <a:lnTo>
                    <a:pt x="164208" y="387516"/>
                  </a:lnTo>
                  <a:lnTo>
                    <a:pt x="163970" y="387731"/>
                  </a:lnTo>
                  <a:lnTo>
                    <a:pt x="163897" y="387946"/>
                  </a:lnTo>
                  <a:lnTo>
                    <a:pt x="163961" y="388273"/>
                  </a:lnTo>
                  <a:lnTo>
                    <a:pt x="164002" y="388425"/>
                  </a:lnTo>
                  <a:lnTo>
                    <a:pt x="164248" y="388524"/>
                  </a:lnTo>
                  <a:lnTo>
                    <a:pt x="164712" y="388608"/>
                  </a:lnTo>
                  <a:lnTo>
                    <a:pt x="165391" y="388607"/>
                  </a:lnTo>
                  <a:lnTo>
                    <a:pt x="165675" y="388816"/>
                  </a:lnTo>
                  <a:lnTo>
                    <a:pt x="165311" y="389354"/>
                  </a:lnTo>
                  <a:lnTo>
                    <a:pt x="165494" y="389754"/>
                  </a:lnTo>
                  <a:lnTo>
                    <a:pt x="165524" y="390107"/>
                  </a:lnTo>
                  <a:lnTo>
                    <a:pt x="164924" y="390280"/>
                  </a:lnTo>
                  <a:lnTo>
                    <a:pt x="164742" y="390325"/>
                  </a:lnTo>
                  <a:lnTo>
                    <a:pt x="163989" y="390118"/>
                  </a:lnTo>
                  <a:lnTo>
                    <a:pt x="162857" y="390304"/>
                  </a:lnTo>
                  <a:lnTo>
                    <a:pt x="162857" y="390470"/>
                  </a:lnTo>
                  <a:lnTo>
                    <a:pt x="163189" y="390862"/>
                  </a:lnTo>
                  <a:lnTo>
                    <a:pt x="163636" y="391587"/>
                  </a:lnTo>
                  <a:lnTo>
                    <a:pt x="163785" y="392062"/>
                  </a:lnTo>
                  <a:lnTo>
                    <a:pt x="163796" y="392293"/>
                  </a:lnTo>
                  <a:lnTo>
                    <a:pt x="163389" y="393203"/>
                  </a:lnTo>
                  <a:lnTo>
                    <a:pt x="163505" y="393363"/>
                  </a:lnTo>
                  <a:lnTo>
                    <a:pt x="163496" y="393795"/>
                  </a:lnTo>
                  <a:lnTo>
                    <a:pt x="163360" y="394040"/>
                  </a:lnTo>
                  <a:lnTo>
                    <a:pt x="163348" y="394797"/>
                  </a:lnTo>
                  <a:lnTo>
                    <a:pt x="163243" y="394962"/>
                  </a:lnTo>
                  <a:lnTo>
                    <a:pt x="163104" y="395181"/>
                  </a:lnTo>
                  <a:lnTo>
                    <a:pt x="162992" y="395642"/>
                  </a:lnTo>
                  <a:lnTo>
                    <a:pt x="163098" y="395870"/>
                  </a:lnTo>
                  <a:lnTo>
                    <a:pt x="163269" y="396040"/>
                  </a:lnTo>
                  <a:lnTo>
                    <a:pt x="163727" y="396002"/>
                  </a:lnTo>
                  <a:lnTo>
                    <a:pt x="163852" y="396347"/>
                  </a:lnTo>
                  <a:lnTo>
                    <a:pt x="163794" y="396661"/>
                  </a:lnTo>
                  <a:lnTo>
                    <a:pt x="163992" y="396953"/>
                  </a:lnTo>
                  <a:lnTo>
                    <a:pt x="163495" y="397389"/>
                  </a:lnTo>
                  <a:lnTo>
                    <a:pt x="162976" y="397113"/>
                  </a:lnTo>
                  <a:lnTo>
                    <a:pt x="162886" y="396969"/>
                  </a:lnTo>
                  <a:lnTo>
                    <a:pt x="162285" y="397169"/>
                  </a:lnTo>
                  <a:lnTo>
                    <a:pt x="161679" y="397477"/>
                  </a:lnTo>
                  <a:lnTo>
                    <a:pt x="161103" y="397713"/>
                  </a:lnTo>
                  <a:lnTo>
                    <a:pt x="161236" y="398223"/>
                  </a:lnTo>
                  <a:lnTo>
                    <a:pt x="161531" y="398260"/>
                  </a:lnTo>
                  <a:lnTo>
                    <a:pt x="161875" y="398477"/>
                  </a:lnTo>
                  <a:lnTo>
                    <a:pt x="161628" y="398679"/>
                  </a:lnTo>
                  <a:lnTo>
                    <a:pt x="161407" y="398674"/>
                  </a:lnTo>
                  <a:lnTo>
                    <a:pt x="161207" y="398690"/>
                  </a:lnTo>
                  <a:lnTo>
                    <a:pt x="161061" y="398751"/>
                  </a:lnTo>
                  <a:lnTo>
                    <a:pt x="160999" y="399071"/>
                  </a:lnTo>
                  <a:lnTo>
                    <a:pt x="161407" y="399226"/>
                  </a:lnTo>
                  <a:lnTo>
                    <a:pt x="161790" y="399595"/>
                  </a:lnTo>
                  <a:lnTo>
                    <a:pt x="161860" y="400018"/>
                  </a:lnTo>
                  <a:lnTo>
                    <a:pt x="161814" y="400228"/>
                  </a:lnTo>
                  <a:lnTo>
                    <a:pt x="161509" y="400435"/>
                  </a:lnTo>
                  <a:lnTo>
                    <a:pt x="161220" y="400985"/>
                  </a:lnTo>
                  <a:lnTo>
                    <a:pt x="161376" y="401421"/>
                  </a:lnTo>
                  <a:lnTo>
                    <a:pt x="161728" y="401865"/>
                  </a:lnTo>
                  <a:lnTo>
                    <a:pt x="161750" y="402470"/>
                  </a:lnTo>
                  <a:lnTo>
                    <a:pt x="161465" y="403221"/>
                  </a:lnTo>
                  <a:lnTo>
                    <a:pt x="161904" y="403463"/>
                  </a:lnTo>
                  <a:lnTo>
                    <a:pt x="162190" y="403456"/>
                  </a:lnTo>
                  <a:lnTo>
                    <a:pt x="162330" y="404313"/>
                  </a:lnTo>
                  <a:lnTo>
                    <a:pt x="162456" y="404605"/>
                  </a:lnTo>
                  <a:lnTo>
                    <a:pt x="162610" y="404840"/>
                  </a:lnTo>
                  <a:lnTo>
                    <a:pt x="162592" y="404985"/>
                  </a:lnTo>
                  <a:lnTo>
                    <a:pt x="162612" y="405519"/>
                  </a:lnTo>
                  <a:lnTo>
                    <a:pt x="162255" y="405785"/>
                  </a:lnTo>
                  <a:lnTo>
                    <a:pt x="161657" y="405811"/>
                  </a:lnTo>
                  <a:lnTo>
                    <a:pt x="161279" y="405843"/>
                  </a:lnTo>
                  <a:lnTo>
                    <a:pt x="160585" y="405537"/>
                  </a:lnTo>
                  <a:lnTo>
                    <a:pt x="160156" y="405264"/>
                  </a:lnTo>
                  <a:lnTo>
                    <a:pt x="160015" y="405038"/>
                  </a:lnTo>
                  <a:lnTo>
                    <a:pt x="159970" y="404831"/>
                  </a:lnTo>
                  <a:lnTo>
                    <a:pt x="159736" y="404828"/>
                  </a:lnTo>
                  <a:lnTo>
                    <a:pt x="159773" y="405448"/>
                  </a:lnTo>
                  <a:lnTo>
                    <a:pt x="159665" y="405775"/>
                  </a:lnTo>
                  <a:lnTo>
                    <a:pt x="159870" y="406019"/>
                  </a:lnTo>
                  <a:lnTo>
                    <a:pt x="159950" y="406292"/>
                  </a:lnTo>
                  <a:lnTo>
                    <a:pt x="159774" y="406369"/>
                  </a:lnTo>
                  <a:lnTo>
                    <a:pt x="159505" y="406581"/>
                  </a:lnTo>
                  <a:lnTo>
                    <a:pt x="159362" y="407404"/>
                  </a:lnTo>
                  <a:lnTo>
                    <a:pt x="159068" y="407507"/>
                  </a:lnTo>
                  <a:lnTo>
                    <a:pt x="158840" y="407573"/>
                  </a:lnTo>
                  <a:lnTo>
                    <a:pt x="158531" y="407935"/>
                  </a:lnTo>
                  <a:lnTo>
                    <a:pt x="158371" y="408173"/>
                  </a:lnTo>
                  <a:lnTo>
                    <a:pt x="157955" y="408638"/>
                  </a:lnTo>
                  <a:lnTo>
                    <a:pt x="157958" y="409228"/>
                  </a:lnTo>
                  <a:lnTo>
                    <a:pt x="157623" y="409773"/>
                  </a:lnTo>
                  <a:lnTo>
                    <a:pt x="157687" y="410017"/>
                  </a:lnTo>
                  <a:lnTo>
                    <a:pt x="157861" y="410386"/>
                  </a:lnTo>
                  <a:lnTo>
                    <a:pt x="158125" y="410526"/>
                  </a:lnTo>
                  <a:lnTo>
                    <a:pt x="157796" y="410838"/>
                  </a:lnTo>
                  <a:lnTo>
                    <a:pt x="157460" y="410932"/>
                  </a:lnTo>
                  <a:lnTo>
                    <a:pt x="157246" y="410641"/>
                  </a:lnTo>
                  <a:lnTo>
                    <a:pt x="156159" y="411019"/>
                  </a:lnTo>
                  <a:lnTo>
                    <a:pt x="155421" y="411138"/>
                  </a:lnTo>
                  <a:lnTo>
                    <a:pt x="154682" y="411412"/>
                  </a:lnTo>
                  <a:lnTo>
                    <a:pt x="154216" y="411185"/>
                  </a:lnTo>
                  <a:lnTo>
                    <a:pt x="153927" y="411238"/>
                  </a:lnTo>
                  <a:lnTo>
                    <a:pt x="153734" y="411367"/>
                  </a:lnTo>
                  <a:lnTo>
                    <a:pt x="153573" y="411407"/>
                  </a:lnTo>
                  <a:lnTo>
                    <a:pt x="153236" y="411576"/>
                  </a:lnTo>
                  <a:lnTo>
                    <a:pt x="153175" y="411830"/>
                  </a:lnTo>
                  <a:lnTo>
                    <a:pt x="153156" y="412023"/>
                  </a:lnTo>
                  <a:lnTo>
                    <a:pt x="152860" y="412282"/>
                  </a:lnTo>
                  <a:lnTo>
                    <a:pt x="152428" y="412515"/>
                  </a:lnTo>
                  <a:lnTo>
                    <a:pt x="152296" y="412572"/>
                  </a:lnTo>
                  <a:lnTo>
                    <a:pt x="151906" y="413014"/>
                  </a:lnTo>
                  <a:lnTo>
                    <a:pt x="151569" y="412995"/>
                  </a:lnTo>
                  <a:lnTo>
                    <a:pt x="151346" y="412983"/>
                  </a:lnTo>
                  <a:lnTo>
                    <a:pt x="151176" y="412973"/>
                  </a:lnTo>
                  <a:lnTo>
                    <a:pt x="150945" y="412739"/>
                  </a:lnTo>
                  <a:lnTo>
                    <a:pt x="150631" y="412459"/>
                  </a:lnTo>
                  <a:lnTo>
                    <a:pt x="150354" y="412411"/>
                  </a:lnTo>
                  <a:lnTo>
                    <a:pt x="149812" y="412878"/>
                  </a:lnTo>
                  <a:lnTo>
                    <a:pt x="149741" y="413054"/>
                  </a:lnTo>
                  <a:lnTo>
                    <a:pt x="149971" y="413078"/>
                  </a:lnTo>
                  <a:lnTo>
                    <a:pt x="150319" y="413074"/>
                  </a:lnTo>
                  <a:lnTo>
                    <a:pt x="150631" y="413196"/>
                  </a:lnTo>
                  <a:lnTo>
                    <a:pt x="150950" y="413408"/>
                  </a:lnTo>
                  <a:lnTo>
                    <a:pt x="151006" y="413558"/>
                  </a:lnTo>
                  <a:lnTo>
                    <a:pt x="150581" y="413779"/>
                  </a:lnTo>
                  <a:lnTo>
                    <a:pt x="150280" y="413450"/>
                  </a:lnTo>
                  <a:lnTo>
                    <a:pt x="150129" y="413688"/>
                  </a:lnTo>
                  <a:lnTo>
                    <a:pt x="149962" y="413900"/>
                  </a:lnTo>
                  <a:lnTo>
                    <a:pt x="149939" y="414241"/>
                  </a:lnTo>
                  <a:lnTo>
                    <a:pt x="149884" y="414770"/>
                  </a:lnTo>
                  <a:lnTo>
                    <a:pt x="149551" y="414580"/>
                  </a:lnTo>
                  <a:lnTo>
                    <a:pt x="149237" y="414443"/>
                  </a:lnTo>
                  <a:lnTo>
                    <a:pt x="148793" y="414340"/>
                  </a:lnTo>
                  <a:lnTo>
                    <a:pt x="148153" y="414132"/>
                  </a:lnTo>
                  <a:lnTo>
                    <a:pt x="147773" y="413598"/>
                  </a:lnTo>
                  <a:lnTo>
                    <a:pt x="147606" y="413624"/>
                  </a:lnTo>
                  <a:lnTo>
                    <a:pt x="147428" y="413647"/>
                  </a:lnTo>
                  <a:lnTo>
                    <a:pt x="146958" y="413742"/>
                  </a:lnTo>
                  <a:lnTo>
                    <a:pt x="146670" y="413889"/>
                  </a:lnTo>
                  <a:lnTo>
                    <a:pt x="146417" y="413865"/>
                  </a:lnTo>
                  <a:lnTo>
                    <a:pt x="146239" y="413829"/>
                  </a:lnTo>
                  <a:lnTo>
                    <a:pt x="145809" y="413905"/>
                  </a:lnTo>
                  <a:lnTo>
                    <a:pt x="145792" y="414646"/>
                  </a:lnTo>
                  <a:lnTo>
                    <a:pt x="145738" y="415264"/>
                  </a:lnTo>
                  <a:lnTo>
                    <a:pt x="145493" y="415451"/>
                  </a:lnTo>
                  <a:lnTo>
                    <a:pt x="145251" y="415333"/>
                  </a:lnTo>
                  <a:lnTo>
                    <a:pt x="144917" y="415639"/>
                  </a:lnTo>
                  <a:lnTo>
                    <a:pt x="144998" y="415887"/>
                  </a:lnTo>
                  <a:lnTo>
                    <a:pt x="145270" y="416174"/>
                  </a:lnTo>
                  <a:lnTo>
                    <a:pt x="144867" y="416529"/>
                  </a:lnTo>
                  <a:lnTo>
                    <a:pt x="144431" y="416982"/>
                  </a:lnTo>
                  <a:lnTo>
                    <a:pt x="144116" y="417296"/>
                  </a:lnTo>
                  <a:lnTo>
                    <a:pt x="144091" y="417497"/>
                  </a:lnTo>
                  <a:lnTo>
                    <a:pt x="143914" y="418205"/>
                  </a:lnTo>
                  <a:lnTo>
                    <a:pt x="143835" y="418478"/>
                  </a:lnTo>
                  <a:lnTo>
                    <a:pt x="143669" y="418867"/>
                  </a:lnTo>
                  <a:lnTo>
                    <a:pt x="143200" y="418998"/>
                  </a:lnTo>
                  <a:lnTo>
                    <a:pt x="142917" y="418824"/>
                  </a:lnTo>
                  <a:lnTo>
                    <a:pt x="141983" y="418711"/>
                  </a:lnTo>
                  <a:lnTo>
                    <a:pt x="141796" y="418624"/>
                  </a:lnTo>
                  <a:lnTo>
                    <a:pt x="141594" y="418468"/>
                  </a:lnTo>
                  <a:lnTo>
                    <a:pt x="141311" y="418202"/>
                  </a:lnTo>
                  <a:lnTo>
                    <a:pt x="141143" y="418036"/>
                  </a:lnTo>
                  <a:lnTo>
                    <a:pt x="140702" y="418052"/>
                  </a:lnTo>
                  <a:lnTo>
                    <a:pt x="140551" y="418026"/>
                  </a:lnTo>
                  <a:lnTo>
                    <a:pt x="140365" y="417939"/>
                  </a:lnTo>
                  <a:lnTo>
                    <a:pt x="140157" y="417834"/>
                  </a:lnTo>
                  <a:lnTo>
                    <a:pt x="139834" y="417717"/>
                  </a:lnTo>
                  <a:lnTo>
                    <a:pt x="139567" y="417818"/>
                  </a:lnTo>
                  <a:lnTo>
                    <a:pt x="139170" y="417739"/>
                  </a:lnTo>
                  <a:lnTo>
                    <a:pt x="138308" y="417606"/>
                  </a:lnTo>
                  <a:lnTo>
                    <a:pt x="138129" y="418124"/>
                  </a:lnTo>
                  <a:lnTo>
                    <a:pt x="138034" y="418444"/>
                  </a:lnTo>
                  <a:lnTo>
                    <a:pt x="137878" y="418934"/>
                  </a:lnTo>
                  <a:lnTo>
                    <a:pt x="137895" y="419528"/>
                  </a:lnTo>
                  <a:lnTo>
                    <a:pt x="138013" y="419969"/>
                  </a:lnTo>
                  <a:lnTo>
                    <a:pt x="138155" y="420563"/>
                  </a:lnTo>
                  <a:lnTo>
                    <a:pt x="138071" y="420743"/>
                  </a:lnTo>
                  <a:lnTo>
                    <a:pt x="137860" y="420987"/>
                  </a:lnTo>
                  <a:lnTo>
                    <a:pt x="136972" y="420793"/>
                  </a:lnTo>
                  <a:lnTo>
                    <a:pt x="136383" y="420984"/>
                  </a:lnTo>
                  <a:lnTo>
                    <a:pt x="136233" y="421003"/>
                  </a:lnTo>
                  <a:lnTo>
                    <a:pt x="135982" y="421303"/>
                  </a:lnTo>
                  <a:lnTo>
                    <a:pt x="136007" y="421599"/>
                  </a:lnTo>
                  <a:lnTo>
                    <a:pt x="135942" y="421837"/>
                  </a:lnTo>
                  <a:lnTo>
                    <a:pt x="135879" y="422020"/>
                  </a:lnTo>
                  <a:lnTo>
                    <a:pt x="135377" y="422668"/>
                  </a:lnTo>
                  <a:lnTo>
                    <a:pt x="134883" y="422754"/>
                  </a:lnTo>
                  <a:lnTo>
                    <a:pt x="133922" y="422994"/>
                  </a:lnTo>
                  <a:lnTo>
                    <a:pt x="133344" y="422792"/>
                  </a:lnTo>
                  <a:lnTo>
                    <a:pt x="133157" y="422664"/>
                  </a:lnTo>
                  <a:lnTo>
                    <a:pt x="132922" y="422496"/>
                  </a:lnTo>
                  <a:lnTo>
                    <a:pt x="132791" y="422403"/>
                  </a:lnTo>
                  <a:lnTo>
                    <a:pt x="132643" y="422388"/>
                  </a:lnTo>
                  <a:lnTo>
                    <a:pt x="131954" y="422303"/>
                  </a:lnTo>
                  <a:lnTo>
                    <a:pt x="131392" y="422328"/>
                  </a:lnTo>
                  <a:lnTo>
                    <a:pt x="131374" y="422476"/>
                  </a:lnTo>
                  <a:lnTo>
                    <a:pt x="131376" y="422724"/>
                  </a:lnTo>
                  <a:lnTo>
                    <a:pt x="131290" y="422872"/>
                  </a:lnTo>
                  <a:lnTo>
                    <a:pt x="131053" y="423065"/>
                  </a:lnTo>
                  <a:lnTo>
                    <a:pt x="130867" y="423134"/>
                  </a:lnTo>
                  <a:lnTo>
                    <a:pt x="130592" y="423092"/>
                  </a:lnTo>
                  <a:lnTo>
                    <a:pt x="130503" y="422799"/>
                  </a:lnTo>
                  <a:lnTo>
                    <a:pt x="130119" y="422796"/>
                  </a:lnTo>
                  <a:lnTo>
                    <a:pt x="129815" y="423097"/>
                  </a:lnTo>
                  <a:lnTo>
                    <a:pt x="130029" y="423532"/>
                  </a:lnTo>
                  <a:lnTo>
                    <a:pt x="129733" y="423933"/>
                  </a:lnTo>
                  <a:lnTo>
                    <a:pt x="129391" y="424331"/>
                  </a:lnTo>
                  <a:lnTo>
                    <a:pt x="129061" y="424554"/>
                  </a:lnTo>
                  <a:lnTo>
                    <a:pt x="128723" y="424581"/>
                  </a:lnTo>
                  <a:lnTo>
                    <a:pt x="128514" y="424459"/>
                  </a:lnTo>
                  <a:lnTo>
                    <a:pt x="127831" y="424316"/>
                  </a:lnTo>
                  <a:lnTo>
                    <a:pt x="127576" y="424509"/>
                  </a:lnTo>
                  <a:lnTo>
                    <a:pt x="127444" y="424850"/>
                  </a:lnTo>
                  <a:lnTo>
                    <a:pt x="127190" y="425160"/>
                  </a:lnTo>
                  <a:lnTo>
                    <a:pt x="127025" y="424756"/>
                  </a:lnTo>
                  <a:lnTo>
                    <a:pt x="127151" y="424174"/>
                  </a:lnTo>
                  <a:lnTo>
                    <a:pt x="127200" y="423984"/>
                  </a:lnTo>
                  <a:lnTo>
                    <a:pt x="126979" y="423962"/>
                  </a:lnTo>
                  <a:lnTo>
                    <a:pt x="126723" y="423900"/>
                  </a:lnTo>
                  <a:lnTo>
                    <a:pt x="126048" y="423224"/>
                  </a:lnTo>
                  <a:lnTo>
                    <a:pt x="125746" y="423135"/>
                  </a:lnTo>
                  <a:lnTo>
                    <a:pt x="125375" y="423000"/>
                  </a:lnTo>
                  <a:lnTo>
                    <a:pt x="125179" y="422725"/>
                  </a:lnTo>
                  <a:lnTo>
                    <a:pt x="124845" y="422121"/>
                  </a:lnTo>
                  <a:lnTo>
                    <a:pt x="124678" y="422147"/>
                  </a:lnTo>
                  <a:lnTo>
                    <a:pt x="124084" y="421950"/>
                  </a:lnTo>
                  <a:lnTo>
                    <a:pt x="123821" y="422728"/>
                  </a:lnTo>
                  <a:lnTo>
                    <a:pt x="124053" y="422815"/>
                  </a:lnTo>
                  <a:lnTo>
                    <a:pt x="124237" y="422884"/>
                  </a:lnTo>
                  <a:lnTo>
                    <a:pt x="124526" y="422921"/>
                  </a:lnTo>
                  <a:lnTo>
                    <a:pt x="124510" y="423130"/>
                  </a:lnTo>
                  <a:lnTo>
                    <a:pt x="124211" y="423436"/>
                  </a:lnTo>
                  <a:lnTo>
                    <a:pt x="124046" y="423500"/>
                  </a:lnTo>
                  <a:lnTo>
                    <a:pt x="123690" y="423825"/>
                  </a:lnTo>
                  <a:lnTo>
                    <a:pt x="123425" y="423748"/>
                  </a:lnTo>
                  <a:lnTo>
                    <a:pt x="123109" y="423702"/>
                  </a:lnTo>
                  <a:lnTo>
                    <a:pt x="122691" y="423834"/>
                  </a:lnTo>
                  <a:lnTo>
                    <a:pt x="121489" y="424222"/>
                  </a:lnTo>
                  <a:lnTo>
                    <a:pt x="121155" y="424063"/>
                  </a:lnTo>
                  <a:lnTo>
                    <a:pt x="120838" y="423799"/>
                  </a:lnTo>
                  <a:lnTo>
                    <a:pt x="120303" y="423749"/>
                  </a:lnTo>
                  <a:lnTo>
                    <a:pt x="119863" y="423878"/>
                  </a:lnTo>
                  <a:lnTo>
                    <a:pt x="119324" y="423666"/>
                  </a:lnTo>
                  <a:lnTo>
                    <a:pt x="119061" y="423563"/>
                  </a:lnTo>
                  <a:lnTo>
                    <a:pt x="118072" y="423391"/>
                  </a:lnTo>
                  <a:lnTo>
                    <a:pt x="117789" y="423364"/>
                  </a:lnTo>
                  <a:lnTo>
                    <a:pt x="117310" y="423483"/>
                  </a:lnTo>
                  <a:lnTo>
                    <a:pt x="117193" y="423197"/>
                  </a:lnTo>
                  <a:lnTo>
                    <a:pt x="116629" y="423095"/>
                  </a:lnTo>
                  <a:lnTo>
                    <a:pt x="116473" y="423077"/>
                  </a:lnTo>
                  <a:lnTo>
                    <a:pt x="115889" y="423010"/>
                  </a:lnTo>
                  <a:lnTo>
                    <a:pt x="115487" y="422872"/>
                  </a:lnTo>
                  <a:lnTo>
                    <a:pt x="115279" y="422892"/>
                  </a:lnTo>
                  <a:lnTo>
                    <a:pt x="115130" y="422921"/>
                  </a:lnTo>
                  <a:lnTo>
                    <a:pt x="114786" y="423254"/>
                  </a:lnTo>
                  <a:lnTo>
                    <a:pt x="114612" y="423402"/>
                  </a:lnTo>
                  <a:lnTo>
                    <a:pt x="113752" y="423759"/>
                  </a:lnTo>
                  <a:lnTo>
                    <a:pt x="113217" y="423799"/>
                  </a:lnTo>
                  <a:lnTo>
                    <a:pt x="112825" y="423850"/>
                  </a:lnTo>
                  <a:lnTo>
                    <a:pt x="112418" y="423834"/>
                  </a:lnTo>
                  <a:lnTo>
                    <a:pt x="111959" y="423800"/>
                  </a:lnTo>
                  <a:lnTo>
                    <a:pt x="111307" y="423887"/>
                  </a:lnTo>
                  <a:lnTo>
                    <a:pt x="110955" y="423773"/>
                  </a:lnTo>
                  <a:lnTo>
                    <a:pt x="111099" y="423519"/>
                  </a:lnTo>
                  <a:lnTo>
                    <a:pt x="111286" y="423215"/>
                  </a:lnTo>
                  <a:lnTo>
                    <a:pt x="111450" y="422909"/>
                  </a:lnTo>
                  <a:lnTo>
                    <a:pt x="111376" y="422438"/>
                  </a:lnTo>
                  <a:lnTo>
                    <a:pt x="111144" y="422478"/>
                  </a:lnTo>
                  <a:lnTo>
                    <a:pt x="110942" y="422527"/>
                  </a:lnTo>
                  <a:lnTo>
                    <a:pt x="110551" y="422576"/>
                  </a:lnTo>
                  <a:lnTo>
                    <a:pt x="110242" y="422567"/>
                  </a:lnTo>
                  <a:lnTo>
                    <a:pt x="109845" y="422754"/>
                  </a:lnTo>
                  <a:lnTo>
                    <a:pt x="109675" y="422899"/>
                  </a:lnTo>
                  <a:lnTo>
                    <a:pt x="109405" y="423094"/>
                  </a:lnTo>
                  <a:lnTo>
                    <a:pt x="109212" y="423165"/>
                  </a:lnTo>
                  <a:lnTo>
                    <a:pt x="108565" y="423086"/>
                  </a:lnTo>
                  <a:lnTo>
                    <a:pt x="107900" y="422536"/>
                  </a:lnTo>
                  <a:lnTo>
                    <a:pt x="107626" y="422367"/>
                  </a:lnTo>
                  <a:lnTo>
                    <a:pt x="107402" y="422236"/>
                  </a:lnTo>
                  <a:lnTo>
                    <a:pt x="106766" y="422048"/>
                  </a:lnTo>
                  <a:lnTo>
                    <a:pt x="106073" y="421868"/>
                  </a:lnTo>
                  <a:lnTo>
                    <a:pt x="105854" y="421768"/>
                  </a:lnTo>
                  <a:lnTo>
                    <a:pt x="105676" y="421705"/>
                  </a:lnTo>
                  <a:lnTo>
                    <a:pt x="105078" y="421587"/>
                  </a:lnTo>
                  <a:lnTo>
                    <a:pt x="104628" y="421853"/>
                  </a:lnTo>
                  <a:lnTo>
                    <a:pt x="104206" y="421636"/>
                  </a:lnTo>
                  <a:lnTo>
                    <a:pt x="104089" y="421475"/>
                  </a:lnTo>
                  <a:lnTo>
                    <a:pt x="103782" y="421386"/>
                  </a:lnTo>
                  <a:lnTo>
                    <a:pt x="103376" y="421268"/>
                  </a:lnTo>
                  <a:lnTo>
                    <a:pt x="102802" y="421364"/>
                  </a:lnTo>
                  <a:lnTo>
                    <a:pt x="102416" y="421300"/>
                  </a:lnTo>
                  <a:lnTo>
                    <a:pt x="101920" y="421637"/>
                  </a:lnTo>
                  <a:lnTo>
                    <a:pt x="102368" y="422123"/>
                  </a:lnTo>
                  <a:lnTo>
                    <a:pt x="102754" y="422556"/>
                  </a:lnTo>
                  <a:lnTo>
                    <a:pt x="102922" y="422924"/>
                  </a:lnTo>
                  <a:lnTo>
                    <a:pt x="102956" y="423169"/>
                  </a:lnTo>
                  <a:lnTo>
                    <a:pt x="103024" y="423704"/>
                  </a:lnTo>
                  <a:lnTo>
                    <a:pt x="102999" y="423887"/>
                  </a:lnTo>
                  <a:lnTo>
                    <a:pt x="102572" y="424017"/>
                  </a:lnTo>
                  <a:lnTo>
                    <a:pt x="102404" y="424143"/>
                  </a:lnTo>
                  <a:lnTo>
                    <a:pt x="102189" y="424330"/>
                  </a:lnTo>
                  <a:lnTo>
                    <a:pt x="101447" y="424930"/>
                  </a:lnTo>
                  <a:lnTo>
                    <a:pt x="101586" y="425331"/>
                  </a:lnTo>
                  <a:lnTo>
                    <a:pt x="101927" y="425860"/>
                  </a:lnTo>
                  <a:lnTo>
                    <a:pt x="102159" y="426195"/>
                  </a:lnTo>
                  <a:lnTo>
                    <a:pt x="102379" y="426690"/>
                  </a:lnTo>
                  <a:lnTo>
                    <a:pt x="102442" y="426914"/>
                  </a:lnTo>
                  <a:lnTo>
                    <a:pt x="102355" y="427156"/>
                  </a:lnTo>
                  <a:lnTo>
                    <a:pt x="102191" y="427390"/>
                  </a:lnTo>
                  <a:lnTo>
                    <a:pt x="102358" y="427705"/>
                  </a:lnTo>
                  <a:lnTo>
                    <a:pt x="102317" y="427965"/>
                  </a:lnTo>
                  <a:lnTo>
                    <a:pt x="102259" y="428331"/>
                  </a:lnTo>
                  <a:lnTo>
                    <a:pt x="102226" y="428463"/>
                  </a:lnTo>
                  <a:lnTo>
                    <a:pt x="102155" y="428742"/>
                  </a:lnTo>
                  <a:lnTo>
                    <a:pt x="102082" y="428992"/>
                  </a:lnTo>
                  <a:lnTo>
                    <a:pt x="102280" y="430111"/>
                  </a:lnTo>
                  <a:lnTo>
                    <a:pt x="102293" y="430414"/>
                  </a:lnTo>
                  <a:lnTo>
                    <a:pt x="102223" y="431185"/>
                  </a:lnTo>
                  <a:lnTo>
                    <a:pt x="101886" y="431506"/>
                  </a:lnTo>
                  <a:lnTo>
                    <a:pt x="101386" y="431485"/>
                  </a:lnTo>
                  <a:lnTo>
                    <a:pt x="100391" y="430469"/>
                  </a:lnTo>
                  <a:lnTo>
                    <a:pt x="99808" y="430498"/>
                  </a:lnTo>
                  <a:lnTo>
                    <a:pt x="98191" y="429890"/>
                  </a:lnTo>
                  <a:lnTo>
                    <a:pt x="97989" y="429862"/>
                  </a:lnTo>
                  <a:lnTo>
                    <a:pt x="97663" y="429833"/>
                  </a:lnTo>
                  <a:lnTo>
                    <a:pt x="97414" y="429812"/>
                  </a:lnTo>
                  <a:lnTo>
                    <a:pt x="96356" y="430132"/>
                  </a:lnTo>
                  <a:lnTo>
                    <a:pt x="96038" y="429947"/>
                  </a:lnTo>
                  <a:lnTo>
                    <a:pt x="95699" y="430228"/>
                  </a:lnTo>
                  <a:lnTo>
                    <a:pt x="95086" y="430249"/>
                  </a:lnTo>
                  <a:lnTo>
                    <a:pt x="94644" y="430107"/>
                  </a:lnTo>
                  <a:lnTo>
                    <a:pt x="94404" y="430202"/>
                  </a:lnTo>
                  <a:lnTo>
                    <a:pt x="94085" y="430256"/>
                  </a:lnTo>
                  <a:lnTo>
                    <a:pt x="93699" y="430312"/>
                  </a:lnTo>
                  <a:lnTo>
                    <a:pt x="93414" y="430356"/>
                  </a:lnTo>
                  <a:lnTo>
                    <a:pt x="92598" y="431024"/>
                  </a:lnTo>
                  <a:lnTo>
                    <a:pt x="92606" y="431464"/>
                  </a:lnTo>
                  <a:lnTo>
                    <a:pt x="92578" y="431636"/>
                  </a:lnTo>
                  <a:lnTo>
                    <a:pt x="91864" y="432287"/>
                  </a:lnTo>
                  <a:lnTo>
                    <a:pt x="91126" y="432671"/>
                  </a:lnTo>
                  <a:lnTo>
                    <a:pt x="90705" y="432750"/>
                  </a:lnTo>
                  <a:lnTo>
                    <a:pt x="90428" y="432725"/>
                  </a:lnTo>
                  <a:lnTo>
                    <a:pt x="90201" y="432759"/>
                  </a:lnTo>
                  <a:lnTo>
                    <a:pt x="89724" y="433276"/>
                  </a:lnTo>
                  <a:lnTo>
                    <a:pt x="89507" y="433287"/>
                  </a:lnTo>
                  <a:lnTo>
                    <a:pt x="89338" y="433296"/>
                  </a:lnTo>
                  <a:lnTo>
                    <a:pt x="89147" y="433306"/>
                  </a:lnTo>
                  <a:lnTo>
                    <a:pt x="89007" y="433313"/>
                  </a:lnTo>
                  <a:lnTo>
                    <a:pt x="88661" y="433405"/>
                  </a:lnTo>
                  <a:lnTo>
                    <a:pt x="87947" y="433782"/>
                  </a:lnTo>
                  <a:lnTo>
                    <a:pt x="87688" y="433967"/>
                  </a:lnTo>
                  <a:lnTo>
                    <a:pt x="87556" y="433965"/>
                  </a:lnTo>
                  <a:lnTo>
                    <a:pt x="87411" y="434800"/>
                  </a:lnTo>
                  <a:lnTo>
                    <a:pt x="87342" y="435852"/>
                  </a:lnTo>
                  <a:lnTo>
                    <a:pt x="86816" y="436137"/>
                  </a:lnTo>
                  <a:lnTo>
                    <a:pt x="85691" y="436724"/>
                  </a:lnTo>
                  <a:lnTo>
                    <a:pt x="85368" y="437074"/>
                  </a:lnTo>
                  <a:lnTo>
                    <a:pt x="85286" y="437341"/>
                  </a:lnTo>
                  <a:lnTo>
                    <a:pt x="85284" y="437549"/>
                  </a:lnTo>
                  <a:lnTo>
                    <a:pt x="84625" y="438184"/>
                  </a:lnTo>
                  <a:lnTo>
                    <a:pt x="84114" y="438658"/>
                  </a:lnTo>
                  <a:lnTo>
                    <a:pt x="84118" y="438934"/>
                  </a:lnTo>
                  <a:lnTo>
                    <a:pt x="84090" y="439220"/>
                  </a:lnTo>
                  <a:lnTo>
                    <a:pt x="83977" y="439659"/>
                  </a:lnTo>
                  <a:lnTo>
                    <a:pt x="83781" y="439947"/>
                  </a:lnTo>
                  <a:lnTo>
                    <a:pt x="83325" y="440305"/>
                  </a:lnTo>
                  <a:lnTo>
                    <a:pt x="83152" y="440325"/>
                  </a:lnTo>
                  <a:lnTo>
                    <a:pt x="82549" y="439899"/>
                  </a:lnTo>
                  <a:lnTo>
                    <a:pt x="82164" y="439893"/>
                  </a:lnTo>
                  <a:lnTo>
                    <a:pt x="81466" y="440143"/>
                  </a:lnTo>
                  <a:lnTo>
                    <a:pt x="81041" y="440458"/>
                  </a:lnTo>
                  <a:lnTo>
                    <a:pt x="80842" y="440701"/>
                  </a:lnTo>
                  <a:lnTo>
                    <a:pt x="80384" y="440990"/>
                  </a:lnTo>
                  <a:lnTo>
                    <a:pt x="79739" y="441092"/>
                  </a:lnTo>
                  <a:lnTo>
                    <a:pt x="79604" y="441087"/>
                  </a:lnTo>
                  <a:lnTo>
                    <a:pt x="78721" y="440607"/>
                  </a:lnTo>
                  <a:lnTo>
                    <a:pt x="77339" y="441011"/>
                  </a:lnTo>
                  <a:lnTo>
                    <a:pt x="77137" y="441140"/>
                  </a:lnTo>
                  <a:lnTo>
                    <a:pt x="76739" y="441489"/>
                  </a:lnTo>
                  <a:lnTo>
                    <a:pt x="76519" y="441564"/>
                  </a:lnTo>
                  <a:lnTo>
                    <a:pt x="76173" y="441482"/>
                  </a:lnTo>
                  <a:lnTo>
                    <a:pt x="75669" y="441375"/>
                  </a:lnTo>
                  <a:lnTo>
                    <a:pt x="75412" y="441351"/>
                  </a:lnTo>
                  <a:lnTo>
                    <a:pt x="75104" y="441270"/>
                  </a:lnTo>
                  <a:lnTo>
                    <a:pt x="74332" y="440887"/>
                  </a:lnTo>
                  <a:lnTo>
                    <a:pt x="73603" y="441355"/>
                  </a:lnTo>
                  <a:lnTo>
                    <a:pt x="73159" y="441516"/>
                  </a:lnTo>
                  <a:lnTo>
                    <a:pt x="73017" y="441625"/>
                  </a:lnTo>
                  <a:lnTo>
                    <a:pt x="72425" y="441939"/>
                  </a:lnTo>
                  <a:lnTo>
                    <a:pt x="72124" y="441812"/>
                  </a:lnTo>
                  <a:lnTo>
                    <a:pt x="71587" y="441430"/>
                  </a:lnTo>
                  <a:lnTo>
                    <a:pt x="70904" y="441615"/>
                  </a:lnTo>
                  <a:lnTo>
                    <a:pt x="70822" y="441869"/>
                  </a:lnTo>
                  <a:lnTo>
                    <a:pt x="70769" y="442044"/>
                  </a:lnTo>
                  <a:lnTo>
                    <a:pt x="70405" y="442604"/>
                  </a:lnTo>
                  <a:lnTo>
                    <a:pt x="68943" y="442130"/>
                  </a:lnTo>
                  <a:lnTo>
                    <a:pt x="68690" y="442143"/>
                  </a:lnTo>
                  <a:lnTo>
                    <a:pt x="67069" y="441798"/>
                  </a:lnTo>
                  <a:lnTo>
                    <a:pt x="66543" y="442574"/>
                  </a:lnTo>
                  <a:lnTo>
                    <a:pt x="66480" y="442821"/>
                  </a:lnTo>
                  <a:lnTo>
                    <a:pt x="66404" y="443070"/>
                  </a:lnTo>
                  <a:lnTo>
                    <a:pt x="66262" y="443514"/>
                  </a:lnTo>
                  <a:lnTo>
                    <a:pt x="65903" y="444034"/>
                  </a:lnTo>
                  <a:lnTo>
                    <a:pt x="65386" y="444159"/>
                  </a:lnTo>
                  <a:lnTo>
                    <a:pt x="64910" y="444223"/>
                  </a:lnTo>
                  <a:lnTo>
                    <a:pt x="64479" y="444269"/>
                  </a:lnTo>
                  <a:lnTo>
                    <a:pt x="64184" y="444292"/>
                  </a:lnTo>
                  <a:lnTo>
                    <a:pt x="63996" y="444301"/>
                  </a:lnTo>
                  <a:lnTo>
                    <a:pt x="63427" y="444412"/>
                  </a:lnTo>
                  <a:lnTo>
                    <a:pt x="63130" y="444566"/>
                  </a:lnTo>
                  <a:lnTo>
                    <a:pt x="62296" y="444995"/>
                  </a:lnTo>
                  <a:lnTo>
                    <a:pt x="61895" y="445251"/>
                  </a:lnTo>
                  <a:lnTo>
                    <a:pt x="61527" y="445521"/>
                  </a:lnTo>
                  <a:lnTo>
                    <a:pt x="61251" y="445749"/>
                  </a:lnTo>
                  <a:lnTo>
                    <a:pt x="60829" y="446048"/>
                  </a:lnTo>
                  <a:lnTo>
                    <a:pt x="60487" y="446324"/>
                  </a:lnTo>
                  <a:lnTo>
                    <a:pt x="60013" y="446569"/>
                  </a:lnTo>
                  <a:lnTo>
                    <a:pt x="59889" y="446086"/>
                  </a:lnTo>
                  <a:lnTo>
                    <a:pt x="59748" y="445837"/>
                  </a:lnTo>
                  <a:lnTo>
                    <a:pt x="59611" y="445698"/>
                  </a:lnTo>
                  <a:lnTo>
                    <a:pt x="59379" y="445528"/>
                  </a:lnTo>
                  <a:lnTo>
                    <a:pt x="59112" y="445366"/>
                  </a:lnTo>
                  <a:lnTo>
                    <a:pt x="58662" y="445195"/>
                  </a:lnTo>
                  <a:lnTo>
                    <a:pt x="58247" y="445887"/>
                  </a:lnTo>
                  <a:lnTo>
                    <a:pt x="58155" y="446080"/>
                  </a:lnTo>
                  <a:lnTo>
                    <a:pt x="58045" y="446251"/>
                  </a:lnTo>
                  <a:lnTo>
                    <a:pt x="57926" y="446516"/>
                  </a:lnTo>
                  <a:lnTo>
                    <a:pt x="57848" y="446801"/>
                  </a:lnTo>
                  <a:lnTo>
                    <a:pt x="57779" y="447065"/>
                  </a:lnTo>
                  <a:lnTo>
                    <a:pt x="57742" y="447251"/>
                  </a:lnTo>
                  <a:lnTo>
                    <a:pt x="57707" y="447568"/>
                  </a:lnTo>
                  <a:lnTo>
                    <a:pt x="57665" y="447705"/>
                  </a:lnTo>
                  <a:lnTo>
                    <a:pt x="57556" y="448034"/>
                  </a:lnTo>
                  <a:lnTo>
                    <a:pt x="57432" y="448313"/>
                  </a:lnTo>
                  <a:lnTo>
                    <a:pt x="57107" y="448761"/>
                  </a:lnTo>
                  <a:lnTo>
                    <a:pt x="56728" y="449109"/>
                  </a:lnTo>
                  <a:lnTo>
                    <a:pt x="56321" y="449283"/>
                  </a:lnTo>
                  <a:lnTo>
                    <a:pt x="55875" y="449253"/>
                  </a:lnTo>
                  <a:lnTo>
                    <a:pt x="55575" y="449351"/>
                  </a:lnTo>
                  <a:lnTo>
                    <a:pt x="55371" y="449560"/>
                  </a:lnTo>
                  <a:lnTo>
                    <a:pt x="55165" y="449986"/>
                  </a:lnTo>
                  <a:lnTo>
                    <a:pt x="54986" y="450164"/>
                  </a:lnTo>
                  <a:lnTo>
                    <a:pt x="54777" y="450261"/>
                  </a:lnTo>
                  <a:lnTo>
                    <a:pt x="54172" y="450055"/>
                  </a:lnTo>
                  <a:lnTo>
                    <a:pt x="53964" y="449694"/>
                  </a:lnTo>
                  <a:lnTo>
                    <a:pt x="53820" y="449345"/>
                  </a:lnTo>
                  <a:lnTo>
                    <a:pt x="53631" y="449060"/>
                  </a:lnTo>
                  <a:lnTo>
                    <a:pt x="53497" y="448897"/>
                  </a:lnTo>
                  <a:lnTo>
                    <a:pt x="53319" y="448812"/>
                  </a:lnTo>
                  <a:lnTo>
                    <a:pt x="52926" y="448703"/>
                  </a:lnTo>
                  <a:lnTo>
                    <a:pt x="52696" y="448679"/>
                  </a:lnTo>
                  <a:lnTo>
                    <a:pt x="51510" y="448910"/>
                  </a:lnTo>
                  <a:lnTo>
                    <a:pt x="51312" y="449260"/>
                  </a:lnTo>
                  <a:lnTo>
                    <a:pt x="50308" y="450270"/>
                  </a:lnTo>
                  <a:lnTo>
                    <a:pt x="40496" y="450429"/>
                  </a:lnTo>
                  <a:lnTo>
                    <a:pt x="37282" y="450998"/>
                  </a:lnTo>
                  <a:lnTo>
                    <a:pt x="35779" y="450667"/>
                  </a:lnTo>
                  <a:lnTo>
                    <a:pt x="32635" y="435562"/>
                  </a:lnTo>
                  <a:lnTo>
                    <a:pt x="32801" y="435525"/>
                  </a:lnTo>
                  <a:lnTo>
                    <a:pt x="33015" y="435405"/>
                  </a:lnTo>
                  <a:lnTo>
                    <a:pt x="33218" y="435210"/>
                  </a:lnTo>
                  <a:lnTo>
                    <a:pt x="33204" y="434861"/>
                  </a:lnTo>
                  <a:lnTo>
                    <a:pt x="33256" y="434584"/>
                  </a:lnTo>
                  <a:lnTo>
                    <a:pt x="33507" y="434289"/>
                  </a:lnTo>
                  <a:lnTo>
                    <a:pt x="33659" y="434182"/>
                  </a:lnTo>
                  <a:lnTo>
                    <a:pt x="33917" y="434061"/>
                  </a:lnTo>
                  <a:lnTo>
                    <a:pt x="34409" y="433748"/>
                  </a:lnTo>
                  <a:lnTo>
                    <a:pt x="34499" y="433501"/>
                  </a:lnTo>
                  <a:lnTo>
                    <a:pt x="34548" y="433321"/>
                  </a:lnTo>
                  <a:lnTo>
                    <a:pt x="34544" y="433179"/>
                  </a:lnTo>
                  <a:lnTo>
                    <a:pt x="34541" y="433052"/>
                  </a:lnTo>
                  <a:lnTo>
                    <a:pt x="34488" y="432744"/>
                  </a:lnTo>
                  <a:lnTo>
                    <a:pt x="34633" y="432350"/>
                  </a:lnTo>
                  <a:lnTo>
                    <a:pt x="34809" y="432342"/>
                  </a:lnTo>
                  <a:lnTo>
                    <a:pt x="35297" y="432071"/>
                  </a:lnTo>
                  <a:lnTo>
                    <a:pt x="35466" y="431764"/>
                  </a:lnTo>
                  <a:lnTo>
                    <a:pt x="35612" y="431594"/>
                  </a:lnTo>
                  <a:lnTo>
                    <a:pt x="35782" y="431398"/>
                  </a:lnTo>
                  <a:lnTo>
                    <a:pt x="35861" y="431210"/>
                  </a:lnTo>
                  <a:lnTo>
                    <a:pt x="35894" y="431044"/>
                  </a:lnTo>
                  <a:lnTo>
                    <a:pt x="35729" y="430427"/>
                  </a:lnTo>
                  <a:lnTo>
                    <a:pt x="35494" y="429698"/>
                  </a:lnTo>
                  <a:lnTo>
                    <a:pt x="35739" y="429556"/>
                  </a:lnTo>
                  <a:lnTo>
                    <a:pt x="36010" y="429540"/>
                  </a:lnTo>
                  <a:lnTo>
                    <a:pt x="36476" y="429289"/>
                  </a:lnTo>
                  <a:lnTo>
                    <a:pt x="36531" y="429159"/>
                  </a:lnTo>
                  <a:lnTo>
                    <a:pt x="36656" y="428649"/>
                  </a:lnTo>
                  <a:lnTo>
                    <a:pt x="36806" y="428434"/>
                  </a:lnTo>
                  <a:lnTo>
                    <a:pt x="36901" y="428273"/>
                  </a:lnTo>
                  <a:lnTo>
                    <a:pt x="37017" y="428015"/>
                  </a:lnTo>
                  <a:lnTo>
                    <a:pt x="36816" y="426726"/>
                  </a:lnTo>
                  <a:lnTo>
                    <a:pt x="36745" y="426409"/>
                  </a:lnTo>
                  <a:lnTo>
                    <a:pt x="36711" y="426197"/>
                  </a:lnTo>
                  <a:lnTo>
                    <a:pt x="36679" y="425998"/>
                  </a:lnTo>
                  <a:lnTo>
                    <a:pt x="36620" y="425802"/>
                  </a:lnTo>
                  <a:lnTo>
                    <a:pt x="36597" y="425552"/>
                  </a:lnTo>
                  <a:lnTo>
                    <a:pt x="36585" y="425348"/>
                  </a:lnTo>
                  <a:lnTo>
                    <a:pt x="36603" y="425180"/>
                  </a:lnTo>
                  <a:lnTo>
                    <a:pt x="36624" y="425027"/>
                  </a:lnTo>
                  <a:lnTo>
                    <a:pt x="36726" y="424613"/>
                  </a:lnTo>
                  <a:lnTo>
                    <a:pt x="36913" y="424200"/>
                  </a:lnTo>
                  <a:lnTo>
                    <a:pt x="36936" y="424042"/>
                  </a:lnTo>
                  <a:lnTo>
                    <a:pt x="36992" y="423770"/>
                  </a:lnTo>
                  <a:lnTo>
                    <a:pt x="37000" y="423586"/>
                  </a:lnTo>
                  <a:lnTo>
                    <a:pt x="37029" y="423282"/>
                  </a:lnTo>
                  <a:lnTo>
                    <a:pt x="37048" y="423132"/>
                  </a:lnTo>
                  <a:lnTo>
                    <a:pt x="36998" y="422952"/>
                  </a:lnTo>
                  <a:lnTo>
                    <a:pt x="36985" y="422685"/>
                  </a:lnTo>
                  <a:lnTo>
                    <a:pt x="37043" y="422313"/>
                  </a:lnTo>
                  <a:lnTo>
                    <a:pt x="37365" y="421881"/>
                  </a:lnTo>
                  <a:lnTo>
                    <a:pt x="37431" y="421541"/>
                  </a:lnTo>
                  <a:lnTo>
                    <a:pt x="37770" y="421135"/>
                  </a:lnTo>
                  <a:lnTo>
                    <a:pt x="38147" y="421073"/>
                  </a:lnTo>
                  <a:lnTo>
                    <a:pt x="38901" y="419124"/>
                  </a:lnTo>
                  <a:lnTo>
                    <a:pt x="38906" y="418859"/>
                  </a:lnTo>
                  <a:lnTo>
                    <a:pt x="38871" y="418620"/>
                  </a:lnTo>
                  <a:lnTo>
                    <a:pt x="38934" y="418439"/>
                  </a:lnTo>
                  <a:lnTo>
                    <a:pt x="39083" y="418109"/>
                  </a:lnTo>
                  <a:lnTo>
                    <a:pt x="39346" y="417844"/>
                  </a:lnTo>
                  <a:lnTo>
                    <a:pt x="39510" y="417618"/>
                  </a:lnTo>
                  <a:lnTo>
                    <a:pt x="39664" y="417383"/>
                  </a:lnTo>
                  <a:lnTo>
                    <a:pt x="39738" y="417145"/>
                  </a:lnTo>
                  <a:lnTo>
                    <a:pt x="39852" y="416835"/>
                  </a:lnTo>
                  <a:lnTo>
                    <a:pt x="39900" y="416517"/>
                  </a:lnTo>
                  <a:lnTo>
                    <a:pt x="40192" y="416149"/>
                  </a:lnTo>
                  <a:lnTo>
                    <a:pt x="40334" y="416079"/>
                  </a:lnTo>
                  <a:lnTo>
                    <a:pt x="40524" y="416046"/>
                  </a:lnTo>
                  <a:lnTo>
                    <a:pt x="40723" y="415931"/>
                  </a:lnTo>
                  <a:lnTo>
                    <a:pt x="40943" y="415667"/>
                  </a:lnTo>
                  <a:lnTo>
                    <a:pt x="41094" y="415103"/>
                  </a:lnTo>
                  <a:lnTo>
                    <a:pt x="41452" y="414628"/>
                  </a:lnTo>
                  <a:lnTo>
                    <a:pt x="41696" y="414523"/>
                  </a:lnTo>
                  <a:lnTo>
                    <a:pt x="41828" y="414498"/>
                  </a:lnTo>
                  <a:lnTo>
                    <a:pt x="42007" y="414466"/>
                  </a:lnTo>
                  <a:lnTo>
                    <a:pt x="42283" y="414381"/>
                  </a:lnTo>
                  <a:lnTo>
                    <a:pt x="42543" y="414095"/>
                  </a:lnTo>
                  <a:lnTo>
                    <a:pt x="43076" y="413493"/>
                  </a:lnTo>
                  <a:lnTo>
                    <a:pt x="43496" y="412924"/>
                  </a:lnTo>
                  <a:lnTo>
                    <a:pt x="43632" y="412663"/>
                  </a:lnTo>
                  <a:lnTo>
                    <a:pt x="43727" y="412405"/>
                  </a:lnTo>
                  <a:lnTo>
                    <a:pt x="43820" y="412148"/>
                  </a:lnTo>
                  <a:lnTo>
                    <a:pt x="43863" y="412013"/>
                  </a:lnTo>
                  <a:lnTo>
                    <a:pt x="43919" y="411842"/>
                  </a:lnTo>
                  <a:lnTo>
                    <a:pt x="43970" y="411699"/>
                  </a:lnTo>
                  <a:lnTo>
                    <a:pt x="44154" y="411225"/>
                  </a:lnTo>
                  <a:lnTo>
                    <a:pt x="44295" y="410863"/>
                  </a:lnTo>
                  <a:lnTo>
                    <a:pt x="44367" y="410679"/>
                  </a:lnTo>
                  <a:lnTo>
                    <a:pt x="44492" y="410360"/>
                  </a:lnTo>
                  <a:lnTo>
                    <a:pt x="44574" y="410149"/>
                  </a:lnTo>
                  <a:lnTo>
                    <a:pt x="44700" y="409833"/>
                  </a:lnTo>
                  <a:lnTo>
                    <a:pt x="44832" y="409500"/>
                  </a:lnTo>
                  <a:lnTo>
                    <a:pt x="45296" y="409033"/>
                  </a:lnTo>
                  <a:lnTo>
                    <a:pt x="45416" y="408818"/>
                  </a:lnTo>
                  <a:lnTo>
                    <a:pt x="45544" y="408747"/>
                  </a:lnTo>
                  <a:lnTo>
                    <a:pt x="45840" y="408522"/>
                  </a:lnTo>
                  <a:lnTo>
                    <a:pt x="46067" y="408448"/>
                  </a:lnTo>
                  <a:lnTo>
                    <a:pt x="46410" y="407707"/>
                  </a:lnTo>
                  <a:lnTo>
                    <a:pt x="46305" y="407081"/>
                  </a:lnTo>
                  <a:lnTo>
                    <a:pt x="46241" y="406881"/>
                  </a:lnTo>
                  <a:lnTo>
                    <a:pt x="46272" y="406727"/>
                  </a:lnTo>
                  <a:lnTo>
                    <a:pt x="46371" y="406600"/>
                  </a:lnTo>
                  <a:lnTo>
                    <a:pt x="46428" y="406185"/>
                  </a:lnTo>
                  <a:lnTo>
                    <a:pt x="46446" y="406013"/>
                  </a:lnTo>
                  <a:lnTo>
                    <a:pt x="46463" y="405435"/>
                  </a:lnTo>
                  <a:lnTo>
                    <a:pt x="46269" y="404899"/>
                  </a:lnTo>
                  <a:lnTo>
                    <a:pt x="45530" y="404290"/>
                  </a:lnTo>
                  <a:lnTo>
                    <a:pt x="45538" y="404135"/>
                  </a:lnTo>
                  <a:lnTo>
                    <a:pt x="45579" y="403720"/>
                  </a:lnTo>
                  <a:lnTo>
                    <a:pt x="45306" y="403279"/>
                  </a:lnTo>
                  <a:lnTo>
                    <a:pt x="45212" y="403115"/>
                  </a:lnTo>
                  <a:lnTo>
                    <a:pt x="45115" y="402132"/>
                  </a:lnTo>
                  <a:lnTo>
                    <a:pt x="45035" y="401583"/>
                  </a:lnTo>
                  <a:lnTo>
                    <a:pt x="45018" y="401316"/>
                  </a:lnTo>
                  <a:lnTo>
                    <a:pt x="45029" y="401136"/>
                  </a:lnTo>
                  <a:lnTo>
                    <a:pt x="44786" y="398290"/>
                  </a:lnTo>
                  <a:lnTo>
                    <a:pt x="44517" y="397490"/>
                  </a:lnTo>
                  <a:lnTo>
                    <a:pt x="43954" y="396615"/>
                  </a:lnTo>
                  <a:lnTo>
                    <a:pt x="43923" y="396362"/>
                  </a:lnTo>
                  <a:lnTo>
                    <a:pt x="43953" y="395778"/>
                  </a:lnTo>
                  <a:lnTo>
                    <a:pt x="43811" y="395001"/>
                  </a:lnTo>
                  <a:lnTo>
                    <a:pt x="42867" y="395123"/>
                  </a:lnTo>
                  <a:lnTo>
                    <a:pt x="42555" y="394556"/>
                  </a:lnTo>
                  <a:lnTo>
                    <a:pt x="42576" y="394390"/>
                  </a:lnTo>
                  <a:lnTo>
                    <a:pt x="42600" y="393526"/>
                  </a:lnTo>
                  <a:lnTo>
                    <a:pt x="42283" y="392535"/>
                  </a:lnTo>
                  <a:lnTo>
                    <a:pt x="42214" y="392358"/>
                  </a:lnTo>
                  <a:lnTo>
                    <a:pt x="42157" y="392202"/>
                  </a:lnTo>
                  <a:lnTo>
                    <a:pt x="42240" y="391752"/>
                  </a:lnTo>
                  <a:lnTo>
                    <a:pt x="42636" y="391410"/>
                  </a:lnTo>
                  <a:lnTo>
                    <a:pt x="41845" y="390256"/>
                  </a:lnTo>
                  <a:lnTo>
                    <a:pt x="41768" y="389835"/>
                  </a:lnTo>
                  <a:lnTo>
                    <a:pt x="41874" y="389654"/>
                  </a:lnTo>
                  <a:lnTo>
                    <a:pt x="41981" y="389508"/>
                  </a:lnTo>
                  <a:lnTo>
                    <a:pt x="41611" y="387885"/>
                  </a:lnTo>
                  <a:lnTo>
                    <a:pt x="41313" y="387350"/>
                  </a:lnTo>
                  <a:lnTo>
                    <a:pt x="41218" y="387073"/>
                  </a:lnTo>
                  <a:lnTo>
                    <a:pt x="41038" y="386806"/>
                  </a:lnTo>
                  <a:lnTo>
                    <a:pt x="40898" y="385972"/>
                  </a:lnTo>
                  <a:lnTo>
                    <a:pt x="40396" y="384922"/>
                  </a:lnTo>
                  <a:lnTo>
                    <a:pt x="40235" y="384426"/>
                  </a:lnTo>
                  <a:lnTo>
                    <a:pt x="40195" y="384296"/>
                  </a:lnTo>
                  <a:lnTo>
                    <a:pt x="40074" y="383733"/>
                  </a:lnTo>
                  <a:lnTo>
                    <a:pt x="40043" y="382940"/>
                  </a:lnTo>
                  <a:lnTo>
                    <a:pt x="40019" y="382791"/>
                  </a:lnTo>
                  <a:lnTo>
                    <a:pt x="40078" y="382013"/>
                  </a:lnTo>
                  <a:lnTo>
                    <a:pt x="40147" y="381857"/>
                  </a:lnTo>
                  <a:lnTo>
                    <a:pt x="40304" y="380516"/>
                  </a:lnTo>
                  <a:lnTo>
                    <a:pt x="40316" y="379797"/>
                  </a:lnTo>
                  <a:lnTo>
                    <a:pt x="40409" y="379669"/>
                  </a:lnTo>
                  <a:lnTo>
                    <a:pt x="40753" y="379214"/>
                  </a:lnTo>
                  <a:lnTo>
                    <a:pt x="41044" y="377919"/>
                  </a:lnTo>
                  <a:lnTo>
                    <a:pt x="41087" y="377357"/>
                  </a:lnTo>
                  <a:lnTo>
                    <a:pt x="40855" y="377006"/>
                  </a:lnTo>
                  <a:lnTo>
                    <a:pt x="40825" y="376599"/>
                  </a:lnTo>
                  <a:lnTo>
                    <a:pt x="40612" y="374671"/>
                  </a:lnTo>
                  <a:lnTo>
                    <a:pt x="40817" y="374385"/>
                  </a:lnTo>
                  <a:lnTo>
                    <a:pt x="40833" y="374012"/>
                  </a:lnTo>
                  <a:lnTo>
                    <a:pt x="41041" y="373277"/>
                  </a:lnTo>
                  <a:lnTo>
                    <a:pt x="41260" y="372928"/>
                  </a:lnTo>
                  <a:lnTo>
                    <a:pt x="41330" y="372799"/>
                  </a:lnTo>
                  <a:lnTo>
                    <a:pt x="41426" y="372613"/>
                  </a:lnTo>
                  <a:lnTo>
                    <a:pt x="41496" y="372138"/>
                  </a:lnTo>
                  <a:lnTo>
                    <a:pt x="41572" y="371875"/>
                  </a:lnTo>
                  <a:lnTo>
                    <a:pt x="41632" y="371684"/>
                  </a:lnTo>
                  <a:lnTo>
                    <a:pt x="41633" y="371000"/>
                  </a:lnTo>
                  <a:lnTo>
                    <a:pt x="41483" y="370780"/>
                  </a:lnTo>
                  <a:lnTo>
                    <a:pt x="41046" y="369716"/>
                  </a:lnTo>
                  <a:lnTo>
                    <a:pt x="41243" y="369493"/>
                  </a:lnTo>
                  <a:lnTo>
                    <a:pt x="42027" y="368791"/>
                  </a:lnTo>
                  <a:lnTo>
                    <a:pt x="42137" y="368506"/>
                  </a:lnTo>
                  <a:lnTo>
                    <a:pt x="42159" y="368246"/>
                  </a:lnTo>
                  <a:lnTo>
                    <a:pt x="42152" y="368116"/>
                  </a:lnTo>
                  <a:lnTo>
                    <a:pt x="42120" y="367816"/>
                  </a:lnTo>
                  <a:lnTo>
                    <a:pt x="42085" y="367557"/>
                  </a:lnTo>
                  <a:lnTo>
                    <a:pt x="42058" y="367281"/>
                  </a:lnTo>
                  <a:lnTo>
                    <a:pt x="42042" y="366890"/>
                  </a:lnTo>
                  <a:lnTo>
                    <a:pt x="42074" y="366487"/>
                  </a:lnTo>
                  <a:lnTo>
                    <a:pt x="42052" y="366259"/>
                  </a:lnTo>
                  <a:lnTo>
                    <a:pt x="41910" y="366028"/>
                  </a:lnTo>
                  <a:lnTo>
                    <a:pt x="41614" y="365604"/>
                  </a:lnTo>
                  <a:lnTo>
                    <a:pt x="41700" y="364022"/>
                  </a:lnTo>
                  <a:lnTo>
                    <a:pt x="41498" y="363949"/>
                  </a:lnTo>
                  <a:lnTo>
                    <a:pt x="40900" y="363583"/>
                  </a:lnTo>
                  <a:lnTo>
                    <a:pt x="40666" y="363322"/>
                  </a:lnTo>
                  <a:lnTo>
                    <a:pt x="40125" y="362670"/>
                  </a:lnTo>
                  <a:lnTo>
                    <a:pt x="39944" y="362412"/>
                  </a:lnTo>
                  <a:lnTo>
                    <a:pt x="39728" y="361961"/>
                  </a:lnTo>
                  <a:lnTo>
                    <a:pt x="38438" y="360438"/>
                  </a:lnTo>
                  <a:lnTo>
                    <a:pt x="38138" y="360222"/>
                  </a:lnTo>
                  <a:lnTo>
                    <a:pt x="37956" y="360076"/>
                  </a:lnTo>
                  <a:lnTo>
                    <a:pt x="37860" y="359910"/>
                  </a:lnTo>
                  <a:lnTo>
                    <a:pt x="37838" y="359780"/>
                  </a:lnTo>
                  <a:lnTo>
                    <a:pt x="38044" y="359268"/>
                  </a:lnTo>
                  <a:lnTo>
                    <a:pt x="38783" y="359463"/>
                  </a:lnTo>
                  <a:lnTo>
                    <a:pt x="38865" y="359662"/>
                  </a:lnTo>
                  <a:lnTo>
                    <a:pt x="39303" y="359957"/>
                  </a:lnTo>
                  <a:lnTo>
                    <a:pt x="39634" y="359607"/>
                  </a:lnTo>
                  <a:lnTo>
                    <a:pt x="39583" y="359406"/>
                  </a:lnTo>
                  <a:lnTo>
                    <a:pt x="39516" y="359206"/>
                  </a:lnTo>
                  <a:lnTo>
                    <a:pt x="39654" y="358477"/>
                  </a:lnTo>
                  <a:lnTo>
                    <a:pt x="39841" y="358289"/>
                  </a:lnTo>
                  <a:lnTo>
                    <a:pt x="40100" y="357976"/>
                  </a:lnTo>
                  <a:lnTo>
                    <a:pt x="40168" y="357843"/>
                  </a:lnTo>
                  <a:lnTo>
                    <a:pt x="40015" y="357436"/>
                  </a:lnTo>
                  <a:lnTo>
                    <a:pt x="39785" y="357415"/>
                  </a:lnTo>
                  <a:lnTo>
                    <a:pt x="39471" y="357617"/>
                  </a:lnTo>
                  <a:lnTo>
                    <a:pt x="39371" y="357807"/>
                  </a:lnTo>
                  <a:lnTo>
                    <a:pt x="39127" y="358081"/>
                  </a:lnTo>
                  <a:lnTo>
                    <a:pt x="38716" y="357878"/>
                  </a:lnTo>
                  <a:lnTo>
                    <a:pt x="39341" y="357206"/>
                  </a:lnTo>
                  <a:lnTo>
                    <a:pt x="39351" y="356838"/>
                  </a:lnTo>
                  <a:lnTo>
                    <a:pt x="39240" y="356672"/>
                  </a:lnTo>
                  <a:lnTo>
                    <a:pt x="39079" y="356506"/>
                  </a:lnTo>
                  <a:lnTo>
                    <a:pt x="38947" y="356403"/>
                  </a:lnTo>
                  <a:lnTo>
                    <a:pt x="38745" y="356315"/>
                  </a:lnTo>
                  <a:lnTo>
                    <a:pt x="38343" y="356236"/>
                  </a:lnTo>
                  <a:lnTo>
                    <a:pt x="38094" y="356223"/>
                  </a:lnTo>
                  <a:lnTo>
                    <a:pt x="37830" y="356215"/>
                  </a:lnTo>
                  <a:lnTo>
                    <a:pt x="37810" y="355765"/>
                  </a:lnTo>
                  <a:lnTo>
                    <a:pt x="38490" y="355679"/>
                  </a:lnTo>
                  <a:lnTo>
                    <a:pt x="38910" y="354761"/>
                  </a:lnTo>
                  <a:lnTo>
                    <a:pt x="38976" y="354542"/>
                  </a:lnTo>
                  <a:lnTo>
                    <a:pt x="39067" y="354082"/>
                  </a:lnTo>
                  <a:lnTo>
                    <a:pt x="38670" y="353685"/>
                  </a:lnTo>
                  <a:lnTo>
                    <a:pt x="38479" y="353357"/>
                  </a:lnTo>
                  <a:lnTo>
                    <a:pt x="39001" y="352953"/>
                  </a:lnTo>
                  <a:lnTo>
                    <a:pt x="39063" y="352604"/>
                  </a:lnTo>
                  <a:lnTo>
                    <a:pt x="38934" y="351957"/>
                  </a:lnTo>
                  <a:lnTo>
                    <a:pt x="38778" y="351841"/>
                  </a:lnTo>
                  <a:lnTo>
                    <a:pt x="38519" y="351723"/>
                  </a:lnTo>
                  <a:lnTo>
                    <a:pt x="38332" y="351660"/>
                  </a:lnTo>
                  <a:lnTo>
                    <a:pt x="38119" y="351637"/>
                  </a:lnTo>
                  <a:lnTo>
                    <a:pt x="37855" y="351629"/>
                  </a:lnTo>
                  <a:lnTo>
                    <a:pt x="37642" y="351616"/>
                  </a:lnTo>
                  <a:lnTo>
                    <a:pt x="37400" y="350969"/>
                  </a:lnTo>
                  <a:lnTo>
                    <a:pt x="37535" y="350970"/>
                  </a:lnTo>
                  <a:lnTo>
                    <a:pt x="37671" y="350982"/>
                  </a:lnTo>
                  <a:lnTo>
                    <a:pt x="37877" y="350982"/>
                  </a:lnTo>
                  <a:lnTo>
                    <a:pt x="38019" y="350956"/>
                  </a:lnTo>
                  <a:lnTo>
                    <a:pt x="38216" y="350881"/>
                  </a:lnTo>
                  <a:lnTo>
                    <a:pt x="38532" y="350527"/>
                  </a:lnTo>
                  <a:lnTo>
                    <a:pt x="38544" y="350390"/>
                  </a:lnTo>
                  <a:lnTo>
                    <a:pt x="38547" y="350140"/>
                  </a:lnTo>
                  <a:lnTo>
                    <a:pt x="38639" y="349324"/>
                  </a:lnTo>
                  <a:lnTo>
                    <a:pt x="38724" y="348869"/>
                  </a:lnTo>
                  <a:lnTo>
                    <a:pt x="38771" y="348740"/>
                  </a:lnTo>
                  <a:lnTo>
                    <a:pt x="39028" y="348298"/>
                  </a:lnTo>
                  <a:lnTo>
                    <a:pt x="39089" y="348154"/>
                  </a:lnTo>
                  <a:lnTo>
                    <a:pt x="39119" y="348026"/>
                  </a:lnTo>
                  <a:lnTo>
                    <a:pt x="39144" y="347759"/>
                  </a:lnTo>
                  <a:lnTo>
                    <a:pt x="39115" y="347575"/>
                  </a:lnTo>
                  <a:lnTo>
                    <a:pt x="39069" y="347418"/>
                  </a:lnTo>
                  <a:lnTo>
                    <a:pt x="38830" y="346930"/>
                  </a:lnTo>
                  <a:lnTo>
                    <a:pt x="38720" y="346735"/>
                  </a:lnTo>
                  <a:lnTo>
                    <a:pt x="38025" y="346210"/>
                  </a:lnTo>
                  <a:lnTo>
                    <a:pt x="37609" y="345935"/>
                  </a:lnTo>
                  <a:lnTo>
                    <a:pt x="37888" y="344915"/>
                  </a:lnTo>
                  <a:lnTo>
                    <a:pt x="38121" y="344930"/>
                  </a:lnTo>
                  <a:lnTo>
                    <a:pt x="38653" y="345106"/>
                  </a:lnTo>
                  <a:lnTo>
                    <a:pt x="38897" y="345320"/>
                  </a:lnTo>
                  <a:lnTo>
                    <a:pt x="39727" y="344944"/>
                  </a:lnTo>
                  <a:lnTo>
                    <a:pt x="39440" y="344915"/>
                  </a:lnTo>
                  <a:lnTo>
                    <a:pt x="39378" y="344079"/>
                  </a:lnTo>
                  <a:lnTo>
                    <a:pt x="39725" y="344049"/>
                  </a:lnTo>
                  <a:lnTo>
                    <a:pt x="40646" y="343793"/>
                  </a:lnTo>
                  <a:lnTo>
                    <a:pt x="40852" y="343497"/>
                  </a:lnTo>
                  <a:lnTo>
                    <a:pt x="40925" y="343368"/>
                  </a:lnTo>
                  <a:lnTo>
                    <a:pt x="41180" y="342985"/>
                  </a:lnTo>
                  <a:lnTo>
                    <a:pt x="41372" y="342811"/>
                  </a:lnTo>
                  <a:lnTo>
                    <a:pt x="41593" y="342569"/>
                  </a:lnTo>
                  <a:lnTo>
                    <a:pt x="42141" y="341831"/>
                  </a:lnTo>
                  <a:lnTo>
                    <a:pt x="42302" y="341712"/>
                  </a:lnTo>
                  <a:lnTo>
                    <a:pt x="42657" y="341534"/>
                  </a:lnTo>
                  <a:lnTo>
                    <a:pt x="43347" y="341023"/>
                  </a:lnTo>
                  <a:lnTo>
                    <a:pt x="43403" y="340714"/>
                  </a:lnTo>
                  <a:lnTo>
                    <a:pt x="43334" y="340461"/>
                  </a:lnTo>
                  <a:lnTo>
                    <a:pt x="43353" y="339958"/>
                  </a:lnTo>
                  <a:lnTo>
                    <a:pt x="43563" y="339538"/>
                  </a:lnTo>
                  <a:lnTo>
                    <a:pt x="43850" y="339318"/>
                  </a:lnTo>
                  <a:lnTo>
                    <a:pt x="44347" y="338912"/>
                  </a:lnTo>
                  <a:lnTo>
                    <a:pt x="44536" y="338738"/>
                  </a:lnTo>
                  <a:lnTo>
                    <a:pt x="45152" y="338145"/>
                  </a:lnTo>
                  <a:lnTo>
                    <a:pt x="45453" y="337763"/>
                  </a:lnTo>
                  <a:lnTo>
                    <a:pt x="45578" y="337587"/>
                  </a:lnTo>
                  <a:lnTo>
                    <a:pt x="45979" y="337036"/>
                  </a:lnTo>
                  <a:lnTo>
                    <a:pt x="46247" y="336697"/>
                  </a:lnTo>
                  <a:lnTo>
                    <a:pt x="46606" y="336267"/>
                  </a:lnTo>
                  <a:lnTo>
                    <a:pt x="47209" y="335528"/>
                  </a:lnTo>
                  <a:lnTo>
                    <a:pt x="47513" y="335034"/>
                  </a:lnTo>
                  <a:lnTo>
                    <a:pt x="48424" y="333529"/>
                  </a:lnTo>
                  <a:lnTo>
                    <a:pt x="48553" y="333554"/>
                  </a:lnTo>
                  <a:lnTo>
                    <a:pt x="48734" y="333589"/>
                  </a:lnTo>
                  <a:lnTo>
                    <a:pt x="48942" y="333601"/>
                  </a:lnTo>
                  <a:lnTo>
                    <a:pt x="49171" y="332767"/>
                  </a:lnTo>
                  <a:lnTo>
                    <a:pt x="48903" y="332327"/>
                  </a:lnTo>
                  <a:lnTo>
                    <a:pt x="49100" y="331908"/>
                  </a:lnTo>
                  <a:lnTo>
                    <a:pt x="49747" y="331285"/>
                  </a:lnTo>
                  <a:lnTo>
                    <a:pt x="49799" y="330989"/>
                  </a:lnTo>
                  <a:lnTo>
                    <a:pt x="48997" y="330336"/>
                  </a:lnTo>
                  <a:lnTo>
                    <a:pt x="48335" y="330369"/>
                  </a:lnTo>
                  <a:lnTo>
                    <a:pt x="48202" y="330358"/>
                  </a:lnTo>
                  <a:lnTo>
                    <a:pt x="47686" y="330258"/>
                  </a:lnTo>
                  <a:lnTo>
                    <a:pt x="47265" y="329963"/>
                  </a:lnTo>
                  <a:lnTo>
                    <a:pt x="47119" y="329608"/>
                  </a:lnTo>
                  <a:lnTo>
                    <a:pt x="47048" y="329217"/>
                  </a:lnTo>
                  <a:lnTo>
                    <a:pt x="47044" y="328940"/>
                  </a:lnTo>
                  <a:lnTo>
                    <a:pt x="47068" y="328570"/>
                  </a:lnTo>
                  <a:lnTo>
                    <a:pt x="47196" y="328211"/>
                  </a:lnTo>
                  <a:lnTo>
                    <a:pt x="47438" y="327285"/>
                  </a:lnTo>
                  <a:lnTo>
                    <a:pt x="47481" y="327131"/>
                  </a:lnTo>
                  <a:lnTo>
                    <a:pt x="47965" y="326618"/>
                  </a:lnTo>
                  <a:lnTo>
                    <a:pt x="48254" y="326610"/>
                  </a:lnTo>
                  <a:lnTo>
                    <a:pt x="49070" y="326549"/>
                  </a:lnTo>
                  <a:lnTo>
                    <a:pt x="49275" y="326508"/>
                  </a:lnTo>
                  <a:lnTo>
                    <a:pt x="49494" y="326458"/>
                  </a:lnTo>
                  <a:lnTo>
                    <a:pt x="50416" y="326328"/>
                  </a:lnTo>
                  <a:lnTo>
                    <a:pt x="50989" y="326255"/>
                  </a:lnTo>
                  <a:lnTo>
                    <a:pt x="51724" y="325900"/>
                  </a:lnTo>
                  <a:lnTo>
                    <a:pt x="51934" y="324467"/>
                  </a:lnTo>
                  <a:lnTo>
                    <a:pt x="51970" y="324095"/>
                  </a:lnTo>
                  <a:lnTo>
                    <a:pt x="52020" y="323918"/>
                  </a:lnTo>
                  <a:lnTo>
                    <a:pt x="52068" y="323776"/>
                  </a:lnTo>
                  <a:lnTo>
                    <a:pt x="52529" y="323025"/>
                  </a:lnTo>
                  <a:lnTo>
                    <a:pt x="52907" y="322055"/>
                  </a:lnTo>
                  <a:lnTo>
                    <a:pt x="53132" y="321800"/>
                  </a:lnTo>
                  <a:lnTo>
                    <a:pt x="53228" y="320881"/>
                  </a:lnTo>
                  <a:lnTo>
                    <a:pt x="52830" y="320408"/>
                  </a:lnTo>
                  <a:lnTo>
                    <a:pt x="52699" y="320205"/>
                  </a:lnTo>
                  <a:lnTo>
                    <a:pt x="52571" y="319848"/>
                  </a:lnTo>
                  <a:lnTo>
                    <a:pt x="52531" y="319578"/>
                  </a:lnTo>
                  <a:lnTo>
                    <a:pt x="52537" y="319318"/>
                  </a:lnTo>
                  <a:lnTo>
                    <a:pt x="52523" y="319163"/>
                  </a:lnTo>
                  <a:lnTo>
                    <a:pt x="52492" y="318904"/>
                  </a:lnTo>
                  <a:lnTo>
                    <a:pt x="52688" y="317621"/>
                  </a:lnTo>
                  <a:lnTo>
                    <a:pt x="53248" y="317504"/>
                  </a:lnTo>
                  <a:lnTo>
                    <a:pt x="53352" y="317359"/>
                  </a:lnTo>
                  <a:lnTo>
                    <a:pt x="53031" y="316484"/>
                  </a:lnTo>
                  <a:lnTo>
                    <a:pt x="52551" y="316083"/>
                  </a:lnTo>
                  <a:lnTo>
                    <a:pt x="52168" y="315869"/>
                  </a:lnTo>
                  <a:lnTo>
                    <a:pt x="51736" y="315790"/>
                  </a:lnTo>
                  <a:lnTo>
                    <a:pt x="51568" y="315780"/>
                  </a:lnTo>
                  <a:lnTo>
                    <a:pt x="51019" y="315614"/>
                  </a:lnTo>
                  <a:lnTo>
                    <a:pt x="50650" y="315467"/>
                  </a:lnTo>
                  <a:lnTo>
                    <a:pt x="50053" y="315111"/>
                  </a:lnTo>
                  <a:lnTo>
                    <a:pt x="50002" y="314251"/>
                  </a:lnTo>
                  <a:lnTo>
                    <a:pt x="50337" y="314056"/>
                  </a:lnTo>
                  <a:lnTo>
                    <a:pt x="50650" y="313945"/>
                  </a:lnTo>
                  <a:lnTo>
                    <a:pt x="51003" y="313916"/>
                  </a:lnTo>
                  <a:lnTo>
                    <a:pt x="51130" y="313890"/>
                  </a:lnTo>
                  <a:lnTo>
                    <a:pt x="51907" y="313527"/>
                  </a:lnTo>
                  <a:lnTo>
                    <a:pt x="51969" y="313358"/>
                  </a:lnTo>
                  <a:lnTo>
                    <a:pt x="51741" y="312690"/>
                  </a:lnTo>
                  <a:lnTo>
                    <a:pt x="51161" y="312247"/>
                  </a:lnTo>
                  <a:lnTo>
                    <a:pt x="50434" y="311825"/>
                  </a:lnTo>
                  <a:lnTo>
                    <a:pt x="49758" y="311572"/>
                  </a:lnTo>
                  <a:lnTo>
                    <a:pt x="49630" y="311545"/>
                  </a:lnTo>
                  <a:lnTo>
                    <a:pt x="48932" y="311355"/>
                  </a:lnTo>
                  <a:lnTo>
                    <a:pt x="48745" y="311243"/>
                  </a:lnTo>
                  <a:lnTo>
                    <a:pt x="48530" y="310743"/>
                  </a:lnTo>
                  <a:lnTo>
                    <a:pt x="48421" y="310474"/>
                  </a:lnTo>
                  <a:lnTo>
                    <a:pt x="48033" y="309577"/>
                  </a:lnTo>
                  <a:lnTo>
                    <a:pt x="47540" y="308800"/>
                  </a:lnTo>
                  <a:lnTo>
                    <a:pt x="46947" y="307820"/>
                  </a:lnTo>
                  <a:lnTo>
                    <a:pt x="46832" y="307627"/>
                  </a:lnTo>
                  <a:lnTo>
                    <a:pt x="46718" y="307435"/>
                  </a:lnTo>
                  <a:lnTo>
                    <a:pt x="46549" y="307057"/>
                  </a:lnTo>
                  <a:lnTo>
                    <a:pt x="46406" y="306810"/>
                  </a:lnTo>
                  <a:lnTo>
                    <a:pt x="45706" y="305618"/>
                  </a:lnTo>
                  <a:lnTo>
                    <a:pt x="45590" y="305470"/>
                  </a:lnTo>
                  <a:lnTo>
                    <a:pt x="45376" y="305306"/>
                  </a:lnTo>
                  <a:lnTo>
                    <a:pt x="45040" y="305138"/>
                  </a:lnTo>
                  <a:lnTo>
                    <a:pt x="44330" y="304695"/>
                  </a:lnTo>
                  <a:lnTo>
                    <a:pt x="44177" y="304594"/>
                  </a:lnTo>
                  <a:lnTo>
                    <a:pt x="43972" y="304500"/>
                  </a:lnTo>
                  <a:lnTo>
                    <a:pt x="43655" y="304456"/>
                  </a:lnTo>
                  <a:lnTo>
                    <a:pt x="42900" y="304124"/>
                  </a:lnTo>
                  <a:lnTo>
                    <a:pt x="42798" y="303983"/>
                  </a:lnTo>
                  <a:lnTo>
                    <a:pt x="42708" y="303799"/>
                  </a:lnTo>
                  <a:lnTo>
                    <a:pt x="42673" y="303653"/>
                  </a:lnTo>
                  <a:lnTo>
                    <a:pt x="42677" y="303290"/>
                  </a:lnTo>
                  <a:lnTo>
                    <a:pt x="42757" y="303070"/>
                  </a:lnTo>
                  <a:lnTo>
                    <a:pt x="42883" y="302873"/>
                  </a:lnTo>
                  <a:lnTo>
                    <a:pt x="43081" y="302307"/>
                  </a:lnTo>
                  <a:lnTo>
                    <a:pt x="42276" y="301473"/>
                  </a:lnTo>
                  <a:lnTo>
                    <a:pt x="42161" y="301123"/>
                  </a:lnTo>
                  <a:lnTo>
                    <a:pt x="42088" y="300676"/>
                  </a:lnTo>
                  <a:lnTo>
                    <a:pt x="42238" y="299932"/>
                  </a:lnTo>
                  <a:lnTo>
                    <a:pt x="42322" y="298973"/>
                  </a:lnTo>
                  <a:lnTo>
                    <a:pt x="42017" y="298125"/>
                  </a:lnTo>
                  <a:lnTo>
                    <a:pt x="42193" y="297669"/>
                  </a:lnTo>
                  <a:lnTo>
                    <a:pt x="42422" y="297431"/>
                  </a:lnTo>
                  <a:lnTo>
                    <a:pt x="42675" y="296197"/>
                  </a:lnTo>
                  <a:lnTo>
                    <a:pt x="42603" y="296047"/>
                  </a:lnTo>
                  <a:lnTo>
                    <a:pt x="42482" y="295789"/>
                  </a:lnTo>
                  <a:lnTo>
                    <a:pt x="42212" y="295122"/>
                  </a:lnTo>
                  <a:lnTo>
                    <a:pt x="42334" y="293773"/>
                  </a:lnTo>
                  <a:lnTo>
                    <a:pt x="42564" y="293321"/>
                  </a:lnTo>
                  <a:lnTo>
                    <a:pt x="43727" y="292880"/>
                  </a:lnTo>
                  <a:lnTo>
                    <a:pt x="44522" y="292656"/>
                  </a:lnTo>
                  <a:lnTo>
                    <a:pt x="44697" y="292215"/>
                  </a:lnTo>
                  <a:lnTo>
                    <a:pt x="44665" y="291851"/>
                  </a:lnTo>
                  <a:lnTo>
                    <a:pt x="44633" y="291537"/>
                  </a:lnTo>
                  <a:lnTo>
                    <a:pt x="44702" y="291171"/>
                  </a:lnTo>
                  <a:lnTo>
                    <a:pt x="44739" y="290977"/>
                  </a:lnTo>
                  <a:lnTo>
                    <a:pt x="44768" y="290821"/>
                  </a:lnTo>
                  <a:lnTo>
                    <a:pt x="44851" y="290494"/>
                  </a:lnTo>
                  <a:lnTo>
                    <a:pt x="44860" y="290095"/>
                  </a:lnTo>
                  <a:lnTo>
                    <a:pt x="44922" y="289300"/>
                  </a:lnTo>
                  <a:lnTo>
                    <a:pt x="45767" y="288584"/>
                  </a:lnTo>
                  <a:lnTo>
                    <a:pt x="46163" y="288617"/>
                  </a:lnTo>
                  <a:lnTo>
                    <a:pt x="46491" y="288653"/>
                  </a:lnTo>
                  <a:lnTo>
                    <a:pt x="46731" y="288690"/>
                  </a:lnTo>
                  <a:lnTo>
                    <a:pt x="47069" y="288742"/>
                  </a:lnTo>
                  <a:lnTo>
                    <a:pt x="48103" y="288628"/>
                  </a:lnTo>
                  <a:lnTo>
                    <a:pt x="48804" y="288065"/>
                  </a:lnTo>
                  <a:lnTo>
                    <a:pt x="48954" y="287840"/>
                  </a:lnTo>
                  <a:lnTo>
                    <a:pt x="49100" y="287597"/>
                  </a:lnTo>
                  <a:lnTo>
                    <a:pt x="49711" y="286935"/>
                  </a:lnTo>
                  <a:lnTo>
                    <a:pt x="50867" y="286405"/>
                  </a:lnTo>
                  <a:lnTo>
                    <a:pt x="51222" y="286261"/>
                  </a:lnTo>
                  <a:lnTo>
                    <a:pt x="51778" y="285712"/>
                  </a:lnTo>
                  <a:lnTo>
                    <a:pt x="51836" y="285465"/>
                  </a:lnTo>
                  <a:lnTo>
                    <a:pt x="51889" y="285099"/>
                  </a:lnTo>
                  <a:lnTo>
                    <a:pt x="51931" y="284785"/>
                  </a:lnTo>
                  <a:lnTo>
                    <a:pt x="52349" y="283703"/>
                  </a:lnTo>
                  <a:lnTo>
                    <a:pt x="53560" y="282254"/>
                  </a:lnTo>
                  <a:lnTo>
                    <a:pt x="54671" y="282503"/>
                  </a:lnTo>
                  <a:lnTo>
                    <a:pt x="55533" y="282788"/>
                  </a:lnTo>
                  <a:lnTo>
                    <a:pt x="56514" y="281692"/>
                  </a:lnTo>
                  <a:lnTo>
                    <a:pt x="56435" y="281547"/>
                  </a:lnTo>
                  <a:lnTo>
                    <a:pt x="56412" y="281063"/>
                  </a:lnTo>
                  <a:lnTo>
                    <a:pt x="56473" y="280451"/>
                  </a:lnTo>
                  <a:lnTo>
                    <a:pt x="56289" y="280028"/>
                  </a:lnTo>
                  <a:lnTo>
                    <a:pt x="56366" y="279712"/>
                  </a:lnTo>
                  <a:lnTo>
                    <a:pt x="56831" y="279532"/>
                  </a:lnTo>
                  <a:lnTo>
                    <a:pt x="56971" y="279553"/>
                  </a:lnTo>
                  <a:lnTo>
                    <a:pt x="57502" y="279509"/>
                  </a:lnTo>
                  <a:lnTo>
                    <a:pt x="57849" y="278947"/>
                  </a:lnTo>
                  <a:lnTo>
                    <a:pt x="57907" y="278489"/>
                  </a:lnTo>
                  <a:lnTo>
                    <a:pt x="57973" y="277257"/>
                  </a:lnTo>
                  <a:lnTo>
                    <a:pt x="57643" y="276509"/>
                  </a:lnTo>
                  <a:lnTo>
                    <a:pt x="57238" y="275938"/>
                  </a:lnTo>
                  <a:lnTo>
                    <a:pt x="56765" y="275322"/>
                  </a:lnTo>
                  <a:lnTo>
                    <a:pt x="56856" y="274470"/>
                  </a:lnTo>
                  <a:lnTo>
                    <a:pt x="57051" y="273941"/>
                  </a:lnTo>
                  <a:lnTo>
                    <a:pt x="57113" y="273672"/>
                  </a:lnTo>
                  <a:lnTo>
                    <a:pt x="57667" y="273051"/>
                  </a:lnTo>
                  <a:lnTo>
                    <a:pt x="57849" y="271900"/>
                  </a:lnTo>
                  <a:lnTo>
                    <a:pt x="57884" y="271572"/>
                  </a:lnTo>
                  <a:lnTo>
                    <a:pt x="59232" y="270115"/>
                  </a:lnTo>
                  <a:lnTo>
                    <a:pt x="59673" y="269608"/>
                  </a:lnTo>
                  <a:lnTo>
                    <a:pt x="60030" y="267811"/>
                  </a:lnTo>
                  <a:lnTo>
                    <a:pt x="60733" y="267213"/>
                  </a:lnTo>
                  <a:lnTo>
                    <a:pt x="60789" y="267083"/>
                  </a:lnTo>
                  <a:lnTo>
                    <a:pt x="60874" y="266601"/>
                  </a:lnTo>
                  <a:lnTo>
                    <a:pt x="61006" y="266302"/>
                  </a:lnTo>
                  <a:lnTo>
                    <a:pt x="61095" y="266127"/>
                  </a:lnTo>
                  <a:lnTo>
                    <a:pt x="61527" y="265511"/>
                  </a:lnTo>
                  <a:lnTo>
                    <a:pt x="61591" y="265151"/>
                  </a:lnTo>
                  <a:lnTo>
                    <a:pt x="61429" y="264682"/>
                  </a:lnTo>
                  <a:lnTo>
                    <a:pt x="61580" y="263734"/>
                  </a:lnTo>
                  <a:lnTo>
                    <a:pt x="61926" y="263020"/>
                  </a:lnTo>
                  <a:lnTo>
                    <a:pt x="61883" y="262881"/>
                  </a:lnTo>
                  <a:lnTo>
                    <a:pt x="61712" y="261999"/>
                  </a:lnTo>
                  <a:lnTo>
                    <a:pt x="61733" y="261845"/>
                  </a:lnTo>
                  <a:lnTo>
                    <a:pt x="61741" y="261353"/>
                  </a:lnTo>
                  <a:lnTo>
                    <a:pt x="60796" y="259931"/>
                  </a:lnTo>
                  <a:lnTo>
                    <a:pt x="60584" y="259356"/>
                  </a:lnTo>
                  <a:lnTo>
                    <a:pt x="60746" y="259005"/>
                  </a:lnTo>
                  <a:lnTo>
                    <a:pt x="61129" y="258476"/>
                  </a:lnTo>
                  <a:lnTo>
                    <a:pt x="61294" y="258345"/>
                  </a:lnTo>
                  <a:lnTo>
                    <a:pt x="62865" y="257442"/>
                  </a:lnTo>
                  <a:lnTo>
                    <a:pt x="63324" y="257411"/>
                  </a:lnTo>
                  <a:lnTo>
                    <a:pt x="63496" y="257373"/>
                  </a:lnTo>
                  <a:lnTo>
                    <a:pt x="64179" y="257325"/>
                  </a:lnTo>
                  <a:lnTo>
                    <a:pt x="64410" y="257271"/>
                  </a:lnTo>
                  <a:lnTo>
                    <a:pt x="64745" y="257109"/>
                  </a:lnTo>
                  <a:lnTo>
                    <a:pt x="65297" y="256611"/>
                  </a:lnTo>
                  <a:lnTo>
                    <a:pt x="65512" y="256488"/>
                  </a:lnTo>
                  <a:lnTo>
                    <a:pt x="65814" y="256325"/>
                  </a:lnTo>
                  <a:lnTo>
                    <a:pt x="66573" y="255566"/>
                  </a:lnTo>
                  <a:lnTo>
                    <a:pt x="66865" y="255017"/>
                  </a:lnTo>
                  <a:lnTo>
                    <a:pt x="66929" y="254756"/>
                  </a:lnTo>
                  <a:lnTo>
                    <a:pt x="66944" y="254605"/>
                  </a:lnTo>
                  <a:lnTo>
                    <a:pt x="67134" y="253851"/>
                  </a:lnTo>
                  <a:lnTo>
                    <a:pt x="67592" y="253539"/>
                  </a:lnTo>
                  <a:lnTo>
                    <a:pt x="67815" y="252947"/>
                  </a:lnTo>
                  <a:lnTo>
                    <a:pt x="67794" y="251935"/>
                  </a:lnTo>
                  <a:lnTo>
                    <a:pt x="67668" y="251402"/>
                  </a:lnTo>
                  <a:lnTo>
                    <a:pt x="67907" y="250927"/>
                  </a:lnTo>
                  <a:lnTo>
                    <a:pt x="68360" y="250437"/>
                  </a:lnTo>
                  <a:lnTo>
                    <a:pt x="68456" y="250273"/>
                  </a:lnTo>
                  <a:lnTo>
                    <a:pt x="68635" y="249907"/>
                  </a:lnTo>
                  <a:lnTo>
                    <a:pt x="68790" y="249483"/>
                  </a:lnTo>
                  <a:lnTo>
                    <a:pt x="68922" y="249047"/>
                  </a:lnTo>
                  <a:lnTo>
                    <a:pt x="69001" y="248825"/>
                  </a:lnTo>
                  <a:lnTo>
                    <a:pt x="69064" y="248680"/>
                  </a:lnTo>
                  <a:lnTo>
                    <a:pt x="69158" y="248503"/>
                  </a:lnTo>
                  <a:lnTo>
                    <a:pt x="69437" y="248281"/>
                  </a:lnTo>
                  <a:lnTo>
                    <a:pt x="69610" y="248057"/>
                  </a:lnTo>
                  <a:lnTo>
                    <a:pt x="69746" y="247578"/>
                  </a:lnTo>
                  <a:lnTo>
                    <a:pt x="69562" y="247086"/>
                  </a:lnTo>
                  <a:lnTo>
                    <a:pt x="69596" y="246791"/>
                  </a:lnTo>
                  <a:lnTo>
                    <a:pt x="69667" y="246548"/>
                  </a:lnTo>
                  <a:lnTo>
                    <a:pt x="70261" y="245702"/>
                  </a:lnTo>
                  <a:lnTo>
                    <a:pt x="70452" y="245623"/>
                  </a:lnTo>
                  <a:lnTo>
                    <a:pt x="70424" y="245048"/>
                  </a:lnTo>
                  <a:lnTo>
                    <a:pt x="70100" y="245080"/>
                  </a:lnTo>
                  <a:lnTo>
                    <a:pt x="69708" y="245139"/>
                  </a:lnTo>
                  <a:lnTo>
                    <a:pt x="69256" y="245000"/>
                  </a:lnTo>
                  <a:lnTo>
                    <a:pt x="68785" y="244734"/>
                  </a:lnTo>
                  <a:lnTo>
                    <a:pt x="68624" y="244537"/>
                  </a:lnTo>
                  <a:lnTo>
                    <a:pt x="68226" y="242975"/>
                  </a:lnTo>
                  <a:lnTo>
                    <a:pt x="67788" y="243311"/>
                  </a:lnTo>
                  <a:lnTo>
                    <a:pt x="67350" y="243564"/>
                  </a:lnTo>
                  <a:lnTo>
                    <a:pt x="67312" y="242973"/>
                  </a:lnTo>
                  <a:lnTo>
                    <a:pt x="67368" y="242818"/>
                  </a:lnTo>
                  <a:lnTo>
                    <a:pt x="67401" y="242570"/>
                  </a:lnTo>
                  <a:lnTo>
                    <a:pt x="67042" y="242167"/>
                  </a:lnTo>
                  <a:lnTo>
                    <a:pt x="66846" y="242196"/>
                  </a:lnTo>
                  <a:lnTo>
                    <a:pt x="66489" y="242279"/>
                  </a:lnTo>
                  <a:lnTo>
                    <a:pt x="66088" y="242276"/>
                  </a:lnTo>
                  <a:lnTo>
                    <a:pt x="65932" y="241668"/>
                  </a:lnTo>
                  <a:lnTo>
                    <a:pt x="66452" y="241347"/>
                  </a:lnTo>
                  <a:lnTo>
                    <a:pt x="66657" y="240765"/>
                  </a:lnTo>
                  <a:lnTo>
                    <a:pt x="68500" y="239909"/>
                  </a:lnTo>
                  <a:lnTo>
                    <a:pt x="70394" y="239565"/>
                  </a:lnTo>
                  <a:lnTo>
                    <a:pt x="71226" y="239709"/>
                  </a:lnTo>
                  <a:lnTo>
                    <a:pt x="72433" y="240055"/>
                  </a:lnTo>
                  <a:lnTo>
                    <a:pt x="73215" y="239856"/>
                  </a:lnTo>
                  <a:lnTo>
                    <a:pt x="73717" y="239902"/>
                  </a:lnTo>
                  <a:lnTo>
                    <a:pt x="74557" y="239790"/>
                  </a:lnTo>
                  <a:lnTo>
                    <a:pt x="75215" y="239173"/>
                  </a:lnTo>
                  <a:lnTo>
                    <a:pt x="75321" y="238715"/>
                  </a:lnTo>
                  <a:lnTo>
                    <a:pt x="75332" y="238463"/>
                  </a:lnTo>
                  <a:lnTo>
                    <a:pt x="75330" y="238311"/>
                  </a:lnTo>
                  <a:lnTo>
                    <a:pt x="75321" y="237814"/>
                  </a:lnTo>
                  <a:lnTo>
                    <a:pt x="75851" y="237130"/>
                  </a:lnTo>
                  <a:lnTo>
                    <a:pt x="76080" y="236938"/>
                  </a:lnTo>
                  <a:lnTo>
                    <a:pt x="76324" y="236752"/>
                  </a:lnTo>
                  <a:lnTo>
                    <a:pt x="76760" y="236560"/>
                  </a:lnTo>
                  <a:lnTo>
                    <a:pt x="77115" y="236443"/>
                  </a:lnTo>
                  <a:lnTo>
                    <a:pt x="77474" y="236419"/>
                  </a:lnTo>
                  <a:lnTo>
                    <a:pt x="77688" y="236294"/>
                  </a:lnTo>
                  <a:lnTo>
                    <a:pt x="77914" y="236040"/>
                  </a:lnTo>
                  <a:lnTo>
                    <a:pt x="77989" y="235363"/>
                  </a:lnTo>
                  <a:lnTo>
                    <a:pt x="77869" y="235109"/>
                  </a:lnTo>
                  <a:lnTo>
                    <a:pt x="77578" y="234652"/>
                  </a:lnTo>
                  <a:lnTo>
                    <a:pt x="77598" y="234473"/>
                  </a:lnTo>
                  <a:lnTo>
                    <a:pt x="77677" y="234261"/>
                  </a:lnTo>
                  <a:lnTo>
                    <a:pt x="77753" y="234125"/>
                  </a:lnTo>
                  <a:lnTo>
                    <a:pt x="77872" y="233955"/>
                  </a:lnTo>
                  <a:lnTo>
                    <a:pt x="78067" y="233211"/>
                  </a:lnTo>
                  <a:lnTo>
                    <a:pt x="78251" y="232493"/>
                  </a:lnTo>
                  <a:lnTo>
                    <a:pt x="78299" y="232165"/>
                  </a:lnTo>
                  <a:lnTo>
                    <a:pt x="78251" y="232034"/>
                  </a:lnTo>
                  <a:lnTo>
                    <a:pt x="77948" y="231694"/>
                  </a:lnTo>
                  <a:lnTo>
                    <a:pt x="77847" y="231536"/>
                  </a:lnTo>
                  <a:lnTo>
                    <a:pt x="77920" y="231143"/>
                  </a:lnTo>
                  <a:lnTo>
                    <a:pt x="78271" y="231112"/>
                  </a:lnTo>
                  <a:lnTo>
                    <a:pt x="78579" y="231370"/>
                  </a:lnTo>
                  <a:lnTo>
                    <a:pt x="78883" y="231763"/>
                  </a:lnTo>
                  <a:lnTo>
                    <a:pt x="79149" y="231434"/>
                  </a:lnTo>
                  <a:lnTo>
                    <a:pt x="79138" y="231107"/>
                  </a:lnTo>
                  <a:lnTo>
                    <a:pt x="78767" y="230760"/>
                  </a:lnTo>
                  <a:lnTo>
                    <a:pt x="78624" y="230757"/>
                  </a:lnTo>
                  <a:lnTo>
                    <a:pt x="78262" y="230569"/>
                  </a:lnTo>
                  <a:lnTo>
                    <a:pt x="78225" y="230370"/>
                  </a:lnTo>
                  <a:lnTo>
                    <a:pt x="78199" y="230232"/>
                  </a:lnTo>
                  <a:lnTo>
                    <a:pt x="78380" y="230213"/>
                  </a:lnTo>
                  <a:lnTo>
                    <a:pt x="78774" y="229974"/>
                  </a:lnTo>
                  <a:lnTo>
                    <a:pt x="79124" y="229905"/>
                  </a:lnTo>
                  <a:lnTo>
                    <a:pt x="79345" y="229893"/>
                  </a:lnTo>
                  <a:lnTo>
                    <a:pt x="79711" y="229715"/>
                  </a:lnTo>
                  <a:lnTo>
                    <a:pt x="79863" y="229610"/>
                  </a:lnTo>
                  <a:lnTo>
                    <a:pt x="80367" y="229399"/>
                  </a:lnTo>
                  <a:lnTo>
                    <a:pt x="80592" y="229360"/>
                  </a:lnTo>
                  <a:lnTo>
                    <a:pt x="80812" y="229336"/>
                  </a:lnTo>
                  <a:lnTo>
                    <a:pt x="81011" y="229326"/>
                  </a:lnTo>
                  <a:lnTo>
                    <a:pt x="81233" y="229333"/>
                  </a:lnTo>
                  <a:lnTo>
                    <a:pt x="81693" y="229449"/>
                  </a:lnTo>
                  <a:lnTo>
                    <a:pt x="81828" y="229575"/>
                  </a:lnTo>
                  <a:lnTo>
                    <a:pt x="82207" y="229753"/>
                  </a:lnTo>
                  <a:lnTo>
                    <a:pt x="83622" y="230138"/>
                  </a:lnTo>
                  <a:lnTo>
                    <a:pt x="84098" y="230223"/>
                  </a:lnTo>
                  <a:lnTo>
                    <a:pt x="84240" y="230328"/>
                  </a:lnTo>
                  <a:lnTo>
                    <a:pt x="85038" y="230640"/>
                  </a:lnTo>
                  <a:lnTo>
                    <a:pt x="85216" y="230647"/>
                  </a:lnTo>
                  <a:lnTo>
                    <a:pt x="85418" y="230592"/>
                  </a:lnTo>
                  <a:lnTo>
                    <a:pt x="85633" y="230317"/>
                  </a:lnTo>
                  <a:lnTo>
                    <a:pt x="86119" y="230139"/>
                  </a:lnTo>
                  <a:lnTo>
                    <a:pt x="86519" y="230347"/>
                  </a:lnTo>
                  <a:lnTo>
                    <a:pt x="87004" y="230478"/>
                  </a:lnTo>
                  <a:lnTo>
                    <a:pt x="87816" y="230686"/>
                  </a:lnTo>
                  <a:lnTo>
                    <a:pt x="88196" y="230936"/>
                  </a:lnTo>
                  <a:lnTo>
                    <a:pt x="88821" y="231551"/>
                  </a:lnTo>
                  <a:lnTo>
                    <a:pt x="89059" y="231843"/>
                  </a:lnTo>
                  <a:lnTo>
                    <a:pt x="90356" y="232265"/>
                  </a:lnTo>
                  <a:lnTo>
                    <a:pt x="91472" y="232596"/>
                  </a:lnTo>
                  <a:lnTo>
                    <a:pt x="91715" y="232511"/>
                  </a:lnTo>
                  <a:lnTo>
                    <a:pt x="92428" y="232065"/>
                  </a:lnTo>
                  <a:lnTo>
                    <a:pt x="92862" y="231789"/>
                  </a:lnTo>
                  <a:lnTo>
                    <a:pt x="93077" y="231495"/>
                  </a:lnTo>
                  <a:lnTo>
                    <a:pt x="93580" y="231094"/>
                  </a:lnTo>
                  <a:lnTo>
                    <a:pt x="94029" y="231321"/>
                  </a:lnTo>
                  <a:lnTo>
                    <a:pt x="94359" y="231506"/>
                  </a:lnTo>
                  <a:lnTo>
                    <a:pt x="95256" y="231693"/>
                  </a:lnTo>
                  <a:lnTo>
                    <a:pt x="95479" y="231447"/>
                  </a:lnTo>
                  <a:lnTo>
                    <a:pt x="96094" y="231275"/>
                  </a:lnTo>
                  <a:lnTo>
                    <a:pt x="96507" y="231340"/>
                  </a:lnTo>
                  <a:lnTo>
                    <a:pt x="96785" y="231447"/>
                  </a:lnTo>
                  <a:lnTo>
                    <a:pt x="97300" y="231539"/>
                  </a:lnTo>
                  <a:lnTo>
                    <a:pt x="97344" y="231325"/>
                  </a:lnTo>
                  <a:lnTo>
                    <a:pt x="97338" y="230430"/>
                  </a:lnTo>
                  <a:lnTo>
                    <a:pt x="97401" y="229896"/>
                  </a:lnTo>
                  <a:lnTo>
                    <a:pt x="97081" y="229553"/>
                  </a:lnTo>
                  <a:lnTo>
                    <a:pt x="96967" y="229361"/>
                  </a:lnTo>
                  <a:lnTo>
                    <a:pt x="97000" y="229094"/>
                  </a:lnTo>
                  <a:lnTo>
                    <a:pt x="98113" y="228270"/>
                  </a:lnTo>
                  <a:lnTo>
                    <a:pt x="98319" y="227911"/>
                  </a:lnTo>
                  <a:lnTo>
                    <a:pt x="98641" y="226964"/>
                  </a:lnTo>
                  <a:lnTo>
                    <a:pt x="98535" y="226740"/>
                  </a:lnTo>
                  <a:lnTo>
                    <a:pt x="98613" y="225216"/>
                  </a:lnTo>
                  <a:lnTo>
                    <a:pt x="98711" y="223792"/>
                  </a:lnTo>
                  <a:lnTo>
                    <a:pt x="98754" y="223581"/>
                  </a:lnTo>
                  <a:lnTo>
                    <a:pt x="98814" y="223451"/>
                  </a:lnTo>
                  <a:lnTo>
                    <a:pt x="99528" y="222917"/>
                  </a:lnTo>
                  <a:lnTo>
                    <a:pt x="100135" y="222245"/>
                  </a:lnTo>
                  <a:lnTo>
                    <a:pt x="100672" y="221560"/>
                  </a:lnTo>
                  <a:lnTo>
                    <a:pt x="101114" y="221110"/>
                  </a:lnTo>
                  <a:lnTo>
                    <a:pt x="101275" y="220746"/>
                  </a:lnTo>
                  <a:lnTo>
                    <a:pt x="101539" y="219512"/>
                  </a:lnTo>
                  <a:lnTo>
                    <a:pt x="101743" y="219143"/>
                  </a:lnTo>
                  <a:lnTo>
                    <a:pt x="101981" y="218780"/>
                  </a:lnTo>
                  <a:lnTo>
                    <a:pt x="102371" y="218605"/>
                  </a:lnTo>
                  <a:lnTo>
                    <a:pt x="102727" y="218182"/>
                  </a:lnTo>
                  <a:lnTo>
                    <a:pt x="102970" y="217715"/>
                  </a:lnTo>
                  <a:lnTo>
                    <a:pt x="103039" y="217487"/>
                  </a:lnTo>
                  <a:lnTo>
                    <a:pt x="103200" y="217102"/>
                  </a:lnTo>
                  <a:lnTo>
                    <a:pt x="103413" y="216718"/>
                  </a:lnTo>
                  <a:lnTo>
                    <a:pt x="103689" y="216377"/>
                  </a:lnTo>
                  <a:lnTo>
                    <a:pt x="104117" y="215801"/>
                  </a:lnTo>
                  <a:lnTo>
                    <a:pt x="104355" y="215467"/>
                  </a:lnTo>
                  <a:lnTo>
                    <a:pt x="104441" y="215334"/>
                  </a:lnTo>
                  <a:lnTo>
                    <a:pt x="104463" y="215169"/>
                  </a:lnTo>
                  <a:lnTo>
                    <a:pt x="104945" y="214690"/>
                  </a:lnTo>
                  <a:lnTo>
                    <a:pt x="105423" y="213244"/>
                  </a:lnTo>
                  <a:lnTo>
                    <a:pt x="105631" y="213076"/>
                  </a:lnTo>
                  <a:lnTo>
                    <a:pt x="105951" y="212822"/>
                  </a:lnTo>
                  <a:lnTo>
                    <a:pt x="106144" y="212609"/>
                  </a:lnTo>
                  <a:lnTo>
                    <a:pt x="106215" y="212467"/>
                  </a:lnTo>
                  <a:lnTo>
                    <a:pt x="106639" y="212263"/>
                  </a:lnTo>
                  <a:lnTo>
                    <a:pt x="106866" y="211469"/>
                  </a:lnTo>
                  <a:lnTo>
                    <a:pt x="106899" y="211127"/>
                  </a:lnTo>
                  <a:lnTo>
                    <a:pt x="107112" y="210686"/>
                  </a:lnTo>
                  <a:lnTo>
                    <a:pt x="107522" y="210308"/>
                  </a:lnTo>
                  <a:lnTo>
                    <a:pt x="107710" y="210000"/>
                  </a:lnTo>
                  <a:lnTo>
                    <a:pt x="107940" y="209737"/>
                  </a:lnTo>
                  <a:lnTo>
                    <a:pt x="108112" y="209541"/>
                  </a:lnTo>
                  <a:lnTo>
                    <a:pt x="108281" y="209264"/>
                  </a:lnTo>
                  <a:lnTo>
                    <a:pt x="108370" y="209079"/>
                  </a:lnTo>
                  <a:lnTo>
                    <a:pt x="108459" y="208901"/>
                  </a:lnTo>
                  <a:lnTo>
                    <a:pt x="108754" y="208552"/>
                  </a:lnTo>
                  <a:lnTo>
                    <a:pt x="108625" y="208218"/>
                  </a:lnTo>
                  <a:lnTo>
                    <a:pt x="108580" y="207796"/>
                  </a:lnTo>
                  <a:lnTo>
                    <a:pt x="108688" y="207616"/>
                  </a:lnTo>
                  <a:lnTo>
                    <a:pt x="108767" y="207484"/>
                  </a:lnTo>
                  <a:lnTo>
                    <a:pt x="108875" y="207055"/>
                  </a:lnTo>
                  <a:lnTo>
                    <a:pt x="109020" y="206938"/>
                  </a:lnTo>
                  <a:lnTo>
                    <a:pt x="109391" y="206740"/>
                  </a:lnTo>
                  <a:lnTo>
                    <a:pt x="109944" y="206362"/>
                  </a:lnTo>
                  <a:lnTo>
                    <a:pt x="110457" y="206012"/>
                  </a:lnTo>
                  <a:lnTo>
                    <a:pt x="110643" y="205914"/>
                  </a:lnTo>
                  <a:lnTo>
                    <a:pt x="111017" y="205683"/>
                  </a:lnTo>
                  <a:lnTo>
                    <a:pt x="111416" y="205203"/>
                  </a:lnTo>
                  <a:lnTo>
                    <a:pt x="111338" y="205005"/>
                  </a:lnTo>
                  <a:lnTo>
                    <a:pt x="111055" y="204736"/>
                  </a:lnTo>
                  <a:lnTo>
                    <a:pt x="111197" y="204601"/>
                  </a:lnTo>
                  <a:lnTo>
                    <a:pt x="111615" y="203973"/>
                  </a:lnTo>
                  <a:lnTo>
                    <a:pt x="111879" y="203297"/>
                  </a:lnTo>
                  <a:lnTo>
                    <a:pt x="112790" y="203387"/>
                  </a:lnTo>
                  <a:lnTo>
                    <a:pt x="113099" y="203389"/>
                  </a:lnTo>
                  <a:lnTo>
                    <a:pt x="113339" y="203380"/>
                  </a:lnTo>
                  <a:lnTo>
                    <a:pt x="113597" y="203330"/>
                  </a:lnTo>
                  <a:lnTo>
                    <a:pt x="113813" y="203253"/>
                  </a:lnTo>
                  <a:lnTo>
                    <a:pt x="114844" y="202576"/>
                  </a:lnTo>
                  <a:lnTo>
                    <a:pt x="115024" y="202431"/>
                  </a:lnTo>
                  <a:lnTo>
                    <a:pt x="115390" y="202043"/>
                  </a:lnTo>
                  <a:lnTo>
                    <a:pt x="115813" y="201601"/>
                  </a:lnTo>
                  <a:lnTo>
                    <a:pt x="117315" y="201434"/>
                  </a:lnTo>
                  <a:lnTo>
                    <a:pt x="117822" y="201421"/>
                  </a:lnTo>
                  <a:lnTo>
                    <a:pt x="119107" y="202288"/>
                  </a:lnTo>
                  <a:lnTo>
                    <a:pt x="120318" y="203035"/>
                  </a:lnTo>
                  <a:lnTo>
                    <a:pt x="120514" y="203076"/>
                  </a:lnTo>
                  <a:lnTo>
                    <a:pt x="120770" y="203131"/>
                  </a:lnTo>
                  <a:lnTo>
                    <a:pt x="121494" y="203292"/>
                  </a:lnTo>
                  <a:lnTo>
                    <a:pt x="121803" y="203365"/>
                  </a:lnTo>
                  <a:lnTo>
                    <a:pt x="121983" y="203413"/>
                  </a:lnTo>
                  <a:lnTo>
                    <a:pt x="123207" y="203828"/>
                  </a:lnTo>
                  <a:lnTo>
                    <a:pt x="124030" y="204078"/>
                  </a:lnTo>
                  <a:lnTo>
                    <a:pt x="124244" y="204236"/>
                  </a:lnTo>
                  <a:lnTo>
                    <a:pt x="124454" y="204396"/>
                  </a:lnTo>
                  <a:lnTo>
                    <a:pt x="124769" y="204636"/>
                  </a:lnTo>
                  <a:lnTo>
                    <a:pt x="124901" y="204738"/>
                  </a:lnTo>
                  <a:lnTo>
                    <a:pt x="125150" y="204932"/>
                  </a:lnTo>
                  <a:lnTo>
                    <a:pt x="125499" y="205204"/>
                  </a:lnTo>
                  <a:lnTo>
                    <a:pt x="125965" y="205665"/>
                  </a:lnTo>
                  <a:lnTo>
                    <a:pt x="126527" y="206144"/>
                  </a:lnTo>
                  <a:lnTo>
                    <a:pt x="127304" y="206680"/>
                  </a:lnTo>
                  <a:lnTo>
                    <a:pt x="128088" y="207265"/>
                  </a:lnTo>
                  <a:lnTo>
                    <a:pt x="128661" y="207370"/>
                  </a:lnTo>
                  <a:lnTo>
                    <a:pt x="129238" y="207180"/>
                  </a:lnTo>
                  <a:lnTo>
                    <a:pt x="130089" y="206738"/>
                  </a:lnTo>
                  <a:lnTo>
                    <a:pt x="130613" y="206458"/>
                  </a:lnTo>
                  <a:lnTo>
                    <a:pt x="130815" y="206342"/>
                  </a:lnTo>
                  <a:lnTo>
                    <a:pt x="131531" y="206055"/>
                  </a:lnTo>
                  <a:lnTo>
                    <a:pt x="131723" y="205990"/>
                  </a:lnTo>
                  <a:lnTo>
                    <a:pt x="132245" y="205816"/>
                  </a:lnTo>
                  <a:lnTo>
                    <a:pt x="132636" y="205686"/>
                  </a:lnTo>
                  <a:lnTo>
                    <a:pt x="132900" y="205399"/>
                  </a:lnTo>
                  <a:lnTo>
                    <a:pt x="132991" y="205131"/>
                  </a:lnTo>
                  <a:lnTo>
                    <a:pt x="133191" y="204582"/>
                  </a:lnTo>
                  <a:lnTo>
                    <a:pt x="133355" y="204096"/>
                  </a:lnTo>
                  <a:lnTo>
                    <a:pt x="133464" y="203826"/>
                  </a:lnTo>
                  <a:lnTo>
                    <a:pt x="133561" y="203524"/>
                  </a:lnTo>
                  <a:lnTo>
                    <a:pt x="133749" y="203044"/>
                  </a:lnTo>
                  <a:lnTo>
                    <a:pt x="134161" y="201949"/>
                  </a:lnTo>
                  <a:lnTo>
                    <a:pt x="134566" y="200133"/>
                  </a:lnTo>
                  <a:lnTo>
                    <a:pt x="134808" y="200031"/>
                  </a:lnTo>
                  <a:lnTo>
                    <a:pt x="135113" y="199917"/>
                  </a:lnTo>
                  <a:lnTo>
                    <a:pt x="135265" y="199868"/>
                  </a:lnTo>
                  <a:lnTo>
                    <a:pt x="135558" y="199780"/>
                  </a:lnTo>
                  <a:lnTo>
                    <a:pt x="136090" y="199616"/>
                  </a:lnTo>
                  <a:lnTo>
                    <a:pt x="136582" y="199446"/>
                  </a:lnTo>
                  <a:lnTo>
                    <a:pt x="137069" y="199251"/>
                  </a:lnTo>
                  <a:lnTo>
                    <a:pt x="137474" y="199119"/>
                  </a:lnTo>
                  <a:lnTo>
                    <a:pt x="137758" y="199070"/>
                  </a:lnTo>
                  <a:lnTo>
                    <a:pt x="137950" y="199033"/>
                  </a:lnTo>
                  <a:lnTo>
                    <a:pt x="138405" y="198939"/>
                  </a:lnTo>
                  <a:lnTo>
                    <a:pt x="138759" y="198820"/>
                  </a:lnTo>
                  <a:lnTo>
                    <a:pt x="139316" y="198612"/>
                  </a:lnTo>
                  <a:lnTo>
                    <a:pt x="139623" y="198525"/>
                  </a:lnTo>
                  <a:lnTo>
                    <a:pt x="140412" y="198427"/>
                  </a:lnTo>
                  <a:lnTo>
                    <a:pt x="141128" y="198334"/>
                  </a:lnTo>
                  <a:lnTo>
                    <a:pt x="141508" y="198248"/>
                  </a:lnTo>
                  <a:lnTo>
                    <a:pt x="141964" y="198175"/>
                  </a:lnTo>
                  <a:lnTo>
                    <a:pt x="142830" y="198020"/>
                  </a:lnTo>
                  <a:lnTo>
                    <a:pt x="143467" y="197947"/>
                  </a:lnTo>
                  <a:lnTo>
                    <a:pt x="144036" y="197619"/>
                  </a:lnTo>
                  <a:lnTo>
                    <a:pt x="144498" y="197469"/>
                  </a:lnTo>
                  <a:lnTo>
                    <a:pt x="144955" y="197349"/>
                  </a:lnTo>
                  <a:lnTo>
                    <a:pt x="145506" y="197234"/>
                  </a:lnTo>
                  <a:lnTo>
                    <a:pt x="145687" y="197213"/>
                  </a:lnTo>
                  <a:lnTo>
                    <a:pt x="146198" y="197125"/>
                  </a:lnTo>
                  <a:lnTo>
                    <a:pt x="146482" y="197062"/>
                  </a:lnTo>
                  <a:lnTo>
                    <a:pt x="146746" y="197008"/>
                  </a:lnTo>
                  <a:lnTo>
                    <a:pt x="147848" y="196610"/>
                  </a:lnTo>
                  <a:lnTo>
                    <a:pt x="148191" y="196410"/>
                  </a:lnTo>
                  <a:lnTo>
                    <a:pt x="148375" y="196499"/>
                  </a:lnTo>
                  <a:lnTo>
                    <a:pt x="148376" y="196674"/>
                  </a:lnTo>
                  <a:lnTo>
                    <a:pt x="148421" y="196968"/>
                  </a:lnTo>
                  <a:lnTo>
                    <a:pt x="148543" y="197123"/>
                  </a:lnTo>
                  <a:lnTo>
                    <a:pt x="149194" y="197640"/>
                  </a:lnTo>
                  <a:lnTo>
                    <a:pt x="149423" y="198031"/>
                  </a:lnTo>
                  <a:lnTo>
                    <a:pt x="149601" y="198410"/>
                  </a:lnTo>
                  <a:lnTo>
                    <a:pt x="149682" y="198587"/>
                  </a:lnTo>
                  <a:lnTo>
                    <a:pt x="149732" y="198753"/>
                  </a:lnTo>
                  <a:lnTo>
                    <a:pt x="149922" y="199433"/>
                  </a:lnTo>
                  <a:lnTo>
                    <a:pt x="150136" y="199900"/>
                  </a:lnTo>
                  <a:lnTo>
                    <a:pt x="150377" y="200240"/>
                  </a:lnTo>
                  <a:lnTo>
                    <a:pt x="150513" y="200393"/>
                  </a:lnTo>
                  <a:lnTo>
                    <a:pt x="150640" y="200519"/>
                  </a:lnTo>
                  <a:lnTo>
                    <a:pt x="151049" y="200526"/>
                  </a:lnTo>
                  <a:lnTo>
                    <a:pt x="151535" y="200518"/>
                  </a:lnTo>
                  <a:lnTo>
                    <a:pt x="151761" y="200522"/>
                  </a:lnTo>
                  <a:lnTo>
                    <a:pt x="152541" y="200800"/>
                  </a:lnTo>
                  <a:lnTo>
                    <a:pt x="152684" y="200809"/>
                  </a:lnTo>
                  <a:lnTo>
                    <a:pt x="153486" y="200654"/>
                  </a:lnTo>
                  <a:lnTo>
                    <a:pt x="153892" y="200580"/>
                  </a:lnTo>
                  <a:lnTo>
                    <a:pt x="154099" y="200549"/>
                  </a:lnTo>
                  <a:lnTo>
                    <a:pt x="154431" y="200506"/>
                  </a:lnTo>
                  <a:lnTo>
                    <a:pt x="154705" y="200478"/>
                  </a:lnTo>
                  <a:lnTo>
                    <a:pt x="155146" y="200421"/>
                  </a:lnTo>
                  <a:lnTo>
                    <a:pt x="155642" y="200339"/>
                  </a:lnTo>
                  <a:lnTo>
                    <a:pt x="155838" y="200287"/>
                  </a:lnTo>
                  <a:lnTo>
                    <a:pt x="155988" y="200237"/>
                  </a:lnTo>
                  <a:lnTo>
                    <a:pt x="156280" y="200172"/>
                  </a:lnTo>
                  <a:lnTo>
                    <a:pt x="156709" y="200104"/>
                  </a:lnTo>
                  <a:lnTo>
                    <a:pt x="156996" y="200055"/>
                  </a:lnTo>
                  <a:lnTo>
                    <a:pt x="157210" y="200015"/>
                  </a:lnTo>
                  <a:lnTo>
                    <a:pt x="157711" y="199894"/>
                  </a:lnTo>
                  <a:lnTo>
                    <a:pt x="158349" y="199769"/>
                  </a:lnTo>
                  <a:lnTo>
                    <a:pt x="158603" y="199805"/>
                  </a:lnTo>
                  <a:lnTo>
                    <a:pt x="159297" y="199804"/>
                  </a:lnTo>
                  <a:lnTo>
                    <a:pt x="159452" y="199715"/>
                  </a:lnTo>
                  <a:lnTo>
                    <a:pt x="159595" y="199637"/>
                  </a:lnTo>
                  <a:lnTo>
                    <a:pt x="159733" y="199562"/>
                  </a:lnTo>
                  <a:lnTo>
                    <a:pt x="160358" y="199274"/>
                  </a:lnTo>
                  <a:lnTo>
                    <a:pt x="160620" y="199172"/>
                  </a:lnTo>
                  <a:lnTo>
                    <a:pt x="160766" y="199048"/>
                  </a:lnTo>
                  <a:lnTo>
                    <a:pt x="160860" y="198632"/>
                  </a:lnTo>
                  <a:lnTo>
                    <a:pt x="161061" y="198426"/>
                  </a:lnTo>
                  <a:lnTo>
                    <a:pt x="161370" y="198156"/>
                  </a:lnTo>
                  <a:lnTo>
                    <a:pt x="161849" y="197778"/>
                  </a:lnTo>
                  <a:lnTo>
                    <a:pt x="162499" y="197360"/>
                  </a:lnTo>
                  <a:lnTo>
                    <a:pt x="163461" y="196588"/>
                  </a:lnTo>
                  <a:lnTo>
                    <a:pt x="163615" y="196502"/>
                  </a:lnTo>
                  <a:lnTo>
                    <a:pt x="164012" y="196285"/>
                  </a:lnTo>
                  <a:lnTo>
                    <a:pt x="164271" y="196068"/>
                  </a:lnTo>
                  <a:lnTo>
                    <a:pt x="164396" y="195889"/>
                  </a:lnTo>
                  <a:lnTo>
                    <a:pt x="164594" y="195546"/>
                  </a:lnTo>
                  <a:lnTo>
                    <a:pt x="164686" y="195370"/>
                  </a:lnTo>
                  <a:lnTo>
                    <a:pt x="164789" y="195020"/>
                  </a:lnTo>
                  <a:lnTo>
                    <a:pt x="164931" y="195002"/>
                  </a:lnTo>
                  <a:lnTo>
                    <a:pt x="165432" y="194811"/>
                  </a:lnTo>
                  <a:lnTo>
                    <a:pt x="166124" y="194457"/>
                  </a:lnTo>
                  <a:lnTo>
                    <a:pt x="166717" y="194074"/>
                  </a:lnTo>
                  <a:lnTo>
                    <a:pt x="167090" y="194088"/>
                  </a:lnTo>
                  <a:lnTo>
                    <a:pt x="167675" y="193957"/>
                  </a:lnTo>
                  <a:lnTo>
                    <a:pt x="167875" y="193741"/>
                  </a:lnTo>
                  <a:lnTo>
                    <a:pt x="168166" y="193325"/>
                  </a:lnTo>
                  <a:lnTo>
                    <a:pt x="168365" y="193140"/>
                  </a:lnTo>
                  <a:lnTo>
                    <a:pt x="168499" y="193063"/>
                  </a:lnTo>
                  <a:lnTo>
                    <a:pt x="168705" y="192878"/>
                  </a:lnTo>
                  <a:lnTo>
                    <a:pt x="168885" y="192458"/>
                  </a:lnTo>
                  <a:lnTo>
                    <a:pt x="169004" y="192030"/>
                  </a:lnTo>
                  <a:lnTo>
                    <a:pt x="169299" y="191823"/>
                  </a:lnTo>
                  <a:lnTo>
                    <a:pt x="169629" y="192127"/>
                  </a:lnTo>
                  <a:lnTo>
                    <a:pt x="169841" y="192415"/>
                  </a:lnTo>
                  <a:lnTo>
                    <a:pt x="170283" y="192663"/>
                  </a:lnTo>
                  <a:lnTo>
                    <a:pt x="170399" y="192835"/>
                  </a:lnTo>
                  <a:lnTo>
                    <a:pt x="170615" y="193215"/>
                  </a:lnTo>
                  <a:lnTo>
                    <a:pt x="171033" y="193601"/>
                  </a:lnTo>
                  <a:lnTo>
                    <a:pt x="171488" y="194047"/>
                  </a:lnTo>
                  <a:lnTo>
                    <a:pt x="171654" y="194229"/>
                  </a:lnTo>
                  <a:lnTo>
                    <a:pt x="171799" y="194507"/>
                  </a:lnTo>
                  <a:lnTo>
                    <a:pt x="172070" y="194822"/>
                  </a:lnTo>
                  <a:lnTo>
                    <a:pt x="172415" y="194694"/>
                  </a:lnTo>
                  <a:lnTo>
                    <a:pt x="173228" y="193582"/>
                  </a:lnTo>
                  <a:lnTo>
                    <a:pt x="173578" y="193301"/>
                  </a:lnTo>
                  <a:lnTo>
                    <a:pt x="174209" y="193022"/>
                  </a:lnTo>
                  <a:lnTo>
                    <a:pt x="174879" y="192184"/>
                  </a:lnTo>
                  <a:lnTo>
                    <a:pt x="175684" y="191672"/>
                  </a:lnTo>
                  <a:lnTo>
                    <a:pt x="176021" y="191482"/>
                  </a:lnTo>
                  <a:lnTo>
                    <a:pt x="176352" y="191603"/>
                  </a:lnTo>
                  <a:lnTo>
                    <a:pt x="176586" y="191621"/>
                  </a:lnTo>
                  <a:lnTo>
                    <a:pt x="176847" y="191641"/>
                  </a:lnTo>
                  <a:lnTo>
                    <a:pt x="177291" y="191692"/>
                  </a:lnTo>
                  <a:lnTo>
                    <a:pt x="177733" y="191774"/>
                  </a:lnTo>
                  <a:lnTo>
                    <a:pt x="177981" y="191607"/>
                  </a:lnTo>
                  <a:lnTo>
                    <a:pt x="178176" y="191435"/>
                  </a:lnTo>
                  <a:lnTo>
                    <a:pt x="178401" y="191404"/>
                  </a:lnTo>
                  <a:lnTo>
                    <a:pt x="178971" y="191352"/>
                  </a:lnTo>
                  <a:lnTo>
                    <a:pt x="179944" y="190752"/>
                  </a:lnTo>
                  <a:lnTo>
                    <a:pt x="179916" y="189872"/>
                  </a:lnTo>
                  <a:lnTo>
                    <a:pt x="179972" y="189645"/>
                  </a:lnTo>
                  <a:lnTo>
                    <a:pt x="180029" y="189079"/>
                  </a:lnTo>
                  <a:lnTo>
                    <a:pt x="179723" y="188896"/>
                  </a:lnTo>
                  <a:lnTo>
                    <a:pt x="179441" y="188813"/>
                  </a:lnTo>
                  <a:lnTo>
                    <a:pt x="179197" y="188522"/>
                  </a:lnTo>
                  <a:lnTo>
                    <a:pt x="178826" y="188001"/>
                  </a:lnTo>
                  <a:lnTo>
                    <a:pt x="178636" y="187712"/>
                  </a:lnTo>
                  <a:lnTo>
                    <a:pt x="178971" y="187122"/>
                  </a:lnTo>
                  <a:lnTo>
                    <a:pt x="179172" y="186926"/>
                  </a:lnTo>
                  <a:lnTo>
                    <a:pt x="179612" y="186184"/>
                  </a:lnTo>
                  <a:lnTo>
                    <a:pt x="179642" y="185542"/>
                  </a:lnTo>
                  <a:lnTo>
                    <a:pt x="179747" y="185114"/>
                  </a:lnTo>
                  <a:lnTo>
                    <a:pt x="179806" y="184699"/>
                  </a:lnTo>
                  <a:lnTo>
                    <a:pt x="179746" y="184217"/>
                  </a:lnTo>
                  <a:lnTo>
                    <a:pt x="179357" y="183653"/>
                  </a:lnTo>
                  <a:lnTo>
                    <a:pt x="179454" y="182876"/>
                  </a:lnTo>
                  <a:lnTo>
                    <a:pt x="179626" y="182709"/>
                  </a:lnTo>
                  <a:lnTo>
                    <a:pt x="179847" y="182596"/>
                  </a:lnTo>
                  <a:lnTo>
                    <a:pt x="180041" y="182506"/>
                  </a:lnTo>
                  <a:lnTo>
                    <a:pt x="180443" y="182201"/>
                  </a:lnTo>
                  <a:lnTo>
                    <a:pt x="180760" y="182055"/>
                  </a:lnTo>
                  <a:lnTo>
                    <a:pt x="181225" y="182289"/>
                  </a:lnTo>
                  <a:lnTo>
                    <a:pt x="181549" y="182337"/>
                  </a:lnTo>
                  <a:close/>
                </a:path>
              </a:pathLst>
            </a:custGeom>
            <a:solidFill>
              <a:srgbClr val="5F8BC0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6346389" y="1474535"/>
              <a:ext cx="431860" cy="543477"/>
            </a:xfrm>
            <a:custGeom>
              <a:avLst/>
              <a:pathLst>
                <a:path w="431860" h="543477">
                  <a:moveTo>
                    <a:pt x="216513" y="182880"/>
                  </a:moveTo>
                  <a:lnTo>
                    <a:pt x="216602" y="183789"/>
                  </a:lnTo>
                  <a:lnTo>
                    <a:pt x="216896" y="184085"/>
                  </a:lnTo>
                  <a:lnTo>
                    <a:pt x="217027" y="184454"/>
                  </a:lnTo>
                  <a:lnTo>
                    <a:pt x="217058" y="184630"/>
                  </a:lnTo>
                  <a:lnTo>
                    <a:pt x="217096" y="184851"/>
                  </a:lnTo>
                  <a:lnTo>
                    <a:pt x="217099" y="185322"/>
                  </a:lnTo>
                  <a:lnTo>
                    <a:pt x="217074" y="185725"/>
                  </a:lnTo>
                  <a:lnTo>
                    <a:pt x="217041" y="186084"/>
                  </a:lnTo>
                  <a:lnTo>
                    <a:pt x="216985" y="186453"/>
                  </a:lnTo>
                  <a:lnTo>
                    <a:pt x="217261" y="186458"/>
                  </a:lnTo>
                  <a:lnTo>
                    <a:pt x="217668" y="186740"/>
                  </a:lnTo>
                  <a:lnTo>
                    <a:pt x="217941" y="186868"/>
                  </a:lnTo>
                  <a:lnTo>
                    <a:pt x="218177" y="186950"/>
                  </a:lnTo>
                  <a:lnTo>
                    <a:pt x="218738" y="186842"/>
                  </a:lnTo>
                  <a:lnTo>
                    <a:pt x="218952" y="186826"/>
                  </a:lnTo>
                  <a:lnTo>
                    <a:pt x="219133" y="186868"/>
                  </a:lnTo>
                  <a:lnTo>
                    <a:pt x="219699" y="186913"/>
                  </a:lnTo>
                  <a:lnTo>
                    <a:pt x="220145" y="186560"/>
                  </a:lnTo>
                  <a:lnTo>
                    <a:pt x="220474" y="186736"/>
                  </a:lnTo>
                  <a:lnTo>
                    <a:pt x="220698" y="186880"/>
                  </a:lnTo>
                  <a:lnTo>
                    <a:pt x="221197" y="186983"/>
                  </a:lnTo>
                  <a:lnTo>
                    <a:pt x="221569" y="187156"/>
                  </a:lnTo>
                  <a:lnTo>
                    <a:pt x="221776" y="187275"/>
                  </a:lnTo>
                  <a:lnTo>
                    <a:pt x="221946" y="187368"/>
                  </a:lnTo>
                  <a:lnTo>
                    <a:pt x="222547" y="187460"/>
                  </a:lnTo>
                  <a:lnTo>
                    <a:pt x="222672" y="187653"/>
                  </a:lnTo>
                  <a:lnTo>
                    <a:pt x="222837" y="188040"/>
                  </a:lnTo>
                  <a:lnTo>
                    <a:pt x="222817" y="188194"/>
                  </a:lnTo>
                  <a:lnTo>
                    <a:pt x="222784" y="188455"/>
                  </a:lnTo>
                  <a:lnTo>
                    <a:pt x="222797" y="188608"/>
                  </a:lnTo>
                  <a:lnTo>
                    <a:pt x="223062" y="189314"/>
                  </a:lnTo>
                  <a:lnTo>
                    <a:pt x="222737" y="189794"/>
                  </a:lnTo>
                  <a:lnTo>
                    <a:pt x="222740" y="189947"/>
                  </a:lnTo>
                  <a:lnTo>
                    <a:pt x="222742" y="190087"/>
                  </a:lnTo>
                  <a:lnTo>
                    <a:pt x="222796" y="190238"/>
                  </a:lnTo>
                  <a:lnTo>
                    <a:pt x="223028" y="190488"/>
                  </a:lnTo>
                  <a:lnTo>
                    <a:pt x="223468" y="190553"/>
                  </a:lnTo>
                  <a:lnTo>
                    <a:pt x="223898" y="190701"/>
                  </a:lnTo>
                  <a:lnTo>
                    <a:pt x="224047" y="190847"/>
                  </a:lnTo>
                  <a:lnTo>
                    <a:pt x="224494" y="191232"/>
                  </a:lnTo>
                  <a:lnTo>
                    <a:pt x="224677" y="191351"/>
                  </a:lnTo>
                  <a:lnTo>
                    <a:pt x="224933" y="191653"/>
                  </a:lnTo>
                  <a:lnTo>
                    <a:pt x="224621" y="191585"/>
                  </a:lnTo>
                  <a:lnTo>
                    <a:pt x="224163" y="192135"/>
                  </a:lnTo>
                  <a:lnTo>
                    <a:pt x="223959" y="192242"/>
                  </a:lnTo>
                  <a:lnTo>
                    <a:pt x="223627" y="192408"/>
                  </a:lnTo>
                  <a:lnTo>
                    <a:pt x="223482" y="192343"/>
                  </a:lnTo>
                  <a:lnTo>
                    <a:pt x="223018" y="192193"/>
                  </a:lnTo>
                  <a:lnTo>
                    <a:pt x="223004" y="192356"/>
                  </a:lnTo>
                  <a:lnTo>
                    <a:pt x="222939" y="192682"/>
                  </a:lnTo>
                  <a:lnTo>
                    <a:pt x="222908" y="192819"/>
                  </a:lnTo>
                  <a:lnTo>
                    <a:pt x="222739" y="193311"/>
                  </a:lnTo>
                  <a:lnTo>
                    <a:pt x="222685" y="193557"/>
                  </a:lnTo>
                  <a:lnTo>
                    <a:pt x="222939" y="193526"/>
                  </a:lnTo>
                  <a:lnTo>
                    <a:pt x="223247" y="193414"/>
                  </a:lnTo>
                  <a:lnTo>
                    <a:pt x="223395" y="193427"/>
                  </a:lnTo>
                  <a:lnTo>
                    <a:pt x="223744" y="193574"/>
                  </a:lnTo>
                  <a:lnTo>
                    <a:pt x="224164" y="194940"/>
                  </a:lnTo>
                  <a:lnTo>
                    <a:pt x="223686" y="195465"/>
                  </a:lnTo>
                  <a:lnTo>
                    <a:pt x="223483" y="195708"/>
                  </a:lnTo>
                  <a:lnTo>
                    <a:pt x="223412" y="196112"/>
                  </a:lnTo>
                  <a:lnTo>
                    <a:pt x="223191" y="196293"/>
                  </a:lnTo>
                  <a:lnTo>
                    <a:pt x="223063" y="196302"/>
                  </a:lnTo>
                  <a:lnTo>
                    <a:pt x="222790" y="196482"/>
                  </a:lnTo>
                  <a:lnTo>
                    <a:pt x="222677" y="196734"/>
                  </a:lnTo>
                  <a:lnTo>
                    <a:pt x="222612" y="197040"/>
                  </a:lnTo>
                  <a:lnTo>
                    <a:pt x="222630" y="197242"/>
                  </a:lnTo>
                  <a:lnTo>
                    <a:pt x="222752" y="197506"/>
                  </a:lnTo>
                  <a:lnTo>
                    <a:pt x="222827" y="197979"/>
                  </a:lnTo>
                  <a:lnTo>
                    <a:pt x="222976" y="198197"/>
                  </a:lnTo>
                  <a:lnTo>
                    <a:pt x="223284" y="198120"/>
                  </a:lnTo>
                  <a:lnTo>
                    <a:pt x="223650" y="198322"/>
                  </a:lnTo>
                  <a:lnTo>
                    <a:pt x="224028" y="198083"/>
                  </a:lnTo>
                  <a:lnTo>
                    <a:pt x="224164" y="198079"/>
                  </a:lnTo>
                  <a:lnTo>
                    <a:pt x="224561" y="198172"/>
                  </a:lnTo>
                  <a:lnTo>
                    <a:pt x="224654" y="198454"/>
                  </a:lnTo>
                  <a:lnTo>
                    <a:pt x="224777" y="198599"/>
                  </a:lnTo>
                  <a:lnTo>
                    <a:pt x="224908" y="198757"/>
                  </a:lnTo>
                  <a:lnTo>
                    <a:pt x="225084" y="199066"/>
                  </a:lnTo>
                  <a:lnTo>
                    <a:pt x="225209" y="199346"/>
                  </a:lnTo>
                  <a:lnTo>
                    <a:pt x="225091" y="199713"/>
                  </a:lnTo>
                  <a:lnTo>
                    <a:pt x="224907" y="199926"/>
                  </a:lnTo>
                  <a:lnTo>
                    <a:pt x="224763" y="200212"/>
                  </a:lnTo>
                  <a:lnTo>
                    <a:pt x="224570" y="200633"/>
                  </a:lnTo>
                  <a:lnTo>
                    <a:pt x="224407" y="201257"/>
                  </a:lnTo>
                  <a:lnTo>
                    <a:pt x="224428" y="201594"/>
                  </a:lnTo>
                  <a:lnTo>
                    <a:pt x="224295" y="201933"/>
                  </a:lnTo>
                  <a:lnTo>
                    <a:pt x="224042" y="202577"/>
                  </a:lnTo>
                  <a:lnTo>
                    <a:pt x="223917" y="202942"/>
                  </a:lnTo>
                  <a:lnTo>
                    <a:pt x="223903" y="203174"/>
                  </a:lnTo>
                  <a:lnTo>
                    <a:pt x="224415" y="203533"/>
                  </a:lnTo>
                  <a:lnTo>
                    <a:pt x="224739" y="203695"/>
                  </a:lnTo>
                  <a:lnTo>
                    <a:pt x="225003" y="203745"/>
                  </a:lnTo>
                  <a:lnTo>
                    <a:pt x="225196" y="203734"/>
                  </a:lnTo>
                  <a:lnTo>
                    <a:pt x="225691" y="204000"/>
                  </a:lnTo>
                  <a:lnTo>
                    <a:pt x="225947" y="204142"/>
                  </a:lnTo>
                  <a:lnTo>
                    <a:pt x="226556" y="204156"/>
                  </a:lnTo>
                  <a:lnTo>
                    <a:pt x="226853" y="203850"/>
                  </a:lnTo>
                  <a:lnTo>
                    <a:pt x="227326" y="203434"/>
                  </a:lnTo>
                  <a:lnTo>
                    <a:pt x="227547" y="203266"/>
                  </a:lnTo>
                  <a:lnTo>
                    <a:pt x="227705" y="203211"/>
                  </a:lnTo>
                  <a:lnTo>
                    <a:pt x="228106" y="203288"/>
                  </a:lnTo>
                  <a:lnTo>
                    <a:pt x="228503" y="203400"/>
                  </a:lnTo>
                  <a:lnTo>
                    <a:pt x="229013" y="203760"/>
                  </a:lnTo>
                  <a:lnTo>
                    <a:pt x="229078" y="203907"/>
                  </a:lnTo>
                  <a:lnTo>
                    <a:pt x="229100" y="204043"/>
                  </a:lnTo>
                  <a:lnTo>
                    <a:pt x="229067" y="204390"/>
                  </a:lnTo>
                  <a:lnTo>
                    <a:pt x="228854" y="204514"/>
                  </a:lnTo>
                  <a:lnTo>
                    <a:pt x="228944" y="205041"/>
                  </a:lnTo>
                  <a:lnTo>
                    <a:pt x="229134" y="205146"/>
                  </a:lnTo>
                  <a:lnTo>
                    <a:pt x="229566" y="205427"/>
                  </a:lnTo>
                  <a:lnTo>
                    <a:pt x="229807" y="205717"/>
                  </a:lnTo>
                  <a:lnTo>
                    <a:pt x="230130" y="206001"/>
                  </a:lnTo>
                  <a:lnTo>
                    <a:pt x="230631" y="206246"/>
                  </a:lnTo>
                  <a:lnTo>
                    <a:pt x="230987" y="206393"/>
                  </a:lnTo>
                  <a:lnTo>
                    <a:pt x="231225" y="206390"/>
                  </a:lnTo>
                  <a:lnTo>
                    <a:pt x="231547" y="206327"/>
                  </a:lnTo>
                  <a:lnTo>
                    <a:pt x="231766" y="206285"/>
                  </a:lnTo>
                  <a:lnTo>
                    <a:pt x="232082" y="206223"/>
                  </a:lnTo>
                  <a:lnTo>
                    <a:pt x="232726" y="205964"/>
                  </a:lnTo>
                  <a:lnTo>
                    <a:pt x="233274" y="206052"/>
                  </a:lnTo>
                  <a:lnTo>
                    <a:pt x="233966" y="206126"/>
                  </a:lnTo>
                  <a:lnTo>
                    <a:pt x="234212" y="206109"/>
                  </a:lnTo>
                  <a:lnTo>
                    <a:pt x="234372" y="206150"/>
                  </a:lnTo>
                  <a:lnTo>
                    <a:pt x="234804" y="206237"/>
                  </a:lnTo>
                  <a:lnTo>
                    <a:pt x="235068" y="205965"/>
                  </a:lnTo>
                  <a:lnTo>
                    <a:pt x="235135" y="205731"/>
                  </a:lnTo>
                  <a:lnTo>
                    <a:pt x="235060" y="205421"/>
                  </a:lnTo>
                  <a:lnTo>
                    <a:pt x="235081" y="205089"/>
                  </a:lnTo>
                  <a:lnTo>
                    <a:pt x="235147" y="204834"/>
                  </a:lnTo>
                  <a:lnTo>
                    <a:pt x="235480" y="204542"/>
                  </a:lnTo>
                  <a:lnTo>
                    <a:pt x="235892" y="204391"/>
                  </a:lnTo>
                  <a:lnTo>
                    <a:pt x="236016" y="204220"/>
                  </a:lnTo>
                  <a:lnTo>
                    <a:pt x="236150" y="203814"/>
                  </a:lnTo>
                  <a:lnTo>
                    <a:pt x="236639" y="203395"/>
                  </a:lnTo>
                  <a:lnTo>
                    <a:pt x="237045" y="203582"/>
                  </a:lnTo>
                  <a:lnTo>
                    <a:pt x="237185" y="203516"/>
                  </a:lnTo>
                  <a:lnTo>
                    <a:pt x="237530" y="203305"/>
                  </a:lnTo>
                  <a:lnTo>
                    <a:pt x="237726" y="203319"/>
                  </a:lnTo>
                  <a:lnTo>
                    <a:pt x="238165" y="203420"/>
                  </a:lnTo>
                  <a:lnTo>
                    <a:pt x="238316" y="203522"/>
                  </a:lnTo>
                  <a:lnTo>
                    <a:pt x="238576" y="203900"/>
                  </a:lnTo>
                  <a:lnTo>
                    <a:pt x="238572" y="204158"/>
                  </a:lnTo>
                  <a:lnTo>
                    <a:pt x="238531" y="204330"/>
                  </a:lnTo>
                  <a:lnTo>
                    <a:pt x="238521" y="204558"/>
                  </a:lnTo>
                  <a:lnTo>
                    <a:pt x="238743" y="204941"/>
                  </a:lnTo>
                  <a:lnTo>
                    <a:pt x="238697" y="205332"/>
                  </a:lnTo>
                  <a:lnTo>
                    <a:pt x="238710" y="205680"/>
                  </a:lnTo>
                  <a:lnTo>
                    <a:pt x="238951" y="206288"/>
                  </a:lnTo>
                  <a:lnTo>
                    <a:pt x="239199" y="206570"/>
                  </a:lnTo>
                  <a:lnTo>
                    <a:pt x="239166" y="206853"/>
                  </a:lnTo>
                  <a:lnTo>
                    <a:pt x="239078" y="207338"/>
                  </a:lnTo>
                  <a:lnTo>
                    <a:pt x="238993" y="207484"/>
                  </a:lnTo>
                  <a:lnTo>
                    <a:pt x="238864" y="207707"/>
                  </a:lnTo>
                  <a:lnTo>
                    <a:pt x="238427" y="208312"/>
                  </a:lnTo>
                  <a:lnTo>
                    <a:pt x="238377" y="208723"/>
                  </a:lnTo>
                  <a:lnTo>
                    <a:pt x="238222" y="209082"/>
                  </a:lnTo>
                  <a:lnTo>
                    <a:pt x="238526" y="209032"/>
                  </a:lnTo>
                  <a:lnTo>
                    <a:pt x="238943" y="209392"/>
                  </a:lnTo>
                  <a:lnTo>
                    <a:pt x="239400" y="209237"/>
                  </a:lnTo>
                  <a:lnTo>
                    <a:pt x="239487" y="208891"/>
                  </a:lnTo>
                  <a:lnTo>
                    <a:pt x="239607" y="208530"/>
                  </a:lnTo>
                  <a:lnTo>
                    <a:pt x="240131" y="208091"/>
                  </a:lnTo>
                  <a:lnTo>
                    <a:pt x="240655" y="207586"/>
                  </a:lnTo>
                  <a:lnTo>
                    <a:pt x="240897" y="207463"/>
                  </a:lnTo>
                  <a:lnTo>
                    <a:pt x="240934" y="206928"/>
                  </a:lnTo>
                  <a:lnTo>
                    <a:pt x="241194" y="207455"/>
                  </a:lnTo>
                  <a:lnTo>
                    <a:pt x="241657" y="207627"/>
                  </a:lnTo>
                  <a:lnTo>
                    <a:pt x="241973" y="207526"/>
                  </a:lnTo>
                  <a:lnTo>
                    <a:pt x="241951" y="207395"/>
                  </a:lnTo>
                  <a:lnTo>
                    <a:pt x="242004" y="207080"/>
                  </a:lnTo>
                  <a:lnTo>
                    <a:pt x="242211" y="207028"/>
                  </a:lnTo>
                  <a:lnTo>
                    <a:pt x="242328" y="207731"/>
                  </a:lnTo>
                  <a:lnTo>
                    <a:pt x="242546" y="207837"/>
                  </a:lnTo>
                  <a:lnTo>
                    <a:pt x="243060" y="207645"/>
                  </a:lnTo>
                  <a:lnTo>
                    <a:pt x="243241" y="207353"/>
                  </a:lnTo>
                  <a:lnTo>
                    <a:pt x="243490" y="207533"/>
                  </a:lnTo>
                  <a:lnTo>
                    <a:pt x="243786" y="207451"/>
                  </a:lnTo>
                  <a:lnTo>
                    <a:pt x="243435" y="207916"/>
                  </a:lnTo>
                  <a:lnTo>
                    <a:pt x="243357" y="208232"/>
                  </a:lnTo>
                  <a:lnTo>
                    <a:pt x="243773" y="208267"/>
                  </a:lnTo>
                  <a:lnTo>
                    <a:pt x="243697" y="208662"/>
                  </a:lnTo>
                  <a:lnTo>
                    <a:pt x="244277" y="208639"/>
                  </a:lnTo>
                  <a:lnTo>
                    <a:pt x="244617" y="208711"/>
                  </a:lnTo>
                  <a:lnTo>
                    <a:pt x="244680" y="208492"/>
                  </a:lnTo>
                  <a:lnTo>
                    <a:pt x="244964" y="208611"/>
                  </a:lnTo>
                  <a:lnTo>
                    <a:pt x="245524" y="208958"/>
                  </a:lnTo>
                  <a:lnTo>
                    <a:pt x="246065" y="209103"/>
                  </a:lnTo>
                  <a:lnTo>
                    <a:pt x="246385" y="209349"/>
                  </a:lnTo>
                  <a:lnTo>
                    <a:pt x="246803" y="209452"/>
                  </a:lnTo>
                  <a:lnTo>
                    <a:pt x="247130" y="209586"/>
                  </a:lnTo>
                  <a:lnTo>
                    <a:pt x="247362" y="210000"/>
                  </a:lnTo>
                  <a:lnTo>
                    <a:pt x="247888" y="209937"/>
                  </a:lnTo>
                  <a:lnTo>
                    <a:pt x="248319" y="209751"/>
                  </a:lnTo>
                  <a:lnTo>
                    <a:pt x="248580" y="209794"/>
                  </a:lnTo>
                  <a:lnTo>
                    <a:pt x="249049" y="209728"/>
                  </a:lnTo>
                  <a:lnTo>
                    <a:pt x="249099" y="209552"/>
                  </a:lnTo>
                  <a:lnTo>
                    <a:pt x="249316" y="209284"/>
                  </a:lnTo>
                  <a:lnTo>
                    <a:pt x="249462" y="209208"/>
                  </a:lnTo>
                  <a:lnTo>
                    <a:pt x="249812" y="209105"/>
                  </a:lnTo>
                  <a:lnTo>
                    <a:pt x="250307" y="209124"/>
                  </a:lnTo>
                  <a:lnTo>
                    <a:pt x="250608" y="209177"/>
                  </a:lnTo>
                  <a:lnTo>
                    <a:pt x="250831" y="209167"/>
                  </a:lnTo>
                  <a:lnTo>
                    <a:pt x="251078" y="208838"/>
                  </a:lnTo>
                  <a:lnTo>
                    <a:pt x="251597" y="208788"/>
                  </a:lnTo>
                  <a:lnTo>
                    <a:pt x="251937" y="208943"/>
                  </a:lnTo>
                  <a:lnTo>
                    <a:pt x="252230" y="209022"/>
                  </a:lnTo>
                  <a:lnTo>
                    <a:pt x="252765" y="209065"/>
                  </a:lnTo>
                  <a:lnTo>
                    <a:pt x="253396" y="209031"/>
                  </a:lnTo>
                  <a:lnTo>
                    <a:pt x="253642" y="208997"/>
                  </a:lnTo>
                  <a:lnTo>
                    <a:pt x="253905" y="208962"/>
                  </a:lnTo>
                  <a:lnTo>
                    <a:pt x="254068" y="208987"/>
                  </a:lnTo>
                  <a:lnTo>
                    <a:pt x="254272" y="209098"/>
                  </a:lnTo>
                  <a:lnTo>
                    <a:pt x="254606" y="209250"/>
                  </a:lnTo>
                  <a:lnTo>
                    <a:pt x="254903" y="209312"/>
                  </a:lnTo>
                  <a:lnTo>
                    <a:pt x="255350" y="209358"/>
                  </a:lnTo>
                  <a:lnTo>
                    <a:pt x="255546" y="209338"/>
                  </a:lnTo>
                  <a:lnTo>
                    <a:pt x="255892" y="209255"/>
                  </a:lnTo>
                  <a:lnTo>
                    <a:pt x="256073" y="209212"/>
                  </a:lnTo>
                  <a:lnTo>
                    <a:pt x="256210" y="209168"/>
                  </a:lnTo>
                  <a:lnTo>
                    <a:pt x="256620" y="209036"/>
                  </a:lnTo>
                  <a:lnTo>
                    <a:pt x="257166" y="209036"/>
                  </a:lnTo>
                  <a:lnTo>
                    <a:pt x="257534" y="208939"/>
                  </a:lnTo>
                  <a:lnTo>
                    <a:pt x="257811" y="208833"/>
                  </a:lnTo>
                  <a:lnTo>
                    <a:pt x="258100" y="208773"/>
                  </a:lnTo>
                  <a:lnTo>
                    <a:pt x="258534" y="208870"/>
                  </a:lnTo>
                  <a:lnTo>
                    <a:pt x="259035" y="209098"/>
                  </a:lnTo>
                  <a:lnTo>
                    <a:pt x="259335" y="209318"/>
                  </a:lnTo>
                  <a:lnTo>
                    <a:pt x="259538" y="209312"/>
                  </a:lnTo>
                  <a:lnTo>
                    <a:pt x="259903" y="209446"/>
                  </a:lnTo>
                  <a:lnTo>
                    <a:pt x="260283" y="209603"/>
                  </a:lnTo>
                  <a:lnTo>
                    <a:pt x="260617" y="209766"/>
                  </a:lnTo>
                  <a:lnTo>
                    <a:pt x="260746" y="209768"/>
                  </a:lnTo>
                  <a:lnTo>
                    <a:pt x="260902" y="209852"/>
                  </a:lnTo>
                  <a:lnTo>
                    <a:pt x="261099" y="210104"/>
                  </a:lnTo>
                  <a:lnTo>
                    <a:pt x="261270" y="210364"/>
                  </a:lnTo>
                  <a:lnTo>
                    <a:pt x="261785" y="210826"/>
                  </a:lnTo>
                  <a:lnTo>
                    <a:pt x="262171" y="211296"/>
                  </a:lnTo>
                  <a:lnTo>
                    <a:pt x="262469" y="211657"/>
                  </a:lnTo>
                  <a:lnTo>
                    <a:pt x="262817" y="211861"/>
                  </a:lnTo>
                  <a:lnTo>
                    <a:pt x="263168" y="212134"/>
                  </a:lnTo>
                  <a:lnTo>
                    <a:pt x="263422" y="212656"/>
                  </a:lnTo>
                  <a:lnTo>
                    <a:pt x="263408" y="213285"/>
                  </a:lnTo>
                  <a:lnTo>
                    <a:pt x="263571" y="213596"/>
                  </a:lnTo>
                  <a:lnTo>
                    <a:pt x="263302" y="213715"/>
                  </a:lnTo>
                  <a:lnTo>
                    <a:pt x="263150" y="213736"/>
                  </a:lnTo>
                  <a:lnTo>
                    <a:pt x="263056" y="213943"/>
                  </a:lnTo>
                  <a:lnTo>
                    <a:pt x="263083" y="214106"/>
                  </a:lnTo>
                  <a:lnTo>
                    <a:pt x="263087" y="214280"/>
                  </a:lnTo>
                  <a:lnTo>
                    <a:pt x="262830" y="214558"/>
                  </a:lnTo>
                  <a:lnTo>
                    <a:pt x="262686" y="214774"/>
                  </a:lnTo>
                  <a:lnTo>
                    <a:pt x="262622" y="214918"/>
                  </a:lnTo>
                  <a:lnTo>
                    <a:pt x="262817" y="215431"/>
                  </a:lnTo>
                  <a:lnTo>
                    <a:pt x="262807" y="215613"/>
                  </a:lnTo>
                  <a:lnTo>
                    <a:pt x="262800" y="215881"/>
                  </a:lnTo>
                  <a:lnTo>
                    <a:pt x="263096" y="216323"/>
                  </a:lnTo>
                  <a:lnTo>
                    <a:pt x="263420" y="216538"/>
                  </a:lnTo>
                  <a:lnTo>
                    <a:pt x="263324" y="217116"/>
                  </a:lnTo>
                  <a:lnTo>
                    <a:pt x="263512" y="217305"/>
                  </a:lnTo>
                  <a:lnTo>
                    <a:pt x="263578" y="217438"/>
                  </a:lnTo>
                  <a:lnTo>
                    <a:pt x="263633" y="217684"/>
                  </a:lnTo>
                  <a:lnTo>
                    <a:pt x="263580" y="217850"/>
                  </a:lnTo>
                  <a:lnTo>
                    <a:pt x="263568" y="218055"/>
                  </a:lnTo>
                  <a:lnTo>
                    <a:pt x="263615" y="218385"/>
                  </a:lnTo>
                  <a:lnTo>
                    <a:pt x="263852" y="218619"/>
                  </a:lnTo>
                  <a:lnTo>
                    <a:pt x="264163" y="218929"/>
                  </a:lnTo>
                  <a:lnTo>
                    <a:pt x="264873" y="219213"/>
                  </a:lnTo>
                  <a:lnTo>
                    <a:pt x="265010" y="219513"/>
                  </a:lnTo>
                  <a:lnTo>
                    <a:pt x="265083" y="219963"/>
                  </a:lnTo>
                  <a:lnTo>
                    <a:pt x="265041" y="220287"/>
                  </a:lnTo>
                  <a:lnTo>
                    <a:pt x="265032" y="220497"/>
                  </a:lnTo>
                  <a:lnTo>
                    <a:pt x="265233" y="221210"/>
                  </a:lnTo>
                  <a:lnTo>
                    <a:pt x="265746" y="221137"/>
                  </a:lnTo>
                  <a:lnTo>
                    <a:pt x="266085" y="220992"/>
                  </a:lnTo>
                  <a:lnTo>
                    <a:pt x="266464" y="221128"/>
                  </a:lnTo>
                  <a:lnTo>
                    <a:pt x="266614" y="221297"/>
                  </a:lnTo>
                  <a:lnTo>
                    <a:pt x="266896" y="221582"/>
                  </a:lnTo>
                  <a:lnTo>
                    <a:pt x="267092" y="221877"/>
                  </a:lnTo>
                  <a:lnTo>
                    <a:pt x="267312" y="222379"/>
                  </a:lnTo>
                  <a:lnTo>
                    <a:pt x="267631" y="222817"/>
                  </a:lnTo>
                  <a:lnTo>
                    <a:pt x="267647" y="222977"/>
                  </a:lnTo>
                  <a:lnTo>
                    <a:pt x="267651" y="223322"/>
                  </a:lnTo>
                  <a:lnTo>
                    <a:pt x="267844" y="223680"/>
                  </a:lnTo>
                  <a:lnTo>
                    <a:pt x="267945" y="223912"/>
                  </a:lnTo>
                  <a:lnTo>
                    <a:pt x="267940" y="224108"/>
                  </a:lnTo>
                  <a:lnTo>
                    <a:pt x="268137" y="224406"/>
                  </a:lnTo>
                  <a:lnTo>
                    <a:pt x="268305" y="224325"/>
                  </a:lnTo>
                  <a:lnTo>
                    <a:pt x="268454" y="224221"/>
                  </a:lnTo>
                  <a:lnTo>
                    <a:pt x="268890" y="224125"/>
                  </a:lnTo>
                  <a:lnTo>
                    <a:pt x="269054" y="224340"/>
                  </a:lnTo>
                  <a:lnTo>
                    <a:pt x="269451" y="224453"/>
                  </a:lnTo>
                  <a:lnTo>
                    <a:pt x="269885" y="224214"/>
                  </a:lnTo>
                  <a:lnTo>
                    <a:pt x="269938" y="224086"/>
                  </a:lnTo>
                  <a:lnTo>
                    <a:pt x="270422" y="223736"/>
                  </a:lnTo>
                  <a:lnTo>
                    <a:pt x="271077" y="223624"/>
                  </a:lnTo>
                  <a:lnTo>
                    <a:pt x="271813" y="223995"/>
                  </a:lnTo>
                  <a:lnTo>
                    <a:pt x="272049" y="224140"/>
                  </a:lnTo>
                  <a:lnTo>
                    <a:pt x="272284" y="224112"/>
                  </a:lnTo>
                  <a:lnTo>
                    <a:pt x="272682" y="224546"/>
                  </a:lnTo>
                  <a:lnTo>
                    <a:pt x="272894" y="224538"/>
                  </a:lnTo>
                  <a:lnTo>
                    <a:pt x="273054" y="224516"/>
                  </a:lnTo>
                  <a:lnTo>
                    <a:pt x="273441" y="224783"/>
                  </a:lnTo>
                  <a:lnTo>
                    <a:pt x="273154" y="224728"/>
                  </a:lnTo>
                  <a:lnTo>
                    <a:pt x="272893" y="224772"/>
                  </a:lnTo>
                  <a:lnTo>
                    <a:pt x="272149" y="225103"/>
                  </a:lnTo>
                  <a:lnTo>
                    <a:pt x="271817" y="225289"/>
                  </a:lnTo>
                  <a:lnTo>
                    <a:pt x="271959" y="225617"/>
                  </a:lnTo>
                  <a:lnTo>
                    <a:pt x="271939" y="225752"/>
                  </a:lnTo>
                  <a:lnTo>
                    <a:pt x="271906" y="225961"/>
                  </a:lnTo>
                  <a:lnTo>
                    <a:pt x="271738" y="225879"/>
                  </a:lnTo>
                  <a:lnTo>
                    <a:pt x="271458" y="225756"/>
                  </a:lnTo>
                  <a:lnTo>
                    <a:pt x="270853" y="225687"/>
                  </a:lnTo>
                  <a:lnTo>
                    <a:pt x="270411" y="225686"/>
                  </a:lnTo>
                  <a:lnTo>
                    <a:pt x="270281" y="225689"/>
                  </a:lnTo>
                  <a:lnTo>
                    <a:pt x="269830" y="225434"/>
                  </a:lnTo>
                  <a:lnTo>
                    <a:pt x="269673" y="225239"/>
                  </a:lnTo>
                  <a:lnTo>
                    <a:pt x="269344" y="225052"/>
                  </a:lnTo>
                  <a:lnTo>
                    <a:pt x="268933" y="225267"/>
                  </a:lnTo>
                  <a:lnTo>
                    <a:pt x="268766" y="225383"/>
                  </a:lnTo>
                  <a:lnTo>
                    <a:pt x="268304" y="225635"/>
                  </a:lnTo>
                  <a:lnTo>
                    <a:pt x="268566" y="226073"/>
                  </a:lnTo>
                  <a:lnTo>
                    <a:pt x="268803" y="226444"/>
                  </a:lnTo>
                  <a:lnTo>
                    <a:pt x="268912" y="226603"/>
                  </a:lnTo>
                  <a:lnTo>
                    <a:pt x="268983" y="226815"/>
                  </a:lnTo>
                  <a:lnTo>
                    <a:pt x="269117" y="227527"/>
                  </a:lnTo>
                  <a:lnTo>
                    <a:pt x="269219" y="227729"/>
                  </a:lnTo>
                  <a:lnTo>
                    <a:pt x="269293" y="228149"/>
                  </a:lnTo>
                  <a:lnTo>
                    <a:pt x="269299" y="228534"/>
                  </a:lnTo>
                  <a:lnTo>
                    <a:pt x="269198" y="228816"/>
                  </a:lnTo>
                  <a:lnTo>
                    <a:pt x="269118" y="228977"/>
                  </a:lnTo>
                  <a:lnTo>
                    <a:pt x="269160" y="229149"/>
                  </a:lnTo>
                  <a:lnTo>
                    <a:pt x="269543" y="229730"/>
                  </a:lnTo>
                  <a:lnTo>
                    <a:pt x="269582" y="229859"/>
                  </a:lnTo>
                  <a:lnTo>
                    <a:pt x="269650" y="230073"/>
                  </a:lnTo>
                  <a:lnTo>
                    <a:pt x="269926" y="230448"/>
                  </a:lnTo>
                  <a:lnTo>
                    <a:pt x="270038" y="230673"/>
                  </a:lnTo>
                  <a:lnTo>
                    <a:pt x="270185" y="231292"/>
                  </a:lnTo>
                  <a:lnTo>
                    <a:pt x="270196" y="231595"/>
                  </a:lnTo>
                  <a:lnTo>
                    <a:pt x="270296" y="231927"/>
                  </a:lnTo>
                  <a:lnTo>
                    <a:pt x="270429" y="232164"/>
                  </a:lnTo>
                  <a:lnTo>
                    <a:pt x="270449" y="232573"/>
                  </a:lnTo>
                  <a:lnTo>
                    <a:pt x="270641" y="232817"/>
                  </a:lnTo>
                  <a:lnTo>
                    <a:pt x="270818" y="233113"/>
                  </a:lnTo>
                  <a:lnTo>
                    <a:pt x="270917" y="233356"/>
                  </a:lnTo>
                  <a:lnTo>
                    <a:pt x="270938" y="233537"/>
                  </a:lnTo>
                  <a:lnTo>
                    <a:pt x="271368" y="234194"/>
                  </a:lnTo>
                  <a:lnTo>
                    <a:pt x="271219" y="234253"/>
                  </a:lnTo>
                  <a:lnTo>
                    <a:pt x="270840" y="234377"/>
                  </a:lnTo>
                  <a:lnTo>
                    <a:pt x="270492" y="234513"/>
                  </a:lnTo>
                  <a:lnTo>
                    <a:pt x="270324" y="235192"/>
                  </a:lnTo>
                  <a:lnTo>
                    <a:pt x="270602" y="235027"/>
                  </a:lnTo>
                  <a:lnTo>
                    <a:pt x="270738" y="235058"/>
                  </a:lnTo>
                  <a:lnTo>
                    <a:pt x="270491" y="235685"/>
                  </a:lnTo>
                  <a:lnTo>
                    <a:pt x="270420" y="235858"/>
                  </a:lnTo>
                  <a:lnTo>
                    <a:pt x="270231" y="236220"/>
                  </a:lnTo>
                  <a:lnTo>
                    <a:pt x="269967" y="236454"/>
                  </a:lnTo>
                  <a:lnTo>
                    <a:pt x="269746" y="236604"/>
                  </a:lnTo>
                  <a:lnTo>
                    <a:pt x="269654" y="237082"/>
                  </a:lnTo>
                  <a:lnTo>
                    <a:pt x="269804" y="237112"/>
                  </a:lnTo>
                  <a:lnTo>
                    <a:pt x="270103" y="237223"/>
                  </a:lnTo>
                  <a:lnTo>
                    <a:pt x="270352" y="237427"/>
                  </a:lnTo>
                  <a:lnTo>
                    <a:pt x="270859" y="237598"/>
                  </a:lnTo>
                  <a:lnTo>
                    <a:pt x="271111" y="237559"/>
                  </a:lnTo>
                  <a:lnTo>
                    <a:pt x="271330" y="237296"/>
                  </a:lnTo>
                  <a:lnTo>
                    <a:pt x="271490" y="237228"/>
                  </a:lnTo>
                  <a:lnTo>
                    <a:pt x="272024" y="237345"/>
                  </a:lnTo>
                  <a:lnTo>
                    <a:pt x="272199" y="237372"/>
                  </a:lnTo>
                  <a:lnTo>
                    <a:pt x="272503" y="237402"/>
                  </a:lnTo>
                  <a:lnTo>
                    <a:pt x="272728" y="237445"/>
                  </a:lnTo>
                  <a:lnTo>
                    <a:pt x="273019" y="237700"/>
                  </a:lnTo>
                  <a:lnTo>
                    <a:pt x="273010" y="238291"/>
                  </a:lnTo>
                  <a:lnTo>
                    <a:pt x="272729" y="238492"/>
                  </a:lnTo>
                  <a:lnTo>
                    <a:pt x="271870" y="238757"/>
                  </a:lnTo>
                  <a:lnTo>
                    <a:pt x="271432" y="239117"/>
                  </a:lnTo>
                  <a:lnTo>
                    <a:pt x="271372" y="239256"/>
                  </a:lnTo>
                  <a:lnTo>
                    <a:pt x="271251" y="239719"/>
                  </a:lnTo>
                  <a:lnTo>
                    <a:pt x="271195" y="240084"/>
                  </a:lnTo>
                  <a:lnTo>
                    <a:pt x="271257" y="240426"/>
                  </a:lnTo>
                  <a:lnTo>
                    <a:pt x="271146" y="240776"/>
                  </a:lnTo>
                  <a:lnTo>
                    <a:pt x="270886" y="241260"/>
                  </a:lnTo>
                  <a:lnTo>
                    <a:pt x="270508" y="241401"/>
                  </a:lnTo>
                  <a:lnTo>
                    <a:pt x="270219" y="241444"/>
                  </a:lnTo>
                  <a:lnTo>
                    <a:pt x="270036" y="241459"/>
                  </a:lnTo>
                  <a:lnTo>
                    <a:pt x="269706" y="241269"/>
                  </a:lnTo>
                  <a:lnTo>
                    <a:pt x="268686" y="241189"/>
                  </a:lnTo>
                  <a:lnTo>
                    <a:pt x="268341" y="240957"/>
                  </a:lnTo>
                  <a:lnTo>
                    <a:pt x="268062" y="241140"/>
                  </a:lnTo>
                  <a:lnTo>
                    <a:pt x="267672" y="241757"/>
                  </a:lnTo>
                  <a:lnTo>
                    <a:pt x="267631" y="242130"/>
                  </a:lnTo>
                  <a:lnTo>
                    <a:pt x="267477" y="242565"/>
                  </a:lnTo>
                  <a:lnTo>
                    <a:pt x="267500" y="242829"/>
                  </a:lnTo>
                  <a:lnTo>
                    <a:pt x="267285" y="243387"/>
                  </a:lnTo>
                  <a:lnTo>
                    <a:pt x="267530" y="243963"/>
                  </a:lnTo>
                  <a:lnTo>
                    <a:pt x="267631" y="244126"/>
                  </a:lnTo>
                  <a:lnTo>
                    <a:pt x="267874" y="244685"/>
                  </a:lnTo>
                  <a:lnTo>
                    <a:pt x="267827" y="244919"/>
                  </a:lnTo>
                  <a:lnTo>
                    <a:pt x="267940" y="245306"/>
                  </a:lnTo>
                  <a:lnTo>
                    <a:pt x="267942" y="245742"/>
                  </a:lnTo>
                  <a:lnTo>
                    <a:pt x="267945" y="246021"/>
                  </a:lnTo>
                  <a:lnTo>
                    <a:pt x="268242" y="246275"/>
                  </a:lnTo>
                  <a:lnTo>
                    <a:pt x="268807" y="246374"/>
                  </a:lnTo>
                  <a:lnTo>
                    <a:pt x="269476" y="246568"/>
                  </a:lnTo>
                  <a:lnTo>
                    <a:pt x="269963" y="246567"/>
                  </a:lnTo>
                  <a:lnTo>
                    <a:pt x="270397" y="246564"/>
                  </a:lnTo>
                  <a:lnTo>
                    <a:pt x="270593" y="246607"/>
                  </a:lnTo>
                  <a:lnTo>
                    <a:pt x="270789" y="246730"/>
                  </a:lnTo>
                  <a:lnTo>
                    <a:pt x="270988" y="247108"/>
                  </a:lnTo>
                  <a:lnTo>
                    <a:pt x="271028" y="247338"/>
                  </a:lnTo>
                  <a:lnTo>
                    <a:pt x="271279" y="247477"/>
                  </a:lnTo>
                  <a:lnTo>
                    <a:pt x="271488" y="247630"/>
                  </a:lnTo>
                  <a:lnTo>
                    <a:pt x="271604" y="247770"/>
                  </a:lnTo>
                  <a:lnTo>
                    <a:pt x="271792" y="247831"/>
                  </a:lnTo>
                  <a:lnTo>
                    <a:pt x="272134" y="248228"/>
                  </a:lnTo>
                  <a:lnTo>
                    <a:pt x="272525" y="248356"/>
                  </a:lnTo>
                  <a:lnTo>
                    <a:pt x="272813" y="248420"/>
                  </a:lnTo>
                  <a:lnTo>
                    <a:pt x="273080" y="248985"/>
                  </a:lnTo>
                  <a:lnTo>
                    <a:pt x="273337" y="249127"/>
                  </a:lnTo>
                  <a:lnTo>
                    <a:pt x="273892" y="249305"/>
                  </a:lnTo>
                  <a:lnTo>
                    <a:pt x="274239" y="249859"/>
                  </a:lnTo>
                  <a:lnTo>
                    <a:pt x="274538" y="249895"/>
                  </a:lnTo>
                  <a:lnTo>
                    <a:pt x="274895" y="249851"/>
                  </a:lnTo>
                  <a:lnTo>
                    <a:pt x="275123" y="249797"/>
                  </a:lnTo>
                  <a:lnTo>
                    <a:pt x="275576" y="249499"/>
                  </a:lnTo>
                  <a:lnTo>
                    <a:pt x="275747" y="249514"/>
                  </a:lnTo>
                  <a:lnTo>
                    <a:pt x="276047" y="249549"/>
                  </a:lnTo>
                  <a:lnTo>
                    <a:pt x="276361" y="249653"/>
                  </a:lnTo>
                  <a:lnTo>
                    <a:pt x="276457" y="249946"/>
                  </a:lnTo>
                  <a:lnTo>
                    <a:pt x="276586" y="250130"/>
                  </a:lnTo>
                  <a:lnTo>
                    <a:pt x="276762" y="250387"/>
                  </a:lnTo>
                  <a:lnTo>
                    <a:pt x="277206" y="250907"/>
                  </a:lnTo>
                  <a:lnTo>
                    <a:pt x="277498" y="250811"/>
                  </a:lnTo>
                  <a:lnTo>
                    <a:pt x="277986" y="250500"/>
                  </a:lnTo>
                  <a:lnTo>
                    <a:pt x="278471" y="250630"/>
                  </a:lnTo>
                  <a:lnTo>
                    <a:pt x="278659" y="250715"/>
                  </a:lnTo>
                  <a:lnTo>
                    <a:pt x="279111" y="251263"/>
                  </a:lnTo>
                  <a:lnTo>
                    <a:pt x="279135" y="251477"/>
                  </a:lnTo>
                  <a:lnTo>
                    <a:pt x="279208" y="251756"/>
                  </a:lnTo>
                  <a:lnTo>
                    <a:pt x="279531" y="252265"/>
                  </a:lnTo>
                  <a:lnTo>
                    <a:pt x="280201" y="252478"/>
                  </a:lnTo>
                  <a:lnTo>
                    <a:pt x="280404" y="252672"/>
                  </a:lnTo>
                  <a:lnTo>
                    <a:pt x="280587" y="252938"/>
                  </a:lnTo>
                  <a:lnTo>
                    <a:pt x="280835" y="253063"/>
                  </a:lnTo>
                  <a:lnTo>
                    <a:pt x="281545" y="253750"/>
                  </a:lnTo>
                  <a:lnTo>
                    <a:pt x="281655" y="253613"/>
                  </a:lnTo>
                  <a:lnTo>
                    <a:pt x="282018" y="253520"/>
                  </a:lnTo>
                  <a:lnTo>
                    <a:pt x="282280" y="253666"/>
                  </a:lnTo>
                  <a:lnTo>
                    <a:pt x="282563" y="253589"/>
                  </a:lnTo>
                  <a:lnTo>
                    <a:pt x="282839" y="253313"/>
                  </a:lnTo>
                  <a:lnTo>
                    <a:pt x="283577" y="253079"/>
                  </a:lnTo>
                  <a:lnTo>
                    <a:pt x="283853" y="253207"/>
                  </a:lnTo>
                  <a:lnTo>
                    <a:pt x="283865" y="253334"/>
                  </a:lnTo>
                  <a:lnTo>
                    <a:pt x="283994" y="253720"/>
                  </a:lnTo>
                  <a:lnTo>
                    <a:pt x="284242" y="253954"/>
                  </a:lnTo>
                  <a:lnTo>
                    <a:pt x="284476" y="254354"/>
                  </a:lnTo>
                  <a:lnTo>
                    <a:pt x="284824" y="254515"/>
                  </a:lnTo>
                  <a:lnTo>
                    <a:pt x="285113" y="254800"/>
                  </a:lnTo>
                  <a:lnTo>
                    <a:pt x="285410" y="254765"/>
                  </a:lnTo>
                  <a:lnTo>
                    <a:pt x="285514" y="254595"/>
                  </a:lnTo>
                  <a:lnTo>
                    <a:pt x="285936" y="254375"/>
                  </a:lnTo>
                  <a:lnTo>
                    <a:pt x="286444" y="254542"/>
                  </a:lnTo>
                  <a:lnTo>
                    <a:pt x="286695" y="254491"/>
                  </a:lnTo>
                  <a:lnTo>
                    <a:pt x="287424" y="254317"/>
                  </a:lnTo>
                  <a:lnTo>
                    <a:pt x="287784" y="254177"/>
                  </a:lnTo>
                  <a:lnTo>
                    <a:pt x="288046" y="254056"/>
                  </a:lnTo>
                  <a:lnTo>
                    <a:pt x="288369" y="253610"/>
                  </a:lnTo>
                  <a:lnTo>
                    <a:pt x="288599" y="253618"/>
                  </a:lnTo>
                  <a:lnTo>
                    <a:pt x="289229" y="254010"/>
                  </a:lnTo>
                  <a:lnTo>
                    <a:pt x="289613" y="254721"/>
                  </a:lnTo>
                  <a:lnTo>
                    <a:pt x="289839" y="254919"/>
                  </a:lnTo>
                  <a:lnTo>
                    <a:pt x="290088" y="255039"/>
                  </a:lnTo>
                  <a:lnTo>
                    <a:pt x="290294" y="255334"/>
                  </a:lnTo>
                  <a:lnTo>
                    <a:pt x="290345" y="255488"/>
                  </a:lnTo>
                  <a:lnTo>
                    <a:pt x="290409" y="256105"/>
                  </a:lnTo>
                  <a:lnTo>
                    <a:pt x="290779" y="256251"/>
                  </a:lnTo>
                  <a:lnTo>
                    <a:pt x="290948" y="256255"/>
                  </a:lnTo>
                  <a:lnTo>
                    <a:pt x="291077" y="256258"/>
                  </a:lnTo>
                  <a:lnTo>
                    <a:pt x="291606" y="256239"/>
                  </a:lnTo>
                  <a:lnTo>
                    <a:pt x="292494" y="255853"/>
                  </a:lnTo>
                  <a:lnTo>
                    <a:pt x="292673" y="255627"/>
                  </a:lnTo>
                  <a:lnTo>
                    <a:pt x="293265" y="255460"/>
                  </a:lnTo>
                  <a:lnTo>
                    <a:pt x="293403" y="255428"/>
                  </a:lnTo>
                  <a:lnTo>
                    <a:pt x="294108" y="254890"/>
                  </a:lnTo>
                  <a:lnTo>
                    <a:pt x="294356" y="254896"/>
                  </a:lnTo>
                  <a:lnTo>
                    <a:pt x="295068" y="254649"/>
                  </a:lnTo>
                  <a:lnTo>
                    <a:pt x="295518" y="254712"/>
                  </a:lnTo>
                  <a:lnTo>
                    <a:pt x="296361" y="254168"/>
                  </a:lnTo>
                  <a:lnTo>
                    <a:pt x="296737" y="254280"/>
                  </a:lnTo>
                  <a:lnTo>
                    <a:pt x="297028" y="254366"/>
                  </a:lnTo>
                  <a:lnTo>
                    <a:pt x="297213" y="254352"/>
                  </a:lnTo>
                  <a:lnTo>
                    <a:pt x="298064" y="254682"/>
                  </a:lnTo>
                  <a:lnTo>
                    <a:pt x="298354" y="255023"/>
                  </a:lnTo>
                  <a:lnTo>
                    <a:pt x="298842" y="255712"/>
                  </a:lnTo>
                  <a:lnTo>
                    <a:pt x="298910" y="255891"/>
                  </a:lnTo>
                  <a:lnTo>
                    <a:pt x="298957" y="256128"/>
                  </a:lnTo>
                  <a:lnTo>
                    <a:pt x="299320" y="256514"/>
                  </a:lnTo>
                  <a:lnTo>
                    <a:pt x="299500" y="256632"/>
                  </a:lnTo>
                  <a:lnTo>
                    <a:pt x="299798" y="256555"/>
                  </a:lnTo>
                  <a:lnTo>
                    <a:pt x="300532" y="256359"/>
                  </a:lnTo>
                  <a:lnTo>
                    <a:pt x="300875" y="256140"/>
                  </a:lnTo>
                  <a:lnTo>
                    <a:pt x="301365" y="255952"/>
                  </a:lnTo>
                  <a:lnTo>
                    <a:pt x="301909" y="255773"/>
                  </a:lnTo>
                  <a:lnTo>
                    <a:pt x="302302" y="255572"/>
                  </a:lnTo>
                  <a:lnTo>
                    <a:pt x="302398" y="255224"/>
                  </a:lnTo>
                  <a:lnTo>
                    <a:pt x="302600" y="255190"/>
                  </a:lnTo>
                  <a:lnTo>
                    <a:pt x="302728" y="255191"/>
                  </a:lnTo>
                  <a:lnTo>
                    <a:pt x="302873" y="255192"/>
                  </a:lnTo>
                  <a:lnTo>
                    <a:pt x="303007" y="255153"/>
                  </a:lnTo>
                  <a:lnTo>
                    <a:pt x="303303" y="254857"/>
                  </a:lnTo>
                  <a:lnTo>
                    <a:pt x="303500" y="254618"/>
                  </a:lnTo>
                  <a:lnTo>
                    <a:pt x="303467" y="254299"/>
                  </a:lnTo>
                  <a:lnTo>
                    <a:pt x="303462" y="254115"/>
                  </a:lnTo>
                  <a:lnTo>
                    <a:pt x="303518" y="253846"/>
                  </a:lnTo>
                  <a:lnTo>
                    <a:pt x="303684" y="253487"/>
                  </a:lnTo>
                  <a:lnTo>
                    <a:pt x="304041" y="253573"/>
                  </a:lnTo>
                  <a:lnTo>
                    <a:pt x="304617" y="253407"/>
                  </a:lnTo>
                  <a:lnTo>
                    <a:pt x="304926" y="253784"/>
                  </a:lnTo>
                  <a:lnTo>
                    <a:pt x="305325" y="254103"/>
                  </a:lnTo>
                  <a:lnTo>
                    <a:pt x="305642" y="253988"/>
                  </a:lnTo>
                  <a:lnTo>
                    <a:pt x="306084" y="253934"/>
                  </a:lnTo>
                  <a:lnTo>
                    <a:pt x="306261" y="253975"/>
                  </a:lnTo>
                  <a:lnTo>
                    <a:pt x="306390" y="253982"/>
                  </a:lnTo>
                  <a:lnTo>
                    <a:pt x="306712" y="253823"/>
                  </a:lnTo>
                  <a:lnTo>
                    <a:pt x="306841" y="253557"/>
                  </a:lnTo>
                  <a:lnTo>
                    <a:pt x="307083" y="253241"/>
                  </a:lnTo>
                  <a:lnTo>
                    <a:pt x="307822" y="252954"/>
                  </a:lnTo>
                  <a:lnTo>
                    <a:pt x="308331" y="252872"/>
                  </a:lnTo>
                  <a:lnTo>
                    <a:pt x="308623" y="252618"/>
                  </a:lnTo>
                  <a:lnTo>
                    <a:pt x="308731" y="252343"/>
                  </a:lnTo>
                  <a:lnTo>
                    <a:pt x="308901" y="252005"/>
                  </a:lnTo>
                  <a:lnTo>
                    <a:pt x="309470" y="251433"/>
                  </a:lnTo>
                  <a:lnTo>
                    <a:pt x="309763" y="251632"/>
                  </a:lnTo>
                  <a:lnTo>
                    <a:pt x="310268" y="251378"/>
                  </a:lnTo>
                  <a:lnTo>
                    <a:pt x="310647" y="251206"/>
                  </a:lnTo>
                  <a:lnTo>
                    <a:pt x="310879" y="251118"/>
                  </a:lnTo>
                  <a:lnTo>
                    <a:pt x="311088" y="251016"/>
                  </a:lnTo>
                  <a:lnTo>
                    <a:pt x="311769" y="250533"/>
                  </a:lnTo>
                  <a:lnTo>
                    <a:pt x="311929" y="250543"/>
                  </a:lnTo>
                  <a:lnTo>
                    <a:pt x="312674" y="250207"/>
                  </a:lnTo>
                  <a:lnTo>
                    <a:pt x="312680" y="249961"/>
                  </a:lnTo>
                  <a:lnTo>
                    <a:pt x="312855" y="249672"/>
                  </a:lnTo>
                  <a:lnTo>
                    <a:pt x="312830" y="249467"/>
                  </a:lnTo>
                  <a:lnTo>
                    <a:pt x="312812" y="249325"/>
                  </a:lnTo>
                  <a:lnTo>
                    <a:pt x="312512" y="249049"/>
                  </a:lnTo>
                  <a:lnTo>
                    <a:pt x="312308" y="249103"/>
                  </a:lnTo>
                  <a:lnTo>
                    <a:pt x="311709" y="248803"/>
                  </a:lnTo>
                  <a:lnTo>
                    <a:pt x="311525" y="248223"/>
                  </a:lnTo>
                  <a:lnTo>
                    <a:pt x="311458" y="247947"/>
                  </a:lnTo>
                  <a:lnTo>
                    <a:pt x="311296" y="247519"/>
                  </a:lnTo>
                  <a:lnTo>
                    <a:pt x="310944" y="246860"/>
                  </a:lnTo>
                  <a:lnTo>
                    <a:pt x="310675" y="246490"/>
                  </a:lnTo>
                  <a:lnTo>
                    <a:pt x="310445" y="245890"/>
                  </a:lnTo>
                  <a:lnTo>
                    <a:pt x="310403" y="245639"/>
                  </a:lnTo>
                  <a:lnTo>
                    <a:pt x="310312" y="245376"/>
                  </a:lnTo>
                  <a:lnTo>
                    <a:pt x="310548" y="245332"/>
                  </a:lnTo>
                  <a:lnTo>
                    <a:pt x="310518" y="245169"/>
                  </a:lnTo>
                  <a:lnTo>
                    <a:pt x="310384" y="244703"/>
                  </a:lnTo>
                  <a:lnTo>
                    <a:pt x="310157" y="244429"/>
                  </a:lnTo>
                  <a:lnTo>
                    <a:pt x="310147" y="244171"/>
                  </a:lnTo>
                  <a:lnTo>
                    <a:pt x="310705" y="243992"/>
                  </a:lnTo>
                  <a:lnTo>
                    <a:pt x="310929" y="243840"/>
                  </a:lnTo>
                  <a:lnTo>
                    <a:pt x="311045" y="243420"/>
                  </a:lnTo>
                  <a:lnTo>
                    <a:pt x="311027" y="242833"/>
                  </a:lnTo>
                  <a:lnTo>
                    <a:pt x="311040" y="242378"/>
                  </a:lnTo>
                  <a:lnTo>
                    <a:pt x="311592" y="241869"/>
                  </a:lnTo>
                  <a:lnTo>
                    <a:pt x="312024" y="241795"/>
                  </a:lnTo>
                  <a:lnTo>
                    <a:pt x="312198" y="241846"/>
                  </a:lnTo>
                  <a:lnTo>
                    <a:pt x="312472" y="241827"/>
                  </a:lnTo>
                  <a:lnTo>
                    <a:pt x="312682" y="241793"/>
                  </a:lnTo>
                  <a:lnTo>
                    <a:pt x="313097" y="241896"/>
                  </a:lnTo>
                  <a:lnTo>
                    <a:pt x="313950" y="242315"/>
                  </a:lnTo>
                  <a:lnTo>
                    <a:pt x="314336" y="242627"/>
                  </a:lnTo>
                  <a:lnTo>
                    <a:pt x="314465" y="242768"/>
                  </a:lnTo>
                  <a:lnTo>
                    <a:pt x="314267" y="243420"/>
                  </a:lnTo>
                  <a:lnTo>
                    <a:pt x="314180" y="243615"/>
                  </a:lnTo>
                  <a:lnTo>
                    <a:pt x="314149" y="244023"/>
                  </a:lnTo>
                  <a:lnTo>
                    <a:pt x="314196" y="244160"/>
                  </a:lnTo>
                  <a:lnTo>
                    <a:pt x="314478" y="244648"/>
                  </a:lnTo>
                  <a:lnTo>
                    <a:pt x="314731" y="244885"/>
                  </a:lnTo>
                  <a:lnTo>
                    <a:pt x="315002" y="245007"/>
                  </a:lnTo>
                  <a:lnTo>
                    <a:pt x="315395" y="245633"/>
                  </a:lnTo>
                  <a:lnTo>
                    <a:pt x="315411" y="245983"/>
                  </a:lnTo>
                  <a:lnTo>
                    <a:pt x="315607" y="246452"/>
                  </a:lnTo>
                  <a:lnTo>
                    <a:pt x="315764" y="246824"/>
                  </a:lnTo>
                  <a:lnTo>
                    <a:pt x="315580" y="247324"/>
                  </a:lnTo>
                  <a:lnTo>
                    <a:pt x="315615" y="247468"/>
                  </a:lnTo>
                  <a:lnTo>
                    <a:pt x="315698" y="247756"/>
                  </a:lnTo>
                  <a:lnTo>
                    <a:pt x="315863" y="248018"/>
                  </a:lnTo>
                  <a:lnTo>
                    <a:pt x="316231" y="247888"/>
                  </a:lnTo>
                  <a:lnTo>
                    <a:pt x="316661" y="248069"/>
                  </a:lnTo>
                  <a:lnTo>
                    <a:pt x="317019" y="249059"/>
                  </a:lnTo>
                  <a:lnTo>
                    <a:pt x="317046" y="249467"/>
                  </a:lnTo>
                  <a:lnTo>
                    <a:pt x="316884" y="249536"/>
                  </a:lnTo>
                  <a:lnTo>
                    <a:pt x="316621" y="249883"/>
                  </a:lnTo>
                  <a:lnTo>
                    <a:pt x="316655" y="250437"/>
                  </a:lnTo>
                  <a:lnTo>
                    <a:pt x="316737" y="250626"/>
                  </a:lnTo>
                  <a:lnTo>
                    <a:pt x="317124" y="250901"/>
                  </a:lnTo>
                  <a:lnTo>
                    <a:pt x="317504" y="250753"/>
                  </a:lnTo>
                  <a:lnTo>
                    <a:pt x="317870" y="250815"/>
                  </a:lnTo>
                  <a:lnTo>
                    <a:pt x="317934" y="251154"/>
                  </a:lnTo>
                  <a:lnTo>
                    <a:pt x="317969" y="251341"/>
                  </a:lnTo>
                  <a:lnTo>
                    <a:pt x="317984" y="251611"/>
                  </a:lnTo>
                  <a:lnTo>
                    <a:pt x="317977" y="251776"/>
                  </a:lnTo>
                  <a:lnTo>
                    <a:pt x="318321" y="252002"/>
                  </a:lnTo>
                  <a:lnTo>
                    <a:pt x="319084" y="251877"/>
                  </a:lnTo>
                  <a:lnTo>
                    <a:pt x="319548" y="251618"/>
                  </a:lnTo>
                  <a:lnTo>
                    <a:pt x="319716" y="251574"/>
                  </a:lnTo>
                  <a:lnTo>
                    <a:pt x="320115" y="251411"/>
                  </a:lnTo>
                  <a:lnTo>
                    <a:pt x="320261" y="251157"/>
                  </a:lnTo>
                  <a:lnTo>
                    <a:pt x="320617" y="251122"/>
                  </a:lnTo>
                  <a:lnTo>
                    <a:pt x="321250" y="250810"/>
                  </a:lnTo>
                  <a:lnTo>
                    <a:pt x="321469" y="250488"/>
                  </a:lnTo>
                  <a:lnTo>
                    <a:pt x="322218" y="250113"/>
                  </a:lnTo>
                  <a:lnTo>
                    <a:pt x="322341" y="249830"/>
                  </a:lnTo>
                  <a:lnTo>
                    <a:pt x="322537" y="249632"/>
                  </a:lnTo>
                  <a:lnTo>
                    <a:pt x="323124" y="249461"/>
                  </a:lnTo>
                  <a:lnTo>
                    <a:pt x="323622" y="249551"/>
                  </a:lnTo>
                  <a:lnTo>
                    <a:pt x="323803" y="249289"/>
                  </a:lnTo>
                  <a:lnTo>
                    <a:pt x="324043" y="249038"/>
                  </a:lnTo>
                  <a:lnTo>
                    <a:pt x="324282" y="249096"/>
                  </a:lnTo>
                  <a:lnTo>
                    <a:pt x="324973" y="249168"/>
                  </a:lnTo>
                  <a:lnTo>
                    <a:pt x="325154" y="249606"/>
                  </a:lnTo>
                  <a:lnTo>
                    <a:pt x="325369" y="249816"/>
                  </a:lnTo>
                  <a:lnTo>
                    <a:pt x="325551" y="249685"/>
                  </a:lnTo>
                  <a:lnTo>
                    <a:pt x="325986" y="249562"/>
                  </a:lnTo>
                  <a:lnTo>
                    <a:pt x="326395" y="249071"/>
                  </a:lnTo>
                  <a:lnTo>
                    <a:pt x="326440" y="248852"/>
                  </a:lnTo>
                  <a:lnTo>
                    <a:pt x="326922" y="248905"/>
                  </a:lnTo>
                  <a:lnTo>
                    <a:pt x="326825" y="248274"/>
                  </a:lnTo>
                  <a:lnTo>
                    <a:pt x="326746" y="248045"/>
                  </a:lnTo>
                  <a:lnTo>
                    <a:pt x="326959" y="247654"/>
                  </a:lnTo>
                  <a:lnTo>
                    <a:pt x="327078" y="247520"/>
                  </a:lnTo>
                  <a:lnTo>
                    <a:pt x="326968" y="247259"/>
                  </a:lnTo>
                  <a:lnTo>
                    <a:pt x="326872" y="246982"/>
                  </a:lnTo>
                  <a:lnTo>
                    <a:pt x="327066" y="246538"/>
                  </a:lnTo>
                  <a:lnTo>
                    <a:pt x="327293" y="246510"/>
                  </a:lnTo>
                  <a:lnTo>
                    <a:pt x="327674" y="246764"/>
                  </a:lnTo>
                  <a:lnTo>
                    <a:pt x="328314" y="246441"/>
                  </a:lnTo>
                  <a:lnTo>
                    <a:pt x="328840" y="246328"/>
                  </a:lnTo>
                  <a:lnTo>
                    <a:pt x="328978" y="246239"/>
                  </a:lnTo>
                  <a:lnTo>
                    <a:pt x="329538" y="246044"/>
                  </a:lnTo>
                  <a:lnTo>
                    <a:pt x="329874" y="246098"/>
                  </a:lnTo>
                  <a:lnTo>
                    <a:pt x="330290" y="246183"/>
                  </a:lnTo>
                  <a:lnTo>
                    <a:pt x="330826" y="246376"/>
                  </a:lnTo>
                  <a:lnTo>
                    <a:pt x="331225" y="246382"/>
                  </a:lnTo>
                  <a:lnTo>
                    <a:pt x="331522" y="246244"/>
                  </a:lnTo>
                  <a:lnTo>
                    <a:pt x="331725" y="246134"/>
                  </a:lnTo>
                  <a:lnTo>
                    <a:pt x="332081" y="245904"/>
                  </a:lnTo>
                  <a:lnTo>
                    <a:pt x="332198" y="245649"/>
                  </a:lnTo>
                  <a:lnTo>
                    <a:pt x="332404" y="245441"/>
                  </a:lnTo>
                  <a:lnTo>
                    <a:pt x="332643" y="245610"/>
                  </a:lnTo>
                  <a:lnTo>
                    <a:pt x="333141" y="245877"/>
                  </a:lnTo>
                  <a:lnTo>
                    <a:pt x="333282" y="246064"/>
                  </a:lnTo>
                  <a:lnTo>
                    <a:pt x="333797" y="246378"/>
                  </a:lnTo>
                  <a:lnTo>
                    <a:pt x="334202" y="246282"/>
                  </a:lnTo>
                  <a:lnTo>
                    <a:pt x="334243" y="246109"/>
                  </a:lnTo>
                  <a:lnTo>
                    <a:pt x="334361" y="245809"/>
                  </a:lnTo>
                  <a:lnTo>
                    <a:pt x="334557" y="245473"/>
                  </a:lnTo>
                  <a:lnTo>
                    <a:pt x="334600" y="245141"/>
                  </a:lnTo>
                  <a:lnTo>
                    <a:pt x="335214" y="245286"/>
                  </a:lnTo>
                  <a:lnTo>
                    <a:pt x="335447" y="244815"/>
                  </a:lnTo>
                  <a:lnTo>
                    <a:pt x="335591" y="245201"/>
                  </a:lnTo>
                  <a:lnTo>
                    <a:pt x="335726" y="245568"/>
                  </a:lnTo>
                  <a:lnTo>
                    <a:pt x="335820" y="245697"/>
                  </a:lnTo>
                  <a:lnTo>
                    <a:pt x="336076" y="246043"/>
                  </a:lnTo>
                  <a:lnTo>
                    <a:pt x="336481" y="246577"/>
                  </a:lnTo>
                  <a:lnTo>
                    <a:pt x="337085" y="246489"/>
                  </a:lnTo>
                  <a:lnTo>
                    <a:pt x="337266" y="246812"/>
                  </a:lnTo>
                  <a:lnTo>
                    <a:pt x="337289" y="247081"/>
                  </a:lnTo>
                  <a:lnTo>
                    <a:pt x="337410" y="248073"/>
                  </a:lnTo>
                  <a:lnTo>
                    <a:pt x="337099" y="248136"/>
                  </a:lnTo>
                  <a:lnTo>
                    <a:pt x="336915" y="248145"/>
                  </a:lnTo>
                  <a:lnTo>
                    <a:pt x="336400" y="248335"/>
                  </a:lnTo>
                  <a:lnTo>
                    <a:pt x="336223" y="248435"/>
                  </a:lnTo>
                  <a:lnTo>
                    <a:pt x="336135" y="248784"/>
                  </a:lnTo>
                  <a:lnTo>
                    <a:pt x="336261" y="248963"/>
                  </a:lnTo>
                  <a:lnTo>
                    <a:pt x="336513" y="249134"/>
                  </a:lnTo>
                  <a:lnTo>
                    <a:pt x="336501" y="249271"/>
                  </a:lnTo>
                  <a:lnTo>
                    <a:pt x="336522" y="249462"/>
                  </a:lnTo>
                  <a:lnTo>
                    <a:pt x="336677" y="249731"/>
                  </a:lnTo>
                  <a:lnTo>
                    <a:pt x="336960" y="249873"/>
                  </a:lnTo>
                  <a:lnTo>
                    <a:pt x="337093" y="249971"/>
                  </a:lnTo>
                  <a:lnTo>
                    <a:pt x="337430" y="250358"/>
                  </a:lnTo>
                  <a:lnTo>
                    <a:pt x="337565" y="250381"/>
                  </a:lnTo>
                  <a:lnTo>
                    <a:pt x="337959" y="250877"/>
                  </a:lnTo>
                  <a:lnTo>
                    <a:pt x="338137" y="251099"/>
                  </a:lnTo>
                  <a:lnTo>
                    <a:pt x="338940" y="251121"/>
                  </a:lnTo>
                  <a:lnTo>
                    <a:pt x="339145" y="251129"/>
                  </a:lnTo>
                  <a:lnTo>
                    <a:pt x="339338" y="251202"/>
                  </a:lnTo>
                  <a:lnTo>
                    <a:pt x="339480" y="251388"/>
                  </a:lnTo>
                  <a:lnTo>
                    <a:pt x="339705" y="251788"/>
                  </a:lnTo>
                  <a:lnTo>
                    <a:pt x="340545" y="252199"/>
                  </a:lnTo>
                  <a:lnTo>
                    <a:pt x="340802" y="252290"/>
                  </a:lnTo>
                  <a:lnTo>
                    <a:pt x="340936" y="252254"/>
                  </a:lnTo>
                  <a:lnTo>
                    <a:pt x="341306" y="252241"/>
                  </a:lnTo>
                  <a:lnTo>
                    <a:pt x="341870" y="252084"/>
                  </a:lnTo>
                  <a:lnTo>
                    <a:pt x="342253" y="252314"/>
                  </a:lnTo>
                  <a:lnTo>
                    <a:pt x="342653" y="252331"/>
                  </a:lnTo>
                  <a:lnTo>
                    <a:pt x="343055" y="252348"/>
                  </a:lnTo>
                  <a:lnTo>
                    <a:pt x="343450" y="252177"/>
                  </a:lnTo>
                  <a:lnTo>
                    <a:pt x="343763" y="252309"/>
                  </a:lnTo>
                  <a:lnTo>
                    <a:pt x="344013" y="252833"/>
                  </a:lnTo>
                  <a:lnTo>
                    <a:pt x="344120" y="253211"/>
                  </a:lnTo>
                  <a:lnTo>
                    <a:pt x="344314" y="253284"/>
                  </a:lnTo>
                  <a:lnTo>
                    <a:pt x="345023" y="253151"/>
                  </a:lnTo>
                  <a:lnTo>
                    <a:pt x="345218" y="252931"/>
                  </a:lnTo>
                  <a:lnTo>
                    <a:pt x="345443" y="253020"/>
                  </a:lnTo>
                  <a:lnTo>
                    <a:pt x="345607" y="253129"/>
                  </a:lnTo>
                  <a:lnTo>
                    <a:pt x="346104" y="253215"/>
                  </a:lnTo>
                  <a:lnTo>
                    <a:pt x="346417" y="253164"/>
                  </a:lnTo>
                  <a:lnTo>
                    <a:pt x="346823" y="253136"/>
                  </a:lnTo>
                  <a:lnTo>
                    <a:pt x="347174" y="253251"/>
                  </a:lnTo>
                  <a:lnTo>
                    <a:pt x="347376" y="253381"/>
                  </a:lnTo>
                  <a:lnTo>
                    <a:pt x="347889" y="253727"/>
                  </a:lnTo>
                  <a:lnTo>
                    <a:pt x="348018" y="253914"/>
                  </a:lnTo>
                  <a:lnTo>
                    <a:pt x="348360" y="254279"/>
                  </a:lnTo>
                  <a:lnTo>
                    <a:pt x="348575" y="254358"/>
                  </a:lnTo>
                  <a:lnTo>
                    <a:pt x="348551" y="254530"/>
                  </a:lnTo>
                  <a:lnTo>
                    <a:pt x="348502" y="254774"/>
                  </a:lnTo>
                  <a:lnTo>
                    <a:pt x="349057" y="255506"/>
                  </a:lnTo>
                  <a:lnTo>
                    <a:pt x="349409" y="255537"/>
                  </a:lnTo>
                  <a:lnTo>
                    <a:pt x="349586" y="255562"/>
                  </a:lnTo>
                  <a:lnTo>
                    <a:pt x="349829" y="255625"/>
                  </a:lnTo>
                  <a:lnTo>
                    <a:pt x="350024" y="255624"/>
                  </a:lnTo>
                  <a:lnTo>
                    <a:pt x="350151" y="255541"/>
                  </a:lnTo>
                  <a:lnTo>
                    <a:pt x="350441" y="255310"/>
                  </a:lnTo>
                  <a:lnTo>
                    <a:pt x="350959" y="254840"/>
                  </a:lnTo>
                  <a:lnTo>
                    <a:pt x="351167" y="254442"/>
                  </a:lnTo>
                  <a:lnTo>
                    <a:pt x="351220" y="254272"/>
                  </a:lnTo>
                  <a:lnTo>
                    <a:pt x="351813" y="254132"/>
                  </a:lnTo>
                  <a:lnTo>
                    <a:pt x="352101" y="254183"/>
                  </a:lnTo>
                  <a:lnTo>
                    <a:pt x="352427" y="254195"/>
                  </a:lnTo>
                  <a:lnTo>
                    <a:pt x="352702" y="254206"/>
                  </a:lnTo>
                  <a:lnTo>
                    <a:pt x="353031" y="253945"/>
                  </a:lnTo>
                  <a:lnTo>
                    <a:pt x="353191" y="253661"/>
                  </a:lnTo>
                  <a:lnTo>
                    <a:pt x="353653" y="253469"/>
                  </a:lnTo>
                  <a:lnTo>
                    <a:pt x="353964" y="253379"/>
                  </a:lnTo>
                  <a:lnTo>
                    <a:pt x="354353" y="253286"/>
                  </a:lnTo>
                  <a:lnTo>
                    <a:pt x="355070" y="253071"/>
                  </a:lnTo>
                  <a:lnTo>
                    <a:pt x="355127" y="253248"/>
                  </a:lnTo>
                  <a:lnTo>
                    <a:pt x="355477" y="253211"/>
                  </a:lnTo>
                  <a:lnTo>
                    <a:pt x="356051" y="252798"/>
                  </a:lnTo>
                  <a:lnTo>
                    <a:pt x="356533" y="252501"/>
                  </a:lnTo>
                  <a:lnTo>
                    <a:pt x="356921" y="252638"/>
                  </a:lnTo>
                  <a:lnTo>
                    <a:pt x="357444" y="252755"/>
                  </a:lnTo>
                  <a:lnTo>
                    <a:pt x="358023" y="252803"/>
                  </a:lnTo>
                  <a:lnTo>
                    <a:pt x="358250" y="252667"/>
                  </a:lnTo>
                  <a:lnTo>
                    <a:pt x="358429" y="252544"/>
                  </a:lnTo>
                  <a:lnTo>
                    <a:pt x="358880" y="252562"/>
                  </a:lnTo>
                  <a:lnTo>
                    <a:pt x="359306" y="252473"/>
                  </a:lnTo>
                  <a:lnTo>
                    <a:pt x="359704" y="252170"/>
                  </a:lnTo>
                  <a:lnTo>
                    <a:pt x="359857" y="251854"/>
                  </a:lnTo>
                  <a:lnTo>
                    <a:pt x="360133" y="251636"/>
                  </a:lnTo>
                  <a:lnTo>
                    <a:pt x="360350" y="251576"/>
                  </a:lnTo>
                  <a:lnTo>
                    <a:pt x="360523" y="251481"/>
                  </a:lnTo>
                  <a:lnTo>
                    <a:pt x="361118" y="250933"/>
                  </a:lnTo>
                  <a:lnTo>
                    <a:pt x="361570" y="250679"/>
                  </a:lnTo>
                  <a:lnTo>
                    <a:pt x="361797" y="250502"/>
                  </a:lnTo>
                  <a:lnTo>
                    <a:pt x="362148" y="250367"/>
                  </a:lnTo>
                  <a:lnTo>
                    <a:pt x="362406" y="250423"/>
                  </a:lnTo>
                  <a:lnTo>
                    <a:pt x="362562" y="250456"/>
                  </a:lnTo>
                  <a:lnTo>
                    <a:pt x="362707" y="250460"/>
                  </a:lnTo>
                  <a:lnTo>
                    <a:pt x="362879" y="250454"/>
                  </a:lnTo>
                  <a:lnTo>
                    <a:pt x="363295" y="250422"/>
                  </a:lnTo>
                  <a:lnTo>
                    <a:pt x="363433" y="250399"/>
                  </a:lnTo>
                  <a:lnTo>
                    <a:pt x="363967" y="250536"/>
                  </a:lnTo>
                  <a:lnTo>
                    <a:pt x="363864" y="251023"/>
                  </a:lnTo>
                  <a:lnTo>
                    <a:pt x="363891" y="251321"/>
                  </a:lnTo>
                  <a:lnTo>
                    <a:pt x="363823" y="251591"/>
                  </a:lnTo>
                  <a:lnTo>
                    <a:pt x="364210" y="251971"/>
                  </a:lnTo>
                  <a:lnTo>
                    <a:pt x="364295" y="251671"/>
                  </a:lnTo>
                  <a:lnTo>
                    <a:pt x="364389" y="251513"/>
                  </a:lnTo>
                  <a:lnTo>
                    <a:pt x="364775" y="251488"/>
                  </a:lnTo>
                  <a:lnTo>
                    <a:pt x="365565" y="251772"/>
                  </a:lnTo>
                  <a:lnTo>
                    <a:pt x="366503" y="251023"/>
                  </a:lnTo>
                  <a:lnTo>
                    <a:pt x="366848" y="250952"/>
                  </a:lnTo>
                  <a:lnTo>
                    <a:pt x="367118" y="250896"/>
                  </a:lnTo>
                  <a:lnTo>
                    <a:pt x="367347" y="250894"/>
                  </a:lnTo>
                  <a:lnTo>
                    <a:pt x="368017" y="251138"/>
                  </a:lnTo>
                  <a:lnTo>
                    <a:pt x="368150" y="251030"/>
                  </a:lnTo>
                  <a:lnTo>
                    <a:pt x="368395" y="250957"/>
                  </a:lnTo>
                  <a:lnTo>
                    <a:pt x="368644" y="251467"/>
                  </a:lnTo>
                  <a:lnTo>
                    <a:pt x="369112" y="251846"/>
                  </a:lnTo>
                  <a:lnTo>
                    <a:pt x="369867" y="251634"/>
                  </a:lnTo>
                  <a:lnTo>
                    <a:pt x="370232" y="251371"/>
                  </a:lnTo>
                  <a:lnTo>
                    <a:pt x="370399" y="251269"/>
                  </a:lnTo>
                  <a:lnTo>
                    <a:pt x="370947" y="251300"/>
                  </a:lnTo>
                  <a:lnTo>
                    <a:pt x="371125" y="251345"/>
                  </a:lnTo>
                  <a:lnTo>
                    <a:pt x="371318" y="251408"/>
                  </a:lnTo>
                  <a:lnTo>
                    <a:pt x="371468" y="251458"/>
                  </a:lnTo>
                  <a:lnTo>
                    <a:pt x="371917" y="251404"/>
                  </a:lnTo>
                  <a:lnTo>
                    <a:pt x="372354" y="251121"/>
                  </a:lnTo>
                  <a:lnTo>
                    <a:pt x="372625" y="250745"/>
                  </a:lnTo>
                  <a:lnTo>
                    <a:pt x="373239" y="251190"/>
                  </a:lnTo>
                  <a:lnTo>
                    <a:pt x="373534" y="251574"/>
                  </a:lnTo>
                  <a:lnTo>
                    <a:pt x="373742" y="251575"/>
                  </a:lnTo>
                  <a:lnTo>
                    <a:pt x="373899" y="251495"/>
                  </a:lnTo>
                  <a:lnTo>
                    <a:pt x="374282" y="251337"/>
                  </a:lnTo>
                  <a:lnTo>
                    <a:pt x="374878" y="251688"/>
                  </a:lnTo>
                  <a:lnTo>
                    <a:pt x="374898" y="251867"/>
                  </a:lnTo>
                  <a:lnTo>
                    <a:pt x="374642" y="252309"/>
                  </a:lnTo>
                  <a:lnTo>
                    <a:pt x="374581" y="252769"/>
                  </a:lnTo>
                  <a:lnTo>
                    <a:pt x="374706" y="253036"/>
                  </a:lnTo>
                  <a:lnTo>
                    <a:pt x="374855" y="253247"/>
                  </a:lnTo>
                  <a:lnTo>
                    <a:pt x="375227" y="253402"/>
                  </a:lnTo>
                  <a:lnTo>
                    <a:pt x="375916" y="253545"/>
                  </a:lnTo>
                  <a:lnTo>
                    <a:pt x="376066" y="254101"/>
                  </a:lnTo>
                  <a:lnTo>
                    <a:pt x="375978" y="254377"/>
                  </a:lnTo>
                  <a:lnTo>
                    <a:pt x="375745" y="254781"/>
                  </a:lnTo>
                  <a:lnTo>
                    <a:pt x="375745" y="255104"/>
                  </a:lnTo>
                  <a:lnTo>
                    <a:pt x="376065" y="255652"/>
                  </a:lnTo>
                  <a:lnTo>
                    <a:pt x="376155" y="256321"/>
                  </a:lnTo>
                  <a:lnTo>
                    <a:pt x="376150" y="256973"/>
                  </a:lnTo>
                  <a:lnTo>
                    <a:pt x="376076" y="257106"/>
                  </a:lnTo>
                  <a:lnTo>
                    <a:pt x="375946" y="257385"/>
                  </a:lnTo>
                  <a:lnTo>
                    <a:pt x="375700" y="257948"/>
                  </a:lnTo>
                  <a:lnTo>
                    <a:pt x="375719" y="258495"/>
                  </a:lnTo>
                  <a:lnTo>
                    <a:pt x="375634" y="258657"/>
                  </a:lnTo>
                  <a:lnTo>
                    <a:pt x="375526" y="258864"/>
                  </a:lnTo>
                  <a:lnTo>
                    <a:pt x="375210" y="259068"/>
                  </a:lnTo>
                  <a:lnTo>
                    <a:pt x="374992" y="259378"/>
                  </a:lnTo>
                  <a:lnTo>
                    <a:pt x="375602" y="259604"/>
                  </a:lnTo>
                  <a:lnTo>
                    <a:pt x="375811" y="259777"/>
                  </a:lnTo>
                  <a:lnTo>
                    <a:pt x="376223" y="260044"/>
                  </a:lnTo>
                  <a:lnTo>
                    <a:pt x="376426" y="260080"/>
                  </a:lnTo>
                  <a:lnTo>
                    <a:pt x="376643" y="260129"/>
                  </a:lnTo>
                  <a:lnTo>
                    <a:pt x="376614" y="260474"/>
                  </a:lnTo>
                  <a:lnTo>
                    <a:pt x="376645" y="260757"/>
                  </a:lnTo>
                  <a:lnTo>
                    <a:pt x="377055" y="261129"/>
                  </a:lnTo>
                  <a:lnTo>
                    <a:pt x="377068" y="261535"/>
                  </a:lnTo>
                  <a:lnTo>
                    <a:pt x="377378" y="261665"/>
                  </a:lnTo>
                  <a:lnTo>
                    <a:pt x="377692" y="261650"/>
                  </a:lnTo>
                  <a:lnTo>
                    <a:pt x="378120" y="261701"/>
                  </a:lnTo>
                  <a:lnTo>
                    <a:pt x="378339" y="261774"/>
                  </a:lnTo>
                  <a:lnTo>
                    <a:pt x="378559" y="261852"/>
                  </a:lnTo>
                  <a:lnTo>
                    <a:pt x="378732" y="261691"/>
                  </a:lnTo>
                  <a:lnTo>
                    <a:pt x="379171" y="261821"/>
                  </a:lnTo>
                  <a:lnTo>
                    <a:pt x="379407" y="262078"/>
                  </a:lnTo>
                  <a:lnTo>
                    <a:pt x="379591" y="262106"/>
                  </a:lnTo>
                  <a:lnTo>
                    <a:pt x="379800" y="262197"/>
                  </a:lnTo>
                  <a:lnTo>
                    <a:pt x="380078" y="262512"/>
                  </a:lnTo>
                  <a:lnTo>
                    <a:pt x="379950" y="262960"/>
                  </a:lnTo>
                  <a:lnTo>
                    <a:pt x="380181" y="263461"/>
                  </a:lnTo>
                  <a:lnTo>
                    <a:pt x="380345" y="263588"/>
                  </a:lnTo>
                  <a:lnTo>
                    <a:pt x="380608" y="263700"/>
                  </a:lnTo>
                  <a:lnTo>
                    <a:pt x="380933" y="263838"/>
                  </a:lnTo>
                  <a:lnTo>
                    <a:pt x="381107" y="263903"/>
                  </a:lnTo>
                  <a:lnTo>
                    <a:pt x="381253" y="263970"/>
                  </a:lnTo>
                  <a:lnTo>
                    <a:pt x="381417" y="264080"/>
                  </a:lnTo>
                  <a:lnTo>
                    <a:pt x="381567" y="264424"/>
                  </a:lnTo>
                  <a:lnTo>
                    <a:pt x="381947" y="264558"/>
                  </a:lnTo>
                  <a:lnTo>
                    <a:pt x="382253" y="264831"/>
                  </a:lnTo>
                  <a:lnTo>
                    <a:pt x="382556" y="264987"/>
                  </a:lnTo>
                  <a:lnTo>
                    <a:pt x="382865" y="264786"/>
                  </a:lnTo>
                  <a:lnTo>
                    <a:pt x="382709" y="264542"/>
                  </a:lnTo>
                  <a:lnTo>
                    <a:pt x="382731" y="264138"/>
                  </a:lnTo>
                  <a:lnTo>
                    <a:pt x="383072" y="264150"/>
                  </a:lnTo>
                  <a:lnTo>
                    <a:pt x="383233" y="263483"/>
                  </a:lnTo>
                  <a:lnTo>
                    <a:pt x="383217" y="263344"/>
                  </a:lnTo>
                  <a:lnTo>
                    <a:pt x="383338" y="262917"/>
                  </a:lnTo>
                  <a:lnTo>
                    <a:pt x="383139" y="262600"/>
                  </a:lnTo>
                  <a:lnTo>
                    <a:pt x="383131" y="262347"/>
                  </a:lnTo>
                  <a:lnTo>
                    <a:pt x="383565" y="262111"/>
                  </a:lnTo>
                  <a:lnTo>
                    <a:pt x="383670" y="261938"/>
                  </a:lnTo>
                  <a:lnTo>
                    <a:pt x="383780" y="261541"/>
                  </a:lnTo>
                  <a:lnTo>
                    <a:pt x="384001" y="261127"/>
                  </a:lnTo>
                  <a:lnTo>
                    <a:pt x="384358" y="260827"/>
                  </a:lnTo>
                  <a:lnTo>
                    <a:pt x="384704" y="260675"/>
                  </a:lnTo>
                  <a:lnTo>
                    <a:pt x="385272" y="260470"/>
                  </a:lnTo>
                  <a:lnTo>
                    <a:pt x="385773" y="260177"/>
                  </a:lnTo>
                  <a:lnTo>
                    <a:pt x="386023" y="259941"/>
                  </a:lnTo>
                  <a:lnTo>
                    <a:pt x="386206" y="259817"/>
                  </a:lnTo>
                  <a:lnTo>
                    <a:pt x="386458" y="259561"/>
                  </a:lnTo>
                  <a:lnTo>
                    <a:pt x="386579" y="259348"/>
                  </a:lnTo>
                  <a:lnTo>
                    <a:pt x="386611" y="259027"/>
                  </a:lnTo>
                  <a:lnTo>
                    <a:pt x="386841" y="258717"/>
                  </a:lnTo>
                  <a:lnTo>
                    <a:pt x="387504" y="258988"/>
                  </a:lnTo>
                  <a:lnTo>
                    <a:pt x="387768" y="259029"/>
                  </a:lnTo>
                  <a:lnTo>
                    <a:pt x="387975" y="259028"/>
                  </a:lnTo>
                  <a:lnTo>
                    <a:pt x="388538" y="259123"/>
                  </a:lnTo>
                  <a:lnTo>
                    <a:pt x="388903" y="259165"/>
                  </a:lnTo>
                  <a:lnTo>
                    <a:pt x="389064" y="259277"/>
                  </a:lnTo>
                  <a:lnTo>
                    <a:pt x="389128" y="259610"/>
                  </a:lnTo>
                  <a:lnTo>
                    <a:pt x="389139" y="259878"/>
                  </a:lnTo>
                  <a:lnTo>
                    <a:pt x="389146" y="260056"/>
                  </a:lnTo>
                  <a:lnTo>
                    <a:pt x="389066" y="260279"/>
                  </a:lnTo>
                  <a:lnTo>
                    <a:pt x="388870" y="260747"/>
                  </a:lnTo>
                  <a:lnTo>
                    <a:pt x="388959" y="260901"/>
                  </a:lnTo>
                  <a:lnTo>
                    <a:pt x="389021" y="261160"/>
                  </a:lnTo>
                  <a:lnTo>
                    <a:pt x="389004" y="261313"/>
                  </a:lnTo>
                  <a:lnTo>
                    <a:pt x="388983" y="261504"/>
                  </a:lnTo>
                  <a:lnTo>
                    <a:pt x="388998" y="261718"/>
                  </a:lnTo>
                  <a:lnTo>
                    <a:pt x="389390" y="262305"/>
                  </a:lnTo>
                  <a:lnTo>
                    <a:pt x="389632" y="262358"/>
                  </a:lnTo>
                  <a:lnTo>
                    <a:pt x="389967" y="262581"/>
                  </a:lnTo>
                  <a:lnTo>
                    <a:pt x="390061" y="262779"/>
                  </a:lnTo>
                  <a:lnTo>
                    <a:pt x="390081" y="262931"/>
                  </a:lnTo>
                  <a:lnTo>
                    <a:pt x="390057" y="263184"/>
                  </a:lnTo>
                  <a:lnTo>
                    <a:pt x="390042" y="263334"/>
                  </a:lnTo>
                  <a:lnTo>
                    <a:pt x="389660" y="263776"/>
                  </a:lnTo>
                  <a:lnTo>
                    <a:pt x="389636" y="263988"/>
                  </a:lnTo>
                  <a:lnTo>
                    <a:pt x="389966" y="264346"/>
                  </a:lnTo>
                  <a:lnTo>
                    <a:pt x="390128" y="264334"/>
                  </a:lnTo>
                  <a:lnTo>
                    <a:pt x="390288" y="264360"/>
                  </a:lnTo>
                  <a:lnTo>
                    <a:pt x="390451" y="264329"/>
                  </a:lnTo>
                  <a:lnTo>
                    <a:pt x="390851" y="264008"/>
                  </a:lnTo>
                  <a:lnTo>
                    <a:pt x="391158" y="264236"/>
                  </a:lnTo>
                  <a:lnTo>
                    <a:pt x="391287" y="264500"/>
                  </a:lnTo>
                  <a:lnTo>
                    <a:pt x="391339" y="264671"/>
                  </a:lnTo>
                  <a:lnTo>
                    <a:pt x="391399" y="264869"/>
                  </a:lnTo>
                  <a:lnTo>
                    <a:pt x="391577" y="265257"/>
                  </a:lnTo>
                  <a:lnTo>
                    <a:pt x="391705" y="265321"/>
                  </a:lnTo>
                  <a:lnTo>
                    <a:pt x="391887" y="265410"/>
                  </a:lnTo>
                  <a:lnTo>
                    <a:pt x="392296" y="265612"/>
                  </a:lnTo>
                  <a:lnTo>
                    <a:pt x="393112" y="265850"/>
                  </a:lnTo>
                  <a:lnTo>
                    <a:pt x="393260" y="265416"/>
                  </a:lnTo>
                  <a:lnTo>
                    <a:pt x="393802" y="265426"/>
                  </a:lnTo>
                  <a:lnTo>
                    <a:pt x="394269" y="265186"/>
                  </a:lnTo>
                  <a:lnTo>
                    <a:pt x="394807" y="264902"/>
                  </a:lnTo>
                  <a:lnTo>
                    <a:pt x="395057" y="264778"/>
                  </a:lnTo>
                  <a:lnTo>
                    <a:pt x="396221" y="264778"/>
                  </a:lnTo>
                  <a:lnTo>
                    <a:pt x="396558" y="264820"/>
                  </a:lnTo>
                  <a:lnTo>
                    <a:pt x="397010" y="264729"/>
                  </a:lnTo>
                  <a:lnTo>
                    <a:pt x="397360" y="264606"/>
                  </a:lnTo>
                  <a:lnTo>
                    <a:pt x="397769" y="264996"/>
                  </a:lnTo>
                  <a:lnTo>
                    <a:pt x="398074" y="265199"/>
                  </a:lnTo>
                  <a:lnTo>
                    <a:pt x="398724" y="265466"/>
                  </a:lnTo>
                  <a:lnTo>
                    <a:pt x="398994" y="266078"/>
                  </a:lnTo>
                  <a:lnTo>
                    <a:pt x="399068" y="266343"/>
                  </a:lnTo>
                  <a:lnTo>
                    <a:pt x="399040" y="266815"/>
                  </a:lnTo>
                  <a:lnTo>
                    <a:pt x="399102" y="267063"/>
                  </a:lnTo>
                  <a:lnTo>
                    <a:pt x="399281" y="267601"/>
                  </a:lnTo>
                  <a:lnTo>
                    <a:pt x="399544" y="268111"/>
                  </a:lnTo>
                  <a:lnTo>
                    <a:pt x="399686" y="268199"/>
                  </a:lnTo>
                  <a:lnTo>
                    <a:pt x="399913" y="268304"/>
                  </a:lnTo>
                  <a:lnTo>
                    <a:pt x="400215" y="268232"/>
                  </a:lnTo>
                  <a:lnTo>
                    <a:pt x="400399" y="268188"/>
                  </a:lnTo>
                  <a:lnTo>
                    <a:pt x="400648" y="268119"/>
                  </a:lnTo>
                  <a:lnTo>
                    <a:pt x="400934" y="267990"/>
                  </a:lnTo>
                  <a:lnTo>
                    <a:pt x="401456" y="267967"/>
                  </a:lnTo>
                  <a:lnTo>
                    <a:pt x="401540" y="268333"/>
                  </a:lnTo>
                  <a:lnTo>
                    <a:pt x="401633" y="268514"/>
                  </a:lnTo>
                  <a:lnTo>
                    <a:pt x="401712" y="268667"/>
                  </a:lnTo>
                  <a:lnTo>
                    <a:pt x="402211" y="269227"/>
                  </a:lnTo>
                  <a:lnTo>
                    <a:pt x="402346" y="269516"/>
                  </a:lnTo>
                  <a:lnTo>
                    <a:pt x="402502" y="269985"/>
                  </a:lnTo>
                  <a:lnTo>
                    <a:pt x="402627" y="270257"/>
                  </a:lnTo>
                  <a:lnTo>
                    <a:pt x="402815" y="270535"/>
                  </a:lnTo>
                  <a:lnTo>
                    <a:pt x="403007" y="270724"/>
                  </a:lnTo>
                  <a:lnTo>
                    <a:pt x="403400" y="271136"/>
                  </a:lnTo>
                  <a:lnTo>
                    <a:pt x="403481" y="271375"/>
                  </a:lnTo>
                  <a:lnTo>
                    <a:pt x="403546" y="271571"/>
                  </a:lnTo>
                  <a:lnTo>
                    <a:pt x="403574" y="271773"/>
                  </a:lnTo>
                  <a:lnTo>
                    <a:pt x="404369" y="272791"/>
                  </a:lnTo>
                  <a:lnTo>
                    <a:pt x="404569" y="272882"/>
                  </a:lnTo>
                  <a:lnTo>
                    <a:pt x="404924" y="273076"/>
                  </a:lnTo>
                  <a:lnTo>
                    <a:pt x="405709" y="273815"/>
                  </a:lnTo>
                  <a:lnTo>
                    <a:pt x="406357" y="273663"/>
                  </a:lnTo>
                  <a:lnTo>
                    <a:pt x="406675" y="273265"/>
                  </a:lnTo>
                  <a:lnTo>
                    <a:pt x="407335" y="273699"/>
                  </a:lnTo>
                  <a:lnTo>
                    <a:pt x="407573" y="273941"/>
                  </a:lnTo>
                  <a:lnTo>
                    <a:pt x="408046" y="274163"/>
                  </a:lnTo>
                  <a:lnTo>
                    <a:pt x="408119" y="274290"/>
                  </a:lnTo>
                  <a:lnTo>
                    <a:pt x="408262" y="274459"/>
                  </a:lnTo>
                  <a:lnTo>
                    <a:pt x="408478" y="274714"/>
                  </a:lnTo>
                  <a:lnTo>
                    <a:pt x="409062" y="275339"/>
                  </a:lnTo>
                  <a:lnTo>
                    <a:pt x="409423" y="275600"/>
                  </a:lnTo>
                  <a:lnTo>
                    <a:pt x="409704" y="275915"/>
                  </a:lnTo>
                  <a:lnTo>
                    <a:pt x="410043" y="276280"/>
                  </a:lnTo>
                  <a:lnTo>
                    <a:pt x="410172" y="276267"/>
                  </a:lnTo>
                  <a:lnTo>
                    <a:pt x="410704" y="276172"/>
                  </a:lnTo>
                  <a:lnTo>
                    <a:pt x="411166" y="275418"/>
                  </a:lnTo>
                  <a:lnTo>
                    <a:pt x="411849" y="275012"/>
                  </a:lnTo>
                  <a:lnTo>
                    <a:pt x="411829" y="274813"/>
                  </a:lnTo>
                  <a:lnTo>
                    <a:pt x="411577" y="274605"/>
                  </a:lnTo>
                  <a:lnTo>
                    <a:pt x="411810" y="273959"/>
                  </a:lnTo>
                  <a:lnTo>
                    <a:pt x="411793" y="273675"/>
                  </a:lnTo>
                  <a:lnTo>
                    <a:pt x="411856" y="273285"/>
                  </a:lnTo>
                  <a:lnTo>
                    <a:pt x="412478" y="273265"/>
                  </a:lnTo>
                  <a:lnTo>
                    <a:pt x="412702" y="273239"/>
                  </a:lnTo>
                  <a:lnTo>
                    <a:pt x="413335" y="272989"/>
                  </a:lnTo>
                  <a:lnTo>
                    <a:pt x="413798" y="272582"/>
                  </a:lnTo>
                  <a:lnTo>
                    <a:pt x="414142" y="272532"/>
                  </a:lnTo>
                  <a:lnTo>
                    <a:pt x="414929" y="272845"/>
                  </a:lnTo>
                  <a:lnTo>
                    <a:pt x="415071" y="272880"/>
                  </a:lnTo>
                  <a:lnTo>
                    <a:pt x="415697" y="273140"/>
                  </a:lnTo>
                  <a:lnTo>
                    <a:pt x="415997" y="273137"/>
                  </a:lnTo>
                  <a:lnTo>
                    <a:pt x="416471" y="273065"/>
                  </a:lnTo>
                  <a:lnTo>
                    <a:pt x="416621" y="272736"/>
                  </a:lnTo>
                  <a:lnTo>
                    <a:pt x="416699" y="272504"/>
                  </a:lnTo>
                  <a:lnTo>
                    <a:pt x="416837" y="272191"/>
                  </a:lnTo>
                  <a:lnTo>
                    <a:pt x="417049" y="272310"/>
                  </a:lnTo>
                  <a:lnTo>
                    <a:pt x="417338" y="272474"/>
                  </a:lnTo>
                  <a:lnTo>
                    <a:pt x="417660" y="272695"/>
                  </a:lnTo>
                  <a:lnTo>
                    <a:pt x="417850" y="273009"/>
                  </a:lnTo>
                  <a:lnTo>
                    <a:pt x="418194" y="272994"/>
                  </a:lnTo>
                  <a:lnTo>
                    <a:pt x="418551" y="272297"/>
                  </a:lnTo>
                  <a:lnTo>
                    <a:pt x="418682" y="272237"/>
                  </a:lnTo>
                  <a:lnTo>
                    <a:pt x="419160" y="271828"/>
                  </a:lnTo>
                  <a:lnTo>
                    <a:pt x="419096" y="271414"/>
                  </a:lnTo>
                  <a:lnTo>
                    <a:pt x="419252" y="271292"/>
                  </a:lnTo>
                  <a:lnTo>
                    <a:pt x="419471" y="271404"/>
                  </a:lnTo>
                  <a:lnTo>
                    <a:pt x="419669" y="271211"/>
                  </a:lnTo>
                  <a:lnTo>
                    <a:pt x="419858" y="270935"/>
                  </a:lnTo>
                  <a:lnTo>
                    <a:pt x="421140" y="271449"/>
                  </a:lnTo>
                  <a:lnTo>
                    <a:pt x="421438" y="271548"/>
                  </a:lnTo>
                  <a:lnTo>
                    <a:pt x="422127" y="271856"/>
                  </a:lnTo>
                  <a:lnTo>
                    <a:pt x="422397" y="272122"/>
                  </a:lnTo>
                  <a:lnTo>
                    <a:pt x="422575" y="272319"/>
                  </a:lnTo>
                  <a:lnTo>
                    <a:pt x="422976" y="272482"/>
                  </a:lnTo>
                  <a:lnTo>
                    <a:pt x="423990" y="272009"/>
                  </a:lnTo>
                  <a:lnTo>
                    <a:pt x="424889" y="271589"/>
                  </a:lnTo>
                  <a:lnTo>
                    <a:pt x="425100" y="271574"/>
                  </a:lnTo>
                  <a:lnTo>
                    <a:pt x="425252" y="271530"/>
                  </a:lnTo>
                  <a:lnTo>
                    <a:pt x="426005" y="271122"/>
                  </a:lnTo>
                  <a:lnTo>
                    <a:pt x="426271" y="271173"/>
                  </a:lnTo>
                  <a:lnTo>
                    <a:pt x="426516" y="271322"/>
                  </a:lnTo>
                  <a:lnTo>
                    <a:pt x="426668" y="271435"/>
                  </a:lnTo>
                  <a:lnTo>
                    <a:pt x="427003" y="271442"/>
                  </a:lnTo>
                  <a:lnTo>
                    <a:pt x="427198" y="271237"/>
                  </a:lnTo>
                  <a:lnTo>
                    <a:pt x="427411" y="271175"/>
                  </a:lnTo>
                  <a:lnTo>
                    <a:pt x="427652" y="271134"/>
                  </a:lnTo>
                  <a:lnTo>
                    <a:pt x="427917" y="271212"/>
                  </a:lnTo>
                  <a:lnTo>
                    <a:pt x="428173" y="271250"/>
                  </a:lnTo>
                  <a:lnTo>
                    <a:pt x="428414" y="271207"/>
                  </a:lnTo>
                  <a:lnTo>
                    <a:pt x="429116" y="270774"/>
                  </a:lnTo>
                  <a:lnTo>
                    <a:pt x="429532" y="271429"/>
                  </a:lnTo>
                  <a:lnTo>
                    <a:pt x="429620" y="271715"/>
                  </a:lnTo>
                  <a:lnTo>
                    <a:pt x="430502" y="272311"/>
                  </a:lnTo>
                  <a:lnTo>
                    <a:pt x="430636" y="272587"/>
                  </a:lnTo>
                  <a:lnTo>
                    <a:pt x="430462" y="273337"/>
                  </a:lnTo>
                  <a:lnTo>
                    <a:pt x="430414" y="273921"/>
                  </a:lnTo>
                  <a:lnTo>
                    <a:pt x="430142" y="274067"/>
                  </a:lnTo>
                  <a:lnTo>
                    <a:pt x="429806" y="274222"/>
                  </a:lnTo>
                  <a:lnTo>
                    <a:pt x="429367" y="274728"/>
                  </a:lnTo>
                  <a:lnTo>
                    <a:pt x="429030" y="274679"/>
                  </a:lnTo>
                  <a:lnTo>
                    <a:pt x="428518" y="274752"/>
                  </a:lnTo>
                  <a:lnTo>
                    <a:pt x="428297" y="274593"/>
                  </a:lnTo>
                  <a:lnTo>
                    <a:pt x="427986" y="274383"/>
                  </a:lnTo>
                  <a:lnTo>
                    <a:pt x="427451" y="274356"/>
                  </a:lnTo>
                  <a:lnTo>
                    <a:pt x="427210" y="274421"/>
                  </a:lnTo>
                  <a:lnTo>
                    <a:pt x="426567" y="274079"/>
                  </a:lnTo>
                  <a:lnTo>
                    <a:pt x="426250" y="274268"/>
                  </a:lnTo>
                  <a:lnTo>
                    <a:pt x="425650" y="274752"/>
                  </a:lnTo>
                  <a:lnTo>
                    <a:pt x="425289" y="275264"/>
                  </a:lnTo>
                  <a:lnTo>
                    <a:pt x="425497" y="275401"/>
                  </a:lnTo>
                  <a:lnTo>
                    <a:pt x="425884" y="275813"/>
                  </a:lnTo>
                  <a:lnTo>
                    <a:pt x="425606" y="275918"/>
                  </a:lnTo>
                  <a:lnTo>
                    <a:pt x="425818" y="276010"/>
                  </a:lnTo>
                  <a:lnTo>
                    <a:pt x="426014" y="276115"/>
                  </a:lnTo>
                  <a:lnTo>
                    <a:pt x="426599" y="276452"/>
                  </a:lnTo>
                  <a:lnTo>
                    <a:pt x="426698" y="276588"/>
                  </a:lnTo>
                  <a:lnTo>
                    <a:pt x="426888" y="276978"/>
                  </a:lnTo>
                  <a:lnTo>
                    <a:pt x="427070" y="277252"/>
                  </a:lnTo>
                  <a:lnTo>
                    <a:pt x="427239" y="277588"/>
                  </a:lnTo>
                  <a:lnTo>
                    <a:pt x="427318" y="277746"/>
                  </a:lnTo>
                  <a:lnTo>
                    <a:pt x="427580" y="278225"/>
                  </a:lnTo>
                  <a:lnTo>
                    <a:pt x="428053" y="278623"/>
                  </a:lnTo>
                  <a:lnTo>
                    <a:pt x="428378" y="278697"/>
                  </a:lnTo>
                  <a:lnTo>
                    <a:pt x="428376" y="278874"/>
                  </a:lnTo>
                  <a:lnTo>
                    <a:pt x="428156" y="279590"/>
                  </a:lnTo>
                  <a:lnTo>
                    <a:pt x="427759" y="279779"/>
                  </a:lnTo>
                  <a:lnTo>
                    <a:pt x="427416" y="279984"/>
                  </a:lnTo>
                  <a:lnTo>
                    <a:pt x="427216" y="279916"/>
                  </a:lnTo>
                  <a:lnTo>
                    <a:pt x="426596" y="279724"/>
                  </a:lnTo>
                  <a:lnTo>
                    <a:pt x="426391" y="279710"/>
                  </a:lnTo>
                  <a:lnTo>
                    <a:pt x="426140" y="279665"/>
                  </a:lnTo>
                  <a:lnTo>
                    <a:pt x="425703" y="279491"/>
                  </a:lnTo>
                  <a:lnTo>
                    <a:pt x="425458" y="279346"/>
                  </a:lnTo>
                  <a:lnTo>
                    <a:pt x="425226" y="279322"/>
                  </a:lnTo>
                  <a:lnTo>
                    <a:pt x="425043" y="279480"/>
                  </a:lnTo>
                  <a:lnTo>
                    <a:pt x="424755" y="279536"/>
                  </a:lnTo>
                  <a:lnTo>
                    <a:pt x="424361" y="279542"/>
                  </a:lnTo>
                  <a:lnTo>
                    <a:pt x="424173" y="279869"/>
                  </a:lnTo>
                  <a:lnTo>
                    <a:pt x="425000" y="281071"/>
                  </a:lnTo>
                  <a:lnTo>
                    <a:pt x="424745" y="281236"/>
                  </a:lnTo>
                  <a:lnTo>
                    <a:pt x="424557" y="281355"/>
                  </a:lnTo>
                  <a:lnTo>
                    <a:pt x="423997" y="281358"/>
                  </a:lnTo>
                  <a:lnTo>
                    <a:pt x="423908" y="282210"/>
                  </a:lnTo>
                  <a:lnTo>
                    <a:pt x="424004" y="282341"/>
                  </a:lnTo>
                  <a:lnTo>
                    <a:pt x="424671" y="282773"/>
                  </a:lnTo>
                  <a:lnTo>
                    <a:pt x="425177" y="283172"/>
                  </a:lnTo>
                  <a:lnTo>
                    <a:pt x="424757" y="283537"/>
                  </a:lnTo>
                  <a:lnTo>
                    <a:pt x="424492" y="283852"/>
                  </a:lnTo>
                  <a:lnTo>
                    <a:pt x="423738" y="283395"/>
                  </a:lnTo>
                  <a:lnTo>
                    <a:pt x="423404" y="283286"/>
                  </a:lnTo>
                  <a:lnTo>
                    <a:pt x="422980" y="282880"/>
                  </a:lnTo>
                  <a:lnTo>
                    <a:pt x="422518" y="282990"/>
                  </a:lnTo>
                  <a:lnTo>
                    <a:pt x="422151" y="283086"/>
                  </a:lnTo>
                  <a:lnTo>
                    <a:pt x="421614" y="283536"/>
                  </a:lnTo>
                  <a:lnTo>
                    <a:pt x="421456" y="283473"/>
                  </a:lnTo>
                  <a:lnTo>
                    <a:pt x="421220" y="283518"/>
                  </a:lnTo>
                  <a:lnTo>
                    <a:pt x="421132" y="284183"/>
                  </a:lnTo>
                  <a:lnTo>
                    <a:pt x="421740" y="284719"/>
                  </a:lnTo>
                  <a:lnTo>
                    <a:pt x="421884" y="285168"/>
                  </a:lnTo>
                  <a:lnTo>
                    <a:pt x="421968" y="285491"/>
                  </a:lnTo>
                  <a:lnTo>
                    <a:pt x="421879" y="285781"/>
                  </a:lnTo>
                  <a:lnTo>
                    <a:pt x="421803" y="286319"/>
                  </a:lnTo>
                  <a:lnTo>
                    <a:pt x="422120" y="286570"/>
                  </a:lnTo>
                  <a:lnTo>
                    <a:pt x="422486" y="286559"/>
                  </a:lnTo>
                  <a:lnTo>
                    <a:pt x="422991" y="287138"/>
                  </a:lnTo>
                  <a:lnTo>
                    <a:pt x="423343" y="287558"/>
                  </a:lnTo>
                  <a:lnTo>
                    <a:pt x="423464" y="287789"/>
                  </a:lnTo>
                  <a:lnTo>
                    <a:pt x="423612" y="287952"/>
                  </a:lnTo>
                  <a:lnTo>
                    <a:pt x="423808" y="288146"/>
                  </a:lnTo>
                  <a:lnTo>
                    <a:pt x="423958" y="288485"/>
                  </a:lnTo>
                  <a:lnTo>
                    <a:pt x="424418" y="288865"/>
                  </a:lnTo>
                  <a:lnTo>
                    <a:pt x="424768" y="289070"/>
                  </a:lnTo>
                  <a:lnTo>
                    <a:pt x="424911" y="289109"/>
                  </a:lnTo>
                  <a:lnTo>
                    <a:pt x="425601" y="288990"/>
                  </a:lnTo>
                  <a:lnTo>
                    <a:pt x="425778" y="289197"/>
                  </a:lnTo>
                  <a:lnTo>
                    <a:pt x="425835" y="289485"/>
                  </a:lnTo>
                  <a:lnTo>
                    <a:pt x="425911" y="290100"/>
                  </a:lnTo>
                  <a:lnTo>
                    <a:pt x="426076" y="290241"/>
                  </a:lnTo>
                  <a:lnTo>
                    <a:pt x="426565" y="290530"/>
                  </a:lnTo>
                  <a:lnTo>
                    <a:pt x="426887" y="290684"/>
                  </a:lnTo>
                  <a:lnTo>
                    <a:pt x="427109" y="290831"/>
                  </a:lnTo>
                  <a:lnTo>
                    <a:pt x="427420" y="290982"/>
                  </a:lnTo>
                  <a:lnTo>
                    <a:pt x="427566" y="291013"/>
                  </a:lnTo>
                  <a:lnTo>
                    <a:pt x="428000" y="291027"/>
                  </a:lnTo>
                  <a:lnTo>
                    <a:pt x="428272" y="290956"/>
                  </a:lnTo>
                  <a:lnTo>
                    <a:pt x="428413" y="290893"/>
                  </a:lnTo>
                  <a:lnTo>
                    <a:pt x="428776" y="290916"/>
                  </a:lnTo>
                  <a:lnTo>
                    <a:pt x="428858" y="291172"/>
                  </a:lnTo>
                  <a:lnTo>
                    <a:pt x="428769" y="291381"/>
                  </a:lnTo>
                  <a:lnTo>
                    <a:pt x="428308" y="291948"/>
                  </a:lnTo>
                  <a:lnTo>
                    <a:pt x="429439" y="292325"/>
                  </a:lnTo>
                  <a:lnTo>
                    <a:pt x="429714" y="292257"/>
                  </a:lnTo>
                  <a:lnTo>
                    <a:pt x="429862" y="292556"/>
                  </a:lnTo>
                  <a:lnTo>
                    <a:pt x="430067" y="292650"/>
                  </a:lnTo>
                  <a:lnTo>
                    <a:pt x="430312" y="292777"/>
                  </a:lnTo>
                  <a:lnTo>
                    <a:pt x="430672" y="292991"/>
                  </a:lnTo>
                  <a:lnTo>
                    <a:pt x="430843" y="293108"/>
                  </a:lnTo>
                  <a:lnTo>
                    <a:pt x="431396" y="293261"/>
                  </a:lnTo>
                  <a:lnTo>
                    <a:pt x="431554" y="293321"/>
                  </a:lnTo>
                  <a:lnTo>
                    <a:pt x="431287" y="293528"/>
                  </a:lnTo>
                  <a:lnTo>
                    <a:pt x="430929" y="293775"/>
                  </a:lnTo>
                  <a:lnTo>
                    <a:pt x="430984" y="294677"/>
                  </a:lnTo>
                  <a:lnTo>
                    <a:pt x="431156" y="295348"/>
                  </a:lnTo>
                  <a:lnTo>
                    <a:pt x="431185" y="295541"/>
                  </a:lnTo>
                  <a:lnTo>
                    <a:pt x="431081" y="295758"/>
                  </a:lnTo>
                  <a:lnTo>
                    <a:pt x="430866" y="296123"/>
                  </a:lnTo>
                  <a:lnTo>
                    <a:pt x="430999" y="296229"/>
                  </a:lnTo>
                  <a:lnTo>
                    <a:pt x="431270" y="296530"/>
                  </a:lnTo>
                  <a:lnTo>
                    <a:pt x="431494" y="296769"/>
                  </a:lnTo>
                  <a:lnTo>
                    <a:pt x="431860" y="296933"/>
                  </a:lnTo>
                  <a:lnTo>
                    <a:pt x="431290" y="297273"/>
                  </a:lnTo>
                  <a:lnTo>
                    <a:pt x="430682" y="297702"/>
                  </a:lnTo>
                  <a:lnTo>
                    <a:pt x="430373" y="297827"/>
                  </a:lnTo>
                  <a:lnTo>
                    <a:pt x="429747" y="298424"/>
                  </a:lnTo>
                  <a:lnTo>
                    <a:pt x="429066" y="298521"/>
                  </a:lnTo>
                  <a:lnTo>
                    <a:pt x="428951" y="298736"/>
                  </a:lnTo>
                  <a:lnTo>
                    <a:pt x="429013" y="299008"/>
                  </a:lnTo>
                  <a:lnTo>
                    <a:pt x="428573" y="298922"/>
                  </a:lnTo>
                  <a:lnTo>
                    <a:pt x="428361" y="298767"/>
                  </a:lnTo>
                  <a:lnTo>
                    <a:pt x="428116" y="298683"/>
                  </a:lnTo>
                  <a:lnTo>
                    <a:pt x="427621" y="298929"/>
                  </a:lnTo>
                  <a:lnTo>
                    <a:pt x="426483" y="299964"/>
                  </a:lnTo>
                  <a:lnTo>
                    <a:pt x="425886" y="300786"/>
                  </a:lnTo>
                  <a:lnTo>
                    <a:pt x="426095" y="301163"/>
                  </a:lnTo>
                  <a:lnTo>
                    <a:pt x="425772" y="301399"/>
                  </a:lnTo>
                  <a:lnTo>
                    <a:pt x="425511" y="301530"/>
                  </a:lnTo>
                  <a:lnTo>
                    <a:pt x="425997" y="301835"/>
                  </a:lnTo>
                  <a:lnTo>
                    <a:pt x="426014" y="302052"/>
                  </a:lnTo>
                  <a:lnTo>
                    <a:pt x="425696" y="302623"/>
                  </a:lnTo>
                  <a:lnTo>
                    <a:pt x="425317" y="302679"/>
                  </a:lnTo>
                  <a:lnTo>
                    <a:pt x="425015" y="302623"/>
                  </a:lnTo>
                  <a:lnTo>
                    <a:pt x="424860" y="302561"/>
                  </a:lnTo>
                  <a:lnTo>
                    <a:pt x="424333" y="302533"/>
                  </a:lnTo>
                  <a:lnTo>
                    <a:pt x="424035" y="302832"/>
                  </a:lnTo>
                  <a:lnTo>
                    <a:pt x="424036" y="303203"/>
                  </a:lnTo>
                  <a:lnTo>
                    <a:pt x="424296" y="303465"/>
                  </a:lnTo>
                  <a:lnTo>
                    <a:pt x="423954" y="304158"/>
                  </a:lnTo>
                  <a:lnTo>
                    <a:pt x="423773" y="304220"/>
                  </a:lnTo>
                  <a:lnTo>
                    <a:pt x="423253" y="304476"/>
                  </a:lnTo>
                  <a:lnTo>
                    <a:pt x="422884" y="304274"/>
                  </a:lnTo>
                  <a:lnTo>
                    <a:pt x="422421" y="304405"/>
                  </a:lnTo>
                  <a:lnTo>
                    <a:pt x="422063" y="304275"/>
                  </a:lnTo>
                  <a:lnTo>
                    <a:pt x="421738" y="304344"/>
                  </a:lnTo>
                  <a:lnTo>
                    <a:pt x="421379" y="304450"/>
                  </a:lnTo>
                  <a:lnTo>
                    <a:pt x="420753" y="304611"/>
                  </a:lnTo>
                  <a:lnTo>
                    <a:pt x="420445" y="304503"/>
                  </a:lnTo>
                  <a:lnTo>
                    <a:pt x="420027" y="304232"/>
                  </a:lnTo>
                  <a:lnTo>
                    <a:pt x="419741" y="304276"/>
                  </a:lnTo>
                  <a:lnTo>
                    <a:pt x="419582" y="304547"/>
                  </a:lnTo>
                  <a:lnTo>
                    <a:pt x="419296" y="304720"/>
                  </a:lnTo>
                  <a:lnTo>
                    <a:pt x="419161" y="304778"/>
                  </a:lnTo>
                  <a:lnTo>
                    <a:pt x="418809" y="304825"/>
                  </a:lnTo>
                  <a:lnTo>
                    <a:pt x="418427" y="304909"/>
                  </a:lnTo>
                  <a:lnTo>
                    <a:pt x="418257" y="304978"/>
                  </a:lnTo>
                  <a:lnTo>
                    <a:pt x="418300" y="305440"/>
                  </a:lnTo>
                  <a:lnTo>
                    <a:pt x="418382" y="305819"/>
                  </a:lnTo>
                  <a:lnTo>
                    <a:pt x="418469" y="305972"/>
                  </a:lnTo>
                  <a:lnTo>
                    <a:pt x="418680" y="306133"/>
                  </a:lnTo>
                  <a:lnTo>
                    <a:pt x="418869" y="306143"/>
                  </a:lnTo>
                  <a:lnTo>
                    <a:pt x="419100" y="305929"/>
                  </a:lnTo>
                  <a:lnTo>
                    <a:pt x="419570" y="306119"/>
                  </a:lnTo>
                  <a:lnTo>
                    <a:pt x="419615" y="306397"/>
                  </a:lnTo>
                  <a:lnTo>
                    <a:pt x="419588" y="306633"/>
                  </a:lnTo>
                  <a:lnTo>
                    <a:pt x="419502" y="306878"/>
                  </a:lnTo>
                  <a:lnTo>
                    <a:pt x="419267" y="307003"/>
                  </a:lnTo>
                  <a:lnTo>
                    <a:pt x="419004" y="307228"/>
                  </a:lnTo>
                  <a:lnTo>
                    <a:pt x="419098" y="307520"/>
                  </a:lnTo>
                  <a:lnTo>
                    <a:pt x="419272" y="307785"/>
                  </a:lnTo>
                  <a:lnTo>
                    <a:pt x="419233" y="308424"/>
                  </a:lnTo>
                  <a:lnTo>
                    <a:pt x="419049" y="308808"/>
                  </a:lnTo>
                  <a:lnTo>
                    <a:pt x="418892" y="309027"/>
                  </a:lnTo>
                  <a:lnTo>
                    <a:pt x="418300" y="309157"/>
                  </a:lnTo>
                  <a:lnTo>
                    <a:pt x="417715" y="309559"/>
                  </a:lnTo>
                  <a:lnTo>
                    <a:pt x="417080" y="309881"/>
                  </a:lnTo>
                  <a:lnTo>
                    <a:pt x="417025" y="310672"/>
                  </a:lnTo>
                  <a:lnTo>
                    <a:pt x="417199" y="310742"/>
                  </a:lnTo>
                  <a:lnTo>
                    <a:pt x="417544" y="310834"/>
                  </a:lnTo>
                  <a:lnTo>
                    <a:pt x="417866" y="311145"/>
                  </a:lnTo>
                  <a:lnTo>
                    <a:pt x="418092" y="311604"/>
                  </a:lnTo>
                  <a:lnTo>
                    <a:pt x="418056" y="311765"/>
                  </a:lnTo>
                  <a:lnTo>
                    <a:pt x="417854" y="312253"/>
                  </a:lnTo>
                  <a:lnTo>
                    <a:pt x="417607" y="312331"/>
                  </a:lnTo>
                  <a:lnTo>
                    <a:pt x="417422" y="312376"/>
                  </a:lnTo>
                  <a:lnTo>
                    <a:pt x="417108" y="312743"/>
                  </a:lnTo>
                  <a:lnTo>
                    <a:pt x="416891" y="312899"/>
                  </a:lnTo>
                  <a:lnTo>
                    <a:pt x="416560" y="313183"/>
                  </a:lnTo>
                  <a:lnTo>
                    <a:pt x="416096" y="313406"/>
                  </a:lnTo>
                  <a:lnTo>
                    <a:pt x="415847" y="313552"/>
                  </a:lnTo>
                  <a:lnTo>
                    <a:pt x="415464" y="313788"/>
                  </a:lnTo>
                  <a:lnTo>
                    <a:pt x="415120" y="313966"/>
                  </a:lnTo>
                  <a:lnTo>
                    <a:pt x="414803" y="314263"/>
                  </a:lnTo>
                  <a:lnTo>
                    <a:pt x="414297" y="314887"/>
                  </a:lnTo>
                  <a:lnTo>
                    <a:pt x="414027" y="315014"/>
                  </a:lnTo>
                  <a:lnTo>
                    <a:pt x="413750" y="314993"/>
                  </a:lnTo>
                  <a:lnTo>
                    <a:pt x="413221" y="315273"/>
                  </a:lnTo>
                  <a:lnTo>
                    <a:pt x="412726" y="315300"/>
                  </a:lnTo>
                  <a:lnTo>
                    <a:pt x="412125" y="315508"/>
                  </a:lnTo>
                  <a:lnTo>
                    <a:pt x="411640" y="315802"/>
                  </a:lnTo>
                  <a:lnTo>
                    <a:pt x="412028" y="316009"/>
                  </a:lnTo>
                  <a:lnTo>
                    <a:pt x="411966" y="316642"/>
                  </a:lnTo>
                  <a:lnTo>
                    <a:pt x="412289" y="316899"/>
                  </a:lnTo>
                  <a:lnTo>
                    <a:pt x="412624" y="316754"/>
                  </a:lnTo>
                  <a:lnTo>
                    <a:pt x="412797" y="316676"/>
                  </a:lnTo>
                  <a:lnTo>
                    <a:pt x="413011" y="316599"/>
                  </a:lnTo>
                  <a:lnTo>
                    <a:pt x="413279" y="316541"/>
                  </a:lnTo>
                  <a:lnTo>
                    <a:pt x="413538" y="316408"/>
                  </a:lnTo>
                  <a:lnTo>
                    <a:pt x="413666" y="316356"/>
                  </a:lnTo>
                  <a:lnTo>
                    <a:pt x="413840" y="316310"/>
                  </a:lnTo>
                  <a:lnTo>
                    <a:pt x="413909" y="316494"/>
                  </a:lnTo>
                  <a:lnTo>
                    <a:pt x="414120" y="317078"/>
                  </a:lnTo>
                  <a:lnTo>
                    <a:pt x="414339" y="317446"/>
                  </a:lnTo>
                  <a:lnTo>
                    <a:pt x="414449" y="318112"/>
                  </a:lnTo>
                  <a:lnTo>
                    <a:pt x="413874" y="318304"/>
                  </a:lnTo>
                  <a:lnTo>
                    <a:pt x="413654" y="318944"/>
                  </a:lnTo>
                  <a:lnTo>
                    <a:pt x="413282" y="319303"/>
                  </a:lnTo>
                  <a:lnTo>
                    <a:pt x="413059" y="319749"/>
                  </a:lnTo>
                  <a:lnTo>
                    <a:pt x="412955" y="320094"/>
                  </a:lnTo>
                  <a:lnTo>
                    <a:pt x="412417" y="320219"/>
                  </a:lnTo>
                  <a:lnTo>
                    <a:pt x="412223" y="320435"/>
                  </a:lnTo>
                  <a:lnTo>
                    <a:pt x="411891" y="321370"/>
                  </a:lnTo>
                  <a:lnTo>
                    <a:pt x="411253" y="321701"/>
                  </a:lnTo>
                  <a:lnTo>
                    <a:pt x="411376" y="322069"/>
                  </a:lnTo>
                  <a:lnTo>
                    <a:pt x="411757" y="322390"/>
                  </a:lnTo>
                  <a:lnTo>
                    <a:pt x="411828" y="322573"/>
                  </a:lnTo>
                  <a:lnTo>
                    <a:pt x="411852" y="322812"/>
                  </a:lnTo>
                  <a:lnTo>
                    <a:pt x="411939" y="323723"/>
                  </a:lnTo>
                  <a:lnTo>
                    <a:pt x="412207" y="323740"/>
                  </a:lnTo>
                  <a:lnTo>
                    <a:pt x="412810" y="323930"/>
                  </a:lnTo>
                  <a:lnTo>
                    <a:pt x="413172" y="324272"/>
                  </a:lnTo>
                  <a:lnTo>
                    <a:pt x="412638" y="324701"/>
                  </a:lnTo>
                  <a:lnTo>
                    <a:pt x="412437" y="324765"/>
                  </a:lnTo>
                  <a:lnTo>
                    <a:pt x="412289" y="324823"/>
                  </a:lnTo>
                  <a:lnTo>
                    <a:pt x="411749" y="325202"/>
                  </a:lnTo>
                  <a:lnTo>
                    <a:pt x="411208" y="325405"/>
                  </a:lnTo>
                  <a:lnTo>
                    <a:pt x="411029" y="325413"/>
                  </a:lnTo>
                  <a:lnTo>
                    <a:pt x="410922" y="325784"/>
                  </a:lnTo>
                  <a:lnTo>
                    <a:pt x="410786" y="326145"/>
                  </a:lnTo>
                  <a:lnTo>
                    <a:pt x="410345" y="327040"/>
                  </a:lnTo>
                  <a:lnTo>
                    <a:pt x="410164" y="327250"/>
                  </a:lnTo>
                  <a:lnTo>
                    <a:pt x="409765" y="327255"/>
                  </a:lnTo>
                  <a:lnTo>
                    <a:pt x="408993" y="327064"/>
                  </a:lnTo>
                  <a:lnTo>
                    <a:pt x="408625" y="327037"/>
                  </a:lnTo>
                  <a:lnTo>
                    <a:pt x="408478" y="327866"/>
                  </a:lnTo>
                  <a:lnTo>
                    <a:pt x="408465" y="328189"/>
                  </a:lnTo>
                  <a:lnTo>
                    <a:pt x="408550" y="328442"/>
                  </a:lnTo>
                  <a:lnTo>
                    <a:pt x="408564" y="328711"/>
                  </a:lnTo>
                  <a:lnTo>
                    <a:pt x="408518" y="328919"/>
                  </a:lnTo>
                  <a:lnTo>
                    <a:pt x="408485" y="329071"/>
                  </a:lnTo>
                  <a:lnTo>
                    <a:pt x="408497" y="329641"/>
                  </a:lnTo>
                  <a:lnTo>
                    <a:pt x="408936" y="330093"/>
                  </a:lnTo>
                  <a:lnTo>
                    <a:pt x="409088" y="330084"/>
                  </a:lnTo>
                  <a:lnTo>
                    <a:pt x="409467" y="330130"/>
                  </a:lnTo>
                  <a:lnTo>
                    <a:pt x="409678" y="330179"/>
                  </a:lnTo>
                  <a:lnTo>
                    <a:pt x="409917" y="330234"/>
                  </a:lnTo>
                  <a:lnTo>
                    <a:pt x="410170" y="330292"/>
                  </a:lnTo>
                  <a:lnTo>
                    <a:pt x="410660" y="330619"/>
                  </a:lnTo>
                  <a:lnTo>
                    <a:pt x="410452" y="330800"/>
                  </a:lnTo>
                  <a:lnTo>
                    <a:pt x="410241" y="330887"/>
                  </a:lnTo>
                  <a:lnTo>
                    <a:pt x="409728" y="331217"/>
                  </a:lnTo>
                  <a:lnTo>
                    <a:pt x="408844" y="332283"/>
                  </a:lnTo>
                  <a:lnTo>
                    <a:pt x="408683" y="332393"/>
                  </a:lnTo>
                  <a:lnTo>
                    <a:pt x="408269" y="332565"/>
                  </a:lnTo>
                  <a:lnTo>
                    <a:pt x="408044" y="332727"/>
                  </a:lnTo>
                  <a:lnTo>
                    <a:pt x="407555" y="333154"/>
                  </a:lnTo>
                  <a:lnTo>
                    <a:pt x="407218" y="333415"/>
                  </a:lnTo>
                  <a:lnTo>
                    <a:pt x="407021" y="333564"/>
                  </a:lnTo>
                  <a:lnTo>
                    <a:pt x="406663" y="334043"/>
                  </a:lnTo>
                  <a:lnTo>
                    <a:pt x="406558" y="334228"/>
                  </a:lnTo>
                  <a:lnTo>
                    <a:pt x="406435" y="334390"/>
                  </a:lnTo>
                  <a:lnTo>
                    <a:pt x="406324" y="334532"/>
                  </a:lnTo>
                  <a:lnTo>
                    <a:pt x="405435" y="335325"/>
                  </a:lnTo>
                  <a:lnTo>
                    <a:pt x="405008" y="335557"/>
                  </a:lnTo>
                  <a:lnTo>
                    <a:pt x="404661" y="335433"/>
                  </a:lnTo>
                  <a:lnTo>
                    <a:pt x="404461" y="335311"/>
                  </a:lnTo>
                  <a:lnTo>
                    <a:pt x="403803" y="335120"/>
                  </a:lnTo>
                  <a:lnTo>
                    <a:pt x="403587" y="334981"/>
                  </a:lnTo>
                  <a:lnTo>
                    <a:pt x="403209" y="334709"/>
                  </a:lnTo>
                  <a:lnTo>
                    <a:pt x="403021" y="334552"/>
                  </a:lnTo>
                  <a:lnTo>
                    <a:pt x="402533" y="334372"/>
                  </a:lnTo>
                  <a:lnTo>
                    <a:pt x="401921" y="334542"/>
                  </a:lnTo>
                  <a:lnTo>
                    <a:pt x="401755" y="334460"/>
                  </a:lnTo>
                  <a:lnTo>
                    <a:pt x="401716" y="334298"/>
                  </a:lnTo>
                  <a:lnTo>
                    <a:pt x="401451" y="333898"/>
                  </a:lnTo>
                  <a:lnTo>
                    <a:pt x="401320" y="333161"/>
                  </a:lnTo>
                  <a:lnTo>
                    <a:pt x="401406" y="332852"/>
                  </a:lnTo>
                  <a:lnTo>
                    <a:pt x="401427" y="332465"/>
                  </a:lnTo>
                  <a:lnTo>
                    <a:pt x="401188" y="332001"/>
                  </a:lnTo>
                  <a:lnTo>
                    <a:pt x="400943" y="331593"/>
                  </a:lnTo>
                  <a:lnTo>
                    <a:pt x="400750" y="331507"/>
                  </a:lnTo>
                  <a:lnTo>
                    <a:pt x="399934" y="331283"/>
                  </a:lnTo>
                  <a:lnTo>
                    <a:pt x="399820" y="331605"/>
                  </a:lnTo>
                  <a:lnTo>
                    <a:pt x="399228" y="331988"/>
                  </a:lnTo>
                  <a:lnTo>
                    <a:pt x="398987" y="332031"/>
                  </a:lnTo>
                  <a:lnTo>
                    <a:pt x="398736" y="332267"/>
                  </a:lnTo>
                  <a:lnTo>
                    <a:pt x="398518" y="332601"/>
                  </a:lnTo>
                  <a:lnTo>
                    <a:pt x="398243" y="333029"/>
                  </a:lnTo>
                  <a:lnTo>
                    <a:pt x="398090" y="333239"/>
                  </a:lnTo>
                  <a:lnTo>
                    <a:pt x="397713" y="333714"/>
                  </a:lnTo>
                  <a:lnTo>
                    <a:pt x="397238" y="334166"/>
                  </a:lnTo>
                  <a:lnTo>
                    <a:pt x="397010" y="334500"/>
                  </a:lnTo>
                  <a:lnTo>
                    <a:pt x="397082" y="334691"/>
                  </a:lnTo>
                  <a:lnTo>
                    <a:pt x="396832" y="334650"/>
                  </a:lnTo>
                  <a:lnTo>
                    <a:pt x="396557" y="334431"/>
                  </a:lnTo>
                  <a:lnTo>
                    <a:pt x="396089" y="333846"/>
                  </a:lnTo>
                  <a:lnTo>
                    <a:pt x="396056" y="333658"/>
                  </a:lnTo>
                  <a:lnTo>
                    <a:pt x="395969" y="333488"/>
                  </a:lnTo>
                  <a:lnTo>
                    <a:pt x="395845" y="333353"/>
                  </a:lnTo>
                  <a:lnTo>
                    <a:pt x="395140" y="333522"/>
                  </a:lnTo>
                  <a:lnTo>
                    <a:pt x="394834" y="333396"/>
                  </a:lnTo>
                  <a:lnTo>
                    <a:pt x="394633" y="333281"/>
                  </a:lnTo>
                  <a:lnTo>
                    <a:pt x="394266" y="333104"/>
                  </a:lnTo>
                  <a:lnTo>
                    <a:pt x="393677" y="333181"/>
                  </a:lnTo>
                  <a:lnTo>
                    <a:pt x="393411" y="333094"/>
                  </a:lnTo>
                  <a:lnTo>
                    <a:pt x="392966" y="333110"/>
                  </a:lnTo>
                  <a:lnTo>
                    <a:pt x="392477" y="333243"/>
                  </a:lnTo>
                  <a:lnTo>
                    <a:pt x="392400" y="333089"/>
                  </a:lnTo>
                  <a:lnTo>
                    <a:pt x="392244" y="332770"/>
                  </a:lnTo>
                  <a:lnTo>
                    <a:pt x="391727" y="333153"/>
                  </a:lnTo>
                  <a:lnTo>
                    <a:pt x="390987" y="333558"/>
                  </a:lnTo>
                  <a:lnTo>
                    <a:pt x="391245" y="334415"/>
                  </a:lnTo>
                  <a:lnTo>
                    <a:pt x="391523" y="334805"/>
                  </a:lnTo>
                  <a:lnTo>
                    <a:pt x="391313" y="334893"/>
                  </a:lnTo>
                  <a:lnTo>
                    <a:pt x="391034" y="335087"/>
                  </a:lnTo>
                  <a:lnTo>
                    <a:pt x="390695" y="335584"/>
                  </a:lnTo>
                  <a:lnTo>
                    <a:pt x="390497" y="335858"/>
                  </a:lnTo>
                  <a:lnTo>
                    <a:pt x="390041" y="335898"/>
                  </a:lnTo>
                  <a:lnTo>
                    <a:pt x="389997" y="336403"/>
                  </a:lnTo>
                  <a:lnTo>
                    <a:pt x="389446" y="336413"/>
                  </a:lnTo>
                  <a:lnTo>
                    <a:pt x="389523" y="337324"/>
                  </a:lnTo>
                  <a:lnTo>
                    <a:pt x="389121" y="337617"/>
                  </a:lnTo>
                  <a:lnTo>
                    <a:pt x="388744" y="337981"/>
                  </a:lnTo>
                  <a:lnTo>
                    <a:pt x="388943" y="338419"/>
                  </a:lnTo>
                  <a:lnTo>
                    <a:pt x="389354" y="338888"/>
                  </a:lnTo>
                  <a:lnTo>
                    <a:pt x="389546" y="339046"/>
                  </a:lnTo>
                  <a:lnTo>
                    <a:pt x="389869" y="339487"/>
                  </a:lnTo>
                  <a:lnTo>
                    <a:pt x="390005" y="339674"/>
                  </a:lnTo>
                  <a:lnTo>
                    <a:pt x="390089" y="339933"/>
                  </a:lnTo>
                  <a:lnTo>
                    <a:pt x="390062" y="340185"/>
                  </a:lnTo>
                  <a:lnTo>
                    <a:pt x="390222" y="340528"/>
                  </a:lnTo>
                  <a:lnTo>
                    <a:pt x="390812" y="341153"/>
                  </a:lnTo>
                  <a:lnTo>
                    <a:pt x="391218" y="341082"/>
                  </a:lnTo>
                  <a:lnTo>
                    <a:pt x="391429" y="341095"/>
                  </a:lnTo>
                  <a:lnTo>
                    <a:pt x="392059" y="342292"/>
                  </a:lnTo>
                  <a:lnTo>
                    <a:pt x="391237" y="343479"/>
                  </a:lnTo>
                  <a:lnTo>
                    <a:pt x="391099" y="343893"/>
                  </a:lnTo>
                  <a:lnTo>
                    <a:pt x="390651" y="344292"/>
                  </a:lnTo>
                  <a:lnTo>
                    <a:pt x="390292" y="344853"/>
                  </a:lnTo>
                  <a:lnTo>
                    <a:pt x="389987" y="345209"/>
                  </a:lnTo>
                  <a:lnTo>
                    <a:pt x="389359" y="345768"/>
                  </a:lnTo>
                  <a:lnTo>
                    <a:pt x="388838" y="346313"/>
                  </a:lnTo>
                  <a:lnTo>
                    <a:pt x="389002" y="346583"/>
                  </a:lnTo>
                  <a:lnTo>
                    <a:pt x="389358" y="346896"/>
                  </a:lnTo>
                  <a:lnTo>
                    <a:pt x="388862" y="347511"/>
                  </a:lnTo>
                  <a:lnTo>
                    <a:pt x="388444" y="347620"/>
                  </a:lnTo>
                  <a:lnTo>
                    <a:pt x="388037" y="347422"/>
                  </a:lnTo>
                  <a:lnTo>
                    <a:pt x="387892" y="347558"/>
                  </a:lnTo>
                  <a:lnTo>
                    <a:pt x="387918" y="347829"/>
                  </a:lnTo>
                  <a:lnTo>
                    <a:pt x="387637" y="348132"/>
                  </a:lnTo>
                  <a:lnTo>
                    <a:pt x="387316" y="348525"/>
                  </a:lnTo>
                  <a:lnTo>
                    <a:pt x="386952" y="349044"/>
                  </a:lnTo>
                  <a:lnTo>
                    <a:pt x="386631" y="349389"/>
                  </a:lnTo>
                  <a:lnTo>
                    <a:pt x="386174" y="350104"/>
                  </a:lnTo>
                  <a:lnTo>
                    <a:pt x="385609" y="351919"/>
                  </a:lnTo>
                  <a:lnTo>
                    <a:pt x="385684" y="352089"/>
                  </a:lnTo>
                  <a:lnTo>
                    <a:pt x="385562" y="352617"/>
                  </a:lnTo>
                  <a:lnTo>
                    <a:pt x="385516" y="352815"/>
                  </a:lnTo>
                  <a:lnTo>
                    <a:pt x="385451" y="352993"/>
                  </a:lnTo>
                  <a:lnTo>
                    <a:pt x="385392" y="353159"/>
                  </a:lnTo>
                  <a:lnTo>
                    <a:pt x="385166" y="353851"/>
                  </a:lnTo>
                  <a:lnTo>
                    <a:pt x="384849" y="354066"/>
                  </a:lnTo>
                  <a:lnTo>
                    <a:pt x="384308" y="354601"/>
                  </a:lnTo>
                  <a:lnTo>
                    <a:pt x="384087" y="354737"/>
                  </a:lnTo>
                  <a:lnTo>
                    <a:pt x="383502" y="355422"/>
                  </a:lnTo>
                  <a:lnTo>
                    <a:pt x="383362" y="355663"/>
                  </a:lnTo>
                  <a:lnTo>
                    <a:pt x="383209" y="355924"/>
                  </a:lnTo>
                  <a:lnTo>
                    <a:pt x="383199" y="356057"/>
                  </a:lnTo>
                  <a:lnTo>
                    <a:pt x="383115" y="356290"/>
                  </a:lnTo>
                  <a:lnTo>
                    <a:pt x="382991" y="356621"/>
                  </a:lnTo>
                  <a:lnTo>
                    <a:pt x="382714" y="357072"/>
                  </a:lnTo>
                  <a:lnTo>
                    <a:pt x="382618" y="357301"/>
                  </a:lnTo>
                  <a:lnTo>
                    <a:pt x="382594" y="357445"/>
                  </a:lnTo>
                  <a:lnTo>
                    <a:pt x="382216" y="358568"/>
                  </a:lnTo>
                  <a:lnTo>
                    <a:pt x="382060" y="358870"/>
                  </a:lnTo>
                  <a:lnTo>
                    <a:pt x="381586" y="359755"/>
                  </a:lnTo>
                  <a:lnTo>
                    <a:pt x="381108" y="360444"/>
                  </a:lnTo>
                  <a:lnTo>
                    <a:pt x="381023" y="360575"/>
                  </a:lnTo>
                  <a:lnTo>
                    <a:pt x="380801" y="360891"/>
                  </a:lnTo>
                  <a:lnTo>
                    <a:pt x="380239" y="361590"/>
                  </a:lnTo>
                  <a:lnTo>
                    <a:pt x="379522" y="362313"/>
                  </a:lnTo>
                  <a:lnTo>
                    <a:pt x="379190" y="362666"/>
                  </a:lnTo>
                  <a:lnTo>
                    <a:pt x="378697" y="363165"/>
                  </a:lnTo>
                  <a:lnTo>
                    <a:pt x="378078" y="363772"/>
                  </a:lnTo>
                  <a:lnTo>
                    <a:pt x="377932" y="363890"/>
                  </a:lnTo>
                  <a:lnTo>
                    <a:pt x="377917" y="364082"/>
                  </a:lnTo>
                  <a:lnTo>
                    <a:pt x="377762" y="364403"/>
                  </a:lnTo>
                  <a:lnTo>
                    <a:pt x="377360" y="364956"/>
                  </a:lnTo>
                  <a:lnTo>
                    <a:pt x="376958" y="365157"/>
                  </a:lnTo>
                  <a:lnTo>
                    <a:pt x="376645" y="365094"/>
                  </a:lnTo>
                  <a:lnTo>
                    <a:pt x="376405" y="365205"/>
                  </a:lnTo>
                  <a:lnTo>
                    <a:pt x="376388" y="365427"/>
                  </a:lnTo>
                  <a:lnTo>
                    <a:pt x="376406" y="365910"/>
                  </a:lnTo>
                  <a:lnTo>
                    <a:pt x="376203" y="366136"/>
                  </a:lnTo>
                  <a:lnTo>
                    <a:pt x="376005" y="366242"/>
                  </a:lnTo>
                  <a:lnTo>
                    <a:pt x="375805" y="366123"/>
                  </a:lnTo>
                  <a:lnTo>
                    <a:pt x="375387" y="365985"/>
                  </a:lnTo>
                  <a:lnTo>
                    <a:pt x="375102" y="366693"/>
                  </a:lnTo>
                  <a:lnTo>
                    <a:pt x="375160" y="366982"/>
                  </a:lnTo>
                  <a:lnTo>
                    <a:pt x="375576" y="367449"/>
                  </a:lnTo>
                  <a:lnTo>
                    <a:pt x="374885" y="368255"/>
                  </a:lnTo>
                  <a:lnTo>
                    <a:pt x="374627" y="368375"/>
                  </a:lnTo>
                  <a:lnTo>
                    <a:pt x="374310" y="368319"/>
                  </a:lnTo>
                  <a:lnTo>
                    <a:pt x="374309" y="367950"/>
                  </a:lnTo>
                  <a:lnTo>
                    <a:pt x="373895" y="367866"/>
                  </a:lnTo>
                  <a:lnTo>
                    <a:pt x="373783" y="368120"/>
                  </a:lnTo>
                  <a:lnTo>
                    <a:pt x="373775" y="368383"/>
                  </a:lnTo>
                  <a:lnTo>
                    <a:pt x="373930" y="368528"/>
                  </a:lnTo>
                  <a:lnTo>
                    <a:pt x="373969" y="368739"/>
                  </a:lnTo>
                  <a:lnTo>
                    <a:pt x="373459" y="368796"/>
                  </a:lnTo>
                  <a:lnTo>
                    <a:pt x="373244" y="368748"/>
                  </a:lnTo>
                  <a:lnTo>
                    <a:pt x="373022" y="368344"/>
                  </a:lnTo>
                  <a:lnTo>
                    <a:pt x="372949" y="368123"/>
                  </a:lnTo>
                  <a:lnTo>
                    <a:pt x="372767" y="367999"/>
                  </a:lnTo>
                  <a:lnTo>
                    <a:pt x="372602" y="367960"/>
                  </a:lnTo>
                  <a:lnTo>
                    <a:pt x="372270" y="367689"/>
                  </a:lnTo>
                  <a:lnTo>
                    <a:pt x="372274" y="367542"/>
                  </a:lnTo>
                  <a:lnTo>
                    <a:pt x="372015" y="367016"/>
                  </a:lnTo>
                  <a:lnTo>
                    <a:pt x="371865" y="366733"/>
                  </a:lnTo>
                  <a:lnTo>
                    <a:pt x="371507" y="366517"/>
                  </a:lnTo>
                  <a:lnTo>
                    <a:pt x="371013" y="366780"/>
                  </a:lnTo>
                  <a:lnTo>
                    <a:pt x="370625" y="367322"/>
                  </a:lnTo>
                  <a:lnTo>
                    <a:pt x="370663" y="367740"/>
                  </a:lnTo>
                  <a:lnTo>
                    <a:pt x="370632" y="367914"/>
                  </a:lnTo>
                  <a:lnTo>
                    <a:pt x="370168" y="368618"/>
                  </a:lnTo>
                  <a:lnTo>
                    <a:pt x="369876" y="368508"/>
                  </a:lnTo>
                  <a:lnTo>
                    <a:pt x="369617" y="368613"/>
                  </a:lnTo>
                  <a:lnTo>
                    <a:pt x="369372" y="368713"/>
                  </a:lnTo>
                  <a:lnTo>
                    <a:pt x="368671" y="369057"/>
                  </a:lnTo>
                  <a:lnTo>
                    <a:pt x="368537" y="368806"/>
                  </a:lnTo>
                  <a:lnTo>
                    <a:pt x="368336" y="368842"/>
                  </a:lnTo>
                  <a:lnTo>
                    <a:pt x="368134" y="368902"/>
                  </a:lnTo>
                  <a:lnTo>
                    <a:pt x="367954" y="368723"/>
                  </a:lnTo>
                  <a:lnTo>
                    <a:pt x="367568" y="368892"/>
                  </a:lnTo>
                  <a:lnTo>
                    <a:pt x="366916" y="368887"/>
                  </a:lnTo>
                  <a:lnTo>
                    <a:pt x="366646" y="368577"/>
                  </a:lnTo>
                  <a:lnTo>
                    <a:pt x="366442" y="368344"/>
                  </a:lnTo>
                  <a:lnTo>
                    <a:pt x="366056" y="368064"/>
                  </a:lnTo>
                  <a:lnTo>
                    <a:pt x="365974" y="368384"/>
                  </a:lnTo>
                  <a:lnTo>
                    <a:pt x="365591" y="368874"/>
                  </a:lnTo>
                  <a:lnTo>
                    <a:pt x="365281" y="368919"/>
                  </a:lnTo>
                  <a:lnTo>
                    <a:pt x="364899" y="368967"/>
                  </a:lnTo>
                  <a:lnTo>
                    <a:pt x="364299" y="369367"/>
                  </a:lnTo>
                  <a:lnTo>
                    <a:pt x="364085" y="369489"/>
                  </a:lnTo>
                  <a:lnTo>
                    <a:pt x="363368" y="369535"/>
                  </a:lnTo>
                  <a:lnTo>
                    <a:pt x="362719" y="369360"/>
                  </a:lnTo>
                  <a:lnTo>
                    <a:pt x="362569" y="369251"/>
                  </a:lnTo>
                  <a:lnTo>
                    <a:pt x="362249" y="369107"/>
                  </a:lnTo>
                  <a:lnTo>
                    <a:pt x="361905" y="369034"/>
                  </a:lnTo>
                  <a:lnTo>
                    <a:pt x="361779" y="368719"/>
                  </a:lnTo>
                  <a:lnTo>
                    <a:pt x="361642" y="368266"/>
                  </a:lnTo>
                  <a:lnTo>
                    <a:pt x="361729" y="368135"/>
                  </a:lnTo>
                  <a:lnTo>
                    <a:pt x="361779" y="367750"/>
                  </a:lnTo>
                  <a:lnTo>
                    <a:pt x="361236" y="367225"/>
                  </a:lnTo>
                  <a:lnTo>
                    <a:pt x="360800" y="367160"/>
                  </a:lnTo>
                  <a:lnTo>
                    <a:pt x="360711" y="367007"/>
                  </a:lnTo>
                  <a:lnTo>
                    <a:pt x="360664" y="366822"/>
                  </a:lnTo>
                  <a:lnTo>
                    <a:pt x="360734" y="365990"/>
                  </a:lnTo>
                  <a:lnTo>
                    <a:pt x="360738" y="365638"/>
                  </a:lnTo>
                  <a:lnTo>
                    <a:pt x="360741" y="365395"/>
                  </a:lnTo>
                  <a:lnTo>
                    <a:pt x="360731" y="365179"/>
                  </a:lnTo>
                  <a:lnTo>
                    <a:pt x="360393" y="365065"/>
                  </a:lnTo>
                  <a:lnTo>
                    <a:pt x="360462" y="364920"/>
                  </a:lnTo>
                  <a:lnTo>
                    <a:pt x="360205" y="364812"/>
                  </a:lnTo>
                  <a:lnTo>
                    <a:pt x="359638" y="364777"/>
                  </a:lnTo>
                  <a:lnTo>
                    <a:pt x="359690" y="364584"/>
                  </a:lnTo>
                  <a:lnTo>
                    <a:pt x="359769" y="363895"/>
                  </a:lnTo>
                  <a:lnTo>
                    <a:pt x="359785" y="363754"/>
                  </a:lnTo>
                  <a:lnTo>
                    <a:pt x="359803" y="363198"/>
                  </a:lnTo>
                  <a:lnTo>
                    <a:pt x="359336" y="362935"/>
                  </a:lnTo>
                  <a:lnTo>
                    <a:pt x="359218" y="362770"/>
                  </a:lnTo>
                  <a:lnTo>
                    <a:pt x="358820" y="362494"/>
                  </a:lnTo>
                  <a:lnTo>
                    <a:pt x="358536" y="362506"/>
                  </a:lnTo>
                  <a:lnTo>
                    <a:pt x="358373" y="362384"/>
                  </a:lnTo>
                  <a:lnTo>
                    <a:pt x="358703" y="361838"/>
                  </a:lnTo>
                  <a:lnTo>
                    <a:pt x="358231" y="361712"/>
                  </a:lnTo>
                  <a:lnTo>
                    <a:pt x="358045" y="361594"/>
                  </a:lnTo>
                  <a:lnTo>
                    <a:pt x="357942" y="360952"/>
                  </a:lnTo>
                  <a:lnTo>
                    <a:pt x="358120" y="360669"/>
                  </a:lnTo>
                  <a:lnTo>
                    <a:pt x="357959" y="360463"/>
                  </a:lnTo>
                  <a:lnTo>
                    <a:pt x="357803" y="360264"/>
                  </a:lnTo>
                  <a:lnTo>
                    <a:pt x="357353" y="359931"/>
                  </a:lnTo>
                  <a:lnTo>
                    <a:pt x="357780" y="359648"/>
                  </a:lnTo>
                  <a:lnTo>
                    <a:pt x="358190" y="359462"/>
                  </a:lnTo>
                  <a:lnTo>
                    <a:pt x="358334" y="359449"/>
                  </a:lnTo>
                  <a:lnTo>
                    <a:pt x="358570" y="359330"/>
                  </a:lnTo>
                  <a:lnTo>
                    <a:pt x="357839" y="358549"/>
                  </a:lnTo>
                  <a:lnTo>
                    <a:pt x="357627" y="357707"/>
                  </a:lnTo>
                  <a:lnTo>
                    <a:pt x="357354" y="357402"/>
                  </a:lnTo>
                  <a:lnTo>
                    <a:pt x="356810" y="357446"/>
                  </a:lnTo>
                  <a:lnTo>
                    <a:pt x="356521" y="357349"/>
                  </a:lnTo>
                  <a:lnTo>
                    <a:pt x="356460" y="357141"/>
                  </a:lnTo>
                  <a:lnTo>
                    <a:pt x="356162" y="356941"/>
                  </a:lnTo>
                  <a:lnTo>
                    <a:pt x="354657" y="357222"/>
                  </a:lnTo>
                  <a:lnTo>
                    <a:pt x="354370" y="357127"/>
                  </a:lnTo>
                  <a:lnTo>
                    <a:pt x="353835" y="357084"/>
                  </a:lnTo>
                  <a:lnTo>
                    <a:pt x="353381" y="357582"/>
                  </a:lnTo>
                  <a:lnTo>
                    <a:pt x="353018" y="357533"/>
                  </a:lnTo>
                  <a:lnTo>
                    <a:pt x="352909" y="357253"/>
                  </a:lnTo>
                  <a:lnTo>
                    <a:pt x="352705" y="357171"/>
                  </a:lnTo>
                  <a:lnTo>
                    <a:pt x="352228" y="357012"/>
                  </a:lnTo>
                  <a:lnTo>
                    <a:pt x="351323" y="357037"/>
                  </a:lnTo>
                  <a:lnTo>
                    <a:pt x="351030" y="357089"/>
                  </a:lnTo>
                  <a:lnTo>
                    <a:pt x="351328" y="356845"/>
                  </a:lnTo>
                  <a:lnTo>
                    <a:pt x="351137" y="356757"/>
                  </a:lnTo>
                  <a:lnTo>
                    <a:pt x="350699" y="357593"/>
                  </a:lnTo>
                  <a:lnTo>
                    <a:pt x="350442" y="357697"/>
                  </a:lnTo>
                  <a:lnTo>
                    <a:pt x="350537" y="357987"/>
                  </a:lnTo>
                  <a:lnTo>
                    <a:pt x="350448" y="358125"/>
                  </a:lnTo>
                  <a:lnTo>
                    <a:pt x="349823" y="358048"/>
                  </a:lnTo>
                  <a:lnTo>
                    <a:pt x="349539" y="358298"/>
                  </a:lnTo>
                  <a:lnTo>
                    <a:pt x="349678" y="358436"/>
                  </a:lnTo>
                  <a:lnTo>
                    <a:pt x="349928" y="358647"/>
                  </a:lnTo>
                  <a:lnTo>
                    <a:pt x="350317" y="358962"/>
                  </a:lnTo>
                  <a:lnTo>
                    <a:pt x="350267" y="359146"/>
                  </a:lnTo>
                  <a:lnTo>
                    <a:pt x="350066" y="359194"/>
                  </a:lnTo>
                  <a:lnTo>
                    <a:pt x="349677" y="359595"/>
                  </a:lnTo>
                  <a:lnTo>
                    <a:pt x="349095" y="359452"/>
                  </a:lnTo>
                  <a:lnTo>
                    <a:pt x="348981" y="359307"/>
                  </a:lnTo>
                  <a:lnTo>
                    <a:pt x="348690" y="359061"/>
                  </a:lnTo>
                  <a:lnTo>
                    <a:pt x="348710" y="359421"/>
                  </a:lnTo>
                  <a:lnTo>
                    <a:pt x="348606" y="359588"/>
                  </a:lnTo>
                  <a:lnTo>
                    <a:pt x="348447" y="359494"/>
                  </a:lnTo>
                  <a:lnTo>
                    <a:pt x="347831" y="359623"/>
                  </a:lnTo>
                  <a:lnTo>
                    <a:pt x="347385" y="359631"/>
                  </a:lnTo>
                  <a:lnTo>
                    <a:pt x="347044" y="359751"/>
                  </a:lnTo>
                  <a:lnTo>
                    <a:pt x="346851" y="359819"/>
                  </a:lnTo>
                  <a:lnTo>
                    <a:pt x="346743" y="360078"/>
                  </a:lnTo>
                  <a:lnTo>
                    <a:pt x="346380" y="360292"/>
                  </a:lnTo>
                  <a:lnTo>
                    <a:pt x="346108" y="360176"/>
                  </a:lnTo>
                  <a:lnTo>
                    <a:pt x="345844" y="359945"/>
                  </a:lnTo>
                  <a:lnTo>
                    <a:pt x="345455" y="359815"/>
                  </a:lnTo>
                  <a:lnTo>
                    <a:pt x="345280" y="359835"/>
                  </a:lnTo>
                  <a:lnTo>
                    <a:pt x="345227" y="360533"/>
                  </a:lnTo>
                  <a:lnTo>
                    <a:pt x="344980" y="360676"/>
                  </a:lnTo>
                  <a:lnTo>
                    <a:pt x="345009" y="360892"/>
                  </a:lnTo>
                  <a:lnTo>
                    <a:pt x="345077" y="361139"/>
                  </a:lnTo>
                  <a:lnTo>
                    <a:pt x="344934" y="361326"/>
                  </a:lnTo>
                  <a:lnTo>
                    <a:pt x="344443" y="361676"/>
                  </a:lnTo>
                  <a:lnTo>
                    <a:pt x="344374" y="360995"/>
                  </a:lnTo>
                  <a:lnTo>
                    <a:pt x="343799" y="360918"/>
                  </a:lnTo>
                  <a:lnTo>
                    <a:pt x="344239" y="361425"/>
                  </a:lnTo>
                  <a:lnTo>
                    <a:pt x="344120" y="362169"/>
                  </a:lnTo>
                  <a:lnTo>
                    <a:pt x="343944" y="361884"/>
                  </a:lnTo>
                  <a:lnTo>
                    <a:pt x="343472" y="361534"/>
                  </a:lnTo>
                  <a:lnTo>
                    <a:pt x="343362" y="362006"/>
                  </a:lnTo>
                  <a:lnTo>
                    <a:pt x="343073" y="362415"/>
                  </a:lnTo>
                  <a:lnTo>
                    <a:pt x="342841" y="362132"/>
                  </a:lnTo>
                  <a:lnTo>
                    <a:pt x="342860" y="361736"/>
                  </a:lnTo>
                  <a:lnTo>
                    <a:pt x="342958" y="361589"/>
                  </a:lnTo>
                  <a:lnTo>
                    <a:pt x="342977" y="361379"/>
                  </a:lnTo>
                  <a:lnTo>
                    <a:pt x="341968" y="361382"/>
                  </a:lnTo>
                  <a:lnTo>
                    <a:pt x="341592" y="361288"/>
                  </a:lnTo>
                  <a:lnTo>
                    <a:pt x="341305" y="360581"/>
                  </a:lnTo>
                  <a:lnTo>
                    <a:pt x="341480" y="359988"/>
                  </a:lnTo>
                  <a:lnTo>
                    <a:pt x="341175" y="360058"/>
                  </a:lnTo>
                  <a:lnTo>
                    <a:pt x="341012" y="360074"/>
                  </a:lnTo>
                  <a:lnTo>
                    <a:pt x="340674" y="360101"/>
                  </a:lnTo>
                  <a:lnTo>
                    <a:pt x="340614" y="359695"/>
                  </a:lnTo>
                  <a:lnTo>
                    <a:pt x="340517" y="359027"/>
                  </a:lnTo>
                  <a:lnTo>
                    <a:pt x="340690" y="358799"/>
                  </a:lnTo>
                  <a:lnTo>
                    <a:pt x="340698" y="358652"/>
                  </a:lnTo>
                  <a:lnTo>
                    <a:pt x="340669" y="358311"/>
                  </a:lnTo>
                  <a:lnTo>
                    <a:pt x="340526" y="358209"/>
                  </a:lnTo>
                  <a:lnTo>
                    <a:pt x="340556" y="357995"/>
                  </a:lnTo>
                  <a:lnTo>
                    <a:pt x="340546" y="357789"/>
                  </a:lnTo>
                  <a:lnTo>
                    <a:pt x="340410" y="357232"/>
                  </a:lnTo>
                  <a:lnTo>
                    <a:pt x="339984" y="356612"/>
                  </a:lnTo>
                  <a:lnTo>
                    <a:pt x="339773" y="356501"/>
                  </a:lnTo>
                  <a:lnTo>
                    <a:pt x="339451" y="356487"/>
                  </a:lnTo>
                  <a:lnTo>
                    <a:pt x="339322" y="356484"/>
                  </a:lnTo>
                  <a:lnTo>
                    <a:pt x="338981" y="356547"/>
                  </a:lnTo>
                  <a:lnTo>
                    <a:pt x="338844" y="356516"/>
                  </a:lnTo>
                  <a:lnTo>
                    <a:pt x="338819" y="356032"/>
                  </a:lnTo>
                  <a:lnTo>
                    <a:pt x="338579" y="356212"/>
                  </a:lnTo>
                  <a:lnTo>
                    <a:pt x="338734" y="356478"/>
                  </a:lnTo>
                  <a:lnTo>
                    <a:pt x="338878" y="356832"/>
                  </a:lnTo>
                  <a:lnTo>
                    <a:pt x="338766" y="357041"/>
                  </a:lnTo>
                  <a:lnTo>
                    <a:pt x="338582" y="357013"/>
                  </a:lnTo>
                  <a:lnTo>
                    <a:pt x="338375" y="356503"/>
                  </a:lnTo>
                  <a:lnTo>
                    <a:pt x="338039" y="356369"/>
                  </a:lnTo>
                  <a:lnTo>
                    <a:pt x="337811" y="356627"/>
                  </a:lnTo>
                  <a:lnTo>
                    <a:pt x="337691" y="356173"/>
                  </a:lnTo>
                  <a:lnTo>
                    <a:pt x="337490" y="356088"/>
                  </a:lnTo>
                  <a:lnTo>
                    <a:pt x="337213" y="355921"/>
                  </a:lnTo>
                  <a:lnTo>
                    <a:pt x="337263" y="355557"/>
                  </a:lnTo>
                  <a:lnTo>
                    <a:pt x="337096" y="355085"/>
                  </a:lnTo>
                  <a:lnTo>
                    <a:pt x="336593" y="355576"/>
                  </a:lnTo>
                  <a:lnTo>
                    <a:pt x="336238" y="355289"/>
                  </a:lnTo>
                  <a:lnTo>
                    <a:pt x="336047" y="355226"/>
                  </a:lnTo>
                  <a:lnTo>
                    <a:pt x="335558" y="354805"/>
                  </a:lnTo>
                  <a:lnTo>
                    <a:pt x="335275" y="354473"/>
                  </a:lnTo>
                  <a:lnTo>
                    <a:pt x="334982" y="354124"/>
                  </a:lnTo>
                  <a:lnTo>
                    <a:pt x="334653" y="353965"/>
                  </a:lnTo>
                  <a:lnTo>
                    <a:pt x="334064" y="353789"/>
                  </a:lnTo>
                  <a:lnTo>
                    <a:pt x="333762" y="353776"/>
                  </a:lnTo>
                  <a:lnTo>
                    <a:pt x="332545" y="353725"/>
                  </a:lnTo>
                  <a:lnTo>
                    <a:pt x="331356" y="353631"/>
                  </a:lnTo>
                  <a:lnTo>
                    <a:pt x="331065" y="353354"/>
                  </a:lnTo>
                  <a:lnTo>
                    <a:pt x="330723" y="353031"/>
                  </a:lnTo>
                  <a:lnTo>
                    <a:pt x="330452" y="352929"/>
                  </a:lnTo>
                  <a:lnTo>
                    <a:pt x="330267" y="353079"/>
                  </a:lnTo>
                  <a:lnTo>
                    <a:pt x="329788" y="353017"/>
                  </a:lnTo>
                  <a:lnTo>
                    <a:pt x="330170" y="352614"/>
                  </a:lnTo>
                  <a:lnTo>
                    <a:pt x="329983" y="352475"/>
                  </a:lnTo>
                  <a:lnTo>
                    <a:pt x="329902" y="352590"/>
                  </a:lnTo>
                  <a:lnTo>
                    <a:pt x="329751" y="352500"/>
                  </a:lnTo>
                  <a:lnTo>
                    <a:pt x="329492" y="352264"/>
                  </a:lnTo>
                  <a:lnTo>
                    <a:pt x="329452" y="352711"/>
                  </a:lnTo>
                  <a:lnTo>
                    <a:pt x="329344" y="353127"/>
                  </a:lnTo>
                  <a:lnTo>
                    <a:pt x="328797" y="353181"/>
                  </a:lnTo>
                  <a:lnTo>
                    <a:pt x="328836" y="352663"/>
                  </a:lnTo>
                  <a:lnTo>
                    <a:pt x="328748" y="352423"/>
                  </a:lnTo>
                  <a:lnTo>
                    <a:pt x="328392" y="352287"/>
                  </a:lnTo>
                  <a:lnTo>
                    <a:pt x="328225" y="352574"/>
                  </a:lnTo>
                  <a:lnTo>
                    <a:pt x="328099" y="352794"/>
                  </a:lnTo>
                  <a:lnTo>
                    <a:pt x="327763" y="353094"/>
                  </a:lnTo>
                  <a:lnTo>
                    <a:pt x="327601" y="352960"/>
                  </a:lnTo>
                  <a:lnTo>
                    <a:pt x="327529" y="352811"/>
                  </a:lnTo>
                  <a:lnTo>
                    <a:pt x="327529" y="352461"/>
                  </a:lnTo>
                  <a:lnTo>
                    <a:pt x="327595" y="352116"/>
                  </a:lnTo>
                  <a:lnTo>
                    <a:pt x="327358" y="351897"/>
                  </a:lnTo>
                  <a:lnTo>
                    <a:pt x="327271" y="351578"/>
                  </a:lnTo>
                  <a:lnTo>
                    <a:pt x="327192" y="351304"/>
                  </a:lnTo>
                  <a:lnTo>
                    <a:pt x="326910" y="351095"/>
                  </a:lnTo>
                  <a:lnTo>
                    <a:pt x="326653" y="351104"/>
                  </a:lnTo>
                  <a:lnTo>
                    <a:pt x="326209" y="351402"/>
                  </a:lnTo>
                  <a:lnTo>
                    <a:pt x="325860" y="351384"/>
                  </a:lnTo>
                  <a:lnTo>
                    <a:pt x="325742" y="351719"/>
                  </a:lnTo>
                  <a:lnTo>
                    <a:pt x="325796" y="351985"/>
                  </a:lnTo>
                  <a:lnTo>
                    <a:pt x="325532" y="352350"/>
                  </a:lnTo>
                  <a:lnTo>
                    <a:pt x="325348" y="352362"/>
                  </a:lnTo>
                  <a:lnTo>
                    <a:pt x="325005" y="352334"/>
                  </a:lnTo>
                  <a:lnTo>
                    <a:pt x="324712" y="352880"/>
                  </a:lnTo>
                  <a:lnTo>
                    <a:pt x="324689" y="353181"/>
                  </a:lnTo>
                  <a:lnTo>
                    <a:pt x="324821" y="353803"/>
                  </a:lnTo>
                  <a:lnTo>
                    <a:pt x="324168" y="354668"/>
                  </a:lnTo>
                  <a:lnTo>
                    <a:pt x="324246" y="354840"/>
                  </a:lnTo>
                  <a:lnTo>
                    <a:pt x="323481" y="355689"/>
                  </a:lnTo>
                  <a:lnTo>
                    <a:pt x="323070" y="356135"/>
                  </a:lnTo>
                  <a:lnTo>
                    <a:pt x="322739" y="356105"/>
                  </a:lnTo>
                  <a:lnTo>
                    <a:pt x="322601" y="356407"/>
                  </a:lnTo>
                  <a:lnTo>
                    <a:pt x="322548" y="356920"/>
                  </a:lnTo>
                  <a:lnTo>
                    <a:pt x="322564" y="357135"/>
                  </a:lnTo>
                  <a:lnTo>
                    <a:pt x="322601" y="357632"/>
                  </a:lnTo>
                  <a:lnTo>
                    <a:pt x="322651" y="357781"/>
                  </a:lnTo>
                  <a:lnTo>
                    <a:pt x="322891" y="358035"/>
                  </a:lnTo>
                  <a:lnTo>
                    <a:pt x="323272" y="358057"/>
                  </a:lnTo>
                  <a:lnTo>
                    <a:pt x="323552" y="358187"/>
                  </a:lnTo>
                  <a:lnTo>
                    <a:pt x="323477" y="358418"/>
                  </a:lnTo>
                  <a:lnTo>
                    <a:pt x="323318" y="358591"/>
                  </a:lnTo>
                  <a:lnTo>
                    <a:pt x="323117" y="359069"/>
                  </a:lnTo>
                  <a:lnTo>
                    <a:pt x="322751" y="359118"/>
                  </a:lnTo>
                  <a:lnTo>
                    <a:pt x="321522" y="359167"/>
                  </a:lnTo>
                  <a:lnTo>
                    <a:pt x="320970" y="359118"/>
                  </a:lnTo>
                  <a:lnTo>
                    <a:pt x="320970" y="358913"/>
                  </a:lnTo>
                  <a:lnTo>
                    <a:pt x="320627" y="358673"/>
                  </a:lnTo>
                  <a:lnTo>
                    <a:pt x="320281" y="358430"/>
                  </a:lnTo>
                  <a:lnTo>
                    <a:pt x="320037" y="358249"/>
                  </a:lnTo>
                  <a:lnTo>
                    <a:pt x="319227" y="358198"/>
                  </a:lnTo>
                  <a:lnTo>
                    <a:pt x="318984" y="358937"/>
                  </a:lnTo>
                  <a:lnTo>
                    <a:pt x="318995" y="359122"/>
                  </a:lnTo>
                  <a:lnTo>
                    <a:pt x="319136" y="359655"/>
                  </a:lnTo>
                  <a:lnTo>
                    <a:pt x="319076" y="359976"/>
                  </a:lnTo>
                  <a:lnTo>
                    <a:pt x="319679" y="360637"/>
                  </a:lnTo>
                  <a:lnTo>
                    <a:pt x="320113" y="360652"/>
                  </a:lnTo>
                  <a:lnTo>
                    <a:pt x="320490" y="360501"/>
                  </a:lnTo>
                  <a:lnTo>
                    <a:pt x="320629" y="360745"/>
                  </a:lnTo>
                  <a:lnTo>
                    <a:pt x="320675" y="360982"/>
                  </a:lnTo>
                  <a:lnTo>
                    <a:pt x="320559" y="361142"/>
                  </a:lnTo>
                  <a:lnTo>
                    <a:pt x="320295" y="361114"/>
                  </a:lnTo>
                  <a:lnTo>
                    <a:pt x="320065" y="361156"/>
                  </a:lnTo>
                  <a:lnTo>
                    <a:pt x="320007" y="361317"/>
                  </a:lnTo>
                  <a:lnTo>
                    <a:pt x="320034" y="361774"/>
                  </a:lnTo>
                  <a:lnTo>
                    <a:pt x="319936" y="362112"/>
                  </a:lnTo>
                  <a:lnTo>
                    <a:pt x="319523" y="362208"/>
                  </a:lnTo>
                  <a:lnTo>
                    <a:pt x="319219" y="362058"/>
                  </a:lnTo>
                  <a:lnTo>
                    <a:pt x="318996" y="362085"/>
                  </a:lnTo>
                  <a:lnTo>
                    <a:pt x="318773" y="362365"/>
                  </a:lnTo>
                  <a:lnTo>
                    <a:pt x="318425" y="362429"/>
                  </a:lnTo>
                  <a:lnTo>
                    <a:pt x="318150" y="362167"/>
                  </a:lnTo>
                  <a:lnTo>
                    <a:pt x="317850" y="362307"/>
                  </a:lnTo>
                  <a:lnTo>
                    <a:pt x="317773" y="362611"/>
                  </a:lnTo>
                  <a:lnTo>
                    <a:pt x="316994" y="362170"/>
                  </a:lnTo>
                  <a:lnTo>
                    <a:pt x="316649" y="362305"/>
                  </a:lnTo>
                  <a:lnTo>
                    <a:pt x="316426" y="362435"/>
                  </a:lnTo>
                  <a:lnTo>
                    <a:pt x="316088" y="362723"/>
                  </a:lnTo>
                  <a:lnTo>
                    <a:pt x="315891" y="362924"/>
                  </a:lnTo>
                  <a:lnTo>
                    <a:pt x="315796" y="363242"/>
                  </a:lnTo>
                  <a:lnTo>
                    <a:pt x="315861" y="363568"/>
                  </a:lnTo>
                  <a:lnTo>
                    <a:pt x="316223" y="363816"/>
                  </a:lnTo>
                  <a:lnTo>
                    <a:pt x="316633" y="363860"/>
                  </a:lnTo>
                  <a:lnTo>
                    <a:pt x="316664" y="363656"/>
                  </a:lnTo>
                  <a:lnTo>
                    <a:pt x="316979" y="363353"/>
                  </a:lnTo>
                  <a:lnTo>
                    <a:pt x="317242" y="363158"/>
                  </a:lnTo>
                  <a:lnTo>
                    <a:pt x="317725" y="363098"/>
                  </a:lnTo>
                  <a:lnTo>
                    <a:pt x="317976" y="363188"/>
                  </a:lnTo>
                  <a:lnTo>
                    <a:pt x="318173" y="363556"/>
                  </a:lnTo>
                  <a:lnTo>
                    <a:pt x="317854" y="363917"/>
                  </a:lnTo>
                  <a:lnTo>
                    <a:pt x="317679" y="363951"/>
                  </a:lnTo>
                  <a:lnTo>
                    <a:pt x="317436" y="364078"/>
                  </a:lnTo>
                  <a:lnTo>
                    <a:pt x="317319" y="364249"/>
                  </a:lnTo>
                  <a:lnTo>
                    <a:pt x="317293" y="364434"/>
                  </a:lnTo>
                  <a:lnTo>
                    <a:pt x="317896" y="365064"/>
                  </a:lnTo>
                  <a:lnTo>
                    <a:pt x="317990" y="365245"/>
                  </a:lnTo>
                  <a:lnTo>
                    <a:pt x="318190" y="365475"/>
                  </a:lnTo>
                  <a:lnTo>
                    <a:pt x="318562" y="365452"/>
                  </a:lnTo>
                  <a:lnTo>
                    <a:pt x="318771" y="365480"/>
                  </a:lnTo>
                  <a:lnTo>
                    <a:pt x="319476" y="365655"/>
                  </a:lnTo>
                  <a:lnTo>
                    <a:pt x="319691" y="365715"/>
                  </a:lnTo>
                  <a:lnTo>
                    <a:pt x="319928" y="365894"/>
                  </a:lnTo>
                  <a:lnTo>
                    <a:pt x="319786" y="366037"/>
                  </a:lnTo>
                  <a:lnTo>
                    <a:pt x="319722" y="366165"/>
                  </a:lnTo>
                  <a:lnTo>
                    <a:pt x="319783" y="366897"/>
                  </a:lnTo>
                  <a:lnTo>
                    <a:pt x="319849" y="367041"/>
                  </a:lnTo>
                  <a:lnTo>
                    <a:pt x="320597" y="367293"/>
                  </a:lnTo>
                  <a:lnTo>
                    <a:pt x="320832" y="367265"/>
                  </a:lnTo>
                  <a:lnTo>
                    <a:pt x="321085" y="367027"/>
                  </a:lnTo>
                  <a:lnTo>
                    <a:pt x="321255" y="367739"/>
                  </a:lnTo>
                  <a:lnTo>
                    <a:pt x="321565" y="368148"/>
                  </a:lnTo>
                  <a:lnTo>
                    <a:pt x="321737" y="368569"/>
                  </a:lnTo>
                  <a:lnTo>
                    <a:pt x="322518" y="368676"/>
                  </a:lnTo>
                  <a:lnTo>
                    <a:pt x="323054" y="368531"/>
                  </a:lnTo>
                  <a:lnTo>
                    <a:pt x="323178" y="368875"/>
                  </a:lnTo>
                  <a:lnTo>
                    <a:pt x="323328" y="369142"/>
                  </a:lnTo>
                  <a:lnTo>
                    <a:pt x="323534" y="368980"/>
                  </a:lnTo>
                  <a:lnTo>
                    <a:pt x="323802" y="368792"/>
                  </a:lnTo>
                  <a:lnTo>
                    <a:pt x="324045" y="368768"/>
                  </a:lnTo>
                  <a:lnTo>
                    <a:pt x="324233" y="369180"/>
                  </a:lnTo>
                  <a:lnTo>
                    <a:pt x="324343" y="369642"/>
                  </a:lnTo>
                  <a:lnTo>
                    <a:pt x="323943" y="370157"/>
                  </a:lnTo>
                  <a:lnTo>
                    <a:pt x="323587" y="370252"/>
                  </a:lnTo>
                  <a:lnTo>
                    <a:pt x="323378" y="370365"/>
                  </a:lnTo>
                  <a:lnTo>
                    <a:pt x="323293" y="370526"/>
                  </a:lnTo>
                  <a:lnTo>
                    <a:pt x="323086" y="370976"/>
                  </a:lnTo>
                  <a:lnTo>
                    <a:pt x="323353" y="371858"/>
                  </a:lnTo>
                  <a:lnTo>
                    <a:pt x="323348" y="372137"/>
                  </a:lnTo>
                  <a:lnTo>
                    <a:pt x="323136" y="372387"/>
                  </a:lnTo>
                  <a:lnTo>
                    <a:pt x="322969" y="372518"/>
                  </a:lnTo>
                  <a:lnTo>
                    <a:pt x="322901" y="373033"/>
                  </a:lnTo>
                  <a:lnTo>
                    <a:pt x="322722" y="373320"/>
                  </a:lnTo>
                  <a:lnTo>
                    <a:pt x="322479" y="373376"/>
                  </a:lnTo>
                  <a:lnTo>
                    <a:pt x="322212" y="373392"/>
                  </a:lnTo>
                  <a:lnTo>
                    <a:pt x="322378" y="373647"/>
                  </a:lnTo>
                  <a:lnTo>
                    <a:pt x="322547" y="373841"/>
                  </a:lnTo>
                  <a:lnTo>
                    <a:pt x="322699" y="373922"/>
                  </a:lnTo>
                  <a:lnTo>
                    <a:pt x="322738" y="374119"/>
                  </a:lnTo>
                  <a:lnTo>
                    <a:pt x="322721" y="374463"/>
                  </a:lnTo>
                  <a:lnTo>
                    <a:pt x="322600" y="374641"/>
                  </a:lnTo>
                  <a:lnTo>
                    <a:pt x="322784" y="374822"/>
                  </a:lnTo>
                  <a:lnTo>
                    <a:pt x="323033" y="374939"/>
                  </a:lnTo>
                  <a:lnTo>
                    <a:pt x="323292" y="374953"/>
                  </a:lnTo>
                  <a:lnTo>
                    <a:pt x="323445" y="375218"/>
                  </a:lnTo>
                  <a:lnTo>
                    <a:pt x="323489" y="375594"/>
                  </a:lnTo>
                  <a:lnTo>
                    <a:pt x="323475" y="375740"/>
                  </a:lnTo>
                  <a:lnTo>
                    <a:pt x="323199" y="376387"/>
                  </a:lnTo>
                  <a:lnTo>
                    <a:pt x="322915" y="376688"/>
                  </a:lnTo>
                  <a:lnTo>
                    <a:pt x="322483" y="377221"/>
                  </a:lnTo>
                  <a:lnTo>
                    <a:pt x="321784" y="376718"/>
                  </a:lnTo>
                  <a:lnTo>
                    <a:pt x="321242" y="376651"/>
                  </a:lnTo>
                  <a:lnTo>
                    <a:pt x="320966" y="377074"/>
                  </a:lnTo>
                  <a:lnTo>
                    <a:pt x="320581" y="377158"/>
                  </a:lnTo>
                  <a:lnTo>
                    <a:pt x="320336" y="377171"/>
                  </a:lnTo>
                  <a:lnTo>
                    <a:pt x="320197" y="377205"/>
                  </a:lnTo>
                  <a:lnTo>
                    <a:pt x="319900" y="377355"/>
                  </a:lnTo>
                  <a:lnTo>
                    <a:pt x="319328" y="377373"/>
                  </a:lnTo>
                  <a:lnTo>
                    <a:pt x="318829" y="377195"/>
                  </a:lnTo>
                  <a:lnTo>
                    <a:pt x="318694" y="377521"/>
                  </a:lnTo>
                  <a:lnTo>
                    <a:pt x="318627" y="377682"/>
                  </a:lnTo>
                  <a:lnTo>
                    <a:pt x="318616" y="378081"/>
                  </a:lnTo>
                  <a:lnTo>
                    <a:pt x="317803" y="378476"/>
                  </a:lnTo>
                  <a:lnTo>
                    <a:pt x="317594" y="379088"/>
                  </a:lnTo>
                  <a:lnTo>
                    <a:pt x="317759" y="379713"/>
                  </a:lnTo>
                  <a:lnTo>
                    <a:pt x="317149" y="380556"/>
                  </a:lnTo>
                  <a:lnTo>
                    <a:pt x="317373" y="380817"/>
                  </a:lnTo>
                  <a:lnTo>
                    <a:pt x="317340" y="381443"/>
                  </a:lnTo>
                  <a:lnTo>
                    <a:pt x="316957" y="381908"/>
                  </a:lnTo>
                  <a:lnTo>
                    <a:pt x="316955" y="382293"/>
                  </a:lnTo>
                  <a:lnTo>
                    <a:pt x="316704" y="382198"/>
                  </a:lnTo>
                  <a:lnTo>
                    <a:pt x="316311" y="381813"/>
                  </a:lnTo>
                  <a:lnTo>
                    <a:pt x="316076" y="381999"/>
                  </a:lnTo>
                  <a:lnTo>
                    <a:pt x="316125" y="382239"/>
                  </a:lnTo>
                  <a:lnTo>
                    <a:pt x="316101" y="382623"/>
                  </a:lnTo>
                  <a:lnTo>
                    <a:pt x="315619" y="383118"/>
                  </a:lnTo>
                  <a:lnTo>
                    <a:pt x="315937" y="383650"/>
                  </a:lnTo>
                  <a:lnTo>
                    <a:pt x="315417" y="383473"/>
                  </a:lnTo>
                  <a:lnTo>
                    <a:pt x="315224" y="383205"/>
                  </a:lnTo>
                  <a:lnTo>
                    <a:pt x="314788" y="383136"/>
                  </a:lnTo>
                  <a:lnTo>
                    <a:pt x="314320" y="382755"/>
                  </a:lnTo>
                  <a:lnTo>
                    <a:pt x="314258" y="382621"/>
                  </a:lnTo>
                  <a:lnTo>
                    <a:pt x="314118" y="382480"/>
                  </a:lnTo>
                  <a:lnTo>
                    <a:pt x="313803" y="382591"/>
                  </a:lnTo>
                  <a:lnTo>
                    <a:pt x="313625" y="382689"/>
                  </a:lnTo>
                  <a:lnTo>
                    <a:pt x="313378" y="383276"/>
                  </a:lnTo>
                  <a:lnTo>
                    <a:pt x="313419" y="383509"/>
                  </a:lnTo>
                  <a:lnTo>
                    <a:pt x="313710" y="384106"/>
                  </a:lnTo>
                  <a:lnTo>
                    <a:pt x="313743" y="384343"/>
                  </a:lnTo>
                  <a:lnTo>
                    <a:pt x="313547" y="384474"/>
                  </a:lnTo>
                  <a:lnTo>
                    <a:pt x="312944" y="384503"/>
                  </a:lnTo>
                  <a:lnTo>
                    <a:pt x="312629" y="384481"/>
                  </a:lnTo>
                  <a:lnTo>
                    <a:pt x="312414" y="384466"/>
                  </a:lnTo>
                  <a:lnTo>
                    <a:pt x="312106" y="384445"/>
                  </a:lnTo>
                  <a:lnTo>
                    <a:pt x="311924" y="384430"/>
                  </a:lnTo>
                  <a:lnTo>
                    <a:pt x="311481" y="383913"/>
                  </a:lnTo>
                  <a:lnTo>
                    <a:pt x="311316" y="383942"/>
                  </a:lnTo>
                  <a:lnTo>
                    <a:pt x="311080" y="384122"/>
                  </a:lnTo>
                  <a:lnTo>
                    <a:pt x="310849" y="384452"/>
                  </a:lnTo>
                  <a:lnTo>
                    <a:pt x="310382" y="384488"/>
                  </a:lnTo>
                  <a:lnTo>
                    <a:pt x="310169" y="384485"/>
                  </a:lnTo>
                  <a:lnTo>
                    <a:pt x="310128" y="384707"/>
                  </a:lnTo>
                  <a:lnTo>
                    <a:pt x="310236" y="385189"/>
                  </a:lnTo>
                  <a:lnTo>
                    <a:pt x="310322" y="385351"/>
                  </a:lnTo>
                  <a:lnTo>
                    <a:pt x="310082" y="385720"/>
                  </a:lnTo>
                  <a:lnTo>
                    <a:pt x="309617" y="386013"/>
                  </a:lnTo>
                  <a:lnTo>
                    <a:pt x="309665" y="386166"/>
                  </a:lnTo>
                  <a:lnTo>
                    <a:pt x="308812" y="386623"/>
                  </a:lnTo>
                  <a:lnTo>
                    <a:pt x="308428" y="387239"/>
                  </a:lnTo>
                  <a:lnTo>
                    <a:pt x="308324" y="387679"/>
                  </a:lnTo>
                  <a:lnTo>
                    <a:pt x="308005" y="387928"/>
                  </a:lnTo>
                  <a:lnTo>
                    <a:pt x="307872" y="387552"/>
                  </a:lnTo>
                  <a:lnTo>
                    <a:pt x="307529" y="387370"/>
                  </a:lnTo>
                  <a:lnTo>
                    <a:pt x="307371" y="388414"/>
                  </a:lnTo>
                  <a:lnTo>
                    <a:pt x="307416" y="388634"/>
                  </a:lnTo>
                  <a:lnTo>
                    <a:pt x="307244" y="388948"/>
                  </a:lnTo>
                  <a:lnTo>
                    <a:pt x="307014" y="388811"/>
                  </a:lnTo>
                  <a:lnTo>
                    <a:pt x="306754" y="388882"/>
                  </a:lnTo>
                  <a:lnTo>
                    <a:pt x="306691" y="389078"/>
                  </a:lnTo>
                  <a:lnTo>
                    <a:pt x="306601" y="389355"/>
                  </a:lnTo>
                  <a:lnTo>
                    <a:pt x="306551" y="389693"/>
                  </a:lnTo>
                  <a:lnTo>
                    <a:pt x="306483" y="390150"/>
                  </a:lnTo>
                  <a:lnTo>
                    <a:pt x="306486" y="390459"/>
                  </a:lnTo>
                  <a:lnTo>
                    <a:pt x="306648" y="390657"/>
                  </a:lnTo>
                  <a:lnTo>
                    <a:pt x="307099" y="391008"/>
                  </a:lnTo>
                  <a:lnTo>
                    <a:pt x="307340" y="391377"/>
                  </a:lnTo>
                  <a:lnTo>
                    <a:pt x="307477" y="391542"/>
                  </a:lnTo>
                  <a:lnTo>
                    <a:pt x="307483" y="391838"/>
                  </a:lnTo>
                  <a:lnTo>
                    <a:pt x="307641" y="392388"/>
                  </a:lnTo>
                  <a:lnTo>
                    <a:pt x="307520" y="393080"/>
                  </a:lnTo>
                  <a:lnTo>
                    <a:pt x="307937" y="393390"/>
                  </a:lnTo>
                  <a:lnTo>
                    <a:pt x="308209" y="393732"/>
                  </a:lnTo>
                  <a:lnTo>
                    <a:pt x="308228" y="393932"/>
                  </a:lnTo>
                  <a:lnTo>
                    <a:pt x="307738" y="394488"/>
                  </a:lnTo>
                  <a:lnTo>
                    <a:pt x="308031" y="394686"/>
                  </a:lnTo>
                  <a:lnTo>
                    <a:pt x="308218" y="394797"/>
                  </a:lnTo>
                  <a:lnTo>
                    <a:pt x="308327" y="394622"/>
                  </a:lnTo>
                  <a:lnTo>
                    <a:pt x="308830" y="394481"/>
                  </a:lnTo>
                  <a:lnTo>
                    <a:pt x="309287" y="393944"/>
                  </a:lnTo>
                  <a:lnTo>
                    <a:pt x="309997" y="394136"/>
                  </a:lnTo>
                  <a:lnTo>
                    <a:pt x="310198" y="394285"/>
                  </a:lnTo>
                  <a:lnTo>
                    <a:pt x="310478" y="394701"/>
                  </a:lnTo>
                  <a:lnTo>
                    <a:pt x="310485" y="394896"/>
                  </a:lnTo>
                  <a:lnTo>
                    <a:pt x="310173" y="395089"/>
                  </a:lnTo>
                  <a:lnTo>
                    <a:pt x="309620" y="395379"/>
                  </a:lnTo>
                  <a:lnTo>
                    <a:pt x="309570" y="395561"/>
                  </a:lnTo>
                  <a:lnTo>
                    <a:pt x="309577" y="395766"/>
                  </a:lnTo>
                  <a:lnTo>
                    <a:pt x="310138" y="395533"/>
                  </a:lnTo>
                  <a:lnTo>
                    <a:pt x="310580" y="395516"/>
                  </a:lnTo>
                  <a:lnTo>
                    <a:pt x="311107" y="395612"/>
                  </a:lnTo>
                  <a:lnTo>
                    <a:pt x="311487" y="395681"/>
                  </a:lnTo>
                  <a:lnTo>
                    <a:pt x="311707" y="395795"/>
                  </a:lnTo>
                  <a:lnTo>
                    <a:pt x="311806" y="396117"/>
                  </a:lnTo>
                  <a:lnTo>
                    <a:pt x="312195" y="396690"/>
                  </a:lnTo>
                  <a:lnTo>
                    <a:pt x="312180" y="396880"/>
                  </a:lnTo>
                  <a:lnTo>
                    <a:pt x="312246" y="397055"/>
                  </a:lnTo>
                  <a:lnTo>
                    <a:pt x="312057" y="397205"/>
                  </a:lnTo>
                  <a:lnTo>
                    <a:pt x="311848" y="397594"/>
                  </a:lnTo>
                  <a:lnTo>
                    <a:pt x="312038" y="398101"/>
                  </a:lnTo>
                  <a:lnTo>
                    <a:pt x="311731" y="398242"/>
                  </a:lnTo>
                  <a:lnTo>
                    <a:pt x="311424" y="398426"/>
                  </a:lnTo>
                  <a:lnTo>
                    <a:pt x="311355" y="398998"/>
                  </a:lnTo>
                  <a:lnTo>
                    <a:pt x="311515" y="399622"/>
                  </a:lnTo>
                  <a:lnTo>
                    <a:pt x="311472" y="400487"/>
                  </a:lnTo>
                  <a:lnTo>
                    <a:pt x="311567" y="400262"/>
                  </a:lnTo>
                  <a:lnTo>
                    <a:pt x="311947" y="400062"/>
                  </a:lnTo>
                  <a:lnTo>
                    <a:pt x="312376" y="400044"/>
                  </a:lnTo>
                  <a:lnTo>
                    <a:pt x="313204" y="400057"/>
                  </a:lnTo>
                  <a:lnTo>
                    <a:pt x="313174" y="400185"/>
                  </a:lnTo>
                  <a:lnTo>
                    <a:pt x="313484" y="401848"/>
                  </a:lnTo>
                  <a:lnTo>
                    <a:pt x="314010" y="401869"/>
                  </a:lnTo>
                  <a:lnTo>
                    <a:pt x="314235" y="401727"/>
                  </a:lnTo>
                  <a:lnTo>
                    <a:pt x="314569" y="401570"/>
                  </a:lnTo>
                  <a:lnTo>
                    <a:pt x="314841" y="401513"/>
                  </a:lnTo>
                  <a:lnTo>
                    <a:pt x="314830" y="401897"/>
                  </a:lnTo>
                  <a:lnTo>
                    <a:pt x="314847" y="402238"/>
                  </a:lnTo>
                  <a:lnTo>
                    <a:pt x="315325" y="402453"/>
                  </a:lnTo>
                  <a:lnTo>
                    <a:pt x="315708" y="402170"/>
                  </a:lnTo>
                  <a:lnTo>
                    <a:pt x="315938" y="402064"/>
                  </a:lnTo>
                  <a:lnTo>
                    <a:pt x="316710" y="401849"/>
                  </a:lnTo>
                  <a:lnTo>
                    <a:pt x="317136" y="402023"/>
                  </a:lnTo>
                  <a:lnTo>
                    <a:pt x="317442" y="402182"/>
                  </a:lnTo>
                  <a:lnTo>
                    <a:pt x="317595" y="402189"/>
                  </a:lnTo>
                  <a:lnTo>
                    <a:pt x="318293" y="402119"/>
                  </a:lnTo>
                  <a:lnTo>
                    <a:pt x="318742" y="402171"/>
                  </a:lnTo>
                  <a:lnTo>
                    <a:pt x="318666" y="402669"/>
                  </a:lnTo>
                  <a:lnTo>
                    <a:pt x="318641" y="402884"/>
                  </a:lnTo>
                  <a:lnTo>
                    <a:pt x="318897" y="402194"/>
                  </a:lnTo>
                  <a:lnTo>
                    <a:pt x="319154" y="402126"/>
                  </a:lnTo>
                  <a:lnTo>
                    <a:pt x="319683" y="401761"/>
                  </a:lnTo>
                  <a:lnTo>
                    <a:pt x="319926" y="402307"/>
                  </a:lnTo>
                  <a:lnTo>
                    <a:pt x="319802" y="402532"/>
                  </a:lnTo>
                  <a:lnTo>
                    <a:pt x="320100" y="402854"/>
                  </a:lnTo>
                  <a:lnTo>
                    <a:pt x="320710" y="402979"/>
                  </a:lnTo>
                  <a:lnTo>
                    <a:pt x="320970" y="402899"/>
                  </a:lnTo>
                  <a:lnTo>
                    <a:pt x="320963" y="402422"/>
                  </a:lnTo>
                  <a:lnTo>
                    <a:pt x="320860" y="401950"/>
                  </a:lnTo>
                  <a:lnTo>
                    <a:pt x="321399" y="401817"/>
                  </a:lnTo>
                  <a:lnTo>
                    <a:pt x="321608" y="401413"/>
                  </a:lnTo>
                  <a:lnTo>
                    <a:pt x="321894" y="401137"/>
                  </a:lnTo>
                  <a:lnTo>
                    <a:pt x="322282" y="400958"/>
                  </a:lnTo>
                  <a:lnTo>
                    <a:pt x="322345" y="401358"/>
                  </a:lnTo>
                  <a:lnTo>
                    <a:pt x="321912" y="401477"/>
                  </a:lnTo>
                  <a:lnTo>
                    <a:pt x="321859" y="401756"/>
                  </a:lnTo>
                  <a:lnTo>
                    <a:pt x="322062" y="402370"/>
                  </a:lnTo>
                  <a:lnTo>
                    <a:pt x="322145" y="402698"/>
                  </a:lnTo>
                  <a:lnTo>
                    <a:pt x="322153" y="403009"/>
                  </a:lnTo>
                  <a:lnTo>
                    <a:pt x="322446" y="403436"/>
                  </a:lnTo>
                  <a:lnTo>
                    <a:pt x="322505" y="403604"/>
                  </a:lnTo>
                  <a:lnTo>
                    <a:pt x="322432" y="404014"/>
                  </a:lnTo>
                  <a:lnTo>
                    <a:pt x="322619" y="404487"/>
                  </a:lnTo>
                  <a:lnTo>
                    <a:pt x="322538" y="404749"/>
                  </a:lnTo>
                  <a:lnTo>
                    <a:pt x="322852" y="405155"/>
                  </a:lnTo>
                  <a:lnTo>
                    <a:pt x="323061" y="405483"/>
                  </a:lnTo>
                  <a:lnTo>
                    <a:pt x="322860" y="405844"/>
                  </a:lnTo>
                  <a:lnTo>
                    <a:pt x="322690" y="405950"/>
                  </a:lnTo>
                  <a:lnTo>
                    <a:pt x="322986" y="406575"/>
                  </a:lnTo>
                  <a:lnTo>
                    <a:pt x="323256" y="407073"/>
                  </a:lnTo>
                  <a:lnTo>
                    <a:pt x="323309" y="407335"/>
                  </a:lnTo>
                  <a:lnTo>
                    <a:pt x="323356" y="407620"/>
                  </a:lnTo>
                  <a:lnTo>
                    <a:pt x="323333" y="407770"/>
                  </a:lnTo>
                  <a:lnTo>
                    <a:pt x="323610" y="408359"/>
                  </a:lnTo>
                  <a:lnTo>
                    <a:pt x="323714" y="408140"/>
                  </a:lnTo>
                  <a:lnTo>
                    <a:pt x="323959" y="407915"/>
                  </a:lnTo>
                  <a:lnTo>
                    <a:pt x="323709" y="408399"/>
                  </a:lnTo>
                  <a:lnTo>
                    <a:pt x="323389" y="409200"/>
                  </a:lnTo>
                  <a:lnTo>
                    <a:pt x="323298" y="409366"/>
                  </a:lnTo>
                  <a:lnTo>
                    <a:pt x="323583" y="409864"/>
                  </a:lnTo>
                  <a:lnTo>
                    <a:pt x="323833" y="410225"/>
                  </a:lnTo>
                  <a:lnTo>
                    <a:pt x="323776" y="410604"/>
                  </a:lnTo>
                  <a:lnTo>
                    <a:pt x="324147" y="410820"/>
                  </a:lnTo>
                  <a:lnTo>
                    <a:pt x="324392" y="410978"/>
                  </a:lnTo>
                  <a:lnTo>
                    <a:pt x="324183" y="411569"/>
                  </a:lnTo>
                  <a:lnTo>
                    <a:pt x="323893" y="411974"/>
                  </a:lnTo>
                  <a:lnTo>
                    <a:pt x="323782" y="412309"/>
                  </a:lnTo>
                  <a:lnTo>
                    <a:pt x="323936" y="412496"/>
                  </a:lnTo>
                  <a:lnTo>
                    <a:pt x="324439" y="413087"/>
                  </a:lnTo>
                  <a:lnTo>
                    <a:pt x="324529" y="413863"/>
                  </a:lnTo>
                  <a:lnTo>
                    <a:pt x="324538" y="414495"/>
                  </a:lnTo>
                  <a:lnTo>
                    <a:pt x="324773" y="414679"/>
                  </a:lnTo>
                  <a:lnTo>
                    <a:pt x="325041" y="414768"/>
                  </a:lnTo>
                  <a:lnTo>
                    <a:pt x="325539" y="415010"/>
                  </a:lnTo>
                  <a:lnTo>
                    <a:pt x="325869" y="415738"/>
                  </a:lnTo>
                  <a:lnTo>
                    <a:pt x="326091" y="415943"/>
                  </a:lnTo>
                  <a:lnTo>
                    <a:pt x="326410" y="415920"/>
                  </a:lnTo>
                  <a:lnTo>
                    <a:pt x="326355" y="416064"/>
                  </a:lnTo>
                  <a:lnTo>
                    <a:pt x="325754" y="416335"/>
                  </a:lnTo>
                  <a:lnTo>
                    <a:pt x="325705" y="416529"/>
                  </a:lnTo>
                  <a:lnTo>
                    <a:pt x="325999" y="416890"/>
                  </a:lnTo>
                  <a:lnTo>
                    <a:pt x="326258" y="416689"/>
                  </a:lnTo>
                  <a:lnTo>
                    <a:pt x="326466" y="416583"/>
                  </a:lnTo>
                  <a:lnTo>
                    <a:pt x="326651" y="416584"/>
                  </a:lnTo>
                  <a:lnTo>
                    <a:pt x="327173" y="416423"/>
                  </a:lnTo>
                  <a:lnTo>
                    <a:pt x="327567" y="416797"/>
                  </a:lnTo>
                  <a:lnTo>
                    <a:pt x="327763" y="417091"/>
                  </a:lnTo>
                  <a:lnTo>
                    <a:pt x="328139" y="417208"/>
                  </a:lnTo>
                  <a:lnTo>
                    <a:pt x="328604" y="417043"/>
                  </a:lnTo>
                  <a:lnTo>
                    <a:pt x="328956" y="416855"/>
                  </a:lnTo>
                  <a:lnTo>
                    <a:pt x="329254" y="416935"/>
                  </a:lnTo>
                  <a:lnTo>
                    <a:pt x="329390" y="417101"/>
                  </a:lnTo>
                  <a:lnTo>
                    <a:pt x="329439" y="417345"/>
                  </a:lnTo>
                  <a:lnTo>
                    <a:pt x="329425" y="417680"/>
                  </a:lnTo>
                  <a:lnTo>
                    <a:pt x="329354" y="417858"/>
                  </a:lnTo>
                  <a:lnTo>
                    <a:pt x="329579" y="418058"/>
                  </a:lnTo>
                  <a:lnTo>
                    <a:pt x="329833" y="418033"/>
                  </a:lnTo>
                  <a:lnTo>
                    <a:pt x="330116" y="418385"/>
                  </a:lnTo>
                  <a:lnTo>
                    <a:pt x="330538" y="418196"/>
                  </a:lnTo>
                  <a:lnTo>
                    <a:pt x="330157" y="417560"/>
                  </a:lnTo>
                  <a:lnTo>
                    <a:pt x="330741" y="416999"/>
                  </a:lnTo>
                  <a:lnTo>
                    <a:pt x="331219" y="416841"/>
                  </a:lnTo>
                  <a:lnTo>
                    <a:pt x="331709" y="416591"/>
                  </a:lnTo>
                  <a:lnTo>
                    <a:pt x="331991" y="416269"/>
                  </a:lnTo>
                  <a:lnTo>
                    <a:pt x="332208" y="415995"/>
                  </a:lnTo>
                  <a:lnTo>
                    <a:pt x="332347" y="415629"/>
                  </a:lnTo>
                  <a:lnTo>
                    <a:pt x="332647" y="415467"/>
                  </a:lnTo>
                  <a:lnTo>
                    <a:pt x="332858" y="415734"/>
                  </a:lnTo>
                  <a:lnTo>
                    <a:pt x="333107" y="415710"/>
                  </a:lnTo>
                  <a:lnTo>
                    <a:pt x="333298" y="415390"/>
                  </a:lnTo>
                  <a:lnTo>
                    <a:pt x="332971" y="415295"/>
                  </a:lnTo>
                  <a:lnTo>
                    <a:pt x="332704" y="415176"/>
                  </a:lnTo>
                  <a:lnTo>
                    <a:pt x="332846" y="415052"/>
                  </a:lnTo>
                  <a:lnTo>
                    <a:pt x="333150" y="414868"/>
                  </a:lnTo>
                  <a:lnTo>
                    <a:pt x="333585" y="415060"/>
                  </a:lnTo>
                  <a:lnTo>
                    <a:pt x="333977" y="415504"/>
                  </a:lnTo>
                  <a:lnTo>
                    <a:pt x="334052" y="415655"/>
                  </a:lnTo>
                  <a:lnTo>
                    <a:pt x="334491" y="416158"/>
                  </a:lnTo>
                  <a:lnTo>
                    <a:pt x="334814" y="416155"/>
                  </a:lnTo>
                  <a:lnTo>
                    <a:pt x="335079" y="415995"/>
                  </a:lnTo>
                  <a:lnTo>
                    <a:pt x="335575" y="416208"/>
                  </a:lnTo>
                  <a:lnTo>
                    <a:pt x="335277" y="416638"/>
                  </a:lnTo>
                  <a:lnTo>
                    <a:pt x="335442" y="417005"/>
                  </a:lnTo>
                  <a:lnTo>
                    <a:pt x="335452" y="417273"/>
                  </a:lnTo>
                  <a:lnTo>
                    <a:pt x="335311" y="417446"/>
                  </a:lnTo>
                  <a:lnTo>
                    <a:pt x="335250" y="417621"/>
                  </a:lnTo>
                  <a:lnTo>
                    <a:pt x="335173" y="417945"/>
                  </a:lnTo>
                  <a:lnTo>
                    <a:pt x="335593" y="418146"/>
                  </a:lnTo>
                  <a:lnTo>
                    <a:pt x="335739" y="418112"/>
                  </a:lnTo>
                  <a:lnTo>
                    <a:pt x="336020" y="417904"/>
                  </a:lnTo>
                  <a:lnTo>
                    <a:pt x="336056" y="417680"/>
                  </a:lnTo>
                  <a:lnTo>
                    <a:pt x="336399" y="417545"/>
                  </a:lnTo>
                  <a:lnTo>
                    <a:pt x="336728" y="417863"/>
                  </a:lnTo>
                  <a:lnTo>
                    <a:pt x="337114" y="418276"/>
                  </a:lnTo>
                  <a:lnTo>
                    <a:pt x="337389" y="418452"/>
                  </a:lnTo>
                  <a:lnTo>
                    <a:pt x="337719" y="418515"/>
                  </a:lnTo>
                  <a:lnTo>
                    <a:pt x="338214" y="418321"/>
                  </a:lnTo>
                  <a:lnTo>
                    <a:pt x="338499" y="418260"/>
                  </a:lnTo>
                  <a:lnTo>
                    <a:pt x="338898" y="418193"/>
                  </a:lnTo>
                  <a:lnTo>
                    <a:pt x="339525" y="418239"/>
                  </a:lnTo>
                  <a:lnTo>
                    <a:pt x="340076" y="418012"/>
                  </a:lnTo>
                  <a:lnTo>
                    <a:pt x="340334" y="417833"/>
                  </a:lnTo>
                  <a:lnTo>
                    <a:pt x="340442" y="417504"/>
                  </a:lnTo>
                  <a:lnTo>
                    <a:pt x="340678" y="417669"/>
                  </a:lnTo>
                  <a:lnTo>
                    <a:pt x="340916" y="417863"/>
                  </a:lnTo>
                  <a:lnTo>
                    <a:pt x="341448" y="418102"/>
                  </a:lnTo>
                  <a:lnTo>
                    <a:pt x="341812" y="418476"/>
                  </a:lnTo>
                  <a:lnTo>
                    <a:pt x="342245" y="418775"/>
                  </a:lnTo>
                  <a:lnTo>
                    <a:pt x="342552" y="418871"/>
                  </a:lnTo>
                  <a:lnTo>
                    <a:pt x="342613" y="419225"/>
                  </a:lnTo>
                  <a:lnTo>
                    <a:pt x="342767" y="419509"/>
                  </a:lnTo>
                  <a:lnTo>
                    <a:pt x="343398" y="419834"/>
                  </a:lnTo>
                  <a:lnTo>
                    <a:pt x="343595" y="420069"/>
                  </a:lnTo>
                  <a:lnTo>
                    <a:pt x="343690" y="420419"/>
                  </a:lnTo>
                  <a:lnTo>
                    <a:pt x="343922" y="420820"/>
                  </a:lnTo>
                  <a:lnTo>
                    <a:pt x="343772" y="420940"/>
                  </a:lnTo>
                  <a:lnTo>
                    <a:pt x="343547" y="421101"/>
                  </a:lnTo>
                  <a:lnTo>
                    <a:pt x="343511" y="421553"/>
                  </a:lnTo>
                  <a:lnTo>
                    <a:pt x="343631" y="422051"/>
                  </a:lnTo>
                  <a:lnTo>
                    <a:pt x="343400" y="422239"/>
                  </a:lnTo>
                  <a:lnTo>
                    <a:pt x="343292" y="422613"/>
                  </a:lnTo>
                  <a:lnTo>
                    <a:pt x="343303" y="422826"/>
                  </a:lnTo>
                  <a:lnTo>
                    <a:pt x="343319" y="423066"/>
                  </a:lnTo>
                  <a:lnTo>
                    <a:pt x="343972" y="423488"/>
                  </a:lnTo>
                  <a:lnTo>
                    <a:pt x="344538" y="424112"/>
                  </a:lnTo>
                  <a:lnTo>
                    <a:pt x="344431" y="424307"/>
                  </a:lnTo>
                  <a:lnTo>
                    <a:pt x="344231" y="424522"/>
                  </a:lnTo>
                  <a:lnTo>
                    <a:pt x="344193" y="424867"/>
                  </a:lnTo>
                  <a:lnTo>
                    <a:pt x="344305" y="425473"/>
                  </a:lnTo>
                  <a:lnTo>
                    <a:pt x="344547" y="425585"/>
                  </a:lnTo>
                  <a:lnTo>
                    <a:pt x="344718" y="425676"/>
                  </a:lnTo>
                  <a:lnTo>
                    <a:pt x="344858" y="425957"/>
                  </a:lnTo>
                  <a:lnTo>
                    <a:pt x="344759" y="426371"/>
                  </a:lnTo>
                  <a:lnTo>
                    <a:pt x="344976" y="426549"/>
                  </a:lnTo>
                  <a:lnTo>
                    <a:pt x="345200" y="426580"/>
                  </a:lnTo>
                  <a:lnTo>
                    <a:pt x="345502" y="426793"/>
                  </a:lnTo>
                  <a:lnTo>
                    <a:pt x="345496" y="427046"/>
                  </a:lnTo>
                  <a:lnTo>
                    <a:pt x="345486" y="427410"/>
                  </a:lnTo>
                  <a:lnTo>
                    <a:pt x="345582" y="428326"/>
                  </a:lnTo>
                  <a:lnTo>
                    <a:pt x="345616" y="429005"/>
                  </a:lnTo>
                  <a:lnTo>
                    <a:pt x="345564" y="429226"/>
                  </a:lnTo>
                  <a:lnTo>
                    <a:pt x="345525" y="429392"/>
                  </a:lnTo>
                  <a:lnTo>
                    <a:pt x="345842" y="429864"/>
                  </a:lnTo>
                  <a:lnTo>
                    <a:pt x="346423" y="429951"/>
                  </a:lnTo>
                  <a:lnTo>
                    <a:pt x="346459" y="430191"/>
                  </a:lnTo>
                  <a:lnTo>
                    <a:pt x="346121" y="430647"/>
                  </a:lnTo>
                  <a:lnTo>
                    <a:pt x="346255" y="430927"/>
                  </a:lnTo>
                  <a:lnTo>
                    <a:pt x="346491" y="431376"/>
                  </a:lnTo>
                  <a:lnTo>
                    <a:pt x="346640" y="431476"/>
                  </a:lnTo>
                  <a:lnTo>
                    <a:pt x="346916" y="431664"/>
                  </a:lnTo>
                  <a:lnTo>
                    <a:pt x="347177" y="432313"/>
                  </a:lnTo>
                  <a:lnTo>
                    <a:pt x="347045" y="433053"/>
                  </a:lnTo>
                  <a:lnTo>
                    <a:pt x="346766" y="433402"/>
                  </a:lnTo>
                  <a:lnTo>
                    <a:pt x="346654" y="433708"/>
                  </a:lnTo>
                  <a:lnTo>
                    <a:pt x="346747" y="434133"/>
                  </a:lnTo>
                  <a:lnTo>
                    <a:pt x="346781" y="434293"/>
                  </a:lnTo>
                  <a:lnTo>
                    <a:pt x="347033" y="434467"/>
                  </a:lnTo>
                  <a:lnTo>
                    <a:pt x="347307" y="434202"/>
                  </a:lnTo>
                  <a:lnTo>
                    <a:pt x="347543" y="434360"/>
                  </a:lnTo>
                  <a:lnTo>
                    <a:pt x="347711" y="434734"/>
                  </a:lnTo>
                  <a:lnTo>
                    <a:pt x="347933" y="434869"/>
                  </a:lnTo>
                  <a:lnTo>
                    <a:pt x="348137" y="434860"/>
                  </a:lnTo>
                  <a:lnTo>
                    <a:pt x="348246" y="435137"/>
                  </a:lnTo>
                  <a:lnTo>
                    <a:pt x="348260" y="435683"/>
                  </a:lnTo>
                  <a:lnTo>
                    <a:pt x="348264" y="435842"/>
                  </a:lnTo>
                  <a:lnTo>
                    <a:pt x="348198" y="435974"/>
                  </a:lnTo>
                  <a:lnTo>
                    <a:pt x="348236" y="436238"/>
                  </a:lnTo>
                  <a:lnTo>
                    <a:pt x="348268" y="436462"/>
                  </a:lnTo>
                  <a:lnTo>
                    <a:pt x="348305" y="436904"/>
                  </a:lnTo>
                  <a:lnTo>
                    <a:pt x="347995" y="436987"/>
                  </a:lnTo>
                  <a:lnTo>
                    <a:pt x="347817" y="436823"/>
                  </a:lnTo>
                  <a:lnTo>
                    <a:pt x="347295" y="436847"/>
                  </a:lnTo>
                  <a:lnTo>
                    <a:pt x="347008" y="436881"/>
                  </a:lnTo>
                  <a:lnTo>
                    <a:pt x="346464" y="436741"/>
                  </a:lnTo>
                  <a:lnTo>
                    <a:pt x="346302" y="436591"/>
                  </a:lnTo>
                  <a:lnTo>
                    <a:pt x="345923" y="436118"/>
                  </a:lnTo>
                  <a:lnTo>
                    <a:pt x="345535" y="435820"/>
                  </a:lnTo>
                  <a:lnTo>
                    <a:pt x="345370" y="435373"/>
                  </a:lnTo>
                  <a:lnTo>
                    <a:pt x="345160" y="434801"/>
                  </a:lnTo>
                  <a:lnTo>
                    <a:pt x="344897" y="434253"/>
                  </a:lnTo>
                  <a:lnTo>
                    <a:pt x="344622" y="434222"/>
                  </a:lnTo>
                  <a:lnTo>
                    <a:pt x="344137" y="434232"/>
                  </a:lnTo>
                  <a:lnTo>
                    <a:pt x="343680" y="434085"/>
                  </a:lnTo>
                  <a:lnTo>
                    <a:pt x="343328" y="433947"/>
                  </a:lnTo>
                  <a:lnTo>
                    <a:pt x="343098" y="433601"/>
                  </a:lnTo>
                  <a:lnTo>
                    <a:pt x="342821" y="433396"/>
                  </a:lnTo>
                  <a:lnTo>
                    <a:pt x="342578" y="433219"/>
                  </a:lnTo>
                  <a:lnTo>
                    <a:pt x="342213" y="432723"/>
                  </a:lnTo>
                  <a:lnTo>
                    <a:pt x="342024" y="432712"/>
                  </a:lnTo>
                  <a:lnTo>
                    <a:pt x="341739" y="432838"/>
                  </a:lnTo>
                  <a:lnTo>
                    <a:pt x="341233" y="432642"/>
                  </a:lnTo>
                  <a:lnTo>
                    <a:pt x="341057" y="432483"/>
                  </a:lnTo>
                  <a:lnTo>
                    <a:pt x="340843" y="431799"/>
                  </a:lnTo>
                  <a:lnTo>
                    <a:pt x="340771" y="431480"/>
                  </a:lnTo>
                  <a:lnTo>
                    <a:pt x="340323" y="430975"/>
                  </a:lnTo>
                  <a:lnTo>
                    <a:pt x="340252" y="430587"/>
                  </a:lnTo>
                  <a:lnTo>
                    <a:pt x="340258" y="430290"/>
                  </a:lnTo>
                  <a:lnTo>
                    <a:pt x="340099" y="429969"/>
                  </a:lnTo>
                  <a:lnTo>
                    <a:pt x="339751" y="429846"/>
                  </a:lnTo>
                  <a:lnTo>
                    <a:pt x="339413" y="429727"/>
                  </a:lnTo>
                  <a:lnTo>
                    <a:pt x="339189" y="429648"/>
                  </a:lnTo>
                  <a:lnTo>
                    <a:pt x="338691" y="429650"/>
                  </a:lnTo>
                  <a:lnTo>
                    <a:pt x="338527" y="429897"/>
                  </a:lnTo>
                  <a:lnTo>
                    <a:pt x="338414" y="430135"/>
                  </a:lnTo>
                  <a:lnTo>
                    <a:pt x="337884" y="430203"/>
                  </a:lnTo>
                  <a:lnTo>
                    <a:pt x="337490" y="429790"/>
                  </a:lnTo>
                  <a:lnTo>
                    <a:pt x="337460" y="429580"/>
                  </a:lnTo>
                  <a:lnTo>
                    <a:pt x="337423" y="429320"/>
                  </a:lnTo>
                  <a:lnTo>
                    <a:pt x="337098" y="429100"/>
                  </a:lnTo>
                  <a:lnTo>
                    <a:pt x="337014" y="428188"/>
                  </a:lnTo>
                  <a:lnTo>
                    <a:pt x="337031" y="428003"/>
                  </a:lnTo>
                  <a:lnTo>
                    <a:pt x="336762" y="427760"/>
                  </a:lnTo>
                  <a:lnTo>
                    <a:pt x="336169" y="427840"/>
                  </a:lnTo>
                  <a:lnTo>
                    <a:pt x="335934" y="427768"/>
                  </a:lnTo>
                  <a:lnTo>
                    <a:pt x="335752" y="427582"/>
                  </a:lnTo>
                  <a:lnTo>
                    <a:pt x="335364" y="427469"/>
                  </a:lnTo>
                  <a:lnTo>
                    <a:pt x="335195" y="427627"/>
                  </a:lnTo>
                  <a:lnTo>
                    <a:pt x="335090" y="426882"/>
                  </a:lnTo>
                  <a:lnTo>
                    <a:pt x="334850" y="426512"/>
                  </a:lnTo>
                  <a:lnTo>
                    <a:pt x="334688" y="426255"/>
                  </a:lnTo>
                  <a:lnTo>
                    <a:pt x="334503" y="425969"/>
                  </a:lnTo>
                  <a:lnTo>
                    <a:pt x="334380" y="425819"/>
                  </a:lnTo>
                  <a:lnTo>
                    <a:pt x="334188" y="425592"/>
                  </a:lnTo>
                  <a:lnTo>
                    <a:pt x="333561" y="425299"/>
                  </a:lnTo>
                  <a:lnTo>
                    <a:pt x="333378" y="425373"/>
                  </a:lnTo>
                  <a:lnTo>
                    <a:pt x="332756" y="424741"/>
                  </a:lnTo>
                  <a:lnTo>
                    <a:pt x="332403" y="424515"/>
                  </a:lnTo>
                  <a:lnTo>
                    <a:pt x="332394" y="425277"/>
                  </a:lnTo>
                  <a:lnTo>
                    <a:pt x="332337" y="425625"/>
                  </a:lnTo>
                  <a:lnTo>
                    <a:pt x="331980" y="426133"/>
                  </a:lnTo>
                  <a:lnTo>
                    <a:pt x="332067" y="426535"/>
                  </a:lnTo>
                  <a:lnTo>
                    <a:pt x="331349" y="426927"/>
                  </a:lnTo>
                  <a:lnTo>
                    <a:pt x="331126" y="427083"/>
                  </a:lnTo>
                  <a:lnTo>
                    <a:pt x="331166" y="427286"/>
                  </a:lnTo>
                  <a:lnTo>
                    <a:pt x="331343" y="427777"/>
                  </a:lnTo>
                  <a:lnTo>
                    <a:pt x="331234" y="428006"/>
                  </a:lnTo>
                  <a:lnTo>
                    <a:pt x="330833" y="428130"/>
                  </a:lnTo>
                  <a:lnTo>
                    <a:pt x="330219" y="428420"/>
                  </a:lnTo>
                  <a:lnTo>
                    <a:pt x="329844" y="428503"/>
                  </a:lnTo>
                  <a:lnTo>
                    <a:pt x="329555" y="428558"/>
                  </a:lnTo>
                  <a:lnTo>
                    <a:pt x="329448" y="429034"/>
                  </a:lnTo>
                  <a:lnTo>
                    <a:pt x="329494" y="429347"/>
                  </a:lnTo>
                  <a:lnTo>
                    <a:pt x="329642" y="429671"/>
                  </a:lnTo>
                  <a:lnTo>
                    <a:pt x="329628" y="429852"/>
                  </a:lnTo>
                  <a:lnTo>
                    <a:pt x="329598" y="430562"/>
                  </a:lnTo>
                  <a:lnTo>
                    <a:pt x="329800" y="430778"/>
                  </a:lnTo>
                  <a:lnTo>
                    <a:pt x="330127" y="431088"/>
                  </a:lnTo>
                  <a:lnTo>
                    <a:pt x="330074" y="431424"/>
                  </a:lnTo>
                  <a:lnTo>
                    <a:pt x="329903" y="431470"/>
                  </a:lnTo>
                  <a:lnTo>
                    <a:pt x="329733" y="431405"/>
                  </a:lnTo>
                  <a:lnTo>
                    <a:pt x="328673" y="431424"/>
                  </a:lnTo>
                  <a:lnTo>
                    <a:pt x="328520" y="431489"/>
                  </a:lnTo>
                  <a:lnTo>
                    <a:pt x="328343" y="431564"/>
                  </a:lnTo>
                  <a:lnTo>
                    <a:pt x="327968" y="431263"/>
                  </a:lnTo>
                  <a:lnTo>
                    <a:pt x="327364" y="431522"/>
                  </a:lnTo>
                  <a:lnTo>
                    <a:pt x="327078" y="431473"/>
                  </a:lnTo>
                  <a:lnTo>
                    <a:pt x="326708" y="431436"/>
                  </a:lnTo>
                  <a:lnTo>
                    <a:pt x="326321" y="431533"/>
                  </a:lnTo>
                  <a:lnTo>
                    <a:pt x="325864" y="431378"/>
                  </a:lnTo>
                  <a:lnTo>
                    <a:pt x="325283" y="431301"/>
                  </a:lnTo>
                  <a:lnTo>
                    <a:pt x="325240" y="431444"/>
                  </a:lnTo>
                  <a:lnTo>
                    <a:pt x="325180" y="431671"/>
                  </a:lnTo>
                  <a:lnTo>
                    <a:pt x="324722" y="431887"/>
                  </a:lnTo>
                  <a:lnTo>
                    <a:pt x="324366" y="431963"/>
                  </a:lnTo>
                  <a:lnTo>
                    <a:pt x="324334" y="431357"/>
                  </a:lnTo>
                  <a:lnTo>
                    <a:pt x="323932" y="430832"/>
                  </a:lnTo>
                  <a:lnTo>
                    <a:pt x="323538" y="431203"/>
                  </a:lnTo>
                  <a:lnTo>
                    <a:pt x="323126" y="431609"/>
                  </a:lnTo>
                  <a:lnTo>
                    <a:pt x="322465" y="432067"/>
                  </a:lnTo>
                  <a:lnTo>
                    <a:pt x="321473" y="433972"/>
                  </a:lnTo>
                  <a:lnTo>
                    <a:pt x="321446" y="434395"/>
                  </a:lnTo>
                  <a:lnTo>
                    <a:pt x="321278" y="434358"/>
                  </a:lnTo>
                  <a:lnTo>
                    <a:pt x="320908" y="434522"/>
                  </a:lnTo>
                  <a:lnTo>
                    <a:pt x="320985" y="434737"/>
                  </a:lnTo>
                  <a:lnTo>
                    <a:pt x="320752" y="434892"/>
                  </a:lnTo>
                  <a:lnTo>
                    <a:pt x="320614" y="434869"/>
                  </a:lnTo>
                  <a:lnTo>
                    <a:pt x="320028" y="435064"/>
                  </a:lnTo>
                  <a:lnTo>
                    <a:pt x="319851" y="435114"/>
                  </a:lnTo>
                  <a:lnTo>
                    <a:pt x="319384" y="435312"/>
                  </a:lnTo>
                  <a:lnTo>
                    <a:pt x="319404" y="435482"/>
                  </a:lnTo>
                  <a:lnTo>
                    <a:pt x="319384" y="435647"/>
                  </a:lnTo>
                  <a:lnTo>
                    <a:pt x="319334" y="436072"/>
                  </a:lnTo>
                  <a:lnTo>
                    <a:pt x="319243" y="436288"/>
                  </a:lnTo>
                  <a:lnTo>
                    <a:pt x="318903" y="436664"/>
                  </a:lnTo>
                  <a:lnTo>
                    <a:pt x="318778" y="436885"/>
                  </a:lnTo>
                  <a:lnTo>
                    <a:pt x="318691" y="437087"/>
                  </a:lnTo>
                  <a:lnTo>
                    <a:pt x="318896" y="437231"/>
                  </a:lnTo>
                  <a:lnTo>
                    <a:pt x="318758" y="438151"/>
                  </a:lnTo>
                  <a:lnTo>
                    <a:pt x="318693" y="438465"/>
                  </a:lnTo>
                  <a:lnTo>
                    <a:pt x="318869" y="438592"/>
                  </a:lnTo>
                  <a:lnTo>
                    <a:pt x="319185" y="438773"/>
                  </a:lnTo>
                  <a:lnTo>
                    <a:pt x="320049" y="438994"/>
                  </a:lnTo>
                  <a:lnTo>
                    <a:pt x="320119" y="439232"/>
                  </a:lnTo>
                  <a:lnTo>
                    <a:pt x="320160" y="439380"/>
                  </a:lnTo>
                  <a:lnTo>
                    <a:pt x="320142" y="439918"/>
                  </a:lnTo>
                  <a:lnTo>
                    <a:pt x="319907" y="440382"/>
                  </a:lnTo>
                  <a:lnTo>
                    <a:pt x="320300" y="440856"/>
                  </a:lnTo>
                  <a:lnTo>
                    <a:pt x="320337" y="441374"/>
                  </a:lnTo>
                  <a:lnTo>
                    <a:pt x="320431" y="441575"/>
                  </a:lnTo>
                  <a:lnTo>
                    <a:pt x="320400" y="441959"/>
                  </a:lnTo>
                  <a:lnTo>
                    <a:pt x="320345" y="442141"/>
                  </a:lnTo>
                  <a:lnTo>
                    <a:pt x="320307" y="442405"/>
                  </a:lnTo>
                  <a:lnTo>
                    <a:pt x="320295" y="442629"/>
                  </a:lnTo>
                  <a:lnTo>
                    <a:pt x="320270" y="442860"/>
                  </a:lnTo>
                  <a:lnTo>
                    <a:pt x="320191" y="443073"/>
                  </a:lnTo>
                  <a:lnTo>
                    <a:pt x="320033" y="443374"/>
                  </a:lnTo>
                  <a:lnTo>
                    <a:pt x="319774" y="443692"/>
                  </a:lnTo>
                  <a:lnTo>
                    <a:pt x="320102" y="444104"/>
                  </a:lnTo>
                  <a:lnTo>
                    <a:pt x="320673" y="444191"/>
                  </a:lnTo>
                  <a:lnTo>
                    <a:pt x="321032" y="444212"/>
                  </a:lnTo>
                  <a:lnTo>
                    <a:pt x="321234" y="444510"/>
                  </a:lnTo>
                  <a:lnTo>
                    <a:pt x="321321" y="444653"/>
                  </a:lnTo>
                  <a:lnTo>
                    <a:pt x="321550" y="445033"/>
                  </a:lnTo>
                  <a:lnTo>
                    <a:pt x="321639" y="445180"/>
                  </a:lnTo>
                  <a:lnTo>
                    <a:pt x="321742" y="445383"/>
                  </a:lnTo>
                  <a:lnTo>
                    <a:pt x="321870" y="445450"/>
                  </a:lnTo>
                  <a:lnTo>
                    <a:pt x="322357" y="445587"/>
                  </a:lnTo>
                  <a:lnTo>
                    <a:pt x="323016" y="445807"/>
                  </a:lnTo>
                  <a:lnTo>
                    <a:pt x="323561" y="445975"/>
                  </a:lnTo>
                  <a:lnTo>
                    <a:pt x="323680" y="445716"/>
                  </a:lnTo>
                  <a:lnTo>
                    <a:pt x="323600" y="445522"/>
                  </a:lnTo>
                  <a:lnTo>
                    <a:pt x="323523" y="445063"/>
                  </a:lnTo>
                  <a:lnTo>
                    <a:pt x="323545" y="444710"/>
                  </a:lnTo>
                  <a:lnTo>
                    <a:pt x="323708" y="444447"/>
                  </a:lnTo>
                  <a:lnTo>
                    <a:pt x="324251" y="444330"/>
                  </a:lnTo>
                  <a:lnTo>
                    <a:pt x="324511" y="444288"/>
                  </a:lnTo>
                  <a:lnTo>
                    <a:pt x="325226" y="444273"/>
                  </a:lnTo>
                  <a:lnTo>
                    <a:pt x="325193" y="444069"/>
                  </a:lnTo>
                  <a:lnTo>
                    <a:pt x="324926" y="443863"/>
                  </a:lnTo>
                  <a:lnTo>
                    <a:pt x="324955" y="443307"/>
                  </a:lnTo>
                  <a:lnTo>
                    <a:pt x="325617" y="443180"/>
                  </a:lnTo>
                  <a:lnTo>
                    <a:pt x="325756" y="443516"/>
                  </a:lnTo>
                  <a:lnTo>
                    <a:pt x="325855" y="443860"/>
                  </a:lnTo>
                  <a:lnTo>
                    <a:pt x="325894" y="443993"/>
                  </a:lnTo>
                  <a:lnTo>
                    <a:pt x="325911" y="444141"/>
                  </a:lnTo>
                  <a:lnTo>
                    <a:pt x="326128" y="444315"/>
                  </a:lnTo>
                  <a:lnTo>
                    <a:pt x="326294" y="444376"/>
                  </a:lnTo>
                  <a:lnTo>
                    <a:pt x="326587" y="444366"/>
                  </a:lnTo>
                  <a:lnTo>
                    <a:pt x="327053" y="444624"/>
                  </a:lnTo>
                  <a:lnTo>
                    <a:pt x="327101" y="444799"/>
                  </a:lnTo>
                  <a:lnTo>
                    <a:pt x="327252" y="445241"/>
                  </a:lnTo>
                  <a:lnTo>
                    <a:pt x="327360" y="445544"/>
                  </a:lnTo>
                  <a:lnTo>
                    <a:pt x="327648" y="446193"/>
                  </a:lnTo>
                  <a:lnTo>
                    <a:pt x="327812" y="446526"/>
                  </a:lnTo>
                  <a:lnTo>
                    <a:pt x="328094" y="446795"/>
                  </a:lnTo>
                  <a:lnTo>
                    <a:pt x="328518" y="446786"/>
                  </a:lnTo>
                  <a:lnTo>
                    <a:pt x="329242" y="447256"/>
                  </a:lnTo>
                  <a:lnTo>
                    <a:pt x="329552" y="447461"/>
                  </a:lnTo>
                  <a:lnTo>
                    <a:pt x="329384" y="447759"/>
                  </a:lnTo>
                  <a:lnTo>
                    <a:pt x="329240" y="448450"/>
                  </a:lnTo>
                  <a:lnTo>
                    <a:pt x="328736" y="449168"/>
                  </a:lnTo>
                  <a:lnTo>
                    <a:pt x="328696" y="449482"/>
                  </a:lnTo>
                  <a:lnTo>
                    <a:pt x="328372" y="450319"/>
                  </a:lnTo>
                  <a:lnTo>
                    <a:pt x="328351" y="450539"/>
                  </a:lnTo>
                  <a:lnTo>
                    <a:pt x="328386" y="450872"/>
                  </a:lnTo>
                  <a:lnTo>
                    <a:pt x="328478" y="451139"/>
                  </a:lnTo>
                  <a:lnTo>
                    <a:pt x="328682" y="451420"/>
                  </a:lnTo>
                  <a:lnTo>
                    <a:pt x="329018" y="451923"/>
                  </a:lnTo>
                  <a:lnTo>
                    <a:pt x="328965" y="452179"/>
                  </a:lnTo>
                  <a:lnTo>
                    <a:pt x="329097" y="452474"/>
                  </a:lnTo>
                  <a:lnTo>
                    <a:pt x="330120" y="452111"/>
                  </a:lnTo>
                  <a:lnTo>
                    <a:pt x="330523" y="451868"/>
                  </a:lnTo>
                  <a:lnTo>
                    <a:pt x="330759" y="451793"/>
                  </a:lnTo>
                  <a:lnTo>
                    <a:pt x="331025" y="451998"/>
                  </a:lnTo>
                  <a:lnTo>
                    <a:pt x="331387" y="451951"/>
                  </a:lnTo>
                  <a:lnTo>
                    <a:pt x="331352" y="451588"/>
                  </a:lnTo>
                  <a:lnTo>
                    <a:pt x="331528" y="451508"/>
                  </a:lnTo>
                  <a:lnTo>
                    <a:pt x="332034" y="451640"/>
                  </a:lnTo>
                  <a:lnTo>
                    <a:pt x="332263" y="451761"/>
                  </a:lnTo>
                  <a:lnTo>
                    <a:pt x="332650" y="452191"/>
                  </a:lnTo>
                  <a:lnTo>
                    <a:pt x="332679" y="452453"/>
                  </a:lnTo>
                  <a:lnTo>
                    <a:pt x="332804" y="452831"/>
                  </a:lnTo>
                  <a:lnTo>
                    <a:pt x="333195" y="453063"/>
                  </a:lnTo>
                  <a:lnTo>
                    <a:pt x="333578" y="452753"/>
                  </a:lnTo>
                  <a:lnTo>
                    <a:pt x="333786" y="452716"/>
                  </a:lnTo>
                  <a:lnTo>
                    <a:pt x="333956" y="452652"/>
                  </a:lnTo>
                  <a:lnTo>
                    <a:pt x="334263" y="452580"/>
                  </a:lnTo>
                  <a:lnTo>
                    <a:pt x="334713" y="453114"/>
                  </a:lnTo>
                  <a:lnTo>
                    <a:pt x="335132" y="452900"/>
                  </a:lnTo>
                  <a:lnTo>
                    <a:pt x="335022" y="452655"/>
                  </a:lnTo>
                  <a:lnTo>
                    <a:pt x="334792" y="452278"/>
                  </a:lnTo>
                  <a:lnTo>
                    <a:pt x="335303" y="451780"/>
                  </a:lnTo>
                  <a:lnTo>
                    <a:pt x="335490" y="451767"/>
                  </a:lnTo>
                  <a:lnTo>
                    <a:pt x="336175" y="451527"/>
                  </a:lnTo>
                  <a:lnTo>
                    <a:pt x="336362" y="451356"/>
                  </a:lnTo>
                  <a:lnTo>
                    <a:pt x="336640" y="451130"/>
                  </a:lnTo>
                  <a:lnTo>
                    <a:pt x="337178" y="450751"/>
                  </a:lnTo>
                  <a:lnTo>
                    <a:pt x="337450" y="450691"/>
                  </a:lnTo>
                  <a:lnTo>
                    <a:pt x="337795" y="450681"/>
                  </a:lnTo>
                  <a:lnTo>
                    <a:pt x="338106" y="450641"/>
                  </a:lnTo>
                  <a:lnTo>
                    <a:pt x="338799" y="450629"/>
                  </a:lnTo>
                  <a:lnTo>
                    <a:pt x="339169" y="450721"/>
                  </a:lnTo>
                  <a:lnTo>
                    <a:pt x="339539" y="450810"/>
                  </a:lnTo>
                  <a:lnTo>
                    <a:pt x="340006" y="451082"/>
                  </a:lnTo>
                  <a:lnTo>
                    <a:pt x="340438" y="451305"/>
                  </a:lnTo>
                  <a:lnTo>
                    <a:pt x="340774" y="451537"/>
                  </a:lnTo>
                  <a:lnTo>
                    <a:pt x="341143" y="451833"/>
                  </a:lnTo>
                  <a:lnTo>
                    <a:pt x="341515" y="451921"/>
                  </a:lnTo>
                  <a:lnTo>
                    <a:pt x="341800" y="452425"/>
                  </a:lnTo>
                  <a:lnTo>
                    <a:pt x="342304" y="452709"/>
                  </a:lnTo>
                  <a:lnTo>
                    <a:pt x="342500" y="453116"/>
                  </a:lnTo>
                  <a:lnTo>
                    <a:pt x="342712" y="453548"/>
                  </a:lnTo>
                  <a:lnTo>
                    <a:pt x="342965" y="453609"/>
                  </a:lnTo>
                  <a:lnTo>
                    <a:pt x="343243" y="453678"/>
                  </a:lnTo>
                  <a:lnTo>
                    <a:pt x="343486" y="453976"/>
                  </a:lnTo>
                  <a:lnTo>
                    <a:pt x="343558" y="454195"/>
                  </a:lnTo>
                  <a:lnTo>
                    <a:pt x="344028" y="455017"/>
                  </a:lnTo>
                  <a:lnTo>
                    <a:pt x="343954" y="455357"/>
                  </a:lnTo>
                  <a:lnTo>
                    <a:pt x="343477" y="456138"/>
                  </a:lnTo>
                  <a:lnTo>
                    <a:pt x="343208" y="456359"/>
                  </a:lnTo>
                  <a:lnTo>
                    <a:pt x="343062" y="456601"/>
                  </a:lnTo>
                  <a:lnTo>
                    <a:pt x="343264" y="457364"/>
                  </a:lnTo>
                  <a:lnTo>
                    <a:pt x="343681" y="457539"/>
                  </a:lnTo>
                  <a:lnTo>
                    <a:pt x="344112" y="457664"/>
                  </a:lnTo>
                  <a:lnTo>
                    <a:pt x="345109" y="457701"/>
                  </a:lnTo>
                  <a:lnTo>
                    <a:pt x="345329" y="458215"/>
                  </a:lnTo>
                  <a:lnTo>
                    <a:pt x="345644" y="458513"/>
                  </a:lnTo>
                  <a:lnTo>
                    <a:pt x="345995" y="459109"/>
                  </a:lnTo>
                  <a:lnTo>
                    <a:pt x="346009" y="459329"/>
                  </a:lnTo>
                  <a:lnTo>
                    <a:pt x="346411" y="459648"/>
                  </a:lnTo>
                  <a:lnTo>
                    <a:pt x="345911" y="460402"/>
                  </a:lnTo>
                  <a:lnTo>
                    <a:pt x="345881" y="460558"/>
                  </a:lnTo>
                  <a:lnTo>
                    <a:pt x="345644" y="460896"/>
                  </a:lnTo>
                  <a:lnTo>
                    <a:pt x="345705" y="461057"/>
                  </a:lnTo>
                  <a:lnTo>
                    <a:pt x="345673" y="461477"/>
                  </a:lnTo>
                  <a:lnTo>
                    <a:pt x="345640" y="461701"/>
                  </a:lnTo>
                  <a:lnTo>
                    <a:pt x="345366" y="461846"/>
                  </a:lnTo>
                  <a:lnTo>
                    <a:pt x="345387" y="461999"/>
                  </a:lnTo>
                  <a:lnTo>
                    <a:pt x="346118" y="462378"/>
                  </a:lnTo>
                  <a:lnTo>
                    <a:pt x="346379" y="462434"/>
                  </a:lnTo>
                  <a:lnTo>
                    <a:pt x="346392" y="462572"/>
                  </a:lnTo>
                  <a:lnTo>
                    <a:pt x="346598" y="462874"/>
                  </a:lnTo>
                  <a:lnTo>
                    <a:pt x="346873" y="463570"/>
                  </a:lnTo>
                  <a:lnTo>
                    <a:pt x="346854" y="463808"/>
                  </a:lnTo>
                  <a:lnTo>
                    <a:pt x="346676" y="464172"/>
                  </a:lnTo>
                  <a:lnTo>
                    <a:pt x="346523" y="464370"/>
                  </a:lnTo>
                  <a:lnTo>
                    <a:pt x="346265" y="464609"/>
                  </a:lnTo>
                  <a:lnTo>
                    <a:pt x="346120" y="464753"/>
                  </a:lnTo>
                  <a:lnTo>
                    <a:pt x="346245" y="465338"/>
                  </a:lnTo>
                  <a:lnTo>
                    <a:pt x="346900" y="465741"/>
                  </a:lnTo>
                  <a:lnTo>
                    <a:pt x="346594" y="465941"/>
                  </a:lnTo>
                  <a:lnTo>
                    <a:pt x="346425" y="466044"/>
                  </a:lnTo>
                  <a:lnTo>
                    <a:pt x="346206" y="466167"/>
                  </a:lnTo>
                  <a:lnTo>
                    <a:pt x="345920" y="466124"/>
                  </a:lnTo>
                  <a:lnTo>
                    <a:pt x="345722" y="466147"/>
                  </a:lnTo>
                  <a:lnTo>
                    <a:pt x="345491" y="466269"/>
                  </a:lnTo>
                  <a:lnTo>
                    <a:pt x="345145" y="466467"/>
                  </a:lnTo>
                  <a:lnTo>
                    <a:pt x="344738" y="466885"/>
                  </a:lnTo>
                  <a:lnTo>
                    <a:pt x="344326" y="467202"/>
                  </a:lnTo>
                  <a:lnTo>
                    <a:pt x="344000" y="467454"/>
                  </a:lnTo>
                  <a:lnTo>
                    <a:pt x="343560" y="467682"/>
                  </a:lnTo>
                  <a:lnTo>
                    <a:pt x="343338" y="467902"/>
                  </a:lnTo>
                  <a:lnTo>
                    <a:pt x="343088" y="468027"/>
                  </a:lnTo>
                  <a:lnTo>
                    <a:pt x="342894" y="467980"/>
                  </a:lnTo>
                  <a:lnTo>
                    <a:pt x="342512" y="468137"/>
                  </a:lnTo>
                  <a:lnTo>
                    <a:pt x="342415" y="468296"/>
                  </a:lnTo>
                  <a:lnTo>
                    <a:pt x="341851" y="468162"/>
                  </a:lnTo>
                  <a:lnTo>
                    <a:pt x="341693" y="468234"/>
                  </a:lnTo>
                  <a:lnTo>
                    <a:pt x="341462" y="468465"/>
                  </a:lnTo>
                  <a:lnTo>
                    <a:pt x="341104" y="468548"/>
                  </a:lnTo>
                  <a:lnTo>
                    <a:pt x="340897" y="468442"/>
                  </a:lnTo>
                  <a:lnTo>
                    <a:pt x="340413" y="468244"/>
                  </a:lnTo>
                  <a:lnTo>
                    <a:pt x="340161" y="468223"/>
                  </a:lnTo>
                  <a:lnTo>
                    <a:pt x="339767" y="467996"/>
                  </a:lnTo>
                  <a:lnTo>
                    <a:pt x="339422" y="467803"/>
                  </a:lnTo>
                  <a:lnTo>
                    <a:pt x="338851" y="467594"/>
                  </a:lnTo>
                  <a:lnTo>
                    <a:pt x="338549" y="467507"/>
                  </a:lnTo>
                  <a:lnTo>
                    <a:pt x="338356" y="467497"/>
                  </a:lnTo>
                  <a:lnTo>
                    <a:pt x="338104" y="467566"/>
                  </a:lnTo>
                  <a:lnTo>
                    <a:pt x="337771" y="467472"/>
                  </a:lnTo>
                  <a:lnTo>
                    <a:pt x="337489" y="467506"/>
                  </a:lnTo>
                  <a:lnTo>
                    <a:pt x="337322" y="467526"/>
                  </a:lnTo>
                  <a:lnTo>
                    <a:pt x="337099" y="467591"/>
                  </a:lnTo>
                  <a:lnTo>
                    <a:pt x="336368" y="467595"/>
                  </a:lnTo>
                  <a:lnTo>
                    <a:pt x="336214" y="467577"/>
                  </a:lnTo>
                  <a:lnTo>
                    <a:pt x="336018" y="467891"/>
                  </a:lnTo>
                  <a:lnTo>
                    <a:pt x="336151" y="468204"/>
                  </a:lnTo>
                  <a:lnTo>
                    <a:pt x="335860" y="468391"/>
                  </a:lnTo>
                  <a:lnTo>
                    <a:pt x="335319" y="468566"/>
                  </a:lnTo>
                  <a:lnTo>
                    <a:pt x="335088" y="468645"/>
                  </a:lnTo>
                  <a:lnTo>
                    <a:pt x="334656" y="468901"/>
                  </a:lnTo>
                  <a:lnTo>
                    <a:pt x="334344" y="468960"/>
                  </a:lnTo>
                  <a:lnTo>
                    <a:pt x="334186" y="468925"/>
                  </a:lnTo>
                  <a:lnTo>
                    <a:pt x="333643" y="468801"/>
                  </a:lnTo>
                  <a:lnTo>
                    <a:pt x="333233" y="468770"/>
                  </a:lnTo>
                  <a:lnTo>
                    <a:pt x="332896" y="468966"/>
                  </a:lnTo>
                  <a:lnTo>
                    <a:pt x="332551" y="469183"/>
                  </a:lnTo>
                  <a:lnTo>
                    <a:pt x="331610" y="469572"/>
                  </a:lnTo>
                  <a:lnTo>
                    <a:pt x="331388" y="469644"/>
                  </a:lnTo>
                  <a:lnTo>
                    <a:pt x="330982" y="469582"/>
                  </a:lnTo>
                  <a:lnTo>
                    <a:pt x="330663" y="468915"/>
                  </a:lnTo>
                  <a:lnTo>
                    <a:pt x="330505" y="468970"/>
                  </a:lnTo>
                  <a:lnTo>
                    <a:pt x="330248" y="468944"/>
                  </a:lnTo>
                  <a:lnTo>
                    <a:pt x="330085" y="468987"/>
                  </a:lnTo>
                  <a:lnTo>
                    <a:pt x="329570" y="469385"/>
                  </a:lnTo>
                  <a:lnTo>
                    <a:pt x="329149" y="469266"/>
                  </a:lnTo>
                  <a:lnTo>
                    <a:pt x="328937" y="469351"/>
                  </a:lnTo>
                  <a:lnTo>
                    <a:pt x="328666" y="469541"/>
                  </a:lnTo>
                  <a:lnTo>
                    <a:pt x="328664" y="469808"/>
                  </a:lnTo>
                  <a:lnTo>
                    <a:pt x="328364" y="470234"/>
                  </a:lnTo>
                  <a:lnTo>
                    <a:pt x="328181" y="470404"/>
                  </a:lnTo>
                  <a:lnTo>
                    <a:pt x="327683" y="470725"/>
                  </a:lnTo>
                  <a:lnTo>
                    <a:pt x="327376" y="470655"/>
                  </a:lnTo>
                  <a:lnTo>
                    <a:pt x="327203" y="470517"/>
                  </a:lnTo>
                  <a:lnTo>
                    <a:pt x="326739" y="470505"/>
                  </a:lnTo>
                  <a:lnTo>
                    <a:pt x="326488" y="470411"/>
                  </a:lnTo>
                  <a:lnTo>
                    <a:pt x="326264" y="470372"/>
                  </a:lnTo>
                  <a:lnTo>
                    <a:pt x="325843" y="470245"/>
                  </a:lnTo>
                  <a:lnTo>
                    <a:pt x="325609" y="470210"/>
                  </a:lnTo>
                  <a:lnTo>
                    <a:pt x="325392" y="470138"/>
                  </a:lnTo>
                  <a:lnTo>
                    <a:pt x="325254" y="470131"/>
                  </a:lnTo>
                  <a:lnTo>
                    <a:pt x="325093" y="470162"/>
                  </a:lnTo>
                  <a:lnTo>
                    <a:pt x="324671" y="470176"/>
                  </a:lnTo>
                  <a:lnTo>
                    <a:pt x="324437" y="470251"/>
                  </a:lnTo>
                  <a:lnTo>
                    <a:pt x="324142" y="470398"/>
                  </a:lnTo>
                  <a:lnTo>
                    <a:pt x="323953" y="470439"/>
                  </a:lnTo>
                  <a:lnTo>
                    <a:pt x="323718" y="470442"/>
                  </a:lnTo>
                  <a:lnTo>
                    <a:pt x="323404" y="470549"/>
                  </a:lnTo>
                  <a:lnTo>
                    <a:pt x="323020" y="470760"/>
                  </a:lnTo>
                  <a:lnTo>
                    <a:pt x="322988" y="470903"/>
                  </a:lnTo>
                  <a:lnTo>
                    <a:pt x="322914" y="471287"/>
                  </a:lnTo>
                  <a:lnTo>
                    <a:pt x="322906" y="471429"/>
                  </a:lnTo>
                  <a:lnTo>
                    <a:pt x="322883" y="471737"/>
                  </a:lnTo>
                  <a:lnTo>
                    <a:pt x="322749" y="471809"/>
                  </a:lnTo>
                  <a:lnTo>
                    <a:pt x="322202" y="471982"/>
                  </a:lnTo>
                  <a:lnTo>
                    <a:pt x="321320" y="471699"/>
                  </a:lnTo>
                  <a:lnTo>
                    <a:pt x="321083" y="471630"/>
                  </a:lnTo>
                  <a:lnTo>
                    <a:pt x="320860" y="471649"/>
                  </a:lnTo>
                  <a:lnTo>
                    <a:pt x="320600" y="471796"/>
                  </a:lnTo>
                  <a:lnTo>
                    <a:pt x="320466" y="471928"/>
                  </a:lnTo>
                  <a:lnTo>
                    <a:pt x="320191" y="472410"/>
                  </a:lnTo>
                  <a:lnTo>
                    <a:pt x="320095" y="472588"/>
                  </a:lnTo>
                  <a:lnTo>
                    <a:pt x="319895" y="472753"/>
                  </a:lnTo>
                  <a:lnTo>
                    <a:pt x="319764" y="472760"/>
                  </a:lnTo>
                  <a:lnTo>
                    <a:pt x="319582" y="472706"/>
                  </a:lnTo>
                  <a:lnTo>
                    <a:pt x="319445" y="472677"/>
                  </a:lnTo>
                  <a:lnTo>
                    <a:pt x="319222" y="472369"/>
                  </a:lnTo>
                  <a:lnTo>
                    <a:pt x="319160" y="471957"/>
                  </a:lnTo>
                  <a:lnTo>
                    <a:pt x="319191" y="471794"/>
                  </a:lnTo>
                  <a:lnTo>
                    <a:pt x="318986" y="471450"/>
                  </a:lnTo>
                  <a:lnTo>
                    <a:pt x="318649" y="471229"/>
                  </a:lnTo>
                  <a:lnTo>
                    <a:pt x="318469" y="470900"/>
                  </a:lnTo>
                  <a:lnTo>
                    <a:pt x="318422" y="470708"/>
                  </a:lnTo>
                  <a:lnTo>
                    <a:pt x="318517" y="470263"/>
                  </a:lnTo>
                  <a:lnTo>
                    <a:pt x="318369" y="470187"/>
                  </a:lnTo>
                  <a:lnTo>
                    <a:pt x="318040" y="470114"/>
                  </a:lnTo>
                  <a:lnTo>
                    <a:pt x="317766" y="470054"/>
                  </a:lnTo>
                  <a:lnTo>
                    <a:pt x="317475" y="469993"/>
                  </a:lnTo>
                  <a:lnTo>
                    <a:pt x="317143" y="470083"/>
                  </a:lnTo>
                  <a:lnTo>
                    <a:pt x="316629" y="469981"/>
                  </a:lnTo>
                  <a:lnTo>
                    <a:pt x="316350" y="469730"/>
                  </a:lnTo>
                  <a:lnTo>
                    <a:pt x="316232" y="469548"/>
                  </a:lnTo>
                  <a:lnTo>
                    <a:pt x="316141" y="469303"/>
                  </a:lnTo>
                  <a:lnTo>
                    <a:pt x="316055" y="469011"/>
                  </a:lnTo>
                  <a:lnTo>
                    <a:pt x="315912" y="468842"/>
                  </a:lnTo>
                  <a:lnTo>
                    <a:pt x="315881" y="468592"/>
                  </a:lnTo>
                  <a:lnTo>
                    <a:pt x="315533" y="468498"/>
                  </a:lnTo>
                  <a:lnTo>
                    <a:pt x="315275" y="468335"/>
                  </a:lnTo>
                  <a:lnTo>
                    <a:pt x="315165" y="468134"/>
                  </a:lnTo>
                  <a:lnTo>
                    <a:pt x="314666" y="467965"/>
                  </a:lnTo>
                  <a:lnTo>
                    <a:pt x="314464" y="467963"/>
                  </a:lnTo>
                  <a:lnTo>
                    <a:pt x="314197" y="467775"/>
                  </a:lnTo>
                  <a:lnTo>
                    <a:pt x="313954" y="467741"/>
                  </a:lnTo>
                  <a:lnTo>
                    <a:pt x="313572" y="467689"/>
                  </a:lnTo>
                  <a:lnTo>
                    <a:pt x="313214" y="467783"/>
                  </a:lnTo>
                  <a:lnTo>
                    <a:pt x="313102" y="467960"/>
                  </a:lnTo>
                  <a:lnTo>
                    <a:pt x="312483" y="467675"/>
                  </a:lnTo>
                  <a:lnTo>
                    <a:pt x="312127" y="467703"/>
                  </a:lnTo>
                  <a:lnTo>
                    <a:pt x="312051" y="467941"/>
                  </a:lnTo>
                  <a:lnTo>
                    <a:pt x="311679" y="468103"/>
                  </a:lnTo>
                  <a:lnTo>
                    <a:pt x="311295" y="468069"/>
                  </a:lnTo>
                  <a:lnTo>
                    <a:pt x="310800" y="468108"/>
                  </a:lnTo>
                  <a:lnTo>
                    <a:pt x="310491" y="468211"/>
                  </a:lnTo>
                  <a:lnTo>
                    <a:pt x="310454" y="468459"/>
                  </a:lnTo>
                  <a:lnTo>
                    <a:pt x="309944" y="468456"/>
                  </a:lnTo>
                  <a:lnTo>
                    <a:pt x="309460" y="468678"/>
                  </a:lnTo>
                  <a:lnTo>
                    <a:pt x="309321" y="468773"/>
                  </a:lnTo>
                  <a:lnTo>
                    <a:pt x="308544" y="469282"/>
                  </a:lnTo>
                  <a:lnTo>
                    <a:pt x="308469" y="469456"/>
                  </a:lnTo>
                  <a:lnTo>
                    <a:pt x="308332" y="469669"/>
                  </a:lnTo>
                  <a:lnTo>
                    <a:pt x="307940" y="469811"/>
                  </a:lnTo>
                  <a:lnTo>
                    <a:pt x="307761" y="469797"/>
                  </a:lnTo>
                  <a:lnTo>
                    <a:pt x="307583" y="470158"/>
                  </a:lnTo>
                  <a:lnTo>
                    <a:pt x="307463" y="470352"/>
                  </a:lnTo>
                  <a:lnTo>
                    <a:pt x="307045" y="470707"/>
                  </a:lnTo>
                  <a:lnTo>
                    <a:pt x="306861" y="470554"/>
                  </a:lnTo>
                  <a:lnTo>
                    <a:pt x="306594" y="470521"/>
                  </a:lnTo>
                  <a:lnTo>
                    <a:pt x="306384" y="470371"/>
                  </a:lnTo>
                  <a:lnTo>
                    <a:pt x="306425" y="470067"/>
                  </a:lnTo>
                  <a:lnTo>
                    <a:pt x="306429" y="469723"/>
                  </a:lnTo>
                  <a:lnTo>
                    <a:pt x="306358" y="469487"/>
                  </a:lnTo>
                  <a:lnTo>
                    <a:pt x="306254" y="469162"/>
                  </a:lnTo>
                  <a:lnTo>
                    <a:pt x="306290" y="468953"/>
                  </a:lnTo>
                  <a:lnTo>
                    <a:pt x="306509" y="468875"/>
                  </a:lnTo>
                  <a:lnTo>
                    <a:pt x="306373" y="468502"/>
                  </a:lnTo>
                  <a:lnTo>
                    <a:pt x="306361" y="468135"/>
                  </a:lnTo>
                  <a:lnTo>
                    <a:pt x="306413" y="467834"/>
                  </a:lnTo>
                  <a:lnTo>
                    <a:pt x="306076" y="467658"/>
                  </a:lnTo>
                  <a:lnTo>
                    <a:pt x="305701" y="466788"/>
                  </a:lnTo>
                  <a:lnTo>
                    <a:pt x="306042" y="466781"/>
                  </a:lnTo>
                  <a:lnTo>
                    <a:pt x="306223" y="466731"/>
                  </a:lnTo>
                  <a:lnTo>
                    <a:pt x="306311" y="466602"/>
                  </a:lnTo>
                  <a:lnTo>
                    <a:pt x="306278" y="466409"/>
                  </a:lnTo>
                  <a:lnTo>
                    <a:pt x="306395" y="466219"/>
                  </a:lnTo>
                  <a:lnTo>
                    <a:pt x="306647" y="466166"/>
                  </a:lnTo>
                  <a:lnTo>
                    <a:pt x="307091" y="466137"/>
                  </a:lnTo>
                  <a:lnTo>
                    <a:pt x="307333" y="465933"/>
                  </a:lnTo>
                  <a:lnTo>
                    <a:pt x="307083" y="465750"/>
                  </a:lnTo>
                  <a:lnTo>
                    <a:pt x="306760" y="465722"/>
                  </a:lnTo>
                  <a:lnTo>
                    <a:pt x="306195" y="465872"/>
                  </a:lnTo>
                  <a:lnTo>
                    <a:pt x="305962" y="465840"/>
                  </a:lnTo>
                  <a:lnTo>
                    <a:pt x="305574" y="465763"/>
                  </a:lnTo>
                  <a:lnTo>
                    <a:pt x="305356" y="465690"/>
                  </a:lnTo>
                  <a:lnTo>
                    <a:pt x="304877" y="465447"/>
                  </a:lnTo>
                  <a:lnTo>
                    <a:pt x="304488" y="465504"/>
                  </a:lnTo>
                  <a:lnTo>
                    <a:pt x="304436" y="465277"/>
                  </a:lnTo>
                  <a:lnTo>
                    <a:pt x="304692" y="465025"/>
                  </a:lnTo>
                  <a:lnTo>
                    <a:pt x="304842" y="464807"/>
                  </a:lnTo>
                  <a:lnTo>
                    <a:pt x="304838" y="464661"/>
                  </a:lnTo>
                  <a:lnTo>
                    <a:pt x="304718" y="464178"/>
                  </a:lnTo>
                  <a:lnTo>
                    <a:pt x="304671" y="463906"/>
                  </a:lnTo>
                  <a:lnTo>
                    <a:pt x="304564" y="463463"/>
                  </a:lnTo>
                  <a:lnTo>
                    <a:pt x="304422" y="462828"/>
                  </a:lnTo>
                  <a:lnTo>
                    <a:pt x="304261" y="462085"/>
                  </a:lnTo>
                  <a:lnTo>
                    <a:pt x="304821" y="461657"/>
                  </a:lnTo>
                  <a:lnTo>
                    <a:pt x="305085" y="461616"/>
                  </a:lnTo>
                  <a:lnTo>
                    <a:pt x="306137" y="460630"/>
                  </a:lnTo>
                  <a:lnTo>
                    <a:pt x="306161" y="460277"/>
                  </a:lnTo>
                  <a:lnTo>
                    <a:pt x="306059" y="460017"/>
                  </a:lnTo>
                  <a:lnTo>
                    <a:pt x="306112" y="459581"/>
                  </a:lnTo>
                  <a:lnTo>
                    <a:pt x="305580" y="458652"/>
                  </a:lnTo>
                  <a:lnTo>
                    <a:pt x="305599" y="458390"/>
                  </a:lnTo>
                  <a:lnTo>
                    <a:pt x="305642" y="458134"/>
                  </a:lnTo>
                  <a:lnTo>
                    <a:pt x="304688" y="457722"/>
                  </a:lnTo>
                  <a:lnTo>
                    <a:pt x="304652" y="457455"/>
                  </a:lnTo>
                  <a:lnTo>
                    <a:pt x="303848" y="458074"/>
                  </a:lnTo>
                  <a:lnTo>
                    <a:pt x="303720" y="458243"/>
                  </a:lnTo>
                  <a:lnTo>
                    <a:pt x="303362" y="458204"/>
                  </a:lnTo>
                  <a:lnTo>
                    <a:pt x="302891" y="458154"/>
                  </a:lnTo>
                  <a:lnTo>
                    <a:pt x="302706" y="458105"/>
                  </a:lnTo>
                  <a:lnTo>
                    <a:pt x="302357" y="455614"/>
                  </a:lnTo>
                  <a:lnTo>
                    <a:pt x="302010" y="454912"/>
                  </a:lnTo>
                  <a:lnTo>
                    <a:pt x="300971" y="454875"/>
                  </a:lnTo>
                  <a:lnTo>
                    <a:pt x="299450" y="454374"/>
                  </a:lnTo>
                  <a:lnTo>
                    <a:pt x="299083" y="454246"/>
                  </a:lnTo>
                  <a:lnTo>
                    <a:pt x="298758" y="454106"/>
                  </a:lnTo>
                  <a:lnTo>
                    <a:pt x="297520" y="453667"/>
                  </a:lnTo>
                  <a:lnTo>
                    <a:pt x="297501" y="453517"/>
                  </a:lnTo>
                  <a:lnTo>
                    <a:pt x="296264" y="454485"/>
                  </a:lnTo>
                  <a:lnTo>
                    <a:pt x="295637" y="454894"/>
                  </a:lnTo>
                  <a:lnTo>
                    <a:pt x="294929" y="454934"/>
                  </a:lnTo>
                  <a:lnTo>
                    <a:pt x="294218" y="455714"/>
                  </a:lnTo>
                  <a:lnTo>
                    <a:pt x="294058" y="456405"/>
                  </a:lnTo>
                  <a:lnTo>
                    <a:pt x="294130" y="456584"/>
                  </a:lnTo>
                  <a:lnTo>
                    <a:pt x="293650" y="457347"/>
                  </a:lnTo>
                  <a:lnTo>
                    <a:pt x="293639" y="457525"/>
                  </a:lnTo>
                  <a:lnTo>
                    <a:pt x="293609" y="457668"/>
                  </a:lnTo>
                  <a:lnTo>
                    <a:pt x="293427" y="457807"/>
                  </a:lnTo>
                  <a:lnTo>
                    <a:pt x="293163" y="458139"/>
                  </a:lnTo>
                  <a:lnTo>
                    <a:pt x="293130" y="458684"/>
                  </a:lnTo>
                  <a:lnTo>
                    <a:pt x="292816" y="458648"/>
                  </a:lnTo>
                  <a:lnTo>
                    <a:pt x="292283" y="458684"/>
                  </a:lnTo>
                  <a:lnTo>
                    <a:pt x="291822" y="459231"/>
                  </a:lnTo>
                  <a:lnTo>
                    <a:pt x="291444" y="459501"/>
                  </a:lnTo>
                  <a:lnTo>
                    <a:pt x="291453" y="459843"/>
                  </a:lnTo>
                  <a:lnTo>
                    <a:pt x="291778" y="460003"/>
                  </a:lnTo>
                  <a:lnTo>
                    <a:pt x="292112" y="460450"/>
                  </a:lnTo>
                  <a:lnTo>
                    <a:pt x="291964" y="460486"/>
                  </a:lnTo>
                  <a:lnTo>
                    <a:pt x="291471" y="460606"/>
                  </a:lnTo>
                  <a:lnTo>
                    <a:pt x="291137" y="460661"/>
                  </a:lnTo>
                  <a:lnTo>
                    <a:pt x="290822" y="460985"/>
                  </a:lnTo>
                  <a:lnTo>
                    <a:pt x="290860" y="461177"/>
                  </a:lnTo>
                  <a:lnTo>
                    <a:pt x="290845" y="461357"/>
                  </a:lnTo>
                  <a:lnTo>
                    <a:pt x="290730" y="461685"/>
                  </a:lnTo>
                  <a:lnTo>
                    <a:pt x="290602" y="461715"/>
                  </a:lnTo>
                  <a:lnTo>
                    <a:pt x="290384" y="461922"/>
                  </a:lnTo>
                  <a:lnTo>
                    <a:pt x="290091" y="461972"/>
                  </a:lnTo>
                  <a:lnTo>
                    <a:pt x="289830" y="462046"/>
                  </a:lnTo>
                  <a:lnTo>
                    <a:pt x="289269" y="462163"/>
                  </a:lnTo>
                  <a:lnTo>
                    <a:pt x="288459" y="462229"/>
                  </a:lnTo>
                  <a:lnTo>
                    <a:pt x="288313" y="462262"/>
                  </a:lnTo>
                  <a:lnTo>
                    <a:pt x="287844" y="462168"/>
                  </a:lnTo>
                  <a:lnTo>
                    <a:pt x="287463" y="462245"/>
                  </a:lnTo>
                  <a:lnTo>
                    <a:pt x="287227" y="462295"/>
                  </a:lnTo>
                  <a:lnTo>
                    <a:pt x="287084" y="462449"/>
                  </a:lnTo>
                  <a:lnTo>
                    <a:pt x="286946" y="462506"/>
                  </a:lnTo>
                  <a:lnTo>
                    <a:pt x="286518" y="462643"/>
                  </a:lnTo>
                  <a:lnTo>
                    <a:pt x="286199" y="462933"/>
                  </a:lnTo>
                  <a:lnTo>
                    <a:pt x="285963" y="462906"/>
                  </a:lnTo>
                  <a:lnTo>
                    <a:pt x="285557" y="462099"/>
                  </a:lnTo>
                  <a:lnTo>
                    <a:pt x="285399" y="462111"/>
                  </a:lnTo>
                  <a:lnTo>
                    <a:pt x="285239" y="462147"/>
                  </a:lnTo>
                  <a:lnTo>
                    <a:pt x="284854" y="462281"/>
                  </a:lnTo>
                  <a:lnTo>
                    <a:pt x="284609" y="462397"/>
                  </a:lnTo>
                  <a:lnTo>
                    <a:pt x="284462" y="462422"/>
                  </a:lnTo>
                  <a:lnTo>
                    <a:pt x="283954" y="462614"/>
                  </a:lnTo>
                  <a:lnTo>
                    <a:pt x="283800" y="462755"/>
                  </a:lnTo>
                  <a:lnTo>
                    <a:pt x="283085" y="462876"/>
                  </a:lnTo>
                  <a:lnTo>
                    <a:pt x="282950" y="462944"/>
                  </a:lnTo>
                  <a:lnTo>
                    <a:pt x="282804" y="462982"/>
                  </a:lnTo>
                  <a:lnTo>
                    <a:pt x="282684" y="463128"/>
                  </a:lnTo>
                  <a:lnTo>
                    <a:pt x="282453" y="463299"/>
                  </a:lnTo>
                  <a:lnTo>
                    <a:pt x="282247" y="463420"/>
                  </a:lnTo>
                  <a:lnTo>
                    <a:pt x="282025" y="463636"/>
                  </a:lnTo>
                  <a:lnTo>
                    <a:pt x="281621" y="463992"/>
                  </a:lnTo>
                  <a:lnTo>
                    <a:pt x="280369" y="463982"/>
                  </a:lnTo>
                  <a:lnTo>
                    <a:pt x="280050" y="464045"/>
                  </a:lnTo>
                  <a:lnTo>
                    <a:pt x="279578" y="464388"/>
                  </a:lnTo>
                  <a:lnTo>
                    <a:pt x="279122" y="464612"/>
                  </a:lnTo>
                  <a:lnTo>
                    <a:pt x="278755" y="464769"/>
                  </a:lnTo>
                  <a:lnTo>
                    <a:pt x="278516" y="464591"/>
                  </a:lnTo>
                  <a:lnTo>
                    <a:pt x="278136" y="464128"/>
                  </a:lnTo>
                  <a:lnTo>
                    <a:pt x="277505" y="462897"/>
                  </a:lnTo>
                  <a:lnTo>
                    <a:pt x="277048" y="462741"/>
                  </a:lnTo>
                  <a:lnTo>
                    <a:pt x="276847" y="462746"/>
                  </a:lnTo>
                  <a:lnTo>
                    <a:pt x="276726" y="462976"/>
                  </a:lnTo>
                  <a:lnTo>
                    <a:pt x="276245" y="463146"/>
                  </a:lnTo>
                  <a:lnTo>
                    <a:pt x="276085" y="463003"/>
                  </a:lnTo>
                  <a:lnTo>
                    <a:pt x="275981" y="462821"/>
                  </a:lnTo>
                  <a:lnTo>
                    <a:pt x="275888" y="462572"/>
                  </a:lnTo>
                  <a:lnTo>
                    <a:pt x="275808" y="462375"/>
                  </a:lnTo>
                  <a:lnTo>
                    <a:pt x="275456" y="462138"/>
                  </a:lnTo>
                  <a:lnTo>
                    <a:pt x="274771" y="461723"/>
                  </a:lnTo>
                  <a:lnTo>
                    <a:pt x="274517" y="461670"/>
                  </a:lnTo>
                  <a:lnTo>
                    <a:pt x="274301" y="461377"/>
                  </a:lnTo>
                  <a:lnTo>
                    <a:pt x="274258" y="461235"/>
                  </a:lnTo>
                  <a:lnTo>
                    <a:pt x="274004" y="460939"/>
                  </a:lnTo>
                  <a:lnTo>
                    <a:pt x="273445" y="460813"/>
                  </a:lnTo>
                  <a:lnTo>
                    <a:pt x="273039" y="460552"/>
                  </a:lnTo>
                  <a:lnTo>
                    <a:pt x="272803" y="460261"/>
                  </a:lnTo>
                  <a:lnTo>
                    <a:pt x="272728" y="460099"/>
                  </a:lnTo>
                  <a:lnTo>
                    <a:pt x="272498" y="459901"/>
                  </a:lnTo>
                  <a:lnTo>
                    <a:pt x="272332" y="459918"/>
                  </a:lnTo>
                  <a:lnTo>
                    <a:pt x="271787" y="459456"/>
                  </a:lnTo>
                  <a:lnTo>
                    <a:pt x="271435" y="459253"/>
                  </a:lnTo>
                  <a:lnTo>
                    <a:pt x="271476" y="459079"/>
                  </a:lnTo>
                  <a:lnTo>
                    <a:pt x="271466" y="458835"/>
                  </a:lnTo>
                  <a:lnTo>
                    <a:pt x="271252" y="458108"/>
                  </a:lnTo>
                  <a:lnTo>
                    <a:pt x="271058" y="457878"/>
                  </a:lnTo>
                  <a:lnTo>
                    <a:pt x="270923" y="457726"/>
                  </a:lnTo>
                  <a:lnTo>
                    <a:pt x="270753" y="457529"/>
                  </a:lnTo>
                  <a:lnTo>
                    <a:pt x="270714" y="457313"/>
                  </a:lnTo>
                  <a:lnTo>
                    <a:pt x="270317" y="456943"/>
                  </a:lnTo>
                  <a:lnTo>
                    <a:pt x="270014" y="456884"/>
                  </a:lnTo>
                  <a:lnTo>
                    <a:pt x="269752" y="456800"/>
                  </a:lnTo>
                  <a:lnTo>
                    <a:pt x="269461" y="456729"/>
                  </a:lnTo>
                  <a:lnTo>
                    <a:pt x="269173" y="456567"/>
                  </a:lnTo>
                  <a:lnTo>
                    <a:pt x="269023" y="456477"/>
                  </a:lnTo>
                  <a:lnTo>
                    <a:pt x="268714" y="456291"/>
                  </a:lnTo>
                  <a:lnTo>
                    <a:pt x="268555" y="456196"/>
                  </a:lnTo>
                  <a:lnTo>
                    <a:pt x="268150" y="455767"/>
                  </a:lnTo>
                  <a:lnTo>
                    <a:pt x="268386" y="455528"/>
                  </a:lnTo>
                  <a:lnTo>
                    <a:pt x="268638" y="455437"/>
                  </a:lnTo>
                  <a:lnTo>
                    <a:pt x="269011" y="455399"/>
                  </a:lnTo>
                  <a:lnTo>
                    <a:pt x="269307" y="455424"/>
                  </a:lnTo>
                  <a:lnTo>
                    <a:pt x="269552" y="455394"/>
                  </a:lnTo>
                  <a:lnTo>
                    <a:pt x="269883" y="455301"/>
                  </a:lnTo>
                  <a:lnTo>
                    <a:pt x="270844" y="455546"/>
                  </a:lnTo>
                  <a:lnTo>
                    <a:pt x="271182" y="455493"/>
                  </a:lnTo>
                  <a:lnTo>
                    <a:pt x="271313" y="455328"/>
                  </a:lnTo>
                  <a:lnTo>
                    <a:pt x="271473" y="455161"/>
                  </a:lnTo>
                  <a:lnTo>
                    <a:pt x="271852" y="455070"/>
                  </a:lnTo>
                  <a:lnTo>
                    <a:pt x="272028" y="454681"/>
                  </a:lnTo>
                  <a:lnTo>
                    <a:pt x="272039" y="454268"/>
                  </a:lnTo>
                  <a:lnTo>
                    <a:pt x="272045" y="453764"/>
                  </a:lnTo>
                  <a:lnTo>
                    <a:pt x="272719" y="453584"/>
                  </a:lnTo>
                  <a:lnTo>
                    <a:pt x="273206" y="453419"/>
                  </a:lnTo>
                  <a:lnTo>
                    <a:pt x="273372" y="453111"/>
                  </a:lnTo>
                  <a:lnTo>
                    <a:pt x="273373" y="452752"/>
                  </a:lnTo>
                  <a:lnTo>
                    <a:pt x="273559" y="452775"/>
                  </a:lnTo>
                  <a:lnTo>
                    <a:pt x="274048" y="452629"/>
                  </a:lnTo>
                  <a:lnTo>
                    <a:pt x="273885" y="451903"/>
                  </a:lnTo>
                  <a:lnTo>
                    <a:pt x="273755" y="451720"/>
                  </a:lnTo>
                  <a:lnTo>
                    <a:pt x="273762" y="451504"/>
                  </a:lnTo>
                  <a:lnTo>
                    <a:pt x="273807" y="451232"/>
                  </a:lnTo>
                  <a:lnTo>
                    <a:pt x="273977" y="450882"/>
                  </a:lnTo>
                  <a:lnTo>
                    <a:pt x="274137" y="450555"/>
                  </a:lnTo>
                  <a:lnTo>
                    <a:pt x="274308" y="450364"/>
                  </a:lnTo>
                  <a:lnTo>
                    <a:pt x="273707" y="450357"/>
                  </a:lnTo>
                  <a:lnTo>
                    <a:pt x="273268" y="450458"/>
                  </a:lnTo>
                  <a:lnTo>
                    <a:pt x="272884" y="450388"/>
                  </a:lnTo>
                  <a:lnTo>
                    <a:pt x="272639" y="450249"/>
                  </a:lnTo>
                  <a:lnTo>
                    <a:pt x="272441" y="450134"/>
                  </a:lnTo>
                  <a:lnTo>
                    <a:pt x="272350" y="449939"/>
                  </a:lnTo>
                  <a:lnTo>
                    <a:pt x="272293" y="449615"/>
                  </a:lnTo>
                  <a:lnTo>
                    <a:pt x="272084" y="449290"/>
                  </a:lnTo>
                  <a:lnTo>
                    <a:pt x="272372" y="448914"/>
                  </a:lnTo>
                  <a:lnTo>
                    <a:pt x="272726" y="448722"/>
                  </a:lnTo>
                  <a:lnTo>
                    <a:pt x="273237" y="448665"/>
                  </a:lnTo>
                  <a:lnTo>
                    <a:pt x="273366" y="448700"/>
                  </a:lnTo>
                  <a:lnTo>
                    <a:pt x="273505" y="448665"/>
                  </a:lnTo>
                  <a:lnTo>
                    <a:pt x="273714" y="448563"/>
                  </a:lnTo>
                  <a:lnTo>
                    <a:pt x="274012" y="448174"/>
                  </a:lnTo>
                  <a:lnTo>
                    <a:pt x="274064" y="447768"/>
                  </a:lnTo>
                  <a:lnTo>
                    <a:pt x="274324" y="447436"/>
                  </a:lnTo>
                  <a:lnTo>
                    <a:pt x="274507" y="447263"/>
                  </a:lnTo>
                  <a:lnTo>
                    <a:pt x="274568" y="447047"/>
                  </a:lnTo>
                  <a:lnTo>
                    <a:pt x="274027" y="446759"/>
                  </a:lnTo>
                  <a:lnTo>
                    <a:pt x="273695" y="446503"/>
                  </a:lnTo>
                  <a:lnTo>
                    <a:pt x="273811" y="446223"/>
                  </a:lnTo>
                  <a:lnTo>
                    <a:pt x="273906" y="445991"/>
                  </a:lnTo>
                  <a:lnTo>
                    <a:pt x="273346" y="445816"/>
                  </a:lnTo>
                  <a:lnTo>
                    <a:pt x="273072" y="445879"/>
                  </a:lnTo>
                  <a:lnTo>
                    <a:pt x="272721" y="445996"/>
                  </a:lnTo>
                  <a:lnTo>
                    <a:pt x="272285" y="445965"/>
                  </a:lnTo>
                  <a:lnTo>
                    <a:pt x="272264" y="445824"/>
                  </a:lnTo>
                  <a:lnTo>
                    <a:pt x="272230" y="445600"/>
                  </a:lnTo>
                  <a:lnTo>
                    <a:pt x="271975" y="445166"/>
                  </a:lnTo>
                  <a:lnTo>
                    <a:pt x="271731" y="444837"/>
                  </a:lnTo>
                  <a:lnTo>
                    <a:pt x="271684" y="444502"/>
                  </a:lnTo>
                  <a:lnTo>
                    <a:pt x="271654" y="444290"/>
                  </a:lnTo>
                  <a:lnTo>
                    <a:pt x="271636" y="443850"/>
                  </a:lnTo>
                  <a:lnTo>
                    <a:pt x="271482" y="443539"/>
                  </a:lnTo>
                  <a:lnTo>
                    <a:pt x="271317" y="443318"/>
                  </a:lnTo>
                  <a:lnTo>
                    <a:pt x="270941" y="443107"/>
                  </a:lnTo>
                  <a:lnTo>
                    <a:pt x="270675" y="443098"/>
                  </a:lnTo>
                  <a:lnTo>
                    <a:pt x="270474" y="443079"/>
                  </a:lnTo>
                  <a:lnTo>
                    <a:pt x="270235" y="443114"/>
                  </a:lnTo>
                  <a:lnTo>
                    <a:pt x="269880" y="443186"/>
                  </a:lnTo>
                  <a:lnTo>
                    <a:pt x="269553" y="443446"/>
                  </a:lnTo>
                  <a:lnTo>
                    <a:pt x="269441" y="443587"/>
                  </a:lnTo>
                  <a:lnTo>
                    <a:pt x="269102" y="444092"/>
                  </a:lnTo>
                  <a:lnTo>
                    <a:pt x="268834" y="444359"/>
                  </a:lnTo>
                  <a:lnTo>
                    <a:pt x="268552" y="444400"/>
                  </a:lnTo>
                  <a:lnTo>
                    <a:pt x="268397" y="444403"/>
                  </a:lnTo>
                  <a:lnTo>
                    <a:pt x="267889" y="444222"/>
                  </a:lnTo>
                  <a:lnTo>
                    <a:pt x="267861" y="444013"/>
                  </a:lnTo>
                  <a:lnTo>
                    <a:pt x="268181" y="443373"/>
                  </a:lnTo>
                  <a:lnTo>
                    <a:pt x="267917" y="443285"/>
                  </a:lnTo>
                  <a:lnTo>
                    <a:pt x="267675" y="442988"/>
                  </a:lnTo>
                  <a:lnTo>
                    <a:pt x="267644" y="442791"/>
                  </a:lnTo>
                  <a:lnTo>
                    <a:pt x="267291" y="442156"/>
                  </a:lnTo>
                  <a:lnTo>
                    <a:pt x="267198" y="441874"/>
                  </a:lnTo>
                  <a:lnTo>
                    <a:pt x="266993" y="441410"/>
                  </a:lnTo>
                  <a:lnTo>
                    <a:pt x="267113" y="440674"/>
                  </a:lnTo>
                  <a:lnTo>
                    <a:pt x="266523" y="440418"/>
                  </a:lnTo>
                  <a:lnTo>
                    <a:pt x="266446" y="440126"/>
                  </a:lnTo>
                  <a:lnTo>
                    <a:pt x="266955" y="439333"/>
                  </a:lnTo>
                  <a:lnTo>
                    <a:pt x="266953" y="439140"/>
                  </a:lnTo>
                  <a:lnTo>
                    <a:pt x="266864" y="438832"/>
                  </a:lnTo>
                  <a:lnTo>
                    <a:pt x="266639" y="438344"/>
                  </a:lnTo>
                  <a:lnTo>
                    <a:pt x="266971" y="437538"/>
                  </a:lnTo>
                  <a:lnTo>
                    <a:pt x="266906" y="437107"/>
                  </a:lnTo>
                  <a:lnTo>
                    <a:pt x="266767" y="436817"/>
                  </a:lnTo>
                  <a:lnTo>
                    <a:pt x="266569" y="435726"/>
                  </a:lnTo>
                  <a:lnTo>
                    <a:pt x="266168" y="435388"/>
                  </a:lnTo>
                  <a:lnTo>
                    <a:pt x="266139" y="435219"/>
                  </a:lnTo>
                  <a:lnTo>
                    <a:pt x="266327" y="434547"/>
                  </a:lnTo>
                  <a:lnTo>
                    <a:pt x="267160" y="434356"/>
                  </a:lnTo>
                  <a:lnTo>
                    <a:pt x="267888" y="434336"/>
                  </a:lnTo>
                  <a:lnTo>
                    <a:pt x="268195" y="434149"/>
                  </a:lnTo>
                  <a:lnTo>
                    <a:pt x="269203" y="433655"/>
                  </a:lnTo>
                  <a:lnTo>
                    <a:pt x="269598" y="433301"/>
                  </a:lnTo>
                  <a:lnTo>
                    <a:pt x="270584" y="432842"/>
                  </a:lnTo>
                  <a:lnTo>
                    <a:pt x="270722" y="432534"/>
                  </a:lnTo>
                  <a:lnTo>
                    <a:pt x="270930" y="431991"/>
                  </a:lnTo>
                  <a:lnTo>
                    <a:pt x="271130" y="431762"/>
                  </a:lnTo>
                  <a:lnTo>
                    <a:pt x="272036" y="431631"/>
                  </a:lnTo>
                  <a:lnTo>
                    <a:pt x="272337" y="431674"/>
                  </a:lnTo>
                  <a:lnTo>
                    <a:pt x="272762" y="431225"/>
                  </a:lnTo>
                  <a:lnTo>
                    <a:pt x="272916" y="430317"/>
                  </a:lnTo>
                  <a:lnTo>
                    <a:pt x="272058" y="429773"/>
                  </a:lnTo>
                  <a:lnTo>
                    <a:pt x="271844" y="429793"/>
                  </a:lnTo>
                  <a:lnTo>
                    <a:pt x="270735" y="429485"/>
                  </a:lnTo>
                  <a:lnTo>
                    <a:pt x="270273" y="429594"/>
                  </a:lnTo>
                  <a:lnTo>
                    <a:pt x="270122" y="429655"/>
                  </a:lnTo>
                  <a:lnTo>
                    <a:pt x="269497" y="430044"/>
                  </a:lnTo>
                  <a:lnTo>
                    <a:pt x="269355" y="430282"/>
                  </a:lnTo>
                  <a:lnTo>
                    <a:pt x="269044" y="430716"/>
                  </a:lnTo>
                  <a:lnTo>
                    <a:pt x="268264" y="430576"/>
                  </a:lnTo>
                  <a:lnTo>
                    <a:pt x="267641" y="430083"/>
                  </a:lnTo>
                  <a:lnTo>
                    <a:pt x="267511" y="430144"/>
                  </a:lnTo>
                  <a:lnTo>
                    <a:pt x="267050" y="430037"/>
                  </a:lnTo>
                  <a:lnTo>
                    <a:pt x="266859" y="429756"/>
                  </a:lnTo>
                  <a:lnTo>
                    <a:pt x="266698" y="429508"/>
                  </a:lnTo>
                  <a:lnTo>
                    <a:pt x="266612" y="429375"/>
                  </a:lnTo>
                  <a:lnTo>
                    <a:pt x="266500" y="429012"/>
                  </a:lnTo>
                  <a:lnTo>
                    <a:pt x="266004" y="429300"/>
                  </a:lnTo>
                  <a:lnTo>
                    <a:pt x="265949" y="429605"/>
                  </a:lnTo>
                  <a:lnTo>
                    <a:pt x="265779" y="429867"/>
                  </a:lnTo>
                  <a:lnTo>
                    <a:pt x="265565" y="429973"/>
                  </a:lnTo>
                  <a:lnTo>
                    <a:pt x="265336" y="429964"/>
                  </a:lnTo>
                  <a:lnTo>
                    <a:pt x="265005" y="429879"/>
                  </a:lnTo>
                  <a:lnTo>
                    <a:pt x="264842" y="429877"/>
                  </a:lnTo>
                  <a:lnTo>
                    <a:pt x="264613" y="429909"/>
                  </a:lnTo>
                  <a:lnTo>
                    <a:pt x="264099" y="430047"/>
                  </a:lnTo>
                  <a:lnTo>
                    <a:pt x="263837" y="429992"/>
                  </a:lnTo>
                  <a:lnTo>
                    <a:pt x="263565" y="429904"/>
                  </a:lnTo>
                  <a:lnTo>
                    <a:pt x="262990" y="429773"/>
                  </a:lnTo>
                  <a:lnTo>
                    <a:pt x="262832" y="429819"/>
                  </a:lnTo>
                  <a:lnTo>
                    <a:pt x="262357" y="429851"/>
                  </a:lnTo>
                  <a:lnTo>
                    <a:pt x="262196" y="429902"/>
                  </a:lnTo>
                  <a:lnTo>
                    <a:pt x="262057" y="429914"/>
                  </a:lnTo>
                  <a:lnTo>
                    <a:pt x="261699" y="429872"/>
                  </a:lnTo>
                  <a:lnTo>
                    <a:pt x="261350" y="429963"/>
                  </a:lnTo>
                  <a:lnTo>
                    <a:pt x="261109" y="430141"/>
                  </a:lnTo>
                  <a:lnTo>
                    <a:pt x="261005" y="430315"/>
                  </a:lnTo>
                  <a:lnTo>
                    <a:pt x="260941" y="430560"/>
                  </a:lnTo>
                  <a:lnTo>
                    <a:pt x="260727" y="431175"/>
                  </a:lnTo>
                  <a:lnTo>
                    <a:pt x="260117" y="431390"/>
                  </a:lnTo>
                  <a:lnTo>
                    <a:pt x="259961" y="431303"/>
                  </a:lnTo>
                  <a:lnTo>
                    <a:pt x="259772" y="431061"/>
                  </a:lnTo>
                  <a:lnTo>
                    <a:pt x="259328" y="430550"/>
                  </a:lnTo>
                  <a:lnTo>
                    <a:pt x="259142" y="430387"/>
                  </a:lnTo>
                  <a:lnTo>
                    <a:pt x="258798" y="430342"/>
                  </a:lnTo>
                  <a:lnTo>
                    <a:pt x="258434" y="430378"/>
                  </a:lnTo>
                  <a:lnTo>
                    <a:pt x="258009" y="430501"/>
                  </a:lnTo>
                  <a:lnTo>
                    <a:pt x="257649" y="430579"/>
                  </a:lnTo>
                  <a:lnTo>
                    <a:pt x="257372" y="430666"/>
                  </a:lnTo>
                  <a:lnTo>
                    <a:pt x="257111" y="430697"/>
                  </a:lnTo>
                  <a:lnTo>
                    <a:pt x="256959" y="430749"/>
                  </a:lnTo>
                  <a:lnTo>
                    <a:pt x="256274" y="431039"/>
                  </a:lnTo>
                  <a:lnTo>
                    <a:pt x="255952" y="431040"/>
                  </a:lnTo>
                  <a:lnTo>
                    <a:pt x="254884" y="431475"/>
                  </a:lnTo>
                  <a:lnTo>
                    <a:pt x="254320" y="431259"/>
                  </a:lnTo>
                  <a:lnTo>
                    <a:pt x="254300" y="431092"/>
                  </a:lnTo>
                  <a:lnTo>
                    <a:pt x="252499" y="430651"/>
                  </a:lnTo>
                  <a:lnTo>
                    <a:pt x="251707" y="429094"/>
                  </a:lnTo>
                  <a:lnTo>
                    <a:pt x="251305" y="428581"/>
                  </a:lnTo>
                  <a:lnTo>
                    <a:pt x="250557" y="429086"/>
                  </a:lnTo>
                  <a:lnTo>
                    <a:pt x="250568" y="429831"/>
                  </a:lnTo>
                  <a:lnTo>
                    <a:pt x="250235" y="430663"/>
                  </a:lnTo>
                  <a:lnTo>
                    <a:pt x="250203" y="431008"/>
                  </a:lnTo>
                  <a:lnTo>
                    <a:pt x="249660" y="432842"/>
                  </a:lnTo>
                  <a:lnTo>
                    <a:pt x="249480" y="432966"/>
                  </a:lnTo>
                  <a:lnTo>
                    <a:pt x="249175" y="433065"/>
                  </a:lnTo>
                  <a:lnTo>
                    <a:pt x="248931" y="433259"/>
                  </a:lnTo>
                  <a:lnTo>
                    <a:pt x="248939" y="433529"/>
                  </a:lnTo>
                  <a:lnTo>
                    <a:pt x="249054" y="433855"/>
                  </a:lnTo>
                  <a:lnTo>
                    <a:pt x="248868" y="434573"/>
                  </a:lnTo>
                  <a:lnTo>
                    <a:pt x="248403" y="434747"/>
                  </a:lnTo>
                  <a:lnTo>
                    <a:pt x="248237" y="434940"/>
                  </a:lnTo>
                  <a:lnTo>
                    <a:pt x="248716" y="435639"/>
                  </a:lnTo>
                  <a:lnTo>
                    <a:pt x="249101" y="435948"/>
                  </a:lnTo>
                  <a:lnTo>
                    <a:pt x="249389" y="436242"/>
                  </a:lnTo>
                  <a:lnTo>
                    <a:pt x="249585" y="436710"/>
                  </a:lnTo>
                  <a:lnTo>
                    <a:pt x="249699" y="436938"/>
                  </a:lnTo>
                  <a:lnTo>
                    <a:pt x="249995" y="437472"/>
                  </a:lnTo>
                  <a:lnTo>
                    <a:pt x="250090" y="437782"/>
                  </a:lnTo>
                  <a:lnTo>
                    <a:pt x="250052" y="438213"/>
                  </a:lnTo>
                  <a:lnTo>
                    <a:pt x="250093" y="438757"/>
                  </a:lnTo>
                  <a:lnTo>
                    <a:pt x="250176" y="438927"/>
                  </a:lnTo>
                  <a:lnTo>
                    <a:pt x="250473" y="439506"/>
                  </a:lnTo>
                  <a:lnTo>
                    <a:pt x="250670" y="439764"/>
                  </a:lnTo>
                  <a:lnTo>
                    <a:pt x="250955" y="440109"/>
                  </a:lnTo>
                  <a:lnTo>
                    <a:pt x="251088" y="440421"/>
                  </a:lnTo>
                  <a:lnTo>
                    <a:pt x="251156" y="440659"/>
                  </a:lnTo>
                  <a:lnTo>
                    <a:pt x="251235" y="441000"/>
                  </a:lnTo>
                  <a:lnTo>
                    <a:pt x="251233" y="441164"/>
                  </a:lnTo>
                  <a:lnTo>
                    <a:pt x="251131" y="441687"/>
                  </a:lnTo>
                  <a:lnTo>
                    <a:pt x="250998" y="442366"/>
                  </a:lnTo>
                  <a:lnTo>
                    <a:pt x="251474" y="443091"/>
                  </a:lnTo>
                  <a:lnTo>
                    <a:pt x="251615" y="443295"/>
                  </a:lnTo>
                  <a:lnTo>
                    <a:pt x="251712" y="443442"/>
                  </a:lnTo>
                  <a:lnTo>
                    <a:pt x="251869" y="444243"/>
                  </a:lnTo>
                  <a:lnTo>
                    <a:pt x="251208" y="444850"/>
                  </a:lnTo>
                  <a:lnTo>
                    <a:pt x="251027" y="444957"/>
                  </a:lnTo>
                  <a:lnTo>
                    <a:pt x="250559" y="445316"/>
                  </a:lnTo>
                  <a:lnTo>
                    <a:pt x="250003" y="445390"/>
                  </a:lnTo>
                  <a:lnTo>
                    <a:pt x="249703" y="445919"/>
                  </a:lnTo>
                  <a:lnTo>
                    <a:pt x="249377" y="446234"/>
                  </a:lnTo>
                  <a:lnTo>
                    <a:pt x="248912" y="446385"/>
                  </a:lnTo>
                  <a:lnTo>
                    <a:pt x="248547" y="446573"/>
                  </a:lnTo>
                  <a:lnTo>
                    <a:pt x="248233" y="447056"/>
                  </a:lnTo>
                  <a:lnTo>
                    <a:pt x="248060" y="447329"/>
                  </a:lnTo>
                  <a:lnTo>
                    <a:pt x="247764" y="447620"/>
                  </a:lnTo>
                  <a:lnTo>
                    <a:pt x="247301" y="447577"/>
                  </a:lnTo>
                  <a:lnTo>
                    <a:pt x="246827" y="447461"/>
                  </a:lnTo>
                  <a:lnTo>
                    <a:pt x="246164" y="448065"/>
                  </a:lnTo>
                  <a:lnTo>
                    <a:pt x="246061" y="448529"/>
                  </a:lnTo>
                  <a:lnTo>
                    <a:pt x="245988" y="448696"/>
                  </a:lnTo>
                  <a:lnTo>
                    <a:pt x="245646" y="449130"/>
                  </a:lnTo>
                  <a:lnTo>
                    <a:pt x="244944" y="448864"/>
                  </a:lnTo>
                  <a:lnTo>
                    <a:pt x="244812" y="448428"/>
                  </a:lnTo>
                  <a:lnTo>
                    <a:pt x="244852" y="447970"/>
                  </a:lnTo>
                  <a:lnTo>
                    <a:pt x="243814" y="447111"/>
                  </a:lnTo>
                  <a:lnTo>
                    <a:pt x="243189" y="446633"/>
                  </a:lnTo>
                  <a:lnTo>
                    <a:pt x="242225" y="446615"/>
                  </a:lnTo>
                  <a:lnTo>
                    <a:pt x="241806" y="447195"/>
                  </a:lnTo>
                  <a:lnTo>
                    <a:pt x="241218" y="447420"/>
                  </a:lnTo>
                  <a:lnTo>
                    <a:pt x="240521" y="447613"/>
                  </a:lnTo>
                  <a:lnTo>
                    <a:pt x="239825" y="448156"/>
                  </a:lnTo>
                  <a:lnTo>
                    <a:pt x="239817" y="448551"/>
                  </a:lnTo>
                  <a:lnTo>
                    <a:pt x="239717" y="448729"/>
                  </a:lnTo>
                  <a:lnTo>
                    <a:pt x="239403" y="449344"/>
                  </a:lnTo>
                  <a:lnTo>
                    <a:pt x="238903" y="449966"/>
                  </a:lnTo>
                  <a:lnTo>
                    <a:pt x="238770" y="450262"/>
                  </a:lnTo>
                  <a:lnTo>
                    <a:pt x="238377" y="450627"/>
                  </a:lnTo>
                  <a:lnTo>
                    <a:pt x="238217" y="450733"/>
                  </a:lnTo>
                  <a:lnTo>
                    <a:pt x="237493" y="451423"/>
                  </a:lnTo>
                  <a:lnTo>
                    <a:pt x="237140" y="451665"/>
                  </a:lnTo>
                  <a:lnTo>
                    <a:pt x="236579" y="451969"/>
                  </a:lnTo>
                  <a:lnTo>
                    <a:pt x="236430" y="452124"/>
                  </a:lnTo>
                  <a:lnTo>
                    <a:pt x="235984" y="452491"/>
                  </a:lnTo>
                  <a:lnTo>
                    <a:pt x="235414" y="452542"/>
                  </a:lnTo>
                  <a:lnTo>
                    <a:pt x="235354" y="452726"/>
                  </a:lnTo>
                  <a:lnTo>
                    <a:pt x="235340" y="453042"/>
                  </a:lnTo>
                  <a:lnTo>
                    <a:pt x="235752" y="453365"/>
                  </a:lnTo>
                  <a:lnTo>
                    <a:pt x="235737" y="453522"/>
                  </a:lnTo>
                  <a:lnTo>
                    <a:pt x="235479" y="454090"/>
                  </a:lnTo>
                  <a:lnTo>
                    <a:pt x="235171" y="454360"/>
                  </a:lnTo>
                  <a:lnTo>
                    <a:pt x="234717" y="454717"/>
                  </a:lnTo>
                  <a:lnTo>
                    <a:pt x="234645" y="455134"/>
                  </a:lnTo>
                  <a:lnTo>
                    <a:pt x="234655" y="455423"/>
                  </a:lnTo>
                  <a:lnTo>
                    <a:pt x="234655" y="455859"/>
                  </a:lnTo>
                  <a:lnTo>
                    <a:pt x="234745" y="456066"/>
                  </a:lnTo>
                  <a:lnTo>
                    <a:pt x="236219" y="456451"/>
                  </a:lnTo>
                  <a:lnTo>
                    <a:pt x="236651" y="456337"/>
                  </a:lnTo>
                  <a:lnTo>
                    <a:pt x="237217" y="457036"/>
                  </a:lnTo>
                  <a:lnTo>
                    <a:pt x="237174" y="457201"/>
                  </a:lnTo>
                  <a:lnTo>
                    <a:pt x="237093" y="457615"/>
                  </a:lnTo>
                  <a:lnTo>
                    <a:pt x="237170" y="457977"/>
                  </a:lnTo>
                  <a:lnTo>
                    <a:pt x="237265" y="458379"/>
                  </a:lnTo>
                  <a:lnTo>
                    <a:pt x="237290" y="458540"/>
                  </a:lnTo>
                  <a:lnTo>
                    <a:pt x="237536" y="458973"/>
                  </a:lnTo>
                  <a:lnTo>
                    <a:pt x="237969" y="459339"/>
                  </a:lnTo>
                  <a:lnTo>
                    <a:pt x="238561" y="459371"/>
                  </a:lnTo>
                  <a:lnTo>
                    <a:pt x="239048" y="459115"/>
                  </a:lnTo>
                  <a:lnTo>
                    <a:pt x="239205" y="458958"/>
                  </a:lnTo>
                  <a:lnTo>
                    <a:pt x="239799" y="458824"/>
                  </a:lnTo>
                  <a:lnTo>
                    <a:pt x="239812" y="458967"/>
                  </a:lnTo>
                  <a:lnTo>
                    <a:pt x="239793" y="459165"/>
                  </a:lnTo>
                  <a:lnTo>
                    <a:pt x="239826" y="459401"/>
                  </a:lnTo>
                  <a:lnTo>
                    <a:pt x="239771" y="459530"/>
                  </a:lnTo>
                  <a:lnTo>
                    <a:pt x="239431" y="459809"/>
                  </a:lnTo>
                  <a:lnTo>
                    <a:pt x="238799" y="459974"/>
                  </a:lnTo>
                  <a:lnTo>
                    <a:pt x="238529" y="460281"/>
                  </a:lnTo>
                  <a:lnTo>
                    <a:pt x="238273" y="460579"/>
                  </a:lnTo>
                  <a:lnTo>
                    <a:pt x="238132" y="460897"/>
                  </a:lnTo>
                  <a:lnTo>
                    <a:pt x="237711" y="461258"/>
                  </a:lnTo>
                  <a:lnTo>
                    <a:pt x="237538" y="461524"/>
                  </a:lnTo>
                  <a:lnTo>
                    <a:pt x="237422" y="461745"/>
                  </a:lnTo>
                  <a:lnTo>
                    <a:pt x="237412" y="462226"/>
                  </a:lnTo>
                  <a:lnTo>
                    <a:pt x="237428" y="462807"/>
                  </a:lnTo>
                  <a:lnTo>
                    <a:pt x="237342" y="463185"/>
                  </a:lnTo>
                  <a:lnTo>
                    <a:pt x="237347" y="463477"/>
                  </a:lnTo>
                  <a:lnTo>
                    <a:pt x="237524" y="464406"/>
                  </a:lnTo>
                  <a:lnTo>
                    <a:pt x="237704" y="464656"/>
                  </a:lnTo>
                  <a:lnTo>
                    <a:pt x="237692" y="464810"/>
                  </a:lnTo>
                  <a:lnTo>
                    <a:pt x="237544" y="465274"/>
                  </a:lnTo>
                  <a:lnTo>
                    <a:pt x="237336" y="465885"/>
                  </a:lnTo>
                  <a:lnTo>
                    <a:pt x="237271" y="466074"/>
                  </a:lnTo>
                  <a:lnTo>
                    <a:pt x="236860" y="466793"/>
                  </a:lnTo>
                  <a:lnTo>
                    <a:pt x="236590" y="467045"/>
                  </a:lnTo>
                  <a:lnTo>
                    <a:pt x="236302" y="467147"/>
                  </a:lnTo>
                  <a:lnTo>
                    <a:pt x="236108" y="467259"/>
                  </a:lnTo>
                  <a:lnTo>
                    <a:pt x="235803" y="467517"/>
                  </a:lnTo>
                  <a:lnTo>
                    <a:pt x="235651" y="467937"/>
                  </a:lnTo>
                  <a:lnTo>
                    <a:pt x="235687" y="468075"/>
                  </a:lnTo>
                  <a:lnTo>
                    <a:pt x="235476" y="468399"/>
                  </a:lnTo>
                  <a:lnTo>
                    <a:pt x="235338" y="468551"/>
                  </a:lnTo>
                  <a:lnTo>
                    <a:pt x="235030" y="468670"/>
                  </a:lnTo>
                  <a:lnTo>
                    <a:pt x="234894" y="468872"/>
                  </a:lnTo>
                  <a:lnTo>
                    <a:pt x="234552" y="468919"/>
                  </a:lnTo>
                  <a:lnTo>
                    <a:pt x="234372" y="469006"/>
                  </a:lnTo>
                  <a:lnTo>
                    <a:pt x="234145" y="469235"/>
                  </a:lnTo>
                  <a:lnTo>
                    <a:pt x="233565" y="469939"/>
                  </a:lnTo>
                  <a:lnTo>
                    <a:pt x="233530" y="470091"/>
                  </a:lnTo>
                  <a:lnTo>
                    <a:pt x="233404" y="470395"/>
                  </a:lnTo>
                  <a:lnTo>
                    <a:pt x="233041" y="470493"/>
                  </a:lnTo>
                  <a:lnTo>
                    <a:pt x="232759" y="470454"/>
                  </a:lnTo>
                  <a:lnTo>
                    <a:pt x="232588" y="470484"/>
                  </a:lnTo>
                  <a:lnTo>
                    <a:pt x="232284" y="470605"/>
                  </a:lnTo>
                  <a:lnTo>
                    <a:pt x="232199" y="470755"/>
                  </a:lnTo>
                  <a:lnTo>
                    <a:pt x="232097" y="471009"/>
                  </a:lnTo>
                  <a:lnTo>
                    <a:pt x="231786" y="471505"/>
                  </a:lnTo>
                  <a:lnTo>
                    <a:pt x="231712" y="471709"/>
                  </a:lnTo>
                  <a:lnTo>
                    <a:pt x="231448" y="471936"/>
                  </a:lnTo>
                  <a:lnTo>
                    <a:pt x="231283" y="472047"/>
                  </a:lnTo>
                  <a:lnTo>
                    <a:pt x="231027" y="472143"/>
                  </a:lnTo>
                  <a:lnTo>
                    <a:pt x="230869" y="472338"/>
                  </a:lnTo>
                  <a:lnTo>
                    <a:pt x="230620" y="472592"/>
                  </a:lnTo>
                  <a:lnTo>
                    <a:pt x="230160" y="472959"/>
                  </a:lnTo>
                  <a:lnTo>
                    <a:pt x="229580" y="473576"/>
                  </a:lnTo>
                  <a:lnTo>
                    <a:pt x="229023" y="473805"/>
                  </a:lnTo>
                  <a:lnTo>
                    <a:pt x="228798" y="473976"/>
                  </a:lnTo>
                  <a:lnTo>
                    <a:pt x="228770" y="474215"/>
                  </a:lnTo>
                  <a:lnTo>
                    <a:pt x="228990" y="474686"/>
                  </a:lnTo>
                  <a:lnTo>
                    <a:pt x="229360" y="475031"/>
                  </a:lnTo>
                  <a:lnTo>
                    <a:pt x="229568" y="475312"/>
                  </a:lnTo>
                  <a:lnTo>
                    <a:pt x="229588" y="475463"/>
                  </a:lnTo>
                  <a:lnTo>
                    <a:pt x="229500" y="475679"/>
                  </a:lnTo>
                  <a:lnTo>
                    <a:pt x="229393" y="476320"/>
                  </a:lnTo>
                  <a:lnTo>
                    <a:pt x="229439" y="476687"/>
                  </a:lnTo>
                  <a:lnTo>
                    <a:pt x="229387" y="476883"/>
                  </a:lnTo>
                  <a:lnTo>
                    <a:pt x="229188" y="476996"/>
                  </a:lnTo>
                  <a:lnTo>
                    <a:pt x="228874" y="477023"/>
                  </a:lnTo>
                  <a:lnTo>
                    <a:pt x="228615" y="476974"/>
                  </a:lnTo>
                  <a:lnTo>
                    <a:pt x="228363" y="476890"/>
                  </a:lnTo>
                  <a:lnTo>
                    <a:pt x="228182" y="476739"/>
                  </a:lnTo>
                  <a:lnTo>
                    <a:pt x="227934" y="476704"/>
                  </a:lnTo>
                  <a:lnTo>
                    <a:pt x="227627" y="476713"/>
                  </a:lnTo>
                  <a:lnTo>
                    <a:pt x="227401" y="476686"/>
                  </a:lnTo>
                  <a:lnTo>
                    <a:pt x="226994" y="476673"/>
                  </a:lnTo>
                  <a:lnTo>
                    <a:pt x="226657" y="476797"/>
                  </a:lnTo>
                  <a:lnTo>
                    <a:pt x="226510" y="476934"/>
                  </a:lnTo>
                  <a:lnTo>
                    <a:pt x="226452" y="477097"/>
                  </a:lnTo>
                  <a:lnTo>
                    <a:pt x="226455" y="477356"/>
                  </a:lnTo>
                  <a:lnTo>
                    <a:pt x="226375" y="477564"/>
                  </a:lnTo>
                  <a:lnTo>
                    <a:pt x="226338" y="477776"/>
                  </a:lnTo>
                  <a:lnTo>
                    <a:pt x="226233" y="477969"/>
                  </a:lnTo>
                  <a:lnTo>
                    <a:pt x="226161" y="478148"/>
                  </a:lnTo>
                  <a:lnTo>
                    <a:pt x="226106" y="478281"/>
                  </a:lnTo>
                  <a:lnTo>
                    <a:pt x="225991" y="478414"/>
                  </a:lnTo>
                  <a:lnTo>
                    <a:pt x="225784" y="478523"/>
                  </a:lnTo>
                  <a:lnTo>
                    <a:pt x="225508" y="478621"/>
                  </a:lnTo>
                  <a:lnTo>
                    <a:pt x="225362" y="478720"/>
                  </a:lnTo>
                  <a:lnTo>
                    <a:pt x="225179" y="478997"/>
                  </a:lnTo>
                  <a:lnTo>
                    <a:pt x="225021" y="479391"/>
                  </a:lnTo>
                  <a:lnTo>
                    <a:pt x="224956" y="479590"/>
                  </a:lnTo>
                  <a:lnTo>
                    <a:pt x="224878" y="479956"/>
                  </a:lnTo>
                  <a:lnTo>
                    <a:pt x="224491" y="480234"/>
                  </a:lnTo>
                  <a:lnTo>
                    <a:pt x="224371" y="480457"/>
                  </a:lnTo>
                  <a:lnTo>
                    <a:pt x="224249" y="480684"/>
                  </a:lnTo>
                  <a:lnTo>
                    <a:pt x="223850" y="481334"/>
                  </a:lnTo>
                  <a:lnTo>
                    <a:pt x="223604" y="481939"/>
                  </a:lnTo>
                  <a:lnTo>
                    <a:pt x="223604" y="482196"/>
                  </a:lnTo>
                  <a:lnTo>
                    <a:pt x="223646" y="482728"/>
                  </a:lnTo>
                  <a:lnTo>
                    <a:pt x="223622" y="482980"/>
                  </a:lnTo>
                  <a:lnTo>
                    <a:pt x="223438" y="483253"/>
                  </a:lnTo>
                  <a:lnTo>
                    <a:pt x="223173" y="483405"/>
                  </a:lnTo>
                  <a:lnTo>
                    <a:pt x="222898" y="483562"/>
                  </a:lnTo>
                  <a:lnTo>
                    <a:pt x="222554" y="483879"/>
                  </a:lnTo>
                  <a:lnTo>
                    <a:pt x="222309" y="484107"/>
                  </a:lnTo>
                  <a:lnTo>
                    <a:pt x="222092" y="484176"/>
                  </a:lnTo>
                  <a:lnTo>
                    <a:pt x="221707" y="484200"/>
                  </a:lnTo>
                  <a:lnTo>
                    <a:pt x="221502" y="484170"/>
                  </a:lnTo>
                  <a:lnTo>
                    <a:pt x="221080" y="484222"/>
                  </a:lnTo>
                  <a:lnTo>
                    <a:pt x="220429" y="483642"/>
                  </a:lnTo>
                  <a:lnTo>
                    <a:pt x="220077" y="483790"/>
                  </a:lnTo>
                  <a:lnTo>
                    <a:pt x="219888" y="484045"/>
                  </a:lnTo>
                  <a:lnTo>
                    <a:pt x="219590" y="484371"/>
                  </a:lnTo>
                  <a:lnTo>
                    <a:pt x="219329" y="484636"/>
                  </a:lnTo>
                  <a:lnTo>
                    <a:pt x="219020" y="484899"/>
                  </a:lnTo>
                  <a:lnTo>
                    <a:pt x="218854" y="484993"/>
                  </a:lnTo>
                  <a:lnTo>
                    <a:pt x="218512" y="485092"/>
                  </a:lnTo>
                  <a:lnTo>
                    <a:pt x="217295" y="485438"/>
                  </a:lnTo>
                  <a:lnTo>
                    <a:pt x="216949" y="485101"/>
                  </a:lnTo>
                  <a:lnTo>
                    <a:pt x="216587" y="484459"/>
                  </a:lnTo>
                  <a:lnTo>
                    <a:pt x="216517" y="484278"/>
                  </a:lnTo>
                  <a:lnTo>
                    <a:pt x="216443" y="483847"/>
                  </a:lnTo>
                  <a:lnTo>
                    <a:pt x="215776" y="483926"/>
                  </a:lnTo>
                  <a:lnTo>
                    <a:pt x="215637" y="484347"/>
                  </a:lnTo>
                  <a:lnTo>
                    <a:pt x="215570" y="484540"/>
                  </a:lnTo>
                  <a:lnTo>
                    <a:pt x="215383" y="484922"/>
                  </a:lnTo>
                  <a:lnTo>
                    <a:pt x="215097" y="485356"/>
                  </a:lnTo>
                  <a:lnTo>
                    <a:pt x="215048" y="485607"/>
                  </a:lnTo>
                  <a:lnTo>
                    <a:pt x="214877" y="485895"/>
                  </a:lnTo>
                  <a:lnTo>
                    <a:pt x="214688" y="486249"/>
                  </a:lnTo>
                  <a:lnTo>
                    <a:pt x="214639" y="486393"/>
                  </a:lnTo>
                  <a:lnTo>
                    <a:pt x="214490" y="486828"/>
                  </a:lnTo>
                  <a:lnTo>
                    <a:pt x="214440" y="486974"/>
                  </a:lnTo>
                  <a:lnTo>
                    <a:pt x="214295" y="487373"/>
                  </a:lnTo>
                  <a:lnTo>
                    <a:pt x="214174" y="487769"/>
                  </a:lnTo>
                  <a:lnTo>
                    <a:pt x="214036" y="488050"/>
                  </a:lnTo>
                  <a:lnTo>
                    <a:pt x="213854" y="488305"/>
                  </a:lnTo>
                  <a:lnTo>
                    <a:pt x="213535" y="488617"/>
                  </a:lnTo>
                  <a:lnTo>
                    <a:pt x="213514" y="488804"/>
                  </a:lnTo>
                  <a:lnTo>
                    <a:pt x="213543" y="488965"/>
                  </a:lnTo>
                  <a:lnTo>
                    <a:pt x="213608" y="489328"/>
                  </a:lnTo>
                  <a:lnTo>
                    <a:pt x="213563" y="489604"/>
                  </a:lnTo>
                  <a:lnTo>
                    <a:pt x="213515" y="489752"/>
                  </a:lnTo>
                  <a:lnTo>
                    <a:pt x="213514" y="489885"/>
                  </a:lnTo>
                  <a:lnTo>
                    <a:pt x="213542" y="490041"/>
                  </a:lnTo>
                  <a:lnTo>
                    <a:pt x="213548" y="490170"/>
                  </a:lnTo>
                  <a:lnTo>
                    <a:pt x="213557" y="490340"/>
                  </a:lnTo>
                  <a:lnTo>
                    <a:pt x="213778" y="490894"/>
                  </a:lnTo>
                  <a:lnTo>
                    <a:pt x="214209" y="491239"/>
                  </a:lnTo>
                  <a:lnTo>
                    <a:pt x="214315" y="491466"/>
                  </a:lnTo>
                  <a:lnTo>
                    <a:pt x="214362" y="491671"/>
                  </a:lnTo>
                  <a:lnTo>
                    <a:pt x="214388" y="491960"/>
                  </a:lnTo>
                  <a:lnTo>
                    <a:pt x="214372" y="492362"/>
                  </a:lnTo>
                  <a:lnTo>
                    <a:pt x="214384" y="492804"/>
                  </a:lnTo>
                  <a:lnTo>
                    <a:pt x="214309" y="492966"/>
                  </a:lnTo>
                  <a:lnTo>
                    <a:pt x="214296" y="493141"/>
                  </a:lnTo>
                  <a:lnTo>
                    <a:pt x="214342" y="493323"/>
                  </a:lnTo>
                  <a:lnTo>
                    <a:pt x="214377" y="493466"/>
                  </a:lnTo>
                  <a:lnTo>
                    <a:pt x="214504" y="493936"/>
                  </a:lnTo>
                  <a:lnTo>
                    <a:pt x="214410" y="494157"/>
                  </a:lnTo>
                  <a:lnTo>
                    <a:pt x="214409" y="494289"/>
                  </a:lnTo>
                  <a:lnTo>
                    <a:pt x="214571" y="494882"/>
                  </a:lnTo>
                  <a:lnTo>
                    <a:pt x="214721" y="495484"/>
                  </a:lnTo>
                  <a:lnTo>
                    <a:pt x="214712" y="495781"/>
                  </a:lnTo>
                  <a:lnTo>
                    <a:pt x="214622" y="496235"/>
                  </a:lnTo>
                  <a:lnTo>
                    <a:pt x="214598" y="496506"/>
                  </a:lnTo>
                  <a:lnTo>
                    <a:pt x="214565" y="496661"/>
                  </a:lnTo>
                  <a:lnTo>
                    <a:pt x="214501" y="496847"/>
                  </a:lnTo>
                  <a:lnTo>
                    <a:pt x="214457" y="496981"/>
                  </a:lnTo>
                  <a:lnTo>
                    <a:pt x="214333" y="497245"/>
                  </a:lnTo>
                  <a:lnTo>
                    <a:pt x="214169" y="497628"/>
                  </a:lnTo>
                  <a:lnTo>
                    <a:pt x="214162" y="497874"/>
                  </a:lnTo>
                  <a:lnTo>
                    <a:pt x="214113" y="498409"/>
                  </a:lnTo>
                  <a:lnTo>
                    <a:pt x="213764" y="498780"/>
                  </a:lnTo>
                  <a:lnTo>
                    <a:pt x="213611" y="499101"/>
                  </a:lnTo>
                  <a:lnTo>
                    <a:pt x="213559" y="499362"/>
                  </a:lnTo>
                  <a:lnTo>
                    <a:pt x="213418" y="499887"/>
                  </a:lnTo>
                  <a:lnTo>
                    <a:pt x="213321" y="500052"/>
                  </a:lnTo>
                  <a:lnTo>
                    <a:pt x="213171" y="500656"/>
                  </a:lnTo>
                  <a:lnTo>
                    <a:pt x="213499" y="500951"/>
                  </a:lnTo>
                  <a:lnTo>
                    <a:pt x="213687" y="501089"/>
                  </a:lnTo>
                  <a:lnTo>
                    <a:pt x="213908" y="501339"/>
                  </a:lnTo>
                  <a:lnTo>
                    <a:pt x="214011" y="501576"/>
                  </a:lnTo>
                  <a:lnTo>
                    <a:pt x="214018" y="501777"/>
                  </a:lnTo>
                  <a:lnTo>
                    <a:pt x="213979" y="502014"/>
                  </a:lnTo>
                  <a:lnTo>
                    <a:pt x="213977" y="502187"/>
                  </a:lnTo>
                  <a:lnTo>
                    <a:pt x="213984" y="502343"/>
                  </a:lnTo>
                  <a:lnTo>
                    <a:pt x="214033" y="502629"/>
                  </a:lnTo>
                  <a:lnTo>
                    <a:pt x="214004" y="502866"/>
                  </a:lnTo>
                  <a:lnTo>
                    <a:pt x="213920" y="503138"/>
                  </a:lnTo>
                  <a:lnTo>
                    <a:pt x="213873" y="503319"/>
                  </a:lnTo>
                  <a:lnTo>
                    <a:pt x="213781" y="503597"/>
                  </a:lnTo>
                  <a:lnTo>
                    <a:pt x="213778" y="503760"/>
                  </a:lnTo>
                  <a:lnTo>
                    <a:pt x="213866" y="504229"/>
                  </a:lnTo>
                  <a:lnTo>
                    <a:pt x="214043" y="504678"/>
                  </a:lnTo>
                  <a:lnTo>
                    <a:pt x="214108" y="505163"/>
                  </a:lnTo>
                  <a:lnTo>
                    <a:pt x="214204" y="505668"/>
                  </a:lnTo>
                  <a:lnTo>
                    <a:pt x="214447" y="505846"/>
                  </a:lnTo>
                  <a:lnTo>
                    <a:pt x="214754" y="506337"/>
                  </a:lnTo>
                  <a:lnTo>
                    <a:pt x="215007" y="506854"/>
                  </a:lnTo>
                  <a:lnTo>
                    <a:pt x="215120" y="507066"/>
                  </a:lnTo>
                  <a:lnTo>
                    <a:pt x="215366" y="507441"/>
                  </a:lnTo>
                  <a:lnTo>
                    <a:pt x="215696" y="507778"/>
                  </a:lnTo>
                  <a:lnTo>
                    <a:pt x="215810" y="508027"/>
                  </a:lnTo>
                  <a:lnTo>
                    <a:pt x="215885" y="508190"/>
                  </a:lnTo>
                  <a:lnTo>
                    <a:pt x="216045" y="508471"/>
                  </a:lnTo>
                  <a:lnTo>
                    <a:pt x="216335" y="508573"/>
                  </a:lnTo>
                  <a:lnTo>
                    <a:pt x="216488" y="508576"/>
                  </a:lnTo>
                  <a:lnTo>
                    <a:pt x="216713" y="508697"/>
                  </a:lnTo>
                  <a:lnTo>
                    <a:pt x="216809" y="509391"/>
                  </a:lnTo>
                  <a:lnTo>
                    <a:pt x="216948" y="509708"/>
                  </a:lnTo>
                  <a:lnTo>
                    <a:pt x="217212" y="509975"/>
                  </a:lnTo>
                  <a:lnTo>
                    <a:pt x="217367" y="510396"/>
                  </a:lnTo>
                  <a:lnTo>
                    <a:pt x="217281" y="510899"/>
                  </a:lnTo>
                  <a:lnTo>
                    <a:pt x="217320" y="511028"/>
                  </a:lnTo>
                  <a:lnTo>
                    <a:pt x="217420" y="511186"/>
                  </a:lnTo>
                  <a:lnTo>
                    <a:pt x="217639" y="511721"/>
                  </a:lnTo>
                  <a:lnTo>
                    <a:pt x="217445" y="511881"/>
                  </a:lnTo>
                  <a:lnTo>
                    <a:pt x="217603" y="512198"/>
                  </a:lnTo>
                  <a:lnTo>
                    <a:pt x="217717" y="512528"/>
                  </a:lnTo>
                  <a:lnTo>
                    <a:pt x="217764" y="512725"/>
                  </a:lnTo>
                  <a:lnTo>
                    <a:pt x="217810" y="512920"/>
                  </a:lnTo>
                  <a:lnTo>
                    <a:pt x="217940" y="513137"/>
                  </a:lnTo>
                  <a:lnTo>
                    <a:pt x="218157" y="513377"/>
                  </a:lnTo>
                  <a:lnTo>
                    <a:pt x="218098" y="513585"/>
                  </a:lnTo>
                  <a:lnTo>
                    <a:pt x="217954" y="513823"/>
                  </a:lnTo>
                  <a:lnTo>
                    <a:pt x="218087" y="514044"/>
                  </a:lnTo>
                  <a:lnTo>
                    <a:pt x="218216" y="514119"/>
                  </a:lnTo>
                  <a:lnTo>
                    <a:pt x="218439" y="514479"/>
                  </a:lnTo>
                  <a:lnTo>
                    <a:pt x="218307" y="514916"/>
                  </a:lnTo>
                  <a:lnTo>
                    <a:pt x="218774" y="516101"/>
                  </a:lnTo>
                  <a:lnTo>
                    <a:pt x="219141" y="516496"/>
                  </a:lnTo>
                  <a:lnTo>
                    <a:pt x="219130" y="516713"/>
                  </a:lnTo>
                  <a:lnTo>
                    <a:pt x="218978" y="517414"/>
                  </a:lnTo>
                  <a:lnTo>
                    <a:pt x="219054" y="517717"/>
                  </a:lnTo>
                  <a:lnTo>
                    <a:pt x="219165" y="518045"/>
                  </a:lnTo>
                  <a:lnTo>
                    <a:pt x="219095" y="518441"/>
                  </a:lnTo>
                  <a:lnTo>
                    <a:pt x="219144" y="518749"/>
                  </a:lnTo>
                  <a:lnTo>
                    <a:pt x="218743" y="519505"/>
                  </a:lnTo>
                  <a:lnTo>
                    <a:pt x="218818" y="519667"/>
                  </a:lnTo>
                  <a:lnTo>
                    <a:pt x="218989" y="519875"/>
                  </a:lnTo>
                  <a:lnTo>
                    <a:pt x="219162" y="520178"/>
                  </a:lnTo>
                  <a:lnTo>
                    <a:pt x="219231" y="520357"/>
                  </a:lnTo>
                  <a:lnTo>
                    <a:pt x="219251" y="520661"/>
                  </a:lnTo>
                  <a:lnTo>
                    <a:pt x="219335" y="520901"/>
                  </a:lnTo>
                  <a:lnTo>
                    <a:pt x="219502" y="521138"/>
                  </a:lnTo>
                  <a:lnTo>
                    <a:pt x="219656" y="521133"/>
                  </a:lnTo>
                  <a:lnTo>
                    <a:pt x="220117" y="521197"/>
                  </a:lnTo>
                  <a:lnTo>
                    <a:pt x="220142" y="521767"/>
                  </a:lnTo>
                  <a:lnTo>
                    <a:pt x="220232" y="522183"/>
                  </a:lnTo>
                  <a:lnTo>
                    <a:pt x="220123" y="522714"/>
                  </a:lnTo>
                  <a:lnTo>
                    <a:pt x="219980" y="522910"/>
                  </a:lnTo>
                  <a:lnTo>
                    <a:pt x="219742" y="523023"/>
                  </a:lnTo>
                  <a:lnTo>
                    <a:pt x="219683" y="523212"/>
                  </a:lnTo>
                  <a:lnTo>
                    <a:pt x="219624" y="523568"/>
                  </a:lnTo>
                  <a:lnTo>
                    <a:pt x="219285" y="524131"/>
                  </a:lnTo>
                  <a:lnTo>
                    <a:pt x="218786" y="524300"/>
                  </a:lnTo>
                  <a:lnTo>
                    <a:pt x="218615" y="524296"/>
                  </a:lnTo>
                  <a:lnTo>
                    <a:pt x="218128" y="524168"/>
                  </a:lnTo>
                  <a:lnTo>
                    <a:pt x="217656" y="524395"/>
                  </a:lnTo>
                  <a:lnTo>
                    <a:pt x="217684" y="524646"/>
                  </a:lnTo>
                  <a:lnTo>
                    <a:pt x="217761" y="524801"/>
                  </a:lnTo>
                  <a:lnTo>
                    <a:pt x="217831" y="524943"/>
                  </a:lnTo>
                  <a:lnTo>
                    <a:pt x="217968" y="525297"/>
                  </a:lnTo>
                  <a:lnTo>
                    <a:pt x="217942" y="525937"/>
                  </a:lnTo>
                  <a:lnTo>
                    <a:pt x="217803" y="526206"/>
                  </a:lnTo>
                  <a:lnTo>
                    <a:pt x="217698" y="526608"/>
                  </a:lnTo>
                  <a:lnTo>
                    <a:pt x="217624" y="527232"/>
                  </a:lnTo>
                  <a:lnTo>
                    <a:pt x="217598" y="527540"/>
                  </a:lnTo>
                  <a:lnTo>
                    <a:pt x="217625" y="527726"/>
                  </a:lnTo>
                  <a:lnTo>
                    <a:pt x="217774" y="528250"/>
                  </a:lnTo>
                  <a:lnTo>
                    <a:pt x="217827" y="528555"/>
                  </a:lnTo>
                  <a:lnTo>
                    <a:pt x="217860" y="528747"/>
                  </a:lnTo>
                  <a:lnTo>
                    <a:pt x="217968" y="529158"/>
                  </a:lnTo>
                  <a:lnTo>
                    <a:pt x="217847" y="529309"/>
                  </a:lnTo>
                  <a:lnTo>
                    <a:pt x="217709" y="529587"/>
                  </a:lnTo>
                  <a:lnTo>
                    <a:pt x="217701" y="529819"/>
                  </a:lnTo>
                  <a:lnTo>
                    <a:pt x="217656" y="530049"/>
                  </a:lnTo>
                  <a:lnTo>
                    <a:pt x="217460" y="530302"/>
                  </a:lnTo>
                  <a:lnTo>
                    <a:pt x="217064" y="530498"/>
                  </a:lnTo>
                  <a:lnTo>
                    <a:pt x="216925" y="530517"/>
                  </a:lnTo>
                  <a:lnTo>
                    <a:pt x="216629" y="530523"/>
                  </a:lnTo>
                  <a:lnTo>
                    <a:pt x="216496" y="530526"/>
                  </a:lnTo>
                  <a:lnTo>
                    <a:pt x="215879" y="530513"/>
                  </a:lnTo>
                  <a:lnTo>
                    <a:pt x="215655" y="530594"/>
                  </a:lnTo>
                  <a:lnTo>
                    <a:pt x="215212" y="530768"/>
                  </a:lnTo>
                  <a:lnTo>
                    <a:pt x="214844" y="530451"/>
                  </a:lnTo>
                  <a:lnTo>
                    <a:pt x="214497" y="530487"/>
                  </a:lnTo>
                  <a:lnTo>
                    <a:pt x="214208" y="530564"/>
                  </a:lnTo>
                  <a:lnTo>
                    <a:pt x="213742" y="530344"/>
                  </a:lnTo>
                  <a:lnTo>
                    <a:pt x="213708" y="530081"/>
                  </a:lnTo>
                  <a:lnTo>
                    <a:pt x="213775" y="529933"/>
                  </a:lnTo>
                  <a:lnTo>
                    <a:pt x="213386" y="529497"/>
                  </a:lnTo>
                  <a:lnTo>
                    <a:pt x="213275" y="529774"/>
                  </a:lnTo>
                  <a:lnTo>
                    <a:pt x="213058" y="530111"/>
                  </a:lnTo>
                  <a:lnTo>
                    <a:pt x="213014" y="530306"/>
                  </a:lnTo>
                  <a:lnTo>
                    <a:pt x="212903" y="530609"/>
                  </a:lnTo>
                  <a:lnTo>
                    <a:pt x="212723" y="530800"/>
                  </a:lnTo>
                  <a:lnTo>
                    <a:pt x="212436" y="531044"/>
                  </a:lnTo>
                  <a:lnTo>
                    <a:pt x="212409" y="531200"/>
                  </a:lnTo>
                  <a:lnTo>
                    <a:pt x="212323" y="531366"/>
                  </a:lnTo>
                  <a:lnTo>
                    <a:pt x="212110" y="531537"/>
                  </a:lnTo>
                  <a:lnTo>
                    <a:pt x="211812" y="531694"/>
                  </a:lnTo>
                  <a:lnTo>
                    <a:pt x="211712" y="531841"/>
                  </a:lnTo>
                  <a:lnTo>
                    <a:pt x="211689" y="531977"/>
                  </a:lnTo>
                  <a:lnTo>
                    <a:pt x="211375" y="532084"/>
                  </a:lnTo>
                  <a:lnTo>
                    <a:pt x="210841" y="532035"/>
                  </a:lnTo>
                  <a:lnTo>
                    <a:pt x="210707" y="532090"/>
                  </a:lnTo>
                  <a:lnTo>
                    <a:pt x="210495" y="532179"/>
                  </a:lnTo>
                  <a:lnTo>
                    <a:pt x="210357" y="532179"/>
                  </a:lnTo>
                  <a:lnTo>
                    <a:pt x="210038" y="532269"/>
                  </a:lnTo>
                  <a:lnTo>
                    <a:pt x="209767" y="532358"/>
                  </a:lnTo>
                  <a:lnTo>
                    <a:pt x="209199" y="532855"/>
                  </a:lnTo>
                  <a:lnTo>
                    <a:pt x="209112" y="533045"/>
                  </a:lnTo>
                  <a:lnTo>
                    <a:pt x="208514" y="533431"/>
                  </a:lnTo>
                  <a:lnTo>
                    <a:pt x="208332" y="533447"/>
                  </a:lnTo>
                  <a:lnTo>
                    <a:pt x="208031" y="533631"/>
                  </a:lnTo>
                  <a:lnTo>
                    <a:pt x="208044" y="533770"/>
                  </a:lnTo>
                  <a:lnTo>
                    <a:pt x="207914" y="534006"/>
                  </a:lnTo>
                  <a:lnTo>
                    <a:pt x="207644" y="534253"/>
                  </a:lnTo>
                  <a:lnTo>
                    <a:pt x="207436" y="534603"/>
                  </a:lnTo>
                  <a:lnTo>
                    <a:pt x="207343" y="534832"/>
                  </a:lnTo>
                  <a:lnTo>
                    <a:pt x="207373" y="535439"/>
                  </a:lnTo>
                  <a:lnTo>
                    <a:pt x="207241" y="535736"/>
                  </a:lnTo>
                  <a:lnTo>
                    <a:pt x="206765" y="536232"/>
                  </a:lnTo>
                  <a:lnTo>
                    <a:pt x="206579" y="536221"/>
                  </a:lnTo>
                  <a:lnTo>
                    <a:pt x="206398" y="536023"/>
                  </a:lnTo>
                  <a:lnTo>
                    <a:pt x="206147" y="536178"/>
                  </a:lnTo>
                  <a:lnTo>
                    <a:pt x="205999" y="536316"/>
                  </a:lnTo>
                  <a:lnTo>
                    <a:pt x="205349" y="536401"/>
                  </a:lnTo>
                  <a:lnTo>
                    <a:pt x="205064" y="536236"/>
                  </a:lnTo>
                  <a:lnTo>
                    <a:pt x="204997" y="535923"/>
                  </a:lnTo>
                  <a:lnTo>
                    <a:pt x="204769" y="535600"/>
                  </a:lnTo>
                  <a:lnTo>
                    <a:pt x="204502" y="535462"/>
                  </a:lnTo>
                  <a:lnTo>
                    <a:pt x="204338" y="535410"/>
                  </a:lnTo>
                  <a:lnTo>
                    <a:pt x="203937" y="535191"/>
                  </a:lnTo>
                  <a:lnTo>
                    <a:pt x="203553" y="534903"/>
                  </a:lnTo>
                  <a:lnTo>
                    <a:pt x="203221" y="534669"/>
                  </a:lnTo>
                  <a:lnTo>
                    <a:pt x="202738" y="534518"/>
                  </a:lnTo>
                  <a:lnTo>
                    <a:pt x="202710" y="534345"/>
                  </a:lnTo>
                  <a:lnTo>
                    <a:pt x="202884" y="533975"/>
                  </a:lnTo>
                  <a:lnTo>
                    <a:pt x="202940" y="533729"/>
                  </a:lnTo>
                  <a:lnTo>
                    <a:pt x="202978" y="533328"/>
                  </a:lnTo>
                  <a:lnTo>
                    <a:pt x="203160" y="532937"/>
                  </a:lnTo>
                  <a:lnTo>
                    <a:pt x="203736" y="532334"/>
                  </a:lnTo>
                  <a:lnTo>
                    <a:pt x="204124" y="531909"/>
                  </a:lnTo>
                  <a:lnTo>
                    <a:pt x="204034" y="531459"/>
                  </a:lnTo>
                  <a:lnTo>
                    <a:pt x="203851" y="530898"/>
                  </a:lnTo>
                  <a:lnTo>
                    <a:pt x="203673" y="530549"/>
                  </a:lnTo>
                  <a:lnTo>
                    <a:pt x="203442" y="530382"/>
                  </a:lnTo>
                  <a:lnTo>
                    <a:pt x="203297" y="530347"/>
                  </a:lnTo>
                  <a:lnTo>
                    <a:pt x="203041" y="530362"/>
                  </a:lnTo>
                  <a:lnTo>
                    <a:pt x="202904" y="530312"/>
                  </a:lnTo>
                  <a:lnTo>
                    <a:pt x="202086" y="529944"/>
                  </a:lnTo>
                  <a:lnTo>
                    <a:pt x="201886" y="529831"/>
                  </a:lnTo>
                  <a:lnTo>
                    <a:pt x="201458" y="529513"/>
                  </a:lnTo>
                  <a:lnTo>
                    <a:pt x="201246" y="529499"/>
                  </a:lnTo>
                  <a:lnTo>
                    <a:pt x="200894" y="529515"/>
                  </a:lnTo>
                  <a:lnTo>
                    <a:pt x="200643" y="529646"/>
                  </a:lnTo>
                  <a:lnTo>
                    <a:pt x="200506" y="529818"/>
                  </a:lnTo>
                  <a:lnTo>
                    <a:pt x="200500" y="529950"/>
                  </a:lnTo>
                  <a:lnTo>
                    <a:pt x="200451" y="530367"/>
                  </a:lnTo>
                  <a:lnTo>
                    <a:pt x="200410" y="530559"/>
                  </a:lnTo>
                  <a:lnTo>
                    <a:pt x="200199" y="530709"/>
                  </a:lnTo>
                  <a:lnTo>
                    <a:pt x="199869" y="530898"/>
                  </a:lnTo>
                  <a:lnTo>
                    <a:pt x="198976" y="531216"/>
                  </a:lnTo>
                  <a:lnTo>
                    <a:pt x="198834" y="531238"/>
                  </a:lnTo>
                  <a:lnTo>
                    <a:pt x="198516" y="531229"/>
                  </a:lnTo>
                  <a:lnTo>
                    <a:pt x="197922" y="531561"/>
                  </a:lnTo>
                  <a:lnTo>
                    <a:pt x="197114" y="531959"/>
                  </a:lnTo>
                  <a:lnTo>
                    <a:pt x="196763" y="532124"/>
                  </a:lnTo>
                  <a:lnTo>
                    <a:pt x="196486" y="532247"/>
                  </a:lnTo>
                  <a:lnTo>
                    <a:pt x="196005" y="532319"/>
                  </a:lnTo>
                  <a:lnTo>
                    <a:pt x="195651" y="532292"/>
                  </a:lnTo>
                  <a:lnTo>
                    <a:pt x="195501" y="532298"/>
                  </a:lnTo>
                  <a:lnTo>
                    <a:pt x="194693" y="532412"/>
                  </a:lnTo>
                  <a:lnTo>
                    <a:pt x="194545" y="532501"/>
                  </a:lnTo>
                  <a:lnTo>
                    <a:pt x="194274" y="532797"/>
                  </a:lnTo>
                  <a:lnTo>
                    <a:pt x="194194" y="533062"/>
                  </a:lnTo>
                  <a:lnTo>
                    <a:pt x="193671" y="533755"/>
                  </a:lnTo>
                  <a:lnTo>
                    <a:pt x="193399" y="534168"/>
                  </a:lnTo>
                  <a:lnTo>
                    <a:pt x="193186" y="534482"/>
                  </a:lnTo>
                  <a:lnTo>
                    <a:pt x="192570" y="534885"/>
                  </a:lnTo>
                  <a:lnTo>
                    <a:pt x="192209" y="535032"/>
                  </a:lnTo>
                  <a:lnTo>
                    <a:pt x="192024" y="535147"/>
                  </a:lnTo>
                  <a:lnTo>
                    <a:pt x="191667" y="535305"/>
                  </a:lnTo>
                  <a:lnTo>
                    <a:pt x="191488" y="535510"/>
                  </a:lnTo>
                  <a:lnTo>
                    <a:pt x="191334" y="535466"/>
                  </a:lnTo>
                  <a:lnTo>
                    <a:pt x="191039" y="535607"/>
                  </a:lnTo>
                  <a:lnTo>
                    <a:pt x="190819" y="535692"/>
                  </a:lnTo>
                  <a:lnTo>
                    <a:pt x="190577" y="535762"/>
                  </a:lnTo>
                  <a:lnTo>
                    <a:pt x="190322" y="535783"/>
                  </a:lnTo>
                  <a:lnTo>
                    <a:pt x="190032" y="535791"/>
                  </a:lnTo>
                  <a:lnTo>
                    <a:pt x="189794" y="535778"/>
                  </a:lnTo>
                  <a:lnTo>
                    <a:pt x="189590" y="535742"/>
                  </a:lnTo>
                  <a:lnTo>
                    <a:pt x="189292" y="535848"/>
                  </a:lnTo>
                  <a:lnTo>
                    <a:pt x="188945" y="536129"/>
                  </a:lnTo>
                  <a:lnTo>
                    <a:pt x="188921" y="536282"/>
                  </a:lnTo>
                  <a:lnTo>
                    <a:pt x="188913" y="536505"/>
                  </a:lnTo>
                  <a:lnTo>
                    <a:pt x="188902" y="536860"/>
                  </a:lnTo>
                  <a:lnTo>
                    <a:pt x="188852" y="537039"/>
                  </a:lnTo>
                  <a:lnTo>
                    <a:pt x="188744" y="537259"/>
                  </a:lnTo>
                  <a:lnTo>
                    <a:pt x="188517" y="537394"/>
                  </a:lnTo>
                  <a:lnTo>
                    <a:pt x="188454" y="537523"/>
                  </a:lnTo>
                  <a:lnTo>
                    <a:pt x="187964" y="537859"/>
                  </a:lnTo>
                  <a:lnTo>
                    <a:pt x="187823" y="537952"/>
                  </a:lnTo>
                  <a:lnTo>
                    <a:pt x="187287" y="538424"/>
                  </a:lnTo>
                  <a:lnTo>
                    <a:pt x="187031" y="538524"/>
                  </a:lnTo>
                  <a:lnTo>
                    <a:pt x="186665" y="538594"/>
                  </a:lnTo>
                  <a:lnTo>
                    <a:pt x="186188" y="539031"/>
                  </a:lnTo>
                  <a:lnTo>
                    <a:pt x="186000" y="539332"/>
                  </a:lnTo>
                  <a:lnTo>
                    <a:pt x="185916" y="539555"/>
                  </a:lnTo>
                  <a:lnTo>
                    <a:pt x="185813" y="539747"/>
                  </a:lnTo>
                  <a:lnTo>
                    <a:pt x="185224" y="540667"/>
                  </a:lnTo>
                  <a:lnTo>
                    <a:pt x="184736" y="540743"/>
                  </a:lnTo>
                  <a:lnTo>
                    <a:pt x="184677" y="540875"/>
                  </a:lnTo>
                  <a:lnTo>
                    <a:pt x="184519" y="541267"/>
                  </a:lnTo>
                  <a:lnTo>
                    <a:pt x="184418" y="541687"/>
                  </a:lnTo>
                  <a:lnTo>
                    <a:pt x="184283" y="541671"/>
                  </a:lnTo>
                  <a:lnTo>
                    <a:pt x="184095" y="541648"/>
                  </a:lnTo>
                  <a:lnTo>
                    <a:pt x="183824" y="541868"/>
                  </a:lnTo>
                  <a:lnTo>
                    <a:pt x="183746" y="542173"/>
                  </a:lnTo>
                  <a:lnTo>
                    <a:pt x="183622" y="542358"/>
                  </a:lnTo>
                  <a:lnTo>
                    <a:pt x="183553" y="542487"/>
                  </a:lnTo>
                  <a:lnTo>
                    <a:pt x="183148" y="542706"/>
                  </a:lnTo>
                  <a:lnTo>
                    <a:pt x="182910" y="542542"/>
                  </a:lnTo>
                  <a:lnTo>
                    <a:pt x="182700" y="542559"/>
                  </a:lnTo>
                  <a:lnTo>
                    <a:pt x="182465" y="542654"/>
                  </a:lnTo>
                  <a:lnTo>
                    <a:pt x="182174" y="542602"/>
                  </a:lnTo>
                  <a:lnTo>
                    <a:pt x="181802" y="542414"/>
                  </a:lnTo>
                  <a:lnTo>
                    <a:pt x="181064" y="541982"/>
                  </a:lnTo>
                  <a:lnTo>
                    <a:pt x="180706" y="541698"/>
                  </a:lnTo>
                  <a:lnTo>
                    <a:pt x="180556" y="541429"/>
                  </a:lnTo>
                  <a:lnTo>
                    <a:pt x="180052" y="541308"/>
                  </a:lnTo>
                  <a:lnTo>
                    <a:pt x="179530" y="541473"/>
                  </a:lnTo>
                  <a:lnTo>
                    <a:pt x="179214" y="541549"/>
                  </a:lnTo>
                  <a:lnTo>
                    <a:pt x="179064" y="541580"/>
                  </a:lnTo>
                  <a:lnTo>
                    <a:pt x="178815" y="541567"/>
                  </a:lnTo>
                  <a:lnTo>
                    <a:pt x="177790" y="541676"/>
                  </a:lnTo>
                  <a:lnTo>
                    <a:pt x="177227" y="541172"/>
                  </a:lnTo>
                  <a:lnTo>
                    <a:pt x="177110" y="541008"/>
                  </a:lnTo>
                  <a:lnTo>
                    <a:pt x="176969" y="540920"/>
                  </a:lnTo>
                  <a:lnTo>
                    <a:pt x="176198" y="540653"/>
                  </a:lnTo>
                  <a:lnTo>
                    <a:pt x="175636" y="540891"/>
                  </a:lnTo>
                  <a:lnTo>
                    <a:pt x="175493" y="541005"/>
                  </a:lnTo>
                  <a:lnTo>
                    <a:pt x="175254" y="541386"/>
                  </a:lnTo>
                  <a:lnTo>
                    <a:pt x="175103" y="541663"/>
                  </a:lnTo>
                  <a:lnTo>
                    <a:pt x="174817" y="542146"/>
                  </a:lnTo>
                  <a:lnTo>
                    <a:pt x="174553" y="542491"/>
                  </a:lnTo>
                  <a:lnTo>
                    <a:pt x="173845" y="543191"/>
                  </a:lnTo>
                  <a:lnTo>
                    <a:pt x="173529" y="543132"/>
                  </a:lnTo>
                  <a:lnTo>
                    <a:pt x="173245" y="543345"/>
                  </a:lnTo>
                  <a:lnTo>
                    <a:pt x="173144" y="543477"/>
                  </a:lnTo>
                  <a:lnTo>
                    <a:pt x="173342" y="542540"/>
                  </a:lnTo>
                  <a:lnTo>
                    <a:pt x="173295" y="541799"/>
                  </a:lnTo>
                  <a:lnTo>
                    <a:pt x="173022" y="541803"/>
                  </a:lnTo>
                  <a:lnTo>
                    <a:pt x="172660" y="541694"/>
                  </a:lnTo>
                  <a:lnTo>
                    <a:pt x="172419" y="541480"/>
                  </a:lnTo>
                  <a:lnTo>
                    <a:pt x="172018" y="540978"/>
                  </a:lnTo>
                  <a:lnTo>
                    <a:pt x="171672" y="540461"/>
                  </a:lnTo>
                  <a:lnTo>
                    <a:pt x="171682" y="539267"/>
                  </a:lnTo>
                  <a:lnTo>
                    <a:pt x="172213" y="538644"/>
                  </a:lnTo>
                  <a:lnTo>
                    <a:pt x="172099" y="538344"/>
                  </a:lnTo>
                  <a:lnTo>
                    <a:pt x="171702" y="538158"/>
                  </a:lnTo>
                  <a:lnTo>
                    <a:pt x="170918" y="537782"/>
                  </a:lnTo>
                  <a:lnTo>
                    <a:pt x="170628" y="537594"/>
                  </a:lnTo>
                  <a:lnTo>
                    <a:pt x="170449" y="537233"/>
                  </a:lnTo>
                  <a:lnTo>
                    <a:pt x="170048" y="536570"/>
                  </a:lnTo>
                  <a:lnTo>
                    <a:pt x="169922" y="536417"/>
                  </a:lnTo>
                  <a:lnTo>
                    <a:pt x="169569" y="536005"/>
                  </a:lnTo>
                  <a:lnTo>
                    <a:pt x="169416" y="535884"/>
                  </a:lnTo>
                  <a:lnTo>
                    <a:pt x="169278" y="535798"/>
                  </a:lnTo>
                  <a:lnTo>
                    <a:pt x="168839" y="535647"/>
                  </a:lnTo>
                  <a:lnTo>
                    <a:pt x="168420" y="535637"/>
                  </a:lnTo>
                  <a:lnTo>
                    <a:pt x="167850" y="535336"/>
                  </a:lnTo>
                  <a:lnTo>
                    <a:pt x="167780" y="535095"/>
                  </a:lnTo>
                  <a:lnTo>
                    <a:pt x="167540" y="534859"/>
                  </a:lnTo>
                  <a:lnTo>
                    <a:pt x="166947" y="535254"/>
                  </a:lnTo>
                  <a:lnTo>
                    <a:pt x="166114" y="535181"/>
                  </a:lnTo>
                  <a:lnTo>
                    <a:pt x="165756" y="535290"/>
                  </a:lnTo>
                  <a:lnTo>
                    <a:pt x="165563" y="535521"/>
                  </a:lnTo>
                  <a:lnTo>
                    <a:pt x="165193" y="535604"/>
                  </a:lnTo>
                  <a:lnTo>
                    <a:pt x="165042" y="535466"/>
                  </a:lnTo>
                  <a:lnTo>
                    <a:pt x="164658" y="534598"/>
                  </a:lnTo>
                  <a:lnTo>
                    <a:pt x="164678" y="534446"/>
                  </a:lnTo>
                  <a:lnTo>
                    <a:pt x="164254" y="534088"/>
                  </a:lnTo>
                  <a:lnTo>
                    <a:pt x="163954" y="533860"/>
                  </a:lnTo>
                  <a:lnTo>
                    <a:pt x="163870" y="533239"/>
                  </a:lnTo>
                  <a:lnTo>
                    <a:pt x="163884" y="532773"/>
                  </a:lnTo>
                  <a:lnTo>
                    <a:pt x="163922" y="532090"/>
                  </a:lnTo>
                  <a:lnTo>
                    <a:pt x="164339" y="531838"/>
                  </a:lnTo>
                  <a:lnTo>
                    <a:pt x="164914" y="531621"/>
                  </a:lnTo>
                  <a:lnTo>
                    <a:pt x="165088" y="531574"/>
                  </a:lnTo>
                  <a:lnTo>
                    <a:pt x="165219" y="531682"/>
                  </a:lnTo>
                  <a:lnTo>
                    <a:pt x="165410" y="531836"/>
                  </a:lnTo>
                  <a:lnTo>
                    <a:pt x="166029" y="532097"/>
                  </a:lnTo>
                  <a:lnTo>
                    <a:pt x="166376" y="531822"/>
                  </a:lnTo>
                  <a:lnTo>
                    <a:pt x="166217" y="531740"/>
                  </a:lnTo>
                  <a:lnTo>
                    <a:pt x="165947" y="531650"/>
                  </a:lnTo>
                  <a:lnTo>
                    <a:pt x="165799" y="531599"/>
                  </a:lnTo>
                  <a:lnTo>
                    <a:pt x="165809" y="531064"/>
                  </a:lnTo>
                  <a:lnTo>
                    <a:pt x="166107" y="530964"/>
                  </a:lnTo>
                  <a:lnTo>
                    <a:pt x="166348" y="530525"/>
                  </a:lnTo>
                  <a:lnTo>
                    <a:pt x="166431" y="530298"/>
                  </a:lnTo>
                  <a:lnTo>
                    <a:pt x="166384" y="530100"/>
                  </a:lnTo>
                  <a:lnTo>
                    <a:pt x="166082" y="529923"/>
                  </a:lnTo>
                  <a:lnTo>
                    <a:pt x="165691" y="529817"/>
                  </a:lnTo>
                  <a:lnTo>
                    <a:pt x="165390" y="529813"/>
                  </a:lnTo>
                  <a:lnTo>
                    <a:pt x="165161" y="529749"/>
                  </a:lnTo>
                  <a:lnTo>
                    <a:pt x="165169" y="529310"/>
                  </a:lnTo>
                  <a:lnTo>
                    <a:pt x="165299" y="528863"/>
                  </a:lnTo>
                  <a:lnTo>
                    <a:pt x="165444" y="528562"/>
                  </a:lnTo>
                  <a:lnTo>
                    <a:pt x="165288" y="528047"/>
                  </a:lnTo>
                  <a:lnTo>
                    <a:pt x="164584" y="527329"/>
                  </a:lnTo>
                  <a:lnTo>
                    <a:pt x="164053" y="526986"/>
                  </a:lnTo>
                  <a:lnTo>
                    <a:pt x="163457" y="526619"/>
                  </a:lnTo>
                  <a:lnTo>
                    <a:pt x="163249" y="526226"/>
                  </a:lnTo>
                  <a:lnTo>
                    <a:pt x="163133" y="526066"/>
                  </a:lnTo>
                  <a:lnTo>
                    <a:pt x="162810" y="525720"/>
                  </a:lnTo>
                  <a:lnTo>
                    <a:pt x="162357" y="525526"/>
                  </a:lnTo>
                  <a:lnTo>
                    <a:pt x="162129" y="525410"/>
                  </a:lnTo>
                  <a:lnTo>
                    <a:pt x="161925" y="525045"/>
                  </a:lnTo>
                  <a:lnTo>
                    <a:pt x="161204" y="524815"/>
                  </a:lnTo>
                  <a:lnTo>
                    <a:pt x="160872" y="524200"/>
                  </a:lnTo>
                  <a:lnTo>
                    <a:pt x="160535" y="523650"/>
                  </a:lnTo>
                  <a:lnTo>
                    <a:pt x="160163" y="523598"/>
                  </a:lnTo>
                  <a:lnTo>
                    <a:pt x="159749" y="523592"/>
                  </a:lnTo>
                  <a:lnTo>
                    <a:pt x="159126" y="523656"/>
                  </a:lnTo>
                  <a:lnTo>
                    <a:pt x="158466" y="523616"/>
                  </a:lnTo>
                  <a:lnTo>
                    <a:pt x="157842" y="522640"/>
                  </a:lnTo>
                  <a:lnTo>
                    <a:pt x="158051" y="522252"/>
                  </a:lnTo>
                  <a:lnTo>
                    <a:pt x="157605" y="522031"/>
                  </a:lnTo>
                  <a:lnTo>
                    <a:pt x="157416" y="522145"/>
                  </a:lnTo>
                  <a:lnTo>
                    <a:pt x="157115" y="522077"/>
                  </a:lnTo>
                  <a:lnTo>
                    <a:pt x="156968" y="521625"/>
                  </a:lnTo>
                  <a:lnTo>
                    <a:pt x="156627" y="521557"/>
                  </a:lnTo>
                  <a:lnTo>
                    <a:pt x="156303" y="521729"/>
                  </a:lnTo>
                  <a:lnTo>
                    <a:pt x="156386" y="521496"/>
                  </a:lnTo>
                  <a:lnTo>
                    <a:pt x="156434" y="521075"/>
                  </a:lnTo>
                  <a:lnTo>
                    <a:pt x="156158" y="520743"/>
                  </a:lnTo>
                  <a:lnTo>
                    <a:pt x="156276" y="520074"/>
                  </a:lnTo>
                  <a:lnTo>
                    <a:pt x="156162" y="519473"/>
                  </a:lnTo>
                  <a:lnTo>
                    <a:pt x="156449" y="518921"/>
                  </a:lnTo>
                  <a:lnTo>
                    <a:pt x="156721" y="519012"/>
                  </a:lnTo>
                  <a:lnTo>
                    <a:pt x="156926" y="519063"/>
                  </a:lnTo>
                  <a:lnTo>
                    <a:pt x="157209" y="519121"/>
                  </a:lnTo>
                  <a:lnTo>
                    <a:pt x="157648" y="518949"/>
                  </a:lnTo>
                  <a:lnTo>
                    <a:pt x="157827" y="518985"/>
                  </a:lnTo>
                  <a:lnTo>
                    <a:pt x="158092" y="519088"/>
                  </a:lnTo>
                  <a:lnTo>
                    <a:pt x="158778" y="518697"/>
                  </a:lnTo>
                  <a:lnTo>
                    <a:pt x="158839" y="518418"/>
                  </a:lnTo>
                  <a:lnTo>
                    <a:pt x="158858" y="518051"/>
                  </a:lnTo>
                  <a:lnTo>
                    <a:pt x="158759" y="517723"/>
                  </a:lnTo>
                  <a:lnTo>
                    <a:pt x="158685" y="517308"/>
                  </a:lnTo>
                  <a:lnTo>
                    <a:pt x="159103" y="516785"/>
                  </a:lnTo>
                  <a:lnTo>
                    <a:pt x="159422" y="515964"/>
                  </a:lnTo>
                  <a:lnTo>
                    <a:pt x="159321" y="515814"/>
                  </a:lnTo>
                  <a:lnTo>
                    <a:pt x="159043" y="515575"/>
                  </a:lnTo>
                  <a:lnTo>
                    <a:pt x="158757" y="515434"/>
                  </a:lnTo>
                  <a:lnTo>
                    <a:pt x="158428" y="515169"/>
                  </a:lnTo>
                  <a:lnTo>
                    <a:pt x="158364" y="514951"/>
                  </a:lnTo>
                  <a:lnTo>
                    <a:pt x="158434" y="514595"/>
                  </a:lnTo>
                  <a:lnTo>
                    <a:pt x="158576" y="514464"/>
                  </a:lnTo>
                  <a:lnTo>
                    <a:pt x="159074" y="513961"/>
                  </a:lnTo>
                  <a:lnTo>
                    <a:pt x="159190" y="513775"/>
                  </a:lnTo>
                  <a:lnTo>
                    <a:pt x="159922" y="513515"/>
                  </a:lnTo>
                  <a:lnTo>
                    <a:pt x="159860" y="512830"/>
                  </a:lnTo>
                  <a:lnTo>
                    <a:pt x="159871" y="512680"/>
                  </a:lnTo>
                  <a:lnTo>
                    <a:pt x="160651" y="512239"/>
                  </a:lnTo>
                  <a:lnTo>
                    <a:pt x="160680" y="511668"/>
                  </a:lnTo>
                  <a:lnTo>
                    <a:pt x="160469" y="511653"/>
                  </a:lnTo>
                  <a:lnTo>
                    <a:pt x="160110" y="511718"/>
                  </a:lnTo>
                  <a:lnTo>
                    <a:pt x="159835" y="511557"/>
                  </a:lnTo>
                  <a:lnTo>
                    <a:pt x="159571" y="511312"/>
                  </a:lnTo>
                  <a:lnTo>
                    <a:pt x="159170" y="511127"/>
                  </a:lnTo>
                  <a:lnTo>
                    <a:pt x="158873" y="511013"/>
                  </a:lnTo>
                  <a:lnTo>
                    <a:pt x="158591" y="511056"/>
                  </a:lnTo>
                  <a:lnTo>
                    <a:pt x="158106" y="511435"/>
                  </a:lnTo>
                  <a:lnTo>
                    <a:pt x="158375" y="512020"/>
                  </a:lnTo>
                  <a:lnTo>
                    <a:pt x="158552" y="512468"/>
                  </a:lnTo>
                  <a:lnTo>
                    <a:pt x="158618" y="512775"/>
                  </a:lnTo>
                  <a:lnTo>
                    <a:pt x="158592" y="512951"/>
                  </a:lnTo>
                  <a:lnTo>
                    <a:pt x="158152" y="513329"/>
                  </a:lnTo>
                  <a:lnTo>
                    <a:pt x="157878" y="513163"/>
                  </a:lnTo>
                  <a:lnTo>
                    <a:pt x="157500" y="513019"/>
                  </a:lnTo>
                  <a:lnTo>
                    <a:pt x="157258" y="513179"/>
                  </a:lnTo>
                  <a:lnTo>
                    <a:pt x="157121" y="513427"/>
                  </a:lnTo>
                  <a:lnTo>
                    <a:pt x="157153" y="513693"/>
                  </a:lnTo>
                  <a:lnTo>
                    <a:pt x="156883" y="513844"/>
                  </a:lnTo>
                  <a:lnTo>
                    <a:pt x="156153" y="513841"/>
                  </a:lnTo>
                  <a:lnTo>
                    <a:pt x="155978" y="513646"/>
                  </a:lnTo>
                  <a:lnTo>
                    <a:pt x="156007" y="513434"/>
                  </a:lnTo>
                  <a:lnTo>
                    <a:pt x="155988" y="513124"/>
                  </a:lnTo>
                  <a:lnTo>
                    <a:pt x="155944" y="512662"/>
                  </a:lnTo>
                  <a:lnTo>
                    <a:pt x="155387" y="511170"/>
                  </a:lnTo>
                  <a:lnTo>
                    <a:pt x="155675" y="509888"/>
                  </a:lnTo>
                  <a:lnTo>
                    <a:pt x="155989" y="509269"/>
                  </a:lnTo>
                  <a:lnTo>
                    <a:pt x="156291" y="508829"/>
                  </a:lnTo>
                  <a:lnTo>
                    <a:pt x="156272" y="508488"/>
                  </a:lnTo>
                  <a:lnTo>
                    <a:pt x="156030" y="508292"/>
                  </a:lnTo>
                  <a:lnTo>
                    <a:pt x="155927" y="508147"/>
                  </a:lnTo>
                  <a:lnTo>
                    <a:pt x="155812" y="507913"/>
                  </a:lnTo>
                  <a:lnTo>
                    <a:pt x="155253" y="507476"/>
                  </a:lnTo>
                  <a:lnTo>
                    <a:pt x="154954" y="506691"/>
                  </a:lnTo>
                  <a:lnTo>
                    <a:pt x="154486" y="506624"/>
                  </a:lnTo>
                  <a:lnTo>
                    <a:pt x="154117" y="506660"/>
                  </a:lnTo>
                  <a:lnTo>
                    <a:pt x="153967" y="506649"/>
                  </a:lnTo>
                  <a:lnTo>
                    <a:pt x="153216" y="506278"/>
                  </a:lnTo>
                  <a:lnTo>
                    <a:pt x="152598" y="506012"/>
                  </a:lnTo>
                  <a:lnTo>
                    <a:pt x="152292" y="506154"/>
                  </a:lnTo>
                  <a:lnTo>
                    <a:pt x="151306" y="505922"/>
                  </a:lnTo>
                  <a:lnTo>
                    <a:pt x="151063" y="505719"/>
                  </a:lnTo>
                  <a:lnTo>
                    <a:pt x="151073" y="505571"/>
                  </a:lnTo>
                  <a:lnTo>
                    <a:pt x="151043" y="505395"/>
                  </a:lnTo>
                  <a:lnTo>
                    <a:pt x="150910" y="505281"/>
                  </a:lnTo>
                  <a:lnTo>
                    <a:pt x="150785" y="505090"/>
                  </a:lnTo>
                  <a:lnTo>
                    <a:pt x="150726" y="504856"/>
                  </a:lnTo>
                  <a:lnTo>
                    <a:pt x="150815" y="504516"/>
                  </a:lnTo>
                  <a:lnTo>
                    <a:pt x="150907" y="504279"/>
                  </a:lnTo>
                  <a:lnTo>
                    <a:pt x="150951" y="503566"/>
                  </a:lnTo>
                  <a:lnTo>
                    <a:pt x="150695" y="503637"/>
                  </a:lnTo>
                  <a:lnTo>
                    <a:pt x="150119" y="503658"/>
                  </a:lnTo>
                  <a:lnTo>
                    <a:pt x="149789" y="503616"/>
                  </a:lnTo>
                  <a:lnTo>
                    <a:pt x="149593" y="503325"/>
                  </a:lnTo>
                  <a:lnTo>
                    <a:pt x="149593" y="503102"/>
                  </a:lnTo>
                  <a:lnTo>
                    <a:pt x="149676" y="502601"/>
                  </a:lnTo>
                  <a:lnTo>
                    <a:pt x="149623" y="502293"/>
                  </a:lnTo>
                  <a:lnTo>
                    <a:pt x="149392" y="502098"/>
                  </a:lnTo>
                  <a:lnTo>
                    <a:pt x="149166" y="501965"/>
                  </a:lnTo>
                  <a:lnTo>
                    <a:pt x="148881" y="501986"/>
                  </a:lnTo>
                  <a:lnTo>
                    <a:pt x="148668" y="501944"/>
                  </a:lnTo>
                  <a:lnTo>
                    <a:pt x="147880" y="501405"/>
                  </a:lnTo>
                  <a:lnTo>
                    <a:pt x="147658" y="501346"/>
                  </a:lnTo>
                  <a:lnTo>
                    <a:pt x="146754" y="501064"/>
                  </a:lnTo>
                  <a:lnTo>
                    <a:pt x="146101" y="500606"/>
                  </a:lnTo>
                  <a:lnTo>
                    <a:pt x="146188" y="500018"/>
                  </a:lnTo>
                  <a:lnTo>
                    <a:pt x="146423" y="499697"/>
                  </a:lnTo>
                  <a:lnTo>
                    <a:pt x="146476" y="499496"/>
                  </a:lnTo>
                  <a:lnTo>
                    <a:pt x="146497" y="498942"/>
                  </a:lnTo>
                  <a:lnTo>
                    <a:pt x="146578" y="498360"/>
                  </a:lnTo>
                  <a:lnTo>
                    <a:pt x="146869" y="498095"/>
                  </a:lnTo>
                  <a:lnTo>
                    <a:pt x="146953" y="497614"/>
                  </a:lnTo>
                  <a:lnTo>
                    <a:pt x="146570" y="497160"/>
                  </a:lnTo>
                  <a:lnTo>
                    <a:pt x="146574" y="496841"/>
                  </a:lnTo>
                  <a:lnTo>
                    <a:pt x="146894" y="495946"/>
                  </a:lnTo>
                  <a:lnTo>
                    <a:pt x="147044" y="495496"/>
                  </a:lnTo>
                  <a:lnTo>
                    <a:pt x="147199" y="494849"/>
                  </a:lnTo>
                  <a:lnTo>
                    <a:pt x="147329" y="494528"/>
                  </a:lnTo>
                  <a:lnTo>
                    <a:pt x="147367" y="494396"/>
                  </a:lnTo>
                  <a:lnTo>
                    <a:pt x="147457" y="493962"/>
                  </a:lnTo>
                  <a:lnTo>
                    <a:pt x="147448" y="493273"/>
                  </a:lnTo>
                  <a:lnTo>
                    <a:pt x="147182" y="492953"/>
                  </a:lnTo>
                  <a:lnTo>
                    <a:pt x="146587" y="492941"/>
                  </a:lnTo>
                  <a:lnTo>
                    <a:pt x="146253" y="492718"/>
                  </a:lnTo>
                  <a:lnTo>
                    <a:pt x="145643" y="492597"/>
                  </a:lnTo>
                  <a:lnTo>
                    <a:pt x="145335" y="492576"/>
                  </a:lnTo>
                  <a:lnTo>
                    <a:pt x="144984" y="492614"/>
                  </a:lnTo>
                  <a:lnTo>
                    <a:pt x="144767" y="492683"/>
                  </a:lnTo>
                  <a:lnTo>
                    <a:pt x="144047" y="493098"/>
                  </a:lnTo>
                  <a:lnTo>
                    <a:pt x="143803" y="493175"/>
                  </a:lnTo>
                  <a:lnTo>
                    <a:pt x="143067" y="492792"/>
                  </a:lnTo>
                  <a:lnTo>
                    <a:pt x="143112" y="492575"/>
                  </a:lnTo>
                  <a:lnTo>
                    <a:pt x="143009" y="492260"/>
                  </a:lnTo>
                  <a:lnTo>
                    <a:pt x="142875" y="492246"/>
                  </a:lnTo>
                  <a:lnTo>
                    <a:pt x="142656" y="492180"/>
                  </a:lnTo>
                  <a:lnTo>
                    <a:pt x="142435" y="491813"/>
                  </a:lnTo>
                  <a:lnTo>
                    <a:pt x="142625" y="491188"/>
                  </a:lnTo>
                  <a:lnTo>
                    <a:pt x="142570" y="490902"/>
                  </a:lnTo>
                  <a:lnTo>
                    <a:pt x="142492" y="490708"/>
                  </a:lnTo>
                  <a:lnTo>
                    <a:pt x="142219" y="490307"/>
                  </a:lnTo>
                  <a:lnTo>
                    <a:pt x="141963" y="489616"/>
                  </a:lnTo>
                  <a:lnTo>
                    <a:pt x="142117" y="489327"/>
                  </a:lnTo>
                  <a:lnTo>
                    <a:pt x="142077" y="488683"/>
                  </a:lnTo>
                  <a:lnTo>
                    <a:pt x="141598" y="488155"/>
                  </a:lnTo>
                  <a:lnTo>
                    <a:pt x="141469" y="488085"/>
                  </a:lnTo>
                  <a:lnTo>
                    <a:pt x="141249" y="487876"/>
                  </a:lnTo>
                  <a:lnTo>
                    <a:pt x="141390" y="487571"/>
                  </a:lnTo>
                  <a:lnTo>
                    <a:pt x="141609" y="487235"/>
                  </a:lnTo>
                  <a:lnTo>
                    <a:pt x="141704" y="487105"/>
                  </a:lnTo>
                  <a:lnTo>
                    <a:pt x="141586" y="486552"/>
                  </a:lnTo>
                  <a:lnTo>
                    <a:pt x="141109" y="486400"/>
                  </a:lnTo>
                  <a:lnTo>
                    <a:pt x="140824" y="486159"/>
                  </a:lnTo>
                  <a:lnTo>
                    <a:pt x="140756" y="485665"/>
                  </a:lnTo>
                  <a:lnTo>
                    <a:pt x="140577" y="485279"/>
                  </a:lnTo>
                  <a:lnTo>
                    <a:pt x="140176" y="484869"/>
                  </a:lnTo>
                  <a:lnTo>
                    <a:pt x="139477" y="484005"/>
                  </a:lnTo>
                  <a:lnTo>
                    <a:pt x="139157" y="482566"/>
                  </a:lnTo>
                  <a:lnTo>
                    <a:pt x="139226" y="482258"/>
                  </a:lnTo>
                  <a:lnTo>
                    <a:pt x="139170" y="482120"/>
                  </a:lnTo>
                  <a:lnTo>
                    <a:pt x="138849" y="481530"/>
                  </a:lnTo>
                  <a:lnTo>
                    <a:pt x="138456" y="481071"/>
                  </a:lnTo>
                  <a:lnTo>
                    <a:pt x="137650" y="481147"/>
                  </a:lnTo>
                  <a:lnTo>
                    <a:pt x="137479" y="481517"/>
                  </a:lnTo>
                  <a:lnTo>
                    <a:pt x="137306" y="481656"/>
                  </a:lnTo>
                  <a:lnTo>
                    <a:pt x="137077" y="481731"/>
                  </a:lnTo>
                  <a:lnTo>
                    <a:pt x="137095" y="481539"/>
                  </a:lnTo>
                  <a:lnTo>
                    <a:pt x="137190" y="480621"/>
                  </a:lnTo>
                  <a:lnTo>
                    <a:pt x="137375" y="480045"/>
                  </a:lnTo>
                  <a:lnTo>
                    <a:pt x="137436" y="479833"/>
                  </a:lnTo>
                  <a:lnTo>
                    <a:pt x="137561" y="478994"/>
                  </a:lnTo>
                  <a:lnTo>
                    <a:pt x="137420" y="478647"/>
                  </a:lnTo>
                  <a:lnTo>
                    <a:pt x="137039" y="478165"/>
                  </a:lnTo>
                  <a:lnTo>
                    <a:pt x="136603" y="477205"/>
                  </a:lnTo>
                  <a:lnTo>
                    <a:pt x="136578" y="477075"/>
                  </a:lnTo>
                  <a:lnTo>
                    <a:pt x="136367" y="476580"/>
                  </a:lnTo>
                  <a:lnTo>
                    <a:pt x="136227" y="476356"/>
                  </a:lnTo>
                  <a:lnTo>
                    <a:pt x="135275" y="475501"/>
                  </a:lnTo>
                  <a:lnTo>
                    <a:pt x="135252" y="475307"/>
                  </a:lnTo>
                  <a:lnTo>
                    <a:pt x="135301" y="475067"/>
                  </a:lnTo>
                  <a:lnTo>
                    <a:pt x="135327" y="474603"/>
                  </a:lnTo>
                  <a:lnTo>
                    <a:pt x="134957" y="474457"/>
                  </a:lnTo>
                  <a:lnTo>
                    <a:pt x="134884" y="474641"/>
                  </a:lnTo>
                  <a:lnTo>
                    <a:pt x="134435" y="474796"/>
                  </a:lnTo>
                  <a:lnTo>
                    <a:pt x="134221" y="474722"/>
                  </a:lnTo>
                  <a:lnTo>
                    <a:pt x="134479" y="474216"/>
                  </a:lnTo>
                  <a:lnTo>
                    <a:pt x="134800" y="473727"/>
                  </a:lnTo>
                  <a:lnTo>
                    <a:pt x="134960" y="473649"/>
                  </a:lnTo>
                  <a:lnTo>
                    <a:pt x="134408" y="473125"/>
                  </a:lnTo>
                  <a:lnTo>
                    <a:pt x="134511" y="472690"/>
                  </a:lnTo>
                  <a:lnTo>
                    <a:pt x="134554" y="471786"/>
                  </a:lnTo>
                  <a:lnTo>
                    <a:pt x="134231" y="471691"/>
                  </a:lnTo>
                  <a:lnTo>
                    <a:pt x="133539" y="471703"/>
                  </a:lnTo>
                  <a:lnTo>
                    <a:pt x="132811" y="471708"/>
                  </a:lnTo>
                  <a:lnTo>
                    <a:pt x="132402" y="471066"/>
                  </a:lnTo>
                  <a:lnTo>
                    <a:pt x="132326" y="470307"/>
                  </a:lnTo>
                  <a:lnTo>
                    <a:pt x="132258" y="469588"/>
                  </a:lnTo>
                  <a:lnTo>
                    <a:pt x="132220" y="469217"/>
                  </a:lnTo>
                  <a:lnTo>
                    <a:pt x="132164" y="469071"/>
                  </a:lnTo>
                  <a:lnTo>
                    <a:pt x="132070" y="468883"/>
                  </a:lnTo>
                  <a:lnTo>
                    <a:pt x="131583" y="468147"/>
                  </a:lnTo>
                  <a:lnTo>
                    <a:pt x="131463" y="467918"/>
                  </a:lnTo>
                  <a:lnTo>
                    <a:pt x="131043" y="467721"/>
                  </a:lnTo>
                  <a:lnTo>
                    <a:pt x="130664" y="467520"/>
                  </a:lnTo>
                  <a:lnTo>
                    <a:pt x="130355" y="467134"/>
                  </a:lnTo>
                  <a:lnTo>
                    <a:pt x="130087" y="466936"/>
                  </a:lnTo>
                  <a:lnTo>
                    <a:pt x="129659" y="466668"/>
                  </a:lnTo>
                  <a:lnTo>
                    <a:pt x="129551" y="466495"/>
                  </a:lnTo>
                  <a:lnTo>
                    <a:pt x="129449" y="466025"/>
                  </a:lnTo>
                  <a:lnTo>
                    <a:pt x="129419" y="465878"/>
                  </a:lnTo>
                  <a:lnTo>
                    <a:pt x="129492" y="465603"/>
                  </a:lnTo>
                  <a:lnTo>
                    <a:pt x="129551" y="465320"/>
                  </a:lnTo>
                  <a:lnTo>
                    <a:pt x="129592" y="465050"/>
                  </a:lnTo>
                  <a:lnTo>
                    <a:pt x="129813" y="464684"/>
                  </a:lnTo>
                  <a:lnTo>
                    <a:pt x="129951" y="464468"/>
                  </a:lnTo>
                  <a:lnTo>
                    <a:pt x="130112" y="464040"/>
                  </a:lnTo>
                  <a:lnTo>
                    <a:pt x="129616" y="463775"/>
                  </a:lnTo>
                  <a:lnTo>
                    <a:pt x="129338" y="463556"/>
                  </a:lnTo>
                  <a:lnTo>
                    <a:pt x="129317" y="463338"/>
                  </a:lnTo>
                  <a:lnTo>
                    <a:pt x="129491" y="462998"/>
                  </a:lnTo>
                  <a:lnTo>
                    <a:pt x="129353" y="462640"/>
                  </a:lnTo>
                  <a:lnTo>
                    <a:pt x="129070" y="462220"/>
                  </a:lnTo>
                  <a:lnTo>
                    <a:pt x="129010" y="461973"/>
                  </a:lnTo>
                  <a:lnTo>
                    <a:pt x="128962" y="461805"/>
                  </a:lnTo>
                  <a:lnTo>
                    <a:pt x="128520" y="461192"/>
                  </a:lnTo>
                  <a:lnTo>
                    <a:pt x="127994" y="461336"/>
                  </a:lnTo>
                  <a:lnTo>
                    <a:pt x="127340" y="461600"/>
                  </a:lnTo>
                  <a:lnTo>
                    <a:pt x="127192" y="461569"/>
                  </a:lnTo>
                  <a:lnTo>
                    <a:pt x="126382" y="462158"/>
                  </a:lnTo>
                  <a:lnTo>
                    <a:pt x="126256" y="462386"/>
                  </a:lnTo>
                  <a:lnTo>
                    <a:pt x="125895" y="463742"/>
                  </a:lnTo>
                  <a:lnTo>
                    <a:pt x="125862" y="463951"/>
                  </a:lnTo>
                  <a:lnTo>
                    <a:pt x="125570" y="464249"/>
                  </a:lnTo>
                  <a:lnTo>
                    <a:pt x="125199" y="464475"/>
                  </a:lnTo>
                  <a:lnTo>
                    <a:pt x="124803" y="464822"/>
                  </a:lnTo>
                  <a:lnTo>
                    <a:pt x="124442" y="465142"/>
                  </a:lnTo>
                  <a:lnTo>
                    <a:pt x="123681" y="465969"/>
                  </a:lnTo>
                  <a:lnTo>
                    <a:pt x="123200" y="465884"/>
                  </a:lnTo>
                  <a:lnTo>
                    <a:pt x="123152" y="465734"/>
                  </a:lnTo>
                  <a:lnTo>
                    <a:pt x="122832" y="465503"/>
                  </a:lnTo>
                  <a:lnTo>
                    <a:pt x="122306" y="465671"/>
                  </a:lnTo>
                  <a:lnTo>
                    <a:pt x="121995" y="465331"/>
                  </a:lnTo>
                  <a:lnTo>
                    <a:pt x="121960" y="464987"/>
                  </a:lnTo>
                  <a:lnTo>
                    <a:pt x="121763" y="464338"/>
                  </a:lnTo>
                  <a:lnTo>
                    <a:pt x="121396" y="464607"/>
                  </a:lnTo>
                  <a:lnTo>
                    <a:pt x="120754" y="464055"/>
                  </a:lnTo>
                  <a:lnTo>
                    <a:pt x="120458" y="463944"/>
                  </a:lnTo>
                  <a:lnTo>
                    <a:pt x="119645" y="463751"/>
                  </a:lnTo>
                  <a:lnTo>
                    <a:pt x="119416" y="463727"/>
                  </a:lnTo>
                  <a:lnTo>
                    <a:pt x="119010" y="464072"/>
                  </a:lnTo>
                  <a:lnTo>
                    <a:pt x="118896" y="464434"/>
                  </a:lnTo>
                  <a:lnTo>
                    <a:pt x="118566" y="464662"/>
                  </a:lnTo>
                  <a:lnTo>
                    <a:pt x="118301" y="464825"/>
                  </a:lnTo>
                  <a:lnTo>
                    <a:pt x="118181" y="465155"/>
                  </a:lnTo>
                  <a:lnTo>
                    <a:pt x="118243" y="465710"/>
                  </a:lnTo>
                  <a:lnTo>
                    <a:pt x="118173" y="465925"/>
                  </a:lnTo>
                  <a:lnTo>
                    <a:pt x="117969" y="466406"/>
                  </a:lnTo>
                  <a:lnTo>
                    <a:pt x="117287" y="467313"/>
                  </a:lnTo>
                  <a:lnTo>
                    <a:pt x="117062" y="467490"/>
                  </a:lnTo>
                  <a:lnTo>
                    <a:pt x="116937" y="467940"/>
                  </a:lnTo>
                  <a:lnTo>
                    <a:pt x="116916" y="468076"/>
                  </a:lnTo>
                  <a:lnTo>
                    <a:pt x="116639" y="468551"/>
                  </a:lnTo>
                  <a:lnTo>
                    <a:pt x="116090" y="468401"/>
                  </a:lnTo>
                  <a:lnTo>
                    <a:pt x="115807" y="468565"/>
                  </a:lnTo>
                  <a:lnTo>
                    <a:pt x="115629" y="469004"/>
                  </a:lnTo>
                  <a:lnTo>
                    <a:pt x="115286" y="469897"/>
                  </a:lnTo>
                  <a:lnTo>
                    <a:pt x="114870" y="470071"/>
                  </a:lnTo>
                  <a:lnTo>
                    <a:pt x="114334" y="469891"/>
                  </a:lnTo>
                  <a:lnTo>
                    <a:pt x="114024" y="469367"/>
                  </a:lnTo>
                  <a:lnTo>
                    <a:pt x="114065" y="469116"/>
                  </a:lnTo>
                  <a:lnTo>
                    <a:pt x="114120" y="468939"/>
                  </a:lnTo>
                  <a:lnTo>
                    <a:pt x="114174" y="468633"/>
                  </a:lnTo>
                  <a:lnTo>
                    <a:pt x="114116" y="468167"/>
                  </a:lnTo>
                  <a:lnTo>
                    <a:pt x="114045" y="467957"/>
                  </a:lnTo>
                  <a:lnTo>
                    <a:pt x="114111" y="467331"/>
                  </a:lnTo>
                  <a:lnTo>
                    <a:pt x="113620" y="466796"/>
                  </a:lnTo>
                  <a:lnTo>
                    <a:pt x="113377" y="466394"/>
                  </a:lnTo>
                  <a:lnTo>
                    <a:pt x="113378" y="466136"/>
                  </a:lnTo>
                  <a:lnTo>
                    <a:pt x="113686" y="465688"/>
                  </a:lnTo>
                  <a:lnTo>
                    <a:pt x="114207" y="465116"/>
                  </a:lnTo>
                  <a:lnTo>
                    <a:pt x="114137" y="464670"/>
                  </a:lnTo>
                  <a:lnTo>
                    <a:pt x="113992" y="464477"/>
                  </a:lnTo>
                  <a:lnTo>
                    <a:pt x="114064" y="464270"/>
                  </a:lnTo>
                  <a:lnTo>
                    <a:pt x="114236" y="464008"/>
                  </a:lnTo>
                  <a:lnTo>
                    <a:pt x="114171" y="463853"/>
                  </a:lnTo>
                  <a:lnTo>
                    <a:pt x="113690" y="463564"/>
                  </a:lnTo>
                  <a:lnTo>
                    <a:pt x="113440" y="463648"/>
                  </a:lnTo>
                  <a:lnTo>
                    <a:pt x="113014" y="463608"/>
                  </a:lnTo>
                  <a:lnTo>
                    <a:pt x="112823" y="463509"/>
                  </a:lnTo>
                  <a:lnTo>
                    <a:pt x="112437" y="463659"/>
                  </a:lnTo>
                  <a:lnTo>
                    <a:pt x="111592" y="463551"/>
                  </a:lnTo>
                  <a:lnTo>
                    <a:pt x="111240" y="463420"/>
                  </a:lnTo>
                  <a:lnTo>
                    <a:pt x="111091" y="463257"/>
                  </a:lnTo>
                  <a:lnTo>
                    <a:pt x="110900" y="463136"/>
                  </a:lnTo>
                  <a:lnTo>
                    <a:pt x="110464" y="463202"/>
                  </a:lnTo>
                  <a:lnTo>
                    <a:pt x="110068" y="462891"/>
                  </a:lnTo>
                  <a:lnTo>
                    <a:pt x="108820" y="462102"/>
                  </a:lnTo>
                  <a:lnTo>
                    <a:pt x="109001" y="461712"/>
                  </a:lnTo>
                  <a:lnTo>
                    <a:pt x="109351" y="461210"/>
                  </a:lnTo>
                  <a:lnTo>
                    <a:pt x="109804" y="460716"/>
                  </a:lnTo>
                  <a:lnTo>
                    <a:pt x="109847" y="460529"/>
                  </a:lnTo>
                  <a:lnTo>
                    <a:pt x="109715" y="460179"/>
                  </a:lnTo>
                  <a:lnTo>
                    <a:pt x="109201" y="459713"/>
                  </a:lnTo>
                  <a:lnTo>
                    <a:pt x="108633" y="459114"/>
                  </a:lnTo>
                  <a:lnTo>
                    <a:pt x="108173" y="458545"/>
                  </a:lnTo>
                  <a:lnTo>
                    <a:pt x="107792" y="458173"/>
                  </a:lnTo>
                  <a:lnTo>
                    <a:pt x="107608" y="457977"/>
                  </a:lnTo>
                  <a:lnTo>
                    <a:pt x="107233" y="457337"/>
                  </a:lnTo>
                  <a:lnTo>
                    <a:pt x="106968" y="457011"/>
                  </a:lnTo>
                  <a:lnTo>
                    <a:pt x="106751" y="456900"/>
                  </a:lnTo>
                  <a:lnTo>
                    <a:pt x="105938" y="456618"/>
                  </a:lnTo>
                  <a:lnTo>
                    <a:pt x="105639" y="456490"/>
                  </a:lnTo>
                  <a:lnTo>
                    <a:pt x="105296" y="455964"/>
                  </a:lnTo>
                  <a:lnTo>
                    <a:pt x="105244" y="455688"/>
                  </a:lnTo>
                  <a:lnTo>
                    <a:pt x="105164" y="455530"/>
                  </a:lnTo>
                  <a:lnTo>
                    <a:pt x="105007" y="455171"/>
                  </a:lnTo>
                  <a:lnTo>
                    <a:pt x="104797" y="454681"/>
                  </a:lnTo>
                  <a:lnTo>
                    <a:pt x="104775" y="454552"/>
                  </a:lnTo>
                  <a:lnTo>
                    <a:pt x="104786" y="454397"/>
                  </a:lnTo>
                  <a:lnTo>
                    <a:pt x="104603" y="454082"/>
                  </a:lnTo>
                  <a:lnTo>
                    <a:pt x="104455" y="453499"/>
                  </a:lnTo>
                  <a:lnTo>
                    <a:pt x="104385" y="453302"/>
                  </a:lnTo>
                  <a:lnTo>
                    <a:pt x="104197" y="453083"/>
                  </a:lnTo>
                  <a:lnTo>
                    <a:pt x="104034" y="452689"/>
                  </a:lnTo>
                  <a:lnTo>
                    <a:pt x="103975" y="452507"/>
                  </a:lnTo>
                  <a:lnTo>
                    <a:pt x="103994" y="452358"/>
                  </a:lnTo>
                  <a:lnTo>
                    <a:pt x="103822" y="452098"/>
                  </a:lnTo>
                  <a:lnTo>
                    <a:pt x="103543" y="451995"/>
                  </a:lnTo>
                  <a:lnTo>
                    <a:pt x="103124" y="451359"/>
                  </a:lnTo>
                  <a:lnTo>
                    <a:pt x="103213" y="450855"/>
                  </a:lnTo>
                  <a:lnTo>
                    <a:pt x="103259" y="450711"/>
                  </a:lnTo>
                  <a:lnTo>
                    <a:pt x="103384" y="450510"/>
                  </a:lnTo>
                  <a:lnTo>
                    <a:pt x="103592" y="449724"/>
                  </a:lnTo>
                  <a:lnTo>
                    <a:pt x="103876" y="449761"/>
                  </a:lnTo>
                  <a:lnTo>
                    <a:pt x="104306" y="449730"/>
                  </a:lnTo>
                  <a:lnTo>
                    <a:pt x="104664" y="449367"/>
                  </a:lnTo>
                  <a:lnTo>
                    <a:pt x="105013" y="449466"/>
                  </a:lnTo>
                  <a:lnTo>
                    <a:pt x="105251" y="449646"/>
                  </a:lnTo>
                  <a:lnTo>
                    <a:pt x="105372" y="449867"/>
                  </a:lnTo>
                  <a:lnTo>
                    <a:pt x="105830" y="449812"/>
                  </a:lnTo>
                  <a:lnTo>
                    <a:pt x="106056" y="449423"/>
                  </a:lnTo>
                  <a:lnTo>
                    <a:pt x="106166" y="449065"/>
                  </a:lnTo>
                  <a:lnTo>
                    <a:pt x="106390" y="448926"/>
                  </a:lnTo>
                  <a:lnTo>
                    <a:pt x="106642" y="449002"/>
                  </a:lnTo>
                  <a:lnTo>
                    <a:pt x="106883" y="449014"/>
                  </a:lnTo>
                  <a:lnTo>
                    <a:pt x="107035" y="448976"/>
                  </a:lnTo>
                  <a:lnTo>
                    <a:pt x="107181" y="448883"/>
                  </a:lnTo>
                  <a:lnTo>
                    <a:pt x="107365" y="448823"/>
                  </a:lnTo>
                  <a:lnTo>
                    <a:pt x="107629" y="448795"/>
                  </a:lnTo>
                  <a:lnTo>
                    <a:pt x="107958" y="448812"/>
                  </a:lnTo>
                  <a:lnTo>
                    <a:pt x="108177" y="448784"/>
                  </a:lnTo>
                  <a:lnTo>
                    <a:pt x="108608" y="448349"/>
                  </a:lnTo>
                  <a:lnTo>
                    <a:pt x="108797" y="447938"/>
                  </a:lnTo>
                  <a:lnTo>
                    <a:pt x="108626" y="447616"/>
                  </a:lnTo>
                  <a:lnTo>
                    <a:pt x="108832" y="447379"/>
                  </a:lnTo>
                  <a:lnTo>
                    <a:pt x="108985" y="447280"/>
                  </a:lnTo>
                  <a:lnTo>
                    <a:pt x="109551" y="446758"/>
                  </a:lnTo>
                  <a:lnTo>
                    <a:pt x="109404" y="446585"/>
                  </a:lnTo>
                  <a:lnTo>
                    <a:pt x="108417" y="445863"/>
                  </a:lnTo>
                  <a:lnTo>
                    <a:pt x="108241" y="445710"/>
                  </a:lnTo>
                  <a:lnTo>
                    <a:pt x="108067" y="445435"/>
                  </a:lnTo>
                  <a:lnTo>
                    <a:pt x="108029" y="445109"/>
                  </a:lnTo>
                  <a:lnTo>
                    <a:pt x="108372" y="444907"/>
                  </a:lnTo>
                  <a:lnTo>
                    <a:pt x="108808" y="444844"/>
                  </a:lnTo>
                  <a:lnTo>
                    <a:pt x="108882" y="444077"/>
                  </a:lnTo>
                  <a:lnTo>
                    <a:pt x="108987" y="443686"/>
                  </a:lnTo>
                  <a:lnTo>
                    <a:pt x="108794" y="443418"/>
                  </a:lnTo>
                  <a:lnTo>
                    <a:pt x="108373" y="443296"/>
                  </a:lnTo>
                  <a:lnTo>
                    <a:pt x="108098" y="442995"/>
                  </a:lnTo>
                  <a:lnTo>
                    <a:pt x="107518" y="442415"/>
                  </a:lnTo>
                  <a:lnTo>
                    <a:pt x="106979" y="442281"/>
                  </a:lnTo>
                  <a:lnTo>
                    <a:pt x="106141" y="442083"/>
                  </a:lnTo>
                  <a:lnTo>
                    <a:pt x="105955" y="441874"/>
                  </a:lnTo>
                  <a:lnTo>
                    <a:pt x="104958" y="441683"/>
                  </a:lnTo>
                  <a:lnTo>
                    <a:pt x="104527" y="441654"/>
                  </a:lnTo>
                  <a:lnTo>
                    <a:pt x="104554" y="441069"/>
                  </a:lnTo>
                  <a:lnTo>
                    <a:pt x="104673" y="440811"/>
                  </a:lnTo>
                  <a:lnTo>
                    <a:pt x="104842" y="440209"/>
                  </a:lnTo>
                  <a:lnTo>
                    <a:pt x="104691" y="440018"/>
                  </a:lnTo>
                  <a:lnTo>
                    <a:pt x="105022" y="439516"/>
                  </a:lnTo>
                  <a:lnTo>
                    <a:pt x="105193" y="439186"/>
                  </a:lnTo>
                  <a:lnTo>
                    <a:pt x="104845" y="438811"/>
                  </a:lnTo>
                  <a:lnTo>
                    <a:pt x="104830" y="438604"/>
                  </a:lnTo>
                  <a:lnTo>
                    <a:pt x="104632" y="438162"/>
                  </a:lnTo>
                  <a:lnTo>
                    <a:pt x="103965" y="438258"/>
                  </a:lnTo>
                  <a:lnTo>
                    <a:pt x="103690" y="438053"/>
                  </a:lnTo>
                  <a:lnTo>
                    <a:pt x="102969" y="437650"/>
                  </a:lnTo>
                  <a:lnTo>
                    <a:pt x="102644" y="437500"/>
                  </a:lnTo>
                  <a:lnTo>
                    <a:pt x="102392" y="437494"/>
                  </a:lnTo>
                  <a:lnTo>
                    <a:pt x="102163" y="437318"/>
                  </a:lnTo>
                  <a:lnTo>
                    <a:pt x="101867" y="436907"/>
                  </a:lnTo>
                  <a:lnTo>
                    <a:pt x="101706" y="435732"/>
                  </a:lnTo>
                  <a:lnTo>
                    <a:pt x="101823" y="435347"/>
                  </a:lnTo>
                  <a:lnTo>
                    <a:pt x="101797" y="434715"/>
                  </a:lnTo>
                  <a:lnTo>
                    <a:pt x="101497" y="434349"/>
                  </a:lnTo>
                  <a:lnTo>
                    <a:pt x="101174" y="434507"/>
                  </a:lnTo>
                  <a:lnTo>
                    <a:pt x="100960" y="434282"/>
                  </a:lnTo>
                  <a:lnTo>
                    <a:pt x="100905" y="434096"/>
                  </a:lnTo>
                  <a:lnTo>
                    <a:pt x="100900" y="433797"/>
                  </a:lnTo>
                  <a:lnTo>
                    <a:pt x="100798" y="433289"/>
                  </a:lnTo>
                  <a:lnTo>
                    <a:pt x="100481" y="432691"/>
                  </a:lnTo>
                  <a:lnTo>
                    <a:pt x="100315" y="432478"/>
                  </a:lnTo>
                  <a:lnTo>
                    <a:pt x="99900" y="432244"/>
                  </a:lnTo>
                  <a:lnTo>
                    <a:pt x="99483" y="431906"/>
                  </a:lnTo>
                  <a:lnTo>
                    <a:pt x="99250" y="431681"/>
                  </a:lnTo>
                  <a:lnTo>
                    <a:pt x="99070" y="431585"/>
                  </a:lnTo>
                  <a:lnTo>
                    <a:pt x="98727" y="431460"/>
                  </a:lnTo>
                  <a:lnTo>
                    <a:pt x="97795" y="431230"/>
                  </a:lnTo>
                  <a:lnTo>
                    <a:pt x="97520" y="431030"/>
                  </a:lnTo>
                  <a:lnTo>
                    <a:pt x="97415" y="430617"/>
                  </a:lnTo>
                  <a:lnTo>
                    <a:pt x="97341" y="430067"/>
                  </a:lnTo>
                  <a:lnTo>
                    <a:pt x="96915" y="429980"/>
                  </a:lnTo>
                  <a:lnTo>
                    <a:pt x="96745" y="430025"/>
                  </a:lnTo>
                  <a:lnTo>
                    <a:pt x="96511" y="430225"/>
                  </a:lnTo>
                  <a:lnTo>
                    <a:pt x="96296" y="430340"/>
                  </a:lnTo>
                  <a:lnTo>
                    <a:pt x="95887" y="430365"/>
                  </a:lnTo>
                  <a:lnTo>
                    <a:pt x="95925" y="429502"/>
                  </a:lnTo>
                  <a:lnTo>
                    <a:pt x="96042" y="429276"/>
                  </a:lnTo>
                  <a:lnTo>
                    <a:pt x="96180" y="429243"/>
                  </a:lnTo>
                  <a:lnTo>
                    <a:pt x="96179" y="429050"/>
                  </a:lnTo>
                  <a:lnTo>
                    <a:pt x="95784" y="428543"/>
                  </a:lnTo>
                  <a:lnTo>
                    <a:pt x="95521" y="428481"/>
                  </a:lnTo>
                  <a:lnTo>
                    <a:pt x="94929" y="427715"/>
                  </a:lnTo>
                  <a:lnTo>
                    <a:pt x="94391" y="427241"/>
                  </a:lnTo>
                  <a:lnTo>
                    <a:pt x="93708" y="427189"/>
                  </a:lnTo>
                  <a:lnTo>
                    <a:pt x="93129" y="427202"/>
                  </a:lnTo>
                  <a:lnTo>
                    <a:pt x="92843" y="427050"/>
                  </a:lnTo>
                  <a:lnTo>
                    <a:pt x="92807" y="426834"/>
                  </a:lnTo>
                  <a:lnTo>
                    <a:pt x="91979" y="426237"/>
                  </a:lnTo>
                  <a:lnTo>
                    <a:pt x="92028" y="425953"/>
                  </a:lnTo>
                  <a:lnTo>
                    <a:pt x="92095" y="425801"/>
                  </a:lnTo>
                  <a:lnTo>
                    <a:pt x="92138" y="425623"/>
                  </a:lnTo>
                  <a:lnTo>
                    <a:pt x="91963" y="425304"/>
                  </a:lnTo>
                  <a:lnTo>
                    <a:pt x="91801" y="425128"/>
                  </a:lnTo>
                  <a:lnTo>
                    <a:pt x="91605" y="424738"/>
                  </a:lnTo>
                  <a:lnTo>
                    <a:pt x="91590" y="423977"/>
                  </a:lnTo>
                  <a:lnTo>
                    <a:pt x="91677" y="423440"/>
                  </a:lnTo>
                  <a:lnTo>
                    <a:pt x="91695" y="422403"/>
                  </a:lnTo>
                  <a:lnTo>
                    <a:pt x="91658" y="422122"/>
                  </a:lnTo>
                  <a:lnTo>
                    <a:pt x="91537" y="421530"/>
                  </a:lnTo>
                  <a:lnTo>
                    <a:pt x="91505" y="420946"/>
                  </a:lnTo>
                  <a:lnTo>
                    <a:pt x="91379" y="420849"/>
                  </a:lnTo>
                  <a:lnTo>
                    <a:pt x="91251" y="421164"/>
                  </a:lnTo>
                  <a:lnTo>
                    <a:pt x="90948" y="421294"/>
                  </a:lnTo>
                  <a:lnTo>
                    <a:pt x="90735" y="421340"/>
                  </a:lnTo>
                  <a:lnTo>
                    <a:pt x="90603" y="421562"/>
                  </a:lnTo>
                  <a:lnTo>
                    <a:pt x="90554" y="421736"/>
                  </a:lnTo>
                  <a:lnTo>
                    <a:pt x="90544" y="421920"/>
                  </a:lnTo>
                  <a:lnTo>
                    <a:pt x="90330" y="422243"/>
                  </a:lnTo>
                  <a:lnTo>
                    <a:pt x="90106" y="422327"/>
                  </a:lnTo>
                  <a:lnTo>
                    <a:pt x="89269" y="422237"/>
                  </a:lnTo>
                  <a:lnTo>
                    <a:pt x="88906" y="422176"/>
                  </a:lnTo>
                  <a:lnTo>
                    <a:pt x="87732" y="422457"/>
                  </a:lnTo>
                  <a:lnTo>
                    <a:pt x="87796" y="422801"/>
                  </a:lnTo>
                  <a:lnTo>
                    <a:pt x="87772" y="422950"/>
                  </a:lnTo>
                  <a:lnTo>
                    <a:pt x="87520" y="423264"/>
                  </a:lnTo>
                  <a:lnTo>
                    <a:pt x="87273" y="423354"/>
                  </a:lnTo>
                  <a:lnTo>
                    <a:pt x="87128" y="423767"/>
                  </a:lnTo>
                  <a:lnTo>
                    <a:pt x="87120" y="424029"/>
                  </a:lnTo>
                  <a:lnTo>
                    <a:pt x="87278" y="424951"/>
                  </a:lnTo>
                  <a:lnTo>
                    <a:pt x="87441" y="425466"/>
                  </a:lnTo>
                  <a:lnTo>
                    <a:pt x="87230" y="425510"/>
                  </a:lnTo>
                  <a:lnTo>
                    <a:pt x="86951" y="425711"/>
                  </a:lnTo>
                  <a:lnTo>
                    <a:pt x="87054" y="425921"/>
                  </a:lnTo>
                  <a:lnTo>
                    <a:pt x="86867" y="426063"/>
                  </a:lnTo>
                  <a:lnTo>
                    <a:pt x="86182" y="426382"/>
                  </a:lnTo>
                  <a:lnTo>
                    <a:pt x="85681" y="426538"/>
                  </a:lnTo>
                  <a:lnTo>
                    <a:pt x="85515" y="426381"/>
                  </a:lnTo>
                  <a:lnTo>
                    <a:pt x="85380" y="426398"/>
                  </a:lnTo>
                  <a:lnTo>
                    <a:pt x="85185" y="426613"/>
                  </a:lnTo>
                  <a:lnTo>
                    <a:pt x="85034" y="426861"/>
                  </a:lnTo>
                  <a:lnTo>
                    <a:pt x="85024" y="427052"/>
                  </a:lnTo>
                  <a:lnTo>
                    <a:pt x="84979" y="427332"/>
                  </a:lnTo>
                  <a:lnTo>
                    <a:pt x="84786" y="427540"/>
                  </a:lnTo>
                  <a:lnTo>
                    <a:pt x="84596" y="427639"/>
                  </a:lnTo>
                  <a:lnTo>
                    <a:pt x="84354" y="428175"/>
                  </a:lnTo>
                  <a:lnTo>
                    <a:pt x="84624" y="428343"/>
                  </a:lnTo>
                  <a:lnTo>
                    <a:pt x="84731" y="428692"/>
                  </a:lnTo>
                  <a:lnTo>
                    <a:pt x="84621" y="429353"/>
                  </a:lnTo>
                  <a:lnTo>
                    <a:pt x="84643" y="430404"/>
                  </a:lnTo>
                  <a:lnTo>
                    <a:pt x="84240" y="430810"/>
                  </a:lnTo>
                  <a:lnTo>
                    <a:pt x="83926" y="430927"/>
                  </a:lnTo>
                  <a:lnTo>
                    <a:pt x="83649" y="430915"/>
                  </a:lnTo>
                  <a:lnTo>
                    <a:pt x="83513" y="430750"/>
                  </a:lnTo>
                  <a:lnTo>
                    <a:pt x="83329" y="430680"/>
                  </a:lnTo>
                  <a:lnTo>
                    <a:pt x="82850" y="430938"/>
                  </a:lnTo>
                  <a:lnTo>
                    <a:pt x="82913" y="431221"/>
                  </a:lnTo>
                  <a:lnTo>
                    <a:pt x="82912" y="431512"/>
                  </a:lnTo>
                  <a:lnTo>
                    <a:pt x="82693" y="431715"/>
                  </a:lnTo>
                  <a:lnTo>
                    <a:pt x="82253" y="431928"/>
                  </a:lnTo>
                  <a:lnTo>
                    <a:pt x="81984" y="432254"/>
                  </a:lnTo>
                  <a:lnTo>
                    <a:pt x="81817" y="432411"/>
                  </a:lnTo>
                  <a:lnTo>
                    <a:pt x="81641" y="432574"/>
                  </a:lnTo>
                  <a:lnTo>
                    <a:pt x="81690" y="432775"/>
                  </a:lnTo>
                  <a:lnTo>
                    <a:pt x="81707" y="433126"/>
                  </a:lnTo>
                  <a:lnTo>
                    <a:pt x="81580" y="433783"/>
                  </a:lnTo>
                  <a:lnTo>
                    <a:pt x="81133" y="433704"/>
                  </a:lnTo>
                  <a:lnTo>
                    <a:pt x="80768" y="433525"/>
                  </a:lnTo>
                  <a:lnTo>
                    <a:pt x="80187" y="433474"/>
                  </a:lnTo>
                  <a:lnTo>
                    <a:pt x="79520" y="433745"/>
                  </a:lnTo>
                  <a:lnTo>
                    <a:pt x="79279" y="433979"/>
                  </a:lnTo>
                  <a:lnTo>
                    <a:pt x="79401" y="434484"/>
                  </a:lnTo>
                  <a:lnTo>
                    <a:pt x="79163" y="434720"/>
                  </a:lnTo>
                  <a:lnTo>
                    <a:pt x="79014" y="435780"/>
                  </a:lnTo>
                  <a:lnTo>
                    <a:pt x="78995" y="436267"/>
                  </a:lnTo>
                  <a:lnTo>
                    <a:pt x="79180" y="436441"/>
                  </a:lnTo>
                  <a:lnTo>
                    <a:pt x="79430" y="436578"/>
                  </a:lnTo>
                  <a:lnTo>
                    <a:pt x="79692" y="436905"/>
                  </a:lnTo>
                  <a:lnTo>
                    <a:pt x="79679" y="437083"/>
                  </a:lnTo>
                  <a:lnTo>
                    <a:pt x="80003" y="437826"/>
                  </a:lnTo>
                  <a:lnTo>
                    <a:pt x="79712" y="438161"/>
                  </a:lnTo>
                  <a:lnTo>
                    <a:pt x="79295" y="438405"/>
                  </a:lnTo>
                  <a:lnTo>
                    <a:pt x="79298" y="438813"/>
                  </a:lnTo>
                  <a:lnTo>
                    <a:pt x="79353" y="438941"/>
                  </a:lnTo>
                  <a:lnTo>
                    <a:pt x="79665" y="439490"/>
                  </a:lnTo>
                  <a:lnTo>
                    <a:pt x="79966" y="439576"/>
                  </a:lnTo>
                  <a:lnTo>
                    <a:pt x="80138" y="439491"/>
                  </a:lnTo>
                  <a:lnTo>
                    <a:pt x="80364" y="439568"/>
                  </a:lnTo>
                  <a:lnTo>
                    <a:pt x="80614" y="439959"/>
                  </a:lnTo>
                  <a:lnTo>
                    <a:pt x="80628" y="440312"/>
                  </a:lnTo>
                  <a:lnTo>
                    <a:pt x="80570" y="440516"/>
                  </a:lnTo>
                  <a:lnTo>
                    <a:pt x="80375" y="440782"/>
                  </a:lnTo>
                  <a:lnTo>
                    <a:pt x="80180" y="440869"/>
                  </a:lnTo>
                  <a:lnTo>
                    <a:pt x="80035" y="441446"/>
                  </a:lnTo>
                  <a:lnTo>
                    <a:pt x="80049" y="441669"/>
                  </a:lnTo>
                  <a:lnTo>
                    <a:pt x="79847" y="441905"/>
                  </a:lnTo>
                  <a:lnTo>
                    <a:pt x="79554" y="442158"/>
                  </a:lnTo>
                  <a:lnTo>
                    <a:pt x="79489" y="442490"/>
                  </a:lnTo>
                  <a:lnTo>
                    <a:pt x="79475" y="442958"/>
                  </a:lnTo>
                  <a:lnTo>
                    <a:pt x="79526" y="443101"/>
                  </a:lnTo>
                  <a:lnTo>
                    <a:pt x="79459" y="443458"/>
                  </a:lnTo>
                  <a:lnTo>
                    <a:pt x="79212" y="443739"/>
                  </a:lnTo>
                  <a:lnTo>
                    <a:pt x="78889" y="443851"/>
                  </a:lnTo>
                  <a:lnTo>
                    <a:pt x="79307" y="444644"/>
                  </a:lnTo>
                  <a:lnTo>
                    <a:pt x="79470" y="444730"/>
                  </a:lnTo>
                  <a:lnTo>
                    <a:pt x="79619" y="444933"/>
                  </a:lnTo>
                  <a:lnTo>
                    <a:pt x="79779" y="445218"/>
                  </a:lnTo>
                  <a:lnTo>
                    <a:pt x="79871" y="445713"/>
                  </a:lnTo>
                  <a:lnTo>
                    <a:pt x="79846" y="446031"/>
                  </a:lnTo>
                  <a:lnTo>
                    <a:pt x="79712" y="446199"/>
                  </a:lnTo>
                  <a:lnTo>
                    <a:pt x="79379" y="446427"/>
                  </a:lnTo>
                  <a:lnTo>
                    <a:pt x="79145" y="446974"/>
                  </a:lnTo>
                  <a:lnTo>
                    <a:pt x="78948" y="447508"/>
                  </a:lnTo>
                  <a:lnTo>
                    <a:pt x="78690" y="448431"/>
                  </a:lnTo>
                  <a:lnTo>
                    <a:pt x="78644" y="448655"/>
                  </a:lnTo>
                  <a:lnTo>
                    <a:pt x="78635" y="448940"/>
                  </a:lnTo>
                  <a:lnTo>
                    <a:pt x="78759" y="449891"/>
                  </a:lnTo>
                  <a:lnTo>
                    <a:pt x="79093" y="450491"/>
                  </a:lnTo>
                  <a:lnTo>
                    <a:pt x="79278" y="450862"/>
                  </a:lnTo>
                  <a:lnTo>
                    <a:pt x="79243" y="451246"/>
                  </a:lnTo>
                  <a:lnTo>
                    <a:pt x="78883" y="450893"/>
                  </a:lnTo>
                  <a:lnTo>
                    <a:pt x="78861" y="450575"/>
                  </a:lnTo>
                  <a:lnTo>
                    <a:pt x="78252" y="449913"/>
                  </a:lnTo>
                  <a:lnTo>
                    <a:pt x="77878" y="449743"/>
                  </a:lnTo>
                  <a:lnTo>
                    <a:pt x="77571" y="449613"/>
                  </a:lnTo>
                  <a:lnTo>
                    <a:pt x="77340" y="449243"/>
                  </a:lnTo>
                  <a:lnTo>
                    <a:pt x="77091" y="448873"/>
                  </a:lnTo>
                  <a:lnTo>
                    <a:pt x="76804" y="448718"/>
                  </a:lnTo>
                  <a:lnTo>
                    <a:pt x="76284" y="448488"/>
                  </a:lnTo>
                  <a:lnTo>
                    <a:pt x="76090" y="448331"/>
                  </a:lnTo>
                  <a:lnTo>
                    <a:pt x="75633" y="447900"/>
                  </a:lnTo>
                  <a:lnTo>
                    <a:pt x="75555" y="447690"/>
                  </a:lnTo>
                  <a:lnTo>
                    <a:pt x="75585" y="447371"/>
                  </a:lnTo>
                  <a:lnTo>
                    <a:pt x="75533" y="447060"/>
                  </a:lnTo>
                  <a:lnTo>
                    <a:pt x="75303" y="446563"/>
                  </a:lnTo>
                  <a:lnTo>
                    <a:pt x="74795" y="446525"/>
                  </a:lnTo>
                  <a:lnTo>
                    <a:pt x="74611" y="446409"/>
                  </a:lnTo>
                  <a:lnTo>
                    <a:pt x="74866" y="445862"/>
                  </a:lnTo>
                  <a:lnTo>
                    <a:pt x="74912" y="445279"/>
                  </a:lnTo>
                  <a:lnTo>
                    <a:pt x="74647" y="444796"/>
                  </a:lnTo>
                  <a:lnTo>
                    <a:pt x="74509" y="444718"/>
                  </a:lnTo>
                  <a:lnTo>
                    <a:pt x="74337" y="444682"/>
                  </a:lnTo>
                  <a:lnTo>
                    <a:pt x="74126" y="444594"/>
                  </a:lnTo>
                  <a:lnTo>
                    <a:pt x="73972" y="444580"/>
                  </a:lnTo>
                  <a:lnTo>
                    <a:pt x="73575" y="444351"/>
                  </a:lnTo>
                  <a:lnTo>
                    <a:pt x="73144" y="444021"/>
                  </a:lnTo>
                  <a:lnTo>
                    <a:pt x="72896" y="443798"/>
                  </a:lnTo>
                  <a:lnTo>
                    <a:pt x="72615" y="443033"/>
                  </a:lnTo>
                  <a:lnTo>
                    <a:pt x="72625" y="442626"/>
                  </a:lnTo>
                  <a:lnTo>
                    <a:pt x="72638" y="442488"/>
                  </a:lnTo>
                  <a:lnTo>
                    <a:pt x="72487" y="442431"/>
                  </a:lnTo>
                  <a:lnTo>
                    <a:pt x="72202" y="442406"/>
                  </a:lnTo>
                  <a:lnTo>
                    <a:pt x="71772" y="441924"/>
                  </a:lnTo>
                  <a:lnTo>
                    <a:pt x="71501" y="441110"/>
                  </a:lnTo>
                  <a:lnTo>
                    <a:pt x="70902" y="440600"/>
                  </a:lnTo>
                  <a:lnTo>
                    <a:pt x="70783" y="440418"/>
                  </a:lnTo>
                  <a:lnTo>
                    <a:pt x="70464" y="440169"/>
                  </a:lnTo>
                  <a:lnTo>
                    <a:pt x="70469" y="440012"/>
                  </a:lnTo>
                  <a:lnTo>
                    <a:pt x="70500" y="439786"/>
                  </a:lnTo>
                  <a:lnTo>
                    <a:pt x="70446" y="439554"/>
                  </a:lnTo>
                  <a:lnTo>
                    <a:pt x="70343" y="439423"/>
                  </a:lnTo>
                  <a:lnTo>
                    <a:pt x="70198" y="439347"/>
                  </a:lnTo>
                  <a:lnTo>
                    <a:pt x="70301" y="438972"/>
                  </a:lnTo>
                  <a:lnTo>
                    <a:pt x="70816" y="438739"/>
                  </a:lnTo>
                  <a:lnTo>
                    <a:pt x="70956" y="438550"/>
                  </a:lnTo>
                  <a:lnTo>
                    <a:pt x="70917" y="438355"/>
                  </a:lnTo>
                  <a:lnTo>
                    <a:pt x="70821" y="438083"/>
                  </a:lnTo>
                  <a:lnTo>
                    <a:pt x="70839" y="437329"/>
                  </a:lnTo>
                  <a:lnTo>
                    <a:pt x="70889" y="436988"/>
                  </a:lnTo>
                  <a:lnTo>
                    <a:pt x="70999" y="436686"/>
                  </a:lnTo>
                  <a:lnTo>
                    <a:pt x="71134" y="436121"/>
                  </a:lnTo>
                  <a:lnTo>
                    <a:pt x="71071" y="435777"/>
                  </a:lnTo>
                  <a:lnTo>
                    <a:pt x="71018" y="435599"/>
                  </a:lnTo>
                  <a:lnTo>
                    <a:pt x="70716" y="434917"/>
                  </a:lnTo>
                  <a:lnTo>
                    <a:pt x="70461" y="434081"/>
                  </a:lnTo>
                  <a:lnTo>
                    <a:pt x="70525" y="433672"/>
                  </a:lnTo>
                  <a:lnTo>
                    <a:pt x="70317" y="433381"/>
                  </a:lnTo>
                  <a:lnTo>
                    <a:pt x="70300" y="433040"/>
                  </a:lnTo>
                  <a:lnTo>
                    <a:pt x="70383" y="432886"/>
                  </a:lnTo>
                  <a:lnTo>
                    <a:pt x="70579" y="432521"/>
                  </a:lnTo>
                  <a:lnTo>
                    <a:pt x="70762" y="432213"/>
                  </a:lnTo>
                  <a:lnTo>
                    <a:pt x="70780" y="431950"/>
                  </a:lnTo>
                  <a:lnTo>
                    <a:pt x="70626" y="431827"/>
                  </a:lnTo>
                  <a:lnTo>
                    <a:pt x="70087" y="431519"/>
                  </a:lnTo>
                  <a:lnTo>
                    <a:pt x="70269" y="430789"/>
                  </a:lnTo>
                  <a:lnTo>
                    <a:pt x="70009" y="430670"/>
                  </a:lnTo>
                  <a:lnTo>
                    <a:pt x="69855" y="430561"/>
                  </a:lnTo>
                  <a:lnTo>
                    <a:pt x="70063" y="430201"/>
                  </a:lnTo>
                  <a:lnTo>
                    <a:pt x="69958" y="429966"/>
                  </a:lnTo>
                  <a:lnTo>
                    <a:pt x="69699" y="429891"/>
                  </a:lnTo>
                  <a:lnTo>
                    <a:pt x="69342" y="429595"/>
                  </a:lnTo>
                  <a:lnTo>
                    <a:pt x="69345" y="429446"/>
                  </a:lnTo>
                  <a:lnTo>
                    <a:pt x="69434" y="429030"/>
                  </a:lnTo>
                  <a:lnTo>
                    <a:pt x="69109" y="428585"/>
                  </a:lnTo>
                  <a:lnTo>
                    <a:pt x="69216" y="428239"/>
                  </a:lnTo>
                  <a:lnTo>
                    <a:pt x="69211" y="428057"/>
                  </a:lnTo>
                  <a:lnTo>
                    <a:pt x="69027" y="427772"/>
                  </a:lnTo>
                  <a:lnTo>
                    <a:pt x="68695" y="427450"/>
                  </a:lnTo>
                  <a:lnTo>
                    <a:pt x="68631" y="427174"/>
                  </a:lnTo>
                  <a:lnTo>
                    <a:pt x="68794" y="427011"/>
                  </a:lnTo>
                  <a:lnTo>
                    <a:pt x="68897" y="426660"/>
                  </a:lnTo>
                  <a:lnTo>
                    <a:pt x="68799" y="426307"/>
                  </a:lnTo>
                  <a:lnTo>
                    <a:pt x="68952" y="426007"/>
                  </a:lnTo>
                  <a:lnTo>
                    <a:pt x="68943" y="425823"/>
                  </a:lnTo>
                  <a:lnTo>
                    <a:pt x="68895" y="425678"/>
                  </a:lnTo>
                  <a:lnTo>
                    <a:pt x="68628" y="425231"/>
                  </a:lnTo>
                  <a:lnTo>
                    <a:pt x="68347" y="424847"/>
                  </a:lnTo>
                  <a:lnTo>
                    <a:pt x="68151" y="424452"/>
                  </a:lnTo>
                  <a:lnTo>
                    <a:pt x="68133" y="424288"/>
                  </a:lnTo>
                  <a:lnTo>
                    <a:pt x="68170" y="424071"/>
                  </a:lnTo>
                  <a:lnTo>
                    <a:pt x="68275" y="423698"/>
                  </a:lnTo>
                  <a:lnTo>
                    <a:pt x="68061" y="423182"/>
                  </a:lnTo>
                  <a:lnTo>
                    <a:pt x="67962" y="422985"/>
                  </a:lnTo>
                  <a:lnTo>
                    <a:pt x="67753" y="422198"/>
                  </a:lnTo>
                  <a:lnTo>
                    <a:pt x="67838" y="421679"/>
                  </a:lnTo>
                  <a:lnTo>
                    <a:pt x="67762" y="420916"/>
                  </a:lnTo>
                  <a:lnTo>
                    <a:pt x="67973" y="420119"/>
                  </a:lnTo>
                  <a:lnTo>
                    <a:pt x="68163" y="419729"/>
                  </a:lnTo>
                  <a:lnTo>
                    <a:pt x="68209" y="419561"/>
                  </a:lnTo>
                  <a:lnTo>
                    <a:pt x="68205" y="419346"/>
                  </a:lnTo>
                  <a:lnTo>
                    <a:pt x="68138" y="419077"/>
                  </a:lnTo>
                  <a:lnTo>
                    <a:pt x="68267" y="419030"/>
                  </a:lnTo>
                  <a:lnTo>
                    <a:pt x="68550" y="418762"/>
                  </a:lnTo>
                  <a:lnTo>
                    <a:pt x="68637" y="418504"/>
                  </a:lnTo>
                  <a:lnTo>
                    <a:pt x="68710" y="418099"/>
                  </a:lnTo>
                  <a:lnTo>
                    <a:pt x="68763" y="417652"/>
                  </a:lnTo>
                  <a:lnTo>
                    <a:pt x="68585" y="417050"/>
                  </a:lnTo>
                  <a:lnTo>
                    <a:pt x="68639" y="416711"/>
                  </a:lnTo>
                  <a:lnTo>
                    <a:pt x="68823" y="416288"/>
                  </a:lnTo>
                  <a:lnTo>
                    <a:pt x="68692" y="416082"/>
                  </a:lnTo>
                  <a:lnTo>
                    <a:pt x="68545" y="415877"/>
                  </a:lnTo>
                  <a:lnTo>
                    <a:pt x="68576" y="415666"/>
                  </a:lnTo>
                  <a:lnTo>
                    <a:pt x="68659" y="415088"/>
                  </a:lnTo>
                  <a:lnTo>
                    <a:pt x="68555" y="414897"/>
                  </a:lnTo>
                  <a:lnTo>
                    <a:pt x="68467" y="414179"/>
                  </a:lnTo>
                  <a:lnTo>
                    <a:pt x="68630" y="413573"/>
                  </a:lnTo>
                  <a:lnTo>
                    <a:pt x="68647" y="413221"/>
                  </a:lnTo>
                  <a:lnTo>
                    <a:pt x="68500" y="412844"/>
                  </a:lnTo>
                  <a:lnTo>
                    <a:pt x="68300" y="412599"/>
                  </a:lnTo>
                  <a:lnTo>
                    <a:pt x="68306" y="411650"/>
                  </a:lnTo>
                  <a:lnTo>
                    <a:pt x="68220" y="411204"/>
                  </a:lnTo>
                  <a:lnTo>
                    <a:pt x="68169" y="411020"/>
                  </a:lnTo>
                  <a:lnTo>
                    <a:pt x="68134" y="410723"/>
                  </a:lnTo>
                  <a:lnTo>
                    <a:pt x="68213" y="410161"/>
                  </a:lnTo>
                  <a:lnTo>
                    <a:pt x="68274" y="409549"/>
                  </a:lnTo>
                  <a:lnTo>
                    <a:pt x="68087" y="409211"/>
                  </a:lnTo>
                  <a:lnTo>
                    <a:pt x="68178" y="408446"/>
                  </a:lnTo>
                  <a:lnTo>
                    <a:pt x="67998" y="408145"/>
                  </a:lnTo>
                  <a:lnTo>
                    <a:pt x="67907" y="407919"/>
                  </a:lnTo>
                  <a:lnTo>
                    <a:pt x="67984" y="407758"/>
                  </a:lnTo>
                  <a:lnTo>
                    <a:pt x="68167" y="407589"/>
                  </a:lnTo>
                  <a:lnTo>
                    <a:pt x="68087" y="406252"/>
                  </a:lnTo>
                  <a:lnTo>
                    <a:pt x="68075" y="406058"/>
                  </a:lnTo>
                  <a:lnTo>
                    <a:pt x="68110" y="405699"/>
                  </a:lnTo>
                  <a:lnTo>
                    <a:pt x="68289" y="405438"/>
                  </a:lnTo>
                  <a:lnTo>
                    <a:pt x="68331" y="405294"/>
                  </a:lnTo>
                  <a:lnTo>
                    <a:pt x="68296" y="405094"/>
                  </a:lnTo>
                  <a:lnTo>
                    <a:pt x="68053" y="404803"/>
                  </a:lnTo>
                  <a:lnTo>
                    <a:pt x="68217" y="404090"/>
                  </a:lnTo>
                  <a:lnTo>
                    <a:pt x="68208" y="403596"/>
                  </a:lnTo>
                  <a:lnTo>
                    <a:pt x="68165" y="403420"/>
                  </a:lnTo>
                  <a:lnTo>
                    <a:pt x="67801" y="402989"/>
                  </a:lnTo>
                  <a:lnTo>
                    <a:pt x="67381" y="402385"/>
                  </a:lnTo>
                  <a:lnTo>
                    <a:pt x="67348" y="402218"/>
                  </a:lnTo>
                  <a:lnTo>
                    <a:pt x="67433" y="401924"/>
                  </a:lnTo>
                  <a:lnTo>
                    <a:pt x="66691" y="401191"/>
                  </a:lnTo>
                  <a:lnTo>
                    <a:pt x="66495" y="401086"/>
                  </a:lnTo>
                  <a:lnTo>
                    <a:pt x="66333" y="400820"/>
                  </a:lnTo>
                  <a:lnTo>
                    <a:pt x="66659" y="400205"/>
                  </a:lnTo>
                  <a:lnTo>
                    <a:pt x="66535" y="399901"/>
                  </a:lnTo>
                  <a:lnTo>
                    <a:pt x="66448" y="399757"/>
                  </a:lnTo>
                  <a:lnTo>
                    <a:pt x="66375" y="399499"/>
                  </a:lnTo>
                  <a:lnTo>
                    <a:pt x="66183" y="397584"/>
                  </a:lnTo>
                  <a:lnTo>
                    <a:pt x="66202" y="397442"/>
                  </a:lnTo>
                  <a:lnTo>
                    <a:pt x="66298" y="397208"/>
                  </a:lnTo>
                  <a:lnTo>
                    <a:pt x="66226" y="396848"/>
                  </a:lnTo>
                  <a:lnTo>
                    <a:pt x="66100" y="395981"/>
                  </a:lnTo>
                  <a:lnTo>
                    <a:pt x="66074" y="395817"/>
                  </a:lnTo>
                  <a:lnTo>
                    <a:pt x="66359" y="395485"/>
                  </a:lnTo>
                  <a:lnTo>
                    <a:pt x="66225" y="395301"/>
                  </a:lnTo>
                  <a:lnTo>
                    <a:pt x="66170" y="394682"/>
                  </a:lnTo>
                  <a:lnTo>
                    <a:pt x="66136" y="394364"/>
                  </a:lnTo>
                  <a:lnTo>
                    <a:pt x="65919" y="394078"/>
                  </a:lnTo>
                  <a:lnTo>
                    <a:pt x="65971" y="393690"/>
                  </a:lnTo>
                  <a:lnTo>
                    <a:pt x="66134" y="393362"/>
                  </a:lnTo>
                  <a:lnTo>
                    <a:pt x="66140" y="393192"/>
                  </a:lnTo>
                  <a:lnTo>
                    <a:pt x="66030" y="392989"/>
                  </a:lnTo>
                  <a:lnTo>
                    <a:pt x="65780" y="392769"/>
                  </a:lnTo>
                  <a:lnTo>
                    <a:pt x="65762" y="392373"/>
                  </a:lnTo>
                  <a:lnTo>
                    <a:pt x="65742" y="391914"/>
                  </a:lnTo>
                  <a:lnTo>
                    <a:pt x="65518" y="391064"/>
                  </a:lnTo>
                  <a:lnTo>
                    <a:pt x="65529" y="390851"/>
                  </a:lnTo>
                  <a:lnTo>
                    <a:pt x="65728" y="390157"/>
                  </a:lnTo>
                  <a:lnTo>
                    <a:pt x="65731" y="389967"/>
                  </a:lnTo>
                  <a:lnTo>
                    <a:pt x="65701" y="389276"/>
                  </a:lnTo>
                  <a:lnTo>
                    <a:pt x="65571" y="389177"/>
                  </a:lnTo>
                  <a:lnTo>
                    <a:pt x="65366" y="388914"/>
                  </a:lnTo>
                  <a:lnTo>
                    <a:pt x="65156" y="388373"/>
                  </a:lnTo>
                  <a:lnTo>
                    <a:pt x="64958" y="388079"/>
                  </a:lnTo>
                  <a:lnTo>
                    <a:pt x="64796" y="387901"/>
                  </a:lnTo>
                  <a:lnTo>
                    <a:pt x="64673" y="387768"/>
                  </a:lnTo>
                  <a:lnTo>
                    <a:pt x="64322" y="387454"/>
                  </a:lnTo>
                  <a:lnTo>
                    <a:pt x="64209" y="387109"/>
                  </a:lnTo>
                  <a:lnTo>
                    <a:pt x="64263" y="386808"/>
                  </a:lnTo>
                  <a:lnTo>
                    <a:pt x="64164" y="386497"/>
                  </a:lnTo>
                  <a:lnTo>
                    <a:pt x="63978" y="386135"/>
                  </a:lnTo>
                  <a:lnTo>
                    <a:pt x="63853" y="385984"/>
                  </a:lnTo>
                  <a:lnTo>
                    <a:pt x="63681" y="385845"/>
                  </a:lnTo>
                  <a:lnTo>
                    <a:pt x="63625" y="385625"/>
                  </a:lnTo>
                  <a:lnTo>
                    <a:pt x="63674" y="385328"/>
                  </a:lnTo>
                  <a:lnTo>
                    <a:pt x="63403" y="385064"/>
                  </a:lnTo>
                  <a:lnTo>
                    <a:pt x="63470" y="384485"/>
                  </a:lnTo>
                  <a:lnTo>
                    <a:pt x="63510" y="384352"/>
                  </a:lnTo>
                  <a:lnTo>
                    <a:pt x="63553" y="384206"/>
                  </a:lnTo>
                  <a:lnTo>
                    <a:pt x="63656" y="383862"/>
                  </a:lnTo>
                  <a:lnTo>
                    <a:pt x="63665" y="383382"/>
                  </a:lnTo>
                  <a:lnTo>
                    <a:pt x="63770" y="382306"/>
                  </a:lnTo>
                  <a:lnTo>
                    <a:pt x="63796" y="381740"/>
                  </a:lnTo>
                  <a:lnTo>
                    <a:pt x="64002" y="381430"/>
                  </a:lnTo>
                  <a:lnTo>
                    <a:pt x="64067" y="381246"/>
                  </a:lnTo>
                  <a:lnTo>
                    <a:pt x="64053" y="381004"/>
                  </a:lnTo>
                  <a:lnTo>
                    <a:pt x="64351" y="379815"/>
                  </a:lnTo>
                  <a:lnTo>
                    <a:pt x="64428" y="379593"/>
                  </a:lnTo>
                  <a:lnTo>
                    <a:pt x="64469" y="379400"/>
                  </a:lnTo>
                  <a:lnTo>
                    <a:pt x="64425" y="379039"/>
                  </a:lnTo>
                  <a:lnTo>
                    <a:pt x="64250" y="378465"/>
                  </a:lnTo>
                  <a:lnTo>
                    <a:pt x="64349" y="378098"/>
                  </a:lnTo>
                  <a:lnTo>
                    <a:pt x="64455" y="377967"/>
                  </a:lnTo>
                  <a:lnTo>
                    <a:pt x="64593" y="377683"/>
                  </a:lnTo>
                  <a:lnTo>
                    <a:pt x="64647" y="377449"/>
                  </a:lnTo>
                  <a:lnTo>
                    <a:pt x="64655" y="376886"/>
                  </a:lnTo>
                  <a:lnTo>
                    <a:pt x="64905" y="376706"/>
                  </a:lnTo>
                  <a:lnTo>
                    <a:pt x="65085" y="376420"/>
                  </a:lnTo>
                  <a:lnTo>
                    <a:pt x="65108" y="376283"/>
                  </a:lnTo>
                  <a:lnTo>
                    <a:pt x="65201" y="375807"/>
                  </a:lnTo>
                  <a:lnTo>
                    <a:pt x="65357" y="375348"/>
                  </a:lnTo>
                  <a:lnTo>
                    <a:pt x="65629" y="375117"/>
                  </a:lnTo>
                  <a:lnTo>
                    <a:pt x="65783" y="374860"/>
                  </a:lnTo>
                  <a:lnTo>
                    <a:pt x="65776" y="374662"/>
                  </a:lnTo>
                  <a:lnTo>
                    <a:pt x="65750" y="374486"/>
                  </a:lnTo>
                  <a:lnTo>
                    <a:pt x="65947" y="374133"/>
                  </a:lnTo>
                  <a:lnTo>
                    <a:pt x="66104" y="373639"/>
                  </a:lnTo>
                  <a:lnTo>
                    <a:pt x="66315" y="373216"/>
                  </a:lnTo>
                  <a:lnTo>
                    <a:pt x="66129" y="373187"/>
                  </a:lnTo>
                  <a:lnTo>
                    <a:pt x="65706" y="372799"/>
                  </a:lnTo>
                  <a:lnTo>
                    <a:pt x="65715" y="372641"/>
                  </a:lnTo>
                  <a:lnTo>
                    <a:pt x="65803" y="372280"/>
                  </a:lnTo>
                  <a:lnTo>
                    <a:pt x="65850" y="372083"/>
                  </a:lnTo>
                  <a:lnTo>
                    <a:pt x="65359" y="370171"/>
                  </a:lnTo>
                  <a:lnTo>
                    <a:pt x="65329" y="368518"/>
                  </a:lnTo>
                  <a:lnTo>
                    <a:pt x="65148" y="368000"/>
                  </a:lnTo>
                  <a:lnTo>
                    <a:pt x="65206" y="367717"/>
                  </a:lnTo>
                  <a:lnTo>
                    <a:pt x="65357" y="367376"/>
                  </a:lnTo>
                  <a:lnTo>
                    <a:pt x="65468" y="366781"/>
                  </a:lnTo>
                  <a:lnTo>
                    <a:pt x="65352" y="366547"/>
                  </a:lnTo>
                  <a:lnTo>
                    <a:pt x="65182" y="366430"/>
                  </a:lnTo>
                  <a:lnTo>
                    <a:pt x="64976" y="366203"/>
                  </a:lnTo>
                  <a:lnTo>
                    <a:pt x="64929" y="366045"/>
                  </a:lnTo>
                  <a:lnTo>
                    <a:pt x="64765" y="365672"/>
                  </a:lnTo>
                  <a:lnTo>
                    <a:pt x="64545" y="365495"/>
                  </a:lnTo>
                  <a:lnTo>
                    <a:pt x="64139" y="364975"/>
                  </a:lnTo>
                  <a:lnTo>
                    <a:pt x="64109" y="364741"/>
                  </a:lnTo>
                  <a:lnTo>
                    <a:pt x="64302" y="364298"/>
                  </a:lnTo>
                  <a:lnTo>
                    <a:pt x="64165" y="363987"/>
                  </a:lnTo>
                  <a:lnTo>
                    <a:pt x="63809" y="363701"/>
                  </a:lnTo>
                  <a:lnTo>
                    <a:pt x="63569" y="363683"/>
                  </a:lnTo>
                  <a:lnTo>
                    <a:pt x="63279" y="363516"/>
                  </a:lnTo>
                  <a:lnTo>
                    <a:pt x="63222" y="363216"/>
                  </a:lnTo>
                  <a:lnTo>
                    <a:pt x="63385" y="362930"/>
                  </a:lnTo>
                  <a:lnTo>
                    <a:pt x="63159" y="362617"/>
                  </a:lnTo>
                  <a:lnTo>
                    <a:pt x="63061" y="362461"/>
                  </a:lnTo>
                  <a:lnTo>
                    <a:pt x="63033" y="362333"/>
                  </a:lnTo>
                  <a:lnTo>
                    <a:pt x="63030" y="362175"/>
                  </a:lnTo>
                  <a:lnTo>
                    <a:pt x="63139" y="361867"/>
                  </a:lnTo>
                  <a:lnTo>
                    <a:pt x="63176" y="361701"/>
                  </a:lnTo>
                  <a:lnTo>
                    <a:pt x="63324" y="361423"/>
                  </a:lnTo>
                  <a:lnTo>
                    <a:pt x="63490" y="361181"/>
                  </a:lnTo>
                  <a:lnTo>
                    <a:pt x="63500" y="360910"/>
                  </a:lnTo>
                  <a:lnTo>
                    <a:pt x="63391" y="360733"/>
                  </a:lnTo>
                  <a:lnTo>
                    <a:pt x="62716" y="360024"/>
                  </a:lnTo>
                  <a:lnTo>
                    <a:pt x="62616" y="358821"/>
                  </a:lnTo>
                  <a:lnTo>
                    <a:pt x="62964" y="358512"/>
                  </a:lnTo>
                  <a:lnTo>
                    <a:pt x="63178" y="358122"/>
                  </a:lnTo>
                  <a:lnTo>
                    <a:pt x="63120" y="357774"/>
                  </a:lnTo>
                  <a:lnTo>
                    <a:pt x="63009" y="357637"/>
                  </a:lnTo>
                  <a:lnTo>
                    <a:pt x="62955" y="357455"/>
                  </a:lnTo>
                  <a:lnTo>
                    <a:pt x="62927" y="356918"/>
                  </a:lnTo>
                  <a:lnTo>
                    <a:pt x="62973" y="356747"/>
                  </a:lnTo>
                  <a:lnTo>
                    <a:pt x="62940" y="356023"/>
                  </a:lnTo>
                  <a:lnTo>
                    <a:pt x="62485" y="355533"/>
                  </a:lnTo>
                  <a:lnTo>
                    <a:pt x="62489" y="355404"/>
                  </a:lnTo>
                  <a:lnTo>
                    <a:pt x="62554" y="355169"/>
                  </a:lnTo>
                  <a:lnTo>
                    <a:pt x="62691" y="354944"/>
                  </a:lnTo>
                  <a:lnTo>
                    <a:pt x="62697" y="354717"/>
                  </a:lnTo>
                  <a:lnTo>
                    <a:pt x="62493" y="354447"/>
                  </a:lnTo>
                  <a:lnTo>
                    <a:pt x="62474" y="354264"/>
                  </a:lnTo>
                  <a:lnTo>
                    <a:pt x="62505" y="353960"/>
                  </a:lnTo>
                  <a:lnTo>
                    <a:pt x="62730" y="353518"/>
                  </a:lnTo>
                  <a:lnTo>
                    <a:pt x="62790" y="353105"/>
                  </a:lnTo>
                  <a:lnTo>
                    <a:pt x="62730" y="352763"/>
                  </a:lnTo>
                  <a:lnTo>
                    <a:pt x="62443" y="352386"/>
                  </a:lnTo>
                  <a:lnTo>
                    <a:pt x="62312" y="351684"/>
                  </a:lnTo>
                  <a:lnTo>
                    <a:pt x="62407" y="351278"/>
                  </a:lnTo>
                  <a:lnTo>
                    <a:pt x="62422" y="351019"/>
                  </a:lnTo>
                  <a:lnTo>
                    <a:pt x="62400" y="350481"/>
                  </a:lnTo>
                  <a:lnTo>
                    <a:pt x="62329" y="350327"/>
                  </a:lnTo>
                  <a:lnTo>
                    <a:pt x="61597" y="349082"/>
                  </a:lnTo>
                  <a:lnTo>
                    <a:pt x="61555" y="348802"/>
                  </a:lnTo>
                  <a:lnTo>
                    <a:pt x="61651" y="348498"/>
                  </a:lnTo>
                  <a:lnTo>
                    <a:pt x="61646" y="348334"/>
                  </a:lnTo>
                  <a:lnTo>
                    <a:pt x="61501" y="348075"/>
                  </a:lnTo>
                  <a:lnTo>
                    <a:pt x="61325" y="347882"/>
                  </a:lnTo>
                  <a:lnTo>
                    <a:pt x="61129" y="347429"/>
                  </a:lnTo>
                  <a:lnTo>
                    <a:pt x="61107" y="347076"/>
                  </a:lnTo>
                  <a:lnTo>
                    <a:pt x="61304" y="346532"/>
                  </a:lnTo>
                  <a:lnTo>
                    <a:pt x="61303" y="346097"/>
                  </a:lnTo>
                  <a:lnTo>
                    <a:pt x="61027" y="345901"/>
                  </a:lnTo>
                  <a:lnTo>
                    <a:pt x="60980" y="345640"/>
                  </a:lnTo>
                  <a:lnTo>
                    <a:pt x="60920" y="345221"/>
                  </a:lnTo>
                  <a:lnTo>
                    <a:pt x="61330" y="344792"/>
                  </a:lnTo>
                  <a:lnTo>
                    <a:pt x="61470" y="344559"/>
                  </a:lnTo>
                  <a:lnTo>
                    <a:pt x="61529" y="344335"/>
                  </a:lnTo>
                  <a:lnTo>
                    <a:pt x="61279" y="343928"/>
                  </a:lnTo>
                  <a:lnTo>
                    <a:pt x="61090" y="343901"/>
                  </a:lnTo>
                  <a:lnTo>
                    <a:pt x="60872" y="343691"/>
                  </a:lnTo>
                  <a:lnTo>
                    <a:pt x="60733" y="343556"/>
                  </a:lnTo>
                  <a:lnTo>
                    <a:pt x="60675" y="343241"/>
                  </a:lnTo>
                  <a:lnTo>
                    <a:pt x="60862" y="342897"/>
                  </a:lnTo>
                  <a:lnTo>
                    <a:pt x="60776" y="342164"/>
                  </a:lnTo>
                  <a:lnTo>
                    <a:pt x="60448" y="341685"/>
                  </a:lnTo>
                  <a:lnTo>
                    <a:pt x="60414" y="341521"/>
                  </a:lnTo>
                  <a:lnTo>
                    <a:pt x="60402" y="341378"/>
                  </a:lnTo>
                  <a:lnTo>
                    <a:pt x="60381" y="341106"/>
                  </a:lnTo>
                  <a:lnTo>
                    <a:pt x="60123" y="340323"/>
                  </a:lnTo>
                  <a:lnTo>
                    <a:pt x="60086" y="340119"/>
                  </a:lnTo>
                  <a:lnTo>
                    <a:pt x="60065" y="339879"/>
                  </a:lnTo>
                  <a:lnTo>
                    <a:pt x="60176" y="339660"/>
                  </a:lnTo>
                  <a:lnTo>
                    <a:pt x="60805" y="339454"/>
                  </a:lnTo>
                  <a:lnTo>
                    <a:pt x="61004" y="339452"/>
                  </a:lnTo>
                  <a:lnTo>
                    <a:pt x="61318" y="339171"/>
                  </a:lnTo>
                  <a:lnTo>
                    <a:pt x="61338" y="339040"/>
                  </a:lnTo>
                  <a:lnTo>
                    <a:pt x="61372" y="338773"/>
                  </a:lnTo>
                  <a:lnTo>
                    <a:pt x="61540" y="338699"/>
                  </a:lnTo>
                  <a:lnTo>
                    <a:pt x="61842" y="338686"/>
                  </a:lnTo>
                  <a:lnTo>
                    <a:pt x="62060" y="338623"/>
                  </a:lnTo>
                  <a:lnTo>
                    <a:pt x="62271" y="338472"/>
                  </a:lnTo>
                  <a:lnTo>
                    <a:pt x="62327" y="338341"/>
                  </a:lnTo>
                  <a:lnTo>
                    <a:pt x="62330" y="338034"/>
                  </a:lnTo>
                  <a:lnTo>
                    <a:pt x="62298" y="337877"/>
                  </a:lnTo>
                  <a:lnTo>
                    <a:pt x="62193" y="337640"/>
                  </a:lnTo>
                  <a:lnTo>
                    <a:pt x="62142" y="337103"/>
                  </a:lnTo>
                  <a:lnTo>
                    <a:pt x="62124" y="336753"/>
                  </a:lnTo>
                  <a:lnTo>
                    <a:pt x="61953" y="336554"/>
                  </a:lnTo>
                  <a:lnTo>
                    <a:pt x="60889" y="336169"/>
                  </a:lnTo>
                  <a:lnTo>
                    <a:pt x="60457" y="336043"/>
                  </a:lnTo>
                  <a:lnTo>
                    <a:pt x="60185" y="336010"/>
                  </a:lnTo>
                  <a:lnTo>
                    <a:pt x="59920" y="335791"/>
                  </a:lnTo>
                  <a:lnTo>
                    <a:pt x="59782" y="335556"/>
                  </a:lnTo>
                  <a:lnTo>
                    <a:pt x="59508" y="335278"/>
                  </a:lnTo>
                  <a:lnTo>
                    <a:pt x="59373" y="335195"/>
                  </a:lnTo>
                  <a:lnTo>
                    <a:pt x="59131" y="335060"/>
                  </a:lnTo>
                  <a:lnTo>
                    <a:pt x="59046" y="334719"/>
                  </a:lnTo>
                  <a:lnTo>
                    <a:pt x="59030" y="334172"/>
                  </a:lnTo>
                  <a:lnTo>
                    <a:pt x="58754" y="333969"/>
                  </a:lnTo>
                  <a:lnTo>
                    <a:pt x="58471" y="333978"/>
                  </a:lnTo>
                  <a:lnTo>
                    <a:pt x="58245" y="333901"/>
                  </a:lnTo>
                  <a:lnTo>
                    <a:pt x="58186" y="333747"/>
                  </a:lnTo>
                  <a:lnTo>
                    <a:pt x="58163" y="333533"/>
                  </a:lnTo>
                  <a:lnTo>
                    <a:pt x="58066" y="333291"/>
                  </a:lnTo>
                  <a:lnTo>
                    <a:pt x="57861" y="332962"/>
                  </a:lnTo>
                  <a:lnTo>
                    <a:pt x="57314" y="332653"/>
                  </a:lnTo>
                  <a:lnTo>
                    <a:pt x="56243" y="331902"/>
                  </a:lnTo>
                  <a:lnTo>
                    <a:pt x="55893" y="331721"/>
                  </a:lnTo>
                  <a:lnTo>
                    <a:pt x="55685" y="331518"/>
                  </a:lnTo>
                  <a:lnTo>
                    <a:pt x="55266" y="331111"/>
                  </a:lnTo>
                  <a:lnTo>
                    <a:pt x="55198" y="330957"/>
                  </a:lnTo>
                  <a:lnTo>
                    <a:pt x="55049" y="330432"/>
                  </a:lnTo>
                  <a:lnTo>
                    <a:pt x="55343" y="329614"/>
                  </a:lnTo>
                  <a:lnTo>
                    <a:pt x="55569" y="329331"/>
                  </a:lnTo>
                  <a:lnTo>
                    <a:pt x="55674" y="329188"/>
                  </a:lnTo>
                  <a:lnTo>
                    <a:pt x="55886" y="328808"/>
                  </a:lnTo>
                  <a:lnTo>
                    <a:pt x="55939" y="328549"/>
                  </a:lnTo>
                  <a:lnTo>
                    <a:pt x="55945" y="328359"/>
                  </a:lnTo>
                  <a:lnTo>
                    <a:pt x="56013" y="327894"/>
                  </a:lnTo>
                  <a:lnTo>
                    <a:pt x="56076" y="327725"/>
                  </a:lnTo>
                  <a:lnTo>
                    <a:pt x="56187" y="327552"/>
                  </a:lnTo>
                  <a:lnTo>
                    <a:pt x="56273" y="327335"/>
                  </a:lnTo>
                  <a:lnTo>
                    <a:pt x="56319" y="326942"/>
                  </a:lnTo>
                  <a:lnTo>
                    <a:pt x="56277" y="326651"/>
                  </a:lnTo>
                  <a:lnTo>
                    <a:pt x="55755" y="325834"/>
                  </a:lnTo>
                  <a:lnTo>
                    <a:pt x="55391" y="325627"/>
                  </a:lnTo>
                  <a:lnTo>
                    <a:pt x="54910" y="325025"/>
                  </a:lnTo>
                  <a:lnTo>
                    <a:pt x="54427" y="324993"/>
                  </a:lnTo>
                  <a:lnTo>
                    <a:pt x="53535" y="324233"/>
                  </a:lnTo>
                  <a:lnTo>
                    <a:pt x="53418" y="323479"/>
                  </a:lnTo>
                  <a:lnTo>
                    <a:pt x="53155" y="323389"/>
                  </a:lnTo>
                  <a:lnTo>
                    <a:pt x="52754" y="322996"/>
                  </a:lnTo>
                  <a:lnTo>
                    <a:pt x="52647" y="322825"/>
                  </a:lnTo>
                  <a:lnTo>
                    <a:pt x="52572" y="321286"/>
                  </a:lnTo>
                  <a:lnTo>
                    <a:pt x="52241" y="320945"/>
                  </a:lnTo>
                  <a:lnTo>
                    <a:pt x="51943" y="320686"/>
                  </a:lnTo>
                  <a:lnTo>
                    <a:pt x="51765" y="320639"/>
                  </a:lnTo>
                  <a:lnTo>
                    <a:pt x="51448" y="320194"/>
                  </a:lnTo>
                  <a:lnTo>
                    <a:pt x="51304" y="319925"/>
                  </a:lnTo>
                  <a:lnTo>
                    <a:pt x="51027" y="319613"/>
                  </a:lnTo>
                  <a:lnTo>
                    <a:pt x="50675" y="319343"/>
                  </a:lnTo>
                  <a:lnTo>
                    <a:pt x="50379" y="319161"/>
                  </a:lnTo>
                  <a:lnTo>
                    <a:pt x="50184" y="319081"/>
                  </a:lnTo>
                  <a:lnTo>
                    <a:pt x="49971" y="318932"/>
                  </a:lnTo>
                  <a:lnTo>
                    <a:pt x="49986" y="318801"/>
                  </a:lnTo>
                  <a:lnTo>
                    <a:pt x="49743" y="318587"/>
                  </a:lnTo>
                  <a:lnTo>
                    <a:pt x="49365" y="318581"/>
                  </a:lnTo>
                  <a:lnTo>
                    <a:pt x="49048" y="318609"/>
                  </a:lnTo>
                  <a:lnTo>
                    <a:pt x="48818" y="318546"/>
                  </a:lnTo>
                  <a:lnTo>
                    <a:pt x="48502" y="318379"/>
                  </a:lnTo>
                  <a:lnTo>
                    <a:pt x="48422" y="318247"/>
                  </a:lnTo>
                  <a:lnTo>
                    <a:pt x="48365" y="318068"/>
                  </a:lnTo>
                  <a:lnTo>
                    <a:pt x="48677" y="317974"/>
                  </a:lnTo>
                  <a:lnTo>
                    <a:pt x="48908" y="317863"/>
                  </a:lnTo>
                  <a:lnTo>
                    <a:pt x="49039" y="317704"/>
                  </a:lnTo>
                  <a:lnTo>
                    <a:pt x="49136" y="317511"/>
                  </a:lnTo>
                  <a:lnTo>
                    <a:pt x="49186" y="317138"/>
                  </a:lnTo>
                  <a:lnTo>
                    <a:pt x="49210" y="316733"/>
                  </a:lnTo>
                  <a:lnTo>
                    <a:pt x="48952" y="316462"/>
                  </a:lnTo>
                  <a:lnTo>
                    <a:pt x="48564" y="316392"/>
                  </a:lnTo>
                  <a:lnTo>
                    <a:pt x="48471" y="316081"/>
                  </a:lnTo>
                  <a:lnTo>
                    <a:pt x="48450" y="315219"/>
                  </a:lnTo>
                  <a:lnTo>
                    <a:pt x="48558" y="314772"/>
                  </a:lnTo>
                  <a:lnTo>
                    <a:pt x="48683" y="314483"/>
                  </a:lnTo>
                  <a:lnTo>
                    <a:pt x="48896" y="313728"/>
                  </a:lnTo>
                  <a:lnTo>
                    <a:pt x="49116" y="312899"/>
                  </a:lnTo>
                  <a:lnTo>
                    <a:pt x="49332" y="312517"/>
                  </a:lnTo>
                  <a:lnTo>
                    <a:pt x="49369" y="312203"/>
                  </a:lnTo>
                  <a:lnTo>
                    <a:pt x="49535" y="311949"/>
                  </a:lnTo>
                  <a:lnTo>
                    <a:pt x="49806" y="311711"/>
                  </a:lnTo>
                  <a:lnTo>
                    <a:pt x="50123" y="311597"/>
                  </a:lnTo>
                  <a:lnTo>
                    <a:pt x="50282" y="311612"/>
                  </a:lnTo>
                  <a:lnTo>
                    <a:pt x="50804" y="311658"/>
                  </a:lnTo>
                  <a:lnTo>
                    <a:pt x="51382" y="311821"/>
                  </a:lnTo>
                  <a:lnTo>
                    <a:pt x="51924" y="311911"/>
                  </a:lnTo>
                  <a:lnTo>
                    <a:pt x="52309" y="312348"/>
                  </a:lnTo>
                  <a:lnTo>
                    <a:pt x="52497" y="312694"/>
                  </a:lnTo>
                  <a:lnTo>
                    <a:pt x="52710" y="313087"/>
                  </a:lnTo>
                  <a:lnTo>
                    <a:pt x="53255" y="313550"/>
                  </a:lnTo>
                  <a:lnTo>
                    <a:pt x="53468" y="313761"/>
                  </a:lnTo>
                  <a:lnTo>
                    <a:pt x="53506" y="313955"/>
                  </a:lnTo>
                  <a:lnTo>
                    <a:pt x="53554" y="314210"/>
                  </a:lnTo>
                  <a:lnTo>
                    <a:pt x="53629" y="314403"/>
                  </a:lnTo>
                  <a:lnTo>
                    <a:pt x="53891" y="314835"/>
                  </a:lnTo>
                  <a:lnTo>
                    <a:pt x="54040" y="314941"/>
                  </a:lnTo>
                  <a:lnTo>
                    <a:pt x="54552" y="315173"/>
                  </a:lnTo>
                  <a:lnTo>
                    <a:pt x="54968" y="315529"/>
                  </a:lnTo>
                  <a:lnTo>
                    <a:pt x="55297" y="315387"/>
                  </a:lnTo>
                  <a:lnTo>
                    <a:pt x="55392" y="315115"/>
                  </a:lnTo>
                  <a:lnTo>
                    <a:pt x="55709" y="314820"/>
                  </a:lnTo>
                  <a:lnTo>
                    <a:pt x="56069" y="314451"/>
                  </a:lnTo>
                  <a:lnTo>
                    <a:pt x="56249" y="314239"/>
                  </a:lnTo>
                  <a:lnTo>
                    <a:pt x="56323" y="314066"/>
                  </a:lnTo>
                  <a:lnTo>
                    <a:pt x="56375" y="313876"/>
                  </a:lnTo>
                  <a:lnTo>
                    <a:pt x="56402" y="313131"/>
                  </a:lnTo>
                  <a:lnTo>
                    <a:pt x="56442" y="313002"/>
                  </a:lnTo>
                  <a:lnTo>
                    <a:pt x="56582" y="312782"/>
                  </a:lnTo>
                  <a:lnTo>
                    <a:pt x="56944" y="312450"/>
                  </a:lnTo>
                  <a:lnTo>
                    <a:pt x="57297" y="312248"/>
                  </a:lnTo>
                  <a:lnTo>
                    <a:pt x="57468" y="311905"/>
                  </a:lnTo>
                  <a:lnTo>
                    <a:pt x="57716" y="311665"/>
                  </a:lnTo>
                  <a:lnTo>
                    <a:pt x="57998" y="311586"/>
                  </a:lnTo>
                  <a:lnTo>
                    <a:pt x="58399" y="311342"/>
                  </a:lnTo>
                  <a:lnTo>
                    <a:pt x="58758" y="310758"/>
                  </a:lnTo>
                  <a:lnTo>
                    <a:pt x="59268" y="310274"/>
                  </a:lnTo>
                  <a:lnTo>
                    <a:pt x="59204" y="309843"/>
                  </a:lnTo>
                  <a:lnTo>
                    <a:pt x="59069" y="309727"/>
                  </a:lnTo>
                  <a:lnTo>
                    <a:pt x="58899" y="309421"/>
                  </a:lnTo>
                  <a:lnTo>
                    <a:pt x="58674" y="309108"/>
                  </a:lnTo>
                  <a:lnTo>
                    <a:pt x="58484" y="308865"/>
                  </a:lnTo>
                  <a:lnTo>
                    <a:pt x="58276" y="308650"/>
                  </a:lnTo>
                  <a:lnTo>
                    <a:pt x="58127" y="308587"/>
                  </a:lnTo>
                  <a:lnTo>
                    <a:pt x="57999" y="308582"/>
                  </a:lnTo>
                  <a:lnTo>
                    <a:pt x="57704" y="308293"/>
                  </a:lnTo>
                  <a:lnTo>
                    <a:pt x="57832" y="307935"/>
                  </a:lnTo>
                  <a:lnTo>
                    <a:pt x="57738" y="307599"/>
                  </a:lnTo>
                  <a:lnTo>
                    <a:pt x="57484" y="307332"/>
                  </a:lnTo>
                  <a:lnTo>
                    <a:pt x="57312" y="307248"/>
                  </a:lnTo>
                  <a:lnTo>
                    <a:pt x="57054" y="307193"/>
                  </a:lnTo>
                  <a:lnTo>
                    <a:pt x="56510" y="306925"/>
                  </a:lnTo>
                  <a:lnTo>
                    <a:pt x="55952" y="306419"/>
                  </a:lnTo>
                  <a:lnTo>
                    <a:pt x="55817" y="306148"/>
                  </a:lnTo>
                  <a:lnTo>
                    <a:pt x="55748" y="305877"/>
                  </a:lnTo>
                  <a:lnTo>
                    <a:pt x="55568" y="305712"/>
                  </a:lnTo>
                  <a:lnTo>
                    <a:pt x="54553" y="305203"/>
                  </a:lnTo>
                  <a:lnTo>
                    <a:pt x="53870" y="304919"/>
                  </a:lnTo>
                  <a:lnTo>
                    <a:pt x="52619" y="303884"/>
                  </a:lnTo>
                  <a:lnTo>
                    <a:pt x="52258" y="303407"/>
                  </a:lnTo>
                  <a:lnTo>
                    <a:pt x="52020" y="302776"/>
                  </a:lnTo>
                  <a:lnTo>
                    <a:pt x="51560" y="302319"/>
                  </a:lnTo>
                  <a:lnTo>
                    <a:pt x="50704" y="301622"/>
                  </a:lnTo>
                  <a:lnTo>
                    <a:pt x="50490" y="301574"/>
                  </a:lnTo>
                  <a:lnTo>
                    <a:pt x="50253" y="301241"/>
                  </a:lnTo>
                  <a:lnTo>
                    <a:pt x="50001" y="300970"/>
                  </a:lnTo>
                  <a:lnTo>
                    <a:pt x="49841" y="300723"/>
                  </a:lnTo>
                  <a:lnTo>
                    <a:pt x="49625" y="300574"/>
                  </a:lnTo>
                  <a:lnTo>
                    <a:pt x="49449" y="300536"/>
                  </a:lnTo>
                  <a:lnTo>
                    <a:pt x="49051" y="300538"/>
                  </a:lnTo>
                  <a:lnTo>
                    <a:pt x="48885" y="300310"/>
                  </a:lnTo>
                  <a:lnTo>
                    <a:pt x="48547" y="299848"/>
                  </a:lnTo>
                  <a:lnTo>
                    <a:pt x="48206" y="299452"/>
                  </a:lnTo>
                  <a:lnTo>
                    <a:pt x="48072" y="299238"/>
                  </a:lnTo>
                  <a:lnTo>
                    <a:pt x="47821" y="298997"/>
                  </a:lnTo>
                  <a:lnTo>
                    <a:pt x="47841" y="298765"/>
                  </a:lnTo>
                  <a:lnTo>
                    <a:pt x="47598" y="298576"/>
                  </a:lnTo>
                  <a:lnTo>
                    <a:pt x="47409" y="298465"/>
                  </a:lnTo>
                  <a:lnTo>
                    <a:pt x="47004" y="298188"/>
                  </a:lnTo>
                  <a:lnTo>
                    <a:pt x="46536" y="297558"/>
                  </a:lnTo>
                  <a:lnTo>
                    <a:pt x="46694" y="296810"/>
                  </a:lnTo>
                  <a:lnTo>
                    <a:pt x="46367" y="296443"/>
                  </a:lnTo>
                  <a:lnTo>
                    <a:pt x="46661" y="296224"/>
                  </a:lnTo>
                  <a:lnTo>
                    <a:pt x="46205" y="295848"/>
                  </a:lnTo>
                  <a:lnTo>
                    <a:pt x="46177" y="295583"/>
                  </a:lnTo>
                  <a:lnTo>
                    <a:pt x="46001" y="295027"/>
                  </a:lnTo>
                  <a:lnTo>
                    <a:pt x="45893" y="295180"/>
                  </a:lnTo>
                  <a:lnTo>
                    <a:pt x="45339" y="295102"/>
                  </a:lnTo>
                  <a:lnTo>
                    <a:pt x="45223" y="294888"/>
                  </a:lnTo>
                  <a:lnTo>
                    <a:pt x="44972" y="294057"/>
                  </a:lnTo>
                  <a:lnTo>
                    <a:pt x="44572" y="293232"/>
                  </a:lnTo>
                  <a:lnTo>
                    <a:pt x="44218" y="292660"/>
                  </a:lnTo>
                  <a:lnTo>
                    <a:pt x="43572" y="292189"/>
                  </a:lnTo>
                  <a:lnTo>
                    <a:pt x="43242" y="292247"/>
                  </a:lnTo>
                  <a:lnTo>
                    <a:pt x="42919" y="292221"/>
                  </a:lnTo>
                  <a:lnTo>
                    <a:pt x="42766" y="291888"/>
                  </a:lnTo>
                  <a:lnTo>
                    <a:pt x="43034" y="291616"/>
                  </a:lnTo>
                  <a:lnTo>
                    <a:pt x="42951" y="291413"/>
                  </a:lnTo>
                  <a:lnTo>
                    <a:pt x="42735" y="291279"/>
                  </a:lnTo>
                  <a:lnTo>
                    <a:pt x="42313" y="291070"/>
                  </a:lnTo>
                  <a:lnTo>
                    <a:pt x="42136" y="290800"/>
                  </a:lnTo>
                  <a:lnTo>
                    <a:pt x="42160" y="290419"/>
                  </a:lnTo>
                  <a:lnTo>
                    <a:pt x="42167" y="290152"/>
                  </a:lnTo>
                  <a:lnTo>
                    <a:pt x="41651" y="290095"/>
                  </a:lnTo>
                  <a:lnTo>
                    <a:pt x="41150" y="289977"/>
                  </a:lnTo>
                  <a:lnTo>
                    <a:pt x="41173" y="289510"/>
                  </a:lnTo>
                  <a:lnTo>
                    <a:pt x="41316" y="289237"/>
                  </a:lnTo>
                  <a:lnTo>
                    <a:pt x="41506" y="288857"/>
                  </a:lnTo>
                  <a:lnTo>
                    <a:pt x="41251" y="288761"/>
                  </a:lnTo>
                  <a:lnTo>
                    <a:pt x="41129" y="288527"/>
                  </a:lnTo>
                  <a:lnTo>
                    <a:pt x="41062" y="288327"/>
                  </a:lnTo>
                  <a:lnTo>
                    <a:pt x="41067" y="288108"/>
                  </a:lnTo>
                  <a:lnTo>
                    <a:pt x="41014" y="287711"/>
                  </a:lnTo>
                  <a:lnTo>
                    <a:pt x="40845" y="287472"/>
                  </a:lnTo>
                  <a:lnTo>
                    <a:pt x="40544" y="287043"/>
                  </a:lnTo>
                  <a:lnTo>
                    <a:pt x="40747" y="286545"/>
                  </a:lnTo>
                  <a:lnTo>
                    <a:pt x="40931" y="286478"/>
                  </a:lnTo>
                  <a:lnTo>
                    <a:pt x="41410" y="286305"/>
                  </a:lnTo>
                  <a:lnTo>
                    <a:pt x="41884" y="286003"/>
                  </a:lnTo>
                  <a:lnTo>
                    <a:pt x="41809" y="285373"/>
                  </a:lnTo>
                  <a:lnTo>
                    <a:pt x="41504" y="285299"/>
                  </a:lnTo>
                  <a:lnTo>
                    <a:pt x="41416" y="285148"/>
                  </a:lnTo>
                  <a:lnTo>
                    <a:pt x="41530" y="284749"/>
                  </a:lnTo>
                  <a:lnTo>
                    <a:pt x="41903" y="284433"/>
                  </a:lnTo>
                  <a:lnTo>
                    <a:pt x="41686" y="283622"/>
                  </a:lnTo>
                  <a:lnTo>
                    <a:pt x="41838" y="283192"/>
                  </a:lnTo>
                  <a:lnTo>
                    <a:pt x="41740" y="282754"/>
                  </a:lnTo>
                  <a:lnTo>
                    <a:pt x="41743" y="282118"/>
                  </a:lnTo>
                  <a:lnTo>
                    <a:pt x="41187" y="281718"/>
                  </a:lnTo>
                  <a:lnTo>
                    <a:pt x="40687" y="281479"/>
                  </a:lnTo>
                  <a:lnTo>
                    <a:pt x="40651" y="281136"/>
                  </a:lnTo>
                  <a:lnTo>
                    <a:pt x="40713" y="280967"/>
                  </a:lnTo>
                  <a:lnTo>
                    <a:pt x="40824" y="280760"/>
                  </a:lnTo>
                  <a:lnTo>
                    <a:pt x="40716" y="280607"/>
                  </a:lnTo>
                  <a:lnTo>
                    <a:pt x="40538" y="280464"/>
                  </a:lnTo>
                  <a:lnTo>
                    <a:pt x="40167" y="280134"/>
                  </a:lnTo>
                  <a:lnTo>
                    <a:pt x="39821" y="279793"/>
                  </a:lnTo>
                  <a:lnTo>
                    <a:pt x="39359" y="279408"/>
                  </a:lnTo>
                  <a:lnTo>
                    <a:pt x="39188" y="279238"/>
                  </a:lnTo>
                  <a:lnTo>
                    <a:pt x="39088" y="279096"/>
                  </a:lnTo>
                  <a:lnTo>
                    <a:pt x="38867" y="278802"/>
                  </a:lnTo>
                  <a:lnTo>
                    <a:pt x="38392" y="278708"/>
                  </a:lnTo>
                  <a:lnTo>
                    <a:pt x="38424" y="278414"/>
                  </a:lnTo>
                  <a:lnTo>
                    <a:pt x="37622" y="277833"/>
                  </a:lnTo>
                  <a:lnTo>
                    <a:pt x="37425" y="277821"/>
                  </a:lnTo>
                  <a:lnTo>
                    <a:pt x="37190" y="277765"/>
                  </a:lnTo>
                  <a:lnTo>
                    <a:pt x="37199" y="277415"/>
                  </a:lnTo>
                  <a:lnTo>
                    <a:pt x="37151" y="277170"/>
                  </a:lnTo>
                  <a:lnTo>
                    <a:pt x="36802" y="277247"/>
                  </a:lnTo>
                  <a:lnTo>
                    <a:pt x="36730" y="276682"/>
                  </a:lnTo>
                  <a:lnTo>
                    <a:pt x="36568" y="276221"/>
                  </a:lnTo>
                  <a:lnTo>
                    <a:pt x="36567" y="276075"/>
                  </a:lnTo>
                  <a:lnTo>
                    <a:pt x="36479" y="275916"/>
                  </a:lnTo>
                  <a:lnTo>
                    <a:pt x="36078" y="275328"/>
                  </a:lnTo>
                  <a:lnTo>
                    <a:pt x="35942" y="275081"/>
                  </a:lnTo>
                  <a:lnTo>
                    <a:pt x="35646" y="274586"/>
                  </a:lnTo>
                  <a:lnTo>
                    <a:pt x="35609" y="274455"/>
                  </a:lnTo>
                  <a:lnTo>
                    <a:pt x="35530" y="274104"/>
                  </a:lnTo>
                  <a:lnTo>
                    <a:pt x="35097" y="273406"/>
                  </a:lnTo>
                  <a:lnTo>
                    <a:pt x="34789" y="273172"/>
                  </a:lnTo>
                  <a:lnTo>
                    <a:pt x="34656" y="272929"/>
                  </a:lnTo>
                  <a:lnTo>
                    <a:pt x="34303" y="272677"/>
                  </a:lnTo>
                  <a:lnTo>
                    <a:pt x="34134" y="272673"/>
                  </a:lnTo>
                  <a:lnTo>
                    <a:pt x="33959" y="272623"/>
                  </a:lnTo>
                  <a:lnTo>
                    <a:pt x="33616" y="272307"/>
                  </a:lnTo>
                  <a:lnTo>
                    <a:pt x="33733" y="272045"/>
                  </a:lnTo>
                  <a:lnTo>
                    <a:pt x="33780" y="271784"/>
                  </a:lnTo>
                  <a:lnTo>
                    <a:pt x="33651" y="271557"/>
                  </a:lnTo>
                  <a:lnTo>
                    <a:pt x="33715" y="271322"/>
                  </a:lnTo>
                  <a:lnTo>
                    <a:pt x="33897" y="271263"/>
                  </a:lnTo>
                  <a:lnTo>
                    <a:pt x="34044" y="271167"/>
                  </a:lnTo>
                  <a:lnTo>
                    <a:pt x="34032" y="270944"/>
                  </a:lnTo>
                  <a:lnTo>
                    <a:pt x="33834" y="270666"/>
                  </a:lnTo>
                  <a:lnTo>
                    <a:pt x="33614" y="270179"/>
                  </a:lnTo>
                  <a:lnTo>
                    <a:pt x="33212" y="268663"/>
                  </a:lnTo>
                  <a:lnTo>
                    <a:pt x="33254" y="268377"/>
                  </a:lnTo>
                  <a:lnTo>
                    <a:pt x="33405" y="268206"/>
                  </a:lnTo>
                  <a:lnTo>
                    <a:pt x="33502" y="267561"/>
                  </a:lnTo>
                  <a:lnTo>
                    <a:pt x="33254" y="267540"/>
                  </a:lnTo>
                  <a:lnTo>
                    <a:pt x="32984" y="267408"/>
                  </a:lnTo>
                  <a:lnTo>
                    <a:pt x="32893" y="267266"/>
                  </a:lnTo>
                  <a:lnTo>
                    <a:pt x="32852" y="267047"/>
                  </a:lnTo>
                  <a:lnTo>
                    <a:pt x="32325" y="266923"/>
                  </a:lnTo>
                  <a:lnTo>
                    <a:pt x="32178" y="266606"/>
                  </a:lnTo>
                  <a:lnTo>
                    <a:pt x="32041" y="266508"/>
                  </a:lnTo>
                  <a:lnTo>
                    <a:pt x="31856" y="266377"/>
                  </a:lnTo>
                  <a:lnTo>
                    <a:pt x="31343" y="266215"/>
                  </a:lnTo>
                  <a:lnTo>
                    <a:pt x="30981" y="266272"/>
                  </a:lnTo>
                  <a:lnTo>
                    <a:pt x="30748" y="266186"/>
                  </a:lnTo>
                  <a:lnTo>
                    <a:pt x="30525" y="266047"/>
                  </a:lnTo>
                  <a:lnTo>
                    <a:pt x="30473" y="265731"/>
                  </a:lnTo>
                  <a:lnTo>
                    <a:pt x="30291" y="265616"/>
                  </a:lnTo>
                  <a:lnTo>
                    <a:pt x="30010" y="265454"/>
                  </a:lnTo>
                  <a:lnTo>
                    <a:pt x="30095" y="265284"/>
                  </a:lnTo>
                  <a:lnTo>
                    <a:pt x="29933" y="265106"/>
                  </a:lnTo>
                  <a:lnTo>
                    <a:pt x="29744" y="265337"/>
                  </a:lnTo>
                  <a:lnTo>
                    <a:pt x="29482" y="265492"/>
                  </a:lnTo>
                  <a:lnTo>
                    <a:pt x="29278" y="265502"/>
                  </a:lnTo>
                  <a:lnTo>
                    <a:pt x="29115" y="265346"/>
                  </a:lnTo>
                  <a:lnTo>
                    <a:pt x="28871" y="265018"/>
                  </a:lnTo>
                  <a:lnTo>
                    <a:pt x="28779" y="265164"/>
                  </a:lnTo>
                  <a:lnTo>
                    <a:pt x="28509" y="265203"/>
                  </a:lnTo>
                  <a:lnTo>
                    <a:pt x="28028" y="264861"/>
                  </a:lnTo>
                  <a:lnTo>
                    <a:pt x="28030" y="264603"/>
                  </a:lnTo>
                  <a:lnTo>
                    <a:pt x="28176" y="264391"/>
                  </a:lnTo>
                  <a:lnTo>
                    <a:pt x="28047" y="264369"/>
                  </a:lnTo>
                  <a:lnTo>
                    <a:pt x="27799" y="264416"/>
                  </a:lnTo>
                  <a:lnTo>
                    <a:pt x="27438" y="264336"/>
                  </a:lnTo>
                  <a:lnTo>
                    <a:pt x="27389" y="264192"/>
                  </a:lnTo>
                  <a:lnTo>
                    <a:pt x="27157" y="263898"/>
                  </a:lnTo>
                  <a:lnTo>
                    <a:pt x="26976" y="263880"/>
                  </a:lnTo>
                  <a:lnTo>
                    <a:pt x="26846" y="263903"/>
                  </a:lnTo>
                  <a:lnTo>
                    <a:pt x="26560" y="263870"/>
                  </a:lnTo>
                  <a:lnTo>
                    <a:pt x="26344" y="263441"/>
                  </a:lnTo>
                  <a:lnTo>
                    <a:pt x="26114" y="263175"/>
                  </a:lnTo>
                  <a:lnTo>
                    <a:pt x="25993" y="262819"/>
                  </a:lnTo>
                  <a:lnTo>
                    <a:pt x="24971" y="262513"/>
                  </a:lnTo>
                  <a:lnTo>
                    <a:pt x="24711" y="262294"/>
                  </a:lnTo>
                  <a:lnTo>
                    <a:pt x="24460" y="262302"/>
                  </a:lnTo>
                  <a:lnTo>
                    <a:pt x="24100" y="262030"/>
                  </a:lnTo>
                  <a:lnTo>
                    <a:pt x="23853" y="262036"/>
                  </a:lnTo>
                  <a:lnTo>
                    <a:pt x="23406" y="262108"/>
                  </a:lnTo>
                  <a:lnTo>
                    <a:pt x="23305" y="261957"/>
                  </a:lnTo>
                  <a:lnTo>
                    <a:pt x="22953" y="261819"/>
                  </a:lnTo>
                  <a:lnTo>
                    <a:pt x="22912" y="261659"/>
                  </a:lnTo>
                  <a:lnTo>
                    <a:pt x="22729" y="261544"/>
                  </a:lnTo>
                  <a:lnTo>
                    <a:pt x="22246" y="261331"/>
                  </a:lnTo>
                  <a:lnTo>
                    <a:pt x="22065" y="261434"/>
                  </a:lnTo>
                  <a:lnTo>
                    <a:pt x="21716" y="261255"/>
                  </a:lnTo>
                  <a:lnTo>
                    <a:pt x="20594" y="261379"/>
                  </a:lnTo>
                  <a:lnTo>
                    <a:pt x="20314" y="261256"/>
                  </a:lnTo>
                  <a:lnTo>
                    <a:pt x="20163" y="261130"/>
                  </a:lnTo>
                  <a:lnTo>
                    <a:pt x="19694" y="261036"/>
                  </a:lnTo>
                  <a:lnTo>
                    <a:pt x="19419" y="260880"/>
                  </a:lnTo>
                  <a:lnTo>
                    <a:pt x="19287" y="260829"/>
                  </a:lnTo>
                  <a:lnTo>
                    <a:pt x="18357" y="260741"/>
                  </a:lnTo>
                  <a:lnTo>
                    <a:pt x="18014" y="260666"/>
                  </a:lnTo>
                  <a:lnTo>
                    <a:pt x="17692" y="260717"/>
                  </a:lnTo>
                  <a:lnTo>
                    <a:pt x="17496" y="260050"/>
                  </a:lnTo>
                  <a:lnTo>
                    <a:pt x="17043" y="259888"/>
                  </a:lnTo>
                  <a:lnTo>
                    <a:pt x="16701" y="259885"/>
                  </a:lnTo>
                  <a:lnTo>
                    <a:pt x="16462" y="260007"/>
                  </a:lnTo>
                  <a:lnTo>
                    <a:pt x="16178" y="259855"/>
                  </a:lnTo>
                  <a:lnTo>
                    <a:pt x="15845" y="259398"/>
                  </a:lnTo>
                  <a:lnTo>
                    <a:pt x="15408" y="259429"/>
                  </a:lnTo>
                  <a:lnTo>
                    <a:pt x="15058" y="259592"/>
                  </a:lnTo>
                  <a:lnTo>
                    <a:pt x="14610" y="259470"/>
                  </a:lnTo>
                  <a:lnTo>
                    <a:pt x="14281" y="259458"/>
                  </a:lnTo>
                  <a:lnTo>
                    <a:pt x="13521" y="259114"/>
                  </a:lnTo>
                  <a:lnTo>
                    <a:pt x="13426" y="258823"/>
                  </a:lnTo>
                  <a:lnTo>
                    <a:pt x="13267" y="258764"/>
                  </a:lnTo>
                  <a:lnTo>
                    <a:pt x="12907" y="258718"/>
                  </a:lnTo>
                  <a:lnTo>
                    <a:pt x="12630" y="258649"/>
                  </a:lnTo>
                  <a:lnTo>
                    <a:pt x="12107" y="258086"/>
                  </a:lnTo>
                  <a:lnTo>
                    <a:pt x="11824" y="257977"/>
                  </a:lnTo>
                  <a:lnTo>
                    <a:pt x="11530" y="257787"/>
                  </a:lnTo>
                  <a:lnTo>
                    <a:pt x="11366" y="257610"/>
                  </a:lnTo>
                  <a:lnTo>
                    <a:pt x="10788" y="257334"/>
                  </a:lnTo>
                  <a:lnTo>
                    <a:pt x="10673" y="257176"/>
                  </a:lnTo>
                  <a:lnTo>
                    <a:pt x="10492" y="257047"/>
                  </a:lnTo>
                  <a:lnTo>
                    <a:pt x="10369" y="256911"/>
                  </a:lnTo>
                  <a:lnTo>
                    <a:pt x="10218" y="256656"/>
                  </a:lnTo>
                  <a:lnTo>
                    <a:pt x="10116" y="256453"/>
                  </a:lnTo>
                  <a:lnTo>
                    <a:pt x="9995" y="255702"/>
                  </a:lnTo>
                  <a:lnTo>
                    <a:pt x="9851" y="255644"/>
                  </a:lnTo>
                  <a:lnTo>
                    <a:pt x="9681" y="255647"/>
                  </a:lnTo>
                  <a:lnTo>
                    <a:pt x="9447" y="255766"/>
                  </a:lnTo>
                  <a:lnTo>
                    <a:pt x="9172" y="255874"/>
                  </a:lnTo>
                  <a:lnTo>
                    <a:pt x="9012" y="255628"/>
                  </a:lnTo>
                  <a:lnTo>
                    <a:pt x="8762" y="255577"/>
                  </a:lnTo>
                  <a:lnTo>
                    <a:pt x="8490" y="255559"/>
                  </a:lnTo>
                  <a:lnTo>
                    <a:pt x="8200" y="255416"/>
                  </a:lnTo>
                  <a:lnTo>
                    <a:pt x="7730" y="255502"/>
                  </a:lnTo>
                  <a:lnTo>
                    <a:pt x="7573" y="255414"/>
                  </a:lnTo>
                  <a:lnTo>
                    <a:pt x="7450" y="255222"/>
                  </a:lnTo>
                  <a:lnTo>
                    <a:pt x="7413" y="254965"/>
                  </a:lnTo>
                  <a:lnTo>
                    <a:pt x="6728" y="254857"/>
                  </a:lnTo>
                  <a:lnTo>
                    <a:pt x="6565" y="254666"/>
                  </a:lnTo>
                  <a:lnTo>
                    <a:pt x="6527" y="254394"/>
                  </a:lnTo>
                  <a:lnTo>
                    <a:pt x="6308" y="254235"/>
                  </a:lnTo>
                  <a:lnTo>
                    <a:pt x="6171" y="254292"/>
                  </a:lnTo>
                  <a:lnTo>
                    <a:pt x="5896" y="254321"/>
                  </a:lnTo>
                  <a:lnTo>
                    <a:pt x="5757" y="254282"/>
                  </a:lnTo>
                  <a:lnTo>
                    <a:pt x="5336" y="254075"/>
                  </a:lnTo>
                  <a:lnTo>
                    <a:pt x="5202" y="254005"/>
                  </a:lnTo>
                  <a:lnTo>
                    <a:pt x="5093" y="253709"/>
                  </a:lnTo>
                  <a:lnTo>
                    <a:pt x="4684" y="253534"/>
                  </a:lnTo>
                  <a:lnTo>
                    <a:pt x="4623" y="253359"/>
                  </a:lnTo>
                  <a:lnTo>
                    <a:pt x="4264" y="253005"/>
                  </a:lnTo>
                  <a:lnTo>
                    <a:pt x="3854" y="252519"/>
                  </a:lnTo>
                  <a:lnTo>
                    <a:pt x="3410" y="252146"/>
                  </a:lnTo>
                  <a:lnTo>
                    <a:pt x="3073" y="251985"/>
                  </a:lnTo>
                  <a:lnTo>
                    <a:pt x="3067" y="251298"/>
                  </a:lnTo>
                  <a:lnTo>
                    <a:pt x="3015" y="251101"/>
                  </a:lnTo>
                  <a:lnTo>
                    <a:pt x="2745" y="250586"/>
                  </a:lnTo>
                  <a:lnTo>
                    <a:pt x="2548" y="250445"/>
                  </a:lnTo>
                  <a:lnTo>
                    <a:pt x="2432" y="250234"/>
                  </a:lnTo>
                  <a:lnTo>
                    <a:pt x="1983" y="249418"/>
                  </a:lnTo>
                  <a:lnTo>
                    <a:pt x="1896" y="249167"/>
                  </a:lnTo>
                  <a:lnTo>
                    <a:pt x="1771" y="248924"/>
                  </a:lnTo>
                  <a:lnTo>
                    <a:pt x="1447" y="248478"/>
                  </a:lnTo>
                  <a:lnTo>
                    <a:pt x="1412" y="248078"/>
                  </a:lnTo>
                  <a:lnTo>
                    <a:pt x="1298" y="247925"/>
                  </a:lnTo>
                  <a:lnTo>
                    <a:pt x="1272" y="247796"/>
                  </a:lnTo>
                  <a:lnTo>
                    <a:pt x="1260" y="247376"/>
                  </a:lnTo>
                  <a:lnTo>
                    <a:pt x="1223" y="247004"/>
                  </a:lnTo>
                  <a:lnTo>
                    <a:pt x="1198" y="246754"/>
                  </a:lnTo>
                  <a:lnTo>
                    <a:pt x="1301" y="246437"/>
                  </a:lnTo>
                  <a:lnTo>
                    <a:pt x="1728" y="246365"/>
                  </a:lnTo>
                  <a:lnTo>
                    <a:pt x="1676" y="246043"/>
                  </a:lnTo>
                  <a:lnTo>
                    <a:pt x="1693" y="245727"/>
                  </a:lnTo>
                  <a:lnTo>
                    <a:pt x="1587" y="245500"/>
                  </a:lnTo>
                  <a:lnTo>
                    <a:pt x="1323" y="245187"/>
                  </a:lnTo>
                  <a:lnTo>
                    <a:pt x="1344" y="245009"/>
                  </a:lnTo>
                  <a:lnTo>
                    <a:pt x="1464" y="244687"/>
                  </a:lnTo>
                  <a:lnTo>
                    <a:pt x="1067" y="244566"/>
                  </a:lnTo>
                  <a:lnTo>
                    <a:pt x="953" y="244344"/>
                  </a:lnTo>
                  <a:lnTo>
                    <a:pt x="1024" y="243832"/>
                  </a:lnTo>
                  <a:lnTo>
                    <a:pt x="698" y="243842"/>
                  </a:lnTo>
                  <a:lnTo>
                    <a:pt x="564" y="243846"/>
                  </a:lnTo>
                  <a:lnTo>
                    <a:pt x="94" y="243629"/>
                  </a:lnTo>
                  <a:lnTo>
                    <a:pt x="0" y="243443"/>
                  </a:lnTo>
                  <a:lnTo>
                    <a:pt x="80" y="243054"/>
                  </a:lnTo>
                  <a:lnTo>
                    <a:pt x="318" y="242996"/>
                  </a:lnTo>
                  <a:lnTo>
                    <a:pt x="442" y="242784"/>
                  </a:lnTo>
                  <a:lnTo>
                    <a:pt x="397" y="242607"/>
                  </a:lnTo>
                  <a:lnTo>
                    <a:pt x="799" y="242024"/>
                  </a:lnTo>
                  <a:lnTo>
                    <a:pt x="527" y="241229"/>
                  </a:lnTo>
                  <a:lnTo>
                    <a:pt x="623" y="241070"/>
                  </a:lnTo>
                  <a:lnTo>
                    <a:pt x="1059" y="240771"/>
                  </a:lnTo>
                  <a:lnTo>
                    <a:pt x="2396" y="240572"/>
                  </a:lnTo>
                  <a:lnTo>
                    <a:pt x="2690" y="240148"/>
                  </a:lnTo>
                  <a:lnTo>
                    <a:pt x="3216" y="240067"/>
                  </a:lnTo>
                  <a:lnTo>
                    <a:pt x="3399" y="239919"/>
                  </a:lnTo>
                  <a:lnTo>
                    <a:pt x="3659" y="239857"/>
                  </a:lnTo>
                  <a:lnTo>
                    <a:pt x="3995" y="239936"/>
                  </a:lnTo>
                  <a:lnTo>
                    <a:pt x="4649" y="239908"/>
                  </a:lnTo>
                  <a:lnTo>
                    <a:pt x="5127" y="239705"/>
                  </a:lnTo>
                  <a:lnTo>
                    <a:pt x="5366" y="239798"/>
                  </a:lnTo>
                  <a:lnTo>
                    <a:pt x="6264" y="239570"/>
                  </a:lnTo>
                  <a:lnTo>
                    <a:pt x="6570" y="239428"/>
                  </a:lnTo>
                  <a:lnTo>
                    <a:pt x="6684" y="239163"/>
                  </a:lnTo>
                  <a:lnTo>
                    <a:pt x="6510" y="239055"/>
                  </a:lnTo>
                  <a:lnTo>
                    <a:pt x="5912" y="238468"/>
                  </a:lnTo>
                  <a:lnTo>
                    <a:pt x="5857" y="238296"/>
                  </a:lnTo>
                  <a:lnTo>
                    <a:pt x="5882" y="237953"/>
                  </a:lnTo>
                  <a:lnTo>
                    <a:pt x="6052" y="237935"/>
                  </a:lnTo>
                  <a:lnTo>
                    <a:pt x="6616" y="237866"/>
                  </a:lnTo>
                  <a:lnTo>
                    <a:pt x="6776" y="237712"/>
                  </a:lnTo>
                  <a:lnTo>
                    <a:pt x="7244" y="237527"/>
                  </a:lnTo>
                  <a:lnTo>
                    <a:pt x="7440" y="237105"/>
                  </a:lnTo>
                  <a:lnTo>
                    <a:pt x="7344" y="236576"/>
                  </a:lnTo>
                  <a:lnTo>
                    <a:pt x="7307" y="236277"/>
                  </a:lnTo>
                  <a:lnTo>
                    <a:pt x="6993" y="235915"/>
                  </a:lnTo>
                  <a:lnTo>
                    <a:pt x="6938" y="235605"/>
                  </a:lnTo>
                  <a:lnTo>
                    <a:pt x="6486" y="234744"/>
                  </a:lnTo>
                  <a:lnTo>
                    <a:pt x="6096" y="234652"/>
                  </a:lnTo>
                  <a:lnTo>
                    <a:pt x="5810" y="234542"/>
                  </a:lnTo>
                  <a:lnTo>
                    <a:pt x="5484" y="233822"/>
                  </a:lnTo>
                  <a:lnTo>
                    <a:pt x="5536" y="233372"/>
                  </a:lnTo>
                  <a:lnTo>
                    <a:pt x="5773" y="233084"/>
                  </a:lnTo>
                  <a:lnTo>
                    <a:pt x="5531" y="232607"/>
                  </a:lnTo>
                  <a:lnTo>
                    <a:pt x="5316" y="232384"/>
                  </a:lnTo>
                  <a:lnTo>
                    <a:pt x="5400" y="232093"/>
                  </a:lnTo>
                  <a:lnTo>
                    <a:pt x="5370" y="231492"/>
                  </a:lnTo>
                  <a:lnTo>
                    <a:pt x="5822" y="231329"/>
                  </a:lnTo>
                  <a:lnTo>
                    <a:pt x="6001" y="231289"/>
                  </a:lnTo>
                  <a:lnTo>
                    <a:pt x="6209" y="231234"/>
                  </a:lnTo>
                  <a:lnTo>
                    <a:pt x="6639" y="230563"/>
                  </a:lnTo>
                  <a:lnTo>
                    <a:pt x="6827" y="230440"/>
                  </a:lnTo>
                  <a:lnTo>
                    <a:pt x="6878" y="230250"/>
                  </a:lnTo>
                  <a:lnTo>
                    <a:pt x="7002" y="229976"/>
                  </a:lnTo>
                  <a:lnTo>
                    <a:pt x="7892" y="229729"/>
                  </a:lnTo>
                  <a:lnTo>
                    <a:pt x="8090" y="229498"/>
                  </a:lnTo>
                  <a:lnTo>
                    <a:pt x="8439" y="229319"/>
                  </a:lnTo>
                  <a:lnTo>
                    <a:pt x="8765" y="228924"/>
                  </a:lnTo>
                  <a:lnTo>
                    <a:pt x="8795" y="228683"/>
                  </a:lnTo>
                  <a:lnTo>
                    <a:pt x="9208" y="228294"/>
                  </a:lnTo>
                  <a:lnTo>
                    <a:pt x="9475" y="227889"/>
                  </a:lnTo>
                  <a:lnTo>
                    <a:pt x="9746" y="227593"/>
                  </a:lnTo>
                  <a:lnTo>
                    <a:pt x="10006" y="227379"/>
                  </a:lnTo>
                  <a:lnTo>
                    <a:pt x="10085" y="227012"/>
                  </a:lnTo>
                  <a:lnTo>
                    <a:pt x="10029" y="226766"/>
                  </a:lnTo>
                  <a:lnTo>
                    <a:pt x="10105" y="226020"/>
                  </a:lnTo>
                  <a:lnTo>
                    <a:pt x="10178" y="225890"/>
                  </a:lnTo>
                  <a:lnTo>
                    <a:pt x="10265" y="225722"/>
                  </a:lnTo>
                  <a:lnTo>
                    <a:pt x="10372" y="225414"/>
                  </a:lnTo>
                  <a:lnTo>
                    <a:pt x="10459" y="224966"/>
                  </a:lnTo>
                  <a:lnTo>
                    <a:pt x="10510" y="224657"/>
                  </a:lnTo>
                  <a:lnTo>
                    <a:pt x="10484" y="224258"/>
                  </a:lnTo>
                  <a:lnTo>
                    <a:pt x="10624" y="223983"/>
                  </a:lnTo>
                  <a:lnTo>
                    <a:pt x="11383" y="223832"/>
                  </a:lnTo>
                  <a:lnTo>
                    <a:pt x="11710" y="223928"/>
                  </a:lnTo>
                  <a:lnTo>
                    <a:pt x="12755" y="223850"/>
                  </a:lnTo>
                  <a:lnTo>
                    <a:pt x="12811" y="223122"/>
                  </a:lnTo>
                  <a:lnTo>
                    <a:pt x="13113" y="223006"/>
                  </a:lnTo>
                  <a:lnTo>
                    <a:pt x="13249" y="223084"/>
                  </a:lnTo>
                  <a:lnTo>
                    <a:pt x="13802" y="222864"/>
                  </a:lnTo>
                  <a:lnTo>
                    <a:pt x="13898" y="222536"/>
                  </a:lnTo>
                  <a:lnTo>
                    <a:pt x="14498" y="221898"/>
                  </a:lnTo>
                  <a:lnTo>
                    <a:pt x="14731" y="221930"/>
                  </a:lnTo>
                  <a:lnTo>
                    <a:pt x="15070" y="221782"/>
                  </a:lnTo>
                  <a:lnTo>
                    <a:pt x="15138" y="221600"/>
                  </a:lnTo>
                  <a:lnTo>
                    <a:pt x="15315" y="221524"/>
                  </a:lnTo>
                  <a:lnTo>
                    <a:pt x="15523" y="221385"/>
                  </a:lnTo>
                  <a:lnTo>
                    <a:pt x="15604" y="221113"/>
                  </a:lnTo>
                  <a:lnTo>
                    <a:pt x="15369" y="220868"/>
                  </a:lnTo>
                  <a:lnTo>
                    <a:pt x="14972" y="220732"/>
                  </a:lnTo>
                  <a:lnTo>
                    <a:pt x="14741" y="220576"/>
                  </a:lnTo>
                  <a:lnTo>
                    <a:pt x="13992" y="220138"/>
                  </a:lnTo>
                  <a:lnTo>
                    <a:pt x="13794" y="220066"/>
                  </a:lnTo>
                  <a:lnTo>
                    <a:pt x="13599" y="220074"/>
                  </a:lnTo>
                  <a:lnTo>
                    <a:pt x="12914" y="219868"/>
                  </a:lnTo>
                  <a:lnTo>
                    <a:pt x="12474" y="219377"/>
                  </a:lnTo>
                  <a:lnTo>
                    <a:pt x="12342" y="219299"/>
                  </a:lnTo>
                  <a:lnTo>
                    <a:pt x="12176" y="219256"/>
                  </a:lnTo>
                  <a:lnTo>
                    <a:pt x="11940" y="219252"/>
                  </a:lnTo>
                  <a:lnTo>
                    <a:pt x="11486" y="219199"/>
                  </a:lnTo>
                  <a:lnTo>
                    <a:pt x="10715" y="218645"/>
                  </a:lnTo>
                  <a:lnTo>
                    <a:pt x="10297" y="218722"/>
                  </a:lnTo>
                  <a:lnTo>
                    <a:pt x="9204" y="218555"/>
                  </a:lnTo>
                  <a:lnTo>
                    <a:pt x="8998" y="218249"/>
                  </a:lnTo>
                  <a:lnTo>
                    <a:pt x="8448" y="218475"/>
                  </a:lnTo>
                  <a:lnTo>
                    <a:pt x="7848" y="218388"/>
                  </a:lnTo>
                  <a:lnTo>
                    <a:pt x="7824" y="218033"/>
                  </a:lnTo>
                  <a:lnTo>
                    <a:pt x="7673" y="217781"/>
                  </a:lnTo>
                  <a:lnTo>
                    <a:pt x="7600" y="217528"/>
                  </a:lnTo>
                  <a:lnTo>
                    <a:pt x="7511" y="217207"/>
                  </a:lnTo>
                  <a:lnTo>
                    <a:pt x="7326" y="217124"/>
                  </a:lnTo>
                  <a:lnTo>
                    <a:pt x="7010" y="216949"/>
                  </a:lnTo>
                  <a:lnTo>
                    <a:pt x="6594" y="216303"/>
                  </a:lnTo>
                  <a:lnTo>
                    <a:pt x="6300" y="215993"/>
                  </a:lnTo>
                  <a:lnTo>
                    <a:pt x="6498" y="215677"/>
                  </a:lnTo>
                  <a:lnTo>
                    <a:pt x="6521" y="215290"/>
                  </a:lnTo>
                  <a:lnTo>
                    <a:pt x="6611" y="214784"/>
                  </a:lnTo>
                  <a:lnTo>
                    <a:pt x="6682" y="214549"/>
                  </a:lnTo>
                  <a:lnTo>
                    <a:pt x="6715" y="214300"/>
                  </a:lnTo>
                  <a:lnTo>
                    <a:pt x="6787" y="213900"/>
                  </a:lnTo>
                  <a:lnTo>
                    <a:pt x="6752" y="213549"/>
                  </a:lnTo>
                  <a:lnTo>
                    <a:pt x="6233" y="213349"/>
                  </a:lnTo>
                  <a:lnTo>
                    <a:pt x="5887" y="213303"/>
                  </a:lnTo>
                  <a:lnTo>
                    <a:pt x="5698" y="213281"/>
                  </a:lnTo>
                  <a:lnTo>
                    <a:pt x="5523" y="213225"/>
                  </a:lnTo>
                  <a:lnTo>
                    <a:pt x="5310" y="213153"/>
                  </a:lnTo>
                  <a:lnTo>
                    <a:pt x="4994" y="213175"/>
                  </a:lnTo>
                  <a:lnTo>
                    <a:pt x="4378" y="213361"/>
                  </a:lnTo>
                  <a:lnTo>
                    <a:pt x="4027" y="213481"/>
                  </a:lnTo>
                  <a:lnTo>
                    <a:pt x="3900" y="213276"/>
                  </a:lnTo>
                  <a:lnTo>
                    <a:pt x="3721" y="212908"/>
                  </a:lnTo>
                  <a:lnTo>
                    <a:pt x="3457" y="212680"/>
                  </a:lnTo>
                  <a:lnTo>
                    <a:pt x="3200" y="212567"/>
                  </a:lnTo>
                  <a:lnTo>
                    <a:pt x="2917" y="212509"/>
                  </a:lnTo>
                  <a:lnTo>
                    <a:pt x="2541" y="212239"/>
                  </a:lnTo>
                  <a:lnTo>
                    <a:pt x="2340" y="211850"/>
                  </a:lnTo>
                  <a:lnTo>
                    <a:pt x="2426" y="211168"/>
                  </a:lnTo>
                  <a:lnTo>
                    <a:pt x="2589" y="210993"/>
                  </a:lnTo>
                  <a:lnTo>
                    <a:pt x="2812" y="210442"/>
                  </a:lnTo>
                  <a:lnTo>
                    <a:pt x="2883" y="210199"/>
                  </a:lnTo>
                  <a:lnTo>
                    <a:pt x="3373" y="209045"/>
                  </a:lnTo>
                  <a:lnTo>
                    <a:pt x="2962" y="208234"/>
                  </a:lnTo>
                  <a:lnTo>
                    <a:pt x="3074" y="207551"/>
                  </a:lnTo>
                  <a:lnTo>
                    <a:pt x="2708" y="206862"/>
                  </a:lnTo>
                  <a:lnTo>
                    <a:pt x="2787" y="205962"/>
                  </a:lnTo>
                  <a:lnTo>
                    <a:pt x="2850" y="205737"/>
                  </a:lnTo>
                  <a:lnTo>
                    <a:pt x="2290" y="204701"/>
                  </a:lnTo>
                  <a:lnTo>
                    <a:pt x="2282" y="204427"/>
                  </a:lnTo>
                  <a:lnTo>
                    <a:pt x="2252" y="204088"/>
                  </a:lnTo>
                  <a:lnTo>
                    <a:pt x="1915" y="203518"/>
                  </a:lnTo>
                  <a:lnTo>
                    <a:pt x="1691" y="203519"/>
                  </a:lnTo>
                  <a:lnTo>
                    <a:pt x="1452" y="203310"/>
                  </a:lnTo>
                  <a:lnTo>
                    <a:pt x="946" y="201937"/>
                  </a:lnTo>
                  <a:lnTo>
                    <a:pt x="1356" y="201769"/>
                  </a:lnTo>
                  <a:lnTo>
                    <a:pt x="1703" y="201761"/>
                  </a:lnTo>
                  <a:lnTo>
                    <a:pt x="2005" y="201592"/>
                  </a:lnTo>
                  <a:lnTo>
                    <a:pt x="1832" y="200672"/>
                  </a:lnTo>
                  <a:lnTo>
                    <a:pt x="1708" y="200495"/>
                  </a:lnTo>
                  <a:lnTo>
                    <a:pt x="1737" y="199917"/>
                  </a:lnTo>
                  <a:lnTo>
                    <a:pt x="1965" y="199964"/>
                  </a:lnTo>
                  <a:lnTo>
                    <a:pt x="2204" y="200072"/>
                  </a:lnTo>
                  <a:lnTo>
                    <a:pt x="2506" y="200120"/>
                  </a:lnTo>
                  <a:lnTo>
                    <a:pt x="3164" y="200039"/>
                  </a:lnTo>
                  <a:lnTo>
                    <a:pt x="3465" y="199985"/>
                  </a:lnTo>
                  <a:lnTo>
                    <a:pt x="3727" y="199959"/>
                  </a:lnTo>
                  <a:lnTo>
                    <a:pt x="4159" y="199980"/>
                  </a:lnTo>
                  <a:lnTo>
                    <a:pt x="4343" y="199986"/>
                  </a:lnTo>
                  <a:lnTo>
                    <a:pt x="4475" y="199423"/>
                  </a:lnTo>
                  <a:lnTo>
                    <a:pt x="6244" y="199004"/>
                  </a:lnTo>
                  <a:lnTo>
                    <a:pt x="6825" y="199391"/>
                  </a:lnTo>
                  <a:lnTo>
                    <a:pt x="7388" y="199078"/>
                  </a:lnTo>
                  <a:lnTo>
                    <a:pt x="8180" y="198783"/>
                  </a:lnTo>
                  <a:lnTo>
                    <a:pt x="8750" y="198615"/>
                  </a:lnTo>
                  <a:lnTo>
                    <a:pt x="9193" y="198394"/>
                  </a:lnTo>
                  <a:lnTo>
                    <a:pt x="9367" y="198291"/>
                  </a:lnTo>
                  <a:lnTo>
                    <a:pt x="9824" y="198105"/>
                  </a:lnTo>
                  <a:lnTo>
                    <a:pt x="10601" y="198478"/>
                  </a:lnTo>
                  <a:lnTo>
                    <a:pt x="11147" y="198586"/>
                  </a:lnTo>
                  <a:lnTo>
                    <a:pt x="11370" y="198365"/>
                  </a:lnTo>
                  <a:lnTo>
                    <a:pt x="11420" y="197929"/>
                  </a:lnTo>
                  <a:lnTo>
                    <a:pt x="11868" y="197319"/>
                  </a:lnTo>
                  <a:lnTo>
                    <a:pt x="12015" y="196657"/>
                  </a:lnTo>
                  <a:lnTo>
                    <a:pt x="12074" y="196127"/>
                  </a:lnTo>
                  <a:lnTo>
                    <a:pt x="11969" y="195891"/>
                  </a:lnTo>
                  <a:lnTo>
                    <a:pt x="11858" y="195586"/>
                  </a:lnTo>
                  <a:lnTo>
                    <a:pt x="11771" y="195161"/>
                  </a:lnTo>
                  <a:lnTo>
                    <a:pt x="12564" y="194586"/>
                  </a:lnTo>
                  <a:lnTo>
                    <a:pt x="13136" y="194344"/>
                  </a:lnTo>
                  <a:lnTo>
                    <a:pt x="13612" y="193551"/>
                  </a:lnTo>
                  <a:lnTo>
                    <a:pt x="13674" y="193333"/>
                  </a:lnTo>
                  <a:lnTo>
                    <a:pt x="13691" y="193199"/>
                  </a:lnTo>
                  <a:lnTo>
                    <a:pt x="13708" y="193014"/>
                  </a:lnTo>
                  <a:lnTo>
                    <a:pt x="13721" y="192768"/>
                  </a:lnTo>
                  <a:lnTo>
                    <a:pt x="13430" y="192123"/>
                  </a:lnTo>
                  <a:lnTo>
                    <a:pt x="13400" y="191686"/>
                  </a:lnTo>
                  <a:lnTo>
                    <a:pt x="12784" y="191161"/>
                  </a:lnTo>
                  <a:lnTo>
                    <a:pt x="12682" y="190947"/>
                  </a:lnTo>
                  <a:lnTo>
                    <a:pt x="12134" y="189992"/>
                  </a:lnTo>
                  <a:lnTo>
                    <a:pt x="12313" y="189475"/>
                  </a:lnTo>
                  <a:lnTo>
                    <a:pt x="12784" y="189283"/>
                  </a:lnTo>
                  <a:lnTo>
                    <a:pt x="13229" y="189276"/>
                  </a:lnTo>
                  <a:lnTo>
                    <a:pt x="13707" y="188998"/>
                  </a:lnTo>
                  <a:lnTo>
                    <a:pt x="13847" y="188899"/>
                  </a:lnTo>
                  <a:lnTo>
                    <a:pt x="13980" y="188903"/>
                  </a:lnTo>
                  <a:lnTo>
                    <a:pt x="15003" y="188490"/>
                  </a:lnTo>
                  <a:lnTo>
                    <a:pt x="15277" y="188260"/>
                  </a:lnTo>
                  <a:lnTo>
                    <a:pt x="16098" y="188130"/>
                  </a:lnTo>
                  <a:lnTo>
                    <a:pt x="16431" y="187972"/>
                  </a:lnTo>
                  <a:lnTo>
                    <a:pt x="16603" y="187857"/>
                  </a:lnTo>
                  <a:lnTo>
                    <a:pt x="16736" y="187768"/>
                  </a:lnTo>
                  <a:lnTo>
                    <a:pt x="16964" y="187583"/>
                  </a:lnTo>
                  <a:lnTo>
                    <a:pt x="16869" y="187400"/>
                  </a:lnTo>
                  <a:lnTo>
                    <a:pt x="17273" y="186531"/>
                  </a:lnTo>
                  <a:lnTo>
                    <a:pt x="17461" y="186270"/>
                  </a:lnTo>
                  <a:lnTo>
                    <a:pt x="17863" y="185977"/>
                  </a:lnTo>
                  <a:lnTo>
                    <a:pt x="17990" y="186031"/>
                  </a:lnTo>
                  <a:lnTo>
                    <a:pt x="18218" y="185968"/>
                  </a:lnTo>
                  <a:lnTo>
                    <a:pt x="18806" y="185942"/>
                  </a:lnTo>
                  <a:lnTo>
                    <a:pt x="19159" y="185969"/>
                  </a:lnTo>
                  <a:lnTo>
                    <a:pt x="19998" y="186096"/>
                  </a:lnTo>
                  <a:lnTo>
                    <a:pt x="20306" y="186018"/>
                  </a:lnTo>
                  <a:lnTo>
                    <a:pt x="20511" y="186046"/>
                  </a:lnTo>
                  <a:lnTo>
                    <a:pt x="20888" y="186104"/>
                  </a:lnTo>
                  <a:lnTo>
                    <a:pt x="21087" y="185920"/>
                  </a:lnTo>
                  <a:lnTo>
                    <a:pt x="21262" y="185872"/>
                  </a:lnTo>
                  <a:lnTo>
                    <a:pt x="21416" y="185899"/>
                  </a:lnTo>
                  <a:lnTo>
                    <a:pt x="22270" y="186300"/>
                  </a:lnTo>
                  <a:lnTo>
                    <a:pt x="22526" y="186420"/>
                  </a:lnTo>
                  <a:lnTo>
                    <a:pt x="22724" y="186437"/>
                  </a:lnTo>
                  <a:lnTo>
                    <a:pt x="22854" y="186402"/>
                  </a:lnTo>
                  <a:lnTo>
                    <a:pt x="23184" y="186549"/>
                  </a:lnTo>
                  <a:lnTo>
                    <a:pt x="23400" y="186863"/>
                  </a:lnTo>
                  <a:lnTo>
                    <a:pt x="23668" y="187062"/>
                  </a:lnTo>
                  <a:lnTo>
                    <a:pt x="24118" y="187457"/>
                  </a:lnTo>
                  <a:lnTo>
                    <a:pt x="24313" y="187679"/>
                  </a:lnTo>
                  <a:lnTo>
                    <a:pt x="24550" y="187869"/>
                  </a:lnTo>
                  <a:lnTo>
                    <a:pt x="24889" y="188056"/>
                  </a:lnTo>
                  <a:lnTo>
                    <a:pt x="25057" y="188307"/>
                  </a:lnTo>
                  <a:lnTo>
                    <a:pt x="25230" y="188420"/>
                  </a:lnTo>
                  <a:lnTo>
                    <a:pt x="25377" y="188436"/>
                  </a:lnTo>
                  <a:lnTo>
                    <a:pt x="25705" y="188738"/>
                  </a:lnTo>
                  <a:lnTo>
                    <a:pt x="26137" y="189456"/>
                  </a:lnTo>
                  <a:lnTo>
                    <a:pt x="26203" y="189649"/>
                  </a:lnTo>
                  <a:lnTo>
                    <a:pt x="26644" y="189860"/>
                  </a:lnTo>
                  <a:lnTo>
                    <a:pt x="26871" y="190000"/>
                  </a:lnTo>
                  <a:lnTo>
                    <a:pt x="27229" y="189853"/>
                  </a:lnTo>
                  <a:lnTo>
                    <a:pt x="27544" y="189785"/>
                  </a:lnTo>
                  <a:lnTo>
                    <a:pt x="27762" y="189819"/>
                  </a:lnTo>
                  <a:lnTo>
                    <a:pt x="27927" y="189887"/>
                  </a:lnTo>
                  <a:lnTo>
                    <a:pt x="28121" y="189898"/>
                  </a:lnTo>
                  <a:lnTo>
                    <a:pt x="28446" y="189643"/>
                  </a:lnTo>
                  <a:lnTo>
                    <a:pt x="28977" y="189679"/>
                  </a:lnTo>
                  <a:lnTo>
                    <a:pt x="29602" y="189951"/>
                  </a:lnTo>
                  <a:lnTo>
                    <a:pt x="29836" y="190137"/>
                  </a:lnTo>
                  <a:lnTo>
                    <a:pt x="30085" y="190304"/>
                  </a:lnTo>
                  <a:lnTo>
                    <a:pt x="30250" y="190388"/>
                  </a:lnTo>
                  <a:lnTo>
                    <a:pt x="30792" y="190383"/>
                  </a:lnTo>
                  <a:lnTo>
                    <a:pt x="31040" y="190324"/>
                  </a:lnTo>
                  <a:lnTo>
                    <a:pt x="31227" y="190370"/>
                  </a:lnTo>
                  <a:lnTo>
                    <a:pt x="31442" y="190524"/>
                  </a:lnTo>
                  <a:lnTo>
                    <a:pt x="31606" y="190674"/>
                  </a:lnTo>
                  <a:lnTo>
                    <a:pt x="31825" y="190794"/>
                  </a:lnTo>
                  <a:lnTo>
                    <a:pt x="32617" y="191057"/>
                  </a:lnTo>
                  <a:lnTo>
                    <a:pt x="32802" y="191040"/>
                  </a:lnTo>
                  <a:lnTo>
                    <a:pt x="33133" y="191441"/>
                  </a:lnTo>
                  <a:lnTo>
                    <a:pt x="33320" y="191610"/>
                  </a:lnTo>
                  <a:lnTo>
                    <a:pt x="33602" y="191501"/>
                  </a:lnTo>
                  <a:lnTo>
                    <a:pt x="33991" y="191292"/>
                  </a:lnTo>
                  <a:lnTo>
                    <a:pt x="34233" y="191405"/>
                  </a:lnTo>
                  <a:lnTo>
                    <a:pt x="34374" y="191458"/>
                  </a:lnTo>
                  <a:lnTo>
                    <a:pt x="35044" y="191425"/>
                  </a:lnTo>
                  <a:lnTo>
                    <a:pt x="35189" y="191398"/>
                  </a:lnTo>
                  <a:lnTo>
                    <a:pt x="35617" y="191188"/>
                  </a:lnTo>
                  <a:lnTo>
                    <a:pt x="35824" y="191209"/>
                  </a:lnTo>
                  <a:lnTo>
                    <a:pt x="36038" y="191314"/>
                  </a:lnTo>
                  <a:lnTo>
                    <a:pt x="37195" y="191203"/>
                  </a:lnTo>
                  <a:lnTo>
                    <a:pt x="37554" y="191030"/>
                  </a:lnTo>
                  <a:lnTo>
                    <a:pt x="37876" y="190826"/>
                  </a:lnTo>
                  <a:lnTo>
                    <a:pt x="38536" y="190943"/>
                  </a:lnTo>
                  <a:lnTo>
                    <a:pt x="38998" y="191029"/>
                  </a:lnTo>
                  <a:lnTo>
                    <a:pt x="39396" y="191071"/>
                  </a:lnTo>
                  <a:lnTo>
                    <a:pt x="40567" y="191541"/>
                  </a:lnTo>
                  <a:lnTo>
                    <a:pt x="40508" y="191947"/>
                  </a:lnTo>
                  <a:lnTo>
                    <a:pt x="40514" y="192747"/>
                  </a:lnTo>
                  <a:lnTo>
                    <a:pt x="40835" y="193012"/>
                  </a:lnTo>
                  <a:lnTo>
                    <a:pt x="40910" y="193148"/>
                  </a:lnTo>
                  <a:lnTo>
                    <a:pt x="41230" y="193424"/>
                  </a:lnTo>
                  <a:lnTo>
                    <a:pt x="41448" y="193555"/>
                  </a:lnTo>
                  <a:lnTo>
                    <a:pt x="41652" y="193864"/>
                  </a:lnTo>
                  <a:lnTo>
                    <a:pt x="41838" y="194200"/>
                  </a:lnTo>
                  <a:lnTo>
                    <a:pt x="42073" y="194806"/>
                  </a:lnTo>
                  <a:lnTo>
                    <a:pt x="41860" y="195203"/>
                  </a:lnTo>
                  <a:lnTo>
                    <a:pt x="42169" y="195703"/>
                  </a:lnTo>
                  <a:lnTo>
                    <a:pt x="42107" y="196130"/>
                  </a:lnTo>
                  <a:lnTo>
                    <a:pt x="41822" y="196315"/>
                  </a:lnTo>
                  <a:lnTo>
                    <a:pt x="41382" y="196895"/>
                  </a:lnTo>
                  <a:lnTo>
                    <a:pt x="40848" y="197944"/>
                  </a:lnTo>
                  <a:lnTo>
                    <a:pt x="41329" y="198626"/>
                  </a:lnTo>
                  <a:lnTo>
                    <a:pt x="41487" y="199825"/>
                  </a:lnTo>
                  <a:lnTo>
                    <a:pt x="41331" y="199993"/>
                  </a:lnTo>
                  <a:lnTo>
                    <a:pt x="41024" y="200347"/>
                  </a:lnTo>
                  <a:lnTo>
                    <a:pt x="40905" y="200930"/>
                  </a:lnTo>
                  <a:lnTo>
                    <a:pt x="41408" y="201191"/>
                  </a:lnTo>
                  <a:lnTo>
                    <a:pt x="41625" y="201489"/>
                  </a:lnTo>
                  <a:lnTo>
                    <a:pt x="41779" y="201708"/>
                  </a:lnTo>
                  <a:lnTo>
                    <a:pt x="42142" y="202034"/>
                  </a:lnTo>
                  <a:lnTo>
                    <a:pt x="42450" y="201999"/>
                  </a:lnTo>
                  <a:lnTo>
                    <a:pt x="42973" y="201686"/>
                  </a:lnTo>
                  <a:lnTo>
                    <a:pt x="43127" y="201864"/>
                  </a:lnTo>
                  <a:lnTo>
                    <a:pt x="43445" y="202299"/>
                  </a:lnTo>
                  <a:lnTo>
                    <a:pt x="43551" y="202488"/>
                  </a:lnTo>
                  <a:lnTo>
                    <a:pt x="43620" y="202617"/>
                  </a:lnTo>
                  <a:lnTo>
                    <a:pt x="43720" y="202834"/>
                  </a:lnTo>
                  <a:lnTo>
                    <a:pt x="43841" y="203194"/>
                  </a:lnTo>
                  <a:lnTo>
                    <a:pt x="43865" y="203352"/>
                  </a:lnTo>
                  <a:lnTo>
                    <a:pt x="44071" y="204333"/>
                  </a:lnTo>
                  <a:lnTo>
                    <a:pt x="44010" y="204924"/>
                  </a:lnTo>
                  <a:lnTo>
                    <a:pt x="44493" y="205121"/>
                  </a:lnTo>
                  <a:lnTo>
                    <a:pt x="44812" y="205010"/>
                  </a:lnTo>
                  <a:lnTo>
                    <a:pt x="45352" y="205118"/>
                  </a:lnTo>
                  <a:lnTo>
                    <a:pt x="45585" y="205386"/>
                  </a:lnTo>
                  <a:lnTo>
                    <a:pt x="46255" y="206239"/>
                  </a:lnTo>
                  <a:lnTo>
                    <a:pt x="46447" y="206305"/>
                  </a:lnTo>
                  <a:lnTo>
                    <a:pt x="46994" y="206545"/>
                  </a:lnTo>
                  <a:lnTo>
                    <a:pt x="47186" y="206599"/>
                  </a:lnTo>
                  <a:lnTo>
                    <a:pt x="47663" y="206805"/>
                  </a:lnTo>
                  <a:lnTo>
                    <a:pt x="47950" y="207121"/>
                  </a:lnTo>
                  <a:lnTo>
                    <a:pt x="48175" y="207406"/>
                  </a:lnTo>
                  <a:lnTo>
                    <a:pt x="48239" y="208375"/>
                  </a:lnTo>
                  <a:lnTo>
                    <a:pt x="48545" y="208706"/>
                  </a:lnTo>
                  <a:lnTo>
                    <a:pt x="48760" y="208886"/>
                  </a:lnTo>
                  <a:lnTo>
                    <a:pt x="49052" y="209068"/>
                  </a:lnTo>
                  <a:lnTo>
                    <a:pt x="49281" y="209445"/>
                  </a:lnTo>
                  <a:lnTo>
                    <a:pt x="49684" y="209518"/>
                  </a:lnTo>
                  <a:lnTo>
                    <a:pt x="50100" y="210318"/>
                  </a:lnTo>
                  <a:lnTo>
                    <a:pt x="49994" y="210501"/>
                  </a:lnTo>
                  <a:lnTo>
                    <a:pt x="49882" y="210728"/>
                  </a:lnTo>
                  <a:lnTo>
                    <a:pt x="49662" y="210805"/>
                  </a:lnTo>
                  <a:lnTo>
                    <a:pt x="49038" y="210898"/>
                  </a:lnTo>
                  <a:lnTo>
                    <a:pt x="48785" y="211110"/>
                  </a:lnTo>
                  <a:lnTo>
                    <a:pt x="48888" y="211265"/>
                  </a:lnTo>
                  <a:lnTo>
                    <a:pt x="49004" y="211446"/>
                  </a:lnTo>
                  <a:lnTo>
                    <a:pt x="49434" y="212178"/>
                  </a:lnTo>
                  <a:lnTo>
                    <a:pt x="49781" y="212353"/>
                  </a:lnTo>
                  <a:lnTo>
                    <a:pt x="50123" y="212580"/>
                  </a:lnTo>
                  <a:lnTo>
                    <a:pt x="50259" y="212667"/>
                  </a:lnTo>
                  <a:lnTo>
                    <a:pt x="50408" y="212803"/>
                  </a:lnTo>
                  <a:lnTo>
                    <a:pt x="50801" y="213270"/>
                  </a:lnTo>
                  <a:lnTo>
                    <a:pt x="50686" y="213517"/>
                  </a:lnTo>
                  <a:lnTo>
                    <a:pt x="50515" y="213781"/>
                  </a:lnTo>
                  <a:lnTo>
                    <a:pt x="50341" y="213984"/>
                  </a:lnTo>
                  <a:lnTo>
                    <a:pt x="50095" y="214315"/>
                  </a:lnTo>
                  <a:lnTo>
                    <a:pt x="50169" y="214807"/>
                  </a:lnTo>
                  <a:lnTo>
                    <a:pt x="51077" y="215066"/>
                  </a:lnTo>
                  <a:lnTo>
                    <a:pt x="51320" y="215881"/>
                  </a:lnTo>
                  <a:lnTo>
                    <a:pt x="51520" y="216000"/>
                  </a:lnTo>
                  <a:lnTo>
                    <a:pt x="51795" y="216069"/>
                  </a:lnTo>
                  <a:lnTo>
                    <a:pt x="52365" y="216441"/>
                  </a:lnTo>
                  <a:lnTo>
                    <a:pt x="53048" y="217148"/>
                  </a:lnTo>
                  <a:lnTo>
                    <a:pt x="53040" y="217301"/>
                  </a:lnTo>
                  <a:lnTo>
                    <a:pt x="53847" y="217966"/>
                  </a:lnTo>
                  <a:lnTo>
                    <a:pt x="53869" y="218914"/>
                  </a:lnTo>
                  <a:lnTo>
                    <a:pt x="53722" y="219549"/>
                  </a:lnTo>
                  <a:lnTo>
                    <a:pt x="53615" y="219905"/>
                  </a:lnTo>
                  <a:lnTo>
                    <a:pt x="53571" y="220156"/>
                  </a:lnTo>
                  <a:lnTo>
                    <a:pt x="54120" y="221287"/>
                  </a:lnTo>
                  <a:lnTo>
                    <a:pt x="54218" y="221670"/>
                  </a:lnTo>
                  <a:lnTo>
                    <a:pt x="54243" y="221817"/>
                  </a:lnTo>
                  <a:lnTo>
                    <a:pt x="54272" y="221945"/>
                  </a:lnTo>
                  <a:lnTo>
                    <a:pt x="54821" y="222288"/>
                  </a:lnTo>
                  <a:lnTo>
                    <a:pt x="54978" y="222372"/>
                  </a:lnTo>
                  <a:lnTo>
                    <a:pt x="55227" y="222736"/>
                  </a:lnTo>
                  <a:lnTo>
                    <a:pt x="55213" y="222865"/>
                  </a:lnTo>
                  <a:lnTo>
                    <a:pt x="55201" y="223020"/>
                  </a:lnTo>
                  <a:lnTo>
                    <a:pt x="55199" y="223159"/>
                  </a:lnTo>
                  <a:lnTo>
                    <a:pt x="55243" y="223532"/>
                  </a:lnTo>
                  <a:lnTo>
                    <a:pt x="55240" y="223806"/>
                  </a:lnTo>
                  <a:lnTo>
                    <a:pt x="54636" y="224833"/>
                  </a:lnTo>
                  <a:lnTo>
                    <a:pt x="54858" y="225223"/>
                  </a:lnTo>
                  <a:lnTo>
                    <a:pt x="54995" y="225598"/>
                  </a:lnTo>
                  <a:lnTo>
                    <a:pt x="54863" y="225959"/>
                  </a:lnTo>
                  <a:lnTo>
                    <a:pt x="54470" y="226203"/>
                  </a:lnTo>
                  <a:lnTo>
                    <a:pt x="54405" y="226573"/>
                  </a:lnTo>
                  <a:lnTo>
                    <a:pt x="54592" y="226696"/>
                  </a:lnTo>
                  <a:lnTo>
                    <a:pt x="54762" y="226751"/>
                  </a:lnTo>
                  <a:lnTo>
                    <a:pt x="55286" y="226677"/>
                  </a:lnTo>
                  <a:lnTo>
                    <a:pt x="55652" y="226945"/>
                  </a:lnTo>
                  <a:lnTo>
                    <a:pt x="55780" y="226948"/>
                  </a:lnTo>
                  <a:lnTo>
                    <a:pt x="56000" y="226959"/>
                  </a:lnTo>
                  <a:lnTo>
                    <a:pt x="56168" y="227020"/>
                  </a:lnTo>
                  <a:lnTo>
                    <a:pt x="56264" y="227182"/>
                  </a:lnTo>
                  <a:lnTo>
                    <a:pt x="56381" y="227552"/>
                  </a:lnTo>
                  <a:lnTo>
                    <a:pt x="56501" y="227942"/>
                  </a:lnTo>
                  <a:lnTo>
                    <a:pt x="56373" y="228227"/>
                  </a:lnTo>
                  <a:lnTo>
                    <a:pt x="56400" y="228409"/>
                  </a:lnTo>
                  <a:lnTo>
                    <a:pt x="56347" y="228732"/>
                  </a:lnTo>
                  <a:lnTo>
                    <a:pt x="56223" y="229095"/>
                  </a:lnTo>
                  <a:lnTo>
                    <a:pt x="56256" y="229291"/>
                  </a:lnTo>
                  <a:lnTo>
                    <a:pt x="56407" y="229637"/>
                  </a:lnTo>
                  <a:lnTo>
                    <a:pt x="56525" y="229801"/>
                  </a:lnTo>
                  <a:lnTo>
                    <a:pt x="57222" y="230345"/>
                  </a:lnTo>
                  <a:lnTo>
                    <a:pt x="57134" y="230963"/>
                  </a:lnTo>
                  <a:lnTo>
                    <a:pt x="57556" y="231373"/>
                  </a:lnTo>
                  <a:lnTo>
                    <a:pt x="57776" y="231600"/>
                  </a:lnTo>
                  <a:lnTo>
                    <a:pt x="57967" y="231828"/>
                  </a:lnTo>
                  <a:lnTo>
                    <a:pt x="58054" y="231979"/>
                  </a:lnTo>
                  <a:lnTo>
                    <a:pt x="58156" y="232152"/>
                  </a:lnTo>
                  <a:lnTo>
                    <a:pt x="58696" y="232279"/>
                  </a:lnTo>
                  <a:lnTo>
                    <a:pt x="59101" y="232712"/>
                  </a:lnTo>
                  <a:lnTo>
                    <a:pt x="59467" y="232750"/>
                  </a:lnTo>
                  <a:lnTo>
                    <a:pt x="60692" y="233624"/>
                  </a:lnTo>
                  <a:lnTo>
                    <a:pt x="61441" y="233819"/>
                  </a:lnTo>
                  <a:lnTo>
                    <a:pt x="61826" y="233694"/>
                  </a:lnTo>
                  <a:lnTo>
                    <a:pt x="62110" y="233670"/>
                  </a:lnTo>
                  <a:lnTo>
                    <a:pt x="62458" y="234275"/>
                  </a:lnTo>
                  <a:lnTo>
                    <a:pt x="63816" y="235299"/>
                  </a:lnTo>
                  <a:lnTo>
                    <a:pt x="64478" y="234969"/>
                  </a:lnTo>
                  <a:lnTo>
                    <a:pt x="64872" y="234756"/>
                  </a:lnTo>
                  <a:lnTo>
                    <a:pt x="65272" y="235187"/>
                  </a:lnTo>
                  <a:lnTo>
                    <a:pt x="65756" y="235130"/>
                  </a:lnTo>
                  <a:lnTo>
                    <a:pt x="66197" y="235417"/>
                  </a:lnTo>
                  <a:lnTo>
                    <a:pt x="66586" y="235558"/>
                  </a:lnTo>
                  <a:lnTo>
                    <a:pt x="66768" y="235521"/>
                  </a:lnTo>
                  <a:lnTo>
                    <a:pt x="67364" y="235701"/>
                  </a:lnTo>
                  <a:lnTo>
                    <a:pt x="68362" y="236644"/>
                  </a:lnTo>
                  <a:lnTo>
                    <a:pt x="68957" y="236648"/>
                  </a:lnTo>
                  <a:lnTo>
                    <a:pt x="69711" y="236733"/>
                  </a:lnTo>
                  <a:lnTo>
                    <a:pt x="70348" y="236888"/>
                  </a:lnTo>
                  <a:lnTo>
                    <a:pt x="70794" y="237131"/>
                  </a:lnTo>
                  <a:lnTo>
                    <a:pt x="71141" y="237311"/>
                  </a:lnTo>
                  <a:lnTo>
                    <a:pt x="71310" y="237390"/>
                  </a:lnTo>
                  <a:lnTo>
                    <a:pt x="71574" y="237727"/>
                  </a:lnTo>
                  <a:lnTo>
                    <a:pt x="71920" y="238582"/>
                  </a:lnTo>
                  <a:lnTo>
                    <a:pt x="72396" y="239203"/>
                  </a:lnTo>
                  <a:lnTo>
                    <a:pt x="72660" y="239759"/>
                  </a:lnTo>
                  <a:lnTo>
                    <a:pt x="72693" y="240298"/>
                  </a:lnTo>
                  <a:lnTo>
                    <a:pt x="72712" y="240814"/>
                  </a:lnTo>
                  <a:lnTo>
                    <a:pt x="73146" y="240834"/>
                  </a:lnTo>
                  <a:lnTo>
                    <a:pt x="73231" y="241909"/>
                  </a:lnTo>
                  <a:lnTo>
                    <a:pt x="73309" y="242276"/>
                  </a:lnTo>
                  <a:lnTo>
                    <a:pt x="73440" y="242445"/>
                  </a:lnTo>
                  <a:lnTo>
                    <a:pt x="73740" y="243016"/>
                  </a:lnTo>
                  <a:lnTo>
                    <a:pt x="73809" y="243242"/>
                  </a:lnTo>
                  <a:lnTo>
                    <a:pt x="73869" y="243421"/>
                  </a:lnTo>
                  <a:lnTo>
                    <a:pt x="74008" y="243726"/>
                  </a:lnTo>
                  <a:lnTo>
                    <a:pt x="74354" y="243963"/>
                  </a:lnTo>
                  <a:lnTo>
                    <a:pt x="75613" y="244169"/>
                  </a:lnTo>
                  <a:lnTo>
                    <a:pt x="76415" y="243966"/>
                  </a:lnTo>
                  <a:lnTo>
                    <a:pt x="76495" y="243765"/>
                  </a:lnTo>
                  <a:lnTo>
                    <a:pt x="76544" y="243502"/>
                  </a:lnTo>
                  <a:lnTo>
                    <a:pt x="77822" y="243575"/>
                  </a:lnTo>
                  <a:lnTo>
                    <a:pt x="77969" y="243447"/>
                  </a:lnTo>
                  <a:lnTo>
                    <a:pt x="78633" y="243253"/>
                  </a:lnTo>
                  <a:lnTo>
                    <a:pt x="79234" y="243758"/>
                  </a:lnTo>
                  <a:lnTo>
                    <a:pt x="79366" y="243737"/>
                  </a:lnTo>
                  <a:lnTo>
                    <a:pt x="79534" y="243802"/>
                  </a:lnTo>
                  <a:lnTo>
                    <a:pt x="80079" y="244152"/>
                  </a:lnTo>
                  <a:lnTo>
                    <a:pt x="80488" y="244314"/>
                  </a:lnTo>
                  <a:lnTo>
                    <a:pt x="80636" y="244500"/>
                  </a:lnTo>
                  <a:lnTo>
                    <a:pt x="81076" y="244850"/>
                  </a:lnTo>
                  <a:lnTo>
                    <a:pt x="81225" y="244897"/>
                  </a:lnTo>
                  <a:lnTo>
                    <a:pt x="81416" y="244916"/>
                  </a:lnTo>
                  <a:lnTo>
                    <a:pt x="81730" y="244991"/>
                  </a:lnTo>
                  <a:lnTo>
                    <a:pt x="82166" y="245095"/>
                  </a:lnTo>
                  <a:lnTo>
                    <a:pt x="82667" y="245375"/>
                  </a:lnTo>
                  <a:lnTo>
                    <a:pt x="82921" y="245319"/>
                  </a:lnTo>
                  <a:lnTo>
                    <a:pt x="83227" y="245373"/>
                  </a:lnTo>
                  <a:lnTo>
                    <a:pt x="83844" y="245572"/>
                  </a:lnTo>
                  <a:lnTo>
                    <a:pt x="84181" y="245496"/>
                  </a:lnTo>
                  <a:lnTo>
                    <a:pt x="84402" y="245548"/>
                  </a:lnTo>
                  <a:lnTo>
                    <a:pt x="84650" y="245664"/>
                  </a:lnTo>
                  <a:lnTo>
                    <a:pt x="85095" y="245715"/>
                  </a:lnTo>
                  <a:lnTo>
                    <a:pt x="85446" y="246012"/>
                  </a:lnTo>
                  <a:lnTo>
                    <a:pt x="85543" y="246334"/>
                  </a:lnTo>
                  <a:lnTo>
                    <a:pt x="85824" y="246686"/>
                  </a:lnTo>
                  <a:lnTo>
                    <a:pt x="85991" y="246958"/>
                  </a:lnTo>
                  <a:lnTo>
                    <a:pt x="86180" y="247132"/>
                  </a:lnTo>
                  <a:lnTo>
                    <a:pt x="86409" y="247441"/>
                  </a:lnTo>
                  <a:lnTo>
                    <a:pt x="86433" y="247575"/>
                  </a:lnTo>
                  <a:lnTo>
                    <a:pt x="86588" y="248072"/>
                  </a:lnTo>
                  <a:lnTo>
                    <a:pt x="87016" y="248437"/>
                  </a:lnTo>
                  <a:lnTo>
                    <a:pt x="87550" y="248287"/>
                  </a:lnTo>
                  <a:lnTo>
                    <a:pt x="87871" y="248357"/>
                  </a:lnTo>
                  <a:lnTo>
                    <a:pt x="88064" y="248175"/>
                  </a:lnTo>
                  <a:lnTo>
                    <a:pt x="88250" y="247976"/>
                  </a:lnTo>
                  <a:lnTo>
                    <a:pt x="88520" y="247968"/>
                  </a:lnTo>
                  <a:lnTo>
                    <a:pt x="88589" y="248357"/>
                  </a:lnTo>
                  <a:lnTo>
                    <a:pt x="89096" y="248629"/>
                  </a:lnTo>
                  <a:lnTo>
                    <a:pt x="89441" y="248501"/>
                  </a:lnTo>
                  <a:lnTo>
                    <a:pt x="89646" y="248919"/>
                  </a:lnTo>
                  <a:lnTo>
                    <a:pt x="90084" y="249019"/>
                  </a:lnTo>
                  <a:lnTo>
                    <a:pt x="90664" y="248993"/>
                  </a:lnTo>
                  <a:lnTo>
                    <a:pt x="90802" y="249065"/>
                  </a:lnTo>
                  <a:lnTo>
                    <a:pt x="91038" y="249313"/>
                  </a:lnTo>
                  <a:lnTo>
                    <a:pt x="91142" y="249460"/>
                  </a:lnTo>
                  <a:lnTo>
                    <a:pt x="91245" y="250090"/>
                  </a:lnTo>
                  <a:lnTo>
                    <a:pt x="91472" y="250597"/>
                  </a:lnTo>
                  <a:lnTo>
                    <a:pt x="91903" y="250860"/>
                  </a:lnTo>
                  <a:lnTo>
                    <a:pt x="92307" y="250575"/>
                  </a:lnTo>
                  <a:lnTo>
                    <a:pt x="92300" y="250257"/>
                  </a:lnTo>
                  <a:lnTo>
                    <a:pt x="92196" y="250120"/>
                  </a:lnTo>
                  <a:lnTo>
                    <a:pt x="92211" y="249928"/>
                  </a:lnTo>
                  <a:lnTo>
                    <a:pt x="92632" y="249551"/>
                  </a:lnTo>
                  <a:lnTo>
                    <a:pt x="92763" y="249386"/>
                  </a:lnTo>
                  <a:lnTo>
                    <a:pt x="93098" y="248865"/>
                  </a:lnTo>
                  <a:lnTo>
                    <a:pt x="93164" y="248235"/>
                  </a:lnTo>
                  <a:lnTo>
                    <a:pt x="93313" y="247190"/>
                  </a:lnTo>
                  <a:lnTo>
                    <a:pt x="93354" y="246731"/>
                  </a:lnTo>
                  <a:lnTo>
                    <a:pt x="93319" y="246421"/>
                  </a:lnTo>
                  <a:lnTo>
                    <a:pt x="93487" y="246243"/>
                  </a:lnTo>
                  <a:lnTo>
                    <a:pt x="93607" y="246013"/>
                  </a:lnTo>
                  <a:lnTo>
                    <a:pt x="93577" y="245616"/>
                  </a:lnTo>
                  <a:lnTo>
                    <a:pt x="93624" y="245448"/>
                  </a:lnTo>
                  <a:lnTo>
                    <a:pt x="93774" y="245186"/>
                  </a:lnTo>
                  <a:lnTo>
                    <a:pt x="94069" y="244867"/>
                  </a:lnTo>
                  <a:lnTo>
                    <a:pt x="94102" y="244480"/>
                  </a:lnTo>
                  <a:lnTo>
                    <a:pt x="94224" y="244145"/>
                  </a:lnTo>
                  <a:lnTo>
                    <a:pt x="94052" y="243594"/>
                  </a:lnTo>
                  <a:lnTo>
                    <a:pt x="94012" y="243312"/>
                  </a:lnTo>
                  <a:lnTo>
                    <a:pt x="94053" y="242952"/>
                  </a:lnTo>
                  <a:lnTo>
                    <a:pt x="93817" y="242754"/>
                  </a:lnTo>
                  <a:lnTo>
                    <a:pt x="93805" y="242570"/>
                  </a:lnTo>
                  <a:lnTo>
                    <a:pt x="93799" y="242323"/>
                  </a:lnTo>
                  <a:lnTo>
                    <a:pt x="93654" y="242163"/>
                  </a:lnTo>
                  <a:lnTo>
                    <a:pt x="93160" y="242031"/>
                  </a:lnTo>
                  <a:lnTo>
                    <a:pt x="93332" y="241832"/>
                  </a:lnTo>
                  <a:lnTo>
                    <a:pt x="93354" y="241654"/>
                  </a:lnTo>
                  <a:lnTo>
                    <a:pt x="93306" y="241450"/>
                  </a:lnTo>
                  <a:lnTo>
                    <a:pt x="93406" y="241278"/>
                  </a:lnTo>
                  <a:lnTo>
                    <a:pt x="93951" y="240755"/>
                  </a:lnTo>
                  <a:lnTo>
                    <a:pt x="94209" y="240799"/>
                  </a:lnTo>
                  <a:lnTo>
                    <a:pt x="94454" y="241093"/>
                  </a:lnTo>
                  <a:lnTo>
                    <a:pt x="95229" y="241368"/>
                  </a:lnTo>
                  <a:lnTo>
                    <a:pt x="95362" y="241267"/>
                  </a:lnTo>
                  <a:lnTo>
                    <a:pt x="96633" y="241325"/>
                  </a:lnTo>
                  <a:lnTo>
                    <a:pt x="96826" y="240969"/>
                  </a:lnTo>
                  <a:lnTo>
                    <a:pt x="96959" y="240228"/>
                  </a:lnTo>
                  <a:lnTo>
                    <a:pt x="97108" y="240047"/>
                  </a:lnTo>
                  <a:lnTo>
                    <a:pt x="97167" y="239829"/>
                  </a:lnTo>
                  <a:lnTo>
                    <a:pt x="97131" y="239657"/>
                  </a:lnTo>
                  <a:lnTo>
                    <a:pt x="97563" y="238853"/>
                  </a:lnTo>
                  <a:lnTo>
                    <a:pt x="97702" y="238536"/>
                  </a:lnTo>
                  <a:lnTo>
                    <a:pt x="97727" y="238352"/>
                  </a:lnTo>
                  <a:lnTo>
                    <a:pt x="97655" y="237158"/>
                  </a:lnTo>
                  <a:lnTo>
                    <a:pt x="97585" y="236848"/>
                  </a:lnTo>
                  <a:lnTo>
                    <a:pt x="97956" y="236774"/>
                  </a:lnTo>
                  <a:lnTo>
                    <a:pt x="98220" y="236833"/>
                  </a:lnTo>
                  <a:lnTo>
                    <a:pt x="98571" y="236791"/>
                  </a:lnTo>
                  <a:lnTo>
                    <a:pt x="98714" y="237239"/>
                  </a:lnTo>
                  <a:lnTo>
                    <a:pt x="98779" y="237875"/>
                  </a:lnTo>
                  <a:lnTo>
                    <a:pt x="99147" y="238120"/>
                  </a:lnTo>
                  <a:lnTo>
                    <a:pt x="99241" y="238482"/>
                  </a:lnTo>
                  <a:lnTo>
                    <a:pt x="99414" y="238697"/>
                  </a:lnTo>
                  <a:lnTo>
                    <a:pt x="99614" y="238767"/>
                  </a:lnTo>
                  <a:lnTo>
                    <a:pt x="99891" y="239097"/>
                  </a:lnTo>
                  <a:lnTo>
                    <a:pt x="100324" y="239371"/>
                  </a:lnTo>
                  <a:lnTo>
                    <a:pt x="100335" y="239980"/>
                  </a:lnTo>
                  <a:lnTo>
                    <a:pt x="100362" y="240228"/>
                  </a:lnTo>
                  <a:lnTo>
                    <a:pt x="100531" y="240606"/>
                  </a:lnTo>
                  <a:lnTo>
                    <a:pt x="100573" y="241023"/>
                  </a:lnTo>
                  <a:lnTo>
                    <a:pt x="100793" y="241267"/>
                  </a:lnTo>
                  <a:lnTo>
                    <a:pt x="101098" y="241445"/>
                  </a:lnTo>
                  <a:lnTo>
                    <a:pt x="101536" y="241509"/>
                  </a:lnTo>
                  <a:lnTo>
                    <a:pt x="101832" y="241440"/>
                  </a:lnTo>
                  <a:lnTo>
                    <a:pt x="102439" y="241434"/>
                  </a:lnTo>
                  <a:lnTo>
                    <a:pt x="102873" y="241798"/>
                  </a:lnTo>
                  <a:lnTo>
                    <a:pt x="103494" y="241799"/>
                  </a:lnTo>
                  <a:lnTo>
                    <a:pt x="103827" y="242018"/>
                  </a:lnTo>
                  <a:lnTo>
                    <a:pt x="103769" y="242362"/>
                  </a:lnTo>
                  <a:lnTo>
                    <a:pt x="103733" y="242497"/>
                  </a:lnTo>
                  <a:lnTo>
                    <a:pt x="103620" y="242766"/>
                  </a:lnTo>
                  <a:lnTo>
                    <a:pt x="103956" y="243294"/>
                  </a:lnTo>
                  <a:lnTo>
                    <a:pt x="104186" y="243391"/>
                  </a:lnTo>
                  <a:lnTo>
                    <a:pt x="104358" y="243462"/>
                  </a:lnTo>
                  <a:lnTo>
                    <a:pt x="104777" y="243443"/>
                  </a:lnTo>
                  <a:lnTo>
                    <a:pt x="105084" y="243522"/>
                  </a:lnTo>
                  <a:lnTo>
                    <a:pt x="105395" y="243872"/>
                  </a:lnTo>
                  <a:lnTo>
                    <a:pt x="105396" y="244201"/>
                  </a:lnTo>
                  <a:lnTo>
                    <a:pt x="105473" y="244440"/>
                  </a:lnTo>
                  <a:lnTo>
                    <a:pt x="106110" y="244672"/>
                  </a:lnTo>
                  <a:lnTo>
                    <a:pt x="106369" y="244811"/>
                  </a:lnTo>
                  <a:lnTo>
                    <a:pt x="106560" y="245092"/>
                  </a:lnTo>
                  <a:lnTo>
                    <a:pt x="106498" y="245289"/>
                  </a:lnTo>
                  <a:lnTo>
                    <a:pt x="106503" y="245552"/>
                  </a:lnTo>
                  <a:lnTo>
                    <a:pt x="106869" y="245907"/>
                  </a:lnTo>
                  <a:lnTo>
                    <a:pt x="106929" y="246252"/>
                  </a:lnTo>
                  <a:lnTo>
                    <a:pt x="106817" y="246761"/>
                  </a:lnTo>
                  <a:lnTo>
                    <a:pt x="106872" y="246954"/>
                  </a:lnTo>
                  <a:lnTo>
                    <a:pt x="106831" y="247084"/>
                  </a:lnTo>
                  <a:lnTo>
                    <a:pt x="106805" y="247216"/>
                  </a:lnTo>
                  <a:lnTo>
                    <a:pt x="106862" y="248091"/>
                  </a:lnTo>
                  <a:lnTo>
                    <a:pt x="106904" y="248415"/>
                  </a:lnTo>
                  <a:lnTo>
                    <a:pt x="107219" y="249291"/>
                  </a:lnTo>
                  <a:lnTo>
                    <a:pt x="107317" y="249545"/>
                  </a:lnTo>
                  <a:lnTo>
                    <a:pt x="107455" y="249799"/>
                  </a:lnTo>
                  <a:lnTo>
                    <a:pt x="107522" y="250163"/>
                  </a:lnTo>
                  <a:lnTo>
                    <a:pt x="107595" y="250649"/>
                  </a:lnTo>
                  <a:lnTo>
                    <a:pt x="107611" y="251060"/>
                  </a:lnTo>
                  <a:lnTo>
                    <a:pt x="107523" y="251318"/>
                  </a:lnTo>
                  <a:lnTo>
                    <a:pt x="107076" y="251350"/>
                  </a:lnTo>
                  <a:lnTo>
                    <a:pt x="106855" y="251624"/>
                  </a:lnTo>
                  <a:lnTo>
                    <a:pt x="106754" y="252034"/>
                  </a:lnTo>
                  <a:lnTo>
                    <a:pt x="106362" y="252420"/>
                  </a:lnTo>
                  <a:lnTo>
                    <a:pt x="105861" y="252772"/>
                  </a:lnTo>
                  <a:lnTo>
                    <a:pt x="105741" y="253387"/>
                  </a:lnTo>
                  <a:lnTo>
                    <a:pt x="106013" y="253544"/>
                  </a:lnTo>
                  <a:lnTo>
                    <a:pt x="106326" y="253790"/>
                  </a:lnTo>
                  <a:lnTo>
                    <a:pt x="106465" y="253992"/>
                  </a:lnTo>
                  <a:lnTo>
                    <a:pt x="106645" y="254522"/>
                  </a:lnTo>
                  <a:lnTo>
                    <a:pt x="106873" y="254604"/>
                  </a:lnTo>
                  <a:lnTo>
                    <a:pt x="107420" y="254992"/>
                  </a:lnTo>
                  <a:lnTo>
                    <a:pt x="107639" y="254963"/>
                  </a:lnTo>
                  <a:lnTo>
                    <a:pt x="107778" y="254859"/>
                  </a:lnTo>
                  <a:lnTo>
                    <a:pt x="108106" y="254863"/>
                  </a:lnTo>
                  <a:lnTo>
                    <a:pt x="108660" y="255071"/>
                  </a:lnTo>
                  <a:lnTo>
                    <a:pt x="108986" y="255212"/>
                  </a:lnTo>
                  <a:lnTo>
                    <a:pt x="109635" y="255033"/>
                  </a:lnTo>
                  <a:lnTo>
                    <a:pt x="109734" y="255313"/>
                  </a:lnTo>
                  <a:lnTo>
                    <a:pt x="109945" y="255873"/>
                  </a:lnTo>
                  <a:lnTo>
                    <a:pt x="110561" y="255671"/>
                  </a:lnTo>
                  <a:lnTo>
                    <a:pt x="110880" y="255042"/>
                  </a:lnTo>
                  <a:lnTo>
                    <a:pt x="110990" y="254736"/>
                  </a:lnTo>
                  <a:lnTo>
                    <a:pt x="111069" y="254562"/>
                  </a:lnTo>
                  <a:lnTo>
                    <a:pt x="111257" y="254014"/>
                  </a:lnTo>
                  <a:lnTo>
                    <a:pt x="111139" y="253225"/>
                  </a:lnTo>
                  <a:lnTo>
                    <a:pt x="111211" y="252574"/>
                  </a:lnTo>
                  <a:lnTo>
                    <a:pt x="111302" y="252090"/>
                  </a:lnTo>
                  <a:lnTo>
                    <a:pt x="111381" y="251914"/>
                  </a:lnTo>
                  <a:lnTo>
                    <a:pt x="111425" y="251787"/>
                  </a:lnTo>
                  <a:lnTo>
                    <a:pt x="111467" y="251642"/>
                  </a:lnTo>
                  <a:lnTo>
                    <a:pt x="111546" y="251229"/>
                  </a:lnTo>
                  <a:lnTo>
                    <a:pt x="111800" y="251014"/>
                  </a:lnTo>
                  <a:lnTo>
                    <a:pt x="112047" y="251010"/>
                  </a:lnTo>
                  <a:lnTo>
                    <a:pt x="112375" y="250660"/>
                  </a:lnTo>
                  <a:lnTo>
                    <a:pt x="112308" y="250456"/>
                  </a:lnTo>
                  <a:lnTo>
                    <a:pt x="112663" y="250201"/>
                  </a:lnTo>
                  <a:lnTo>
                    <a:pt x="112808" y="250281"/>
                  </a:lnTo>
                  <a:lnTo>
                    <a:pt x="113153" y="250466"/>
                  </a:lnTo>
                  <a:lnTo>
                    <a:pt x="113554" y="250547"/>
                  </a:lnTo>
                  <a:lnTo>
                    <a:pt x="113732" y="250577"/>
                  </a:lnTo>
                  <a:lnTo>
                    <a:pt x="113880" y="250672"/>
                  </a:lnTo>
                  <a:lnTo>
                    <a:pt x="114132" y="250780"/>
                  </a:lnTo>
                  <a:lnTo>
                    <a:pt x="114781" y="250840"/>
                  </a:lnTo>
                  <a:lnTo>
                    <a:pt x="115306" y="251188"/>
                  </a:lnTo>
                  <a:lnTo>
                    <a:pt x="115790" y="250805"/>
                  </a:lnTo>
                  <a:lnTo>
                    <a:pt x="115987" y="250707"/>
                  </a:lnTo>
                  <a:lnTo>
                    <a:pt x="116206" y="250579"/>
                  </a:lnTo>
                  <a:lnTo>
                    <a:pt x="116707" y="250097"/>
                  </a:lnTo>
                  <a:lnTo>
                    <a:pt x="116953" y="250024"/>
                  </a:lnTo>
                  <a:lnTo>
                    <a:pt x="117149" y="249971"/>
                  </a:lnTo>
                  <a:lnTo>
                    <a:pt x="117600" y="249636"/>
                  </a:lnTo>
                  <a:lnTo>
                    <a:pt x="117741" y="249844"/>
                  </a:lnTo>
                  <a:lnTo>
                    <a:pt x="117807" y="250006"/>
                  </a:lnTo>
                  <a:lnTo>
                    <a:pt x="117960" y="250139"/>
                  </a:lnTo>
                  <a:lnTo>
                    <a:pt x="117684" y="250342"/>
                  </a:lnTo>
                  <a:lnTo>
                    <a:pt x="117516" y="250660"/>
                  </a:lnTo>
                  <a:lnTo>
                    <a:pt x="117461" y="250925"/>
                  </a:lnTo>
                  <a:lnTo>
                    <a:pt x="117169" y="251479"/>
                  </a:lnTo>
                  <a:lnTo>
                    <a:pt x="116884" y="251938"/>
                  </a:lnTo>
                  <a:lnTo>
                    <a:pt x="117134" y="252195"/>
                  </a:lnTo>
                  <a:lnTo>
                    <a:pt x="117556" y="251810"/>
                  </a:lnTo>
                  <a:lnTo>
                    <a:pt x="117723" y="251506"/>
                  </a:lnTo>
                  <a:lnTo>
                    <a:pt x="117873" y="251352"/>
                  </a:lnTo>
                  <a:lnTo>
                    <a:pt x="118012" y="251175"/>
                  </a:lnTo>
                  <a:lnTo>
                    <a:pt x="118841" y="251012"/>
                  </a:lnTo>
                  <a:lnTo>
                    <a:pt x="119190" y="251358"/>
                  </a:lnTo>
                  <a:lnTo>
                    <a:pt x="119245" y="251534"/>
                  </a:lnTo>
                  <a:lnTo>
                    <a:pt x="119449" y="252195"/>
                  </a:lnTo>
                  <a:lnTo>
                    <a:pt x="119743" y="252188"/>
                  </a:lnTo>
                  <a:lnTo>
                    <a:pt x="120510" y="252338"/>
                  </a:lnTo>
                  <a:lnTo>
                    <a:pt x="120576" y="252772"/>
                  </a:lnTo>
                  <a:lnTo>
                    <a:pt x="120715" y="253242"/>
                  </a:lnTo>
                  <a:lnTo>
                    <a:pt x="121015" y="253431"/>
                  </a:lnTo>
                  <a:lnTo>
                    <a:pt x="121243" y="253663"/>
                  </a:lnTo>
                  <a:lnTo>
                    <a:pt x="121373" y="253858"/>
                  </a:lnTo>
                  <a:lnTo>
                    <a:pt x="121513" y="253894"/>
                  </a:lnTo>
                  <a:lnTo>
                    <a:pt x="121749" y="254346"/>
                  </a:lnTo>
                  <a:lnTo>
                    <a:pt x="121985" y="254663"/>
                  </a:lnTo>
                  <a:lnTo>
                    <a:pt x="122232" y="255066"/>
                  </a:lnTo>
                  <a:lnTo>
                    <a:pt x="121889" y="255345"/>
                  </a:lnTo>
                  <a:lnTo>
                    <a:pt x="122053" y="255401"/>
                  </a:lnTo>
                  <a:lnTo>
                    <a:pt x="122165" y="255675"/>
                  </a:lnTo>
                  <a:lnTo>
                    <a:pt x="122039" y="255960"/>
                  </a:lnTo>
                  <a:lnTo>
                    <a:pt x="122240" y="255884"/>
                  </a:lnTo>
                  <a:lnTo>
                    <a:pt x="122606" y="255904"/>
                  </a:lnTo>
                  <a:lnTo>
                    <a:pt x="122713" y="256066"/>
                  </a:lnTo>
                  <a:lnTo>
                    <a:pt x="122823" y="256232"/>
                  </a:lnTo>
                  <a:lnTo>
                    <a:pt x="122833" y="256695"/>
                  </a:lnTo>
                  <a:lnTo>
                    <a:pt x="123365" y="257277"/>
                  </a:lnTo>
                  <a:lnTo>
                    <a:pt x="123421" y="257690"/>
                  </a:lnTo>
                  <a:lnTo>
                    <a:pt x="124407" y="257983"/>
                  </a:lnTo>
                  <a:lnTo>
                    <a:pt x="124549" y="258139"/>
                  </a:lnTo>
                  <a:lnTo>
                    <a:pt x="124401" y="258373"/>
                  </a:lnTo>
                  <a:lnTo>
                    <a:pt x="125052" y="258224"/>
                  </a:lnTo>
                  <a:lnTo>
                    <a:pt x="125090" y="258520"/>
                  </a:lnTo>
                  <a:lnTo>
                    <a:pt x="125228" y="258507"/>
                  </a:lnTo>
                  <a:lnTo>
                    <a:pt x="125590" y="258451"/>
                  </a:lnTo>
                  <a:lnTo>
                    <a:pt x="126396" y="258983"/>
                  </a:lnTo>
                  <a:lnTo>
                    <a:pt x="126749" y="259263"/>
                  </a:lnTo>
                  <a:lnTo>
                    <a:pt x="126881" y="259236"/>
                  </a:lnTo>
                  <a:lnTo>
                    <a:pt x="127020" y="259275"/>
                  </a:lnTo>
                  <a:lnTo>
                    <a:pt x="127208" y="259459"/>
                  </a:lnTo>
                  <a:lnTo>
                    <a:pt x="127259" y="259624"/>
                  </a:lnTo>
                  <a:lnTo>
                    <a:pt x="128106" y="259542"/>
                  </a:lnTo>
                  <a:lnTo>
                    <a:pt x="127955" y="259178"/>
                  </a:lnTo>
                  <a:lnTo>
                    <a:pt x="127670" y="258602"/>
                  </a:lnTo>
                  <a:lnTo>
                    <a:pt x="127739" y="258356"/>
                  </a:lnTo>
                  <a:lnTo>
                    <a:pt x="127763" y="258168"/>
                  </a:lnTo>
                  <a:lnTo>
                    <a:pt x="127779" y="257880"/>
                  </a:lnTo>
                  <a:lnTo>
                    <a:pt x="127786" y="257509"/>
                  </a:lnTo>
                  <a:lnTo>
                    <a:pt x="127820" y="257108"/>
                  </a:lnTo>
                  <a:lnTo>
                    <a:pt x="127807" y="256857"/>
                  </a:lnTo>
                  <a:lnTo>
                    <a:pt x="127697" y="256504"/>
                  </a:lnTo>
                  <a:lnTo>
                    <a:pt x="127742" y="256003"/>
                  </a:lnTo>
                  <a:lnTo>
                    <a:pt x="127897" y="255532"/>
                  </a:lnTo>
                  <a:lnTo>
                    <a:pt x="127971" y="255370"/>
                  </a:lnTo>
                  <a:lnTo>
                    <a:pt x="128206" y="255115"/>
                  </a:lnTo>
                  <a:lnTo>
                    <a:pt x="128433" y="255169"/>
                  </a:lnTo>
                  <a:lnTo>
                    <a:pt x="128861" y="255436"/>
                  </a:lnTo>
                  <a:lnTo>
                    <a:pt x="129306" y="255777"/>
                  </a:lnTo>
                  <a:lnTo>
                    <a:pt x="129447" y="255859"/>
                  </a:lnTo>
                  <a:lnTo>
                    <a:pt x="129776" y="255865"/>
                  </a:lnTo>
                  <a:lnTo>
                    <a:pt x="129983" y="255687"/>
                  </a:lnTo>
                  <a:lnTo>
                    <a:pt x="129912" y="255125"/>
                  </a:lnTo>
                  <a:lnTo>
                    <a:pt x="129845" y="254825"/>
                  </a:lnTo>
                  <a:lnTo>
                    <a:pt x="129798" y="254480"/>
                  </a:lnTo>
                  <a:lnTo>
                    <a:pt x="129619" y="254154"/>
                  </a:lnTo>
                  <a:lnTo>
                    <a:pt x="129410" y="253874"/>
                  </a:lnTo>
                  <a:lnTo>
                    <a:pt x="129149" y="253601"/>
                  </a:lnTo>
                  <a:lnTo>
                    <a:pt x="128736" y="253005"/>
                  </a:lnTo>
                  <a:lnTo>
                    <a:pt x="129364" y="253006"/>
                  </a:lnTo>
                  <a:lnTo>
                    <a:pt x="129879" y="253433"/>
                  </a:lnTo>
                  <a:lnTo>
                    <a:pt x="130141" y="253572"/>
                  </a:lnTo>
                  <a:lnTo>
                    <a:pt x="130467" y="253792"/>
                  </a:lnTo>
                  <a:lnTo>
                    <a:pt x="131958" y="253644"/>
                  </a:lnTo>
                  <a:lnTo>
                    <a:pt x="131988" y="254326"/>
                  </a:lnTo>
                  <a:lnTo>
                    <a:pt x="132215" y="254606"/>
                  </a:lnTo>
                  <a:lnTo>
                    <a:pt x="132659" y="254510"/>
                  </a:lnTo>
                  <a:lnTo>
                    <a:pt x="132866" y="254227"/>
                  </a:lnTo>
                  <a:lnTo>
                    <a:pt x="133472" y="254325"/>
                  </a:lnTo>
                  <a:lnTo>
                    <a:pt x="133960" y="254398"/>
                  </a:lnTo>
                  <a:lnTo>
                    <a:pt x="134266" y="254315"/>
                  </a:lnTo>
                  <a:lnTo>
                    <a:pt x="134527" y="254215"/>
                  </a:lnTo>
                  <a:lnTo>
                    <a:pt x="135263" y="254596"/>
                  </a:lnTo>
                  <a:lnTo>
                    <a:pt x="135779" y="254701"/>
                  </a:lnTo>
                  <a:lnTo>
                    <a:pt x="136222" y="254881"/>
                  </a:lnTo>
                  <a:lnTo>
                    <a:pt x="136621" y="254926"/>
                  </a:lnTo>
                  <a:lnTo>
                    <a:pt x="136698" y="255129"/>
                  </a:lnTo>
                  <a:lnTo>
                    <a:pt x="136761" y="255320"/>
                  </a:lnTo>
                  <a:lnTo>
                    <a:pt x="136864" y="255546"/>
                  </a:lnTo>
                  <a:lnTo>
                    <a:pt x="137373" y="255502"/>
                  </a:lnTo>
                  <a:lnTo>
                    <a:pt x="137867" y="255809"/>
                  </a:lnTo>
                  <a:lnTo>
                    <a:pt x="138135" y="256375"/>
                  </a:lnTo>
                  <a:lnTo>
                    <a:pt x="138328" y="256287"/>
                  </a:lnTo>
                  <a:lnTo>
                    <a:pt x="138440" y="256158"/>
                  </a:lnTo>
                  <a:lnTo>
                    <a:pt x="138721" y="255922"/>
                  </a:lnTo>
                  <a:lnTo>
                    <a:pt x="139042" y="255654"/>
                  </a:lnTo>
                  <a:lnTo>
                    <a:pt x="139307" y="255458"/>
                  </a:lnTo>
                  <a:lnTo>
                    <a:pt x="139865" y="255329"/>
                  </a:lnTo>
                  <a:lnTo>
                    <a:pt x="140029" y="255268"/>
                  </a:lnTo>
                  <a:lnTo>
                    <a:pt x="140513" y="255218"/>
                  </a:lnTo>
                  <a:lnTo>
                    <a:pt x="141017" y="254879"/>
                  </a:lnTo>
                  <a:lnTo>
                    <a:pt x="141506" y="254603"/>
                  </a:lnTo>
                  <a:lnTo>
                    <a:pt x="141660" y="254433"/>
                  </a:lnTo>
                  <a:lnTo>
                    <a:pt x="141881" y="254067"/>
                  </a:lnTo>
                  <a:lnTo>
                    <a:pt x="142291" y="253671"/>
                  </a:lnTo>
                  <a:lnTo>
                    <a:pt x="142938" y="253150"/>
                  </a:lnTo>
                  <a:lnTo>
                    <a:pt x="143304" y="252948"/>
                  </a:lnTo>
                  <a:lnTo>
                    <a:pt x="143505" y="252935"/>
                  </a:lnTo>
                  <a:lnTo>
                    <a:pt x="143667" y="252809"/>
                  </a:lnTo>
                  <a:lnTo>
                    <a:pt x="143910" y="252995"/>
                  </a:lnTo>
                  <a:lnTo>
                    <a:pt x="144095" y="253211"/>
                  </a:lnTo>
                  <a:lnTo>
                    <a:pt x="144437" y="253357"/>
                  </a:lnTo>
                  <a:lnTo>
                    <a:pt x="144802" y="253455"/>
                  </a:lnTo>
                  <a:lnTo>
                    <a:pt x="145239" y="253289"/>
                  </a:lnTo>
                  <a:lnTo>
                    <a:pt x="145285" y="253499"/>
                  </a:lnTo>
                  <a:lnTo>
                    <a:pt x="145218" y="253706"/>
                  </a:lnTo>
                  <a:lnTo>
                    <a:pt x="145095" y="254002"/>
                  </a:lnTo>
                  <a:lnTo>
                    <a:pt x="145299" y="254860"/>
                  </a:lnTo>
                  <a:lnTo>
                    <a:pt x="145426" y="254626"/>
                  </a:lnTo>
                  <a:lnTo>
                    <a:pt x="145546" y="254027"/>
                  </a:lnTo>
                  <a:lnTo>
                    <a:pt x="146035" y="253728"/>
                  </a:lnTo>
                  <a:lnTo>
                    <a:pt x="146617" y="253805"/>
                  </a:lnTo>
                  <a:lnTo>
                    <a:pt x="147012" y="253767"/>
                  </a:lnTo>
                  <a:lnTo>
                    <a:pt x="147448" y="253175"/>
                  </a:lnTo>
                  <a:lnTo>
                    <a:pt x="147984" y="252790"/>
                  </a:lnTo>
                  <a:lnTo>
                    <a:pt x="148127" y="252715"/>
                  </a:lnTo>
                  <a:lnTo>
                    <a:pt x="148404" y="252551"/>
                  </a:lnTo>
                  <a:lnTo>
                    <a:pt x="148675" y="252124"/>
                  </a:lnTo>
                  <a:lnTo>
                    <a:pt x="148765" y="251838"/>
                  </a:lnTo>
                  <a:lnTo>
                    <a:pt x="149100" y="251538"/>
                  </a:lnTo>
                  <a:lnTo>
                    <a:pt x="149455" y="251047"/>
                  </a:lnTo>
                  <a:lnTo>
                    <a:pt x="149557" y="250667"/>
                  </a:lnTo>
                  <a:lnTo>
                    <a:pt x="149601" y="250468"/>
                  </a:lnTo>
                  <a:lnTo>
                    <a:pt x="149602" y="250033"/>
                  </a:lnTo>
                  <a:lnTo>
                    <a:pt x="149590" y="249904"/>
                  </a:lnTo>
                  <a:lnTo>
                    <a:pt x="149700" y="249536"/>
                  </a:lnTo>
                  <a:lnTo>
                    <a:pt x="149657" y="249163"/>
                  </a:lnTo>
                  <a:lnTo>
                    <a:pt x="149562" y="248812"/>
                  </a:lnTo>
                  <a:lnTo>
                    <a:pt x="149910" y="248443"/>
                  </a:lnTo>
                  <a:lnTo>
                    <a:pt x="149736" y="248030"/>
                  </a:lnTo>
                  <a:lnTo>
                    <a:pt x="149787" y="247499"/>
                  </a:lnTo>
                  <a:lnTo>
                    <a:pt x="149883" y="247224"/>
                  </a:lnTo>
                  <a:lnTo>
                    <a:pt x="149910" y="247068"/>
                  </a:lnTo>
                  <a:lnTo>
                    <a:pt x="149938" y="246797"/>
                  </a:lnTo>
                  <a:lnTo>
                    <a:pt x="150001" y="246617"/>
                  </a:lnTo>
                  <a:lnTo>
                    <a:pt x="149511" y="245980"/>
                  </a:lnTo>
                  <a:lnTo>
                    <a:pt x="149396" y="245768"/>
                  </a:lnTo>
                  <a:lnTo>
                    <a:pt x="149455" y="245603"/>
                  </a:lnTo>
                  <a:lnTo>
                    <a:pt x="149520" y="245368"/>
                  </a:lnTo>
                  <a:lnTo>
                    <a:pt x="149113" y="244758"/>
                  </a:lnTo>
                  <a:lnTo>
                    <a:pt x="148688" y="244465"/>
                  </a:lnTo>
                  <a:lnTo>
                    <a:pt x="148003" y="243855"/>
                  </a:lnTo>
                  <a:lnTo>
                    <a:pt x="147131" y="243178"/>
                  </a:lnTo>
                  <a:lnTo>
                    <a:pt x="146879" y="243152"/>
                  </a:lnTo>
                  <a:lnTo>
                    <a:pt x="146313" y="243106"/>
                  </a:lnTo>
                  <a:lnTo>
                    <a:pt x="146006" y="243139"/>
                  </a:lnTo>
                  <a:lnTo>
                    <a:pt x="145647" y="242586"/>
                  </a:lnTo>
                  <a:lnTo>
                    <a:pt x="145888" y="241852"/>
                  </a:lnTo>
                  <a:lnTo>
                    <a:pt x="145797" y="241603"/>
                  </a:lnTo>
                  <a:lnTo>
                    <a:pt x="145944" y="241359"/>
                  </a:lnTo>
                  <a:lnTo>
                    <a:pt x="146047" y="240986"/>
                  </a:lnTo>
                  <a:lnTo>
                    <a:pt x="145962" y="240703"/>
                  </a:lnTo>
                  <a:lnTo>
                    <a:pt x="146001" y="240317"/>
                  </a:lnTo>
                  <a:lnTo>
                    <a:pt x="145962" y="240110"/>
                  </a:lnTo>
                  <a:lnTo>
                    <a:pt x="145805" y="239585"/>
                  </a:lnTo>
                  <a:lnTo>
                    <a:pt x="145903" y="239308"/>
                  </a:lnTo>
                  <a:lnTo>
                    <a:pt x="146068" y="239325"/>
                  </a:lnTo>
                  <a:lnTo>
                    <a:pt x="146253" y="239397"/>
                  </a:lnTo>
                  <a:lnTo>
                    <a:pt x="147200" y="239592"/>
                  </a:lnTo>
                  <a:lnTo>
                    <a:pt x="147513" y="239594"/>
                  </a:lnTo>
                  <a:lnTo>
                    <a:pt x="147835" y="239522"/>
                  </a:lnTo>
                  <a:lnTo>
                    <a:pt x="148018" y="239416"/>
                  </a:lnTo>
                  <a:lnTo>
                    <a:pt x="147728" y="238837"/>
                  </a:lnTo>
                  <a:lnTo>
                    <a:pt x="147925" y="237668"/>
                  </a:lnTo>
                  <a:lnTo>
                    <a:pt x="147889" y="237373"/>
                  </a:lnTo>
                  <a:lnTo>
                    <a:pt x="147995" y="237017"/>
                  </a:lnTo>
                  <a:lnTo>
                    <a:pt x="147772" y="236813"/>
                  </a:lnTo>
                  <a:lnTo>
                    <a:pt x="147512" y="236844"/>
                  </a:lnTo>
                  <a:lnTo>
                    <a:pt x="147441" y="236579"/>
                  </a:lnTo>
                  <a:lnTo>
                    <a:pt x="146930" y="236390"/>
                  </a:lnTo>
                  <a:lnTo>
                    <a:pt x="146776" y="236393"/>
                  </a:lnTo>
                  <a:lnTo>
                    <a:pt x="146486" y="236165"/>
                  </a:lnTo>
                  <a:lnTo>
                    <a:pt x="146536" y="235723"/>
                  </a:lnTo>
                  <a:lnTo>
                    <a:pt x="146374" y="235291"/>
                  </a:lnTo>
                  <a:lnTo>
                    <a:pt x="146387" y="235110"/>
                  </a:lnTo>
                  <a:lnTo>
                    <a:pt x="146921" y="234745"/>
                  </a:lnTo>
                  <a:lnTo>
                    <a:pt x="147060" y="234722"/>
                  </a:lnTo>
                  <a:lnTo>
                    <a:pt x="147400" y="234365"/>
                  </a:lnTo>
                  <a:lnTo>
                    <a:pt x="147356" y="234088"/>
                  </a:lnTo>
                  <a:lnTo>
                    <a:pt x="147306" y="233902"/>
                  </a:lnTo>
                  <a:lnTo>
                    <a:pt x="146886" y="233509"/>
                  </a:lnTo>
                  <a:lnTo>
                    <a:pt x="146764" y="233109"/>
                  </a:lnTo>
                  <a:lnTo>
                    <a:pt x="146879" y="232940"/>
                  </a:lnTo>
                  <a:lnTo>
                    <a:pt x="146966" y="232601"/>
                  </a:lnTo>
                  <a:lnTo>
                    <a:pt x="146624" y="232253"/>
                  </a:lnTo>
                  <a:lnTo>
                    <a:pt x="146432" y="232250"/>
                  </a:lnTo>
                  <a:lnTo>
                    <a:pt x="146425" y="232001"/>
                  </a:lnTo>
                  <a:lnTo>
                    <a:pt x="146013" y="231639"/>
                  </a:lnTo>
                  <a:lnTo>
                    <a:pt x="145891" y="231439"/>
                  </a:lnTo>
                  <a:lnTo>
                    <a:pt x="146173" y="230778"/>
                  </a:lnTo>
                  <a:lnTo>
                    <a:pt x="146172" y="230625"/>
                  </a:lnTo>
                  <a:lnTo>
                    <a:pt x="145783" y="230631"/>
                  </a:lnTo>
                  <a:lnTo>
                    <a:pt x="145550" y="230606"/>
                  </a:lnTo>
                  <a:lnTo>
                    <a:pt x="145388" y="230237"/>
                  </a:lnTo>
                  <a:lnTo>
                    <a:pt x="145601" y="229993"/>
                  </a:lnTo>
                  <a:lnTo>
                    <a:pt x="145710" y="229490"/>
                  </a:lnTo>
                  <a:lnTo>
                    <a:pt x="146113" y="228969"/>
                  </a:lnTo>
                  <a:lnTo>
                    <a:pt x="146424" y="228743"/>
                  </a:lnTo>
                  <a:lnTo>
                    <a:pt x="146511" y="228591"/>
                  </a:lnTo>
                  <a:lnTo>
                    <a:pt x="146854" y="228603"/>
                  </a:lnTo>
                  <a:lnTo>
                    <a:pt x="146927" y="227984"/>
                  </a:lnTo>
                  <a:lnTo>
                    <a:pt x="147481" y="227996"/>
                  </a:lnTo>
                  <a:lnTo>
                    <a:pt x="147482" y="227729"/>
                  </a:lnTo>
                  <a:lnTo>
                    <a:pt x="147646" y="227314"/>
                  </a:lnTo>
                  <a:lnTo>
                    <a:pt x="147985" y="227022"/>
                  </a:lnTo>
                  <a:lnTo>
                    <a:pt x="148262" y="227015"/>
                  </a:lnTo>
                  <a:lnTo>
                    <a:pt x="148773" y="227469"/>
                  </a:lnTo>
                  <a:lnTo>
                    <a:pt x="148836" y="227665"/>
                  </a:lnTo>
                  <a:lnTo>
                    <a:pt x="149266" y="227513"/>
                  </a:lnTo>
                  <a:lnTo>
                    <a:pt x="149731" y="227091"/>
                  </a:lnTo>
                  <a:lnTo>
                    <a:pt x="149931" y="227149"/>
                  </a:lnTo>
                  <a:lnTo>
                    <a:pt x="150361" y="227343"/>
                  </a:lnTo>
                  <a:lnTo>
                    <a:pt x="150572" y="227345"/>
                  </a:lnTo>
                  <a:lnTo>
                    <a:pt x="150841" y="227315"/>
                  </a:lnTo>
                  <a:lnTo>
                    <a:pt x="151138" y="227249"/>
                  </a:lnTo>
                  <a:lnTo>
                    <a:pt x="151580" y="227251"/>
                  </a:lnTo>
                  <a:lnTo>
                    <a:pt x="151759" y="227260"/>
                  </a:lnTo>
                  <a:lnTo>
                    <a:pt x="151947" y="227265"/>
                  </a:lnTo>
                  <a:lnTo>
                    <a:pt x="152353" y="227394"/>
                  </a:lnTo>
                  <a:lnTo>
                    <a:pt x="152573" y="227579"/>
                  </a:lnTo>
                  <a:lnTo>
                    <a:pt x="152738" y="227874"/>
                  </a:lnTo>
                  <a:lnTo>
                    <a:pt x="152888" y="228146"/>
                  </a:lnTo>
                  <a:lnTo>
                    <a:pt x="153584" y="228547"/>
                  </a:lnTo>
                  <a:lnTo>
                    <a:pt x="153520" y="228781"/>
                  </a:lnTo>
                  <a:lnTo>
                    <a:pt x="153954" y="229347"/>
                  </a:lnTo>
                  <a:lnTo>
                    <a:pt x="154175" y="229783"/>
                  </a:lnTo>
                  <a:lnTo>
                    <a:pt x="154238" y="230009"/>
                  </a:lnTo>
                  <a:lnTo>
                    <a:pt x="154426" y="230135"/>
                  </a:lnTo>
                  <a:lnTo>
                    <a:pt x="154683" y="230395"/>
                  </a:lnTo>
                  <a:lnTo>
                    <a:pt x="154636" y="230730"/>
                  </a:lnTo>
                  <a:lnTo>
                    <a:pt x="154901" y="231237"/>
                  </a:lnTo>
                  <a:lnTo>
                    <a:pt x="155388" y="231732"/>
                  </a:lnTo>
                  <a:lnTo>
                    <a:pt x="155429" y="231902"/>
                  </a:lnTo>
                  <a:lnTo>
                    <a:pt x="155819" y="232109"/>
                  </a:lnTo>
                  <a:lnTo>
                    <a:pt x="156053" y="231865"/>
                  </a:lnTo>
                  <a:lnTo>
                    <a:pt x="155982" y="231260"/>
                  </a:lnTo>
                  <a:lnTo>
                    <a:pt x="156004" y="230949"/>
                  </a:lnTo>
                  <a:lnTo>
                    <a:pt x="156085" y="230454"/>
                  </a:lnTo>
                  <a:lnTo>
                    <a:pt x="156034" y="229578"/>
                  </a:lnTo>
                  <a:lnTo>
                    <a:pt x="156151" y="229310"/>
                  </a:lnTo>
                  <a:lnTo>
                    <a:pt x="156326" y="229033"/>
                  </a:lnTo>
                  <a:lnTo>
                    <a:pt x="156656" y="228974"/>
                  </a:lnTo>
                  <a:lnTo>
                    <a:pt x="156850" y="228973"/>
                  </a:lnTo>
                  <a:lnTo>
                    <a:pt x="157493" y="228770"/>
                  </a:lnTo>
                  <a:lnTo>
                    <a:pt x="157905" y="228892"/>
                  </a:lnTo>
                  <a:lnTo>
                    <a:pt x="159222" y="229018"/>
                  </a:lnTo>
                  <a:lnTo>
                    <a:pt x="159774" y="228960"/>
                  </a:lnTo>
                  <a:lnTo>
                    <a:pt x="159979" y="229152"/>
                  </a:lnTo>
                  <a:lnTo>
                    <a:pt x="160103" y="229412"/>
                  </a:lnTo>
                  <a:lnTo>
                    <a:pt x="160544" y="229885"/>
                  </a:lnTo>
                  <a:lnTo>
                    <a:pt x="160687" y="229925"/>
                  </a:lnTo>
                  <a:lnTo>
                    <a:pt x="160725" y="230137"/>
                  </a:lnTo>
                  <a:lnTo>
                    <a:pt x="161044" y="230548"/>
                  </a:lnTo>
                  <a:lnTo>
                    <a:pt x="161403" y="231000"/>
                  </a:lnTo>
                  <a:lnTo>
                    <a:pt x="161627" y="231042"/>
                  </a:lnTo>
                  <a:lnTo>
                    <a:pt x="161965" y="231282"/>
                  </a:lnTo>
                  <a:lnTo>
                    <a:pt x="162265" y="231453"/>
                  </a:lnTo>
                  <a:lnTo>
                    <a:pt x="162570" y="231878"/>
                  </a:lnTo>
                  <a:lnTo>
                    <a:pt x="163364" y="232565"/>
                  </a:lnTo>
                  <a:lnTo>
                    <a:pt x="163504" y="232746"/>
                  </a:lnTo>
                  <a:lnTo>
                    <a:pt x="163840" y="233097"/>
                  </a:lnTo>
                  <a:lnTo>
                    <a:pt x="164110" y="233451"/>
                  </a:lnTo>
                  <a:lnTo>
                    <a:pt x="164236" y="233586"/>
                  </a:lnTo>
                  <a:lnTo>
                    <a:pt x="164384" y="233617"/>
                  </a:lnTo>
                  <a:lnTo>
                    <a:pt x="164491" y="233860"/>
                  </a:lnTo>
                  <a:lnTo>
                    <a:pt x="164715" y="233979"/>
                  </a:lnTo>
                  <a:lnTo>
                    <a:pt x="165323" y="234402"/>
                  </a:lnTo>
                  <a:lnTo>
                    <a:pt x="165465" y="234137"/>
                  </a:lnTo>
                  <a:lnTo>
                    <a:pt x="165679" y="233778"/>
                  </a:lnTo>
                  <a:lnTo>
                    <a:pt x="165896" y="233405"/>
                  </a:lnTo>
                  <a:lnTo>
                    <a:pt x="165957" y="233225"/>
                  </a:lnTo>
                  <a:lnTo>
                    <a:pt x="166061" y="233068"/>
                  </a:lnTo>
                  <a:lnTo>
                    <a:pt x="166341" y="232912"/>
                  </a:lnTo>
                  <a:lnTo>
                    <a:pt x="166362" y="232763"/>
                  </a:lnTo>
                  <a:lnTo>
                    <a:pt x="166184" y="231876"/>
                  </a:lnTo>
                  <a:lnTo>
                    <a:pt x="166167" y="231702"/>
                  </a:lnTo>
                  <a:lnTo>
                    <a:pt x="166533" y="231609"/>
                  </a:lnTo>
                  <a:lnTo>
                    <a:pt x="167014" y="231304"/>
                  </a:lnTo>
                  <a:lnTo>
                    <a:pt x="167206" y="231118"/>
                  </a:lnTo>
                  <a:lnTo>
                    <a:pt x="167390" y="230859"/>
                  </a:lnTo>
                  <a:lnTo>
                    <a:pt x="167338" y="230508"/>
                  </a:lnTo>
                  <a:lnTo>
                    <a:pt x="167156" y="230223"/>
                  </a:lnTo>
                  <a:lnTo>
                    <a:pt x="167047" y="230048"/>
                  </a:lnTo>
                  <a:lnTo>
                    <a:pt x="167398" y="229937"/>
                  </a:lnTo>
                  <a:lnTo>
                    <a:pt x="167925" y="229686"/>
                  </a:lnTo>
                  <a:lnTo>
                    <a:pt x="168222" y="229531"/>
                  </a:lnTo>
                  <a:lnTo>
                    <a:pt x="168559" y="229185"/>
                  </a:lnTo>
                  <a:lnTo>
                    <a:pt x="168635" y="229026"/>
                  </a:lnTo>
                  <a:lnTo>
                    <a:pt x="168697" y="228817"/>
                  </a:lnTo>
                  <a:lnTo>
                    <a:pt x="168959" y="228312"/>
                  </a:lnTo>
                  <a:lnTo>
                    <a:pt x="169017" y="227599"/>
                  </a:lnTo>
                  <a:lnTo>
                    <a:pt x="169217" y="227418"/>
                  </a:lnTo>
                  <a:lnTo>
                    <a:pt x="169418" y="226995"/>
                  </a:lnTo>
                  <a:lnTo>
                    <a:pt x="169251" y="226629"/>
                  </a:lnTo>
                  <a:lnTo>
                    <a:pt x="169048" y="226403"/>
                  </a:lnTo>
                  <a:lnTo>
                    <a:pt x="168416" y="225964"/>
                  </a:lnTo>
                  <a:lnTo>
                    <a:pt x="168267" y="225802"/>
                  </a:lnTo>
                  <a:lnTo>
                    <a:pt x="167919" y="225769"/>
                  </a:lnTo>
                  <a:lnTo>
                    <a:pt x="167656" y="225765"/>
                  </a:lnTo>
                  <a:lnTo>
                    <a:pt x="167459" y="225769"/>
                  </a:lnTo>
                  <a:lnTo>
                    <a:pt x="167289" y="225779"/>
                  </a:lnTo>
                  <a:lnTo>
                    <a:pt x="166470" y="225355"/>
                  </a:lnTo>
                  <a:lnTo>
                    <a:pt x="166316" y="225253"/>
                  </a:lnTo>
                  <a:lnTo>
                    <a:pt x="166116" y="225014"/>
                  </a:lnTo>
                  <a:lnTo>
                    <a:pt x="165914" y="224547"/>
                  </a:lnTo>
                  <a:lnTo>
                    <a:pt x="166087" y="223567"/>
                  </a:lnTo>
                  <a:lnTo>
                    <a:pt x="166222" y="223103"/>
                  </a:lnTo>
                  <a:lnTo>
                    <a:pt x="166350" y="222726"/>
                  </a:lnTo>
                  <a:lnTo>
                    <a:pt x="166418" y="222314"/>
                  </a:lnTo>
                  <a:lnTo>
                    <a:pt x="166408" y="222062"/>
                  </a:lnTo>
                  <a:lnTo>
                    <a:pt x="166549" y="221932"/>
                  </a:lnTo>
                  <a:lnTo>
                    <a:pt x="166696" y="221831"/>
                  </a:lnTo>
                  <a:lnTo>
                    <a:pt x="166883" y="221584"/>
                  </a:lnTo>
                  <a:lnTo>
                    <a:pt x="166898" y="221409"/>
                  </a:lnTo>
                  <a:lnTo>
                    <a:pt x="167022" y="221236"/>
                  </a:lnTo>
                  <a:lnTo>
                    <a:pt x="167182" y="221020"/>
                  </a:lnTo>
                  <a:lnTo>
                    <a:pt x="167346" y="220723"/>
                  </a:lnTo>
                  <a:lnTo>
                    <a:pt x="167635" y="220293"/>
                  </a:lnTo>
                  <a:lnTo>
                    <a:pt x="167755" y="219813"/>
                  </a:lnTo>
                  <a:lnTo>
                    <a:pt x="167926" y="219704"/>
                  </a:lnTo>
                  <a:lnTo>
                    <a:pt x="168311" y="219556"/>
                  </a:lnTo>
                  <a:lnTo>
                    <a:pt x="168680" y="219442"/>
                  </a:lnTo>
                  <a:lnTo>
                    <a:pt x="169022" y="219384"/>
                  </a:lnTo>
                  <a:lnTo>
                    <a:pt x="169680" y="219401"/>
                  </a:lnTo>
                  <a:lnTo>
                    <a:pt x="170470" y="219296"/>
                  </a:lnTo>
                  <a:lnTo>
                    <a:pt x="170625" y="219238"/>
                  </a:lnTo>
                  <a:lnTo>
                    <a:pt x="170531" y="218749"/>
                  </a:lnTo>
                  <a:lnTo>
                    <a:pt x="170521" y="218515"/>
                  </a:lnTo>
                  <a:lnTo>
                    <a:pt x="170596" y="217989"/>
                  </a:lnTo>
                  <a:lnTo>
                    <a:pt x="170693" y="217632"/>
                  </a:lnTo>
                  <a:lnTo>
                    <a:pt x="170781" y="217274"/>
                  </a:lnTo>
                  <a:lnTo>
                    <a:pt x="170791" y="217039"/>
                  </a:lnTo>
                  <a:lnTo>
                    <a:pt x="170761" y="216788"/>
                  </a:lnTo>
                  <a:lnTo>
                    <a:pt x="170721" y="216560"/>
                  </a:lnTo>
                  <a:lnTo>
                    <a:pt x="170732" y="216287"/>
                  </a:lnTo>
                  <a:lnTo>
                    <a:pt x="170906" y="216065"/>
                  </a:lnTo>
                  <a:lnTo>
                    <a:pt x="170905" y="215831"/>
                  </a:lnTo>
                  <a:lnTo>
                    <a:pt x="170618" y="214920"/>
                  </a:lnTo>
                  <a:lnTo>
                    <a:pt x="170746" y="214845"/>
                  </a:lnTo>
                  <a:lnTo>
                    <a:pt x="170968" y="214580"/>
                  </a:lnTo>
                  <a:lnTo>
                    <a:pt x="171459" y="214498"/>
                  </a:lnTo>
                  <a:lnTo>
                    <a:pt x="172001" y="214864"/>
                  </a:lnTo>
                  <a:lnTo>
                    <a:pt x="172238" y="214808"/>
                  </a:lnTo>
                  <a:lnTo>
                    <a:pt x="172979" y="214541"/>
                  </a:lnTo>
                  <a:lnTo>
                    <a:pt x="173067" y="214029"/>
                  </a:lnTo>
                  <a:lnTo>
                    <a:pt x="173004" y="213728"/>
                  </a:lnTo>
                  <a:lnTo>
                    <a:pt x="172967" y="213388"/>
                  </a:lnTo>
                  <a:lnTo>
                    <a:pt x="173592" y="212534"/>
                  </a:lnTo>
                  <a:lnTo>
                    <a:pt x="173803" y="212856"/>
                  </a:lnTo>
                  <a:lnTo>
                    <a:pt x="174050" y="213190"/>
                  </a:lnTo>
                  <a:lnTo>
                    <a:pt x="174201" y="213198"/>
                  </a:lnTo>
                  <a:lnTo>
                    <a:pt x="174630" y="213449"/>
                  </a:lnTo>
                  <a:lnTo>
                    <a:pt x="175015" y="213590"/>
                  </a:lnTo>
                  <a:lnTo>
                    <a:pt x="175034" y="214185"/>
                  </a:lnTo>
                  <a:lnTo>
                    <a:pt x="175252" y="214255"/>
                  </a:lnTo>
                  <a:lnTo>
                    <a:pt x="175520" y="214381"/>
                  </a:lnTo>
                  <a:lnTo>
                    <a:pt x="175738" y="214605"/>
                  </a:lnTo>
                  <a:lnTo>
                    <a:pt x="175827" y="214935"/>
                  </a:lnTo>
                  <a:lnTo>
                    <a:pt x="175858" y="215306"/>
                  </a:lnTo>
                  <a:lnTo>
                    <a:pt x="175781" y="215585"/>
                  </a:lnTo>
                  <a:lnTo>
                    <a:pt x="175558" y="216024"/>
                  </a:lnTo>
                  <a:lnTo>
                    <a:pt x="175571" y="216322"/>
                  </a:lnTo>
                  <a:lnTo>
                    <a:pt x="175798" y="216575"/>
                  </a:lnTo>
                  <a:lnTo>
                    <a:pt x="175732" y="216783"/>
                  </a:lnTo>
                  <a:lnTo>
                    <a:pt x="175633" y="216986"/>
                  </a:lnTo>
                  <a:lnTo>
                    <a:pt x="175626" y="217178"/>
                  </a:lnTo>
                  <a:lnTo>
                    <a:pt x="175770" y="217603"/>
                  </a:lnTo>
                  <a:lnTo>
                    <a:pt x="176025" y="217924"/>
                  </a:lnTo>
                  <a:lnTo>
                    <a:pt x="176166" y="217983"/>
                  </a:lnTo>
                  <a:lnTo>
                    <a:pt x="176597" y="218085"/>
                  </a:lnTo>
                  <a:lnTo>
                    <a:pt x="176737" y="218349"/>
                  </a:lnTo>
                  <a:lnTo>
                    <a:pt x="176697" y="218616"/>
                  </a:lnTo>
                  <a:lnTo>
                    <a:pt x="176696" y="219320"/>
                  </a:lnTo>
                  <a:lnTo>
                    <a:pt x="177002" y="219422"/>
                  </a:lnTo>
                  <a:lnTo>
                    <a:pt x="177351" y="219574"/>
                  </a:lnTo>
                  <a:lnTo>
                    <a:pt x="177015" y="219730"/>
                  </a:lnTo>
                  <a:lnTo>
                    <a:pt x="176608" y="219812"/>
                  </a:lnTo>
                  <a:lnTo>
                    <a:pt x="176343" y="220429"/>
                  </a:lnTo>
                  <a:lnTo>
                    <a:pt x="175817" y="221252"/>
                  </a:lnTo>
                  <a:lnTo>
                    <a:pt x="175722" y="221522"/>
                  </a:lnTo>
                  <a:lnTo>
                    <a:pt x="175486" y="221606"/>
                  </a:lnTo>
                  <a:lnTo>
                    <a:pt x="175049" y="222153"/>
                  </a:lnTo>
                  <a:lnTo>
                    <a:pt x="174907" y="222532"/>
                  </a:lnTo>
                  <a:lnTo>
                    <a:pt x="174894" y="222806"/>
                  </a:lnTo>
                  <a:lnTo>
                    <a:pt x="174932" y="223110"/>
                  </a:lnTo>
                  <a:lnTo>
                    <a:pt x="174779" y="223319"/>
                  </a:lnTo>
                  <a:lnTo>
                    <a:pt x="174680" y="223705"/>
                  </a:lnTo>
                  <a:lnTo>
                    <a:pt x="174690" y="223853"/>
                  </a:lnTo>
                  <a:lnTo>
                    <a:pt x="174696" y="224059"/>
                  </a:lnTo>
                  <a:lnTo>
                    <a:pt x="174793" y="224905"/>
                  </a:lnTo>
                  <a:lnTo>
                    <a:pt x="174735" y="225074"/>
                  </a:lnTo>
                  <a:lnTo>
                    <a:pt x="174474" y="225119"/>
                  </a:lnTo>
                  <a:lnTo>
                    <a:pt x="173914" y="225310"/>
                  </a:lnTo>
                  <a:lnTo>
                    <a:pt x="173650" y="225806"/>
                  </a:lnTo>
                  <a:lnTo>
                    <a:pt x="172912" y="226451"/>
                  </a:lnTo>
                  <a:lnTo>
                    <a:pt x="172787" y="226769"/>
                  </a:lnTo>
                  <a:lnTo>
                    <a:pt x="172661" y="226986"/>
                  </a:lnTo>
                  <a:lnTo>
                    <a:pt x="172437" y="226696"/>
                  </a:lnTo>
                  <a:lnTo>
                    <a:pt x="172279" y="226416"/>
                  </a:lnTo>
                  <a:lnTo>
                    <a:pt x="171850" y="226580"/>
                  </a:lnTo>
                  <a:lnTo>
                    <a:pt x="171133" y="226945"/>
                  </a:lnTo>
                  <a:lnTo>
                    <a:pt x="170857" y="227032"/>
                  </a:lnTo>
                  <a:lnTo>
                    <a:pt x="170576" y="227164"/>
                  </a:lnTo>
                  <a:lnTo>
                    <a:pt x="170656" y="227432"/>
                  </a:lnTo>
                  <a:lnTo>
                    <a:pt x="170803" y="228255"/>
                  </a:lnTo>
                  <a:lnTo>
                    <a:pt x="171212" y="228627"/>
                  </a:lnTo>
                  <a:lnTo>
                    <a:pt x="171432" y="228772"/>
                  </a:lnTo>
                  <a:lnTo>
                    <a:pt x="171667" y="228659"/>
                  </a:lnTo>
                  <a:lnTo>
                    <a:pt x="172095" y="229080"/>
                  </a:lnTo>
                  <a:lnTo>
                    <a:pt x="172272" y="229257"/>
                  </a:lnTo>
                  <a:lnTo>
                    <a:pt x="172450" y="229295"/>
                  </a:lnTo>
                  <a:lnTo>
                    <a:pt x="172936" y="229725"/>
                  </a:lnTo>
                  <a:lnTo>
                    <a:pt x="173356" y="230628"/>
                  </a:lnTo>
                  <a:lnTo>
                    <a:pt x="173340" y="231051"/>
                  </a:lnTo>
                  <a:lnTo>
                    <a:pt x="173242" y="231891"/>
                  </a:lnTo>
                  <a:lnTo>
                    <a:pt x="173288" y="232375"/>
                  </a:lnTo>
                  <a:lnTo>
                    <a:pt x="173092" y="232829"/>
                  </a:lnTo>
                  <a:lnTo>
                    <a:pt x="172893" y="232903"/>
                  </a:lnTo>
                  <a:lnTo>
                    <a:pt x="172604" y="233126"/>
                  </a:lnTo>
                  <a:lnTo>
                    <a:pt x="173190" y="233756"/>
                  </a:lnTo>
                  <a:lnTo>
                    <a:pt x="173438" y="233979"/>
                  </a:lnTo>
                  <a:lnTo>
                    <a:pt x="174386" y="234280"/>
                  </a:lnTo>
                  <a:lnTo>
                    <a:pt x="174702" y="233891"/>
                  </a:lnTo>
                  <a:lnTo>
                    <a:pt x="174843" y="233380"/>
                  </a:lnTo>
                  <a:lnTo>
                    <a:pt x="175208" y="232894"/>
                  </a:lnTo>
                  <a:lnTo>
                    <a:pt x="175585" y="232601"/>
                  </a:lnTo>
                  <a:lnTo>
                    <a:pt x="175890" y="232455"/>
                  </a:lnTo>
                  <a:lnTo>
                    <a:pt x="176078" y="232445"/>
                  </a:lnTo>
                  <a:lnTo>
                    <a:pt x="176358" y="232231"/>
                  </a:lnTo>
                  <a:lnTo>
                    <a:pt x="176624" y="231880"/>
                  </a:lnTo>
                  <a:lnTo>
                    <a:pt x="176660" y="231732"/>
                  </a:lnTo>
                  <a:lnTo>
                    <a:pt x="177134" y="230647"/>
                  </a:lnTo>
                  <a:lnTo>
                    <a:pt x="177291" y="230667"/>
                  </a:lnTo>
                  <a:lnTo>
                    <a:pt x="177886" y="230672"/>
                  </a:lnTo>
                  <a:lnTo>
                    <a:pt x="178216" y="230554"/>
                  </a:lnTo>
                  <a:lnTo>
                    <a:pt x="178376" y="230482"/>
                  </a:lnTo>
                  <a:lnTo>
                    <a:pt x="178492" y="230301"/>
                  </a:lnTo>
                  <a:lnTo>
                    <a:pt x="178760" y="230027"/>
                  </a:lnTo>
                  <a:lnTo>
                    <a:pt x="178943" y="230017"/>
                  </a:lnTo>
                  <a:lnTo>
                    <a:pt x="179530" y="230051"/>
                  </a:lnTo>
                  <a:lnTo>
                    <a:pt x="179863" y="230235"/>
                  </a:lnTo>
                  <a:lnTo>
                    <a:pt x="180309" y="230257"/>
                  </a:lnTo>
                  <a:lnTo>
                    <a:pt x="180721" y="230308"/>
                  </a:lnTo>
                  <a:lnTo>
                    <a:pt x="180891" y="230215"/>
                  </a:lnTo>
                  <a:lnTo>
                    <a:pt x="181229" y="230224"/>
                  </a:lnTo>
                  <a:lnTo>
                    <a:pt x="181855" y="230305"/>
                  </a:lnTo>
                  <a:lnTo>
                    <a:pt x="182107" y="230109"/>
                  </a:lnTo>
                  <a:lnTo>
                    <a:pt x="182243" y="230122"/>
                  </a:lnTo>
                  <a:lnTo>
                    <a:pt x="182640" y="230373"/>
                  </a:lnTo>
                  <a:lnTo>
                    <a:pt x="182934" y="229858"/>
                  </a:lnTo>
                  <a:lnTo>
                    <a:pt x="182987" y="229716"/>
                  </a:lnTo>
                  <a:lnTo>
                    <a:pt x="182930" y="229193"/>
                  </a:lnTo>
                  <a:lnTo>
                    <a:pt x="182869" y="228937"/>
                  </a:lnTo>
                  <a:lnTo>
                    <a:pt x="183032" y="228863"/>
                  </a:lnTo>
                  <a:lnTo>
                    <a:pt x="183417" y="228382"/>
                  </a:lnTo>
                  <a:lnTo>
                    <a:pt x="183319" y="228190"/>
                  </a:lnTo>
                  <a:lnTo>
                    <a:pt x="183220" y="227973"/>
                  </a:lnTo>
                  <a:lnTo>
                    <a:pt x="183450" y="227772"/>
                  </a:lnTo>
                  <a:lnTo>
                    <a:pt x="183701" y="227534"/>
                  </a:lnTo>
                  <a:lnTo>
                    <a:pt x="183566" y="227157"/>
                  </a:lnTo>
                  <a:lnTo>
                    <a:pt x="183526" y="226691"/>
                  </a:lnTo>
                  <a:lnTo>
                    <a:pt x="183622" y="226477"/>
                  </a:lnTo>
                  <a:lnTo>
                    <a:pt x="183673" y="226088"/>
                  </a:lnTo>
                  <a:lnTo>
                    <a:pt x="183659" y="225907"/>
                  </a:lnTo>
                  <a:lnTo>
                    <a:pt x="183910" y="226045"/>
                  </a:lnTo>
                  <a:lnTo>
                    <a:pt x="183882" y="226191"/>
                  </a:lnTo>
                  <a:lnTo>
                    <a:pt x="184100" y="226491"/>
                  </a:lnTo>
                  <a:lnTo>
                    <a:pt x="184353" y="226613"/>
                  </a:lnTo>
                  <a:lnTo>
                    <a:pt x="184443" y="226759"/>
                  </a:lnTo>
                  <a:lnTo>
                    <a:pt x="184678" y="226779"/>
                  </a:lnTo>
                  <a:lnTo>
                    <a:pt x="185002" y="226856"/>
                  </a:lnTo>
                  <a:lnTo>
                    <a:pt x="185269" y="227313"/>
                  </a:lnTo>
                  <a:lnTo>
                    <a:pt x="185338" y="227757"/>
                  </a:lnTo>
                  <a:lnTo>
                    <a:pt x="185719" y="228310"/>
                  </a:lnTo>
                  <a:lnTo>
                    <a:pt x="186045" y="228536"/>
                  </a:lnTo>
                  <a:lnTo>
                    <a:pt x="186220" y="228635"/>
                  </a:lnTo>
                  <a:lnTo>
                    <a:pt x="187004" y="228820"/>
                  </a:lnTo>
                  <a:lnTo>
                    <a:pt x="187304" y="229082"/>
                  </a:lnTo>
                  <a:lnTo>
                    <a:pt x="187698" y="228805"/>
                  </a:lnTo>
                  <a:lnTo>
                    <a:pt x="187802" y="228562"/>
                  </a:lnTo>
                  <a:lnTo>
                    <a:pt x="187756" y="228187"/>
                  </a:lnTo>
                  <a:lnTo>
                    <a:pt x="187848" y="227967"/>
                  </a:lnTo>
                  <a:lnTo>
                    <a:pt x="187748" y="227603"/>
                  </a:lnTo>
                  <a:lnTo>
                    <a:pt x="187700" y="227430"/>
                  </a:lnTo>
                  <a:lnTo>
                    <a:pt x="187633" y="227268"/>
                  </a:lnTo>
                  <a:lnTo>
                    <a:pt x="187690" y="227024"/>
                  </a:lnTo>
                  <a:lnTo>
                    <a:pt x="187614" y="226727"/>
                  </a:lnTo>
                  <a:lnTo>
                    <a:pt x="187531" y="226555"/>
                  </a:lnTo>
                  <a:lnTo>
                    <a:pt x="187553" y="226417"/>
                  </a:lnTo>
                  <a:lnTo>
                    <a:pt x="187549" y="226101"/>
                  </a:lnTo>
                  <a:lnTo>
                    <a:pt x="187265" y="225671"/>
                  </a:lnTo>
                  <a:lnTo>
                    <a:pt x="187274" y="225526"/>
                  </a:lnTo>
                  <a:lnTo>
                    <a:pt x="187283" y="225350"/>
                  </a:lnTo>
                  <a:lnTo>
                    <a:pt x="187324" y="225053"/>
                  </a:lnTo>
                  <a:lnTo>
                    <a:pt x="187380" y="224855"/>
                  </a:lnTo>
                  <a:lnTo>
                    <a:pt x="187021" y="224700"/>
                  </a:lnTo>
                  <a:lnTo>
                    <a:pt x="188180" y="222992"/>
                  </a:lnTo>
                  <a:lnTo>
                    <a:pt x="189273" y="221578"/>
                  </a:lnTo>
                  <a:lnTo>
                    <a:pt x="189447" y="221216"/>
                  </a:lnTo>
                  <a:lnTo>
                    <a:pt x="189389" y="221076"/>
                  </a:lnTo>
                  <a:lnTo>
                    <a:pt x="189627" y="220660"/>
                  </a:lnTo>
                  <a:lnTo>
                    <a:pt x="189920" y="220498"/>
                  </a:lnTo>
                  <a:lnTo>
                    <a:pt x="190074" y="220988"/>
                  </a:lnTo>
                  <a:lnTo>
                    <a:pt x="190342" y="221059"/>
                  </a:lnTo>
                  <a:lnTo>
                    <a:pt x="191086" y="220846"/>
                  </a:lnTo>
                  <a:lnTo>
                    <a:pt x="191201" y="221046"/>
                  </a:lnTo>
                  <a:lnTo>
                    <a:pt x="191306" y="221229"/>
                  </a:lnTo>
                  <a:lnTo>
                    <a:pt x="191563" y="221470"/>
                  </a:lnTo>
                  <a:lnTo>
                    <a:pt x="191772" y="221457"/>
                  </a:lnTo>
                  <a:lnTo>
                    <a:pt x="191953" y="221395"/>
                  </a:lnTo>
                  <a:lnTo>
                    <a:pt x="192121" y="221356"/>
                  </a:lnTo>
                  <a:lnTo>
                    <a:pt x="192307" y="221287"/>
                  </a:lnTo>
                  <a:lnTo>
                    <a:pt x="192563" y="221024"/>
                  </a:lnTo>
                  <a:lnTo>
                    <a:pt x="192904" y="220860"/>
                  </a:lnTo>
                  <a:lnTo>
                    <a:pt x="193135" y="221405"/>
                  </a:lnTo>
                  <a:lnTo>
                    <a:pt x="193243" y="221628"/>
                  </a:lnTo>
                  <a:lnTo>
                    <a:pt x="193733" y="221635"/>
                  </a:lnTo>
                  <a:lnTo>
                    <a:pt x="193797" y="221393"/>
                  </a:lnTo>
                  <a:lnTo>
                    <a:pt x="193635" y="221122"/>
                  </a:lnTo>
                  <a:lnTo>
                    <a:pt x="194103" y="220827"/>
                  </a:lnTo>
                  <a:lnTo>
                    <a:pt x="194240" y="220970"/>
                  </a:lnTo>
                  <a:lnTo>
                    <a:pt x="194802" y="220649"/>
                  </a:lnTo>
                  <a:lnTo>
                    <a:pt x="195497" y="220023"/>
                  </a:lnTo>
                  <a:lnTo>
                    <a:pt x="195725" y="219782"/>
                  </a:lnTo>
                  <a:lnTo>
                    <a:pt x="196330" y="219444"/>
                  </a:lnTo>
                  <a:lnTo>
                    <a:pt x="196412" y="219163"/>
                  </a:lnTo>
                  <a:lnTo>
                    <a:pt x="196609" y="218974"/>
                  </a:lnTo>
                  <a:lnTo>
                    <a:pt x="196890" y="218942"/>
                  </a:lnTo>
                  <a:lnTo>
                    <a:pt x="197101" y="219047"/>
                  </a:lnTo>
                  <a:lnTo>
                    <a:pt x="197425" y="218779"/>
                  </a:lnTo>
                  <a:lnTo>
                    <a:pt x="197052" y="218694"/>
                  </a:lnTo>
                  <a:lnTo>
                    <a:pt x="197013" y="218215"/>
                  </a:lnTo>
                  <a:lnTo>
                    <a:pt x="197232" y="218202"/>
                  </a:lnTo>
                  <a:lnTo>
                    <a:pt x="197483" y="218465"/>
                  </a:lnTo>
                  <a:lnTo>
                    <a:pt x="197660" y="218801"/>
                  </a:lnTo>
                  <a:lnTo>
                    <a:pt x="198040" y="219022"/>
                  </a:lnTo>
                  <a:lnTo>
                    <a:pt x="197700" y="218357"/>
                  </a:lnTo>
                  <a:lnTo>
                    <a:pt x="197266" y="217922"/>
                  </a:lnTo>
                  <a:lnTo>
                    <a:pt x="197086" y="217789"/>
                  </a:lnTo>
                  <a:lnTo>
                    <a:pt x="196898" y="217557"/>
                  </a:lnTo>
                  <a:lnTo>
                    <a:pt x="196928" y="217346"/>
                  </a:lnTo>
                  <a:lnTo>
                    <a:pt x="197278" y="216695"/>
                  </a:lnTo>
                  <a:lnTo>
                    <a:pt x="197140" y="216436"/>
                  </a:lnTo>
                  <a:lnTo>
                    <a:pt x="196923" y="216237"/>
                  </a:lnTo>
                  <a:lnTo>
                    <a:pt x="196770" y="215982"/>
                  </a:lnTo>
                  <a:lnTo>
                    <a:pt x="197312" y="215615"/>
                  </a:lnTo>
                  <a:lnTo>
                    <a:pt x="197455" y="215684"/>
                  </a:lnTo>
                  <a:lnTo>
                    <a:pt x="197856" y="215547"/>
                  </a:lnTo>
                  <a:lnTo>
                    <a:pt x="197909" y="215340"/>
                  </a:lnTo>
                  <a:lnTo>
                    <a:pt x="197735" y="214888"/>
                  </a:lnTo>
                  <a:lnTo>
                    <a:pt x="197496" y="214810"/>
                  </a:lnTo>
                  <a:lnTo>
                    <a:pt x="197000" y="214557"/>
                  </a:lnTo>
                  <a:lnTo>
                    <a:pt x="196881" y="214267"/>
                  </a:lnTo>
                  <a:lnTo>
                    <a:pt x="196414" y="213692"/>
                  </a:lnTo>
                  <a:lnTo>
                    <a:pt x="196254" y="213665"/>
                  </a:lnTo>
                  <a:lnTo>
                    <a:pt x="195852" y="213651"/>
                  </a:lnTo>
                  <a:lnTo>
                    <a:pt x="195697" y="213631"/>
                  </a:lnTo>
                  <a:lnTo>
                    <a:pt x="195413" y="213549"/>
                  </a:lnTo>
                  <a:lnTo>
                    <a:pt x="195262" y="213477"/>
                  </a:lnTo>
                  <a:lnTo>
                    <a:pt x="195026" y="213300"/>
                  </a:lnTo>
                  <a:lnTo>
                    <a:pt x="194471" y="212865"/>
                  </a:lnTo>
                  <a:lnTo>
                    <a:pt x="194233" y="212808"/>
                  </a:lnTo>
                  <a:lnTo>
                    <a:pt x="193911" y="212654"/>
                  </a:lnTo>
                  <a:lnTo>
                    <a:pt x="193591" y="212556"/>
                  </a:lnTo>
                  <a:lnTo>
                    <a:pt x="193285" y="212485"/>
                  </a:lnTo>
                  <a:lnTo>
                    <a:pt x="192903" y="212373"/>
                  </a:lnTo>
                  <a:lnTo>
                    <a:pt x="192724" y="212262"/>
                  </a:lnTo>
                  <a:lnTo>
                    <a:pt x="192509" y="211449"/>
                  </a:lnTo>
                  <a:lnTo>
                    <a:pt x="192467" y="211205"/>
                  </a:lnTo>
                  <a:lnTo>
                    <a:pt x="192443" y="211058"/>
                  </a:lnTo>
                  <a:lnTo>
                    <a:pt x="192281" y="210656"/>
                  </a:lnTo>
                  <a:lnTo>
                    <a:pt x="192175" y="210528"/>
                  </a:lnTo>
                  <a:lnTo>
                    <a:pt x="192051" y="210387"/>
                  </a:lnTo>
                  <a:lnTo>
                    <a:pt x="191919" y="210208"/>
                  </a:lnTo>
                  <a:lnTo>
                    <a:pt x="191778" y="209949"/>
                  </a:lnTo>
                  <a:lnTo>
                    <a:pt x="191707" y="209794"/>
                  </a:lnTo>
                  <a:lnTo>
                    <a:pt x="191636" y="209571"/>
                  </a:lnTo>
                  <a:lnTo>
                    <a:pt x="191667" y="209313"/>
                  </a:lnTo>
                  <a:lnTo>
                    <a:pt x="191736" y="209166"/>
                  </a:lnTo>
                  <a:lnTo>
                    <a:pt x="191904" y="208734"/>
                  </a:lnTo>
                  <a:lnTo>
                    <a:pt x="192142" y="208123"/>
                  </a:lnTo>
                  <a:lnTo>
                    <a:pt x="192401" y="207620"/>
                  </a:lnTo>
                  <a:lnTo>
                    <a:pt x="192649" y="207274"/>
                  </a:lnTo>
                  <a:lnTo>
                    <a:pt x="192666" y="207078"/>
                  </a:lnTo>
                  <a:lnTo>
                    <a:pt x="192655" y="206937"/>
                  </a:lnTo>
                  <a:lnTo>
                    <a:pt x="192554" y="206782"/>
                  </a:lnTo>
                  <a:lnTo>
                    <a:pt x="192247" y="206676"/>
                  </a:lnTo>
                  <a:lnTo>
                    <a:pt x="192029" y="206726"/>
                  </a:lnTo>
                  <a:lnTo>
                    <a:pt x="191683" y="207201"/>
                  </a:lnTo>
                  <a:lnTo>
                    <a:pt x="191602" y="207412"/>
                  </a:lnTo>
                  <a:lnTo>
                    <a:pt x="191044" y="207734"/>
                  </a:lnTo>
                  <a:lnTo>
                    <a:pt x="190857" y="207639"/>
                  </a:lnTo>
                  <a:lnTo>
                    <a:pt x="190489" y="207378"/>
                  </a:lnTo>
                  <a:lnTo>
                    <a:pt x="190491" y="207120"/>
                  </a:lnTo>
                  <a:lnTo>
                    <a:pt x="190548" y="206909"/>
                  </a:lnTo>
                  <a:lnTo>
                    <a:pt x="190608" y="206766"/>
                  </a:lnTo>
                  <a:lnTo>
                    <a:pt x="190920" y="206592"/>
                  </a:lnTo>
                  <a:lnTo>
                    <a:pt x="191144" y="206464"/>
                  </a:lnTo>
                  <a:lnTo>
                    <a:pt x="191283" y="206404"/>
                  </a:lnTo>
                  <a:lnTo>
                    <a:pt x="191578" y="206221"/>
                  </a:lnTo>
                  <a:lnTo>
                    <a:pt x="191851" y="205680"/>
                  </a:lnTo>
                  <a:lnTo>
                    <a:pt x="191734" y="205505"/>
                  </a:lnTo>
                  <a:lnTo>
                    <a:pt x="191499" y="205212"/>
                  </a:lnTo>
                  <a:lnTo>
                    <a:pt x="191060" y="204786"/>
                  </a:lnTo>
                  <a:lnTo>
                    <a:pt x="190845" y="204713"/>
                  </a:lnTo>
                  <a:lnTo>
                    <a:pt x="190469" y="204447"/>
                  </a:lnTo>
                  <a:lnTo>
                    <a:pt x="190329" y="204418"/>
                  </a:lnTo>
                  <a:lnTo>
                    <a:pt x="189917" y="204352"/>
                  </a:lnTo>
                  <a:lnTo>
                    <a:pt x="189476" y="204382"/>
                  </a:lnTo>
                  <a:lnTo>
                    <a:pt x="189290" y="204394"/>
                  </a:lnTo>
                  <a:lnTo>
                    <a:pt x="189102" y="204397"/>
                  </a:lnTo>
                  <a:lnTo>
                    <a:pt x="188969" y="204394"/>
                  </a:lnTo>
                  <a:lnTo>
                    <a:pt x="188663" y="204251"/>
                  </a:lnTo>
                  <a:lnTo>
                    <a:pt x="188602" y="204098"/>
                  </a:lnTo>
                  <a:lnTo>
                    <a:pt x="188632" y="203939"/>
                  </a:lnTo>
                  <a:lnTo>
                    <a:pt x="188768" y="203648"/>
                  </a:lnTo>
                  <a:lnTo>
                    <a:pt x="189348" y="203286"/>
                  </a:lnTo>
                  <a:lnTo>
                    <a:pt x="189451" y="203133"/>
                  </a:lnTo>
                  <a:lnTo>
                    <a:pt x="189641" y="202807"/>
                  </a:lnTo>
                  <a:lnTo>
                    <a:pt x="189728" y="202616"/>
                  </a:lnTo>
                  <a:lnTo>
                    <a:pt x="189791" y="202356"/>
                  </a:lnTo>
                  <a:lnTo>
                    <a:pt x="189768" y="202133"/>
                  </a:lnTo>
                  <a:lnTo>
                    <a:pt x="189661" y="201872"/>
                  </a:lnTo>
                  <a:lnTo>
                    <a:pt x="189524" y="201725"/>
                  </a:lnTo>
                  <a:lnTo>
                    <a:pt x="189341" y="201560"/>
                  </a:lnTo>
                  <a:lnTo>
                    <a:pt x="189250" y="201380"/>
                  </a:lnTo>
                  <a:lnTo>
                    <a:pt x="188994" y="201110"/>
                  </a:lnTo>
                  <a:lnTo>
                    <a:pt x="188658" y="201011"/>
                  </a:lnTo>
                  <a:lnTo>
                    <a:pt x="188374" y="200663"/>
                  </a:lnTo>
                  <a:lnTo>
                    <a:pt x="188353" y="200526"/>
                  </a:lnTo>
                  <a:lnTo>
                    <a:pt x="188120" y="200324"/>
                  </a:lnTo>
                  <a:lnTo>
                    <a:pt x="187837" y="199936"/>
                  </a:lnTo>
                  <a:lnTo>
                    <a:pt x="187713" y="199770"/>
                  </a:lnTo>
                  <a:lnTo>
                    <a:pt x="187420" y="199354"/>
                  </a:lnTo>
                  <a:lnTo>
                    <a:pt x="187262" y="199078"/>
                  </a:lnTo>
                  <a:lnTo>
                    <a:pt x="186919" y="198479"/>
                  </a:lnTo>
                  <a:lnTo>
                    <a:pt x="186725" y="198145"/>
                  </a:lnTo>
                  <a:lnTo>
                    <a:pt x="186482" y="198013"/>
                  </a:lnTo>
                  <a:lnTo>
                    <a:pt x="186267" y="197900"/>
                  </a:lnTo>
                  <a:lnTo>
                    <a:pt x="186029" y="197712"/>
                  </a:lnTo>
                  <a:lnTo>
                    <a:pt x="185853" y="197566"/>
                  </a:lnTo>
                  <a:lnTo>
                    <a:pt x="185722" y="197400"/>
                  </a:lnTo>
                  <a:lnTo>
                    <a:pt x="185574" y="197109"/>
                  </a:lnTo>
                  <a:lnTo>
                    <a:pt x="185382" y="196900"/>
                  </a:lnTo>
                  <a:lnTo>
                    <a:pt x="185048" y="196779"/>
                  </a:lnTo>
                  <a:lnTo>
                    <a:pt x="184853" y="196707"/>
                  </a:lnTo>
                  <a:lnTo>
                    <a:pt x="184534" y="196545"/>
                  </a:lnTo>
                  <a:lnTo>
                    <a:pt x="184774" y="196503"/>
                  </a:lnTo>
                  <a:lnTo>
                    <a:pt x="184920" y="196314"/>
                  </a:lnTo>
                  <a:lnTo>
                    <a:pt x="185179" y="196067"/>
                  </a:lnTo>
                  <a:lnTo>
                    <a:pt x="185927" y="195808"/>
                  </a:lnTo>
                  <a:lnTo>
                    <a:pt x="186420" y="196071"/>
                  </a:lnTo>
                  <a:lnTo>
                    <a:pt x="186471" y="196310"/>
                  </a:lnTo>
                  <a:lnTo>
                    <a:pt x="186579" y="196010"/>
                  </a:lnTo>
                  <a:lnTo>
                    <a:pt x="187069" y="196271"/>
                  </a:lnTo>
                  <a:lnTo>
                    <a:pt x="187453" y="196522"/>
                  </a:lnTo>
                  <a:lnTo>
                    <a:pt x="187900" y="196758"/>
                  </a:lnTo>
                  <a:lnTo>
                    <a:pt x="188111" y="196672"/>
                  </a:lnTo>
                  <a:lnTo>
                    <a:pt x="188245" y="196673"/>
                  </a:lnTo>
                  <a:lnTo>
                    <a:pt x="188455" y="196675"/>
                  </a:lnTo>
                  <a:lnTo>
                    <a:pt x="188603" y="196555"/>
                  </a:lnTo>
                  <a:lnTo>
                    <a:pt x="188396" y="196369"/>
                  </a:lnTo>
                  <a:lnTo>
                    <a:pt x="188728" y="196406"/>
                  </a:lnTo>
                  <a:lnTo>
                    <a:pt x="188861" y="195744"/>
                  </a:lnTo>
                  <a:lnTo>
                    <a:pt x="189110" y="195676"/>
                  </a:lnTo>
                  <a:lnTo>
                    <a:pt x="189123" y="196331"/>
                  </a:lnTo>
                  <a:lnTo>
                    <a:pt x="189316" y="196541"/>
                  </a:lnTo>
                  <a:lnTo>
                    <a:pt x="189556" y="196421"/>
                  </a:lnTo>
                  <a:lnTo>
                    <a:pt x="189423" y="196286"/>
                  </a:lnTo>
                  <a:lnTo>
                    <a:pt x="189465" y="196073"/>
                  </a:lnTo>
                  <a:lnTo>
                    <a:pt x="189781" y="195522"/>
                  </a:lnTo>
                  <a:lnTo>
                    <a:pt x="190305" y="195698"/>
                  </a:lnTo>
                  <a:lnTo>
                    <a:pt x="190755" y="196039"/>
                  </a:lnTo>
                  <a:lnTo>
                    <a:pt x="190999" y="195814"/>
                  </a:lnTo>
                  <a:lnTo>
                    <a:pt x="191676" y="195369"/>
                  </a:lnTo>
                  <a:lnTo>
                    <a:pt x="191788" y="195639"/>
                  </a:lnTo>
                  <a:lnTo>
                    <a:pt x="191526" y="195819"/>
                  </a:lnTo>
                  <a:lnTo>
                    <a:pt x="191415" y="196351"/>
                  </a:lnTo>
                  <a:lnTo>
                    <a:pt x="191569" y="196528"/>
                  </a:lnTo>
                  <a:lnTo>
                    <a:pt x="191968" y="196025"/>
                  </a:lnTo>
                  <a:lnTo>
                    <a:pt x="192335" y="195990"/>
                  </a:lnTo>
                  <a:lnTo>
                    <a:pt x="192442" y="196142"/>
                  </a:lnTo>
                  <a:lnTo>
                    <a:pt x="193278" y="196031"/>
                  </a:lnTo>
                  <a:lnTo>
                    <a:pt x="193337" y="196185"/>
                  </a:lnTo>
                  <a:lnTo>
                    <a:pt x="193356" y="196339"/>
                  </a:lnTo>
                  <a:lnTo>
                    <a:pt x="193597" y="196455"/>
                  </a:lnTo>
                  <a:lnTo>
                    <a:pt x="193781" y="196431"/>
                  </a:lnTo>
                  <a:lnTo>
                    <a:pt x="194031" y="196206"/>
                  </a:lnTo>
                  <a:lnTo>
                    <a:pt x="194573" y="196379"/>
                  </a:lnTo>
                  <a:lnTo>
                    <a:pt x="194613" y="196137"/>
                  </a:lnTo>
                  <a:lnTo>
                    <a:pt x="194787" y="195069"/>
                  </a:lnTo>
                  <a:lnTo>
                    <a:pt x="194818" y="194843"/>
                  </a:lnTo>
                  <a:lnTo>
                    <a:pt x="194849" y="194421"/>
                  </a:lnTo>
                  <a:lnTo>
                    <a:pt x="194909" y="194249"/>
                  </a:lnTo>
                  <a:lnTo>
                    <a:pt x="195114" y="193655"/>
                  </a:lnTo>
                  <a:lnTo>
                    <a:pt x="195365" y="193449"/>
                  </a:lnTo>
                  <a:lnTo>
                    <a:pt x="195598" y="193185"/>
                  </a:lnTo>
                  <a:lnTo>
                    <a:pt x="195803" y="192695"/>
                  </a:lnTo>
                  <a:lnTo>
                    <a:pt x="195823" y="192540"/>
                  </a:lnTo>
                  <a:lnTo>
                    <a:pt x="195841" y="192391"/>
                  </a:lnTo>
                  <a:lnTo>
                    <a:pt x="195885" y="192183"/>
                  </a:lnTo>
                  <a:lnTo>
                    <a:pt x="195953" y="191858"/>
                  </a:lnTo>
                  <a:lnTo>
                    <a:pt x="196095" y="191825"/>
                  </a:lnTo>
                  <a:lnTo>
                    <a:pt x="196218" y="191693"/>
                  </a:lnTo>
                  <a:lnTo>
                    <a:pt x="196320" y="191464"/>
                  </a:lnTo>
                  <a:lnTo>
                    <a:pt x="196430" y="191279"/>
                  </a:lnTo>
                  <a:lnTo>
                    <a:pt x="196891" y="191426"/>
                  </a:lnTo>
                  <a:lnTo>
                    <a:pt x="197327" y="191672"/>
                  </a:lnTo>
                  <a:lnTo>
                    <a:pt x="197547" y="191873"/>
                  </a:lnTo>
                  <a:lnTo>
                    <a:pt x="197740" y="191830"/>
                  </a:lnTo>
                  <a:lnTo>
                    <a:pt x="198195" y="191752"/>
                  </a:lnTo>
                  <a:lnTo>
                    <a:pt x="198429" y="191793"/>
                  </a:lnTo>
                  <a:lnTo>
                    <a:pt x="198560" y="191801"/>
                  </a:lnTo>
                  <a:lnTo>
                    <a:pt x="199000" y="191547"/>
                  </a:lnTo>
                  <a:lnTo>
                    <a:pt x="199437" y="191375"/>
                  </a:lnTo>
                  <a:lnTo>
                    <a:pt x="199649" y="191368"/>
                  </a:lnTo>
                  <a:lnTo>
                    <a:pt x="199879" y="191317"/>
                  </a:lnTo>
                  <a:lnTo>
                    <a:pt x="200114" y="191263"/>
                  </a:lnTo>
                  <a:lnTo>
                    <a:pt x="200807" y="191248"/>
                  </a:lnTo>
                  <a:lnTo>
                    <a:pt x="201132" y="191195"/>
                  </a:lnTo>
                  <a:lnTo>
                    <a:pt x="201469" y="190741"/>
                  </a:lnTo>
                  <a:lnTo>
                    <a:pt x="202013" y="190627"/>
                  </a:lnTo>
                  <a:lnTo>
                    <a:pt x="202430" y="190682"/>
                  </a:lnTo>
                  <a:lnTo>
                    <a:pt x="202839" y="190658"/>
                  </a:lnTo>
                  <a:lnTo>
                    <a:pt x="203058" y="190699"/>
                  </a:lnTo>
                  <a:lnTo>
                    <a:pt x="203334" y="190895"/>
                  </a:lnTo>
                  <a:lnTo>
                    <a:pt x="203603" y="191132"/>
                  </a:lnTo>
                  <a:lnTo>
                    <a:pt x="203943" y="191206"/>
                  </a:lnTo>
                  <a:lnTo>
                    <a:pt x="204081" y="191235"/>
                  </a:lnTo>
                  <a:lnTo>
                    <a:pt x="204405" y="191388"/>
                  </a:lnTo>
                  <a:lnTo>
                    <a:pt x="204521" y="191566"/>
                  </a:lnTo>
                  <a:lnTo>
                    <a:pt x="204824" y="191519"/>
                  </a:lnTo>
                  <a:lnTo>
                    <a:pt x="204805" y="191105"/>
                  </a:lnTo>
                  <a:lnTo>
                    <a:pt x="205093" y="191025"/>
                  </a:lnTo>
                  <a:lnTo>
                    <a:pt x="204937" y="190449"/>
                  </a:lnTo>
                  <a:lnTo>
                    <a:pt x="205006" y="190083"/>
                  </a:lnTo>
                  <a:lnTo>
                    <a:pt x="204631" y="189886"/>
                  </a:lnTo>
                  <a:lnTo>
                    <a:pt x="204040" y="189761"/>
                  </a:lnTo>
                  <a:lnTo>
                    <a:pt x="203963" y="189516"/>
                  </a:lnTo>
                  <a:lnTo>
                    <a:pt x="203622" y="189250"/>
                  </a:lnTo>
                  <a:lnTo>
                    <a:pt x="203486" y="189190"/>
                  </a:lnTo>
                  <a:lnTo>
                    <a:pt x="203197" y="189071"/>
                  </a:lnTo>
                  <a:lnTo>
                    <a:pt x="202809" y="188823"/>
                  </a:lnTo>
                  <a:lnTo>
                    <a:pt x="202541" y="188439"/>
                  </a:lnTo>
                  <a:lnTo>
                    <a:pt x="203105" y="188341"/>
                  </a:lnTo>
                  <a:lnTo>
                    <a:pt x="203135" y="188201"/>
                  </a:lnTo>
                  <a:lnTo>
                    <a:pt x="203626" y="188032"/>
                  </a:lnTo>
                  <a:lnTo>
                    <a:pt x="204298" y="187718"/>
                  </a:lnTo>
                  <a:lnTo>
                    <a:pt x="204438" y="187490"/>
                  </a:lnTo>
                  <a:lnTo>
                    <a:pt x="204929" y="186682"/>
                  </a:lnTo>
                  <a:lnTo>
                    <a:pt x="205423" y="186719"/>
                  </a:lnTo>
                  <a:lnTo>
                    <a:pt x="205893" y="186434"/>
                  </a:lnTo>
                  <a:lnTo>
                    <a:pt x="206343" y="186390"/>
                  </a:lnTo>
                  <a:lnTo>
                    <a:pt x="206344" y="186125"/>
                  </a:lnTo>
                  <a:lnTo>
                    <a:pt x="206386" y="185819"/>
                  </a:lnTo>
                  <a:lnTo>
                    <a:pt x="206629" y="185759"/>
                  </a:lnTo>
                  <a:lnTo>
                    <a:pt x="206963" y="185695"/>
                  </a:lnTo>
                  <a:lnTo>
                    <a:pt x="207043" y="185485"/>
                  </a:lnTo>
                  <a:lnTo>
                    <a:pt x="207440" y="185115"/>
                  </a:lnTo>
                  <a:lnTo>
                    <a:pt x="207661" y="184690"/>
                  </a:lnTo>
                  <a:lnTo>
                    <a:pt x="208084" y="184785"/>
                  </a:lnTo>
                  <a:lnTo>
                    <a:pt x="208291" y="184681"/>
                  </a:lnTo>
                  <a:lnTo>
                    <a:pt x="208723" y="184676"/>
                  </a:lnTo>
                  <a:lnTo>
                    <a:pt x="209242" y="184688"/>
                  </a:lnTo>
                  <a:lnTo>
                    <a:pt x="209502" y="184655"/>
                  </a:lnTo>
                  <a:lnTo>
                    <a:pt x="209652" y="183937"/>
                  </a:lnTo>
                  <a:lnTo>
                    <a:pt x="209989" y="183621"/>
                  </a:lnTo>
                  <a:lnTo>
                    <a:pt x="210123" y="183249"/>
                  </a:lnTo>
                  <a:lnTo>
                    <a:pt x="210242" y="183107"/>
                  </a:lnTo>
                  <a:lnTo>
                    <a:pt x="210415" y="183087"/>
                  </a:lnTo>
                  <a:lnTo>
                    <a:pt x="210845" y="183075"/>
                  </a:lnTo>
                  <a:lnTo>
                    <a:pt x="211597" y="183053"/>
                  </a:lnTo>
                  <a:lnTo>
                    <a:pt x="212000" y="183238"/>
                  </a:lnTo>
                  <a:lnTo>
                    <a:pt x="212505" y="183178"/>
                  </a:lnTo>
                  <a:lnTo>
                    <a:pt x="212490" y="182971"/>
                  </a:lnTo>
                  <a:lnTo>
                    <a:pt x="212814" y="182639"/>
                  </a:lnTo>
                  <a:lnTo>
                    <a:pt x="212669" y="181748"/>
                  </a:lnTo>
                  <a:lnTo>
                    <a:pt x="213157" y="181462"/>
                  </a:lnTo>
                  <a:lnTo>
                    <a:pt x="213445" y="181361"/>
                  </a:lnTo>
                  <a:lnTo>
                    <a:pt x="214726" y="181373"/>
                  </a:lnTo>
                  <a:lnTo>
                    <a:pt x="214884" y="181466"/>
                  </a:lnTo>
                  <a:lnTo>
                    <a:pt x="215128" y="181617"/>
                  </a:lnTo>
                  <a:lnTo>
                    <a:pt x="215742" y="181854"/>
                  </a:lnTo>
                  <a:lnTo>
                    <a:pt x="216062" y="181990"/>
                  </a:lnTo>
                  <a:lnTo>
                    <a:pt x="216175" y="182668"/>
                  </a:lnTo>
                  <a:close/>
                </a:path>
              </a:pathLst>
            </a:custGeom>
            <a:solidFill>
              <a:srgbClr val="6B97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7039602" y="1963088"/>
              <a:ext cx="183115" cy="182880"/>
            </a:xfrm>
            <a:custGeom>
              <a:avLst/>
              <a:pathLst>
                <a:path w="183115" h="182880">
                  <a:moveTo>
                    <a:pt x="182879" y="182880"/>
                  </a:moveTo>
                  <a:lnTo>
                    <a:pt x="183115" y="182690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7015625" y="1960233"/>
              <a:ext cx="183402" cy="183058"/>
            </a:xfrm>
            <a:custGeom>
              <a:avLst/>
              <a:pathLst>
                <a:path w="183402" h="183058">
                  <a:moveTo>
                    <a:pt x="182879" y="182880"/>
                  </a:moveTo>
                  <a:lnTo>
                    <a:pt x="182875" y="183058"/>
                  </a:lnTo>
                  <a:lnTo>
                    <a:pt x="182620" y="182893"/>
                  </a:lnTo>
                  <a:lnTo>
                    <a:pt x="182563" y="182716"/>
                  </a:lnTo>
                  <a:lnTo>
                    <a:pt x="182470" y="182311"/>
                  </a:lnTo>
                  <a:lnTo>
                    <a:pt x="182154" y="181884"/>
                  </a:lnTo>
                  <a:lnTo>
                    <a:pt x="182316" y="181823"/>
                  </a:lnTo>
                  <a:lnTo>
                    <a:pt x="182552" y="181782"/>
                  </a:lnTo>
                  <a:lnTo>
                    <a:pt x="182936" y="181663"/>
                  </a:lnTo>
                  <a:lnTo>
                    <a:pt x="183308" y="181609"/>
                  </a:lnTo>
                  <a:lnTo>
                    <a:pt x="183402" y="18234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7023014" y="1957644"/>
              <a:ext cx="182879" cy="182885"/>
            </a:xfrm>
            <a:custGeom>
              <a:avLst/>
              <a:pathLst>
                <a:path w="182879" h="182885">
                  <a:moveTo>
                    <a:pt x="182879" y="182880"/>
                  </a:moveTo>
                  <a:lnTo>
                    <a:pt x="182397" y="18288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7025233" y="1957235"/>
              <a:ext cx="182879" cy="183546"/>
            </a:xfrm>
            <a:custGeom>
              <a:avLst/>
              <a:pathLst>
                <a:path w="182879" h="183546">
                  <a:moveTo>
                    <a:pt x="182879" y="182880"/>
                  </a:moveTo>
                  <a:lnTo>
                    <a:pt x="182662" y="183466"/>
                  </a:lnTo>
                  <a:lnTo>
                    <a:pt x="182557" y="183546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7019065" y="195725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7018499" y="1951497"/>
              <a:ext cx="183080" cy="184443"/>
            </a:xfrm>
            <a:custGeom>
              <a:avLst/>
              <a:pathLst>
                <a:path w="183080" h="184443">
                  <a:moveTo>
                    <a:pt x="182879" y="182880"/>
                  </a:moveTo>
                  <a:lnTo>
                    <a:pt x="182986" y="183044"/>
                  </a:lnTo>
                  <a:lnTo>
                    <a:pt x="183044" y="183398"/>
                  </a:lnTo>
                  <a:lnTo>
                    <a:pt x="183080" y="184443"/>
                  </a:lnTo>
                  <a:lnTo>
                    <a:pt x="182514" y="184014"/>
                  </a:lnTo>
                  <a:lnTo>
                    <a:pt x="182495" y="183676"/>
                  </a:lnTo>
                  <a:lnTo>
                    <a:pt x="182477" y="183494"/>
                  </a:lnTo>
                  <a:lnTo>
                    <a:pt x="182542" y="18304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7011433" y="1950648"/>
              <a:ext cx="183262" cy="183398"/>
            </a:xfrm>
            <a:custGeom>
              <a:avLst/>
              <a:pathLst>
                <a:path w="183262" h="183398">
                  <a:moveTo>
                    <a:pt x="182879" y="182880"/>
                  </a:moveTo>
                  <a:lnTo>
                    <a:pt x="183262" y="183148"/>
                  </a:lnTo>
                  <a:lnTo>
                    <a:pt x="183029" y="18339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7019216" y="1947356"/>
              <a:ext cx="182910" cy="182880"/>
            </a:xfrm>
            <a:custGeom>
              <a:avLst/>
              <a:pathLst>
                <a:path w="182910" h="182880">
                  <a:moveTo>
                    <a:pt x="182879" y="182880"/>
                  </a:moveTo>
                  <a:lnTo>
                    <a:pt x="182910" y="18259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7040874" y="1946244"/>
              <a:ext cx="183316" cy="185172"/>
            </a:xfrm>
            <a:custGeom>
              <a:avLst/>
              <a:pathLst>
                <a:path w="183316" h="185172">
                  <a:moveTo>
                    <a:pt x="182879" y="182880"/>
                  </a:moveTo>
                  <a:lnTo>
                    <a:pt x="182626" y="183080"/>
                  </a:lnTo>
                  <a:lnTo>
                    <a:pt x="182243" y="183372"/>
                  </a:lnTo>
                  <a:lnTo>
                    <a:pt x="182361" y="183632"/>
                  </a:lnTo>
                  <a:lnTo>
                    <a:pt x="182050" y="183756"/>
                  </a:lnTo>
                  <a:lnTo>
                    <a:pt x="181891" y="183831"/>
                  </a:lnTo>
                  <a:lnTo>
                    <a:pt x="182122" y="183945"/>
                  </a:lnTo>
                  <a:lnTo>
                    <a:pt x="181910" y="184319"/>
                  </a:lnTo>
                  <a:lnTo>
                    <a:pt x="181875" y="184135"/>
                  </a:lnTo>
                  <a:lnTo>
                    <a:pt x="180989" y="184149"/>
                  </a:lnTo>
                  <a:lnTo>
                    <a:pt x="180604" y="184497"/>
                  </a:lnTo>
                  <a:lnTo>
                    <a:pt x="180574" y="184832"/>
                  </a:lnTo>
                  <a:lnTo>
                    <a:pt x="180596" y="184978"/>
                  </a:lnTo>
                  <a:lnTo>
                    <a:pt x="180559" y="185172"/>
                  </a:lnTo>
                  <a:lnTo>
                    <a:pt x="180189" y="185143"/>
                  </a:lnTo>
                  <a:lnTo>
                    <a:pt x="180024" y="184931"/>
                  </a:lnTo>
                  <a:lnTo>
                    <a:pt x="179815" y="184573"/>
                  </a:lnTo>
                  <a:lnTo>
                    <a:pt x="180002" y="184374"/>
                  </a:lnTo>
                  <a:lnTo>
                    <a:pt x="180272" y="184086"/>
                  </a:lnTo>
                  <a:lnTo>
                    <a:pt x="180708" y="183771"/>
                  </a:lnTo>
                  <a:lnTo>
                    <a:pt x="180893" y="183679"/>
                  </a:lnTo>
                  <a:lnTo>
                    <a:pt x="181333" y="183377"/>
                  </a:lnTo>
                  <a:lnTo>
                    <a:pt x="181668" y="183113"/>
                  </a:lnTo>
                  <a:lnTo>
                    <a:pt x="181929" y="182930"/>
                  </a:lnTo>
                  <a:lnTo>
                    <a:pt x="182081" y="182832"/>
                  </a:lnTo>
                  <a:lnTo>
                    <a:pt x="182234" y="182729"/>
                  </a:lnTo>
                  <a:lnTo>
                    <a:pt x="182595" y="182428"/>
                  </a:lnTo>
                  <a:lnTo>
                    <a:pt x="182815" y="182361"/>
                  </a:lnTo>
                  <a:lnTo>
                    <a:pt x="183033" y="182443"/>
                  </a:lnTo>
                  <a:lnTo>
                    <a:pt x="183316" y="182722"/>
                  </a:lnTo>
                  <a:lnTo>
                    <a:pt x="183191" y="18286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7024338" y="1942390"/>
              <a:ext cx="184333" cy="186668"/>
            </a:xfrm>
            <a:custGeom>
              <a:avLst/>
              <a:pathLst>
                <a:path w="184333" h="186668">
                  <a:moveTo>
                    <a:pt x="182879" y="182880"/>
                  </a:moveTo>
                  <a:lnTo>
                    <a:pt x="183201" y="183339"/>
                  </a:lnTo>
                  <a:lnTo>
                    <a:pt x="183567" y="183007"/>
                  </a:lnTo>
                  <a:lnTo>
                    <a:pt x="183708" y="183254"/>
                  </a:lnTo>
                  <a:lnTo>
                    <a:pt x="183867" y="183647"/>
                  </a:lnTo>
                  <a:lnTo>
                    <a:pt x="183820" y="184008"/>
                  </a:lnTo>
                  <a:lnTo>
                    <a:pt x="184333" y="184620"/>
                  </a:lnTo>
                  <a:lnTo>
                    <a:pt x="184292" y="184842"/>
                  </a:lnTo>
                  <a:lnTo>
                    <a:pt x="184002" y="184923"/>
                  </a:lnTo>
                  <a:lnTo>
                    <a:pt x="183668" y="184629"/>
                  </a:lnTo>
                  <a:lnTo>
                    <a:pt x="182261" y="184792"/>
                  </a:lnTo>
                  <a:lnTo>
                    <a:pt x="181765" y="185242"/>
                  </a:lnTo>
                  <a:lnTo>
                    <a:pt x="181531" y="185404"/>
                  </a:lnTo>
                  <a:lnTo>
                    <a:pt x="181027" y="186488"/>
                  </a:lnTo>
                  <a:lnTo>
                    <a:pt x="180584" y="186668"/>
                  </a:lnTo>
                  <a:lnTo>
                    <a:pt x="179010" y="186147"/>
                  </a:lnTo>
                  <a:lnTo>
                    <a:pt x="178941" y="185862"/>
                  </a:lnTo>
                  <a:lnTo>
                    <a:pt x="178538" y="185215"/>
                  </a:lnTo>
                  <a:lnTo>
                    <a:pt x="178762" y="184909"/>
                  </a:lnTo>
                  <a:lnTo>
                    <a:pt x="179949" y="186230"/>
                  </a:lnTo>
                  <a:lnTo>
                    <a:pt x="180063" y="185815"/>
                  </a:lnTo>
                  <a:lnTo>
                    <a:pt x="180310" y="185875"/>
                  </a:lnTo>
                  <a:lnTo>
                    <a:pt x="180578" y="186074"/>
                  </a:lnTo>
                  <a:lnTo>
                    <a:pt x="180702" y="185554"/>
                  </a:lnTo>
                  <a:lnTo>
                    <a:pt x="180847" y="185475"/>
                  </a:lnTo>
                  <a:lnTo>
                    <a:pt x="180100" y="185126"/>
                  </a:lnTo>
                  <a:lnTo>
                    <a:pt x="179824" y="185168"/>
                  </a:lnTo>
                  <a:lnTo>
                    <a:pt x="179282" y="185052"/>
                  </a:lnTo>
                  <a:lnTo>
                    <a:pt x="179483" y="184823"/>
                  </a:lnTo>
                  <a:lnTo>
                    <a:pt x="179797" y="184844"/>
                  </a:lnTo>
                  <a:lnTo>
                    <a:pt x="179410" y="184503"/>
                  </a:lnTo>
                  <a:lnTo>
                    <a:pt x="179204" y="184385"/>
                  </a:lnTo>
                  <a:lnTo>
                    <a:pt x="179290" y="184212"/>
                  </a:lnTo>
                  <a:lnTo>
                    <a:pt x="179389" y="183762"/>
                  </a:lnTo>
                  <a:lnTo>
                    <a:pt x="179265" y="183507"/>
                  </a:lnTo>
                  <a:lnTo>
                    <a:pt x="179574" y="183505"/>
                  </a:lnTo>
                  <a:lnTo>
                    <a:pt x="179841" y="183470"/>
                  </a:lnTo>
                  <a:lnTo>
                    <a:pt x="180058" y="183598"/>
                  </a:lnTo>
                  <a:lnTo>
                    <a:pt x="180066" y="183744"/>
                  </a:lnTo>
                  <a:lnTo>
                    <a:pt x="180338" y="184074"/>
                  </a:lnTo>
                  <a:lnTo>
                    <a:pt x="180684" y="183779"/>
                  </a:lnTo>
                  <a:lnTo>
                    <a:pt x="180836" y="183538"/>
                  </a:lnTo>
                  <a:lnTo>
                    <a:pt x="181002" y="183455"/>
                  </a:lnTo>
                  <a:lnTo>
                    <a:pt x="181032" y="183141"/>
                  </a:lnTo>
                  <a:lnTo>
                    <a:pt x="180952" y="182618"/>
                  </a:lnTo>
                  <a:lnTo>
                    <a:pt x="181220" y="182628"/>
                  </a:lnTo>
                  <a:lnTo>
                    <a:pt x="181716" y="182851"/>
                  </a:lnTo>
                  <a:lnTo>
                    <a:pt x="181681" y="183267"/>
                  </a:lnTo>
                  <a:lnTo>
                    <a:pt x="181673" y="183451"/>
                  </a:lnTo>
                  <a:lnTo>
                    <a:pt x="181949" y="183542"/>
                  </a:lnTo>
                  <a:lnTo>
                    <a:pt x="182012" y="183045"/>
                  </a:lnTo>
                  <a:lnTo>
                    <a:pt x="182204" y="183269"/>
                  </a:lnTo>
                  <a:lnTo>
                    <a:pt x="182597" y="18274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7019740" y="1940678"/>
              <a:ext cx="183097" cy="186047"/>
            </a:xfrm>
            <a:custGeom>
              <a:avLst/>
              <a:pathLst>
                <a:path w="183097" h="186047">
                  <a:moveTo>
                    <a:pt x="182879" y="182880"/>
                  </a:moveTo>
                  <a:lnTo>
                    <a:pt x="183097" y="182925"/>
                  </a:lnTo>
                  <a:lnTo>
                    <a:pt x="182561" y="183246"/>
                  </a:lnTo>
                  <a:lnTo>
                    <a:pt x="182135" y="183417"/>
                  </a:lnTo>
                  <a:lnTo>
                    <a:pt x="182281" y="183670"/>
                  </a:lnTo>
                  <a:lnTo>
                    <a:pt x="181924" y="185482"/>
                  </a:lnTo>
                  <a:lnTo>
                    <a:pt x="181941" y="185631"/>
                  </a:lnTo>
                  <a:lnTo>
                    <a:pt x="181639" y="186047"/>
                  </a:lnTo>
                  <a:lnTo>
                    <a:pt x="181314" y="185836"/>
                  </a:lnTo>
                  <a:lnTo>
                    <a:pt x="181494" y="185674"/>
                  </a:lnTo>
                  <a:lnTo>
                    <a:pt x="181616" y="185427"/>
                  </a:lnTo>
                  <a:lnTo>
                    <a:pt x="181177" y="184801"/>
                  </a:lnTo>
                  <a:lnTo>
                    <a:pt x="181749" y="183934"/>
                  </a:lnTo>
                  <a:lnTo>
                    <a:pt x="181759" y="18299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7021988" y="1939227"/>
              <a:ext cx="183465" cy="184972"/>
            </a:xfrm>
            <a:custGeom>
              <a:avLst/>
              <a:pathLst>
                <a:path w="183465" h="184972">
                  <a:moveTo>
                    <a:pt x="182879" y="182880"/>
                  </a:moveTo>
                  <a:lnTo>
                    <a:pt x="183064" y="182889"/>
                  </a:lnTo>
                  <a:lnTo>
                    <a:pt x="183220" y="183008"/>
                  </a:lnTo>
                  <a:lnTo>
                    <a:pt x="183465" y="183921"/>
                  </a:lnTo>
                  <a:lnTo>
                    <a:pt x="182976" y="184305"/>
                  </a:lnTo>
                  <a:lnTo>
                    <a:pt x="183169" y="184777"/>
                  </a:lnTo>
                  <a:lnTo>
                    <a:pt x="183165" y="184972"/>
                  </a:lnTo>
                  <a:lnTo>
                    <a:pt x="182661" y="184928"/>
                  </a:lnTo>
                  <a:lnTo>
                    <a:pt x="182916" y="184477"/>
                  </a:lnTo>
                  <a:lnTo>
                    <a:pt x="182843" y="184220"/>
                  </a:lnTo>
                  <a:lnTo>
                    <a:pt x="182216" y="183291"/>
                  </a:lnTo>
                  <a:lnTo>
                    <a:pt x="181634" y="183737"/>
                  </a:lnTo>
                  <a:lnTo>
                    <a:pt x="181483" y="183592"/>
                  </a:lnTo>
                  <a:lnTo>
                    <a:pt x="181187" y="183285"/>
                  </a:lnTo>
                  <a:lnTo>
                    <a:pt x="181360" y="183021"/>
                  </a:lnTo>
                  <a:lnTo>
                    <a:pt x="181855" y="18288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7019084" y="194020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7022597" y="1936200"/>
              <a:ext cx="183220" cy="182880"/>
            </a:xfrm>
            <a:custGeom>
              <a:avLst/>
              <a:pathLst>
                <a:path w="183220" h="182880">
                  <a:moveTo>
                    <a:pt x="182879" y="182880"/>
                  </a:moveTo>
                  <a:lnTo>
                    <a:pt x="182579" y="182736"/>
                  </a:lnTo>
                  <a:lnTo>
                    <a:pt x="182924" y="182266"/>
                  </a:lnTo>
                  <a:lnTo>
                    <a:pt x="183220" y="18285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7099881" y="201483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93" y="182571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7096275" y="2008905"/>
              <a:ext cx="185988" cy="186282"/>
            </a:xfrm>
            <a:custGeom>
              <a:avLst/>
              <a:pathLst>
                <a:path w="185988" h="186282">
                  <a:moveTo>
                    <a:pt x="182879" y="182880"/>
                  </a:moveTo>
                  <a:lnTo>
                    <a:pt x="183115" y="182815"/>
                  </a:lnTo>
                  <a:lnTo>
                    <a:pt x="183481" y="182857"/>
                  </a:lnTo>
                  <a:lnTo>
                    <a:pt x="183995" y="182787"/>
                  </a:lnTo>
                  <a:lnTo>
                    <a:pt x="184737" y="183172"/>
                  </a:lnTo>
                  <a:lnTo>
                    <a:pt x="184822" y="183798"/>
                  </a:lnTo>
                  <a:lnTo>
                    <a:pt x="184598" y="184274"/>
                  </a:lnTo>
                  <a:lnTo>
                    <a:pt x="184665" y="184415"/>
                  </a:lnTo>
                  <a:lnTo>
                    <a:pt x="184762" y="184682"/>
                  </a:lnTo>
                  <a:lnTo>
                    <a:pt x="185100" y="184966"/>
                  </a:lnTo>
                  <a:lnTo>
                    <a:pt x="185988" y="185535"/>
                  </a:lnTo>
                  <a:lnTo>
                    <a:pt x="185814" y="186003"/>
                  </a:lnTo>
                  <a:lnTo>
                    <a:pt x="185108" y="186259"/>
                  </a:lnTo>
                  <a:lnTo>
                    <a:pt x="184874" y="186282"/>
                  </a:lnTo>
                  <a:lnTo>
                    <a:pt x="184740" y="185986"/>
                  </a:lnTo>
                  <a:lnTo>
                    <a:pt x="184611" y="185798"/>
                  </a:lnTo>
                  <a:lnTo>
                    <a:pt x="184519" y="185664"/>
                  </a:lnTo>
                  <a:lnTo>
                    <a:pt x="183429" y="185289"/>
                  </a:lnTo>
                  <a:lnTo>
                    <a:pt x="182862" y="184637"/>
                  </a:lnTo>
                  <a:lnTo>
                    <a:pt x="182513" y="184165"/>
                  </a:lnTo>
                  <a:lnTo>
                    <a:pt x="182473" y="183777"/>
                  </a:lnTo>
                  <a:lnTo>
                    <a:pt x="182531" y="183541"/>
                  </a:lnTo>
                  <a:lnTo>
                    <a:pt x="182266" y="18311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7051534" y="1997789"/>
              <a:ext cx="183771" cy="182880"/>
            </a:xfrm>
            <a:custGeom>
              <a:avLst/>
              <a:pathLst>
                <a:path w="183771" h="182880">
                  <a:moveTo>
                    <a:pt x="182879" y="182880"/>
                  </a:moveTo>
                  <a:lnTo>
                    <a:pt x="182899" y="182380"/>
                  </a:lnTo>
                  <a:lnTo>
                    <a:pt x="183227" y="182112"/>
                  </a:lnTo>
                  <a:lnTo>
                    <a:pt x="183696" y="182012"/>
                  </a:lnTo>
                  <a:lnTo>
                    <a:pt x="183771" y="18266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7048451" y="1986015"/>
              <a:ext cx="184106" cy="185041"/>
            </a:xfrm>
            <a:custGeom>
              <a:avLst/>
              <a:pathLst>
                <a:path w="184106" h="185041">
                  <a:moveTo>
                    <a:pt x="182879" y="182880"/>
                  </a:moveTo>
                  <a:lnTo>
                    <a:pt x="182952" y="183020"/>
                  </a:lnTo>
                  <a:lnTo>
                    <a:pt x="183063" y="183182"/>
                  </a:lnTo>
                  <a:lnTo>
                    <a:pt x="183168" y="183364"/>
                  </a:lnTo>
                  <a:lnTo>
                    <a:pt x="183260" y="183531"/>
                  </a:lnTo>
                  <a:lnTo>
                    <a:pt x="183351" y="183765"/>
                  </a:lnTo>
                  <a:lnTo>
                    <a:pt x="183582" y="184052"/>
                  </a:lnTo>
                  <a:lnTo>
                    <a:pt x="183720" y="184221"/>
                  </a:lnTo>
                  <a:lnTo>
                    <a:pt x="184106" y="185041"/>
                  </a:lnTo>
                  <a:lnTo>
                    <a:pt x="183908" y="184907"/>
                  </a:lnTo>
                  <a:lnTo>
                    <a:pt x="183787" y="184752"/>
                  </a:lnTo>
                  <a:lnTo>
                    <a:pt x="183692" y="184480"/>
                  </a:lnTo>
                  <a:lnTo>
                    <a:pt x="183082" y="183649"/>
                  </a:lnTo>
                  <a:lnTo>
                    <a:pt x="182969" y="183510"/>
                  </a:lnTo>
                  <a:lnTo>
                    <a:pt x="182775" y="183221"/>
                  </a:lnTo>
                  <a:lnTo>
                    <a:pt x="182516" y="182821"/>
                  </a:lnTo>
                  <a:lnTo>
                    <a:pt x="182323" y="18235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7095563" y="1982851"/>
              <a:ext cx="183189" cy="184674"/>
            </a:xfrm>
            <a:custGeom>
              <a:avLst/>
              <a:pathLst>
                <a:path w="183189" h="184674">
                  <a:moveTo>
                    <a:pt x="182879" y="182880"/>
                  </a:moveTo>
                  <a:lnTo>
                    <a:pt x="183179" y="182894"/>
                  </a:lnTo>
                  <a:lnTo>
                    <a:pt x="183189" y="183044"/>
                  </a:lnTo>
                  <a:lnTo>
                    <a:pt x="183122" y="183580"/>
                  </a:lnTo>
                  <a:lnTo>
                    <a:pt x="182802" y="184064"/>
                  </a:lnTo>
                  <a:lnTo>
                    <a:pt x="182888" y="184284"/>
                  </a:lnTo>
                  <a:lnTo>
                    <a:pt x="182885" y="184674"/>
                  </a:lnTo>
                  <a:lnTo>
                    <a:pt x="182546" y="184473"/>
                  </a:lnTo>
                  <a:lnTo>
                    <a:pt x="181977" y="184183"/>
                  </a:lnTo>
                  <a:lnTo>
                    <a:pt x="181841" y="183944"/>
                  </a:lnTo>
                  <a:lnTo>
                    <a:pt x="181740" y="183440"/>
                  </a:lnTo>
                  <a:lnTo>
                    <a:pt x="181842" y="182906"/>
                  </a:lnTo>
                  <a:lnTo>
                    <a:pt x="182066" y="182921"/>
                  </a:lnTo>
                  <a:lnTo>
                    <a:pt x="182566" y="18291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7040926" y="1958106"/>
              <a:ext cx="183214" cy="182880"/>
            </a:xfrm>
            <a:custGeom>
              <a:avLst/>
              <a:pathLst>
                <a:path w="183214" h="182880">
                  <a:moveTo>
                    <a:pt x="182879" y="182880"/>
                  </a:moveTo>
                  <a:lnTo>
                    <a:pt x="182945" y="182752"/>
                  </a:lnTo>
                  <a:lnTo>
                    <a:pt x="183045" y="182555"/>
                  </a:lnTo>
                  <a:lnTo>
                    <a:pt x="183214" y="182221"/>
                  </a:lnTo>
                  <a:lnTo>
                    <a:pt x="183157" y="182424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7098159" y="1868052"/>
              <a:ext cx="199507" cy="331810"/>
            </a:xfrm>
            <a:custGeom>
              <a:avLst/>
              <a:pathLst>
                <a:path w="199507" h="331810">
                  <a:moveTo>
                    <a:pt x="182879" y="182880"/>
                  </a:moveTo>
                  <a:lnTo>
                    <a:pt x="183297" y="182870"/>
                  </a:lnTo>
                  <a:lnTo>
                    <a:pt x="183581" y="183093"/>
                  </a:lnTo>
                  <a:lnTo>
                    <a:pt x="184114" y="183282"/>
                  </a:lnTo>
                  <a:lnTo>
                    <a:pt x="184267" y="183386"/>
                  </a:lnTo>
                  <a:lnTo>
                    <a:pt x="184801" y="183757"/>
                  </a:lnTo>
                  <a:lnTo>
                    <a:pt x="184941" y="183903"/>
                  </a:lnTo>
                  <a:lnTo>
                    <a:pt x="185137" y="184114"/>
                  </a:lnTo>
                  <a:lnTo>
                    <a:pt x="185275" y="184319"/>
                  </a:lnTo>
                  <a:lnTo>
                    <a:pt x="185378" y="184551"/>
                  </a:lnTo>
                  <a:lnTo>
                    <a:pt x="185436" y="184934"/>
                  </a:lnTo>
                  <a:lnTo>
                    <a:pt x="185723" y="185746"/>
                  </a:lnTo>
                  <a:lnTo>
                    <a:pt x="186074" y="185674"/>
                  </a:lnTo>
                  <a:lnTo>
                    <a:pt x="186102" y="185837"/>
                  </a:lnTo>
                  <a:lnTo>
                    <a:pt x="186548" y="186831"/>
                  </a:lnTo>
                  <a:lnTo>
                    <a:pt x="187102" y="187047"/>
                  </a:lnTo>
                  <a:lnTo>
                    <a:pt x="187502" y="186838"/>
                  </a:lnTo>
                  <a:lnTo>
                    <a:pt x="187640" y="186756"/>
                  </a:lnTo>
                  <a:lnTo>
                    <a:pt x="187943" y="186552"/>
                  </a:lnTo>
                  <a:lnTo>
                    <a:pt x="187818" y="186750"/>
                  </a:lnTo>
                  <a:lnTo>
                    <a:pt x="187710" y="187011"/>
                  </a:lnTo>
                  <a:lnTo>
                    <a:pt x="188367" y="188689"/>
                  </a:lnTo>
                  <a:lnTo>
                    <a:pt x="188686" y="188670"/>
                  </a:lnTo>
                  <a:lnTo>
                    <a:pt x="189248" y="188950"/>
                  </a:lnTo>
                  <a:lnTo>
                    <a:pt x="189603" y="189009"/>
                  </a:lnTo>
                  <a:lnTo>
                    <a:pt x="189583" y="189710"/>
                  </a:lnTo>
                  <a:lnTo>
                    <a:pt x="189598" y="190118"/>
                  </a:lnTo>
                  <a:lnTo>
                    <a:pt x="189731" y="189888"/>
                  </a:lnTo>
                  <a:lnTo>
                    <a:pt x="189873" y="189790"/>
                  </a:lnTo>
                  <a:lnTo>
                    <a:pt x="190180" y="189594"/>
                  </a:lnTo>
                  <a:lnTo>
                    <a:pt x="190432" y="189259"/>
                  </a:lnTo>
                  <a:lnTo>
                    <a:pt x="190781" y="189089"/>
                  </a:lnTo>
                  <a:lnTo>
                    <a:pt x="191104" y="189361"/>
                  </a:lnTo>
                  <a:lnTo>
                    <a:pt x="191473" y="189608"/>
                  </a:lnTo>
                  <a:lnTo>
                    <a:pt x="191697" y="189409"/>
                  </a:lnTo>
                  <a:lnTo>
                    <a:pt x="192084" y="189447"/>
                  </a:lnTo>
                  <a:lnTo>
                    <a:pt x="192256" y="190056"/>
                  </a:lnTo>
                  <a:lnTo>
                    <a:pt x="192984" y="190353"/>
                  </a:lnTo>
                  <a:lnTo>
                    <a:pt x="193270" y="190278"/>
                  </a:lnTo>
                  <a:lnTo>
                    <a:pt x="193772" y="190337"/>
                  </a:lnTo>
                  <a:lnTo>
                    <a:pt x="194369" y="190526"/>
                  </a:lnTo>
                  <a:lnTo>
                    <a:pt x="194754" y="190480"/>
                  </a:lnTo>
                  <a:lnTo>
                    <a:pt x="195360" y="190621"/>
                  </a:lnTo>
                  <a:lnTo>
                    <a:pt x="195627" y="190638"/>
                  </a:lnTo>
                  <a:lnTo>
                    <a:pt x="196039" y="190517"/>
                  </a:lnTo>
                  <a:lnTo>
                    <a:pt x="196322" y="190310"/>
                  </a:lnTo>
                  <a:lnTo>
                    <a:pt x="196622" y="190255"/>
                  </a:lnTo>
                  <a:lnTo>
                    <a:pt x="196541" y="190474"/>
                  </a:lnTo>
                  <a:lnTo>
                    <a:pt x="196430" y="190620"/>
                  </a:lnTo>
                  <a:lnTo>
                    <a:pt x="196549" y="191043"/>
                  </a:lnTo>
                  <a:lnTo>
                    <a:pt x="196338" y="191534"/>
                  </a:lnTo>
                  <a:lnTo>
                    <a:pt x="196295" y="191664"/>
                  </a:lnTo>
                  <a:lnTo>
                    <a:pt x="196189" y="191988"/>
                  </a:lnTo>
                  <a:lnTo>
                    <a:pt x="196176" y="192158"/>
                  </a:lnTo>
                  <a:lnTo>
                    <a:pt x="196316" y="192591"/>
                  </a:lnTo>
                  <a:lnTo>
                    <a:pt x="196592" y="192774"/>
                  </a:lnTo>
                  <a:lnTo>
                    <a:pt x="196878" y="193189"/>
                  </a:lnTo>
                  <a:lnTo>
                    <a:pt x="196825" y="193471"/>
                  </a:lnTo>
                  <a:lnTo>
                    <a:pt x="196739" y="193707"/>
                  </a:lnTo>
                  <a:lnTo>
                    <a:pt x="196785" y="194171"/>
                  </a:lnTo>
                  <a:lnTo>
                    <a:pt x="197116" y="194720"/>
                  </a:lnTo>
                  <a:lnTo>
                    <a:pt x="197083" y="194910"/>
                  </a:lnTo>
                  <a:lnTo>
                    <a:pt x="197592" y="195023"/>
                  </a:lnTo>
                  <a:lnTo>
                    <a:pt x="197988" y="194935"/>
                  </a:lnTo>
                  <a:lnTo>
                    <a:pt x="198458" y="194770"/>
                  </a:lnTo>
                  <a:lnTo>
                    <a:pt x="198608" y="194766"/>
                  </a:lnTo>
                  <a:lnTo>
                    <a:pt x="199098" y="195109"/>
                  </a:lnTo>
                  <a:lnTo>
                    <a:pt x="199494" y="195250"/>
                  </a:lnTo>
                  <a:lnTo>
                    <a:pt x="199507" y="195495"/>
                  </a:lnTo>
                  <a:lnTo>
                    <a:pt x="199335" y="195796"/>
                  </a:lnTo>
                  <a:lnTo>
                    <a:pt x="198987" y="196036"/>
                  </a:lnTo>
                  <a:lnTo>
                    <a:pt x="198634" y="196233"/>
                  </a:lnTo>
                  <a:lnTo>
                    <a:pt x="198388" y="196474"/>
                  </a:lnTo>
                  <a:lnTo>
                    <a:pt x="198190" y="196583"/>
                  </a:lnTo>
                  <a:lnTo>
                    <a:pt x="197797" y="196652"/>
                  </a:lnTo>
                  <a:lnTo>
                    <a:pt x="197637" y="196735"/>
                  </a:lnTo>
                  <a:lnTo>
                    <a:pt x="197426" y="196844"/>
                  </a:lnTo>
                  <a:lnTo>
                    <a:pt x="196844" y="197116"/>
                  </a:lnTo>
                  <a:lnTo>
                    <a:pt x="196539" y="197412"/>
                  </a:lnTo>
                  <a:lnTo>
                    <a:pt x="196362" y="197742"/>
                  </a:lnTo>
                  <a:lnTo>
                    <a:pt x="196025" y="198076"/>
                  </a:lnTo>
                  <a:lnTo>
                    <a:pt x="195800" y="198330"/>
                  </a:lnTo>
                  <a:lnTo>
                    <a:pt x="195586" y="198421"/>
                  </a:lnTo>
                  <a:lnTo>
                    <a:pt x="195435" y="198485"/>
                  </a:lnTo>
                  <a:lnTo>
                    <a:pt x="195179" y="199085"/>
                  </a:lnTo>
                  <a:lnTo>
                    <a:pt x="194995" y="199571"/>
                  </a:lnTo>
                  <a:lnTo>
                    <a:pt x="194769" y="199803"/>
                  </a:lnTo>
                  <a:lnTo>
                    <a:pt x="194624" y="199950"/>
                  </a:lnTo>
                  <a:lnTo>
                    <a:pt x="193750" y="200698"/>
                  </a:lnTo>
                  <a:lnTo>
                    <a:pt x="193502" y="201118"/>
                  </a:lnTo>
                  <a:lnTo>
                    <a:pt x="193100" y="202083"/>
                  </a:lnTo>
                  <a:lnTo>
                    <a:pt x="192895" y="202633"/>
                  </a:lnTo>
                  <a:lnTo>
                    <a:pt x="192830" y="202904"/>
                  </a:lnTo>
                  <a:lnTo>
                    <a:pt x="192773" y="203183"/>
                  </a:lnTo>
                  <a:lnTo>
                    <a:pt x="192722" y="203418"/>
                  </a:lnTo>
                  <a:lnTo>
                    <a:pt x="192686" y="203631"/>
                  </a:lnTo>
                  <a:lnTo>
                    <a:pt x="192667" y="203762"/>
                  </a:lnTo>
                  <a:lnTo>
                    <a:pt x="192628" y="204029"/>
                  </a:lnTo>
                  <a:lnTo>
                    <a:pt x="192544" y="204667"/>
                  </a:lnTo>
                  <a:lnTo>
                    <a:pt x="192508" y="205050"/>
                  </a:lnTo>
                  <a:lnTo>
                    <a:pt x="192494" y="205388"/>
                  </a:lnTo>
                  <a:lnTo>
                    <a:pt x="192490" y="205611"/>
                  </a:lnTo>
                  <a:lnTo>
                    <a:pt x="192493" y="205827"/>
                  </a:lnTo>
                  <a:lnTo>
                    <a:pt x="192496" y="205972"/>
                  </a:lnTo>
                  <a:lnTo>
                    <a:pt x="192505" y="206139"/>
                  </a:lnTo>
                  <a:lnTo>
                    <a:pt x="192514" y="206268"/>
                  </a:lnTo>
                  <a:lnTo>
                    <a:pt x="192537" y="206502"/>
                  </a:lnTo>
                  <a:lnTo>
                    <a:pt x="192571" y="206754"/>
                  </a:lnTo>
                  <a:lnTo>
                    <a:pt x="192713" y="207373"/>
                  </a:lnTo>
                  <a:lnTo>
                    <a:pt x="192868" y="207755"/>
                  </a:lnTo>
                  <a:lnTo>
                    <a:pt x="193097" y="208333"/>
                  </a:lnTo>
                  <a:lnTo>
                    <a:pt x="193155" y="208750"/>
                  </a:lnTo>
                  <a:lnTo>
                    <a:pt x="193190" y="209073"/>
                  </a:lnTo>
                  <a:lnTo>
                    <a:pt x="193196" y="209337"/>
                  </a:lnTo>
                  <a:lnTo>
                    <a:pt x="193199" y="209481"/>
                  </a:lnTo>
                  <a:lnTo>
                    <a:pt x="193217" y="209800"/>
                  </a:lnTo>
                  <a:lnTo>
                    <a:pt x="193225" y="209936"/>
                  </a:lnTo>
                  <a:lnTo>
                    <a:pt x="193251" y="210225"/>
                  </a:lnTo>
                  <a:lnTo>
                    <a:pt x="193270" y="210353"/>
                  </a:lnTo>
                  <a:lnTo>
                    <a:pt x="193289" y="210485"/>
                  </a:lnTo>
                  <a:lnTo>
                    <a:pt x="193346" y="210795"/>
                  </a:lnTo>
                  <a:lnTo>
                    <a:pt x="193434" y="211169"/>
                  </a:lnTo>
                  <a:lnTo>
                    <a:pt x="193498" y="211396"/>
                  </a:lnTo>
                  <a:lnTo>
                    <a:pt x="193638" y="211796"/>
                  </a:lnTo>
                  <a:lnTo>
                    <a:pt x="193774" y="212150"/>
                  </a:lnTo>
                  <a:lnTo>
                    <a:pt x="193876" y="212356"/>
                  </a:lnTo>
                  <a:lnTo>
                    <a:pt x="194139" y="212802"/>
                  </a:lnTo>
                  <a:lnTo>
                    <a:pt x="194315" y="213010"/>
                  </a:lnTo>
                  <a:lnTo>
                    <a:pt x="194928" y="213188"/>
                  </a:lnTo>
                  <a:lnTo>
                    <a:pt x="195100" y="213425"/>
                  </a:lnTo>
                  <a:lnTo>
                    <a:pt x="194860" y="213442"/>
                  </a:lnTo>
                  <a:lnTo>
                    <a:pt x="194328" y="213188"/>
                  </a:lnTo>
                  <a:lnTo>
                    <a:pt x="194071" y="213266"/>
                  </a:lnTo>
                  <a:lnTo>
                    <a:pt x="194244" y="213807"/>
                  </a:lnTo>
                  <a:lnTo>
                    <a:pt x="194606" y="214030"/>
                  </a:lnTo>
                  <a:lnTo>
                    <a:pt x="194479" y="214534"/>
                  </a:lnTo>
                  <a:lnTo>
                    <a:pt x="194480" y="214675"/>
                  </a:lnTo>
                  <a:lnTo>
                    <a:pt x="194495" y="214921"/>
                  </a:lnTo>
                  <a:lnTo>
                    <a:pt x="194518" y="215296"/>
                  </a:lnTo>
                  <a:lnTo>
                    <a:pt x="194569" y="215641"/>
                  </a:lnTo>
                  <a:lnTo>
                    <a:pt x="194641" y="216267"/>
                  </a:lnTo>
                  <a:lnTo>
                    <a:pt x="194590" y="216405"/>
                  </a:lnTo>
                  <a:lnTo>
                    <a:pt x="194299" y="216577"/>
                  </a:lnTo>
                  <a:lnTo>
                    <a:pt x="193382" y="217890"/>
                  </a:lnTo>
                  <a:lnTo>
                    <a:pt x="193736" y="218020"/>
                  </a:lnTo>
                  <a:lnTo>
                    <a:pt x="193796" y="218490"/>
                  </a:lnTo>
                  <a:lnTo>
                    <a:pt x="193695" y="218665"/>
                  </a:lnTo>
                  <a:lnTo>
                    <a:pt x="193268" y="219035"/>
                  </a:lnTo>
                  <a:lnTo>
                    <a:pt x="192575" y="219601"/>
                  </a:lnTo>
                  <a:lnTo>
                    <a:pt x="192532" y="219819"/>
                  </a:lnTo>
                  <a:lnTo>
                    <a:pt x="191769" y="220760"/>
                  </a:lnTo>
                  <a:lnTo>
                    <a:pt x="191646" y="221057"/>
                  </a:lnTo>
                  <a:lnTo>
                    <a:pt x="191483" y="221552"/>
                  </a:lnTo>
                  <a:lnTo>
                    <a:pt x="191454" y="221693"/>
                  </a:lnTo>
                  <a:lnTo>
                    <a:pt x="191401" y="221960"/>
                  </a:lnTo>
                  <a:lnTo>
                    <a:pt x="191355" y="222302"/>
                  </a:lnTo>
                  <a:lnTo>
                    <a:pt x="191312" y="222879"/>
                  </a:lnTo>
                  <a:lnTo>
                    <a:pt x="191298" y="223149"/>
                  </a:lnTo>
                  <a:lnTo>
                    <a:pt x="191144" y="223629"/>
                  </a:lnTo>
                  <a:lnTo>
                    <a:pt x="190960" y="224082"/>
                  </a:lnTo>
                  <a:lnTo>
                    <a:pt x="190751" y="224649"/>
                  </a:lnTo>
                  <a:lnTo>
                    <a:pt x="190679" y="225173"/>
                  </a:lnTo>
                  <a:lnTo>
                    <a:pt x="190754" y="225996"/>
                  </a:lnTo>
                  <a:lnTo>
                    <a:pt x="190205" y="226293"/>
                  </a:lnTo>
                  <a:lnTo>
                    <a:pt x="189885" y="227196"/>
                  </a:lnTo>
                  <a:lnTo>
                    <a:pt x="189803" y="227394"/>
                  </a:lnTo>
                  <a:lnTo>
                    <a:pt x="189721" y="227668"/>
                  </a:lnTo>
                  <a:lnTo>
                    <a:pt x="189638" y="228112"/>
                  </a:lnTo>
                  <a:lnTo>
                    <a:pt x="189526" y="228351"/>
                  </a:lnTo>
                  <a:lnTo>
                    <a:pt x="189219" y="228697"/>
                  </a:lnTo>
                  <a:lnTo>
                    <a:pt x="188238" y="229628"/>
                  </a:lnTo>
                  <a:lnTo>
                    <a:pt x="188093" y="229858"/>
                  </a:lnTo>
                  <a:lnTo>
                    <a:pt x="187929" y="229941"/>
                  </a:lnTo>
                  <a:lnTo>
                    <a:pt x="187736" y="230092"/>
                  </a:lnTo>
                  <a:lnTo>
                    <a:pt x="187170" y="230459"/>
                  </a:lnTo>
                  <a:lnTo>
                    <a:pt x="186850" y="230678"/>
                  </a:lnTo>
                  <a:lnTo>
                    <a:pt x="186553" y="231170"/>
                  </a:lnTo>
                  <a:lnTo>
                    <a:pt x="186374" y="231672"/>
                  </a:lnTo>
                  <a:lnTo>
                    <a:pt x="186417" y="232596"/>
                  </a:lnTo>
                  <a:lnTo>
                    <a:pt x="186549" y="232921"/>
                  </a:lnTo>
                  <a:lnTo>
                    <a:pt x="186483" y="233808"/>
                  </a:lnTo>
                  <a:lnTo>
                    <a:pt x="184680" y="236668"/>
                  </a:lnTo>
                  <a:lnTo>
                    <a:pt x="184690" y="236811"/>
                  </a:lnTo>
                  <a:lnTo>
                    <a:pt x="184718" y="237038"/>
                  </a:lnTo>
                  <a:lnTo>
                    <a:pt x="184832" y="237456"/>
                  </a:lnTo>
                  <a:lnTo>
                    <a:pt x="184907" y="237659"/>
                  </a:lnTo>
                  <a:lnTo>
                    <a:pt x="185837" y="239060"/>
                  </a:lnTo>
                  <a:lnTo>
                    <a:pt x="185876" y="239402"/>
                  </a:lnTo>
                  <a:lnTo>
                    <a:pt x="185809" y="239534"/>
                  </a:lnTo>
                  <a:lnTo>
                    <a:pt x="185733" y="239684"/>
                  </a:lnTo>
                  <a:lnTo>
                    <a:pt x="185641" y="239853"/>
                  </a:lnTo>
                  <a:lnTo>
                    <a:pt x="185495" y="239985"/>
                  </a:lnTo>
                  <a:lnTo>
                    <a:pt x="185415" y="240174"/>
                  </a:lnTo>
                  <a:lnTo>
                    <a:pt x="185321" y="240303"/>
                  </a:lnTo>
                  <a:lnTo>
                    <a:pt x="185163" y="240417"/>
                  </a:lnTo>
                  <a:lnTo>
                    <a:pt x="185006" y="240557"/>
                  </a:lnTo>
                  <a:lnTo>
                    <a:pt x="184729" y="240800"/>
                  </a:lnTo>
                  <a:lnTo>
                    <a:pt x="184608" y="240989"/>
                  </a:lnTo>
                  <a:lnTo>
                    <a:pt x="184382" y="241374"/>
                  </a:lnTo>
                  <a:lnTo>
                    <a:pt x="184323" y="241789"/>
                  </a:lnTo>
                  <a:lnTo>
                    <a:pt x="184477" y="242193"/>
                  </a:lnTo>
                  <a:lnTo>
                    <a:pt x="184285" y="243416"/>
                  </a:lnTo>
                  <a:lnTo>
                    <a:pt x="184242" y="243901"/>
                  </a:lnTo>
                  <a:lnTo>
                    <a:pt x="184257" y="244276"/>
                  </a:lnTo>
                  <a:lnTo>
                    <a:pt x="184239" y="244467"/>
                  </a:lnTo>
                  <a:lnTo>
                    <a:pt x="184218" y="244692"/>
                  </a:lnTo>
                  <a:lnTo>
                    <a:pt x="184161" y="245034"/>
                  </a:lnTo>
                  <a:lnTo>
                    <a:pt x="183961" y="245978"/>
                  </a:lnTo>
                  <a:lnTo>
                    <a:pt x="183898" y="246196"/>
                  </a:lnTo>
                  <a:lnTo>
                    <a:pt x="183012" y="248428"/>
                  </a:lnTo>
                  <a:lnTo>
                    <a:pt x="182985" y="248628"/>
                  </a:lnTo>
                  <a:lnTo>
                    <a:pt x="182933" y="249553"/>
                  </a:lnTo>
                  <a:lnTo>
                    <a:pt x="182937" y="249744"/>
                  </a:lnTo>
                  <a:lnTo>
                    <a:pt x="183034" y="250201"/>
                  </a:lnTo>
                  <a:lnTo>
                    <a:pt x="182914" y="250588"/>
                  </a:lnTo>
                  <a:lnTo>
                    <a:pt x="182672" y="251148"/>
                  </a:lnTo>
                  <a:lnTo>
                    <a:pt x="182527" y="251538"/>
                  </a:lnTo>
                  <a:lnTo>
                    <a:pt x="182234" y="251817"/>
                  </a:lnTo>
                  <a:lnTo>
                    <a:pt x="182135" y="252037"/>
                  </a:lnTo>
                  <a:lnTo>
                    <a:pt x="182105" y="252406"/>
                  </a:lnTo>
                  <a:lnTo>
                    <a:pt x="182220" y="252856"/>
                  </a:lnTo>
                  <a:lnTo>
                    <a:pt x="182197" y="253097"/>
                  </a:lnTo>
                  <a:lnTo>
                    <a:pt x="182018" y="254002"/>
                  </a:lnTo>
                  <a:lnTo>
                    <a:pt x="181556" y="255229"/>
                  </a:lnTo>
                  <a:lnTo>
                    <a:pt x="181384" y="256056"/>
                  </a:lnTo>
                  <a:lnTo>
                    <a:pt x="181367" y="256346"/>
                  </a:lnTo>
                  <a:lnTo>
                    <a:pt x="181360" y="256578"/>
                  </a:lnTo>
                  <a:lnTo>
                    <a:pt x="181357" y="256911"/>
                  </a:lnTo>
                  <a:lnTo>
                    <a:pt x="181348" y="257440"/>
                  </a:lnTo>
                  <a:lnTo>
                    <a:pt x="181287" y="257680"/>
                  </a:lnTo>
                  <a:lnTo>
                    <a:pt x="181255" y="257811"/>
                  </a:lnTo>
                  <a:lnTo>
                    <a:pt x="181190" y="258276"/>
                  </a:lnTo>
                  <a:lnTo>
                    <a:pt x="180926" y="258757"/>
                  </a:lnTo>
                  <a:lnTo>
                    <a:pt x="180663" y="259250"/>
                  </a:lnTo>
                  <a:lnTo>
                    <a:pt x="180593" y="259574"/>
                  </a:lnTo>
                  <a:lnTo>
                    <a:pt x="180518" y="259911"/>
                  </a:lnTo>
                  <a:lnTo>
                    <a:pt x="180474" y="260080"/>
                  </a:lnTo>
                  <a:lnTo>
                    <a:pt x="180405" y="260298"/>
                  </a:lnTo>
                  <a:lnTo>
                    <a:pt x="180377" y="260441"/>
                  </a:lnTo>
                  <a:lnTo>
                    <a:pt x="180336" y="260842"/>
                  </a:lnTo>
                  <a:lnTo>
                    <a:pt x="180388" y="261171"/>
                  </a:lnTo>
                  <a:lnTo>
                    <a:pt x="180667" y="261910"/>
                  </a:lnTo>
                  <a:lnTo>
                    <a:pt x="180783" y="262078"/>
                  </a:lnTo>
                  <a:lnTo>
                    <a:pt x="180694" y="262285"/>
                  </a:lnTo>
                  <a:lnTo>
                    <a:pt x="180555" y="262509"/>
                  </a:lnTo>
                  <a:lnTo>
                    <a:pt x="180325" y="263074"/>
                  </a:lnTo>
                  <a:lnTo>
                    <a:pt x="180250" y="263301"/>
                  </a:lnTo>
                  <a:lnTo>
                    <a:pt x="180194" y="263518"/>
                  </a:lnTo>
                  <a:lnTo>
                    <a:pt x="180134" y="263801"/>
                  </a:lnTo>
                  <a:lnTo>
                    <a:pt x="180093" y="264166"/>
                  </a:lnTo>
                  <a:lnTo>
                    <a:pt x="180001" y="264420"/>
                  </a:lnTo>
                  <a:lnTo>
                    <a:pt x="179839" y="264863"/>
                  </a:lnTo>
                  <a:lnTo>
                    <a:pt x="179782" y="265018"/>
                  </a:lnTo>
                  <a:lnTo>
                    <a:pt x="179636" y="265421"/>
                  </a:lnTo>
                  <a:lnTo>
                    <a:pt x="179584" y="265563"/>
                  </a:lnTo>
                  <a:lnTo>
                    <a:pt x="179442" y="265953"/>
                  </a:lnTo>
                  <a:lnTo>
                    <a:pt x="179375" y="266135"/>
                  </a:lnTo>
                  <a:lnTo>
                    <a:pt x="179285" y="266381"/>
                  </a:lnTo>
                  <a:lnTo>
                    <a:pt x="179232" y="266567"/>
                  </a:lnTo>
                  <a:lnTo>
                    <a:pt x="179204" y="266845"/>
                  </a:lnTo>
                  <a:lnTo>
                    <a:pt x="179147" y="267108"/>
                  </a:lnTo>
                  <a:lnTo>
                    <a:pt x="179127" y="267294"/>
                  </a:lnTo>
                  <a:lnTo>
                    <a:pt x="179032" y="268187"/>
                  </a:lnTo>
                  <a:lnTo>
                    <a:pt x="178981" y="268660"/>
                  </a:lnTo>
                  <a:lnTo>
                    <a:pt x="178947" y="268984"/>
                  </a:lnTo>
                  <a:lnTo>
                    <a:pt x="178901" y="269397"/>
                  </a:lnTo>
                  <a:lnTo>
                    <a:pt x="178773" y="269632"/>
                  </a:lnTo>
                  <a:lnTo>
                    <a:pt x="178194" y="269905"/>
                  </a:lnTo>
                  <a:lnTo>
                    <a:pt x="178001" y="270147"/>
                  </a:lnTo>
                  <a:lnTo>
                    <a:pt x="177852" y="270373"/>
                  </a:lnTo>
                  <a:lnTo>
                    <a:pt x="177668" y="270717"/>
                  </a:lnTo>
                  <a:lnTo>
                    <a:pt x="177423" y="271244"/>
                  </a:lnTo>
                  <a:lnTo>
                    <a:pt x="177168" y="272179"/>
                  </a:lnTo>
                  <a:lnTo>
                    <a:pt x="177106" y="272554"/>
                  </a:lnTo>
                  <a:lnTo>
                    <a:pt x="177066" y="272801"/>
                  </a:lnTo>
                  <a:lnTo>
                    <a:pt x="176913" y="273346"/>
                  </a:lnTo>
                  <a:lnTo>
                    <a:pt x="177143" y="273592"/>
                  </a:lnTo>
                  <a:lnTo>
                    <a:pt x="177033" y="273765"/>
                  </a:lnTo>
                  <a:lnTo>
                    <a:pt x="176453" y="274208"/>
                  </a:lnTo>
                  <a:lnTo>
                    <a:pt x="176201" y="274640"/>
                  </a:lnTo>
                  <a:lnTo>
                    <a:pt x="176202" y="274970"/>
                  </a:lnTo>
                  <a:lnTo>
                    <a:pt x="176315" y="275482"/>
                  </a:lnTo>
                  <a:lnTo>
                    <a:pt x="176435" y="275757"/>
                  </a:lnTo>
                  <a:lnTo>
                    <a:pt x="176618" y="276319"/>
                  </a:lnTo>
                  <a:lnTo>
                    <a:pt x="176328" y="277032"/>
                  </a:lnTo>
                  <a:lnTo>
                    <a:pt x="176318" y="277364"/>
                  </a:lnTo>
                  <a:lnTo>
                    <a:pt x="176776" y="278145"/>
                  </a:lnTo>
                  <a:lnTo>
                    <a:pt x="176128" y="278518"/>
                  </a:lnTo>
                  <a:lnTo>
                    <a:pt x="176018" y="278731"/>
                  </a:lnTo>
                  <a:lnTo>
                    <a:pt x="175688" y="279245"/>
                  </a:lnTo>
                  <a:lnTo>
                    <a:pt x="174924" y="279381"/>
                  </a:lnTo>
                  <a:lnTo>
                    <a:pt x="174716" y="279767"/>
                  </a:lnTo>
                  <a:lnTo>
                    <a:pt x="174608" y="280027"/>
                  </a:lnTo>
                  <a:lnTo>
                    <a:pt x="174355" y="280553"/>
                  </a:lnTo>
                  <a:lnTo>
                    <a:pt x="174285" y="280860"/>
                  </a:lnTo>
                  <a:lnTo>
                    <a:pt x="174274" y="281247"/>
                  </a:lnTo>
                  <a:lnTo>
                    <a:pt x="174152" y="281586"/>
                  </a:lnTo>
                  <a:lnTo>
                    <a:pt x="173990" y="282040"/>
                  </a:lnTo>
                  <a:lnTo>
                    <a:pt x="173753" y="282703"/>
                  </a:lnTo>
                  <a:lnTo>
                    <a:pt x="173367" y="283782"/>
                  </a:lnTo>
                  <a:lnTo>
                    <a:pt x="173115" y="284326"/>
                  </a:lnTo>
                  <a:lnTo>
                    <a:pt x="172917" y="284686"/>
                  </a:lnTo>
                  <a:lnTo>
                    <a:pt x="172656" y="284985"/>
                  </a:lnTo>
                  <a:lnTo>
                    <a:pt x="172482" y="285251"/>
                  </a:lnTo>
                  <a:lnTo>
                    <a:pt x="172008" y="285554"/>
                  </a:lnTo>
                  <a:lnTo>
                    <a:pt x="171824" y="285822"/>
                  </a:lnTo>
                  <a:lnTo>
                    <a:pt x="171702" y="286295"/>
                  </a:lnTo>
                  <a:lnTo>
                    <a:pt x="170982" y="287638"/>
                  </a:lnTo>
                  <a:lnTo>
                    <a:pt x="170835" y="287979"/>
                  </a:lnTo>
                  <a:lnTo>
                    <a:pt x="170645" y="288387"/>
                  </a:lnTo>
                  <a:lnTo>
                    <a:pt x="169877" y="289412"/>
                  </a:lnTo>
                  <a:lnTo>
                    <a:pt x="169478" y="289307"/>
                  </a:lnTo>
                  <a:lnTo>
                    <a:pt x="169278" y="289378"/>
                  </a:lnTo>
                  <a:lnTo>
                    <a:pt x="169032" y="289419"/>
                  </a:lnTo>
                  <a:lnTo>
                    <a:pt x="168774" y="289594"/>
                  </a:lnTo>
                  <a:lnTo>
                    <a:pt x="168613" y="289707"/>
                  </a:lnTo>
                  <a:lnTo>
                    <a:pt x="168374" y="289950"/>
                  </a:lnTo>
                  <a:lnTo>
                    <a:pt x="168230" y="290168"/>
                  </a:lnTo>
                  <a:lnTo>
                    <a:pt x="168200" y="291041"/>
                  </a:lnTo>
                  <a:lnTo>
                    <a:pt x="168300" y="291223"/>
                  </a:lnTo>
                  <a:lnTo>
                    <a:pt x="168488" y="291675"/>
                  </a:lnTo>
                  <a:lnTo>
                    <a:pt x="168569" y="291941"/>
                  </a:lnTo>
                  <a:lnTo>
                    <a:pt x="168180" y="292619"/>
                  </a:lnTo>
                  <a:lnTo>
                    <a:pt x="167932" y="292900"/>
                  </a:lnTo>
                  <a:lnTo>
                    <a:pt x="167841" y="293210"/>
                  </a:lnTo>
                  <a:lnTo>
                    <a:pt x="167823" y="293615"/>
                  </a:lnTo>
                  <a:lnTo>
                    <a:pt x="167770" y="293862"/>
                  </a:lnTo>
                  <a:lnTo>
                    <a:pt x="167506" y="294236"/>
                  </a:lnTo>
                  <a:lnTo>
                    <a:pt x="167338" y="294336"/>
                  </a:lnTo>
                  <a:lnTo>
                    <a:pt x="166878" y="294645"/>
                  </a:lnTo>
                  <a:lnTo>
                    <a:pt x="166451" y="295084"/>
                  </a:lnTo>
                  <a:lnTo>
                    <a:pt x="165995" y="295629"/>
                  </a:lnTo>
                  <a:lnTo>
                    <a:pt x="165311" y="296082"/>
                  </a:lnTo>
                  <a:lnTo>
                    <a:pt x="165114" y="296215"/>
                  </a:lnTo>
                  <a:lnTo>
                    <a:pt x="164368" y="296533"/>
                  </a:lnTo>
                  <a:lnTo>
                    <a:pt x="163962" y="296765"/>
                  </a:lnTo>
                  <a:lnTo>
                    <a:pt x="163621" y="297102"/>
                  </a:lnTo>
                  <a:lnTo>
                    <a:pt x="162875" y="297727"/>
                  </a:lnTo>
                  <a:lnTo>
                    <a:pt x="162114" y="298244"/>
                  </a:lnTo>
                  <a:lnTo>
                    <a:pt x="161938" y="298506"/>
                  </a:lnTo>
                  <a:lnTo>
                    <a:pt x="161839" y="298711"/>
                  </a:lnTo>
                  <a:lnTo>
                    <a:pt x="161770" y="298875"/>
                  </a:lnTo>
                  <a:lnTo>
                    <a:pt x="161677" y="299134"/>
                  </a:lnTo>
                  <a:lnTo>
                    <a:pt x="161610" y="299318"/>
                  </a:lnTo>
                  <a:lnTo>
                    <a:pt x="161450" y="299927"/>
                  </a:lnTo>
                  <a:lnTo>
                    <a:pt x="161407" y="300113"/>
                  </a:lnTo>
                  <a:lnTo>
                    <a:pt x="161375" y="300271"/>
                  </a:lnTo>
                  <a:lnTo>
                    <a:pt x="161349" y="300505"/>
                  </a:lnTo>
                  <a:lnTo>
                    <a:pt x="161311" y="300857"/>
                  </a:lnTo>
                  <a:lnTo>
                    <a:pt x="161146" y="301581"/>
                  </a:lnTo>
                  <a:lnTo>
                    <a:pt x="160736" y="302025"/>
                  </a:lnTo>
                  <a:lnTo>
                    <a:pt x="160227" y="302561"/>
                  </a:lnTo>
                  <a:lnTo>
                    <a:pt x="160030" y="303035"/>
                  </a:lnTo>
                  <a:lnTo>
                    <a:pt x="159941" y="303302"/>
                  </a:lnTo>
                  <a:lnTo>
                    <a:pt x="159898" y="303447"/>
                  </a:lnTo>
                  <a:lnTo>
                    <a:pt x="159799" y="303815"/>
                  </a:lnTo>
                  <a:lnTo>
                    <a:pt x="159732" y="304050"/>
                  </a:lnTo>
                  <a:lnTo>
                    <a:pt x="159686" y="304197"/>
                  </a:lnTo>
                  <a:lnTo>
                    <a:pt x="159621" y="304407"/>
                  </a:lnTo>
                  <a:lnTo>
                    <a:pt x="159323" y="305222"/>
                  </a:lnTo>
                  <a:lnTo>
                    <a:pt x="159239" y="305573"/>
                  </a:lnTo>
                  <a:lnTo>
                    <a:pt x="159148" y="305929"/>
                  </a:lnTo>
                  <a:lnTo>
                    <a:pt x="159086" y="306173"/>
                  </a:lnTo>
                  <a:lnTo>
                    <a:pt x="158981" y="306577"/>
                  </a:lnTo>
                  <a:lnTo>
                    <a:pt x="158926" y="306824"/>
                  </a:lnTo>
                  <a:lnTo>
                    <a:pt x="158834" y="307228"/>
                  </a:lnTo>
                  <a:lnTo>
                    <a:pt x="158759" y="307482"/>
                  </a:lnTo>
                  <a:lnTo>
                    <a:pt x="158591" y="307922"/>
                  </a:lnTo>
                  <a:lnTo>
                    <a:pt x="158530" y="308109"/>
                  </a:lnTo>
                  <a:lnTo>
                    <a:pt x="158405" y="308483"/>
                  </a:lnTo>
                  <a:lnTo>
                    <a:pt x="158099" y="309142"/>
                  </a:lnTo>
                  <a:lnTo>
                    <a:pt x="158017" y="309390"/>
                  </a:lnTo>
                  <a:lnTo>
                    <a:pt x="157752" y="310118"/>
                  </a:lnTo>
                  <a:lnTo>
                    <a:pt x="157645" y="310338"/>
                  </a:lnTo>
                  <a:lnTo>
                    <a:pt x="157537" y="310737"/>
                  </a:lnTo>
                  <a:lnTo>
                    <a:pt x="157496" y="310944"/>
                  </a:lnTo>
                  <a:lnTo>
                    <a:pt x="157136" y="311887"/>
                  </a:lnTo>
                  <a:lnTo>
                    <a:pt x="157013" y="312207"/>
                  </a:lnTo>
                  <a:lnTo>
                    <a:pt x="156818" y="312765"/>
                  </a:lnTo>
                  <a:lnTo>
                    <a:pt x="156780" y="313061"/>
                  </a:lnTo>
                  <a:lnTo>
                    <a:pt x="156760" y="313313"/>
                  </a:lnTo>
                  <a:lnTo>
                    <a:pt x="156728" y="313916"/>
                  </a:lnTo>
                  <a:lnTo>
                    <a:pt x="156724" y="314121"/>
                  </a:lnTo>
                  <a:lnTo>
                    <a:pt x="156715" y="314615"/>
                  </a:lnTo>
                  <a:lnTo>
                    <a:pt x="156724" y="315085"/>
                  </a:lnTo>
                  <a:lnTo>
                    <a:pt x="156738" y="315269"/>
                  </a:lnTo>
                  <a:lnTo>
                    <a:pt x="156773" y="315776"/>
                  </a:lnTo>
                  <a:lnTo>
                    <a:pt x="156784" y="316543"/>
                  </a:lnTo>
                  <a:lnTo>
                    <a:pt x="156811" y="318613"/>
                  </a:lnTo>
                  <a:lnTo>
                    <a:pt x="156843" y="320956"/>
                  </a:lnTo>
                  <a:lnTo>
                    <a:pt x="156846" y="321214"/>
                  </a:lnTo>
                  <a:lnTo>
                    <a:pt x="156524" y="321732"/>
                  </a:lnTo>
                  <a:lnTo>
                    <a:pt x="156566" y="322010"/>
                  </a:lnTo>
                  <a:lnTo>
                    <a:pt x="156629" y="322278"/>
                  </a:lnTo>
                  <a:lnTo>
                    <a:pt x="157016" y="322841"/>
                  </a:lnTo>
                  <a:lnTo>
                    <a:pt x="156702" y="323506"/>
                  </a:lnTo>
                  <a:lnTo>
                    <a:pt x="156693" y="323853"/>
                  </a:lnTo>
                  <a:lnTo>
                    <a:pt x="156784" y="324248"/>
                  </a:lnTo>
                  <a:lnTo>
                    <a:pt x="156793" y="324796"/>
                  </a:lnTo>
                  <a:lnTo>
                    <a:pt x="156788" y="325073"/>
                  </a:lnTo>
                  <a:lnTo>
                    <a:pt x="156832" y="325251"/>
                  </a:lnTo>
                  <a:lnTo>
                    <a:pt x="156572" y="326315"/>
                  </a:lnTo>
                  <a:lnTo>
                    <a:pt x="156516" y="326549"/>
                  </a:lnTo>
                  <a:lnTo>
                    <a:pt x="156203" y="327008"/>
                  </a:lnTo>
                  <a:lnTo>
                    <a:pt x="155553" y="327627"/>
                  </a:lnTo>
                  <a:lnTo>
                    <a:pt x="154925" y="327999"/>
                  </a:lnTo>
                  <a:lnTo>
                    <a:pt x="154931" y="328514"/>
                  </a:lnTo>
                  <a:lnTo>
                    <a:pt x="154910" y="328662"/>
                  </a:lnTo>
                  <a:lnTo>
                    <a:pt x="154805" y="328953"/>
                  </a:lnTo>
                  <a:lnTo>
                    <a:pt x="154760" y="329175"/>
                  </a:lnTo>
                  <a:lnTo>
                    <a:pt x="154787" y="329494"/>
                  </a:lnTo>
                  <a:lnTo>
                    <a:pt x="154945" y="329922"/>
                  </a:lnTo>
                  <a:lnTo>
                    <a:pt x="155378" y="330643"/>
                  </a:lnTo>
                  <a:lnTo>
                    <a:pt x="155571" y="330939"/>
                  </a:lnTo>
                  <a:lnTo>
                    <a:pt x="155549" y="331280"/>
                  </a:lnTo>
                  <a:lnTo>
                    <a:pt x="155523" y="331810"/>
                  </a:lnTo>
                  <a:lnTo>
                    <a:pt x="155090" y="331641"/>
                  </a:lnTo>
                  <a:lnTo>
                    <a:pt x="155040" y="331377"/>
                  </a:lnTo>
                  <a:lnTo>
                    <a:pt x="154551" y="330844"/>
                  </a:lnTo>
                  <a:lnTo>
                    <a:pt x="154364" y="330528"/>
                  </a:lnTo>
                  <a:lnTo>
                    <a:pt x="153884" y="330174"/>
                  </a:lnTo>
                  <a:lnTo>
                    <a:pt x="153635" y="330168"/>
                  </a:lnTo>
                  <a:lnTo>
                    <a:pt x="153183" y="330020"/>
                  </a:lnTo>
                  <a:lnTo>
                    <a:pt x="152538" y="329692"/>
                  </a:lnTo>
                  <a:lnTo>
                    <a:pt x="152112" y="329386"/>
                  </a:lnTo>
                  <a:lnTo>
                    <a:pt x="151700" y="329098"/>
                  </a:lnTo>
                  <a:lnTo>
                    <a:pt x="151425" y="329239"/>
                  </a:lnTo>
                  <a:lnTo>
                    <a:pt x="151100" y="329609"/>
                  </a:lnTo>
                  <a:lnTo>
                    <a:pt x="151109" y="329948"/>
                  </a:lnTo>
                  <a:lnTo>
                    <a:pt x="151171" y="330287"/>
                  </a:lnTo>
                  <a:lnTo>
                    <a:pt x="151103" y="330536"/>
                  </a:lnTo>
                  <a:lnTo>
                    <a:pt x="150755" y="330831"/>
                  </a:lnTo>
                  <a:lnTo>
                    <a:pt x="150258" y="330726"/>
                  </a:lnTo>
                  <a:lnTo>
                    <a:pt x="150105" y="330458"/>
                  </a:lnTo>
                  <a:lnTo>
                    <a:pt x="149791" y="330154"/>
                  </a:lnTo>
                  <a:lnTo>
                    <a:pt x="149761" y="329918"/>
                  </a:lnTo>
                  <a:lnTo>
                    <a:pt x="149811" y="329615"/>
                  </a:lnTo>
                  <a:lnTo>
                    <a:pt x="149830" y="329397"/>
                  </a:lnTo>
                  <a:lnTo>
                    <a:pt x="149842" y="329173"/>
                  </a:lnTo>
                  <a:lnTo>
                    <a:pt x="149848" y="328981"/>
                  </a:lnTo>
                  <a:lnTo>
                    <a:pt x="149853" y="328786"/>
                  </a:lnTo>
                  <a:lnTo>
                    <a:pt x="149981" y="328518"/>
                  </a:lnTo>
                  <a:lnTo>
                    <a:pt x="149802" y="327950"/>
                  </a:lnTo>
                  <a:lnTo>
                    <a:pt x="149669" y="327781"/>
                  </a:lnTo>
                  <a:lnTo>
                    <a:pt x="149136" y="327066"/>
                  </a:lnTo>
                  <a:lnTo>
                    <a:pt x="149076" y="326887"/>
                  </a:lnTo>
                  <a:lnTo>
                    <a:pt x="148938" y="326539"/>
                  </a:lnTo>
                  <a:lnTo>
                    <a:pt x="148845" y="326331"/>
                  </a:lnTo>
                  <a:lnTo>
                    <a:pt x="148810" y="326112"/>
                  </a:lnTo>
                  <a:lnTo>
                    <a:pt x="148865" y="325877"/>
                  </a:lnTo>
                  <a:lnTo>
                    <a:pt x="148999" y="325671"/>
                  </a:lnTo>
                  <a:lnTo>
                    <a:pt x="149624" y="324784"/>
                  </a:lnTo>
                  <a:lnTo>
                    <a:pt x="149638" y="324404"/>
                  </a:lnTo>
                  <a:lnTo>
                    <a:pt x="149574" y="324123"/>
                  </a:lnTo>
                  <a:lnTo>
                    <a:pt x="149517" y="323934"/>
                  </a:lnTo>
                  <a:lnTo>
                    <a:pt x="149495" y="323531"/>
                  </a:lnTo>
                  <a:lnTo>
                    <a:pt x="149701" y="323466"/>
                  </a:lnTo>
                  <a:lnTo>
                    <a:pt x="149991" y="323309"/>
                  </a:lnTo>
                  <a:lnTo>
                    <a:pt x="150030" y="323144"/>
                  </a:lnTo>
                  <a:lnTo>
                    <a:pt x="149976" y="322925"/>
                  </a:lnTo>
                  <a:lnTo>
                    <a:pt x="149860" y="322450"/>
                  </a:lnTo>
                  <a:lnTo>
                    <a:pt x="149802" y="322215"/>
                  </a:lnTo>
                  <a:lnTo>
                    <a:pt x="149743" y="321973"/>
                  </a:lnTo>
                  <a:lnTo>
                    <a:pt x="149695" y="321778"/>
                  </a:lnTo>
                  <a:lnTo>
                    <a:pt x="148950" y="318742"/>
                  </a:lnTo>
                  <a:lnTo>
                    <a:pt x="148836" y="318275"/>
                  </a:lnTo>
                  <a:lnTo>
                    <a:pt x="148730" y="317986"/>
                  </a:lnTo>
                  <a:lnTo>
                    <a:pt x="148477" y="317555"/>
                  </a:lnTo>
                  <a:lnTo>
                    <a:pt x="148216" y="316961"/>
                  </a:lnTo>
                  <a:lnTo>
                    <a:pt x="148057" y="316751"/>
                  </a:lnTo>
                  <a:lnTo>
                    <a:pt x="147409" y="316031"/>
                  </a:lnTo>
                  <a:lnTo>
                    <a:pt x="147472" y="315422"/>
                  </a:lnTo>
                  <a:lnTo>
                    <a:pt x="147169" y="314526"/>
                  </a:lnTo>
                  <a:lnTo>
                    <a:pt x="147152" y="314268"/>
                  </a:lnTo>
                  <a:lnTo>
                    <a:pt x="146952" y="313729"/>
                  </a:lnTo>
                  <a:lnTo>
                    <a:pt x="146848" y="313520"/>
                  </a:lnTo>
                  <a:lnTo>
                    <a:pt x="146674" y="313304"/>
                  </a:lnTo>
                  <a:lnTo>
                    <a:pt x="146028" y="312676"/>
                  </a:lnTo>
                  <a:lnTo>
                    <a:pt x="145742" y="312379"/>
                  </a:lnTo>
                  <a:lnTo>
                    <a:pt x="145661" y="312206"/>
                  </a:lnTo>
                  <a:lnTo>
                    <a:pt x="145210" y="311311"/>
                  </a:lnTo>
                  <a:lnTo>
                    <a:pt x="145093" y="311169"/>
                  </a:lnTo>
                  <a:lnTo>
                    <a:pt x="144909" y="310982"/>
                  </a:lnTo>
                  <a:lnTo>
                    <a:pt x="144635" y="310757"/>
                  </a:lnTo>
                  <a:lnTo>
                    <a:pt x="144145" y="310386"/>
                  </a:lnTo>
                  <a:lnTo>
                    <a:pt x="143864" y="310178"/>
                  </a:lnTo>
                  <a:lnTo>
                    <a:pt x="143396" y="309863"/>
                  </a:lnTo>
                  <a:lnTo>
                    <a:pt x="142878" y="309564"/>
                  </a:lnTo>
                  <a:lnTo>
                    <a:pt x="142608" y="309410"/>
                  </a:lnTo>
                  <a:lnTo>
                    <a:pt x="142197" y="309178"/>
                  </a:lnTo>
                  <a:lnTo>
                    <a:pt x="141589" y="308793"/>
                  </a:lnTo>
                  <a:lnTo>
                    <a:pt x="141275" y="308618"/>
                  </a:lnTo>
                  <a:lnTo>
                    <a:pt x="140985" y="308465"/>
                  </a:lnTo>
                  <a:lnTo>
                    <a:pt x="140756" y="308326"/>
                  </a:lnTo>
                  <a:lnTo>
                    <a:pt x="140355" y="308063"/>
                  </a:lnTo>
                  <a:lnTo>
                    <a:pt x="140201" y="307954"/>
                  </a:lnTo>
                  <a:lnTo>
                    <a:pt x="139087" y="306613"/>
                  </a:lnTo>
                  <a:lnTo>
                    <a:pt x="138730" y="306360"/>
                  </a:lnTo>
                  <a:lnTo>
                    <a:pt x="138060" y="306377"/>
                  </a:lnTo>
                  <a:lnTo>
                    <a:pt x="137662" y="306185"/>
                  </a:lnTo>
                  <a:lnTo>
                    <a:pt x="137289" y="305887"/>
                  </a:lnTo>
                  <a:lnTo>
                    <a:pt x="136999" y="305655"/>
                  </a:lnTo>
                  <a:lnTo>
                    <a:pt x="136255" y="305056"/>
                  </a:lnTo>
                  <a:lnTo>
                    <a:pt x="135902" y="305026"/>
                  </a:lnTo>
                  <a:lnTo>
                    <a:pt x="135540" y="304683"/>
                  </a:lnTo>
                  <a:lnTo>
                    <a:pt x="135264" y="304423"/>
                  </a:lnTo>
                  <a:lnTo>
                    <a:pt x="135062" y="304238"/>
                  </a:lnTo>
                  <a:lnTo>
                    <a:pt x="134935" y="304085"/>
                  </a:lnTo>
                  <a:lnTo>
                    <a:pt x="135081" y="303888"/>
                  </a:lnTo>
                  <a:lnTo>
                    <a:pt x="134888" y="303727"/>
                  </a:lnTo>
                  <a:lnTo>
                    <a:pt x="134664" y="303551"/>
                  </a:lnTo>
                  <a:lnTo>
                    <a:pt x="134646" y="303154"/>
                  </a:lnTo>
                  <a:lnTo>
                    <a:pt x="134859" y="303281"/>
                  </a:lnTo>
                  <a:lnTo>
                    <a:pt x="134984" y="303469"/>
                  </a:lnTo>
                  <a:lnTo>
                    <a:pt x="135123" y="303717"/>
                  </a:lnTo>
                  <a:lnTo>
                    <a:pt x="135466" y="303440"/>
                  </a:lnTo>
                  <a:lnTo>
                    <a:pt x="135101" y="303160"/>
                  </a:lnTo>
                  <a:lnTo>
                    <a:pt x="134753" y="302892"/>
                  </a:lnTo>
                  <a:lnTo>
                    <a:pt x="134621" y="302717"/>
                  </a:lnTo>
                  <a:lnTo>
                    <a:pt x="134495" y="302550"/>
                  </a:lnTo>
                  <a:lnTo>
                    <a:pt x="134137" y="302065"/>
                  </a:lnTo>
                  <a:lnTo>
                    <a:pt x="133829" y="301699"/>
                  </a:lnTo>
                  <a:lnTo>
                    <a:pt x="133455" y="300994"/>
                  </a:lnTo>
                  <a:lnTo>
                    <a:pt x="133288" y="300534"/>
                  </a:lnTo>
                  <a:lnTo>
                    <a:pt x="133607" y="300703"/>
                  </a:lnTo>
                  <a:lnTo>
                    <a:pt x="133757" y="300599"/>
                  </a:lnTo>
                  <a:lnTo>
                    <a:pt x="133531" y="300481"/>
                  </a:lnTo>
                  <a:lnTo>
                    <a:pt x="133479" y="300300"/>
                  </a:lnTo>
                  <a:lnTo>
                    <a:pt x="133005" y="300179"/>
                  </a:lnTo>
                  <a:lnTo>
                    <a:pt x="132595" y="300061"/>
                  </a:lnTo>
                  <a:lnTo>
                    <a:pt x="132503" y="299788"/>
                  </a:lnTo>
                  <a:lnTo>
                    <a:pt x="132228" y="299415"/>
                  </a:lnTo>
                  <a:lnTo>
                    <a:pt x="132044" y="298956"/>
                  </a:lnTo>
                  <a:lnTo>
                    <a:pt x="132019" y="298707"/>
                  </a:lnTo>
                  <a:lnTo>
                    <a:pt x="132012" y="298506"/>
                  </a:lnTo>
                  <a:lnTo>
                    <a:pt x="132559" y="297753"/>
                  </a:lnTo>
                  <a:lnTo>
                    <a:pt x="132766" y="297542"/>
                  </a:lnTo>
                  <a:lnTo>
                    <a:pt x="132949" y="297336"/>
                  </a:lnTo>
                  <a:lnTo>
                    <a:pt x="132917" y="297039"/>
                  </a:lnTo>
                  <a:lnTo>
                    <a:pt x="132946" y="296816"/>
                  </a:lnTo>
                  <a:lnTo>
                    <a:pt x="132861" y="296293"/>
                  </a:lnTo>
                  <a:lnTo>
                    <a:pt x="132540" y="296279"/>
                  </a:lnTo>
                  <a:lnTo>
                    <a:pt x="132518" y="296423"/>
                  </a:lnTo>
                  <a:lnTo>
                    <a:pt x="132440" y="296560"/>
                  </a:lnTo>
                  <a:lnTo>
                    <a:pt x="132262" y="295996"/>
                  </a:lnTo>
                  <a:lnTo>
                    <a:pt x="132155" y="295707"/>
                  </a:lnTo>
                  <a:lnTo>
                    <a:pt x="131945" y="295305"/>
                  </a:lnTo>
                  <a:lnTo>
                    <a:pt x="131749" y="294740"/>
                  </a:lnTo>
                  <a:lnTo>
                    <a:pt x="131651" y="294544"/>
                  </a:lnTo>
                  <a:lnTo>
                    <a:pt x="131523" y="294296"/>
                  </a:lnTo>
                  <a:lnTo>
                    <a:pt x="131354" y="293844"/>
                  </a:lnTo>
                  <a:lnTo>
                    <a:pt x="131103" y="293219"/>
                  </a:lnTo>
                  <a:lnTo>
                    <a:pt x="130854" y="292619"/>
                  </a:lnTo>
                  <a:lnTo>
                    <a:pt x="130754" y="292400"/>
                  </a:lnTo>
                  <a:lnTo>
                    <a:pt x="130532" y="291916"/>
                  </a:lnTo>
                  <a:lnTo>
                    <a:pt x="130198" y="291946"/>
                  </a:lnTo>
                  <a:lnTo>
                    <a:pt x="130177" y="291673"/>
                  </a:lnTo>
                  <a:lnTo>
                    <a:pt x="130388" y="291370"/>
                  </a:lnTo>
                  <a:lnTo>
                    <a:pt x="130295" y="291122"/>
                  </a:lnTo>
                  <a:lnTo>
                    <a:pt x="130198" y="290797"/>
                  </a:lnTo>
                  <a:lnTo>
                    <a:pt x="130028" y="290299"/>
                  </a:lnTo>
                  <a:lnTo>
                    <a:pt x="129797" y="290131"/>
                  </a:lnTo>
                  <a:lnTo>
                    <a:pt x="129745" y="289246"/>
                  </a:lnTo>
                  <a:lnTo>
                    <a:pt x="129676" y="289013"/>
                  </a:lnTo>
                  <a:lnTo>
                    <a:pt x="129597" y="288762"/>
                  </a:lnTo>
                  <a:lnTo>
                    <a:pt x="129326" y="288061"/>
                  </a:lnTo>
                  <a:lnTo>
                    <a:pt x="129275" y="287928"/>
                  </a:lnTo>
                  <a:lnTo>
                    <a:pt x="129238" y="287798"/>
                  </a:lnTo>
                  <a:lnTo>
                    <a:pt x="129115" y="287345"/>
                  </a:lnTo>
                  <a:lnTo>
                    <a:pt x="129071" y="287134"/>
                  </a:lnTo>
                  <a:lnTo>
                    <a:pt x="129124" y="286696"/>
                  </a:lnTo>
                  <a:lnTo>
                    <a:pt x="129122" y="286375"/>
                  </a:lnTo>
                  <a:lnTo>
                    <a:pt x="129094" y="286199"/>
                  </a:lnTo>
                  <a:lnTo>
                    <a:pt x="128940" y="285571"/>
                  </a:lnTo>
                  <a:lnTo>
                    <a:pt x="128652" y="284983"/>
                  </a:lnTo>
                  <a:lnTo>
                    <a:pt x="128529" y="284737"/>
                  </a:lnTo>
                  <a:lnTo>
                    <a:pt x="128283" y="284299"/>
                  </a:lnTo>
                  <a:lnTo>
                    <a:pt x="128058" y="284011"/>
                  </a:lnTo>
                  <a:lnTo>
                    <a:pt x="127483" y="283443"/>
                  </a:lnTo>
                  <a:lnTo>
                    <a:pt x="127182" y="283184"/>
                  </a:lnTo>
                  <a:lnTo>
                    <a:pt x="126876" y="282918"/>
                  </a:lnTo>
                  <a:lnTo>
                    <a:pt x="126403" y="282531"/>
                  </a:lnTo>
                  <a:lnTo>
                    <a:pt x="125969" y="282245"/>
                  </a:lnTo>
                  <a:lnTo>
                    <a:pt x="125667" y="282046"/>
                  </a:lnTo>
                  <a:lnTo>
                    <a:pt x="125490" y="281930"/>
                  </a:lnTo>
                  <a:lnTo>
                    <a:pt x="125256" y="281788"/>
                  </a:lnTo>
                  <a:lnTo>
                    <a:pt x="125037" y="281378"/>
                  </a:lnTo>
                  <a:lnTo>
                    <a:pt x="124661" y="281365"/>
                  </a:lnTo>
                  <a:lnTo>
                    <a:pt x="124308" y="281016"/>
                  </a:lnTo>
                  <a:lnTo>
                    <a:pt x="123857" y="281031"/>
                  </a:lnTo>
                  <a:lnTo>
                    <a:pt x="123763" y="280595"/>
                  </a:lnTo>
                  <a:lnTo>
                    <a:pt x="123758" y="280429"/>
                  </a:lnTo>
                  <a:lnTo>
                    <a:pt x="123782" y="279918"/>
                  </a:lnTo>
                  <a:lnTo>
                    <a:pt x="123720" y="279445"/>
                  </a:lnTo>
                  <a:lnTo>
                    <a:pt x="123717" y="279245"/>
                  </a:lnTo>
                  <a:lnTo>
                    <a:pt x="123888" y="278697"/>
                  </a:lnTo>
                  <a:lnTo>
                    <a:pt x="124062" y="278379"/>
                  </a:lnTo>
                  <a:lnTo>
                    <a:pt x="124251" y="278331"/>
                  </a:lnTo>
                  <a:lnTo>
                    <a:pt x="123991" y="278600"/>
                  </a:lnTo>
                  <a:lnTo>
                    <a:pt x="123927" y="278862"/>
                  </a:lnTo>
                  <a:lnTo>
                    <a:pt x="124427" y="278483"/>
                  </a:lnTo>
                  <a:lnTo>
                    <a:pt x="125176" y="278095"/>
                  </a:lnTo>
                  <a:lnTo>
                    <a:pt x="125668" y="277494"/>
                  </a:lnTo>
                  <a:lnTo>
                    <a:pt x="125621" y="277162"/>
                  </a:lnTo>
                  <a:lnTo>
                    <a:pt x="125300" y="277167"/>
                  </a:lnTo>
                  <a:lnTo>
                    <a:pt x="125172" y="275880"/>
                  </a:lnTo>
                  <a:lnTo>
                    <a:pt x="125061" y="275683"/>
                  </a:lnTo>
                  <a:lnTo>
                    <a:pt x="125126" y="275256"/>
                  </a:lnTo>
                  <a:lnTo>
                    <a:pt x="125258" y="274968"/>
                  </a:lnTo>
                  <a:lnTo>
                    <a:pt x="125743" y="274368"/>
                  </a:lnTo>
                  <a:lnTo>
                    <a:pt x="125434" y="274060"/>
                  </a:lnTo>
                  <a:lnTo>
                    <a:pt x="125517" y="273447"/>
                  </a:lnTo>
                  <a:lnTo>
                    <a:pt x="125663" y="273351"/>
                  </a:lnTo>
                  <a:lnTo>
                    <a:pt x="126019" y="273906"/>
                  </a:lnTo>
                  <a:lnTo>
                    <a:pt x="126040" y="273132"/>
                  </a:lnTo>
                  <a:lnTo>
                    <a:pt x="126779" y="271485"/>
                  </a:lnTo>
                  <a:lnTo>
                    <a:pt x="126223" y="271689"/>
                  </a:lnTo>
                  <a:lnTo>
                    <a:pt x="126047" y="271471"/>
                  </a:lnTo>
                  <a:lnTo>
                    <a:pt x="126035" y="271201"/>
                  </a:lnTo>
                  <a:lnTo>
                    <a:pt x="126396" y="270619"/>
                  </a:lnTo>
                  <a:lnTo>
                    <a:pt x="126457" y="270240"/>
                  </a:lnTo>
                  <a:lnTo>
                    <a:pt x="126532" y="270108"/>
                  </a:lnTo>
                  <a:lnTo>
                    <a:pt x="126636" y="269912"/>
                  </a:lnTo>
                  <a:lnTo>
                    <a:pt x="126756" y="269617"/>
                  </a:lnTo>
                  <a:lnTo>
                    <a:pt x="126839" y="269268"/>
                  </a:lnTo>
                  <a:lnTo>
                    <a:pt x="126941" y="268393"/>
                  </a:lnTo>
                  <a:lnTo>
                    <a:pt x="127035" y="268152"/>
                  </a:lnTo>
                  <a:lnTo>
                    <a:pt x="127222" y="267855"/>
                  </a:lnTo>
                  <a:lnTo>
                    <a:pt x="127332" y="267580"/>
                  </a:lnTo>
                  <a:lnTo>
                    <a:pt x="127575" y="267301"/>
                  </a:lnTo>
                  <a:lnTo>
                    <a:pt x="127641" y="267439"/>
                  </a:lnTo>
                  <a:lnTo>
                    <a:pt x="127408" y="267748"/>
                  </a:lnTo>
                  <a:lnTo>
                    <a:pt x="127750" y="267456"/>
                  </a:lnTo>
                  <a:lnTo>
                    <a:pt x="127920" y="267517"/>
                  </a:lnTo>
                  <a:lnTo>
                    <a:pt x="128182" y="267806"/>
                  </a:lnTo>
                  <a:lnTo>
                    <a:pt x="128324" y="267596"/>
                  </a:lnTo>
                  <a:lnTo>
                    <a:pt x="128016" y="266902"/>
                  </a:lnTo>
                  <a:lnTo>
                    <a:pt x="127748" y="266903"/>
                  </a:lnTo>
                  <a:lnTo>
                    <a:pt x="127680" y="266748"/>
                  </a:lnTo>
                  <a:lnTo>
                    <a:pt x="127421" y="266648"/>
                  </a:lnTo>
                  <a:lnTo>
                    <a:pt x="128183" y="266643"/>
                  </a:lnTo>
                  <a:lnTo>
                    <a:pt x="128449" y="266630"/>
                  </a:lnTo>
                  <a:lnTo>
                    <a:pt x="128527" y="266492"/>
                  </a:lnTo>
                  <a:lnTo>
                    <a:pt x="128591" y="266186"/>
                  </a:lnTo>
                  <a:lnTo>
                    <a:pt x="128496" y="265704"/>
                  </a:lnTo>
                  <a:lnTo>
                    <a:pt x="128289" y="265777"/>
                  </a:lnTo>
                  <a:lnTo>
                    <a:pt x="128144" y="265839"/>
                  </a:lnTo>
                  <a:lnTo>
                    <a:pt x="128111" y="265697"/>
                  </a:lnTo>
                  <a:lnTo>
                    <a:pt x="128065" y="265306"/>
                  </a:lnTo>
                  <a:lnTo>
                    <a:pt x="128225" y="264745"/>
                  </a:lnTo>
                  <a:lnTo>
                    <a:pt x="127961" y="264712"/>
                  </a:lnTo>
                  <a:lnTo>
                    <a:pt x="128146" y="264110"/>
                  </a:lnTo>
                  <a:lnTo>
                    <a:pt x="128245" y="263840"/>
                  </a:lnTo>
                  <a:lnTo>
                    <a:pt x="127823" y="263723"/>
                  </a:lnTo>
                  <a:lnTo>
                    <a:pt x="127569" y="263874"/>
                  </a:lnTo>
                  <a:lnTo>
                    <a:pt x="127531" y="263602"/>
                  </a:lnTo>
                  <a:lnTo>
                    <a:pt x="127714" y="263424"/>
                  </a:lnTo>
                  <a:lnTo>
                    <a:pt x="127940" y="263334"/>
                  </a:lnTo>
                  <a:lnTo>
                    <a:pt x="128355" y="262282"/>
                  </a:lnTo>
                  <a:lnTo>
                    <a:pt x="128387" y="262129"/>
                  </a:lnTo>
                  <a:lnTo>
                    <a:pt x="128277" y="261851"/>
                  </a:lnTo>
                  <a:lnTo>
                    <a:pt x="127765" y="262007"/>
                  </a:lnTo>
                  <a:lnTo>
                    <a:pt x="127399" y="262107"/>
                  </a:lnTo>
                  <a:lnTo>
                    <a:pt x="127118" y="262041"/>
                  </a:lnTo>
                  <a:lnTo>
                    <a:pt x="126957" y="261770"/>
                  </a:lnTo>
                  <a:lnTo>
                    <a:pt x="126952" y="261429"/>
                  </a:lnTo>
                  <a:lnTo>
                    <a:pt x="127193" y="260704"/>
                  </a:lnTo>
                  <a:lnTo>
                    <a:pt x="127977" y="260778"/>
                  </a:lnTo>
                  <a:lnTo>
                    <a:pt x="128160" y="260337"/>
                  </a:lnTo>
                  <a:lnTo>
                    <a:pt x="128112" y="259989"/>
                  </a:lnTo>
                  <a:lnTo>
                    <a:pt x="127918" y="259809"/>
                  </a:lnTo>
                  <a:lnTo>
                    <a:pt x="127780" y="259557"/>
                  </a:lnTo>
                  <a:lnTo>
                    <a:pt x="127731" y="259400"/>
                  </a:lnTo>
                  <a:lnTo>
                    <a:pt x="127763" y="259071"/>
                  </a:lnTo>
                  <a:lnTo>
                    <a:pt x="127826" y="258785"/>
                  </a:lnTo>
                  <a:lnTo>
                    <a:pt x="127790" y="258367"/>
                  </a:lnTo>
                  <a:lnTo>
                    <a:pt x="127794" y="257903"/>
                  </a:lnTo>
                  <a:lnTo>
                    <a:pt x="127806" y="257276"/>
                  </a:lnTo>
                  <a:lnTo>
                    <a:pt x="127806" y="257088"/>
                  </a:lnTo>
                  <a:lnTo>
                    <a:pt x="127810" y="256861"/>
                  </a:lnTo>
                  <a:lnTo>
                    <a:pt x="127800" y="256652"/>
                  </a:lnTo>
                  <a:lnTo>
                    <a:pt x="127748" y="256279"/>
                  </a:lnTo>
                  <a:lnTo>
                    <a:pt x="127813" y="255950"/>
                  </a:lnTo>
                  <a:lnTo>
                    <a:pt x="127829" y="255344"/>
                  </a:lnTo>
                  <a:lnTo>
                    <a:pt x="127975" y="254913"/>
                  </a:lnTo>
                  <a:lnTo>
                    <a:pt x="128146" y="254614"/>
                  </a:lnTo>
                  <a:lnTo>
                    <a:pt x="128284" y="254414"/>
                  </a:lnTo>
                  <a:lnTo>
                    <a:pt x="128338" y="254228"/>
                  </a:lnTo>
                  <a:lnTo>
                    <a:pt x="128464" y="253978"/>
                  </a:lnTo>
                  <a:lnTo>
                    <a:pt x="128991" y="253101"/>
                  </a:lnTo>
                  <a:lnTo>
                    <a:pt x="129571" y="252702"/>
                  </a:lnTo>
                  <a:lnTo>
                    <a:pt x="128894" y="252516"/>
                  </a:lnTo>
                  <a:lnTo>
                    <a:pt x="128972" y="251851"/>
                  </a:lnTo>
                  <a:lnTo>
                    <a:pt x="129054" y="251201"/>
                  </a:lnTo>
                  <a:lnTo>
                    <a:pt x="129089" y="251034"/>
                  </a:lnTo>
                  <a:lnTo>
                    <a:pt x="129353" y="250370"/>
                  </a:lnTo>
                  <a:lnTo>
                    <a:pt x="130136" y="250244"/>
                  </a:lnTo>
                  <a:lnTo>
                    <a:pt x="130067" y="249799"/>
                  </a:lnTo>
                  <a:lnTo>
                    <a:pt x="130410" y="249235"/>
                  </a:lnTo>
                  <a:lnTo>
                    <a:pt x="130543" y="249071"/>
                  </a:lnTo>
                  <a:lnTo>
                    <a:pt x="130968" y="248763"/>
                  </a:lnTo>
                  <a:lnTo>
                    <a:pt x="130513" y="248875"/>
                  </a:lnTo>
                  <a:lnTo>
                    <a:pt x="130320" y="249111"/>
                  </a:lnTo>
                  <a:lnTo>
                    <a:pt x="129998" y="249549"/>
                  </a:lnTo>
                  <a:lnTo>
                    <a:pt x="129892" y="249724"/>
                  </a:lnTo>
                  <a:lnTo>
                    <a:pt x="129369" y="250242"/>
                  </a:lnTo>
                  <a:lnTo>
                    <a:pt x="129186" y="250254"/>
                  </a:lnTo>
                  <a:lnTo>
                    <a:pt x="128881" y="250226"/>
                  </a:lnTo>
                  <a:lnTo>
                    <a:pt x="128969" y="249513"/>
                  </a:lnTo>
                  <a:lnTo>
                    <a:pt x="129229" y="249001"/>
                  </a:lnTo>
                  <a:lnTo>
                    <a:pt x="129362" y="248503"/>
                  </a:lnTo>
                  <a:lnTo>
                    <a:pt x="129051" y="248431"/>
                  </a:lnTo>
                  <a:lnTo>
                    <a:pt x="129396" y="248090"/>
                  </a:lnTo>
                  <a:lnTo>
                    <a:pt x="129713" y="247847"/>
                  </a:lnTo>
                  <a:lnTo>
                    <a:pt x="129959" y="247693"/>
                  </a:lnTo>
                  <a:lnTo>
                    <a:pt x="130107" y="247600"/>
                  </a:lnTo>
                  <a:lnTo>
                    <a:pt x="130280" y="247491"/>
                  </a:lnTo>
                  <a:lnTo>
                    <a:pt x="130747" y="247591"/>
                  </a:lnTo>
                  <a:lnTo>
                    <a:pt x="130997" y="247531"/>
                  </a:lnTo>
                  <a:lnTo>
                    <a:pt x="131101" y="247064"/>
                  </a:lnTo>
                  <a:lnTo>
                    <a:pt x="131803" y="247423"/>
                  </a:lnTo>
                  <a:lnTo>
                    <a:pt x="132021" y="246946"/>
                  </a:lnTo>
                  <a:lnTo>
                    <a:pt x="132472" y="246792"/>
                  </a:lnTo>
                  <a:lnTo>
                    <a:pt x="132556" y="246633"/>
                  </a:lnTo>
                  <a:lnTo>
                    <a:pt x="132158" y="246251"/>
                  </a:lnTo>
                  <a:lnTo>
                    <a:pt x="132019" y="245953"/>
                  </a:lnTo>
                  <a:lnTo>
                    <a:pt x="132090" y="245767"/>
                  </a:lnTo>
                  <a:lnTo>
                    <a:pt x="132308" y="245875"/>
                  </a:lnTo>
                  <a:lnTo>
                    <a:pt x="132480" y="245759"/>
                  </a:lnTo>
                  <a:lnTo>
                    <a:pt x="132760" y="245589"/>
                  </a:lnTo>
                  <a:lnTo>
                    <a:pt x="133036" y="245503"/>
                  </a:lnTo>
                  <a:lnTo>
                    <a:pt x="133221" y="245332"/>
                  </a:lnTo>
                  <a:lnTo>
                    <a:pt x="133509" y="244851"/>
                  </a:lnTo>
                  <a:lnTo>
                    <a:pt x="133813" y="244240"/>
                  </a:lnTo>
                  <a:lnTo>
                    <a:pt x="133972" y="243984"/>
                  </a:lnTo>
                  <a:lnTo>
                    <a:pt x="134112" y="243735"/>
                  </a:lnTo>
                  <a:lnTo>
                    <a:pt x="134274" y="243340"/>
                  </a:lnTo>
                  <a:lnTo>
                    <a:pt x="134399" y="243026"/>
                  </a:lnTo>
                  <a:lnTo>
                    <a:pt x="134461" y="242882"/>
                  </a:lnTo>
                  <a:lnTo>
                    <a:pt x="134518" y="242751"/>
                  </a:lnTo>
                  <a:lnTo>
                    <a:pt x="134644" y="242485"/>
                  </a:lnTo>
                  <a:lnTo>
                    <a:pt x="134098" y="242289"/>
                  </a:lnTo>
                  <a:lnTo>
                    <a:pt x="134756" y="241182"/>
                  </a:lnTo>
                  <a:lnTo>
                    <a:pt x="134820" y="240980"/>
                  </a:lnTo>
                  <a:lnTo>
                    <a:pt x="134943" y="240614"/>
                  </a:lnTo>
                  <a:lnTo>
                    <a:pt x="135044" y="240312"/>
                  </a:lnTo>
                  <a:lnTo>
                    <a:pt x="135146" y="240135"/>
                  </a:lnTo>
                  <a:lnTo>
                    <a:pt x="135749" y="240003"/>
                  </a:lnTo>
                  <a:lnTo>
                    <a:pt x="135917" y="239433"/>
                  </a:lnTo>
                  <a:lnTo>
                    <a:pt x="136031" y="239172"/>
                  </a:lnTo>
                  <a:lnTo>
                    <a:pt x="136110" y="238992"/>
                  </a:lnTo>
                  <a:lnTo>
                    <a:pt x="136207" y="238778"/>
                  </a:lnTo>
                  <a:lnTo>
                    <a:pt x="136617" y="238077"/>
                  </a:lnTo>
                  <a:lnTo>
                    <a:pt x="136833" y="237863"/>
                  </a:lnTo>
                  <a:lnTo>
                    <a:pt x="137063" y="237740"/>
                  </a:lnTo>
                  <a:lnTo>
                    <a:pt x="137355" y="237583"/>
                  </a:lnTo>
                  <a:lnTo>
                    <a:pt x="137576" y="237457"/>
                  </a:lnTo>
                  <a:lnTo>
                    <a:pt x="138091" y="236864"/>
                  </a:lnTo>
                  <a:lnTo>
                    <a:pt x="138685" y="235967"/>
                  </a:lnTo>
                  <a:lnTo>
                    <a:pt x="138863" y="235945"/>
                  </a:lnTo>
                  <a:lnTo>
                    <a:pt x="139108" y="235740"/>
                  </a:lnTo>
                  <a:lnTo>
                    <a:pt x="139027" y="235294"/>
                  </a:lnTo>
                  <a:lnTo>
                    <a:pt x="139140" y="234776"/>
                  </a:lnTo>
                  <a:lnTo>
                    <a:pt x="139380" y="234198"/>
                  </a:lnTo>
                  <a:lnTo>
                    <a:pt x="139183" y="234193"/>
                  </a:lnTo>
                  <a:lnTo>
                    <a:pt x="138953" y="234200"/>
                  </a:lnTo>
                  <a:lnTo>
                    <a:pt x="138445" y="234417"/>
                  </a:lnTo>
                  <a:lnTo>
                    <a:pt x="137625" y="235637"/>
                  </a:lnTo>
                  <a:lnTo>
                    <a:pt x="137100" y="235394"/>
                  </a:lnTo>
                  <a:lnTo>
                    <a:pt x="138038" y="234196"/>
                  </a:lnTo>
                  <a:lnTo>
                    <a:pt x="138413" y="233881"/>
                  </a:lnTo>
                  <a:lnTo>
                    <a:pt x="138504" y="233753"/>
                  </a:lnTo>
                  <a:lnTo>
                    <a:pt x="138698" y="233439"/>
                  </a:lnTo>
                  <a:lnTo>
                    <a:pt x="138725" y="233029"/>
                  </a:lnTo>
                  <a:lnTo>
                    <a:pt x="139007" y="232737"/>
                  </a:lnTo>
                  <a:lnTo>
                    <a:pt x="139161" y="232735"/>
                  </a:lnTo>
                  <a:lnTo>
                    <a:pt x="139374" y="232733"/>
                  </a:lnTo>
                  <a:lnTo>
                    <a:pt x="140363" y="232051"/>
                  </a:lnTo>
                  <a:lnTo>
                    <a:pt x="140579" y="231821"/>
                  </a:lnTo>
                  <a:lnTo>
                    <a:pt x="140936" y="231227"/>
                  </a:lnTo>
                  <a:lnTo>
                    <a:pt x="141075" y="231006"/>
                  </a:lnTo>
                  <a:lnTo>
                    <a:pt x="141204" y="230691"/>
                  </a:lnTo>
                  <a:lnTo>
                    <a:pt x="140706" y="230490"/>
                  </a:lnTo>
                  <a:lnTo>
                    <a:pt x="140497" y="230138"/>
                  </a:lnTo>
                  <a:lnTo>
                    <a:pt x="140552" y="229993"/>
                  </a:lnTo>
                  <a:lnTo>
                    <a:pt x="140662" y="229705"/>
                  </a:lnTo>
                  <a:lnTo>
                    <a:pt x="140749" y="229469"/>
                  </a:lnTo>
                  <a:lnTo>
                    <a:pt x="140837" y="229249"/>
                  </a:lnTo>
                  <a:lnTo>
                    <a:pt x="141241" y="228390"/>
                  </a:lnTo>
                  <a:lnTo>
                    <a:pt x="141297" y="228239"/>
                  </a:lnTo>
                  <a:lnTo>
                    <a:pt x="141442" y="227866"/>
                  </a:lnTo>
                  <a:lnTo>
                    <a:pt x="141719" y="227809"/>
                  </a:lnTo>
                  <a:lnTo>
                    <a:pt x="141838" y="227542"/>
                  </a:lnTo>
                  <a:lnTo>
                    <a:pt x="142088" y="227311"/>
                  </a:lnTo>
                  <a:lnTo>
                    <a:pt x="141912" y="227897"/>
                  </a:lnTo>
                  <a:lnTo>
                    <a:pt x="141850" y="228069"/>
                  </a:lnTo>
                  <a:lnTo>
                    <a:pt x="141798" y="228213"/>
                  </a:lnTo>
                  <a:lnTo>
                    <a:pt x="141662" y="228580"/>
                  </a:lnTo>
                  <a:lnTo>
                    <a:pt x="141571" y="228753"/>
                  </a:lnTo>
                  <a:lnTo>
                    <a:pt x="141243" y="228719"/>
                  </a:lnTo>
                  <a:lnTo>
                    <a:pt x="141001" y="229374"/>
                  </a:lnTo>
                  <a:lnTo>
                    <a:pt x="141040" y="229992"/>
                  </a:lnTo>
                  <a:lnTo>
                    <a:pt x="141212" y="229523"/>
                  </a:lnTo>
                  <a:lnTo>
                    <a:pt x="141517" y="229275"/>
                  </a:lnTo>
                  <a:lnTo>
                    <a:pt x="141811" y="229468"/>
                  </a:lnTo>
                  <a:lnTo>
                    <a:pt x="141729" y="229028"/>
                  </a:lnTo>
                  <a:lnTo>
                    <a:pt x="141933" y="228487"/>
                  </a:lnTo>
                  <a:lnTo>
                    <a:pt x="142295" y="227533"/>
                  </a:lnTo>
                  <a:lnTo>
                    <a:pt x="142435" y="227590"/>
                  </a:lnTo>
                  <a:lnTo>
                    <a:pt x="142492" y="227768"/>
                  </a:lnTo>
                  <a:lnTo>
                    <a:pt x="142515" y="228205"/>
                  </a:lnTo>
                  <a:lnTo>
                    <a:pt x="142588" y="227997"/>
                  </a:lnTo>
                  <a:lnTo>
                    <a:pt x="142542" y="227263"/>
                  </a:lnTo>
                  <a:lnTo>
                    <a:pt x="142944" y="227209"/>
                  </a:lnTo>
                  <a:lnTo>
                    <a:pt x="142915" y="227074"/>
                  </a:lnTo>
                  <a:lnTo>
                    <a:pt x="142367" y="226961"/>
                  </a:lnTo>
                  <a:lnTo>
                    <a:pt x="142365" y="226792"/>
                  </a:lnTo>
                  <a:lnTo>
                    <a:pt x="142322" y="226583"/>
                  </a:lnTo>
                  <a:lnTo>
                    <a:pt x="142493" y="226422"/>
                  </a:lnTo>
                  <a:lnTo>
                    <a:pt x="142577" y="226230"/>
                  </a:lnTo>
                  <a:lnTo>
                    <a:pt x="142774" y="225989"/>
                  </a:lnTo>
                  <a:lnTo>
                    <a:pt x="143145" y="226210"/>
                  </a:lnTo>
                  <a:lnTo>
                    <a:pt x="143547" y="226231"/>
                  </a:lnTo>
                  <a:lnTo>
                    <a:pt x="143585" y="226066"/>
                  </a:lnTo>
                  <a:lnTo>
                    <a:pt x="143621" y="225302"/>
                  </a:lnTo>
                  <a:lnTo>
                    <a:pt x="143724" y="225051"/>
                  </a:lnTo>
                  <a:lnTo>
                    <a:pt x="143854" y="224794"/>
                  </a:lnTo>
                  <a:lnTo>
                    <a:pt x="144449" y="223983"/>
                  </a:lnTo>
                  <a:lnTo>
                    <a:pt x="144604" y="223820"/>
                  </a:lnTo>
                  <a:lnTo>
                    <a:pt x="144787" y="223184"/>
                  </a:lnTo>
                  <a:lnTo>
                    <a:pt x="145009" y="222706"/>
                  </a:lnTo>
                  <a:lnTo>
                    <a:pt x="145108" y="222386"/>
                  </a:lnTo>
                  <a:lnTo>
                    <a:pt x="145220" y="222239"/>
                  </a:lnTo>
                  <a:lnTo>
                    <a:pt x="145556" y="221727"/>
                  </a:lnTo>
                  <a:lnTo>
                    <a:pt x="146048" y="221085"/>
                  </a:lnTo>
                  <a:lnTo>
                    <a:pt x="146172" y="220833"/>
                  </a:lnTo>
                  <a:lnTo>
                    <a:pt x="146309" y="220556"/>
                  </a:lnTo>
                  <a:lnTo>
                    <a:pt x="146822" y="220169"/>
                  </a:lnTo>
                  <a:lnTo>
                    <a:pt x="147335" y="219489"/>
                  </a:lnTo>
                  <a:lnTo>
                    <a:pt x="147502" y="219232"/>
                  </a:lnTo>
                  <a:lnTo>
                    <a:pt x="148067" y="218260"/>
                  </a:lnTo>
                  <a:lnTo>
                    <a:pt x="148260" y="217874"/>
                  </a:lnTo>
                  <a:lnTo>
                    <a:pt x="148332" y="217740"/>
                  </a:lnTo>
                  <a:lnTo>
                    <a:pt x="148789" y="216885"/>
                  </a:lnTo>
                  <a:lnTo>
                    <a:pt x="148877" y="216721"/>
                  </a:lnTo>
                  <a:lnTo>
                    <a:pt x="148927" y="216584"/>
                  </a:lnTo>
                  <a:lnTo>
                    <a:pt x="149032" y="216293"/>
                  </a:lnTo>
                  <a:lnTo>
                    <a:pt x="149156" y="215812"/>
                  </a:lnTo>
                  <a:lnTo>
                    <a:pt x="149353" y="215329"/>
                  </a:lnTo>
                  <a:lnTo>
                    <a:pt x="149494" y="215019"/>
                  </a:lnTo>
                  <a:lnTo>
                    <a:pt x="149615" y="214704"/>
                  </a:lnTo>
                  <a:lnTo>
                    <a:pt x="149685" y="214517"/>
                  </a:lnTo>
                  <a:lnTo>
                    <a:pt x="149800" y="214010"/>
                  </a:lnTo>
                  <a:lnTo>
                    <a:pt x="150024" y="213559"/>
                  </a:lnTo>
                  <a:lnTo>
                    <a:pt x="150107" y="213402"/>
                  </a:lnTo>
                  <a:lnTo>
                    <a:pt x="150385" y="213046"/>
                  </a:lnTo>
                  <a:lnTo>
                    <a:pt x="150806" y="212903"/>
                  </a:lnTo>
                  <a:lnTo>
                    <a:pt x="151115" y="212864"/>
                  </a:lnTo>
                  <a:lnTo>
                    <a:pt x="151614" y="212817"/>
                  </a:lnTo>
                  <a:lnTo>
                    <a:pt x="151531" y="212273"/>
                  </a:lnTo>
                  <a:lnTo>
                    <a:pt x="151630" y="212105"/>
                  </a:lnTo>
                  <a:lnTo>
                    <a:pt x="151697" y="211958"/>
                  </a:lnTo>
                  <a:lnTo>
                    <a:pt x="151814" y="211569"/>
                  </a:lnTo>
                  <a:lnTo>
                    <a:pt x="151916" y="211429"/>
                  </a:lnTo>
                  <a:lnTo>
                    <a:pt x="153174" y="210575"/>
                  </a:lnTo>
                  <a:lnTo>
                    <a:pt x="153901" y="210376"/>
                  </a:lnTo>
                  <a:lnTo>
                    <a:pt x="154723" y="209728"/>
                  </a:lnTo>
                  <a:lnTo>
                    <a:pt x="155069" y="209406"/>
                  </a:lnTo>
                  <a:lnTo>
                    <a:pt x="155507" y="208964"/>
                  </a:lnTo>
                  <a:lnTo>
                    <a:pt x="155606" y="208599"/>
                  </a:lnTo>
                  <a:lnTo>
                    <a:pt x="155632" y="208381"/>
                  </a:lnTo>
                  <a:lnTo>
                    <a:pt x="155655" y="208218"/>
                  </a:lnTo>
                  <a:lnTo>
                    <a:pt x="155913" y="207812"/>
                  </a:lnTo>
                  <a:lnTo>
                    <a:pt x="156557" y="207228"/>
                  </a:lnTo>
                  <a:lnTo>
                    <a:pt x="156912" y="206979"/>
                  </a:lnTo>
                  <a:lnTo>
                    <a:pt x="157239" y="206832"/>
                  </a:lnTo>
                  <a:lnTo>
                    <a:pt x="157319" y="206426"/>
                  </a:lnTo>
                  <a:lnTo>
                    <a:pt x="157603" y="205875"/>
                  </a:lnTo>
                  <a:lnTo>
                    <a:pt x="157628" y="205624"/>
                  </a:lnTo>
                  <a:lnTo>
                    <a:pt x="157643" y="205471"/>
                  </a:lnTo>
                  <a:lnTo>
                    <a:pt x="157700" y="204559"/>
                  </a:lnTo>
                  <a:lnTo>
                    <a:pt x="157430" y="204209"/>
                  </a:lnTo>
                  <a:lnTo>
                    <a:pt x="157256" y="204012"/>
                  </a:lnTo>
                  <a:lnTo>
                    <a:pt x="157315" y="203845"/>
                  </a:lnTo>
                  <a:lnTo>
                    <a:pt x="157516" y="203385"/>
                  </a:lnTo>
                  <a:lnTo>
                    <a:pt x="157644" y="203165"/>
                  </a:lnTo>
                  <a:lnTo>
                    <a:pt x="158403" y="202748"/>
                  </a:lnTo>
                  <a:lnTo>
                    <a:pt x="158649" y="201803"/>
                  </a:lnTo>
                  <a:lnTo>
                    <a:pt x="158831" y="201535"/>
                  </a:lnTo>
                  <a:lnTo>
                    <a:pt x="159068" y="200995"/>
                  </a:lnTo>
                  <a:lnTo>
                    <a:pt x="159296" y="200559"/>
                  </a:lnTo>
                  <a:lnTo>
                    <a:pt x="159650" y="199986"/>
                  </a:lnTo>
                  <a:lnTo>
                    <a:pt x="159635" y="199771"/>
                  </a:lnTo>
                  <a:lnTo>
                    <a:pt x="159778" y="199352"/>
                  </a:lnTo>
                  <a:lnTo>
                    <a:pt x="159935" y="199052"/>
                  </a:lnTo>
                  <a:lnTo>
                    <a:pt x="161481" y="197081"/>
                  </a:lnTo>
                  <a:lnTo>
                    <a:pt x="161527" y="196907"/>
                  </a:lnTo>
                  <a:lnTo>
                    <a:pt x="161552" y="196618"/>
                  </a:lnTo>
                  <a:lnTo>
                    <a:pt x="161481" y="196384"/>
                  </a:lnTo>
                  <a:lnTo>
                    <a:pt x="161865" y="195651"/>
                  </a:lnTo>
                  <a:lnTo>
                    <a:pt x="162117" y="195347"/>
                  </a:lnTo>
                  <a:lnTo>
                    <a:pt x="162409" y="194784"/>
                  </a:lnTo>
                  <a:lnTo>
                    <a:pt x="162967" y="194163"/>
                  </a:lnTo>
                  <a:lnTo>
                    <a:pt x="163348" y="193996"/>
                  </a:lnTo>
                  <a:lnTo>
                    <a:pt x="163600" y="193932"/>
                  </a:lnTo>
                  <a:lnTo>
                    <a:pt x="163797" y="193866"/>
                  </a:lnTo>
                  <a:lnTo>
                    <a:pt x="164388" y="193394"/>
                  </a:lnTo>
                  <a:lnTo>
                    <a:pt x="164687" y="193176"/>
                  </a:lnTo>
                  <a:lnTo>
                    <a:pt x="164907" y="192983"/>
                  </a:lnTo>
                  <a:lnTo>
                    <a:pt x="165863" y="192618"/>
                  </a:lnTo>
                  <a:lnTo>
                    <a:pt x="166232" y="192530"/>
                  </a:lnTo>
                  <a:lnTo>
                    <a:pt x="166558" y="192457"/>
                  </a:lnTo>
                  <a:lnTo>
                    <a:pt x="166885" y="192392"/>
                  </a:lnTo>
                  <a:lnTo>
                    <a:pt x="167092" y="192320"/>
                  </a:lnTo>
                  <a:lnTo>
                    <a:pt x="167528" y="192139"/>
                  </a:lnTo>
                  <a:lnTo>
                    <a:pt x="167672" y="192097"/>
                  </a:lnTo>
                  <a:lnTo>
                    <a:pt x="168290" y="191679"/>
                  </a:lnTo>
                  <a:lnTo>
                    <a:pt x="169176" y="191101"/>
                  </a:lnTo>
                  <a:lnTo>
                    <a:pt x="169488" y="191034"/>
                  </a:lnTo>
                  <a:lnTo>
                    <a:pt x="169838" y="190957"/>
                  </a:lnTo>
                  <a:lnTo>
                    <a:pt x="170022" y="190895"/>
                  </a:lnTo>
                  <a:lnTo>
                    <a:pt x="170573" y="190671"/>
                  </a:lnTo>
                  <a:lnTo>
                    <a:pt x="170986" y="190542"/>
                  </a:lnTo>
                  <a:lnTo>
                    <a:pt x="171415" y="190687"/>
                  </a:lnTo>
                  <a:lnTo>
                    <a:pt x="172717" y="190358"/>
                  </a:lnTo>
                  <a:lnTo>
                    <a:pt x="172906" y="190486"/>
                  </a:lnTo>
                  <a:lnTo>
                    <a:pt x="173430" y="190466"/>
                  </a:lnTo>
                  <a:lnTo>
                    <a:pt x="173914" y="190375"/>
                  </a:lnTo>
                  <a:lnTo>
                    <a:pt x="174264" y="190250"/>
                  </a:lnTo>
                  <a:lnTo>
                    <a:pt x="174613" y="190107"/>
                  </a:lnTo>
                  <a:lnTo>
                    <a:pt x="174842" y="189997"/>
                  </a:lnTo>
                  <a:lnTo>
                    <a:pt x="175140" y="189848"/>
                  </a:lnTo>
                  <a:lnTo>
                    <a:pt x="175417" y="189651"/>
                  </a:lnTo>
                  <a:lnTo>
                    <a:pt x="175910" y="189234"/>
                  </a:lnTo>
                  <a:lnTo>
                    <a:pt x="176142" y="188932"/>
                  </a:lnTo>
                  <a:lnTo>
                    <a:pt x="177012" y="188469"/>
                  </a:lnTo>
                  <a:lnTo>
                    <a:pt x="177372" y="188741"/>
                  </a:lnTo>
                  <a:lnTo>
                    <a:pt x="177761" y="188947"/>
                  </a:lnTo>
                  <a:lnTo>
                    <a:pt x="178070" y="189311"/>
                  </a:lnTo>
                  <a:lnTo>
                    <a:pt x="178155" y="189451"/>
                  </a:lnTo>
                  <a:lnTo>
                    <a:pt x="178256" y="189697"/>
                  </a:lnTo>
                  <a:lnTo>
                    <a:pt x="178340" y="190007"/>
                  </a:lnTo>
                  <a:lnTo>
                    <a:pt x="178485" y="190444"/>
                  </a:lnTo>
                  <a:lnTo>
                    <a:pt x="178693" y="190320"/>
                  </a:lnTo>
                  <a:lnTo>
                    <a:pt x="178662" y="190174"/>
                  </a:lnTo>
                  <a:lnTo>
                    <a:pt x="178604" y="189898"/>
                  </a:lnTo>
                  <a:lnTo>
                    <a:pt x="178572" y="189559"/>
                  </a:lnTo>
                  <a:lnTo>
                    <a:pt x="178464" y="189143"/>
                  </a:lnTo>
                  <a:lnTo>
                    <a:pt x="178320" y="188856"/>
                  </a:lnTo>
                  <a:lnTo>
                    <a:pt x="177978" y="188469"/>
                  </a:lnTo>
                  <a:lnTo>
                    <a:pt x="177565" y="188209"/>
                  </a:lnTo>
                  <a:lnTo>
                    <a:pt x="177305" y="188099"/>
                  </a:lnTo>
                  <a:lnTo>
                    <a:pt x="177016" y="187971"/>
                  </a:lnTo>
                  <a:lnTo>
                    <a:pt x="176757" y="187621"/>
                  </a:lnTo>
                  <a:lnTo>
                    <a:pt x="176975" y="187336"/>
                  </a:lnTo>
                  <a:lnTo>
                    <a:pt x="177271" y="187020"/>
                  </a:lnTo>
                  <a:lnTo>
                    <a:pt x="177531" y="186646"/>
                  </a:lnTo>
                  <a:lnTo>
                    <a:pt x="177953" y="186152"/>
                  </a:lnTo>
                  <a:lnTo>
                    <a:pt x="177992" y="185899"/>
                  </a:lnTo>
                  <a:lnTo>
                    <a:pt x="178153" y="185462"/>
                  </a:lnTo>
                  <a:lnTo>
                    <a:pt x="178795" y="184948"/>
                  </a:lnTo>
                  <a:lnTo>
                    <a:pt x="179246" y="184557"/>
                  </a:lnTo>
                  <a:lnTo>
                    <a:pt x="179527" y="184096"/>
                  </a:lnTo>
                  <a:lnTo>
                    <a:pt x="179785" y="183934"/>
                  </a:lnTo>
                  <a:lnTo>
                    <a:pt x="180273" y="183687"/>
                  </a:lnTo>
                  <a:lnTo>
                    <a:pt x="181030" y="183417"/>
                  </a:lnTo>
                  <a:lnTo>
                    <a:pt x="181371" y="183342"/>
                  </a:lnTo>
                  <a:lnTo>
                    <a:pt x="181512" y="183236"/>
                  </a:lnTo>
                  <a:lnTo>
                    <a:pt x="182002" y="183108"/>
                  </a:lnTo>
                  <a:lnTo>
                    <a:pt x="182178" y="183137"/>
                  </a:lnTo>
                  <a:lnTo>
                    <a:pt x="182577" y="18311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7042892" y="1940145"/>
              <a:ext cx="183265" cy="182940"/>
            </a:xfrm>
            <a:custGeom>
              <a:avLst/>
              <a:pathLst>
                <a:path w="183265" h="182940">
                  <a:moveTo>
                    <a:pt x="182879" y="182880"/>
                  </a:moveTo>
                  <a:lnTo>
                    <a:pt x="182907" y="182450"/>
                  </a:lnTo>
                  <a:lnTo>
                    <a:pt x="182968" y="182190"/>
                  </a:lnTo>
                  <a:lnTo>
                    <a:pt x="183265" y="181712"/>
                  </a:lnTo>
                  <a:lnTo>
                    <a:pt x="183147" y="181941"/>
                  </a:lnTo>
                  <a:lnTo>
                    <a:pt x="183017" y="182441"/>
                  </a:lnTo>
                  <a:lnTo>
                    <a:pt x="183009" y="182624"/>
                  </a:lnTo>
                  <a:lnTo>
                    <a:pt x="182959" y="182940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7044056" y="1937009"/>
              <a:ext cx="182955" cy="183102"/>
            </a:xfrm>
            <a:custGeom>
              <a:avLst/>
              <a:pathLst>
                <a:path w="182955" h="183102">
                  <a:moveTo>
                    <a:pt x="182879" y="182880"/>
                  </a:moveTo>
                  <a:lnTo>
                    <a:pt x="182794" y="183102"/>
                  </a:lnTo>
                  <a:lnTo>
                    <a:pt x="182372" y="183098"/>
                  </a:lnTo>
                  <a:lnTo>
                    <a:pt x="182482" y="182182"/>
                  </a:lnTo>
                  <a:lnTo>
                    <a:pt x="182955" y="18224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7046885" y="193230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99" y="18279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7051730" y="1922209"/>
              <a:ext cx="184938" cy="182972"/>
            </a:xfrm>
            <a:custGeom>
              <a:avLst/>
              <a:pathLst>
                <a:path w="184938" h="182972">
                  <a:moveTo>
                    <a:pt x="182879" y="182880"/>
                  </a:moveTo>
                  <a:lnTo>
                    <a:pt x="183766" y="181781"/>
                  </a:lnTo>
                  <a:lnTo>
                    <a:pt x="183959" y="181777"/>
                  </a:lnTo>
                  <a:lnTo>
                    <a:pt x="184144" y="181774"/>
                  </a:lnTo>
                  <a:lnTo>
                    <a:pt x="184351" y="181770"/>
                  </a:lnTo>
                  <a:lnTo>
                    <a:pt x="184741" y="181762"/>
                  </a:lnTo>
                  <a:lnTo>
                    <a:pt x="184938" y="181806"/>
                  </a:lnTo>
                  <a:lnTo>
                    <a:pt x="184544" y="182416"/>
                  </a:lnTo>
                  <a:lnTo>
                    <a:pt x="183674" y="18297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7112543" y="1887831"/>
              <a:ext cx="183765" cy="183305"/>
            </a:xfrm>
            <a:custGeom>
              <a:avLst/>
              <a:pathLst>
                <a:path w="183765" h="183305">
                  <a:moveTo>
                    <a:pt x="182879" y="182880"/>
                  </a:moveTo>
                  <a:lnTo>
                    <a:pt x="183529" y="182777"/>
                  </a:lnTo>
                  <a:lnTo>
                    <a:pt x="183765" y="183112"/>
                  </a:lnTo>
                  <a:lnTo>
                    <a:pt x="183629" y="183305"/>
                  </a:lnTo>
                  <a:lnTo>
                    <a:pt x="183289" y="183278"/>
                  </a:lnTo>
                  <a:lnTo>
                    <a:pt x="183039" y="18325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7105440" y="1874001"/>
              <a:ext cx="183595" cy="183162"/>
            </a:xfrm>
            <a:custGeom>
              <a:avLst/>
              <a:pathLst>
                <a:path w="183595" h="183162">
                  <a:moveTo>
                    <a:pt x="182879" y="182880"/>
                  </a:moveTo>
                  <a:lnTo>
                    <a:pt x="183260" y="182812"/>
                  </a:lnTo>
                  <a:lnTo>
                    <a:pt x="183595" y="183012"/>
                  </a:lnTo>
                  <a:lnTo>
                    <a:pt x="182952" y="18316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7180285" y="184034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6938986" y="1212969"/>
              <a:ext cx="206621" cy="257148"/>
            </a:xfrm>
            <a:custGeom>
              <a:avLst/>
              <a:pathLst>
                <a:path w="206621" h="257148">
                  <a:moveTo>
                    <a:pt x="182879" y="182880"/>
                  </a:moveTo>
                  <a:lnTo>
                    <a:pt x="183353" y="183092"/>
                  </a:lnTo>
                  <a:lnTo>
                    <a:pt x="183735" y="183281"/>
                  </a:lnTo>
                  <a:lnTo>
                    <a:pt x="184162" y="183553"/>
                  </a:lnTo>
                  <a:lnTo>
                    <a:pt x="184560" y="183760"/>
                  </a:lnTo>
                  <a:lnTo>
                    <a:pt x="184911" y="183911"/>
                  </a:lnTo>
                  <a:lnTo>
                    <a:pt x="185316" y="183960"/>
                  </a:lnTo>
                  <a:lnTo>
                    <a:pt x="185847" y="183898"/>
                  </a:lnTo>
                  <a:lnTo>
                    <a:pt x="186154" y="183848"/>
                  </a:lnTo>
                  <a:lnTo>
                    <a:pt x="186817" y="183942"/>
                  </a:lnTo>
                  <a:lnTo>
                    <a:pt x="187306" y="183904"/>
                  </a:lnTo>
                  <a:lnTo>
                    <a:pt x="187481" y="184069"/>
                  </a:lnTo>
                  <a:lnTo>
                    <a:pt x="187561" y="184364"/>
                  </a:lnTo>
                  <a:lnTo>
                    <a:pt x="187399" y="184581"/>
                  </a:lnTo>
                  <a:lnTo>
                    <a:pt x="187321" y="184934"/>
                  </a:lnTo>
                  <a:lnTo>
                    <a:pt x="187630" y="185605"/>
                  </a:lnTo>
                  <a:lnTo>
                    <a:pt x="187704" y="185919"/>
                  </a:lnTo>
                  <a:lnTo>
                    <a:pt x="187754" y="186101"/>
                  </a:lnTo>
                  <a:lnTo>
                    <a:pt x="188062" y="186410"/>
                  </a:lnTo>
                  <a:lnTo>
                    <a:pt x="188446" y="186448"/>
                  </a:lnTo>
                  <a:lnTo>
                    <a:pt x="188728" y="186438"/>
                  </a:lnTo>
                  <a:lnTo>
                    <a:pt x="188874" y="186641"/>
                  </a:lnTo>
                  <a:lnTo>
                    <a:pt x="188918" y="186777"/>
                  </a:lnTo>
                  <a:lnTo>
                    <a:pt x="189049" y="186869"/>
                  </a:lnTo>
                  <a:lnTo>
                    <a:pt x="189177" y="186909"/>
                  </a:lnTo>
                  <a:lnTo>
                    <a:pt x="189383" y="187020"/>
                  </a:lnTo>
                  <a:lnTo>
                    <a:pt x="189426" y="187224"/>
                  </a:lnTo>
                  <a:lnTo>
                    <a:pt x="189844" y="187449"/>
                  </a:lnTo>
                  <a:lnTo>
                    <a:pt x="190150" y="188167"/>
                  </a:lnTo>
                  <a:lnTo>
                    <a:pt x="190347" y="188229"/>
                  </a:lnTo>
                  <a:lnTo>
                    <a:pt x="190600" y="188310"/>
                  </a:lnTo>
                  <a:lnTo>
                    <a:pt x="190638" y="188449"/>
                  </a:lnTo>
                  <a:lnTo>
                    <a:pt x="190680" y="188952"/>
                  </a:lnTo>
                  <a:lnTo>
                    <a:pt x="190771" y="189263"/>
                  </a:lnTo>
                  <a:lnTo>
                    <a:pt x="190417" y="189674"/>
                  </a:lnTo>
                  <a:lnTo>
                    <a:pt x="190581" y="189926"/>
                  </a:lnTo>
                  <a:lnTo>
                    <a:pt x="190957" y="189667"/>
                  </a:lnTo>
                  <a:lnTo>
                    <a:pt x="191297" y="189550"/>
                  </a:lnTo>
                  <a:lnTo>
                    <a:pt x="191536" y="189935"/>
                  </a:lnTo>
                  <a:lnTo>
                    <a:pt x="191666" y="190329"/>
                  </a:lnTo>
                  <a:lnTo>
                    <a:pt x="192097" y="190032"/>
                  </a:lnTo>
                  <a:lnTo>
                    <a:pt x="192195" y="189793"/>
                  </a:lnTo>
                  <a:lnTo>
                    <a:pt x="192395" y="189769"/>
                  </a:lnTo>
                  <a:lnTo>
                    <a:pt x="192829" y="189816"/>
                  </a:lnTo>
                  <a:lnTo>
                    <a:pt x="192956" y="190307"/>
                  </a:lnTo>
                  <a:lnTo>
                    <a:pt x="193377" y="190433"/>
                  </a:lnTo>
                  <a:lnTo>
                    <a:pt x="193802" y="190517"/>
                  </a:lnTo>
                  <a:lnTo>
                    <a:pt x="193982" y="190511"/>
                  </a:lnTo>
                  <a:lnTo>
                    <a:pt x="194364" y="190350"/>
                  </a:lnTo>
                  <a:lnTo>
                    <a:pt x="194720" y="190716"/>
                  </a:lnTo>
                  <a:lnTo>
                    <a:pt x="194576" y="190719"/>
                  </a:lnTo>
                  <a:lnTo>
                    <a:pt x="194614" y="190926"/>
                  </a:lnTo>
                  <a:lnTo>
                    <a:pt x="194916" y="191051"/>
                  </a:lnTo>
                  <a:lnTo>
                    <a:pt x="195123" y="191041"/>
                  </a:lnTo>
                  <a:lnTo>
                    <a:pt x="195452" y="191338"/>
                  </a:lnTo>
                  <a:lnTo>
                    <a:pt x="195090" y="191838"/>
                  </a:lnTo>
                  <a:lnTo>
                    <a:pt x="194788" y="191994"/>
                  </a:lnTo>
                  <a:lnTo>
                    <a:pt x="194372" y="191889"/>
                  </a:lnTo>
                  <a:lnTo>
                    <a:pt x="194378" y="192184"/>
                  </a:lnTo>
                  <a:lnTo>
                    <a:pt x="194281" y="192546"/>
                  </a:lnTo>
                  <a:lnTo>
                    <a:pt x="194333" y="193175"/>
                  </a:lnTo>
                  <a:lnTo>
                    <a:pt x="194608" y="193424"/>
                  </a:lnTo>
                  <a:lnTo>
                    <a:pt x="194904" y="193024"/>
                  </a:lnTo>
                  <a:lnTo>
                    <a:pt x="195279" y="192898"/>
                  </a:lnTo>
                  <a:lnTo>
                    <a:pt x="195699" y="192900"/>
                  </a:lnTo>
                  <a:lnTo>
                    <a:pt x="195870" y="193141"/>
                  </a:lnTo>
                  <a:lnTo>
                    <a:pt x="196069" y="193247"/>
                  </a:lnTo>
                  <a:lnTo>
                    <a:pt x="196159" y="193444"/>
                  </a:lnTo>
                  <a:lnTo>
                    <a:pt x="196174" y="193577"/>
                  </a:lnTo>
                  <a:lnTo>
                    <a:pt x="196128" y="193722"/>
                  </a:lnTo>
                  <a:lnTo>
                    <a:pt x="195971" y="194346"/>
                  </a:lnTo>
                  <a:lnTo>
                    <a:pt x="195900" y="194589"/>
                  </a:lnTo>
                  <a:lnTo>
                    <a:pt x="195864" y="194751"/>
                  </a:lnTo>
                  <a:lnTo>
                    <a:pt x="195880" y="194896"/>
                  </a:lnTo>
                  <a:lnTo>
                    <a:pt x="195882" y="195094"/>
                  </a:lnTo>
                  <a:lnTo>
                    <a:pt x="195523" y="195307"/>
                  </a:lnTo>
                  <a:lnTo>
                    <a:pt x="194687" y="195459"/>
                  </a:lnTo>
                  <a:lnTo>
                    <a:pt x="194336" y="195223"/>
                  </a:lnTo>
                  <a:lnTo>
                    <a:pt x="193782" y="195186"/>
                  </a:lnTo>
                  <a:lnTo>
                    <a:pt x="193596" y="195150"/>
                  </a:lnTo>
                  <a:lnTo>
                    <a:pt x="193294" y="194817"/>
                  </a:lnTo>
                  <a:lnTo>
                    <a:pt x="192945" y="194589"/>
                  </a:lnTo>
                  <a:lnTo>
                    <a:pt x="192692" y="194537"/>
                  </a:lnTo>
                  <a:lnTo>
                    <a:pt x="192321" y="194554"/>
                  </a:lnTo>
                  <a:lnTo>
                    <a:pt x="192096" y="194627"/>
                  </a:lnTo>
                  <a:lnTo>
                    <a:pt x="191837" y="194803"/>
                  </a:lnTo>
                  <a:lnTo>
                    <a:pt x="191885" y="194987"/>
                  </a:lnTo>
                  <a:lnTo>
                    <a:pt x="191595" y="195307"/>
                  </a:lnTo>
                  <a:lnTo>
                    <a:pt x="191265" y="195380"/>
                  </a:lnTo>
                  <a:lnTo>
                    <a:pt x="190926" y="195307"/>
                  </a:lnTo>
                  <a:lnTo>
                    <a:pt x="190533" y="195140"/>
                  </a:lnTo>
                  <a:lnTo>
                    <a:pt x="189894" y="195291"/>
                  </a:lnTo>
                  <a:lnTo>
                    <a:pt x="189492" y="195220"/>
                  </a:lnTo>
                  <a:lnTo>
                    <a:pt x="189118" y="194904"/>
                  </a:lnTo>
                  <a:lnTo>
                    <a:pt x="188947" y="194564"/>
                  </a:lnTo>
                  <a:lnTo>
                    <a:pt x="188638" y="194187"/>
                  </a:lnTo>
                  <a:lnTo>
                    <a:pt x="188123" y="194154"/>
                  </a:lnTo>
                  <a:lnTo>
                    <a:pt x="187083" y="194070"/>
                  </a:lnTo>
                  <a:lnTo>
                    <a:pt x="186163" y="194112"/>
                  </a:lnTo>
                  <a:lnTo>
                    <a:pt x="186363" y="194452"/>
                  </a:lnTo>
                  <a:lnTo>
                    <a:pt x="186605" y="194767"/>
                  </a:lnTo>
                  <a:lnTo>
                    <a:pt x="186492" y="195056"/>
                  </a:lnTo>
                  <a:lnTo>
                    <a:pt x="186302" y="195236"/>
                  </a:lnTo>
                  <a:lnTo>
                    <a:pt x="186204" y="195451"/>
                  </a:lnTo>
                  <a:lnTo>
                    <a:pt x="186129" y="195660"/>
                  </a:lnTo>
                  <a:lnTo>
                    <a:pt x="185853" y="196016"/>
                  </a:lnTo>
                  <a:lnTo>
                    <a:pt x="185217" y="196544"/>
                  </a:lnTo>
                  <a:lnTo>
                    <a:pt x="185250" y="196821"/>
                  </a:lnTo>
                  <a:lnTo>
                    <a:pt x="185633" y="196955"/>
                  </a:lnTo>
                  <a:lnTo>
                    <a:pt x="185786" y="197011"/>
                  </a:lnTo>
                  <a:lnTo>
                    <a:pt x="185649" y="197404"/>
                  </a:lnTo>
                  <a:lnTo>
                    <a:pt x="185234" y="197377"/>
                  </a:lnTo>
                  <a:lnTo>
                    <a:pt x="185330" y="197650"/>
                  </a:lnTo>
                  <a:lnTo>
                    <a:pt x="185262" y="197974"/>
                  </a:lnTo>
                  <a:lnTo>
                    <a:pt x="185115" y="198236"/>
                  </a:lnTo>
                  <a:lnTo>
                    <a:pt x="185461" y="198535"/>
                  </a:lnTo>
                  <a:lnTo>
                    <a:pt x="185522" y="198669"/>
                  </a:lnTo>
                  <a:lnTo>
                    <a:pt x="185743" y="199737"/>
                  </a:lnTo>
                  <a:lnTo>
                    <a:pt x="186244" y="200370"/>
                  </a:lnTo>
                  <a:lnTo>
                    <a:pt x="186533" y="200735"/>
                  </a:lnTo>
                  <a:lnTo>
                    <a:pt x="186468" y="201122"/>
                  </a:lnTo>
                  <a:lnTo>
                    <a:pt x="186716" y="201647"/>
                  </a:lnTo>
                  <a:lnTo>
                    <a:pt x="187060" y="202161"/>
                  </a:lnTo>
                  <a:lnTo>
                    <a:pt x="187181" y="202569"/>
                  </a:lnTo>
                  <a:lnTo>
                    <a:pt x="186916" y="203243"/>
                  </a:lnTo>
                  <a:lnTo>
                    <a:pt x="186624" y="203725"/>
                  </a:lnTo>
                  <a:lnTo>
                    <a:pt x="186819" y="204159"/>
                  </a:lnTo>
                  <a:lnTo>
                    <a:pt x="186584" y="204278"/>
                  </a:lnTo>
                  <a:lnTo>
                    <a:pt x="187000" y="204391"/>
                  </a:lnTo>
                  <a:lnTo>
                    <a:pt x="187902" y="206076"/>
                  </a:lnTo>
                  <a:lnTo>
                    <a:pt x="188095" y="206087"/>
                  </a:lnTo>
                  <a:lnTo>
                    <a:pt x="188427" y="206610"/>
                  </a:lnTo>
                  <a:lnTo>
                    <a:pt x="189006" y="206816"/>
                  </a:lnTo>
                  <a:lnTo>
                    <a:pt x="189264" y="206802"/>
                  </a:lnTo>
                  <a:lnTo>
                    <a:pt x="189772" y="206926"/>
                  </a:lnTo>
                  <a:lnTo>
                    <a:pt x="190551" y="207292"/>
                  </a:lnTo>
                  <a:lnTo>
                    <a:pt x="190462" y="207426"/>
                  </a:lnTo>
                  <a:lnTo>
                    <a:pt x="190583" y="207691"/>
                  </a:lnTo>
                  <a:lnTo>
                    <a:pt x="190677" y="207847"/>
                  </a:lnTo>
                  <a:lnTo>
                    <a:pt x="190757" y="207984"/>
                  </a:lnTo>
                  <a:lnTo>
                    <a:pt x="191111" y="208969"/>
                  </a:lnTo>
                  <a:lnTo>
                    <a:pt x="191237" y="209264"/>
                  </a:lnTo>
                  <a:lnTo>
                    <a:pt x="191063" y="209852"/>
                  </a:lnTo>
                  <a:lnTo>
                    <a:pt x="190467" y="210204"/>
                  </a:lnTo>
                  <a:lnTo>
                    <a:pt x="190327" y="210273"/>
                  </a:lnTo>
                  <a:lnTo>
                    <a:pt x="189403" y="211328"/>
                  </a:lnTo>
                  <a:lnTo>
                    <a:pt x="189556" y="211784"/>
                  </a:lnTo>
                  <a:lnTo>
                    <a:pt x="190319" y="211768"/>
                  </a:lnTo>
                  <a:lnTo>
                    <a:pt x="191185" y="212431"/>
                  </a:lnTo>
                  <a:lnTo>
                    <a:pt x="192020" y="212010"/>
                  </a:lnTo>
                  <a:lnTo>
                    <a:pt x="192587" y="212408"/>
                  </a:lnTo>
                  <a:lnTo>
                    <a:pt x="191978" y="213022"/>
                  </a:lnTo>
                  <a:lnTo>
                    <a:pt x="192746" y="213778"/>
                  </a:lnTo>
                  <a:lnTo>
                    <a:pt x="193166" y="214494"/>
                  </a:lnTo>
                  <a:lnTo>
                    <a:pt x="193400" y="214286"/>
                  </a:lnTo>
                  <a:lnTo>
                    <a:pt x="193582" y="214296"/>
                  </a:lnTo>
                  <a:lnTo>
                    <a:pt x="193790" y="214239"/>
                  </a:lnTo>
                  <a:lnTo>
                    <a:pt x="193978" y="214056"/>
                  </a:lnTo>
                  <a:lnTo>
                    <a:pt x="194267" y="213700"/>
                  </a:lnTo>
                  <a:lnTo>
                    <a:pt x="194186" y="213552"/>
                  </a:lnTo>
                  <a:lnTo>
                    <a:pt x="194048" y="213387"/>
                  </a:lnTo>
                  <a:lnTo>
                    <a:pt x="193907" y="212869"/>
                  </a:lnTo>
                  <a:lnTo>
                    <a:pt x="194103" y="212581"/>
                  </a:lnTo>
                  <a:lnTo>
                    <a:pt x="194396" y="212570"/>
                  </a:lnTo>
                  <a:lnTo>
                    <a:pt x="194526" y="212171"/>
                  </a:lnTo>
                  <a:lnTo>
                    <a:pt x="194429" y="211877"/>
                  </a:lnTo>
                  <a:lnTo>
                    <a:pt x="194841" y="211655"/>
                  </a:lnTo>
                  <a:lnTo>
                    <a:pt x="195395" y="211582"/>
                  </a:lnTo>
                  <a:lnTo>
                    <a:pt x="196208" y="211396"/>
                  </a:lnTo>
                  <a:lnTo>
                    <a:pt x="196470" y="211376"/>
                  </a:lnTo>
                  <a:lnTo>
                    <a:pt x="197072" y="211658"/>
                  </a:lnTo>
                  <a:lnTo>
                    <a:pt x="197650" y="211885"/>
                  </a:lnTo>
                  <a:lnTo>
                    <a:pt x="197942" y="211889"/>
                  </a:lnTo>
                  <a:lnTo>
                    <a:pt x="198415" y="211809"/>
                  </a:lnTo>
                  <a:lnTo>
                    <a:pt x="198597" y="211775"/>
                  </a:lnTo>
                  <a:lnTo>
                    <a:pt x="198949" y="211442"/>
                  </a:lnTo>
                  <a:lnTo>
                    <a:pt x="199442" y="211796"/>
                  </a:lnTo>
                  <a:lnTo>
                    <a:pt x="199983" y="211848"/>
                  </a:lnTo>
                  <a:lnTo>
                    <a:pt x="200347" y="211845"/>
                  </a:lnTo>
                  <a:lnTo>
                    <a:pt x="200581" y="211927"/>
                  </a:lnTo>
                  <a:lnTo>
                    <a:pt x="201142" y="212294"/>
                  </a:lnTo>
                  <a:lnTo>
                    <a:pt x="201407" y="212399"/>
                  </a:lnTo>
                  <a:lnTo>
                    <a:pt x="201555" y="212589"/>
                  </a:lnTo>
                  <a:lnTo>
                    <a:pt x="201465" y="212796"/>
                  </a:lnTo>
                  <a:lnTo>
                    <a:pt x="201196" y="213046"/>
                  </a:lnTo>
                  <a:lnTo>
                    <a:pt x="200926" y="213500"/>
                  </a:lnTo>
                  <a:lnTo>
                    <a:pt x="200841" y="213746"/>
                  </a:lnTo>
                  <a:lnTo>
                    <a:pt x="200589" y="214088"/>
                  </a:lnTo>
                  <a:lnTo>
                    <a:pt x="200438" y="214348"/>
                  </a:lnTo>
                  <a:lnTo>
                    <a:pt x="200467" y="214480"/>
                  </a:lnTo>
                  <a:lnTo>
                    <a:pt x="200724" y="214927"/>
                  </a:lnTo>
                  <a:lnTo>
                    <a:pt x="200723" y="215115"/>
                  </a:lnTo>
                  <a:lnTo>
                    <a:pt x="200336" y="215370"/>
                  </a:lnTo>
                  <a:lnTo>
                    <a:pt x="200195" y="215427"/>
                  </a:lnTo>
                  <a:lnTo>
                    <a:pt x="200192" y="215570"/>
                  </a:lnTo>
                  <a:lnTo>
                    <a:pt x="200182" y="215716"/>
                  </a:lnTo>
                  <a:lnTo>
                    <a:pt x="200111" y="216292"/>
                  </a:lnTo>
                  <a:lnTo>
                    <a:pt x="200186" y="216716"/>
                  </a:lnTo>
                  <a:lnTo>
                    <a:pt x="199759" y="217226"/>
                  </a:lnTo>
                  <a:lnTo>
                    <a:pt x="199423" y="217262"/>
                  </a:lnTo>
                  <a:lnTo>
                    <a:pt x="199276" y="217798"/>
                  </a:lnTo>
                  <a:lnTo>
                    <a:pt x="199115" y="217848"/>
                  </a:lnTo>
                  <a:lnTo>
                    <a:pt x="199129" y="218459"/>
                  </a:lnTo>
                  <a:lnTo>
                    <a:pt x="199138" y="218759"/>
                  </a:lnTo>
                  <a:lnTo>
                    <a:pt x="199147" y="219122"/>
                  </a:lnTo>
                  <a:lnTo>
                    <a:pt x="199151" y="219291"/>
                  </a:lnTo>
                  <a:lnTo>
                    <a:pt x="198981" y="219721"/>
                  </a:lnTo>
                  <a:lnTo>
                    <a:pt x="198746" y="219758"/>
                  </a:lnTo>
                  <a:lnTo>
                    <a:pt x="198206" y="219845"/>
                  </a:lnTo>
                  <a:lnTo>
                    <a:pt x="198229" y="220005"/>
                  </a:lnTo>
                  <a:lnTo>
                    <a:pt x="198253" y="220150"/>
                  </a:lnTo>
                  <a:lnTo>
                    <a:pt x="198385" y="220132"/>
                  </a:lnTo>
                  <a:lnTo>
                    <a:pt x="198797" y="220348"/>
                  </a:lnTo>
                  <a:lnTo>
                    <a:pt x="198766" y="220556"/>
                  </a:lnTo>
                  <a:lnTo>
                    <a:pt x="198806" y="221240"/>
                  </a:lnTo>
                  <a:lnTo>
                    <a:pt x="198581" y="221291"/>
                  </a:lnTo>
                  <a:lnTo>
                    <a:pt x="198263" y="221116"/>
                  </a:lnTo>
                  <a:lnTo>
                    <a:pt x="197842" y="221188"/>
                  </a:lnTo>
                  <a:lnTo>
                    <a:pt x="197639" y="221196"/>
                  </a:lnTo>
                  <a:lnTo>
                    <a:pt x="196861" y="221292"/>
                  </a:lnTo>
                  <a:lnTo>
                    <a:pt x="197962" y="222258"/>
                  </a:lnTo>
                  <a:lnTo>
                    <a:pt x="198252" y="222055"/>
                  </a:lnTo>
                  <a:lnTo>
                    <a:pt x="198437" y="221922"/>
                  </a:lnTo>
                  <a:lnTo>
                    <a:pt x="198351" y="221778"/>
                  </a:lnTo>
                  <a:lnTo>
                    <a:pt x="198239" y="221640"/>
                  </a:lnTo>
                  <a:lnTo>
                    <a:pt x="198393" y="221533"/>
                  </a:lnTo>
                  <a:lnTo>
                    <a:pt x="198814" y="221850"/>
                  </a:lnTo>
                  <a:lnTo>
                    <a:pt x="198625" y="222089"/>
                  </a:lnTo>
                  <a:lnTo>
                    <a:pt x="198348" y="222558"/>
                  </a:lnTo>
                  <a:lnTo>
                    <a:pt x="198311" y="222749"/>
                  </a:lnTo>
                  <a:lnTo>
                    <a:pt x="198362" y="223373"/>
                  </a:lnTo>
                  <a:lnTo>
                    <a:pt x="198531" y="223184"/>
                  </a:lnTo>
                  <a:lnTo>
                    <a:pt x="199234" y="223212"/>
                  </a:lnTo>
                  <a:lnTo>
                    <a:pt x="199426" y="223176"/>
                  </a:lnTo>
                  <a:lnTo>
                    <a:pt x="200645" y="223792"/>
                  </a:lnTo>
                  <a:lnTo>
                    <a:pt x="200988" y="223742"/>
                  </a:lnTo>
                  <a:lnTo>
                    <a:pt x="201291" y="223726"/>
                  </a:lnTo>
                  <a:lnTo>
                    <a:pt x="201577" y="223751"/>
                  </a:lnTo>
                  <a:lnTo>
                    <a:pt x="202077" y="223797"/>
                  </a:lnTo>
                  <a:lnTo>
                    <a:pt x="202417" y="223853"/>
                  </a:lnTo>
                  <a:lnTo>
                    <a:pt x="203080" y="224255"/>
                  </a:lnTo>
                  <a:lnTo>
                    <a:pt x="203266" y="224612"/>
                  </a:lnTo>
                  <a:lnTo>
                    <a:pt x="204096" y="225061"/>
                  </a:lnTo>
                  <a:lnTo>
                    <a:pt x="204306" y="225078"/>
                  </a:lnTo>
                  <a:lnTo>
                    <a:pt x="204475" y="225114"/>
                  </a:lnTo>
                  <a:lnTo>
                    <a:pt x="204754" y="225281"/>
                  </a:lnTo>
                  <a:lnTo>
                    <a:pt x="204927" y="225118"/>
                  </a:lnTo>
                  <a:lnTo>
                    <a:pt x="205248" y="225327"/>
                  </a:lnTo>
                  <a:lnTo>
                    <a:pt x="205374" y="225659"/>
                  </a:lnTo>
                  <a:lnTo>
                    <a:pt x="205509" y="226073"/>
                  </a:lnTo>
                  <a:lnTo>
                    <a:pt x="205649" y="226168"/>
                  </a:lnTo>
                  <a:lnTo>
                    <a:pt x="206150" y="226343"/>
                  </a:lnTo>
                  <a:lnTo>
                    <a:pt x="206595" y="226524"/>
                  </a:lnTo>
                  <a:lnTo>
                    <a:pt x="206621" y="227436"/>
                  </a:lnTo>
                  <a:lnTo>
                    <a:pt x="206465" y="227611"/>
                  </a:lnTo>
                  <a:lnTo>
                    <a:pt x="205899" y="227626"/>
                  </a:lnTo>
                  <a:lnTo>
                    <a:pt x="205749" y="227629"/>
                  </a:lnTo>
                  <a:lnTo>
                    <a:pt x="205528" y="227666"/>
                  </a:lnTo>
                  <a:lnTo>
                    <a:pt x="205456" y="227980"/>
                  </a:lnTo>
                  <a:lnTo>
                    <a:pt x="205021" y="227984"/>
                  </a:lnTo>
                  <a:lnTo>
                    <a:pt x="204706" y="227987"/>
                  </a:lnTo>
                  <a:lnTo>
                    <a:pt x="204480" y="227989"/>
                  </a:lnTo>
                  <a:lnTo>
                    <a:pt x="203927" y="228032"/>
                  </a:lnTo>
                  <a:lnTo>
                    <a:pt x="203498" y="228071"/>
                  </a:lnTo>
                  <a:lnTo>
                    <a:pt x="203220" y="228121"/>
                  </a:lnTo>
                  <a:lnTo>
                    <a:pt x="203074" y="228149"/>
                  </a:lnTo>
                  <a:lnTo>
                    <a:pt x="202643" y="228246"/>
                  </a:lnTo>
                  <a:lnTo>
                    <a:pt x="202194" y="228499"/>
                  </a:lnTo>
                  <a:lnTo>
                    <a:pt x="202340" y="228942"/>
                  </a:lnTo>
                  <a:lnTo>
                    <a:pt x="202603" y="229748"/>
                  </a:lnTo>
                  <a:lnTo>
                    <a:pt x="202301" y="229823"/>
                  </a:lnTo>
                  <a:lnTo>
                    <a:pt x="201824" y="229934"/>
                  </a:lnTo>
                  <a:lnTo>
                    <a:pt x="201338" y="228506"/>
                  </a:lnTo>
                  <a:lnTo>
                    <a:pt x="201000" y="228633"/>
                  </a:lnTo>
                  <a:lnTo>
                    <a:pt x="199252" y="229291"/>
                  </a:lnTo>
                  <a:lnTo>
                    <a:pt x="199697" y="230137"/>
                  </a:lnTo>
                  <a:lnTo>
                    <a:pt x="199694" y="230271"/>
                  </a:lnTo>
                  <a:lnTo>
                    <a:pt x="199575" y="230507"/>
                  </a:lnTo>
                  <a:lnTo>
                    <a:pt x="199570" y="230051"/>
                  </a:lnTo>
                  <a:lnTo>
                    <a:pt x="199366" y="229687"/>
                  </a:lnTo>
                  <a:lnTo>
                    <a:pt x="199113" y="229939"/>
                  </a:lnTo>
                  <a:lnTo>
                    <a:pt x="199258" y="230035"/>
                  </a:lnTo>
                  <a:lnTo>
                    <a:pt x="199499" y="230302"/>
                  </a:lnTo>
                  <a:lnTo>
                    <a:pt x="199492" y="230476"/>
                  </a:lnTo>
                  <a:lnTo>
                    <a:pt x="199170" y="230201"/>
                  </a:lnTo>
                  <a:lnTo>
                    <a:pt x="198838" y="229697"/>
                  </a:lnTo>
                  <a:lnTo>
                    <a:pt x="198664" y="229774"/>
                  </a:lnTo>
                  <a:lnTo>
                    <a:pt x="198890" y="230198"/>
                  </a:lnTo>
                  <a:lnTo>
                    <a:pt x="198944" y="230604"/>
                  </a:lnTo>
                  <a:lnTo>
                    <a:pt x="198844" y="230437"/>
                  </a:lnTo>
                  <a:lnTo>
                    <a:pt x="198726" y="230239"/>
                  </a:lnTo>
                  <a:lnTo>
                    <a:pt x="198274" y="229832"/>
                  </a:lnTo>
                  <a:lnTo>
                    <a:pt x="197608" y="230290"/>
                  </a:lnTo>
                  <a:lnTo>
                    <a:pt x="197592" y="230511"/>
                  </a:lnTo>
                  <a:lnTo>
                    <a:pt x="197304" y="230576"/>
                  </a:lnTo>
                  <a:lnTo>
                    <a:pt x="197279" y="231050"/>
                  </a:lnTo>
                  <a:lnTo>
                    <a:pt x="197145" y="231165"/>
                  </a:lnTo>
                  <a:lnTo>
                    <a:pt x="196925" y="231241"/>
                  </a:lnTo>
                  <a:lnTo>
                    <a:pt x="196694" y="231220"/>
                  </a:lnTo>
                  <a:lnTo>
                    <a:pt x="196528" y="231142"/>
                  </a:lnTo>
                  <a:lnTo>
                    <a:pt x="196386" y="231246"/>
                  </a:lnTo>
                  <a:lnTo>
                    <a:pt x="196278" y="231405"/>
                  </a:lnTo>
                  <a:lnTo>
                    <a:pt x="196079" y="231774"/>
                  </a:lnTo>
                  <a:lnTo>
                    <a:pt x="196622" y="232130"/>
                  </a:lnTo>
                  <a:lnTo>
                    <a:pt x="198232" y="233184"/>
                  </a:lnTo>
                  <a:lnTo>
                    <a:pt x="198048" y="233448"/>
                  </a:lnTo>
                  <a:lnTo>
                    <a:pt x="197171" y="234478"/>
                  </a:lnTo>
                  <a:lnTo>
                    <a:pt x="196545" y="234241"/>
                  </a:lnTo>
                  <a:lnTo>
                    <a:pt x="196165" y="234096"/>
                  </a:lnTo>
                  <a:lnTo>
                    <a:pt x="194770" y="233568"/>
                  </a:lnTo>
                  <a:lnTo>
                    <a:pt x="194485" y="233460"/>
                  </a:lnTo>
                  <a:lnTo>
                    <a:pt x="193851" y="233882"/>
                  </a:lnTo>
                  <a:lnTo>
                    <a:pt x="194237" y="234137"/>
                  </a:lnTo>
                  <a:lnTo>
                    <a:pt x="194760" y="234366"/>
                  </a:lnTo>
                  <a:lnTo>
                    <a:pt x="195577" y="234646"/>
                  </a:lnTo>
                  <a:lnTo>
                    <a:pt x="195972" y="234781"/>
                  </a:lnTo>
                  <a:lnTo>
                    <a:pt x="196810" y="235119"/>
                  </a:lnTo>
                  <a:lnTo>
                    <a:pt x="197267" y="236937"/>
                  </a:lnTo>
                  <a:lnTo>
                    <a:pt x="197307" y="237097"/>
                  </a:lnTo>
                  <a:lnTo>
                    <a:pt x="197520" y="237108"/>
                  </a:lnTo>
                  <a:lnTo>
                    <a:pt x="197704" y="237180"/>
                  </a:lnTo>
                  <a:lnTo>
                    <a:pt x="197863" y="237319"/>
                  </a:lnTo>
                  <a:lnTo>
                    <a:pt x="197954" y="237517"/>
                  </a:lnTo>
                  <a:lnTo>
                    <a:pt x="197894" y="237830"/>
                  </a:lnTo>
                  <a:lnTo>
                    <a:pt x="197740" y="237974"/>
                  </a:lnTo>
                  <a:lnTo>
                    <a:pt x="197548" y="238049"/>
                  </a:lnTo>
                  <a:lnTo>
                    <a:pt x="197671" y="238540"/>
                  </a:lnTo>
                  <a:lnTo>
                    <a:pt x="197744" y="238832"/>
                  </a:lnTo>
                  <a:lnTo>
                    <a:pt x="197340" y="238756"/>
                  </a:lnTo>
                  <a:lnTo>
                    <a:pt x="196942" y="238771"/>
                  </a:lnTo>
                  <a:lnTo>
                    <a:pt x="196379" y="238358"/>
                  </a:lnTo>
                  <a:lnTo>
                    <a:pt x="196270" y="238199"/>
                  </a:lnTo>
                  <a:lnTo>
                    <a:pt x="196075" y="237448"/>
                  </a:lnTo>
                  <a:lnTo>
                    <a:pt x="196048" y="237185"/>
                  </a:lnTo>
                  <a:lnTo>
                    <a:pt x="195630" y="235635"/>
                  </a:lnTo>
                  <a:lnTo>
                    <a:pt x="195185" y="235715"/>
                  </a:lnTo>
                  <a:lnTo>
                    <a:pt x="195261" y="236018"/>
                  </a:lnTo>
                  <a:lnTo>
                    <a:pt x="195444" y="236733"/>
                  </a:lnTo>
                  <a:lnTo>
                    <a:pt x="195470" y="236875"/>
                  </a:lnTo>
                  <a:lnTo>
                    <a:pt x="195559" y="237214"/>
                  </a:lnTo>
                  <a:lnTo>
                    <a:pt x="195696" y="237758"/>
                  </a:lnTo>
                  <a:lnTo>
                    <a:pt x="195742" y="237942"/>
                  </a:lnTo>
                  <a:lnTo>
                    <a:pt x="195832" y="238303"/>
                  </a:lnTo>
                  <a:lnTo>
                    <a:pt x="196108" y="238836"/>
                  </a:lnTo>
                  <a:lnTo>
                    <a:pt x="195628" y="238678"/>
                  </a:lnTo>
                  <a:lnTo>
                    <a:pt x="195287" y="238559"/>
                  </a:lnTo>
                  <a:lnTo>
                    <a:pt x="195159" y="238487"/>
                  </a:lnTo>
                  <a:lnTo>
                    <a:pt x="194999" y="238423"/>
                  </a:lnTo>
                  <a:lnTo>
                    <a:pt x="194677" y="238297"/>
                  </a:lnTo>
                  <a:lnTo>
                    <a:pt x="194460" y="238213"/>
                  </a:lnTo>
                  <a:lnTo>
                    <a:pt x="194385" y="238373"/>
                  </a:lnTo>
                  <a:lnTo>
                    <a:pt x="193502" y="237984"/>
                  </a:lnTo>
                  <a:lnTo>
                    <a:pt x="193408" y="238251"/>
                  </a:lnTo>
                  <a:lnTo>
                    <a:pt x="193740" y="238459"/>
                  </a:lnTo>
                  <a:lnTo>
                    <a:pt x="194327" y="238665"/>
                  </a:lnTo>
                  <a:lnTo>
                    <a:pt x="194707" y="238799"/>
                  </a:lnTo>
                  <a:lnTo>
                    <a:pt x="195020" y="238929"/>
                  </a:lnTo>
                  <a:lnTo>
                    <a:pt x="195213" y="238957"/>
                  </a:lnTo>
                  <a:lnTo>
                    <a:pt x="195451" y="238991"/>
                  </a:lnTo>
                  <a:lnTo>
                    <a:pt x="195806" y="239057"/>
                  </a:lnTo>
                  <a:lnTo>
                    <a:pt x="196387" y="239164"/>
                  </a:lnTo>
                  <a:lnTo>
                    <a:pt x="196610" y="239205"/>
                  </a:lnTo>
                  <a:lnTo>
                    <a:pt x="196909" y="239446"/>
                  </a:lnTo>
                  <a:lnTo>
                    <a:pt x="197064" y="239475"/>
                  </a:lnTo>
                  <a:lnTo>
                    <a:pt x="198147" y="239678"/>
                  </a:lnTo>
                  <a:lnTo>
                    <a:pt x="198314" y="239820"/>
                  </a:lnTo>
                  <a:lnTo>
                    <a:pt x="199653" y="240062"/>
                  </a:lnTo>
                  <a:lnTo>
                    <a:pt x="199601" y="240271"/>
                  </a:lnTo>
                  <a:lnTo>
                    <a:pt x="199555" y="240452"/>
                  </a:lnTo>
                  <a:lnTo>
                    <a:pt x="199472" y="240786"/>
                  </a:lnTo>
                  <a:lnTo>
                    <a:pt x="197215" y="240146"/>
                  </a:lnTo>
                  <a:lnTo>
                    <a:pt x="194529" y="239347"/>
                  </a:lnTo>
                  <a:lnTo>
                    <a:pt x="194166" y="239257"/>
                  </a:lnTo>
                  <a:lnTo>
                    <a:pt x="193486" y="238835"/>
                  </a:lnTo>
                  <a:lnTo>
                    <a:pt x="193342" y="238632"/>
                  </a:lnTo>
                  <a:lnTo>
                    <a:pt x="193020" y="238416"/>
                  </a:lnTo>
                  <a:lnTo>
                    <a:pt x="193171" y="238736"/>
                  </a:lnTo>
                  <a:lnTo>
                    <a:pt x="193689" y="239351"/>
                  </a:lnTo>
                  <a:lnTo>
                    <a:pt x="194192" y="239710"/>
                  </a:lnTo>
                  <a:lnTo>
                    <a:pt x="194957" y="239955"/>
                  </a:lnTo>
                  <a:lnTo>
                    <a:pt x="195093" y="239997"/>
                  </a:lnTo>
                  <a:lnTo>
                    <a:pt x="195313" y="240067"/>
                  </a:lnTo>
                  <a:lnTo>
                    <a:pt x="195468" y="240117"/>
                  </a:lnTo>
                  <a:lnTo>
                    <a:pt x="195234" y="240795"/>
                  </a:lnTo>
                  <a:lnTo>
                    <a:pt x="195796" y="240971"/>
                  </a:lnTo>
                  <a:lnTo>
                    <a:pt x="196033" y="240334"/>
                  </a:lnTo>
                  <a:lnTo>
                    <a:pt x="197422" y="240785"/>
                  </a:lnTo>
                  <a:lnTo>
                    <a:pt x="197181" y="241415"/>
                  </a:lnTo>
                  <a:lnTo>
                    <a:pt x="197592" y="241545"/>
                  </a:lnTo>
                  <a:lnTo>
                    <a:pt x="197830" y="240914"/>
                  </a:lnTo>
                  <a:lnTo>
                    <a:pt x="198817" y="241238"/>
                  </a:lnTo>
                  <a:lnTo>
                    <a:pt x="198128" y="242378"/>
                  </a:lnTo>
                  <a:lnTo>
                    <a:pt x="197901" y="243012"/>
                  </a:lnTo>
                  <a:lnTo>
                    <a:pt x="198118" y="243115"/>
                  </a:lnTo>
                  <a:lnTo>
                    <a:pt x="198371" y="243236"/>
                  </a:lnTo>
                  <a:lnTo>
                    <a:pt x="198075" y="243729"/>
                  </a:lnTo>
                  <a:lnTo>
                    <a:pt x="196998" y="243219"/>
                  </a:lnTo>
                  <a:lnTo>
                    <a:pt x="196809" y="243130"/>
                  </a:lnTo>
                  <a:lnTo>
                    <a:pt x="196503" y="243000"/>
                  </a:lnTo>
                  <a:lnTo>
                    <a:pt x="195693" y="242739"/>
                  </a:lnTo>
                  <a:lnTo>
                    <a:pt x="194121" y="242232"/>
                  </a:lnTo>
                  <a:lnTo>
                    <a:pt x="194003" y="242563"/>
                  </a:lnTo>
                  <a:lnTo>
                    <a:pt x="193625" y="242455"/>
                  </a:lnTo>
                  <a:lnTo>
                    <a:pt x="193163" y="242446"/>
                  </a:lnTo>
                  <a:lnTo>
                    <a:pt x="192932" y="242381"/>
                  </a:lnTo>
                  <a:lnTo>
                    <a:pt x="192135" y="242159"/>
                  </a:lnTo>
                  <a:lnTo>
                    <a:pt x="192113" y="242484"/>
                  </a:lnTo>
                  <a:lnTo>
                    <a:pt x="192431" y="242565"/>
                  </a:lnTo>
                  <a:lnTo>
                    <a:pt x="192756" y="242655"/>
                  </a:lnTo>
                  <a:lnTo>
                    <a:pt x="193184" y="242777"/>
                  </a:lnTo>
                  <a:lnTo>
                    <a:pt x="193340" y="242821"/>
                  </a:lnTo>
                  <a:lnTo>
                    <a:pt x="193825" y="242960"/>
                  </a:lnTo>
                  <a:lnTo>
                    <a:pt x="194026" y="243017"/>
                  </a:lnTo>
                  <a:lnTo>
                    <a:pt x="194729" y="243218"/>
                  </a:lnTo>
                  <a:lnTo>
                    <a:pt x="194839" y="243441"/>
                  </a:lnTo>
                  <a:lnTo>
                    <a:pt x="194563" y="243967"/>
                  </a:lnTo>
                  <a:lnTo>
                    <a:pt x="193932" y="243785"/>
                  </a:lnTo>
                  <a:lnTo>
                    <a:pt x="192397" y="243344"/>
                  </a:lnTo>
                  <a:lnTo>
                    <a:pt x="192173" y="243940"/>
                  </a:lnTo>
                  <a:lnTo>
                    <a:pt x="194264" y="244537"/>
                  </a:lnTo>
                  <a:lnTo>
                    <a:pt x="193792" y="245200"/>
                  </a:lnTo>
                  <a:lnTo>
                    <a:pt x="192925" y="244957"/>
                  </a:lnTo>
                  <a:lnTo>
                    <a:pt x="191582" y="244581"/>
                  </a:lnTo>
                  <a:lnTo>
                    <a:pt x="191111" y="244449"/>
                  </a:lnTo>
                  <a:lnTo>
                    <a:pt x="190391" y="243984"/>
                  </a:lnTo>
                  <a:lnTo>
                    <a:pt x="190215" y="244235"/>
                  </a:lnTo>
                  <a:lnTo>
                    <a:pt x="189937" y="244461"/>
                  </a:lnTo>
                  <a:lnTo>
                    <a:pt x="189625" y="244630"/>
                  </a:lnTo>
                  <a:lnTo>
                    <a:pt x="189122" y="245596"/>
                  </a:lnTo>
                  <a:lnTo>
                    <a:pt x="188748" y="245916"/>
                  </a:lnTo>
                  <a:lnTo>
                    <a:pt x="188697" y="246061"/>
                  </a:lnTo>
                  <a:lnTo>
                    <a:pt x="188596" y="246401"/>
                  </a:lnTo>
                  <a:lnTo>
                    <a:pt x="188538" y="246558"/>
                  </a:lnTo>
                  <a:lnTo>
                    <a:pt x="188366" y="246998"/>
                  </a:lnTo>
                  <a:lnTo>
                    <a:pt x="188557" y="247545"/>
                  </a:lnTo>
                  <a:lnTo>
                    <a:pt x="188321" y="248008"/>
                  </a:lnTo>
                  <a:lnTo>
                    <a:pt x="188281" y="248153"/>
                  </a:lnTo>
                  <a:lnTo>
                    <a:pt x="188786" y="248279"/>
                  </a:lnTo>
                  <a:lnTo>
                    <a:pt x="188927" y="248284"/>
                  </a:lnTo>
                  <a:lnTo>
                    <a:pt x="189254" y="248289"/>
                  </a:lnTo>
                  <a:lnTo>
                    <a:pt x="189252" y="248885"/>
                  </a:lnTo>
                  <a:lnTo>
                    <a:pt x="189251" y="249260"/>
                  </a:lnTo>
                  <a:lnTo>
                    <a:pt x="189247" y="250185"/>
                  </a:lnTo>
                  <a:lnTo>
                    <a:pt x="189863" y="250191"/>
                  </a:lnTo>
                  <a:lnTo>
                    <a:pt x="189871" y="249329"/>
                  </a:lnTo>
                  <a:lnTo>
                    <a:pt x="189875" y="248856"/>
                  </a:lnTo>
                  <a:lnTo>
                    <a:pt x="190533" y="248276"/>
                  </a:lnTo>
                  <a:lnTo>
                    <a:pt x="192290" y="248283"/>
                  </a:lnTo>
                  <a:lnTo>
                    <a:pt x="192289" y="248608"/>
                  </a:lnTo>
                  <a:lnTo>
                    <a:pt x="192429" y="249786"/>
                  </a:lnTo>
                  <a:lnTo>
                    <a:pt x="192873" y="249792"/>
                  </a:lnTo>
                  <a:lnTo>
                    <a:pt x="193021" y="249794"/>
                  </a:lnTo>
                  <a:lnTo>
                    <a:pt x="193164" y="248522"/>
                  </a:lnTo>
                  <a:lnTo>
                    <a:pt x="193534" y="248531"/>
                  </a:lnTo>
                  <a:lnTo>
                    <a:pt x="193512" y="252123"/>
                  </a:lnTo>
                  <a:lnTo>
                    <a:pt x="193510" y="252371"/>
                  </a:lnTo>
                  <a:lnTo>
                    <a:pt x="189217" y="252363"/>
                  </a:lnTo>
                  <a:lnTo>
                    <a:pt x="189188" y="251969"/>
                  </a:lnTo>
                  <a:lnTo>
                    <a:pt x="188084" y="251965"/>
                  </a:lnTo>
                  <a:lnTo>
                    <a:pt x="188131" y="252337"/>
                  </a:lnTo>
                  <a:lnTo>
                    <a:pt x="188308" y="252808"/>
                  </a:lnTo>
                  <a:lnTo>
                    <a:pt x="188453" y="253567"/>
                  </a:lnTo>
                  <a:lnTo>
                    <a:pt x="188874" y="253515"/>
                  </a:lnTo>
                  <a:lnTo>
                    <a:pt x="189027" y="253878"/>
                  </a:lnTo>
                  <a:lnTo>
                    <a:pt x="189012" y="254261"/>
                  </a:lnTo>
                  <a:lnTo>
                    <a:pt x="188989" y="254458"/>
                  </a:lnTo>
                  <a:lnTo>
                    <a:pt x="188590" y="254488"/>
                  </a:lnTo>
                  <a:lnTo>
                    <a:pt x="188176" y="254519"/>
                  </a:lnTo>
                  <a:lnTo>
                    <a:pt x="186911" y="254510"/>
                  </a:lnTo>
                  <a:lnTo>
                    <a:pt x="186747" y="254472"/>
                  </a:lnTo>
                  <a:lnTo>
                    <a:pt x="186543" y="254505"/>
                  </a:lnTo>
                  <a:lnTo>
                    <a:pt x="186352" y="254936"/>
                  </a:lnTo>
                  <a:lnTo>
                    <a:pt x="186408" y="255071"/>
                  </a:lnTo>
                  <a:lnTo>
                    <a:pt x="185743" y="255179"/>
                  </a:lnTo>
                  <a:lnTo>
                    <a:pt x="185597" y="254675"/>
                  </a:lnTo>
                  <a:lnTo>
                    <a:pt x="185400" y="254742"/>
                  </a:lnTo>
                  <a:lnTo>
                    <a:pt x="185038" y="254501"/>
                  </a:lnTo>
                  <a:lnTo>
                    <a:pt x="184835" y="254507"/>
                  </a:lnTo>
                  <a:lnTo>
                    <a:pt x="184471" y="254525"/>
                  </a:lnTo>
                  <a:lnTo>
                    <a:pt x="184270" y="254505"/>
                  </a:lnTo>
                  <a:lnTo>
                    <a:pt x="184123" y="254492"/>
                  </a:lnTo>
                  <a:lnTo>
                    <a:pt x="183688" y="254751"/>
                  </a:lnTo>
                  <a:lnTo>
                    <a:pt x="183335" y="254851"/>
                  </a:lnTo>
                  <a:lnTo>
                    <a:pt x="182873" y="254983"/>
                  </a:lnTo>
                  <a:lnTo>
                    <a:pt x="182367" y="255135"/>
                  </a:lnTo>
                  <a:lnTo>
                    <a:pt x="182177" y="255193"/>
                  </a:lnTo>
                  <a:lnTo>
                    <a:pt x="181537" y="255652"/>
                  </a:lnTo>
                  <a:lnTo>
                    <a:pt x="181328" y="255509"/>
                  </a:lnTo>
                  <a:lnTo>
                    <a:pt x="181289" y="255890"/>
                  </a:lnTo>
                  <a:lnTo>
                    <a:pt x="180750" y="256406"/>
                  </a:lnTo>
                  <a:lnTo>
                    <a:pt x="180586" y="256446"/>
                  </a:lnTo>
                  <a:lnTo>
                    <a:pt x="180115" y="256636"/>
                  </a:lnTo>
                  <a:lnTo>
                    <a:pt x="179957" y="256700"/>
                  </a:lnTo>
                  <a:lnTo>
                    <a:pt x="179748" y="256784"/>
                  </a:lnTo>
                  <a:lnTo>
                    <a:pt x="179744" y="256471"/>
                  </a:lnTo>
                  <a:lnTo>
                    <a:pt x="179742" y="256264"/>
                  </a:lnTo>
                  <a:lnTo>
                    <a:pt x="179722" y="256013"/>
                  </a:lnTo>
                  <a:lnTo>
                    <a:pt x="179483" y="256045"/>
                  </a:lnTo>
                  <a:lnTo>
                    <a:pt x="179222" y="256225"/>
                  </a:lnTo>
                  <a:lnTo>
                    <a:pt x="179310" y="256534"/>
                  </a:lnTo>
                  <a:lnTo>
                    <a:pt x="179147" y="256657"/>
                  </a:lnTo>
                  <a:lnTo>
                    <a:pt x="179033" y="256915"/>
                  </a:lnTo>
                  <a:lnTo>
                    <a:pt x="178906" y="256918"/>
                  </a:lnTo>
                  <a:lnTo>
                    <a:pt x="178683" y="256788"/>
                  </a:lnTo>
                  <a:lnTo>
                    <a:pt x="178187" y="256766"/>
                  </a:lnTo>
                  <a:lnTo>
                    <a:pt x="178006" y="256841"/>
                  </a:lnTo>
                  <a:lnTo>
                    <a:pt x="177871" y="256957"/>
                  </a:lnTo>
                  <a:lnTo>
                    <a:pt x="177625" y="257110"/>
                  </a:lnTo>
                  <a:lnTo>
                    <a:pt x="177299" y="257105"/>
                  </a:lnTo>
                  <a:lnTo>
                    <a:pt x="177189" y="256678"/>
                  </a:lnTo>
                  <a:lnTo>
                    <a:pt x="177085" y="256485"/>
                  </a:lnTo>
                  <a:lnTo>
                    <a:pt x="176903" y="256458"/>
                  </a:lnTo>
                  <a:lnTo>
                    <a:pt x="176797" y="256880"/>
                  </a:lnTo>
                  <a:lnTo>
                    <a:pt x="176269" y="256985"/>
                  </a:lnTo>
                  <a:lnTo>
                    <a:pt x="176032" y="257049"/>
                  </a:lnTo>
                  <a:lnTo>
                    <a:pt x="175679" y="256887"/>
                  </a:lnTo>
                  <a:lnTo>
                    <a:pt x="175280" y="257148"/>
                  </a:lnTo>
                  <a:lnTo>
                    <a:pt x="174934" y="256595"/>
                  </a:lnTo>
                  <a:lnTo>
                    <a:pt x="174753" y="256167"/>
                  </a:lnTo>
                  <a:lnTo>
                    <a:pt x="174900" y="256155"/>
                  </a:lnTo>
                  <a:lnTo>
                    <a:pt x="175426" y="255857"/>
                  </a:lnTo>
                  <a:lnTo>
                    <a:pt x="175069" y="255958"/>
                  </a:lnTo>
                  <a:lnTo>
                    <a:pt x="174802" y="256039"/>
                  </a:lnTo>
                  <a:lnTo>
                    <a:pt x="174691" y="255880"/>
                  </a:lnTo>
                  <a:lnTo>
                    <a:pt x="175418" y="255306"/>
                  </a:lnTo>
                  <a:lnTo>
                    <a:pt x="175484" y="254960"/>
                  </a:lnTo>
                  <a:lnTo>
                    <a:pt x="175297" y="254559"/>
                  </a:lnTo>
                  <a:lnTo>
                    <a:pt x="174670" y="254394"/>
                  </a:lnTo>
                  <a:lnTo>
                    <a:pt x="174480" y="254285"/>
                  </a:lnTo>
                  <a:lnTo>
                    <a:pt x="174628" y="253863"/>
                  </a:lnTo>
                  <a:lnTo>
                    <a:pt x="174362" y="253354"/>
                  </a:lnTo>
                  <a:lnTo>
                    <a:pt x="173732" y="253497"/>
                  </a:lnTo>
                  <a:lnTo>
                    <a:pt x="173145" y="254301"/>
                  </a:lnTo>
                  <a:lnTo>
                    <a:pt x="172804" y="254360"/>
                  </a:lnTo>
                  <a:lnTo>
                    <a:pt x="171859" y="254426"/>
                  </a:lnTo>
                  <a:lnTo>
                    <a:pt x="171571" y="254471"/>
                  </a:lnTo>
                  <a:lnTo>
                    <a:pt x="171298" y="254556"/>
                  </a:lnTo>
                  <a:lnTo>
                    <a:pt x="171185" y="254957"/>
                  </a:lnTo>
                  <a:lnTo>
                    <a:pt x="171051" y="255002"/>
                  </a:lnTo>
                  <a:lnTo>
                    <a:pt x="170665" y="255282"/>
                  </a:lnTo>
                  <a:lnTo>
                    <a:pt x="170531" y="255266"/>
                  </a:lnTo>
                  <a:lnTo>
                    <a:pt x="170098" y="255632"/>
                  </a:lnTo>
                  <a:lnTo>
                    <a:pt x="169873" y="255710"/>
                  </a:lnTo>
                  <a:lnTo>
                    <a:pt x="169620" y="255881"/>
                  </a:lnTo>
                  <a:lnTo>
                    <a:pt x="169298" y="255816"/>
                  </a:lnTo>
                  <a:lnTo>
                    <a:pt x="169267" y="255628"/>
                  </a:lnTo>
                  <a:lnTo>
                    <a:pt x="169254" y="255438"/>
                  </a:lnTo>
                  <a:lnTo>
                    <a:pt x="168875" y="255264"/>
                  </a:lnTo>
                  <a:lnTo>
                    <a:pt x="168832" y="255091"/>
                  </a:lnTo>
                  <a:lnTo>
                    <a:pt x="168840" y="254963"/>
                  </a:lnTo>
                  <a:lnTo>
                    <a:pt x="168531" y="254875"/>
                  </a:lnTo>
                  <a:lnTo>
                    <a:pt x="168183" y="254467"/>
                  </a:lnTo>
                  <a:lnTo>
                    <a:pt x="168002" y="253959"/>
                  </a:lnTo>
                  <a:lnTo>
                    <a:pt x="167990" y="253676"/>
                  </a:lnTo>
                  <a:lnTo>
                    <a:pt x="167776" y="253492"/>
                  </a:lnTo>
                  <a:lnTo>
                    <a:pt x="167700" y="253246"/>
                  </a:lnTo>
                  <a:lnTo>
                    <a:pt x="167691" y="252980"/>
                  </a:lnTo>
                  <a:lnTo>
                    <a:pt x="167699" y="252742"/>
                  </a:lnTo>
                  <a:lnTo>
                    <a:pt x="167798" y="252280"/>
                  </a:lnTo>
                  <a:lnTo>
                    <a:pt x="167879" y="252008"/>
                  </a:lnTo>
                  <a:lnTo>
                    <a:pt x="167986" y="251879"/>
                  </a:lnTo>
                  <a:lnTo>
                    <a:pt x="168153" y="251725"/>
                  </a:lnTo>
                  <a:lnTo>
                    <a:pt x="167552" y="251442"/>
                  </a:lnTo>
                  <a:lnTo>
                    <a:pt x="167021" y="251259"/>
                  </a:lnTo>
                  <a:lnTo>
                    <a:pt x="167089" y="251013"/>
                  </a:lnTo>
                  <a:lnTo>
                    <a:pt x="167157" y="250885"/>
                  </a:lnTo>
                  <a:lnTo>
                    <a:pt x="167125" y="250561"/>
                  </a:lnTo>
                  <a:lnTo>
                    <a:pt x="166120" y="250816"/>
                  </a:lnTo>
                  <a:lnTo>
                    <a:pt x="166089" y="251135"/>
                  </a:lnTo>
                  <a:lnTo>
                    <a:pt x="166077" y="251297"/>
                  </a:lnTo>
                  <a:lnTo>
                    <a:pt x="165635" y="251275"/>
                  </a:lnTo>
                  <a:lnTo>
                    <a:pt x="165275" y="251018"/>
                  </a:lnTo>
                  <a:lnTo>
                    <a:pt x="164031" y="251228"/>
                  </a:lnTo>
                  <a:lnTo>
                    <a:pt x="163628" y="251288"/>
                  </a:lnTo>
                  <a:lnTo>
                    <a:pt x="163393" y="251464"/>
                  </a:lnTo>
                  <a:lnTo>
                    <a:pt x="163045" y="251466"/>
                  </a:lnTo>
                  <a:lnTo>
                    <a:pt x="162729" y="251573"/>
                  </a:lnTo>
                  <a:lnTo>
                    <a:pt x="162738" y="251720"/>
                  </a:lnTo>
                  <a:lnTo>
                    <a:pt x="162356" y="251392"/>
                  </a:lnTo>
                  <a:lnTo>
                    <a:pt x="161985" y="251509"/>
                  </a:lnTo>
                  <a:lnTo>
                    <a:pt x="161680" y="251659"/>
                  </a:lnTo>
                  <a:lnTo>
                    <a:pt x="161518" y="251705"/>
                  </a:lnTo>
                  <a:lnTo>
                    <a:pt x="160728" y="251514"/>
                  </a:lnTo>
                  <a:lnTo>
                    <a:pt x="160728" y="251341"/>
                  </a:lnTo>
                  <a:lnTo>
                    <a:pt x="160588" y="250768"/>
                  </a:lnTo>
                  <a:lnTo>
                    <a:pt x="160618" y="250164"/>
                  </a:lnTo>
                  <a:lnTo>
                    <a:pt x="160378" y="250105"/>
                  </a:lnTo>
                  <a:lnTo>
                    <a:pt x="160469" y="249408"/>
                  </a:lnTo>
                  <a:lnTo>
                    <a:pt x="159849" y="249021"/>
                  </a:lnTo>
                  <a:lnTo>
                    <a:pt x="159576" y="248999"/>
                  </a:lnTo>
                  <a:lnTo>
                    <a:pt x="159182" y="248972"/>
                  </a:lnTo>
                  <a:lnTo>
                    <a:pt x="159051" y="248993"/>
                  </a:lnTo>
                  <a:lnTo>
                    <a:pt x="158400" y="248920"/>
                  </a:lnTo>
                  <a:lnTo>
                    <a:pt x="157974" y="248860"/>
                  </a:lnTo>
                  <a:lnTo>
                    <a:pt x="157674" y="248810"/>
                  </a:lnTo>
                  <a:lnTo>
                    <a:pt x="157471" y="248881"/>
                  </a:lnTo>
                  <a:lnTo>
                    <a:pt x="157468" y="249105"/>
                  </a:lnTo>
                  <a:lnTo>
                    <a:pt x="157340" y="249187"/>
                  </a:lnTo>
                  <a:lnTo>
                    <a:pt x="157210" y="249080"/>
                  </a:lnTo>
                  <a:lnTo>
                    <a:pt x="156805" y="248985"/>
                  </a:lnTo>
                  <a:lnTo>
                    <a:pt x="156487" y="248824"/>
                  </a:lnTo>
                  <a:lnTo>
                    <a:pt x="156068" y="248477"/>
                  </a:lnTo>
                  <a:lnTo>
                    <a:pt x="155937" y="248498"/>
                  </a:lnTo>
                  <a:lnTo>
                    <a:pt x="155696" y="248436"/>
                  </a:lnTo>
                  <a:lnTo>
                    <a:pt x="155793" y="247993"/>
                  </a:lnTo>
                  <a:lnTo>
                    <a:pt x="155843" y="247785"/>
                  </a:lnTo>
                  <a:lnTo>
                    <a:pt x="155904" y="247535"/>
                  </a:lnTo>
                  <a:lnTo>
                    <a:pt x="155962" y="247353"/>
                  </a:lnTo>
                  <a:lnTo>
                    <a:pt x="155603" y="247196"/>
                  </a:lnTo>
                  <a:lnTo>
                    <a:pt x="155394" y="247156"/>
                  </a:lnTo>
                  <a:lnTo>
                    <a:pt x="155436" y="246965"/>
                  </a:lnTo>
                  <a:lnTo>
                    <a:pt x="155536" y="246478"/>
                  </a:lnTo>
                  <a:lnTo>
                    <a:pt x="155433" y="246168"/>
                  </a:lnTo>
                  <a:lnTo>
                    <a:pt x="155694" y="245741"/>
                  </a:lnTo>
                  <a:lnTo>
                    <a:pt x="155720" y="245545"/>
                  </a:lnTo>
                  <a:lnTo>
                    <a:pt x="155849" y="245384"/>
                  </a:lnTo>
                  <a:lnTo>
                    <a:pt x="155781" y="245155"/>
                  </a:lnTo>
                  <a:lnTo>
                    <a:pt x="155637" y="245095"/>
                  </a:lnTo>
                  <a:lnTo>
                    <a:pt x="155604" y="244948"/>
                  </a:lnTo>
                  <a:lnTo>
                    <a:pt x="155629" y="244741"/>
                  </a:lnTo>
                  <a:lnTo>
                    <a:pt x="155672" y="244472"/>
                  </a:lnTo>
                  <a:lnTo>
                    <a:pt x="155677" y="244225"/>
                  </a:lnTo>
                  <a:lnTo>
                    <a:pt x="154842" y="244147"/>
                  </a:lnTo>
                  <a:lnTo>
                    <a:pt x="154843" y="243983"/>
                  </a:lnTo>
                  <a:lnTo>
                    <a:pt x="154841" y="243836"/>
                  </a:lnTo>
                  <a:lnTo>
                    <a:pt x="154835" y="243344"/>
                  </a:lnTo>
                  <a:lnTo>
                    <a:pt x="154831" y="243208"/>
                  </a:lnTo>
                  <a:lnTo>
                    <a:pt x="154825" y="242693"/>
                  </a:lnTo>
                  <a:lnTo>
                    <a:pt x="154824" y="242429"/>
                  </a:lnTo>
                  <a:lnTo>
                    <a:pt x="154664" y="242221"/>
                  </a:lnTo>
                  <a:lnTo>
                    <a:pt x="154257" y="242228"/>
                  </a:lnTo>
                  <a:lnTo>
                    <a:pt x="154259" y="241899"/>
                  </a:lnTo>
                  <a:lnTo>
                    <a:pt x="154270" y="240755"/>
                  </a:lnTo>
                  <a:lnTo>
                    <a:pt x="154580" y="240390"/>
                  </a:lnTo>
                  <a:lnTo>
                    <a:pt x="154693" y="240035"/>
                  </a:lnTo>
                  <a:lnTo>
                    <a:pt x="154818" y="239604"/>
                  </a:lnTo>
                  <a:lnTo>
                    <a:pt x="154924" y="239196"/>
                  </a:lnTo>
                  <a:lnTo>
                    <a:pt x="155122" y="238804"/>
                  </a:lnTo>
                  <a:lnTo>
                    <a:pt x="155310" y="238610"/>
                  </a:lnTo>
                  <a:lnTo>
                    <a:pt x="155517" y="238560"/>
                  </a:lnTo>
                  <a:lnTo>
                    <a:pt x="155617" y="238387"/>
                  </a:lnTo>
                  <a:lnTo>
                    <a:pt x="155658" y="238239"/>
                  </a:lnTo>
                  <a:lnTo>
                    <a:pt x="155890" y="237987"/>
                  </a:lnTo>
                  <a:lnTo>
                    <a:pt x="156050" y="237571"/>
                  </a:lnTo>
                  <a:lnTo>
                    <a:pt x="156065" y="237116"/>
                  </a:lnTo>
                  <a:lnTo>
                    <a:pt x="156227" y="236793"/>
                  </a:lnTo>
                  <a:lnTo>
                    <a:pt x="156238" y="236334"/>
                  </a:lnTo>
                  <a:lnTo>
                    <a:pt x="155942" y="236204"/>
                  </a:lnTo>
                  <a:lnTo>
                    <a:pt x="155941" y="236010"/>
                  </a:lnTo>
                  <a:lnTo>
                    <a:pt x="156122" y="235519"/>
                  </a:lnTo>
                  <a:lnTo>
                    <a:pt x="156400" y="235545"/>
                  </a:lnTo>
                  <a:lnTo>
                    <a:pt x="156762" y="235669"/>
                  </a:lnTo>
                  <a:lnTo>
                    <a:pt x="157061" y="235315"/>
                  </a:lnTo>
                  <a:lnTo>
                    <a:pt x="157095" y="235159"/>
                  </a:lnTo>
                  <a:lnTo>
                    <a:pt x="157439" y="235008"/>
                  </a:lnTo>
                  <a:lnTo>
                    <a:pt x="157650" y="235244"/>
                  </a:lnTo>
                  <a:lnTo>
                    <a:pt x="157177" y="235411"/>
                  </a:lnTo>
                  <a:lnTo>
                    <a:pt x="157332" y="235453"/>
                  </a:lnTo>
                  <a:lnTo>
                    <a:pt x="157575" y="235389"/>
                  </a:lnTo>
                  <a:lnTo>
                    <a:pt x="157909" y="235492"/>
                  </a:lnTo>
                  <a:lnTo>
                    <a:pt x="158140" y="235476"/>
                  </a:lnTo>
                  <a:lnTo>
                    <a:pt x="158334" y="235457"/>
                  </a:lnTo>
                  <a:lnTo>
                    <a:pt x="158558" y="235624"/>
                  </a:lnTo>
                  <a:lnTo>
                    <a:pt x="158702" y="235647"/>
                  </a:lnTo>
                  <a:lnTo>
                    <a:pt x="158851" y="235633"/>
                  </a:lnTo>
                  <a:lnTo>
                    <a:pt x="159066" y="235536"/>
                  </a:lnTo>
                  <a:lnTo>
                    <a:pt x="159358" y="235538"/>
                  </a:lnTo>
                  <a:lnTo>
                    <a:pt x="159436" y="235381"/>
                  </a:lnTo>
                  <a:lnTo>
                    <a:pt x="159528" y="235549"/>
                  </a:lnTo>
                  <a:lnTo>
                    <a:pt x="160140" y="235420"/>
                  </a:lnTo>
                  <a:lnTo>
                    <a:pt x="160393" y="235342"/>
                  </a:lnTo>
                  <a:lnTo>
                    <a:pt x="160576" y="235322"/>
                  </a:lnTo>
                  <a:lnTo>
                    <a:pt x="160518" y="235108"/>
                  </a:lnTo>
                  <a:lnTo>
                    <a:pt x="160628" y="234600"/>
                  </a:lnTo>
                  <a:lnTo>
                    <a:pt x="160827" y="234540"/>
                  </a:lnTo>
                  <a:lnTo>
                    <a:pt x="160985" y="234517"/>
                  </a:lnTo>
                  <a:lnTo>
                    <a:pt x="161031" y="234306"/>
                  </a:lnTo>
                  <a:lnTo>
                    <a:pt x="161188" y="234255"/>
                  </a:lnTo>
                  <a:lnTo>
                    <a:pt x="161415" y="234019"/>
                  </a:lnTo>
                  <a:lnTo>
                    <a:pt x="161738" y="233735"/>
                  </a:lnTo>
                  <a:lnTo>
                    <a:pt x="161909" y="233166"/>
                  </a:lnTo>
                  <a:lnTo>
                    <a:pt x="162065" y="233043"/>
                  </a:lnTo>
                  <a:lnTo>
                    <a:pt x="162173" y="232867"/>
                  </a:lnTo>
                  <a:lnTo>
                    <a:pt x="162417" y="232932"/>
                  </a:lnTo>
                  <a:lnTo>
                    <a:pt x="162597" y="232479"/>
                  </a:lnTo>
                  <a:lnTo>
                    <a:pt x="162578" y="232283"/>
                  </a:lnTo>
                  <a:lnTo>
                    <a:pt x="162513" y="232061"/>
                  </a:lnTo>
                  <a:lnTo>
                    <a:pt x="162461" y="231888"/>
                  </a:lnTo>
                  <a:lnTo>
                    <a:pt x="162205" y="231453"/>
                  </a:lnTo>
                  <a:lnTo>
                    <a:pt x="162171" y="231289"/>
                  </a:lnTo>
                  <a:lnTo>
                    <a:pt x="162025" y="231106"/>
                  </a:lnTo>
                  <a:lnTo>
                    <a:pt x="161854" y="231053"/>
                  </a:lnTo>
                  <a:lnTo>
                    <a:pt x="161197" y="230937"/>
                  </a:lnTo>
                  <a:lnTo>
                    <a:pt x="160965" y="230945"/>
                  </a:lnTo>
                  <a:lnTo>
                    <a:pt x="160345" y="230878"/>
                  </a:lnTo>
                  <a:lnTo>
                    <a:pt x="160366" y="230610"/>
                  </a:lnTo>
                  <a:lnTo>
                    <a:pt x="160365" y="230430"/>
                  </a:lnTo>
                  <a:lnTo>
                    <a:pt x="160325" y="230189"/>
                  </a:lnTo>
                  <a:lnTo>
                    <a:pt x="160267" y="229960"/>
                  </a:lnTo>
                  <a:lnTo>
                    <a:pt x="160292" y="229743"/>
                  </a:lnTo>
                  <a:lnTo>
                    <a:pt x="160270" y="229582"/>
                  </a:lnTo>
                  <a:lnTo>
                    <a:pt x="160244" y="229320"/>
                  </a:lnTo>
                  <a:lnTo>
                    <a:pt x="160013" y="228713"/>
                  </a:lnTo>
                  <a:lnTo>
                    <a:pt x="159963" y="228273"/>
                  </a:lnTo>
                  <a:lnTo>
                    <a:pt x="160119" y="228245"/>
                  </a:lnTo>
                  <a:lnTo>
                    <a:pt x="160728" y="228225"/>
                  </a:lnTo>
                  <a:lnTo>
                    <a:pt x="160714" y="227881"/>
                  </a:lnTo>
                  <a:lnTo>
                    <a:pt x="160873" y="227640"/>
                  </a:lnTo>
                  <a:lnTo>
                    <a:pt x="161053" y="227861"/>
                  </a:lnTo>
                  <a:lnTo>
                    <a:pt x="161204" y="227890"/>
                  </a:lnTo>
                  <a:lnTo>
                    <a:pt x="161384" y="227909"/>
                  </a:lnTo>
                  <a:lnTo>
                    <a:pt x="161390" y="227772"/>
                  </a:lnTo>
                  <a:lnTo>
                    <a:pt x="161325" y="227587"/>
                  </a:lnTo>
                  <a:lnTo>
                    <a:pt x="161126" y="227502"/>
                  </a:lnTo>
                  <a:lnTo>
                    <a:pt x="161128" y="227374"/>
                  </a:lnTo>
                  <a:lnTo>
                    <a:pt x="161085" y="227172"/>
                  </a:lnTo>
                  <a:lnTo>
                    <a:pt x="160907" y="227215"/>
                  </a:lnTo>
                  <a:lnTo>
                    <a:pt x="160757" y="227144"/>
                  </a:lnTo>
                  <a:lnTo>
                    <a:pt x="160740" y="226988"/>
                  </a:lnTo>
                  <a:lnTo>
                    <a:pt x="160853" y="226534"/>
                  </a:lnTo>
                  <a:lnTo>
                    <a:pt x="160787" y="226389"/>
                  </a:lnTo>
                  <a:lnTo>
                    <a:pt x="160722" y="226251"/>
                  </a:lnTo>
                  <a:lnTo>
                    <a:pt x="160571" y="225925"/>
                  </a:lnTo>
                  <a:lnTo>
                    <a:pt x="160729" y="225751"/>
                  </a:lnTo>
                  <a:lnTo>
                    <a:pt x="160668" y="225194"/>
                  </a:lnTo>
                  <a:lnTo>
                    <a:pt x="160603" y="224962"/>
                  </a:lnTo>
                  <a:lnTo>
                    <a:pt x="161160" y="224289"/>
                  </a:lnTo>
                  <a:lnTo>
                    <a:pt x="161159" y="224113"/>
                  </a:lnTo>
                  <a:lnTo>
                    <a:pt x="161252" y="223723"/>
                  </a:lnTo>
                  <a:lnTo>
                    <a:pt x="161264" y="223563"/>
                  </a:lnTo>
                  <a:lnTo>
                    <a:pt x="161186" y="223212"/>
                  </a:lnTo>
                  <a:lnTo>
                    <a:pt x="160997" y="222838"/>
                  </a:lnTo>
                  <a:lnTo>
                    <a:pt x="160738" y="222863"/>
                  </a:lnTo>
                  <a:lnTo>
                    <a:pt x="160586" y="222736"/>
                  </a:lnTo>
                  <a:lnTo>
                    <a:pt x="160547" y="222526"/>
                  </a:lnTo>
                  <a:lnTo>
                    <a:pt x="160744" y="222268"/>
                  </a:lnTo>
                  <a:lnTo>
                    <a:pt x="160696" y="222130"/>
                  </a:lnTo>
                  <a:lnTo>
                    <a:pt x="160540" y="222063"/>
                  </a:lnTo>
                  <a:lnTo>
                    <a:pt x="160108" y="222112"/>
                  </a:lnTo>
                  <a:lnTo>
                    <a:pt x="160114" y="222424"/>
                  </a:lnTo>
                  <a:lnTo>
                    <a:pt x="159704" y="222845"/>
                  </a:lnTo>
                  <a:lnTo>
                    <a:pt x="159394" y="222810"/>
                  </a:lnTo>
                  <a:lnTo>
                    <a:pt x="159228" y="222849"/>
                  </a:lnTo>
                  <a:lnTo>
                    <a:pt x="158897" y="222728"/>
                  </a:lnTo>
                  <a:lnTo>
                    <a:pt x="158838" y="222491"/>
                  </a:lnTo>
                  <a:lnTo>
                    <a:pt x="158699" y="222049"/>
                  </a:lnTo>
                  <a:lnTo>
                    <a:pt x="158911" y="221982"/>
                  </a:lnTo>
                  <a:lnTo>
                    <a:pt x="159039" y="221949"/>
                  </a:lnTo>
                  <a:lnTo>
                    <a:pt x="158844" y="221798"/>
                  </a:lnTo>
                  <a:lnTo>
                    <a:pt x="158591" y="221645"/>
                  </a:lnTo>
                  <a:lnTo>
                    <a:pt x="158506" y="221365"/>
                  </a:lnTo>
                  <a:lnTo>
                    <a:pt x="158771" y="221374"/>
                  </a:lnTo>
                  <a:lnTo>
                    <a:pt x="159093" y="221351"/>
                  </a:lnTo>
                  <a:lnTo>
                    <a:pt x="159258" y="221338"/>
                  </a:lnTo>
                  <a:lnTo>
                    <a:pt x="159396" y="221013"/>
                  </a:lnTo>
                  <a:lnTo>
                    <a:pt x="159270" y="220594"/>
                  </a:lnTo>
                  <a:lnTo>
                    <a:pt x="159116" y="220225"/>
                  </a:lnTo>
                  <a:lnTo>
                    <a:pt x="159279" y="219748"/>
                  </a:lnTo>
                  <a:lnTo>
                    <a:pt x="159518" y="219656"/>
                  </a:lnTo>
                  <a:lnTo>
                    <a:pt x="159880" y="219404"/>
                  </a:lnTo>
                  <a:lnTo>
                    <a:pt x="160028" y="219265"/>
                  </a:lnTo>
                  <a:lnTo>
                    <a:pt x="160277" y="219036"/>
                  </a:lnTo>
                  <a:lnTo>
                    <a:pt x="160547" y="219006"/>
                  </a:lnTo>
                  <a:lnTo>
                    <a:pt x="160734" y="218691"/>
                  </a:lnTo>
                  <a:lnTo>
                    <a:pt x="159948" y="218303"/>
                  </a:lnTo>
                  <a:lnTo>
                    <a:pt x="159755" y="218354"/>
                  </a:lnTo>
                  <a:lnTo>
                    <a:pt x="159631" y="218509"/>
                  </a:lnTo>
                  <a:lnTo>
                    <a:pt x="159444" y="218524"/>
                  </a:lnTo>
                  <a:lnTo>
                    <a:pt x="158843" y="218471"/>
                  </a:lnTo>
                  <a:lnTo>
                    <a:pt x="158741" y="218135"/>
                  </a:lnTo>
                  <a:lnTo>
                    <a:pt x="158100" y="218201"/>
                  </a:lnTo>
                  <a:lnTo>
                    <a:pt x="157650" y="218156"/>
                  </a:lnTo>
                  <a:lnTo>
                    <a:pt x="157503" y="217834"/>
                  </a:lnTo>
                  <a:lnTo>
                    <a:pt x="157741" y="217897"/>
                  </a:lnTo>
                  <a:lnTo>
                    <a:pt x="157664" y="217617"/>
                  </a:lnTo>
                  <a:lnTo>
                    <a:pt x="157380" y="217099"/>
                  </a:lnTo>
                  <a:lnTo>
                    <a:pt x="157539" y="216985"/>
                  </a:lnTo>
                  <a:lnTo>
                    <a:pt x="157775" y="216886"/>
                  </a:lnTo>
                  <a:lnTo>
                    <a:pt x="158056" y="216830"/>
                  </a:lnTo>
                  <a:lnTo>
                    <a:pt x="158234" y="216788"/>
                  </a:lnTo>
                  <a:lnTo>
                    <a:pt x="158599" y="216676"/>
                  </a:lnTo>
                  <a:lnTo>
                    <a:pt x="158630" y="216421"/>
                  </a:lnTo>
                  <a:lnTo>
                    <a:pt x="158359" y="215766"/>
                  </a:lnTo>
                  <a:lnTo>
                    <a:pt x="158344" y="215377"/>
                  </a:lnTo>
                  <a:lnTo>
                    <a:pt x="158566" y="215314"/>
                  </a:lnTo>
                  <a:lnTo>
                    <a:pt x="158724" y="215298"/>
                  </a:lnTo>
                  <a:lnTo>
                    <a:pt x="158771" y="215066"/>
                  </a:lnTo>
                  <a:lnTo>
                    <a:pt x="158738" y="214884"/>
                  </a:lnTo>
                  <a:lnTo>
                    <a:pt x="158655" y="214317"/>
                  </a:lnTo>
                  <a:lnTo>
                    <a:pt x="158424" y="214555"/>
                  </a:lnTo>
                  <a:lnTo>
                    <a:pt x="157986" y="214469"/>
                  </a:lnTo>
                  <a:lnTo>
                    <a:pt x="157882" y="214225"/>
                  </a:lnTo>
                  <a:lnTo>
                    <a:pt x="157533" y="213829"/>
                  </a:lnTo>
                  <a:lnTo>
                    <a:pt x="157328" y="213439"/>
                  </a:lnTo>
                  <a:lnTo>
                    <a:pt x="157482" y="213211"/>
                  </a:lnTo>
                  <a:lnTo>
                    <a:pt x="158129" y="212657"/>
                  </a:lnTo>
                  <a:lnTo>
                    <a:pt x="158168" y="212364"/>
                  </a:lnTo>
                  <a:lnTo>
                    <a:pt x="158004" y="212194"/>
                  </a:lnTo>
                  <a:lnTo>
                    <a:pt x="157880" y="212067"/>
                  </a:lnTo>
                  <a:lnTo>
                    <a:pt x="157748" y="211564"/>
                  </a:lnTo>
                  <a:lnTo>
                    <a:pt x="158118" y="211545"/>
                  </a:lnTo>
                  <a:lnTo>
                    <a:pt x="157798" y="211274"/>
                  </a:lnTo>
                  <a:lnTo>
                    <a:pt x="158029" y="211130"/>
                  </a:lnTo>
                  <a:lnTo>
                    <a:pt x="158074" y="211280"/>
                  </a:lnTo>
                  <a:lnTo>
                    <a:pt x="158120" y="211429"/>
                  </a:lnTo>
                  <a:lnTo>
                    <a:pt x="158322" y="211434"/>
                  </a:lnTo>
                  <a:lnTo>
                    <a:pt x="158424" y="211205"/>
                  </a:lnTo>
                  <a:lnTo>
                    <a:pt x="158413" y="210658"/>
                  </a:lnTo>
                  <a:lnTo>
                    <a:pt x="159070" y="210697"/>
                  </a:lnTo>
                  <a:lnTo>
                    <a:pt x="160277" y="208358"/>
                  </a:lnTo>
                  <a:lnTo>
                    <a:pt x="161011" y="208138"/>
                  </a:lnTo>
                  <a:lnTo>
                    <a:pt x="161329" y="208198"/>
                  </a:lnTo>
                  <a:lnTo>
                    <a:pt x="161576" y="208147"/>
                  </a:lnTo>
                  <a:lnTo>
                    <a:pt x="161920" y="208041"/>
                  </a:lnTo>
                  <a:lnTo>
                    <a:pt x="162032" y="207809"/>
                  </a:lnTo>
                  <a:lnTo>
                    <a:pt x="162153" y="207534"/>
                  </a:lnTo>
                  <a:lnTo>
                    <a:pt x="162305" y="207067"/>
                  </a:lnTo>
                  <a:lnTo>
                    <a:pt x="162438" y="206765"/>
                  </a:lnTo>
                  <a:lnTo>
                    <a:pt x="163116" y="206781"/>
                  </a:lnTo>
                  <a:lnTo>
                    <a:pt x="163629" y="206765"/>
                  </a:lnTo>
                  <a:lnTo>
                    <a:pt x="163506" y="207420"/>
                  </a:lnTo>
                  <a:lnTo>
                    <a:pt x="163459" y="207833"/>
                  </a:lnTo>
                  <a:lnTo>
                    <a:pt x="163808" y="208895"/>
                  </a:lnTo>
                  <a:lnTo>
                    <a:pt x="163905" y="209233"/>
                  </a:lnTo>
                  <a:lnTo>
                    <a:pt x="164745" y="209785"/>
                  </a:lnTo>
                  <a:lnTo>
                    <a:pt x="165129" y="209632"/>
                  </a:lnTo>
                  <a:lnTo>
                    <a:pt x="165402" y="209566"/>
                  </a:lnTo>
                  <a:lnTo>
                    <a:pt x="165908" y="209323"/>
                  </a:lnTo>
                  <a:lnTo>
                    <a:pt x="166142" y="209087"/>
                  </a:lnTo>
                  <a:lnTo>
                    <a:pt x="166414" y="209131"/>
                  </a:lnTo>
                  <a:lnTo>
                    <a:pt x="166796" y="209239"/>
                  </a:lnTo>
                  <a:lnTo>
                    <a:pt x="167210" y="209390"/>
                  </a:lnTo>
                  <a:lnTo>
                    <a:pt x="167784" y="209522"/>
                  </a:lnTo>
                  <a:lnTo>
                    <a:pt x="168454" y="209762"/>
                  </a:lnTo>
                  <a:lnTo>
                    <a:pt x="169047" y="210045"/>
                  </a:lnTo>
                  <a:lnTo>
                    <a:pt x="169839" y="210389"/>
                  </a:lnTo>
                  <a:lnTo>
                    <a:pt x="170030" y="210552"/>
                  </a:lnTo>
                  <a:lnTo>
                    <a:pt x="170208" y="210704"/>
                  </a:lnTo>
                  <a:lnTo>
                    <a:pt x="170660" y="210676"/>
                  </a:lnTo>
                  <a:lnTo>
                    <a:pt x="171034" y="210709"/>
                  </a:lnTo>
                  <a:lnTo>
                    <a:pt x="171281" y="210190"/>
                  </a:lnTo>
                  <a:lnTo>
                    <a:pt x="171577" y="209896"/>
                  </a:lnTo>
                  <a:lnTo>
                    <a:pt x="171798" y="209876"/>
                  </a:lnTo>
                  <a:lnTo>
                    <a:pt x="171998" y="209867"/>
                  </a:lnTo>
                  <a:lnTo>
                    <a:pt x="172172" y="209844"/>
                  </a:lnTo>
                  <a:lnTo>
                    <a:pt x="172238" y="209585"/>
                  </a:lnTo>
                  <a:lnTo>
                    <a:pt x="172300" y="209440"/>
                  </a:lnTo>
                  <a:lnTo>
                    <a:pt x="172024" y="209363"/>
                  </a:lnTo>
                  <a:lnTo>
                    <a:pt x="171792" y="209024"/>
                  </a:lnTo>
                  <a:lnTo>
                    <a:pt x="171630" y="208654"/>
                  </a:lnTo>
                  <a:lnTo>
                    <a:pt x="171858" y="208474"/>
                  </a:lnTo>
                  <a:lnTo>
                    <a:pt x="172020" y="207878"/>
                  </a:lnTo>
                  <a:lnTo>
                    <a:pt x="172074" y="207497"/>
                  </a:lnTo>
                  <a:lnTo>
                    <a:pt x="172011" y="206921"/>
                  </a:lnTo>
                  <a:lnTo>
                    <a:pt x="172090" y="206711"/>
                  </a:lnTo>
                  <a:lnTo>
                    <a:pt x="171868" y="206270"/>
                  </a:lnTo>
                  <a:lnTo>
                    <a:pt x="171636" y="206054"/>
                  </a:lnTo>
                  <a:lnTo>
                    <a:pt x="171449" y="205917"/>
                  </a:lnTo>
                  <a:lnTo>
                    <a:pt x="171540" y="205483"/>
                  </a:lnTo>
                  <a:lnTo>
                    <a:pt x="171696" y="205478"/>
                  </a:lnTo>
                  <a:lnTo>
                    <a:pt x="171915" y="205405"/>
                  </a:lnTo>
                  <a:lnTo>
                    <a:pt x="171763" y="205055"/>
                  </a:lnTo>
                  <a:lnTo>
                    <a:pt x="171863" y="204862"/>
                  </a:lnTo>
                  <a:lnTo>
                    <a:pt x="172442" y="204796"/>
                  </a:lnTo>
                  <a:lnTo>
                    <a:pt x="172635" y="204800"/>
                  </a:lnTo>
                  <a:lnTo>
                    <a:pt x="172842" y="204653"/>
                  </a:lnTo>
                  <a:lnTo>
                    <a:pt x="173137" y="204484"/>
                  </a:lnTo>
                  <a:lnTo>
                    <a:pt x="173295" y="204445"/>
                  </a:lnTo>
                  <a:lnTo>
                    <a:pt x="173454" y="204273"/>
                  </a:lnTo>
                  <a:lnTo>
                    <a:pt x="172604" y="203574"/>
                  </a:lnTo>
                  <a:lnTo>
                    <a:pt x="172382" y="202896"/>
                  </a:lnTo>
                  <a:lnTo>
                    <a:pt x="171978" y="202709"/>
                  </a:lnTo>
                  <a:lnTo>
                    <a:pt x="171738" y="202830"/>
                  </a:lnTo>
                  <a:lnTo>
                    <a:pt x="171573" y="202726"/>
                  </a:lnTo>
                  <a:lnTo>
                    <a:pt x="171564" y="202595"/>
                  </a:lnTo>
                  <a:lnTo>
                    <a:pt x="171568" y="202400"/>
                  </a:lnTo>
                  <a:lnTo>
                    <a:pt x="171654" y="201745"/>
                  </a:lnTo>
                  <a:lnTo>
                    <a:pt x="171780" y="201911"/>
                  </a:lnTo>
                  <a:lnTo>
                    <a:pt x="171954" y="201656"/>
                  </a:lnTo>
                  <a:lnTo>
                    <a:pt x="172104" y="201629"/>
                  </a:lnTo>
                  <a:lnTo>
                    <a:pt x="172620" y="201565"/>
                  </a:lnTo>
                  <a:lnTo>
                    <a:pt x="172896" y="201591"/>
                  </a:lnTo>
                  <a:lnTo>
                    <a:pt x="172935" y="201239"/>
                  </a:lnTo>
                  <a:lnTo>
                    <a:pt x="173509" y="201159"/>
                  </a:lnTo>
                  <a:lnTo>
                    <a:pt x="173711" y="201277"/>
                  </a:lnTo>
                  <a:lnTo>
                    <a:pt x="174002" y="201349"/>
                  </a:lnTo>
                  <a:lnTo>
                    <a:pt x="174463" y="201227"/>
                  </a:lnTo>
                  <a:lnTo>
                    <a:pt x="174796" y="201226"/>
                  </a:lnTo>
                  <a:lnTo>
                    <a:pt x="175191" y="201317"/>
                  </a:lnTo>
                  <a:lnTo>
                    <a:pt x="175389" y="201252"/>
                  </a:lnTo>
                  <a:lnTo>
                    <a:pt x="175222" y="201198"/>
                  </a:lnTo>
                  <a:lnTo>
                    <a:pt x="175308" y="200954"/>
                  </a:lnTo>
                  <a:lnTo>
                    <a:pt x="175408" y="200800"/>
                  </a:lnTo>
                  <a:lnTo>
                    <a:pt x="175368" y="200491"/>
                  </a:lnTo>
                  <a:lnTo>
                    <a:pt x="174892" y="200022"/>
                  </a:lnTo>
                  <a:lnTo>
                    <a:pt x="174765" y="200043"/>
                  </a:lnTo>
                  <a:lnTo>
                    <a:pt x="174314" y="200372"/>
                  </a:lnTo>
                  <a:lnTo>
                    <a:pt x="174068" y="200242"/>
                  </a:lnTo>
                  <a:lnTo>
                    <a:pt x="173651" y="200065"/>
                  </a:lnTo>
                  <a:lnTo>
                    <a:pt x="173235" y="199965"/>
                  </a:lnTo>
                  <a:lnTo>
                    <a:pt x="171927" y="199685"/>
                  </a:lnTo>
                  <a:lnTo>
                    <a:pt x="171871" y="199512"/>
                  </a:lnTo>
                  <a:lnTo>
                    <a:pt x="171764" y="199324"/>
                  </a:lnTo>
                  <a:lnTo>
                    <a:pt x="171482" y="199089"/>
                  </a:lnTo>
                  <a:lnTo>
                    <a:pt x="171615" y="198776"/>
                  </a:lnTo>
                  <a:lnTo>
                    <a:pt x="171228" y="198408"/>
                  </a:lnTo>
                  <a:lnTo>
                    <a:pt x="171270" y="198250"/>
                  </a:lnTo>
                  <a:lnTo>
                    <a:pt x="171541" y="197850"/>
                  </a:lnTo>
                  <a:lnTo>
                    <a:pt x="171282" y="197865"/>
                  </a:lnTo>
                  <a:lnTo>
                    <a:pt x="171062" y="197738"/>
                  </a:lnTo>
                  <a:lnTo>
                    <a:pt x="170996" y="197479"/>
                  </a:lnTo>
                  <a:lnTo>
                    <a:pt x="170999" y="197348"/>
                  </a:lnTo>
                  <a:lnTo>
                    <a:pt x="171147" y="196862"/>
                  </a:lnTo>
                  <a:lnTo>
                    <a:pt x="171355" y="196742"/>
                  </a:lnTo>
                  <a:lnTo>
                    <a:pt x="171571" y="196726"/>
                  </a:lnTo>
                  <a:lnTo>
                    <a:pt x="171521" y="196588"/>
                  </a:lnTo>
                  <a:lnTo>
                    <a:pt x="171878" y="195747"/>
                  </a:lnTo>
                  <a:lnTo>
                    <a:pt x="172157" y="195552"/>
                  </a:lnTo>
                  <a:lnTo>
                    <a:pt x="172292" y="195725"/>
                  </a:lnTo>
                  <a:lnTo>
                    <a:pt x="172435" y="195444"/>
                  </a:lnTo>
                  <a:lnTo>
                    <a:pt x="172430" y="195209"/>
                  </a:lnTo>
                  <a:lnTo>
                    <a:pt x="172615" y="194893"/>
                  </a:lnTo>
                  <a:lnTo>
                    <a:pt x="172877" y="194655"/>
                  </a:lnTo>
                  <a:lnTo>
                    <a:pt x="172871" y="194527"/>
                  </a:lnTo>
                  <a:lnTo>
                    <a:pt x="173156" y="194123"/>
                  </a:lnTo>
                  <a:lnTo>
                    <a:pt x="173092" y="193875"/>
                  </a:lnTo>
                  <a:lnTo>
                    <a:pt x="173073" y="193747"/>
                  </a:lnTo>
                  <a:lnTo>
                    <a:pt x="172962" y="193209"/>
                  </a:lnTo>
                  <a:lnTo>
                    <a:pt x="172750" y="192793"/>
                  </a:lnTo>
                  <a:lnTo>
                    <a:pt x="172710" y="192290"/>
                  </a:lnTo>
                  <a:lnTo>
                    <a:pt x="172740" y="191893"/>
                  </a:lnTo>
                  <a:lnTo>
                    <a:pt x="172608" y="191540"/>
                  </a:lnTo>
                  <a:lnTo>
                    <a:pt x="172606" y="191192"/>
                  </a:lnTo>
                  <a:lnTo>
                    <a:pt x="172989" y="191013"/>
                  </a:lnTo>
                  <a:lnTo>
                    <a:pt x="173576" y="191052"/>
                  </a:lnTo>
                  <a:lnTo>
                    <a:pt x="174108" y="191012"/>
                  </a:lnTo>
                  <a:lnTo>
                    <a:pt x="173985" y="190815"/>
                  </a:lnTo>
                  <a:lnTo>
                    <a:pt x="173729" y="190462"/>
                  </a:lnTo>
                  <a:lnTo>
                    <a:pt x="173677" y="190217"/>
                  </a:lnTo>
                  <a:lnTo>
                    <a:pt x="173649" y="189955"/>
                  </a:lnTo>
                  <a:lnTo>
                    <a:pt x="173738" y="189689"/>
                  </a:lnTo>
                  <a:lnTo>
                    <a:pt x="173902" y="189712"/>
                  </a:lnTo>
                  <a:lnTo>
                    <a:pt x="174194" y="189719"/>
                  </a:lnTo>
                  <a:lnTo>
                    <a:pt x="174254" y="189586"/>
                  </a:lnTo>
                  <a:lnTo>
                    <a:pt x="174342" y="189450"/>
                  </a:lnTo>
                  <a:lnTo>
                    <a:pt x="174758" y="188988"/>
                  </a:lnTo>
                  <a:lnTo>
                    <a:pt x="175130" y="188828"/>
                  </a:lnTo>
                  <a:lnTo>
                    <a:pt x="175263" y="188859"/>
                  </a:lnTo>
                  <a:lnTo>
                    <a:pt x="175554" y="188929"/>
                  </a:lnTo>
                  <a:lnTo>
                    <a:pt x="175780" y="189016"/>
                  </a:lnTo>
                  <a:lnTo>
                    <a:pt x="176140" y="188976"/>
                  </a:lnTo>
                  <a:lnTo>
                    <a:pt x="176519" y="188616"/>
                  </a:lnTo>
                  <a:lnTo>
                    <a:pt x="176809" y="188693"/>
                  </a:lnTo>
                  <a:lnTo>
                    <a:pt x="176995" y="188714"/>
                  </a:lnTo>
                  <a:lnTo>
                    <a:pt x="177264" y="188306"/>
                  </a:lnTo>
                  <a:lnTo>
                    <a:pt x="177378" y="187927"/>
                  </a:lnTo>
                  <a:lnTo>
                    <a:pt x="177611" y="187801"/>
                  </a:lnTo>
                  <a:lnTo>
                    <a:pt x="178114" y="187916"/>
                  </a:lnTo>
                  <a:lnTo>
                    <a:pt x="178444" y="188064"/>
                  </a:lnTo>
                  <a:lnTo>
                    <a:pt x="178965" y="187958"/>
                  </a:lnTo>
                  <a:lnTo>
                    <a:pt x="179279" y="187588"/>
                  </a:lnTo>
                  <a:lnTo>
                    <a:pt x="179195" y="187451"/>
                  </a:lnTo>
                  <a:lnTo>
                    <a:pt x="179404" y="187037"/>
                  </a:lnTo>
                  <a:lnTo>
                    <a:pt x="179289" y="186808"/>
                  </a:lnTo>
                  <a:lnTo>
                    <a:pt x="179151" y="186588"/>
                  </a:lnTo>
                  <a:lnTo>
                    <a:pt x="179144" y="186328"/>
                  </a:lnTo>
                  <a:lnTo>
                    <a:pt x="179734" y="186273"/>
                  </a:lnTo>
                  <a:lnTo>
                    <a:pt x="180266" y="186228"/>
                  </a:lnTo>
                  <a:lnTo>
                    <a:pt x="180599" y="186135"/>
                  </a:lnTo>
                  <a:lnTo>
                    <a:pt x="181226" y="185723"/>
                  </a:lnTo>
                  <a:lnTo>
                    <a:pt x="181003" y="185571"/>
                  </a:lnTo>
                  <a:lnTo>
                    <a:pt x="180835" y="185490"/>
                  </a:lnTo>
                  <a:lnTo>
                    <a:pt x="180625" y="185591"/>
                  </a:lnTo>
                  <a:lnTo>
                    <a:pt x="180309" y="185705"/>
                  </a:lnTo>
                  <a:lnTo>
                    <a:pt x="180292" y="185074"/>
                  </a:lnTo>
                  <a:lnTo>
                    <a:pt x="180655" y="184975"/>
                  </a:lnTo>
                  <a:lnTo>
                    <a:pt x="180099" y="184726"/>
                  </a:lnTo>
                  <a:lnTo>
                    <a:pt x="180065" y="184363"/>
                  </a:lnTo>
                  <a:lnTo>
                    <a:pt x="180470" y="184305"/>
                  </a:lnTo>
                  <a:lnTo>
                    <a:pt x="180685" y="184231"/>
                  </a:lnTo>
                  <a:lnTo>
                    <a:pt x="180546" y="183954"/>
                  </a:lnTo>
                  <a:lnTo>
                    <a:pt x="180715" y="183786"/>
                  </a:lnTo>
                  <a:lnTo>
                    <a:pt x="181134" y="183861"/>
                  </a:lnTo>
                  <a:lnTo>
                    <a:pt x="181286" y="183757"/>
                  </a:lnTo>
                  <a:lnTo>
                    <a:pt x="181529" y="183518"/>
                  </a:lnTo>
                  <a:lnTo>
                    <a:pt x="181665" y="183032"/>
                  </a:lnTo>
                  <a:lnTo>
                    <a:pt x="181952" y="183067"/>
                  </a:lnTo>
                  <a:lnTo>
                    <a:pt x="182463" y="182846"/>
                  </a:lnTo>
                  <a:close/>
                </a:path>
              </a:pathLst>
            </a:custGeom>
            <a:solidFill>
              <a:srgbClr val="E8F6E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5619654" y="1378467"/>
              <a:ext cx="794943" cy="604268"/>
            </a:xfrm>
            <a:custGeom>
              <a:avLst/>
              <a:pathLst>
                <a:path w="794943" h="604268">
                  <a:moveTo>
                    <a:pt x="381550" y="182880"/>
                  </a:moveTo>
                  <a:lnTo>
                    <a:pt x="381798" y="182921"/>
                  </a:lnTo>
                  <a:lnTo>
                    <a:pt x="382703" y="182651"/>
                  </a:lnTo>
                  <a:lnTo>
                    <a:pt x="383302" y="182685"/>
                  </a:lnTo>
                  <a:lnTo>
                    <a:pt x="383637" y="182634"/>
                  </a:lnTo>
                  <a:lnTo>
                    <a:pt x="383930" y="182578"/>
                  </a:lnTo>
                  <a:lnTo>
                    <a:pt x="384422" y="183492"/>
                  </a:lnTo>
                  <a:lnTo>
                    <a:pt x="384477" y="183623"/>
                  </a:lnTo>
                  <a:lnTo>
                    <a:pt x="385191" y="183778"/>
                  </a:lnTo>
                  <a:lnTo>
                    <a:pt x="386301" y="183740"/>
                  </a:lnTo>
                  <a:lnTo>
                    <a:pt x="386589" y="183830"/>
                  </a:lnTo>
                  <a:lnTo>
                    <a:pt x="388066" y="183344"/>
                  </a:lnTo>
                  <a:lnTo>
                    <a:pt x="388232" y="183370"/>
                  </a:lnTo>
                  <a:lnTo>
                    <a:pt x="389505" y="184682"/>
                  </a:lnTo>
                  <a:lnTo>
                    <a:pt x="389727" y="186022"/>
                  </a:lnTo>
                  <a:lnTo>
                    <a:pt x="389713" y="186229"/>
                  </a:lnTo>
                  <a:lnTo>
                    <a:pt x="390154" y="186620"/>
                  </a:lnTo>
                  <a:lnTo>
                    <a:pt x="390418" y="186675"/>
                  </a:lnTo>
                  <a:lnTo>
                    <a:pt x="390554" y="186728"/>
                  </a:lnTo>
                  <a:lnTo>
                    <a:pt x="392154" y="187594"/>
                  </a:lnTo>
                  <a:lnTo>
                    <a:pt x="392967" y="187838"/>
                  </a:lnTo>
                  <a:lnTo>
                    <a:pt x="394337" y="189884"/>
                  </a:lnTo>
                  <a:lnTo>
                    <a:pt x="395048" y="190494"/>
                  </a:lnTo>
                  <a:lnTo>
                    <a:pt x="396419" y="190462"/>
                  </a:lnTo>
                  <a:lnTo>
                    <a:pt x="397026" y="188714"/>
                  </a:lnTo>
                  <a:lnTo>
                    <a:pt x="397663" y="188505"/>
                  </a:lnTo>
                  <a:lnTo>
                    <a:pt x="398600" y="187831"/>
                  </a:lnTo>
                  <a:lnTo>
                    <a:pt x="398779" y="187942"/>
                  </a:lnTo>
                  <a:lnTo>
                    <a:pt x="399179" y="188227"/>
                  </a:lnTo>
                  <a:lnTo>
                    <a:pt x="399314" y="188286"/>
                  </a:lnTo>
                  <a:lnTo>
                    <a:pt x="399488" y="188308"/>
                  </a:lnTo>
                  <a:lnTo>
                    <a:pt x="399681" y="188270"/>
                  </a:lnTo>
                  <a:lnTo>
                    <a:pt x="400027" y="188137"/>
                  </a:lnTo>
                  <a:lnTo>
                    <a:pt x="400164" y="188067"/>
                  </a:lnTo>
                  <a:lnTo>
                    <a:pt x="407805" y="191159"/>
                  </a:lnTo>
                  <a:lnTo>
                    <a:pt x="408860" y="192211"/>
                  </a:lnTo>
                  <a:lnTo>
                    <a:pt x="409596" y="192566"/>
                  </a:lnTo>
                  <a:lnTo>
                    <a:pt x="411901" y="192236"/>
                  </a:lnTo>
                  <a:lnTo>
                    <a:pt x="415558" y="193123"/>
                  </a:lnTo>
                  <a:lnTo>
                    <a:pt x="415969" y="193543"/>
                  </a:lnTo>
                  <a:lnTo>
                    <a:pt x="416106" y="193557"/>
                  </a:lnTo>
                  <a:lnTo>
                    <a:pt x="424968" y="197552"/>
                  </a:lnTo>
                  <a:lnTo>
                    <a:pt x="425113" y="197565"/>
                  </a:lnTo>
                  <a:lnTo>
                    <a:pt x="425329" y="197639"/>
                  </a:lnTo>
                  <a:lnTo>
                    <a:pt x="425560" y="197651"/>
                  </a:lnTo>
                  <a:lnTo>
                    <a:pt x="425773" y="197594"/>
                  </a:lnTo>
                  <a:lnTo>
                    <a:pt x="425927" y="197554"/>
                  </a:lnTo>
                  <a:lnTo>
                    <a:pt x="426318" y="197491"/>
                  </a:lnTo>
                  <a:lnTo>
                    <a:pt x="426450" y="197595"/>
                  </a:lnTo>
                  <a:lnTo>
                    <a:pt x="429400" y="200546"/>
                  </a:lnTo>
                  <a:lnTo>
                    <a:pt x="429382" y="200841"/>
                  </a:lnTo>
                  <a:lnTo>
                    <a:pt x="429175" y="201416"/>
                  </a:lnTo>
                  <a:lnTo>
                    <a:pt x="428935" y="201479"/>
                  </a:lnTo>
                  <a:lnTo>
                    <a:pt x="428447" y="201459"/>
                  </a:lnTo>
                  <a:lnTo>
                    <a:pt x="428300" y="201735"/>
                  </a:lnTo>
                  <a:lnTo>
                    <a:pt x="427844" y="201891"/>
                  </a:lnTo>
                  <a:lnTo>
                    <a:pt x="427595" y="201943"/>
                  </a:lnTo>
                  <a:lnTo>
                    <a:pt x="426853" y="201911"/>
                  </a:lnTo>
                  <a:lnTo>
                    <a:pt x="426308" y="202002"/>
                  </a:lnTo>
                  <a:lnTo>
                    <a:pt x="425930" y="202256"/>
                  </a:lnTo>
                  <a:lnTo>
                    <a:pt x="420820" y="203332"/>
                  </a:lnTo>
                  <a:lnTo>
                    <a:pt x="421251" y="205448"/>
                  </a:lnTo>
                  <a:lnTo>
                    <a:pt x="421301" y="205681"/>
                  </a:lnTo>
                  <a:lnTo>
                    <a:pt x="420792" y="206600"/>
                  </a:lnTo>
                  <a:lnTo>
                    <a:pt x="420800" y="206842"/>
                  </a:lnTo>
                  <a:lnTo>
                    <a:pt x="420968" y="207208"/>
                  </a:lnTo>
                  <a:lnTo>
                    <a:pt x="421605" y="207401"/>
                  </a:lnTo>
                  <a:lnTo>
                    <a:pt x="423506" y="207856"/>
                  </a:lnTo>
                  <a:lnTo>
                    <a:pt x="424116" y="208161"/>
                  </a:lnTo>
                  <a:lnTo>
                    <a:pt x="424352" y="208288"/>
                  </a:lnTo>
                  <a:lnTo>
                    <a:pt x="424628" y="208384"/>
                  </a:lnTo>
                  <a:lnTo>
                    <a:pt x="424949" y="208498"/>
                  </a:lnTo>
                  <a:lnTo>
                    <a:pt x="425560" y="209109"/>
                  </a:lnTo>
                  <a:lnTo>
                    <a:pt x="425218" y="209058"/>
                  </a:lnTo>
                  <a:lnTo>
                    <a:pt x="425619" y="209633"/>
                  </a:lnTo>
                  <a:lnTo>
                    <a:pt x="425962" y="209696"/>
                  </a:lnTo>
                  <a:lnTo>
                    <a:pt x="426160" y="209641"/>
                  </a:lnTo>
                  <a:lnTo>
                    <a:pt x="426956" y="209705"/>
                  </a:lnTo>
                  <a:lnTo>
                    <a:pt x="427353" y="209883"/>
                  </a:lnTo>
                  <a:lnTo>
                    <a:pt x="428114" y="209720"/>
                  </a:lnTo>
                  <a:lnTo>
                    <a:pt x="428339" y="209748"/>
                  </a:lnTo>
                  <a:lnTo>
                    <a:pt x="428659" y="209738"/>
                  </a:lnTo>
                  <a:lnTo>
                    <a:pt x="429311" y="209941"/>
                  </a:lnTo>
                  <a:lnTo>
                    <a:pt x="430109" y="210121"/>
                  </a:lnTo>
                  <a:lnTo>
                    <a:pt x="430571" y="210026"/>
                  </a:lnTo>
                  <a:lnTo>
                    <a:pt x="430809" y="210086"/>
                  </a:lnTo>
                  <a:lnTo>
                    <a:pt x="430936" y="210146"/>
                  </a:lnTo>
                  <a:lnTo>
                    <a:pt x="431393" y="210166"/>
                  </a:lnTo>
                  <a:lnTo>
                    <a:pt x="431910" y="210189"/>
                  </a:lnTo>
                  <a:lnTo>
                    <a:pt x="432883" y="209736"/>
                  </a:lnTo>
                  <a:lnTo>
                    <a:pt x="433592" y="209897"/>
                  </a:lnTo>
                  <a:lnTo>
                    <a:pt x="433810" y="209840"/>
                  </a:lnTo>
                  <a:lnTo>
                    <a:pt x="433966" y="209809"/>
                  </a:lnTo>
                  <a:lnTo>
                    <a:pt x="434129" y="209751"/>
                  </a:lnTo>
                  <a:lnTo>
                    <a:pt x="434417" y="209650"/>
                  </a:lnTo>
                  <a:lnTo>
                    <a:pt x="434568" y="209628"/>
                  </a:lnTo>
                  <a:lnTo>
                    <a:pt x="435112" y="209819"/>
                  </a:lnTo>
                  <a:lnTo>
                    <a:pt x="435477" y="210283"/>
                  </a:lnTo>
                  <a:lnTo>
                    <a:pt x="435230" y="210600"/>
                  </a:lnTo>
                  <a:lnTo>
                    <a:pt x="434768" y="211567"/>
                  </a:lnTo>
                  <a:lnTo>
                    <a:pt x="434613" y="212079"/>
                  </a:lnTo>
                  <a:lnTo>
                    <a:pt x="434198" y="212564"/>
                  </a:lnTo>
                  <a:lnTo>
                    <a:pt x="434381" y="212939"/>
                  </a:lnTo>
                  <a:lnTo>
                    <a:pt x="434708" y="213572"/>
                  </a:lnTo>
                  <a:lnTo>
                    <a:pt x="434581" y="214024"/>
                  </a:lnTo>
                  <a:lnTo>
                    <a:pt x="433774" y="214074"/>
                  </a:lnTo>
                  <a:lnTo>
                    <a:pt x="433577" y="214139"/>
                  </a:lnTo>
                  <a:lnTo>
                    <a:pt x="433587" y="215058"/>
                  </a:lnTo>
                  <a:lnTo>
                    <a:pt x="433303" y="215763"/>
                  </a:lnTo>
                  <a:lnTo>
                    <a:pt x="433533" y="216235"/>
                  </a:lnTo>
                  <a:lnTo>
                    <a:pt x="433259" y="216706"/>
                  </a:lnTo>
                  <a:lnTo>
                    <a:pt x="433417" y="217712"/>
                  </a:lnTo>
                  <a:lnTo>
                    <a:pt x="433428" y="217953"/>
                  </a:lnTo>
                  <a:lnTo>
                    <a:pt x="433421" y="218263"/>
                  </a:lnTo>
                  <a:lnTo>
                    <a:pt x="432901" y="219330"/>
                  </a:lnTo>
                  <a:lnTo>
                    <a:pt x="433025" y="219541"/>
                  </a:lnTo>
                  <a:lnTo>
                    <a:pt x="434057" y="221110"/>
                  </a:lnTo>
                  <a:lnTo>
                    <a:pt x="433651" y="221891"/>
                  </a:lnTo>
                  <a:lnTo>
                    <a:pt x="433030" y="221999"/>
                  </a:lnTo>
                  <a:lnTo>
                    <a:pt x="432593" y="221867"/>
                  </a:lnTo>
                  <a:lnTo>
                    <a:pt x="432410" y="221824"/>
                  </a:lnTo>
                  <a:lnTo>
                    <a:pt x="431841" y="222492"/>
                  </a:lnTo>
                  <a:lnTo>
                    <a:pt x="431798" y="222742"/>
                  </a:lnTo>
                  <a:lnTo>
                    <a:pt x="431523" y="223409"/>
                  </a:lnTo>
                  <a:lnTo>
                    <a:pt x="431498" y="223582"/>
                  </a:lnTo>
                  <a:lnTo>
                    <a:pt x="431673" y="224267"/>
                  </a:lnTo>
                  <a:lnTo>
                    <a:pt x="432266" y="225269"/>
                  </a:lnTo>
                  <a:lnTo>
                    <a:pt x="432750" y="225273"/>
                  </a:lnTo>
                  <a:lnTo>
                    <a:pt x="432931" y="225234"/>
                  </a:lnTo>
                  <a:lnTo>
                    <a:pt x="433191" y="225192"/>
                  </a:lnTo>
                  <a:lnTo>
                    <a:pt x="433431" y="225491"/>
                  </a:lnTo>
                  <a:lnTo>
                    <a:pt x="434055" y="226254"/>
                  </a:lnTo>
                  <a:lnTo>
                    <a:pt x="433790" y="226287"/>
                  </a:lnTo>
                  <a:lnTo>
                    <a:pt x="433562" y="226312"/>
                  </a:lnTo>
                  <a:lnTo>
                    <a:pt x="432767" y="226826"/>
                  </a:lnTo>
                  <a:lnTo>
                    <a:pt x="432735" y="227140"/>
                  </a:lnTo>
                  <a:lnTo>
                    <a:pt x="432338" y="227636"/>
                  </a:lnTo>
                  <a:lnTo>
                    <a:pt x="432025" y="227977"/>
                  </a:lnTo>
                  <a:lnTo>
                    <a:pt x="431320" y="228741"/>
                  </a:lnTo>
                  <a:lnTo>
                    <a:pt x="430939" y="229120"/>
                  </a:lnTo>
                  <a:lnTo>
                    <a:pt x="430780" y="229049"/>
                  </a:lnTo>
                  <a:lnTo>
                    <a:pt x="430604" y="228959"/>
                  </a:lnTo>
                  <a:lnTo>
                    <a:pt x="430370" y="228853"/>
                  </a:lnTo>
                  <a:lnTo>
                    <a:pt x="429909" y="228706"/>
                  </a:lnTo>
                  <a:lnTo>
                    <a:pt x="429209" y="228974"/>
                  </a:lnTo>
                  <a:lnTo>
                    <a:pt x="428847" y="229132"/>
                  </a:lnTo>
                  <a:lnTo>
                    <a:pt x="428687" y="229176"/>
                  </a:lnTo>
                  <a:lnTo>
                    <a:pt x="428496" y="229269"/>
                  </a:lnTo>
                  <a:lnTo>
                    <a:pt x="428143" y="229599"/>
                  </a:lnTo>
                  <a:lnTo>
                    <a:pt x="427902" y="229794"/>
                  </a:lnTo>
                  <a:lnTo>
                    <a:pt x="427715" y="230168"/>
                  </a:lnTo>
                  <a:lnTo>
                    <a:pt x="427098" y="230592"/>
                  </a:lnTo>
                  <a:lnTo>
                    <a:pt x="426895" y="230621"/>
                  </a:lnTo>
                  <a:lnTo>
                    <a:pt x="426648" y="230602"/>
                  </a:lnTo>
                  <a:lnTo>
                    <a:pt x="426145" y="230802"/>
                  </a:lnTo>
                  <a:lnTo>
                    <a:pt x="425826" y="230879"/>
                  </a:lnTo>
                  <a:lnTo>
                    <a:pt x="424717" y="231119"/>
                  </a:lnTo>
                  <a:lnTo>
                    <a:pt x="424053" y="231111"/>
                  </a:lnTo>
                  <a:lnTo>
                    <a:pt x="423742" y="231605"/>
                  </a:lnTo>
                  <a:lnTo>
                    <a:pt x="424285" y="232155"/>
                  </a:lnTo>
                  <a:lnTo>
                    <a:pt x="424379" y="232377"/>
                  </a:lnTo>
                  <a:lnTo>
                    <a:pt x="424004" y="233346"/>
                  </a:lnTo>
                  <a:lnTo>
                    <a:pt x="423917" y="233580"/>
                  </a:lnTo>
                  <a:lnTo>
                    <a:pt x="423844" y="233844"/>
                  </a:lnTo>
                  <a:lnTo>
                    <a:pt x="423661" y="234222"/>
                  </a:lnTo>
                  <a:lnTo>
                    <a:pt x="423844" y="234826"/>
                  </a:lnTo>
                  <a:lnTo>
                    <a:pt x="424353" y="234901"/>
                  </a:lnTo>
                  <a:lnTo>
                    <a:pt x="424482" y="235641"/>
                  </a:lnTo>
                  <a:lnTo>
                    <a:pt x="424251" y="235766"/>
                  </a:lnTo>
                  <a:lnTo>
                    <a:pt x="423986" y="235896"/>
                  </a:lnTo>
                  <a:lnTo>
                    <a:pt x="423169" y="236245"/>
                  </a:lnTo>
                  <a:lnTo>
                    <a:pt x="423044" y="236381"/>
                  </a:lnTo>
                  <a:lnTo>
                    <a:pt x="422503" y="236761"/>
                  </a:lnTo>
                  <a:lnTo>
                    <a:pt x="422150" y="237003"/>
                  </a:lnTo>
                  <a:lnTo>
                    <a:pt x="422077" y="237644"/>
                  </a:lnTo>
                  <a:lnTo>
                    <a:pt x="422206" y="237702"/>
                  </a:lnTo>
                  <a:lnTo>
                    <a:pt x="422377" y="237786"/>
                  </a:lnTo>
                  <a:lnTo>
                    <a:pt x="422901" y="238300"/>
                  </a:lnTo>
                  <a:lnTo>
                    <a:pt x="422996" y="238512"/>
                  </a:lnTo>
                  <a:lnTo>
                    <a:pt x="423096" y="238823"/>
                  </a:lnTo>
                  <a:lnTo>
                    <a:pt x="423136" y="238957"/>
                  </a:lnTo>
                  <a:lnTo>
                    <a:pt x="423263" y="239256"/>
                  </a:lnTo>
                  <a:lnTo>
                    <a:pt x="423825" y="239916"/>
                  </a:lnTo>
                  <a:lnTo>
                    <a:pt x="424110" y="240516"/>
                  </a:lnTo>
                  <a:lnTo>
                    <a:pt x="424510" y="241431"/>
                  </a:lnTo>
                  <a:lnTo>
                    <a:pt x="425313" y="241997"/>
                  </a:lnTo>
                  <a:lnTo>
                    <a:pt x="426009" y="242135"/>
                  </a:lnTo>
                  <a:lnTo>
                    <a:pt x="426223" y="242069"/>
                  </a:lnTo>
                  <a:lnTo>
                    <a:pt x="426497" y="242016"/>
                  </a:lnTo>
                  <a:lnTo>
                    <a:pt x="427378" y="242689"/>
                  </a:lnTo>
                  <a:lnTo>
                    <a:pt x="427451" y="243638"/>
                  </a:lnTo>
                  <a:lnTo>
                    <a:pt x="427430" y="243982"/>
                  </a:lnTo>
                  <a:lnTo>
                    <a:pt x="427376" y="244361"/>
                  </a:lnTo>
                  <a:lnTo>
                    <a:pt x="427099" y="244822"/>
                  </a:lnTo>
                  <a:lnTo>
                    <a:pt x="427060" y="245199"/>
                  </a:lnTo>
                  <a:lnTo>
                    <a:pt x="427238" y="245570"/>
                  </a:lnTo>
                  <a:lnTo>
                    <a:pt x="427166" y="246005"/>
                  </a:lnTo>
                  <a:lnTo>
                    <a:pt x="427129" y="246160"/>
                  </a:lnTo>
                  <a:lnTo>
                    <a:pt x="426797" y="246604"/>
                  </a:lnTo>
                  <a:lnTo>
                    <a:pt x="426608" y="246655"/>
                  </a:lnTo>
                  <a:lnTo>
                    <a:pt x="426512" y="247061"/>
                  </a:lnTo>
                  <a:lnTo>
                    <a:pt x="426799" y="247358"/>
                  </a:lnTo>
                  <a:lnTo>
                    <a:pt x="426810" y="247577"/>
                  </a:lnTo>
                  <a:lnTo>
                    <a:pt x="426807" y="247883"/>
                  </a:lnTo>
                  <a:lnTo>
                    <a:pt x="426597" y="248464"/>
                  </a:lnTo>
                  <a:lnTo>
                    <a:pt x="426532" y="249114"/>
                  </a:lnTo>
                  <a:lnTo>
                    <a:pt x="426553" y="249309"/>
                  </a:lnTo>
                  <a:lnTo>
                    <a:pt x="426283" y="249727"/>
                  </a:lnTo>
                  <a:lnTo>
                    <a:pt x="426190" y="250096"/>
                  </a:lnTo>
                  <a:lnTo>
                    <a:pt x="426221" y="250430"/>
                  </a:lnTo>
                  <a:lnTo>
                    <a:pt x="426412" y="250785"/>
                  </a:lnTo>
                  <a:lnTo>
                    <a:pt x="426704" y="251117"/>
                  </a:lnTo>
                  <a:lnTo>
                    <a:pt x="426838" y="251182"/>
                  </a:lnTo>
                  <a:lnTo>
                    <a:pt x="427110" y="251373"/>
                  </a:lnTo>
                  <a:lnTo>
                    <a:pt x="426938" y="251983"/>
                  </a:lnTo>
                  <a:lnTo>
                    <a:pt x="427455" y="251934"/>
                  </a:lnTo>
                  <a:lnTo>
                    <a:pt x="428013" y="251966"/>
                  </a:lnTo>
                  <a:lnTo>
                    <a:pt x="428556" y="252377"/>
                  </a:lnTo>
                  <a:lnTo>
                    <a:pt x="428559" y="252525"/>
                  </a:lnTo>
                  <a:lnTo>
                    <a:pt x="429085" y="252498"/>
                  </a:lnTo>
                  <a:lnTo>
                    <a:pt x="429503" y="252330"/>
                  </a:lnTo>
                  <a:lnTo>
                    <a:pt x="429871" y="252282"/>
                  </a:lnTo>
                  <a:lnTo>
                    <a:pt x="430107" y="252229"/>
                  </a:lnTo>
                  <a:lnTo>
                    <a:pt x="430299" y="252238"/>
                  </a:lnTo>
                  <a:lnTo>
                    <a:pt x="430441" y="252132"/>
                  </a:lnTo>
                  <a:lnTo>
                    <a:pt x="430509" y="251902"/>
                  </a:lnTo>
                  <a:lnTo>
                    <a:pt x="431204" y="251655"/>
                  </a:lnTo>
                  <a:lnTo>
                    <a:pt x="431499" y="251475"/>
                  </a:lnTo>
                  <a:lnTo>
                    <a:pt x="431614" y="251313"/>
                  </a:lnTo>
                  <a:lnTo>
                    <a:pt x="431801" y="250876"/>
                  </a:lnTo>
                  <a:lnTo>
                    <a:pt x="432257" y="251062"/>
                  </a:lnTo>
                  <a:lnTo>
                    <a:pt x="432486" y="251190"/>
                  </a:lnTo>
                  <a:lnTo>
                    <a:pt x="432892" y="251428"/>
                  </a:lnTo>
                  <a:lnTo>
                    <a:pt x="433352" y="251599"/>
                  </a:lnTo>
                  <a:lnTo>
                    <a:pt x="433901" y="251108"/>
                  </a:lnTo>
                  <a:lnTo>
                    <a:pt x="434505" y="250980"/>
                  </a:lnTo>
                  <a:lnTo>
                    <a:pt x="434909" y="250752"/>
                  </a:lnTo>
                  <a:lnTo>
                    <a:pt x="435132" y="250836"/>
                  </a:lnTo>
                  <a:lnTo>
                    <a:pt x="435619" y="251062"/>
                  </a:lnTo>
                  <a:lnTo>
                    <a:pt x="436026" y="251925"/>
                  </a:lnTo>
                  <a:lnTo>
                    <a:pt x="436120" y="252209"/>
                  </a:lnTo>
                  <a:lnTo>
                    <a:pt x="436207" y="253047"/>
                  </a:lnTo>
                  <a:lnTo>
                    <a:pt x="436387" y="253067"/>
                  </a:lnTo>
                  <a:lnTo>
                    <a:pt x="436984" y="253313"/>
                  </a:lnTo>
                  <a:lnTo>
                    <a:pt x="437143" y="253851"/>
                  </a:lnTo>
                  <a:lnTo>
                    <a:pt x="437225" y="254059"/>
                  </a:lnTo>
                  <a:lnTo>
                    <a:pt x="437338" y="254283"/>
                  </a:lnTo>
                  <a:lnTo>
                    <a:pt x="437366" y="254444"/>
                  </a:lnTo>
                  <a:lnTo>
                    <a:pt x="437715" y="255237"/>
                  </a:lnTo>
                  <a:lnTo>
                    <a:pt x="438069" y="255399"/>
                  </a:lnTo>
                  <a:lnTo>
                    <a:pt x="436894" y="255928"/>
                  </a:lnTo>
                  <a:lnTo>
                    <a:pt x="436405" y="256253"/>
                  </a:lnTo>
                  <a:lnTo>
                    <a:pt x="436548" y="256643"/>
                  </a:lnTo>
                  <a:lnTo>
                    <a:pt x="436225" y="257093"/>
                  </a:lnTo>
                  <a:lnTo>
                    <a:pt x="436054" y="257201"/>
                  </a:lnTo>
                  <a:lnTo>
                    <a:pt x="435698" y="257645"/>
                  </a:lnTo>
                  <a:lnTo>
                    <a:pt x="435715" y="258249"/>
                  </a:lnTo>
                  <a:lnTo>
                    <a:pt x="435112" y="258546"/>
                  </a:lnTo>
                  <a:lnTo>
                    <a:pt x="434764" y="258442"/>
                  </a:lnTo>
                  <a:lnTo>
                    <a:pt x="434122" y="258447"/>
                  </a:lnTo>
                  <a:lnTo>
                    <a:pt x="434041" y="258736"/>
                  </a:lnTo>
                  <a:lnTo>
                    <a:pt x="433720" y="258758"/>
                  </a:lnTo>
                  <a:lnTo>
                    <a:pt x="433408" y="258807"/>
                  </a:lnTo>
                  <a:lnTo>
                    <a:pt x="433343" y="258992"/>
                  </a:lnTo>
                  <a:lnTo>
                    <a:pt x="433127" y="258990"/>
                  </a:lnTo>
                  <a:lnTo>
                    <a:pt x="432624" y="259430"/>
                  </a:lnTo>
                  <a:lnTo>
                    <a:pt x="432652" y="259607"/>
                  </a:lnTo>
                  <a:lnTo>
                    <a:pt x="432693" y="259976"/>
                  </a:lnTo>
                  <a:lnTo>
                    <a:pt x="432532" y="260100"/>
                  </a:lnTo>
                  <a:lnTo>
                    <a:pt x="432794" y="260671"/>
                  </a:lnTo>
                  <a:lnTo>
                    <a:pt x="432931" y="260976"/>
                  </a:lnTo>
                  <a:lnTo>
                    <a:pt x="432958" y="261323"/>
                  </a:lnTo>
                  <a:lnTo>
                    <a:pt x="432793" y="261834"/>
                  </a:lnTo>
                  <a:lnTo>
                    <a:pt x="433077" y="262708"/>
                  </a:lnTo>
                  <a:lnTo>
                    <a:pt x="433296" y="262961"/>
                  </a:lnTo>
                  <a:lnTo>
                    <a:pt x="433677" y="263096"/>
                  </a:lnTo>
                  <a:lnTo>
                    <a:pt x="433961" y="263098"/>
                  </a:lnTo>
                  <a:lnTo>
                    <a:pt x="434232" y="263151"/>
                  </a:lnTo>
                  <a:lnTo>
                    <a:pt x="434513" y="263088"/>
                  </a:lnTo>
                  <a:lnTo>
                    <a:pt x="434953" y="263458"/>
                  </a:lnTo>
                  <a:lnTo>
                    <a:pt x="435350" y="263672"/>
                  </a:lnTo>
                  <a:lnTo>
                    <a:pt x="435269" y="263890"/>
                  </a:lnTo>
                  <a:lnTo>
                    <a:pt x="434909" y="264823"/>
                  </a:lnTo>
                  <a:lnTo>
                    <a:pt x="434774" y="264885"/>
                  </a:lnTo>
                  <a:lnTo>
                    <a:pt x="434534" y="265078"/>
                  </a:lnTo>
                  <a:lnTo>
                    <a:pt x="434549" y="265933"/>
                  </a:lnTo>
                  <a:lnTo>
                    <a:pt x="435169" y="266365"/>
                  </a:lnTo>
                  <a:lnTo>
                    <a:pt x="435291" y="266502"/>
                  </a:lnTo>
                  <a:lnTo>
                    <a:pt x="435557" y="266734"/>
                  </a:lnTo>
                  <a:lnTo>
                    <a:pt x="436168" y="268309"/>
                  </a:lnTo>
                  <a:lnTo>
                    <a:pt x="435976" y="268774"/>
                  </a:lnTo>
                  <a:lnTo>
                    <a:pt x="435870" y="269109"/>
                  </a:lnTo>
                  <a:lnTo>
                    <a:pt x="435924" y="269382"/>
                  </a:lnTo>
                  <a:lnTo>
                    <a:pt x="436024" y="270571"/>
                  </a:lnTo>
                  <a:lnTo>
                    <a:pt x="436190" y="272021"/>
                  </a:lnTo>
                  <a:lnTo>
                    <a:pt x="436095" y="272785"/>
                  </a:lnTo>
                  <a:lnTo>
                    <a:pt x="435800" y="273006"/>
                  </a:lnTo>
                  <a:lnTo>
                    <a:pt x="435737" y="273183"/>
                  </a:lnTo>
                  <a:lnTo>
                    <a:pt x="435712" y="273422"/>
                  </a:lnTo>
                  <a:lnTo>
                    <a:pt x="435558" y="273603"/>
                  </a:lnTo>
                  <a:lnTo>
                    <a:pt x="435576" y="274026"/>
                  </a:lnTo>
                  <a:lnTo>
                    <a:pt x="436216" y="274217"/>
                  </a:lnTo>
                  <a:lnTo>
                    <a:pt x="436370" y="274278"/>
                  </a:lnTo>
                  <a:lnTo>
                    <a:pt x="436238" y="275031"/>
                  </a:lnTo>
                  <a:lnTo>
                    <a:pt x="436384" y="275201"/>
                  </a:lnTo>
                  <a:lnTo>
                    <a:pt x="436667" y="275401"/>
                  </a:lnTo>
                  <a:lnTo>
                    <a:pt x="437205" y="275452"/>
                  </a:lnTo>
                  <a:lnTo>
                    <a:pt x="437806" y="275506"/>
                  </a:lnTo>
                  <a:lnTo>
                    <a:pt x="438184" y="276114"/>
                  </a:lnTo>
                  <a:lnTo>
                    <a:pt x="438140" y="276631"/>
                  </a:lnTo>
                  <a:lnTo>
                    <a:pt x="437648" y="277170"/>
                  </a:lnTo>
                  <a:lnTo>
                    <a:pt x="436934" y="277810"/>
                  </a:lnTo>
                  <a:lnTo>
                    <a:pt x="436762" y="277947"/>
                  </a:lnTo>
                  <a:lnTo>
                    <a:pt x="436374" y="278280"/>
                  </a:lnTo>
                  <a:lnTo>
                    <a:pt x="436443" y="278550"/>
                  </a:lnTo>
                  <a:lnTo>
                    <a:pt x="436721" y="279201"/>
                  </a:lnTo>
                  <a:lnTo>
                    <a:pt x="436715" y="280053"/>
                  </a:lnTo>
                  <a:lnTo>
                    <a:pt x="436650" y="280389"/>
                  </a:lnTo>
                  <a:lnTo>
                    <a:pt x="436567" y="280771"/>
                  </a:lnTo>
                  <a:lnTo>
                    <a:pt x="436337" y="281089"/>
                  </a:lnTo>
                  <a:lnTo>
                    <a:pt x="436238" y="281352"/>
                  </a:lnTo>
                  <a:lnTo>
                    <a:pt x="436326" y="281831"/>
                  </a:lnTo>
                  <a:lnTo>
                    <a:pt x="436223" y="282293"/>
                  </a:lnTo>
                  <a:lnTo>
                    <a:pt x="435997" y="282423"/>
                  </a:lnTo>
                  <a:lnTo>
                    <a:pt x="435606" y="282964"/>
                  </a:lnTo>
                  <a:lnTo>
                    <a:pt x="435913" y="283188"/>
                  </a:lnTo>
                  <a:lnTo>
                    <a:pt x="436115" y="283478"/>
                  </a:lnTo>
                  <a:lnTo>
                    <a:pt x="435926" y="283821"/>
                  </a:lnTo>
                  <a:lnTo>
                    <a:pt x="435471" y="284151"/>
                  </a:lnTo>
                  <a:lnTo>
                    <a:pt x="434933" y="284541"/>
                  </a:lnTo>
                  <a:lnTo>
                    <a:pt x="434621" y="284527"/>
                  </a:lnTo>
                  <a:lnTo>
                    <a:pt x="434358" y="284461"/>
                  </a:lnTo>
                  <a:lnTo>
                    <a:pt x="433613" y="285019"/>
                  </a:lnTo>
                  <a:lnTo>
                    <a:pt x="433715" y="285398"/>
                  </a:lnTo>
                  <a:lnTo>
                    <a:pt x="433733" y="285540"/>
                  </a:lnTo>
                  <a:lnTo>
                    <a:pt x="433627" y="285757"/>
                  </a:lnTo>
                  <a:lnTo>
                    <a:pt x="432997" y="285545"/>
                  </a:lnTo>
                  <a:lnTo>
                    <a:pt x="432844" y="285542"/>
                  </a:lnTo>
                  <a:lnTo>
                    <a:pt x="431341" y="285463"/>
                  </a:lnTo>
                  <a:lnTo>
                    <a:pt x="431243" y="285700"/>
                  </a:lnTo>
                  <a:lnTo>
                    <a:pt x="431112" y="286036"/>
                  </a:lnTo>
                  <a:lnTo>
                    <a:pt x="430610" y="286638"/>
                  </a:lnTo>
                  <a:lnTo>
                    <a:pt x="429817" y="287034"/>
                  </a:lnTo>
                  <a:lnTo>
                    <a:pt x="429839" y="287198"/>
                  </a:lnTo>
                  <a:lnTo>
                    <a:pt x="429721" y="287366"/>
                  </a:lnTo>
                  <a:lnTo>
                    <a:pt x="429724" y="287752"/>
                  </a:lnTo>
                  <a:lnTo>
                    <a:pt x="429252" y="288844"/>
                  </a:lnTo>
                  <a:lnTo>
                    <a:pt x="429039" y="289029"/>
                  </a:lnTo>
                  <a:lnTo>
                    <a:pt x="429750" y="290070"/>
                  </a:lnTo>
                  <a:lnTo>
                    <a:pt x="430590" y="291027"/>
                  </a:lnTo>
                  <a:lnTo>
                    <a:pt x="430884" y="292014"/>
                  </a:lnTo>
                  <a:lnTo>
                    <a:pt x="430982" y="292153"/>
                  </a:lnTo>
                  <a:lnTo>
                    <a:pt x="431079" y="292549"/>
                  </a:lnTo>
                  <a:lnTo>
                    <a:pt x="431042" y="292715"/>
                  </a:lnTo>
                  <a:lnTo>
                    <a:pt x="431026" y="292962"/>
                  </a:lnTo>
                  <a:lnTo>
                    <a:pt x="431481" y="292906"/>
                  </a:lnTo>
                  <a:lnTo>
                    <a:pt x="431879" y="293113"/>
                  </a:lnTo>
                  <a:lnTo>
                    <a:pt x="432240" y="293451"/>
                  </a:lnTo>
                  <a:lnTo>
                    <a:pt x="432482" y="294083"/>
                  </a:lnTo>
                  <a:lnTo>
                    <a:pt x="432774" y="294363"/>
                  </a:lnTo>
                  <a:lnTo>
                    <a:pt x="433158" y="294820"/>
                  </a:lnTo>
                  <a:lnTo>
                    <a:pt x="433613" y="294980"/>
                  </a:lnTo>
                  <a:lnTo>
                    <a:pt x="433795" y="294996"/>
                  </a:lnTo>
                  <a:lnTo>
                    <a:pt x="434124" y="295846"/>
                  </a:lnTo>
                  <a:lnTo>
                    <a:pt x="434647" y="296154"/>
                  </a:lnTo>
                  <a:lnTo>
                    <a:pt x="434845" y="296619"/>
                  </a:lnTo>
                  <a:lnTo>
                    <a:pt x="435263" y="297091"/>
                  </a:lnTo>
                  <a:lnTo>
                    <a:pt x="435949" y="297145"/>
                  </a:lnTo>
                  <a:lnTo>
                    <a:pt x="436133" y="297059"/>
                  </a:lnTo>
                  <a:lnTo>
                    <a:pt x="436354" y="296952"/>
                  </a:lnTo>
                  <a:lnTo>
                    <a:pt x="436740" y="296870"/>
                  </a:lnTo>
                  <a:lnTo>
                    <a:pt x="436875" y="296879"/>
                  </a:lnTo>
                  <a:lnTo>
                    <a:pt x="437371" y="297198"/>
                  </a:lnTo>
                  <a:lnTo>
                    <a:pt x="437772" y="297766"/>
                  </a:lnTo>
                  <a:lnTo>
                    <a:pt x="438178" y="298354"/>
                  </a:lnTo>
                  <a:lnTo>
                    <a:pt x="439095" y="298899"/>
                  </a:lnTo>
                  <a:lnTo>
                    <a:pt x="439200" y="299209"/>
                  </a:lnTo>
                  <a:lnTo>
                    <a:pt x="439342" y="299555"/>
                  </a:lnTo>
                  <a:lnTo>
                    <a:pt x="439758" y="299488"/>
                  </a:lnTo>
                  <a:lnTo>
                    <a:pt x="440495" y="299553"/>
                  </a:lnTo>
                  <a:lnTo>
                    <a:pt x="440589" y="300038"/>
                  </a:lnTo>
                  <a:lnTo>
                    <a:pt x="440177" y="300734"/>
                  </a:lnTo>
                  <a:lnTo>
                    <a:pt x="440114" y="300894"/>
                  </a:lnTo>
                  <a:lnTo>
                    <a:pt x="440049" y="301033"/>
                  </a:lnTo>
                  <a:lnTo>
                    <a:pt x="439851" y="301343"/>
                  </a:lnTo>
                  <a:lnTo>
                    <a:pt x="439627" y="301506"/>
                  </a:lnTo>
                  <a:lnTo>
                    <a:pt x="439395" y="301829"/>
                  </a:lnTo>
                  <a:lnTo>
                    <a:pt x="439474" y="302001"/>
                  </a:lnTo>
                  <a:lnTo>
                    <a:pt x="439537" y="302311"/>
                  </a:lnTo>
                  <a:lnTo>
                    <a:pt x="439530" y="302545"/>
                  </a:lnTo>
                  <a:lnTo>
                    <a:pt x="439658" y="302544"/>
                  </a:lnTo>
                  <a:lnTo>
                    <a:pt x="439839" y="302522"/>
                  </a:lnTo>
                  <a:lnTo>
                    <a:pt x="439976" y="302469"/>
                  </a:lnTo>
                  <a:lnTo>
                    <a:pt x="440419" y="302425"/>
                  </a:lnTo>
                  <a:lnTo>
                    <a:pt x="440931" y="302538"/>
                  </a:lnTo>
                  <a:lnTo>
                    <a:pt x="441169" y="302666"/>
                  </a:lnTo>
                  <a:lnTo>
                    <a:pt x="441568" y="302831"/>
                  </a:lnTo>
                  <a:lnTo>
                    <a:pt x="442575" y="304025"/>
                  </a:lnTo>
                  <a:lnTo>
                    <a:pt x="442589" y="304166"/>
                  </a:lnTo>
                  <a:lnTo>
                    <a:pt x="442812" y="304319"/>
                  </a:lnTo>
                  <a:lnTo>
                    <a:pt x="443263" y="304528"/>
                  </a:lnTo>
                  <a:lnTo>
                    <a:pt x="443052" y="305274"/>
                  </a:lnTo>
                  <a:lnTo>
                    <a:pt x="442900" y="305727"/>
                  </a:lnTo>
                  <a:lnTo>
                    <a:pt x="443185" y="306273"/>
                  </a:lnTo>
                  <a:lnTo>
                    <a:pt x="442727" y="306917"/>
                  </a:lnTo>
                  <a:lnTo>
                    <a:pt x="442607" y="307428"/>
                  </a:lnTo>
                  <a:lnTo>
                    <a:pt x="442653" y="307645"/>
                  </a:lnTo>
                  <a:lnTo>
                    <a:pt x="442550" y="308238"/>
                  </a:lnTo>
                  <a:lnTo>
                    <a:pt x="442636" y="308439"/>
                  </a:lnTo>
                  <a:lnTo>
                    <a:pt x="442736" y="308673"/>
                  </a:lnTo>
                  <a:lnTo>
                    <a:pt x="442717" y="308882"/>
                  </a:lnTo>
                  <a:lnTo>
                    <a:pt x="442697" y="309047"/>
                  </a:lnTo>
                  <a:lnTo>
                    <a:pt x="442662" y="309275"/>
                  </a:lnTo>
                  <a:lnTo>
                    <a:pt x="442819" y="309461"/>
                  </a:lnTo>
                  <a:lnTo>
                    <a:pt x="443040" y="309637"/>
                  </a:lnTo>
                  <a:lnTo>
                    <a:pt x="443929" y="310858"/>
                  </a:lnTo>
                  <a:lnTo>
                    <a:pt x="446503" y="312817"/>
                  </a:lnTo>
                  <a:lnTo>
                    <a:pt x="446515" y="313117"/>
                  </a:lnTo>
                  <a:lnTo>
                    <a:pt x="446653" y="313518"/>
                  </a:lnTo>
                  <a:lnTo>
                    <a:pt x="446545" y="313809"/>
                  </a:lnTo>
                  <a:lnTo>
                    <a:pt x="452658" y="316410"/>
                  </a:lnTo>
                  <a:lnTo>
                    <a:pt x="452925" y="316803"/>
                  </a:lnTo>
                  <a:lnTo>
                    <a:pt x="453256" y="317281"/>
                  </a:lnTo>
                  <a:lnTo>
                    <a:pt x="453404" y="317505"/>
                  </a:lnTo>
                  <a:lnTo>
                    <a:pt x="453595" y="317789"/>
                  </a:lnTo>
                  <a:lnTo>
                    <a:pt x="453782" y="318068"/>
                  </a:lnTo>
                  <a:lnTo>
                    <a:pt x="453895" y="318240"/>
                  </a:lnTo>
                  <a:lnTo>
                    <a:pt x="454121" y="318569"/>
                  </a:lnTo>
                  <a:lnTo>
                    <a:pt x="454385" y="318959"/>
                  </a:lnTo>
                  <a:lnTo>
                    <a:pt x="454670" y="319382"/>
                  </a:lnTo>
                  <a:lnTo>
                    <a:pt x="454904" y="319738"/>
                  </a:lnTo>
                  <a:lnTo>
                    <a:pt x="455001" y="319883"/>
                  </a:lnTo>
                  <a:lnTo>
                    <a:pt x="455576" y="320774"/>
                  </a:lnTo>
                  <a:lnTo>
                    <a:pt x="457257" y="322900"/>
                  </a:lnTo>
                  <a:lnTo>
                    <a:pt x="458941" y="323515"/>
                  </a:lnTo>
                  <a:lnTo>
                    <a:pt x="459183" y="323496"/>
                  </a:lnTo>
                  <a:lnTo>
                    <a:pt x="459427" y="323476"/>
                  </a:lnTo>
                  <a:lnTo>
                    <a:pt x="460146" y="323414"/>
                  </a:lnTo>
                  <a:lnTo>
                    <a:pt x="460558" y="323379"/>
                  </a:lnTo>
                  <a:lnTo>
                    <a:pt x="460834" y="323357"/>
                  </a:lnTo>
                  <a:lnTo>
                    <a:pt x="461170" y="323330"/>
                  </a:lnTo>
                  <a:lnTo>
                    <a:pt x="461338" y="323315"/>
                  </a:lnTo>
                  <a:lnTo>
                    <a:pt x="464908" y="325123"/>
                  </a:lnTo>
                  <a:lnTo>
                    <a:pt x="465136" y="325316"/>
                  </a:lnTo>
                  <a:lnTo>
                    <a:pt x="465386" y="325521"/>
                  </a:lnTo>
                  <a:lnTo>
                    <a:pt x="465620" y="325663"/>
                  </a:lnTo>
                  <a:lnTo>
                    <a:pt x="465882" y="325753"/>
                  </a:lnTo>
                  <a:lnTo>
                    <a:pt x="466141" y="325860"/>
                  </a:lnTo>
                  <a:lnTo>
                    <a:pt x="466493" y="326083"/>
                  </a:lnTo>
                  <a:lnTo>
                    <a:pt x="466810" y="326495"/>
                  </a:lnTo>
                  <a:lnTo>
                    <a:pt x="467260" y="326890"/>
                  </a:lnTo>
                  <a:lnTo>
                    <a:pt x="467356" y="327079"/>
                  </a:lnTo>
                  <a:lnTo>
                    <a:pt x="467486" y="327168"/>
                  </a:lnTo>
                  <a:lnTo>
                    <a:pt x="467828" y="327271"/>
                  </a:lnTo>
                  <a:lnTo>
                    <a:pt x="468397" y="327788"/>
                  </a:lnTo>
                  <a:lnTo>
                    <a:pt x="468620" y="327922"/>
                  </a:lnTo>
                  <a:lnTo>
                    <a:pt x="469239" y="328272"/>
                  </a:lnTo>
                  <a:lnTo>
                    <a:pt x="469711" y="328455"/>
                  </a:lnTo>
                  <a:lnTo>
                    <a:pt x="469982" y="328615"/>
                  </a:lnTo>
                  <a:lnTo>
                    <a:pt x="470080" y="328775"/>
                  </a:lnTo>
                  <a:lnTo>
                    <a:pt x="470272" y="328961"/>
                  </a:lnTo>
                  <a:lnTo>
                    <a:pt x="470464" y="328906"/>
                  </a:lnTo>
                  <a:lnTo>
                    <a:pt x="470856" y="328854"/>
                  </a:lnTo>
                  <a:lnTo>
                    <a:pt x="471225" y="328883"/>
                  </a:lnTo>
                  <a:lnTo>
                    <a:pt x="471534" y="328787"/>
                  </a:lnTo>
                  <a:lnTo>
                    <a:pt x="471779" y="328668"/>
                  </a:lnTo>
                  <a:lnTo>
                    <a:pt x="471999" y="328684"/>
                  </a:lnTo>
                  <a:lnTo>
                    <a:pt x="472610" y="328950"/>
                  </a:lnTo>
                  <a:lnTo>
                    <a:pt x="472742" y="329053"/>
                  </a:lnTo>
                  <a:lnTo>
                    <a:pt x="472953" y="329314"/>
                  </a:lnTo>
                  <a:lnTo>
                    <a:pt x="473817" y="329794"/>
                  </a:lnTo>
                  <a:lnTo>
                    <a:pt x="473976" y="329880"/>
                  </a:lnTo>
                  <a:lnTo>
                    <a:pt x="474196" y="329916"/>
                  </a:lnTo>
                  <a:lnTo>
                    <a:pt x="474426" y="329813"/>
                  </a:lnTo>
                  <a:lnTo>
                    <a:pt x="474794" y="329780"/>
                  </a:lnTo>
                  <a:lnTo>
                    <a:pt x="475151" y="329852"/>
                  </a:lnTo>
                  <a:lnTo>
                    <a:pt x="475812" y="330030"/>
                  </a:lnTo>
                  <a:lnTo>
                    <a:pt x="476728" y="329692"/>
                  </a:lnTo>
                  <a:lnTo>
                    <a:pt x="477267" y="329842"/>
                  </a:lnTo>
                  <a:lnTo>
                    <a:pt x="477301" y="329975"/>
                  </a:lnTo>
                  <a:lnTo>
                    <a:pt x="477345" y="330148"/>
                  </a:lnTo>
                  <a:lnTo>
                    <a:pt x="486000" y="331031"/>
                  </a:lnTo>
                  <a:lnTo>
                    <a:pt x="487408" y="331764"/>
                  </a:lnTo>
                  <a:lnTo>
                    <a:pt x="487400" y="331398"/>
                  </a:lnTo>
                  <a:lnTo>
                    <a:pt x="487440" y="331267"/>
                  </a:lnTo>
                  <a:lnTo>
                    <a:pt x="487989" y="330122"/>
                  </a:lnTo>
                  <a:lnTo>
                    <a:pt x="488738" y="330214"/>
                  </a:lnTo>
                  <a:lnTo>
                    <a:pt x="494087" y="330209"/>
                  </a:lnTo>
                  <a:lnTo>
                    <a:pt x="494478" y="330225"/>
                  </a:lnTo>
                  <a:lnTo>
                    <a:pt x="496609" y="330772"/>
                  </a:lnTo>
                  <a:lnTo>
                    <a:pt x="497300" y="331303"/>
                  </a:lnTo>
                  <a:lnTo>
                    <a:pt x="497717" y="331307"/>
                  </a:lnTo>
                  <a:lnTo>
                    <a:pt x="501261" y="330485"/>
                  </a:lnTo>
                  <a:lnTo>
                    <a:pt x="502437" y="330564"/>
                  </a:lnTo>
                  <a:lnTo>
                    <a:pt x="503199" y="331260"/>
                  </a:lnTo>
                  <a:lnTo>
                    <a:pt x="503117" y="331863"/>
                  </a:lnTo>
                  <a:lnTo>
                    <a:pt x="503509" y="332557"/>
                  </a:lnTo>
                  <a:lnTo>
                    <a:pt x="503612" y="332749"/>
                  </a:lnTo>
                  <a:lnTo>
                    <a:pt x="503766" y="332784"/>
                  </a:lnTo>
                  <a:lnTo>
                    <a:pt x="504033" y="332870"/>
                  </a:lnTo>
                  <a:lnTo>
                    <a:pt x="504392" y="333274"/>
                  </a:lnTo>
                  <a:lnTo>
                    <a:pt x="504708" y="333354"/>
                  </a:lnTo>
                  <a:lnTo>
                    <a:pt x="505613" y="333683"/>
                  </a:lnTo>
                  <a:lnTo>
                    <a:pt x="505980" y="333842"/>
                  </a:lnTo>
                  <a:lnTo>
                    <a:pt x="506644" y="334277"/>
                  </a:lnTo>
                  <a:lnTo>
                    <a:pt x="506945" y="334360"/>
                  </a:lnTo>
                  <a:lnTo>
                    <a:pt x="507401" y="334449"/>
                  </a:lnTo>
                  <a:lnTo>
                    <a:pt x="507428" y="334815"/>
                  </a:lnTo>
                  <a:lnTo>
                    <a:pt x="507503" y="334953"/>
                  </a:lnTo>
                  <a:lnTo>
                    <a:pt x="507772" y="335107"/>
                  </a:lnTo>
                  <a:lnTo>
                    <a:pt x="508003" y="335291"/>
                  </a:lnTo>
                  <a:lnTo>
                    <a:pt x="508291" y="335412"/>
                  </a:lnTo>
                  <a:lnTo>
                    <a:pt x="508846" y="335499"/>
                  </a:lnTo>
                  <a:lnTo>
                    <a:pt x="509057" y="335532"/>
                  </a:lnTo>
                  <a:lnTo>
                    <a:pt x="509383" y="335730"/>
                  </a:lnTo>
                  <a:lnTo>
                    <a:pt x="509697" y="335796"/>
                  </a:lnTo>
                  <a:lnTo>
                    <a:pt x="509985" y="336218"/>
                  </a:lnTo>
                  <a:lnTo>
                    <a:pt x="511301" y="336761"/>
                  </a:lnTo>
                  <a:lnTo>
                    <a:pt x="511523" y="336927"/>
                  </a:lnTo>
                  <a:lnTo>
                    <a:pt x="511675" y="337080"/>
                  </a:lnTo>
                  <a:lnTo>
                    <a:pt x="511941" y="337321"/>
                  </a:lnTo>
                  <a:lnTo>
                    <a:pt x="512639" y="337171"/>
                  </a:lnTo>
                  <a:lnTo>
                    <a:pt x="513241" y="336988"/>
                  </a:lnTo>
                  <a:lnTo>
                    <a:pt x="514122" y="337316"/>
                  </a:lnTo>
                  <a:lnTo>
                    <a:pt x="514176" y="337481"/>
                  </a:lnTo>
                  <a:lnTo>
                    <a:pt x="514384" y="337808"/>
                  </a:lnTo>
                  <a:lnTo>
                    <a:pt x="514459" y="338115"/>
                  </a:lnTo>
                  <a:lnTo>
                    <a:pt x="514894" y="338562"/>
                  </a:lnTo>
                  <a:lnTo>
                    <a:pt x="514960" y="339189"/>
                  </a:lnTo>
                  <a:lnTo>
                    <a:pt x="515358" y="339092"/>
                  </a:lnTo>
                  <a:lnTo>
                    <a:pt x="516277" y="339017"/>
                  </a:lnTo>
                  <a:lnTo>
                    <a:pt x="516381" y="339194"/>
                  </a:lnTo>
                  <a:lnTo>
                    <a:pt x="516481" y="340125"/>
                  </a:lnTo>
                  <a:lnTo>
                    <a:pt x="516557" y="340276"/>
                  </a:lnTo>
                  <a:lnTo>
                    <a:pt x="517087" y="340442"/>
                  </a:lnTo>
                  <a:lnTo>
                    <a:pt x="517428" y="340734"/>
                  </a:lnTo>
                  <a:lnTo>
                    <a:pt x="517887" y="341740"/>
                  </a:lnTo>
                  <a:lnTo>
                    <a:pt x="518405" y="342449"/>
                  </a:lnTo>
                  <a:lnTo>
                    <a:pt x="518892" y="342780"/>
                  </a:lnTo>
                  <a:lnTo>
                    <a:pt x="519496" y="342688"/>
                  </a:lnTo>
                  <a:lnTo>
                    <a:pt x="519600" y="342551"/>
                  </a:lnTo>
                  <a:lnTo>
                    <a:pt x="519780" y="342600"/>
                  </a:lnTo>
                  <a:lnTo>
                    <a:pt x="520316" y="342118"/>
                  </a:lnTo>
                  <a:lnTo>
                    <a:pt x="520949" y="342382"/>
                  </a:lnTo>
                  <a:lnTo>
                    <a:pt x="521267" y="342367"/>
                  </a:lnTo>
                  <a:lnTo>
                    <a:pt x="521479" y="342317"/>
                  </a:lnTo>
                  <a:lnTo>
                    <a:pt x="521296" y="341658"/>
                  </a:lnTo>
                  <a:lnTo>
                    <a:pt x="521538" y="341283"/>
                  </a:lnTo>
                  <a:lnTo>
                    <a:pt x="521889" y="341005"/>
                  </a:lnTo>
                  <a:lnTo>
                    <a:pt x="522448" y="341141"/>
                  </a:lnTo>
                  <a:lnTo>
                    <a:pt x="522606" y="341083"/>
                  </a:lnTo>
                  <a:lnTo>
                    <a:pt x="522865" y="341009"/>
                  </a:lnTo>
                  <a:lnTo>
                    <a:pt x="523189" y="341081"/>
                  </a:lnTo>
                  <a:lnTo>
                    <a:pt x="523415" y="341111"/>
                  </a:lnTo>
                  <a:lnTo>
                    <a:pt x="523732" y="341139"/>
                  </a:lnTo>
                  <a:lnTo>
                    <a:pt x="523996" y="341133"/>
                  </a:lnTo>
                  <a:lnTo>
                    <a:pt x="524309" y="341069"/>
                  </a:lnTo>
                  <a:lnTo>
                    <a:pt x="525016" y="340289"/>
                  </a:lnTo>
                  <a:lnTo>
                    <a:pt x="525213" y="340249"/>
                  </a:lnTo>
                  <a:lnTo>
                    <a:pt x="525385" y="340136"/>
                  </a:lnTo>
                  <a:lnTo>
                    <a:pt x="526152" y="340378"/>
                  </a:lnTo>
                  <a:lnTo>
                    <a:pt x="526403" y="340540"/>
                  </a:lnTo>
                  <a:lnTo>
                    <a:pt x="526547" y="340526"/>
                  </a:lnTo>
                  <a:lnTo>
                    <a:pt x="527089" y="340658"/>
                  </a:lnTo>
                  <a:lnTo>
                    <a:pt x="527247" y="340681"/>
                  </a:lnTo>
                  <a:lnTo>
                    <a:pt x="527624" y="340728"/>
                  </a:lnTo>
                  <a:lnTo>
                    <a:pt x="528515" y="341357"/>
                  </a:lnTo>
                  <a:lnTo>
                    <a:pt x="528783" y="341591"/>
                  </a:lnTo>
                  <a:lnTo>
                    <a:pt x="529217" y="341861"/>
                  </a:lnTo>
                  <a:lnTo>
                    <a:pt x="529234" y="342045"/>
                  </a:lnTo>
                  <a:lnTo>
                    <a:pt x="529176" y="342199"/>
                  </a:lnTo>
                  <a:lnTo>
                    <a:pt x="529133" y="342333"/>
                  </a:lnTo>
                  <a:lnTo>
                    <a:pt x="528869" y="342776"/>
                  </a:lnTo>
                  <a:lnTo>
                    <a:pt x="528588" y="342957"/>
                  </a:lnTo>
                  <a:lnTo>
                    <a:pt x="527849" y="343575"/>
                  </a:lnTo>
                  <a:lnTo>
                    <a:pt x="528309" y="343966"/>
                  </a:lnTo>
                  <a:lnTo>
                    <a:pt x="528536" y="344344"/>
                  </a:lnTo>
                  <a:lnTo>
                    <a:pt x="528322" y="344876"/>
                  </a:lnTo>
                  <a:lnTo>
                    <a:pt x="528315" y="345035"/>
                  </a:lnTo>
                  <a:lnTo>
                    <a:pt x="528226" y="345375"/>
                  </a:lnTo>
                  <a:lnTo>
                    <a:pt x="528115" y="345801"/>
                  </a:lnTo>
                  <a:lnTo>
                    <a:pt x="528441" y="345938"/>
                  </a:lnTo>
                  <a:lnTo>
                    <a:pt x="528546" y="346139"/>
                  </a:lnTo>
                  <a:lnTo>
                    <a:pt x="528861" y="346574"/>
                  </a:lnTo>
                  <a:lnTo>
                    <a:pt x="529108" y="346519"/>
                  </a:lnTo>
                  <a:lnTo>
                    <a:pt x="529422" y="346498"/>
                  </a:lnTo>
                  <a:lnTo>
                    <a:pt x="529642" y="346727"/>
                  </a:lnTo>
                  <a:lnTo>
                    <a:pt x="529852" y="346829"/>
                  </a:lnTo>
                  <a:lnTo>
                    <a:pt x="530200" y="347085"/>
                  </a:lnTo>
                  <a:lnTo>
                    <a:pt x="530447" y="347065"/>
                  </a:lnTo>
                  <a:lnTo>
                    <a:pt x="530969" y="346795"/>
                  </a:lnTo>
                  <a:lnTo>
                    <a:pt x="531386" y="346717"/>
                  </a:lnTo>
                  <a:lnTo>
                    <a:pt x="532001" y="345820"/>
                  </a:lnTo>
                  <a:lnTo>
                    <a:pt x="532313" y="345784"/>
                  </a:lnTo>
                  <a:lnTo>
                    <a:pt x="532888" y="345871"/>
                  </a:lnTo>
                  <a:lnTo>
                    <a:pt x="533494" y="346350"/>
                  </a:lnTo>
                  <a:lnTo>
                    <a:pt x="534045" y="346213"/>
                  </a:lnTo>
                  <a:lnTo>
                    <a:pt x="534057" y="345630"/>
                  </a:lnTo>
                  <a:lnTo>
                    <a:pt x="534084" y="345314"/>
                  </a:lnTo>
                  <a:lnTo>
                    <a:pt x="534643" y="345459"/>
                  </a:lnTo>
                  <a:lnTo>
                    <a:pt x="535089" y="345690"/>
                  </a:lnTo>
                  <a:lnTo>
                    <a:pt x="535342" y="345773"/>
                  </a:lnTo>
                  <a:lnTo>
                    <a:pt x="535658" y="345852"/>
                  </a:lnTo>
                  <a:lnTo>
                    <a:pt x="536037" y="345975"/>
                  </a:lnTo>
                  <a:lnTo>
                    <a:pt x="536426" y="345767"/>
                  </a:lnTo>
                  <a:lnTo>
                    <a:pt x="536678" y="345607"/>
                  </a:lnTo>
                  <a:lnTo>
                    <a:pt x="537102" y="345375"/>
                  </a:lnTo>
                  <a:lnTo>
                    <a:pt x="537396" y="345356"/>
                  </a:lnTo>
                  <a:lnTo>
                    <a:pt x="538393" y="345749"/>
                  </a:lnTo>
                  <a:lnTo>
                    <a:pt x="538666" y="345868"/>
                  </a:lnTo>
                  <a:lnTo>
                    <a:pt x="539316" y="346145"/>
                  </a:lnTo>
                  <a:lnTo>
                    <a:pt x="539913" y="346051"/>
                  </a:lnTo>
                  <a:lnTo>
                    <a:pt x="540622" y="346589"/>
                  </a:lnTo>
                  <a:lnTo>
                    <a:pt x="540980" y="346490"/>
                  </a:lnTo>
                  <a:lnTo>
                    <a:pt x="541725" y="346737"/>
                  </a:lnTo>
                  <a:lnTo>
                    <a:pt x="542029" y="346680"/>
                  </a:lnTo>
                  <a:lnTo>
                    <a:pt x="543562" y="346431"/>
                  </a:lnTo>
                  <a:lnTo>
                    <a:pt x="544375" y="346665"/>
                  </a:lnTo>
                  <a:lnTo>
                    <a:pt x="544593" y="346666"/>
                  </a:lnTo>
                  <a:lnTo>
                    <a:pt x="544664" y="347024"/>
                  </a:lnTo>
                  <a:lnTo>
                    <a:pt x="545167" y="347135"/>
                  </a:lnTo>
                  <a:lnTo>
                    <a:pt x="545474" y="347133"/>
                  </a:lnTo>
                  <a:lnTo>
                    <a:pt x="545789" y="346904"/>
                  </a:lnTo>
                  <a:lnTo>
                    <a:pt x="546085" y="346736"/>
                  </a:lnTo>
                  <a:lnTo>
                    <a:pt x="546241" y="346542"/>
                  </a:lnTo>
                  <a:lnTo>
                    <a:pt x="546481" y="346090"/>
                  </a:lnTo>
                  <a:lnTo>
                    <a:pt x="546528" y="345924"/>
                  </a:lnTo>
                  <a:lnTo>
                    <a:pt x="546574" y="345684"/>
                  </a:lnTo>
                  <a:lnTo>
                    <a:pt x="546605" y="345422"/>
                  </a:lnTo>
                  <a:lnTo>
                    <a:pt x="546862" y="345196"/>
                  </a:lnTo>
                  <a:lnTo>
                    <a:pt x="547376" y="345395"/>
                  </a:lnTo>
                  <a:lnTo>
                    <a:pt x="547540" y="345521"/>
                  </a:lnTo>
                  <a:lnTo>
                    <a:pt x="548445" y="345895"/>
                  </a:lnTo>
                  <a:lnTo>
                    <a:pt x="549281" y="346151"/>
                  </a:lnTo>
                  <a:lnTo>
                    <a:pt x="549538" y="346260"/>
                  </a:lnTo>
                  <a:lnTo>
                    <a:pt x="550887" y="347150"/>
                  </a:lnTo>
                  <a:lnTo>
                    <a:pt x="551002" y="346906"/>
                  </a:lnTo>
                  <a:lnTo>
                    <a:pt x="551239" y="346843"/>
                  </a:lnTo>
                  <a:lnTo>
                    <a:pt x="551731" y="346769"/>
                  </a:lnTo>
                  <a:lnTo>
                    <a:pt x="552471" y="347162"/>
                  </a:lnTo>
                  <a:lnTo>
                    <a:pt x="552721" y="347356"/>
                  </a:lnTo>
                  <a:lnTo>
                    <a:pt x="553425" y="347800"/>
                  </a:lnTo>
                  <a:lnTo>
                    <a:pt x="553728" y="348201"/>
                  </a:lnTo>
                  <a:lnTo>
                    <a:pt x="554092" y="348147"/>
                  </a:lnTo>
                  <a:lnTo>
                    <a:pt x="554175" y="347910"/>
                  </a:lnTo>
                  <a:lnTo>
                    <a:pt x="555381" y="347737"/>
                  </a:lnTo>
                  <a:lnTo>
                    <a:pt x="555630" y="347867"/>
                  </a:lnTo>
                  <a:lnTo>
                    <a:pt x="555771" y="347661"/>
                  </a:lnTo>
                  <a:lnTo>
                    <a:pt x="555939" y="347614"/>
                  </a:lnTo>
                  <a:lnTo>
                    <a:pt x="556233" y="347551"/>
                  </a:lnTo>
                  <a:lnTo>
                    <a:pt x="556385" y="347205"/>
                  </a:lnTo>
                  <a:lnTo>
                    <a:pt x="556833" y="347434"/>
                  </a:lnTo>
                  <a:lnTo>
                    <a:pt x="557156" y="347368"/>
                  </a:lnTo>
                  <a:lnTo>
                    <a:pt x="557721" y="347275"/>
                  </a:lnTo>
                  <a:lnTo>
                    <a:pt x="558371" y="346898"/>
                  </a:lnTo>
                  <a:lnTo>
                    <a:pt x="559115" y="346309"/>
                  </a:lnTo>
                  <a:lnTo>
                    <a:pt x="559341" y="346325"/>
                  </a:lnTo>
                  <a:lnTo>
                    <a:pt x="559718" y="346557"/>
                  </a:lnTo>
                  <a:lnTo>
                    <a:pt x="559764" y="346731"/>
                  </a:lnTo>
                  <a:lnTo>
                    <a:pt x="559761" y="346971"/>
                  </a:lnTo>
                  <a:lnTo>
                    <a:pt x="559831" y="347324"/>
                  </a:lnTo>
                  <a:lnTo>
                    <a:pt x="559885" y="347798"/>
                  </a:lnTo>
                  <a:lnTo>
                    <a:pt x="559861" y="348031"/>
                  </a:lnTo>
                  <a:lnTo>
                    <a:pt x="560281" y="348167"/>
                  </a:lnTo>
                  <a:lnTo>
                    <a:pt x="560722" y="348426"/>
                  </a:lnTo>
                  <a:lnTo>
                    <a:pt x="560572" y="348792"/>
                  </a:lnTo>
                  <a:lnTo>
                    <a:pt x="560755" y="349429"/>
                  </a:lnTo>
                  <a:lnTo>
                    <a:pt x="560762" y="349734"/>
                  </a:lnTo>
                  <a:lnTo>
                    <a:pt x="561027" y="350587"/>
                  </a:lnTo>
                  <a:lnTo>
                    <a:pt x="561168" y="350820"/>
                  </a:lnTo>
                  <a:lnTo>
                    <a:pt x="561758" y="351286"/>
                  </a:lnTo>
                  <a:lnTo>
                    <a:pt x="562818" y="350832"/>
                  </a:lnTo>
                  <a:lnTo>
                    <a:pt x="563525" y="350426"/>
                  </a:lnTo>
                  <a:lnTo>
                    <a:pt x="564029" y="350624"/>
                  </a:lnTo>
                  <a:lnTo>
                    <a:pt x="564461" y="350615"/>
                  </a:lnTo>
                  <a:lnTo>
                    <a:pt x="564602" y="350554"/>
                  </a:lnTo>
                  <a:lnTo>
                    <a:pt x="565043" y="350470"/>
                  </a:lnTo>
                  <a:lnTo>
                    <a:pt x="565159" y="350045"/>
                  </a:lnTo>
                  <a:lnTo>
                    <a:pt x="565374" y="349544"/>
                  </a:lnTo>
                  <a:lnTo>
                    <a:pt x="565637" y="349400"/>
                  </a:lnTo>
                  <a:lnTo>
                    <a:pt x="565962" y="349493"/>
                  </a:lnTo>
                  <a:lnTo>
                    <a:pt x="566111" y="349550"/>
                  </a:lnTo>
                  <a:lnTo>
                    <a:pt x="566562" y="349703"/>
                  </a:lnTo>
                  <a:lnTo>
                    <a:pt x="566728" y="349836"/>
                  </a:lnTo>
                  <a:lnTo>
                    <a:pt x="567627" y="350030"/>
                  </a:lnTo>
                  <a:lnTo>
                    <a:pt x="567779" y="349974"/>
                  </a:lnTo>
                  <a:lnTo>
                    <a:pt x="568272" y="349682"/>
                  </a:lnTo>
                  <a:lnTo>
                    <a:pt x="568684" y="350022"/>
                  </a:lnTo>
                  <a:lnTo>
                    <a:pt x="568580" y="350429"/>
                  </a:lnTo>
                  <a:lnTo>
                    <a:pt x="568678" y="350627"/>
                  </a:lnTo>
                  <a:lnTo>
                    <a:pt x="568922" y="351167"/>
                  </a:lnTo>
                  <a:lnTo>
                    <a:pt x="569174" y="351394"/>
                  </a:lnTo>
                  <a:lnTo>
                    <a:pt x="570173" y="351629"/>
                  </a:lnTo>
                  <a:lnTo>
                    <a:pt x="570519" y="351924"/>
                  </a:lnTo>
                  <a:lnTo>
                    <a:pt x="571098" y="352489"/>
                  </a:lnTo>
                  <a:lnTo>
                    <a:pt x="571038" y="352689"/>
                  </a:lnTo>
                  <a:lnTo>
                    <a:pt x="570957" y="353064"/>
                  </a:lnTo>
                  <a:lnTo>
                    <a:pt x="571100" y="353513"/>
                  </a:lnTo>
                  <a:lnTo>
                    <a:pt x="571395" y="353533"/>
                  </a:lnTo>
                  <a:lnTo>
                    <a:pt x="571757" y="353653"/>
                  </a:lnTo>
                  <a:lnTo>
                    <a:pt x="571985" y="353732"/>
                  </a:lnTo>
                  <a:lnTo>
                    <a:pt x="572285" y="354036"/>
                  </a:lnTo>
                  <a:lnTo>
                    <a:pt x="572571" y="354267"/>
                  </a:lnTo>
                  <a:lnTo>
                    <a:pt x="573393" y="355335"/>
                  </a:lnTo>
                  <a:lnTo>
                    <a:pt x="573447" y="355557"/>
                  </a:lnTo>
                  <a:lnTo>
                    <a:pt x="573850" y="355432"/>
                  </a:lnTo>
                  <a:lnTo>
                    <a:pt x="574093" y="355038"/>
                  </a:lnTo>
                  <a:lnTo>
                    <a:pt x="574527" y="354899"/>
                  </a:lnTo>
                  <a:lnTo>
                    <a:pt x="575033" y="354374"/>
                  </a:lnTo>
                  <a:lnTo>
                    <a:pt x="575511" y="354356"/>
                  </a:lnTo>
                  <a:lnTo>
                    <a:pt x="575803" y="354298"/>
                  </a:lnTo>
                  <a:lnTo>
                    <a:pt x="576283" y="354217"/>
                  </a:lnTo>
                  <a:lnTo>
                    <a:pt x="576559" y="354252"/>
                  </a:lnTo>
                  <a:lnTo>
                    <a:pt x="576778" y="354668"/>
                  </a:lnTo>
                  <a:lnTo>
                    <a:pt x="577043" y="355294"/>
                  </a:lnTo>
                  <a:lnTo>
                    <a:pt x="577253" y="355597"/>
                  </a:lnTo>
                  <a:lnTo>
                    <a:pt x="577249" y="355974"/>
                  </a:lnTo>
                  <a:lnTo>
                    <a:pt x="577229" y="356153"/>
                  </a:lnTo>
                  <a:lnTo>
                    <a:pt x="577250" y="356381"/>
                  </a:lnTo>
                  <a:lnTo>
                    <a:pt x="577276" y="356530"/>
                  </a:lnTo>
                  <a:lnTo>
                    <a:pt x="577401" y="356794"/>
                  </a:lnTo>
                  <a:lnTo>
                    <a:pt x="577743" y="356815"/>
                  </a:lnTo>
                  <a:lnTo>
                    <a:pt x="578133" y="356696"/>
                  </a:lnTo>
                  <a:lnTo>
                    <a:pt x="578633" y="357379"/>
                  </a:lnTo>
                  <a:lnTo>
                    <a:pt x="579166" y="357963"/>
                  </a:lnTo>
                  <a:lnTo>
                    <a:pt x="579426" y="357735"/>
                  </a:lnTo>
                  <a:lnTo>
                    <a:pt x="579696" y="357311"/>
                  </a:lnTo>
                  <a:lnTo>
                    <a:pt x="580865" y="356771"/>
                  </a:lnTo>
                  <a:lnTo>
                    <a:pt x="581435" y="356534"/>
                  </a:lnTo>
                  <a:lnTo>
                    <a:pt x="582122" y="356163"/>
                  </a:lnTo>
                  <a:lnTo>
                    <a:pt x="582465" y="355847"/>
                  </a:lnTo>
                  <a:lnTo>
                    <a:pt x="583057" y="355242"/>
                  </a:lnTo>
                  <a:lnTo>
                    <a:pt x="583300" y="354553"/>
                  </a:lnTo>
                  <a:lnTo>
                    <a:pt x="583685" y="354389"/>
                  </a:lnTo>
                  <a:lnTo>
                    <a:pt x="583925" y="353763"/>
                  </a:lnTo>
                  <a:lnTo>
                    <a:pt x="584262" y="353565"/>
                  </a:lnTo>
                  <a:lnTo>
                    <a:pt x="585703" y="353608"/>
                  </a:lnTo>
                  <a:lnTo>
                    <a:pt x="585876" y="353511"/>
                  </a:lnTo>
                  <a:lnTo>
                    <a:pt x="586183" y="353437"/>
                  </a:lnTo>
                  <a:lnTo>
                    <a:pt x="586675" y="353408"/>
                  </a:lnTo>
                  <a:lnTo>
                    <a:pt x="587096" y="353540"/>
                  </a:lnTo>
                  <a:lnTo>
                    <a:pt x="587706" y="353834"/>
                  </a:lnTo>
                  <a:lnTo>
                    <a:pt x="587931" y="354048"/>
                  </a:lnTo>
                  <a:lnTo>
                    <a:pt x="588373" y="353851"/>
                  </a:lnTo>
                  <a:lnTo>
                    <a:pt x="588719" y="354160"/>
                  </a:lnTo>
                  <a:lnTo>
                    <a:pt x="588933" y="354269"/>
                  </a:lnTo>
                  <a:lnTo>
                    <a:pt x="589253" y="354357"/>
                  </a:lnTo>
                  <a:lnTo>
                    <a:pt x="589621" y="354349"/>
                  </a:lnTo>
                  <a:lnTo>
                    <a:pt x="590017" y="354412"/>
                  </a:lnTo>
                  <a:lnTo>
                    <a:pt x="590485" y="354667"/>
                  </a:lnTo>
                  <a:lnTo>
                    <a:pt x="590744" y="354921"/>
                  </a:lnTo>
                  <a:lnTo>
                    <a:pt x="590908" y="355481"/>
                  </a:lnTo>
                  <a:lnTo>
                    <a:pt x="590857" y="355691"/>
                  </a:lnTo>
                  <a:lnTo>
                    <a:pt x="590847" y="355969"/>
                  </a:lnTo>
                  <a:lnTo>
                    <a:pt x="591788" y="356391"/>
                  </a:lnTo>
                  <a:lnTo>
                    <a:pt x="591840" y="356672"/>
                  </a:lnTo>
                  <a:lnTo>
                    <a:pt x="592090" y="357452"/>
                  </a:lnTo>
                  <a:lnTo>
                    <a:pt x="591929" y="357948"/>
                  </a:lnTo>
                  <a:lnTo>
                    <a:pt x="592438" y="357999"/>
                  </a:lnTo>
                  <a:lnTo>
                    <a:pt x="594286" y="358134"/>
                  </a:lnTo>
                  <a:lnTo>
                    <a:pt x="594502" y="357984"/>
                  </a:lnTo>
                  <a:lnTo>
                    <a:pt x="594636" y="357921"/>
                  </a:lnTo>
                  <a:lnTo>
                    <a:pt x="595701" y="357568"/>
                  </a:lnTo>
                  <a:lnTo>
                    <a:pt x="596027" y="357514"/>
                  </a:lnTo>
                  <a:lnTo>
                    <a:pt x="596265" y="357814"/>
                  </a:lnTo>
                  <a:lnTo>
                    <a:pt x="596359" y="358049"/>
                  </a:lnTo>
                  <a:lnTo>
                    <a:pt x="597050" y="358476"/>
                  </a:lnTo>
                  <a:lnTo>
                    <a:pt x="597605" y="358818"/>
                  </a:lnTo>
                  <a:lnTo>
                    <a:pt x="598067" y="359200"/>
                  </a:lnTo>
                  <a:lnTo>
                    <a:pt x="598203" y="359183"/>
                  </a:lnTo>
                  <a:lnTo>
                    <a:pt x="598772" y="359020"/>
                  </a:lnTo>
                  <a:lnTo>
                    <a:pt x="599003" y="358646"/>
                  </a:lnTo>
                  <a:lnTo>
                    <a:pt x="599256" y="358538"/>
                  </a:lnTo>
                  <a:lnTo>
                    <a:pt x="599517" y="358134"/>
                  </a:lnTo>
                  <a:lnTo>
                    <a:pt x="599698" y="358144"/>
                  </a:lnTo>
                  <a:lnTo>
                    <a:pt x="600264" y="358311"/>
                  </a:lnTo>
                  <a:lnTo>
                    <a:pt x="600912" y="358397"/>
                  </a:lnTo>
                  <a:lnTo>
                    <a:pt x="601103" y="358491"/>
                  </a:lnTo>
                  <a:lnTo>
                    <a:pt x="601386" y="358982"/>
                  </a:lnTo>
                  <a:lnTo>
                    <a:pt x="601488" y="359165"/>
                  </a:lnTo>
                  <a:lnTo>
                    <a:pt x="601773" y="359304"/>
                  </a:lnTo>
                  <a:lnTo>
                    <a:pt x="602108" y="359326"/>
                  </a:lnTo>
                  <a:lnTo>
                    <a:pt x="602438" y="359552"/>
                  </a:lnTo>
                  <a:lnTo>
                    <a:pt x="603167" y="359548"/>
                  </a:lnTo>
                  <a:lnTo>
                    <a:pt x="603340" y="359342"/>
                  </a:lnTo>
                  <a:lnTo>
                    <a:pt x="603389" y="359126"/>
                  </a:lnTo>
                  <a:lnTo>
                    <a:pt x="603427" y="358981"/>
                  </a:lnTo>
                  <a:lnTo>
                    <a:pt x="603465" y="358836"/>
                  </a:lnTo>
                  <a:lnTo>
                    <a:pt x="604185" y="358893"/>
                  </a:lnTo>
                  <a:lnTo>
                    <a:pt x="604506" y="358430"/>
                  </a:lnTo>
                  <a:lnTo>
                    <a:pt x="604659" y="358282"/>
                  </a:lnTo>
                  <a:lnTo>
                    <a:pt x="604633" y="358089"/>
                  </a:lnTo>
                  <a:lnTo>
                    <a:pt x="604387" y="357527"/>
                  </a:lnTo>
                  <a:lnTo>
                    <a:pt x="604443" y="357178"/>
                  </a:lnTo>
                  <a:lnTo>
                    <a:pt x="604605" y="356802"/>
                  </a:lnTo>
                  <a:lnTo>
                    <a:pt x="605075" y="356340"/>
                  </a:lnTo>
                  <a:lnTo>
                    <a:pt x="605320" y="356244"/>
                  </a:lnTo>
                  <a:lnTo>
                    <a:pt x="605997" y="356386"/>
                  </a:lnTo>
                  <a:lnTo>
                    <a:pt x="606730" y="356239"/>
                  </a:lnTo>
                  <a:lnTo>
                    <a:pt x="606891" y="356107"/>
                  </a:lnTo>
                  <a:lnTo>
                    <a:pt x="607466" y="356295"/>
                  </a:lnTo>
                  <a:lnTo>
                    <a:pt x="607684" y="356370"/>
                  </a:lnTo>
                  <a:lnTo>
                    <a:pt x="607827" y="356414"/>
                  </a:lnTo>
                  <a:lnTo>
                    <a:pt x="608148" y="356493"/>
                  </a:lnTo>
                  <a:lnTo>
                    <a:pt x="608726" y="356701"/>
                  </a:lnTo>
                  <a:lnTo>
                    <a:pt x="608812" y="356535"/>
                  </a:lnTo>
                  <a:lnTo>
                    <a:pt x="608932" y="355971"/>
                  </a:lnTo>
                  <a:lnTo>
                    <a:pt x="609152" y="355834"/>
                  </a:lnTo>
                  <a:lnTo>
                    <a:pt x="609602" y="355542"/>
                  </a:lnTo>
                  <a:lnTo>
                    <a:pt x="609822" y="355479"/>
                  </a:lnTo>
                  <a:lnTo>
                    <a:pt x="610136" y="355490"/>
                  </a:lnTo>
                  <a:lnTo>
                    <a:pt x="610485" y="355548"/>
                  </a:lnTo>
                  <a:lnTo>
                    <a:pt x="610708" y="355414"/>
                  </a:lnTo>
                  <a:lnTo>
                    <a:pt x="611155" y="355656"/>
                  </a:lnTo>
                  <a:lnTo>
                    <a:pt x="611389" y="355990"/>
                  </a:lnTo>
                  <a:lnTo>
                    <a:pt x="611736" y="355906"/>
                  </a:lnTo>
                  <a:lnTo>
                    <a:pt x="611803" y="355725"/>
                  </a:lnTo>
                  <a:lnTo>
                    <a:pt x="612037" y="355258"/>
                  </a:lnTo>
                  <a:lnTo>
                    <a:pt x="612225" y="355094"/>
                  </a:lnTo>
                  <a:lnTo>
                    <a:pt x="612330" y="354904"/>
                  </a:lnTo>
                  <a:lnTo>
                    <a:pt x="612203" y="354430"/>
                  </a:lnTo>
                  <a:lnTo>
                    <a:pt x="612115" y="353935"/>
                  </a:lnTo>
                  <a:lnTo>
                    <a:pt x="612264" y="353721"/>
                  </a:lnTo>
                  <a:lnTo>
                    <a:pt x="612384" y="353509"/>
                  </a:lnTo>
                  <a:lnTo>
                    <a:pt x="612424" y="353224"/>
                  </a:lnTo>
                  <a:lnTo>
                    <a:pt x="612570" y="353028"/>
                  </a:lnTo>
                  <a:lnTo>
                    <a:pt x="612736" y="352563"/>
                  </a:lnTo>
                  <a:lnTo>
                    <a:pt x="612721" y="352316"/>
                  </a:lnTo>
                  <a:lnTo>
                    <a:pt x="613195" y="352551"/>
                  </a:lnTo>
                  <a:lnTo>
                    <a:pt x="613258" y="352690"/>
                  </a:lnTo>
                  <a:lnTo>
                    <a:pt x="613577" y="353339"/>
                  </a:lnTo>
                  <a:lnTo>
                    <a:pt x="613782" y="353501"/>
                  </a:lnTo>
                  <a:lnTo>
                    <a:pt x="614286" y="354129"/>
                  </a:lnTo>
                  <a:lnTo>
                    <a:pt x="614590" y="353977"/>
                  </a:lnTo>
                  <a:lnTo>
                    <a:pt x="615384" y="353452"/>
                  </a:lnTo>
                  <a:lnTo>
                    <a:pt x="615382" y="353021"/>
                  </a:lnTo>
                  <a:lnTo>
                    <a:pt x="615225" y="352444"/>
                  </a:lnTo>
                  <a:lnTo>
                    <a:pt x="615452" y="352153"/>
                  </a:lnTo>
                  <a:lnTo>
                    <a:pt x="615855" y="352037"/>
                  </a:lnTo>
                  <a:lnTo>
                    <a:pt x="616236" y="352472"/>
                  </a:lnTo>
                  <a:lnTo>
                    <a:pt x="616741" y="352326"/>
                  </a:lnTo>
                  <a:lnTo>
                    <a:pt x="616897" y="352278"/>
                  </a:lnTo>
                  <a:lnTo>
                    <a:pt x="617239" y="352451"/>
                  </a:lnTo>
                  <a:lnTo>
                    <a:pt x="617383" y="352519"/>
                  </a:lnTo>
                  <a:lnTo>
                    <a:pt x="617591" y="352527"/>
                  </a:lnTo>
                  <a:lnTo>
                    <a:pt x="618048" y="352549"/>
                  </a:lnTo>
                  <a:lnTo>
                    <a:pt x="618327" y="352416"/>
                  </a:lnTo>
                  <a:lnTo>
                    <a:pt x="618695" y="352095"/>
                  </a:lnTo>
                  <a:lnTo>
                    <a:pt x="618903" y="351990"/>
                  </a:lnTo>
                  <a:lnTo>
                    <a:pt x="618982" y="351844"/>
                  </a:lnTo>
                  <a:lnTo>
                    <a:pt x="619091" y="351595"/>
                  </a:lnTo>
                  <a:lnTo>
                    <a:pt x="619548" y="351147"/>
                  </a:lnTo>
                  <a:lnTo>
                    <a:pt x="619879" y="351184"/>
                  </a:lnTo>
                  <a:lnTo>
                    <a:pt x="620141" y="351160"/>
                  </a:lnTo>
                  <a:lnTo>
                    <a:pt x="620569" y="351076"/>
                  </a:lnTo>
                  <a:lnTo>
                    <a:pt x="620374" y="350539"/>
                  </a:lnTo>
                  <a:lnTo>
                    <a:pt x="620724" y="350024"/>
                  </a:lnTo>
                  <a:lnTo>
                    <a:pt x="620879" y="349365"/>
                  </a:lnTo>
                  <a:lnTo>
                    <a:pt x="621266" y="349297"/>
                  </a:lnTo>
                  <a:lnTo>
                    <a:pt x="621597" y="349616"/>
                  </a:lnTo>
                  <a:lnTo>
                    <a:pt x="622134" y="350268"/>
                  </a:lnTo>
                  <a:lnTo>
                    <a:pt x="622271" y="350560"/>
                  </a:lnTo>
                  <a:lnTo>
                    <a:pt x="622558" y="350751"/>
                  </a:lnTo>
                  <a:lnTo>
                    <a:pt x="622736" y="350944"/>
                  </a:lnTo>
                  <a:lnTo>
                    <a:pt x="623008" y="351159"/>
                  </a:lnTo>
                  <a:lnTo>
                    <a:pt x="623216" y="351288"/>
                  </a:lnTo>
                  <a:lnTo>
                    <a:pt x="623757" y="351660"/>
                  </a:lnTo>
                  <a:lnTo>
                    <a:pt x="623985" y="351730"/>
                  </a:lnTo>
                  <a:lnTo>
                    <a:pt x="624099" y="351950"/>
                  </a:lnTo>
                  <a:lnTo>
                    <a:pt x="624146" y="352271"/>
                  </a:lnTo>
                  <a:lnTo>
                    <a:pt x="624631" y="352532"/>
                  </a:lnTo>
                  <a:lnTo>
                    <a:pt x="625061" y="352302"/>
                  </a:lnTo>
                  <a:lnTo>
                    <a:pt x="625859" y="353275"/>
                  </a:lnTo>
                  <a:lnTo>
                    <a:pt x="626240" y="354104"/>
                  </a:lnTo>
                  <a:lnTo>
                    <a:pt x="626448" y="354279"/>
                  </a:lnTo>
                  <a:lnTo>
                    <a:pt x="627405" y="354472"/>
                  </a:lnTo>
                  <a:lnTo>
                    <a:pt x="627638" y="354646"/>
                  </a:lnTo>
                  <a:lnTo>
                    <a:pt x="627922" y="354879"/>
                  </a:lnTo>
                  <a:lnTo>
                    <a:pt x="627961" y="355176"/>
                  </a:lnTo>
                  <a:lnTo>
                    <a:pt x="627849" y="355304"/>
                  </a:lnTo>
                  <a:lnTo>
                    <a:pt x="627527" y="355323"/>
                  </a:lnTo>
                  <a:lnTo>
                    <a:pt x="626921" y="355371"/>
                  </a:lnTo>
                  <a:lnTo>
                    <a:pt x="626957" y="355646"/>
                  </a:lnTo>
                  <a:lnTo>
                    <a:pt x="627603" y="355757"/>
                  </a:lnTo>
                  <a:lnTo>
                    <a:pt x="628011" y="356155"/>
                  </a:lnTo>
                  <a:lnTo>
                    <a:pt x="628147" y="356249"/>
                  </a:lnTo>
                  <a:lnTo>
                    <a:pt x="628100" y="356539"/>
                  </a:lnTo>
                  <a:lnTo>
                    <a:pt x="628333" y="357041"/>
                  </a:lnTo>
                  <a:lnTo>
                    <a:pt x="628594" y="357251"/>
                  </a:lnTo>
                  <a:lnTo>
                    <a:pt x="628910" y="357360"/>
                  </a:lnTo>
                  <a:lnTo>
                    <a:pt x="629047" y="357390"/>
                  </a:lnTo>
                  <a:lnTo>
                    <a:pt x="629370" y="357637"/>
                  </a:lnTo>
                  <a:lnTo>
                    <a:pt x="630062" y="357997"/>
                  </a:lnTo>
                  <a:lnTo>
                    <a:pt x="630466" y="358447"/>
                  </a:lnTo>
                  <a:lnTo>
                    <a:pt x="630627" y="358348"/>
                  </a:lnTo>
                  <a:lnTo>
                    <a:pt x="631186" y="358138"/>
                  </a:lnTo>
                  <a:lnTo>
                    <a:pt x="631370" y="358170"/>
                  </a:lnTo>
                  <a:lnTo>
                    <a:pt x="631538" y="358200"/>
                  </a:lnTo>
                  <a:lnTo>
                    <a:pt x="632001" y="358135"/>
                  </a:lnTo>
                  <a:lnTo>
                    <a:pt x="632236" y="358620"/>
                  </a:lnTo>
                  <a:lnTo>
                    <a:pt x="632442" y="358950"/>
                  </a:lnTo>
                  <a:lnTo>
                    <a:pt x="632354" y="359196"/>
                  </a:lnTo>
                  <a:lnTo>
                    <a:pt x="632411" y="359377"/>
                  </a:lnTo>
                  <a:lnTo>
                    <a:pt x="632592" y="359816"/>
                  </a:lnTo>
                  <a:lnTo>
                    <a:pt x="632628" y="360069"/>
                  </a:lnTo>
                  <a:lnTo>
                    <a:pt x="632864" y="360606"/>
                  </a:lnTo>
                  <a:lnTo>
                    <a:pt x="633244" y="360791"/>
                  </a:lnTo>
                  <a:lnTo>
                    <a:pt x="633412" y="360796"/>
                  </a:lnTo>
                  <a:lnTo>
                    <a:pt x="633620" y="360807"/>
                  </a:lnTo>
                  <a:lnTo>
                    <a:pt x="634057" y="360970"/>
                  </a:lnTo>
                  <a:lnTo>
                    <a:pt x="634130" y="360828"/>
                  </a:lnTo>
                  <a:lnTo>
                    <a:pt x="634656" y="360845"/>
                  </a:lnTo>
                  <a:lnTo>
                    <a:pt x="634904" y="360877"/>
                  </a:lnTo>
                  <a:lnTo>
                    <a:pt x="635357" y="360784"/>
                  </a:lnTo>
                  <a:lnTo>
                    <a:pt x="635656" y="360202"/>
                  </a:lnTo>
                  <a:lnTo>
                    <a:pt x="635921" y="360345"/>
                  </a:lnTo>
                  <a:lnTo>
                    <a:pt x="636124" y="360443"/>
                  </a:lnTo>
                  <a:lnTo>
                    <a:pt x="636860" y="360832"/>
                  </a:lnTo>
                  <a:lnTo>
                    <a:pt x="637222" y="360883"/>
                  </a:lnTo>
                  <a:lnTo>
                    <a:pt x="637399" y="361080"/>
                  </a:lnTo>
                  <a:lnTo>
                    <a:pt x="637554" y="361153"/>
                  </a:lnTo>
                  <a:lnTo>
                    <a:pt x="638384" y="361728"/>
                  </a:lnTo>
                  <a:lnTo>
                    <a:pt x="638549" y="361824"/>
                  </a:lnTo>
                  <a:lnTo>
                    <a:pt x="639305" y="361840"/>
                  </a:lnTo>
                  <a:lnTo>
                    <a:pt x="639557" y="361731"/>
                  </a:lnTo>
                  <a:lnTo>
                    <a:pt x="640394" y="361794"/>
                  </a:lnTo>
                  <a:lnTo>
                    <a:pt x="640763" y="361887"/>
                  </a:lnTo>
                  <a:lnTo>
                    <a:pt x="641386" y="361314"/>
                  </a:lnTo>
                  <a:lnTo>
                    <a:pt x="641879" y="361189"/>
                  </a:lnTo>
                  <a:lnTo>
                    <a:pt x="641914" y="361538"/>
                  </a:lnTo>
                  <a:lnTo>
                    <a:pt x="642127" y="361846"/>
                  </a:lnTo>
                  <a:lnTo>
                    <a:pt x="642881" y="361488"/>
                  </a:lnTo>
                  <a:lnTo>
                    <a:pt x="643316" y="361665"/>
                  </a:lnTo>
                  <a:lnTo>
                    <a:pt x="643573" y="361777"/>
                  </a:lnTo>
                  <a:lnTo>
                    <a:pt x="643831" y="361734"/>
                  </a:lnTo>
                  <a:lnTo>
                    <a:pt x="644522" y="361528"/>
                  </a:lnTo>
                  <a:lnTo>
                    <a:pt x="644697" y="361858"/>
                  </a:lnTo>
                  <a:lnTo>
                    <a:pt x="644966" y="362513"/>
                  </a:lnTo>
                  <a:lnTo>
                    <a:pt x="645152" y="362718"/>
                  </a:lnTo>
                  <a:lnTo>
                    <a:pt x="645736" y="362975"/>
                  </a:lnTo>
                  <a:lnTo>
                    <a:pt x="646110" y="363428"/>
                  </a:lnTo>
                  <a:lnTo>
                    <a:pt x="645841" y="363587"/>
                  </a:lnTo>
                  <a:lnTo>
                    <a:pt x="645407" y="363608"/>
                  </a:lnTo>
                  <a:lnTo>
                    <a:pt x="644797" y="363697"/>
                  </a:lnTo>
                  <a:lnTo>
                    <a:pt x="644651" y="363746"/>
                  </a:lnTo>
                  <a:lnTo>
                    <a:pt x="644397" y="363830"/>
                  </a:lnTo>
                  <a:lnTo>
                    <a:pt x="643830" y="364100"/>
                  </a:lnTo>
                  <a:lnTo>
                    <a:pt x="643564" y="364184"/>
                  </a:lnTo>
                  <a:lnTo>
                    <a:pt x="643327" y="364125"/>
                  </a:lnTo>
                  <a:lnTo>
                    <a:pt x="642891" y="364108"/>
                  </a:lnTo>
                  <a:lnTo>
                    <a:pt x="642755" y="364113"/>
                  </a:lnTo>
                  <a:lnTo>
                    <a:pt x="642490" y="364178"/>
                  </a:lnTo>
                  <a:lnTo>
                    <a:pt x="642269" y="364182"/>
                  </a:lnTo>
                  <a:lnTo>
                    <a:pt x="642012" y="364157"/>
                  </a:lnTo>
                  <a:lnTo>
                    <a:pt x="641507" y="364384"/>
                  </a:lnTo>
                  <a:lnTo>
                    <a:pt x="641147" y="364486"/>
                  </a:lnTo>
                  <a:lnTo>
                    <a:pt x="640864" y="364548"/>
                  </a:lnTo>
                  <a:lnTo>
                    <a:pt x="640683" y="364567"/>
                  </a:lnTo>
                  <a:lnTo>
                    <a:pt x="640534" y="364563"/>
                  </a:lnTo>
                  <a:lnTo>
                    <a:pt x="640172" y="364568"/>
                  </a:lnTo>
                  <a:lnTo>
                    <a:pt x="639865" y="364761"/>
                  </a:lnTo>
                  <a:lnTo>
                    <a:pt x="639791" y="364979"/>
                  </a:lnTo>
                  <a:lnTo>
                    <a:pt x="639565" y="365180"/>
                  </a:lnTo>
                  <a:lnTo>
                    <a:pt x="639545" y="365367"/>
                  </a:lnTo>
                  <a:lnTo>
                    <a:pt x="639184" y="365754"/>
                  </a:lnTo>
                  <a:lnTo>
                    <a:pt x="639246" y="366148"/>
                  </a:lnTo>
                  <a:lnTo>
                    <a:pt x="639199" y="366504"/>
                  </a:lnTo>
                  <a:lnTo>
                    <a:pt x="639543" y="366779"/>
                  </a:lnTo>
                  <a:lnTo>
                    <a:pt x="639885" y="367056"/>
                  </a:lnTo>
                  <a:lnTo>
                    <a:pt x="640215" y="367372"/>
                  </a:lnTo>
                  <a:lnTo>
                    <a:pt x="640809" y="367092"/>
                  </a:lnTo>
                  <a:lnTo>
                    <a:pt x="641102" y="367090"/>
                  </a:lnTo>
                  <a:lnTo>
                    <a:pt x="641298" y="366868"/>
                  </a:lnTo>
                  <a:lnTo>
                    <a:pt x="641640" y="366701"/>
                  </a:lnTo>
                  <a:lnTo>
                    <a:pt x="642637" y="366439"/>
                  </a:lnTo>
                  <a:lnTo>
                    <a:pt x="643075" y="366284"/>
                  </a:lnTo>
                  <a:lnTo>
                    <a:pt x="643677" y="365870"/>
                  </a:lnTo>
                  <a:lnTo>
                    <a:pt x="643847" y="365826"/>
                  </a:lnTo>
                  <a:lnTo>
                    <a:pt x="644124" y="365530"/>
                  </a:lnTo>
                  <a:lnTo>
                    <a:pt x="644631" y="364639"/>
                  </a:lnTo>
                  <a:lnTo>
                    <a:pt x="644942" y="364776"/>
                  </a:lnTo>
                  <a:lnTo>
                    <a:pt x="645419" y="364690"/>
                  </a:lnTo>
                  <a:lnTo>
                    <a:pt x="645420" y="364905"/>
                  </a:lnTo>
                  <a:lnTo>
                    <a:pt x="645534" y="365612"/>
                  </a:lnTo>
                  <a:lnTo>
                    <a:pt x="645425" y="366005"/>
                  </a:lnTo>
                  <a:lnTo>
                    <a:pt x="645666" y="366568"/>
                  </a:lnTo>
                  <a:lnTo>
                    <a:pt x="645760" y="366906"/>
                  </a:lnTo>
                  <a:lnTo>
                    <a:pt x="645912" y="367362"/>
                  </a:lnTo>
                  <a:lnTo>
                    <a:pt x="645956" y="367885"/>
                  </a:lnTo>
                  <a:lnTo>
                    <a:pt x="645990" y="368454"/>
                  </a:lnTo>
                  <a:lnTo>
                    <a:pt x="646047" y="368623"/>
                  </a:lnTo>
                  <a:lnTo>
                    <a:pt x="646177" y="368830"/>
                  </a:lnTo>
                  <a:lnTo>
                    <a:pt x="646252" y="369443"/>
                  </a:lnTo>
                  <a:lnTo>
                    <a:pt x="646827" y="369933"/>
                  </a:lnTo>
                  <a:lnTo>
                    <a:pt x="646576" y="370022"/>
                  </a:lnTo>
                  <a:lnTo>
                    <a:pt x="646548" y="370226"/>
                  </a:lnTo>
                  <a:lnTo>
                    <a:pt x="646980" y="370857"/>
                  </a:lnTo>
                  <a:lnTo>
                    <a:pt x="647041" y="371000"/>
                  </a:lnTo>
                  <a:lnTo>
                    <a:pt x="647206" y="371216"/>
                  </a:lnTo>
                  <a:lnTo>
                    <a:pt x="647414" y="371326"/>
                  </a:lnTo>
                  <a:lnTo>
                    <a:pt x="647980" y="371544"/>
                  </a:lnTo>
                  <a:lnTo>
                    <a:pt x="648080" y="371916"/>
                  </a:lnTo>
                  <a:lnTo>
                    <a:pt x="648602" y="372052"/>
                  </a:lnTo>
                  <a:lnTo>
                    <a:pt x="649144" y="371992"/>
                  </a:lnTo>
                  <a:lnTo>
                    <a:pt x="649866" y="372336"/>
                  </a:lnTo>
                  <a:lnTo>
                    <a:pt x="650143" y="372244"/>
                  </a:lnTo>
                  <a:lnTo>
                    <a:pt x="650116" y="371896"/>
                  </a:lnTo>
                  <a:lnTo>
                    <a:pt x="650014" y="371740"/>
                  </a:lnTo>
                  <a:lnTo>
                    <a:pt x="649967" y="371486"/>
                  </a:lnTo>
                  <a:lnTo>
                    <a:pt x="650215" y="370975"/>
                  </a:lnTo>
                  <a:lnTo>
                    <a:pt x="650349" y="370827"/>
                  </a:lnTo>
                  <a:lnTo>
                    <a:pt x="651016" y="370706"/>
                  </a:lnTo>
                  <a:lnTo>
                    <a:pt x="651254" y="370711"/>
                  </a:lnTo>
                  <a:lnTo>
                    <a:pt x="651769" y="370720"/>
                  </a:lnTo>
                  <a:lnTo>
                    <a:pt x="652363" y="371413"/>
                  </a:lnTo>
                  <a:lnTo>
                    <a:pt x="652463" y="371766"/>
                  </a:lnTo>
                  <a:lnTo>
                    <a:pt x="652889" y="371697"/>
                  </a:lnTo>
                  <a:lnTo>
                    <a:pt x="652934" y="372209"/>
                  </a:lnTo>
                  <a:lnTo>
                    <a:pt x="653115" y="372730"/>
                  </a:lnTo>
                  <a:lnTo>
                    <a:pt x="652762" y="373295"/>
                  </a:lnTo>
                  <a:lnTo>
                    <a:pt x="653235" y="373589"/>
                  </a:lnTo>
                  <a:lnTo>
                    <a:pt x="653506" y="374118"/>
                  </a:lnTo>
                  <a:lnTo>
                    <a:pt x="653526" y="374293"/>
                  </a:lnTo>
                  <a:lnTo>
                    <a:pt x="653470" y="375038"/>
                  </a:lnTo>
                  <a:lnTo>
                    <a:pt x="653440" y="375269"/>
                  </a:lnTo>
                  <a:lnTo>
                    <a:pt x="653515" y="375404"/>
                  </a:lnTo>
                  <a:lnTo>
                    <a:pt x="653176" y="376143"/>
                  </a:lnTo>
                  <a:lnTo>
                    <a:pt x="652923" y="376141"/>
                  </a:lnTo>
                  <a:lnTo>
                    <a:pt x="652515" y="376490"/>
                  </a:lnTo>
                  <a:lnTo>
                    <a:pt x="652285" y="376793"/>
                  </a:lnTo>
                  <a:lnTo>
                    <a:pt x="652334" y="377203"/>
                  </a:lnTo>
                  <a:lnTo>
                    <a:pt x="652461" y="377406"/>
                  </a:lnTo>
                  <a:lnTo>
                    <a:pt x="652769" y="377726"/>
                  </a:lnTo>
                  <a:lnTo>
                    <a:pt x="653020" y="377912"/>
                  </a:lnTo>
                  <a:lnTo>
                    <a:pt x="653172" y="377995"/>
                  </a:lnTo>
                  <a:lnTo>
                    <a:pt x="653323" y="378070"/>
                  </a:lnTo>
                  <a:lnTo>
                    <a:pt x="653046" y="378698"/>
                  </a:lnTo>
                  <a:lnTo>
                    <a:pt x="652319" y="378583"/>
                  </a:lnTo>
                  <a:lnTo>
                    <a:pt x="652013" y="378672"/>
                  </a:lnTo>
                  <a:lnTo>
                    <a:pt x="651788" y="378618"/>
                  </a:lnTo>
                  <a:lnTo>
                    <a:pt x="651320" y="378821"/>
                  </a:lnTo>
                  <a:lnTo>
                    <a:pt x="651143" y="379049"/>
                  </a:lnTo>
                  <a:lnTo>
                    <a:pt x="650896" y="379267"/>
                  </a:lnTo>
                  <a:lnTo>
                    <a:pt x="650729" y="379459"/>
                  </a:lnTo>
                  <a:lnTo>
                    <a:pt x="650646" y="379588"/>
                  </a:lnTo>
                  <a:lnTo>
                    <a:pt x="650548" y="379730"/>
                  </a:lnTo>
                  <a:lnTo>
                    <a:pt x="650366" y="380229"/>
                  </a:lnTo>
                  <a:lnTo>
                    <a:pt x="650360" y="380553"/>
                  </a:lnTo>
                  <a:lnTo>
                    <a:pt x="650394" y="380845"/>
                  </a:lnTo>
                  <a:lnTo>
                    <a:pt x="650304" y="381214"/>
                  </a:lnTo>
                  <a:lnTo>
                    <a:pt x="650039" y="381474"/>
                  </a:lnTo>
                  <a:lnTo>
                    <a:pt x="650535" y="381973"/>
                  </a:lnTo>
                  <a:lnTo>
                    <a:pt x="650767" y="381965"/>
                  </a:lnTo>
                  <a:lnTo>
                    <a:pt x="650904" y="381975"/>
                  </a:lnTo>
                  <a:lnTo>
                    <a:pt x="651424" y="382290"/>
                  </a:lnTo>
                  <a:lnTo>
                    <a:pt x="651920" y="382432"/>
                  </a:lnTo>
                  <a:lnTo>
                    <a:pt x="651846" y="382676"/>
                  </a:lnTo>
                  <a:lnTo>
                    <a:pt x="651774" y="382866"/>
                  </a:lnTo>
                  <a:lnTo>
                    <a:pt x="651787" y="383185"/>
                  </a:lnTo>
                  <a:lnTo>
                    <a:pt x="651947" y="383380"/>
                  </a:lnTo>
                  <a:lnTo>
                    <a:pt x="652308" y="383745"/>
                  </a:lnTo>
                  <a:lnTo>
                    <a:pt x="652445" y="384046"/>
                  </a:lnTo>
                  <a:lnTo>
                    <a:pt x="652295" y="384367"/>
                  </a:lnTo>
                  <a:lnTo>
                    <a:pt x="652463" y="384821"/>
                  </a:lnTo>
                  <a:lnTo>
                    <a:pt x="652593" y="385102"/>
                  </a:lnTo>
                  <a:lnTo>
                    <a:pt x="652855" y="385644"/>
                  </a:lnTo>
                  <a:lnTo>
                    <a:pt x="653131" y="386159"/>
                  </a:lnTo>
                  <a:lnTo>
                    <a:pt x="653450" y="386295"/>
                  </a:lnTo>
                  <a:lnTo>
                    <a:pt x="653638" y="387216"/>
                  </a:lnTo>
                  <a:lnTo>
                    <a:pt x="653708" y="387456"/>
                  </a:lnTo>
                  <a:lnTo>
                    <a:pt x="654048" y="387646"/>
                  </a:lnTo>
                  <a:lnTo>
                    <a:pt x="654427" y="387762"/>
                  </a:lnTo>
                  <a:lnTo>
                    <a:pt x="654753" y="387888"/>
                  </a:lnTo>
                  <a:lnTo>
                    <a:pt x="654952" y="388131"/>
                  </a:lnTo>
                  <a:lnTo>
                    <a:pt x="654987" y="388384"/>
                  </a:lnTo>
                  <a:lnTo>
                    <a:pt x="655121" y="388512"/>
                  </a:lnTo>
                  <a:lnTo>
                    <a:pt x="655595" y="388992"/>
                  </a:lnTo>
                  <a:lnTo>
                    <a:pt x="655771" y="389171"/>
                  </a:lnTo>
                  <a:lnTo>
                    <a:pt x="655968" y="389755"/>
                  </a:lnTo>
                  <a:lnTo>
                    <a:pt x="656847" y="390099"/>
                  </a:lnTo>
                  <a:lnTo>
                    <a:pt x="657530" y="390178"/>
                  </a:lnTo>
                  <a:lnTo>
                    <a:pt x="657976" y="390122"/>
                  </a:lnTo>
                  <a:lnTo>
                    <a:pt x="658194" y="390010"/>
                  </a:lnTo>
                  <a:lnTo>
                    <a:pt x="658469" y="389780"/>
                  </a:lnTo>
                  <a:lnTo>
                    <a:pt x="658530" y="389481"/>
                  </a:lnTo>
                  <a:lnTo>
                    <a:pt x="658526" y="389037"/>
                  </a:lnTo>
                  <a:lnTo>
                    <a:pt x="658679" y="388844"/>
                  </a:lnTo>
                  <a:lnTo>
                    <a:pt x="659041" y="388904"/>
                  </a:lnTo>
                  <a:lnTo>
                    <a:pt x="659230" y="388922"/>
                  </a:lnTo>
                  <a:lnTo>
                    <a:pt x="659568" y="388851"/>
                  </a:lnTo>
                  <a:lnTo>
                    <a:pt x="659722" y="388619"/>
                  </a:lnTo>
                  <a:lnTo>
                    <a:pt x="659955" y="388187"/>
                  </a:lnTo>
                  <a:lnTo>
                    <a:pt x="664076" y="389103"/>
                  </a:lnTo>
                  <a:lnTo>
                    <a:pt x="664727" y="389164"/>
                  </a:lnTo>
                  <a:lnTo>
                    <a:pt x="665898" y="389567"/>
                  </a:lnTo>
                  <a:lnTo>
                    <a:pt x="666099" y="389661"/>
                  </a:lnTo>
                  <a:lnTo>
                    <a:pt x="666239" y="389801"/>
                  </a:lnTo>
                  <a:lnTo>
                    <a:pt x="666620" y="390299"/>
                  </a:lnTo>
                  <a:lnTo>
                    <a:pt x="666658" y="390481"/>
                  </a:lnTo>
                  <a:lnTo>
                    <a:pt x="666697" y="390688"/>
                  </a:lnTo>
                  <a:lnTo>
                    <a:pt x="666769" y="390989"/>
                  </a:lnTo>
                  <a:lnTo>
                    <a:pt x="667016" y="391676"/>
                  </a:lnTo>
                  <a:lnTo>
                    <a:pt x="667166" y="391985"/>
                  </a:lnTo>
                  <a:lnTo>
                    <a:pt x="667560" y="392453"/>
                  </a:lnTo>
                  <a:lnTo>
                    <a:pt x="667938" y="392700"/>
                  </a:lnTo>
                  <a:lnTo>
                    <a:pt x="668339" y="392441"/>
                  </a:lnTo>
                  <a:lnTo>
                    <a:pt x="668990" y="391529"/>
                  </a:lnTo>
                  <a:lnTo>
                    <a:pt x="669044" y="390980"/>
                  </a:lnTo>
                  <a:lnTo>
                    <a:pt x="668952" y="390483"/>
                  </a:lnTo>
                  <a:lnTo>
                    <a:pt x="669008" y="390170"/>
                  </a:lnTo>
                  <a:lnTo>
                    <a:pt x="669438" y="389128"/>
                  </a:lnTo>
                  <a:lnTo>
                    <a:pt x="669629" y="388684"/>
                  </a:lnTo>
                  <a:lnTo>
                    <a:pt x="670031" y="388179"/>
                  </a:lnTo>
                  <a:lnTo>
                    <a:pt x="670815" y="386749"/>
                  </a:lnTo>
                  <a:lnTo>
                    <a:pt x="670968" y="386684"/>
                  </a:lnTo>
                  <a:lnTo>
                    <a:pt x="671604" y="386575"/>
                  </a:lnTo>
                  <a:lnTo>
                    <a:pt x="671754" y="386579"/>
                  </a:lnTo>
                  <a:lnTo>
                    <a:pt x="672853" y="386646"/>
                  </a:lnTo>
                  <a:lnTo>
                    <a:pt x="673635" y="386694"/>
                  </a:lnTo>
                  <a:lnTo>
                    <a:pt x="674076" y="386769"/>
                  </a:lnTo>
                  <a:lnTo>
                    <a:pt x="674429" y="387243"/>
                  </a:lnTo>
                  <a:lnTo>
                    <a:pt x="674387" y="387631"/>
                  </a:lnTo>
                  <a:lnTo>
                    <a:pt x="674339" y="387811"/>
                  </a:lnTo>
                  <a:lnTo>
                    <a:pt x="674335" y="388180"/>
                  </a:lnTo>
                  <a:lnTo>
                    <a:pt x="674737" y="388677"/>
                  </a:lnTo>
                  <a:lnTo>
                    <a:pt x="674892" y="388869"/>
                  </a:lnTo>
                  <a:lnTo>
                    <a:pt x="675865" y="389881"/>
                  </a:lnTo>
                  <a:lnTo>
                    <a:pt x="676186" y="390288"/>
                  </a:lnTo>
                  <a:lnTo>
                    <a:pt x="676432" y="390473"/>
                  </a:lnTo>
                  <a:lnTo>
                    <a:pt x="676604" y="390517"/>
                  </a:lnTo>
                  <a:lnTo>
                    <a:pt x="676802" y="390514"/>
                  </a:lnTo>
                  <a:lnTo>
                    <a:pt x="677444" y="390953"/>
                  </a:lnTo>
                  <a:lnTo>
                    <a:pt x="678508" y="391322"/>
                  </a:lnTo>
                  <a:lnTo>
                    <a:pt x="678834" y="391592"/>
                  </a:lnTo>
                  <a:lnTo>
                    <a:pt x="678880" y="391828"/>
                  </a:lnTo>
                  <a:lnTo>
                    <a:pt x="679221" y="391975"/>
                  </a:lnTo>
                  <a:lnTo>
                    <a:pt x="679396" y="392015"/>
                  </a:lnTo>
                  <a:lnTo>
                    <a:pt x="679788" y="392016"/>
                  </a:lnTo>
                  <a:lnTo>
                    <a:pt x="679922" y="391990"/>
                  </a:lnTo>
                  <a:lnTo>
                    <a:pt x="680064" y="392052"/>
                  </a:lnTo>
                  <a:lnTo>
                    <a:pt x="680257" y="392210"/>
                  </a:lnTo>
                  <a:lnTo>
                    <a:pt x="680403" y="392420"/>
                  </a:lnTo>
                  <a:lnTo>
                    <a:pt x="680422" y="392733"/>
                  </a:lnTo>
                  <a:lnTo>
                    <a:pt x="680396" y="392964"/>
                  </a:lnTo>
                  <a:lnTo>
                    <a:pt x="680416" y="393116"/>
                  </a:lnTo>
                  <a:lnTo>
                    <a:pt x="680522" y="393674"/>
                  </a:lnTo>
                  <a:lnTo>
                    <a:pt x="680610" y="393919"/>
                  </a:lnTo>
                  <a:lnTo>
                    <a:pt x="680540" y="394755"/>
                  </a:lnTo>
                  <a:lnTo>
                    <a:pt x="680520" y="395535"/>
                  </a:lnTo>
                  <a:lnTo>
                    <a:pt x="680591" y="395864"/>
                  </a:lnTo>
                  <a:lnTo>
                    <a:pt x="680676" y="396093"/>
                  </a:lnTo>
                  <a:lnTo>
                    <a:pt x="680824" y="396215"/>
                  </a:lnTo>
                  <a:lnTo>
                    <a:pt x="680994" y="396254"/>
                  </a:lnTo>
                  <a:lnTo>
                    <a:pt x="681404" y="396197"/>
                  </a:lnTo>
                  <a:lnTo>
                    <a:pt x="681694" y="396073"/>
                  </a:lnTo>
                  <a:lnTo>
                    <a:pt x="682043" y="395990"/>
                  </a:lnTo>
                  <a:lnTo>
                    <a:pt x="682319" y="396004"/>
                  </a:lnTo>
                  <a:lnTo>
                    <a:pt x="682344" y="396174"/>
                  </a:lnTo>
                  <a:lnTo>
                    <a:pt x="682680" y="396315"/>
                  </a:lnTo>
                  <a:lnTo>
                    <a:pt x="682877" y="396164"/>
                  </a:lnTo>
                  <a:lnTo>
                    <a:pt x="683040" y="395777"/>
                  </a:lnTo>
                  <a:lnTo>
                    <a:pt x="683008" y="395539"/>
                  </a:lnTo>
                  <a:lnTo>
                    <a:pt x="683448" y="395138"/>
                  </a:lnTo>
                  <a:lnTo>
                    <a:pt x="683426" y="394676"/>
                  </a:lnTo>
                  <a:lnTo>
                    <a:pt x="683383" y="394367"/>
                  </a:lnTo>
                  <a:lnTo>
                    <a:pt x="683317" y="394078"/>
                  </a:lnTo>
                  <a:lnTo>
                    <a:pt x="683364" y="393905"/>
                  </a:lnTo>
                  <a:lnTo>
                    <a:pt x="683607" y="393739"/>
                  </a:lnTo>
                  <a:lnTo>
                    <a:pt x="683878" y="393732"/>
                  </a:lnTo>
                  <a:lnTo>
                    <a:pt x="684284" y="393644"/>
                  </a:lnTo>
                  <a:lnTo>
                    <a:pt x="684400" y="393317"/>
                  </a:lnTo>
                  <a:lnTo>
                    <a:pt x="684314" y="393181"/>
                  </a:lnTo>
                  <a:lnTo>
                    <a:pt x="684233" y="392820"/>
                  </a:lnTo>
                  <a:lnTo>
                    <a:pt x="684427" y="392509"/>
                  </a:lnTo>
                  <a:lnTo>
                    <a:pt x="684451" y="391994"/>
                  </a:lnTo>
                  <a:lnTo>
                    <a:pt x="684109" y="391521"/>
                  </a:lnTo>
                  <a:lnTo>
                    <a:pt x="683767" y="391159"/>
                  </a:lnTo>
                  <a:lnTo>
                    <a:pt x="683734" y="390864"/>
                  </a:lnTo>
                  <a:lnTo>
                    <a:pt x="683374" y="390572"/>
                  </a:lnTo>
                  <a:lnTo>
                    <a:pt x="683280" y="390343"/>
                  </a:lnTo>
                  <a:lnTo>
                    <a:pt x="683349" y="390020"/>
                  </a:lnTo>
                  <a:lnTo>
                    <a:pt x="683668" y="389740"/>
                  </a:lnTo>
                  <a:lnTo>
                    <a:pt x="682825" y="389099"/>
                  </a:lnTo>
                  <a:lnTo>
                    <a:pt x="682677" y="389011"/>
                  </a:lnTo>
                  <a:lnTo>
                    <a:pt x="682122" y="388749"/>
                  </a:lnTo>
                  <a:lnTo>
                    <a:pt x="681840" y="388663"/>
                  </a:lnTo>
                  <a:lnTo>
                    <a:pt x="681659" y="388666"/>
                  </a:lnTo>
                  <a:lnTo>
                    <a:pt x="681530" y="388560"/>
                  </a:lnTo>
                  <a:lnTo>
                    <a:pt x="681533" y="388418"/>
                  </a:lnTo>
                  <a:lnTo>
                    <a:pt x="681573" y="388236"/>
                  </a:lnTo>
                  <a:lnTo>
                    <a:pt x="681678" y="388000"/>
                  </a:lnTo>
                  <a:lnTo>
                    <a:pt x="681756" y="387715"/>
                  </a:lnTo>
                  <a:lnTo>
                    <a:pt x="681687" y="387201"/>
                  </a:lnTo>
                  <a:lnTo>
                    <a:pt x="681622" y="386935"/>
                  </a:lnTo>
                  <a:lnTo>
                    <a:pt x="681501" y="386612"/>
                  </a:lnTo>
                  <a:lnTo>
                    <a:pt x="681788" y="385922"/>
                  </a:lnTo>
                  <a:lnTo>
                    <a:pt x="682460" y="385793"/>
                  </a:lnTo>
                  <a:lnTo>
                    <a:pt x="682567" y="385633"/>
                  </a:lnTo>
                  <a:lnTo>
                    <a:pt x="682696" y="385314"/>
                  </a:lnTo>
                  <a:lnTo>
                    <a:pt x="682736" y="385040"/>
                  </a:lnTo>
                  <a:lnTo>
                    <a:pt x="682980" y="384123"/>
                  </a:lnTo>
                  <a:lnTo>
                    <a:pt x="682846" y="384081"/>
                  </a:lnTo>
                  <a:lnTo>
                    <a:pt x="682606" y="384044"/>
                  </a:lnTo>
                  <a:lnTo>
                    <a:pt x="682366" y="383783"/>
                  </a:lnTo>
                  <a:lnTo>
                    <a:pt x="681971" y="382946"/>
                  </a:lnTo>
                  <a:lnTo>
                    <a:pt x="682155" y="382841"/>
                  </a:lnTo>
                  <a:lnTo>
                    <a:pt x="682734" y="382934"/>
                  </a:lnTo>
                  <a:lnTo>
                    <a:pt x="683165" y="382862"/>
                  </a:lnTo>
                  <a:lnTo>
                    <a:pt x="683897" y="382336"/>
                  </a:lnTo>
                  <a:lnTo>
                    <a:pt x="683992" y="381971"/>
                  </a:lnTo>
                  <a:lnTo>
                    <a:pt x="684146" y="381859"/>
                  </a:lnTo>
                  <a:lnTo>
                    <a:pt x="684613" y="381893"/>
                  </a:lnTo>
                  <a:lnTo>
                    <a:pt x="685113" y="382170"/>
                  </a:lnTo>
                  <a:lnTo>
                    <a:pt x="685512" y="382230"/>
                  </a:lnTo>
                  <a:lnTo>
                    <a:pt x="686025" y="382262"/>
                  </a:lnTo>
                  <a:lnTo>
                    <a:pt x="688399" y="382395"/>
                  </a:lnTo>
                  <a:lnTo>
                    <a:pt x="688766" y="382182"/>
                  </a:lnTo>
                  <a:lnTo>
                    <a:pt x="688889" y="382016"/>
                  </a:lnTo>
                  <a:lnTo>
                    <a:pt x="689683" y="382130"/>
                  </a:lnTo>
                  <a:lnTo>
                    <a:pt x="689787" y="382334"/>
                  </a:lnTo>
                  <a:lnTo>
                    <a:pt x="690234" y="383542"/>
                  </a:lnTo>
                  <a:lnTo>
                    <a:pt x="690254" y="383672"/>
                  </a:lnTo>
                  <a:lnTo>
                    <a:pt x="690223" y="383818"/>
                  </a:lnTo>
                  <a:lnTo>
                    <a:pt x="690147" y="384244"/>
                  </a:lnTo>
                  <a:lnTo>
                    <a:pt x="690330" y="384579"/>
                  </a:lnTo>
                  <a:lnTo>
                    <a:pt x="690449" y="385105"/>
                  </a:lnTo>
                  <a:lnTo>
                    <a:pt x="690458" y="385483"/>
                  </a:lnTo>
                  <a:lnTo>
                    <a:pt x="690692" y="386058"/>
                  </a:lnTo>
                  <a:lnTo>
                    <a:pt x="691024" y="386174"/>
                  </a:lnTo>
                  <a:lnTo>
                    <a:pt x="691187" y="386207"/>
                  </a:lnTo>
                  <a:lnTo>
                    <a:pt x="691340" y="386464"/>
                  </a:lnTo>
                  <a:lnTo>
                    <a:pt x="691408" y="386726"/>
                  </a:lnTo>
                  <a:lnTo>
                    <a:pt x="691384" y="387099"/>
                  </a:lnTo>
                  <a:lnTo>
                    <a:pt x="691429" y="387409"/>
                  </a:lnTo>
                  <a:lnTo>
                    <a:pt x="691487" y="387560"/>
                  </a:lnTo>
                  <a:lnTo>
                    <a:pt x="691617" y="387718"/>
                  </a:lnTo>
                  <a:lnTo>
                    <a:pt x="692530" y="388378"/>
                  </a:lnTo>
                  <a:lnTo>
                    <a:pt x="692755" y="388646"/>
                  </a:lnTo>
                  <a:lnTo>
                    <a:pt x="693027" y="388857"/>
                  </a:lnTo>
                  <a:lnTo>
                    <a:pt x="693200" y="388887"/>
                  </a:lnTo>
                  <a:lnTo>
                    <a:pt x="693512" y="389005"/>
                  </a:lnTo>
                  <a:lnTo>
                    <a:pt x="693756" y="389148"/>
                  </a:lnTo>
                  <a:lnTo>
                    <a:pt x="693842" y="389279"/>
                  </a:lnTo>
                  <a:lnTo>
                    <a:pt x="694348" y="389613"/>
                  </a:lnTo>
                  <a:lnTo>
                    <a:pt x="694590" y="389678"/>
                  </a:lnTo>
                  <a:lnTo>
                    <a:pt x="694978" y="389974"/>
                  </a:lnTo>
                  <a:lnTo>
                    <a:pt x="695144" y="390312"/>
                  </a:lnTo>
                  <a:lnTo>
                    <a:pt x="695333" y="390391"/>
                  </a:lnTo>
                  <a:lnTo>
                    <a:pt x="695721" y="390613"/>
                  </a:lnTo>
                  <a:lnTo>
                    <a:pt x="695977" y="390808"/>
                  </a:lnTo>
                  <a:lnTo>
                    <a:pt x="696188" y="391052"/>
                  </a:lnTo>
                  <a:lnTo>
                    <a:pt x="696692" y="391337"/>
                  </a:lnTo>
                  <a:lnTo>
                    <a:pt x="696879" y="391275"/>
                  </a:lnTo>
                  <a:lnTo>
                    <a:pt x="697827" y="390673"/>
                  </a:lnTo>
                  <a:lnTo>
                    <a:pt x="698195" y="390424"/>
                  </a:lnTo>
                  <a:lnTo>
                    <a:pt x="698471" y="390237"/>
                  </a:lnTo>
                  <a:lnTo>
                    <a:pt x="698701" y="390448"/>
                  </a:lnTo>
                  <a:lnTo>
                    <a:pt x="698872" y="390851"/>
                  </a:lnTo>
                  <a:lnTo>
                    <a:pt x="699199" y="391156"/>
                  </a:lnTo>
                  <a:lnTo>
                    <a:pt x="699675" y="391477"/>
                  </a:lnTo>
                  <a:lnTo>
                    <a:pt x="700180" y="391622"/>
                  </a:lnTo>
                  <a:lnTo>
                    <a:pt x="700608" y="391250"/>
                  </a:lnTo>
                  <a:lnTo>
                    <a:pt x="700492" y="390998"/>
                  </a:lnTo>
                  <a:lnTo>
                    <a:pt x="700534" y="390688"/>
                  </a:lnTo>
                  <a:lnTo>
                    <a:pt x="700805" y="390628"/>
                  </a:lnTo>
                  <a:lnTo>
                    <a:pt x="701078" y="390741"/>
                  </a:lnTo>
                  <a:lnTo>
                    <a:pt x="701539" y="390978"/>
                  </a:lnTo>
                  <a:lnTo>
                    <a:pt x="701692" y="391164"/>
                  </a:lnTo>
                  <a:lnTo>
                    <a:pt x="701762" y="391350"/>
                  </a:lnTo>
                  <a:lnTo>
                    <a:pt x="702002" y="391648"/>
                  </a:lnTo>
                  <a:lnTo>
                    <a:pt x="702198" y="391799"/>
                  </a:lnTo>
                  <a:lnTo>
                    <a:pt x="702516" y="392378"/>
                  </a:lnTo>
                  <a:lnTo>
                    <a:pt x="702911" y="392731"/>
                  </a:lnTo>
                  <a:lnTo>
                    <a:pt x="703106" y="392853"/>
                  </a:lnTo>
                  <a:lnTo>
                    <a:pt x="703535" y="393023"/>
                  </a:lnTo>
                  <a:lnTo>
                    <a:pt x="703934" y="392974"/>
                  </a:lnTo>
                  <a:lnTo>
                    <a:pt x="704579" y="393027"/>
                  </a:lnTo>
                  <a:lnTo>
                    <a:pt x="704913" y="392523"/>
                  </a:lnTo>
                  <a:lnTo>
                    <a:pt x="704903" y="392350"/>
                  </a:lnTo>
                  <a:lnTo>
                    <a:pt x="705143" y="391949"/>
                  </a:lnTo>
                  <a:lnTo>
                    <a:pt x="705493" y="391757"/>
                  </a:lnTo>
                  <a:lnTo>
                    <a:pt x="705794" y="391733"/>
                  </a:lnTo>
                  <a:lnTo>
                    <a:pt x="706104" y="391812"/>
                  </a:lnTo>
                  <a:lnTo>
                    <a:pt x="706365" y="391829"/>
                  </a:lnTo>
                  <a:lnTo>
                    <a:pt x="706864" y="391381"/>
                  </a:lnTo>
                  <a:lnTo>
                    <a:pt x="707201" y="390833"/>
                  </a:lnTo>
                  <a:lnTo>
                    <a:pt x="707174" y="390657"/>
                  </a:lnTo>
                  <a:lnTo>
                    <a:pt x="706766" y="390042"/>
                  </a:lnTo>
                  <a:lnTo>
                    <a:pt x="706363" y="389974"/>
                  </a:lnTo>
                  <a:lnTo>
                    <a:pt x="705988" y="389065"/>
                  </a:lnTo>
                  <a:lnTo>
                    <a:pt x="705579" y="388751"/>
                  </a:lnTo>
                  <a:lnTo>
                    <a:pt x="705533" y="388206"/>
                  </a:lnTo>
                  <a:lnTo>
                    <a:pt x="705561" y="387799"/>
                  </a:lnTo>
                  <a:lnTo>
                    <a:pt x="705373" y="387572"/>
                  </a:lnTo>
                  <a:lnTo>
                    <a:pt x="704384" y="386824"/>
                  </a:lnTo>
                  <a:lnTo>
                    <a:pt x="704237" y="386576"/>
                  </a:lnTo>
                  <a:lnTo>
                    <a:pt x="704115" y="385896"/>
                  </a:lnTo>
                  <a:lnTo>
                    <a:pt x="704035" y="385099"/>
                  </a:lnTo>
                  <a:lnTo>
                    <a:pt x="704069" y="384798"/>
                  </a:lnTo>
                  <a:lnTo>
                    <a:pt x="704177" y="384520"/>
                  </a:lnTo>
                  <a:lnTo>
                    <a:pt x="704365" y="384475"/>
                  </a:lnTo>
                  <a:lnTo>
                    <a:pt x="704861" y="384457"/>
                  </a:lnTo>
                  <a:lnTo>
                    <a:pt x="705274" y="384466"/>
                  </a:lnTo>
                  <a:lnTo>
                    <a:pt x="705430" y="384444"/>
                  </a:lnTo>
                  <a:lnTo>
                    <a:pt x="705472" y="384215"/>
                  </a:lnTo>
                  <a:lnTo>
                    <a:pt x="705625" y="383856"/>
                  </a:lnTo>
                  <a:lnTo>
                    <a:pt x="705987" y="383481"/>
                  </a:lnTo>
                  <a:lnTo>
                    <a:pt x="705926" y="383056"/>
                  </a:lnTo>
                  <a:lnTo>
                    <a:pt x="705567" y="382800"/>
                  </a:lnTo>
                  <a:lnTo>
                    <a:pt x="705183" y="382700"/>
                  </a:lnTo>
                  <a:lnTo>
                    <a:pt x="705015" y="382561"/>
                  </a:lnTo>
                  <a:lnTo>
                    <a:pt x="704733" y="382004"/>
                  </a:lnTo>
                  <a:lnTo>
                    <a:pt x="704766" y="381721"/>
                  </a:lnTo>
                  <a:lnTo>
                    <a:pt x="704649" y="381461"/>
                  </a:lnTo>
                  <a:lnTo>
                    <a:pt x="704478" y="381316"/>
                  </a:lnTo>
                  <a:lnTo>
                    <a:pt x="703932" y="381179"/>
                  </a:lnTo>
                  <a:lnTo>
                    <a:pt x="703730" y="380497"/>
                  </a:lnTo>
                  <a:lnTo>
                    <a:pt x="703559" y="380095"/>
                  </a:lnTo>
                  <a:lnTo>
                    <a:pt x="703250" y="379643"/>
                  </a:lnTo>
                  <a:lnTo>
                    <a:pt x="703297" y="379135"/>
                  </a:lnTo>
                  <a:lnTo>
                    <a:pt x="703337" y="378966"/>
                  </a:lnTo>
                  <a:lnTo>
                    <a:pt x="703318" y="378592"/>
                  </a:lnTo>
                  <a:lnTo>
                    <a:pt x="703090" y="378453"/>
                  </a:lnTo>
                  <a:lnTo>
                    <a:pt x="702504" y="377923"/>
                  </a:lnTo>
                  <a:lnTo>
                    <a:pt x="702674" y="377660"/>
                  </a:lnTo>
                  <a:lnTo>
                    <a:pt x="703184" y="377773"/>
                  </a:lnTo>
                  <a:lnTo>
                    <a:pt x="703297" y="377917"/>
                  </a:lnTo>
                  <a:lnTo>
                    <a:pt x="703596" y="378127"/>
                  </a:lnTo>
                  <a:lnTo>
                    <a:pt x="703814" y="378077"/>
                  </a:lnTo>
                  <a:lnTo>
                    <a:pt x="704388" y="378235"/>
                  </a:lnTo>
                  <a:lnTo>
                    <a:pt x="704604" y="378224"/>
                  </a:lnTo>
                  <a:lnTo>
                    <a:pt x="704971" y="378121"/>
                  </a:lnTo>
                  <a:lnTo>
                    <a:pt x="705338" y="377828"/>
                  </a:lnTo>
                  <a:lnTo>
                    <a:pt x="706082" y="378191"/>
                  </a:lnTo>
                  <a:lnTo>
                    <a:pt x="706576" y="378513"/>
                  </a:lnTo>
                  <a:lnTo>
                    <a:pt x="707414" y="379195"/>
                  </a:lnTo>
                  <a:lnTo>
                    <a:pt x="707399" y="379498"/>
                  </a:lnTo>
                  <a:lnTo>
                    <a:pt x="707453" y="379710"/>
                  </a:lnTo>
                  <a:lnTo>
                    <a:pt x="707628" y="379933"/>
                  </a:lnTo>
                  <a:lnTo>
                    <a:pt x="707757" y="379917"/>
                  </a:lnTo>
                  <a:lnTo>
                    <a:pt x="708016" y="380071"/>
                  </a:lnTo>
                  <a:lnTo>
                    <a:pt x="708161" y="380240"/>
                  </a:lnTo>
                  <a:lnTo>
                    <a:pt x="708302" y="379959"/>
                  </a:lnTo>
                  <a:lnTo>
                    <a:pt x="708181" y="379654"/>
                  </a:lnTo>
                  <a:lnTo>
                    <a:pt x="708045" y="379198"/>
                  </a:lnTo>
                  <a:lnTo>
                    <a:pt x="708126" y="378845"/>
                  </a:lnTo>
                  <a:lnTo>
                    <a:pt x="708263" y="378887"/>
                  </a:lnTo>
                  <a:lnTo>
                    <a:pt x="709103" y="378145"/>
                  </a:lnTo>
                  <a:lnTo>
                    <a:pt x="709254" y="378050"/>
                  </a:lnTo>
                  <a:lnTo>
                    <a:pt x="709504" y="378272"/>
                  </a:lnTo>
                  <a:lnTo>
                    <a:pt x="709897" y="378611"/>
                  </a:lnTo>
                  <a:lnTo>
                    <a:pt x="710406" y="378903"/>
                  </a:lnTo>
                  <a:lnTo>
                    <a:pt x="711141" y="379202"/>
                  </a:lnTo>
                  <a:lnTo>
                    <a:pt x="711621" y="378970"/>
                  </a:lnTo>
                  <a:lnTo>
                    <a:pt x="711753" y="378601"/>
                  </a:lnTo>
                  <a:lnTo>
                    <a:pt x="712040" y="378312"/>
                  </a:lnTo>
                  <a:lnTo>
                    <a:pt x="711986" y="378043"/>
                  </a:lnTo>
                  <a:lnTo>
                    <a:pt x="711614" y="377787"/>
                  </a:lnTo>
                  <a:lnTo>
                    <a:pt x="711449" y="377741"/>
                  </a:lnTo>
                  <a:lnTo>
                    <a:pt x="711118" y="377517"/>
                  </a:lnTo>
                  <a:lnTo>
                    <a:pt x="711071" y="377353"/>
                  </a:lnTo>
                  <a:lnTo>
                    <a:pt x="710814" y="376850"/>
                  </a:lnTo>
                  <a:lnTo>
                    <a:pt x="710924" y="376499"/>
                  </a:lnTo>
                  <a:lnTo>
                    <a:pt x="711162" y="376287"/>
                  </a:lnTo>
                  <a:lnTo>
                    <a:pt x="711441" y="376053"/>
                  </a:lnTo>
                  <a:lnTo>
                    <a:pt x="711695" y="375953"/>
                  </a:lnTo>
                  <a:lnTo>
                    <a:pt x="712027" y="375847"/>
                  </a:lnTo>
                  <a:lnTo>
                    <a:pt x="712510" y="375844"/>
                  </a:lnTo>
                  <a:lnTo>
                    <a:pt x="712894" y="375900"/>
                  </a:lnTo>
                  <a:lnTo>
                    <a:pt x="713183" y="375822"/>
                  </a:lnTo>
                  <a:lnTo>
                    <a:pt x="713859" y="376070"/>
                  </a:lnTo>
                  <a:lnTo>
                    <a:pt x="714015" y="376329"/>
                  </a:lnTo>
                  <a:lnTo>
                    <a:pt x="714478" y="376577"/>
                  </a:lnTo>
                  <a:lnTo>
                    <a:pt x="714854" y="376600"/>
                  </a:lnTo>
                  <a:lnTo>
                    <a:pt x="715059" y="376572"/>
                  </a:lnTo>
                  <a:lnTo>
                    <a:pt x="715567" y="376754"/>
                  </a:lnTo>
                  <a:lnTo>
                    <a:pt x="715695" y="376749"/>
                  </a:lnTo>
                  <a:lnTo>
                    <a:pt x="715959" y="376735"/>
                  </a:lnTo>
                  <a:lnTo>
                    <a:pt x="716346" y="376614"/>
                  </a:lnTo>
                  <a:lnTo>
                    <a:pt x="716503" y="376741"/>
                  </a:lnTo>
                  <a:lnTo>
                    <a:pt x="717121" y="377069"/>
                  </a:lnTo>
                  <a:lnTo>
                    <a:pt x="717600" y="376864"/>
                  </a:lnTo>
                  <a:lnTo>
                    <a:pt x="718005" y="376806"/>
                  </a:lnTo>
                  <a:lnTo>
                    <a:pt x="718532" y="376923"/>
                  </a:lnTo>
                  <a:lnTo>
                    <a:pt x="718852" y="376966"/>
                  </a:lnTo>
                  <a:lnTo>
                    <a:pt x="719336" y="377338"/>
                  </a:lnTo>
                  <a:lnTo>
                    <a:pt x="719470" y="377446"/>
                  </a:lnTo>
                  <a:lnTo>
                    <a:pt x="719850" y="377434"/>
                  </a:lnTo>
                  <a:lnTo>
                    <a:pt x="720017" y="377091"/>
                  </a:lnTo>
                  <a:lnTo>
                    <a:pt x="720264" y="376810"/>
                  </a:lnTo>
                  <a:lnTo>
                    <a:pt x="720921" y="376326"/>
                  </a:lnTo>
                  <a:lnTo>
                    <a:pt x="721302" y="376669"/>
                  </a:lnTo>
                  <a:lnTo>
                    <a:pt x="721561" y="376864"/>
                  </a:lnTo>
                  <a:lnTo>
                    <a:pt x="721720" y="376851"/>
                  </a:lnTo>
                  <a:lnTo>
                    <a:pt x="722383" y="376693"/>
                  </a:lnTo>
                  <a:lnTo>
                    <a:pt x="722434" y="376478"/>
                  </a:lnTo>
                  <a:lnTo>
                    <a:pt x="722297" y="375835"/>
                  </a:lnTo>
                  <a:lnTo>
                    <a:pt x="721782" y="375385"/>
                  </a:lnTo>
                  <a:lnTo>
                    <a:pt x="721462" y="375184"/>
                  </a:lnTo>
                  <a:lnTo>
                    <a:pt x="721191" y="374883"/>
                  </a:lnTo>
                  <a:lnTo>
                    <a:pt x="721069" y="374748"/>
                  </a:lnTo>
                  <a:lnTo>
                    <a:pt x="721300" y="374454"/>
                  </a:lnTo>
                  <a:lnTo>
                    <a:pt x="721532" y="374437"/>
                  </a:lnTo>
                  <a:lnTo>
                    <a:pt x="721649" y="374206"/>
                  </a:lnTo>
                  <a:lnTo>
                    <a:pt x="721837" y="373972"/>
                  </a:lnTo>
                  <a:lnTo>
                    <a:pt x="722219" y="374218"/>
                  </a:lnTo>
                  <a:lnTo>
                    <a:pt x="722615" y="375036"/>
                  </a:lnTo>
                  <a:lnTo>
                    <a:pt x="722771" y="375030"/>
                  </a:lnTo>
                  <a:lnTo>
                    <a:pt x="723034" y="375374"/>
                  </a:lnTo>
                  <a:lnTo>
                    <a:pt x="723347" y="375534"/>
                  </a:lnTo>
                  <a:lnTo>
                    <a:pt x="723976" y="375590"/>
                  </a:lnTo>
                  <a:lnTo>
                    <a:pt x="724140" y="375535"/>
                  </a:lnTo>
                  <a:lnTo>
                    <a:pt x="724981" y="375546"/>
                  </a:lnTo>
                  <a:lnTo>
                    <a:pt x="725173" y="375265"/>
                  </a:lnTo>
                  <a:lnTo>
                    <a:pt x="724897" y="374854"/>
                  </a:lnTo>
                  <a:lnTo>
                    <a:pt x="724636" y="374350"/>
                  </a:lnTo>
                  <a:lnTo>
                    <a:pt x="724776" y="373973"/>
                  </a:lnTo>
                  <a:lnTo>
                    <a:pt x="724931" y="373698"/>
                  </a:lnTo>
                  <a:lnTo>
                    <a:pt x="725400" y="372979"/>
                  </a:lnTo>
                  <a:lnTo>
                    <a:pt x="725151" y="372915"/>
                  </a:lnTo>
                  <a:lnTo>
                    <a:pt x="723784" y="372574"/>
                  </a:lnTo>
                  <a:lnTo>
                    <a:pt x="723723" y="371707"/>
                  </a:lnTo>
                  <a:lnTo>
                    <a:pt x="723626" y="371384"/>
                  </a:lnTo>
                  <a:lnTo>
                    <a:pt x="723503" y="370657"/>
                  </a:lnTo>
                  <a:lnTo>
                    <a:pt x="723663" y="370245"/>
                  </a:lnTo>
                  <a:lnTo>
                    <a:pt x="723770" y="369978"/>
                  </a:lnTo>
                  <a:lnTo>
                    <a:pt x="723853" y="369802"/>
                  </a:lnTo>
                  <a:lnTo>
                    <a:pt x="723930" y="369649"/>
                  </a:lnTo>
                  <a:lnTo>
                    <a:pt x="723959" y="369264"/>
                  </a:lnTo>
                  <a:lnTo>
                    <a:pt x="723985" y="369088"/>
                  </a:lnTo>
                  <a:lnTo>
                    <a:pt x="724047" y="368745"/>
                  </a:lnTo>
                  <a:lnTo>
                    <a:pt x="724142" y="368543"/>
                  </a:lnTo>
                  <a:lnTo>
                    <a:pt x="724173" y="367989"/>
                  </a:lnTo>
                  <a:lnTo>
                    <a:pt x="724287" y="367642"/>
                  </a:lnTo>
                  <a:lnTo>
                    <a:pt x="724378" y="367379"/>
                  </a:lnTo>
                  <a:lnTo>
                    <a:pt x="724465" y="366985"/>
                  </a:lnTo>
                  <a:lnTo>
                    <a:pt x="724497" y="366831"/>
                  </a:lnTo>
                  <a:lnTo>
                    <a:pt x="724527" y="366653"/>
                  </a:lnTo>
                  <a:lnTo>
                    <a:pt x="724516" y="366379"/>
                  </a:lnTo>
                  <a:lnTo>
                    <a:pt x="724972" y="365781"/>
                  </a:lnTo>
                  <a:lnTo>
                    <a:pt x="725151" y="365768"/>
                  </a:lnTo>
                  <a:lnTo>
                    <a:pt x="726036" y="365511"/>
                  </a:lnTo>
                  <a:lnTo>
                    <a:pt x="726262" y="365592"/>
                  </a:lnTo>
                  <a:lnTo>
                    <a:pt x="726564" y="365952"/>
                  </a:lnTo>
                  <a:lnTo>
                    <a:pt x="726516" y="366110"/>
                  </a:lnTo>
                  <a:lnTo>
                    <a:pt x="727146" y="366594"/>
                  </a:lnTo>
                  <a:lnTo>
                    <a:pt x="727720" y="366714"/>
                  </a:lnTo>
                  <a:lnTo>
                    <a:pt x="727933" y="366508"/>
                  </a:lnTo>
                  <a:lnTo>
                    <a:pt x="728155" y="366389"/>
                  </a:lnTo>
                  <a:lnTo>
                    <a:pt x="728674" y="365911"/>
                  </a:lnTo>
                  <a:lnTo>
                    <a:pt x="729187" y="365892"/>
                  </a:lnTo>
                  <a:lnTo>
                    <a:pt x="729386" y="365660"/>
                  </a:lnTo>
                  <a:lnTo>
                    <a:pt x="729386" y="365103"/>
                  </a:lnTo>
                  <a:lnTo>
                    <a:pt x="729294" y="364846"/>
                  </a:lnTo>
                  <a:lnTo>
                    <a:pt x="729441" y="364793"/>
                  </a:lnTo>
                  <a:lnTo>
                    <a:pt x="729451" y="364463"/>
                  </a:lnTo>
                  <a:lnTo>
                    <a:pt x="729277" y="363753"/>
                  </a:lnTo>
                  <a:lnTo>
                    <a:pt x="729375" y="363120"/>
                  </a:lnTo>
                  <a:lnTo>
                    <a:pt x="729345" y="362870"/>
                  </a:lnTo>
                  <a:lnTo>
                    <a:pt x="729289" y="362724"/>
                  </a:lnTo>
                  <a:lnTo>
                    <a:pt x="729110" y="362128"/>
                  </a:lnTo>
                  <a:lnTo>
                    <a:pt x="729007" y="361960"/>
                  </a:lnTo>
                  <a:lnTo>
                    <a:pt x="728804" y="361524"/>
                  </a:lnTo>
                  <a:lnTo>
                    <a:pt x="728762" y="361299"/>
                  </a:lnTo>
                  <a:lnTo>
                    <a:pt x="728754" y="361102"/>
                  </a:lnTo>
                  <a:lnTo>
                    <a:pt x="728532" y="360862"/>
                  </a:lnTo>
                  <a:lnTo>
                    <a:pt x="728428" y="360288"/>
                  </a:lnTo>
                  <a:lnTo>
                    <a:pt x="728054" y="359954"/>
                  </a:lnTo>
                  <a:lnTo>
                    <a:pt x="727864" y="359958"/>
                  </a:lnTo>
                  <a:lnTo>
                    <a:pt x="727316" y="359684"/>
                  </a:lnTo>
                  <a:lnTo>
                    <a:pt x="727007" y="359780"/>
                  </a:lnTo>
                  <a:lnTo>
                    <a:pt x="726708" y="359780"/>
                  </a:lnTo>
                  <a:lnTo>
                    <a:pt x="726483" y="359491"/>
                  </a:lnTo>
                  <a:lnTo>
                    <a:pt x="726443" y="359292"/>
                  </a:lnTo>
                  <a:lnTo>
                    <a:pt x="726572" y="359137"/>
                  </a:lnTo>
                  <a:lnTo>
                    <a:pt x="726683" y="358877"/>
                  </a:lnTo>
                  <a:lnTo>
                    <a:pt x="726721" y="358418"/>
                  </a:lnTo>
                  <a:lnTo>
                    <a:pt x="726933" y="358260"/>
                  </a:lnTo>
                  <a:lnTo>
                    <a:pt x="727206" y="358073"/>
                  </a:lnTo>
                  <a:lnTo>
                    <a:pt x="727455" y="357887"/>
                  </a:lnTo>
                  <a:lnTo>
                    <a:pt x="727813" y="357532"/>
                  </a:lnTo>
                  <a:lnTo>
                    <a:pt x="727908" y="357353"/>
                  </a:lnTo>
                  <a:lnTo>
                    <a:pt x="727946" y="357152"/>
                  </a:lnTo>
                  <a:lnTo>
                    <a:pt x="728019" y="356707"/>
                  </a:lnTo>
                  <a:lnTo>
                    <a:pt x="727857" y="356654"/>
                  </a:lnTo>
                  <a:lnTo>
                    <a:pt x="727723" y="356604"/>
                  </a:lnTo>
                  <a:lnTo>
                    <a:pt x="727559" y="356369"/>
                  </a:lnTo>
                  <a:lnTo>
                    <a:pt x="727269" y="356303"/>
                  </a:lnTo>
                  <a:lnTo>
                    <a:pt x="726664" y="356178"/>
                  </a:lnTo>
                  <a:lnTo>
                    <a:pt x="726156" y="355755"/>
                  </a:lnTo>
                  <a:lnTo>
                    <a:pt x="726080" y="355154"/>
                  </a:lnTo>
                  <a:lnTo>
                    <a:pt x="726163" y="354927"/>
                  </a:lnTo>
                  <a:lnTo>
                    <a:pt x="726227" y="354787"/>
                  </a:lnTo>
                  <a:lnTo>
                    <a:pt x="726491" y="354301"/>
                  </a:lnTo>
                  <a:lnTo>
                    <a:pt x="726742" y="354082"/>
                  </a:lnTo>
                  <a:lnTo>
                    <a:pt x="727066" y="354023"/>
                  </a:lnTo>
                  <a:lnTo>
                    <a:pt x="727187" y="354223"/>
                  </a:lnTo>
                  <a:lnTo>
                    <a:pt x="727411" y="354609"/>
                  </a:lnTo>
                  <a:lnTo>
                    <a:pt x="727807" y="354774"/>
                  </a:lnTo>
                  <a:lnTo>
                    <a:pt x="728445" y="354418"/>
                  </a:lnTo>
                  <a:lnTo>
                    <a:pt x="728600" y="354267"/>
                  </a:lnTo>
                  <a:lnTo>
                    <a:pt x="728844" y="354084"/>
                  </a:lnTo>
                  <a:lnTo>
                    <a:pt x="729069" y="354036"/>
                  </a:lnTo>
                  <a:lnTo>
                    <a:pt x="729153" y="353725"/>
                  </a:lnTo>
                  <a:lnTo>
                    <a:pt x="729220" y="353516"/>
                  </a:lnTo>
                  <a:lnTo>
                    <a:pt x="729511" y="353380"/>
                  </a:lnTo>
                  <a:lnTo>
                    <a:pt x="729772" y="353266"/>
                  </a:lnTo>
                  <a:lnTo>
                    <a:pt x="730008" y="353203"/>
                  </a:lnTo>
                  <a:lnTo>
                    <a:pt x="730214" y="353112"/>
                  </a:lnTo>
                  <a:lnTo>
                    <a:pt x="730582" y="353014"/>
                  </a:lnTo>
                  <a:lnTo>
                    <a:pt x="730951" y="353461"/>
                  </a:lnTo>
                  <a:lnTo>
                    <a:pt x="731149" y="353835"/>
                  </a:lnTo>
                  <a:lnTo>
                    <a:pt x="731335" y="354544"/>
                  </a:lnTo>
                  <a:lnTo>
                    <a:pt x="731752" y="354922"/>
                  </a:lnTo>
                  <a:lnTo>
                    <a:pt x="732039" y="355008"/>
                  </a:lnTo>
                  <a:lnTo>
                    <a:pt x="732207" y="355164"/>
                  </a:lnTo>
                  <a:lnTo>
                    <a:pt x="732961" y="355333"/>
                  </a:lnTo>
                  <a:lnTo>
                    <a:pt x="733178" y="355621"/>
                  </a:lnTo>
                  <a:lnTo>
                    <a:pt x="733377" y="355682"/>
                  </a:lnTo>
                  <a:lnTo>
                    <a:pt x="733938" y="355416"/>
                  </a:lnTo>
                  <a:lnTo>
                    <a:pt x="734206" y="355179"/>
                  </a:lnTo>
                  <a:lnTo>
                    <a:pt x="734384" y="355267"/>
                  </a:lnTo>
                  <a:lnTo>
                    <a:pt x="734953" y="355462"/>
                  </a:lnTo>
                  <a:lnTo>
                    <a:pt x="735456" y="355731"/>
                  </a:lnTo>
                  <a:lnTo>
                    <a:pt x="735740" y="355765"/>
                  </a:lnTo>
                  <a:lnTo>
                    <a:pt x="735929" y="355776"/>
                  </a:lnTo>
                  <a:lnTo>
                    <a:pt x="736276" y="355607"/>
                  </a:lnTo>
                  <a:lnTo>
                    <a:pt x="736429" y="355697"/>
                  </a:lnTo>
                  <a:lnTo>
                    <a:pt x="736738" y="355730"/>
                  </a:lnTo>
                  <a:lnTo>
                    <a:pt x="737632" y="355736"/>
                  </a:lnTo>
                  <a:lnTo>
                    <a:pt x="737868" y="355729"/>
                  </a:lnTo>
                  <a:lnTo>
                    <a:pt x="738154" y="355798"/>
                  </a:lnTo>
                  <a:lnTo>
                    <a:pt x="738337" y="355867"/>
                  </a:lnTo>
                  <a:lnTo>
                    <a:pt x="738533" y="355918"/>
                  </a:lnTo>
                  <a:lnTo>
                    <a:pt x="738933" y="355996"/>
                  </a:lnTo>
                  <a:lnTo>
                    <a:pt x="739309" y="355943"/>
                  </a:lnTo>
                  <a:lnTo>
                    <a:pt x="739424" y="355815"/>
                  </a:lnTo>
                  <a:lnTo>
                    <a:pt x="740380" y="355804"/>
                  </a:lnTo>
                  <a:lnTo>
                    <a:pt x="741011" y="355774"/>
                  </a:lnTo>
                  <a:lnTo>
                    <a:pt x="741532" y="355622"/>
                  </a:lnTo>
                  <a:lnTo>
                    <a:pt x="741793" y="355660"/>
                  </a:lnTo>
                  <a:lnTo>
                    <a:pt x="742257" y="355489"/>
                  </a:lnTo>
                  <a:lnTo>
                    <a:pt x="742779" y="355577"/>
                  </a:lnTo>
                  <a:lnTo>
                    <a:pt x="743010" y="356025"/>
                  </a:lnTo>
                  <a:lnTo>
                    <a:pt x="743197" y="356075"/>
                  </a:lnTo>
                  <a:lnTo>
                    <a:pt x="743560" y="355910"/>
                  </a:lnTo>
                  <a:lnTo>
                    <a:pt x="744104" y="355926"/>
                  </a:lnTo>
                  <a:lnTo>
                    <a:pt x="744279" y="356498"/>
                  </a:lnTo>
                  <a:lnTo>
                    <a:pt x="744616" y="356844"/>
                  </a:lnTo>
                  <a:lnTo>
                    <a:pt x="744827" y="356736"/>
                  </a:lnTo>
                  <a:lnTo>
                    <a:pt x="745714" y="356649"/>
                  </a:lnTo>
                  <a:lnTo>
                    <a:pt x="746022" y="356897"/>
                  </a:lnTo>
                  <a:lnTo>
                    <a:pt x="746154" y="356948"/>
                  </a:lnTo>
                  <a:lnTo>
                    <a:pt x="746520" y="357176"/>
                  </a:lnTo>
                  <a:lnTo>
                    <a:pt x="746898" y="357197"/>
                  </a:lnTo>
                  <a:lnTo>
                    <a:pt x="747049" y="357324"/>
                  </a:lnTo>
                  <a:lnTo>
                    <a:pt x="748295" y="357259"/>
                  </a:lnTo>
                  <a:lnTo>
                    <a:pt x="748659" y="357497"/>
                  </a:lnTo>
                  <a:lnTo>
                    <a:pt x="748800" y="357502"/>
                  </a:lnTo>
                  <a:lnTo>
                    <a:pt x="749317" y="357582"/>
                  </a:lnTo>
                  <a:lnTo>
                    <a:pt x="749516" y="357644"/>
                  </a:lnTo>
                  <a:lnTo>
                    <a:pt x="749647" y="357726"/>
                  </a:lnTo>
                  <a:lnTo>
                    <a:pt x="749732" y="357937"/>
                  </a:lnTo>
                  <a:lnTo>
                    <a:pt x="750101" y="358042"/>
                  </a:lnTo>
                  <a:lnTo>
                    <a:pt x="750389" y="358240"/>
                  </a:lnTo>
                  <a:lnTo>
                    <a:pt x="750705" y="358061"/>
                  </a:lnTo>
                  <a:lnTo>
                    <a:pt x="750977" y="358157"/>
                  </a:lnTo>
                  <a:lnTo>
                    <a:pt x="751195" y="358370"/>
                  </a:lnTo>
                  <a:lnTo>
                    <a:pt x="751624" y="358435"/>
                  </a:lnTo>
                  <a:lnTo>
                    <a:pt x="752496" y="358975"/>
                  </a:lnTo>
                  <a:lnTo>
                    <a:pt x="752891" y="359062"/>
                  </a:lnTo>
                  <a:lnTo>
                    <a:pt x="752854" y="359305"/>
                  </a:lnTo>
                  <a:lnTo>
                    <a:pt x="753079" y="359509"/>
                  </a:lnTo>
                  <a:lnTo>
                    <a:pt x="753420" y="359999"/>
                  </a:lnTo>
                  <a:lnTo>
                    <a:pt x="753581" y="359970"/>
                  </a:lnTo>
                  <a:lnTo>
                    <a:pt x="753710" y="359948"/>
                  </a:lnTo>
                  <a:lnTo>
                    <a:pt x="753892" y="359966"/>
                  </a:lnTo>
                  <a:lnTo>
                    <a:pt x="754124" y="360260"/>
                  </a:lnTo>
                  <a:lnTo>
                    <a:pt x="754201" y="360419"/>
                  </a:lnTo>
                  <a:lnTo>
                    <a:pt x="754641" y="360478"/>
                  </a:lnTo>
                  <a:lnTo>
                    <a:pt x="754782" y="360437"/>
                  </a:lnTo>
                  <a:lnTo>
                    <a:pt x="754892" y="360607"/>
                  </a:lnTo>
                  <a:lnTo>
                    <a:pt x="754738" y="360720"/>
                  </a:lnTo>
                  <a:lnTo>
                    <a:pt x="754919" y="361125"/>
                  </a:lnTo>
                  <a:lnTo>
                    <a:pt x="755244" y="361271"/>
                  </a:lnTo>
                  <a:lnTo>
                    <a:pt x="755514" y="361232"/>
                  </a:lnTo>
                  <a:lnTo>
                    <a:pt x="755709" y="361110"/>
                  </a:lnTo>
                  <a:lnTo>
                    <a:pt x="755850" y="361413"/>
                  </a:lnTo>
                  <a:lnTo>
                    <a:pt x="756085" y="361593"/>
                  </a:lnTo>
                  <a:lnTo>
                    <a:pt x="756217" y="361560"/>
                  </a:lnTo>
                  <a:lnTo>
                    <a:pt x="756534" y="361294"/>
                  </a:lnTo>
                  <a:lnTo>
                    <a:pt x="756837" y="361214"/>
                  </a:lnTo>
                  <a:lnTo>
                    <a:pt x="756830" y="361351"/>
                  </a:lnTo>
                  <a:lnTo>
                    <a:pt x="756878" y="361676"/>
                  </a:lnTo>
                  <a:lnTo>
                    <a:pt x="757026" y="361684"/>
                  </a:lnTo>
                  <a:lnTo>
                    <a:pt x="757268" y="361889"/>
                  </a:lnTo>
                  <a:lnTo>
                    <a:pt x="757260" y="362115"/>
                  </a:lnTo>
                  <a:lnTo>
                    <a:pt x="757506" y="362263"/>
                  </a:lnTo>
                  <a:lnTo>
                    <a:pt x="757838" y="362344"/>
                  </a:lnTo>
                  <a:lnTo>
                    <a:pt x="758191" y="362280"/>
                  </a:lnTo>
                  <a:lnTo>
                    <a:pt x="758590" y="362444"/>
                  </a:lnTo>
                  <a:lnTo>
                    <a:pt x="758776" y="362576"/>
                  </a:lnTo>
                  <a:lnTo>
                    <a:pt x="758964" y="362753"/>
                  </a:lnTo>
                  <a:lnTo>
                    <a:pt x="759528" y="362981"/>
                  </a:lnTo>
                  <a:lnTo>
                    <a:pt x="759586" y="363114"/>
                  </a:lnTo>
                  <a:lnTo>
                    <a:pt x="759628" y="363333"/>
                  </a:lnTo>
                  <a:lnTo>
                    <a:pt x="759778" y="363527"/>
                  </a:lnTo>
                  <a:lnTo>
                    <a:pt x="759989" y="363608"/>
                  </a:lnTo>
                  <a:lnTo>
                    <a:pt x="760247" y="363920"/>
                  </a:lnTo>
                  <a:lnTo>
                    <a:pt x="760140" y="364273"/>
                  </a:lnTo>
                  <a:lnTo>
                    <a:pt x="759958" y="364559"/>
                  </a:lnTo>
                  <a:lnTo>
                    <a:pt x="759947" y="364730"/>
                  </a:lnTo>
                  <a:lnTo>
                    <a:pt x="760349" y="366247"/>
                  </a:lnTo>
                  <a:lnTo>
                    <a:pt x="760569" y="366733"/>
                  </a:lnTo>
                  <a:lnTo>
                    <a:pt x="760767" y="367012"/>
                  </a:lnTo>
                  <a:lnTo>
                    <a:pt x="760779" y="367235"/>
                  </a:lnTo>
                  <a:lnTo>
                    <a:pt x="760632" y="367331"/>
                  </a:lnTo>
                  <a:lnTo>
                    <a:pt x="760374" y="367492"/>
                  </a:lnTo>
                  <a:lnTo>
                    <a:pt x="760450" y="367705"/>
                  </a:lnTo>
                  <a:lnTo>
                    <a:pt x="760515" y="367852"/>
                  </a:lnTo>
                  <a:lnTo>
                    <a:pt x="760465" y="368133"/>
                  </a:lnTo>
                  <a:lnTo>
                    <a:pt x="760488" y="368533"/>
                  </a:lnTo>
                  <a:lnTo>
                    <a:pt x="760694" y="368690"/>
                  </a:lnTo>
                  <a:lnTo>
                    <a:pt x="760869" y="368741"/>
                  </a:lnTo>
                  <a:lnTo>
                    <a:pt x="761205" y="368793"/>
                  </a:lnTo>
                  <a:lnTo>
                    <a:pt x="761391" y="368997"/>
                  </a:lnTo>
                  <a:lnTo>
                    <a:pt x="761524" y="369240"/>
                  </a:lnTo>
                  <a:lnTo>
                    <a:pt x="761941" y="369588"/>
                  </a:lnTo>
                  <a:lnTo>
                    <a:pt x="762314" y="370295"/>
                  </a:lnTo>
                  <a:lnTo>
                    <a:pt x="762344" y="370523"/>
                  </a:lnTo>
                  <a:lnTo>
                    <a:pt x="762602" y="370804"/>
                  </a:lnTo>
                  <a:lnTo>
                    <a:pt x="762699" y="371189"/>
                  </a:lnTo>
                  <a:lnTo>
                    <a:pt x="763049" y="371822"/>
                  </a:lnTo>
                  <a:lnTo>
                    <a:pt x="763227" y="372007"/>
                  </a:lnTo>
                  <a:lnTo>
                    <a:pt x="763302" y="372143"/>
                  </a:lnTo>
                  <a:lnTo>
                    <a:pt x="763332" y="372535"/>
                  </a:lnTo>
                  <a:lnTo>
                    <a:pt x="763465" y="372750"/>
                  </a:lnTo>
                  <a:lnTo>
                    <a:pt x="763720" y="373355"/>
                  </a:lnTo>
                  <a:lnTo>
                    <a:pt x="763993" y="373301"/>
                  </a:lnTo>
                  <a:lnTo>
                    <a:pt x="763908" y="373659"/>
                  </a:lnTo>
                  <a:lnTo>
                    <a:pt x="763980" y="373878"/>
                  </a:lnTo>
                  <a:lnTo>
                    <a:pt x="764160" y="373889"/>
                  </a:lnTo>
                  <a:lnTo>
                    <a:pt x="764566" y="373957"/>
                  </a:lnTo>
                  <a:lnTo>
                    <a:pt x="765224" y="374644"/>
                  </a:lnTo>
                  <a:lnTo>
                    <a:pt x="765237" y="374907"/>
                  </a:lnTo>
                  <a:lnTo>
                    <a:pt x="765787" y="375008"/>
                  </a:lnTo>
                  <a:lnTo>
                    <a:pt x="765823" y="375164"/>
                  </a:lnTo>
                  <a:lnTo>
                    <a:pt x="765923" y="375306"/>
                  </a:lnTo>
                  <a:lnTo>
                    <a:pt x="766275" y="375557"/>
                  </a:lnTo>
                  <a:lnTo>
                    <a:pt x="766556" y="375861"/>
                  </a:lnTo>
                  <a:lnTo>
                    <a:pt x="767120" y="376408"/>
                  </a:lnTo>
                  <a:lnTo>
                    <a:pt x="767310" y="376562"/>
                  </a:lnTo>
                  <a:lnTo>
                    <a:pt x="767451" y="376675"/>
                  </a:lnTo>
                  <a:lnTo>
                    <a:pt x="767551" y="376904"/>
                  </a:lnTo>
                  <a:lnTo>
                    <a:pt x="767447" y="377035"/>
                  </a:lnTo>
                  <a:lnTo>
                    <a:pt x="767386" y="377204"/>
                  </a:lnTo>
                  <a:lnTo>
                    <a:pt x="767666" y="377701"/>
                  </a:lnTo>
                  <a:lnTo>
                    <a:pt x="768074" y="378032"/>
                  </a:lnTo>
                  <a:lnTo>
                    <a:pt x="768605" y="378777"/>
                  </a:lnTo>
                  <a:lnTo>
                    <a:pt x="768484" y="379022"/>
                  </a:lnTo>
                  <a:lnTo>
                    <a:pt x="768403" y="379560"/>
                  </a:lnTo>
                  <a:lnTo>
                    <a:pt x="768530" y="379837"/>
                  </a:lnTo>
                  <a:lnTo>
                    <a:pt x="768487" y="380610"/>
                  </a:lnTo>
                  <a:lnTo>
                    <a:pt x="768265" y="380817"/>
                  </a:lnTo>
                  <a:lnTo>
                    <a:pt x="768158" y="381228"/>
                  </a:lnTo>
                  <a:lnTo>
                    <a:pt x="768331" y="381420"/>
                  </a:lnTo>
                  <a:lnTo>
                    <a:pt x="768696" y="381619"/>
                  </a:lnTo>
                  <a:lnTo>
                    <a:pt x="768526" y="382150"/>
                  </a:lnTo>
                  <a:lnTo>
                    <a:pt x="768145" y="382373"/>
                  </a:lnTo>
                  <a:lnTo>
                    <a:pt x="767666" y="382546"/>
                  </a:lnTo>
                  <a:lnTo>
                    <a:pt x="767482" y="382613"/>
                  </a:lnTo>
                  <a:lnTo>
                    <a:pt x="767289" y="383273"/>
                  </a:lnTo>
                  <a:lnTo>
                    <a:pt x="767609" y="383580"/>
                  </a:lnTo>
                  <a:lnTo>
                    <a:pt x="767749" y="383779"/>
                  </a:lnTo>
                  <a:lnTo>
                    <a:pt x="767802" y="384175"/>
                  </a:lnTo>
                  <a:lnTo>
                    <a:pt x="767797" y="384395"/>
                  </a:lnTo>
                  <a:lnTo>
                    <a:pt x="767864" y="384595"/>
                  </a:lnTo>
                  <a:lnTo>
                    <a:pt x="767986" y="384828"/>
                  </a:lnTo>
                  <a:lnTo>
                    <a:pt x="768216" y="385203"/>
                  </a:lnTo>
                  <a:lnTo>
                    <a:pt x="768050" y="385305"/>
                  </a:lnTo>
                  <a:lnTo>
                    <a:pt x="767893" y="385625"/>
                  </a:lnTo>
                  <a:lnTo>
                    <a:pt x="768156" y="386158"/>
                  </a:lnTo>
                  <a:lnTo>
                    <a:pt x="768386" y="386163"/>
                  </a:lnTo>
                  <a:lnTo>
                    <a:pt x="769009" y="386300"/>
                  </a:lnTo>
                  <a:lnTo>
                    <a:pt x="768814" y="386722"/>
                  </a:lnTo>
                  <a:lnTo>
                    <a:pt x="768871" y="386867"/>
                  </a:lnTo>
                  <a:lnTo>
                    <a:pt x="769191" y="387286"/>
                  </a:lnTo>
                  <a:lnTo>
                    <a:pt x="769524" y="387380"/>
                  </a:lnTo>
                  <a:lnTo>
                    <a:pt x="769753" y="387549"/>
                  </a:lnTo>
                  <a:lnTo>
                    <a:pt x="769592" y="387759"/>
                  </a:lnTo>
                  <a:lnTo>
                    <a:pt x="769508" y="388020"/>
                  </a:lnTo>
                  <a:lnTo>
                    <a:pt x="769703" y="388312"/>
                  </a:lnTo>
                  <a:lnTo>
                    <a:pt x="769976" y="388314"/>
                  </a:lnTo>
                  <a:lnTo>
                    <a:pt x="770306" y="388257"/>
                  </a:lnTo>
                  <a:lnTo>
                    <a:pt x="770953" y="388728"/>
                  </a:lnTo>
                  <a:lnTo>
                    <a:pt x="771307" y="389300"/>
                  </a:lnTo>
                  <a:lnTo>
                    <a:pt x="771707" y="390125"/>
                  </a:lnTo>
                  <a:lnTo>
                    <a:pt x="771957" y="390956"/>
                  </a:lnTo>
                  <a:lnTo>
                    <a:pt x="772073" y="391169"/>
                  </a:lnTo>
                  <a:lnTo>
                    <a:pt x="772628" y="391248"/>
                  </a:lnTo>
                  <a:lnTo>
                    <a:pt x="772969" y="391521"/>
                  </a:lnTo>
                  <a:lnTo>
                    <a:pt x="772912" y="391651"/>
                  </a:lnTo>
                  <a:lnTo>
                    <a:pt x="773148" y="392101"/>
                  </a:lnTo>
                  <a:lnTo>
                    <a:pt x="773350" y="392478"/>
                  </a:lnTo>
                  <a:lnTo>
                    <a:pt x="773079" y="392686"/>
                  </a:lnTo>
                  <a:lnTo>
                    <a:pt x="773353" y="393235"/>
                  </a:lnTo>
                  <a:lnTo>
                    <a:pt x="773313" y="393817"/>
                  </a:lnTo>
                  <a:lnTo>
                    <a:pt x="773739" y="394256"/>
                  </a:lnTo>
                  <a:lnTo>
                    <a:pt x="774143" y="394532"/>
                  </a:lnTo>
                  <a:lnTo>
                    <a:pt x="774478" y="394699"/>
                  </a:lnTo>
                  <a:lnTo>
                    <a:pt x="774592" y="394924"/>
                  </a:lnTo>
                  <a:lnTo>
                    <a:pt x="774575" y="395125"/>
                  </a:lnTo>
                  <a:lnTo>
                    <a:pt x="774807" y="395306"/>
                  </a:lnTo>
                  <a:lnTo>
                    <a:pt x="775062" y="395725"/>
                  </a:lnTo>
                  <a:lnTo>
                    <a:pt x="775282" y="395915"/>
                  </a:lnTo>
                  <a:lnTo>
                    <a:pt x="775681" y="396462"/>
                  </a:lnTo>
                  <a:lnTo>
                    <a:pt x="776049" y="396661"/>
                  </a:lnTo>
                  <a:lnTo>
                    <a:pt x="776184" y="396604"/>
                  </a:lnTo>
                  <a:lnTo>
                    <a:pt x="776360" y="396641"/>
                  </a:lnTo>
                  <a:lnTo>
                    <a:pt x="776576" y="396791"/>
                  </a:lnTo>
                  <a:lnTo>
                    <a:pt x="776736" y="397037"/>
                  </a:lnTo>
                  <a:lnTo>
                    <a:pt x="776988" y="397309"/>
                  </a:lnTo>
                  <a:lnTo>
                    <a:pt x="777225" y="397641"/>
                  </a:lnTo>
                  <a:lnTo>
                    <a:pt x="777439" y="397690"/>
                  </a:lnTo>
                  <a:lnTo>
                    <a:pt x="778295" y="398387"/>
                  </a:lnTo>
                  <a:lnTo>
                    <a:pt x="778866" y="399398"/>
                  </a:lnTo>
                  <a:lnTo>
                    <a:pt x="778993" y="399475"/>
                  </a:lnTo>
                  <a:lnTo>
                    <a:pt x="779354" y="399952"/>
                  </a:lnTo>
                  <a:lnTo>
                    <a:pt x="780632" y="401009"/>
                  </a:lnTo>
                  <a:lnTo>
                    <a:pt x="781288" y="401271"/>
                  </a:lnTo>
                  <a:lnTo>
                    <a:pt x="782303" y="401780"/>
                  </a:lnTo>
                  <a:lnTo>
                    <a:pt x="782516" y="402000"/>
                  </a:lnTo>
                  <a:lnTo>
                    <a:pt x="782577" y="402267"/>
                  </a:lnTo>
                  <a:lnTo>
                    <a:pt x="782686" y="402487"/>
                  </a:lnTo>
                  <a:lnTo>
                    <a:pt x="783245" y="402992"/>
                  </a:lnTo>
                  <a:lnTo>
                    <a:pt x="783789" y="403260"/>
                  </a:lnTo>
                  <a:lnTo>
                    <a:pt x="784047" y="403316"/>
                  </a:lnTo>
                  <a:lnTo>
                    <a:pt x="784273" y="403456"/>
                  </a:lnTo>
                  <a:lnTo>
                    <a:pt x="784505" y="403731"/>
                  </a:lnTo>
                  <a:lnTo>
                    <a:pt x="784435" y="404216"/>
                  </a:lnTo>
                  <a:lnTo>
                    <a:pt x="784439" y="404361"/>
                  </a:lnTo>
                  <a:lnTo>
                    <a:pt x="784734" y="404650"/>
                  </a:lnTo>
                  <a:lnTo>
                    <a:pt x="784862" y="404654"/>
                  </a:lnTo>
                  <a:lnTo>
                    <a:pt x="785078" y="404787"/>
                  </a:lnTo>
                  <a:lnTo>
                    <a:pt x="785230" y="404943"/>
                  </a:lnTo>
                  <a:lnTo>
                    <a:pt x="785409" y="405175"/>
                  </a:lnTo>
                  <a:lnTo>
                    <a:pt x="785634" y="405489"/>
                  </a:lnTo>
                  <a:lnTo>
                    <a:pt x="785804" y="405794"/>
                  </a:lnTo>
                  <a:lnTo>
                    <a:pt x="786127" y="406092"/>
                  </a:lnTo>
                  <a:lnTo>
                    <a:pt x="785936" y="406406"/>
                  </a:lnTo>
                  <a:lnTo>
                    <a:pt x="785201" y="407141"/>
                  </a:lnTo>
                  <a:lnTo>
                    <a:pt x="785069" y="407510"/>
                  </a:lnTo>
                  <a:lnTo>
                    <a:pt x="784700" y="407668"/>
                  </a:lnTo>
                  <a:lnTo>
                    <a:pt x="784451" y="407733"/>
                  </a:lnTo>
                  <a:lnTo>
                    <a:pt x="784203" y="407973"/>
                  </a:lnTo>
                  <a:lnTo>
                    <a:pt x="784032" y="408316"/>
                  </a:lnTo>
                  <a:lnTo>
                    <a:pt x="783521" y="408601"/>
                  </a:lnTo>
                  <a:lnTo>
                    <a:pt x="783317" y="408850"/>
                  </a:lnTo>
                  <a:lnTo>
                    <a:pt x="783177" y="409069"/>
                  </a:lnTo>
                  <a:lnTo>
                    <a:pt x="783137" y="409198"/>
                  </a:lnTo>
                  <a:lnTo>
                    <a:pt x="783110" y="409943"/>
                  </a:lnTo>
                  <a:lnTo>
                    <a:pt x="783058" y="410134"/>
                  </a:lnTo>
                  <a:lnTo>
                    <a:pt x="782984" y="410307"/>
                  </a:lnTo>
                  <a:lnTo>
                    <a:pt x="782804" y="410519"/>
                  </a:lnTo>
                  <a:lnTo>
                    <a:pt x="782444" y="410888"/>
                  </a:lnTo>
                  <a:lnTo>
                    <a:pt x="782083" y="411246"/>
                  </a:lnTo>
                  <a:lnTo>
                    <a:pt x="781857" y="411634"/>
                  </a:lnTo>
                  <a:lnTo>
                    <a:pt x="781703" y="411596"/>
                  </a:lnTo>
                  <a:lnTo>
                    <a:pt x="781242" y="411220"/>
                  </a:lnTo>
                  <a:lnTo>
                    <a:pt x="780775" y="411009"/>
                  </a:lnTo>
                  <a:lnTo>
                    <a:pt x="780513" y="410784"/>
                  </a:lnTo>
                  <a:lnTo>
                    <a:pt x="780364" y="410470"/>
                  </a:lnTo>
                  <a:lnTo>
                    <a:pt x="780289" y="410277"/>
                  </a:lnTo>
                  <a:lnTo>
                    <a:pt x="780241" y="410023"/>
                  </a:lnTo>
                  <a:lnTo>
                    <a:pt x="780203" y="409829"/>
                  </a:lnTo>
                  <a:lnTo>
                    <a:pt x="779935" y="409564"/>
                  </a:lnTo>
                  <a:lnTo>
                    <a:pt x="779444" y="409154"/>
                  </a:lnTo>
                  <a:lnTo>
                    <a:pt x="779231" y="408762"/>
                  </a:lnTo>
                  <a:lnTo>
                    <a:pt x="779043" y="408416"/>
                  </a:lnTo>
                  <a:lnTo>
                    <a:pt x="778556" y="407937"/>
                  </a:lnTo>
                  <a:lnTo>
                    <a:pt x="778117" y="407889"/>
                  </a:lnTo>
                  <a:lnTo>
                    <a:pt x="777539" y="407725"/>
                  </a:lnTo>
                  <a:lnTo>
                    <a:pt x="777017" y="407679"/>
                  </a:lnTo>
                  <a:lnTo>
                    <a:pt x="776775" y="407677"/>
                  </a:lnTo>
                  <a:lnTo>
                    <a:pt x="776456" y="407849"/>
                  </a:lnTo>
                  <a:lnTo>
                    <a:pt x="776269" y="408017"/>
                  </a:lnTo>
                  <a:lnTo>
                    <a:pt x="776080" y="408445"/>
                  </a:lnTo>
                  <a:lnTo>
                    <a:pt x="776067" y="408585"/>
                  </a:lnTo>
                  <a:lnTo>
                    <a:pt x="775767" y="409070"/>
                  </a:lnTo>
                  <a:lnTo>
                    <a:pt x="775630" y="409796"/>
                  </a:lnTo>
                  <a:lnTo>
                    <a:pt x="775418" y="410550"/>
                  </a:lnTo>
                  <a:lnTo>
                    <a:pt x="775292" y="410839"/>
                  </a:lnTo>
                  <a:lnTo>
                    <a:pt x="775185" y="411287"/>
                  </a:lnTo>
                  <a:lnTo>
                    <a:pt x="775206" y="412149"/>
                  </a:lnTo>
                  <a:lnTo>
                    <a:pt x="775419" y="412547"/>
                  </a:lnTo>
                  <a:lnTo>
                    <a:pt x="775849" y="412611"/>
                  </a:lnTo>
                  <a:lnTo>
                    <a:pt x="775945" y="412801"/>
                  </a:lnTo>
                  <a:lnTo>
                    <a:pt x="775921" y="413206"/>
                  </a:lnTo>
                  <a:lnTo>
                    <a:pt x="775870" y="413579"/>
                  </a:lnTo>
                  <a:lnTo>
                    <a:pt x="775774" y="413772"/>
                  </a:lnTo>
                  <a:lnTo>
                    <a:pt x="775643" y="413931"/>
                  </a:lnTo>
                  <a:lnTo>
                    <a:pt x="775412" y="414042"/>
                  </a:lnTo>
                  <a:lnTo>
                    <a:pt x="775100" y="414136"/>
                  </a:lnTo>
                  <a:lnTo>
                    <a:pt x="775156" y="414315"/>
                  </a:lnTo>
                  <a:lnTo>
                    <a:pt x="775237" y="414447"/>
                  </a:lnTo>
                  <a:lnTo>
                    <a:pt x="775553" y="414614"/>
                  </a:lnTo>
                  <a:lnTo>
                    <a:pt x="775783" y="414677"/>
                  </a:lnTo>
                  <a:lnTo>
                    <a:pt x="776100" y="414649"/>
                  </a:lnTo>
                  <a:lnTo>
                    <a:pt x="776604" y="414701"/>
                  </a:lnTo>
                  <a:lnTo>
                    <a:pt x="776721" y="414869"/>
                  </a:lnTo>
                  <a:lnTo>
                    <a:pt x="776729" y="415071"/>
                  </a:lnTo>
                  <a:lnTo>
                    <a:pt x="776919" y="415149"/>
                  </a:lnTo>
                  <a:lnTo>
                    <a:pt x="777114" y="415229"/>
                  </a:lnTo>
                  <a:lnTo>
                    <a:pt x="777410" y="415411"/>
                  </a:lnTo>
                  <a:lnTo>
                    <a:pt x="777762" y="415681"/>
                  </a:lnTo>
                  <a:lnTo>
                    <a:pt x="778039" y="415993"/>
                  </a:lnTo>
                  <a:lnTo>
                    <a:pt x="778182" y="416262"/>
                  </a:lnTo>
                  <a:lnTo>
                    <a:pt x="778500" y="416707"/>
                  </a:lnTo>
                  <a:lnTo>
                    <a:pt x="778678" y="416754"/>
                  </a:lnTo>
                  <a:lnTo>
                    <a:pt x="778976" y="417013"/>
                  </a:lnTo>
                  <a:lnTo>
                    <a:pt x="779307" y="417353"/>
                  </a:lnTo>
                  <a:lnTo>
                    <a:pt x="779382" y="418893"/>
                  </a:lnTo>
                  <a:lnTo>
                    <a:pt x="779489" y="419064"/>
                  </a:lnTo>
                  <a:lnTo>
                    <a:pt x="779890" y="419457"/>
                  </a:lnTo>
                  <a:lnTo>
                    <a:pt x="780155" y="420057"/>
                  </a:lnTo>
                  <a:lnTo>
                    <a:pt x="780312" y="420353"/>
                  </a:lnTo>
                  <a:lnTo>
                    <a:pt x="781328" y="421027"/>
                  </a:lnTo>
                  <a:lnTo>
                    <a:pt x="781818" y="421214"/>
                  </a:lnTo>
                  <a:lnTo>
                    <a:pt x="782126" y="421695"/>
                  </a:lnTo>
                  <a:lnTo>
                    <a:pt x="782659" y="422027"/>
                  </a:lnTo>
                  <a:lnTo>
                    <a:pt x="783048" y="422823"/>
                  </a:lnTo>
                  <a:lnTo>
                    <a:pt x="783054" y="423010"/>
                  </a:lnTo>
                  <a:lnTo>
                    <a:pt x="783008" y="423403"/>
                  </a:lnTo>
                  <a:lnTo>
                    <a:pt x="782922" y="423620"/>
                  </a:lnTo>
                  <a:lnTo>
                    <a:pt x="782811" y="423793"/>
                  </a:lnTo>
                  <a:lnTo>
                    <a:pt x="782745" y="423980"/>
                  </a:lnTo>
                  <a:lnTo>
                    <a:pt x="782679" y="424427"/>
                  </a:lnTo>
                  <a:lnTo>
                    <a:pt x="782674" y="424616"/>
                  </a:lnTo>
                  <a:lnTo>
                    <a:pt x="782621" y="424876"/>
                  </a:lnTo>
                  <a:lnTo>
                    <a:pt x="782409" y="425256"/>
                  </a:lnTo>
                  <a:lnTo>
                    <a:pt x="782191" y="425511"/>
                  </a:lnTo>
                  <a:lnTo>
                    <a:pt x="781991" y="425922"/>
                  </a:lnTo>
                  <a:lnTo>
                    <a:pt x="781934" y="426757"/>
                  </a:lnTo>
                  <a:lnTo>
                    <a:pt x="781933" y="427024"/>
                  </a:lnTo>
                  <a:lnTo>
                    <a:pt x="782001" y="427179"/>
                  </a:lnTo>
                  <a:lnTo>
                    <a:pt x="782420" y="427586"/>
                  </a:lnTo>
                  <a:lnTo>
                    <a:pt x="782754" y="427870"/>
                  </a:lnTo>
                  <a:lnTo>
                    <a:pt x="783217" y="428055"/>
                  </a:lnTo>
                  <a:lnTo>
                    <a:pt x="784049" y="428721"/>
                  </a:lnTo>
                  <a:lnTo>
                    <a:pt x="784710" y="429132"/>
                  </a:lnTo>
                  <a:lnTo>
                    <a:pt x="784801" y="429359"/>
                  </a:lnTo>
                  <a:lnTo>
                    <a:pt x="784898" y="429601"/>
                  </a:lnTo>
                  <a:lnTo>
                    <a:pt x="784921" y="429814"/>
                  </a:lnTo>
                  <a:lnTo>
                    <a:pt x="784980" y="429968"/>
                  </a:lnTo>
                  <a:lnTo>
                    <a:pt x="785206" y="430046"/>
                  </a:lnTo>
                  <a:lnTo>
                    <a:pt x="785563" y="430055"/>
                  </a:lnTo>
                  <a:lnTo>
                    <a:pt x="785847" y="430439"/>
                  </a:lnTo>
                  <a:lnTo>
                    <a:pt x="785781" y="430787"/>
                  </a:lnTo>
                  <a:lnTo>
                    <a:pt x="785977" y="431274"/>
                  </a:lnTo>
                  <a:lnTo>
                    <a:pt x="786108" y="431263"/>
                  </a:lnTo>
                  <a:lnTo>
                    <a:pt x="786243" y="431346"/>
                  </a:lnTo>
                  <a:lnTo>
                    <a:pt x="786517" y="431624"/>
                  </a:lnTo>
                  <a:lnTo>
                    <a:pt x="786750" y="431979"/>
                  </a:lnTo>
                  <a:lnTo>
                    <a:pt x="786920" y="432077"/>
                  </a:lnTo>
                  <a:lnTo>
                    <a:pt x="787192" y="432110"/>
                  </a:lnTo>
                  <a:lnTo>
                    <a:pt x="787666" y="432252"/>
                  </a:lnTo>
                  <a:lnTo>
                    <a:pt x="788688" y="432622"/>
                  </a:lnTo>
                  <a:lnTo>
                    <a:pt x="788859" y="432821"/>
                  </a:lnTo>
                  <a:lnTo>
                    <a:pt x="788877" y="433171"/>
                  </a:lnTo>
                  <a:lnTo>
                    <a:pt x="788928" y="433708"/>
                  </a:lnTo>
                  <a:lnTo>
                    <a:pt x="789033" y="433945"/>
                  </a:lnTo>
                  <a:lnTo>
                    <a:pt x="789086" y="434201"/>
                  </a:lnTo>
                  <a:lnTo>
                    <a:pt x="789062" y="434409"/>
                  </a:lnTo>
                  <a:lnTo>
                    <a:pt x="788945" y="434607"/>
                  </a:lnTo>
                  <a:lnTo>
                    <a:pt x="788795" y="434691"/>
                  </a:lnTo>
                  <a:lnTo>
                    <a:pt x="788576" y="434753"/>
                  </a:lnTo>
                  <a:lnTo>
                    <a:pt x="788275" y="434767"/>
                  </a:lnTo>
                  <a:lnTo>
                    <a:pt x="788033" y="434960"/>
                  </a:lnTo>
                  <a:lnTo>
                    <a:pt x="788073" y="435108"/>
                  </a:lnTo>
                  <a:lnTo>
                    <a:pt x="787874" y="435471"/>
                  </a:lnTo>
                  <a:lnTo>
                    <a:pt x="787738" y="435519"/>
                  </a:lnTo>
                  <a:lnTo>
                    <a:pt x="787431" y="435546"/>
                  </a:lnTo>
                  <a:lnTo>
                    <a:pt x="786851" y="435799"/>
                  </a:lnTo>
                  <a:lnTo>
                    <a:pt x="786805" y="436002"/>
                  </a:lnTo>
                  <a:lnTo>
                    <a:pt x="786821" y="436186"/>
                  </a:lnTo>
                  <a:lnTo>
                    <a:pt x="786857" y="436391"/>
                  </a:lnTo>
                  <a:lnTo>
                    <a:pt x="787116" y="437174"/>
                  </a:lnTo>
                  <a:lnTo>
                    <a:pt x="787137" y="437445"/>
                  </a:lnTo>
                  <a:lnTo>
                    <a:pt x="787149" y="437588"/>
                  </a:lnTo>
                  <a:lnTo>
                    <a:pt x="787228" y="437841"/>
                  </a:lnTo>
                  <a:lnTo>
                    <a:pt x="787538" y="438296"/>
                  </a:lnTo>
                  <a:lnTo>
                    <a:pt x="787578" y="439045"/>
                  </a:lnTo>
                  <a:lnTo>
                    <a:pt x="787410" y="439309"/>
                  </a:lnTo>
                  <a:lnTo>
                    <a:pt x="787468" y="439624"/>
                  </a:lnTo>
                  <a:lnTo>
                    <a:pt x="787607" y="439759"/>
                  </a:lnTo>
                  <a:lnTo>
                    <a:pt x="787825" y="439968"/>
                  </a:lnTo>
                  <a:lnTo>
                    <a:pt x="788227" y="440193"/>
                  </a:lnTo>
                  <a:lnTo>
                    <a:pt x="788264" y="440403"/>
                  </a:lnTo>
                  <a:lnTo>
                    <a:pt x="788205" y="440627"/>
                  </a:lnTo>
                  <a:lnTo>
                    <a:pt x="788012" y="440948"/>
                  </a:lnTo>
                  <a:lnTo>
                    <a:pt x="787664" y="441423"/>
                  </a:lnTo>
                  <a:lnTo>
                    <a:pt x="787716" y="441716"/>
                  </a:lnTo>
                  <a:lnTo>
                    <a:pt x="787762" y="441969"/>
                  </a:lnTo>
                  <a:lnTo>
                    <a:pt x="788087" y="442266"/>
                  </a:lnTo>
                  <a:lnTo>
                    <a:pt x="787929" y="442836"/>
                  </a:lnTo>
                  <a:lnTo>
                    <a:pt x="787833" y="443238"/>
                  </a:lnTo>
                  <a:lnTo>
                    <a:pt x="787894" y="443593"/>
                  </a:lnTo>
                  <a:lnTo>
                    <a:pt x="788060" y="443950"/>
                  </a:lnTo>
                  <a:lnTo>
                    <a:pt x="788236" y="444142"/>
                  </a:lnTo>
                  <a:lnTo>
                    <a:pt x="788381" y="444402"/>
                  </a:lnTo>
                  <a:lnTo>
                    <a:pt x="788386" y="444565"/>
                  </a:lnTo>
                  <a:lnTo>
                    <a:pt x="788290" y="444870"/>
                  </a:lnTo>
                  <a:lnTo>
                    <a:pt x="788442" y="445401"/>
                  </a:lnTo>
                  <a:lnTo>
                    <a:pt x="789064" y="446395"/>
                  </a:lnTo>
                  <a:lnTo>
                    <a:pt x="789134" y="446549"/>
                  </a:lnTo>
                  <a:lnTo>
                    <a:pt x="789157" y="447086"/>
                  </a:lnTo>
                  <a:lnTo>
                    <a:pt x="789045" y="447560"/>
                  </a:lnTo>
                  <a:lnTo>
                    <a:pt x="789047" y="447752"/>
                  </a:lnTo>
                  <a:lnTo>
                    <a:pt x="789178" y="448453"/>
                  </a:lnTo>
                  <a:lnTo>
                    <a:pt x="789465" y="448831"/>
                  </a:lnTo>
                  <a:lnTo>
                    <a:pt x="789524" y="449173"/>
                  </a:lnTo>
                  <a:lnTo>
                    <a:pt x="789209" y="449842"/>
                  </a:lnTo>
                  <a:lnTo>
                    <a:pt x="789251" y="450094"/>
                  </a:lnTo>
                  <a:lnTo>
                    <a:pt x="789208" y="450332"/>
                  </a:lnTo>
                  <a:lnTo>
                    <a:pt x="789278" y="450616"/>
                  </a:lnTo>
                  <a:lnTo>
                    <a:pt x="789460" y="450869"/>
                  </a:lnTo>
                  <a:lnTo>
                    <a:pt x="789420" y="451034"/>
                  </a:lnTo>
                  <a:lnTo>
                    <a:pt x="789289" y="451237"/>
                  </a:lnTo>
                  <a:lnTo>
                    <a:pt x="789224" y="451472"/>
                  </a:lnTo>
                  <a:lnTo>
                    <a:pt x="789303" y="451750"/>
                  </a:lnTo>
                  <a:lnTo>
                    <a:pt x="789771" y="452281"/>
                  </a:lnTo>
                  <a:lnTo>
                    <a:pt x="789708" y="452815"/>
                  </a:lnTo>
                  <a:lnTo>
                    <a:pt x="789694" y="453371"/>
                  </a:lnTo>
                  <a:lnTo>
                    <a:pt x="789690" y="453523"/>
                  </a:lnTo>
                  <a:lnTo>
                    <a:pt x="789744" y="453705"/>
                  </a:lnTo>
                  <a:lnTo>
                    <a:pt x="789952" y="454059"/>
                  </a:lnTo>
                  <a:lnTo>
                    <a:pt x="789889" y="454291"/>
                  </a:lnTo>
                  <a:lnTo>
                    <a:pt x="789522" y="454788"/>
                  </a:lnTo>
                  <a:lnTo>
                    <a:pt x="789300" y="455070"/>
                  </a:lnTo>
                  <a:lnTo>
                    <a:pt x="789596" y="456372"/>
                  </a:lnTo>
                  <a:lnTo>
                    <a:pt x="790125" y="456801"/>
                  </a:lnTo>
                  <a:lnTo>
                    <a:pt x="790235" y="456977"/>
                  </a:lnTo>
                  <a:lnTo>
                    <a:pt x="790178" y="457347"/>
                  </a:lnTo>
                  <a:lnTo>
                    <a:pt x="790009" y="457551"/>
                  </a:lnTo>
                  <a:lnTo>
                    <a:pt x="789911" y="457769"/>
                  </a:lnTo>
                  <a:lnTo>
                    <a:pt x="789873" y="457935"/>
                  </a:lnTo>
                  <a:lnTo>
                    <a:pt x="789765" y="458243"/>
                  </a:lnTo>
                  <a:lnTo>
                    <a:pt x="789768" y="458401"/>
                  </a:lnTo>
                  <a:lnTo>
                    <a:pt x="789795" y="458528"/>
                  </a:lnTo>
                  <a:lnTo>
                    <a:pt x="790118" y="458847"/>
                  </a:lnTo>
                  <a:lnTo>
                    <a:pt x="790120" y="458998"/>
                  </a:lnTo>
                  <a:lnTo>
                    <a:pt x="789953" y="459443"/>
                  </a:lnTo>
                  <a:lnTo>
                    <a:pt x="790090" y="459689"/>
                  </a:lnTo>
                  <a:lnTo>
                    <a:pt x="790304" y="459751"/>
                  </a:lnTo>
                  <a:lnTo>
                    <a:pt x="790715" y="459841"/>
                  </a:lnTo>
                  <a:lnTo>
                    <a:pt x="790900" y="460055"/>
                  </a:lnTo>
                  <a:lnTo>
                    <a:pt x="791037" y="460366"/>
                  </a:lnTo>
                  <a:lnTo>
                    <a:pt x="790844" y="460809"/>
                  </a:lnTo>
                  <a:lnTo>
                    <a:pt x="791054" y="461239"/>
                  </a:lnTo>
                  <a:lnTo>
                    <a:pt x="791280" y="461563"/>
                  </a:lnTo>
                  <a:lnTo>
                    <a:pt x="791499" y="461740"/>
                  </a:lnTo>
                  <a:lnTo>
                    <a:pt x="791664" y="462113"/>
                  </a:lnTo>
                  <a:lnTo>
                    <a:pt x="791711" y="462271"/>
                  </a:lnTo>
                  <a:lnTo>
                    <a:pt x="791917" y="462498"/>
                  </a:lnTo>
                  <a:lnTo>
                    <a:pt x="792144" y="462693"/>
                  </a:lnTo>
                  <a:lnTo>
                    <a:pt x="792203" y="462849"/>
                  </a:lnTo>
                  <a:lnTo>
                    <a:pt x="792092" y="463444"/>
                  </a:lnTo>
                  <a:lnTo>
                    <a:pt x="791911" y="463893"/>
                  </a:lnTo>
                  <a:lnTo>
                    <a:pt x="791949" y="464284"/>
                  </a:lnTo>
                  <a:lnTo>
                    <a:pt x="792064" y="464586"/>
                  </a:lnTo>
                  <a:lnTo>
                    <a:pt x="792139" y="466415"/>
                  </a:lnTo>
                  <a:lnTo>
                    <a:pt x="792585" y="468151"/>
                  </a:lnTo>
                  <a:lnTo>
                    <a:pt x="792538" y="468347"/>
                  </a:lnTo>
                  <a:lnTo>
                    <a:pt x="792444" y="468736"/>
                  </a:lnTo>
                  <a:lnTo>
                    <a:pt x="792692" y="469193"/>
                  </a:lnTo>
                  <a:lnTo>
                    <a:pt x="792905" y="469261"/>
                  </a:lnTo>
                  <a:lnTo>
                    <a:pt x="792972" y="469716"/>
                  </a:lnTo>
                  <a:lnTo>
                    <a:pt x="792663" y="469800"/>
                  </a:lnTo>
                  <a:lnTo>
                    <a:pt x="792671" y="470264"/>
                  </a:lnTo>
                  <a:lnTo>
                    <a:pt x="792475" y="470569"/>
                  </a:lnTo>
                  <a:lnTo>
                    <a:pt x="792510" y="470729"/>
                  </a:lnTo>
                  <a:lnTo>
                    <a:pt x="792503" y="470999"/>
                  </a:lnTo>
                  <a:lnTo>
                    <a:pt x="792364" y="471185"/>
                  </a:lnTo>
                  <a:lnTo>
                    <a:pt x="792028" y="471610"/>
                  </a:lnTo>
                  <a:lnTo>
                    <a:pt x="791910" y="471951"/>
                  </a:lnTo>
                  <a:lnTo>
                    <a:pt x="791843" y="472351"/>
                  </a:lnTo>
                  <a:lnTo>
                    <a:pt x="791797" y="472615"/>
                  </a:lnTo>
                  <a:lnTo>
                    <a:pt x="791640" y="472774"/>
                  </a:lnTo>
                  <a:lnTo>
                    <a:pt x="791390" y="472954"/>
                  </a:lnTo>
                  <a:lnTo>
                    <a:pt x="791382" y="473516"/>
                  </a:lnTo>
                  <a:lnTo>
                    <a:pt x="791328" y="473751"/>
                  </a:lnTo>
                  <a:lnTo>
                    <a:pt x="791190" y="474035"/>
                  </a:lnTo>
                  <a:lnTo>
                    <a:pt x="790989" y="474302"/>
                  </a:lnTo>
                  <a:lnTo>
                    <a:pt x="790985" y="474547"/>
                  </a:lnTo>
                  <a:lnTo>
                    <a:pt x="791160" y="475107"/>
                  </a:lnTo>
                  <a:lnTo>
                    <a:pt x="791204" y="475467"/>
                  </a:lnTo>
                  <a:lnTo>
                    <a:pt x="791163" y="475661"/>
                  </a:lnTo>
                  <a:lnTo>
                    <a:pt x="790925" y="476059"/>
                  </a:lnTo>
                  <a:lnTo>
                    <a:pt x="790788" y="477072"/>
                  </a:lnTo>
                  <a:lnTo>
                    <a:pt x="790802" y="477314"/>
                  </a:lnTo>
                  <a:lnTo>
                    <a:pt x="790719" y="477549"/>
                  </a:lnTo>
                  <a:lnTo>
                    <a:pt x="790492" y="477914"/>
                  </a:lnTo>
                  <a:lnTo>
                    <a:pt x="790505" y="478374"/>
                  </a:lnTo>
                  <a:lnTo>
                    <a:pt x="790361" y="479582"/>
                  </a:lnTo>
                  <a:lnTo>
                    <a:pt x="790391" y="479929"/>
                  </a:lnTo>
                  <a:lnTo>
                    <a:pt x="790288" y="480274"/>
                  </a:lnTo>
                  <a:lnTo>
                    <a:pt x="790245" y="480419"/>
                  </a:lnTo>
                  <a:lnTo>
                    <a:pt x="790205" y="480553"/>
                  </a:lnTo>
                  <a:lnTo>
                    <a:pt x="790260" y="481350"/>
                  </a:lnTo>
                  <a:lnTo>
                    <a:pt x="790466" y="481543"/>
                  </a:lnTo>
                  <a:lnTo>
                    <a:pt x="790353" y="481774"/>
                  </a:lnTo>
                  <a:lnTo>
                    <a:pt x="790416" y="481913"/>
                  </a:lnTo>
                  <a:lnTo>
                    <a:pt x="790588" y="482052"/>
                  </a:lnTo>
                  <a:lnTo>
                    <a:pt x="790713" y="482203"/>
                  </a:lnTo>
                  <a:lnTo>
                    <a:pt x="790899" y="482564"/>
                  </a:lnTo>
                  <a:lnTo>
                    <a:pt x="790955" y="483021"/>
                  </a:lnTo>
                  <a:lnTo>
                    <a:pt x="790944" y="483177"/>
                  </a:lnTo>
                  <a:lnTo>
                    <a:pt x="791056" y="483522"/>
                  </a:lnTo>
                  <a:lnTo>
                    <a:pt x="791408" y="483835"/>
                  </a:lnTo>
                  <a:lnTo>
                    <a:pt x="791531" y="483969"/>
                  </a:lnTo>
                  <a:lnTo>
                    <a:pt x="791693" y="484146"/>
                  </a:lnTo>
                  <a:lnTo>
                    <a:pt x="791898" y="484543"/>
                  </a:lnTo>
                  <a:lnTo>
                    <a:pt x="792110" y="485133"/>
                  </a:lnTo>
                  <a:lnTo>
                    <a:pt x="792305" y="485245"/>
                  </a:lnTo>
                  <a:lnTo>
                    <a:pt x="792475" y="485484"/>
                  </a:lnTo>
                  <a:lnTo>
                    <a:pt x="792466" y="486035"/>
                  </a:lnTo>
                  <a:lnTo>
                    <a:pt x="792463" y="486225"/>
                  </a:lnTo>
                  <a:lnTo>
                    <a:pt x="792260" y="486976"/>
                  </a:lnTo>
                  <a:lnTo>
                    <a:pt x="792253" y="487132"/>
                  </a:lnTo>
                  <a:lnTo>
                    <a:pt x="792477" y="487982"/>
                  </a:lnTo>
                  <a:lnTo>
                    <a:pt x="792496" y="488441"/>
                  </a:lnTo>
                  <a:lnTo>
                    <a:pt x="792515" y="488837"/>
                  </a:lnTo>
                  <a:lnTo>
                    <a:pt x="792764" y="489056"/>
                  </a:lnTo>
                  <a:lnTo>
                    <a:pt x="792875" y="489260"/>
                  </a:lnTo>
                  <a:lnTo>
                    <a:pt x="792850" y="489501"/>
                  </a:lnTo>
                  <a:lnTo>
                    <a:pt x="792706" y="489757"/>
                  </a:lnTo>
                  <a:lnTo>
                    <a:pt x="792770" y="490298"/>
                  </a:lnTo>
                  <a:lnTo>
                    <a:pt x="792912" y="490528"/>
                  </a:lnTo>
                  <a:lnTo>
                    <a:pt x="792763" y="490978"/>
                  </a:lnTo>
                  <a:lnTo>
                    <a:pt x="792960" y="491369"/>
                  </a:lnTo>
                  <a:lnTo>
                    <a:pt x="793044" y="491721"/>
                  </a:lnTo>
                  <a:lnTo>
                    <a:pt x="792695" y="491964"/>
                  </a:lnTo>
                  <a:lnTo>
                    <a:pt x="792835" y="492049"/>
                  </a:lnTo>
                  <a:lnTo>
                    <a:pt x="792955" y="492916"/>
                  </a:lnTo>
                  <a:lnTo>
                    <a:pt x="793032" y="493333"/>
                  </a:lnTo>
                  <a:lnTo>
                    <a:pt x="792937" y="493510"/>
                  </a:lnTo>
                  <a:lnTo>
                    <a:pt x="792918" y="493652"/>
                  </a:lnTo>
                  <a:lnTo>
                    <a:pt x="793110" y="495566"/>
                  </a:lnTo>
                  <a:lnTo>
                    <a:pt x="793183" y="495825"/>
                  </a:lnTo>
                  <a:lnTo>
                    <a:pt x="793270" y="495969"/>
                  </a:lnTo>
                  <a:lnTo>
                    <a:pt x="793390" y="496315"/>
                  </a:lnTo>
                  <a:lnTo>
                    <a:pt x="793096" y="497054"/>
                  </a:lnTo>
                  <a:lnTo>
                    <a:pt x="793230" y="497154"/>
                  </a:lnTo>
                  <a:lnTo>
                    <a:pt x="793799" y="497413"/>
                  </a:lnTo>
                  <a:lnTo>
                    <a:pt x="794159" y="498100"/>
                  </a:lnTo>
                  <a:lnTo>
                    <a:pt x="794083" y="498285"/>
                  </a:lnTo>
                  <a:lnTo>
                    <a:pt x="794116" y="498453"/>
                  </a:lnTo>
                  <a:lnTo>
                    <a:pt x="794687" y="499168"/>
                  </a:lnTo>
                  <a:lnTo>
                    <a:pt x="794900" y="499488"/>
                  </a:lnTo>
                  <a:lnTo>
                    <a:pt x="794943" y="499664"/>
                  </a:lnTo>
                  <a:lnTo>
                    <a:pt x="794865" y="500415"/>
                  </a:lnTo>
                  <a:lnTo>
                    <a:pt x="793977" y="500371"/>
                  </a:lnTo>
                  <a:lnTo>
                    <a:pt x="793391" y="500880"/>
                  </a:lnTo>
                  <a:lnTo>
                    <a:pt x="792279" y="501025"/>
                  </a:lnTo>
                  <a:lnTo>
                    <a:pt x="792070" y="500983"/>
                  </a:lnTo>
                  <a:lnTo>
                    <a:pt x="791890" y="501003"/>
                  </a:lnTo>
                  <a:lnTo>
                    <a:pt x="791482" y="501294"/>
                  </a:lnTo>
                  <a:lnTo>
                    <a:pt x="791438" y="501481"/>
                  </a:lnTo>
                  <a:lnTo>
                    <a:pt x="790916" y="501463"/>
                  </a:lnTo>
                  <a:lnTo>
                    <a:pt x="790217" y="501241"/>
                  </a:lnTo>
                  <a:lnTo>
                    <a:pt x="789806" y="501171"/>
                  </a:lnTo>
                  <a:lnTo>
                    <a:pt x="789517" y="501143"/>
                  </a:lnTo>
                  <a:lnTo>
                    <a:pt x="789446" y="502217"/>
                  </a:lnTo>
                  <a:lnTo>
                    <a:pt x="789252" y="502286"/>
                  </a:lnTo>
                  <a:lnTo>
                    <a:pt x="788995" y="502510"/>
                  </a:lnTo>
                  <a:lnTo>
                    <a:pt x="788976" y="502819"/>
                  </a:lnTo>
                  <a:lnTo>
                    <a:pt x="789014" y="503694"/>
                  </a:lnTo>
                  <a:lnTo>
                    <a:pt x="789222" y="504408"/>
                  </a:lnTo>
                  <a:lnTo>
                    <a:pt x="789662" y="504969"/>
                  </a:lnTo>
                  <a:lnTo>
                    <a:pt x="790178" y="505503"/>
                  </a:lnTo>
                  <a:lnTo>
                    <a:pt x="790305" y="505751"/>
                  </a:lnTo>
                  <a:lnTo>
                    <a:pt x="790715" y="506678"/>
                  </a:lnTo>
                  <a:lnTo>
                    <a:pt x="790963" y="507481"/>
                  </a:lnTo>
                  <a:lnTo>
                    <a:pt x="791044" y="507801"/>
                  </a:lnTo>
                  <a:lnTo>
                    <a:pt x="791067" y="508355"/>
                  </a:lnTo>
                  <a:lnTo>
                    <a:pt x="790804" y="508713"/>
                  </a:lnTo>
                  <a:lnTo>
                    <a:pt x="790493" y="508884"/>
                  </a:lnTo>
                  <a:lnTo>
                    <a:pt x="790274" y="508904"/>
                  </a:lnTo>
                  <a:lnTo>
                    <a:pt x="789046" y="509757"/>
                  </a:lnTo>
                  <a:lnTo>
                    <a:pt x="788839" y="510252"/>
                  </a:lnTo>
                  <a:lnTo>
                    <a:pt x="788351" y="510773"/>
                  </a:lnTo>
                  <a:lnTo>
                    <a:pt x="788164" y="510762"/>
                  </a:lnTo>
                  <a:lnTo>
                    <a:pt x="787952" y="510787"/>
                  </a:lnTo>
                  <a:lnTo>
                    <a:pt x="787728" y="510929"/>
                  </a:lnTo>
                  <a:lnTo>
                    <a:pt x="787563" y="511211"/>
                  </a:lnTo>
                  <a:lnTo>
                    <a:pt x="787438" y="512377"/>
                  </a:lnTo>
                  <a:lnTo>
                    <a:pt x="787453" y="512968"/>
                  </a:lnTo>
                  <a:lnTo>
                    <a:pt x="787392" y="513614"/>
                  </a:lnTo>
                  <a:lnTo>
                    <a:pt x="787332" y="513767"/>
                  </a:lnTo>
                  <a:lnTo>
                    <a:pt x="787140" y="514141"/>
                  </a:lnTo>
                  <a:lnTo>
                    <a:pt x="787293" y="515033"/>
                  </a:lnTo>
                  <a:lnTo>
                    <a:pt x="788593" y="515716"/>
                  </a:lnTo>
                  <a:lnTo>
                    <a:pt x="788885" y="515748"/>
                  </a:lnTo>
                  <a:lnTo>
                    <a:pt x="789286" y="515709"/>
                  </a:lnTo>
                  <a:lnTo>
                    <a:pt x="789444" y="515909"/>
                  </a:lnTo>
                  <a:lnTo>
                    <a:pt x="789503" y="516197"/>
                  </a:lnTo>
                  <a:lnTo>
                    <a:pt x="789372" y="516452"/>
                  </a:lnTo>
                  <a:lnTo>
                    <a:pt x="789120" y="516612"/>
                  </a:lnTo>
                  <a:lnTo>
                    <a:pt x="789286" y="517062"/>
                  </a:lnTo>
                  <a:lnTo>
                    <a:pt x="789422" y="517449"/>
                  </a:lnTo>
                  <a:lnTo>
                    <a:pt x="789343" y="517613"/>
                  </a:lnTo>
                  <a:lnTo>
                    <a:pt x="789183" y="517651"/>
                  </a:lnTo>
                  <a:lnTo>
                    <a:pt x="788409" y="517741"/>
                  </a:lnTo>
                  <a:lnTo>
                    <a:pt x="788166" y="517774"/>
                  </a:lnTo>
                  <a:lnTo>
                    <a:pt x="787951" y="517726"/>
                  </a:lnTo>
                  <a:lnTo>
                    <a:pt x="787752" y="517843"/>
                  </a:lnTo>
                  <a:lnTo>
                    <a:pt x="787551" y="517974"/>
                  </a:lnTo>
                  <a:lnTo>
                    <a:pt x="787520" y="518304"/>
                  </a:lnTo>
                  <a:lnTo>
                    <a:pt x="787477" y="518526"/>
                  </a:lnTo>
                  <a:lnTo>
                    <a:pt x="787069" y="518845"/>
                  </a:lnTo>
                  <a:lnTo>
                    <a:pt x="786518" y="518844"/>
                  </a:lnTo>
                  <a:lnTo>
                    <a:pt x="786268" y="518658"/>
                  </a:lnTo>
                  <a:lnTo>
                    <a:pt x="785851" y="518518"/>
                  </a:lnTo>
                  <a:lnTo>
                    <a:pt x="785545" y="518454"/>
                  </a:lnTo>
                  <a:lnTo>
                    <a:pt x="785156" y="518706"/>
                  </a:lnTo>
                  <a:lnTo>
                    <a:pt x="785033" y="518860"/>
                  </a:lnTo>
                  <a:lnTo>
                    <a:pt x="784756" y="518922"/>
                  </a:lnTo>
                  <a:lnTo>
                    <a:pt x="784287" y="518756"/>
                  </a:lnTo>
                  <a:lnTo>
                    <a:pt x="783801" y="517900"/>
                  </a:lnTo>
                  <a:lnTo>
                    <a:pt x="783925" y="517211"/>
                  </a:lnTo>
                  <a:lnTo>
                    <a:pt x="783895" y="516849"/>
                  </a:lnTo>
                  <a:lnTo>
                    <a:pt x="783634" y="515961"/>
                  </a:lnTo>
                  <a:lnTo>
                    <a:pt x="783630" y="515446"/>
                  </a:lnTo>
                  <a:lnTo>
                    <a:pt x="783596" y="514982"/>
                  </a:lnTo>
                  <a:lnTo>
                    <a:pt x="783431" y="514099"/>
                  </a:lnTo>
                  <a:lnTo>
                    <a:pt x="783173" y="513211"/>
                  </a:lnTo>
                  <a:lnTo>
                    <a:pt x="783287" y="512918"/>
                  </a:lnTo>
                  <a:lnTo>
                    <a:pt x="783376" y="512411"/>
                  </a:lnTo>
                  <a:lnTo>
                    <a:pt x="782777" y="511349"/>
                  </a:lnTo>
                  <a:lnTo>
                    <a:pt x="782400" y="510515"/>
                  </a:lnTo>
                  <a:lnTo>
                    <a:pt x="782119" y="510134"/>
                  </a:lnTo>
                  <a:lnTo>
                    <a:pt x="781405" y="509852"/>
                  </a:lnTo>
                  <a:lnTo>
                    <a:pt x="781093" y="509971"/>
                  </a:lnTo>
                  <a:lnTo>
                    <a:pt x="781030" y="510107"/>
                  </a:lnTo>
                  <a:lnTo>
                    <a:pt x="780708" y="510446"/>
                  </a:lnTo>
                  <a:lnTo>
                    <a:pt x="780310" y="510637"/>
                  </a:lnTo>
                  <a:lnTo>
                    <a:pt x="779900" y="510862"/>
                  </a:lnTo>
                  <a:lnTo>
                    <a:pt x="779601" y="511064"/>
                  </a:lnTo>
                  <a:lnTo>
                    <a:pt x="779482" y="511367"/>
                  </a:lnTo>
                  <a:lnTo>
                    <a:pt x="779313" y="511547"/>
                  </a:lnTo>
                  <a:lnTo>
                    <a:pt x="779076" y="511701"/>
                  </a:lnTo>
                  <a:lnTo>
                    <a:pt x="778498" y="511515"/>
                  </a:lnTo>
                  <a:lnTo>
                    <a:pt x="778329" y="511443"/>
                  </a:lnTo>
                  <a:lnTo>
                    <a:pt x="777117" y="511160"/>
                  </a:lnTo>
                  <a:lnTo>
                    <a:pt x="776841" y="511171"/>
                  </a:lnTo>
                  <a:lnTo>
                    <a:pt x="776221" y="511349"/>
                  </a:lnTo>
                  <a:lnTo>
                    <a:pt x="776199" y="511515"/>
                  </a:lnTo>
                  <a:lnTo>
                    <a:pt x="776193" y="511917"/>
                  </a:lnTo>
                  <a:lnTo>
                    <a:pt x="777281" y="513154"/>
                  </a:lnTo>
                  <a:lnTo>
                    <a:pt x="776966" y="513663"/>
                  </a:lnTo>
                  <a:lnTo>
                    <a:pt x="776902" y="513803"/>
                  </a:lnTo>
                  <a:lnTo>
                    <a:pt x="776736" y="514801"/>
                  </a:lnTo>
                  <a:lnTo>
                    <a:pt x="776867" y="515227"/>
                  </a:lnTo>
                  <a:lnTo>
                    <a:pt x="777104" y="516325"/>
                  </a:lnTo>
                  <a:lnTo>
                    <a:pt x="777245" y="516562"/>
                  </a:lnTo>
                  <a:lnTo>
                    <a:pt x="777413" y="517202"/>
                  </a:lnTo>
                  <a:lnTo>
                    <a:pt x="777366" y="517464"/>
                  </a:lnTo>
                  <a:lnTo>
                    <a:pt x="777302" y="517680"/>
                  </a:lnTo>
                  <a:lnTo>
                    <a:pt x="777122" y="517978"/>
                  </a:lnTo>
                  <a:lnTo>
                    <a:pt x="777078" y="518346"/>
                  </a:lnTo>
                  <a:lnTo>
                    <a:pt x="777157" y="518614"/>
                  </a:lnTo>
                  <a:lnTo>
                    <a:pt x="777366" y="518912"/>
                  </a:lnTo>
                  <a:lnTo>
                    <a:pt x="777599" y="519500"/>
                  </a:lnTo>
                  <a:lnTo>
                    <a:pt x="777779" y="519622"/>
                  </a:lnTo>
                  <a:lnTo>
                    <a:pt x="778095" y="520112"/>
                  </a:lnTo>
                  <a:lnTo>
                    <a:pt x="777983" y="520492"/>
                  </a:lnTo>
                  <a:lnTo>
                    <a:pt x="778060" y="520833"/>
                  </a:lnTo>
                  <a:lnTo>
                    <a:pt x="778245" y="520953"/>
                  </a:lnTo>
                  <a:lnTo>
                    <a:pt x="778181" y="521548"/>
                  </a:lnTo>
                  <a:lnTo>
                    <a:pt x="778206" y="521961"/>
                  </a:lnTo>
                  <a:lnTo>
                    <a:pt x="778024" y="522221"/>
                  </a:lnTo>
                  <a:lnTo>
                    <a:pt x="777497" y="522743"/>
                  </a:lnTo>
                  <a:lnTo>
                    <a:pt x="777182" y="522993"/>
                  </a:lnTo>
                  <a:lnTo>
                    <a:pt x="776926" y="523052"/>
                  </a:lnTo>
                  <a:lnTo>
                    <a:pt x="776556" y="523283"/>
                  </a:lnTo>
                  <a:lnTo>
                    <a:pt x="776421" y="523440"/>
                  </a:lnTo>
                  <a:lnTo>
                    <a:pt x="776371" y="523675"/>
                  </a:lnTo>
                  <a:lnTo>
                    <a:pt x="776291" y="523873"/>
                  </a:lnTo>
                  <a:lnTo>
                    <a:pt x="775550" y="524091"/>
                  </a:lnTo>
                  <a:lnTo>
                    <a:pt x="775245" y="523963"/>
                  </a:lnTo>
                  <a:lnTo>
                    <a:pt x="774852" y="524097"/>
                  </a:lnTo>
                  <a:lnTo>
                    <a:pt x="774932" y="524590"/>
                  </a:lnTo>
                  <a:lnTo>
                    <a:pt x="775077" y="525055"/>
                  </a:lnTo>
                  <a:lnTo>
                    <a:pt x="775445" y="526076"/>
                  </a:lnTo>
                  <a:lnTo>
                    <a:pt x="775637" y="526288"/>
                  </a:lnTo>
                  <a:lnTo>
                    <a:pt x="775793" y="526555"/>
                  </a:lnTo>
                  <a:lnTo>
                    <a:pt x="775808" y="526800"/>
                  </a:lnTo>
                  <a:lnTo>
                    <a:pt x="775703" y="526972"/>
                  </a:lnTo>
                  <a:lnTo>
                    <a:pt x="775795" y="528171"/>
                  </a:lnTo>
                  <a:lnTo>
                    <a:pt x="775980" y="528595"/>
                  </a:lnTo>
                  <a:lnTo>
                    <a:pt x="776296" y="529848"/>
                  </a:lnTo>
                  <a:lnTo>
                    <a:pt x="776408" y="530516"/>
                  </a:lnTo>
                  <a:lnTo>
                    <a:pt x="776088" y="531194"/>
                  </a:lnTo>
                  <a:lnTo>
                    <a:pt x="775844" y="531501"/>
                  </a:lnTo>
                  <a:lnTo>
                    <a:pt x="775790" y="532015"/>
                  </a:lnTo>
                  <a:lnTo>
                    <a:pt x="776068" y="532363"/>
                  </a:lnTo>
                  <a:lnTo>
                    <a:pt x="776275" y="532535"/>
                  </a:lnTo>
                  <a:lnTo>
                    <a:pt x="776458" y="532587"/>
                  </a:lnTo>
                  <a:lnTo>
                    <a:pt x="776918" y="532604"/>
                  </a:lnTo>
                  <a:lnTo>
                    <a:pt x="777952" y="533113"/>
                  </a:lnTo>
                  <a:lnTo>
                    <a:pt x="778092" y="533700"/>
                  </a:lnTo>
                  <a:lnTo>
                    <a:pt x="778206" y="533884"/>
                  </a:lnTo>
                  <a:lnTo>
                    <a:pt x="778480" y="534217"/>
                  </a:lnTo>
                  <a:lnTo>
                    <a:pt x="778322" y="534800"/>
                  </a:lnTo>
                  <a:lnTo>
                    <a:pt x="778736" y="535076"/>
                  </a:lnTo>
                  <a:lnTo>
                    <a:pt x="779147" y="535646"/>
                  </a:lnTo>
                  <a:lnTo>
                    <a:pt x="779286" y="536000"/>
                  </a:lnTo>
                  <a:lnTo>
                    <a:pt x="779287" y="536164"/>
                  </a:lnTo>
                  <a:lnTo>
                    <a:pt x="779329" y="536422"/>
                  </a:lnTo>
                  <a:lnTo>
                    <a:pt x="779633" y="537040"/>
                  </a:lnTo>
                  <a:lnTo>
                    <a:pt x="779992" y="537412"/>
                  </a:lnTo>
                  <a:lnTo>
                    <a:pt x="780159" y="537654"/>
                  </a:lnTo>
                  <a:lnTo>
                    <a:pt x="780286" y="537986"/>
                  </a:lnTo>
                  <a:lnTo>
                    <a:pt x="780284" y="538403"/>
                  </a:lnTo>
                  <a:lnTo>
                    <a:pt x="780698" y="538775"/>
                  </a:lnTo>
                  <a:lnTo>
                    <a:pt x="780964" y="539096"/>
                  </a:lnTo>
                  <a:lnTo>
                    <a:pt x="780894" y="539354"/>
                  </a:lnTo>
                  <a:lnTo>
                    <a:pt x="780682" y="539802"/>
                  </a:lnTo>
                  <a:lnTo>
                    <a:pt x="780060" y="540071"/>
                  </a:lnTo>
                  <a:lnTo>
                    <a:pt x="779767" y="540179"/>
                  </a:lnTo>
                  <a:lnTo>
                    <a:pt x="779564" y="540355"/>
                  </a:lnTo>
                  <a:lnTo>
                    <a:pt x="779458" y="540508"/>
                  </a:lnTo>
                  <a:lnTo>
                    <a:pt x="779331" y="541339"/>
                  </a:lnTo>
                  <a:lnTo>
                    <a:pt x="779486" y="541561"/>
                  </a:lnTo>
                  <a:lnTo>
                    <a:pt x="779558" y="541811"/>
                  </a:lnTo>
                  <a:lnTo>
                    <a:pt x="779261" y="542574"/>
                  </a:lnTo>
                  <a:lnTo>
                    <a:pt x="779348" y="543127"/>
                  </a:lnTo>
                  <a:lnTo>
                    <a:pt x="779349" y="543860"/>
                  </a:lnTo>
                  <a:lnTo>
                    <a:pt x="778680" y="544497"/>
                  </a:lnTo>
                  <a:lnTo>
                    <a:pt x="778273" y="544747"/>
                  </a:lnTo>
                  <a:lnTo>
                    <a:pt x="777772" y="544684"/>
                  </a:lnTo>
                  <a:lnTo>
                    <a:pt x="777523" y="544668"/>
                  </a:lnTo>
                  <a:lnTo>
                    <a:pt x="776964" y="545119"/>
                  </a:lnTo>
                  <a:lnTo>
                    <a:pt x="776603" y="545548"/>
                  </a:lnTo>
                  <a:lnTo>
                    <a:pt x="776394" y="545857"/>
                  </a:lnTo>
                  <a:lnTo>
                    <a:pt x="776248" y="546163"/>
                  </a:lnTo>
                  <a:lnTo>
                    <a:pt x="776223" y="546453"/>
                  </a:lnTo>
                  <a:lnTo>
                    <a:pt x="775959" y="546629"/>
                  </a:lnTo>
                  <a:lnTo>
                    <a:pt x="775320" y="546409"/>
                  </a:lnTo>
                  <a:lnTo>
                    <a:pt x="774907" y="546208"/>
                  </a:lnTo>
                  <a:lnTo>
                    <a:pt x="774233" y="545966"/>
                  </a:lnTo>
                  <a:lnTo>
                    <a:pt x="773450" y="545848"/>
                  </a:lnTo>
                  <a:lnTo>
                    <a:pt x="772607" y="546126"/>
                  </a:lnTo>
                  <a:lnTo>
                    <a:pt x="772096" y="546530"/>
                  </a:lnTo>
                  <a:lnTo>
                    <a:pt x="772137" y="546698"/>
                  </a:lnTo>
                  <a:lnTo>
                    <a:pt x="772007" y="546888"/>
                  </a:lnTo>
                  <a:lnTo>
                    <a:pt x="771428" y="547587"/>
                  </a:lnTo>
                  <a:lnTo>
                    <a:pt x="771257" y="547681"/>
                  </a:lnTo>
                  <a:lnTo>
                    <a:pt x="770999" y="547697"/>
                  </a:lnTo>
                  <a:lnTo>
                    <a:pt x="770440" y="547312"/>
                  </a:lnTo>
                  <a:lnTo>
                    <a:pt x="770112" y="547268"/>
                  </a:lnTo>
                  <a:lnTo>
                    <a:pt x="769809" y="547294"/>
                  </a:lnTo>
                  <a:lnTo>
                    <a:pt x="769504" y="547565"/>
                  </a:lnTo>
                  <a:lnTo>
                    <a:pt x="769403" y="547768"/>
                  </a:lnTo>
                  <a:lnTo>
                    <a:pt x="769686" y="548043"/>
                  </a:lnTo>
                  <a:lnTo>
                    <a:pt x="769310" y="548385"/>
                  </a:lnTo>
                  <a:lnTo>
                    <a:pt x="768653" y="548856"/>
                  </a:lnTo>
                  <a:lnTo>
                    <a:pt x="768440" y="549350"/>
                  </a:lnTo>
                  <a:lnTo>
                    <a:pt x="767469" y="549317"/>
                  </a:lnTo>
                  <a:lnTo>
                    <a:pt x="767167" y="549278"/>
                  </a:lnTo>
                  <a:lnTo>
                    <a:pt x="766896" y="548848"/>
                  </a:lnTo>
                  <a:lnTo>
                    <a:pt x="766964" y="548675"/>
                  </a:lnTo>
                  <a:lnTo>
                    <a:pt x="766984" y="547312"/>
                  </a:lnTo>
                  <a:lnTo>
                    <a:pt x="766920" y="546571"/>
                  </a:lnTo>
                  <a:lnTo>
                    <a:pt x="766642" y="546043"/>
                  </a:lnTo>
                  <a:lnTo>
                    <a:pt x="766389" y="546032"/>
                  </a:lnTo>
                  <a:lnTo>
                    <a:pt x="766187" y="545871"/>
                  </a:lnTo>
                  <a:lnTo>
                    <a:pt x="766281" y="545338"/>
                  </a:lnTo>
                  <a:lnTo>
                    <a:pt x="766419" y="544901"/>
                  </a:lnTo>
                  <a:lnTo>
                    <a:pt x="766490" y="544769"/>
                  </a:lnTo>
                  <a:lnTo>
                    <a:pt x="766553" y="544553"/>
                  </a:lnTo>
                  <a:lnTo>
                    <a:pt x="766552" y="543769"/>
                  </a:lnTo>
                  <a:lnTo>
                    <a:pt x="766484" y="543109"/>
                  </a:lnTo>
                  <a:lnTo>
                    <a:pt x="766141" y="542317"/>
                  </a:lnTo>
                  <a:lnTo>
                    <a:pt x="765558" y="541421"/>
                  </a:lnTo>
                  <a:lnTo>
                    <a:pt x="764330" y="540058"/>
                  </a:lnTo>
                  <a:lnTo>
                    <a:pt x="764291" y="539591"/>
                  </a:lnTo>
                  <a:lnTo>
                    <a:pt x="764402" y="539247"/>
                  </a:lnTo>
                  <a:lnTo>
                    <a:pt x="764372" y="538822"/>
                  </a:lnTo>
                  <a:lnTo>
                    <a:pt x="764293" y="538643"/>
                  </a:lnTo>
                  <a:lnTo>
                    <a:pt x="764037" y="538374"/>
                  </a:lnTo>
                  <a:lnTo>
                    <a:pt x="763787" y="538223"/>
                  </a:lnTo>
                  <a:lnTo>
                    <a:pt x="763635" y="538170"/>
                  </a:lnTo>
                  <a:lnTo>
                    <a:pt x="763472" y="537662"/>
                  </a:lnTo>
                  <a:lnTo>
                    <a:pt x="763613" y="537329"/>
                  </a:lnTo>
                  <a:lnTo>
                    <a:pt x="763546" y="537017"/>
                  </a:lnTo>
                  <a:lnTo>
                    <a:pt x="763077" y="536658"/>
                  </a:lnTo>
                  <a:lnTo>
                    <a:pt x="762659" y="536817"/>
                  </a:lnTo>
                  <a:lnTo>
                    <a:pt x="762497" y="537151"/>
                  </a:lnTo>
                  <a:lnTo>
                    <a:pt x="762188" y="537354"/>
                  </a:lnTo>
                  <a:lnTo>
                    <a:pt x="761836" y="537418"/>
                  </a:lnTo>
                  <a:lnTo>
                    <a:pt x="761693" y="537393"/>
                  </a:lnTo>
                  <a:lnTo>
                    <a:pt x="761472" y="537437"/>
                  </a:lnTo>
                  <a:lnTo>
                    <a:pt x="761039" y="537688"/>
                  </a:lnTo>
                  <a:lnTo>
                    <a:pt x="760903" y="537875"/>
                  </a:lnTo>
                  <a:lnTo>
                    <a:pt x="760741" y="538433"/>
                  </a:lnTo>
                  <a:lnTo>
                    <a:pt x="760222" y="538248"/>
                  </a:lnTo>
                  <a:lnTo>
                    <a:pt x="759904" y="538217"/>
                  </a:lnTo>
                  <a:lnTo>
                    <a:pt x="759823" y="538346"/>
                  </a:lnTo>
                  <a:lnTo>
                    <a:pt x="759774" y="538596"/>
                  </a:lnTo>
                  <a:lnTo>
                    <a:pt x="759771" y="538822"/>
                  </a:lnTo>
                  <a:lnTo>
                    <a:pt x="759811" y="539115"/>
                  </a:lnTo>
                  <a:lnTo>
                    <a:pt x="759832" y="539251"/>
                  </a:lnTo>
                  <a:lnTo>
                    <a:pt x="759899" y="539435"/>
                  </a:lnTo>
                  <a:lnTo>
                    <a:pt x="760031" y="539610"/>
                  </a:lnTo>
                  <a:lnTo>
                    <a:pt x="760321" y="539841"/>
                  </a:lnTo>
                  <a:lnTo>
                    <a:pt x="760678" y="539999"/>
                  </a:lnTo>
                  <a:lnTo>
                    <a:pt x="761100" y="540678"/>
                  </a:lnTo>
                  <a:lnTo>
                    <a:pt x="761172" y="541232"/>
                  </a:lnTo>
                  <a:lnTo>
                    <a:pt x="761347" y="541783"/>
                  </a:lnTo>
                  <a:lnTo>
                    <a:pt x="761716" y="542156"/>
                  </a:lnTo>
                  <a:lnTo>
                    <a:pt x="762179" y="542975"/>
                  </a:lnTo>
                  <a:lnTo>
                    <a:pt x="762202" y="543204"/>
                  </a:lnTo>
                  <a:lnTo>
                    <a:pt x="762089" y="543424"/>
                  </a:lnTo>
                  <a:lnTo>
                    <a:pt x="761677" y="543460"/>
                  </a:lnTo>
                  <a:lnTo>
                    <a:pt x="761184" y="543682"/>
                  </a:lnTo>
                  <a:lnTo>
                    <a:pt x="760712" y="544010"/>
                  </a:lnTo>
                  <a:lnTo>
                    <a:pt x="759824" y="544295"/>
                  </a:lnTo>
                  <a:lnTo>
                    <a:pt x="759697" y="544259"/>
                  </a:lnTo>
                  <a:lnTo>
                    <a:pt x="758844" y="544400"/>
                  </a:lnTo>
                  <a:lnTo>
                    <a:pt x="758330" y="544797"/>
                  </a:lnTo>
                  <a:lnTo>
                    <a:pt x="758366" y="545999"/>
                  </a:lnTo>
                  <a:lnTo>
                    <a:pt x="758486" y="546156"/>
                  </a:lnTo>
                  <a:lnTo>
                    <a:pt x="758428" y="546843"/>
                  </a:lnTo>
                  <a:lnTo>
                    <a:pt x="758049" y="546881"/>
                  </a:lnTo>
                  <a:lnTo>
                    <a:pt x="757527" y="547428"/>
                  </a:lnTo>
                  <a:lnTo>
                    <a:pt x="757143" y="547721"/>
                  </a:lnTo>
                  <a:lnTo>
                    <a:pt x="756974" y="547321"/>
                  </a:lnTo>
                  <a:lnTo>
                    <a:pt x="756777" y="547090"/>
                  </a:lnTo>
                  <a:lnTo>
                    <a:pt x="756416" y="546869"/>
                  </a:lnTo>
                  <a:lnTo>
                    <a:pt x="756141" y="546761"/>
                  </a:lnTo>
                  <a:lnTo>
                    <a:pt x="755960" y="546724"/>
                  </a:lnTo>
                  <a:lnTo>
                    <a:pt x="755695" y="546637"/>
                  </a:lnTo>
                  <a:lnTo>
                    <a:pt x="755571" y="546411"/>
                  </a:lnTo>
                  <a:lnTo>
                    <a:pt x="755490" y="546017"/>
                  </a:lnTo>
                  <a:lnTo>
                    <a:pt x="755419" y="545538"/>
                  </a:lnTo>
                  <a:lnTo>
                    <a:pt x="755330" y="545348"/>
                  </a:lnTo>
                  <a:lnTo>
                    <a:pt x="755139" y="545214"/>
                  </a:lnTo>
                  <a:lnTo>
                    <a:pt x="754835" y="545096"/>
                  </a:lnTo>
                  <a:lnTo>
                    <a:pt x="754479" y="545117"/>
                  </a:lnTo>
                  <a:lnTo>
                    <a:pt x="753883" y="545363"/>
                  </a:lnTo>
                  <a:lnTo>
                    <a:pt x="753876" y="545559"/>
                  </a:lnTo>
                  <a:lnTo>
                    <a:pt x="753762" y="545726"/>
                  </a:lnTo>
                  <a:lnTo>
                    <a:pt x="753487" y="545775"/>
                  </a:lnTo>
                  <a:lnTo>
                    <a:pt x="753002" y="545672"/>
                  </a:lnTo>
                  <a:lnTo>
                    <a:pt x="752708" y="545468"/>
                  </a:lnTo>
                  <a:lnTo>
                    <a:pt x="752361" y="545090"/>
                  </a:lnTo>
                  <a:lnTo>
                    <a:pt x="752228" y="544794"/>
                  </a:lnTo>
                  <a:lnTo>
                    <a:pt x="752238" y="544460"/>
                  </a:lnTo>
                  <a:lnTo>
                    <a:pt x="752381" y="543995"/>
                  </a:lnTo>
                  <a:lnTo>
                    <a:pt x="752499" y="543646"/>
                  </a:lnTo>
                  <a:lnTo>
                    <a:pt x="752675" y="543220"/>
                  </a:lnTo>
                  <a:lnTo>
                    <a:pt x="752689" y="542961"/>
                  </a:lnTo>
                  <a:lnTo>
                    <a:pt x="752622" y="542665"/>
                  </a:lnTo>
                  <a:lnTo>
                    <a:pt x="752395" y="542309"/>
                  </a:lnTo>
                  <a:lnTo>
                    <a:pt x="752167" y="542050"/>
                  </a:lnTo>
                  <a:lnTo>
                    <a:pt x="751943" y="541808"/>
                  </a:lnTo>
                  <a:lnTo>
                    <a:pt x="751587" y="541366"/>
                  </a:lnTo>
                  <a:lnTo>
                    <a:pt x="751283" y="541215"/>
                  </a:lnTo>
                  <a:lnTo>
                    <a:pt x="750913" y="541166"/>
                  </a:lnTo>
                  <a:lnTo>
                    <a:pt x="750509" y="541069"/>
                  </a:lnTo>
                  <a:lnTo>
                    <a:pt x="750215" y="540934"/>
                  </a:lnTo>
                  <a:lnTo>
                    <a:pt x="750082" y="540746"/>
                  </a:lnTo>
                  <a:lnTo>
                    <a:pt x="750118" y="540617"/>
                  </a:lnTo>
                  <a:lnTo>
                    <a:pt x="750293" y="540531"/>
                  </a:lnTo>
                  <a:lnTo>
                    <a:pt x="750362" y="540298"/>
                  </a:lnTo>
                  <a:lnTo>
                    <a:pt x="750495" y="540072"/>
                  </a:lnTo>
                  <a:lnTo>
                    <a:pt x="750082" y="539811"/>
                  </a:lnTo>
                  <a:lnTo>
                    <a:pt x="749934" y="539801"/>
                  </a:lnTo>
                  <a:lnTo>
                    <a:pt x="749680" y="539635"/>
                  </a:lnTo>
                  <a:lnTo>
                    <a:pt x="749484" y="539237"/>
                  </a:lnTo>
                  <a:lnTo>
                    <a:pt x="749156" y="539016"/>
                  </a:lnTo>
                  <a:lnTo>
                    <a:pt x="748905" y="538676"/>
                  </a:lnTo>
                  <a:lnTo>
                    <a:pt x="748667" y="538266"/>
                  </a:lnTo>
                  <a:lnTo>
                    <a:pt x="748534" y="538115"/>
                  </a:lnTo>
                  <a:lnTo>
                    <a:pt x="748321" y="537997"/>
                  </a:lnTo>
                  <a:lnTo>
                    <a:pt x="747926" y="538002"/>
                  </a:lnTo>
                  <a:lnTo>
                    <a:pt x="747575" y="538017"/>
                  </a:lnTo>
                  <a:lnTo>
                    <a:pt x="747331" y="538014"/>
                  </a:lnTo>
                  <a:lnTo>
                    <a:pt x="747024" y="538056"/>
                  </a:lnTo>
                  <a:lnTo>
                    <a:pt x="746687" y="538212"/>
                  </a:lnTo>
                  <a:lnTo>
                    <a:pt x="746312" y="538503"/>
                  </a:lnTo>
                  <a:lnTo>
                    <a:pt x="746060" y="538795"/>
                  </a:lnTo>
                  <a:lnTo>
                    <a:pt x="745984" y="539150"/>
                  </a:lnTo>
                  <a:lnTo>
                    <a:pt x="745923" y="539571"/>
                  </a:lnTo>
                  <a:lnTo>
                    <a:pt x="745690" y="539592"/>
                  </a:lnTo>
                  <a:lnTo>
                    <a:pt x="745436" y="539551"/>
                  </a:lnTo>
                  <a:lnTo>
                    <a:pt x="745110" y="539462"/>
                  </a:lnTo>
                  <a:lnTo>
                    <a:pt x="744848" y="539444"/>
                  </a:lnTo>
                  <a:lnTo>
                    <a:pt x="744432" y="539598"/>
                  </a:lnTo>
                  <a:lnTo>
                    <a:pt x="744123" y="539598"/>
                  </a:lnTo>
                  <a:lnTo>
                    <a:pt x="743990" y="539474"/>
                  </a:lnTo>
                  <a:lnTo>
                    <a:pt x="743791" y="538821"/>
                  </a:lnTo>
                  <a:lnTo>
                    <a:pt x="743615" y="538309"/>
                  </a:lnTo>
                  <a:lnTo>
                    <a:pt x="743469" y="538075"/>
                  </a:lnTo>
                  <a:lnTo>
                    <a:pt x="743145" y="537657"/>
                  </a:lnTo>
                  <a:lnTo>
                    <a:pt x="742841" y="537404"/>
                  </a:lnTo>
                  <a:lnTo>
                    <a:pt x="742675" y="537409"/>
                  </a:lnTo>
                  <a:lnTo>
                    <a:pt x="742433" y="537469"/>
                  </a:lnTo>
                  <a:lnTo>
                    <a:pt x="742229" y="537366"/>
                  </a:lnTo>
                  <a:lnTo>
                    <a:pt x="742157" y="537231"/>
                  </a:lnTo>
                  <a:lnTo>
                    <a:pt x="742086" y="536956"/>
                  </a:lnTo>
                  <a:lnTo>
                    <a:pt x="741953" y="536719"/>
                  </a:lnTo>
                  <a:lnTo>
                    <a:pt x="741873" y="536585"/>
                  </a:lnTo>
                  <a:lnTo>
                    <a:pt x="741898" y="536287"/>
                  </a:lnTo>
                  <a:lnTo>
                    <a:pt x="741982" y="536137"/>
                  </a:lnTo>
                  <a:lnTo>
                    <a:pt x="742003" y="535977"/>
                  </a:lnTo>
                  <a:lnTo>
                    <a:pt x="741906" y="535803"/>
                  </a:lnTo>
                  <a:lnTo>
                    <a:pt x="741725" y="535614"/>
                  </a:lnTo>
                  <a:lnTo>
                    <a:pt x="741711" y="535356"/>
                  </a:lnTo>
                  <a:lnTo>
                    <a:pt x="741740" y="535075"/>
                  </a:lnTo>
                  <a:lnTo>
                    <a:pt x="741868" y="534725"/>
                  </a:lnTo>
                  <a:lnTo>
                    <a:pt x="741854" y="534477"/>
                  </a:lnTo>
                  <a:lnTo>
                    <a:pt x="741754" y="534304"/>
                  </a:lnTo>
                  <a:lnTo>
                    <a:pt x="741749" y="533992"/>
                  </a:lnTo>
                  <a:lnTo>
                    <a:pt x="741761" y="533667"/>
                  </a:lnTo>
                  <a:lnTo>
                    <a:pt x="741773" y="533431"/>
                  </a:lnTo>
                  <a:lnTo>
                    <a:pt x="741478" y="533059"/>
                  </a:lnTo>
                  <a:lnTo>
                    <a:pt x="741279" y="532666"/>
                  </a:lnTo>
                  <a:lnTo>
                    <a:pt x="741118" y="532348"/>
                  </a:lnTo>
                  <a:lnTo>
                    <a:pt x="740714" y="532078"/>
                  </a:lnTo>
                  <a:lnTo>
                    <a:pt x="740196" y="531997"/>
                  </a:lnTo>
                  <a:lnTo>
                    <a:pt x="740016" y="531879"/>
                  </a:lnTo>
                  <a:lnTo>
                    <a:pt x="739973" y="531658"/>
                  </a:lnTo>
                  <a:lnTo>
                    <a:pt x="739899" y="531354"/>
                  </a:lnTo>
                  <a:lnTo>
                    <a:pt x="739812" y="531216"/>
                  </a:lnTo>
                  <a:lnTo>
                    <a:pt x="739494" y="531167"/>
                  </a:lnTo>
                  <a:lnTo>
                    <a:pt x="739256" y="531151"/>
                  </a:lnTo>
                  <a:lnTo>
                    <a:pt x="739123" y="531016"/>
                  </a:lnTo>
                  <a:lnTo>
                    <a:pt x="739043" y="530855"/>
                  </a:lnTo>
                  <a:lnTo>
                    <a:pt x="738857" y="530623"/>
                  </a:lnTo>
                  <a:lnTo>
                    <a:pt x="738667" y="530628"/>
                  </a:lnTo>
                  <a:lnTo>
                    <a:pt x="738002" y="530612"/>
                  </a:lnTo>
                  <a:lnTo>
                    <a:pt x="737832" y="530618"/>
                  </a:lnTo>
                  <a:lnTo>
                    <a:pt x="737651" y="530876"/>
                  </a:lnTo>
                  <a:lnTo>
                    <a:pt x="737537" y="531119"/>
                  </a:lnTo>
                  <a:lnTo>
                    <a:pt x="737410" y="531316"/>
                  </a:lnTo>
                  <a:lnTo>
                    <a:pt x="737205" y="531351"/>
                  </a:lnTo>
                  <a:lnTo>
                    <a:pt x="736825" y="531367"/>
                  </a:lnTo>
                  <a:lnTo>
                    <a:pt x="736412" y="531157"/>
                  </a:lnTo>
                  <a:lnTo>
                    <a:pt x="736431" y="530968"/>
                  </a:lnTo>
                  <a:lnTo>
                    <a:pt x="736398" y="530752"/>
                  </a:lnTo>
                  <a:lnTo>
                    <a:pt x="736270" y="530558"/>
                  </a:lnTo>
                  <a:lnTo>
                    <a:pt x="735980" y="530251"/>
                  </a:lnTo>
                  <a:lnTo>
                    <a:pt x="735766" y="530127"/>
                  </a:lnTo>
                  <a:lnTo>
                    <a:pt x="735567" y="530117"/>
                  </a:lnTo>
                  <a:lnTo>
                    <a:pt x="735315" y="530219"/>
                  </a:lnTo>
                  <a:lnTo>
                    <a:pt x="735068" y="530483"/>
                  </a:lnTo>
                  <a:lnTo>
                    <a:pt x="734817" y="530882"/>
                  </a:lnTo>
                  <a:lnTo>
                    <a:pt x="734613" y="530989"/>
                  </a:lnTo>
                  <a:lnTo>
                    <a:pt x="734342" y="531162"/>
                  </a:lnTo>
                  <a:lnTo>
                    <a:pt x="734199" y="531426"/>
                  </a:lnTo>
                  <a:lnTo>
                    <a:pt x="734081" y="531642"/>
                  </a:lnTo>
                  <a:lnTo>
                    <a:pt x="733615" y="531981"/>
                  </a:lnTo>
                  <a:lnTo>
                    <a:pt x="733245" y="532278"/>
                  </a:lnTo>
                  <a:lnTo>
                    <a:pt x="732884" y="532429"/>
                  </a:lnTo>
                  <a:lnTo>
                    <a:pt x="732894" y="532655"/>
                  </a:lnTo>
                  <a:lnTo>
                    <a:pt x="732889" y="533135"/>
                  </a:lnTo>
                  <a:lnTo>
                    <a:pt x="732922" y="533590"/>
                  </a:lnTo>
                  <a:lnTo>
                    <a:pt x="732960" y="533749"/>
                  </a:lnTo>
                  <a:lnTo>
                    <a:pt x="733136" y="534003"/>
                  </a:lnTo>
                  <a:lnTo>
                    <a:pt x="733331" y="534197"/>
                  </a:lnTo>
                  <a:lnTo>
                    <a:pt x="733430" y="534385"/>
                  </a:lnTo>
                  <a:lnTo>
                    <a:pt x="733397" y="534639"/>
                  </a:lnTo>
                  <a:lnTo>
                    <a:pt x="733302" y="534790"/>
                  </a:lnTo>
                  <a:lnTo>
                    <a:pt x="733117" y="534962"/>
                  </a:lnTo>
                  <a:lnTo>
                    <a:pt x="732784" y="535097"/>
                  </a:lnTo>
                  <a:lnTo>
                    <a:pt x="732576" y="535343"/>
                  </a:lnTo>
                  <a:lnTo>
                    <a:pt x="732616" y="535490"/>
                  </a:lnTo>
                  <a:lnTo>
                    <a:pt x="732794" y="535663"/>
                  </a:lnTo>
                  <a:lnTo>
                    <a:pt x="732879" y="535835"/>
                  </a:lnTo>
                  <a:lnTo>
                    <a:pt x="732879" y="535986"/>
                  </a:lnTo>
                  <a:lnTo>
                    <a:pt x="732856" y="536175"/>
                  </a:lnTo>
                  <a:lnTo>
                    <a:pt x="732756" y="536444"/>
                  </a:lnTo>
                  <a:lnTo>
                    <a:pt x="732569" y="536627"/>
                  </a:lnTo>
                  <a:lnTo>
                    <a:pt x="732343" y="536773"/>
                  </a:lnTo>
                  <a:lnTo>
                    <a:pt x="732124" y="536929"/>
                  </a:lnTo>
                  <a:lnTo>
                    <a:pt x="731973" y="537113"/>
                  </a:lnTo>
                  <a:lnTo>
                    <a:pt x="731925" y="537296"/>
                  </a:lnTo>
                  <a:lnTo>
                    <a:pt x="732011" y="537614"/>
                  </a:lnTo>
                  <a:lnTo>
                    <a:pt x="732091" y="537813"/>
                  </a:lnTo>
                  <a:lnTo>
                    <a:pt x="732229" y="537997"/>
                  </a:lnTo>
                  <a:lnTo>
                    <a:pt x="732310" y="538169"/>
                  </a:lnTo>
                  <a:lnTo>
                    <a:pt x="732305" y="538326"/>
                  </a:lnTo>
                  <a:lnTo>
                    <a:pt x="732276" y="538552"/>
                  </a:lnTo>
                  <a:lnTo>
                    <a:pt x="732507" y="538917"/>
                  </a:lnTo>
                  <a:lnTo>
                    <a:pt x="732704" y="539069"/>
                  </a:lnTo>
                  <a:lnTo>
                    <a:pt x="732989" y="539220"/>
                  </a:lnTo>
                  <a:lnTo>
                    <a:pt x="733207" y="539355"/>
                  </a:lnTo>
                  <a:lnTo>
                    <a:pt x="733340" y="539673"/>
                  </a:lnTo>
                  <a:lnTo>
                    <a:pt x="733245" y="539905"/>
                  </a:lnTo>
                  <a:lnTo>
                    <a:pt x="733055" y="540115"/>
                  </a:lnTo>
                  <a:lnTo>
                    <a:pt x="732879" y="540196"/>
                  </a:lnTo>
                  <a:lnTo>
                    <a:pt x="732528" y="540207"/>
                  </a:lnTo>
                  <a:lnTo>
                    <a:pt x="732177" y="540207"/>
                  </a:lnTo>
                  <a:lnTo>
                    <a:pt x="731916" y="540293"/>
                  </a:lnTo>
                  <a:lnTo>
                    <a:pt x="731697" y="540358"/>
                  </a:lnTo>
                  <a:lnTo>
                    <a:pt x="731493" y="540492"/>
                  </a:lnTo>
                  <a:lnTo>
                    <a:pt x="731398" y="540665"/>
                  </a:lnTo>
                  <a:lnTo>
                    <a:pt x="731403" y="540902"/>
                  </a:lnTo>
                  <a:lnTo>
                    <a:pt x="731555" y="541161"/>
                  </a:lnTo>
                  <a:lnTo>
                    <a:pt x="731730" y="541463"/>
                  </a:lnTo>
                  <a:lnTo>
                    <a:pt x="731835" y="541705"/>
                  </a:lnTo>
                  <a:lnTo>
                    <a:pt x="731536" y="541910"/>
                  </a:lnTo>
                  <a:lnTo>
                    <a:pt x="731265" y="542153"/>
                  </a:lnTo>
                  <a:lnTo>
                    <a:pt x="731070" y="542153"/>
                  </a:lnTo>
                  <a:lnTo>
                    <a:pt x="730828" y="542039"/>
                  </a:lnTo>
                  <a:lnTo>
                    <a:pt x="730567" y="541878"/>
                  </a:lnTo>
                  <a:lnTo>
                    <a:pt x="730187" y="541500"/>
                  </a:lnTo>
                  <a:lnTo>
                    <a:pt x="729927" y="541223"/>
                  </a:lnTo>
                  <a:lnTo>
                    <a:pt x="729546" y="541075"/>
                  </a:lnTo>
                  <a:lnTo>
                    <a:pt x="729356" y="541182"/>
                  </a:lnTo>
                  <a:lnTo>
                    <a:pt x="729124" y="541371"/>
                  </a:lnTo>
                  <a:lnTo>
                    <a:pt x="728872" y="541641"/>
                  </a:lnTo>
                  <a:lnTo>
                    <a:pt x="728801" y="541824"/>
                  </a:lnTo>
                  <a:lnTo>
                    <a:pt x="728855" y="542107"/>
                  </a:lnTo>
                  <a:lnTo>
                    <a:pt x="728999" y="542308"/>
                  </a:lnTo>
                  <a:lnTo>
                    <a:pt x="729095" y="542492"/>
                  </a:lnTo>
                  <a:lnTo>
                    <a:pt x="729204" y="542708"/>
                  </a:lnTo>
                  <a:lnTo>
                    <a:pt x="729295" y="542923"/>
                  </a:lnTo>
                  <a:lnTo>
                    <a:pt x="729195" y="543101"/>
                  </a:lnTo>
                  <a:lnTo>
                    <a:pt x="729024" y="543225"/>
                  </a:lnTo>
                  <a:lnTo>
                    <a:pt x="728535" y="543435"/>
                  </a:lnTo>
                  <a:lnTo>
                    <a:pt x="728070" y="543630"/>
                  </a:lnTo>
                  <a:lnTo>
                    <a:pt x="727785" y="543635"/>
                  </a:lnTo>
                  <a:lnTo>
                    <a:pt x="727637" y="543516"/>
                  </a:lnTo>
                  <a:lnTo>
                    <a:pt x="727362" y="543473"/>
                  </a:lnTo>
                  <a:lnTo>
                    <a:pt x="727144" y="543462"/>
                  </a:lnTo>
                  <a:lnTo>
                    <a:pt x="726920" y="543554"/>
                  </a:lnTo>
                  <a:lnTo>
                    <a:pt x="726825" y="543721"/>
                  </a:lnTo>
                  <a:lnTo>
                    <a:pt x="726745" y="543958"/>
                  </a:lnTo>
                  <a:lnTo>
                    <a:pt x="726731" y="544363"/>
                  </a:lnTo>
                  <a:lnTo>
                    <a:pt x="726707" y="544578"/>
                  </a:lnTo>
                  <a:lnTo>
                    <a:pt x="726769" y="544805"/>
                  </a:lnTo>
                  <a:lnTo>
                    <a:pt x="726996" y="544972"/>
                  </a:lnTo>
                  <a:lnTo>
                    <a:pt x="727229" y="545144"/>
                  </a:lnTo>
                  <a:lnTo>
                    <a:pt x="727272" y="545290"/>
                  </a:lnTo>
                  <a:lnTo>
                    <a:pt x="727258" y="545565"/>
                  </a:lnTo>
                  <a:lnTo>
                    <a:pt x="727195" y="545917"/>
                  </a:lnTo>
                  <a:lnTo>
                    <a:pt x="727139" y="546108"/>
                  </a:lnTo>
                  <a:lnTo>
                    <a:pt x="727124" y="546283"/>
                  </a:lnTo>
                  <a:lnTo>
                    <a:pt x="727119" y="546496"/>
                  </a:lnTo>
                  <a:lnTo>
                    <a:pt x="727159" y="546759"/>
                  </a:lnTo>
                  <a:lnTo>
                    <a:pt x="727121" y="546951"/>
                  </a:lnTo>
                  <a:lnTo>
                    <a:pt x="726987" y="547114"/>
                  </a:lnTo>
                  <a:lnTo>
                    <a:pt x="726743" y="547471"/>
                  </a:lnTo>
                  <a:lnTo>
                    <a:pt x="726240" y="547629"/>
                  </a:lnTo>
                  <a:lnTo>
                    <a:pt x="725971" y="547922"/>
                  </a:lnTo>
                  <a:lnTo>
                    <a:pt x="726081" y="548177"/>
                  </a:lnTo>
                  <a:lnTo>
                    <a:pt x="726388" y="548465"/>
                  </a:lnTo>
                  <a:lnTo>
                    <a:pt x="726570" y="548645"/>
                  </a:lnTo>
                  <a:lnTo>
                    <a:pt x="726595" y="548845"/>
                  </a:lnTo>
                  <a:lnTo>
                    <a:pt x="726545" y="549102"/>
                  </a:lnTo>
                  <a:lnTo>
                    <a:pt x="726355" y="549243"/>
                  </a:lnTo>
                  <a:lnTo>
                    <a:pt x="726066" y="549438"/>
                  </a:lnTo>
                  <a:lnTo>
                    <a:pt x="725557" y="549778"/>
                  </a:lnTo>
                  <a:lnTo>
                    <a:pt x="725299" y="549968"/>
                  </a:lnTo>
                  <a:lnTo>
                    <a:pt x="725193" y="550186"/>
                  </a:lnTo>
                  <a:lnTo>
                    <a:pt x="725151" y="550416"/>
                  </a:lnTo>
                  <a:lnTo>
                    <a:pt x="725154" y="550901"/>
                  </a:lnTo>
                  <a:lnTo>
                    <a:pt x="725193" y="551099"/>
                  </a:lnTo>
                  <a:lnTo>
                    <a:pt x="725253" y="551247"/>
                  </a:lnTo>
                  <a:lnTo>
                    <a:pt x="725407" y="551389"/>
                  </a:lnTo>
                  <a:lnTo>
                    <a:pt x="725696" y="551489"/>
                  </a:lnTo>
                  <a:lnTo>
                    <a:pt x="726053" y="551467"/>
                  </a:lnTo>
                  <a:lnTo>
                    <a:pt x="726434" y="551392"/>
                  </a:lnTo>
                  <a:lnTo>
                    <a:pt x="726734" y="551339"/>
                  </a:lnTo>
                  <a:lnTo>
                    <a:pt x="727150" y="551229"/>
                  </a:lnTo>
                  <a:lnTo>
                    <a:pt x="727608" y="551131"/>
                  </a:lnTo>
                  <a:lnTo>
                    <a:pt x="727909" y="551229"/>
                  </a:lnTo>
                  <a:lnTo>
                    <a:pt x="727855" y="551439"/>
                  </a:lnTo>
                  <a:lnTo>
                    <a:pt x="727765" y="551672"/>
                  </a:lnTo>
                  <a:lnTo>
                    <a:pt x="727705" y="551902"/>
                  </a:lnTo>
                  <a:lnTo>
                    <a:pt x="727697" y="552102"/>
                  </a:lnTo>
                  <a:lnTo>
                    <a:pt x="727754" y="552280"/>
                  </a:lnTo>
                  <a:lnTo>
                    <a:pt x="727833" y="552420"/>
                  </a:lnTo>
                  <a:lnTo>
                    <a:pt x="728062" y="552605"/>
                  </a:lnTo>
                  <a:lnTo>
                    <a:pt x="728283" y="552642"/>
                  </a:lnTo>
                  <a:lnTo>
                    <a:pt x="728530" y="552642"/>
                  </a:lnTo>
                  <a:lnTo>
                    <a:pt x="728690" y="552720"/>
                  </a:lnTo>
                  <a:lnTo>
                    <a:pt x="729083" y="553080"/>
                  </a:lnTo>
                  <a:lnTo>
                    <a:pt x="729160" y="553235"/>
                  </a:lnTo>
                  <a:lnTo>
                    <a:pt x="729138" y="553508"/>
                  </a:lnTo>
                  <a:lnTo>
                    <a:pt x="729047" y="553646"/>
                  </a:lnTo>
                  <a:lnTo>
                    <a:pt x="728820" y="553861"/>
                  </a:lnTo>
                  <a:lnTo>
                    <a:pt x="728534" y="554112"/>
                  </a:lnTo>
                  <a:lnTo>
                    <a:pt x="728312" y="554388"/>
                  </a:lnTo>
                  <a:lnTo>
                    <a:pt x="728232" y="554728"/>
                  </a:lnTo>
                  <a:lnTo>
                    <a:pt x="727970" y="555184"/>
                  </a:lnTo>
                  <a:lnTo>
                    <a:pt x="727844" y="555608"/>
                  </a:lnTo>
                  <a:lnTo>
                    <a:pt x="727821" y="555842"/>
                  </a:lnTo>
                  <a:lnTo>
                    <a:pt x="727829" y="555973"/>
                  </a:lnTo>
                  <a:lnTo>
                    <a:pt x="727836" y="556427"/>
                  </a:lnTo>
                  <a:lnTo>
                    <a:pt x="727765" y="556584"/>
                  </a:lnTo>
                  <a:lnTo>
                    <a:pt x="727700" y="556783"/>
                  </a:lnTo>
                  <a:lnTo>
                    <a:pt x="727922" y="557244"/>
                  </a:lnTo>
                  <a:lnTo>
                    <a:pt x="728288" y="557646"/>
                  </a:lnTo>
                  <a:lnTo>
                    <a:pt x="727998" y="557813"/>
                  </a:lnTo>
                  <a:lnTo>
                    <a:pt x="727849" y="557891"/>
                  </a:lnTo>
                  <a:lnTo>
                    <a:pt x="727670" y="558087"/>
                  </a:lnTo>
                  <a:lnTo>
                    <a:pt x="727794" y="558254"/>
                  </a:lnTo>
                  <a:lnTo>
                    <a:pt x="727964" y="558514"/>
                  </a:lnTo>
                  <a:lnTo>
                    <a:pt x="728137" y="558765"/>
                  </a:lnTo>
                  <a:lnTo>
                    <a:pt x="727730" y="559403"/>
                  </a:lnTo>
                  <a:lnTo>
                    <a:pt x="727349" y="559523"/>
                  </a:lnTo>
                  <a:lnTo>
                    <a:pt x="726806" y="559272"/>
                  </a:lnTo>
                  <a:lnTo>
                    <a:pt x="726510" y="559184"/>
                  </a:lnTo>
                  <a:lnTo>
                    <a:pt x="726297" y="559184"/>
                  </a:lnTo>
                  <a:lnTo>
                    <a:pt x="725819" y="558953"/>
                  </a:lnTo>
                  <a:lnTo>
                    <a:pt x="725837" y="558787"/>
                  </a:lnTo>
                  <a:lnTo>
                    <a:pt x="725848" y="558660"/>
                  </a:lnTo>
                  <a:lnTo>
                    <a:pt x="725818" y="558493"/>
                  </a:lnTo>
                  <a:lnTo>
                    <a:pt x="725763" y="558357"/>
                  </a:lnTo>
                  <a:lnTo>
                    <a:pt x="725654" y="558222"/>
                  </a:lnTo>
                  <a:lnTo>
                    <a:pt x="725449" y="557994"/>
                  </a:lnTo>
                  <a:lnTo>
                    <a:pt x="725175" y="557713"/>
                  </a:lnTo>
                  <a:lnTo>
                    <a:pt x="725031" y="557738"/>
                  </a:lnTo>
                  <a:lnTo>
                    <a:pt x="724728" y="557838"/>
                  </a:lnTo>
                  <a:lnTo>
                    <a:pt x="724393" y="557959"/>
                  </a:lnTo>
                  <a:lnTo>
                    <a:pt x="723533" y="558398"/>
                  </a:lnTo>
                  <a:lnTo>
                    <a:pt x="722305" y="559388"/>
                  </a:lnTo>
                  <a:lnTo>
                    <a:pt x="720891" y="560827"/>
                  </a:lnTo>
                  <a:lnTo>
                    <a:pt x="720732" y="561075"/>
                  </a:lnTo>
                  <a:lnTo>
                    <a:pt x="719943" y="561746"/>
                  </a:lnTo>
                  <a:lnTo>
                    <a:pt x="719910" y="561897"/>
                  </a:lnTo>
                  <a:lnTo>
                    <a:pt x="719543" y="562368"/>
                  </a:lnTo>
                  <a:lnTo>
                    <a:pt x="719322" y="562451"/>
                  </a:lnTo>
                  <a:lnTo>
                    <a:pt x="718985" y="562523"/>
                  </a:lnTo>
                  <a:lnTo>
                    <a:pt x="718513" y="563085"/>
                  </a:lnTo>
                  <a:lnTo>
                    <a:pt x="718199" y="563295"/>
                  </a:lnTo>
                  <a:lnTo>
                    <a:pt x="717913" y="563363"/>
                  </a:lnTo>
                  <a:lnTo>
                    <a:pt x="717679" y="563405"/>
                  </a:lnTo>
                  <a:lnTo>
                    <a:pt x="717454" y="563507"/>
                  </a:lnTo>
                  <a:lnTo>
                    <a:pt x="717299" y="563545"/>
                  </a:lnTo>
                  <a:lnTo>
                    <a:pt x="717079" y="563818"/>
                  </a:lnTo>
                  <a:lnTo>
                    <a:pt x="717091" y="563967"/>
                  </a:lnTo>
                  <a:lnTo>
                    <a:pt x="717130" y="564216"/>
                  </a:lnTo>
                  <a:lnTo>
                    <a:pt x="717136" y="564344"/>
                  </a:lnTo>
                  <a:lnTo>
                    <a:pt x="717138" y="564576"/>
                  </a:lnTo>
                  <a:lnTo>
                    <a:pt x="717147" y="564805"/>
                  </a:lnTo>
                  <a:lnTo>
                    <a:pt x="716862" y="565462"/>
                  </a:lnTo>
                  <a:lnTo>
                    <a:pt x="716864" y="564942"/>
                  </a:lnTo>
                  <a:lnTo>
                    <a:pt x="716652" y="564474"/>
                  </a:lnTo>
                  <a:lnTo>
                    <a:pt x="716483" y="564052"/>
                  </a:lnTo>
                  <a:lnTo>
                    <a:pt x="716244" y="563378"/>
                  </a:lnTo>
                  <a:lnTo>
                    <a:pt x="715188" y="561872"/>
                  </a:lnTo>
                  <a:lnTo>
                    <a:pt x="715043" y="561859"/>
                  </a:lnTo>
                  <a:lnTo>
                    <a:pt x="713742" y="562245"/>
                  </a:lnTo>
                  <a:lnTo>
                    <a:pt x="713103" y="562200"/>
                  </a:lnTo>
                  <a:lnTo>
                    <a:pt x="713029" y="561941"/>
                  </a:lnTo>
                  <a:lnTo>
                    <a:pt x="712954" y="561808"/>
                  </a:lnTo>
                  <a:lnTo>
                    <a:pt x="712770" y="561588"/>
                  </a:lnTo>
                  <a:lnTo>
                    <a:pt x="712561" y="561240"/>
                  </a:lnTo>
                  <a:lnTo>
                    <a:pt x="712538" y="561047"/>
                  </a:lnTo>
                  <a:lnTo>
                    <a:pt x="712457" y="560906"/>
                  </a:lnTo>
                  <a:lnTo>
                    <a:pt x="712363" y="560729"/>
                  </a:lnTo>
                  <a:lnTo>
                    <a:pt x="712279" y="560577"/>
                  </a:lnTo>
                  <a:lnTo>
                    <a:pt x="711551" y="559959"/>
                  </a:lnTo>
                  <a:lnTo>
                    <a:pt x="711395" y="559911"/>
                  </a:lnTo>
                  <a:lnTo>
                    <a:pt x="708683" y="559550"/>
                  </a:lnTo>
                  <a:lnTo>
                    <a:pt x="707023" y="558901"/>
                  </a:lnTo>
                  <a:lnTo>
                    <a:pt x="706358" y="558709"/>
                  </a:lnTo>
                  <a:lnTo>
                    <a:pt x="706260" y="558509"/>
                  </a:lnTo>
                  <a:lnTo>
                    <a:pt x="706039" y="558157"/>
                  </a:lnTo>
                  <a:lnTo>
                    <a:pt x="705620" y="557526"/>
                  </a:lnTo>
                  <a:lnTo>
                    <a:pt x="705439" y="557182"/>
                  </a:lnTo>
                  <a:lnTo>
                    <a:pt x="705302" y="557121"/>
                  </a:lnTo>
                  <a:lnTo>
                    <a:pt x="705142" y="557085"/>
                  </a:lnTo>
                  <a:lnTo>
                    <a:pt x="704975" y="557051"/>
                  </a:lnTo>
                  <a:lnTo>
                    <a:pt x="704708" y="557010"/>
                  </a:lnTo>
                  <a:lnTo>
                    <a:pt x="703595" y="556375"/>
                  </a:lnTo>
                  <a:lnTo>
                    <a:pt x="703447" y="556326"/>
                  </a:lnTo>
                  <a:lnTo>
                    <a:pt x="703248" y="556304"/>
                  </a:lnTo>
                  <a:lnTo>
                    <a:pt x="703104" y="556275"/>
                  </a:lnTo>
                  <a:lnTo>
                    <a:pt x="702850" y="556198"/>
                  </a:lnTo>
                  <a:lnTo>
                    <a:pt x="702072" y="555746"/>
                  </a:lnTo>
                  <a:lnTo>
                    <a:pt x="699883" y="554853"/>
                  </a:lnTo>
                  <a:lnTo>
                    <a:pt x="699364" y="554310"/>
                  </a:lnTo>
                  <a:lnTo>
                    <a:pt x="699311" y="554022"/>
                  </a:lnTo>
                  <a:lnTo>
                    <a:pt x="699278" y="553814"/>
                  </a:lnTo>
                  <a:lnTo>
                    <a:pt x="699197" y="553472"/>
                  </a:lnTo>
                  <a:lnTo>
                    <a:pt x="699087" y="553156"/>
                  </a:lnTo>
                  <a:lnTo>
                    <a:pt x="698867" y="552772"/>
                  </a:lnTo>
                  <a:lnTo>
                    <a:pt x="698573" y="552488"/>
                  </a:lnTo>
                  <a:lnTo>
                    <a:pt x="698154" y="552113"/>
                  </a:lnTo>
                  <a:lnTo>
                    <a:pt x="697941" y="552021"/>
                  </a:lnTo>
                  <a:lnTo>
                    <a:pt x="697647" y="552005"/>
                  </a:lnTo>
                  <a:lnTo>
                    <a:pt x="697442" y="551921"/>
                  </a:lnTo>
                  <a:lnTo>
                    <a:pt x="697280" y="551763"/>
                  </a:lnTo>
                  <a:lnTo>
                    <a:pt x="697192" y="551421"/>
                  </a:lnTo>
                  <a:lnTo>
                    <a:pt x="697008" y="551254"/>
                  </a:lnTo>
                  <a:lnTo>
                    <a:pt x="696802" y="551154"/>
                  </a:lnTo>
                  <a:lnTo>
                    <a:pt x="696487" y="551129"/>
                  </a:lnTo>
                  <a:lnTo>
                    <a:pt x="695975" y="551115"/>
                  </a:lnTo>
                  <a:lnTo>
                    <a:pt x="695865" y="550943"/>
                  </a:lnTo>
                  <a:lnTo>
                    <a:pt x="695731" y="550751"/>
                  </a:lnTo>
                  <a:lnTo>
                    <a:pt x="695518" y="550672"/>
                  </a:lnTo>
                  <a:lnTo>
                    <a:pt x="695227" y="550614"/>
                  </a:lnTo>
                  <a:lnTo>
                    <a:pt x="694951" y="550579"/>
                  </a:lnTo>
                  <a:lnTo>
                    <a:pt x="694614" y="550579"/>
                  </a:lnTo>
                  <a:lnTo>
                    <a:pt x="694375" y="550791"/>
                  </a:lnTo>
                  <a:lnTo>
                    <a:pt x="694076" y="550904"/>
                  </a:lnTo>
                  <a:lnTo>
                    <a:pt x="693969" y="550758"/>
                  </a:lnTo>
                  <a:lnTo>
                    <a:pt x="693855" y="550611"/>
                  </a:lnTo>
                  <a:lnTo>
                    <a:pt x="693515" y="549776"/>
                  </a:lnTo>
                  <a:lnTo>
                    <a:pt x="693507" y="549641"/>
                  </a:lnTo>
                  <a:lnTo>
                    <a:pt x="693463" y="549192"/>
                  </a:lnTo>
                  <a:lnTo>
                    <a:pt x="693404" y="548916"/>
                  </a:lnTo>
                  <a:lnTo>
                    <a:pt x="693206" y="548625"/>
                  </a:lnTo>
                  <a:lnTo>
                    <a:pt x="692846" y="547957"/>
                  </a:lnTo>
                  <a:lnTo>
                    <a:pt x="692332" y="547357"/>
                  </a:lnTo>
                  <a:lnTo>
                    <a:pt x="692140" y="547221"/>
                  </a:lnTo>
                  <a:lnTo>
                    <a:pt x="691966" y="547138"/>
                  </a:lnTo>
                  <a:lnTo>
                    <a:pt x="691318" y="546915"/>
                  </a:lnTo>
                  <a:lnTo>
                    <a:pt x="690936" y="546948"/>
                  </a:lnTo>
                  <a:lnTo>
                    <a:pt x="690591" y="547082"/>
                  </a:lnTo>
                  <a:lnTo>
                    <a:pt x="690253" y="547240"/>
                  </a:lnTo>
                  <a:lnTo>
                    <a:pt x="689988" y="547605"/>
                  </a:lnTo>
                  <a:lnTo>
                    <a:pt x="690195" y="548084"/>
                  </a:lnTo>
                  <a:lnTo>
                    <a:pt x="690172" y="548216"/>
                  </a:lnTo>
                  <a:lnTo>
                    <a:pt x="690003" y="548583"/>
                  </a:lnTo>
                  <a:lnTo>
                    <a:pt x="689474" y="548625"/>
                  </a:lnTo>
                  <a:lnTo>
                    <a:pt x="688894" y="548625"/>
                  </a:lnTo>
                  <a:lnTo>
                    <a:pt x="688452" y="548494"/>
                  </a:lnTo>
                  <a:lnTo>
                    <a:pt x="688265" y="548370"/>
                  </a:lnTo>
                  <a:lnTo>
                    <a:pt x="688137" y="548312"/>
                  </a:lnTo>
                  <a:lnTo>
                    <a:pt x="687854" y="548275"/>
                  </a:lnTo>
                  <a:lnTo>
                    <a:pt x="687609" y="548286"/>
                  </a:lnTo>
                  <a:lnTo>
                    <a:pt x="687407" y="548251"/>
                  </a:lnTo>
                  <a:lnTo>
                    <a:pt x="687065" y="548113"/>
                  </a:lnTo>
                  <a:lnTo>
                    <a:pt x="686805" y="547952"/>
                  </a:lnTo>
                  <a:lnTo>
                    <a:pt x="686626" y="547870"/>
                  </a:lnTo>
                  <a:lnTo>
                    <a:pt x="686446" y="547827"/>
                  </a:lnTo>
                  <a:lnTo>
                    <a:pt x="686110" y="547610"/>
                  </a:lnTo>
                  <a:lnTo>
                    <a:pt x="686000" y="547369"/>
                  </a:lnTo>
                  <a:lnTo>
                    <a:pt x="685856" y="546710"/>
                  </a:lnTo>
                  <a:lnTo>
                    <a:pt x="685758" y="546456"/>
                  </a:lnTo>
                  <a:lnTo>
                    <a:pt x="685603" y="545889"/>
                  </a:lnTo>
                  <a:lnTo>
                    <a:pt x="685618" y="545172"/>
                  </a:lnTo>
                  <a:lnTo>
                    <a:pt x="685647" y="544564"/>
                  </a:lnTo>
                  <a:lnTo>
                    <a:pt x="685442" y="544147"/>
                  </a:lnTo>
                  <a:lnTo>
                    <a:pt x="685013" y="543871"/>
                  </a:lnTo>
                  <a:lnTo>
                    <a:pt x="684158" y="543834"/>
                  </a:lnTo>
                  <a:lnTo>
                    <a:pt x="683564" y="543911"/>
                  </a:lnTo>
                  <a:lnTo>
                    <a:pt x="683402" y="543952"/>
                  </a:lnTo>
                  <a:lnTo>
                    <a:pt x="683118" y="544071"/>
                  </a:lnTo>
                  <a:lnTo>
                    <a:pt x="682976" y="544175"/>
                  </a:lnTo>
                  <a:lnTo>
                    <a:pt x="682658" y="544305"/>
                  </a:lnTo>
                  <a:lnTo>
                    <a:pt x="682232" y="544430"/>
                  </a:lnTo>
                  <a:lnTo>
                    <a:pt x="681313" y="544514"/>
                  </a:lnTo>
                  <a:lnTo>
                    <a:pt x="680770" y="544605"/>
                  </a:lnTo>
                  <a:lnTo>
                    <a:pt x="679984" y="544647"/>
                  </a:lnTo>
                  <a:lnTo>
                    <a:pt x="679391" y="544645"/>
                  </a:lnTo>
                  <a:lnTo>
                    <a:pt x="679211" y="544597"/>
                  </a:lnTo>
                  <a:lnTo>
                    <a:pt x="678889" y="544572"/>
                  </a:lnTo>
                  <a:lnTo>
                    <a:pt x="678493" y="544580"/>
                  </a:lnTo>
                  <a:lnTo>
                    <a:pt x="678258" y="544630"/>
                  </a:lnTo>
                  <a:lnTo>
                    <a:pt x="678023" y="544780"/>
                  </a:lnTo>
                  <a:lnTo>
                    <a:pt x="677729" y="545131"/>
                  </a:lnTo>
                  <a:lnTo>
                    <a:pt x="677391" y="545331"/>
                  </a:lnTo>
                  <a:lnTo>
                    <a:pt x="677082" y="545422"/>
                  </a:lnTo>
                  <a:lnTo>
                    <a:pt x="676385" y="545464"/>
                  </a:lnTo>
                  <a:lnTo>
                    <a:pt x="675533" y="545498"/>
                  </a:lnTo>
                  <a:lnTo>
                    <a:pt x="674326" y="545367"/>
                  </a:lnTo>
                  <a:lnTo>
                    <a:pt x="674134" y="545312"/>
                  </a:lnTo>
                  <a:lnTo>
                    <a:pt x="673833" y="545043"/>
                  </a:lnTo>
                  <a:lnTo>
                    <a:pt x="673334" y="544540"/>
                  </a:lnTo>
                  <a:lnTo>
                    <a:pt x="673018" y="544117"/>
                  </a:lnTo>
                  <a:lnTo>
                    <a:pt x="672839" y="543927"/>
                  </a:lnTo>
                  <a:lnTo>
                    <a:pt x="672704" y="543792"/>
                  </a:lnTo>
                  <a:lnTo>
                    <a:pt x="672466" y="543588"/>
                  </a:lnTo>
                  <a:lnTo>
                    <a:pt x="672335" y="543559"/>
                  </a:lnTo>
                  <a:lnTo>
                    <a:pt x="672164" y="543526"/>
                  </a:lnTo>
                  <a:lnTo>
                    <a:pt x="671959" y="543512"/>
                  </a:lnTo>
                  <a:lnTo>
                    <a:pt x="671802" y="543490"/>
                  </a:lnTo>
                  <a:lnTo>
                    <a:pt x="671646" y="543487"/>
                  </a:lnTo>
                  <a:lnTo>
                    <a:pt x="671491" y="543491"/>
                  </a:lnTo>
                  <a:lnTo>
                    <a:pt x="671023" y="543170"/>
                  </a:lnTo>
                  <a:lnTo>
                    <a:pt x="670964" y="543014"/>
                  </a:lnTo>
                  <a:lnTo>
                    <a:pt x="670932" y="542816"/>
                  </a:lnTo>
                  <a:lnTo>
                    <a:pt x="670910" y="542648"/>
                  </a:lnTo>
                  <a:lnTo>
                    <a:pt x="670894" y="542468"/>
                  </a:lnTo>
                  <a:lnTo>
                    <a:pt x="670876" y="542155"/>
                  </a:lnTo>
                  <a:lnTo>
                    <a:pt x="670541" y="541543"/>
                  </a:lnTo>
                  <a:lnTo>
                    <a:pt x="669442" y="541057"/>
                  </a:lnTo>
                  <a:lnTo>
                    <a:pt x="668861" y="541332"/>
                  </a:lnTo>
                  <a:lnTo>
                    <a:pt x="668598" y="541222"/>
                  </a:lnTo>
                  <a:lnTo>
                    <a:pt x="668332" y="541147"/>
                  </a:lnTo>
                  <a:lnTo>
                    <a:pt x="668089" y="541069"/>
                  </a:lnTo>
                  <a:lnTo>
                    <a:pt x="667751" y="541170"/>
                  </a:lnTo>
                  <a:lnTo>
                    <a:pt x="667599" y="541302"/>
                  </a:lnTo>
                  <a:lnTo>
                    <a:pt x="667300" y="541543"/>
                  </a:lnTo>
                  <a:lnTo>
                    <a:pt x="666032" y="542103"/>
                  </a:lnTo>
                  <a:lnTo>
                    <a:pt x="665353" y="541848"/>
                  </a:lnTo>
                  <a:lnTo>
                    <a:pt x="665020" y="541926"/>
                  </a:lnTo>
                  <a:lnTo>
                    <a:pt x="664870" y="541918"/>
                  </a:lnTo>
                  <a:lnTo>
                    <a:pt x="664154" y="542091"/>
                  </a:lnTo>
                  <a:lnTo>
                    <a:pt x="663856" y="542257"/>
                  </a:lnTo>
                  <a:lnTo>
                    <a:pt x="663681" y="542326"/>
                  </a:lnTo>
                  <a:lnTo>
                    <a:pt x="663315" y="542467"/>
                  </a:lnTo>
                  <a:lnTo>
                    <a:pt x="662827" y="542604"/>
                  </a:lnTo>
                  <a:lnTo>
                    <a:pt x="662687" y="542611"/>
                  </a:lnTo>
                  <a:lnTo>
                    <a:pt x="662550" y="542623"/>
                  </a:lnTo>
                  <a:lnTo>
                    <a:pt x="661843" y="542894"/>
                  </a:lnTo>
                  <a:lnTo>
                    <a:pt x="661710" y="542962"/>
                  </a:lnTo>
                  <a:lnTo>
                    <a:pt x="661179" y="543342"/>
                  </a:lnTo>
                  <a:lnTo>
                    <a:pt x="660299" y="543961"/>
                  </a:lnTo>
                  <a:lnTo>
                    <a:pt x="659852" y="544222"/>
                  </a:lnTo>
                  <a:lnTo>
                    <a:pt x="659643" y="544358"/>
                  </a:lnTo>
                  <a:lnTo>
                    <a:pt x="659467" y="544443"/>
                  </a:lnTo>
                  <a:lnTo>
                    <a:pt x="659010" y="544671"/>
                  </a:lnTo>
                  <a:lnTo>
                    <a:pt x="658849" y="544759"/>
                  </a:lnTo>
                  <a:lnTo>
                    <a:pt x="658696" y="544849"/>
                  </a:lnTo>
                  <a:lnTo>
                    <a:pt x="658543" y="544933"/>
                  </a:lnTo>
                  <a:lnTo>
                    <a:pt x="658398" y="545025"/>
                  </a:lnTo>
                  <a:lnTo>
                    <a:pt x="658065" y="545163"/>
                  </a:lnTo>
                  <a:lnTo>
                    <a:pt x="657816" y="545302"/>
                  </a:lnTo>
                  <a:lnTo>
                    <a:pt x="657529" y="545474"/>
                  </a:lnTo>
                  <a:lnTo>
                    <a:pt x="657371" y="545572"/>
                  </a:lnTo>
                  <a:lnTo>
                    <a:pt x="657194" y="545680"/>
                  </a:lnTo>
                  <a:lnTo>
                    <a:pt x="656617" y="545914"/>
                  </a:lnTo>
                  <a:lnTo>
                    <a:pt x="656488" y="545955"/>
                  </a:lnTo>
                  <a:lnTo>
                    <a:pt x="655974" y="546096"/>
                  </a:lnTo>
                  <a:lnTo>
                    <a:pt x="655828" y="546120"/>
                  </a:lnTo>
                  <a:lnTo>
                    <a:pt x="655324" y="546262"/>
                  </a:lnTo>
                  <a:lnTo>
                    <a:pt x="655052" y="546304"/>
                  </a:lnTo>
                  <a:lnTo>
                    <a:pt x="654754" y="546415"/>
                  </a:lnTo>
                  <a:lnTo>
                    <a:pt x="654404" y="546518"/>
                  </a:lnTo>
                  <a:lnTo>
                    <a:pt x="654168" y="546581"/>
                  </a:lnTo>
                  <a:lnTo>
                    <a:pt x="653890" y="546653"/>
                  </a:lnTo>
                  <a:lnTo>
                    <a:pt x="653727" y="546679"/>
                  </a:lnTo>
                  <a:lnTo>
                    <a:pt x="653203" y="546710"/>
                  </a:lnTo>
                  <a:lnTo>
                    <a:pt x="653067" y="546747"/>
                  </a:lnTo>
                  <a:lnTo>
                    <a:pt x="652818" y="546881"/>
                  </a:lnTo>
                  <a:lnTo>
                    <a:pt x="652565" y="547057"/>
                  </a:lnTo>
                  <a:lnTo>
                    <a:pt x="652226" y="547295"/>
                  </a:lnTo>
                  <a:lnTo>
                    <a:pt x="652009" y="547366"/>
                  </a:lnTo>
                  <a:lnTo>
                    <a:pt x="651814" y="547420"/>
                  </a:lnTo>
                  <a:lnTo>
                    <a:pt x="651559" y="547547"/>
                  </a:lnTo>
                  <a:lnTo>
                    <a:pt x="651411" y="547710"/>
                  </a:lnTo>
                  <a:lnTo>
                    <a:pt x="651066" y="548021"/>
                  </a:lnTo>
                  <a:lnTo>
                    <a:pt x="650839" y="548218"/>
                  </a:lnTo>
                  <a:lnTo>
                    <a:pt x="650748" y="548360"/>
                  </a:lnTo>
                  <a:lnTo>
                    <a:pt x="650629" y="548573"/>
                  </a:lnTo>
                  <a:lnTo>
                    <a:pt x="650527" y="548786"/>
                  </a:lnTo>
                  <a:lnTo>
                    <a:pt x="650402" y="549082"/>
                  </a:lnTo>
                  <a:lnTo>
                    <a:pt x="650273" y="549550"/>
                  </a:lnTo>
                  <a:lnTo>
                    <a:pt x="650258" y="549725"/>
                  </a:lnTo>
                  <a:lnTo>
                    <a:pt x="650233" y="549928"/>
                  </a:lnTo>
                  <a:lnTo>
                    <a:pt x="650208" y="550072"/>
                  </a:lnTo>
                  <a:lnTo>
                    <a:pt x="650164" y="550228"/>
                  </a:lnTo>
                  <a:lnTo>
                    <a:pt x="650085" y="550378"/>
                  </a:lnTo>
                  <a:lnTo>
                    <a:pt x="650011" y="550560"/>
                  </a:lnTo>
                  <a:lnTo>
                    <a:pt x="649931" y="550707"/>
                  </a:lnTo>
                  <a:lnTo>
                    <a:pt x="649772" y="551120"/>
                  </a:lnTo>
                  <a:lnTo>
                    <a:pt x="649828" y="551561"/>
                  </a:lnTo>
                  <a:lnTo>
                    <a:pt x="649809" y="551699"/>
                  </a:lnTo>
                  <a:lnTo>
                    <a:pt x="649766" y="551832"/>
                  </a:lnTo>
                  <a:lnTo>
                    <a:pt x="649684" y="552026"/>
                  </a:lnTo>
                  <a:lnTo>
                    <a:pt x="649590" y="552230"/>
                  </a:lnTo>
                  <a:lnTo>
                    <a:pt x="649442" y="552484"/>
                  </a:lnTo>
                  <a:lnTo>
                    <a:pt x="649261" y="552686"/>
                  </a:lnTo>
                  <a:lnTo>
                    <a:pt x="649132" y="552793"/>
                  </a:lnTo>
                  <a:lnTo>
                    <a:pt x="648966" y="552918"/>
                  </a:lnTo>
                  <a:lnTo>
                    <a:pt x="648106" y="553496"/>
                  </a:lnTo>
                  <a:lnTo>
                    <a:pt x="648002" y="553676"/>
                  </a:lnTo>
                  <a:lnTo>
                    <a:pt x="647466" y="554442"/>
                  </a:lnTo>
                  <a:lnTo>
                    <a:pt x="647244" y="554757"/>
                  </a:lnTo>
                  <a:lnTo>
                    <a:pt x="647073" y="555066"/>
                  </a:lnTo>
                  <a:lnTo>
                    <a:pt x="646759" y="555549"/>
                  </a:lnTo>
                  <a:lnTo>
                    <a:pt x="646578" y="555943"/>
                  </a:lnTo>
                  <a:lnTo>
                    <a:pt x="645995" y="556756"/>
                  </a:lnTo>
                  <a:lnTo>
                    <a:pt x="645632" y="557254"/>
                  </a:lnTo>
                  <a:lnTo>
                    <a:pt x="645371" y="557550"/>
                  </a:lnTo>
                  <a:lnTo>
                    <a:pt x="645222" y="557648"/>
                  </a:lnTo>
                  <a:lnTo>
                    <a:pt x="645052" y="557736"/>
                  </a:lnTo>
                  <a:lnTo>
                    <a:pt x="644570" y="557971"/>
                  </a:lnTo>
                  <a:lnTo>
                    <a:pt x="644430" y="558033"/>
                  </a:lnTo>
                  <a:lnTo>
                    <a:pt x="644165" y="558132"/>
                  </a:lnTo>
                  <a:lnTo>
                    <a:pt x="643923" y="558249"/>
                  </a:lnTo>
                  <a:lnTo>
                    <a:pt x="643732" y="558319"/>
                  </a:lnTo>
                  <a:lnTo>
                    <a:pt x="643593" y="558359"/>
                  </a:lnTo>
                  <a:lnTo>
                    <a:pt x="643346" y="558426"/>
                  </a:lnTo>
                  <a:lnTo>
                    <a:pt x="643209" y="558488"/>
                  </a:lnTo>
                  <a:lnTo>
                    <a:pt x="643022" y="558562"/>
                  </a:lnTo>
                  <a:lnTo>
                    <a:pt x="642858" y="558644"/>
                  </a:lnTo>
                  <a:lnTo>
                    <a:pt x="642630" y="558738"/>
                  </a:lnTo>
                  <a:lnTo>
                    <a:pt x="642358" y="558912"/>
                  </a:lnTo>
                  <a:lnTo>
                    <a:pt x="642120" y="559044"/>
                  </a:lnTo>
                  <a:lnTo>
                    <a:pt x="641752" y="559255"/>
                  </a:lnTo>
                  <a:lnTo>
                    <a:pt x="641609" y="559337"/>
                  </a:lnTo>
                  <a:lnTo>
                    <a:pt x="641407" y="559445"/>
                  </a:lnTo>
                  <a:lnTo>
                    <a:pt x="641073" y="559638"/>
                  </a:lnTo>
                  <a:lnTo>
                    <a:pt x="640897" y="559757"/>
                  </a:lnTo>
                  <a:lnTo>
                    <a:pt x="640685" y="559883"/>
                  </a:lnTo>
                  <a:lnTo>
                    <a:pt x="640318" y="560094"/>
                  </a:lnTo>
                  <a:lnTo>
                    <a:pt x="640085" y="560207"/>
                  </a:lnTo>
                  <a:lnTo>
                    <a:pt x="639950" y="560249"/>
                  </a:lnTo>
                  <a:lnTo>
                    <a:pt x="639751" y="560361"/>
                  </a:lnTo>
                  <a:lnTo>
                    <a:pt x="639598" y="560471"/>
                  </a:lnTo>
                  <a:lnTo>
                    <a:pt x="639441" y="560552"/>
                  </a:lnTo>
                  <a:lnTo>
                    <a:pt x="639182" y="560728"/>
                  </a:lnTo>
                  <a:lnTo>
                    <a:pt x="638938" y="560855"/>
                  </a:lnTo>
                  <a:lnTo>
                    <a:pt x="638690" y="560951"/>
                  </a:lnTo>
                  <a:lnTo>
                    <a:pt x="638453" y="561052"/>
                  </a:lnTo>
                  <a:lnTo>
                    <a:pt x="638299" y="561099"/>
                  </a:lnTo>
                  <a:lnTo>
                    <a:pt x="638158" y="561125"/>
                  </a:lnTo>
                  <a:lnTo>
                    <a:pt x="637906" y="561207"/>
                  </a:lnTo>
                  <a:lnTo>
                    <a:pt x="637500" y="561346"/>
                  </a:lnTo>
                  <a:lnTo>
                    <a:pt x="637371" y="561370"/>
                  </a:lnTo>
                  <a:lnTo>
                    <a:pt x="637217" y="561402"/>
                  </a:lnTo>
                  <a:lnTo>
                    <a:pt x="636776" y="561457"/>
                  </a:lnTo>
                  <a:lnTo>
                    <a:pt x="636610" y="561497"/>
                  </a:lnTo>
                  <a:lnTo>
                    <a:pt x="635816" y="562011"/>
                  </a:lnTo>
                  <a:lnTo>
                    <a:pt x="635536" y="562253"/>
                  </a:lnTo>
                  <a:lnTo>
                    <a:pt x="634652" y="562549"/>
                  </a:lnTo>
                  <a:lnTo>
                    <a:pt x="634216" y="562636"/>
                  </a:lnTo>
                  <a:lnTo>
                    <a:pt x="632778" y="563396"/>
                  </a:lnTo>
                  <a:lnTo>
                    <a:pt x="631813" y="563512"/>
                  </a:lnTo>
                  <a:lnTo>
                    <a:pt x="630889" y="563369"/>
                  </a:lnTo>
                  <a:lnTo>
                    <a:pt x="630581" y="563295"/>
                  </a:lnTo>
                  <a:lnTo>
                    <a:pt x="630255" y="563291"/>
                  </a:lnTo>
                  <a:lnTo>
                    <a:pt x="629976" y="563291"/>
                  </a:lnTo>
                  <a:lnTo>
                    <a:pt x="626234" y="562808"/>
                  </a:lnTo>
                  <a:lnTo>
                    <a:pt x="625903" y="562770"/>
                  </a:lnTo>
                  <a:lnTo>
                    <a:pt x="625596" y="562748"/>
                  </a:lnTo>
                  <a:lnTo>
                    <a:pt x="625000" y="562719"/>
                  </a:lnTo>
                  <a:lnTo>
                    <a:pt x="624394" y="563044"/>
                  </a:lnTo>
                  <a:lnTo>
                    <a:pt x="624036" y="563882"/>
                  </a:lnTo>
                  <a:lnTo>
                    <a:pt x="622680" y="564232"/>
                  </a:lnTo>
                  <a:lnTo>
                    <a:pt x="621476" y="564568"/>
                  </a:lnTo>
                  <a:lnTo>
                    <a:pt x="621213" y="564754"/>
                  </a:lnTo>
                  <a:lnTo>
                    <a:pt x="620290" y="565062"/>
                  </a:lnTo>
                  <a:lnTo>
                    <a:pt x="619886" y="565269"/>
                  </a:lnTo>
                  <a:lnTo>
                    <a:pt x="619491" y="565779"/>
                  </a:lnTo>
                  <a:lnTo>
                    <a:pt x="619178" y="565989"/>
                  </a:lnTo>
                  <a:lnTo>
                    <a:pt x="618628" y="566204"/>
                  </a:lnTo>
                  <a:lnTo>
                    <a:pt x="617715" y="566611"/>
                  </a:lnTo>
                  <a:lnTo>
                    <a:pt x="617443" y="566632"/>
                  </a:lnTo>
                  <a:lnTo>
                    <a:pt x="617192" y="566643"/>
                  </a:lnTo>
                  <a:lnTo>
                    <a:pt x="616555" y="566686"/>
                  </a:lnTo>
                  <a:lnTo>
                    <a:pt x="616428" y="566722"/>
                  </a:lnTo>
                  <a:lnTo>
                    <a:pt x="616146" y="566799"/>
                  </a:lnTo>
                  <a:lnTo>
                    <a:pt x="615922" y="567125"/>
                  </a:lnTo>
                  <a:lnTo>
                    <a:pt x="615953" y="567305"/>
                  </a:lnTo>
                  <a:lnTo>
                    <a:pt x="616012" y="567618"/>
                  </a:lnTo>
                  <a:lnTo>
                    <a:pt x="615744" y="568134"/>
                  </a:lnTo>
                  <a:lnTo>
                    <a:pt x="615543" y="568229"/>
                  </a:lnTo>
                  <a:lnTo>
                    <a:pt x="615405" y="568294"/>
                  </a:lnTo>
                  <a:lnTo>
                    <a:pt x="615090" y="568415"/>
                  </a:lnTo>
                  <a:lnTo>
                    <a:pt x="614556" y="568762"/>
                  </a:lnTo>
                  <a:lnTo>
                    <a:pt x="614266" y="569239"/>
                  </a:lnTo>
                  <a:lnTo>
                    <a:pt x="614037" y="569589"/>
                  </a:lnTo>
                  <a:lnTo>
                    <a:pt x="613808" y="569818"/>
                  </a:lnTo>
                  <a:lnTo>
                    <a:pt x="613344" y="570375"/>
                  </a:lnTo>
                  <a:lnTo>
                    <a:pt x="613040" y="570685"/>
                  </a:lnTo>
                  <a:lnTo>
                    <a:pt x="612447" y="571037"/>
                  </a:lnTo>
                  <a:lnTo>
                    <a:pt x="612153" y="571125"/>
                  </a:lnTo>
                  <a:lnTo>
                    <a:pt x="611892" y="571179"/>
                  </a:lnTo>
                  <a:lnTo>
                    <a:pt x="611621" y="571267"/>
                  </a:lnTo>
                  <a:lnTo>
                    <a:pt x="611403" y="571335"/>
                  </a:lnTo>
                  <a:lnTo>
                    <a:pt x="611243" y="571374"/>
                  </a:lnTo>
                  <a:lnTo>
                    <a:pt x="610821" y="571518"/>
                  </a:lnTo>
                  <a:lnTo>
                    <a:pt x="610568" y="571636"/>
                  </a:lnTo>
                  <a:lnTo>
                    <a:pt x="610383" y="571719"/>
                  </a:lnTo>
                  <a:lnTo>
                    <a:pt x="610205" y="571782"/>
                  </a:lnTo>
                  <a:lnTo>
                    <a:pt x="610067" y="571835"/>
                  </a:lnTo>
                  <a:lnTo>
                    <a:pt x="609694" y="571964"/>
                  </a:lnTo>
                  <a:lnTo>
                    <a:pt x="609469" y="572077"/>
                  </a:lnTo>
                  <a:lnTo>
                    <a:pt x="608945" y="572333"/>
                  </a:lnTo>
                  <a:lnTo>
                    <a:pt x="608647" y="572486"/>
                  </a:lnTo>
                  <a:lnTo>
                    <a:pt x="608453" y="572597"/>
                  </a:lnTo>
                  <a:lnTo>
                    <a:pt x="608189" y="572843"/>
                  </a:lnTo>
                  <a:lnTo>
                    <a:pt x="606861" y="574108"/>
                  </a:lnTo>
                  <a:lnTo>
                    <a:pt x="606501" y="574394"/>
                  </a:lnTo>
                  <a:lnTo>
                    <a:pt x="606333" y="574423"/>
                  </a:lnTo>
                  <a:lnTo>
                    <a:pt x="606136" y="574498"/>
                  </a:lnTo>
                  <a:lnTo>
                    <a:pt x="605763" y="574709"/>
                  </a:lnTo>
                  <a:lnTo>
                    <a:pt x="605535" y="574919"/>
                  </a:lnTo>
                  <a:lnTo>
                    <a:pt x="605207" y="575257"/>
                  </a:lnTo>
                  <a:lnTo>
                    <a:pt x="605026" y="575474"/>
                  </a:lnTo>
                  <a:lnTo>
                    <a:pt x="604891" y="575625"/>
                  </a:lnTo>
                  <a:lnTo>
                    <a:pt x="604766" y="575768"/>
                  </a:lnTo>
                  <a:lnTo>
                    <a:pt x="604334" y="576247"/>
                  </a:lnTo>
                  <a:lnTo>
                    <a:pt x="603952" y="576618"/>
                  </a:lnTo>
                  <a:lnTo>
                    <a:pt x="603828" y="576773"/>
                  </a:lnTo>
                  <a:lnTo>
                    <a:pt x="603329" y="577304"/>
                  </a:lnTo>
                  <a:lnTo>
                    <a:pt x="602927" y="577666"/>
                  </a:lnTo>
                  <a:lnTo>
                    <a:pt x="602799" y="577788"/>
                  </a:lnTo>
                  <a:lnTo>
                    <a:pt x="602527" y="577963"/>
                  </a:lnTo>
                  <a:lnTo>
                    <a:pt x="602393" y="578053"/>
                  </a:lnTo>
                  <a:lnTo>
                    <a:pt x="602214" y="578161"/>
                  </a:lnTo>
                  <a:lnTo>
                    <a:pt x="601955" y="578338"/>
                  </a:lnTo>
                  <a:lnTo>
                    <a:pt x="601827" y="578475"/>
                  </a:lnTo>
                  <a:lnTo>
                    <a:pt x="601635" y="578657"/>
                  </a:lnTo>
                  <a:lnTo>
                    <a:pt x="601176" y="579115"/>
                  </a:lnTo>
                  <a:lnTo>
                    <a:pt x="601015" y="579347"/>
                  </a:lnTo>
                  <a:lnTo>
                    <a:pt x="600747" y="579636"/>
                  </a:lnTo>
                  <a:lnTo>
                    <a:pt x="600468" y="579886"/>
                  </a:lnTo>
                  <a:lnTo>
                    <a:pt x="600316" y="580015"/>
                  </a:lnTo>
                  <a:lnTo>
                    <a:pt x="600068" y="580304"/>
                  </a:lnTo>
                  <a:lnTo>
                    <a:pt x="599826" y="580602"/>
                  </a:lnTo>
                  <a:lnTo>
                    <a:pt x="599641" y="580827"/>
                  </a:lnTo>
                  <a:lnTo>
                    <a:pt x="599532" y="580956"/>
                  </a:lnTo>
                  <a:lnTo>
                    <a:pt x="599163" y="581415"/>
                  </a:lnTo>
                  <a:lnTo>
                    <a:pt x="598896" y="581721"/>
                  </a:lnTo>
                  <a:lnTo>
                    <a:pt x="598652" y="581986"/>
                  </a:lnTo>
                  <a:lnTo>
                    <a:pt x="598379" y="582255"/>
                  </a:lnTo>
                  <a:lnTo>
                    <a:pt x="598204" y="582409"/>
                  </a:lnTo>
                  <a:lnTo>
                    <a:pt x="597941" y="582738"/>
                  </a:lnTo>
                  <a:lnTo>
                    <a:pt x="597433" y="583391"/>
                  </a:lnTo>
                  <a:lnTo>
                    <a:pt x="597305" y="583547"/>
                  </a:lnTo>
                  <a:lnTo>
                    <a:pt x="597169" y="583706"/>
                  </a:lnTo>
                  <a:lnTo>
                    <a:pt x="596968" y="583927"/>
                  </a:lnTo>
                  <a:lnTo>
                    <a:pt x="596879" y="584061"/>
                  </a:lnTo>
                  <a:lnTo>
                    <a:pt x="596645" y="584390"/>
                  </a:lnTo>
                  <a:lnTo>
                    <a:pt x="596396" y="584759"/>
                  </a:lnTo>
                  <a:lnTo>
                    <a:pt x="596179" y="585033"/>
                  </a:lnTo>
                  <a:lnTo>
                    <a:pt x="595891" y="585357"/>
                  </a:lnTo>
                  <a:lnTo>
                    <a:pt x="595544" y="585698"/>
                  </a:lnTo>
                  <a:lnTo>
                    <a:pt x="595287" y="585935"/>
                  </a:lnTo>
                  <a:lnTo>
                    <a:pt x="594878" y="586371"/>
                  </a:lnTo>
                  <a:lnTo>
                    <a:pt x="594747" y="586518"/>
                  </a:lnTo>
                  <a:lnTo>
                    <a:pt x="594525" y="586754"/>
                  </a:lnTo>
                  <a:lnTo>
                    <a:pt x="594418" y="586884"/>
                  </a:lnTo>
                  <a:lnTo>
                    <a:pt x="594292" y="587056"/>
                  </a:lnTo>
                  <a:lnTo>
                    <a:pt x="593991" y="587433"/>
                  </a:lnTo>
                  <a:lnTo>
                    <a:pt x="593872" y="587607"/>
                  </a:lnTo>
                  <a:lnTo>
                    <a:pt x="593782" y="587755"/>
                  </a:lnTo>
                  <a:lnTo>
                    <a:pt x="593434" y="588220"/>
                  </a:lnTo>
                  <a:lnTo>
                    <a:pt x="593314" y="588404"/>
                  </a:lnTo>
                  <a:lnTo>
                    <a:pt x="593056" y="588705"/>
                  </a:lnTo>
                  <a:lnTo>
                    <a:pt x="592919" y="588885"/>
                  </a:lnTo>
                  <a:lnTo>
                    <a:pt x="592801" y="589030"/>
                  </a:lnTo>
                  <a:lnTo>
                    <a:pt x="592562" y="589336"/>
                  </a:lnTo>
                  <a:lnTo>
                    <a:pt x="592459" y="589504"/>
                  </a:lnTo>
                  <a:lnTo>
                    <a:pt x="592353" y="589682"/>
                  </a:lnTo>
                  <a:lnTo>
                    <a:pt x="592019" y="590162"/>
                  </a:lnTo>
                  <a:lnTo>
                    <a:pt x="591899" y="590328"/>
                  </a:lnTo>
                  <a:lnTo>
                    <a:pt x="591759" y="590555"/>
                  </a:lnTo>
                  <a:lnTo>
                    <a:pt x="591608" y="590818"/>
                  </a:lnTo>
                  <a:lnTo>
                    <a:pt x="591443" y="591206"/>
                  </a:lnTo>
                  <a:lnTo>
                    <a:pt x="591391" y="591500"/>
                  </a:lnTo>
                  <a:lnTo>
                    <a:pt x="591379" y="591761"/>
                  </a:lnTo>
                  <a:lnTo>
                    <a:pt x="591417" y="591897"/>
                  </a:lnTo>
                  <a:lnTo>
                    <a:pt x="591512" y="592135"/>
                  </a:lnTo>
                  <a:lnTo>
                    <a:pt x="591665" y="592574"/>
                  </a:lnTo>
                  <a:lnTo>
                    <a:pt x="591669" y="592871"/>
                  </a:lnTo>
                  <a:lnTo>
                    <a:pt x="591661" y="593151"/>
                  </a:lnTo>
                  <a:lnTo>
                    <a:pt x="591627" y="593481"/>
                  </a:lnTo>
                  <a:lnTo>
                    <a:pt x="591627" y="593818"/>
                  </a:lnTo>
                  <a:lnTo>
                    <a:pt x="591588" y="594142"/>
                  </a:lnTo>
                  <a:lnTo>
                    <a:pt x="591566" y="594376"/>
                  </a:lnTo>
                  <a:lnTo>
                    <a:pt x="591478" y="594845"/>
                  </a:lnTo>
                  <a:lnTo>
                    <a:pt x="591430" y="595116"/>
                  </a:lnTo>
                  <a:lnTo>
                    <a:pt x="591311" y="595595"/>
                  </a:lnTo>
                  <a:lnTo>
                    <a:pt x="591247" y="595846"/>
                  </a:lnTo>
                  <a:lnTo>
                    <a:pt x="590919" y="596532"/>
                  </a:lnTo>
                  <a:lnTo>
                    <a:pt x="590642" y="596759"/>
                  </a:lnTo>
                  <a:lnTo>
                    <a:pt x="590468" y="596840"/>
                  </a:lnTo>
                  <a:lnTo>
                    <a:pt x="590132" y="596943"/>
                  </a:lnTo>
                  <a:lnTo>
                    <a:pt x="589941" y="596977"/>
                  </a:lnTo>
                  <a:lnTo>
                    <a:pt x="589609" y="597034"/>
                  </a:lnTo>
                  <a:lnTo>
                    <a:pt x="589409" y="597065"/>
                  </a:lnTo>
                  <a:lnTo>
                    <a:pt x="589277" y="597087"/>
                  </a:lnTo>
                  <a:lnTo>
                    <a:pt x="588875" y="597145"/>
                  </a:lnTo>
                  <a:lnTo>
                    <a:pt x="588692" y="597171"/>
                  </a:lnTo>
                  <a:lnTo>
                    <a:pt x="588332" y="597235"/>
                  </a:lnTo>
                  <a:lnTo>
                    <a:pt x="588087" y="597277"/>
                  </a:lnTo>
                  <a:lnTo>
                    <a:pt x="587915" y="597312"/>
                  </a:lnTo>
                  <a:lnTo>
                    <a:pt x="587605" y="597376"/>
                  </a:lnTo>
                  <a:lnTo>
                    <a:pt x="587093" y="597499"/>
                  </a:lnTo>
                  <a:lnTo>
                    <a:pt x="586890" y="597568"/>
                  </a:lnTo>
                  <a:lnTo>
                    <a:pt x="586349" y="597912"/>
                  </a:lnTo>
                  <a:lnTo>
                    <a:pt x="586173" y="598035"/>
                  </a:lnTo>
                  <a:lnTo>
                    <a:pt x="585544" y="598478"/>
                  </a:lnTo>
                  <a:lnTo>
                    <a:pt x="585406" y="598556"/>
                  </a:lnTo>
                  <a:lnTo>
                    <a:pt x="585027" y="598785"/>
                  </a:lnTo>
                  <a:lnTo>
                    <a:pt x="584728" y="598963"/>
                  </a:lnTo>
                  <a:lnTo>
                    <a:pt x="584592" y="599035"/>
                  </a:lnTo>
                  <a:lnTo>
                    <a:pt x="584457" y="599101"/>
                  </a:lnTo>
                  <a:lnTo>
                    <a:pt x="584320" y="599194"/>
                  </a:lnTo>
                  <a:lnTo>
                    <a:pt x="584073" y="599322"/>
                  </a:lnTo>
                  <a:lnTo>
                    <a:pt x="583896" y="599385"/>
                  </a:lnTo>
                  <a:lnTo>
                    <a:pt x="583719" y="599455"/>
                  </a:lnTo>
                  <a:lnTo>
                    <a:pt x="583589" y="599510"/>
                  </a:lnTo>
                  <a:lnTo>
                    <a:pt x="583459" y="599561"/>
                  </a:lnTo>
                  <a:lnTo>
                    <a:pt x="583314" y="599626"/>
                  </a:lnTo>
                  <a:lnTo>
                    <a:pt x="583042" y="599743"/>
                  </a:lnTo>
                  <a:lnTo>
                    <a:pt x="582764" y="599868"/>
                  </a:lnTo>
                  <a:lnTo>
                    <a:pt x="582446" y="599994"/>
                  </a:lnTo>
                  <a:lnTo>
                    <a:pt x="582286" y="600040"/>
                  </a:lnTo>
                  <a:lnTo>
                    <a:pt x="582147" y="600079"/>
                  </a:lnTo>
                  <a:lnTo>
                    <a:pt x="581761" y="600160"/>
                  </a:lnTo>
                  <a:lnTo>
                    <a:pt x="581532" y="600232"/>
                  </a:lnTo>
                  <a:lnTo>
                    <a:pt x="581255" y="600289"/>
                  </a:lnTo>
                  <a:lnTo>
                    <a:pt x="581099" y="600318"/>
                  </a:lnTo>
                  <a:lnTo>
                    <a:pt x="580940" y="600344"/>
                  </a:lnTo>
                  <a:lnTo>
                    <a:pt x="580557" y="600403"/>
                  </a:lnTo>
                  <a:lnTo>
                    <a:pt x="580302" y="600442"/>
                  </a:lnTo>
                  <a:lnTo>
                    <a:pt x="579944" y="600540"/>
                  </a:lnTo>
                  <a:lnTo>
                    <a:pt x="579611" y="600607"/>
                  </a:lnTo>
                  <a:lnTo>
                    <a:pt x="579351" y="600653"/>
                  </a:lnTo>
                  <a:lnTo>
                    <a:pt x="578974" y="600674"/>
                  </a:lnTo>
                  <a:lnTo>
                    <a:pt x="578681" y="600704"/>
                  </a:lnTo>
                  <a:lnTo>
                    <a:pt x="578109" y="600817"/>
                  </a:lnTo>
                  <a:lnTo>
                    <a:pt x="577795" y="600895"/>
                  </a:lnTo>
                  <a:lnTo>
                    <a:pt x="577617" y="600906"/>
                  </a:lnTo>
                  <a:lnTo>
                    <a:pt x="577266" y="600921"/>
                  </a:lnTo>
                  <a:lnTo>
                    <a:pt x="577067" y="600953"/>
                  </a:lnTo>
                  <a:lnTo>
                    <a:pt x="576790" y="600986"/>
                  </a:lnTo>
                  <a:lnTo>
                    <a:pt x="576570" y="601031"/>
                  </a:lnTo>
                  <a:lnTo>
                    <a:pt x="576341" y="601038"/>
                  </a:lnTo>
                  <a:lnTo>
                    <a:pt x="576204" y="601034"/>
                  </a:lnTo>
                  <a:lnTo>
                    <a:pt x="576052" y="601035"/>
                  </a:lnTo>
                  <a:lnTo>
                    <a:pt x="575781" y="601034"/>
                  </a:lnTo>
                  <a:lnTo>
                    <a:pt x="575110" y="601106"/>
                  </a:lnTo>
                  <a:lnTo>
                    <a:pt x="574962" y="601092"/>
                  </a:lnTo>
                  <a:lnTo>
                    <a:pt x="574832" y="601084"/>
                  </a:lnTo>
                  <a:lnTo>
                    <a:pt x="574634" y="601060"/>
                  </a:lnTo>
                  <a:lnTo>
                    <a:pt x="574468" y="601044"/>
                  </a:lnTo>
                  <a:lnTo>
                    <a:pt x="574297" y="601029"/>
                  </a:lnTo>
                  <a:lnTo>
                    <a:pt x="573998" y="601003"/>
                  </a:lnTo>
                  <a:lnTo>
                    <a:pt x="573839" y="600992"/>
                  </a:lnTo>
                  <a:lnTo>
                    <a:pt x="573644" y="600985"/>
                  </a:lnTo>
                  <a:lnTo>
                    <a:pt x="573320" y="600987"/>
                  </a:lnTo>
                  <a:lnTo>
                    <a:pt x="573141" y="600985"/>
                  </a:lnTo>
                  <a:lnTo>
                    <a:pt x="572860" y="601005"/>
                  </a:lnTo>
                  <a:lnTo>
                    <a:pt x="572672" y="601023"/>
                  </a:lnTo>
                  <a:lnTo>
                    <a:pt x="572536" y="601036"/>
                  </a:lnTo>
                  <a:lnTo>
                    <a:pt x="572202" y="601064"/>
                  </a:lnTo>
                  <a:lnTo>
                    <a:pt x="572007" y="601096"/>
                  </a:lnTo>
                  <a:lnTo>
                    <a:pt x="571798" y="601132"/>
                  </a:lnTo>
                  <a:lnTo>
                    <a:pt x="571452" y="601194"/>
                  </a:lnTo>
                  <a:lnTo>
                    <a:pt x="571190" y="601240"/>
                  </a:lnTo>
                  <a:lnTo>
                    <a:pt x="570697" y="601311"/>
                  </a:lnTo>
                  <a:lnTo>
                    <a:pt x="570566" y="601333"/>
                  </a:lnTo>
                  <a:lnTo>
                    <a:pt x="570338" y="601362"/>
                  </a:lnTo>
                  <a:lnTo>
                    <a:pt x="570139" y="601391"/>
                  </a:lnTo>
                  <a:lnTo>
                    <a:pt x="569881" y="601406"/>
                  </a:lnTo>
                  <a:lnTo>
                    <a:pt x="569599" y="601444"/>
                  </a:lnTo>
                  <a:lnTo>
                    <a:pt x="569321" y="601468"/>
                  </a:lnTo>
                  <a:lnTo>
                    <a:pt x="569073" y="601484"/>
                  </a:lnTo>
                  <a:lnTo>
                    <a:pt x="568902" y="601493"/>
                  </a:lnTo>
                  <a:lnTo>
                    <a:pt x="568557" y="601553"/>
                  </a:lnTo>
                  <a:lnTo>
                    <a:pt x="568425" y="601578"/>
                  </a:lnTo>
                  <a:lnTo>
                    <a:pt x="568258" y="601608"/>
                  </a:lnTo>
                  <a:lnTo>
                    <a:pt x="567889" y="601670"/>
                  </a:lnTo>
                  <a:lnTo>
                    <a:pt x="567584" y="601724"/>
                  </a:lnTo>
                  <a:lnTo>
                    <a:pt x="567301" y="601797"/>
                  </a:lnTo>
                  <a:lnTo>
                    <a:pt x="567154" y="601820"/>
                  </a:lnTo>
                  <a:lnTo>
                    <a:pt x="567011" y="601848"/>
                  </a:lnTo>
                  <a:lnTo>
                    <a:pt x="566639" y="601911"/>
                  </a:lnTo>
                  <a:lnTo>
                    <a:pt x="566495" y="601935"/>
                  </a:lnTo>
                  <a:lnTo>
                    <a:pt x="566305" y="601963"/>
                  </a:lnTo>
                  <a:lnTo>
                    <a:pt x="565817" y="602054"/>
                  </a:lnTo>
                  <a:lnTo>
                    <a:pt x="565533" y="602096"/>
                  </a:lnTo>
                  <a:lnTo>
                    <a:pt x="565165" y="602130"/>
                  </a:lnTo>
                  <a:lnTo>
                    <a:pt x="564942" y="602174"/>
                  </a:lnTo>
                  <a:lnTo>
                    <a:pt x="564773" y="602217"/>
                  </a:lnTo>
                  <a:lnTo>
                    <a:pt x="564611" y="602254"/>
                  </a:lnTo>
                  <a:lnTo>
                    <a:pt x="564374" y="602304"/>
                  </a:lnTo>
                  <a:lnTo>
                    <a:pt x="564008" y="602330"/>
                  </a:lnTo>
                  <a:lnTo>
                    <a:pt x="563681" y="602358"/>
                  </a:lnTo>
                  <a:lnTo>
                    <a:pt x="563493" y="602391"/>
                  </a:lnTo>
                  <a:lnTo>
                    <a:pt x="563321" y="602435"/>
                  </a:lnTo>
                  <a:lnTo>
                    <a:pt x="563056" y="602490"/>
                  </a:lnTo>
                  <a:lnTo>
                    <a:pt x="562824" y="602527"/>
                  </a:lnTo>
                  <a:lnTo>
                    <a:pt x="562435" y="602614"/>
                  </a:lnTo>
                  <a:lnTo>
                    <a:pt x="562246" y="602640"/>
                  </a:lnTo>
                  <a:lnTo>
                    <a:pt x="561944" y="602689"/>
                  </a:lnTo>
                  <a:lnTo>
                    <a:pt x="561787" y="602701"/>
                  </a:lnTo>
                  <a:lnTo>
                    <a:pt x="561650" y="602708"/>
                  </a:lnTo>
                  <a:lnTo>
                    <a:pt x="561208" y="602704"/>
                  </a:lnTo>
                  <a:lnTo>
                    <a:pt x="561008" y="602659"/>
                  </a:lnTo>
                  <a:lnTo>
                    <a:pt x="560743" y="602557"/>
                  </a:lnTo>
                  <a:lnTo>
                    <a:pt x="560519" y="602465"/>
                  </a:lnTo>
                  <a:lnTo>
                    <a:pt x="560125" y="602297"/>
                  </a:lnTo>
                  <a:lnTo>
                    <a:pt x="559955" y="602231"/>
                  </a:lnTo>
                  <a:lnTo>
                    <a:pt x="559662" y="602107"/>
                  </a:lnTo>
                  <a:lnTo>
                    <a:pt x="559512" y="602053"/>
                  </a:lnTo>
                  <a:lnTo>
                    <a:pt x="559306" y="601982"/>
                  </a:lnTo>
                  <a:lnTo>
                    <a:pt x="559169" y="601932"/>
                  </a:lnTo>
                  <a:lnTo>
                    <a:pt x="558906" y="601818"/>
                  </a:lnTo>
                  <a:lnTo>
                    <a:pt x="558740" y="601754"/>
                  </a:lnTo>
                  <a:lnTo>
                    <a:pt x="558273" y="601586"/>
                  </a:lnTo>
                  <a:lnTo>
                    <a:pt x="558101" y="601538"/>
                  </a:lnTo>
                  <a:lnTo>
                    <a:pt x="557739" y="601443"/>
                  </a:lnTo>
                  <a:lnTo>
                    <a:pt x="557336" y="601371"/>
                  </a:lnTo>
                  <a:lnTo>
                    <a:pt x="557174" y="601368"/>
                  </a:lnTo>
                  <a:lnTo>
                    <a:pt x="556959" y="601361"/>
                  </a:lnTo>
                  <a:lnTo>
                    <a:pt x="556825" y="601355"/>
                  </a:lnTo>
                  <a:lnTo>
                    <a:pt x="556551" y="601301"/>
                  </a:lnTo>
                  <a:lnTo>
                    <a:pt x="556336" y="601278"/>
                  </a:lnTo>
                  <a:lnTo>
                    <a:pt x="556095" y="601237"/>
                  </a:lnTo>
                  <a:lnTo>
                    <a:pt x="555882" y="601209"/>
                  </a:lnTo>
                  <a:lnTo>
                    <a:pt x="555726" y="601185"/>
                  </a:lnTo>
                  <a:lnTo>
                    <a:pt x="555506" y="601146"/>
                  </a:lnTo>
                  <a:lnTo>
                    <a:pt x="555120" y="601116"/>
                  </a:lnTo>
                  <a:lnTo>
                    <a:pt x="554898" y="601116"/>
                  </a:lnTo>
                  <a:lnTo>
                    <a:pt x="554692" y="601113"/>
                  </a:lnTo>
                  <a:lnTo>
                    <a:pt x="554529" y="601110"/>
                  </a:lnTo>
                  <a:lnTo>
                    <a:pt x="554273" y="601147"/>
                  </a:lnTo>
                  <a:lnTo>
                    <a:pt x="554130" y="601167"/>
                  </a:lnTo>
                  <a:lnTo>
                    <a:pt x="553946" y="601224"/>
                  </a:lnTo>
                  <a:lnTo>
                    <a:pt x="553710" y="601284"/>
                  </a:lnTo>
                  <a:lnTo>
                    <a:pt x="553561" y="601345"/>
                  </a:lnTo>
                  <a:lnTo>
                    <a:pt x="553340" y="601444"/>
                  </a:lnTo>
                  <a:lnTo>
                    <a:pt x="553128" y="601522"/>
                  </a:lnTo>
                  <a:lnTo>
                    <a:pt x="552953" y="601570"/>
                  </a:lnTo>
                  <a:lnTo>
                    <a:pt x="552677" y="601655"/>
                  </a:lnTo>
                  <a:lnTo>
                    <a:pt x="552306" y="601833"/>
                  </a:lnTo>
                  <a:lnTo>
                    <a:pt x="552155" y="601918"/>
                  </a:lnTo>
                  <a:lnTo>
                    <a:pt x="551568" y="602214"/>
                  </a:lnTo>
                  <a:lnTo>
                    <a:pt x="551229" y="602267"/>
                  </a:lnTo>
                  <a:lnTo>
                    <a:pt x="550715" y="602187"/>
                  </a:lnTo>
                  <a:lnTo>
                    <a:pt x="550575" y="602128"/>
                  </a:lnTo>
                  <a:lnTo>
                    <a:pt x="550398" y="602032"/>
                  </a:lnTo>
                  <a:lnTo>
                    <a:pt x="550196" y="601926"/>
                  </a:lnTo>
                  <a:lnTo>
                    <a:pt x="549884" y="601754"/>
                  </a:lnTo>
                  <a:lnTo>
                    <a:pt x="549688" y="601666"/>
                  </a:lnTo>
                  <a:lnTo>
                    <a:pt x="549495" y="601554"/>
                  </a:lnTo>
                  <a:lnTo>
                    <a:pt x="549318" y="601476"/>
                  </a:lnTo>
                  <a:lnTo>
                    <a:pt x="549136" y="601380"/>
                  </a:lnTo>
                  <a:lnTo>
                    <a:pt x="548944" y="601296"/>
                  </a:lnTo>
                  <a:lnTo>
                    <a:pt x="548761" y="601229"/>
                  </a:lnTo>
                  <a:lnTo>
                    <a:pt x="548517" y="601120"/>
                  </a:lnTo>
                  <a:lnTo>
                    <a:pt x="548189" y="600963"/>
                  </a:lnTo>
                  <a:lnTo>
                    <a:pt x="548008" y="600876"/>
                  </a:lnTo>
                  <a:lnTo>
                    <a:pt x="547838" y="600794"/>
                  </a:lnTo>
                  <a:lnTo>
                    <a:pt x="547651" y="600689"/>
                  </a:lnTo>
                  <a:lnTo>
                    <a:pt x="547467" y="600580"/>
                  </a:lnTo>
                  <a:lnTo>
                    <a:pt x="547247" y="600463"/>
                  </a:lnTo>
                  <a:lnTo>
                    <a:pt x="547110" y="600382"/>
                  </a:lnTo>
                  <a:lnTo>
                    <a:pt x="546856" y="600229"/>
                  </a:lnTo>
                  <a:lnTo>
                    <a:pt x="546691" y="600144"/>
                  </a:lnTo>
                  <a:lnTo>
                    <a:pt x="546531" y="600034"/>
                  </a:lnTo>
                  <a:lnTo>
                    <a:pt x="546191" y="599821"/>
                  </a:lnTo>
                  <a:lnTo>
                    <a:pt x="546048" y="599785"/>
                  </a:lnTo>
                  <a:lnTo>
                    <a:pt x="545816" y="599747"/>
                  </a:lnTo>
                  <a:lnTo>
                    <a:pt x="545661" y="599730"/>
                  </a:lnTo>
                  <a:lnTo>
                    <a:pt x="545386" y="599718"/>
                  </a:lnTo>
                  <a:lnTo>
                    <a:pt x="545237" y="599721"/>
                  </a:lnTo>
                  <a:lnTo>
                    <a:pt x="545068" y="599734"/>
                  </a:lnTo>
                  <a:lnTo>
                    <a:pt x="544649" y="599796"/>
                  </a:lnTo>
                  <a:lnTo>
                    <a:pt x="544449" y="599820"/>
                  </a:lnTo>
                  <a:lnTo>
                    <a:pt x="544227" y="599845"/>
                  </a:lnTo>
                  <a:lnTo>
                    <a:pt x="544074" y="599861"/>
                  </a:lnTo>
                  <a:lnTo>
                    <a:pt x="543888" y="599893"/>
                  </a:lnTo>
                  <a:lnTo>
                    <a:pt x="543561" y="599926"/>
                  </a:lnTo>
                  <a:lnTo>
                    <a:pt x="543393" y="599947"/>
                  </a:lnTo>
                  <a:lnTo>
                    <a:pt x="543247" y="599961"/>
                  </a:lnTo>
                  <a:lnTo>
                    <a:pt x="542899" y="599994"/>
                  </a:lnTo>
                  <a:lnTo>
                    <a:pt x="542610" y="600028"/>
                  </a:lnTo>
                  <a:lnTo>
                    <a:pt x="542319" y="600083"/>
                  </a:lnTo>
                  <a:lnTo>
                    <a:pt x="542166" y="600117"/>
                  </a:lnTo>
                  <a:lnTo>
                    <a:pt x="541881" y="600171"/>
                  </a:lnTo>
                  <a:lnTo>
                    <a:pt x="541584" y="600268"/>
                  </a:lnTo>
                  <a:lnTo>
                    <a:pt x="541454" y="600314"/>
                  </a:lnTo>
                  <a:lnTo>
                    <a:pt x="541244" y="600390"/>
                  </a:lnTo>
                  <a:lnTo>
                    <a:pt x="541115" y="600433"/>
                  </a:lnTo>
                  <a:lnTo>
                    <a:pt x="540983" y="600473"/>
                  </a:lnTo>
                  <a:lnTo>
                    <a:pt x="540819" y="600525"/>
                  </a:lnTo>
                  <a:lnTo>
                    <a:pt x="540642" y="600583"/>
                  </a:lnTo>
                  <a:lnTo>
                    <a:pt x="540513" y="600632"/>
                  </a:lnTo>
                  <a:lnTo>
                    <a:pt x="540275" y="600734"/>
                  </a:lnTo>
                  <a:lnTo>
                    <a:pt x="540043" y="600879"/>
                  </a:lnTo>
                  <a:lnTo>
                    <a:pt x="539283" y="601174"/>
                  </a:lnTo>
                  <a:lnTo>
                    <a:pt x="538337" y="601470"/>
                  </a:lnTo>
                  <a:lnTo>
                    <a:pt x="538069" y="601544"/>
                  </a:lnTo>
                  <a:lnTo>
                    <a:pt x="537703" y="601639"/>
                  </a:lnTo>
                  <a:lnTo>
                    <a:pt x="537441" y="601688"/>
                  </a:lnTo>
                  <a:lnTo>
                    <a:pt x="537102" y="601758"/>
                  </a:lnTo>
                  <a:lnTo>
                    <a:pt x="536782" y="601813"/>
                  </a:lnTo>
                  <a:lnTo>
                    <a:pt x="536455" y="601890"/>
                  </a:lnTo>
                  <a:lnTo>
                    <a:pt x="536133" y="601969"/>
                  </a:lnTo>
                  <a:lnTo>
                    <a:pt x="535879" y="602016"/>
                  </a:lnTo>
                  <a:lnTo>
                    <a:pt x="535571" y="602079"/>
                  </a:lnTo>
                  <a:lnTo>
                    <a:pt x="535295" y="602119"/>
                  </a:lnTo>
                  <a:lnTo>
                    <a:pt x="535051" y="602158"/>
                  </a:lnTo>
                  <a:lnTo>
                    <a:pt x="534705" y="602217"/>
                  </a:lnTo>
                  <a:lnTo>
                    <a:pt x="534387" y="602293"/>
                  </a:lnTo>
                  <a:lnTo>
                    <a:pt x="533823" y="602416"/>
                  </a:lnTo>
                  <a:lnTo>
                    <a:pt x="533560" y="602464"/>
                  </a:lnTo>
                  <a:lnTo>
                    <a:pt x="533238" y="602546"/>
                  </a:lnTo>
                  <a:lnTo>
                    <a:pt x="532984" y="602617"/>
                  </a:lnTo>
                  <a:lnTo>
                    <a:pt x="532622" y="602695"/>
                  </a:lnTo>
                  <a:lnTo>
                    <a:pt x="532336" y="602722"/>
                  </a:lnTo>
                  <a:lnTo>
                    <a:pt x="531839" y="602813"/>
                  </a:lnTo>
                  <a:lnTo>
                    <a:pt x="531532" y="602878"/>
                  </a:lnTo>
                  <a:lnTo>
                    <a:pt x="531003" y="603027"/>
                  </a:lnTo>
                  <a:lnTo>
                    <a:pt x="530707" y="603098"/>
                  </a:lnTo>
                  <a:lnTo>
                    <a:pt x="530389" y="603174"/>
                  </a:lnTo>
                  <a:lnTo>
                    <a:pt x="530032" y="603269"/>
                  </a:lnTo>
                  <a:lnTo>
                    <a:pt x="529776" y="603337"/>
                  </a:lnTo>
                  <a:lnTo>
                    <a:pt x="529454" y="603491"/>
                  </a:lnTo>
                  <a:lnTo>
                    <a:pt x="529181" y="603601"/>
                  </a:lnTo>
                  <a:lnTo>
                    <a:pt x="528897" y="603684"/>
                  </a:lnTo>
                  <a:lnTo>
                    <a:pt x="528604" y="603739"/>
                  </a:lnTo>
                  <a:lnTo>
                    <a:pt x="528311" y="603795"/>
                  </a:lnTo>
                  <a:lnTo>
                    <a:pt x="527746" y="603979"/>
                  </a:lnTo>
                  <a:lnTo>
                    <a:pt x="527032" y="604147"/>
                  </a:lnTo>
                  <a:lnTo>
                    <a:pt x="526701" y="604218"/>
                  </a:lnTo>
                  <a:lnTo>
                    <a:pt x="526417" y="604207"/>
                  </a:lnTo>
                  <a:lnTo>
                    <a:pt x="526167" y="604228"/>
                  </a:lnTo>
                  <a:lnTo>
                    <a:pt x="525922" y="604225"/>
                  </a:lnTo>
                  <a:lnTo>
                    <a:pt x="525481" y="604265"/>
                  </a:lnTo>
                  <a:lnTo>
                    <a:pt x="525353" y="604267"/>
                  </a:lnTo>
                  <a:lnTo>
                    <a:pt x="524997" y="604268"/>
                  </a:lnTo>
                  <a:lnTo>
                    <a:pt x="524606" y="604250"/>
                  </a:lnTo>
                  <a:lnTo>
                    <a:pt x="524450" y="604237"/>
                  </a:lnTo>
                  <a:lnTo>
                    <a:pt x="524463" y="603135"/>
                  </a:lnTo>
                  <a:lnTo>
                    <a:pt x="524546" y="602873"/>
                  </a:lnTo>
                  <a:lnTo>
                    <a:pt x="524599" y="602630"/>
                  </a:lnTo>
                  <a:lnTo>
                    <a:pt x="524648" y="602262"/>
                  </a:lnTo>
                  <a:lnTo>
                    <a:pt x="524710" y="601971"/>
                  </a:lnTo>
                  <a:lnTo>
                    <a:pt x="524750" y="601811"/>
                  </a:lnTo>
                  <a:lnTo>
                    <a:pt x="524772" y="601681"/>
                  </a:lnTo>
                  <a:lnTo>
                    <a:pt x="524808" y="601420"/>
                  </a:lnTo>
                  <a:lnTo>
                    <a:pt x="524835" y="601217"/>
                  </a:lnTo>
                  <a:lnTo>
                    <a:pt x="524839" y="601080"/>
                  </a:lnTo>
                  <a:lnTo>
                    <a:pt x="524855" y="600908"/>
                  </a:lnTo>
                  <a:lnTo>
                    <a:pt x="524847" y="600775"/>
                  </a:lnTo>
                  <a:lnTo>
                    <a:pt x="524851" y="600493"/>
                  </a:lnTo>
                  <a:lnTo>
                    <a:pt x="524905" y="600156"/>
                  </a:lnTo>
                  <a:lnTo>
                    <a:pt x="524987" y="599871"/>
                  </a:lnTo>
                  <a:lnTo>
                    <a:pt x="525101" y="599515"/>
                  </a:lnTo>
                  <a:lnTo>
                    <a:pt x="525112" y="599255"/>
                  </a:lnTo>
                  <a:lnTo>
                    <a:pt x="524879" y="598891"/>
                  </a:lnTo>
                  <a:lnTo>
                    <a:pt x="524445" y="598066"/>
                  </a:lnTo>
                  <a:lnTo>
                    <a:pt x="521594" y="594128"/>
                  </a:lnTo>
                  <a:lnTo>
                    <a:pt x="521377" y="593210"/>
                  </a:lnTo>
                  <a:lnTo>
                    <a:pt x="521374" y="592759"/>
                  </a:lnTo>
                  <a:lnTo>
                    <a:pt x="521730" y="592213"/>
                  </a:lnTo>
                  <a:lnTo>
                    <a:pt x="521776" y="591494"/>
                  </a:lnTo>
                  <a:lnTo>
                    <a:pt x="521614" y="590281"/>
                  </a:lnTo>
                  <a:lnTo>
                    <a:pt x="522803" y="588740"/>
                  </a:lnTo>
                  <a:lnTo>
                    <a:pt x="523171" y="587399"/>
                  </a:lnTo>
                  <a:lnTo>
                    <a:pt x="525066" y="585214"/>
                  </a:lnTo>
                  <a:lnTo>
                    <a:pt x="524955" y="584988"/>
                  </a:lnTo>
                  <a:lnTo>
                    <a:pt x="524835" y="584735"/>
                  </a:lnTo>
                  <a:lnTo>
                    <a:pt x="524690" y="584436"/>
                  </a:lnTo>
                  <a:lnTo>
                    <a:pt x="524605" y="584258"/>
                  </a:lnTo>
                  <a:lnTo>
                    <a:pt x="524537" y="584113"/>
                  </a:lnTo>
                  <a:lnTo>
                    <a:pt x="524339" y="583697"/>
                  </a:lnTo>
                  <a:lnTo>
                    <a:pt x="524191" y="583424"/>
                  </a:lnTo>
                  <a:lnTo>
                    <a:pt x="523973" y="583009"/>
                  </a:lnTo>
                  <a:lnTo>
                    <a:pt x="523801" y="582669"/>
                  </a:lnTo>
                  <a:lnTo>
                    <a:pt x="523498" y="582050"/>
                  </a:lnTo>
                  <a:lnTo>
                    <a:pt x="523065" y="581154"/>
                  </a:lnTo>
                  <a:lnTo>
                    <a:pt x="522958" y="580914"/>
                  </a:lnTo>
                  <a:lnTo>
                    <a:pt x="522844" y="580661"/>
                  </a:lnTo>
                  <a:lnTo>
                    <a:pt x="522447" y="579862"/>
                  </a:lnTo>
                  <a:lnTo>
                    <a:pt x="522334" y="579625"/>
                  </a:lnTo>
                  <a:lnTo>
                    <a:pt x="522224" y="579386"/>
                  </a:lnTo>
                  <a:lnTo>
                    <a:pt x="521135" y="578005"/>
                  </a:lnTo>
                  <a:lnTo>
                    <a:pt x="520156" y="577467"/>
                  </a:lnTo>
                  <a:lnTo>
                    <a:pt x="520002" y="577565"/>
                  </a:lnTo>
                  <a:lnTo>
                    <a:pt x="519738" y="577686"/>
                  </a:lnTo>
                  <a:lnTo>
                    <a:pt x="519490" y="577852"/>
                  </a:lnTo>
                  <a:lnTo>
                    <a:pt x="518947" y="578206"/>
                  </a:lnTo>
                  <a:lnTo>
                    <a:pt x="518574" y="578379"/>
                  </a:lnTo>
                  <a:lnTo>
                    <a:pt x="518211" y="578471"/>
                  </a:lnTo>
                  <a:lnTo>
                    <a:pt x="517803" y="578514"/>
                  </a:lnTo>
                  <a:lnTo>
                    <a:pt x="517643" y="578518"/>
                  </a:lnTo>
                  <a:lnTo>
                    <a:pt x="517477" y="578490"/>
                  </a:lnTo>
                  <a:lnTo>
                    <a:pt x="516762" y="578159"/>
                  </a:lnTo>
                  <a:lnTo>
                    <a:pt x="516623" y="578165"/>
                  </a:lnTo>
                  <a:lnTo>
                    <a:pt x="516437" y="578256"/>
                  </a:lnTo>
                  <a:lnTo>
                    <a:pt x="516109" y="578452"/>
                  </a:lnTo>
                  <a:lnTo>
                    <a:pt x="515787" y="578640"/>
                  </a:lnTo>
                  <a:lnTo>
                    <a:pt x="515441" y="578715"/>
                  </a:lnTo>
                  <a:lnTo>
                    <a:pt x="515092" y="578775"/>
                  </a:lnTo>
                  <a:lnTo>
                    <a:pt x="514562" y="578872"/>
                  </a:lnTo>
                  <a:lnTo>
                    <a:pt x="514327" y="578923"/>
                  </a:lnTo>
                  <a:lnTo>
                    <a:pt x="514032" y="579043"/>
                  </a:lnTo>
                  <a:lnTo>
                    <a:pt x="513412" y="579341"/>
                  </a:lnTo>
                  <a:lnTo>
                    <a:pt x="513278" y="579501"/>
                  </a:lnTo>
                  <a:lnTo>
                    <a:pt x="513150" y="579599"/>
                  </a:lnTo>
                  <a:lnTo>
                    <a:pt x="512985" y="579699"/>
                  </a:lnTo>
                  <a:lnTo>
                    <a:pt x="512751" y="579741"/>
                  </a:lnTo>
                  <a:lnTo>
                    <a:pt x="512582" y="579713"/>
                  </a:lnTo>
                  <a:lnTo>
                    <a:pt x="512250" y="579547"/>
                  </a:lnTo>
                  <a:lnTo>
                    <a:pt x="512097" y="579534"/>
                  </a:lnTo>
                  <a:lnTo>
                    <a:pt x="511960" y="579550"/>
                  </a:lnTo>
                  <a:lnTo>
                    <a:pt x="511708" y="579578"/>
                  </a:lnTo>
                  <a:lnTo>
                    <a:pt x="511464" y="579445"/>
                  </a:lnTo>
                  <a:lnTo>
                    <a:pt x="511678" y="579365"/>
                  </a:lnTo>
                  <a:lnTo>
                    <a:pt x="511875" y="579197"/>
                  </a:lnTo>
                  <a:lnTo>
                    <a:pt x="512209" y="578813"/>
                  </a:lnTo>
                  <a:lnTo>
                    <a:pt x="512350" y="578510"/>
                  </a:lnTo>
                  <a:lnTo>
                    <a:pt x="511967" y="578368"/>
                  </a:lnTo>
                  <a:lnTo>
                    <a:pt x="511454" y="578125"/>
                  </a:lnTo>
                  <a:lnTo>
                    <a:pt x="511099" y="577946"/>
                  </a:lnTo>
                  <a:lnTo>
                    <a:pt x="510738" y="577646"/>
                  </a:lnTo>
                  <a:lnTo>
                    <a:pt x="510447" y="577470"/>
                  </a:lnTo>
                  <a:lnTo>
                    <a:pt x="509996" y="577198"/>
                  </a:lnTo>
                  <a:lnTo>
                    <a:pt x="509695" y="577010"/>
                  </a:lnTo>
                  <a:lnTo>
                    <a:pt x="509539" y="576997"/>
                  </a:lnTo>
                  <a:lnTo>
                    <a:pt x="509304" y="577004"/>
                  </a:lnTo>
                  <a:lnTo>
                    <a:pt x="509053" y="576968"/>
                  </a:lnTo>
                  <a:lnTo>
                    <a:pt x="508823" y="577004"/>
                  </a:lnTo>
                  <a:lnTo>
                    <a:pt x="508694" y="577019"/>
                  </a:lnTo>
                  <a:lnTo>
                    <a:pt x="508560" y="577004"/>
                  </a:lnTo>
                  <a:lnTo>
                    <a:pt x="508332" y="576904"/>
                  </a:lnTo>
                  <a:lnTo>
                    <a:pt x="508003" y="576775"/>
                  </a:lnTo>
                  <a:lnTo>
                    <a:pt x="507803" y="576600"/>
                  </a:lnTo>
                  <a:lnTo>
                    <a:pt x="507650" y="576508"/>
                  </a:lnTo>
                  <a:lnTo>
                    <a:pt x="507407" y="576292"/>
                  </a:lnTo>
                  <a:lnTo>
                    <a:pt x="507172" y="575938"/>
                  </a:lnTo>
                  <a:lnTo>
                    <a:pt x="506999" y="575683"/>
                  </a:lnTo>
                  <a:lnTo>
                    <a:pt x="506676" y="575381"/>
                  </a:lnTo>
                  <a:lnTo>
                    <a:pt x="506377" y="575373"/>
                  </a:lnTo>
                  <a:lnTo>
                    <a:pt x="506112" y="575334"/>
                  </a:lnTo>
                  <a:lnTo>
                    <a:pt x="505904" y="575257"/>
                  </a:lnTo>
                  <a:lnTo>
                    <a:pt x="505733" y="574984"/>
                  </a:lnTo>
                  <a:lnTo>
                    <a:pt x="505668" y="574772"/>
                  </a:lnTo>
                  <a:lnTo>
                    <a:pt x="505479" y="574457"/>
                  </a:lnTo>
                  <a:lnTo>
                    <a:pt x="505293" y="574185"/>
                  </a:lnTo>
                  <a:lnTo>
                    <a:pt x="504713" y="574179"/>
                  </a:lnTo>
                  <a:lnTo>
                    <a:pt x="504635" y="573970"/>
                  </a:lnTo>
                  <a:lnTo>
                    <a:pt x="504255" y="573583"/>
                  </a:lnTo>
                  <a:lnTo>
                    <a:pt x="504321" y="573430"/>
                  </a:lnTo>
                  <a:lnTo>
                    <a:pt x="504213" y="573075"/>
                  </a:lnTo>
                  <a:lnTo>
                    <a:pt x="504011" y="572952"/>
                  </a:lnTo>
                  <a:lnTo>
                    <a:pt x="503868" y="572593"/>
                  </a:lnTo>
                  <a:lnTo>
                    <a:pt x="503648" y="572415"/>
                  </a:lnTo>
                  <a:lnTo>
                    <a:pt x="503674" y="572249"/>
                  </a:lnTo>
                  <a:lnTo>
                    <a:pt x="503780" y="572054"/>
                  </a:lnTo>
                  <a:lnTo>
                    <a:pt x="503900" y="571799"/>
                  </a:lnTo>
                  <a:lnTo>
                    <a:pt x="504047" y="571692"/>
                  </a:lnTo>
                  <a:lnTo>
                    <a:pt x="504197" y="571575"/>
                  </a:lnTo>
                  <a:lnTo>
                    <a:pt x="504175" y="571125"/>
                  </a:lnTo>
                  <a:lnTo>
                    <a:pt x="503950" y="570851"/>
                  </a:lnTo>
                  <a:lnTo>
                    <a:pt x="503619" y="570595"/>
                  </a:lnTo>
                  <a:lnTo>
                    <a:pt x="503544" y="570447"/>
                  </a:lnTo>
                  <a:lnTo>
                    <a:pt x="503540" y="570231"/>
                  </a:lnTo>
                  <a:lnTo>
                    <a:pt x="503551" y="569934"/>
                  </a:lnTo>
                  <a:lnTo>
                    <a:pt x="503678" y="569734"/>
                  </a:lnTo>
                  <a:lnTo>
                    <a:pt x="503825" y="569389"/>
                  </a:lnTo>
                  <a:lnTo>
                    <a:pt x="504290" y="568852"/>
                  </a:lnTo>
                  <a:lnTo>
                    <a:pt x="505974" y="566502"/>
                  </a:lnTo>
                  <a:lnTo>
                    <a:pt x="505919" y="562229"/>
                  </a:lnTo>
                  <a:lnTo>
                    <a:pt x="505414" y="561842"/>
                  </a:lnTo>
                  <a:lnTo>
                    <a:pt x="503492" y="561993"/>
                  </a:lnTo>
                  <a:lnTo>
                    <a:pt x="503149" y="560553"/>
                  </a:lnTo>
                  <a:lnTo>
                    <a:pt x="504006" y="560005"/>
                  </a:lnTo>
                  <a:lnTo>
                    <a:pt x="503184" y="558440"/>
                  </a:lnTo>
                  <a:lnTo>
                    <a:pt x="502937" y="557577"/>
                  </a:lnTo>
                  <a:lnTo>
                    <a:pt x="500674" y="556619"/>
                  </a:lnTo>
                  <a:lnTo>
                    <a:pt x="500614" y="556014"/>
                  </a:lnTo>
                  <a:lnTo>
                    <a:pt x="500680" y="555406"/>
                  </a:lnTo>
                  <a:lnTo>
                    <a:pt x="500008" y="554637"/>
                  </a:lnTo>
                  <a:lnTo>
                    <a:pt x="489374" y="554626"/>
                  </a:lnTo>
                  <a:lnTo>
                    <a:pt x="488299" y="555196"/>
                  </a:lnTo>
                  <a:lnTo>
                    <a:pt x="488222" y="556251"/>
                  </a:lnTo>
                  <a:lnTo>
                    <a:pt x="487972" y="556689"/>
                  </a:lnTo>
                  <a:lnTo>
                    <a:pt x="487298" y="557146"/>
                  </a:lnTo>
                  <a:lnTo>
                    <a:pt x="487150" y="557216"/>
                  </a:lnTo>
                  <a:lnTo>
                    <a:pt x="486816" y="557447"/>
                  </a:lnTo>
                  <a:lnTo>
                    <a:pt x="486750" y="557619"/>
                  </a:lnTo>
                  <a:lnTo>
                    <a:pt x="486452" y="558083"/>
                  </a:lnTo>
                  <a:lnTo>
                    <a:pt x="484777" y="559125"/>
                  </a:lnTo>
                  <a:lnTo>
                    <a:pt x="484729" y="559268"/>
                  </a:lnTo>
                  <a:lnTo>
                    <a:pt x="484544" y="559906"/>
                  </a:lnTo>
                  <a:lnTo>
                    <a:pt x="484460" y="560133"/>
                  </a:lnTo>
                  <a:lnTo>
                    <a:pt x="484322" y="560342"/>
                  </a:lnTo>
                  <a:lnTo>
                    <a:pt x="484191" y="560350"/>
                  </a:lnTo>
                  <a:lnTo>
                    <a:pt x="483695" y="560337"/>
                  </a:lnTo>
                  <a:lnTo>
                    <a:pt x="483490" y="560264"/>
                  </a:lnTo>
                  <a:lnTo>
                    <a:pt x="482697" y="560450"/>
                  </a:lnTo>
                  <a:lnTo>
                    <a:pt x="482541" y="560603"/>
                  </a:lnTo>
                  <a:lnTo>
                    <a:pt x="482236" y="560835"/>
                  </a:lnTo>
                  <a:lnTo>
                    <a:pt x="474305" y="553929"/>
                  </a:lnTo>
                  <a:lnTo>
                    <a:pt x="474385" y="553688"/>
                  </a:lnTo>
                  <a:lnTo>
                    <a:pt x="473742" y="552088"/>
                  </a:lnTo>
                  <a:lnTo>
                    <a:pt x="470957" y="551005"/>
                  </a:lnTo>
                  <a:lnTo>
                    <a:pt x="452177" y="547570"/>
                  </a:lnTo>
                  <a:lnTo>
                    <a:pt x="415372" y="561424"/>
                  </a:lnTo>
                  <a:lnTo>
                    <a:pt x="415379" y="561553"/>
                  </a:lnTo>
                  <a:lnTo>
                    <a:pt x="415259" y="561905"/>
                  </a:lnTo>
                  <a:lnTo>
                    <a:pt x="408974" y="576313"/>
                  </a:lnTo>
                  <a:lnTo>
                    <a:pt x="409056" y="576640"/>
                  </a:lnTo>
                  <a:lnTo>
                    <a:pt x="409119" y="576847"/>
                  </a:lnTo>
                  <a:lnTo>
                    <a:pt x="409201" y="577056"/>
                  </a:lnTo>
                  <a:lnTo>
                    <a:pt x="409260" y="577190"/>
                  </a:lnTo>
                  <a:lnTo>
                    <a:pt x="409326" y="577365"/>
                  </a:lnTo>
                  <a:lnTo>
                    <a:pt x="409350" y="577576"/>
                  </a:lnTo>
                  <a:lnTo>
                    <a:pt x="409295" y="577791"/>
                  </a:lnTo>
                  <a:lnTo>
                    <a:pt x="409297" y="577919"/>
                  </a:lnTo>
                  <a:lnTo>
                    <a:pt x="409298" y="578070"/>
                  </a:lnTo>
                  <a:lnTo>
                    <a:pt x="409543" y="578968"/>
                  </a:lnTo>
                  <a:lnTo>
                    <a:pt x="409777" y="579118"/>
                  </a:lnTo>
                  <a:lnTo>
                    <a:pt x="410146" y="579652"/>
                  </a:lnTo>
                  <a:lnTo>
                    <a:pt x="410122" y="579927"/>
                  </a:lnTo>
                  <a:lnTo>
                    <a:pt x="407204" y="585506"/>
                  </a:lnTo>
                  <a:lnTo>
                    <a:pt x="405474" y="586845"/>
                  </a:lnTo>
                  <a:lnTo>
                    <a:pt x="405404" y="587455"/>
                  </a:lnTo>
                  <a:lnTo>
                    <a:pt x="405394" y="587717"/>
                  </a:lnTo>
                  <a:lnTo>
                    <a:pt x="401670" y="584688"/>
                  </a:lnTo>
                  <a:lnTo>
                    <a:pt x="400770" y="583271"/>
                  </a:lnTo>
                  <a:lnTo>
                    <a:pt x="398274" y="553679"/>
                  </a:lnTo>
                  <a:lnTo>
                    <a:pt x="394842" y="550652"/>
                  </a:lnTo>
                  <a:lnTo>
                    <a:pt x="394709" y="550702"/>
                  </a:lnTo>
                  <a:lnTo>
                    <a:pt x="394256" y="550839"/>
                  </a:lnTo>
                  <a:lnTo>
                    <a:pt x="394092" y="550786"/>
                  </a:lnTo>
                  <a:lnTo>
                    <a:pt x="393718" y="550684"/>
                  </a:lnTo>
                  <a:lnTo>
                    <a:pt x="393308" y="550648"/>
                  </a:lnTo>
                  <a:lnTo>
                    <a:pt x="393048" y="550671"/>
                  </a:lnTo>
                  <a:lnTo>
                    <a:pt x="391754" y="550655"/>
                  </a:lnTo>
                  <a:lnTo>
                    <a:pt x="390955" y="549604"/>
                  </a:lnTo>
                  <a:lnTo>
                    <a:pt x="390832" y="549250"/>
                  </a:lnTo>
                  <a:lnTo>
                    <a:pt x="390218" y="549139"/>
                  </a:lnTo>
                  <a:lnTo>
                    <a:pt x="389922" y="549751"/>
                  </a:lnTo>
                  <a:lnTo>
                    <a:pt x="389743" y="549743"/>
                  </a:lnTo>
                  <a:lnTo>
                    <a:pt x="389184" y="550160"/>
                  </a:lnTo>
                  <a:lnTo>
                    <a:pt x="386206" y="552392"/>
                  </a:lnTo>
                  <a:lnTo>
                    <a:pt x="385937" y="552170"/>
                  </a:lnTo>
                  <a:lnTo>
                    <a:pt x="383443" y="553489"/>
                  </a:lnTo>
                  <a:lnTo>
                    <a:pt x="375674" y="556257"/>
                  </a:lnTo>
                  <a:lnTo>
                    <a:pt x="375336" y="555666"/>
                  </a:lnTo>
                  <a:lnTo>
                    <a:pt x="311588" y="549480"/>
                  </a:lnTo>
                  <a:lnTo>
                    <a:pt x="295839" y="547906"/>
                  </a:lnTo>
                  <a:lnTo>
                    <a:pt x="276652" y="537304"/>
                  </a:lnTo>
                  <a:lnTo>
                    <a:pt x="261419" y="541445"/>
                  </a:lnTo>
                  <a:lnTo>
                    <a:pt x="260987" y="541452"/>
                  </a:lnTo>
                  <a:lnTo>
                    <a:pt x="228588" y="520365"/>
                  </a:lnTo>
                  <a:lnTo>
                    <a:pt x="228527" y="520181"/>
                  </a:lnTo>
                  <a:lnTo>
                    <a:pt x="217899" y="499660"/>
                  </a:lnTo>
                  <a:lnTo>
                    <a:pt x="211146" y="496100"/>
                  </a:lnTo>
                  <a:lnTo>
                    <a:pt x="210750" y="495861"/>
                  </a:lnTo>
                  <a:lnTo>
                    <a:pt x="62274" y="441948"/>
                  </a:lnTo>
                  <a:lnTo>
                    <a:pt x="61256" y="441365"/>
                  </a:lnTo>
                  <a:lnTo>
                    <a:pt x="59915" y="440320"/>
                  </a:lnTo>
                  <a:lnTo>
                    <a:pt x="59588" y="440274"/>
                  </a:lnTo>
                  <a:lnTo>
                    <a:pt x="53338" y="430629"/>
                  </a:lnTo>
                  <a:lnTo>
                    <a:pt x="0" y="352437"/>
                  </a:lnTo>
                  <a:lnTo>
                    <a:pt x="18970" y="362255"/>
                  </a:lnTo>
                  <a:lnTo>
                    <a:pt x="20642" y="362008"/>
                  </a:lnTo>
                  <a:lnTo>
                    <a:pt x="28044" y="338225"/>
                  </a:lnTo>
                  <a:lnTo>
                    <a:pt x="28135" y="338062"/>
                  </a:lnTo>
                  <a:lnTo>
                    <a:pt x="28217" y="337921"/>
                  </a:lnTo>
                  <a:lnTo>
                    <a:pt x="24938" y="334364"/>
                  </a:lnTo>
                  <a:lnTo>
                    <a:pt x="24911" y="334223"/>
                  </a:lnTo>
                  <a:lnTo>
                    <a:pt x="24874" y="334035"/>
                  </a:lnTo>
                  <a:lnTo>
                    <a:pt x="24836" y="333840"/>
                  </a:lnTo>
                  <a:lnTo>
                    <a:pt x="24802" y="333669"/>
                  </a:lnTo>
                  <a:lnTo>
                    <a:pt x="24764" y="333477"/>
                  </a:lnTo>
                  <a:lnTo>
                    <a:pt x="24725" y="333282"/>
                  </a:lnTo>
                  <a:lnTo>
                    <a:pt x="24682" y="333068"/>
                  </a:lnTo>
                  <a:lnTo>
                    <a:pt x="24641" y="332866"/>
                  </a:lnTo>
                  <a:lnTo>
                    <a:pt x="24605" y="332692"/>
                  </a:lnTo>
                  <a:lnTo>
                    <a:pt x="24564" y="332471"/>
                  </a:lnTo>
                  <a:lnTo>
                    <a:pt x="24534" y="332329"/>
                  </a:lnTo>
                  <a:lnTo>
                    <a:pt x="24497" y="332146"/>
                  </a:lnTo>
                  <a:lnTo>
                    <a:pt x="24462" y="331973"/>
                  </a:lnTo>
                  <a:lnTo>
                    <a:pt x="24428" y="331817"/>
                  </a:lnTo>
                  <a:lnTo>
                    <a:pt x="24389" y="331600"/>
                  </a:lnTo>
                  <a:lnTo>
                    <a:pt x="24358" y="331439"/>
                  </a:lnTo>
                  <a:lnTo>
                    <a:pt x="24319" y="331243"/>
                  </a:lnTo>
                  <a:lnTo>
                    <a:pt x="24266" y="330994"/>
                  </a:lnTo>
                  <a:lnTo>
                    <a:pt x="10356" y="303629"/>
                  </a:lnTo>
                  <a:lnTo>
                    <a:pt x="10569" y="303464"/>
                  </a:lnTo>
                  <a:lnTo>
                    <a:pt x="6984" y="287167"/>
                  </a:lnTo>
                  <a:lnTo>
                    <a:pt x="20392" y="276365"/>
                  </a:lnTo>
                  <a:lnTo>
                    <a:pt x="20530" y="275955"/>
                  </a:lnTo>
                  <a:lnTo>
                    <a:pt x="20755" y="275743"/>
                  </a:lnTo>
                  <a:lnTo>
                    <a:pt x="20842" y="275331"/>
                  </a:lnTo>
                  <a:lnTo>
                    <a:pt x="20849" y="274457"/>
                  </a:lnTo>
                  <a:lnTo>
                    <a:pt x="21057" y="273869"/>
                  </a:lnTo>
                  <a:lnTo>
                    <a:pt x="21320" y="273067"/>
                  </a:lnTo>
                  <a:lnTo>
                    <a:pt x="21943" y="272980"/>
                  </a:lnTo>
                  <a:lnTo>
                    <a:pt x="22587" y="272465"/>
                  </a:lnTo>
                  <a:lnTo>
                    <a:pt x="22725" y="272424"/>
                  </a:lnTo>
                  <a:lnTo>
                    <a:pt x="23309" y="272355"/>
                  </a:lnTo>
                  <a:lnTo>
                    <a:pt x="24434" y="271650"/>
                  </a:lnTo>
                  <a:lnTo>
                    <a:pt x="24815" y="271541"/>
                  </a:lnTo>
                  <a:lnTo>
                    <a:pt x="25604" y="272302"/>
                  </a:lnTo>
                  <a:lnTo>
                    <a:pt x="25744" y="272319"/>
                  </a:lnTo>
                  <a:lnTo>
                    <a:pt x="26018" y="272581"/>
                  </a:lnTo>
                  <a:lnTo>
                    <a:pt x="26049" y="272776"/>
                  </a:lnTo>
                  <a:lnTo>
                    <a:pt x="26298" y="272912"/>
                  </a:lnTo>
                  <a:lnTo>
                    <a:pt x="26885" y="272911"/>
                  </a:lnTo>
                  <a:lnTo>
                    <a:pt x="27214" y="272771"/>
                  </a:lnTo>
                  <a:lnTo>
                    <a:pt x="27698" y="272797"/>
                  </a:lnTo>
                  <a:lnTo>
                    <a:pt x="28338" y="272852"/>
                  </a:lnTo>
                  <a:lnTo>
                    <a:pt x="28984" y="272394"/>
                  </a:lnTo>
                  <a:lnTo>
                    <a:pt x="29081" y="271945"/>
                  </a:lnTo>
                  <a:lnTo>
                    <a:pt x="29301" y="271894"/>
                  </a:lnTo>
                  <a:lnTo>
                    <a:pt x="29641" y="271825"/>
                  </a:lnTo>
                  <a:lnTo>
                    <a:pt x="30837" y="271910"/>
                  </a:lnTo>
                  <a:lnTo>
                    <a:pt x="31359" y="271816"/>
                  </a:lnTo>
                  <a:lnTo>
                    <a:pt x="31590" y="271810"/>
                  </a:lnTo>
                  <a:lnTo>
                    <a:pt x="31746" y="271823"/>
                  </a:lnTo>
                  <a:lnTo>
                    <a:pt x="32144" y="271996"/>
                  </a:lnTo>
                  <a:lnTo>
                    <a:pt x="32368" y="272316"/>
                  </a:lnTo>
                  <a:lnTo>
                    <a:pt x="33003" y="272107"/>
                  </a:lnTo>
                  <a:lnTo>
                    <a:pt x="33416" y="272056"/>
                  </a:lnTo>
                  <a:lnTo>
                    <a:pt x="33851" y="272114"/>
                  </a:lnTo>
                  <a:lnTo>
                    <a:pt x="34384" y="271600"/>
                  </a:lnTo>
                  <a:lnTo>
                    <a:pt x="34842" y="271481"/>
                  </a:lnTo>
                  <a:lnTo>
                    <a:pt x="35393" y="271605"/>
                  </a:lnTo>
                  <a:lnTo>
                    <a:pt x="36031" y="271750"/>
                  </a:lnTo>
                  <a:lnTo>
                    <a:pt x="36506" y="271334"/>
                  </a:lnTo>
                  <a:lnTo>
                    <a:pt x="37325" y="271619"/>
                  </a:lnTo>
                  <a:lnTo>
                    <a:pt x="37518" y="271625"/>
                  </a:lnTo>
                  <a:lnTo>
                    <a:pt x="39004" y="271045"/>
                  </a:lnTo>
                  <a:lnTo>
                    <a:pt x="39404" y="270543"/>
                  </a:lnTo>
                  <a:lnTo>
                    <a:pt x="39498" y="270178"/>
                  </a:lnTo>
                  <a:lnTo>
                    <a:pt x="39895" y="270397"/>
                  </a:lnTo>
                  <a:lnTo>
                    <a:pt x="40029" y="270745"/>
                  </a:lnTo>
                  <a:lnTo>
                    <a:pt x="40455" y="271198"/>
                  </a:lnTo>
                  <a:lnTo>
                    <a:pt x="40772" y="271161"/>
                  </a:lnTo>
                  <a:lnTo>
                    <a:pt x="41000" y="271131"/>
                  </a:lnTo>
                  <a:lnTo>
                    <a:pt x="41701" y="270779"/>
                  </a:lnTo>
                  <a:lnTo>
                    <a:pt x="42164" y="270910"/>
                  </a:lnTo>
                  <a:lnTo>
                    <a:pt x="42351" y="271155"/>
                  </a:lnTo>
                  <a:lnTo>
                    <a:pt x="42449" y="271344"/>
                  </a:lnTo>
                  <a:lnTo>
                    <a:pt x="43117" y="271356"/>
                  </a:lnTo>
                  <a:lnTo>
                    <a:pt x="43699" y="271267"/>
                  </a:lnTo>
                  <a:lnTo>
                    <a:pt x="44080" y="271411"/>
                  </a:lnTo>
                  <a:lnTo>
                    <a:pt x="44798" y="271248"/>
                  </a:lnTo>
                  <a:lnTo>
                    <a:pt x="45069" y="270973"/>
                  </a:lnTo>
                  <a:lnTo>
                    <a:pt x="45213" y="270540"/>
                  </a:lnTo>
                  <a:lnTo>
                    <a:pt x="45180" y="270358"/>
                  </a:lnTo>
                  <a:lnTo>
                    <a:pt x="45843" y="269979"/>
                  </a:lnTo>
                  <a:lnTo>
                    <a:pt x="45984" y="269956"/>
                  </a:lnTo>
                  <a:lnTo>
                    <a:pt x="46214" y="270133"/>
                  </a:lnTo>
                  <a:lnTo>
                    <a:pt x="46912" y="270516"/>
                  </a:lnTo>
                  <a:lnTo>
                    <a:pt x="47151" y="270407"/>
                  </a:lnTo>
                  <a:lnTo>
                    <a:pt x="47632" y="270272"/>
                  </a:lnTo>
                  <a:lnTo>
                    <a:pt x="48522" y="270230"/>
                  </a:lnTo>
                  <a:lnTo>
                    <a:pt x="49360" y="270171"/>
                  </a:lnTo>
                  <a:lnTo>
                    <a:pt x="49701" y="269781"/>
                  </a:lnTo>
                  <a:lnTo>
                    <a:pt x="49877" y="269624"/>
                  </a:lnTo>
                  <a:lnTo>
                    <a:pt x="50388" y="269563"/>
                  </a:lnTo>
                  <a:lnTo>
                    <a:pt x="50536" y="269030"/>
                  </a:lnTo>
                  <a:lnTo>
                    <a:pt x="50521" y="268586"/>
                  </a:lnTo>
                  <a:lnTo>
                    <a:pt x="51285" y="268524"/>
                  </a:lnTo>
                  <a:lnTo>
                    <a:pt x="51414" y="268143"/>
                  </a:lnTo>
                  <a:lnTo>
                    <a:pt x="51200" y="267767"/>
                  </a:lnTo>
                  <a:lnTo>
                    <a:pt x="51442" y="267627"/>
                  </a:lnTo>
                  <a:lnTo>
                    <a:pt x="51594" y="267681"/>
                  </a:lnTo>
                  <a:lnTo>
                    <a:pt x="51880" y="267799"/>
                  </a:lnTo>
                  <a:lnTo>
                    <a:pt x="51745" y="267376"/>
                  </a:lnTo>
                  <a:lnTo>
                    <a:pt x="51235" y="267128"/>
                  </a:lnTo>
                  <a:lnTo>
                    <a:pt x="51085" y="267079"/>
                  </a:lnTo>
                  <a:lnTo>
                    <a:pt x="51108" y="266740"/>
                  </a:lnTo>
                  <a:lnTo>
                    <a:pt x="51286" y="266187"/>
                  </a:lnTo>
                  <a:lnTo>
                    <a:pt x="51530" y="266022"/>
                  </a:lnTo>
                  <a:lnTo>
                    <a:pt x="51827" y="265477"/>
                  </a:lnTo>
                  <a:lnTo>
                    <a:pt x="51551" y="265307"/>
                  </a:lnTo>
                  <a:lnTo>
                    <a:pt x="51774" y="265105"/>
                  </a:lnTo>
                  <a:lnTo>
                    <a:pt x="51950" y="264851"/>
                  </a:lnTo>
                  <a:lnTo>
                    <a:pt x="52097" y="264462"/>
                  </a:lnTo>
                  <a:lnTo>
                    <a:pt x="52105" y="264188"/>
                  </a:lnTo>
                  <a:lnTo>
                    <a:pt x="52120" y="264042"/>
                  </a:lnTo>
                  <a:lnTo>
                    <a:pt x="52491" y="263965"/>
                  </a:lnTo>
                  <a:lnTo>
                    <a:pt x="52701" y="263922"/>
                  </a:lnTo>
                  <a:lnTo>
                    <a:pt x="52998" y="263465"/>
                  </a:lnTo>
                  <a:lnTo>
                    <a:pt x="53032" y="263021"/>
                  </a:lnTo>
                  <a:lnTo>
                    <a:pt x="53088" y="262719"/>
                  </a:lnTo>
                  <a:lnTo>
                    <a:pt x="52911" y="262615"/>
                  </a:lnTo>
                  <a:lnTo>
                    <a:pt x="52562" y="262490"/>
                  </a:lnTo>
                  <a:lnTo>
                    <a:pt x="52364" y="262434"/>
                  </a:lnTo>
                  <a:lnTo>
                    <a:pt x="52142" y="262188"/>
                  </a:lnTo>
                  <a:lnTo>
                    <a:pt x="52136" y="261740"/>
                  </a:lnTo>
                  <a:lnTo>
                    <a:pt x="52749" y="261441"/>
                  </a:lnTo>
                  <a:lnTo>
                    <a:pt x="52989" y="261364"/>
                  </a:lnTo>
                  <a:lnTo>
                    <a:pt x="53287" y="261283"/>
                  </a:lnTo>
                  <a:lnTo>
                    <a:pt x="53683" y="261168"/>
                  </a:lnTo>
                  <a:lnTo>
                    <a:pt x="53581" y="260776"/>
                  </a:lnTo>
                  <a:lnTo>
                    <a:pt x="53505" y="259969"/>
                  </a:lnTo>
                  <a:lnTo>
                    <a:pt x="53447" y="259533"/>
                  </a:lnTo>
                  <a:lnTo>
                    <a:pt x="53331" y="259060"/>
                  </a:lnTo>
                  <a:lnTo>
                    <a:pt x="53723" y="258330"/>
                  </a:lnTo>
                  <a:lnTo>
                    <a:pt x="54122" y="257727"/>
                  </a:lnTo>
                  <a:lnTo>
                    <a:pt x="54491" y="257157"/>
                  </a:lnTo>
                  <a:lnTo>
                    <a:pt x="54506" y="256848"/>
                  </a:lnTo>
                  <a:lnTo>
                    <a:pt x="54508" y="256675"/>
                  </a:lnTo>
                  <a:lnTo>
                    <a:pt x="54806" y="256197"/>
                  </a:lnTo>
                  <a:lnTo>
                    <a:pt x="54962" y="255788"/>
                  </a:lnTo>
                  <a:lnTo>
                    <a:pt x="55073" y="255430"/>
                  </a:lnTo>
                  <a:lnTo>
                    <a:pt x="54749" y="254796"/>
                  </a:lnTo>
                  <a:lnTo>
                    <a:pt x="54389" y="253864"/>
                  </a:lnTo>
                  <a:lnTo>
                    <a:pt x="54510" y="253736"/>
                  </a:lnTo>
                  <a:lnTo>
                    <a:pt x="54770" y="253485"/>
                  </a:lnTo>
                  <a:lnTo>
                    <a:pt x="55649" y="253337"/>
                  </a:lnTo>
                  <a:lnTo>
                    <a:pt x="55911" y="253359"/>
                  </a:lnTo>
                  <a:lnTo>
                    <a:pt x="56497" y="253480"/>
                  </a:lnTo>
                  <a:lnTo>
                    <a:pt x="56881" y="253596"/>
                  </a:lnTo>
                  <a:lnTo>
                    <a:pt x="57190" y="253244"/>
                  </a:lnTo>
                  <a:lnTo>
                    <a:pt x="57198" y="252585"/>
                  </a:lnTo>
                  <a:lnTo>
                    <a:pt x="57311" y="252173"/>
                  </a:lnTo>
                  <a:lnTo>
                    <a:pt x="57415" y="251928"/>
                  </a:lnTo>
                  <a:lnTo>
                    <a:pt x="57692" y="251764"/>
                  </a:lnTo>
                  <a:lnTo>
                    <a:pt x="58293" y="251655"/>
                  </a:lnTo>
                  <a:lnTo>
                    <a:pt x="58674" y="251573"/>
                  </a:lnTo>
                  <a:lnTo>
                    <a:pt x="58687" y="251181"/>
                  </a:lnTo>
                  <a:lnTo>
                    <a:pt x="58617" y="250916"/>
                  </a:lnTo>
                  <a:lnTo>
                    <a:pt x="58791" y="250387"/>
                  </a:lnTo>
                  <a:lnTo>
                    <a:pt x="58876" y="249896"/>
                  </a:lnTo>
                  <a:lnTo>
                    <a:pt x="58273" y="249407"/>
                  </a:lnTo>
                  <a:lnTo>
                    <a:pt x="58221" y="248837"/>
                  </a:lnTo>
                  <a:lnTo>
                    <a:pt x="58211" y="248586"/>
                  </a:lnTo>
                  <a:lnTo>
                    <a:pt x="58382" y="248304"/>
                  </a:lnTo>
                  <a:lnTo>
                    <a:pt x="58688" y="247811"/>
                  </a:lnTo>
                  <a:lnTo>
                    <a:pt x="58500" y="247765"/>
                  </a:lnTo>
                  <a:lnTo>
                    <a:pt x="58369" y="247502"/>
                  </a:lnTo>
                  <a:lnTo>
                    <a:pt x="58808" y="246993"/>
                  </a:lnTo>
                  <a:lnTo>
                    <a:pt x="58425" y="245657"/>
                  </a:lnTo>
                  <a:lnTo>
                    <a:pt x="59139" y="244975"/>
                  </a:lnTo>
                  <a:lnTo>
                    <a:pt x="59297" y="244787"/>
                  </a:lnTo>
                  <a:lnTo>
                    <a:pt x="59410" y="244652"/>
                  </a:lnTo>
                  <a:lnTo>
                    <a:pt x="60201" y="243993"/>
                  </a:lnTo>
                  <a:lnTo>
                    <a:pt x="60433" y="244091"/>
                  </a:lnTo>
                  <a:lnTo>
                    <a:pt x="60711" y="244219"/>
                  </a:lnTo>
                  <a:lnTo>
                    <a:pt x="60912" y="244320"/>
                  </a:lnTo>
                  <a:lnTo>
                    <a:pt x="61258" y="244442"/>
                  </a:lnTo>
                  <a:lnTo>
                    <a:pt x="61623" y="244463"/>
                  </a:lnTo>
                  <a:lnTo>
                    <a:pt x="61886" y="244361"/>
                  </a:lnTo>
                  <a:lnTo>
                    <a:pt x="63009" y="243516"/>
                  </a:lnTo>
                  <a:lnTo>
                    <a:pt x="64521" y="242373"/>
                  </a:lnTo>
                  <a:lnTo>
                    <a:pt x="65437" y="241831"/>
                  </a:lnTo>
                  <a:lnTo>
                    <a:pt x="65814" y="241231"/>
                  </a:lnTo>
                  <a:lnTo>
                    <a:pt x="66058" y="241060"/>
                  </a:lnTo>
                  <a:lnTo>
                    <a:pt x="66413" y="240636"/>
                  </a:lnTo>
                  <a:lnTo>
                    <a:pt x="66073" y="240340"/>
                  </a:lnTo>
                  <a:lnTo>
                    <a:pt x="65912" y="240160"/>
                  </a:lnTo>
                  <a:lnTo>
                    <a:pt x="65979" y="239556"/>
                  </a:lnTo>
                  <a:lnTo>
                    <a:pt x="66718" y="239313"/>
                  </a:lnTo>
                  <a:lnTo>
                    <a:pt x="67354" y="238441"/>
                  </a:lnTo>
                  <a:lnTo>
                    <a:pt x="67650" y="238476"/>
                  </a:lnTo>
                  <a:lnTo>
                    <a:pt x="68215" y="238519"/>
                  </a:lnTo>
                  <a:lnTo>
                    <a:pt x="68294" y="238178"/>
                  </a:lnTo>
                  <a:lnTo>
                    <a:pt x="68655" y="238208"/>
                  </a:lnTo>
                  <a:lnTo>
                    <a:pt x="68909" y="238276"/>
                  </a:lnTo>
                  <a:lnTo>
                    <a:pt x="69200" y="238437"/>
                  </a:lnTo>
                  <a:lnTo>
                    <a:pt x="69423" y="238500"/>
                  </a:lnTo>
                  <a:lnTo>
                    <a:pt x="70003" y="238454"/>
                  </a:lnTo>
                  <a:lnTo>
                    <a:pt x="70222" y="238433"/>
                  </a:lnTo>
                  <a:lnTo>
                    <a:pt x="70788" y="238425"/>
                  </a:lnTo>
                  <a:lnTo>
                    <a:pt x="71193" y="238459"/>
                  </a:lnTo>
                  <a:lnTo>
                    <a:pt x="71041" y="238073"/>
                  </a:lnTo>
                  <a:lnTo>
                    <a:pt x="70545" y="237805"/>
                  </a:lnTo>
                  <a:lnTo>
                    <a:pt x="70062" y="237523"/>
                  </a:lnTo>
                  <a:lnTo>
                    <a:pt x="70062" y="237084"/>
                  </a:lnTo>
                  <a:lnTo>
                    <a:pt x="70042" y="236856"/>
                  </a:lnTo>
                  <a:lnTo>
                    <a:pt x="69136" y="235929"/>
                  </a:lnTo>
                  <a:lnTo>
                    <a:pt x="68993" y="235865"/>
                  </a:lnTo>
                  <a:lnTo>
                    <a:pt x="68744" y="235706"/>
                  </a:lnTo>
                  <a:lnTo>
                    <a:pt x="68146" y="235081"/>
                  </a:lnTo>
                  <a:lnTo>
                    <a:pt x="67767" y="234567"/>
                  </a:lnTo>
                  <a:lnTo>
                    <a:pt x="67918" y="233680"/>
                  </a:lnTo>
                  <a:lnTo>
                    <a:pt x="68185" y="232661"/>
                  </a:lnTo>
                  <a:lnTo>
                    <a:pt x="68204" y="232506"/>
                  </a:lnTo>
                  <a:lnTo>
                    <a:pt x="68223" y="232347"/>
                  </a:lnTo>
                  <a:lnTo>
                    <a:pt x="68265" y="232116"/>
                  </a:lnTo>
                  <a:lnTo>
                    <a:pt x="68636" y="231546"/>
                  </a:lnTo>
                  <a:lnTo>
                    <a:pt x="68751" y="231409"/>
                  </a:lnTo>
                  <a:lnTo>
                    <a:pt x="69269" y="230554"/>
                  </a:lnTo>
                  <a:lnTo>
                    <a:pt x="69494" y="230453"/>
                  </a:lnTo>
                  <a:lnTo>
                    <a:pt x="69907" y="230429"/>
                  </a:lnTo>
                  <a:lnTo>
                    <a:pt x="70164" y="230430"/>
                  </a:lnTo>
                  <a:lnTo>
                    <a:pt x="70382" y="230443"/>
                  </a:lnTo>
                  <a:lnTo>
                    <a:pt x="70851" y="230440"/>
                  </a:lnTo>
                  <a:lnTo>
                    <a:pt x="72020" y="230042"/>
                  </a:lnTo>
                  <a:lnTo>
                    <a:pt x="72158" y="229765"/>
                  </a:lnTo>
                  <a:lnTo>
                    <a:pt x="72354" y="229458"/>
                  </a:lnTo>
                  <a:lnTo>
                    <a:pt x="73073" y="228809"/>
                  </a:lnTo>
                  <a:lnTo>
                    <a:pt x="73274" y="228270"/>
                  </a:lnTo>
                  <a:lnTo>
                    <a:pt x="73420" y="228005"/>
                  </a:lnTo>
                  <a:lnTo>
                    <a:pt x="74274" y="227813"/>
                  </a:lnTo>
                  <a:lnTo>
                    <a:pt x="74249" y="228356"/>
                  </a:lnTo>
                  <a:lnTo>
                    <a:pt x="74230" y="228859"/>
                  </a:lnTo>
                  <a:lnTo>
                    <a:pt x="74393" y="229099"/>
                  </a:lnTo>
                  <a:lnTo>
                    <a:pt x="74950" y="229179"/>
                  </a:lnTo>
                  <a:lnTo>
                    <a:pt x="75092" y="229209"/>
                  </a:lnTo>
                  <a:lnTo>
                    <a:pt x="75526" y="229336"/>
                  </a:lnTo>
                  <a:lnTo>
                    <a:pt x="76310" y="229594"/>
                  </a:lnTo>
                  <a:lnTo>
                    <a:pt x="76656" y="229803"/>
                  </a:lnTo>
                  <a:lnTo>
                    <a:pt x="76686" y="230048"/>
                  </a:lnTo>
                  <a:lnTo>
                    <a:pt x="77180" y="230181"/>
                  </a:lnTo>
                  <a:lnTo>
                    <a:pt x="77785" y="229625"/>
                  </a:lnTo>
                  <a:lnTo>
                    <a:pt x="78273" y="229720"/>
                  </a:lnTo>
                  <a:lnTo>
                    <a:pt x="78961" y="230162"/>
                  </a:lnTo>
                  <a:lnTo>
                    <a:pt x="79272" y="230163"/>
                  </a:lnTo>
                  <a:lnTo>
                    <a:pt x="80071" y="229699"/>
                  </a:lnTo>
                  <a:lnTo>
                    <a:pt x="80241" y="229525"/>
                  </a:lnTo>
                  <a:lnTo>
                    <a:pt x="80629" y="229581"/>
                  </a:lnTo>
                  <a:lnTo>
                    <a:pt x="80962" y="229694"/>
                  </a:lnTo>
                  <a:lnTo>
                    <a:pt x="81305" y="230103"/>
                  </a:lnTo>
                  <a:lnTo>
                    <a:pt x="81762" y="230233"/>
                  </a:lnTo>
                  <a:lnTo>
                    <a:pt x="82293" y="230053"/>
                  </a:lnTo>
                  <a:lnTo>
                    <a:pt x="82603" y="230029"/>
                  </a:lnTo>
                  <a:lnTo>
                    <a:pt x="82785" y="230188"/>
                  </a:lnTo>
                  <a:lnTo>
                    <a:pt x="82562" y="230698"/>
                  </a:lnTo>
                  <a:lnTo>
                    <a:pt x="82616" y="231031"/>
                  </a:lnTo>
                  <a:lnTo>
                    <a:pt x="83051" y="231254"/>
                  </a:lnTo>
                  <a:lnTo>
                    <a:pt x="83584" y="231367"/>
                  </a:lnTo>
                  <a:lnTo>
                    <a:pt x="83781" y="231619"/>
                  </a:lnTo>
                  <a:lnTo>
                    <a:pt x="83781" y="231929"/>
                  </a:lnTo>
                  <a:lnTo>
                    <a:pt x="83613" y="232469"/>
                  </a:lnTo>
                  <a:lnTo>
                    <a:pt x="83943" y="232608"/>
                  </a:lnTo>
                  <a:lnTo>
                    <a:pt x="84168" y="232592"/>
                  </a:lnTo>
                  <a:lnTo>
                    <a:pt x="85184" y="232714"/>
                  </a:lnTo>
                  <a:lnTo>
                    <a:pt x="85356" y="232665"/>
                  </a:lnTo>
                  <a:lnTo>
                    <a:pt x="86659" y="232618"/>
                  </a:lnTo>
                  <a:lnTo>
                    <a:pt x="87703" y="232443"/>
                  </a:lnTo>
                  <a:lnTo>
                    <a:pt x="89037" y="232338"/>
                  </a:lnTo>
                  <a:lnTo>
                    <a:pt x="89227" y="232383"/>
                  </a:lnTo>
                  <a:lnTo>
                    <a:pt x="89455" y="232427"/>
                  </a:lnTo>
                  <a:lnTo>
                    <a:pt x="89903" y="232418"/>
                  </a:lnTo>
                  <a:lnTo>
                    <a:pt x="90545" y="232452"/>
                  </a:lnTo>
                  <a:lnTo>
                    <a:pt x="91303" y="232931"/>
                  </a:lnTo>
                  <a:lnTo>
                    <a:pt x="91590" y="233274"/>
                  </a:lnTo>
                  <a:lnTo>
                    <a:pt x="92709" y="233002"/>
                  </a:lnTo>
                  <a:lnTo>
                    <a:pt x="93122" y="232891"/>
                  </a:lnTo>
                  <a:lnTo>
                    <a:pt x="93521" y="233398"/>
                  </a:lnTo>
                  <a:lnTo>
                    <a:pt x="93859" y="233622"/>
                  </a:lnTo>
                  <a:lnTo>
                    <a:pt x="94678" y="233780"/>
                  </a:lnTo>
                  <a:lnTo>
                    <a:pt x="94891" y="233785"/>
                  </a:lnTo>
                  <a:lnTo>
                    <a:pt x="95578" y="233671"/>
                  </a:lnTo>
                  <a:lnTo>
                    <a:pt x="96246" y="233867"/>
                  </a:lnTo>
                  <a:lnTo>
                    <a:pt x="96567" y="233552"/>
                  </a:lnTo>
                  <a:lnTo>
                    <a:pt x="96005" y="232926"/>
                  </a:lnTo>
                  <a:lnTo>
                    <a:pt x="96176" y="232667"/>
                  </a:lnTo>
                  <a:lnTo>
                    <a:pt x="96326" y="232671"/>
                  </a:lnTo>
                  <a:lnTo>
                    <a:pt x="96489" y="232672"/>
                  </a:lnTo>
                  <a:lnTo>
                    <a:pt x="96733" y="232664"/>
                  </a:lnTo>
                  <a:lnTo>
                    <a:pt x="97103" y="232418"/>
                  </a:lnTo>
                  <a:lnTo>
                    <a:pt x="97209" y="232022"/>
                  </a:lnTo>
                  <a:lnTo>
                    <a:pt x="97254" y="231260"/>
                  </a:lnTo>
                  <a:lnTo>
                    <a:pt x="96984" y="231093"/>
                  </a:lnTo>
                  <a:lnTo>
                    <a:pt x="96996" y="230817"/>
                  </a:lnTo>
                  <a:lnTo>
                    <a:pt x="97090" y="230571"/>
                  </a:lnTo>
                  <a:lnTo>
                    <a:pt x="97601" y="229924"/>
                  </a:lnTo>
                  <a:lnTo>
                    <a:pt x="97886" y="229670"/>
                  </a:lnTo>
                  <a:lnTo>
                    <a:pt x="98217" y="229853"/>
                  </a:lnTo>
                  <a:lnTo>
                    <a:pt x="98724" y="229856"/>
                  </a:lnTo>
                  <a:lnTo>
                    <a:pt x="99336" y="229409"/>
                  </a:lnTo>
                  <a:lnTo>
                    <a:pt x="99709" y="229597"/>
                  </a:lnTo>
                  <a:lnTo>
                    <a:pt x="99761" y="229732"/>
                  </a:lnTo>
                  <a:lnTo>
                    <a:pt x="99732" y="229892"/>
                  </a:lnTo>
                  <a:lnTo>
                    <a:pt x="99625" y="230092"/>
                  </a:lnTo>
                  <a:lnTo>
                    <a:pt x="99508" y="230261"/>
                  </a:lnTo>
                  <a:lnTo>
                    <a:pt x="99717" y="230571"/>
                  </a:lnTo>
                  <a:lnTo>
                    <a:pt x="100026" y="230445"/>
                  </a:lnTo>
                  <a:lnTo>
                    <a:pt x="100256" y="230419"/>
                  </a:lnTo>
                  <a:lnTo>
                    <a:pt x="100637" y="230678"/>
                  </a:lnTo>
                  <a:lnTo>
                    <a:pt x="100839" y="231153"/>
                  </a:lnTo>
                  <a:lnTo>
                    <a:pt x="101792" y="231505"/>
                  </a:lnTo>
                  <a:lnTo>
                    <a:pt x="102816" y="231124"/>
                  </a:lnTo>
                  <a:lnTo>
                    <a:pt x="103159" y="231286"/>
                  </a:lnTo>
                  <a:lnTo>
                    <a:pt x="103345" y="231417"/>
                  </a:lnTo>
                  <a:lnTo>
                    <a:pt x="103476" y="231816"/>
                  </a:lnTo>
                  <a:lnTo>
                    <a:pt x="103663" y="232204"/>
                  </a:lnTo>
                  <a:lnTo>
                    <a:pt x="104365" y="233183"/>
                  </a:lnTo>
                  <a:lnTo>
                    <a:pt x="104507" y="233129"/>
                  </a:lnTo>
                  <a:lnTo>
                    <a:pt x="104689" y="232985"/>
                  </a:lnTo>
                  <a:lnTo>
                    <a:pt x="104964" y="232787"/>
                  </a:lnTo>
                  <a:lnTo>
                    <a:pt x="105341" y="232860"/>
                  </a:lnTo>
                  <a:lnTo>
                    <a:pt x="105580" y="233038"/>
                  </a:lnTo>
                  <a:lnTo>
                    <a:pt x="105763" y="233146"/>
                  </a:lnTo>
                  <a:lnTo>
                    <a:pt x="105953" y="232877"/>
                  </a:lnTo>
                  <a:lnTo>
                    <a:pt x="106059" y="232654"/>
                  </a:lnTo>
                  <a:lnTo>
                    <a:pt x="106215" y="232350"/>
                  </a:lnTo>
                  <a:lnTo>
                    <a:pt x="106497" y="232165"/>
                  </a:lnTo>
                  <a:lnTo>
                    <a:pt x="107456" y="232305"/>
                  </a:lnTo>
                  <a:lnTo>
                    <a:pt x="107747" y="232432"/>
                  </a:lnTo>
                  <a:lnTo>
                    <a:pt x="107914" y="232567"/>
                  </a:lnTo>
                  <a:lnTo>
                    <a:pt x="108588" y="232065"/>
                  </a:lnTo>
                  <a:lnTo>
                    <a:pt x="108831" y="232056"/>
                  </a:lnTo>
                  <a:lnTo>
                    <a:pt x="109623" y="232023"/>
                  </a:lnTo>
                  <a:lnTo>
                    <a:pt x="109943" y="231893"/>
                  </a:lnTo>
                  <a:lnTo>
                    <a:pt x="110054" y="232131"/>
                  </a:lnTo>
                  <a:lnTo>
                    <a:pt x="110211" y="232313"/>
                  </a:lnTo>
                  <a:lnTo>
                    <a:pt x="110717" y="232485"/>
                  </a:lnTo>
                  <a:lnTo>
                    <a:pt x="111050" y="232497"/>
                  </a:lnTo>
                  <a:lnTo>
                    <a:pt x="111715" y="232644"/>
                  </a:lnTo>
                  <a:lnTo>
                    <a:pt x="111995" y="232664"/>
                  </a:lnTo>
                  <a:lnTo>
                    <a:pt x="112306" y="232685"/>
                  </a:lnTo>
                  <a:lnTo>
                    <a:pt x="112920" y="232796"/>
                  </a:lnTo>
                  <a:lnTo>
                    <a:pt x="113142" y="233510"/>
                  </a:lnTo>
                  <a:lnTo>
                    <a:pt x="113307" y="233683"/>
                  </a:lnTo>
                  <a:lnTo>
                    <a:pt x="114983" y="234666"/>
                  </a:lnTo>
                  <a:lnTo>
                    <a:pt x="115298" y="235234"/>
                  </a:lnTo>
                  <a:lnTo>
                    <a:pt x="115235" y="235559"/>
                  </a:lnTo>
                  <a:lnTo>
                    <a:pt x="115089" y="236103"/>
                  </a:lnTo>
                  <a:lnTo>
                    <a:pt x="115182" y="236475"/>
                  </a:lnTo>
                  <a:lnTo>
                    <a:pt x="115388" y="236759"/>
                  </a:lnTo>
                  <a:lnTo>
                    <a:pt x="116023" y="236966"/>
                  </a:lnTo>
                  <a:lnTo>
                    <a:pt x="116747" y="236809"/>
                  </a:lnTo>
                  <a:lnTo>
                    <a:pt x="117241" y="236936"/>
                  </a:lnTo>
                  <a:lnTo>
                    <a:pt x="117480" y="237014"/>
                  </a:lnTo>
                  <a:lnTo>
                    <a:pt x="117900" y="237036"/>
                  </a:lnTo>
                  <a:lnTo>
                    <a:pt x="118181" y="237048"/>
                  </a:lnTo>
                  <a:lnTo>
                    <a:pt x="118618" y="237040"/>
                  </a:lnTo>
                  <a:lnTo>
                    <a:pt x="119219" y="237013"/>
                  </a:lnTo>
                  <a:lnTo>
                    <a:pt x="119914" y="237077"/>
                  </a:lnTo>
                  <a:lnTo>
                    <a:pt x="120151" y="237132"/>
                  </a:lnTo>
                  <a:lnTo>
                    <a:pt x="121020" y="237205"/>
                  </a:lnTo>
                  <a:lnTo>
                    <a:pt x="122201" y="237079"/>
                  </a:lnTo>
                  <a:lnTo>
                    <a:pt x="122772" y="236713"/>
                  </a:lnTo>
                  <a:lnTo>
                    <a:pt x="123079" y="236441"/>
                  </a:lnTo>
                  <a:lnTo>
                    <a:pt x="123245" y="236323"/>
                  </a:lnTo>
                  <a:lnTo>
                    <a:pt x="123600" y="236095"/>
                  </a:lnTo>
                  <a:lnTo>
                    <a:pt x="124121" y="235905"/>
                  </a:lnTo>
                  <a:lnTo>
                    <a:pt x="124312" y="235991"/>
                  </a:lnTo>
                  <a:lnTo>
                    <a:pt x="125468" y="235749"/>
                  </a:lnTo>
                  <a:lnTo>
                    <a:pt x="126151" y="235505"/>
                  </a:lnTo>
                  <a:lnTo>
                    <a:pt x="126789" y="235350"/>
                  </a:lnTo>
                  <a:lnTo>
                    <a:pt x="126893" y="235481"/>
                  </a:lnTo>
                  <a:lnTo>
                    <a:pt x="127200" y="235605"/>
                  </a:lnTo>
                  <a:lnTo>
                    <a:pt x="127543" y="235713"/>
                  </a:lnTo>
                  <a:lnTo>
                    <a:pt x="127862" y="235784"/>
                  </a:lnTo>
                  <a:lnTo>
                    <a:pt x="129068" y="235963"/>
                  </a:lnTo>
                  <a:lnTo>
                    <a:pt x="129458" y="235709"/>
                  </a:lnTo>
                  <a:lnTo>
                    <a:pt x="130669" y="235389"/>
                  </a:lnTo>
                  <a:lnTo>
                    <a:pt x="131229" y="235396"/>
                  </a:lnTo>
                  <a:lnTo>
                    <a:pt x="131767" y="235435"/>
                  </a:lnTo>
                  <a:lnTo>
                    <a:pt x="132020" y="235117"/>
                  </a:lnTo>
                  <a:lnTo>
                    <a:pt x="132052" y="234886"/>
                  </a:lnTo>
                  <a:lnTo>
                    <a:pt x="132087" y="234713"/>
                  </a:lnTo>
                  <a:lnTo>
                    <a:pt x="132234" y="234348"/>
                  </a:lnTo>
                  <a:lnTo>
                    <a:pt x="132848" y="233803"/>
                  </a:lnTo>
                  <a:lnTo>
                    <a:pt x="133466" y="233706"/>
                  </a:lnTo>
                  <a:lnTo>
                    <a:pt x="134077" y="233977"/>
                  </a:lnTo>
                  <a:lnTo>
                    <a:pt x="134722" y="233824"/>
                  </a:lnTo>
                  <a:lnTo>
                    <a:pt x="135122" y="233382"/>
                  </a:lnTo>
                  <a:lnTo>
                    <a:pt x="136088" y="232826"/>
                  </a:lnTo>
                  <a:lnTo>
                    <a:pt x="136151" y="232548"/>
                  </a:lnTo>
                  <a:lnTo>
                    <a:pt x="136426" y="232105"/>
                  </a:lnTo>
                  <a:lnTo>
                    <a:pt x="136432" y="231581"/>
                  </a:lnTo>
                  <a:lnTo>
                    <a:pt x="136348" y="231444"/>
                  </a:lnTo>
                  <a:lnTo>
                    <a:pt x="136275" y="231218"/>
                  </a:lnTo>
                  <a:lnTo>
                    <a:pt x="136113" y="230558"/>
                  </a:lnTo>
                  <a:lnTo>
                    <a:pt x="135849" y="229639"/>
                  </a:lnTo>
                  <a:lnTo>
                    <a:pt x="135758" y="229424"/>
                  </a:lnTo>
                  <a:lnTo>
                    <a:pt x="135653" y="229164"/>
                  </a:lnTo>
                  <a:lnTo>
                    <a:pt x="135480" y="228467"/>
                  </a:lnTo>
                  <a:lnTo>
                    <a:pt x="135816" y="227472"/>
                  </a:lnTo>
                  <a:lnTo>
                    <a:pt x="136348" y="227639"/>
                  </a:lnTo>
                  <a:lnTo>
                    <a:pt x="137562" y="227551"/>
                  </a:lnTo>
                  <a:lnTo>
                    <a:pt x="137844" y="227023"/>
                  </a:lnTo>
                  <a:lnTo>
                    <a:pt x="138256" y="226758"/>
                  </a:lnTo>
                  <a:lnTo>
                    <a:pt x="138681" y="226627"/>
                  </a:lnTo>
                  <a:lnTo>
                    <a:pt x="139514" y="226375"/>
                  </a:lnTo>
                  <a:lnTo>
                    <a:pt x="139913" y="226239"/>
                  </a:lnTo>
                  <a:lnTo>
                    <a:pt x="140302" y="225631"/>
                  </a:lnTo>
                  <a:lnTo>
                    <a:pt x="140916" y="225932"/>
                  </a:lnTo>
                  <a:lnTo>
                    <a:pt x="141081" y="226090"/>
                  </a:lnTo>
                  <a:lnTo>
                    <a:pt x="141386" y="226050"/>
                  </a:lnTo>
                  <a:lnTo>
                    <a:pt x="141549" y="225793"/>
                  </a:lnTo>
                  <a:lnTo>
                    <a:pt x="141817" y="224783"/>
                  </a:lnTo>
                  <a:lnTo>
                    <a:pt x="141952" y="224692"/>
                  </a:lnTo>
                  <a:lnTo>
                    <a:pt x="142352" y="224572"/>
                  </a:lnTo>
                  <a:lnTo>
                    <a:pt x="142938" y="224601"/>
                  </a:lnTo>
                  <a:lnTo>
                    <a:pt x="143613" y="224540"/>
                  </a:lnTo>
                  <a:lnTo>
                    <a:pt x="143856" y="224503"/>
                  </a:lnTo>
                  <a:lnTo>
                    <a:pt x="144292" y="224140"/>
                  </a:lnTo>
                  <a:lnTo>
                    <a:pt x="144415" y="223682"/>
                  </a:lnTo>
                  <a:lnTo>
                    <a:pt x="144550" y="223423"/>
                  </a:lnTo>
                  <a:lnTo>
                    <a:pt x="144988" y="223304"/>
                  </a:lnTo>
                  <a:lnTo>
                    <a:pt x="145131" y="223473"/>
                  </a:lnTo>
                  <a:lnTo>
                    <a:pt x="145334" y="223682"/>
                  </a:lnTo>
                  <a:lnTo>
                    <a:pt x="145474" y="223734"/>
                  </a:lnTo>
                  <a:lnTo>
                    <a:pt x="146234" y="223689"/>
                  </a:lnTo>
                  <a:lnTo>
                    <a:pt x="146499" y="223615"/>
                  </a:lnTo>
                  <a:lnTo>
                    <a:pt x="146658" y="223469"/>
                  </a:lnTo>
                  <a:lnTo>
                    <a:pt x="146971" y="223073"/>
                  </a:lnTo>
                  <a:lnTo>
                    <a:pt x="147142" y="222827"/>
                  </a:lnTo>
                  <a:lnTo>
                    <a:pt x="147321" y="222241"/>
                  </a:lnTo>
                  <a:lnTo>
                    <a:pt x="147178" y="222085"/>
                  </a:lnTo>
                  <a:lnTo>
                    <a:pt x="147171" y="221862"/>
                  </a:lnTo>
                  <a:lnTo>
                    <a:pt x="147316" y="221412"/>
                  </a:lnTo>
                  <a:lnTo>
                    <a:pt x="147535" y="221200"/>
                  </a:lnTo>
                  <a:lnTo>
                    <a:pt x="147895" y="220743"/>
                  </a:lnTo>
                  <a:lnTo>
                    <a:pt x="148035" y="220534"/>
                  </a:lnTo>
                  <a:lnTo>
                    <a:pt x="147359" y="219217"/>
                  </a:lnTo>
                  <a:lnTo>
                    <a:pt x="147442" y="218695"/>
                  </a:lnTo>
                  <a:lnTo>
                    <a:pt x="147990" y="218650"/>
                  </a:lnTo>
                  <a:lnTo>
                    <a:pt x="148431" y="218861"/>
                  </a:lnTo>
                  <a:lnTo>
                    <a:pt x="148616" y="218881"/>
                  </a:lnTo>
                  <a:lnTo>
                    <a:pt x="149684" y="218717"/>
                  </a:lnTo>
                  <a:lnTo>
                    <a:pt x="149866" y="218599"/>
                  </a:lnTo>
                  <a:lnTo>
                    <a:pt x="150027" y="218305"/>
                  </a:lnTo>
                  <a:lnTo>
                    <a:pt x="150049" y="217776"/>
                  </a:lnTo>
                  <a:lnTo>
                    <a:pt x="149887" y="217374"/>
                  </a:lnTo>
                  <a:lnTo>
                    <a:pt x="150031" y="216956"/>
                  </a:lnTo>
                  <a:lnTo>
                    <a:pt x="150311" y="216482"/>
                  </a:lnTo>
                  <a:lnTo>
                    <a:pt x="150440" y="216315"/>
                  </a:lnTo>
                  <a:lnTo>
                    <a:pt x="150650" y="216286"/>
                  </a:lnTo>
                  <a:lnTo>
                    <a:pt x="150919" y="216274"/>
                  </a:lnTo>
                  <a:lnTo>
                    <a:pt x="151733" y="216159"/>
                  </a:lnTo>
                  <a:lnTo>
                    <a:pt x="152364" y="216069"/>
                  </a:lnTo>
                  <a:lnTo>
                    <a:pt x="152929" y="216149"/>
                  </a:lnTo>
                  <a:lnTo>
                    <a:pt x="153767" y="216515"/>
                  </a:lnTo>
                  <a:lnTo>
                    <a:pt x="154219" y="216831"/>
                  </a:lnTo>
                  <a:lnTo>
                    <a:pt x="154387" y="216821"/>
                  </a:lnTo>
                  <a:lnTo>
                    <a:pt x="154856" y="216777"/>
                  </a:lnTo>
                  <a:lnTo>
                    <a:pt x="155185" y="216583"/>
                  </a:lnTo>
                  <a:lnTo>
                    <a:pt x="155517" y="216362"/>
                  </a:lnTo>
                  <a:lnTo>
                    <a:pt x="155999" y="216509"/>
                  </a:lnTo>
                  <a:lnTo>
                    <a:pt x="156389" y="216668"/>
                  </a:lnTo>
                  <a:lnTo>
                    <a:pt x="156569" y="216794"/>
                  </a:lnTo>
                  <a:lnTo>
                    <a:pt x="157127" y="216963"/>
                  </a:lnTo>
                  <a:lnTo>
                    <a:pt x="157406" y="216954"/>
                  </a:lnTo>
                  <a:lnTo>
                    <a:pt x="158163" y="216899"/>
                  </a:lnTo>
                  <a:lnTo>
                    <a:pt x="158686" y="217296"/>
                  </a:lnTo>
                  <a:lnTo>
                    <a:pt x="159304" y="217293"/>
                  </a:lnTo>
                  <a:lnTo>
                    <a:pt x="159583" y="217472"/>
                  </a:lnTo>
                  <a:lnTo>
                    <a:pt x="159650" y="217669"/>
                  </a:lnTo>
                  <a:lnTo>
                    <a:pt x="159784" y="218083"/>
                  </a:lnTo>
                  <a:lnTo>
                    <a:pt x="160803" y="218115"/>
                  </a:lnTo>
                  <a:lnTo>
                    <a:pt x="161172" y="218242"/>
                  </a:lnTo>
                  <a:lnTo>
                    <a:pt x="161343" y="218364"/>
                  </a:lnTo>
                  <a:lnTo>
                    <a:pt x="161499" y="218554"/>
                  </a:lnTo>
                  <a:lnTo>
                    <a:pt x="161714" y="218806"/>
                  </a:lnTo>
                  <a:lnTo>
                    <a:pt x="162372" y="219349"/>
                  </a:lnTo>
                  <a:lnTo>
                    <a:pt x="162749" y="219452"/>
                  </a:lnTo>
                  <a:lnTo>
                    <a:pt x="162914" y="219270"/>
                  </a:lnTo>
                  <a:lnTo>
                    <a:pt x="163072" y="219088"/>
                  </a:lnTo>
                  <a:lnTo>
                    <a:pt x="163584" y="218754"/>
                  </a:lnTo>
                  <a:lnTo>
                    <a:pt x="163942" y="218617"/>
                  </a:lnTo>
                  <a:lnTo>
                    <a:pt x="164218" y="218555"/>
                  </a:lnTo>
                  <a:lnTo>
                    <a:pt x="164535" y="218238"/>
                  </a:lnTo>
                  <a:lnTo>
                    <a:pt x="164552" y="218017"/>
                  </a:lnTo>
                  <a:lnTo>
                    <a:pt x="165262" y="217197"/>
                  </a:lnTo>
                  <a:lnTo>
                    <a:pt x="165526" y="217353"/>
                  </a:lnTo>
                  <a:lnTo>
                    <a:pt x="166707" y="217654"/>
                  </a:lnTo>
                  <a:lnTo>
                    <a:pt x="166954" y="217530"/>
                  </a:lnTo>
                  <a:lnTo>
                    <a:pt x="167205" y="217395"/>
                  </a:lnTo>
                  <a:lnTo>
                    <a:pt x="167339" y="217330"/>
                  </a:lnTo>
                  <a:lnTo>
                    <a:pt x="167646" y="217189"/>
                  </a:lnTo>
                  <a:lnTo>
                    <a:pt x="168086" y="217153"/>
                  </a:lnTo>
                  <a:lnTo>
                    <a:pt x="168241" y="217474"/>
                  </a:lnTo>
                  <a:lnTo>
                    <a:pt x="168606" y="217813"/>
                  </a:lnTo>
                  <a:lnTo>
                    <a:pt x="169181" y="217674"/>
                  </a:lnTo>
                  <a:lnTo>
                    <a:pt x="170730" y="217644"/>
                  </a:lnTo>
                  <a:lnTo>
                    <a:pt x="171146" y="217656"/>
                  </a:lnTo>
                  <a:lnTo>
                    <a:pt x="171774" y="218001"/>
                  </a:lnTo>
                  <a:lnTo>
                    <a:pt x="171821" y="218363"/>
                  </a:lnTo>
                  <a:lnTo>
                    <a:pt x="171531" y="218567"/>
                  </a:lnTo>
                  <a:lnTo>
                    <a:pt x="171388" y="218928"/>
                  </a:lnTo>
                  <a:lnTo>
                    <a:pt x="171472" y="219078"/>
                  </a:lnTo>
                  <a:lnTo>
                    <a:pt x="171434" y="219384"/>
                  </a:lnTo>
                  <a:lnTo>
                    <a:pt x="171374" y="219684"/>
                  </a:lnTo>
                  <a:lnTo>
                    <a:pt x="171422" y="219851"/>
                  </a:lnTo>
                  <a:lnTo>
                    <a:pt x="171559" y="220069"/>
                  </a:lnTo>
                  <a:lnTo>
                    <a:pt x="171748" y="220161"/>
                  </a:lnTo>
                  <a:lnTo>
                    <a:pt x="172043" y="220335"/>
                  </a:lnTo>
                  <a:lnTo>
                    <a:pt x="172353" y="220738"/>
                  </a:lnTo>
                  <a:lnTo>
                    <a:pt x="172243" y="221277"/>
                  </a:lnTo>
                  <a:lnTo>
                    <a:pt x="172209" y="221486"/>
                  </a:lnTo>
                  <a:lnTo>
                    <a:pt x="172494" y="221818"/>
                  </a:lnTo>
                  <a:lnTo>
                    <a:pt x="172242" y="222356"/>
                  </a:lnTo>
                  <a:lnTo>
                    <a:pt x="172463" y="223104"/>
                  </a:lnTo>
                  <a:lnTo>
                    <a:pt x="172077" y="223438"/>
                  </a:lnTo>
                  <a:lnTo>
                    <a:pt x="172026" y="223835"/>
                  </a:lnTo>
                  <a:lnTo>
                    <a:pt x="172322" y="224194"/>
                  </a:lnTo>
                  <a:lnTo>
                    <a:pt x="172420" y="224368"/>
                  </a:lnTo>
                  <a:lnTo>
                    <a:pt x="172486" y="224562"/>
                  </a:lnTo>
                  <a:lnTo>
                    <a:pt x="172486" y="224879"/>
                  </a:lnTo>
                  <a:lnTo>
                    <a:pt x="172396" y="225263"/>
                  </a:lnTo>
                  <a:lnTo>
                    <a:pt x="172792" y="225440"/>
                  </a:lnTo>
                  <a:lnTo>
                    <a:pt x="172945" y="225504"/>
                  </a:lnTo>
                  <a:lnTo>
                    <a:pt x="172948" y="225826"/>
                  </a:lnTo>
                  <a:lnTo>
                    <a:pt x="173687" y="226300"/>
                  </a:lnTo>
                  <a:lnTo>
                    <a:pt x="174190" y="226345"/>
                  </a:lnTo>
                  <a:lnTo>
                    <a:pt x="174812" y="226469"/>
                  </a:lnTo>
                  <a:lnTo>
                    <a:pt x="175083" y="226573"/>
                  </a:lnTo>
                  <a:lnTo>
                    <a:pt x="175582" y="227208"/>
                  </a:lnTo>
                  <a:lnTo>
                    <a:pt x="176009" y="227700"/>
                  </a:lnTo>
                  <a:lnTo>
                    <a:pt x="176258" y="228675"/>
                  </a:lnTo>
                  <a:lnTo>
                    <a:pt x="176888" y="229108"/>
                  </a:lnTo>
                  <a:lnTo>
                    <a:pt x="177093" y="229586"/>
                  </a:lnTo>
                  <a:lnTo>
                    <a:pt x="177575" y="229856"/>
                  </a:lnTo>
                  <a:lnTo>
                    <a:pt x="178106" y="229922"/>
                  </a:lnTo>
                  <a:lnTo>
                    <a:pt x="178268" y="229915"/>
                  </a:lnTo>
                  <a:lnTo>
                    <a:pt x="178691" y="229929"/>
                  </a:lnTo>
                  <a:lnTo>
                    <a:pt x="178868" y="229957"/>
                  </a:lnTo>
                  <a:lnTo>
                    <a:pt x="179118" y="230029"/>
                  </a:lnTo>
                  <a:lnTo>
                    <a:pt x="179632" y="230257"/>
                  </a:lnTo>
                  <a:lnTo>
                    <a:pt x="179951" y="230342"/>
                  </a:lnTo>
                  <a:lnTo>
                    <a:pt x="180955" y="229973"/>
                  </a:lnTo>
                  <a:lnTo>
                    <a:pt x="181118" y="229809"/>
                  </a:lnTo>
                  <a:lnTo>
                    <a:pt x="181758" y="229453"/>
                  </a:lnTo>
                  <a:lnTo>
                    <a:pt x="182321" y="228815"/>
                  </a:lnTo>
                  <a:lnTo>
                    <a:pt x="182604" y="229022"/>
                  </a:lnTo>
                  <a:lnTo>
                    <a:pt x="182969" y="229384"/>
                  </a:lnTo>
                  <a:lnTo>
                    <a:pt x="183264" y="229523"/>
                  </a:lnTo>
                  <a:lnTo>
                    <a:pt x="183665" y="229520"/>
                  </a:lnTo>
                  <a:lnTo>
                    <a:pt x="184365" y="229952"/>
                  </a:lnTo>
                  <a:lnTo>
                    <a:pt x="184511" y="229986"/>
                  </a:lnTo>
                  <a:lnTo>
                    <a:pt x="185685" y="230019"/>
                  </a:lnTo>
                  <a:lnTo>
                    <a:pt x="185828" y="230004"/>
                  </a:lnTo>
                  <a:lnTo>
                    <a:pt x="186437" y="229970"/>
                  </a:lnTo>
                  <a:lnTo>
                    <a:pt x="187007" y="230044"/>
                  </a:lnTo>
                  <a:lnTo>
                    <a:pt x="187039" y="230267"/>
                  </a:lnTo>
                  <a:lnTo>
                    <a:pt x="186856" y="230576"/>
                  </a:lnTo>
                  <a:lnTo>
                    <a:pt x="186935" y="230839"/>
                  </a:lnTo>
                  <a:lnTo>
                    <a:pt x="187555" y="230898"/>
                  </a:lnTo>
                  <a:lnTo>
                    <a:pt x="188224" y="230782"/>
                  </a:lnTo>
                  <a:lnTo>
                    <a:pt x="188681" y="230696"/>
                  </a:lnTo>
                  <a:lnTo>
                    <a:pt x="189075" y="230612"/>
                  </a:lnTo>
                  <a:lnTo>
                    <a:pt x="189518" y="230708"/>
                  </a:lnTo>
                  <a:lnTo>
                    <a:pt x="189709" y="230667"/>
                  </a:lnTo>
                  <a:lnTo>
                    <a:pt x="189940" y="230618"/>
                  </a:lnTo>
                  <a:lnTo>
                    <a:pt x="190407" y="230642"/>
                  </a:lnTo>
                  <a:lnTo>
                    <a:pt x="190744" y="231075"/>
                  </a:lnTo>
                  <a:lnTo>
                    <a:pt x="190963" y="231097"/>
                  </a:lnTo>
                  <a:lnTo>
                    <a:pt x="191667" y="231409"/>
                  </a:lnTo>
                  <a:lnTo>
                    <a:pt x="192136" y="231601"/>
                  </a:lnTo>
                  <a:lnTo>
                    <a:pt x="192519" y="231554"/>
                  </a:lnTo>
                  <a:lnTo>
                    <a:pt x="193033" y="231300"/>
                  </a:lnTo>
                  <a:lnTo>
                    <a:pt x="193317" y="231265"/>
                  </a:lnTo>
                  <a:lnTo>
                    <a:pt x="193776" y="232301"/>
                  </a:lnTo>
                  <a:lnTo>
                    <a:pt x="194088" y="232190"/>
                  </a:lnTo>
                  <a:lnTo>
                    <a:pt x="194377" y="232099"/>
                  </a:lnTo>
                  <a:lnTo>
                    <a:pt x="195321" y="231993"/>
                  </a:lnTo>
                  <a:lnTo>
                    <a:pt x="196572" y="232304"/>
                  </a:lnTo>
                  <a:lnTo>
                    <a:pt x="196846" y="232669"/>
                  </a:lnTo>
                  <a:lnTo>
                    <a:pt x="197444" y="232481"/>
                  </a:lnTo>
                  <a:lnTo>
                    <a:pt x="197593" y="232422"/>
                  </a:lnTo>
                  <a:lnTo>
                    <a:pt x="197885" y="232302"/>
                  </a:lnTo>
                  <a:lnTo>
                    <a:pt x="198661" y="231849"/>
                  </a:lnTo>
                  <a:lnTo>
                    <a:pt x="199418" y="231440"/>
                  </a:lnTo>
                  <a:lnTo>
                    <a:pt x="199794" y="231393"/>
                  </a:lnTo>
                  <a:lnTo>
                    <a:pt x="201045" y="231284"/>
                  </a:lnTo>
                  <a:lnTo>
                    <a:pt x="201502" y="231353"/>
                  </a:lnTo>
                  <a:lnTo>
                    <a:pt x="202049" y="231446"/>
                  </a:lnTo>
                  <a:lnTo>
                    <a:pt x="202557" y="231442"/>
                  </a:lnTo>
                  <a:lnTo>
                    <a:pt x="203059" y="231368"/>
                  </a:lnTo>
                  <a:lnTo>
                    <a:pt x="203505" y="231743"/>
                  </a:lnTo>
                  <a:lnTo>
                    <a:pt x="204050" y="231908"/>
                  </a:lnTo>
                  <a:lnTo>
                    <a:pt x="204896" y="231563"/>
                  </a:lnTo>
                  <a:lnTo>
                    <a:pt x="205108" y="231551"/>
                  </a:lnTo>
                  <a:lnTo>
                    <a:pt x="205406" y="231574"/>
                  </a:lnTo>
                  <a:lnTo>
                    <a:pt x="205601" y="231618"/>
                  </a:lnTo>
                  <a:lnTo>
                    <a:pt x="206089" y="231659"/>
                  </a:lnTo>
                  <a:lnTo>
                    <a:pt x="206901" y="231397"/>
                  </a:lnTo>
                  <a:lnTo>
                    <a:pt x="207033" y="231316"/>
                  </a:lnTo>
                  <a:lnTo>
                    <a:pt x="207433" y="230296"/>
                  </a:lnTo>
                  <a:lnTo>
                    <a:pt x="207901" y="229694"/>
                  </a:lnTo>
                  <a:lnTo>
                    <a:pt x="208212" y="229504"/>
                  </a:lnTo>
                  <a:lnTo>
                    <a:pt x="208968" y="229569"/>
                  </a:lnTo>
                  <a:lnTo>
                    <a:pt x="209176" y="229557"/>
                  </a:lnTo>
                  <a:lnTo>
                    <a:pt x="209570" y="229406"/>
                  </a:lnTo>
                  <a:lnTo>
                    <a:pt x="210357" y="229308"/>
                  </a:lnTo>
                  <a:lnTo>
                    <a:pt x="211527" y="229009"/>
                  </a:lnTo>
                  <a:lnTo>
                    <a:pt x="211841" y="228917"/>
                  </a:lnTo>
                  <a:lnTo>
                    <a:pt x="212054" y="229084"/>
                  </a:lnTo>
                  <a:lnTo>
                    <a:pt x="212110" y="229220"/>
                  </a:lnTo>
                  <a:lnTo>
                    <a:pt x="212329" y="229252"/>
                  </a:lnTo>
                  <a:lnTo>
                    <a:pt x="212808" y="229436"/>
                  </a:lnTo>
                  <a:lnTo>
                    <a:pt x="213100" y="229367"/>
                  </a:lnTo>
                  <a:lnTo>
                    <a:pt x="213340" y="229221"/>
                  </a:lnTo>
                  <a:lnTo>
                    <a:pt x="213487" y="229115"/>
                  </a:lnTo>
                  <a:lnTo>
                    <a:pt x="213759" y="229319"/>
                  </a:lnTo>
                  <a:lnTo>
                    <a:pt x="214127" y="229419"/>
                  </a:lnTo>
                  <a:lnTo>
                    <a:pt x="214321" y="229653"/>
                  </a:lnTo>
                  <a:lnTo>
                    <a:pt x="214647" y="230169"/>
                  </a:lnTo>
                  <a:lnTo>
                    <a:pt x="215081" y="230841"/>
                  </a:lnTo>
                  <a:lnTo>
                    <a:pt x="215154" y="231133"/>
                  </a:lnTo>
                  <a:lnTo>
                    <a:pt x="215541" y="231461"/>
                  </a:lnTo>
                  <a:lnTo>
                    <a:pt x="215763" y="231290"/>
                  </a:lnTo>
                  <a:lnTo>
                    <a:pt x="216032" y="231094"/>
                  </a:lnTo>
                  <a:lnTo>
                    <a:pt x="216570" y="230966"/>
                  </a:lnTo>
                  <a:lnTo>
                    <a:pt x="217180" y="230920"/>
                  </a:lnTo>
                  <a:lnTo>
                    <a:pt x="217766" y="231655"/>
                  </a:lnTo>
                  <a:lnTo>
                    <a:pt x="218133" y="231701"/>
                  </a:lnTo>
                  <a:lnTo>
                    <a:pt x="218350" y="231697"/>
                  </a:lnTo>
                  <a:lnTo>
                    <a:pt x="218733" y="231443"/>
                  </a:lnTo>
                  <a:lnTo>
                    <a:pt x="218903" y="231207"/>
                  </a:lnTo>
                  <a:lnTo>
                    <a:pt x="219074" y="230979"/>
                  </a:lnTo>
                  <a:lnTo>
                    <a:pt x="219484" y="230590"/>
                  </a:lnTo>
                  <a:lnTo>
                    <a:pt x="219779" y="230517"/>
                  </a:lnTo>
                  <a:lnTo>
                    <a:pt x="220317" y="230320"/>
                  </a:lnTo>
                  <a:lnTo>
                    <a:pt x="220920" y="230117"/>
                  </a:lnTo>
                  <a:lnTo>
                    <a:pt x="221183" y="229845"/>
                  </a:lnTo>
                  <a:lnTo>
                    <a:pt x="221465" y="229676"/>
                  </a:lnTo>
                  <a:lnTo>
                    <a:pt x="222098" y="229633"/>
                  </a:lnTo>
                  <a:lnTo>
                    <a:pt x="222344" y="229629"/>
                  </a:lnTo>
                  <a:lnTo>
                    <a:pt x="222765" y="229579"/>
                  </a:lnTo>
                  <a:lnTo>
                    <a:pt x="223115" y="229472"/>
                  </a:lnTo>
                  <a:lnTo>
                    <a:pt x="223744" y="229356"/>
                  </a:lnTo>
                  <a:lnTo>
                    <a:pt x="224024" y="229311"/>
                  </a:lnTo>
                  <a:lnTo>
                    <a:pt x="225037" y="228704"/>
                  </a:lnTo>
                  <a:lnTo>
                    <a:pt x="225342" y="228470"/>
                  </a:lnTo>
                  <a:lnTo>
                    <a:pt x="225557" y="228339"/>
                  </a:lnTo>
                  <a:lnTo>
                    <a:pt x="225861" y="228250"/>
                  </a:lnTo>
                  <a:lnTo>
                    <a:pt x="226248" y="228016"/>
                  </a:lnTo>
                  <a:lnTo>
                    <a:pt x="227097" y="227500"/>
                  </a:lnTo>
                  <a:lnTo>
                    <a:pt x="227252" y="227363"/>
                  </a:lnTo>
                  <a:lnTo>
                    <a:pt x="227644" y="227113"/>
                  </a:lnTo>
                  <a:lnTo>
                    <a:pt x="228155" y="226864"/>
                  </a:lnTo>
                  <a:lnTo>
                    <a:pt x="228501" y="226778"/>
                  </a:lnTo>
                  <a:lnTo>
                    <a:pt x="229073" y="226453"/>
                  </a:lnTo>
                  <a:lnTo>
                    <a:pt x="229015" y="226271"/>
                  </a:lnTo>
                  <a:lnTo>
                    <a:pt x="229171" y="226125"/>
                  </a:lnTo>
                  <a:lnTo>
                    <a:pt x="229504" y="225250"/>
                  </a:lnTo>
                  <a:lnTo>
                    <a:pt x="229691" y="224925"/>
                  </a:lnTo>
                  <a:lnTo>
                    <a:pt x="230002" y="224712"/>
                  </a:lnTo>
                  <a:lnTo>
                    <a:pt x="229548" y="224299"/>
                  </a:lnTo>
                  <a:lnTo>
                    <a:pt x="228819" y="223846"/>
                  </a:lnTo>
                  <a:lnTo>
                    <a:pt x="229774" y="223001"/>
                  </a:lnTo>
                  <a:lnTo>
                    <a:pt x="230249" y="222848"/>
                  </a:lnTo>
                  <a:lnTo>
                    <a:pt x="230445" y="222753"/>
                  </a:lnTo>
                  <a:lnTo>
                    <a:pt x="230883" y="222578"/>
                  </a:lnTo>
                  <a:lnTo>
                    <a:pt x="231278" y="222656"/>
                  </a:lnTo>
                  <a:lnTo>
                    <a:pt x="231511" y="222634"/>
                  </a:lnTo>
                  <a:lnTo>
                    <a:pt x="231969" y="222412"/>
                  </a:lnTo>
                  <a:lnTo>
                    <a:pt x="232248" y="222269"/>
                  </a:lnTo>
                  <a:lnTo>
                    <a:pt x="232576" y="222081"/>
                  </a:lnTo>
                  <a:lnTo>
                    <a:pt x="232897" y="221956"/>
                  </a:lnTo>
                  <a:lnTo>
                    <a:pt x="233090" y="221893"/>
                  </a:lnTo>
                  <a:lnTo>
                    <a:pt x="233358" y="221686"/>
                  </a:lnTo>
                  <a:lnTo>
                    <a:pt x="233708" y="221569"/>
                  </a:lnTo>
                  <a:lnTo>
                    <a:pt x="234300" y="221567"/>
                  </a:lnTo>
                  <a:lnTo>
                    <a:pt x="235025" y="221507"/>
                  </a:lnTo>
                  <a:lnTo>
                    <a:pt x="235203" y="221448"/>
                  </a:lnTo>
                  <a:lnTo>
                    <a:pt x="235499" y="221396"/>
                  </a:lnTo>
                  <a:lnTo>
                    <a:pt x="236039" y="221290"/>
                  </a:lnTo>
                  <a:lnTo>
                    <a:pt x="236206" y="221211"/>
                  </a:lnTo>
                  <a:lnTo>
                    <a:pt x="236477" y="221060"/>
                  </a:lnTo>
                  <a:lnTo>
                    <a:pt x="236797" y="220925"/>
                  </a:lnTo>
                  <a:lnTo>
                    <a:pt x="237163" y="220791"/>
                  </a:lnTo>
                  <a:lnTo>
                    <a:pt x="237400" y="220683"/>
                  </a:lnTo>
                  <a:lnTo>
                    <a:pt x="237704" y="220610"/>
                  </a:lnTo>
                  <a:lnTo>
                    <a:pt x="237847" y="220595"/>
                  </a:lnTo>
                  <a:lnTo>
                    <a:pt x="238289" y="220436"/>
                  </a:lnTo>
                  <a:lnTo>
                    <a:pt x="239142" y="220530"/>
                  </a:lnTo>
                  <a:lnTo>
                    <a:pt x="239619" y="220534"/>
                  </a:lnTo>
                  <a:lnTo>
                    <a:pt x="239843" y="220467"/>
                  </a:lnTo>
                  <a:lnTo>
                    <a:pt x="240214" y="220240"/>
                  </a:lnTo>
                  <a:lnTo>
                    <a:pt x="240578" y="220069"/>
                  </a:lnTo>
                  <a:lnTo>
                    <a:pt x="240736" y="220043"/>
                  </a:lnTo>
                  <a:lnTo>
                    <a:pt x="241179" y="219837"/>
                  </a:lnTo>
                  <a:lnTo>
                    <a:pt x="241704" y="219522"/>
                  </a:lnTo>
                  <a:lnTo>
                    <a:pt x="242095" y="219199"/>
                  </a:lnTo>
                  <a:lnTo>
                    <a:pt x="242687" y="219048"/>
                  </a:lnTo>
                  <a:lnTo>
                    <a:pt x="243296" y="218879"/>
                  </a:lnTo>
                  <a:lnTo>
                    <a:pt x="243496" y="218838"/>
                  </a:lnTo>
                  <a:lnTo>
                    <a:pt x="243782" y="218748"/>
                  </a:lnTo>
                  <a:lnTo>
                    <a:pt x="243893" y="218553"/>
                  </a:lnTo>
                  <a:lnTo>
                    <a:pt x="244300" y="218132"/>
                  </a:lnTo>
                  <a:lnTo>
                    <a:pt x="244913" y="217762"/>
                  </a:lnTo>
                  <a:lnTo>
                    <a:pt x="245512" y="217580"/>
                  </a:lnTo>
                  <a:lnTo>
                    <a:pt x="245828" y="217485"/>
                  </a:lnTo>
                  <a:lnTo>
                    <a:pt x="246146" y="217391"/>
                  </a:lnTo>
                  <a:lnTo>
                    <a:pt x="246784" y="217199"/>
                  </a:lnTo>
                  <a:lnTo>
                    <a:pt x="247153" y="217079"/>
                  </a:lnTo>
                  <a:lnTo>
                    <a:pt x="247783" y="216797"/>
                  </a:lnTo>
                  <a:lnTo>
                    <a:pt x="248215" y="216628"/>
                  </a:lnTo>
                  <a:lnTo>
                    <a:pt x="248680" y="216523"/>
                  </a:lnTo>
                  <a:lnTo>
                    <a:pt x="248986" y="216398"/>
                  </a:lnTo>
                  <a:lnTo>
                    <a:pt x="249184" y="216293"/>
                  </a:lnTo>
                  <a:lnTo>
                    <a:pt x="249477" y="215875"/>
                  </a:lnTo>
                  <a:lnTo>
                    <a:pt x="249652" y="215607"/>
                  </a:lnTo>
                  <a:lnTo>
                    <a:pt x="250090" y="214978"/>
                  </a:lnTo>
                  <a:lnTo>
                    <a:pt x="250660" y="214822"/>
                  </a:lnTo>
                  <a:lnTo>
                    <a:pt x="251041" y="214724"/>
                  </a:lnTo>
                  <a:lnTo>
                    <a:pt x="251629" y="214507"/>
                  </a:lnTo>
                  <a:lnTo>
                    <a:pt x="251783" y="214473"/>
                  </a:lnTo>
                  <a:lnTo>
                    <a:pt x="252531" y="214518"/>
                  </a:lnTo>
                  <a:lnTo>
                    <a:pt x="252966" y="214574"/>
                  </a:lnTo>
                  <a:lnTo>
                    <a:pt x="253421" y="214712"/>
                  </a:lnTo>
                  <a:lnTo>
                    <a:pt x="253749" y="214752"/>
                  </a:lnTo>
                  <a:lnTo>
                    <a:pt x="254024" y="214773"/>
                  </a:lnTo>
                  <a:lnTo>
                    <a:pt x="254546" y="214810"/>
                  </a:lnTo>
                  <a:lnTo>
                    <a:pt x="254874" y="214795"/>
                  </a:lnTo>
                  <a:lnTo>
                    <a:pt x="255237" y="214767"/>
                  </a:lnTo>
                  <a:lnTo>
                    <a:pt x="255554" y="214843"/>
                  </a:lnTo>
                  <a:lnTo>
                    <a:pt x="255939" y="214819"/>
                  </a:lnTo>
                  <a:lnTo>
                    <a:pt x="256502" y="214566"/>
                  </a:lnTo>
                  <a:lnTo>
                    <a:pt x="257013" y="214314"/>
                  </a:lnTo>
                  <a:lnTo>
                    <a:pt x="257166" y="214287"/>
                  </a:lnTo>
                  <a:lnTo>
                    <a:pt x="257353" y="214254"/>
                  </a:lnTo>
                  <a:lnTo>
                    <a:pt x="257726" y="214177"/>
                  </a:lnTo>
                  <a:lnTo>
                    <a:pt x="258440" y="213901"/>
                  </a:lnTo>
                  <a:lnTo>
                    <a:pt x="258642" y="213817"/>
                  </a:lnTo>
                  <a:lnTo>
                    <a:pt x="258946" y="213245"/>
                  </a:lnTo>
                  <a:lnTo>
                    <a:pt x="259469" y="213256"/>
                  </a:lnTo>
                  <a:lnTo>
                    <a:pt x="260057" y="213046"/>
                  </a:lnTo>
                  <a:lnTo>
                    <a:pt x="260589" y="212814"/>
                  </a:lnTo>
                  <a:lnTo>
                    <a:pt x="261062" y="213401"/>
                  </a:lnTo>
                  <a:lnTo>
                    <a:pt x="261546" y="213624"/>
                  </a:lnTo>
                  <a:lnTo>
                    <a:pt x="262428" y="213883"/>
                  </a:lnTo>
                  <a:lnTo>
                    <a:pt x="262757" y="214058"/>
                  </a:lnTo>
                  <a:lnTo>
                    <a:pt x="262940" y="214179"/>
                  </a:lnTo>
                  <a:lnTo>
                    <a:pt x="263500" y="214484"/>
                  </a:lnTo>
                  <a:lnTo>
                    <a:pt x="263982" y="214987"/>
                  </a:lnTo>
                  <a:lnTo>
                    <a:pt x="264229" y="215346"/>
                  </a:lnTo>
                  <a:lnTo>
                    <a:pt x="264351" y="215517"/>
                  </a:lnTo>
                  <a:lnTo>
                    <a:pt x="264416" y="216104"/>
                  </a:lnTo>
                  <a:lnTo>
                    <a:pt x="264452" y="216483"/>
                  </a:lnTo>
                  <a:lnTo>
                    <a:pt x="264960" y="216650"/>
                  </a:lnTo>
                  <a:lnTo>
                    <a:pt x="265417" y="216737"/>
                  </a:lnTo>
                  <a:lnTo>
                    <a:pt x="265686" y="216821"/>
                  </a:lnTo>
                  <a:lnTo>
                    <a:pt x="266123" y="216939"/>
                  </a:lnTo>
                  <a:lnTo>
                    <a:pt x="266724" y="217097"/>
                  </a:lnTo>
                  <a:lnTo>
                    <a:pt x="267190" y="217219"/>
                  </a:lnTo>
                  <a:lnTo>
                    <a:pt x="267768" y="217261"/>
                  </a:lnTo>
                  <a:lnTo>
                    <a:pt x="268231" y="217395"/>
                  </a:lnTo>
                  <a:lnTo>
                    <a:pt x="268960" y="217495"/>
                  </a:lnTo>
                  <a:lnTo>
                    <a:pt x="269344" y="217420"/>
                  </a:lnTo>
                  <a:lnTo>
                    <a:pt x="269601" y="217406"/>
                  </a:lnTo>
                  <a:lnTo>
                    <a:pt x="269811" y="217395"/>
                  </a:lnTo>
                  <a:lnTo>
                    <a:pt x="270270" y="217854"/>
                  </a:lnTo>
                  <a:lnTo>
                    <a:pt x="270395" y="218204"/>
                  </a:lnTo>
                  <a:lnTo>
                    <a:pt x="270662" y="218461"/>
                  </a:lnTo>
                  <a:lnTo>
                    <a:pt x="271054" y="218601"/>
                  </a:lnTo>
                  <a:lnTo>
                    <a:pt x="272304" y="219339"/>
                  </a:lnTo>
                  <a:lnTo>
                    <a:pt x="272575" y="219115"/>
                  </a:lnTo>
                  <a:lnTo>
                    <a:pt x="272997" y="219166"/>
                  </a:lnTo>
                  <a:lnTo>
                    <a:pt x="273431" y="218894"/>
                  </a:lnTo>
                  <a:lnTo>
                    <a:pt x="273882" y="218655"/>
                  </a:lnTo>
                  <a:lnTo>
                    <a:pt x="274099" y="218346"/>
                  </a:lnTo>
                  <a:lnTo>
                    <a:pt x="274171" y="217853"/>
                  </a:lnTo>
                  <a:lnTo>
                    <a:pt x="274319" y="217744"/>
                  </a:lnTo>
                  <a:lnTo>
                    <a:pt x="274489" y="217590"/>
                  </a:lnTo>
                  <a:lnTo>
                    <a:pt x="274454" y="217453"/>
                  </a:lnTo>
                  <a:lnTo>
                    <a:pt x="274445" y="217252"/>
                  </a:lnTo>
                  <a:lnTo>
                    <a:pt x="274977" y="216380"/>
                  </a:lnTo>
                  <a:lnTo>
                    <a:pt x="275084" y="216100"/>
                  </a:lnTo>
                  <a:lnTo>
                    <a:pt x="275102" y="215947"/>
                  </a:lnTo>
                  <a:lnTo>
                    <a:pt x="275398" y="215376"/>
                  </a:lnTo>
                  <a:lnTo>
                    <a:pt x="275884" y="215246"/>
                  </a:lnTo>
                  <a:lnTo>
                    <a:pt x="276113" y="215209"/>
                  </a:lnTo>
                  <a:lnTo>
                    <a:pt x="276330" y="215016"/>
                  </a:lnTo>
                  <a:lnTo>
                    <a:pt x="276469" y="214802"/>
                  </a:lnTo>
                  <a:lnTo>
                    <a:pt x="276671" y="214618"/>
                  </a:lnTo>
                  <a:lnTo>
                    <a:pt x="277228" y="214494"/>
                  </a:lnTo>
                  <a:lnTo>
                    <a:pt x="277575" y="214449"/>
                  </a:lnTo>
                  <a:lnTo>
                    <a:pt x="278232" y="214295"/>
                  </a:lnTo>
                  <a:lnTo>
                    <a:pt x="278536" y="214136"/>
                  </a:lnTo>
                  <a:lnTo>
                    <a:pt x="278780" y="213851"/>
                  </a:lnTo>
                  <a:lnTo>
                    <a:pt x="279039" y="213863"/>
                  </a:lnTo>
                  <a:lnTo>
                    <a:pt x="279679" y="213608"/>
                  </a:lnTo>
                  <a:lnTo>
                    <a:pt x="280402" y="213666"/>
                  </a:lnTo>
                  <a:lnTo>
                    <a:pt x="280556" y="213636"/>
                  </a:lnTo>
                  <a:lnTo>
                    <a:pt x="280930" y="213449"/>
                  </a:lnTo>
                  <a:lnTo>
                    <a:pt x="281107" y="213314"/>
                  </a:lnTo>
                  <a:lnTo>
                    <a:pt x="281534" y="213256"/>
                  </a:lnTo>
                  <a:lnTo>
                    <a:pt x="282046" y="213466"/>
                  </a:lnTo>
                  <a:lnTo>
                    <a:pt x="282509" y="213559"/>
                  </a:lnTo>
                  <a:lnTo>
                    <a:pt x="283222" y="213211"/>
                  </a:lnTo>
                  <a:lnTo>
                    <a:pt x="283998" y="213169"/>
                  </a:lnTo>
                  <a:lnTo>
                    <a:pt x="284294" y="213164"/>
                  </a:lnTo>
                  <a:lnTo>
                    <a:pt x="284806" y="213065"/>
                  </a:lnTo>
                  <a:lnTo>
                    <a:pt x="285288" y="212981"/>
                  </a:lnTo>
                  <a:lnTo>
                    <a:pt x="285450" y="213108"/>
                  </a:lnTo>
                  <a:lnTo>
                    <a:pt x="286010" y="213177"/>
                  </a:lnTo>
                  <a:lnTo>
                    <a:pt x="286806" y="213276"/>
                  </a:lnTo>
                  <a:lnTo>
                    <a:pt x="287122" y="212904"/>
                  </a:lnTo>
                  <a:lnTo>
                    <a:pt x="287549" y="212821"/>
                  </a:lnTo>
                  <a:lnTo>
                    <a:pt x="287660" y="212618"/>
                  </a:lnTo>
                  <a:lnTo>
                    <a:pt x="287707" y="212432"/>
                  </a:lnTo>
                  <a:lnTo>
                    <a:pt x="287934" y="212303"/>
                  </a:lnTo>
                  <a:lnTo>
                    <a:pt x="288169" y="212093"/>
                  </a:lnTo>
                  <a:lnTo>
                    <a:pt x="288430" y="211629"/>
                  </a:lnTo>
                  <a:lnTo>
                    <a:pt x="288690" y="211578"/>
                  </a:lnTo>
                  <a:lnTo>
                    <a:pt x="288911" y="211366"/>
                  </a:lnTo>
                  <a:lnTo>
                    <a:pt x="289062" y="211151"/>
                  </a:lnTo>
                  <a:lnTo>
                    <a:pt x="289241" y="210897"/>
                  </a:lnTo>
                  <a:lnTo>
                    <a:pt x="289682" y="210668"/>
                  </a:lnTo>
                  <a:lnTo>
                    <a:pt x="289919" y="210647"/>
                  </a:lnTo>
                  <a:lnTo>
                    <a:pt x="290002" y="210472"/>
                  </a:lnTo>
                  <a:lnTo>
                    <a:pt x="290352" y="210251"/>
                  </a:lnTo>
                  <a:lnTo>
                    <a:pt x="291040" y="210338"/>
                  </a:lnTo>
                  <a:lnTo>
                    <a:pt x="291090" y="210172"/>
                  </a:lnTo>
                  <a:lnTo>
                    <a:pt x="291223" y="209898"/>
                  </a:lnTo>
                  <a:lnTo>
                    <a:pt x="291491" y="209751"/>
                  </a:lnTo>
                  <a:lnTo>
                    <a:pt x="291882" y="209633"/>
                  </a:lnTo>
                  <a:lnTo>
                    <a:pt x="291931" y="209481"/>
                  </a:lnTo>
                  <a:lnTo>
                    <a:pt x="291965" y="209251"/>
                  </a:lnTo>
                  <a:lnTo>
                    <a:pt x="292153" y="209039"/>
                  </a:lnTo>
                  <a:lnTo>
                    <a:pt x="292352" y="208524"/>
                  </a:lnTo>
                  <a:lnTo>
                    <a:pt x="292271" y="208264"/>
                  </a:lnTo>
                  <a:lnTo>
                    <a:pt x="292416" y="207861"/>
                  </a:lnTo>
                  <a:lnTo>
                    <a:pt x="292405" y="207577"/>
                  </a:lnTo>
                  <a:lnTo>
                    <a:pt x="292724" y="207065"/>
                  </a:lnTo>
                  <a:lnTo>
                    <a:pt x="293178" y="206802"/>
                  </a:lnTo>
                  <a:lnTo>
                    <a:pt x="293376" y="206750"/>
                  </a:lnTo>
                  <a:lnTo>
                    <a:pt x="293508" y="206457"/>
                  </a:lnTo>
                  <a:lnTo>
                    <a:pt x="293570" y="206242"/>
                  </a:lnTo>
                  <a:lnTo>
                    <a:pt x="293719" y="206133"/>
                  </a:lnTo>
                  <a:lnTo>
                    <a:pt x="293789" y="205606"/>
                  </a:lnTo>
                  <a:lnTo>
                    <a:pt x="293812" y="205331"/>
                  </a:lnTo>
                  <a:lnTo>
                    <a:pt x="293828" y="205007"/>
                  </a:lnTo>
                  <a:lnTo>
                    <a:pt x="293788" y="204865"/>
                  </a:lnTo>
                  <a:lnTo>
                    <a:pt x="293812" y="204680"/>
                  </a:lnTo>
                  <a:lnTo>
                    <a:pt x="294021" y="204310"/>
                  </a:lnTo>
                  <a:lnTo>
                    <a:pt x="294133" y="204158"/>
                  </a:lnTo>
                  <a:lnTo>
                    <a:pt x="294256" y="203896"/>
                  </a:lnTo>
                  <a:lnTo>
                    <a:pt x="295473" y="202689"/>
                  </a:lnTo>
                  <a:lnTo>
                    <a:pt x="296031" y="202245"/>
                  </a:lnTo>
                  <a:lnTo>
                    <a:pt x="295875" y="200007"/>
                  </a:lnTo>
                  <a:lnTo>
                    <a:pt x="295832" y="199531"/>
                  </a:lnTo>
                  <a:lnTo>
                    <a:pt x="295836" y="199366"/>
                  </a:lnTo>
                  <a:lnTo>
                    <a:pt x="295963" y="199166"/>
                  </a:lnTo>
                  <a:lnTo>
                    <a:pt x="295969" y="199021"/>
                  </a:lnTo>
                  <a:lnTo>
                    <a:pt x="295967" y="198849"/>
                  </a:lnTo>
                  <a:lnTo>
                    <a:pt x="295965" y="198610"/>
                  </a:lnTo>
                  <a:lnTo>
                    <a:pt x="295963" y="198392"/>
                  </a:lnTo>
                  <a:lnTo>
                    <a:pt x="297425" y="197444"/>
                  </a:lnTo>
                  <a:lnTo>
                    <a:pt x="299267" y="196638"/>
                  </a:lnTo>
                  <a:lnTo>
                    <a:pt x="306752" y="194143"/>
                  </a:lnTo>
                  <a:lnTo>
                    <a:pt x="307104" y="194357"/>
                  </a:lnTo>
                  <a:lnTo>
                    <a:pt x="307231" y="194431"/>
                  </a:lnTo>
                  <a:lnTo>
                    <a:pt x="308703" y="194772"/>
                  </a:lnTo>
                  <a:lnTo>
                    <a:pt x="310939" y="193938"/>
                  </a:lnTo>
                  <a:lnTo>
                    <a:pt x="311095" y="194009"/>
                  </a:lnTo>
                  <a:lnTo>
                    <a:pt x="312800" y="193731"/>
                  </a:lnTo>
                  <a:lnTo>
                    <a:pt x="313065" y="193636"/>
                  </a:lnTo>
                  <a:lnTo>
                    <a:pt x="313248" y="193576"/>
                  </a:lnTo>
                  <a:lnTo>
                    <a:pt x="313476" y="193506"/>
                  </a:lnTo>
                  <a:lnTo>
                    <a:pt x="314373" y="192805"/>
                  </a:lnTo>
                  <a:lnTo>
                    <a:pt x="314732" y="192906"/>
                  </a:lnTo>
                  <a:lnTo>
                    <a:pt x="316063" y="192010"/>
                  </a:lnTo>
                  <a:lnTo>
                    <a:pt x="318759" y="190613"/>
                  </a:lnTo>
                  <a:lnTo>
                    <a:pt x="318970" y="190605"/>
                  </a:lnTo>
                  <a:lnTo>
                    <a:pt x="320694" y="190865"/>
                  </a:lnTo>
                  <a:lnTo>
                    <a:pt x="322062" y="190613"/>
                  </a:lnTo>
                  <a:lnTo>
                    <a:pt x="323023" y="191921"/>
                  </a:lnTo>
                  <a:lnTo>
                    <a:pt x="325428" y="190891"/>
                  </a:lnTo>
                  <a:lnTo>
                    <a:pt x="325769" y="190903"/>
                  </a:lnTo>
                  <a:lnTo>
                    <a:pt x="328625" y="190556"/>
                  </a:lnTo>
                  <a:lnTo>
                    <a:pt x="331521" y="190622"/>
                  </a:lnTo>
                  <a:lnTo>
                    <a:pt x="332582" y="190656"/>
                  </a:lnTo>
                  <a:lnTo>
                    <a:pt x="333369" y="190515"/>
                  </a:lnTo>
                  <a:lnTo>
                    <a:pt x="334020" y="189179"/>
                  </a:lnTo>
                  <a:lnTo>
                    <a:pt x="334694" y="188405"/>
                  </a:lnTo>
                  <a:lnTo>
                    <a:pt x="335028" y="188129"/>
                  </a:lnTo>
                  <a:lnTo>
                    <a:pt x="337227" y="187836"/>
                  </a:lnTo>
                  <a:lnTo>
                    <a:pt x="339357" y="187566"/>
                  </a:lnTo>
                  <a:lnTo>
                    <a:pt x="341839" y="185306"/>
                  </a:lnTo>
                  <a:lnTo>
                    <a:pt x="342287" y="185406"/>
                  </a:lnTo>
                  <a:lnTo>
                    <a:pt x="343605" y="184965"/>
                  </a:lnTo>
                  <a:lnTo>
                    <a:pt x="344324" y="185448"/>
                  </a:lnTo>
                  <a:lnTo>
                    <a:pt x="345039" y="185915"/>
                  </a:lnTo>
                  <a:lnTo>
                    <a:pt x="344936" y="186583"/>
                  </a:lnTo>
                  <a:lnTo>
                    <a:pt x="345055" y="186903"/>
                  </a:lnTo>
                  <a:lnTo>
                    <a:pt x="345219" y="187395"/>
                  </a:lnTo>
                  <a:lnTo>
                    <a:pt x="345259" y="187688"/>
                  </a:lnTo>
                  <a:lnTo>
                    <a:pt x="345915" y="188139"/>
                  </a:lnTo>
                  <a:lnTo>
                    <a:pt x="348206" y="188319"/>
                  </a:lnTo>
                  <a:lnTo>
                    <a:pt x="352018" y="187786"/>
                  </a:lnTo>
                  <a:lnTo>
                    <a:pt x="353099" y="187465"/>
                  </a:lnTo>
                  <a:lnTo>
                    <a:pt x="353318" y="187420"/>
                  </a:lnTo>
                  <a:lnTo>
                    <a:pt x="353571" y="187421"/>
                  </a:lnTo>
                  <a:lnTo>
                    <a:pt x="353776" y="187416"/>
                  </a:lnTo>
                  <a:lnTo>
                    <a:pt x="354222" y="187254"/>
                  </a:lnTo>
                  <a:lnTo>
                    <a:pt x="354898" y="186805"/>
                  </a:lnTo>
                  <a:lnTo>
                    <a:pt x="355092" y="186764"/>
                  </a:lnTo>
                  <a:lnTo>
                    <a:pt x="355440" y="186726"/>
                  </a:lnTo>
                  <a:lnTo>
                    <a:pt x="355948" y="186833"/>
                  </a:lnTo>
                  <a:lnTo>
                    <a:pt x="356234" y="186873"/>
                  </a:lnTo>
                  <a:lnTo>
                    <a:pt x="356456" y="186922"/>
                  </a:lnTo>
                  <a:lnTo>
                    <a:pt x="356602" y="186957"/>
                  </a:lnTo>
                  <a:lnTo>
                    <a:pt x="356871" y="187019"/>
                  </a:lnTo>
                  <a:lnTo>
                    <a:pt x="358297" y="186852"/>
                  </a:lnTo>
                  <a:lnTo>
                    <a:pt x="358349" y="186692"/>
                  </a:lnTo>
                  <a:lnTo>
                    <a:pt x="360526" y="186437"/>
                  </a:lnTo>
                  <a:lnTo>
                    <a:pt x="361792" y="186479"/>
                  </a:lnTo>
                  <a:lnTo>
                    <a:pt x="362814" y="186314"/>
                  </a:lnTo>
                  <a:lnTo>
                    <a:pt x="363729" y="186036"/>
                  </a:lnTo>
                  <a:lnTo>
                    <a:pt x="363910" y="186038"/>
                  </a:lnTo>
                  <a:lnTo>
                    <a:pt x="364081" y="186036"/>
                  </a:lnTo>
                  <a:lnTo>
                    <a:pt x="366520" y="184750"/>
                  </a:lnTo>
                  <a:lnTo>
                    <a:pt x="366657" y="184711"/>
                  </a:lnTo>
                  <a:lnTo>
                    <a:pt x="366842" y="184709"/>
                  </a:lnTo>
                  <a:lnTo>
                    <a:pt x="367436" y="184734"/>
                  </a:lnTo>
                  <a:lnTo>
                    <a:pt x="369079" y="184682"/>
                  </a:lnTo>
                  <a:lnTo>
                    <a:pt x="369267" y="184719"/>
                  </a:lnTo>
                  <a:lnTo>
                    <a:pt x="369468" y="184743"/>
                  </a:lnTo>
                  <a:lnTo>
                    <a:pt x="370709" y="184820"/>
                  </a:lnTo>
                  <a:lnTo>
                    <a:pt x="371037" y="184797"/>
                  </a:lnTo>
                  <a:lnTo>
                    <a:pt x="371302" y="184788"/>
                  </a:lnTo>
                  <a:lnTo>
                    <a:pt x="372459" y="184373"/>
                  </a:lnTo>
                  <a:lnTo>
                    <a:pt x="374724" y="183645"/>
                  </a:lnTo>
                  <a:lnTo>
                    <a:pt x="374840" y="183497"/>
                  </a:lnTo>
                  <a:lnTo>
                    <a:pt x="374970" y="183371"/>
                  </a:lnTo>
                  <a:lnTo>
                    <a:pt x="375092" y="183139"/>
                  </a:lnTo>
                  <a:lnTo>
                    <a:pt x="376120" y="182933"/>
                  </a:lnTo>
                  <a:lnTo>
                    <a:pt x="376729" y="183211"/>
                  </a:lnTo>
                  <a:lnTo>
                    <a:pt x="379403" y="183533"/>
                  </a:lnTo>
                  <a:lnTo>
                    <a:pt x="379775" y="183547"/>
                  </a:lnTo>
                  <a:lnTo>
                    <a:pt x="380574" y="182378"/>
                  </a:lnTo>
                  <a:close/>
                </a:path>
              </a:pathLst>
            </a:custGeom>
            <a:solidFill>
              <a:srgbClr val="FFBE7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5426206" y="1004573"/>
              <a:ext cx="883033" cy="649849"/>
            </a:xfrm>
            <a:custGeom>
              <a:avLst/>
              <a:pathLst>
                <a:path w="883033" h="649849">
                  <a:moveTo>
                    <a:pt x="883033" y="282885"/>
                  </a:moveTo>
                  <a:lnTo>
                    <a:pt x="880353" y="284414"/>
                  </a:lnTo>
                  <a:lnTo>
                    <a:pt x="880225" y="284476"/>
                  </a:lnTo>
                  <a:lnTo>
                    <a:pt x="880033" y="284574"/>
                  </a:lnTo>
                  <a:lnTo>
                    <a:pt x="879853" y="284686"/>
                  </a:lnTo>
                  <a:lnTo>
                    <a:pt x="879475" y="284857"/>
                  </a:lnTo>
                  <a:lnTo>
                    <a:pt x="878871" y="285118"/>
                  </a:lnTo>
                  <a:lnTo>
                    <a:pt x="878636" y="285252"/>
                  </a:lnTo>
                  <a:lnTo>
                    <a:pt x="878256" y="285456"/>
                  </a:lnTo>
                  <a:lnTo>
                    <a:pt x="877832" y="285679"/>
                  </a:lnTo>
                  <a:lnTo>
                    <a:pt x="877524" y="285841"/>
                  </a:lnTo>
                  <a:lnTo>
                    <a:pt x="876769" y="286234"/>
                  </a:lnTo>
                  <a:lnTo>
                    <a:pt x="876468" y="286474"/>
                  </a:lnTo>
                  <a:lnTo>
                    <a:pt x="874916" y="287025"/>
                  </a:lnTo>
                  <a:lnTo>
                    <a:pt x="874610" y="287150"/>
                  </a:lnTo>
                  <a:lnTo>
                    <a:pt x="874248" y="287579"/>
                  </a:lnTo>
                  <a:lnTo>
                    <a:pt x="873227" y="287898"/>
                  </a:lnTo>
                  <a:lnTo>
                    <a:pt x="872954" y="288000"/>
                  </a:lnTo>
                  <a:lnTo>
                    <a:pt x="872089" y="288330"/>
                  </a:lnTo>
                  <a:lnTo>
                    <a:pt x="870661" y="289967"/>
                  </a:lnTo>
                  <a:lnTo>
                    <a:pt x="870406" y="290144"/>
                  </a:lnTo>
                  <a:lnTo>
                    <a:pt x="870138" y="290300"/>
                  </a:lnTo>
                  <a:lnTo>
                    <a:pt x="869488" y="290698"/>
                  </a:lnTo>
                  <a:lnTo>
                    <a:pt x="869058" y="291037"/>
                  </a:lnTo>
                  <a:lnTo>
                    <a:pt x="868902" y="292757"/>
                  </a:lnTo>
                  <a:lnTo>
                    <a:pt x="868826" y="293612"/>
                  </a:lnTo>
                  <a:lnTo>
                    <a:pt x="868185" y="294470"/>
                  </a:lnTo>
                  <a:lnTo>
                    <a:pt x="867922" y="294833"/>
                  </a:lnTo>
                  <a:lnTo>
                    <a:pt x="867332" y="295594"/>
                  </a:lnTo>
                  <a:lnTo>
                    <a:pt x="868232" y="295873"/>
                  </a:lnTo>
                  <a:lnTo>
                    <a:pt x="870696" y="296577"/>
                  </a:lnTo>
                  <a:lnTo>
                    <a:pt x="869769" y="299276"/>
                  </a:lnTo>
                  <a:lnTo>
                    <a:pt x="869742" y="300056"/>
                  </a:lnTo>
                  <a:lnTo>
                    <a:pt x="869731" y="300430"/>
                  </a:lnTo>
                  <a:lnTo>
                    <a:pt x="875038" y="305184"/>
                  </a:lnTo>
                  <a:lnTo>
                    <a:pt x="873389" y="306422"/>
                  </a:lnTo>
                  <a:lnTo>
                    <a:pt x="872201" y="307344"/>
                  </a:lnTo>
                  <a:lnTo>
                    <a:pt x="871124" y="308181"/>
                  </a:lnTo>
                  <a:lnTo>
                    <a:pt x="873508" y="312363"/>
                  </a:lnTo>
                  <a:lnTo>
                    <a:pt x="872749" y="314863"/>
                  </a:lnTo>
                  <a:lnTo>
                    <a:pt x="872730" y="315018"/>
                  </a:lnTo>
                  <a:lnTo>
                    <a:pt x="872506" y="315525"/>
                  </a:lnTo>
                  <a:lnTo>
                    <a:pt x="872155" y="315826"/>
                  </a:lnTo>
                  <a:lnTo>
                    <a:pt x="871955" y="316000"/>
                  </a:lnTo>
                  <a:lnTo>
                    <a:pt x="871550" y="316336"/>
                  </a:lnTo>
                  <a:lnTo>
                    <a:pt x="871351" y="316498"/>
                  </a:lnTo>
                  <a:lnTo>
                    <a:pt x="871135" y="316681"/>
                  </a:lnTo>
                  <a:lnTo>
                    <a:pt x="870863" y="316917"/>
                  </a:lnTo>
                  <a:lnTo>
                    <a:pt x="870673" y="317124"/>
                  </a:lnTo>
                  <a:lnTo>
                    <a:pt x="870044" y="317715"/>
                  </a:lnTo>
                  <a:lnTo>
                    <a:pt x="868185" y="318829"/>
                  </a:lnTo>
                  <a:lnTo>
                    <a:pt x="867930" y="318887"/>
                  </a:lnTo>
                  <a:lnTo>
                    <a:pt x="867540" y="319034"/>
                  </a:lnTo>
                  <a:lnTo>
                    <a:pt x="866633" y="319440"/>
                  </a:lnTo>
                  <a:lnTo>
                    <a:pt x="866452" y="319591"/>
                  </a:lnTo>
                  <a:lnTo>
                    <a:pt x="866300" y="319669"/>
                  </a:lnTo>
                  <a:lnTo>
                    <a:pt x="865662" y="319855"/>
                  </a:lnTo>
                  <a:lnTo>
                    <a:pt x="864820" y="320265"/>
                  </a:lnTo>
                  <a:lnTo>
                    <a:pt x="864169" y="320385"/>
                  </a:lnTo>
                  <a:lnTo>
                    <a:pt x="863675" y="320543"/>
                  </a:lnTo>
                  <a:lnTo>
                    <a:pt x="863189" y="320908"/>
                  </a:lnTo>
                  <a:lnTo>
                    <a:pt x="862965" y="321065"/>
                  </a:lnTo>
                  <a:lnTo>
                    <a:pt x="862671" y="321271"/>
                  </a:lnTo>
                  <a:lnTo>
                    <a:pt x="862421" y="321367"/>
                  </a:lnTo>
                  <a:lnTo>
                    <a:pt x="861869" y="321401"/>
                  </a:lnTo>
                  <a:lnTo>
                    <a:pt x="861334" y="321298"/>
                  </a:lnTo>
                  <a:lnTo>
                    <a:pt x="861107" y="321308"/>
                  </a:lnTo>
                  <a:lnTo>
                    <a:pt x="860730" y="321335"/>
                  </a:lnTo>
                  <a:lnTo>
                    <a:pt x="860493" y="321388"/>
                  </a:lnTo>
                  <a:lnTo>
                    <a:pt x="859909" y="321687"/>
                  </a:lnTo>
                  <a:lnTo>
                    <a:pt x="859248" y="321849"/>
                  </a:lnTo>
                  <a:lnTo>
                    <a:pt x="859014" y="321905"/>
                  </a:lnTo>
                  <a:lnTo>
                    <a:pt x="858836" y="321920"/>
                  </a:lnTo>
                  <a:lnTo>
                    <a:pt x="858398" y="321959"/>
                  </a:lnTo>
                  <a:lnTo>
                    <a:pt x="857210" y="322005"/>
                  </a:lnTo>
                  <a:lnTo>
                    <a:pt x="856920" y="322086"/>
                  </a:lnTo>
                  <a:lnTo>
                    <a:pt x="856498" y="322214"/>
                  </a:lnTo>
                  <a:lnTo>
                    <a:pt x="855708" y="322193"/>
                  </a:lnTo>
                  <a:lnTo>
                    <a:pt x="855510" y="322225"/>
                  </a:lnTo>
                  <a:lnTo>
                    <a:pt x="854721" y="322448"/>
                  </a:lnTo>
                  <a:lnTo>
                    <a:pt x="854289" y="322746"/>
                  </a:lnTo>
                  <a:lnTo>
                    <a:pt x="853963" y="322887"/>
                  </a:lnTo>
                  <a:lnTo>
                    <a:pt x="853704" y="323015"/>
                  </a:lnTo>
                  <a:lnTo>
                    <a:pt x="853439" y="323173"/>
                  </a:lnTo>
                  <a:lnTo>
                    <a:pt x="853191" y="323292"/>
                  </a:lnTo>
                  <a:lnTo>
                    <a:pt x="852740" y="323406"/>
                  </a:lnTo>
                  <a:lnTo>
                    <a:pt x="852516" y="323454"/>
                  </a:lnTo>
                  <a:lnTo>
                    <a:pt x="851863" y="323624"/>
                  </a:lnTo>
                  <a:lnTo>
                    <a:pt x="851595" y="323694"/>
                  </a:lnTo>
                  <a:lnTo>
                    <a:pt x="851425" y="323965"/>
                  </a:lnTo>
                  <a:lnTo>
                    <a:pt x="851225" y="324165"/>
                  </a:lnTo>
                  <a:lnTo>
                    <a:pt x="851000" y="324334"/>
                  </a:lnTo>
                  <a:lnTo>
                    <a:pt x="850749" y="324393"/>
                  </a:lnTo>
                  <a:lnTo>
                    <a:pt x="850153" y="324669"/>
                  </a:lnTo>
                  <a:lnTo>
                    <a:pt x="849509" y="325231"/>
                  </a:lnTo>
                  <a:lnTo>
                    <a:pt x="849331" y="325371"/>
                  </a:lnTo>
                  <a:lnTo>
                    <a:pt x="849055" y="325491"/>
                  </a:lnTo>
                  <a:lnTo>
                    <a:pt x="848780" y="325641"/>
                  </a:lnTo>
                  <a:lnTo>
                    <a:pt x="848358" y="325920"/>
                  </a:lnTo>
                  <a:lnTo>
                    <a:pt x="848178" y="326040"/>
                  </a:lnTo>
                  <a:lnTo>
                    <a:pt x="847717" y="326345"/>
                  </a:lnTo>
                  <a:lnTo>
                    <a:pt x="846576" y="327127"/>
                  </a:lnTo>
                  <a:lnTo>
                    <a:pt x="846091" y="327392"/>
                  </a:lnTo>
                  <a:lnTo>
                    <a:pt x="845760" y="327560"/>
                  </a:lnTo>
                  <a:lnTo>
                    <a:pt x="845100" y="327995"/>
                  </a:lnTo>
                  <a:lnTo>
                    <a:pt x="844859" y="328123"/>
                  </a:lnTo>
                  <a:lnTo>
                    <a:pt x="844342" y="328527"/>
                  </a:lnTo>
                  <a:lnTo>
                    <a:pt x="843890" y="328881"/>
                  </a:lnTo>
                  <a:lnTo>
                    <a:pt x="843638" y="329078"/>
                  </a:lnTo>
                  <a:lnTo>
                    <a:pt x="843494" y="329191"/>
                  </a:lnTo>
                  <a:lnTo>
                    <a:pt x="843001" y="329729"/>
                  </a:lnTo>
                  <a:lnTo>
                    <a:pt x="842652" y="330028"/>
                  </a:lnTo>
                  <a:lnTo>
                    <a:pt x="842383" y="330587"/>
                  </a:lnTo>
                  <a:lnTo>
                    <a:pt x="842278" y="330943"/>
                  </a:lnTo>
                  <a:lnTo>
                    <a:pt x="842184" y="331238"/>
                  </a:lnTo>
                  <a:lnTo>
                    <a:pt x="842087" y="331450"/>
                  </a:lnTo>
                  <a:lnTo>
                    <a:pt x="841897" y="331864"/>
                  </a:lnTo>
                  <a:lnTo>
                    <a:pt x="841717" y="332307"/>
                  </a:lnTo>
                  <a:lnTo>
                    <a:pt x="841663" y="332499"/>
                  </a:lnTo>
                  <a:lnTo>
                    <a:pt x="841627" y="332627"/>
                  </a:lnTo>
                  <a:lnTo>
                    <a:pt x="841611" y="332905"/>
                  </a:lnTo>
                  <a:lnTo>
                    <a:pt x="841515" y="333179"/>
                  </a:lnTo>
                  <a:lnTo>
                    <a:pt x="841362" y="333506"/>
                  </a:lnTo>
                  <a:lnTo>
                    <a:pt x="841102" y="333808"/>
                  </a:lnTo>
                  <a:lnTo>
                    <a:pt x="840779" y="333487"/>
                  </a:lnTo>
                  <a:lnTo>
                    <a:pt x="840605" y="333314"/>
                  </a:lnTo>
                  <a:lnTo>
                    <a:pt x="839345" y="332061"/>
                  </a:lnTo>
                  <a:lnTo>
                    <a:pt x="839147" y="331822"/>
                  </a:lnTo>
                  <a:lnTo>
                    <a:pt x="838426" y="330398"/>
                  </a:lnTo>
                  <a:lnTo>
                    <a:pt x="838268" y="330041"/>
                  </a:lnTo>
                  <a:lnTo>
                    <a:pt x="838059" y="329529"/>
                  </a:lnTo>
                  <a:lnTo>
                    <a:pt x="837674" y="328892"/>
                  </a:lnTo>
                  <a:lnTo>
                    <a:pt x="837565" y="328754"/>
                  </a:lnTo>
                  <a:lnTo>
                    <a:pt x="837016" y="328117"/>
                  </a:lnTo>
                  <a:lnTo>
                    <a:pt x="836976" y="327688"/>
                  </a:lnTo>
                  <a:lnTo>
                    <a:pt x="837113" y="327518"/>
                  </a:lnTo>
                  <a:lnTo>
                    <a:pt x="837158" y="327321"/>
                  </a:lnTo>
                  <a:lnTo>
                    <a:pt x="837153" y="326929"/>
                  </a:lnTo>
                  <a:lnTo>
                    <a:pt x="836530" y="326656"/>
                  </a:lnTo>
                  <a:lnTo>
                    <a:pt x="836177" y="326449"/>
                  </a:lnTo>
                  <a:lnTo>
                    <a:pt x="835729" y="325874"/>
                  </a:lnTo>
                  <a:lnTo>
                    <a:pt x="835490" y="325670"/>
                  </a:lnTo>
                  <a:lnTo>
                    <a:pt x="834926" y="325045"/>
                  </a:lnTo>
                  <a:lnTo>
                    <a:pt x="834756" y="324695"/>
                  </a:lnTo>
                  <a:lnTo>
                    <a:pt x="833809" y="324883"/>
                  </a:lnTo>
                  <a:lnTo>
                    <a:pt x="829981" y="326718"/>
                  </a:lnTo>
                  <a:lnTo>
                    <a:pt x="828349" y="327045"/>
                  </a:lnTo>
                  <a:lnTo>
                    <a:pt x="824236" y="329240"/>
                  </a:lnTo>
                  <a:lnTo>
                    <a:pt x="822794" y="330799"/>
                  </a:lnTo>
                  <a:lnTo>
                    <a:pt x="822214" y="331403"/>
                  </a:lnTo>
                  <a:lnTo>
                    <a:pt x="820869" y="333437"/>
                  </a:lnTo>
                  <a:lnTo>
                    <a:pt x="819907" y="334951"/>
                  </a:lnTo>
                  <a:lnTo>
                    <a:pt x="818179" y="335280"/>
                  </a:lnTo>
                  <a:lnTo>
                    <a:pt x="811578" y="336364"/>
                  </a:lnTo>
                  <a:lnTo>
                    <a:pt x="801808" y="343850"/>
                  </a:lnTo>
                  <a:lnTo>
                    <a:pt x="798058" y="346765"/>
                  </a:lnTo>
                  <a:lnTo>
                    <a:pt x="791369" y="353492"/>
                  </a:lnTo>
                  <a:lnTo>
                    <a:pt x="791007" y="353959"/>
                  </a:lnTo>
                  <a:lnTo>
                    <a:pt x="787419" y="359235"/>
                  </a:lnTo>
                  <a:lnTo>
                    <a:pt x="783621" y="363794"/>
                  </a:lnTo>
                  <a:lnTo>
                    <a:pt x="784051" y="367542"/>
                  </a:lnTo>
                  <a:lnTo>
                    <a:pt x="781791" y="373050"/>
                  </a:lnTo>
                  <a:lnTo>
                    <a:pt x="781720" y="373185"/>
                  </a:lnTo>
                  <a:lnTo>
                    <a:pt x="771902" y="373904"/>
                  </a:lnTo>
                  <a:lnTo>
                    <a:pt x="771713" y="373950"/>
                  </a:lnTo>
                  <a:lnTo>
                    <a:pt x="765439" y="374866"/>
                  </a:lnTo>
                  <a:lnTo>
                    <a:pt x="752467" y="376794"/>
                  </a:lnTo>
                  <a:lnTo>
                    <a:pt x="749618" y="377214"/>
                  </a:lnTo>
                  <a:lnTo>
                    <a:pt x="749595" y="377820"/>
                  </a:lnTo>
                  <a:lnTo>
                    <a:pt x="749354" y="384101"/>
                  </a:lnTo>
                  <a:lnTo>
                    <a:pt x="749315" y="385132"/>
                  </a:lnTo>
                  <a:lnTo>
                    <a:pt x="748786" y="388688"/>
                  </a:lnTo>
                  <a:lnTo>
                    <a:pt x="747310" y="391065"/>
                  </a:lnTo>
                  <a:lnTo>
                    <a:pt x="745772" y="393546"/>
                  </a:lnTo>
                  <a:lnTo>
                    <a:pt x="744523" y="395562"/>
                  </a:lnTo>
                  <a:lnTo>
                    <a:pt x="743549" y="402271"/>
                  </a:lnTo>
                  <a:lnTo>
                    <a:pt x="742820" y="406433"/>
                  </a:lnTo>
                  <a:lnTo>
                    <a:pt x="742774" y="406713"/>
                  </a:lnTo>
                  <a:lnTo>
                    <a:pt x="742555" y="408073"/>
                  </a:lnTo>
                  <a:lnTo>
                    <a:pt x="742193" y="409571"/>
                  </a:lnTo>
                  <a:lnTo>
                    <a:pt x="741974" y="410477"/>
                  </a:lnTo>
                  <a:lnTo>
                    <a:pt x="740937" y="414770"/>
                  </a:lnTo>
                  <a:lnTo>
                    <a:pt x="740430" y="416871"/>
                  </a:lnTo>
                  <a:lnTo>
                    <a:pt x="740326" y="417308"/>
                  </a:lnTo>
                  <a:lnTo>
                    <a:pt x="738484" y="423568"/>
                  </a:lnTo>
                  <a:lnTo>
                    <a:pt x="738076" y="424159"/>
                  </a:lnTo>
                  <a:lnTo>
                    <a:pt x="734074" y="429961"/>
                  </a:lnTo>
                  <a:lnTo>
                    <a:pt x="733855" y="430057"/>
                  </a:lnTo>
                  <a:lnTo>
                    <a:pt x="731412" y="432144"/>
                  </a:lnTo>
                  <a:lnTo>
                    <a:pt x="728773" y="434403"/>
                  </a:lnTo>
                  <a:lnTo>
                    <a:pt x="728513" y="434747"/>
                  </a:lnTo>
                  <a:lnTo>
                    <a:pt x="728269" y="434810"/>
                  </a:lnTo>
                  <a:lnTo>
                    <a:pt x="727683" y="435139"/>
                  </a:lnTo>
                  <a:lnTo>
                    <a:pt x="727410" y="435357"/>
                  </a:lnTo>
                  <a:lnTo>
                    <a:pt x="726890" y="435710"/>
                  </a:lnTo>
                  <a:lnTo>
                    <a:pt x="727072" y="436426"/>
                  </a:lnTo>
                  <a:lnTo>
                    <a:pt x="727087" y="436590"/>
                  </a:lnTo>
                  <a:lnTo>
                    <a:pt x="727175" y="437271"/>
                  </a:lnTo>
                  <a:lnTo>
                    <a:pt x="726969" y="437750"/>
                  </a:lnTo>
                  <a:lnTo>
                    <a:pt x="726959" y="438131"/>
                  </a:lnTo>
                  <a:lnTo>
                    <a:pt x="726962" y="438303"/>
                  </a:lnTo>
                  <a:lnTo>
                    <a:pt x="727019" y="438797"/>
                  </a:lnTo>
                  <a:lnTo>
                    <a:pt x="727060" y="439271"/>
                  </a:lnTo>
                  <a:lnTo>
                    <a:pt x="727049" y="439418"/>
                  </a:lnTo>
                  <a:lnTo>
                    <a:pt x="727055" y="439698"/>
                  </a:lnTo>
                  <a:lnTo>
                    <a:pt x="727262" y="440004"/>
                  </a:lnTo>
                  <a:lnTo>
                    <a:pt x="727383" y="440286"/>
                  </a:lnTo>
                  <a:lnTo>
                    <a:pt x="727440" y="440434"/>
                  </a:lnTo>
                  <a:lnTo>
                    <a:pt x="727859" y="441622"/>
                  </a:lnTo>
                  <a:lnTo>
                    <a:pt x="727880" y="441957"/>
                  </a:lnTo>
                  <a:lnTo>
                    <a:pt x="727572" y="442151"/>
                  </a:lnTo>
                  <a:lnTo>
                    <a:pt x="727560" y="443291"/>
                  </a:lnTo>
                  <a:lnTo>
                    <a:pt x="728028" y="443546"/>
                  </a:lnTo>
                  <a:lnTo>
                    <a:pt x="728193" y="443572"/>
                  </a:lnTo>
                  <a:lnTo>
                    <a:pt x="728856" y="443524"/>
                  </a:lnTo>
                  <a:lnTo>
                    <a:pt x="729089" y="443838"/>
                  </a:lnTo>
                  <a:lnTo>
                    <a:pt x="729485" y="444662"/>
                  </a:lnTo>
                  <a:lnTo>
                    <a:pt x="729615" y="444867"/>
                  </a:lnTo>
                  <a:lnTo>
                    <a:pt x="729698" y="445111"/>
                  </a:lnTo>
                  <a:lnTo>
                    <a:pt x="729593" y="445532"/>
                  </a:lnTo>
                  <a:lnTo>
                    <a:pt x="728935" y="445835"/>
                  </a:lnTo>
                  <a:lnTo>
                    <a:pt x="728420" y="446160"/>
                  </a:lnTo>
                  <a:lnTo>
                    <a:pt x="727887" y="446133"/>
                  </a:lnTo>
                  <a:lnTo>
                    <a:pt x="727658" y="446149"/>
                  </a:lnTo>
                  <a:lnTo>
                    <a:pt x="727367" y="446190"/>
                  </a:lnTo>
                  <a:lnTo>
                    <a:pt x="726903" y="446128"/>
                  </a:lnTo>
                  <a:lnTo>
                    <a:pt x="726767" y="446104"/>
                  </a:lnTo>
                  <a:lnTo>
                    <a:pt x="726235" y="445961"/>
                  </a:lnTo>
                  <a:lnTo>
                    <a:pt x="726008" y="445957"/>
                  </a:lnTo>
                  <a:lnTo>
                    <a:pt x="725746" y="445971"/>
                  </a:lnTo>
                  <a:lnTo>
                    <a:pt x="725441" y="445987"/>
                  </a:lnTo>
                  <a:lnTo>
                    <a:pt x="724941" y="446004"/>
                  </a:lnTo>
                  <a:lnTo>
                    <a:pt x="724663" y="446011"/>
                  </a:lnTo>
                  <a:lnTo>
                    <a:pt x="724484" y="446015"/>
                  </a:lnTo>
                  <a:lnTo>
                    <a:pt x="723170" y="446265"/>
                  </a:lnTo>
                  <a:lnTo>
                    <a:pt x="722940" y="446374"/>
                  </a:lnTo>
                  <a:lnTo>
                    <a:pt x="722574" y="446492"/>
                  </a:lnTo>
                  <a:lnTo>
                    <a:pt x="722295" y="446550"/>
                  </a:lnTo>
                  <a:lnTo>
                    <a:pt x="721672" y="446807"/>
                  </a:lnTo>
                  <a:lnTo>
                    <a:pt x="721539" y="446817"/>
                  </a:lnTo>
                  <a:lnTo>
                    <a:pt x="721216" y="446900"/>
                  </a:lnTo>
                  <a:lnTo>
                    <a:pt x="720945" y="447080"/>
                  </a:lnTo>
                  <a:lnTo>
                    <a:pt x="720812" y="447313"/>
                  </a:lnTo>
                  <a:lnTo>
                    <a:pt x="720742" y="447484"/>
                  </a:lnTo>
                  <a:lnTo>
                    <a:pt x="720224" y="447705"/>
                  </a:lnTo>
                  <a:lnTo>
                    <a:pt x="719696" y="447704"/>
                  </a:lnTo>
                  <a:lnTo>
                    <a:pt x="719534" y="447812"/>
                  </a:lnTo>
                  <a:lnTo>
                    <a:pt x="719176" y="447700"/>
                  </a:lnTo>
                  <a:lnTo>
                    <a:pt x="718636" y="447719"/>
                  </a:lnTo>
                  <a:lnTo>
                    <a:pt x="718155" y="447683"/>
                  </a:lnTo>
                  <a:lnTo>
                    <a:pt x="717947" y="447690"/>
                  </a:lnTo>
                  <a:lnTo>
                    <a:pt x="717461" y="447973"/>
                  </a:lnTo>
                  <a:lnTo>
                    <a:pt x="717148" y="448082"/>
                  </a:lnTo>
                  <a:lnTo>
                    <a:pt x="716876" y="448100"/>
                  </a:lnTo>
                  <a:lnTo>
                    <a:pt x="716372" y="448042"/>
                  </a:lnTo>
                  <a:lnTo>
                    <a:pt x="716129" y="448106"/>
                  </a:lnTo>
                  <a:lnTo>
                    <a:pt x="715928" y="448249"/>
                  </a:lnTo>
                  <a:lnTo>
                    <a:pt x="715723" y="448315"/>
                  </a:lnTo>
                  <a:lnTo>
                    <a:pt x="715293" y="448239"/>
                  </a:lnTo>
                  <a:lnTo>
                    <a:pt x="714692" y="448629"/>
                  </a:lnTo>
                  <a:lnTo>
                    <a:pt x="714294" y="448563"/>
                  </a:lnTo>
                  <a:lnTo>
                    <a:pt x="713932" y="448747"/>
                  </a:lnTo>
                  <a:lnTo>
                    <a:pt x="713471" y="448722"/>
                  </a:lnTo>
                  <a:lnTo>
                    <a:pt x="713128" y="448970"/>
                  </a:lnTo>
                  <a:lnTo>
                    <a:pt x="712893" y="448958"/>
                  </a:lnTo>
                  <a:lnTo>
                    <a:pt x="712708" y="448998"/>
                  </a:lnTo>
                  <a:lnTo>
                    <a:pt x="712039" y="449409"/>
                  </a:lnTo>
                  <a:lnTo>
                    <a:pt x="711852" y="449440"/>
                  </a:lnTo>
                  <a:lnTo>
                    <a:pt x="711667" y="449518"/>
                  </a:lnTo>
                  <a:lnTo>
                    <a:pt x="710984" y="449791"/>
                  </a:lnTo>
                  <a:lnTo>
                    <a:pt x="710714" y="450092"/>
                  </a:lnTo>
                  <a:lnTo>
                    <a:pt x="710537" y="450119"/>
                  </a:lnTo>
                  <a:lnTo>
                    <a:pt x="710310" y="450161"/>
                  </a:lnTo>
                  <a:lnTo>
                    <a:pt x="710056" y="450284"/>
                  </a:lnTo>
                  <a:lnTo>
                    <a:pt x="709818" y="450400"/>
                  </a:lnTo>
                  <a:lnTo>
                    <a:pt x="709658" y="450413"/>
                  </a:lnTo>
                  <a:lnTo>
                    <a:pt x="709119" y="450570"/>
                  </a:lnTo>
                  <a:lnTo>
                    <a:pt x="709069" y="450780"/>
                  </a:lnTo>
                  <a:lnTo>
                    <a:pt x="708992" y="451272"/>
                  </a:lnTo>
                  <a:lnTo>
                    <a:pt x="708691" y="451308"/>
                  </a:lnTo>
                  <a:lnTo>
                    <a:pt x="708466" y="451406"/>
                  </a:lnTo>
                  <a:lnTo>
                    <a:pt x="708173" y="451502"/>
                  </a:lnTo>
                  <a:lnTo>
                    <a:pt x="708044" y="451512"/>
                  </a:lnTo>
                  <a:lnTo>
                    <a:pt x="707769" y="451482"/>
                  </a:lnTo>
                  <a:lnTo>
                    <a:pt x="707404" y="451588"/>
                  </a:lnTo>
                  <a:lnTo>
                    <a:pt x="706775" y="451546"/>
                  </a:lnTo>
                  <a:lnTo>
                    <a:pt x="706534" y="451559"/>
                  </a:lnTo>
                  <a:lnTo>
                    <a:pt x="706281" y="451644"/>
                  </a:lnTo>
                  <a:lnTo>
                    <a:pt x="706119" y="451757"/>
                  </a:lnTo>
                  <a:lnTo>
                    <a:pt x="705936" y="451795"/>
                  </a:lnTo>
                  <a:lnTo>
                    <a:pt x="705644" y="451969"/>
                  </a:lnTo>
                  <a:lnTo>
                    <a:pt x="705282" y="452081"/>
                  </a:lnTo>
                  <a:lnTo>
                    <a:pt x="705088" y="452061"/>
                  </a:lnTo>
                  <a:lnTo>
                    <a:pt x="704939" y="451980"/>
                  </a:lnTo>
                  <a:lnTo>
                    <a:pt x="704527" y="451850"/>
                  </a:lnTo>
                  <a:lnTo>
                    <a:pt x="704230" y="451826"/>
                  </a:lnTo>
                  <a:lnTo>
                    <a:pt x="704042" y="451814"/>
                  </a:lnTo>
                  <a:lnTo>
                    <a:pt x="703597" y="451907"/>
                  </a:lnTo>
                  <a:lnTo>
                    <a:pt x="703224" y="451992"/>
                  </a:lnTo>
                  <a:lnTo>
                    <a:pt x="702906" y="451853"/>
                  </a:lnTo>
                  <a:lnTo>
                    <a:pt x="702689" y="451818"/>
                  </a:lnTo>
                  <a:lnTo>
                    <a:pt x="702085" y="451929"/>
                  </a:lnTo>
                  <a:lnTo>
                    <a:pt x="701515" y="452230"/>
                  </a:lnTo>
                  <a:lnTo>
                    <a:pt x="701435" y="452534"/>
                  </a:lnTo>
                  <a:lnTo>
                    <a:pt x="700380" y="452492"/>
                  </a:lnTo>
                  <a:lnTo>
                    <a:pt x="700033" y="452340"/>
                  </a:lnTo>
                  <a:lnTo>
                    <a:pt x="699790" y="452512"/>
                  </a:lnTo>
                  <a:lnTo>
                    <a:pt x="699137" y="452965"/>
                  </a:lnTo>
                  <a:lnTo>
                    <a:pt x="698904" y="453087"/>
                  </a:lnTo>
                  <a:lnTo>
                    <a:pt x="698634" y="453190"/>
                  </a:lnTo>
                  <a:lnTo>
                    <a:pt x="698458" y="453133"/>
                  </a:lnTo>
                  <a:lnTo>
                    <a:pt x="698137" y="453236"/>
                  </a:lnTo>
                  <a:lnTo>
                    <a:pt x="697173" y="453440"/>
                  </a:lnTo>
                  <a:lnTo>
                    <a:pt x="696864" y="453522"/>
                  </a:lnTo>
                  <a:lnTo>
                    <a:pt x="696333" y="453752"/>
                  </a:lnTo>
                  <a:lnTo>
                    <a:pt x="695887" y="453644"/>
                  </a:lnTo>
                  <a:lnTo>
                    <a:pt x="695523" y="453797"/>
                  </a:lnTo>
                  <a:lnTo>
                    <a:pt x="695060" y="453997"/>
                  </a:lnTo>
                  <a:lnTo>
                    <a:pt x="694167" y="454171"/>
                  </a:lnTo>
                  <a:lnTo>
                    <a:pt x="693901" y="454231"/>
                  </a:lnTo>
                  <a:lnTo>
                    <a:pt x="693699" y="454229"/>
                  </a:lnTo>
                  <a:lnTo>
                    <a:pt x="693502" y="454201"/>
                  </a:lnTo>
                  <a:lnTo>
                    <a:pt x="693364" y="454155"/>
                  </a:lnTo>
                  <a:lnTo>
                    <a:pt x="692505" y="454259"/>
                  </a:lnTo>
                  <a:lnTo>
                    <a:pt x="692166" y="454483"/>
                  </a:lnTo>
                  <a:lnTo>
                    <a:pt x="691618" y="454658"/>
                  </a:lnTo>
                  <a:lnTo>
                    <a:pt x="690918" y="455124"/>
                  </a:lnTo>
                  <a:lnTo>
                    <a:pt x="690022" y="455349"/>
                  </a:lnTo>
                  <a:lnTo>
                    <a:pt x="689703" y="455517"/>
                  </a:lnTo>
                  <a:lnTo>
                    <a:pt x="689566" y="455584"/>
                  </a:lnTo>
                  <a:lnTo>
                    <a:pt x="689304" y="455707"/>
                  </a:lnTo>
                  <a:lnTo>
                    <a:pt x="689100" y="455924"/>
                  </a:lnTo>
                  <a:lnTo>
                    <a:pt x="688627" y="456177"/>
                  </a:lnTo>
                  <a:lnTo>
                    <a:pt x="688478" y="456157"/>
                  </a:lnTo>
                  <a:lnTo>
                    <a:pt x="688154" y="456196"/>
                  </a:lnTo>
                  <a:lnTo>
                    <a:pt x="687248" y="456823"/>
                  </a:lnTo>
                  <a:lnTo>
                    <a:pt x="686962" y="457098"/>
                  </a:lnTo>
                  <a:lnTo>
                    <a:pt x="686732" y="457178"/>
                  </a:lnTo>
                  <a:lnTo>
                    <a:pt x="686091" y="457175"/>
                  </a:lnTo>
                  <a:lnTo>
                    <a:pt x="685388" y="457133"/>
                  </a:lnTo>
                  <a:lnTo>
                    <a:pt x="685079" y="457041"/>
                  </a:lnTo>
                  <a:lnTo>
                    <a:pt x="684898" y="456992"/>
                  </a:lnTo>
                  <a:lnTo>
                    <a:pt x="684701" y="456964"/>
                  </a:lnTo>
                  <a:lnTo>
                    <a:pt x="684318" y="457032"/>
                  </a:lnTo>
                  <a:lnTo>
                    <a:pt x="684081" y="457302"/>
                  </a:lnTo>
                  <a:lnTo>
                    <a:pt x="683600" y="457273"/>
                  </a:lnTo>
                  <a:lnTo>
                    <a:pt x="683232" y="457452"/>
                  </a:lnTo>
                  <a:lnTo>
                    <a:pt x="682834" y="457694"/>
                  </a:lnTo>
                  <a:lnTo>
                    <a:pt x="682514" y="457829"/>
                  </a:lnTo>
                  <a:lnTo>
                    <a:pt x="682335" y="457887"/>
                  </a:lnTo>
                  <a:lnTo>
                    <a:pt x="681731" y="458050"/>
                  </a:lnTo>
                  <a:lnTo>
                    <a:pt x="681306" y="458147"/>
                  </a:lnTo>
                  <a:lnTo>
                    <a:pt x="680964" y="458232"/>
                  </a:lnTo>
                  <a:lnTo>
                    <a:pt x="680605" y="458328"/>
                  </a:lnTo>
                  <a:lnTo>
                    <a:pt x="679829" y="458816"/>
                  </a:lnTo>
                  <a:lnTo>
                    <a:pt x="679540" y="458913"/>
                  </a:lnTo>
                  <a:lnTo>
                    <a:pt x="679105" y="458904"/>
                  </a:lnTo>
                  <a:lnTo>
                    <a:pt x="678652" y="458818"/>
                  </a:lnTo>
                  <a:lnTo>
                    <a:pt x="678346" y="458824"/>
                  </a:lnTo>
                  <a:lnTo>
                    <a:pt x="677968" y="458933"/>
                  </a:lnTo>
                  <a:lnTo>
                    <a:pt x="677557" y="458960"/>
                  </a:lnTo>
                  <a:lnTo>
                    <a:pt x="677286" y="458976"/>
                  </a:lnTo>
                  <a:lnTo>
                    <a:pt x="676737" y="459064"/>
                  </a:lnTo>
                  <a:lnTo>
                    <a:pt x="676352" y="459227"/>
                  </a:lnTo>
                  <a:lnTo>
                    <a:pt x="676167" y="459339"/>
                  </a:lnTo>
                  <a:lnTo>
                    <a:pt x="675897" y="459380"/>
                  </a:lnTo>
                  <a:lnTo>
                    <a:pt x="675566" y="459386"/>
                  </a:lnTo>
                  <a:lnTo>
                    <a:pt x="675110" y="459482"/>
                  </a:lnTo>
                  <a:lnTo>
                    <a:pt x="674901" y="459493"/>
                  </a:lnTo>
                  <a:lnTo>
                    <a:pt x="674760" y="459454"/>
                  </a:lnTo>
                  <a:lnTo>
                    <a:pt x="674335" y="459362"/>
                  </a:lnTo>
                  <a:lnTo>
                    <a:pt x="674162" y="459344"/>
                  </a:lnTo>
                  <a:lnTo>
                    <a:pt x="673672" y="459421"/>
                  </a:lnTo>
                  <a:lnTo>
                    <a:pt x="673447" y="459491"/>
                  </a:lnTo>
                  <a:lnTo>
                    <a:pt x="673165" y="459617"/>
                  </a:lnTo>
                  <a:lnTo>
                    <a:pt x="672747" y="459732"/>
                  </a:lnTo>
                  <a:lnTo>
                    <a:pt x="672581" y="459742"/>
                  </a:lnTo>
                  <a:lnTo>
                    <a:pt x="672402" y="459747"/>
                  </a:lnTo>
                  <a:lnTo>
                    <a:pt x="672204" y="459767"/>
                  </a:lnTo>
                  <a:lnTo>
                    <a:pt x="672073" y="459841"/>
                  </a:lnTo>
                  <a:lnTo>
                    <a:pt x="671564" y="459956"/>
                  </a:lnTo>
                  <a:lnTo>
                    <a:pt x="671386" y="460060"/>
                  </a:lnTo>
                  <a:lnTo>
                    <a:pt x="670995" y="460159"/>
                  </a:lnTo>
                  <a:lnTo>
                    <a:pt x="670458" y="460277"/>
                  </a:lnTo>
                  <a:lnTo>
                    <a:pt x="670219" y="460317"/>
                  </a:lnTo>
                  <a:lnTo>
                    <a:pt x="670070" y="460334"/>
                  </a:lnTo>
                  <a:lnTo>
                    <a:pt x="669732" y="460395"/>
                  </a:lnTo>
                  <a:lnTo>
                    <a:pt x="669584" y="460437"/>
                  </a:lnTo>
                  <a:lnTo>
                    <a:pt x="669269" y="460511"/>
                  </a:lnTo>
                  <a:lnTo>
                    <a:pt x="669117" y="460517"/>
                  </a:lnTo>
                  <a:lnTo>
                    <a:pt x="668595" y="460692"/>
                  </a:lnTo>
                  <a:lnTo>
                    <a:pt x="668436" y="460805"/>
                  </a:lnTo>
                  <a:lnTo>
                    <a:pt x="667603" y="460698"/>
                  </a:lnTo>
                  <a:lnTo>
                    <a:pt x="667144" y="460726"/>
                  </a:lnTo>
                  <a:lnTo>
                    <a:pt x="666937" y="460782"/>
                  </a:lnTo>
                  <a:lnTo>
                    <a:pt x="666716" y="460851"/>
                  </a:lnTo>
                  <a:lnTo>
                    <a:pt x="666076" y="460994"/>
                  </a:lnTo>
                  <a:lnTo>
                    <a:pt x="665813" y="460963"/>
                  </a:lnTo>
                  <a:lnTo>
                    <a:pt x="665532" y="460932"/>
                  </a:lnTo>
                  <a:lnTo>
                    <a:pt x="665332" y="460974"/>
                  </a:lnTo>
                  <a:lnTo>
                    <a:pt x="664953" y="461066"/>
                  </a:lnTo>
                  <a:lnTo>
                    <a:pt x="664476" y="461071"/>
                  </a:lnTo>
                  <a:lnTo>
                    <a:pt x="664254" y="460932"/>
                  </a:lnTo>
                  <a:lnTo>
                    <a:pt x="663896" y="460788"/>
                  </a:lnTo>
                  <a:lnTo>
                    <a:pt x="663455" y="460659"/>
                  </a:lnTo>
                  <a:lnTo>
                    <a:pt x="663157" y="460619"/>
                  </a:lnTo>
                  <a:lnTo>
                    <a:pt x="662570" y="460626"/>
                  </a:lnTo>
                  <a:lnTo>
                    <a:pt x="662367" y="460536"/>
                  </a:lnTo>
                  <a:lnTo>
                    <a:pt x="662009" y="460447"/>
                  </a:lnTo>
                  <a:lnTo>
                    <a:pt x="661705" y="460423"/>
                  </a:lnTo>
                  <a:lnTo>
                    <a:pt x="661213" y="460601"/>
                  </a:lnTo>
                  <a:lnTo>
                    <a:pt x="661082" y="460627"/>
                  </a:lnTo>
                  <a:lnTo>
                    <a:pt x="660531" y="460834"/>
                  </a:lnTo>
                  <a:lnTo>
                    <a:pt x="660771" y="461058"/>
                  </a:lnTo>
                  <a:lnTo>
                    <a:pt x="661026" y="461386"/>
                  </a:lnTo>
                  <a:lnTo>
                    <a:pt x="661235" y="461622"/>
                  </a:lnTo>
                  <a:lnTo>
                    <a:pt x="661411" y="461833"/>
                  </a:lnTo>
                  <a:lnTo>
                    <a:pt x="661538" y="462115"/>
                  </a:lnTo>
                  <a:lnTo>
                    <a:pt x="661341" y="462210"/>
                  </a:lnTo>
                  <a:lnTo>
                    <a:pt x="661048" y="462268"/>
                  </a:lnTo>
                  <a:lnTo>
                    <a:pt x="660910" y="462338"/>
                  </a:lnTo>
                  <a:lnTo>
                    <a:pt x="660657" y="462498"/>
                  </a:lnTo>
                  <a:lnTo>
                    <a:pt x="660531" y="462649"/>
                  </a:lnTo>
                  <a:lnTo>
                    <a:pt x="660121" y="463022"/>
                  </a:lnTo>
                  <a:lnTo>
                    <a:pt x="660011" y="463263"/>
                  </a:lnTo>
                  <a:lnTo>
                    <a:pt x="660066" y="463414"/>
                  </a:lnTo>
                  <a:lnTo>
                    <a:pt x="660149" y="463611"/>
                  </a:lnTo>
                  <a:lnTo>
                    <a:pt x="660065" y="463772"/>
                  </a:lnTo>
                  <a:lnTo>
                    <a:pt x="659609" y="463885"/>
                  </a:lnTo>
                  <a:lnTo>
                    <a:pt x="658712" y="463945"/>
                  </a:lnTo>
                  <a:lnTo>
                    <a:pt x="658574" y="463899"/>
                  </a:lnTo>
                  <a:lnTo>
                    <a:pt x="658238" y="463839"/>
                  </a:lnTo>
                  <a:lnTo>
                    <a:pt x="657975" y="464047"/>
                  </a:lnTo>
                  <a:lnTo>
                    <a:pt x="657088" y="464569"/>
                  </a:lnTo>
                  <a:lnTo>
                    <a:pt x="657205" y="465103"/>
                  </a:lnTo>
                  <a:lnTo>
                    <a:pt x="656693" y="465312"/>
                  </a:lnTo>
                  <a:lnTo>
                    <a:pt x="655802" y="465549"/>
                  </a:lnTo>
                  <a:lnTo>
                    <a:pt x="655364" y="465526"/>
                  </a:lnTo>
                  <a:lnTo>
                    <a:pt x="655048" y="465493"/>
                  </a:lnTo>
                  <a:lnTo>
                    <a:pt x="654719" y="465540"/>
                  </a:lnTo>
                  <a:lnTo>
                    <a:pt x="654512" y="465595"/>
                  </a:lnTo>
                  <a:lnTo>
                    <a:pt x="654217" y="465848"/>
                  </a:lnTo>
                  <a:lnTo>
                    <a:pt x="654382" y="466100"/>
                  </a:lnTo>
                  <a:lnTo>
                    <a:pt x="654471" y="467143"/>
                  </a:lnTo>
                  <a:lnTo>
                    <a:pt x="653872" y="467454"/>
                  </a:lnTo>
                  <a:lnTo>
                    <a:pt x="653721" y="467507"/>
                  </a:lnTo>
                  <a:lnTo>
                    <a:pt x="653361" y="467655"/>
                  </a:lnTo>
                  <a:lnTo>
                    <a:pt x="652815" y="468374"/>
                  </a:lnTo>
                  <a:lnTo>
                    <a:pt x="652686" y="468345"/>
                  </a:lnTo>
                  <a:lnTo>
                    <a:pt x="652443" y="468334"/>
                  </a:lnTo>
                  <a:lnTo>
                    <a:pt x="650858" y="468639"/>
                  </a:lnTo>
                  <a:lnTo>
                    <a:pt x="650488" y="468734"/>
                  </a:lnTo>
                  <a:lnTo>
                    <a:pt x="650307" y="468785"/>
                  </a:lnTo>
                  <a:lnTo>
                    <a:pt x="649715" y="468504"/>
                  </a:lnTo>
                  <a:lnTo>
                    <a:pt x="648630" y="468378"/>
                  </a:lnTo>
                  <a:lnTo>
                    <a:pt x="648688" y="467925"/>
                  </a:lnTo>
                  <a:lnTo>
                    <a:pt x="648201" y="467944"/>
                  </a:lnTo>
                  <a:lnTo>
                    <a:pt x="647816" y="467960"/>
                  </a:lnTo>
                  <a:lnTo>
                    <a:pt x="647426" y="467977"/>
                  </a:lnTo>
                  <a:lnTo>
                    <a:pt x="647265" y="467989"/>
                  </a:lnTo>
                  <a:lnTo>
                    <a:pt x="646983" y="468062"/>
                  </a:lnTo>
                  <a:lnTo>
                    <a:pt x="646825" y="468190"/>
                  </a:lnTo>
                  <a:lnTo>
                    <a:pt x="646512" y="468343"/>
                  </a:lnTo>
                  <a:lnTo>
                    <a:pt x="646310" y="468308"/>
                  </a:lnTo>
                  <a:lnTo>
                    <a:pt x="646067" y="468300"/>
                  </a:lnTo>
                  <a:lnTo>
                    <a:pt x="645791" y="468178"/>
                  </a:lnTo>
                  <a:lnTo>
                    <a:pt x="645381" y="468176"/>
                  </a:lnTo>
                  <a:lnTo>
                    <a:pt x="645106" y="468211"/>
                  </a:lnTo>
                  <a:lnTo>
                    <a:pt x="644922" y="468294"/>
                  </a:lnTo>
                  <a:lnTo>
                    <a:pt x="644540" y="468363"/>
                  </a:lnTo>
                  <a:lnTo>
                    <a:pt x="644264" y="468367"/>
                  </a:lnTo>
                  <a:lnTo>
                    <a:pt x="644046" y="468325"/>
                  </a:lnTo>
                  <a:lnTo>
                    <a:pt x="643833" y="468258"/>
                  </a:lnTo>
                  <a:lnTo>
                    <a:pt x="643700" y="468247"/>
                  </a:lnTo>
                  <a:lnTo>
                    <a:pt x="643307" y="468271"/>
                  </a:lnTo>
                  <a:lnTo>
                    <a:pt x="642294" y="468419"/>
                  </a:lnTo>
                  <a:lnTo>
                    <a:pt x="642124" y="468376"/>
                  </a:lnTo>
                  <a:lnTo>
                    <a:pt x="641259" y="468612"/>
                  </a:lnTo>
                  <a:lnTo>
                    <a:pt x="640936" y="468782"/>
                  </a:lnTo>
                  <a:lnTo>
                    <a:pt x="640889" y="469014"/>
                  </a:lnTo>
                  <a:lnTo>
                    <a:pt x="640877" y="469258"/>
                  </a:lnTo>
                  <a:lnTo>
                    <a:pt x="640876" y="470221"/>
                  </a:lnTo>
                  <a:lnTo>
                    <a:pt x="640887" y="470504"/>
                  </a:lnTo>
                  <a:lnTo>
                    <a:pt x="640856" y="470822"/>
                  </a:lnTo>
                  <a:lnTo>
                    <a:pt x="640820" y="471158"/>
                  </a:lnTo>
                  <a:lnTo>
                    <a:pt x="640891" y="471447"/>
                  </a:lnTo>
                  <a:lnTo>
                    <a:pt x="640937" y="471609"/>
                  </a:lnTo>
                  <a:lnTo>
                    <a:pt x="641030" y="471814"/>
                  </a:lnTo>
                  <a:lnTo>
                    <a:pt x="641660" y="472314"/>
                  </a:lnTo>
                  <a:lnTo>
                    <a:pt x="641924" y="472198"/>
                  </a:lnTo>
                  <a:lnTo>
                    <a:pt x="642671" y="472305"/>
                  </a:lnTo>
                  <a:lnTo>
                    <a:pt x="643264" y="472373"/>
                  </a:lnTo>
                  <a:lnTo>
                    <a:pt x="643495" y="472500"/>
                  </a:lnTo>
                  <a:lnTo>
                    <a:pt x="643426" y="472659"/>
                  </a:lnTo>
                  <a:lnTo>
                    <a:pt x="643332" y="472938"/>
                  </a:lnTo>
                  <a:lnTo>
                    <a:pt x="643211" y="473309"/>
                  </a:lnTo>
                  <a:lnTo>
                    <a:pt x="643167" y="473437"/>
                  </a:lnTo>
                  <a:lnTo>
                    <a:pt x="643106" y="473583"/>
                  </a:lnTo>
                  <a:lnTo>
                    <a:pt x="643024" y="473735"/>
                  </a:lnTo>
                  <a:lnTo>
                    <a:pt x="642594" y="474056"/>
                  </a:lnTo>
                  <a:lnTo>
                    <a:pt x="642033" y="474168"/>
                  </a:lnTo>
                  <a:lnTo>
                    <a:pt x="642070" y="474455"/>
                  </a:lnTo>
                  <a:lnTo>
                    <a:pt x="642464" y="474576"/>
                  </a:lnTo>
                  <a:lnTo>
                    <a:pt x="642330" y="474602"/>
                  </a:lnTo>
                  <a:lnTo>
                    <a:pt x="641891" y="474975"/>
                  </a:lnTo>
                  <a:lnTo>
                    <a:pt x="642289" y="475388"/>
                  </a:lnTo>
                  <a:lnTo>
                    <a:pt x="644003" y="476810"/>
                  </a:lnTo>
                  <a:lnTo>
                    <a:pt x="644232" y="476994"/>
                  </a:lnTo>
                  <a:lnTo>
                    <a:pt x="644587" y="477276"/>
                  </a:lnTo>
                  <a:lnTo>
                    <a:pt x="644927" y="477542"/>
                  </a:lnTo>
                  <a:lnTo>
                    <a:pt x="645312" y="477837"/>
                  </a:lnTo>
                  <a:lnTo>
                    <a:pt x="645529" y="478000"/>
                  </a:lnTo>
                  <a:lnTo>
                    <a:pt x="646835" y="479003"/>
                  </a:lnTo>
                  <a:lnTo>
                    <a:pt x="647068" y="479185"/>
                  </a:lnTo>
                  <a:lnTo>
                    <a:pt x="647422" y="479460"/>
                  </a:lnTo>
                  <a:lnTo>
                    <a:pt x="648677" y="479557"/>
                  </a:lnTo>
                  <a:lnTo>
                    <a:pt x="649216" y="479595"/>
                  </a:lnTo>
                  <a:lnTo>
                    <a:pt x="649487" y="479615"/>
                  </a:lnTo>
                  <a:lnTo>
                    <a:pt x="650038" y="479655"/>
                  </a:lnTo>
                  <a:lnTo>
                    <a:pt x="650200" y="479666"/>
                  </a:lnTo>
                  <a:lnTo>
                    <a:pt x="650227" y="479462"/>
                  </a:lnTo>
                  <a:lnTo>
                    <a:pt x="650269" y="479078"/>
                  </a:lnTo>
                  <a:lnTo>
                    <a:pt x="650394" y="477925"/>
                  </a:lnTo>
                  <a:lnTo>
                    <a:pt x="650456" y="477346"/>
                  </a:lnTo>
                  <a:lnTo>
                    <a:pt x="650503" y="476960"/>
                  </a:lnTo>
                  <a:lnTo>
                    <a:pt x="650639" y="476721"/>
                  </a:lnTo>
                  <a:lnTo>
                    <a:pt x="650796" y="476677"/>
                  </a:lnTo>
                  <a:lnTo>
                    <a:pt x="651009" y="476612"/>
                  </a:lnTo>
                  <a:lnTo>
                    <a:pt x="651333" y="476513"/>
                  </a:lnTo>
                  <a:lnTo>
                    <a:pt x="651508" y="476459"/>
                  </a:lnTo>
                  <a:lnTo>
                    <a:pt x="651885" y="476338"/>
                  </a:lnTo>
                  <a:lnTo>
                    <a:pt x="652158" y="476253"/>
                  </a:lnTo>
                  <a:lnTo>
                    <a:pt x="652431" y="476239"/>
                  </a:lnTo>
                  <a:lnTo>
                    <a:pt x="652704" y="476216"/>
                  </a:lnTo>
                  <a:lnTo>
                    <a:pt x="653257" y="476163"/>
                  </a:lnTo>
                  <a:lnTo>
                    <a:pt x="653802" y="476111"/>
                  </a:lnTo>
                  <a:lnTo>
                    <a:pt x="654907" y="476010"/>
                  </a:lnTo>
                  <a:lnTo>
                    <a:pt x="655444" y="475979"/>
                  </a:lnTo>
                  <a:lnTo>
                    <a:pt x="655945" y="475949"/>
                  </a:lnTo>
                  <a:lnTo>
                    <a:pt x="656557" y="475911"/>
                  </a:lnTo>
                  <a:lnTo>
                    <a:pt x="657086" y="475881"/>
                  </a:lnTo>
                  <a:lnTo>
                    <a:pt x="657004" y="476551"/>
                  </a:lnTo>
                  <a:lnTo>
                    <a:pt x="656908" y="477383"/>
                  </a:lnTo>
                  <a:lnTo>
                    <a:pt x="656885" y="477581"/>
                  </a:lnTo>
                  <a:lnTo>
                    <a:pt x="656858" y="477824"/>
                  </a:lnTo>
                  <a:lnTo>
                    <a:pt x="656846" y="477956"/>
                  </a:lnTo>
                  <a:lnTo>
                    <a:pt x="656820" y="478204"/>
                  </a:lnTo>
                  <a:lnTo>
                    <a:pt x="656729" y="478983"/>
                  </a:lnTo>
                  <a:lnTo>
                    <a:pt x="656619" y="479979"/>
                  </a:lnTo>
                  <a:lnTo>
                    <a:pt x="656568" y="480431"/>
                  </a:lnTo>
                  <a:lnTo>
                    <a:pt x="656540" y="480676"/>
                  </a:lnTo>
                  <a:lnTo>
                    <a:pt x="656518" y="481185"/>
                  </a:lnTo>
                  <a:lnTo>
                    <a:pt x="656518" y="481452"/>
                  </a:lnTo>
                  <a:lnTo>
                    <a:pt x="656520" y="481794"/>
                  </a:lnTo>
                  <a:lnTo>
                    <a:pt x="656526" y="482792"/>
                  </a:lnTo>
                  <a:lnTo>
                    <a:pt x="656534" y="484150"/>
                  </a:lnTo>
                  <a:lnTo>
                    <a:pt x="656545" y="485884"/>
                  </a:lnTo>
                  <a:lnTo>
                    <a:pt x="656549" y="486763"/>
                  </a:lnTo>
                  <a:lnTo>
                    <a:pt x="656557" y="488137"/>
                  </a:lnTo>
                  <a:lnTo>
                    <a:pt x="656565" y="489147"/>
                  </a:lnTo>
                  <a:lnTo>
                    <a:pt x="656571" y="489883"/>
                  </a:lnTo>
                  <a:lnTo>
                    <a:pt x="656582" y="490344"/>
                  </a:lnTo>
                  <a:lnTo>
                    <a:pt x="656586" y="490938"/>
                  </a:lnTo>
                  <a:lnTo>
                    <a:pt x="656587" y="491369"/>
                  </a:lnTo>
                  <a:lnTo>
                    <a:pt x="656590" y="491804"/>
                  </a:lnTo>
                  <a:lnTo>
                    <a:pt x="656596" y="492246"/>
                  </a:lnTo>
                  <a:lnTo>
                    <a:pt x="656601" y="493125"/>
                  </a:lnTo>
                  <a:lnTo>
                    <a:pt x="656606" y="493566"/>
                  </a:lnTo>
                  <a:lnTo>
                    <a:pt x="656614" y="494454"/>
                  </a:lnTo>
                  <a:lnTo>
                    <a:pt x="656616" y="494885"/>
                  </a:lnTo>
                  <a:lnTo>
                    <a:pt x="656614" y="495347"/>
                  </a:lnTo>
                  <a:lnTo>
                    <a:pt x="656622" y="495767"/>
                  </a:lnTo>
                  <a:lnTo>
                    <a:pt x="656632" y="497183"/>
                  </a:lnTo>
                  <a:lnTo>
                    <a:pt x="656634" y="497513"/>
                  </a:lnTo>
                  <a:lnTo>
                    <a:pt x="656638" y="498389"/>
                  </a:lnTo>
                  <a:lnTo>
                    <a:pt x="656642" y="499270"/>
                  </a:lnTo>
                  <a:lnTo>
                    <a:pt x="656644" y="499712"/>
                  </a:lnTo>
                  <a:lnTo>
                    <a:pt x="656650" y="501042"/>
                  </a:lnTo>
                  <a:lnTo>
                    <a:pt x="656651" y="501482"/>
                  </a:lnTo>
                  <a:lnTo>
                    <a:pt x="656984" y="501740"/>
                  </a:lnTo>
                  <a:lnTo>
                    <a:pt x="657255" y="501767"/>
                  </a:lnTo>
                  <a:lnTo>
                    <a:pt x="657621" y="501779"/>
                  </a:lnTo>
                  <a:lnTo>
                    <a:pt x="658173" y="501934"/>
                  </a:lnTo>
                  <a:lnTo>
                    <a:pt x="658391" y="501999"/>
                  </a:lnTo>
                  <a:lnTo>
                    <a:pt x="658653" y="502007"/>
                  </a:lnTo>
                  <a:lnTo>
                    <a:pt x="658944" y="502322"/>
                  </a:lnTo>
                  <a:lnTo>
                    <a:pt x="659044" y="502643"/>
                  </a:lnTo>
                  <a:lnTo>
                    <a:pt x="659138" y="502828"/>
                  </a:lnTo>
                  <a:lnTo>
                    <a:pt x="659474" y="502840"/>
                  </a:lnTo>
                  <a:lnTo>
                    <a:pt x="659661" y="502838"/>
                  </a:lnTo>
                  <a:lnTo>
                    <a:pt x="660063" y="503012"/>
                  </a:lnTo>
                  <a:lnTo>
                    <a:pt x="660299" y="503105"/>
                  </a:lnTo>
                  <a:lnTo>
                    <a:pt x="660647" y="503057"/>
                  </a:lnTo>
                  <a:lnTo>
                    <a:pt x="660795" y="503020"/>
                  </a:lnTo>
                  <a:lnTo>
                    <a:pt x="661168" y="503018"/>
                  </a:lnTo>
                  <a:lnTo>
                    <a:pt x="662117" y="503173"/>
                  </a:lnTo>
                  <a:lnTo>
                    <a:pt x="662627" y="503152"/>
                  </a:lnTo>
                  <a:lnTo>
                    <a:pt x="663082" y="503820"/>
                  </a:lnTo>
                  <a:lnTo>
                    <a:pt x="663637" y="503995"/>
                  </a:lnTo>
                  <a:lnTo>
                    <a:pt x="664344" y="504151"/>
                  </a:lnTo>
                  <a:lnTo>
                    <a:pt x="664620" y="504354"/>
                  </a:lnTo>
                  <a:lnTo>
                    <a:pt x="664824" y="504471"/>
                  </a:lnTo>
                  <a:lnTo>
                    <a:pt x="665276" y="504976"/>
                  </a:lnTo>
                  <a:lnTo>
                    <a:pt x="665478" y="505055"/>
                  </a:lnTo>
                  <a:lnTo>
                    <a:pt x="665809" y="505069"/>
                  </a:lnTo>
                  <a:lnTo>
                    <a:pt x="666178" y="505160"/>
                  </a:lnTo>
                  <a:lnTo>
                    <a:pt x="666657" y="505348"/>
                  </a:lnTo>
                  <a:lnTo>
                    <a:pt x="666998" y="505529"/>
                  </a:lnTo>
                  <a:lnTo>
                    <a:pt x="667123" y="505764"/>
                  </a:lnTo>
                  <a:lnTo>
                    <a:pt x="667270" y="506086"/>
                  </a:lnTo>
                  <a:lnTo>
                    <a:pt x="667622" y="506024"/>
                  </a:lnTo>
                  <a:lnTo>
                    <a:pt x="667823" y="506152"/>
                  </a:lnTo>
                  <a:lnTo>
                    <a:pt x="667950" y="506243"/>
                  </a:lnTo>
                  <a:lnTo>
                    <a:pt x="668409" y="506963"/>
                  </a:lnTo>
                  <a:lnTo>
                    <a:pt x="668674" y="507060"/>
                  </a:lnTo>
                  <a:lnTo>
                    <a:pt x="669289" y="507202"/>
                  </a:lnTo>
                  <a:lnTo>
                    <a:pt x="669558" y="507334"/>
                  </a:lnTo>
                  <a:lnTo>
                    <a:pt x="669565" y="507504"/>
                  </a:lnTo>
                  <a:lnTo>
                    <a:pt x="669711" y="507707"/>
                  </a:lnTo>
                  <a:lnTo>
                    <a:pt x="669846" y="507758"/>
                  </a:lnTo>
                  <a:lnTo>
                    <a:pt x="670697" y="508572"/>
                  </a:lnTo>
                  <a:lnTo>
                    <a:pt x="670188" y="509054"/>
                  </a:lnTo>
                  <a:lnTo>
                    <a:pt x="669943" y="509835"/>
                  </a:lnTo>
                  <a:lnTo>
                    <a:pt x="670179" y="510477"/>
                  </a:lnTo>
                  <a:lnTo>
                    <a:pt x="670347" y="510472"/>
                  </a:lnTo>
                  <a:lnTo>
                    <a:pt x="670650" y="510506"/>
                  </a:lnTo>
                  <a:lnTo>
                    <a:pt x="670985" y="510685"/>
                  </a:lnTo>
                  <a:lnTo>
                    <a:pt x="671121" y="510795"/>
                  </a:lnTo>
                  <a:lnTo>
                    <a:pt x="671411" y="510975"/>
                  </a:lnTo>
                  <a:lnTo>
                    <a:pt x="672012" y="511298"/>
                  </a:lnTo>
                  <a:lnTo>
                    <a:pt x="672187" y="511503"/>
                  </a:lnTo>
                  <a:lnTo>
                    <a:pt x="672354" y="511640"/>
                  </a:lnTo>
                  <a:lnTo>
                    <a:pt x="672510" y="511640"/>
                  </a:lnTo>
                  <a:lnTo>
                    <a:pt x="672957" y="511906"/>
                  </a:lnTo>
                  <a:lnTo>
                    <a:pt x="672755" y="512310"/>
                  </a:lnTo>
                  <a:lnTo>
                    <a:pt x="672764" y="512585"/>
                  </a:lnTo>
                  <a:lnTo>
                    <a:pt x="672971" y="512647"/>
                  </a:lnTo>
                  <a:lnTo>
                    <a:pt x="673268" y="512700"/>
                  </a:lnTo>
                  <a:lnTo>
                    <a:pt x="673898" y="512539"/>
                  </a:lnTo>
                  <a:lnTo>
                    <a:pt x="674242" y="512412"/>
                  </a:lnTo>
                  <a:lnTo>
                    <a:pt x="674448" y="512393"/>
                  </a:lnTo>
                  <a:lnTo>
                    <a:pt x="674600" y="512428"/>
                  </a:lnTo>
                  <a:lnTo>
                    <a:pt x="674980" y="512166"/>
                  </a:lnTo>
                  <a:lnTo>
                    <a:pt x="675288" y="512040"/>
                  </a:lnTo>
                  <a:lnTo>
                    <a:pt x="675586" y="512120"/>
                  </a:lnTo>
                  <a:lnTo>
                    <a:pt x="675718" y="512058"/>
                  </a:lnTo>
                  <a:lnTo>
                    <a:pt x="675925" y="512085"/>
                  </a:lnTo>
                  <a:lnTo>
                    <a:pt x="676066" y="512109"/>
                  </a:lnTo>
                  <a:lnTo>
                    <a:pt x="676542" y="512271"/>
                  </a:lnTo>
                  <a:lnTo>
                    <a:pt x="676699" y="512337"/>
                  </a:lnTo>
                  <a:lnTo>
                    <a:pt x="676839" y="512380"/>
                  </a:lnTo>
                  <a:lnTo>
                    <a:pt x="677393" y="512502"/>
                  </a:lnTo>
                  <a:lnTo>
                    <a:pt x="677573" y="512619"/>
                  </a:lnTo>
                  <a:lnTo>
                    <a:pt x="677813" y="512762"/>
                  </a:lnTo>
                  <a:lnTo>
                    <a:pt x="679089" y="514198"/>
                  </a:lnTo>
                  <a:lnTo>
                    <a:pt x="679341" y="514758"/>
                  </a:lnTo>
                  <a:lnTo>
                    <a:pt x="679407" y="515046"/>
                  </a:lnTo>
                  <a:lnTo>
                    <a:pt x="679416" y="515480"/>
                  </a:lnTo>
                  <a:lnTo>
                    <a:pt x="679418" y="515713"/>
                  </a:lnTo>
                  <a:lnTo>
                    <a:pt x="679406" y="515933"/>
                  </a:lnTo>
                  <a:lnTo>
                    <a:pt x="679440" y="516239"/>
                  </a:lnTo>
                  <a:lnTo>
                    <a:pt x="679488" y="516594"/>
                  </a:lnTo>
                  <a:lnTo>
                    <a:pt x="679839" y="517192"/>
                  </a:lnTo>
                  <a:lnTo>
                    <a:pt x="680001" y="517819"/>
                  </a:lnTo>
                  <a:lnTo>
                    <a:pt x="680194" y="517882"/>
                  </a:lnTo>
                  <a:lnTo>
                    <a:pt x="680317" y="518527"/>
                  </a:lnTo>
                  <a:lnTo>
                    <a:pt x="680384" y="518666"/>
                  </a:lnTo>
                  <a:lnTo>
                    <a:pt x="680428" y="518899"/>
                  </a:lnTo>
                  <a:lnTo>
                    <a:pt x="680440" y="519621"/>
                  </a:lnTo>
                  <a:lnTo>
                    <a:pt x="681415" y="520098"/>
                  </a:lnTo>
                  <a:lnTo>
                    <a:pt x="681530" y="520256"/>
                  </a:lnTo>
                  <a:lnTo>
                    <a:pt x="681757" y="520445"/>
                  </a:lnTo>
                  <a:lnTo>
                    <a:pt x="681857" y="521326"/>
                  </a:lnTo>
                  <a:lnTo>
                    <a:pt x="682431" y="521996"/>
                  </a:lnTo>
                  <a:lnTo>
                    <a:pt x="682476" y="522480"/>
                  </a:lnTo>
                  <a:lnTo>
                    <a:pt x="682561" y="523016"/>
                  </a:lnTo>
                  <a:lnTo>
                    <a:pt x="682553" y="523672"/>
                  </a:lnTo>
                  <a:lnTo>
                    <a:pt x="682722" y="524166"/>
                  </a:lnTo>
                  <a:lnTo>
                    <a:pt x="682642" y="524801"/>
                  </a:lnTo>
                  <a:lnTo>
                    <a:pt x="683143" y="524949"/>
                  </a:lnTo>
                  <a:lnTo>
                    <a:pt x="684722" y="525832"/>
                  </a:lnTo>
                  <a:lnTo>
                    <a:pt x="684909" y="525837"/>
                  </a:lnTo>
                  <a:lnTo>
                    <a:pt x="685126" y="525939"/>
                  </a:lnTo>
                  <a:lnTo>
                    <a:pt x="685880" y="526515"/>
                  </a:lnTo>
                  <a:lnTo>
                    <a:pt x="685912" y="526919"/>
                  </a:lnTo>
                  <a:lnTo>
                    <a:pt x="685908" y="527274"/>
                  </a:lnTo>
                  <a:lnTo>
                    <a:pt x="686035" y="527436"/>
                  </a:lnTo>
                  <a:lnTo>
                    <a:pt x="686037" y="527612"/>
                  </a:lnTo>
                  <a:lnTo>
                    <a:pt x="686024" y="527788"/>
                  </a:lnTo>
                  <a:lnTo>
                    <a:pt x="686052" y="528019"/>
                  </a:lnTo>
                  <a:lnTo>
                    <a:pt x="686132" y="528263"/>
                  </a:lnTo>
                  <a:lnTo>
                    <a:pt x="686129" y="528681"/>
                  </a:lnTo>
                  <a:lnTo>
                    <a:pt x="686691" y="529593"/>
                  </a:lnTo>
                  <a:lnTo>
                    <a:pt x="686820" y="529826"/>
                  </a:lnTo>
                  <a:lnTo>
                    <a:pt x="686885" y="530117"/>
                  </a:lnTo>
                  <a:lnTo>
                    <a:pt x="686861" y="530395"/>
                  </a:lnTo>
                  <a:lnTo>
                    <a:pt x="686841" y="530710"/>
                  </a:lnTo>
                  <a:lnTo>
                    <a:pt x="686685" y="531165"/>
                  </a:lnTo>
                  <a:lnTo>
                    <a:pt x="686448" y="531445"/>
                  </a:lnTo>
                  <a:lnTo>
                    <a:pt x="686376" y="531621"/>
                  </a:lnTo>
                  <a:lnTo>
                    <a:pt x="686683" y="532043"/>
                  </a:lnTo>
                  <a:lnTo>
                    <a:pt x="687151" y="532437"/>
                  </a:lnTo>
                  <a:lnTo>
                    <a:pt x="686640" y="533108"/>
                  </a:lnTo>
                  <a:lnTo>
                    <a:pt x="686398" y="533122"/>
                  </a:lnTo>
                  <a:lnTo>
                    <a:pt x="685806" y="533183"/>
                  </a:lnTo>
                  <a:lnTo>
                    <a:pt x="685588" y="533159"/>
                  </a:lnTo>
                  <a:lnTo>
                    <a:pt x="685266" y="533115"/>
                  </a:lnTo>
                  <a:lnTo>
                    <a:pt x="684347" y="533221"/>
                  </a:lnTo>
                  <a:lnTo>
                    <a:pt x="684116" y="533261"/>
                  </a:lnTo>
                  <a:lnTo>
                    <a:pt x="683467" y="533256"/>
                  </a:lnTo>
                  <a:lnTo>
                    <a:pt x="683081" y="533027"/>
                  </a:lnTo>
                  <a:lnTo>
                    <a:pt x="682948" y="532940"/>
                  </a:lnTo>
                  <a:lnTo>
                    <a:pt x="682712" y="532772"/>
                  </a:lnTo>
                  <a:lnTo>
                    <a:pt x="682327" y="532555"/>
                  </a:lnTo>
                  <a:lnTo>
                    <a:pt x="681687" y="532797"/>
                  </a:lnTo>
                  <a:lnTo>
                    <a:pt x="681210" y="532980"/>
                  </a:lnTo>
                  <a:lnTo>
                    <a:pt x="680736" y="533270"/>
                  </a:lnTo>
                  <a:lnTo>
                    <a:pt x="680545" y="533296"/>
                  </a:lnTo>
                  <a:lnTo>
                    <a:pt x="680235" y="533568"/>
                  </a:lnTo>
                  <a:lnTo>
                    <a:pt x="680233" y="534230"/>
                  </a:lnTo>
                  <a:lnTo>
                    <a:pt x="680037" y="534704"/>
                  </a:lnTo>
                  <a:lnTo>
                    <a:pt x="679546" y="535017"/>
                  </a:lnTo>
                  <a:lnTo>
                    <a:pt x="679078" y="535039"/>
                  </a:lnTo>
                  <a:lnTo>
                    <a:pt x="678819" y="535044"/>
                  </a:lnTo>
                  <a:lnTo>
                    <a:pt x="678666" y="535047"/>
                  </a:lnTo>
                  <a:lnTo>
                    <a:pt x="678401" y="535052"/>
                  </a:lnTo>
                  <a:lnTo>
                    <a:pt x="678217" y="535050"/>
                  </a:lnTo>
                  <a:lnTo>
                    <a:pt x="677912" y="535070"/>
                  </a:lnTo>
                  <a:lnTo>
                    <a:pt x="677500" y="535103"/>
                  </a:lnTo>
                  <a:lnTo>
                    <a:pt x="677001" y="535287"/>
                  </a:lnTo>
                  <a:lnTo>
                    <a:pt x="676916" y="535672"/>
                  </a:lnTo>
                  <a:lnTo>
                    <a:pt x="676906" y="535882"/>
                  </a:lnTo>
                  <a:lnTo>
                    <a:pt x="676764" y="536314"/>
                  </a:lnTo>
                  <a:lnTo>
                    <a:pt x="676388" y="536837"/>
                  </a:lnTo>
                  <a:lnTo>
                    <a:pt x="676148" y="536918"/>
                  </a:lnTo>
                  <a:lnTo>
                    <a:pt x="675630" y="537136"/>
                  </a:lnTo>
                  <a:lnTo>
                    <a:pt x="675216" y="537314"/>
                  </a:lnTo>
                  <a:lnTo>
                    <a:pt x="674808" y="537442"/>
                  </a:lnTo>
                  <a:lnTo>
                    <a:pt x="674427" y="537476"/>
                  </a:lnTo>
                  <a:lnTo>
                    <a:pt x="674092" y="537359"/>
                  </a:lnTo>
                  <a:lnTo>
                    <a:pt x="673817" y="537223"/>
                  </a:lnTo>
                  <a:lnTo>
                    <a:pt x="673665" y="537258"/>
                  </a:lnTo>
                  <a:lnTo>
                    <a:pt x="673169" y="537273"/>
                  </a:lnTo>
                  <a:lnTo>
                    <a:pt x="672530" y="537178"/>
                  </a:lnTo>
                  <a:lnTo>
                    <a:pt x="672187" y="537180"/>
                  </a:lnTo>
                  <a:lnTo>
                    <a:pt x="671034" y="537279"/>
                  </a:lnTo>
                  <a:lnTo>
                    <a:pt x="670780" y="537266"/>
                  </a:lnTo>
                  <a:lnTo>
                    <a:pt x="670227" y="537166"/>
                  </a:lnTo>
                  <a:lnTo>
                    <a:pt x="670046" y="537187"/>
                  </a:lnTo>
                  <a:lnTo>
                    <a:pt x="669548" y="537408"/>
                  </a:lnTo>
                  <a:lnTo>
                    <a:pt x="669244" y="537709"/>
                  </a:lnTo>
                  <a:lnTo>
                    <a:pt x="668896" y="538060"/>
                  </a:lnTo>
                  <a:lnTo>
                    <a:pt x="668396" y="538514"/>
                  </a:lnTo>
                  <a:lnTo>
                    <a:pt x="668023" y="538888"/>
                  </a:lnTo>
                  <a:lnTo>
                    <a:pt x="667953" y="539096"/>
                  </a:lnTo>
                  <a:lnTo>
                    <a:pt x="667482" y="539542"/>
                  </a:lnTo>
                  <a:lnTo>
                    <a:pt x="667297" y="539750"/>
                  </a:lnTo>
                  <a:lnTo>
                    <a:pt x="665900" y="541323"/>
                  </a:lnTo>
                  <a:lnTo>
                    <a:pt x="665522" y="541378"/>
                  </a:lnTo>
                  <a:lnTo>
                    <a:pt x="664751" y="542100"/>
                  </a:lnTo>
                  <a:lnTo>
                    <a:pt x="664476" y="542622"/>
                  </a:lnTo>
                  <a:lnTo>
                    <a:pt x="664505" y="542878"/>
                  </a:lnTo>
                  <a:lnTo>
                    <a:pt x="664530" y="543217"/>
                  </a:lnTo>
                  <a:lnTo>
                    <a:pt x="664842" y="543866"/>
                  </a:lnTo>
                  <a:lnTo>
                    <a:pt x="664661" y="544430"/>
                  </a:lnTo>
                  <a:lnTo>
                    <a:pt x="665393" y="545298"/>
                  </a:lnTo>
                  <a:lnTo>
                    <a:pt x="665682" y="545443"/>
                  </a:lnTo>
                  <a:lnTo>
                    <a:pt x="665599" y="546029"/>
                  </a:lnTo>
                  <a:lnTo>
                    <a:pt x="665115" y="546342"/>
                  </a:lnTo>
                  <a:lnTo>
                    <a:pt x="664805" y="546396"/>
                  </a:lnTo>
                  <a:lnTo>
                    <a:pt x="664347" y="546932"/>
                  </a:lnTo>
                  <a:lnTo>
                    <a:pt x="664340" y="547308"/>
                  </a:lnTo>
                  <a:lnTo>
                    <a:pt x="664025" y="547556"/>
                  </a:lnTo>
                  <a:lnTo>
                    <a:pt x="664138" y="548149"/>
                  </a:lnTo>
                  <a:lnTo>
                    <a:pt x="664457" y="548536"/>
                  </a:lnTo>
                  <a:lnTo>
                    <a:pt x="664640" y="548621"/>
                  </a:lnTo>
                  <a:lnTo>
                    <a:pt x="664807" y="548850"/>
                  </a:lnTo>
                  <a:lnTo>
                    <a:pt x="664788" y="549231"/>
                  </a:lnTo>
                  <a:lnTo>
                    <a:pt x="664948" y="549537"/>
                  </a:lnTo>
                  <a:lnTo>
                    <a:pt x="664988" y="549987"/>
                  </a:lnTo>
                  <a:lnTo>
                    <a:pt x="664495" y="550437"/>
                  </a:lnTo>
                  <a:lnTo>
                    <a:pt x="664566" y="550733"/>
                  </a:lnTo>
                  <a:lnTo>
                    <a:pt x="664667" y="551023"/>
                  </a:lnTo>
                  <a:lnTo>
                    <a:pt x="664869" y="551322"/>
                  </a:lnTo>
                  <a:lnTo>
                    <a:pt x="665195" y="551839"/>
                  </a:lnTo>
                  <a:lnTo>
                    <a:pt x="665815" y="551814"/>
                  </a:lnTo>
                  <a:lnTo>
                    <a:pt x="666000" y="551790"/>
                  </a:lnTo>
                  <a:lnTo>
                    <a:pt x="666267" y="551807"/>
                  </a:lnTo>
                  <a:lnTo>
                    <a:pt x="666595" y="551974"/>
                  </a:lnTo>
                  <a:lnTo>
                    <a:pt x="667233" y="551963"/>
                  </a:lnTo>
                  <a:lnTo>
                    <a:pt x="668114" y="551964"/>
                  </a:lnTo>
                  <a:lnTo>
                    <a:pt x="668324" y="552065"/>
                  </a:lnTo>
                  <a:lnTo>
                    <a:pt x="668492" y="552193"/>
                  </a:lnTo>
                  <a:lnTo>
                    <a:pt x="668187" y="552608"/>
                  </a:lnTo>
                  <a:lnTo>
                    <a:pt x="668310" y="552939"/>
                  </a:lnTo>
                  <a:lnTo>
                    <a:pt x="668444" y="552910"/>
                  </a:lnTo>
                  <a:lnTo>
                    <a:pt x="668633" y="552970"/>
                  </a:lnTo>
                  <a:lnTo>
                    <a:pt x="668948" y="552931"/>
                  </a:lnTo>
                  <a:lnTo>
                    <a:pt x="669273" y="552892"/>
                  </a:lnTo>
                  <a:lnTo>
                    <a:pt x="669479" y="552923"/>
                  </a:lnTo>
                  <a:lnTo>
                    <a:pt x="669638" y="552980"/>
                  </a:lnTo>
                  <a:lnTo>
                    <a:pt x="669768" y="553063"/>
                  </a:lnTo>
                  <a:lnTo>
                    <a:pt x="670223" y="553065"/>
                  </a:lnTo>
                  <a:lnTo>
                    <a:pt x="670533" y="552990"/>
                  </a:lnTo>
                  <a:lnTo>
                    <a:pt x="671014" y="553030"/>
                  </a:lnTo>
                  <a:lnTo>
                    <a:pt x="671753" y="553252"/>
                  </a:lnTo>
                  <a:lnTo>
                    <a:pt x="671902" y="553327"/>
                  </a:lnTo>
                  <a:lnTo>
                    <a:pt x="672618" y="553202"/>
                  </a:lnTo>
                  <a:lnTo>
                    <a:pt x="672766" y="553212"/>
                  </a:lnTo>
                  <a:lnTo>
                    <a:pt x="673048" y="553246"/>
                  </a:lnTo>
                  <a:lnTo>
                    <a:pt x="673339" y="553316"/>
                  </a:lnTo>
                  <a:lnTo>
                    <a:pt x="673504" y="553396"/>
                  </a:lnTo>
                  <a:lnTo>
                    <a:pt x="674155" y="553488"/>
                  </a:lnTo>
                  <a:lnTo>
                    <a:pt x="674476" y="553615"/>
                  </a:lnTo>
                  <a:lnTo>
                    <a:pt x="674827" y="553697"/>
                  </a:lnTo>
                  <a:lnTo>
                    <a:pt x="675288" y="553742"/>
                  </a:lnTo>
                  <a:lnTo>
                    <a:pt x="675906" y="554158"/>
                  </a:lnTo>
                  <a:lnTo>
                    <a:pt x="676209" y="554157"/>
                  </a:lnTo>
                  <a:lnTo>
                    <a:pt x="676516" y="554408"/>
                  </a:lnTo>
                  <a:lnTo>
                    <a:pt x="676440" y="554591"/>
                  </a:lnTo>
                  <a:lnTo>
                    <a:pt x="676333" y="554846"/>
                  </a:lnTo>
                  <a:lnTo>
                    <a:pt x="676435" y="557172"/>
                  </a:lnTo>
                  <a:lnTo>
                    <a:pt x="676315" y="557459"/>
                  </a:lnTo>
                  <a:lnTo>
                    <a:pt x="676281" y="557820"/>
                  </a:lnTo>
                  <a:lnTo>
                    <a:pt x="676634" y="558429"/>
                  </a:lnTo>
                  <a:lnTo>
                    <a:pt x="677226" y="558652"/>
                  </a:lnTo>
                  <a:lnTo>
                    <a:pt x="677069" y="559000"/>
                  </a:lnTo>
                  <a:lnTo>
                    <a:pt x="676551" y="561218"/>
                  </a:lnTo>
                  <a:lnTo>
                    <a:pt x="676442" y="561409"/>
                  </a:lnTo>
                  <a:lnTo>
                    <a:pt x="676323" y="561906"/>
                  </a:lnTo>
                  <a:lnTo>
                    <a:pt x="676370" y="562074"/>
                  </a:lnTo>
                  <a:lnTo>
                    <a:pt x="676499" y="562643"/>
                  </a:lnTo>
                  <a:lnTo>
                    <a:pt x="676367" y="562762"/>
                  </a:lnTo>
                  <a:lnTo>
                    <a:pt x="676806" y="563745"/>
                  </a:lnTo>
                  <a:lnTo>
                    <a:pt x="677035" y="563858"/>
                  </a:lnTo>
                  <a:lnTo>
                    <a:pt x="678009" y="564978"/>
                  </a:lnTo>
                  <a:lnTo>
                    <a:pt x="677829" y="565130"/>
                  </a:lnTo>
                  <a:lnTo>
                    <a:pt x="677294" y="565642"/>
                  </a:lnTo>
                  <a:lnTo>
                    <a:pt x="677143" y="565981"/>
                  </a:lnTo>
                  <a:lnTo>
                    <a:pt x="677085" y="566130"/>
                  </a:lnTo>
                  <a:lnTo>
                    <a:pt x="676981" y="566538"/>
                  </a:lnTo>
                  <a:lnTo>
                    <a:pt x="676990" y="566822"/>
                  </a:lnTo>
                  <a:lnTo>
                    <a:pt x="677182" y="567041"/>
                  </a:lnTo>
                  <a:lnTo>
                    <a:pt x="677769" y="567364"/>
                  </a:lnTo>
                  <a:lnTo>
                    <a:pt x="678121" y="567537"/>
                  </a:lnTo>
                  <a:lnTo>
                    <a:pt x="678419" y="567700"/>
                  </a:lnTo>
                  <a:lnTo>
                    <a:pt x="678828" y="567848"/>
                  </a:lnTo>
                  <a:lnTo>
                    <a:pt x="678982" y="567978"/>
                  </a:lnTo>
                  <a:lnTo>
                    <a:pt x="678842" y="568354"/>
                  </a:lnTo>
                  <a:lnTo>
                    <a:pt x="678863" y="568824"/>
                  </a:lnTo>
                  <a:lnTo>
                    <a:pt x="678889" y="569511"/>
                  </a:lnTo>
                  <a:lnTo>
                    <a:pt x="678937" y="570123"/>
                  </a:lnTo>
                  <a:lnTo>
                    <a:pt x="678799" y="570261"/>
                  </a:lnTo>
                  <a:lnTo>
                    <a:pt x="678919" y="570398"/>
                  </a:lnTo>
                  <a:lnTo>
                    <a:pt x="679662" y="571242"/>
                  </a:lnTo>
                  <a:lnTo>
                    <a:pt x="679690" y="571657"/>
                  </a:lnTo>
                  <a:lnTo>
                    <a:pt x="679784" y="572179"/>
                  </a:lnTo>
                  <a:lnTo>
                    <a:pt x="680001" y="572645"/>
                  </a:lnTo>
                  <a:lnTo>
                    <a:pt x="679816" y="572946"/>
                  </a:lnTo>
                  <a:lnTo>
                    <a:pt x="679277" y="573416"/>
                  </a:lnTo>
                  <a:lnTo>
                    <a:pt x="678651" y="573558"/>
                  </a:lnTo>
                  <a:lnTo>
                    <a:pt x="678259" y="573620"/>
                  </a:lnTo>
                  <a:lnTo>
                    <a:pt x="678093" y="573566"/>
                  </a:lnTo>
                  <a:lnTo>
                    <a:pt x="677882" y="573491"/>
                  </a:lnTo>
                  <a:lnTo>
                    <a:pt x="677279" y="573315"/>
                  </a:lnTo>
                  <a:lnTo>
                    <a:pt x="676632" y="573283"/>
                  </a:lnTo>
                  <a:lnTo>
                    <a:pt x="676393" y="573044"/>
                  </a:lnTo>
                  <a:lnTo>
                    <a:pt x="675984" y="572977"/>
                  </a:lnTo>
                  <a:lnTo>
                    <a:pt x="675664" y="572936"/>
                  </a:lnTo>
                  <a:lnTo>
                    <a:pt x="675134" y="572796"/>
                  </a:lnTo>
                  <a:lnTo>
                    <a:pt x="673801" y="573316"/>
                  </a:lnTo>
                  <a:lnTo>
                    <a:pt x="673637" y="573599"/>
                  </a:lnTo>
                  <a:lnTo>
                    <a:pt x="673585" y="573776"/>
                  </a:lnTo>
                  <a:lnTo>
                    <a:pt x="673439" y="574287"/>
                  </a:lnTo>
                  <a:lnTo>
                    <a:pt x="673256" y="574887"/>
                  </a:lnTo>
                  <a:lnTo>
                    <a:pt x="672774" y="575552"/>
                  </a:lnTo>
                  <a:lnTo>
                    <a:pt x="672539" y="575828"/>
                  </a:lnTo>
                  <a:lnTo>
                    <a:pt x="671777" y="576098"/>
                  </a:lnTo>
                  <a:lnTo>
                    <a:pt x="671480" y="576131"/>
                  </a:lnTo>
                  <a:lnTo>
                    <a:pt x="670499" y="576294"/>
                  </a:lnTo>
                  <a:lnTo>
                    <a:pt x="670128" y="576377"/>
                  </a:lnTo>
                  <a:lnTo>
                    <a:pt x="669877" y="576577"/>
                  </a:lnTo>
                  <a:lnTo>
                    <a:pt x="669535" y="576688"/>
                  </a:lnTo>
                  <a:lnTo>
                    <a:pt x="669336" y="576707"/>
                  </a:lnTo>
                  <a:lnTo>
                    <a:pt x="669056" y="576680"/>
                  </a:lnTo>
                  <a:lnTo>
                    <a:pt x="668700" y="576329"/>
                  </a:lnTo>
                  <a:lnTo>
                    <a:pt x="668397" y="576119"/>
                  </a:lnTo>
                  <a:lnTo>
                    <a:pt x="668253" y="575678"/>
                  </a:lnTo>
                  <a:lnTo>
                    <a:pt x="667647" y="575521"/>
                  </a:lnTo>
                  <a:lnTo>
                    <a:pt x="667292" y="575149"/>
                  </a:lnTo>
                  <a:lnTo>
                    <a:pt x="667189" y="575005"/>
                  </a:lnTo>
                  <a:lnTo>
                    <a:pt x="666977" y="574615"/>
                  </a:lnTo>
                  <a:lnTo>
                    <a:pt x="666830" y="574319"/>
                  </a:lnTo>
                  <a:lnTo>
                    <a:pt x="666690" y="574019"/>
                  </a:lnTo>
                  <a:lnTo>
                    <a:pt x="666601" y="573792"/>
                  </a:lnTo>
                  <a:lnTo>
                    <a:pt x="666321" y="573580"/>
                  </a:lnTo>
                  <a:lnTo>
                    <a:pt x="666124" y="573511"/>
                  </a:lnTo>
                  <a:lnTo>
                    <a:pt x="665891" y="573376"/>
                  </a:lnTo>
                  <a:lnTo>
                    <a:pt x="665692" y="573323"/>
                  </a:lnTo>
                  <a:lnTo>
                    <a:pt x="665083" y="573120"/>
                  </a:lnTo>
                  <a:lnTo>
                    <a:pt x="664789" y="572975"/>
                  </a:lnTo>
                  <a:lnTo>
                    <a:pt x="664556" y="572826"/>
                  </a:lnTo>
                  <a:lnTo>
                    <a:pt x="664327" y="572569"/>
                  </a:lnTo>
                  <a:lnTo>
                    <a:pt x="664140" y="572418"/>
                  </a:lnTo>
                  <a:lnTo>
                    <a:pt x="663452" y="572083"/>
                  </a:lnTo>
                  <a:lnTo>
                    <a:pt x="663024" y="571883"/>
                  </a:lnTo>
                  <a:lnTo>
                    <a:pt x="662599" y="571735"/>
                  </a:lnTo>
                  <a:lnTo>
                    <a:pt x="661991" y="571546"/>
                  </a:lnTo>
                  <a:lnTo>
                    <a:pt x="660829" y="571692"/>
                  </a:lnTo>
                  <a:lnTo>
                    <a:pt x="660366" y="571907"/>
                  </a:lnTo>
                  <a:lnTo>
                    <a:pt x="659782" y="571785"/>
                  </a:lnTo>
                  <a:lnTo>
                    <a:pt x="659427" y="571629"/>
                  </a:lnTo>
                  <a:lnTo>
                    <a:pt x="658397" y="571405"/>
                  </a:lnTo>
                  <a:lnTo>
                    <a:pt x="657894" y="571104"/>
                  </a:lnTo>
                  <a:lnTo>
                    <a:pt x="657354" y="571014"/>
                  </a:lnTo>
                  <a:lnTo>
                    <a:pt x="657014" y="570967"/>
                  </a:lnTo>
                  <a:lnTo>
                    <a:pt x="656859" y="570969"/>
                  </a:lnTo>
                  <a:lnTo>
                    <a:pt x="656581" y="571001"/>
                  </a:lnTo>
                  <a:lnTo>
                    <a:pt x="655890" y="571171"/>
                  </a:lnTo>
                  <a:lnTo>
                    <a:pt x="655391" y="571401"/>
                  </a:lnTo>
                  <a:lnTo>
                    <a:pt x="655113" y="571734"/>
                  </a:lnTo>
                  <a:lnTo>
                    <a:pt x="654926" y="571742"/>
                  </a:lnTo>
                  <a:lnTo>
                    <a:pt x="654359" y="571628"/>
                  </a:lnTo>
                  <a:lnTo>
                    <a:pt x="653798" y="571639"/>
                  </a:lnTo>
                  <a:lnTo>
                    <a:pt x="653575" y="571618"/>
                  </a:lnTo>
                  <a:lnTo>
                    <a:pt x="653246" y="571587"/>
                  </a:lnTo>
                  <a:lnTo>
                    <a:pt x="652813" y="571505"/>
                  </a:lnTo>
                  <a:lnTo>
                    <a:pt x="652404" y="571355"/>
                  </a:lnTo>
                  <a:lnTo>
                    <a:pt x="652151" y="571310"/>
                  </a:lnTo>
                  <a:lnTo>
                    <a:pt x="651850" y="571300"/>
                  </a:lnTo>
                  <a:lnTo>
                    <a:pt x="651370" y="571183"/>
                  </a:lnTo>
                  <a:lnTo>
                    <a:pt x="651162" y="571076"/>
                  </a:lnTo>
                  <a:lnTo>
                    <a:pt x="650848" y="570994"/>
                  </a:lnTo>
                  <a:lnTo>
                    <a:pt x="650500" y="571185"/>
                  </a:lnTo>
                  <a:lnTo>
                    <a:pt x="650167" y="571188"/>
                  </a:lnTo>
                  <a:lnTo>
                    <a:pt x="649843" y="571121"/>
                  </a:lnTo>
                  <a:lnTo>
                    <a:pt x="649613" y="570998"/>
                  </a:lnTo>
                  <a:lnTo>
                    <a:pt x="649425" y="570689"/>
                  </a:lnTo>
                  <a:lnTo>
                    <a:pt x="649157" y="570500"/>
                  </a:lnTo>
                  <a:lnTo>
                    <a:pt x="648826" y="570476"/>
                  </a:lnTo>
                  <a:lnTo>
                    <a:pt x="648552" y="570459"/>
                  </a:lnTo>
                  <a:lnTo>
                    <a:pt x="648225" y="570477"/>
                  </a:lnTo>
                  <a:lnTo>
                    <a:pt x="647696" y="570525"/>
                  </a:lnTo>
                  <a:lnTo>
                    <a:pt x="647308" y="570450"/>
                  </a:lnTo>
                  <a:lnTo>
                    <a:pt x="646932" y="570394"/>
                  </a:lnTo>
                  <a:lnTo>
                    <a:pt x="646333" y="570561"/>
                  </a:lnTo>
                  <a:lnTo>
                    <a:pt x="645965" y="570464"/>
                  </a:lnTo>
                  <a:lnTo>
                    <a:pt x="645440" y="570130"/>
                  </a:lnTo>
                  <a:lnTo>
                    <a:pt x="645041" y="569877"/>
                  </a:lnTo>
                  <a:lnTo>
                    <a:pt x="644902" y="569790"/>
                  </a:lnTo>
                  <a:lnTo>
                    <a:pt x="644641" y="569600"/>
                  </a:lnTo>
                  <a:lnTo>
                    <a:pt x="644418" y="569395"/>
                  </a:lnTo>
                  <a:lnTo>
                    <a:pt x="644116" y="569166"/>
                  </a:lnTo>
                  <a:lnTo>
                    <a:pt x="643827" y="569216"/>
                  </a:lnTo>
                  <a:lnTo>
                    <a:pt x="643039" y="569017"/>
                  </a:lnTo>
                  <a:lnTo>
                    <a:pt x="642594" y="568964"/>
                  </a:lnTo>
                  <a:lnTo>
                    <a:pt x="641840" y="568484"/>
                  </a:lnTo>
                  <a:lnTo>
                    <a:pt x="641512" y="568131"/>
                  </a:lnTo>
                  <a:lnTo>
                    <a:pt x="641566" y="567891"/>
                  </a:lnTo>
                  <a:lnTo>
                    <a:pt x="641616" y="567708"/>
                  </a:lnTo>
                  <a:lnTo>
                    <a:pt x="641915" y="567252"/>
                  </a:lnTo>
                  <a:lnTo>
                    <a:pt x="641682" y="566778"/>
                  </a:lnTo>
                  <a:lnTo>
                    <a:pt x="641553" y="566726"/>
                  </a:lnTo>
                  <a:lnTo>
                    <a:pt x="641368" y="566674"/>
                  </a:lnTo>
                  <a:lnTo>
                    <a:pt x="640714" y="566559"/>
                  </a:lnTo>
                  <a:lnTo>
                    <a:pt x="640572" y="566531"/>
                  </a:lnTo>
                  <a:lnTo>
                    <a:pt x="640281" y="566519"/>
                  </a:lnTo>
                  <a:lnTo>
                    <a:pt x="639711" y="566239"/>
                  </a:lnTo>
                  <a:lnTo>
                    <a:pt x="639027" y="566366"/>
                  </a:lnTo>
                  <a:lnTo>
                    <a:pt x="638623" y="566101"/>
                  </a:lnTo>
                  <a:lnTo>
                    <a:pt x="638375" y="565518"/>
                  </a:lnTo>
                  <a:lnTo>
                    <a:pt x="638143" y="565409"/>
                  </a:lnTo>
                  <a:lnTo>
                    <a:pt x="637637" y="565427"/>
                  </a:lnTo>
                  <a:lnTo>
                    <a:pt x="636703" y="565511"/>
                  </a:lnTo>
                  <a:lnTo>
                    <a:pt x="637079" y="565843"/>
                  </a:lnTo>
                  <a:lnTo>
                    <a:pt x="637652" y="566227"/>
                  </a:lnTo>
                  <a:lnTo>
                    <a:pt x="637675" y="566400"/>
                  </a:lnTo>
                  <a:lnTo>
                    <a:pt x="637626" y="566566"/>
                  </a:lnTo>
                  <a:lnTo>
                    <a:pt x="637489" y="566813"/>
                  </a:lnTo>
                  <a:lnTo>
                    <a:pt x="637472" y="566970"/>
                  </a:lnTo>
                  <a:lnTo>
                    <a:pt x="637488" y="567276"/>
                  </a:lnTo>
                  <a:lnTo>
                    <a:pt x="637399" y="567685"/>
                  </a:lnTo>
                  <a:lnTo>
                    <a:pt x="637302" y="568182"/>
                  </a:lnTo>
                  <a:lnTo>
                    <a:pt x="637184" y="568475"/>
                  </a:lnTo>
                  <a:lnTo>
                    <a:pt x="634238" y="571900"/>
                  </a:lnTo>
                  <a:lnTo>
                    <a:pt x="634539" y="572688"/>
                  </a:lnTo>
                  <a:lnTo>
                    <a:pt x="632206" y="574100"/>
                  </a:lnTo>
                  <a:lnTo>
                    <a:pt x="631979" y="574068"/>
                  </a:lnTo>
                  <a:lnTo>
                    <a:pt x="629929" y="574094"/>
                  </a:lnTo>
                  <a:lnTo>
                    <a:pt x="620096" y="571576"/>
                  </a:lnTo>
                  <a:lnTo>
                    <a:pt x="619898" y="571489"/>
                  </a:lnTo>
                  <a:lnTo>
                    <a:pt x="619512" y="571389"/>
                  </a:lnTo>
                  <a:lnTo>
                    <a:pt x="619375" y="571448"/>
                  </a:lnTo>
                  <a:lnTo>
                    <a:pt x="619221" y="571488"/>
                  </a:lnTo>
                  <a:lnTo>
                    <a:pt x="618908" y="571574"/>
                  </a:lnTo>
                  <a:lnTo>
                    <a:pt x="618777" y="571533"/>
                  </a:lnTo>
                  <a:lnTo>
                    <a:pt x="618561" y="571459"/>
                  </a:lnTo>
                  <a:lnTo>
                    <a:pt x="609720" y="567443"/>
                  </a:lnTo>
                  <a:lnTo>
                    <a:pt x="609554" y="567451"/>
                  </a:lnTo>
                  <a:lnTo>
                    <a:pt x="609096" y="567156"/>
                  </a:lnTo>
                  <a:lnTo>
                    <a:pt x="605731" y="566079"/>
                  </a:lnTo>
                  <a:lnTo>
                    <a:pt x="603541" y="566270"/>
                  </a:lnTo>
                  <a:lnTo>
                    <a:pt x="602853" y="566440"/>
                  </a:lnTo>
                  <a:lnTo>
                    <a:pt x="601388" y="565078"/>
                  </a:lnTo>
                  <a:lnTo>
                    <a:pt x="593818" y="561835"/>
                  </a:lnTo>
                  <a:lnTo>
                    <a:pt x="593613" y="561961"/>
                  </a:lnTo>
                  <a:lnTo>
                    <a:pt x="593264" y="562127"/>
                  </a:lnTo>
                  <a:lnTo>
                    <a:pt x="593104" y="562163"/>
                  </a:lnTo>
                  <a:lnTo>
                    <a:pt x="592936" y="562202"/>
                  </a:lnTo>
                  <a:lnTo>
                    <a:pt x="592762" y="562180"/>
                  </a:lnTo>
                  <a:lnTo>
                    <a:pt x="592411" y="561968"/>
                  </a:lnTo>
                  <a:lnTo>
                    <a:pt x="592227" y="561836"/>
                  </a:lnTo>
                  <a:lnTo>
                    <a:pt x="591609" y="562071"/>
                  </a:lnTo>
                  <a:lnTo>
                    <a:pt x="590652" y="562553"/>
                  </a:lnTo>
                  <a:lnTo>
                    <a:pt x="589925" y="564197"/>
                  </a:lnTo>
                  <a:lnTo>
                    <a:pt x="588722" y="564511"/>
                  </a:lnTo>
                  <a:lnTo>
                    <a:pt x="588013" y="563813"/>
                  </a:lnTo>
                  <a:lnTo>
                    <a:pt x="587054" y="561918"/>
                  </a:lnTo>
                  <a:lnTo>
                    <a:pt x="586415" y="561732"/>
                  </a:lnTo>
                  <a:lnTo>
                    <a:pt x="584131" y="560662"/>
                  </a:lnTo>
                  <a:lnTo>
                    <a:pt x="584002" y="560622"/>
                  </a:lnTo>
                  <a:lnTo>
                    <a:pt x="583761" y="560555"/>
                  </a:lnTo>
                  <a:lnTo>
                    <a:pt x="583165" y="560282"/>
                  </a:lnTo>
                  <a:lnTo>
                    <a:pt x="583161" y="560123"/>
                  </a:lnTo>
                  <a:lnTo>
                    <a:pt x="582990" y="558703"/>
                  </a:lnTo>
                  <a:lnTo>
                    <a:pt x="581837" y="557293"/>
                  </a:lnTo>
                  <a:lnTo>
                    <a:pt x="581680" y="557264"/>
                  </a:lnTo>
                  <a:lnTo>
                    <a:pt x="580558" y="557870"/>
                  </a:lnTo>
                  <a:lnTo>
                    <a:pt x="579913" y="557703"/>
                  </a:lnTo>
                  <a:lnTo>
                    <a:pt x="578907" y="557721"/>
                  </a:lnTo>
                  <a:lnTo>
                    <a:pt x="578167" y="557595"/>
                  </a:lnTo>
                  <a:lnTo>
                    <a:pt x="577925" y="557517"/>
                  </a:lnTo>
                  <a:lnTo>
                    <a:pt x="577545" y="556402"/>
                  </a:lnTo>
                  <a:lnTo>
                    <a:pt x="577378" y="556472"/>
                  </a:lnTo>
                  <a:lnTo>
                    <a:pt x="576893" y="556561"/>
                  </a:lnTo>
                  <a:lnTo>
                    <a:pt x="576309" y="556531"/>
                  </a:lnTo>
                  <a:lnTo>
                    <a:pt x="575375" y="556816"/>
                  </a:lnTo>
                  <a:lnTo>
                    <a:pt x="575154" y="556813"/>
                  </a:lnTo>
                  <a:lnTo>
                    <a:pt x="574336" y="556333"/>
                  </a:lnTo>
                  <a:lnTo>
                    <a:pt x="573361" y="557423"/>
                  </a:lnTo>
                  <a:lnTo>
                    <a:pt x="573049" y="557420"/>
                  </a:lnTo>
                  <a:lnTo>
                    <a:pt x="570307" y="557128"/>
                  </a:lnTo>
                  <a:lnTo>
                    <a:pt x="569700" y="556870"/>
                  </a:lnTo>
                  <a:lnTo>
                    <a:pt x="568735" y="556886"/>
                  </a:lnTo>
                  <a:lnTo>
                    <a:pt x="568540" y="557033"/>
                  </a:lnTo>
                  <a:lnTo>
                    <a:pt x="568418" y="557265"/>
                  </a:lnTo>
                  <a:lnTo>
                    <a:pt x="568288" y="557391"/>
                  </a:lnTo>
                  <a:lnTo>
                    <a:pt x="566075" y="558043"/>
                  </a:lnTo>
                  <a:lnTo>
                    <a:pt x="565484" y="558497"/>
                  </a:lnTo>
                  <a:lnTo>
                    <a:pt x="564668" y="558687"/>
                  </a:lnTo>
                  <a:lnTo>
                    <a:pt x="564485" y="558691"/>
                  </a:lnTo>
                  <a:lnTo>
                    <a:pt x="563240" y="558678"/>
                  </a:lnTo>
                  <a:lnTo>
                    <a:pt x="562916" y="558637"/>
                  </a:lnTo>
                  <a:lnTo>
                    <a:pt x="562715" y="558613"/>
                  </a:lnTo>
                  <a:lnTo>
                    <a:pt x="561031" y="558636"/>
                  </a:lnTo>
                  <a:lnTo>
                    <a:pt x="560798" y="558627"/>
                  </a:lnTo>
                  <a:lnTo>
                    <a:pt x="560290" y="558603"/>
                  </a:lnTo>
                  <a:lnTo>
                    <a:pt x="560105" y="558605"/>
                  </a:lnTo>
                  <a:lnTo>
                    <a:pt x="557704" y="559866"/>
                  </a:lnTo>
                  <a:lnTo>
                    <a:pt x="557529" y="559930"/>
                  </a:lnTo>
                  <a:lnTo>
                    <a:pt x="557358" y="559932"/>
                  </a:lnTo>
                  <a:lnTo>
                    <a:pt x="556492" y="560099"/>
                  </a:lnTo>
                  <a:lnTo>
                    <a:pt x="556077" y="560254"/>
                  </a:lnTo>
                  <a:lnTo>
                    <a:pt x="554176" y="560292"/>
                  </a:lnTo>
                  <a:lnTo>
                    <a:pt x="551812" y="560457"/>
                  </a:lnTo>
                  <a:lnTo>
                    <a:pt x="551797" y="560586"/>
                  </a:lnTo>
                  <a:lnTo>
                    <a:pt x="550547" y="560993"/>
                  </a:lnTo>
                  <a:lnTo>
                    <a:pt x="550265" y="560872"/>
                  </a:lnTo>
                  <a:lnTo>
                    <a:pt x="550050" y="560851"/>
                  </a:lnTo>
                  <a:lnTo>
                    <a:pt x="549832" y="560793"/>
                  </a:lnTo>
                  <a:lnTo>
                    <a:pt x="549682" y="560767"/>
                  </a:lnTo>
                  <a:lnTo>
                    <a:pt x="549076" y="560625"/>
                  </a:lnTo>
                  <a:lnTo>
                    <a:pt x="548779" y="560629"/>
                  </a:lnTo>
                  <a:lnTo>
                    <a:pt x="548540" y="560658"/>
                  </a:lnTo>
                  <a:lnTo>
                    <a:pt x="547951" y="560982"/>
                  </a:lnTo>
                  <a:lnTo>
                    <a:pt x="547634" y="561172"/>
                  </a:lnTo>
                  <a:lnTo>
                    <a:pt x="547224" y="561310"/>
                  </a:lnTo>
                  <a:lnTo>
                    <a:pt x="547019" y="561315"/>
                  </a:lnTo>
                  <a:lnTo>
                    <a:pt x="546766" y="561314"/>
                  </a:lnTo>
                  <a:lnTo>
                    <a:pt x="545621" y="561563"/>
                  </a:lnTo>
                  <a:lnTo>
                    <a:pt x="542195" y="562461"/>
                  </a:lnTo>
                  <a:lnTo>
                    <a:pt x="539571" y="562015"/>
                  </a:lnTo>
                  <a:lnTo>
                    <a:pt x="538764" y="561736"/>
                  </a:lnTo>
                  <a:lnTo>
                    <a:pt x="538684" y="561457"/>
                  </a:lnTo>
                  <a:lnTo>
                    <a:pt x="538655" y="561259"/>
                  </a:lnTo>
                  <a:lnTo>
                    <a:pt x="538503" y="560797"/>
                  </a:lnTo>
                  <a:lnTo>
                    <a:pt x="538384" y="560477"/>
                  </a:lnTo>
                  <a:lnTo>
                    <a:pt x="537907" y="559361"/>
                  </a:lnTo>
                  <a:lnTo>
                    <a:pt x="537182" y="558821"/>
                  </a:lnTo>
                  <a:lnTo>
                    <a:pt x="536161" y="559264"/>
                  </a:lnTo>
                  <a:lnTo>
                    <a:pt x="535735" y="559300"/>
                  </a:lnTo>
                  <a:lnTo>
                    <a:pt x="533451" y="560716"/>
                  </a:lnTo>
                  <a:lnTo>
                    <a:pt x="530991" y="561868"/>
                  </a:lnTo>
                  <a:lnTo>
                    <a:pt x="528965" y="561975"/>
                  </a:lnTo>
                  <a:lnTo>
                    <a:pt x="528292" y="562211"/>
                  </a:lnTo>
                  <a:lnTo>
                    <a:pt x="527578" y="562933"/>
                  </a:lnTo>
                  <a:lnTo>
                    <a:pt x="527018" y="564256"/>
                  </a:lnTo>
                  <a:lnTo>
                    <a:pt x="526180" y="564610"/>
                  </a:lnTo>
                  <a:lnTo>
                    <a:pt x="525583" y="564538"/>
                  </a:lnTo>
                  <a:lnTo>
                    <a:pt x="522219" y="564508"/>
                  </a:lnTo>
                  <a:lnTo>
                    <a:pt x="519381" y="564847"/>
                  </a:lnTo>
                  <a:lnTo>
                    <a:pt x="519132" y="564769"/>
                  </a:lnTo>
                  <a:lnTo>
                    <a:pt x="516660" y="566007"/>
                  </a:lnTo>
                  <a:lnTo>
                    <a:pt x="515616" y="564812"/>
                  </a:lnTo>
                  <a:lnTo>
                    <a:pt x="514271" y="564737"/>
                  </a:lnTo>
                  <a:lnTo>
                    <a:pt x="512555" y="564470"/>
                  </a:lnTo>
                  <a:lnTo>
                    <a:pt x="512418" y="564499"/>
                  </a:lnTo>
                  <a:lnTo>
                    <a:pt x="509839" y="565941"/>
                  </a:lnTo>
                  <a:lnTo>
                    <a:pt x="508476" y="566819"/>
                  </a:lnTo>
                  <a:lnTo>
                    <a:pt x="508180" y="566800"/>
                  </a:lnTo>
                  <a:lnTo>
                    <a:pt x="507074" y="567382"/>
                  </a:lnTo>
                  <a:lnTo>
                    <a:pt x="506839" y="567441"/>
                  </a:lnTo>
                  <a:lnTo>
                    <a:pt x="506696" y="567470"/>
                  </a:lnTo>
                  <a:lnTo>
                    <a:pt x="506513" y="567530"/>
                  </a:lnTo>
                  <a:lnTo>
                    <a:pt x="504675" y="567934"/>
                  </a:lnTo>
                  <a:lnTo>
                    <a:pt x="504543" y="567903"/>
                  </a:lnTo>
                  <a:lnTo>
                    <a:pt x="502322" y="568662"/>
                  </a:lnTo>
                  <a:lnTo>
                    <a:pt x="500840" y="568411"/>
                  </a:lnTo>
                  <a:lnTo>
                    <a:pt x="500679" y="568325"/>
                  </a:lnTo>
                  <a:lnTo>
                    <a:pt x="500552" y="568251"/>
                  </a:lnTo>
                  <a:lnTo>
                    <a:pt x="492888" y="570517"/>
                  </a:lnTo>
                  <a:lnTo>
                    <a:pt x="491090" y="571334"/>
                  </a:lnTo>
                  <a:lnTo>
                    <a:pt x="489419" y="572087"/>
                  </a:lnTo>
                  <a:lnTo>
                    <a:pt x="489411" y="572286"/>
                  </a:lnTo>
                  <a:lnTo>
                    <a:pt x="489413" y="572504"/>
                  </a:lnTo>
                  <a:lnTo>
                    <a:pt x="489415" y="572743"/>
                  </a:lnTo>
                  <a:lnTo>
                    <a:pt x="489417" y="572915"/>
                  </a:lnTo>
                  <a:lnTo>
                    <a:pt x="489369" y="573127"/>
                  </a:lnTo>
                  <a:lnTo>
                    <a:pt x="489284" y="573260"/>
                  </a:lnTo>
                  <a:lnTo>
                    <a:pt x="489337" y="573774"/>
                  </a:lnTo>
                  <a:lnTo>
                    <a:pt x="489609" y="576132"/>
                  </a:lnTo>
                  <a:lnTo>
                    <a:pt x="489041" y="576303"/>
                  </a:lnTo>
                  <a:lnTo>
                    <a:pt x="487803" y="577600"/>
                  </a:lnTo>
                  <a:lnTo>
                    <a:pt x="487667" y="577902"/>
                  </a:lnTo>
                  <a:lnTo>
                    <a:pt x="487567" y="578072"/>
                  </a:lnTo>
                  <a:lnTo>
                    <a:pt x="487320" y="578427"/>
                  </a:lnTo>
                  <a:lnTo>
                    <a:pt x="487260" y="578574"/>
                  </a:lnTo>
                  <a:lnTo>
                    <a:pt x="487238" y="578766"/>
                  </a:lnTo>
                  <a:lnTo>
                    <a:pt x="487276" y="578901"/>
                  </a:lnTo>
                  <a:lnTo>
                    <a:pt x="487260" y="579225"/>
                  </a:lnTo>
                  <a:lnTo>
                    <a:pt x="487237" y="579500"/>
                  </a:lnTo>
                  <a:lnTo>
                    <a:pt x="487168" y="580027"/>
                  </a:lnTo>
                  <a:lnTo>
                    <a:pt x="487018" y="580136"/>
                  </a:lnTo>
                  <a:lnTo>
                    <a:pt x="486957" y="580351"/>
                  </a:lnTo>
                  <a:lnTo>
                    <a:pt x="486792" y="580661"/>
                  </a:lnTo>
                  <a:lnTo>
                    <a:pt x="486317" y="580673"/>
                  </a:lnTo>
                  <a:lnTo>
                    <a:pt x="486173" y="580959"/>
                  </a:lnTo>
                  <a:lnTo>
                    <a:pt x="485853" y="581471"/>
                  </a:lnTo>
                  <a:lnTo>
                    <a:pt x="485864" y="581755"/>
                  </a:lnTo>
                  <a:lnTo>
                    <a:pt x="485731" y="582194"/>
                  </a:lnTo>
                  <a:lnTo>
                    <a:pt x="485787" y="582452"/>
                  </a:lnTo>
                  <a:lnTo>
                    <a:pt x="485601" y="582933"/>
                  </a:lnTo>
                  <a:lnTo>
                    <a:pt x="485398" y="583162"/>
                  </a:lnTo>
                  <a:lnTo>
                    <a:pt x="485376" y="583400"/>
                  </a:lnTo>
                  <a:lnTo>
                    <a:pt x="485093" y="583586"/>
                  </a:lnTo>
                  <a:lnTo>
                    <a:pt x="484935" y="583647"/>
                  </a:lnTo>
                  <a:lnTo>
                    <a:pt x="484584" y="583895"/>
                  </a:lnTo>
                  <a:lnTo>
                    <a:pt x="484538" y="584066"/>
                  </a:lnTo>
                  <a:lnTo>
                    <a:pt x="484043" y="584205"/>
                  </a:lnTo>
                  <a:lnTo>
                    <a:pt x="483655" y="584173"/>
                  </a:lnTo>
                  <a:lnTo>
                    <a:pt x="483450" y="584366"/>
                  </a:lnTo>
                  <a:lnTo>
                    <a:pt x="483367" y="584541"/>
                  </a:lnTo>
                  <a:lnTo>
                    <a:pt x="482832" y="584755"/>
                  </a:lnTo>
                  <a:lnTo>
                    <a:pt x="482689" y="584791"/>
                  </a:lnTo>
                  <a:lnTo>
                    <a:pt x="482469" y="585103"/>
                  </a:lnTo>
                  <a:lnTo>
                    <a:pt x="482293" y="585393"/>
                  </a:lnTo>
                  <a:lnTo>
                    <a:pt x="482042" y="585448"/>
                  </a:lnTo>
                  <a:lnTo>
                    <a:pt x="481827" y="585636"/>
                  </a:lnTo>
                  <a:lnTo>
                    <a:pt x="481617" y="585987"/>
                  </a:lnTo>
                  <a:lnTo>
                    <a:pt x="481382" y="586197"/>
                  </a:lnTo>
                  <a:lnTo>
                    <a:pt x="481155" y="586326"/>
                  </a:lnTo>
                  <a:lnTo>
                    <a:pt x="481081" y="586562"/>
                  </a:lnTo>
                  <a:lnTo>
                    <a:pt x="480906" y="586772"/>
                  </a:lnTo>
                  <a:lnTo>
                    <a:pt x="480439" y="587032"/>
                  </a:lnTo>
                  <a:lnTo>
                    <a:pt x="479711" y="587057"/>
                  </a:lnTo>
                  <a:lnTo>
                    <a:pt x="479458" y="587071"/>
                  </a:lnTo>
                  <a:lnTo>
                    <a:pt x="478898" y="587002"/>
                  </a:lnTo>
                  <a:lnTo>
                    <a:pt x="478628" y="586851"/>
                  </a:lnTo>
                  <a:lnTo>
                    <a:pt x="478254" y="586959"/>
                  </a:lnTo>
                  <a:lnTo>
                    <a:pt x="477742" y="587058"/>
                  </a:lnTo>
                  <a:lnTo>
                    <a:pt x="477446" y="587063"/>
                  </a:lnTo>
                  <a:lnTo>
                    <a:pt x="476472" y="587269"/>
                  </a:lnTo>
                  <a:lnTo>
                    <a:pt x="475957" y="587453"/>
                  </a:lnTo>
                  <a:lnTo>
                    <a:pt x="475185" y="587248"/>
                  </a:lnTo>
                  <a:lnTo>
                    <a:pt x="474688" y="587166"/>
                  </a:lnTo>
                  <a:lnTo>
                    <a:pt x="474510" y="587229"/>
                  </a:lnTo>
                  <a:lnTo>
                    <a:pt x="474243" y="587450"/>
                  </a:lnTo>
                  <a:lnTo>
                    <a:pt x="474004" y="587530"/>
                  </a:lnTo>
                  <a:lnTo>
                    <a:pt x="473469" y="587540"/>
                  </a:lnTo>
                  <a:lnTo>
                    <a:pt x="472616" y="587727"/>
                  </a:lnTo>
                  <a:lnTo>
                    <a:pt x="472375" y="587734"/>
                  </a:lnTo>
                  <a:lnTo>
                    <a:pt x="472140" y="587850"/>
                  </a:lnTo>
                  <a:lnTo>
                    <a:pt x="471829" y="588138"/>
                  </a:lnTo>
                  <a:lnTo>
                    <a:pt x="471632" y="588203"/>
                  </a:lnTo>
                  <a:lnTo>
                    <a:pt x="471016" y="588344"/>
                  </a:lnTo>
                  <a:lnTo>
                    <a:pt x="470253" y="588395"/>
                  </a:lnTo>
                  <a:lnTo>
                    <a:pt x="470119" y="588512"/>
                  </a:lnTo>
                  <a:lnTo>
                    <a:pt x="469900" y="588736"/>
                  </a:lnTo>
                  <a:lnTo>
                    <a:pt x="469705" y="588979"/>
                  </a:lnTo>
                  <a:lnTo>
                    <a:pt x="469517" y="589123"/>
                  </a:lnTo>
                  <a:lnTo>
                    <a:pt x="469204" y="589149"/>
                  </a:lnTo>
                  <a:lnTo>
                    <a:pt x="468666" y="589704"/>
                  </a:lnTo>
                  <a:lnTo>
                    <a:pt x="468550" y="589841"/>
                  </a:lnTo>
                  <a:lnTo>
                    <a:pt x="468532" y="589994"/>
                  </a:lnTo>
                  <a:lnTo>
                    <a:pt x="467917" y="590746"/>
                  </a:lnTo>
                  <a:lnTo>
                    <a:pt x="467893" y="591146"/>
                  </a:lnTo>
                  <a:lnTo>
                    <a:pt x="467902" y="591347"/>
                  </a:lnTo>
                  <a:lnTo>
                    <a:pt x="467920" y="591523"/>
                  </a:lnTo>
                  <a:lnTo>
                    <a:pt x="467767" y="591638"/>
                  </a:lnTo>
                  <a:lnTo>
                    <a:pt x="467606" y="592093"/>
                  </a:lnTo>
                  <a:lnTo>
                    <a:pt x="467328" y="592364"/>
                  </a:lnTo>
                  <a:lnTo>
                    <a:pt x="467016" y="592692"/>
                  </a:lnTo>
                  <a:lnTo>
                    <a:pt x="466729" y="593009"/>
                  </a:lnTo>
                  <a:lnTo>
                    <a:pt x="466203" y="592974"/>
                  </a:lnTo>
                  <a:lnTo>
                    <a:pt x="465882" y="593139"/>
                  </a:lnTo>
                  <a:lnTo>
                    <a:pt x="464828" y="592624"/>
                  </a:lnTo>
                  <a:lnTo>
                    <a:pt x="464303" y="592443"/>
                  </a:lnTo>
                  <a:lnTo>
                    <a:pt x="463962" y="592246"/>
                  </a:lnTo>
                  <a:lnTo>
                    <a:pt x="463752" y="591917"/>
                  </a:lnTo>
                  <a:lnTo>
                    <a:pt x="463646" y="591471"/>
                  </a:lnTo>
                  <a:lnTo>
                    <a:pt x="463214" y="591291"/>
                  </a:lnTo>
                  <a:lnTo>
                    <a:pt x="463049" y="591300"/>
                  </a:lnTo>
                  <a:lnTo>
                    <a:pt x="462792" y="591314"/>
                  </a:lnTo>
                  <a:lnTo>
                    <a:pt x="462408" y="591389"/>
                  </a:lnTo>
                  <a:lnTo>
                    <a:pt x="461566" y="591246"/>
                  </a:lnTo>
                  <a:lnTo>
                    <a:pt x="461216" y="591155"/>
                  </a:lnTo>
                  <a:lnTo>
                    <a:pt x="460411" y="591030"/>
                  </a:lnTo>
                  <a:lnTo>
                    <a:pt x="460089" y="590967"/>
                  </a:lnTo>
                  <a:lnTo>
                    <a:pt x="459571" y="590833"/>
                  </a:lnTo>
                  <a:lnTo>
                    <a:pt x="459000" y="590670"/>
                  </a:lnTo>
                  <a:lnTo>
                    <a:pt x="458650" y="590583"/>
                  </a:lnTo>
                  <a:lnTo>
                    <a:pt x="457964" y="590532"/>
                  </a:lnTo>
                  <a:lnTo>
                    <a:pt x="457891" y="590298"/>
                  </a:lnTo>
                  <a:lnTo>
                    <a:pt x="457864" y="589998"/>
                  </a:lnTo>
                  <a:lnTo>
                    <a:pt x="457787" y="589380"/>
                  </a:lnTo>
                  <a:lnTo>
                    <a:pt x="457677" y="589240"/>
                  </a:lnTo>
                  <a:lnTo>
                    <a:pt x="457330" y="588742"/>
                  </a:lnTo>
                  <a:lnTo>
                    <a:pt x="456758" y="588263"/>
                  </a:lnTo>
                  <a:lnTo>
                    <a:pt x="456388" y="588073"/>
                  </a:lnTo>
                  <a:lnTo>
                    <a:pt x="456205" y="587952"/>
                  </a:lnTo>
                  <a:lnTo>
                    <a:pt x="455271" y="587628"/>
                  </a:lnTo>
                  <a:lnTo>
                    <a:pt x="454994" y="587518"/>
                  </a:lnTo>
                  <a:lnTo>
                    <a:pt x="454571" y="586782"/>
                  </a:lnTo>
                  <a:lnTo>
                    <a:pt x="453837" y="586739"/>
                  </a:lnTo>
                  <a:lnTo>
                    <a:pt x="453353" y="587047"/>
                  </a:lnTo>
                  <a:lnTo>
                    <a:pt x="452804" y="587172"/>
                  </a:lnTo>
                  <a:lnTo>
                    <a:pt x="452338" y="587559"/>
                  </a:lnTo>
                  <a:lnTo>
                    <a:pt x="452067" y="587721"/>
                  </a:lnTo>
                  <a:lnTo>
                    <a:pt x="451392" y="587982"/>
                  </a:lnTo>
                  <a:lnTo>
                    <a:pt x="451174" y="588071"/>
                  </a:lnTo>
                  <a:lnTo>
                    <a:pt x="450801" y="588148"/>
                  </a:lnTo>
                  <a:lnTo>
                    <a:pt x="450614" y="588181"/>
                  </a:lnTo>
                  <a:lnTo>
                    <a:pt x="450187" y="588319"/>
                  </a:lnTo>
                  <a:lnTo>
                    <a:pt x="449891" y="588550"/>
                  </a:lnTo>
                  <a:lnTo>
                    <a:pt x="449367" y="588717"/>
                  </a:lnTo>
                  <a:lnTo>
                    <a:pt x="448879" y="588679"/>
                  </a:lnTo>
                  <a:lnTo>
                    <a:pt x="448626" y="588664"/>
                  </a:lnTo>
                  <a:lnTo>
                    <a:pt x="448279" y="588703"/>
                  </a:lnTo>
                  <a:lnTo>
                    <a:pt x="447994" y="588704"/>
                  </a:lnTo>
                  <a:lnTo>
                    <a:pt x="447443" y="588665"/>
                  </a:lnTo>
                  <a:lnTo>
                    <a:pt x="447175" y="588644"/>
                  </a:lnTo>
                  <a:lnTo>
                    <a:pt x="446580" y="588510"/>
                  </a:lnTo>
                  <a:lnTo>
                    <a:pt x="446150" y="588461"/>
                  </a:lnTo>
                  <a:lnTo>
                    <a:pt x="445754" y="588315"/>
                  </a:lnTo>
                  <a:lnTo>
                    <a:pt x="445231" y="588367"/>
                  </a:lnTo>
                  <a:lnTo>
                    <a:pt x="444756" y="588553"/>
                  </a:lnTo>
                  <a:lnTo>
                    <a:pt x="444442" y="588629"/>
                  </a:lnTo>
                  <a:lnTo>
                    <a:pt x="444108" y="588716"/>
                  </a:lnTo>
                  <a:lnTo>
                    <a:pt x="443538" y="588872"/>
                  </a:lnTo>
                  <a:lnTo>
                    <a:pt x="443051" y="589589"/>
                  </a:lnTo>
                  <a:lnTo>
                    <a:pt x="442903" y="589800"/>
                  </a:lnTo>
                  <a:lnTo>
                    <a:pt x="442598" y="590213"/>
                  </a:lnTo>
                  <a:lnTo>
                    <a:pt x="442413" y="590301"/>
                  </a:lnTo>
                  <a:lnTo>
                    <a:pt x="441822" y="590475"/>
                  </a:lnTo>
                  <a:lnTo>
                    <a:pt x="441575" y="590555"/>
                  </a:lnTo>
                  <a:lnTo>
                    <a:pt x="441232" y="590691"/>
                  </a:lnTo>
                  <a:lnTo>
                    <a:pt x="440551" y="590991"/>
                  </a:lnTo>
                  <a:lnTo>
                    <a:pt x="440232" y="591093"/>
                  </a:lnTo>
                  <a:lnTo>
                    <a:pt x="439594" y="591285"/>
                  </a:lnTo>
                  <a:lnTo>
                    <a:pt x="439276" y="591379"/>
                  </a:lnTo>
                  <a:lnTo>
                    <a:pt x="438960" y="591474"/>
                  </a:lnTo>
                  <a:lnTo>
                    <a:pt x="437916" y="592008"/>
                  </a:lnTo>
                  <a:lnTo>
                    <a:pt x="437428" y="592270"/>
                  </a:lnTo>
                  <a:lnTo>
                    <a:pt x="437341" y="592447"/>
                  </a:lnTo>
                  <a:lnTo>
                    <a:pt x="437177" y="592675"/>
                  </a:lnTo>
                  <a:lnTo>
                    <a:pt x="436944" y="592732"/>
                  </a:lnTo>
                  <a:lnTo>
                    <a:pt x="436346" y="592961"/>
                  </a:lnTo>
                  <a:lnTo>
                    <a:pt x="435825" y="592916"/>
                  </a:lnTo>
                  <a:lnTo>
                    <a:pt x="435356" y="593344"/>
                  </a:lnTo>
                  <a:lnTo>
                    <a:pt x="434836" y="593509"/>
                  </a:lnTo>
                  <a:lnTo>
                    <a:pt x="434325" y="593920"/>
                  </a:lnTo>
                  <a:lnTo>
                    <a:pt x="434185" y="593937"/>
                  </a:lnTo>
                  <a:lnTo>
                    <a:pt x="434026" y="593963"/>
                  </a:lnTo>
                  <a:lnTo>
                    <a:pt x="433565" y="594267"/>
                  </a:lnTo>
                  <a:lnTo>
                    <a:pt x="433291" y="594361"/>
                  </a:lnTo>
                  <a:lnTo>
                    <a:pt x="432935" y="594430"/>
                  </a:lnTo>
                  <a:lnTo>
                    <a:pt x="431888" y="594333"/>
                  </a:lnTo>
                  <a:lnTo>
                    <a:pt x="431738" y="594330"/>
                  </a:lnTo>
                  <a:lnTo>
                    <a:pt x="431295" y="594489"/>
                  </a:lnTo>
                  <a:lnTo>
                    <a:pt x="431152" y="594504"/>
                  </a:lnTo>
                  <a:lnTo>
                    <a:pt x="430848" y="594577"/>
                  </a:lnTo>
                  <a:lnTo>
                    <a:pt x="430611" y="594685"/>
                  </a:lnTo>
                  <a:lnTo>
                    <a:pt x="430245" y="594819"/>
                  </a:lnTo>
                  <a:lnTo>
                    <a:pt x="429925" y="594954"/>
                  </a:lnTo>
                  <a:lnTo>
                    <a:pt x="429654" y="595105"/>
                  </a:lnTo>
                  <a:lnTo>
                    <a:pt x="429379" y="595208"/>
                  </a:lnTo>
                  <a:lnTo>
                    <a:pt x="428947" y="595290"/>
                  </a:lnTo>
                  <a:lnTo>
                    <a:pt x="428652" y="595342"/>
                  </a:lnTo>
                  <a:lnTo>
                    <a:pt x="428304" y="595438"/>
                  </a:lnTo>
                  <a:lnTo>
                    <a:pt x="427404" y="595425"/>
                  </a:lnTo>
                  <a:lnTo>
                    <a:pt x="426988" y="595506"/>
                  </a:lnTo>
                  <a:lnTo>
                    <a:pt x="426669" y="595685"/>
                  </a:lnTo>
                  <a:lnTo>
                    <a:pt x="426527" y="595793"/>
                  </a:lnTo>
                  <a:lnTo>
                    <a:pt x="426243" y="595866"/>
                  </a:lnTo>
                  <a:lnTo>
                    <a:pt x="426024" y="595975"/>
                  </a:lnTo>
                  <a:lnTo>
                    <a:pt x="425696" y="596163"/>
                  </a:lnTo>
                  <a:lnTo>
                    <a:pt x="425181" y="596493"/>
                  </a:lnTo>
                  <a:lnTo>
                    <a:pt x="424903" y="596536"/>
                  </a:lnTo>
                  <a:lnTo>
                    <a:pt x="424588" y="596491"/>
                  </a:lnTo>
                  <a:lnTo>
                    <a:pt x="424237" y="596501"/>
                  </a:lnTo>
                  <a:lnTo>
                    <a:pt x="423893" y="596647"/>
                  </a:lnTo>
                  <a:lnTo>
                    <a:pt x="423540" y="596814"/>
                  </a:lnTo>
                  <a:lnTo>
                    <a:pt x="422256" y="597351"/>
                  </a:lnTo>
                  <a:lnTo>
                    <a:pt x="422823" y="598193"/>
                  </a:lnTo>
                  <a:lnTo>
                    <a:pt x="423387" y="598297"/>
                  </a:lnTo>
                  <a:lnTo>
                    <a:pt x="423293" y="598768"/>
                  </a:lnTo>
                  <a:lnTo>
                    <a:pt x="423005" y="598890"/>
                  </a:lnTo>
                  <a:lnTo>
                    <a:pt x="422877" y="599650"/>
                  </a:lnTo>
                  <a:lnTo>
                    <a:pt x="422619" y="600019"/>
                  </a:lnTo>
                  <a:lnTo>
                    <a:pt x="422444" y="600219"/>
                  </a:lnTo>
                  <a:lnTo>
                    <a:pt x="422441" y="600543"/>
                  </a:lnTo>
                  <a:lnTo>
                    <a:pt x="421949" y="600672"/>
                  </a:lnTo>
                  <a:lnTo>
                    <a:pt x="421405" y="600840"/>
                  </a:lnTo>
                  <a:lnTo>
                    <a:pt x="421092" y="601007"/>
                  </a:lnTo>
                  <a:lnTo>
                    <a:pt x="420673" y="601277"/>
                  </a:lnTo>
                  <a:lnTo>
                    <a:pt x="419861" y="601837"/>
                  </a:lnTo>
                  <a:lnTo>
                    <a:pt x="419552" y="602006"/>
                  </a:lnTo>
                  <a:lnTo>
                    <a:pt x="419139" y="602176"/>
                  </a:lnTo>
                  <a:lnTo>
                    <a:pt x="418967" y="602252"/>
                  </a:lnTo>
                  <a:lnTo>
                    <a:pt x="418791" y="602364"/>
                  </a:lnTo>
                  <a:lnTo>
                    <a:pt x="417827" y="603116"/>
                  </a:lnTo>
                  <a:lnTo>
                    <a:pt x="417472" y="603205"/>
                  </a:lnTo>
                  <a:lnTo>
                    <a:pt x="416991" y="603242"/>
                  </a:lnTo>
                  <a:lnTo>
                    <a:pt x="416563" y="603366"/>
                  </a:lnTo>
                  <a:lnTo>
                    <a:pt x="416173" y="603484"/>
                  </a:lnTo>
                  <a:lnTo>
                    <a:pt x="415792" y="603523"/>
                  </a:lnTo>
                  <a:lnTo>
                    <a:pt x="415502" y="603515"/>
                  </a:lnTo>
                  <a:lnTo>
                    <a:pt x="414878" y="603583"/>
                  </a:lnTo>
                  <a:lnTo>
                    <a:pt x="414506" y="604047"/>
                  </a:lnTo>
                  <a:lnTo>
                    <a:pt x="413906" y="604091"/>
                  </a:lnTo>
                  <a:lnTo>
                    <a:pt x="413541" y="604338"/>
                  </a:lnTo>
                  <a:lnTo>
                    <a:pt x="413228" y="604411"/>
                  </a:lnTo>
                  <a:lnTo>
                    <a:pt x="412754" y="604614"/>
                  </a:lnTo>
                  <a:lnTo>
                    <a:pt x="412522" y="604873"/>
                  </a:lnTo>
                  <a:lnTo>
                    <a:pt x="412351" y="605101"/>
                  </a:lnTo>
                  <a:lnTo>
                    <a:pt x="412038" y="605446"/>
                  </a:lnTo>
                  <a:lnTo>
                    <a:pt x="411775" y="605597"/>
                  </a:lnTo>
                  <a:lnTo>
                    <a:pt x="411570" y="605595"/>
                  </a:lnTo>
                  <a:lnTo>
                    <a:pt x="411165" y="605389"/>
                  </a:lnTo>
                  <a:lnTo>
                    <a:pt x="410149" y="604874"/>
                  </a:lnTo>
                  <a:lnTo>
                    <a:pt x="409749" y="604855"/>
                  </a:lnTo>
                  <a:lnTo>
                    <a:pt x="409480" y="604988"/>
                  </a:lnTo>
                  <a:lnTo>
                    <a:pt x="409211" y="605184"/>
                  </a:lnTo>
                  <a:lnTo>
                    <a:pt x="408618" y="605162"/>
                  </a:lnTo>
                  <a:lnTo>
                    <a:pt x="408602" y="605027"/>
                  </a:lnTo>
                  <a:lnTo>
                    <a:pt x="408217" y="604257"/>
                  </a:lnTo>
                  <a:lnTo>
                    <a:pt x="407933" y="603701"/>
                  </a:lnTo>
                  <a:lnTo>
                    <a:pt x="407769" y="603547"/>
                  </a:lnTo>
                  <a:lnTo>
                    <a:pt x="407392" y="603257"/>
                  </a:lnTo>
                  <a:lnTo>
                    <a:pt x="407123" y="603098"/>
                  </a:lnTo>
                  <a:lnTo>
                    <a:pt x="406925" y="603013"/>
                  </a:lnTo>
                  <a:lnTo>
                    <a:pt x="406703" y="603201"/>
                  </a:lnTo>
                  <a:lnTo>
                    <a:pt x="406528" y="603269"/>
                  </a:lnTo>
                  <a:lnTo>
                    <a:pt x="406055" y="603097"/>
                  </a:lnTo>
                  <a:lnTo>
                    <a:pt x="405778" y="603146"/>
                  </a:lnTo>
                  <a:lnTo>
                    <a:pt x="405558" y="603114"/>
                  </a:lnTo>
                  <a:lnTo>
                    <a:pt x="405483" y="602948"/>
                  </a:lnTo>
                  <a:lnTo>
                    <a:pt x="405129" y="602809"/>
                  </a:lnTo>
                  <a:lnTo>
                    <a:pt x="404975" y="602903"/>
                  </a:lnTo>
                  <a:lnTo>
                    <a:pt x="403805" y="603202"/>
                  </a:lnTo>
                  <a:lnTo>
                    <a:pt x="402899" y="603368"/>
                  </a:lnTo>
                  <a:lnTo>
                    <a:pt x="402595" y="603455"/>
                  </a:lnTo>
                  <a:lnTo>
                    <a:pt x="402000" y="603273"/>
                  </a:lnTo>
                  <a:lnTo>
                    <a:pt x="401660" y="603398"/>
                  </a:lnTo>
                  <a:lnTo>
                    <a:pt x="401349" y="603588"/>
                  </a:lnTo>
                  <a:lnTo>
                    <a:pt x="400827" y="604711"/>
                  </a:lnTo>
                  <a:lnTo>
                    <a:pt x="400481" y="605210"/>
                  </a:lnTo>
                  <a:lnTo>
                    <a:pt x="400342" y="605294"/>
                  </a:lnTo>
                  <a:lnTo>
                    <a:pt x="399502" y="605551"/>
                  </a:lnTo>
                  <a:lnTo>
                    <a:pt x="399049" y="605512"/>
                  </a:lnTo>
                  <a:lnTo>
                    <a:pt x="398762" y="605457"/>
                  </a:lnTo>
                  <a:lnTo>
                    <a:pt x="398557" y="605445"/>
                  </a:lnTo>
                  <a:lnTo>
                    <a:pt x="397959" y="605665"/>
                  </a:lnTo>
                  <a:lnTo>
                    <a:pt x="397111" y="605794"/>
                  </a:lnTo>
                  <a:lnTo>
                    <a:pt x="396690" y="605233"/>
                  </a:lnTo>
                  <a:lnTo>
                    <a:pt x="396262" y="605331"/>
                  </a:lnTo>
                  <a:lnTo>
                    <a:pt x="396005" y="605336"/>
                  </a:lnTo>
                  <a:lnTo>
                    <a:pt x="395465" y="605337"/>
                  </a:lnTo>
                  <a:lnTo>
                    <a:pt x="394722" y="605160"/>
                  </a:lnTo>
                  <a:lnTo>
                    <a:pt x="394493" y="605178"/>
                  </a:lnTo>
                  <a:lnTo>
                    <a:pt x="393211" y="605290"/>
                  </a:lnTo>
                  <a:lnTo>
                    <a:pt x="392743" y="605367"/>
                  </a:lnTo>
                  <a:lnTo>
                    <a:pt x="392109" y="605743"/>
                  </a:lnTo>
                  <a:lnTo>
                    <a:pt x="391284" y="606219"/>
                  </a:lnTo>
                  <a:lnTo>
                    <a:pt x="391041" y="606316"/>
                  </a:lnTo>
                  <a:lnTo>
                    <a:pt x="390892" y="606375"/>
                  </a:lnTo>
                  <a:lnTo>
                    <a:pt x="390017" y="606338"/>
                  </a:lnTo>
                  <a:lnTo>
                    <a:pt x="389979" y="606032"/>
                  </a:lnTo>
                  <a:lnTo>
                    <a:pt x="388614" y="605843"/>
                  </a:lnTo>
                  <a:lnTo>
                    <a:pt x="387825" y="605993"/>
                  </a:lnTo>
                  <a:lnTo>
                    <a:pt x="387537" y="606084"/>
                  </a:lnTo>
                  <a:lnTo>
                    <a:pt x="387259" y="605297"/>
                  </a:lnTo>
                  <a:lnTo>
                    <a:pt x="386765" y="605159"/>
                  </a:lnTo>
                  <a:lnTo>
                    <a:pt x="386423" y="605244"/>
                  </a:lnTo>
                  <a:lnTo>
                    <a:pt x="385887" y="605470"/>
                  </a:lnTo>
                  <a:lnTo>
                    <a:pt x="385273" y="605427"/>
                  </a:lnTo>
                  <a:lnTo>
                    <a:pt x="384588" y="604957"/>
                  </a:lnTo>
                  <a:lnTo>
                    <a:pt x="384381" y="604992"/>
                  </a:lnTo>
                  <a:lnTo>
                    <a:pt x="383954" y="604672"/>
                  </a:lnTo>
                  <a:lnTo>
                    <a:pt x="383823" y="604513"/>
                  </a:lnTo>
                  <a:lnTo>
                    <a:pt x="383302" y="604524"/>
                  </a:lnTo>
                  <a:lnTo>
                    <a:pt x="383157" y="604561"/>
                  </a:lnTo>
                  <a:lnTo>
                    <a:pt x="382718" y="604563"/>
                  </a:lnTo>
                  <a:lnTo>
                    <a:pt x="382524" y="604506"/>
                  </a:lnTo>
                  <a:lnTo>
                    <a:pt x="382107" y="604595"/>
                  </a:lnTo>
                  <a:lnTo>
                    <a:pt x="381672" y="604676"/>
                  </a:lnTo>
                  <a:lnTo>
                    <a:pt x="380984" y="604792"/>
                  </a:lnTo>
                  <a:lnTo>
                    <a:pt x="380315" y="604674"/>
                  </a:lnTo>
                  <a:lnTo>
                    <a:pt x="380315" y="604431"/>
                  </a:lnTo>
                  <a:lnTo>
                    <a:pt x="380487" y="604161"/>
                  </a:lnTo>
                  <a:lnTo>
                    <a:pt x="380455" y="603938"/>
                  </a:lnTo>
                  <a:lnTo>
                    <a:pt x="379793" y="603858"/>
                  </a:lnTo>
                  <a:lnTo>
                    <a:pt x="379276" y="603898"/>
                  </a:lnTo>
                  <a:lnTo>
                    <a:pt x="378649" y="603981"/>
                  </a:lnTo>
                  <a:lnTo>
                    <a:pt x="377959" y="603880"/>
                  </a:lnTo>
                  <a:lnTo>
                    <a:pt x="377404" y="603527"/>
                  </a:lnTo>
                  <a:lnTo>
                    <a:pt x="376907" y="603396"/>
                  </a:lnTo>
                  <a:lnTo>
                    <a:pt x="376545" y="603366"/>
                  </a:lnTo>
                  <a:lnTo>
                    <a:pt x="376338" y="603175"/>
                  </a:lnTo>
                  <a:lnTo>
                    <a:pt x="376052" y="602916"/>
                  </a:lnTo>
                  <a:lnTo>
                    <a:pt x="375359" y="603195"/>
                  </a:lnTo>
                  <a:lnTo>
                    <a:pt x="375184" y="603366"/>
                  </a:lnTo>
                  <a:lnTo>
                    <a:pt x="374566" y="603703"/>
                  </a:lnTo>
                  <a:lnTo>
                    <a:pt x="374229" y="603940"/>
                  </a:lnTo>
                  <a:lnTo>
                    <a:pt x="373222" y="604217"/>
                  </a:lnTo>
                  <a:lnTo>
                    <a:pt x="372928" y="604066"/>
                  </a:lnTo>
                  <a:lnTo>
                    <a:pt x="372491" y="603900"/>
                  </a:lnTo>
                  <a:lnTo>
                    <a:pt x="372285" y="603843"/>
                  </a:lnTo>
                  <a:lnTo>
                    <a:pt x="371887" y="603806"/>
                  </a:lnTo>
                  <a:lnTo>
                    <a:pt x="371716" y="603809"/>
                  </a:lnTo>
                  <a:lnTo>
                    <a:pt x="371457" y="603815"/>
                  </a:lnTo>
                  <a:lnTo>
                    <a:pt x="370996" y="603740"/>
                  </a:lnTo>
                  <a:lnTo>
                    <a:pt x="370366" y="603143"/>
                  </a:lnTo>
                  <a:lnTo>
                    <a:pt x="369875" y="602632"/>
                  </a:lnTo>
                  <a:lnTo>
                    <a:pt x="369541" y="602043"/>
                  </a:lnTo>
                  <a:lnTo>
                    <a:pt x="369444" y="601574"/>
                  </a:lnTo>
                  <a:lnTo>
                    <a:pt x="369030" y="601102"/>
                  </a:lnTo>
                  <a:lnTo>
                    <a:pt x="368495" y="600420"/>
                  </a:lnTo>
                  <a:lnTo>
                    <a:pt x="368260" y="600363"/>
                  </a:lnTo>
                  <a:lnTo>
                    <a:pt x="367620" y="600237"/>
                  </a:lnTo>
                  <a:lnTo>
                    <a:pt x="366603" y="600205"/>
                  </a:lnTo>
                  <a:lnTo>
                    <a:pt x="366393" y="599711"/>
                  </a:lnTo>
                  <a:lnTo>
                    <a:pt x="366393" y="599398"/>
                  </a:lnTo>
                  <a:lnTo>
                    <a:pt x="366241" y="599334"/>
                  </a:lnTo>
                  <a:lnTo>
                    <a:pt x="365840" y="599144"/>
                  </a:lnTo>
                  <a:lnTo>
                    <a:pt x="365934" y="598773"/>
                  </a:lnTo>
                  <a:lnTo>
                    <a:pt x="365934" y="598456"/>
                  </a:lnTo>
                  <a:lnTo>
                    <a:pt x="365868" y="598262"/>
                  </a:lnTo>
                  <a:lnTo>
                    <a:pt x="365771" y="598088"/>
                  </a:lnTo>
                  <a:lnTo>
                    <a:pt x="365332" y="597538"/>
                  </a:lnTo>
                  <a:lnTo>
                    <a:pt x="365801" y="597212"/>
                  </a:lnTo>
                  <a:lnTo>
                    <a:pt x="365853" y="596885"/>
                  </a:lnTo>
                  <a:lnTo>
                    <a:pt x="365906" y="595977"/>
                  </a:lnTo>
                  <a:lnTo>
                    <a:pt x="365775" y="595521"/>
                  </a:lnTo>
                  <a:lnTo>
                    <a:pt x="365650" y="595357"/>
                  </a:lnTo>
                  <a:lnTo>
                    <a:pt x="365721" y="595088"/>
                  </a:lnTo>
                  <a:lnTo>
                    <a:pt x="365798" y="594612"/>
                  </a:lnTo>
                  <a:lnTo>
                    <a:pt x="365418" y="594181"/>
                  </a:lnTo>
                  <a:lnTo>
                    <a:pt x="365196" y="594055"/>
                  </a:lnTo>
                  <a:lnTo>
                    <a:pt x="364926" y="593917"/>
                  </a:lnTo>
                  <a:lnTo>
                    <a:pt x="364870" y="593745"/>
                  </a:lnTo>
                  <a:lnTo>
                    <a:pt x="364840" y="593458"/>
                  </a:lnTo>
                  <a:lnTo>
                    <a:pt x="364882" y="593278"/>
                  </a:lnTo>
                  <a:lnTo>
                    <a:pt x="364920" y="592972"/>
                  </a:lnTo>
                  <a:lnTo>
                    <a:pt x="364828" y="592716"/>
                  </a:lnTo>
                  <a:lnTo>
                    <a:pt x="365147" y="592462"/>
                  </a:lnTo>
                  <a:lnTo>
                    <a:pt x="365266" y="592147"/>
                  </a:lnTo>
                  <a:lnTo>
                    <a:pt x="365193" y="591854"/>
                  </a:lnTo>
                  <a:lnTo>
                    <a:pt x="364547" y="591543"/>
                  </a:lnTo>
                  <a:lnTo>
                    <a:pt x="364178" y="591538"/>
                  </a:lnTo>
                  <a:lnTo>
                    <a:pt x="362629" y="591568"/>
                  </a:lnTo>
                  <a:lnTo>
                    <a:pt x="362055" y="591707"/>
                  </a:lnTo>
                  <a:lnTo>
                    <a:pt x="361705" y="591067"/>
                  </a:lnTo>
                  <a:lnTo>
                    <a:pt x="361512" y="591046"/>
                  </a:lnTo>
                  <a:lnTo>
                    <a:pt x="361094" y="591083"/>
                  </a:lnTo>
                  <a:lnTo>
                    <a:pt x="360787" y="591224"/>
                  </a:lnTo>
                  <a:lnTo>
                    <a:pt x="360541" y="591349"/>
                  </a:lnTo>
                  <a:lnTo>
                    <a:pt x="360402" y="591424"/>
                  </a:lnTo>
                  <a:lnTo>
                    <a:pt x="360029" y="591565"/>
                  </a:lnTo>
                  <a:lnTo>
                    <a:pt x="358862" y="591171"/>
                  </a:lnTo>
                  <a:lnTo>
                    <a:pt x="358211" y="591301"/>
                  </a:lnTo>
                  <a:lnTo>
                    <a:pt x="358000" y="591911"/>
                  </a:lnTo>
                  <a:lnTo>
                    <a:pt x="357983" y="592132"/>
                  </a:lnTo>
                  <a:lnTo>
                    <a:pt x="357666" y="592449"/>
                  </a:lnTo>
                  <a:lnTo>
                    <a:pt x="357390" y="592511"/>
                  </a:lnTo>
                  <a:lnTo>
                    <a:pt x="356875" y="592736"/>
                  </a:lnTo>
                  <a:lnTo>
                    <a:pt x="356504" y="592997"/>
                  </a:lnTo>
                  <a:lnTo>
                    <a:pt x="356356" y="593333"/>
                  </a:lnTo>
                  <a:lnTo>
                    <a:pt x="356184" y="593347"/>
                  </a:lnTo>
                  <a:lnTo>
                    <a:pt x="355745" y="593215"/>
                  </a:lnTo>
                  <a:lnTo>
                    <a:pt x="355162" y="592700"/>
                  </a:lnTo>
                  <a:lnTo>
                    <a:pt x="354947" y="592448"/>
                  </a:lnTo>
                  <a:lnTo>
                    <a:pt x="354791" y="592258"/>
                  </a:lnTo>
                  <a:lnTo>
                    <a:pt x="354620" y="592136"/>
                  </a:lnTo>
                  <a:lnTo>
                    <a:pt x="353718" y="592087"/>
                  </a:lnTo>
                  <a:lnTo>
                    <a:pt x="353129" y="591697"/>
                  </a:lnTo>
                  <a:lnTo>
                    <a:pt x="353098" y="591563"/>
                  </a:lnTo>
                  <a:lnTo>
                    <a:pt x="352892" y="591249"/>
                  </a:lnTo>
                  <a:lnTo>
                    <a:pt x="352318" y="591261"/>
                  </a:lnTo>
                  <a:lnTo>
                    <a:pt x="351951" y="590946"/>
                  </a:lnTo>
                  <a:lnTo>
                    <a:pt x="351183" y="590831"/>
                  </a:lnTo>
                  <a:lnTo>
                    <a:pt x="350764" y="590852"/>
                  </a:lnTo>
                  <a:lnTo>
                    <a:pt x="350549" y="590854"/>
                  </a:lnTo>
                  <a:lnTo>
                    <a:pt x="350017" y="590688"/>
                  </a:lnTo>
                  <a:lnTo>
                    <a:pt x="349837" y="590562"/>
                  </a:lnTo>
                  <a:lnTo>
                    <a:pt x="349448" y="590403"/>
                  </a:lnTo>
                  <a:lnTo>
                    <a:pt x="348823" y="590310"/>
                  </a:lnTo>
                  <a:lnTo>
                    <a:pt x="348580" y="590531"/>
                  </a:lnTo>
                  <a:lnTo>
                    <a:pt x="348304" y="590671"/>
                  </a:lnTo>
                  <a:lnTo>
                    <a:pt x="347835" y="590715"/>
                  </a:lnTo>
                  <a:lnTo>
                    <a:pt x="347388" y="590520"/>
                  </a:lnTo>
                  <a:lnTo>
                    <a:pt x="347064" y="590337"/>
                  </a:lnTo>
                  <a:lnTo>
                    <a:pt x="346377" y="590043"/>
                  </a:lnTo>
                  <a:lnTo>
                    <a:pt x="345767" y="589962"/>
                  </a:lnTo>
                  <a:lnTo>
                    <a:pt x="345182" y="590053"/>
                  </a:lnTo>
                  <a:lnTo>
                    <a:pt x="344296" y="590166"/>
                  </a:lnTo>
                  <a:lnTo>
                    <a:pt x="344098" y="590180"/>
                  </a:lnTo>
                  <a:lnTo>
                    <a:pt x="343874" y="590215"/>
                  </a:lnTo>
                  <a:lnTo>
                    <a:pt x="343722" y="590430"/>
                  </a:lnTo>
                  <a:lnTo>
                    <a:pt x="343479" y="590850"/>
                  </a:lnTo>
                  <a:lnTo>
                    <a:pt x="343479" y="591425"/>
                  </a:lnTo>
                  <a:lnTo>
                    <a:pt x="343496" y="591786"/>
                  </a:lnTo>
                  <a:lnTo>
                    <a:pt x="343420" y="592358"/>
                  </a:lnTo>
                  <a:lnTo>
                    <a:pt x="343289" y="592512"/>
                  </a:lnTo>
                  <a:lnTo>
                    <a:pt x="343088" y="592620"/>
                  </a:lnTo>
                  <a:lnTo>
                    <a:pt x="342064" y="592775"/>
                  </a:lnTo>
                  <a:lnTo>
                    <a:pt x="341703" y="592635"/>
                  </a:lnTo>
                  <a:lnTo>
                    <a:pt x="341411" y="592541"/>
                  </a:lnTo>
                  <a:lnTo>
                    <a:pt x="340835" y="592639"/>
                  </a:lnTo>
                  <a:lnTo>
                    <a:pt x="341234" y="593628"/>
                  </a:lnTo>
                  <a:lnTo>
                    <a:pt x="341465" y="594481"/>
                  </a:lnTo>
                  <a:lnTo>
                    <a:pt x="341344" y="594637"/>
                  </a:lnTo>
                  <a:lnTo>
                    <a:pt x="340984" y="595094"/>
                  </a:lnTo>
                  <a:lnTo>
                    <a:pt x="340643" y="595398"/>
                  </a:lnTo>
                  <a:lnTo>
                    <a:pt x="340619" y="595756"/>
                  </a:lnTo>
                  <a:lnTo>
                    <a:pt x="340626" y="595979"/>
                  </a:lnTo>
                  <a:lnTo>
                    <a:pt x="340917" y="596209"/>
                  </a:lnTo>
                  <a:lnTo>
                    <a:pt x="340590" y="596721"/>
                  </a:lnTo>
                  <a:lnTo>
                    <a:pt x="340420" y="596967"/>
                  </a:lnTo>
                  <a:lnTo>
                    <a:pt x="340081" y="597388"/>
                  </a:lnTo>
                  <a:lnTo>
                    <a:pt x="339934" y="597516"/>
                  </a:lnTo>
                  <a:lnTo>
                    <a:pt x="339671" y="597585"/>
                  </a:lnTo>
                  <a:lnTo>
                    <a:pt x="338912" y="597627"/>
                  </a:lnTo>
                  <a:lnTo>
                    <a:pt x="338735" y="597539"/>
                  </a:lnTo>
                  <a:lnTo>
                    <a:pt x="338579" y="597367"/>
                  </a:lnTo>
                  <a:lnTo>
                    <a:pt x="338304" y="597111"/>
                  </a:lnTo>
                  <a:lnTo>
                    <a:pt x="337952" y="597353"/>
                  </a:lnTo>
                  <a:lnTo>
                    <a:pt x="337845" y="597629"/>
                  </a:lnTo>
                  <a:lnTo>
                    <a:pt x="337740" y="598034"/>
                  </a:lnTo>
                  <a:lnTo>
                    <a:pt x="337232" y="598415"/>
                  </a:lnTo>
                  <a:lnTo>
                    <a:pt x="337041" y="598436"/>
                  </a:lnTo>
                  <a:lnTo>
                    <a:pt x="336069" y="598429"/>
                  </a:lnTo>
                  <a:lnTo>
                    <a:pt x="335800" y="598466"/>
                  </a:lnTo>
                  <a:lnTo>
                    <a:pt x="335401" y="598586"/>
                  </a:lnTo>
                  <a:lnTo>
                    <a:pt x="335049" y="598944"/>
                  </a:lnTo>
                  <a:lnTo>
                    <a:pt x="334988" y="599831"/>
                  </a:lnTo>
                  <a:lnTo>
                    <a:pt x="334809" y="599956"/>
                  </a:lnTo>
                  <a:lnTo>
                    <a:pt x="334498" y="599977"/>
                  </a:lnTo>
                  <a:lnTo>
                    <a:pt x="334033" y="599430"/>
                  </a:lnTo>
                  <a:lnTo>
                    <a:pt x="333567" y="599940"/>
                  </a:lnTo>
                  <a:lnTo>
                    <a:pt x="333331" y="600154"/>
                  </a:lnTo>
                  <a:lnTo>
                    <a:pt x="332896" y="600283"/>
                  </a:lnTo>
                  <a:lnTo>
                    <a:pt x="332129" y="600521"/>
                  </a:lnTo>
                  <a:lnTo>
                    <a:pt x="331704" y="600652"/>
                  </a:lnTo>
                  <a:lnTo>
                    <a:pt x="331257" y="601025"/>
                  </a:lnTo>
                  <a:lnTo>
                    <a:pt x="330709" y="601555"/>
                  </a:lnTo>
                  <a:lnTo>
                    <a:pt x="329410" y="601391"/>
                  </a:lnTo>
                  <a:lnTo>
                    <a:pt x="329040" y="601589"/>
                  </a:lnTo>
                  <a:lnTo>
                    <a:pt x="328956" y="602605"/>
                  </a:lnTo>
                  <a:lnTo>
                    <a:pt x="329101" y="603058"/>
                  </a:lnTo>
                  <a:lnTo>
                    <a:pt x="329206" y="603318"/>
                  </a:lnTo>
                  <a:lnTo>
                    <a:pt x="329298" y="603533"/>
                  </a:lnTo>
                  <a:lnTo>
                    <a:pt x="329561" y="604452"/>
                  </a:lnTo>
                  <a:lnTo>
                    <a:pt x="329726" y="605124"/>
                  </a:lnTo>
                  <a:lnTo>
                    <a:pt x="329796" y="605338"/>
                  </a:lnTo>
                  <a:lnTo>
                    <a:pt x="329880" y="605475"/>
                  </a:lnTo>
                  <a:lnTo>
                    <a:pt x="329875" y="605999"/>
                  </a:lnTo>
                  <a:lnTo>
                    <a:pt x="329600" y="606442"/>
                  </a:lnTo>
                  <a:lnTo>
                    <a:pt x="329283" y="606945"/>
                  </a:lnTo>
                  <a:lnTo>
                    <a:pt x="328361" y="607661"/>
                  </a:lnTo>
                  <a:lnTo>
                    <a:pt x="328170" y="607718"/>
                  </a:lnTo>
                  <a:lnTo>
                    <a:pt x="327287" y="607827"/>
                  </a:lnTo>
                  <a:lnTo>
                    <a:pt x="326686" y="607553"/>
                  </a:lnTo>
                  <a:lnTo>
                    <a:pt x="326105" y="607806"/>
                  </a:lnTo>
                  <a:lnTo>
                    <a:pt x="325596" y="608398"/>
                  </a:lnTo>
                  <a:lnTo>
                    <a:pt x="325536" y="608607"/>
                  </a:lnTo>
                  <a:lnTo>
                    <a:pt x="325500" y="608780"/>
                  </a:lnTo>
                  <a:lnTo>
                    <a:pt x="325393" y="609136"/>
                  </a:lnTo>
                  <a:lnTo>
                    <a:pt x="324824" y="609325"/>
                  </a:lnTo>
                  <a:lnTo>
                    <a:pt x="324463" y="609275"/>
                  </a:lnTo>
                  <a:lnTo>
                    <a:pt x="323906" y="609310"/>
                  </a:lnTo>
                  <a:lnTo>
                    <a:pt x="322652" y="609827"/>
                  </a:lnTo>
                  <a:lnTo>
                    <a:pt x="322431" y="609861"/>
                  </a:lnTo>
                  <a:lnTo>
                    <a:pt x="321310" y="609678"/>
                  </a:lnTo>
                  <a:lnTo>
                    <a:pt x="320991" y="609607"/>
                  </a:lnTo>
                  <a:lnTo>
                    <a:pt x="320648" y="609499"/>
                  </a:lnTo>
                  <a:lnTo>
                    <a:pt x="320341" y="609375"/>
                  </a:lnTo>
                  <a:lnTo>
                    <a:pt x="320092" y="609214"/>
                  </a:lnTo>
                  <a:lnTo>
                    <a:pt x="319599" y="609399"/>
                  </a:lnTo>
                  <a:lnTo>
                    <a:pt x="317951" y="609808"/>
                  </a:lnTo>
                  <a:lnTo>
                    <a:pt x="317713" y="609874"/>
                  </a:lnTo>
                  <a:lnTo>
                    <a:pt x="317198" y="609899"/>
                  </a:lnTo>
                  <a:lnTo>
                    <a:pt x="317048" y="609989"/>
                  </a:lnTo>
                  <a:lnTo>
                    <a:pt x="316693" y="610217"/>
                  </a:lnTo>
                  <a:lnTo>
                    <a:pt x="316441" y="610400"/>
                  </a:lnTo>
                  <a:lnTo>
                    <a:pt x="316106" y="610770"/>
                  </a:lnTo>
                  <a:lnTo>
                    <a:pt x="315607" y="610984"/>
                  </a:lnTo>
                  <a:lnTo>
                    <a:pt x="314361" y="611093"/>
                  </a:lnTo>
                  <a:lnTo>
                    <a:pt x="313540" y="611021"/>
                  </a:lnTo>
                  <a:lnTo>
                    <a:pt x="313112" y="610840"/>
                  </a:lnTo>
                  <a:lnTo>
                    <a:pt x="312667" y="610907"/>
                  </a:lnTo>
                  <a:lnTo>
                    <a:pt x="312066" y="610934"/>
                  </a:lnTo>
                  <a:lnTo>
                    <a:pt x="311629" y="610942"/>
                  </a:lnTo>
                  <a:lnTo>
                    <a:pt x="311290" y="610927"/>
                  </a:lnTo>
                  <a:lnTo>
                    <a:pt x="310928" y="610908"/>
                  </a:lnTo>
                  <a:lnTo>
                    <a:pt x="310482" y="610719"/>
                  </a:lnTo>
                  <a:lnTo>
                    <a:pt x="310163" y="610706"/>
                  </a:lnTo>
                  <a:lnTo>
                    <a:pt x="309050" y="610922"/>
                  </a:lnTo>
                  <a:lnTo>
                    <a:pt x="308754" y="610540"/>
                  </a:lnTo>
                  <a:lnTo>
                    <a:pt x="308537" y="610128"/>
                  </a:lnTo>
                  <a:lnTo>
                    <a:pt x="308630" y="609721"/>
                  </a:lnTo>
                  <a:lnTo>
                    <a:pt x="308683" y="609453"/>
                  </a:lnTo>
                  <a:lnTo>
                    <a:pt x="308544" y="608689"/>
                  </a:lnTo>
                  <a:lnTo>
                    <a:pt x="307815" y="608381"/>
                  </a:lnTo>
                  <a:lnTo>
                    <a:pt x="306755" y="607577"/>
                  </a:lnTo>
                  <a:lnTo>
                    <a:pt x="306492" y="606893"/>
                  </a:lnTo>
                  <a:lnTo>
                    <a:pt x="306368" y="606690"/>
                  </a:lnTo>
                  <a:lnTo>
                    <a:pt x="305754" y="606579"/>
                  </a:lnTo>
                  <a:lnTo>
                    <a:pt x="305443" y="606558"/>
                  </a:lnTo>
                  <a:lnTo>
                    <a:pt x="304812" y="606351"/>
                  </a:lnTo>
                  <a:lnTo>
                    <a:pt x="304498" y="606391"/>
                  </a:lnTo>
                  <a:lnTo>
                    <a:pt x="304165" y="606379"/>
                  </a:lnTo>
                  <a:lnTo>
                    <a:pt x="303615" y="606164"/>
                  </a:lnTo>
                  <a:lnTo>
                    <a:pt x="303445" y="605923"/>
                  </a:lnTo>
                  <a:lnTo>
                    <a:pt x="303391" y="605787"/>
                  </a:lnTo>
                  <a:lnTo>
                    <a:pt x="302451" y="606034"/>
                  </a:lnTo>
                  <a:lnTo>
                    <a:pt x="302262" y="605947"/>
                  </a:lnTo>
                  <a:lnTo>
                    <a:pt x="301822" y="606448"/>
                  </a:lnTo>
                  <a:lnTo>
                    <a:pt x="301352" y="606451"/>
                  </a:lnTo>
                  <a:lnTo>
                    <a:pt x="301114" y="606285"/>
                  </a:lnTo>
                  <a:lnTo>
                    <a:pt x="300888" y="606196"/>
                  </a:lnTo>
                  <a:lnTo>
                    <a:pt x="299805" y="606084"/>
                  </a:lnTo>
                  <a:lnTo>
                    <a:pt x="299650" y="606267"/>
                  </a:lnTo>
                  <a:lnTo>
                    <a:pt x="299508" y="606548"/>
                  </a:lnTo>
                  <a:lnTo>
                    <a:pt x="299348" y="607048"/>
                  </a:lnTo>
                  <a:lnTo>
                    <a:pt x="299158" y="607024"/>
                  </a:lnTo>
                  <a:lnTo>
                    <a:pt x="299020" y="606927"/>
                  </a:lnTo>
                  <a:lnTo>
                    <a:pt x="298668" y="606632"/>
                  </a:lnTo>
                  <a:lnTo>
                    <a:pt x="298356" y="606697"/>
                  </a:lnTo>
                  <a:lnTo>
                    <a:pt x="298137" y="606879"/>
                  </a:lnTo>
                  <a:lnTo>
                    <a:pt x="297955" y="607023"/>
                  </a:lnTo>
                  <a:lnTo>
                    <a:pt x="297608" y="607078"/>
                  </a:lnTo>
                  <a:lnTo>
                    <a:pt x="297111" y="606098"/>
                  </a:lnTo>
                  <a:lnTo>
                    <a:pt x="296924" y="605710"/>
                  </a:lnTo>
                  <a:lnTo>
                    <a:pt x="296750" y="605258"/>
                  </a:lnTo>
                  <a:lnTo>
                    <a:pt x="296607" y="605180"/>
                  </a:lnTo>
                  <a:lnTo>
                    <a:pt x="296155" y="605089"/>
                  </a:lnTo>
                  <a:lnTo>
                    <a:pt x="295160" y="605385"/>
                  </a:lnTo>
                  <a:lnTo>
                    <a:pt x="294204" y="604942"/>
                  </a:lnTo>
                  <a:lnTo>
                    <a:pt x="293992" y="604336"/>
                  </a:lnTo>
                  <a:lnTo>
                    <a:pt x="293613" y="604317"/>
                  </a:lnTo>
                  <a:lnTo>
                    <a:pt x="293358" y="604445"/>
                  </a:lnTo>
                  <a:lnTo>
                    <a:pt x="292997" y="604350"/>
                  </a:lnTo>
                  <a:lnTo>
                    <a:pt x="292957" y="604123"/>
                  </a:lnTo>
                  <a:lnTo>
                    <a:pt x="293073" y="603986"/>
                  </a:lnTo>
                  <a:lnTo>
                    <a:pt x="293187" y="603765"/>
                  </a:lnTo>
                  <a:lnTo>
                    <a:pt x="293209" y="603621"/>
                  </a:lnTo>
                  <a:lnTo>
                    <a:pt x="293131" y="603473"/>
                  </a:lnTo>
                  <a:lnTo>
                    <a:pt x="292756" y="603348"/>
                  </a:lnTo>
                  <a:lnTo>
                    <a:pt x="292008" y="603783"/>
                  </a:lnTo>
                  <a:lnTo>
                    <a:pt x="291477" y="603640"/>
                  </a:lnTo>
                  <a:lnTo>
                    <a:pt x="291162" y="603684"/>
                  </a:lnTo>
                  <a:lnTo>
                    <a:pt x="291017" y="603858"/>
                  </a:lnTo>
                  <a:lnTo>
                    <a:pt x="290532" y="604475"/>
                  </a:lnTo>
                  <a:lnTo>
                    <a:pt x="290443" y="604716"/>
                  </a:lnTo>
                  <a:lnTo>
                    <a:pt x="290432" y="604987"/>
                  </a:lnTo>
                  <a:lnTo>
                    <a:pt x="290795" y="605295"/>
                  </a:lnTo>
                  <a:lnTo>
                    <a:pt x="290657" y="605916"/>
                  </a:lnTo>
                  <a:lnTo>
                    <a:pt x="290397" y="606498"/>
                  </a:lnTo>
                  <a:lnTo>
                    <a:pt x="290107" y="606568"/>
                  </a:lnTo>
                  <a:lnTo>
                    <a:pt x="289937" y="606566"/>
                  </a:lnTo>
                  <a:lnTo>
                    <a:pt x="289774" y="606565"/>
                  </a:lnTo>
                  <a:lnTo>
                    <a:pt x="289382" y="606611"/>
                  </a:lnTo>
                  <a:lnTo>
                    <a:pt x="289537" y="606917"/>
                  </a:lnTo>
                  <a:lnTo>
                    <a:pt x="290148" y="607703"/>
                  </a:lnTo>
                  <a:lnTo>
                    <a:pt x="289511" y="607623"/>
                  </a:lnTo>
                  <a:lnTo>
                    <a:pt x="288893" y="607635"/>
                  </a:lnTo>
                  <a:lnTo>
                    <a:pt x="288319" y="607679"/>
                  </a:lnTo>
                  <a:lnTo>
                    <a:pt x="287994" y="607657"/>
                  </a:lnTo>
                  <a:lnTo>
                    <a:pt x="287109" y="607410"/>
                  </a:lnTo>
                  <a:lnTo>
                    <a:pt x="286808" y="606981"/>
                  </a:lnTo>
                  <a:lnTo>
                    <a:pt x="286358" y="606788"/>
                  </a:lnTo>
                  <a:lnTo>
                    <a:pt x="285749" y="607092"/>
                  </a:lnTo>
                  <a:lnTo>
                    <a:pt x="284847" y="607007"/>
                  </a:lnTo>
                  <a:lnTo>
                    <a:pt x="284631" y="606736"/>
                  </a:lnTo>
                  <a:lnTo>
                    <a:pt x="283725" y="606301"/>
                  </a:lnTo>
                  <a:lnTo>
                    <a:pt x="283351" y="606312"/>
                  </a:lnTo>
                  <a:lnTo>
                    <a:pt x="282897" y="606321"/>
                  </a:lnTo>
                  <a:lnTo>
                    <a:pt x="282616" y="606263"/>
                  </a:lnTo>
                  <a:lnTo>
                    <a:pt x="282485" y="606232"/>
                  </a:lnTo>
                  <a:lnTo>
                    <a:pt x="281151" y="606337"/>
                  </a:lnTo>
                  <a:lnTo>
                    <a:pt x="279687" y="606613"/>
                  </a:lnTo>
                  <a:lnTo>
                    <a:pt x="278804" y="606559"/>
                  </a:lnTo>
                  <a:lnTo>
                    <a:pt x="278502" y="606619"/>
                  </a:lnTo>
                  <a:lnTo>
                    <a:pt x="277616" y="606486"/>
                  </a:lnTo>
                  <a:lnTo>
                    <a:pt x="277275" y="606480"/>
                  </a:lnTo>
                  <a:lnTo>
                    <a:pt x="277152" y="606120"/>
                  </a:lnTo>
                  <a:lnTo>
                    <a:pt x="277229" y="605823"/>
                  </a:lnTo>
                  <a:lnTo>
                    <a:pt x="277229" y="605513"/>
                  </a:lnTo>
                  <a:lnTo>
                    <a:pt x="276921" y="605252"/>
                  </a:lnTo>
                  <a:lnTo>
                    <a:pt x="276469" y="605135"/>
                  </a:lnTo>
                  <a:lnTo>
                    <a:pt x="276018" y="604805"/>
                  </a:lnTo>
                  <a:lnTo>
                    <a:pt x="276283" y="604296"/>
                  </a:lnTo>
                  <a:lnTo>
                    <a:pt x="276230" y="604077"/>
                  </a:lnTo>
                  <a:lnTo>
                    <a:pt x="275888" y="603875"/>
                  </a:lnTo>
                  <a:lnTo>
                    <a:pt x="275710" y="603960"/>
                  </a:lnTo>
                  <a:lnTo>
                    <a:pt x="275177" y="604130"/>
                  </a:lnTo>
                  <a:lnTo>
                    <a:pt x="274645" y="603912"/>
                  </a:lnTo>
                  <a:lnTo>
                    <a:pt x="274410" y="603588"/>
                  </a:lnTo>
                  <a:lnTo>
                    <a:pt x="274077" y="603475"/>
                  </a:lnTo>
                  <a:lnTo>
                    <a:pt x="273689" y="603419"/>
                  </a:lnTo>
                  <a:lnTo>
                    <a:pt x="273423" y="603672"/>
                  </a:lnTo>
                  <a:lnTo>
                    <a:pt x="272549" y="604088"/>
                  </a:lnTo>
                  <a:lnTo>
                    <a:pt x="272225" y="603882"/>
                  </a:lnTo>
                  <a:lnTo>
                    <a:pt x="271417" y="603526"/>
                  </a:lnTo>
                  <a:lnTo>
                    <a:pt x="271038" y="603856"/>
                  </a:lnTo>
                  <a:lnTo>
                    <a:pt x="270534" y="604118"/>
                  </a:lnTo>
                  <a:lnTo>
                    <a:pt x="270118" y="603847"/>
                  </a:lnTo>
                  <a:lnTo>
                    <a:pt x="270103" y="603682"/>
                  </a:lnTo>
                  <a:lnTo>
                    <a:pt x="269758" y="603488"/>
                  </a:lnTo>
                  <a:lnTo>
                    <a:pt x="268975" y="603231"/>
                  </a:lnTo>
                  <a:lnTo>
                    <a:pt x="268540" y="603103"/>
                  </a:lnTo>
                  <a:lnTo>
                    <a:pt x="268152" y="603065"/>
                  </a:lnTo>
                  <a:lnTo>
                    <a:pt x="267748" y="602887"/>
                  </a:lnTo>
                  <a:lnTo>
                    <a:pt x="267642" y="602427"/>
                  </a:lnTo>
                  <a:lnTo>
                    <a:pt x="267697" y="602250"/>
                  </a:lnTo>
                  <a:lnTo>
                    <a:pt x="267227" y="601662"/>
                  </a:lnTo>
                  <a:lnTo>
                    <a:pt x="266862" y="601905"/>
                  </a:lnTo>
                  <a:lnTo>
                    <a:pt x="266722" y="602164"/>
                  </a:lnTo>
                  <a:lnTo>
                    <a:pt x="266318" y="602812"/>
                  </a:lnTo>
                  <a:lnTo>
                    <a:pt x="265802" y="603352"/>
                  </a:lnTo>
                  <a:lnTo>
                    <a:pt x="265573" y="603732"/>
                  </a:lnTo>
                  <a:lnTo>
                    <a:pt x="264930" y="604318"/>
                  </a:lnTo>
                  <a:lnTo>
                    <a:pt x="264299" y="604334"/>
                  </a:lnTo>
                  <a:lnTo>
                    <a:pt x="263830" y="604337"/>
                  </a:lnTo>
                  <a:lnTo>
                    <a:pt x="263612" y="604324"/>
                  </a:lnTo>
                  <a:lnTo>
                    <a:pt x="263292" y="604326"/>
                  </a:lnTo>
                  <a:lnTo>
                    <a:pt x="262869" y="604366"/>
                  </a:lnTo>
                  <a:lnTo>
                    <a:pt x="262401" y="605023"/>
                  </a:lnTo>
                  <a:lnTo>
                    <a:pt x="262199" y="605303"/>
                  </a:lnTo>
                  <a:lnTo>
                    <a:pt x="261789" y="605778"/>
                  </a:lnTo>
                  <a:lnTo>
                    <a:pt x="261694" y="606099"/>
                  </a:lnTo>
                  <a:lnTo>
                    <a:pt x="261671" y="606241"/>
                  </a:lnTo>
                  <a:lnTo>
                    <a:pt x="261652" y="606400"/>
                  </a:lnTo>
                  <a:lnTo>
                    <a:pt x="261402" y="606914"/>
                  </a:lnTo>
                  <a:lnTo>
                    <a:pt x="261366" y="607574"/>
                  </a:lnTo>
                  <a:lnTo>
                    <a:pt x="261215" y="608461"/>
                  </a:lnTo>
                  <a:lnTo>
                    <a:pt x="261621" y="609010"/>
                  </a:lnTo>
                  <a:lnTo>
                    <a:pt x="262192" y="609601"/>
                  </a:lnTo>
                  <a:lnTo>
                    <a:pt x="262441" y="609759"/>
                  </a:lnTo>
                  <a:lnTo>
                    <a:pt x="262851" y="609962"/>
                  </a:lnTo>
                  <a:lnTo>
                    <a:pt x="263503" y="610782"/>
                  </a:lnTo>
                  <a:lnTo>
                    <a:pt x="263502" y="611182"/>
                  </a:lnTo>
                  <a:lnTo>
                    <a:pt x="263540" y="611487"/>
                  </a:lnTo>
                  <a:lnTo>
                    <a:pt x="263993" y="611699"/>
                  </a:lnTo>
                  <a:lnTo>
                    <a:pt x="264691" y="612172"/>
                  </a:lnTo>
                  <a:lnTo>
                    <a:pt x="264423" y="612349"/>
                  </a:lnTo>
                  <a:lnTo>
                    <a:pt x="263999" y="612304"/>
                  </a:lnTo>
                  <a:lnTo>
                    <a:pt x="263603" y="612333"/>
                  </a:lnTo>
                  <a:lnTo>
                    <a:pt x="263156" y="612452"/>
                  </a:lnTo>
                  <a:lnTo>
                    <a:pt x="262871" y="612394"/>
                  </a:lnTo>
                  <a:lnTo>
                    <a:pt x="262491" y="612243"/>
                  </a:lnTo>
                  <a:lnTo>
                    <a:pt x="262265" y="612134"/>
                  </a:lnTo>
                  <a:lnTo>
                    <a:pt x="262103" y="612102"/>
                  </a:lnTo>
                  <a:lnTo>
                    <a:pt x="261717" y="612257"/>
                  </a:lnTo>
                  <a:lnTo>
                    <a:pt x="261619" y="612434"/>
                  </a:lnTo>
                  <a:lnTo>
                    <a:pt x="260937" y="612331"/>
                  </a:lnTo>
                  <a:lnTo>
                    <a:pt x="260306" y="613105"/>
                  </a:lnTo>
                  <a:lnTo>
                    <a:pt x="259820" y="613300"/>
                  </a:lnTo>
                  <a:lnTo>
                    <a:pt x="259257" y="613535"/>
                  </a:lnTo>
                  <a:lnTo>
                    <a:pt x="259360" y="614054"/>
                  </a:lnTo>
                  <a:lnTo>
                    <a:pt x="259729" y="614384"/>
                  </a:lnTo>
                  <a:lnTo>
                    <a:pt x="259757" y="614784"/>
                  </a:lnTo>
                  <a:lnTo>
                    <a:pt x="259506" y="614954"/>
                  </a:lnTo>
                  <a:lnTo>
                    <a:pt x="258958" y="615582"/>
                  </a:lnTo>
                  <a:lnTo>
                    <a:pt x="258804" y="615839"/>
                  </a:lnTo>
                  <a:lnTo>
                    <a:pt x="257969" y="616267"/>
                  </a:lnTo>
                  <a:lnTo>
                    <a:pt x="256337" y="617501"/>
                  </a:lnTo>
                  <a:lnTo>
                    <a:pt x="255334" y="618255"/>
                  </a:lnTo>
                  <a:lnTo>
                    <a:pt x="255071" y="618357"/>
                  </a:lnTo>
                  <a:lnTo>
                    <a:pt x="254593" y="618310"/>
                  </a:lnTo>
                  <a:lnTo>
                    <a:pt x="254360" y="618214"/>
                  </a:lnTo>
                  <a:lnTo>
                    <a:pt x="254159" y="618113"/>
                  </a:lnTo>
                  <a:lnTo>
                    <a:pt x="253881" y="617985"/>
                  </a:lnTo>
                  <a:lnTo>
                    <a:pt x="253592" y="617887"/>
                  </a:lnTo>
                  <a:lnTo>
                    <a:pt x="252859" y="618546"/>
                  </a:lnTo>
                  <a:lnTo>
                    <a:pt x="252745" y="618681"/>
                  </a:lnTo>
                  <a:lnTo>
                    <a:pt x="252587" y="618869"/>
                  </a:lnTo>
                  <a:lnTo>
                    <a:pt x="252349" y="620327"/>
                  </a:lnTo>
                  <a:lnTo>
                    <a:pt x="251810" y="621228"/>
                  </a:lnTo>
                  <a:lnTo>
                    <a:pt x="251840" y="621496"/>
                  </a:lnTo>
                  <a:lnTo>
                    <a:pt x="251965" y="621665"/>
                  </a:lnTo>
                  <a:lnTo>
                    <a:pt x="252161" y="622099"/>
                  </a:lnTo>
                  <a:lnTo>
                    <a:pt x="251830" y="622198"/>
                  </a:lnTo>
                  <a:lnTo>
                    <a:pt x="251659" y="622480"/>
                  </a:lnTo>
                  <a:lnTo>
                    <a:pt x="251671" y="622755"/>
                  </a:lnTo>
                  <a:lnTo>
                    <a:pt x="252253" y="623658"/>
                  </a:lnTo>
                  <a:lnTo>
                    <a:pt x="252334" y="623970"/>
                  </a:lnTo>
                  <a:lnTo>
                    <a:pt x="251997" y="624601"/>
                  </a:lnTo>
                  <a:lnTo>
                    <a:pt x="252099" y="624909"/>
                  </a:lnTo>
                  <a:lnTo>
                    <a:pt x="252136" y="625075"/>
                  </a:lnTo>
                  <a:lnTo>
                    <a:pt x="251995" y="625505"/>
                  </a:lnTo>
                  <a:lnTo>
                    <a:pt x="251277" y="625592"/>
                  </a:lnTo>
                  <a:lnTo>
                    <a:pt x="251003" y="625737"/>
                  </a:lnTo>
                  <a:lnTo>
                    <a:pt x="250863" y="625822"/>
                  </a:lnTo>
                  <a:lnTo>
                    <a:pt x="250688" y="626274"/>
                  </a:lnTo>
                  <a:lnTo>
                    <a:pt x="250623" y="626764"/>
                  </a:lnTo>
                  <a:lnTo>
                    <a:pt x="250661" y="627199"/>
                  </a:lnTo>
                  <a:lnTo>
                    <a:pt x="250329" y="627490"/>
                  </a:lnTo>
                  <a:lnTo>
                    <a:pt x="249945" y="627374"/>
                  </a:lnTo>
                  <a:lnTo>
                    <a:pt x="249285" y="627241"/>
                  </a:lnTo>
                  <a:lnTo>
                    <a:pt x="249082" y="627233"/>
                  </a:lnTo>
                  <a:lnTo>
                    <a:pt x="248218" y="627379"/>
                  </a:lnTo>
                  <a:lnTo>
                    <a:pt x="247958" y="627630"/>
                  </a:lnTo>
                  <a:lnTo>
                    <a:pt x="247836" y="627762"/>
                  </a:lnTo>
                  <a:lnTo>
                    <a:pt x="248466" y="628896"/>
                  </a:lnTo>
                  <a:lnTo>
                    <a:pt x="248521" y="629324"/>
                  </a:lnTo>
                  <a:lnTo>
                    <a:pt x="248411" y="629682"/>
                  </a:lnTo>
                  <a:lnTo>
                    <a:pt x="248229" y="630121"/>
                  </a:lnTo>
                  <a:lnTo>
                    <a:pt x="247956" y="630569"/>
                  </a:lnTo>
                  <a:lnTo>
                    <a:pt x="247954" y="630742"/>
                  </a:lnTo>
                  <a:lnTo>
                    <a:pt x="247900" y="631148"/>
                  </a:lnTo>
                  <a:lnTo>
                    <a:pt x="247570" y="631621"/>
                  </a:lnTo>
                  <a:lnTo>
                    <a:pt x="247171" y="632224"/>
                  </a:lnTo>
                  <a:lnTo>
                    <a:pt x="246832" y="633125"/>
                  </a:lnTo>
                  <a:lnTo>
                    <a:pt x="246895" y="633427"/>
                  </a:lnTo>
                  <a:lnTo>
                    <a:pt x="246955" y="634074"/>
                  </a:lnTo>
                  <a:lnTo>
                    <a:pt x="247029" y="634670"/>
                  </a:lnTo>
                  <a:lnTo>
                    <a:pt x="247108" y="635075"/>
                  </a:lnTo>
                  <a:lnTo>
                    <a:pt x="246735" y="635177"/>
                  </a:lnTo>
                  <a:lnTo>
                    <a:pt x="246437" y="635258"/>
                  </a:lnTo>
                  <a:lnTo>
                    <a:pt x="246197" y="635335"/>
                  </a:lnTo>
                  <a:lnTo>
                    <a:pt x="245571" y="635656"/>
                  </a:lnTo>
                  <a:lnTo>
                    <a:pt x="245650" y="636307"/>
                  </a:lnTo>
                  <a:lnTo>
                    <a:pt x="245812" y="636328"/>
                  </a:lnTo>
                  <a:lnTo>
                    <a:pt x="246011" y="636384"/>
                  </a:lnTo>
                  <a:lnTo>
                    <a:pt x="246359" y="636509"/>
                  </a:lnTo>
                  <a:lnTo>
                    <a:pt x="246517" y="636783"/>
                  </a:lnTo>
                  <a:lnTo>
                    <a:pt x="246458" y="637064"/>
                  </a:lnTo>
                  <a:lnTo>
                    <a:pt x="246394" y="637761"/>
                  </a:lnTo>
                  <a:lnTo>
                    <a:pt x="246149" y="637816"/>
                  </a:lnTo>
                  <a:lnTo>
                    <a:pt x="245939" y="637859"/>
                  </a:lnTo>
                  <a:lnTo>
                    <a:pt x="245568" y="637936"/>
                  </a:lnTo>
                  <a:lnTo>
                    <a:pt x="245553" y="638082"/>
                  </a:lnTo>
                  <a:lnTo>
                    <a:pt x="245545" y="638356"/>
                  </a:lnTo>
                  <a:lnTo>
                    <a:pt x="245370" y="638806"/>
                  </a:lnTo>
                  <a:lnTo>
                    <a:pt x="245089" y="639071"/>
                  </a:lnTo>
                  <a:lnTo>
                    <a:pt x="245104" y="639295"/>
                  </a:lnTo>
                  <a:lnTo>
                    <a:pt x="245356" y="639638"/>
                  </a:lnTo>
                  <a:lnTo>
                    <a:pt x="244979" y="639916"/>
                  </a:lnTo>
                  <a:lnTo>
                    <a:pt x="244632" y="640237"/>
                  </a:lnTo>
                  <a:lnTo>
                    <a:pt x="244556" y="640634"/>
                  </a:lnTo>
                  <a:lnTo>
                    <a:pt x="244533" y="640973"/>
                  </a:lnTo>
                  <a:lnTo>
                    <a:pt x="244831" y="641081"/>
                  </a:lnTo>
                  <a:lnTo>
                    <a:pt x="245365" y="641549"/>
                  </a:lnTo>
                  <a:lnTo>
                    <a:pt x="245197" y="641635"/>
                  </a:lnTo>
                  <a:lnTo>
                    <a:pt x="245042" y="641575"/>
                  </a:lnTo>
                  <a:lnTo>
                    <a:pt x="244724" y="641525"/>
                  </a:lnTo>
                  <a:lnTo>
                    <a:pt x="244860" y="641833"/>
                  </a:lnTo>
                  <a:lnTo>
                    <a:pt x="244817" y="642222"/>
                  </a:lnTo>
                  <a:lnTo>
                    <a:pt x="244366" y="642386"/>
                  </a:lnTo>
                  <a:lnTo>
                    <a:pt x="243950" y="642617"/>
                  </a:lnTo>
                  <a:lnTo>
                    <a:pt x="243984" y="642924"/>
                  </a:lnTo>
                  <a:lnTo>
                    <a:pt x="243568" y="643503"/>
                  </a:lnTo>
                  <a:lnTo>
                    <a:pt x="243326" y="643518"/>
                  </a:lnTo>
                  <a:lnTo>
                    <a:pt x="242947" y="643943"/>
                  </a:lnTo>
                  <a:lnTo>
                    <a:pt x="242258" y="644111"/>
                  </a:lnTo>
                  <a:lnTo>
                    <a:pt x="241971" y="644124"/>
                  </a:lnTo>
                  <a:lnTo>
                    <a:pt x="241080" y="644166"/>
                  </a:lnTo>
                  <a:lnTo>
                    <a:pt x="240600" y="644301"/>
                  </a:lnTo>
                  <a:lnTo>
                    <a:pt x="239808" y="644224"/>
                  </a:lnTo>
                  <a:lnTo>
                    <a:pt x="239662" y="644027"/>
                  </a:lnTo>
                  <a:lnTo>
                    <a:pt x="239433" y="643850"/>
                  </a:lnTo>
                  <a:lnTo>
                    <a:pt x="239291" y="643873"/>
                  </a:lnTo>
                  <a:lnTo>
                    <a:pt x="238632" y="644271"/>
                  </a:lnTo>
                  <a:lnTo>
                    <a:pt x="238660" y="644496"/>
                  </a:lnTo>
                  <a:lnTo>
                    <a:pt x="238446" y="644978"/>
                  </a:lnTo>
                  <a:lnTo>
                    <a:pt x="238162" y="645187"/>
                  </a:lnTo>
                  <a:lnTo>
                    <a:pt x="237311" y="645198"/>
                  </a:lnTo>
                  <a:lnTo>
                    <a:pt x="236973" y="645180"/>
                  </a:lnTo>
                  <a:lnTo>
                    <a:pt x="236203" y="645369"/>
                  </a:lnTo>
                  <a:lnTo>
                    <a:pt x="235820" y="645195"/>
                  </a:lnTo>
                  <a:lnTo>
                    <a:pt x="235800" y="645049"/>
                  </a:lnTo>
                  <a:lnTo>
                    <a:pt x="235404" y="644691"/>
                  </a:lnTo>
                  <a:lnTo>
                    <a:pt x="234813" y="644934"/>
                  </a:lnTo>
                  <a:lnTo>
                    <a:pt x="234428" y="645030"/>
                  </a:lnTo>
                  <a:lnTo>
                    <a:pt x="234220" y="645055"/>
                  </a:lnTo>
                  <a:lnTo>
                    <a:pt x="233774" y="645009"/>
                  </a:lnTo>
                  <a:lnTo>
                    <a:pt x="233429" y="644487"/>
                  </a:lnTo>
                  <a:lnTo>
                    <a:pt x="233229" y="644168"/>
                  </a:lnTo>
                  <a:lnTo>
                    <a:pt x="232882" y="644303"/>
                  </a:lnTo>
                  <a:lnTo>
                    <a:pt x="232809" y="644536"/>
                  </a:lnTo>
                  <a:lnTo>
                    <a:pt x="232389" y="644988"/>
                  </a:lnTo>
                  <a:lnTo>
                    <a:pt x="230920" y="645532"/>
                  </a:lnTo>
                  <a:lnTo>
                    <a:pt x="230487" y="645363"/>
                  </a:lnTo>
                  <a:lnTo>
                    <a:pt x="229706" y="645563"/>
                  </a:lnTo>
                  <a:lnTo>
                    <a:pt x="229310" y="645634"/>
                  </a:lnTo>
                  <a:lnTo>
                    <a:pt x="228841" y="645499"/>
                  </a:lnTo>
                  <a:lnTo>
                    <a:pt x="228227" y="645385"/>
                  </a:lnTo>
                  <a:lnTo>
                    <a:pt x="227679" y="645644"/>
                  </a:lnTo>
                  <a:lnTo>
                    <a:pt x="227299" y="646008"/>
                  </a:lnTo>
                  <a:lnTo>
                    <a:pt x="226864" y="645950"/>
                  </a:lnTo>
                  <a:lnTo>
                    <a:pt x="226022" y="646232"/>
                  </a:lnTo>
                  <a:lnTo>
                    <a:pt x="225699" y="646021"/>
                  </a:lnTo>
                  <a:lnTo>
                    <a:pt x="225406" y="645768"/>
                  </a:lnTo>
                  <a:lnTo>
                    <a:pt x="225194" y="645717"/>
                  </a:lnTo>
                  <a:lnTo>
                    <a:pt x="225039" y="645704"/>
                  </a:lnTo>
                  <a:lnTo>
                    <a:pt x="224432" y="645797"/>
                  </a:lnTo>
                  <a:lnTo>
                    <a:pt x="223872" y="645698"/>
                  </a:lnTo>
                  <a:lnTo>
                    <a:pt x="223062" y="645723"/>
                  </a:lnTo>
                  <a:lnTo>
                    <a:pt x="222750" y="645788"/>
                  </a:lnTo>
                  <a:lnTo>
                    <a:pt x="222362" y="646022"/>
                  </a:lnTo>
                  <a:lnTo>
                    <a:pt x="222406" y="646469"/>
                  </a:lnTo>
                  <a:lnTo>
                    <a:pt x="221733" y="646746"/>
                  </a:lnTo>
                  <a:lnTo>
                    <a:pt x="220807" y="646588"/>
                  </a:lnTo>
                  <a:lnTo>
                    <a:pt x="220526" y="646767"/>
                  </a:lnTo>
                  <a:lnTo>
                    <a:pt x="220253" y="646812"/>
                  </a:lnTo>
                  <a:lnTo>
                    <a:pt x="219650" y="646788"/>
                  </a:lnTo>
                  <a:lnTo>
                    <a:pt x="219493" y="646657"/>
                  </a:lnTo>
                  <a:lnTo>
                    <a:pt x="219325" y="646232"/>
                  </a:lnTo>
                  <a:lnTo>
                    <a:pt x="219192" y="646213"/>
                  </a:lnTo>
                  <a:lnTo>
                    <a:pt x="218394" y="645580"/>
                  </a:lnTo>
                  <a:lnTo>
                    <a:pt x="218112" y="645445"/>
                  </a:lnTo>
                  <a:lnTo>
                    <a:pt x="217632" y="645979"/>
                  </a:lnTo>
                  <a:lnTo>
                    <a:pt x="216757" y="646249"/>
                  </a:lnTo>
                  <a:lnTo>
                    <a:pt x="216173" y="646318"/>
                  </a:lnTo>
                  <a:lnTo>
                    <a:pt x="215917" y="646404"/>
                  </a:lnTo>
                  <a:lnTo>
                    <a:pt x="215391" y="646874"/>
                  </a:lnTo>
                  <a:lnTo>
                    <a:pt x="214768" y="646961"/>
                  </a:lnTo>
                  <a:lnTo>
                    <a:pt x="214505" y="647763"/>
                  </a:lnTo>
                  <a:lnTo>
                    <a:pt x="214297" y="648351"/>
                  </a:lnTo>
                  <a:lnTo>
                    <a:pt x="214290" y="649225"/>
                  </a:lnTo>
                  <a:lnTo>
                    <a:pt x="214159" y="649639"/>
                  </a:lnTo>
                  <a:lnTo>
                    <a:pt x="213978" y="649849"/>
                  </a:lnTo>
                  <a:lnTo>
                    <a:pt x="179100" y="620938"/>
                  </a:lnTo>
                  <a:lnTo>
                    <a:pt x="178797" y="619135"/>
                  </a:lnTo>
                  <a:lnTo>
                    <a:pt x="178598" y="616927"/>
                  </a:lnTo>
                  <a:lnTo>
                    <a:pt x="176958" y="616785"/>
                  </a:lnTo>
                  <a:lnTo>
                    <a:pt x="176096" y="616934"/>
                  </a:lnTo>
                  <a:lnTo>
                    <a:pt x="175960" y="616781"/>
                  </a:lnTo>
                  <a:lnTo>
                    <a:pt x="175501" y="616280"/>
                  </a:lnTo>
                  <a:lnTo>
                    <a:pt x="175184" y="612751"/>
                  </a:lnTo>
                  <a:lnTo>
                    <a:pt x="173714" y="610728"/>
                  </a:lnTo>
                  <a:lnTo>
                    <a:pt x="173763" y="610209"/>
                  </a:lnTo>
                  <a:lnTo>
                    <a:pt x="173885" y="608590"/>
                  </a:lnTo>
                  <a:lnTo>
                    <a:pt x="174063" y="606990"/>
                  </a:lnTo>
                  <a:lnTo>
                    <a:pt x="174060" y="606850"/>
                  </a:lnTo>
                  <a:lnTo>
                    <a:pt x="174104" y="606373"/>
                  </a:lnTo>
                  <a:lnTo>
                    <a:pt x="174090" y="606236"/>
                  </a:lnTo>
                  <a:lnTo>
                    <a:pt x="174086" y="606048"/>
                  </a:lnTo>
                  <a:lnTo>
                    <a:pt x="174074" y="605908"/>
                  </a:lnTo>
                  <a:lnTo>
                    <a:pt x="174155" y="605387"/>
                  </a:lnTo>
                  <a:lnTo>
                    <a:pt x="174289" y="605268"/>
                  </a:lnTo>
                  <a:lnTo>
                    <a:pt x="174490" y="605154"/>
                  </a:lnTo>
                  <a:lnTo>
                    <a:pt x="174725" y="605072"/>
                  </a:lnTo>
                  <a:lnTo>
                    <a:pt x="174859" y="604984"/>
                  </a:lnTo>
                  <a:lnTo>
                    <a:pt x="175281" y="604606"/>
                  </a:lnTo>
                  <a:lnTo>
                    <a:pt x="175552" y="604011"/>
                  </a:lnTo>
                  <a:lnTo>
                    <a:pt x="175833" y="603709"/>
                  </a:lnTo>
                  <a:lnTo>
                    <a:pt x="176194" y="603407"/>
                  </a:lnTo>
                  <a:lnTo>
                    <a:pt x="176515" y="603081"/>
                  </a:lnTo>
                  <a:lnTo>
                    <a:pt x="176649" y="602980"/>
                  </a:lnTo>
                  <a:lnTo>
                    <a:pt x="176985" y="602835"/>
                  </a:lnTo>
                  <a:lnTo>
                    <a:pt x="177214" y="602696"/>
                  </a:lnTo>
                  <a:lnTo>
                    <a:pt x="177461" y="602451"/>
                  </a:lnTo>
                  <a:lnTo>
                    <a:pt x="177708" y="602106"/>
                  </a:lnTo>
                  <a:lnTo>
                    <a:pt x="177694" y="601950"/>
                  </a:lnTo>
                  <a:lnTo>
                    <a:pt x="177643" y="601543"/>
                  </a:lnTo>
                  <a:lnTo>
                    <a:pt x="177755" y="601230"/>
                  </a:lnTo>
                  <a:lnTo>
                    <a:pt x="177854" y="600954"/>
                  </a:lnTo>
                  <a:lnTo>
                    <a:pt x="177953" y="600641"/>
                  </a:lnTo>
                  <a:lnTo>
                    <a:pt x="178080" y="600522"/>
                  </a:lnTo>
                  <a:lnTo>
                    <a:pt x="178302" y="600359"/>
                  </a:lnTo>
                  <a:lnTo>
                    <a:pt x="178557" y="600151"/>
                  </a:lnTo>
                  <a:lnTo>
                    <a:pt x="173480" y="599671"/>
                  </a:lnTo>
                  <a:lnTo>
                    <a:pt x="173248" y="599759"/>
                  </a:lnTo>
                  <a:lnTo>
                    <a:pt x="172977" y="599768"/>
                  </a:lnTo>
                  <a:lnTo>
                    <a:pt x="172677" y="599769"/>
                  </a:lnTo>
                  <a:lnTo>
                    <a:pt x="172427" y="599875"/>
                  </a:lnTo>
                  <a:lnTo>
                    <a:pt x="172212" y="600067"/>
                  </a:lnTo>
                  <a:lnTo>
                    <a:pt x="172043" y="600166"/>
                  </a:lnTo>
                  <a:lnTo>
                    <a:pt x="171787" y="600205"/>
                  </a:lnTo>
                  <a:lnTo>
                    <a:pt x="171473" y="600166"/>
                  </a:lnTo>
                  <a:lnTo>
                    <a:pt x="171193" y="600027"/>
                  </a:lnTo>
                  <a:lnTo>
                    <a:pt x="170972" y="599816"/>
                  </a:lnTo>
                  <a:lnTo>
                    <a:pt x="170687" y="599611"/>
                  </a:lnTo>
                  <a:lnTo>
                    <a:pt x="170501" y="599565"/>
                  </a:lnTo>
                  <a:lnTo>
                    <a:pt x="170321" y="599670"/>
                  </a:lnTo>
                  <a:lnTo>
                    <a:pt x="170321" y="599809"/>
                  </a:lnTo>
                  <a:lnTo>
                    <a:pt x="170362" y="600001"/>
                  </a:lnTo>
                  <a:lnTo>
                    <a:pt x="170362" y="600219"/>
                  </a:lnTo>
                  <a:lnTo>
                    <a:pt x="170356" y="600450"/>
                  </a:lnTo>
                  <a:lnTo>
                    <a:pt x="170251" y="600720"/>
                  </a:lnTo>
                  <a:lnTo>
                    <a:pt x="170042" y="600839"/>
                  </a:lnTo>
                  <a:lnTo>
                    <a:pt x="169850" y="600859"/>
                  </a:lnTo>
                  <a:lnTo>
                    <a:pt x="169607" y="600758"/>
                  </a:lnTo>
                  <a:lnTo>
                    <a:pt x="169194" y="600373"/>
                  </a:lnTo>
                  <a:lnTo>
                    <a:pt x="168873" y="599924"/>
                  </a:lnTo>
                  <a:lnTo>
                    <a:pt x="168588" y="599591"/>
                  </a:lnTo>
                  <a:lnTo>
                    <a:pt x="168395" y="599455"/>
                  </a:lnTo>
                  <a:lnTo>
                    <a:pt x="168239" y="599455"/>
                  </a:lnTo>
                  <a:lnTo>
                    <a:pt x="168083" y="599633"/>
                  </a:lnTo>
                  <a:lnTo>
                    <a:pt x="167844" y="599820"/>
                  </a:lnTo>
                  <a:lnTo>
                    <a:pt x="167477" y="599487"/>
                  </a:lnTo>
                  <a:lnTo>
                    <a:pt x="166935" y="599059"/>
                  </a:lnTo>
                  <a:lnTo>
                    <a:pt x="166776" y="598784"/>
                  </a:lnTo>
                  <a:lnTo>
                    <a:pt x="166531" y="598496"/>
                  </a:lnTo>
                  <a:lnTo>
                    <a:pt x="166400" y="598477"/>
                  </a:lnTo>
                  <a:lnTo>
                    <a:pt x="166145" y="598609"/>
                  </a:lnTo>
                  <a:lnTo>
                    <a:pt x="166062" y="598821"/>
                  </a:lnTo>
                  <a:lnTo>
                    <a:pt x="165990" y="599028"/>
                  </a:lnTo>
                  <a:lnTo>
                    <a:pt x="165913" y="599259"/>
                  </a:lnTo>
                  <a:lnTo>
                    <a:pt x="165671" y="599678"/>
                  </a:lnTo>
                  <a:lnTo>
                    <a:pt x="165351" y="599709"/>
                  </a:lnTo>
                  <a:lnTo>
                    <a:pt x="164839" y="599603"/>
                  </a:lnTo>
                  <a:lnTo>
                    <a:pt x="164350" y="599479"/>
                  </a:lnTo>
                  <a:lnTo>
                    <a:pt x="164201" y="599498"/>
                  </a:lnTo>
                  <a:lnTo>
                    <a:pt x="164052" y="599596"/>
                  </a:lnTo>
                  <a:lnTo>
                    <a:pt x="163811" y="599857"/>
                  </a:lnTo>
                  <a:lnTo>
                    <a:pt x="163535" y="600052"/>
                  </a:lnTo>
                  <a:lnTo>
                    <a:pt x="163363" y="600209"/>
                  </a:lnTo>
                  <a:lnTo>
                    <a:pt x="163260" y="600365"/>
                  </a:lnTo>
                  <a:lnTo>
                    <a:pt x="163243" y="600508"/>
                  </a:lnTo>
                  <a:lnTo>
                    <a:pt x="163230" y="600838"/>
                  </a:lnTo>
                  <a:lnTo>
                    <a:pt x="163134" y="601069"/>
                  </a:lnTo>
                  <a:lnTo>
                    <a:pt x="162927" y="601160"/>
                  </a:lnTo>
                  <a:lnTo>
                    <a:pt x="162703" y="601218"/>
                  </a:lnTo>
                  <a:lnTo>
                    <a:pt x="162273" y="601186"/>
                  </a:lnTo>
                  <a:lnTo>
                    <a:pt x="162015" y="601257"/>
                  </a:lnTo>
                  <a:lnTo>
                    <a:pt x="161816" y="601422"/>
                  </a:lnTo>
                  <a:lnTo>
                    <a:pt x="161522" y="601558"/>
                  </a:lnTo>
                  <a:lnTo>
                    <a:pt x="161237" y="601193"/>
                  </a:lnTo>
                  <a:lnTo>
                    <a:pt x="160870" y="600807"/>
                  </a:lnTo>
                  <a:lnTo>
                    <a:pt x="160539" y="600515"/>
                  </a:lnTo>
                  <a:lnTo>
                    <a:pt x="160273" y="600380"/>
                  </a:lnTo>
                  <a:lnTo>
                    <a:pt x="160117" y="600349"/>
                  </a:lnTo>
                  <a:lnTo>
                    <a:pt x="159897" y="600349"/>
                  </a:lnTo>
                  <a:lnTo>
                    <a:pt x="159759" y="600421"/>
                  </a:lnTo>
                  <a:lnTo>
                    <a:pt x="159731" y="600567"/>
                  </a:lnTo>
                  <a:lnTo>
                    <a:pt x="159722" y="601099"/>
                  </a:lnTo>
                  <a:lnTo>
                    <a:pt x="159640" y="601245"/>
                  </a:lnTo>
                  <a:lnTo>
                    <a:pt x="159465" y="601255"/>
                  </a:lnTo>
                  <a:lnTo>
                    <a:pt x="159043" y="601109"/>
                  </a:lnTo>
                  <a:lnTo>
                    <a:pt x="158483" y="600891"/>
                  </a:lnTo>
                  <a:lnTo>
                    <a:pt x="158134" y="600891"/>
                  </a:lnTo>
                  <a:lnTo>
                    <a:pt x="157895" y="600953"/>
                  </a:lnTo>
                  <a:lnTo>
                    <a:pt x="157537" y="601057"/>
                  </a:lnTo>
                  <a:lnTo>
                    <a:pt x="157473" y="600922"/>
                  </a:lnTo>
                  <a:lnTo>
                    <a:pt x="157482" y="600494"/>
                  </a:lnTo>
                  <a:lnTo>
                    <a:pt x="157427" y="600359"/>
                  </a:lnTo>
                  <a:lnTo>
                    <a:pt x="157216" y="600317"/>
                  </a:lnTo>
                  <a:lnTo>
                    <a:pt x="156481" y="600234"/>
                  </a:lnTo>
                  <a:lnTo>
                    <a:pt x="155636" y="600130"/>
                  </a:lnTo>
                  <a:lnTo>
                    <a:pt x="155306" y="600098"/>
                  </a:lnTo>
                  <a:lnTo>
                    <a:pt x="154911" y="600109"/>
                  </a:lnTo>
                  <a:lnTo>
                    <a:pt x="154548" y="600156"/>
                  </a:lnTo>
                  <a:lnTo>
                    <a:pt x="154020" y="600324"/>
                  </a:lnTo>
                  <a:lnTo>
                    <a:pt x="153768" y="600392"/>
                  </a:lnTo>
                  <a:lnTo>
                    <a:pt x="153283" y="600600"/>
                  </a:lnTo>
                  <a:lnTo>
                    <a:pt x="153011" y="600692"/>
                  </a:lnTo>
                  <a:lnTo>
                    <a:pt x="152607" y="600842"/>
                  </a:lnTo>
                  <a:lnTo>
                    <a:pt x="152299" y="600975"/>
                  </a:lnTo>
                  <a:lnTo>
                    <a:pt x="152027" y="601025"/>
                  </a:lnTo>
                  <a:lnTo>
                    <a:pt x="151792" y="601034"/>
                  </a:lnTo>
                  <a:lnTo>
                    <a:pt x="151542" y="600975"/>
                  </a:lnTo>
                  <a:lnTo>
                    <a:pt x="151226" y="600800"/>
                  </a:lnTo>
                  <a:lnTo>
                    <a:pt x="151006" y="600750"/>
                  </a:lnTo>
                  <a:lnTo>
                    <a:pt x="150624" y="600725"/>
                  </a:lnTo>
                  <a:lnTo>
                    <a:pt x="150221" y="600698"/>
                  </a:lnTo>
                  <a:lnTo>
                    <a:pt x="149889" y="600650"/>
                  </a:lnTo>
                  <a:lnTo>
                    <a:pt x="149647" y="600483"/>
                  </a:lnTo>
                  <a:lnTo>
                    <a:pt x="149515" y="600258"/>
                  </a:lnTo>
                  <a:lnTo>
                    <a:pt x="149419" y="599950"/>
                  </a:lnTo>
                  <a:lnTo>
                    <a:pt x="149404" y="599583"/>
                  </a:lnTo>
                  <a:lnTo>
                    <a:pt x="149257" y="599558"/>
                  </a:lnTo>
                  <a:lnTo>
                    <a:pt x="148927" y="599599"/>
                  </a:lnTo>
                  <a:lnTo>
                    <a:pt x="148560" y="599616"/>
                  </a:lnTo>
                  <a:lnTo>
                    <a:pt x="148391" y="599474"/>
                  </a:lnTo>
                  <a:lnTo>
                    <a:pt x="148192" y="599074"/>
                  </a:lnTo>
                  <a:lnTo>
                    <a:pt x="148075" y="598699"/>
                  </a:lnTo>
                  <a:lnTo>
                    <a:pt x="147950" y="598349"/>
                  </a:lnTo>
                  <a:lnTo>
                    <a:pt x="147781" y="598148"/>
                  </a:lnTo>
                  <a:lnTo>
                    <a:pt x="147362" y="597848"/>
                  </a:lnTo>
                  <a:lnTo>
                    <a:pt x="146951" y="597656"/>
                  </a:lnTo>
                  <a:lnTo>
                    <a:pt x="146532" y="597498"/>
                  </a:lnTo>
                  <a:lnTo>
                    <a:pt x="146283" y="597573"/>
                  </a:lnTo>
                  <a:lnTo>
                    <a:pt x="146018" y="597665"/>
                  </a:lnTo>
                  <a:lnTo>
                    <a:pt x="145754" y="597706"/>
                  </a:lnTo>
                  <a:lnTo>
                    <a:pt x="145577" y="597715"/>
                  </a:lnTo>
                  <a:lnTo>
                    <a:pt x="145254" y="597690"/>
                  </a:lnTo>
                  <a:lnTo>
                    <a:pt x="145078" y="597748"/>
                  </a:lnTo>
                  <a:lnTo>
                    <a:pt x="144740" y="597957"/>
                  </a:lnTo>
                  <a:lnTo>
                    <a:pt x="144329" y="598065"/>
                  </a:lnTo>
                  <a:lnTo>
                    <a:pt x="144005" y="598190"/>
                  </a:lnTo>
                  <a:lnTo>
                    <a:pt x="143690" y="598374"/>
                  </a:lnTo>
                  <a:lnTo>
                    <a:pt x="143403" y="598540"/>
                  </a:lnTo>
                  <a:lnTo>
                    <a:pt x="143168" y="598624"/>
                  </a:lnTo>
                  <a:lnTo>
                    <a:pt x="142676" y="598624"/>
                  </a:lnTo>
                  <a:lnTo>
                    <a:pt x="142309" y="598557"/>
                  </a:lnTo>
                  <a:lnTo>
                    <a:pt x="142007" y="598407"/>
                  </a:lnTo>
                  <a:lnTo>
                    <a:pt x="141743" y="598123"/>
                  </a:lnTo>
                  <a:lnTo>
                    <a:pt x="141508" y="597915"/>
                  </a:lnTo>
                  <a:lnTo>
                    <a:pt x="141310" y="597815"/>
                  </a:lnTo>
                  <a:lnTo>
                    <a:pt x="140898" y="597740"/>
                  </a:lnTo>
                  <a:lnTo>
                    <a:pt x="140663" y="597673"/>
                  </a:lnTo>
                  <a:lnTo>
                    <a:pt x="140450" y="597448"/>
                  </a:lnTo>
                  <a:lnTo>
                    <a:pt x="140171" y="597139"/>
                  </a:lnTo>
                  <a:lnTo>
                    <a:pt x="139774" y="597006"/>
                  </a:lnTo>
                  <a:lnTo>
                    <a:pt x="139312" y="596773"/>
                  </a:lnTo>
                  <a:lnTo>
                    <a:pt x="138908" y="596639"/>
                  </a:lnTo>
                  <a:lnTo>
                    <a:pt x="138614" y="596497"/>
                  </a:lnTo>
                  <a:lnTo>
                    <a:pt x="138269" y="596122"/>
                  </a:lnTo>
                  <a:lnTo>
                    <a:pt x="137982" y="595780"/>
                  </a:lnTo>
                  <a:lnTo>
                    <a:pt x="137696" y="595422"/>
                  </a:lnTo>
                  <a:lnTo>
                    <a:pt x="137380" y="595205"/>
                  </a:lnTo>
                  <a:lnTo>
                    <a:pt x="137068" y="595157"/>
                  </a:lnTo>
                  <a:lnTo>
                    <a:pt x="136870" y="595138"/>
                  </a:lnTo>
                  <a:lnTo>
                    <a:pt x="136631" y="595131"/>
                  </a:lnTo>
                  <a:lnTo>
                    <a:pt x="136422" y="595072"/>
                  </a:lnTo>
                  <a:lnTo>
                    <a:pt x="135959" y="594814"/>
                  </a:lnTo>
                  <a:lnTo>
                    <a:pt x="135661" y="594644"/>
                  </a:lnTo>
                  <a:lnTo>
                    <a:pt x="135351" y="594527"/>
                  </a:lnTo>
                  <a:lnTo>
                    <a:pt x="135018" y="594540"/>
                  </a:lnTo>
                  <a:lnTo>
                    <a:pt x="134835" y="594644"/>
                  </a:lnTo>
                  <a:lnTo>
                    <a:pt x="134708" y="594840"/>
                  </a:lnTo>
                  <a:lnTo>
                    <a:pt x="134525" y="594983"/>
                  </a:lnTo>
                  <a:lnTo>
                    <a:pt x="134272" y="595035"/>
                  </a:lnTo>
                  <a:lnTo>
                    <a:pt x="134077" y="595017"/>
                  </a:lnTo>
                  <a:lnTo>
                    <a:pt x="133842" y="595084"/>
                  </a:lnTo>
                  <a:lnTo>
                    <a:pt x="133540" y="595392"/>
                  </a:lnTo>
                  <a:lnTo>
                    <a:pt x="133364" y="595325"/>
                  </a:lnTo>
                  <a:lnTo>
                    <a:pt x="133144" y="595100"/>
                  </a:lnTo>
                  <a:lnTo>
                    <a:pt x="132843" y="594950"/>
                  </a:lnTo>
                  <a:lnTo>
                    <a:pt x="132439" y="594767"/>
                  </a:lnTo>
                  <a:lnTo>
                    <a:pt x="131924" y="594625"/>
                  </a:lnTo>
                  <a:lnTo>
                    <a:pt x="131322" y="594458"/>
                  </a:lnTo>
                  <a:lnTo>
                    <a:pt x="130977" y="594166"/>
                  </a:lnTo>
                  <a:lnTo>
                    <a:pt x="130845" y="593883"/>
                  </a:lnTo>
                  <a:lnTo>
                    <a:pt x="130727" y="593683"/>
                  </a:lnTo>
                  <a:lnTo>
                    <a:pt x="130257" y="593332"/>
                  </a:lnTo>
                  <a:lnTo>
                    <a:pt x="129926" y="593074"/>
                  </a:lnTo>
                  <a:lnTo>
                    <a:pt x="129574" y="592757"/>
                  </a:lnTo>
                  <a:lnTo>
                    <a:pt x="129265" y="592315"/>
                  </a:lnTo>
                  <a:lnTo>
                    <a:pt x="129038" y="591990"/>
                  </a:lnTo>
                  <a:lnTo>
                    <a:pt x="128883" y="591998"/>
                  </a:lnTo>
                  <a:lnTo>
                    <a:pt x="128501" y="592165"/>
                  </a:lnTo>
                  <a:lnTo>
                    <a:pt x="128097" y="592173"/>
                  </a:lnTo>
                  <a:lnTo>
                    <a:pt x="127796" y="592257"/>
                  </a:lnTo>
                  <a:lnTo>
                    <a:pt x="127422" y="592357"/>
                  </a:lnTo>
                  <a:lnTo>
                    <a:pt x="126643" y="592549"/>
                  </a:lnTo>
                  <a:lnTo>
                    <a:pt x="126217" y="592640"/>
                  </a:lnTo>
                  <a:lnTo>
                    <a:pt x="126048" y="592640"/>
                  </a:lnTo>
                  <a:lnTo>
                    <a:pt x="125835" y="592540"/>
                  </a:lnTo>
                  <a:lnTo>
                    <a:pt x="125713" y="592378"/>
                  </a:lnTo>
                  <a:lnTo>
                    <a:pt x="125612" y="592117"/>
                  </a:lnTo>
                  <a:lnTo>
                    <a:pt x="125566" y="591710"/>
                  </a:lnTo>
                  <a:lnTo>
                    <a:pt x="125410" y="591398"/>
                  </a:lnTo>
                  <a:lnTo>
                    <a:pt x="125171" y="591200"/>
                  </a:lnTo>
                  <a:lnTo>
                    <a:pt x="124758" y="590731"/>
                  </a:lnTo>
                  <a:lnTo>
                    <a:pt x="124492" y="590439"/>
                  </a:lnTo>
                  <a:lnTo>
                    <a:pt x="124336" y="590262"/>
                  </a:lnTo>
                  <a:lnTo>
                    <a:pt x="124060" y="590022"/>
                  </a:lnTo>
                  <a:lnTo>
                    <a:pt x="123647" y="589772"/>
                  </a:lnTo>
                  <a:lnTo>
                    <a:pt x="123482" y="589688"/>
                  </a:lnTo>
                  <a:lnTo>
                    <a:pt x="123390" y="589417"/>
                  </a:lnTo>
                  <a:lnTo>
                    <a:pt x="123335" y="589063"/>
                  </a:lnTo>
                  <a:lnTo>
                    <a:pt x="123160" y="588615"/>
                  </a:lnTo>
                  <a:lnTo>
                    <a:pt x="122940" y="588448"/>
                  </a:lnTo>
                  <a:lnTo>
                    <a:pt x="122463" y="588354"/>
                  </a:lnTo>
                  <a:lnTo>
                    <a:pt x="122068" y="588312"/>
                  </a:lnTo>
                  <a:lnTo>
                    <a:pt x="121563" y="588167"/>
                  </a:lnTo>
                  <a:lnTo>
                    <a:pt x="121434" y="588010"/>
                  </a:lnTo>
                  <a:lnTo>
                    <a:pt x="121379" y="587791"/>
                  </a:lnTo>
                  <a:lnTo>
                    <a:pt x="121241" y="587666"/>
                  </a:lnTo>
                  <a:lnTo>
                    <a:pt x="121067" y="587635"/>
                  </a:lnTo>
                  <a:lnTo>
                    <a:pt x="120837" y="587687"/>
                  </a:lnTo>
                  <a:lnTo>
                    <a:pt x="120608" y="587823"/>
                  </a:lnTo>
                  <a:lnTo>
                    <a:pt x="120369" y="587958"/>
                  </a:lnTo>
                  <a:lnTo>
                    <a:pt x="120066" y="587906"/>
                  </a:lnTo>
                  <a:lnTo>
                    <a:pt x="119579" y="587708"/>
                  </a:lnTo>
                  <a:lnTo>
                    <a:pt x="119276" y="587499"/>
                  </a:lnTo>
                  <a:lnTo>
                    <a:pt x="119175" y="587322"/>
                  </a:lnTo>
                  <a:lnTo>
                    <a:pt x="119074" y="587083"/>
                  </a:lnTo>
                  <a:lnTo>
                    <a:pt x="119029" y="586686"/>
                  </a:lnTo>
                  <a:lnTo>
                    <a:pt x="118955" y="586478"/>
                  </a:lnTo>
                  <a:lnTo>
                    <a:pt x="118560" y="586113"/>
                  </a:lnTo>
                  <a:lnTo>
                    <a:pt x="118354" y="585816"/>
                  </a:lnTo>
                  <a:lnTo>
                    <a:pt x="118276" y="585529"/>
                  </a:lnTo>
                  <a:lnTo>
                    <a:pt x="118303" y="585258"/>
                  </a:lnTo>
                  <a:lnTo>
                    <a:pt x="118569" y="584904"/>
                  </a:lnTo>
                  <a:lnTo>
                    <a:pt x="118909" y="584623"/>
                  </a:lnTo>
                  <a:lnTo>
                    <a:pt x="119157" y="584320"/>
                  </a:lnTo>
                  <a:lnTo>
                    <a:pt x="119084" y="584070"/>
                  </a:lnTo>
                  <a:lnTo>
                    <a:pt x="118937" y="583653"/>
                  </a:lnTo>
                  <a:lnTo>
                    <a:pt x="118889" y="583325"/>
                  </a:lnTo>
                  <a:lnTo>
                    <a:pt x="118911" y="583011"/>
                  </a:lnTo>
                  <a:lnTo>
                    <a:pt x="119183" y="582574"/>
                  </a:lnTo>
                  <a:lnTo>
                    <a:pt x="119366" y="582230"/>
                  </a:lnTo>
                  <a:lnTo>
                    <a:pt x="119385" y="582011"/>
                  </a:lnTo>
                  <a:lnTo>
                    <a:pt x="119339" y="581803"/>
                  </a:lnTo>
                  <a:lnTo>
                    <a:pt x="119164" y="581480"/>
                  </a:lnTo>
                  <a:lnTo>
                    <a:pt x="118880" y="581146"/>
                  </a:lnTo>
                  <a:lnTo>
                    <a:pt x="118687" y="580917"/>
                  </a:lnTo>
                  <a:lnTo>
                    <a:pt x="118411" y="580833"/>
                  </a:lnTo>
                  <a:lnTo>
                    <a:pt x="118136" y="580781"/>
                  </a:lnTo>
                  <a:lnTo>
                    <a:pt x="117860" y="580781"/>
                  </a:lnTo>
                  <a:lnTo>
                    <a:pt x="117511" y="581000"/>
                  </a:lnTo>
                  <a:lnTo>
                    <a:pt x="117429" y="581261"/>
                  </a:lnTo>
                  <a:lnTo>
                    <a:pt x="117447" y="581605"/>
                  </a:lnTo>
                  <a:lnTo>
                    <a:pt x="117355" y="581865"/>
                  </a:lnTo>
                  <a:lnTo>
                    <a:pt x="117006" y="582032"/>
                  </a:lnTo>
                  <a:lnTo>
                    <a:pt x="116685" y="582261"/>
                  </a:lnTo>
                  <a:lnTo>
                    <a:pt x="116332" y="582695"/>
                  </a:lnTo>
                  <a:lnTo>
                    <a:pt x="116189" y="582689"/>
                  </a:lnTo>
                  <a:lnTo>
                    <a:pt x="115950" y="582522"/>
                  </a:lnTo>
                  <a:lnTo>
                    <a:pt x="115648" y="582376"/>
                  </a:lnTo>
                  <a:lnTo>
                    <a:pt x="115264" y="582282"/>
                  </a:lnTo>
                  <a:lnTo>
                    <a:pt x="114833" y="582345"/>
                  </a:lnTo>
                  <a:lnTo>
                    <a:pt x="114465" y="582470"/>
                  </a:lnTo>
                  <a:lnTo>
                    <a:pt x="114126" y="582585"/>
                  </a:lnTo>
                  <a:lnTo>
                    <a:pt x="113878" y="582772"/>
                  </a:lnTo>
                  <a:lnTo>
                    <a:pt x="113722" y="583012"/>
                  </a:lnTo>
                  <a:lnTo>
                    <a:pt x="113520" y="583398"/>
                  </a:lnTo>
                  <a:lnTo>
                    <a:pt x="113226" y="583731"/>
                  </a:lnTo>
                  <a:lnTo>
                    <a:pt x="112996" y="584013"/>
                  </a:lnTo>
                  <a:lnTo>
                    <a:pt x="112684" y="583908"/>
                  </a:lnTo>
                  <a:lnTo>
                    <a:pt x="112124" y="583846"/>
                  </a:lnTo>
                  <a:lnTo>
                    <a:pt x="111380" y="583689"/>
                  </a:lnTo>
                  <a:lnTo>
                    <a:pt x="111050" y="583679"/>
                  </a:lnTo>
                  <a:lnTo>
                    <a:pt x="110637" y="583585"/>
                  </a:lnTo>
                  <a:lnTo>
                    <a:pt x="110416" y="583617"/>
                  </a:lnTo>
                  <a:lnTo>
                    <a:pt x="110278" y="583742"/>
                  </a:lnTo>
                  <a:lnTo>
                    <a:pt x="110251" y="583940"/>
                  </a:lnTo>
                  <a:lnTo>
                    <a:pt x="110278" y="584294"/>
                  </a:lnTo>
                  <a:lnTo>
                    <a:pt x="110352" y="584575"/>
                  </a:lnTo>
                  <a:lnTo>
                    <a:pt x="110453" y="585222"/>
                  </a:lnTo>
                  <a:lnTo>
                    <a:pt x="110113" y="585055"/>
                  </a:lnTo>
                  <a:lnTo>
                    <a:pt x="109682" y="584919"/>
                  </a:lnTo>
                  <a:lnTo>
                    <a:pt x="109186" y="584805"/>
                  </a:lnTo>
                  <a:lnTo>
                    <a:pt x="108947" y="584763"/>
                  </a:lnTo>
                  <a:lnTo>
                    <a:pt x="108690" y="584794"/>
                  </a:lnTo>
                  <a:lnTo>
                    <a:pt x="108332" y="584794"/>
                  </a:lnTo>
                  <a:lnTo>
                    <a:pt x="108093" y="584471"/>
                  </a:lnTo>
                  <a:lnTo>
                    <a:pt x="107882" y="584440"/>
                  </a:lnTo>
                  <a:lnTo>
                    <a:pt x="107304" y="584471"/>
                  </a:lnTo>
                  <a:lnTo>
                    <a:pt x="106780" y="584586"/>
                  </a:lnTo>
                  <a:lnTo>
                    <a:pt x="106367" y="584628"/>
                  </a:lnTo>
                  <a:lnTo>
                    <a:pt x="105789" y="584565"/>
                  </a:lnTo>
                  <a:lnTo>
                    <a:pt x="105302" y="584586"/>
                  </a:lnTo>
                  <a:lnTo>
                    <a:pt x="105109" y="584659"/>
                  </a:lnTo>
                  <a:lnTo>
                    <a:pt x="105017" y="585013"/>
                  </a:lnTo>
                  <a:lnTo>
                    <a:pt x="104815" y="585107"/>
                  </a:lnTo>
                  <a:lnTo>
                    <a:pt x="104540" y="585201"/>
                  </a:lnTo>
                  <a:lnTo>
                    <a:pt x="104163" y="585211"/>
                  </a:lnTo>
                  <a:lnTo>
                    <a:pt x="103741" y="585201"/>
                  </a:lnTo>
                  <a:lnTo>
                    <a:pt x="103135" y="585201"/>
                  </a:lnTo>
                  <a:lnTo>
                    <a:pt x="102832" y="585190"/>
                  </a:lnTo>
                  <a:lnTo>
                    <a:pt x="102575" y="585076"/>
                  </a:lnTo>
                  <a:lnTo>
                    <a:pt x="102254" y="584846"/>
                  </a:lnTo>
                  <a:lnTo>
                    <a:pt x="102088" y="584680"/>
                  </a:lnTo>
                  <a:lnTo>
                    <a:pt x="102042" y="584419"/>
                  </a:lnTo>
                  <a:lnTo>
                    <a:pt x="102189" y="583992"/>
                  </a:lnTo>
                  <a:lnTo>
                    <a:pt x="102382" y="583544"/>
                  </a:lnTo>
                  <a:lnTo>
                    <a:pt x="102410" y="583262"/>
                  </a:lnTo>
                  <a:lnTo>
                    <a:pt x="102355" y="582574"/>
                  </a:lnTo>
                  <a:lnTo>
                    <a:pt x="102465" y="582043"/>
                  </a:lnTo>
                  <a:lnTo>
                    <a:pt x="102621" y="581626"/>
                  </a:lnTo>
                  <a:lnTo>
                    <a:pt x="102685" y="581396"/>
                  </a:lnTo>
                  <a:lnTo>
                    <a:pt x="102621" y="581063"/>
                  </a:lnTo>
                  <a:lnTo>
                    <a:pt x="102382" y="580656"/>
                  </a:lnTo>
                  <a:lnTo>
                    <a:pt x="102116" y="580146"/>
                  </a:lnTo>
                  <a:lnTo>
                    <a:pt x="101932" y="579875"/>
                  </a:lnTo>
                  <a:lnTo>
                    <a:pt x="101583" y="579405"/>
                  </a:lnTo>
                  <a:lnTo>
                    <a:pt x="100996" y="578665"/>
                  </a:lnTo>
                  <a:lnTo>
                    <a:pt x="100546" y="578040"/>
                  </a:lnTo>
                  <a:lnTo>
                    <a:pt x="100399" y="577811"/>
                  </a:lnTo>
                  <a:lnTo>
                    <a:pt x="100362" y="577632"/>
                  </a:lnTo>
                  <a:lnTo>
                    <a:pt x="100356" y="577494"/>
                  </a:lnTo>
                  <a:lnTo>
                    <a:pt x="100359" y="577292"/>
                  </a:lnTo>
                  <a:lnTo>
                    <a:pt x="100371" y="577150"/>
                  </a:lnTo>
                  <a:lnTo>
                    <a:pt x="100368" y="576963"/>
                  </a:lnTo>
                  <a:lnTo>
                    <a:pt x="100209" y="576632"/>
                  </a:lnTo>
                  <a:lnTo>
                    <a:pt x="99973" y="576514"/>
                  </a:lnTo>
                  <a:lnTo>
                    <a:pt x="99615" y="576449"/>
                  </a:lnTo>
                  <a:lnTo>
                    <a:pt x="99303" y="576409"/>
                  </a:lnTo>
                  <a:lnTo>
                    <a:pt x="98905" y="576350"/>
                  </a:lnTo>
                  <a:lnTo>
                    <a:pt x="98408" y="576337"/>
                  </a:lnTo>
                  <a:lnTo>
                    <a:pt x="98119" y="576318"/>
                  </a:lnTo>
                  <a:lnTo>
                    <a:pt x="97805" y="576504"/>
                  </a:lnTo>
                  <a:lnTo>
                    <a:pt x="97498" y="576739"/>
                  </a:lnTo>
                  <a:lnTo>
                    <a:pt x="97040" y="576848"/>
                  </a:lnTo>
                  <a:lnTo>
                    <a:pt x="96792" y="576809"/>
                  </a:lnTo>
                  <a:lnTo>
                    <a:pt x="96538" y="576764"/>
                  </a:lnTo>
                  <a:lnTo>
                    <a:pt x="96353" y="576626"/>
                  </a:lnTo>
                  <a:lnTo>
                    <a:pt x="96203" y="576462"/>
                  </a:lnTo>
                  <a:lnTo>
                    <a:pt x="95965" y="576310"/>
                  </a:lnTo>
                  <a:lnTo>
                    <a:pt x="95677" y="576128"/>
                  </a:lnTo>
                  <a:lnTo>
                    <a:pt x="95117" y="575675"/>
                  </a:lnTo>
                  <a:lnTo>
                    <a:pt x="94887" y="575348"/>
                  </a:lnTo>
                  <a:lnTo>
                    <a:pt x="94696" y="574994"/>
                  </a:lnTo>
                  <a:lnTo>
                    <a:pt x="94684" y="574856"/>
                  </a:lnTo>
                  <a:lnTo>
                    <a:pt x="94684" y="574496"/>
                  </a:lnTo>
                  <a:lnTo>
                    <a:pt x="94633" y="573952"/>
                  </a:lnTo>
                  <a:lnTo>
                    <a:pt x="94407" y="573644"/>
                  </a:lnTo>
                  <a:lnTo>
                    <a:pt x="94316" y="573419"/>
                  </a:lnTo>
                  <a:lnTo>
                    <a:pt x="94194" y="573041"/>
                  </a:lnTo>
                  <a:lnTo>
                    <a:pt x="94269" y="572772"/>
                  </a:lnTo>
                  <a:lnTo>
                    <a:pt x="94430" y="572556"/>
                  </a:lnTo>
                  <a:lnTo>
                    <a:pt x="94413" y="572412"/>
                  </a:lnTo>
                  <a:lnTo>
                    <a:pt x="94200" y="572169"/>
                  </a:lnTo>
                  <a:lnTo>
                    <a:pt x="93945" y="571507"/>
                  </a:lnTo>
                  <a:lnTo>
                    <a:pt x="94350" y="571442"/>
                  </a:lnTo>
                  <a:lnTo>
                    <a:pt x="94679" y="571324"/>
                  </a:lnTo>
                  <a:lnTo>
                    <a:pt x="95319" y="570858"/>
                  </a:lnTo>
                  <a:lnTo>
                    <a:pt x="95249" y="570465"/>
                  </a:lnTo>
                  <a:lnTo>
                    <a:pt x="95434" y="570395"/>
                  </a:lnTo>
                  <a:lnTo>
                    <a:pt x="95852" y="570373"/>
                  </a:lnTo>
                  <a:lnTo>
                    <a:pt x="96111" y="570360"/>
                  </a:lnTo>
                  <a:lnTo>
                    <a:pt x="96373" y="570356"/>
                  </a:lnTo>
                  <a:lnTo>
                    <a:pt x="96674" y="570310"/>
                  </a:lnTo>
                  <a:lnTo>
                    <a:pt x="96945" y="570133"/>
                  </a:lnTo>
                  <a:lnTo>
                    <a:pt x="96927" y="569985"/>
                  </a:lnTo>
                  <a:lnTo>
                    <a:pt x="96904" y="569778"/>
                  </a:lnTo>
                  <a:lnTo>
                    <a:pt x="96887" y="568895"/>
                  </a:lnTo>
                  <a:lnTo>
                    <a:pt x="96804" y="568119"/>
                  </a:lnTo>
                  <a:lnTo>
                    <a:pt x="96773" y="567934"/>
                  </a:lnTo>
                  <a:lnTo>
                    <a:pt x="96754" y="567680"/>
                  </a:lnTo>
                  <a:lnTo>
                    <a:pt x="96729" y="567433"/>
                  </a:lnTo>
                  <a:lnTo>
                    <a:pt x="96865" y="567332"/>
                  </a:lnTo>
                  <a:lnTo>
                    <a:pt x="97156" y="567245"/>
                  </a:lnTo>
                  <a:lnTo>
                    <a:pt x="97692" y="567294"/>
                  </a:lnTo>
                  <a:lnTo>
                    <a:pt x="98050" y="567453"/>
                  </a:lnTo>
                  <a:lnTo>
                    <a:pt x="98561" y="567598"/>
                  </a:lnTo>
                  <a:lnTo>
                    <a:pt x="98780" y="567618"/>
                  </a:lnTo>
                  <a:lnTo>
                    <a:pt x="98962" y="567515"/>
                  </a:lnTo>
                  <a:lnTo>
                    <a:pt x="99017" y="567225"/>
                  </a:lnTo>
                  <a:lnTo>
                    <a:pt x="98853" y="566790"/>
                  </a:lnTo>
                  <a:lnTo>
                    <a:pt x="98396" y="566376"/>
                  </a:lnTo>
                  <a:lnTo>
                    <a:pt x="98123" y="566127"/>
                  </a:lnTo>
                  <a:lnTo>
                    <a:pt x="97879" y="565886"/>
                  </a:lnTo>
                  <a:lnTo>
                    <a:pt x="97703" y="565713"/>
                  </a:lnTo>
                  <a:lnTo>
                    <a:pt x="97502" y="565506"/>
                  </a:lnTo>
                  <a:lnTo>
                    <a:pt x="97393" y="564926"/>
                  </a:lnTo>
                  <a:lnTo>
                    <a:pt x="97356" y="564677"/>
                  </a:lnTo>
                  <a:lnTo>
                    <a:pt x="97028" y="564263"/>
                  </a:lnTo>
                  <a:lnTo>
                    <a:pt x="96626" y="564076"/>
                  </a:lnTo>
                  <a:lnTo>
                    <a:pt x="96371" y="563911"/>
                  </a:lnTo>
                  <a:lnTo>
                    <a:pt x="96189" y="563579"/>
                  </a:lnTo>
                  <a:lnTo>
                    <a:pt x="95933" y="563082"/>
                  </a:lnTo>
                  <a:lnTo>
                    <a:pt x="95860" y="562730"/>
                  </a:lnTo>
                  <a:lnTo>
                    <a:pt x="95878" y="562581"/>
                  </a:lnTo>
                  <a:lnTo>
                    <a:pt x="95894" y="562450"/>
                  </a:lnTo>
                  <a:lnTo>
                    <a:pt x="96025" y="562013"/>
                  </a:lnTo>
                  <a:lnTo>
                    <a:pt x="96154" y="561782"/>
                  </a:lnTo>
                  <a:lnTo>
                    <a:pt x="96455" y="561347"/>
                  </a:lnTo>
                  <a:lnTo>
                    <a:pt x="96674" y="560881"/>
                  </a:lnTo>
                  <a:lnTo>
                    <a:pt x="96962" y="560602"/>
                  </a:lnTo>
                  <a:lnTo>
                    <a:pt x="97345" y="560415"/>
                  </a:lnTo>
                  <a:lnTo>
                    <a:pt x="97578" y="560213"/>
                  </a:lnTo>
                  <a:lnTo>
                    <a:pt x="97660" y="559747"/>
                  </a:lnTo>
                  <a:lnTo>
                    <a:pt x="97586" y="559276"/>
                  </a:lnTo>
                  <a:lnTo>
                    <a:pt x="97550" y="559048"/>
                  </a:lnTo>
                  <a:lnTo>
                    <a:pt x="97408" y="558677"/>
                  </a:lnTo>
                  <a:lnTo>
                    <a:pt x="97348" y="558504"/>
                  </a:lnTo>
                  <a:lnTo>
                    <a:pt x="97227" y="558307"/>
                  </a:lnTo>
                  <a:lnTo>
                    <a:pt x="96991" y="558004"/>
                  </a:lnTo>
                  <a:lnTo>
                    <a:pt x="96786" y="557678"/>
                  </a:lnTo>
                  <a:lnTo>
                    <a:pt x="96929" y="557025"/>
                  </a:lnTo>
                  <a:lnTo>
                    <a:pt x="96806" y="556687"/>
                  </a:lnTo>
                  <a:lnTo>
                    <a:pt x="96601" y="556629"/>
                  </a:lnTo>
                  <a:lnTo>
                    <a:pt x="96221" y="556391"/>
                  </a:lnTo>
                  <a:lnTo>
                    <a:pt x="96179" y="556194"/>
                  </a:lnTo>
                  <a:lnTo>
                    <a:pt x="96064" y="555559"/>
                  </a:lnTo>
                  <a:lnTo>
                    <a:pt x="95739" y="555394"/>
                  </a:lnTo>
                  <a:lnTo>
                    <a:pt x="95443" y="555124"/>
                  </a:lnTo>
                  <a:lnTo>
                    <a:pt x="95266" y="554932"/>
                  </a:lnTo>
                  <a:lnTo>
                    <a:pt x="95004" y="554626"/>
                  </a:lnTo>
                  <a:lnTo>
                    <a:pt x="94797" y="554241"/>
                  </a:lnTo>
                  <a:lnTo>
                    <a:pt x="94732" y="554033"/>
                  </a:lnTo>
                  <a:lnTo>
                    <a:pt x="94712" y="553787"/>
                  </a:lnTo>
                  <a:lnTo>
                    <a:pt x="94581" y="553438"/>
                  </a:lnTo>
                  <a:lnTo>
                    <a:pt x="94296" y="552992"/>
                  </a:lnTo>
                  <a:lnTo>
                    <a:pt x="94035" y="552703"/>
                  </a:lnTo>
                  <a:lnTo>
                    <a:pt x="93834" y="552485"/>
                  </a:lnTo>
                  <a:lnTo>
                    <a:pt x="93822" y="552097"/>
                  </a:lnTo>
                  <a:lnTo>
                    <a:pt x="93881" y="551734"/>
                  </a:lnTo>
                  <a:lnTo>
                    <a:pt x="94019" y="551463"/>
                  </a:lnTo>
                  <a:lnTo>
                    <a:pt x="94125" y="551174"/>
                  </a:lnTo>
                  <a:lnTo>
                    <a:pt x="93965" y="550967"/>
                  </a:lnTo>
                  <a:lnTo>
                    <a:pt x="93745" y="550800"/>
                  </a:lnTo>
                  <a:lnTo>
                    <a:pt x="93286" y="550279"/>
                  </a:lnTo>
                  <a:lnTo>
                    <a:pt x="92517" y="549711"/>
                  </a:lnTo>
                  <a:lnTo>
                    <a:pt x="92340" y="549658"/>
                  </a:lnTo>
                  <a:lnTo>
                    <a:pt x="92019" y="549367"/>
                  </a:lnTo>
                  <a:lnTo>
                    <a:pt x="91601" y="548815"/>
                  </a:lnTo>
                  <a:lnTo>
                    <a:pt x="91511" y="548680"/>
                  </a:lnTo>
                  <a:lnTo>
                    <a:pt x="90996" y="548122"/>
                  </a:lnTo>
                  <a:lnTo>
                    <a:pt x="90211" y="547513"/>
                  </a:lnTo>
                  <a:lnTo>
                    <a:pt x="89665" y="547101"/>
                  </a:lnTo>
                  <a:lnTo>
                    <a:pt x="89137" y="546991"/>
                  </a:lnTo>
                  <a:lnTo>
                    <a:pt x="88953" y="546814"/>
                  </a:lnTo>
                  <a:lnTo>
                    <a:pt x="88874" y="546676"/>
                  </a:lnTo>
                  <a:lnTo>
                    <a:pt x="88614" y="546398"/>
                  </a:lnTo>
                  <a:lnTo>
                    <a:pt x="88408" y="546307"/>
                  </a:lnTo>
                  <a:lnTo>
                    <a:pt x="88240" y="546039"/>
                  </a:lnTo>
                  <a:lnTo>
                    <a:pt x="88224" y="545909"/>
                  </a:lnTo>
                  <a:lnTo>
                    <a:pt x="88014" y="545844"/>
                  </a:lnTo>
                  <a:lnTo>
                    <a:pt x="87809" y="545828"/>
                  </a:lnTo>
                  <a:lnTo>
                    <a:pt x="87609" y="545765"/>
                  </a:lnTo>
                  <a:lnTo>
                    <a:pt x="87459" y="545738"/>
                  </a:lnTo>
                  <a:lnTo>
                    <a:pt x="87312" y="545673"/>
                  </a:lnTo>
                  <a:lnTo>
                    <a:pt x="87146" y="545523"/>
                  </a:lnTo>
                  <a:lnTo>
                    <a:pt x="86828" y="545267"/>
                  </a:lnTo>
                  <a:lnTo>
                    <a:pt x="86389" y="544955"/>
                  </a:lnTo>
                  <a:lnTo>
                    <a:pt x="86253" y="544859"/>
                  </a:lnTo>
                  <a:lnTo>
                    <a:pt x="86119" y="544776"/>
                  </a:lnTo>
                  <a:lnTo>
                    <a:pt x="85570" y="544584"/>
                  </a:lnTo>
                  <a:lnTo>
                    <a:pt x="85391" y="544673"/>
                  </a:lnTo>
                  <a:lnTo>
                    <a:pt x="85083" y="544789"/>
                  </a:lnTo>
                  <a:lnTo>
                    <a:pt x="84734" y="544743"/>
                  </a:lnTo>
                  <a:lnTo>
                    <a:pt x="84508" y="544393"/>
                  </a:lnTo>
                  <a:lnTo>
                    <a:pt x="84183" y="544145"/>
                  </a:lnTo>
                  <a:lnTo>
                    <a:pt x="83812" y="543955"/>
                  </a:lnTo>
                  <a:lnTo>
                    <a:pt x="83431" y="543869"/>
                  </a:lnTo>
                  <a:lnTo>
                    <a:pt x="83041" y="543764"/>
                  </a:lnTo>
                  <a:lnTo>
                    <a:pt x="82599" y="543682"/>
                  </a:lnTo>
                  <a:lnTo>
                    <a:pt x="82281" y="543682"/>
                  </a:lnTo>
                  <a:lnTo>
                    <a:pt x="81799" y="543752"/>
                  </a:lnTo>
                  <a:lnTo>
                    <a:pt x="81190" y="543850"/>
                  </a:lnTo>
                  <a:lnTo>
                    <a:pt x="80947" y="543904"/>
                  </a:lnTo>
                  <a:lnTo>
                    <a:pt x="80721" y="544055"/>
                  </a:lnTo>
                  <a:lnTo>
                    <a:pt x="80516" y="544113"/>
                  </a:lnTo>
                  <a:lnTo>
                    <a:pt x="80311" y="544113"/>
                  </a:lnTo>
                  <a:lnTo>
                    <a:pt x="80059" y="543927"/>
                  </a:lnTo>
                  <a:lnTo>
                    <a:pt x="79756" y="543694"/>
                  </a:lnTo>
                  <a:lnTo>
                    <a:pt x="79415" y="543683"/>
                  </a:lnTo>
                  <a:lnTo>
                    <a:pt x="79120" y="543694"/>
                  </a:lnTo>
                  <a:lnTo>
                    <a:pt x="78771" y="543671"/>
                  </a:lnTo>
                  <a:lnTo>
                    <a:pt x="78434" y="543786"/>
                  </a:lnTo>
                  <a:lnTo>
                    <a:pt x="78402" y="543962"/>
                  </a:lnTo>
                  <a:lnTo>
                    <a:pt x="78343" y="544253"/>
                  </a:lnTo>
                  <a:lnTo>
                    <a:pt x="78299" y="544428"/>
                  </a:lnTo>
                  <a:lnTo>
                    <a:pt x="78340" y="544614"/>
                  </a:lnTo>
                  <a:lnTo>
                    <a:pt x="78402" y="545092"/>
                  </a:lnTo>
                  <a:lnTo>
                    <a:pt x="78340" y="545407"/>
                  </a:lnTo>
                  <a:lnTo>
                    <a:pt x="78248" y="545593"/>
                  </a:lnTo>
                  <a:lnTo>
                    <a:pt x="78073" y="545651"/>
                  </a:lnTo>
                  <a:lnTo>
                    <a:pt x="77868" y="545628"/>
                  </a:lnTo>
                  <a:lnTo>
                    <a:pt x="77580" y="545500"/>
                  </a:lnTo>
                  <a:lnTo>
                    <a:pt x="77314" y="545255"/>
                  </a:lnTo>
                  <a:lnTo>
                    <a:pt x="77278" y="545057"/>
                  </a:lnTo>
                  <a:lnTo>
                    <a:pt x="77203" y="544891"/>
                  </a:lnTo>
                  <a:lnTo>
                    <a:pt x="76893" y="544952"/>
                  </a:lnTo>
                  <a:lnTo>
                    <a:pt x="76605" y="545115"/>
                  </a:lnTo>
                  <a:lnTo>
                    <a:pt x="76256" y="545453"/>
                  </a:lnTo>
                  <a:lnTo>
                    <a:pt x="76010" y="545733"/>
                  </a:lnTo>
                  <a:lnTo>
                    <a:pt x="75815" y="545838"/>
                  </a:lnTo>
                  <a:lnTo>
                    <a:pt x="75528" y="545815"/>
                  </a:lnTo>
                  <a:lnTo>
                    <a:pt x="75248" y="545706"/>
                  </a:lnTo>
                  <a:lnTo>
                    <a:pt x="75097" y="545500"/>
                  </a:lnTo>
                  <a:lnTo>
                    <a:pt x="74891" y="545069"/>
                  </a:lnTo>
                  <a:lnTo>
                    <a:pt x="74813" y="544768"/>
                  </a:lnTo>
                  <a:lnTo>
                    <a:pt x="74779" y="544638"/>
                  </a:lnTo>
                  <a:lnTo>
                    <a:pt x="74573" y="544218"/>
                  </a:lnTo>
                  <a:lnTo>
                    <a:pt x="74358" y="543811"/>
                  </a:lnTo>
                  <a:lnTo>
                    <a:pt x="74145" y="543324"/>
                  </a:lnTo>
                  <a:lnTo>
                    <a:pt x="74093" y="543118"/>
                  </a:lnTo>
                  <a:lnTo>
                    <a:pt x="74083" y="542675"/>
                  </a:lnTo>
                  <a:lnTo>
                    <a:pt x="74103" y="542349"/>
                  </a:lnTo>
                  <a:lnTo>
                    <a:pt x="74165" y="541964"/>
                  </a:lnTo>
                  <a:lnTo>
                    <a:pt x="74252" y="541772"/>
                  </a:lnTo>
                  <a:lnTo>
                    <a:pt x="74378" y="541353"/>
                  </a:lnTo>
                  <a:lnTo>
                    <a:pt x="74432" y="541172"/>
                  </a:lnTo>
                  <a:lnTo>
                    <a:pt x="74473" y="540776"/>
                  </a:lnTo>
                  <a:lnTo>
                    <a:pt x="74500" y="540374"/>
                  </a:lnTo>
                  <a:lnTo>
                    <a:pt x="74364" y="539952"/>
                  </a:lnTo>
                  <a:lnTo>
                    <a:pt x="74334" y="539807"/>
                  </a:lnTo>
                  <a:lnTo>
                    <a:pt x="74278" y="539296"/>
                  </a:lnTo>
                  <a:lnTo>
                    <a:pt x="74196" y="538993"/>
                  </a:lnTo>
                  <a:lnTo>
                    <a:pt x="74042" y="538714"/>
                  </a:lnTo>
                  <a:lnTo>
                    <a:pt x="73724" y="538364"/>
                  </a:lnTo>
                  <a:lnTo>
                    <a:pt x="73128" y="537933"/>
                  </a:lnTo>
                  <a:lnTo>
                    <a:pt x="72995" y="537805"/>
                  </a:lnTo>
                  <a:lnTo>
                    <a:pt x="72933" y="537654"/>
                  </a:lnTo>
                  <a:lnTo>
                    <a:pt x="72933" y="537374"/>
                  </a:lnTo>
                  <a:lnTo>
                    <a:pt x="72944" y="537153"/>
                  </a:lnTo>
                  <a:lnTo>
                    <a:pt x="73016" y="536838"/>
                  </a:lnTo>
                  <a:lnTo>
                    <a:pt x="73108" y="536686"/>
                  </a:lnTo>
                  <a:lnTo>
                    <a:pt x="73282" y="536617"/>
                  </a:lnTo>
                  <a:lnTo>
                    <a:pt x="73426" y="536605"/>
                  </a:lnTo>
                  <a:lnTo>
                    <a:pt x="73645" y="536462"/>
                  </a:lnTo>
                  <a:lnTo>
                    <a:pt x="73832" y="536311"/>
                  </a:lnTo>
                  <a:lnTo>
                    <a:pt x="73724" y="535976"/>
                  </a:lnTo>
                  <a:lnTo>
                    <a:pt x="73601" y="535824"/>
                  </a:lnTo>
                  <a:lnTo>
                    <a:pt x="73508" y="535684"/>
                  </a:lnTo>
                  <a:lnTo>
                    <a:pt x="73282" y="535603"/>
                  </a:lnTo>
                  <a:lnTo>
                    <a:pt x="72957" y="535672"/>
                  </a:lnTo>
                  <a:lnTo>
                    <a:pt x="72591" y="535698"/>
                  </a:lnTo>
                  <a:lnTo>
                    <a:pt x="72209" y="535568"/>
                  </a:lnTo>
                  <a:lnTo>
                    <a:pt x="71682" y="535386"/>
                  </a:lnTo>
                  <a:lnTo>
                    <a:pt x="71293" y="535386"/>
                  </a:lnTo>
                  <a:lnTo>
                    <a:pt x="70843" y="535308"/>
                  </a:lnTo>
                  <a:lnTo>
                    <a:pt x="70301" y="535083"/>
                  </a:lnTo>
                  <a:lnTo>
                    <a:pt x="69865" y="534905"/>
                  </a:lnTo>
                  <a:lnTo>
                    <a:pt x="69714" y="534881"/>
                  </a:lnTo>
                  <a:lnTo>
                    <a:pt x="69531" y="534881"/>
                  </a:lnTo>
                  <a:lnTo>
                    <a:pt x="69404" y="534895"/>
                  </a:lnTo>
                  <a:lnTo>
                    <a:pt x="69002" y="534812"/>
                  </a:lnTo>
                  <a:lnTo>
                    <a:pt x="68802" y="534775"/>
                  </a:lnTo>
                  <a:lnTo>
                    <a:pt x="68293" y="534849"/>
                  </a:lnTo>
                  <a:lnTo>
                    <a:pt x="68026" y="534901"/>
                  </a:lnTo>
                  <a:lnTo>
                    <a:pt x="67484" y="535178"/>
                  </a:lnTo>
                  <a:lnTo>
                    <a:pt x="67178" y="535274"/>
                  </a:lnTo>
                  <a:lnTo>
                    <a:pt x="66904" y="535230"/>
                  </a:lnTo>
                  <a:lnTo>
                    <a:pt x="66698" y="535048"/>
                  </a:lnTo>
                  <a:lnTo>
                    <a:pt x="66545" y="534840"/>
                  </a:lnTo>
                  <a:lnTo>
                    <a:pt x="66308" y="534754"/>
                  </a:lnTo>
                  <a:lnTo>
                    <a:pt x="65850" y="534684"/>
                  </a:lnTo>
                  <a:lnTo>
                    <a:pt x="65285" y="534528"/>
                  </a:lnTo>
                  <a:lnTo>
                    <a:pt x="64659" y="534372"/>
                  </a:lnTo>
                  <a:lnTo>
                    <a:pt x="64346" y="534173"/>
                  </a:lnTo>
                  <a:lnTo>
                    <a:pt x="64255" y="533982"/>
                  </a:lnTo>
                  <a:lnTo>
                    <a:pt x="64262" y="533731"/>
                  </a:lnTo>
                  <a:lnTo>
                    <a:pt x="64407" y="533228"/>
                  </a:lnTo>
                  <a:lnTo>
                    <a:pt x="64262" y="532882"/>
                  </a:lnTo>
                  <a:lnTo>
                    <a:pt x="63980" y="532804"/>
                  </a:lnTo>
                  <a:lnTo>
                    <a:pt x="63644" y="532547"/>
                  </a:lnTo>
                  <a:lnTo>
                    <a:pt x="63484" y="532501"/>
                  </a:lnTo>
                  <a:lnTo>
                    <a:pt x="63171" y="532492"/>
                  </a:lnTo>
                  <a:lnTo>
                    <a:pt x="63041" y="532587"/>
                  </a:lnTo>
                  <a:lnTo>
                    <a:pt x="62934" y="532717"/>
                  </a:lnTo>
                  <a:lnTo>
                    <a:pt x="62934" y="532847"/>
                  </a:lnTo>
                  <a:lnTo>
                    <a:pt x="62835" y="533116"/>
                  </a:lnTo>
                  <a:lnTo>
                    <a:pt x="62329" y="533192"/>
                  </a:lnTo>
                  <a:lnTo>
                    <a:pt x="62186" y="533202"/>
                  </a:lnTo>
                  <a:lnTo>
                    <a:pt x="61957" y="533237"/>
                  </a:lnTo>
                  <a:lnTo>
                    <a:pt x="61542" y="533193"/>
                  </a:lnTo>
                  <a:lnTo>
                    <a:pt x="61308" y="533211"/>
                  </a:lnTo>
                  <a:lnTo>
                    <a:pt x="60926" y="533357"/>
                  </a:lnTo>
                  <a:lnTo>
                    <a:pt x="60659" y="533428"/>
                  </a:lnTo>
                  <a:lnTo>
                    <a:pt x="60392" y="533428"/>
                  </a:lnTo>
                  <a:lnTo>
                    <a:pt x="60064" y="533358"/>
                  </a:lnTo>
                  <a:lnTo>
                    <a:pt x="59758" y="533159"/>
                  </a:lnTo>
                  <a:lnTo>
                    <a:pt x="59453" y="533038"/>
                  </a:lnTo>
                  <a:lnTo>
                    <a:pt x="59155" y="532960"/>
                  </a:lnTo>
                  <a:lnTo>
                    <a:pt x="58972" y="532960"/>
                  </a:lnTo>
                  <a:lnTo>
                    <a:pt x="58580" y="533315"/>
                  </a:lnTo>
                  <a:lnTo>
                    <a:pt x="58407" y="533506"/>
                  </a:lnTo>
                  <a:lnTo>
                    <a:pt x="58221" y="533660"/>
                  </a:lnTo>
                  <a:lnTo>
                    <a:pt x="58041" y="533809"/>
                  </a:lnTo>
                  <a:lnTo>
                    <a:pt x="57769" y="533916"/>
                  </a:lnTo>
                  <a:lnTo>
                    <a:pt x="57583" y="533922"/>
                  </a:lnTo>
                  <a:lnTo>
                    <a:pt x="57354" y="533896"/>
                  </a:lnTo>
                  <a:lnTo>
                    <a:pt x="57216" y="533835"/>
                  </a:lnTo>
                  <a:lnTo>
                    <a:pt x="56911" y="533835"/>
                  </a:lnTo>
                  <a:lnTo>
                    <a:pt x="56613" y="533982"/>
                  </a:lnTo>
                  <a:lnTo>
                    <a:pt x="56308" y="534104"/>
                  </a:lnTo>
                  <a:lnTo>
                    <a:pt x="56063" y="534138"/>
                  </a:lnTo>
                  <a:lnTo>
                    <a:pt x="55925" y="534182"/>
                  </a:lnTo>
                  <a:lnTo>
                    <a:pt x="55601" y="534280"/>
                  </a:lnTo>
                  <a:lnTo>
                    <a:pt x="55375" y="534396"/>
                  </a:lnTo>
                  <a:lnTo>
                    <a:pt x="55140" y="534520"/>
                  </a:lnTo>
                  <a:lnTo>
                    <a:pt x="55010" y="534710"/>
                  </a:lnTo>
                  <a:lnTo>
                    <a:pt x="54972" y="534953"/>
                  </a:lnTo>
                  <a:lnTo>
                    <a:pt x="54972" y="535161"/>
                  </a:lnTo>
                  <a:lnTo>
                    <a:pt x="55056" y="535352"/>
                  </a:lnTo>
                  <a:lnTo>
                    <a:pt x="55201" y="535534"/>
                  </a:lnTo>
                  <a:lnTo>
                    <a:pt x="55354" y="535872"/>
                  </a:lnTo>
                  <a:lnTo>
                    <a:pt x="55102" y="536088"/>
                  </a:lnTo>
                  <a:lnTo>
                    <a:pt x="54674" y="536158"/>
                  </a:lnTo>
                  <a:lnTo>
                    <a:pt x="54728" y="536478"/>
                  </a:lnTo>
                  <a:lnTo>
                    <a:pt x="54598" y="536539"/>
                  </a:lnTo>
                  <a:lnTo>
                    <a:pt x="54254" y="536548"/>
                  </a:lnTo>
                  <a:lnTo>
                    <a:pt x="53934" y="536504"/>
                  </a:lnTo>
                  <a:lnTo>
                    <a:pt x="53796" y="536444"/>
                  </a:lnTo>
                  <a:lnTo>
                    <a:pt x="53651" y="536218"/>
                  </a:lnTo>
                  <a:lnTo>
                    <a:pt x="53445" y="535880"/>
                  </a:lnTo>
                  <a:lnTo>
                    <a:pt x="53258" y="535429"/>
                  </a:lnTo>
                  <a:lnTo>
                    <a:pt x="53201" y="535291"/>
                  </a:lnTo>
                  <a:lnTo>
                    <a:pt x="53059" y="534968"/>
                  </a:lnTo>
                  <a:lnTo>
                    <a:pt x="52729" y="534216"/>
                  </a:lnTo>
                  <a:lnTo>
                    <a:pt x="52310" y="533506"/>
                  </a:lnTo>
                  <a:lnTo>
                    <a:pt x="52210" y="533246"/>
                  </a:lnTo>
                  <a:lnTo>
                    <a:pt x="52077" y="532899"/>
                  </a:lnTo>
                  <a:lnTo>
                    <a:pt x="52026" y="532425"/>
                  </a:lnTo>
                  <a:lnTo>
                    <a:pt x="52026" y="532090"/>
                  </a:lnTo>
                  <a:lnTo>
                    <a:pt x="51949" y="531754"/>
                  </a:lnTo>
                  <a:lnTo>
                    <a:pt x="51959" y="531490"/>
                  </a:lnTo>
                  <a:lnTo>
                    <a:pt x="52020" y="531231"/>
                  </a:lnTo>
                  <a:lnTo>
                    <a:pt x="51862" y="531231"/>
                  </a:lnTo>
                  <a:lnTo>
                    <a:pt x="51701" y="531235"/>
                  </a:lnTo>
                  <a:lnTo>
                    <a:pt x="51161" y="531247"/>
                  </a:lnTo>
                  <a:lnTo>
                    <a:pt x="50337" y="531270"/>
                  </a:lnTo>
                  <a:lnTo>
                    <a:pt x="50092" y="531328"/>
                  </a:lnTo>
                  <a:lnTo>
                    <a:pt x="49940" y="531501"/>
                  </a:lnTo>
                  <a:lnTo>
                    <a:pt x="49838" y="531767"/>
                  </a:lnTo>
                  <a:lnTo>
                    <a:pt x="49855" y="532095"/>
                  </a:lnTo>
                  <a:lnTo>
                    <a:pt x="49848" y="532264"/>
                  </a:lnTo>
                  <a:lnTo>
                    <a:pt x="49767" y="532391"/>
                  </a:lnTo>
                  <a:lnTo>
                    <a:pt x="49543" y="532472"/>
                  </a:lnTo>
                  <a:lnTo>
                    <a:pt x="49415" y="532485"/>
                  </a:lnTo>
                  <a:lnTo>
                    <a:pt x="48983" y="532529"/>
                  </a:lnTo>
                  <a:lnTo>
                    <a:pt x="48793" y="532550"/>
                  </a:lnTo>
                  <a:lnTo>
                    <a:pt x="48555" y="532576"/>
                  </a:lnTo>
                  <a:lnTo>
                    <a:pt x="48108" y="532553"/>
                  </a:lnTo>
                  <a:lnTo>
                    <a:pt x="47660" y="532449"/>
                  </a:lnTo>
                  <a:lnTo>
                    <a:pt x="47293" y="532148"/>
                  </a:lnTo>
                  <a:lnTo>
                    <a:pt x="47059" y="531755"/>
                  </a:lnTo>
                  <a:lnTo>
                    <a:pt x="46994" y="531444"/>
                  </a:lnTo>
                  <a:lnTo>
                    <a:pt x="47061" y="531119"/>
                  </a:lnTo>
                  <a:lnTo>
                    <a:pt x="47029" y="530831"/>
                  </a:lnTo>
                  <a:lnTo>
                    <a:pt x="46835" y="530738"/>
                  </a:lnTo>
                  <a:lnTo>
                    <a:pt x="46611" y="530450"/>
                  </a:lnTo>
                  <a:lnTo>
                    <a:pt x="46571" y="530253"/>
                  </a:lnTo>
                  <a:lnTo>
                    <a:pt x="46499" y="529849"/>
                  </a:lnTo>
                  <a:lnTo>
                    <a:pt x="46398" y="529675"/>
                  </a:lnTo>
                  <a:lnTo>
                    <a:pt x="46265" y="529652"/>
                  </a:lnTo>
                  <a:lnTo>
                    <a:pt x="46102" y="529675"/>
                  </a:lnTo>
                  <a:lnTo>
                    <a:pt x="45769" y="529826"/>
                  </a:lnTo>
                  <a:lnTo>
                    <a:pt x="45502" y="529987"/>
                  </a:lnTo>
                  <a:lnTo>
                    <a:pt x="45321" y="530140"/>
                  </a:lnTo>
                  <a:lnTo>
                    <a:pt x="44871" y="530334"/>
                  </a:lnTo>
                  <a:lnTo>
                    <a:pt x="44464" y="530484"/>
                  </a:lnTo>
                  <a:lnTo>
                    <a:pt x="44138" y="530565"/>
                  </a:lnTo>
                  <a:lnTo>
                    <a:pt x="43843" y="530634"/>
                  </a:lnTo>
                  <a:lnTo>
                    <a:pt x="43609" y="530785"/>
                  </a:lnTo>
                  <a:lnTo>
                    <a:pt x="43401" y="531009"/>
                  </a:lnTo>
                  <a:lnTo>
                    <a:pt x="43263" y="531235"/>
                  </a:lnTo>
                  <a:lnTo>
                    <a:pt x="43151" y="531489"/>
                  </a:lnTo>
                  <a:lnTo>
                    <a:pt x="42876" y="531709"/>
                  </a:lnTo>
                  <a:lnTo>
                    <a:pt x="42560" y="531859"/>
                  </a:lnTo>
                  <a:lnTo>
                    <a:pt x="42062" y="531975"/>
                  </a:lnTo>
                  <a:lnTo>
                    <a:pt x="41402" y="532138"/>
                  </a:lnTo>
                  <a:lnTo>
                    <a:pt x="41209" y="532279"/>
                  </a:lnTo>
                  <a:lnTo>
                    <a:pt x="40991" y="531977"/>
                  </a:lnTo>
                  <a:lnTo>
                    <a:pt x="40497" y="531457"/>
                  </a:lnTo>
                  <a:lnTo>
                    <a:pt x="40340" y="531320"/>
                  </a:lnTo>
                  <a:lnTo>
                    <a:pt x="40234" y="531187"/>
                  </a:lnTo>
                  <a:lnTo>
                    <a:pt x="40092" y="530983"/>
                  </a:lnTo>
                  <a:lnTo>
                    <a:pt x="39949" y="530462"/>
                  </a:lnTo>
                  <a:lnTo>
                    <a:pt x="39826" y="530223"/>
                  </a:lnTo>
                  <a:lnTo>
                    <a:pt x="39671" y="530097"/>
                  </a:lnTo>
                  <a:lnTo>
                    <a:pt x="39367" y="530028"/>
                  </a:lnTo>
                  <a:lnTo>
                    <a:pt x="39208" y="530096"/>
                  </a:lnTo>
                  <a:lnTo>
                    <a:pt x="39068" y="530292"/>
                  </a:lnTo>
                  <a:lnTo>
                    <a:pt x="38915" y="530610"/>
                  </a:lnTo>
                  <a:lnTo>
                    <a:pt x="38502" y="530670"/>
                  </a:lnTo>
                  <a:lnTo>
                    <a:pt x="38416" y="530542"/>
                  </a:lnTo>
                  <a:lnTo>
                    <a:pt x="38341" y="530351"/>
                  </a:lnTo>
                  <a:lnTo>
                    <a:pt x="38317" y="530028"/>
                  </a:lnTo>
                  <a:lnTo>
                    <a:pt x="38317" y="529798"/>
                  </a:lnTo>
                  <a:lnTo>
                    <a:pt x="38311" y="529355"/>
                  </a:lnTo>
                  <a:lnTo>
                    <a:pt x="38317" y="529102"/>
                  </a:lnTo>
                  <a:lnTo>
                    <a:pt x="38282" y="528752"/>
                  </a:lnTo>
                  <a:lnTo>
                    <a:pt x="38199" y="528578"/>
                  </a:lnTo>
                  <a:lnTo>
                    <a:pt x="37974" y="528390"/>
                  </a:lnTo>
                  <a:lnTo>
                    <a:pt x="37501" y="528215"/>
                  </a:lnTo>
                  <a:lnTo>
                    <a:pt x="37071" y="527884"/>
                  </a:lnTo>
                  <a:lnTo>
                    <a:pt x="37004" y="527692"/>
                  </a:lnTo>
                  <a:lnTo>
                    <a:pt x="37004" y="527503"/>
                  </a:lnTo>
                  <a:lnTo>
                    <a:pt x="37051" y="527262"/>
                  </a:lnTo>
                  <a:lnTo>
                    <a:pt x="37288" y="526980"/>
                  </a:lnTo>
                  <a:lnTo>
                    <a:pt x="37607" y="526751"/>
                  </a:lnTo>
                  <a:lnTo>
                    <a:pt x="37785" y="526657"/>
                  </a:lnTo>
                  <a:lnTo>
                    <a:pt x="38143" y="526567"/>
                  </a:lnTo>
                  <a:lnTo>
                    <a:pt x="38165" y="526287"/>
                  </a:lnTo>
                  <a:lnTo>
                    <a:pt x="38202" y="526031"/>
                  </a:lnTo>
                  <a:lnTo>
                    <a:pt x="38183" y="525833"/>
                  </a:lnTo>
                  <a:lnTo>
                    <a:pt x="38092" y="525637"/>
                  </a:lnTo>
                  <a:lnTo>
                    <a:pt x="37726" y="525314"/>
                  </a:lnTo>
                  <a:lnTo>
                    <a:pt x="37584" y="525167"/>
                  </a:lnTo>
                  <a:lnTo>
                    <a:pt x="37536" y="525005"/>
                  </a:lnTo>
                  <a:lnTo>
                    <a:pt x="37640" y="524740"/>
                  </a:lnTo>
                  <a:lnTo>
                    <a:pt x="37868" y="524576"/>
                  </a:lnTo>
                  <a:lnTo>
                    <a:pt x="38495" y="524159"/>
                  </a:lnTo>
                  <a:lnTo>
                    <a:pt x="38625" y="523810"/>
                  </a:lnTo>
                  <a:lnTo>
                    <a:pt x="38853" y="523290"/>
                  </a:lnTo>
                  <a:lnTo>
                    <a:pt x="39145" y="522991"/>
                  </a:lnTo>
                  <a:lnTo>
                    <a:pt x="39488" y="522897"/>
                  </a:lnTo>
                  <a:lnTo>
                    <a:pt x="40080" y="522857"/>
                  </a:lnTo>
                  <a:lnTo>
                    <a:pt x="40470" y="522870"/>
                  </a:lnTo>
                  <a:lnTo>
                    <a:pt x="40719" y="522964"/>
                  </a:lnTo>
                  <a:lnTo>
                    <a:pt x="40991" y="523098"/>
                  </a:lnTo>
                  <a:lnTo>
                    <a:pt x="41180" y="523192"/>
                  </a:lnTo>
                  <a:lnTo>
                    <a:pt x="41310" y="523353"/>
                  </a:lnTo>
                  <a:lnTo>
                    <a:pt x="41452" y="523461"/>
                  </a:lnTo>
                  <a:lnTo>
                    <a:pt x="41630" y="523488"/>
                  </a:lnTo>
                  <a:lnTo>
                    <a:pt x="41831" y="523474"/>
                  </a:lnTo>
                  <a:lnTo>
                    <a:pt x="42067" y="523340"/>
                  </a:lnTo>
                  <a:lnTo>
                    <a:pt x="42198" y="523085"/>
                  </a:lnTo>
                  <a:lnTo>
                    <a:pt x="42233" y="522709"/>
                  </a:lnTo>
                  <a:lnTo>
                    <a:pt x="42316" y="522266"/>
                  </a:lnTo>
                  <a:lnTo>
                    <a:pt x="42493" y="522252"/>
                  </a:lnTo>
                  <a:lnTo>
                    <a:pt x="42706" y="522279"/>
                  </a:lnTo>
                  <a:lnTo>
                    <a:pt x="42919" y="522400"/>
                  </a:lnTo>
                  <a:lnTo>
                    <a:pt x="43250" y="522333"/>
                  </a:lnTo>
                  <a:lnTo>
                    <a:pt x="43345" y="522104"/>
                  </a:lnTo>
                  <a:lnTo>
                    <a:pt x="43499" y="522010"/>
                  </a:lnTo>
                  <a:lnTo>
                    <a:pt x="43688" y="522010"/>
                  </a:lnTo>
                  <a:lnTo>
                    <a:pt x="43854" y="522118"/>
                  </a:lnTo>
                  <a:lnTo>
                    <a:pt x="44031" y="522346"/>
                  </a:lnTo>
                  <a:lnTo>
                    <a:pt x="44193" y="522686"/>
                  </a:lnTo>
                  <a:lnTo>
                    <a:pt x="44315" y="522870"/>
                  </a:lnTo>
                  <a:lnTo>
                    <a:pt x="44422" y="523085"/>
                  </a:lnTo>
                  <a:lnTo>
                    <a:pt x="44575" y="523219"/>
                  </a:lnTo>
                  <a:lnTo>
                    <a:pt x="44826" y="523246"/>
                  </a:lnTo>
                  <a:lnTo>
                    <a:pt x="45037" y="523075"/>
                  </a:lnTo>
                  <a:lnTo>
                    <a:pt x="45278" y="522825"/>
                  </a:lnTo>
                  <a:lnTo>
                    <a:pt x="45571" y="522394"/>
                  </a:lnTo>
                  <a:lnTo>
                    <a:pt x="46010" y="521986"/>
                  </a:lnTo>
                  <a:lnTo>
                    <a:pt x="46449" y="521661"/>
                  </a:lnTo>
                  <a:lnTo>
                    <a:pt x="46809" y="521435"/>
                  </a:lnTo>
                  <a:lnTo>
                    <a:pt x="46974" y="521351"/>
                  </a:lnTo>
                  <a:lnTo>
                    <a:pt x="47301" y="521185"/>
                  </a:lnTo>
                  <a:lnTo>
                    <a:pt x="47614" y="521095"/>
                  </a:lnTo>
                  <a:lnTo>
                    <a:pt x="47874" y="521140"/>
                  </a:lnTo>
                  <a:lnTo>
                    <a:pt x="48061" y="521237"/>
                  </a:lnTo>
                  <a:lnTo>
                    <a:pt x="48286" y="521420"/>
                  </a:lnTo>
                  <a:lnTo>
                    <a:pt x="48481" y="521624"/>
                  </a:lnTo>
                  <a:lnTo>
                    <a:pt x="48915" y="522001"/>
                  </a:lnTo>
                  <a:lnTo>
                    <a:pt x="49154" y="522193"/>
                  </a:lnTo>
                  <a:lnTo>
                    <a:pt x="49281" y="522369"/>
                  </a:lnTo>
                  <a:lnTo>
                    <a:pt x="49499" y="522585"/>
                  </a:lnTo>
                  <a:lnTo>
                    <a:pt x="49788" y="522664"/>
                  </a:lnTo>
                  <a:lnTo>
                    <a:pt x="49971" y="522816"/>
                  </a:lnTo>
                  <a:lnTo>
                    <a:pt x="50076" y="523016"/>
                  </a:lnTo>
                  <a:lnTo>
                    <a:pt x="50196" y="523320"/>
                  </a:lnTo>
                  <a:lnTo>
                    <a:pt x="50309" y="523583"/>
                  </a:lnTo>
                  <a:lnTo>
                    <a:pt x="50379" y="523807"/>
                  </a:lnTo>
                  <a:lnTo>
                    <a:pt x="50506" y="524039"/>
                  </a:lnTo>
                  <a:lnTo>
                    <a:pt x="50675" y="524151"/>
                  </a:lnTo>
                  <a:lnTo>
                    <a:pt x="50837" y="524159"/>
                  </a:lnTo>
                  <a:lnTo>
                    <a:pt x="51111" y="524127"/>
                  </a:lnTo>
                  <a:lnTo>
                    <a:pt x="51660" y="524031"/>
                  </a:lnTo>
                  <a:lnTo>
                    <a:pt x="52069" y="524007"/>
                  </a:lnTo>
                  <a:lnTo>
                    <a:pt x="52305" y="523969"/>
                  </a:lnTo>
                  <a:lnTo>
                    <a:pt x="52564" y="523927"/>
                  </a:lnTo>
                  <a:lnTo>
                    <a:pt x="52951" y="523862"/>
                  </a:lnTo>
                  <a:lnTo>
                    <a:pt x="53216" y="523815"/>
                  </a:lnTo>
                  <a:lnTo>
                    <a:pt x="53688" y="523495"/>
                  </a:lnTo>
                  <a:lnTo>
                    <a:pt x="54064" y="523432"/>
                  </a:lnTo>
                  <a:lnTo>
                    <a:pt x="54304" y="523346"/>
                  </a:lnTo>
                  <a:lnTo>
                    <a:pt x="54456" y="523245"/>
                  </a:lnTo>
                  <a:lnTo>
                    <a:pt x="54532" y="522872"/>
                  </a:lnTo>
                  <a:lnTo>
                    <a:pt x="54784" y="522298"/>
                  </a:lnTo>
                  <a:lnTo>
                    <a:pt x="54918" y="521733"/>
                  </a:lnTo>
                  <a:lnTo>
                    <a:pt x="55063" y="521514"/>
                  </a:lnTo>
                  <a:lnTo>
                    <a:pt x="55249" y="521322"/>
                  </a:lnTo>
                  <a:lnTo>
                    <a:pt x="55771" y="521227"/>
                  </a:lnTo>
                  <a:lnTo>
                    <a:pt x="56310" y="521208"/>
                  </a:lnTo>
                  <a:lnTo>
                    <a:pt x="56943" y="521149"/>
                  </a:lnTo>
                  <a:lnTo>
                    <a:pt x="57380" y="521085"/>
                  </a:lnTo>
                  <a:lnTo>
                    <a:pt x="57591" y="521055"/>
                  </a:lnTo>
                  <a:lnTo>
                    <a:pt x="57720" y="521009"/>
                  </a:lnTo>
                  <a:lnTo>
                    <a:pt x="57867" y="520957"/>
                  </a:lnTo>
                  <a:lnTo>
                    <a:pt x="58079" y="520883"/>
                  </a:lnTo>
                  <a:lnTo>
                    <a:pt x="58642" y="520702"/>
                  </a:lnTo>
                  <a:lnTo>
                    <a:pt x="58932" y="520589"/>
                  </a:lnTo>
                  <a:lnTo>
                    <a:pt x="59133" y="520478"/>
                  </a:lnTo>
                  <a:lnTo>
                    <a:pt x="59645" y="520301"/>
                  </a:lnTo>
                  <a:lnTo>
                    <a:pt x="59783" y="520253"/>
                  </a:lnTo>
                  <a:lnTo>
                    <a:pt x="60474" y="519912"/>
                  </a:lnTo>
                  <a:lnTo>
                    <a:pt x="60775" y="519758"/>
                  </a:lnTo>
                  <a:lnTo>
                    <a:pt x="60970" y="519724"/>
                  </a:lnTo>
                  <a:lnTo>
                    <a:pt x="61381" y="519812"/>
                  </a:lnTo>
                  <a:lnTo>
                    <a:pt x="61661" y="519878"/>
                  </a:lnTo>
                  <a:lnTo>
                    <a:pt x="61847" y="519870"/>
                  </a:lnTo>
                  <a:lnTo>
                    <a:pt x="62052" y="519861"/>
                  </a:lnTo>
                  <a:lnTo>
                    <a:pt x="62285" y="519840"/>
                  </a:lnTo>
                  <a:lnTo>
                    <a:pt x="62441" y="519771"/>
                  </a:lnTo>
                  <a:lnTo>
                    <a:pt x="62565" y="519554"/>
                  </a:lnTo>
                  <a:lnTo>
                    <a:pt x="62621" y="519196"/>
                  </a:lnTo>
                  <a:lnTo>
                    <a:pt x="62722" y="518863"/>
                  </a:lnTo>
                  <a:lnTo>
                    <a:pt x="62880" y="518556"/>
                  </a:lnTo>
                  <a:lnTo>
                    <a:pt x="63100" y="518261"/>
                  </a:lnTo>
                  <a:lnTo>
                    <a:pt x="63189" y="518073"/>
                  </a:lnTo>
                  <a:lnTo>
                    <a:pt x="63175" y="517673"/>
                  </a:lnTo>
                  <a:lnTo>
                    <a:pt x="63083" y="517520"/>
                  </a:lnTo>
                  <a:lnTo>
                    <a:pt x="62880" y="517277"/>
                  </a:lnTo>
                  <a:lnTo>
                    <a:pt x="62846" y="517034"/>
                  </a:lnTo>
                  <a:lnTo>
                    <a:pt x="62911" y="516452"/>
                  </a:lnTo>
                  <a:lnTo>
                    <a:pt x="63054" y="516360"/>
                  </a:lnTo>
                  <a:lnTo>
                    <a:pt x="63680" y="515852"/>
                  </a:lnTo>
                  <a:lnTo>
                    <a:pt x="63735" y="515632"/>
                  </a:lnTo>
                  <a:lnTo>
                    <a:pt x="63675" y="515155"/>
                  </a:lnTo>
                  <a:lnTo>
                    <a:pt x="62954" y="513768"/>
                  </a:lnTo>
                  <a:lnTo>
                    <a:pt x="62714" y="513472"/>
                  </a:lnTo>
                  <a:lnTo>
                    <a:pt x="62078" y="512986"/>
                  </a:lnTo>
                  <a:lnTo>
                    <a:pt x="61472" y="512445"/>
                  </a:lnTo>
                  <a:lnTo>
                    <a:pt x="61271" y="512267"/>
                  </a:lnTo>
                  <a:lnTo>
                    <a:pt x="61054" y="511930"/>
                  </a:lnTo>
                  <a:lnTo>
                    <a:pt x="60988" y="511682"/>
                  </a:lnTo>
                  <a:lnTo>
                    <a:pt x="60931" y="511471"/>
                  </a:lnTo>
                  <a:lnTo>
                    <a:pt x="60771" y="511312"/>
                  </a:lnTo>
                  <a:lnTo>
                    <a:pt x="60490" y="511221"/>
                  </a:lnTo>
                  <a:lnTo>
                    <a:pt x="60210" y="511221"/>
                  </a:lnTo>
                  <a:lnTo>
                    <a:pt x="59749" y="511425"/>
                  </a:lnTo>
                  <a:lnTo>
                    <a:pt x="59288" y="511630"/>
                  </a:lnTo>
                  <a:lnTo>
                    <a:pt x="58968" y="511675"/>
                  </a:lnTo>
                  <a:lnTo>
                    <a:pt x="58407" y="511516"/>
                  </a:lnTo>
                  <a:lnTo>
                    <a:pt x="57966" y="511357"/>
                  </a:lnTo>
                  <a:lnTo>
                    <a:pt x="57966" y="510675"/>
                  </a:lnTo>
                  <a:lnTo>
                    <a:pt x="57966" y="510516"/>
                  </a:lnTo>
                  <a:lnTo>
                    <a:pt x="57746" y="510379"/>
                  </a:lnTo>
                  <a:lnTo>
                    <a:pt x="57325" y="510106"/>
                  </a:lnTo>
                  <a:lnTo>
                    <a:pt x="56183" y="509583"/>
                  </a:lnTo>
                  <a:lnTo>
                    <a:pt x="55936" y="509477"/>
                  </a:lnTo>
                  <a:lnTo>
                    <a:pt x="55603" y="509333"/>
                  </a:lnTo>
                  <a:lnTo>
                    <a:pt x="55508" y="509151"/>
                  </a:lnTo>
                  <a:lnTo>
                    <a:pt x="55381" y="509008"/>
                  </a:lnTo>
                  <a:lnTo>
                    <a:pt x="55209" y="508774"/>
                  </a:lnTo>
                  <a:lnTo>
                    <a:pt x="55122" y="508560"/>
                  </a:lnTo>
                  <a:lnTo>
                    <a:pt x="55002" y="508105"/>
                  </a:lnTo>
                  <a:lnTo>
                    <a:pt x="54889" y="507320"/>
                  </a:lnTo>
                  <a:lnTo>
                    <a:pt x="54861" y="507127"/>
                  </a:lnTo>
                  <a:lnTo>
                    <a:pt x="54721" y="506673"/>
                  </a:lnTo>
                  <a:lnTo>
                    <a:pt x="54541" y="506127"/>
                  </a:lnTo>
                  <a:lnTo>
                    <a:pt x="54249" y="505757"/>
                  </a:lnTo>
                  <a:lnTo>
                    <a:pt x="53800" y="505035"/>
                  </a:lnTo>
                  <a:lnTo>
                    <a:pt x="53700" y="504785"/>
                  </a:lnTo>
                  <a:lnTo>
                    <a:pt x="53760" y="504558"/>
                  </a:lnTo>
                  <a:lnTo>
                    <a:pt x="53945" y="504224"/>
                  </a:lnTo>
                  <a:lnTo>
                    <a:pt x="54128" y="504063"/>
                  </a:lnTo>
                  <a:lnTo>
                    <a:pt x="54488" y="503910"/>
                  </a:lnTo>
                  <a:lnTo>
                    <a:pt x="54700" y="503700"/>
                  </a:lnTo>
                  <a:lnTo>
                    <a:pt x="54804" y="503381"/>
                  </a:lnTo>
                  <a:lnTo>
                    <a:pt x="54759" y="502579"/>
                  </a:lnTo>
                  <a:lnTo>
                    <a:pt x="54894" y="502255"/>
                  </a:lnTo>
                  <a:lnTo>
                    <a:pt x="55059" y="502187"/>
                  </a:lnTo>
                  <a:lnTo>
                    <a:pt x="55322" y="502147"/>
                  </a:lnTo>
                  <a:lnTo>
                    <a:pt x="55582" y="502125"/>
                  </a:lnTo>
                  <a:lnTo>
                    <a:pt x="55863" y="501920"/>
                  </a:lnTo>
                  <a:lnTo>
                    <a:pt x="56304" y="501442"/>
                  </a:lnTo>
                  <a:lnTo>
                    <a:pt x="56468" y="501190"/>
                  </a:lnTo>
                  <a:lnTo>
                    <a:pt x="56584" y="501010"/>
                  </a:lnTo>
                  <a:lnTo>
                    <a:pt x="56905" y="500737"/>
                  </a:lnTo>
                  <a:lnTo>
                    <a:pt x="57346" y="500439"/>
                  </a:lnTo>
                  <a:lnTo>
                    <a:pt x="57555" y="500298"/>
                  </a:lnTo>
                  <a:lnTo>
                    <a:pt x="57943" y="499982"/>
                  </a:lnTo>
                  <a:lnTo>
                    <a:pt x="58106" y="499828"/>
                  </a:lnTo>
                  <a:lnTo>
                    <a:pt x="58211" y="499628"/>
                  </a:lnTo>
                  <a:lnTo>
                    <a:pt x="58167" y="499373"/>
                  </a:lnTo>
                  <a:lnTo>
                    <a:pt x="57946" y="499055"/>
                  </a:lnTo>
                  <a:lnTo>
                    <a:pt x="57766" y="498873"/>
                  </a:lnTo>
                  <a:lnTo>
                    <a:pt x="57547" y="498737"/>
                  </a:lnTo>
                  <a:lnTo>
                    <a:pt x="57325" y="498600"/>
                  </a:lnTo>
                  <a:lnTo>
                    <a:pt x="56950" y="498346"/>
                  </a:lnTo>
                  <a:lnTo>
                    <a:pt x="56344" y="497918"/>
                  </a:lnTo>
                  <a:lnTo>
                    <a:pt x="55502" y="497463"/>
                  </a:lnTo>
                  <a:lnTo>
                    <a:pt x="54961" y="497190"/>
                  </a:lnTo>
                  <a:lnTo>
                    <a:pt x="54721" y="496963"/>
                  </a:lnTo>
                  <a:lnTo>
                    <a:pt x="54661" y="496735"/>
                  </a:lnTo>
                  <a:lnTo>
                    <a:pt x="54661" y="496583"/>
                  </a:lnTo>
                  <a:lnTo>
                    <a:pt x="54661" y="496440"/>
                  </a:lnTo>
                  <a:lnTo>
                    <a:pt x="54781" y="496144"/>
                  </a:lnTo>
                  <a:lnTo>
                    <a:pt x="55002" y="495848"/>
                  </a:lnTo>
                  <a:lnTo>
                    <a:pt x="55362" y="495052"/>
                  </a:lnTo>
                  <a:lnTo>
                    <a:pt x="55242" y="494734"/>
                  </a:lnTo>
                  <a:lnTo>
                    <a:pt x="54891" y="494137"/>
                  </a:lnTo>
                  <a:lnTo>
                    <a:pt x="54641" y="493711"/>
                  </a:lnTo>
                  <a:lnTo>
                    <a:pt x="54621" y="493461"/>
                  </a:lnTo>
                  <a:lnTo>
                    <a:pt x="54657" y="493106"/>
                  </a:lnTo>
                  <a:lnTo>
                    <a:pt x="54689" y="492561"/>
                  </a:lnTo>
                  <a:lnTo>
                    <a:pt x="54464" y="491857"/>
                  </a:lnTo>
                  <a:lnTo>
                    <a:pt x="54407" y="491461"/>
                  </a:lnTo>
                  <a:lnTo>
                    <a:pt x="54489" y="491028"/>
                  </a:lnTo>
                  <a:lnTo>
                    <a:pt x="54650" y="490636"/>
                  </a:lnTo>
                  <a:lnTo>
                    <a:pt x="54921" y="489960"/>
                  </a:lnTo>
                  <a:lnTo>
                    <a:pt x="54941" y="489595"/>
                  </a:lnTo>
                  <a:lnTo>
                    <a:pt x="54982" y="489309"/>
                  </a:lnTo>
                  <a:lnTo>
                    <a:pt x="54961" y="489003"/>
                  </a:lnTo>
                  <a:lnTo>
                    <a:pt x="54901" y="488662"/>
                  </a:lnTo>
                  <a:lnTo>
                    <a:pt x="54721" y="488503"/>
                  </a:lnTo>
                  <a:lnTo>
                    <a:pt x="54521" y="488435"/>
                  </a:lnTo>
                  <a:lnTo>
                    <a:pt x="54160" y="488480"/>
                  </a:lnTo>
                  <a:lnTo>
                    <a:pt x="53659" y="488662"/>
                  </a:lnTo>
                  <a:lnTo>
                    <a:pt x="53496" y="488643"/>
                  </a:lnTo>
                  <a:lnTo>
                    <a:pt x="53279" y="488617"/>
                  </a:lnTo>
                  <a:lnTo>
                    <a:pt x="52998" y="488526"/>
                  </a:lnTo>
                  <a:lnTo>
                    <a:pt x="52578" y="488048"/>
                  </a:lnTo>
                  <a:lnTo>
                    <a:pt x="52538" y="487821"/>
                  </a:lnTo>
                  <a:lnTo>
                    <a:pt x="52336" y="487255"/>
                  </a:lnTo>
                  <a:lnTo>
                    <a:pt x="52137" y="487002"/>
                  </a:lnTo>
                  <a:lnTo>
                    <a:pt x="51753" y="486636"/>
                  </a:lnTo>
                  <a:lnTo>
                    <a:pt x="51548" y="486434"/>
                  </a:lnTo>
                  <a:lnTo>
                    <a:pt x="50940" y="485602"/>
                  </a:lnTo>
                  <a:lnTo>
                    <a:pt x="50827" y="485219"/>
                  </a:lnTo>
                  <a:lnTo>
                    <a:pt x="50759" y="484860"/>
                  </a:lnTo>
                  <a:lnTo>
                    <a:pt x="50709" y="484104"/>
                  </a:lnTo>
                  <a:lnTo>
                    <a:pt x="50657" y="483333"/>
                  </a:lnTo>
                  <a:lnTo>
                    <a:pt x="50523" y="482980"/>
                  </a:lnTo>
                  <a:lnTo>
                    <a:pt x="50523" y="482123"/>
                  </a:lnTo>
                  <a:lnTo>
                    <a:pt x="50692" y="481228"/>
                  </a:lnTo>
                  <a:lnTo>
                    <a:pt x="50695" y="480852"/>
                  </a:lnTo>
                  <a:lnTo>
                    <a:pt x="50698" y="480585"/>
                  </a:lnTo>
                  <a:lnTo>
                    <a:pt x="50703" y="480064"/>
                  </a:lnTo>
                  <a:lnTo>
                    <a:pt x="50320" y="479181"/>
                  </a:lnTo>
                  <a:lnTo>
                    <a:pt x="49990" y="478487"/>
                  </a:lnTo>
                  <a:lnTo>
                    <a:pt x="49892" y="478222"/>
                  </a:lnTo>
                  <a:lnTo>
                    <a:pt x="49884" y="477950"/>
                  </a:lnTo>
                  <a:lnTo>
                    <a:pt x="50024" y="477730"/>
                  </a:lnTo>
                  <a:lnTo>
                    <a:pt x="50169" y="477537"/>
                  </a:lnTo>
                  <a:lnTo>
                    <a:pt x="50326" y="477376"/>
                  </a:lnTo>
                  <a:lnTo>
                    <a:pt x="50286" y="477173"/>
                  </a:lnTo>
                  <a:lnTo>
                    <a:pt x="50220" y="477002"/>
                  </a:lnTo>
                  <a:lnTo>
                    <a:pt x="50188" y="476867"/>
                  </a:lnTo>
                  <a:lnTo>
                    <a:pt x="49945" y="476150"/>
                  </a:lnTo>
                  <a:lnTo>
                    <a:pt x="49879" y="475956"/>
                  </a:lnTo>
                  <a:lnTo>
                    <a:pt x="49759" y="475456"/>
                  </a:lnTo>
                  <a:lnTo>
                    <a:pt x="49772" y="475153"/>
                  </a:lnTo>
                  <a:lnTo>
                    <a:pt x="49972" y="474896"/>
                  </a:lnTo>
                  <a:lnTo>
                    <a:pt x="50466" y="474305"/>
                  </a:lnTo>
                  <a:lnTo>
                    <a:pt x="50839" y="473993"/>
                  </a:lnTo>
                  <a:lnTo>
                    <a:pt x="50973" y="473882"/>
                  </a:lnTo>
                  <a:lnTo>
                    <a:pt x="51426" y="473866"/>
                  </a:lnTo>
                  <a:lnTo>
                    <a:pt x="51533" y="473624"/>
                  </a:lnTo>
                  <a:lnTo>
                    <a:pt x="51840" y="473261"/>
                  </a:lnTo>
                  <a:lnTo>
                    <a:pt x="52306" y="472504"/>
                  </a:lnTo>
                  <a:lnTo>
                    <a:pt x="52640" y="471883"/>
                  </a:lnTo>
                  <a:lnTo>
                    <a:pt x="52746" y="471368"/>
                  </a:lnTo>
                  <a:lnTo>
                    <a:pt x="52760" y="471230"/>
                  </a:lnTo>
                  <a:lnTo>
                    <a:pt x="52786" y="470960"/>
                  </a:lnTo>
                  <a:lnTo>
                    <a:pt x="52738" y="470636"/>
                  </a:lnTo>
                  <a:lnTo>
                    <a:pt x="52701" y="470380"/>
                  </a:lnTo>
                  <a:lnTo>
                    <a:pt x="52641" y="469858"/>
                  </a:lnTo>
                  <a:lnTo>
                    <a:pt x="52512" y="468937"/>
                  </a:lnTo>
                  <a:lnTo>
                    <a:pt x="52440" y="468609"/>
                  </a:lnTo>
                  <a:lnTo>
                    <a:pt x="52252" y="468346"/>
                  </a:lnTo>
                  <a:lnTo>
                    <a:pt x="52079" y="468232"/>
                  </a:lnTo>
                  <a:lnTo>
                    <a:pt x="51913" y="468215"/>
                  </a:lnTo>
                  <a:lnTo>
                    <a:pt x="51660" y="468292"/>
                  </a:lnTo>
                  <a:lnTo>
                    <a:pt x="51502" y="468315"/>
                  </a:lnTo>
                  <a:lnTo>
                    <a:pt x="51263" y="468349"/>
                  </a:lnTo>
                  <a:lnTo>
                    <a:pt x="50993" y="468349"/>
                  </a:lnTo>
                  <a:lnTo>
                    <a:pt x="50842" y="468281"/>
                  </a:lnTo>
                  <a:lnTo>
                    <a:pt x="50659" y="467870"/>
                  </a:lnTo>
                  <a:lnTo>
                    <a:pt x="50512" y="467509"/>
                  </a:lnTo>
                  <a:lnTo>
                    <a:pt x="50372" y="467100"/>
                  </a:lnTo>
                  <a:lnTo>
                    <a:pt x="50022" y="466646"/>
                  </a:lnTo>
                  <a:lnTo>
                    <a:pt x="49592" y="466294"/>
                  </a:lnTo>
                  <a:lnTo>
                    <a:pt x="49312" y="466249"/>
                  </a:lnTo>
                  <a:lnTo>
                    <a:pt x="48972" y="466271"/>
                  </a:lnTo>
                  <a:lnTo>
                    <a:pt x="48442" y="466396"/>
                  </a:lnTo>
                  <a:lnTo>
                    <a:pt x="48133" y="466443"/>
                  </a:lnTo>
                  <a:lnTo>
                    <a:pt x="47842" y="466487"/>
                  </a:lnTo>
                  <a:lnTo>
                    <a:pt x="47603" y="466445"/>
                  </a:lnTo>
                  <a:lnTo>
                    <a:pt x="47452" y="466419"/>
                  </a:lnTo>
                  <a:lnTo>
                    <a:pt x="47022" y="466214"/>
                  </a:lnTo>
                  <a:lnTo>
                    <a:pt x="46781" y="466033"/>
                  </a:lnTo>
                  <a:lnTo>
                    <a:pt x="46281" y="465560"/>
                  </a:lnTo>
                  <a:lnTo>
                    <a:pt x="46131" y="465420"/>
                  </a:lnTo>
                  <a:lnTo>
                    <a:pt x="45831" y="465211"/>
                  </a:lnTo>
                  <a:lnTo>
                    <a:pt x="45641" y="465079"/>
                  </a:lnTo>
                  <a:lnTo>
                    <a:pt x="44931" y="464473"/>
                  </a:lnTo>
                  <a:lnTo>
                    <a:pt x="44686" y="464258"/>
                  </a:lnTo>
                  <a:lnTo>
                    <a:pt x="44012" y="463755"/>
                  </a:lnTo>
                  <a:lnTo>
                    <a:pt x="43866" y="463637"/>
                  </a:lnTo>
                  <a:lnTo>
                    <a:pt x="43586" y="463380"/>
                  </a:lnTo>
                  <a:lnTo>
                    <a:pt x="43132" y="463470"/>
                  </a:lnTo>
                  <a:lnTo>
                    <a:pt x="42760" y="463762"/>
                  </a:lnTo>
                  <a:lnTo>
                    <a:pt x="42545" y="463773"/>
                  </a:lnTo>
                  <a:lnTo>
                    <a:pt x="42309" y="463669"/>
                  </a:lnTo>
                  <a:lnTo>
                    <a:pt x="42132" y="463591"/>
                  </a:lnTo>
                  <a:lnTo>
                    <a:pt x="41902" y="463510"/>
                  </a:lnTo>
                  <a:lnTo>
                    <a:pt x="41759" y="463471"/>
                  </a:lnTo>
                  <a:lnTo>
                    <a:pt x="41106" y="463304"/>
                  </a:lnTo>
                  <a:lnTo>
                    <a:pt x="40719" y="463289"/>
                  </a:lnTo>
                  <a:lnTo>
                    <a:pt x="40464" y="463195"/>
                  </a:lnTo>
                  <a:lnTo>
                    <a:pt x="40127" y="463028"/>
                  </a:lnTo>
                  <a:lnTo>
                    <a:pt x="39999" y="462941"/>
                  </a:lnTo>
                  <a:lnTo>
                    <a:pt x="39686" y="462548"/>
                  </a:lnTo>
                  <a:lnTo>
                    <a:pt x="39208" y="462228"/>
                  </a:lnTo>
                  <a:lnTo>
                    <a:pt x="39065" y="462169"/>
                  </a:lnTo>
                  <a:lnTo>
                    <a:pt x="38658" y="462096"/>
                  </a:lnTo>
                  <a:lnTo>
                    <a:pt x="38118" y="462017"/>
                  </a:lnTo>
                  <a:lnTo>
                    <a:pt x="37628" y="462090"/>
                  </a:lnTo>
                  <a:lnTo>
                    <a:pt x="37398" y="462123"/>
                  </a:lnTo>
                  <a:lnTo>
                    <a:pt x="36972" y="462138"/>
                  </a:lnTo>
                  <a:lnTo>
                    <a:pt x="36790" y="462090"/>
                  </a:lnTo>
                  <a:lnTo>
                    <a:pt x="36465" y="462002"/>
                  </a:lnTo>
                  <a:lnTo>
                    <a:pt x="35958" y="461745"/>
                  </a:lnTo>
                  <a:lnTo>
                    <a:pt x="35371" y="461472"/>
                  </a:lnTo>
                  <a:lnTo>
                    <a:pt x="35222" y="461444"/>
                  </a:lnTo>
                  <a:lnTo>
                    <a:pt x="35051" y="461412"/>
                  </a:lnTo>
                  <a:lnTo>
                    <a:pt x="34451" y="461366"/>
                  </a:lnTo>
                  <a:lnTo>
                    <a:pt x="34015" y="461292"/>
                  </a:lnTo>
                  <a:lnTo>
                    <a:pt x="33804" y="461255"/>
                  </a:lnTo>
                  <a:lnTo>
                    <a:pt x="32862" y="461178"/>
                  </a:lnTo>
                  <a:lnTo>
                    <a:pt x="31955" y="461178"/>
                  </a:lnTo>
                  <a:lnTo>
                    <a:pt x="31463" y="461276"/>
                  </a:lnTo>
                  <a:lnTo>
                    <a:pt x="31244" y="461319"/>
                  </a:lnTo>
                  <a:lnTo>
                    <a:pt x="31070" y="461303"/>
                  </a:lnTo>
                  <a:lnTo>
                    <a:pt x="30799" y="461279"/>
                  </a:lnTo>
                  <a:lnTo>
                    <a:pt x="30361" y="461147"/>
                  </a:lnTo>
                  <a:lnTo>
                    <a:pt x="30194" y="461097"/>
                  </a:lnTo>
                  <a:lnTo>
                    <a:pt x="29608" y="460976"/>
                  </a:lnTo>
                  <a:lnTo>
                    <a:pt x="29233" y="460999"/>
                  </a:lnTo>
                  <a:lnTo>
                    <a:pt x="28804" y="461025"/>
                  </a:lnTo>
                  <a:lnTo>
                    <a:pt x="28612" y="461037"/>
                  </a:lnTo>
                  <a:lnTo>
                    <a:pt x="27812" y="460996"/>
                  </a:lnTo>
                  <a:lnTo>
                    <a:pt x="27365" y="460928"/>
                  </a:lnTo>
                  <a:lnTo>
                    <a:pt x="27154" y="460895"/>
                  </a:lnTo>
                  <a:lnTo>
                    <a:pt x="26691" y="460754"/>
                  </a:lnTo>
                  <a:lnTo>
                    <a:pt x="25873" y="460593"/>
                  </a:lnTo>
                  <a:lnTo>
                    <a:pt x="25500" y="460532"/>
                  </a:lnTo>
                  <a:lnTo>
                    <a:pt x="25198" y="460391"/>
                  </a:lnTo>
                  <a:lnTo>
                    <a:pt x="24824" y="460270"/>
                  </a:lnTo>
                  <a:lnTo>
                    <a:pt x="24456" y="460485"/>
                  </a:lnTo>
                  <a:lnTo>
                    <a:pt x="24317" y="460609"/>
                  </a:lnTo>
                  <a:lnTo>
                    <a:pt x="23917" y="461154"/>
                  </a:lnTo>
                  <a:lnTo>
                    <a:pt x="23777" y="461597"/>
                  </a:lnTo>
                  <a:lnTo>
                    <a:pt x="23767" y="461949"/>
                  </a:lnTo>
                  <a:lnTo>
                    <a:pt x="23717" y="462596"/>
                  </a:lnTo>
                  <a:lnTo>
                    <a:pt x="23637" y="462857"/>
                  </a:lnTo>
                  <a:lnTo>
                    <a:pt x="23417" y="462993"/>
                  </a:lnTo>
                  <a:lnTo>
                    <a:pt x="23249" y="463018"/>
                  </a:lnTo>
                  <a:lnTo>
                    <a:pt x="22800" y="463056"/>
                  </a:lnTo>
                  <a:lnTo>
                    <a:pt x="22595" y="463062"/>
                  </a:lnTo>
                  <a:lnTo>
                    <a:pt x="22408" y="463121"/>
                  </a:lnTo>
                  <a:lnTo>
                    <a:pt x="22250" y="463292"/>
                  </a:lnTo>
                  <a:lnTo>
                    <a:pt x="22120" y="463520"/>
                  </a:lnTo>
                  <a:lnTo>
                    <a:pt x="22033" y="463675"/>
                  </a:lnTo>
                  <a:lnTo>
                    <a:pt x="21816" y="463994"/>
                  </a:lnTo>
                  <a:lnTo>
                    <a:pt x="21658" y="464349"/>
                  </a:lnTo>
                  <a:lnTo>
                    <a:pt x="21725" y="464552"/>
                  </a:lnTo>
                  <a:lnTo>
                    <a:pt x="22010" y="464961"/>
                  </a:lnTo>
                  <a:lnTo>
                    <a:pt x="22389" y="465708"/>
                  </a:lnTo>
                  <a:lnTo>
                    <a:pt x="22460" y="465906"/>
                  </a:lnTo>
                  <a:lnTo>
                    <a:pt x="22469" y="466086"/>
                  </a:lnTo>
                  <a:lnTo>
                    <a:pt x="22289" y="466132"/>
                  </a:lnTo>
                  <a:lnTo>
                    <a:pt x="21738" y="466109"/>
                  </a:lnTo>
                  <a:lnTo>
                    <a:pt x="21078" y="466064"/>
                  </a:lnTo>
                  <a:lnTo>
                    <a:pt x="20885" y="466070"/>
                  </a:lnTo>
                  <a:lnTo>
                    <a:pt x="20704" y="466081"/>
                  </a:lnTo>
                  <a:lnTo>
                    <a:pt x="20468" y="466131"/>
                  </a:lnTo>
                  <a:lnTo>
                    <a:pt x="20218" y="466268"/>
                  </a:lnTo>
                  <a:lnTo>
                    <a:pt x="19858" y="466575"/>
                  </a:lnTo>
                  <a:lnTo>
                    <a:pt x="19488" y="466790"/>
                  </a:lnTo>
                  <a:lnTo>
                    <a:pt x="19188" y="466881"/>
                  </a:lnTo>
                  <a:lnTo>
                    <a:pt x="18728" y="466802"/>
                  </a:lnTo>
                  <a:lnTo>
                    <a:pt x="18498" y="466597"/>
                  </a:lnTo>
                  <a:lnTo>
                    <a:pt x="18150" y="466453"/>
                  </a:lnTo>
                  <a:lnTo>
                    <a:pt x="17918" y="466427"/>
                  </a:lnTo>
                  <a:lnTo>
                    <a:pt x="17722" y="466500"/>
                  </a:lnTo>
                  <a:lnTo>
                    <a:pt x="17367" y="466566"/>
                  </a:lnTo>
                  <a:lnTo>
                    <a:pt x="16807" y="466472"/>
                  </a:lnTo>
                  <a:lnTo>
                    <a:pt x="16387" y="466416"/>
                  </a:lnTo>
                  <a:lnTo>
                    <a:pt x="16077" y="466382"/>
                  </a:lnTo>
                  <a:lnTo>
                    <a:pt x="15917" y="466200"/>
                  </a:lnTo>
                  <a:lnTo>
                    <a:pt x="15697" y="465893"/>
                  </a:lnTo>
                  <a:lnTo>
                    <a:pt x="15527" y="465507"/>
                  </a:lnTo>
                  <a:lnTo>
                    <a:pt x="15392" y="464948"/>
                  </a:lnTo>
                  <a:lnTo>
                    <a:pt x="15332" y="464792"/>
                  </a:lnTo>
                  <a:lnTo>
                    <a:pt x="15172" y="464573"/>
                  </a:lnTo>
                  <a:lnTo>
                    <a:pt x="15004" y="464506"/>
                  </a:lnTo>
                  <a:lnTo>
                    <a:pt x="14819" y="464506"/>
                  </a:lnTo>
                  <a:lnTo>
                    <a:pt x="14467" y="464563"/>
                  </a:lnTo>
                  <a:lnTo>
                    <a:pt x="14258" y="464546"/>
                  </a:lnTo>
                  <a:lnTo>
                    <a:pt x="13971" y="464496"/>
                  </a:lnTo>
                  <a:lnTo>
                    <a:pt x="13844" y="464459"/>
                  </a:lnTo>
                  <a:lnTo>
                    <a:pt x="13585" y="464382"/>
                  </a:lnTo>
                  <a:lnTo>
                    <a:pt x="13014" y="464084"/>
                  </a:lnTo>
                  <a:lnTo>
                    <a:pt x="12688" y="463954"/>
                  </a:lnTo>
                  <a:lnTo>
                    <a:pt x="12095" y="463611"/>
                  </a:lnTo>
                  <a:lnTo>
                    <a:pt x="11737" y="463382"/>
                  </a:lnTo>
                  <a:lnTo>
                    <a:pt x="11580" y="463204"/>
                  </a:lnTo>
                  <a:lnTo>
                    <a:pt x="11590" y="462974"/>
                  </a:lnTo>
                  <a:lnTo>
                    <a:pt x="11681" y="462607"/>
                  </a:lnTo>
                  <a:lnTo>
                    <a:pt x="11796" y="462104"/>
                  </a:lnTo>
                  <a:lnTo>
                    <a:pt x="11668" y="461809"/>
                  </a:lnTo>
                  <a:lnTo>
                    <a:pt x="11365" y="461445"/>
                  </a:lnTo>
                  <a:lnTo>
                    <a:pt x="11317" y="461148"/>
                  </a:lnTo>
                  <a:lnTo>
                    <a:pt x="11215" y="460954"/>
                  </a:lnTo>
                  <a:lnTo>
                    <a:pt x="10970" y="460750"/>
                  </a:lnTo>
                  <a:lnTo>
                    <a:pt x="10610" y="460429"/>
                  </a:lnTo>
                  <a:lnTo>
                    <a:pt x="10456" y="460151"/>
                  </a:lnTo>
                  <a:lnTo>
                    <a:pt x="10379" y="459699"/>
                  </a:lnTo>
                  <a:lnTo>
                    <a:pt x="10223" y="458891"/>
                  </a:lnTo>
                  <a:lnTo>
                    <a:pt x="10173" y="458676"/>
                  </a:lnTo>
                  <a:lnTo>
                    <a:pt x="10006" y="458530"/>
                  </a:lnTo>
                  <a:lnTo>
                    <a:pt x="9787" y="458443"/>
                  </a:lnTo>
                  <a:lnTo>
                    <a:pt x="9633" y="458297"/>
                  </a:lnTo>
                  <a:lnTo>
                    <a:pt x="9620" y="458092"/>
                  </a:lnTo>
                  <a:lnTo>
                    <a:pt x="9622" y="457710"/>
                  </a:lnTo>
                  <a:lnTo>
                    <a:pt x="9666" y="457256"/>
                  </a:lnTo>
                  <a:lnTo>
                    <a:pt x="9666" y="457019"/>
                  </a:lnTo>
                  <a:lnTo>
                    <a:pt x="9718" y="456573"/>
                  </a:lnTo>
                  <a:lnTo>
                    <a:pt x="9836" y="456409"/>
                  </a:lnTo>
                  <a:lnTo>
                    <a:pt x="10033" y="456275"/>
                  </a:lnTo>
                  <a:lnTo>
                    <a:pt x="10151" y="456007"/>
                  </a:lnTo>
                  <a:lnTo>
                    <a:pt x="10085" y="455740"/>
                  </a:lnTo>
                  <a:lnTo>
                    <a:pt x="9599" y="455195"/>
                  </a:lnTo>
                  <a:lnTo>
                    <a:pt x="9503" y="455044"/>
                  </a:lnTo>
                  <a:lnTo>
                    <a:pt x="9472" y="454768"/>
                  </a:lnTo>
                  <a:lnTo>
                    <a:pt x="9404" y="454534"/>
                  </a:lnTo>
                  <a:lnTo>
                    <a:pt x="9286" y="454296"/>
                  </a:lnTo>
                  <a:lnTo>
                    <a:pt x="9076" y="454014"/>
                  </a:lnTo>
                  <a:lnTo>
                    <a:pt x="8840" y="453806"/>
                  </a:lnTo>
                  <a:lnTo>
                    <a:pt x="8644" y="453597"/>
                  </a:lnTo>
                  <a:lnTo>
                    <a:pt x="8618" y="453448"/>
                  </a:lnTo>
                  <a:lnTo>
                    <a:pt x="8604" y="453225"/>
                  </a:lnTo>
                  <a:lnTo>
                    <a:pt x="8486" y="453042"/>
                  </a:lnTo>
                  <a:lnTo>
                    <a:pt x="8108" y="452791"/>
                  </a:lnTo>
                  <a:lnTo>
                    <a:pt x="7524" y="452334"/>
                  </a:lnTo>
                  <a:lnTo>
                    <a:pt x="7508" y="451910"/>
                  </a:lnTo>
                  <a:lnTo>
                    <a:pt x="7745" y="450933"/>
                  </a:lnTo>
                  <a:lnTo>
                    <a:pt x="8224" y="450277"/>
                  </a:lnTo>
                  <a:lnTo>
                    <a:pt x="8571" y="449950"/>
                  </a:lnTo>
                  <a:lnTo>
                    <a:pt x="8631" y="449690"/>
                  </a:lnTo>
                  <a:lnTo>
                    <a:pt x="8826" y="449353"/>
                  </a:lnTo>
                  <a:lnTo>
                    <a:pt x="9055" y="449094"/>
                  </a:lnTo>
                  <a:lnTo>
                    <a:pt x="9250" y="448930"/>
                  </a:lnTo>
                  <a:lnTo>
                    <a:pt x="9399" y="448887"/>
                  </a:lnTo>
                  <a:lnTo>
                    <a:pt x="9564" y="448915"/>
                  </a:lnTo>
                  <a:lnTo>
                    <a:pt x="9708" y="448925"/>
                  </a:lnTo>
                  <a:lnTo>
                    <a:pt x="9835" y="448896"/>
                  </a:lnTo>
                  <a:lnTo>
                    <a:pt x="10115" y="448559"/>
                  </a:lnTo>
                  <a:lnTo>
                    <a:pt x="10285" y="448569"/>
                  </a:lnTo>
                  <a:lnTo>
                    <a:pt x="10590" y="448761"/>
                  </a:lnTo>
                  <a:lnTo>
                    <a:pt x="10810" y="448925"/>
                  </a:lnTo>
                  <a:lnTo>
                    <a:pt x="11030" y="448953"/>
                  </a:lnTo>
                  <a:lnTo>
                    <a:pt x="11361" y="448934"/>
                  </a:lnTo>
                  <a:lnTo>
                    <a:pt x="11547" y="448925"/>
                  </a:lnTo>
                  <a:lnTo>
                    <a:pt x="11801" y="449185"/>
                  </a:lnTo>
                  <a:lnTo>
                    <a:pt x="11917" y="449436"/>
                  </a:lnTo>
                  <a:lnTo>
                    <a:pt x="12068" y="449633"/>
                  </a:lnTo>
                  <a:lnTo>
                    <a:pt x="12393" y="449554"/>
                  </a:lnTo>
                  <a:lnTo>
                    <a:pt x="12578" y="449264"/>
                  </a:lnTo>
                  <a:lnTo>
                    <a:pt x="13089" y="448579"/>
                  </a:lnTo>
                  <a:lnTo>
                    <a:pt x="13177" y="448380"/>
                  </a:lnTo>
                  <a:lnTo>
                    <a:pt x="13199" y="448207"/>
                  </a:lnTo>
                  <a:lnTo>
                    <a:pt x="13199" y="448050"/>
                  </a:lnTo>
                  <a:lnTo>
                    <a:pt x="13138" y="447512"/>
                  </a:lnTo>
                  <a:lnTo>
                    <a:pt x="13012" y="446874"/>
                  </a:lnTo>
                  <a:lnTo>
                    <a:pt x="13007" y="446672"/>
                  </a:lnTo>
                  <a:lnTo>
                    <a:pt x="12961" y="446313"/>
                  </a:lnTo>
                  <a:lnTo>
                    <a:pt x="12940" y="445874"/>
                  </a:lnTo>
                  <a:lnTo>
                    <a:pt x="12852" y="445630"/>
                  </a:lnTo>
                  <a:lnTo>
                    <a:pt x="12736" y="445467"/>
                  </a:lnTo>
                  <a:lnTo>
                    <a:pt x="12477" y="445073"/>
                  </a:lnTo>
                  <a:lnTo>
                    <a:pt x="12279" y="444673"/>
                  </a:lnTo>
                  <a:lnTo>
                    <a:pt x="11986" y="444284"/>
                  </a:lnTo>
                  <a:lnTo>
                    <a:pt x="11743" y="444284"/>
                  </a:lnTo>
                  <a:lnTo>
                    <a:pt x="11402" y="444337"/>
                  </a:lnTo>
                  <a:lnTo>
                    <a:pt x="11045" y="444453"/>
                  </a:lnTo>
                  <a:lnTo>
                    <a:pt x="10954" y="444750"/>
                  </a:lnTo>
                  <a:lnTo>
                    <a:pt x="10709" y="444932"/>
                  </a:lnTo>
                  <a:lnTo>
                    <a:pt x="10389" y="444873"/>
                  </a:lnTo>
                  <a:lnTo>
                    <a:pt x="10202" y="444873"/>
                  </a:lnTo>
                  <a:lnTo>
                    <a:pt x="9901" y="445048"/>
                  </a:lnTo>
                  <a:lnTo>
                    <a:pt x="9530" y="445130"/>
                  </a:lnTo>
                  <a:lnTo>
                    <a:pt x="9130" y="445124"/>
                  </a:lnTo>
                  <a:lnTo>
                    <a:pt x="8996" y="444987"/>
                  </a:lnTo>
                  <a:lnTo>
                    <a:pt x="8944" y="444671"/>
                  </a:lnTo>
                  <a:lnTo>
                    <a:pt x="8961" y="444374"/>
                  </a:lnTo>
                  <a:lnTo>
                    <a:pt x="8927" y="444058"/>
                  </a:lnTo>
                  <a:lnTo>
                    <a:pt x="8779" y="443643"/>
                  </a:lnTo>
                  <a:lnTo>
                    <a:pt x="8526" y="443208"/>
                  </a:lnTo>
                  <a:lnTo>
                    <a:pt x="8126" y="442803"/>
                  </a:lnTo>
                  <a:lnTo>
                    <a:pt x="8108" y="442572"/>
                  </a:lnTo>
                  <a:lnTo>
                    <a:pt x="8144" y="442432"/>
                  </a:lnTo>
                  <a:lnTo>
                    <a:pt x="8144" y="442132"/>
                  </a:lnTo>
                  <a:lnTo>
                    <a:pt x="8202" y="441298"/>
                  </a:lnTo>
                  <a:lnTo>
                    <a:pt x="8113" y="440905"/>
                  </a:lnTo>
                  <a:lnTo>
                    <a:pt x="7894" y="440345"/>
                  </a:lnTo>
                  <a:lnTo>
                    <a:pt x="7755" y="440174"/>
                  </a:lnTo>
                  <a:lnTo>
                    <a:pt x="7393" y="440072"/>
                  </a:lnTo>
                  <a:lnTo>
                    <a:pt x="7272" y="439924"/>
                  </a:lnTo>
                  <a:lnTo>
                    <a:pt x="7244" y="439736"/>
                  </a:lnTo>
                  <a:lnTo>
                    <a:pt x="7211" y="439509"/>
                  </a:lnTo>
                  <a:lnTo>
                    <a:pt x="7176" y="439301"/>
                  </a:lnTo>
                  <a:lnTo>
                    <a:pt x="6906" y="439232"/>
                  </a:lnTo>
                  <a:lnTo>
                    <a:pt x="6619" y="439341"/>
                  </a:lnTo>
                  <a:lnTo>
                    <a:pt x="6246" y="439357"/>
                  </a:lnTo>
                  <a:lnTo>
                    <a:pt x="5921" y="439133"/>
                  </a:lnTo>
                  <a:lnTo>
                    <a:pt x="5745" y="438946"/>
                  </a:lnTo>
                  <a:lnTo>
                    <a:pt x="5731" y="438797"/>
                  </a:lnTo>
                  <a:lnTo>
                    <a:pt x="5818" y="438471"/>
                  </a:lnTo>
                  <a:lnTo>
                    <a:pt x="5853" y="438155"/>
                  </a:lnTo>
                  <a:lnTo>
                    <a:pt x="5635" y="437730"/>
                  </a:lnTo>
                  <a:lnTo>
                    <a:pt x="5306" y="437420"/>
                  </a:lnTo>
                  <a:lnTo>
                    <a:pt x="5257" y="437113"/>
                  </a:lnTo>
                  <a:lnTo>
                    <a:pt x="5180" y="436656"/>
                  </a:lnTo>
                  <a:lnTo>
                    <a:pt x="4944" y="436141"/>
                  </a:lnTo>
                  <a:lnTo>
                    <a:pt x="4594" y="435743"/>
                  </a:lnTo>
                  <a:lnTo>
                    <a:pt x="4473" y="435589"/>
                  </a:lnTo>
                  <a:lnTo>
                    <a:pt x="4280" y="435513"/>
                  </a:lnTo>
                  <a:lnTo>
                    <a:pt x="4067" y="435521"/>
                  </a:lnTo>
                  <a:lnTo>
                    <a:pt x="3675" y="435649"/>
                  </a:lnTo>
                  <a:lnTo>
                    <a:pt x="3115" y="435709"/>
                  </a:lnTo>
                  <a:lnTo>
                    <a:pt x="2842" y="435619"/>
                  </a:lnTo>
                  <a:lnTo>
                    <a:pt x="2656" y="435475"/>
                  </a:lnTo>
                  <a:lnTo>
                    <a:pt x="2543" y="435301"/>
                  </a:lnTo>
                  <a:lnTo>
                    <a:pt x="2510" y="435052"/>
                  </a:lnTo>
                  <a:lnTo>
                    <a:pt x="2496" y="434667"/>
                  </a:lnTo>
                  <a:lnTo>
                    <a:pt x="2456" y="434402"/>
                  </a:lnTo>
                  <a:lnTo>
                    <a:pt x="2217" y="434274"/>
                  </a:lnTo>
                  <a:lnTo>
                    <a:pt x="1518" y="434145"/>
                  </a:lnTo>
                  <a:lnTo>
                    <a:pt x="1591" y="433918"/>
                  </a:lnTo>
                  <a:lnTo>
                    <a:pt x="1864" y="433639"/>
                  </a:lnTo>
                  <a:lnTo>
                    <a:pt x="1990" y="433352"/>
                  </a:lnTo>
                  <a:lnTo>
                    <a:pt x="1997" y="433155"/>
                  </a:lnTo>
                  <a:lnTo>
                    <a:pt x="1978" y="433019"/>
                  </a:lnTo>
                  <a:lnTo>
                    <a:pt x="1957" y="432876"/>
                  </a:lnTo>
                  <a:lnTo>
                    <a:pt x="1771" y="432619"/>
                  </a:lnTo>
                  <a:lnTo>
                    <a:pt x="1544" y="432339"/>
                  </a:lnTo>
                  <a:lnTo>
                    <a:pt x="1538" y="432143"/>
                  </a:lnTo>
                  <a:lnTo>
                    <a:pt x="1571" y="431976"/>
                  </a:lnTo>
                  <a:lnTo>
                    <a:pt x="1664" y="431787"/>
                  </a:lnTo>
                  <a:lnTo>
                    <a:pt x="1802" y="431506"/>
                  </a:lnTo>
                  <a:lnTo>
                    <a:pt x="1850" y="431362"/>
                  </a:lnTo>
                  <a:lnTo>
                    <a:pt x="1950" y="430892"/>
                  </a:lnTo>
                  <a:lnTo>
                    <a:pt x="1946" y="430759"/>
                  </a:lnTo>
                  <a:lnTo>
                    <a:pt x="1910" y="430614"/>
                  </a:lnTo>
                  <a:lnTo>
                    <a:pt x="1055" y="429995"/>
                  </a:lnTo>
                  <a:lnTo>
                    <a:pt x="280" y="429598"/>
                  </a:lnTo>
                  <a:lnTo>
                    <a:pt x="0" y="429471"/>
                  </a:lnTo>
                  <a:lnTo>
                    <a:pt x="68" y="429282"/>
                  </a:lnTo>
                  <a:lnTo>
                    <a:pt x="246" y="429243"/>
                  </a:lnTo>
                  <a:lnTo>
                    <a:pt x="727" y="429185"/>
                  </a:lnTo>
                  <a:lnTo>
                    <a:pt x="1412" y="429007"/>
                  </a:lnTo>
                  <a:lnTo>
                    <a:pt x="2013" y="428973"/>
                  </a:lnTo>
                  <a:lnTo>
                    <a:pt x="2915" y="428701"/>
                  </a:lnTo>
                  <a:lnTo>
                    <a:pt x="3225" y="428388"/>
                  </a:lnTo>
                  <a:lnTo>
                    <a:pt x="3467" y="427736"/>
                  </a:lnTo>
                  <a:lnTo>
                    <a:pt x="3575" y="426964"/>
                  </a:lnTo>
                  <a:lnTo>
                    <a:pt x="3703" y="426436"/>
                  </a:lnTo>
                  <a:lnTo>
                    <a:pt x="3813" y="426158"/>
                  </a:lnTo>
                  <a:lnTo>
                    <a:pt x="4166" y="425982"/>
                  </a:lnTo>
                  <a:lnTo>
                    <a:pt x="4517" y="425604"/>
                  </a:lnTo>
                  <a:lnTo>
                    <a:pt x="4860" y="425458"/>
                  </a:lnTo>
                  <a:lnTo>
                    <a:pt x="5567" y="425448"/>
                  </a:lnTo>
                  <a:lnTo>
                    <a:pt x="5872" y="425556"/>
                  </a:lnTo>
                  <a:lnTo>
                    <a:pt x="6755" y="425678"/>
                  </a:lnTo>
                  <a:lnTo>
                    <a:pt x="7570" y="425784"/>
                  </a:lnTo>
                  <a:lnTo>
                    <a:pt x="8286" y="425962"/>
                  </a:lnTo>
                  <a:lnTo>
                    <a:pt x="8920" y="425989"/>
                  </a:lnTo>
                  <a:lnTo>
                    <a:pt x="9410" y="425981"/>
                  </a:lnTo>
                  <a:lnTo>
                    <a:pt x="9708" y="425946"/>
                  </a:lnTo>
                  <a:lnTo>
                    <a:pt x="10589" y="425652"/>
                  </a:lnTo>
                  <a:lnTo>
                    <a:pt x="11095" y="425619"/>
                  </a:lnTo>
                  <a:lnTo>
                    <a:pt x="12009" y="425678"/>
                  </a:lnTo>
                  <a:lnTo>
                    <a:pt x="12655" y="425493"/>
                  </a:lnTo>
                  <a:lnTo>
                    <a:pt x="13367" y="425331"/>
                  </a:lnTo>
                  <a:lnTo>
                    <a:pt x="13507" y="425273"/>
                  </a:lnTo>
                  <a:lnTo>
                    <a:pt x="13661" y="425253"/>
                  </a:lnTo>
                  <a:lnTo>
                    <a:pt x="14119" y="425004"/>
                  </a:lnTo>
                  <a:lnTo>
                    <a:pt x="14137" y="424830"/>
                  </a:lnTo>
                  <a:lnTo>
                    <a:pt x="14173" y="424543"/>
                  </a:lnTo>
                  <a:lnTo>
                    <a:pt x="14320" y="424244"/>
                  </a:lnTo>
                  <a:lnTo>
                    <a:pt x="14415" y="424088"/>
                  </a:lnTo>
                  <a:lnTo>
                    <a:pt x="14653" y="423556"/>
                  </a:lnTo>
                  <a:lnTo>
                    <a:pt x="15085" y="423134"/>
                  </a:lnTo>
                  <a:lnTo>
                    <a:pt x="15082" y="422755"/>
                  </a:lnTo>
                  <a:lnTo>
                    <a:pt x="14753" y="422394"/>
                  </a:lnTo>
                  <a:lnTo>
                    <a:pt x="14856" y="422231"/>
                  </a:lnTo>
                  <a:lnTo>
                    <a:pt x="15091" y="422001"/>
                  </a:lnTo>
                  <a:lnTo>
                    <a:pt x="15335" y="421724"/>
                  </a:lnTo>
                  <a:lnTo>
                    <a:pt x="15493" y="421683"/>
                  </a:lnTo>
                  <a:lnTo>
                    <a:pt x="15725" y="421623"/>
                  </a:lnTo>
                  <a:lnTo>
                    <a:pt x="15968" y="421411"/>
                  </a:lnTo>
                  <a:lnTo>
                    <a:pt x="16106" y="421208"/>
                  </a:lnTo>
                  <a:lnTo>
                    <a:pt x="16106" y="421005"/>
                  </a:lnTo>
                  <a:lnTo>
                    <a:pt x="16009" y="420765"/>
                  </a:lnTo>
                  <a:lnTo>
                    <a:pt x="16009" y="420599"/>
                  </a:lnTo>
                  <a:lnTo>
                    <a:pt x="16084" y="420295"/>
                  </a:lnTo>
                  <a:lnTo>
                    <a:pt x="16351" y="420286"/>
                  </a:lnTo>
                  <a:lnTo>
                    <a:pt x="16704" y="420286"/>
                  </a:lnTo>
                  <a:lnTo>
                    <a:pt x="17003" y="420206"/>
                  </a:lnTo>
                  <a:lnTo>
                    <a:pt x="17270" y="420037"/>
                  </a:lnTo>
                  <a:lnTo>
                    <a:pt x="17387" y="419751"/>
                  </a:lnTo>
                  <a:lnTo>
                    <a:pt x="17435" y="419326"/>
                  </a:lnTo>
                  <a:lnTo>
                    <a:pt x="17366" y="418788"/>
                  </a:lnTo>
                  <a:lnTo>
                    <a:pt x="17230" y="418300"/>
                  </a:lnTo>
                  <a:lnTo>
                    <a:pt x="17157" y="417837"/>
                  </a:lnTo>
                  <a:lnTo>
                    <a:pt x="17104" y="417468"/>
                  </a:lnTo>
                  <a:lnTo>
                    <a:pt x="17010" y="417230"/>
                  </a:lnTo>
                  <a:lnTo>
                    <a:pt x="16838" y="416947"/>
                  </a:lnTo>
                  <a:lnTo>
                    <a:pt x="16633" y="416451"/>
                  </a:lnTo>
                  <a:lnTo>
                    <a:pt x="16557" y="416179"/>
                  </a:lnTo>
                  <a:lnTo>
                    <a:pt x="16556" y="415747"/>
                  </a:lnTo>
                  <a:lnTo>
                    <a:pt x="16525" y="415494"/>
                  </a:lnTo>
                  <a:lnTo>
                    <a:pt x="16265" y="415087"/>
                  </a:lnTo>
                  <a:lnTo>
                    <a:pt x="16177" y="414377"/>
                  </a:lnTo>
                  <a:lnTo>
                    <a:pt x="15843" y="414084"/>
                  </a:lnTo>
                  <a:lnTo>
                    <a:pt x="15817" y="413881"/>
                  </a:lnTo>
                  <a:lnTo>
                    <a:pt x="15586" y="413527"/>
                  </a:lnTo>
                  <a:lnTo>
                    <a:pt x="15378" y="413484"/>
                  </a:lnTo>
                  <a:lnTo>
                    <a:pt x="15194" y="413466"/>
                  </a:lnTo>
                  <a:lnTo>
                    <a:pt x="14955" y="413466"/>
                  </a:lnTo>
                  <a:lnTo>
                    <a:pt x="14732" y="413449"/>
                  </a:lnTo>
                  <a:lnTo>
                    <a:pt x="14454" y="413370"/>
                  </a:lnTo>
                  <a:lnTo>
                    <a:pt x="14370" y="413221"/>
                  </a:lnTo>
                  <a:lnTo>
                    <a:pt x="14116" y="412898"/>
                  </a:lnTo>
                  <a:lnTo>
                    <a:pt x="13969" y="412872"/>
                  </a:lnTo>
                  <a:lnTo>
                    <a:pt x="13785" y="412882"/>
                  </a:lnTo>
                  <a:lnTo>
                    <a:pt x="13623" y="412950"/>
                  </a:lnTo>
                  <a:lnTo>
                    <a:pt x="13145" y="413019"/>
                  </a:lnTo>
                  <a:lnTo>
                    <a:pt x="13123" y="412732"/>
                  </a:lnTo>
                  <a:lnTo>
                    <a:pt x="13138" y="412050"/>
                  </a:lnTo>
                  <a:lnTo>
                    <a:pt x="13230" y="411194"/>
                  </a:lnTo>
                  <a:lnTo>
                    <a:pt x="13230" y="410757"/>
                  </a:lnTo>
                  <a:lnTo>
                    <a:pt x="13246" y="410407"/>
                  </a:lnTo>
                  <a:lnTo>
                    <a:pt x="13400" y="409988"/>
                  </a:lnTo>
                  <a:lnTo>
                    <a:pt x="13762" y="409262"/>
                  </a:lnTo>
                  <a:lnTo>
                    <a:pt x="14247" y="408904"/>
                  </a:lnTo>
                  <a:lnTo>
                    <a:pt x="14839" y="408642"/>
                  </a:lnTo>
                  <a:lnTo>
                    <a:pt x="15163" y="408428"/>
                  </a:lnTo>
                  <a:lnTo>
                    <a:pt x="15401" y="408325"/>
                  </a:lnTo>
                  <a:lnTo>
                    <a:pt x="15647" y="408100"/>
                  </a:lnTo>
                  <a:lnTo>
                    <a:pt x="15902" y="407908"/>
                  </a:lnTo>
                  <a:lnTo>
                    <a:pt x="16040" y="407672"/>
                  </a:lnTo>
                  <a:lnTo>
                    <a:pt x="16094" y="407410"/>
                  </a:lnTo>
                  <a:lnTo>
                    <a:pt x="16079" y="406999"/>
                  </a:lnTo>
                  <a:lnTo>
                    <a:pt x="16033" y="406838"/>
                  </a:lnTo>
                  <a:lnTo>
                    <a:pt x="16018" y="406499"/>
                  </a:lnTo>
                  <a:lnTo>
                    <a:pt x="15885" y="406172"/>
                  </a:lnTo>
                  <a:lnTo>
                    <a:pt x="15810" y="405824"/>
                  </a:lnTo>
                  <a:lnTo>
                    <a:pt x="15815" y="405660"/>
                  </a:lnTo>
                  <a:lnTo>
                    <a:pt x="15867" y="405490"/>
                  </a:lnTo>
                  <a:lnTo>
                    <a:pt x="16254" y="404998"/>
                  </a:lnTo>
                  <a:lnTo>
                    <a:pt x="16526" y="404559"/>
                  </a:lnTo>
                  <a:lnTo>
                    <a:pt x="16702" y="404279"/>
                  </a:lnTo>
                  <a:lnTo>
                    <a:pt x="17050" y="403961"/>
                  </a:lnTo>
                  <a:lnTo>
                    <a:pt x="17327" y="403693"/>
                  </a:lnTo>
                  <a:lnTo>
                    <a:pt x="17483" y="403442"/>
                  </a:lnTo>
                  <a:lnTo>
                    <a:pt x="17886" y="402777"/>
                  </a:lnTo>
                  <a:lnTo>
                    <a:pt x="18025" y="402597"/>
                  </a:lnTo>
                  <a:lnTo>
                    <a:pt x="18179" y="402457"/>
                  </a:lnTo>
                  <a:lnTo>
                    <a:pt x="18216" y="402170"/>
                  </a:lnTo>
                  <a:lnTo>
                    <a:pt x="17992" y="401779"/>
                  </a:lnTo>
                  <a:lnTo>
                    <a:pt x="17806" y="401679"/>
                  </a:lnTo>
                  <a:lnTo>
                    <a:pt x="17618" y="401670"/>
                  </a:lnTo>
                  <a:lnTo>
                    <a:pt x="17390" y="401644"/>
                  </a:lnTo>
                  <a:lnTo>
                    <a:pt x="16969" y="401462"/>
                  </a:lnTo>
                  <a:lnTo>
                    <a:pt x="16992" y="401315"/>
                  </a:lnTo>
                  <a:lnTo>
                    <a:pt x="17178" y="401139"/>
                  </a:lnTo>
                  <a:lnTo>
                    <a:pt x="17636" y="400978"/>
                  </a:lnTo>
                  <a:lnTo>
                    <a:pt x="18850" y="400508"/>
                  </a:lnTo>
                  <a:lnTo>
                    <a:pt x="19219" y="400282"/>
                  </a:lnTo>
                  <a:lnTo>
                    <a:pt x="19401" y="400045"/>
                  </a:lnTo>
                  <a:lnTo>
                    <a:pt x="19459" y="399755"/>
                  </a:lnTo>
                  <a:lnTo>
                    <a:pt x="19616" y="399288"/>
                  </a:lnTo>
                  <a:lnTo>
                    <a:pt x="19748" y="398806"/>
                  </a:lnTo>
                  <a:lnTo>
                    <a:pt x="20156" y="398394"/>
                  </a:lnTo>
                  <a:lnTo>
                    <a:pt x="20751" y="398114"/>
                  </a:lnTo>
                  <a:lnTo>
                    <a:pt x="21159" y="398209"/>
                  </a:lnTo>
                  <a:lnTo>
                    <a:pt x="21696" y="398494"/>
                  </a:lnTo>
                  <a:lnTo>
                    <a:pt x="22258" y="398769"/>
                  </a:lnTo>
                  <a:lnTo>
                    <a:pt x="22456" y="398791"/>
                  </a:lnTo>
                  <a:lnTo>
                    <a:pt x="22641" y="398788"/>
                  </a:lnTo>
                  <a:lnTo>
                    <a:pt x="23070" y="398678"/>
                  </a:lnTo>
                  <a:lnTo>
                    <a:pt x="23379" y="398506"/>
                  </a:lnTo>
                  <a:lnTo>
                    <a:pt x="23775" y="397865"/>
                  </a:lnTo>
                  <a:lnTo>
                    <a:pt x="24032" y="397668"/>
                  </a:lnTo>
                  <a:lnTo>
                    <a:pt x="24657" y="397578"/>
                  </a:lnTo>
                  <a:lnTo>
                    <a:pt x="25335" y="397415"/>
                  </a:lnTo>
                  <a:lnTo>
                    <a:pt x="26249" y="397193"/>
                  </a:lnTo>
                  <a:lnTo>
                    <a:pt x="26836" y="397077"/>
                  </a:lnTo>
                  <a:lnTo>
                    <a:pt x="27362" y="396924"/>
                  </a:lnTo>
                  <a:lnTo>
                    <a:pt x="28235" y="396918"/>
                  </a:lnTo>
                  <a:lnTo>
                    <a:pt x="28993" y="396739"/>
                  </a:lnTo>
                  <a:lnTo>
                    <a:pt x="29411" y="396749"/>
                  </a:lnTo>
                  <a:lnTo>
                    <a:pt x="29610" y="396899"/>
                  </a:lnTo>
                  <a:lnTo>
                    <a:pt x="29731" y="397305"/>
                  </a:lnTo>
                  <a:lnTo>
                    <a:pt x="29802" y="397593"/>
                  </a:lnTo>
                  <a:lnTo>
                    <a:pt x="29918" y="397790"/>
                  </a:lnTo>
                  <a:lnTo>
                    <a:pt x="30081" y="397909"/>
                  </a:lnTo>
                  <a:lnTo>
                    <a:pt x="30287" y="397925"/>
                  </a:lnTo>
                  <a:lnTo>
                    <a:pt x="30571" y="397778"/>
                  </a:lnTo>
                  <a:lnTo>
                    <a:pt x="30819" y="397603"/>
                  </a:lnTo>
                  <a:lnTo>
                    <a:pt x="31012" y="397527"/>
                  </a:lnTo>
                  <a:lnTo>
                    <a:pt x="31284" y="397606"/>
                  </a:lnTo>
                  <a:lnTo>
                    <a:pt x="31458" y="397691"/>
                  </a:lnTo>
                  <a:lnTo>
                    <a:pt x="31733" y="397780"/>
                  </a:lnTo>
                  <a:lnTo>
                    <a:pt x="32180" y="398068"/>
                  </a:lnTo>
                  <a:lnTo>
                    <a:pt x="32320" y="398197"/>
                  </a:lnTo>
                  <a:lnTo>
                    <a:pt x="32610" y="398301"/>
                  </a:lnTo>
                  <a:lnTo>
                    <a:pt x="32798" y="398272"/>
                  </a:lnTo>
                  <a:lnTo>
                    <a:pt x="33334" y="398047"/>
                  </a:lnTo>
                  <a:lnTo>
                    <a:pt x="34443" y="397129"/>
                  </a:lnTo>
                  <a:lnTo>
                    <a:pt x="35380" y="396600"/>
                  </a:lnTo>
                  <a:lnTo>
                    <a:pt x="36243" y="396175"/>
                  </a:lnTo>
                  <a:lnTo>
                    <a:pt x="36672" y="395724"/>
                  </a:lnTo>
                  <a:lnTo>
                    <a:pt x="37187" y="394945"/>
                  </a:lnTo>
                  <a:lnTo>
                    <a:pt x="38020" y="394202"/>
                  </a:lnTo>
                  <a:lnTo>
                    <a:pt x="38715" y="393527"/>
                  </a:lnTo>
                  <a:lnTo>
                    <a:pt x="39807" y="393129"/>
                  </a:lnTo>
                  <a:lnTo>
                    <a:pt x="40062" y="392789"/>
                  </a:lnTo>
                  <a:lnTo>
                    <a:pt x="40392" y="392579"/>
                  </a:lnTo>
                  <a:lnTo>
                    <a:pt x="40759" y="391966"/>
                  </a:lnTo>
                  <a:lnTo>
                    <a:pt x="41173" y="391203"/>
                  </a:lnTo>
                  <a:lnTo>
                    <a:pt x="41784" y="390444"/>
                  </a:lnTo>
                  <a:lnTo>
                    <a:pt x="42464" y="390094"/>
                  </a:lnTo>
                  <a:lnTo>
                    <a:pt x="43058" y="389975"/>
                  </a:lnTo>
                  <a:lnTo>
                    <a:pt x="43575" y="390034"/>
                  </a:lnTo>
                  <a:lnTo>
                    <a:pt x="44012" y="390239"/>
                  </a:lnTo>
                  <a:lnTo>
                    <a:pt x="44338" y="390450"/>
                  </a:lnTo>
                  <a:lnTo>
                    <a:pt x="44710" y="390450"/>
                  </a:lnTo>
                  <a:lnTo>
                    <a:pt x="44967" y="390312"/>
                  </a:lnTo>
                  <a:lnTo>
                    <a:pt x="45570" y="389770"/>
                  </a:lnTo>
                  <a:lnTo>
                    <a:pt x="45803" y="389694"/>
                  </a:lnTo>
                  <a:lnTo>
                    <a:pt x="45819" y="389540"/>
                  </a:lnTo>
                  <a:lnTo>
                    <a:pt x="45730" y="389357"/>
                  </a:lnTo>
                  <a:lnTo>
                    <a:pt x="45994" y="388817"/>
                  </a:lnTo>
                  <a:lnTo>
                    <a:pt x="46315" y="388080"/>
                  </a:lnTo>
                  <a:lnTo>
                    <a:pt x="46229" y="387409"/>
                  </a:lnTo>
                  <a:lnTo>
                    <a:pt x="46445" y="387027"/>
                  </a:lnTo>
                  <a:lnTo>
                    <a:pt x="46849" y="387071"/>
                  </a:lnTo>
                  <a:lnTo>
                    <a:pt x="48111" y="387103"/>
                  </a:lnTo>
                  <a:lnTo>
                    <a:pt x="48800" y="387051"/>
                  </a:lnTo>
                  <a:lnTo>
                    <a:pt x="49569" y="386947"/>
                  </a:lnTo>
                  <a:lnTo>
                    <a:pt x="50407" y="387012"/>
                  </a:lnTo>
                  <a:lnTo>
                    <a:pt x="51027" y="387162"/>
                  </a:lnTo>
                  <a:lnTo>
                    <a:pt x="51819" y="387592"/>
                  </a:lnTo>
                  <a:lnTo>
                    <a:pt x="52461" y="387905"/>
                  </a:lnTo>
                  <a:lnTo>
                    <a:pt x="52880" y="387905"/>
                  </a:lnTo>
                  <a:lnTo>
                    <a:pt x="53156" y="387905"/>
                  </a:lnTo>
                  <a:lnTo>
                    <a:pt x="53586" y="387566"/>
                  </a:lnTo>
                  <a:lnTo>
                    <a:pt x="53747" y="387553"/>
                  </a:lnTo>
                  <a:lnTo>
                    <a:pt x="54085" y="387514"/>
                  </a:lnTo>
                  <a:lnTo>
                    <a:pt x="54314" y="386962"/>
                  </a:lnTo>
                  <a:lnTo>
                    <a:pt x="54057" y="386706"/>
                  </a:lnTo>
                  <a:lnTo>
                    <a:pt x="53503" y="386430"/>
                  </a:lnTo>
                  <a:lnTo>
                    <a:pt x="53217" y="386202"/>
                  </a:lnTo>
                  <a:lnTo>
                    <a:pt x="52989" y="385976"/>
                  </a:lnTo>
                  <a:lnTo>
                    <a:pt x="52651" y="385644"/>
                  </a:lnTo>
                  <a:lnTo>
                    <a:pt x="52347" y="385183"/>
                  </a:lnTo>
                  <a:lnTo>
                    <a:pt x="52004" y="384874"/>
                  </a:lnTo>
                  <a:lnTo>
                    <a:pt x="51712" y="384568"/>
                  </a:lnTo>
                  <a:lnTo>
                    <a:pt x="51247" y="384190"/>
                  </a:lnTo>
                  <a:lnTo>
                    <a:pt x="50466" y="383434"/>
                  </a:lnTo>
                  <a:lnTo>
                    <a:pt x="50030" y="383096"/>
                  </a:lnTo>
                  <a:lnTo>
                    <a:pt x="49864" y="382867"/>
                  </a:lnTo>
                  <a:lnTo>
                    <a:pt x="49852" y="382718"/>
                  </a:lnTo>
                  <a:lnTo>
                    <a:pt x="49953" y="382459"/>
                  </a:lnTo>
                  <a:lnTo>
                    <a:pt x="50220" y="382405"/>
                  </a:lnTo>
                  <a:lnTo>
                    <a:pt x="50524" y="382249"/>
                  </a:lnTo>
                  <a:lnTo>
                    <a:pt x="50627" y="382047"/>
                  </a:lnTo>
                  <a:lnTo>
                    <a:pt x="50708" y="381662"/>
                  </a:lnTo>
                  <a:lnTo>
                    <a:pt x="50759" y="380757"/>
                  </a:lnTo>
                  <a:lnTo>
                    <a:pt x="50786" y="380095"/>
                  </a:lnTo>
                  <a:lnTo>
                    <a:pt x="51151" y="379768"/>
                  </a:lnTo>
                  <a:lnTo>
                    <a:pt x="51326" y="379608"/>
                  </a:lnTo>
                  <a:lnTo>
                    <a:pt x="51561" y="379457"/>
                  </a:lnTo>
                  <a:lnTo>
                    <a:pt x="51925" y="379457"/>
                  </a:lnTo>
                  <a:lnTo>
                    <a:pt x="52404" y="379640"/>
                  </a:lnTo>
                  <a:lnTo>
                    <a:pt x="52604" y="379753"/>
                  </a:lnTo>
                  <a:lnTo>
                    <a:pt x="53129" y="379883"/>
                  </a:lnTo>
                  <a:lnTo>
                    <a:pt x="53724" y="380083"/>
                  </a:lnTo>
                  <a:lnTo>
                    <a:pt x="54147" y="380304"/>
                  </a:lnTo>
                  <a:lnTo>
                    <a:pt x="54529" y="380621"/>
                  </a:lnTo>
                  <a:lnTo>
                    <a:pt x="54903" y="380942"/>
                  </a:lnTo>
                  <a:lnTo>
                    <a:pt x="55682" y="381417"/>
                  </a:lnTo>
                  <a:lnTo>
                    <a:pt x="56159" y="381771"/>
                  </a:lnTo>
                  <a:lnTo>
                    <a:pt x="56474" y="382016"/>
                  </a:lnTo>
                  <a:lnTo>
                    <a:pt x="56953" y="382222"/>
                  </a:lnTo>
                  <a:lnTo>
                    <a:pt x="57276" y="382293"/>
                  </a:lnTo>
                  <a:lnTo>
                    <a:pt x="57515" y="382307"/>
                  </a:lnTo>
                  <a:lnTo>
                    <a:pt x="57952" y="382190"/>
                  </a:lnTo>
                  <a:lnTo>
                    <a:pt x="58585" y="381859"/>
                  </a:lnTo>
                  <a:lnTo>
                    <a:pt x="59362" y="382253"/>
                  </a:lnTo>
                  <a:lnTo>
                    <a:pt x="59880" y="382622"/>
                  </a:lnTo>
                  <a:lnTo>
                    <a:pt x="60580" y="382790"/>
                  </a:lnTo>
                  <a:lnTo>
                    <a:pt x="61518" y="382918"/>
                  </a:lnTo>
                  <a:lnTo>
                    <a:pt x="61808" y="382888"/>
                  </a:lnTo>
                  <a:lnTo>
                    <a:pt x="62125" y="382675"/>
                  </a:lnTo>
                  <a:lnTo>
                    <a:pt x="62485" y="382325"/>
                  </a:lnTo>
                  <a:lnTo>
                    <a:pt x="62819" y="382040"/>
                  </a:lnTo>
                  <a:lnTo>
                    <a:pt x="63105" y="382025"/>
                  </a:lnTo>
                  <a:lnTo>
                    <a:pt x="63461" y="382100"/>
                  </a:lnTo>
                  <a:lnTo>
                    <a:pt x="63874" y="382196"/>
                  </a:lnTo>
                  <a:lnTo>
                    <a:pt x="64224" y="382223"/>
                  </a:lnTo>
                  <a:lnTo>
                    <a:pt x="64813" y="382417"/>
                  </a:lnTo>
                  <a:lnTo>
                    <a:pt x="65447" y="382586"/>
                  </a:lnTo>
                  <a:lnTo>
                    <a:pt x="65729" y="382656"/>
                  </a:lnTo>
                  <a:lnTo>
                    <a:pt x="66477" y="382661"/>
                  </a:lnTo>
                  <a:lnTo>
                    <a:pt x="67017" y="382549"/>
                  </a:lnTo>
                  <a:lnTo>
                    <a:pt x="67320" y="381986"/>
                  </a:lnTo>
                  <a:lnTo>
                    <a:pt x="67538" y="381777"/>
                  </a:lnTo>
                  <a:lnTo>
                    <a:pt x="67865" y="381567"/>
                  </a:lnTo>
                  <a:lnTo>
                    <a:pt x="67981" y="381392"/>
                  </a:lnTo>
                  <a:lnTo>
                    <a:pt x="68085" y="381123"/>
                  </a:lnTo>
                  <a:lnTo>
                    <a:pt x="68273" y="381048"/>
                  </a:lnTo>
                  <a:lnTo>
                    <a:pt x="68939" y="381035"/>
                  </a:lnTo>
                  <a:lnTo>
                    <a:pt x="69369" y="380785"/>
                  </a:lnTo>
                  <a:lnTo>
                    <a:pt x="69463" y="380491"/>
                  </a:lnTo>
                  <a:lnTo>
                    <a:pt x="69667" y="380022"/>
                  </a:lnTo>
                  <a:lnTo>
                    <a:pt x="70278" y="379572"/>
                  </a:lnTo>
                  <a:lnTo>
                    <a:pt x="71038" y="378990"/>
                  </a:lnTo>
                  <a:lnTo>
                    <a:pt x="71218" y="378854"/>
                  </a:lnTo>
                  <a:lnTo>
                    <a:pt x="72008" y="378468"/>
                  </a:lnTo>
                  <a:lnTo>
                    <a:pt x="72268" y="378359"/>
                  </a:lnTo>
                  <a:lnTo>
                    <a:pt x="72645" y="378155"/>
                  </a:lnTo>
                  <a:lnTo>
                    <a:pt x="73314" y="378080"/>
                  </a:lnTo>
                  <a:lnTo>
                    <a:pt x="73758" y="377944"/>
                  </a:lnTo>
                  <a:lnTo>
                    <a:pt x="73934" y="377888"/>
                  </a:lnTo>
                  <a:lnTo>
                    <a:pt x="74430" y="377488"/>
                  </a:lnTo>
                  <a:lnTo>
                    <a:pt x="74691" y="377167"/>
                  </a:lnTo>
                  <a:lnTo>
                    <a:pt x="74992" y="376849"/>
                  </a:lnTo>
                  <a:lnTo>
                    <a:pt x="75333" y="376699"/>
                  </a:lnTo>
                  <a:lnTo>
                    <a:pt x="75570" y="376511"/>
                  </a:lnTo>
                  <a:lnTo>
                    <a:pt x="75735" y="376280"/>
                  </a:lnTo>
                  <a:lnTo>
                    <a:pt x="75845" y="376023"/>
                  </a:lnTo>
                  <a:lnTo>
                    <a:pt x="76082" y="375842"/>
                  </a:lnTo>
                  <a:lnTo>
                    <a:pt x="76914" y="375317"/>
                  </a:lnTo>
                  <a:lnTo>
                    <a:pt x="77867" y="374616"/>
                  </a:lnTo>
                  <a:lnTo>
                    <a:pt x="78694" y="374016"/>
                  </a:lnTo>
                  <a:lnTo>
                    <a:pt x="79107" y="373772"/>
                  </a:lnTo>
                  <a:lnTo>
                    <a:pt x="79658" y="373528"/>
                  </a:lnTo>
                  <a:lnTo>
                    <a:pt x="80162" y="373349"/>
                  </a:lnTo>
                  <a:lnTo>
                    <a:pt x="80401" y="373353"/>
                  </a:lnTo>
                  <a:lnTo>
                    <a:pt x="80749" y="373378"/>
                  </a:lnTo>
                  <a:lnTo>
                    <a:pt x="80952" y="373509"/>
                  </a:lnTo>
                  <a:lnTo>
                    <a:pt x="81041" y="373766"/>
                  </a:lnTo>
                  <a:lnTo>
                    <a:pt x="81244" y="373885"/>
                  </a:lnTo>
                  <a:lnTo>
                    <a:pt x="81509" y="374035"/>
                  </a:lnTo>
                  <a:lnTo>
                    <a:pt x="81575" y="374360"/>
                  </a:lnTo>
                  <a:lnTo>
                    <a:pt x="81883" y="374654"/>
                  </a:lnTo>
                  <a:lnTo>
                    <a:pt x="82071" y="374773"/>
                  </a:lnTo>
                  <a:lnTo>
                    <a:pt x="82275" y="375029"/>
                  </a:lnTo>
                  <a:lnTo>
                    <a:pt x="82236" y="375192"/>
                  </a:lnTo>
                  <a:lnTo>
                    <a:pt x="82002" y="375451"/>
                  </a:lnTo>
                  <a:lnTo>
                    <a:pt x="81939" y="375598"/>
                  </a:lnTo>
                  <a:lnTo>
                    <a:pt x="81905" y="376117"/>
                  </a:lnTo>
                  <a:lnTo>
                    <a:pt x="81950" y="376705"/>
                  </a:lnTo>
                  <a:lnTo>
                    <a:pt x="82010" y="377800"/>
                  </a:lnTo>
                  <a:lnTo>
                    <a:pt x="82054" y="378219"/>
                  </a:lnTo>
                  <a:lnTo>
                    <a:pt x="82093" y="378425"/>
                  </a:lnTo>
                  <a:lnTo>
                    <a:pt x="82451" y="378813"/>
                  </a:lnTo>
                  <a:lnTo>
                    <a:pt x="82578" y="379113"/>
                  </a:lnTo>
                  <a:lnTo>
                    <a:pt x="82660" y="379457"/>
                  </a:lnTo>
                  <a:lnTo>
                    <a:pt x="82809" y="379788"/>
                  </a:lnTo>
                  <a:lnTo>
                    <a:pt x="83145" y="380120"/>
                  </a:lnTo>
                  <a:lnTo>
                    <a:pt x="83605" y="380327"/>
                  </a:lnTo>
                  <a:lnTo>
                    <a:pt x="83828" y="380345"/>
                  </a:lnTo>
                  <a:lnTo>
                    <a:pt x="84236" y="380426"/>
                  </a:lnTo>
                  <a:lnTo>
                    <a:pt x="84517" y="380601"/>
                  </a:lnTo>
                  <a:lnTo>
                    <a:pt x="84726" y="380808"/>
                  </a:lnTo>
                  <a:lnTo>
                    <a:pt x="85051" y="381002"/>
                  </a:lnTo>
                  <a:lnTo>
                    <a:pt x="85486" y="381158"/>
                  </a:lnTo>
                  <a:lnTo>
                    <a:pt x="85740" y="381327"/>
                  </a:lnTo>
                  <a:lnTo>
                    <a:pt x="85900" y="381464"/>
                  </a:lnTo>
                  <a:lnTo>
                    <a:pt x="85922" y="381721"/>
                  </a:lnTo>
                  <a:lnTo>
                    <a:pt x="85704" y="381964"/>
                  </a:lnTo>
                  <a:lnTo>
                    <a:pt x="85580" y="382140"/>
                  </a:lnTo>
                  <a:lnTo>
                    <a:pt x="85442" y="382340"/>
                  </a:lnTo>
                  <a:lnTo>
                    <a:pt x="85415" y="382521"/>
                  </a:lnTo>
                  <a:lnTo>
                    <a:pt x="85365" y="382853"/>
                  </a:lnTo>
                  <a:lnTo>
                    <a:pt x="85051" y="383184"/>
                  </a:lnTo>
                  <a:lnTo>
                    <a:pt x="84633" y="383458"/>
                  </a:lnTo>
                  <a:lnTo>
                    <a:pt x="84412" y="383641"/>
                  </a:lnTo>
                  <a:lnTo>
                    <a:pt x="84230" y="383891"/>
                  </a:lnTo>
                  <a:lnTo>
                    <a:pt x="84049" y="384235"/>
                  </a:lnTo>
                  <a:lnTo>
                    <a:pt x="84060" y="384601"/>
                  </a:lnTo>
                  <a:lnTo>
                    <a:pt x="83870" y="384723"/>
                  </a:lnTo>
                  <a:lnTo>
                    <a:pt x="83806" y="384975"/>
                  </a:lnTo>
                  <a:lnTo>
                    <a:pt x="83839" y="385211"/>
                  </a:lnTo>
                  <a:lnTo>
                    <a:pt x="83845" y="385467"/>
                  </a:lnTo>
                  <a:lnTo>
                    <a:pt x="83845" y="385655"/>
                  </a:lnTo>
                  <a:lnTo>
                    <a:pt x="83641" y="386099"/>
                  </a:lnTo>
                  <a:lnTo>
                    <a:pt x="83567" y="386399"/>
                  </a:lnTo>
                  <a:lnTo>
                    <a:pt x="83630" y="386643"/>
                  </a:lnTo>
                  <a:lnTo>
                    <a:pt x="84043" y="387024"/>
                  </a:lnTo>
                  <a:lnTo>
                    <a:pt x="84236" y="387218"/>
                  </a:lnTo>
                  <a:lnTo>
                    <a:pt x="84329" y="387506"/>
                  </a:lnTo>
                  <a:lnTo>
                    <a:pt x="84671" y="388238"/>
                  </a:lnTo>
                  <a:lnTo>
                    <a:pt x="84831" y="388438"/>
                  </a:lnTo>
                  <a:lnTo>
                    <a:pt x="84980" y="388644"/>
                  </a:lnTo>
                  <a:lnTo>
                    <a:pt x="84924" y="388963"/>
                  </a:lnTo>
                  <a:lnTo>
                    <a:pt x="84787" y="389182"/>
                  </a:lnTo>
                  <a:lnTo>
                    <a:pt x="84715" y="389344"/>
                  </a:lnTo>
                  <a:lnTo>
                    <a:pt x="84704" y="389476"/>
                  </a:lnTo>
                  <a:lnTo>
                    <a:pt x="84732" y="389632"/>
                  </a:lnTo>
                  <a:lnTo>
                    <a:pt x="84798" y="389801"/>
                  </a:lnTo>
                  <a:lnTo>
                    <a:pt x="85051" y="389939"/>
                  </a:lnTo>
                  <a:lnTo>
                    <a:pt x="85283" y="389920"/>
                  </a:lnTo>
                  <a:lnTo>
                    <a:pt x="85486" y="389814"/>
                  </a:lnTo>
                  <a:lnTo>
                    <a:pt x="85723" y="389770"/>
                  </a:lnTo>
                  <a:lnTo>
                    <a:pt x="85872" y="389470"/>
                  </a:lnTo>
                  <a:lnTo>
                    <a:pt x="86171" y="389207"/>
                  </a:lnTo>
                  <a:lnTo>
                    <a:pt x="86329" y="389232"/>
                  </a:lnTo>
                  <a:lnTo>
                    <a:pt x="86665" y="389263"/>
                  </a:lnTo>
                  <a:lnTo>
                    <a:pt x="86924" y="389169"/>
                  </a:lnTo>
                  <a:lnTo>
                    <a:pt x="87211" y="388975"/>
                  </a:lnTo>
                  <a:lnTo>
                    <a:pt x="87508" y="389007"/>
                  </a:lnTo>
                  <a:lnTo>
                    <a:pt x="87839" y="389182"/>
                  </a:lnTo>
                  <a:lnTo>
                    <a:pt x="88032" y="389101"/>
                  </a:lnTo>
                  <a:lnTo>
                    <a:pt x="88544" y="388769"/>
                  </a:lnTo>
                  <a:lnTo>
                    <a:pt x="89172" y="388338"/>
                  </a:lnTo>
                  <a:lnTo>
                    <a:pt x="89409" y="388106"/>
                  </a:lnTo>
                  <a:lnTo>
                    <a:pt x="89618" y="387956"/>
                  </a:lnTo>
                  <a:lnTo>
                    <a:pt x="89789" y="387962"/>
                  </a:lnTo>
                  <a:lnTo>
                    <a:pt x="89883" y="388238"/>
                  </a:lnTo>
                  <a:lnTo>
                    <a:pt x="90114" y="388544"/>
                  </a:lnTo>
                  <a:lnTo>
                    <a:pt x="90467" y="388657"/>
                  </a:lnTo>
                  <a:lnTo>
                    <a:pt x="90874" y="388682"/>
                  </a:lnTo>
                  <a:lnTo>
                    <a:pt x="91464" y="388619"/>
                  </a:lnTo>
                  <a:lnTo>
                    <a:pt x="91800" y="388732"/>
                  </a:lnTo>
                  <a:lnTo>
                    <a:pt x="92257" y="388882"/>
                  </a:lnTo>
                  <a:lnTo>
                    <a:pt x="92577" y="388944"/>
                  </a:lnTo>
                  <a:lnTo>
                    <a:pt x="92869" y="389032"/>
                  </a:lnTo>
                  <a:lnTo>
                    <a:pt x="93574" y="389250"/>
                  </a:lnTo>
                  <a:lnTo>
                    <a:pt x="93646" y="388862"/>
                  </a:lnTo>
                  <a:lnTo>
                    <a:pt x="93705" y="388551"/>
                  </a:lnTo>
                  <a:lnTo>
                    <a:pt x="93677" y="388391"/>
                  </a:lnTo>
                  <a:lnTo>
                    <a:pt x="93618" y="388199"/>
                  </a:lnTo>
                  <a:lnTo>
                    <a:pt x="93556" y="387759"/>
                  </a:lnTo>
                  <a:lnTo>
                    <a:pt x="93786" y="387446"/>
                  </a:lnTo>
                  <a:lnTo>
                    <a:pt x="94108" y="387328"/>
                  </a:lnTo>
                  <a:lnTo>
                    <a:pt x="94251" y="387198"/>
                  </a:lnTo>
                  <a:lnTo>
                    <a:pt x="94475" y="386833"/>
                  </a:lnTo>
                  <a:lnTo>
                    <a:pt x="94693" y="386586"/>
                  </a:lnTo>
                  <a:lnTo>
                    <a:pt x="94676" y="386156"/>
                  </a:lnTo>
                  <a:lnTo>
                    <a:pt x="94831" y="385820"/>
                  </a:lnTo>
                  <a:lnTo>
                    <a:pt x="95261" y="385654"/>
                  </a:lnTo>
                  <a:lnTo>
                    <a:pt x="95577" y="385543"/>
                  </a:lnTo>
                  <a:lnTo>
                    <a:pt x="95984" y="385641"/>
                  </a:lnTo>
                  <a:lnTo>
                    <a:pt x="96180" y="385798"/>
                  </a:lnTo>
                  <a:lnTo>
                    <a:pt x="96323" y="385980"/>
                  </a:lnTo>
                  <a:lnTo>
                    <a:pt x="96816" y="386260"/>
                  </a:lnTo>
                  <a:lnTo>
                    <a:pt x="96954" y="386410"/>
                  </a:lnTo>
                  <a:lnTo>
                    <a:pt x="97102" y="386557"/>
                  </a:lnTo>
                  <a:lnTo>
                    <a:pt x="97330" y="386685"/>
                  </a:lnTo>
                  <a:lnTo>
                    <a:pt x="97591" y="386710"/>
                  </a:lnTo>
                  <a:lnTo>
                    <a:pt x="98193" y="386426"/>
                  </a:lnTo>
                  <a:lnTo>
                    <a:pt x="98053" y="386072"/>
                  </a:lnTo>
                  <a:lnTo>
                    <a:pt x="97958" y="385672"/>
                  </a:lnTo>
                  <a:lnTo>
                    <a:pt x="98028" y="385380"/>
                  </a:lnTo>
                  <a:lnTo>
                    <a:pt x="98230" y="385175"/>
                  </a:lnTo>
                  <a:lnTo>
                    <a:pt x="98597" y="385109"/>
                  </a:lnTo>
                  <a:lnTo>
                    <a:pt x="98814" y="385059"/>
                  </a:lnTo>
                  <a:lnTo>
                    <a:pt x="98994" y="384938"/>
                  </a:lnTo>
                  <a:lnTo>
                    <a:pt x="99350" y="384942"/>
                  </a:lnTo>
                  <a:lnTo>
                    <a:pt x="99765" y="385030"/>
                  </a:lnTo>
                  <a:lnTo>
                    <a:pt x="100040" y="385155"/>
                  </a:lnTo>
                  <a:lnTo>
                    <a:pt x="100202" y="385155"/>
                  </a:lnTo>
                  <a:lnTo>
                    <a:pt x="100529" y="384950"/>
                  </a:lnTo>
                  <a:lnTo>
                    <a:pt x="100804" y="384867"/>
                  </a:lnTo>
                  <a:lnTo>
                    <a:pt x="101509" y="385030"/>
                  </a:lnTo>
                  <a:lnTo>
                    <a:pt x="101983" y="385125"/>
                  </a:lnTo>
                  <a:lnTo>
                    <a:pt x="102733" y="385476"/>
                  </a:lnTo>
                  <a:lnTo>
                    <a:pt x="103081" y="385555"/>
                  </a:lnTo>
                  <a:lnTo>
                    <a:pt x="103309" y="385522"/>
                  </a:lnTo>
                  <a:lnTo>
                    <a:pt x="103720" y="385380"/>
                  </a:lnTo>
                  <a:lnTo>
                    <a:pt x="104451" y="385000"/>
                  </a:lnTo>
                  <a:lnTo>
                    <a:pt x="104932" y="384617"/>
                  </a:lnTo>
                  <a:lnTo>
                    <a:pt x="105274" y="384233"/>
                  </a:lnTo>
                  <a:lnTo>
                    <a:pt x="105428" y="384058"/>
                  </a:lnTo>
                  <a:lnTo>
                    <a:pt x="106027" y="383854"/>
                  </a:lnTo>
                  <a:lnTo>
                    <a:pt x="106203" y="383795"/>
                  </a:lnTo>
                  <a:lnTo>
                    <a:pt x="106501" y="383558"/>
                  </a:lnTo>
                  <a:lnTo>
                    <a:pt x="106776" y="383208"/>
                  </a:lnTo>
                  <a:lnTo>
                    <a:pt x="107000" y="383062"/>
                  </a:lnTo>
                  <a:lnTo>
                    <a:pt x="107155" y="383120"/>
                  </a:lnTo>
                  <a:lnTo>
                    <a:pt x="107357" y="383374"/>
                  </a:lnTo>
                  <a:lnTo>
                    <a:pt x="107338" y="383583"/>
                  </a:lnTo>
                  <a:lnTo>
                    <a:pt x="107221" y="383916"/>
                  </a:lnTo>
                  <a:lnTo>
                    <a:pt x="107210" y="384283"/>
                  </a:lnTo>
                  <a:lnTo>
                    <a:pt x="107349" y="384433"/>
                  </a:lnTo>
                  <a:lnTo>
                    <a:pt x="107617" y="384479"/>
                  </a:lnTo>
                  <a:lnTo>
                    <a:pt x="107793" y="384509"/>
                  </a:lnTo>
                  <a:lnTo>
                    <a:pt x="108021" y="384504"/>
                  </a:lnTo>
                  <a:lnTo>
                    <a:pt x="108344" y="384563"/>
                  </a:lnTo>
                  <a:lnTo>
                    <a:pt x="108491" y="384663"/>
                  </a:lnTo>
                  <a:lnTo>
                    <a:pt x="108557" y="384800"/>
                  </a:lnTo>
                  <a:lnTo>
                    <a:pt x="108613" y="384942"/>
                  </a:lnTo>
                  <a:lnTo>
                    <a:pt x="108752" y="385096"/>
                  </a:lnTo>
                  <a:lnTo>
                    <a:pt x="108884" y="385192"/>
                  </a:lnTo>
                  <a:lnTo>
                    <a:pt x="108936" y="385355"/>
                  </a:lnTo>
                  <a:lnTo>
                    <a:pt x="108837" y="385868"/>
                  </a:lnTo>
                  <a:lnTo>
                    <a:pt x="108804" y="386189"/>
                  </a:lnTo>
                  <a:lnTo>
                    <a:pt x="108837" y="386497"/>
                  </a:lnTo>
                  <a:lnTo>
                    <a:pt x="108892" y="386731"/>
                  </a:lnTo>
                  <a:lnTo>
                    <a:pt x="109002" y="386964"/>
                  </a:lnTo>
                  <a:lnTo>
                    <a:pt x="109127" y="387106"/>
                  </a:lnTo>
                  <a:lnTo>
                    <a:pt x="109579" y="387218"/>
                  </a:lnTo>
                  <a:lnTo>
                    <a:pt x="109659" y="386964"/>
                  </a:lnTo>
                  <a:lnTo>
                    <a:pt x="109697" y="386615"/>
                  </a:lnTo>
                  <a:lnTo>
                    <a:pt x="109882" y="386460"/>
                  </a:lnTo>
                  <a:lnTo>
                    <a:pt x="110039" y="386218"/>
                  </a:lnTo>
                  <a:lnTo>
                    <a:pt x="110161" y="385863"/>
                  </a:lnTo>
                  <a:lnTo>
                    <a:pt x="110468" y="385523"/>
                  </a:lnTo>
                  <a:lnTo>
                    <a:pt x="110710" y="385333"/>
                  </a:lnTo>
                  <a:lnTo>
                    <a:pt x="111095" y="385372"/>
                  </a:lnTo>
                  <a:lnTo>
                    <a:pt x="111141" y="385554"/>
                  </a:lnTo>
                  <a:lnTo>
                    <a:pt x="111227" y="385711"/>
                  </a:lnTo>
                  <a:lnTo>
                    <a:pt x="111422" y="385795"/>
                  </a:lnTo>
                  <a:lnTo>
                    <a:pt x="111646" y="385756"/>
                  </a:lnTo>
                  <a:lnTo>
                    <a:pt x="111887" y="385587"/>
                  </a:lnTo>
                  <a:lnTo>
                    <a:pt x="112317" y="385339"/>
                  </a:lnTo>
                  <a:lnTo>
                    <a:pt x="112782" y="385339"/>
                  </a:lnTo>
                  <a:lnTo>
                    <a:pt x="113063" y="385320"/>
                  </a:lnTo>
                  <a:lnTo>
                    <a:pt x="113281" y="385150"/>
                  </a:lnTo>
                  <a:lnTo>
                    <a:pt x="113401" y="384928"/>
                  </a:lnTo>
                  <a:lnTo>
                    <a:pt x="114021" y="384362"/>
                  </a:lnTo>
                  <a:lnTo>
                    <a:pt x="114155" y="384101"/>
                  </a:lnTo>
                  <a:lnTo>
                    <a:pt x="114463" y="383724"/>
                  </a:lnTo>
                  <a:lnTo>
                    <a:pt x="114602" y="383597"/>
                  </a:lnTo>
                  <a:lnTo>
                    <a:pt x="115146" y="383574"/>
                  </a:lnTo>
                  <a:lnTo>
                    <a:pt x="115513" y="383580"/>
                  </a:lnTo>
                  <a:lnTo>
                    <a:pt x="115932" y="383411"/>
                  </a:lnTo>
                  <a:lnTo>
                    <a:pt x="116036" y="382883"/>
                  </a:lnTo>
                  <a:lnTo>
                    <a:pt x="116136" y="382651"/>
                  </a:lnTo>
                  <a:lnTo>
                    <a:pt x="116667" y="382284"/>
                  </a:lnTo>
                  <a:lnTo>
                    <a:pt x="117097" y="382049"/>
                  </a:lnTo>
                  <a:lnTo>
                    <a:pt x="117189" y="381919"/>
                  </a:lnTo>
                  <a:lnTo>
                    <a:pt x="117235" y="381574"/>
                  </a:lnTo>
                  <a:lnTo>
                    <a:pt x="117274" y="380792"/>
                  </a:lnTo>
                  <a:lnTo>
                    <a:pt x="117195" y="380245"/>
                  </a:lnTo>
                  <a:lnTo>
                    <a:pt x="117137" y="380023"/>
                  </a:lnTo>
                  <a:lnTo>
                    <a:pt x="117178" y="379789"/>
                  </a:lnTo>
                  <a:lnTo>
                    <a:pt x="117511" y="379176"/>
                  </a:lnTo>
                  <a:lnTo>
                    <a:pt x="117757" y="378520"/>
                  </a:lnTo>
                  <a:lnTo>
                    <a:pt x="118343" y="377724"/>
                  </a:lnTo>
                  <a:lnTo>
                    <a:pt x="118767" y="377391"/>
                  </a:lnTo>
                  <a:lnTo>
                    <a:pt x="119215" y="377072"/>
                  </a:lnTo>
                  <a:lnTo>
                    <a:pt x="119496" y="376870"/>
                  </a:lnTo>
                  <a:lnTo>
                    <a:pt x="119767" y="376199"/>
                  </a:lnTo>
                  <a:lnTo>
                    <a:pt x="119835" y="375990"/>
                  </a:lnTo>
                  <a:lnTo>
                    <a:pt x="120171" y="375634"/>
                  </a:lnTo>
                  <a:lnTo>
                    <a:pt x="120700" y="375434"/>
                  </a:lnTo>
                  <a:lnTo>
                    <a:pt x="121168" y="375309"/>
                  </a:lnTo>
                  <a:lnTo>
                    <a:pt x="121636" y="375028"/>
                  </a:lnTo>
                  <a:lnTo>
                    <a:pt x="121708" y="374884"/>
                  </a:lnTo>
                  <a:lnTo>
                    <a:pt x="121768" y="374615"/>
                  </a:lnTo>
                  <a:lnTo>
                    <a:pt x="121559" y="374208"/>
                  </a:lnTo>
                  <a:lnTo>
                    <a:pt x="121487" y="373927"/>
                  </a:lnTo>
                  <a:lnTo>
                    <a:pt x="121493" y="373664"/>
                  </a:lnTo>
                  <a:lnTo>
                    <a:pt x="121566" y="373525"/>
                  </a:lnTo>
                  <a:lnTo>
                    <a:pt x="121796" y="373245"/>
                  </a:lnTo>
                  <a:lnTo>
                    <a:pt x="121785" y="372820"/>
                  </a:lnTo>
                  <a:lnTo>
                    <a:pt x="121713" y="372520"/>
                  </a:lnTo>
                  <a:lnTo>
                    <a:pt x="121807" y="372326"/>
                  </a:lnTo>
                  <a:lnTo>
                    <a:pt x="122093" y="372176"/>
                  </a:lnTo>
                  <a:lnTo>
                    <a:pt x="122314" y="372026"/>
                  </a:lnTo>
                  <a:lnTo>
                    <a:pt x="122356" y="371844"/>
                  </a:lnTo>
                  <a:lnTo>
                    <a:pt x="122077" y="371244"/>
                  </a:lnTo>
                  <a:lnTo>
                    <a:pt x="121658" y="370812"/>
                  </a:lnTo>
                  <a:lnTo>
                    <a:pt x="121410" y="370487"/>
                  </a:lnTo>
                  <a:lnTo>
                    <a:pt x="121311" y="370181"/>
                  </a:lnTo>
                  <a:lnTo>
                    <a:pt x="121201" y="369893"/>
                  </a:lnTo>
                  <a:lnTo>
                    <a:pt x="121196" y="369635"/>
                  </a:lnTo>
                  <a:lnTo>
                    <a:pt x="121172" y="369310"/>
                  </a:lnTo>
                  <a:lnTo>
                    <a:pt x="121204" y="369077"/>
                  </a:lnTo>
                  <a:lnTo>
                    <a:pt x="121298" y="368890"/>
                  </a:lnTo>
                  <a:lnTo>
                    <a:pt x="121595" y="368739"/>
                  </a:lnTo>
                  <a:lnTo>
                    <a:pt x="121876" y="368633"/>
                  </a:lnTo>
                  <a:lnTo>
                    <a:pt x="122009" y="368389"/>
                  </a:lnTo>
                  <a:lnTo>
                    <a:pt x="122086" y="368227"/>
                  </a:lnTo>
                  <a:lnTo>
                    <a:pt x="122317" y="368033"/>
                  </a:lnTo>
                  <a:lnTo>
                    <a:pt x="122609" y="368095"/>
                  </a:lnTo>
                  <a:lnTo>
                    <a:pt x="122835" y="368158"/>
                  </a:lnTo>
                  <a:lnTo>
                    <a:pt x="123061" y="368127"/>
                  </a:lnTo>
                  <a:lnTo>
                    <a:pt x="123299" y="367872"/>
                  </a:lnTo>
                  <a:lnTo>
                    <a:pt x="123485" y="367614"/>
                  </a:lnTo>
                  <a:lnTo>
                    <a:pt x="123708" y="367322"/>
                  </a:lnTo>
                  <a:lnTo>
                    <a:pt x="123854" y="367082"/>
                  </a:lnTo>
                  <a:lnTo>
                    <a:pt x="123931" y="366892"/>
                  </a:lnTo>
                  <a:lnTo>
                    <a:pt x="124124" y="366563"/>
                  </a:lnTo>
                  <a:lnTo>
                    <a:pt x="124471" y="366344"/>
                  </a:lnTo>
                  <a:lnTo>
                    <a:pt x="124460" y="366125"/>
                  </a:lnTo>
                  <a:lnTo>
                    <a:pt x="124080" y="365681"/>
                  </a:lnTo>
                  <a:lnTo>
                    <a:pt x="124321" y="365283"/>
                  </a:lnTo>
                  <a:lnTo>
                    <a:pt x="124591" y="365166"/>
                  </a:lnTo>
                  <a:lnTo>
                    <a:pt x="124594" y="364991"/>
                  </a:lnTo>
                  <a:lnTo>
                    <a:pt x="124473" y="364766"/>
                  </a:lnTo>
                  <a:lnTo>
                    <a:pt x="124495" y="364566"/>
                  </a:lnTo>
                  <a:lnTo>
                    <a:pt x="124546" y="364370"/>
                  </a:lnTo>
                  <a:lnTo>
                    <a:pt x="124668" y="364103"/>
                  </a:lnTo>
                  <a:lnTo>
                    <a:pt x="124668" y="363786"/>
                  </a:lnTo>
                  <a:lnTo>
                    <a:pt x="124644" y="363402"/>
                  </a:lnTo>
                  <a:lnTo>
                    <a:pt x="124686" y="363177"/>
                  </a:lnTo>
                  <a:lnTo>
                    <a:pt x="124690" y="362852"/>
                  </a:lnTo>
                  <a:lnTo>
                    <a:pt x="124789" y="362465"/>
                  </a:lnTo>
                  <a:lnTo>
                    <a:pt x="124840" y="362273"/>
                  </a:lnTo>
                  <a:lnTo>
                    <a:pt x="124942" y="362109"/>
                  </a:lnTo>
                  <a:lnTo>
                    <a:pt x="125285" y="361739"/>
                  </a:lnTo>
                  <a:lnTo>
                    <a:pt x="125410" y="361410"/>
                  </a:lnTo>
                  <a:lnTo>
                    <a:pt x="125523" y="361009"/>
                  </a:lnTo>
                  <a:lnTo>
                    <a:pt x="125630" y="360559"/>
                  </a:lnTo>
                  <a:lnTo>
                    <a:pt x="125747" y="360397"/>
                  </a:lnTo>
                  <a:lnTo>
                    <a:pt x="126023" y="360267"/>
                  </a:lnTo>
                  <a:lnTo>
                    <a:pt x="126416" y="360230"/>
                  </a:lnTo>
                  <a:lnTo>
                    <a:pt x="126765" y="360305"/>
                  </a:lnTo>
                  <a:lnTo>
                    <a:pt x="127095" y="360347"/>
                  </a:lnTo>
                  <a:lnTo>
                    <a:pt x="127220" y="360038"/>
                  </a:lnTo>
                  <a:lnTo>
                    <a:pt x="127246" y="359855"/>
                  </a:lnTo>
                  <a:lnTo>
                    <a:pt x="127657" y="359663"/>
                  </a:lnTo>
                  <a:lnTo>
                    <a:pt x="128098" y="359571"/>
                  </a:lnTo>
                  <a:lnTo>
                    <a:pt x="128469" y="359496"/>
                  </a:lnTo>
                  <a:lnTo>
                    <a:pt x="128759" y="359488"/>
                  </a:lnTo>
                  <a:lnTo>
                    <a:pt x="129097" y="359513"/>
                  </a:lnTo>
                  <a:lnTo>
                    <a:pt x="129183" y="359324"/>
                  </a:lnTo>
                  <a:lnTo>
                    <a:pt x="129241" y="359103"/>
                  </a:lnTo>
                  <a:lnTo>
                    <a:pt x="129234" y="358917"/>
                  </a:lnTo>
                  <a:lnTo>
                    <a:pt x="129309" y="358623"/>
                  </a:lnTo>
                  <a:lnTo>
                    <a:pt x="129411" y="358370"/>
                  </a:lnTo>
                  <a:lnTo>
                    <a:pt x="129673" y="358054"/>
                  </a:lnTo>
                  <a:lnTo>
                    <a:pt x="129899" y="357735"/>
                  </a:lnTo>
                  <a:lnTo>
                    <a:pt x="130031" y="357485"/>
                  </a:lnTo>
                  <a:lnTo>
                    <a:pt x="130395" y="357216"/>
                  </a:lnTo>
                  <a:lnTo>
                    <a:pt x="130577" y="357303"/>
                  </a:lnTo>
                  <a:lnTo>
                    <a:pt x="130802" y="357463"/>
                  </a:lnTo>
                  <a:lnTo>
                    <a:pt x="131014" y="357575"/>
                  </a:lnTo>
                  <a:lnTo>
                    <a:pt x="131315" y="357624"/>
                  </a:lnTo>
                  <a:lnTo>
                    <a:pt x="131643" y="357547"/>
                  </a:lnTo>
                  <a:lnTo>
                    <a:pt x="131943" y="357444"/>
                  </a:lnTo>
                  <a:lnTo>
                    <a:pt x="132538" y="357238"/>
                  </a:lnTo>
                  <a:lnTo>
                    <a:pt x="133020" y="356881"/>
                  </a:lnTo>
                  <a:lnTo>
                    <a:pt x="133287" y="356584"/>
                  </a:lnTo>
                  <a:lnTo>
                    <a:pt x="133549" y="356227"/>
                  </a:lnTo>
                  <a:lnTo>
                    <a:pt x="133860" y="355915"/>
                  </a:lnTo>
                  <a:lnTo>
                    <a:pt x="134270" y="355596"/>
                  </a:lnTo>
                  <a:lnTo>
                    <a:pt x="134590" y="355368"/>
                  </a:lnTo>
                  <a:lnTo>
                    <a:pt x="134962" y="355318"/>
                  </a:lnTo>
                  <a:lnTo>
                    <a:pt x="135090" y="355369"/>
                  </a:lnTo>
                  <a:lnTo>
                    <a:pt x="135325" y="355652"/>
                  </a:lnTo>
                  <a:lnTo>
                    <a:pt x="135485" y="355918"/>
                  </a:lnTo>
                  <a:lnTo>
                    <a:pt x="135642" y="356084"/>
                  </a:lnTo>
                  <a:lnTo>
                    <a:pt x="136066" y="355959"/>
                  </a:lnTo>
                  <a:lnTo>
                    <a:pt x="137008" y="355859"/>
                  </a:lnTo>
                  <a:lnTo>
                    <a:pt x="137922" y="355760"/>
                  </a:lnTo>
                  <a:lnTo>
                    <a:pt x="138323" y="355760"/>
                  </a:lnTo>
                  <a:lnTo>
                    <a:pt x="138834" y="355975"/>
                  </a:lnTo>
                  <a:lnTo>
                    <a:pt x="139098" y="356164"/>
                  </a:lnTo>
                  <a:lnTo>
                    <a:pt x="139201" y="356300"/>
                  </a:lnTo>
                  <a:lnTo>
                    <a:pt x="139201" y="356463"/>
                  </a:lnTo>
                  <a:lnTo>
                    <a:pt x="139110" y="356691"/>
                  </a:lnTo>
                  <a:lnTo>
                    <a:pt x="139087" y="356828"/>
                  </a:lnTo>
                  <a:lnTo>
                    <a:pt x="139121" y="356965"/>
                  </a:lnTo>
                  <a:lnTo>
                    <a:pt x="139270" y="357082"/>
                  </a:lnTo>
                  <a:lnTo>
                    <a:pt x="139586" y="357154"/>
                  </a:lnTo>
                  <a:lnTo>
                    <a:pt x="139942" y="357180"/>
                  </a:lnTo>
                  <a:lnTo>
                    <a:pt x="140123" y="357408"/>
                  </a:lnTo>
                  <a:lnTo>
                    <a:pt x="140407" y="357547"/>
                  </a:lnTo>
                  <a:lnTo>
                    <a:pt x="140810" y="357676"/>
                  </a:lnTo>
                  <a:lnTo>
                    <a:pt x="141111" y="357874"/>
                  </a:lnTo>
                  <a:lnTo>
                    <a:pt x="141382" y="358093"/>
                  </a:lnTo>
                  <a:lnTo>
                    <a:pt x="141562" y="358093"/>
                  </a:lnTo>
                  <a:lnTo>
                    <a:pt x="142111" y="357962"/>
                  </a:lnTo>
                  <a:lnTo>
                    <a:pt x="142237" y="357831"/>
                  </a:lnTo>
                  <a:lnTo>
                    <a:pt x="142415" y="357623"/>
                  </a:lnTo>
                  <a:lnTo>
                    <a:pt x="142994" y="357604"/>
                  </a:lnTo>
                  <a:lnTo>
                    <a:pt x="143155" y="357532"/>
                  </a:lnTo>
                  <a:lnTo>
                    <a:pt x="143505" y="357369"/>
                  </a:lnTo>
                  <a:lnTo>
                    <a:pt x="143804" y="357323"/>
                  </a:lnTo>
                  <a:lnTo>
                    <a:pt x="144027" y="357357"/>
                  </a:lnTo>
                  <a:lnTo>
                    <a:pt x="144378" y="357362"/>
                  </a:lnTo>
                  <a:lnTo>
                    <a:pt x="144561" y="357401"/>
                  </a:lnTo>
                  <a:lnTo>
                    <a:pt x="144728" y="357688"/>
                  </a:lnTo>
                  <a:lnTo>
                    <a:pt x="144889" y="357734"/>
                  </a:lnTo>
                  <a:lnTo>
                    <a:pt x="145233" y="357857"/>
                  </a:lnTo>
                  <a:lnTo>
                    <a:pt x="145262" y="358014"/>
                  </a:lnTo>
                  <a:lnTo>
                    <a:pt x="145416" y="358274"/>
                  </a:lnTo>
                  <a:lnTo>
                    <a:pt x="145571" y="358294"/>
                  </a:lnTo>
                  <a:lnTo>
                    <a:pt x="146145" y="358353"/>
                  </a:lnTo>
                  <a:lnTo>
                    <a:pt x="146685" y="358196"/>
                  </a:lnTo>
                  <a:lnTo>
                    <a:pt x="147184" y="357831"/>
                  </a:lnTo>
                  <a:lnTo>
                    <a:pt x="147586" y="357499"/>
                  </a:lnTo>
                  <a:lnTo>
                    <a:pt x="148183" y="357297"/>
                  </a:lnTo>
                  <a:lnTo>
                    <a:pt x="148745" y="357063"/>
                  </a:lnTo>
                  <a:lnTo>
                    <a:pt x="148878" y="356694"/>
                  </a:lnTo>
                  <a:lnTo>
                    <a:pt x="149009" y="356576"/>
                  </a:lnTo>
                  <a:lnTo>
                    <a:pt x="149347" y="356818"/>
                  </a:lnTo>
                  <a:lnTo>
                    <a:pt x="149763" y="356808"/>
                  </a:lnTo>
                  <a:lnTo>
                    <a:pt x="149840" y="357072"/>
                  </a:lnTo>
                  <a:lnTo>
                    <a:pt x="150030" y="357186"/>
                  </a:lnTo>
                  <a:lnTo>
                    <a:pt x="150456" y="356995"/>
                  </a:lnTo>
                  <a:lnTo>
                    <a:pt x="150950" y="357068"/>
                  </a:lnTo>
                  <a:lnTo>
                    <a:pt x="151029" y="357226"/>
                  </a:lnTo>
                  <a:lnTo>
                    <a:pt x="151241" y="357330"/>
                  </a:lnTo>
                  <a:lnTo>
                    <a:pt x="151465" y="357375"/>
                  </a:lnTo>
                  <a:lnTo>
                    <a:pt x="151850" y="357597"/>
                  </a:lnTo>
                  <a:lnTo>
                    <a:pt x="152177" y="357584"/>
                  </a:lnTo>
                  <a:lnTo>
                    <a:pt x="152733" y="357506"/>
                  </a:lnTo>
                  <a:lnTo>
                    <a:pt x="153112" y="357629"/>
                  </a:lnTo>
                  <a:lnTo>
                    <a:pt x="153106" y="357812"/>
                  </a:lnTo>
                  <a:lnTo>
                    <a:pt x="153049" y="358027"/>
                  </a:lnTo>
                  <a:lnTo>
                    <a:pt x="152997" y="358229"/>
                  </a:lnTo>
                  <a:lnTo>
                    <a:pt x="153032" y="358555"/>
                  </a:lnTo>
                  <a:lnTo>
                    <a:pt x="153233" y="358672"/>
                  </a:lnTo>
                  <a:lnTo>
                    <a:pt x="153824" y="358730"/>
                  </a:lnTo>
                  <a:lnTo>
                    <a:pt x="154307" y="358584"/>
                  </a:lnTo>
                  <a:lnTo>
                    <a:pt x="154580" y="358533"/>
                  </a:lnTo>
                  <a:lnTo>
                    <a:pt x="155241" y="358353"/>
                  </a:lnTo>
                  <a:lnTo>
                    <a:pt x="155421" y="358353"/>
                  </a:lnTo>
                  <a:lnTo>
                    <a:pt x="155549" y="358324"/>
                  </a:lnTo>
                  <a:lnTo>
                    <a:pt x="155685" y="358433"/>
                  </a:lnTo>
                  <a:lnTo>
                    <a:pt x="155913" y="358554"/>
                  </a:lnTo>
                  <a:lnTo>
                    <a:pt x="156295" y="358420"/>
                  </a:lnTo>
                  <a:lnTo>
                    <a:pt x="156508" y="358416"/>
                  </a:lnTo>
                  <a:lnTo>
                    <a:pt x="156794" y="358536"/>
                  </a:lnTo>
                  <a:lnTo>
                    <a:pt x="157073" y="358549"/>
                  </a:lnTo>
                  <a:lnTo>
                    <a:pt x="157319" y="358524"/>
                  </a:lnTo>
                  <a:lnTo>
                    <a:pt x="157635" y="358404"/>
                  </a:lnTo>
                  <a:lnTo>
                    <a:pt x="158069" y="358283"/>
                  </a:lnTo>
                  <a:lnTo>
                    <a:pt x="158579" y="358150"/>
                  </a:lnTo>
                  <a:lnTo>
                    <a:pt x="159057" y="358103"/>
                  </a:lnTo>
                  <a:lnTo>
                    <a:pt x="159582" y="357957"/>
                  </a:lnTo>
                  <a:lnTo>
                    <a:pt x="159909" y="357820"/>
                  </a:lnTo>
                  <a:lnTo>
                    <a:pt x="160173" y="357878"/>
                  </a:lnTo>
                  <a:lnTo>
                    <a:pt x="160482" y="358070"/>
                  </a:lnTo>
                  <a:lnTo>
                    <a:pt x="161000" y="358170"/>
                  </a:lnTo>
                  <a:lnTo>
                    <a:pt x="161635" y="358124"/>
                  </a:lnTo>
                  <a:lnTo>
                    <a:pt x="162138" y="357874"/>
                  </a:lnTo>
                  <a:lnTo>
                    <a:pt x="162469" y="357803"/>
                  </a:lnTo>
                  <a:lnTo>
                    <a:pt x="162821" y="357774"/>
                  </a:lnTo>
                  <a:lnTo>
                    <a:pt x="163009" y="357691"/>
                  </a:lnTo>
                  <a:lnTo>
                    <a:pt x="163108" y="357561"/>
                  </a:lnTo>
                  <a:lnTo>
                    <a:pt x="163174" y="357420"/>
                  </a:lnTo>
                  <a:lnTo>
                    <a:pt x="163431" y="357107"/>
                  </a:lnTo>
                  <a:lnTo>
                    <a:pt x="164114" y="357528"/>
                  </a:lnTo>
                  <a:lnTo>
                    <a:pt x="164382" y="357603"/>
                  </a:lnTo>
                  <a:lnTo>
                    <a:pt x="164569" y="357603"/>
                  </a:lnTo>
                  <a:lnTo>
                    <a:pt x="164781" y="357505"/>
                  </a:lnTo>
                  <a:lnTo>
                    <a:pt x="164922" y="357332"/>
                  </a:lnTo>
                  <a:lnTo>
                    <a:pt x="165091" y="357044"/>
                  </a:lnTo>
                  <a:lnTo>
                    <a:pt x="165238" y="356690"/>
                  </a:lnTo>
                  <a:lnTo>
                    <a:pt x="165491" y="356381"/>
                  </a:lnTo>
                  <a:lnTo>
                    <a:pt x="165719" y="356336"/>
                  </a:lnTo>
                  <a:lnTo>
                    <a:pt x="166130" y="356444"/>
                  </a:lnTo>
                  <a:lnTo>
                    <a:pt x="166664" y="356252"/>
                  </a:lnTo>
                  <a:lnTo>
                    <a:pt x="166774" y="356064"/>
                  </a:lnTo>
                  <a:lnTo>
                    <a:pt x="166741" y="355771"/>
                  </a:lnTo>
                  <a:lnTo>
                    <a:pt x="166675" y="355633"/>
                  </a:lnTo>
                  <a:lnTo>
                    <a:pt x="166465" y="355402"/>
                  </a:lnTo>
                  <a:lnTo>
                    <a:pt x="166250" y="355151"/>
                  </a:lnTo>
                  <a:lnTo>
                    <a:pt x="166074" y="354789"/>
                  </a:lnTo>
                  <a:lnTo>
                    <a:pt x="165942" y="354288"/>
                  </a:lnTo>
                  <a:lnTo>
                    <a:pt x="165854" y="354026"/>
                  </a:lnTo>
                  <a:lnTo>
                    <a:pt x="165876" y="353673"/>
                  </a:lnTo>
                  <a:lnTo>
                    <a:pt x="165978" y="353533"/>
                  </a:lnTo>
                  <a:lnTo>
                    <a:pt x="166018" y="353299"/>
                  </a:lnTo>
                  <a:lnTo>
                    <a:pt x="166040" y="353171"/>
                  </a:lnTo>
                  <a:lnTo>
                    <a:pt x="166126" y="352997"/>
                  </a:lnTo>
                  <a:lnTo>
                    <a:pt x="166303" y="352685"/>
                  </a:lnTo>
                  <a:lnTo>
                    <a:pt x="166463" y="352490"/>
                  </a:lnTo>
                  <a:lnTo>
                    <a:pt x="166581" y="352282"/>
                  </a:lnTo>
                  <a:lnTo>
                    <a:pt x="167136" y="351852"/>
                  </a:lnTo>
                  <a:lnTo>
                    <a:pt x="167379" y="351703"/>
                  </a:lnTo>
                  <a:lnTo>
                    <a:pt x="167536" y="351665"/>
                  </a:lnTo>
                  <a:lnTo>
                    <a:pt x="168152" y="351379"/>
                  </a:lnTo>
                  <a:lnTo>
                    <a:pt x="168741" y="351119"/>
                  </a:lnTo>
                  <a:lnTo>
                    <a:pt x="169020" y="350875"/>
                  </a:lnTo>
                  <a:lnTo>
                    <a:pt x="169123" y="350739"/>
                  </a:lnTo>
                  <a:lnTo>
                    <a:pt x="169439" y="350588"/>
                  </a:lnTo>
                  <a:lnTo>
                    <a:pt x="169650" y="350488"/>
                  </a:lnTo>
                  <a:lnTo>
                    <a:pt x="169797" y="350418"/>
                  </a:lnTo>
                  <a:lnTo>
                    <a:pt x="169973" y="350417"/>
                  </a:lnTo>
                  <a:lnTo>
                    <a:pt x="170433" y="350302"/>
                  </a:lnTo>
                  <a:lnTo>
                    <a:pt x="170678" y="350246"/>
                  </a:lnTo>
                  <a:lnTo>
                    <a:pt x="171999" y="350157"/>
                  </a:lnTo>
                  <a:lnTo>
                    <a:pt x="172199" y="350203"/>
                  </a:lnTo>
                  <a:lnTo>
                    <a:pt x="172465" y="350319"/>
                  </a:lnTo>
                  <a:lnTo>
                    <a:pt x="172734" y="350289"/>
                  </a:lnTo>
                  <a:lnTo>
                    <a:pt x="172903" y="350232"/>
                  </a:lnTo>
                  <a:lnTo>
                    <a:pt x="173325" y="350137"/>
                  </a:lnTo>
                  <a:lnTo>
                    <a:pt x="173780" y="350098"/>
                  </a:lnTo>
                  <a:lnTo>
                    <a:pt x="173915" y="350121"/>
                  </a:lnTo>
                  <a:lnTo>
                    <a:pt x="174169" y="350089"/>
                  </a:lnTo>
                  <a:lnTo>
                    <a:pt x="174637" y="349935"/>
                  </a:lnTo>
                  <a:lnTo>
                    <a:pt x="175262" y="349810"/>
                  </a:lnTo>
                  <a:lnTo>
                    <a:pt x="176150" y="349292"/>
                  </a:lnTo>
                  <a:lnTo>
                    <a:pt x="176503" y="349134"/>
                  </a:lnTo>
                  <a:lnTo>
                    <a:pt x="176914" y="348957"/>
                  </a:lnTo>
                  <a:lnTo>
                    <a:pt x="177438" y="348961"/>
                  </a:lnTo>
                  <a:lnTo>
                    <a:pt x="177662" y="348961"/>
                  </a:lnTo>
                  <a:lnTo>
                    <a:pt x="177911" y="348861"/>
                  </a:lnTo>
                  <a:lnTo>
                    <a:pt x="178157" y="348757"/>
                  </a:lnTo>
                  <a:lnTo>
                    <a:pt x="178636" y="348265"/>
                  </a:lnTo>
                  <a:lnTo>
                    <a:pt x="178698" y="348043"/>
                  </a:lnTo>
                  <a:lnTo>
                    <a:pt x="178753" y="347639"/>
                  </a:lnTo>
                  <a:lnTo>
                    <a:pt x="178791" y="347396"/>
                  </a:lnTo>
                  <a:lnTo>
                    <a:pt x="179094" y="345395"/>
                  </a:lnTo>
                  <a:lnTo>
                    <a:pt x="179149" y="344870"/>
                  </a:lnTo>
                  <a:lnTo>
                    <a:pt x="179231" y="344632"/>
                  </a:lnTo>
                  <a:lnTo>
                    <a:pt x="179639" y="344088"/>
                  </a:lnTo>
                  <a:lnTo>
                    <a:pt x="179766" y="343863"/>
                  </a:lnTo>
                  <a:lnTo>
                    <a:pt x="179791" y="343709"/>
                  </a:lnTo>
                  <a:lnTo>
                    <a:pt x="179595" y="343131"/>
                  </a:lnTo>
                  <a:lnTo>
                    <a:pt x="179551" y="342943"/>
                  </a:lnTo>
                  <a:lnTo>
                    <a:pt x="179501" y="342618"/>
                  </a:lnTo>
                  <a:lnTo>
                    <a:pt x="179567" y="342174"/>
                  </a:lnTo>
                  <a:lnTo>
                    <a:pt x="179738" y="341899"/>
                  </a:lnTo>
                  <a:lnTo>
                    <a:pt x="180399" y="341580"/>
                  </a:lnTo>
                  <a:lnTo>
                    <a:pt x="181562" y="341292"/>
                  </a:lnTo>
                  <a:lnTo>
                    <a:pt x="182366" y="341098"/>
                  </a:lnTo>
                  <a:lnTo>
                    <a:pt x="182750" y="341105"/>
                  </a:lnTo>
                  <a:lnTo>
                    <a:pt x="183892" y="341286"/>
                  </a:lnTo>
                  <a:lnTo>
                    <a:pt x="184355" y="341467"/>
                  </a:lnTo>
                  <a:lnTo>
                    <a:pt x="184674" y="341361"/>
                  </a:lnTo>
                  <a:lnTo>
                    <a:pt x="184917" y="341261"/>
                  </a:lnTo>
                  <a:lnTo>
                    <a:pt x="185198" y="341261"/>
                  </a:lnTo>
                  <a:lnTo>
                    <a:pt x="185352" y="341305"/>
                  </a:lnTo>
                  <a:lnTo>
                    <a:pt x="185644" y="341236"/>
                  </a:lnTo>
                  <a:lnTo>
                    <a:pt x="185798" y="341361"/>
                  </a:lnTo>
                  <a:lnTo>
                    <a:pt x="186018" y="341574"/>
                  </a:lnTo>
                  <a:lnTo>
                    <a:pt x="186178" y="341574"/>
                  </a:lnTo>
                  <a:lnTo>
                    <a:pt x="186400" y="341411"/>
                  </a:lnTo>
                  <a:lnTo>
                    <a:pt x="186702" y="341123"/>
                  </a:lnTo>
                  <a:lnTo>
                    <a:pt x="186999" y="341111"/>
                  </a:lnTo>
                  <a:lnTo>
                    <a:pt x="187578" y="341249"/>
                  </a:lnTo>
                  <a:lnTo>
                    <a:pt x="187930" y="341267"/>
                  </a:lnTo>
                  <a:lnTo>
                    <a:pt x="188327" y="341267"/>
                  </a:lnTo>
                  <a:lnTo>
                    <a:pt x="188564" y="341105"/>
                  </a:lnTo>
                  <a:lnTo>
                    <a:pt x="188641" y="340898"/>
                  </a:lnTo>
                  <a:lnTo>
                    <a:pt x="188646" y="340642"/>
                  </a:lnTo>
                  <a:lnTo>
                    <a:pt x="188878" y="340553"/>
                  </a:lnTo>
                  <a:lnTo>
                    <a:pt x="189607" y="340413"/>
                  </a:lnTo>
                  <a:lnTo>
                    <a:pt x="189976" y="340434"/>
                  </a:lnTo>
                  <a:lnTo>
                    <a:pt x="190161" y="340462"/>
                  </a:lnTo>
                  <a:lnTo>
                    <a:pt x="190734" y="340452"/>
                  </a:lnTo>
                  <a:lnTo>
                    <a:pt x="190991" y="340418"/>
                  </a:lnTo>
                  <a:lnTo>
                    <a:pt x="191307" y="340214"/>
                  </a:lnTo>
                  <a:lnTo>
                    <a:pt x="191744" y="339956"/>
                  </a:lnTo>
                  <a:lnTo>
                    <a:pt x="192236" y="339872"/>
                  </a:lnTo>
                  <a:lnTo>
                    <a:pt x="193055" y="339580"/>
                  </a:lnTo>
                  <a:lnTo>
                    <a:pt x="193610" y="339230"/>
                  </a:lnTo>
                  <a:lnTo>
                    <a:pt x="193981" y="339022"/>
                  </a:lnTo>
                  <a:lnTo>
                    <a:pt x="194148" y="338730"/>
                  </a:lnTo>
                  <a:lnTo>
                    <a:pt x="194491" y="338225"/>
                  </a:lnTo>
                  <a:lnTo>
                    <a:pt x="194976" y="337792"/>
                  </a:lnTo>
                  <a:lnTo>
                    <a:pt x="195354" y="337509"/>
                  </a:lnTo>
                  <a:lnTo>
                    <a:pt x="195666" y="337421"/>
                  </a:lnTo>
                  <a:lnTo>
                    <a:pt x="195960" y="337454"/>
                  </a:lnTo>
                  <a:lnTo>
                    <a:pt x="196092" y="337654"/>
                  </a:lnTo>
                  <a:lnTo>
                    <a:pt x="196243" y="337796"/>
                  </a:lnTo>
                  <a:lnTo>
                    <a:pt x="196504" y="337896"/>
                  </a:lnTo>
                  <a:lnTo>
                    <a:pt x="196754" y="337892"/>
                  </a:lnTo>
                  <a:lnTo>
                    <a:pt x="197033" y="337742"/>
                  </a:lnTo>
                  <a:lnTo>
                    <a:pt x="197315" y="337633"/>
                  </a:lnTo>
                  <a:lnTo>
                    <a:pt x="197587" y="337587"/>
                  </a:lnTo>
                  <a:lnTo>
                    <a:pt x="197955" y="337692"/>
                  </a:lnTo>
                  <a:lnTo>
                    <a:pt x="198616" y="337846"/>
                  </a:lnTo>
                  <a:lnTo>
                    <a:pt x="198718" y="337467"/>
                  </a:lnTo>
                  <a:lnTo>
                    <a:pt x="199049" y="336979"/>
                  </a:lnTo>
                  <a:lnTo>
                    <a:pt x="199405" y="336629"/>
                  </a:lnTo>
                  <a:lnTo>
                    <a:pt x="199897" y="336245"/>
                  </a:lnTo>
                  <a:lnTo>
                    <a:pt x="200386" y="335957"/>
                  </a:lnTo>
                  <a:lnTo>
                    <a:pt x="200573" y="335816"/>
                  </a:lnTo>
                  <a:lnTo>
                    <a:pt x="200658" y="335682"/>
                  </a:lnTo>
                  <a:lnTo>
                    <a:pt x="200672" y="335536"/>
                  </a:lnTo>
                  <a:lnTo>
                    <a:pt x="200533" y="335244"/>
                  </a:lnTo>
                  <a:lnTo>
                    <a:pt x="200345" y="334852"/>
                  </a:lnTo>
                  <a:lnTo>
                    <a:pt x="200364" y="334706"/>
                  </a:lnTo>
                  <a:lnTo>
                    <a:pt x="200742" y="334390"/>
                  </a:lnTo>
                  <a:lnTo>
                    <a:pt x="201043" y="334356"/>
                  </a:lnTo>
                  <a:lnTo>
                    <a:pt x="201546" y="334214"/>
                  </a:lnTo>
                  <a:lnTo>
                    <a:pt x="202347" y="334052"/>
                  </a:lnTo>
                  <a:lnTo>
                    <a:pt x="203030" y="333985"/>
                  </a:lnTo>
                  <a:lnTo>
                    <a:pt x="203574" y="333985"/>
                  </a:lnTo>
                  <a:lnTo>
                    <a:pt x="203779" y="333906"/>
                  </a:lnTo>
                  <a:lnTo>
                    <a:pt x="203993" y="333848"/>
                  </a:lnTo>
                  <a:lnTo>
                    <a:pt x="204195" y="333656"/>
                  </a:lnTo>
                  <a:lnTo>
                    <a:pt x="204443" y="333701"/>
                  </a:lnTo>
                  <a:lnTo>
                    <a:pt x="204654" y="333906"/>
                  </a:lnTo>
                  <a:lnTo>
                    <a:pt x="204804" y="333952"/>
                  </a:lnTo>
                  <a:lnTo>
                    <a:pt x="205061" y="333868"/>
                  </a:lnTo>
                  <a:lnTo>
                    <a:pt x="205557" y="333560"/>
                  </a:lnTo>
                  <a:lnTo>
                    <a:pt x="206248" y="333185"/>
                  </a:lnTo>
                  <a:lnTo>
                    <a:pt x="206339" y="332922"/>
                  </a:lnTo>
                  <a:lnTo>
                    <a:pt x="206365" y="332759"/>
                  </a:lnTo>
                  <a:lnTo>
                    <a:pt x="206608" y="332513"/>
                  </a:lnTo>
                  <a:lnTo>
                    <a:pt x="206909" y="332463"/>
                  </a:lnTo>
                  <a:lnTo>
                    <a:pt x="207111" y="332463"/>
                  </a:lnTo>
                  <a:lnTo>
                    <a:pt x="207265" y="332543"/>
                  </a:lnTo>
                  <a:lnTo>
                    <a:pt x="207485" y="332505"/>
                  </a:lnTo>
                  <a:lnTo>
                    <a:pt x="207955" y="332188"/>
                  </a:lnTo>
                  <a:lnTo>
                    <a:pt x="208572" y="331700"/>
                  </a:lnTo>
                  <a:lnTo>
                    <a:pt x="208843" y="331336"/>
                  </a:lnTo>
                  <a:lnTo>
                    <a:pt x="209050" y="331242"/>
                  </a:lnTo>
                  <a:lnTo>
                    <a:pt x="209443" y="330616"/>
                  </a:lnTo>
                  <a:lnTo>
                    <a:pt x="209590" y="330595"/>
                  </a:lnTo>
                  <a:lnTo>
                    <a:pt x="209748" y="330595"/>
                  </a:lnTo>
                  <a:lnTo>
                    <a:pt x="209891" y="330537"/>
                  </a:lnTo>
                  <a:lnTo>
                    <a:pt x="209942" y="330395"/>
                  </a:lnTo>
                  <a:lnTo>
                    <a:pt x="210011" y="330258"/>
                  </a:lnTo>
                  <a:lnTo>
                    <a:pt x="210266" y="330024"/>
                  </a:lnTo>
                  <a:lnTo>
                    <a:pt x="210640" y="329874"/>
                  </a:lnTo>
                  <a:lnTo>
                    <a:pt x="210930" y="329816"/>
                  </a:lnTo>
                  <a:lnTo>
                    <a:pt x="211415" y="329645"/>
                  </a:lnTo>
                  <a:lnTo>
                    <a:pt x="211757" y="329457"/>
                  </a:lnTo>
                  <a:lnTo>
                    <a:pt x="211951" y="329407"/>
                  </a:lnTo>
                  <a:lnTo>
                    <a:pt x="212414" y="329578"/>
                  </a:lnTo>
                  <a:lnTo>
                    <a:pt x="212664" y="329662"/>
                  </a:lnTo>
                  <a:lnTo>
                    <a:pt x="212870" y="329707"/>
                  </a:lnTo>
                  <a:lnTo>
                    <a:pt x="213031" y="329703"/>
                  </a:lnTo>
                  <a:lnTo>
                    <a:pt x="213243" y="329550"/>
                  </a:lnTo>
                  <a:lnTo>
                    <a:pt x="213398" y="329120"/>
                  </a:lnTo>
                  <a:lnTo>
                    <a:pt x="213510" y="328824"/>
                  </a:lnTo>
                  <a:lnTo>
                    <a:pt x="213663" y="328698"/>
                  </a:lnTo>
                  <a:lnTo>
                    <a:pt x="213854" y="328619"/>
                  </a:lnTo>
                  <a:lnTo>
                    <a:pt x="214298" y="328469"/>
                  </a:lnTo>
                  <a:lnTo>
                    <a:pt x="214761" y="328327"/>
                  </a:lnTo>
                  <a:lnTo>
                    <a:pt x="215684" y="328120"/>
                  </a:lnTo>
                  <a:lnTo>
                    <a:pt x="215915" y="328047"/>
                  </a:lnTo>
                  <a:lnTo>
                    <a:pt x="216203" y="327907"/>
                  </a:lnTo>
                  <a:lnTo>
                    <a:pt x="216682" y="327587"/>
                  </a:lnTo>
                  <a:lnTo>
                    <a:pt x="216749" y="327396"/>
                  </a:lnTo>
                  <a:lnTo>
                    <a:pt x="216956" y="326980"/>
                  </a:lnTo>
                  <a:lnTo>
                    <a:pt x="217429" y="326742"/>
                  </a:lnTo>
                  <a:lnTo>
                    <a:pt x="218132" y="326727"/>
                  </a:lnTo>
                  <a:lnTo>
                    <a:pt x="218955" y="326705"/>
                  </a:lnTo>
                  <a:lnTo>
                    <a:pt x="219553" y="326786"/>
                  </a:lnTo>
                  <a:lnTo>
                    <a:pt x="220016" y="326783"/>
                  </a:lnTo>
                  <a:lnTo>
                    <a:pt x="220322" y="326680"/>
                  </a:lnTo>
                  <a:lnTo>
                    <a:pt x="220754" y="326426"/>
                  </a:lnTo>
                  <a:lnTo>
                    <a:pt x="221138" y="326176"/>
                  </a:lnTo>
                  <a:lnTo>
                    <a:pt x="221299" y="325971"/>
                  </a:lnTo>
                  <a:lnTo>
                    <a:pt x="221811" y="325345"/>
                  </a:lnTo>
                  <a:lnTo>
                    <a:pt x="222023" y="325158"/>
                  </a:lnTo>
                  <a:lnTo>
                    <a:pt x="222597" y="324796"/>
                  </a:lnTo>
                  <a:lnTo>
                    <a:pt x="222619" y="324668"/>
                  </a:lnTo>
                  <a:lnTo>
                    <a:pt x="222587" y="324470"/>
                  </a:lnTo>
                  <a:lnTo>
                    <a:pt x="222576" y="324256"/>
                  </a:lnTo>
                  <a:lnTo>
                    <a:pt x="222753" y="324181"/>
                  </a:lnTo>
                  <a:lnTo>
                    <a:pt x="223292" y="323962"/>
                  </a:lnTo>
                  <a:lnTo>
                    <a:pt x="223785" y="323649"/>
                  </a:lnTo>
                  <a:lnTo>
                    <a:pt x="224212" y="323454"/>
                  </a:lnTo>
                  <a:lnTo>
                    <a:pt x="224483" y="323203"/>
                  </a:lnTo>
                  <a:lnTo>
                    <a:pt x="224722" y="322979"/>
                  </a:lnTo>
                  <a:lnTo>
                    <a:pt x="224899" y="323042"/>
                  </a:lnTo>
                  <a:lnTo>
                    <a:pt x="225020" y="323214"/>
                  </a:lnTo>
                  <a:lnTo>
                    <a:pt x="225330" y="323410"/>
                  </a:lnTo>
                  <a:lnTo>
                    <a:pt x="225484" y="323573"/>
                  </a:lnTo>
                  <a:lnTo>
                    <a:pt x="225695" y="323719"/>
                  </a:lnTo>
                  <a:lnTo>
                    <a:pt x="225886" y="323732"/>
                  </a:lnTo>
                  <a:lnTo>
                    <a:pt x="226122" y="323412"/>
                  </a:lnTo>
                  <a:lnTo>
                    <a:pt x="226288" y="323175"/>
                  </a:lnTo>
                  <a:lnTo>
                    <a:pt x="226795" y="322786"/>
                  </a:lnTo>
                  <a:lnTo>
                    <a:pt x="227222" y="322403"/>
                  </a:lnTo>
                  <a:lnTo>
                    <a:pt x="227741" y="321968"/>
                  </a:lnTo>
                  <a:lnTo>
                    <a:pt x="228145" y="321749"/>
                  </a:lnTo>
                  <a:lnTo>
                    <a:pt x="228693" y="321676"/>
                  </a:lnTo>
                  <a:lnTo>
                    <a:pt x="229205" y="321499"/>
                  </a:lnTo>
                  <a:lnTo>
                    <a:pt x="229712" y="321343"/>
                  </a:lnTo>
                  <a:lnTo>
                    <a:pt x="230103" y="321238"/>
                  </a:lnTo>
                  <a:lnTo>
                    <a:pt x="230417" y="321314"/>
                  </a:lnTo>
                  <a:lnTo>
                    <a:pt x="230663" y="321367"/>
                  </a:lnTo>
                  <a:lnTo>
                    <a:pt x="230809" y="321490"/>
                  </a:lnTo>
                  <a:lnTo>
                    <a:pt x="230991" y="321790"/>
                  </a:lnTo>
                  <a:lnTo>
                    <a:pt x="231322" y="321852"/>
                  </a:lnTo>
                  <a:lnTo>
                    <a:pt x="231802" y="321920"/>
                  </a:lnTo>
                  <a:lnTo>
                    <a:pt x="232642" y="321917"/>
                  </a:lnTo>
                  <a:lnTo>
                    <a:pt x="233290" y="321932"/>
                  </a:lnTo>
                  <a:lnTo>
                    <a:pt x="234010" y="321730"/>
                  </a:lnTo>
                  <a:lnTo>
                    <a:pt x="234647" y="321512"/>
                  </a:lnTo>
                  <a:lnTo>
                    <a:pt x="235333" y="321232"/>
                  </a:lnTo>
                  <a:lnTo>
                    <a:pt x="235580" y="321115"/>
                  </a:lnTo>
                  <a:lnTo>
                    <a:pt x="235848" y="320917"/>
                  </a:lnTo>
                  <a:lnTo>
                    <a:pt x="235917" y="320777"/>
                  </a:lnTo>
                  <a:lnTo>
                    <a:pt x="236192" y="320294"/>
                  </a:lnTo>
                  <a:lnTo>
                    <a:pt x="236600" y="319819"/>
                  </a:lnTo>
                  <a:lnTo>
                    <a:pt x="236919" y="319626"/>
                  </a:lnTo>
                  <a:lnTo>
                    <a:pt x="237505" y="319588"/>
                  </a:lnTo>
                  <a:lnTo>
                    <a:pt x="238400" y="319533"/>
                  </a:lnTo>
                  <a:lnTo>
                    <a:pt x="239022" y="319423"/>
                  </a:lnTo>
                  <a:lnTo>
                    <a:pt x="239462" y="319310"/>
                  </a:lnTo>
                  <a:lnTo>
                    <a:pt x="239943" y="319176"/>
                  </a:lnTo>
                  <a:lnTo>
                    <a:pt x="240573" y="319048"/>
                  </a:lnTo>
                  <a:lnTo>
                    <a:pt x="240941" y="319106"/>
                  </a:lnTo>
                  <a:lnTo>
                    <a:pt x="241366" y="319197"/>
                  </a:lnTo>
                  <a:lnTo>
                    <a:pt x="242014" y="319296"/>
                  </a:lnTo>
                  <a:lnTo>
                    <a:pt x="242278" y="318906"/>
                  </a:lnTo>
                  <a:lnTo>
                    <a:pt x="242606" y="318537"/>
                  </a:lnTo>
                  <a:lnTo>
                    <a:pt x="242867" y="318206"/>
                  </a:lnTo>
                  <a:lnTo>
                    <a:pt x="243038" y="317893"/>
                  </a:lnTo>
                  <a:lnTo>
                    <a:pt x="243153" y="317551"/>
                  </a:lnTo>
                  <a:lnTo>
                    <a:pt x="243258" y="317343"/>
                  </a:lnTo>
                  <a:lnTo>
                    <a:pt x="243333" y="316952"/>
                  </a:lnTo>
                  <a:lnTo>
                    <a:pt x="243363" y="316673"/>
                  </a:lnTo>
                  <a:lnTo>
                    <a:pt x="243505" y="316473"/>
                  </a:lnTo>
                  <a:lnTo>
                    <a:pt x="243955" y="316179"/>
                  </a:lnTo>
                  <a:lnTo>
                    <a:pt x="244377" y="315917"/>
                  </a:lnTo>
                  <a:lnTo>
                    <a:pt x="244903" y="315551"/>
                  </a:lnTo>
                  <a:lnTo>
                    <a:pt x="245010" y="315419"/>
                  </a:lnTo>
                  <a:lnTo>
                    <a:pt x="245109" y="315251"/>
                  </a:lnTo>
                  <a:lnTo>
                    <a:pt x="244974" y="314860"/>
                  </a:lnTo>
                  <a:lnTo>
                    <a:pt x="244922" y="314534"/>
                  </a:lnTo>
                  <a:lnTo>
                    <a:pt x="244936" y="314187"/>
                  </a:lnTo>
                  <a:lnTo>
                    <a:pt x="244972" y="314040"/>
                  </a:lnTo>
                  <a:lnTo>
                    <a:pt x="245123" y="313884"/>
                  </a:lnTo>
                  <a:lnTo>
                    <a:pt x="245465" y="313653"/>
                  </a:lnTo>
                  <a:lnTo>
                    <a:pt x="245925" y="313474"/>
                  </a:lnTo>
                  <a:lnTo>
                    <a:pt x="246064" y="313392"/>
                  </a:lnTo>
                  <a:lnTo>
                    <a:pt x="246498" y="313227"/>
                  </a:lnTo>
                  <a:lnTo>
                    <a:pt x="247005" y="312990"/>
                  </a:lnTo>
                  <a:lnTo>
                    <a:pt x="247511" y="312793"/>
                  </a:lnTo>
                  <a:lnTo>
                    <a:pt x="247900" y="312780"/>
                  </a:lnTo>
                  <a:lnTo>
                    <a:pt x="248390" y="312780"/>
                  </a:lnTo>
                  <a:lnTo>
                    <a:pt x="248856" y="312761"/>
                  </a:lnTo>
                  <a:lnTo>
                    <a:pt x="249343" y="312852"/>
                  </a:lnTo>
                  <a:lnTo>
                    <a:pt x="249773" y="312849"/>
                  </a:lnTo>
                  <a:lnTo>
                    <a:pt x="250170" y="312830"/>
                  </a:lnTo>
                  <a:lnTo>
                    <a:pt x="250376" y="312829"/>
                  </a:lnTo>
                  <a:lnTo>
                    <a:pt x="250652" y="312849"/>
                  </a:lnTo>
                  <a:lnTo>
                    <a:pt x="251164" y="312796"/>
                  </a:lnTo>
                  <a:lnTo>
                    <a:pt x="251955" y="312686"/>
                  </a:lnTo>
                  <a:lnTo>
                    <a:pt x="252668" y="312680"/>
                  </a:lnTo>
                  <a:lnTo>
                    <a:pt x="253315" y="312671"/>
                  </a:lnTo>
                  <a:lnTo>
                    <a:pt x="253726" y="312671"/>
                  </a:lnTo>
                  <a:lnTo>
                    <a:pt x="254142" y="312711"/>
                  </a:lnTo>
                  <a:lnTo>
                    <a:pt x="254421" y="312800"/>
                  </a:lnTo>
                  <a:lnTo>
                    <a:pt x="255009" y="312952"/>
                  </a:lnTo>
                  <a:lnTo>
                    <a:pt x="255733" y="313207"/>
                  </a:lnTo>
                  <a:lnTo>
                    <a:pt x="256345" y="313127"/>
                  </a:lnTo>
                  <a:lnTo>
                    <a:pt x="256575" y="313109"/>
                  </a:lnTo>
                  <a:lnTo>
                    <a:pt x="256835" y="312848"/>
                  </a:lnTo>
                  <a:lnTo>
                    <a:pt x="256779" y="312688"/>
                  </a:lnTo>
                  <a:lnTo>
                    <a:pt x="256860" y="312343"/>
                  </a:lnTo>
                  <a:lnTo>
                    <a:pt x="257102" y="312035"/>
                  </a:lnTo>
                  <a:lnTo>
                    <a:pt x="257734" y="311418"/>
                  </a:lnTo>
                  <a:lnTo>
                    <a:pt x="258059" y="311048"/>
                  </a:lnTo>
                  <a:lnTo>
                    <a:pt x="257923" y="310831"/>
                  </a:lnTo>
                  <a:lnTo>
                    <a:pt x="257617" y="310659"/>
                  </a:lnTo>
                  <a:lnTo>
                    <a:pt x="257160" y="310390"/>
                  </a:lnTo>
                  <a:lnTo>
                    <a:pt x="256932" y="309905"/>
                  </a:lnTo>
                  <a:lnTo>
                    <a:pt x="256565" y="309177"/>
                  </a:lnTo>
                  <a:lnTo>
                    <a:pt x="256206" y="308428"/>
                  </a:lnTo>
                  <a:lnTo>
                    <a:pt x="256105" y="308279"/>
                  </a:lnTo>
                  <a:lnTo>
                    <a:pt x="256017" y="308029"/>
                  </a:lnTo>
                  <a:lnTo>
                    <a:pt x="256251" y="308004"/>
                  </a:lnTo>
                  <a:lnTo>
                    <a:pt x="256766" y="308073"/>
                  </a:lnTo>
                  <a:lnTo>
                    <a:pt x="256921" y="308026"/>
                  </a:lnTo>
                  <a:lnTo>
                    <a:pt x="256956" y="307864"/>
                  </a:lnTo>
                  <a:lnTo>
                    <a:pt x="257009" y="307332"/>
                  </a:lnTo>
                  <a:lnTo>
                    <a:pt x="257064" y="306294"/>
                  </a:lnTo>
                  <a:lnTo>
                    <a:pt x="257251" y="305762"/>
                  </a:lnTo>
                  <a:lnTo>
                    <a:pt x="257560" y="305666"/>
                  </a:lnTo>
                  <a:lnTo>
                    <a:pt x="258118" y="305573"/>
                  </a:lnTo>
                  <a:lnTo>
                    <a:pt x="258816" y="305573"/>
                  </a:lnTo>
                  <a:lnTo>
                    <a:pt x="259712" y="305390"/>
                  </a:lnTo>
                  <a:lnTo>
                    <a:pt x="260304" y="305085"/>
                  </a:lnTo>
                  <a:lnTo>
                    <a:pt x="260851" y="304831"/>
                  </a:lnTo>
                  <a:lnTo>
                    <a:pt x="261428" y="304668"/>
                  </a:lnTo>
                  <a:lnTo>
                    <a:pt x="261653" y="304548"/>
                  </a:lnTo>
                  <a:lnTo>
                    <a:pt x="261813" y="304185"/>
                  </a:lnTo>
                  <a:lnTo>
                    <a:pt x="261872" y="303509"/>
                  </a:lnTo>
                  <a:lnTo>
                    <a:pt x="261868" y="303117"/>
                  </a:lnTo>
                  <a:lnTo>
                    <a:pt x="261696" y="302800"/>
                  </a:lnTo>
                  <a:lnTo>
                    <a:pt x="261189" y="302313"/>
                  </a:lnTo>
                  <a:lnTo>
                    <a:pt x="261145" y="302142"/>
                  </a:lnTo>
                  <a:lnTo>
                    <a:pt x="261130" y="301825"/>
                  </a:lnTo>
                  <a:lnTo>
                    <a:pt x="261189" y="301570"/>
                  </a:lnTo>
                  <a:lnTo>
                    <a:pt x="261310" y="301337"/>
                  </a:lnTo>
                  <a:lnTo>
                    <a:pt x="261501" y="301083"/>
                  </a:lnTo>
                  <a:lnTo>
                    <a:pt x="261525" y="300747"/>
                  </a:lnTo>
                  <a:lnTo>
                    <a:pt x="261265" y="300536"/>
                  </a:lnTo>
                  <a:lnTo>
                    <a:pt x="260841" y="300135"/>
                  </a:lnTo>
                  <a:lnTo>
                    <a:pt x="260049" y="299555"/>
                  </a:lnTo>
                  <a:lnTo>
                    <a:pt x="259793" y="299386"/>
                  </a:lnTo>
                  <a:lnTo>
                    <a:pt x="259619" y="298995"/>
                  </a:lnTo>
                  <a:lnTo>
                    <a:pt x="259642" y="298447"/>
                  </a:lnTo>
                  <a:lnTo>
                    <a:pt x="259728" y="297470"/>
                  </a:lnTo>
                  <a:lnTo>
                    <a:pt x="259435" y="296910"/>
                  </a:lnTo>
                  <a:lnTo>
                    <a:pt x="258867" y="296265"/>
                  </a:lnTo>
                  <a:lnTo>
                    <a:pt x="258696" y="295928"/>
                  </a:lnTo>
                  <a:lnTo>
                    <a:pt x="258670" y="295629"/>
                  </a:lnTo>
                  <a:lnTo>
                    <a:pt x="258817" y="294829"/>
                  </a:lnTo>
                  <a:lnTo>
                    <a:pt x="258912" y="294212"/>
                  </a:lnTo>
                  <a:lnTo>
                    <a:pt x="259221" y="293670"/>
                  </a:lnTo>
                  <a:lnTo>
                    <a:pt x="259838" y="293228"/>
                  </a:lnTo>
                  <a:lnTo>
                    <a:pt x="261432" y="292513"/>
                  </a:lnTo>
                  <a:lnTo>
                    <a:pt x="261416" y="292261"/>
                  </a:lnTo>
                  <a:lnTo>
                    <a:pt x="261240" y="292253"/>
                  </a:lnTo>
                  <a:lnTo>
                    <a:pt x="260894" y="292290"/>
                  </a:lnTo>
                  <a:lnTo>
                    <a:pt x="260637" y="292286"/>
                  </a:lnTo>
                  <a:lnTo>
                    <a:pt x="260424" y="292145"/>
                  </a:lnTo>
                  <a:lnTo>
                    <a:pt x="260391" y="291994"/>
                  </a:lnTo>
                  <a:lnTo>
                    <a:pt x="260109" y="291829"/>
                  </a:lnTo>
                  <a:lnTo>
                    <a:pt x="259930" y="291824"/>
                  </a:lnTo>
                  <a:lnTo>
                    <a:pt x="259664" y="291688"/>
                  </a:lnTo>
                  <a:lnTo>
                    <a:pt x="259304" y="291307"/>
                  </a:lnTo>
                  <a:lnTo>
                    <a:pt x="259016" y="290939"/>
                  </a:lnTo>
                  <a:lnTo>
                    <a:pt x="258835" y="290634"/>
                  </a:lnTo>
                  <a:lnTo>
                    <a:pt x="258700" y="290370"/>
                  </a:lnTo>
                  <a:lnTo>
                    <a:pt x="258157" y="289569"/>
                  </a:lnTo>
                  <a:lnTo>
                    <a:pt x="257800" y="289023"/>
                  </a:lnTo>
                  <a:lnTo>
                    <a:pt x="257628" y="288652"/>
                  </a:lnTo>
                  <a:lnTo>
                    <a:pt x="257110" y="287835"/>
                  </a:lnTo>
                  <a:lnTo>
                    <a:pt x="257055" y="287260"/>
                  </a:lnTo>
                  <a:lnTo>
                    <a:pt x="257117" y="286876"/>
                  </a:lnTo>
                  <a:lnTo>
                    <a:pt x="257220" y="286674"/>
                  </a:lnTo>
                  <a:lnTo>
                    <a:pt x="257476" y="285897"/>
                  </a:lnTo>
                  <a:lnTo>
                    <a:pt x="257544" y="285450"/>
                  </a:lnTo>
                  <a:lnTo>
                    <a:pt x="257559" y="285229"/>
                  </a:lnTo>
                  <a:lnTo>
                    <a:pt x="257720" y="285084"/>
                  </a:lnTo>
                  <a:lnTo>
                    <a:pt x="258620" y="284568"/>
                  </a:lnTo>
                  <a:lnTo>
                    <a:pt x="259561" y="284258"/>
                  </a:lnTo>
                  <a:lnTo>
                    <a:pt x="259109" y="283414"/>
                  </a:lnTo>
                  <a:lnTo>
                    <a:pt x="260814" y="280483"/>
                  </a:lnTo>
                  <a:lnTo>
                    <a:pt x="260848" y="278476"/>
                  </a:lnTo>
                  <a:lnTo>
                    <a:pt x="261173" y="278151"/>
                  </a:lnTo>
                  <a:lnTo>
                    <a:pt x="261385" y="278064"/>
                  </a:lnTo>
                  <a:lnTo>
                    <a:pt x="261553" y="278067"/>
                  </a:lnTo>
                  <a:lnTo>
                    <a:pt x="261727" y="278204"/>
                  </a:lnTo>
                  <a:lnTo>
                    <a:pt x="261859" y="278276"/>
                  </a:lnTo>
                  <a:lnTo>
                    <a:pt x="262013" y="278286"/>
                  </a:lnTo>
                  <a:lnTo>
                    <a:pt x="262259" y="278206"/>
                  </a:lnTo>
                  <a:lnTo>
                    <a:pt x="262517" y="278148"/>
                  </a:lnTo>
                  <a:lnTo>
                    <a:pt x="262806" y="278020"/>
                  </a:lnTo>
                  <a:lnTo>
                    <a:pt x="263027" y="277986"/>
                  </a:lnTo>
                  <a:lnTo>
                    <a:pt x="263222" y="277992"/>
                  </a:lnTo>
                  <a:lnTo>
                    <a:pt x="263401" y="278486"/>
                  </a:lnTo>
                  <a:lnTo>
                    <a:pt x="263627" y="278514"/>
                  </a:lnTo>
                  <a:lnTo>
                    <a:pt x="264162" y="278508"/>
                  </a:lnTo>
                  <a:lnTo>
                    <a:pt x="265262" y="278265"/>
                  </a:lnTo>
                  <a:lnTo>
                    <a:pt x="265354" y="278101"/>
                  </a:lnTo>
                  <a:lnTo>
                    <a:pt x="266274" y="278226"/>
                  </a:lnTo>
                  <a:lnTo>
                    <a:pt x="266522" y="278076"/>
                  </a:lnTo>
                  <a:lnTo>
                    <a:pt x="266715" y="277979"/>
                  </a:lnTo>
                  <a:lnTo>
                    <a:pt x="266849" y="277871"/>
                  </a:lnTo>
                  <a:lnTo>
                    <a:pt x="266919" y="277645"/>
                  </a:lnTo>
                  <a:lnTo>
                    <a:pt x="267043" y="277435"/>
                  </a:lnTo>
                  <a:lnTo>
                    <a:pt x="267564" y="277173"/>
                  </a:lnTo>
                  <a:lnTo>
                    <a:pt x="267905" y="277078"/>
                  </a:lnTo>
                  <a:lnTo>
                    <a:pt x="268197" y="277135"/>
                  </a:lnTo>
                  <a:lnTo>
                    <a:pt x="268371" y="277079"/>
                  </a:lnTo>
                  <a:lnTo>
                    <a:pt x="268533" y="276997"/>
                  </a:lnTo>
                  <a:lnTo>
                    <a:pt x="268668" y="276897"/>
                  </a:lnTo>
                  <a:lnTo>
                    <a:pt x="268911" y="276722"/>
                  </a:lnTo>
                  <a:lnTo>
                    <a:pt x="269112" y="276666"/>
                  </a:lnTo>
                  <a:lnTo>
                    <a:pt x="269327" y="276610"/>
                  </a:lnTo>
                  <a:lnTo>
                    <a:pt x="269577" y="276544"/>
                  </a:lnTo>
                  <a:lnTo>
                    <a:pt x="269731" y="276497"/>
                  </a:lnTo>
                  <a:lnTo>
                    <a:pt x="270005" y="276281"/>
                  </a:lnTo>
                  <a:lnTo>
                    <a:pt x="270158" y="276236"/>
                  </a:lnTo>
                  <a:lnTo>
                    <a:pt x="270286" y="276298"/>
                  </a:lnTo>
                  <a:lnTo>
                    <a:pt x="270556" y="276401"/>
                  </a:lnTo>
                  <a:lnTo>
                    <a:pt x="270779" y="276357"/>
                  </a:lnTo>
                  <a:lnTo>
                    <a:pt x="271032" y="276170"/>
                  </a:lnTo>
                  <a:lnTo>
                    <a:pt x="271272" y="276057"/>
                  </a:lnTo>
                  <a:lnTo>
                    <a:pt x="271434" y="276047"/>
                  </a:lnTo>
                  <a:lnTo>
                    <a:pt x="271591" y="276047"/>
                  </a:lnTo>
                  <a:lnTo>
                    <a:pt x="271980" y="276134"/>
                  </a:lnTo>
                  <a:lnTo>
                    <a:pt x="272096" y="275808"/>
                  </a:lnTo>
                  <a:lnTo>
                    <a:pt x="272259" y="275795"/>
                  </a:lnTo>
                  <a:lnTo>
                    <a:pt x="272445" y="275852"/>
                  </a:lnTo>
                  <a:lnTo>
                    <a:pt x="272826" y="275639"/>
                  </a:lnTo>
                  <a:lnTo>
                    <a:pt x="273136" y="275707"/>
                  </a:lnTo>
                  <a:lnTo>
                    <a:pt x="273382" y="275790"/>
                  </a:lnTo>
                  <a:lnTo>
                    <a:pt x="273528" y="275761"/>
                  </a:lnTo>
                  <a:lnTo>
                    <a:pt x="273659" y="275691"/>
                  </a:lnTo>
                  <a:lnTo>
                    <a:pt x="273776" y="275180"/>
                  </a:lnTo>
                  <a:lnTo>
                    <a:pt x="273673" y="274972"/>
                  </a:lnTo>
                  <a:lnTo>
                    <a:pt x="273356" y="274659"/>
                  </a:lnTo>
                  <a:lnTo>
                    <a:pt x="273136" y="274440"/>
                  </a:lnTo>
                  <a:lnTo>
                    <a:pt x="272849" y="274169"/>
                  </a:lnTo>
                  <a:lnTo>
                    <a:pt x="272411" y="273961"/>
                  </a:lnTo>
                  <a:lnTo>
                    <a:pt x="271766" y="273731"/>
                  </a:lnTo>
                  <a:lnTo>
                    <a:pt x="271433" y="273622"/>
                  </a:lnTo>
                  <a:lnTo>
                    <a:pt x="271132" y="273578"/>
                  </a:lnTo>
                  <a:lnTo>
                    <a:pt x="270684" y="273544"/>
                  </a:lnTo>
                  <a:lnTo>
                    <a:pt x="270085" y="273468"/>
                  </a:lnTo>
                  <a:lnTo>
                    <a:pt x="269757" y="273406"/>
                  </a:lnTo>
                  <a:lnTo>
                    <a:pt x="269457" y="273361"/>
                  </a:lnTo>
                  <a:lnTo>
                    <a:pt x="269170" y="273253"/>
                  </a:lnTo>
                  <a:lnTo>
                    <a:pt x="268833" y="273055"/>
                  </a:lnTo>
                  <a:lnTo>
                    <a:pt x="268282" y="272615"/>
                  </a:lnTo>
                  <a:lnTo>
                    <a:pt x="268037" y="272503"/>
                  </a:lnTo>
                  <a:lnTo>
                    <a:pt x="267795" y="272343"/>
                  </a:lnTo>
                  <a:lnTo>
                    <a:pt x="267321" y="272057"/>
                  </a:lnTo>
                  <a:lnTo>
                    <a:pt x="266852" y="271722"/>
                  </a:lnTo>
                  <a:lnTo>
                    <a:pt x="266117" y="271175"/>
                  </a:lnTo>
                  <a:lnTo>
                    <a:pt x="265711" y="270607"/>
                  </a:lnTo>
                  <a:lnTo>
                    <a:pt x="265394" y="270235"/>
                  </a:lnTo>
                  <a:lnTo>
                    <a:pt x="265297" y="270100"/>
                  </a:lnTo>
                  <a:lnTo>
                    <a:pt x="265212" y="269805"/>
                  </a:lnTo>
                  <a:lnTo>
                    <a:pt x="265350" y="269575"/>
                  </a:lnTo>
                  <a:lnTo>
                    <a:pt x="265495" y="269380"/>
                  </a:lnTo>
                  <a:lnTo>
                    <a:pt x="265994" y="268840"/>
                  </a:lnTo>
                  <a:lnTo>
                    <a:pt x="266605" y="268446"/>
                  </a:lnTo>
                  <a:lnTo>
                    <a:pt x="267394" y="268125"/>
                  </a:lnTo>
                  <a:lnTo>
                    <a:pt x="267828" y="268021"/>
                  </a:lnTo>
                  <a:lnTo>
                    <a:pt x="268616" y="267896"/>
                  </a:lnTo>
                  <a:lnTo>
                    <a:pt x="269310" y="267783"/>
                  </a:lnTo>
                  <a:lnTo>
                    <a:pt x="270335" y="267296"/>
                  </a:lnTo>
                  <a:lnTo>
                    <a:pt x="271112" y="266820"/>
                  </a:lnTo>
                  <a:lnTo>
                    <a:pt x="271481" y="266676"/>
                  </a:lnTo>
                  <a:lnTo>
                    <a:pt x="272076" y="266420"/>
                  </a:lnTo>
                  <a:lnTo>
                    <a:pt x="272732" y="265820"/>
                  </a:lnTo>
                  <a:lnTo>
                    <a:pt x="273013" y="265613"/>
                  </a:lnTo>
                  <a:lnTo>
                    <a:pt x="273305" y="265263"/>
                  </a:lnTo>
                  <a:lnTo>
                    <a:pt x="273597" y="265069"/>
                  </a:lnTo>
                  <a:lnTo>
                    <a:pt x="274076" y="265013"/>
                  </a:lnTo>
                  <a:lnTo>
                    <a:pt x="274627" y="264782"/>
                  </a:lnTo>
                  <a:lnTo>
                    <a:pt x="275128" y="264594"/>
                  </a:lnTo>
                  <a:lnTo>
                    <a:pt x="275795" y="264463"/>
                  </a:lnTo>
                  <a:lnTo>
                    <a:pt x="276355" y="264468"/>
                  </a:lnTo>
                  <a:lnTo>
                    <a:pt x="276781" y="264569"/>
                  </a:lnTo>
                  <a:lnTo>
                    <a:pt x="277657" y="264625"/>
                  </a:lnTo>
                  <a:lnTo>
                    <a:pt x="278070" y="264763"/>
                  </a:lnTo>
                  <a:lnTo>
                    <a:pt x="278301" y="264975"/>
                  </a:lnTo>
                  <a:lnTo>
                    <a:pt x="278643" y="265207"/>
                  </a:lnTo>
                  <a:lnTo>
                    <a:pt x="278891" y="265213"/>
                  </a:lnTo>
                  <a:lnTo>
                    <a:pt x="279232" y="264713"/>
                  </a:lnTo>
                  <a:lnTo>
                    <a:pt x="279531" y="264455"/>
                  </a:lnTo>
                  <a:lnTo>
                    <a:pt x="279882" y="264494"/>
                  </a:lnTo>
                  <a:lnTo>
                    <a:pt x="280428" y="264769"/>
                  </a:lnTo>
                  <a:lnTo>
                    <a:pt x="280698" y="264882"/>
                  </a:lnTo>
                  <a:lnTo>
                    <a:pt x="280962" y="264944"/>
                  </a:lnTo>
                  <a:lnTo>
                    <a:pt x="281105" y="264932"/>
                  </a:lnTo>
                  <a:lnTo>
                    <a:pt x="281287" y="264800"/>
                  </a:lnTo>
                  <a:lnTo>
                    <a:pt x="281320" y="264663"/>
                  </a:lnTo>
                  <a:lnTo>
                    <a:pt x="281320" y="264251"/>
                  </a:lnTo>
                  <a:lnTo>
                    <a:pt x="281369" y="264040"/>
                  </a:lnTo>
                  <a:lnTo>
                    <a:pt x="281522" y="263563"/>
                  </a:lnTo>
                  <a:lnTo>
                    <a:pt x="281596" y="263237"/>
                  </a:lnTo>
                  <a:lnTo>
                    <a:pt x="281527" y="262905"/>
                  </a:lnTo>
                  <a:lnTo>
                    <a:pt x="281275" y="262572"/>
                  </a:lnTo>
                  <a:lnTo>
                    <a:pt x="281166" y="262227"/>
                  </a:lnTo>
                  <a:lnTo>
                    <a:pt x="281028" y="261751"/>
                  </a:lnTo>
                  <a:lnTo>
                    <a:pt x="281011" y="261374"/>
                  </a:lnTo>
                  <a:lnTo>
                    <a:pt x="280994" y="260357"/>
                  </a:lnTo>
                  <a:lnTo>
                    <a:pt x="280879" y="260110"/>
                  </a:lnTo>
                  <a:lnTo>
                    <a:pt x="280546" y="259771"/>
                  </a:lnTo>
                  <a:lnTo>
                    <a:pt x="280362" y="259478"/>
                  </a:lnTo>
                  <a:lnTo>
                    <a:pt x="280334" y="259250"/>
                  </a:lnTo>
                  <a:lnTo>
                    <a:pt x="280351" y="258989"/>
                  </a:lnTo>
                  <a:lnTo>
                    <a:pt x="280414" y="258755"/>
                  </a:lnTo>
                  <a:lnTo>
                    <a:pt x="280517" y="258344"/>
                  </a:lnTo>
                  <a:lnTo>
                    <a:pt x="280682" y="257842"/>
                  </a:lnTo>
                  <a:lnTo>
                    <a:pt x="280586" y="257432"/>
                  </a:lnTo>
                  <a:lnTo>
                    <a:pt x="280431" y="257263"/>
                  </a:lnTo>
                  <a:lnTo>
                    <a:pt x="280047" y="257126"/>
                  </a:lnTo>
                  <a:lnTo>
                    <a:pt x="279382" y="257177"/>
                  </a:lnTo>
                  <a:lnTo>
                    <a:pt x="279072" y="257259"/>
                  </a:lnTo>
                  <a:lnTo>
                    <a:pt x="278604" y="257240"/>
                  </a:lnTo>
                  <a:lnTo>
                    <a:pt x="277855" y="257115"/>
                  </a:lnTo>
                  <a:lnTo>
                    <a:pt x="277524" y="257040"/>
                  </a:lnTo>
                  <a:lnTo>
                    <a:pt x="277354" y="256865"/>
                  </a:lnTo>
                  <a:lnTo>
                    <a:pt x="277216" y="256646"/>
                  </a:lnTo>
                  <a:lnTo>
                    <a:pt x="277150" y="256401"/>
                  </a:lnTo>
                  <a:lnTo>
                    <a:pt x="277535" y="255827"/>
                  </a:lnTo>
                  <a:lnTo>
                    <a:pt x="277789" y="255401"/>
                  </a:lnTo>
                  <a:lnTo>
                    <a:pt x="278004" y="255126"/>
                  </a:lnTo>
                  <a:lnTo>
                    <a:pt x="278588" y="254438"/>
                  </a:lnTo>
                  <a:lnTo>
                    <a:pt x="278825" y="254244"/>
                  </a:lnTo>
                  <a:lnTo>
                    <a:pt x="279028" y="253894"/>
                  </a:lnTo>
                  <a:lnTo>
                    <a:pt x="279056" y="253381"/>
                  </a:lnTo>
                  <a:lnTo>
                    <a:pt x="279115" y="252895"/>
                  </a:lnTo>
                  <a:lnTo>
                    <a:pt x="279210" y="252406"/>
                  </a:lnTo>
                  <a:lnTo>
                    <a:pt x="279309" y="252074"/>
                  </a:lnTo>
                  <a:lnTo>
                    <a:pt x="279364" y="251893"/>
                  </a:lnTo>
                  <a:lnTo>
                    <a:pt x="279475" y="251755"/>
                  </a:lnTo>
                  <a:lnTo>
                    <a:pt x="279667" y="251586"/>
                  </a:lnTo>
                  <a:lnTo>
                    <a:pt x="279849" y="251449"/>
                  </a:lnTo>
                  <a:lnTo>
                    <a:pt x="279970" y="251249"/>
                  </a:lnTo>
                  <a:lnTo>
                    <a:pt x="279786" y="249358"/>
                  </a:lnTo>
                  <a:lnTo>
                    <a:pt x="277307" y="245548"/>
                  </a:lnTo>
                  <a:lnTo>
                    <a:pt x="274341" y="240827"/>
                  </a:lnTo>
                  <a:lnTo>
                    <a:pt x="270798" y="235197"/>
                  </a:lnTo>
                  <a:lnTo>
                    <a:pt x="270856" y="234786"/>
                  </a:lnTo>
                  <a:lnTo>
                    <a:pt x="270848" y="234641"/>
                  </a:lnTo>
                  <a:lnTo>
                    <a:pt x="270763" y="234269"/>
                  </a:lnTo>
                  <a:lnTo>
                    <a:pt x="270734" y="234048"/>
                  </a:lnTo>
                  <a:lnTo>
                    <a:pt x="270792" y="233743"/>
                  </a:lnTo>
                  <a:lnTo>
                    <a:pt x="270748" y="233552"/>
                  </a:lnTo>
                  <a:lnTo>
                    <a:pt x="270405" y="232844"/>
                  </a:lnTo>
                  <a:lnTo>
                    <a:pt x="270391" y="232690"/>
                  </a:lnTo>
                  <a:lnTo>
                    <a:pt x="270442" y="232373"/>
                  </a:lnTo>
                  <a:lnTo>
                    <a:pt x="270462" y="232213"/>
                  </a:lnTo>
                  <a:lnTo>
                    <a:pt x="270453" y="231945"/>
                  </a:lnTo>
                  <a:lnTo>
                    <a:pt x="270453" y="231809"/>
                  </a:lnTo>
                  <a:lnTo>
                    <a:pt x="270444" y="231598"/>
                  </a:lnTo>
                  <a:lnTo>
                    <a:pt x="270391" y="231466"/>
                  </a:lnTo>
                  <a:lnTo>
                    <a:pt x="270284" y="231272"/>
                  </a:lnTo>
                  <a:lnTo>
                    <a:pt x="269975" y="231016"/>
                  </a:lnTo>
                  <a:lnTo>
                    <a:pt x="269840" y="230862"/>
                  </a:lnTo>
                  <a:lnTo>
                    <a:pt x="269770" y="230731"/>
                  </a:lnTo>
                  <a:lnTo>
                    <a:pt x="269580" y="230399"/>
                  </a:lnTo>
                  <a:lnTo>
                    <a:pt x="269418" y="230209"/>
                  </a:lnTo>
                  <a:lnTo>
                    <a:pt x="269236" y="230074"/>
                  </a:lnTo>
                  <a:lnTo>
                    <a:pt x="269150" y="229915"/>
                  </a:lnTo>
                  <a:lnTo>
                    <a:pt x="269115" y="229765"/>
                  </a:lnTo>
                  <a:lnTo>
                    <a:pt x="269126" y="229614"/>
                  </a:lnTo>
                  <a:lnTo>
                    <a:pt x="269217" y="229427"/>
                  </a:lnTo>
                  <a:lnTo>
                    <a:pt x="269451" y="228958"/>
                  </a:lnTo>
                  <a:lnTo>
                    <a:pt x="269117" y="228708"/>
                  </a:lnTo>
                  <a:lnTo>
                    <a:pt x="268977" y="228592"/>
                  </a:lnTo>
                  <a:lnTo>
                    <a:pt x="268770" y="228479"/>
                  </a:lnTo>
                  <a:lnTo>
                    <a:pt x="268547" y="228253"/>
                  </a:lnTo>
                  <a:lnTo>
                    <a:pt x="268500" y="228081"/>
                  </a:lnTo>
                  <a:lnTo>
                    <a:pt x="268383" y="227675"/>
                  </a:lnTo>
                  <a:lnTo>
                    <a:pt x="268328" y="227227"/>
                  </a:lnTo>
                  <a:lnTo>
                    <a:pt x="268296" y="227049"/>
                  </a:lnTo>
                  <a:lnTo>
                    <a:pt x="268266" y="226791"/>
                  </a:lnTo>
                  <a:lnTo>
                    <a:pt x="268271" y="226407"/>
                  </a:lnTo>
                  <a:lnTo>
                    <a:pt x="268332" y="225706"/>
                  </a:lnTo>
                  <a:lnTo>
                    <a:pt x="268296" y="225487"/>
                  </a:lnTo>
                  <a:lnTo>
                    <a:pt x="268254" y="225221"/>
                  </a:lnTo>
                  <a:lnTo>
                    <a:pt x="268208" y="224924"/>
                  </a:lnTo>
                  <a:lnTo>
                    <a:pt x="267951" y="223993"/>
                  </a:lnTo>
                  <a:lnTo>
                    <a:pt x="267969" y="223753"/>
                  </a:lnTo>
                  <a:lnTo>
                    <a:pt x="267879" y="223470"/>
                  </a:lnTo>
                  <a:lnTo>
                    <a:pt x="267717" y="223332"/>
                  </a:lnTo>
                  <a:lnTo>
                    <a:pt x="267553" y="223192"/>
                  </a:lnTo>
                  <a:lnTo>
                    <a:pt x="266954" y="222829"/>
                  </a:lnTo>
                  <a:lnTo>
                    <a:pt x="266367" y="222490"/>
                  </a:lnTo>
                  <a:lnTo>
                    <a:pt x="266055" y="222327"/>
                  </a:lnTo>
                  <a:lnTo>
                    <a:pt x="265899" y="222142"/>
                  </a:lnTo>
                  <a:lnTo>
                    <a:pt x="265854" y="221971"/>
                  </a:lnTo>
                  <a:lnTo>
                    <a:pt x="265831" y="221759"/>
                  </a:lnTo>
                  <a:lnTo>
                    <a:pt x="265930" y="221561"/>
                  </a:lnTo>
                  <a:lnTo>
                    <a:pt x="266198" y="221211"/>
                  </a:lnTo>
                  <a:lnTo>
                    <a:pt x="266277" y="220988"/>
                  </a:lnTo>
                  <a:lnTo>
                    <a:pt x="266238" y="220141"/>
                  </a:lnTo>
                  <a:lnTo>
                    <a:pt x="266175" y="218498"/>
                  </a:lnTo>
                  <a:lnTo>
                    <a:pt x="266242" y="217746"/>
                  </a:lnTo>
                  <a:lnTo>
                    <a:pt x="266353" y="217009"/>
                  </a:lnTo>
                  <a:lnTo>
                    <a:pt x="266420" y="216611"/>
                  </a:lnTo>
                  <a:lnTo>
                    <a:pt x="266471" y="216038"/>
                  </a:lnTo>
                  <a:lnTo>
                    <a:pt x="266471" y="215467"/>
                  </a:lnTo>
                  <a:lnTo>
                    <a:pt x="266396" y="214745"/>
                  </a:lnTo>
                  <a:lnTo>
                    <a:pt x="266333" y="214281"/>
                  </a:lnTo>
                  <a:lnTo>
                    <a:pt x="266138" y="213786"/>
                  </a:lnTo>
                  <a:lnTo>
                    <a:pt x="265906" y="213471"/>
                  </a:lnTo>
                  <a:lnTo>
                    <a:pt x="265644" y="211986"/>
                  </a:lnTo>
                  <a:lnTo>
                    <a:pt x="265571" y="210714"/>
                  </a:lnTo>
                  <a:lnTo>
                    <a:pt x="265428" y="209609"/>
                  </a:lnTo>
                  <a:lnTo>
                    <a:pt x="265281" y="208786"/>
                  </a:lnTo>
                  <a:lnTo>
                    <a:pt x="264832" y="207551"/>
                  </a:lnTo>
                  <a:lnTo>
                    <a:pt x="264315" y="206749"/>
                  </a:lnTo>
                  <a:lnTo>
                    <a:pt x="264177" y="206255"/>
                  </a:lnTo>
                  <a:lnTo>
                    <a:pt x="264155" y="206011"/>
                  </a:lnTo>
                  <a:lnTo>
                    <a:pt x="264393" y="205609"/>
                  </a:lnTo>
                  <a:lnTo>
                    <a:pt x="264777" y="205173"/>
                  </a:lnTo>
                  <a:lnTo>
                    <a:pt x="265080" y="204542"/>
                  </a:lnTo>
                  <a:lnTo>
                    <a:pt x="265169" y="203697"/>
                  </a:lnTo>
                  <a:lnTo>
                    <a:pt x="265461" y="203009"/>
                  </a:lnTo>
                  <a:lnTo>
                    <a:pt x="265758" y="202421"/>
                  </a:lnTo>
                  <a:lnTo>
                    <a:pt x="265929" y="201783"/>
                  </a:lnTo>
                  <a:lnTo>
                    <a:pt x="266044" y="201039"/>
                  </a:lnTo>
                  <a:lnTo>
                    <a:pt x="266413" y="200361"/>
                  </a:lnTo>
                  <a:lnTo>
                    <a:pt x="266431" y="200028"/>
                  </a:lnTo>
                  <a:lnTo>
                    <a:pt x="266326" y="199741"/>
                  </a:lnTo>
                  <a:lnTo>
                    <a:pt x="265793" y="199142"/>
                  </a:lnTo>
                  <a:lnTo>
                    <a:pt x="265025" y="198208"/>
                  </a:lnTo>
                  <a:lnTo>
                    <a:pt x="264111" y="197084"/>
                  </a:lnTo>
                  <a:lnTo>
                    <a:pt x="264001" y="196893"/>
                  </a:lnTo>
                  <a:lnTo>
                    <a:pt x="263444" y="196442"/>
                  </a:lnTo>
                  <a:lnTo>
                    <a:pt x="262841" y="196130"/>
                  </a:lnTo>
                  <a:lnTo>
                    <a:pt x="262635" y="196055"/>
                  </a:lnTo>
                  <a:lnTo>
                    <a:pt x="261864" y="195768"/>
                  </a:lnTo>
                  <a:lnTo>
                    <a:pt x="261070" y="195485"/>
                  </a:lnTo>
                  <a:lnTo>
                    <a:pt x="260516" y="195389"/>
                  </a:lnTo>
                  <a:lnTo>
                    <a:pt x="260031" y="195272"/>
                  </a:lnTo>
                  <a:lnTo>
                    <a:pt x="259598" y="194968"/>
                  </a:lnTo>
                  <a:lnTo>
                    <a:pt x="259146" y="194676"/>
                  </a:lnTo>
                  <a:lnTo>
                    <a:pt x="258602" y="194092"/>
                  </a:lnTo>
                  <a:lnTo>
                    <a:pt x="258455" y="193884"/>
                  </a:lnTo>
                  <a:lnTo>
                    <a:pt x="258457" y="193545"/>
                  </a:lnTo>
                  <a:lnTo>
                    <a:pt x="258468" y="193370"/>
                  </a:lnTo>
                  <a:lnTo>
                    <a:pt x="258358" y="193101"/>
                  </a:lnTo>
                  <a:lnTo>
                    <a:pt x="258066" y="192748"/>
                  </a:lnTo>
                  <a:lnTo>
                    <a:pt x="257763" y="192419"/>
                  </a:lnTo>
                  <a:lnTo>
                    <a:pt x="257698" y="191941"/>
                  </a:lnTo>
                  <a:lnTo>
                    <a:pt x="257776" y="191761"/>
                  </a:lnTo>
                  <a:lnTo>
                    <a:pt x="257894" y="191336"/>
                  </a:lnTo>
                  <a:lnTo>
                    <a:pt x="257927" y="191164"/>
                  </a:lnTo>
                  <a:lnTo>
                    <a:pt x="257848" y="190968"/>
                  </a:lnTo>
                  <a:lnTo>
                    <a:pt x="257682" y="190629"/>
                  </a:lnTo>
                  <a:lnTo>
                    <a:pt x="257204" y="190014"/>
                  </a:lnTo>
                  <a:lnTo>
                    <a:pt x="257038" y="189968"/>
                  </a:lnTo>
                  <a:lnTo>
                    <a:pt x="256822" y="189968"/>
                  </a:lnTo>
                  <a:lnTo>
                    <a:pt x="256741" y="190118"/>
                  </a:lnTo>
                  <a:lnTo>
                    <a:pt x="256698" y="190268"/>
                  </a:lnTo>
                  <a:lnTo>
                    <a:pt x="256669" y="190407"/>
                  </a:lnTo>
                  <a:lnTo>
                    <a:pt x="256562" y="190725"/>
                  </a:lnTo>
                  <a:lnTo>
                    <a:pt x="256184" y="190972"/>
                  </a:lnTo>
                  <a:lnTo>
                    <a:pt x="255840" y="191163"/>
                  </a:lnTo>
                  <a:lnTo>
                    <a:pt x="255474" y="191322"/>
                  </a:lnTo>
                  <a:lnTo>
                    <a:pt x="254805" y="191309"/>
                  </a:lnTo>
                  <a:lnTo>
                    <a:pt x="254450" y="191236"/>
                  </a:lnTo>
                  <a:lnTo>
                    <a:pt x="253193" y="191375"/>
                  </a:lnTo>
                  <a:lnTo>
                    <a:pt x="252472" y="191738"/>
                  </a:lnTo>
                  <a:lnTo>
                    <a:pt x="251681" y="191883"/>
                  </a:lnTo>
                  <a:lnTo>
                    <a:pt x="251466" y="191916"/>
                  </a:lnTo>
                  <a:lnTo>
                    <a:pt x="251186" y="192167"/>
                  </a:lnTo>
                  <a:lnTo>
                    <a:pt x="250831" y="192260"/>
                  </a:lnTo>
                  <a:lnTo>
                    <a:pt x="250610" y="192161"/>
                  </a:lnTo>
                  <a:lnTo>
                    <a:pt x="250517" y="191963"/>
                  </a:lnTo>
                  <a:lnTo>
                    <a:pt x="250546" y="191811"/>
                  </a:lnTo>
                  <a:lnTo>
                    <a:pt x="250669" y="191474"/>
                  </a:lnTo>
                  <a:lnTo>
                    <a:pt x="250669" y="191025"/>
                  </a:lnTo>
                  <a:lnTo>
                    <a:pt x="250575" y="190813"/>
                  </a:lnTo>
                  <a:lnTo>
                    <a:pt x="250002" y="190437"/>
                  </a:lnTo>
                  <a:lnTo>
                    <a:pt x="249869" y="190339"/>
                  </a:lnTo>
                  <a:lnTo>
                    <a:pt x="248997" y="189844"/>
                  </a:lnTo>
                  <a:lnTo>
                    <a:pt x="248822" y="189639"/>
                  </a:lnTo>
                  <a:lnTo>
                    <a:pt x="248764" y="189415"/>
                  </a:lnTo>
                  <a:lnTo>
                    <a:pt x="248793" y="189184"/>
                  </a:lnTo>
                  <a:lnTo>
                    <a:pt x="248886" y="188985"/>
                  </a:lnTo>
                  <a:lnTo>
                    <a:pt x="249084" y="188834"/>
                  </a:lnTo>
                  <a:lnTo>
                    <a:pt x="249375" y="188695"/>
                  </a:lnTo>
                  <a:lnTo>
                    <a:pt x="249427" y="188523"/>
                  </a:lnTo>
                  <a:lnTo>
                    <a:pt x="249282" y="188417"/>
                  </a:lnTo>
                  <a:lnTo>
                    <a:pt x="248688" y="188206"/>
                  </a:lnTo>
                  <a:lnTo>
                    <a:pt x="248121" y="188001"/>
                  </a:lnTo>
                  <a:lnTo>
                    <a:pt x="247775" y="187816"/>
                  </a:lnTo>
                  <a:lnTo>
                    <a:pt x="247472" y="187724"/>
                  </a:lnTo>
                  <a:lnTo>
                    <a:pt x="246891" y="187777"/>
                  </a:lnTo>
                  <a:lnTo>
                    <a:pt x="246472" y="187592"/>
                  </a:lnTo>
                  <a:lnTo>
                    <a:pt x="246385" y="187453"/>
                  </a:lnTo>
                  <a:lnTo>
                    <a:pt x="246390" y="187315"/>
                  </a:lnTo>
                  <a:lnTo>
                    <a:pt x="246571" y="187044"/>
                  </a:lnTo>
                  <a:lnTo>
                    <a:pt x="246885" y="186852"/>
                  </a:lnTo>
                  <a:lnTo>
                    <a:pt x="247246" y="186628"/>
                  </a:lnTo>
                  <a:lnTo>
                    <a:pt x="247987" y="186226"/>
                  </a:lnTo>
                  <a:lnTo>
                    <a:pt x="248287" y="186165"/>
                  </a:lnTo>
                  <a:lnTo>
                    <a:pt x="248522" y="185995"/>
                  </a:lnTo>
                  <a:lnTo>
                    <a:pt x="248635" y="185512"/>
                  </a:lnTo>
                  <a:lnTo>
                    <a:pt x="248681" y="185310"/>
                  </a:lnTo>
                  <a:lnTo>
                    <a:pt x="248905" y="185023"/>
                  </a:lnTo>
                  <a:lnTo>
                    <a:pt x="249410" y="184782"/>
                  </a:lnTo>
                  <a:lnTo>
                    <a:pt x="249915" y="184782"/>
                  </a:lnTo>
                  <a:lnTo>
                    <a:pt x="250064" y="184717"/>
                  </a:lnTo>
                  <a:lnTo>
                    <a:pt x="250627" y="184287"/>
                  </a:lnTo>
                  <a:lnTo>
                    <a:pt x="250864" y="183965"/>
                  </a:lnTo>
                  <a:lnTo>
                    <a:pt x="251539" y="183707"/>
                  </a:lnTo>
                  <a:lnTo>
                    <a:pt x="252067" y="183382"/>
                  </a:lnTo>
                  <a:lnTo>
                    <a:pt x="252572" y="182965"/>
                  </a:lnTo>
                  <a:lnTo>
                    <a:pt x="252871" y="182482"/>
                  </a:lnTo>
                  <a:lnTo>
                    <a:pt x="253168" y="181913"/>
                  </a:lnTo>
                  <a:lnTo>
                    <a:pt x="253503" y="181660"/>
                  </a:lnTo>
                  <a:lnTo>
                    <a:pt x="254146" y="181443"/>
                  </a:lnTo>
                  <a:lnTo>
                    <a:pt x="254471" y="181078"/>
                  </a:lnTo>
                  <a:lnTo>
                    <a:pt x="254829" y="180890"/>
                  </a:lnTo>
                  <a:lnTo>
                    <a:pt x="255165" y="180953"/>
                  </a:lnTo>
                  <a:lnTo>
                    <a:pt x="255542" y="181122"/>
                  </a:lnTo>
                  <a:lnTo>
                    <a:pt x="255918" y="181304"/>
                  </a:lnTo>
                  <a:lnTo>
                    <a:pt x="256152" y="181151"/>
                  </a:lnTo>
                  <a:lnTo>
                    <a:pt x="256245" y="180627"/>
                  </a:lnTo>
                  <a:lnTo>
                    <a:pt x="256403" y="180548"/>
                  </a:lnTo>
                  <a:lnTo>
                    <a:pt x="256685" y="180573"/>
                  </a:lnTo>
                  <a:lnTo>
                    <a:pt x="256898" y="180686"/>
                  </a:lnTo>
                  <a:lnTo>
                    <a:pt x="257131" y="180852"/>
                  </a:lnTo>
                  <a:lnTo>
                    <a:pt x="258192" y="181835"/>
                  </a:lnTo>
                  <a:lnTo>
                    <a:pt x="258738" y="181976"/>
                  </a:lnTo>
                  <a:lnTo>
                    <a:pt x="259531" y="181888"/>
                  </a:lnTo>
                  <a:lnTo>
                    <a:pt x="260372" y="181674"/>
                  </a:lnTo>
                  <a:lnTo>
                    <a:pt x="260756" y="181337"/>
                  </a:lnTo>
                  <a:lnTo>
                    <a:pt x="261047" y="180782"/>
                  </a:lnTo>
                  <a:lnTo>
                    <a:pt x="261571" y="180465"/>
                  </a:lnTo>
                  <a:lnTo>
                    <a:pt x="262304" y="180181"/>
                  </a:lnTo>
                  <a:lnTo>
                    <a:pt x="262990" y="180076"/>
                  </a:lnTo>
                  <a:lnTo>
                    <a:pt x="263456" y="180161"/>
                  </a:lnTo>
                  <a:lnTo>
                    <a:pt x="263537" y="180333"/>
                  </a:lnTo>
                  <a:lnTo>
                    <a:pt x="263694" y="180762"/>
                  </a:lnTo>
                  <a:lnTo>
                    <a:pt x="263950" y="181106"/>
                  </a:lnTo>
                  <a:lnTo>
                    <a:pt x="264415" y="181324"/>
                  </a:lnTo>
                  <a:lnTo>
                    <a:pt x="265253" y="181337"/>
                  </a:lnTo>
                  <a:lnTo>
                    <a:pt x="265975" y="181172"/>
                  </a:lnTo>
                  <a:lnTo>
                    <a:pt x="266428" y="180756"/>
                  </a:lnTo>
                  <a:lnTo>
                    <a:pt x="267179" y="180254"/>
                  </a:lnTo>
                  <a:lnTo>
                    <a:pt x="267639" y="179906"/>
                  </a:lnTo>
                  <a:lnTo>
                    <a:pt x="267807" y="179660"/>
                  </a:lnTo>
                  <a:lnTo>
                    <a:pt x="267871" y="179032"/>
                  </a:lnTo>
                  <a:lnTo>
                    <a:pt x="267936" y="178786"/>
                  </a:lnTo>
                  <a:lnTo>
                    <a:pt x="268697" y="178233"/>
                  </a:lnTo>
                  <a:lnTo>
                    <a:pt x="269455" y="177662"/>
                  </a:lnTo>
                  <a:lnTo>
                    <a:pt x="269616" y="177619"/>
                  </a:lnTo>
                  <a:lnTo>
                    <a:pt x="269797" y="177619"/>
                  </a:lnTo>
                  <a:lnTo>
                    <a:pt x="269977" y="177744"/>
                  </a:lnTo>
                  <a:lnTo>
                    <a:pt x="270123" y="177936"/>
                  </a:lnTo>
                  <a:lnTo>
                    <a:pt x="270315" y="178220"/>
                  </a:lnTo>
                  <a:lnTo>
                    <a:pt x="270594" y="178358"/>
                  </a:lnTo>
                  <a:lnTo>
                    <a:pt x="270932" y="178409"/>
                  </a:lnTo>
                  <a:lnTo>
                    <a:pt x="271746" y="178259"/>
                  </a:lnTo>
                  <a:lnTo>
                    <a:pt x="272106" y="178240"/>
                  </a:lnTo>
                  <a:lnTo>
                    <a:pt x="272665" y="178332"/>
                  </a:lnTo>
                  <a:lnTo>
                    <a:pt x="273345" y="178629"/>
                  </a:lnTo>
                  <a:lnTo>
                    <a:pt x="273547" y="178649"/>
                  </a:lnTo>
                  <a:lnTo>
                    <a:pt x="273840" y="178570"/>
                  </a:lnTo>
                  <a:lnTo>
                    <a:pt x="274221" y="178483"/>
                  </a:lnTo>
                  <a:lnTo>
                    <a:pt x="274893" y="178114"/>
                  </a:lnTo>
                  <a:lnTo>
                    <a:pt x="275684" y="177903"/>
                  </a:lnTo>
                  <a:lnTo>
                    <a:pt x="277255" y="177421"/>
                  </a:lnTo>
                  <a:lnTo>
                    <a:pt x="277656" y="177282"/>
                  </a:lnTo>
                  <a:lnTo>
                    <a:pt x="277988" y="177054"/>
                  </a:lnTo>
                  <a:lnTo>
                    <a:pt x="278560" y="176659"/>
                  </a:lnTo>
                  <a:lnTo>
                    <a:pt x="278796" y="176423"/>
                  </a:lnTo>
                  <a:lnTo>
                    <a:pt x="278808" y="176235"/>
                  </a:lnTo>
                  <a:lnTo>
                    <a:pt x="278692" y="176079"/>
                  </a:lnTo>
                  <a:lnTo>
                    <a:pt x="278333" y="175825"/>
                  </a:lnTo>
                  <a:lnTo>
                    <a:pt x="278303" y="175658"/>
                  </a:lnTo>
                  <a:lnTo>
                    <a:pt x="278460" y="175480"/>
                  </a:lnTo>
                  <a:lnTo>
                    <a:pt x="278677" y="175435"/>
                  </a:lnTo>
                  <a:lnTo>
                    <a:pt x="278951" y="175497"/>
                  </a:lnTo>
                  <a:lnTo>
                    <a:pt x="279215" y="175716"/>
                  </a:lnTo>
                  <a:lnTo>
                    <a:pt x="279491" y="175917"/>
                  </a:lnTo>
                  <a:lnTo>
                    <a:pt x="279864" y="176262"/>
                  </a:lnTo>
                  <a:lnTo>
                    <a:pt x="280449" y="176485"/>
                  </a:lnTo>
                  <a:lnTo>
                    <a:pt x="280888" y="176505"/>
                  </a:lnTo>
                  <a:lnTo>
                    <a:pt x="281585" y="176477"/>
                  </a:lnTo>
                  <a:lnTo>
                    <a:pt x="282176" y="176542"/>
                  </a:lnTo>
                  <a:lnTo>
                    <a:pt x="282779" y="176724"/>
                  </a:lnTo>
                  <a:lnTo>
                    <a:pt x="282980" y="176913"/>
                  </a:lnTo>
                  <a:lnTo>
                    <a:pt x="283387" y="177454"/>
                  </a:lnTo>
                  <a:lnTo>
                    <a:pt x="283554" y="177610"/>
                  </a:lnTo>
                  <a:lnTo>
                    <a:pt x="283835" y="177649"/>
                  </a:lnTo>
                  <a:lnTo>
                    <a:pt x="284414" y="177623"/>
                  </a:lnTo>
                  <a:lnTo>
                    <a:pt x="285011" y="177623"/>
                  </a:lnTo>
                  <a:lnTo>
                    <a:pt x="285395" y="177551"/>
                  </a:lnTo>
                  <a:lnTo>
                    <a:pt x="285941" y="177090"/>
                  </a:lnTo>
                  <a:lnTo>
                    <a:pt x="286285" y="176764"/>
                  </a:lnTo>
                  <a:lnTo>
                    <a:pt x="286683" y="176302"/>
                  </a:lnTo>
                  <a:lnTo>
                    <a:pt x="287139" y="176089"/>
                  </a:lnTo>
                  <a:lnTo>
                    <a:pt x="287712" y="175935"/>
                  </a:lnTo>
                  <a:lnTo>
                    <a:pt x="288208" y="175893"/>
                  </a:lnTo>
                  <a:lnTo>
                    <a:pt x="288666" y="176154"/>
                  </a:lnTo>
                  <a:lnTo>
                    <a:pt x="289246" y="176119"/>
                  </a:lnTo>
                  <a:lnTo>
                    <a:pt x="290302" y="175921"/>
                  </a:lnTo>
                  <a:lnTo>
                    <a:pt x="291101" y="175614"/>
                  </a:lnTo>
                  <a:lnTo>
                    <a:pt x="291234" y="175575"/>
                  </a:lnTo>
                  <a:lnTo>
                    <a:pt x="291702" y="175494"/>
                  </a:lnTo>
                  <a:lnTo>
                    <a:pt x="292386" y="175212"/>
                  </a:lnTo>
                  <a:lnTo>
                    <a:pt x="292556" y="174743"/>
                  </a:lnTo>
                  <a:lnTo>
                    <a:pt x="292725" y="174583"/>
                  </a:lnTo>
                  <a:lnTo>
                    <a:pt x="293396" y="174154"/>
                  </a:lnTo>
                  <a:lnTo>
                    <a:pt x="293387" y="173873"/>
                  </a:lnTo>
                  <a:lnTo>
                    <a:pt x="293492" y="173597"/>
                  </a:lnTo>
                  <a:lnTo>
                    <a:pt x="293754" y="173545"/>
                  </a:lnTo>
                  <a:lnTo>
                    <a:pt x="294108" y="173545"/>
                  </a:lnTo>
                  <a:lnTo>
                    <a:pt x="294420" y="173581"/>
                  </a:lnTo>
                  <a:lnTo>
                    <a:pt x="294640" y="173659"/>
                  </a:lnTo>
                  <a:lnTo>
                    <a:pt x="294865" y="173805"/>
                  </a:lnTo>
                  <a:lnTo>
                    <a:pt x="295072" y="173941"/>
                  </a:lnTo>
                  <a:lnTo>
                    <a:pt x="295366" y="174050"/>
                  </a:lnTo>
                  <a:lnTo>
                    <a:pt x="295792" y="173910"/>
                  </a:lnTo>
                  <a:lnTo>
                    <a:pt x="295860" y="173668"/>
                  </a:lnTo>
                  <a:lnTo>
                    <a:pt x="295875" y="173394"/>
                  </a:lnTo>
                  <a:lnTo>
                    <a:pt x="295981" y="173216"/>
                  </a:lnTo>
                  <a:lnTo>
                    <a:pt x="296412" y="173055"/>
                  </a:lnTo>
                  <a:lnTo>
                    <a:pt x="297294" y="172878"/>
                  </a:lnTo>
                  <a:lnTo>
                    <a:pt x="297803" y="172826"/>
                  </a:lnTo>
                  <a:lnTo>
                    <a:pt x="297987" y="172586"/>
                  </a:lnTo>
                  <a:lnTo>
                    <a:pt x="298143" y="172445"/>
                  </a:lnTo>
                  <a:lnTo>
                    <a:pt x="298354" y="172440"/>
                  </a:lnTo>
                  <a:lnTo>
                    <a:pt x="298593" y="172513"/>
                  </a:lnTo>
                  <a:lnTo>
                    <a:pt x="298896" y="172627"/>
                  </a:lnTo>
                  <a:lnTo>
                    <a:pt x="299326" y="172838"/>
                  </a:lnTo>
                  <a:lnTo>
                    <a:pt x="299938" y="172888"/>
                  </a:lnTo>
                  <a:lnTo>
                    <a:pt x="300393" y="172638"/>
                  </a:lnTo>
                  <a:lnTo>
                    <a:pt x="301274" y="172138"/>
                  </a:lnTo>
                  <a:lnTo>
                    <a:pt x="301830" y="171867"/>
                  </a:lnTo>
                  <a:lnTo>
                    <a:pt x="302445" y="171705"/>
                  </a:lnTo>
                  <a:lnTo>
                    <a:pt x="303118" y="171705"/>
                  </a:lnTo>
                  <a:lnTo>
                    <a:pt x="303657" y="171934"/>
                  </a:lnTo>
                  <a:lnTo>
                    <a:pt x="303900" y="171955"/>
                  </a:lnTo>
                  <a:lnTo>
                    <a:pt x="304042" y="171830"/>
                  </a:lnTo>
                  <a:lnTo>
                    <a:pt x="304235" y="171486"/>
                  </a:lnTo>
                  <a:lnTo>
                    <a:pt x="304580" y="171241"/>
                  </a:lnTo>
                  <a:lnTo>
                    <a:pt x="304995" y="171038"/>
                  </a:lnTo>
                  <a:lnTo>
                    <a:pt x="305355" y="170975"/>
                  </a:lnTo>
                  <a:lnTo>
                    <a:pt x="305782" y="170892"/>
                  </a:lnTo>
                  <a:lnTo>
                    <a:pt x="306062" y="170892"/>
                  </a:lnTo>
                  <a:lnTo>
                    <a:pt x="306191" y="170991"/>
                  </a:lnTo>
                  <a:lnTo>
                    <a:pt x="306343" y="171250"/>
                  </a:lnTo>
                  <a:lnTo>
                    <a:pt x="306586" y="171585"/>
                  </a:lnTo>
                  <a:lnTo>
                    <a:pt x="306723" y="171611"/>
                  </a:lnTo>
                  <a:lnTo>
                    <a:pt x="307196" y="171642"/>
                  </a:lnTo>
                  <a:lnTo>
                    <a:pt x="307766" y="171413"/>
                  </a:lnTo>
                  <a:lnTo>
                    <a:pt x="308436" y="171012"/>
                  </a:lnTo>
                  <a:lnTo>
                    <a:pt x="308646" y="170893"/>
                  </a:lnTo>
                  <a:lnTo>
                    <a:pt x="309331" y="170960"/>
                  </a:lnTo>
                  <a:lnTo>
                    <a:pt x="309630" y="170751"/>
                  </a:lnTo>
                  <a:lnTo>
                    <a:pt x="309726" y="170506"/>
                  </a:lnTo>
                  <a:lnTo>
                    <a:pt x="309919" y="169844"/>
                  </a:lnTo>
                  <a:lnTo>
                    <a:pt x="310213" y="169745"/>
                  </a:lnTo>
                  <a:lnTo>
                    <a:pt x="311414" y="169638"/>
                  </a:lnTo>
                  <a:lnTo>
                    <a:pt x="311444" y="169280"/>
                  </a:lnTo>
                  <a:lnTo>
                    <a:pt x="311455" y="169139"/>
                  </a:lnTo>
                  <a:lnTo>
                    <a:pt x="311492" y="168883"/>
                  </a:lnTo>
                  <a:lnTo>
                    <a:pt x="311580" y="168626"/>
                  </a:lnTo>
                  <a:lnTo>
                    <a:pt x="311738" y="168502"/>
                  </a:lnTo>
                  <a:lnTo>
                    <a:pt x="312550" y="168174"/>
                  </a:lnTo>
                  <a:lnTo>
                    <a:pt x="313331" y="167752"/>
                  </a:lnTo>
                  <a:lnTo>
                    <a:pt x="313872" y="167517"/>
                  </a:lnTo>
                  <a:lnTo>
                    <a:pt x="314442" y="167538"/>
                  </a:lnTo>
                  <a:lnTo>
                    <a:pt x="315061" y="167684"/>
                  </a:lnTo>
                  <a:lnTo>
                    <a:pt x="315218" y="167684"/>
                  </a:lnTo>
                  <a:lnTo>
                    <a:pt x="315644" y="167455"/>
                  </a:lnTo>
                  <a:lnTo>
                    <a:pt x="316050" y="167190"/>
                  </a:lnTo>
                  <a:lnTo>
                    <a:pt x="316292" y="167095"/>
                  </a:lnTo>
                  <a:lnTo>
                    <a:pt x="316526" y="167147"/>
                  </a:lnTo>
                  <a:lnTo>
                    <a:pt x="316925" y="167309"/>
                  </a:lnTo>
                  <a:lnTo>
                    <a:pt x="317251" y="167345"/>
                  </a:lnTo>
                  <a:lnTo>
                    <a:pt x="317403" y="167345"/>
                  </a:lnTo>
                  <a:lnTo>
                    <a:pt x="317697" y="167022"/>
                  </a:lnTo>
                  <a:lnTo>
                    <a:pt x="317943" y="166885"/>
                  </a:lnTo>
                  <a:lnTo>
                    <a:pt x="318156" y="166735"/>
                  </a:lnTo>
                  <a:lnTo>
                    <a:pt x="318532" y="166678"/>
                  </a:lnTo>
                  <a:lnTo>
                    <a:pt x="319111" y="166615"/>
                  </a:lnTo>
                  <a:lnTo>
                    <a:pt x="319341" y="166349"/>
                  </a:lnTo>
                  <a:lnTo>
                    <a:pt x="319540" y="166378"/>
                  </a:lnTo>
                  <a:lnTo>
                    <a:pt x="319912" y="166710"/>
                  </a:lnTo>
                  <a:lnTo>
                    <a:pt x="320160" y="167118"/>
                  </a:lnTo>
                  <a:lnTo>
                    <a:pt x="320468" y="167452"/>
                  </a:lnTo>
                  <a:lnTo>
                    <a:pt x="320787" y="167713"/>
                  </a:lnTo>
                  <a:lnTo>
                    <a:pt x="321302" y="168459"/>
                  </a:lnTo>
                  <a:lnTo>
                    <a:pt x="321431" y="169060"/>
                  </a:lnTo>
                  <a:lnTo>
                    <a:pt x="322353" y="170092"/>
                  </a:lnTo>
                  <a:lnTo>
                    <a:pt x="322777" y="170496"/>
                  </a:lnTo>
                  <a:lnTo>
                    <a:pt x="323434" y="170995"/>
                  </a:lnTo>
                  <a:lnTo>
                    <a:pt x="323684" y="171216"/>
                  </a:lnTo>
                  <a:lnTo>
                    <a:pt x="324137" y="171626"/>
                  </a:lnTo>
                  <a:lnTo>
                    <a:pt x="324602" y="172284"/>
                  </a:lnTo>
                  <a:lnTo>
                    <a:pt x="324757" y="172694"/>
                  </a:lnTo>
                  <a:lnTo>
                    <a:pt x="325219" y="172982"/>
                  </a:lnTo>
                  <a:lnTo>
                    <a:pt x="325404" y="172937"/>
                  </a:lnTo>
                  <a:lnTo>
                    <a:pt x="325990" y="172820"/>
                  </a:lnTo>
                  <a:lnTo>
                    <a:pt x="326719" y="172781"/>
                  </a:lnTo>
                  <a:lnTo>
                    <a:pt x="327401" y="172748"/>
                  </a:lnTo>
                  <a:lnTo>
                    <a:pt x="327565" y="172781"/>
                  </a:lnTo>
                  <a:lnTo>
                    <a:pt x="328188" y="172637"/>
                  </a:lnTo>
                  <a:lnTo>
                    <a:pt x="328566" y="172403"/>
                  </a:lnTo>
                  <a:lnTo>
                    <a:pt x="328894" y="172409"/>
                  </a:lnTo>
                  <a:lnTo>
                    <a:pt x="329180" y="172364"/>
                  </a:lnTo>
                  <a:lnTo>
                    <a:pt x="329381" y="172227"/>
                  </a:lnTo>
                  <a:lnTo>
                    <a:pt x="329858" y="172031"/>
                  </a:lnTo>
                  <a:lnTo>
                    <a:pt x="330294" y="172071"/>
                  </a:lnTo>
                  <a:lnTo>
                    <a:pt x="331080" y="172214"/>
                  </a:lnTo>
                  <a:lnTo>
                    <a:pt x="331419" y="172344"/>
                  </a:lnTo>
                  <a:lnTo>
                    <a:pt x="331424" y="172618"/>
                  </a:lnTo>
                  <a:lnTo>
                    <a:pt x="331298" y="172976"/>
                  </a:lnTo>
                  <a:lnTo>
                    <a:pt x="331264" y="173185"/>
                  </a:lnTo>
                  <a:lnTo>
                    <a:pt x="331264" y="173341"/>
                  </a:lnTo>
                  <a:lnTo>
                    <a:pt x="331331" y="173500"/>
                  </a:lnTo>
                  <a:lnTo>
                    <a:pt x="331545" y="173706"/>
                  </a:lnTo>
                  <a:lnTo>
                    <a:pt x="331826" y="173908"/>
                  </a:lnTo>
                  <a:lnTo>
                    <a:pt x="332101" y="174012"/>
                  </a:lnTo>
                  <a:lnTo>
                    <a:pt x="332406" y="174018"/>
                  </a:lnTo>
                  <a:lnTo>
                    <a:pt x="332819" y="173862"/>
                  </a:lnTo>
                  <a:lnTo>
                    <a:pt x="333232" y="173595"/>
                  </a:lnTo>
                  <a:lnTo>
                    <a:pt x="333783" y="173445"/>
                  </a:lnTo>
                  <a:lnTo>
                    <a:pt x="334185" y="173406"/>
                  </a:lnTo>
                  <a:lnTo>
                    <a:pt x="334661" y="173406"/>
                  </a:lnTo>
                  <a:lnTo>
                    <a:pt x="334965" y="173328"/>
                  </a:lnTo>
                  <a:lnTo>
                    <a:pt x="335378" y="173152"/>
                  </a:lnTo>
                  <a:lnTo>
                    <a:pt x="335872" y="172963"/>
                  </a:lnTo>
                  <a:lnTo>
                    <a:pt x="336687" y="172852"/>
                  </a:lnTo>
                  <a:lnTo>
                    <a:pt x="337582" y="172755"/>
                  </a:lnTo>
                  <a:lnTo>
                    <a:pt x="338110" y="172634"/>
                  </a:lnTo>
                  <a:lnTo>
                    <a:pt x="338333" y="172608"/>
                  </a:lnTo>
                  <a:lnTo>
                    <a:pt x="338475" y="172591"/>
                  </a:lnTo>
                  <a:lnTo>
                    <a:pt x="338794" y="172533"/>
                  </a:lnTo>
                  <a:lnTo>
                    <a:pt x="338996" y="172542"/>
                  </a:lnTo>
                  <a:lnTo>
                    <a:pt x="339178" y="172542"/>
                  </a:lnTo>
                  <a:lnTo>
                    <a:pt x="341671" y="173930"/>
                  </a:lnTo>
                  <a:lnTo>
                    <a:pt x="343342" y="174395"/>
                  </a:lnTo>
                  <a:lnTo>
                    <a:pt x="346448" y="175421"/>
                  </a:lnTo>
                  <a:lnTo>
                    <a:pt x="349153" y="174494"/>
                  </a:lnTo>
                  <a:lnTo>
                    <a:pt x="350509" y="173482"/>
                  </a:lnTo>
                  <a:lnTo>
                    <a:pt x="350984" y="168051"/>
                  </a:lnTo>
                  <a:lnTo>
                    <a:pt x="349598" y="165847"/>
                  </a:lnTo>
                  <a:lnTo>
                    <a:pt x="348971" y="164635"/>
                  </a:lnTo>
                  <a:lnTo>
                    <a:pt x="345042" y="163053"/>
                  </a:lnTo>
                  <a:lnTo>
                    <a:pt x="338675" y="159644"/>
                  </a:lnTo>
                  <a:lnTo>
                    <a:pt x="338684" y="159026"/>
                  </a:lnTo>
                  <a:lnTo>
                    <a:pt x="338092" y="156160"/>
                  </a:lnTo>
                  <a:lnTo>
                    <a:pt x="338846" y="155015"/>
                  </a:lnTo>
                  <a:lnTo>
                    <a:pt x="338968" y="154366"/>
                  </a:lnTo>
                  <a:lnTo>
                    <a:pt x="339001" y="152583"/>
                  </a:lnTo>
                  <a:lnTo>
                    <a:pt x="339028" y="151845"/>
                  </a:lnTo>
                  <a:lnTo>
                    <a:pt x="339183" y="151414"/>
                  </a:lnTo>
                  <a:lnTo>
                    <a:pt x="340114" y="150338"/>
                  </a:lnTo>
                  <a:lnTo>
                    <a:pt x="340508" y="149859"/>
                  </a:lnTo>
                  <a:lnTo>
                    <a:pt x="340753" y="149625"/>
                  </a:lnTo>
                  <a:lnTo>
                    <a:pt x="340995" y="148925"/>
                  </a:lnTo>
                  <a:lnTo>
                    <a:pt x="341180" y="147526"/>
                  </a:lnTo>
                  <a:lnTo>
                    <a:pt x="341260" y="147106"/>
                  </a:lnTo>
                  <a:lnTo>
                    <a:pt x="341248" y="146504"/>
                  </a:lnTo>
                  <a:lnTo>
                    <a:pt x="341094" y="145960"/>
                  </a:lnTo>
                  <a:lnTo>
                    <a:pt x="340930" y="145487"/>
                  </a:lnTo>
                  <a:lnTo>
                    <a:pt x="340780" y="145166"/>
                  </a:lnTo>
                  <a:lnTo>
                    <a:pt x="340725" y="144897"/>
                  </a:lnTo>
                  <a:lnTo>
                    <a:pt x="340830" y="144447"/>
                  </a:lnTo>
                  <a:lnTo>
                    <a:pt x="341001" y="144172"/>
                  </a:lnTo>
                  <a:lnTo>
                    <a:pt x="341089" y="143659"/>
                  </a:lnTo>
                  <a:lnTo>
                    <a:pt x="341023" y="142233"/>
                  </a:lnTo>
                  <a:lnTo>
                    <a:pt x="341136" y="142014"/>
                  </a:lnTo>
                  <a:lnTo>
                    <a:pt x="342431" y="141165"/>
                  </a:lnTo>
                  <a:lnTo>
                    <a:pt x="343136" y="140678"/>
                  </a:lnTo>
                  <a:lnTo>
                    <a:pt x="343742" y="140615"/>
                  </a:lnTo>
                  <a:lnTo>
                    <a:pt x="344601" y="140825"/>
                  </a:lnTo>
                  <a:lnTo>
                    <a:pt x="345537" y="140434"/>
                  </a:lnTo>
                  <a:lnTo>
                    <a:pt x="347936" y="132413"/>
                  </a:lnTo>
                  <a:lnTo>
                    <a:pt x="351271" y="126642"/>
                  </a:lnTo>
                  <a:lnTo>
                    <a:pt x="355927" y="117844"/>
                  </a:lnTo>
                  <a:lnTo>
                    <a:pt x="357761" y="113196"/>
                  </a:lnTo>
                  <a:lnTo>
                    <a:pt x="358215" y="109717"/>
                  </a:lnTo>
                  <a:lnTo>
                    <a:pt x="359755" y="105543"/>
                  </a:lnTo>
                  <a:lnTo>
                    <a:pt x="361701" y="104500"/>
                  </a:lnTo>
                  <a:lnTo>
                    <a:pt x="361611" y="103398"/>
                  </a:lnTo>
                  <a:lnTo>
                    <a:pt x="363498" y="98119"/>
                  </a:lnTo>
                  <a:lnTo>
                    <a:pt x="363849" y="96978"/>
                  </a:lnTo>
                  <a:lnTo>
                    <a:pt x="363921" y="95934"/>
                  </a:lnTo>
                  <a:lnTo>
                    <a:pt x="364042" y="95215"/>
                  </a:lnTo>
                  <a:lnTo>
                    <a:pt x="364218" y="94868"/>
                  </a:lnTo>
                  <a:lnTo>
                    <a:pt x="364872" y="94255"/>
                  </a:lnTo>
                  <a:lnTo>
                    <a:pt x="365437" y="93658"/>
                  </a:lnTo>
                  <a:lnTo>
                    <a:pt x="366021" y="92920"/>
                  </a:lnTo>
                  <a:lnTo>
                    <a:pt x="366143" y="92755"/>
                  </a:lnTo>
                  <a:lnTo>
                    <a:pt x="366289" y="92255"/>
                  </a:lnTo>
                  <a:lnTo>
                    <a:pt x="366408" y="91698"/>
                  </a:lnTo>
                  <a:lnTo>
                    <a:pt x="366815" y="90840"/>
                  </a:lnTo>
                  <a:lnTo>
                    <a:pt x="366923" y="90633"/>
                  </a:lnTo>
                  <a:lnTo>
                    <a:pt x="367017" y="90077"/>
                  </a:lnTo>
                  <a:lnTo>
                    <a:pt x="367142" y="89831"/>
                  </a:lnTo>
                  <a:lnTo>
                    <a:pt x="367267" y="89397"/>
                  </a:lnTo>
                  <a:lnTo>
                    <a:pt x="367396" y="88813"/>
                  </a:lnTo>
                  <a:lnTo>
                    <a:pt x="367521" y="88263"/>
                  </a:lnTo>
                  <a:lnTo>
                    <a:pt x="367535" y="87846"/>
                  </a:lnTo>
                  <a:lnTo>
                    <a:pt x="367503" y="87659"/>
                  </a:lnTo>
                  <a:lnTo>
                    <a:pt x="367477" y="86804"/>
                  </a:lnTo>
                  <a:lnTo>
                    <a:pt x="367440" y="86287"/>
                  </a:lnTo>
                  <a:lnTo>
                    <a:pt x="367466" y="86049"/>
                  </a:lnTo>
                  <a:lnTo>
                    <a:pt x="367513" y="85916"/>
                  </a:lnTo>
                  <a:lnTo>
                    <a:pt x="367846" y="85939"/>
                  </a:lnTo>
                  <a:lnTo>
                    <a:pt x="368067" y="85978"/>
                  </a:lnTo>
                  <a:lnTo>
                    <a:pt x="368323" y="86023"/>
                  </a:lnTo>
                  <a:lnTo>
                    <a:pt x="368565" y="85936"/>
                  </a:lnTo>
                  <a:lnTo>
                    <a:pt x="368969" y="85802"/>
                  </a:lnTo>
                  <a:lnTo>
                    <a:pt x="369310" y="85656"/>
                  </a:lnTo>
                  <a:lnTo>
                    <a:pt x="370007" y="85689"/>
                  </a:lnTo>
                  <a:lnTo>
                    <a:pt x="370420" y="85845"/>
                  </a:lnTo>
                  <a:lnTo>
                    <a:pt x="370922" y="85726"/>
                  </a:lnTo>
                  <a:lnTo>
                    <a:pt x="371351" y="85557"/>
                  </a:lnTo>
                  <a:lnTo>
                    <a:pt x="371942" y="85216"/>
                  </a:lnTo>
                  <a:lnTo>
                    <a:pt x="372216" y="85245"/>
                  </a:lnTo>
                  <a:lnTo>
                    <a:pt x="372486" y="85364"/>
                  </a:lnTo>
                  <a:lnTo>
                    <a:pt x="372993" y="85795"/>
                  </a:lnTo>
                  <a:lnTo>
                    <a:pt x="373522" y="86020"/>
                  </a:lnTo>
                  <a:lnTo>
                    <a:pt x="374244" y="86170"/>
                  </a:lnTo>
                  <a:lnTo>
                    <a:pt x="374425" y="86295"/>
                  </a:lnTo>
                  <a:lnTo>
                    <a:pt x="374624" y="86639"/>
                  </a:lnTo>
                  <a:lnTo>
                    <a:pt x="374795" y="87052"/>
                  </a:lnTo>
                  <a:lnTo>
                    <a:pt x="374954" y="87309"/>
                  </a:lnTo>
                  <a:lnTo>
                    <a:pt x="375175" y="87377"/>
                  </a:lnTo>
                  <a:lnTo>
                    <a:pt x="375472" y="87402"/>
                  </a:lnTo>
                  <a:lnTo>
                    <a:pt x="375675" y="87503"/>
                  </a:lnTo>
                  <a:lnTo>
                    <a:pt x="375995" y="87853"/>
                  </a:lnTo>
                  <a:lnTo>
                    <a:pt x="376447" y="87984"/>
                  </a:lnTo>
                  <a:lnTo>
                    <a:pt x="377439" y="87884"/>
                  </a:lnTo>
                  <a:lnTo>
                    <a:pt x="378045" y="87740"/>
                  </a:lnTo>
                  <a:lnTo>
                    <a:pt x="378573" y="87879"/>
                  </a:lnTo>
                  <a:lnTo>
                    <a:pt x="378761" y="88040"/>
                  </a:lnTo>
                  <a:lnTo>
                    <a:pt x="378926" y="88140"/>
                  </a:lnTo>
                  <a:lnTo>
                    <a:pt x="379070" y="88165"/>
                  </a:lnTo>
                  <a:lnTo>
                    <a:pt x="379389" y="88165"/>
                  </a:lnTo>
                  <a:lnTo>
                    <a:pt x="379780" y="87978"/>
                  </a:lnTo>
                  <a:lnTo>
                    <a:pt x="380034" y="87897"/>
                  </a:lnTo>
                  <a:lnTo>
                    <a:pt x="380298" y="87853"/>
                  </a:lnTo>
                  <a:lnTo>
                    <a:pt x="380594" y="87852"/>
                  </a:lnTo>
                  <a:lnTo>
                    <a:pt x="380676" y="88102"/>
                  </a:lnTo>
                  <a:lnTo>
                    <a:pt x="380690" y="88312"/>
                  </a:lnTo>
                  <a:lnTo>
                    <a:pt x="380868" y="88540"/>
                  </a:lnTo>
                  <a:lnTo>
                    <a:pt x="381241" y="88781"/>
                  </a:lnTo>
                  <a:lnTo>
                    <a:pt x="381694" y="89146"/>
                  </a:lnTo>
                  <a:lnTo>
                    <a:pt x="381935" y="89544"/>
                  </a:lnTo>
                  <a:lnTo>
                    <a:pt x="382176" y="89889"/>
                  </a:lnTo>
                  <a:lnTo>
                    <a:pt x="382435" y="90162"/>
                  </a:lnTo>
                  <a:lnTo>
                    <a:pt x="382544" y="90332"/>
                  </a:lnTo>
                  <a:lnTo>
                    <a:pt x="382756" y="90397"/>
                  </a:lnTo>
                  <a:lnTo>
                    <a:pt x="383015" y="90350"/>
                  </a:lnTo>
                  <a:lnTo>
                    <a:pt x="383479" y="90099"/>
                  </a:lnTo>
                  <a:lnTo>
                    <a:pt x="383978" y="89838"/>
                  </a:lnTo>
                  <a:lnTo>
                    <a:pt x="384323" y="89838"/>
                  </a:lnTo>
                  <a:lnTo>
                    <a:pt x="384483" y="90034"/>
                  </a:lnTo>
                  <a:lnTo>
                    <a:pt x="384604" y="90197"/>
                  </a:lnTo>
                  <a:lnTo>
                    <a:pt x="384915" y="90367"/>
                  </a:lnTo>
                  <a:lnTo>
                    <a:pt x="385038" y="90501"/>
                  </a:lnTo>
                  <a:lnTo>
                    <a:pt x="385369" y="90884"/>
                  </a:lnTo>
                  <a:lnTo>
                    <a:pt x="385774" y="90823"/>
                  </a:lnTo>
                  <a:lnTo>
                    <a:pt x="386033" y="90864"/>
                  </a:lnTo>
                  <a:lnTo>
                    <a:pt x="386327" y="91064"/>
                  </a:lnTo>
                  <a:lnTo>
                    <a:pt x="386476" y="91265"/>
                  </a:lnTo>
                  <a:lnTo>
                    <a:pt x="386793" y="91555"/>
                  </a:lnTo>
                  <a:lnTo>
                    <a:pt x="387024" y="91805"/>
                  </a:lnTo>
                  <a:lnTo>
                    <a:pt x="387289" y="91980"/>
                  </a:lnTo>
                  <a:lnTo>
                    <a:pt x="387636" y="92062"/>
                  </a:lnTo>
                  <a:lnTo>
                    <a:pt x="388121" y="92049"/>
                  </a:lnTo>
                  <a:lnTo>
                    <a:pt x="388473" y="92168"/>
                  </a:lnTo>
                  <a:lnTo>
                    <a:pt x="388506" y="92357"/>
                  </a:lnTo>
                  <a:lnTo>
                    <a:pt x="388407" y="92700"/>
                  </a:lnTo>
                  <a:lnTo>
                    <a:pt x="388556" y="92950"/>
                  </a:lnTo>
                  <a:lnTo>
                    <a:pt x="388908" y="93000"/>
                  </a:lnTo>
                  <a:lnTo>
                    <a:pt x="389250" y="92987"/>
                  </a:lnTo>
                  <a:lnTo>
                    <a:pt x="389619" y="93069"/>
                  </a:lnTo>
                  <a:lnTo>
                    <a:pt x="390197" y="93419"/>
                  </a:lnTo>
                  <a:lnTo>
                    <a:pt x="390893" y="93588"/>
                  </a:lnTo>
                  <a:lnTo>
                    <a:pt x="391163" y="93634"/>
                  </a:lnTo>
                  <a:lnTo>
                    <a:pt x="391548" y="93697"/>
                  </a:lnTo>
                  <a:lnTo>
                    <a:pt x="392125" y="93752"/>
                  </a:lnTo>
                  <a:lnTo>
                    <a:pt x="392914" y="93977"/>
                  </a:lnTo>
                  <a:lnTo>
                    <a:pt x="393388" y="94232"/>
                  </a:lnTo>
                  <a:lnTo>
                    <a:pt x="393391" y="94427"/>
                  </a:lnTo>
                  <a:lnTo>
                    <a:pt x="393469" y="94982"/>
                  </a:lnTo>
                  <a:lnTo>
                    <a:pt x="393719" y="94928"/>
                  </a:lnTo>
                  <a:lnTo>
                    <a:pt x="393957" y="94799"/>
                  </a:lnTo>
                  <a:lnTo>
                    <a:pt x="394238" y="94598"/>
                  </a:lnTo>
                  <a:lnTo>
                    <a:pt x="394731" y="94439"/>
                  </a:lnTo>
                  <a:lnTo>
                    <a:pt x="395072" y="94381"/>
                  </a:lnTo>
                  <a:lnTo>
                    <a:pt x="395459" y="94379"/>
                  </a:lnTo>
                  <a:lnTo>
                    <a:pt x="395819" y="94431"/>
                  </a:lnTo>
                  <a:lnTo>
                    <a:pt x="396219" y="94504"/>
                  </a:lnTo>
                  <a:lnTo>
                    <a:pt x="396355" y="94525"/>
                  </a:lnTo>
                  <a:lnTo>
                    <a:pt x="396809" y="94799"/>
                  </a:lnTo>
                  <a:lnTo>
                    <a:pt x="397082" y="94965"/>
                  </a:lnTo>
                  <a:lnTo>
                    <a:pt x="397787" y="95121"/>
                  </a:lnTo>
                  <a:lnTo>
                    <a:pt x="398327" y="95275"/>
                  </a:lnTo>
                  <a:lnTo>
                    <a:pt x="398817" y="95580"/>
                  </a:lnTo>
                  <a:lnTo>
                    <a:pt x="399184" y="95747"/>
                  </a:lnTo>
                  <a:lnTo>
                    <a:pt x="399490" y="95829"/>
                  </a:lnTo>
                  <a:lnTo>
                    <a:pt x="399969" y="95829"/>
                  </a:lnTo>
                  <a:lnTo>
                    <a:pt x="400371" y="96007"/>
                  </a:lnTo>
                  <a:lnTo>
                    <a:pt x="400580" y="96351"/>
                  </a:lnTo>
                  <a:lnTo>
                    <a:pt x="400872" y="96370"/>
                  </a:lnTo>
                  <a:lnTo>
                    <a:pt x="401308" y="96263"/>
                  </a:lnTo>
                  <a:lnTo>
                    <a:pt x="401542" y="96304"/>
                  </a:lnTo>
                  <a:lnTo>
                    <a:pt x="401633" y="96435"/>
                  </a:lnTo>
                  <a:lnTo>
                    <a:pt x="401726" y="96751"/>
                  </a:lnTo>
                  <a:lnTo>
                    <a:pt x="402073" y="97031"/>
                  </a:lnTo>
                  <a:lnTo>
                    <a:pt x="402324" y="96967"/>
                  </a:lnTo>
                  <a:lnTo>
                    <a:pt x="402553" y="96720"/>
                  </a:lnTo>
                  <a:lnTo>
                    <a:pt x="402850" y="96342"/>
                  </a:lnTo>
                  <a:lnTo>
                    <a:pt x="403133" y="96204"/>
                  </a:lnTo>
                  <a:lnTo>
                    <a:pt x="403417" y="96182"/>
                  </a:lnTo>
                  <a:lnTo>
                    <a:pt x="403563" y="96198"/>
                  </a:lnTo>
                  <a:lnTo>
                    <a:pt x="403703" y="96273"/>
                  </a:lnTo>
                  <a:lnTo>
                    <a:pt x="403982" y="96366"/>
                  </a:lnTo>
                  <a:lnTo>
                    <a:pt x="404161" y="96363"/>
                  </a:lnTo>
                  <a:lnTo>
                    <a:pt x="404464" y="96220"/>
                  </a:lnTo>
                  <a:lnTo>
                    <a:pt x="404863" y="96007"/>
                  </a:lnTo>
                  <a:lnTo>
                    <a:pt x="405466" y="96216"/>
                  </a:lnTo>
                  <a:lnTo>
                    <a:pt x="406237" y="96533"/>
                  </a:lnTo>
                  <a:lnTo>
                    <a:pt x="407366" y="96971"/>
                  </a:lnTo>
                  <a:lnTo>
                    <a:pt x="408738" y="97102"/>
                  </a:lnTo>
                  <a:lnTo>
                    <a:pt x="410137" y="96896"/>
                  </a:lnTo>
                  <a:lnTo>
                    <a:pt x="410980" y="96533"/>
                  </a:lnTo>
                  <a:lnTo>
                    <a:pt x="411795" y="96027"/>
                  </a:lnTo>
                  <a:lnTo>
                    <a:pt x="412572" y="95483"/>
                  </a:lnTo>
                  <a:lnTo>
                    <a:pt x="412985" y="95489"/>
                  </a:lnTo>
                  <a:lnTo>
                    <a:pt x="413514" y="95576"/>
                  </a:lnTo>
                  <a:lnTo>
                    <a:pt x="414253" y="95589"/>
                  </a:lnTo>
                  <a:lnTo>
                    <a:pt x="414506" y="95751"/>
                  </a:lnTo>
                  <a:lnTo>
                    <a:pt x="414715" y="95789"/>
                  </a:lnTo>
                  <a:lnTo>
                    <a:pt x="415266" y="95533"/>
                  </a:lnTo>
                  <a:lnTo>
                    <a:pt x="415520" y="95570"/>
                  </a:lnTo>
                  <a:lnTo>
                    <a:pt x="415889" y="95676"/>
                  </a:lnTo>
                  <a:lnTo>
                    <a:pt x="416318" y="95839"/>
                  </a:lnTo>
                  <a:lnTo>
                    <a:pt x="416847" y="95814"/>
                  </a:lnTo>
                  <a:lnTo>
                    <a:pt x="417354" y="95670"/>
                  </a:lnTo>
                  <a:lnTo>
                    <a:pt x="417844" y="95420"/>
                  </a:lnTo>
                  <a:lnTo>
                    <a:pt x="418109" y="95432"/>
                  </a:lnTo>
                  <a:lnTo>
                    <a:pt x="418520" y="95799"/>
                  </a:lnTo>
                  <a:lnTo>
                    <a:pt x="418800" y="95837"/>
                  </a:lnTo>
                  <a:lnTo>
                    <a:pt x="418935" y="95826"/>
                  </a:lnTo>
                  <a:lnTo>
                    <a:pt x="419662" y="95833"/>
                  </a:lnTo>
                  <a:lnTo>
                    <a:pt x="420219" y="95651"/>
                  </a:lnTo>
                  <a:lnTo>
                    <a:pt x="421194" y="95389"/>
                  </a:lnTo>
                  <a:lnTo>
                    <a:pt x="421695" y="95314"/>
                  </a:lnTo>
                  <a:lnTo>
                    <a:pt x="422169" y="95320"/>
                  </a:lnTo>
                  <a:lnTo>
                    <a:pt x="422417" y="95426"/>
                  </a:lnTo>
                  <a:lnTo>
                    <a:pt x="422527" y="95570"/>
                  </a:lnTo>
                  <a:lnTo>
                    <a:pt x="422834" y="95891"/>
                  </a:lnTo>
                  <a:lnTo>
                    <a:pt x="423196" y="96034"/>
                  </a:lnTo>
                  <a:lnTo>
                    <a:pt x="423735" y="96269"/>
                  </a:lnTo>
                  <a:lnTo>
                    <a:pt x="424430" y="96673"/>
                  </a:lnTo>
                  <a:lnTo>
                    <a:pt x="424849" y="96855"/>
                  </a:lnTo>
                  <a:lnTo>
                    <a:pt x="425543" y="96471"/>
                  </a:lnTo>
                  <a:lnTo>
                    <a:pt x="426312" y="96113"/>
                  </a:lnTo>
                  <a:lnTo>
                    <a:pt x="426932" y="95930"/>
                  </a:lnTo>
                  <a:lnTo>
                    <a:pt x="427772" y="95751"/>
                  </a:lnTo>
                  <a:lnTo>
                    <a:pt x="428592" y="95768"/>
                  </a:lnTo>
                  <a:lnTo>
                    <a:pt x="429395" y="95859"/>
                  </a:lnTo>
                  <a:lnTo>
                    <a:pt x="429682" y="95859"/>
                  </a:lnTo>
                  <a:lnTo>
                    <a:pt x="430193" y="95651"/>
                  </a:lnTo>
                  <a:lnTo>
                    <a:pt x="430422" y="95592"/>
                  </a:lnTo>
                  <a:lnTo>
                    <a:pt x="430589" y="95664"/>
                  </a:lnTo>
                  <a:lnTo>
                    <a:pt x="430876" y="95807"/>
                  </a:lnTo>
                  <a:lnTo>
                    <a:pt x="431208" y="95455"/>
                  </a:lnTo>
                  <a:lnTo>
                    <a:pt x="431547" y="95299"/>
                  </a:lnTo>
                  <a:lnTo>
                    <a:pt x="432913" y="95247"/>
                  </a:lnTo>
                  <a:lnTo>
                    <a:pt x="433969" y="95273"/>
                  </a:lnTo>
                  <a:lnTo>
                    <a:pt x="434135" y="95370"/>
                  </a:lnTo>
                  <a:lnTo>
                    <a:pt x="434520" y="95898"/>
                  </a:lnTo>
                  <a:lnTo>
                    <a:pt x="434979" y="96458"/>
                  </a:lnTo>
                  <a:lnTo>
                    <a:pt x="435719" y="96823"/>
                  </a:lnTo>
                  <a:lnTo>
                    <a:pt x="436508" y="97025"/>
                  </a:lnTo>
                  <a:lnTo>
                    <a:pt x="437455" y="97383"/>
                  </a:lnTo>
                  <a:lnTo>
                    <a:pt x="437814" y="97598"/>
                  </a:lnTo>
                  <a:lnTo>
                    <a:pt x="437917" y="98048"/>
                  </a:lnTo>
                  <a:lnTo>
                    <a:pt x="438083" y="98439"/>
                  </a:lnTo>
                  <a:lnTo>
                    <a:pt x="438474" y="98921"/>
                  </a:lnTo>
                  <a:lnTo>
                    <a:pt x="439897" y="100165"/>
                  </a:lnTo>
                  <a:lnTo>
                    <a:pt x="440270" y="100458"/>
                  </a:lnTo>
                  <a:lnTo>
                    <a:pt x="440637" y="101221"/>
                  </a:lnTo>
                  <a:lnTo>
                    <a:pt x="440981" y="101631"/>
                  </a:lnTo>
                  <a:lnTo>
                    <a:pt x="441298" y="101573"/>
                  </a:lnTo>
                  <a:lnTo>
                    <a:pt x="441696" y="101621"/>
                  </a:lnTo>
                  <a:lnTo>
                    <a:pt x="442243" y="101157"/>
                  </a:lnTo>
                  <a:lnTo>
                    <a:pt x="442638" y="100846"/>
                  </a:lnTo>
                  <a:lnTo>
                    <a:pt x="442725" y="100714"/>
                  </a:lnTo>
                  <a:lnTo>
                    <a:pt x="442667" y="100126"/>
                  </a:lnTo>
                  <a:lnTo>
                    <a:pt x="442650" y="99849"/>
                  </a:lnTo>
                  <a:lnTo>
                    <a:pt x="443010" y="99340"/>
                  </a:lnTo>
                  <a:lnTo>
                    <a:pt x="443325" y="99096"/>
                  </a:lnTo>
                  <a:lnTo>
                    <a:pt x="443797" y="98918"/>
                  </a:lnTo>
                  <a:lnTo>
                    <a:pt x="444093" y="98773"/>
                  </a:lnTo>
                  <a:lnTo>
                    <a:pt x="444826" y="98759"/>
                  </a:lnTo>
                  <a:lnTo>
                    <a:pt x="445431" y="98726"/>
                  </a:lnTo>
                  <a:lnTo>
                    <a:pt x="446152" y="98667"/>
                  </a:lnTo>
                  <a:lnTo>
                    <a:pt x="446489" y="98568"/>
                  </a:lnTo>
                  <a:lnTo>
                    <a:pt x="446780" y="98158"/>
                  </a:lnTo>
                  <a:lnTo>
                    <a:pt x="446922" y="97918"/>
                  </a:lnTo>
                  <a:lnTo>
                    <a:pt x="447153" y="97384"/>
                  </a:lnTo>
                  <a:lnTo>
                    <a:pt x="447934" y="96830"/>
                  </a:lnTo>
                  <a:lnTo>
                    <a:pt x="448645" y="96322"/>
                  </a:lnTo>
                  <a:lnTo>
                    <a:pt x="449007" y="96100"/>
                  </a:lnTo>
                  <a:lnTo>
                    <a:pt x="449621" y="95964"/>
                  </a:lnTo>
                  <a:lnTo>
                    <a:pt x="450200" y="95814"/>
                  </a:lnTo>
                  <a:lnTo>
                    <a:pt x="450568" y="95345"/>
                  </a:lnTo>
                  <a:lnTo>
                    <a:pt x="451045" y="94543"/>
                  </a:lnTo>
                  <a:lnTo>
                    <a:pt x="451104" y="94400"/>
                  </a:lnTo>
                  <a:lnTo>
                    <a:pt x="451506" y="93699"/>
                  </a:lnTo>
                  <a:lnTo>
                    <a:pt x="451848" y="93386"/>
                  </a:lnTo>
                  <a:lnTo>
                    <a:pt x="452013" y="93293"/>
                  </a:lnTo>
                  <a:lnTo>
                    <a:pt x="452814" y="93179"/>
                  </a:lnTo>
                  <a:lnTo>
                    <a:pt x="453666" y="93261"/>
                  </a:lnTo>
                  <a:lnTo>
                    <a:pt x="454032" y="93186"/>
                  </a:lnTo>
                  <a:lnTo>
                    <a:pt x="454101" y="93055"/>
                  </a:lnTo>
                  <a:lnTo>
                    <a:pt x="454255" y="92655"/>
                  </a:lnTo>
                  <a:lnTo>
                    <a:pt x="454503" y="92655"/>
                  </a:lnTo>
                  <a:lnTo>
                    <a:pt x="455043" y="92955"/>
                  </a:lnTo>
                  <a:lnTo>
                    <a:pt x="455473" y="93230"/>
                  </a:lnTo>
                  <a:lnTo>
                    <a:pt x="455902" y="93530"/>
                  </a:lnTo>
                  <a:lnTo>
                    <a:pt x="456189" y="93693"/>
                  </a:lnTo>
                  <a:lnTo>
                    <a:pt x="456376" y="93662"/>
                  </a:lnTo>
                  <a:lnTo>
                    <a:pt x="456789" y="93555"/>
                  </a:lnTo>
                  <a:lnTo>
                    <a:pt x="457280" y="93361"/>
                  </a:lnTo>
                  <a:lnTo>
                    <a:pt x="458017" y="93388"/>
                  </a:lnTo>
                  <a:lnTo>
                    <a:pt x="458382" y="93487"/>
                  </a:lnTo>
                  <a:lnTo>
                    <a:pt x="458740" y="93380"/>
                  </a:lnTo>
                  <a:lnTo>
                    <a:pt x="459302" y="93186"/>
                  </a:lnTo>
                  <a:lnTo>
                    <a:pt x="460122" y="92974"/>
                  </a:lnTo>
                  <a:lnTo>
                    <a:pt x="460811" y="92924"/>
                  </a:lnTo>
                  <a:lnTo>
                    <a:pt x="461296" y="92917"/>
                  </a:lnTo>
                  <a:lnTo>
                    <a:pt x="461489" y="92930"/>
                  </a:lnTo>
                  <a:lnTo>
                    <a:pt x="462194" y="93136"/>
                  </a:lnTo>
                  <a:lnTo>
                    <a:pt x="462971" y="93161"/>
                  </a:lnTo>
                  <a:lnTo>
                    <a:pt x="463742" y="93199"/>
                  </a:lnTo>
                  <a:lnTo>
                    <a:pt x="464443" y="93198"/>
                  </a:lnTo>
                  <a:lnTo>
                    <a:pt x="464592" y="92997"/>
                  </a:lnTo>
                  <a:lnTo>
                    <a:pt x="464552" y="92826"/>
                  </a:lnTo>
                  <a:lnTo>
                    <a:pt x="464532" y="91752"/>
                  </a:lnTo>
                  <a:lnTo>
                    <a:pt x="464583" y="91399"/>
                  </a:lnTo>
                  <a:lnTo>
                    <a:pt x="464908" y="90555"/>
                  </a:lnTo>
                  <a:lnTo>
                    <a:pt x="465508" y="89917"/>
                  </a:lnTo>
                  <a:lnTo>
                    <a:pt x="465927" y="89602"/>
                  </a:lnTo>
                  <a:lnTo>
                    <a:pt x="466252" y="89223"/>
                  </a:lnTo>
                  <a:lnTo>
                    <a:pt x="467398" y="88072"/>
                  </a:lnTo>
                  <a:lnTo>
                    <a:pt x="468494" y="86959"/>
                  </a:lnTo>
                  <a:lnTo>
                    <a:pt x="469077" y="86209"/>
                  </a:lnTo>
                  <a:lnTo>
                    <a:pt x="469387" y="86015"/>
                  </a:lnTo>
                  <a:lnTo>
                    <a:pt x="470042" y="85445"/>
                  </a:lnTo>
                  <a:lnTo>
                    <a:pt x="470257" y="85158"/>
                  </a:lnTo>
                  <a:lnTo>
                    <a:pt x="470345" y="84883"/>
                  </a:lnTo>
                  <a:lnTo>
                    <a:pt x="470257" y="84389"/>
                  </a:lnTo>
                  <a:lnTo>
                    <a:pt x="470262" y="84095"/>
                  </a:lnTo>
                  <a:lnTo>
                    <a:pt x="470395" y="83757"/>
                  </a:lnTo>
                  <a:lnTo>
                    <a:pt x="470511" y="83509"/>
                  </a:lnTo>
                  <a:lnTo>
                    <a:pt x="470599" y="83287"/>
                  </a:lnTo>
                  <a:lnTo>
                    <a:pt x="470593" y="83001"/>
                  </a:lnTo>
                  <a:lnTo>
                    <a:pt x="470593" y="82849"/>
                  </a:lnTo>
                  <a:lnTo>
                    <a:pt x="470462" y="82545"/>
                  </a:lnTo>
                  <a:lnTo>
                    <a:pt x="470088" y="82181"/>
                  </a:lnTo>
                  <a:lnTo>
                    <a:pt x="469681" y="81787"/>
                  </a:lnTo>
                  <a:lnTo>
                    <a:pt x="469577" y="81523"/>
                  </a:lnTo>
                  <a:lnTo>
                    <a:pt x="469634" y="81378"/>
                  </a:lnTo>
                  <a:lnTo>
                    <a:pt x="469724" y="81145"/>
                  </a:lnTo>
                  <a:lnTo>
                    <a:pt x="469890" y="80892"/>
                  </a:lnTo>
                  <a:lnTo>
                    <a:pt x="470085" y="80608"/>
                  </a:lnTo>
                  <a:lnTo>
                    <a:pt x="470145" y="80369"/>
                  </a:lnTo>
                  <a:lnTo>
                    <a:pt x="470180" y="80029"/>
                  </a:lnTo>
                  <a:lnTo>
                    <a:pt x="470308" y="79683"/>
                  </a:lnTo>
                  <a:lnTo>
                    <a:pt x="470575" y="79397"/>
                  </a:lnTo>
                  <a:lnTo>
                    <a:pt x="470696" y="79201"/>
                  </a:lnTo>
                  <a:lnTo>
                    <a:pt x="470731" y="78868"/>
                  </a:lnTo>
                  <a:lnTo>
                    <a:pt x="470658" y="78408"/>
                  </a:lnTo>
                  <a:lnTo>
                    <a:pt x="470568" y="78182"/>
                  </a:lnTo>
                  <a:lnTo>
                    <a:pt x="470266" y="77502"/>
                  </a:lnTo>
                  <a:lnTo>
                    <a:pt x="470273" y="76914"/>
                  </a:lnTo>
                  <a:lnTo>
                    <a:pt x="470200" y="76449"/>
                  </a:lnTo>
                  <a:lnTo>
                    <a:pt x="470090" y="76276"/>
                  </a:lnTo>
                  <a:lnTo>
                    <a:pt x="469746" y="76030"/>
                  </a:lnTo>
                  <a:lnTo>
                    <a:pt x="469594" y="75898"/>
                  </a:lnTo>
                  <a:lnTo>
                    <a:pt x="468843" y="75463"/>
                  </a:lnTo>
                  <a:lnTo>
                    <a:pt x="468472" y="75075"/>
                  </a:lnTo>
                  <a:lnTo>
                    <a:pt x="468237" y="74615"/>
                  </a:lnTo>
                  <a:lnTo>
                    <a:pt x="468168" y="74267"/>
                  </a:lnTo>
                  <a:lnTo>
                    <a:pt x="468091" y="74075"/>
                  </a:lnTo>
                  <a:lnTo>
                    <a:pt x="467797" y="73797"/>
                  </a:lnTo>
                  <a:lnTo>
                    <a:pt x="467662" y="73733"/>
                  </a:lnTo>
                  <a:lnTo>
                    <a:pt x="467435" y="73586"/>
                  </a:lnTo>
                  <a:lnTo>
                    <a:pt x="467370" y="73328"/>
                  </a:lnTo>
                  <a:lnTo>
                    <a:pt x="467400" y="72799"/>
                  </a:lnTo>
                  <a:lnTo>
                    <a:pt x="467551" y="71956"/>
                  </a:lnTo>
                  <a:lnTo>
                    <a:pt x="467494" y="71808"/>
                  </a:lnTo>
                  <a:lnTo>
                    <a:pt x="467387" y="70793"/>
                  </a:lnTo>
                  <a:lnTo>
                    <a:pt x="467246" y="69605"/>
                  </a:lnTo>
                  <a:lnTo>
                    <a:pt x="467109" y="68767"/>
                  </a:lnTo>
                  <a:lnTo>
                    <a:pt x="466979" y="67807"/>
                  </a:lnTo>
                  <a:lnTo>
                    <a:pt x="465823" y="59242"/>
                  </a:lnTo>
                  <a:lnTo>
                    <a:pt x="465153" y="54197"/>
                  </a:lnTo>
                  <a:lnTo>
                    <a:pt x="465089" y="53962"/>
                  </a:lnTo>
                  <a:lnTo>
                    <a:pt x="465026" y="53309"/>
                  </a:lnTo>
                  <a:lnTo>
                    <a:pt x="464550" y="51984"/>
                  </a:lnTo>
                  <a:lnTo>
                    <a:pt x="464664" y="51730"/>
                  </a:lnTo>
                  <a:lnTo>
                    <a:pt x="464693" y="51557"/>
                  </a:lnTo>
                  <a:lnTo>
                    <a:pt x="464654" y="51193"/>
                  </a:lnTo>
                  <a:lnTo>
                    <a:pt x="464414" y="50856"/>
                  </a:lnTo>
                  <a:lnTo>
                    <a:pt x="464044" y="50694"/>
                  </a:lnTo>
                  <a:lnTo>
                    <a:pt x="464159" y="50562"/>
                  </a:lnTo>
                  <a:lnTo>
                    <a:pt x="464256" y="50278"/>
                  </a:lnTo>
                  <a:lnTo>
                    <a:pt x="464291" y="50102"/>
                  </a:lnTo>
                  <a:lnTo>
                    <a:pt x="464636" y="49466"/>
                  </a:lnTo>
                  <a:lnTo>
                    <a:pt x="464695" y="49330"/>
                  </a:lnTo>
                  <a:lnTo>
                    <a:pt x="464686" y="49184"/>
                  </a:lnTo>
                  <a:lnTo>
                    <a:pt x="464631" y="48939"/>
                  </a:lnTo>
                  <a:lnTo>
                    <a:pt x="464594" y="48773"/>
                  </a:lnTo>
                  <a:lnTo>
                    <a:pt x="464585" y="48637"/>
                  </a:lnTo>
                  <a:lnTo>
                    <a:pt x="464602" y="48472"/>
                  </a:lnTo>
                  <a:lnTo>
                    <a:pt x="464920" y="48283"/>
                  </a:lnTo>
                  <a:lnTo>
                    <a:pt x="464691" y="48106"/>
                  </a:lnTo>
                  <a:lnTo>
                    <a:pt x="464888" y="47746"/>
                  </a:lnTo>
                  <a:lnTo>
                    <a:pt x="464920" y="47574"/>
                  </a:lnTo>
                  <a:lnTo>
                    <a:pt x="464920" y="47392"/>
                  </a:lnTo>
                  <a:lnTo>
                    <a:pt x="465017" y="47152"/>
                  </a:lnTo>
                  <a:lnTo>
                    <a:pt x="465145" y="46949"/>
                  </a:lnTo>
                  <a:lnTo>
                    <a:pt x="464998" y="46860"/>
                  </a:lnTo>
                  <a:lnTo>
                    <a:pt x="465067" y="46469"/>
                  </a:lnTo>
                  <a:lnTo>
                    <a:pt x="465154" y="46235"/>
                  </a:lnTo>
                  <a:lnTo>
                    <a:pt x="465448" y="45635"/>
                  </a:lnTo>
                  <a:lnTo>
                    <a:pt x="465540" y="45119"/>
                  </a:lnTo>
                  <a:lnTo>
                    <a:pt x="466002" y="44649"/>
                  </a:lnTo>
                  <a:lnTo>
                    <a:pt x="466217" y="44243"/>
                  </a:lnTo>
                  <a:lnTo>
                    <a:pt x="466256" y="44025"/>
                  </a:lnTo>
                  <a:lnTo>
                    <a:pt x="466500" y="43722"/>
                  </a:lnTo>
                  <a:lnTo>
                    <a:pt x="466522" y="43498"/>
                  </a:lnTo>
                  <a:lnTo>
                    <a:pt x="466545" y="43306"/>
                  </a:lnTo>
                  <a:lnTo>
                    <a:pt x="466637" y="43066"/>
                  </a:lnTo>
                  <a:lnTo>
                    <a:pt x="466803" y="43003"/>
                  </a:lnTo>
                  <a:lnTo>
                    <a:pt x="467083" y="42904"/>
                  </a:lnTo>
                  <a:lnTo>
                    <a:pt x="467321" y="42696"/>
                  </a:lnTo>
                  <a:lnTo>
                    <a:pt x="467858" y="42737"/>
                  </a:lnTo>
                  <a:lnTo>
                    <a:pt x="467946" y="42571"/>
                  </a:lnTo>
                  <a:lnTo>
                    <a:pt x="467971" y="42197"/>
                  </a:lnTo>
                  <a:lnTo>
                    <a:pt x="468069" y="42040"/>
                  </a:lnTo>
                  <a:lnTo>
                    <a:pt x="468267" y="41841"/>
                  </a:lnTo>
                  <a:lnTo>
                    <a:pt x="468368" y="41586"/>
                  </a:lnTo>
                  <a:lnTo>
                    <a:pt x="468574" y="41482"/>
                  </a:lnTo>
                  <a:lnTo>
                    <a:pt x="468712" y="41325"/>
                  </a:lnTo>
                  <a:lnTo>
                    <a:pt x="468855" y="41200"/>
                  </a:lnTo>
                  <a:lnTo>
                    <a:pt x="469070" y="41106"/>
                  </a:lnTo>
                  <a:lnTo>
                    <a:pt x="469290" y="40940"/>
                  </a:lnTo>
                  <a:lnTo>
                    <a:pt x="469474" y="40794"/>
                  </a:lnTo>
                  <a:lnTo>
                    <a:pt x="469507" y="40653"/>
                  </a:lnTo>
                  <a:lnTo>
                    <a:pt x="469525" y="40491"/>
                  </a:lnTo>
                  <a:lnTo>
                    <a:pt x="469603" y="40356"/>
                  </a:lnTo>
                  <a:lnTo>
                    <a:pt x="469837" y="40137"/>
                  </a:lnTo>
                  <a:lnTo>
                    <a:pt x="469883" y="39881"/>
                  </a:lnTo>
                  <a:lnTo>
                    <a:pt x="470223" y="39600"/>
                  </a:lnTo>
                  <a:lnTo>
                    <a:pt x="470241" y="39037"/>
                  </a:lnTo>
                  <a:lnTo>
                    <a:pt x="470278" y="38771"/>
                  </a:lnTo>
                  <a:lnTo>
                    <a:pt x="470312" y="38594"/>
                  </a:lnTo>
                  <a:lnTo>
                    <a:pt x="470512" y="38224"/>
                  </a:lnTo>
                  <a:lnTo>
                    <a:pt x="470526" y="38057"/>
                  </a:lnTo>
                  <a:lnTo>
                    <a:pt x="470625" y="37861"/>
                  </a:lnTo>
                  <a:lnTo>
                    <a:pt x="470549" y="37576"/>
                  </a:lnTo>
                  <a:lnTo>
                    <a:pt x="470549" y="37449"/>
                  </a:lnTo>
                  <a:lnTo>
                    <a:pt x="470622" y="37218"/>
                  </a:lnTo>
                  <a:lnTo>
                    <a:pt x="471063" y="36629"/>
                  </a:lnTo>
                  <a:lnTo>
                    <a:pt x="471325" y="36259"/>
                  </a:lnTo>
                  <a:lnTo>
                    <a:pt x="471514" y="35817"/>
                  </a:lnTo>
                  <a:lnTo>
                    <a:pt x="471998" y="35411"/>
                  </a:lnTo>
                  <a:lnTo>
                    <a:pt x="472528" y="34915"/>
                  </a:lnTo>
                  <a:lnTo>
                    <a:pt x="472967" y="34277"/>
                  </a:lnTo>
                  <a:lnTo>
                    <a:pt x="473395" y="33977"/>
                  </a:lnTo>
                  <a:lnTo>
                    <a:pt x="474363" y="33529"/>
                  </a:lnTo>
                  <a:lnTo>
                    <a:pt x="474554" y="33564"/>
                  </a:lnTo>
                  <a:lnTo>
                    <a:pt x="475018" y="33436"/>
                  </a:lnTo>
                  <a:lnTo>
                    <a:pt x="475553" y="33145"/>
                  </a:lnTo>
                  <a:lnTo>
                    <a:pt x="476353" y="33078"/>
                  </a:lnTo>
                  <a:lnTo>
                    <a:pt x="476654" y="32993"/>
                  </a:lnTo>
                  <a:lnTo>
                    <a:pt x="476851" y="32959"/>
                  </a:lnTo>
                  <a:lnTo>
                    <a:pt x="477480" y="33025"/>
                  </a:lnTo>
                  <a:lnTo>
                    <a:pt x="477704" y="33028"/>
                  </a:lnTo>
                  <a:lnTo>
                    <a:pt x="477975" y="33008"/>
                  </a:lnTo>
                  <a:lnTo>
                    <a:pt x="478185" y="32974"/>
                  </a:lnTo>
                  <a:lnTo>
                    <a:pt x="478372" y="32944"/>
                  </a:lnTo>
                  <a:lnTo>
                    <a:pt x="478846" y="32731"/>
                  </a:lnTo>
                  <a:lnTo>
                    <a:pt x="479017" y="32705"/>
                  </a:lnTo>
                  <a:lnTo>
                    <a:pt x="484779" y="32506"/>
                  </a:lnTo>
                  <a:lnTo>
                    <a:pt x="490961" y="32904"/>
                  </a:lnTo>
                  <a:lnTo>
                    <a:pt x="491090" y="32810"/>
                  </a:lnTo>
                  <a:lnTo>
                    <a:pt x="491236" y="32710"/>
                  </a:lnTo>
                  <a:lnTo>
                    <a:pt x="491377" y="32645"/>
                  </a:lnTo>
                  <a:lnTo>
                    <a:pt x="491581" y="32560"/>
                  </a:lnTo>
                  <a:lnTo>
                    <a:pt x="491807" y="32470"/>
                  </a:lnTo>
                  <a:lnTo>
                    <a:pt x="491958" y="32282"/>
                  </a:lnTo>
                  <a:lnTo>
                    <a:pt x="492183" y="32084"/>
                  </a:lnTo>
                  <a:lnTo>
                    <a:pt x="492492" y="31938"/>
                  </a:lnTo>
                  <a:lnTo>
                    <a:pt x="492892" y="31796"/>
                  </a:lnTo>
                  <a:lnTo>
                    <a:pt x="493134" y="31504"/>
                  </a:lnTo>
                  <a:lnTo>
                    <a:pt x="493249" y="31262"/>
                  </a:lnTo>
                  <a:lnTo>
                    <a:pt x="493607" y="30999"/>
                  </a:lnTo>
                  <a:lnTo>
                    <a:pt x="494140" y="30529"/>
                  </a:lnTo>
                  <a:lnTo>
                    <a:pt x="494273" y="30378"/>
                  </a:lnTo>
                  <a:lnTo>
                    <a:pt x="494639" y="30381"/>
                  </a:lnTo>
                  <a:lnTo>
                    <a:pt x="494972" y="30397"/>
                  </a:lnTo>
                  <a:lnTo>
                    <a:pt x="495297" y="30281"/>
                  </a:lnTo>
                  <a:lnTo>
                    <a:pt x="495652" y="30269"/>
                  </a:lnTo>
                  <a:lnTo>
                    <a:pt x="495983" y="30253"/>
                  </a:lnTo>
                  <a:lnTo>
                    <a:pt x="496198" y="30219"/>
                  </a:lnTo>
                  <a:lnTo>
                    <a:pt x="496338" y="30138"/>
                  </a:lnTo>
                  <a:lnTo>
                    <a:pt x="496944" y="29859"/>
                  </a:lnTo>
                  <a:lnTo>
                    <a:pt x="497019" y="29991"/>
                  </a:lnTo>
                  <a:lnTo>
                    <a:pt x="497200" y="30253"/>
                  </a:lnTo>
                  <a:lnTo>
                    <a:pt x="497366" y="30453"/>
                  </a:lnTo>
                  <a:lnTo>
                    <a:pt x="497666" y="30688"/>
                  </a:lnTo>
                  <a:lnTo>
                    <a:pt x="497994" y="30866"/>
                  </a:lnTo>
                  <a:lnTo>
                    <a:pt x="505045" y="28050"/>
                  </a:lnTo>
                  <a:lnTo>
                    <a:pt x="505231" y="27959"/>
                  </a:lnTo>
                  <a:lnTo>
                    <a:pt x="505463" y="27559"/>
                  </a:lnTo>
                  <a:lnTo>
                    <a:pt x="505523" y="27337"/>
                  </a:lnTo>
                  <a:lnTo>
                    <a:pt x="505515" y="27187"/>
                  </a:lnTo>
                  <a:lnTo>
                    <a:pt x="505441" y="26962"/>
                  </a:lnTo>
                  <a:lnTo>
                    <a:pt x="505415" y="26686"/>
                  </a:lnTo>
                  <a:lnTo>
                    <a:pt x="505443" y="26492"/>
                  </a:lnTo>
                  <a:lnTo>
                    <a:pt x="505520" y="26321"/>
                  </a:lnTo>
                  <a:lnTo>
                    <a:pt x="505620" y="26170"/>
                  </a:lnTo>
                  <a:lnTo>
                    <a:pt x="505890" y="25967"/>
                  </a:lnTo>
                  <a:lnTo>
                    <a:pt x="506005" y="25836"/>
                  </a:lnTo>
                  <a:lnTo>
                    <a:pt x="506219" y="25587"/>
                  </a:lnTo>
                  <a:lnTo>
                    <a:pt x="506354" y="25494"/>
                  </a:lnTo>
                  <a:lnTo>
                    <a:pt x="506504" y="25436"/>
                  </a:lnTo>
                  <a:lnTo>
                    <a:pt x="506639" y="25289"/>
                  </a:lnTo>
                  <a:lnTo>
                    <a:pt x="506743" y="25123"/>
                  </a:lnTo>
                  <a:lnTo>
                    <a:pt x="506815" y="24601"/>
                  </a:lnTo>
                  <a:lnTo>
                    <a:pt x="507052" y="24382"/>
                  </a:lnTo>
                  <a:lnTo>
                    <a:pt x="507502" y="24231"/>
                  </a:lnTo>
                  <a:lnTo>
                    <a:pt x="508282" y="24039"/>
                  </a:lnTo>
                  <a:lnTo>
                    <a:pt x="508777" y="23846"/>
                  </a:lnTo>
                  <a:lnTo>
                    <a:pt x="509067" y="23521"/>
                  </a:lnTo>
                  <a:lnTo>
                    <a:pt x="509424" y="23132"/>
                  </a:lnTo>
                  <a:lnTo>
                    <a:pt x="509424" y="22854"/>
                  </a:lnTo>
                  <a:lnTo>
                    <a:pt x="509438" y="22487"/>
                  </a:lnTo>
                  <a:lnTo>
                    <a:pt x="509784" y="22198"/>
                  </a:lnTo>
                  <a:lnTo>
                    <a:pt x="510589" y="21880"/>
                  </a:lnTo>
                  <a:lnTo>
                    <a:pt x="511443" y="21173"/>
                  </a:lnTo>
                  <a:lnTo>
                    <a:pt x="511966" y="20546"/>
                  </a:lnTo>
                  <a:lnTo>
                    <a:pt x="512141" y="20222"/>
                  </a:lnTo>
                  <a:lnTo>
                    <a:pt x="512330" y="19926"/>
                  </a:lnTo>
                  <a:lnTo>
                    <a:pt x="512440" y="19618"/>
                  </a:lnTo>
                  <a:lnTo>
                    <a:pt x="512426" y="19178"/>
                  </a:lnTo>
                  <a:lnTo>
                    <a:pt x="512280" y="18823"/>
                  </a:lnTo>
                  <a:lnTo>
                    <a:pt x="511917" y="18482"/>
                  </a:lnTo>
                  <a:lnTo>
                    <a:pt x="511669" y="18051"/>
                  </a:lnTo>
                  <a:lnTo>
                    <a:pt x="511671" y="17814"/>
                  </a:lnTo>
                  <a:lnTo>
                    <a:pt x="511738" y="17017"/>
                  </a:lnTo>
                  <a:lnTo>
                    <a:pt x="511721" y="16775"/>
                  </a:lnTo>
                  <a:lnTo>
                    <a:pt x="511803" y="16464"/>
                  </a:lnTo>
                  <a:lnTo>
                    <a:pt x="511966" y="16373"/>
                  </a:lnTo>
                  <a:lnTo>
                    <a:pt x="512225" y="16287"/>
                  </a:lnTo>
                  <a:lnTo>
                    <a:pt x="513197" y="15812"/>
                  </a:lnTo>
                  <a:lnTo>
                    <a:pt x="513905" y="15202"/>
                  </a:lnTo>
                  <a:lnTo>
                    <a:pt x="513935" y="14964"/>
                  </a:lnTo>
                  <a:lnTo>
                    <a:pt x="513949" y="14679"/>
                  </a:lnTo>
                  <a:lnTo>
                    <a:pt x="513893" y="14519"/>
                  </a:lnTo>
                  <a:lnTo>
                    <a:pt x="513611" y="14134"/>
                  </a:lnTo>
                  <a:lnTo>
                    <a:pt x="513249" y="13836"/>
                  </a:lnTo>
                  <a:lnTo>
                    <a:pt x="513093" y="13606"/>
                  </a:lnTo>
                  <a:lnTo>
                    <a:pt x="512146" y="12861"/>
                  </a:lnTo>
                  <a:lnTo>
                    <a:pt x="511934" y="12741"/>
                  </a:lnTo>
                  <a:lnTo>
                    <a:pt x="511682" y="12530"/>
                  </a:lnTo>
                  <a:lnTo>
                    <a:pt x="510865" y="11538"/>
                  </a:lnTo>
                  <a:lnTo>
                    <a:pt x="510897" y="11217"/>
                  </a:lnTo>
                  <a:lnTo>
                    <a:pt x="510836" y="10914"/>
                  </a:lnTo>
                  <a:lnTo>
                    <a:pt x="510580" y="10379"/>
                  </a:lnTo>
                  <a:lnTo>
                    <a:pt x="510484" y="9953"/>
                  </a:lnTo>
                  <a:lnTo>
                    <a:pt x="510489" y="9813"/>
                  </a:lnTo>
                  <a:lnTo>
                    <a:pt x="510591" y="9275"/>
                  </a:lnTo>
                  <a:lnTo>
                    <a:pt x="510558" y="8716"/>
                  </a:lnTo>
                  <a:lnTo>
                    <a:pt x="510584" y="8357"/>
                  </a:lnTo>
                  <a:lnTo>
                    <a:pt x="511074" y="7699"/>
                  </a:lnTo>
                  <a:lnTo>
                    <a:pt x="511357" y="7346"/>
                  </a:lnTo>
                  <a:lnTo>
                    <a:pt x="511636" y="7068"/>
                  </a:lnTo>
                  <a:lnTo>
                    <a:pt x="512133" y="6816"/>
                  </a:lnTo>
                  <a:lnTo>
                    <a:pt x="512481" y="6795"/>
                  </a:lnTo>
                  <a:lnTo>
                    <a:pt x="512894" y="6416"/>
                  </a:lnTo>
                  <a:lnTo>
                    <a:pt x="513210" y="6306"/>
                  </a:lnTo>
                  <a:lnTo>
                    <a:pt x="513432" y="6215"/>
                  </a:lnTo>
                  <a:lnTo>
                    <a:pt x="514664" y="5479"/>
                  </a:lnTo>
                  <a:lnTo>
                    <a:pt x="515004" y="5127"/>
                  </a:lnTo>
                  <a:lnTo>
                    <a:pt x="514892" y="4823"/>
                  </a:lnTo>
                  <a:lnTo>
                    <a:pt x="514886" y="4540"/>
                  </a:lnTo>
                  <a:lnTo>
                    <a:pt x="514821" y="4229"/>
                  </a:lnTo>
                  <a:lnTo>
                    <a:pt x="514834" y="3886"/>
                  </a:lnTo>
                  <a:lnTo>
                    <a:pt x="515101" y="3350"/>
                  </a:lnTo>
                  <a:lnTo>
                    <a:pt x="515814" y="2803"/>
                  </a:lnTo>
                  <a:lnTo>
                    <a:pt x="516259" y="2388"/>
                  </a:lnTo>
                  <a:lnTo>
                    <a:pt x="516550" y="2240"/>
                  </a:lnTo>
                  <a:lnTo>
                    <a:pt x="516824" y="2167"/>
                  </a:lnTo>
                  <a:lnTo>
                    <a:pt x="517336" y="2101"/>
                  </a:lnTo>
                  <a:lnTo>
                    <a:pt x="517743" y="2155"/>
                  </a:lnTo>
                  <a:lnTo>
                    <a:pt x="518428" y="2290"/>
                  </a:lnTo>
                  <a:lnTo>
                    <a:pt x="518851" y="2252"/>
                  </a:lnTo>
                  <a:lnTo>
                    <a:pt x="519257" y="2196"/>
                  </a:lnTo>
                  <a:lnTo>
                    <a:pt x="519933" y="2072"/>
                  </a:lnTo>
                  <a:lnTo>
                    <a:pt x="520092" y="1995"/>
                  </a:lnTo>
                  <a:lnTo>
                    <a:pt x="520240" y="1939"/>
                  </a:lnTo>
                  <a:lnTo>
                    <a:pt x="520956" y="1760"/>
                  </a:lnTo>
                  <a:lnTo>
                    <a:pt x="521528" y="1857"/>
                  </a:lnTo>
                  <a:lnTo>
                    <a:pt x="522140" y="2071"/>
                  </a:lnTo>
                  <a:lnTo>
                    <a:pt x="522598" y="2272"/>
                  </a:lnTo>
                  <a:lnTo>
                    <a:pt x="522890" y="2077"/>
                  </a:lnTo>
                  <a:lnTo>
                    <a:pt x="523242" y="2009"/>
                  </a:lnTo>
                  <a:lnTo>
                    <a:pt x="523775" y="2076"/>
                  </a:lnTo>
                  <a:lnTo>
                    <a:pt x="524091" y="2164"/>
                  </a:lnTo>
                  <a:lnTo>
                    <a:pt x="524352" y="2010"/>
                  </a:lnTo>
                  <a:lnTo>
                    <a:pt x="524792" y="1651"/>
                  </a:lnTo>
                  <a:lnTo>
                    <a:pt x="525149" y="1186"/>
                  </a:lnTo>
                  <a:lnTo>
                    <a:pt x="526232" y="1251"/>
                  </a:lnTo>
                  <a:lnTo>
                    <a:pt x="526849" y="1530"/>
                  </a:lnTo>
                  <a:lnTo>
                    <a:pt x="527036" y="1685"/>
                  </a:lnTo>
                  <a:lnTo>
                    <a:pt x="528575" y="1847"/>
                  </a:lnTo>
                  <a:lnTo>
                    <a:pt x="528878" y="1997"/>
                  </a:lnTo>
                  <a:lnTo>
                    <a:pt x="529835" y="3002"/>
                  </a:lnTo>
                  <a:lnTo>
                    <a:pt x="531581" y="2891"/>
                  </a:lnTo>
                  <a:lnTo>
                    <a:pt x="532118" y="2785"/>
                  </a:lnTo>
                  <a:lnTo>
                    <a:pt x="532830" y="3308"/>
                  </a:lnTo>
                  <a:lnTo>
                    <a:pt x="533624" y="3314"/>
                  </a:lnTo>
                  <a:lnTo>
                    <a:pt x="535257" y="3583"/>
                  </a:lnTo>
                  <a:lnTo>
                    <a:pt x="535566" y="3716"/>
                  </a:lnTo>
                  <a:lnTo>
                    <a:pt x="535993" y="4008"/>
                  </a:lnTo>
                  <a:lnTo>
                    <a:pt x="536488" y="4327"/>
                  </a:lnTo>
                  <a:lnTo>
                    <a:pt x="536898" y="4557"/>
                  </a:lnTo>
                  <a:lnTo>
                    <a:pt x="537596" y="4673"/>
                  </a:lnTo>
                  <a:lnTo>
                    <a:pt x="538022" y="4507"/>
                  </a:lnTo>
                  <a:lnTo>
                    <a:pt x="538809" y="4155"/>
                  </a:lnTo>
                  <a:lnTo>
                    <a:pt x="539163" y="4189"/>
                  </a:lnTo>
                  <a:lnTo>
                    <a:pt x="539517" y="4117"/>
                  </a:lnTo>
                  <a:lnTo>
                    <a:pt x="540211" y="3721"/>
                  </a:lnTo>
                  <a:lnTo>
                    <a:pt x="540596" y="3413"/>
                  </a:lnTo>
                  <a:lnTo>
                    <a:pt x="540592" y="3228"/>
                  </a:lnTo>
                  <a:lnTo>
                    <a:pt x="540348" y="2866"/>
                  </a:lnTo>
                  <a:lnTo>
                    <a:pt x="539825" y="2319"/>
                  </a:lnTo>
                  <a:lnTo>
                    <a:pt x="539853" y="1949"/>
                  </a:lnTo>
                  <a:lnTo>
                    <a:pt x="540045" y="1787"/>
                  </a:lnTo>
                  <a:lnTo>
                    <a:pt x="540385" y="1704"/>
                  </a:lnTo>
                  <a:lnTo>
                    <a:pt x="541689" y="1657"/>
                  </a:lnTo>
                  <a:lnTo>
                    <a:pt x="542433" y="1766"/>
                  </a:lnTo>
                  <a:lnTo>
                    <a:pt x="542855" y="1740"/>
                  </a:lnTo>
                  <a:lnTo>
                    <a:pt x="543512" y="1448"/>
                  </a:lnTo>
                  <a:lnTo>
                    <a:pt x="544017" y="1297"/>
                  </a:lnTo>
                  <a:lnTo>
                    <a:pt x="544489" y="1344"/>
                  </a:lnTo>
                  <a:lnTo>
                    <a:pt x="544898" y="1433"/>
                  </a:lnTo>
                  <a:lnTo>
                    <a:pt x="545242" y="1422"/>
                  </a:lnTo>
                  <a:lnTo>
                    <a:pt x="545674" y="1256"/>
                  </a:lnTo>
                  <a:lnTo>
                    <a:pt x="545871" y="1229"/>
                  </a:lnTo>
                  <a:lnTo>
                    <a:pt x="546441" y="1229"/>
                  </a:lnTo>
                  <a:lnTo>
                    <a:pt x="546627" y="1196"/>
                  </a:lnTo>
                  <a:lnTo>
                    <a:pt x="546872" y="1167"/>
                  </a:lnTo>
                  <a:lnTo>
                    <a:pt x="547180" y="943"/>
                  </a:lnTo>
                  <a:lnTo>
                    <a:pt x="547507" y="463"/>
                  </a:lnTo>
                  <a:lnTo>
                    <a:pt x="547894" y="275"/>
                  </a:lnTo>
                  <a:lnTo>
                    <a:pt x="548433" y="104"/>
                  </a:lnTo>
                  <a:lnTo>
                    <a:pt x="549227" y="41"/>
                  </a:lnTo>
                  <a:lnTo>
                    <a:pt x="549705" y="244"/>
                  </a:lnTo>
                  <a:lnTo>
                    <a:pt x="550191" y="396"/>
                  </a:lnTo>
                  <a:lnTo>
                    <a:pt x="550508" y="411"/>
                  </a:lnTo>
                  <a:lnTo>
                    <a:pt x="550917" y="297"/>
                  </a:lnTo>
                  <a:lnTo>
                    <a:pt x="551128" y="67"/>
                  </a:lnTo>
                  <a:lnTo>
                    <a:pt x="551390" y="0"/>
                  </a:lnTo>
                  <a:lnTo>
                    <a:pt x="551656" y="109"/>
                  </a:lnTo>
                  <a:lnTo>
                    <a:pt x="552503" y="456"/>
                  </a:lnTo>
                  <a:lnTo>
                    <a:pt x="552455" y="1298"/>
                  </a:lnTo>
                  <a:lnTo>
                    <a:pt x="552577" y="1509"/>
                  </a:lnTo>
                  <a:lnTo>
                    <a:pt x="553193" y="1513"/>
                  </a:lnTo>
                  <a:lnTo>
                    <a:pt x="553357" y="1601"/>
                  </a:lnTo>
                  <a:lnTo>
                    <a:pt x="553611" y="1845"/>
                  </a:lnTo>
                  <a:lnTo>
                    <a:pt x="553804" y="2189"/>
                  </a:lnTo>
                  <a:lnTo>
                    <a:pt x="554123" y="2608"/>
                  </a:lnTo>
                  <a:lnTo>
                    <a:pt x="554283" y="2914"/>
                  </a:lnTo>
                  <a:lnTo>
                    <a:pt x="554338" y="3145"/>
                  </a:lnTo>
                  <a:lnTo>
                    <a:pt x="554258" y="3395"/>
                  </a:lnTo>
                  <a:lnTo>
                    <a:pt x="554034" y="3584"/>
                  </a:lnTo>
                  <a:lnTo>
                    <a:pt x="553689" y="3708"/>
                  </a:lnTo>
                  <a:lnTo>
                    <a:pt x="553454" y="3891"/>
                  </a:lnTo>
                  <a:lnTo>
                    <a:pt x="553441" y="4219"/>
                  </a:lnTo>
                  <a:lnTo>
                    <a:pt x="553515" y="4485"/>
                  </a:lnTo>
                  <a:lnTo>
                    <a:pt x="553634" y="4641"/>
                  </a:lnTo>
                  <a:lnTo>
                    <a:pt x="553744" y="4860"/>
                  </a:lnTo>
                  <a:lnTo>
                    <a:pt x="553703" y="5047"/>
                  </a:lnTo>
                  <a:lnTo>
                    <a:pt x="553290" y="5365"/>
                  </a:lnTo>
                  <a:lnTo>
                    <a:pt x="553001" y="5657"/>
                  </a:lnTo>
                  <a:lnTo>
                    <a:pt x="553014" y="5834"/>
                  </a:lnTo>
                  <a:lnTo>
                    <a:pt x="553093" y="6033"/>
                  </a:lnTo>
                  <a:lnTo>
                    <a:pt x="553228" y="6240"/>
                  </a:lnTo>
                  <a:lnTo>
                    <a:pt x="553659" y="6469"/>
                  </a:lnTo>
                  <a:lnTo>
                    <a:pt x="554026" y="6516"/>
                  </a:lnTo>
                  <a:lnTo>
                    <a:pt x="554476" y="6578"/>
                  </a:lnTo>
                  <a:lnTo>
                    <a:pt x="554756" y="6677"/>
                  </a:lnTo>
                  <a:lnTo>
                    <a:pt x="554843" y="6928"/>
                  </a:lnTo>
                  <a:lnTo>
                    <a:pt x="554843" y="7100"/>
                  </a:lnTo>
                  <a:lnTo>
                    <a:pt x="554806" y="7600"/>
                  </a:lnTo>
                  <a:lnTo>
                    <a:pt x="554848" y="8017"/>
                  </a:lnTo>
                  <a:lnTo>
                    <a:pt x="554940" y="8220"/>
                  </a:lnTo>
                  <a:lnTo>
                    <a:pt x="555167" y="8380"/>
                  </a:lnTo>
                  <a:lnTo>
                    <a:pt x="555649" y="8506"/>
                  </a:lnTo>
                  <a:lnTo>
                    <a:pt x="555924" y="8799"/>
                  </a:lnTo>
                  <a:lnTo>
                    <a:pt x="555876" y="8980"/>
                  </a:lnTo>
                  <a:lnTo>
                    <a:pt x="555166" y="9177"/>
                  </a:lnTo>
                  <a:lnTo>
                    <a:pt x="554758" y="9303"/>
                  </a:lnTo>
                  <a:lnTo>
                    <a:pt x="554510" y="9636"/>
                  </a:lnTo>
                  <a:lnTo>
                    <a:pt x="554541" y="9984"/>
                  </a:lnTo>
                  <a:lnTo>
                    <a:pt x="554587" y="10147"/>
                  </a:lnTo>
                  <a:lnTo>
                    <a:pt x="554552" y="10297"/>
                  </a:lnTo>
                  <a:lnTo>
                    <a:pt x="554420" y="10427"/>
                  </a:lnTo>
                  <a:lnTo>
                    <a:pt x="554174" y="10473"/>
                  </a:lnTo>
                  <a:lnTo>
                    <a:pt x="553393" y="10408"/>
                  </a:lnTo>
                  <a:lnTo>
                    <a:pt x="552768" y="10317"/>
                  </a:lnTo>
                  <a:lnTo>
                    <a:pt x="552383" y="10245"/>
                  </a:lnTo>
                  <a:lnTo>
                    <a:pt x="552211" y="10395"/>
                  </a:lnTo>
                  <a:lnTo>
                    <a:pt x="552068" y="10721"/>
                  </a:lnTo>
                  <a:lnTo>
                    <a:pt x="551843" y="10975"/>
                  </a:lnTo>
                  <a:lnTo>
                    <a:pt x="551656" y="11037"/>
                  </a:lnTo>
                  <a:lnTo>
                    <a:pt x="551475" y="11207"/>
                  </a:lnTo>
                  <a:lnTo>
                    <a:pt x="551148" y="11255"/>
                  </a:lnTo>
                  <a:lnTo>
                    <a:pt x="550840" y="11251"/>
                  </a:lnTo>
                  <a:lnTo>
                    <a:pt x="550337" y="11209"/>
                  </a:lnTo>
                  <a:lnTo>
                    <a:pt x="550038" y="11349"/>
                  </a:lnTo>
                  <a:lnTo>
                    <a:pt x="550069" y="11655"/>
                  </a:lnTo>
                  <a:lnTo>
                    <a:pt x="550080" y="11914"/>
                  </a:lnTo>
                  <a:lnTo>
                    <a:pt x="549980" y="12151"/>
                  </a:lnTo>
                  <a:lnTo>
                    <a:pt x="549661" y="12668"/>
                  </a:lnTo>
                  <a:lnTo>
                    <a:pt x="549371" y="13215"/>
                  </a:lnTo>
                  <a:lnTo>
                    <a:pt x="549367" y="13369"/>
                  </a:lnTo>
                  <a:lnTo>
                    <a:pt x="549452" y="13577"/>
                  </a:lnTo>
                  <a:lnTo>
                    <a:pt x="549657" y="13707"/>
                  </a:lnTo>
                  <a:lnTo>
                    <a:pt x="549947" y="13786"/>
                  </a:lnTo>
                  <a:lnTo>
                    <a:pt x="550304" y="13752"/>
                  </a:lnTo>
                  <a:lnTo>
                    <a:pt x="550889" y="13729"/>
                  </a:lnTo>
                  <a:lnTo>
                    <a:pt x="551299" y="14062"/>
                  </a:lnTo>
                  <a:lnTo>
                    <a:pt x="551336" y="14314"/>
                  </a:lnTo>
                  <a:lnTo>
                    <a:pt x="551402" y="14605"/>
                  </a:lnTo>
                  <a:lnTo>
                    <a:pt x="551527" y="14781"/>
                  </a:lnTo>
                  <a:lnTo>
                    <a:pt x="552055" y="14939"/>
                  </a:lnTo>
                  <a:lnTo>
                    <a:pt x="552511" y="15256"/>
                  </a:lnTo>
                  <a:lnTo>
                    <a:pt x="552739" y="15498"/>
                  </a:lnTo>
                  <a:lnTo>
                    <a:pt x="552731" y="15639"/>
                  </a:lnTo>
                  <a:lnTo>
                    <a:pt x="552562" y="15706"/>
                  </a:lnTo>
                  <a:lnTo>
                    <a:pt x="552070" y="15740"/>
                  </a:lnTo>
                  <a:lnTo>
                    <a:pt x="551850" y="15748"/>
                  </a:lnTo>
                  <a:lnTo>
                    <a:pt x="551681" y="15931"/>
                  </a:lnTo>
                  <a:lnTo>
                    <a:pt x="552259" y="16354"/>
                  </a:lnTo>
                  <a:lnTo>
                    <a:pt x="552492" y="16662"/>
                  </a:lnTo>
                  <a:lnTo>
                    <a:pt x="552712" y="16829"/>
                  </a:lnTo>
                  <a:lnTo>
                    <a:pt x="552891" y="16849"/>
                  </a:lnTo>
                  <a:lnTo>
                    <a:pt x="553419" y="16750"/>
                  </a:lnTo>
                  <a:lnTo>
                    <a:pt x="554002" y="16651"/>
                  </a:lnTo>
                  <a:lnTo>
                    <a:pt x="554521" y="16829"/>
                  </a:lnTo>
                  <a:lnTo>
                    <a:pt x="555196" y="17355"/>
                  </a:lnTo>
                  <a:lnTo>
                    <a:pt x="555963" y="17866"/>
                  </a:lnTo>
                  <a:lnTo>
                    <a:pt x="556605" y="18376"/>
                  </a:lnTo>
                  <a:lnTo>
                    <a:pt x="557147" y="18611"/>
                  </a:lnTo>
                  <a:lnTo>
                    <a:pt x="557464" y="18277"/>
                  </a:lnTo>
                  <a:lnTo>
                    <a:pt x="557863" y="18038"/>
                  </a:lnTo>
                  <a:lnTo>
                    <a:pt x="558148" y="17991"/>
                  </a:lnTo>
                  <a:lnTo>
                    <a:pt x="558644" y="18142"/>
                  </a:lnTo>
                  <a:lnTo>
                    <a:pt x="559534" y="18543"/>
                  </a:lnTo>
                  <a:lnTo>
                    <a:pt x="560347" y="18929"/>
                  </a:lnTo>
                  <a:lnTo>
                    <a:pt x="560921" y="19273"/>
                  </a:lnTo>
                  <a:lnTo>
                    <a:pt x="561334" y="19554"/>
                  </a:lnTo>
                  <a:lnTo>
                    <a:pt x="561637" y="19846"/>
                  </a:lnTo>
                  <a:lnTo>
                    <a:pt x="561632" y="20028"/>
                  </a:lnTo>
                  <a:lnTo>
                    <a:pt x="561628" y="20341"/>
                  </a:lnTo>
                  <a:lnTo>
                    <a:pt x="561942" y="20584"/>
                  </a:lnTo>
                  <a:lnTo>
                    <a:pt x="562175" y="20543"/>
                  </a:lnTo>
                  <a:lnTo>
                    <a:pt x="562704" y="20393"/>
                  </a:lnTo>
                  <a:lnTo>
                    <a:pt x="562833" y="20393"/>
                  </a:lnTo>
                  <a:lnTo>
                    <a:pt x="563234" y="20582"/>
                  </a:lnTo>
                  <a:lnTo>
                    <a:pt x="563116" y="20843"/>
                  </a:lnTo>
                  <a:lnTo>
                    <a:pt x="562969" y="21139"/>
                  </a:lnTo>
                  <a:lnTo>
                    <a:pt x="562495" y="21636"/>
                  </a:lnTo>
                  <a:lnTo>
                    <a:pt x="561867" y="22136"/>
                  </a:lnTo>
                  <a:lnTo>
                    <a:pt x="561630" y="22311"/>
                  </a:lnTo>
                  <a:lnTo>
                    <a:pt x="561477" y="22468"/>
                  </a:lnTo>
                  <a:lnTo>
                    <a:pt x="560577" y="23088"/>
                  </a:lnTo>
                  <a:lnTo>
                    <a:pt x="560412" y="23307"/>
                  </a:lnTo>
                  <a:lnTo>
                    <a:pt x="560324" y="23573"/>
                  </a:lnTo>
                  <a:lnTo>
                    <a:pt x="560551" y="23886"/>
                  </a:lnTo>
                  <a:lnTo>
                    <a:pt x="560580" y="24062"/>
                  </a:lnTo>
                  <a:lnTo>
                    <a:pt x="560494" y="24277"/>
                  </a:lnTo>
                  <a:lnTo>
                    <a:pt x="560006" y="24557"/>
                  </a:lnTo>
                  <a:lnTo>
                    <a:pt x="559361" y="24945"/>
                  </a:lnTo>
                  <a:lnTo>
                    <a:pt x="558744" y="25066"/>
                  </a:lnTo>
                  <a:lnTo>
                    <a:pt x="558395" y="25234"/>
                  </a:lnTo>
                  <a:lnTo>
                    <a:pt x="558036" y="25463"/>
                  </a:lnTo>
                  <a:lnTo>
                    <a:pt x="557859" y="25622"/>
                  </a:lnTo>
                  <a:lnTo>
                    <a:pt x="557880" y="25909"/>
                  </a:lnTo>
                  <a:lnTo>
                    <a:pt x="558068" y="26290"/>
                  </a:lnTo>
                  <a:lnTo>
                    <a:pt x="558380" y="26592"/>
                  </a:lnTo>
                  <a:lnTo>
                    <a:pt x="559161" y="26972"/>
                  </a:lnTo>
                  <a:lnTo>
                    <a:pt x="559662" y="27075"/>
                  </a:lnTo>
                  <a:lnTo>
                    <a:pt x="560157" y="27359"/>
                  </a:lnTo>
                  <a:lnTo>
                    <a:pt x="560396" y="27530"/>
                  </a:lnTo>
                  <a:lnTo>
                    <a:pt x="560577" y="27645"/>
                  </a:lnTo>
                  <a:lnTo>
                    <a:pt x="560927" y="27778"/>
                  </a:lnTo>
                  <a:lnTo>
                    <a:pt x="561166" y="27824"/>
                  </a:lnTo>
                  <a:lnTo>
                    <a:pt x="561431" y="27840"/>
                  </a:lnTo>
                  <a:lnTo>
                    <a:pt x="561728" y="27941"/>
                  </a:lnTo>
                  <a:lnTo>
                    <a:pt x="561930" y="27932"/>
                  </a:lnTo>
                  <a:lnTo>
                    <a:pt x="562162" y="27799"/>
                  </a:lnTo>
                  <a:lnTo>
                    <a:pt x="562514" y="27753"/>
                  </a:lnTo>
                  <a:lnTo>
                    <a:pt x="562704" y="27783"/>
                  </a:lnTo>
                  <a:lnTo>
                    <a:pt x="563179" y="27786"/>
                  </a:lnTo>
                  <a:lnTo>
                    <a:pt x="563542" y="27907"/>
                  </a:lnTo>
                  <a:lnTo>
                    <a:pt x="563682" y="28028"/>
                  </a:lnTo>
                  <a:lnTo>
                    <a:pt x="563840" y="28332"/>
                  </a:lnTo>
                  <a:lnTo>
                    <a:pt x="563958" y="28537"/>
                  </a:lnTo>
                  <a:lnTo>
                    <a:pt x="564336" y="28904"/>
                  </a:lnTo>
                  <a:lnTo>
                    <a:pt x="564538" y="28829"/>
                  </a:lnTo>
                  <a:lnTo>
                    <a:pt x="564852" y="28731"/>
                  </a:lnTo>
                  <a:lnTo>
                    <a:pt x="564997" y="28687"/>
                  </a:lnTo>
                  <a:lnTo>
                    <a:pt x="565259" y="28802"/>
                  </a:lnTo>
                  <a:lnTo>
                    <a:pt x="566314" y="29750"/>
                  </a:lnTo>
                  <a:lnTo>
                    <a:pt x="566604" y="30005"/>
                  </a:lnTo>
                  <a:lnTo>
                    <a:pt x="567073" y="30273"/>
                  </a:lnTo>
                  <a:lnTo>
                    <a:pt x="567522" y="30011"/>
                  </a:lnTo>
                  <a:lnTo>
                    <a:pt x="567834" y="29865"/>
                  </a:lnTo>
                  <a:lnTo>
                    <a:pt x="568033" y="29874"/>
                  </a:lnTo>
                  <a:lnTo>
                    <a:pt x="568556" y="30036"/>
                  </a:lnTo>
                  <a:lnTo>
                    <a:pt x="569140" y="30018"/>
                  </a:lnTo>
                  <a:lnTo>
                    <a:pt x="569631" y="30249"/>
                  </a:lnTo>
                  <a:lnTo>
                    <a:pt x="570925" y="30649"/>
                  </a:lnTo>
                  <a:lnTo>
                    <a:pt x="571592" y="30856"/>
                  </a:lnTo>
                  <a:lnTo>
                    <a:pt x="572583" y="31237"/>
                  </a:lnTo>
                  <a:lnTo>
                    <a:pt x="573134" y="31506"/>
                  </a:lnTo>
                  <a:lnTo>
                    <a:pt x="573260" y="31724"/>
                  </a:lnTo>
                  <a:lnTo>
                    <a:pt x="573112" y="32132"/>
                  </a:lnTo>
                  <a:lnTo>
                    <a:pt x="573063" y="32332"/>
                  </a:lnTo>
                  <a:lnTo>
                    <a:pt x="573057" y="32488"/>
                  </a:lnTo>
                  <a:lnTo>
                    <a:pt x="573123" y="32632"/>
                  </a:lnTo>
                  <a:lnTo>
                    <a:pt x="573261" y="32776"/>
                  </a:lnTo>
                  <a:lnTo>
                    <a:pt x="573492" y="32957"/>
                  </a:lnTo>
                  <a:lnTo>
                    <a:pt x="574286" y="33364"/>
                  </a:lnTo>
                  <a:lnTo>
                    <a:pt x="574930" y="33676"/>
                  </a:lnTo>
                  <a:lnTo>
                    <a:pt x="575569" y="33952"/>
                  </a:lnTo>
                  <a:lnTo>
                    <a:pt x="576032" y="34227"/>
                  </a:lnTo>
                  <a:lnTo>
                    <a:pt x="576374" y="34596"/>
                  </a:lnTo>
                  <a:lnTo>
                    <a:pt x="576699" y="34740"/>
                  </a:lnTo>
                  <a:lnTo>
                    <a:pt x="577236" y="34610"/>
                  </a:lnTo>
                  <a:lnTo>
                    <a:pt x="577948" y="34167"/>
                  </a:lnTo>
                  <a:lnTo>
                    <a:pt x="578401" y="33894"/>
                  </a:lnTo>
                  <a:lnTo>
                    <a:pt x="578895" y="33763"/>
                  </a:lnTo>
                  <a:lnTo>
                    <a:pt x="579256" y="33848"/>
                  </a:lnTo>
                  <a:lnTo>
                    <a:pt x="579549" y="34069"/>
                  </a:lnTo>
                  <a:lnTo>
                    <a:pt x="579583" y="34291"/>
                  </a:lnTo>
                  <a:lnTo>
                    <a:pt x="579575" y="34520"/>
                  </a:lnTo>
                  <a:lnTo>
                    <a:pt x="579641" y="35157"/>
                  </a:lnTo>
                  <a:lnTo>
                    <a:pt x="579750" y="35353"/>
                  </a:lnTo>
                  <a:lnTo>
                    <a:pt x="579968" y="35659"/>
                  </a:lnTo>
                  <a:lnTo>
                    <a:pt x="580124" y="35746"/>
                  </a:lnTo>
                  <a:lnTo>
                    <a:pt x="580697" y="35750"/>
                  </a:lnTo>
                  <a:lnTo>
                    <a:pt x="581304" y="35682"/>
                  </a:lnTo>
                  <a:lnTo>
                    <a:pt x="581483" y="35718"/>
                  </a:lnTo>
                  <a:lnTo>
                    <a:pt x="581529" y="35858"/>
                  </a:lnTo>
                  <a:lnTo>
                    <a:pt x="581456" y="36244"/>
                  </a:lnTo>
                  <a:lnTo>
                    <a:pt x="581598" y="36494"/>
                  </a:lnTo>
                  <a:lnTo>
                    <a:pt x="581965" y="36724"/>
                  </a:lnTo>
                  <a:lnTo>
                    <a:pt x="582493" y="36854"/>
                  </a:lnTo>
                  <a:lnTo>
                    <a:pt x="582862" y="37127"/>
                  </a:lnTo>
                  <a:lnTo>
                    <a:pt x="582875" y="37266"/>
                  </a:lnTo>
                  <a:lnTo>
                    <a:pt x="582640" y="37839"/>
                  </a:lnTo>
                  <a:lnTo>
                    <a:pt x="581969" y="38621"/>
                  </a:lnTo>
                  <a:lnTo>
                    <a:pt x="581703" y="38965"/>
                  </a:lnTo>
                  <a:lnTo>
                    <a:pt x="581556" y="39434"/>
                  </a:lnTo>
                  <a:lnTo>
                    <a:pt x="581648" y="39725"/>
                  </a:lnTo>
                  <a:lnTo>
                    <a:pt x="581859" y="39871"/>
                  </a:lnTo>
                  <a:lnTo>
                    <a:pt x="582079" y="40075"/>
                  </a:lnTo>
                  <a:lnTo>
                    <a:pt x="582199" y="40278"/>
                  </a:lnTo>
                  <a:lnTo>
                    <a:pt x="582327" y="40565"/>
                  </a:lnTo>
                  <a:lnTo>
                    <a:pt x="582473" y="41067"/>
                  </a:lnTo>
                  <a:lnTo>
                    <a:pt x="582456" y="41523"/>
                  </a:lnTo>
                  <a:lnTo>
                    <a:pt x="582461" y="41753"/>
                  </a:lnTo>
                  <a:lnTo>
                    <a:pt x="582557" y="42175"/>
                  </a:lnTo>
                  <a:lnTo>
                    <a:pt x="582672" y="42321"/>
                  </a:lnTo>
                  <a:lnTo>
                    <a:pt x="582969" y="42473"/>
                  </a:lnTo>
                  <a:lnTo>
                    <a:pt x="583260" y="42541"/>
                  </a:lnTo>
                  <a:lnTo>
                    <a:pt x="583673" y="42785"/>
                  </a:lnTo>
                  <a:lnTo>
                    <a:pt x="583792" y="42936"/>
                  </a:lnTo>
                  <a:lnTo>
                    <a:pt x="583861" y="43139"/>
                  </a:lnTo>
                  <a:lnTo>
                    <a:pt x="583870" y="43337"/>
                  </a:lnTo>
                  <a:lnTo>
                    <a:pt x="583897" y="43520"/>
                  </a:lnTo>
                  <a:lnTo>
                    <a:pt x="584142" y="43917"/>
                  </a:lnTo>
                  <a:lnTo>
                    <a:pt x="584334" y="44039"/>
                  </a:lnTo>
                  <a:lnTo>
                    <a:pt x="584872" y="44210"/>
                  </a:lnTo>
                  <a:lnTo>
                    <a:pt x="585448" y="44309"/>
                  </a:lnTo>
                  <a:lnTo>
                    <a:pt x="585844" y="44170"/>
                  </a:lnTo>
                  <a:lnTo>
                    <a:pt x="586192" y="43965"/>
                  </a:lnTo>
                  <a:lnTo>
                    <a:pt x="586363" y="43917"/>
                  </a:lnTo>
                  <a:lnTo>
                    <a:pt x="586751" y="44032"/>
                  </a:lnTo>
                  <a:lnTo>
                    <a:pt x="586949" y="44157"/>
                  </a:lnTo>
                  <a:lnTo>
                    <a:pt x="587321" y="44765"/>
                  </a:lnTo>
                  <a:lnTo>
                    <a:pt x="587465" y="44835"/>
                  </a:lnTo>
                  <a:lnTo>
                    <a:pt x="588299" y="45141"/>
                  </a:lnTo>
                  <a:lnTo>
                    <a:pt x="588520" y="45293"/>
                  </a:lnTo>
                  <a:lnTo>
                    <a:pt x="588892" y="45504"/>
                  </a:lnTo>
                  <a:lnTo>
                    <a:pt x="589154" y="45663"/>
                  </a:lnTo>
                  <a:lnTo>
                    <a:pt x="589340" y="45788"/>
                  </a:lnTo>
                  <a:lnTo>
                    <a:pt x="589800" y="45927"/>
                  </a:lnTo>
                  <a:lnTo>
                    <a:pt x="590405" y="46211"/>
                  </a:lnTo>
                  <a:lnTo>
                    <a:pt x="590573" y="46377"/>
                  </a:lnTo>
                  <a:lnTo>
                    <a:pt x="590841" y="46897"/>
                  </a:lnTo>
                  <a:lnTo>
                    <a:pt x="591103" y="47128"/>
                  </a:lnTo>
                  <a:lnTo>
                    <a:pt x="591446" y="47174"/>
                  </a:lnTo>
                  <a:lnTo>
                    <a:pt x="591772" y="47049"/>
                  </a:lnTo>
                  <a:lnTo>
                    <a:pt x="592057" y="46943"/>
                  </a:lnTo>
                  <a:lnTo>
                    <a:pt x="592601" y="46943"/>
                  </a:lnTo>
                  <a:lnTo>
                    <a:pt x="593185" y="46983"/>
                  </a:lnTo>
                  <a:lnTo>
                    <a:pt x="594099" y="46923"/>
                  </a:lnTo>
                  <a:lnTo>
                    <a:pt x="594744" y="46923"/>
                  </a:lnTo>
                  <a:lnTo>
                    <a:pt x="595320" y="47036"/>
                  </a:lnTo>
                  <a:lnTo>
                    <a:pt x="595702" y="47133"/>
                  </a:lnTo>
                  <a:lnTo>
                    <a:pt x="595730" y="47414"/>
                  </a:lnTo>
                  <a:lnTo>
                    <a:pt x="596256" y="47889"/>
                  </a:lnTo>
                  <a:lnTo>
                    <a:pt x="597597" y="48644"/>
                  </a:lnTo>
                  <a:lnTo>
                    <a:pt x="598555" y="49171"/>
                  </a:lnTo>
                  <a:lnTo>
                    <a:pt x="599343" y="50022"/>
                  </a:lnTo>
                  <a:lnTo>
                    <a:pt x="599530" y="50489"/>
                  </a:lnTo>
                  <a:lnTo>
                    <a:pt x="599799" y="51457"/>
                  </a:lnTo>
                  <a:lnTo>
                    <a:pt x="600680" y="52369"/>
                  </a:lnTo>
                  <a:lnTo>
                    <a:pt x="601030" y="52417"/>
                  </a:lnTo>
                  <a:lnTo>
                    <a:pt x="601805" y="52479"/>
                  </a:lnTo>
                  <a:lnTo>
                    <a:pt x="602751" y="52344"/>
                  </a:lnTo>
                  <a:lnTo>
                    <a:pt x="603550" y="52161"/>
                  </a:lnTo>
                  <a:lnTo>
                    <a:pt x="603706" y="52155"/>
                  </a:lnTo>
                  <a:lnTo>
                    <a:pt x="603982" y="52104"/>
                  </a:lnTo>
                  <a:lnTo>
                    <a:pt x="604491" y="52140"/>
                  </a:lnTo>
                  <a:lnTo>
                    <a:pt x="605001" y="52354"/>
                  </a:lnTo>
                  <a:lnTo>
                    <a:pt x="605575" y="52552"/>
                  </a:lnTo>
                  <a:lnTo>
                    <a:pt x="606025" y="52708"/>
                  </a:lnTo>
                  <a:lnTo>
                    <a:pt x="606566" y="52714"/>
                  </a:lnTo>
                  <a:lnTo>
                    <a:pt x="607457" y="52417"/>
                  </a:lnTo>
                  <a:lnTo>
                    <a:pt x="607833" y="52265"/>
                  </a:lnTo>
                  <a:lnTo>
                    <a:pt x="608444" y="52276"/>
                  </a:lnTo>
                  <a:lnTo>
                    <a:pt x="608904" y="52087"/>
                  </a:lnTo>
                  <a:lnTo>
                    <a:pt x="609202" y="51621"/>
                  </a:lnTo>
                  <a:lnTo>
                    <a:pt x="609251" y="51121"/>
                  </a:lnTo>
                  <a:lnTo>
                    <a:pt x="609496" y="50971"/>
                  </a:lnTo>
                  <a:lnTo>
                    <a:pt x="610732" y="50698"/>
                  </a:lnTo>
                  <a:lnTo>
                    <a:pt x="611478" y="50703"/>
                  </a:lnTo>
                  <a:lnTo>
                    <a:pt x="612008" y="50587"/>
                  </a:lnTo>
                  <a:lnTo>
                    <a:pt x="612317" y="50191"/>
                  </a:lnTo>
                  <a:lnTo>
                    <a:pt x="612697" y="49857"/>
                  </a:lnTo>
                  <a:lnTo>
                    <a:pt x="612947" y="49978"/>
                  </a:lnTo>
                  <a:lnTo>
                    <a:pt x="613455" y="50252"/>
                  </a:lnTo>
                  <a:lnTo>
                    <a:pt x="615201" y="50308"/>
                  </a:lnTo>
                  <a:lnTo>
                    <a:pt x="616152" y="50616"/>
                  </a:lnTo>
                  <a:lnTo>
                    <a:pt x="616621" y="50663"/>
                  </a:lnTo>
                  <a:lnTo>
                    <a:pt x="616761" y="50688"/>
                  </a:lnTo>
                  <a:lnTo>
                    <a:pt x="618361" y="50268"/>
                  </a:lnTo>
                  <a:lnTo>
                    <a:pt x="619089" y="50142"/>
                  </a:lnTo>
                  <a:lnTo>
                    <a:pt x="619735" y="50199"/>
                  </a:lnTo>
                  <a:lnTo>
                    <a:pt x="620459" y="50468"/>
                  </a:lnTo>
                  <a:lnTo>
                    <a:pt x="620892" y="51006"/>
                  </a:lnTo>
                  <a:lnTo>
                    <a:pt x="621002" y="51369"/>
                  </a:lnTo>
                  <a:lnTo>
                    <a:pt x="620824" y="51824"/>
                  </a:lnTo>
                  <a:lnTo>
                    <a:pt x="620796" y="52368"/>
                  </a:lnTo>
                  <a:lnTo>
                    <a:pt x="620769" y="52552"/>
                  </a:lnTo>
                  <a:lnTo>
                    <a:pt x="620839" y="53165"/>
                  </a:lnTo>
                  <a:lnTo>
                    <a:pt x="621048" y="53423"/>
                  </a:lnTo>
                  <a:lnTo>
                    <a:pt x="621709" y="53873"/>
                  </a:lnTo>
                  <a:lnTo>
                    <a:pt x="622167" y="54013"/>
                  </a:lnTo>
                  <a:lnTo>
                    <a:pt x="622668" y="54132"/>
                  </a:lnTo>
                  <a:lnTo>
                    <a:pt x="622958" y="54377"/>
                  </a:lnTo>
                  <a:lnTo>
                    <a:pt x="622881" y="55133"/>
                  </a:lnTo>
                  <a:lnTo>
                    <a:pt x="622888" y="55454"/>
                  </a:lnTo>
                  <a:lnTo>
                    <a:pt x="622969" y="55658"/>
                  </a:lnTo>
                  <a:lnTo>
                    <a:pt x="623281" y="55750"/>
                  </a:lnTo>
                  <a:lnTo>
                    <a:pt x="624335" y="55879"/>
                  </a:lnTo>
                  <a:lnTo>
                    <a:pt x="624738" y="55976"/>
                  </a:lnTo>
                  <a:lnTo>
                    <a:pt x="625548" y="56125"/>
                  </a:lnTo>
                  <a:lnTo>
                    <a:pt x="626080" y="56279"/>
                  </a:lnTo>
                  <a:lnTo>
                    <a:pt x="626643" y="56646"/>
                  </a:lnTo>
                  <a:lnTo>
                    <a:pt x="626826" y="56905"/>
                  </a:lnTo>
                  <a:lnTo>
                    <a:pt x="626921" y="57188"/>
                  </a:lnTo>
                  <a:lnTo>
                    <a:pt x="626903" y="57763"/>
                  </a:lnTo>
                  <a:lnTo>
                    <a:pt x="626995" y="58118"/>
                  </a:lnTo>
                  <a:lnTo>
                    <a:pt x="627045" y="58271"/>
                  </a:lnTo>
                  <a:lnTo>
                    <a:pt x="627121" y="58614"/>
                  </a:lnTo>
                  <a:lnTo>
                    <a:pt x="627250" y="58901"/>
                  </a:lnTo>
                  <a:lnTo>
                    <a:pt x="627392" y="59109"/>
                  </a:lnTo>
                  <a:lnTo>
                    <a:pt x="627502" y="59263"/>
                  </a:lnTo>
                  <a:lnTo>
                    <a:pt x="627640" y="59320"/>
                  </a:lnTo>
                  <a:lnTo>
                    <a:pt x="628092" y="59240"/>
                  </a:lnTo>
                  <a:lnTo>
                    <a:pt x="628723" y="59058"/>
                  </a:lnTo>
                  <a:lnTo>
                    <a:pt x="629303" y="59058"/>
                  </a:lnTo>
                  <a:lnTo>
                    <a:pt x="629928" y="59110"/>
                  </a:lnTo>
                  <a:lnTo>
                    <a:pt x="630671" y="59236"/>
                  </a:lnTo>
                  <a:lnTo>
                    <a:pt x="631278" y="59330"/>
                  </a:lnTo>
                  <a:lnTo>
                    <a:pt x="631537" y="59302"/>
                  </a:lnTo>
                  <a:lnTo>
                    <a:pt x="631738" y="59177"/>
                  </a:lnTo>
                  <a:lnTo>
                    <a:pt x="632002" y="58992"/>
                  </a:lnTo>
                  <a:lnTo>
                    <a:pt x="632371" y="58901"/>
                  </a:lnTo>
                  <a:lnTo>
                    <a:pt x="632619" y="58879"/>
                  </a:lnTo>
                  <a:lnTo>
                    <a:pt x="633027" y="58911"/>
                  </a:lnTo>
                  <a:lnTo>
                    <a:pt x="633255" y="59012"/>
                  </a:lnTo>
                  <a:lnTo>
                    <a:pt x="634156" y="59162"/>
                  </a:lnTo>
                  <a:lnTo>
                    <a:pt x="634587" y="59162"/>
                  </a:lnTo>
                  <a:lnTo>
                    <a:pt x="634845" y="59084"/>
                  </a:lnTo>
                  <a:lnTo>
                    <a:pt x="635034" y="58902"/>
                  </a:lnTo>
                  <a:lnTo>
                    <a:pt x="635080" y="58661"/>
                  </a:lnTo>
                  <a:lnTo>
                    <a:pt x="635057" y="58185"/>
                  </a:lnTo>
                  <a:lnTo>
                    <a:pt x="634983" y="57592"/>
                  </a:lnTo>
                  <a:lnTo>
                    <a:pt x="635075" y="57019"/>
                  </a:lnTo>
                  <a:lnTo>
                    <a:pt x="635247" y="56850"/>
                  </a:lnTo>
                  <a:lnTo>
                    <a:pt x="635394" y="56916"/>
                  </a:lnTo>
                  <a:lnTo>
                    <a:pt x="636108" y="57065"/>
                  </a:lnTo>
                  <a:lnTo>
                    <a:pt x="636657" y="57076"/>
                  </a:lnTo>
                  <a:lnTo>
                    <a:pt x="636888" y="57093"/>
                  </a:lnTo>
                  <a:lnTo>
                    <a:pt x="637476" y="57264"/>
                  </a:lnTo>
                  <a:lnTo>
                    <a:pt x="637905" y="57320"/>
                  </a:lnTo>
                  <a:lnTo>
                    <a:pt x="638192" y="57319"/>
                  </a:lnTo>
                  <a:lnTo>
                    <a:pt x="638529" y="57178"/>
                  </a:lnTo>
                  <a:lnTo>
                    <a:pt x="639034" y="56944"/>
                  </a:lnTo>
                  <a:lnTo>
                    <a:pt x="639258" y="57001"/>
                  </a:lnTo>
                  <a:lnTo>
                    <a:pt x="639558" y="57280"/>
                  </a:lnTo>
                  <a:lnTo>
                    <a:pt x="639840" y="57522"/>
                  </a:lnTo>
                  <a:lnTo>
                    <a:pt x="639871" y="57822"/>
                  </a:lnTo>
                  <a:lnTo>
                    <a:pt x="639796" y="58487"/>
                  </a:lnTo>
                  <a:lnTo>
                    <a:pt x="639644" y="59176"/>
                  </a:lnTo>
                  <a:lnTo>
                    <a:pt x="639474" y="59629"/>
                  </a:lnTo>
                  <a:lnTo>
                    <a:pt x="639430" y="60400"/>
                  </a:lnTo>
                  <a:lnTo>
                    <a:pt x="639456" y="60956"/>
                  </a:lnTo>
                  <a:lnTo>
                    <a:pt x="639582" y="61359"/>
                  </a:lnTo>
                  <a:lnTo>
                    <a:pt x="639824" y="61790"/>
                  </a:lnTo>
                  <a:lnTo>
                    <a:pt x="639977" y="62029"/>
                  </a:lnTo>
                  <a:lnTo>
                    <a:pt x="640543" y="62646"/>
                  </a:lnTo>
                  <a:lnTo>
                    <a:pt x="640941" y="62936"/>
                  </a:lnTo>
                  <a:lnTo>
                    <a:pt x="641685" y="63816"/>
                  </a:lnTo>
                  <a:lnTo>
                    <a:pt x="642308" y="64037"/>
                  </a:lnTo>
                  <a:lnTo>
                    <a:pt x="643416" y="63963"/>
                  </a:lnTo>
                  <a:lnTo>
                    <a:pt x="644144" y="63993"/>
                  </a:lnTo>
                  <a:lnTo>
                    <a:pt x="644422" y="64220"/>
                  </a:lnTo>
                  <a:lnTo>
                    <a:pt x="644816" y="64645"/>
                  </a:lnTo>
                  <a:lnTo>
                    <a:pt x="645177" y="64842"/>
                  </a:lnTo>
                  <a:lnTo>
                    <a:pt x="645384" y="64917"/>
                  </a:lnTo>
                  <a:lnTo>
                    <a:pt x="645707" y="64840"/>
                  </a:lnTo>
                  <a:lnTo>
                    <a:pt x="645995" y="64695"/>
                  </a:lnTo>
                  <a:lnTo>
                    <a:pt x="646190" y="64689"/>
                  </a:lnTo>
                  <a:lnTo>
                    <a:pt x="646324" y="64748"/>
                  </a:lnTo>
                  <a:lnTo>
                    <a:pt x="646989" y="65194"/>
                  </a:lnTo>
                  <a:lnTo>
                    <a:pt x="648128" y="65471"/>
                  </a:lnTo>
                  <a:lnTo>
                    <a:pt x="648979" y="65705"/>
                  </a:lnTo>
                  <a:lnTo>
                    <a:pt x="650118" y="66188"/>
                  </a:lnTo>
                  <a:lnTo>
                    <a:pt x="650465" y="66462"/>
                  </a:lnTo>
                  <a:lnTo>
                    <a:pt x="650915" y="66780"/>
                  </a:lnTo>
                  <a:lnTo>
                    <a:pt x="651188" y="67022"/>
                  </a:lnTo>
                  <a:lnTo>
                    <a:pt x="651731" y="67483"/>
                  </a:lnTo>
                  <a:lnTo>
                    <a:pt x="650658" y="67352"/>
                  </a:lnTo>
                  <a:lnTo>
                    <a:pt x="650374" y="67384"/>
                  </a:lnTo>
                  <a:lnTo>
                    <a:pt x="650153" y="67552"/>
                  </a:lnTo>
                  <a:lnTo>
                    <a:pt x="650055" y="67743"/>
                  </a:lnTo>
                  <a:lnTo>
                    <a:pt x="650056" y="67962"/>
                  </a:lnTo>
                  <a:lnTo>
                    <a:pt x="650148" y="68185"/>
                  </a:lnTo>
                  <a:lnTo>
                    <a:pt x="650262" y="68369"/>
                  </a:lnTo>
                  <a:lnTo>
                    <a:pt x="651241" y="69339"/>
                  </a:lnTo>
                  <a:lnTo>
                    <a:pt x="651591" y="70282"/>
                  </a:lnTo>
                  <a:lnTo>
                    <a:pt x="651905" y="70962"/>
                  </a:lnTo>
                  <a:lnTo>
                    <a:pt x="652049" y="71478"/>
                  </a:lnTo>
                  <a:lnTo>
                    <a:pt x="652111" y="71783"/>
                  </a:lnTo>
                  <a:lnTo>
                    <a:pt x="652435" y="72132"/>
                  </a:lnTo>
                  <a:lnTo>
                    <a:pt x="653493" y="72719"/>
                  </a:lnTo>
                  <a:lnTo>
                    <a:pt x="654255" y="73413"/>
                  </a:lnTo>
                  <a:lnTo>
                    <a:pt x="654711" y="73834"/>
                  </a:lnTo>
                  <a:lnTo>
                    <a:pt x="654774" y="74552"/>
                  </a:lnTo>
                  <a:lnTo>
                    <a:pt x="654849" y="75183"/>
                  </a:lnTo>
                  <a:lnTo>
                    <a:pt x="654925" y="75520"/>
                  </a:lnTo>
                  <a:lnTo>
                    <a:pt x="654878" y="75704"/>
                  </a:lnTo>
                  <a:lnTo>
                    <a:pt x="654746" y="75925"/>
                  </a:lnTo>
                  <a:lnTo>
                    <a:pt x="654601" y="76087"/>
                  </a:lnTo>
                  <a:lnTo>
                    <a:pt x="654451" y="76245"/>
                  </a:lnTo>
                  <a:lnTo>
                    <a:pt x="654310" y="76504"/>
                  </a:lnTo>
                  <a:lnTo>
                    <a:pt x="654341" y="76723"/>
                  </a:lnTo>
                  <a:lnTo>
                    <a:pt x="654435" y="77034"/>
                  </a:lnTo>
                  <a:lnTo>
                    <a:pt x="654437" y="77351"/>
                  </a:lnTo>
                  <a:lnTo>
                    <a:pt x="654433" y="77647"/>
                  </a:lnTo>
                  <a:lnTo>
                    <a:pt x="654548" y="77803"/>
                  </a:lnTo>
                  <a:lnTo>
                    <a:pt x="654699" y="77916"/>
                  </a:lnTo>
                  <a:lnTo>
                    <a:pt x="655091" y="77994"/>
                  </a:lnTo>
                  <a:lnTo>
                    <a:pt x="655728" y="78083"/>
                  </a:lnTo>
                  <a:lnTo>
                    <a:pt x="656072" y="78141"/>
                  </a:lnTo>
                  <a:lnTo>
                    <a:pt x="656245" y="78270"/>
                  </a:lnTo>
                  <a:lnTo>
                    <a:pt x="656560" y="78563"/>
                  </a:lnTo>
                  <a:lnTo>
                    <a:pt x="656807" y="78912"/>
                  </a:lnTo>
                  <a:lnTo>
                    <a:pt x="656819" y="79091"/>
                  </a:lnTo>
                  <a:lnTo>
                    <a:pt x="656759" y="79343"/>
                  </a:lnTo>
                  <a:lnTo>
                    <a:pt x="656498" y="79587"/>
                  </a:lnTo>
                  <a:lnTo>
                    <a:pt x="656062" y="80023"/>
                  </a:lnTo>
                  <a:lnTo>
                    <a:pt x="655972" y="80342"/>
                  </a:lnTo>
                  <a:lnTo>
                    <a:pt x="656098" y="80523"/>
                  </a:lnTo>
                  <a:lnTo>
                    <a:pt x="656222" y="80783"/>
                  </a:lnTo>
                  <a:lnTo>
                    <a:pt x="656178" y="81013"/>
                  </a:lnTo>
                  <a:lnTo>
                    <a:pt x="655740" y="81316"/>
                  </a:lnTo>
                  <a:lnTo>
                    <a:pt x="655468" y="81644"/>
                  </a:lnTo>
                  <a:lnTo>
                    <a:pt x="655605" y="81931"/>
                  </a:lnTo>
                  <a:lnTo>
                    <a:pt x="656492" y="82703"/>
                  </a:lnTo>
                  <a:lnTo>
                    <a:pt x="656976" y="83669"/>
                  </a:lnTo>
                  <a:lnTo>
                    <a:pt x="657439" y="84980"/>
                  </a:lnTo>
                  <a:lnTo>
                    <a:pt x="657619" y="85214"/>
                  </a:lnTo>
                  <a:lnTo>
                    <a:pt x="658066" y="85474"/>
                  </a:lnTo>
                  <a:lnTo>
                    <a:pt x="658259" y="85608"/>
                  </a:lnTo>
                  <a:lnTo>
                    <a:pt x="658245" y="86124"/>
                  </a:lnTo>
                  <a:lnTo>
                    <a:pt x="658307" y="86612"/>
                  </a:lnTo>
                  <a:lnTo>
                    <a:pt x="659275" y="87329"/>
                  </a:lnTo>
                  <a:lnTo>
                    <a:pt x="659473" y="87794"/>
                  </a:lnTo>
                  <a:lnTo>
                    <a:pt x="659695" y="88244"/>
                  </a:lnTo>
                  <a:lnTo>
                    <a:pt x="660039" y="88521"/>
                  </a:lnTo>
                  <a:lnTo>
                    <a:pt x="660414" y="88794"/>
                  </a:lnTo>
                  <a:lnTo>
                    <a:pt x="660657" y="89048"/>
                  </a:lnTo>
                  <a:lnTo>
                    <a:pt x="661031" y="89655"/>
                  </a:lnTo>
                  <a:lnTo>
                    <a:pt x="661240" y="89789"/>
                  </a:lnTo>
                  <a:lnTo>
                    <a:pt x="661580" y="89860"/>
                  </a:lnTo>
                  <a:lnTo>
                    <a:pt x="661869" y="89958"/>
                  </a:lnTo>
                  <a:lnTo>
                    <a:pt x="661944" y="90151"/>
                  </a:lnTo>
                  <a:lnTo>
                    <a:pt x="661908" y="90524"/>
                  </a:lnTo>
                  <a:lnTo>
                    <a:pt x="661893" y="90791"/>
                  </a:lnTo>
                  <a:lnTo>
                    <a:pt x="661991" y="90933"/>
                  </a:lnTo>
                  <a:lnTo>
                    <a:pt x="662361" y="91448"/>
                  </a:lnTo>
                  <a:lnTo>
                    <a:pt x="662505" y="91645"/>
                  </a:lnTo>
                  <a:lnTo>
                    <a:pt x="663134" y="92041"/>
                  </a:lnTo>
                  <a:lnTo>
                    <a:pt x="663345" y="92284"/>
                  </a:lnTo>
                  <a:lnTo>
                    <a:pt x="663711" y="92856"/>
                  </a:lnTo>
                  <a:lnTo>
                    <a:pt x="664124" y="93342"/>
                  </a:lnTo>
                  <a:lnTo>
                    <a:pt x="664581" y="93893"/>
                  </a:lnTo>
                  <a:lnTo>
                    <a:pt x="665047" y="94456"/>
                  </a:lnTo>
                  <a:lnTo>
                    <a:pt x="665522" y="94804"/>
                  </a:lnTo>
                  <a:lnTo>
                    <a:pt x="665845" y="95162"/>
                  </a:lnTo>
                  <a:lnTo>
                    <a:pt x="665901" y="95298"/>
                  </a:lnTo>
                  <a:lnTo>
                    <a:pt x="665984" y="95740"/>
                  </a:lnTo>
                  <a:lnTo>
                    <a:pt x="666051" y="95979"/>
                  </a:lnTo>
                  <a:lnTo>
                    <a:pt x="666263" y="96027"/>
                  </a:lnTo>
                  <a:lnTo>
                    <a:pt x="666665" y="96012"/>
                  </a:lnTo>
                  <a:lnTo>
                    <a:pt x="667315" y="95880"/>
                  </a:lnTo>
                  <a:lnTo>
                    <a:pt x="667793" y="95847"/>
                  </a:lnTo>
                  <a:lnTo>
                    <a:pt x="668522" y="95892"/>
                  </a:lnTo>
                  <a:lnTo>
                    <a:pt x="669282" y="96200"/>
                  </a:lnTo>
                  <a:lnTo>
                    <a:pt x="669543" y="96379"/>
                  </a:lnTo>
                  <a:lnTo>
                    <a:pt x="670123" y="96896"/>
                  </a:lnTo>
                  <a:lnTo>
                    <a:pt x="670626" y="97176"/>
                  </a:lnTo>
                  <a:lnTo>
                    <a:pt x="671071" y="97266"/>
                  </a:lnTo>
                  <a:lnTo>
                    <a:pt x="671303" y="97415"/>
                  </a:lnTo>
                  <a:lnTo>
                    <a:pt x="671531" y="97541"/>
                  </a:lnTo>
                  <a:lnTo>
                    <a:pt x="671643" y="97823"/>
                  </a:lnTo>
                  <a:lnTo>
                    <a:pt x="672038" y="98218"/>
                  </a:lnTo>
                  <a:lnTo>
                    <a:pt x="672128" y="98600"/>
                  </a:lnTo>
                  <a:lnTo>
                    <a:pt x="672140" y="98963"/>
                  </a:lnTo>
                  <a:lnTo>
                    <a:pt x="672104" y="99155"/>
                  </a:lnTo>
                  <a:lnTo>
                    <a:pt x="672059" y="99348"/>
                  </a:lnTo>
                  <a:lnTo>
                    <a:pt x="672056" y="99500"/>
                  </a:lnTo>
                  <a:lnTo>
                    <a:pt x="672123" y="99717"/>
                  </a:lnTo>
                  <a:lnTo>
                    <a:pt x="672241" y="99952"/>
                  </a:lnTo>
                  <a:lnTo>
                    <a:pt x="672488" y="100302"/>
                  </a:lnTo>
                  <a:lnTo>
                    <a:pt x="672572" y="100461"/>
                  </a:lnTo>
                  <a:lnTo>
                    <a:pt x="672824" y="100621"/>
                  </a:lnTo>
                  <a:lnTo>
                    <a:pt x="673373" y="100789"/>
                  </a:lnTo>
                  <a:lnTo>
                    <a:pt x="673489" y="100952"/>
                  </a:lnTo>
                  <a:lnTo>
                    <a:pt x="673440" y="102043"/>
                  </a:lnTo>
                  <a:lnTo>
                    <a:pt x="673209" y="102491"/>
                  </a:lnTo>
                  <a:lnTo>
                    <a:pt x="672979" y="102978"/>
                  </a:lnTo>
                  <a:lnTo>
                    <a:pt x="672962" y="103309"/>
                  </a:lnTo>
                  <a:lnTo>
                    <a:pt x="674072" y="104381"/>
                  </a:lnTo>
                  <a:lnTo>
                    <a:pt x="674615" y="104631"/>
                  </a:lnTo>
                  <a:lnTo>
                    <a:pt x="674797" y="104810"/>
                  </a:lnTo>
                  <a:lnTo>
                    <a:pt x="674822" y="105070"/>
                  </a:lnTo>
                  <a:lnTo>
                    <a:pt x="674978" y="105517"/>
                  </a:lnTo>
                  <a:lnTo>
                    <a:pt x="675126" y="105690"/>
                  </a:lnTo>
                  <a:lnTo>
                    <a:pt x="675508" y="105859"/>
                  </a:lnTo>
                  <a:lnTo>
                    <a:pt x="675718" y="105972"/>
                  </a:lnTo>
                  <a:lnTo>
                    <a:pt x="676042" y="106102"/>
                  </a:lnTo>
                  <a:lnTo>
                    <a:pt x="676141" y="106309"/>
                  </a:lnTo>
                  <a:lnTo>
                    <a:pt x="676160" y="106661"/>
                  </a:lnTo>
                  <a:lnTo>
                    <a:pt x="676913" y="107755"/>
                  </a:lnTo>
                  <a:lnTo>
                    <a:pt x="677287" y="108117"/>
                  </a:lnTo>
                  <a:lnTo>
                    <a:pt x="676591" y="110164"/>
                  </a:lnTo>
                  <a:lnTo>
                    <a:pt x="676029" y="112712"/>
                  </a:lnTo>
                  <a:lnTo>
                    <a:pt x="675909" y="113943"/>
                  </a:lnTo>
                  <a:lnTo>
                    <a:pt x="676040" y="114058"/>
                  </a:lnTo>
                  <a:lnTo>
                    <a:pt x="677812" y="114185"/>
                  </a:lnTo>
                  <a:lnTo>
                    <a:pt x="677949" y="114434"/>
                  </a:lnTo>
                  <a:lnTo>
                    <a:pt x="678032" y="114697"/>
                  </a:lnTo>
                  <a:lnTo>
                    <a:pt x="678064" y="114887"/>
                  </a:lnTo>
                  <a:lnTo>
                    <a:pt x="678094" y="115164"/>
                  </a:lnTo>
                  <a:lnTo>
                    <a:pt x="677994" y="115457"/>
                  </a:lnTo>
                  <a:lnTo>
                    <a:pt x="677880" y="115594"/>
                  </a:lnTo>
                  <a:lnTo>
                    <a:pt x="677643" y="115864"/>
                  </a:lnTo>
                  <a:lnTo>
                    <a:pt x="677512" y="116087"/>
                  </a:lnTo>
                  <a:lnTo>
                    <a:pt x="677471" y="116518"/>
                  </a:lnTo>
                  <a:lnTo>
                    <a:pt x="677189" y="117263"/>
                  </a:lnTo>
                  <a:lnTo>
                    <a:pt x="676576" y="117577"/>
                  </a:lnTo>
                  <a:lnTo>
                    <a:pt x="676545" y="117757"/>
                  </a:lnTo>
                  <a:lnTo>
                    <a:pt x="676582" y="118083"/>
                  </a:lnTo>
                  <a:lnTo>
                    <a:pt x="676270" y="118631"/>
                  </a:lnTo>
                  <a:lnTo>
                    <a:pt x="676047" y="119024"/>
                  </a:lnTo>
                  <a:lnTo>
                    <a:pt x="675945" y="119215"/>
                  </a:lnTo>
                  <a:lnTo>
                    <a:pt x="676033" y="120169"/>
                  </a:lnTo>
                  <a:lnTo>
                    <a:pt x="675213" y="120711"/>
                  </a:lnTo>
                  <a:lnTo>
                    <a:pt x="675036" y="120923"/>
                  </a:lnTo>
                  <a:lnTo>
                    <a:pt x="674973" y="121124"/>
                  </a:lnTo>
                  <a:lnTo>
                    <a:pt x="674898" y="121360"/>
                  </a:lnTo>
                  <a:lnTo>
                    <a:pt x="674765" y="121764"/>
                  </a:lnTo>
                  <a:lnTo>
                    <a:pt x="674600" y="122574"/>
                  </a:lnTo>
                  <a:lnTo>
                    <a:pt x="674382" y="123050"/>
                  </a:lnTo>
                  <a:lnTo>
                    <a:pt x="674020" y="123520"/>
                  </a:lnTo>
                  <a:lnTo>
                    <a:pt x="673187" y="124196"/>
                  </a:lnTo>
                  <a:lnTo>
                    <a:pt x="672515" y="124740"/>
                  </a:lnTo>
                  <a:lnTo>
                    <a:pt x="671908" y="125244"/>
                  </a:lnTo>
                  <a:lnTo>
                    <a:pt x="671836" y="125410"/>
                  </a:lnTo>
                  <a:lnTo>
                    <a:pt x="671706" y="125689"/>
                  </a:lnTo>
                  <a:lnTo>
                    <a:pt x="671510" y="125765"/>
                  </a:lnTo>
                  <a:lnTo>
                    <a:pt x="671236" y="125831"/>
                  </a:lnTo>
                  <a:lnTo>
                    <a:pt x="671325" y="126317"/>
                  </a:lnTo>
                  <a:lnTo>
                    <a:pt x="671817" y="127101"/>
                  </a:lnTo>
                  <a:lnTo>
                    <a:pt x="672246" y="127744"/>
                  </a:lnTo>
                  <a:lnTo>
                    <a:pt x="673305" y="129246"/>
                  </a:lnTo>
                  <a:lnTo>
                    <a:pt x="673072" y="129883"/>
                  </a:lnTo>
                  <a:lnTo>
                    <a:pt x="674548" y="132689"/>
                  </a:lnTo>
                  <a:lnTo>
                    <a:pt x="675788" y="133929"/>
                  </a:lnTo>
                  <a:lnTo>
                    <a:pt x="675789" y="135882"/>
                  </a:lnTo>
                  <a:lnTo>
                    <a:pt x="675792" y="136034"/>
                  </a:lnTo>
                  <a:lnTo>
                    <a:pt x="675623" y="136414"/>
                  </a:lnTo>
                  <a:lnTo>
                    <a:pt x="675644" y="136580"/>
                  </a:lnTo>
                  <a:lnTo>
                    <a:pt x="675923" y="136879"/>
                  </a:lnTo>
                  <a:lnTo>
                    <a:pt x="676082" y="137072"/>
                  </a:lnTo>
                  <a:lnTo>
                    <a:pt x="676114" y="137264"/>
                  </a:lnTo>
                  <a:lnTo>
                    <a:pt x="676177" y="137743"/>
                  </a:lnTo>
                  <a:lnTo>
                    <a:pt x="676157" y="138118"/>
                  </a:lnTo>
                  <a:lnTo>
                    <a:pt x="676105" y="138405"/>
                  </a:lnTo>
                  <a:lnTo>
                    <a:pt x="675802" y="138747"/>
                  </a:lnTo>
                  <a:lnTo>
                    <a:pt x="675313" y="139299"/>
                  </a:lnTo>
                  <a:lnTo>
                    <a:pt x="674791" y="139575"/>
                  </a:lnTo>
                  <a:lnTo>
                    <a:pt x="672763" y="141365"/>
                  </a:lnTo>
                  <a:lnTo>
                    <a:pt x="671644" y="142355"/>
                  </a:lnTo>
                  <a:lnTo>
                    <a:pt x="670852" y="143056"/>
                  </a:lnTo>
                  <a:lnTo>
                    <a:pt x="669337" y="144401"/>
                  </a:lnTo>
                  <a:lnTo>
                    <a:pt x="666478" y="148082"/>
                  </a:lnTo>
                  <a:lnTo>
                    <a:pt x="664212" y="151434"/>
                  </a:lnTo>
                  <a:lnTo>
                    <a:pt x="662775" y="156876"/>
                  </a:lnTo>
                  <a:lnTo>
                    <a:pt x="662382" y="159536"/>
                  </a:lnTo>
                  <a:lnTo>
                    <a:pt x="662474" y="160730"/>
                  </a:lnTo>
                  <a:lnTo>
                    <a:pt x="662532" y="161924"/>
                  </a:lnTo>
                  <a:lnTo>
                    <a:pt x="663160" y="162622"/>
                  </a:lnTo>
                  <a:lnTo>
                    <a:pt x="663536" y="162912"/>
                  </a:lnTo>
                  <a:lnTo>
                    <a:pt x="664343" y="163217"/>
                  </a:lnTo>
                  <a:lnTo>
                    <a:pt x="665282" y="163796"/>
                  </a:lnTo>
                  <a:lnTo>
                    <a:pt x="665954" y="164320"/>
                  </a:lnTo>
                  <a:lnTo>
                    <a:pt x="666320" y="164475"/>
                  </a:lnTo>
                  <a:lnTo>
                    <a:pt x="666435" y="165528"/>
                  </a:lnTo>
                  <a:lnTo>
                    <a:pt x="666637" y="166074"/>
                  </a:lnTo>
                  <a:lnTo>
                    <a:pt x="667131" y="167413"/>
                  </a:lnTo>
                  <a:lnTo>
                    <a:pt x="667855" y="169047"/>
                  </a:lnTo>
                  <a:lnTo>
                    <a:pt x="667799" y="169903"/>
                  </a:lnTo>
                  <a:lnTo>
                    <a:pt x="667683" y="170549"/>
                  </a:lnTo>
                  <a:lnTo>
                    <a:pt x="668789" y="170216"/>
                  </a:lnTo>
                  <a:lnTo>
                    <a:pt x="670431" y="171042"/>
                  </a:lnTo>
                  <a:lnTo>
                    <a:pt x="671157" y="172392"/>
                  </a:lnTo>
                  <a:lnTo>
                    <a:pt x="670050" y="174328"/>
                  </a:lnTo>
                  <a:lnTo>
                    <a:pt x="670759" y="174712"/>
                  </a:lnTo>
                  <a:lnTo>
                    <a:pt x="670596" y="174947"/>
                  </a:lnTo>
                  <a:lnTo>
                    <a:pt x="673754" y="174530"/>
                  </a:lnTo>
                  <a:lnTo>
                    <a:pt x="674983" y="173778"/>
                  </a:lnTo>
                  <a:lnTo>
                    <a:pt x="675859" y="173840"/>
                  </a:lnTo>
                  <a:lnTo>
                    <a:pt x="677143" y="174196"/>
                  </a:lnTo>
                  <a:lnTo>
                    <a:pt x="678323" y="173826"/>
                  </a:lnTo>
                  <a:lnTo>
                    <a:pt x="678861" y="173825"/>
                  </a:lnTo>
                  <a:lnTo>
                    <a:pt x="679496" y="174044"/>
                  </a:lnTo>
                  <a:lnTo>
                    <a:pt x="680018" y="173859"/>
                  </a:lnTo>
                  <a:lnTo>
                    <a:pt x="680540" y="174124"/>
                  </a:lnTo>
                  <a:lnTo>
                    <a:pt x="681711" y="174583"/>
                  </a:lnTo>
                  <a:lnTo>
                    <a:pt x="681748" y="175150"/>
                  </a:lnTo>
                  <a:lnTo>
                    <a:pt x="681882" y="175461"/>
                  </a:lnTo>
                  <a:lnTo>
                    <a:pt x="682043" y="175641"/>
                  </a:lnTo>
                  <a:lnTo>
                    <a:pt x="682540" y="176108"/>
                  </a:lnTo>
                  <a:lnTo>
                    <a:pt x="682721" y="176284"/>
                  </a:lnTo>
                  <a:lnTo>
                    <a:pt x="683315" y="176453"/>
                  </a:lnTo>
                  <a:lnTo>
                    <a:pt x="683805" y="176511"/>
                  </a:lnTo>
                  <a:lnTo>
                    <a:pt x="684093" y="176693"/>
                  </a:lnTo>
                  <a:lnTo>
                    <a:pt x="684350" y="177145"/>
                  </a:lnTo>
                  <a:lnTo>
                    <a:pt x="684427" y="177273"/>
                  </a:lnTo>
                  <a:lnTo>
                    <a:pt x="684586" y="177396"/>
                  </a:lnTo>
                  <a:lnTo>
                    <a:pt x="685037" y="177398"/>
                  </a:lnTo>
                  <a:lnTo>
                    <a:pt x="685808" y="177462"/>
                  </a:lnTo>
                  <a:lnTo>
                    <a:pt x="686825" y="177607"/>
                  </a:lnTo>
                  <a:lnTo>
                    <a:pt x="688004" y="177629"/>
                  </a:lnTo>
                  <a:lnTo>
                    <a:pt x="688768" y="178066"/>
                  </a:lnTo>
                  <a:lnTo>
                    <a:pt x="689645" y="178469"/>
                  </a:lnTo>
                  <a:lnTo>
                    <a:pt x="690170" y="178340"/>
                  </a:lnTo>
                  <a:lnTo>
                    <a:pt x="690124" y="177790"/>
                  </a:lnTo>
                  <a:lnTo>
                    <a:pt x="691858" y="176464"/>
                  </a:lnTo>
                  <a:lnTo>
                    <a:pt x="692454" y="176463"/>
                  </a:lnTo>
                  <a:lnTo>
                    <a:pt x="692807" y="176678"/>
                  </a:lnTo>
                  <a:lnTo>
                    <a:pt x="693494" y="177394"/>
                  </a:lnTo>
                  <a:lnTo>
                    <a:pt x="694010" y="177895"/>
                  </a:lnTo>
                  <a:lnTo>
                    <a:pt x="694540" y="178863"/>
                  </a:lnTo>
                  <a:lnTo>
                    <a:pt x="695850" y="179361"/>
                  </a:lnTo>
                  <a:lnTo>
                    <a:pt x="696843" y="180166"/>
                  </a:lnTo>
                  <a:lnTo>
                    <a:pt x="697303" y="179811"/>
                  </a:lnTo>
                  <a:lnTo>
                    <a:pt x="697680" y="179739"/>
                  </a:lnTo>
                  <a:lnTo>
                    <a:pt x="699056" y="180350"/>
                  </a:lnTo>
                  <a:lnTo>
                    <a:pt x="701099" y="180350"/>
                  </a:lnTo>
                  <a:lnTo>
                    <a:pt x="701520" y="180443"/>
                  </a:lnTo>
                  <a:lnTo>
                    <a:pt x="702411" y="180365"/>
                  </a:lnTo>
                  <a:lnTo>
                    <a:pt x="702732" y="180238"/>
                  </a:lnTo>
                  <a:lnTo>
                    <a:pt x="706241" y="179693"/>
                  </a:lnTo>
                  <a:lnTo>
                    <a:pt x="709627" y="179807"/>
                  </a:lnTo>
                  <a:lnTo>
                    <a:pt x="711429" y="179753"/>
                  </a:lnTo>
                  <a:lnTo>
                    <a:pt x="712435" y="179724"/>
                  </a:lnTo>
                  <a:lnTo>
                    <a:pt x="713239" y="179702"/>
                  </a:lnTo>
                  <a:lnTo>
                    <a:pt x="713833" y="179684"/>
                  </a:lnTo>
                  <a:lnTo>
                    <a:pt x="715838" y="179623"/>
                  </a:lnTo>
                  <a:lnTo>
                    <a:pt x="717555" y="179761"/>
                  </a:lnTo>
                  <a:lnTo>
                    <a:pt x="719344" y="180764"/>
                  </a:lnTo>
                  <a:lnTo>
                    <a:pt x="721470" y="181826"/>
                  </a:lnTo>
                  <a:lnTo>
                    <a:pt x="723094" y="182673"/>
                  </a:lnTo>
                  <a:lnTo>
                    <a:pt x="723413" y="182292"/>
                  </a:lnTo>
                  <a:lnTo>
                    <a:pt x="723594" y="182237"/>
                  </a:lnTo>
                  <a:lnTo>
                    <a:pt x="724061" y="182427"/>
                  </a:lnTo>
                  <a:lnTo>
                    <a:pt x="725992" y="182074"/>
                  </a:lnTo>
                  <a:lnTo>
                    <a:pt x="727075" y="182700"/>
                  </a:lnTo>
                  <a:lnTo>
                    <a:pt x="729775" y="182519"/>
                  </a:lnTo>
                  <a:lnTo>
                    <a:pt x="732626" y="183242"/>
                  </a:lnTo>
                  <a:lnTo>
                    <a:pt x="733828" y="183048"/>
                  </a:lnTo>
                  <a:lnTo>
                    <a:pt x="734724" y="182440"/>
                  </a:lnTo>
                  <a:lnTo>
                    <a:pt x="735768" y="182507"/>
                  </a:lnTo>
                  <a:lnTo>
                    <a:pt x="736654" y="182516"/>
                  </a:lnTo>
                  <a:lnTo>
                    <a:pt x="737430" y="182432"/>
                  </a:lnTo>
                  <a:lnTo>
                    <a:pt x="738992" y="182319"/>
                  </a:lnTo>
                  <a:lnTo>
                    <a:pt x="740328" y="182115"/>
                  </a:lnTo>
                  <a:lnTo>
                    <a:pt x="741363" y="181828"/>
                  </a:lnTo>
                  <a:lnTo>
                    <a:pt x="741744" y="181746"/>
                  </a:lnTo>
                  <a:lnTo>
                    <a:pt x="742003" y="181645"/>
                  </a:lnTo>
                  <a:lnTo>
                    <a:pt x="742798" y="181363"/>
                  </a:lnTo>
                  <a:lnTo>
                    <a:pt x="743800" y="181273"/>
                  </a:lnTo>
                  <a:lnTo>
                    <a:pt x="746397" y="181664"/>
                  </a:lnTo>
                  <a:lnTo>
                    <a:pt x="747599" y="181282"/>
                  </a:lnTo>
                  <a:lnTo>
                    <a:pt x="747929" y="181268"/>
                  </a:lnTo>
                  <a:lnTo>
                    <a:pt x="748398" y="181519"/>
                  </a:lnTo>
                  <a:lnTo>
                    <a:pt x="748714" y="181657"/>
                  </a:lnTo>
                  <a:lnTo>
                    <a:pt x="749414" y="181740"/>
                  </a:lnTo>
                  <a:lnTo>
                    <a:pt x="749622" y="182290"/>
                  </a:lnTo>
                  <a:lnTo>
                    <a:pt x="749747" y="182486"/>
                  </a:lnTo>
                  <a:lnTo>
                    <a:pt x="749902" y="182507"/>
                  </a:lnTo>
                  <a:lnTo>
                    <a:pt x="751032" y="182556"/>
                  </a:lnTo>
                  <a:lnTo>
                    <a:pt x="751236" y="182574"/>
                  </a:lnTo>
                  <a:lnTo>
                    <a:pt x="751406" y="182708"/>
                  </a:lnTo>
                  <a:lnTo>
                    <a:pt x="751612" y="182978"/>
                  </a:lnTo>
                  <a:lnTo>
                    <a:pt x="751768" y="183190"/>
                  </a:lnTo>
                  <a:lnTo>
                    <a:pt x="751980" y="183190"/>
                  </a:lnTo>
                  <a:lnTo>
                    <a:pt x="752136" y="183044"/>
                  </a:lnTo>
                  <a:lnTo>
                    <a:pt x="752420" y="182940"/>
                  </a:lnTo>
                  <a:lnTo>
                    <a:pt x="752882" y="182827"/>
                  </a:lnTo>
                  <a:lnTo>
                    <a:pt x="753030" y="182773"/>
                  </a:lnTo>
                  <a:lnTo>
                    <a:pt x="753172" y="182740"/>
                  </a:lnTo>
                  <a:lnTo>
                    <a:pt x="753892" y="182611"/>
                  </a:lnTo>
                  <a:lnTo>
                    <a:pt x="754265" y="182550"/>
                  </a:lnTo>
                  <a:lnTo>
                    <a:pt x="754711" y="182611"/>
                  </a:lnTo>
                  <a:lnTo>
                    <a:pt x="755697" y="182931"/>
                  </a:lnTo>
                  <a:lnTo>
                    <a:pt x="756096" y="183020"/>
                  </a:lnTo>
                  <a:lnTo>
                    <a:pt x="757968" y="182679"/>
                  </a:lnTo>
                  <a:lnTo>
                    <a:pt x="758467" y="182766"/>
                  </a:lnTo>
                  <a:lnTo>
                    <a:pt x="758912" y="182656"/>
                  </a:lnTo>
                  <a:lnTo>
                    <a:pt x="761543" y="183433"/>
                  </a:lnTo>
                  <a:lnTo>
                    <a:pt x="762068" y="183623"/>
                  </a:lnTo>
                  <a:lnTo>
                    <a:pt x="762607" y="183758"/>
                  </a:lnTo>
                  <a:lnTo>
                    <a:pt x="763538" y="184048"/>
                  </a:lnTo>
                  <a:lnTo>
                    <a:pt x="764273" y="184129"/>
                  </a:lnTo>
                  <a:lnTo>
                    <a:pt x="764419" y="184008"/>
                  </a:lnTo>
                  <a:lnTo>
                    <a:pt x="764659" y="183596"/>
                  </a:lnTo>
                  <a:lnTo>
                    <a:pt x="765119" y="183731"/>
                  </a:lnTo>
                  <a:lnTo>
                    <a:pt x="765647" y="183892"/>
                  </a:lnTo>
                  <a:lnTo>
                    <a:pt x="766305" y="183915"/>
                  </a:lnTo>
                  <a:lnTo>
                    <a:pt x="766500" y="183917"/>
                  </a:lnTo>
                  <a:lnTo>
                    <a:pt x="766811" y="184042"/>
                  </a:lnTo>
                  <a:lnTo>
                    <a:pt x="767240" y="184219"/>
                  </a:lnTo>
                  <a:lnTo>
                    <a:pt x="767773" y="184304"/>
                  </a:lnTo>
                  <a:lnTo>
                    <a:pt x="768031" y="184455"/>
                  </a:lnTo>
                  <a:lnTo>
                    <a:pt x="768164" y="184560"/>
                  </a:lnTo>
                  <a:lnTo>
                    <a:pt x="768345" y="184736"/>
                  </a:lnTo>
                  <a:lnTo>
                    <a:pt x="768891" y="185180"/>
                  </a:lnTo>
                  <a:lnTo>
                    <a:pt x="769040" y="185252"/>
                  </a:lnTo>
                  <a:lnTo>
                    <a:pt x="769231" y="185295"/>
                  </a:lnTo>
                  <a:lnTo>
                    <a:pt x="769703" y="185213"/>
                  </a:lnTo>
                  <a:lnTo>
                    <a:pt x="770335" y="185174"/>
                  </a:lnTo>
                  <a:lnTo>
                    <a:pt x="770906" y="184943"/>
                  </a:lnTo>
                  <a:lnTo>
                    <a:pt x="771237" y="184995"/>
                  </a:lnTo>
                  <a:lnTo>
                    <a:pt x="771592" y="185235"/>
                  </a:lnTo>
                  <a:lnTo>
                    <a:pt x="771893" y="185161"/>
                  </a:lnTo>
                  <a:lnTo>
                    <a:pt x="771933" y="185028"/>
                  </a:lnTo>
                  <a:lnTo>
                    <a:pt x="772037" y="184611"/>
                  </a:lnTo>
                  <a:lnTo>
                    <a:pt x="772629" y="185094"/>
                  </a:lnTo>
                  <a:lnTo>
                    <a:pt x="773588" y="185521"/>
                  </a:lnTo>
                  <a:lnTo>
                    <a:pt x="774651" y="185861"/>
                  </a:lnTo>
                  <a:lnTo>
                    <a:pt x="775207" y="186127"/>
                  </a:lnTo>
                  <a:lnTo>
                    <a:pt x="776119" y="186529"/>
                  </a:lnTo>
                  <a:lnTo>
                    <a:pt x="777207" y="186853"/>
                  </a:lnTo>
                  <a:lnTo>
                    <a:pt x="777531" y="187006"/>
                  </a:lnTo>
                  <a:lnTo>
                    <a:pt x="778327" y="187308"/>
                  </a:lnTo>
                  <a:lnTo>
                    <a:pt x="778854" y="187703"/>
                  </a:lnTo>
                  <a:lnTo>
                    <a:pt x="779017" y="187751"/>
                  </a:lnTo>
                  <a:lnTo>
                    <a:pt x="779950" y="187867"/>
                  </a:lnTo>
                  <a:lnTo>
                    <a:pt x="779984" y="188302"/>
                  </a:lnTo>
                  <a:lnTo>
                    <a:pt x="780055" y="188907"/>
                  </a:lnTo>
                  <a:lnTo>
                    <a:pt x="780327" y="189162"/>
                  </a:lnTo>
                  <a:lnTo>
                    <a:pt x="780732" y="189388"/>
                  </a:lnTo>
                  <a:lnTo>
                    <a:pt x="781750" y="189830"/>
                  </a:lnTo>
                  <a:lnTo>
                    <a:pt x="783661" y="190656"/>
                  </a:lnTo>
                  <a:lnTo>
                    <a:pt x="784297" y="190892"/>
                  </a:lnTo>
                  <a:lnTo>
                    <a:pt x="787145" y="192152"/>
                  </a:lnTo>
                  <a:lnTo>
                    <a:pt x="788949" y="192955"/>
                  </a:lnTo>
                  <a:lnTo>
                    <a:pt x="790344" y="193576"/>
                  </a:lnTo>
                  <a:lnTo>
                    <a:pt x="791909" y="194285"/>
                  </a:lnTo>
                  <a:lnTo>
                    <a:pt x="793411" y="194968"/>
                  </a:lnTo>
                  <a:lnTo>
                    <a:pt x="796843" y="197112"/>
                  </a:lnTo>
                  <a:lnTo>
                    <a:pt x="798095" y="197398"/>
                  </a:lnTo>
                  <a:lnTo>
                    <a:pt x="799301" y="197810"/>
                  </a:lnTo>
                  <a:lnTo>
                    <a:pt x="799622" y="198282"/>
                  </a:lnTo>
                  <a:lnTo>
                    <a:pt x="799726" y="198759"/>
                  </a:lnTo>
                  <a:lnTo>
                    <a:pt x="801092" y="200003"/>
                  </a:lnTo>
                  <a:lnTo>
                    <a:pt x="801853" y="200563"/>
                  </a:lnTo>
                  <a:lnTo>
                    <a:pt x="803565" y="201404"/>
                  </a:lnTo>
                  <a:lnTo>
                    <a:pt x="803807" y="201624"/>
                  </a:lnTo>
                  <a:lnTo>
                    <a:pt x="804184" y="202305"/>
                  </a:lnTo>
                  <a:lnTo>
                    <a:pt x="804554" y="203287"/>
                  </a:lnTo>
                  <a:lnTo>
                    <a:pt x="804567" y="203654"/>
                  </a:lnTo>
                  <a:lnTo>
                    <a:pt x="804456" y="204053"/>
                  </a:lnTo>
                  <a:lnTo>
                    <a:pt x="804593" y="204339"/>
                  </a:lnTo>
                  <a:lnTo>
                    <a:pt x="804899" y="204485"/>
                  </a:lnTo>
                  <a:lnTo>
                    <a:pt x="805882" y="204148"/>
                  </a:lnTo>
                  <a:lnTo>
                    <a:pt x="806537" y="204282"/>
                  </a:lnTo>
                  <a:lnTo>
                    <a:pt x="807940" y="204495"/>
                  </a:lnTo>
                  <a:lnTo>
                    <a:pt x="809798" y="204990"/>
                  </a:lnTo>
                  <a:lnTo>
                    <a:pt x="811666" y="206354"/>
                  </a:lnTo>
                  <a:lnTo>
                    <a:pt x="814427" y="207346"/>
                  </a:lnTo>
                  <a:lnTo>
                    <a:pt x="817063" y="209792"/>
                  </a:lnTo>
                  <a:lnTo>
                    <a:pt x="817536" y="210283"/>
                  </a:lnTo>
                  <a:lnTo>
                    <a:pt x="818612" y="211729"/>
                  </a:lnTo>
                  <a:lnTo>
                    <a:pt x="819161" y="212195"/>
                  </a:lnTo>
                  <a:lnTo>
                    <a:pt x="819950" y="212169"/>
                  </a:lnTo>
                  <a:lnTo>
                    <a:pt x="820564" y="212156"/>
                  </a:lnTo>
                  <a:lnTo>
                    <a:pt x="820976" y="212115"/>
                  </a:lnTo>
                  <a:lnTo>
                    <a:pt x="821552" y="212414"/>
                  </a:lnTo>
                  <a:lnTo>
                    <a:pt x="822084" y="212611"/>
                  </a:lnTo>
                  <a:lnTo>
                    <a:pt x="822346" y="212740"/>
                  </a:lnTo>
                  <a:lnTo>
                    <a:pt x="822956" y="213018"/>
                  </a:lnTo>
                  <a:lnTo>
                    <a:pt x="823490" y="213162"/>
                  </a:lnTo>
                  <a:lnTo>
                    <a:pt x="824189" y="213273"/>
                  </a:lnTo>
                  <a:lnTo>
                    <a:pt x="825003" y="213453"/>
                  </a:lnTo>
                  <a:lnTo>
                    <a:pt x="825252" y="213483"/>
                  </a:lnTo>
                  <a:lnTo>
                    <a:pt x="825385" y="213538"/>
                  </a:lnTo>
                  <a:lnTo>
                    <a:pt x="825899" y="213823"/>
                  </a:lnTo>
                  <a:lnTo>
                    <a:pt x="826090" y="213782"/>
                  </a:lnTo>
                  <a:lnTo>
                    <a:pt x="826284" y="213759"/>
                  </a:lnTo>
                  <a:lnTo>
                    <a:pt x="826715" y="213937"/>
                  </a:lnTo>
                  <a:lnTo>
                    <a:pt x="827223" y="214213"/>
                  </a:lnTo>
                  <a:lnTo>
                    <a:pt x="827470" y="214365"/>
                  </a:lnTo>
                  <a:lnTo>
                    <a:pt x="827608" y="214686"/>
                  </a:lnTo>
                  <a:lnTo>
                    <a:pt x="827899" y="214941"/>
                  </a:lnTo>
                  <a:lnTo>
                    <a:pt x="828677" y="215442"/>
                  </a:lnTo>
                  <a:lnTo>
                    <a:pt x="829502" y="216059"/>
                  </a:lnTo>
                  <a:lnTo>
                    <a:pt x="830750" y="215808"/>
                  </a:lnTo>
                  <a:lnTo>
                    <a:pt x="834364" y="215354"/>
                  </a:lnTo>
                  <a:lnTo>
                    <a:pt x="836868" y="215220"/>
                  </a:lnTo>
                  <a:lnTo>
                    <a:pt x="841659" y="214595"/>
                  </a:lnTo>
                  <a:lnTo>
                    <a:pt x="845411" y="214173"/>
                  </a:lnTo>
                  <a:lnTo>
                    <a:pt x="846128" y="214697"/>
                  </a:lnTo>
                  <a:lnTo>
                    <a:pt x="845904" y="215448"/>
                  </a:lnTo>
                  <a:lnTo>
                    <a:pt x="845185" y="216421"/>
                  </a:lnTo>
                  <a:lnTo>
                    <a:pt x="843936" y="217180"/>
                  </a:lnTo>
                  <a:lnTo>
                    <a:pt x="843199" y="219750"/>
                  </a:lnTo>
                  <a:lnTo>
                    <a:pt x="843041" y="223232"/>
                  </a:lnTo>
                  <a:lnTo>
                    <a:pt x="842067" y="225913"/>
                  </a:lnTo>
                  <a:lnTo>
                    <a:pt x="844055" y="225959"/>
                  </a:lnTo>
                  <a:lnTo>
                    <a:pt x="846056" y="226797"/>
                  </a:lnTo>
                  <a:lnTo>
                    <a:pt x="847829" y="226779"/>
                  </a:lnTo>
                  <a:lnTo>
                    <a:pt x="849771" y="226827"/>
                  </a:lnTo>
                  <a:lnTo>
                    <a:pt x="849896" y="227048"/>
                  </a:lnTo>
                  <a:lnTo>
                    <a:pt x="850777" y="228620"/>
                  </a:lnTo>
                  <a:lnTo>
                    <a:pt x="851291" y="229538"/>
                  </a:lnTo>
                  <a:lnTo>
                    <a:pt x="851714" y="230294"/>
                  </a:lnTo>
                  <a:lnTo>
                    <a:pt x="852191" y="231098"/>
                  </a:lnTo>
                  <a:lnTo>
                    <a:pt x="852820" y="232159"/>
                  </a:lnTo>
                  <a:lnTo>
                    <a:pt x="853599" y="233538"/>
                  </a:lnTo>
                  <a:lnTo>
                    <a:pt x="854580" y="236839"/>
                  </a:lnTo>
                  <a:lnTo>
                    <a:pt x="855619" y="239216"/>
                  </a:lnTo>
                  <a:lnTo>
                    <a:pt x="856786" y="241649"/>
                  </a:lnTo>
                  <a:lnTo>
                    <a:pt x="857058" y="242244"/>
                  </a:lnTo>
                  <a:lnTo>
                    <a:pt x="857679" y="243950"/>
                  </a:lnTo>
                  <a:lnTo>
                    <a:pt x="857916" y="244800"/>
                  </a:lnTo>
                  <a:lnTo>
                    <a:pt x="861029" y="250092"/>
                  </a:lnTo>
                  <a:lnTo>
                    <a:pt x="862615" y="252700"/>
                  </a:lnTo>
                  <a:lnTo>
                    <a:pt x="863396" y="258635"/>
                  </a:lnTo>
                  <a:lnTo>
                    <a:pt x="864674" y="260431"/>
                  </a:lnTo>
                  <a:lnTo>
                    <a:pt x="865661" y="261376"/>
                  </a:lnTo>
                  <a:lnTo>
                    <a:pt x="868302" y="263553"/>
                  </a:lnTo>
                  <a:lnTo>
                    <a:pt x="872536" y="267207"/>
                  </a:lnTo>
                  <a:lnTo>
                    <a:pt x="882104" y="275339"/>
                  </a:lnTo>
                  <a:close/>
                </a:path>
              </a:pathLst>
            </a:custGeom>
            <a:solidFill>
              <a:srgbClr val="5986B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6231536" y="1696208"/>
              <a:ext cx="456334" cy="491870"/>
            </a:xfrm>
            <a:custGeom>
              <a:avLst/>
              <a:pathLst>
                <a:path w="456334" h="491870">
                  <a:moveTo>
                    <a:pt x="182879" y="182880"/>
                  </a:moveTo>
                  <a:lnTo>
                    <a:pt x="182971" y="183234"/>
                  </a:lnTo>
                  <a:lnTo>
                    <a:pt x="183172" y="183477"/>
                  </a:lnTo>
                  <a:lnTo>
                    <a:pt x="183184" y="183621"/>
                  </a:lnTo>
                  <a:lnTo>
                    <a:pt x="183142" y="183766"/>
                  </a:lnTo>
                  <a:lnTo>
                    <a:pt x="182938" y="184084"/>
                  </a:lnTo>
                  <a:lnTo>
                    <a:pt x="182928" y="184385"/>
                  </a:lnTo>
                  <a:lnTo>
                    <a:pt x="182940" y="184579"/>
                  </a:lnTo>
                  <a:lnTo>
                    <a:pt x="182982" y="185998"/>
                  </a:lnTo>
                  <a:lnTo>
                    <a:pt x="182838" y="186085"/>
                  </a:lnTo>
                  <a:lnTo>
                    <a:pt x="182760" y="186247"/>
                  </a:lnTo>
                  <a:lnTo>
                    <a:pt x="183010" y="186610"/>
                  </a:lnTo>
                  <a:lnTo>
                    <a:pt x="182940" y="187045"/>
                  </a:lnTo>
                  <a:lnTo>
                    <a:pt x="183026" y="187680"/>
                  </a:lnTo>
                  <a:lnTo>
                    <a:pt x="183137" y="187932"/>
                  </a:lnTo>
                  <a:lnTo>
                    <a:pt x="183066" y="188488"/>
                  </a:lnTo>
                  <a:lnTo>
                    <a:pt x="182971" y="189164"/>
                  </a:lnTo>
                  <a:lnTo>
                    <a:pt x="183022" y="189347"/>
                  </a:lnTo>
                  <a:lnTo>
                    <a:pt x="183073" y="189531"/>
                  </a:lnTo>
                  <a:lnTo>
                    <a:pt x="183159" y="189977"/>
                  </a:lnTo>
                  <a:lnTo>
                    <a:pt x="183183" y="190993"/>
                  </a:lnTo>
                  <a:lnTo>
                    <a:pt x="183353" y="191172"/>
                  </a:lnTo>
                  <a:lnTo>
                    <a:pt x="183500" y="191548"/>
                  </a:lnTo>
                  <a:lnTo>
                    <a:pt x="183483" y="191900"/>
                  </a:lnTo>
                  <a:lnTo>
                    <a:pt x="183320" y="192506"/>
                  </a:lnTo>
                  <a:lnTo>
                    <a:pt x="183408" y="193224"/>
                  </a:lnTo>
                  <a:lnTo>
                    <a:pt x="183532" y="193657"/>
                  </a:lnTo>
                  <a:lnTo>
                    <a:pt x="183429" y="193993"/>
                  </a:lnTo>
                  <a:lnTo>
                    <a:pt x="183415" y="194293"/>
                  </a:lnTo>
                  <a:lnTo>
                    <a:pt x="183545" y="194409"/>
                  </a:lnTo>
                  <a:lnTo>
                    <a:pt x="183569" y="194819"/>
                  </a:lnTo>
                  <a:lnTo>
                    <a:pt x="183493" y="195039"/>
                  </a:lnTo>
                  <a:lnTo>
                    <a:pt x="183445" y="195457"/>
                  </a:lnTo>
                  <a:lnTo>
                    <a:pt x="183616" y="195979"/>
                  </a:lnTo>
                  <a:lnTo>
                    <a:pt x="183563" y="196427"/>
                  </a:lnTo>
                  <a:lnTo>
                    <a:pt x="183490" y="196831"/>
                  </a:lnTo>
                  <a:lnTo>
                    <a:pt x="183332" y="197205"/>
                  </a:lnTo>
                  <a:lnTo>
                    <a:pt x="183120" y="197358"/>
                  </a:lnTo>
                  <a:lnTo>
                    <a:pt x="182965" y="197486"/>
                  </a:lnTo>
                  <a:lnTo>
                    <a:pt x="183058" y="197673"/>
                  </a:lnTo>
                  <a:lnTo>
                    <a:pt x="183062" y="197888"/>
                  </a:lnTo>
                  <a:lnTo>
                    <a:pt x="183008" y="198085"/>
                  </a:lnTo>
                  <a:lnTo>
                    <a:pt x="182810" y="198480"/>
                  </a:lnTo>
                  <a:lnTo>
                    <a:pt x="182715" y="199558"/>
                  </a:lnTo>
                  <a:lnTo>
                    <a:pt x="182691" y="200006"/>
                  </a:lnTo>
                  <a:lnTo>
                    <a:pt x="182606" y="200525"/>
                  </a:lnTo>
                  <a:lnTo>
                    <a:pt x="182815" y="201313"/>
                  </a:lnTo>
                  <a:lnTo>
                    <a:pt x="182915" y="201510"/>
                  </a:lnTo>
                  <a:lnTo>
                    <a:pt x="183124" y="202106"/>
                  </a:lnTo>
                  <a:lnTo>
                    <a:pt x="183023" y="202399"/>
                  </a:lnTo>
                  <a:lnTo>
                    <a:pt x="182986" y="202615"/>
                  </a:lnTo>
                  <a:lnTo>
                    <a:pt x="183025" y="202834"/>
                  </a:lnTo>
                  <a:lnTo>
                    <a:pt x="183200" y="203175"/>
                  </a:lnTo>
                  <a:lnTo>
                    <a:pt x="183481" y="203558"/>
                  </a:lnTo>
                  <a:lnTo>
                    <a:pt x="183749" y="204005"/>
                  </a:lnTo>
                  <a:lnTo>
                    <a:pt x="183801" y="204165"/>
                  </a:lnTo>
                  <a:lnTo>
                    <a:pt x="183709" y="204455"/>
                  </a:lnTo>
                  <a:lnTo>
                    <a:pt x="183668" y="204751"/>
                  </a:lnTo>
                  <a:lnTo>
                    <a:pt x="183739" y="205112"/>
                  </a:lnTo>
                  <a:lnTo>
                    <a:pt x="183647" y="205339"/>
                  </a:lnTo>
                  <a:lnTo>
                    <a:pt x="183467" y="205569"/>
                  </a:lnTo>
                  <a:lnTo>
                    <a:pt x="183548" y="205778"/>
                  </a:lnTo>
                  <a:lnTo>
                    <a:pt x="184001" y="206256"/>
                  </a:lnTo>
                  <a:lnTo>
                    <a:pt x="184064" y="206384"/>
                  </a:lnTo>
                  <a:lnTo>
                    <a:pt x="183991" y="206744"/>
                  </a:lnTo>
                  <a:lnTo>
                    <a:pt x="184224" y="207229"/>
                  </a:lnTo>
                  <a:lnTo>
                    <a:pt x="184289" y="207423"/>
                  </a:lnTo>
                  <a:lnTo>
                    <a:pt x="184198" y="207773"/>
                  </a:lnTo>
                  <a:lnTo>
                    <a:pt x="184346" y="208133"/>
                  </a:lnTo>
                  <a:lnTo>
                    <a:pt x="184552" y="208219"/>
                  </a:lnTo>
                  <a:lnTo>
                    <a:pt x="184916" y="208380"/>
                  </a:lnTo>
                  <a:lnTo>
                    <a:pt x="184737" y="208747"/>
                  </a:lnTo>
                  <a:lnTo>
                    <a:pt x="184730" y="208962"/>
                  </a:lnTo>
                  <a:lnTo>
                    <a:pt x="184909" y="209011"/>
                  </a:lnTo>
                  <a:lnTo>
                    <a:pt x="185220" y="209582"/>
                  </a:lnTo>
                  <a:lnTo>
                    <a:pt x="185043" y="210096"/>
                  </a:lnTo>
                  <a:lnTo>
                    <a:pt x="185480" y="210155"/>
                  </a:lnTo>
                  <a:lnTo>
                    <a:pt x="185672" y="210351"/>
                  </a:lnTo>
                  <a:lnTo>
                    <a:pt x="185615" y="210540"/>
                  </a:lnTo>
                  <a:lnTo>
                    <a:pt x="185432" y="210849"/>
                  </a:lnTo>
                  <a:lnTo>
                    <a:pt x="185236" y="211213"/>
                  </a:lnTo>
                  <a:lnTo>
                    <a:pt x="185140" y="211420"/>
                  </a:lnTo>
                  <a:lnTo>
                    <a:pt x="185170" y="211708"/>
                  </a:lnTo>
                  <a:lnTo>
                    <a:pt x="185379" y="211999"/>
                  </a:lnTo>
                  <a:lnTo>
                    <a:pt x="185314" y="212409"/>
                  </a:lnTo>
                  <a:lnTo>
                    <a:pt x="185616" y="213350"/>
                  </a:lnTo>
                  <a:lnTo>
                    <a:pt x="185872" y="213926"/>
                  </a:lnTo>
                  <a:lnTo>
                    <a:pt x="185924" y="214104"/>
                  </a:lnTo>
                  <a:lnTo>
                    <a:pt x="185982" y="214533"/>
                  </a:lnTo>
                  <a:lnTo>
                    <a:pt x="185852" y="215013"/>
                  </a:lnTo>
                  <a:lnTo>
                    <a:pt x="185742" y="215316"/>
                  </a:lnTo>
                  <a:lnTo>
                    <a:pt x="185692" y="215656"/>
                  </a:lnTo>
                  <a:lnTo>
                    <a:pt x="185674" y="216410"/>
                  </a:lnTo>
                  <a:lnTo>
                    <a:pt x="185770" y="216683"/>
                  </a:lnTo>
                  <a:lnTo>
                    <a:pt x="185809" y="216877"/>
                  </a:lnTo>
                  <a:lnTo>
                    <a:pt x="185585" y="217142"/>
                  </a:lnTo>
                  <a:lnTo>
                    <a:pt x="184959" y="217540"/>
                  </a:lnTo>
                  <a:lnTo>
                    <a:pt x="185051" y="217675"/>
                  </a:lnTo>
                  <a:lnTo>
                    <a:pt x="185196" y="217750"/>
                  </a:lnTo>
                  <a:lnTo>
                    <a:pt x="185299" y="217882"/>
                  </a:lnTo>
                  <a:lnTo>
                    <a:pt x="185364" y="218153"/>
                  </a:lnTo>
                  <a:lnTo>
                    <a:pt x="185322" y="218340"/>
                  </a:lnTo>
                  <a:lnTo>
                    <a:pt x="185503" y="218654"/>
                  </a:lnTo>
                  <a:lnTo>
                    <a:pt x="185637" y="218745"/>
                  </a:lnTo>
                  <a:lnTo>
                    <a:pt x="185755" y="218928"/>
                  </a:lnTo>
                  <a:lnTo>
                    <a:pt x="186354" y="219437"/>
                  </a:lnTo>
                  <a:lnTo>
                    <a:pt x="186625" y="220251"/>
                  </a:lnTo>
                  <a:lnTo>
                    <a:pt x="187135" y="220741"/>
                  </a:lnTo>
                  <a:lnTo>
                    <a:pt x="187340" y="220759"/>
                  </a:lnTo>
                  <a:lnTo>
                    <a:pt x="187491" y="220816"/>
                  </a:lnTo>
                  <a:lnTo>
                    <a:pt x="187463" y="221125"/>
                  </a:lnTo>
                  <a:lnTo>
                    <a:pt x="187468" y="221360"/>
                  </a:lnTo>
                  <a:lnTo>
                    <a:pt x="187819" y="222267"/>
                  </a:lnTo>
                  <a:lnTo>
                    <a:pt x="187997" y="222349"/>
                  </a:lnTo>
                  <a:lnTo>
                    <a:pt x="188622" y="222849"/>
                  </a:lnTo>
                  <a:lnTo>
                    <a:pt x="188825" y="222907"/>
                  </a:lnTo>
                  <a:lnTo>
                    <a:pt x="188979" y="222921"/>
                  </a:lnTo>
                  <a:lnTo>
                    <a:pt x="189190" y="223009"/>
                  </a:lnTo>
                  <a:lnTo>
                    <a:pt x="189362" y="223045"/>
                  </a:lnTo>
                  <a:lnTo>
                    <a:pt x="189708" y="223469"/>
                  </a:lnTo>
                  <a:lnTo>
                    <a:pt x="189765" y="223607"/>
                  </a:lnTo>
                  <a:lnTo>
                    <a:pt x="189439" y="224526"/>
                  </a:lnTo>
                  <a:lnTo>
                    <a:pt x="189517" y="224795"/>
                  </a:lnTo>
                  <a:lnTo>
                    <a:pt x="189815" y="224842"/>
                  </a:lnTo>
                  <a:lnTo>
                    <a:pt x="190156" y="224891"/>
                  </a:lnTo>
                  <a:lnTo>
                    <a:pt x="190399" y="225418"/>
                  </a:lnTo>
                  <a:lnTo>
                    <a:pt x="190438" y="225699"/>
                  </a:lnTo>
                  <a:lnTo>
                    <a:pt x="190401" y="226084"/>
                  </a:lnTo>
                  <a:lnTo>
                    <a:pt x="190486" y="226228"/>
                  </a:lnTo>
                  <a:lnTo>
                    <a:pt x="190944" y="226659"/>
                  </a:lnTo>
                  <a:lnTo>
                    <a:pt x="191137" y="226815"/>
                  </a:lnTo>
                  <a:lnTo>
                    <a:pt x="191756" y="227062"/>
                  </a:lnTo>
                  <a:lnTo>
                    <a:pt x="192029" y="227305"/>
                  </a:lnTo>
                  <a:lnTo>
                    <a:pt x="192193" y="227570"/>
                  </a:lnTo>
                  <a:lnTo>
                    <a:pt x="192424" y="227941"/>
                  </a:lnTo>
                  <a:lnTo>
                    <a:pt x="192729" y="228075"/>
                  </a:lnTo>
                  <a:lnTo>
                    <a:pt x="193105" y="228240"/>
                  </a:lnTo>
                  <a:lnTo>
                    <a:pt x="193742" y="229046"/>
                  </a:lnTo>
                  <a:lnTo>
                    <a:pt x="193821" y="229362"/>
                  </a:lnTo>
                  <a:lnTo>
                    <a:pt x="194098" y="229547"/>
                  </a:lnTo>
                  <a:lnTo>
                    <a:pt x="194113" y="229153"/>
                  </a:lnTo>
                  <a:lnTo>
                    <a:pt x="193946" y="228818"/>
                  </a:lnTo>
                  <a:lnTo>
                    <a:pt x="193580" y="228159"/>
                  </a:lnTo>
                  <a:lnTo>
                    <a:pt x="193488" y="227268"/>
                  </a:lnTo>
                  <a:lnTo>
                    <a:pt x="193497" y="226982"/>
                  </a:lnTo>
                  <a:lnTo>
                    <a:pt x="193550" y="226725"/>
                  </a:lnTo>
                  <a:lnTo>
                    <a:pt x="193801" y="225835"/>
                  </a:lnTo>
                  <a:lnTo>
                    <a:pt x="193998" y="225301"/>
                  </a:lnTo>
                  <a:lnTo>
                    <a:pt x="194232" y="224754"/>
                  </a:lnTo>
                  <a:lnTo>
                    <a:pt x="194645" y="224503"/>
                  </a:lnTo>
                  <a:lnTo>
                    <a:pt x="194700" y="224358"/>
                  </a:lnTo>
                  <a:lnTo>
                    <a:pt x="194724" y="224041"/>
                  </a:lnTo>
                  <a:lnTo>
                    <a:pt x="194632" y="223546"/>
                  </a:lnTo>
                  <a:lnTo>
                    <a:pt x="194472" y="223261"/>
                  </a:lnTo>
                  <a:lnTo>
                    <a:pt x="194323" y="223058"/>
                  </a:lnTo>
                  <a:lnTo>
                    <a:pt x="194074" y="222891"/>
                  </a:lnTo>
                  <a:lnTo>
                    <a:pt x="193866" y="222113"/>
                  </a:lnTo>
                  <a:lnTo>
                    <a:pt x="194065" y="222067"/>
                  </a:lnTo>
                  <a:lnTo>
                    <a:pt x="194312" y="221786"/>
                  </a:lnTo>
                  <a:lnTo>
                    <a:pt x="194379" y="221429"/>
                  </a:lnTo>
                  <a:lnTo>
                    <a:pt x="194328" y="221285"/>
                  </a:lnTo>
                  <a:lnTo>
                    <a:pt x="194342" y="220818"/>
                  </a:lnTo>
                  <a:lnTo>
                    <a:pt x="194407" y="220486"/>
                  </a:lnTo>
                  <a:lnTo>
                    <a:pt x="194700" y="220232"/>
                  </a:lnTo>
                  <a:lnTo>
                    <a:pt x="194902" y="219997"/>
                  </a:lnTo>
                  <a:lnTo>
                    <a:pt x="194869" y="219716"/>
                  </a:lnTo>
                  <a:lnTo>
                    <a:pt x="195033" y="219196"/>
                  </a:lnTo>
                  <a:lnTo>
                    <a:pt x="195228" y="219110"/>
                  </a:lnTo>
                  <a:lnTo>
                    <a:pt x="195423" y="218843"/>
                  </a:lnTo>
                  <a:lnTo>
                    <a:pt x="195482" y="218639"/>
                  </a:lnTo>
                  <a:lnTo>
                    <a:pt x="195467" y="218287"/>
                  </a:lnTo>
                  <a:lnTo>
                    <a:pt x="195217" y="217896"/>
                  </a:lnTo>
                  <a:lnTo>
                    <a:pt x="194991" y="217818"/>
                  </a:lnTo>
                  <a:lnTo>
                    <a:pt x="194761" y="217905"/>
                  </a:lnTo>
                  <a:lnTo>
                    <a:pt x="194518" y="217817"/>
                  </a:lnTo>
                  <a:lnTo>
                    <a:pt x="194206" y="217268"/>
                  </a:lnTo>
                  <a:lnTo>
                    <a:pt x="194151" y="217140"/>
                  </a:lnTo>
                  <a:lnTo>
                    <a:pt x="194174" y="216697"/>
                  </a:lnTo>
                  <a:lnTo>
                    <a:pt x="194565" y="216489"/>
                  </a:lnTo>
                  <a:lnTo>
                    <a:pt x="194772" y="216058"/>
                  </a:lnTo>
                  <a:lnTo>
                    <a:pt x="194532" y="215410"/>
                  </a:lnTo>
                  <a:lnTo>
                    <a:pt x="194545" y="215232"/>
                  </a:lnTo>
                  <a:lnTo>
                    <a:pt x="194283" y="214905"/>
                  </a:lnTo>
                  <a:lnTo>
                    <a:pt x="194033" y="214768"/>
                  </a:lnTo>
                  <a:lnTo>
                    <a:pt x="193848" y="214594"/>
                  </a:lnTo>
                  <a:lnTo>
                    <a:pt x="193867" y="214108"/>
                  </a:lnTo>
                  <a:lnTo>
                    <a:pt x="194120" y="212976"/>
                  </a:lnTo>
                  <a:lnTo>
                    <a:pt x="194273" y="212647"/>
                  </a:lnTo>
                  <a:lnTo>
                    <a:pt x="194168" y="212182"/>
                  </a:lnTo>
                  <a:lnTo>
                    <a:pt x="194373" y="212073"/>
                  </a:lnTo>
                  <a:lnTo>
                    <a:pt x="195040" y="211801"/>
                  </a:lnTo>
                  <a:lnTo>
                    <a:pt x="195654" y="211908"/>
                  </a:lnTo>
                  <a:lnTo>
                    <a:pt x="195987" y="212032"/>
                  </a:lnTo>
                  <a:lnTo>
                    <a:pt x="196488" y="212034"/>
                  </a:lnTo>
                  <a:lnTo>
                    <a:pt x="196560" y="211453"/>
                  </a:lnTo>
                  <a:lnTo>
                    <a:pt x="196543" y="211102"/>
                  </a:lnTo>
                  <a:lnTo>
                    <a:pt x="196534" y="210775"/>
                  </a:lnTo>
                  <a:lnTo>
                    <a:pt x="196670" y="210739"/>
                  </a:lnTo>
                  <a:lnTo>
                    <a:pt x="196837" y="210581"/>
                  </a:lnTo>
                  <a:lnTo>
                    <a:pt x="197185" y="210188"/>
                  </a:lnTo>
                  <a:lnTo>
                    <a:pt x="197547" y="210043"/>
                  </a:lnTo>
                  <a:lnTo>
                    <a:pt x="197780" y="209804"/>
                  </a:lnTo>
                  <a:lnTo>
                    <a:pt x="197766" y="209548"/>
                  </a:lnTo>
                  <a:lnTo>
                    <a:pt x="197788" y="209113"/>
                  </a:lnTo>
                  <a:lnTo>
                    <a:pt x="198183" y="209008"/>
                  </a:lnTo>
                  <a:lnTo>
                    <a:pt x="198366" y="209078"/>
                  </a:lnTo>
                  <a:lnTo>
                    <a:pt x="198502" y="209242"/>
                  </a:lnTo>
                  <a:lnTo>
                    <a:pt x="198779" y="209254"/>
                  </a:lnTo>
                  <a:lnTo>
                    <a:pt x="199094" y="209137"/>
                  </a:lnTo>
                  <a:lnTo>
                    <a:pt x="199472" y="208637"/>
                  </a:lnTo>
                  <a:lnTo>
                    <a:pt x="199474" y="207680"/>
                  </a:lnTo>
                  <a:lnTo>
                    <a:pt x="199584" y="207019"/>
                  </a:lnTo>
                  <a:lnTo>
                    <a:pt x="199436" y="206626"/>
                  </a:lnTo>
                  <a:lnTo>
                    <a:pt x="199100" y="206340"/>
                  </a:lnTo>
                  <a:lnTo>
                    <a:pt x="199449" y="205967"/>
                  </a:lnTo>
                  <a:lnTo>
                    <a:pt x="199639" y="205867"/>
                  </a:lnTo>
                  <a:lnTo>
                    <a:pt x="199832" y="205659"/>
                  </a:lnTo>
                  <a:lnTo>
                    <a:pt x="199877" y="205380"/>
                  </a:lnTo>
                  <a:lnTo>
                    <a:pt x="199887" y="205188"/>
                  </a:lnTo>
                  <a:lnTo>
                    <a:pt x="200038" y="204941"/>
                  </a:lnTo>
                  <a:lnTo>
                    <a:pt x="200233" y="204726"/>
                  </a:lnTo>
                  <a:lnTo>
                    <a:pt x="200392" y="204705"/>
                  </a:lnTo>
                  <a:lnTo>
                    <a:pt x="200595" y="204877"/>
                  </a:lnTo>
                  <a:lnTo>
                    <a:pt x="201035" y="204709"/>
                  </a:lnTo>
                  <a:lnTo>
                    <a:pt x="201720" y="204390"/>
                  </a:lnTo>
                  <a:lnTo>
                    <a:pt x="201931" y="204191"/>
                  </a:lnTo>
                  <a:lnTo>
                    <a:pt x="201801" y="203955"/>
                  </a:lnTo>
                  <a:lnTo>
                    <a:pt x="202083" y="203837"/>
                  </a:lnTo>
                  <a:lnTo>
                    <a:pt x="202419" y="203641"/>
                  </a:lnTo>
                  <a:lnTo>
                    <a:pt x="202065" y="203153"/>
                  </a:lnTo>
                  <a:lnTo>
                    <a:pt x="201973" y="202356"/>
                  </a:lnTo>
                  <a:lnTo>
                    <a:pt x="201981" y="202094"/>
                  </a:lnTo>
                  <a:lnTo>
                    <a:pt x="202126" y="201682"/>
                  </a:lnTo>
                  <a:lnTo>
                    <a:pt x="202373" y="201592"/>
                  </a:lnTo>
                  <a:lnTo>
                    <a:pt x="202625" y="201278"/>
                  </a:lnTo>
                  <a:lnTo>
                    <a:pt x="202649" y="201129"/>
                  </a:lnTo>
                  <a:lnTo>
                    <a:pt x="202729" y="200538"/>
                  </a:lnTo>
                  <a:lnTo>
                    <a:pt x="203759" y="200503"/>
                  </a:lnTo>
                  <a:lnTo>
                    <a:pt x="204122" y="200564"/>
                  </a:lnTo>
                  <a:lnTo>
                    <a:pt x="204959" y="200654"/>
                  </a:lnTo>
                  <a:lnTo>
                    <a:pt x="205275" y="200453"/>
                  </a:lnTo>
                  <a:lnTo>
                    <a:pt x="205398" y="200247"/>
                  </a:lnTo>
                  <a:lnTo>
                    <a:pt x="205407" y="200064"/>
                  </a:lnTo>
                  <a:lnTo>
                    <a:pt x="205456" y="199889"/>
                  </a:lnTo>
                  <a:lnTo>
                    <a:pt x="205649" y="199632"/>
                  </a:lnTo>
                  <a:lnTo>
                    <a:pt x="205801" y="199621"/>
                  </a:lnTo>
                  <a:lnTo>
                    <a:pt x="206105" y="199491"/>
                  </a:lnTo>
                  <a:lnTo>
                    <a:pt x="206319" y="199131"/>
                  </a:lnTo>
                  <a:lnTo>
                    <a:pt x="206358" y="199273"/>
                  </a:lnTo>
                  <a:lnTo>
                    <a:pt x="206390" y="199857"/>
                  </a:lnTo>
                  <a:lnTo>
                    <a:pt x="206511" y="200449"/>
                  </a:lnTo>
                  <a:lnTo>
                    <a:pt x="206548" y="200730"/>
                  </a:lnTo>
                  <a:lnTo>
                    <a:pt x="206530" y="201768"/>
                  </a:lnTo>
                  <a:lnTo>
                    <a:pt x="206443" y="202304"/>
                  </a:lnTo>
                  <a:lnTo>
                    <a:pt x="206458" y="203066"/>
                  </a:lnTo>
                  <a:lnTo>
                    <a:pt x="206655" y="203456"/>
                  </a:lnTo>
                  <a:lnTo>
                    <a:pt x="206817" y="203631"/>
                  </a:lnTo>
                  <a:lnTo>
                    <a:pt x="206992" y="203950"/>
                  </a:lnTo>
                  <a:lnTo>
                    <a:pt x="206948" y="204129"/>
                  </a:lnTo>
                  <a:lnTo>
                    <a:pt x="206881" y="204280"/>
                  </a:lnTo>
                  <a:lnTo>
                    <a:pt x="206870" y="204636"/>
                  </a:lnTo>
                  <a:lnTo>
                    <a:pt x="207660" y="205162"/>
                  </a:lnTo>
                  <a:lnTo>
                    <a:pt x="207736" y="205479"/>
                  </a:lnTo>
                  <a:lnTo>
                    <a:pt x="207983" y="205529"/>
                  </a:lnTo>
                  <a:lnTo>
                    <a:pt x="208561" y="205516"/>
                  </a:lnTo>
                  <a:lnTo>
                    <a:pt x="209244" y="205568"/>
                  </a:lnTo>
                  <a:lnTo>
                    <a:pt x="209782" y="206043"/>
                  </a:lnTo>
                  <a:lnTo>
                    <a:pt x="210374" y="206809"/>
                  </a:lnTo>
                  <a:lnTo>
                    <a:pt x="210763" y="206994"/>
                  </a:lnTo>
                  <a:lnTo>
                    <a:pt x="211032" y="207378"/>
                  </a:lnTo>
                  <a:lnTo>
                    <a:pt x="211033" y="207571"/>
                  </a:lnTo>
                  <a:lnTo>
                    <a:pt x="210895" y="207604"/>
                  </a:lnTo>
                  <a:lnTo>
                    <a:pt x="210778" y="207829"/>
                  </a:lnTo>
                  <a:lnTo>
                    <a:pt x="210785" y="208705"/>
                  </a:lnTo>
                  <a:lnTo>
                    <a:pt x="211149" y="208667"/>
                  </a:lnTo>
                  <a:lnTo>
                    <a:pt x="211364" y="208552"/>
                  </a:lnTo>
                  <a:lnTo>
                    <a:pt x="211598" y="208353"/>
                  </a:lnTo>
                  <a:lnTo>
                    <a:pt x="211835" y="208307"/>
                  </a:lnTo>
                  <a:lnTo>
                    <a:pt x="212303" y="208527"/>
                  </a:lnTo>
                  <a:lnTo>
                    <a:pt x="212268" y="208944"/>
                  </a:lnTo>
                  <a:lnTo>
                    <a:pt x="212452" y="209445"/>
                  </a:lnTo>
                  <a:lnTo>
                    <a:pt x="212648" y="209557"/>
                  </a:lnTo>
                  <a:lnTo>
                    <a:pt x="213580" y="209788"/>
                  </a:lnTo>
                  <a:lnTo>
                    <a:pt x="213924" y="209913"/>
                  </a:lnTo>
                  <a:lnTo>
                    <a:pt x="214103" y="210008"/>
                  </a:lnTo>
                  <a:lnTo>
                    <a:pt x="214336" y="210233"/>
                  </a:lnTo>
                  <a:lnTo>
                    <a:pt x="214753" y="210572"/>
                  </a:lnTo>
                  <a:lnTo>
                    <a:pt x="215168" y="210806"/>
                  </a:lnTo>
                  <a:lnTo>
                    <a:pt x="215334" y="211019"/>
                  </a:lnTo>
                  <a:lnTo>
                    <a:pt x="215651" y="211616"/>
                  </a:lnTo>
                  <a:lnTo>
                    <a:pt x="215753" y="212124"/>
                  </a:lnTo>
                  <a:lnTo>
                    <a:pt x="215758" y="212423"/>
                  </a:lnTo>
                  <a:lnTo>
                    <a:pt x="215814" y="212610"/>
                  </a:lnTo>
                  <a:lnTo>
                    <a:pt x="216190" y="212709"/>
                  </a:lnTo>
                  <a:lnTo>
                    <a:pt x="216350" y="212676"/>
                  </a:lnTo>
                  <a:lnTo>
                    <a:pt x="216650" y="213043"/>
                  </a:lnTo>
                  <a:lnTo>
                    <a:pt x="216676" y="213674"/>
                  </a:lnTo>
                  <a:lnTo>
                    <a:pt x="216559" y="214059"/>
                  </a:lnTo>
                  <a:lnTo>
                    <a:pt x="216749" y="215281"/>
                  </a:lnTo>
                  <a:lnTo>
                    <a:pt x="217016" y="215645"/>
                  </a:lnTo>
                  <a:lnTo>
                    <a:pt x="217316" y="215854"/>
                  </a:lnTo>
                  <a:lnTo>
                    <a:pt x="217497" y="215828"/>
                  </a:lnTo>
                  <a:lnTo>
                    <a:pt x="217822" y="215977"/>
                  </a:lnTo>
                  <a:lnTo>
                    <a:pt x="218543" y="216381"/>
                  </a:lnTo>
                  <a:lnTo>
                    <a:pt x="218818" y="216585"/>
                  </a:lnTo>
                  <a:lnTo>
                    <a:pt x="219486" y="216490"/>
                  </a:lnTo>
                  <a:lnTo>
                    <a:pt x="219683" y="216932"/>
                  </a:lnTo>
                  <a:lnTo>
                    <a:pt x="219720" y="217215"/>
                  </a:lnTo>
                  <a:lnTo>
                    <a:pt x="220046" y="217513"/>
                  </a:lnTo>
                  <a:lnTo>
                    <a:pt x="219875" y="217843"/>
                  </a:lnTo>
                  <a:lnTo>
                    <a:pt x="219545" y="218433"/>
                  </a:lnTo>
                  <a:lnTo>
                    <a:pt x="219718" y="218637"/>
                  </a:lnTo>
                  <a:lnTo>
                    <a:pt x="219526" y="219138"/>
                  </a:lnTo>
                  <a:lnTo>
                    <a:pt x="219325" y="219485"/>
                  </a:lnTo>
                  <a:lnTo>
                    <a:pt x="219380" y="219981"/>
                  </a:lnTo>
                  <a:lnTo>
                    <a:pt x="219811" y="220010"/>
                  </a:lnTo>
                  <a:lnTo>
                    <a:pt x="220808" y="220201"/>
                  </a:lnTo>
                  <a:lnTo>
                    <a:pt x="221071" y="220451"/>
                  </a:lnTo>
                  <a:lnTo>
                    <a:pt x="221832" y="220609"/>
                  </a:lnTo>
                  <a:lnTo>
                    <a:pt x="222371" y="220742"/>
                  </a:lnTo>
                  <a:lnTo>
                    <a:pt x="222951" y="221323"/>
                  </a:lnTo>
                  <a:lnTo>
                    <a:pt x="223226" y="221623"/>
                  </a:lnTo>
                  <a:lnTo>
                    <a:pt x="223647" y="221745"/>
                  </a:lnTo>
                  <a:lnTo>
                    <a:pt x="223814" y="222056"/>
                  </a:lnTo>
                  <a:lnTo>
                    <a:pt x="223735" y="222404"/>
                  </a:lnTo>
                  <a:lnTo>
                    <a:pt x="223538" y="223258"/>
                  </a:lnTo>
                  <a:lnTo>
                    <a:pt x="223225" y="223234"/>
                  </a:lnTo>
                  <a:lnTo>
                    <a:pt x="222862" y="223572"/>
                  </a:lnTo>
                  <a:lnTo>
                    <a:pt x="222920" y="223763"/>
                  </a:lnTo>
                  <a:lnTo>
                    <a:pt x="223095" y="224038"/>
                  </a:lnTo>
                  <a:lnTo>
                    <a:pt x="223519" y="224166"/>
                  </a:lnTo>
                  <a:lnTo>
                    <a:pt x="224257" y="224912"/>
                  </a:lnTo>
                  <a:lnTo>
                    <a:pt x="224305" y="225223"/>
                  </a:lnTo>
                  <a:lnTo>
                    <a:pt x="223838" y="225607"/>
                  </a:lnTo>
                  <a:lnTo>
                    <a:pt x="223685" y="225706"/>
                  </a:lnTo>
                  <a:lnTo>
                    <a:pt x="223503" y="226118"/>
                  </a:lnTo>
                  <a:lnTo>
                    <a:pt x="223638" y="226425"/>
                  </a:lnTo>
                  <a:lnTo>
                    <a:pt x="223461" y="226677"/>
                  </a:lnTo>
                  <a:lnTo>
                    <a:pt x="223030" y="227111"/>
                  </a:lnTo>
                  <a:lnTo>
                    <a:pt x="222811" y="227139"/>
                  </a:lnTo>
                  <a:lnTo>
                    <a:pt x="222482" y="227122"/>
                  </a:lnTo>
                  <a:lnTo>
                    <a:pt x="222218" y="227151"/>
                  </a:lnTo>
                  <a:lnTo>
                    <a:pt x="222034" y="227210"/>
                  </a:lnTo>
                  <a:lnTo>
                    <a:pt x="221889" y="227304"/>
                  </a:lnTo>
                  <a:lnTo>
                    <a:pt x="221736" y="227342"/>
                  </a:lnTo>
                  <a:lnTo>
                    <a:pt x="221495" y="227330"/>
                  </a:lnTo>
                  <a:lnTo>
                    <a:pt x="221243" y="227253"/>
                  </a:lnTo>
                  <a:lnTo>
                    <a:pt x="220945" y="227483"/>
                  </a:lnTo>
                  <a:lnTo>
                    <a:pt x="220909" y="227750"/>
                  </a:lnTo>
                  <a:lnTo>
                    <a:pt x="220552" y="228282"/>
                  </a:lnTo>
                  <a:lnTo>
                    <a:pt x="220190" y="228155"/>
                  </a:lnTo>
                  <a:lnTo>
                    <a:pt x="220104" y="227973"/>
                  </a:lnTo>
                  <a:lnTo>
                    <a:pt x="219866" y="227793"/>
                  </a:lnTo>
                  <a:lnTo>
                    <a:pt x="219486" y="227700"/>
                  </a:lnTo>
                  <a:lnTo>
                    <a:pt x="219159" y="228058"/>
                  </a:lnTo>
                  <a:lnTo>
                    <a:pt x="218729" y="228089"/>
                  </a:lnTo>
                  <a:lnTo>
                    <a:pt x="218319" y="228153"/>
                  </a:lnTo>
                  <a:lnTo>
                    <a:pt x="218237" y="228837"/>
                  </a:lnTo>
                  <a:lnTo>
                    <a:pt x="218112" y="229038"/>
                  </a:lnTo>
                  <a:lnTo>
                    <a:pt x="218066" y="229183"/>
                  </a:lnTo>
                  <a:lnTo>
                    <a:pt x="218015" y="229872"/>
                  </a:lnTo>
                  <a:lnTo>
                    <a:pt x="218396" y="230323"/>
                  </a:lnTo>
                  <a:lnTo>
                    <a:pt x="218675" y="230425"/>
                  </a:lnTo>
                  <a:lnTo>
                    <a:pt x="218847" y="230685"/>
                  </a:lnTo>
                  <a:lnTo>
                    <a:pt x="218828" y="230835"/>
                  </a:lnTo>
                  <a:lnTo>
                    <a:pt x="218887" y="231016"/>
                  </a:lnTo>
                  <a:lnTo>
                    <a:pt x="219162" y="231494"/>
                  </a:lnTo>
                  <a:lnTo>
                    <a:pt x="219238" y="231629"/>
                  </a:lnTo>
                  <a:lnTo>
                    <a:pt x="219308" y="231826"/>
                  </a:lnTo>
                  <a:lnTo>
                    <a:pt x="219573" y="232581"/>
                  </a:lnTo>
                  <a:lnTo>
                    <a:pt x="219639" y="232724"/>
                  </a:lnTo>
                  <a:lnTo>
                    <a:pt x="219629" y="232879"/>
                  </a:lnTo>
                  <a:lnTo>
                    <a:pt x="219738" y="233056"/>
                  </a:lnTo>
                  <a:lnTo>
                    <a:pt x="219852" y="233606"/>
                  </a:lnTo>
                  <a:lnTo>
                    <a:pt x="220018" y="233857"/>
                  </a:lnTo>
                  <a:lnTo>
                    <a:pt x="220097" y="234015"/>
                  </a:lnTo>
                  <a:lnTo>
                    <a:pt x="220150" y="234291"/>
                  </a:lnTo>
                  <a:lnTo>
                    <a:pt x="220609" y="234882"/>
                  </a:lnTo>
                  <a:lnTo>
                    <a:pt x="220791" y="234945"/>
                  </a:lnTo>
                  <a:lnTo>
                    <a:pt x="221604" y="235227"/>
                  </a:lnTo>
                  <a:lnTo>
                    <a:pt x="221894" y="235403"/>
                  </a:lnTo>
                  <a:lnTo>
                    <a:pt x="222086" y="235664"/>
                  </a:lnTo>
                  <a:lnTo>
                    <a:pt x="222461" y="236305"/>
                  </a:lnTo>
                  <a:lnTo>
                    <a:pt x="222744" y="236519"/>
                  </a:lnTo>
                  <a:lnTo>
                    <a:pt x="223026" y="236873"/>
                  </a:lnTo>
                  <a:lnTo>
                    <a:pt x="223487" y="237441"/>
                  </a:lnTo>
                  <a:lnTo>
                    <a:pt x="224471" y="238336"/>
                  </a:lnTo>
                  <a:lnTo>
                    <a:pt x="224573" y="238519"/>
                  </a:lnTo>
                  <a:lnTo>
                    <a:pt x="224700" y="238856"/>
                  </a:lnTo>
                  <a:lnTo>
                    <a:pt x="224570" y="239086"/>
                  </a:lnTo>
                  <a:lnTo>
                    <a:pt x="224204" y="239537"/>
                  </a:lnTo>
                  <a:lnTo>
                    <a:pt x="223842" y="240059"/>
                  </a:lnTo>
                  <a:lnTo>
                    <a:pt x="224185" y="240609"/>
                  </a:lnTo>
                  <a:lnTo>
                    <a:pt x="225173" y="241484"/>
                  </a:lnTo>
                  <a:lnTo>
                    <a:pt x="225463" y="241493"/>
                  </a:lnTo>
                  <a:lnTo>
                    <a:pt x="225772" y="241466"/>
                  </a:lnTo>
                  <a:lnTo>
                    <a:pt x="225974" y="241614"/>
                  </a:lnTo>
                  <a:lnTo>
                    <a:pt x="226185" y="241880"/>
                  </a:lnTo>
                  <a:lnTo>
                    <a:pt x="226446" y="241878"/>
                  </a:lnTo>
                  <a:lnTo>
                    <a:pt x="227542" y="241842"/>
                  </a:lnTo>
                  <a:lnTo>
                    <a:pt x="227726" y="241843"/>
                  </a:lnTo>
                  <a:lnTo>
                    <a:pt x="227880" y="241945"/>
                  </a:lnTo>
                  <a:lnTo>
                    <a:pt x="228293" y="241976"/>
                  </a:lnTo>
                  <a:lnTo>
                    <a:pt x="228590" y="241905"/>
                  </a:lnTo>
                  <a:lnTo>
                    <a:pt x="229034" y="242198"/>
                  </a:lnTo>
                  <a:lnTo>
                    <a:pt x="229014" y="242457"/>
                  </a:lnTo>
                  <a:lnTo>
                    <a:pt x="228917" y="242598"/>
                  </a:lnTo>
                  <a:lnTo>
                    <a:pt x="228855" y="242901"/>
                  </a:lnTo>
                  <a:lnTo>
                    <a:pt x="228990" y="242997"/>
                  </a:lnTo>
                  <a:lnTo>
                    <a:pt x="229012" y="243604"/>
                  </a:lnTo>
                  <a:lnTo>
                    <a:pt x="228302" y="244197"/>
                  </a:lnTo>
                  <a:lnTo>
                    <a:pt x="228220" y="244525"/>
                  </a:lnTo>
                  <a:lnTo>
                    <a:pt x="228322" y="244905"/>
                  </a:lnTo>
                  <a:lnTo>
                    <a:pt x="228953" y="245338"/>
                  </a:lnTo>
                  <a:lnTo>
                    <a:pt x="228964" y="245659"/>
                  </a:lnTo>
                  <a:lnTo>
                    <a:pt x="228899" y="246284"/>
                  </a:lnTo>
                  <a:lnTo>
                    <a:pt x="228971" y="246502"/>
                  </a:lnTo>
                  <a:lnTo>
                    <a:pt x="229017" y="247072"/>
                  </a:lnTo>
                  <a:lnTo>
                    <a:pt x="228973" y="247266"/>
                  </a:lnTo>
                  <a:lnTo>
                    <a:pt x="228919" y="247443"/>
                  </a:lnTo>
                  <a:lnTo>
                    <a:pt x="228877" y="247694"/>
                  </a:lnTo>
                  <a:lnTo>
                    <a:pt x="229486" y="248385"/>
                  </a:lnTo>
                  <a:lnTo>
                    <a:pt x="229927" y="248360"/>
                  </a:lnTo>
                  <a:lnTo>
                    <a:pt x="230453" y="247478"/>
                  </a:lnTo>
                  <a:lnTo>
                    <a:pt x="230490" y="247306"/>
                  </a:lnTo>
                  <a:lnTo>
                    <a:pt x="230751" y="246808"/>
                  </a:lnTo>
                  <a:lnTo>
                    <a:pt x="231321" y="246823"/>
                  </a:lnTo>
                  <a:lnTo>
                    <a:pt x="231676" y="246923"/>
                  </a:lnTo>
                  <a:lnTo>
                    <a:pt x="231769" y="246403"/>
                  </a:lnTo>
                  <a:lnTo>
                    <a:pt x="231766" y="246124"/>
                  </a:lnTo>
                  <a:lnTo>
                    <a:pt x="231915" y="245817"/>
                  </a:lnTo>
                  <a:lnTo>
                    <a:pt x="232311" y="245472"/>
                  </a:lnTo>
                  <a:lnTo>
                    <a:pt x="232829" y="244723"/>
                  </a:lnTo>
                  <a:lnTo>
                    <a:pt x="233052" y="244186"/>
                  </a:lnTo>
                  <a:lnTo>
                    <a:pt x="233020" y="243692"/>
                  </a:lnTo>
                  <a:lnTo>
                    <a:pt x="233045" y="243421"/>
                  </a:lnTo>
                  <a:lnTo>
                    <a:pt x="233210" y="243097"/>
                  </a:lnTo>
                  <a:lnTo>
                    <a:pt x="233509" y="242967"/>
                  </a:lnTo>
                  <a:lnTo>
                    <a:pt x="233792" y="242646"/>
                  </a:lnTo>
                  <a:lnTo>
                    <a:pt x="234140" y="242047"/>
                  </a:lnTo>
                  <a:lnTo>
                    <a:pt x="234269" y="242054"/>
                  </a:lnTo>
                  <a:lnTo>
                    <a:pt x="234533" y="242083"/>
                  </a:lnTo>
                  <a:lnTo>
                    <a:pt x="235315" y="242273"/>
                  </a:lnTo>
                  <a:lnTo>
                    <a:pt x="236024" y="242777"/>
                  </a:lnTo>
                  <a:lnTo>
                    <a:pt x="236413" y="242760"/>
                  </a:lnTo>
                  <a:lnTo>
                    <a:pt x="236715" y="242725"/>
                  </a:lnTo>
                  <a:lnTo>
                    <a:pt x="236816" y="243335"/>
                  </a:lnTo>
                  <a:lnTo>
                    <a:pt x="236884" y="243781"/>
                  </a:lnTo>
                  <a:lnTo>
                    <a:pt x="237533" y="243856"/>
                  </a:lnTo>
                  <a:lnTo>
                    <a:pt x="237910" y="243932"/>
                  </a:lnTo>
                  <a:lnTo>
                    <a:pt x="238018" y="244085"/>
                  </a:lnTo>
                  <a:lnTo>
                    <a:pt x="238253" y="244526"/>
                  </a:lnTo>
                  <a:lnTo>
                    <a:pt x="238760" y="243843"/>
                  </a:lnTo>
                  <a:lnTo>
                    <a:pt x="239295" y="243469"/>
                  </a:lnTo>
                  <a:lnTo>
                    <a:pt x="239656" y="243150"/>
                  </a:lnTo>
                  <a:lnTo>
                    <a:pt x="240135" y="242749"/>
                  </a:lnTo>
                  <a:lnTo>
                    <a:pt x="240620" y="242442"/>
                  </a:lnTo>
                  <a:lnTo>
                    <a:pt x="240724" y="242254"/>
                  </a:lnTo>
                  <a:lnTo>
                    <a:pt x="240662" y="241548"/>
                  </a:lnTo>
                  <a:lnTo>
                    <a:pt x="241109" y="240714"/>
                  </a:lnTo>
                  <a:lnTo>
                    <a:pt x="241789" y="239860"/>
                  </a:lnTo>
                  <a:lnTo>
                    <a:pt x="242045" y="239896"/>
                  </a:lnTo>
                  <a:lnTo>
                    <a:pt x="242692" y="239719"/>
                  </a:lnTo>
                  <a:lnTo>
                    <a:pt x="242881" y="239654"/>
                  </a:lnTo>
                  <a:lnTo>
                    <a:pt x="243391" y="239529"/>
                  </a:lnTo>
                  <a:lnTo>
                    <a:pt x="243822" y="240147"/>
                  </a:lnTo>
                  <a:lnTo>
                    <a:pt x="243863" y="240300"/>
                  </a:lnTo>
                  <a:lnTo>
                    <a:pt x="243923" y="240547"/>
                  </a:lnTo>
                  <a:lnTo>
                    <a:pt x="244330" y="241108"/>
                  </a:lnTo>
                  <a:lnTo>
                    <a:pt x="244287" y="241475"/>
                  </a:lnTo>
                  <a:lnTo>
                    <a:pt x="244130" y="241724"/>
                  </a:lnTo>
                  <a:lnTo>
                    <a:pt x="244226" y="241938"/>
                  </a:lnTo>
                  <a:lnTo>
                    <a:pt x="244592" y="242161"/>
                  </a:lnTo>
                  <a:lnTo>
                    <a:pt x="244968" y="242396"/>
                  </a:lnTo>
                  <a:lnTo>
                    <a:pt x="244796" y="242813"/>
                  </a:lnTo>
                  <a:lnTo>
                    <a:pt x="244436" y="243206"/>
                  </a:lnTo>
                  <a:lnTo>
                    <a:pt x="244445" y="243377"/>
                  </a:lnTo>
                  <a:lnTo>
                    <a:pt x="244405" y="243647"/>
                  </a:lnTo>
                  <a:lnTo>
                    <a:pt x="244290" y="244008"/>
                  </a:lnTo>
                  <a:lnTo>
                    <a:pt x="244272" y="244205"/>
                  </a:lnTo>
                  <a:lnTo>
                    <a:pt x="244302" y="244352"/>
                  </a:lnTo>
                  <a:lnTo>
                    <a:pt x="244409" y="244833"/>
                  </a:lnTo>
                  <a:lnTo>
                    <a:pt x="244549" y="245016"/>
                  </a:lnTo>
                  <a:lnTo>
                    <a:pt x="244940" y="245263"/>
                  </a:lnTo>
                  <a:lnTo>
                    <a:pt x="245208" y="245461"/>
                  </a:lnTo>
                  <a:lnTo>
                    <a:pt x="245517" y="245847"/>
                  </a:lnTo>
                  <a:lnTo>
                    <a:pt x="246090" y="246102"/>
                  </a:lnTo>
                  <a:lnTo>
                    <a:pt x="246336" y="246265"/>
                  </a:lnTo>
                  <a:lnTo>
                    <a:pt x="246436" y="246474"/>
                  </a:lnTo>
                  <a:lnTo>
                    <a:pt x="246923" y="247210"/>
                  </a:lnTo>
                  <a:lnTo>
                    <a:pt x="247017" y="247399"/>
                  </a:lnTo>
                  <a:lnTo>
                    <a:pt x="247093" y="247649"/>
                  </a:lnTo>
                  <a:lnTo>
                    <a:pt x="247111" y="247916"/>
                  </a:lnTo>
                  <a:lnTo>
                    <a:pt x="247179" y="248634"/>
                  </a:lnTo>
                  <a:lnTo>
                    <a:pt x="247546" y="249903"/>
                  </a:lnTo>
                  <a:lnTo>
                    <a:pt x="248244" y="250040"/>
                  </a:lnTo>
                  <a:lnTo>
                    <a:pt x="248646" y="249978"/>
                  </a:lnTo>
                  <a:lnTo>
                    <a:pt x="249278" y="250052"/>
                  </a:lnTo>
                  <a:lnTo>
                    <a:pt x="249565" y="250835"/>
                  </a:lnTo>
                  <a:lnTo>
                    <a:pt x="249255" y="251310"/>
                  </a:lnTo>
                  <a:lnTo>
                    <a:pt x="249952" y="251907"/>
                  </a:lnTo>
                  <a:lnTo>
                    <a:pt x="249813" y="251976"/>
                  </a:lnTo>
                  <a:lnTo>
                    <a:pt x="249593" y="252107"/>
                  </a:lnTo>
                  <a:lnTo>
                    <a:pt x="249332" y="252543"/>
                  </a:lnTo>
                  <a:lnTo>
                    <a:pt x="249074" y="253059"/>
                  </a:lnTo>
                  <a:lnTo>
                    <a:pt x="249322" y="253124"/>
                  </a:lnTo>
                  <a:lnTo>
                    <a:pt x="249737" y="252969"/>
                  </a:lnTo>
                  <a:lnTo>
                    <a:pt x="250178" y="252684"/>
                  </a:lnTo>
                  <a:lnTo>
                    <a:pt x="250179" y="252956"/>
                  </a:lnTo>
                  <a:lnTo>
                    <a:pt x="250154" y="253394"/>
                  </a:lnTo>
                  <a:lnTo>
                    <a:pt x="250105" y="253635"/>
                  </a:lnTo>
                  <a:lnTo>
                    <a:pt x="250435" y="253863"/>
                  </a:lnTo>
                  <a:lnTo>
                    <a:pt x="251122" y="254741"/>
                  </a:lnTo>
                  <a:lnTo>
                    <a:pt x="251272" y="254995"/>
                  </a:lnTo>
                  <a:lnTo>
                    <a:pt x="251431" y="255402"/>
                  </a:lnTo>
                  <a:lnTo>
                    <a:pt x="251447" y="255602"/>
                  </a:lnTo>
                  <a:lnTo>
                    <a:pt x="252193" y="256828"/>
                  </a:lnTo>
                  <a:lnTo>
                    <a:pt x="252316" y="257077"/>
                  </a:lnTo>
                  <a:lnTo>
                    <a:pt x="252427" y="257400"/>
                  </a:lnTo>
                  <a:lnTo>
                    <a:pt x="252289" y="258160"/>
                  </a:lnTo>
                  <a:lnTo>
                    <a:pt x="252184" y="258439"/>
                  </a:lnTo>
                  <a:lnTo>
                    <a:pt x="252043" y="258948"/>
                  </a:lnTo>
                  <a:lnTo>
                    <a:pt x="251949" y="259866"/>
                  </a:lnTo>
                  <a:lnTo>
                    <a:pt x="251979" y="260081"/>
                  </a:lnTo>
                  <a:lnTo>
                    <a:pt x="252168" y="259978"/>
                  </a:lnTo>
                  <a:lnTo>
                    <a:pt x="252427" y="259644"/>
                  </a:lnTo>
                  <a:lnTo>
                    <a:pt x="252838" y="259292"/>
                  </a:lnTo>
                  <a:lnTo>
                    <a:pt x="253309" y="259398"/>
                  </a:lnTo>
                  <a:lnTo>
                    <a:pt x="253708" y="259868"/>
                  </a:lnTo>
                  <a:lnTo>
                    <a:pt x="254023" y="260447"/>
                  </a:lnTo>
                  <a:lnTo>
                    <a:pt x="254091" y="260640"/>
                  </a:lnTo>
                  <a:lnTo>
                    <a:pt x="253855" y="261126"/>
                  </a:lnTo>
                  <a:lnTo>
                    <a:pt x="254533" y="262490"/>
                  </a:lnTo>
                  <a:lnTo>
                    <a:pt x="255241" y="263397"/>
                  </a:lnTo>
                  <a:lnTo>
                    <a:pt x="255510" y="263720"/>
                  </a:lnTo>
                  <a:lnTo>
                    <a:pt x="255623" y="264329"/>
                  </a:lnTo>
                  <a:lnTo>
                    <a:pt x="255827" y="264626"/>
                  </a:lnTo>
                  <a:lnTo>
                    <a:pt x="256291" y="264810"/>
                  </a:lnTo>
                  <a:lnTo>
                    <a:pt x="256527" y="264936"/>
                  </a:lnTo>
                  <a:lnTo>
                    <a:pt x="256558" y="265433"/>
                  </a:lnTo>
                  <a:lnTo>
                    <a:pt x="256381" y="265667"/>
                  </a:lnTo>
                  <a:lnTo>
                    <a:pt x="256243" y="265899"/>
                  </a:lnTo>
                  <a:lnTo>
                    <a:pt x="256154" y="266327"/>
                  </a:lnTo>
                  <a:lnTo>
                    <a:pt x="256322" y="266412"/>
                  </a:lnTo>
                  <a:lnTo>
                    <a:pt x="256464" y="266493"/>
                  </a:lnTo>
                  <a:lnTo>
                    <a:pt x="256931" y="267011"/>
                  </a:lnTo>
                  <a:lnTo>
                    <a:pt x="256943" y="267725"/>
                  </a:lnTo>
                  <a:lnTo>
                    <a:pt x="256733" y="268037"/>
                  </a:lnTo>
                  <a:lnTo>
                    <a:pt x="257072" y="268634"/>
                  </a:lnTo>
                  <a:lnTo>
                    <a:pt x="257375" y="269086"/>
                  </a:lnTo>
                  <a:lnTo>
                    <a:pt x="257427" y="269243"/>
                  </a:lnTo>
                  <a:lnTo>
                    <a:pt x="257224" y="269692"/>
                  </a:lnTo>
                  <a:lnTo>
                    <a:pt x="257344" y="270284"/>
                  </a:lnTo>
                  <a:lnTo>
                    <a:pt x="257597" y="270560"/>
                  </a:lnTo>
                  <a:lnTo>
                    <a:pt x="257728" y="270573"/>
                  </a:lnTo>
                  <a:lnTo>
                    <a:pt x="257928" y="270667"/>
                  </a:lnTo>
                  <a:lnTo>
                    <a:pt x="257965" y="270903"/>
                  </a:lnTo>
                  <a:lnTo>
                    <a:pt x="258030" y="271264"/>
                  </a:lnTo>
                  <a:lnTo>
                    <a:pt x="258736" y="271525"/>
                  </a:lnTo>
                  <a:lnTo>
                    <a:pt x="259193" y="271194"/>
                  </a:lnTo>
                  <a:lnTo>
                    <a:pt x="259621" y="271011"/>
                  </a:lnTo>
                  <a:lnTo>
                    <a:pt x="259837" y="270941"/>
                  </a:lnTo>
                  <a:lnTo>
                    <a:pt x="260188" y="270904"/>
                  </a:lnTo>
                  <a:lnTo>
                    <a:pt x="260496" y="270924"/>
                  </a:lnTo>
                  <a:lnTo>
                    <a:pt x="261305" y="271167"/>
                  </a:lnTo>
                  <a:lnTo>
                    <a:pt x="261645" y="271303"/>
                  </a:lnTo>
                  <a:lnTo>
                    <a:pt x="262067" y="271266"/>
                  </a:lnTo>
                  <a:lnTo>
                    <a:pt x="262301" y="271601"/>
                  </a:lnTo>
                  <a:lnTo>
                    <a:pt x="262309" y="272411"/>
                  </a:lnTo>
                  <a:lnTo>
                    <a:pt x="262220" y="272724"/>
                  </a:lnTo>
                  <a:lnTo>
                    <a:pt x="262182" y="272856"/>
                  </a:lnTo>
                  <a:lnTo>
                    <a:pt x="262052" y="273176"/>
                  </a:lnTo>
                  <a:lnTo>
                    <a:pt x="261897" y="273823"/>
                  </a:lnTo>
                  <a:lnTo>
                    <a:pt x="261753" y="274503"/>
                  </a:lnTo>
                  <a:lnTo>
                    <a:pt x="261324" y="275326"/>
                  </a:lnTo>
                  <a:lnTo>
                    <a:pt x="261807" y="275784"/>
                  </a:lnTo>
                  <a:lnTo>
                    <a:pt x="261805" y="275946"/>
                  </a:lnTo>
                  <a:lnTo>
                    <a:pt x="261643" y="276542"/>
                  </a:lnTo>
                  <a:lnTo>
                    <a:pt x="261338" y="277135"/>
                  </a:lnTo>
                  <a:lnTo>
                    <a:pt x="261380" y="277355"/>
                  </a:lnTo>
                  <a:lnTo>
                    <a:pt x="261328" y="277832"/>
                  </a:lnTo>
                  <a:lnTo>
                    <a:pt x="261155" y="278202"/>
                  </a:lnTo>
                  <a:lnTo>
                    <a:pt x="261016" y="278379"/>
                  </a:lnTo>
                  <a:lnTo>
                    <a:pt x="260962" y="278953"/>
                  </a:lnTo>
                  <a:lnTo>
                    <a:pt x="262034" y="279562"/>
                  </a:lnTo>
                  <a:lnTo>
                    <a:pt x="262511" y="279674"/>
                  </a:lnTo>
                  <a:lnTo>
                    <a:pt x="263048" y="280026"/>
                  </a:lnTo>
                  <a:lnTo>
                    <a:pt x="263525" y="280273"/>
                  </a:lnTo>
                  <a:lnTo>
                    <a:pt x="263886" y="280248"/>
                  </a:lnTo>
                  <a:lnTo>
                    <a:pt x="264019" y="280293"/>
                  </a:lnTo>
                  <a:lnTo>
                    <a:pt x="264288" y="280455"/>
                  </a:lnTo>
                  <a:lnTo>
                    <a:pt x="264538" y="280755"/>
                  </a:lnTo>
                  <a:lnTo>
                    <a:pt x="264459" y="281135"/>
                  </a:lnTo>
                  <a:lnTo>
                    <a:pt x="264446" y="281429"/>
                  </a:lnTo>
                  <a:lnTo>
                    <a:pt x="264470" y="281736"/>
                  </a:lnTo>
                  <a:lnTo>
                    <a:pt x="264740" y="281988"/>
                  </a:lnTo>
                  <a:lnTo>
                    <a:pt x="265182" y="281980"/>
                  </a:lnTo>
                  <a:lnTo>
                    <a:pt x="265663" y="281920"/>
                  </a:lnTo>
                  <a:lnTo>
                    <a:pt x="265884" y="282326"/>
                  </a:lnTo>
                  <a:lnTo>
                    <a:pt x="265760" y="282606"/>
                  </a:lnTo>
                  <a:lnTo>
                    <a:pt x="265668" y="282843"/>
                  </a:lnTo>
                  <a:lnTo>
                    <a:pt x="265567" y="283280"/>
                  </a:lnTo>
                  <a:lnTo>
                    <a:pt x="265638" y="283418"/>
                  </a:lnTo>
                  <a:lnTo>
                    <a:pt x="265763" y="283608"/>
                  </a:lnTo>
                  <a:lnTo>
                    <a:pt x="265897" y="283723"/>
                  </a:lnTo>
                  <a:lnTo>
                    <a:pt x="265926" y="283899"/>
                  </a:lnTo>
                  <a:lnTo>
                    <a:pt x="266012" y="284190"/>
                  </a:lnTo>
                  <a:lnTo>
                    <a:pt x="266884" y="284540"/>
                  </a:lnTo>
                  <a:lnTo>
                    <a:pt x="267145" y="284482"/>
                  </a:lnTo>
                  <a:lnTo>
                    <a:pt x="267767" y="284223"/>
                  </a:lnTo>
                  <a:lnTo>
                    <a:pt x="268199" y="284901"/>
                  </a:lnTo>
                  <a:lnTo>
                    <a:pt x="268839" y="284978"/>
                  </a:lnTo>
                  <a:lnTo>
                    <a:pt x="268970" y="284988"/>
                  </a:lnTo>
                  <a:lnTo>
                    <a:pt x="269339" y="284951"/>
                  </a:lnTo>
                  <a:lnTo>
                    <a:pt x="269895" y="285390"/>
                  </a:lnTo>
                  <a:lnTo>
                    <a:pt x="270165" y="285876"/>
                  </a:lnTo>
                  <a:lnTo>
                    <a:pt x="270665" y="286241"/>
                  </a:lnTo>
                  <a:lnTo>
                    <a:pt x="270780" y="286474"/>
                  </a:lnTo>
                  <a:lnTo>
                    <a:pt x="270883" y="286619"/>
                  </a:lnTo>
                  <a:lnTo>
                    <a:pt x="271173" y="286935"/>
                  </a:lnTo>
                  <a:lnTo>
                    <a:pt x="270982" y="287334"/>
                  </a:lnTo>
                  <a:lnTo>
                    <a:pt x="270842" y="287596"/>
                  </a:lnTo>
                  <a:lnTo>
                    <a:pt x="270333" y="289350"/>
                  </a:lnTo>
                  <a:lnTo>
                    <a:pt x="270744" y="290795"/>
                  </a:lnTo>
                  <a:lnTo>
                    <a:pt x="270800" y="291005"/>
                  </a:lnTo>
                  <a:lnTo>
                    <a:pt x="270841" y="291451"/>
                  </a:lnTo>
                  <a:lnTo>
                    <a:pt x="270851" y="291847"/>
                  </a:lnTo>
                  <a:lnTo>
                    <a:pt x="270835" y="292140"/>
                  </a:lnTo>
                  <a:lnTo>
                    <a:pt x="271056" y="292175"/>
                  </a:lnTo>
                  <a:lnTo>
                    <a:pt x="271829" y="292143"/>
                  </a:lnTo>
                  <a:lnTo>
                    <a:pt x="271952" y="291904"/>
                  </a:lnTo>
                  <a:lnTo>
                    <a:pt x="272013" y="291681"/>
                  </a:lnTo>
                  <a:lnTo>
                    <a:pt x="272144" y="291462"/>
                  </a:lnTo>
                  <a:lnTo>
                    <a:pt x="272574" y="291343"/>
                  </a:lnTo>
                  <a:lnTo>
                    <a:pt x="272759" y="291517"/>
                  </a:lnTo>
                  <a:lnTo>
                    <a:pt x="273374" y="291695"/>
                  </a:lnTo>
                  <a:lnTo>
                    <a:pt x="273445" y="291278"/>
                  </a:lnTo>
                  <a:lnTo>
                    <a:pt x="273472" y="290987"/>
                  </a:lnTo>
                  <a:lnTo>
                    <a:pt x="273405" y="290796"/>
                  </a:lnTo>
                  <a:lnTo>
                    <a:pt x="272945" y="289974"/>
                  </a:lnTo>
                  <a:lnTo>
                    <a:pt x="273136" y="289480"/>
                  </a:lnTo>
                  <a:lnTo>
                    <a:pt x="273444" y="289383"/>
                  </a:lnTo>
                  <a:lnTo>
                    <a:pt x="273726" y="289341"/>
                  </a:lnTo>
                  <a:lnTo>
                    <a:pt x="274110" y="289493"/>
                  </a:lnTo>
                  <a:lnTo>
                    <a:pt x="274485" y="289738"/>
                  </a:lnTo>
                  <a:lnTo>
                    <a:pt x="274718" y="289903"/>
                  </a:lnTo>
                  <a:lnTo>
                    <a:pt x="275130" y="290024"/>
                  </a:lnTo>
                  <a:lnTo>
                    <a:pt x="275322" y="289980"/>
                  </a:lnTo>
                  <a:lnTo>
                    <a:pt x="275560" y="290229"/>
                  </a:lnTo>
                  <a:lnTo>
                    <a:pt x="274941" y="290636"/>
                  </a:lnTo>
                  <a:lnTo>
                    <a:pt x="274721" y="291030"/>
                  </a:lnTo>
                  <a:lnTo>
                    <a:pt x="275030" y="291629"/>
                  </a:lnTo>
                  <a:lnTo>
                    <a:pt x="274714" y="291834"/>
                  </a:lnTo>
                  <a:lnTo>
                    <a:pt x="273990" y="292159"/>
                  </a:lnTo>
                  <a:lnTo>
                    <a:pt x="273841" y="292626"/>
                  </a:lnTo>
                  <a:lnTo>
                    <a:pt x="273345" y="292792"/>
                  </a:lnTo>
                  <a:lnTo>
                    <a:pt x="273277" y="292952"/>
                  </a:lnTo>
                  <a:lnTo>
                    <a:pt x="273222" y="293319"/>
                  </a:lnTo>
                  <a:lnTo>
                    <a:pt x="273455" y="293681"/>
                  </a:lnTo>
                  <a:lnTo>
                    <a:pt x="273625" y="293765"/>
                  </a:lnTo>
                  <a:lnTo>
                    <a:pt x="273896" y="293902"/>
                  </a:lnTo>
                  <a:lnTo>
                    <a:pt x="274174" y="294141"/>
                  </a:lnTo>
                  <a:lnTo>
                    <a:pt x="274275" y="294291"/>
                  </a:lnTo>
                  <a:lnTo>
                    <a:pt x="273956" y="295112"/>
                  </a:lnTo>
                  <a:lnTo>
                    <a:pt x="273529" y="295822"/>
                  </a:lnTo>
                  <a:lnTo>
                    <a:pt x="273689" y="296196"/>
                  </a:lnTo>
                  <a:lnTo>
                    <a:pt x="273710" y="296428"/>
                  </a:lnTo>
                  <a:lnTo>
                    <a:pt x="273689" y="296779"/>
                  </a:lnTo>
                  <a:lnTo>
                    <a:pt x="273114" y="297467"/>
                  </a:lnTo>
                  <a:lnTo>
                    <a:pt x="272841" y="297354"/>
                  </a:lnTo>
                  <a:lnTo>
                    <a:pt x="272680" y="297312"/>
                  </a:lnTo>
                  <a:lnTo>
                    <a:pt x="272333" y="297451"/>
                  </a:lnTo>
                  <a:lnTo>
                    <a:pt x="272013" y="297444"/>
                  </a:lnTo>
                  <a:lnTo>
                    <a:pt x="271780" y="297390"/>
                  </a:lnTo>
                  <a:lnTo>
                    <a:pt x="271494" y="297307"/>
                  </a:lnTo>
                  <a:lnTo>
                    <a:pt x="271073" y="297450"/>
                  </a:lnTo>
                  <a:lnTo>
                    <a:pt x="271014" y="297811"/>
                  </a:lnTo>
                  <a:lnTo>
                    <a:pt x="271129" y="298401"/>
                  </a:lnTo>
                  <a:lnTo>
                    <a:pt x="271012" y="299071"/>
                  </a:lnTo>
                  <a:lnTo>
                    <a:pt x="271287" y="299402"/>
                  </a:lnTo>
                  <a:lnTo>
                    <a:pt x="271081" y="299900"/>
                  </a:lnTo>
                  <a:lnTo>
                    <a:pt x="271263" y="300062"/>
                  </a:lnTo>
                  <a:lnTo>
                    <a:pt x="271892" y="299688"/>
                  </a:lnTo>
                  <a:lnTo>
                    <a:pt x="271781" y="300056"/>
                  </a:lnTo>
                  <a:lnTo>
                    <a:pt x="272058" y="300517"/>
                  </a:lnTo>
                  <a:lnTo>
                    <a:pt x="272290" y="300461"/>
                  </a:lnTo>
                  <a:lnTo>
                    <a:pt x="272689" y="300173"/>
                  </a:lnTo>
                  <a:lnTo>
                    <a:pt x="272756" y="300834"/>
                  </a:lnTo>
                  <a:lnTo>
                    <a:pt x="272719" y="301330"/>
                  </a:lnTo>
                  <a:lnTo>
                    <a:pt x="273436" y="302044"/>
                  </a:lnTo>
                  <a:lnTo>
                    <a:pt x="273979" y="301983"/>
                  </a:lnTo>
                  <a:lnTo>
                    <a:pt x="274794" y="301911"/>
                  </a:lnTo>
                  <a:lnTo>
                    <a:pt x="275065" y="301932"/>
                  </a:lnTo>
                  <a:lnTo>
                    <a:pt x="275433" y="302009"/>
                  </a:lnTo>
                  <a:lnTo>
                    <a:pt x="275725" y="302527"/>
                  </a:lnTo>
                  <a:lnTo>
                    <a:pt x="276105" y="303304"/>
                  </a:lnTo>
                  <a:lnTo>
                    <a:pt x="276838" y="303482"/>
                  </a:lnTo>
                  <a:lnTo>
                    <a:pt x="276982" y="303738"/>
                  </a:lnTo>
                  <a:lnTo>
                    <a:pt x="277228" y="303859"/>
                  </a:lnTo>
                  <a:lnTo>
                    <a:pt x="277663" y="304047"/>
                  </a:lnTo>
                  <a:lnTo>
                    <a:pt x="277986" y="304394"/>
                  </a:lnTo>
                  <a:lnTo>
                    <a:pt x="278102" y="304554"/>
                  </a:lnTo>
                  <a:lnTo>
                    <a:pt x="278310" y="304946"/>
                  </a:lnTo>
                  <a:lnTo>
                    <a:pt x="278906" y="305313"/>
                  </a:lnTo>
                  <a:lnTo>
                    <a:pt x="279437" y="305656"/>
                  </a:lnTo>
                  <a:lnTo>
                    <a:pt x="280341" y="306464"/>
                  </a:lnTo>
                  <a:lnTo>
                    <a:pt x="280249" y="306952"/>
                  </a:lnTo>
                  <a:lnTo>
                    <a:pt x="280148" y="307206"/>
                  </a:lnTo>
                  <a:lnTo>
                    <a:pt x="280023" y="307637"/>
                  </a:lnTo>
                  <a:lnTo>
                    <a:pt x="280014" y="308076"/>
                  </a:lnTo>
                  <a:lnTo>
                    <a:pt x="280365" y="308101"/>
                  </a:lnTo>
                  <a:lnTo>
                    <a:pt x="280544" y="308145"/>
                  </a:lnTo>
                  <a:lnTo>
                    <a:pt x="280935" y="308250"/>
                  </a:lnTo>
                  <a:lnTo>
                    <a:pt x="281309" y="308489"/>
                  </a:lnTo>
                  <a:lnTo>
                    <a:pt x="281282" y="308632"/>
                  </a:lnTo>
                  <a:lnTo>
                    <a:pt x="281170" y="308917"/>
                  </a:lnTo>
                  <a:lnTo>
                    <a:pt x="280960" y="309291"/>
                  </a:lnTo>
                  <a:lnTo>
                    <a:pt x="280447" y="309834"/>
                  </a:lnTo>
                  <a:lnTo>
                    <a:pt x="280652" y="309926"/>
                  </a:lnTo>
                  <a:lnTo>
                    <a:pt x="280893" y="310000"/>
                  </a:lnTo>
                  <a:lnTo>
                    <a:pt x="281070" y="310068"/>
                  </a:lnTo>
                  <a:lnTo>
                    <a:pt x="281155" y="310373"/>
                  </a:lnTo>
                  <a:lnTo>
                    <a:pt x="280728" y="310437"/>
                  </a:lnTo>
                  <a:lnTo>
                    <a:pt x="280263" y="310164"/>
                  </a:lnTo>
                  <a:lnTo>
                    <a:pt x="280072" y="310010"/>
                  </a:lnTo>
                  <a:lnTo>
                    <a:pt x="279923" y="309899"/>
                  </a:lnTo>
                  <a:lnTo>
                    <a:pt x="279767" y="309948"/>
                  </a:lnTo>
                  <a:lnTo>
                    <a:pt x="279192" y="310166"/>
                  </a:lnTo>
                  <a:lnTo>
                    <a:pt x="278766" y="310426"/>
                  </a:lnTo>
                  <a:lnTo>
                    <a:pt x="278498" y="311489"/>
                  </a:lnTo>
                  <a:lnTo>
                    <a:pt x="278844" y="311675"/>
                  </a:lnTo>
                  <a:lnTo>
                    <a:pt x="278806" y="312199"/>
                  </a:lnTo>
                  <a:lnTo>
                    <a:pt x="279298" y="312525"/>
                  </a:lnTo>
                  <a:lnTo>
                    <a:pt x="279533" y="312793"/>
                  </a:lnTo>
                  <a:lnTo>
                    <a:pt x="279590" y="313323"/>
                  </a:lnTo>
                  <a:lnTo>
                    <a:pt x="279908" y="313808"/>
                  </a:lnTo>
                  <a:lnTo>
                    <a:pt x="280147" y="313931"/>
                  </a:lnTo>
                  <a:lnTo>
                    <a:pt x="280480" y="313732"/>
                  </a:lnTo>
                  <a:lnTo>
                    <a:pt x="280700" y="313576"/>
                  </a:lnTo>
                  <a:lnTo>
                    <a:pt x="281557" y="313673"/>
                  </a:lnTo>
                  <a:lnTo>
                    <a:pt x="281827" y="313568"/>
                  </a:lnTo>
                  <a:lnTo>
                    <a:pt x="282482" y="313087"/>
                  </a:lnTo>
                  <a:lnTo>
                    <a:pt x="282633" y="313423"/>
                  </a:lnTo>
                  <a:lnTo>
                    <a:pt x="282903" y="313969"/>
                  </a:lnTo>
                  <a:lnTo>
                    <a:pt x="283373" y="313910"/>
                  </a:lnTo>
                  <a:lnTo>
                    <a:pt x="283731" y="313986"/>
                  </a:lnTo>
                  <a:lnTo>
                    <a:pt x="284131" y="314126"/>
                  </a:lnTo>
                  <a:lnTo>
                    <a:pt x="284276" y="314217"/>
                  </a:lnTo>
                  <a:lnTo>
                    <a:pt x="284422" y="314332"/>
                  </a:lnTo>
                  <a:lnTo>
                    <a:pt x="284775" y="314744"/>
                  </a:lnTo>
                  <a:lnTo>
                    <a:pt x="284905" y="314902"/>
                  </a:lnTo>
                  <a:lnTo>
                    <a:pt x="285321" y="315697"/>
                  </a:lnTo>
                  <a:lnTo>
                    <a:pt x="285497" y="315936"/>
                  </a:lnTo>
                  <a:lnTo>
                    <a:pt x="285772" y="316109"/>
                  </a:lnTo>
                  <a:lnTo>
                    <a:pt x="286555" y="316485"/>
                  </a:lnTo>
                  <a:lnTo>
                    <a:pt x="287089" y="316615"/>
                  </a:lnTo>
                  <a:lnTo>
                    <a:pt x="286576" y="317432"/>
                  </a:lnTo>
                  <a:lnTo>
                    <a:pt x="286536" y="317594"/>
                  </a:lnTo>
                  <a:lnTo>
                    <a:pt x="286547" y="318869"/>
                  </a:lnTo>
                  <a:lnTo>
                    <a:pt x="286871" y="319305"/>
                  </a:lnTo>
                  <a:lnTo>
                    <a:pt x="287272" y="319807"/>
                  </a:lnTo>
                  <a:lnTo>
                    <a:pt x="287735" y="320133"/>
                  </a:lnTo>
                  <a:lnTo>
                    <a:pt x="287875" y="320131"/>
                  </a:lnTo>
                  <a:lnTo>
                    <a:pt x="288175" y="320218"/>
                  </a:lnTo>
                  <a:lnTo>
                    <a:pt x="287901" y="321589"/>
                  </a:lnTo>
                  <a:lnTo>
                    <a:pt x="287997" y="321804"/>
                  </a:lnTo>
                  <a:lnTo>
                    <a:pt x="288111" y="321661"/>
                  </a:lnTo>
                  <a:lnTo>
                    <a:pt x="288466" y="321458"/>
                  </a:lnTo>
                  <a:lnTo>
                    <a:pt x="289146" y="321310"/>
                  </a:lnTo>
                  <a:lnTo>
                    <a:pt x="289406" y="320818"/>
                  </a:lnTo>
                  <a:lnTo>
                    <a:pt x="289670" y="320473"/>
                  </a:lnTo>
                  <a:lnTo>
                    <a:pt x="289956" y="319991"/>
                  </a:lnTo>
                  <a:lnTo>
                    <a:pt x="290107" y="319714"/>
                  </a:lnTo>
                  <a:lnTo>
                    <a:pt x="290361" y="319318"/>
                  </a:lnTo>
                  <a:lnTo>
                    <a:pt x="290517" y="319204"/>
                  </a:lnTo>
                  <a:lnTo>
                    <a:pt x="291169" y="318976"/>
                  </a:lnTo>
                  <a:lnTo>
                    <a:pt x="291822" y="319248"/>
                  </a:lnTo>
                  <a:lnTo>
                    <a:pt x="291984" y="319366"/>
                  </a:lnTo>
                  <a:lnTo>
                    <a:pt x="292101" y="319523"/>
                  </a:lnTo>
                  <a:lnTo>
                    <a:pt x="292796" y="320032"/>
                  </a:lnTo>
                  <a:lnTo>
                    <a:pt x="293668" y="319894"/>
                  </a:lnTo>
                  <a:lnTo>
                    <a:pt x="293917" y="319907"/>
                  </a:lnTo>
                  <a:lnTo>
                    <a:pt x="294076" y="319874"/>
                  </a:lnTo>
                  <a:lnTo>
                    <a:pt x="294546" y="319770"/>
                  </a:lnTo>
                  <a:lnTo>
                    <a:pt x="295401" y="319628"/>
                  </a:lnTo>
                  <a:lnTo>
                    <a:pt x="295428" y="319812"/>
                  </a:lnTo>
                  <a:lnTo>
                    <a:pt x="295559" y="320025"/>
                  </a:lnTo>
                  <a:lnTo>
                    <a:pt x="295917" y="320309"/>
                  </a:lnTo>
                  <a:lnTo>
                    <a:pt x="296655" y="320741"/>
                  </a:lnTo>
                  <a:lnTo>
                    <a:pt x="297027" y="320929"/>
                  </a:lnTo>
                  <a:lnTo>
                    <a:pt x="297381" y="320976"/>
                  </a:lnTo>
                  <a:lnTo>
                    <a:pt x="297553" y="320887"/>
                  </a:lnTo>
                  <a:lnTo>
                    <a:pt x="297837" y="320931"/>
                  </a:lnTo>
                  <a:lnTo>
                    <a:pt x="298168" y="320875"/>
                  </a:lnTo>
                  <a:lnTo>
                    <a:pt x="298471" y="320817"/>
                  </a:lnTo>
                  <a:lnTo>
                    <a:pt x="298475" y="320686"/>
                  </a:lnTo>
                  <a:lnTo>
                    <a:pt x="298649" y="320367"/>
                  </a:lnTo>
                  <a:lnTo>
                    <a:pt x="298800" y="320011"/>
                  </a:lnTo>
                  <a:lnTo>
                    <a:pt x="298948" y="319976"/>
                  </a:lnTo>
                  <a:lnTo>
                    <a:pt x="299136" y="319998"/>
                  </a:lnTo>
                  <a:lnTo>
                    <a:pt x="299390" y="319825"/>
                  </a:lnTo>
                  <a:lnTo>
                    <a:pt x="299497" y="319387"/>
                  </a:lnTo>
                  <a:lnTo>
                    <a:pt x="299530" y="319203"/>
                  </a:lnTo>
                  <a:lnTo>
                    <a:pt x="299861" y="318932"/>
                  </a:lnTo>
                  <a:lnTo>
                    <a:pt x="300332" y="318594"/>
                  </a:lnTo>
                  <a:lnTo>
                    <a:pt x="300666" y="318074"/>
                  </a:lnTo>
                  <a:lnTo>
                    <a:pt x="300769" y="317882"/>
                  </a:lnTo>
                  <a:lnTo>
                    <a:pt x="300853" y="317659"/>
                  </a:lnTo>
                  <a:lnTo>
                    <a:pt x="301055" y="317335"/>
                  </a:lnTo>
                  <a:lnTo>
                    <a:pt x="301731" y="316842"/>
                  </a:lnTo>
                  <a:lnTo>
                    <a:pt x="302003" y="316827"/>
                  </a:lnTo>
                  <a:lnTo>
                    <a:pt x="302140" y="316751"/>
                  </a:lnTo>
                  <a:lnTo>
                    <a:pt x="302676" y="316279"/>
                  </a:lnTo>
                  <a:lnTo>
                    <a:pt x="303061" y="316068"/>
                  </a:lnTo>
                  <a:lnTo>
                    <a:pt x="303307" y="315850"/>
                  </a:lnTo>
                  <a:lnTo>
                    <a:pt x="303436" y="315641"/>
                  </a:lnTo>
                  <a:lnTo>
                    <a:pt x="303655" y="315505"/>
                  </a:lnTo>
                  <a:lnTo>
                    <a:pt x="303705" y="315366"/>
                  </a:lnTo>
                  <a:lnTo>
                    <a:pt x="303755" y="315188"/>
                  </a:lnTo>
                  <a:lnTo>
                    <a:pt x="303769" y="314755"/>
                  </a:lnTo>
                  <a:lnTo>
                    <a:pt x="303774" y="314610"/>
                  </a:lnTo>
                  <a:lnTo>
                    <a:pt x="303923" y="314330"/>
                  </a:lnTo>
                  <a:lnTo>
                    <a:pt x="304225" y="314119"/>
                  </a:lnTo>
                  <a:lnTo>
                    <a:pt x="304443" y="314070"/>
                  </a:lnTo>
                  <a:lnTo>
                    <a:pt x="304670" y="314107"/>
                  </a:lnTo>
                  <a:lnTo>
                    <a:pt x="305002" y="314125"/>
                  </a:lnTo>
                  <a:lnTo>
                    <a:pt x="305175" y="314110"/>
                  </a:lnTo>
                  <a:lnTo>
                    <a:pt x="305430" y="314089"/>
                  </a:lnTo>
                  <a:lnTo>
                    <a:pt x="305672" y="314020"/>
                  </a:lnTo>
                  <a:lnTo>
                    <a:pt x="305979" y="313816"/>
                  </a:lnTo>
                  <a:lnTo>
                    <a:pt x="306187" y="313794"/>
                  </a:lnTo>
                  <a:lnTo>
                    <a:pt x="306445" y="313779"/>
                  </a:lnTo>
                  <a:lnTo>
                    <a:pt x="306576" y="313584"/>
                  </a:lnTo>
                  <a:lnTo>
                    <a:pt x="306878" y="313474"/>
                  </a:lnTo>
                  <a:lnTo>
                    <a:pt x="307215" y="313348"/>
                  </a:lnTo>
                  <a:lnTo>
                    <a:pt x="307819" y="313050"/>
                  </a:lnTo>
                  <a:lnTo>
                    <a:pt x="308039" y="312810"/>
                  </a:lnTo>
                  <a:lnTo>
                    <a:pt x="308376" y="312329"/>
                  </a:lnTo>
                  <a:lnTo>
                    <a:pt x="308930" y="311632"/>
                  </a:lnTo>
                  <a:lnTo>
                    <a:pt x="309047" y="311390"/>
                  </a:lnTo>
                  <a:lnTo>
                    <a:pt x="309226" y="311011"/>
                  </a:lnTo>
                  <a:lnTo>
                    <a:pt x="309398" y="310829"/>
                  </a:lnTo>
                  <a:lnTo>
                    <a:pt x="309546" y="310739"/>
                  </a:lnTo>
                  <a:lnTo>
                    <a:pt x="310354" y="310625"/>
                  </a:lnTo>
                  <a:lnTo>
                    <a:pt x="310517" y="310620"/>
                  </a:lnTo>
                  <a:lnTo>
                    <a:pt x="310976" y="310656"/>
                  </a:lnTo>
                  <a:lnTo>
                    <a:pt x="311441" y="310529"/>
                  </a:lnTo>
                  <a:lnTo>
                    <a:pt x="311616" y="310451"/>
                  </a:lnTo>
                  <a:lnTo>
                    <a:pt x="311967" y="310287"/>
                  </a:lnTo>
                  <a:lnTo>
                    <a:pt x="312829" y="309858"/>
                  </a:lnTo>
                  <a:lnTo>
                    <a:pt x="313370" y="309557"/>
                  </a:lnTo>
                  <a:lnTo>
                    <a:pt x="313687" y="309566"/>
                  </a:lnTo>
                  <a:lnTo>
                    <a:pt x="313964" y="309458"/>
                  </a:lnTo>
                  <a:lnTo>
                    <a:pt x="314885" y="309149"/>
                  </a:lnTo>
                  <a:lnTo>
                    <a:pt x="315126" y="309003"/>
                  </a:lnTo>
                  <a:lnTo>
                    <a:pt x="315263" y="308886"/>
                  </a:lnTo>
                  <a:lnTo>
                    <a:pt x="315340" y="308527"/>
                  </a:lnTo>
                  <a:lnTo>
                    <a:pt x="315353" y="308278"/>
                  </a:lnTo>
                  <a:lnTo>
                    <a:pt x="315360" y="308146"/>
                  </a:lnTo>
                  <a:lnTo>
                    <a:pt x="315607" y="307882"/>
                  </a:lnTo>
                  <a:lnTo>
                    <a:pt x="315765" y="307841"/>
                  </a:lnTo>
                  <a:lnTo>
                    <a:pt x="316157" y="307823"/>
                  </a:lnTo>
                  <a:lnTo>
                    <a:pt x="316433" y="307900"/>
                  </a:lnTo>
                  <a:lnTo>
                    <a:pt x="316785" y="308185"/>
                  </a:lnTo>
                  <a:lnTo>
                    <a:pt x="317276" y="308465"/>
                  </a:lnTo>
                  <a:lnTo>
                    <a:pt x="317757" y="308639"/>
                  </a:lnTo>
                  <a:lnTo>
                    <a:pt x="317894" y="308689"/>
                  </a:lnTo>
                  <a:lnTo>
                    <a:pt x="318151" y="308674"/>
                  </a:lnTo>
                  <a:lnTo>
                    <a:pt x="318295" y="308710"/>
                  </a:lnTo>
                  <a:lnTo>
                    <a:pt x="318612" y="308999"/>
                  </a:lnTo>
                  <a:lnTo>
                    <a:pt x="318716" y="309262"/>
                  </a:lnTo>
                  <a:lnTo>
                    <a:pt x="318887" y="309787"/>
                  </a:lnTo>
                  <a:lnTo>
                    <a:pt x="318767" y="310511"/>
                  </a:lnTo>
                  <a:lnTo>
                    <a:pt x="318590" y="310661"/>
                  </a:lnTo>
                  <a:lnTo>
                    <a:pt x="317882" y="311479"/>
                  </a:lnTo>
                  <a:lnTo>
                    <a:pt x="317831" y="311655"/>
                  </a:lnTo>
                  <a:lnTo>
                    <a:pt x="317793" y="312057"/>
                  </a:lnTo>
                  <a:lnTo>
                    <a:pt x="317618" y="312485"/>
                  </a:lnTo>
                  <a:lnTo>
                    <a:pt x="317565" y="312686"/>
                  </a:lnTo>
                  <a:lnTo>
                    <a:pt x="317824" y="313002"/>
                  </a:lnTo>
                  <a:lnTo>
                    <a:pt x="318304" y="313009"/>
                  </a:lnTo>
                  <a:lnTo>
                    <a:pt x="318406" y="313230"/>
                  </a:lnTo>
                  <a:lnTo>
                    <a:pt x="318907" y="313600"/>
                  </a:lnTo>
                  <a:lnTo>
                    <a:pt x="319191" y="313737"/>
                  </a:lnTo>
                  <a:lnTo>
                    <a:pt x="319355" y="313789"/>
                  </a:lnTo>
                  <a:lnTo>
                    <a:pt x="319786" y="314090"/>
                  </a:lnTo>
                  <a:lnTo>
                    <a:pt x="319850" y="314250"/>
                  </a:lnTo>
                  <a:lnTo>
                    <a:pt x="319999" y="314625"/>
                  </a:lnTo>
                  <a:lnTo>
                    <a:pt x="320401" y="314764"/>
                  </a:lnTo>
                  <a:lnTo>
                    <a:pt x="320852" y="314644"/>
                  </a:lnTo>
                  <a:lnTo>
                    <a:pt x="321000" y="314505"/>
                  </a:lnTo>
                  <a:lnTo>
                    <a:pt x="321374" y="314417"/>
                  </a:lnTo>
                  <a:lnTo>
                    <a:pt x="321432" y="314548"/>
                  </a:lnTo>
                  <a:lnTo>
                    <a:pt x="321911" y="314379"/>
                  </a:lnTo>
                  <a:lnTo>
                    <a:pt x="322094" y="314063"/>
                  </a:lnTo>
                  <a:lnTo>
                    <a:pt x="322200" y="313589"/>
                  </a:lnTo>
                  <a:lnTo>
                    <a:pt x="322196" y="313159"/>
                  </a:lnTo>
                  <a:lnTo>
                    <a:pt x="322310" y="312884"/>
                  </a:lnTo>
                  <a:lnTo>
                    <a:pt x="322586" y="312499"/>
                  </a:lnTo>
                  <a:lnTo>
                    <a:pt x="322839" y="312240"/>
                  </a:lnTo>
                  <a:lnTo>
                    <a:pt x="322897" y="312097"/>
                  </a:lnTo>
                  <a:lnTo>
                    <a:pt x="322936" y="311892"/>
                  </a:lnTo>
                  <a:lnTo>
                    <a:pt x="323185" y="311774"/>
                  </a:lnTo>
                  <a:lnTo>
                    <a:pt x="323835" y="311592"/>
                  </a:lnTo>
                  <a:lnTo>
                    <a:pt x="323965" y="311373"/>
                  </a:lnTo>
                  <a:lnTo>
                    <a:pt x="324288" y="310909"/>
                  </a:lnTo>
                  <a:lnTo>
                    <a:pt x="324678" y="310657"/>
                  </a:lnTo>
                  <a:lnTo>
                    <a:pt x="324891" y="310597"/>
                  </a:lnTo>
                  <a:lnTo>
                    <a:pt x="325210" y="310507"/>
                  </a:lnTo>
                  <a:lnTo>
                    <a:pt x="325348" y="310506"/>
                  </a:lnTo>
                  <a:lnTo>
                    <a:pt x="325560" y="310418"/>
                  </a:lnTo>
                  <a:lnTo>
                    <a:pt x="325694" y="310362"/>
                  </a:lnTo>
                  <a:lnTo>
                    <a:pt x="326228" y="310412"/>
                  </a:lnTo>
                  <a:lnTo>
                    <a:pt x="326542" y="310304"/>
                  </a:lnTo>
                  <a:lnTo>
                    <a:pt x="326565" y="310168"/>
                  </a:lnTo>
                  <a:lnTo>
                    <a:pt x="326727" y="309973"/>
                  </a:lnTo>
                  <a:lnTo>
                    <a:pt x="327037" y="309805"/>
                  </a:lnTo>
                  <a:lnTo>
                    <a:pt x="327176" y="309694"/>
                  </a:lnTo>
                  <a:lnTo>
                    <a:pt x="327262" y="309527"/>
                  </a:lnTo>
                  <a:lnTo>
                    <a:pt x="327289" y="309371"/>
                  </a:lnTo>
                  <a:lnTo>
                    <a:pt x="327577" y="309128"/>
                  </a:lnTo>
                  <a:lnTo>
                    <a:pt x="327824" y="308839"/>
                  </a:lnTo>
                  <a:lnTo>
                    <a:pt x="327868" y="308633"/>
                  </a:lnTo>
                  <a:lnTo>
                    <a:pt x="327911" y="308438"/>
                  </a:lnTo>
                  <a:lnTo>
                    <a:pt x="328128" y="308101"/>
                  </a:lnTo>
                  <a:lnTo>
                    <a:pt x="328698" y="308105"/>
                  </a:lnTo>
                  <a:lnTo>
                    <a:pt x="328628" y="308260"/>
                  </a:lnTo>
                  <a:lnTo>
                    <a:pt x="328543" y="308531"/>
                  </a:lnTo>
                  <a:lnTo>
                    <a:pt x="328844" y="308929"/>
                  </a:lnTo>
                  <a:lnTo>
                    <a:pt x="329215" y="308850"/>
                  </a:lnTo>
                  <a:lnTo>
                    <a:pt x="329350" y="308814"/>
                  </a:lnTo>
                  <a:lnTo>
                    <a:pt x="329836" y="308835"/>
                  </a:lnTo>
                  <a:lnTo>
                    <a:pt x="330264" y="308988"/>
                  </a:lnTo>
                  <a:lnTo>
                    <a:pt x="330589" y="308870"/>
                  </a:lnTo>
                  <a:lnTo>
                    <a:pt x="330842" y="308817"/>
                  </a:lnTo>
                  <a:lnTo>
                    <a:pt x="331349" y="308854"/>
                  </a:lnTo>
                  <a:lnTo>
                    <a:pt x="331482" y="308851"/>
                  </a:lnTo>
                  <a:lnTo>
                    <a:pt x="331778" y="308844"/>
                  </a:lnTo>
                  <a:lnTo>
                    <a:pt x="332115" y="308764"/>
                  </a:lnTo>
                  <a:lnTo>
                    <a:pt x="332314" y="308629"/>
                  </a:lnTo>
                  <a:lnTo>
                    <a:pt x="332509" y="308376"/>
                  </a:lnTo>
                  <a:lnTo>
                    <a:pt x="332554" y="308146"/>
                  </a:lnTo>
                  <a:lnTo>
                    <a:pt x="332583" y="307823"/>
                  </a:lnTo>
                  <a:lnTo>
                    <a:pt x="332700" y="307636"/>
                  </a:lnTo>
                  <a:lnTo>
                    <a:pt x="332848" y="307389"/>
                  </a:lnTo>
                  <a:lnTo>
                    <a:pt x="332713" y="307074"/>
                  </a:lnTo>
                  <a:lnTo>
                    <a:pt x="332680" y="306882"/>
                  </a:lnTo>
                  <a:lnTo>
                    <a:pt x="332627" y="306577"/>
                  </a:lnTo>
                  <a:lnTo>
                    <a:pt x="332479" y="306053"/>
                  </a:lnTo>
                  <a:lnTo>
                    <a:pt x="332452" y="305868"/>
                  </a:lnTo>
                  <a:lnTo>
                    <a:pt x="332477" y="305559"/>
                  </a:lnTo>
                  <a:lnTo>
                    <a:pt x="332569" y="304818"/>
                  </a:lnTo>
                  <a:lnTo>
                    <a:pt x="332656" y="304533"/>
                  </a:lnTo>
                  <a:lnTo>
                    <a:pt x="332844" y="304033"/>
                  </a:lnTo>
                  <a:lnTo>
                    <a:pt x="332786" y="303557"/>
                  </a:lnTo>
                  <a:lnTo>
                    <a:pt x="332685" y="303270"/>
                  </a:lnTo>
                  <a:lnTo>
                    <a:pt x="332614" y="303128"/>
                  </a:lnTo>
                  <a:lnTo>
                    <a:pt x="332537" y="302973"/>
                  </a:lnTo>
                  <a:lnTo>
                    <a:pt x="332680" y="302586"/>
                  </a:lnTo>
                  <a:lnTo>
                    <a:pt x="333176" y="302576"/>
                  </a:lnTo>
                  <a:lnTo>
                    <a:pt x="333468" y="302623"/>
                  </a:lnTo>
                  <a:lnTo>
                    <a:pt x="333753" y="302591"/>
                  </a:lnTo>
                  <a:lnTo>
                    <a:pt x="334218" y="302379"/>
                  </a:lnTo>
                  <a:lnTo>
                    <a:pt x="334530" y="301799"/>
                  </a:lnTo>
                  <a:lnTo>
                    <a:pt x="334536" y="301539"/>
                  </a:lnTo>
                  <a:lnTo>
                    <a:pt x="334667" y="301302"/>
                  </a:lnTo>
                  <a:lnTo>
                    <a:pt x="334915" y="301177"/>
                  </a:lnTo>
                  <a:lnTo>
                    <a:pt x="335040" y="300852"/>
                  </a:lnTo>
                  <a:lnTo>
                    <a:pt x="335051" y="300299"/>
                  </a:lnTo>
                  <a:lnTo>
                    <a:pt x="335080" y="299811"/>
                  </a:lnTo>
                  <a:lnTo>
                    <a:pt x="334732" y="299391"/>
                  </a:lnTo>
                  <a:lnTo>
                    <a:pt x="334509" y="299461"/>
                  </a:lnTo>
                  <a:lnTo>
                    <a:pt x="334278" y="299416"/>
                  </a:lnTo>
                  <a:lnTo>
                    <a:pt x="334164" y="299158"/>
                  </a:lnTo>
                  <a:lnTo>
                    <a:pt x="334104" y="298988"/>
                  </a:lnTo>
                  <a:lnTo>
                    <a:pt x="334084" y="298684"/>
                  </a:lnTo>
                  <a:lnTo>
                    <a:pt x="334015" y="298505"/>
                  </a:lnTo>
                  <a:lnTo>
                    <a:pt x="333842" y="298203"/>
                  </a:lnTo>
                  <a:lnTo>
                    <a:pt x="333671" y="297994"/>
                  </a:lnTo>
                  <a:lnTo>
                    <a:pt x="334060" y="297297"/>
                  </a:lnTo>
                  <a:lnTo>
                    <a:pt x="333998" y="297076"/>
                  </a:lnTo>
                  <a:lnTo>
                    <a:pt x="333946" y="296724"/>
                  </a:lnTo>
                  <a:lnTo>
                    <a:pt x="333992" y="296257"/>
                  </a:lnTo>
                  <a:lnTo>
                    <a:pt x="333907" y="296044"/>
                  </a:lnTo>
                  <a:lnTo>
                    <a:pt x="333968" y="295363"/>
                  </a:lnTo>
                  <a:lnTo>
                    <a:pt x="333983" y="295040"/>
                  </a:lnTo>
                  <a:lnTo>
                    <a:pt x="333982" y="294737"/>
                  </a:lnTo>
                  <a:lnTo>
                    <a:pt x="333112" y="294012"/>
                  </a:lnTo>
                  <a:lnTo>
                    <a:pt x="333306" y="292982"/>
                  </a:lnTo>
                  <a:lnTo>
                    <a:pt x="333215" y="292617"/>
                  </a:lnTo>
                  <a:lnTo>
                    <a:pt x="333069" y="292446"/>
                  </a:lnTo>
                  <a:lnTo>
                    <a:pt x="332867" y="292282"/>
                  </a:lnTo>
                  <a:lnTo>
                    <a:pt x="332793" y="291967"/>
                  </a:lnTo>
                  <a:lnTo>
                    <a:pt x="332993" y="291870"/>
                  </a:lnTo>
                  <a:lnTo>
                    <a:pt x="332958" y="291487"/>
                  </a:lnTo>
                  <a:lnTo>
                    <a:pt x="332694" y="291377"/>
                  </a:lnTo>
                  <a:lnTo>
                    <a:pt x="332649" y="291184"/>
                  </a:lnTo>
                  <a:lnTo>
                    <a:pt x="332617" y="291052"/>
                  </a:lnTo>
                  <a:lnTo>
                    <a:pt x="332571" y="290856"/>
                  </a:lnTo>
                  <a:lnTo>
                    <a:pt x="332421" y="290454"/>
                  </a:lnTo>
                  <a:lnTo>
                    <a:pt x="332323" y="290143"/>
                  </a:lnTo>
                  <a:lnTo>
                    <a:pt x="332550" y="289744"/>
                  </a:lnTo>
                  <a:lnTo>
                    <a:pt x="332259" y="289492"/>
                  </a:lnTo>
                  <a:lnTo>
                    <a:pt x="332173" y="289356"/>
                  </a:lnTo>
                  <a:lnTo>
                    <a:pt x="332136" y="289102"/>
                  </a:lnTo>
                  <a:lnTo>
                    <a:pt x="332170" y="288454"/>
                  </a:lnTo>
                  <a:lnTo>
                    <a:pt x="332032" y="288255"/>
                  </a:lnTo>
                  <a:lnTo>
                    <a:pt x="331802" y="288036"/>
                  </a:lnTo>
                  <a:lnTo>
                    <a:pt x="331709" y="287212"/>
                  </a:lnTo>
                  <a:lnTo>
                    <a:pt x="331477" y="286951"/>
                  </a:lnTo>
                  <a:lnTo>
                    <a:pt x="331341" y="286903"/>
                  </a:lnTo>
                  <a:lnTo>
                    <a:pt x="331090" y="286878"/>
                  </a:lnTo>
                  <a:lnTo>
                    <a:pt x="330898" y="286798"/>
                  </a:lnTo>
                  <a:lnTo>
                    <a:pt x="330738" y="286517"/>
                  </a:lnTo>
                  <a:lnTo>
                    <a:pt x="330663" y="286354"/>
                  </a:lnTo>
                  <a:lnTo>
                    <a:pt x="330451" y="285979"/>
                  </a:lnTo>
                  <a:lnTo>
                    <a:pt x="330219" y="285769"/>
                  </a:lnTo>
                  <a:lnTo>
                    <a:pt x="329973" y="285393"/>
                  </a:lnTo>
                  <a:lnTo>
                    <a:pt x="329822" y="285073"/>
                  </a:lnTo>
                  <a:lnTo>
                    <a:pt x="329560" y="284576"/>
                  </a:lnTo>
                  <a:lnTo>
                    <a:pt x="329234" y="284107"/>
                  </a:lnTo>
                  <a:lnTo>
                    <a:pt x="328938" y="283660"/>
                  </a:lnTo>
                  <a:lnTo>
                    <a:pt x="328961" y="283490"/>
                  </a:lnTo>
                  <a:lnTo>
                    <a:pt x="328840" y="282749"/>
                  </a:lnTo>
                  <a:lnTo>
                    <a:pt x="328662" y="282445"/>
                  </a:lnTo>
                  <a:lnTo>
                    <a:pt x="328632" y="282055"/>
                  </a:lnTo>
                  <a:lnTo>
                    <a:pt x="328683" y="281815"/>
                  </a:lnTo>
                  <a:lnTo>
                    <a:pt x="328732" y="281626"/>
                  </a:lnTo>
                  <a:lnTo>
                    <a:pt x="328773" y="281465"/>
                  </a:lnTo>
                  <a:lnTo>
                    <a:pt x="328865" y="281130"/>
                  </a:lnTo>
                  <a:lnTo>
                    <a:pt x="328886" y="280956"/>
                  </a:lnTo>
                  <a:lnTo>
                    <a:pt x="328837" y="280670"/>
                  </a:lnTo>
                  <a:lnTo>
                    <a:pt x="328830" y="280514"/>
                  </a:lnTo>
                  <a:lnTo>
                    <a:pt x="328837" y="280314"/>
                  </a:lnTo>
                  <a:lnTo>
                    <a:pt x="328870" y="280068"/>
                  </a:lnTo>
                  <a:lnTo>
                    <a:pt x="328864" y="279904"/>
                  </a:lnTo>
                  <a:lnTo>
                    <a:pt x="328761" y="279666"/>
                  </a:lnTo>
                  <a:lnTo>
                    <a:pt x="328540" y="279416"/>
                  </a:lnTo>
                  <a:lnTo>
                    <a:pt x="328195" y="279137"/>
                  </a:lnTo>
                  <a:lnTo>
                    <a:pt x="328061" y="278528"/>
                  </a:lnTo>
                  <a:lnTo>
                    <a:pt x="328199" y="278347"/>
                  </a:lnTo>
                  <a:lnTo>
                    <a:pt x="328271" y="278215"/>
                  </a:lnTo>
                  <a:lnTo>
                    <a:pt x="328431" y="277606"/>
                  </a:lnTo>
                  <a:lnTo>
                    <a:pt x="328471" y="277346"/>
                  </a:lnTo>
                  <a:lnTo>
                    <a:pt x="328829" y="276909"/>
                  </a:lnTo>
                  <a:lnTo>
                    <a:pt x="329017" y="276529"/>
                  </a:lnTo>
                  <a:lnTo>
                    <a:pt x="329015" y="276201"/>
                  </a:lnTo>
                  <a:lnTo>
                    <a:pt x="329047" y="275879"/>
                  </a:lnTo>
                  <a:lnTo>
                    <a:pt x="329210" y="275520"/>
                  </a:lnTo>
                  <a:lnTo>
                    <a:pt x="329310" y="275308"/>
                  </a:lnTo>
                  <a:lnTo>
                    <a:pt x="329355" y="275175"/>
                  </a:lnTo>
                  <a:lnTo>
                    <a:pt x="329418" y="274988"/>
                  </a:lnTo>
                  <a:lnTo>
                    <a:pt x="329428" y="274712"/>
                  </a:lnTo>
                  <a:lnTo>
                    <a:pt x="329475" y="274562"/>
                  </a:lnTo>
                  <a:lnTo>
                    <a:pt x="329565" y="274109"/>
                  </a:lnTo>
                  <a:lnTo>
                    <a:pt x="329562" y="273762"/>
                  </a:lnTo>
                  <a:lnTo>
                    <a:pt x="329424" y="273210"/>
                  </a:lnTo>
                  <a:lnTo>
                    <a:pt x="329262" y="272617"/>
                  </a:lnTo>
                  <a:lnTo>
                    <a:pt x="329266" y="272476"/>
                  </a:lnTo>
                  <a:lnTo>
                    <a:pt x="329371" y="272063"/>
                  </a:lnTo>
                  <a:lnTo>
                    <a:pt x="329230" y="271794"/>
                  </a:lnTo>
                  <a:lnTo>
                    <a:pt x="329195" y="271650"/>
                  </a:lnTo>
                  <a:lnTo>
                    <a:pt x="329150" y="271468"/>
                  </a:lnTo>
                  <a:lnTo>
                    <a:pt x="329162" y="271293"/>
                  </a:lnTo>
                  <a:lnTo>
                    <a:pt x="329237" y="271120"/>
                  </a:lnTo>
                  <a:lnTo>
                    <a:pt x="329225" y="270689"/>
                  </a:lnTo>
                  <a:lnTo>
                    <a:pt x="329241" y="270287"/>
                  </a:lnTo>
                  <a:lnTo>
                    <a:pt x="329215" y="269998"/>
                  </a:lnTo>
                  <a:lnTo>
                    <a:pt x="329159" y="269771"/>
                  </a:lnTo>
                  <a:lnTo>
                    <a:pt x="328945" y="269447"/>
                  </a:lnTo>
                  <a:lnTo>
                    <a:pt x="328568" y="269147"/>
                  </a:lnTo>
                  <a:lnTo>
                    <a:pt x="328410" y="268668"/>
                  </a:lnTo>
                  <a:lnTo>
                    <a:pt x="328401" y="268497"/>
                  </a:lnTo>
                  <a:lnTo>
                    <a:pt x="328395" y="268369"/>
                  </a:lnTo>
                  <a:lnTo>
                    <a:pt x="328367" y="268212"/>
                  </a:lnTo>
                  <a:lnTo>
                    <a:pt x="328368" y="268079"/>
                  </a:lnTo>
                  <a:lnTo>
                    <a:pt x="328434" y="267822"/>
                  </a:lnTo>
                  <a:lnTo>
                    <a:pt x="328461" y="267655"/>
                  </a:lnTo>
                  <a:lnTo>
                    <a:pt x="328396" y="267293"/>
                  </a:lnTo>
                  <a:lnTo>
                    <a:pt x="328367" y="267131"/>
                  </a:lnTo>
                  <a:lnTo>
                    <a:pt x="328469" y="266829"/>
                  </a:lnTo>
                  <a:lnTo>
                    <a:pt x="328771" y="266556"/>
                  </a:lnTo>
                  <a:lnTo>
                    <a:pt x="328944" y="266265"/>
                  </a:lnTo>
                  <a:lnTo>
                    <a:pt x="329028" y="266097"/>
                  </a:lnTo>
                  <a:lnTo>
                    <a:pt x="329237" y="265442"/>
                  </a:lnTo>
                  <a:lnTo>
                    <a:pt x="329293" y="265302"/>
                  </a:lnTo>
                  <a:lnTo>
                    <a:pt x="329366" y="265088"/>
                  </a:lnTo>
                  <a:lnTo>
                    <a:pt x="329492" y="264720"/>
                  </a:lnTo>
                  <a:lnTo>
                    <a:pt x="329541" y="264576"/>
                  </a:lnTo>
                  <a:lnTo>
                    <a:pt x="329730" y="264222"/>
                  </a:lnTo>
                  <a:lnTo>
                    <a:pt x="329930" y="263850"/>
                  </a:lnTo>
                  <a:lnTo>
                    <a:pt x="329959" y="263609"/>
                  </a:lnTo>
                  <a:lnTo>
                    <a:pt x="330236" y="263250"/>
                  </a:lnTo>
                  <a:lnTo>
                    <a:pt x="330423" y="262867"/>
                  </a:lnTo>
                  <a:lnTo>
                    <a:pt x="330508" y="262565"/>
                  </a:lnTo>
                  <a:lnTo>
                    <a:pt x="331216" y="262002"/>
                  </a:lnTo>
                  <a:lnTo>
                    <a:pt x="331325" y="262261"/>
                  </a:lnTo>
                  <a:lnTo>
                    <a:pt x="331386" y="262647"/>
                  </a:lnTo>
                  <a:lnTo>
                    <a:pt x="331514" y="262943"/>
                  </a:lnTo>
                  <a:lnTo>
                    <a:pt x="331850" y="263478"/>
                  </a:lnTo>
                  <a:lnTo>
                    <a:pt x="333068" y="263551"/>
                  </a:lnTo>
                  <a:lnTo>
                    <a:pt x="333365" y="263419"/>
                  </a:lnTo>
                  <a:lnTo>
                    <a:pt x="333707" y="263320"/>
                  </a:lnTo>
                  <a:lnTo>
                    <a:pt x="333873" y="263227"/>
                  </a:lnTo>
                  <a:lnTo>
                    <a:pt x="334182" y="262963"/>
                  </a:lnTo>
                  <a:lnTo>
                    <a:pt x="334443" y="262698"/>
                  </a:lnTo>
                  <a:lnTo>
                    <a:pt x="334832" y="262250"/>
                  </a:lnTo>
                  <a:lnTo>
                    <a:pt x="335020" y="262038"/>
                  </a:lnTo>
                  <a:lnTo>
                    <a:pt x="335682" y="262138"/>
                  </a:lnTo>
                  <a:lnTo>
                    <a:pt x="336184" y="262511"/>
                  </a:lnTo>
                  <a:lnTo>
                    <a:pt x="336355" y="262497"/>
                  </a:lnTo>
                  <a:lnTo>
                    <a:pt x="336801" y="262539"/>
                  </a:lnTo>
                  <a:lnTo>
                    <a:pt x="336945" y="262503"/>
                  </a:lnTo>
                  <a:lnTo>
                    <a:pt x="337202" y="262397"/>
                  </a:lnTo>
                  <a:lnTo>
                    <a:pt x="337414" y="262200"/>
                  </a:lnTo>
                  <a:lnTo>
                    <a:pt x="337751" y="261890"/>
                  </a:lnTo>
                  <a:lnTo>
                    <a:pt x="338034" y="261727"/>
                  </a:lnTo>
                  <a:lnTo>
                    <a:pt x="338397" y="261484"/>
                  </a:lnTo>
                  <a:lnTo>
                    <a:pt x="338482" y="261236"/>
                  </a:lnTo>
                  <a:lnTo>
                    <a:pt x="338499" y="261056"/>
                  </a:lnTo>
                  <a:lnTo>
                    <a:pt x="338458" y="260423"/>
                  </a:lnTo>
                  <a:lnTo>
                    <a:pt x="338457" y="260267"/>
                  </a:lnTo>
                  <a:lnTo>
                    <a:pt x="338703" y="259661"/>
                  </a:lnTo>
                  <a:lnTo>
                    <a:pt x="339102" y="259011"/>
                  </a:lnTo>
                  <a:lnTo>
                    <a:pt x="339224" y="258784"/>
                  </a:lnTo>
                  <a:lnTo>
                    <a:pt x="339478" y="258413"/>
                  </a:lnTo>
                  <a:lnTo>
                    <a:pt x="339801" y="258218"/>
                  </a:lnTo>
                  <a:lnTo>
                    <a:pt x="339809" y="257918"/>
                  </a:lnTo>
                  <a:lnTo>
                    <a:pt x="339874" y="257719"/>
                  </a:lnTo>
                  <a:lnTo>
                    <a:pt x="340033" y="257324"/>
                  </a:lnTo>
                  <a:lnTo>
                    <a:pt x="340215" y="257047"/>
                  </a:lnTo>
                  <a:lnTo>
                    <a:pt x="340361" y="256948"/>
                  </a:lnTo>
                  <a:lnTo>
                    <a:pt x="340637" y="256851"/>
                  </a:lnTo>
                  <a:lnTo>
                    <a:pt x="340844" y="256741"/>
                  </a:lnTo>
                  <a:lnTo>
                    <a:pt x="340960" y="256608"/>
                  </a:lnTo>
                  <a:lnTo>
                    <a:pt x="341014" y="256475"/>
                  </a:lnTo>
                  <a:lnTo>
                    <a:pt x="341086" y="256297"/>
                  </a:lnTo>
                  <a:lnTo>
                    <a:pt x="341191" y="256104"/>
                  </a:lnTo>
                  <a:lnTo>
                    <a:pt x="341228" y="255892"/>
                  </a:lnTo>
                  <a:lnTo>
                    <a:pt x="341293" y="255578"/>
                  </a:lnTo>
                  <a:lnTo>
                    <a:pt x="341305" y="255425"/>
                  </a:lnTo>
                  <a:lnTo>
                    <a:pt x="341363" y="255261"/>
                  </a:lnTo>
                  <a:lnTo>
                    <a:pt x="341606" y="255103"/>
                  </a:lnTo>
                  <a:lnTo>
                    <a:pt x="342114" y="254973"/>
                  </a:lnTo>
                  <a:lnTo>
                    <a:pt x="342293" y="255018"/>
                  </a:lnTo>
                  <a:lnTo>
                    <a:pt x="342481" y="255040"/>
                  </a:lnTo>
                  <a:lnTo>
                    <a:pt x="342881" y="255045"/>
                  </a:lnTo>
                  <a:lnTo>
                    <a:pt x="343055" y="255083"/>
                  </a:lnTo>
                  <a:lnTo>
                    <a:pt x="343216" y="255218"/>
                  </a:lnTo>
                  <a:lnTo>
                    <a:pt x="343546" y="255325"/>
                  </a:lnTo>
                  <a:lnTo>
                    <a:pt x="343727" y="255350"/>
                  </a:lnTo>
                  <a:lnTo>
                    <a:pt x="344041" y="255324"/>
                  </a:lnTo>
                  <a:lnTo>
                    <a:pt x="344283" y="255149"/>
                  </a:lnTo>
                  <a:lnTo>
                    <a:pt x="344292" y="255015"/>
                  </a:lnTo>
                  <a:lnTo>
                    <a:pt x="344326" y="254176"/>
                  </a:lnTo>
                  <a:lnTo>
                    <a:pt x="344412" y="253923"/>
                  </a:lnTo>
                  <a:lnTo>
                    <a:pt x="344441" y="253791"/>
                  </a:lnTo>
                  <a:lnTo>
                    <a:pt x="344353" y="253530"/>
                  </a:lnTo>
                  <a:lnTo>
                    <a:pt x="344143" y="253238"/>
                  </a:lnTo>
                  <a:lnTo>
                    <a:pt x="343686" y="252805"/>
                  </a:lnTo>
                  <a:lnTo>
                    <a:pt x="343623" y="252542"/>
                  </a:lnTo>
                  <a:lnTo>
                    <a:pt x="343676" y="252252"/>
                  </a:lnTo>
                  <a:lnTo>
                    <a:pt x="344199" y="252220"/>
                  </a:lnTo>
                  <a:lnTo>
                    <a:pt x="344433" y="251903"/>
                  </a:lnTo>
                  <a:lnTo>
                    <a:pt x="345013" y="251287"/>
                  </a:lnTo>
                  <a:lnTo>
                    <a:pt x="345473" y="250919"/>
                  </a:lnTo>
                  <a:lnTo>
                    <a:pt x="345722" y="250666"/>
                  </a:lnTo>
                  <a:lnTo>
                    <a:pt x="345987" y="250413"/>
                  </a:lnTo>
                  <a:lnTo>
                    <a:pt x="346151" y="250364"/>
                  </a:lnTo>
                  <a:lnTo>
                    <a:pt x="346419" y="250184"/>
                  </a:lnTo>
                  <a:lnTo>
                    <a:pt x="346565" y="250036"/>
                  </a:lnTo>
                  <a:lnTo>
                    <a:pt x="346681" y="249605"/>
                  </a:lnTo>
                  <a:lnTo>
                    <a:pt x="346950" y="249336"/>
                  </a:lnTo>
                  <a:lnTo>
                    <a:pt x="347052" y="249083"/>
                  </a:lnTo>
                  <a:lnTo>
                    <a:pt x="347184" y="248906"/>
                  </a:lnTo>
                  <a:lnTo>
                    <a:pt x="347441" y="248812"/>
                  </a:lnTo>
                  <a:lnTo>
                    <a:pt x="347612" y="248781"/>
                  </a:lnTo>
                  <a:lnTo>
                    <a:pt x="348064" y="248896"/>
                  </a:lnTo>
                  <a:lnTo>
                    <a:pt x="348290" y="248654"/>
                  </a:lnTo>
                  <a:lnTo>
                    <a:pt x="348387" y="248409"/>
                  </a:lnTo>
                  <a:lnTo>
                    <a:pt x="348430" y="248231"/>
                  </a:lnTo>
                  <a:lnTo>
                    <a:pt x="348999" y="247563"/>
                  </a:lnTo>
                  <a:lnTo>
                    <a:pt x="349226" y="247333"/>
                  </a:lnTo>
                  <a:lnTo>
                    <a:pt x="349405" y="247246"/>
                  </a:lnTo>
                  <a:lnTo>
                    <a:pt x="349825" y="247125"/>
                  </a:lnTo>
                  <a:lnTo>
                    <a:pt x="349982" y="246891"/>
                  </a:lnTo>
                  <a:lnTo>
                    <a:pt x="350191" y="246878"/>
                  </a:lnTo>
                  <a:lnTo>
                    <a:pt x="350329" y="246726"/>
                  </a:lnTo>
                  <a:lnTo>
                    <a:pt x="350540" y="246402"/>
                  </a:lnTo>
                  <a:lnTo>
                    <a:pt x="350508" y="246196"/>
                  </a:lnTo>
                  <a:lnTo>
                    <a:pt x="350734" y="245755"/>
                  </a:lnTo>
                  <a:lnTo>
                    <a:pt x="350961" y="245586"/>
                  </a:lnTo>
                  <a:lnTo>
                    <a:pt x="351155" y="245474"/>
                  </a:lnTo>
                  <a:lnTo>
                    <a:pt x="351486" y="245342"/>
                  </a:lnTo>
                  <a:lnTo>
                    <a:pt x="351773" y="245049"/>
                  </a:lnTo>
                  <a:lnTo>
                    <a:pt x="352124" y="244401"/>
                  </a:lnTo>
                  <a:lnTo>
                    <a:pt x="352189" y="244212"/>
                  </a:lnTo>
                  <a:lnTo>
                    <a:pt x="352397" y="243602"/>
                  </a:lnTo>
                  <a:lnTo>
                    <a:pt x="352546" y="243137"/>
                  </a:lnTo>
                  <a:lnTo>
                    <a:pt x="352507" y="242913"/>
                  </a:lnTo>
                  <a:lnTo>
                    <a:pt x="352320" y="242506"/>
                  </a:lnTo>
                  <a:lnTo>
                    <a:pt x="352200" y="241772"/>
                  </a:lnTo>
                  <a:lnTo>
                    <a:pt x="352253" y="241423"/>
                  </a:lnTo>
                  <a:lnTo>
                    <a:pt x="352281" y="241135"/>
                  </a:lnTo>
                  <a:lnTo>
                    <a:pt x="352266" y="240553"/>
                  </a:lnTo>
                  <a:lnTo>
                    <a:pt x="352275" y="240072"/>
                  </a:lnTo>
                  <a:lnTo>
                    <a:pt x="352391" y="239852"/>
                  </a:lnTo>
                  <a:lnTo>
                    <a:pt x="352647" y="239493"/>
                  </a:lnTo>
                  <a:lnTo>
                    <a:pt x="352986" y="239224"/>
                  </a:lnTo>
                  <a:lnTo>
                    <a:pt x="353235" y="238721"/>
                  </a:lnTo>
                  <a:lnTo>
                    <a:pt x="353383" y="238608"/>
                  </a:lnTo>
                  <a:lnTo>
                    <a:pt x="353865" y="238171"/>
                  </a:lnTo>
                  <a:lnTo>
                    <a:pt x="354481" y="238025"/>
                  </a:lnTo>
                  <a:lnTo>
                    <a:pt x="354624" y="237857"/>
                  </a:lnTo>
                  <a:lnTo>
                    <a:pt x="354693" y="237649"/>
                  </a:lnTo>
                  <a:lnTo>
                    <a:pt x="354652" y="237436"/>
                  </a:lnTo>
                  <a:lnTo>
                    <a:pt x="354665" y="237294"/>
                  </a:lnTo>
                  <a:lnTo>
                    <a:pt x="354342" y="237068"/>
                  </a:lnTo>
                  <a:lnTo>
                    <a:pt x="354059" y="237286"/>
                  </a:lnTo>
                  <a:lnTo>
                    <a:pt x="353729" y="237659"/>
                  </a:lnTo>
                  <a:lnTo>
                    <a:pt x="353414" y="237698"/>
                  </a:lnTo>
                  <a:lnTo>
                    <a:pt x="352738" y="237621"/>
                  </a:lnTo>
                  <a:lnTo>
                    <a:pt x="352309" y="237069"/>
                  </a:lnTo>
                  <a:lnTo>
                    <a:pt x="352144" y="236868"/>
                  </a:lnTo>
                  <a:lnTo>
                    <a:pt x="352104" y="236616"/>
                  </a:lnTo>
                  <a:lnTo>
                    <a:pt x="351957" y="236103"/>
                  </a:lnTo>
                  <a:lnTo>
                    <a:pt x="352006" y="235680"/>
                  </a:lnTo>
                  <a:lnTo>
                    <a:pt x="352027" y="235529"/>
                  </a:lnTo>
                  <a:lnTo>
                    <a:pt x="351646" y="234694"/>
                  </a:lnTo>
                  <a:lnTo>
                    <a:pt x="351407" y="234669"/>
                  </a:lnTo>
                  <a:lnTo>
                    <a:pt x="349688" y="234520"/>
                  </a:lnTo>
                  <a:lnTo>
                    <a:pt x="349598" y="234393"/>
                  </a:lnTo>
                  <a:lnTo>
                    <a:pt x="349499" y="233943"/>
                  </a:lnTo>
                  <a:lnTo>
                    <a:pt x="349506" y="233704"/>
                  </a:lnTo>
                  <a:lnTo>
                    <a:pt x="349498" y="233461"/>
                  </a:lnTo>
                  <a:lnTo>
                    <a:pt x="349843" y="232782"/>
                  </a:lnTo>
                  <a:lnTo>
                    <a:pt x="350145" y="232631"/>
                  </a:lnTo>
                  <a:lnTo>
                    <a:pt x="350383" y="232355"/>
                  </a:lnTo>
                  <a:lnTo>
                    <a:pt x="350591" y="231843"/>
                  </a:lnTo>
                  <a:lnTo>
                    <a:pt x="350398" y="231522"/>
                  </a:lnTo>
                  <a:lnTo>
                    <a:pt x="350179" y="231323"/>
                  </a:lnTo>
                  <a:lnTo>
                    <a:pt x="350222" y="231003"/>
                  </a:lnTo>
                  <a:lnTo>
                    <a:pt x="350645" y="230784"/>
                  </a:lnTo>
                  <a:lnTo>
                    <a:pt x="351171" y="230610"/>
                  </a:lnTo>
                  <a:lnTo>
                    <a:pt x="351307" y="230425"/>
                  </a:lnTo>
                  <a:lnTo>
                    <a:pt x="351762" y="230070"/>
                  </a:lnTo>
                  <a:lnTo>
                    <a:pt x="352267" y="229887"/>
                  </a:lnTo>
                  <a:lnTo>
                    <a:pt x="352891" y="229183"/>
                  </a:lnTo>
                  <a:lnTo>
                    <a:pt x="353070" y="229061"/>
                  </a:lnTo>
                  <a:lnTo>
                    <a:pt x="353473" y="228771"/>
                  </a:lnTo>
                  <a:lnTo>
                    <a:pt x="353728" y="228422"/>
                  </a:lnTo>
                  <a:lnTo>
                    <a:pt x="354171" y="227856"/>
                  </a:lnTo>
                  <a:lnTo>
                    <a:pt x="354349" y="227489"/>
                  </a:lnTo>
                  <a:lnTo>
                    <a:pt x="354570" y="227056"/>
                  </a:lnTo>
                  <a:lnTo>
                    <a:pt x="354674" y="226619"/>
                  </a:lnTo>
                  <a:lnTo>
                    <a:pt x="355239" y="225970"/>
                  </a:lnTo>
                  <a:lnTo>
                    <a:pt x="355511" y="225905"/>
                  </a:lnTo>
                  <a:lnTo>
                    <a:pt x="356394" y="225663"/>
                  </a:lnTo>
                  <a:lnTo>
                    <a:pt x="356875" y="225127"/>
                  </a:lnTo>
                  <a:lnTo>
                    <a:pt x="357905" y="224839"/>
                  </a:lnTo>
                  <a:lnTo>
                    <a:pt x="358363" y="225230"/>
                  </a:lnTo>
                  <a:lnTo>
                    <a:pt x="359689" y="226167"/>
                  </a:lnTo>
                  <a:lnTo>
                    <a:pt x="359686" y="226604"/>
                  </a:lnTo>
                  <a:lnTo>
                    <a:pt x="359687" y="227012"/>
                  </a:lnTo>
                  <a:lnTo>
                    <a:pt x="360366" y="227516"/>
                  </a:lnTo>
                  <a:lnTo>
                    <a:pt x="360760" y="227199"/>
                  </a:lnTo>
                  <a:lnTo>
                    <a:pt x="360841" y="227023"/>
                  </a:lnTo>
                  <a:lnTo>
                    <a:pt x="360985" y="226572"/>
                  </a:lnTo>
                  <a:lnTo>
                    <a:pt x="361550" y="225794"/>
                  </a:lnTo>
                  <a:lnTo>
                    <a:pt x="362006" y="225880"/>
                  </a:lnTo>
                  <a:lnTo>
                    <a:pt x="362479" y="225933"/>
                  </a:lnTo>
                  <a:lnTo>
                    <a:pt x="362808" y="225800"/>
                  </a:lnTo>
                  <a:lnTo>
                    <a:pt x="362913" y="225656"/>
                  </a:lnTo>
                  <a:lnTo>
                    <a:pt x="363209" y="225025"/>
                  </a:lnTo>
                  <a:lnTo>
                    <a:pt x="363407" y="224896"/>
                  </a:lnTo>
                  <a:lnTo>
                    <a:pt x="364078" y="224602"/>
                  </a:lnTo>
                  <a:lnTo>
                    <a:pt x="364372" y="224439"/>
                  </a:lnTo>
                  <a:lnTo>
                    <a:pt x="364646" y="224141"/>
                  </a:lnTo>
                  <a:lnTo>
                    <a:pt x="364924" y="223675"/>
                  </a:lnTo>
                  <a:lnTo>
                    <a:pt x="365611" y="223522"/>
                  </a:lnTo>
                  <a:lnTo>
                    <a:pt x="365890" y="223277"/>
                  </a:lnTo>
                  <a:lnTo>
                    <a:pt x="366649" y="222737"/>
                  </a:lnTo>
                  <a:lnTo>
                    <a:pt x="366693" y="222024"/>
                  </a:lnTo>
                  <a:lnTo>
                    <a:pt x="366565" y="221769"/>
                  </a:lnTo>
                  <a:lnTo>
                    <a:pt x="366468" y="221623"/>
                  </a:lnTo>
                  <a:lnTo>
                    <a:pt x="365958" y="220906"/>
                  </a:lnTo>
                  <a:lnTo>
                    <a:pt x="365879" y="220380"/>
                  </a:lnTo>
                  <a:lnTo>
                    <a:pt x="366078" y="219628"/>
                  </a:lnTo>
                  <a:lnTo>
                    <a:pt x="366086" y="219491"/>
                  </a:lnTo>
                  <a:lnTo>
                    <a:pt x="366088" y="219328"/>
                  </a:lnTo>
                  <a:lnTo>
                    <a:pt x="366002" y="218962"/>
                  </a:lnTo>
                  <a:lnTo>
                    <a:pt x="365898" y="218637"/>
                  </a:lnTo>
                  <a:lnTo>
                    <a:pt x="365625" y="218219"/>
                  </a:lnTo>
                  <a:lnTo>
                    <a:pt x="365523" y="218092"/>
                  </a:lnTo>
                  <a:lnTo>
                    <a:pt x="365242" y="217688"/>
                  </a:lnTo>
                  <a:lnTo>
                    <a:pt x="365029" y="217255"/>
                  </a:lnTo>
                  <a:lnTo>
                    <a:pt x="364896" y="216799"/>
                  </a:lnTo>
                  <a:lnTo>
                    <a:pt x="364929" y="216345"/>
                  </a:lnTo>
                  <a:lnTo>
                    <a:pt x="364925" y="215983"/>
                  </a:lnTo>
                  <a:lnTo>
                    <a:pt x="364724" y="215582"/>
                  </a:lnTo>
                  <a:lnTo>
                    <a:pt x="364512" y="215192"/>
                  </a:lnTo>
                  <a:lnTo>
                    <a:pt x="364309" y="214699"/>
                  </a:lnTo>
                  <a:lnTo>
                    <a:pt x="364093" y="214389"/>
                  </a:lnTo>
                  <a:lnTo>
                    <a:pt x="363777" y="214134"/>
                  </a:lnTo>
                  <a:lnTo>
                    <a:pt x="363429" y="213808"/>
                  </a:lnTo>
                  <a:lnTo>
                    <a:pt x="363122" y="213122"/>
                  </a:lnTo>
                  <a:lnTo>
                    <a:pt x="363373" y="213033"/>
                  </a:lnTo>
                  <a:lnTo>
                    <a:pt x="363921" y="212368"/>
                  </a:lnTo>
                  <a:lnTo>
                    <a:pt x="363898" y="212069"/>
                  </a:lnTo>
                  <a:lnTo>
                    <a:pt x="363768" y="211804"/>
                  </a:lnTo>
                  <a:lnTo>
                    <a:pt x="363836" y="211517"/>
                  </a:lnTo>
                  <a:lnTo>
                    <a:pt x="364204" y="211330"/>
                  </a:lnTo>
                  <a:lnTo>
                    <a:pt x="364358" y="211279"/>
                  </a:lnTo>
                  <a:lnTo>
                    <a:pt x="365049" y="209521"/>
                  </a:lnTo>
                  <a:lnTo>
                    <a:pt x="365056" y="209335"/>
                  </a:lnTo>
                  <a:lnTo>
                    <a:pt x="365447" y="208306"/>
                  </a:lnTo>
                  <a:lnTo>
                    <a:pt x="365332" y="207643"/>
                  </a:lnTo>
                  <a:lnTo>
                    <a:pt x="366010" y="206875"/>
                  </a:lnTo>
                  <a:lnTo>
                    <a:pt x="366377" y="207126"/>
                  </a:lnTo>
                  <a:lnTo>
                    <a:pt x="367173" y="208966"/>
                  </a:lnTo>
                  <a:lnTo>
                    <a:pt x="369136" y="209246"/>
                  </a:lnTo>
                  <a:lnTo>
                    <a:pt x="369153" y="209419"/>
                  </a:lnTo>
                  <a:lnTo>
                    <a:pt x="369567" y="209788"/>
                  </a:lnTo>
                  <a:lnTo>
                    <a:pt x="370208" y="209543"/>
                  </a:lnTo>
                  <a:lnTo>
                    <a:pt x="370853" y="209353"/>
                  </a:lnTo>
                  <a:lnTo>
                    <a:pt x="371603" y="209168"/>
                  </a:lnTo>
                  <a:lnTo>
                    <a:pt x="371827" y="209071"/>
                  </a:lnTo>
                  <a:lnTo>
                    <a:pt x="371964" y="209024"/>
                  </a:lnTo>
                  <a:lnTo>
                    <a:pt x="372262" y="208988"/>
                  </a:lnTo>
                  <a:lnTo>
                    <a:pt x="372502" y="208907"/>
                  </a:lnTo>
                  <a:lnTo>
                    <a:pt x="373109" y="208784"/>
                  </a:lnTo>
                  <a:lnTo>
                    <a:pt x="373472" y="208718"/>
                  </a:lnTo>
                  <a:lnTo>
                    <a:pt x="373850" y="208668"/>
                  </a:lnTo>
                  <a:lnTo>
                    <a:pt x="374046" y="208744"/>
                  </a:lnTo>
                  <a:lnTo>
                    <a:pt x="374591" y="209252"/>
                  </a:lnTo>
                  <a:lnTo>
                    <a:pt x="374648" y="209511"/>
                  </a:lnTo>
                  <a:lnTo>
                    <a:pt x="374814" y="209630"/>
                  </a:lnTo>
                  <a:lnTo>
                    <a:pt x="375359" y="209665"/>
                  </a:lnTo>
                  <a:lnTo>
                    <a:pt x="375740" y="209096"/>
                  </a:lnTo>
                  <a:lnTo>
                    <a:pt x="375794" y="208888"/>
                  </a:lnTo>
                  <a:lnTo>
                    <a:pt x="375858" y="208642"/>
                  </a:lnTo>
                  <a:lnTo>
                    <a:pt x="376047" y="208384"/>
                  </a:lnTo>
                  <a:lnTo>
                    <a:pt x="376321" y="208245"/>
                  </a:lnTo>
                  <a:lnTo>
                    <a:pt x="376552" y="208199"/>
                  </a:lnTo>
                  <a:lnTo>
                    <a:pt x="376910" y="208241"/>
                  </a:lnTo>
                  <a:lnTo>
                    <a:pt x="377049" y="208229"/>
                  </a:lnTo>
                  <a:lnTo>
                    <a:pt x="377434" y="208127"/>
                  </a:lnTo>
                  <a:lnTo>
                    <a:pt x="377685" y="208147"/>
                  </a:lnTo>
                  <a:lnTo>
                    <a:pt x="378265" y="208131"/>
                  </a:lnTo>
                  <a:lnTo>
                    <a:pt x="378418" y="208232"/>
                  </a:lnTo>
                  <a:lnTo>
                    <a:pt x="378690" y="208319"/>
                  </a:lnTo>
                  <a:lnTo>
                    <a:pt x="379097" y="208367"/>
                  </a:lnTo>
                  <a:lnTo>
                    <a:pt x="379466" y="208237"/>
                  </a:lnTo>
                  <a:lnTo>
                    <a:pt x="379695" y="208205"/>
                  </a:lnTo>
                  <a:lnTo>
                    <a:pt x="379982" y="208238"/>
                  </a:lnTo>
                  <a:lnTo>
                    <a:pt x="380189" y="208292"/>
                  </a:lnTo>
                  <a:lnTo>
                    <a:pt x="380494" y="208280"/>
                  </a:lnTo>
                  <a:lnTo>
                    <a:pt x="380632" y="208194"/>
                  </a:lnTo>
                  <a:lnTo>
                    <a:pt x="380826" y="207851"/>
                  </a:lnTo>
                  <a:lnTo>
                    <a:pt x="381169" y="207137"/>
                  </a:lnTo>
                  <a:lnTo>
                    <a:pt x="381368" y="207541"/>
                  </a:lnTo>
                  <a:lnTo>
                    <a:pt x="381465" y="207703"/>
                  </a:lnTo>
                  <a:lnTo>
                    <a:pt x="381551" y="207835"/>
                  </a:lnTo>
                  <a:lnTo>
                    <a:pt x="381712" y="208083"/>
                  </a:lnTo>
                  <a:lnTo>
                    <a:pt x="382224" y="208512"/>
                  </a:lnTo>
                  <a:lnTo>
                    <a:pt x="382364" y="208471"/>
                  </a:lnTo>
                  <a:lnTo>
                    <a:pt x="383155" y="208773"/>
                  </a:lnTo>
                  <a:lnTo>
                    <a:pt x="383605" y="209204"/>
                  </a:lnTo>
                  <a:lnTo>
                    <a:pt x="384118" y="208764"/>
                  </a:lnTo>
                  <a:lnTo>
                    <a:pt x="384208" y="208610"/>
                  </a:lnTo>
                  <a:lnTo>
                    <a:pt x="384696" y="208112"/>
                  </a:lnTo>
                  <a:lnTo>
                    <a:pt x="384975" y="207982"/>
                  </a:lnTo>
                  <a:lnTo>
                    <a:pt x="385451" y="207853"/>
                  </a:lnTo>
                  <a:lnTo>
                    <a:pt x="386497" y="208045"/>
                  </a:lnTo>
                  <a:lnTo>
                    <a:pt x="386697" y="208120"/>
                  </a:lnTo>
                  <a:lnTo>
                    <a:pt x="387642" y="208533"/>
                  </a:lnTo>
                  <a:lnTo>
                    <a:pt x="387677" y="209147"/>
                  </a:lnTo>
                  <a:lnTo>
                    <a:pt x="387393" y="210021"/>
                  </a:lnTo>
                  <a:lnTo>
                    <a:pt x="387190" y="210002"/>
                  </a:lnTo>
                  <a:lnTo>
                    <a:pt x="386128" y="210034"/>
                  </a:lnTo>
                  <a:lnTo>
                    <a:pt x="385929" y="210128"/>
                  </a:lnTo>
                  <a:lnTo>
                    <a:pt x="385655" y="210552"/>
                  </a:lnTo>
                  <a:lnTo>
                    <a:pt x="385559" y="210897"/>
                  </a:lnTo>
                  <a:lnTo>
                    <a:pt x="384580" y="211694"/>
                  </a:lnTo>
                  <a:lnTo>
                    <a:pt x="384132" y="211791"/>
                  </a:lnTo>
                  <a:lnTo>
                    <a:pt x="383345" y="212487"/>
                  </a:lnTo>
                  <a:lnTo>
                    <a:pt x="382911" y="212528"/>
                  </a:lnTo>
                  <a:lnTo>
                    <a:pt x="382463" y="212805"/>
                  </a:lnTo>
                  <a:lnTo>
                    <a:pt x="381498" y="212679"/>
                  </a:lnTo>
                  <a:lnTo>
                    <a:pt x="380990" y="213230"/>
                  </a:lnTo>
                  <a:lnTo>
                    <a:pt x="380993" y="213546"/>
                  </a:lnTo>
                  <a:lnTo>
                    <a:pt x="381177" y="213917"/>
                  </a:lnTo>
                  <a:lnTo>
                    <a:pt x="381550" y="214972"/>
                  </a:lnTo>
                  <a:lnTo>
                    <a:pt x="381665" y="215239"/>
                  </a:lnTo>
                  <a:lnTo>
                    <a:pt x="381904" y="215702"/>
                  </a:lnTo>
                  <a:lnTo>
                    <a:pt x="381442" y="216514"/>
                  </a:lnTo>
                  <a:lnTo>
                    <a:pt x="381625" y="216985"/>
                  </a:lnTo>
                  <a:lnTo>
                    <a:pt x="381779" y="217335"/>
                  </a:lnTo>
                  <a:lnTo>
                    <a:pt x="381807" y="217467"/>
                  </a:lnTo>
                  <a:lnTo>
                    <a:pt x="381288" y="218288"/>
                  </a:lnTo>
                  <a:lnTo>
                    <a:pt x="381318" y="218615"/>
                  </a:lnTo>
                  <a:lnTo>
                    <a:pt x="381719" y="219022"/>
                  </a:lnTo>
                  <a:lnTo>
                    <a:pt x="381830" y="219603"/>
                  </a:lnTo>
                  <a:lnTo>
                    <a:pt x="381964" y="219981"/>
                  </a:lnTo>
                  <a:lnTo>
                    <a:pt x="382051" y="220201"/>
                  </a:lnTo>
                  <a:lnTo>
                    <a:pt x="382180" y="220582"/>
                  </a:lnTo>
                  <a:lnTo>
                    <a:pt x="382538" y="221187"/>
                  </a:lnTo>
                  <a:lnTo>
                    <a:pt x="382517" y="221437"/>
                  </a:lnTo>
                  <a:lnTo>
                    <a:pt x="382770" y="221613"/>
                  </a:lnTo>
                  <a:lnTo>
                    <a:pt x="382957" y="222013"/>
                  </a:lnTo>
                  <a:lnTo>
                    <a:pt x="382601" y="222448"/>
                  </a:lnTo>
                  <a:lnTo>
                    <a:pt x="382828" y="222601"/>
                  </a:lnTo>
                  <a:lnTo>
                    <a:pt x="383271" y="222737"/>
                  </a:lnTo>
                  <a:lnTo>
                    <a:pt x="383455" y="222723"/>
                  </a:lnTo>
                  <a:lnTo>
                    <a:pt x="383763" y="222635"/>
                  </a:lnTo>
                  <a:lnTo>
                    <a:pt x="384023" y="222274"/>
                  </a:lnTo>
                  <a:lnTo>
                    <a:pt x="384294" y="221914"/>
                  </a:lnTo>
                  <a:lnTo>
                    <a:pt x="384522" y="221675"/>
                  </a:lnTo>
                  <a:lnTo>
                    <a:pt x="384890" y="221418"/>
                  </a:lnTo>
                  <a:lnTo>
                    <a:pt x="385182" y="221357"/>
                  </a:lnTo>
                  <a:lnTo>
                    <a:pt x="385327" y="221406"/>
                  </a:lnTo>
                  <a:lnTo>
                    <a:pt x="385558" y="221428"/>
                  </a:lnTo>
                  <a:lnTo>
                    <a:pt x="385844" y="221462"/>
                  </a:lnTo>
                  <a:lnTo>
                    <a:pt x="386231" y="221688"/>
                  </a:lnTo>
                  <a:lnTo>
                    <a:pt x="386335" y="221866"/>
                  </a:lnTo>
                  <a:lnTo>
                    <a:pt x="386530" y="222320"/>
                  </a:lnTo>
                  <a:lnTo>
                    <a:pt x="386507" y="222617"/>
                  </a:lnTo>
                  <a:lnTo>
                    <a:pt x="386537" y="222829"/>
                  </a:lnTo>
                  <a:lnTo>
                    <a:pt x="386584" y="223164"/>
                  </a:lnTo>
                  <a:lnTo>
                    <a:pt x="386873" y="223540"/>
                  </a:lnTo>
                  <a:lnTo>
                    <a:pt x="387083" y="223927"/>
                  </a:lnTo>
                  <a:lnTo>
                    <a:pt x="387117" y="224151"/>
                  </a:lnTo>
                  <a:lnTo>
                    <a:pt x="387246" y="224341"/>
                  </a:lnTo>
                  <a:lnTo>
                    <a:pt x="387666" y="224299"/>
                  </a:lnTo>
                  <a:lnTo>
                    <a:pt x="387944" y="224200"/>
                  </a:lnTo>
                  <a:lnTo>
                    <a:pt x="388199" y="224143"/>
                  </a:lnTo>
                  <a:lnTo>
                    <a:pt x="388759" y="224319"/>
                  </a:lnTo>
                  <a:lnTo>
                    <a:pt x="388588" y="224665"/>
                  </a:lnTo>
                  <a:lnTo>
                    <a:pt x="388595" y="224947"/>
                  </a:lnTo>
                  <a:lnTo>
                    <a:pt x="388880" y="225086"/>
                  </a:lnTo>
                  <a:lnTo>
                    <a:pt x="389430" y="225409"/>
                  </a:lnTo>
                  <a:lnTo>
                    <a:pt x="389350" y="225604"/>
                  </a:lnTo>
                  <a:lnTo>
                    <a:pt x="389171" y="225769"/>
                  </a:lnTo>
                  <a:lnTo>
                    <a:pt x="388917" y="226137"/>
                  </a:lnTo>
                  <a:lnTo>
                    <a:pt x="388708" y="226723"/>
                  </a:lnTo>
                  <a:lnTo>
                    <a:pt x="388506" y="226920"/>
                  </a:lnTo>
                  <a:lnTo>
                    <a:pt x="388358" y="226992"/>
                  </a:lnTo>
                  <a:lnTo>
                    <a:pt x="388219" y="227028"/>
                  </a:lnTo>
                  <a:lnTo>
                    <a:pt x="387895" y="226973"/>
                  </a:lnTo>
                  <a:lnTo>
                    <a:pt x="387396" y="227235"/>
                  </a:lnTo>
                  <a:lnTo>
                    <a:pt x="386897" y="227472"/>
                  </a:lnTo>
                  <a:lnTo>
                    <a:pt x="387054" y="227718"/>
                  </a:lnTo>
                  <a:lnTo>
                    <a:pt x="387146" y="227943"/>
                  </a:lnTo>
                  <a:lnTo>
                    <a:pt x="387185" y="228302"/>
                  </a:lnTo>
                  <a:lnTo>
                    <a:pt x="387294" y="228461"/>
                  </a:lnTo>
                  <a:lnTo>
                    <a:pt x="387492" y="228576"/>
                  </a:lnTo>
                  <a:lnTo>
                    <a:pt x="387737" y="228715"/>
                  </a:lnTo>
                  <a:lnTo>
                    <a:pt x="388391" y="228755"/>
                  </a:lnTo>
                  <a:lnTo>
                    <a:pt x="388913" y="228523"/>
                  </a:lnTo>
                  <a:lnTo>
                    <a:pt x="389178" y="228765"/>
                  </a:lnTo>
                  <a:lnTo>
                    <a:pt x="388990" y="228882"/>
                  </a:lnTo>
                  <a:lnTo>
                    <a:pt x="388831" y="229209"/>
                  </a:lnTo>
                  <a:lnTo>
                    <a:pt x="388639" y="229689"/>
                  </a:lnTo>
                  <a:lnTo>
                    <a:pt x="388615" y="229831"/>
                  </a:lnTo>
                  <a:lnTo>
                    <a:pt x="388634" y="230095"/>
                  </a:lnTo>
                  <a:lnTo>
                    <a:pt x="388914" y="230519"/>
                  </a:lnTo>
                  <a:lnTo>
                    <a:pt x="388586" y="231160"/>
                  </a:lnTo>
                  <a:lnTo>
                    <a:pt x="388378" y="231098"/>
                  </a:lnTo>
                  <a:lnTo>
                    <a:pt x="388167" y="231173"/>
                  </a:lnTo>
                  <a:lnTo>
                    <a:pt x="388214" y="231460"/>
                  </a:lnTo>
                  <a:lnTo>
                    <a:pt x="387982" y="231784"/>
                  </a:lnTo>
                  <a:lnTo>
                    <a:pt x="387142" y="231965"/>
                  </a:lnTo>
                  <a:lnTo>
                    <a:pt x="386774" y="232298"/>
                  </a:lnTo>
                  <a:lnTo>
                    <a:pt x="386892" y="232596"/>
                  </a:lnTo>
                  <a:lnTo>
                    <a:pt x="386880" y="233046"/>
                  </a:lnTo>
                  <a:lnTo>
                    <a:pt x="386467" y="233376"/>
                  </a:lnTo>
                  <a:lnTo>
                    <a:pt x="386326" y="233488"/>
                  </a:lnTo>
                  <a:lnTo>
                    <a:pt x="386166" y="233655"/>
                  </a:lnTo>
                  <a:lnTo>
                    <a:pt x="385929" y="233871"/>
                  </a:lnTo>
                  <a:lnTo>
                    <a:pt x="385289" y="233728"/>
                  </a:lnTo>
                  <a:lnTo>
                    <a:pt x="384599" y="233636"/>
                  </a:lnTo>
                  <a:lnTo>
                    <a:pt x="384342" y="233743"/>
                  </a:lnTo>
                  <a:lnTo>
                    <a:pt x="384127" y="233753"/>
                  </a:lnTo>
                  <a:lnTo>
                    <a:pt x="383708" y="233702"/>
                  </a:lnTo>
                  <a:lnTo>
                    <a:pt x="383491" y="233765"/>
                  </a:lnTo>
                  <a:lnTo>
                    <a:pt x="383142" y="233933"/>
                  </a:lnTo>
                  <a:lnTo>
                    <a:pt x="383197" y="234372"/>
                  </a:lnTo>
                  <a:lnTo>
                    <a:pt x="383408" y="234523"/>
                  </a:lnTo>
                  <a:lnTo>
                    <a:pt x="383567" y="234619"/>
                  </a:lnTo>
                  <a:lnTo>
                    <a:pt x="383876" y="234804"/>
                  </a:lnTo>
                  <a:lnTo>
                    <a:pt x="384026" y="234894"/>
                  </a:lnTo>
                  <a:lnTo>
                    <a:pt x="384329" y="235061"/>
                  </a:lnTo>
                  <a:lnTo>
                    <a:pt x="384605" y="235127"/>
                  </a:lnTo>
                  <a:lnTo>
                    <a:pt x="384964" y="235321"/>
                  </a:lnTo>
                  <a:lnTo>
                    <a:pt x="385185" y="235283"/>
                  </a:lnTo>
                  <a:lnTo>
                    <a:pt x="385599" y="235707"/>
                  </a:lnTo>
                  <a:lnTo>
                    <a:pt x="385606" y="235856"/>
                  </a:lnTo>
                  <a:lnTo>
                    <a:pt x="385776" y="236053"/>
                  </a:lnTo>
                  <a:lnTo>
                    <a:pt x="386000" y="236305"/>
                  </a:lnTo>
                  <a:lnTo>
                    <a:pt x="386165" y="236995"/>
                  </a:lnTo>
                  <a:lnTo>
                    <a:pt x="386445" y="237252"/>
                  </a:lnTo>
                  <a:lnTo>
                    <a:pt x="386329" y="237407"/>
                  </a:lnTo>
                  <a:lnTo>
                    <a:pt x="386510" y="237683"/>
                  </a:lnTo>
                  <a:lnTo>
                    <a:pt x="387037" y="238220"/>
                  </a:lnTo>
                  <a:lnTo>
                    <a:pt x="387185" y="238246"/>
                  </a:lnTo>
                  <a:lnTo>
                    <a:pt x="387351" y="238228"/>
                  </a:lnTo>
                  <a:lnTo>
                    <a:pt x="387581" y="238426"/>
                  </a:lnTo>
                  <a:lnTo>
                    <a:pt x="387751" y="238730"/>
                  </a:lnTo>
                  <a:lnTo>
                    <a:pt x="388262" y="238990"/>
                  </a:lnTo>
                  <a:lnTo>
                    <a:pt x="388630" y="239353"/>
                  </a:lnTo>
                  <a:lnTo>
                    <a:pt x="388983" y="239557"/>
                  </a:lnTo>
                  <a:lnTo>
                    <a:pt x="389111" y="239562"/>
                  </a:lnTo>
                  <a:lnTo>
                    <a:pt x="389217" y="239805"/>
                  </a:lnTo>
                  <a:lnTo>
                    <a:pt x="389463" y="240042"/>
                  </a:lnTo>
                  <a:lnTo>
                    <a:pt x="390129" y="240437"/>
                  </a:lnTo>
                  <a:lnTo>
                    <a:pt x="390482" y="240698"/>
                  </a:lnTo>
                  <a:lnTo>
                    <a:pt x="390724" y="240770"/>
                  </a:lnTo>
                  <a:lnTo>
                    <a:pt x="390811" y="241020"/>
                  </a:lnTo>
                  <a:lnTo>
                    <a:pt x="390855" y="241199"/>
                  </a:lnTo>
                  <a:lnTo>
                    <a:pt x="390938" y="241330"/>
                  </a:lnTo>
                  <a:lnTo>
                    <a:pt x="391441" y="241436"/>
                  </a:lnTo>
                  <a:lnTo>
                    <a:pt x="391579" y="241304"/>
                  </a:lnTo>
                  <a:lnTo>
                    <a:pt x="391736" y="241035"/>
                  </a:lnTo>
                  <a:lnTo>
                    <a:pt x="392245" y="241079"/>
                  </a:lnTo>
                  <a:lnTo>
                    <a:pt x="392966" y="242168"/>
                  </a:lnTo>
                  <a:lnTo>
                    <a:pt x="393391" y="242746"/>
                  </a:lnTo>
                  <a:lnTo>
                    <a:pt x="393467" y="243083"/>
                  </a:lnTo>
                  <a:lnTo>
                    <a:pt x="393875" y="243099"/>
                  </a:lnTo>
                  <a:lnTo>
                    <a:pt x="394296" y="242770"/>
                  </a:lnTo>
                  <a:lnTo>
                    <a:pt x="394717" y="242498"/>
                  </a:lnTo>
                  <a:lnTo>
                    <a:pt x="395043" y="242370"/>
                  </a:lnTo>
                  <a:lnTo>
                    <a:pt x="396221" y="242438"/>
                  </a:lnTo>
                  <a:lnTo>
                    <a:pt x="396638" y="242155"/>
                  </a:lnTo>
                  <a:lnTo>
                    <a:pt x="396878" y="241963"/>
                  </a:lnTo>
                  <a:lnTo>
                    <a:pt x="397162" y="241721"/>
                  </a:lnTo>
                  <a:lnTo>
                    <a:pt x="397306" y="241626"/>
                  </a:lnTo>
                  <a:lnTo>
                    <a:pt x="397537" y="241456"/>
                  </a:lnTo>
                  <a:lnTo>
                    <a:pt x="397657" y="241310"/>
                  </a:lnTo>
                  <a:lnTo>
                    <a:pt x="397803" y="241272"/>
                  </a:lnTo>
                  <a:lnTo>
                    <a:pt x="398302" y="241219"/>
                  </a:lnTo>
                  <a:lnTo>
                    <a:pt x="398653" y="241082"/>
                  </a:lnTo>
                  <a:lnTo>
                    <a:pt x="398807" y="240941"/>
                  </a:lnTo>
                  <a:lnTo>
                    <a:pt x="399315" y="240749"/>
                  </a:lnTo>
                  <a:lnTo>
                    <a:pt x="399462" y="240724"/>
                  </a:lnTo>
                  <a:lnTo>
                    <a:pt x="399824" y="240625"/>
                  </a:lnTo>
                  <a:lnTo>
                    <a:pt x="400092" y="240475"/>
                  </a:lnTo>
                  <a:lnTo>
                    <a:pt x="400253" y="240438"/>
                  </a:lnTo>
                  <a:lnTo>
                    <a:pt x="400605" y="241188"/>
                  </a:lnTo>
                  <a:lnTo>
                    <a:pt x="400816" y="241233"/>
                  </a:lnTo>
                  <a:lnTo>
                    <a:pt x="401233" y="241042"/>
                  </a:lnTo>
                  <a:lnTo>
                    <a:pt x="401602" y="240864"/>
                  </a:lnTo>
                  <a:lnTo>
                    <a:pt x="401799" y="240833"/>
                  </a:lnTo>
                  <a:lnTo>
                    <a:pt x="401937" y="240776"/>
                  </a:lnTo>
                  <a:lnTo>
                    <a:pt x="402229" y="240425"/>
                  </a:lnTo>
                  <a:lnTo>
                    <a:pt x="402404" y="240514"/>
                  </a:lnTo>
                  <a:lnTo>
                    <a:pt x="402924" y="240565"/>
                  </a:lnTo>
                  <a:lnTo>
                    <a:pt x="403166" y="240589"/>
                  </a:lnTo>
                  <a:lnTo>
                    <a:pt x="403948" y="240510"/>
                  </a:lnTo>
                  <a:lnTo>
                    <a:pt x="404540" y="240441"/>
                  </a:lnTo>
                  <a:lnTo>
                    <a:pt x="404787" y="240318"/>
                  </a:lnTo>
                  <a:lnTo>
                    <a:pt x="405065" y="240255"/>
                  </a:lnTo>
                  <a:lnTo>
                    <a:pt x="405317" y="240160"/>
                  </a:lnTo>
                  <a:lnTo>
                    <a:pt x="405455" y="240042"/>
                  </a:lnTo>
                  <a:lnTo>
                    <a:pt x="405721" y="239952"/>
                  </a:lnTo>
                  <a:lnTo>
                    <a:pt x="405698" y="239684"/>
                  </a:lnTo>
                  <a:lnTo>
                    <a:pt x="405713" y="239505"/>
                  </a:lnTo>
                  <a:lnTo>
                    <a:pt x="405851" y="239125"/>
                  </a:lnTo>
                  <a:lnTo>
                    <a:pt x="405990" y="238989"/>
                  </a:lnTo>
                  <a:lnTo>
                    <a:pt x="406635" y="238843"/>
                  </a:lnTo>
                  <a:lnTo>
                    <a:pt x="406817" y="238813"/>
                  </a:lnTo>
                  <a:lnTo>
                    <a:pt x="406772" y="238341"/>
                  </a:lnTo>
                  <a:lnTo>
                    <a:pt x="406310" y="238374"/>
                  </a:lnTo>
                  <a:lnTo>
                    <a:pt x="406301" y="237982"/>
                  </a:lnTo>
                  <a:lnTo>
                    <a:pt x="406525" y="237631"/>
                  </a:lnTo>
                  <a:lnTo>
                    <a:pt x="407081" y="237170"/>
                  </a:lnTo>
                  <a:lnTo>
                    <a:pt x="407333" y="236724"/>
                  </a:lnTo>
                  <a:lnTo>
                    <a:pt x="407852" y="236993"/>
                  </a:lnTo>
                  <a:lnTo>
                    <a:pt x="407929" y="236734"/>
                  </a:lnTo>
                  <a:lnTo>
                    <a:pt x="408150" y="236232"/>
                  </a:lnTo>
                  <a:lnTo>
                    <a:pt x="408280" y="236134"/>
                  </a:lnTo>
                  <a:lnTo>
                    <a:pt x="408462" y="235996"/>
                  </a:lnTo>
                  <a:lnTo>
                    <a:pt x="408492" y="235852"/>
                  </a:lnTo>
                  <a:lnTo>
                    <a:pt x="409026" y="235052"/>
                  </a:lnTo>
                  <a:lnTo>
                    <a:pt x="408979" y="234901"/>
                  </a:lnTo>
                  <a:lnTo>
                    <a:pt x="409055" y="234218"/>
                  </a:lnTo>
                  <a:lnTo>
                    <a:pt x="409614" y="233299"/>
                  </a:lnTo>
                  <a:lnTo>
                    <a:pt x="410271" y="233292"/>
                  </a:lnTo>
                  <a:lnTo>
                    <a:pt x="410965" y="232861"/>
                  </a:lnTo>
                  <a:lnTo>
                    <a:pt x="412220" y="231853"/>
                  </a:lnTo>
                  <a:lnTo>
                    <a:pt x="412376" y="231856"/>
                  </a:lnTo>
                  <a:lnTo>
                    <a:pt x="413465" y="232409"/>
                  </a:lnTo>
                  <a:lnTo>
                    <a:pt x="413757" y="232554"/>
                  </a:lnTo>
                  <a:lnTo>
                    <a:pt x="414092" y="232604"/>
                  </a:lnTo>
                  <a:lnTo>
                    <a:pt x="415697" y="233243"/>
                  </a:lnTo>
                  <a:lnTo>
                    <a:pt x="416695" y="233266"/>
                  </a:lnTo>
                  <a:lnTo>
                    <a:pt x="417218" y="233795"/>
                  </a:lnTo>
                  <a:lnTo>
                    <a:pt x="417262" y="236372"/>
                  </a:lnTo>
                  <a:lnTo>
                    <a:pt x="417614" y="236433"/>
                  </a:lnTo>
                  <a:lnTo>
                    <a:pt x="418046" y="236490"/>
                  </a:lnTo>
                  <a:lnTo>
                    <a:pt x="418386" y="236595"/>
                  </a:lnTo>
                  <a:lnTo>
                    <a:pt x="418606" y="236551"/>
                  </a:lnTo>
                  <a:lnTo>
                    <a:pt x="419354" y="235873"/>
                  </a:lnTo>
                  <a:lnTo>
                    <a:pt x="419608" y="235922"/>
                  </a:lnTo>
                  <a:lnTo>
                    <a:pt x="420450" y="236305"/>
                  </a:lnTo>
                  <a:lnTo>
                    <a:pt x="420495" y="236461"/>
                  </a:lnTo>
                  <a:lnTo>
                    <a:pt x="420433" y="236772"/>
                  </a:lnTo>
                  <a:lnTo>
                    <a:pt x="420909" y="237769"/>
                  </a:lnTo>
                  <a:lnTo>
                    <a:pt x="420885" y="238211"/>
                  </a:lnTo>
                  <a:lnTo>
                    <a:pt x="420912" y="238344"/>
                  </a:lnTo>
                  <a:lnTo>
                    <a:pt x="421015" y="238604"/>
                  </a:lnTo>
                  <a:lnTo>
                    <a:pt x="420210" y="240036"/>
                  </a:lnTo>
                  <a:lnTo>
                    <a:pt x="419813" y="239928"/>
                  </a:lnTo>
                  <a:lnTo>
                    <a:pt x="419374" y="240302"/>
                  </a:lnTo>
                  <a:lnTo>
                    <a:pt x="419102" y="240964"/>
                  </a:lnTo>
                  <a:lnTo>
                    <a:pt x="419419" y="241595"/>
                  </a:lnTo>
                  <a:lnTo>
                    <a:pt x="419481" y="242070"/>
                  </a:lnTo>
                  <a:lnTo>
                    <a:pt x="419615" y="242348"/>
                  </a:lnTo>
                  <a:lnTo>
                    <a:pt x="419616" y="242839"/>
                  </a:lnTo>
                  <a:lnTo>
                    <a:pt x="419691" y="242988"/>
                  </a:lnTo>
                  <a:lnTo>
                    <a:pt x="419695" y="243134"/>
                  </a:lnTo>
                  <a:lnTo>
                    <a:pt x="419460" y="243475"/>
                  </a:lnTo>
                  <a:lnTo>
                    <a:pt x="419268" y="243683"/>
                  </a:lnTo>
                  <a:lnTo>
                    <a:pt x="419525" y="243903"/>
                  </a:lnTo>
                  <a:lnTo>
                    <a:pt x="420127" y="243768"/>
                  </a:lnTo>
                  <a:lnTo>
                    <a:pt x="420210" y="244018"/>
                  </a:lnTo>
                  <a:lnTo>
                    <a:pt x="420552" y="244132"/>
                  </a:lnTo>
                  <a:lnTo>
                    <a:pt x="420815" y="244168"/>
                  </a:lnTo>
                  <a:lnTo>
                    <a:pt x="421048" y="244199"/>
                  </a:lnTo>
                  <a:lnTo>
                    <a:pt x="421613" y="244049"/>
                  </a:lnTo>
                  <a:lnTo>
                    <a:pt x="422191" y="244097"/>
                  </a:lnTo>
                  <a:lnTo>
                    <a:pt x="422170" y="244415"/>
                  </a:lnTo>
                  <a:lnTo>
                    <a:pt x="421654" y="244461"/>
                  </a:lnTo>
                  <a:lnTo>
                    <a:pt x="421500" y="244493"/>
                  </a:lnTo>
                  <a:lnTo>
                    <a:pt x="421130" y="244606"/>
                  </a:lnTo>
                  <a:lnTo>
                    <a:pt x="421131" y="244736"/>
                  </a:lnTo>
                  <a:lnTo>
                    <a:pt x="421164" y="244929"/>
                  </a:lnTo>
                  <a:lnTo>
                    <a:pt x="421076" y="245058"/>
                  </a:lnTo>
                  <a:lnTo>
                    <a:pt x="420745" y="245047"/>
                  </a:lnTo>
                  <a:lnTo>
                    <a:pt x="420649" y="245612"/>
                  </a:lnTo>
                  <a:lnTo>
                    <a:pt x="421046" y="246058"/>
                  </a:lnTo>
                  <a:lnTo>
                    <a:pt x="421348" y="246375"/>
                  </a:lnTo>
                  <a:lnTo>
                    <a:pt x="421223" y="246627"/>
                  </a:lnTo>
                  <a:lnTo>
                    <a:pt x="421364" y="247072"/>
                  </a:lnTo>
                  <a:lnTo>
                    <a:pt x="421362" y="247202"/>
                  </a:lnTo>
                  <a:lnTo>
                    <a:pt x="421143" y="247280"/>
                  </a:lnTo>
                  <a:lnTo>
                    <a:pt x="421171" y="247662"/>
                  </a:lnTo>
                  <a:lnTo>
                    <a:pt x="421259" y="247912"/>
                  </a:lnTo>
                  <a:lnTo>
                    <a:pt x="421280" y="248251"/>
                  </a:lnTo>
                  <a:lnTo>
                    <a:pt x="421234" y="248477"/>
                  </a:lnTo>
                  <a:lnTo>
                    <a:pt x="421227" y="248788"/>
                  </a:lnTo>
                  <a:lnTo>
                    <a:pt x="421447" y="248848"/>
                  </a:lnTo>
                  <a:lnTo>
                    <a:pt x="421799" y="248892"/>
                  </a:lnTo>
                  <a:lnTo>
                    <a:pt x="421784" y="249175"/>
                  </a:lnTo>
                  <a:lnTo>
                    <a:pt x="421659" y="249439"/>
                  </a:lnTo>
                  <a:lnTo>
                    <a:pt x="421617" y="249909"/>
                  </a:lnTo>
                  <a:lnTo>
                    <a:pt x="421821" y="250451"/>
                  </a:lnTo>
                  <a:lnTo>
                    <a:pt x="421936" y="250956"/>
                  </a:lnTo>
                  <a:lnTo>
                    <a:pt x="421942" y="251125"/>
                  </a:lnTo>
                  <a:lnTo>
                    <a:pt x="421939" y="251416"/>
                  </a:lnTo>
                  <a:lnTo>
                    <a:pt x="421835" y="251705"/>
                  </a:lnTo>
                  <a:lnTo>
                    <a:pt x="421769" y="251888"/>
                  </a:lnTo>
                  <a:lnTo>
                    <a:pt x="421575" y="252363"/>
                  </a:lnTo>
                  <a:lnTo>
                    <a:pt x="421726" y="252559"/>
                  </a:lnTo>
                  <a:lnTo>
                    <a:pt x="421797" y="253002"/>
                  </a:lnTo>
                  <a:lnTo>
                    <a:pt x="421727" y="253208"/>
                  </a:lnTo>
                  <a:lnTo>
                    <a:pt x="421465" y="253381"/>
                  </a:lnTo>
                  <a:lnTo>
                    <a:pt x="421121" y="253662"/>
                  </a:lnTo>
                  <a:lnTo>
                    <a:pt x="420582" y="254167"/>
                  </a:lnTo>
                  <a:lnTo>
                    <a:pt x="420089" y="254338"/>
                  </a:lnTo>
                  <a:lnTo>
                    <a:pt x="419458" y="254907"/>
                  </a:lnTo>
                  <a:lnTo>
                    <a:pt x="419588" y="255053"/>
                  </a:lnTo>
                  <a:lnTo>
                    <a:pt x="419548" y="255302"/>
                  </a:lnTo>
                  <a:lnTo>
                    <a:pt x="419495" y="255438"/>
                  </a:lnTo>
                  <a:lnTo>
                    <a:pt x="419388" y="255715"/>
                  </a:lnTo>
                  <a:lnTo>
                    <a:pt x="419320" y="255889"/>
                  </a:lnTo>
                  <a:lnTo>
                    <a:pt x="419105" y="256238"/>
                  </a:lnTo>
                  <a:lnTo>
                    <a:pt x="419254" y="256271"/>
                  </a:lnTo>
                  <a:lnTo>
                    <a:pt x="419538" y="256114"/>
                  </a:lnTo>
                  <a:lnTo>
                    <a:pt x="419688" y="256183"/>
                  </a:lnTo>
                  <a:lnTo>
                    <a:pt x="419839" y="256586"/>
                  </a:lnTo>
                  <a:lnTo>
                    <a:pt x="419928" y="256744"/>
                  </a:lnTo>
                  <a:lnTo>
                    <a:pt x="420066" y="257050"/>
                  </a:lnTo>
                  <a:lnTo>
                    <a:pt x="420097" y="257444"/>
                  </a:lnTo>
                  <a:lnTo>
                    <a:pt x="419971" y="257672"/>
                  </a:lnTo>
                  <a:lnTo>
                    <a:pt x="419872" y="257851"/>
                  </a:lnTo>
                  <a:lnTo>
                    <a:pt x="419496" y="258435"/>
                  </a:lnTo>
                  <a:lnTo>
                    <a:pt x="419154" y="258732"/>
                  </a:lnTo>
                  <a:lnTo>
                    <a:pt x="419161" y="258869"/>
                  </a:lnTo>
                  <a:lnTo>
                    <a:pt x="419211" y="259318"/>
                  </a:lnTo>
                  <a:lnTo>
                    <a:pt x="419246" y="259520"/>
                  </a:lnTo>
                  <a:lnTo>
                    <a:pt x="419112" y="259804"/>
                  </a:lnTo>
                  <a:lnTo>
                    <a:pt x="418901" y="260252"/>
                  </a:lnTo>
                  <a:lnTo>
                    <a:pt x="418724" y="260535"/>
                  </a:lnTo>
                  <a:lnTo>
                    <a:pt x="418801" y="260665"/>
                  </a:lnTo>
                  <a:lnTo>
                    <a:pt x="419041" y="260863"/>
                  </a:lnTo>
                  <a:lnTo>
                    <a:pt x="418919" y="261227"/>
                  </a:lnTo>
                  <a:lnTo>
                    <a:pt x="418789" y="261456"/>
                  </a:lnTo>
                  <a:lnTo>
                    <a:pt x="418677" y="261654"/>
                  </a:lnTo>
                  <a:lnTo>
                    <a:pt x="418407" y="262129"/>
                  </a:lnTo>
                  <a:lnTo>
                    <a:pt x="418264" y="262380"/>
                  </a:lnTo>
                  <a:lnTo>
                    <a:pt x="417510" y="263183"/>
                  </a:lnTo>
                  <a:lnTo>
                    <a:pt x="417475" y="263489"/>
                  </a:lnTo>
                  <a:lnTo>
                    <a:pt x="417029" y="263676"/>
                  </a:lnTo>
                  <a:lnTo>
                    <a:pt x="417096" y="263343"/>
                  </a:lnTo>
                  <a:lnTo>
                    <a:pt x="417103" y="262846"/>
                  </a:lnTo>
                  <a:lnTo>
                    <a:pt x="417051" y="262644"/>
                  </a:lnTo>
                  <a:lnTo>
                    <a:pt x="416730" y="262603"/>
                  </a:lnTo>
                  <a:lnTo>
                    <a:pt x="416575" y="262272"/>
                  </a:lnTo>
                  <a:lnTo>
                    <a:pt x="416491" y="262117"/>
                  </a:lnTo>
                  <a:lnTo>
                    <a:pt x="416209" y="262069"/>
                  </a:lnTo>
                  <a:lnTo>
                    <a:pt x="415867" y="262243"/>
                  </a:lnTo>
                  <a:lnTo>
                    <a:pt x="415771" y="262021"/>
                  </a:lnTo>
                  <a:lnTo>
                    <a:pt x="415280" y="261748"/>
                  </a:lnTo>
                  <a:lnTo>
                    <a:pt x="414979" y="261727"/>
                  </a:lnTo>
                  <a:lnTo>
                    <a:pt x="414819" y="261716"/>
                  </a:lnTo>
                  <a:lnTo>
                    <a:pt x="414635" y="261703"/>
                  </a:lnTo>
                  <a:lnTo>
                    <a:pt x="414279" y="261749"/>
                  </a:lnTo>
                  <a:lnTo>
                    <a:pt x="413977" y="261905"/>
                  </a:lnTo>
                  <a:lnTo>
                    <a:pt x="413788" y="261997"/>
                  </a:lnTo>
                  <a:lnTo>
                    <a:pt x="413460" y="261616"/>
                  </a:lnTo>
                  <a:lnTo>
                    <a:pt x="413165" y="261611"/>
                  </a:lnTo>
                  <a:lnTo>
                    <a:pt x="412917" y="261594"/>
                  </a:lnTo>
                  <a:lnTo>
                    <a:pt x="412772" y="261584"/>
                  </a:lnTo>
                  <a:lnTo>
                    <a:pt x="412448" y="261884"/>
                  </a:lnTo>
                  <a:lnTo>
                    <a:pt x="412232" y="262083"/>
                  </a:lnTo>
                  <a:lnTo>
                    <a:pt x="412019" y="262105"/>
                  </a:lnTo>
                  <a:lnTo>
                    <a:pt x="411655" y="262515"/>
                  </a:lnTo>
                  <a:lnTo>
                    <a:pt x="411458" y="262399"/>
                  </a:lnTo>
                  <a:lnTo>
                    <a:pt x="411147" y="262612"/>
                  </a:lnTo>
                  <a:lnTo>
                    <a:pt x="410544" y="263225"/>
                  </a:lnTo>
                  <a:lnTo>
                    <a:pt x="410298" y="263418"/>
                  </a:lnTo>
                  <a:lnTo>
                    <a:pt x="410084" y="263585"/>
                  </a:lnTo>
                  <a:lnTo>
                    <a:pt x="409887" y="263738"/>
                  </a:lnTo>
                  <a:lnTo>
                    <a:pt x="409674" y="263905"/>
                  </a:lnTo>
                  <a:lnTo>
                    <a:pt x="408688" y="264272"/>
                  </a:lnTo>
                  <a:lnTo>
                    <a:pt x="408549" y="264310"/>
                  </a:lnTo>
                  <a:lnTo>
                    <a:pt x="408307" y="264589"/>
                  </a:lnTo>
                  <a:lnTo>
                    <a:pt x="408054" y="264714"/>
                  </a:lnTo>
                  <a:lnTo>
                    <a:pt x="407853" y="264813"/>
                  </a:lnTo>
                  <a:lnTo>
                    <a:pt x="407737" y="264993"/>
                  </a:lnTo>
                  <a:lnTo>
                    <a:pt x="407643" y="265140"/>
                  </a:lnTo>
                  <a:lnTo>
                    <a:pt x="407530" y="265316"/>
                  </a:lnTo>
                  <a:lnTo>
                    <a:pt x="407237" y="265422"/>
                  </a:lnTo>
                  <a:lnTo>
                    <a:pt x="407105" y="265470"/>
                  </a:lnTo>
                  <a:lnTo>
                    <a:pt x="406966" y="265520"/>
                  </a:lnTo>
                  <a:lnTo>
                    <a:pt x="406610" y="265796"/>
                  </a:lnTo>
                  <a:lnTo>
                    <a:pt x="406553" y="265961"/>
                  </a:lnTo>
                  <a:lnTo>
                    <a:pt x="406478" y="266178"/>
                  </a:lnTo>
                  <a:lnTo>
                    <a:pt x="406168" y="266621"/>
                  </a:lnTo>
                  <a:lnTo>
                    <a:pt x="405840" y="266842"/>
                  </a:lnTo>
                  <a:lnTo>
                    <a:pt x="405677" y="266920"/>
                  </a:lnTo>
                  <a:lnTo>
                    <a:pt x="404925" y="267107"/>
                  </a:lnTo>
                  <a:lnTo>
                    <a:pt x="404384" y="266711"/>
                  </a:lnTo>
                  <a:lnTo>
                    <a:pt x="404359" y="266503"/>
                  </a:lnTo>
                  <a:lnTo>
                    <a:pt x="404348" y="266033"/>
                  </a:lnTo>
                  <a:lnTo>
                    <a:pt x="404368" y="265646"/>
                  </a:lnTo>
                  <a:lnTo>
                    <a:pt x="404362" y="265358"/>
                  </a:lnTo>
                  <a:lnTo>
                    <a:pt x="404254" y="265170"/>
                  </a:lnTo>
                  <a:lnTo>
                    <a:pt x="403867" y="264966"/>
                  </a:lnTo>
                  <a:lnTo>
                    <a:pt x="403555" y="264824"/>
                  </a:lnTo>
                  <a:lnTo>
                    <a:pt x="403260" y="264543"/>
                  </a:lnTo>
                  <a:lnTo>
                    <a:pt x="402647" y="264512"/>
                  </a:lnTo>
                  <a:lnTo>
                    <a:pt x="402504" y="264853"/>
                  </a:lnTo>
                  <a:lnTo>
                    <a:pt x="401811" y="265974"/>
                  </a:lnTo>
                  <a:lnTo>
                    <a:pt x="401341" y="266045"/>
                  </a:lnTo>
                  <a:lnTo>
                    <a:pt x="401171" y="265970"/>
                  </a:lnTo>
                  <a:lnTo>
                    <a:pt x="400980" y="265371"/>
                  </a:lnTo>
                  <a:lnTo>
                    <a:pt x="400483" y="264816"/>
                  </a:lnTo>
                  <a:lnTo>
                    <a:pt x="400314" y="264880"/>
                  </a:lnTo>
                  <a:lnTo>
                    <a:pt x="400113" y="265153"/>
                  </a:lnTo>
                  <a:lnTo>
                    <a:pt x="399775" y="265205"/>
                  </a:lnTo>
                  <a:lnTo>
                    <a:pt x="399641" y="265206"/>
                  </a:lnTo>
                  <a:lnTo>
                    <a:pt x="399364" y="264979"/>
                  </a:lnTo>
                  <a:lnTo>
                    <a:pt x="398731" y="265119"/>
                  </a:lnTo>
                  <a:lnTo>
                    <a:pt x="397993" y="265389"/>
                  </a:lnTo>
                  <a:lnTo>
                    <a:pt x="397548" y="265983"/>
                  </a:lnTo>
                  <a:lnTo>
                    <a:pt x="397107" y="266015"/>
                  </a:lnTo>
                  <a:lnTo>
                    <a:pt x="396979" y="266010"/>
                  </a:lnTo>
                  <a:lnTo>
                    <a:pt x="396790" y="265886"/>
                  </a:lnTo>
                  <a:lnTo>
                    <a:pt x="396640" y="265832"/>
                  </a:lnTo>
                  <a:lnTo>
                    <a:pt x="395894" y="265986"/>
                  </a:lnTo>
                  <a:lnTo>
                    <a:pt x="395052" y="266486"/>
                  </a:lnTo>
                  <a:lnTo>
                    <a:pt x="394880" y="266379"/>
                  </a:lnTo>
                  <a:lnTo>
                    <a:pt x="394263" y="266039"/>
                  </a:lnTo>
                  <a:lnTo>
                    <a:pt x="394028" y="265848"/>
                  </a:lnTo>
                  <a:lnTo>
                    <a:pt x="393694" y="265496"/>
                  </a:lnTo>
                  <a:lnTo>
                    <a:pt x="393487" y="265392"/>
                  </a:lnTo>
                  <a:lnTo>
                    <a:pt x="393290" y="265415"/>
                  </a:lnTo>
                  <a:lnTo>
                    <a:pt x="393147" y="265457"/>
                  </a:lnTo>
                  <a:lnTo>
                    <a:pt x="392480" y="265518"/>
                  </a:lnTo>
                  <a:lnTo>
                    <a:pt x="392355" y="265414"/>
                  </a:lnTo>
                  <a:lnTo>
                    <a:pt x="392278" y="265179"/>
                  </a:lnTo>
                  <a:lnTo>
                    <a:pt x="391970" y="264841"/>
                  </a:lnTo>
                  <a:lnTo>
                    <a:pt x="391799" y="264686"/>
                  </a:lnTo>
                  <a:lnTo>
                    <a:pt x="391108" y="263067"/>
                  </a:lnTo>
                  <a:lnTo>
                    <a:pt x="391129" y="262901"/>
                  </a:lnTo>
                  <a:lnTo>
                    <a:pt x="391045" y="262457"/>
                  </a:lnTo>
                  <a:lnTo>
                    <a:pt x="390805" y="262535"/>
                  </a:lnTo>
                  <a:lnTo>
                    <a:pt x="390605" y="262421"/>
                  </a:lnTo>
                  <a:lnTo>
                    <a:pt x="390400" y="262310"/>
                  </a:lnTo>
                  <a:lnTo>
                    <a:pt x="390662" y="261821"/>
                  </a:lnTo>
                  <a:lnTo>
                    <a:pt x="390211" y="261882"/>
                  </a:lnTo>
                  <a:lnTo>
                    <a:pt x="389231" y="261597"/>
                  </a:lnTo>
                  <a:lnTo>
                    <a:pt x="388182" y="261227"/>
                  </a:lnTo>
                  <a:lnTo>
                    <a:pt x="388136" y="261074"/>
                  </a:lnTo>
                  <a:lnTo>
                    <a:pt x="388020" y="260945"/>
                  </a:lnTo>
                  <a:lnTo>
                    <a:pt x="387543" y="260920"/>
                  </a:lnTo>
                  <a:lnTo>
                    <a:pt x="387249" y="260386"/>
                  </a:lnTo>
                  <a:lnTo>
                    <a:pt x="387015" y="260039"/>
                  </a:lnTo>
                  <a:lnTo>
                    <a:pt x="386807" y="259866"/>
                  </a:lnTo>
                  <a:lnTo>
                    <a:pt x="386433" y="259798"/>
                  </a:lnTo>
                  <a:lnTo>
                    <a:pt x="385960" y="259641"/>
                  </a:lnTo>
                  <a:lnTo>
                    <a:pt x="385758" y="259736"/>
                  </a:lnTo>
                  <a:lnTo>
                    <a:pt x="385336" y="259502"/>
                  </a:lnTo>
                  <a:lnTo>
                    <a:pt x="384911" y="259625"/>
                  </a:lnTo>
                  <a:lnTo>
                    <a:pt x="384734" y="259949"/>
                  </a:lnTo>
                  <a:lnTo>
                    <a:pt x="384562" y="260276"/>
                  </a:lnTo>
                  <a:lnTo>
                    <a:pt x="384458" y="260683"/>
                  </a:lnTo>
                  <a:lnTo>
                    <a:pt x="384668" y="260853"/>
                  </a:lnTo>
                  <a:lnTo>
                    <a:pt x="384669" y="261011"/>
                  </a:lnTo>
                  <a:lnTo>
                    <a:pt x="384441" y="261183"/>
                  </a:lnTo>
                  <a:lnTo>
                    <a:pt x="383951" y="262016"/>
                  </a:lnTo>
                  <a:lnTo>
                    <a:pt x="383535" y="262186"/>
                  </a:lnTo>
                  <a:lnTo>
                    <a:pt x="383374" y="262324"/>
                  </a:lnTo>
                  <a:lnTo>
                    <a:pt x="383153" y="262543"/>
                  </a:lnTo>
                  <a:lnTo>
                    <a:pt x="383094" y="262888"/>
                  </a:lnTo>
                  <a:lnTo>
                    <a:pt x="382643" y="263712"/>
                  </a:lnTo>
                  <a:lnTo>
                    <a:pt x="381793" y="264320"/>
                  </a:lnTo>
                  <a:lnTo>
                    <a:pt x="381492" y="264596"/>
                  </a:lnTo>
                  <a:lnTo>
                    <a:pt x="381252" y="264994"/>
                  </a:lnTo>
                  <a:lnTo>
                    <a:pt x="381101" y="265161"/>
                  </a:lnTo>
                  <a:lnTo>
                    <a:pt x="380976" y="265387"/>
                  </a:lnTo>
                  <a:lnTo>
                    <a:pt x="381053" y="265729"/>
                  </a:lnTo>
                  <a:lnTo>
                    <a:pt x="381464" y="266420"/>
                  </a:lnTo>
                  <a:lnTo>
                    <a:pt x="381222" y="266884"/>
                  </a:lnTo>
                  <a:lnTo>
                    <a:pt x="380827" y="267070"/>
                  </a:lnTo>
                  <a:lnTo>
                    <a:pt x="380312" y="267157"/>
                  </a:lnTo>
                  <a:lnTo>
                    <a:pt x="380007" y="266797"/>
                  </a:lnTo>
                  <a:lnTo>
                    <a:pt x="379718" y="266811"/>
                  </a:lnTo>
                  <a:lnTo>
                    <a:pt x="379720" y="267019"/>
                  </a:lnTo>
                  <a:lnTo>
                    <a:pt x="379936" y="267355"/>
                  </a:lnTo>
                  <a:lnTo>
                    <a:pt x="379797" y="267628"/>
                  </a:lnTo>
                  <a:lnTo>
                    <a:pt x="379628" y="267683"/>
                  </a:lnTo>
                  <a:lnTo>
                    <a:pt x="379306" y="267701"/>
                  </a:lnTo>
                  <a:lnTo>
                    <a:pt x="379084" y="267364"/>
                  </a:lnTo>
                  <a:lnTo>
                    <a:pt x="378808" y="267427"/>
                  </a:lnTo>
                  <a:lnTo>
                    <a:pt x="378694" y="267940"/>
                  </a:lnTo>
                  <a:lnTo>
                    <a:pt x="378330" y="268254"/>
                  </a:lnTo>
                  <a:lnTo>
                    <a:pt x="378063" y="268326"/>
                  </a:lnTo>
                  <a:lnTo>
                    <a:pt x="377764" y="268014"/>
                  </a:lnTo>
                  <a:lnTo>
                    <a:pt x="377224" y="267521"/>
                  </a:lnTo>
                  <a:lnTo>
                    <a:pt x="377071" y="267322"/>
                  </a:lnTo>
                  <a:lnTo>
                    <a:pt x="376988" y="267147"/>
                  </a:lnTo>
                  <a:lnTo>
                    <a:pt x="376805" y="266877"/>
                  </a:lnTo>
                  <a:lnTo>
                    <a:pt x="376647" y="266683"/>
                  </a:lnTo>
                  <a:lnTo>
                    <a:pt x="376529" y="266383"/>
                  </a:lnTo>
                  <a:lnTo>
                    <a:pt x="376651" y="265883"/>
                  </a:lnTo>
                  <a:lnTo>
                    <a:pt x="376489" y="265647"/>
                  </a:lnTo>
                  <a:lnTo>
                    <a:pt x="375989" y="265441"/>
                  </a:lnTo>
                  <a:lnTo>
                    <a:pt x="375841" y="265152"/>
                  </a:lnTo>
                  <a:lnTo>
                    <a:pt x="375527" y="265202"/>
                  </a:lnTo>
                  <a:lnTo>
                    <a:pt x="375343" y="265266"/>
                  </a:lnTo>
                  <a:lnTo>
                    <a:pt x="375140" y="265382"/>
                  </a:lnTo>
                  <a:lnTo>
                    <a:pt x="374877" y="265460"/>
                  </a:lnTo>
                  <a:lnTo>
                    <a:pt x="374658" y="265396"/>
                  </a:lnTo>
                  <a:lnTo>
                    <a:pt x="374455" y="265047"/>
                  </a:lnTo>
                  <a:lnTo>
                    <a:pt x="374297" y="264966"/>
                  </a:lnTo>
                  <a:lnTo>
                    <a:pt x="373901" y="264763"/>
                  </a:lnTo>
                  <a:lnTo>
                    <a:pt x="373686" y="264376"/>
                  </a:lnTo>
                  <a:lnTo>
                    <a:pt x="373237" y="264138"/>
                  </a:lnTo>
                  <a:lnTo>
                    <a:pt x="373020" y="264087"/>
                  </a:lnTo>
                  <a:lnTo>
                    <a:pt x="372507" y="263739"/>
                  </a:lnTo>
                  <a:lnTo>
                    <a:pt x="372249" y="263447"/>
                  </a:lnTo>
                  <a:lnTo>
                    <a:pt x="372149" y="263147"/>
                  </a:lnTo>
                  <a:lnTo>
                    <a:pt x="372234" y="262907"/>
                  </a:lnTo>
                  <a:lnTo>
                    <a:pt x="372257" y="262235"/>
                  </a:lnTo>
                  <a:lnTo>
                    <a:pt x="372094" y="261872"/>
                  </a:lnTo>
                  <a:lnTo>
                    <a:pt x="372121" y="261428"/>
                  </a:lnTo>
                  <a:lnTo>
                    <a:pt x="372071" y="261155"/>
                  </a:lnTo>
                  <a:lnTo>
                    <a:pt x="371934" y="261128"/>
                  </a:lnTo>
                  <a:lnTo>
                    <a:pt x="371714" y="261118"/>
                  </a:lnTo>
                  <a:lnTo>
                    <a:pt x="371473" y="261253"/>
                  </a:lnTo>
                  <a:lnTo>
                    <a:pt x="370848" y="261637"/>
                  </a:lnTo>
                  <a:lnTo>
                    <a:pt x="370251" y="261425"/>
                  </a:lnTo>
                  <a:lnTo>
                    <a:pt x="369760" y="261242"/>
                  </a:lnTo>
                  <a:lnTo>
                    <a:pt x="369786" y="260957"/>
                  </a:lnTo>
                  <a:lnTo>
                    <a:pt x="369423" y="260986"/>
                  </a:lnTo>
                  <a:lnTo>
                    <a:pt x="369116" y="260668"/>
                  </a:lnTo>
                  <a:lnTo>
                    <a:pt x="368888" y="260486"/>
                  </a:lnTo>
                  <a:lnTo>
                    <a:pt x="368805" y="260828"/>
                  </a:lnTo>
                  <a:lnTo>
                    <a:pt x="368694" y="261084"/>
                  </a:lnTo>
                  <a:lnTo>
                    <a:pt x="368638" y="261632"/>
                  </a:lnTo>
                  <a:lnTo>
                    <a:pt x="368176" y="262640"/>
                  </a:lnTo>
                  <a:lnTo>
                    <a:pt x="368111" y="262962"/>
                  </a:lnTo>
                  <a:lnTo>
                    <a:pt x="367874" y="262990"/>
                  </a:lnTo>
                  <a:lnTo>
                    <a:pt x="367805" y="263172"/>
                  </a:lnTo>
                  <a:lnTo>
                    <a:pt x="367790" y="263634"/>
                  </a:lnTo>
                  <a:lnTo>
                    <a:pt x="367771" y="264195"/>
                  </a:lnTo>
                  <a:lnTo>
                    <a:pt x="367768" y="264342"/>
                  </a:lnTo>
                  <a:lnTo>
                    <a:pt x="367377" y="264992"/>
                  </a:lnTo>
                  <a:lnTo>
                    <a:pt x="367240" y="265132"/>
                  </a:lnTo>
                  <a:lnTo>
                    <a:pt x="366852" y="265292"/>
                  </a:lnTo>
                  <a:lnTo>
                    <a:pt x="366614" y="265537"/>
                  </a:lnTo>
                  <a:lnTo>
                    <a:pt x="366577" y="266272"/>
                  </a:lnTo>
                  <a:lnTo>
                    <a:pt x="366283" y="266718"/>
                  </a:lnTo>
                  <a:lnTo>
                    <a:pt x="366233" y="267284"/>
                  </a:lnTo>
                  <a:lnTo>
                    <a:pt x="366027" y="267460"/>
                  </a:lnTo>
                  <a:lnTo>
                    <a:pt x="365520" y="267373"/>
                  </a:lnTo>
                  <a:lnTo>
                    <a:pt x="365386" y="267521"/>
                  </a:lnTo>
                  <a:lnTo>
                    <a:pt x="365363" y="267685"/>
                  </a:lnTo>
                  <a:lnTo>
                    <a:pt x="365310" y="268062"/>
                  </a:lnTo>
                  <a:lnTo>
                    <a:pt x="365113" y="268257"/>
                  </a:lnTo>
                  <a:lnTo>
                    <a:pt x="364617" y="268408"/>
                  </a:lnTo>
                  <a:lnTo>
                    <a:pt x="363902" y="268250"/>
                  </a:lnTo>
                  <a:lnTo>
                    <a:pt x="363786" y="268388"/>
                  </a:lnTo>
                  <a:lnTo>
                    <a:pt x="363862" y="268939"/>
                  </a:lnTo>
                  <a:lnTo>
                    <a:pt x="363677" y="269126"/>
                  </a:lnTo>
                  <a:lnTo>
                    <a:pt x="363347" y="268969"/>
                  </a:lnTo>
                  <a:lnTo>
                    <a:pt x="363363" y="269455"/>
                  </a:lnTo>
                  <a:lnTo>
                    <a:pt x="363130" y="269603"/>
                  </a:lnTo>
                  <a:lnTo>
                    <a:pt x="362837" y="269983"/>
                  </a:lnTo>
                  <a:lnTo>
                    <a:pt x="362442" y="270495"/>
                  </a:lnTo>
                  <a:lnTo>
                    <a:pt x="361973" y="270699"/>
                  </a:lnTo>
                  <a:lnTo>
                    <a:pt x="361761" y="270782"/>
                  </a:lnTo>
                  <a:lnTo>
                    <a:pt x="361735" y="270924"/>
                  </a:lnTo>
                  <a:lnTo>
                    <a:pt x="361757" y="271091"/>
                  </a:lnTo>
                  <a:lnTo>
                    <a:pt x="361390" y="271528"/>
                  </a:lnTo>
                  <a:lnTo>
                    <a:pt x="361347" y="271913"/>
                  </a:lnTo>
                  <a:lnTo>
                    <a:pt x="361156" y="271967"/>
                  </a:lnTo>
                  <a:lnTo>
                    <a:pt x="360974" y="272173"/>
                  </a:lnTo>
                  <a:lnTo>
                    <a:pt x="360844" y="272608"/>
                  </a:lnTo>
                  <a:lnTo>
                    <a:pt x="360742" y="272808"/>
                  </a:lnTo>
                  <a:lnTo>
                    <a:pt x="360161" y="273051"/>
                  </a:lnTo>
                  <a:lnTo>
                    <a:pt x="360293" y="273422"/>
                  </a:lnTo>
                  <a:lnTo>
                    <a:pt x="359949" y="274037"/>
                  </a:lnTo>
                  <a:lnTo>
                    <a:pt x="359843" y="274268"/>
                  </a:lnTo>
                  <a:lnTo>
                    <a:pt x="359638" y="274308"/>
                  </a:lnTo>
                  <a:lnTo>
                    <a:pt x="359137" y="274207"/>
                  </a:lnTo>
                  <a:lnTo>
                    <a:pt x="358833" y="274272"/>
                  </a:lnTo>
                  <a:lnTo>
                    <a:pt x="358222" y="274497"/>
                  </a:lnTo>
                  <a:lnTo>
                    <a:pt x="358068" y="274421"/>
                  </a:lnTo>
                  <a:lnTo>
                    <a:pt x="357114" y="274824"/>
                  </a:lnTo>
                  <a:lnTo>
                    <a:pt x="357028" y="275002"/>
                  </a:lnTo>
                  <a:lnTo>
                    <a:pt x="356970" y="275267"/>
                  </a:lnTo>
                  <a:lnTo>
                    <a:pt x="356842" y="275711"/>
                  </a:lnTo>
                  <a:lnTo>
                    <a:pt x="357362" y="275951"/>
                  </a:lnTo>
                  <a:lnTo>
                    <a:pt x="357760" y="275990"/>
                  </a:lnTo>
                  <a:lnTo>
                    <a:pt x="357976" y="275905"/>
                  </a:lnTo>
                  <a:lnTo>
                    <a:pt x="358103" y="275903"/>
                  </a:lnTo>
                  <a:lnTo>
                    <a:pt x="358233" y="276400"/>
                  </a:lnTo>
                  <a:lnTo>
                    <a:pt x="358337" y="276964"/>
                  </a:lnTo>
                  <a:lnTo>
                    <a:pt x="357221" y="276845"/>
                  </a:lnTo>
                  <a:lnTo>
                    <a:pt x="357055" y="276762"/>
                  </a:lnTo>
                  <a:lnTo>
                    <a:pt x="356517" y="276644"/>
                  </a:lnTo>
                  <a:lnTo>
                    <a:pt x="356440" y="276776"/>
                  </a:lnTo>
                  <a:lnTo>
                    <a:pt x="356293" y="277191"/>
                  </a:lnTo>
                  <a:lnTo>
                    <a:pt x="356111" y="277334"/>
                  </a:lnTo>
                  <a:lnTo>
                    <a:pt x="356278" y="277567"/>
                  </a:lnTo>
                  <a:lnTo>
                    <a:pt x="356327" y="277898"/>
                  </a:lnTo>
                  <a:lnTo>
                    <a:pt x="356570" y="278186"/>
                  </a:lnTo>
                  <a:lnTo>
                    <a:pt x="356766" y="278427"/>
                  </a:lnTo>
                  <a:lnTo>
                    <a:pt x="356996" y="278482"/>
                  </a:lnTo>
                  <a:lnTo>
                    <a:pt x="356992" y="278713"/>
                  </a:lnTo>
                  <a:lnTo>
                    <a:pt x="357050" y="278933"/>
                  </a:lnTo>
                  <a:lnTo>
                    <a:pt x="356976" y="279263"/>
                  </a:lnTo>
                  <a:lnTo>
                    <a:pt x="356628" y="279688"/>
                  </a:lnTo>
                  <a:lnTo>
                    <a:pt x="356773" y="279622"/>
                  </a:lnTo>
                  <a:lnTo>
                    <a:pt x="356934" y="279646"/>
                  </a:lnTo>
                  <a:lnTo>
                    <a:pt x="357112" y="279484"/>
                  </a:lnTo>
                  <a:lnTo>
                    <a:pt x="357350" y="279352"/>
                  </a:lnTo>
                  <a:lnTo>
                    <a:pt x="357659" y="279227"/>
                  </a:lnTo>
                  <a:lnTo>
                    <a:pt x="358190" y="278816"/>
                  </a:lnTo>
                  <a:lnTo>
                    <a:pt x="358311" y="278417"/>
                  </a:lnTo>
                  <a:lnTo>
                    <a:pt x="358591" y="278178"/>
                  </a:lnTo>
                  <a:lnTo>
                    <a:pt x="358766" y="277874"/>
                  </a:lnTo>
                  <a:lnTo>
                    <a:pt x="359096" y="277694"/>
                  </a:lnTo>
                  <a:lnTo>
                    <a:pt x="359464" y="277703"/>
                  </a:lnTo>
                  <a:lnTo>
                    <a:pt x="359705" y="277733"/>
                  </a:lnTo>
                  <a:lnTo>
                    <a:pt x="360300" y="278014"/>
                  </a:lnTo>
                  <a:lnTo>
                    <a:pt x="360343" y="278249"/>
                  </a:lnTo>
                  <a:lnTo>
                    <a:pt x="360698" y="278551"/>
                  </a:lnTo>
                  <a:lnTo>
                    <a:pt x="361146" y="279243"/>
                  </a:lnTo>
                  <a:lnTo>
                    <a:pt x="361109" y="279388"/>
                  </a:lnTo>
                  <a:lnTo>
                    <a:pt x="361234" y="279755"/>
                  </a:lnTo>
                  <a:lnTo>
                    <a:pt x="361638" y="280290"/>
                  </a:lnTo>
                  <a:lnTo>
                    <a:pt x="361699" y="280458"/>
                  </a:lnTo>
                  <a:lnTo>
                    <a:pt x="361790" y="280771"/>
                  </a:lnTo>
                  <a:lnTo>
                    <a:pt x="361966" y="281135"/>
                  </a:lnTo>
                  <a:lnTo>
                    <a:pt x="361991" y="281297"/>
                  </a:lnTo>
                  <a:lnTo>
                    <a:pt x="361991" y="281573"/>
                  </a:lnTo>
                  <a:lnTo>
                    <a:pt x="362260" y="281744"/>
                  </a:lnTo>
                  <a:lnTo>
                    <a:pt x="362824" y="282161"/>
                  </a:lnTo>
                  <a:lnTo>
                    <a:pt x="362913" y="282424"/>
                  </a:lnTo>
                  <a:lnTo>
                    <a:pt x="362912" y="282627"/>
                  </a:lnTo>
                  <a:lnTo>
                    <a:pt x="362858" y="282878"/>
                  </a:lnTo>
                  <a:lnTo>
                    <a:pt x="362628" y="283283"/>
                  </a:lnTo>
                  <a:lnTo>
                    <a:pt x="362432" y="283582"/>
                  </a:lnTo>
                  <a:lnTo>
                    <a:pt x="362377" y="283790"/>
                  </a:lnTo>
                  <a:lnTo>
                    <a:pt x="362354" y="284071"/>
                  </a:lnTo>
                  <a:lnTo>
                    <a:pt x="362488" y="284334"/>
                  </a:lnTo>
                  <a:lnTo>
                    <a:pt x="362515" y="284633"/>
                  </a:lnTo>
                  <a:lnTo>
                    <a:pt x="362569" y="284840"/>
                  </a:lnTo>
                  <a:lnTo>
                    <a:pt x="362713" y="285096"/>
                  </a:lnTo>
                  <a:lnTo>
                    <a:pt x="362887" y="285233"/>
                  </a:lnTo>
                  <a:lnTo>
                    <a:pt x="362961" y="285468"/>
                  </a:lnTo>
                  <a:lnTo>
                    <a:pt x="362564" y="285846"/>
                  </a:lnTo>
                  <a:lnTo>
                    <a:pt x="362255" y="285828"/>
                  </a:lnTo>
                  <a:lnTo>
                    <a:pt x="361945" y="286076"/>
                  </a:lnTo>
                  <a:lnTo>
                    <a:pt x="361594" y="286202"/>
                  </a:lnTo>
                  <a:lnTo>
                    <a:pt x="361232" y="286252"/>
                  </a:lnTo>
                  <a:lnTo>
                    <a:pt x="361042" y="286297"/>
                  </a:lnTo>
                  <a:lnTo>
                    <a:pt x="360750" y="286492"/>
                  </a:lnTo>
                  <a:lnTo>
                    <a:pt x="360834" y="286921"/>
                  </a:lnTo>
                  <a:lnTo>
                    <a:pt x="360774" y="287066"/>
                  </a:lnTo>
                  <a:lnTo>
                    <a:pt x="360396" y="287400"/>
                  </a:lnTo>
                  <a:lnTo>
                    <a:pt x="360178" y="287481"/>
                  </a:lnTo>
                  <a:lnTo>
                    <a:pt x="360016" y="288116"/>
                  </a:lnTo>
                  <a:lnTo>
                    <a:pt x="360033" y="288336"/>
                  </a:lnTo>
                  <a:lnTo>
                    <a:pt x="360083" y="288681"/>
                  </a:lnTo>
                  <a:lnTo>
                    <a:pt x="360136" y="288893"/>
                  </a:lnTo>
                  <a:lnTo>
                    <a:pt x="360381" y="289434"/>
                  </a:lnTo>
                  <a:lnTo>
                    <a:pt x="360636" y="289748"/>
                  </a:lnTo>
                  <a:lnTo>
                    <a:pt x="360700" y="289946"/>
                  </a:lnTo>
                  <a:lnTo>
                    <a:pt x="360675" y="290261"/>
                  </a:lnTo>
                  <a:lnTo>
                    <a:pt x="360872" y="290732"/>
                  </a:lnTo>
                  <a:lnTo>
                    <a:pt x="360871" y="290934"/>
                  </a:lnTo>
                  <a:lnTo>
                    <a:pt x="360919" y="291283"/>
                  </a:lnTo>
                  <a:lnTo>
                    <a:pt x="361099" y="291547"/>
                  </a:lnTo>
                  <a:lnTo>
                    <a:pt x="361421" y="291882"/>
                  </a:lnTo>
                  <a:lnTo>
                    <a:pt x="361836" y="291951"/>
                  </a:lnTo>
                  <a:lnTo>
                    <a:pt x="362100" y="291608"/>
                  </a:lnTo>
                  <a:lnTo>
                    <a:pt x="362569" y="291635"/>
                  </a:lnTo>
                  <a:lnTo>
                    <a:pt x="362656" y="291895"/>
                  </a:lnTo>
                  <a:lnTo>
                    <a:pt x="362702" y="292147"/>
                  </a:lnTo>
                  <a:lnTo>
                    <a:pt x="362689" y="292444"/>
                  </a:lnTo>
                  <a:lnTo>
                    <a:pt x="362595" y="292622"/>
                  </a:lnTo>
                  <a:lnTo>
                    <a:pt x="362549" y="292909"/>
                  </a:lnTo>
                  <a:lnTo>
                    <a:pt x="362544" y="293103"/>
                  </a:lnTo>
                  <a:lnTo>
                    <a:pt x="362478" y="293244"/>
                  </a:lnTo>
                  <a:lnTo>
                    <a:pt x="362304" y="293389"/>
                  </a:lnTo>
                  <a:lnTo>
                    <a:pt x="362184" y="293660"/>
                  </a:lnTo>
                  <a:lnTo>
                    <a:pt x="362225" y="294097"/>
                  </a:lnTo>
                  <a:lnTo>
                    <a:pt x="362195" y="294351"/>
                  </a:lnTo>
                  <a:lnTo>
                    <a:pt x="362167" y="294619"/>
                  </a:lnTo>
                  <a:lnTo>
                    <a:pt x="362263" y="294821"/>
                  </a:lnTo>
                  <a:lnTo>
                    <a:pt x="362267" y="295160"/>
                  </a:lnTo>
                  <a:lnTo>
                    <a:pt x="362263" y="295322"/>
                  </a:lnTo>
                  <a:lnTo>
                    <a:pt x="361937" y="295822"/>
                  </a:lnTo>
                  <a:lnTo>
                    <a:pt x="361805" y="296163"/>
                  </a:lnTo>
                  <a:lnTo>
                    <a:pt x="361858" y="296563"/>
                  </a:lnTo>
                  <a:lnTo>
                    <a:pt x="362088" y="296726"/>
                  </a:lnTo>
                  <a:lnTo>
                    <a:pt x="362354" y="296993"/>
                  </a:lnTo>
                  <a:lnTo>
                    <a:pt x="362587" y="297293"/>
                  </a:lnTo>
                  <a:lnTo>
                    <a:pt x="362638" y="297627"/>
                  </a:lnTo>
                  <a:lnTo>
                    <a:pt x="362382" y="298099"/>
                  </a:lnTo>
                  <a:lnTo>
                    <a:pt x="362507" y="298267"/>
                  </a:lnTo>
                  <a:lnTo>
                    <a:pt x="362961" y="298621"/>
                  </a:lnTo>
                  <a:lnTo>
                    <a:pt x="363180" y="298672"/>
                  </a:lnTo>
                  <a:lnTo>
                    <a:pt x="363451" y="298762"/>
                  </a:lnTo>
                  <a:lnTo>
                    <a:pt x="363960" y="299150"/>
                  </a:lnTo>
                  <a:lnTo>
                    <a:pt x="364368" y="299579"/>
                  </a:lnTo>
                  <a:lnTo>
                    <a:pt x="364300" y="299733"/>
                  </a:lnTo>
                  <a:lnTo>
                    <a:pt x="364262" y="300031"/>
                  </a:lnTo>
                  <a:lnTo>
                    <a:pt x="364360" y="300413"/>
                  </a:lnTo>
                  <a:lnTo>
                    <a:pt x="364493" y="300531"/>
                  </a:lnTo>
                  <a:lnTo>
                    <a:pt x="364644" y="300570"/>
                  </a:lnTo>
                  <a:lnTo>
                    <a:pt x="364913" y="300601"/>
                  </a:lnTo>
                  <a:lnTo>
                    <a:pt x="365043" y="300588"/>
                  </a:lnTo>
                  <a:lnTo>
                    <a:pt x="365421" y="300497"/>
                  </a:lnTo>
                  <a:lnTo>
                    <a:pt x="365597" y="300618"/>
                  </a:lnTo>
                  <a:lnTo>
                    <a:pt x="365682" y="300833"/>
                  </a:lnTo>
                  <a:lnTo>
                    <a:pt x="365978" y="300929"/>
                  </a:lnTo>
                  <a:lnTo>
                    <a:pt x="366094" y="301101"/>
                  </a:lnTo>
                  <a:lnTo>
                    <a:pt x="366284" y="301317"/>
                  </a:lnTo>
                  <a:lnTo>
                    <a:pt x="366414" y="301281"/>
                  </a:lnTo>
                  <a:lnTo>
                    <a:pt x="366634" y="301221"/>
                  </a:lnTo>
                  <a:lnTo>
                    <a:pt x="366959" y="301131"/>
                  </a:lnTo>
                  <a:lnTo>
                    <a:pt x="367299" y="301163"/>
                  </a:lnTo>
                  <a:lnTo>
                    <a:pt x="367500" y="301182"/>
                  </a:lnTo>
                  <a:lnTo>
                    <a:pt x="368048" y="301300"/>
                  </a:lnTo>
                  <a:lnTo>
                    <a:pt x="368339" y="301251"/>
                  </a:lnTo>
                  <a:lnTo>
                    <a:pt x="369083" y="301099"/>
                  </a:lnTo>
                  <a:lnTo>
                    <a:pt x="369316" y="301048"/>
                  </a:lnTo>
                  <a:lnTo>
                    <a:pt x="369638" y="300978"/>
                  </a:lnTo>
                  <a:lnTo>
                    <a:pt x="369998" y="300981"/>
                  </a:lnTo>
                  <a:lnTo>
                    <a:pt x="370169" y="301013"/>
                  </a:lnTo>
                  <a:lnTo>
                    <a:pt x="370567" y="301087"/>
                  </a:lnTo>
                  <a:lnTo>
                    <a:pt x="370788" y="301133"/>
                  </a:lnTo>
                  <a:lnTo>
                    <a:pt x="370933" y="301168"/>
                  </a:lnTo>
                  <a:lnTo>
                    <a:pt x="371259" y="300959"/>
                  </a:lnTo>
                  <a:lnTo>
                    <a:pt x="371857" y="301296"/>
                  </a:lnTo>
                  <a:lnTo>
                    <a:pt x="372090" y="301219"/>
                  </a:lnTo>
                  <a:lnTo>
                    <a:pt x="372354" y="301302"/>
                  </a:lnTo>
                  <a:lnTo>
                    <a:pt x="373257" y="301390"/>
                  </a:lnTo>
                  <a:lnTo>
                    <a:pt x="373429" y="301618"/>
                  </a:lnTo>
                  <a:lnTo>
                    <a:pt x="373676" y="301408"/>
                  </a:lnTo>
                  <a:lnTo>
                    <a:pt x="373854" y="301362"/>
                  </a:lnTo>
                  <a:lnTo>
                    <a:pt x="374001" y="301214"/>
                  </a:lnTo>
                  <a:lnTo>
                    <a:pt x="374224" y="300700"/>
                  </a:lnTo>
                  <a:lnTo>
                    <a:pt x="374181" y="300232"/>
                  </a:lnTo>
                  <a:lnTo>
                    <a:pt x="374218" y="300086"/>
                  </a:lnTo>
                  <a:lnTo>
                    <a:pt x="374037" y="299615"/>
                  </a:lnTo>
                  <a:lnTo>
                    <a:pt x="373962" y="299230"/>
                  </a:lnTo>
                  <a:lnTo>
                    <a:pt x="374296" y="298538"/>
                  </a:lnTo>
                  <a:lnTo>
                    <a:pt x="374603" y="298324"/>
                  </a:lnTo>
                  <a:lnTo>
                    <a:pt x="374939" y="297877"/>
                  </a:lnTo>
                  <a:lnTo>
                    <a:pt x="375082" y="297665"/>
                  </a:lnTo>
                  <a:lnTo>
                    <a:pt x="375173" y="297488"/>
                  </a:lnTo>
                  <a:lnTo>
                    <a:pt x="375500" y="296925"/>
                  </a:lnTo>
                  <a:lnTo>
                    <a:pt x="375564" y="296798"/>
                  </a:lnTo>
                  <a:lnTo>
                    <a:pt x="375735" y="296562"/>
                  </a:lnTo>
                  <a:lnTo>
                    <a:pt x="375860" y="296381"/>
                  </a:lnTo>
                  <a:lnTo>
                    <a:pt x="376008" y="296038"/>
                  </a:lnTo>
                  <a:lnTo>
                    <a:pt x="376146" y="295816"/>
                  </a:lnTo>
                  <a:lnTo>
                    <a:pt x="376420" y="295554"/>
                  </a:lnTo>
                  <a:lnTo>
                    <a:pt x="376623" y="295625"/>
                  </a:lnTo>
                  <a:lnTo>
                    <a:pt x="376879" y="295663"/>
                  </a:lnTo>
                  <a:lnTo>
                    <a:pt x="377208" y="295595"/>
                  </a:lnTo>
                  <a:lnTo>
                    <a:pt x="377380" y="295419"/>
                  </a:lnTo>
                  <a:lnTo>
                    <a:pt x="377644" y="295446"/>
                  </a:lnTo>
                  <a:lnTo>
                    <a:pt x="377995" y="295678"/>
                  </a:lnTo>
                  <a:lnTo>
                    <a:pt x="378177" y="295937"/>
                  </a:lnTo>
                  <a:lnTo>
                    <a:pt x="378630" y="295830"/>
                  </a:lnTo>
                  <a:lnTo>
                    <a:pt x="378876" y="295997"/>
                  </a:lnTo>
                  <a:lnTo>
                    <a:pt x="379423" y="296345"/>
                  </a:lnTo>
                  <a:lnTo>
                    <a:pt x="379835" y="296427"/>
                  </a:lnTo>
                  <a:lnTo>
                    <a:pt x="380359" y="296602"/>
                  </a:lnTo>
                  <a:lnTo>
                    <a:pt x="380516" y="296368"/>
                  </a:lnTo>
                  <a:lnTo>
                    <a:pt x="380671" y="296279"/>
                  </a:lnTo>
                  <a:lnTo>
                    <a:pt x="380825" y="296256"/>
                  </a:lnTo>
                  <a:lnTo>
                    <a:pt x="381305" y="296502"/>
                  </a:lnTo>
                  <a:lnTo>
                    <a:pt x="381967" y="296496"/>
                  </a:lnTo>
                  <a:lnTo>
                    <a:pt x="381948" y="296098"/>
                  </a:lnTo>
                  <a:lnTo>
                    <a:pt x="382080" y="296030"/>
                  </a:lnTo>
                  <a:lnTo>
                    <a:pt x="382363" y="296013"/>
                  </a:lnTo>
                  <a:lnTo>
                    <a:pt x="382554" y="296041"/>
                  </a:lnTo>
                  <a:lnTo>
                    <a:pt x="382800" y="296076"/>
                  </a:lnTo>
                  <a:lnTo>
                    <a:pt x="383025" y="296177"/>
                  </a:lnTo>
                  <a:lnTo>
                    <a:pt x="383204" y="296300"/>
                  </a:lnTo>
                  <a:lnTo>
                    <a:pt x="383407" y="296581"/>
                  </a:lnTo>
                  <a:lnTo>
                    <a:pt x="383334" y="296893"/>
                  </a:lnTo>
                  <a:lnTo>
                    <a:pt x="383531" y="296926"/>
                  </a:lnTo>
                  <a:lnTo>
                    <a:pt x="383991" y="296732"/>
                  </a:lnTo>
                  <a:lnTo>
                    <a:pt x="384197" y="296621"/>
                  </a:lnTo>
                  <a:lnTo>
                    <a:pt x="384521" y="296564"/>
                  </a:lnTo>
                  <a:lnTo>
                    <a:pt x="384740" y="296603"/>
                  </a:lnTo>
                  <a:lnTo>
                    <a:pt x="384921" y="296621"/>
                  </a:lnTo>
                  <a:lnTo>
                    <a:pt x="385137" y="296494"/>
                  </a:lnTo>
                  <a:lnTo>
                    <a:pt x="385289" y="296332"/>
                  </a:lnTo>
                  <a:lnTo>
                    <a:pt x="385512" y="296013"/>
                  </a:lnTo>
                  <a:lnTo>
                    <a:pt x="385526" y="295779"/>
                  </a:lnTo>
                  <a:lnTo>
                    <a:pt x="385749" y="295516"/>
                  </a:lnTo>
                  <a:lnTo>
                    <a:pt x="386171" y="295282"/>
                  </a:lnTo>
                  <a:lnTo>
                    <a:pt x="386180" y="294809"/>
                  </a:lnTo>
                  <a:lnTo>
                    <a:pt x="386200" y="294675"/>
                  </a:lnTo>
                  <a:lnTo>
                    <a:pt x="386568" y="294063"/>
                  </a:lnTo>
                  <a:lnTo>
                    <a:pt x="386675" y="293885"/>
                  </a:lnTo>
                  <a:lnTo>
                    <a:pt x="386838" y="293695"/>
                  </a:lnTo>
                  <a:lnTo>
                    <a:pt x="386825" y="293297"/>
                  </a:lnTo>
                  <a:lnTo>
                    <a:pt x="386818" y="293001"/>
                  </a:lnTo>
                  <a:lnTo>
                    <a:pt x="387231" y="292618"/>
                  </a:lnTo>
                  <a:lnTo>
                    <a:pt x="387812" y="292958"/>
                  </a:lnTo>
                  <a:lnTo>
                    <a:pt x="388213" y="293190"/>
                  </a:lnTo>
                  <a:lnTo>
                    <a:pt x="388534" y="293751"/>
                  </a:lnTo>
                  <a:lnTo>
                    <a:pt x="388569" y="293896"/>
                  </a:lnTo>
                  <a:lnTo>
                    <a:pt x="388491" y="294125"/>
                  </a:lnTo>
                  <a:lnTo>
                    <a:pt x="388660" y="294410"/>
                  </a:lnTo>
                  <a:lnTo>
                    <a:pt x="388838" y="294502"/>
                  </a:lnTo>
                  <a:lnTo>
                    <a:pt x="389109" y="294691"/>
                  </a:lnTo>
                  <a:lnTo>
                    <a:pt x="389521" y="295261"/>
                  </a:lnTo>
                  <a:lnTo>
                    <a:pt x="389520" y="295533"/>
                  </a:lnTo>
                  <a:lnTo>
                    <a:pt x="389473" y="295725"/>
                  </a:lnTo>
                  <a:lnTo>
                    <a:pt x="389361" y="296035"/>
                  </a:lnTo>
                  <a:lnTo>
                    <a:pt x="389256" y="296257"/>
                  </a:lnTo>
                  <a:lnTo>
                    <a:pt x="389247" y="296420"/>
                  </a:lnTo>
                  <a:lnTo>
                    <a:pt x="389195" y="297139"/>
                  </a:lnTo>
                  <a:lnTo>
                    <a:pt x="389206" y="297375"/>
                  </a:lnTo>
                  <a:lnTo>
                    <a:pt x="389435" y="297753"/>
                  </a:lnTo>
                  <a:lnTo>
                    <a:pt x="389593" y="297884"/>
                  </a:lnTo>
                  <a:lnTo>
                    <a:pt x="389719" y="298021"/>
                  </a:lnTo>
                  <a:lnTo>
                    <a:pt x="390282" y="298385"/>
                  </a:lnTo>
                  <a:lnTo>
                    <a:pt x="390638" y="298029"/>
                  </a:lnTo>
                  <a:lnTo>
                    <a:pt x="390776" y="297947"/>
                  </a:lnTo>
                  <a:lnTo>
                    <a:pt x="391111" y="298066"/>
                  </a:lnTo>
                  <a:lnTo>
                    <a:pt x="391251" y="298021"/>
                  </a:lnTo>
                  <a:lnTo>
                    <a:pt x="391412" y="298013"/>
                  </a:lnTo>
                  <a:lnTo>
                    <a:pt x="391955" y="298051"/>
                  </a:lnTo>
                  <a:lnTo>
                    <a:pt x="392131" y="298112"/>
                  </a:lnTo>
                  <a:lnTo>
                    <a:pt x="392429" y="298141"/>
                  </a:lnTo>
                  <a:lnTo>
                    <a:pt x="392740" y="297947"/>
                  </a:lnTo>
                  <a:lnTo>
                    <a:pt x="392930" y="297881"/>
                  </a:lnTo>
                  <a:lnTo>
                    <a:pt x="393247" y="298072"/>
                  </a:lnTo>
                  <a:lnTo>
                    <a:pt x="393518" y="298404"/>
                  </a:lnTo>
                  <a:lnTo>
                    <a:pt x="393583" y="298593"/>
                  </a:lnTo>
                  <a:lnTo>
                    <a:pt x="393856" y="298971"/>
                  </a:lnTo>
                  <a:lnTo>
                    <a:pt x="393798" y="299510"/>
                  </a:lnTo>
                  <a:lnTo>
                    <a:pt x="393583" y="299879"/>
                  </a:lnTo>
                  <a:lnTo>
                    <a:pt x="393447" y="300139"/>
                  </a:lnTo>
                  <a:lnTo>
                    <a:pt x="393462" y="300592"/>
                  </a:lnTo>
                  <a:lnTo>
                    <a:pt x="393508" y="300764"/>
                  </a:lnTo>
                  <a:lnTo>
                    <a:pt x="393832" y="300723"/>
                  </a:lnTo>
                  <a:lnTo>
                    <a:pt x="394360" y="300847"/>
                  </a:lnTo>
                  <a:lnTo>
                    <a:pt x="394624" y="300968"/>
                  </a:lnTo>
                  <a:lnTo>
                    <a:pt x="394791" y="301110"/>
                  </a:lnTo>
                  <a:lnTo>
                    <a:pt x="394888" y="301288"/>
                  </a:lnTo>
                  <a:lnTo>
                    <a:pt x="395211" y="301480"/>
                  </a:lnTo>
                  <a:lnTo>
                    <a:pt x="395287" y="301707"/>
                  </a:lnTo>
                  <a:lnTo>
                    <a:pt x="395432" y="301974"/>
                  </a:lnTo>
                  <a:lnTo>
                    <a:pt x="395787" y="302280"/>
                  </a:lnTo>
                  <a:lnTo>
                    <a:pt x="395916" y="302466"/>
                  </a:lnTo>
                  <a:lnTo>
                    <a:pt x="396114" y="302879"/>
                  </a:lnTo>
                  <a:lnTo>
                    <a:pt x="395853" y="303521"/>
                  </a:lnTo>
                  <a:lnTo>
                    <a:pt x="395895" y="304004"/>
                  </a:lnTo>
                  <a:lnTo>
                    <a:pt x="396284" y="304512"/>
                  </a:lnTo>
                  <a:lnTo>
                    <a:pt x="396524" y="304530"/>
                  </a:lnTo>
                  <a:lnTo>
                    <a:pt x="396894" y="304608"/>
                  </a:lnTo>
                  <a:lnTo>
                    <a:pt x="397160" y="304794"/>
                  </a:lnTo>
                  <a:lnTo>
                    <a:pt x="397154" y="305047"/>
                  </a:lnTo>
                  <a:lnTo>
                    <a:pt x="397213" y="305575"/>
                  </a:lnTo>
                  <a:lnTo>
                    <a:pt x="397253" y="305971"/>
                  </a:lnTo>
                  <a:lnTo>
                    <a:pt x="397086" y="306203"/>
                  </a:lnTo>
                  <a:lnTo>
                    <a:pt x="397131" y="306363"/>
                  </a:lnTo>
                  <a:lnTo>
                    <a:pt x="397374" y="306837"/>
                  </a:lnTo>
                  <a:lnTo>
                    <a:pt x="397744" y="307149"/>
                  </a:lnTo>
                  <a:lnTo>
                    <a:pt x="397817" y="307316"/>
                  </a:lnTo>
                  <a:lnTo>
                    <a:pt x="397857" y="307594"/>
                  </a:lnTo>
                  <a:lnTo>
                    <a:pt x="397559" y="307850"/>
                  </a:lnTo>
                  <a:lnTo>
                    <a:pt x="397188" y="307844"/>
                  </a:lnTo>
                  <a:lnTo>
                    <a:pt x="396929" y="308130"/>
                  </a:lnTo>
                  <a:lnTo>
                    <a:pt x="396859" y="308355"/>
                  </a:lnTo>
                  <a:lnTo>
                    <a:pt x="396927" y="308763"/>
                  </a:lnTo>
                  <a:lnTo>
                    <a:pt x="396821" y="309118"/>
                  </a:lnTo>
                  <a:lnTo>
                    <a:pt x="396484" y="309269"/>
                  </a:lnTo>
                  <a:lnTo>
                    <a:pt x="395937" y="309384"/>
                  </a:lnTo>
                  <a:lnTo>
                    <a:pt x="395660" y="309375"/>
                  </a:lnTo>
                  <a:lnTo>
                    <a:pt x="395294" y="309519"/>
                  </a:lnTo>
                  <a:lnTo>
                    <a:pt x="395103" y="309630"/>
                  </a:lnTo>
                  <a:lnTo>
                    <a:pt x="394879" y="309666"/>
                  </a:lnTo>
                  <a:lnTo>
                    <a:pt x="394668" y="309676"/>
                  </a:lnTo>
                  <a:lnTo>
                    <a:pt x="394330" y="309854"/>
                  </a:lnTo>
                  <a:lnTo>
                    <a:pt x="393958" y="310495"/>
                  </a:lnTo>
                  <a:lnTo>
                    <a:pt x="393933" y="310775"/>
                  </a:lnTo>
                  <a:lnTo>
                    <a:pt x="393879" y="310907"/>
                  </a:lnTo>
                  <a:lnTo>
                    <a:pt x="393713" y="311039"/>
                  </a:lnTo>
                  <a:lnTo>
                    <a:pt x="393532" y="311230"/>
                  </a:lnTo>
                  <a:lnTo>
                    <a:pt x="392959" y="311704"/>
                  </a:lnTo>
                  <a:lnTo>
                    <a:pt x="392816" y="311955"/>
                  </a:lnTo>
                  <a:lnTo>
                    <a:pt x="392721" y="312201"/>
                  </a:lnTo>
                  <a:lnTo>
                    <a:pt x="392602" y="312414"/>
                  </a:lnTo>
                  <a:lnTo>
                    <a:pt x="392384" y="312702"/>
                  </a:lnTo>
                  <a:lnTo>
                    <a:pt x="392431" y="313153"/>
                  </a:lnTo>
                  <a:lnTo>
                    <a:pt x="392553" y="313492"/>
                  </a:lnTo>
                  <a:lnTo>
                    <a:pt x="392648" y="313789"/>
                  </a:lnTo>
                  <a:lnTo>
                    <a:pt x="392621" y="314320"/>
                  </a:lnTo>
                  <a:lnTo>
                    <a:pt x="392263" y="314684"/>
                  </a:lnTo>
                  <a:lnTo>
                    <a:pt x="392335" y="314911"/>
                  </a:lnTo>
                  <a:lnTo>
                    <a:pt x="392284" y="315137"/>
                  </a:lnTo>
                  <a:lnTo>
                    <a:pt x="392158" y="315341"/>
                  </a:lnTo>
                  <a:lnTo>
                    <a:pt x="392041" y="315602"/>
                  </a:lnTo>
                  <a:lnTo>
                    <a:pt x="392017" y="315756"/>
                  </a:lnTo>
                  <a:lnTo>
                    <a:pt x="391516" y="316405"/>
                  </a:lnTo>
                  <a:lnTo>
                    <a:pt x="391488" y="316536"/>
                  </a:lnTo>
                  <a:lnTo>
                    <a:pt x="391507" y="316821"/>
                  </a:lnTo>
                  <a:lnTo>
                    <a:pt x="391468" y="316999"/>
                  </a:lnTo>
                  <a:lnTo>
                    <a:pt x="391458" y="317619"/>
                  </a:lnTo>
                  <a:lnTo>
                    <a:pt x="391500" y="317931"/>
                  </a:lnTo>
                  <a:lnTo>
                    <a:pt x="391668" y="318265"/>
                  </a:lnTo>
                  <a:lnTo>
                    <a:pt x="391789" y="318416"/>
                  </a:lnTo>
                  <a:lnTo>
                    <a:pt x="391867" y="318786"/>
                  </a:lnTo>
                  <a:lnTo>
                    <a:pt x="391861" y="318975"/>
                  </a:lnTo>
                  <a:lnTo>
                    <a:pt x="391797" y="319372"/>
                  </a:lnTo>
                  <a:lnTo>
                    <a:pt x="391720" y="319540"/>
                  </a:lnTo>
                  <a:lnTo>
                    <a:pt x="391531" y="319899"/>
                  </a:lnTo>
                  <a:lnTo>
                    <a:pt x="391283" y="320063"/>
                  </a:lnTo>
                  <a:lnTo>
                    <a:pt x="391141" y="320101"/>
                  </a:lnTo>
                  <a:lnTo>
                    <a:pt x="390478" y="320663"/>
                  </a:lnTo>
                  <a:lnTo>
                    <a:pt x="390225" y="320462"/>
                  </a:lnTo>
                  <a:lnTo>
                    <a:pt x="389793" y="320118"/>
                  </a:lnTo>
                  <a:lnTo>
                    <a:pt x="389614" y="319974"/>
                  </a:lnTo>
                  <a:lnTo>
                    <a:pt x="389401" y="319959"/>
                  </a:lnTo>
                  <a:lnTo>
                    <a:pt x="389122" y="320060"/>
                  </a:lnTo>
                  <a:lnTo>
                    <a:pt x="389059" y="320317"/>
                  </a:lnTo>
                  <a:lnTo>
                    <a:pt x="389058" y="320500"/>
                  </a:lnTo>
                  <a:lnTo>
                    <a:pt x="389290" y="320780"/>
                  </a:lnTo>
                  <a:lnTo>
                    <a:pt x="389544" y="321098"/>
                  </a:lnTo>
                  <a:lnTo>
                    <a:pt x="389690" y="321653"/>
                  </a:lnTo>
                  <a:lnTo>
                    <a:pt x="389582" y="322206"/>
                  </a:lnTo>
                  <a:lnTo>
                    <a:pt x="389434" y="322399"/>
                  </a:lnTo>
                  <a:lnTo>
                    <a:pt x="389297" y="322515"/>
                  </a:lnTo>
                  <a:lnTo>
                    <a:pt x="389334" y="322759"/>
                  </a:lnTo>
                  <a:lnTo>
                    <a:pt x="389388" y="322998"/>
                  </a:lnTo>
                  <a:lnTo>
                    <a:pt x="389542" y="323337"/>
                  </a:lnTo>
                  <a:lnTo>
                    <a:pt x="389411" y="323405"/>
                  </a:lnTo>
                  <a:lnTo>
                    <a:pt x="389316" y="323916"/>
                  </a:lnTo>
                  <a:lnTo>
                    <a:pt x="389312" y="324242"/>
                  </a:lnTo>
                  <a:lnTo>
                    <a:pt x="389310" y="324398"/>
                  </a:lnTo>
                  <a:lnTo>
                    <a:pt x="389168" y="324738"/>
                  </a:lnTo>
                  <a:lnTo>
                    <a:pt x="388775" y="325211"/>
                  </a:lnTo>
                  <a:lnTo>
                    <a:pt x="388576" y="325827"/>
                  </a:lnTo>
                  <a:lnTo>
                    <a:pt x="388679" y="326405"/>
                  </a:lnTo>
                  <a:lnTo>
                    <a:pt x="388436" y="326451"/>
                  </a:lnTo>
                  <a:lnTo>
                    <a:pt x="388332" y="326987"/>
                  </a:lnTo>
                  <a:lnTo>
                    <a:pt x="387476" y="327621"/>
                  </a:lnTo>
                  <a:lnTo>
                    <a:pt x="387583" y="328101"/>
                  </a:lnTo>
                  <a:lnTo>
                    <a:pt x="387835" y="328463"/>
                  </a:lnTo>
                  <a:lnTo>
                    <a:pt x="388085" y="328354"/>
                  </a:lnTo>
                  <a:lnTo>
                    <a:pt x="388230" y="328417"/>
                  </a:lnTo>
                  <a:lnTo>
                    <a:pt x="388302" y="328859"/>
                  </a:lnTo>
                  <a:lnTo>
                    <a:pt x="388354" y="329119"/>
                  </a:lnTo>
                  <a:lnTo>
                    <a:pt x="388499" y="329548"/>
                  </a:lnTo>
                  <a:lnTo>
                    <a:pt x="388207" y="329879"/>
                  </a:lnTo>
                  <a:lnTo>
                    <a:pt x="388136" y="330008"/>
                  </a:lnTo>
                  <a:lnTo>
                    <a:pt x="388085" y="330141"/>
                  </a:lnTo>
                  <a:lnTo>
                    <a:pt x="388022" y="330306"/>
                  </a:lnTo>
                  <a:lnTo>
                    <a:pt x="387950" y="330495"/>
                  </a:lnTo>
                  <a:lnTo>
                    <a:pt x="387927" y="330917"/>
                  </a:lnTo>
                  <a:lnTo>
                    <a:pt x="387970" y="331083"/>
                  </a:lnTo>
                  <a:lnTo>
                    <a:pt x="388024" y="331212"/>
                  </a:lnTo>
                  <a:lnTo>
                    <a:pt x="388051" y="331450"/>
                  </a:lnTo>
                  <a:lnTo>
                    <a:pt x="387932" y="331712"/>
                  </a:lnTo>
                  <a:lnTo>
                    <a:pt x="387634" y="331891"/>
                  </a:lnTo>
                  <a:lnTo>
                    <a:pt x="386975" y="332615"/>
                  </a:lnTo>
                  <a:lnTo>
                    <a:pt x="387099" y="333206"/>
                  </a:lnTo>
                  <a:lnTo>
                    <a:pt x="386884" y="333586"/>
                  </a:lnTo>
                  <a:lnTo>
                    <a:pt x="386890" y="333851"/>
                  </a:lnTo>
                  <a:lnTo>
                    <a:pt x="386716" y="334304"/>
                  </a:lnTo>
                  <a:lnTo>
                    <a:pt x="386431" y="334581"/>
                  </a:lnTo>
                  <a:lnTo>
                    <a:pt x="386401" y="334734"/>
                  </a:lnTo>
                  <a:lnTo>
                    <a:pt x="386303" y="334866"/>
                  </a:lnTo>
                  <a:lnTo>
                    <a:pt x="386132" y="335262"/>
                  </a:lnTo>
                  <a:lnTo>
                    <a:pt x="385800" y="335548"/>
                  </a:lnTo>
                  <a:lnTo>
                    <a:pt x="385429" y="335505"/>
                  </a:lnTo>
                  <a:lnTo>
                    <a:pt x="385012" y="335084"/>
                  </a:lnTo>
                  <a:lnTo>
                    <a:pt x="384904" y="334896"/>
                  </a:lnTo>
                  <a:lnTo>
                    <a:pt x="384522" y="334595"/>
                  </a:lnTo>
                  <a:lnTo>
                    <a:pt x="384416" y="334321"/>
                  </a:lnTo>
                  <a:lnTo>
                    <a:pt x="384114" y="334256"/>
                  </a:lnTo>
                  <a:lnTo>
                    <a:pt x="384039" y="334514"/>
                  </a:lnTo>
                  <a:lnTo>
                    <a:pt x="383966" y="334767"/>
                  </a:lnTo>
                  <a:lnTo>
                    <a:pt x="384110" y="335122"/>
                  </a:lnTo>
                  <a:lnTo>
                    <a:pt x="383874" y="335610"/>
                  </a:lnTo>
                  <a:lnTo>
                    <a:pt x="383974" y="335840"/>
                  </a:lnTo>
                  <a:lnTo>
                    <a:pt x="383858" y="336244"/>
                  </a:lnTo>
                  <a:lnTo>
                    <a:pt x="383876" y="336374"/>
                  </a:lnTo>
                  <a:lnTo>
                    <a:pt x="383949" y="336650"/>
                  </a:lnTo>
                  <a:lnTo>
                    <a:pt x="383838" y="337000"/>
                  </a:lnTo>
                  <a:lnTo>
                    <a:pt x="383725" y="337226"/>
                  </a:lnTo>
                  <a:lnTo>
                    <a:pt x="383655" y="338202"/>
                  </a:lnTo>
                  <a:lnTo>
                    <a:pt x="383487" y="338658"/>
                  </a:lnTo>
                  <a:lnTo>
                    <a:pt x="383536" y="338962"/>
                  </a:lnTo>
                  <a:lnTo>
                    <a:pt x="383977" y="339509"/>
                  </a:lnTo>
                  <a:lnTo>
                    <a:pt x="383938" y="339671"/>
                  </a:lnTo>
                  <a:lnTo>
                    <a:pt x="383688" y="339941"/>
                  </a:lnTo>
                  <a:lnTo>
                    <a:pt x="383714" y="340133"/>
                  </a:lnTo>
                  <a:lnTo>
                    <a:pt x="383848" y="340273"/>
                  </a:lnTo>
                  <a:lnTo>
                    <a:pt x="384020" y="340292"/>
                  </a:lnTo>
                  <a:lnTo>
                    <a:pt x="384165" y="340426"/>
                  </a:lnTo>
                  <a:lnTo>
                    <a:pt x="384457" y="341248"/>
                  </a:lnTo>
                  <a:lnTo>
                    <a:pt x="384666" y="341413"/>
                  </a:lnTo>
                  <a:lnTo>
                    <a:pt x="384894" y="341398"/>
                  </a:lnTo>
                  <a:lnTo>
                    <a:pt x="385469" y="341297"/>
                  </a:lnTo>
                  <a:lnTo>
                    <a:pt x="385500" y="341494"/>
                  </a:lnTo>
                  <a:lnTo>
                    <a:pt x="385503" y="342196"/>
                  </a:lnTo>
                  <a:lnTo>
                    <a:pt x="385879" y="342049"/>
                  </a:lnTo>
                  <a:lnTo>
                    <a:pt x="386321" y="341829"/>
                  </a:lnTo>
                  <a:lnTo>
                    <a:pt x="386402" y="341640"/>
                  </a:lnTo>
                  <a:lnTo>
                    <a:pt x="386666" y="341635"/>
                  </a:lnTo>
                  <a:lnTo>
                    <a:pt x="386927" y="341625"/>
                  </a:lnTo>
                  <a:lnTo>
                    <a:pt x="387357" y="341924"/>
                  </a:lnTo>
                  <a:lnTo>
                    <a:pt x="387527" y="341969"/>
                  </a:lnTo>
                  <a:lnTo>
                    <a:pt x="387684" y="341968"/>
                  </a:lnTo>
                  <a:lnTo>
                    <a:pt x="387875" y="342238"/>
                  </a:lnTo>
                  <a:lnTo>
                    <a:pt x="387887" y="342638"/>
                  </a:lnTo>
                  <a:lnTo>
                    <a:pt x="387974" y="343062"/>
                  </a:lnTo>
                  <a:lnTo>
                    <a:pt x="388105" y="343170"/>
                  </a:lnTo>
                  <a:lnTo>
                    <a:pt x="388216" y="343941"/>
                  </a:lnTo>
                  <a:lnTo>
                    <a:pt x="388280" y="344092"/>
                  </a:lnTo>
                  <a:lnTo>
                    <a:pt x="388240" y="344420"/>
                  </a:lnTo>
                  <a:lnTo>
                    <a:pt x="388277" y="344682"/>
                  </a:lnTo>
                  <a:lnTo>
                    <a:pt x="388306" y="344891"/>
                  </a:lnTo>
                  <a:lnTo>
                    <a:pt x="388263" y="345059"/>
                  </a:lnTo>
                  <a:lnTo>
                    <a:pt x="388046" y="345468"/>
                  </a:lnTo>
                  <a:lnTo>
                    <a:pt x="387648" y="345706"/>
                  </a:lnTo>
                  <a:lnTo>
                    <a:pt x="387689" y="345957"/>
                  </a:lnTo>
                  <a:lnTo>
                    <a:pt x="388018" y="346190"/>
                  </a:lnTo>
                  <a:lnTo>
                    <a:pt x="388221" y="346375"/>
                  </a:lnTo>
                  <a:lnTo>
                    <a:pt x="388261" y="346623"/>
                  </a:lnTo>
                  <a:lnTo>
                    <a:pt x="388404" y="346886"/>
                  </a:lnTo>
                  <a:lnTo>
                    <a:pt x="388633" y="346880"/>
                  </a:lnTo>
                  <a:lnTo>
                    <a:pt x="388781" y="346636"/>
                  </a:lnTo>
                  <a:lnTo>
                    <a:pt x="388802" y="346205"/>
                  </a:lnTo>
                  <a:lnTo>
                    <a:pt x="388988" y="345883"/>
                  </a:lnTo>
                  <a:lnTo>
                    <a:pt x="389277" y="345906"/>
                  </a:lnTo>
                  <a:lnTo>
                    <a:pt x="389423" y="345917"/>
                  </a:lnTo>
                  <a:lnTo>
                    <a:pt x="389647" y="345935"/>
                  </a:lnTo>
                  <a:lnTo>
                    <a:pt x="390186" y="345944"/>
                  </a:lnTo>
                  <a:lnTo>
                    <a:pt x="390564" y="345565"/>
                  </a:lnTo>
                  <a:lnTo>
                    <a:pt x="390707" y="345422"/>
                  </a:lnTo>
                  <a:lnTo>
                    <a:pt x="390965" y="345378"/>
                  </a:lnTo>
                  <a:lnTo>
                    <a:pt x="391079" y="345228"/>
                  </a:lnTo>
                  <a:lnTo>
                    <a:pt x="391220" y="345042"/>
                  </a:lnTo>
                  <a:lnTo>
                    <a:pt x="391676" y="344526"/>
                  </a:lnTo>
                  <a:lnTo>
                    <a:pt x="391936" y="344762"/>
                  </a:lnTo>
                  <a:lnTo>
                    <a:pt x="392339" y="344948"/>
                  </a:lnTo>
                  <a:lnTo>
                    <a:pt x="392727" y="345172"/>
                  </a:lnTo>
                  <a:lnTo>
                    <a:pt x="392587" y="344840"/>
                  </a:lnTo>
                  <a:lnTo>
                    <a:pt x="392449" y="344777"/>
                  </a:lnTo>
                  <a:lnTo>
                    <a:pt x="392486" y="344608"/>
                  </a:lnTo>
                  <a:lnTo>
                    <a:pt x="392678" y="344361"/>
                  </a:lnTo>
                  <a:lnTo>
                    <a:pt x="392928" y="344568"/>
                  </a:lnTo>
                  <a:lnTo>
                    <a:pt x="392846" y="344749"/>
                  </a:lnTo>
                  <a:lnTo>
                    <a:pt x="392934" y="345145"/>
                  </a:lnTo>
                  <a:lnTo>
                    <a:pt x="392839" y="345694"/>
                  </a:lnTo>
                  <a:lnTo>
                    <a:pt x="392762" y="346404"/>
                  </a:lnTo>
                  <a:lnTo>
                    <a:pt x="392727" y="346585"/>
                  </a:lnTo>
                  <a:lnTo>
                    <a:pt x="392693" y="347004"/>
                  </a:lnTo>
                  <a:lnTo>
                    <a:pt x="392464" y="347202"/>
                  </a:lnTo>
                  <a:lnTo>
                    <a:pt x="392459" y="347337"/>
                  </a:lnTo>
                  <a:lnTo>
                    <a:pt x="392372" y="347526"/>
                  </a:lnTo>
                  <a:lnTo>
                    <a:pt x="392492" y="348409"/>
                  </a:lnTo>
                  <a:lnTo>
                    <a:pt x="392459" y="349023"/>
                  </a:lnTo>
                  <a:lnTo>
                    <a:pt x="392425" y="349162"/>
                  </a:lnTo>
                  <a:lnTo>
                    <a:pt x="392550" y="350088"/>
                  </a:lnTo>
                  <a:lnTo>
                    <a:pt x="392750" y="350315"/>
                  </a:lnTo>
                  <a:lnTo>
                    <a:pt x="392929" y="350337"/>
                  </a:lnTo>
                  <a:lnTo>
                    <a:pt x="393136" y="350385"/>
                  </a:lnTo>
                  <a:lnTo>
                    <a:pt x="393217" y="350094"/>
                  </a:lnTo>
                  <a:lnTo>
                    <a:pt x="393430" y="349940"/>
                  </a:lnTo>
                  <a:lnTo>
                    <a:pt x="393650" y="349963"/>
                  </a:lnTo>
                  <a:lnTo>
                    <a:pt x="393792" y="350076"/>
                  </a:lnTo>
                  <a:lnTo>
                    <a:pt x="394178" y="350382"/>
                  </a:lnTo>
                  <a:lnTo>
                    <a:pt x="394371" y="350586"/>
                  </a:lnTo>
                  <a:lnTo>
                    <a:pt x="394425" y="350906"/>
                  </a:lnTo>
                  <a:lnTo>
                    <a:pt x="394598" y="351089"/>
                  </a:lnTo>
                  <a:lnTo>
                    <a:pt x="394813" y="351260"/>
                  </a:lnTo>
                  <a:lnTo>
                    <a:pt x="395011" y="351416"/>
                  </a:lnTo>
                  <a:lnTo>
                    <a:pt x="395217" y="351620"/>
                  </a:lnTo>
                  <a:lnTo>
                    <a:pt x="395670" y="351601"/>
                  </a:lnTo>
                  <a:lnTo>
                    <a:pt x="396265" y="352104"/>
                  </a:lnTo>
                  <a:lnTo>
                    <a:pt x="396373" y="352328"/>
                  </a:lnTo>
                  <a:lnTo>
                    <a:pt x="396450" y="352603"/>
                  </a:lnTo>
                  <a:lnTo>
                    <a:pt x="396408" y="352917"/>
                  </a:lnTo>
                  <a:lnTo>
                    <a:pt x="396467" y="353201"/>
                  </a:lnTo>
                  <a:lnTo>
                    <a:pt x="396408" y="353480"/>
                  </a:lnTo>
                  <a:lnTo>
                    <a:pt x="396567" y="354107"/>
                  </a:lnTo>
                  <a:lnTo>
                    <a:pt x="396562" y="354293"/>
                  </a:lnTo>
                  <a:lnTo>
                    <a:pt x="396327" y="354736"/>
                  </a:lnTo>
                  <a:lnTo>
                    <a:pt x="396616" y="354802"/>
                  </a:lnTo>
                  <a:lnTo>
                    <a:pt x="396925" y="355091"/>
                  </a:lnTo>
                  <a:lnTo>
                    <a:pt x="397168" y="355182"/>
                  </a:lnTo>
                  <a:lnTo>
                    <a:pt x="397801" y="354735"/>
                  </a:lnTo>
                  <a:lnTo>
                    <a:pt x="398036" y="354664"/>
                  </a:lnTo>
                  <a:lnTo>
                    <a:pt x="398246" y="354626"/>
                  </a:lnTo>
                  <a:lnTo>
                    <a:pt x="398489" y="354771"/>
                  </a:lnTo>
                  <a:lnTo>
                    <a:pt x="398568" y="354629"/>
                  </a:lnTo>
                  <a:lnTo>
                    <a:pt x="398775" y="354588"/>
                  </a:lnTo>
                  <a:lnTo>
                    <a:pt x="398855" y="355005"/>
                  </a:lnTo>
                  <a:lnTo>
                    <a:pt x="399027" y="355286"/>
                  </a:lnTo>
                  <a:lnTo>
                    <a:pt x="399448" y="355481"/>
                  </a:lnTo>
                  <a:lnTo>
                    <a:pt x="399603" y="355540"/>
                  </a:lnTo>
                  <a:lnTo>
                    <a:pt x="399605" y="355686"/>
                  </a:lnTo>
                  <a:lnTo>
                    <a:pt x="399848" y="355755"/>
                  </a:lnTo>
                  <a:lnTo>
                    <a:pt x="400040" y="355941"/>
                  </a:lnTo>
                  <a:lnTo>
                    <a:pt x="400199" y="355983"/>
                  </a:lnTo>
                  <a:lnTo>
                    <a:pt x="400643" y="356067"/>
                  </a:lnTo>
                  <a:lnTo>
                    <a:pt x="400646" y="355662"/>
                  </a:lnTo>
                  <a:lnTo>
                    <a:pt x="400901" y="355473"/>
                  </a:lnTo>
                  <a:lnTo>
                    <a:pt x="401311" y="355647"/>
                  </a:lnTo>
                  <a:lnTo>
                    <a:pt x="401596" y="355817"/>
                  </a:lnTo>
                  <a:lnTo>
                    <a:pt x="401713" y="356006"/>
                  </a:lnTo>
                  <a:lnTo>
                    <a:pt x="401850" y="356176"/>
                  </a:lnTo>
                  <a:lnTo>
                    <a:pt x="401973" y="356333"/>
                  </a:lnTo>
                  <a:lnTo>
                    <a:pt x="402261" y="356470"/>
                  </a:lnTo>
                  <a:lnTo>
                    <a:pt x="402610" y="356050"/>
                  </a:lnTo>
                  <a:lnTo>
                    <a:pt x="402904" y="355942"/>
                  </a:lnTo>
                  <a:lnTo>
                    <a:pt x="403059" y="356113"/>
                  </a:lnTo>
                  <a:lnTo>
                    <a:pt x="403110" y="356358"/>
                  </a:lnTo>
                  <a:lnTo>
                    <a:pt x="403180" y="356591"/>
                  </a:lnTo>
                  <a:lnTo>
                    <a:pt x="403486" y="357218"/>
                  </a:lnTo>
                  <a:lnTo>
                    <a:pt x="403239" y="357337"/>
                  </a:lnTo>
                  <a:lnTo>
                    <a:pt x="402632" y="357878"/>
                  </a:lnTo>
                  <a:lnTo>
                    <a:pt x="402769" y="358527"/>
                  </a:lnTo>
                  <a:lnTo>
                    <a:pt x="402913" y="358785"/>
                  </a:lnTo>
                  <a:lnTo>
                    <a:pt x="403022" y="358921"/>
                  </a:lnTo>
                  <a:lnTo>
                    <a:pt x="402880" y="358978"/>
                  </a:lnTo>
                  <a:lnTo>
                    <a:pt x="402733" y="359494"/>
                  </a:lnTo>
                  <a:lnTo>
                    <a:pt x="402978" y="359847"/>
                  </a:lnTo>
                  <a:lnTo>
                    <a:pt x="403067" y="360268"/>
                  </a:lnTo>
                  <a:lnTo>
                    <a:pt x="402934" y="360513"/>
                  </a:lnTo>
                  <a:lnTo>
                    <a:pt x="402618" y="360539"/>
                  </a:lnTo>
                  <a:lnTo>
                    <a:pt x="402384" y="360457"/>
                  </a:lnTo>
                  <a:lnTo>
                    <a:pt x="402174" y="360354"/>
                  </a:lnTo>
                  <a:lnTo>
                    <a:pt x="401541" y="359567"/>
                  </a:lnTo>
                  <a:lnTo>
                    <a:pt x="401288" y="359128"/>
                  </a:lnTo>
                  <a:lnTo>
                    <a:pt x="401144" y="358827"/>
                  </a:lnTo>
                  <a:lnTo>
                    <a:pt x="400739" y="358520"/>
                  </a:lnTo>
                  <a:lnTo>
                    <a:pt x="400569" y="358436"/>
                  </a:lnTo>
                  <a:lnTo>
                    <a:pt x="400268" y="358392"/>
                  </a:lnTo>
                  <a:lnTo>
                    <a:pt x="400092" y="358478"/>
                  </a:lnTo>
                  <a:lnTo>
                    <a:pt x="399837" y="358673"/>
                  </a:lnTo>
                  <a:lnTo>
                    <a:pt x="399380" y="359180"/>
                  </a:lnTo>
                  <a:lnTo>
                    <a:pt x="399630" y="359309"/>
                  </a:lnTo>
                  <a:lnTo>
                    <a:pt x="399757" y="359438"/>
                  </a:lnTo>
                  <a:lnTo>
                    <a:pt x="399817" y="359587"/>
                  </a:lnTo>
                  <a:lnTo>
                    <a:pt x="399802" y="360055"/>
                  </a:lnTo>
                  <a:lnTo>
                    <a:pt x="399749" y="360207"/>
                  </a:lnTo>
                  <a:lnTo>
                    <a:pt x="399472" y="360551"/>
                  </a:lnTo>
                  <a:lnTo>
                    <a:pt x="399201" y="360934"/>
                  </a:lnTo>
                  <a:lnTo>
                    <a:pt x="399154" y="361438"/>
                  </a:lnTo>
                  <a:lnTo>
                    <a:pt x="398960" y="361652"/>
                  </a:lnTo>
                  <a:lnTo>
                    <a:pt x="398631" y="361884"/>
                  </a:lnTo>
                  <a:lnTo>
                    <a:pt x="398317" y="362214"/>
                  </a:lnTo>
                  <a:lnTo>
                    <a:pt x="398278" y="362563"/>
                  </a:lnTo>
                  <a:lnTo>
                    <a:pt x="398221" y="363055"/>
                  </a:lnTo>
                  <a:lnTo>
                    <a:pt x="398154" y="363186"/>
                  </a:lnTo>
                  <a:lnTo>
                    <a:pt x="397945" y="363445"/>
                  </a:lnTo>
                  <a:lnTo>
                    <a:pt x="397910" y="363877"/>
                  </a:lnTo>
                  <a:lnTo>
                    <a:pt x="397358" y="364649"/>
                  </a:lnTo>
                  <a:lnTo>
                    <a:pt x="396832" y="364799"/>
                  </a:lnTo>
                  <a:lnTo>
                    <a:pt x="396324" y="364926"/>
                  </a:lnTo>
                  <a:lnTo>
                    <a:pt x="396053" y="364937"/>
                  </a:lnTo>
                  <a:lnTo>
                    <a:pt x="395391" y="365056"/>
                  </a:lnTo>
                  <a:lnTo>
                    <a:pt x="396018" y="365192"/>
                  </a:lnTo>
                  <a:lnTo>
                    <a:pt x="396342" y="365147"/>
                  </a:lnTo>
                  <a:lnTo>
                    <a:pt x="396487" y="365056"/>
                  </a:lnTo>
                  <a:lnTo>
                    <a:pt x="396731" y="364994"/>
                  </a:lnTo>
                  <a:lnTo>
                    <a:pt x="397249" y="364989"/>
                  </a:lnTo>
                  <a:lnTo>
                    <a:pt x="397497" y="365030"/>
                  </a:lnTo>
                  <a:lnTo>
                    <a:pt x="397639" y="365115"/>
                  </a:lnTo>
                  <a:lnTo>
                    <a:pt x="397890" y="365202"/>
                  </a:lnTo>
                  <a:lnTo>
                    <a:pt x="398045" y="365471"/>
                  </a:lnTo>
                  <a:lnTo>
                    <a:pt x="398281" y="365666"/>
                  </a:lnTo>
                  <a:lnTo>
                    <a:pt x="398510" y="366005"/>
                  </a:lnTo>
                  <a:lnTo>
                    <a:pt x="398494" y="366199"/>
                  </a:lnTo>
                  <a:lnTo>
                    <a:pt x="398669" y="366517"/>
                  </a:lnTo>
                  <a:lnTo>
                    <a:pt x="398668" y="366825"/>
                  </a:lnTo>
                  <a:lnTo>
                    <a:pt x="398752" y="367158"/>
                  </a:lnTo>
                  <a:lnTo>
                    <a:pt x="398922" y="367389"/>
                  </a:lnTo>
                  <a:lnTo>
                    <a:pt x="398948" y="367768"/>
                  </a:lnTo>
                  <a:lnTo>
                    <a:pt x="398736" y="367862"/>
                  </a:lnTo>
                  <a:lnTo>
                    <a:pt x="398515" y="367807"/>
                  </a:lnTo>
                  <a:lnTo>
                    <a:pt x="397995" y="368138"/>
                  </a:lnTo>
                  <a:lnTo>
                    <a:pt x="398004" y="368665"/>
                  </a:lnTo>
                  <a:lnTo>
                    <a:pt x="397714" y="368801"/>
                  </a:lnTo>
                  <a:lnTo>
                    <a:pt x="397517" y="368841"/>
                  </a:lnTo>
                  <a:lnTo>
                    <a:pt x="397064" y="369240"/>
                  </a:lnTo>
                  <a:lnTo>
                    <a:pt x="397134" y="369500"/>
                  </a:lnTo>
                  <a:lnTo>
                    <a:pt x="397065" y="369753"/>
                  </a:lnTo>
                  <a:lnTo>
                    <a:pt x="396888" y="369905"/>
                  </a:lnTo>
                  <a:lnTo>
                    <a:pt x="396625" y="370152"/>
                  </a:lnTo>
                  <a:lnTo>
                    <a:pt x="396641" y="370328"/>
                  </a:lnTo>
                  <a:lnTo>
                    <a:pt x="396590" y="370494"/>
                  </a:lnTo>
                  <a:lnTo>
                    <a:pt x="396484" y="370683"/>
                  </a:lnTo>
                  <a:lnTo>
                    <a:pt x="396291" y="370913"/>
                  </a:lnTo>
                  <a:lnTo>
                    <a:pt x="396120" y="371173"/>
                  </a:lnTo>
                  <a:lnTo>
                    <a:pt x="396079" y="371311"/>
                  </a:lnTo>
                  <a:lnTo>
                    <a:pt x="396045" y="371569"/>
                  </a:lnTo>
                  <a:lnTo>
                    <a:pt x="395875" y="371895"/>
                  </a:lnTo>
                  <a:lnTo>
                    <a:pt x="395569" y="372124"/>
                  </a:lnTo>
                  <a:lnTo>
                    <a:pt x="395420" y="372200"/>
                  </a:lnTo>
                  <a:lnTo>
                    <a:pt x="394975" y="372241"/>
                  </a:lnTo>
                  <a:lnTo>
                    <a:pt x="394781" y="372463"/>
                  </a:lnTo>
                  <a:lnTo>
                    <a:pt x="394502" y="372623"/>
                  </a:lnTo>
                  <a:lnTo>
                    <a:pt x="394109" y="373226"/>
                  </a:lnTo>
                  <a:lnTo>
                    <a:pt x="393817" y="373767"/>
                  </a:lnTo>
                  <a:lnTo>
                    <a:pt x="393683" y="374101"/>
                  </a:lnTo>
                  <a:lnTo>
                    <a:pt x="393519" y="374378"/>
                  </a:lnTo>
                  <a:lnTo>
                    <a:pt x="393084" y="374826"/>
                  </a:lnTo>
                  <a:lnTo>
                    <a:pt x="392787" y="375182"/>
                  </a:lnTo>
                  <a:lnTo>
                    <a:pt x="392582" y="375299"/>
                  </a:lnTo>
                  <a:lnTo>
                    <a:pt x="392310" y="375791"/>
                  </a:lnTo>
                  <a:lnTo>
                    <a:pt x="392263" y="376179"/>
                  </a:lnTo>
                  <a:lnTo>
                    <a:pt x="392234" y="376416"/>
                  </a:lnTo>
                  <a:lnTo>
                    <a:pt x="392378" y="376890"/>
                  </a:lnTo>
                  <a:lnTo>
                    <a:pt x="392474" y="377196"/>
                  </a:lnTo>
                  <a:lnTo>
                    <a:pt x="392316" y="377768"/>
                  </a:lnTo>
                  <a:lnTo>
                    <a:pt x="392336" y="377930"/>
                  </a:lnTo>
                  <a:lnTo>
                    <a:pt x="392399" y="378140"/>
                  </a:lnTo>
                  <a:lnTo>
                    <a:pt x="392390" y="378286"/>
                  </a:lnTo>
                  <a:lnTo>
                    <a:pt x="392093" y="378653"/>
                  </a:lnTo>
                  <a:lnTo>
                    <a:pt x="391919" y="379340"/>
                  </a:lnTo>
                  <a:lnTo>
                    <a:pt x="391470" y="379594"/>
                  </a:lnTo>
                  <a:lnTo>
                    <a:pt x="391335" y="380191"/>
                  </a:lnTo>
                  <a:lnTo>
                    <a:pt x="391286" y="380543"/>
                  </a:lnTo>
                  <a:lnTo>
                    <a:pt x="391122" y="380884"/>
                  </a:lnTo>
                  <a:lnTo>
                    <a:pt x="390896" y="381212"/>
                  </a:lnTo>
                  <a:lnTo>
                    <a:pt x="390902" y="381493"/>
                  </a:lnTo>
                  <a:lnTo>
                    <a:pt x="390771" y="382024"/>
                  </a:lnTo>
                  <a:lnTo>
                    <a:pt x="390263" y="382781"/>
                  </a:lnTo>
                  <a:lnTo>
                    <a:pt x="389747" y="383025"/>
                  </a:lnTo>
                  <a:lnTo>
                    <a:pt x="389531" y="383300"/>
                  </a:lnTo>
                  <a:lnTo>
                    <a:pt x="389313" y="383321"/>
                  </a:lnTo>
                  <a:lnTo>
                    <a:pt x="388917" y="383359"/>
                  </a:lnTo>
                  <a:lnTo>
                    <a:pt x="389777" y="383370"/>
                  </a:lnTo>
                  <a:lnTo>
                    <a:pt x="390000" y="383112"/>
                  </a:lnTo>
                  <a:lnTo>
                    <a:pt x="390226" y="383102"/>
                  </a:lnTo>
                  <a:lnTo>
                    <a:pt x="390375" y="383510"/>
                  </a:lnTo>
                  <a:lnTo>
                    <a:pt x="390505" y="383553"/>
                  </a:lnTo>
                  <a:lnTo>
                    <a:pt x="390681" y="383661"/>
                  </a:lnTo>
                  <a:lnTo>
                    <a:pt x="390839" y="383759"/>
                  </a:lnTo>
                  <a:lnTo>
                    <a:pt x="390987" y="383907"/>
                  </a:lnTo>
                  <a:lnTo>
                    <a:pt x="390932" y="384244"/>
                  </a:lnTo>
                  <a:lnTo>
                    <a:pt x="390905" y="384621"/>
                  </a:lnTo>
                  <a:lnTo>
                    <a:pt x="390864" y="385333"/>
                  </a:lnTo>
                  <a:lnTo>
                    <a:pt x="391012" y="385653"/>
                  </a:lnTo>
                  <a:lnTo>
                    <a:pt x="391053" y="385890"/>
                  </a:lnTo>
                  <a:lnTo>
                    <a:pt x="391075" y="386269"/>
                  </a:lnTo>
                  <a:lnTo>
                    <a:pt x="391223" y="386424"/>
                  </a:lnTo>
                  <a:lnTo>
                    <a:pt x="391359" y="386636"/>
                  </a:lnTo>
                  <a:lnTo>
                    <a:pt x="391382" y="387066"/>
                  </a:lnTo>
                  <a:lnTo>
                    <a:pt x="391419" y="387333"/>
                  </a:lnTo>
                  <a:lnTo>
                    <a:pt x="391438" y="387475"/>
                  </a:lnTo>
                  <a:lnTo>
                    <a:pt x="391552" y="387931"/>
                  </a:lnTo>
                  <a:lnTo>
                    <a:pt x="391983" y="388102"/>
                  </a:lnTo>
                  <a:lnTo>
                    <a:pt x="392098" y="387949"/>
                  </a:lnTo>
                  <a:lnTo>
                    <a:pt x="392309" y="388288"/>
                  </a:lnTo>
                  <a:lnTo>
                    <a:pt x="392401" y="388477"/>
                  </a:lnTo>
                  <a:lnTo>
                    <a:pt x="392689" y="388616"/>
                  </a:lnTo>
                  <a:lnTo>
                    <a:pt x="392696" y="388789"/>
                  </a:lnTo>
                  <a:lnTo>
                    <a:pt x="392622" y="389077"/>
                  </a:lnTo>
                  <a:lnTo>
                    <a:pt x="392369" y="389223"/>
                  </a:lnTo>
                  <a:lnTo>
                    <a:pt x="392547" y="389462"/>
                  </a:lnTo>
                  <a:lnTo>
                    <a:pt x="392578" y="389921"/>
                  </a:lnTo>
                  <a:lnTo>
                    <a:pt x="393383" y="390788"/>
                  </a:lnTo>
                  <a:lnTo>
                    <a:pt x="393345" y="391132"/>
                  </a:lnTo>
                  <a:lnTo>
                    <a:pt x="393393" y="391265"/>
                  </a:lnTo>
                  <a:lnTo>
                    <a:pt x="393549" y="391496"/>
                  </a:lnTo>
                  <a:lnTo>
                    <a:pt x="393502" y="392127"/>
                  </a:lnTo>
                  <a:lnTo>
                    <a:pt x="393574" y="392257"/>
                  </a:lnTo>
                  <a:lnTo>
                    <a:pt x="393693" y="392885"/>
                  </a:lnTo>
                  <a:lnTo>
                    <a:pt x="394006" y="393027"/>
                  </a:lnTo>
                  <a:lnTo>
                    <a:pt x="394293" y="392879"/>
                  </a:lnTo>
                  <a:lnTo>
                    <a:pt x="394497" y="392903"/>
                  </a:lnTo>
                  <a:lnTo>
                    <a:pt x="394741" y="392984"/>
                  </a:lnTo>
                  <a:lnTo>
                    <a:pt x="395123" y="392983"/>
                  </a:lnTo>
                  <a:lnTo>
                    <a:pt x="395447" y="393224"/>
                  </a:lnTo>
                  <a:lnTo>
                    <a:pt x="395714" y="393885"/>
                  </a:lnTo>
                  <a:lnTo>
                    <a:pt x="395283" y="394299"/>
                  </a:lnTo>
                  <a:lnTo>
                    <a:pt x="394963" y="394959"/>
                  </a:lnTo>
                  <a:lnTo>
                    <a:pt x="395214" y="394956"/>
                  </a:lnTo>
                  <a:lnTo>
                    <a:pt x="395755" y="395205"/>
                  </a:lnTo>
                  <a:lnTo>
                    <a:pt x="395953" y="395256"/>
                  </a:lnTo>
                  <a:lnTo>
                    <a:pt x="396271" y="395302"/>
                  </a:lnTo>
                  <a:lnTo>
                    <a:pt x="396679" y="395628"/>
                  </a:lnTo>
                  <a:lnTo>
                    <a:pt x="397082" y="396139"/>
                  </a:lnTo>
                  <a:lnTo>
                    <a:pt x="397304" y="396248"/>
                  </a:lnTo>
                  <a:lnTo>
                    <a:pt x="397491" y="396323"/>
                  </a:lnTo>
                  <a:lnTo>
                    <a:pt x="397611" y="396683"/>
                  </a:lnTo>
                  <a:lnTo>
                    <a:pt x="397934" y="397117"/>
                  </a:lnTo>
                  <a:lnTo>
                    <a:pt x="398294" y="397343"/>
                  </a:lnTo>
                  <a:lnTo>
                    <a:pt x="398458" y="397500"/>
                  </a:lnTo>
                  <a:lnTo>
                    <a:pt x="399416" y="396604"/>
                  </a:lnTo>
                  <a:lnTo>
                    <a:pt x="399398" y="396195"/>
                  </a:lnTo>
                  <a:lnTo>
                    <a:pt x="399124" y="395492"/>
                  </a:lnTo>
                  <a:lnTo>
                    <a:pt x="399145" y="395031"/>
                  </a:lnTo>
                  <a:lnTo>
                    <a:pt x="399036" y="394829"/>
                  </a:lnTo>
                  <a:lnTo>
                    <a:pt x="398947" y="394664"/>
                  </a:lnTo>
                  <a:lnTo>
                    <a:pt x="398914" y="394394"/>
                  </a:lnTo>
                  <a:lnTo>
                    <a:pt x="398888" y="394187"/>
                  </a:lnTo>
                  <a:lnTo>
                    <a:pt x="398837" y="393700"/>
                  </a:lnTo>
                  <a:lnTo>
                    <a:pt x="398663" y="393154"/>
                  </a:lnTo>
                  <a:lnTo>
                    <a:pt x="398682" y="392858"/>
                  </a:lnTo>
                  <a:lnTo>
                    <a:pt x="398792" y="392648"/>
                  </a:lnTo>
                  <a:lnTo>
                    <a:pt x="399095" y="391997"/>
                  </a:lnTo>
                  <a:lnTo>
                    <a:pt x="399348" y="392021"/>
                  </a:lnTo>
                  <a:lnTo>
                    <a:pt x="399829" y="392020"/>
                  </a:lnTo>
                  <a:lnTo>
                    <a:pt x="400205" y="392251"/>
                  </a:lnTo>
                  <a:lnTo>
                    <a:pt x="400509" y="392337"/>
                  </a:lnTo>
                  <a:lnTo>
                    <a:pt x="400821" y="391318"/>
                  </a:lnTo>
                  <a:lnTo>
                    <a:pt x="401339" y="391553"/>
                  </a:lnTo>
                  <a:lnTo>
                    <a:pt x="401350" y="391761"/>
                  </a:lnTo>
                  <a:lnTo>
                    <a:pt x="401666" y="392022"/>
                  </a:lnTo>
                  <a:lnTo>
                    <a:pt x="402004" y="392035"/>
                  </a:lnTo>
                  <a:lnTo>
                    <a:pt x="402204" y="392043"/>
                  </a:lnTo>
                  <a:lnTo>
                    <a:pt x="402523" y="392108"/>
                  </a:lnTo>
                  <a:lnTo>
                    <a:pt x="402841" y="392299"/>
                  </a:lnTo>
                  <a:lnTo>
                    <a:pt x="402988" y="392256"/>
                  </a:lnTo>
                  <a:lnTo>
                    <a:pt x="403212" y="392190"/>
                  </a:lnTo>
                  <a:lnTo>
                    <a:pt x="403525" y="391904"/>
                  </a:lnTo>
                  <a:lnTo>
                    <a:pt x="403773" y="391782"/>
                  </a:lnTo>
                  <a:lnTo>
                    <a:pt x="404096" y="391816"/>
                  </a:lnTo>
                  <a:lnTo>
                    <a:pt x="404160" y="391973"/>
                  </a:lnTo>
                  <a:lnTo>
                    <a:pt x="404679" y="392210"/>
                  </a:lnTo>
                  <a:lnTo>
                    <a:pt x="405193" y="392512"/>
                  </a:lnTo>
                  <a:lnTo>
                    <a:pt x="405408" y="392479"/>
                  </a:lnTo>
                  <a:lnTo>
                    <a:pt x="405624" y="392513"/>
                  </a:lnTo>
                  <a:lnTo>
                    <a:pt x="405898" y="392557"/>
                  </a:lnTo>
                  <a:lnTo>
                    <a:pt x="406236" y="392610"/>
                  </a:lnTo>
                  <a:lnTo>
                    <a:pt x="406709" y="392803"/>
                  </a:lnTo>
                  <a:lnTo>
                    <a:pt x="406956" y="392944"/>
                  </a:lnTo>
                  <a:lnTo>
                    <a:pt x="407109" y="393031"/>
                  </a:lnTo>
                  <a:lnTo>
                    <a:pt x="407186" y="393550"/>
                  </a:lnTo>
                  <a:lnTo>
                    <a:pt x="407347" y="393582"/>
                  </a:lnTo>
                  <a:lnTo>
                    <a:pt x="407674" y="393537"/>
                  </a:lnTo>
                  <a:lnTo>
                    <a:pt x="407910" y="393614"/>
                  </a:lnTo>
                  <a:lnTo>
                    <a:pt x="408348" y="393418"/>
                  </a:lnTo>
                  <a:lnTo>
                    <a:pt x="408611" y="393453"/>
                  </a:lnTo>
                  <a:lnTo>
                    <a:pt x="408785" y="393569"/>
                  </a:lnTo>
                  <a:lnTo>
                    <a:pt x="408943" y="393515"/>
                  </a:lnTo>
                  <a:lnTo>
                    <a:pt x="409356" y="393211"/>
                  </a:lnTo>
                  <a:lnTo>
                    <a:pt x="409528" y="393037"/>
                  </a:lnTo>
                  <a:lnTo>
                    <a:pt x="409550" y="392819"/>
                  </a:lnTo>
                  <a:lnTo>
                    <a:pt x="409915" y="392641"/>
                  </a:lnTo>
                  <a:lnTo>
                    <a:pt x="410105" y="392548"/>
                  </a:lnTo>
                  <a:lnTo>
                    <a:pt x="410250" y="392523"/>
                  </a:lnTo>
                  <a:lnTo>
                    <a:pt x="410908" y="392410"/>
                  </a:lnTo>
                  <a:lnTo>
                    <a:pt x="411048" y="392332"/>
                  </a:lnTo>
                  <a:lnTo>
                    <a:pt x="411176" y="392262"/>
                  </a:lnTo>
                  <a:lnTo>
                    <a:pt x="411422" y="392126"/>
                  </a:lnTo>
                  <a:lnTo>
                    <a:pt x="411693" y="392073"/>
                  </a:lnTo>
                  <a:lnTo>
                    <a:pt x="412164" y="392110"/>
                  </a:lnTo>
                  <a:lnTo>
                    <a:pt x="412137" y="392496"/>
                  </a:lnTo>
                  <a:lnTo>
                    <a:pt x="412725" y="392527"/>
                  </a:lnTo>
                  <a:lnTo>
                    <a:pt x="413063" y="392752"/>
                  </a:lnTo>
                  <a:lnTo>
                    <a:pt x="413216" y="392856"/>
                  </a:lnTo>
                  <a:lnTo>
                    <a:pt x="413669" y="393046"/>
                  </a:lnTo>
                  <a:lnTo>
                    <a:pt x="413823" y="393115"/>
                  </a:lnTo>
                  <a:lnTo>
                    <a:pt x="413975" y="393208"/>
                  </a:lnTo>
                  <a:lnTo>
                    <a:pt x="414158" y="393621"/>
                  </a:lnTo>
                  <a:lnTo>
                    <a:pt x="414318" y="394095"/>
                  </a:lnTo>
                  <a:lnTo>
                    <a:pt x="413861" y="394535"/>
                  </a:lnTo>
                  <a:lnTo>
                    <a:pt x="414042" y="394756"/>
                  </a:lnTo>
                  <a:lnTo>
                    <a:pt x="414211" y="394915"/>
                  </a:lnTo>
                  <a:lnTo>
                    <a:pt x="414277" y="395109"/>
                  </a:lnTo>
                  <a:lnTo>
                    <a:pt x="414485" y="395415"/>
                  </a:lnTo>
                  <a:lnTo>
                    <a:pt x="414643" y="395316"/>
                  </a:lnTo>
                  <a:lnTo>
                    <a:pt x="415110" y="395316"/>
                  </a:lnTo>
                  <a:lnTo>
                    <a:pt x="416044" y="395723"/>
                  </a:lnTo>
                  <a:lnTo>
                    <a:pt x="416453" y="395928"/>
                  </a:lnTo>
                  <a:lnTo>
                    <a:pt x="416691" y="396275"/>
                  </a:lnTo>
                  <a:lnTo>
                    <a:pt x="416833" y="396375"/>
                  </a:lnTo>
                  <a:lnTo>
                    <a:pt x="417046" y="396463"/>
                  </a:lnTo>
                  <a:lnTo>
                    <a:pt x="417459" y="396489"/>
                  </a:lnTo>
                  <a:lnTo>
                    <a:pt x="417654" y="396717"/>
                  </a:lnTo>
                  <a:lnTo>
                    <a:pt x="417729" y="397003"/>
                  </a:lnTo>
                  <a:lnTo>
                    <a:pt x="417614" y="397258"/>
                  </a:lnTo>
                  <a:lnTo>
                    <a:pt x="416967" y="397818"/>
                  </a:lnTo>
                  <a:lnTo>
                    <a:pt x="416839" y="397915"/>
                  </a:lnTo>
                  <a:lnTo>
                    <a:pt x="416660" y="398150"/>
                  </a:lnTo>
                  <a:lnTo>
                    <a:pt x="416660" y="398280"/>
                  </a:lnTo>
                  <a:lnTo>
                    <a:pt x="416791" y="398892"/>
                  </a:lnTo>
                  <a:lnTo>
                    <a:pt x="416300" y="399167"/>
                  </a:lnTo>
                  <a:lnTo>
                    <a:pt x="416637" y="399396"/>
                  </a:lnTo>
                  <a:lnTo>
                    <a:pt x="416881" y="399687"/>
                  </a:lnTo>
                  <a:lnTo>
                    <a:pt x="417035" y="400386"/>
                  </a:lnTo>
                  <a:lnTo>
                    <a:pt x="417226" y="400380"/>
                  </a:lnTo>
                  <a:lnTo>
                    <a:pt x="417371" y="400329"/>
                  </a:lnTo>
                  <a:lnTo>
                    <a:pt x="417856" y="400573"/>
                  </a:lnTo>
                  <a:lnTo>
                    <a:pt x="417896" y="400746"/>
                  </a:lnTo>
                  <a:lnTo>
                    <a:pt x="417926" y="400942"/>
                  </a:lnTo>
                  <a:lnTo>
                    <a:pt x="417931" y="401236"/>
                  </a:lnTo>
                  <a:lnTo>
                    <a:pt x="418100" y="401595"/>
                  </a:lnTo>
                  <a:lnTo>
                    <a:pt x="418183" y="401753"/>
                  </a:lnTo>
                  <a:lnTo>
                    <a:pt x="419465" y="402522"/>
                  </a:lnTo>
                  <a:lnTo>
                    <a:pt x="419369" y="402696"/>
                  </a:lnTo>
                  <a:lnTo>
                    <a:pt x="419293" y="402956"/>
                  </a:lnTo>
                  <a:lnTo>
                    <a:pt x="419069" y="403616"/>
                  </a:lnTo>
                  <a:lnTo>
                    <a:pt x="418876" y="403792"/>
                  </a:lnTo>
                  <a:lnTo>
                    <a:pt x="418895" y="403995"/>
                  </a:lnTo>
                  <a:lnTo>
                    <a:pt x="418364" y="404330"/>
                  </a:lnTo>
                  <a:lnTo>
                    <a:pt x="418129" y="404530"/>
                  </a:lnTo>
                  <a:lnTo>
                    <a:pt x="418126" y="404317"/>
                  </a:lnTo>
                  <a:lnTo>
                    <a:pt x="417625" y="404108"/>
                  </a:lnTo>
                  <a:lnTo>
                    <a:pt x="417496" y="404063"/>
                  </a:lnTo>
                  <a:lnTo>
                    <a:pt x="417099" y="404201"/>
                  </a:lnTo>
                  <a:lnTo>
                    <a:pt x="416881" y="404623"/>
                  </a:lnTo>
                  <a:lnTo>
                    <a:pt x="417025" y="405284"/>
                  </a:lnTo>
                  <a:lnTo>
                    <a:pt x="417023" y="405441"/>
                  </a:lnTo>
                  <a:lnTo>
                    <a:pt x="417133" y="405719"/>
                  </a:lnTo>
                  <a:lnTo>
                    <a:pt x="417296" y="405824"/>
                  </a:lnTo>
                  <a:lnTo>
                    <a:pt x="417500" y="405974"/>
                  </a:lnTo>
                  <a:lnTo>
                    <a:pt x="417570" y="406155"/>
                  </a:lnTo>
                  <a:lnTo>
                    <a:pt x="417673" y="406468"/>
                  </a:lnTo>
                  <a:lnTo>
                    <a:pt x="417845" y="406885"/>
                  </a:lnTo>
                  <a:lnTo>
                    <a:pt x="418241" y="407243"/>
                  </a:lnTo>
                  <a:lnTo>
                    <a:pt x="418792" y="407608"/>
                  </a:lnTo>
                  <a:lnTo>
                    <a:pt x="418884" y="407791"/>
                  </a:lnTo>
                  <a:lnTo>
                    <a:pt x="418999" y="408012"/>
                  </a:lnTo>
                  <a:lnTo>
                    <a:pt x="419154" y="408123"/>
                  </a:lnTo>
                  <a:lnTo>
                    <a:pt x="419510" y="408188"/>
                  </a:lnTo>
                  <a:lnTo>
                    <a:pt x="419642" y="408299"/>
                  </a:lnTo>
                  <a:lnTo>
                    <a:pt x="420285" y="408624"/>
                  </a:lnTo>
                  <a:lnTo>
                    <a:pt x="420487" y="408651"/>
                  </a:lnTo>
                  <a:lnTo>
                    <a:pt x="420700" y="408688"/>
                  </a:lnTo>
                  <a:lnTo>
                    <a:pt x="421042" y="408495"/>
                  </a:lnTo>
                  <a:lnTo>
                    <a:pt x="421283" y="408142"/>
                  </a:lnTo>
                  <a:lnTo>
                    <a:pt x="421254" y="407849"/>
                  </a:lnTo>
                  <a:lnTo>
                    <a:pt x="420803" y="407494"/>
                  </a:lnTo>
                  <a:lnTo>
                    <a:pt x="420549" y="407232"/>
                  </a:lnTo>
                  <a:lnTo>
                    <a:pt x="420627" y="406966"/>
                  </a:lnTo>
                  <a:lnTo>
                    <a:pt x="421078" y="407060"/>
                  </a:lnTo>
                  <a:lnTo>
                    <a:pt x="421171" y="406780"/>
                  </a:lnTo>
                  <a:lnTo>
                    <a:pt x="421904" y="406472"/>
                  </a:lnTo>
                  <a:lnTo>
                    <a:pt x="422780" y="407059"/>
                  </a:lnTo>
                  <a:lnTo>
                    <a:pt x="424234" y="408043"/>
                  </a:lnTo>
                  <a:lnTo>
                    <a:pt x="424530" y="408101"/>
                  </a:lnTo>
                  <a:lnTo>
                    <a:pt x="424787" y="408481"/>
                  </a:lnTo>
                  <a:lnTo>
                    <a:pt x="425400" y="408671"/>
                  </a:lnTo>
                  <a:lnTo>
                    <a:pt x="425531" y="409273"/>
                  </a:lnTo>
                  <a:lnTo>
                    <a:pt x="425650" y="409486"/>
                  </a:lnTo>
                  <a:lnTo>
                    <a:pt x="425696" y="409642"/>
                  </a:lnTo>
                  <a:lnTo>
                    <a:pt x="425751" y="409770"/>
                  </a:lnTo>
                  <a:lnTo>
                    <a:pt x="425875" y="409905"/>
                  </a:lnTo>
                  <a:lnTo>
                    <a:pt x="426178" y="410180"/>
                  </a:lnTo>
                  <a:lnTo>
                    <a:pt x="426815" y="409958"/>
                  </a:lnTo>
                  <a:lnTo>
                    <a:pt x="427046" y="409911"/>
                  </a:lnTo>
                  <a:lnTo>
                    <a:pt x="427602" y="410158"/>
                  </a:lnTo>
                  <a:lnTo>
                    <a:pt x="427916" y="410208"/>
                  </a:lnTo>
                  <a:lnTo>
                    <a:pt x="428123" y="410317"/>
                  </a:lnTo>
                  <a:lnTo>
                    <a:pt x="428258" y="410387"/>
                  </a:lnTo>
                  <a:lnTo>
                    <a:pt x="428686" y="410576"/>
                  </a:lnTo>
                  <a:lnTo>
                    <a:pt x="428889" y="410624"/>
                  </a:lnTo>
                  <a:lnTo>
                    <a:pt x="429177" y="410549"/>
                  </a:lnTo>
                  <a:lnTo>
                    <a:pt x="429393" y="410312"/>
                  </a:lnTo>
                  <a:lnTo>
                    <a:pt x="429728" y="410175"/>
                  </a:lnTo>
                  <a:lnTo>
                    <a:pt x="429648" y="409766"/>
                  </a:lnTo>
                  <a:lnTo>
                    <a:pt x="429607" y="409129"/>
                  </a:lnTo>
                  <a:lnTo>
                    <a:pt x="429675" y="408731"/>
                  </a:lnTo>
                  <a:lnTo>
                    <a:pt x="429781" y="408532"/>
                  </a:lnTo>
                  <a:lnTo>
                    <a:pt x="429927" y="408334"/>
                  </a:lnTo>
                  <a:lnTo>
                    <a:pt x="430017" y="408068"/>
                  </a:lnTo>
                  <a:lnTo>
                    <a:pt x="430041" y="407887"/>
                  </a:lnTo>
                  <a:lnTo>
                    <a:pt x="429996" y="407560"/>
                  </a:lnTo>
                  <a:lnTo>
                    <a:pt x="430001" y="407408"/>
                  </a:lnTo>
                  <a:lnTo>
                    <a:pt x="430008" y="407154"/>
                  </a:lnTo>
                  <a:lnTo>
                    <a:pt x="430109" y="406853"/>
                  </a:lnTo>
                  <a:lnTo>
                    <a:pt x="430304" y="406609"/>
                  </a:lnTo>
                  <a:lnTo>
                    <a:pt x="430528" y="406269"/>
                  </a:lnTo>
                  <a:lnTo>
                    <a:pt x="430625" y="405707"/>
                  </a:lnTo>
                  <a:lnTo>
                    <a:pt x="431276" y="405933"/>
                  </a:lnTo>
                  <a:lnTo>
                    <a:pt x="431538" y="405741"/>
                  </a:lnTo>
                  <a:lnTo>
                    <a:pt x="432038" y="405626"/>
                  </a:lnTo>
                  <a:lnTo>
                    <a:pt x="432310" y="405643"/>
                  </a:lnTo>
                  <a:lnTo>
                    <a:pt x="432505" y="405731"/>
                  </a:lnTo>
                  <a:lnTo>
                    <a:pt x="432775" y="405566"/>
                  </a:lnTo>
                  <a:lnTo>
                    <a:pt x="433289" y="405364"/>
                  </a:lnTo>
                  <a:lnTo>
                    <a:pt x="433703" y="405496"/>
                  </a:lnTo>
                  <a:lnTo>
                    <a:pt x="433838" y="405468"/>
                  </a:lnTo>
                  <a:lnTo>
                    <a:pt x="434261" y="405851"/>
                  </a:lnTo>
                  <a:lnTo>
                    <a:pt x="434264" y="406052"/>
                  </a:lnTo>
                  <a:lnTo>
                    <a:pt x="434268" y="406277"/>
                  </a:lnTo>
                  <a:lnTo>
                    <a:pt x="434332" y="406485"/>
                  </a:lnTo>
                  <a:lnTo>
                    <a:pt x="434445" y="407260"/>
                  </a:lnTo>
                  <a:lnTo>
                    <a:pt x="434591" y="407576"/>
                  </a:lnTo>
                  <a:lnTo>
                    <a:pt x="434933" y="407631"/>
                  </a:lnTo>
                  <a:lnTo>
                    <a:pt x="434886" y="407982"/>
                  </a:lnTo>
                  <a:lnTo>
                    <a:pt x="434838" y="408515"/>
                  </a:lnTo>
                  <a:lnTo>
                    <a:pt x="434813" y="408646"/>
                  </a:lnTo>
                  <a:lnTo>
                    <a:pt x="434715" y="408870"/>
                  </a:lnTo>
                  <a:lnTo>
                    <a:pt x="434696" y="409146"/>
                  </a:lnTo>
                  <a:lnTo>
                    <a:pt x="434901" y="409785"/>
                  </a:lnTo>
                  <a:lnTo>
                    <a:pt x="434991" y="410043"/>
                  </a:lnTo>
                  <a:lnTo>
                    <a:pt x="435150" y="410101"/>
                  </a:lnTo>
                  <a:lnTo>
                    <a:pt x="435608" y="409691"/>
                  </a:lnTo>
                  <a:lnTo>
                    <a:pt x="435892" y="409750"/>
                  </a:lnTo>
                  <a:lnTo>
                    <a:pt x="436030" y="409723"/>
                  </a:lnTo>
                  <a:lnTo>
                    <a:pt x="436284" y="409523"/>
                  </a:lnTo>
                  <a:lnTo>
                    <a:pt x="436492" y="409360"/>
                  </a:lnTo>
                  <a:lnTo>
                    <a:pt x="436668" y="409222"/>
                  </a:lnTo>
                  <a:lnTo>
                    <a:pt x="437040" y="408757"/>
                  </a:lnTo>
                  <a:lnTo>
                    <a:pt x="437495" y="408771"/>
                  </a:lnTo>
                  <a:lnTo>
                    <a:pt x="437972" y="408731"/>
                  </a:lnTo>
                  <a:lnTo>
                    <a:pt x="438560" y="408974"/>
                  </a:lnTo>
                  <a:lnTo>
                    <a:pt x="438828" y="408831"/>
                  </a:lnTo>
                  <a:lnTo>
                    <a:pt x="438891" y="408680"/>
                  </a:lnTo>
                  <a:lnTo>
                    <a:pt x="438962" y="408513"/>
                  </a:lnTo>
                  <a:lnTo>
                    <a:pt x="439419" y="408283"/>
                  </a:lnTo>
                  <a:lnTo>
                    <a:pt x="439763" y="408448"/>
                  </a:lnTo>
                  <a:lnTo>
                    <a:pt x="440069" y="408479"/>
                  </a:lnTo>
                  <a:lnTo>
                    <a:pt x="440557" y="408621"/>
                  </a:lnTo>
                  <a:lnTo>
                    <a:pt x="440764" y="408903"/>
                  </a:lnTo>
                  <a:lnTo>
                    <a:pt x="440887" y="409201"/>
                  </a:lnTo>
                  <a:lnTo>
                    <a:pt x="440834" y="409376"/>
                  </a:lnTo>
                  <a:lnTo>
                    <a:pt x="440419" y="410091"/>
                  </a:lnTo>
                  <a:lnTo>
                    <a:pt x="440957" y="410273"/>
                  </a:lnTo>
                  <a:lnTo>
                    <a:pt x="441390" y="410150"/>
                  </a:lnTo>
                  <a:lnTo>
                    <a:pt x="441796" y="410035"/>
                  </a:lnTo>
                  <a:lnTo>
                    <a:pt x="441959" y="410144"/>
                  </a:lnTo>
                  <a:lnTo>
                    <a:pt x="442207" y="410096"/>
                  </a:lnTo>
                  <a:lnTo>
                    <a:pt x="442398" y="410084"/>
                  </a:lnTo>
                  <a:lnTo>
                    <a:pt x="442560" y="410065"/>
                  </a:lnTo>
                  <a:lnTo>
                    <a:pt x="442652" y="409833"/>
                  </a:lnTo>
                  <a:lnTo>
                    <a:pt x="442668" y="409629"/>
                  </a:lnTo>
                  <a:lnTo>
                    <a:pt x="442726" y="409466"/>
                  </a:lnTo>
                  <a:lnTo>
                    <a:pt x="442826" y="408948"/>
                  </a:lnTo>
                  <a:lnTo>
                    <a:pt x="443140" y="408948"/>
                  </a:lnTo>
                  <a:lnTo>
                    <a:pt x="443308" y="409094"/>
                  </a:lnTo>
                  <a:lnTo>
                    <a:pt x="443687" y="409250"/>
                  </a:lnTo>
                  <a:lnTo>
                    <a:pt x="443863" y="409322"/>
                  </a:lnTo>
                  <a:lnTo>
                    <a:pt x="444607" y="409600"/>
                  </a:lnTo>
                  <a:lnTo>
                    <a:pt x="444707" y="409448"/>
                  </a:lnTo>
                  <a:lnTo>
                    <a:pt x="444930" y="408722"/>
                  </a:lnTo>
                  <a:lnTo>
                    <a:pt x="444930" y="408153"/>
                  </a:lnTo>
                  <a:lnTo>
                    <a:pt x="444570" y="407793"/>
                  </a:lnTo>
                  <a:lnTo>
                    <a:pt x="444625" y="407553"/>
                  </a:lnTo>
                  <a:lnTo>
                    <a:pt x="444734" y="407078"/>
                  </a:lnTo>
                  <a:lnTo>
                    <a:pt x="444894" y="406545"/>
                  </a:lnTo>
                  <a:lnTo>
                    <a:pt x="445588" y="406103"/>
                  </a:lnTo>
                  <a:lnTo>
                    <a:pt x="446122" y="406192"/>
                  </a:lnTo>
                  <a:lnTo>
                    <a:pt x="446462" y="406373"/>
                  </a:lnTo>
                  <a:lnTo>
                    <a:pt x="446868" y="406461"/>
                  </a:lnTo>
                  <a:lnTo>
                    <a:pt x="447019" y="406494"/>
                  </a:lnTo>
                  <a:lnTo>
                    <a:pt x="447663" y="406329"/>
                  </a:lnTo>
                  <a:lnTo>
                    <a:pt x="447855" y="406280"/>
                  </a:lnTo>
                  <a:lnTo>
                    <a:pt x="448228" y="406135"/>
                  </a:lnTo>
                  <a:lnTo>
                    <a:pt x="448514" y="406198"/>
                  </a:lnTo>
                  <a:lnTo>
                    <a:pt x="448596" y="406338"/>
                  </a:lnTo>
                  <a:lnTo>
                    <a:pt x="448884" y="406832"/>
                  </a:lnTo>
                  <a:lnTo>
                    <a:pt x="449123" y="407058"/>
                  </a:lnTo>
                  <a:lnTo>
                    <a:pt x="449252" y="407034"/>
                  </a:lnTo>
                  <a:lnTo>
                    <a:pt x="449617" y="406953"/>
                  </a:lnTo>
                  <a:lnTo>
                    <a:pt x="449746" y="407035"/>
                  </a:lnTo>
                  <a:lnTo>
                    <a:pt x="449896" y="407131"/>
                  </a:lnTo>
                  <a:lnTo>
                    <a:pt x="450291" y="407398"/>
                  </a:lnTo>
                  <a:lnTo>
                    <a:pt x="450493" y="407549"/>
                  </a:lnTo>
                  <a:lnTo>
                    <a:pt x="450576" y="407784"/>
                  </a:lnTo>
                  <a:lnTo>
                    <a:pt x="450637" y="408298"/>
                  </a:lnTo>
                  <a:lnTo>
                    <a:pt x="450700" y="408649"/>
                  </a:lnTo>
                  <a:lnTo>
                    <a:pt x="450631" y="408999"/>
                  </a:lnTo>
                  <a:lnTo>
                    <a:pt x="450758" y="409425"/>
                  </a:lnTo>
                  <a:lnTo>
                    <a:pt x="451089" y="409637"/>
                  </a:lnTo>
                  <a:lnTo>
                    <a:pt x="451447" y="409880"/>
                  </a:lnTo>
                  <a:lnTo>
                    <a:pt x="451335" y="410098"/>
                  </a:lnTo>
                  <a:lnTo>
                    <a:pt x="451948" y="410001"/>
                  </a:lnTo>
                  <a:lnTo>
                    <a:pt x="452208" y="410177"/>
                  </a:lnTo>
                  <a:lnTo>
                    <a:pt x="452373" y="410373"/>
                  </a:lnTo>
                  <a:lnTo>
                    <a:pt x="452102" y="411449"/>
                  </a:lnTo>
                  <a:lnTo>
                    <a:pt x="451841" y="411527"/>
                  </a:lnTo>
                  <a:lnTo>
                    <a:pt x="451767" y="411745"/>
                  </a:lnTo>
                  <a:lnTo>
                    <a:pt x="452327" y="411881"/>
                  </a:lnTo>
                  <a:lnTo>
                    <a:pt x="452595" y="412218"/>
                  </a:lnTo>
                  <a:lnTo>
                    <a:pt x="452809" y="412610"/>
                  </a:lnTo>
                  <a:lnTo>
                    <a:pt x="452970" y="412852"/>
                  </a:lnTo>
                  <a:lnTo>
                    <a:pt x="453244" y="413031"/>
                  </a:lnTo>
                  <a:lnTo>
                    <a:pt x="453785" y="413175"/>
                  </a:lnTo>
                  <a:lnTo>
                    <a:pt x="453930" y="413393"/>
                  </a:lnTo>
                  <a:lnTo>
                    <a:pt x="453958" y="413936"/>
                  </a:lnTo>
                  <a:lnTo>
                    <a:pt x="453966" y="414198"/>
                  </a:lnTo>
                  <a:lnTo>
                    <a:pt x="454318" y="415174"/>
                  </a:lnTo>
                  <a:lnTo>
                    <a:pt x="454574" y="415453"/>
                  </a:lnTo>
                  <a:lnTo>
                    <a:pt x="454648" y="415923"/>
                  </a:lnTo>
                  <a:lnTo>
                    <a:pt x="454836" y="416499"/>
                  </a:lnTo>
                  <a:lnTo>
                    <a:pt x="455088" y="416520"/>
                  </a:lnTo>
                  <a:lnTo>
                    <a:pt x="455316" y="416651"/>
                  </a:lnTo>
                  <a:lnTo>
                    <a:pt x="455799" y="416508"/>
                  </a:lnTo>
                  <a:lnTo>
                    <a:pt x="456225" y="416708"/>
                  </a:lnTo>
                  <a:lnTo>
                    <a:pt x="456334" y="417111"/>
                  </a:lnTo>
                  <a:lnTo>
                    <a:pt x="456290" y="417275"/>
                  </a:lnTo>
                  <a:lnTo>
                    <a:pt x="455592" y="417385"/>
                  </a:lnTo>
                  <a:lnTo>
                    <a:pt x="455416" y="417370"/>
                  </a:lnTo>
                  <a:lnTo>
                    <a:pt x="455275" y="417438"/>
                  </a:lnTo>
                  <a:lnTo>
                    <a:pt x="455366" y="417805"/>
                  </a:lnTo>
                  <a:lnTo>
                    <a:pt x="455547" y="418170"/>
                  </a:lnTo>
                  <a:lnTo>
                    <a:pt x="455845" y="418242"/>
                  </a:lnTo>
                  <a:lnTo>
                    <a:pt x="456219" y="418549"/>
                  </a:lnTo>
                  <a:lnTo>
                    <a:pt x="456259" y="418922"/>
                  </a:lnTo>
                  <a:lnTo>
                    <a:pt x="456016" y="419327"/>
                  </a:lnTo>
                  <a:lnTo>
                    <a:pt x="455791" y="419488"/>
                  </a:lnTo>
                  <a:lnTo>
                    <a:pt x="455635" y="419508"/>
                  </a:lnTo>
                  <a:lnTo>
                    <a:pt x="454822" y="419471"/>
                  </a:lnTo>
                  <a:lnTo>
                    <a:pt x="454663" y="419600"/>
                  </a:lnTo>
                  <a:lnTo>
                    <a:pt x="454088" y="420601"/>
                  </a:lnTo>
                  <a:lnTo>
                    <a:pt x="454087" y="420885"/>
                  </a:lnTo>
                  <a:lnTo>
                    <a:pt x="454086" y="421107"/>
                  </a:lnTo>
                  <a:lnTo>
                    <a:pt x="454169" y="421341"/>
                  </a:lnTo>
                  <a:lnTo>
                    <a:pt x="454286" y="421556"/>
                  </a:lnTo>
                  <a:lnTo>
                    <a:pt x="454214" y="422095"/>
                  </a:lnTo>
                  <a:lnTo>
                    <a:pt x="454152" y="422290"/>
                  </a:lnTo>
                  <a:lnTo>
                    <a:pt x="454182" y="422434"/>
                  </a:lnTo>
                  <a:lnTo>
                    <a:pt x="454904" y="423685"/>
                  </a:lnTo>
                  <a:lnTo>
                    <a:pt x="454866" y="423962"/>
                  </a:lnTo>
                  <a:lnTo>
                    <a:pt x="454679" y="424283"/>
                  </a:lnTo>
                  <a:lnTo>
                    <a:pt x="454730" y="424743"/>
                  </a:lnTo>
                  <a:lnTo>
                    <a:pt x="454504" y="425436"/>
                  </a:lnTo>
                  <a:lnTo>
                    <a:pt x="454525" y="425727"/>
                  </a:lnTo>
                  <a:lnTo>
                    <a:pt x="454554" y="426146"/>
                  </a:lnTo>
                  <a:lnTo>
                    <a:pt x="454559" y="426357"/>
                  </a:lnTo>
                  <a:lnTo>
                    <a:pt x="454340" y="426709"/>
                  </a:lnTo>
                  <a:lnTo>
                    <a:pt x="454171" y="426957"/>
                  </a:lnTo>
                  <a:lnTo>
                    <a:pt x="454101" y="427157"/>
                  </a:lnTo>
                  <a:lnTo>
                    <a:pt x="454141" y="427330"/>
                  </a:lnTo>
                  <a:lnTo>
                    <a:pt x="454124" y="427554"/>
                  </a:lnTo>
                  <a:lnTo>
                    <a:pt x="453870" y="428179"/>
                  </a:lnTo>
                  <a:lnTo>
                    <a:pt x="453723" y="428268"/>
                  </a:lnTo>
                  <a:lnTo>
                    <a:pt x="453558" y="428366"/>
                  </a:lnTo>
                  <a:lnTo>
                    <a:pt x="453340" y="428594"/>
                  </a:lnTo>
                  <a:lnTo>
                    <a:pt x="453207" y="428987"/>
                  </a:lnTo>
                  <a:lnTo>
                    <a:pt x="453264" y="429324"/>
                  </a:lnTo>
                  <a:lnTo>
                    <a:pt x="453603" y="429749"/>
                  </a:lnTo>
                  <a:lnTo>
                    <a:pt x="453764" y="430545"/>
                  </a:lnTo>
                  <a:lnTo>
                    <a:pt x="453554" y="430913"/>
                  </a:lnTo>
                  <a:lnTo>
                    <a:pt x="453095" y="431615"/>
                  </a:lnTo>
                  <a:lnTo>
                    <a:pt x="452738" y="431875"/>
                  </a:lnTo>
                  <a:lnTo>
                    <a:pt x="452751" y="432113"/>
                  </a:lnTo>
                  <a:lnTo>
                    <a:pt x="451962" y="432034"/>
                  </a:lnTo>
                  <a:lnTo>
                    <a:pt x="451823" y="432510"/>
                  </a:lnTo>
                  <a:lnTo>
                    <a:pt x="451582" y="432885"/>
                  </a:lnTo>
                  <a:lnTo>
                    <a:pt x="451681" y="433301"/>
                  </a:lnTo>
                  <a:lnTo>
                    <a:pt x="451441" y="433611"/>
                  </a:lnTo>
                  <a:lnTo>
                    <a:pt x="451350" y="433850"/>
                  </a:lnTo>
                  <a:lnTo>
                    <a:pt x="450947" y="433848"/>
                  </a:lnTo>
                  <a:lnTo>
                    <a:pt x="450562" y="434224"/>
                  </a:lnTo>
                  <a:lnTo>
                    <a:pt x="450019" y="434067"/>
                  </a:lnTo>
                  <a:lnTo>
                    <a:pt x="449914" y="434269"/>
                  </a:lnTo>
                  <a:lnTo>
                    <a:pt x="449408" y="434916"/>
                  </a:lnTo>
                  <a:lnTo>
                    <a:pt x="449270" y="434970"/>
                  </a:lnTo>
                  <a:lnTo>
                    <a:pt x="449212" y="435146"/>
                  </a:lnTo>
                  <a:lnTo>
                    <a:pt x="448947" y="435525"/>
                  </a:lnTo>
                  <a:lnTo>
                    <a:pt x="448347" y="435439"/>
                  </a:lnTo>
                  <a:lnTo>
                    <a:pt x="448071" y="435242"/>
                  </a:lnTo>
                  <a:lnTo>
                    <a:pt x="448520" y="434674"/>
                  </a:lnTo>
                  <a:lnTo>
                    <a:pt x="448536" y="434257"/>
                  </a:lnTo>
                  <a:lnTo>
                    <a:pt x="448409" y="433891"/>
                  </a:lnTo>
                  <a:lnTo>
                    <a:pt x="448316" y="433692"/>
                  </a:lnTo>
                  <a:lnTo>
                    <a:pt x="447847" y="433738"/>
                  </a:lnTo>
                  <a:lnTo>
                    <a:pt x="447104" y="433654"/>
                  </a:lnTo>
                  <a:lnTo>
                    <a:pt x="446735" y="433684"/>
                  </a:lnTo>
                  <a:lnTo>
                    <a:pt x="446593" y="433690"/>
                  </a:lnTo>
                  <a:lnTo>
                    <a:pt x="446457" y="433491"/>
                  </a:lnTo>
                  <a:lnTo>
                    <a:pt x="446180" y="433113"/>
                  </a:lnTo>
                  <a:lnTo>
                    <a:pt x="445342" y="433304"/>
                  </a:lnTo>
                  <a:lnTo>
                    <a:pt x="444968" y="433007"/>
                  </a:lnTo>
                  <a:lnTo>
                    <a:pt x="444889" y="432468"/>
                  </a:lnTo>
                  <a:lnTo>
                    <a:pt x="444250" y="431989"/>
                  </a:lnTo>
                  <a:lnTo>
                    <a:pt x="443846" y="431909"/>
                  </a:lnTo>
                  <a:lnTo>
                    <a:pt x="443394" y="432036"/>
                  </a:lnTo>
                  <a:lnTo>
                    <a:pt x="442862" y="432052"/>
                  </a:lnTo>
                  <a:lnTo>
                    <a:pt x="442370" y="432236"/>
                  </a:lnTo>
                  <a:lnTo>
                    <a:pt x="442137" y="432494"/>
                  </a:lnTo>
                  <a:lnTo>
                    <a:pt x="441497" y="433252"/>
                  </a:lnTo>
                  <a:lnTo>
                    <a:pt x="441548" y="433515"/>
                  </a:lnTo>
                  <a:lnTo>
                    <a:pt x="441595" y="433904"/>
                  </a:lnTo>
                  <a:lnTo>
                    <a:pt x="441645" y="434254"/>
                  </a:lnTo>
                  <a:lnTo>
                    <a:pt x="441440" y="434622"/>
                  </a:lnTo>
                  <a:lnTo>
                    <a:pt x="440904" y="434598"/>
                  </a:lnTo>
                  <a:lnTo>
                    <a:pt x="440587" y="434651"/>
                  </a:lnTo>
                  <a:lnTo>
                    <a:pt x="440156" y="434904"/>
                  </a:lnTo>
                  <a:lnTo>
                    <a:pt x="439644" y="434975"/>
                  </a:lnTo>
                  <a:lnTo>
                    <a:pt x="439342" y="435034"/>
                  </a:lnTo>
                  <a:lnTo>
                    <a:pt x="439114" y="435245"/>
                  </a:lnTo>
                  <a:lnTo>
                    <a:pt x="439055" y="435484"/>
                  </a:lnTo>
                  <a:lnTo>
                    <a:pt x="439093" y="435700"/>
                  </a:lnTo>
                  <a:lnTo>
                    <a:pt x="439058" y="435861"/>
                  </a:lnTo>
                  <a:lnTo>
                    <a:pt x="438866" y="436184"/>
                  </a:lnTo>
                  <a:lnTo>
                    <a:pt x="438185" y="436523"/>
                  </a:lnTo>
                  <a:lnTo>
                    <a:pt x="437915" y="436841"/>
                  </a:lnTo>
                  <a:lnTo>
                    <a:pt x="437746" y="437110"/>
                  </a:lnTo>
                  <a:lnTo>
                    <a:pt x="437625" y="437324"/>
                  </a:lnTo>
                  <a:lnTo>
                    <a:pt x="437349" y="437552"/>
                  </a:lnTo>
                  <a:lnTo>
                    <a:pt x="437017" y="437782"/>
                  </a:lnTo>
                  <a:lnTo>
                    <a:pt x="436828" y="437852"/>
                  </a:lnTo>
                  <a:lnTo>
                    <a:pt x="436590" y="437816"/>
                  </a:lnTo>
                  <a:lnTo>
                    <a:pt x="436437" y="437596"/>
                  </a:lnTo>
                  <a:lnTo>
                    <a:pt x="436209" y="437390"/>
                  </a:lnTo>
                  <a:lnTo>
                    <a:pt x="435571" y="437577"/>
                  </a:lnTo>
                  <a:lnTo>
                    <a:pt x="435373" y="437537"/>
                  </a:lnTo>
                  <a:lnTo>
                    <a:pt x="434727" y="437487"/>
                  </a:lnTo>
                  <a:lnTo>
                    <a:pt x="434375" y="437667"/>
                  </a:lnTo>
                  <a:lnTo>
                    <a:pt x="434806" y="437744"/>
                  </a:lnTo>
                  <a:lnTo>
                    <a:pt x="435118" y="437804"/>
                  </a:lnTo>
                  <a:lnTo>
                    <a:pt x="435381" y="438017"/>
                  </a:lnTo>
                  <a:lnTo>
                    <a:pt x="435548" y="438105"/>
                  </a:lnTo>
                  <a:lnTo>
                    <a:pt x="436074" y="438630"/>
                  </a:lnTo>
                  <a:lnTo>
                    <a:pt x="436260" y="438843"/>
                  </a:lnTo>
                  <a:lnTo>
                    <a:pt x="436461" y="438897"/>
                  </a:lnTo>
                  <a:lnTo>
                    <a:pt x="436654" y="438982"/>
                  </a:lnTo>
                  <a:lnTo>
                    <a:pt x="436843" y="439254"/>
                  </a:lnTo>
                  <a:lnTo>
                    <a:pt x="436591" y="439628"/>
                  </a:lnTo>
                  <a:lnTo>
                    <a:pt x="436361" y="439642"/>
                  </a:lnTo>
                  <a:lnTo>
                    <a:pt x="436176" y="439585"/>
                  </a:lnTo>
                  <a:lnTo>
                    <a:pt x="436281" y="439890"/>
                  </a:lnTo>
                  <a:lnTo>
                    <a:pt x="436546" y="440042"/>
                  </a:lnTo>
                  <a:lnTo>
                    <a:pt x="436923" y="440442"/>
                  </a:lnTo>
                  <a:lnTo>
                    <a:pt x="436978" y="440897"/>
                  </a:lnTo>
                  <a:lnTo>
                    <a:pt x="436793" y="440988"/>
                  </a:lnTo>
                  <a:lnTo>
                    <a:pt x="436249" y="441120"/>
                  </a:lnTo>
                  <a:lnTo>
                    <a:pt x="436003" y="440294"/>
                  </a:lnTo>
                  <a:lnTo>
                    <a:pt x="435805" y="440136"/>
                  </a:lnTo>
                  <a:lnTo>
                    <a:pt x="435702" y="439967"/>
                  </a:lnTo>
                  <a:lnTo>
                    <a:pt x="435375" y="439969"/>
                  </a:lnTo>
                  <a:lnTo>
                    <a:pt x="434642" y="440460"/>
                  </a:lnTo>
                  <a:lnTo>
                    <a:pt x="434329" y="440811"/>
                  </a:lnTo>
                  <a:lnTo>
                    <a:pt x="433712" y="441117"/>
                  </a:lnTo>
                  <a:lnTo>
                    <a:pt x="433484" y="441405"/>
                  </a:lnTo>
                  <a:lnTo>
                    <a:pt x="432845" y="441568"/>
                  </a:lnTo>
                  <a:lnTo>
                    <a:pt x="432673" y="441856"/>
                  </a:lnTo>
                  <a:lnTo>
                    <a:pt x="432736" y="441996"/>
                  </a:lnTo>
                  <a:lnTo>
                    <a:pt x="432820" y="442243"/>
                  </a:lnTo>
                  <a:lnTo>
                    <a:pt x="432361" y="442540"/>
                  </a:lnTo>
                  <a:lnTo>
                    <a:pt x="432145" y="442618"/>
                  </a:lnTo>
                  <a:lnTo>
                    <a:pt x="431968" y="443030"/>
                  </a:lnTo>
                  <a:lnTo>
                    <a:pt x="431965" y="443352"/>
                  </a:lnTo>
                  <a:lnTo>
                    <a:pt x="432003" y="443523"/>
                  </a:lnTo>
                  <a:lnTo>
                    <a:pt x="431370" y="444375"/>
                  </a:lnTo>
                  <a:lnTo>
                    <a:pt x="431078" y="444352"/>
                  </a:lnTo>
                  <a:lnTo>
                    <a:pt x="430838" y="444471"/>
                  </a:lnTo>
                  <a:lnTo>
                    <a:pt x="430631" y="444591"/>
                  </a:lnTo>
                  <a:lnTo>
                    <a:pt x="430585" y="445282"/>
                  </a:lnTo>
                  <a:lnTo>
                    <a:pt x="430541" y="445603"/>
                  </a:lnTo>
                  <a:lnTo>
                    <a:pt x="430858" y="445978"/>
                  </a:lnTo>
                  <a:lnTo>
                    <a:pt x="430994" y="446179"/>
                  </a:lnTo>
                  <a:lnTo>
                    <a:pt x="430975" y="446903"/>
                  </a:lnTo>
                  <a:lnTo>
                    <a:pt x="425623" y="442316"/>
                  </a:lnTo>
                  <a:lnTo>
                    <a:pt x="425457" y="442100"/>
                  </a:lnTo>
                  <a:lnTo>
                    <a:pt x="425284" y="441875"/>
                  </a:lnTo>
                  <a:lnTo>
                    <a:pt x="422027" y="438606"/>
                  </a:lnTo>
                  <a:lnTo>
                    <a:pt x="420015" y="441074"/>
                  </a:lnTo>
                  <a:lnTo>
                    <a:pt x="416226" y="443444"/>
                  </a:lnTo>
                  <a:lnTo>
                    <a:pt x="408844" y="446591"/>
                  </a:lnTo>
                  <a:lnTo>
                    <a:pt x="406754" y="447497"/>
                  </a:lnTo>
                  <a:lnTo>
                    <a:pt x="403954" y="450169"/>
                  </a:lnTo>
                  <a:lnTo>
                    <a:pt x="372692" y="471728"/>
                  </a:lnTo>
                  <a:lnTo>
                    <a:pt x="367968" y="474971"/>
                  </a:lnTo>
                  <a:lnTo>
                    <a:pt x="364619" y="471810"/>
                  </a:lnTo>
                  <a:lnTo>
                    <a:pt x="304307" y="479460"/>
                  </a:lnTo>
                  <a:lnTo>
                    <a:pt x="185699" y="491870"/>
                  </a:lnTo>
                  <a:lnTo>
                    <a:pt x="171607" y="424575"/>
                  </a:lnTo>
                  <a:lnTo>
                    <a:pt x="171582" y="424142"/>
                  </a:lnTo>
                  <a:lnTo>
                    <a:pt x="129527" y="403251"/>
                  </a:lnTo>
                  <a:lnTo>
                    <a:pt x="129478" y="402899"/>
                  </a:lnTo>
                  <a:lnTo>
                    <a:pt x="129443" y="402643"/>
                  </a:lnTo>
                  <a:lnTo>
                    <a:pt x="129466" y="402421"/>
                  </a:lnTo>
                  <a:lnTo>
                    <a:pt x="129515" y="402003"/>
                  </a:lnTo>
                  <a:lnTo>
                    <a:pt x="129576" y="401453"/>
                  </a:lnTo>
                  <a:lnTo>
                    <a:pt x="129705" y="401274"/>
                  </a:lnTo>
                  <a:lnTo>
                    <a:pt x="129844" y="401075"/>
                  </a:lnTo>
                  <a:lnTo>
                    <a:pt x="130000" y="400855"/>
                  </a:lnTo>
                  <a:lnTo>
                    <a:pt x="130476" y="400448"/>
                  </a:lnTo>
                  <a:lnTo>
                    <a:pt x="130682" y="400333"/>
                  </a:lnTo>
                  <a:lnTo>
                    <a:pt x="130831" y="400206"/>
                  </a:lnTo>
                  <a:lnTo>
                    <a:pt x="127063" y="398377"/>
                  </a:lnTo>
                  <a:lnTo>
                    <a:pt x="127220" y="396220"/>
                  </a:lnTo>
                  <a:lnTo>
                    <a:pt x="145343" y="236283"/>
                  </a:lnTo>
                  <a:lnTo>
                    <a:pt x="145475" y="235877"/>
                  </a:lnTo>
                  <a:lnTo>
                    <a:pt x="145541" y="235398"/>
                  </a:lnTo>
                  <a:lnTo>
                    <a:pt x="145489" y="234858"/>
                  </a:lnTo>
                  <a:lnTo>
                    <a:pt x="145446" y="234514"/>
                  </a:lnTo>
                  <a:lnTo>
                    <a:pt x="145482" y="234276"/>
                  </a:lnTo>
                  <a:lnTo>
                    <a:pt x="145679" y="233921"/>
                  </a:lnTo>
                  <a:lnTo>
                    <a:pt x="145795" y="233732"/>
                  </a:lnTo>
                  <a:lnTo>
                    <a:pt x="145978" y="233333"/>
                  </a:lnTo>
                  <a:lnTo>
                    <a:pt x="146068" y="233015"/>
                  </a:lnTo>
                  <a:lnTo>
                    <a:pt x="146173" y="232508"/>
                  </a:lnTo>
                  <a:lnTo>
                    <a:pt x="146154" y="231996"/>
                  </a:lnTo>
                  <a:lnTo>
                    <a:pt x="146078" y="231657"/>
                  </a:lnTo>
                  <a:lnTo>
                    <a:pt x="145943" y="231396"/>
                  </a:lnTo>
                  <a:lnTo>
                    <a:pt x="145783" y="231015"/>
                  </a:lnTo>
                  <a:lnTo>
                    <a:pt x="145679" y="230654"/>
                  </a:lnTo>
                  <a:lnTo>
                    <a:pt x="145513" y="230344"/>
                  </a:lnTo>
                  <a:lnTo>
                    <a:pt x="145418" y="230185"/>
                  </a:lnTo>
                  <a:lnTo>
                    <a:pt x="145261" y="229980"/>
                  </a:lnTo>
                  <a:lnTo>
                    <a:pt x="145645" y="229687"/>
                  </a:lnTo>
                  <a:lnTo>
                    <a:pt x="146167" y="229141"/>
                  </a:lnTo>
                  <a:lnTo>
                    <a:pt x="146546" y="229103"/>
                  </a:lnTo>
                  <a:lnTo>
                    <a:pt x="146605" y="228415"/>
                  </a:lnTo>
                  <a:lnTo>
                    <a:pt x="146484" y="228258"/>
                  </a:lnTo>
                  <a:lnTo>
                    <a:pt x="146477" y="226993"/>
                  </a:lnTo>
                  <a:lnTo>
                    <a:pt x="147034" y="226637"/>
                  </a:lnTo>
                  <a:lnTo>
                    <a:pt x="147815" y="226518"/>
                  </a:lnTo>
                  <a:lnTo>
                    <a:pt x="148108" y="226684"/>
                  </a:lnTo>
                  <a:lnTo>
                    <a:pt x="148830" y="226269"/>
                  </a:lnTo>
                  <a:lnTo>
                    <a:pt x="149302" y="225941"/>
                  </a:lnTo>
                  <a:lnTo>
                    <a:pt x="149900" y="225741"/>
                  </a:lnTo>
                  <a:lnTo>
                    <a:pt x="150263" y="225643"/>
                  </a:lnTo>
                  <a:lnTo>
                    <a:pt x="150321" y="225463"/>
                  </a:lnTo>
                  <a:lnTo>
                    <a:pt x="150297" y="225234"/>
                  </a:lnTo>
                  <a:lnTo>
                    <a:pt x="149834" y="224416"/>
                  </a:lnTo>
                  <a:lnTo>
                    <a:pt x="149465" y="224043"/>
                  </a:lnTo>
                  <a:lnTo>
                    <a:pt x="149290" y="223491"/>
                  </a:lnTo>
                  <a:lnTo>
                    <a:pt x="149219" y="222938"/>
                  </a:lnTo>
                  <a:lnTo>
                    <a:pt x="148797" y="222259"/>
                  </a:lnTo>
                  <a:lnTo>
                    <a:pt x="148439" y="222101"/>
                  </a:lnTo>
                  <a:lnTo>
                    <a:pt x="148149" y="221870"/>
                  </a:lnTo>
                  <a:lnTo>
                    <a:pt x="148017" y="221695"/>
                  </a:lnTo>
                  <a:lnTo>
                    <a:pt x="147950" y="221511"/>
                  </a:lnTo>
                  <a:lnTo>
                    <a:pt x="147929" y="221374"/>
                  </a:lnTo>
                  <a:lnTo>
                    <a:pt x="147889" y="221082"/>
                  </a:lnTo>
                  <a:lnTo>
                    <a:pt x="147893" y="220855"/>
                  </a:lnTo>
                  <a:lnTo>
                    <a:pt x="147941" y="220606"/>
                  </a:lnTo>
                  <a:lnTo>
                    <a:pt x="148187" y="220452"/>
                  </a:lnTo>
                  <a:lnTo>
                    <a:pt x="148428" y="220573"/>
                  </a:lnTo>
                  <a:lnTo>
                    <a:pt x="148859" y="220692"/>
                  </a:lnTo>
                  <a:lnTo>
                    <a:pt x="149021" y="220135"/>
                  </a:lnTo>
                  <a:lnTo>
                    <a:pt x="149157" y="219947"/>
                  </a:lnTo>
                  <a:lnTo>
                    <a:pt x="149590" y="219696"/>
                  </a:lnTo>
                  <a:lnTo>
                    <a:pt x="149811" y="219653"/>
                  </a:lnTo>
                  <a:lnTo>
                    <a:pt x="149955" y="219677"/>
                  </a:lnTo>
                  <a:lnTo>
                    <a:pt x="150306" y="219614"/>
                  </a:lnTo>
                  <a:lnTo>
                    <a:pt x="150755" y="219228"/>
                  </a:lnTo>
                  <a:lnTo>
                    <a:pt x="150795" y="218892"/>
                  </a:lnTo>
                  <a:lnTo>
                    <a:pt x="151322" y="218976"/>
                  </a:lnTo>
                  <a:lnTo>
                    <a:pt x="151664" y="219277"/>
                  </a:lnTo>
                  <a:lnTo>
                    <a:pt x="151600" y="219757"/>
                  </a:lnTo>
                  <a:lnTo>
                    <a:pt x="151600" y="219993"/>
                  </a:lnTo>
                  <a:lnTo>
                    <a:pt x="151753" y="220430"/>
                  </a:lnTo>
                  <a:lnTo>
                    <a:pt x="151905" y="220483"/>
                  </a:lnTo>
                  <a:lnTo>
                    <a:pt x="152155" y="220634"/>
                  </a:lnTo>
                  <a:lnTo>
                    <a:pt x="152411" y="220902"/>
                  </a:lnTo>
                  <a:lnTo>
                    <a:pt x="152490" y="221081"/>
                  </a:lnTo>
                  <a:lnTo>
                    <a:pt x="152521" y="221507"/>
                  </a:lnTo>
                  <a:lnTo>
                    <a:pt x="152409" y="221850"/>
                  </a:lnTo>
                  <a:lnTo>
                    <a:pt x="152448" y="222317"/>
                  </a:lnTo>
                  <a:lnTo>
                    <a:pt x="153677" y="223680"/>
                  </a:lnTo>
                  <a:lnTo>
                    <a:pt x="154259" y="224577"/>
                  </a:lnTo>
                  <a:lnTo>
                    <a:pt x="154603" y="225368"/>
                  </a:lnTo>
                  <a:lnTo>
                    <a:pt x="154670" y="226029"/>
                  </a:lnTo>
                  <a:lnTo>
                    <a:pt x="154672" y="226813"/>
                  </a:lnTo>
                  <a:lnTo>
                    <a:pt x="154608" y="227029"/>
                  </a:lnTo>
                  <a:lnTo>
                    <a:pt x="154537" y="227161"/>
                  </a:lnTo>
                  <a:lnTo>
                    <a:pt x="154400" y="227598"/>
                  </a:lnTo>
                  <a:lnTo>
                    <a:pt x="154305" y="228131"/>
                  </a:lnTo>
                  <a:lnTo>
                    <a:pt x="154609" y="228310"/>
                  </a:lnTo>
                  <a:lnTo>
                    <a:pt x="154760" y="228303"/>
                  </a:lnTo>
                  <a:lnTo>
                    <a:pt x="155038" y="228831"/>
                  </a:lnTo>
                  <a:lnTo>
                    <a:pt x="155102" y="229571"/>
                  </a:lnTo>
                  <a:lnTo>
                    <a:pt x="155082" y="230934"/>
                  </a:lnTo>
                  <a:lnTo>
                    <a:pt x="155006" y="231226"/>
                  </a:lnTo>
                  <a:lnTo>
                    <a:pt x="155285" y="231537"/>
                  </a:lnTo>
                  <a:lnTo>
                    <a:pt x="155587" y="231576"/>
                  </a:lnTo>
                  <a:lnTo>
                    <a:pt x="156558" y="231610"/>
                  </a:lnTo>
                  <a:lnTo>
                    <a:pt x="156771" y="231116"/>
                  </a:lnTo>
                  <a:lnTo>
                    <a:pt x="157429" y="230645"/>
                  </a:lnTo>
                  <a:lnTo>
                    <a:pt x="157734" y="230198"/>
                  </a:lnTo>
                  <a:lnTo>
                    <a:pt x="157522" y="230028"/>
                  </a:lnTo>
                  <a:lnTo>
                    <a:pt x="157622" y="229824"/>
                  </a:lnTo>
                  <a:lnTo>
                    <a:pt x="158100" y="229598"/>
                  </a:lnTo>
                  <a:lnTo>
                    <a:pt x="158324" y="229524"/>
                  </a:lnTo>
                  <a:lnTo>
                    <a:pt x="158730" y="229714"/>
                  </a:lnTo>
                  <a:lnTo>
                    <a:pt x="159241" y="229973"/>
                  </a:lnTo>
                  <a:lnTo>
                    <a:pt x="159375" y="229940"/>
                  </a:lnTo>
                  <a:lnTo>
                    <a:pt x="159658" y="229746"/>
                  </a:lnTo>
                  <a:lnTo>
                    <a:pt x="160125" y="229148"/>
                  </a:lnTo>
                  <a:lnTo>
                    <a:pt x="160255" y="228958"/>
                  </a:lnTo>
                  <a:lnTo>
                    <a:pt x="160249" y="228732"/>
                  </a:lnTo>
                  <a:lnTo>
                    <a:pt x="160725" y="228385"/>
                  </a:lnTo>
                  <a:lnTo>
                    <a:pt x="161568" y="228108"/>
                  </a:lnTo>
                  <a:lnTo>
                    <a:pt x="162351" y="228225"/>
                  </a:lnTo>
                  <a:lnTo>
                    <a:pt x="163025" y="228468"/>
                  </a:lnTo>
                  <a:lnTo>
                    <a:pt x="163438" y="228669"/>
                  </a:lnTo>
                  <a:lnTo>
                    <a:pt x="164188" y="228896"/>
                  </a:lnTo>
                  <a:lnTo>
                    <a:pt x="164341" y="228713"/>
                  </a:lnTo>
                  <a:lnTo>
                    <a:pt x="164367" y="228422"/>
                  </a:lnTo>
                  <a:lnTo>
                    <a:pt x="164512" y="228117"/>
                  </a:lnTo>
                  <a:lnTo>
                    <a:pt x="164721" y="227807"/>
                  </a:lnTo>
                  <a:lnTo>
                    <a:pt x="165082" y="227379"/>
                  </a:lnTo>
                  <a:lnTo>
                    <a:pt x="165642" y="226928"/>
                  </a:lnTo>
                  <a:lnTo>
                    <a:pt x="166103" y="227056"/>
                  </a:lnTo>
                  <a:lnTo>
                    <a:pt x="166391" y="227006"/>
                  </a:lnTo>
                  <a:lnTo>
                    <a:pt x="166860" y="226698"/>
                  </a:lnTo>
                  <a:lnTo>
                    <a:pt x="167500" y="225999"/>
                  </a:lnTo>
                  <a:lnTo>
                    <a:pt x="167467" y="225387"/>
                  </a:lnTo>
                  <a:lnTo>
                    <a:pt x="167379" y="224834"/>
                  </a:lnTo>
                  <a:lnTo>
                    <a:pt x="167676" y="224070"/>
                  </a:lnTo>
                  <a:lnTo>
                    <a:pt x="167539" y="223755"/>
                  </a:lnTo>
                  <a:lnTo>
                    <a:pt x="167449" y="223599"/>
                  </a:lnTo>
                  <a:lnTo>
                    <a:pt x="167576" y="222767"/>
                  </a:lnTo>
                  <a:lnTo>
                    <a:pt x="167682" y="222614"/>
                  </a:lnTo>
                  <a:lnTo>
                    <a:pt x="167885" y="222438"/>
                  </a:lnTo>
                  <a:lnTo>
                    <a:pt x="168301" y="222322"/>
                  </a:lnTo>
                  <a:lnTo>
                    <a:pt x="168801" y="222061"/>
                  </a:lnTo>
                  <a:lnTo>
                    <a:pt x="169013" y="221613"/>
                  </a:lnTo>
                  <a:lnTo>
                    <a:pt x="168986" y="221172"/>
                  </a:lnTo>
                  <a:lnTo>
                    <a:pt x="168675" y="220977"/>
                  </a:lnTo>
                  <a:lnTo>
                    <a:pt x="168402" y="220662"/>
                  </a:lnTo>
                  <a:lnTo>
                    <a:pt x="168404" y="220246"/>
                  </a:lnTo>
                  <a:lnTo>
                    <a:pt x="168278" y="219913"/>
                  </a:lnTo>
                  <a:lnTo>
                    <a:pt x="168004" y="219596"/>
                  </a:lnTo>
                  <a:lnTo>
                    <a:pt x="167751" y="219300"/>
                  </a:lnTo>
                  <a:lnTo>
                    <a:pt x="167447" y="218682"/>
                  </a:lnTo>
                  <a:lnTo>
                    <a:pt x="167405" y="218423"/>
                  </a:lnTo>
                  <a:lnTo>
                    <a:pt x="167404" y="218259"/>
                  </a:lnTo>
                  <a:lnTo>
                    <a:pt x="167265" y="217906"/>
                  </a:lnTo>
                  <a:lnTo>
                    <a:pt x="166855" y="217336"/>
                  </a:lnTo>
                  <a:lnTo>
                    <a:pt x="166440" y="217060"/>
                  </a:lnTo>
                  <a:lnTo>
                    <a:pt x="166598" y="216477"/>
                  </a:lnTo>
                  <a:lnTo>
                    <a:pt x="166324" y="216143"/>
                  </a:lnTo>
                  <a:lnTo>
                    <a:pt x="166210" y="215960"/>
                  </a:lnTo>
                  <a:lnTo>
                    <a:pt x="166070" y="215372"/>
                  </a:lnTo>
                  <a:lnTo>
                    <a:pt x="165036" y="214864"/>
                  </a:lnTo>
                  <a:lnTo>
                    <a:pt x="164576" y="214846"/>
                  </a:lnTo>
                  <a:lnTo>
                    <a:pt x="164393" y="214795"/>
                  </a:lnTo>
                  <a:lnTo>
                    <a:pt x="164186" y="214623"/>
                  </a:lnTo>
                  <a:lnTo>
                    <a:pt x="163908" y="214275"/>
                  </a:lnTo>
                  <a:lnTo>
                    <a:pt x="163962" y="213761"/>
                  </a:lnTo>
                  <a:lnTo>
                    <a:pt x="164206" y="213453"/>
                  </a:lnTo>
                  <a:lnTo>
                    <a:pt x="164524" y="212701"/>
                  </a:lnTo>
                  <a:lnTo>
                    <a:pt x="164414" y="212108"/>
                  </a:lnTo>
                  <a:lnTo>
                    <a:pt x="164098" y="210855"/>
                  </a:lnTo>
                  <a:lnTo>
                    <a:pt x="163913" y="210431"/>
                  </a:lnTo>
                  <a:lnTo>
                    <a:pt x="163821" y="209232"/>
                  </a:lnTo>
                  <a:lnTo>
                    <a:pt x="163942" y="208954"/>
                  </a:lnTo>
                  <a:lnTo>
                    <a:pt x="163911" y="208814"/>
                  </a:lnTo>
                  <a:lnTo>
                    <a:pt x="163755" y="208548"/>
                  </a:lnTo>
                  <a:lnTo>
                    <a:pt x="163563" y="208336"/>
                  </a:lnTo>
                  <a:lnTo>
                    <a:pt x="163196" y="207314"/>
                  </a:lnTo>
                  <a:lnTo>
                    <a:pt x="163050" y="206850"/>
                  </a:lnTo>
                  <a:lnTo>
                    <a:pt x="163027" y="206264"/>
                  </a:lnTo>
                  <a:lnTo>
                    <a:pt x="163363" y="206223"/>
                  </a:lnTo>
                  <a:lnTo>
                    <a:pt x="163767" y="206351"/>
                  </a:lnTo>
                  <a:lnTo>
                    <a:pt x="164488" y="206091"/>
                  </a:lnTo>
                  <a:lnTo>
                    <a:pt x="164489" y="205935"/>
                  </a:lnTo>
                  <a:lnTo>
                    <a:pt x="164539" y="205699"/>
                  </a:lnTo>
                  <a:lnTo>
                    <a:pt x="164674" y="205542"/>
                  </a:lnTo>
                  <a:lnTo>
                    <a:pt x="165044" y="205312"/>
                  </a:lnTo>
                  <a:lnTo>
                    <a:pt x="165300" y="205253"/>
                  </a:lnTo>
                  <a:lnTo>
                    <a:pt x="165615" y="205003"/>
                  </a:lnTo>
                  <a:lnTo>
                    <a:pt x="166143" y="204480"/>
                  </a:lnTo>
                  <a:lnTo>
                    <a:pt x="166272" y="203969"/>
                  </a:lnTo>
                  <a:lnTo>
                    <a:pt x="166381" y="203601"/>
                  </a:lnTo>
                  <a:lnTo>
                    <a:pt x="166313" y="203142"/>
                  </a:lnTo>
                  <a:lnTo>
                    <a:pt x="166076" y="202918"/>
                  </a:lnTo>
                  <a:lnTo>
                    <a:pt x="166101" y="202752"/>
                  </a:lnTo>
                  <a:lnTo>
                    <a:pt x="166179" y="202193"/>
                  </a:lnTo>
                  <a:lnTo>
                    <a:pt x="165897" y="201882"/>
                  </a:lnTo>
                  <a:lnTo>
                    <a:pt x="165704" y="201731"/>
                  </a:lnTo>
                  <a:lnTo>
                    <a:pt x="165484" y="201172"/>
                  </a:lnTo>
                  <a:lnTo>
                    <a:pt x="165275" y="200874"/>
                  </a:lnTo>
                  <a:lnTo>
                    <a:pt x="165207" y="200427"/>
                  </a:lnTo>
                  <a:lnTo>
                    <a:pt x="165241" y="200238"/>
                  </a:lnTo>
                  <a:lnTo>
                    <a:pt x="165421" y="199940"/>
                  </a:lnTo>
                  <a:lnTo>
                    <a:pt x="165484" y="199724"/>
                  </a:lnTo>
                  <a:lnTo>
                    <a:pt x="165605" y="199355"/>
                  </a:lnTo>
                  <a:lnTo>
                    <a:pt x="165363" y="198821"/>
                  </a:lnTo>
                  <a:lnTo>
                    <a:pt x="165181" y="198480"/>
                  </a:lnTo>
                  <a:lnTo>
                    <a:pt x="164985" y="197487"/>
                  </a:lnTo>
                  <a:lnTo>
                    <a:pt x="164854" y="197061"/>
                  </a:lnTo>
                  <a:lnTo>
                    <a:pt x="165020" y="196063"/>
                  </a:lnTo>
                  <a:lnTo>
                    <a:pt x="165384" y="195547"/>
                  </a:lnTo>
                  <a:lnTo>
                    <a:pt x="164845" y="195123"/>
                  </a:lnTo>
                  <a:lnTo>
                    <a:pt x="164311" y="194177"/>
                  </a:lnTo>
                  <a:lnTo>
                    <a:pt x="164317" y="193775"/>
                  </a:lnTo>
                  <a:lnTo>
                    <a:pt x="164689" y="193554"/>
                  </a:lnTo>
                  <a:lnTo>
                    <a:pt x="164959" y="193431"/>
                  </a:lnTo>
                  <a:lnTo>
                    <a:pt x="165424" y="193366"/>
                  </a:lnTo>
                  <a:lnTo>
                    <a:pt x="166447" y="193702"/>
                  </a:lnTo>
                  <a:lnTo>
                    <a:pt x="166650" y="193842"/>
                  </a:lnTo>
                  <a:lnTo>
                    <a:pt x="167243" y="193948"/>
                  </a:lnTo>
                  <a:lnTo>
                    <a:pt x="167431" y="193806"/>
                  </a:lnTo>
                  <a:lnTo>
                    <a:pt x="167600" y="193627"/>
                  </a:lnTo>
                  <a:lnTo>
                    <a:pt x="167719" y="193323"/>
                  </a:lnTo>
                  <a:lnTo>
                    <a:pt x="168098" y="193085"/>
                  </a:lnTo>
                  <a:lnTo>
                    <a:pt x="168428" y="192896"/>
                  </a:lnTo>
                  <a:lnTo>
                    <a:pt x="168826" y="192706"/>
                  </a:lnTo>
                  <a:lnTo>
                    <a:pt x="169148" y="192367"/>
                  </a:lnTo>
                  <a:lnTo>
                    <a:pt x="169211" y="192231"/>
                  </a:lnTo>
                  <a:lnTo>
                    <a:pt x="169627" y="192095"/>
                  </a:lnTo>
                  <a:lnTo>
                    <a:pt x="170238" y="192393"/>
                  </a:lnTo>
                  <a:lnTo>
                    <a:pt x="170518" y="192774"/>
                  </a:lnTo>
                  <a:lnTo>
                    <a:pt x="170895" y="193609"/>
                  </a:lnTo>
                  <a:lnTo>
                    <a:pt x="171495" y="194671"/>
                  </a:lnTo>
                  <a:lnTo>
                    <a:pt x="171333" y="195240"/>
                  </a:lnTo>
                  <a:lnTo>
                    <a:pt x="171291" y="195470"/>
                  </a:lnTo>
                  <a:lnTo>
                    <a:pt x="171550" y="196359"/>
                  </a:lnTo>
                  <a:lnTo>
                    <a:pt x="171715" y="197241"/>
                  </a:lnTo>
                  <a:lnTo>
                    <a:pt x="171748" y="197706"/>
                  </a:lnTo>
                  <a:lnTo>
                    <a:pt x="171752" y="198220"/>
                  </a:lnTo>
                  <a:lnTo>
                    <a:pt x="172013" y="199108"/>
                  </a:lnTo>
                  <a:lnTo>
                    <a:pt x="172043" y="199471"/>
                  </a:lnTo>
                  <a:lnTo>
                    <a:pt x="171919" y="200159"/>
                  </a:lnTo>
                  <a:lnTo>
                    <a:pt x="172405" y="201016"/>
                  </a:lnTo>
                  <a:lnTo>
                    <a:pt x="173000" y="201181"/>
                  </a:lnTo>
                  <a:lnTo>
                    <a:pt x="173151" y="201120"/>
                  </a:lnTo>
                  <a:lnTo>
                    <a:pt x="173390" y="200869"/>
                  </a:lnTo>
                  <a:lnTo>
                    <a:pt x="173664" y="200714"/>
                  </a:lnTo>
                  <a:lnTo>
                    <a:pt x="173969" y="200778"/>
                  </a:lnTo>
                  <a:lnTo>
                    <a:pt x="174386" y="200917"/>
                  </a:lnTo>
                  <a:lnTo>
                    <a:pt x="174636" y="201103"/>
                  </a:lnTo>
                  <a:lnTo>
                    <a:pt x="175187" y="201105"/>
                  </a:lnTo>
                  <a:lnTo>
                    <a:pt x="175595" y="200786"/>
                  </a:lnTo>
                  <a:lnTo>
                    <a:pt x="175638" y="200563"/>
                  </a:lnTo>
                  <a:lnTo>
                    <a:pt x="175669" y="200234"/>
                  </a:lnTo>
                  <a:lnTo>
                    <a:pt x="175870" y="200103"/>
                  </a:lnTo>
                  <a:lnTo>
                    <a:pt x="176141" y="200016"/>
                  </a:lnTo>
                  <a:lnTo>
                    <a:pt x="176341" y="199978"/>
                  </a:lnTo>
                  <a:lnTo>
                    <a:pt x="176528" y="200001"/>
                  </a:lnTo>
                  <a:lnTo>
                    <a:pt x="177301" y="199910"/>
                  </a:lnTo>
                  <a:lnTo>
                    <a:pt x="177461" y="199872"/>
                  </a:lnTo>
                  <a:lnTo>
                    <a:pt x="177549" y="199633"/>
                  </a:lnTo>
                  <a:lnTo>
                    <a:pt x="177404" y="199321"/>
                  </a:lnTo>
                  <a:lnTo>
                    <a:pt x="177238" y="198872"/>
                  </a:lnTo>
                  <a:lnTo>
                    <a:pt x="177490" y="198712"/>
                  </a:lnTo>
                  <a:lnTo>
                    <a:pt x="177621" y="198457"/>
                  </a:lnTo>
                  <a:lnTo>
                    <a:pt x="177563" y="198168"/>
                  </a:lnTo>
                  <a:lnTo>
                    <a:pt x="177283" y="197875"/>
                  </a:lnTo>
                  <a:lnTo>
                    <a:pt x="177003" y="198008"/>
                  </a:lnTo>
                  <a:lnTo>
                    <a:pt x="176712" y="197976"/>
                  </a:lnTo>
                  <a:lnTo>
                    <a:pt x="175411" y="197292"/>
                  </a:lnTo>
                  <a:lnTo>
                    <a:pt x="175258" y="196401"/>
                  </a:lnTo>
                  <a:lnTo>
                    <a:pt x="175450" y="196027"/>
                  </a:lnTo>
                  <a:lnTo>
                    <a:pt x="175510" y="195874"/>
                  </a:lnTo>
                  <a:lnTo>
                    <a:pt x="175571" y="195228"/>
                  </a:lnTo>
                  <a:lnTo>
                    <a:pt x="175556" y="194637"/>
                  </a:lnTo>
                  <a:lnTo>
                    <a:pt x="175716" y="193363"/>
                  </a:lnTo>
                  <a:lnTo>
                    <a:pt x="175846" y="193188"/>
                  </a:lnTo>
                  <a:lnTo>
                    <a:pt x="176070" y="193047"/>
                  </a:lnTo>
                  <a:lnTo>
                    <a:pt x="176282" y="193021"/>
                  </a:lnTo>
                  <a:lnTo>
                    <a:pt x="176469" y="193032"/>
                  </a:lnTo>
                  <a:lnTo>
                    <a:pt x="176957" y="192512"/>
                  </a:lnTo>
                  <a:lnTo>
                    <a:pt x="177194" y="191989"/>
                  </a:lnTo>
                  <a:lnTo>
                    <a:pt x="178466" y="191137"/>
                  </a:lnTo>
                  <a:lnTo>
                    <a:pt x="178721" y="191100"/>
                  </a:lnTo>
                  <a:lnTo>
                    <a:pt x="178922" y="190973"/>
                  </a:lnTo>
                  <a:lnTo>
                    <a:pt x="179186" y="190614"/>
                  </a:lnTo>
                  <a:lnTo>
                    <a:pt x="179162" y="190060"/>
                  </a:lnTo>
                  <a:lnTo>
                    <a:pt x="179081" y="189741"/>
                  </a:lnTo>
                  <a:lnTo>
                    <a:pt x="178833" y="188937"/>
                  </a:lnTo>
                  <a:lnTo>
                    <a:pt x="178423" y="188011"/>
                  </a:lnTo>
                  <a:lnTo>
                    <a:pt x="178233" y="187721"/>
                  </a:lnTo>
                  <a:lnTo>
                    <a:pt x="177781" y="187229"/>
                  </a:lnTo>
                  <a:lnTo>
                    <a:pt x="177341" y="186668"/>
                  </a:lnTo>
                  <a:lnTo>
                    <a:pt x="177132" y="185953"/>
                  </a:lnTo>
                  <a:lnTo>
                    <a:pt x="177094" y="185078"/>
                  </a:lnTo>
                  <a:lnTo>
                    <a:pt x="177140" y="184708"/>
                  </a:lnTo>
                  <a:lnTo>
                    <a:pt x="177370" y="184545"/>
                  </a:lnTo>
                  <a:lnTo>
                    <a:pt x="177599" y="184446"/>
                  </a:lnTo>
                  <a:lnTo>
                    <a:pt x="177635" y="183402"/>
                  </a:lnTo>
                  <a:lnTo>
                    <a:pt x="177924" y="183430"/>
                  </a:lnTo>
                  <a:lnTo>
                    <a:pt x="178336" y="183500"/>
                  </a:lnTo>
                  <a:lnTo>
                    <a:pt x="179035" y="183722"/>
                  </a:lnTo>
                  <a:lnTo>
                    <a:pt x="179556" y="183741"/>
                  </a:lnTo>
                  <a:lnTo>
                    <a:pt x="179600" y="183554"/>
                  </a:lnTo>
                  <a:lnTo>
                    <a:pt x="180008" y="183263"/>
                  </a:lnTo>
                  <a:lnTo>
                    <a:pt x="180189" y="183243"/>
                  </a:lnTo>
                  <a:lnTo>
                    <a:pt x="180397" y="183285"/>
                  </a:lnTo>
                  <a:lnTo>
                    <a:pt x="181573" y="183032"/>
                  </a:lnTo>
                  <a:lnTo>
                    <a:pt x="182095" y="182630"/>
                  </a:lnTo>
                  <a:close/>
                </a:path>
              </a:pathLst>
            </a:custGeom>
            <a:solidFill>
              <a:srgbClr val="B9D9E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7055927" y="1786818"/>
              <a:ext cx="183162" cy="182882"/>
            </a:xfrm>
            <a:custGeom>
              <a:avLst/>
              <a:pathLst>
                <a:path w="183162" h="182882">
                  <a:moveTo>
                    <a:pt x="182879" y="182880"/>
                  </a:moveTo>
                  <a:lnTo>
                    <a:pt x="182539" y="182830"/>
                  </a:lnTo>
                  <a:lnTo>
                    <a:pt x="182503" y="182628"/>
                  </a:lnTo>
                  <a:lnTo>
                    <a:pt x="182480" y="182444"/>
                  </a:lnTo>
                  <a:lnTo>
                    <a:pt x="182835" y="182504"/>
                  </a:lnTo>
                  <a:lnTo>
                    <a:pt x="183162" y="18288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7058062" y="1786534"/>
              <a:ext cx="183079" cy="183245"/>
            </a:xfrm>
            <a:custGeom>
              <a:avLst/>
              <a:pathLst>
                <a:path w="183079" h="183245">
                  <a:moveTo>
                    <a:pt x="182879" y="182880"/>
                  </a:moveTo>
                  <a:lnTo>
                    <a:pt x="182625" y="183245"/>
                  </a:lnTo>
                  <a:lnTo>
                    <a:pt x="182240" y="182963"/>
                  </a:lnTo>
                  <a:lnTo>
                    <a:pt x="182229" y="182630"/>
                  </a:lnTo>
                  <a:lnTo>
                    <a:pt x="182488" y="182426"/>
                  </a:lnTo>
                  <a:lnTo>
                    <a:pt x="182532" y="182051"/>
                  </a:lnTo>
                  <a:lnTo>
                    <a:pt x="182865" y="181855"/>
                  </a:lnTo>
                  <a:lnTo>
                    <a:pt x="183079" y="182196"/>
                  </a:lnTo>
                  <a:lnTo>
                    <a:pt x="182852" y="18239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7059337" y="1782711"/>
              <a:ext cx="182879" cy="182967"/>
            </a:xfrm>
            <a:custGeom>
              <a:avLst/>
              <a:pathLst>
                <a:path w="182879" h="182967">
                  <a:moveTo>
                    <a:pt x="182879" y="182880"/>
                  </a:moveTo>
                  <a:lnTo>
                    <a:pt x="182392" y="182967"/>
                  </a:lnTo>
                  <a:lnTo>
                    <a:pt x="182388" y="18276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7060252" y="1778710"/>
              <a:ext cx="183361" cy="182880"/>
            </a:xfrm>
            <a:custGeom>
              <a:avLst/>
              <a:pathLst>
                <a:path w="183361" h="182880">
                  <a:moveTo>
                    <a:pt x="182879" y="182880"/>
                  </a:moveTo>
                  <a:lnTo>
                    <a:pt x="182716" y="182812"/>
                  </a:lnTo>
                  <a:lnTo>
                    <a:pt x="182647" y="182427"/>
                  </a:lnTo>
                  <a:lnTo>
                    <a:pt x="183117" y="182202"/>
                  </a:lnTo>
                  <a:lnTo>
                    <a:pt x="183361" y="182313"/>
                  </a:lnTo>
                  <a:lnTo>
                    <a:pt x="182983" y="18256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7079036" y="1774318"/>
              <a:ext cx="183338" cy="183254"/>
            </a:xfrm>
            <a:custGeom>
              <a:avLst/>
              <a:pathLst>
                <a:path w="183338" h="183254">
                  <a:moveTo>
                    <a:pt x="182879" y="182880"/>
                  </a:moveTo>
                  <a:lnTo>
                    <a:pt x="183338" y="183238"/>
                  </a:lnTo>
                  <a:lnTo>
                    <a:pt x="183138" y="18325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7078908" y="1772511"/>
              <a:ext cx="184228" cy="184216"/>
            </a:xfrm>
            <a:custGeom>
              <a:avLst/>
              <a:pathLst>
                <a:path w="184228" h="184216">
                  <a:moveTo>
                    <a:pt x="182879" y="182880"/>
                  </a:moveTo>
                  <a:lnTo>
                    <a:pt x="183068" y="182931"/>
                  </a:lnTo>
                  <a:lnTo>
                    <a:pt x="183309" y="183053"/>
                  </a:lnTo>
                  <a:lnTo>
                    <a:pt x="183442" y="183326"/>
                  </a:lnTo>
                  <a:lnTo>
                    <a:pt x="184011" y="183882"/>
                  </a:lnTo>
                  <a:lnTo>
                    <a:pt x="184133" y="184057"/>
                  </a:lnTo>
                  <a:lnTo>
                    <a:pt x="184228" y="184216"/>
                  </a:lnTo>
                  <a:lnTo>
                    <a:pt x="183913" y="184037"/>
                  </a:lnTo>
                  <a:lnTo>
                    <a:pt x="183465" y="183625"/>
                  </a:lnTo>
                  <a:lnTo>
                    <a:pt x="183283" y="183510"/>
                  </a:lnTo>
                  <a:lnTo>
                    <a:pt x="183435" y="183700"/>
                  </a:lnTo>
                  <a:lnTo>
                    <a:pt x="183488" y="183908"/>
                  </a:lnTo>
                  <a:lnTo>
                    <a:pt x="182895" y="183605"/>
                  </a:lnTo>
                  <a:lnTo>
                    <a:pt x="182424" y="183593"/>
                  </a:lnTo>
                  <a:lnTo>
                    <a:pt x="182604" y="183854"/>
                  </a:lnTo>
                  <a:lnTo>
                    <a:pt x="182709" y="183999"/>
                  </a:lnTo>
                  <a:lnTo>
                    <a:pt x="182652" y="184189"/>
                  </a:lnTo>
                  <a:lnTo>
                    <a:pt x="182440" y="183954"/>
                  </a:lnTo>
                  <a:lnTo>
                    <a:pt x="182231" y="183761"/>
                  </a:lnTo>
                  <a:lnTo>
                    <a:pt x="182103" y="183380"/>
                  </a:lnTo>
                  <a:lnTo>
                    <a:pt x="182335" y="183317"/>
                  </a:lnTo>
                  <a:lnTo>
                    <a:pt x="182258" y="183150"/>
                  </a:lnTo>
                  <a:lnTo>
                    <a:pt x="182223" y="182882"/>
                  </a:lnTo>
                  <a:lnTo>
                    <a:pt x="182421" y="182920"/>
                  </a:lnTo>
                  <a:lnTo>
                    <a:pt x="182244" y="18247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7080340" y="1772582"/>
              <a:ext cx="183279" cy="183220"/>
            </a:xfrm>
            <a:custGeom>
              <a:avLst/>
              <a:pathLst>
                <a:path w="183279" h="183220">
                  <a:moveTo>
                    <a:pt x="182879" y="182880"/>
                  </a:moveTo>
                  <a:lnTo>
                    <a:pt x="183279" y="183220"/>
                  </a:lnTo>
                  <a:lnTo>
                    <a:pt x="182833" y="18320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7081165" y="177286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40" y="18259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7079748" y="1771794"/>
              <a:ext cx="182879" cy="183068"/>
            </a:xfrm>
            <a:custGeom>
              <a:avLst/>
              <a:pathLst>
                <a:path w="182879" h="183068">
                  <a:moveTo>
                    <a:pt x="182879" y="182880"/>
                  </a:moveTo>
                  <a:lnTo>
                    <a:pt x="182795" y="183068"/>
                  </a:lnTo>
                  <a:lnTo>
                    <a:pt x="182620" y="18297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7084708" y="1766243"/>
              <a:ext cx="183035" cy="183349"/>
            </a:xfrm>
            <a:custGeom>
              <a:avLst/>
              <a:pathLst>
                <a:path w="183035" h="183349">
                  <a:moveTo>
                    <a:pt x="182879" y="182880"/>
                  </a:moveTo>
                  <a:lnTo>
                    <a:pt x="183035" y="182944"/>
                  </a:lnTo>
                  <a:lnTo>
                    <a:pt x="182804" y="183349"/>
                  </a:lnTo>
                  <a:lnTo>
                    <a:pt x="182624" y="18306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7084408" y="1766181"/>
              <a:ext cx="182879" cy="183285"/>
            </a:xfrm>
            <a:custGeom>
              <a:avLst/>
              <a:pathLst>
                <a:path w="182879" h="183285">
                  <a:moveTo>
                    <a:pt x="182879" y="182880"/>
                  </a:moveTo>
                  <a:lnTo>
                    <a:pt x="182783" y="183079"/>
                  </a:lnTo>
                  <a:lnTo>
                    <a:pt x="182424" y="183285"/>
                  </a:lnTo>
                  <a:lnTo>
                    <a:pt x="182615" y="182906"/>
                  </a:lnTo>
                  <a:lnTo>
                    <a:pt x="182744" y="18283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7083993" y="1765769"/>
              <a:ext cx="183446" cy="183466"/>
            </a:xfrm>
            <a:custGeom>
              <a:avLst/>
              <a:pathLst>
                <a:path w="183446" h="183466">
                  <a:moveTo>
                    <a:pt x="182879" y="182880"/>
                  </a:moveTo>
                  <a:lnTo>
                    <a:pt x="183087" y="182683"/>
                  </a:lnTo>
                  <a:lnTo>
                    <a:pt x="183446" y="182769"/>
                  </a:lnTo>
                  <a:lnTo>
                    <a:pt x="183217" y="183087"/>
                  </a:lnTo>
                  <a:lnTo>
                    <a:pt x="182956" y="183327"/>
                  </a:lnTo>
                  <a:lnTo>
                    <a:pt x="182739" y="183441"/>
                  </a:lnTo>
                  <a:lnTo>
                    <a:pt x="182565" y="183466"/>
                  </a:lnTo>
                  <a:lnTo>
                    <a:pt x="182622" y="18306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7082915" y="176579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7069238" y="1765361"/>
              <a:ext cx="183155" cy="182880"/>
            </a:xfrm>
            <a:custGeom>
              <a:avLst/>
              <a:pathLst>
                <a:path w="183155" h="182880">
                  <a:moveTo>
                    <a:pt x="182879" y="182880"/>
                  </a:moveTo>
                  <a:lnTo>
                    <a:pt x="182954" y="182534"/>
                  </a:lnTo>
                  <a:lnTo>
                    <a:pt x="183155" y="182409"/>
                  </a:lnTo>
                  <a:lnTo>
                    <a:pt x="183075" y="18271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7075029" y="1764862"/>
              <a:ext cx="183400" cy="182880"/>
            </a:xfrm>
            <a:custGeom>
              <a:avLst/>
              <a:pathLst>
                <a:path w="183400" h="182880">
                  <a:moveTo>
                    <a:pt x="182879" y="182880"/>
                  </a:moveTo>
                  <a:lnTo>
                    <a:pt x="182745" y="182639"/>
                  </a:lnTo>
                  <a:lnTo>
                    <a:pt x="182856" y="182276"/>
                  </a:lnTo>
                  <a:lnTo>
                    <a:pt x="182984" y="182293"/>
                  </a:lnTo>
                  <a:lnTo>
                    <a:pt x="183132" y="182145"/>
                  </a:lnTo>
                  <a:lnTo>
                    <a:pt x="183400" y="182395"/>
                  </a:lnTo>
                  <a:lnTo>
                    <a:pt x="183299" y="18272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7069788" y="1763306"/>
              <a:ext cx="183038" cy="183316"/>
            </a:xfrm>
            <a:custGeom>
              <a:avLst/>
              <a:pathLst>
                <a:path w="183038" h="183316">
                  <a:moveTo>
                    <a:pt x="182879" y="182880"/>
                  </a:moveTo>
                  <a:lnTo>
                    <a:pt x="183030" y="183045"/>
                  </a:lnTo>
                  <a:lnTo>
                    <a:pt x="183038" y="183277"/>
                  </a:lnTo>
                  <a:lnTo>
                    <a:pt x="182880" y="183316"/>
                  </a:lnTo>
                  <a:lnTo>
                    <a:pt x="182730" y="183143"/>
                  </a:lnTo>
                  <a:lnTo>
                    <a:pt x="182691" y="18277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7068995" y="176288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7072499" y="1762630"/>
              <a:ext cx="182968" cy="183283"/>
            </a:xfrm>
            <a:custGeom>
              <a:avLst/>
              <a:pathLst>
                <a:path w="182968" h="183283">
                  <a:moveTo>
                    <a:pt x="182879" y="182880"/>
                  </a:moveTo>
                  <a:lnTo>
                    <a:pt x="182968" y="183283"/>
                  </a:lnTo>
                  <a:lnTo>
                    <a:pt x="182715" y="18304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7071978" y="1762410"/>
              <a:ext cx="182969" cy="182880"/>
            </a:xfrm>
            <a:custGeom>
              <a:avLst/>
              <a:pathLst>
                <a:path w="182969" h="182880">
                  <a:moveTo>
                    <a:pt x="182879" y="182880"/>
                  </a:moveTo>
                  <a:lnTo>
                    <a:pt x="182701" y="182716"/>
                  </a:lnTo>
                  <a:lnTo>
                    <a:pt x="182969" y="18261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7081777" y="1759910"/>
              <a:ext cx="183106" cy="183187"/>
            </a:xfrm>
            <a:custGeom>
              <a:avLst/>
              <a:pathLst>
                <a:path w="183106" h="183187">
                  <a:moveTo>
                    <a:pt x="182879" y="182880"/>
                  </a:moveTo>
                  <a:lnTo>
                    <a:pt x="183106" y="182929"/>
                  </a:lnTo>
                  <a:lnTo>
                    <a:pt x="182951" y="18318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7081416" y="1759804"/>
              <a:ext cx="182894" cy="183286"/>
            </a:xfrm>
            <a:custGeom>
              <a:avLst/>
              <a:pathLst>
                <a:path w="182894" h="183286">
                  <a:moveTo>
                    <a:pt x="182879" y="182880"/>
                  </a:moveTo>
                  <a:lnTo>
                    <a:pt x="182894" y="183286"/>
                  </a:lnTo>
                  <a:lnTo>
                    <a:pt x="182560" y="183243"/>
                  </a:lnTo>
                  <a:lnTo>
                    <a:pt x="182664" y="18295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7081378" y="1759302"/>
              <a:ext cx="183255" cy="183274"/>
            </a:xfrm>
            <a:custGeom>
              <a:avLst/>
              <a:pathLst>
                <a:path w="183255" h="183274">
                  <a:moveTo>
                    <a:pt x="182879" y="182880"/>
                  </a:moveTo>
                  <a:lnTo>
                    <a:pt x="183134" y="182978"/>
                  </a:lnTo>
                  <a:lnTo>
                    <a:pt x="183255" y="183203"/>
                  </a:lnTo>
                  <a:lnTo>
                    <a:pt x="182835" y="183274"/>
                  </a:lnTo>
                  <a:lnTo>
                    <a:pt x="182606" y="18324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7079209" y="1758979"/>
              <a:ext cx="183411" cy="183212"/>
            </a:xfrm>
            <a:custGeom>
              <a:avLst/>
              <a:pathLst>
                <a:path w="183411" h="183212">
                  <a:moveTo>
                    <a:pt x="182879" y="182880"/>
                  </a:moveTo>
                  <a:lnTo>
                    <a:pt x="182951" y="182539"/>
                  </a:lnTo>
                  <a:lnTo>
                    <a:pt x="183223" y="182484"/>
                  </a:lnTo>
                  <a:lnTo>
                    <a:pt x="183411" y="182867"/>
                  </a:lnTo>
                  <a:lnTo>
                    <a:pt x="183140" y="183210"/>
                  </a:lnTo>
                  <a:lnTo>
                    <a:pt x="182865" y="18321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7081197" y="1758296"/>
              <a:ext cx="183624" cy="183326"/>
            </a:xfrm>
            <a:custGeom>
              <a:avLst/>
              <a:pathLst>
                <a:path w="183624" h="183326">
                  <a:moveTo>
                    <a:pt x="182879" y="182880"/>
                  </a:moveTo>
                  <a:lnTo>
                    <a:pt x="183166" y="182784"/>
                  </a:lnTo>
                  <a:lnTo>
                    <a:pt x="183441" y="182416"/>
                  </a:lnTo>
                  <a:lnTo>
                    <a:pt x="183589" y="182256"/>
                  </a:lnTo>
                  <a:lnTo>
                    <a:pt x="183624" y="182354"/>
                  </a:lnTo>
                  <a:lnTo>
                    <a:pt x="183501" y="182783"/>
                  </a:lnTo>
                  <a:lnTo>
                    <a:pt x="183223" y="183225"/>
                  </a:lnTo>
                  <a:lnTo>
                    <a:pt x="182804" y="18332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7084327" y="1757509"/>
              <a:ext cx="183010" cy="182880"/>
            </a:xfrm>
            <a:custGeom>
              <a:avLst/>
              <a:pathLst>
                <a:path w="183010" h="182880">
                  <a:moveTo>
                    <a:pt x="182879" y="182880"/>
                  </a:moveTo>
                  <a:lnTo>
                    <a:pt x="182864" y="182720"/>
                  </a:lnTo>
                  <a:lnTo>
                    <a:pt x="183010" y="18270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7083535" y="1756274"/>
              <a:ext cx="182970" cy="184335"/>
            </a:xfrm>
            <a:custGeom>
              <a:avLst/>
              <a:pathLst>
                <a:path w="182970" h="184335">
                  <a:moveTo>
                    <a:pt x="182879" y="182880"/>
                  </a:moveTo>
                  <a:lnTo>
                    <a:pt x="182497" y="183139"/>
                  </a:lnTo>
                  <a:lnTo>
                    <a:pt x="182281" y="182935"/>
                  </a:lnTo>
                  <a:lnTo>
                    <a:pt x="182047" y="183042"/>
                  </a:lnTo>
                  <a:lnTo>
                    <a:pt x="182118" y="183517"/>
                  </a:lnTo>
                  <a:lnTo>
                    <a:pt x="182199" y="184044"/>
                  </a:lnTo>
                  <a:lnTo>
                    <a:pt x="182414" y="184090"/>
                  </a:lnTo>
                  <a:lnTo>
                    <a:pt x="182224" y="184268"/>
                  </a:lnTo>
                  <a:lnTo>
                    <a:pt x="181977" y="184335"/>
                  </a:lnTo>
                  <a:lnTo>
                    <a:pt x="181682" y="184098"/>
                  </a:lnTo>
                  <a:lnTo>
                    <a:pt x="181584" y="183901"/>
                  </a:lnTo>
                  <a:lnTo>
                    <a:pt x="181170" y="184037"/>
                  </a:lnTo>
                  <a:lnTo>
                    <a:pt x="180753" y="184241"/>
                  </a:lnTo>
                  <a:lnTo>
                    <a:pt x="180392" y="184244"/>
                  </a:lnTo>
                  <a:lnTo>
                    <a:pt x="180168" y="184219"/>
                  </a:lnTo>
                  <a:lnTo>
                    <a:pt x="179879" y="184081"/>
                  </a:lnTo>
                  <a:lnTo>
                    <a:pt x="179599" y="184178"/>
                  </a:lnTo>
                  <a:lnTo>
                    <a:pt x="179381" y="184117"/>
                  </a:lnTo>
                  <a:lnTo>
                    <a:pt x="178954" y="184051"/>
                  </a:lnTo>
                  <a:lnTo>
                    <a:pt x="179102" y="183654"/>
                  </a:lnTo>
                  <a:lnTo>
                    <a:pt x="179471" y="183563"/>
                  </a:lnTo>
                  <a:lnTo>
                    <a:pt x="179900" y="183207"/>
                  </a:lnTo>
                  <a:lnTo>
                    <a:pt x="180276" y="182769"/>
                  </a:lnTo>
                  <a:lnTo>
                    <a:pt x="180483" y="182666"/>
                  </a:lnTo>
                  <a:lnTo>
                    <a:pt x="180867" y="182513"/>
                  </a:lnTo>
                  <a:lnTo>
                    <a:pt x="181476" y="182582"/>
                  </a:lnTo>
                  <a:lnTo>
                    <a:pt x="181669" y="182392"/>
                  </a:lnTo>
                  <a:lnTo>
                    <a:pt x="181991" y="182310"/>
                  </a:lnTo>
                  <a:lnTo>
                    <a:pt x="182614" y="182464"/>
                  </a:lnTo>
                  <a:lnTo>
                    <a:pt x="182849" y="182422"/>
                  </a:lnTo>
                  <a:lnTo>
                    <a:pt x="182970" y="18274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7078071" y="1755229"/>
              <a:ext cx="184284" cy="184299"/>
            </a:xfrm>
            <a:custGeom>
              <a:avLst/>
              <a:pathLst>
                <a:path w="184284" h="184299">
                  <a:moveTo>
                    <a:pt x="182879" y="182880"/>
                  </a:moveTo>
                  <a:lnTo>
                    <a:pt x="183034" y="183168"/>
                  </a:lnTo>
                  <a:lnTo>
                    <a:pt x="183333" y="183308"/>
                  </a:lnTo>
                  <a:lnTo>
                    <a:pt x="183673" y="183205"/>
                  </a:lnTo>
                  <a:lnTo>
                    <a:pt x="183827" y="183109"/>
                  </a:lnTo>
                  <a:lnTo>
                    <a:pt x="184284" y="183074"/>
                  </a:lnTo>
                  <a:lnTo>
                    <a:pt x="183884" y="183481"/>
                  </a:lnTo>
                  <a:lnTo>
                    <a:pt x="183645" y="183843"/>
                  </a:lnTo>
                  <a:lnTo>
                    <a:pt x="183578" y="183980"/>
                  </a:lnTo>
                  <a:lnTo>
                    <a:pt x="183333" y="184066"/>
                  </a:lnTo>
                  <a:lnTo>
                    <a:pt x="183310" y="183845"/>
                  </a:lnTo>
                  <a:lnTo>
                    <a:pt x="183116" y="183831"/>
                  </a:lnTo>
                  <a:lnTo>
                    <a:pt x="182735" y="183689"/>
                  </a:lnTo>
                  <a:lnTo>
                    <a:pt x="182525" y="183746"/>
                  </a:lnTo>
                  <a:lnTo>
                    <a:pt x="182175" y="183885"/>
                  </a:lnTo>
                  <a:lnTo>
                    <a:pt x="182028" y="184080"/>
                  </a:lnTo>
                  <a:lnTo>
                    <a:pt x="181920" y="184299"/>
                  </a:lnTo>
                  <a:lnTo>
                    <a:pt x="181926" y="183829"/>
                  </a:lnTo>
                  <a:lnTo>
                    <a:pt x="181991" y="183503"/>
                  </a:lnTo>
                  <a:lnTo>
                    <a:pt x="181928" y="183280"/>
                  </a:lnTo>
                  <a:lnTo>
                    <a:pt x="182252" y="183094"/>
                  </a:lnTo>
                  <a:lnTo>
                    <a:pt x="182303" y="182889"/>
                  </a:lnTo>
                  <a:lnTo>
                    <a:pt x="182412" y="18266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7082021" y="1755440"/>
              <a:ext cx="183735" cy="183119"/>
            </a:xfrm>
            <a:custGeom>
              <a:avLst/>
              <a:pathLst>
                <a:path w="183735" h="183119">
                  <a:moveTo>
                    <a:pt x="182879" y="182880"/>
                  </a:moveTo>
                  <a:lnTo>
                    <a:pt x="182997" y="182617"/>
                  </a:lnTo>
                  <a:lnTo>
                    <a:pt x="183129" y="182575"/>
                  </a:lnTo>
                  <a:lnTo>
                    <a:pt x="183489" y="182547"/>
                  </a:lnTo>
                  <a:lnTo>
                    <a:pt x="183735" y="182656"/>
                  </a:lnTo>
                  <a:lnTo>
                    <a:pt x="183560" y="182831"/>
                  </a:lnTo>
                  <a:lnTo>
                    <a:pt x="183005" y="183097"/>
                  </a:lnTo>
                  <a:lnTo>
                    <a:pt x="182645" y="18311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7081527" y="1754997"/>
              <a:ext cx="183205" cy="183286"/>
            </a:xfrm>
            <a:custGeom>
              <a:avLst/>
              <a:pathLst>
                <a:path w="183205" h="183286">
                  <a:moveTo>
                    <a:pt x="182879" y="182880"/>
                  </a:moveTo>
                  <a:lnTo>
                    <a:pt x="181668" y="183286"/>
                  </a:lnTo>
                  <a:lnTo>
                    <a:pt x="181520" y="183225"/>
                  </a:lnTo>
                  <a:lnTo>
                    <a:pt x="181461" y="183094"/>
                  </a:lnTo>
                  <a:lnTo>
                    <a:pt x="181553" y="182938"/>
                  </a:lnTo>
                  <a:lnTo>
                    <a:pt x="181861" y="182633"/>
                  </a:lnTo>
                  <a:lnTo>
                    <a:pt x="182135" y="182337"/>
                  </a:lnTo>
                  <a:lnTo>
                    <a:pt x="182010" y="182129"/>
                  </a:lnTo>
                  <a:lnTo>
                    <a:pt x="182291" y="181934"/>
                  </a:lnTo>
                  <a:lnTo>
                    <a:pt x="183065" y="181841"/>
                  </a:lnTo>
                  <a:lnTo>
                    <a:pt x="183205" y="181895"/>
                  </a:lnTo>
                  <a:lnTo>
                    <a:pt x="183029" y="182238"/>
                  </a:lnTo>
                  <a:lnTo>
                    <a:pt x="183004" y="18246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7080815" y="1753031"/>
              <a:ext cx="182879" cy="183277"/>
            </a:xfrm>
            <a:custGeom>
              <a:avLst/>
              <a:pathLst>
                <a:path w="182879" h="183277">
                  <a:moveTo>
                    <a:pt x="182879" y="182880"/>
                  </a:moveTo>
                  <a:lnTo>
                    <a:pt x="182756" y="183243"/>
                  </a:lnTo>
                  <a:lnTo>
                    <a:pt x="182299" y="183277"/>
                  </a:lnTo>
                  <a:lnTo>
                    <a:pt x="182528" y="18291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7080257" y="1750427"/>
              <a:ext cx="184035" cy="184635"/>
            </a:xfrm>
            <a:custGeom>
              <a:avLst/>
              <a:pathLst>
                <a:path w="184035" h="184635">
                  <a:moveTo>
                    <a:pt x="182879" y="182880"/>
                  </a:moveTo>
                  <a:lnTo>
                    <a:pt x="183037" y="182778"/>
                  </a:lnTo>
                  <a:lnTo>
                    <a:pt x="183248" y="182712"/>
                  </a:lnTo>
                  <a:lnTo>
                    <a:pt x="183400" y="182742"/>
                  </a:lnTo>
                  <a:lnTo>
                    <a:pt x="183428" y="182978"/>
                  </a:lnTo>
                  <a:lnTo>
                    <a:pt x="183644" y="183344"/>
                  </a:lnTo>
                  <a:lnTo>
                    <a:pt x="184035" y="183489"/>
                  </a:lnTo>
                  <a:lnTo>
                    <a:pt x="183987" y="183741"/>
                  </a:lnTo>
                  <a:lnTo>
                    <a:pt x="183708" y="184121"/>
                  </a:lnTo>
                  <a:lnTo>
                    <a:pt x="183558" y="184182"/>
                  </a:lnTo>
                  <a:lnTo>
                    <a:pt x="183407" y="184302"/>
                  </a:lnTo>
                  <a:lnTo>
                    <a:pt x="183062" y="184400"/>
                  </a:lnTo>
                  <a:lnTo>
                    <a:pt x="182394" y="184635"/>
                  </a:lnTo>
                  <a:lnTo>
                    <a:pt x="182150" y="184245"/>
                  </a:lnTo>
                  <a:lnTo>
                    <a:pt x="181580" y="183993"/>
                  </a:lnTo>
                  <a:lnTo>
                    <a:pt x="181191" y="184000"/>
                  </a:lnTo>
                  <a:lnTo>
                    <a:pt x="180850" y="184083"/>
                  </a:lnTo>
                  <a:lnTo>
                    <a:pt x="180691" y="184258"/>
                  </a:lnTo>
                  <a:lnTo>
                    <a:pt x="180559" y="184309"/>
                  </a:lnTo>
                  <a:lnTo>
                    <a:pt x="180329" y="184241"/>
                  </a:lnTo>
                  <a:lnTo>
                    <a:pt x="180219" y="183815"/>
                  </a:lnTo>
                  <a:lnTo>
                    <a:pt x="180342" y="183577"/>
                  </a:lnTo>
                  <a:lnTo>
                    <a:pt x="180471" y="183456"/>
                  </a:lnTo>
                  <a:lnTo>
                    <a:pt x="180763" y="183319"/>
                  </a:lnTo>
                  <a:lnTo>
                    <a:pt x="181028" y="183131"/>
                  </a:lnTo>
                  <a:lnTo>
                    <a:pt x="181314" y="182789"/>
                  </a:lnTo>
                  <a:lnTo>
                    <a:pt x="181667" y="183084"/>
                  </a:lnTo>
                  <a:lnTo>
                    <a:pt x="181981" y="183015"/>
                  </a:lnTo>
                  <a:lnTo>
                    <a:pt x="182171" y="182926"/>
                  </a:lnTo>
                  <a:lnTo>
                    <a:pt x="182323" y="18286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7084252" y="1749870"/>
              <a:ext cx="183835" cy="183979"/>
            </a:xfrm>
            <a:custGeom>
              <a:avLst/>
              <a:pathLst>
                <a:path w="183835" h="183979">
                  <a:moveTo>
                    <a:pt x="182879" y="182880"/>
                  </a:moveTo>
                  <a:lnTo>
                    <a:pt x="183015" y="182960"/>
                  </a:lnTo>
                  <a:lnTo>
                    <a:pt x="183233" y="183004"/>
                  </a:lnTo>
                  <a:lnTo>
                    <a:pt x="183450" y="182955"/>
                  </a:lnTo>
                  <a:lnTo>
                    <a:pt x="183628" y="182844"/>
                  </a:lnTo>
                  <a:lnTo>
                    <a:pt x="183835" y="182952"/>
                  </a:lnTo>
                  <a:lnTo>
                    <a:pt x="183022" y="183175"/>
                  </a:lnTo>
                  <a:lnTo>
                    <a:pt x="182788" y="183400"/>
                  </a:lnTo>
                  <a:lnTo>
                    <a:pt x="182433" y="183377"/>
                  </a:lnTo>
                  <a:lnTo>
                    <a:pt x="182173" y="183691"/>
                  </a:lnTo>
                  <a:lnTo>
                    <a:pt x="182100" y="183865"/>
                  </a:lnTo>
                  <a:lnTo>
                    <a:pt x="181768" y="183979"/>
                  </a:lnTo>
                  <a:lnTo>
                    <a:pt x="181744" y="183627"/>
                  </a:lnTo>
                  <a:lnTo>
                    <a:pt x="181598" y="182960"/>
                  </a:lnTo>
                  <a:lnTo>
                    <a:pt x="181801" y="182840"/>
                  </a:lnTo>
                  <a:lnTo>
                    <a:pt x="181986" y="182741"/>
                  </a:lnTo>
                  <a:lnTo>
                    <a:pt x="182184" y="182785"/>
                  </a:lnTo>
                  <a:lnTo>
                    <a:pt x="182489" y="18279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7079029" y="1749760"/>
              <a:ext cx="183194" cy="183392"/>
            </a:xfrm>
            <a:custGeom>
              <a:avLst/>
              <a:pathLst>
                <a:path w="183194" h="183392">
                  <a:moveTo>
                    <a:pt x="182879" y="182880"/>
                  </a:moveTo>
                  <a:lnTo>
                    <a:pt x="182406" y="183151"/>
                  </a:lnTo>
                  <a:lnTo>
                    <a:pt x="182151" y="183199"/>
                  </a:lnTo>
                  <a:lnTo>
                    <a:pt x="181897" y="183352"/>
                  </a:lnTo>
                  <a:lnTo>
                    <a:pt x="181695" y="183392"/>
                  </a:lnTo>
                  <a:lnTo>
                    <a:pt x="181525" y="183374"/>
                  </a:lnTo>
                  <a:lnTo>
                    <a:pt x="181627" y="183082"/>
                  </a:lnTo>
                  <a:lnTo>
                    <a:pt x="181980" y="182902"/>
                  </a:lnTo>
                  <a:lnTo>
                    <a:pt x="182190" y="182753"/>
                  </a:lnTo>
                  <a:lnTo>
                    <a:pt x="182643" y="182473"/>
                  </a:lnTo>
                  <a:lnTo>
                    <a:pt x="182875" y="182298"/>
                  </a:lnTo>
                  <a:lnTo>
                    <a:pt x="183194" y="18237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7081702" y="1748833"/>
              <a:ext cx="183198" cy="182880"/>
            </a:xfrm>
            <a:custGeom>
              <a:avLst/>
              <a:pathLst>
                <a:path w="183198" h="182880">
                  <a:moveTo>
                    <a:pt x="182879" y="182880"/>
                  </a:moveTo>
                  <a:lnTo>
                    <a:pt x="183026" y="182713"/>
                  </a:lnTo>
                  <a:lnTo>
                    <a:pt x="183198" y="18282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7085889" y="1747314"/>
              <a:ext cx="183104" cy="183198"/>
            </a:xfrm>
            <a:custGeom>
              <a:avLst/>
              <a:pathLst>
                <a:path w="183104" h="183198">
                  <a:moveTo>
                    <a:pt x="182879" y="182880"/>
                  </a:moveTo>
                  <a:lnTo>
                    <a:pt x="183104" y="182891"/>
                  </a:lnTo>
                  <a:lnTo>
                    <a:pt x="183046" y="183198"/>
                  </a:lnTo>
                  <a:lnTo>
                    <a:pt x="182726" y="18312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7087360" y="1746808"/>
              <a:ext cx="182879" cy="182964"/>
            </a:xfrm>
            <a:custGeom>
              <a:avLst/>
              <a:pathLst>
                <a:path w="182879" h="182964">
                  <a:moveTo>
                    <a:pt x="182879" y="182880"/>
                  </a:moveTo>
                  <a:lnTo>
                    <a:pt x="182737" y="18296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7082046" y="1741831"/>
              <a:ext cx="182976" cy="183475"/>
            </a:xfrm>
            <a:custGeom>
              <a:avLst/>
              <a:pathLst>
                <a:path w="182976" h="183475">
                  <a:moveTo>
                    <a:pt x="182879" y="182880"/>
                  </a:moveTo>
                  <a:lnTo>
                    <a:pt x="182976" y="183052"/>
                  </a:lnTo>
                  <a:lnTo>
                    <a:pt x="182815" y="183475"/>
                  </a:lnTo>
                  <a:lnTo>
                    <a:pt x="182567" y="183424"/>
                  </a:lnTo>
                  <a:lnTo>
                    <a:pt x="182613" y="18316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7082030" y="1739585"/>
              <a:ext cx="183956" cy="183587"/>
            </a:xfrm>
            <a:custGeom>
              <a:avLst/>
              <a:pathLst>
                <a:path w="183956" h="183587">
                  <a:moveTo>
                    <a:pt x="182879" y="182880"/>
                  </a:moveTo>
                  <a:lnTo>
                    <a:pt x="183396" y="182517"/>
                  </a:lnTo>
                  <a:lnTo>
                    <a:pt x="183549" y="182439"/>
                  </a:lnTo>
                  <a:lnTo>
                    <a:pt x="183956" y="182472"/>
                  </a:lnTo>
                  <a:lnTo>
                    <a:pt x="183737" y="183212"/>
                  </a:lnTo>
                  <a:lnTo>
                    <a:pt x="183526" y="183570"/>
                  </a:lnTo>
                  <a:lnTo>
                    <a:pt x="183037" y="183587"/>
                  </a:lnTo>
                  <a:lnTo>
                    <a:pt x="182980" y="18316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7082709" y="1738485"/>
              <a:ext cx="182884" cy="183241"/>
            </a:xfrm>
            <a:custGeom>
              <a:avLst/>
              <a:pathLst>
                <a:path w="182884" h="183241">
                  <a:moveTo>
                    <a:pt x="182879" y="182880"/>
                  </a:moveTo>
                  <a:lnTo>
                    <a:pt x="182884" y="183232"/>
                  </a:lnTo>
                  <a:lnTo>
                    <a:pt x="182579" y="183241"/>
                  </a:lnTo>
                  <a:lnTo>
                    <a:pt x="182607" y="182993"/>
                  </a:lnTo>
                  <a:lnTo>
                    <a:pt x="182671" y="18283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7081279" y="1738331"/>
              <a:ext cx="183153" cy="182880"/>
            </a:xfrm>
            <a:custGeom>
              <a:avLst/>
              <a:pathLst>
                <a:path w="183153" h="182880">
                  <a:moveTo>
                    <a:pt x="182879" y="182880"/>
                  </a:moveTo>
                  <a:lnTo>
                    <a:pt x="182977" y="182521"/>
                  </a:lnTo>
                  <a:lnTo>
                    <a:pt x="183153" y="182626"/>
                  </a:lnTo>
                  <a:lnTo>
                    <a:pt x="183054" y="18279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7082149" y="1737832"/>
              <a:ext cx="183225" cy="183362"/>
            </a:xfrm>
            <a:custGeom>
              <a:avLst/>
              <a:pathLst>
                <a:path w="183225" h="183362">
                  <a:moveTo>
                    <a:pt x="182879" y="182880"/>
                  </a:moveTo>
                  <a:lnTo>
                    <a:pt x="183168" y="183131"/>
                  </a:lnTo>
                  <a:lnTo>
                    <a:pt x="183225" y="183300"/>
                  </a:lnTo>
                  <a:lnTo>
                    <a:pt x="183053" y="183362"/>
                  </a:lnTo>
                  <a:lnTo>
                    <a:pt x="182862" y="183350"/>
                  </a:lnTo>
                  <a:lnTo>
                    <a:pt x="182668" y="18308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7082980" y="1734370"/>
              <a:ext cx="183917" cy="184036"/>
            </a:xfrm>
            <a:custGeom>
              <a:avLst/>
              <a:pathLst>
                <a:path w="183917" h="184036">
                  <a:moveTo>
                    <a:pt x="182879" y="182880"/>
                  </a:moveTo>
                  <a:lnTo>
                    <a:pt x="183567" y="182873"/>
                  </a:lnTo>
                  <a:lnTo>
                    <a:pt x="183640" y="183019"/>
                  </a:lnTo>
                  <a:lnTo>
                    <a:pt x="183811" y="183350"/>
                  </a:lnTo>
                  <a:lnTo>
                    <a:pt x="183917" y="183741"/>
                  </a:lnTo>
                  <a:lnTo>
                    <a:pt x="183541" y="184036"/>
                  </a:lnTo>
                  <a:lnTo>
                    <a:pt x="183264" y="184026"/>
                  </a:lnTo>
                  <a:lnTo>
                    <a:pt x="183122" y="183910"/>
                  </a:lnTo>
                  <a:lnTo>
                    <a:pt x="182654" y="183310"/>
                  </a:lnTo>
                  <a:lnTo>
                    <a:pt x="182703" y="18317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7084014" y="1734465"/>
              <a:ext cx="183083" cy="182880"/>
            </a:xfrm>
            <a:custGeom>
              <a:avLst/>
              <a:pathLst>
                <a:path w="183083" h="182880">
                  <a:moveTo>
                    <a:pt x="182879" y="182880"/>
                  </a:moveTo>
                  <a:lnTo>
                    <a:pt x="182791" y="182691"/>
                  </a:lnTo>
                  <a:lnTo>
                    <a:pt x="182657" y="182711"/>
                  </a:lnTo>
                  <a:lnTo>
                    <a:pt x="182757" y="182125"/>
                  </a:lnTo>
                  <a:lnTo>
                    <a:pt x="183060" y="182431"/>
                  </a:lnTo>
                  <a:lnTo>
                    <a:pt x="183083" y="18264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7029302" y="1611070"/>
              <a:ext cx="273714" cy="357955"/>
            </a:xfrm>
            <a:custGeom>
              <a:avLst/>
              <a:pathLst>
                <a:path w="273714" h="357955">
                  <a:moveTo>
                    <a:pt x="182879" y="182880"/>
                  </a:moveTo>
                  <a:lnTo>
                    <a:pt x="183047" y="183065"/>
                  </a:lnTo>
                  <a:lnTo>
                    <a:pt x="183407" y="183114"/>
                  </a:lnTo>
                  <a:lnTo>
                    <a:pt x="183589" y="183444"/>
                  </a:lnTo>
                  <a:lnTo>
                    <a:pt x="183959" y="183278"/>
                  </a:lnTo>
                  <a:lnTo>
                    <a:pt x="184266" y="183220"/>
                  </a:lnTo>
                  <a:lnTo>
                    <a:pt x="184511" y="182829"/>
                  </a:lnTo>
                  <a:lnTo>
                    <a:pt x="184286" y="182705"/>
                  </a:lnTo>
                  <a:lnTo>
                    <a:pt x="184130" y="182866"/>
                  </a:lnTo>
                  <a:lnTo>
                    <a:pt x="184156" y="182502"/>
                  </a:lnTo>
                  <a:lnTo>
                    <a:pt x="184319" y="182514"/>
                  </a:lnTo>
                  <a:lnTo>
                    <a:pt x="184471" y="182393"/>
                  </a:lnTo>
                  <a:lnTo>
                    <a:pt x="184726" y="182354"/>
                  </a:lnTo>
                  <a:lnTo>
                    <a:pt x="185061" y="182589"/>
                  </a:lnTo>
                  <a:lnTo>
                    <a:pt x="185248" y="182620"/>
                  </a:lnTo>
                  <a:lnTo>
                    <a:pt x="185476" y="182411"/>
                  </a:lnTo>
                  <a:lnTo>
                    <a:pt x="185659" y="182583"/>
                  </a:lnTo>
                  <a:lnTo>
                    <a:pt x="185987" y="182798"/>
                  </a:lnTo>
                  <a:lnTo>
                    <a:pt x="186403" y="182808"/>
                  </a:lnTo>
                  <a:lnTo>
                    <a:pt x="186585" y="182808"/>
                  </a:lnTo>
                  <a:lnTo>
                    <a:pt x="187044" y="182594"/>
                  </a:lnTo>
                  <a:lnTo>
                    <a:pt x="187278" y="182510"/>
                  </a:lnTo>
                  <a:lnTo>
                    <a:pt x="187496" y="182524"/>
                  </a:lnTo>
                  <a:lnTo>
                    <a:pt x="187983" y="182497"/>
                  </a:lnTo>
                  <a:lnTo>
                    <a:pt x="188004" y="182884"/>
                  </a:lnTo>
                  <a:lnTo>
                    <a:pt x="188091" y="183018"/>
                  </a:lnTo>
                  <a:lnTo>
                    <a:pt x="188255" y="183203"/>
                  </a:lnTo>
                  <a:lnTo>
                    <a:pt x="188613" y="183521"/>
                  </a:lnTo>
                  <a:lnTo>
                    <a:pt x="188724" y="183714"/>
                  </a:lnTo>
                  <a:lnTo>
                    <a:pt x="188749" y="183850"/>
                  </a:lnTo>
                  <a:lnTo>
                    <a:pt x="188722" y="183987"/>
                  </a:lnTo>
                  <a:lnTo>
                    <a:pt x="188729" y="184267"/>
                  </a:lnTo>
                  <a:lnTo>
                    <a:pt x="188950" y="184923"/>
                  </a:lnTo>
                  <a:lnTo>
                    <a:pt x="188988" y="185073"/>
                  </a:lnTo>
                  <a:lnTo>
                    <a:pt x="188968" y="185319"/>
                  </a:lnTo>
                  <a:lnTo>
                    <a:pt x="189220" y="185721"/>
                  </a:lnTo>
                  <a:lnTo>
                    <a:pt x="189512" y="186080"/>
                  </a:lnTo>
                  <a:lnTo>
                    <a:pt x="189872" y="186764"/>
                  </a:lnTo>
                  <a:lnTo>
                    <a:pt x="190036" y="186961"/>
                  </a:lnTo>
                  <a:lnTo>
                    <a:pt x="190330" y="187182"/>
                  </a:lnTo>
                  <a:lnTo>
                    <a:pt x="190456" y="187347"/>
                  </a:lnTo>
                  <a:lnTo>
                    <a:pt x="190585" y="187867"/>
                  </a:lnTo>
                  <a:lnTo>
                    <a:pt x="190801" y="188517"/>
                  </a:lnTo>
                  <a:lnTo>
                    <a:pt x="191031" y="188731"/>
                  </a:lnTo>
                  <a:lnTo>
                    <a:pt x="191201" y="188849"/>
                  </a:lnTo>
                  <a:lnTo>
                    <a:pt x="191838" y="189239"/>
                  </a:lnTo>
                  <a:lnTo>
                    <a:pt x="192194" y="189389"/>
                  </a:lnTo>
                  <a:lnTo>
                    <a:pt x="192492" y="189493"/>
                  </a:lnTo>
                  <a:lnTo>
                    <a:pt x="192781" y="189586"/>
                  </a:lnTo>
                  <a:lnTo>
                    <a:pt x="193061" y="189708"/>
                  </a:lnTo>
                  <a:lnTo>
                    <a:pt x="193469" y="190113"/>
                  </a:lnTo>
                  <a:lnTo>
                    <a:pt x="194372" y="190887"/>
                  </a:lnTo>
                  <a:lnTo>
                    <a:pt x="194675" y="191226"/>
                  </a:lnTo>
                  <a:lnTo>
                    <a:pt x="194972" y="191507"/>
                  </a:lnTo>
                  <a:lnTo>
                    <a:pt x="195110" y="191650"/>
                  </a:lnTo>
                  <a:lnTo>
                    <a:pt x="195217" y="191802"/>
                  </a:lnTo>
                  <a:lnTo>
                    <a:pt x="195935" y="192278"/>
                  </a:lnTo>
                  <a:lnTo>
                    <a:pt x="196117" y="192394"/>
                  </a:lnTo>
                  <a:lnTo>
                    <a:pt x="196793" y="192680"/>
                  </a:lnTo>
                  <a:lnTo>
                    <a:pt x="197052" y="192724"/>
                  </a:lnTo>
                  <a:lnTo>
                    <a:pt x="197259" y="192758"/>
                  </a:lnTo>
                  <a:lnTo>
                    <a:pt x="197453" y="192786"/>
                  </a:lnTo>
                  <a:lnTo>
                    <a:pt x="197816" y="192835"/>
                  </a:lnTo>
                  <a:lnTo>
                    <a:pt x="198271" y="192903"/>
                  </a:lnTo>
                  <a:lnTo>
                    <a:pt x="198989" y="193012"/>
                  </a:lnTo>
                  <a:lnTo>
                    <a:pt x="199432" y="193096"/>
                  </a:lnTo>
                  <a:lnTo>
                    <a:pt x="199711" y="193151"/>
                  </a:lnTo>
                  <a:lnTo>
                    <a:pt x="199993" y="193163"/>
                  </a:lnTo>
                  <a:lnTo>
                    <a:pt x="200640" y="193161"/>
                  </a:lnTo>
                  <a:lnTo>
                    <a:pt x="200896" y="193157"/>
                  </a:lnTo>
                  <a:lnTo>
                    <a:pt x="201125" y="193120"/>
                  </a:lnTo>
                  <a:lnTo>
                    <a:pt x="201413" y="193083"/>
                  </a:lnTo>
                  <a:lnTo>
                    <a:pt x="201654" y="193079"/>
                  </a:lnTo>
                  <a:lnTo>
                    <a:pt x="201929" y="193030"/>
                  </a:lnTo>
                  <a:lnTo>
                    <a:pt x="202229" y="192983"/>
                  </a:lnTo>
                  <a:lnTo>
                    <a:pt x="202809" y="192948"/>
                  </a:lnTo>
                  <a:lnTo>
                    <a:pt x="203213" y="192855"/>
                  </a:lnTo>
                  <a:lnTo>
                    <a:pt x="203526" y="192765"/>
                  </a:lnTo>
                  <a:lnTo>
                    <a:pt x="204002" y="192642"/>
                  </a:lnTo>
                  <a:lnTo>
                    <a:pt x="204423" y="192523"/>
                  </a:lnTo>
                  <a:lnTo>
                    <a:pt x="204696" y="192435"/>
                  </a:lnTo>
                  <a:lnTo>
                    <a:pt x="204993" y="192324"/>
                  </a:lnTo>
                  <a:lnTo>
                    <a:pt x="205334" y="192487"/>
                  </a:lnTo>
                  <a:lnTo>
                    <a:pt x="205223" y="192628"/>
                  </a:lnTo>
                  <a:lnTo>
                    <a:pt x="205047" y="192750"/>
                  </a:lnTo>
                  <a:lnTo>
                    <a:pt x="204914" y="192826"/>
                  </a:lnTo>
                  <a:lnTo>
                    <a:pt x="204823" y="193805"/>
                  </a:lnTo>
                  <a:lnTo>
                    <a:pt x="204680" y="193888"/>
                  </a:lnTo>
                  <a:lnTo>
                    <a:pt x="204767" y="194046"/>
                  </a:lnTo>
                  <a:lnTo>
                    <a:pt x="204854" y="194674"/>
                  </a:lnTo>
                  <a:lnTo>
                    <a:pt x="204903" y="194988"/>
                  </a:lnTo>
                  <a:lnTo>
                    <a:pt x="205170" y="195178"/>
                  </a:lnTo>
                  <a:lnTo>
                    <a:pt x="205395" y="195108"/>
                  </a:lnTo>
                  <a:lnTo>
                    <a:pt x="205673" y="194716"/>
                  </a:lnTo>
                  <a:lnTo>
                    <a:pt x="206243" y="194725"/>
                  </a:lnTo>
                  <a:lnTo>
                    <a:pt x="206666" y="194493"/>
                  </a:lnTo>
                  <a:lnTo>
                    <a:pt x="206795" y="194460"/>
                  </a:lnTo>
                  <a:lnTo>
                    <a:pt x="207086" y="194293"/>
                  </a:lnTo>
                  <a:lnTo>
                    <a:pt x="207226" y="194262"/>
                  </a:lnTo>
                  <a:lnTo>
                    <a:pt x="207382" y="194249"/>
                  </a:lnTo>
                  <a:lnTo>
                    <a:pt x="207299" y="193888"/>
                  </a:lnTo>
                  <a:lnTo>
                    <a:pt x="207264" y="193748"/>
                  </a:lnTo>
                  <a:lnTo>
                    <a:pt x="207207" y="193508"/>
                  </a:lnTo>
                  <a:lnTo>
                    <a:pt x="207598" y="193268"/>
                  </a:lnTo>
                  <a:lnTo>
                    <a:pt x="207883" y="193358"/>
                  </a:lnTo>
                  <a:lnTo>
                    <a:pt x="207736" y="193929"/>
                  </a:lnTo>
                  <a:lnTo>
                    <a:pt x="207814" y="194621"/>
                  </a:lnTo>
                  <a:lnTo>
                    <a:pt x="207824" y="194769"/>
                  </a:lnTo>
                  <a:lnTo>
                    <a:pt x="208035" y="195018"/>
                  </a:lnTo>
                  <a:lnTo>
                    <a:pt x="208122" y="195260"/>
                  </a:lnTo>
                  <a:lnTo>
                    <a:pt x="208382" y="195573"/>
                  </a:lnTo>
                  <a:lnTo>
                    <a:pt x="208463" y="195713"/>
                  </a:lnTo>
                  <a:lnTo>
                    <a:pt x="208304" y="195816"/>
                  </a:lnTo>
                  <a:lnTo>
                    <a:pt x="208015" y="196151"/>
                  </a:lnTo>
                  <a:lnTo>
                    <a:pt x="208113" y="196377"/>
                  </a:lnTo>
                  <a:lnTo>
                    <a:pt x="208558" y="196494"/>
                  </a:lnTo>
                  <a:lnTo>
                    <a:pt x="208606" y="196838"/>
                  </a:lnTo>
                  <a:lnTo>
                    <a:pt x="208773" y="197064"/>
                  </a:lnTo>
                  <a:lnTo>
                    <a:pt x="208661" y="197648"/>
                  </a:lnTo>
                  <a:lnTo>
                    <a:pt x="208679" y="197791"/>
                  </a:lnTo>
                  <a:lnTo>
                    <a:pt x="208727" y="198015"/>
                  </a:lnTo>
                  <a:lnTo>
                    <a:pt x="209426" y="198468"/>
                  </a:lnTo>
                  <a:lnTo>
                    <a:pt x="209452" y="198650"/>
                  </a:lnTo>
                  <a:lnTo>
                    <a:pt x="209409" y="198845"/>
                  </a:lnTo>
                  <a:lnTo>
                    <a:pt x="209402" y="199129"/>
                  </a:lnTo>
                  <a:lnTo>
                    <a:pt x="209448" y="199334"/>
                  </a:lnTo>
                  <a:lnTo>
                    <a:pt x="209937" y="200298"/>
                  </a:lnTo>
                  <a:lnTo>
                    <a:pt x="210154" y="200394"/>
                  </a:lnTo>
                  <a:lnTo>
                    <a:pt x="210509" y="200517"/>
                  </a:lnTo>
                  <a:lnTo>
                    <a:pt x="210898" y="200035"/>
                  </a:lnTo>
                  <a:lnTo>
                    <a:pt x="211180" y="199611"/>
                  </a:lnTo>
                  <a:lnTo>
                    <a:pt x="211427" y="199228"/>
                  </a:lnTo>
                  <a:lnTo>
                    <a:pt x="211625" y="198924"/>
                  </a:lnTo>
                  <a:lnTo>
                    <a:pt x="211847" y="198570"/>
                  </a:lnTo>
                  <a:lnTo>
                    <a:pt x="211943" y="198425"/>
                  </a:lnTo>
                  <a:lnTo>
                    <a:pt x="212234" y="197922"/>
                  </a:lnTo>
                  <a:lnTo>
                    <a:pt x="212428" y="197640"/>
                  </a:lnTo>
                  <a:lnTo>
                    <a:pt x="212521" y="197366"/>
                  </a:lnTo>
                  <a:lnTo>
                    <a:pt x="212791" y="197132"/>
                  </a:lnTo>
                  <a:lnTo>
                    <a:pt x="213272" y="196810"/>
                  </a:lnTo>
                  <a:lnTo>
                    <a:pt x="213485" y="196419"/>
                  </a:lnTo>
                  <a:lnTo>
                    <a:pt x="213836" y="196222"/>
                  </a:lnTo>
                  <a:lnTo>
                    <a:pt x="214172" y="196489"/>
                  </a:lnTo>
                  <a:lnTo>
                    <a:pt x="214346" y="196541"/>
                  </a:lnTo>
                  <a:lnTo>
                    <a:pt x="214560" y="196559"/>
                  </a:lnTo>
                  <a:lnTo>
                    <a:pt x="215288" y="196235"/>
                  </a:lnTo>
                  <a:lnTo>
                    <a:pt x="215902" y="196435"/>
                  </a:lnTo>
                  <a:lnTo>
                    <a:pt x="216129" y="196574"/>
                  </a:lnTo>
                  <a:lnTo>
                    <a:pt x="216316" y="196403"/>
                  </a:lnTo>
                  <a:lnTo>
                    <a:pt x="216431" y="196112"/>
                  </a:lnTo>
                  <a:lnTo>
                    <a:pt x="216632" y="196000"/>
                  </a:lnTo>
                  <a:lnTo>
                    <a:pt x="216790" y="195958"/>
                  </a:lnTo>
                  <a:lnTo>
                    <a:pt x="216910" y="195537"/>
                  </a:lnTo>
                  <a:lnTo>
                    <a:pt x="216980" y="195332"/>
                  </a:lnTo>
                  <a:lnTo>
                    <a:pt x="217581" y="195243"/>
                  </a:lnTo>
                  <a:lnTo>
                    <a:pt x="217816" y="195646"/>
                  </a:lnTo>
                  <a:lnTo>
                    <a:pt x="218138" y="195319"/>
                  </a:lnTo>
                  <a:lnTo>
                    <a:pt x="218169" y="195007"/>
                  </a:lnTo>
                  <a:lnTo>
                    <a:pt x="218515" y="194635"/>
                  </a:lnTo>
                  <a:lnTo>
                    <a:pt x="218489" y="194453"/>
                  </a:lnTo>
                  <a:lnTo>
                    <a:pt x="218500" y="193814"/>
                  </a:lnTo>
                  <a:lnTo>
                    <a:pt x="218517" y="193639"/>
                  </a:lnTo>
                  <a:lnTo>
                    <a:pt x="218531" y="193417"/>
                  </a:lnTo>
                  <a:lnTo>
                    <a:pt x="218507" y="193254"/>
                  </a:lnTo>
                  <a:lnTo>
                    <a:pt x="218409" y="192838"/>
                  </a:lnTo>
                  <a:lnTo>
                    <a:pt x="218279" y="192544"/>
                  </a:lnTo>
                  <a:lnTo>
                    <a:pt x="217757" y="191437"/>
                  </a:lnTo>
                  <a:lnTo>
                    <a:pt x="218206" y="191453"/>
                  </a:lnTo>
                  <a:lnTo>
                    <a:pt x="218405" y="191166"/>
                  </a:lnTo>
                  <a:lnTo>
                    <a:pt x="218937" y="191179"/>
                  </a:lnTo>
                  <a:lnTo>
                    <a:pt x="219359" y="191263"/>
                  </a:lnTo>
                  <a:lnTo>
                    <a:pt x="219814" y="191547"/>
                  </a:lnTo>
                  <a:lnTo>
                    <a:pt x="219893" y="191310"/>
                  </a:lnTo>
                  <a:lnTo>
                    <a:pt x="220762" y="190870"/>
                  </a:lnTo>
                  <a:lnTo>
                    <a:pt x="220634" y="190477"/>
                  </a:lnTo>
                  <a:lnTo>
                    <a:pt x="220633" y="190299"/>
                  </a:lnTo>
                  <a:lnTo>
                    <a:pt x="220886" y="190162"/>
                  </a:lnTo>
                  <a:lnTo>
                    <a:pt x="220887" y="189865"/>
                  </a:lnTo>
                  <a:lnTo>
                    <a:pt x="221173" y="189841"/>
                  </a:lnTo>
                  <a:lnTo>
                    <a:pt x="221409" y="189810"/>
                  </a:lnTo>
                  <a:lnTo>
                    <a:pt x="221867" y="189750"/>
                  </a:lnTo>
                  <a:lnTo>
                    <a:pt x="222073" y="189722"/>
                  </a:lnTo>
                  <a:lnTo>
                    <a:pt x="222411" y="189688"/>
                  </a:lnTo>
                  <a:lnTo>
                    <a:pt x="222768" y="189667"/>
                  </a:lnTo>
                  <a:lnTo>
                    <a:pt x="223274" y="189864"/>
                  </a:lnTo>
                  <a:lnTo>
                    <a:pt x="223423" y="189929"/>
                  </a:lnTo>
                  <a:lnTo>
                    <a:pt x="223467" y="190081"/>
                  </a:lnTo>
                  <a:lnTo>
                    <a:pt x="223529" y="190276"/>
                  </a:lnTo>
                  <a:lnTo>
                    <a:pt x="223945" y="190253"/>
                  </a:lnTo>
                  <a:lnTo>
                    <a:pt x="224243" y="190338"/>
                  </a:lnTo>
                  <a:lnTo>
                    <a:pt x="224523" y="190221"/>
                  </a:lnTo>
                  <a:lnTo>
                    <a:pt x="225497" y="189625"/>
                  </a:lnTo>
                  <a:lnTo>
                    <a:pt x="225459" y="189448"/>
                  </a:lnTo>
                  <a:lnTo>
                    <a:pt x="225669" y="189158"/>
                  </a:lnTo>
                  <a:lnTo>
                    <a:pt x="225841" y="189164"/>
                  </a:lnTo>
                  <a:lnTo>
                    <a:pt x="226483" y="189378"/>
                  </a:lnTo>
                  <a:lnTo>
                    <a:pt x="226840" y="189403"/>
                  </a:lnTo>
                  <a:lnTo>
                    <a:pt x="227294" y="189419"/>
                  </a:lnTo>
                  <a:lnTo>
                    <a:pt x="227157" y="189170"/>
                  </a:lnTo>
                  <a:lnTo>
                    <a:pt x="227697" y="189151"/>
                  </a:lnTo>
                  <a:lnTo>
                    <a:pt x="227644" y="188830"/>
                  </a:lnTo>
                  <a:lnTo>
                    <a:pt x="228011" y="188665"/>
                  </a:lnTo>
                  <a:lnTo>
                    <a:pt x="228089" y="188997"/>
                  </a:lnTo>
                  <a:lnTo>
                    <a:pt x="228229" y="189214"/>
                  </a:lnTo>
                  <a:lnTo>
                    <a:pt x="228373" y="189226"/>
                  </a:lnTo>
                  <a:lnTo>
                    <a:pt x="228972" y="189235"/>
                  </a:lnTo>
                  <a:lnTo>
                    <a:pt x="229213" y="189373"/>
                  </a:lnTo>
                  <a:lnTo>
                    <a:pt x="229331" y="189584"/>
                  </a:lnTo>
                  <a:lnTo>
                    <a:pt x="229332" y="189968"/>
                  </a:lnTo>
                  <a:lnTo>
                    <a:pt x="229432" y="190146"/>
                  </a:lnTo>
                  <a:lnTo>
                    <a:pt x="229548" y="190508"/>
                  </a:lnTo>
                  <a:lnTo>
                    <a:pt x="229723" y="190913"/>
                  </a:lnTo>
                  <a:lnTo>
                    <a:pt x="229307" y="191315"/>
                  </a:lnTo>
                  <a:lnTo>
                    <a:pt x="229372" y="191554"/>
                  </a:lnTo>
                  <a:lnTo>
                    <a:pt x="229330" y="191751"/>
                  </a:lnTo>
                  <a:lnTo>
                    <a:pt x="229455" y="191959"/>
                  </a:lnTo>
                  <a:lnTo>
                    <a:pt x="229528" y="192181"/>
                  </a:lnTo>
                  <a:lnTo>
                    <a:pt x="229620" y="192876"/>
                  </a:lnTo>
                  <a:lnTo>
                    <a:pt x="229608" y="193335"/>
                  </a:lnTo>
                  <a:lnTo>
                    <a:pt x="229604" y="193621"/>
                  </a:lnTo>
                  <a:lnTo>
                    <a:pt x="229600" y="193885"/>
                  </a:lnTo>
                  <a:lnTo>
                    <a:pt x="229738" y="194081"/>
                  </a:lnTo>
                  <a:lnTo>
                    <a:pt x="229585" y="194048"/>
                  </a:lnTo>
                  <a:lnTo>
                    <a:pt x="229345" y="194219"/>
                  </a:lnTo>
                  <a:lnTo>
                    <a:pt x="229256" y="194494"/>
                  </a:lnTo>
                  <a:lnTo>
                    <a:pt x="229357" y="194746"/>
                  </a:lnTo>
                  <a:lnTo>
                    <a:pt x="229666" y="194772"/>
                  </a:lnTo>
                  <a:lnTo>
                    <a:pt x="229896" y="195030"/>
                  </a:lnTo>
                  <a:lnTo>
                    <a:pt x="230312" y="195065"/>
                  </a:lnTo>
                  <a:lnTo>
                    <a:pt x="230415" y="195260"/>
                  </a:lnTo>
                  <a:lnTo>
                    <a:pt x="230402" y="195518"/>
                  </a:lnTo>
                  <a:lnTo>
                    <a:pt x="230249" y="195592"/>
                  </a:lnTo>
                  <a:lnTo>
                    <a:pt x="230259" y="195735"/>
                  </a:lnTo>
                  <a:lnTo>
                    <a:pt x="230225" y="196043"/>
                  </a:lnTo>
                  <a:lnTo>
                    <a:pt x="229491" y="196891"/>
                  </a:lnTo>
                  <a:lnTo>
                    <a:pt x="229293" y="197066"/>
                  </a:lnTo>
                  <a:lnTo>
                    <a:pt x="229203" y="197218"/>
                  </a:lnTo>
                  <a:lnTo>
                    <a:pt x="229239" y="197658"/>
                  </a:lnTo>
                  <a:lnTo>
                    <a:pt x="229402" y="197753"/>
                  </a:lnTo>
                  <a:lnTo>
                    <a:pt x="229562" y="197524"/>
                  </a:lnTo>
                  <a:lnTo>
                    <a:pt x="229818" y="197450"/>
                  </a:lnTo>
                  <a:lnTo>
                    <a:pt x="229947" y="197284"/>
                  </a:lnTo>
                  <a:lnTo>
                    <a:pt x="230181" y="197111"/>
                  </a:lnTo>
                  <a:lnTo>
                    <a:pt x="230479" y="197305"/>
                  </a:lnTo>
                  <a:lnTo>
                    <a:pt x="230761" y="197416"/>
                  </a:lnTo>
                  <a:lnTo>
                    <a:pt x="230865" y="197575"/>
                  </a:lnTo>
                  <a:lnTo>
                    <a:pt x="231202" y="198036"/>
                  </a:lnTo>
                  <a:lnTo>
                    <a:pt x="231346" y="197964"/>
                  </a:lnTo>
                  <a:lnTo>
                    <a:pt x="231077" y="197780"/>
                  </a:lnTo>
                  <a:lnTo>
                    <a:pt x="231178" y="197512"/>
                  </a:lnTo>
                  <a:lnTo>
                    <a:pt x="231340" y="197529"/>
                  </a:lnTo>
                  <a:lnTo>
                    <a:pt x="231554" y="197268"/>
                  </a:lnTo>
                  <a:lnTo>
                    <a:pt x="231986" y="196691"/>
                  </a:lnTo>
                  <a:lnTo>
                    <a:pt x="232205" y="196558"/>
                  </a:lnTo>
                  <a:lnTo>
                    <a:pt x="232582" y="196554"/>
                  </a:lnTo>
                  <a:lnTo>
                    <a:pt x="232968" y="196423"/>
                  </a:lnTo>
                  <a:lnTo>
                    <a:pt x="233407" y="196259"/>
                  </a:lnTo>
                  <a:lnTo>
                    <a:pt x="233676" y="196518"/>
                  </a:lnTo>
                  <a:lnTo>
                    <a:pt x="234024" y="196408"/>
                  </a:lnTo>
                  <a:lnTo>
                    <a:pt x="234260" y="196523"/>
                  </a:lnTo>
                  <a:lnTo>
                    <a:pt x="234241" y="196848"/>
                  </a:lnTo>
                  <a:lnTo>
                    <a:pt x="234257" y="197103"/>
                  </a:lnTo>
                  <a:lnTo>
                    <a:pt x="234469" y="197110"/>
                  </a:lnTo>
                  <a:lnTo>
                    <a:pt x="234704" y="197122"/>
                  </a:lnTo>
                  <a:lnTo>
                    <a:pt x="234918" y="197358"/>
                  </a:lnTo>
                  <a:lnTo>
                    <a:pt x="234892" y="197614"/>
                  </a:lnTo>
                  <a:lnTo>
                    <a:pt x="234724" y="197843"/>
                  </a:lnTo>
                  <a:lnTo>
                    <a:pt x="234625" y="198047"/>
                  </a:lnTo>
                  <a:lnTo>
                    <a:pt x="234583" y="198217"/>
                  </a:lnTo>
                  <a:lnTo>
                    <a:pt x="234516" y="198586"/>
                  </a:lnTo>
                  <a:lnTo>
                    <a:pt x="234482" y="198964"/>
                  </a:lnTo>
                  <a:lnTo>
                    <a:pt x="234483" y="199194"/>
                  </a:lnTo>
                  <a:lnTo>
                    <a:pt x="234492" y="199325"/>
                  </a:lnTo>
                  <a:lnTo>
                    <a:pt x="234717" y="199686"/>
                  </a:lnTo>
                  <a:lnTo>
                    <a:pt x="235267" y="199592"/>
                  </a:lnTo>
                  <a:lnTo>
                    <a:pt x="236144" y="199741"/>
                  </a:lnTo>
                  <a:lnTo>
                    <a:pt x="236344" y="199867"/>
                  </a:lnTo>
                  <a:lnTo>
                    <a:pt x="236826" y="199592"/>
                  </a:lnTo>
                  <a:lnTo>
                    <a:pt x="237005" y="199590"/>
                  </a:lnTo>
                  <a:lnTo>
                    <a:pt x="237085" y="199721"/>
                  </a:lnTo>
                  <a:lnTo>
                    <a:pt x="237214" y="199851"/>
                  </a:lnTo>
                  <a:lnTo>
                    <a:pt x="237429" y="199352"/>
                  </a:lnTo>
                  <a:lnTo>
                    <a:pt x="237569" y="199301"/>
                  </a:lnTo>
                  <a:lnTo>
                    <a:pt x="238116" y="199545"/>
                  </a:lnTo>
                  <a:lnTo>
                    <a:pt x="238323" y="199740"/>
                  </a:lnTo>
                  <a:lnTo>
                    <a:pt x="238423" y="199907"/>
                  </a:lnTo>
                  <a:lnTo>
                    <a:pt x="238468" y="200111"/>
                  </a:lnTo>
                  <a:lnTo>
                    <a:pt x="239041" y="200867"/>
                  </a:lnTo>
                  <a:lnTo>
                    <a:pt x="240036" y="201684"/>
                  </a:lnTo>
                  <a:lnTo>
                    <a:pt x="240091" y="201897"/>
                  </a:lnTo>
                  <a:lnTo>
                    <a:pt x="240105" y="202030"/>
                  </a:lnTo>
                  <a:lnTo>
                    <a:pt x="240010" y="202317"/>
                  </a:lnTo>
                  <a:lnTo>
                    <a:pt x="240041" y="202980"/>
                  </a:lnTo>
                  <a:lnTo>
                    <a:pt x="240091" y="203188"/>
                  </a:lnTo>
                  <a:lnTo>
                    <a:pt x="240038" y="203584"/>
                  </a:lnTo>
                  <a:lnTo>
                    <a:pt x="239705" y="203808"/>
                  </a:lnTo>
                  <a:lnTo>
                    <a:pt x="239629" y="204629"/>
                  </a:lnTo>
                  <a:lnTo>
                    <a:pt x="239048" y="211930"/>
                  </a:lnTo>
                  <a:lnTo>
                    <a:pt x="239029" y="212158"/>
                  </a:lnTo>
                  <a:lnTo>
                    <a:pt x="238876" y="213992"/>
                  </a:lnTo>
                  <a:lnTo>
                    <a:pt x="238813" y="214737"/>
                  </a:lnTo>
                  <a:lnTo>
                    <a:pt x="238561" y="217747"/>
                  </a:lnTo>
                  <a:lnTo>
                    <a:pt x="240044" y="217656"/>
                  </a:lnTo>
                  <a:lnTo>
                    <a:pt x="240245" y="216116"/>
                  </a:lnTo>
                  <a:lnTo>
                    <a:pt x="241473" y="216463"/>
                  </a:lnTo>
                  <a:lnTo>
                    <a:pt x="242665" y="217049"/>
                  </a:lnTo>
                  <a:lnTo>
                    <a:pt x="244217" y="218135"/>
                  </a:lnTo>
                  <a:lnTo>
                    <a:pt x="243768" y="218844"/>
                  </a:lnTo>
                  <a:lnTo>
                    <a:pt x="245223" y="219796"/>
                  </a:lnTo>
                  <a:lnTo>
                    <a:pt x="245729" y="220179"/>
                  </a:lnTo>
                  <a:lnTo>
                    <a:pt x="246720" y="220910"/>
                  </a:lnTo>
                  <a:lnTo>
                    <a:pt x="247731" y="221815"/>
                  </a:lnTo>
                  <a:lnTo>
                    <a:pt x="248467" y="223027"/>
                  </a:lnTo>
                  <a:lnTo>
                    <a:pt x="249779" y="224214"/>
                  </a:lnTo>
                  <a:lnTo>
                    <a:pt x="250380" y="225229"/>
                  </a:lnTo>
                  <a:lnTo>
                    <a:pt x="251035" y="226414"/>
                  </a:lnTo>
                  <a:lnTo>
                    <a:pt x="251600" y="227362"/>
                  </a:lnTo>
                  <a:lnTo>
                    <a:pt x="252656" y="229132"/>
                  </a:lnTo>
                  <a:lnTo>
                    <a:pt x="252769" y="229315"/>
                  </a:lnTo>
                  <a:lnTo>
                    <a:pt x="253676" y="230771"/>
                  </a:lnTo>
                  <a:lnTo>
                    <a:pt x="254085" y="231390"/>
                  </a:lnTo>
                  <a:lnTo>
                    <a:pt x="254242" y="231278"/>
                  </a:lnTo>
                  <a:lnTo>
                    <a:pt x="254852" y="230839"/>
                  </a:lnTo>
                  <a:lnTo>
                    <a:pt x="255951" y="233128"/>
                  </a:lnTo>
                  <a:lnTo>
                    <a:pt x="255550" y="233449"/>
                  </a:lnTo>
                  <a:lnTo>
                    <a:pt x="255709" y="233635"/>
                  </a:lnTo>
                  <a:lnTo>
                    <a:pt x="255839" y="233775"/>
                  </a:lnTo>
                  <a:lnTo>
                    <a:pt x="256124" y="233959"/>
                  </a:lnTo>
                  <a:lnTo>
                    <a:pt x="256471" y="234183"/>
                  </a:lnTo>
                  <a:lnTo>
                    <a:pt x="256928" y="234449"/>
                  </a:lnTo>
                  <a:lnTo>
                    <a:pt x="257188" y="234573"/>
                  </a:lnTo>
                  <a:lnTo>
                    <a:pt x="257521" y="234693"/>
                  </a:lnTo>
                  <a:lnTo>
                    <a:pt x="257755" y="234755"/>
                  </a:lnTo>
                  <a:lnTo>
                    <a:pt x="258066" y="234739"/>
                  </a:lnTo>
                  <a:lnTo>
                    <a:pt x="258450" y="234670"/>
                  </a:lnTo>
                  <a:lnTo>
                    <a:pt x="258594" y="234669"/>
                  </a:lnTo>
                  <a:lnTo>
                    <a:pt x="258941" y="234964"/>
                  </a:lnTo>
                  <a:lnTo>
                    <a:pt x="259175" y="234945"/>
                  </a:lnTo>
                  <a:lnTo>
                    <a:pt x="259377" y="234957"/>
                  </a:lnTo>
                  <a:lnTo>
                    <a:pt x="259536" y="235011"/>
                  </a:lnTo>
                  <a:lnTo>
                    <a:pt x="259752" y="235115"/>
                  </a:lnTo>
                  <a:lnTo>
                    <a:pt x="260798" y="235618"/>
                  </a:lnTo>
                  <a:lnTo>
                    <a:pt x="261460" y="236110"/>
                  </a:lnTo>
                  <a:lnTo>
                    <a:pt x="261787" y="236306"/>
                  </a:lnTo>
                  <a:lnTo>
                    <a:pt x="261992" y="236326"/>
                  </a:lnTo>
                  <a:lnTo>
                    <a:pt x="262500" y="236572"/>
                  </a:lnTo>
                  <a:lnTo>
                    <a:pt x="262663" y="236632"/>
                  </a:lnTo>
                  <a:lnTo>
                    <a:pt x="263601" y="236943"/>
                  </a:lnTo>
                  <a:lnTo>
                    <a:pt x="263966" y="237039"/>
                  </a:lnTo>
                  <a:lnTo>
                    <a:pt x="264824" y="237161"/>
                  </a:lnTo>
                  <a:lnTo>
                    <a:pt x="265031" y="237231"/>
                  </a:lnTo>
                  <a:lnTo>
                    <a:pt x="265556" y="237980"/>
                  </a:lnTo>
                  <a:lnTo>
                    <a:pt x="265646" y="238601"/>
                  </a:lnTo>
                  <a:lnTo>
                    <a:pt x="265859" y="238622"/>
                  </a:lnTo>
                  <a:lnTo>
                    <a:pt x="266218" y="238657"/>
                  </a:lnTo>
                  <a:lnTo>
                    <a:pt x="266545" y="238706"/>
                  </a:lnTo>
                  <a:lnTo>
                    <a:pt x="266849" y="238712"/>
                  </a:lnTo>
                  <a:lnTo>
                    <a:pt x="266992" y="238688"/>
                  </a:lnTo>
                  <a:lnTo>
                    <a:pt x="267397" y="238690"/>
                  </a:lnTo>
                  <a:lnTo>
                    <a:pt x="267790" y="238701"/>
                  </a:lnTo>
                  <a:lnTo>
                    <a:pt x="268692" y="238605"/>
                  </a:lnTo>
                  <a:lnTo>
                    <a:pt x="268679" y="238775"/>
                  </a:lnTo>
                  <a:lnTo>
                    <a:pt x="268869" y="239223"/>
                  </a:lnTo>
                  <a:lnTo>
                    <a:pt x="269205" y="238915"/>
                  </a:lnTo>
                  <a:lnTo>
                    <a:pt x="269264" y="238777"/>
                  </a:lnTo>
                  <a:lnTo>
                    <a:pt x="269420" y="238482"/>
                  </a:lnTo>
                  <a:lnTo>
                    <a:pt x="269652" y="238567"/>
                  </a:lnTo>
                  <a:lnTo>
                    <a:pt x="269860" y="238643"/>
                  </a:lnTo>
                  <a:lnTo>
                    <a:pt x="270079" y="238713"/>
                  </a:lnTo>
                  <a:lnTo>
                    <a:pt x="270627" y="238760"/>
                  </a:lnTo>
                  <a:lnTo>
                    <a:pt x="270908" y="238711"/>
                  </a:lnTo>
                  <a:lnTo>
                    <a:pt x="271351" y="238623"/>
                  </a:lnTo>
                  <a:lnTo>
                    <a:pt x="271729" y="238472"/>
                  </a:lnTo>
                  <a:lnTo>
                    <a:pt x="271976" y="238318"/>
                  </a:lnTo>
                  <a:lnTo>
                    <a:pt x="272196" y="238118"/>
                  </a:lnTo>
                  <a:lnTo>
                    <a:pt x="272693" y="237902"/>
                  </a:lnTo>
                  <a:lnTo>
                    <a:pt x="272923" y="237922"/>
                  </a:lnTo>
                  <a:lnTo>
                    <a:pt x="273338" y="238041"/>
                  </a:lnTo>
                  <a:lnTo>
                    <a:pt x="273556" y="238219"/>
                  </a:lnTo>
                  <a:lnTo>
                    <a:pt x="273714" y="238668"/>
                  </a:lnTo>
                  <a:lnTo>
                    <a:pt x="273669" y="239079"/>
                  </a:lnTo>
                  <a:lnTo>
                    <a:pt x="273501" y="239177"/>
                  </a:lnTo>
                  <a:lnTo>
                    <a:pt x="273023" y="239360"/>
                  </a:lnTo>
                  <a:lnTo>
                    <a:pt x="272776" y="239385"/>
                  </a:lnTo>
                  <a:lnTo>
                    <a:pt x="272648" y="239426"/>
                  </a:lnTo>
                  <a:lnTo>
                    <a:pt x="272214" y="239808"/>
                  </a:lnTo>
                  <a:lnTo>
                    <a:pt x="271747" y="239962"/>
                  </a:lnTo>
                  <a:lnTo>
                    <a:pt x="271209" y="240240"/>
                  </a:lnTo>
                  <a:lnTo>
                    <a:pt x="271030" y="240333"/>
                  </a:lnTo>
                  <a:lnTo>
                    <a:pt x="270737" y="240399"/>
                  </a:lnTo>
                  <a:lnTo>
                    <a:pt x="270269" y="240761"/>
                  </a:lnTo>
                  <a:lnTo>
                    <a:pt x="269972" y="241007"/>
                  </a:lnTo>
                  <a:lnTo>
                    <a:pt x="269779" y="241098"/>
                  </a:lnTo>
                  <a:lnTo>
                    <a:pt x="269424" y="241230"/>
                  </a:lnTo>
                  <a:lnTo>
                    <a:pt x="269062" y="241340"/>
                  </a:lnTo>
                  <a:lnTo>
                    <a:pt x="268494" y="241529"/>
                  </a:lnTo>
                  <a:lnTo>
                    <a:pt x="268291" y="241597"/>
                  </a:lnTo>
                  <a:lnTo>
                    <a:pt x="268105" y="241675"/>
                  </a:lnTo>
                  <a:lnTo>
                    <a:pt x="267631" y="241953"/>
                  </a:lnTo>
                  <a:lnTo>
                    <a:pt x="267216" y="242287"/>
                  </a:lnTo>
                  <a:lnTo>
                    <a:pt x="266990" y="242524"/>
                  </a:lnTo>
                  <a:lnTo>
                    <a:pt x="266277" y="242993"/>
                  </a:lnTo>
                  <a:lnTo>
                    <a:pt x="265918" y="243097"/>
                  </a:lnTo>
                  <a:lnTo>
                    <a:pt x="265785" y="243161"/>
                  </a:lnTo>
                  <a:lnTo>
                    <a:pt x="265783" y="243421"/>
                  </a:lnTo>
                  <a:lnTo>
                    <a:pt x="265460" y="243820"/>
                  </a:lnTo>
                  <a:lnTo>
                    <a:pt x="264980" y="244355"/>
                  </a:lnTo>
                  <a:lnTo>
                    <a:pt x="264844" y="244633"/>
                  </a:lnTo>
                  <a:lnTo>
                    <a:pt x="264708" y="244690"/>
                  </a:lnTo>
                  <a:lnTo>
                    <a:pt x="264545" y="244805"/>
                  </a:lnTo>
                  <a:lnTo>
                    <a:pt x="264280" y="245177"/>
                  </a:lnTo>
                  <a:lnTo>
                    <a:pt x="264100" y="245154"/>
                  </a:lnTo>
                  <a:lnTo>
                    <a:pt x="264192" y="245600"/>
                  </a:lnTo>
                  <a:lnTo>
                    <a:pt x="263989" y="246226"/>
                  </a:lnTo>
                  <a:lnTo>
                    <a:pt x="263841" y="246378"/>
                  </a:lnTo>
                  <a:lnTo>
                    <a:pt x="263166" y="247075"/>
                  </a:lnTo>
                  <a:lnTo>
                    <a:pt x="262779" y="247324"/>
                  </a:lnTo>
                  <a:lnTo>
                    <a:pt x="262605" y="247436"/>
                  </a:lnTo>
                  <a:lnTo>
                    <a:pt x="262396" y="247441"/>
                  </a:lnTo>
                  <a:lnTo>
                    <a:pt x="262012" y="247582"/>
                  </a:lnTo>
                  <a:lnTo>
                    <a:pt x="261796" y="247746"/>
                  </a:lnTo>
                  <a:lnTo>
                    <a:pt x="261482" y="247920"/>
                  </a:lnTo>
                  <a:lnTo>
                    <a:pt x="261341" y="247955"/>
                  </a:lnTo>
                  <a:lnTo>
                    <a:pt x="260610" y="248352"/>
                  </a:lnTo>
                  <a:lnTo>
                    <a:pt x="260234" y="248641"/>
                  </a:lnTo>
                  <a:lnTo>
                    <a:pt x="259933" y="248873"/>
                  </a:lnTo>
                  <a:lnTo>
                    <a:pt x="259716" y="249071"/>
                  </a:lnTo>
                  <a:lnTo>
                    <a:pt x="259632" y="249228"/>
                  </a:lnTo>
                  <a:lnTo>
                    <a:pt x="259433" y="249673"/>
                  </a:lnTo>
                  <a:lnTo>
                    <a:pt x="259232" y="249850"/>
                  </a:lnTo>
                  <a:lnTo>
                    <a:pt x="259012" y="250098"/>
                  </a:lnTo>
                  <a:lnTo>
                    <a:pt x="258666" y="250711"/>
                  </a:lnTo>
                  <a:lnTo>
                    <a:pt x="258599" y="250844"/>
                  </a:lnTo>
                  <a:lnTo>
                    <a:pt x="258475" y="251009"/>
                  </a:lnTo>
                  <a:lnTo>
                    <a:pt x="258138" y="251381"/>
                  </a:lnTo>
                  <a:lnTo>
                    <a:pt x="257802" y="251665"/>
                  </a:lnTo>
                  <a:lnTo>
                    <a:pt x="257399" y="251850"/>
                  </a:lnTo>
                  <a:lnTo>
                    <a:pt x="257121" y="252631"/>
                  </a:lnTo>
                  <a:lnTo>
                    <a:pt x="257065" y="252806"/>
                  </a:lnTo>
                  <a:lnTo>
                    <a:pt x="256755" y="253065"/>
                  </a:lnTo>
                  <a:lnTo>
                    <a:pt x="256616" y="253050"/>
                  </a:lnTo>
                  <a:lnTo>
                    <a:pt x="256325" y="252860"/>
                  </a:lnTo>
                  <a:lnTo>
                    <a:pt x="256077" y="253002"/>
                  </a:lnTo>
                  <a:lnTo>
                    <a:pt x="255748" y="253297"/>
                  </a:lnTo>
                  <a:lnTo>
                    <a:pt x="254733" y="253514"/>
                  </a:lnTo>
                  <a:lnTo>
                    <a:pt x="254526" y="253700"/>
                  </a:lnTo>
                  <a:lnTo>
                    <a:pt x="254064" y="253659"/>
                  </a:lnTo>
                  <a:lnTo>
                    <a:pt x="253933" y="253688"/>
                  </a:lnTo>
                  <a:lnTo>
                    <a:pt x="253581" y="253573"/>
                  </a:lnTo>
                  <a:lnTo>
                    <a:pt x="253408" y="253807"/>
                  </a:lnTo>
                  <a:lnTo>
                    <a:pt x="253098" y="253938"/>
                  </a:lnTo>
                  <a:lnTo>
                    <a:pt x="252610" y="253957"/>
                  </a:lnTo>
                  <a:lnTo>
                    <a:pt x="252435" y="253859"/>
                  </a:lnTo>
                  <a:lnTo>
                    <a:pt x="252187" y="253619"/>
                  </a:lnTo>
                  <a:lnTo>
                    <a:pt x="251558" y="253704"/>
                  </a:lnTo>
                  <a:lnTo>
                    <a:pt x="251440" y="254200"/>
                  </a:lnTo>
                  <a:lnTo>
                    <a:pt x="251112" y="254444"/>
                  </a:lnTo>
                  <a:lnTo>
                    <a:pt x="250983" y="254581"/>
                  </a:lnTo>
                  <a:lnTo>
                    <a:pt x="250587" y="254973"/>
                  </a:lnTo>
                  <a:lnTo>
                    <a:pt x="250313" y="255221"/>
                  </a:lnTo>
                  <a:lnTo>
                    <a:pt x="250077" y="255392"/>
                  </a:lnTo>
                  <a:lnTo>
                    <a:pt x="249669" y="255396"/>
                  </a:lnTo>
                  <a:lnTo>
                    <a:pt x="249937" y="255036"/>
                  </a:lnTo>
                  <a:lnTo>
                    <a:pt x="249763" y="254487"/>
                  </a:lnTo>
                  <a:lnTo>
                    <a:pt x="247832" y="255009"/>
                  </a:lnTo>
                  <a:lnTo>
                    <a:pt x="247358" y="255136"/>
                  </a:lnTo>
                  <a:lnTo>
                    <a:pt x="247240" y="255615"/>
                  </a:lnTo>
                  <a:lnTo>
                    <a:pt x="247592" y="255785"/>
                  </a:lnTo>
                  <a:lnTo>
                    <a:pt x="247497" y="256090"/>
                  </a:lnTo>
                  <a:lnTo>
                    <a:pt x="247366" y="256121"/>
                  </a:lnTo>
                  <a:lnTo>
                    <a:pt x="246649" y="256818"/>
                  </a:lnTo>
                  <a:lnTo>
                    <a:pt x="246419" y="256926"/>
                  </a:lnTo>
                  <a:lnTo>
                    <a:pt x="246274" y="257196"/>
                  </a:lnTo>
                  <a:lnTo>
                    <a:pt x="246283" y="257451"/>
                  </a:lnTo>
                  <a:lnTo>
                    <a:pt x="246356" y="257584"/>
                  </a:lnTo>
                  <a:lnTo>
                    <a:pt x="246583" y="257639"/>
                  </a:lnTo>
                  <a:lnTo>
                    <a:pt x="246781" y="257603"/>
                  </a:lnTo>
                  <a:lnTo>
                    <a:pt x="246766" y="257889"/>
                  </a:lnTo>
                  <a:lnTo>
                    <a:pt x="246872" y="258069"/>
                  </a:lnTo>
                  <a:lnTo>
                    <a:pt x="246994" y="258450"/>
                  </a:lnTo>
                  <a:lnTo>
                    <a:pt x="246698" y="258943"/>
                  </a:lnTo>
                  <a:lnTo>
                    <a:pt x="246724" y="259155"/>
                  </a:lnTo>
                  <a:lnTo>
                    <a:pt x="246622" y="259634"/>
                  </a:lnTo>
                  <a:lnTo>
                    <a:pt x="246802" y="259599"/>
                  </a:lnTo>
                  <a:lnTo>
                    <a:pt x="247255" y="259480"/>
                  </a:lnTo>
                  <a:lnTo>
                    <a:pt x="247734" y="259278"/>
                  </a:lnTo>
                  <a:lnTo>
                    <a:pt x="247782" y="258884"/>
                  </a:lnTo>
                  <a:lnTo>
                    <a:pt x="247787" y="258637"/>
                  </a:lnTo>
                  <a:lnTo>
                    <a:pt x="247868" y="258275"/>
                  </a:lnTo>
                  <a:lnTo>
                    <a:pt x="248074" y="257871"/>
                  </a:lnTo>
                  <a:lnTo>
                    <a:pt x="248172" y="257413"/>
                  </a:lnTo>
                  <a:lnTo>
                    <a:pt x="248382" y="256930"/>
                  </a:lnTo>
                  <a:lnTo>
                    <a:pt x="248658" y="256744"/>
                  </a:lnTo>
                  <a:lnTo>
                    <a:pt x="248996" y="256637"/>
                  </a:lnTo>
                  <a:lnTo>
                    <a:pt x="249197" y="256087"/>
                  </a:lnTo>
                  <a:lnTo>
                    <a:pt x="249462" y="256107"/>
                  </a:lnTo>
                  <a:lnTo>
                    <a:pt x="249967" y="256652"/>
                  </a:lnTo>
                  <a:lnTo>
                    <a:pt x="249920" y="256920"/>
                  </a:lnTo>
                  <a:lnTo>
                    <a:pt x="250227" y="257439"/>
                  </a:lnTo>
                  <a:lnTo>
                    <a:pt x="249984" y="257558"/>
                  </a:lnTo>
                  <a:lnTo>
                    <a:pt x="250001" y="257958"/>
                  </a:lnTo>
                  <a:lnTo>
                    <a:pt x="249577" y="258109"/>
                  </a:lnTo>
                  <a:lnTo>
                    <a:pt x="249650" y="258389"/>
                  </a:lnTo>
                  <a:lnTo>
                    <a:pt x="249587" y="258605"/>
                  </a:lnTo>
                  <a:lnTo>
                    <a:pt x="249569" y="258956"/>
                  </a:lnTo>
                  <a:lnTo>
                    <a:pt x="249255" y="259238"/>
                  </a:lnTo>
                  <a:lnTo>
                    <a:pt x="249070" y="259200"/>
                  </a:lnTo>
                  <a:lnTo>
                    <a:pt x="248605" y="259621"/>
                  </a:lnTo>
                  <a:lnTo>
                    <a:pt x="248562" y="259763"/>
                  </a:lnTo>
                  <a:lnTo>
                    <a:pt x="248548" y="260005"/>
                  </a:lnTo>
                  <a:lnTo>
                    <a:pt x="248551" y="260228"/>
                  </a:lnTo>
                  <a:lnTo>
                    <a:pt x="248661" y="260425"/>
                  </a:lnTo>
                  <a:lnTo>
                    <a:pt x="248882" y="260236"/>
                  </a:lnTo>
                  <a:lnTo>
                    <a:pt x="249235" y="260181"/>
                  </a:lnTo>
                  <a:lnTo>
                    <a:pt x="249405" y="260146"/>
                  </a:lnTo>
                  <a:lnTo>
                    <a:pt x="249615" y="260050"/>
                  </a:lnTo>
                  <a:lnTo>
                    <a:pt x="249783" y="259699"/>
                  </a:lnTo>
                  <a:lnTo>
                    <a:pt x="250013" y="259571"/>
                  </a:lnTo>
                  <a:lnTo>
                    <a:pt x="250193" y="259343"/>
                  </a:lnTo>
                  <a:lnTo>
                    <a:pt x="250307" y="259064"/>
                  </a:lnTo>
                  <a:lnTo>
                    <a:pt x="250655" y="258556"/>
                  </a:lnTo>
                  <a:lnTo>
                    <a:pt x="250871" y="258378"/>
                  </a:lnTo>
                  <a:lnTo>
                    <a:pt x="250748" y="258216"/>
                  </a:lnTo>
                  <a:lnTo>
                    <a:pt x="250794" y="257759"/>
                  </a:lnTo>
                  <a:lnTo>
                    <a:pt x="251016" y="257712"/>
                  </a:lnTo>
                  <a:lnTo>
                    <a:pt x="251213" y="257587"/>
                  </a:lnTo>
                  <a:lnTo>
                    <a:pt x="251330" y="257455"/>
                  </a:lnTo>
                  <a:lnTo>
                    <a:pt x="251483" y="257261"/>
                  </a:lnTo>
                  <a:lnTo>
                    <a:pt x="251492" y="257072"/>
                  </a:lnTo>
                  <a:lnTo>
                    <a:pt x="251655" y="256837"/>
                  </a:lnTo>
                  <a:lnTo>
                    <a:pt x="252097" y="256694"/>
                  </a:lnTo>
                  <a:lnTo>
                    <a:pt x="252520" y="256578"/>
                  </a:lnTo>
                  <a:lnTo>
                    <a:pt x="254014" y="256044"/>
                  </a:lnTo>
                  <a:lnTo>
                    <a:pt x="254402" y="255927"/>
                  </a:lnTo>
                  <a:lnTo>
                    <a:pt x="254743" y="255778"/>
                  </a:lnTo>
                  <a:lnTo>
                    <a:pt x="255114" y="255528"/>
                  </a:lnTo>
                  <a:lnTo>
                    <a:pt x="255753" y="254904"/>
                  </a:lnTo>
                  <a:lnTo>
                    <a:pt x="256194" y="254650"/>
                  </a:lnTo>
                  <a:lnTo>
                    <a:pt x="256703" y="254432"/>
                  </a:lnTo>
                  <a:lnTo>
                    <a:pt x="256900" y="254363"/>
                  </a:lnTo>
                  <a:lnTo>
                    <a:pt x="257246" y="254180"/>
                  </a:lnTo>
                  <a:lnTo>
                    <a:pt x="257759" y="253924"/>
                  </a:lnTo>
                  <a:lnTo>
                    <a:pt x="257949" y="253948"/>
                  </a:lnTo>
                  <a:lnTo>
                    <a:pt x="258140" y="254128"/>
                  </a:lnTo>
                  <a:lnTo>
                    <a:pt x="258277" y="254318"/>
                  </a:lnTo>
                  <a:lnTo>
                    <a:pt x="258607" y="254477"/>
                  </a:lnTo>
                  <a:lnTo>
                    <a:pt x="258865" y="254509"/>
                  </a:lnTo>
                  <a:lnTo>
                    <a:pt x="259244" y="254120"/>
                  </a:lnTo>
                  <a:lnTo>
                    <a:pt x="259661" y="254095"/>
                  </a:lnTo>
                  <a:lnTo>
                    <a:pt x="259718" y="254385"/>
                  </a:lnTo>
                  <a:lnTo>
                    <a:pt x="259548" y="254650"/>
                  </a:lnTo>
                  <a:lnTo>
                    <a:pt x="259314" y="254947"/>
                  </a:lnTo>
                  <a:lnTo>
                    <a:pt x="259180" y="255253"/>
                  </a:lnTo>
                  <a:lnTo>
                    <a:pt x="259120" y="255610"/>
                  </a:lnTo>
                  <a:lnTo>
                    <a:pt x="259095" y="255824"/>
                  </a:lnTo>
                  <a:lnTo>
                    <a:pt x="259110" y="256134"/>
                  </a:lnTo>
                  <a:lnTo>
                    <a:pt x="259182" y="256429"/>
                  </a:lnTo>
                  <a:lnTo>
                    <a:pt x="259266" y="256711"/>
                  </a:lnTo>
                  <a:lnTo>
                    <a:pt x="259473" y="256994"/>
                  </a:lnTo>
                  <a:lnTo>
                    <a:pt x="259754" y="257088"/>
                  </a:lnTo>
                  <a:lnTo>
                    <a:pt x="260061" y="256980"/>
                  </a:lnTo>
                  <a:lnTo>
                    <a:pt x="260243" y="256760"/>
                  </a:lnTo>
                  <a:lnTo>
                    <a:pt x="260498" y="256719"/>
                  </a:lnTo>
                  <a:lnTo>
                    <a:pt x="260732" y="256798"/>
                  </a:lnTo>
                  <a:lnTo>
                    <a:pt x="260936" y="256498"/>
                  </a:lnTo>
                  <a:lnTo>
                    <a:pt x="261044" y="256319"/>
                  </a:lnTo>
                  <a:lnTo>
                    <a:pt x="261315" y="256141"/>
                  </a:lnTo>
                  <a:lnTo>
                    <a:pt x="261325" y="255745"/>
                  </a:lnTo>
                  <a:lnTo>
                    <a:pt x="261320" y="255545"/>
                  </a:lnTo>
                  <a:lnTo>
                    <a:pt x="261389" y="255243"/>
                  </a:lnTo>
                  <a:lnTo>
                    <a:pt x="261552" y="255033"/>
                  </a:lnTo>
                  <a:lnTo>
                    <a:pt x="261692" y="254698"/>
                  </a:lnTo>
                  <a:lnTo>
                    <a:pt x="261819" y="254356"/>
                  </a:lnTo>
                  <a:lnTo>
                    <a:pt x="262231" y="254359"/>
                  </a:lnTo>
                  <a:lnTo>
                    <a:pt x="262258" y="254043"/>
                  </a:lnTo>
                  <a:lnTo>
                    <a:pt x="262047" y="253982"/>
                  </a:lnTo>
                  <a:lnTo>
                    <a:pt x="261676" y="253667"/>
                  </a:lnTo>
                  <a:lnTo>
                    <a:pt x="261344" y="253626"/>
                  </a:lnTo>
                  <a:lnTo>
                    <a:pt x="260593" y="253591"/>
                  </a:lnTo>
                  <a:lnTo>
                    <a:pt x="260369" y="253682"/>
                  </a:lnTo>
                  <a:lnTo>
                    <a:pt x="259871" y="253619"/>
                  </a:lnTo>
                  <a:lnTo>
                    <a:pt x="258979" y="253690"/>
                  </a:lnTo>
                  <a:lnTo>
                    <a:pt x="258820" y="253761"/>
                  </a:lnTo>
                  <a:lnTo>
                    <a:pt x="258476" y="253620"/>
                  </a:lnTo>
                  <a:lnTo>
                    <a:pt x="258532" y="253175"/>
                  </a:lnTo>
                  <a:lnTo>
                    <a:pt x="258918" y="253051"/>
                  </a:lnTo>
                  <a:lnTo>
                    <a:pt x="259164" y="252738"/>
                  </a:lnTo>
                  <a:lnTo>
                    <a:pt x="259364" y="252684"/>
                  </a:lnTo>
                  <a:lnTo>
                    <a:pt x="259718" y="252443"/>
                  </a:lnTo>
                  <a:lnTo>
                    <a:pt x="259783" y="252208"/>
                  </a:lnTo>
                  <a:lnTo>
                    <a:pt x="260265" y="251662"/>
                  </a:lnTo>
                  <a:lnTo>
                    <a:pt x="260290" y="251534"/>
                  </a:lnTo>
                  <a:lnTo>
                    <a:pt x="260267" y="251376"/>
                  </a:lnTo>
                  <a:lnTo>
                    <a:pt x="260511" y="251141"/>
                  </a:lnTo>
                  <a:lnTo>
                    <a:pt x="260640" y="251147"/>
                  </a:lnTo>
                  <a:lnTo>
                    <a:pt x="260846" y="251136"/>
                  </a:lnTo>
                  <a:lnTo>
                    <a:pt x="261339" y="251014"/>
                  </a:lnTo>
                  <a:lnTo>
                    <a:pt x="261490" y="250775"/>
                  </a:lnTo>
                  <a:lnTo>
                    <a:pt x="262072" y="250659"/>
                  </a:lnTo>
                  <a:lnTo>
                    <a:pt x="262737" y="250583"/>
                  </a:lnTo>
                  <a:lnTo>
                    <a:pt x="263020" y="250402"/>
                  </a:lnTo>
                  <a:lnTo>
                    <a:pt x="263264" y="250308"/>
                  </a:lnTo>
                  <a:lnTo>
                    <a:pt x="263706" y="250639"/>
                  </a:lnTo>
                  <a:lnTo>
                    <a:pt x="263964" y="250389"/>
                  </a:lnTo>
                  <a:lnTo>
                    <a:pt x="264246" y="250372"/>
                  </a:lnTo>
                  <a:lnTo>
                    <a:pt x="264612" y="250251"/>
                  </a:lnTo>
                  <a:lnTo>
                    <a:pt x="264998" y="249818"/>
                  </a:lnTo>
                  <a:lnTo>
                    <a:pt x="264956" y="249658"/>
                  </a:lnTo>
                  <a:lnTo>
                    <a:pt x="264940" y="249493"/>
                  </a:lnTo>
                  <a:lnTo>
                    <a:pt x="265332" y="249466"/>
                  </a:lnTo>
                  <a:lnTo>
                    <a:pt x="265747" y="249778"/>
                  </a:lnTo>
                  <a:lnTo>
                    <a:pt x="266129" y="249728"/>
                  </a:lnTo>
                  <a:lnTo>
                    <a:pt x="266538" y="249838"/>
                  </a:lnTo>
                  <a:lnTo>
                    <a:pt x="266650" y="249995"/>
                  </a:lnTo>
                  <a:lnTo>
                    <a:pt x="266599" y="250473"/>
                  </a:lnTo>
                  <a:lnTo>
                    <a:pt x="267170" y="250519"/>
                  </a:lnTo>
                  <a:lnTo>
                    <a:pt x="267399" y="250717"/>
                  </a:lnTo>
                  <a:lnTo>
                    <a:pt x="267337" y="250909"/>
                  </a:lnTo>
                  <a:lnTo>
                    <a:pt x="267749" y="251393"/>
                  </a:lnTo>
                  <a:lnTo>
                    <a:pt x="267933" y="251388"/>
                  </a:lnTo>
                  <a:lnTo>
                    <a:pt x="268019" y="251563"/>
                  </a:lnTo>
                  <a:lnTo>
                    <a:pt x="268000" y="252043"/>
                  </a:lnTo>
                  <a:lnTo>
                    <a:pt x="267780" y="252117"/>
                  </a:lnTo>
                  <a:lnTo>
                    <a:pt x="267595" y="252456"/>
                  </a:lnTo>
                  <a:lnTo>
                    <a:pt x="267623" y="252837"/>
                  </a:lnTo>
                  <a:lnTo>
                    <a:pt x="268055" y="253492"/>
                  </a:lnTo>
                  <a:lnTo>
                    <a:pt x="267954" y="253636"/>
                  </a:lnTo>
                  <a:lnTo>
                    <a:pt x="267538" y="253839"/>
                  </a:lnTo>
                  <a:lnTo>
                    <a:pt x="266620" y="255322"/>
                  </a:lnTo>
                  <a:lnTo>
                    <a:pt x="266609" y="255634"/>
                  </a:lnTo>
                  <a:lnTo>
                    <a:pt x="266685" y="256718"/>
                  </a:lnTo>
                  <a:lnTo>
                    <a:pt x="266901" y="256944"/>
                  </a:lnTo>
                  <a:lnTo>
                    <a:pt x="267154" y="257082"/>
                  </a:lnTo>
                  <a:lnTo>
                    <a:pt x="267331" y="257118"/>
                  </a:lnTo>
                  <a:lnTo>
                    <a:pt x="267537" y="257357"/>
                  </a:lnTo>
                  <a:lnTo>
                    <a:pt x="267689" y="257534"/>
                  </a:lnTo>
                  <a:lnTo>
                    <a:pt x="267777" y="257702"/>
                  </a:lnTo>
                  <a:lnTo>
                    <a:pt x="267696" y="258042"/>
                  </a:lnTo>
                  <a:lnTo>
                    <a:pt x="267489" y="257850"/>
                  </a:lnTo>
                  <a:lnTo>
                    <a:pt x="267318" y="258367"/>
                  </a:lnTo>
                  <a:lnTo>
                    <a:pt x="267130" y="258826"/>
                  </a:lnTo>
                  <a:lnTo>
                    <a:pt x="266991" y="259234"/>
                  </a:lnTo>
                  <a:lnTo>
                    <a:pt x="266027" y="260076"/>
                  </a:lnTo>
                  <a:lnTo>
                    <a:pt x="265984" y="260244"/>
                  </a:lnTo>
                  <a:lnTo>
                    <a:pt x="265503" y="260724"/>
                  </a:lnTo>
                  <a:lnTo>
                    <a:pt x="265627" y="261397"/>
                  </a:lnTo>
                  <a:lnTo>
                    <a:pt x="265607" y="261542"/>
                  </a:lnTo>
                  <a:lnTo>
                    <a:pt x="265252" y="261929"/>
                  </a:lnTo>
                  <a:lnTo>
                    <a:pt x="265447" y="262089"/>
                  </a:lnTo>
                  <a:lnTo>
                    <a:pt x="265841" y="262641"/>
                  </a:lnTo>
                  <a:lnTo>
                    <a:pt x="266265" y="262898"/>
                  </a:lnTo>
                  <a:lnTo>
                    <a:pt x="266024" y="263249"/>
                  </a:lnTo>
                  <a:lnTo>
                    <a:pt x="265898" y="263421"/>
                  </a:lnTo>
                  <a:lnTo>
                    <a:pt x="265617" y="263477"/>
                  </a:lnTo>
                  <a:lnTo>
                    <a:pt x="265365" y="263949"/>
                  </a:lnTo>
                  <a:lnTo>
                    <a:pt x="265629" y="264171"/>
                  </a:lnTo>
                  <a:lnTo>
                    <a:pt x="265618" y="264664"/>
                  </a:lnTo>
                  <a:lnTo>
                    <a:pt x="265562" y="264864"/>
                  </a:lnTo>
                  <a:lnTo>
                    <a:pt x="265481" y="265114"/>
                  </a:lnTo>
                  <a:lnTo>
                    <a:pt x="266572" y="265201"/>
                  </a:lnTo>
                  <a:lnTo>
                    <a:pt x="267425" y="265502"/>
                  </a:lnTo>
                  <a:lnTo>
                    <a:pt x="267653" y="265115"/>
                  </a:lnTo>
                  <a:lnTo>
                    <a:pt x="267869" y="265165"/>
                  </a:lnTo>
                  <a:lnTo>
                    <a:pt x="268014" y="265466"/>
                  </a:lnTo>
                  <a:lnTo>
                    <a:pt x="267527" y="265894"/>
                  </a:lnTo>
                  <a:lnTo>
                    <a:pt x="266774" y="266630"/>
                  </a:lnTo>
                  <a:lnTo>
                    <a:pt x="266769" y="266905"/>
                  </a:lnTo>
                  <a:lnTo>
                    <a:pt x="267068" y="267233"/>
                  </a:lnTo>
                  <a:lnTo>
                    <a:pt x="267151" y="267394"/>
                  </a:lnTo>
                  <a:lnTo>
                    <a:pt x="267341" y="267890"/>
                  </a:lnTo>
                  <a:lnTo>
                    <a:pt x="267035" y="268147"/>
                  </a:lnTo>
                  <a:lnTo>
                    <a:pt x="266854" y="268074"/>
                  </a:lnTo>
                  <a:lnTo>
                    <a:pt x="266830" y="267898"/>
                  </a:lnTo>
                  <a:lnTo>
                    <a:pt x="266611" y="267670"/>
                  </a:lnTo>
                  <a:lnTo>
                    <a:pt x="266329" y="267862"/>
                  </a:lnTo>
                  <a:lnTo>
                    <a:pt x="266230" y="268284"/>
                  </a:lnTo>
                  <a:lnTo>
                    <a:pt x="266204" y="268462"/>
                  </a:lnTo>
                  <a:lnTo>
                    <a:pt x="266179" y="268604"/>
                  </a:lnTo>
                  <a:lnTo>
                    <a:pt x="266076" y="268869"/>
                  </a:lnTo>
                  <a:lnTo>
                    <a:pt x="265776" y="269088"/>
                  </a:lnTo>
                  <a:lnTo>
                    <a:pt x="265520" y="269140"/>
                  </a:lnTo>
                  <a:lnTo>
                    <a:pt x="265212" y="269202"/>
                  </a:lnTo>
                  <a:lnTo>
                    <a:pt x="264959" y="269274"/>
                  </a:lnTo>
                  <a:lnTo>
                    <a:pt x="264526" y="269455"/>
                  </a:lnTo>
                  <a:lnTo>
                    <a:pt x="263985" y="269821"/>
                  </a:lnTo>
                  <a:lnTo>
                    <a:pt x="263554" y="270261"/>
                  </a:lnTo>
                  <a:lnTo>
                    <a:pt x="263193" y="270150"/>
                  </a:lnTo>
                  <a:lnTo>
                    <a:pt x="262997" y="270162"/>
                  </a:lnTo>
                  <a:lnTo>
                    <a:pt x="262625" y="270489"/>
                  </a:lnTo>
                  <a:lnTo>
                    <a:pt x="262412" y="270592"/>
                  </a:lnTo>
                  <a:lnTo>
                    <a:pt x="262188" y="270644"/>
                  </a:lnTo>
                  <a:lnTo>
                    <a:pt x="261371" y="270738"/>
                  </a:lnTo>
                  <a:lnTo>
                    <a:pt x="261126" y="270733"/>
                  </a:lnTo>
                  <a:lnTo>
                    <a:pt x="260685" y="270402"/>
                  </a:lnTo>
                  <a:lnTo>
                    <a:pt x="260252" y="270283"/>
                  </a:lnTo>
                  <a:lnTo>
                    <a:pt x="260119" y="270134"/>
                  </a:lnTo>
                  <a:lnTo>
                    <a:pt x="259985" y="269906"/>
                  </a:lnTo>
                  <a:lnTo>
                    <a:pt x="259990" y="269701"/>
                  </a:lnTo>
                  <a:lnTo>
                    <a:pt x="260065" y="269006"/>
                  </a:lnTo>
                  <a:lnTo>
                    <a:pt x="260179" y="268727"/>
                  </a:lnTo>
                  <a:lnTo>
                    <a:pt x="260388" y="267771"/>
                  </a:lnTo>
                  <a:lnTo>
                    <a:pt x="260416" y="267507"/>
                  </a:lnTo>
                  <a:lnTo>
                    <a:pt x="260378" y="267265"/>
                  </a:lnTo>
                  <a:lnTo>
                    <a:pt x="260574" y="266633"/>
                  </a:lnTo>
                  <a:lnTo>
                    <a:pt x="260542" y="266392"/>
                  </a:lnTo>
                  <a:lnTo>
                    <a:pt x="260474" y="266115"/>
                  </a:lnTo>
                  <a:lnTo>
                    <a:pt x="260481" y="265727"/>
                  </a:lnTo>
                  <a:lnTo>
                    <a:pt x="260893" y="265007"/>
                  </a:lnTo>
                  <a:lnTo>
                    <a:pt x="260880" y="264659"/>
                  </a:lnTo>
                  <a:lnTo>
                    <a:pt x="260832" y="264285"/>
                  </a:lnTo>
                  <a:lnTo>
                    <a:pt x="261158" y="263919"/>
                  </a:lnTo>
                  <a:lnTo>
                    <a:pt x="261384" y="264022"/>
                  </a:lnTo>
                  <a:lnTo>
                    <a:pt x="261607" y="263759"/>
                  </a:lnTo>
                  <a:lnTo>
                    <a:pt x="261534" y="263543"/>
                  </a:lnTo>
                  <a:lnTo>
                    <a:pt x="262032" y="263516"/>
                  </a:lnTo>
                  <a:lnTo>
                    <a:pt x="262179" y="263445"/>
                  </a:lnTo>
                  <a:lnTo>
                    <a:pt x="262096" y="263170"/>
                  </a:lnTo>
                  <a:lnTo>
                    <a:pt x="261619" y="263077"/>
                  </a:lnTo>
                  <a:lnTo>
                    <a:pt x="261141" y="262793"/>
                  </a:lnTo>
                  <a:lnTo>
                    <a:pt x="260826" y="262942"/>
                  </a:lnTo>
                  <a:lnTo>
                    <a:pt x="260717" y="263095"/>
                  </a:lnTo>
                  <a:lnTo>
                    <a:pt x="260810" y="263576"/>
                  </a:lnTo>
                  <a:lnTo>
                    <a:pt x="260654" y="263599"/>
                  </a:lnTo>
                  <a:lnTo>
                    <a:pt x="260370" y="263617"/>
                  </a:lnTo>
                  <a:lnTo>
                    <a:pt x="260286" y="263397"/>
                  </a:lnTo>
                  <a:lnTo>
                    <a:pt x="260637" y="262344"/>
                  </a:lnTo>
                  <a:lnTo>
                    <a:pt x="260535" y="261858"/>
                  </a:lnTo>
                  <a:lnTo>
                    <a:pt x="260354" y="261809"/>
                  </a:lnTo>
                  <a:lnTo>
                    <a:pt x="260278" y="261678"/>
                  </a:lnTo>
                  <a:lnTo>
                    <a:pt x="260566" y="261486"/>
                  </a:lnTo>
                  <a:lnTo>
                    <a:pt x="260875" y="261375"/>
                  </a:lnTo>
                  <a:lnTo>
                    <a:pt x="260955" y="261209"/>
                  </a:lnTo>
                  <a:lnTo>
                    <a:pt x="260945" y="261028"/>
                  </a:lnTo>
                  <a:lnTo>
                    <a:pt x="260813" y="261062"/>
                  </a:lnTo>
                  <a:lnTo>
                    <a:pt x="260417" y="261313"/>
                  </a:lnTo>
                  <a:lnTo>
                    <a:pt x="259936" y="261419"/>
                  </a:lnTo>
                  <a:lnTo>
                    <a:pt x="259771" y="261718"/>
                  </a:lnTo>
                  <a:lnTo>
                    <a:pt x="259628" y="261706"/>
                  </a:lnTo>
                  <a:lnTo>
                    <a:pt x="259418" y="261971"/>
                  </a:lnTo>
                  <a:lnTo>
                    <a:pt x="259527" y="262130"/>
                  </a:lnTo>
                  <a:lnTo>
                    <a:pt x="259813" y="262165"/>
                  </a:lnTo>
                  <a:lnTo>
                    <a:pt x="260017" y="262244"/>
                  </a:lnTo>
                  <a:lnTo>
                    <a:pt x="260200" y="262464"/>
                  </a:lnTo>
                  <a:lnTo>
                    <a:pt x="259842" y="262893"/>
                  </a:lnTo>
                  <a:lnTo>
                    <a:pt x="259808" y="263082"/>
                  </a:lnTo>
                  <a:lnTo>
                    <a:pt x="259785" y="263297"/>
                  </a:lnTo>
                  <a:lnTo>
                    <a:pt x="259993" y="263403"/>
                  </a:lnTo>
                  <a:lnTo>
                    <a:pt x="260065" y="263594"/>
                  </a:lnTo>
                  <a:lnTo>
                    <a:pt x="260027" y="263778"/>
                  </a:lnTo>
                  <a:lnTo>
                    <a:pt x="259919" y="264129"/>
                  </a:lnTo>
                  <a:lnTo>
                    <a:pt x="259908" y="264259"/>
                  </a:lnTo>
                  <a:lnTo>
                    <a:pt x="259880" y="264567"/>
                  </a:lnTo>
                  <a:lnTo>
                    <a:pt x="259953" y="265023"/>
                  </a:lnTo>
                  <a:lnTo>
                    <a:pt x="259990" y="265252"/>
                  </a:lnTo>
                  <a:lnTo>
                    <a:pt x="260014" y="265594"/>
                  </a:lnTo>
                  <a:lnTo>
                    <a:pt x="260024" y="265738"/>
                  </a:lnTo>
                  <a:lnTo>
                    <a:pt x="260022" y="265939"/>
                  </a:lnTo>
                  <a:lnTo>
                    <a:pt x="259813" y="266763"/>
                  </a:lnTo>
                  <a:lnTo>
                    <a:pt x="259706" y="267099"/>
                  </a:lnTo>
                  <a:lnTo>
                    <a:pt x="259459" y="267795"/>
                  </a:lnTo>
                  <a:lnTo>
                    <a:pt x="259281" y="268220"/>
                  </a:lnTo>
                  <a:lnTo>
                    <a:pt x="259135" y="268629"/>
                  </a:lnTo>
                  <a:lnTo>
                    <a:pt x="259084" y="269225"/>
                  </a:lnTo>
                  <a:lnTo>
                    <a:pt x="259035" y="269831"/>
                  </a:lnTo>
                  <a:lnTo>
                    <a:pt x="258991" y="270432"/>
                  </a:lnTo>
                  <a:lnTo>
                    <a:pt x="258969" y="270599"/>
                  </a:lnTo>
                  <a:lnTo>
                    <a:pt x="258520" y="271113"/>
                  </a:lnTo>
                  <a:lnTo>
                    <a:pt x="258390" y="271176"/>
                  </a:lnTo>
                  <a:lnTo>
                    <a:pt x="257935" y="271395"/>
                  </a:lnTo>
                  <a:lnTo>
                    <a:pt x="257603" y="271555"/>
                  </a:lnTo>
                  <a:lnTo>
                    <a:pt x="256976" y="271856"/>
                  </a:lnTo>
                  <a:lnTo>
                    <a:pt x="256549" y="271623"/>
                  </a:lnTo>
                  <a:lnTo>
                    <a:pt x="255346" y="270385"/>
                  </a:lnTo>
                  <a:lnTo>
                    <a:pt x="254492" y="269766"/>
                  </a:lnTo>
                  <a:lnTo>
                    <a:pt x="254284" y="269609"/>
                  </a:lnTo>
                  <a:lnTo>
                    <a:pt x="253961" y="269268"/>
                  </a:lnTo>
                  <a:lnTo>
                    <a:pt x="253675" y="268643"/>
                  </a:lnTo>
                  <a:lnTo>
                    <a:pt x="253552" y="268315"/>
                  </a:lnTo>
                  <a:lnTo>
                    <a:pt x="253452" y="268077"/>
                  </a:lnTo>
                  <a:lnTo>
                    <a:pt x="253260" y="267737"/>
                  </a:lnTo>
                  <a:lnTo>
                    <a:pt x="253151" y="267543"/>
                  </a:lnTo>
                  <a:lnTo>
                    <a:pt x="253017" y="267214"/>
                  </a:lnTo>
                  <a:lnTo>
                    <a:pt x="252959" y="266986"/>
                  </a:lnTo>
                  <a:lnTo>
                    <a:pt x="253012" y="266434"/>
                  </a:lnTo>
                  <a:lnTo>
                    <a:pt x="252926" y="265864"/>
                  </a:lnTo>
                  <a:lnTo>
                    <a:pt x="252503" y="266113"/>
                  </a:lnTo>
                  <a:lnTo>
                    <a:pt x="252358" y="266209"/>
                  </a:lnTo>
                  <a:lnTo>
                    <a:pt x="252095" y="266184"/>
                  </a:lnTo>
                  <a:lnTo>
                    <a:pt x="251422" y="265911"/>
                  </a:lnTo>
                  <a:lnTo>
                    <a:pt x="251220" y="265746"/>
                  </a:lnTo>
                  <a:lnTo>
                    <a:pt x="250555" y="265469"/>
                  </a:lnTo>
                  <a:lnTo>
                    <a:pt x="250095" y="265823"/>
                  </a:lnTo>
                  <a:lnTo>
                    <a:pt x="249748" y="265796"/>
                  </a:lnTo>
                  <a:lnTo>
                    <a:pt x="250068" y="265919"/>
                  </a:lnTo>
                  <a:lnTo>
                    <a:pt x="250599" y="265610"/>
                  </a:lnTo>
                  <a:lnTo>
                    <a:pt x="251050" y="266134"/>
                  </a:lnTo>
                  <a:lnTo>
                    <a:pt x="251344" y="266311"/>
                  </a:lnTo>
                  <a:lnTo>
                    <a:pt x="252087" y="267072"/>
                  </a:lnTo>
                  <a:lnTo>
                    <a:pt x="251985" y="267277"/>
                  </a:lnTo>
                  <a:lnTo>
                    <a:pt x="252168" y="267399"/>
                  </a:lnTo>
                  <a:lnTo>
                    <a:pt x="252187" y="267682"/>
                  </a:lnTo>
                  <a:lnTo>
                    <a:pt x="251976" y="267923"/>
                  </a:lnTo>
                  <a:lnTo>
                    <a:pt x="251636" y="267661"/>
                  </a:lnTo>
                  <a:lnTo>
                    <a:pt x="251454" y="267691"/>
                  </a:lnTo>
                  <a:lnTo>
                    <a:pt x="250974" y="267880"/>
                  </a:lnTo>
                  <a:lnTo>
                    <a:pt x="250820" y="267900"/>
                  </a:lnTo>
                  <a:lnTo>
                    <a:pt x="250352" y="268026"/>
                  </a:lnTo>
                  <a:lnTo>
                    <a:pt x="249949" y="268804"/>
                  </a:lnTo>
                  <a:lnTo>
                    <a:pt x="250238" y="269369"/>
                  </a:lnTo>
                  <a:lnTo>
                    <a:pt x="250439" y="269553"/>
                  </a:lnTo>
                  <a:lnTo>
                    <a:pt x="250446" y="269721"/>
                  </a:lnTo>
                  <a:lnTo>
                    <a:pt x="251288" y="270071"/>
                  </a:lnTo>
                  <a:lnTo>
                    <a:pt x="251891" y="270200"/>
                  </a:lnTo>
                  <a:lnTo>
                    <a:pt x="251850" y="270382"/>
                  </a:lnTo>
                  <a:lnTo>
                    <a:pt x="251795" y="270715"/>
                  </a:lnTo>
                  <a:lnTo>
                    <a:pt x="252476" y="270735"/>
                  </a:lnTo>
                  <a:lnTo>
                    <a:pt x="252829" y="270904"/>
                  </a:lnTo>
                  <a:lnTo>
                    <a:pt x="252896" y="271182"/>
                  </a:lnTo>
                  <a:lnTo>
                    <a:pt x="252836" y="271433"/>
                  </a:lnTo>
                  <a:lnTo>
                    <a:pt x="251824" y="271682"/>
                  </a:lnTo>
                  <a:lnTo>
                    <a:pt x="251663" y="271672"/>
                  </a:lnTo>
                  <a:lnTo>
                    <a:pt x="251209" y="271562"/>
                  </a:lnTo>
                  <a:lnTo>
                    <a:pt x="250958" y="271501"/>
                  </a:lnTo>
                  <a:lnTo>
                    <a:pt x="250742" y="271325"/>
                  </a:lnTo>
                  <a:lnTo>
                    <a:pt x="250549" y="271326"/>
                  </a:lnTo>
                  <a:lnTo>
                    <a:pt x="250370" y="271291"/>
                  </a:lnTo>
                  <a:lnTo>
                    <a:pt x="249445" y="271104"/>
                  </a:lnTo>
                  <a:lnTo>
                    <a:pt x="248853" y="270587"/>
                  </a:lnTo>
                  <a:lnTo>
                    <a:pt x="248661" y="270328"/>
                  </a:lnTo>
                  <a:lnTo>
                    <a:pt x="248237" y="270549"/>
                  </a:lnTo>
                  <a:lnTo>
                    <a:pt x="247539" y="270553"/>
                  </a:lnTo>
                  <a:lnTo>
                    <a:pt x="247252" y="270282"/>
                  </a:lnTo>
                  <a:lnTo>
                    <a:pt x="246752" y="270358"/>
                  </a:lnTo>
                  <a:lnTo>
                    <a:pt x="246919" y="270659"/>
                  </a:lnTo>
                  <a:lnTo>
                    <a:pt x="247099" y="270717"/>
                  </a:lnTo>
                  <a:lnTo>
                    <a:pt x="247508" y="270996"/>
                  </a:lnTo>
                  <a:lnTo>
                    <a:pt x="247534" y="271222"/>
                  </a:lnTo>
                  <a:lnTo>
                    <a:pt x="247777" y="271513"/>
                  </a:lnTo>
                  <a:lnTo>
                    <a:pt x="247923" y="271346"/>
                  </a:lnTo>
                  <a:lnTo>
                    <a:pt x="248604" y="271535"/>
                  </a:lnTo>
                  <a:lnTo>
                    <a:pt x="248783" y="271563"/>
                  </a:lnTo>
                  <a:lnTo>
                    <a:pt x="249042" y="271618"/>
                  </a:lnTo>
                  <a:lnTo>
                    <a:pt x="249121" y="272205"/>
                  </a:lnTo>
                  <a:lnTo>
                    <a:pt x="249449" y="272314"/>
                  </a:lnTo>
                  <a:lnTo>
                    <a:pt x="249723" y="272279"/>
                  </a:lnTo>
                  <a:lnTo>
                    <a:pt x="249904" y="272243"/>
                  </a:lnTo>
                  <a:lnTo>
                    <a:pt x="250319" y="272145"/>
                  </a:lnTo>
                  <a:lnTo>
                    <a:pt x="251118" y="272637"/>
                  </a:lnTo>
                  <a:lnTo>
                    <a:pt x="251523" y="272548"/>
                  </a:lnTo>
                  <a:lnTo>
                    <a:pt x="251718" y="272480"/>
                  </a:lnTo>
                  <a:lnTo>
                    <a:pt x="251872" y="272468"/>
                  </a:lnTo>
                  <a:lnTo>
                    <a:pt x="252154" y="272504"/>
                  </a:lnTo>
                  <a:lnTo>
                    <a:pt x="252393" y="272578"/>
                  </a:lnTo>
                  <a:lnTo>
                    <a:pt x="252899" y="272810"/>
                  </a:lnTo>
                  <a:lnTo>
                    <a:pt x="253187" y="272976"/>
                  </a:lnTo>
                  <a:lnTo>
                    <a:pt x="253354" y="273029"/>
                  </a:lnTo>
                  <a:lnTo>
                    <a:pt x="253552" y="273063"/>
                  </a:lnTo>
                  <a:lnTo>
                    <a:pt x="253842" y="272994"/>
                  </a:lnTo>
                  <a:lnTo>
                    <a:pt x="254436" y="273076"/>
                  </a:lnTo>
                  <a:lnTo>
                    <a:pt x="254861" y="273119"/>
                  </a:lnTo>
                  <a:lnTo>
                    <a:pt x="254637" y="273348"/>
                  </a:lnTo>
                  <a:lnTo>
                    <a:pt x="254241" y="273537"/>
                  </a:lnTo>
                  <a:lnTo>
                    <a:pt x="254053" y="274309"/>
                  </a:lnTo>
                  <a:lnTo>
                    <a:pt x="254157" y="274480"/>
                  </a:lnTo>
                  <a:lnTo>
                    <a:pt x="254155" y="274697"/>
                  </a:lnTo>
                  <a:lnTo>
                    <a:pt x="254080" y="274963"/>
                  </a:lnTo>
                  <a:lnTo>
                    <a:pt x="254399" y="275239"/>
                  </a:lnTo>
                  <a:lnTo>
                    <a:pt x="254257" y="275571"/>
                  </a:lnTo>
                  <a:lnTo>
                    <a:pt x="254082" y="275799"/>
                  </a:lnTo>
                  <a:lnTo>
                    <a:pt x="253869" y="275799"/>
                  </a:lnTo>
                  <a:lnTo>
                    <a:pt x="253574" y="275789"/>
                  </a:lnTo>
                  <a:lnTo>
                    <a:pt x="253323" y="275674"/>
                  </a:lnTo>
                  <a:lnTo>
                    <a:pt x="253038" y="275741"/>
                  </a:lnTo>
                  <a:lnTo>
                    <a:pt x="252372" y="275610"/>
                  </a:lnTo>
                  <a:lnTo>
                    <a:pt x="252017" y="275215"/>
                  </a:lnTo>
                  <a:lnTo>
                    <a:pt x="251350" y="275219"/>
                  </a:lnTo>
                  <a:lnTo>
                    <a:pt x="250693" y="275407"/>
                  </a:lnTo>
                  <a:lnTo>
                    <a:pt x="250607" y="275742"/>
                  </a:lnTo>
                  <a:lnTo>
                    <a:pt x="250792" y="275973"/>
                  </a:lnTo>
                  <a:lnTo>
                    <a:pt x="250806" y="276187"/>
                  </a:lnTo>
                  <a:lnTo>
                    <a:pt x="250326" y="276738"/>
                  </a:lnTo>
                  <a:lnTo>
                    <a:pt x="250207" y="277035"/>
                  </a:lnTo>
                  <a:lnTo>
                    <a:pt x="250332" y="277607"/>
                  </a:lnTo>
                  <a:lnTo>
                    <a:pt x="251193" y="277177"/>
                  </a:lnTo>
                  <a:lnTo>
                    <a:pt x="251363" y="276967"/>
                  </a:lnTo>
                  <a:lnTo>
                    <a:pt x="251137" y="276794"/>
                  </a:lnTo>
                  <a:lnTo>
                    <a:pt x="250977" y="276463"/>
                  </a:lnTo>
                  <a:lnTo>
                    <a:pt x="250994" y="276319"/>
                  </a:lnTo>
                  <a:lnTo>
                    <a:pt x="250992" y="276057"/>
                  </a:lnTo>
                  <a:lnTo>
                    <a:pt x="251041" y="275618"/>
                  </a:lnTo>
                  <a:lnTo>
                    <a:pt x="251347" y="275441"/>
                  </a:lnTo>
                  <a:lnTo>
                    <a:pt x="251784" y="275446"/>
                  </a:lnTo>
                  <a:lnTo>
                    <a:pt x="251985" y="275526"/>
                  </a:lnTo>
                  <a:lnTo>
                    <a:pt x="252433" y="275992"/>
                  </a:lnTo>
                  <a:lnTo>
                    <a:pt x="252746" y="276089"/>
                  </a:lnTo>
                  <a:lnTo>
                    <a:pt x="252899" y="276076"/>
                  </a:lnTo>
                  <a:lnTo>
                    <a:pt x="253230" y="275898"/>
                  </a:lnTo>
                  <a:lnTo>
                    <a:pt x="253984" y="276003"/>
                  </a:lnTo>
                  <a:lnTo>
                    <a:pt x="254376" y="275822"/>
                  </a:lnTo>
                  <a:lnTo>
                    <a:pt x="254922" y="275327"/>
                  </a:lnTo>
                  <a:lnTo>
                    <a:pt x="255374" y="275315"/>
                  </a:lnTo>
                  <a:lnTo>
                    <a:pt x="255992" y="276116"/>
                  </a:lnTo>
                  <a:lnTo>
                    <a:pt x="256679" y="276752"/>
                  </a:lnTo>
                  <a:lnTo>
                    <a:pt x="256818" y="277001"/>
                  </a:lnTo>
                  <a:lnTo>
                    <a:pt x="256627" y="277023"/>
                  </a:lnTo>
                  <a:lnTo>
                    <a:pt x="256390" y="276911"/>
                  </a:lnTo>
                  <a:lnTo>
                    <a:pt x="256235" y="276877"/>
                  </a:lnTo>
                  <a:lnTo>
                    <a:pt x="255914" y="277165"/>
                  </a:lnTo>
                  <a:lnTo>
                    <a:pt x="256018" y="277358"/>
                  </a:lnTo>
                  <a:lnTo>
                    <a:pt x="256111" y="278081"/>
                  </a:lnTo>
                  <a:lnTo>
                    <a:pt x="255950" y="278121"/>
                  </a:lnTo>
                  <a:lnTo>
                    <a:pt x="255658" y="278293"/>
                  </a:lnTo>
                  <a:lnTo>
                    <a:pt x="255488" y="278659"/>
                  </a:lnTo>
                  <a:lnTo>
                    <a:pt x="256013" y="279100"/>
                  </a:lnTo>
                  <a:lnTo>
                    <a:pt x="256428" y="279120"/>
                  </a:lnTo>
                  <a:lnTo>
                    <a:pt x="256600" y="278914"/>
                  </a:lnTo>
                  <a:lnTo>
                    <a:pt x="256660" y="279171"/>
                  </a:lnTo>
                  <a:lnTo>
                    <a:pt x="256700" y="279312"/>
                  </a:lnTo>
                  <a:lnTo>
                    <a:pt x="256965" y="279482"/>
                  </a:lnTo>
                  <a:lnTo>
                    <a:pt x="257184" y="279563"/>
                  </a:lnTo>
                  <a:lnTo>
                    <a:pt x="256943" y="279845"/>
                  </a:lnTo>
                  <a:lnTo>
                    <a:pt x="257031" y="280061"/>
                  </a:lnTo>
                  <a:lnTo>
                    <a:pt x="257873" y="280146"/>
                  </a:lnTo>
                  <a:lnTo>
                    <a:pt x="257605" y="280335"/>
                  </a:lnTo>
                  <a:lnTo>
                    <a:pt x="257388" y="280439"/>
                  </a:lnTo>
                  <a:lnTo>
                    <a:pt x="257121" y="280660"/>
                  </a:lnTo>
                  <a:lnTo>
                    <a:pt x="256965" y="280865"/>
                  </a:lnTo>
                  <a:lnTo>
                    <a:pt x="256477" y="281217"/>
                  </a:lnTo>
                  <a:lnTo>
                    <a:pt x="256056" y="281324"/>
                  </a:lnTo>
                  <a:lnTo>
                    <a:pt x="256118" y="281560"/>
                  </a:lnTo>
                  <a:lnTo>
                    <a:pt x="255642" y="281756"/>
                  </a:lnTo>
                  <a:lnTo>
                    <a:pt x="255170" y="281915"/>
                  </a:lnTo>
                  <a:lnTo>
                    <a:pt x="255130" y="281747"/>
                  </a:lnTo>
                  <a:lnTo>
                    <a:pt x="255003" y="281565"/>
                  </a:lnTo>
                  <a:lnTo>
                    <a:pt x="254791" y="281571"/>
                  </a:lnTo>
                  <a:lnTo>
                    <a:pt x="254438" y="281737"/>
                  </a:lnTo>
                  <a:lnTo>
                    <a:pt x="253761" y="281399"/>
                  </a:lnTo>
                  <a:lnTo>
                    <a:pt x="253297" y="281145"/>
                  </a:lnTo>
                  <a:lnTo>
                    <a:pt x="252905" y="280940"/>
                  </a:lnTo>
                  <a:lnTo>
                    <a:pt x="252751" y="280946"/>
                  </a:lnTo>
                  <a:lnTo>
                    <a:pt x="252357" y="280894"/>
                  </a:lnTo>
                  <a:lnTo>
                    <a:pt x="252142" y="280858"/>
                  </a:lnTo>
                  <a:lnTo>
                    <a:pt x="251656" y="280630"/>
                  </a:lnTo>
                  <a:lnTo>
                    <a:pt x="251456" y="280439"/>
                  </a:lnTo>
                  <a:lnTo>
                    <a:pt x="251327" y="280299"/>
                  </a:lnTo>
                  <a:lnTo>
                    <a:pt x="251201" y="279963"/>
                  </a:lnTo>
                  <a:lnTo>
                    <a:pt x="250913" y="279601"/>
                  </a:lnTo>
                  <a:lnTo>
                    <a:pt x="250551" y="279611"/>
                  </a:lnTo>
                  <a:lnTo>
                    <a:pt x="250413" y="279653"/>
                  </a:lnTo>
                  <a:lnTo>
                    <a:pt x="249862" y="280011"/>
                  </a:lnTo>
                  <a:lnTo>
                    <a:pt x="250009" y="280312"/>
                  </a:lnTo>
                  <a:lnTo>
                    <a:pt x="250204" y="280479"/>
                  </a:lnTo>
                  <a:lnTo>
                    <a:pt x="250361" y="280566"/>
                  </a:lnTo>
                  <a:lnTo>
                    <a:pt x="250622" y="280578"/>
                  </a:lnTo>
                  <a:lnTo>
                    <a:pt x="250772" y="280632"/>
                  </a:lnTo>
                  <a:lnTo>
                    <a:pt x="250928" y="280688"/>
                  </a:lnTo>
                  <a:lnTo>
                    <a:pt x="251403" y="280927"/>
                  </a:lnTo>
                  <a:lnTo>
                    <a:pt x="251020" y="281046"/>
                  </a:lnTo>
                  <a:lnTo>
                    <a:pt x="251030" y="281199"/>
                  </a:lnTo>
                  <a:lnTo>
                    <a:pt x="251021" y="281554"/>
                  </a:lnTo>
                  <a:lnTo>
                    <a:pt x="251003" y="281826"/>
                  </a:lnTo>
                  <a:lnTo>
                    <a:pt x="251206" y="281857"/>
                  </a:lnTo>
                  <a:lnTo>
                    <a:pt x="251555" y="281794"/>
                  </a:lnTo>
                  <a:lnTo>
                    <a:pt x="251722" y="281660"/>
                  </a:lnTo>
                  <a:lnTo>
                    <a:pt x="252043" y="281585"/>
                  </a:lnTo>
                  <a:lnTo>
                    <a:pt x="252359" y="281562"/>
                  </a:lnTo>
                  <a:lnTo>
                    <a:pt x="252604" y="281912"/>
                  </a:lnTo>
                  <a:lnTo>
                    <a:pt x="252696" y="282043"/>
                  </a:lnTo>
                  <a:lnTo>
                    <a:pt x="253051" y="282038"/>
                  </a:lnTo>
                  <a:lnTo>
                    <a:pt x="253285" y="281943"/>
                  </a:lnTo>
                  <a:lnTo>
                    <a:pt x="253750" y="282022"/>
                  </a:lnTo>
                  <a:lnTo>
                    <a:pt x="254173" y="282268"/>
                  </a:lnTo>
                  <a:lnTo>
                    <a:pt x="254676" y="282734"/>
                  </a:lnTo>
                  <a:lnTo>
                    <a:pt x="254664" y="282910"/>
                  </a:lnTo>
                  <a:lnTo>
                    <a:pt x="254633" y="283068"/>
                  </a:lnTo>
                  <a:lnTo>
                    <a:pt x="254610" y="283748"/>
                  </a:lnTo>
                  <a:lnTo>
                    <a:pt x="255429" y="283676"/>
                  </a:lnTo>
                  <a:lnTo>
                    <a:pt x="255897" y="283649"/>
                  </a:lnTo>
                  <a:lnTo>
                    <a:pt x="255819" y="283894"/>
                  </a:lnTo>
                  <a:lnTo>
                    <a:pt x="255708" y="284139"/>
                  </a:lnTo>
                  <a:lnTo>
                    <a:pt x="255401" y="284812"/>
                  </a:lnTo>
                  <a:lnTo>
                    <a:pt x="255526" y="284942"/>
                  </a:lnTo>
                  <a:lnTo>
                    <a:pt x="255784" y="284940"/>
                  </a:lnTo>
                  <a:lnTo>
                    <a:pt x="256179" y="285450"/>
                  </a:lnTo>
                  <a:lnTo>
                    <a:pt x="256292" y="286154"/>
                  </a:lnTo>
                  <a:lnTo>
                    <a:pt x="255929" y="287085"/>
                  </a:lnTo>
                  <a:lnTo>
                    <a:pt x="255473" y="289345"/>
                  </a:lnTo>
                  <a:lnTo>
                    <a:pt x="254337" y="290244"/>
                  </a:lnTo>
                  <a:lnTo>
                    <a:pt x="254264" y="289981"/>
                  </a:lnTo>
                  <a:lnTo>
                    <a:pt x="254091" y="289827"/>
                  </a:lnTo>
                  <a:lnTo>
                    <a:pt x="253913" y="289817"/>
                  </a:lnTo>
                  <a:lnTo>
                    <a:pt x="253605" y="290105"/>
                  </a:lnTo>
                  <a:lnTo>
                    <a:pt x="253643" y="290605"/>
                  </a:lnTo>
                  <a:lnTo>
                    <a:pt x="253318" y="290691"/>
                  </a:lnTo>
                  <a:lnTo>
                    <a:pt x="252996" y="290775"/>
                  </a:lnTo>
                  <a:lnTo>
                    <a:pt x="252686" y="290863"/>
                  </a:lnTo>
                  <a:lnTo>
                    <a:pt x="252377" y="290947"/>
                  </a:lnTo>
                  <a:lnTo>
                    <a:pt x="252037" y="291039"/>
                  </a:lnTo>
                  <a:lnTo>
                    <a:pt x="251703" y="291132"/>
                  </a:lnTo>
                  <a:lnTo>
                    <a:pt x="251499" y="291129"/>
                  </a:lnTo>
                  <a:lnTo>
                    <a:pt x="250703" y="291104"/>
                  </a:lnTo>
                  <a:lnTo>
                    <a:pt x="250503" y="291094"/>
                  </a:lnTo>
                  <a:lnTo>
                    <a:pt x="249970" y="291043"/>
                  </a:lnTo>
                  <a:lnTo>
                    <a:pt x="249812" y="291014"/>
                  </a:lnTo>
                  <a:lnTo>
                    <a:pt x="249574" y="290992"/>
                  </a:lnTo>
                  <a:lnTo>
                    <a:pt x="249318" y="290969"/>
                  </a:lnTo>
                  <a:lnTo>
                    <a:pt x="249071" y="290946"/>
                  </a:lnTo>
                  <a:lnTo>
                    <a:pt x="248754" y="290987"/>
                  </a:lnTo>
                  <a:lnTo>
                    <a:pt x="248540" y="291495"/>
                  </a:lnTo>
                  <a:lnTo>
                    <a:pt x="248438" y="291931"/>
                  </a:lnTo>
                  <a:lnTo>
                    <a:pt x="248967" y="292103"/>
                  </a:lnTo>
                  <a:lnTo>
                    <a:pt x="249130" y="292163"/>
                  </a:lnTo>
                  <a:lnTo>
                    <a:pt x="249284" y="292241"/>
                  </a:lnTo>
                  <a:lnTo>
                    <a:pt x="249792" y="292241"/>
                  </a:lnTo>
                  <a:lnTo>
                    <a:pt x="250236" y="292336"/>
                  </a:lnTo>
                  <a:lnTo>
                    <a:pt x="250936" y="292629"/>
                  </a:lnTo>
                  <a:lnTo>
                    <a:pt x="251221" y="293361"/>
                  </a:lnTo>
                  <a:lnTo>
                    <a:pt x="251703" y="294600"/>
                  </a:lnTo>
                  <a:lnTo>
                    <a:pt x="251887" y="295073"/>
                  </a:lnTo>
                  <a:lnTo>
                    <a:pt x="252152" y="295558"/>
                  </a:lnTo>
                  <a:lnTo>
                    <a:pt x="252589" y="296356"/>
                  </a:lnTo>
                  <a:lnTo>
                    <a:pt x="252822" y="296883"/>
                  </a:lnTo>
                  <a:lnTo>
                    <a:pt x="252888" y="297310"/>
                  </a:lnTo>
                  <a:lnTo>
                    <a:pt x="252888" y="297438"/>
                  </a:lnTo>
                  <a:lnTo>
                    <a:pt x="252890" y="297914"/>
                  </a:lnTo>
                  <a:lnTo>
                    <a:pt x="253021" y="297951"/>
                  </a:lnTo>
                  <a:lnTo>
                    <a:pt x="253086" y="297750"/>
                  </a:lnTo>
                  <a:lnTo>
                    <a:pt x="253362" y="297749"/>
                  </a:lnTo>
                  <a:lnTo>
                    <a:pt x="253751" y="298061"/>
                  </a:lnTo>
                  <a:lnTo>
                    <a:pt x="253741" y="298236"/>
                  </a:lnTo>
                  <a:lnTo>
                    <a:pt x="253916" y="298575"/>
                  </a:lnTo>
                  <a:lnTo>
                    <a:pt x="253837" y="298817"/>
                  </a:lnTo>
                  <a:lnTo>
                    <a:pt x="253340" y="299666"/>
                  </a:lnTo>
                  <a:lnTo>
                    <a:pt x="252765" y="299912"/>
                  </a:lnTo>
                  <a:lnTo>
                    <a:pt x="252127" y="299805"/>
                  </a:lnTo>
                  <a:lnTo>
                    <a:pt x="252355" y="300212"/>
                  </a:lnTo>
                  <a:lnTo>
                    <a:pt x="252638" y="300264"/>
                  </a:lnTo>
                  <a:lnTo>
                    <a:pt x="252772" y="300289"/>
                  </a:lnTo>
                  <a:lnTo>
                    <a:pt x="253173" y="300326"/>
                  </a:lnTo>
                  <a:lnTo>
                    <a:pt x="253299" y="300556"/>
                  </a:lnTo>
                  <a:lnTo>
                    <a:pt x="253239" y="300844"/>
                  </a:lnTo>
                  <a:lnTo>
                    <a:pt x="252956" y="301159"/>
                  </a:lnTo>
                  <a:lnTo>
                    <a:pt x="252904" y="301569"/>
                  </a:lnTo>
                  <a:lnTo>
                    <a:pt x="252783" y="302662"/>
                  </a:lnTo>
                  <a:lnTo>
                    <a:pt x="253147" y="302894"/>
                  </a:lnTo>
                  <a:lnTo>
                    <a:pt x="253345" y="302944"/>
                  </a:lnTo>
                  <a:lnTo>
                    <a:pt x="254422" y="303323"/>
                  </a:lnTo>
                  <a:lnTo>
                    <a:pt x="254552" y="303218"/>
                  </a:lnTo>
                  <a:lnTo>
                    <a:pt x="254720" y="303202"/>
                  </a:lnTo>
                  <a:lnTo>
                    <a:pt x="255014" y="303567"/>
                  </a:lnTo>
                  <a:lnTo>
                    <a:pt x="255134" y="303884"/>
                  </a:lnTo>
                  <a:lnTo>
                    <a:pt x="254944" y="303972"/>
                  </a:lnTo>
                  <a:lnTo>
                    <a:pt x="254677" y="304065"/>
                  </a:lnTo>
                  <a:lnTo>
                    <a:pt x="254394" y="304644"/>
                  </a:lnTo>
                  <a:lnTo>
                    <a:pt x="254629" y="304852"/>
                  </a:lnTo>
                  <a:lnTo>
                    <a:pt x="254861" y="304810"/>
                  </a:lnTo>
                  <a:lnTo>
                    <a:pt x="254796" y="304956"/>
                  </a:lnTo>
                  <a:lnTo>
                    <a:pt x="254664" y="305180"/>
                  </a:lnTo>
                  <a:lnTo>
                    <a:pt x="254407" y="305380"/>
                  </a:lnTo>
                  <a:lnTo>
                    <a:pt x="254042" y="305556"/>
                  </a:lnTo>
                  <a:lnTo>
                    <a:pt x="253771" y="305946"/>
                  </a:lnTo>
                  <a:lnTo>
                    <a:pt x="253610" y="306184"/>
                  </a:lnTo>
                  <a:lnTo>
                    <a:pt x="254095" y="306358"/>
                  </a:lnTo>
                  <a:lnTo>
                    <a:pt x="254594" y="306007"/>
                  </a:lnTo>
                  <a:lnTo>
                    <a:pt x="254798" y="305956"/>
                  </a:lnTo>
                  <a:lnTo>
                    <a:pt x="254812" y="306379"/>
                  </a:lnTo>
                  <a:lnTo>
                    <a:pt x="255237" y="306207"/>
                  </a:lnTo>
                  <a:lnTo>
                    <a:pt x="255319" y="306371"/>
                  </a:lnTo>
                  <a:lnTo>
                    <a:pt x="254735" y="306925"/>
                  </a:lnTo>
                  <a:lnTo>
                    <a:pt x="254792" y="307407"/>
                  </a:lnTo>
                  <a:lnTo>
                    <a:pt x="254645" y="307963"/>
                  </a:lnTo>
                  <a:lnTo>
                    <a:pt x="254565" y="308202"/>
                  </a:lnTo>
                  <a:lnTo>
                    <a:pt x="254324" y="308396"/>
                  </a:lnTo>
                  <a:lnTo>
                    <a:pt x="254177" y="308581"/>
                  </a:lnTo>
                  <a:lnTo>
                    <a:pt x="254058" y="308950"/>
                  </a:lnTo>
                  <a:lnTo>
                    <a:pt x="253930" y="309200"/>
                  </a:lnTo>
                  <a:lnTo>
                    <a:pt x="253501" y="309627"/>
                  </a:lnTo>
                  <a:lnTo>
                    <a:pt x="253468" y="310249"/>
                  </a:lnTo>
                  <a:lnTo>
                    <a:pt x="252577" y="310491"/>
                  </a:lnTo>
                  <a:lnTo>
                    <a:pt x="252260" y="310458"/>
                  </a:lnTo>
                  <a:lnTo>
                    <a:pt x="252363" y="310033"/>
                  </a:lnTo>
                  <a:lnTo>
                    <a:pt x="252494" y="309913"/>
                  </a:lnTo>
                  <a:lnTo>
                    <a:pt x="252603" y="309440"/>
                  </a:lnTo>
                  <a:lnTo>
                    <a:pt x="252330" y="309537"/>
                  </a:lnTo>
                  <a:lnTo>
                    <a:pt x="252302" y="309703"/>
                  </a:lnTo>
                  <a:lnTo>
                    <a:pt x="252077" y="309688"/>
                  </a:lnTo>
                  <a:lnTo>
                    <a:pt x="251819" y="309527"/>
                  </a:lnTo>
                  <a:lnTo>
                    <a:pt x="252086" y="309204"/>
                  </a:lnTo>
                  <a:lnTo>
                    <a:pt x="252172" y="308634"/>
                  </a:lnTo>
                  <a:lnTo>
                    <a:pt x="252095" y="308227"/>
                  </a:lnTo>
                  <a:lnTo>
                    <a:pt x="251534" y="307896"/>
                  </a:lnTo>
                  <a:lnTo>
                    <a:pt x="250889" y="307514"/>
                  </a:lnTo>
                  <a:lnTo>
                    <a:pt x="250084" y="307162"/>
                  </a:lnTo>
                  <a:lnTo>
                    <a:pt x="249772" y="307033"/>
                  </a:lnTo>
                  <a:lnTo>
                    <a:pt x="249601" y="306976"/>
                  </a:lnTo>
                  <a:lnTo>
                    <a:pt x="249468" y="306947"/>
                  </a:lnTo>
                  <a:lnTo>
                    <a:pt x="248970" y="306912"/>
                  </a:lnTo>
                  <a:lnTo>
                    <a:pt x="248778" y="306898"/>
                  </a:lnTo>
                  <a:lnTo>
                    <a:pt x="248292" y="306887"/>
                  </a:lnTo>
                  <a:lnTo>
                    <a:pt x="248115" y="306904"/>
                  </a:lnTo>
                  <a:lnTo>
                    <a:pt x="247819" y="306969"/>
                  </a:lnTo>
                  <a:lnTo>
                    <a:pt x="247543" y="307116"/>
                  </a:lnTo>
                  <a:lnTo>
                    <a:pt x="247589" y="307552"/>
                  </a:lnTo>
                  <a:lnTo>
                    <a:pt x="247429" y="308012"/>
                  </a:lnTo>
                  <a:lnTo>
                    <a:pt x="247265" y="307964"/>
                  </a:lnTo>
                  <a:lnTo>
                    <a:pt x="246858" y="308591"/>
                  </a:lnTo>
                  <a:lnTo>
                    <a:pt x="246828" y="308866"/>
                  </a:lnTo>
                  <a:lnTo>
                    <a:pt x="246798" y="309118"/>
                  </a:lnTo>
                  <a:lnTo>
                    <a:pt x="246770" y="309354"/>
                  </a:lnTo>
                  <a:lnTo>
                    <a:pt x="246715" y="309774"/>
                  </a:lnTo>
                  <a:lnTo>
                    <a:pt x="246507" y="309935"/>
                  </a:lnTo>
                  <a:lnTo>
                    <a:pt x="246062" y="310153"/>
                  </a:lnTo>
                  <a:lnTo>
                    <a:pt x="246254" y="310524"/>
                  </a:lnTo>
                  <a:lnTo>
                    <a:pt x="245949" y="310909"/>
                  </a:lnTo>
                  <a:lnTo>
                    <a:pt x="245764" y="311075"/>
                  </a:lnTo>
                  <a:lnTo>
                    <a:pt x="245488" y="311276"/>
                  </a:lnTo>
                  <a:lnTo>
                    <a:pt x="245337" y="311553"/>
                  </a:lnTo>
                  <a:lnTo>
                    <a:pt x="245339" y="311829"/>
                  </a:lnTo>
                  <a:lnTo>
                    <a:pt x="245268" y="312147"/>
                  </a:lnTo>
                  <a:lnTo>
                    <a:pt x="244662" y="312125"/>
                  </a:lnTo>
                  <a:lnTo>
                    <a:pt x="244746" y="311961"/>
                  </a:lnTo>
                  <a:lnTo>
                    <a:pt x="244706" y="311820"/>
                  </a:lnTo>
                  <a:lnTo>
                    <a:pt x="244402" y="311650"/>
                  </a:lnTo>
                  <a:lnTo>
                    <a:pt x="243884" y="311648"/>
                  </a:lnTo>
                  <a:lnTo>
                    <a:pt x="243806" y="312122"/>
                  </a:lnTo>
                  <a:lnTo>
                    <a:pt x="243976" y="312271"/>
                  </a:lnTo>
                  <a:lnTo>
                    <a:pt x="244191" y="312308"/>
                  </a:lnTo>
                  <a:lnTo>
                    <a:pt x="244256" y="312776"/>
                  </a:lnTo>
                  <a:lnTo>
                    <a:pt x="244035" y="312946"/>
                  </a:lnTo>
                  <a:lnTo>
                    <a:pt x="244848" y="312927"/>
                  </a:lnTo>
                  <a:lnTo>
                    <a:pt x="244968" y="313235"/>
                  </a:lnTo>
                  <a:lnTo>
                    <a:pt x="244921" y="313440"/>
                  </a:lnTo>
                  <a:lnTo>
                    <a:pt x="244643" y="313757"/>
                  </a:lnTo>
                  <a:lnTo>
                    <a:pt x="244627" y="313971"/>
                  </a:lnTo>
                  <a:lnTo>
                    <a:pt x="244571" y="314328"/>
                  </a:lnTo>
                  <a:lnTo>
                    <a:pt x="244182" y="314348"/>
                  </a:lnTo>
                  <a:lnTo>
                    <a:pt x="243840" y="314970"/>
                  </a:lnTo>
                  <a:lnTo>
                    <a:pt x="243377" y="315039"/>
                  </a:lnTo>
                  <a:lnTo>
                    <a:pt x="243206" y="315142"/>
                  </a:lnTo>
                  <a:lnTo>
                    <a:pt x="242914" y="315215"/>
                  </a:lnTo>
                  <a:lnTo>
                    <a:pt x="242844" y="315012"/>
                  </a:lnTo>
                  <a:lnTo>
                    <a:pt x="242578" y="314640"/>
                  </a:lnTo>
                  <a:lnTo>
                    <a:pt x="242238" y="314733"/>
                  </a:lnTo>
                  <a:lnTo>
                    <a:pt x="242017" y="314625"/>
                  </a:lnTo>
                  <a:lnTo>
                    <a:pt x="240745" y="314695"/>
                  </a:lnTo>
                  <a:lnTo>
                    <a:pt x="240433" y="315816"/>
                  </a:lnTo>
                  <a:lnTo>
                    <a:pt x="240420" y="315999"/>
                  </a:lnTo>
                  <a:lnTo>
                    <a:pt x="240078" y="316100"/>
                  </a:lnTo>
                  <a:lnTo>
                    <a:pt x="240364" y="316639"/>
                  </a:lnTo>
                  <a:lnTo>
                    <a:pt x="241063" y="316851"/>
                  </a:lnTo>
                  <a:lnTo>
                    <a:pt x="240896" y="318292"/>
                  </a:lnTo>
                  <a:lnTo>
                    <a:pt x="240567" y="318122"/>
                  </a:lnTo>
                  <a:lnTo>
                    <a:pt x="239906" y="317821"/>
                  </a:lnTo>
                  <a:lnTo>
                    <a:pt x="239482" y="317736"/>
                  </a:lnTo>
                  <a:lnTo>
                    <a:pt x="239016" y="317871"/>
                  </a:lnTo>
                  <a:lnTo>
                    <a:pt x="238683" y="318191"/>
                  </a:lnTo>
                  <a:lnTo>
                    <a:pt x="239068" y="318537"/>
                  </a:lnTo>
                  <a:lnTo>
                    <a:pt x="238669" y="318530"/>
                  </a:lnTo>
                  <a:lnTo>
                    <a:pt x="238511" y="318442"/>
                  </a:lnTo>
                  <a:lnTo>
                    <a:pt x="238237" y="318622"/>
                  </a:lnTo>
                  <a:lnTo>
                    <a:pt x="238073" y="318629"/>
                  </a:lnTo>
                  <a:lnTo>
                    <a:pt x="238249" y="318819"/>
                  </a:lnTo>
                  <a:lnTo>
                    <a:pt x="238422" y="318963"/>
                  </a:lnTo>
                  <a:lnTo>
                    <a:pt x="237375" y="319192"/>
                  </a:lnTo>
                  <a:lnTo>
                    <a:pt x="236902" y="319494"/>
                  </a:lnTo>
                  <a:lnTo>
                    <a:pt x="236520" y="319359"/>
                  </a:lnTo>
                  <a:lnTo>
                    <a:pt x="235339" y="318857"/>
                  </a:lnTo>
                  <a:lnTo>
                    <a:pt x="235601" y="318876"/>
                  </a:lnTo>
                  <a:lnTo>
                    <a:pt x="235763" y="318648"/>
                  </a:lnTo>
                  <a:lnTo>
                    <a:pt x="235836" y="318407"/>
                  </a:lnTo>
                  <a:lnTo>
                    <a:pt x="235731" y="318174"/>
                  </a:lnTo>
                  <a:lnTo>
                    <a:pt x="235136" y="317406"/>
                  </a:lnTo>
                  <a:lnTo>
                    <a:pt x="234973" y="317040"/>
                  </a:lnTo>
                  <a:lnTo>
                    <a:pt x="235009" y="316670"/>
                  </a:lnTo>
                  <a:lnTo>
                    <a:pt x="234985" y="316317"/>
                  </a:lnTo>
                  <a:lnTo>
                    <a:pt x="234892" y="315979"/>
                  </a:lnTo>
                  <a:lnTo>
                    <a:pt x="234814" y="315827"/>
                  </a:lnTo>
                  <a:lnTo>
                    <a:pt x="234795" y="315456"/>
                  </a:lnTo>
                  <a:lnTo>
                    <a:pt x="234927" y="315381"/>
                  </a:lnTo>
                  <a:lnTo>
                    <a:pt x="235500" y="315157"/>
                  </a:lnTo>
                  <a:lnTo>
                    <a:pt x="235607" y="315376"/>
                  </a:lnTo>
                  <a:lnTo>
                    <a:pt x="235765" y="315456"/>
                  </a:lnTo>
                  <a:lnTo>
                    <a:pt x="235899" y="315161"/>
                  </a:lnTo>
                  <a:lnTo>
                    <a:pt x="236120" y="314913"/>
                  </a:lnTo>
                  <a:lnTo>
                    <a:pt x="236316" y="314913"/>
                  </a:lnTo>
                  <a:lnTo>
                    <a:pt x="236564" y="314714"/>
                  </a:lnTo>
                  <a:lnTo>
                    <a:pt x="236779" y="314529"/>
                  </a:lnTo>
                  <a:lnTo>
                    <a:pt x="237105" y="314114"/>
                  </a:lnTo>
                  <a:lnTo>
                    <a:pt x="237357" y="313997"/>
                  </a:lnTo>
                  <a:lnTo>
                    <a:pt x="237639" y="313977"/>
                  </a:lnTo>
                  <a:lnTo>
                    <a:pt x="237643" y="313793"/>
                  </a:lnTo>
                  <a:lnTo>
                    <a:pt x="237614" y="313551"/>
                  </a:lnTo>
                  <a:lnTo>
                    <a:pt x="237572" y="313389"/>
                  </a:lnTo>
                  <a:lnTo>
                    <a:pt x="237852" y="312831"/>
                  </a:lnTo>
                  <a:lnTo>
                    <a:pt x="237726" y="312522"/>
                  </a:lnTo>
                  <a:lnTo>
                    <a:pt x="237366" y="312172"/>
                  </a:lnTo>
                  <a:lnTo>
                    <a:pt x="237282" y="311912"/>
                  </a:lnTo>
                  <a:lnTo>
                    <a:pt x="237946" y="310113"/>
                  </a:lnTo>
                  <a:lnTo>
                    <a:pt x="238219" y="309914"/>
                  </a:lnTo>
                  <a:lnTo>
                    <a:pt x="238359" y="309890"/>
                  </a:lnTo>
                  <a:lnTo>
                    <a:pt x="238601" y="309864"/>
                  </a:lnTo>
                  <a:lnTo>
                    <a:pt x="238758" y="309732"/>
                  </a:lnTo>
                  <a:lnTo>
                    <a:pt x="238884" y="309586"/>
                  </a:lnTo>
                  <a:lnTo>
                    <a:pt x="238972" y="309422"/>
                  </a:lnTo>
                  <a:lnTo>
                    <a:pt x="238976" y="309163"/>
                  </a:lnTo>
                  <a:lnTo>
                    <a:pt x="239180" y="308686"/>
                  </a:lnTo>
                  <a:lnTo>
                    <a:pt x="238802" y="308195"/>
                  </a:lnTo>
                  <a:lnTo>
                    <a:pt x="238697" y="307905"/>
                  </a:lnTo>
                  <a:lnTo>
                    <a:pt x="238568" y="307830"/>
                  </a:lnTo>
                  <a:lnTo>
                    <a:pt x="238408" y="307823"/>
                  </a:lnTo>
                  <a:lnTo>
                    <a:pt x="238069" y="307389"/>
                  </a:lnTo>
                  <a:lnTo>
                    <a:pt x="238069" y="307203"/>
                  </a:lnTo>
                  <a:lnTo>
                    <a:pt x="238112" y="306857"/>
                  </a:lnTo>
                  <a:lnTo>
                    <a:pt x="238174" y="306656"/>
                  </a:lnTo>
                  <a:lnTo>
                    <a:pt x="238489" y="306451"/>
                  </a:lnTo>
                  <a:lnTo>
                    <a:pt x="238833" y="306429"/>
                  </a:lnTo>
                  <a:lnTo>
                    <a:pt x="239059" y="306433"/>
                  </a:lnTo>
                  <a:lnTo>
                    <a:pt x="238828" y="306212"/>
                  </a:lnTo>
                  <a:lnTo>
                    <a:pt x="238690" y="306226"/>
                  </a:lnTo>
                  <a:lnTo>
                    <a:pt x="238239" y="306291"/>
                  </a:lnTo>
                  <a:lnTo>
                    <a:pt x="238069" y="306209"/>
                  </a:lnTo>
                  <a:lnTo>
                    <a:pt x="238123" y="305736"/>
                  </a:lnTo>
                  <a:lnTo>
                    <a:pt x="237942" y="305497"/>
                  </a:lnTo>
                  <a:lnTo>
                    <a:pt x="237670" y="305080"/>
                  </a:lnTo>
                  <a:lnTo>
                    <a:pt x="237543" y="304841"/>
                  </a:lnTo>
                  <a:lnTo>
                    <a:pt x="237646" y="304586"/>
                  </a:lnTo>
                  <a:lnTo>
                    <a:pt x="237609" y="304319"/>
                  </a:lnTo>
                  <a:lnTo>
                    <a:pt x="237407" y="304269"/>
                  </a:lnTo>
                  <a:lnTo>
                    <a:pt x="237142" y="304277"/>
                  </a:lnTo>
                  <a:lnTo>
                    <a:pt x="236784" y="304456"/>
                  </a:lnTo>
                  <a:lnTo>
                    <a:pt x="236586" y="304871"/>
                  </a:lnTo>
                  <a:lnTo>
                    <a:pt x="236512" y="304736"/>
                  </a:lnTo>
                  <a:lnTo>
                    <a:pt x="236493" y="304608"/>
                  </a:lnTo>
                  <a:lnTo>
                    <a:pt x="236305" y="304399"/>
                  </a:lnTo>
                  <a:lnTo>
                    <a:pt x="236519" y="305080"/>
                  </a:lnTo>
                  <a:lnTo>
                    <a:pt x="236741" y="305178"/>
                  </a:lnTo>
                  <a:lnTo>
                    <a:pt x="236944" y="305421"/>
                  </a:lnTo>
                  <a:lnTo>
                    <a:pt x="236943" y="305646"/>
                  </a:lnTo>
                  <a:lnTo>
                    <a:pt x="236746" y="305884"/>
                  </a:lnTo>
                  <a:lnTo>
                    <a:pt x="235822" y="306055"/>
                  </a:lnTo>
                  <a:lnTo>
                    <a:pt x="235650" y="306414"/>
                  </a:lnTo>
                  <a:lnTo>
                    <a:pt x="235465" y="306442"/>
                  </a:lnTo>
                  <a:lnTo>
                    <a:pt x="235427" y="306964"/>
                  </a:lnTo>
                  <a:lnTo>
                    <a:pt x="235473" y="307217"/>
                  </a:lnTo>
                  <a:lnTo>
                    <a:pt x="235380" y="307450"/>
                  </a:lnTo>
                  <a:lnTo>
                    <a:pt x="234805" y="307829"/>
                  </a:lnTo>
                  <a:lnTo>
                    <a:pt x="234738" y="307992"/>
                  </a:lnTo>
                  <a:lnTo>
                    <a:pt x="234955" y="308074"/>
                  </a:lnTo>
                  <a:lnTo>
                    <a:pt x="234913" y="308452"/>
                  </a:lnTo>
                  <a:lnTo>
                    <a:pt x="234769" y="308475"/>
                  </a:lnTo>
                  <a:lnTo>
                    <a:pt x="234578" y="308535"/>
                  </a:lnTo>
                  <a:lnTo>
                    <a:pt x="234486" y="308768"/>
                  </a:lnTo>
                  <a:lnTo>
                    <a:pt x="234365" y="308968"/>
                  </a:lnTo>
                  <a:lnTo>
                    <a:pt x="234104" y="308919"/>
                  </a:lnTo>
                  <a:lnTo>
                    <a:pt x="233929" y="308902"/>
                  </a:lnTo>
                  <a:lnTo>
                    <a:pt x="233707" y="308936"/>
                  </a:lnTo>
                  <a:lnTo>
                    <a:pt x="233508" y="308994"/>
                  </a:lnTo>
                  <a:lnTo>
                    <a:pt x="232866" y="308843"/>
                  </a:lnTo>
                  <a:lnTo>
                    <a:pt x="232499" y="309041"/>
                  </a:lnTo>
                  <a:lnTo>
                    <a:pt x="232972" y="309260"/>
                  </a:lnTo>
                  <a:lnTo>
                    <a:pt x="233640" y="309237"/>
                  </a:lnTo>
                  <a:lnTo>
                    <a:pt x="234210" y="309304"/>
                  </a:lnTo>
                  <a:lnTo>
                    <a:pt x="234301" y="309549"/>
                  </a:lnTo>
                  <a:lnTo>
                    <a:pt x="234429" y="309966"/>
                  </a:lnTo>
                  <a:lnTo>
                    <a:pt x="234510" y="310121"/>
                  </a:lnTo>
                  <a:lnTo>
                    <a:pt x="234831" y="310607"/>
                  </a:lnTo>
                  <a:lnTo>
                    <a:pt x="234802" y="310875"/>
                  </a:lnTo>
                  <a:lnTo>
                    <a:pt x="234456" y="312055"/>
                  </a:lnTo>
                  <a:lnTo>
                    <a:pt x="234327" y="312264"/>
                  </a:lnTo>
                  <a:lnTo>
                    <a:pt x="233900" y="312563"/>
                  </a:lnTo>
                  <a:lnTo>
                    <a:pt x="233610" y="312991"/>
                  </a:lnTo>
                  <a:lnTo>
                    <a:pt x="233641" y="313193"/>
                  </a:lnTo>
                  <a:lnTo>
                    <a:pt x="233744" y="313337"/>
                  </a:lnTo>
                  <a:lnTo>
                    <a:pt x="233671" y="313546"/>
                  </a:lnTo>
                  <a:lnTo>
                    <a:pt x="233537" y="313754"/>
                  </a:lnTo>
                  <a:lnTo>
                    <a:pt x="233570" y="314323"/>
                  </a:lnTo>
                  <a:lnTo>
                    <a:pt x="233318" y="315059"/>
                  </a:lnTo>
                  <a:lnTo>
                    <a:pt x="233142" y="315004"/>
                  </a:lnTo>
                  <a:lnTo>
                    <a:pt x="232744" y="314677"/>
                  </a:lnTo>
                  <a:lnTo>
                    <a:pt x="232496" y="314472"/>
                  </a:lnTo>
                  <a:lnTo>
                    <a:pt x="232326" y="314452"/>
                  </a:lnTo>
                  <a:lnTo>
                    <a:pt x="232671" y="314705"/>
                  </a:lnTo>
                  <a:lnTo>
                    <a:pt x="232248" y="315301"/>
                  </a:lnTo>
                  <a:lnTo>
                    <a:pt x="230667" y="316578"/>
                  </a:lnTo>
                  <a:lnTo>
                    <a:pt x="230467" y="316503"/>
                  </a:lnTo>
                  <a:lnTo>
                    <a:pt x="230340" y="316758"/>
                  </a:lnTo>
                  <a:lnTo>
                    <a:pt x="230011" y="317489"/>
                  </a:lnTo>
                  <a:lnTo>
                    <a:pt x="229883" y="317622"/>
                  </a:lnTo>
                  <a:lnTo>
                    <a:pt x="230312" y="317840"/>
                  </a:lnTo>
                  <a:lnTo>
                    <a:pt x="230175" y="318318"/>
                  </a:lnTo>
                  <a:lnTo>
                    <a:pt x="230190" y="319866"/>
                  </a:lnTo>
                  <a:lnTo>
                    <a:pt x="229921" y="320080"/>
                  </a:lnTo>
                  <a:lnTo>
                    <a:pt x="229849" y="320328"/>
                  </a:lnTo>
                  <a:lnTo>
                    <a:pt x="229615" y="320431"/>
                  </a:lnTo>
                  <a:lnTo>
                    <a:pt x="229879" y="320525"/>
                  </a:lnTo>
                  <a:lnTo>
                    <a:pt x="229817" y="320712"/>
                  </a:lnTo>
                  <a:lnTo>
                    <a:pt x="229815" y="321024"/>
                  </a:lnTo>
                  <a:lnTo>
                    <a:pt x="229661" y="321204"/>
                  </a:lnTo>
                  <a:lnTo>
                    <a:pt x="229327" y="321562"/>
                  </a:lnTo>
                  <a:lnTo>
                    <a:pt x="228897" y="321835"/>
                  </a:lnTo>
                  <a:lnTo>
                    <a:pt x="228409" y="322148"/>
                  </a:lnTo>
                  <a:lnTo>
                    <a:pt x="228129" y="322280"/>
                  </a:lnTo>
                  <a:lnTo>
                    <a:pt x="228089" y="322519"/>
                  </a:lnTo>
                  <a:lnTo>
                    <a:pt x="228057" y="322714"/>
                  </a:lnTo>
                  <a:lnTo>
                    <a:pt x="227893" y="323481"/>
                  </a:lnTo>
                  <a:lnTo>
                    <a:pt x="228460" y="324372"/>
                  </a:lnTo>
                  <a:lnTo>
                    <a:pt x="228129" y="324814"/>
                  </a:lnTo>
                  <a:lnTo>
                    <a:pt x="227205" y="325345"/>
                  </a:lnTo>
                  <a:lnTo>
                    <a:pt x="226600" y="324773"/>
                  </a:lnTo>
                  <a:lnTo>
                    <a:pt x="226467" y="324846"/>
                  </a:lnTo>
                  <a:lnTo>
                    <a:pt x="225691" y="325039"/>
                  </a:lnTo>
                  <a:lnTo>
                    <a:pt x="225246" y="325160"/>
                  </a:lnTo>
                  <a:lnTo>
                    <a:pt x="225057" y="326059"/>
                  </a:lnTo>
                  <a:lnTo>
                    <a:pt x="224918" y="326168"/>
                  </a:lnTo>
                  <a:lnTo>
                    <a:pt x="224825" y="327022"/>
                  </a:lnTo>
                  <a:lnTo>
                    <a:pt x="224551" y="327331"/>
                  </a:lnTo>
                  <a:lnTo>
                    <a:pt x="224238" y="327645"/>
                  </a:lnTo>
                  <a:lnTo>
                    <a:pt x="224043" y="327838"/>
                  </a:lnTo>
                  <a:lnTo>
                    <a:pt x="223763" y="328112"/>
                  </a:lnTo>
                  <a:lnTo>
                    <a:pt x="223577" y="328281"/>
                  </a:lnTo>
                  <a:lnTo>
                    <a:pt x="222478" y="329242"/>
                  </a:lnTo>
                  <a:lnTo>
                    <a:pt x="222376" y="329387"/>
                  </a:lnTo>
                  <a:lnTo>
                    <a:pt x="222229" y="329597"/>
                  </a:lnTo>
                  <a:lnTo>
                    <a:pt x="222100" y="329781"/>
                  </a:lnTo>
                  <a:lnTo>
                    <a:pt x="221818" y="330162"/>
                  </a:lnTo>
                  <a:lnTo>
                    <a:pt x="221344" y="330315"/>
                  </a:lnTo>
                  <a:lnTo>
                    <a:pt x="220845" y="330362"/>
                  </a:lnTo>
                  <a:lnTo>
                    <a:pt x="220430" y="331103"/>
                  </a:lnTo>
                  <a:lnTo>
                    <a:pt x="220262" y="331470"/>
                  </a:lnTo>
                  <a:lnTo>
                    <a:pt x="220168" y="331674"/>
                  </a:lnTo>
                  <a:lnTo>
                    <a:pt x="219919" y="332336"/>
                  </a:lnTo>
                  <a:lnTo>
                    <a:pt x="219833" y="332553"/>
                  </a:lnTo>
                  <a:lnTo>
                    <a:pt x="219685" y="332854"/>
                  </a:lnTo>
                  <a:lnTo>
                    <a:pt x="220244" y="333310"/>
                  </a:lnTo>
                  <a:lnTo>
                    <a:pt x="220046" y="333574"/>
                  </a:lnTo>
                  <a:lnTo>
                    <a:pt x="219685" y="333812"/>
                  </a:lnTo>
                  <a:lnTo>
                    <a:pt x="219028" y="334247"/>
                  </a:lnTo>
                  <a:lnTo>
                    <a:pt x="218388" y="333983"/>
                  </a:lnTo>
                  <a:lnTo>
                    <a:pt x="217867" y="333804"/>
                  </a:lnTo>
                  <a:lnTo>
                    <a:pt x="217532" y="334221"/>
                  </a:lnTo>
                  <a:lnTo>
                    <a:pt x="217457" y="334571"/>
                  </a:lnTo>
                  <a:lnTo>
                    <a:pt x="217888" y="335231"/>
                  </a:lnTo>
                  <a:lnTo>
                    <a:pt x="217774" y="335561"/>
                  </a:lnTo>
                  <a:lnTo>
                    <a:pt x="217265" y="336964"/>
                  </a:lnTo>
                  <a:lnTo>
                    <a:pt x="216772" y="337474"/>
                  </a:lnTo>
                  <a:lnTo>
                    <a:pt x="216791" y="337825"/>
                  </a:lnTo>
                  <a:lnTo>
                    <a:pt x="216668" y="338266"/>
                  </a:lnTo>
                  <a:lnTo>
                    <a:pt x="216009" y="338376"/>
                  </a:lnTo>
                  <a:lnTo>
                    <a:pt x="215966" y="338893"/>
                  </a:lnTo>
                  <a:lnTo>
                    <a:pt x="216187" y="339354"/>
                  </a:lnTo>
                  <a:lnTo>
                    <a:pt x="216012" y="339372"/>
                  </a:lnTo>
                  <a:lnTo>
                    <a:pt x="215456" y="339669"/>
                  </a:lnTo>
                  <a:lnTo>
                    <a:pt x="214468" y="339217"/>
                  </a:lnTo>
                  <a:lnTo>
                    <a:pt x="214318" y="339639"/>
                  </a:lnTo>
                  <a:lnTo>
                    <a:pt x="214522" y="339917"/>
                  </a:lnTo>
                  <a:lnTo>
                    <a:pt x="215646" y="340684"/>
                  </a:lnTo>
                  <a:lnTo>
                    <a:pt x="215829" y="340851"/>
                  </a:lnTo>
                  <a:lnTo>
                    <a:pt x="216535" y="342477"/>
                  </a:lnTo>
                  <a:lnTo>
                    <a:pt x="216785" y="342849"/>
                  </a:lnTo>
                  <a:lnTo>
                    <a:pt x="217070" y="342959"/>
                  </a:lnTo>
                  <a:lnTo>
                    <a:pt x="216603" y="343042"/>
                  </a:lnTo>
                  <a:lnTo>
                    <a:pt x="216586" y="342894"/>
                  </a:lnTo>
                  <a:lnTo>
                    <a:pt x="215984" y="342994"/>
                  </a:lnTo>
                  <a:lnTo>
                    <a:pt x="215837" y="343135"/>
                  </a:lnTo>
                  <a:lnTo>
                    <a:pt x="215553" y="343561"/>
                  </a:lnTo>
                  <a:lnTo>
                    <a:pt x="215833" y="343361"/>
                  </a:lnTo>
                  <a:lnTo>
                    <a:pt x="216030" y="343393"/>
                  </a:lnTo>
                  <a:lnTo>
                    <a:pt x="216455" y="343287"/>
                  </a:lnTo>
                  <a:lnTo>
                    <a:pt x="216830" y="343507"/>
                  </a:lnTo>
                  <a:lnTo>
                    <a:pt x="216829" y="343651"/>
                  </a:lnTo>
                  <a:lnTo>
                    <a:pt x="217169" y="344199"/>
                  </a:lnTo>
                  <a:lnTo>
                    <a:pt x="217475" y="344265"/>
                  </a:lnTo>
                  <a:lnTo>
                    <a:pt x="217753" y="344386"/>
                  </a:lnTo>
                  <a:lnTo>
                    <a:pt x="217585" y="344567"/>
                  </a:lnTo>
                  <a:lnTo>
                    <a:pt x="217447" y="344806"/>
                  </a:lnTo>
                  <a:lnTo>
                    <a:pt x="216927" y="345296"/>
                  </a:lnTo>
                  <a:lnTo>
                    <a:pt x="216577" y="345669"/>
                  </a:lnTo>
                  <a:lnTo>
                    <a:pt x="216456" y="345490"/>
                  </a:lnTo>
                  <a:lnTo>
                    <a:pt x="216219" y="345635"/>
                  </a:lnTo>
                  <a:lnTo>
                    <a:pt x="216211" y="345983"/>
                  </a:lnTo>
                  <a:lnTo>
                    <a:pt x="215896" y="346652"/>
                  </a:lnTo>
                  <a:lnTo>
                    <a:pt x="215989" y="347019"/>
                  </a:lnTo>
                  <a:lnTo>
                    <a:pt x="216185" y="347456"/>
                  </a:lnTo>
                  <a:lnTo>
                    <a:pt x="216312" y="348023"/>
                  </a:lnTo>
                  <a:lnTo>
                    <a:pt x="216294" y="348422"/>
                  </a:lnTo>
                  <a:lnTo>
                    <a:pt x="216165" y="348441"/>
                  </a:lnTo>
                  <a:lnTo>
                    <a:pt x="216227" y="348758"/>
                  </a:lnTo>
                  <a:lnTo>
                    <a:pt x="216000" y="349268"/>
                  </a:lnTo>
                  <a:lnTo>
                    <a:pt x="215810" y="349156"/>
                  </a:lnTo>
                  <a:lnTo>
                    <a:pt x="215471" y="349292"/>
                  </a:lnTo>
                  <a:lnTo>
                    <a:pt x="215200" y="349306"/>
                  </a:lnTo>
                  <a:lnTo>
                    <a:pt x="215097" y="348582"/>
                  </a:lnTo>
                  <a:lnTo>
                    <a:pt x="214895" y="348589"/>
                  </a:lnTo>
                  <a:lnTo>
                    <a:pt x="214845" y="348225"/>
                  </a:lnTo>
                  <a:lnTo>
                    <a:pt x="214837" y="348059"/>
                  </a:lnTo>
                  <a:lnTo>
                    <a:pt x="214381" y="348372"/>
                  </a:lnTo>
                  <a:lnTo>
                    <a:pt x="214124" y="348555"/>
                  </a:lnTo>
                  <a:lnTo>
                    <a:pt x="213988" y="348506"/>
                  </a:lnTo>
                  <a:lnTo>
                    <a:pt x="213563" y="348218"/>
                  </a:lnTo>
                  <a:lnTo>
                    <a:pt x="213242" y="347794"/>
                  </a:lnTo>
                  <a:lnTo>
                    <a:pt x="212914" y="347590"/>
                  </a:lnTo>
                  <a:lnTo>
                    <a:pt x="212733" y="347546"/>
                  </a:lnTo>
                  <a:lnTo>
                    <a:pt x="212301" y="347914"/>
                  </a:lnTo>
                  <a:lnTo>
                    <a:pt x="212427" y="348117"/>
                  </a:lnTo>
                  <a:lnTo>
                    <a:pt x="212258" y="348081"/>
                  </a:lnTo>
                  <a:lnTo>
                    <a:pt x="212092" y="348013"/>
                  </a:lnTo>
                  <a:lnTo>
                    <a:pt x="211935" y="348474"/>
                  </a:lnTo>
                  <a:lnTo>
                    <a:pt x="212390" y="348512"/>
                  </a:lnTo>
                  <a:lnTo>
                    <a:pt x="212528" y="348423"/>
                  </a:lnTo>
                  <a:lnTo>
                    <a:pt x="212760" y="348691"/>
                  </a:lnTo>
                  <a:lnTo>
                    <a:pt x="212496" y="349185"/>
                  </a:lnTo>
                  <a:lnTo>
                    <a:pt x="212173" y="349426"/>
                  </a:lnTo>
                  <a:lnTo>
                    <a:pt x="211690" y="349673"/>
                  </a:lnTo>
                  <a:lnTo>
                    <a:pt x="211939" y="350196"/>
                  </a:lnTo>
                  <a:lnTo>
                    <a:pt x="211877" y="350436"/>
                  </a:lnTo>
                  <a:lnTo>
                    <a:pt x="211738" y="350364"/>
                  </a:lnTo>
                  <a:lnTo>
                    <a:pt x="211480" y="350434"/>
                  </a:lnTo>
                  <a:lnTo>
                    <a:pt x="211036" y="350352"/>
                  </a:lnTo>
                  <a:lnTo>
                    <a:pt x="211059" y="350698"/>
                  </a:lnTo>
                  <a:lnTo>
                    <a:pt x="211507" y="350956"/>
                  </a:lnTo>
                  <a:lnTo>
                    <a:pt x="212063" y="350782"/>
                  </a:lnTo>
                  <a:lnTo>
                    <a:pt x="212242" y="351302"/>
                  </a:lnTo>
                  <a:lnTo>
                    <a:pt x="212654" y="351305"/>
                  </a:lnTo>
                  <a:lnTo>
                    <a:pt x="212687" y="351470"/>
                  </a:lnTo>
                  <a:lnTo>
                    <a:pt x="212277" y="351822"/>
                  </a:lnTo>
                  <a:lnTo>
                    <a:pt x="212073" y="352146"/>
                  </a:lnTo>
                  <a:lnTo>
                    <a:pt x="212675" y="352025"/>
                  </a:lnTo>
                  <a:lnTo>
                    <a:pt x="212700" y="352313"/>
                  </a:lnTo>
                  <a:lnTo>
                    <a:pt x="212551" y="352246"/>
                  </a:lnTo>
                  <a:lnTo>
                    <a:pt x="212437" y="352791"/>
                  </a:lnTo>
                  <a:lnTo>
                    <a:pt x="212056" y="353023"/>
                  </a:lnTo>
                  <a:lnTo>
                    <a:pt x="211851" y="353110"/>
                  </a:lnTo>
                  <a:lnTo>
                    <a:pt x="211181" y="353095"/>
                  </a:lnTo>
                  <a:lnTo>
                    <a:pt x="211178" y="353267"/>
                  </a:lnTo>
                  <a:lnTo>
                    <a:pt x="211419" y="353689"/>
                  </a:lnTo>
                  <a:lnTo>
                    <a:pt x="211127" y="353842"/>
                  </a:lnTo>
                  <a:lnTo>
                    <a:pt x="211099" y="354036"/>
                  </a:lnTo>
                  <a:lnTo>
                    <a:pt x="211411" y="354473"/>
                  </a:lnTo>
                  <a:lnTo>
                    <a:pt x="211624" y="354483"/>
                  </a:lnTo>
                  <a:lnTo>
                    <a:pt x="211929" y="354586"/>
                  </a:lnTo>
                  <a:lnTo>
                    <a:pt x="211534" y="355418"/>
                  </a:lnTo>
                  <a:lnTo>
                    <a:pt x="211086" y="355426"/>
                  </a:lnTo>
                  <a:lnTo>
                    <a:pt x="211053" y="355627"/>
                  </a:lnTo>
                  <a:lnTo>
                    <a:pt x="210864" y="355841"/>
                  </a:lnTo>
                  <a:lnTo>
                    <a:pt x="210894" y="356273"/>
                  </a:lnTo>
                  <a:lnTo>
                    <a:pt x="211029" y="356281"/>
                  </a:lnTo>
                  <a:lnTo>
                    <a:pt x="211274" y="356519"/>
                  </a:lnTo>
                  <a:lnTo>
                    <a:pt x="211237" y="356663"/>
                  </a:lnTo>
                  <a:lnTo>
                    <a:pt x="210831" y="356833"/>
                  </a:lnTo>
                  <a:lnTo>
                    <a:pt x="210541" y="356853"/>
                  </a:lnTo>
                  <a:lnTo>
                    <a:pt x="210360" y="356855"/>
                  </a:lnTo>
                  <a:lnTo>
                    <a:pt x="210233" y="357145"/>
                  </a:lnTo>
                  <a:lnTo>
                    <a:pt x="210017" y="357344"/>
                  </a:lnTo>
                  <a:lnTo>
                    <a:pt x="209846" y="357580"/>
                  </a:lnTo>
                  <a:lnTo>
                    <a:pt x="209715" y="357955"/>
                  </a:lnTo>
                  <a:lnTo>
                    <a:pt x="209501" y="357903"/>
                  </a:lnTo>
                  <a:lnTo>
                    <a:pt x="209047" y="357489"/>
                  </a:lnTo>
                  <a:lnTo>
                    <a:pt x="209085" y="356480"/>
                  </a:lnTo>
                  <a:lnTo>
                    <a:pt x="208474" y="355661"/>
                  </a:lnTo>
                  <a:lnTo>
                    <a:pt x="207824" y="355888"/>
                  </a:lnTo>
                  <a:lnTo>
                    <a:pt x="207813" y="356021"/>
                  </a:lnTo>
                  <a:lnTo>
                    <a:pt x="207788" y="356327"/>
                  </a:lnTo>
                  <a:lnTo>
                    <a:pt x="207621" y="356633"/>
                  </a:lnTo>
                  <a:lnTo>
                    <a:pt x="207816" y="357220"/>
                  </a:lnTo>
                  <a:lnTo>
                    <a:pt x="207671" y="357617"/>
                  </a:lnTo>
                  <a:lnTo>
                    <a:pt x="207373" y="357224"/>
                  </a:lnTo>
                  <a:lnTo>
                    <a:pt x="207061" y="356741"/>
                  </a:lnTo>
                  <a:lnTo>
                    <a:pt x="206898" y="356523"/>
                  </a:lnTo>
                  <a:lnTo>
                    <a:pt x="206740" y="355948"/>
                  </a:lnTo>
                  <a:lnTo>
                    <a:pt x="206723" y="355409"/>
                  </a:lnTo>
                  <a:lnTo>
                    <a:pt x="206857" y="355375"/>
                  </a:lnTo>
                  <a:lnTo>
                    <a:pt x="207011" y="354945"/>
                  </a:lnTo>
                  <a:lnTo>
                    <a:pt x="206705" y="354663"/>
                  </a:lnTo>
                  <a:lnTo>
                    <a:pt x="206295" y="354398"/>
                  </a:lnTo>
                  <a:lnTo>
                    <a:pt x="206487" y="354099"/>
                  </a:lnTo>
                  <a:lnTo>
                    <a:pt x="207361" y="354120"/>
                  </a:lnTo>
                  <a:lnTo>
                    <a:pt x="207607" y="353730"/>
                  </a:lnTo>
                  <a:lnTo>
                    <a:pt x="207415" y="353368"/>
                  </a:lnTo>
                  <a:lnTo>
                    <a:pt x="207089" y="353387"/>
                  </a:lnTo>
                  <a:lnTo>
                    <a:pt x="206884" y="353198"/>
                  </a:lnTo>
                  <a:lnTo>
                    <a:pt x="206691" y="352922"/>
                  </a:lnTo>
                  <a:lnTo>
                    <a:pt x="206767" y="352430"/>
                  </a:lnTo>
                  <a:lnTo>
                    <a:pt x="206588" y="352136"/>
                  </a:lnTo>
                  <a:lnTo>
                    <a:pt x="206324" y="351651"/>
                  </a:lnTo>
                  <a:lnTo>
                    <a:pt x="205987" y="351603"/>
                  </a:lnTo>
                  <a:lnTo>
                    <a:pt x="205823" y="351439"/>
                  </a:lnTo>
                  <a:lnTo>
                    <a:pt x="205637" y="351166"/>
                  </a:lnTo>
                  <a:lnTo>
                    <a:pt x="205596" y="350897"/>
                  </a:lnTo>
                  <a:lnTo>
                    <a:pt x="205397" y="350675"/>
                  </a:lnTo>
                  <a:lnTo>
                    <a:pt x="205178" y="350550"/>
                  </a:lnTo>
                  <a:lnTo>
                    <a:pt x="204399" y="349245"/>
                  </a:lnTo>
                  <a:lnTo>
                    <a:pt x="204428" y="348885"/>
                  </a:lnTo>
                  <a:lnTo>
                    <a:pt x="204505" y="348543"/>
                  </a:lnTo>
                  <a:lnTo>
                    <a:pt x="204576" y="348203"/>
                  </a:lnTo>
                  <a:lnTo>
                    <a:pt x="204341" y="347733"/>
                  </a:lnTo>
                  <a:lnTo>
                    <a:pt x="203987" y="347681"/>
                  </a:lnTo>
                  <a:lnTo>
                    <a:pt x="203584" y="347730"/>
                  </a:lnTo>
                  <a:lnTo>
                    <a:pt x="203487" y="347456"/>
                  </a:lnTo>
                  <a:lnTo>
                    <a:pt x="203268" y="347224"/>
                  </a:lnTo>
                  <a:lnTo>
                    <a:pt x="203044" y="347781"/>
                  </a:lnTo>
                  <a:lnTo>
                    <a:pt x="202439" y="347752"/>
                  </a:lnTo>
                  <a:lnTo>
                    <a:pt x="201951" y="348023"/>
                  </a:lnTo>
                  <a:lnTo>
                    <a:pt x="201564" y="348118"/>
                  </a:lnTo>
                  <a:lnTo>
                    <a:pt x="201358" y="347701"/>
                  </a:lnTo>
                  <a:lnTo>
                    <a:pt x="201317" y="347539"/>
                  </a:lnTo>
                  <a:lnTo>
                    <a:pt x="200954" y="347125"/>
                  </a:lnTo>
                  <a:lnTo>
                    <a:pt x="201283" y="346652"/>
                  </a:lnTo>
                  <a:lnTo>
                    <a:pt x="201224" y="346363"/>
                  </a:lnTo>
                  <a:lnTo>
                    <a:pt x="201146" y="346219"/>
                  </a:lnTo>
                  <a:lnTo>
                    <a:pt x="201044" y="346077"/>
                  </a:lnTo>
                  <a:lnTo>
                    <a:pt x="200778" y="345890"/>
                  </a:lnTo>
                  <a:lnTo>
                    <a:pt x="200536" y="346171"/>
                  </a:lnTo>
                  <a:lnTo>
                    <a:pt x="200370" y="346280"/>
                  </a:lnTo>
                  <a:lnTo>
                    <a:pt x="199873" y="346437"/>
                  </a:lnTo>
                  <a:lnTo>
                    <a:pt x="199733" y="346559"/>
                  </a:lnTo>
                  <a:lnTo>
                    <a:pt x="199435" y="346785"/>
                  </a:lnTo>
                  <a:lnTo>
                    <a:pt x="199143" y="346738"/>
                  </a:lnTo>
                  <a:lnTo>
                    <a:pt x="199064" y="346540"/>
                  </a:lnTo>
                  <a:lnTo>
                    <a:pt x="198935" y="346336"/>
                  </a:lnTo>
                  <a:lnTo>
                    <a:pt x="198777" y="346342"/>
                  </a:lnTo>
                  <a:lnTo>
                    <a:pt x="198349" y="346467"/>
                  </a:lnTo>
                  <a:lnTo>
                    <a:pt x="198109" y="346646"/>
                  </a:lnTo>
                  <a:lnTo>
                    <a:pt x="197865" y="346689"/>
                  </a:lnTo>
                  <a:lnTo>
                    <a:pt x="197648" y="346602"/>
                  </a:lnTo>
                  <a:lnTo>
                    <a:pt x="197097" y="346513"/>
                  </a:lnTo>
                  <a:lnTo>
                    <a:pt x="196961" y="346558"/>
                  </a:lnTo>
                  <a:lnTo>
                    <a:pt x="196751" y="346597"/>
                  </a:lnTo>
                  <a:lnTo>
                    <a:pt x="196243" y="346609"/>
                  </a:lnTo>
                  <a:lnTo>
                    <a:pt x="196115" y="346766"/>
                  </a:lnTo>
                  <a:lnTo>
                    <a:pt x="195996" y="346992"/>
                  </a:lnTo>
                  <a:lnTo>
                    <a:pt x="196316" y="347263"/>
                  </a:lnTo>
                  <a:lnTo>
                    <a:pt x="196361" y="347615"/>
                  </a:lnTo>
                  <a:lnTo>
                    <a:pt x="195835" y="347885"/>
                  </a:lnTo>
                  <a:lnTo>
                    <a:pt x="195576" y="347787"/>
                  </a:lnTo>
                  <a:lnTo>
                    <a:pt x="195291" y="347760"/>
                  </a:lnTo>
                  <a:lnTo>
                    <a:pt x="195086" y="347762"/>
                  </a:lnTo>
                  <a:lnTo>
                    <a:pt x="194748" y="348021"/>
                  </a:lnTo>
                  <a:lnTo>
                    <a:pt x="194795" y="348375"/>
                  </a:lnTo>
                  <a:lnTo>
                    <a:pt x="194683" y="348574"/>
                  </a:lnTo>
                  <a:lnTo>
                    <a:pt x="194371" y="348687"/>
                  </a:lnTo>
                  <a:lnTo>
                    <a:pt x="194096" y="348868"/>
                  </a:lnTo>
                  <a:lnTo>
                    <a:pt x="193943" y="349128"/>
                  </a:lnTo>
                  <a:lnTo>
                    <a:pt x="193740" y="349343"/>
                  </a:lnTo>
                  <a:lnTo>
                    <a:pt x="193511" y="349659"/>
                  </a:lnTo>
                  <a:lnTo>
                    <a:pt x="193273" y="349864"/>
                  </a:lnTo>
                  <a:lnTo>
                    <a:pt x="192979" y="350337"/>
                  </a:lnTo>
                  <a:lnTo>
                    <a:pt x="192475" y="350118"/>
                  </a:lnTo>
                  <a:lnTo>
                    <a:pt x="192277" y="350041"/>
                  </a:lnTo>
                  <a:lnTo>
                    <a:pt x="192052" y="349681"/>
                  </a:lnTo>
                  <a:lnTo>
                    <a:pt x="191664" y="349280"/>
                  </a:lnTo>
                  <a:lnTo>
                    <a:pt x="191317" y="349004"/>
                  </a:lnTo>
                  <a:lnTo>
                    <a:pt x="191027" y="348488"/>
                  </a:lnTo>
                  <a:lnTo>
                    <a:pt x="190815" y="348463"/>
                  </a:lnTo>
                  <a:lnTo>
                    <a:pt x="190534" y="348887"/>
                  </a:lnTo>
                  <a:lnTo>
                    <a:pt x="190365" y="348836"/>
                  </a:lnTo>
                  <a:lnTo>
                    <a:pt x="190211" y="348834"/>
                  </a:lnTo>
                  <a:lnTo>
                    <a:pt x="190029" y="348905"/>
                  </a:lnTo>
                  <a:lnTo>
                    <a:pt x="189733" y="348973"/>
                  </a:lnTo>
                  <a:lnTo>
                    <a:pt x="189550" y="349013"/>
                  </a:lnTo>
                  <a:lnTo>
                    <a:pt x="189330" y="349160"/>
                  </a:lnTo>
                  <a:lnTo>
                    <a:pt x="189442" y="349363"/>
                  </a:lnTo>
                  <a:lnTo>
                    <a:pt x="189651" y="349458"/>
                  </a:lnTo>
                  <a:lnTo>
                    <a:pt x="189328" y="349796"/>
                  </a:lnTo>
                  <a:lnTo>
                    <a:pt x="188888" y="350292"/>
                  </a:lnTo>
                  <a:lnTo>
                    <a:pt x="188869" y="350419"/>
                  </a:lnTo>
                  <a:lnTo>
                    <a:pt x="188654" y="350666"/>
                  </a:lnTo>
                  <a:lnTo>
                    <a:pt x="188869" y="350969"/>
                  </a:lnTo>
                  <a:lnTo>
                    <a:pt x="188886" y="351337"/>
                  </a:lnTo>
                  <a:lnTo>
                    <a:pt x="188750" y="351267"/>
                  </a:lnTo>
                  <a:lnTo>
                    <a:pt x="188585" y="351241"/>
                  </a:lnTo>
                  <a:lnTo>
                    <a:pt x="188387" y="351236"/>
                  </a:lnTo>
                  <a:lnTo>
                    <a:pt x="188258" y="351236"/>
                  </a:lnTo>
                  <a:lnTo>
                    <a:pt x="187996" y="351236"/>
                  </a:lnTo>
                  <a:lnTo>
                    <a:pt x="187701" y="351186"/>
                  </a:lnTo>
                  <a:lnTo>
                    <a:pt x="187527" y="351149"/>
                  </a:lnTo>
                  <a:lnTo>
                    <a:pt x="187396" y="351147"/>
                  </a:lnTo>
                  <a:lnTo>
                    <a:pt x="187148" y="351314"/>
                  </a:lnTo>
                  <a:lnTo>
                    <a:pt x="187105" y="351480"/>
                  </a:lnTo>
                  <a:lnTo>
                    <a:pt x="186869" y="351497"/>
                  </a:lnTo>
                  <a:lnTo>
                    <a:pt x="186668" y="351365"/>
                  </a:lnTo>
                  <a:lnTo>
                    <a:pt x="186358" y="351562"/>
                  </a:lnTo>
                  <a:lnTo>
                    <a:pt x="186333" y="351703"/>
                  </a:lnTo>
                  <a:lnTo>
                    <a:pt x="186148" y="351854"/>
                  </a:lnTo>
                  <a:lnTo>
                    <a:pt x="185816" y="351562"/>
                  </a:lnTo>
                  <a:lnTo>
                    <a:pt x="186079" y="351288"/>
                  </a:lnTo>
                  <a:lnTo>
                    <a:pt x="185810" y="351278"/>
                  </a:lnTo>
                  <a:lnTo>
                    <a:pt x="185589" y="351249"/>
                  </a:lnTo>
                  <a:lnTo>
                    <a:pt x="185424" y="351228"/>
                  </a:lnTo>
                  <a:lnTo>
                    <a:pt x="184823" y="351154"/>
                  </a:lnTo>
                  <a:lnTo>
                    <a:pt x="184846" y="351629"/>
                  </a:lnTo>
                  <a:lnTo>
                    <a:pt x="185044" y="351677"/>
                  </a:lnTo>
                  <a:lnTo>
                    <a:pt x="184634" y="351897"/>
                  </a:lnTo>
                  <a:lnTo>
                    <a:pt x="184377" y="351880"/>
                  </a:lnTo>
                  <a:lnTo>
                    <a:pt x="184162" y="351906"/>
                  </a:lnTo>
                  <a:lnTo>
                    <a:pt x="184021" y="352125"/>
                  </a:lnTo>
                  <a:lnTo>
                    <a:pt x="183744" y="351909"/>
                  </a:lnTo>
                  <a:lnTo>
                    <a:pt x="183531" y="351682"/>
                  </a:lnTo>
                  <a:lnTo>
                    <a:pt x="183044" y="351508"/>
                  </a:lnTo>
                  <a:lnTo>
                    <a:pt x="182909" y="351862"/>
                  </a:lnTo>
                  <a:lnTo>
                    <a:pt x="182166" y="351713"/>
                  </a:lnTo>
                  <a:lnTo>
                    <a:pt x="182085" y="351584"/>
                  </a:lnTo>
                  <a:lnTo>
                    <a:pt x="182187" y="351214"/>
                  </a:lnTo>
                  <a:lnTo>
                    <a:pt x="182304" y="350816"/>
                  </a:lnTo>
                  <a:lnTo>
                    <a:pt x="182508" y="351077"/>
                  </a:lnTo>
                  <a:lnTo>
                    <a:pt x="182733" y="350803"/>
                  </a:lnTo>
                  <a:lnTo>
                    <a:pt x="182565" y="350611"/>
                  </a:lnTo>
                  <a:lnTo>
                    <a:pt x="182422" y="350573"/>
                  </a:lnTo>
                  <a:lnTo>
                    <a:pt x="181997" y="349876"/>
                  </a:lnTo>
                  <a:lnTo>
                    <a:pt x="181696" y="349884"/>
                  </a:lnTo>
                  <a:lnTo>
                    <a:pt x="181334" y="349612"/>
                  </a:lnTo>
                  <a:lnTo>
                    <a:pt x="181277" y="349335"/>
                  </a:lnTo>
                  <a:lnTo>
                    <a:pt x="180989" y="349203"/>
                  </a:lnTo>
                  <a:lnTo>
                    <a:pt x="181198" y="348912"/>
                  </a:lnTo>
                  <a:lnTo>
                    <a:pt x="181018" y="348661"/>
                  </a:lnTo>
                  <a:lnTo>
                    <a:pt x="180487" y="347718"/>
                  </a:lnTo>
                  <a:lnTo>
                    <a:pt x="180388" y="347505"/>
                  </a:lnTo>
                  <a:lnTo>
                    <a:pt x="180250" y="347446"/>
                  </a:lnTo>
                  <a:lnTo>
                    <a:pt x="180111" y="347436"/>
                  </a:lnTo>
                  <a:lnTo>
                    <a:pt x="179802" y="347330"/>
                  </a:lnTo>
                  <a:lnTo>
                    <a:pt x="179660" y="346755"/>
                  </a:lnTo>
                  <a:lnTo>
                    <a:pt x="179343" y="346391"/>
                  </a:lnTo>
                  <a:lnTo>
                    <a:pt x="179067" y="346254"/>
                  </a:lnTo>
                  <a:lnTo>
                    <a:pt x="179016" y="345792"/>
                  </a:lnTo>
                  <a:lnTo>
                    <a:pt x="179214" y="345881"/>
                  </a:lnTo>
                  <a:lnTo>
                    <a:pt x="179581" y="345503"/>
                  </a:lnTo>
                  <a:lnTo>
                    <a:pt x="179601" y="345018"/>
                  </a:lnTo>
                  <a:lnTo>
                    <a:pt x="179810" y="344861"/>
                  </a:lnTo>
                  <a:lnTo>
                    <a:pt x="179771" y="344674"/>
                  </a:lnTo>
                  <a:lnTo>
                    <a:pt x="179705" y="344447"/>
                  </a:lnTo>
                  <a:lnTo>
                    <a:pt x="179777" y="344184"/>
                  </a:lnTo>
                  <a:lnTo>
                    <a:pt x="179856" y="343673"/>
                  </a:lnTo>
                  <a:lnTo>
                    <a:pt x="179814" y="343337"/>
                  </a:lnTo>
                  <a:lnTo>
                    <a:pt x="179553" y="343209"/>
                  </a:lnTo>
                  <a:lnTo>
                    <a:pt x="179778" y="342695"/>
                  </a:lnTo>
                  <a:lnTo>
                    <a:pt x="179709" y="342496"/>
                  </a:lnTo>
                  <a:lnTo>
                    <a:pt x="179524" y="342445"/>
                  </a:lnTo>
                  <a:lnTo>
                    <a:pt x="179456" y="342237"/>
                  </a:lnTo>
                  <a:lnTo>
                    <a:pt x="179418" y="342078"/>
                  </a:lnTo>
                  <a:lnTo>
                    <a:pt x="178951" y="341527"/>
                  </a:lnTo>
                  <a:lnTo>
                    <a:pt x="178648" y="341536"/>
                  </a:lnTo>
                  <a:lnTo>
                    <a:pt x="178139" y="341661"/>
                  </a:lnTo>
                  <a:lnTo>
                    <a:pt x="177896" y="341293"/>
                  </a:lnTo>
                  <a:lnTo>
                    <a:pt x="178268" y="340690"/>
                  </a:lnTo>
                  <a:lnTo>
                    <a:pt x="178340" y="340532"/>
                  </a:lnTo>
                  <a:lnTo>
                    <a:pt x="178431" y="339892"/>
                  </a:lnTo>
                  <a:lnTo>
                    <a:pt x="178273" y="339885"/>
                  </a:lnTo>
                  <a:lnTo>
                    <a:pt x="178006" y="339851"/>
                  </a:lnTo>
                  <a:lnTo>
                    <a:pt x="177711" y="339783"/>
                  </a:lnTo>
                  <a:lnTo>
                    <a:pt x="177311" y="339688"/>
                  </a:lnTo>
                  <a:lnTo>
                    <a:pt x="177172" y="339625"/>
                  </a:lnTo>
                  <a:lnTo>
                    <a:pt x="176778" y="339499"/>
                  </a:lnTo>
                  <a:lnTo>
                    <a:pt x="176774" y="339074"/>
                  </a:lnTo>
                  <a:lnTo>
                    <a:pt x="176712" y="338852"/>
                  </a:lnTo>
                  <a:lnTo>
                    <a:pt x="176584" y="338289"/>
                  </a:lnTo>
                  <a:lnTo>
                    <a:pt x="176543" y="338140"/>
                  </a:lnTo>
                  <a:lnTo>
                    <a:pt x="176675" y="337831"/>
                  </a:lnTo>
                  <a:lnTo>
                    <a:pt x="177208" y="337611"/>
                  </a:lnTo>
                  <a:lnTo>
                    <a:pt x="177426" y="337276"/>
                  </a:lnTo>
                  <a:lnTo>
                    <a:pt x="177334" y="336967"/>
                  </a:lnTo>
                  <a:lnTo>
                    <a:pt x="177208" y="336410"/>
                  </a:lnTo>
                  <a:lnTo>
                    <a:pt x="176858" y="335762"/>
                  </a:lnTo>
                  <a:lnTo>
                    <a:pt x="176724" y="335792"/>
                  </a:lnTo>
                  <a:lnTo>
                    <a:pt x="176401" y="335727"/>
                  </a:lnTo>
                  <a:lnTo>
                    <a:pt x="176362" y="335600"/>
                  </a:lnTo>
                  <a:lnTo>
                    <a:pt x="176215" y="335574"/>
                  </a:lnTo>
                  <a:lnTo>
                    <a:pt x="175890" y="335569"/>
                  </a:lnTo>
                  <a:lnTo>
                    <a:pt x="175507" y="335699"/>
                  </a:lnTo>
                  <a:lnTo>
                    <a:pt x="175376" y="335896"/>
                  </a:lnTo>
                  <a:lnTo>
                    <a:pt x="175059" y="336040"/>
                  </a:lnTo>
                  <a:lnTo>
                    <a:pt x="174829" y="335889"/>
                  </a:lnTo>
                  <a:lnTo>
                    <a:pt x="174625" y="335796"/>
                  </a:lnTo>
                  <a:lnTo>
                    <a:pt x="174532" y="335930"/>
                  </a:lnTo>
                  <a:lnTo>
                    <a:pt x="174144" y="335948"/>
                  </a:lnTo>
                  <a:lnTo>
                    <a:pt x="173938" y="336087"/>
                  </a:lnTo>
                  <a:lnTo>
                    <a:pt x="173672" y="335912"/>
                  </a:lnTo>
                  <a:lnTo>
                    <a:pt x="173686" y="335767"/>
                  </a:lnTo>
                  <a:lnTo>
                    <a:pt x="173341" y="335734"/>
                  </a:lnTo>
                  <a:lnTo>
                    <a:pt x="173376" y="335930"/>
                  </a:lnTo>
                  <a:lnTo>
                    <a:pt x="173196" y="336275"/>
                  </a:lnTo>
                  <a:lnTo>
                    <a:pt x="172945" y="336227"/>
                  </a:lnTo>
                  <a:lnTo>
                    <a:pt x="172657" y="336245"/>
                  </a:lnTo>
                  <a:lnTo>
                    <a:pt x="172110" y="336549"/>
                  </a:lnTo>
                  <a:lnTo>
                    <a:pt x="171766" y="336707"/>
                  </a:lnTo>
                  <a:lnTo>
                    <a:pt x="171741" y="336915"/>
                  </a:lnTo>
                  <a:lnTo>
                    <a:pt x="171761" y="337056"/>
                  </a:lnTo>
                  <a:lnTo>
                    <a:pt x="171753" y="337318"/>
                  </a:lnTo>
                  <a:lnTo>
                    <a:pt x="171722" y="337515"/>
                  </a:lnTo>
                  <a:lnTo>
                    <a:pt x="171629" y="337681"/>
                  </a:lnTo>
                  <a:lnTo>
                    <a:pt x="171892" y="338328"/>
                  </a:lnTo>
                  <a:lnTo>
                    <a:pt x="171801" y="338482"/>
                  </a:lnTo>
                  <a:lnTo>
                    <a:pt x="171661" y="338538"/>
                  </a:lnTo>
                  <a:lnTo>
                    <a:pt x="171316" y="338902"/>
                  </a:lnTo>
                  <a:lnTo>
                    <a:pt x="171299" y="339516"/>
                  </a:lnTo>
                  <a:lnTo>
                    <a:pt x="171197" y="339824"/>
                  </a:lnTo>
                  <a:lnTo>
                    <a:pt x="171419" y="340288"/>
                  </a:lnTo>
                  <a:lnTo>
                    <a:pt x="171322" y="340533"/>
                  </a:lnTo>
                  <a:lnTo>
                    <a:pt x="171190" y="340731"/>
                  </a:lnTo>
                  <a:lnTo>
                    <a:pt x="171022" y="341085"/>
                  </a:lnTo>
                  <a:lnTo>
                    <a:pt x="170867" y="341209"/>
                  </a:lnTo>
                  <a:lnTo>
                    <a:pt x="170698" y="341522"/>
                  </a:lnTo>
                  <a:lnTo>
                    <a:pt x="170453" y="342201"/>
                  </a:lnTo>
                  <a:lnTo>
                    <a:pt x="170075" y="342380"/>
                  </a:lnTo>
                  <a:lnTo>
                    <a:pt x="169746" y="342738"/>
                  </a:lnTo>
                  <a:lnTo>
                    <a:pt x="169389" y="342865"/>
                  </a:lnTo>
                  <a:lnTo>
                    <a:pt x="169076" y="342643"/>
                  </a:lnTo>
                  <a:lnTo>
                    <a:pt x="169081" y="342451"/>
                  </a:lnTo>
                  <a:lnTo>
                    <a:pt x="169133" y="342310"/>
                  </a:lnTo>
                  <a:lnTo>
                    <a:pt x="169052" y="342052"/>
                  </a:lnTo>
                  <a:lnTo>
                    <a:pt x="168701" y="341736"/>
                  </a:lnTo>
                  <a:lnTo>
                    <a:pt x="168332" y="341696"/>
                  </a:lnTo>
                  <a:lnTo>
                    <a:pt x="168039" y="341698"/>
                  </a:lnTo>
                  <a:lnTo>
                    <a:pt x="167720" y="341669"/>
                  </a:lnTo>
                  <a:lnTo>
                    <a:pt x="167314" y="341735"/>
                  </a:lnTo>
                  <a:lnTo>
                    <a:pt x="166936" y="341861"/>
                  </a:lnTo>
                  <a:lnTo>
                    <a:pt x="166687" y="341873"/>
                  </a:lnTo>
                  <a:lnTo>
                    <a:pt x="166416" y="342124"/>
                  </a:lnTo>
                  <a:lnTo>
                    <a:pt x="166193" y="342335"/>
                  </a:lnTo>
                  <a:lnTo>
                    <a:pt x="165645" y="342476"/>
                  </a:lnTo>
                  <a:lnTo>
                    <a:pt x="165546" y="342927"/>
                  </a:lnTo>
                  <a:lnTo>
                    <a:pt x="165707" y="343058"/>
                  </a:lnTo>
                  <a:lnTo>
                    <a:pt x="165821" y="343361"/>
                  </a:lnTo>
                  <a:lnTo>
                    <a:pt x="165843" y="343509"/>
                  </a:lnTo>
                  <a:lnTo>
                    <a:pt x="165667" y="343754"/>
                  </a:lnTo>
                  <a:lnTo>
                    <a:pt x="165538" y="343738"/>
                  </a:lnTo>
                  <a:lnTo>
                    <a:pt x="165394" y="344060"/>
                  </a:lnTo>
                  <a:lnTo>
                    <a:pt x="164828" y="343976"/>
                  </a:lnTo>
                  <a:lnTo>
                    <a:pt x="164808" y="344115"/>
                  </a:lnTo>
                  <a:lnTo>
                    <a:pt x="164810" y="344305"/>
                  </a:lnTo>
                  <a:lnTo>
                    <a:pt x="164549" y="344725"/>
                  </a:lnTo>
                  <a:lnTo>
                    <a:pt x="164332" y="344760"/>
                  </a:lnTo>
                  <a:lnTo>
                    <a:pt x="164044" y="344682"/>
                  </a:lnTo>
                  <a:lnTo>
                    <a:pt x="163674" y="344849"/>
                  </a:lnTo>
                  <a:lnTo>
                    <a:pt x="163194" y="345287"/>
                  </a:lnTo>
                  <a:lnTo>
                    <a:pt x="163161" y="345607"/>
                  </a:lnTo>
                  <a:lnTo>
                    <a:pt x="163151" y="345904"/>
                  </a:lnTo>
                  <a:lnTo>
                    <a:pt x="163076" y="346073"/>
                  </a:lnTo>
                  <a:lnTo>
                    <a:pt x="162981" y="346247"/>
                  </a:lnTo>
                  <a:lnTo>
                    <a:pt x="162759" y="346657"/>
                  </a:lnTo>
                  <a:lnTo>
                    <a:pt x="162474" y="346660"/>
                  </a:lnTo>
                  <a:lnTo>
                    <a:pt x="161982" y="346783"/>
                  </a:lnTo>
                  <a:lnTo>
                    <a:pt x="161974" y="346526"/>
                  </a:lnTo>
                  <a:lnTo>
                    <a:pt x="161864" y="346534"/>
                  </a:lnTo>
                  <a:lnTo>
                    <a:pt x="161870" y="346738"/>
                  </a:lnTo>
                  <a:lnTo>
                    <a:pt x="161479" y="346678"/>
                  </a:lnTo>
                  <a:lnTo>
                    <a:pt x="160994" y="346773"/>
                  </a:lnTo>
                  <a:lnTo>
                    <a:pt x="160845" y="346706"/>
                  </a:lnTo>
                  <a:lnTo>
                    <a:pt x="160557" y="346621"/>
                  </a:lnTo>
                  <a:lnTo>
                    <a:pt x="160133" y="346725"/>
                  </a:lnTo>
                  <a:lnTo>
                    <a:pt x="159866" y="346663"/>
                  </a:lnTo>
                  <a:lnTo>
                    <a:pt x="159643" y="346534"/>
                  </a:lnTo>
                  <a:lnTo>
                    <a:pt x="159424" y="346433"/>
                  </a:lnTo>
                  <a:lnTo>
                    <a:pt x="159276" y="346423"/>
                  </a:lnTo>
                  <a:lnTo>
                    <a:pt x="158887" y="346458"/>
                  </a:lnTo>
                  <a:lnTo>
                    <a:pt x="158684" y="346445"/>
                  </a:lnTo>
                  <a:lnTo>
                    <a:pt x="158456" y="346343"/>
                  </a:lnTo>
                  <a:lnTo>
                    <a:pt x="158310" y="346336"/>
                  </a:lnTo>
                  <a:lnTo>
                    <a:pt x="158005" y="346181"/>
                  </a:lnTo>
                  <a:lnTo>
                    <a:pt x="157768" y="346072"/>
                  </a:lnTo>
                  <a:lnTo>
                    <a:pt x="157296" y="346141"/>
                  </a:lnTo>
                  <a:lnTo>
                    <a:pt x="157121" y="346004"/>
                  </a:lnTo>
                  <a:lnTo>
                    <a:pt x="157184" y="345612"/>
                  </a:lnTo>
                  <a:lnTo>
                    <a:pt x="157168" y="345072"/>
                  </a:lnTo>
                  <a:lnTo>
                    <a:pt x="157038" y="344866"/>
                  </a:lnTo>
                  <a:lnTo>
                    <a:pt x="157504" y="344771"/>
                  </a:lnTo>
                  <a:lnTo>
                    <a:pt x="157460" y="344340"/>
                  </a:lnTo>
                  <a:lnTo>
                    <a:pt x="157298" y="344051"/>
                  </a:lnTo>
                  <a:lnTo>
                    <a:pt x="156865" y="343897"/>
                  </a:lnTo>
                  <a:lnTo>
                    <a:pt x="156597" y="344145"/>
                  </a:lnTo>
                  <a:lnTo>
                    <a:pt x="156036" y="344599"/>
                  </a:lnTo>
                  <a:lnTo>
                    <a:pt x="155834" y="344778"/>
                  </a:lnTo>
                  <a:lnTo>
                    <a:pt x="155394" y="344432"/>
                  </a:lnTo>
                  <a:lnTo>
                    <a:pt x="155213" y="344465"/>
                  </a:lnTo>
                  <a:lnTo>
                    <a:pt x="154967" y="344651"/>
                  </a:lnTo>
                  <a:lnTo>
                    <a:pt x="154589" y="344389"/>
                  </a:lnTo>
                  <a:lnTo>
                    <a:pt x="154558" y="344131"/>
                  </a:lnTo>
                  <a:lnTo>
                    <a:pt x="154074" y="344009"/>
                  </a:lnTo>
                  <a:lnTo>
                    <a:pt x="153906" y="344122"/>
                  </a:lnTo>
                  <a:lnTo>
                    <a:pt x="153721" y="343893"/>
                  </a:lnTo>
                  <a:lnTo>
                    <a:pt x="152900" y="343386"/>
                  </a:lnTo>
                  <a:lnTo>
                    <a:pt x="152665" y="343351"/>
                  </a:lnTo>
                  <a:lnTo>
                    <a:pt x="152146" y="343201"/>
                  </a:lnTo>
                  <a:lnTo>
                    <a:pt x="152069" y="343062"/>
                  </a:lnTo>
                  <a:lnTo>
                    <a:pt x="151739" y="343305"/>
                  </a:lnTo>
                  <a:lnTo>
                    <a:pt x="152004" y="343505"/>
                  </a:lnTo>
                  <a:lnTo>
                    <a:pt x="152080" y="343793"/>
                  </a:lnTo>
                  <a:lnTo>
                    <a:pt x="152028" y="344154"/>
                  </a:lnTo>
                  <a:lnTo>
                    <a:pt x="151536" y="344238"/>
                  </a:lnTo>
                  <a:lnTo>
                    <a:pt x="151109" y="344389"/>
                  </a:lnTo>
                  <a:lnTo>
                    <a:pt x="150939" y="344579"/>
                  </a:lnTo>
                  <a:lnTo>
                    <a:pt x="150902" y="345093"/>
                  </a:lnTo>
                  <a:lnTo>
                    <a:pt x="150887" y="345245"/>
                  </a:lnTo>
                  <a:lnTo>
                    <a:pt x="150653" y="345398"/>
                  </a:lnTo>
                  <a:lnTo>
                    <a:pt x="150436" y="345088"/>
                  </a:lnTo>
                  <a:lnTo>
                    <a:pt x="150248" y="345027"/>
                  </a:lnTo>
                  <a:lnTo>
                    <a:pt x="150043" y="344842"/>
                  </a:lnTo>
                  <a:lnTo>
                    <a:pt x="149805" y="344788"/>
                  </a:lnTo>
                  <a:lnTo>
                    <a:pt x="149228" y="344842"/>
                  </a:lnTo>
                  <a:lnTo>
                    <a:pt x="149082" y="344932"/>
                  </a:lnTo>
                  <a:lnTo>
                    <a:pt x="148930" y="344916"/>
                  </a:lnTo>
                  <a:lnTo>
                    <a:pt x="148711" y="344872"/>
                  </a:lnTo>
                  <a:lnTo>
                    <a:pt x="148691" y="344515"/>
                  </a:lnTo>
                  <a:lnTo>
                    <a:pt x="148654" y="344373"/>
                  </a:lnTo>
                  <a:lnTo>
                    <a:pt x="148243" y="343615"/>
                  </a:lnTo>
                  <a:lnTo>
                    <a:pt x="148189" y="343412"/>
                  </a:lnTo>
                  <a:lnTo>
                    <a:pt x="148074" y="343247"/>
                  </a:lnTo>
                  <a:lnTo>
                    <a:pt x="147787" y="343104"/>
                  </a:lnTo>
                  <a:lnTo>
                    <a:pt x="147708" y="342849"/>
                  </a:lnTo>
                  <a:lnTo>
                    <a:pt x="147678" y="342622"/>
                  </a:lnTo>
                  <a:lnTo>
                    <a:pt x="147589" y="342422"/>
                  </a:lnTo>
                  <a:lnTo>
                    <a:pt x="147011" y="342570"/>
                  </a:lnTo>
                  <a:lnTo>
                    <a:pt x="146957" y="342373"/>
                  </a:lnTo>
                  <a:lnTo>
                    <a:pt x="147212" y="341937"/>
                  </a:lnTo>
                  <a:lnTo>
                    <a:pt x="147259" y="341707"/>
                  </a:lnTo>
                  <a:lnTo>
                    <a:pt x="147532" y="341353"/>
                  </a:lnTo>
                  <a:lnTo>
                    <a:pt x="147970" y="341276"/>
                  </a:lnTo>
                  <a:lnTo>
                    <a:pt x="148192" y="341059"/>
                  </a:lnTo>
                  <a:lnTo>
                    <a:pt x="148422" y="340556"/>
                  </a:lnTo>
                  <a:lnTo>
                    <a:pt x="148698" y="339838"/>
                  </a:lnTo>
                  <a:lnTo>
                    <a:pt x="148712" y="339509"/>
                  </a:lnTo>
                  <a:lnTo>
                    <a:pt x="148855" y="338818"/>
                  </a:lnTo>
                  <a:lnTo>
                    <a:pt x="148895" y="338580"/>
                  </a:lnTo>
                  <a:lnTo>
                    <a:pt x="148954" y="338423"/>
                  </a:lnTo>
                  <a:lnTo>
                    <a:pt x="149243" y="338236"/>
                  </a:lnTo>
                  <a:lnTo>
                    <a:pt x="148712" y="337725"/>
                  </a:lnTo>
                  <a:lnTo>
                    <a:pt x="148647" y="337230"/>
                  </a:lnTo>
                  <a:lnTo>
                    <a:pt x="148712" y="337082"/>
                  </a:lnTo>
                  <a:lnTo>
                    <a:pt x="148387" y="336338"/>
                  </a:lnTo>
                  <a:lnTo>
                    <a:pt x="148045" y="336149"/>
                  </a:lnTo>
                  <a:lnTo>
                    <a:pt x="147619" y="335375"/>
                  </a:lnTo>
                  <a:lnTo>
                    <a:pt x="147600" y="335173"/>
                  </a:lnTo>
                  <a:lnTo>
                    <a:pt x="147855" y="334853"/>
                  </a:lnTo>
                  <a:lnTo>
                    <a:pt x="147829" y="334626"/>
                  </a:lnTo>
                  <a:lnTo>
                    <a:pt x="147605" y="334467"/>
                  </a:lnTo>
                  <a:lnTo>
                    <a:pt x="147647" y="334247"/>
                  </a:lnTo>
                  <a:lnTo>
                    <a:pt x="148063" y="334183"/>
                  </a:lnTo>
                  <a:lnTo>
                    <a:pt x="148368" y="334219"/>
                  </a:lnTo>
                  <a:lnTo>
                    <a:pt x="148239" y="333661"/>
                  </a:lnTo>
                  <a:lnTo>
                    <a:pt x="147962" y="333390"/>
                  </a:lnTo>
                  <a:lnTo>
                    <a:pt x="147681" y="333000"/>
                  </a:lnTo>
                  <a:lnTo>
                    <a:pt x="147416" y="332772"/>
                  </a:lnTo>
                  <a:lnTo>
                    <a:pt x="147389" y="332625"/>
                  </a:lnTo>
                  <a:lnTo>
                    <a:pt x="147135" y="331879"/>
                  </a:lnTo>
                  <a:lnTo>
                    <a:pt x="146847" y="331641"/>
                  </a:lnTo>
                  <a:lnTo>
                    <a:pt x="146883" y="331354"/>
                  </a:lnTo>
                  <a:lnTo>
                    <a:pt x="146754" y="331146"/>
                  </a:lnTo>
                  <a:lnTo>
                    <a:pt x="146585" y="331129"/>
                  </a:lnTo>
                  <a:lnTo>
                    <a:pt x="146367" y="331028"/>
                  </a:lnTo>
                  <a:lnTo>
                    <a:pt x="146266" y="330830"/>
                  </a:lnTo>
                  <a:lnTo>
                    <a:pt x="146248" y="330506"/>
                  </a:lnTo>
                  <a:lnTo>
                    <a:pt x="146585" y="329931"/>
                  </a:lnTo>
                  <a:lnTo>
                    <a:pt x="146456" y="329434"/>
                  </a:lnTo>
                  <a:lnTo>
                    <a:pt x="146170" y="328601"/>
                  </a:lnTo>
                  <a:lnTo>
                    <a:pt x="146094" y="328337"/>
                  </a:lnTo>
                  <a:lnTo>
                    <a:pt x="145896" y="327910"/>
                  </a:lnTo>
                  <a:lnTo>
                    <a:pt x="145976" y="327692"/>
                  </a:lnTo>
                  <a:lnTo>
                    <a:pt x="146120" y="327117"/>
                  </a:lnTo>
                  <a:lnTo>
                    <a:pt x="145777" y="326707"/>
                  </a:lnTo>
                  <a:lnTo>
                    <a:pt x="145996" y="326223"/>
                  </a:lnTo>
                  <a:lnTo>
                    <a:pt x="145829" y="326153"/>
                  </a:lnTo>
                  <a:lnTo>
                    <a:pt x="145686" y="326149"/>
                  </a:lnTo>
                  <a:lnTo>
                    <a:pt x="145488" y="325882"/>
                  </a:lnTo>
                  <a:lnTo>
                    <a:pt x="145390" y="325128"/>
                  </a:lnTo>
                  <a:lnTo>
                    <a:pt x="145437" y="324924"/>
                  </a:lnTo>
                  <a:lnTo>
                    <a:pt x="144989" y="324669"/>
                  </a:lnTo>
                  <a:lnTo>
                    <a:pt x="144616" y="324325"/>
                  </a:lnTo>
                  <a:lnTo>
                    <a:pt x="144339" y="324145"/>
                  </a:lnTo>
                  <a:lnTo>
                    <a:pt x="144031" y="324031"/>
                  </a:lnTo>
                  <a:lnTo>
                    <a:pt x="143776" y="324038"/>
                  </a:lnTo>
                  <a:lnTo>
                    <a:pt x="143533" y="323883"/>
                  </a:lnTo>
                  <a:lnTo>
                    <a:pt x="143234" y="323804"/>
                  </a:lnTo>
                  <a:lnTo>
                    <a:pt x="142860" y="323794"/>
                  </a:lnTo>
                  <a:lnTo>
                    <a:pt x="142778" y="323353"/>
                  </a:lnTo>
                  <a:lnTo>
                    <a:pt x="142593" y="323175"/>
                  </a:lnTo>
                  <a:lnTo>
                    <a:pt x="141970" y="322585"/>
                  </a:lnTo>
                  <a:lnTo>
                    <a:pt x="142109" y="322353"/>
                  </a:lnTo>
                  <a:lnTo>
                    <a:pt x="142133" y="322131"/>
                  </a:lnTo>
                  <a:lnTo>
                    <a:pt x="142091" y="321726"/>
                  </a:lnTo>
                  <a:lnTo>
                    <a:pt x="141846" y="321263"/>
                  </a:lnTo>
                  <a:lnTo>
                    <a:pt x="141876" y="320654"/>
                  </a:lnTo>
                  <a:lnTo>
                    <a:pt x="141957" y="320513"/>
                  </a:lnTo>
                  <a:lnTo>
                    <a:pt x="142174" y="320075"/>
                  </a:lnTo>
                  <a:lnTo>
                    <a:pt x="142156" y="319885"/>
                  </a:lnTo>
                  <a:lnTo>
                    <a:pt x="142029" y="319596"/>
                  </a:lnTo>
                  <a:lnTo>
                    <a:pt x="141534" y="319893"/>
                  </a:lnTo>
                  <a:lnTo>
                    <a:pt x="141535" y="319765"/>
                  </a:lnTo>
                  <a:lnTo>
                    <a:pt x="141560" y="319476"/>
                  </a:lnTo>
                  <a:lnTo>
                    <a:pt x="141610" y="319192"/>
                  </a:lnTo>
                  <a:lnTo>
                    <a:pt x="141582" y="318846"/>
                  </a:lnTo>
                  <a:lnTo>
                    <a:pt x="141510" y="318465"/>
                  </a:lnTo>
                  <a:lnTo>
                    <a:pt x="141932" y="318116"/>
                  </a:lnTo>
                  <a:lnTo>
                    <a:pt x="142438" y="317665"/>
                  </a:lnTo>
                  <a:lnTo>
                    <a:pt x="142547" y="317423"/>
                  </a:lnTo>
                  <a:lnTo>
                    <a:pt x="143058" y="317286"/>
                  </a:lnTo>
                  <a:lnTo>
                    <a:pt x="143336" y="316973"/>
                  </a:lnTo>
                  <a:lnTo>
                    <a:pt x="143511" y="316629"/>
                  </a:lnTo>
                  <a:lnTo>
                    <a:pt x="143599" y="316462"/>
                  </a:lnTo>
                  <a:lnTo>
                    <a:pt x="143642" y="316305"/>
                  </a:lnTo>
                  <a:lnTo>
                    <a:pt x="143798" y="316363"/>
                  </a:lnTo>
                  <a:lnTo>
                    <a:pt x="143958" y="316318"/>
                  </a:lnTo>
                  <a:lnTo>
                    <a:pt x="144190" y="316285"/>
                  </a:lnTo>
                  <a:lnTo>
                    <a:pt x="144426" y="316337"/>
                  </a:lnTo>
                  <a:lnTo>
                    <a:pt x="144574" y="316351"/>
                  </a:lnTo>
                  <a:lnTo>
                    <a:pt x="144712" y="316302"/>
                  </a:lnTo>
                  <a:lnTo>
                    <a:pt x="144761" y="315945"/>
                  </a:lnTo>
                  <a:lnTo>
                    <a:pt x="144823" y="315741"/>
                  </a:lnTo>
                  <a:lnTo>
                    <a:pt x="144724" y="315465"/>
                  </a:lnTo>
                  <a:lnTo>
                    <a:pt x="144729" y="315206"/>
                  </a:lnTo>
                  <a:lnTo>
                    <a:pt x="145082" y="315083"/>
                  </a:lnTo>
                  <a:lnTo>
                    <a:pt x="145107" y="314775"/>
                  </a:lnTo>
                  <a:lnTo>
                    <a:pt x="144907" y="314472"/>
                  </a:lnTo>
                  <a:lnTo>
                    <a:pt x="144760" y="314268"/>
                  </a:lnTo>
                  <a:lnTo>
                    <a:pt x="144403" y="313939"/>
                  </a:lnTo>
                  <a:lnTo>
                    <a:pt x="143859" y="313886"/>
                  </a:lnTo>
                  <a:lnTo>
                    <a:pt x="143559" y="313993"/>
                  </a:lnTo>
                  <a:lnTo>
                    <a:pt x="143234" y="313965"/>
                  </a:lnTo>
                  <a:lnTo>
                    <a:pt x="143205" y="313831"/>
                  </a:lnTo>
                  <a:lnTo>
                    <a:pt x="143349" y="313460"/>
                  </a:lnTo>
                  <a:lnTo>
                    <a:pt x="143517" y="313234"/>
                  </a:lnTo>
                  <a:lnTo>
                    <a:pt x="143922" y="312924"/>
                  </a:lnTo>
                  <a:lnTo>
                    <a:pt x="144134" y="312821"/>
                  </a:lnTo>
                  <a:lnTo>
                    <a:pt x="144216" y="312630"/>
                  </a:lnTo>
                  <a:lnTo>
                    <a:pt x="144587" y="312156"/>
                  </a:lnTo>
                  <a:lnTo>
                    <a:pt x="144886" y="312139"/>
                  </a:lnTo>
                  <a:lnTo>
                    <a:pt x="144919" y="311950"/>
                  </a:lnTo>
                  <a:lnTo>
                    <a:pt x="145021" y="311719"/>
                  </a:lnTo>
                  <a:lnTo>
                    <a:pt x="145131" y="311539"/>
                  </a:lnTo>
                  <a:lnTo>
                    <a:pt x="145030" y="311184"/>
                  </a:lnTo>
                  <a:lnTo>
                    <a:pt x="144915" y="310981"/>
                  </a:lnTo>
                  <a:lnTo>
                    <a:pt x="144737" y="310691"/>
                  </a:lnTo>
                  <a:lnTo>
                    <a:pt x="144355" y="310639"/>
                  </a:lnTo>
                  <a:lnTo>
                    <a:pt x="144185" y="310650"/>
                  </a:lnTo>
                  <a:lnTo>
                    <a:pt x="143616" y="310876"/>
                  </a:lnTo>
                  <a:lnTo>
                    <a:pt x="143361" y="310896"/>
                  </a:lnTo>
                  <a:lnTo>
                    <a:pt x="142950" y="310530"/>
                  </a:lnTo>
                  <a:lnTo>
                    <a:pt x="142829" y="310221"/>
                  </a:lnTo>
                  <a:lnTo>
                    <a:pt x="142579" y="310102"/>
                  </a:lnTo>
                  <a:lnTo>
                    <a:pt x="142375" y="310063"/>
                  </a:lnTo>
                  <a:lnTo>
                    <a:pt x="142164" y="310166"/>
                  </a:lnTo>
                  <a:lnTo>
                    <a:pt x="141949" y="310128"/>
                  </a:lnTo>
                  <a:lnTo>
                    <a:pt x="142088" y="310064"/>
                  </a:lnTo>
                  <a:lnTo>
                    <a:pt x="142194" y="309921"/>
                  </a:lnTo>
                  <a:lnTo>
                    <a:pt x="142444" y="309506"/>
                  </a:lnTo>
                  <a:lnTo>
                    <a:pt x="142388" y="309135"/>
                  </a:lnTo>
                  <a:lnTo>
                    <a:pt x="142108" y="309034"/>
                  </a:lnTo>
                  <a:lnTo>
                    <a:pt x="141892" y="308929"/>
                  </a:lnTo>
                  <a:lnTo>
                    <a:pt x="141895" y="308503"/>
                  </a:lnTo>
                  <a:lnTo>
                    <a:pt x="141830" y="308282"/>
                  </a:lnTo>
                  <a:lnTo>
                    <a:pt x="141989" y="308118"/>
                  </a:lnTo>
                  <a:lnTo>
                    <a:pt x="141953" y="307872"/>
                  </a:lnTo>
                  <a:lnTo>
                    <a:pt x="141866" y="307736"/>
                  </a:lnTo>
                  <a:lnTo>
                    <a:pt x="141421" y="307569"/>
                  </a:lnTo>
                  <a:lnTo>
                    <a:pt x="141176" y="307679"/>
                  </a:lnTo>
                  <a:lnTo>
                    <a:pt x="140828" y="307739"/>
                  </a:lnTo>
                  <a:lnTo>
                    <a:pt x="140628" y="308037"/>
                  </a:lnTo>
                  <a:lnTo>
                    <a:pt x="140631" y="308165"/>
                  </a:lnTo>
                  <a:lnTo>
                    <a:pt x="140543" y="308598"/>
                  </a:lnTo>
                  <a:lnTo>
                    <a:pt x="140354" y="308821"/>
                  </a:lnTo>
                  <a:lnTo>
                    <a:pt x="140217" y="309177"/>
                  </a:lnTo>
                  <a:lnTo>
                    <a:pt x="139935" y="309444"/>
                  </a:lnTo>
                  <a:lnTo>
                    <a:pt x="139775" y="309452"/>
                  </a:lnTo>
                  <a:lnTo>
                    <a:pt x="139571" y="309427"/>
                  </a:lnTo>
                  <a:lnTo>
                    <a:pt x="139201" y="309237"/>
                  </a:lnTo>
                  <a:lnTo>
                    <a:pt x="138552" y="309302"/>
                  </a:lnTo>
                  <a:lnTo>
                    <a:pt x="138269" y="309845"/>
                  </a:lnTo>
                  <a:lnTo>
                    <a:pt x="137726" y="310054"/>
                  </a:lnTo>
                  <a:lnTo>
                    <a:pt x="137516" y="309828"/>
                  </a:lnTo>
                  <a:lnTo>
                    <a:pt x="137573" y="309638"/>
                  </a:lnTo>
                  <a:lnTo>
                    <a:pt x="137505" y="309445"/>
                  </a:lnTo>
                  <a:lnTo>
                    <a:pt x="137335" y="309819"/>
                  </a:lnTo>
                  <a:lnTo>
                    <a:pt x="137261" y="310042"/>
                  </a:lnTo>
                  <a:lnTo>
                    <a:pt x="137062" y="310178"/>
                  </a:lnTo>
                  <a:lnTo>
                    <a:pt x="136813" y="310011"/>
                  </a:lnTo>
                  <a:lnTo>
                    <a:pt x="136809" y="309880"/>
                  </a:lnTo>
                  <a:lnTo>
                    <a:pt x="136908" y="309385"/>
                  </a:lnTo>
                  <a:lnTo>
                    <a:pt x="136587" y="308998"/>
                  </a:lnTo>
                  <a:lnTo>
                    <a:pt x="136056" y="308758"/>
                  </a:lnTo>
                  <a:lnTo>
                    <a:pt x="135928" y="308676"/>
                  </a:lnTo>
                  <a:lnTo>
                    <a:pt x="135628" y="308889"/>
                  </a:lnTo>
                  <a:lnTo>
                    <a:pt x="135463" y="309076"/>
                  </a:lnTo>
                  <a:lnTo>
                    <a:pt x="134950" y="309012"/>
                  </a:lnTo>
                  <a:lnTo>
                    <a:pt x="134920" y="309307"/>
                  </a:lnTo>
                  <a:lnTo>
                    <a:pt x="134604" y="309405"/>
                  </a:lnTo>
                  <a:lnTo>
                    <a:pt x="134444" y="309411"/>
                  </a:lnTo>
                  <a:lnTo>
                    <a:pt x="134202" y="309246"/>
                  </a:lnTo>
                  <a:lnTo>
                    <a:pt x="133666" y="309223"/>
                  </a:lnTo>
                  <a:lnTo>
                    <a:pt x="133248" y="309050"/>
                  </a:lnTo>
                  <a:lnTo>
                    <a:pt x="132916" y="309283"/>
                  </a:lnTo>
                  <a:lnTo>
                    <a:pt x="132888" y="309580"/>
                  </a:lnTo>
                  <a:lnTo>
                    <a:pt x="132874" y="309827"/>
                  </a:lnTo>
                  <a:lnTo>
                    <a:pt x="133167" y="310054"/>
                  </a:lnTo>
                  <a:lnTo>
                    <a:pt x="133230" y="310343"/>
                  </a:lnTo>
                  <a:lnTo>
                    <a:pt x="132914" y="310661"/>
                  </a:lnTo>
                  <a:lnTo>
                    <a:pt x="132689" y="310812"/>
                  </a:lnTo>
                  <a:lnTo>
                    <a:pt x="132571" y="310676"/>
                  </a:lnTo>
                  <a:lnTo>
                    <a:pt x="132367" y="310493"/>
                  </a:lnTo>
                  <a:lnTo>
                    <a:pt x="132110" y="310557"/>
                  </a:lnTo>
                  <a:lnTo>
                    <a:pt x="131732" y="310654"/>
                  </a:lnTo>
                  <a:lnTo>
                    <a:pt x="131568" y="310632"/>
                  </a:lnTo>
                  <a:lnTo>
                    <a:pt x="131395" y="310534"/>
                  </a:lnTo>
                  <a:lnTo>
                    <a:pt x="131156" y="310309"/>
                  </a:lnTo>
                  <a:lnTo>
                    <a:pt x="130940" y="310329"/>
                  </a:lnTo>
                  <a:lnTo>
                    <a:pt x="130899" y="309878"/>
                  </a:lnTo>
                  <a:lnTo>
                    <a:pt x="130605" y="309563"/>
                  </a:lnTo>
                  <a:lnTo>
                    <a:pt x="130540" y="309334"/>
                  </a:lnTo>
                  <a:lnTo>
                    <a:pt x="130418" y="309059"/>
                  </a:lnTo>
                  <a:lnTo>
                    <a:pt x="130599" y="308659"/>
                  </a:lnTo>
                  <a:lnTo>
                    <a:pt x="131047" y="308460"/>
                  </a:lnTo>
                  <a:lnTo>
                    <a:pt x="131432" y="308202"/>
                  </a:lnTo>
                  <a:lnTo>
                    <a:pt x="131577" y="308086"/>
                  </a:lnTo>
                  <a:lnTo>
                    <a:pt x="131829" y="307877"/>
                  </a:lnTo>
                  <a:lnTo>
                    <a:pt x="132054" y="307364"/>
                  </a:lnTo>
                  <a:lnTo>
                    <a:pt x="132378" y="307336"/>
                  </a:lnTo>
                  <a:lnTo>
                    <a:pt x="132557" y="307068"/>
                  </a:lnTo>
                  <a:lnTo>
                    <a:pt x="132622" y="306856"/>
                  </a:lnTo>
                  <a:lnTo>
                    <a:pt x="132412" y="306799"/>
                  </a:lnTo>
                  <a:lnTo>
                    <a:pt x="132364" y="306958"/>
                  </a:lnTo>
                  <a:lnTo>
                    <a:pt x="132160" y="307082"/>
                  </a:lnTo>
                  <a:lnTo>
                    <a:pt x="132086" y="306664"/>
                  </a:lnTo>
                  <a:lnTo>
                    <a:pt x="132137" y="306497"/>
                  </a:lnTo>
                  <a:lnTo>
                    <a:pt x="131975" y="306245"/>
                  </a:lnTo>
                  <a:lnTo>
                    <a:pt x="131949" y="305933"/>
                  </a:lnTo>
                  <a:lnTo>
                    <a:pt x="131712" y="305547"/>
                  </a:lnTo>
                  <a:lnTo>
                    <a:pt x="131726" y="305295"/>
                  </a:lnTo>
                  <a:lnTo>
                    <a:pt x="131564" y="304961"/>
                  </a:lnTo>
                  <a:lnTo>
                    <a:pt x="131493" y="304682"/>
                  </a:lnTo>
                  <a:lnTo>
                    <a:pt x="131140" y="304336"/>
                  </a:lnTo>
                  <a:lnTo>
                    <a:pt x="130988" y="304258"/>
                  </a:lnTo>
                  <a:lnTo>
                    <a:pt x="130432" y="303853"/>
                  </a:lnTo>
                  <a:lnTo>
                    <a:pt x="130480" y="303697"/>
                  </a:lnTo>
                  <a:lnTo>
                    <a:pt x="130641" y="303627"/>
                  </a:lnTo>
                  <a:lnTo>
                    <a:pt x="130788" y="303511"/>
                  </a:lnTo>
                  <a:lnTo>
                    <a:pt x="130806" y="303257"/>
                  </a:lnTo>
                  <a:lnTo>
                    <a:pt x="131248" y="303190"/>
                  </a:lnTo>
                  <a:lnTo>
                    <a:pt x="131433" y="303024"/>
                  </a:lnTo>
                  <a:lnTo>
                    <a:pt x="131194" y="302985"/>
                  </a:lnTo>
                  <a:lnTo>
                    <a:pt x="131464" y="302685"/>
                  </a:lnTo>
                  <a:lnTo>
                    <a:pt x="131550" y="302333"/>
                  </a:lnTo>
                  <a:lnTo>
                    <a:pt x="131580" y="302194"/>
                  </a:lnTo>
                  <a:lnTo>
                    <a:pt x="131728" y="301906"/>
                  </a:lnTo>
                  <a:lnTo>
                    <a:pt x="131958" y="301069"/>
                  </a:lnTo>
                  <a:lnTo>
                    <a:pt x="132191" y="300829"/>
                  </a:lnTo>
                  <a:lnTo>
                    <a:pt x="132341" y="300902"/>
                  </a:lnTo>
                  <a:lnTo>
                    <a:pt x="132205" y="300407"/>
                  </a:lnTo>
                  <a:lnTo>
                    <a:pt x="132027" y="300209"/>
                  </a:lnTo>
                  <a:lnTo>
                    <a:pt x="131840" y="300199"/>
                  </a:lnTo>
                  <a:lnTo>
                    <a:pt x="131264" y="300367"/>
                  </a:lnTo>
                  <a:lnTo>
                    <a:pt x="131142" y="300146"/>
                  </a:lnTo>
                  <a:lnTo>
                    <a:pt x="130936" y="299957"/>
                  </a:lnTo>
                  <a:lnTo>
                    <a:pt x="130688" y="299799"/>
                  </a:lnTo>
                  <a:lnTo>
                    <a:pt x="130440" y="299763"/>
                  </a:lnTo>
                  <a:lnTo>
                    <a:pt x="130243" y="299406"/>
                  </a:lnTo>
                  <a:lnTo>
                    <a:pt x="130451" y="299335"/>
                  </a:lnTo>
                  <a:lnTo>
                    <a:pt x="130639" y="299226"/>
                  </a:lnTo>
                  <a:lnTo>
                    <a:pt x="130885" y="299076"/>
                  </a:lnTo>
                  <a:lnTo>
                    <a:pt x="131030" y="298728"/>
                  </a:lnTo>
                  <a:lnTo>
                    <a:pt x="130749" y="298511"/>
                  </a:lnTo>
                  <a:lnTo>
                    <a:pt x="130616" y="298550"/>
                  </a:lnTo>
                  <a:lnTo>
                    <a:pt x="130481" y="298548"/>
                  </a:lnTo>
                  <a:lnTo>
                    <a:pt x="130227" y="298330"/>
                  </a:lnTo>
                  <a:lnTo>
                    <a:pt x="130252" y="298158"/>
                  </a:lnTo>
                  <a:lnTo>
                    <a:pt x="130108" y="297661"/>
                  </a:lnTo>
                  <a:lnTo>
                    <a:pt x="130101" y="297398"/>
                  </a:lnTo>
                  <a:lnTo>
                    <a:pt x="130241" y="297314"/>
                  </a:lnTo>
                  <a:lnTo>
                    <a:pt x="130008" y="297216"/>
                  </a:lnTo>
                  <a:lnTo>
                    <a:pt x="129640" y="296415"/>
                  </a:lnTo>
                  <a:lnTo>
                    <a:pt x="129884" y="295919"/>
                  </a:lnTo>
                  <a:lnTo>
                    <a:pt x="130255" y="295585"/>
                  </a:lnTo>
                  <a:lnTo>
                    <a:pt x="130064" y="295303"/>
                  </a:lnTo>
                  <a:lnTo>
                    <a:pt x="129772" y="295157"/>
                  </a:lnTo>
                  <a:lnTo>
                    <a:pt x="129947" y="294695"/>
                  </a:lnTo>
                  <a:lnTo>
                    <a:pt x="130239" y="294532"/>
                  </a:lnTo>
                  <a:lnTo>
                    <a:pt x="130449" y="294245"/>
                  </a:lnTo>
                  <a:lnTo>
                    <a:pt x="130378" y="293708"/>
                  </a:lnTo>
                  <a:lnTo>
                    <a:pt x="130304" y="292912"/>
                  </a:lnTo>
                  <a:lnTo>
                    <a:pt x="130336" y="292716"/>
                  </a:lnTo>
                  <a:lnTo>
                    <a:pt x="130459" y="292533"/>
                  </a:lnTo>
                  <a:lnTo>
                    <a:pt x="130437" y="291984"/>
                  </a:lnTo>
                  <a:lnTo>
                    <a:pt x="130346" y="291463"/>
                  </a:lnTo>
                  <a:lnTo>
                    <a:pt x="130088" y="291541"/>
                  </a:lnTo>
                  <a:lnTo>
                    <a:pt x="129911" y="290940"/>
                  </a:lnTo>
                  <a:lnTo>
                    <a:pt x="129741" y="290779"/>
                  </a:lnTo>
                  <a:lnTo>
                    <a:pt x="129565" y="290737"/>
                  </a:lnTo>
                  <a:lnTo>
                    <a:pt x="129361" y="290504"/>
                  </a:lnTo>
                  <a:lnTo>
                    <a:pt x="128909" y="290630"/>
                  </a:lnTo>
                  <a:lnTo>
                    <a:pt x="128898" y="290400"/>
                  </a:lnTo>
                  <a:lnTo>
                    <a:pt x="129339" y="290019"/>
                  </a:lnTo>
                  <a:lnTo>
                    <a:pt x="129288" y="289581"/>
                  </a:lnTo>
                  <a:lnTo>
                    <a:pt x="129233" y="289040"/>
                  </a:lnTo>
                  <a:lnTo>
                    <a:pt x="129017" y="288943"/>
                  </a:lnTo>
                  <a:lnTo>
                    <a:pt x="128852" y="288608"/>
                  </a:lnTo>
                  <a:lnTo>
                    <a:pt x="129005" y="288439"/>
                  </a:lnTo>
                  <a:lnTo>
                    <a:pt x="128984" y="288280"/>
                  </a:lnTo>
                  <a:lnTo>
                    <a:pt x="128740" y="288131"/>
                  </a:lnTo>
                  <a:lnTo>
                    <a:pt x="128698" y="287953"/>
                  </a:lnTo>
                  <a:lnTo>
                    <a:pt x="128688" y="287813"/>
                  </a:lnTo>
                  <a:lnTo>
                    <a:pt x="128689" y="287650"/>
                  </a:lnTo>
                  <a:lnTo>
                    <a:pt x="128466" y="287358"/>
                  </a:lnTo>
                  <a:lnTo>
                    <a:pt x="128573" y="286733"/>
                  </a:lnTo>
                  <a:lnTo>
                    <a:pt x="128401" y="286566"/>
                  </a:lnTo>
                  <a:lnTo>
                    <a:pt x="128244" y="286439"/>
                  </a:lnTo>
                  <a:lnTo>
                    <a:pt x="128231" y="286089"/>
                  </a:lnTo>
                  <a:lnTo>
                    <a:pt x="128040" y="285781"/>
                  </a:lnTo>
                  <a:lnTo>
                    <a:pt x="127886" y="285688"/>
                  </a:lnTo>
                  <a:lnTo>
                    <a:pt x="127461" y="285671"/>
                  </a:lnTo>
                  <a:lnTo>
                    <a:pt x="126844" y="285636"/>
                  </a:lnTo>
                  <a:lnTo>
                    <a:pt x="126635" y="285621"/>
                  </a:lnTo>
                  <a:lnTo>
                    <a:pt x="126412" y="285434"/>
                  </a:lnTo>
                  <a:lnTo>
                    <a:pt x="126253" y="285428"/>
                  </a:lnTo>
                  <a:lnTo>
                    <a:pt x="125837" y="285328"/>
                  </a:lnTo>
                  <a:lnTo>
                    <a:pt x="125629" y="285228"/>
                  </a:lnTo>
                  <a:lnTo>
                    <a:pt x="125283" y="284816"/>
                  </a:lnTo>
                  <a:lnTo>
                    <a:pt x="125332" y="284687"/>
                  </a:lnTo>
                  <a:lnTo>
                    <a:pt x="125293" y="284151"/>
                  </a:lnTo>
                  <a:lnTo>
                    <a:pt x="125230" y="283847"/>
                  </a:lnTo>
                  <a:lnTo>
                    <a:pt x="125050" y="283478"/>
                  </a:lnTo>
                  <a:lnTo>
                    <a:pt x="124927" y="283091"/>
                  </a:lnTo>
                  <a:lnTo>
                    <a:pt x="124785" y="282795"/>
                  </a:lnTo>
                  <a:lnTo>
                    <a:pt x="124496" y="281959"/>
                  </a:lnTo>
                  <a:lnTo>
                    <a:pt x="124414" y="281687"/>
                  </a:lnTo>
                  <a:lnTo>
                    <a:pt x="124370" y="281420"/>
                  </a:lnTo>
                  <a:lnTo>
                    <a:pt x="124127" y="281059"/>
                  </a:lnTo>
                  <a:lnTo>
                    <a:pt x="123443" y="281020"/>
                  </a:lnTo>
                  <a:lnTo>
                    <a:pt x="123155" y="281007"/>
                  </a:lnTo>
                  <a:lnTo>
                    <a:pt x="122807" y="281223"/>
                  </a:lnTo>
                  <a:lnTo>
                    <a:pt x="122024" y="281552"/>
                  </a:lnTo>
                  <a:lnTo>
                    <a:pt x="121294" y="281478"/>
                  </a:lnTo>
                  <a:lnTo>
                    <a:pt x="121427" y="281163"/>
                  </a:lnTo>
                  <a:lnTo>
                    <a:pt x="121692" y="281077"/>
                  </a:lnTo>
                  <a:lnTo>
                    <a:pt x="121935" y="280794"/>
                  </a:lnTo>
                  <a:lnTo>
                    <a:pt x="122469" y="280277"/>
                  </a:lnTo>
                  <a:lnTo>
                    <a:pt x="122279" y="279750"/>
                  </a:lnTo>
                  <a:lnTo>
                    <a:pt x="122142" y="279801"/>
                  </a:lnTo>
                  <a:lnTo>
                    <a:pt x="121719" y="279585"/>
                  </a:lnTo>
                  <a:lnTo>
                    <a:pt x="121501" y="279297"/>
                  </a:lnTo>
                  <a:lnTo>
                    <a:pt x="121400" y="279041"/>
                  </a:lnTo>
                  <a:lnTo>
                    <a:pt x="121239" y="278853"/>
                  </a:lnTo>
                  <a:lnTo>
                    <a:pt x="121032" y="278512"/>
                  </a:lnTo>
                  <a:lnTo>
                    <a:pt x="120891" y="278504"/>
                  </a:lnTo>
                  <a:lnTo>
                    <a:pt x="120689" y="278370"/>
                  </a:lnTo>
                  <a:lnTo>
                    <a:pt x="120133" y="278123"/>
                  </a:lnTo>
                  <a:lnTo>
                    <a:pt x="119812" y="278060"/>
                  </a:lnTo>
                  <a:lnTo>
                    <a:pt x="119473" y="278265"/>
                  </a:lnTo>
                  <a:lnTo>
                    <a:pt x="119465" y="278422"/>
                  </a:lnTo>
                  <a:lnTo>
                    <a:pt x="119233" y="278374"/>
                  </a:lnTo>
                  <a:lnTo>
                    <a:pt x="118977" y="278228"/>
                  </a:lnTo>
                  <a:lnTo>
                    <a:pt x="118727" y="277628"/>
                  </a:lnTo>
                  <a:lnTo>
                    <a:pt x="118823" y="277476"/>
                  </a:lnTo>
                  <a:lnTo>
                    <a:pt x="118931" y="277153"/>
                  </a:lnTo>
                  <a:lnTo>
                    <a:pt x="118241" y="277106"/>
                  </a:lnTo>
                  <a:lnTo>
                    <a:pt x="118104" y="277361"/>
                  </a:lnTo>
                  <a:lnTo>
                    <a:pt x="118091" y="277619"/>
                  </a:lnTo>
                  <a:lnTo>
                    <a:pt x="118073" y="277885"/>
                  </a:lnTo>
                  <a:lnTo>
                    <a:pt x="117733" y="277838"/>
                  </a:lnTo>
                  <a:lnTo>
                    <a:pt x="117925" y="277600"/>
                  </a:lnTo>
                  <a:lnTo>
                    <a:pt x="118030" y="277354"/>
                  </a:lnTo>
                  <a:lnTo>
                    <a:pt x="118024" y="277203"/>
                  </a:lnTo>
                  <a:lnTo>
                    <a:pt x="117946" y="276995"/>
                  </a:lnTo>
                  <a:lnTo>
                    <a:pt x="117818" y="277057"/>
                  </a:lnTo>
                  <a:lnTo>
                    <a:pt x="117754" y="277269"/>
                  </a:lnTo>
                  <a:lnTo>
                    <a:pt x="117711" y="277421"/>
                  </a:lnTo>
                  <a:lnTo>
                    <a:pt x="117557" y="277580"/>
                  </a:lnTo>
                  <a:lnTo>
                    <a:pt x="117389" y="277339"/>
                  </a:lnTo>
                  <a:lnTo>
                    <a:pt x="117316" y="277200"/>
                  </a:lnTo>
                  <a:lnTo>
                    <a:pt x="117269" y="276831"/>
                  </a:lnTo>
                  <a:lnTo>
                    <a:pt x="117252" y="276343"/>
                  </a:lnTo>
                  <a:lnTo>
                    <a:pt x="116977" y="276023"/>
                  </a:lnTo>
                  <a:lnTo>
                    <a:pt x="116886" y="275868"/>
                  </a:lnTo>
                  <a:lnTo>
                    <a:pt x="116363" y="275339"/>
                  </a:lnTo>
                  <a:lnTo>
                    <a:pt x="116346" y="275154"/>
                  </a:lnTo>
                  <a:lnTo>
                    <a:pt x="116652" y="274565"/>
                  </a:lnTo>
                  <a:lnTo>
                    <a:pt x="116714" y="274189"/>
                  </a:lnTo>
                  <a:lnTo>
                    <a:pt x="116259" y="273949"/>
                  </a:lnTo>
                  <a:lnTo>
                    <a:pt x="115425" y="273567"/>
                  </a:lnTo>
                  <a:lnTo>
                    <a:pt x="115257" y="273353"/>
                  </a:lnTo>
                  <a:lnTo>
                    <a:pt x="115215" y="273196"/>
                  </a:lnTo>
                  <a:lnTo>
                    <a:pt x="115289" y="273007"/>
                  </a:lnTo>
                  <a:lnTo>
                    <a:pt x="115374" y="272796"/>
                  </a:lnTo>
                  <a:lnTo>
                    <a:pt x="115597" y="272662"/>
                  </a:lnTo>
                  <a:lnTo>
                    <a:pt x="115896" y="272570"/>
                  </a:lnTo>
                  <a:lnTo>
                    <a:pt x="115829" y="272347"/>
                  </a:lnTo>
                  <a:lnTo>
                    <a:pt x="115594" y="272166"/>
                  </a:lnTo>
                  <a:lnTo>
                    <a:pt x="115324" y="272030"/>
                  </a:lnTo>
                  <a:lnTo>
                    <a:pt x="115386" y="271792"/>
                  </a:lnTo>
                  <a:lnTo>
                    <a:pt x="115513" y="271419"/>
                  </a:lnTo>
                  <a:lnTo>
                    <a:pt x="115498" y="271270"/>
                  </a:lnTo>
                  <a:lnTo>
                    <a:pt x="115479" y="271036"/>
                  </a:lnTo>
                  <a:lnTo>
                    <a:pt x="115503" y="270897"/>
                  </a:lnTo>
                  <a:lnTo>
                    <a:pt x="115508" y="270607"/>
                  </a:lnTo>
                  <a:lnTo>
                    <a:pt x="115124" y="269720"/>
                  </a:lnTo>
                  <a:lnTo>
                    <a:pt x="115094" y="269503"/>
                  </a:lnTo>
                  <a:lnTo>
                    <a:pt x="115238" y="269159"/>
                  </a:lnTo>
                  <a:lnTo>
                    <a:pt x="115339" y="268652"/>
                  </a:lnTo>
                  <a:lnTo>
                    <a:pt x="115432" y="268269"/>
                  </a:lnTo>
                  <a:lnTo>
                    <a:pt x="115999" y="268125"/>
                  </a:lnTo>
                  <a:lnTo>
                    <a:pt x="116370" y="268063"/>
                  </a:lnTo>
                  <a:lnTo>
                    <a:pt x="116748" y="267996"/>
                  </a:lnTo>
                  <a:lnTo>
                    <a:pt x="116966" y="267775"/>
                  </a:lnTo>
                  <a:lnTo>
                    <a:pt x="116907" y="267639"/>
                  </a:lnTo>
                  <a:lnTo>
                    <a:pt x="116904" y="267360"/>
                  </a:lnTo>
                  <a:lnTo>
                    <a:pt x="116999" y="267196"/>
                  </a:lnTo>
                  <a:lnTo>
                    <a:pt x="117001" y="267030"/>
                  </a:lnTo>
                  <a:lnTo>
                    <a:pt x="116738" y="266651"/>
                  </a:lnTo>
                  <a:lnTo>
                    <a:pt x="116867" y="266187"/>
                  </a:lnTo>
                  <a:lnTo>
                    <a:pt x="116872" y="266039"/>
                  </a:lnTo>
                  <a:lnTo>
                    <a:pt x="116872" y="265874"/>
                  </a:lnTo>
                  <a:lnTo>
                    <a:pt x="116844" y="265441"/>
                  </a:lnTo>
                  <a:lnTo>
                    <a:pt x="116825" y="264769"/>
                  </a:lnTo>
                  <a:lnTo>
                    <a:pt x="117229" y="264916"/>
                  </a:lnTo>
                  <a:lnTo>
                    <a:pt x="117625" y="265053"/>
                  </a:lnTo>
                  <a:lnTo>
                    <a:pt x="118045" y="264812"/>
                  </a:lnTo>
                  <a:lnTo>
                    <a:pt x="118412" y="264817"/>
                  </a:lnTo>
                  <a:lnTo>
                    <a:pt x="118840" y="265018"/>
                  </a:lnTo>
                  <a:lnTo>
                    <a:pt x="119373" y="264929"/>
                  </a:lnTo>
                  <a:lnTo>
                    <a:pt x="119568" y="264939"/>
                  </a:lnTo>
                  <a:lnTo>
                    <a:pt x="119849" y="265093"/>
                  </a:lnTo>
                  <a:lnTo>
                    <a:pt x="119999" y="265160"/>
                  </a:lnTo>
                  <a:lnTo>
                    <a:pt x="120355" y="264974"/>
                  </a:lnTo>
                  <a:lnTo>
                    <a:pt x="120281" y="264744"/>
                  </a:lnTo>
                  <a:lnTo>
                    <a:pt x="120514" y="264581"/>
                  </a:lnTo>
                  <a:lnTo>
                    <a:pt x="120744" y="264417"/>
                  </a:lnTo>
                  <a:lnTo>
                    <a:pt x="120576" y="264031"/>
                  </a:lnTo>
                  <a:lnTo>
                    <a:pt x="120423" y="263947"/>
                  </a:lnTo>
                  <a:lnTo>
                    <a:pt x="120525" y="263622"/>
                  </a:lnTo>
                  <a:lnTo>
                    <a:pt x="120753" y="263444"/>
                  </a:lnTo>
                  <a:lnTo>
                    <a:pt x="120967" y="262907"/>
                  </a:lnTo>
                  <a:lnTo>
                    <a:pt x="121296" y="262615"/>
                  </a:lnTo>
                  <a:lnTo>
                    <a:pt x="121498" y="262578"/>
                  </a:lnTo>
                  <a:lnTo>
                    <a:pt x="121894" y="262288"/>
                  </a:lnTo>
                  <a:lnTo>
                    <a:pt x="121798" y="261275"/>
                  </a:lnTo>
                  <a:lnTo>
                    <a:pt x="121749" y="260900"/>
                  </a:lnTo>
                  <a:lnTo>
                    <a:pt x="121521" y="260748"/>
                  </a:lnTo>
                  <a:lnTo>
                    <a:pt x="121727" y="260182"/>
                  </a:lnTo>
                  <a:lnTo>
                    <a:pt x="121826" y="259856"/>
                  </a:lnTo>
                  <a:lnTo>
                    <a:pt x="122025" y="259548"/>
                  </a:lnTo>
                  <a:lnTo>
                    <a:pt x="122153" y="259210"/>
                  </a:lnTo>
                  <a:lnTo>
                    <a:pt x="122296" y="259047"/>
                  </a:lnTo>
                  <a:lnTo>
                    <a:pt x="122731" y="258950"/>
                  </a:lnTo>
                  <a:lnTo>
                    <a:pt x="123036" y="258871"/>
                  </a:lnTo>
                  <a:lnTo>
                    <a:pt x="123248" y="258756"/>
                  </a:lnTo>
                  <a:lnTo>
                    <a:pt x="123415" y="258651"/>
                  </a:lnTo>
                  <a:lnTo>
                    <a:pt x="123862" y="258849"/>
                  </a:lnTo>
                  <a:lnTo>
                    <a:pt x="123997" y="258815"/>
                  </a:lnTo>
                  <a:lnTo>
                    <a:pt x="124509" y="258970"/>
                  </a:lnTo>
                  <a:lnTo>
                    <a:pt x="124724" y="258861"/>
                  </a:lnTo>
                  <a:lnTo>
                    <a:pt x="124869" y="258837"/>
                  </a:lnTo>
                  <a:lnTo>
                    <a:pt x="125092" y="259142"/>
                  </a:lnTo>
                  <a:lnTo>
                    <a:pt x="125355" y="259211"/>
                  </a:lnTo>
                  <a:lnTo>
                    <a:pt x="125822" y="259088"/>
                  </a:lnTo>
                  <a:lnTo>
                    <a:pt x="125997" y="258904"/>
                  </a:lnTo>
                  <a:lnTo>
                    <a:pt x="125985" y="258473"/>
                  </a:lnTo>
                  <a:lnTo>
                    <a:pt x="125960" y="258303"/>
                  </a:lnTo>
                  <a:lnTo>
                    <a:pt x="125972" y="257708"/>
                  </a:lnTo>
                  <a:lnTo>
                    <a:pt x="125915" y="257519"/>
                  </a:lnTo>
                  <a:lnTo>
                    <a:pt x="125904" y="257269"/>
                  </a:lnTo>
                  <a:lnTo>
                    <a:pt x="125759" y="256887"/>
                  </a:lnTo>
                  <a:lnTo>
                    <a:pt x="125689" y="256621"/>
                  </a:lnTo>
                  <a:lnTo>
                    <a:pt x="125667" y="256489"/>
                  </a:lnTo>
                  <a:lnTo>
                    <a:pt x="125634" y="255990"/>
                  </a:lnTo>
                  <a:lnTo>
                    <a:pt x="126415" y="255750"/>
                  </a:lnTo>
                  <a:lnTo>
                    <a:pt x="126605" y="255906"/>
                  </a:lnTo>
                  <a:lnTo>
                    <a:pt x="126627" y="256038"/>
                  </a:lnTo>
                  <a:lnTo>
                    <a:pt x="126794" y="256374"/>
                  </a:lnTo>
                  <a:lnTo>
                    <a:pt x="127543" y="256515"/>
                  </a:lnTo>
                  <a:lnTo>
                    <a:pt x="127781" y="256404"/>
                  </a:lnTo>
                  <a:lnTo>
                    <a:pt x="127904" y="256156"/>
                  </a:lnTo>
                  <a:lnTo>
                    <a:pt x="128146" y="255927"/>
                  </a:lnTo>
                  <a:lnTo>
                    <a:pt x="128539" y="255336"/>
                  </a:lnTo>
                  <a:lnTo>
                    <a:pt x="129981" y="255303"/>
                  </a:lnTo>
                  <a:lnTo>
                    <a:pt x="130580" y="255385"/>
                  </a:lnTo>
                  <a:lnTo>
                    <a:pt x="130673" y="255214"/>
                  </a:lnTo>
                  <a:lnTo>
                    <a:pt x="130839" y="254947"/>
                  </a:lnTo>
                  <a:lnTo>
                    <a:pt x="130993" y="255056"/>
                  </a:lnTo>
                  <a:lnTo>
                    <a:pt x="131400" y="255294"/>
                  </a:lnTo>
                  <a:lnTo>
                    <a:pt x="131560" y="255312"/>
                  </a:lnTo>
                  <a:lnTo>
                    <a:pt x="131533" y="255040"/>
                  </a:lnTo>
                  <a:lnTo>
                    <a:pt x="132111" y="255226"/>
                  </a:lnTo>
                  <a:lnTo>
                    <a:pt x="132304" y="255227"/>
                  </a:lnTo>
                  <a:lnTo>
                    <a:pt x="132555" y="254944"/>
                  </a:lnTo>
                  <a:lnTo>
                    <a:pt x="132918" y="254532"/>
                  </a:lnTo>
                  <a:lnTo>
                    <a:pt x="132932" y="254250"/>
                  </a:lnTo>
                  <a:lnTo>
                    <a:pt x="132990" y="253982"/>
                  </a:lnTo>
                  <a:lnTo>
                    <a:pt x="133012" y="253682"/>
                  </a:lnTo>
                  <a:lnTo>
                    <a:pt x="132882" y="253397"/>
                  </a:lnTo>
                  <a:lnTo>
                    <a:pt x="133014" y="253075"/>
                  </a:lnTo>
                  <a:lnTo>
                    <a:pt x="133054" y="252937"/>
                  </a:lnTo>
                  <a:lnTo>
                    <a:pt x="133084" y="252529"/>
                  </a:lnTo>
                  <a:lnTo>
                    <a:pt x="133245" y="252246"/>
                  </a:lnTo>
                  <a:lnTo>
                    <a:pt x="133555" y="252081"/>
                  </a:lnTo>
                  <a:lnTo>
                    <a:pt x="133687" y="251970"/>
                  </a:lnTo>
                  <a:lnTo>
                    <a:pt x="134012" y="251827"/>
                  </a:lnTo>
                  <a:lnTo>
                    <a:pt x="134574" y="251420"/>
                  </a:lnTo>
                  <a:lnTo>
                    <a:pt x="134730" y="251151"/>
                  </a:lnTo>
                  <a:lnTo>
                    <a:pt x="135248" y="250619"/>
                  </a:lnTo>
                  <a:lnTo>
                    <a:pt x="135376" y="250575"/>
                  </a:lnTo>
                  <a:lnTo>
                    <a:pt x="135471" y="250299"/>
                  </a:lnTo>
                  <a:lnTo>
                    <a:pt x="135657" y="250103"/>
                  </a:lnTo>
                  <a:lnTo>
                    <a:pt x="135751" y="249951"/>
                  </a:lnTo>
                  <a:lnTo>
                    <a:pt x="135839" y="249697"/>
                  </a:lnTo>
                  <a:lnTo>
                    <a:pt x="135974" y="249590"/>
                  </a:lnTo>
                  <a:lnTo>
                    <a:pt x="136166" y="249519"/>
                  </a:lnTo>
                  <a:lnTo>
                    <a:pt x="136362" y="249453"/>
                  </a:lnTo>
                  <a:lnTo>
                    <a:pt x="136726" y="249288"/>
                  </a:lnTo>
                  <a:lnTo>
                    <a:pt x="137072" y="249339"/>
                  </a:lnTo>
                  <a:lnTo>
                    <a:pt x="137239" y="249231"/>
                  </a:lnTo>
                  <a:lnTo>
                    <a:pt x="137385" y="249060"/>
                  </a:lnTo>
                  <a:lnTo>
                    <a:pt x="137601" y="248951"/>
                  </a:lnTo>
                  <a:lnTo>
                    <a:pt x="137785" y="248858"/>
                  </a:lnTo>
                  <a:lnTo>
                    <a:pt x="138127" y="249006"/>
                  </a:lnTo>
                  <a:lnTo>
                    <a:pt x="138419" y="249316"/>
                  </a:lnTo>
                  <a:lnTo>
                    <a:pt x="138680" y="249411"/>
                  </a:lnTo>
                  <a:lnTo>
                    <a:pt x="138957" y="249210"/>
                  </a:lnTo>
                  <a:lnTo>
                    <a:pt x="139208" y="248819"/>
                  </a:lnTo>
                  <a:lnTo>
                    <a:pt x="139446" y="248566"/>
                  </a:lnTo>
                  <a:lnTo>
                    <a:pt x="139671" y="248362"/>
                  </a:lnTo>
                  <a:lnTo>
                    <a:pt x="139929" y="247919"/>
                  </a:lnTo>
                  <a:lnTo>
                    <a:pt x="140310" y="247273"/>
                  </a:lnTo>
                  <a:lnTo>
                    <a:pt x="140551" y="246996"/>
                  </a:lnTo>
                  <a:lnTo>
                    <a:pt x="140576" y="246823"/>
                  </a:lnTo>
                  <a:lnTo>
                    <a:pt x="140884" y="246562"/>
                  </a:lnTo>
                  <a:lnTo>
                    <a:pt x="141050" y="246583"/>
                  </a:lnTo>
                  <a:lnTo>
                    <a:pt x="141313" y="246579"/>
                  </a:lnTo>
                  <a:lnTo>
                    <a:pt x="141610" y="246481"/>
                  </a:lnTo>
                  <a:lnTo>
                    <a:pt x="141753" y="246181"/>
                  </a:lnTo>
                  <a:lnTo>
                    <a:pt x="141934" y="245718"/>
                  </a:lnTo>
                  <a:lnTo>
                    <a:pt x="142396" y="245225"/>
                  </a:lnTo>
                  <a:lnTo>
                    <a:pt x="142605" y="244933"/>
                  </a:lnTo>
                  <a:lnTo>
                    <a:pt x="142732" y="244586"/>
                  </a:lnTo>
                  <a:lnTo>
                    <a:pt x="142755" y="244339"/>
                  </a:lnTo>
                  <a:lnTo>
                    <a:pt x="142582" y="243904"/>
                  </a:lnTo>
                  <a:lnTo>
                    <a:pt x="142678" y="243608"/>
                  </a:lnTo>
                  <a:lnTo>
                    <a:pt x="142477" y="243275"/>
                  </a:lnTo>
                  <a:lnTo>
                    <a:pt x="142291" y="243151"/>
                  </a:lnTo>
                  <a:lnTo>
                    <a:pt x="142239" y="242974"/>
                  </a:lnTo>
                  <a:lnTo>
                    <a:pt x="142301" y="242624"/>
                  </a:lnTo>
                  <a:lnTo>
                    <a:pt x="142321" y="242417"/>
                  </a:lnTo>
                  <a:lnTo>
                    <a:pt x="142386" y="241846"/>
                  </a:lnTo>
                  <a:lnTo>
                    <a:pt x="142562" y="241689"/>
                  </a:lnTo>
                  <a:lnTo>
                    <a:pt x="142697" y="241654"/>
                  </a:lnTo>
                  <a:lnTo>
                    <a:pt x="143078" y="241693"/>
                  </a:lnTo>
                  <a:lnTo>
                    <a:pt x="143228" y="241609"/>
                  </a:lnTo>
                  <a:lnTo>
                    <a:pt x="143095" y="241160"/>
                  </a:lnTo>
                  <a:lnTo>
                    <a:pt x="142948" y="241088"/>
                  </a:lnTo>
                  <a:lnTo>
                    <a:pt x="142919" y="240874"/>
                  </a:lnTo>
                  <a:lnTo>
                    <a:pt x="142959" y="240510"/>
                  </a:lnTo>
                  <a:lnTo>
                    <a:pt x="143108" y="240405"/>
                  </a:lnTo>
                  <a:lnTo>
                    <a:pt x="143458" y="240320"/>
                  </a:lnTo>
                  <a:lnTo>
                    <a:pt x="143966" y="240636"/>
                  </a:lnTo>
                  <a:lnTo>
                    <a:pt x="144138" y="240544"/>
                  </a:lnTo>
                  <a:lnTo>
                    <a:pt x="144437" y="240042"/>
                  </a:lnTo>
                  <a:lnTo>
                    <a:pt x="144639" y="239918"/>
                  </a:lnTo>
                  <a:lnTo>
                    <a:pt x="144815" y="239770"/>
                  </a:lnTo>
                  <a:lnTo>
                    <a:pt x="144972" y="239553"/>
                  </a:lnTo>
                  <a:lnTo>
                    <a:pt x="145088" y="239397"/>
                  </a:lnTo>
                  <a:lnTo>
                    <a:pt x="145448" y="239194"/>
                  </a:lnTo>
                  <a:lnTo>
                    <a:pt x="145672" y="239032"/>
                  </a:lnTo>
                  <a:lnTo>
                    <a:pt x="145878" y="238845"/>
                  </a:lnTo>
                  <a:lnTo>
                    <a:pt x="146044" y="238686"/>
                  </a:lnTo>
                  <a:lnTo>
                    <a:pt x="146443" y="238253"/>
                  </a:lnTo>
                  <a:lnTo>
                    <a:pt x="146460" y="238018"/>
                  </a:lnTo>
                  <a:lnTo>
                    <a:pt x="146451" y="237590"/>
                  </a:lnTo>
                  <a:lnTo>
                    <a:pt x="146333" y="236933"/>
                  </a:lnTo>
                  <a:lnTo>
                    <a:pt x="146356" y="236603"/>
                  </a:lnTo>
                  <a:lnTo>
                    <a:pt x="146854" y="236394"/>
                  </a:lnTo>
                  <a:lnTo>
                    <a:pt x="147286" y="236304"/>
                  </a:lnTo>
                  <a:lnTo>
                    <a:pt x="147353" y="236162"/>
                  </a:lnTo>
                  <a:lnTo>
                    <a:pt x="147502" y="236000"/>
                  </a:lnTo>
                  <a:lnTo>
                    <a:pt x="147642" y="236065"/>
                  </a:lnTo>
                  <a:lnTo>
                    <a:pt x="147886" y="236299"/>
                  </a:lnTo>
                  <a:lnTo>
                    <a:pt x="148276" y="236545"/>
                  </a:lnTo>
                  <a:lnTo>
                    <a:pt x="148315" y="236235"/>
                  </a:lnTo>
                  <a:lnTo>
                    <a:pt x="148312" y="236030"/>
                  </a:lnTo>
                  <a:lnTo>
                    <a:pt x="148322" y="235687"/>
                  </a:lnTo>
                  <a:lnTo>
                    <a:pt x="148227" y="235339"/>
                  </a:lnTo>
                  <a:lnTo>
                    <a:pt x="148276" y="235057"/>
                  </a:lnTo>
                  <a:lnTo>
                    <a:pt x="148387" y="234799"/>
                  </a:lnTo>
                  <a:lnTo>
                    <a:pt x="148476" y="234649"/>
                  </a:lnTo>
                  <a:lnTo>
                    <a:pt x="148524" y="234386"/>
                  </a:lnTo>
                  <a:lnTo>
                    <a:pt x="148418" y="234248"/>
                  </a:lnTo>
                  <a:lnTo>
                    <a:pt x="148348" y="233570"/>
                  </a:lnTo>
                  <a:lnTo>
                    <a:pt x="148281" y="233403"/>
                  </a:lnTo>
                  <a:lnTo>
                    <a:pt x="148516" y="232929"/>
                  </a:lnTo>
                  <a:lnTo>
                    <a:pt x="148634" y="232643"/>
                  </a:lnTo>
                  <a:lnTo>
                    <a:pt x="148600" y="232479"/>
                  </a:lnTo>
                  <a:lnTo>
                    <a:pt x="148449" y="232412"/>
                  </a:lnTo>
                  <a:lnTo>
                    <a:pt x="148273" y="232272"/>
                  </a:lnTo>
                  <a:lnTo>
                    <a:pt x="148218" y="232111"/>
                  </a:lnTo>
                  <a:lnTo>
                    <a:pt x="148264" y="231820"/>
                  </a:lnTo>
                  <a:lnTo>
                    <a:pt x="148289" y="231600"/>
                  </a:lnTo>
                  <a:lnTo>
                    <a:pt x="148240" y="231214"/>
                  </a:lnTo>
                  <a:lnTo>
                    <a:pt x="148255" y="230926"/>
                  </a:lnTo>
                  <a:lnTo>
                    <a:pt x="148132" y="230689"/>
                  </a:lnTo>
                  <a:lnTo>
                    <a:pt x="148112" y="230283"/>
                  </a:lnTo>
                  <a:lnTo>
                    <a:pt x="147987" y="230121"/>
                  </a:lnTo>
                  <a:lnTo>
                    <a:pt x="147927" y="229965"/>
                  </a:lnTo>
                  <a:lnTo>
                    <a:pt x="147932" y="229740"/>
                  </a:lnTo>
                  <a:lnTo>
                    <a:pt x="147812" y="229255"/>
                  </a:lnTo>
                  <a:lnTo>
                    <a:pt x="147418" y="229452"/>
                  </a:lnTo>
                  <a:lnTo>
                    <a:pt x="147282" y="229317"/>
                  </a:lnTo>
                  <a:lnTo>
                    <a:pt x="147126" y="228934"/>
                  </a:lnTo>
                  <a:lnTo>
                    <a:pt x="147214" y="228397"/>
                  </a:lnTo>
                  <a:lnTo>
                    <a:pt x="146937" y="228376"/>
                  </a:lnTo>
                  <a:lnTo>
                    <a:pt x="147222" y="227850"/>
                  </a:lnTo>
                  <a:lnTo>
                    <a:pt x="147386" y="227925"/>
                  </a:lnTo>
                  <a:lnTo>
                    <a:pt x="147686" y="228137"/>
                  </a:lnTo>
                  <a:lnTo>
                    <a:pt x="147867" y="228266"/>
                  </a:lnTo>
                  <a:lnTo>
                    <a:pt x="148286" y="228073"/>
                  </a:lnTo>
                  <a:lnTo>
                    <a:pt x="148439" y="227870"/>
                  </a:lnTo>
                  <a:lnTo>
                    <a:pt x="148496" y="227739"/>
                  </a:lnTo>
                  <a:lnTo>
                    <a:pt x="148521" y="227483"/>
                  </a:lnTo>
                  <a:lnTo>
                    <a:pt x="148264" y="227166"/>
                  </a:lnTo>
                  <a:lnTo>
                    <a:pt x="148135" y="227158"/>
                  </a:lnTo>
                  <a:lnTo>
                    <a:pt x="147965" y="227583"/>
                  </a:lnTo>
                  <a:lnTo>
                    <a:pt x="147720" y="227802"/>
                  </a:lnTo>
                  <a:lnTo>
                    <a:pt x="147539" y="227608"/>
                  </a:lnTo>
                  <a:lnTo>
                    <a:pt x="147335" y="227640"/>
                  </a:lnTo>
                  <a:lnTo>
                    <a:pt x="147188" y="227678"/>
                  </a:lnTo>
                  <a:lnTo>
                    <a:pt x="146918" y="227418"/>
                  </a:lnTo>
                  <a:lnTo>
                    <a:pt x="146917" y="227245"/>
                  </a:lnTo>
                  <a:lnTo>
                    <a:pt x="146718" y="227014"/>
                  </a:lnTo>
                  <a:lnTo>
                    <a:pt x="146482" y="226979"/>
                  </a:lnTo>
                  <a:lnTo>
                    <a:pt x="146499" y="226834"/>
                  </a:lnTo>
                  <a:lnTo>
                    <a:pt x="146647" y="226523"/>
                  </a:lnTo>
                  <a:lnTo>
                    <a:pt x="147316" y="226295"/>
                  </a:lnTo>
                  <a:lnTo>
                    <a:pt x="147913" y="226062"/>
                  </a:lnTo>
                  <a:lnTo>
                    <a:pt x="148193" y="225928"/>
                  </a:lnTo>
                  <a:lnTo>
                    <a:pt x="148687" y="225724"/>
                  </a:lnTo>
                  <a:lnTo>
                    <a:pt x="148852" y="225378"/>
                  </a:lnTo>
                  <a:lnTo>
                    <a:pt x="149448" y="224974"/>
                  </a:lnTo>
                  <a:lnTo>
                    <a:pt x="149616" y="224898"/>
                  </a:lnTo>
                  <a:lnTo>
                    <a:pt x="149793" y="224713"/>
                  </a:lnTo>
                  <a:lnTo>
                    <a:pt x="149156" y="224399"/>
                  </a:lnTo>
                  <a:lnTo>
                    <a:pt x="148869" y="224087"/>
                  </a:lnTo>
                  <a:lnTo>
                    <a:pt x="148747" y="223960"/>
                  </a:lnTo>
                  <a:lnTo>
                    <a:pt x="148396" y="223646"/>
                  </a:lnTo>
                  <a:lnTo>
                    <a:pt x="148107" y="223350"/>
                  </a:lnTo>
                  <a:lnTo>
                    <a:pt x="147963" y="223181"/>
                  </a:lnTo>
                  <a:lnTo>
                    <a:pt x="147863" y="222972"/>
                  </a:lnTo>
                  <a:lnTo>
                    <a:pt x="147875" y="222781"/>
                  </a:lnTo>
                  <a:lnTo>
                    <a:pt x="148291" y="222566"/>
                  </a:lnTo>
                  <a:lnTo>
                    <a:pt x="148375" y="222434"/>
                  </a:lnTo>
                  <a:lnTo>
                    <a:pt x="148156" y="221972"/>
                  </a:lnTo>
                  <a:lnTo>
                    <a:pt x="148027" y="221877"/>
                  </a:lnTo>
                  <a:lnTo>
                    <a:pt x="147711" y="221315"/>
                  </a:lnTo>
                  <a:lnTo>
                    <a:pt x="147909" y="220772"/>
                  </a:lnTo>
                  <a:lnTo>
                    <a:pt x="147942" y="220494"/>
                  </a:lnTo>
                  <a:lnTo>
                    <a:pt x="147824" y="220123"/>
                  </a:lnTo>
                  <a:lnTo>
                    <a:pt x="148190" y="219876"/>
                  </a:lnTo>
                  <a:lnTo>
                    <a:pt x="148655" y="219479"/>
                  </a:lnTo>
                  <a:lnTo>
                    <a:pt x="148791" y="219329"/>
                  </a:lnTo>
                  <a:lnTo>
                    <a:pt x="149096" y="219130"/>
                  </a:lnTo>
                  <a:lnTo>
                    <a:pt x="149304" y="219096"/>
                  </a:lnTo>
                  <a:lnTo>
                    <a:pt x="149578" y="218747"/>
                  </a:lnTo>
                  <a:lnTo>
                    <a:pt x="149929" y="218709"/>
                  </a:lnTo>
                  <a:lnTo>
                    <a:pt x="150160" y="218237"/>
                  </a:lnTo>
                  <a:lnTo>
                    <a:pt x="150346" y="218152"/>
                  </a:lnTo>
                  <a:lnTo>
                    <a:pt x="150716" y="218032"/>
                  </a:lnTo>
                  <a:lnTo>
                    <a:pt x="150797" y="218276"/>
                  </a:lnTo>
                  <a:lnTo>
                    <a:pt x="151014" y="218398"/>
                  </a:lnTo>
                  <a:lnTo>
                    <a:pt x="151456" y="218587"/>
                  </a:lnTo>
                  <a:lnTo>
                    <a:pt x="151995" y="218560"/>
                  </a:lnTo>
                  <a:lnTo>
                    <a:pt x="151994" y="218931"/>
                  </a:lnTo>
                  <a:lnTo>
                    <a:pt x="152010" y="219218"/>
                  </a:lnTo>
                  <a:lnTo>
                    <a:pt x="152390" y="219369"/>
                  </a:lnTo>
                  <a:lnTo>
                    <a:pt x="152793" y="219416"/>
                  </a:lnTo>
                  <a:lnTo>
                    <a:pt x="152838" y="219278"/>
                  </a:lnTo>
                  <a:lnTo>
                    <a:pt x="153263" y="219329"/>
                  </a:lnTo>
                  <a:lnTo>
                    <a:pt x="153423" y="219328"/>
                  </a:lnTo>
                  <a:lnTo>
                    <a:pt x="153632" y="219361"/>
                  </a:lnTo>
                  <a:lnTo>
                    <a:pt x="153624" y="219579"/>
                  </a:lnTo>
                  <a:lnTo>
                    <a:pt x="153647" y="219800"/>
                  </a:lnTo>
                  <a:lnTo>
                    <a:pt x="153864" y="220094"/>
                  </a:lnTo>
                  <a:lnTo>
                    <a:pt x="154389" y="220295"/>
                  </a:lnTo>
                  <a:lnTo>
                    <a:pt x="154637" y="220463"/>
                  </a:lnTo>
                  <a:lnTo>
                    <a:pt x="155005" y="220255"/>
                  </a:lnTo>
                  <a:lnTo>
                    <a:pt x="155198" y="220026"/>
                  </a:lnTo>
                  <a:lnTo>
                    <a:pt x="155517" y="219784"/>
                  </a:lnTo>
                  <a:lnTo>
                    <a:pt x="155764" y="219607"/>
                  </a:lnTo>
                  <a:lnTo>
                    <a:pt x="156048" y="219640"/>
                  </a:lnTo>
                  <a:lnTo>
                    <a:pt x="156237" y="219814"/>
                  </a:lnTo>
                  <a:lnTo>
                    <a:pt x="156377" y="219813"/>
                  </a:lnTo>
                  <a:lnTo>
                    <a:pt x="156679" y="220090"/>
                  </a:lnTo>
                  <a:lnTo>
                    <a:pt x="156901" y="220150"/>
                  </a:lnTo>
                  <a:lnTo>
                    <a:pt x="157320" y="220383"/>
                  </a:lnTo>
                  <a:lnTo>
                    <a:pt x="157563" y="220453"/>
                  </a:lnTo>
                  <a:lnTo>
                    <a:pt x="157738" y="220405"/>
                  </a:lnTo>
                  <a:lnTo>
                    <a:pt x="157929" y="220357"/>
                  </a:lnTo>
                  <a:lnTo>
                    <a:pt x="158068" y="220392"/>
                  </a:lnTo>
                  <a:lnTo>
                    <a:pt x="158215" y="220432"/>
                  </a:lnTo>
                  <a:lnTo>
                    <a:pt x="159311" y="220741"/>
                  </a:lnTo>
                  <a:lnTo>
                    <a:pt x="159631" y="220951"/>
                  </a:lnTo>
                  <a:lnTo>
                    <a:pt x="159938" y="220969"/>
                  </a:lnTo>
                  <a:lnTo>
                    <a:pt x="160432" y="220540"/>
                  </a:lnTo>
                  <a:lnTo>
                    <a:pt x="160853" y="220757"/>
                  </a:lnTo>
                  <a:lnTo>
                    <a:pt x="161065" y="220580"/>
                  </a:lnTo>
                  <a:lnTo>
                    <a:pt x="161240" y="221071"/>
                  </a:lnTo>
                  <a:lnTo>
                    <a:pt x="161581" y="220807"/>
                  </a:lnTo>
                  <a:lnTo>
                    <a:pt x="161629" y="220620"/>
                  </a:lnTo>
                  <a:lnTo>
                    <a:pt x="161717" y="220430"/>
                  </a:lnTo>
                  <a:lnTo>
                    <a:pt x="161767" y="220288"/>
                  </a:lnTo>
                  <a:lnTo>
                    <a:pt x="161865" y="219895"/>
                  </a:lnTo>
                  <a:lnTo>
                    <a:pt x="161892" y="219729"/>
                  </a:lnTo>
                  <a:lnTo>
                    <a:pt x="161904" y="219487"/>
                  </a:lnTo>
                  <a:lnTo>
                    <a:pt x="161821" y="219349"/>
                  </a:lnTo>
                  <a:lnTo>
                    <a:pt x="161828" y="219106"/>
                  </a:lnTo>
                  <a:lnTo>
                    <a:pt x="162037" y="218763"/>
                  </a:lnTo>
                  <a:lnTo>
                    <a:pt x="162389" y="218943"/>
                  </a:lnTo>
                  <a:lnTo>
                    <a:pt x="162692" y="218896"/>
                  </a:lnTo>
                  <a:lnTo>
                    <a:pt x="162938" y="218720"/>
                  </a:lnTo>
                  <a:lnTo>
                    <a:pt x="163264" y="218674"/>
                  </a:lnTo>
                  <a:lnTo>
                    <a:pt x="163412" y="218555"/>
                  </a:lnTo>
                  <a:lnTo>
                    <a:pt x="163734" y="218316"/>
                  </a:lnTo>
                  <a:lnTo>
                    <a:pt x="163880" y="218087"/>
                  </a:lnTo>
                  <a:lnTo>
                    <a:pt x="164099" y="217773"/>
                  </a:lnTo>
                  <a:lnTo>
                    <a:pt x="164420" y="217690"/>
                  </a:lnTo>
                  <a:lnTo>
                    <a:pt x="164670" y="217576"/>
                  </a:lnTo>
                  <a:lnTo>
                    <a:pt x="165038" y="217437"/>
                  </a:lnTo>
                  <a:lnTo>
                    <a:pt x="165187" y="217503"/>
                  </a:lnTo>
                  <a:lnTo>
                    <a:pt x="165371" y="217683"/>
                  </a:lnTo>
                  <a:lnTo>
                    <a:pt x="165502" y="217715"/>
                  </a:lnTo>
                  <a:lnTo>
                    <a:pt x="165674" y="217795"/>
                  </a:lnTo>
                  <a:lnTo>
                    <a:pt x="165677" y="217937"/>
                  </a:lnTo>
                  <a:lnTo>
                    <a:pt x="165733" y="218159"/>
                  </a:lnTo>
                  <a:lnTo>
                    <a:pt x="165898" y="218473"/>
                  </a:lnTo>
                  <a:lnTo>
                    <a:pt x="166160" y="218372"/>
                  </a:lnTo>
                  <a:lnTo>
                    <a:pt x="166640" y="218264"/>
                  </a:lnTo>
                  <a:lnTo>
                    <a:pt x="166858" y="218182"/>
                  </a:lnTo>
                  <a:lnTo>
                    <a:pt x="166998" y="218158"/>
                  </a:lnTo>
                  <a:lnTo>
                    <a:pt x="167393" y="217734"/>
                  </a:lnTo>
                  <a:lnTo>
                    <a:pt x="167533" y="217709"/>
                  </a:lnTo>
                  <a:lnTo>
                    <a:pt x="167794" y="217715"/>
                  </a:lnTo>
                  <a:lnTo>
                    <a:pt x="167997" y="217325"/>
                  </a:lnTo>
                  <a:lnTo>
                    <a:pt x="167970" y="217116"/>
                  </a:lnTo>
                  <a:lnTo>
                    <a:pt x="167518" y="216908"/>
                  </a:lnTo>
                  <a:lnTo>
                    <a:pt x="166830" y="216921"/>
                  </a:lnTo>
                  <a:lnTo>
                    <a:pt x="166625" y="216579"/>
                  </a:lnTo>
                  <a:lnTo>
                    <a:pt x="166353" y="216324"/>
                  </a:lnTo>
                  <a:lnTo>
                    <a:pt x="166016" y="215332"/>
                  </a:lnTo>
                  <a:lnTo>
                    <a:pt x="166017" y="214958"/>
                  </a:lnTo>
                  <a:lnTo>
                    <a:pt x="165915" y="214671"/>
                  </a:lnTo>
                  <a:lnTo>
                    <a:pt x="165832" y="214497"/>
                  </a:lnTo>
                  <a:lnTo>
                    <a:pt x="165473" y="214234"/>
                  </a:lnTo>
                  <a:lnTo>
                    <a:pt x="165472" y="213880"/>
                  </a:lnTo>
                  <a:lnTo>
                    <a:pt x="165410" y="213491"/>
                  </a:lnTo>
                  <a:lnTo>
                    <a:pt x="165416" y="213070"/>
                  </a:lnTo>
                  <a:lnTo>
                    <a:pt x="165093" y="212531"/>
                  </a:lnTo>
                  <a:lnTo>
                    <a:pt x="165260" y="212191"/>
                  </a:lnTo>
                  <a:lnTo>
                    <a:pt x="165291" y="212026"/>
                  </a:lnTo>
                  <a:lnTo>
                    <a:pt x="165452" y="211638"/>
                  </a:lnTo>
                  <a:lnTo>
                    <a:pt x="165408" y="211355"/>
                  </a:lnTo>
                  <a:lnTo>
                    <a:pt x="165294" y="211160"/>
                  </a:lnTo>
                  <a:lnTo>
                    <a:pt x="165125" y="210568"/>
                  </a:lnTo>
                  <a:lnTo>
                    <a:pt x="165174" y="210361"/>
                  </a:lnTo>
                  <a:lnTo>
                    <a:pt x="164468" y="210492"/>
                  </a:lnTo>
                  <a:lnTo>
                    <a:pt x="164033" y="210977"/>
                  </a:lnTo>
                  <a:lnTo>
                    <a:pt x="163842" y="211059"/>
                  </a:lnTo>
                  <a:lnTo>
                    <a:pt x="163571" y="211284"/>
                  </a:lnTo>
                  <a:lnTo>
                    <a:pt x="163421" y="211348"/>
                  </a:lnTo>
                  <a:lnTo>
                    <a:pt x="163242" y="211387"/>
                  </a:lnTo>
                  <a:lnTo>
                    <a:pt x="162878" y="211397"/>
                  </a:lnTo>
                  <a:lnTo>
                    <a:pt x="162557" y="210787"/>
                  </a:lnTo>
                  <a:lnTo>
                    <a:pt x="162529" y="210639"/>
                  </a:lnTo>
                  <a:lnTo>
                    <a:pt x="161929" y="210691"/>
                  </a:lnTo>
                  <a:lnTo>
                    <a:pt x="161757" y="210340"/>
                  </a:lnTo>
                  <a:lnTo>
                    <a:pt x="161635" y="209939"/>
                  </a:lnTo>
                  <a:lnTo>
                    <a:pt x="161850" y="209566"/>
                  </a:lnTo>
                  <a:lnTo>
                    <a:pt x="162004" y="209042"/>
                  </a:lnTo>
                  <a:lnTo>
                    <a:pt x="162156" y="208932"/>
                  </a:lnTo>
                  <a:lnTo>
                    <a:pt x="162748" y="208575"/>
                  </a:lnTo>
                  <a:lnTo>
                    <a:pt x="162644" y="208247"/>
                  </a:lnTo>
                  <a:lnTo>
                    <a:pt x="162037" y="207527"/>
                  </a:lnTo>
                  <a:lnTo>
                    <a:pt x="161876" y="207409"/>
                  </a:lnTo>
                  <a:lnTo>
                    <a:pt x="161649" y="207174"/>
                  </a:lnTo>
                  <a:lnTo>
                    <a:pt x="161721" y="206951"/>
                  </a:lnTo>
                  <a:lnTo>
                    <a:pt x="162310" y="206846"/>
                  </a:lnTo>
                  <a:lnTo>
                    <a:pt x="162667" y="206776"/>
                  </a:lnTo>
                  <a:lnTo>
                    <a:pt x="162986" y="206682"/>
                  </a:lnTo>
                  <a:lnTo>
                    <a:pt x="163567" y="206770"/>
                  </a:lnTo>
                  <a:lnTo>
                    <a:pt x="163750" y="206690"/>
                  </a:lnTo>
                  <a:lnTo>
                    <a:pt x="163761" y="206539"/>
                  </a:lnTo>
                  <a:lnTo>
                    <a:pt x="164000" y="206617"/>
                  </a:lnTo>
                  <a:lnTo>
                    <a:pt x="164235" y="206601"/>
                  </a:lnTo>
                  <a:lnTo>
                    <a:pt x="164838" y="206251"/>
                  </a:lnTo>
                  <a:lnTo>
                    <a:pt x="164982" y="206008"/>
                  </a:lnTo>
                  <a:lnTo>
                    <a:pt x="164984" y="205688"/>
                  </a:lnTo>
                  <a:lnTo>
                    <a:pt x="165285" y="205118"/>
                  </a:lnTo>
                  <a:lnTo>
                    <a:pt x="166201" y="204503"/>
                  </a:lnTo>
                  <a:lnTo>
                    <a:pt x="166402" y="204198"/>
                  </a:lnTo>
                  <a:lnTo>
                    <a:pt x="166862" y="203874"/>
                  </a:lnTo>
                  <a:lnTo>
                    <a:pt x="167223" y="203890"/>
                  </a:lnTo>
                  <a:lnTo>
                    <a:pt x="167496" y="203560"/>
                  </a:lnTo>
                  <a:lnTo>
                    <a:pt x="167631" y="203841"/>
                  </a:lnTo>
                  <a:lnTo>
                    <a:pt x="167701" y="204063"/>
                  </a:lnTo>
                  <a:lnTo>
                    <a:pt x="167808" y="204298"/>
                  </a:lnTo>
                  <a:lnTo>
                    <a:pt x="167868" y="204581"/>
                  </a:lnTo>
                  <a:lnTo>
                    <a:pt x="167883" y="204860"/>
                  </a:lnTo>
                  <a:lnTo>
                    <a:pt x="167984" y="205141"/>
                  </a:lnTo>
                  <a:lnTo>
                    <a:pt x="168110" y="205306"/>
                  </a:lnTo>
                  <a:lnTo>
                    <a:pt x="168267" y="205545"/>
                  </a:lnTo>
                  <a:lnTo>
                    <a:pt x="168592" y="205608"/>
                  </a:lnTo>
                  <a:lnTo>
                    <a:pt x="168789" y="205571"/>
                  </a:lnTo>
                  <a:lnTo>
                    <a:pt x="169169" y="205390"/>
                  </a:lnTo>
                  <a:lnTo>
                    <a:pt x="169583" y="205163"/>
                  </a:lnTo>
                  <a:lnTo>
                    <a:pt x="169576" y="204903"/>
                  </a:lnTo>
                  <a:lnTo>
                    <a:pt x="169584" y="204550"/>
                  </a:lnTo>
                  <a:lnTo>
                    <a:pt x="169750" y="204313"/>
                  </a:lnTo>
                  <a:lnTo>
                    <a:pt x="169914" y="204209"/>
                  </a:lnTo>
                  <a:lnTo>
                    <a:pt x="170048" y="204149"/>
                  </a:lnTo>
                  <a:lnTo>
                    <a:pt x="170535" y="203260"/>
                  </a:lnTo>
                  <a:lnTo>
                    <a:pt x="170709" y="203138"/>
                  </a:lnTo>
                  <a:lnTo>
                    <a:pt x="170917" y="203085"/>
                  </a:lnTo>
                  <a:lnTo>
                    <a:pt x="171142" y="202901"/>
                  </a:lnTo>
                  <a:lnTo>
                    <a:pt x="171151" y="202709"/>
                  </a:lnTo>
                  <a:lnTo>
                    <a:pt x="171189" y="202507"/>
                  </a:lnTo>
                  <a:lnTo>
                    <a:pt x="171323" y="202235"/>
                  </a:lnTo>
                  <a:lnTo>
                    <a:pt x="171174" y="201975"/>
                  </a:lnTo>
                  <a:lnTo>
                    <a:pt x="171027" y="201319"/>
                  </a:lnTo>
                  <a:lnTo>
                    <a:pt x="170898" y="200713"/>
                  </a:lnTo>
                  <a:lnTo>
                    <a:pt x="171016" y="200412"/>
                  </a:lnTo>
                  <a:lnTo>
                    <a:pt x="171042" y="200191"/>
                  </a:lnTo>
                  <a:lnTo>
                    <a:pt x="170948" y="199935"/>
                  </a:lnTo>
                  <a:lnTo>
                    <a:pt x="171031" y="199790"/>
                  </a:lnTo>
                  <a:lnTo>
                    <a:pt x="171627" y="199858"/>
                  </a:lnTo>
                  <a:lnTo>
                    <a:pt x="171903" y="199978"/>
                  </a:lnTo>
                  <a:lnTo>
                    <a:pt x="172120" y="199933"/>
                  </a:lnTo>
                  <a:lnTo>
                    <a:pt x="172272" y="199839"/>
                  </a:lnTo>
                  <a:lnTo>
                    <a:pt x="172464" y="199821"/>
                  </a:lnTo>
                  <a:lnTo>
                    <a:pt x="172817" y="199639"/>
                  </a:lnTo>
                  <a:lnTo>
                    <a:pt x="172869" y="199475"/>
                  </a:lnTo>
                  <a:lnTo>
                    <a:pt x="172835" y="199277"/>
                  </a:lnTo>
                  <a:lnTo>
                    <a:pt x="172898" y="199130"/>
                  </a:lnTo>
                  <a:lnTo>
                    <a:pt x="173292" y="198700"/>
                  </a:lnTo>
                  <a:lnTo>
                    <a:pt x="173402" y="198430"/>
                  </a:lnTo>
                  <a:lnTo>
                    <a:pt x="173456" y="198245"/>
                  </a:lnTo>
                  <a:lnTo>
                    <a:pt x="173506" y="198109"/>
                  </a:lnTo>
                  <a:lnTo>
                    <a:pt x="173663" y="197891"/>
                  </a:lnTo>
                  <a:lnTo>
                    <a:pt x="173708" y="197733"/>
                  </a:lnTo>
                  <a:lnTo>
                    <a:pt x="173969" y="197483"/>
                  </a:lnTo>
                  <a:lnTo>
                    <a:pt x="174234" y="197405"/>
                  </a:lnTo>
                  <a:lnTo>
                    <a:pt x="174606" y="197511"/>
                  </a:lnTo>
                  <a:lnTo>
                    <a:pt x="174751" y="197413"/>
                  </a:lnTo>
                  <a:lnTo>
                    <a:pt x="174775" y="197142"/>
                  </a:lnTo>
                  <a:lnTo>
                    <a:pt x="174612" y="196588"/>
                  </a:lnTo>
                  <a:lnTo>
                    <a:pt x="174613" y="196273"/>
                  </a:lnTo>
                  <a:lnTo>
                    <a:pt x="174563" y="196058"/>
                  </a:lnTo>
                  <a:lnTo>
                    <a:pt x="174391" y="196045"/>
                  </a:lnTo>
                  <a:lnTo>
                    <a:pt x="174250" y="196088"/>
                  </a:lnTo>
                  <a:lnTo>
                    <a:pt x="174089" y="196054"/>
                  </a:lnTo>
                  <a:lnTo>
                    <a:pt x="174025" y="195863"/>
                  </a:lnTo>
                  <a:lnTo>
                    <a:pt x="173934" y="195379"/>
                  </a:lnTo>
                  <a:lnTo>
                    <a:pt x="173973" y="195043"/>
                  </a:lnTo>
                  <a:lnTo>
                    <a:pt x="173984" y="194893"/>
                  </a:lnTo>
                  <a:lnTo>
                    <a:pt x="173923" y="194677"/>
                  </a:lnTo>
                  <a:lnTo>
                    <a:pt x="173762" y="194279"/>
                  </a:lnTo>
                  <a:lnTo>
                    <a:pt x="173913" y="194065"/>
                  </a:lnTo>
                  <a:lnTo>
                    <a:pt x="174199" y="193630"/>
                  </a:lnTo>
                  <a:lnTo>
                    <a:pt x="174342" y="193574"/>
                  </a:lnTo>
                  <a:lnTo>
                    <a:pt x="174526" y="193383"/>
                  </a:lnTo>
                  <a:lnTo>
                    <a:pt x="174841" y="192847"/>
                  </a:lnTo>
                  <a:lnTo>
                    <a:pt x="175042" y="192328"/>
                  </a:lnTo>
                  <a:lnTo>
                    <a:pt x="175188" y="191981"/>
                  </a:lnTo>
                  <a:lnTo>
                    <a:pt x="175032" y="191928"/>
                  </a:lnTo>
                  <a:lnTo>
                    <a:pt x="174880" y="191801"/>
                  </a:lnTo>
                  <a:lnTo>
                    <a:pt x="174795" y="191539"/>
                  </a:lnTo>
                  <a:lnTo>
                    <a:pt x="175101" y="191498"/>
                  </a:lnTo>
                  <a:lnTo>
                    <a:pt x="175412" y="190778"/>
                  </a:lnTo>
                  <a:lnTo>
                    <a:pt x="175475" y="190567"/>
                  </a:lnTo>
                  <a:lnTo>
                    <a:pt x="175758" y="190393"/>
                  </a:lnTo>
                  <a:lnTo>
                    <a:pt x="176087" y="190174"/>
                  </a:lnTo>
                  <a:lnTo>
                    <a:pt x="176143" y="189995"/>
                  </a:lnTo>
                  <a:lnTo>
                    <a:pt x="176276" y="189812"/>
                  </a:lnTo>
                  <a:lnTo>
                    <a:pt x="176443" y="189727"/>
                  </a:lnTo>
                  <a:lnTo>
                    <a:pt x="176597" y="189665"/>
                  </a:lnTo>
                  <a:lnTo>
                    <a:pt x="176820" y="189503"/>
                  </a:lnTo>
                  <a:lnTo>
                    <a:pt x="176758" y="189288"/>
                  </a:lnTo>
                  <a:lnTo>
                    <a:pt x="176906" y="188911"/>
                  </a:lnTo>
                  <a:lnTo>
                    <a:pt x="176683" y="188615"/>
                  </a:lnTo>
                  <a:lnTo>
                    <a:pt x="176651" y="188230"/>
                  </a:lnTo>
                  <a:lnTo>
                    <a:pt x="176840" y="187857"/>
                  </a:lnTo>
                  <a:lnTo>
                    <a:pt x="176809" y="187212"/>
                  </a:lnTo>
                  <a:lnTo>
                    <a:pt x="176651" y="186915"/>
                  </a:lnTo>
                  <a:lnTo>
                    <a:pt x="176612" y="186574"/>
                  </a:lnTo>
                  <a:lnTo>
                    <a:pt x="176565" y="186388"/>
                  </a:lnTo>
                  <a:lnTo>
                    <a:pt x="176793" y="186046"/>
                  </a:lnTo>
                  <a:lnTo>
                    <a:pt x="176890" y="185914"/>
                  </a:lnTo>
                  <a:lnTo>
                    <a:pt x="176964" y="185651"/>
                  </a:lnTo>
                  <a:lnTo>
                    <a:pt x="177191" y="185400"/>
                  </a:lnTo>
                  <a:lnTo>
                    <a:pt x="177510" y="185412"/>
                  </a:lnTo>
                  <a:lnTo>
                    <a:pt x="177326" y="185236"/>
                  </a:lnTo>
                  <a:lnTo>
                    <a:pt x="177126" y="185133"/>
                  </a:lnTo>
                  <a:lnTo>
                    <a:pt x="177184" y="184914"/>
                  </a:lnTo>
                  <a:lnTo>
                    <a:pt x="177007" y="184880"/>
                  </a:lnTo>
                  <a:lnTo>
                    <a:pt x="176696" y="185060"/>
                  </a:lnTo>
                  <a:lnTo>
                    <a:pt x="176518" y="184899"/>
                  </a:lnTo>
                  <a:lnTo>
                    <a:pt x="176520" y="184676"/>
                  </a:lnTo>
                  <a:lnTo>
                    <a:pt x="176429" y="184453"/>
                  </a:lnTo>
                  <a:lnTo>
                    <a:pt x="176641" y="184352"/>
                  </a:lnTo>
                  <a:lnTo>
                    <a:pt x="176889" y="184103"/>
                  </a:lnTo>
                  <a:lnTo>
                    <a:pt x="177339" y="184180"/>
                  </a:lnTo>
                  <a:lnTo>
                    <a:pt x="177607" y="184190"/>
                  </a:lnTo>
                  <a:lnTo>
                    <a:pt x="177638" y="184058"/>
                  </a:lnTo>
                  <a:lnTo>
                    <a:pt x="177563" y="183801"/>
                  </a:lnTo>
                  <a:lnTo>
                    <a:pt x="177375" y="183912"/>
                  </a:lnTo>
                  <a:lnTo>
                    <a:pt x="177241" y="184050"/>
                  </a:lnTo>
                  <a:lnTo>
                    <a:pt x="177126" y="183952"/>
                  </a:lnTo>
                  <a:lnTo>
                    <a:pt x="177164" y="183594"/>
                  </a:lnTo>
                  <a:lnTo>
                    <a:pt x="177178" y="183440"/>
                  </a:lnTo>
                  <a:lnTo>
                    <a:pt x="177784" y="183222"/>
                  </a:lnTo>
                  <a:lnTo>
                    <a:pt x="177837" y="183091"/>
                  </a:lnTo>
                  <a:lnTo>
                    <a:pt x="178019" y="182851"/>
                  </a:lnTo>
                  <a:lnTo>
                    <a:pt x="178731" y="182907"/>
                  </a:lnTo>
                  <a:lnTo>
                    <a:pt x="179085" y="182984"/>
                  </a:lnTo>
                  <a:lnTo>
                    <a:pt x="179310" y="183117"/>
                  </a:lnTo>
                  <a:lnTo>
                    <a:pt x="179552" y="183302"/>
                  </a:lnTo>
                  <a:lnTo>
                    <a:pt x="179718" y="183134"/>
                  </a:lnTo>
                  <a:lnTo>
                    <a:pt x="179847" y="182970"/>
                  </a:lnTo>
                  <a:lnTo>
                    <a:pt x="180025" y="182470"/>
                  </a:lnTo>
                  <a:lnTo>
                    <a:pt x="180270" y="182420"/>
                  </a:lnTo>
                  <a:lnTo>
                    <a:pt x="180617" y="182503"/>
                  </a:lnTo>
                  <a:lnTo>
                    <a:pt x="181134" y="182545"/>
                  </a:lnTo>
                  <a:lnTo>
                    <a:pt x="181751" y="182421"/>
                  </a:lnTo>
                  <a:lnTo>
                    <a:pt x="182030" y="182079"/>
                  </a:lnTo>
                  <a:lnTo>
                    <a:pt x="182531" y="182033"/>
                  </a:lnTo>
                  <a:lnTo>
                    <a:pt x="182840" y="18231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7092165" y="1747028"/>
              <a:ext cx="182879" cy="183162"/>
            </a:xfrm>
            <a:custGeom>
              <a:avLst/>
              <a:pathLst>
                <a:path w="182879" h="183162">
                  <a:moveTo>
                    <a:pt x="182879" y="182880"/>
                  </a:moveTo>
                  <a:lnTo>
                    <a:pt x="182799" y="183146"/>
                  </a:lnTo>
                  <a:lnTo>
                    <a:pt x="182563" y="183162"/>
                  </a:lnTo>
                  <a:lnTo>
                    <a:pt x="182517" y="183032"/>
                  </a:lnTo>
                  <a:lnTo>
                    <a:pt x="182680" y="18295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7095897" y="1745647"/>
              <a:ext cx="183557" cy="183459"/>
            </a:xfrm>
            <a:custGeom>
              <a:avLst/>
              <a:pathLst>
                <a:path w="183557" h="183459">
                  <a:moveTo>
                    <a:pt x="182879" y="182880"/>
                  </a:moveTo>
                  <a:lnTo>
                    <a:pt x="182698" y="183345"/>
                  </a:lnTo>
                  <a:lnTo>
                    <a:pt x="182402" y="183459"/>
                  </a:lnTo>
                  <a:lnTo>
                    <a:pt x="182405" y="183321"/>
                  </a:lnTo>
                  <a:lnTo>
                    <a:pt x="182480" y="183120"/>
                  </a:lnTo>
                  <a:lnTo>
                    <a:pt x="182542" y="182993"/>
                  </a:lnTo>
                  <a:lnTo>
                    <a:pt x="182843" y="182759"/>
                  </a:lnTo>
                  <a:lnTo>
                    <a:pt x="183110" y="182626"/>
                  </a:lnTo>
                  <a:lnTo>
                    <a:pt x="183372" y="182273"/>
                  </a:lnTo>
                  <a:lnTo>
                    <a:pt x="183557" y="182584"/>
                  </a:lnTo>
                  <a:lnTo>
                    <a:pt x="183268" y="182937"/>
                  </a:lnTo>
                  <a:lnTo>
                    <a:pt x="183108" y="18281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7091855" y="1745156"/>
              <a:ext cx="183026" cy="183630"/>
            </a:xfrm>
            <a:custGeom>
              <a:avLst/>
              <a:pathLst>
                <a:path w="183026" h="183630">
                  <a:moveTo>
                    <a:pt x="182879" y="182880"/>
                  </a:moveTo>
                  <a:lnTo>
                    <a:pt x="182899" y="183014"/>
                  </a:lnTo>
                  <a:lnTo>
                    <a:pt x="183026" y="183431"/>
                  </a:lnTo>
                  <a:lnTo>
                    <a:pt x="182624" y="183630"/>
                  </a:lnTo>
                  <a:lnTo>
                    <a:pt x="182645" y="18335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7089416" y="1745344"/>
              <a:ext cx="183913" cy="183149"/>
            </a:xfrm>
            <a:custGeom>
              <a:avLst/>
              <a:pathLst>
                <a:path w="183913" h="183149">
                  <a:moveTo>
                    <a:pt x="182879" y="182880"/>
                  </a:moveTo>
                  <a:lnTo>
                    <a:pt x="183293" y="182839"/>
                  </a:lnTo>
                  <a:lnTo>
                    <a:pt x="183455" y="182773"/>
                  </a:lnTo>
                  <a:lnTo>
                    <a:pt x="183759" y="182411"/>
                  </a:lnTo>
                  <a:lnTo>
                    <a:pt x="183913" y="182358"/>
                  </a:lnTo>
                  <a:lnTo>
                    <a:pt x="183784" y="182742"/>
                  </a:lnTo>
                  <a:lnTo>
                    <a:pt x="183158" y="183110"/>
                  </a:lnTo>
                  <a:lnTo>
                    <a:pt x="182860" y="18314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7091233" y="1744127"/>
              <a:ext cx="183260" cy="182934"/>
            </a:xfrm>
            <a:custGeom>
              <a:avLst/>
              <a:pathLst>
                <a:path w="183260" h="182934">
                  <a:moveTo>
                    <a:pt x="182879" y="182880"/>
                  </a:moveTo>
                  <a:lnTo>
                    <a:pt x="183260" y="182620"/>
                  </a:lnTo>
                  <a:lnTo>
                    <a:pt x="183142" y="182775"/>
                  </a:lnTo>
                  <a:lnTo>
                    <a:pt x="183010" y="18293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7100550" y="1739466"/>
              <a:ext cx="183326" cy="183178"/>
            </a:xfrm>
            <a:custGeom>
              <a:avLst/>
              <a:pathLst>
                <a:path w="183326" h="183178">
                  <a:moveTo>
                    <a:pt x="182879" y="182880"/>
                  </a:moveTo>
                  <a:lnTo>
                    <a:pt x="183326" y="182772"/>
                  </a:lnTo>
                  <a:lnTo>
                    <a:pt x="183227" y="183132"/>
                  </a:lnTo>
                  <a:lnTo>
                    <a:pt x="182788" y="18317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7102585" y="1736868"/>
              <a:ext cx="182958" cy="183531"/>
            </a:xfrm>
            <a:custGeom>
              <a:avLst/>
              <a:pathLst>
                <a:path w="182958" h="183531">
                  <a:moveTo>
                    <a:pt x="182879" y="182880"/>
                  </a:moveTo>
                  <a:lnTo>
                    <a:pt x="182958" y="183189"/>
                  </a:lnTo>
                  <a:lnTo>
                    <a:pt x="182881" y="183531"/>
                  </a:lnTo>
                  <a:lnTo>
                    <a:pt x="182573" y="183381"/>
                  </a:lnTo>
                  <a:lnTo>
                    <a:pt x="182511" y="183225"/>
                  </a:lnTo>
                  <a:lnTo>
                    <a:pt x="182540" y="18297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7101687" y="173653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7101309" y="1736489"/>
              <a:ext cx="182879" cy="183063"/>
            </a:xfrm>
            <a:custGeom>
              <a:avLst/>
              <a:pathLst>
                <a:path w="182879" h="183063">
                  <a:moveTo>
                    <a:pt x="182879" y="182880"/>
                  </a:moveTo>
                  <a:lnTo>
                    <a:pt x="182546" y="183063"/>
                  </a:lnTo>
                  <a:lnTo>
                    <a:pt x="182586" y="18291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7101478" y="1733506"/>
              <a:ext cx="182879" cy="183473"/>
            </a:xfrm>
            <a:custGeom>
              <a:avLst/>
              <a:pathLst>
                <a:path w="182879" h="183473">
                  <a:moveTo>
                    <a:pt x="182879" y="182880"/>
                  </a:moveTo>
                  <a:lnTo>
                    <a:pt x="182721" y="183323"/>
                  </a:lnTo>
                  <a:lnTo>
                    <a:pt x="182530" y="183473"/>
                  </a:lnTo>
                  <a:lnTo>
                    <a:pt x="182440" y="18344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7102621" y="1733161"/>
              <a:ext cx="182879" cy="183091"/>
            </a:xfrm>
            <a:custGeom>
              <a:avLst/>
              <a:pathLst>
                <a:path w="182879" h="183091">
                  <a:moveTo>
                    <a:pt x="182879" y="182880"/>
                  </a:moveTo>
                  <a:lnTo>
                    <a:pt x="182688" y="183091"/>
                  </a:lnTo>
                  <a:lnTo>
                    <a:pt x="182476" y="182927"/>
                  </a:lnTo>
                  <a:lnTo>
                    <a:pt x="182653" y="18283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7102700" y="1732640"/>
              <a:ext cx="182960" cy="183233"/>
            </a:xfrm>
            <a:custGeom>
              <a:avLst/>
              <a:pathLst>
                <a:path w="182960" h="183233">
                  <a:moveTo>
                    <a:pt x="182879" y="182880"/>
                  </a:moveTo>
                  <a:lnTo>
                    <a:pt x="182960" y="183233"/>
                  </a:lnTo>
                  <a:lnTo>
                    <a:pt x="182821" y="18312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7102004" y="1731426"/>
              <a:ext cx="182879" cy="183059"/>
            </a:xfrm>
            <a:custGeom>
              <a:avLst/>
              <a:pathLst>
                <a:path w="182879" h="183059">
                  <a:moveTo>
                    <a:pt x="182879" y="182880"/>
                  </a:moveTo>
                  <a:lnTo>
                    <a:pt x="182467" y="18305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7102443" y="1731681"/>
              <a:ext cx="183079" cy="182993"/>
            </a:xfrm>
            <a:custGeom>
              <a:avLst/>
              <a:pathLst>
                <a:path w="183079" h="182993">
                  <a:moveTo>
                    <a:pt x="182879" y="182880"/>
                  </a:moveTo>
                  <a:lnTo>
                    <a:pt x="182752" y="182535"/>
                  </a:lnTo>
                  <a:lnTo>
                    <a:pt x="183079" y="18299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7101347" y="1731065"/>
              <a:ext cx="183501" cy="183079"/>
            </a:xfrm>
            <a:custGeom>
              <a:avLst/>
              <a:pathLst>
                <a:path w="183501" h="183079">
                  <a:moveTo>
                    <a:pt x="182879" y="182880"/>
                  </a:moveTo>
                  <a:lnTo>
                    <a:pt x="183287" y="182758"/>
                  </a:lnTo>
                  <a:lnTo>
                    <a:pt x="183444" y="182830"/>
                  </a:lnTo>
                  <a:lnTo>
                    <a:pt x="183501" y="183014"/>
                  </a:lnTo>
                  <a:lnTo>
                    <a:pt x="183256" y="18307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7101708" y="1730737"/>
              <a:ext cx="183072" cy="183010"/>
            </a:xfrm>
            <a:custGeom>
              <a:avLst/>
              <a:pathLst>
                <a:path w="183072" h="183010">
                  <a:moveTo>
                    <a:pt x="182879" y="182880"/>
                  </a:moveTo>
                  <a:lnTo>
                    <a:pt x="182155" y="183010"/>
                  </a:lnTo>
                  <a:lnTo>
                    <a:pt x="181891" y="182880"/>
                  </a:lnTo>
                  <a:lnTo>
                    <a:pt x="181955" y="182685"/>
                  </a:lnTo>
                  <a:lnTo>
                    <a:pt x="182180" y="182729"/>
                  </a:lnTo>
                  <a:lnTo>
                    <a:pt x="182455" y="182807"/>
                  </a:lnTo>
                  <a:lnTo>
                    <a:pt x="182690" y="182815"/>
                  </a:lnTo>
                  <a:lnTo>
                    <a:pt x="182836" y="182809"/>
                  </a:lnTo>
                  <a:lnTo>
                    <a:pt x="183072" y="18278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7101192" y="172948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94" y="182846"/>
                  </a:lnTo>
                  <a:lnTo>
                    <a:pt x="181809" y="182571"/>
                  </a:lnTo>
                  <a:lnTo>
                    <a:pt x="181698" y="182017"/>
                  </a:lnTo>
                  <a:lnTo>
                    <a:pt x="181545" y="181459"/>
                  </a:lnTo>
                  <a:lnTo>
                    <a:pt x="181983" y="181383"/>
                  </a:lnTo>
                  <a:lnTo>
                    <a:pt x="182203" y="181518"/>
                  </a:lnTo>
                  <a:lnTo>
                    <a:pt x="182466" y="18169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7107718" y="1723222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7107133" y="1723170"/>
              <a:ext cx="183442" cy="182880"/>
            </a:xfrm>
            <a:custGeom>
              <a:avLst/>
              <a:pathLst>
                <a:path w="183442" h="182880">
                  <a:moveTo>
                    <a:pt x="182879" y="182880"/>
                  </a:moveTo>
                  <a:lnTo>
                    <a:pt x="182995" y="182702"/>
                  </a:lnTo>
                  <a:lnTo>
                    <a:pt x="183276" y="182443"/>
                  </a:lnTo>
                  <a:lnTo>
                    <a:pt x="183442" y="182474"/>
                  </a:lnTo>
                  <a:lnTo>
                    <a:pt x="183269" y="182731"/>
                  </a:lnTo>
                  <a:lnTo>
                    <a:pt x="183093" y="18286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7106804" y="1719475"/>
              <a:ext cx="183262" cy="183136"/>
            </a:xfrm>
            <a:custGeom>
              <a:avLst/>
              <a:pathLst>
                <a:path w="183262" h="183136">
                  <a:moveTo>
                    <a:pt x="182879" y="182880"/>
                  </a:moveTo>
                  <a:lnTo>
                    <a:pt x="182724" y="183124"/>
                  </a:lnTo>
                  <a:lnTo>
                    <a:pt x="182474" y="183136"/>
                  </a:lnTo>
                  <a:lnTo>
                    <a:pt x="182298" y="182928"/>
                  </a:lnTo>
                  <a:lnTo>
                    <a:pt x="182196" y="182752"/>
                  </a:lnTo>
                  <a:lnTo>
                    <a:pt x="181633" y="182591"/>
                  </a:lnTo>
                  <a:lnTo>
                    <a:pt x="181605" y="182385"/>
                  </a:lnTo>
                  <a:lnTo>
                    <a:pt x="181696" y="182036"/>
                  </a:lnTo>
                  <a:lnTo>
                    <a:pt x="181924" y="182082"/>
                  </a:lnTo>
                  <a:lnTo>
                    <a:pt x="182160" y="182314"/>
                  </a:lnTo>
                  <a:lnTo>
                    <a:pt x="182011" y="182493"/>
                  </a:lnTo>
                  <a:lnTo>
                    <a:pt x="182672" y="182705"/>
                  </a:lnTo>
                  <a:lnTo>
                    <a:pt x="182822" y="182451"/>
                  </a:lnTo>
                  <a:lnTo>
                    <a:pt x="183082" y="182207"/>
                  </a:lnTo>
                  <a:lnTo>
                    <a:pt x="183262" y="181978"/>
                  </a:lnTo>
                  <a:lnTo>
                    <a:pt x="183213" y="182276"/>
                  </a:lnTo>
                  <a:lnTo>
                    <a:pt x="182984" y="18243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7109420" y="1717233"/>
              <a:ext cx="183487" cy="183454"/>
            </a:xfrm>
            <a:custGeom>
              <a:avLst/>
              <a:pathLst>
                <a:path w="183487" h="183454">
                  <a:moveTo>
                    <a:pt x="182879" y="182880"/>
                  </a:moveTo>
                  <a:lnTo>
                    <a:pt x="183144" y="183042"/>
                  </a:lnTo>
                  <a:lnTo>
                    <a:pt x="183184" y="183248"/>
                  </a:lnTo>
                  <a:lnTo>
                    <a:pt x="182784" y="183454"/>
                  </a:lnTo>
                  <a:lnTo>
                    <a:pt x="182732" y="183202"/>
                  </a:lnTo>
                  <a:lnTo>
                    <a:pt x="182223" y="183228"/>
                  </a:lnTo>
                  <a:lnTo>
                    <a:pt x="182424" y="183014"/>
                  </a:lnTo>
                  <a:lnTo>
                    <a:pt x="182571" y="182744"/>
                  </a:lnTo>
                  <a:lnTo>
                    <a:pt x="182234" y="182559"/>
                  </a:lnTo>
                  <a:lnTo>
                    <a:pt x="182496" y="182319"/>
                  </a:lnTo>
                  <a:lnTo>
                    <a:pt x="182803" y="182458"/>
                  </a:lnTo>
                  <a:lnTo>
                    <a:pt x="183147" y="182383"/>
                  </a:lnTo>
                  <a:lnTo>
                    <a:pt x="183487" y="182285"/>
                  </a:lnTo>
                  <a:lnTo>
                    <a:pt x="183436" y="182417"/>
                  </a:lnTo>
                  <a:lnTo>
                    <a:pt x="183038" y="18264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7108066" y="1715882"/>
              <a:ext cx="182879" cy="182925"/>
            </a:xfrm>
            <a:custGeom>
              <a:avLst/>
              <a:pathLst>
                <a:path w="182879" h="182925">
                  <a:moveTo>
                    <a:pt x="182879" y="182880"/>
                  </a:moveTo>
                  <a:lnTo>
                    <a:pt x="182563" y="18292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7109371" y="1714540"/>
              <a:ext cx="183236" cy="183913"/>
            </a:xfrm>
            <a:custGeom>
              <a:avLst/>
              <a:pathLst>
                <a:path w="183236" h="183913">
                  <a:moveTo>
                    <a:pt x="182879" y="182880"/>
                  </a:moveTo>
                  <a:lnTo>
                    <a:pt x="182845" y="183540"/>
                  </a:lnTo>
                  <a:lnTo>
                    <a:pt x="182627" y="183714"/>
                  </a:lnTo>
                  <a:lnTo>
                    <a:pt x="182104" y="183913"/>
                  </a:lnTo>
                  <a:lnTo>
                    <a:pt x="182331" y="183705"/>
                  </a:lnTo>
                  <a:lnTo>
                    <a:pt x="182626" y="183041"/>
                  </a:lnTo>
                  <a:lnTo>
                    <a:pt x="182550" y="182593"/>
                  </a:lnTo>
                  <a:lnTo>
                    <a:pt x="182399" y="182472"/>
                  </a:lnTo>
                  <a:lnTo>
                    <a:pt x="182849" y="182217"/>
                  </a:lnTo>
                  <a:lnTo>
                    <a:pt x="183038" y="182249"/>
                  </a:lnTo>
                  <a:lnTo>
                    <a:pt x="183168" y="182437"/>
                  </a:lnTo>
                  <a:lnTo>
                    <a:pt x="183236" y="18283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7102133" y="1710615"/>
              <a:ext cx="184001" cy="183118"/>
            </a:xfrm>
            <a:custGeom>
              <a:avLst/>
              <a:pathLst>
                <a:path w="184001" h="183118">
                  <a:moveTo>
                    <a:pt x="182879" y="182880"/>
                  </a:moveTo>
                  <a:lnTo>
                    <a:pt x="182847" y="183038"/>
                  </a:lnTo>
                  <a:lnTo>
                    <a:pt x="182711" y="183022"/>
                  </a:lnTo>
                  <a:lnTo>
                    <a:pt x="182672" y="182471"/>
                  </a:lnTo>
                  <a:lnTo>
                    <a:pt x="183209" y="182204"/>
                  </a:lnTo>
                  <a:lnTo>
                    <a:pt x="183570" y="182232"/>
                  </a:lnTo>
                  <a:lnTo>
                    <a:pt x="183855" y="182303"/>
                  </a:lnTo>
                  <a:lnTo>
                    <a:pt x="183990" y="182428"/>
                  </a:lnTo>
                  <a:lnTo>
                    <a:pt x="184001" y="182897"/>
                  </a:lnTo>
                  <a:lnTo>
                    <a:pt x="183680" y="183033"/>
                  </a:lnTo>
                  <a:lnTo>
                    <a:pt x="183480" y="183118"/>
                  </a:lnTo>
                  <a:lnTo>
                    <a:pt x="183371" y="182805"/>
                  </a:lnTo>
                  <a:lnTo>
                    <a:pt x="183070" y="182660"/>
                  </a:lnTo>
                  <a:lnTo>
                    <a:pt x="182913" y="18273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7101460" y="1702894"/>
              <a:ext cx="183691" cy="183284"/>
            </a:xfrm>
            <a:custGeom>
              <a:avLst/>
              <a:pathLst>
                <a:path w="183691" h="183284">
                  <a:moveTo>
                    <a:pt x="182879" y="182880"/>
                  </a:moveTo>
                  <a:lnTo>
                    <a:pt x="183187" y="182878"/>
                  </a:lnTo>
                  <a:lnTo>
                    <a:pt x="183342" y="182890"/>
                  </a:lnTo>
                  <a:lnTo>
                    <a:pt x="183691" y="183061"/>
                  </a:lnTo>
                  <a:lnTo>
                    <a:pt x="183393" y="183284"/>
                  </a:lnTo>
                  <a:lnTo>
                    <a:pt x="183211" y="18314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7108350" y="1702032"/>
              <a:ext cx="183043" cy="184298"/>
            </a:xfrm>
            <a:custGeom>
              <a:avLst/>
              <a:pathLst>
                <a:path w="183043" h="184298">
                  <a:moveTo>
                    <a:pt x="182879" y="182880"/>
                  </a:moveTo>
                  <a:lnTo>
                    <a:pt x="182543" y="182945"/>
                  </a:lnTo>
                  <a:lnTo>
                    <a:pt x="182808" y="183236"/>
                  </a:lnTo>
                  <a:lnTo>
                    <a:pt x="183043" y="183353"/>
                  </a:lnTo>
                  <a:lnTo>
                    <a:pt x="182672" y="183623"/>
                  </a:lnTo>
                  <a:lnTo>
                    <a:pt x="182702" y="183844"/>
                  </a:lnTo>
                  <a:lnTo>
                    <a:pt x="182868" y="184157"/>
                  </a:lnTo>
                  <a:lnTo>
                    <a:pt x="182622" y="184298"/>
                  </a:lnTo>
                  <a:lnTo>
                    <a:pt x="182377" y="184289"/>
                  </a:lnTo>
                  <a:lnTo>
                    <a:pt x="182201" y="184177"/>
                  </a:lnTo>
                  <a:lnTo>
                    <a:pt x="182115" y="183757"/>
                  </a:lnTo>
                  <a:lnTo>
                    <a:pt x="181718" y="183840"/>
                  </a:lnTo>
                  <a:lnTo>
                    <a:pt x="181382" y="183441"/>
                  </a:lnTo>
                  <a:lnTo>
                    <a:pt x="181165" y="183094"/>
                  </a:lnTo>
                  <a:lnTo>
                    <a:pt x="181178" y="182302"/>
                  </a:lnTo>
                  <a:lnTo>
                    <a:pt x="181825" y="182281"/>
                  </a:lnTo>
                  <a:lnTo>
                    <a:pt x="181982" y="182322"/>
                  </a:lnTo>
                  <a:lnTo>
                    <a:pt x="182239" y="182240"/>
                  </a:lnTo>
                  <a:lnTo>
                    <a:pt x="182545" y="182378"/>
                  </a:lnTo>
                  <a:lnTo>
                    <a:pt x="182704" y="18249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7103247" y="170202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867" y="18279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7102442" y="1700901"/>
              <a:ext cx="183374" cy="183594"/>
            </a:xfrm>
            <a:custGeom>
              <a:avLst/>
              <a:pathLst>
                <a:path w="183374" h="183594">
                  <a:moveTo>
                    <a:pt x="182879" y="182880"/>
                  </a:moveTo>
                  <a:lnTo>
                    <a:pt x="183147" y="182893"/>
                  </a:lnTo>
                  <a:lnTo>
                    <a:pt x="183284" y="183049"/>
                  </a:lnTo>
                  <a:lnTo>
                    <a:pt x="183374" y="183301"/>
                  </a:lnTo>
                  <a:lnTo>
                    <a:pt x="183207" y="183594"/>
                  </a:lnTo>
                  <a:lnTo>
                    <a:pt x="183014" y="183441"/>
                  </a:lnTo>
                  <a:lnTo>
                    <a:pt x="182857" y="18308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7109732" y="1699673"/>
              <a:ext cx="183488" cy="185173"/>
            </a:xfrm>
            <a:custGeom>
              <a:avLst/>
              <a:pathLst>
                <a:path w="183488" h="185173">
                  <a:moveTo>
                    <a:pt x="182879" y="182880"/>
                  </a:moveTo>
                  <a:lnTo>
                    <a:pt x="182798" y="183066"/>
                  </a:lnTo>
                  <a:lnTo>
                    <a:pt x="182924" y="183572"/>
                  </a:lnTo>
                  <a:lnTo>
                    <a:pt x="183082" y="183597"/>
                  </a:lnTo>
                  <a:lnTo>
                    <a:pt x="183488" y="183746"/>
                  </a:lnTo>
                  <a:lnTo>
                    <a:pt x="183172" y="184554"/>
                  </a:lnTo>
                  <a:lnTo>
                    <a:pt x="182958" y="185098"/>
                  </a:lnTo>
                  <a:lnTo>
                    <a:pt x="182727" y="185173"/>
                  </a:lnTo>
                  <a:lnTo>
                    <a:pt x="182455" y="184935"/>
                  </a:lnTo>
                  <a:lnTo>
                    <a:pt x="182288" y="184944"/>
                  </a:lnTo>
                  <a:lnTo>
                    <a:pt x="181531" y="184874"/>
                  </a:lnTo>
                  <a:lnTo>
                    <a:pt x="181098" y="184256"/>
                  </a:lnTo>
                  <a:lnTo>
                    <a:pt x="180665" y="184059"/>
                  </a:lnTo>
                  <a:lnTo>
                    <a:pt x="180531" y="184001"/>
                  </a:lnTo>
                  <a:lnTo>
                    <a:pt x="180323" y="183962"/>
                  </a:lnTo>
                  <a:lnTo>
                    <a:pt x="179900" y="183924"/>
                  </a:lnTo>
                  <a:lnTo>
                    <a:pt x="179751" y="183963"/>
                  </a:lnTo>
                  <a:lnTo>
                    <a:pt x="179582" y="184046"/>
                  </a:lnTo>
                  <a:lnTo>
                    <a:pt x="179539" y="183913"/>
                  </a:lnTo>
                  <a:lnTo>
                    <a:pt x="179443" y="183344"/>
                  </a:lnTo>
                  <a:lnTo>
                    <a:pt x="179510" y="183215"/>
                  </a:lnTo>
                  <a:lnTo>
                    <a:pt x="179503" y="183039"/>
                  </a:lnTo>
                  <a:lnTo>
                    <a:pt x="179662" y="182480"/>
                  </a:lnTo>
                  <a:lnTo>
                    <a:pt x="180259" y="182350"/>
                  </a:lnTo>
                  <a:lnTo>
                    <a:pt x="180662" y="182454"/>
                  </a:lnTo>
                  <a:lnTo>
                    <a:pt x="180860" y="182714"/>
                  </a:lnTo>
                  <a:lnTo>
                    <a:pt x="181008" y="182768"/>
                  </a:lnTo>
                  <a:lnTo>
                    <a:pt x="181246" y="182834"/>
                  </a:lnTo>
                  <a:lnTo>
                    <a:pt x="181381" y="182863"/>
                  </a:lnTo>
                  <a:lnTo>
                    <a:pt x="181601" y="182862"/>
                  </a:lnTo>
                  <a:lnTo>
                    <a:pt x="181876" y="182827"/>
                  </a:lnTo>
                  <a:lnTo>
                    <a:pt x="182242" y="182771"/>
                  </a:lnTo>
                  <a:lnTo>
                    <a:pt x="182565" y="18272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7109626" y="1698426"/>
              <a:ext cx="183120" cy="183221"/>
            </a:xfrm>
            <a:custGeom>
              <a:avLst/>
              <a:pathLst>
                <a:path w="183120" h="183221">
                  <a:moveTo>
                    <a:pt x="182879" y="182880"/>
                  </a:moveTo>
                  <a:lnTo>
                    <a:pt x="183120" y="183189"/>
                  </a:lnTo>
                  <a:lnTo>
                    <a:pt x="182944" y="183221"/>
                  </a:lnTo>
                  <a:lnTo>
                    <a:pt x="182721" y="183213"/>
                  </a:lnTo>
                  <a:lnTo>
                    <a:pt x="182423" y="18313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7099198" y="1697233"/>
              <a:ext cx="182879" cy="182905"/>
            </a:xfrm>
            <a:custGeom>
              <a:avLst/>
              <a:pathLst>
                <a:path w="182879" h="182905">
                  <a:moveTo>
                    <a:pt x="182879" y="182880"/>
                  </a:moveTo>
                  <a:lnTo>
                    <a:pt x="182614" y="18290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7106722" y="1692568"/>
              <a:ext cx="183208" cy="183666"/>
            </a:xfrm>
            <a:custGeom>
              <a:avLst/>
              <a:pathLst>
                <a:path w="183208" h="183666">
                  <a:moveTo>
                    <a:pt x="182879" y="182880"/>
                  </a:moveTo>
                  <a:lnTo>
                    <a:pt x="182945" y="182724"/>
                  </a:lnTo>
                  <a:lnTo>
                    <a:pt x="182980" y="182513"/>
                  </a:lnTo>
                  <a:lnTo>
                    <a:pt x="183079" y="182299"/>
                  </a:lnTo>
                  <a:lnTo>
                    <a:pt x="183208" y="183274"/>
                  </a:lnTo>
                  <a:lnTo>
                    <a:pt x="182905" y="183666"/>
                  </a:lnTo>
                  <a:lnTo>
                    <a:pt x="182865" y="18339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7098819" y="1684179"/>
              <a:ext cx="182879" cy="182891"/>
            </a:xfrm>
            <a:custGeom>
              <a:avLst/>
              <a:pathLst>
                <a:path w="182879" h="182891">
                  <a:moveTo>
                    <a:pt x="182879" y="182880"/>
                  </a:moveTo>
                  <a:lnTo>
                    <a:pt x="182520" y="182891"/>
                  </a:lnTo>
                  <a:lnTo>
                    <a:pt x="182772" y="18273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7099389" y="1683491"/>
              <a:ext cx="183115" cy="183329"/>
            </a:xfrm>
            <a:custGeom>
              <a:avLst/>
              <a:pathLst>
                <a:path w="183115" h="183329">
                  <a:moveTo>
                    <a:pt x="182879" y="182880"/>
                  </a:moveTo>
                  <a:lnTo>
                    <a:pt x="183115" y="183048"/>
                  </a:lnTo>
                  <a:lnTo>
                    <a:pt x="182412" y="18332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7098676" y="1683065"/>
              <a:ext cx="182996" cy="182880"/>
            </a:xfrm>
            <a:custGeom>
              <a:avLst/>
              <a:pathLst>
                <a:path w="182996" h="182880">
                  <a:moveTo>
                    <a:pt x="182879" y="182880"/>
                  </a:moveTo>
                  <a:lnTo>
                    <a:pt x="182475" y="182709"/>
                  </a:lnTo>
                  <a:lnTo>
                    <a:pt x="181963" y="182435"/>
                  </a:lnTo>
                  <a:lnTo>
                    <a:pt x="182080" y="182307"/>
                  </a:lnTo>
                  <a:lnTo>
                    <a:pt x="182277" y="182281"/>
                  </a:lnTo>
                  <a:lnTo>
                    <a:pt x="182589" y="182477"/>
                  </a:lnTo>
                  <a:lnTo>
                    <a:pt x="182996" y="18263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7098508" y="1682322"/>
              <a:ext cx="182996" cy="182880"/>
            </a:xfrm>
            <a:custGeom>
              <a:avLst/>
              <a:pathLst>
                <a:path w="182996" h="182880">
                  <a:moveTo>
                    <a:pt x="182879" y="182880"/>
                  </a:moveTo>
                  <a:lnTo>
                    <a:pt x="182996" y="18273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7101714" y="168217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7100184" y="1682343"/>
              <a:ext cx="182879" cy="182898"/>
            </a:xfrm>
            <a:custGeom>
              <a:avLst/>
              <a:pathLst>
                <a:path w="182879" h="182898">
                  <a:moveTo>
                    <a:pt x="182879" y="182880"/>
                  </a:moveTo>
                  <a:lnTo>
                    <a:pt x="182745" y="182898"/>
                  </a:lnTo>
                  <a:lnTo>
                    <a:pt x="182456" y="182877"/>
                  </a:lnTo>
                  <a:lnTo>
                    <a:pt x="182572" y="18267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7102308" y="1682089"/>
              <a:ext cx="183567" cy="182880"/>
            </a:xfrm>
            <a:custGeom>
              <a:avLst/>
              <a:pathLst>
                <a:path w="183567" h="182880">
                  <a:moveTo>
                    <a:pt x="182879" y="182880"/>
                  </a:moveTo>
                  <a:lnTo>
                    <a:pt x="182608" y="182827"/>
                  </a:lnTo>
                  <a:lnTo>
                    <a:pt x="182454" y="182617"/>
                  </a:lnTo>
                  <a:lnTo>
                    <a:pt x="182601" y="182513"/>
                  </a:lnTo>
                  <a:lnTo>
                    <a:pt x="183540" y="182379"/>
                  </a:lnTo>
                  <a:lnTo>
                    <a:pt x="183567" y="182512"/>
                  </a:lnTo>
                  <a:lnTo>
                    <a:pt x="183339" y="18279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7104780" y="1679426"/>
              <a:ext cx="183072" cy="182978"/>
            </a:xfrm>
            <a:custGeom>
              <a:avLst/>
              <a:pathLst>
                <a:path w="183072" h="182978">
                  <a:moveTo>
                    <a:pt x="182879" y="182880"/>
                  </a:moveTo>
                  <a:lnTo>
                    <a:pt x="183012" y="182815"/>
                  </a:lnTo>
                  <a:lnTo>
                    <a:pt x="183072" y="18297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7107866" y="1658473"/>
              <a:ext cx="183947" cy="183593"/>
            </a:xfrm>
            <a:custGeom>
              <a:avLst/>
              <a:pathLst>
                <a:path w="183947" h="183593">
                  <a:moveTo>
                    <a:pt x="182879" y="182880"/>
                  </a:moveTo>
                  <a:lnTo>
                    <a:pt x="182807" y="182738"/>
                  </a:lnTo>
                  <a:lnTo>
                    <a:pt x="182948" y="182666"/>
                  </a:lnTo>
                  <a:lnTo>
                    <a:pt x="183203" y="182716"/>
                  </a:lnTo>
                  <a:lnTo>
                    <a:pt x="183478" y="182857"/>
                  </a:lnTo>
                  <a:lnTo>
                    <a:pt x="183730" y="183006"/>
                  </a:lnTo>
                  <a:lnTo>
                    <a:pt x="183947" y="183435"/>
                  </a:lnTo>
                  <a:lnTo>
                    <a:pt x="183694" y="183593"/>
                  </a:lnTo>
                  <a:lnTo>
                    <a:pt x="183533" y="183570"/>
                  </a:lnTo>
                  <a:lnTo>
                    <a:pt x="183213" y="183348"/>
                  </a:lnTo>
                  <a:lnTo>
                    <a:pt x="183063" y="18319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7109403" y="1656807"/>
              <a:ext cx="183055" cy="183198"/>
            </a:xfrm>
            <a:custGeom>
              <a:avLst/>
              <a:pathLst>
                <a:path w="183055" h="183198">
                  <a:moveTo>
                    <a:pt x="182879" y="182880"/>
                  </a:moveTo>
                  <a:lnTo>
                    <a:pt x="183055" y="182972"/>
                  </a:lnTo>
                  <a:lnTo>
                    <a:pt x="182773" y="18319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7100610" y="1635246"/>
              <a:ext cx="182879" cy="182960"/>
            </a:xfrm>
            <a:custGeom>
              <a:avLst/>
              <a:pathLst>
                <a:path w="182879" h="182960">
                  <a:moveTo>
                    <a:pt x="182879" y="182880"/>
                  </a:moveTo>
                  <a:lnTo>
                    <a:pt x="182513" y="182935"/>
                  </a:lnTo>
                  <a:lnTo>
                    <a:pt x="182373" y="18296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7111582" y="1732167"/>
              <a:ext cx="182879" cy="183121"/>
            </a:xfrm>
            <a:custGeom>
              <a:avLst/>
              <a:pathLst>
                <a:path w="182879" h="183121">
                  <a:moveTo>
                    <a:pt x="182879" y="182880"/>
                  </a:moveTo>
                  <a:lnTo>
                    <a:pt x="182484" y="183121"/>
                  </a:lnTo>
                  <a:lnTo>
                    <a:pt x="182711" y="18283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7110709" y="1730351"/>
              <a:ext cx="183762" cy="183076"/>
            </a:xfrm>
            <a:custGeom>
              <a:avLst/>
              <a:pathLst>
                <a:path w="183762" h="183076">
                  <a:moveTo>
                    <a:pt x="182879" y="182880"/>
                  </a:moveTo>
                  <a:lnTo>
                    <a:pt x="182746" y="183049"/>
                  </a:lnTo>
                  <a:lnTo>
                    <a:pt x="182372" y="182923"/>
                  </a:lnTo>
                  <a:lnTo>
                    <a:pt x="182144" y="183076"/>
                  </a:lnTo>
                  <a:lnTo>
                    <a:pt x="182227" y="182920"/>
                  </a:lnTo>
                  <a:lnTo>
                    <a:pt x="182215" y="182676"/>
                  </a:lnTo>
                  <a:lnTo>
                    <a:pt x="182373" y="182534"/>
                  </a:lnTo>
                  <a:lnTo>
                    <a:pt x="182574" y="182373"/>
                  </a:lnTo>
                  <a:lnTo>
                    <a:pt x="183008" y="182289"/>
                  </a:lnTo>
                  <a:lnTo>
                    <a:pt x="183394" y="182267"/>
                  </a:lnTo>
                  <a:lnTo>
                    <a:pt x="183762" y="181780"/>
                  </a:lnTo>
                  <a:lnTo>
                    <a:pt x="183745" y="182075"/>
                  </a:lnTo>
                  <a:lnTo>
                    <a:pt x="183724" y="182231"/>
                  </a:lnTo>
                  <a:lnTo>
                    <a:pt x="183524" y="182525"/>
                  </a:lnTo>
                  <a:lnTo>
                    <a:pt x="183341" y="182646"/>
                  </a:lnTo>
                  <a:lnTo>
                    <a:pt x="183192" y="182663"/>
                  </a:lnTo>
                  <a:lnTo>
                    <a:pt x="183055" y="18270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7111217" y="1727668"/>
              <a:ext cx="183104" cy="183810"/>
            </a:xfrm>
            <a:custGeom>
              <a:avLst/>
              <a:pathLst>
                <a:path w="183104" h="183810">
                  <a:moveTo>
                    <a:pt x="182879" y="182880"/>
                  </a:moveTo>
                  <a:lnTo>
                    <a:pt x="183104" y="182974"/>
                  </a:lnTo>
                  <a:lnTo>
                    <a:pt x="182797" y="183332"/>
                  </a:lnTo>
                  <a:lnTo>
                    <a:pt x="182554" y="183573"/>
                  </a:lnTo>
                  <a:lnTo>
                    <a:pt x="182239" y="183810"/>
                  </a:lnTo>
                  <a:lnTo>
                    <a:pt x="181497" y="183803"/>
                  </a:lnTo>
                  <a:lnTo>
                    <a:pt x="181927" y="183483"/>
                  </a:lnTo>
                  <a:lnTo>
                    <a:pt x="181994" y="183347"/>
                  </a:lnTo>
                  <a:lnTo>
                    <a:pt x="181877" y="183146"/>
                  </a:lnTo>
                  <a:lnTo>
                    <a:pt x="182051" y="182876"/>
                  </a:lnTo>
                  <a:lnTo>
                    <a:pt x="181689" y="182907"/>
                  </a:lnTo>
                  <a:lnTo>
                    <a:pt x="181560" y="182974"/>
                  </a:lnTo>
                  <a:lnTo>
                    <a:pt x="181380" y="183026"/>
                  </a:lnTo>
                  <a:lnTo>
                    <a:pt x="181408" y="182775"/>
                  </a:lnTo>
                  <a:lnTo>
                    <a:pt x="181772" y="182816"/>
                  </a:lnTo>
                  <a:lnTo>
                    <a:pt x="181994" y="182333"/>
                  </a:lnTo>
                  <a:lnTo>
                    <a:pt x="182162" y="182511"/>
                  </a:lnTo>
                  <a:lnTo>
                    <a:pt x="182460" y="18292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7111441" y="1718076"/>
              <a:ext cx="183787" cy="183340"/>
            </a:xfrm>
            <a:custGeom>
              <a:avLst/>
              <a:pathLst>
                <a:path w="183787" h="183340">
                  <a:moveTo>
                    <a:pt x="182879" y="182880"/>
                  </a:moveTo>
                  <a:lnTo>
                    <a:pt x="183067" y="182850"/>
                  </a:lnTo>
                  <a:lnTo>
                    <a:pt x="183525" y="182752"/>
                  </a:lnTo>
                  <a:lnTo>
                    <a:pt x="183787" y="182850"/>
                  </a:lnTo>
                  <a:lnTo>
                    <a:pt x="183523" y="183068"/>
                  </a:lnTo>
                  <a:lnTo>
                    <a:pt x="183222" y="183278"/>
                  </a:lnTo>
                  <a:lnTo>
                    <a:pt x="183005" y="18334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7110307" y="1716478"/>
              <a:ext cx="183472" cy="182954"/>
            </a:xfrm>
            <a:custGeom>
              <a:avLst/>
              <a:pathLst>
                <a:path w="183472" h="182954">
                  <a:moveTo>
                    <a:pt x="182879" y="182880"/>
                  </a:moveTo>
                  <a:lnTo>
                    <a:pt x="183216" y="182547"/>
                  </a:lnTo>
                  <a:lnTo>
                    <a:pt x="183472" y="182658"/>
                  </a:lnTo>
                  <a:lnTo>
                    <a:pt x="183114" y="182852"/>
                  </a:lnTo>
                  <a:lnTo>
                    <a:pt x="182965" y="18295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7111970" y="1704061"/>
              <a:ext cx="183739" cy="182880"/>
            </a:xfrm>
            <a:custGeom>
              <a:avLst/>
              <a:pathLst>
                <a:path w="183739" h="182880">
                  <a:moveTo>
                    <a:pt x="182879" y="182880"/>
                  </a:moveTo>
                  <a:lnTo>
                    <a:pt x="182891" y="182735"/>
                  </a:lnTo>
                  <a:lnTo>
                    <a:pt x="183739" y="182601"/>
                  </a:lnTo>
                  <a:lnTo>
                    <a:pt x="183389" y="18276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7113726" y="1699321"/>
              <a:ext cx="183286" cy="186944"/>
            </a:xfrm>
            <a:custGeom>
              <a:avLst/>
              <a:pathLst>
                <a:path w="183286" h="186944">
                  <a:moveTo>
                    <a:pt x="182879" y="182880"/>
                  </a:moveTo>
                  <a:lnTo>
                    <a:pt x="182850" y="183261"/>
                  </a:lnTo>
                  <a:lnTo>
                    <a:pt x="183068" y="183424"/>
                  </a:lnTo>
                  <a:lnTo>
                    <a:pt x="183155" y="183594"/>
                  </a:lnTo>
                  <a:lnTo>
                    <a:pt x="182971" y="183805"/>
                  </a:lnTo>
                  <a:lnTo>
                    <a:pt x="183180" y="184042"/>
                  </a:lnTo>
                  <a:lnTo>
                    <a:pt x="183286" y="184373"/>
                  </a:lnTo>
                  <a:lnTo>
                    <a:pt x="183246" y="184656"/>
                  </a:lnTo>
                  <a:lnTo>
                    <a:pt x="182901" y="184783"/>
                  </a:lnTo>
                  <a:lnTo>
                    <a:pt x="182636" y="184945"/>
                  </a:lnTo>
                  <a:lnTo>
                    <a:pt x="182341" y="185159"/>
                  </a:lnTo>
                  <a:lnTo>
                    <a:pt x="182530" y="185321"/>
                  </a:lnTo>
                  <a:lnTo>
                    <a:pt x="183106" y="185301"/>
                  </a:lnTo>
                  <a:lnTo>
                    <a:pt x="183132" y="185503"/>
                  </a:lnTo>
                  <a:lnTo>
                    <a:pt x="182574" y="185731"/>
                  </a:lnTo>
                  <a:lnTo>
                    <a:pt x="182425" y="185965"/>
                  </a:lnTo>
                  <a:lnTo>
                    <a:pt x="182456" y="186106"/>
                  </a:lnTo>
                  <a:lnTo>
                    <a:pt x="182389" y="186324"/>
                  </a:lnTo>
                  <a:lnTo>
                    <a:pt x="182258" y="186372"/>
                  </a:lnTo>
                  <a:lnTo>
                    <a:pt x="182252" y="186501"/>
                  </a:lnTo>
                  <a:lnTo>
                    <a:pt x="182316" y="186864"/>
                  </a:lnTo>
                  <a:lnTo>
                    <a:pt x="181877" y="186831"/>
                  </a:lnTo>
                  <a:lnTo>
                    <a:pt x="181490" y="186944"/>
                  </a:lnTo>
                  <a:lnTo>
                    <a:pt x="181325" y="186584"/>
                  </a:lnTo>
                  <a:lnTo>
                    <a:pt x="181066" y="185960"/>
                  </a:lnTo>
                  <a:lnTo>
                    <a:pt x="180501" y="185852"/>
                  </a:lnTo>
                  <a:lnTo>
                    <a:pt x="180351" y="186037"/>
                  </a:lnTo>
                  <a:lnTo>
                    <a:pt x="180076" y="186036"/>
                  </a:lnTo>
                  <a:lnTo>
                    <a:pt x="180339" y="185758"/>
                  </a:lnTo>
                  <a:lnTo>
                    <a:pt x="180116" y="185230"/>
                  </a:lnTo>
                  <a:lnTo>
                    <a:pt x="179684" y="184500"/>
                  </a:lnTo>
                  <a:lnTo>
                    <a:pt x="179763" y="184176"/>
                  </a:lnTo>
                  <a:lnTo>
                    <a:pt x="179665" y="184017"/>
                  </a:lnTo>
                  <a:lnTo>
                    <a:pt x="179394" y="183795"/>
                  </a:lnTo>
                  <a:lnTo>
                    <a:pt x="179196" y="183732"/>
                  </a:lnTo>
                  <a:lnTo>
                    <a:pt x="178832" y="183644"/>
                  </a:lnTo>
                  <a:lnTo>
                    <a:pt x="179033" y="183403"/>
                  </a:lnTo>
                  <a:lnTo>
                    <a:pt x="179066" y="183266"/>
                  </a:lnTo>
                  <a:lnTo>
                    <a:pt x="179209" y="182937"/>
                  </a:lnTo>
                  <a:lnTo>
                    <a:pt x="179612" y="182689"/>
                  </a:lnTo>
                  <a:lnTo>
                    <a:pt x="180184" y="182408"/>
                  </a:lnTo>
                  <a:lnTo>
                    <a:pt x="180478" y="182277"/>
                  </a:lnTo>
                  <a:lnTo>
                    <a:pt x="180703" y="182140"/>
                  </a:lnTo>
                  <a:lnTo>
                    <a:pt x="180969" y="181938"/>
                  </a:lnTo>
                  <a:lnTo>
                    <a:pt x="181089" y="181766"/>
                  </a:lnTo>
                  <a:lnTo>
                    <a:pt x="181218" y="181472"/>
                  </a:lnTo>
                  <a:lnTo>
                    <a:pt x="181574" y="181282"/>
                  </a:lnTo>
                  <a:lnTo>
                    <a:pt x="181787" y="181288"/>
                  </a:lnTo>
                  <a:lnTo>
                    <a:pt x="181919" y="181498"/>
                  </a:lnTo>
                  <a:lnTo>
                    <a:pt x="182005" y="181636"/>
                  </a:lnTo>
                  <a:lnTo>
                    <a:pt x="182126" y="181811"/>
                  </a:lnTo>
                  <a:lnTo>
                    <a:pt x="182277" y="182026"/>
                  </a:lnTo>
                  <a:lnTo>
                    <a:pt x="182425" y="182158"/>
                  </a:lnTo>
                  <a:lnTo>
                    <a:pt x="182735" y="182387"/>
                  </a:lnTo>
                  <a:lnTo>
                    <a:pt x="183016" y="18261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7111031" y="1698444"/>
              <a:ext cx="182879" cy="183120"/>
            </a:xfrm>
            <a:custGeom>
              <a:avLst/>
              <a:pathLst>
                <a:path w="182879" h="183120">
                  <a:moveTo>
                    <a:pt x="182879" y="182880"/>
                  </a:moveTo>
                  <a:lnTo>
                    <a:pt x="182467" y="183070"/>
                  </a:lnTo>
                  <a:lnTo>
                    <a:pt x="182235" y="183120"/>
                  </a:lnTo>
                  <a:lnTo>
                    <a:pt x="182097" y="183039"/>
                  </a:lnTo>
                  <a:lnTo>
                    <a:pt x="182381" y="182866"/>
                  </a:lnTo>
                  <a:lnTo>
                    <a:pt x="182581" y="18284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7113557" y="1698501"/>
              <a:ext cx="183239" cy="182880"/>
            </a:xfrm>
            <a:custGeom>
              <a:avLst/>
              <a:pathLst>
                <a:path w="183239" h="182880">
                  <a:moveTo>
                    <a:pt x="182879" y="182880"/>
                  </a:moveTo>
                  <a:lnTo>
                    <a:pt x="182716" y="182754"/>
                  </a:lnTo>
                  <a:lnTo>
                    <a:pt x="182542" y="182534"/>
                  </a:lnTo>
                  <a:lnTo>
                    <a:pt x="182277" y="182151"/>
                  </a:lnTo>
                  <a:lnTo>
                    <a:pt x="182193" y="181887"/>
                  </a:lnTo>
                  <a:lnTo>
                    <a:pt x="182466" y="181774"/>
                  </a:lnTo>
                  <a:lnTo>
                    <a:pt x="182693" y="181715"/>
                  </a:lnTo>
                  <a:lnTo>
                    <a:pt x="182841" y="182020"/>
                  </a:lnTo>
                  <a:lnTo>
                    <a:pt x="183239" y="18239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7116372" y="1697972"/>
              <a:ext cx="183942" cy="183946"/>
            </a:xfrm>
            <a:custGeom>
              <a:avLst/>
              <a:pathLst>
                <a:path w="183942" h="183946">
                  <a:moveTo>
                    <a:pt x="182879" y="182880"/>
                  </a:moveTo>
                  <a:lnTo>
                    <a:pt x="183127" y="183084"/>
                  </a:lnTo>
                  <a:lnTo>
                    <a:pt x="183316" y="183075"/>
                  </a:lnTo>
                  <a:lnTo>
                    <a:pt x="183532" y="183007"/>
                  </a:lnTo>
                  <a:lnTo>
                    <a:pt x="183732" y="182945"/>
                  </a:lnTo>
                  <a:lnTo>
                    <a:pt x="183942" y="183009"/>
                  </a:lnTo>
                  <a:lnTo>
                    <a:pt x="183677" y="183359"/>
                  </a:lnTo>
                  <a:lnTo>
                    <a:pt x="183521" y="183501"/>
                  </a:lnTo>
                  <a:lnTo>
                    <a:pt x="183324" y="183645"/>
                  </a:lnTo>
                  <a:lnTo>
                    <a:pt x="183032" y="183318"/>
                  </a:lnTo>
                  <a:lnTo>
                    <a:pt x="182759" y="183261"/>
                  </a:lnTo>
                  <a:lnTo>
                    <a:pt x="182630" y="183510"/>
                  </a:lnTo>
                  <a:lnTo>
                    <a:pt x="182671" y="183654"/>
                  </a:lnTo>
                  <a:lnTo>
                    <a:pt x="182545" y="183903"/>
                  </a:lnTo>
                  <a:lnTo>
                    <a:pt x="181762" y="183946"/>
                  </a:lnTo>
                  <a:lnTo>
                    <a:pt x="181845" y="183694"/>
                  </a:lnTo>
                  <a:lnTo>
                    <a:pt x="182070" y="183194"/>
                  </a:lnTo>
                  <a:lnTo>
                    <a:pt x="182307" y="183114"/>
                  </a:lnTo>
                  <a:lnTo>
                    <a:pt x="182669" y="182847"/>
                  </a:lnTo>
                  <a:lnTo>
                    <a:pt x="182397" y="182385"/>
                  </a:lnTo>
                  <a:lnTo>
                    <a:pt x="182516" y="181997"/>
                  </a:lnTo>
                  <a:lnTo>
                    <a:pt x="182521" y="181751"/>
                  </a:lnTo>
                  <a:lnTo>
                    <a:pt x="182666" y="181579"/>
                  </a:lnTo>
                  <a:lnTo>
                    <a:pt x="182984" y="181913"/>
                  </a:lnTo>
                  <a:lnTo>
                    <a:pt x="183198" y="182393"/>
                  </a:lnTo>
                  <a:lnTo>
                    <a:pt x="182831" y="18271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7113351" y="169712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83" y="182875"/>
                  </a:lnTo>
                  <a:lnTo>
                    <a:pt x="182354" y="182854"/>
                  </a:lnTo>
                  <a:lnTo>
                    <a:pt x="182721" y="182220"/>
                  </a:lnTo>
                  <a:lnTo>
                    <a:pt x="182710" y="182385"/>
                  </a:lnTo>
                  <a:lnTo>
                    <a:pt x="182698" y="18255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7114138" y="1695693"/>
              <a:ext cx="183200" cy="183207"/>
            </a:xfrm>
            <a:custGeom>
              <a:avLst/>
              <a:pathLst>
                <a:path w="183200" h="183207">
                  <a:moveTo>
                    <a:pt x="182879" y="182880"/>
                  </a:moveTo>
                  <a:lnTo>
                    <a:pt x="183200" y="182946"/>
                  </a:lnTo>
                  <a:lnTo>
                    <a:pt x="183065" y="18320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7114964" y="1695467"/>
              <a:ext cx="183046" cy="183339"/>
            </a:xfrm>
            <a:custGeom>
              <a:avLst/>
              <a:pathLst>
                <a:path w="183046" h="183339">
                  <a:moveTo>
                    <a:pt x="182879" y="182880"/>
                  </a:moveTo>
                  <a:lnTo>
                    <a:pt x="183046" y="183058"/>
                  </a:lnTo>
                  <a:lnTo>
                    <a:pt x="182887" y="183339"/>
                  </a:lnTo>
                  <a:lnTo>
                    <a:pt x="182660" y="18297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7114093" y="1690528"/>
              <a:ext cx="182879" cy="183418"/>
            </a:xfrm>
            <a:custGeom>
              <a:avLst/>
              <a:pathLst>
                <a:path w="182879" h="183418">
                  <a:moveTo>
                    <a:pt x="182879" y="182880"/>
                  </a:moveTo>
                  <a:lnTo>
                    <a:pt x="182569" y="183194"/>
                  </a:lnTo>
                  <a:lnTo>
                    <a:pt x="182697" y="183261"/>
                  </a:lnTo>
                  <a:lnTo>
                    <a:pt x="182539" y="183418"/>
                  </a:lnTo>
                  <a:lnTo>
                    <a:pt x="182332" y="183145"/>
                  </a:lnTo>
                  <a:lnTo>
                    <a:pt x="182513" y="18294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7114880" y="1687651"/>
              <a:ext cx="183350" cy="183209"/>
            </a:xfrm>
            <a:custGeom>
              <a:avLst/>
              <a:pathLst>
                <a:path w="183350" h="183209">
                  <a:moveTo>
                    <a:pt x="182879" y="182880"/>
                  </a:moveTo>
                  <a:lnTo>
                    <a:pt x="183035" y="182892"/>
                  </a:lnTo>
                  <a:lnTo>
                    <a:pt x="183350" y="183024"/>
                  </a:lnTo>
                  <a:lnTo>
                    <a:pt x="183237" y="183209"/>
                  </a:lnTo>
                  <a:lnTo>
                    <a:pt x="182809" y="18317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7114153" y="1684910"/>
              <a:ext cx="182879" cy="183141"/>
            </a:xfrm>
            <a:custGeom>
              <a:avLst/>
              <a:pathLst>
                <a:path w="182879" h="183141">
                  <a:moveTo>
                    <a:pt x="182879" y="182880"/>
                  </a:moveTo>
                  <a:lnTo>
                    <a:pt x="182842" y="183141"/>
                  </a:lnTo>
                  <a:lnTo>
                    <a:pt x="182695" y="183044"/>
                  </a:lnTo>
                  <a:lnTo>
                    <a:pt x="182685" y="18282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7113991" y="1683631"/>
              <a:ext cx="183265" cy="183217"/>
            </a:xfrm>
            <a:custGeom>
              <a:avLst/>
              <a:pathLst>
                <a:path w="183265" h="183217">
                  <a:moveTo>
                    <a:pt x="182879" y="182880"/>
                  </a:moveTo>
                  <a:lnTo>
                    <a:pt x="182786" y="183217"/>
                  </a:lnTo>
                  <a:lnTo>
                    <a:pt x="182628" y="183030"/>
                  </a:lnTo>
                  <a:lnTo>
                    <a:pt x="182632" y="182863"/>
                  </a:lnTo>
                  <a:lnTo>
                    <a:pt x="183265" y="182920"/>
                  </a:lnTo>
                  <a:lnTo>
                    <a:pt x="183067" y="18286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7115968" y="1678462"/>
              <a:ext cx="182894" cy="183465"/>
            </a:xfrm>
            <a:custGeom>
              <a:avLst/>
              <a:pathLst>
                <a:path w="182894" h="183465">
                  <a:moveTo>
                    <a:pt x="182879" y="182880"/>
                  </a:moveTo>
                  <a:lnTo>
                    <a:pt x="182894" y="183253"/>
                  </a:lnTo>
                  <a:lnTo>
                    <a:pt x="182380" y="183465"/>
                  </a:lnTo>
                  <a:lnTo>
                    <a:pt x="182446" y="18299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7115368" y="1674411"/>
              <a:ext cx="183799" cy="182880"/>
            </a:xfrm>
            <a:custGeom>
              <a:avLst/>
              <a:pathLst>
                <a:path w="183799" h="182880">
                  <a:moveTo>
                    <a:pt x="182879" y="182880"/>
                  </a:moveTo>
                  <a:lnTo>
                    <a:pt x="182762" y="182607"/>
                  </a:lnTo>
                  <a:lnTo>
                    <a:pt x="182776" y="182387"/>
                  </a:lnTo>
                  <a:lnTo>
                    <a:pt x="182793" y="182256"/>
                  </a:lnTo>
                  <a:lnTo>
                    <a:pt x="182700" y="181852"/>
                  </a:lnTo>
                  <a:lnTo>
                    <a:pt x="182623" y="181700"/>
                  </a:lnTo>
                  <a:lnTo>
                    <a:pt x="182672" y="181557"/>
                  </a:lnTo>
                  <a:lnTo>
                    <a:pt x="182858" y="181322"/>
                  </a:lnTo>
                  <a:lnTo>
                    <a:pt x="183172" y="181093"/>
                  </a:lnTo>
                  <a:lnTo>
                    <a:pt x="183579" y="180958"/>
                  </a:lnTo>
                  <a:lnTo>
                    <a:pt x="183799" y="181198"/>
                  </a:lnTo>
                  <a:lnTo>
                    <a:pt x="183635" y="181658"/>
                  </a:lnTo>
                  <a:lnTo>
                    <a:pt x="183305" y="182124"/>
                  </a:lnTo>
                  <a:lnTo>
                    <a:pt x="183104" y="182331"/>
                  </a:lnTo>
                  <a:lnTo>
                    <a:pt x="183152" y="18278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7115006" y="1671844"/>
              <a:ext cx="183866" cy="184025"/>
            </a:xfrm>
            <a:custGeom>
              <a:avLst/>
              <a:pathLst>
                <a:path w="183866" h="184025">
                  <a:moveTo>
                    <a:pt x="182879" y="182880"/>
                  </a:moveTo>
                  <a:lnTo>
                    <a:pt x="182720" y="183082"/>
                  </a:lnTo>
                  <a:lnTo>
                    <a:pt x="182331" y="183395"/>
                  </a:lnTo>
                  <a:lnTo>
                    <a:pt x="179613" y="184025"/>
                  </a:lnTo>
                  <a:lnTo>
                    <a:pt x="179793" y="183760"/>
                  </a:lnTo>
                  <a:lnTo>
                    <a:pt x="180018" y="183431"/>
                  </a:lnTo>
                  <a:lnTo>
                    <a:pt x="180406" y="182878"/>
                  </a:lnTo>
                  <a:lnTo>
                    <a:pt x="180597" y="182811"/>
                  </a:lnTo>
                  <a:lnTo>
                    <a:pt x="181177" y="182194"/>
                  </a:lnTo>
                  <a:lnTo>
                    <a:pt x="181574" y="181762"/>
                  </a:lnTo>
                  <a:lnTo>
                    <a:pt x="181916" y="181497"/>
                  </a:lnTo>
                  <a:lnTo>
                    <a:pt x="182174" y="181327"/>
                  </a:lnTo>
                  <a:lnTo>
                    <a:pt x="182470" y="181169"/>
                  </a:lnTo>
                  <a:lnTo>
                    <a:pt x="182935" y="180955"/>
                  </a:lnTo>
                  <a:lnTo>
                    <a:pt x="183080" y="180900"/>
                  </a:lnTo>
                  <a:lnTo>
                    <a:pt x="183241" y="180839"/>
                  </a:lnTo>
                  <a:lnTo>
                    <a:pt x="183778" y="180909"/>
                  </a:lnTo>
                  <a:lnTo>
                    <a:pt x="183866" y="181125"/>
                  </a:lnTo>
                  <a:lnTo>
                    <a:pt x="183622" y="181664"/>
                  </a:lnTo>
                  <a:lnTo>
                    <a:pt x="183392" y="182045"/>
                  </a:lnTo>
                  <a:lnTo>
                    <a:pt x="183259" y="182135"/>
                  </a:lnTo>
                  <a:lnTo>
                    <a:pt x="182976" y="18270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7115218" y="1667284"/>
              <a:ext cx="183270" cy="182880"/>
            </a:xfrm>
            <a:custGeom>
              <a:avLst/>
              <a:pathLst>
                <a:path w="183270" h="182880">
                  <a:moveTo>
                    <a:pt x="182879" y="182880"/>
                  </a:moveTo>
                  <a:lnTo>
                    <a:pt x="182845" y="182652"/>
                  </a:lnTo>
                  <a:lnTo>
                    <a:pt x="182828" y="182479"/>
                  </a:lnTo>
                  <a:lnTo>
                    <a:pt x="182997" y="182344"/>
                  </a:lnTo>
                  <a:lnTo>
                    <a:pt x="183270" y="182555"/>
                  </a:lnTo>
                  <a:lnTo>
                    <a:pt x="183162" y="18278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7114690" y="1666492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23" y="18286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7114928" y="1666554"/>
              <a:ext cx="183267" cy="182915"/>
            </a:xfrm>
            <a:custGeom>
              <a:avLst/>
              <a:pathLst>
                <a:path w="183267" h="182915">
                  <a:moveTo>
                    <a:pt x="182879" y="182880"/>
                  </a:moveTo>
                  <a:lnTo>
                    <a:pt x="183267" y="182627"/>
                  </a:lnTo>
                  <a:lnTo>
                    <a:pt x="183267" y="182758"/>
                  </a:lnTo>
                  <a:lnTo>
                    <a:pt x="183122" y="18291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7115127" y="1665606"/>
              <a:ext cx="183222" cy="183499"/>
            </a:xfrm>
            <a:custGeom>
              <a:avLst/>
              <a:pathLst>
                <a:path w="183222" h="183499">
                  <a:moveTo>
                    <a:pt x="182879" y="182880"/>
                  </a:moveTo>
                  <a:lnTo>
                    <a:pt x="183169" y="183031"/>
                  </a:lnTo>
                  <a:lnTo>
                    <a:pt x="183222" y="183465"/>
                  </a:lnTo>
                  <a:lnTo>
                    <a:pt x="183038" y="183499"/>
                  </a:lnTo>
                  <a:lnTo>
                    <a:pt x="182903" y="183476"/>
                  </a:lnTo>
                  <a:lnTo>
                    <a:pt x="182621" y="18314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7112904" y="1666643"/>
              <a:ext cx="184690" cy="182880"/>
            </a:xfrm>
            <a:custGeom>
              <a:avLst/>
              <a:pathLst>
                <a:path w="184690" h="182880">
                  <a:moveTo>
                    <a:pt x="182879" y="182880"/>
                  </a:moveTo>
                  <a:lnTo>
                    <a:pt x="182395" y="182652"/>
                  </a:lnTo>
                  <a:lnTo>
                    <a:pt x="182161" y="182343"/>
                  </a:lnTo>
                  <a:lnTo>
                    <a:pt x="182013" y="181971"/>
                  </a:lnTo>
                  <a:lnTo>
                    <a:pt x="181907" y="181682"/>
                  </a:lnTo>
                  <a:lnTo>
                    <a:pt x="181777" y="181291"/>
                  </a:lnTo>
                  <a:lnTo>
                    <a:pt x="182414" y="180874"/>
                  </a:lnTo>
                  <a:lnTo>
                    <a:pt x="182556" y="180791"/>
                  </a:lnTo>
                  <a:lnTo>
                    <a:pt x="182712" y="180699"/>
                  </a:lnTo>
                  <a:lnTo>
                    <a:pt x="183310" y="180272"/>
                  </a:lnTo>
                  <a:lnTo>
                    <a:pt x="183489" y="180373"/>
                  </a:lnTo>
                  <a:lnTo>
                    <a:pt x="183792" y="180696"/>
                  </a:lnTo>
                  <a:lnTo>
                    <a:pt x="183891" y="180878"/>
                  </a:lnTo>
                  <a:lnTo>
                    <a:pt x="183980" y="181080"/>
                  </a:lnTo>
                  <a:lnTo>
                    <a:pt x="184313" y="181394"/>
                  </a:lnTo>
                  <a:lnTo>
                    <a:pt x="184497" y="181544"/>
                  </a:lnTo>
                  <a:lnTo>
                    <a:pt x="184690" y="181785"/>
                  </a:lnTo>
                  <a:lnTo>
                    <a:pt x="184563" y="182117"/>
                  </a:lnTo>
                  <a:lnTo>
                    <a:pt x="184525" y="182300"/>
                  </a:lnTo>
                  <a:lnTo>
                    <a:pt x="184397" y="182550"/>
                  </a:lnTo>
                  <a:lnTo>
                    <a:pt x="183755" y="182714"/>
                  </a:lnTo>
                  <a:lnTo>
                    <a:pt x="183542" y="18270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7117042" y="1664319"/>
              <a:ext cx="182879" cy="182975"/>
            </a:xfrm>
            <a:custGeom>
              <a:avLst/>
              <a:pathLst>
                <a:path w="182879" h="182975">
                  <a:moveTo>
                    <a:pt x="182879" y="182880"/>
                  </a:moveTo>
                  <a:lnTo>
                    <a:pt x="182599" y="18297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7117813" y="1664614"/>
              <a:ext cx="183407" cy="182880"/>
            </a:xfrm>
            <a:custGeom>
              <a:avLst/>
              <a:pathLst>
                <a:path w="183407" h="182880">
                  <a:moveTo>
                    <a:pt x="182879" y="182880"/>
                  </a:moveTo>
                  <a:lnTo>
                    <a:pt x="182788" y="182646"/>
                  </a:lnTo>
                  <a:lnTo>
                    <a:pt x="182891" y="182222"/>
                  </a:lnTo>
                  <a:lnTo>
                    <a:pt x="183159" y="182123"/>
                  </a:lnTo>
                  <a:lnTo>
                    <a:pt x="183320" y="182327"/>
                  </a:lnTo>
                  <a:lnTo>
                    <a:pt x="183407" y="18284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7115850" y="1663882"/>
              <a:ext cx="183894" cy="183974"/>
            </a:xfrm>
            <a:custGeom>
              <a:avLst/>
              <a:pathLst>
                <a:path w="183894" h="183974">
                  <a:moveTo>
                    <a:pt x="182879" y="182880"/>
                  </a:moveTo>
                  <a:lnTo>
                    <a:pt x="183397" y="182485"/>
                  </a:lnTo>
                  <a:lnTo>
                    <a:pt x="183684" y="182558"/>
                  </a:lnTo>
                  <a:lnTo>
                    <a:pt x="183872" y="182813"/>
                  </a:lnTo>
                  <a:lnTo>
                    <a:pt x="183894" y="182943"/>
                  </a:lnTo>
                  <a:lnTo>
                    <a:pt x="183780" y="183260"/>
                  </a:lnTo>
                  <a:lnTo>
                    <a:pt x="183689" y="183412"/>
                  </a:lnTo>
                  <a:lnTo>
                    <a:pt x="183530" y="183627"/>
                  </a:lnTo>
                  <a:lnTo>
                    <a:pt x="183164" y="183974"/>
                  </a:lnTo>
                  <a:lnTo>
                    <a:pt x="182860" y="183523"/>
                  </a:lnTo>
                  <a:lnTo>
                    <a:pt x="182842" y="18315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7117428" y="1663702"/>
              <a:ext cx="183066" cy="183150"/>
            </a:xfrm>
            <a:custGeom>
              <a:avLst/>
              <a:pathLst>
                <a:path w="183066" h="183150">
                  <a:moveTo>
                    <a:pt x="182879" y="182880"/>
                  </a:moveTo>
                  <a:lnTo>
                    <a:pt x="183066" y="182717"/>
                  </a:lnTo>
                  <a:lnTo>
                    <a:pt x="183066" y="183049"/>
                  </a:lnTo>
                  <a:lnTo>
                    <a:pt x="182907" y="18315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7116714" y="1662479"/>
              <a:ext cx="182879" cy="183280"/>
            </a:xfrm>
            <a:custGeom>
              <a:avLst/>
              <a:pathLst>
                <a:path w="182879" h="183280">
                  <a:moveTo>
                    <a:pt x="182879" y="182880"/>
                  </a:moveTo>
                  <a:lnTo>
                    <a:pt x="182750" y="183280"/>
                  </a:lnTo>
                  <a:lnTo>
                    <a:pt x="182484" y="18303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7118004" y="1662806"/>
              <a:ext cx="183184" cy="183162"/>
            </a:xfrm>
            <a:custGeom>
              <a:avLst/>
              <a:pathLst>
                <a:path w="183184" h="183162">
                  <a:moveTo>
                    <a:pt x="182879" y="182880"/>
                  </a:moveTo>
                  <a:lnTo>
                    <a:pt x="182565" y="183036"/>
                  </a:lnTo>
                  <a:lnTo>
                    <a:pt x="182316" y="183162"/>
                  </a:lnTo>
                  <a:lnTo>
                    <a:pt x="182257" y="182617"/>
                  </a:lnTo>
                  <a:lnTo>
                    <a:pt x="182228" y="182214"/>
                  </a:lnTo>
                  <a:lnTo>
                    <a:pt x="182452" y="181993"/>
                  </a:lnTo>
                  <a:lnTo>
                    <a:pt x="182606" y="182092"/>
                  </a:lnTo>
                  <a:lnTo>
                    <a:pt x="183141" y="182710"/>
                  </a:lnTo>
                  <a:lnTo>
                    <a:pt x="183184" y="18307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7118775" y="166192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7109319" y="1657654"/>
              <a:ext cx="185597" cy="188573"/>
            </a:xfrm>
            <a:custGeom>
              <a:avLst/>
              <a:pathLst>
                <a:path w="185597" h="188573">
                  <a:moveTo>
                    <a:pt x="182879" y="182880"/>
                  </a:moveTo>
                  <a:lnTo>
                    <a:pt x="183078" y="182954"/>
                  </a:lnTo>
                  <a:lnTo>
                    <a:pt x="183434" y="183089"/>
                  </a:lnTo>
                  <a:lnTo>
                    <a:pt x="183530" y="183407"/>
                  </a:lnTo>
                  <a:lnTo>
                    <a:pt x="183999" y="183669"/>
                  </a:lnTo>
                  <a:lnTo>
                    <a:pt x="183921" y="183865"/>
                  </a:lnTo>
                  <a:lnTo>
                    <a:pt x="184209" y="184221"/>
                  </a:lnTo>
                  <a:lnTo>
                    <a:pt x="184457" y="184614"/>
                  </a:lnTo>
                  <a:lnTo>
                    <a:pt x="184810" y="184778"/>
                  </a:lnTo>
                  <a:lnTo>
                    <a:pt x="184968" y="184768"/>
                  </a:lnTo>
                  <a:lnTo>
                    <a:pt x="185109" y="184862"/>
                  </a:lnTo>
                  <a:lnTo>
                    <a:pt x="185172" y="185306"/>
                  </a:lnTo>
                  <a:lnTo>
                    <a:pt x="185190" y="185476"/>
                  </a:lnTo>
                  <a:lnTo>
                    <a:pt x="185282" y="185877"/>
                  </a:lnTo>
                  <a:lnTo>
                    <a:pt x="185414" y="186375"/>
                  </a:lnTo>
                  <a:lnTo>
                    <a:pt x="185477" y="186582"/>
                  </a:lnTo>
                  <a:lnTo>
                    <a:pt x="185542" y="186738"/>
                  </a:lnTo>
                  <a:lnTo>
                    <a:pt x="185597" y="186872"/>
                  </a:lnTo>
                  <a:lnTo>
                    <a:pt x="185453" y="187333"/>
                  </a:lnTo>
                  <a:lnTo>
                    <a:pt x="185198" y="187489"/>
                  </a:lnTo>
                  <a:lnTo>
                    <a:pt x="184699" y="187795"/>
                  </a:lnTo>
                  <a:lnTo>
                    <a:pt x="184455" y="187876"/>
                  </a:lnTo>
                  <a:lnTo>
                    <a:pt x="184089" y="188009"/>
                  </a:lnTo>
                  <a:lnTo>
                    <a:pt x="183899" y="188164"/>
                  </a:lnTo>
                  <a:lnTo>
                    <a:pt x="183741" y="188292"/>
                  </a:lnTo>
                  <a:lnTo>
                    <a:pt x="183532" y="188479"/>
                  </a:lnTo>
                  <a:lnTo>
                    <a:pt x="183277" y="188573"/>
                  </a:lnTo>
                  <a:lnTo>
                    <a:pt x="183115" y="188553"/>
                  </a:lnTo>
                  <a:lnTo>
                    <a:pt x="182789" y="188451"/>
                  </a:lnTo>
                  <a:lnTo>
                    <a:pt x="182493" y="188418"/>
                  </a:lnTo>
                  <a:lnTo>
                    <a:pt x="182521" y="188001"/>
                  </a:lnTo>
                  <a:lnTo>
                    <a:pt x="182298" y="187656"/>
                  </a:lnTo>
                  <a:lnTo>
                    <a:pt x="182009" y="187501"/>
                  </a:lnTo>
                  <a:lnTo>
                    <a:pt x="182044" y="187215"/>
                  </a:lnTo>
                  <a:lnTo>
                    <a:pt x="182445" y="186830"/>
                  </a:lnTo>
                  <a:lnTo>
                    <a:pt x="182427" y="186437"/>
                  </a:lnTo>
                  <a:lnTo>
                    <a:pt x="182170" y="185604"/>
                  </a:lnTo>
                  <a:lnTo>
                    <a:pt x="182106" y="185342"/>
                  </a:lnTo>
                  <a:lnTo>
                    <a:pt x="182092" y="185100"/>
                  </a:lnTo>
                  <a:lnTo>
                    <a:pt x="182204" y="184805"/>
                  </a:lnTo>
                  <a:lnTo>
                    <a:pt x="182600" y="183997"/>
                  </a:lnTo>
                  <a:lnTo>
                    <a:pt x="182491" y="183838"/>
                  </a:lnTo>
                  <a:lnTo>
                    <a:pt x="182527" y="183567"/>
                  </a:lnTo>
                  <a:lnTo>
                    <a:pt x="182686" y="18272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7113630" y="1659230"/>
              <a:ext cx="182879" cy="183282"/>
            </a:xfrm>
            <a:custGeom>
              <a:avLst/>
              <a:pathLst>
                <a:path w="182879" h="183282">
                  <a:moveTo>
                    <a:pt x="182879" y="182880"/>
                  </a:moveTo>
                  <a:lnTo>
                    <a:pt x="182557" y="183282"/>
                  </a:lnTo>
                  <a:lnTo>
                    <a:pt x="182536" y="18313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7113724" y="1658636"/>
              <a:ext cx="183272" cy="183139"/>
            </a:xfrm>
            <a:custGeom>
              <a:avLst/>
              <a:pathLst>
                <a:path w="183272" h="183139">
                  <a:moveTo>
                    <a:pt x="182879" y="182880"/>
                  </a:moveTo>
                  <a:lnTo>
                    <a:pt x="182983" y="182723"/>
                  </a:lnTo>
                  <a:lnTo>
                    <a:pt x="183272" y="18313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7112506" y="1659017"/>
              <a:ext cx="183553" cy="182880"/>
            </a:xfrm>
            <a:custGeom>
              <a:avLst/>
              <a:pathLst>
                <a:path w="183553" h="182880">
                  <a:moveTo>
                    <a:pt x="182879" y="182880"/>
                  </a:moveTo>
                  <a:lnTo>
                    <a:pt x="182343" y="182721"/>
                  </a:lnTo>
                  <a:lnTo>
                    <a:pt x="182500" y="182600"/>
                  </a:lnTo>
                  <a:lnTo>
                    <a:pt x="182503" y="182359"/>
                  </a:lnTo>
                  <a:lnTo>
                    <a:pt x="182245" y="182095"/>
                  </a:lnTo>
                  <a:lnTo>
                    <a:pt x="181969" y="182005"/>
                  </a:lnTo>
                  <a:lnTo>
                    <a:pt x="181758" y="181913"/>
                  </a:lnTo>
                  <a:lnTo>
                    <a:pt x="181666" y="181564"/>
                  </a:lnTo>
                  <a:lnTo>
                    <a:pt x="181998" y="181195"/>
                  </a:lnTo>
                  <a:lnTo>
                    <a:pt x="182799" y="180804"/>
                  </a:lnTo>
                  <a:lnTo>
                    <a:pt x="183376" y="181095"/>
                  </a:lnTo>
                  <a:lnTo>
                    <a:pt x="183551" y="181169"/>
                  </a:lnTo>
                  <a:lnTo>
                    <a:pt x="183553" y="181334"/>
                  </a:lnTo>
                  <a:lnTo>
                    <a:pt x="183144" y="18222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7113725" y="1657566"/>
              <a:ext cx="182988" cy="183341"/>
            </a:xfrm>
            <a:custGeom>
              <a:avLst/>
              <a:pathLst>
                <a:path w="182988" h="183341">
                  <a:moveTo>
                    <a:pt x="182879" y="182880"/>
                  </a:moveTo>
                  <a:lnTo>
                    <a:pt x="182988" y="183302"/>
                  </a:lnTo>
                  <a:lnTo>
                    <a:pt x="182748" y="183341"/>
                  </a:lnTo>
                  <a:lnTo>
                    <a:pt x="182664" y="18297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7116069" y="1654718"/>
              <a:ext cx="183908" cy="182975"/>
            </a:xfrm>
            <a:custGeom>
              <a:avLst/>
              <a:pathLst>
                <a:path w="183908" h="182975">
                  <a:moveTo>
                    <a:pt x="182879" y="182880"/>
                  </a:moveTo>
                  <a:lnTo>
                    <a:pt x="182637" y="182975"/>
                  </a:lnTo>
                  <a:lnTo>
                    <a:pt x="182444" y="182760"/>
                  </a:lnTo>
                  <a:lnTo>
                    <a:pt x="182138" y="182161"/>
                  </a:lnTo>
                  <a:lnTo>
                    <a:pt x="182380" y="181925"/>
                  </a:lnTo>
                  <a:lnTo>
                    <a:pt x="182554" y="181898"/>
                  </a:lnTo>
                  <a:lnTo>
                    <a:pt x="182689" y="181676"/>
                  </a:lnTo>
                  <a:lnTo>
                    <a:pt x="182895" y="181511"/>
                  </a:lnTo>
                  <a:lnTo>
                    <a:pt x="183208" y="181431"/>
                  </a:lnTo>
                  <a:lnTo>
                    <a:pt x="183404" y="181383"/>
                  </a:lnTo>
                  <a:lnTo>
                    <a:pt x="183595" y="181529"/>
                  </a:lnTo>
                  <a:lnTo>
                    <a:pt x="183908" y="181953"/>
                  </a:lnTo>
                  <a:lnTo>
                    <a:pt x="183798" y="18223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7112047" y="1648380"/>
              <a:ext cx="183018" cy="182981"/>
            </a:xfrm>
            <a:custGeom>
              <a:avLst/>
              <a:pathLst>
                <a:path w="183018" h="182981">
                  <a:moveTo>
                    <a:pt x="182879" y="182880"/>
                  </a:moveTo>
                  <a:lnTo>
                    <a:pt x="182676" y="182981"/>
                  </a:lnTo>
                  <a:lnTo>
                    <a:pt x="182544" y="182786"/>
                  </a:lnTo>
                  <a:lnTo>
                    <a:pt x="183018" y="18262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7113542" y="1648532"/>
              <a:ext cx="183524" cy="183377"/>
            </a:xfrm>
            <a:custGeom>
              <a:avLst/>
              <a:pathLst>
                <a:path w="183524" h="183377">
                  <a:moveTo>
                    <a:pt x="182879" y="182880"/>
                  </a:moveTo>
                  <a:lnTo>
                    <a:pt x="182829" y="183082"/>
                  </a:lnTo>
                  <a:lnTo>
                    <a:pt x="182701" y="183179"/>
                  </a:lnTo>
                  <a:lnTo>
                    <a:pt x="182304" y="183377"/>
                  </a:lnTo>
                  <a:lnTo>
                    <a:pt x="182389" y="182779"/>
                  </a:lnTo>
                  <a:lnTo>
                    <a:pt x="182369" y="182587"/>
                  </a:lnTo>
                  <a:lnTo>
                    <a:pt x="182654" y="182350"/>
                  </a:lnTo>
                  <a:lnTo>
                    <a:pt x="182538" y="182009"/>
                  </a:lnTo>
                  <a:lnTo>
                    <a:pt x="183045" y="181809"/>
                  </a:lnTo>
                  <a:lnTo>
                    <a:pt x="183127" y="181475"/>
                  </a:lnTo>
                  <a:lnTo>
                    <a:pt x="183177" y="181344"/>
                  </a:lnTo>
                  <a:lnTo>
                    <a:pt x="183314" y="181299"/>
                  </a:lnTo>
                  <a:lnTo>
                    <a:pt x="183524" y="181448"/>
                  </a:lnTo>
                  <a:lnTo>
                    <a:pt x="183291" y="181917"/>
                  </a:lnTo>
                  <a:lnTo>
                    <a:pt x="183050" y="182089"/>
                  </a:lnTo>
                  <a:lnTo>
                    <a:pt x="182966" y="182329"/>
                  </a:lnTo>
                  <a:lnTo>
                    <a:pt x="182902" y="18251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7116770" y="1636143"/>
              <a:ext cx="184106" cy="183527"/>
            </a:xfrm>
            <a:custGeom>
              <a:avLst/>
              <a:pathLst>
                <a:path w="184106" h="183527">
                  <a:moveTo>
                    <a:pt x="182879" y="182880"/>
                  </a:moveTo>
                  <a:lnTo>
                    <a:pt x="182990" y="182671"/>
                  </a:lnTo>
                  <a:lnTo>
                    <a:pt x="183613" y="182598"/>
                  </a:lnTo>
                  <a:lnTo>
                    <a:pt x="183965" y="182597"/>
                  </a:lnTo>
                  <a:lnTo>
                    <a:pt x="184106" y="182830"/>
                  </a:lnTo>
                  <a:lnTo>
                    <a:pt x="183968" y="183282"/>
                  </a:lnTo>
                  <a:lnTo>
                    <a:pt x="183759" y="183527"/>
                  </a:lnTo>
                  <a:lnTo>
                    <a:pt x="183378" y="183382"/>
                  </a:lnTo>
                  <a:lnTo>
                    <a:pt x="183096" y="18309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7118515" y="1635188"/>
              <a:ext cx="183252" cy="183237"/>
            </a:xfrm>
            <a:custGeom>
              <a:avLst/>
              <a:pathLst>
                <a:path w="183252" h="183237">
                  <a:moveTo>
                    <a:pt x="182879" y="182880"/>
                  </a:moveTo>
                  <a:lnTo>
                    <a:pt x="182617" y="183237"/>
                  </a:lnTo>
                  <a:lnTo>
                    <a:pt x="181721" y="182615"/>
                  </a:lnTo>
                  <a:lnTo>
                    <a:pt x="181093" y="182098"/>
                  </a:lnTo>
                  <a:lnTo>
                    <a:pt x="180797" y="181855"/>
                  </a:lnTo>
                  <a:lnTo>
                    <a:pt x="180626" y="181542"/>
                  </a:lnTo>
                  <a:lnTo>
                    <a:pt x="180801" y="181505"/>
                  </a:lnTo>
                  <a:lnTo>
                    <a:pt x="181105" y="181477"/>
                  </a:lnTo>
                  <a:lnTo>
                    <a:pt x="181462" y="181335"/>
                  </a:lnTo>
                  <a:lnTo>
                    <a:pt x="182029" y="181629"/>
                  </a:lnTo>
                  <a:lnTo>
                    <a:pt x="182107" y="181864"/>
                  </a:lnTo>
                  <a:lnTo>
                    <a:pt x="182546" y="182077"/>
                  </a:lnTo>
                  <a:lnTo>
                    <a:pt x="183252" y="18243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7116094" y="1633532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1957" y="18261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7123616" y="1711782"/>
              <a:ext cx="183300" cy="183212"/>
            </a:xfrm>
            <a:custGeom>
              <a:avLst/>
              <a:pathLst>
                <a:path w="183300" h="183212">
                  <a:moveTo>
                    <a:pt x="182879" y="182880"/>
                  </a:moveTo>
                  <a:lnTo>
                    <a:pt x="183300" y="182865"/>
                  </a:lnTo>
                  <a:lnTo>
                    <a:pt x="183109" y="183212"/>
                  </a:lnTo>
                  <a:lnTo>
                    <a:pt x="182881" y="18320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7124936" y="1710724"/>
              <a:ext cx="182879" cy="183112"/>
            </a:xfrm>
            <a:custGeom>
              <a:avLst/>
              <a:pathLst>
                <a:path w="182879" h="183112">
                  <a:moveTo>
                    <a:pt x="182879" y="182880"/>
                  </a:moveTo>
                  <a:lnTo>
                    <a:pt x="182824" y="183112"/>
                  </a:lnTo>
                  <a:lnTo>
                    <a:pt x="182620" y="18300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7123423" y="168933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7121736" y="1688037"/>
              <a:ext cx="182911" cy="183039"/>
            </a:xfrm>
            <a:custGeom>
              <a:avLst/>
              <a:pathLst>
                <a:path w="182911" h="183039">
                  <a:moveTo>
                    <a:pt x="182879" y="182880"/>
                  </a:moveTo>
                  <a:lnTo>
                    <a:pt x="182911" y="183037"/>
                  </a:lnTo>
                  <a:lnTo>
                    <a:pt x="182725" y="183039"/>
                  </a:lnTo>
                  <a:lnTo>
                    <a:pt x="182533" y="18289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7123315" y="1686908"/>
              <a:ext cx="182949" cy="183695"/>
            </a:xfrm>
            <a:custGeom>
              <a:avLst/>
              <a:pathLst>
                <a:path w="182949" h="183695">
                  <a:moveTo>
                    <a:pt x="182879" y="182880"/>
                  </a:moveTo>
                  <a:lnTo>
                    <a:pt x="182198" y="182794"/>
                  </a:lnTo>
                  <a:lnTo>
                    <a:pt x="182135" y="183184"/>
                  </a:lnTo>
                  <a:lnTo>
                    <a:pt x="181566" y="183460"/>
                  </a:lnTo>
                  <a:lnTo>
                    <a:pt x="181413" y="183444"/>
                  </a:lnTo>
                  <a:lnTo>
                    <a:pt x="181323" y="183629"/>
                  </a:lnTo>
                  <a:lnTo>
                    <a:pt x="181132" y="183695"/>
                  </a:lnTo>
                  <a:lnTo>
                    <a:pt x="181090" y="183283"/>
                  </a:lnTo>
                  <a:lnTo>
                    <a:pt x="181498" y="183252"/>
                  </a:lnTo>
                  <a:lnTo>
                    <a:pt x="181856" y="183089"/>
                  </a:lnTo>
                  <a:lnTo>
                    <a:pt x="181927" y="182768"/>
                  </a:lnTo>
                  <a:lnTo>
                    <a:pt x="182399" y="182450"/>
                  </a:lnTo>
                  <a:lnTo>
                    <a:pt x="182949" y="18271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7122114" y="1685363"/>
              <a:ext cx="183014" cy="183367"/>
            </a:xfrm>
            <a:custGeom>
              <a:avLst/>
              <a:pathLst>
                <a:path w="183014" h="183367">
                  <a:moveTo>
                    <a:pt x="182879" y="182880"/>
                  </a:moveTo>
                  <a:lnTo>
                    <a:pt x="183014" y="183002"/>
                  </a:lnTo>
                  <a:lnTo>
                    <a:pt x="182903" y="183353"/>
                  </a:lnTo>
                  <a:lnTo>
                    <a:pt x="182700" y="183367"/>
                  </a:lnTo>
                  <a:lnTo>
                    <a:pt x="182478" y="183223"/>
                  </a:lnTo>
                  <a:lnTo>
                    <a:pt x="182564" y="18302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7120812" y="1678689"/>
              <a:ext cx="182879" cy="183254"/>
            </a:xfrm>
            <a:custGeom>
              <a:avLst/>
              <a:pathLst>
                <a:path w="182879" h="183254">
                  <a:moveTo>
                    <a:pt x="182879" y="182880"/>
                  </a:moveTo>
                  <a:lnTo>
                    <a:pt x="182704" y="183254"/>
                  </a:lnTo>
                  <a:lnTo>
                    <a:pt x="182350" y="18318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7123139" y="1677701"/>
              <a:ext cx="183269" cy="183267"/>
            </a:xfrm>
            <a:custGeom>
              <a:avLst/>
              <a:pathLst>
                <a:path w="183269" h="183267">
                  <a:moveTo>
                    <a:pt x="182879" y="182880"/>
                  </a:moveTo>
                  <a:lnTo>
                    <a:pt x="183269" y="183170"/>
                  </a:lnTo>
                  <a:lnTo>
                    <a:pt x="182727" y="183267"/>
                  </a:lnTo>
                  <a:lnTo>
                    <a:pt x="182693" y="18295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7123596" y="1676650"/>
              <a:ext cx="183325" cy="183171"/>
            </a:xfrm>
            <a:custGeom>
              <a:avLst/>
              <a:pathLst>
                <a:path w="183325" h="183171">
                  <a:moveTo>
                    <a:pt x="182879" y="182880"/>
                  </a:moveTo>
                  <a:lnTo>
                    <a:pt x="183325" y="183023"/>
                  </a:lnTo>
                  <a:lnTo>
                    <a:pt x="183189" y="18317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7123739" y="1675972"/>
              <a:ext cx="183129" cy="183191"/>
            </a:xfrm>
            <a:custGeom>
              <a:avLst/>
              <a:pathLst>
                <a:path w="183129" h="183191">
                  <a:moveTo>
                    <a:pt x="182879" y="182880"/>
                  </a:moveTo>
                  <a:lnTo>
                    <a:pt x="183129" y="183191"/>
                  </a:lnTo>
                  <a:lnTo>
                    <a:pt x="182795" y="18303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7123005" y="1675737"/>
              <a:ext cx="183115" cy="182880"/>
            </a:xfrm>
            <a:custGeom>
              <a:avLst/>
              <a:pathLst>
                <a:path w="183115" h="182880">
                  <a:moveTo>
                    <a:pt x="182879" y="182880"/>
                  </a:moveTo>
                  <a:lnTo>
                    <a:pt x="182783" y="182681"/>
                  </a:lnTo>
                  <a:lnTo>
                    <a:pt x="182957" y="182601"/>
                  </a:lnTo>
                  <a:lnTo>
                    <a:pt x="183115" y="18279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7124734" y="1675583"/>
              <a:ext cx="183523" cy="183232"/>
            </a:xfrm>
            <a:custGeom>
              <a:avLst/>
              <a:pathLst>
                <a:path w="183523" h="183232">
                  <a:moveTo>
                    <a:pt x="182879" y="182880"/>
                  </a:moveTo>
                  <a:lnTo>
                    <a:pt x="183181" y="182846"/>
                  </a:lnTo>
                  <a:lnTo>
                    <a:pt x="183404" y="182836"/>
                  </a:lnTo>
                  <a:lnTo>
                    <a:pt x="183523" y="182964"/>
                  </a:lnTo>
                  <a:lnTo>
                    <a:pt x="183502" y="183123"/>
                  </a:lnTo>
                  <a:lnTo>
                    <a:pt x="183392" y="183232"/>
                  </a:lnTo>
                  <a:lnTo>
                    <a:pt x="183248" y="182979"/>
                  </a:lnTo>
                  <a:lnTo>
                    <a:pt x="183089" y="182967"/>
                  </a:lnTo>
                  <a:lnTo>
                    <a:pt x="182935" y="183009"/>
                  </a:lnTo>
                  <a:lnTo>
                    <a:pt x="182516" y="182907"/>
                  </a:lnTo>
                  <a:lnTo>
                    <a:pt x="182075" y="182965"/>
                  </a:lnTo>
                  <a:lnTo>
                    <a:pt x="181840" y="182770"/>
                  </a:lnTo>
                  <a:lnTo>
                    <a:pt x="181711" y="182659"/>
                  </a:lnTo>
                  <a:lnTo>
                    <a:pt x="181294" y="182508"/>
                  </a:lnTo>
                  <a:lnTo>
                    <a:pt x="180922" y="182245"/>
                  </a:lnTo>
                  <a:lnTo>
                    <a:pt x="180849" y="182074"/>
                  </a:lnTo>
                  <a:lnTo>
                    <a:pt x="181210" y="181919"/>
                  </a:lnTo>
                  <a:lnTo>
                    <a:pt x="181610" y="181980"/>
                  </a:lnTo>
                  <a:lnTo>
                    <a:pt x="181667" y="182311"/>
                  </a:lnTo>
                  <a:lnTo>
                    <a:pt x="181885" y="182473"/>
                  </a:lnTo>
                  <a:lnTo>
                    <a:pt x="182162" y="182566"/>
                  </a:lnTo>
                  <a:lnTo>
                    <a:pt x="182466" y="18267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7119739" y="1672389"/>
              <a:ext cx="185596" cy="187611"/>
            </a:xfrm>
            <a:custGeom>
              <a:avLst/>
              <a:pathLst>
                <a:path w="185596" h="187611">
                  <a:moveTo>
                    <a:pt x="182879" y="182880"/>
                  </a:moveTo>
                  <a:lnTo>
                    <a:pt x="182890" y="183159"/>
                  </a:lnTo>
                  <a:lnTo>
                    <a:pt x="183267" y="183591"/>
                  </a:lnTo>
                  <a:lnTo>
                    <a:pt x="183371" y="183796"/>
                  </a:lnTo>
                  <a:lnTo>
                    <a:pt x="183675" y="184224"/>
                  </a:lnTo>
                  <a:lnTo>
                    <a:pt x="183939" y="184271"/>
                  </a:lnTo>
                  <a:lnTo>
                    <a:pt x="184441" y="184451"/>
                  </a:lnTo>
                  <a:lnTo>
                    <a:pt x="184650" y="184362"/>
                  </a:lnTo>
                  <a:lnTo>
                    <a:pt x="184882" y="184589"/>
                  </a:lnTo>
                  <a:lnTo>
                    <a:pt x="185053" y="184754"/>
                  </a:lnTo>
                  <a:lnTo>
                    <a:pt x="185002" y="184882"/>
                  </a:lnTo>
                  <a:lnTo>
                    <a:pt x="185269" y="185019"/>
                  </a:lnTo>
                  <a:lnTo>
                    <a:pt x="185482" y="185094"/>
                  </a:lnTo>
                  <a:lnTo>
                    <a:pt x="185520" y="185244"/>
                  </a:lnTo>
                  <a:lnTo>
                    <a:pt x="185577" y="185581"/>
                  </a:lnTo>
                  <a:lnTo>
                    <a:pt x="185596" y="186003"/>
                  </a:lnTo>
                  <a:lnTo>
                    <a:pt x="185494" y="186194"/>
                  </a:lnTo>
                  <a:lnTo>
                    <a:pt x="185503" y="186498"/>
                  </a:lnTo>
                  <a:lnTo>
                    <a:pt x="185498" y="186662"/>
                  </a:lnTo>
                  <a:lnTo>
                    <a:pt x="185392" y="186866"/>
                  </a:lnTo>
                  <a:lnTo>
                    <a:pt x="185276" y="187024"/>
                  </a:lnTo>
                  <a:lnTo>
                    <a:pt x="185147" y="187202"/>
                  </a:lnTo>
                  <a:lnTo>
                    <a:pt x="184979" y="187452"/>
                  </a:lnTo>
                  <a:lnTo>
                    <a:pt x="184930" y="187611"/>
                  </a:lnTo>
                  <a:lnTo>
                    <a:pt x="184664" y="187301"/>
                  </a:lnTo>
                  <a:lnTo>
                    <a:pt x="184863" y="186973"/>
                  </a:lnTo>
                  <a:lnTo>
                    <a:pt x="184718" y="186775"/>
                  </a:lnTo>
                  <a:lnTo>
                    <a:pt x="184277" y="187041"/>
                  </a:lnTo>
                  <a:lnTo>
                    <a:pt x="183996" y="187334"/>
                  </a:lnTo>
                  <a:lnTo>
                    <a:pt x="183970" y="187050"/>
                  </a:lnTo>
                  <a:lnTo>
                    <a:pt x="183571" y="186834"/>
                  </a:lnTo>
                  <a:lnTo>
                    <a:pt x="183471" y="187038"/>
                  </a:lnTo>
                  <a:lnTo>
                    <a:pt x="183248" y="186842"/>
                  </a:lnTo>
                  <a:lnTo>
                    <a:pt x="183093" y="186426"/>
                  </a:lnTo>
                  <a:lnTo>
                    <a:pt x="182740" y="185689"/>
                  </a:lnTo>
                  <a:lnTo>
                    <a:pt x="182444" y="185566"/>
                  </a:lnTo>
                  <a:lnTo>
                    <a:pt x="182144" y="185516"/>
                  </a:lnTo>
                  <a:lnTo>
                    <a:pt x="182157" y="185315"/>
                  </a:lnTo>
                  <a:lnTo>
                    <a:pt x="182047" y="184735"/>
                  </a:lnTo>
                  <a:lnTo>
                    <a:pt x="181564" y="184601"/>
                  </a:lnTo>
                  <a:lnTo>
                    <a:pt x="181359" y="184728"/>
                  </a:lnTo>
                  <a:lnTo>
                    <a:pt x="180941" y="185141"/>
                  </a:lnTo>
                  <a:lnTo>
                    <a:pt x="180683" y="185359"/>
                  </a:lnTo>
                  <a:lnTo>
                    <a:pt x="180497" y="185158"/>
                  </a:lnTo>
                  <a:lnTo>
                    <a:pt x="179766" y="184838"/>
                  </a:lnTo>
                  <a:lnTo>
                    <a:pt x="179786" y="184655"/>
                  </a:lnTo>
                  <a:lnTo>
                    <a:pt x="179920" y="184443"/>
                  </a:lnTo>
                  <a:lnTo>
                    <a:pt x="180082" y="184129"/>
                  </a:lnTo>
                  <a:lnTo>
                    <a:pt x="180123" y="183985"/>
                  </a:lnTo>
                  <a:lnTo>
                    <a:pt x="180177" y="183839"/>
                  </a:lnTo>
                  <a:lnTo>
                    <a:pt x="180460" y="183242"/>
                  </a:lnTo>
                  <a:lnTo>
                    <a:pt x="180503" y="183087"/>
                  </a:lnTo>
                  <a:lnTo>
                    <a:pt x="180588" y="182621"/>
                  </a:lnTo>
                  <a:lnTo>
                    <a:pt x="180629" y="182299"/>
                  </a:lnTo>
                  <a:lnTo>
                    <a:pt x="180871" y="182106"/>
                  </a:lnTo>
                  <a:lnTo>
                    <a:pt x="181155" y="182088"/>
                  </a:lnTo>
                  <a:lnTo>
                    <a:pt x="181392" y="182122"/>
                  </a:lnTo>
                  <a:lnTo>
                    <a:pt x="181628" y="182096"/>
                  </a:lnTo>
                  <a:lnTo>
                    <a:pt x="182165" y="181902"/>
                  </a:lnTo>
                  <a:lnTo>
                    <a:pt x="182397" y="181620"/>
                  </a:lnTo>
                  <a:lnTo>
                    <a:pt x="182753" y="181649"/>
                  </a:lnTo>
                  <a:lnTo>
                    <a:pt x="182968" y="182175"/>
                  </a:lnTo>
                  <a:lnTo>
                    <a:pt x="182937" y="18259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7122588" y="1673913"/>
              <a:ext cx="183308" cy="183246"/>
            </a:xfrm>
            <a:custGeom>
              <a:avLst/>
              <a:pathLst>
                <a:path w="183308" h="183246">
                  <a:moveTo>
                    <a:pt x="182879" y="182880"/>
                  </a:moveTo>
                  <a:lnTo>
                    <a:pt x="183210" y="182917"/>
                  </a:lnTo>
                  <a:lnTo>
                    <a:pt x="183308" y="183246"/>
                  </a:lnTo>
                  <a:lnTo>
                    <a:pt x="183012" y="18315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7123479" y="1673289"/>
              <a:ext cx="183174" cy="183267"/>
            </a:xfrm>
            <a:custGeom>
              <a:avLst/>
              <a:pathLst>
                <a:path w="183174" h="183267">
                  <a:moveTo>
                    <a:pt x="182879" y="182880"/>
                  </a:moveTo>
                  <a:lnTo>
                    <a:pt x="183146" y="183011"/>
                  </a:lnTo>
                  <a:lnTo>
                    <a:pt x="183174" y="183267"/>
                  </a:lnTo>
                  <a:lnTo>
                    <a:pt x="182991" y="18319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7125935" y="1673151"/>
              <a:ext cx="183627" cy="183519"/>
            </a:xfrm>
            <a:custGeom>
              <a:avLst/>
              <a:pathLst>
                <a:path w="183627" h="183519">
                  <a:moveTo>
                    <a:pt x="182879" y="182880"/>
                  </a:moveTo>
                  <a:lnTo>
                    <a:pt x="183117" y="182841"/>
                  </a:lnTo>
                  <a:lnTo>
                    <a:pt x="183276" y="182865"/>
                  </a:lnTo>
                  <a:lnTo>
                    <a:pt x="183502" y="182940"/>
                  </a:lnTo>
                  <a:lnTo>
                    <a:pt x="183627" y="183157"/>
                  </a:lnTo>
                  <a:lnTo>
                    <a:pt x="183417" y="183426"/>
                  </a:lnTo>
                  <a:lnTo>
                    <a:pt x="183146" y="183387"/>
                  </a:lnTo>
                  <a:lnTo>
                    <a:pt x="182940" y="183301"/>
                  </a:lnTo>
                  <a:lnTo>
                    <a:pt x="182676" y="183519"/>
                  </a:lnTo>
                  <a:lnTo>
                    <a:pt x="182289" y="183372"/>
                  </a:lnTo>
                  <a:lnTo>
                    <a:pt x="181973" y="183205"/>
                  </a:lnTo>
                  <a:lnTo>
                    <a:pt x="181589" y="183349"/>
                  </a:lnTo>
                  <a:lnTo>
                    <a:pt x="181111" y="182981"/>
                  </a:lnTo>
                  <a:lnTo>
                    <a:pt x="180329" y="182215"/>
                  </a:lnTo>
                  <a:lnTo>
                    <a:pt x="179972" y="181711"/>
                  </a:lnTo>
                  <a:lnTo>
                    <a:pt x="180102" y="181495"/>
                  </a:lnTo>
                  <a:lnTo>
                    <a:pt x="180314" y="181362"/>
                  </a:lnTo>
                  <a:lnTo>
                    <a:pt x="180640" y="181219"/>
                  </a:lnTo>
                  <a:lnTo>
                    <a:pt x="180776" y="181170"/>
                  </a:lnTo>
                  <a:lnTo>
                    <a:pt x="181136" y="181449"/>
                  </a:lnTo>
                  <a:lnTo>
                    <a:pt x="181362" y="181493"/>
                  </a:lnTo>
                  <a:lnTo>
                    <a:pt x="181626" y="181613"/>
                  </a:lnTo>
                  <a:lnTo>
                    <a:pt x="181593" y="181838"/>
                  </a:lnTo>
                  <a:lnTo>
                    <a:pt x="181367" y="181993"/>
                  </a:lnTo>
                  <a:lnTo>
                    <a:pt x="181201" y="182433"/>
                  </a:lnTo>
                  <a:lnTo>
                    <a:pt x="181451" y="182625"/>
                  </a:lnTo>
                  <a:lnTo>
                    <a:pt x="181611" y="182739"/>
                  </a:lnTo>
                  <a:lnTo>
                    <a:pt x="181829" y="182725"/>
                  </a:lnTo>
                  <a:lnTo>
                    <a:pt x="182078" y="182728"/>
                  </a:lnTo>
                  <a:lnTo>
                    <a:pt x="182543" y="18288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7122373" y="1672265"/>
              <a:ext cx="182928" cy="183201"/>
            </a:xfrm>
            <a:custGeom>
              <a:avLst/>
              <a:pathLst>
                <a:path w="182928" h="183201">
                  <a:moveTo>
                    <a:pt x="182879" y="182880"/>
                  </a:moveTo>
                  <a:lnTo>
                    <a:pt x="182928" y="183080"/>
                  </a:lnTo>
                  <a:lnTo>
                    <a:pt x="182795" y="183174"/>
                  </a:lnTo>
                  <a:lnTo>
                    <a:pt x="182463" y="183201"/>
                  </a:lnTo>
                  <a:lnTo>
                    <a:pt x="182629" y="18283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7122362" y="1671113"/>
              <a:ext cx="182879" cy="183075"/>
            </a:xfrm>
            <a:custGeom>
              <a:avLst/>
              <a:pathLst>
                <a:path w="182879" h="183075">
                  <a:moveTo>
                    <a:pt x="182879" y="182880"/>
                  </a:moveTo>
                  <a:lnTo>
                    <a:pt x="182724" y="183075"/>
                  </a:lnTo>
                  <a:lnTo>
                    <a:pt x="182572" y="183039"/>
                  </a:lnTo>
                  <a:lnTo>
                    <a:pt x="182224" y="182957"/>
                  </a:lnTo>
                  <a:lnTo>
                    <a:pt x="181973" y="182611"/>
                  </a:lnTo>
                  <a:lnTo>
                    <a:pt x="182301" y="182700"/>
                  </a:lnTo>
                  <a:lnTo>
                    <a:pt x="182707" y="18265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7121329" y="1670489"/>
              <a:ext cx="183076" cy="183219"/>
            </a:xfrm>
            <a:custGeom>
              <a:avLst/>
              <a:pathLst>
                <a:path w="183076" h="183219">
                  <a:moveTo>
                    <a:pt x="182879" y="182880"/>
                  </a:moveTo>
                  <a:lnTo>
                    <a:pt x="183076" y="183040"/>
                  </a:lnTo>
                  <a:lnTo>
                    <a:pt x="182750" y="183219"/>
                  </a:lnTo>
                  <a:lnTo>
                    <a:pt x="182572" y="18283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7123482" y="1670307"/>
              <a:ext cx="183219" cy="183278"/>
            </a:xfrm>
            <a:custGeom>
              <a:avLst/>
              <a:pathLst>
                <a:path w="183219" h="183278">
                  <a:moveTo>
                    <a:pt x="182879" y="182880"/>
                  </a:moveTo>
                  <a:lnTo>
                    <a:pt x="183075" y="182979"/>
                  </a:lnTo>
                  <a:lnTo>
                    <a:pt x="183219" y="18327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7125995" y="1668995"/>
              <a:ext cx="184086" cy="185921"/>
            </a:xfrm>
            <a:custGeom>
              <a:avLst/>
              <a:pathLst>
                <a:path w="184086" h="185921">
                  <a:moveTo>
                    <a:pt x="182879" y="182880"/>
                  </a:moveTo>
                  <a:lnTo>
                    <a:pt x="183142" y="183125"/>
                  </a:lnTo>
                  <a:lnTo>
                    <a:pt x="183281" y="183208"/>
                  </a:lnTo>
                  <a:lnTo>
                    <a:pt x="183455" y="183270"/>
                  </a:lnTo>
                  <a:lnTo>
                    <a:pt x="183810" y="183312"/>
                  </a:lnTo>
                  <a:lnTo>
                    <a:pt x="183677" y="183621"/>
                  </a:lnTo>
                  <a:lnTo>
                    <a:pt x="183474" y="183494"/>
                  </a:lnTo>
                  <a:lnTo>
                    <a:pt x="183012" y="183710"/>
                  </a:lnTo>
                  <a:lnTo>
                    <a:pt x="182906" y="183932"/>
                  </a:lnTo>
                  <a:lnTo>
                    <a:pt x="183001" y="184128"/>
                  </a:lnTo>
                  <a:lnTo>
                    <a:pt x="183205" y="184101"/>
                  </a:lnTo>
                  <a:lnTo>
                    <a:pt x="183611" y="184338"/>
                  </a:lnTo>
                  <a:lnTo>
                    <a:pt x="183537" y="184566"/>
                  </a:lnTo>
                  <a:lnTo>
                    <a:pt x="183309" y="184591"/>
                  </a:lnTo>
                  <a:lnTo>
                    <a:pt x="183379" y="184874"/>
                  </a:lnTo>
                  <a:lnTo>
                    <a:pt x="183890" y="185328"/>
                  </a:lnTo>
                  <a:lnTo>
                    <a:pt x="184086" y="185665"/>
                  </a:lnTo>
                  <a:lnTo>
                    <a:pt x="183483" y="185921"/>
                  </a:lnTo>
                  <a:lnTo>
                    <a:pt x="183070" y="185533"/>
                  </a:lnTo>
                  <a:lnTo>
                    <a:pt x="182271" y="185188"/>
                  </a:lnTo>
                  <a:lnTo>
                    <a:pt x="181916" y="184875"/>
                  </a:lnTo>
                  <a:lnTo>
                    <a:pt x="181611" y="184637"/>
                  </a:lnTo>
                  <a:lnTo>
                    <a:pt x="181212" y="184219"/>
                  </a:lnTo>
                  <a:lnTo>
                    <a:pt x="181148" y="184038"/>
                  </a:lnTo>
                  <a:lnTo>
                    <a:pt x="181080" y="183844"/>
                  </a:lnTo>
                  <a:lnTo>
                    <a:pt x="180768" y="183528"/>
                  </a:lnTo>
                  <a:lnTo>
                    <a:pt x="180475" y="183519"/>
                  </a:lnTo>
                  <a:lnTo>
                    <a:pt x="180163" y="183165"/>
                  </a:lnTo>
                  <a:lnTo>
                    <a:pt x="180136" y="183010"/>
                  </a:lnTo>
                  <a:lnTo>
                    <a:pt x="180346" y="182787"/>
                  </a:lnTo>
                  <a:lnTo>
                    <a:pt x="180731" y="182567"/>
                  </a:lnTo>
                  <a:lnTo>
                    <a:pt x="181017" y="182516"/>
                  </a:lnTo>
                  <a:lnTo>
                    <a:pt x="181547" y="182542"/>
                  </a:lnTo>
                  <a:lnTo>
                    <a:pt x="181722" y="182625"/>
                  </a:lnTo>
                  <a:lnTo>
                    <a:pt x="182511" y="18264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7122142" y="1669889"/>
              <a:ext cx="183168" cy="183259"/>
            </a:xfrm>
            <a:custGeom>
              <a:avLst/>
              <a:pathLst>
                <a:path w="183168" h="183259">
                  <a:moveTo>
                    <a:pt x="182879" y="182880"/>
                  </a:moveTo>
                  <a:lnTo>
                    <a:pt x="183168" y="183202"/>
                  </a:lnTo>
                  <a:lnTo>
                    <a:pt x="182736" y="18325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7124944" y="1667380"/>
              <a:ext cx="183281" cy="183454"/>
            </a:xfrm>
            <a:custGeom>
              <a:avLst/>
              <a:pathLst>
                <a:path w="183281" h="183454">
                  <a:moveTo>
                    <a:pt x="182879" y="182880"/>
                  </a:moveTo>
                  <a:lnTo>
                    <a:pt x="183042" y="183009"/>
                  </a:lnTo>
                  <a:lnTo>
                    <a:pt x="183281" y="183234"/>
                  </a:lnTo>
                  <a:lnTo>
                    <a:pt x="183116" y="183397"/>
                  </a:lnTo>
                  <a:lnTo>
                    <a:pt x="182820" y="183439"/>
                  </a:lnTo>
                  <a:lnTo>
                    <a:pt x="182604" y="183454"/>
                  </a:lnTo>
                  <a:lnTo>
                    <a:pt x="182432" y="183161"/>
                  </a:lnTo>
                  <a:lnTo>
                    <a:pt x="182499" y="18286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7125793" y="1664732"/>
              <a:ext cx="183875" cy="183447"/>
            </a:xfrm>
            <a:custGeom>
              <a:avLst/>
              <a:pathLst>
                <a:path w="183875" h="183447">
                  <a:moveTo>
                    <a:pt x="182879" y="182880"/>
                  </a:moveTo>
                  <a:lnTo>
                    <a:pt x="183344" y="182650"/>
                  </a:lnTo>
                  <a:lnTo>
                    <a:pt x="183600" y="182605"/>
                  </a:lnTo>
                  <a:lnTo>
                    <a:pt x="183814" y="182721"/>
                  </a:lnTo>
                  <a:lnTo>
                    <a:pt x="183860" y="182876"/>
                  </a:lnTo>
                  <a:lnTo>
                    <a:pt x="183875" y="183073"/>
                  </a:lnTo>
                  <a:lnTo>
                    <a:pt x="183733" y="183319"/>
                  </a:lnTo>
                  <a:lnTo>
                    <a:pt x="183490" y="183447"/>
                  </a:lnTo>
                  <a:lnTo>
                    <a:pt x="183321" y="183429"/>
                  </a:lnTo>
                  <a:lnTo>
                    <a:pt x="182980" y="18325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7123487" y="1663964"/>
              <a:ext cx="183767" cy="183272"/>
            </a:xfrm>
            <a:custGeom>
              <a:avLst/>
              <a:pathLst>
                <a:path w="183767" h="183272">
                  <a:moveTo>
                    <a:pt x="182879" y="182880"/>
                  </a:moveTo>
                  <a:lnTo>
                    <a:pt x="182616" y="182694"/>
                  </a:lnTo>
                  <a:lnTo>
                    <a:pt x="182452" y="182448"/>
                  </a:lnTo>
                  <a:lnTo>
                    <a:pt x="182764" y="182482"/>
                  </a:lnTo>
                  <a:lnTo>
                    <a:pt x="183164" y="182627"/>
                  </a:lnTo>
                  <a:lnTo>
                    <a:pt x="183318" y="182721"/>
                  </a:lnTo>
                  <a:lnTo>
                    <a:pt x="183645" y="182907"/>
                  </a:lnTo>
                  <a:lnTo>
                    <a:pt x="183767" y="183272"/>
                  </a:lnTo>
                  <a:lnTo>
                    <a:pt x="183336" y="183190"/>
                  </a:lnTo>
                  <a:lnTo>
                    <a:pt x="183089" y="18310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7120012" y="1663676"/>
              <a:ext cx="184044" cy="183529"/>
            </a:xfrm>
            <a:custGeom>
              <a:avLst/>
              <a:pathLst>
                <a:path w="184044" h="183529">
                  <a:moveTo>
                    <a:pt x="182879" y="182880"/>
                  </a:moveTo>
                  <a:lnTo>
                    <a:pt x="183383" y="182699"/>
                  </a:lnTo>
                  <a:lnTo>
                    <a:pt x="183556" y="182638"/>
                  </a:lnTo>
                  <a:lnTo>
                    <a:pt x="183849" y="182766"/>
                  </a:lnTo>
                  <a:lnTo>
                    <a:pt x="184044" y="183120"/>
                  </a:lnTo>
                  <a:lnTo>
                    <a:pt x="183889" y="183316"/>
                  </a:lnTo>
                  <a:lnTo>
                    <a:pt x="183463" y="183489"/>
                  </a:lnTo>
                  <a:lnTo>
                    <a:pt x="182903" y="183529"/>
                  </a:lnTo>
                  <a:lnTo>
                    <a:pt x="182646" y="183200"/>
                  </a:lnTo>
                  <a:lnTo>
                    <a:pt x="182717" y="18298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7119822" y="1663308"/>
              <a:ext cx="183295" cy="183187"/>
            </a:xfrm>
            <a:custGeom>
              <a:avLst/>
              <a:pathLst>
                <a:path w="183295" h="183187">
                  <a:moveTo>
                    <a:pt x="182879" y="182880"/>
                  </a:moveTo>
                  <a:lnTo>
                    <a:pt x="183125" y="182931"/>
                  </a:lnTo>
                  <a:lnTo>
                    <a:pt x="183295" y="183054"/>
                  </a:lnTo>
                  <a:lnTo>
                    <a:pt x="182909" y="183187"/>
                  </a:lnTo>
                  <a:lnTo>
                    <a:pt x="182662" y="18316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7119267" y="1662843"/>
              <a:ext cx="183173" cy="183740"/>
            </a:xfrm>
            <a:custGeom>
              <a:avLst/>
              <a:pathLst>
                <a:path w="183173" h="183740">
                  <a:moveTo>
                    <a:pt x="182879" y="182880"/>
                  </a:moveTo>
                  <a:lnTo>
                    <a:pt x="183115" y="182967"/>
                  </a:lnTo>
                  <a:lnTo>
                    <a:pt x="183173" y="183113"/>
                  </a:lnTo>
                  <a:lnTo>
                    <a:pt x="183155" y="183272"/>
                  </a:lnTo>
                  <a:lnTo>
                    <a:pt x="182936" y="183718"/>
                  </a:lnTo>
                  <a:lnTo>
                    <a:pt x="182770" y="183740"/>
                  </a:lnTo>
                  <a:lnTo>
                    <a:pt x="182467" y="183415"/>
                  </a:lnTo>
                  <a:lnTo>
                    <a:pt x="182517" y="18314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7122013" y="1663814"/>
              <a:ext cx="183015" cy="182880"/>
            </a:xfrm>
            <a:custGeom>
              <a:avLst/>
              <a:pathLst>
                <a:path w="183015" h="182880">
                  <a:moveTo>
                    <a:pt x="182879" y="182880"/>
                  </a:moveTo>
                  <a:lnTo>
                    <a:pt x="182277" y="182534"/>
                  </a:lnTo>
                  <a:lnTo>
                    <a:pt x="182101" y="182426"/>
                  </a:lnTo>
                  <a:lnTo>
                    <a:pt x="181906" y="182350"/>
                  </a:lnTo>
                  <a:lnTo>
                    <a:pt x="181755" y="182290"/>
                  </a:lnTo>
                  <a:lnTo>
                    <a:pt x="181441" y="182224"/>
                  </a:lnTo>
                  <a:lnTo>
                    <a:pt x="181249" y="182018"/>
                  </a:lnTo>
                  <a:lnTo>
                    <a:pt x="181439" y="181927"/>
                  </a:lnTo>
                  <a:lnTo>
                    <a:pt x="181574" y="181825"/>
                  </a:lnTo>
                  <a:lnTo>
                    <a:pt x="182137" y="181662"/>
                  </a:lnTo>
                  <a:lnTo>
                    <a:pt x="182581" y="182088"/>
                  </a:lnTo>
                  <a:lnTo>
                    <a:pt x="182957" y="182561"/>
                  </a:lnTo>
                  <a:lnTo>
                    <a:pt x="183015" y="18280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7120246" y="1662586"/>
              <a:ext cx="182879" cy="183132"/>
            </a:xfrm>
            <a:custGeom>
              <a:avLst/>
              <a:pathLst>
                <a:path w="182879" h="183132">
                  <a:moveTo>
                    <a:pt x="182879" y="182880"/>
                  </a:moveTo>
                  <a:lnTo>
                    <a:pt x="182680" y="183132"/>
                  </a:lnTo>
                  <a:lnTo>
                    <a:pt x="182431" y="18292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7114314" y="1654870"/>
              <a:ext cx="196441" cy="192614"/>
            </a:xfrm>
            <a:custGeom>
              <a:avLst/>
              <a:pathLst>
                <a:path w="196441" h="192614">
                  <a:moveTo>
                    <a:pt x="182879" y="182880"/>
                  </a:moveTo>
                  <a:lnTo>
                    <a:pt x="183080" y="182985"/>
                  </a:lnTo>
                  <a:lnTo>
                    <a:pt x="183232" y="183031"/>
                  </a:lnTo>
                  <a:lnTo>
                    <a:pt x="183575" y="183090"/>
                  </a:lnTo>
                  <a:lnTo>
                    <a:pt x="183939" y="183215"/>
                  </a:lnTo>
                  <a:lnTo>
                    <a:pt x="184188" y="183387"/>
                  </a:lnTo>
                  <a:lnTo>
                    <a:pt x="184462" y="183524"/>
                  </a:lnTo>
                  <a:lnTo>
                    <a:pt x="185144" y="183583"/>
                  </a:lnTo>
                  <a:lnTo>
                    <a:pt x="185446" y="183498"/>
                  </a:lnTo>
                  <a:lnTo>
                    <a:pt x="185904" y="183370"/>
                  </a:lnTo>
                  <a:lnTo>
                    <a:pt x="186186" y="183291"/>
                  </a:lnTo>
                  <a:lnTo>
                    <a:pt x="186406" y="183227"/>
                  </a:lnTo>
                  <a:lnTo>
                    <a:pt x="186598" y="183171"/>
                  </a:lnTo>
                  <a:lnTo>
                    <a:pt x="186860" y="183120"/>
                  </a:lnTo>
                  <a:lnTo>
                    <a:pt x="187231" y="183116"/>
                  </a:lnTo>
                  <a:lnTo>
                    <a:pt x="187460" y="183209"/>
                  </a:lnTo>
                  <a:lnTo>
                    <a:pt x="187783" y="183647"/>
                  </a:lnTo>
                  <a:lnTo>
                    <a:pt x="187977" y="183984"/>
                  </a:lnTo>
                  <a:lnTo>
                    <a:pt x="188253" y="184182"/>
                  </a:lnTo>
                  <a:lnTo>
                    <a:pt x="188467" y="184423"/>
                  </a:lnTo>
                  <a:lnTo>
                    <a:pt x="188830" y="184900"/>
                  </a:lnTo>
                  <a:lnTo>
                    <a:pt x="189017" y="185018"/>
                  </a:lnTo>
                  <a:lnTo>
                    <a:pt x="189207" y="185111"/>
                  </a:lnTo>
                  <a:lnTo>
                    <a:pt x="189766" y="185113"/>
                  </a:lnTo>
                  <a:lnTo>
                    <a:pt x="190054" y="185168"/>
                  </a:lnTo>
                  <a:lnTo>
                    <a:pt x="190491" y="185216"/>
                  </a:lnTo>
                  <a:lnTo>
                    <a:pt x="190944" y="185222"/>
                  </a:lnTo>
                  <a:lnTo>
                    <a:pt x="191354" y="185245"/>
                  </a:lnTo>
                  <a:lnTo>
                    <a:pt x="192140" y="185190"/>
                  </a:lnTo>
                  <a:lnTo>
                    <a:pt x="192536" y="185247"/>
                  </a:lnTo>
                  <a:lnTo>
                    <a:pt x="192740" y="185383"/>
                  </a:lnTo>
                  <a:lnTo>
                    <a:pt x="193212" y="185650"/>
                  </a:lnTo>
                  <a:lnTo>
                    <a:pt x="193471" y="185595"/>
                  </a:lnTo>
                  <a:lnTo>
                    <a:pt x="193906" y="185502"/>
                  </a:lnTo>
                  <a:lnTo>
                    <a:pt x="194116" y="185501"/>
                  </a:lnTo>
                  <a:lnTo>
                    <a:pt x="194671" y="185735"/>
                  </a:lnTo>
                  <a:lnTo>
                    <a:pt x="194830" y="186128"/>
                  </a:lnTo>
                  <a:lnTo>
                    <a:pt x="194766" y="186612"/>
                  </a:lnTo>
                  <a:lnTo>
                    <a:pt x="194141" y="186654"/>
                  </a:lnTo>
                  <a:lnTo>
                    <a:pt x="193712" y="186506"/>
                  </a:lnTo>
                  <a:lnTo>
                    <a:pt x="193015" y="186913"/>
                  </a:lnTo>
                  <a:lnTo>
                    <a:pt x="193080" y="187131"/>
                  </a:lnTo>
                  <a:lnTo>
                    <a:pt x="193220" y="187191"/>
                  </a:lnTo>
                  <a:lnTo>
                    <a:pt x="193428" y="187253"/>
                  </a:lnTo>
                  <a:lnTo>
                    <a:pt x="193827" y="187177"/>
                  </a:lnTo>
                  <a:lnTo>
                    <a:pt x="194017" y="187170"/>
                  </a:lnTo>
                  <a:lnTo>
                    <a:pt x="194449" y="187156"/>
                  </a:lnTo>
                  <a:lnTo>
                    <a:pt x="194567" y="187401"/>
                  </a:lnTo>
                  <a:lnTo>
                    <a:pt x="194643" y="187555"/>
                  </a:lnTo>
                  <a:lnTo>
                    <a:pt x="194993" y="188077"/>
                  </a:lnTo>
                  <a:lnTo>
                    <a:pt x="195181" y="188339"/>
                  </a:lnTo>
                  <a:lnTo>
                    <a:pt x="195510" y="188442"/>
                  </a:lnTo>
                  <a:lnTo>
                    <a:pt x="195722" y="188612"/>
                  </a:lnTo>
                  <a:lnTo>
                    <a:pt x="196256" y="189219"/>
                  </a:lnTo>
                  <a:lnTo>
                    <a:pt x="196420" y="189175"/>
                  </a:lnTo>
                  <a:lnTo>
                    <a:pt x="196441" y="189337"/>
                  </a:lnTo>
                  <a:lnTo>
                    <a:pt x="196131" y="189476"/>
                  </a:lnTo>
                  <a:lnTo>
                    <a:pt x="196061" y="189650"/>
                  </a:lnTo>
                  <a:lnTo>
                    <a:pt x="196076" y="189925"/>
                  </a:lnTo>
                  <a:lnTo>
                    <a:pt x="196347" y="190080"/>
                  </a:lnTo>
                  <a:lnTo>
                    <a:pt x="195856" y="191326"/>
                  </a:lnTo>
                  <a:lnTo>
                    <a:pt x="195646" y="191861"/>
                  </a:lnTo>
                  <a:lnTo>
                    <a:pt x="195626" y="192134"/>
                  </a:lnTo>
                  <a:lnTo>
                    <a:pt x="195435" y="192425"/>
                  </a:lnTo>
                  <a:lnTo>
                    <a:pt x="195129" y="192378"/>
                  </a:lnTo>
                  <a:lnTo>
                    <a:pt x="194889" y="192406"/>
                  </a:lnTo>
                  <a:lnTo>
                    <a:pt x="194663" y="192468"/>
                  </a:lnTo>
                  <a:lnTo>
                    <a:pt x="194392" y="192587"/>
                  </a:lnTo>
                  <a:lnTo>
                    <a:pt x="194236" y="192614"/>
                  </a:lnTo>
                  <a:lnTo>
                    <a:pt x="194094" y="192596"/>
                  </a:lnTo>
                  <a:lnTo>
                    <a:pt x="193907" y="192517"/>
                  </a:lnTo>
                  <a:lnTo>
                    <a:pt x="193764" y="192405"/>
                  </a:lnTo>
                  <a:lnTo>
                    <a:pt x="193513" y="192207"/>
                  </a:lnTo>
                  <a:lnTo>
                    <a:pt x="192879" y="191743"/>
                  </a:lnTo>
                  <a:lnTo>
                    <a:pt x="192622" y="191583"/>
                  </a:lnTo>
                  <a:lnTo>
                    <a:pt x="192405" y="191459"/>
                  </a:lnTo>
                  <a:lnTo>
                    <a:pt x="192209" y="191378"/>
                  </a:lnTo>
                  <a:lnTo>
                    <a:pt x="191587" y="191125"/>
                  </a:lnTo>
                  <a:lnTo>
                    <a:pt x="191454" y="191072"/>
                  </a:lnTo>
                  <a:lnTo>
                    <a:pt x="190786" y="190842"/>
                  </a:lnTo>
                  <a:lnTo>
                    <a:pt x="190655" y="190803"/>
                  </a:lnTo>
                  <a:lnTo>
                    <a:pt x="190093" y="190448"/>
                  </a:lnTo>
                  <a:lnTo>
                    <a:pt x="189943" y="190348"/>
                  </a:lnTo>
                  <a:lnTo>
                    <a:pt x="189226" y="190392"/>
                  </a:lnTo>
                  <a:lnTo>
                    <a:pt x="188905" y="190439"/>
                  </a:lnTo>
                  <a:lnTo>
                    <a:pt x="188777" y="190398"/>
                  </a:lnTo>
                  <a:lnTo>
                    <a:pt x="188643" y="190389"/>
                  </a:lnTo>
                  <a:lnTo>
                    <a:pt x="188489" y="190407"/>
                  </a:lnTo>
                  <a:lnTo>
                    <a:pt x="187868" y="190360"/>
                  </a:lnTo>
                  <a:lnTo>
                    <a:pt x="187650" y="189940"/>
                  </a:lnTo>
                  <a:lnTo>
                    <a:pt x="187320" y="189656"/>
                  </a:lnTo>
                  <a:lnTo>
                    <a:pt x="187152" y="189614"/>
                  </a:lnTo>
                  <a:lnTo>
                    <a:pt x="186781" y="189615"/>
                  </a:lnTo>
                  <a:lnTo>
                    <a:pt x="186259" y="189542"/>
                  </a:lnTo>
                  <a:lnTo>
                    <a:pt x="185873" y="189558"/>
                  </a:lnTo>
                  <a:lnTo>
                    <a:pt x="185743" y="189600"/>
                  </a:lnTo>
                  <a:lnTo>
                    <a:pt x="185176" y="190064"/>
                  </a:lnTo>
                  <a:lnTo>
                    <a:pt x="184789" y="190198"/>
                  </a:lnTo>
                  <a:lnTo>
                    <a:pt x="184605" y="190337"/>
                  </a:lnTo>
                  <a:lnTo>
                    <a:pt x="184230" y="190056"/>
                  </a:lnTo>
                  <a:lnTo>
                    <a:pt x="184021" y="189469"/>
                  </a:lnTo>
                  <a:lnTo>
                    <a:pt x="183694" y="188890"/>
                  </a:lnTo>
                  <a:lnTo>
                    <a:pt x="183187" y="188217"/>
                  </a:lnTo>
                  <a:lnTo>
                    <a:pt x="182940" y="188016"/>
                  </a:lnTo>
                  <a:lnTo>
                    <a:pt x="182642" y="187799"/>
                  </a:lnTo>
                  <a:lnTo>
                    <a:pt x="182551" y="187671"/>
                  </a:lnTo>
                  <a:lnTo>
                    <a:pt x="182459" y="187521"/>
                  </a:lnTo>
                  <a:lnTo>
                    <a:pt x="182622" y="187007"/>
                  </a:lnTo>
                  <a:lnTo>
                    <a:pt x="182838" y="186252"/>
                  </a:lnTo>
                  <a:lnTo>
                    <a:pt x="182829" y="185748"/>
                  </a:lnTo>
                  <a:lnTo>
                    <a:pt x="182756" y="185474"/>
                  </a:lnTo>
                  <a:lnTo>
                    <a:pt x="182462" y="185076"/>
                  </a:lnTo>
                  <a:lnTo>
                    <a:pt x="182178" y="184733"/>
                  </a:lnTo>
                  <a:lnTo>
                    <a:pt x="181856" y="184353"/>
                  </a:lnTo>
                  <a:lnTo>
                    <a:pt x="181528" y="183564"/>
                  </a:lnTo>
                  <a:lnTo>
                    <a:pt x="181313" y="183261"/>
                  </a:lnTo>
                  <a:lnTo>
                    <a:pt x="181120" y="183072"/>
                  </a:lnTo>
                  <a:lnTo>
                    <a:pt x="180871" y="182917"/>
                  </a:lnTo>
                  <a:lnTo>
                    <a:pt x="180839" y="182695"/>
                  </a:lnTo>
                  <a:lnTo>
                    <a:pt x="180943" y="182454"/>
                  </a:lnTo>
                  <a:lnTo>
                    <a:pt x="181192" y="182239"/>
                  </a:lnTo>
                  <a:lnTo>
                    <a:pt x="181509" y="181968"/>
                  </a:lnTo>
                  <a:lnTo>
                    <a:pt x="182433" y="182531"/>
                  </a:lnTo>
                  <a:lnTo>
                    <a:pt x="182432" y="182795"/>
                  </a:lnTo>
                  <a:lnTo>
                    <a:pt x="182613" y="18266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7120464" y="1656445"/>
              <a:ext cx="183158" cy="183247"/>
            </a:xfrm>
            <a:custGeom>
              <a:avLst/>
              <a:pathLst>
                <a:path w="183158" h="183247">
                  <a:moveTo>
                    <a:pt x="182879" y="182880"/>
                  </a:moveTo>
                  <a:lnTo>
                    <a:pt x="183152" y="183035"/>
                  </a:lnTo>
                  <a:lnTo>
                    <a:pt x="183158" y="18324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7122197" y="1653538"/>
              <a:ext cx="183416" cy="185134"/>
            </a:xfrm>
            <a:custGeom>
              <a:avLst/>
              <a:pathLst>
                <a:path w="183416" h="185134">
                  <a:moveTo>
                    <a:pt x="182879" y="182880"/>
                  </a:moveTo>
                  <a:lnTo>
                    <a:pt x="183416" y="183020"/>
                  </a:lnTo>
                  <a:lnTo>
                    <a:pt x="182765" y="183589"/>
                  </a:lnTo>
                  <a:lnTo>
                    <a:pt x="182535" y="183823"/>
                  </a:lnTo>
                  <a:lnTo>
                    <a:pt x="182541" y="184198"/>
                  </a:lnTo>
                  <a:lnTo>
                    <a:pt x="182411" y="184450"/>
                  </a:lnTo>
                  <a:lnTo>
                    <a:pt x="182097" y="184680"/>
                  </a:lnTo>
                  <a:lnTo>
                    <a:pt x="181858" y="185114"/>
                  </a:lnTo>
                  <a:lnTo>
                    <a:pt x="181512" y="185134"/>
                  </a:lnTo>
                  <a:lnTo>
                    <a:pt x="181202" y="184847"/>
                  </a:lnTo>
                  <a:lnTo>
                    <a:pt x="180989" y="184420"/>
                  </a:lnTo>
                  <a:lnTo>
                    <a:pt x="180879" y="183980"/>
                  </a:lnTo>
                  <a:lnTo>
                    <a:pt x="180959" y="183543"/>
                  </a:lnTo>
                  <a:lnTo>
                    <a:pt x="181168" y="182954"/>
                  </a:lnTo>
                  <a:lnTo>
                    <a:pt x="181813" y="182628"/>
                  </a:lnTo>
                  <a:lnTo>
                    <a:pt x="182131" y="182691"/>
                  </a:lnTo>
                  <a:lnTo>
                    <a:pt x="182389" y="182869"/>
                  </a:lnTo>
                  <a:lnTo>
                    <a:pt x="182662" y="18283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7119648" y="1652345"/>
              <a:ext cx="183608" cy="183342"/>
            </a:xfrm>
            <a:custGeom>
              <a:avLst/>
              <a:pathLst>
                <a:path w="183608" h="183342">
                  <a:moveTo>
                    <a:pt x="182879" y="182880"/>
                  </a:moveTo>
                  <a:lnTo>
                    <a:pt x="183077" y="182751"/>
                  </a:lnTo>
                  <a:lnTo>
                    <a:pt x="183302" y="182729"/>
                  </a:lnTo>
                  <a:lnTo>
                    <a:pt x="183499" y="182808"/>
                  </a:lnTo>
                  <a:lnTo>
                    <a:pt x="183608" y="182962"/>
                  </a:lnTo>
                  <a:lnTo>
                    <a:pt x="183147" y="183221"/>
                  </a:lnTo>
                  <a:lnTo>
                    <a:pt x="182758" y="18334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7121839" y="1652335"/>
              <a:ext cx="183540" cy="183138"/>
            </a:xfrm>
            <a:custGeom>
              <a:avLst/>
              <a:pathLst>
                <a:path w="183540" h="183138">
                  <a:moveTo>
                    <a:pt x="182879" y="182880"/>
                  </a:moveTo>
                  <a:lnTo>
                    <a:pt x="182620" y="182970"/>
                  </a:lnTo>
                  <a:lnTo>
                    <a:pt x="182707" y="182452"/>
                  </a:lnTo>
                  <a:lnTo>
                    <a:pt x="182892" y="182395"/>
                  </a:lnTo>
                  <a:lnTo>
                    <a:pt x="183074" y="182394"/>
                  </a:lnTo>
                  <a:lnTo>
                    <a:pt x="183416" y="182578"/>
                  </a:lnTo>
                  <a:lnTo>
                    <a:pt x="183535" y="182834"/>
                  </a:lnTo>
                  <a:lnTo>
                    <a:pt x="183540" y="183061"/>
                  </a:lnTo>
                  <a:lnTo>
                    <a:pt x="183373" y="183097"/>
                  </a:lnTo>
                  <a:lnTo>
                    <a:pt x="183179" y="18313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7123425" y="1651880"/>
              <a:ext cx="183489" cy="183383"/>
            </a:xfrm>
            <a:custGeom>
              <a:avLst/>
              <a:pathLst>
                <a:path w="183489" h="183383">
                  <a:moveTo>
                    <a:pt x="182879" y="182880"/>
                  </a:moveTo>
                  <a:lnTo>
                    <a:pt x="183069" y="182732"/>
                  </a:lnTo>
                  <a:lnTo>
                    <a:pt x="183242" y="182751"/>
                  </a:lnTo>
                  <a:lnTo>
                    <a:pt x="183489" y="183081"/>
                  </a:lnTo>
                  <a:lnTo>
                    <a:pt x="183433" y="183383"/>
                  </a:lnTo>
                  <a:lnTo>
                    <a:pt x="183245" y="183287"/>
                  </a:lnTo>
                  <a:lnTo>
                    <a:pt x="182897" y="183225"/>
                  </a:lnTo>
                  <a:lnTo>
                    <a:pt x="182803" y="18307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7126668" y="1650371"/>
              <a:ext cx="183076" cy="184108"/>
            </a:xfrm>
            <a:custGeom>
              <a:avLst/>
              <a:pathLst>
                <a:path w="183076" h="184108">
                  <a:moveTo>
                    <a:pt x="182879" y="182880"/>
                  </a:moveTo>
                  <a:lnTo>
                    <a:pt x="183076" y="183153"/>
                  </a:lnTo>
                  <a:lnTo>
                    <a:pt x="182965" y="183464"/>
                  </a:lnTo>
                  <a:lnTo>
                    <a:pt x="182671" y="183481"/>
                  </a:lnTo>
                  <a:lnTo>
                    <a:pt x="182452" y="183475"/>
                  </a:lnTo>
                  <a:lnTo>
                    <a:pt x="182253" y="183493"/>
                  </a:lnTo>
                  <a:lnTo>
                    <a:pt x="182117" y="183505"/>
                  </a:lnTo>
                  <a:lnTo>
                    <a:pt x="181682" y="183584"/>
                  </a:lnTo>
                  <a:lnTo>
                    <a:pt x="181376" y="183738"/>
                  </a:lnTo>
                  <a:lnTo>
                    <a:pt x="181142" y="183989"/>
                  </a:lnTo>
                  <a:lnTo>
                    <a:pt x="180928" y="184108"/>
                  </a:lnTo>
                  <a:lnTo>
                    <a:pt x="180765" y="184090"/>
                  </a:lnTo>
                  <a:lnTo>
                    <a:pt x="180692" y="183937"/>
                  </a:lnTo>
                  <a:lnTo>
                    <a:pt x="180710" y="183415"/>
                  </a:lnTo>
                  <a:lnTo>
                    <a:pt x="180723" y="183272"/>
                  </a:lnTo>
                  <a:lnTo>
                    <a:pt x="180788" y="183075"/>
                  </a:lnTo>
                  <a:lnTo>
                    <a:pt x="181050" y="182654"/>
                  </a:lnTo>
                  <a:lnTo>
                    <a:pt x="181266" y="182637"/>
                  </a:lnTo>
                  <a:lnTo>
                    <a:pt x="181424" y="182624"/>
                  </a:lnTo>
                  <a:lnTo>
                    <a:pt x="181572" y="182629"/>
                  </a:lnTo>
                  <a:lnTo>
                    <a:pt x="182424" y="182694"/>
                  </a:lnTo>
                  <a:lnTo>
                    <a:pt x="182672" y="18292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7122399" y="1647443"/>
              <a:ext cx="184580" cy="187198"/>
            </a:xfrm>
            <a:custGeom>
              <a:avLst/>
              <a:pathLst>
                <a:path w="184580" h="187198">
                  <a:moveTo>
                    <a:pt x="182879" y="182880"/>
                  </a:moveTo>
                  <a:lnTo>
                    <a:pt x="183055" y="182822"/>
                  </a:lnTo>
                  <a:lnTo>
                    <a:pt x="183434" y="182780"/>
                  </a:lnTo>
                  <a:lnTo>
                    <a:pt x="183703" y="182806"/>
                  </a:lnTo>
                  <a:lnTo>
                    <a:pt x="183621" y="183134"/>
                  </a:lnTo>
                  <a:lnTo>
                    <a:pt x="183618" y="183291"/>
                  </a:lnTo>
                  <a:lnTo>
                    <a:pt x="183707" y="183585"/>
                  </a:lnTo>
                  <a:lnTo>
                    <a:pt x="183838" y="183779"/>
                  </a:lnTo>
                  <a:lnTo>
                    <a:pt x="184115" y="184042"/>
                  </a:lnTo>
                  <a:lnTo>
                    <a:pt x="184580" y="183964"/>
                  </a:lnTo>
                  <a:lnTo>
                    <a:pt x="184574" y="184107"/>
                  </a:lnTo>
                  <a:lnTo>
                    <a:pt x="184240" y="184382"/>
                  </a:lnTo>
                  <a:lnTo>
                    <a:pt x="183817" y="184480"/>
                  </a:lnTo>
                  <a:lnTo>
                    <a:pt x="183668" y="184639"/>
                  </a:lnTo>
                  <a:lnTo>
                    <a:pt x="184251" y="185401"/>
                  </a:lnTo>
                  <a:lnTo>
                    <a:pt x="184008" y="185671"/>
                  </a:lnTo>
                  <a:lnTo>
                    <a:pt x="183923" y="185973"/>
                  </a:lnTo>
                  <a:lnTo>
                    <a:pt x="183882" y="186458"/>
                  </a:lnTo>
                  <a:lnTo>
                    <a:pt x="183894" y="186666"/>
                  </a:lnTo>
                  <a:lnTo>
                    <a:pt x="183974" y="187136"/>
                  </a:lnTo>
                  <a:lnTo>
                    <a:pt x="183827" y="187198"/>
                  </a:lnTo>
                  <a:lnTo>
                    <a:pt x="183335" y="186943"/>
                  </a:lnTo>
                  <a:lnTo>
                    <a:pt x="182992" y="187006"/>
                  </a:lnTo>
                  <a:lnTo>
                    <a:pt x="182890" y="186805"/>
                  </a:lnTo>
                  <a:lnTo>
                    <a:pt x="182563" y="186625"/>
                  </a:lnTo>
                  <a:lnTo>
                    <a:pt x="182262" y="186606"/>
                  </a:lnTo>
                  <a:lnTo>
                    <a:pt x="182092" y="186595"/>
                  </a:lnTo>
                  <a:lnTo>
                    <a:pt x="181433" y="186561"/>
                  </a:lnTo>
                  <a:lnTo>
                    <a:pt x="181011" y="186440"/>
                  </a:lnTo>
                  <a:lnTo>
                    <a:pt x="180598" y="186322"/>
                  </a:lnTo>
                  <a:lnTo>
                    <a:pt x="180380" y="186220"/>
                  </a:lnTo>
                  <a:lnTo>
                    <a:pt x="180245" y="186142"/>
                  </a:lnTo>
                  <a:lnTo>
                    <a:pt x="179536" y="185537"/>
                  </a:lnTo>
                  <a:lnTo>
                    <a:pt x="179108" y="185234"/>
                  </a:lnTo>
                  <a:lnTo>
                    <a:pt x="178971" y="185234"/>
                  </a:lnTo>
                  <a:lnTo>
                    <a:pt x="178184" y="184839"/>
                  </a:lnTo>
                  <a:lnTo>
                    <a:pt x="177939" y="184665"/>
                  </a:lnTo>
                  <a:lnTo>
                    <a:pt x="177757" y="184655"/>
                  </a:lnTo>
                  <a:lnTo>
                    <a:pt x="177504" y="184537"/>
                  </a:lnTo>
                  <a:lnTo>
                    <a:pt x="177358" y="184429"/>
                  </a:lnTo>
                  <a:lnTo>
                    <a:pt x="177206" y="184126"/>
                  </a:lnTo>
                  <a:lnTo>
                    <a:pt x="177460" y="184103"/>
                  </a:lnTo>
                  <a:lnTo>
                    <a:pt x="177772" y="184152"/>
                  </a:lnTo>
                  <a:lnTo>
                    <a:pt x="178100" y="184016"/>
                  </a:lnTo>
                  <a:lnTo>
                    <a:pt x="178660" y="184058"/>
                  </a:lnTo>
                  <a:lnTo>
                    <a:pt x="179094" y="184110"/>
                  </a:lnTo>
                  <a:lnTo>
                    <a:pt x="179220" y="183921"/>
                  </a:lnTo>
                  <a:lnTo>
                    <a:pt x="179917" y="183510"/>
                  </a:lnTo>
                  <a:lnTo>
                    <a:pt x="180300" y="183602"/>
                  </a:lnTo>
                  <a:lnTo>
                    <a:pt x="180663" y="183589"/>
                  </a:lnTo>
                  <a:lnTo>
                    <a:pt x="181204" y="183144"/>
                  </a:lnTo>
                  <a:lnTo>
                    <a:pt x="181737" y="182706"/>
                  </a:lnTo>
                  <a:lnTo>
                    <a:pt x="182254" y="18259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7126613" y="164027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7124580" y="1639455"/>
              <a:ext cx="183347" cy="182880"/>
            </a:xfrm>
            <a:custGeom>
              <a:avLst/>
              <a:pathLst>
                <a:path w="183347" h="182880">
                  <a:moveTo>
                    <a:pt x="182879" y="182880"/>
                  </a:moveTo>
                  <a:lnTo>
                    <a:pt x="182931" y="182625"/>
                  </a:lnTo>
                  <a:lnTo>
                    <a:pt x="183092" y="182468"/>
                  </a:lnTo>
                  <a:lnTo>
                    <a:pt x="183347" y="18229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7119591" y="163574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91" y="182827"/>
                  </a:lnTo>
                  <a:lnTo>
                    <a:pt x="182396" y="182794"/>
                  </a:lnTo>
                  <a:lnTo>
                    <a:pt x="182160" y="182797"/>
                  </a:lnTo>
                  <a:lnTo>
                    <a:pt x="181876" y="182678"/>
                  </a:lnTo>
                  <a:lnTo>
                    <a:pt x="181938" y="182529"/>
                  </a:lnTo>
                  <a:lnTo>
                    <a:pt x="182169" y="182593"/>
                  </a:lnTo>
                  <a:lnTo>
                    <a:pt x="182334" y="18226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7120084" y="1634988"/>
              <a:ext cx="183095" cy="183045"/>
            </a:xfrm>
            <a:custGeom>
              <a:avLst/>
              <a:pathLst>
                <a:path w="183095" h="183045">
                  <a:moveTo>
                    <a:pt x="182879" y="182880"/>
                  </a:moveTo>
                  <a:lnTo>
                    <a:pt x="183095" y="182878"/>
                  </a:lnTo>
                  <a:lnTo>
                    <a:pt x="183079" y="183045"/>
                  </a:lnTo>
                  <a:lnTo>
                    <a:pt x="182877" y="183031"/>
                  </a:lnTo>
                  <a:lnTo>
                    <a:pt x="182738" y="18302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7125442" y="1633813"/>
              <a:ext cx="183521" cy="182880"/>
            </a:xfrm>
            <a:custGeom>
              <a:avLst/>
              <a:pathLst>
                <a:path w="183521" h="182880">
                  <a:moveTo>
                    <a:pt x="182879" y="182880"/>
                  </a:moveTo>
                  <a:lnTo>
                    <a:pt x="183102" y="182586"/>
                  </a:lnTo>
                  <a:lnTo>
                    <a:pt x="183378" y="182512"/>
                  </a:lnTo>
                  <a:lnTo>
                    <a:pt x="183521" y="18275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7127147" y="1669367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7128998" y="1668816"/>
              <a:ext cx="183152" cy="183585"/>
            </a:xfrm>
            <a:custGeom>
              <a:avLst/>
              <a:pathLst>
                <a:path w="183152" h="183585">
                  <a:moveTo>
                    <a:pt x="182879" y="182880"/>
                  </a:moveTo>
                  <a:lnTo>
                    <a:pt x="183039" y="182934"/>
                  </a:lnTo>
                  <a:lnTo>
                    <a:pt x="183152" y="183308"/>
                  </a:lnTo>
                  <a:lnTo>
                    <a:pt x="183012" y="183585"/>
                  </a:lnTo>
                  <a:lnTo>
                    <a:pt x="182779" y="183507"/>
                  </a:lnTo>
                  <a:lnTo>
                    <a:pt x="182404" y="183116"/>
                  </a:lnTo>
                  <a:lnTo>
                    <a:pt x="182538" y="182956"/>
                  </a:lnTo>
                  <a:lnTo>
                    <a:pt x="182678" y="18291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7127805" y="1667104"/>
              <a:ext cx="183162" cy="184247"/>
            </a:xfrm>
            <a:custGeom>
              <a:avLst/>
              <a:pathLst>
                <a:path w="183162" h="184247">
                  <a:moveTo>
                    <a:pt x="182879" y="182880"/>
                  </a:moveTo>
                  <a:lnTo>
                    <a:pt x="183162" y="183101"/>
                  </a:lnTo>
                  <a:lnTo>
                    <a:pt x="182880" y="183274"/>
                  </a:lnTo>
                  <a:lnTo>
                    <a:pt x="182785" y="183481"/>
                  </a:lnTo>
                  <a:lnTo>
                    <a:pt x="182888" y="183610"/>
                  </a:lnTo>
                  <a:lnTo>
                    <a:pt x="182744" y="183816"/>
                  </a:lnTo>
                  <a:lnTo>
                    <a:pt x="182340" y="183870"/>
                  </a:lnTo>
                  <a:lnTo>
                    <a:pt x="182279" y="184011"/>
                  </a:lnTo>
                  <a:lnTo>
                    <a:pt x="182009" y="184082"/>
                  </a:lnTo>
                  <a:lnTo>
                    <a:pt x="181881" y="184087"/>
                  </a:lnTo>
                  <a:lnTo>
                    <a:pt x="181543" y="184247"/>
                  </a:lnTo>
                  <a:lnTo>
                    <a:pt x="181177" y="184154"/>
                  </a:lnTo>
                  <a:lnTo>
                    <a:pt x="180768" y="183916"/>
                  </a:lnTo>
                  <a:lnTo>
                    <a:pt x="180669" y="183738"/>
                  </a:lnTo>
                  <a:lnTo>
                    <a:pt x="180653" y="183251"/>
                  </a:lnTo>
                  <a:lnTo>
                    <a:pt x="180825" y="183137"/>
                  </a:lnTo>
                  <a:lnTo>
                    <a:pt x="181370" y="182815"/>
                  </a:lnTo>
                  <a:lnTo>
                    <a:pt x="181969" y="183041"/>
                  </a:lnTo>
                  <a:lnTo>
                    <a:pt x="182183" y="18312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7129028" y="1664140"/>
              <a:ext cx="185198" cy="188143"/>
            </a:xfrm>
            <a:custGeom>
              <a:avLst/>
              <a:pathLst>
                <a:path w="185198" h="188143">
                  <a:moveTo>
                    <a:pt x="182879" y="182880"/>
                  </a:moveTo>
                  <a:lnTo>
                    <a:pt x="183581" y="183280"/>
                  </a:lnTo>
                  <a:lnTo>
                    <a:pt x="183611" y="183415"/>
                  </a:lnTo>
                  <a:lnTo>
                    <a:pt x="183865" y="183343"/>
                  </a:lnTo>
                  <a:lnTo>
                    <a:pt x="184580" y="183025"/>
                  </a:lnTo>
                  <a:lnTo>
                    <a:pt x="184750" y="183002"/>
                  </a:lnTo>
                  <a:lnTo>
                    <a:pt x="184658" y="183360"/>
                  </a:lnTo>
                  <a:lnTo>
                    <a:pt x="184661" y="183592"/>
                  </a:lnTo>
                  <a:lnTo>
                    <a:pt x="185096" y="184041"/>
                  </a:lnTo>
                  <a:lnTo>
                    <a:pt x="185099" y="184251"/>
                  </a:lnTo>
                  <a:lnTo>
                    <a:pt x="184681" y="184196"/>
                  </a:lnTo>
                  <a:lnTo>
                    <a:pt x="184135" y="184311"/>
                  </a:lnTo>
                  <a:lnTo>
                    <a:pt x="184311" y="184523"/>
                  </a:lnTo>
                  <a:lnTo>
                    <a:pt x="184674" y="184566"/>
                  </a:lnTo>
                  <a:lnTo>
                    <a:pt x="184900" y="185156"/>
                  </a:lnTo>
                  <a:lnTo>
                    <a:pt x="185193" y="185405"/>
                  </a:lnTo>
                  <a:lnTo>
                    <a:pt x="185198" y="185718"/>
                  </a:lnTo>
                  <a:lnTo>
                    <a:pt x="184611" y="185773"/>
                  </a:lnTo>
                  <a:lnTo>
                    <a:pt x="184561" y="185926"/>
                  </a:lnTo>
                  <a:lnTo>
                    <a:pt x="184169" y="186142"/>
                  </a:lnTo>
                  <a:lnTo>
                    <a:pt x="183854" y="186379"/>
                  </a:lnTo>
                  <a:lnTo>
                    <a:pt x="183761" y="186564"/>
                  </a:lnTo>
                  <a:lnTo>
                    <a:pt x="183816" y="187163"/>
                  </a:lnTo>
                  <a:lnTo>
                    <a:pt x="184118" y="187237"/>
                  </a:lnTo>
                  <a:lnTo>
                    <a:pt x="184520" y="187467"/>
                  </a:lnTo>
                  <a:lnTo>
                    <a:pt x="184466" y="187862"/>
                  </a:lnTo>
                  <a:lnTo>
                    <a:pt x="184493" y="188136"/>
                  </a:lnTo>
                  <a:lnTo>
                    <a:pt x="184339" y="188143"/>
                  </a:lnTo>
                  <a:lnTo>
                    <a:pt x="184023" y="187979"/>
                  </a:lnTo>
                  <a:lnTo>
                    <a:pt x="183859" y="187965"/>
                  </a:lnTo>
                  <a:lnTo>
                    <a:pt x="183400" y="187851"/>
                  </a:lnTo>
                  <a:lnTo>
                    <a:pt x="183040" y="187276"/>
                  </a:lnTo>
                  <a:lnTo>
                    <a:pt x="182963" y="187074"/>
                  </a:lnTo>
                  <a:lnTo>
                    <a:pt x="183021" y="186492"/>
                  </a:lnTo>
                  <a:lnTo>
                    <a:pt x="183192" y="186080"/>
                  </a:lnTo>
                  <a:lnTo>
                    <a:pt x="183190" y="185840"/>
                  </a:lnTo>
                  <a:lnTo>
                    <a:pt x="183056" y="185630"/>
                  </a:lnTo>
                  <a:lnTo>
                    <a:pt x="182776" y="184830"/>
                  </a:lnTo>
                  <a:lnTo>
                    <a:pt x="182251" y="184693"/>
                  </a:lnTo>
                  <a:lnTo>
                    <a:pt x="182160" y="184450"/>
                  </a:lnTo>
                  <a:lnTo>
                    <a:pt x="181915" y="184384"/>
                  </a:lnTo>
                  <a:lnTo>
                    <a:pt x="181709" y="184334"/>
                  </a:lnTo>
                  <a:lnTo>
                    <a:pt x="181568" y="184201"/>
                  </a:lnTo>
                  <a:lnTo>
                    <a:pt x="181311" y="183817"/>
                  </a:lnTo>
                  <a:lnTo>
                    <a:pt x="181308" y="183437"/>
                  </a:lnTo>
                  <a:lnTo>
                    <a:pt x="182045" y="182623"/>
                  </a:lnTo>
                  <a:lnTo>
                    <a:pt x="182216" y="18294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7132122" y="1664326"/>
              <a:ext cx="183236" cy="183696"/>
            </a:xfrm>
            <a:custGeom>
              <a:avLst/>
              <a:pathLst>
                <a:path w="183236" h="183696">
                  <a:moveTo>
                    <a:pt x="182879" y="182880"/>
                  </a:moveTo>
                  <a:lnTo>
                    <a:pt x="183140" y="182751"/>
                  </a:lnTo>
                  <a:lnTo>
                    <a:pt x="183236" y="182980"/>
                  </a:lnTo>
                  <a:lnTo>
                    <a:pt x="183178" y="183284"/>
                  </a:lnTo>
                  <a:lnTo>
                    <a:pt x="183123" y="183512"/>
                  </a:lnTo>
                  <a:lnTo>
                    <a:pt x="183013" y="183696"/>
                  </a:lnTo>
                  <a:lnTo>
                    <a:pt x="182879" y="183489"/>
                  </a:lnTo>
                  <a:lnTo>
                    <a:pt x="182817" y="18306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7132302" y="1664091"/>
              <a:ext cx="182879" cy="182923"/>
            </a:xfrm>
            <a:custGeom>
              <a:avLst/>
              <a:pathLst>
                <a:path w="182879" h="182923">
                  <a:moveTo>
                    <a:pt x="182879" y="182880"/>
                  </a:moveTo>
                  <a:lnTo>
                    <a:pt x="182476" y="182923"/>
                  </a:lnTo>
                  <a:lnTo>
                    <a:pt x="182449" y="182660"/>
                  </a:lnTo>
                  <a:lnTo>
                    <a:pt x="182617" y="18258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7132133" y="1663211"/>
              <a:ext cx="182879" cy="183158"/>
            </a:xfrm>
            <a:custGeom>
              <a:avLst/>
              <a:pathLst>
                <a:path w="182879" h="183158">
                  <a:moveTo>
                    <a:pt x="182879" y="182880"/>
                  </a:moveTo>
                  <a:lnTo>
                    <a:pt x="182727" y="183158"/>
                  </a:lnTo>
                  <a:lnTo>
                    <a:pt x="182543" y="183007"/>
                  </a:lnTo>
                  <a:lnTo>
                    <a:pt x="182628" y="18285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7130537" y="1661979"/>
              <a:ext cx="182879" cy="183996"/>
            </a:xfrm>
            <a:custGeom>
              <a:avLst/>
              <a:pathLst>
                <a:path w="182879" h="183996">
                  <a:moveTo>
                    <a:pt x="182879" y="182880"/>
                  </a:moveTo>
                  <a:lnTo>
                    <a:pt x="182578" y="182750"/>
                  </a:lnTo>
                  <a:lnTo>
                    <a:pt x="182267" y="182805"/>
                  </a:lnTo>
                  <a:lnTo>
                    <a:pt x="182178" y="182980"/>
                  </a:lnTo>
                  <a:lnTo>
                    <a:pt x="182025" y="183378"/>
                  </a:lnTo>
                  <a:lnTo>
                    <a:pt x="182067" y="183625"/>
                  </a:lnTo>
                  <a:lnTo>
                    <a:pt x="182079" y="183853"/>
                  </a:lnTo>
                  <a:lnTo>
                    <a:pt x="181850" y="183996"/>
                  </a:lnTo>
                  <a:lnTo>
                    <a:pt x="181707" y="183966"/>
                  </a:lnTo>
                  <a:lnTo>
                    <a:pt x="181523" y="183888"/>
                  </a:lnTo>
                  <a:lnTo>
                    <a:pt x="181333" y="183715"/>
                  </a:lnTo>
                  <a:lnTo>
                    <a:pt x="181397" y="183594"/>
                  </a:lnTo>
                  <a:lnTo>
                    <a:pt x="181477" y="183113"/>
                  </a:lnTo>
                  <a:lnTo>
                    <a:pt x="181538" y="182731"/>
                  </a:lnTo>
                  <a:lnTo>
                    <a:pt x="181729" y="182473"/>
                  </a:lnTo>
                  <a:lnTo>
                    <a:pt x="181782" y="181972"/>
                  </a:lnTo>
                  <a:lnTo>
                    <a:pt x="181711" y="181825"/>
                  </a:lnTo>
                  <a:lnTo>
                    <a:pt x="182193" y="181834"/>
                  </a:lnTo>
                  <a:lnTo>
                    <a:pt x="182710" y="181458"/>
                  </a:lnTo>
                  <a:lnTo>
                    <a:pt x="182567" y="181754"/>
                  </a:lnTo>
                  <a:lnTo>
                    <a:pt x="182431" y="182266"/>
                  </a:lnTo>
                  <a:lnTo>
                    <a:pt x="182533" y="18249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7131173" y="1660145"/>
              <a:ext cx="183134" cy="183689"/>
            </a:xfrm>
            <a:custGeom>
              <a:avLst/>
              <a:pathLst>
                <a:path w="183134" h="183689">
                  <a:moveTo>
                    <a:pt x="182879" y="182880"/>
                  </a:moveTo>
                  <a:lnTo>
                    <a:pt x="183005" y="183191"/>
                  </a:lnTo>
                  <a:lnTo>
                    <a:pt x="183134" y="183322"/>
                  </a:lnTo>
                  <a:lnTo>
                    <a:pt x="183066" y="183689"/>
                  </a:lnTo>
                  <a:lnTo>
                    <a:pt x="182877" y="183243"/>
                  </a:lnTo>
                  <a:lnTo>
                    <a:pt x="182707" y="18312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7144162" y="1656423"/>
              <a:ext cx="183727" cy="182880"/>
            </a:xfrm>
            <a:custGeom>
              <a:avLst/>
              <a:pathLst>
                <a:path w="183727" h="182880">
                  <a:moveTo>
                    <a:pt x="182879" y="182880"/>
                  </a:moveTo>
                  <a:lnTo>
                    <a:pt x="182671" y="182492"/>
                  </a:lnTo>
                  <a:lnTo>
                    <a:pt x="182795" y="182159"/>
                  </a:lnTo>
                  <a:lnTo>
                    <a:pt x="183165" y="182301"/>
                  </a:lnTo>
                  <a:lnTo>
                    <a:pt x="183386" y="182429"/>
                  </a:lnTo>
                  <a:lnTo>
                    <a:pt x="183727" y="182811"/>
                  </a:lnTo>
                  <a:lnTo>
                    <a:pt x="183225" y="18281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7142530" y="1654086"/>
              <a:ext cx="183052" cy="183338"/>
            </a:xfrm>
            <a:custGeom>
              <a:avLst/>
              <a:pathLst>
                <a:path w="183052" h="183338">
                  <a:moveTo>
                    <a:pt x="182879" y="182880"/>
                  </a:moveTo>
                  <a:lnTo>
                    <a:pt x="183052" y="183170"/>
                  </a:lnTo>
                  <a:lnTo>
                    <a:pt x="182725" y="183338"/>
                  </a:lnTo>
                  <a:lnTo>
                    <a:pt x="182619" y="18304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7140640" y="1652761"/>
              <a:ext cx="183664" cy="184135"/>
            </a:xfrm>
            <a:custGeom>
              <a:avLst/>
              <a:pathLst>
                <a:path w="183664" h="184135">
                  <a:moveTo>
                    <a:pt x="182879" y="182880"/>
                  </a:moveTo>
                  <a:lnTo>
                    <a:pt x="183196" y="182949"/>
                  </a:lnTo>
                  <a:lnTo>
                    <a:pt x="183365" y="183001"/>
                  </a:lnTo>
                  <a:lnTo>
                    <a:pt x="183572" y="183270"/>
                  </a:lnTo>
                  <a:lnTo>
                    <a:pt x="183664" y="183789"/>
                  </a:lnTo>
                  <a:lnTo>
                    <a:pt x="183495" y="184135"/>
                  </a:lnTo>
                  <a:lnTo>
                    <a:pt x="183429" y="183819"/>
                  </a:lnTo>
                  <a:lnTo>
                    <a:pt x="183208" y="183701"/>
                  </a:lnTo>
                  <a:lnTo>
                    <a:pt x="182887" y="18316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7141903" y="1652850"/>
              <a:ext cx="183136" cy="183720"/>
            </a:xfrm>
            <a:custGeom>
              <a:avLst/>
              <a:pathLst>
                <a:path w="183136" h="183720">
                  <a:moveTo>
                    <a:pt x="182879" y="182880"/>
                  </a:moveTo>
                  <a:lnTo>
                    <a:pt x="183134" y="182819"/>
                  </a:lnTo>
                  <a:lnTo>
                    <a:pt x="183136" y="183003"/>
                  </a:lnTo>
                  <a:lnTo>
                    <a:pt x="183071" y="183188"/>
                  </a:lnTo>
                  <a:lnTo>
                    <a:pt x="183117" y="183720"/>
                  </a:lnTo>
                  <a:lnTo>
                    <a:pt x="182943" y="183715"/>
                  </a:lnTo>
                  <a:lnTo>
                    <a:pt x="182751" y="18342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7139226" y="1652866"/>
              <a:ext cx="183532" cy="183800"/>
            </a:xfrm>
            <a:custGeom>
              <a:avLst/>
              <a:pathLst>
                <a:path w="183532" h="183800">
                  <a:moveTo>
                    <a:pt x="182879" y="182880"/>
                  </a:moveTo>
                  <a:lnTo>
                    <a:pt x="183059" y="182705"/>
                  </a:lnTo>
                  <a:lnTo>
                    <a:pt x="183212" y="182705"/>
                  </a:lnTo>
                  <a:lnTo>
                    <a:pt x="183399" y="182712"/>
                  </a:lnTo>
                  <a:lnTo>
                    <a:pt x="183426" y="182841"/>
                  </a:lnTo>
                  <a:lnTo>
                    <a:pt x="183503" y="183336"/>
                  </a:lnTo>
                  <a:lnTo>
                    <a:pt x="183532" y="183638"/>
                  </a:lnTo>
                  <a:lnTo>
                    <a:pt x="183501" y="183800"/>
                  </a:lnTo>
                  <a:lnTo>
                    <a:pt x="183253" y="183728"/>
                  </a:lnTo>
                  <a:lnTo>
                    <a:pt x="183114" y="18334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7137538" y="1652941"/>
              <a:ext cx="182879" cy="183351"/>
            </a:xfrm>
            <a:custGeom>
              <a:avLst/>
              <a:pathLst>
                <a:path w="182879" h="183351">
                  <a:moveTo>
                    <a:pt x="182879" y="182880"/>
                  </a:moveTo>
                  <a:lnTo>
                    <a:pt x="182710" y="18335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7133035" y="1651870"/>
              <a:ext cx="183914" cy="183470"/>
            </a:xfrm>
            <a:custGeom>
              <a:avLst/>
              <a:pathLst>
                <a:path w="183914" h="183470">
                  <a:moveTo>
                    <a:pt x="182879" y="182880"/>
                  </a:moveTo>
                  <a:lnTo>
                    <a:pt x="183091" y="182816"/>
                  </a:lnTo>
                  <a:lnTo>
                    <a:pt x="183551" y="182875"/>
                  </a:lnTo>
                  <a:lnTo>
                    <a:pt x="183914" y="183111"/>
                  </a:lnTo>
                  <a:lnTo>
                    <a:pt x="183896" y="183314"/>
                  </a:lnTo>
                  <a:lnTo>
                    <a:pt x="183745" y="183470"/>
                  </a:lnTo>
                  <a:lnTo>
                    <a:pt x="183233" y="183340"/>
                  </a:lnTo>
                  <a:lnTo>
                    <a:pt x="182765" y="183026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7127592" y="1651949"/>
              <a:ext cx="182879" cy="183136"/>
            </a:xfrm>
            <a:custGeom>
              <a:avLst/>
              <a:pathLst>
                <a:path w="182879" h="183136">
                  <a:moveTo>
                    <a:pt x="182879" y="182880"/>
                  </a:moveTo>
                  <a:lnTo>
                    <a:pt x="182613" y="183136"/>
                  </a:lnTo>
                  <a:lnTo>
                    <a:pt x="182475" y="18291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7134891" y="1651955"/>
              <a:ext cx="183062" cy="182880"/>
            </a:xfrm>
            <a:custGeom>
              <a:avLst/>
              <a:pathLst>
                <a:path w="183062" h="182880">
                  <a:moveTo>
                    <a:pt x="182879" y="182880"/>
                  </a:moveTo>
                  <a:lnTo>
                    <a:pt x="182625" y="182703"/>
                  </a:lnTo>
                  <a:lnTo>
                    <a:pt x="182887" y="182735"/>
                  </a:lnTo>
                  <a:lnTo>
                    <a:pt x="183062" y="18280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7130864" y="1651135"/>
              <a:ext cx="182879" cy="183783"/>
            </a:xfrm>
            <a:custGeom>
              <a:avLst/>
              <a:pathLst>
                <a:path w="182879" h="183783">
                  <a:moveTo>
                    <a:pt x="182879" y="182880"/>
                  </a:moveTo>
                  <a:lnTo>
                    <a:pt x="182731" y="183046"/>
                  </a:lnTo>
                  <a:lnTo>
                    <a:pt x="182551" y="183241"/>
                  </a:lnTo>
                  <a:lnTo>
                    <a:pt x="182438" y="183496"/>
                  </a:lnTo>
                  <a:lnTo>
                    <a:pt x="182345" y="183680"/>
                  </a:lnTo>
                  <a:lnTo>
                    <a:pt x="182005" y="183783"/>
                  </a:lnTo>
                  <a:lnTo>
                    <a:pt x="182066" y="183289"/>
                  </a:lnTo>
                  <a:lnTo>
                    <a:pt x="181899" y="183107"/>
                  </a:lnTo>
                  <a:lnTo>
                    <a:pt x="181358" y="183515"/>
                  </a:lnTo>
                  <a:lnTo>
                    <a:pt x="180463" y="183283"/>
                  </a:lnTo>
                  <a:lnTo>
                    <a:pt x="180046" y="183430"/>
                  </a:lnTo>
                  <a:lnTo>
                    <a:pt x="179486" y="183559"/>
                  </a:lnTo>
                  <a:lnTo>
                    <a:pt x="179337" y="183543"/>
                  </a:lnTo>
                  <a:lnTo>
                    <a:pt x="179089" y="183328"/>
                  </a:lnTo>
                  <a:lnTo>
                    <a:pt x="178988" y="183184"/>
                  </a:lnTo>
                  <a:lnTo>
                    <a:pt x="178717" y="183126"/>
                  </a:lnTo>
                  <a:lnTo>
                    <a:pt x="178328" y="183538"/>
                  </a:lnTo>
                  <a:lnTo>
                    <a:pt x="177621" y="183665"/>
                  </a:lnTo>
                  <a:lnTo>
                    <a:pt x="177371" y="183192"/>
                  </a:lnTo>
                  <a:lnTo>
                    <a:pt x="177504" y="183087"/>
                  </a:lnTo>
                  <a:lnTo>
                    <a:pt x="177993" y="183019"/>
                  </a:lnTo>
                  <a:lnTo>
                    <a:pt x="178974" y="182630"/>
                  </a:lnTo>
                  <a:lnTo>
                    <a:pt x="179292" y="182058"/>
                  </a:lnTo>
                  <a:lnTo>
                    <a:pt x="179458" y="181967"/>
                  </a:lnTo>
                  <a:lnTo>
                    <a:pt x="179602" y="181888"/>
                  </a:lnTo>
                  <a:lnTo>
                    <a:pt x="179929" y="181958"/>
                  </a:lnTo>
                  <a:lnTo>
                    <a:pt x="180081" y="181979"/>
                  </a:lnTo>
                  <a:lnTo>
                    <a:pt x="180460" y="181859"/>
                  </a:lnTo>
                  <a:lnTo>
                    <a:pt x="180737" y="181815"/>
                  </a:lnTo>
                  <a:lnTo>
                    <a:pt x="181408" y="181928"/>
                  </a:lnTo>
                  <a:lnTo>
                    <a:pt x="181698" y="181846"/>
                  </a:lnTo>
                  <a:lnTo>
                    <a:pt x="181935" y="181748"/>
                  </a:lnTo>
                  <a:lnTo>
                    <a:pt x="182130" y="181727"/>
                  </a:lnTo>
                  <a:lnTo>
                    <a:pt x="182355" y="181755"/>
                  </a:lnTo>
                  <a:lnTo>
                    <a:pt x="182446" y="182284"/>
                  </a:lnTo>
                  <a:lnTo>
                    <a:pt x="182628" y="182586"/>
                  </a:lnTo>
                  <a:lnTo>
                    <a:pt x="182874" y="18269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7128844" y="1649719"/>
              <a:ext cx="183139" cy="183014"/>
            </a:xfrm>
            <a:custGeom>
              <a:avLst/>
              <a:pathLst>
                <a:path w="183139" h="183014">
                  <a:moveTo>
                    <a:pt x="182879" y="182880"/>
                  </a:moveTo>
                  <a:lnTo>
                    <a:pt x="183022" y="182828"/>
                  </a:lnTo>
                  <a:lnTo>
                    <a:pt x="183139" y="182882"/>
                  </a:lnTo>
                  <a:lnTo>
                    <a:pt x="182959" y="182942"/>
                  </a:lnTo>
                  <a:lnTo>
                    <a:pt x="182701" y="18301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7132744" y="1644000"/>
              <a:ext cx="183213" cy="183113"/>
            </a:xfrm>
            <a:custGeom>
              <a:avLst/>
              <a:pathLst>
                <a:path w="183213" h="183113">
                  <a:moveTo>
                    <a:pt x="182879" y="182880"/>
                  </a:moveTo>
                  <a:lnTo>
                    <a:pt x="183213" y="182880"/>
                  </a:lnTo>
                  <a:lnTo>
                    <a:pt x="183069" y="183113"/>
                  </a:lnTo>
                  <a:lnTo>
                    <a:pt x="182857" y="183058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7133383" y="1643670"/>
              <a:ext cx="182879" cy="182935"/>
            </a:xfrm>
            <a:custGeom>
              <a:avLst/>
              <a:pathLst>
                <a:path w="182879" h="182935">
                  <a:moveTo>
                    <a:pt x="182879" y="182880"/>
                  </a:moveTo>
                  <a:lnTo>
                    <a:pt x="182395" y="182831"/>
                  </a:lnTo>
                  <a:lnTo>
                    <a:pt x="182245" y="182935"/>
                  </a:lnTo>
                  <a:lnTo>
                    <a:pt x="181657" y="182484"/>
                  </a:lnTo>
                  <a:lnTo>
                    <a:pt x="181925" y="182426"/>
                  </a:lnTo>
                  <a:lnTo>
                    <a:pt x="181922" y="182258"/>
                  </a:lnTo>
                  <a:lnTo>
                    <a:pt x="182278" y="181899"/>
                  </a:lnTo>
                  <a:lnTo>
                    <a:pt x="182405" y="182332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7129075" y="1641413"/>
              <a:ext cx="185359" cy="185462"/>
            </a:xfrm>
            <a:custGeom>
              <a:avLst/>
              <a:pathLst>
                <a:path w="185359" h="185462">
                  <a:moveTo>
                    <a:pt x="182879" y="182880"/>
                  </a:moveTo>
                  <a:lnTo>
                    <a:pt x="183020" y="183503"/>
                  </a:lnTo>
                  <a:lnTo>
                    <a:pt x="184008" y="183557"/>
                  </a:lnTo>
                  <a:lnTo>
                    <a:pt x="184392" y="183706"/>
                  </a:lnTo>
                  <a:lnTo>
                    <a:pt x="184646" y="183767"/>
                  </a:lnTo>
                  <a:lnTo>
                    <a:pt x="184920" y="184101"/>
                  </a:lnTo>
                  <a:lnTo>
                    <a:pt x="184941" y="184246"/>
                  </a:lnTo>
                  <a:lnTo>
                    <a:pt x="184832" y="184573"/>
                  </a:lnTo>
                  <a:lnTo>
                    <a:pt x="184565" y="184515"/>
                  </a:lnTo>
                  <a:lnTo>
                    <a:pt x="184578" y="184668"/>
                  </a:lnTo>
                  <a:lnTo>
                    <a:pt x="185359" y="185344"/>
                  </a:lnTo>
                  <a:lnTo>
                    <a:pt x="185010" y="185462"/>
                  </a:lnTo>
                  <a:lnTo>
                    <a:pt x="184833" y="185395"/>
                  </a:lnTo>
                  <a:lnTo>
                    <a:pt x="184331" y="185240"/>
                  </a:lnTo>
                  <a:lnTo>
                    <a:pt x="184198" y="185168"/>
                  </a:lnTo>
                  <a:lnTo>
                    <a:pt x="183722" y="184789"/>
                  </a:lnTo>
                  <a:lnTo>
                    <a:pt x="183178" y="184855"/>
                  </a:lnTo>
                  <a:lnTo>
                    <a:pt x="182925" y="184927"/>
                  </a:lnTo>
                  <a:lnTo>
                    <a:pt x="181860" y="184569"/>
                  </a:lnTo>
                  <a:lnTo>
                    <a:pt x="181808" y="185245"/>
                  </a:lnTo>
                  <a:lnTo>
                    <a:pt x="181078" y="185359"/>
                  </a:lnTo>
                  <a:lnTo>
                    <a:pt x="180369" y="185158"/>
                  </a:lnTo>
                  <a:lnTo>
                    <a:pt x="179800" y="185053"/>
                  </a:lnTo>
                  <a:lnTo>
                    <a:pt x="179416" y="184895"/>
                  </a:lnTo>
                  <a:lnTo>
                    <a:pt x="179515" y="184758"/>
                  </a:lnTo>
                  <a:lnTo>
                    <a:pt x="179581" y="184586"/>
                  </a:lnTo>
                  <a:lnTo>
                    <a:pt x="179456" y="184333"/>
                  </a:lnTo>
                  <a:lnTo>
                    <a:pt x="179343" y="183791"/>
                  </a:lnTo>
                  <a:lnTo>
                    <a:pt x="179439" y="183618"/>
                  </a:lnTo>
                  <a:lnTo>
                    <a:pt x="179587" y="183385"/>
                  </a:lnTo>
                  <a:lnTo>
                    <a:pt x="179295" y="182666"/>
                  </a:lnTo>
                  <a:lnTo>
                    <a:pt x="179681" y="182784"/>
                  </a:lnTo>
                  <a:lnTo>
                    <a:pt x="179946" y="183020"/>
                  </a:lnTo>
                  <a:lnTo>
                    <a:pt x="180254" y="183128"/>
                  </a:lnTo>
                  <a:lnTo>
                    <a:pt x="180729" y="182926"/>
                  </a:lnTo>
                  <a:lnTo>
                    <a:pt x="180950" y="182960"/>
                  </a:lnTo>
                  <a:lnTo>
                    <a:pt x="181282" y="183201"/>
                  </a:lnTo>
                  <a:lnTo>
                    <a:pt x="181627" y="183246"/>
                  </a:lnTo>
                  <a:lnTo>
                    <a:pt x="181811" y="183297"/>
                  </a:lnTo>
                  <a:lnTo>
                    <a:pt x="182145" y="183355"/>
                  </a:lnTo>
                  <a:lnTo>
                    <a:pt x="182421" y="183160"/>
                  </a:lnTo>
                  <a:lnTo>
                    <a:pt x="182662" y="182973"/>
                  </a:lnTo>
                  <a:lnTo>
                    <a:pt x="182883" y="182567"/>
                  </a:lnTo>
                  <a:lnTo>
                    <a:pt x="183068" y="182636"/>
                  </a:lnTo>
                  <a:lnTo>
                    <a:pt x="183094" y="18283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7127428" y="1639562"/>
              <a:ext cx="183463" cy="182880"/>
            </a:xfrm>
            <a:custGeom>
              <a:avLst/>
              <a:pathLst>
                <a:path w="183463" h="182880">
                  <a:moveTo>
                    <a:pt x="182879" y="182880"/>
                  </a:moveTo>
                  <a:lnTo>
                    <a:pt x="182717" y="182707"/>
                  </a:lnTo>
                  <a:lnTo>
                    <a:pt x="182505" y="182433"/>
                  </a:lnTo>
                  <a:lnTo>
                    <a:pt x="182714" y="182598"/>
                  </a:lnTo>
                  <a:lnTo>
                    <a:pt x="183221" y="182374"/>
                  </a:lnTo>
                  <a:lnTo>
                    <a:pt x="183448" y="182187"/>
                  </a:lnTo>
                  <a:lnTo>
                    <a:pt x="183463" y="182371"/>
                  </a:lnTo>
                  <a:lnTo>
                    <a:pt x="183418" y="18275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7128533" y="1635679"/>
              <a:ext cx="183334" cy="183389"/>
            </a:xfrm>
            <a:custGeom>
              <a:avLst/>
              <a:pathLst>
                <a:path w="183334" h="183389">
                  <a:moveTo>
                    <a:pt x="182879" y="182880"/>
                  </a:moveTo>
                  <a:lnTo>
                    <a:pt x="183168" y="183078"/>
                  </a:lnTo>
                  <a:lnTo>
                    <a:pt x="183334" y="183389"/>
                  </a:lnTo>
                  <a:lnTo>
                    <a:pt x="182764" y="18312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7127608" y="1635753"/>
              <a:ext cx="182927" cy="183095"/>
            </a:xfrm>
            <a:custGeom>
              <a:avLst/>
              <a:pathLst>
                <a:path w="182927" h="183095">
                  <a:moveTo>
                    <a:pt x="182879" y="182880"/>
                  </a:moveTo>
                  <a:lnTo>
                    <a:pt x="182927" y="18309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7131301" y="1634862"/>
              <a:ext cx="182879" cy="183093"/>
            </a:xfrm>
            <a:custGeom>
              <a:avLst/>
              <a:pathLst>
                <a:path w="182879" h="183093">
                  <a:moveTo>
                    <a:pt x="182879" y="182880"/>
                  </a:moveTo>
                  <a:lnTo>
                    <a:pt x="182576" y="183093"/>
                  </a:lnTo>
                  <a:lnTo>
                    <a:pt x="182691" y="182671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7134744" y="163387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17" y="18271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7137324" y="1632858"/>
              <a:ext cx="182879" cy="183543"/>
            </a:xfrm>
            <a:custGeom>
              <a:avLst/>
              <a:pathLst>
                <a:path w="182879" h="183543">
                  <a:moveTo>
                    <a:pt x="182879" y="182880"/>
                  </a:moveTo>
                  <a:lnTo>
                    <a:pt x="182656" y="183150"/>
                  </a:lnTo>
                  <a:lnTo>
                    <a:pt x="182459" y="183218"/>
                  </a:lnTo>
                  <a:lnTo>
                    <a:pt x="182316" y="183224"/>
                  </a:lnTo>
                  <a:lnTo>
                    <a:pt x="181946" y="183315"/>
                  </a:lnTo>
                  <a:lnTo>
                    <a:pt x="182175" y="183543"/>
                  </a:lnTo>
                  <a:lnTo>
                    <a:pt x="181933" y="183515"/>
                  </a:lnTo>
                  <a:lnTo>
                    <a:pt x="181576" y="183446"/>
                  </a:lnTo>
                  <a:lnTo>
                    <a:pt x="181882" y="182383"/>
                  </a:lnTo>
                  <a:lnTo>
                    <a:pt x="182182" y="182712"/>
                  </a:lnTo>
                  <a:lnTo>
                    <a:pt x="182655" y="18281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7135586" y="163307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73" y="182708"/>
                  </a:lnTo>
                  <a:lnTo>
                    <a:pt x="182292" y="182590"/>
                  </a:lnTo>
                  <a:lnTo>
                    <a:pt x="182164" y="182323"/>
                  </a:lnTo>
                  <a:lnTo>
                    <a:pt x="182545" y="182367"/>
                  </a:lnTo>
                  <a:lnTo>
                    <a:pt x="182677" y="18259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7131409" y="1632430"/>
              <a:ext cx="182879" cy="183059"/>
            </a:xfrm>
            <a:custGeom>
              <a:avLst/>
              <a:pathLst>
                <a:path w="182879" h="183059">
                  <a:moveTo>
                    <a:pt x="182879" y="182880"/>
                  </a:moveTo>
                  <a:lnTo>
                    <a:pt x="182498" y="183059"/>
                  </a:lnTo>
                  <a:lnTo>
                    <a:pt x="182078" y="182788"/>
                  </a:lnTo>
                  <a:lnTo>
                    <a:pt x="182109" y="182546"/>
                  </a:lnTo>
                  <a:lnTo>
                    <a:pt x="182656" y="182634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7144927" y="1630479"/>
              <a:ext cx="183367" cy="183862"/>
            </a:xfrm>
            <a:custGeom>
              <a:avLst/>
              <a:pathLst>
                <a:path w="183367" h="183862">
                  <a:moveTo>
                    <a:pt x="182879" y="182880"/>
                  </a:moveTo>
                  <a:lnTo>
                    <a:pt x="182788" y="183090"/>
                  </a:lnTo>
                  <a:lnTo>
                    <a:pt x="183033" y="183519"/>
                  </a:lnTo>
                  <a:lnTo>
                    <a:pt x="183056" y="183778"/>
                  </a:lnTo>
                  <a:lnTo>
                    <a:pt x="182868" y="183862"/>
                  </a:lnTo>
                  <a:lnTo>
                    <a:pt x="182628" y="183735"/>
                  </a:lnTo>
                  <a:lnTo>
                    <a:pt x="182681" y="183605"/>
                  </a:lnTo>
                  <a:lnTo>
                    <a:pt x="182395" y="183274"/>
                  </a:lnTo>
                  <a:lnTo>
                    <a:pt x="182218" y="183310"/>
                  </a:lnTo>
                  <a:lnTo>
                    <a:pt x="181889" y="183545"/>
                  </a:lnTo>
                  <a:lnTo>
                    <a:pt x="181788" y="183359"/>
                  </a:lnTo>
                  <a:lnTo>
                    <a:pt x="181843" y="183105"/>
                  </a:lnTo>
                  <a:lnTo>
                    <a:pt x="182759" y="182436"/>
                  </a:lnTo>
                  <a:lnTo>
                    <a:pt x="183162" y="182435"/>
                  </a:lnTo>
                  <a:lnTo>
                    <a:pt x="183367" y="18274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7134254" y="1630387"/>
              <a:ext cx="184031" cy="184408"/>
            </a:xfrm>
            <a:custGeom>
              <a:avLst/>
              <a:pathLst>
                <a:path w="184031" h="184408">
                  <a:moveTo>
                    <a:pt x="182879" y="182880"/>
                  </a:moveTo>
                  <a:lnTo>
                    <a:pt x="183357" y="182987"/>
                  </a:lnTo>
                  <a:lnTo>
                    <a:pt x="183691" y="182690"/>
                  </a:lnTo>
                  <a:lnTo>
                    <a:pt x="183913" y="182956"/>
                  </a:lnTo>
                  <a:lnTo>
                    <a:pt x="183516" y="183086"/>
                  </a:lnTo>
                  <a:lnTo>
                    <a:pt x="183664" y="183447"/>
                  </a:lnTo>
                  <a:lnTo>
                    <a:pt x="184031" y="183603"/>
                  </a:lnTo>
                  <a:lnTo>
                    <a:pt x="183860" y="183801"/>
                  </a:lnTo>
                  <a:lnTo>
                    <a:pt x="183700" y="183688"/>
                  </a:lnTo>
                  <a:lnTo>
                    <a:pt x="183393" y="183551"/>
                  </a:lnTo>
                  <a:lnTo>
                    <a:pt x="182964" y="183679"/>
                  </a:lnTo>
                  <a:lnTo>
                    <a:pt x="182703" y="183753"/>
                  </a:lnTo>
                  <a:lnTo>
                    <a:pt x="182465" y="183673"/>
                  </a:lnTo>
                  <a:lnTo>
                    <a:pt x="182106" y="183595"/>
                  </a:lnTo>
                  <a:lnTo>
                    <a:pt x="181926" y="183594"/>
                  </a:lnTo>
                  <a:lnTo>
                    <a:pt x="181445" y="183755"/>
                  </a:lnTo>
                  <a:lnTo>
                    <a:pt x="181182" y="183998"/>
                  </a:lnTo>
                  <a:lnTo>
                    <a:pt x="180980" y="183988"/>
                  </a:lnTo>
                  <a:lnTo>
                    <a:pt x="180750" y="183908"/>
                  </a:lnTo>
                  <a:lnTo>
                    <a:pt x="180344" y="183816"/>
                  </a:lnTo>
                  <a:lnTo>
                    <a:pt x="180004" y="184003"/>
                  </a:lnTo>
                  <a:lnTo>
                    <a:pt x="179761" y="184408"/>
                  </a:lnTo>
                  <a:lnTo>
                    <a:pt x="179707" y="184149"/>
                  </a:lnTo>
                  <a:lnTo>
                    <a:pt x="179760" y="183823"/>
                  </a:lnTo>
                  <a:lnTo>
                    <a:pt x="179990" y="183554"/>
                  </a:lnTo>
                  <a:lnTo>
                    <a:pt x="180281" y="183377"/>
                  </a:lnTo>
                  <a:lnTo>
                    <a:pt x="180409" y="183059"/>
                  </a:lnTo>
                  <a:lnTo>
                    <a:pt x="180424" y="182411"/>
                  </a:lnTo>
                  <a:lnTo>
                    <a:pt x="180326" y="182245"/>
                  </a:lnTo>
                  <a:lnTo>
                    <a:pt x="180070" y="182098"/>
                  </a:lnTo>
                  <a:lnTo>
                    <a:pt x="180061" y="181915"/>
                  </a:lnTo>
                  <a:lnTo>
                    <a:pt x="180668" y="181957"/>
                  </a:lnTo>
                  <a:lnTo>
                    <a:pt x="180829" y="182197"/>
                  </a:lnTo>
                  <a:lnTo>
                    <a:pt x="181047" y="182478"/>
                  </a:lnTo>
                  <a:lnTo>
                    <a:pt x="181224" y="182652"/>
                  </a:lnTo>
                  <a:lnTo>
                    <a:pt x="181568" y="183170"/>
                  </a:lnTo>
                  <a:lnTo>
                    <a:pt x="181982" y="183328"/>
                  </a:lnTo>
                  <a:lnTo>
                    <a:pt x="182130" y="183329"/>
                  </a:lnTo>
                  <a:lnTo>
                    <a:pt x="182369" y="183331"/>
                  </a:lnTo>
                  <a:lnTo>
                    <a:pt x="182629" y="18321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7146860" y="1630388"/>
              <a:ext cx="183008" cy="183733"/>
            </a:xfrm>
            <a:custGeom>
              <a:avLst/>
              <a:pathLst>
                <a:path w="183008" h="183733">
                  <a:moveTo>
                    <a:pt x="182879" y="182880"/>
                  </a:moveTo>
                  <a:lnTo>
                    <a:pt x="182921" y="183039"/>
                  </a:lnTo>
                  <a:lnTo>
                    <a:pt x="183008" y="183574"/>
                  </a:lnTo>
                  <a:lnTo>
                    <a:pt x="182816" y="183733"/>
                  </a:lnTo>
                  <a:lnTo>
                    <a:pt x="182697" y="183455"/>
                  </a:lnTo>
                  <a:lnTo>
                    <a:pt x="182677" y="183303"/>
                  </a:lnTo>
                  <a:lnTo>
                    <a:pt x="182541" y="183085"/>
                  </a:lnTo>
                  <a:lnTo>
                    <a:pt x="182222" y="183105"/>
                  </a:lnTo>
                  <a:lnTo>
                    <a:pt x="182044" y="183135"/>
                  </a:lnTo>
                  <a:lnTo>
                    <a:pt x="181814" y="182942"/>
                  </a:lnTo>
                  <a:lnTo>
                    <a:pt x="181889" y="182704"/>
                  </a:lnTo>
                  <a:lnTo>
                    <a:pt x="182229" y="182493"/>
                  </a:lnTo>
                  <a:lnTo>
                    <a:pt x="182692" y="182513"/>
                  </a:lnTo>
                  <a:lnTo>
                    <a:pt x="182780" y="18264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7132738" y="1629027"/>
              <a:ext cx="182913" cy="183229"/>
            </a:xfrm>
            <a:custGeom>
              <a:avLst/>
              <a:pathLst>
                <a:path w="182913" h="183229">
                  <a:moveTo>
                    <a:pt x="182879" y="182880"/>
                  </a:moveTo>
                  <a:lnTo>
                    <a:pt x="182913" y="183013"/>
                  </a:lnTo>
                  <a:lnTo>
                    <a:pt x="182746" y="183221"/>
                  </a:lnTo>
                  <a:lnTo>
                    <a:pt x="182437" y="183226"/>
                  </a:lnTo>
                  <a:lnTo>
                    <a:pt x="182293" y="183229"/>
                  </a:lnTo>
                  <a:lnTo>
                    <a:pt x="182204" y="182987"/>
                  </a:lnTo>
                  <a:lnTo>
                    <a:pt x="182348" y="18269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7129636" y="1628816"/>
              <a:ext cx="183125" cy="183100"/>
            </a:xfrm>
            <a:custGeom>
              <a:avLst/>
              <a:pathLst>
                <a:path w="183125" h="183100">
                  <a:moveTo>
                    <a:pt x="182879" y="182880"/>
                  </a:moveTo>
                  <a:lnTo>
                    <a:pt x="182820" y="182706"/>
                  </a:lnTo>
                  <a:lnTo>
                    <a:pt x="183114" y="182671"/>
                  </a:lnTo>
                  <a:lnTo>
                    <a:pt x="183125" y="182892"/>
                  </a:lnTo>
                  <a:lnTo>
                    <a:pt x="183104" y="183093"/>
                  </a:lnTo>
                  <a:lnTo>
                    <a:pt x="183024" y="183100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7145178" y="1627402"/>
              <a:ext cx="182971" cy="183432"/>
            </a:xfrm>
            <a:custGeom>
              <a:avLst/>
              <a:pathLst>
                <a:path w="182971" h="183432">
                  <a:moveTo>
                    <a:pt x="182879" y="182880"/>
                  </a:moveTo>
                  <a:lnTo>
                    <a:pt x="182971" y="183432"/>
                  </a:lnTo>
                  <a:lnTo>
                    <a:pt x="182338" y="182849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7144391" y="1627284"/>
              <a:ext cx="182879" cy="182897"/>
            </a:xfrm>
            <a:custGeom>
              <a:avLst/>
              <a:pathLst>
                <a:path w="182879" h="182897">
                  <a:moveTo>
                    <a:pt x="182879" y="182880"/>
                  </a:moveTo>
                  <a:lnTo>
                    <a:pt x="182574" y="18289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7138876" y="1626122"/>
              <a:ext cx="183272" cy="182967"/>
            </a:xfrm>
            <a:custGeom>
              <a:avLst/>
              <a:pathLst>
                <a:path w="183272" h="182967">
                  <a:moveTo>
                    <a:pt x="182879" y="182880"/>
                  </a:moveTo>
                  <a:lnTo>
                    <a:pt x="182744" y="182780"/>
                  </a:lnTo>
                  <a:lnTo>
                    <a:pt x="182387" y="182824"/>
                  </a:lnTo>
                  <a:lnTo>
                    <a:pt x="182158" y="182747"/>
                  </a:lnTo>
                  <a:lnTo>
                    <a:pt x="182462" y="182525"/>
                  </a:lnTo>
                  <a:lnTo>
                    <a:pt x="182671" y="182504"/>
                  </a:lnTo>
                  <a:lnTo>
                    <a:pt x="183039" y="182665"/>
                  </a:lnTo>
                  <a:lnTo>
                    <a:pt x="183190" y="182755"/>
                  </a:lnTo>
                  <a:lnTo>
                    <a:pt x="183272" y="182967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7139567" y="1625700"/>
              <a:ext cx="183215" cy="183416"/>
            </a:xfrm>
            <a:custGeom>
              <a:avLst/>
              <a:pathLst>
                <a:path w="183215" h="183416">
                  <a:moveTo>
                    <a:pt x="182879" y="182880"/>
                  </a:moveTo>
                  <a:lnTo>
                    <a:pt x="183215" y="183262"/>
                  </a:lnTo>
                  <a:lnTo>
                    <a:pt x="182842" y="183416"/>
                  </a:lnTo>
                  <a:lnTo>
                    <a:pt x="182759" y="183208"/>
                  </a:lnTo>
                  <a:lnTo>
                    <a:pt x="182903" y="183203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7141515" y="1624934"/>
              <a:ext cx="183042" cy="183107"/>
            </a:xfrm>
            <a:custGeom>
              <a:avLst/>
              <a:pathLst>
                <a:path w="183042" h="183107">
                  <a:moveTo>
                    <a:pt x="182879" y="182879"/>
                  </a:moveTo>
                  <a:lnTo>
                    <a:pt x="182791" y="183107"/>
                  </a:lnTo>
                  <a:lnTo>
                    <a:pt x="182289" y="183028"/>
                  </a:lnTo>
                  <a:lnTo>
                    <a:pt x="182074" y="182972"/>
                  </a:lnTo>
                  <a:lnTo>
                    <a:pt x="181877" y="182656"/>
                  </a:lnTo>
                  <a:lnTo>
                    <a:pt x="182068" y="182525"/>
                  </a:lnTo>
                  <a:lnTo>
                    <a:pt x="182002" y="182338"/>
                  </a:lnTo>
                  <a:lnTo>
                    <a:pt x="182219" y="182214"/>
                  </a:lnTo>
                  <a:lnTo>
                    <a:pt x="182851" y="182550"/>
                  </a:lnTo>
                  <a:lnTo>
                    <a:pt x="183042" y="182545"/>
                  </a:lnTo>
                  <a:close/>
                </a:path>
              </a:pathLst>
            </a:custGeom>
            <a:solidFill>
              <a:srgbClr val="E0F3F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7204006" y="1226218"/>
              <a:ext cx="248820" cy="189099"/>
            </a:xfrm>
            <a:custGeom>
              <a:avLst/>
              <a:pathLst>
                <a:path w="248820" h="189099">
                  <a:moveTo>
                    <a:pt x="182879" y="182880"/>
                  </a:moveTo>
                  <a:lnTo>
                    <a:pt x="184809" y="179334"/>
                  </a:lnTo>
                  <a:lnTo>
                    <a:pt x="184696" y="179129"/>
                  </a:lnTo>
                  <a:lnTo>
                    <a:pt x="194655" y="167934"/>
                  </a:lnTo>
                  <a:lnTo>
                    <a:pt x="195880" y="167711"/>
                  </a:lnTo>
                  <a:lnTo>
                    <a:pt x="197552" y="166988"/>
                  </a:lnTo>
                  <a:lnTo>
                    <a:pt x="197686" y="166987"/>
                  </a:lnTo>
                  <a:lnTo>
                    <a:pt x="202140" y="162510"/>
                  </a:lnTo>
                  <a:lnTo>
                    <a:pt x="202316" y="162414"/>
                  </a:lnTo>
                  <a:lnTo>
                    <a:pt x="203942" y="161333"/>
                  </a:lnTo>
                  <a:lnTo>
                    <a:pt x="204145" y="161049"/>
                  </a:lnTo>
                  <a:lnTo>
                    <a:pt x="204559" y="160602"/>
                  </a:lnTo>
                  <a:lnTo>
                    <a:pt x="204826" y="160185"/>
                  </a:lnTo>
                  <a:lnTo>
                    <a:pt x="204986" y="159914"/>
                  </a:lnTo>
                  <a:lnTo>
                    <a:pt x="205248" y="159546"/>
                  </a:lnTo>
                  <a:lnTo>
                    <a:pt x="206059" y="159740"/>
                  </a:lnTo>
                  <a:lnTo>
                    <a:pt x="206014" y="159957"/>
                  </a:lnTo>
                  <a:lnTo>
                    <a:pt x="206196" y="160566"/>
                  </a:lnTo>
                  <a:lnTo>
                    <a:pt x="206509" y="160634"/>
                  </a:lnTo>
                  <a:lnTo>
                    <a:pt x="208353" y="159956"/>
                  </a:lnTo>
                  <a:lnTo>
                    <a:pt x="209893" y="160081"/>
                  </a:lnTo>
                  <a:lnTo>
                    <a:pt x="209993" y="160181"/>
                  </a:lnTo>
                  <a:lnTo>
                    <a:pt x="210428" y="160453"/>
                  </a:lnTo>
                  <a:lnTo>
                    <a:pt x="210679" y="159640"/>
                  </a:lnTo>
                  <a:lnTo>
                    <a:pt x="210473" y="159439"/>
                  </a:lnTo>
                  <a:lnTo>
                    <a:pt x="209203" y="159071"/>
                  </a:lnTo>
                  <a:lnTo>
                    <a:pt x="209219" y="158724"/>
                  </a:lnTo>
                  <a:lnTo>
                    <a:pt x="209255" y="158173"/>
                  </a:lnTo>
                  <a:lnTo>
                    <a:pt x="209529" y="157451"/>
                  </a:lnTo>
                  <a:lnTo>
                    <a:pt x="210898" y="156570"/>
                  </a:lnTo>
                  <a:lnTo>
                    <a:pt x="210593" y="156303"/>
                  </a:lnTo>
                  <a:lnTo>
                    <a:pt x="210582" y="156123"/>
                  </a:lnTo>
                  <a:lnTo>
                    <a:pt x="210455" y="155988"/>
                  </a:lnTo>
                  <a:lnTo>
                    <a:pt x="210409" y="155764"/>
                  </a:lnTo>
                  <a:lnTo>
                    <a:pt x="210752" y="156034"/>
                  </a:lnTo>
                  <a:lnTo>
                    <a:pt x="211479" y="156384"/>
                  </a:lnTo>
                  <a:lnTo>
                    <a:pt x="211818" y="156247"/>
                  </a:lnTo>
                  <a:lnTo>
                    <a:pt x="211674" y="155645"/>
                  </a:lnTo>
                  <a:lnTo>
                    <a:pt x="211558" y="155410"/>
                  </a:lnTo>
                  <a:lnTo>
                    <a:pt x="211799" y="154849"/>
                  </a:lnTo>
                  <a:lnTo>
                    <a:pt x="211955" y="154285"/>
                  </a:lnTo>
                  <a:lnTo>
                    <a:pt x="212092" y="154585"/>
                  </a:lnTo>
                  <a:lnTo>
                    <a:pt x="211869" y="155480"/>
                  </a:lnTo>
                  <a:lnTo>
                    <a:pt x="212164" y="155595"/>
                  </a:lnTo>
                  <a:lnTo>
                    <a:pt x="212642" y="156050"/>
                  </a:lnTo>
                  <a:lnTo>
                    <a:pt x="212788" y="155984"/>
                  </a:lnTo>
                  <a:lnTo>
                    <a:pt x="213379" y="155783"/>
                  </a:lnTo>
                  <a:lnTo>
                    <a:pt x="213966" y="155417"/>
                  </a:lnTo>
                  <a:lnTo>
                    <a:pt x="213847" y="155189"/>
                  </a:lnTo>
                  <a:lnTo>
                    <a:pt x="213886" y="154889"/>
                  </a:lnTo>
                  <a:lnTo>
                    <a:pt x="214039" y="155149"/>
                  </a:lnTo>
                  <a:lnTo>
                    <a:pt x="214284" y="155220"/>
                  </a:lnTo>
                  <a:lnTo>
                    <a:pt x="215533" y="154329"/>
                  </a:lnTo>
                  <a:lnTo>
                    <a:pt x="216607" y="153698"/>
                  </a:lnTo>
                  <a:lnTo>
                    <a:pt x="216513" y="153475"/>
                  </a:lnTo>
                  <a:lnTo>
                    <a:pt x="216349" y="153083"/>
                  </a:lnTo>
                  <a:lnTo>
                    <a:pt x="216221" y="152888"/>
                  </a:lnTo>
                  <a:lnTo>
                    <a:pt x="215908" y="152503"/>
                  </a:lnTo>
                  <a:lnTo>
                    <a:pt x="215708" y="152281"/>
                  </a:lnTo>
                  <a:lnTo>
                    <a:pt x="216247" y="151923"/>
                  </a:lnTo>
                  <a:lnTo>
                    <a:pt x="216315" y="151721"/>
                  </a:lnTo>
                  <a:lnTo>
                    <a:pt x="216453" y="151993"/>
                  </a:lnTo>
                  <a:lnTo>
                    <a:pt x="216155" y="152467"/>
                  </a:lnTo>
                  <a:lnTo>
                    <a:pt x="216290" y="152597"/>
                  </a:lnTo>
                  <a:lnTo>
                    <a:pt x="216483" y="152788"/>
                  </a:lnTo>
                  <a:lnTo>
                    <a:pt x="216561" y="153140"/>
                  </a:lnTo>
                  <a:lnTo>
                    <a:pt x="216941" y="153384"/>
                  </a:lnTo>
                  <a:lnTo>
                    <a:pt x="216945" y="153635"/>
                  </a:lnTo>
                  <a:lnTo>
                    <a:pt x="217617" y="153503"/>
                  </a:lnTo>
                  <a:lnTo>
                    <a:pt x="218122" y="153686"/>
                  </a:lnTo>
                  <a:lnTo>
                    <a:pt x="218463" y="153607"/>
                  </a:lnTo>
                  <a:lnTo>
                    <a:pt x="220296" y="151761"/>
                  </a:lnTo>
                  <a:lnTo>
                    <a:pt x="221251" y="151942"/>
                  </a:lnTo>
                  <a:lnTo>
                    <a:pt x="226006" y="150596"/>
                  </a:lnTo>
                  <a:lnTo>
                    <a:pt x="226032" y="150426"/>
                  </a:lnTo>
                  <a:lnTo>
                    <a:pt x="226380" y="150901"/>
                  </a:lnTo>
                  <a:lnTo>
                    <a:pt x="226600" y="151152"/>
                  </a:lnTo>
                  <a:lnTo>
                    <a:pt x="226643" y="150914"/>
                  </a:lnTo>
                  <a:lnTo>
                    <a:pt x="226706" y="150356"/>
                  </a:lnTo>
                  <a:lnTo>
                    <a:pt x="226722" y="150039"/>
                  </a:lnTo>
                  <a:lnTo>
                    <a:pt x="227526" y="149181"/>
                  </a:lnTo>
                  <a:lnTo>
                    <a:pt x="228449" y="148564"/>
                  </a:lnTo>
                  <a:lnTo>
                    <a:pt x="229392" y="149023"/>
                  </a:lnTo>
                  <a:lnTo>
                    <a:pt x="229903" y="148785"/>
                  </a:lnTo>
                  <a:lnTo>
                    <a:pt x="229700" y="148146"/>
                  </a:lnTo>
                  <a:lnTo>
                    <a:pt x="229898" y="148093"/>
                  </a:lnTo>
                  <a:lnTo>
                    <a:pt x="230015" y="148362"/>
                  </a:lnTo>
                  <a:lnTo>
                    <a:pt x="230097" y="148629"/>
                  </a:lnTo>
                  <a:lnTo>
                    <a:pt x="230334" y="147222"/>
                  </a:lnTo>
                  <a:lnTo>
                    <a:pt x="231248" y="146334"/>
                  </a:lnTo>
                  <a:lnTo>
                    <a:pt x="231624" y="146194"/>
                  </a:lnTo>
                  <a:lnTo>
                    <a:pt x="232239" y="146444"/>
                  </a:lnTo>
                  <a:lnTo>
                    <a:pt x="232468" y="146524"/>
                  </a:lnTo>
                  <a:lnTo>
                    <a:pt x="232337" y="146990"/>
                  </a:lnTo>
                  <a:lnTo>
                    <a:pt x="233150" y="147314"/>
                  </a:lnTo>
                  <a:lnTo>
                    <a:pt x="233368" y="147281"/>
                  </a:lnTo>
                  <a:lnTo>
                    <a:pt x="233599" y="147181"/>
                  </a:lnTo>
                  <a:lnTo>
                    <a:pt x="233976" y="147052"/>
                  </a:lnTo>
                  <a:lnTo>
                    <a:pt x="235073" y="147113"/>
                  </a:lnTo>
                  <a:lnTo>
                    <a:pt x="235457" y="146436"/>
                  </a:lnTo>
                  <a:lnTo>
                    <a:pt x="234736" y="146093"/>
                  </a:lnTo>
                  <a:lnTo>
                    <a:pt x="234480" y="146053"/>
                  </a:lnTo>
                  <a:lnTo>
                    <a:pt x="234190" y="145988"/>
                  </a:lnTo>
                  <a:lnTo>
                    <a:pt x="234054" y="145913"/>
                  </a:lnTo>
                  <a:lnTo>
                    <a:pt x="233622" y="145538"/>
                  </a:lnTo>
                  <a:lnTo>
                    <a:pt x="233766" y="144896"/>
                  </a:lnTo>
                  <a:lnTo>
                    <a:pt x="234187" y="144512"/>
                  </a:lnTo>
                  <a:lnTo>
                    <a:pt x="234342" y="144417"/>
                  </a:lnTo>
                  <a:lnTo>
                    <a:pt x="234504" y="144318"/>
                  </a:lnTo>
                  <a:lnTo>
                    <a:pt x="234833" y="144184"/>
                  </a:lnTo>
                  <a:lnTo>
                    <a:pt x="235444" y="143846"/>
                  </a:lnTo>
                  <a:lnTo>
                    <a:pt x="235602" y="143654"/>
                  </a:lnTo>
                  <a:lnTo>
                    <a:pt x="235905" y="143256"/>
                  </a:lnTo>
                  <a:lnTo>
                    <a:pt x="236775" y="142557"/>
                  </a:lnTo>
                  <a:lnTo>
                    <a:pt x="236991" y="142458"/>
                  </a:lnTo>
                  <a:lnTo>
                    <a:pt x="238523" y="141909"/>
                  </a:lnTo>
                  <a:lnTo>
                    <a:pt x="238923" y="141533"/>
                  </a:lnTo>
                  <a:lnTo>
                    <a:pt x="239554" y="141538"/>
                  </a:lnTo>
                  <a:lnTo>
                    <a:pt x="240382" y="142718"/>
                  </a:lnTo>
                  <a:lnTo>
                    <a:pt x="242542" y="141754"/>
                  </a:lnTo>
                  <a:lnTo>
                    <a:pt x="244891" y="142040"/>
                  </a:lnTo>
                  <a:lnTo>
                    <a:pt x="245105" y="142098"/>
                  </a:lnTo>
                  <a:lnTo>
                    <a:pt x="246529" y="141405"/>
                  </a:lnTo>
                  <a:lnTo>
                    <a:pt x="248026" y="141316"/>
                  </a:lnTo>
                  <a:lnTo>
                    <a:pt x="248327" y="141176"/>
                  </a:lnTo>
                  <a:lnTo>
                    <a:pt x="248705" y="141067"/>
                  </a:lnTo>
                  <a:lnTo>
                    <a:pt x="248820" y="141309"/>
                  </a:lnTo>
                  <a:lnTo>
                    <a:pt x="242343" y="142036"/>
                  </a:lnTo>
                  <a:lnTo>
                    <a:pt x="241731" y="142274"/>
                  </a:lnTo>
                  <a:lnTo>
                    <a:pt x="241586" y="142326"/>
                  </a:lnTo>
                  <a:lnTo>
                    <a:pt x="238099" y="142679"/>
                  </a:lnTo>
                  <a:lnTo>
                    <a:pt x="237719" y="142755"/>
                  </a:lnTo>
                  <a:lnTo>
                    <a:pt x="237482" y="142815"/>
                  </a:lnTo>
                  <a:lnTo>
                    <a:pt x="236112" y="143862"/>
                  </a:lnTo>
                  <a:lnTo>
                    <a:pt x="235920" y="144000"/>
                  </a:lnTo>
                  <a:lnTo>
                    <a:pt x="235507" y="144211"/>
                  </a:lnTo>
                  <a:lnTo>
                    <a:pt x="234233" y="145145"/>
                  </a:lnTo>
                  <a:lnTo>
                    <a:pt x="234259" y="145306"/>
                  </a:lnTo>
                  <a:lnTo>
                    <a:pt x="235038" y="145848"/>
                  </a:lnTo>
                  <a:lnTo>
                    <a:pt x="235978" y="146470"/>
                  </a:lnTo>
                  <a:lnTo>
                    <a:pt x="235133" y="147354"/>
                  </a:lnTo>
                  <a:lnTo>
                    <a:pt x="234773" y="147294"/>
                  </a:lnTo>
                  <a:lnTo>
                    <a:pt x="234042" y="147320"/>
                  </a:lnTo>
                  <a:lnTo>
                    <a:pt x="233776" y="147362"/>
                  </a:lnTo>
                  <a:lnTo>
                    <a:pt x="233167" y="147537"/>
                  </a:lnTo>
                  <a:lnTo>
                    <a:pt x="232836" y="147610"/>
                  </a:lnTo>
                  <a:lnTo>
                    <a:pt x="232581" y="147652"/>
                  </a:lnTo>
                  <a:lnTo>
                    <a:pt x="232071" y="147358"/>
                  </a:lnTo>
                  <a:lnTo>
                    <a:pt x="231364" y="147101"/>
                  </a:lnTo>
                  <a:lnTo>
                    <a:pt x="230886" y="147320"/>
                  </a:lnTo>
                  <a:lnTo>
                    <a:pt x="230898" y="147532"/>
                  </a:lnTo>
                  <a:lnTo>
                    <a:pt x="230885" y="147744"/>
                  </a:lnTo>
                  <a:lnTo>
                    <a:pt x="229827" y="149390"/>
                  </a:lnTo>
                  <a:lnTo>
                    <a:pt x="229671" y="149406"/>
                  </a:lnTo>
                  <a:lnTo>
                    <a:pt x="229536" y="149392"/>
                  </a:lnTo>
                  <a:lnTo>
                    <a:pt x="227986" y="149266"/>
                  </a:lnTo>
                  <a:lnTo>
                    <a:pt x="227079" y="150897"/>
                  </a:lnTo>
                  <a:lnTo>
                    <a:pt x="227026" y="151168"/>
                  </a:lnTo>
                  <a:lnTo>
                    <a:pt x="226438" y="151669"/>
                  </a:lnTo>
                  <a:lnTo>
                    <a:pt x="225872" y="151434"/>
                  </a:lnTo>
                  <a:lnTo>
                    <a:pt x="225735" y="152923"/>
                  </a:lnTo>
                  <a:lnTo>
                    <a:pt x="223234" y="152357"/>
                  </a:lnTo>
                  <a:lnTo>
                    <a:pt x="223004" y="152427"/>
                  </a:lnTo>
                  <a:lnTo>
                    <a:pt x="222756" y="152571"/>
                  </a:lnTo>
                  <a:lnTo>
                    <a:pt x="222537" y="152707"/>
                  </a:lnTo>
                  <a:lnTo>
                    <a:pt x="222240" y="152850"/>
                  </a:lnTo>
                  <a:lnTo>
                    <a:pt x="219890" y="152627"/>
                  </a:lnTo>
                  <a:lnTo>
                    <a:pt x="219890" y="152852"/>
                  </a:lnTo>
                  <a:lnTo>
                    <a:pt x="219331" y="154061"/>
                  </a:lnTo>
                  <a:lnTo>
                    <a:pt x="219484" y="154280"/>
                  </a:lnTo>
                  <a:lnTo>
                    <a:pt x="219458" y="154435"/>
                  </a:lnTo>
                  <a:lnTo>
                    <a:pt x="219067" y="154359"/>
                  </a:lnTo>
                  <a:lnTo>
                    <a:pt x="218126" y="154080"/>
                  </a:lnTo>
                  <a:lnTo>
                    <a:pt x="217747" y="154199"/>
                  </a:lnTo>
                  <a:lnTo>
                    <a:pt x="216775" y="154523"/>
                  </a:lnTo>
                  <a:lnTo>
                    <a:pt x="216099" y="154702"/>
                  </a:lnTo>
                  <a:lnTo>
                    <a:pt x="215966" y="154740"/>
                  </a:lnTo>
                  <a:lnTo>
                    <a:pt x="215564" y="154857"/>
                  </a:lnTo>
                  <a:lnTo>
                    <a:pt x="214860" y="155411"/>
                  </a:lnTo>
                  <a:lnTo>
                    <a:pt x="213818" y="156221"/>
                  </a:lnTo>
                  <a:lnTo>
                    <a:pt x="214149" y="156248"/>
                  </a:lnTo>
                  <a:lnTo>
                    <a:pt x="214286" y="156343"/>
                  </a:lnTo>
                  <a:lnTo>
                    <a:pt x="214460" y="156577"/>
                  </a:lnTo>
                  <a:lnTo>
                    <a:pt x="214311" y="156507"/>
                  </a:lnTo>
                  <a:lnTo>
                    <a:pt x="214045" y="156360"/>
                  </a:lnTo>
                  <a:lnTo>
                    <a:pt x="213580" y="156388"/>
                  </a:lnTo>
                  <a:lnTo>
                    <a:pt x="213382" y="156319"/>
                  </a:lnTo>
                  <a:lnTo>
                    <a:pt x="212897" y="156476"/>
                  </a:lnTo>
                  <a:lnTo>
                    <a:pt x="211981" y="157098"/>
                  </a:lnTo>
                  <a:lnTo>
                    <a:pt x="212147" y="157161"/>
                  </a:lnTo>
                  <a:lnTo>
                    <a:pt x="212376" y="157221"/>
                  </a:lnTo>
                  <a:lnTo>
                    <a:pt x="212644" y="157522"/>
                  </a:lnTo>
                  <a:lnTo>
                    <a:pt x="212354" y="157393"/>
                  </a:lnTo>
                  <a:lnTo>
                    <a:pt x="211515" y="157160"/>
                  </a:lnTo>
                  <a:lnTo>
                    <a:pt x="211291" y="157143"/>
                  </a:lnTo>
                  <a:lnTo>
                    <a:pt x="210671" y="157330"/>
                  </a:lnTo>
                  <a:lnTo>
                    <a:pt x="210392" y="157435"/>
                  </a:lnTo>
                  <a:lnTo>
                    <a:pt x="209771" y="157989"/>
                  </a:lnTo>
                  <a:lnTo>
                    <a:pt x="209832" y="158258"/>
                  </a:lnTo>
                  <a:lnTo>
                    <a:pt x="209915" y="158569"/>
                  </a:lnTo>
                  <a:lnTo>
                    <a:pt x="210275" y="158723"/>
                  </a:lnTo>
                  <a:lnTo>
                    <a:pt x="210725" y="158857"/>
                  </a:lnTo>
                  <a:lnTo>
                    <a:pt x="211066" y="158961"/>
                  </a:lnTo>
                  <a:lnTo>
                    <a:pt x="211405" y="159061"/>
                  </a:lnTo>
                  <a:lnTo>
                    <a:pt x="211987" y="159455"/>
                  </a:lnTo>
                  <a:lnTo>
                    <a:pt x="212243" y="159694"/>
                  </a:lnTo>
                  <a:lnTo>
                    <a:pt x="211991" y="159693"/>
                  </a:lnTo>
                  <a:lnTo>
                    <a:pt x="211652" y="160081"/>
                  </a:lnTo>
                  <a:lnTo>
                    <a:pt x="211340" y="160450"/>
                  </a:lnTo>
                  <a:lnTo>
                    <a:pt x="211021" y="160685"/>
                  </a:lnTo>
                  <a:lnTo>
                    <a:pt x="210684" y="160789"/>
                  </a:lnTo>
                  <a:lnTo>
                    <a:pt x="210102" y="160800"/>
                  </a:lnTo>
                  <a:lnTo>
                    <a:pt x="209231" y="160366"/>
                  </a:lnTo>
                  <a:lnTo>
                    <a:pt x="208402" y="160399"/>
                  </a:lnTo>
                  <a:lnTo>
                    <a:pt x="207248" y="160812"/>
                  </a:lnTo>
                  <a:lnTo>
                    <a:pt x="206434" y="160768"/>
                  </a:lnTo>
                  <a:lnTo>
                    <a:pt x="205139" y="160186"/>
                  </a:lnTo>
                  <a:lnTo>
                    <a:pt x="204700" y="160959"/>
                  </a:lnTo>
                  <a:lnTo>
                    <a:pt x="203180" y="162500"/>
                  </a:lnTo>
                  <a:lnTo>
                    <a:pt x="202567" y="162904"/>
                  </a:lnTo>
                  <a:lnTo>
                    <a:pt x="199479" y="165192"/>
                  </a:lnTo>
                  <a:lnTo>
                    <a:pt x="196641" y="167579"/>
                  </a:lnTo>
                  <a:lnTo>
                    <a:pt x="191578" y="171226"/>
                  </a:lnTo>
                  <a:lnTo>
                    <a:pt x="190793" y="172289"/>
                  </a:lnTo>
                  <a:lnTo>
                    <a:pt x="186403" y="174958"/>
                  </a:lnTo>
                  <a:lnTo>
                    <a:pt x="186339" y="175112"/>
                  </a:lnTo>
                  <a:lnTo>
                    <a:pt x="188663" y="174858"/>
                  </a:lnTo>
                  <a:lnTo>
                    <a:pt x="186070" y="175756"/>
                  </a:lnTo>
                  <a:lnTo>
                    <a:pt x="185236" y="176421"/>
                  </a:lnTo>
                  <a:lnTo>
                    <a:pt x="185451" y="179299"/>
                  </a:lnTo>
                  <a:lnTo>
                    <a:pt x="184169" y="186141"/>
                  </a:lnTo>
                  <a:lnTo>
                    <a:pt x="184793" y="185950"/>
                  </a:lnTo>
                  <a:lnTo>
                    <a:pt x="186651" y="189099"/>
                  </a:lnTo>
                  <a:lnTo>
                    <a:pt x="185876" y="189016"/>
                  </a:lnTo>
                  <a:lnTo>
                    <a:pt x="185597" y="188987"/>
                  </a:lnTo>
                  <a:lnTo>
                    <a:pt x="185333" y="188960"/>
                  </a:lnTo>
                  <a:lnTo>
                    <a:pt x="184932" y="188919"/>
                  </a:lnTo>
                  <a:lnTo>
                    <a:pt x="184562" y="188881"/>
                  </a:lnTo>
                  <a:lnTo>
                    <a:pt x="184143" y="188838"/>
                  </a:lnTo>
                  <a:lnTo>
                    <a:pt x="183777" y="188802"/>
                  </a:lnTo>
                  <a:lnTo>
                    <a:pt x="183582" y="188781"/>
                  </a:lnTo>
                  <a:lnTo>
                    <a:pt x="183445" y="188766"/>
                  </a:lnTo>
                  <a:lnTo>
                    <a:pt x="183141" y="188735"/>
                  </a:lnTo>
                  <a:lnTo>
                    <a:pt x="182724" y="188692"/>
                  </a:lnTo>
                  <a:lnTo>
                    <a:pt x="182260" y="188645"/>
                  </a:lnTo>
                  <a:lnTo>
                    <a:pt x="181671" y="188584"/>
                  </a:lnTo>
                  <a:lnTo>
                    <a:pt x="181213" y="188492"/>
                  </a:lnTo>
                  <a:lnTo>
                    <a:pt x="181479" y="184958"/>
                  </a:lnTo>
                  <a:lnTo>
                    <a:pt x="180082" y="183800"/>
                  </a:lnTo>
                  <a:lnTo>
                    <a:pt x="178511" y="187929"/>
                  </a:lnTo>
                  <a:lnTo>
                    <a:pt x="177983" y="188207"/>
                  </a:lnTo>
                  <a:lnTo>
                    <a:pt x="177380" y="188147"/>
                  </a:lnTo>
                  <a:lnTo>
                    <a:pt x="177003" y="188109"/>
                  </a:lnTo>
                  <a:lnTo>
                    <a:pt x="178359" y="187092"/>
                  </a:lnTo>
                  <a:lnTo>
                    <a:pt x="178594" y="186899"/>
                  </a:lnTo>
                  <a:lnTo>
                    <a:pt x="179462" y="184321"/>
                  </a:lnTo>
                  <a:lnTo>
                    <a:pt x="179548" y="184183"/>
                  </a:lnTo>
                  <a:close/>
                  <a:moveTo>
                    <a:pt x="184409" y="187673"/>
                  </a:moveTo>
                  <a:lnTo>
                    <a:pt x="184326" y="187478"/>
                  </a:lnTo>
                  <a:lnTo>
                    <a:pt x="183930" y="187376"/>
                  </a:lnTo>
                  <a:lnTo>
                    <a:pt x="184213" y="187724"/>
                  </a:lnTo>
                  <a:close/>
                  <a:moveTo>
                    <a:pt x="182345" y="184447"/>
                  </a:moveTo>
                  <a:lnTo>
                    <a:pt x="182509" y="184413"/>
                  </a:lnTo>
                  <a:lnTo>
                    <a:pt x="182793" y="184091"/>
                  </a:lnTo>
                  <a:lnTo>
                    <a:pt x="182757" y="183770"/>
                  </a:lnTo>
                  <a:lnTo>
                    <a:pt x="182584" y="183845"/>
                  </a:lnTo>
                  <a:lnTo>
                    <a:pt x="182315" y="184048"/>
                  </a:lnTo>
                  <a:lnTo>
                    <a:pt x="182262" y="184218"/>
                  </a:lnTo>
                  <a:close/>
                  <a:moveTo>
                    <a:pt x="185064" y="177508"/>
                  </a:moveTo>
                  <a:lnTo>
                    <a:pt x="185059" y="177643"/>
                  </a:lnTo>
                  <a:close/>
                  <a:moveTo>
                    <a:pt x="203959" y="161403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7297651" y="1147665"/>
              <a:ext cx="183320" cy="198774"/>
            </a:xfrm>
            <a:custGeom>
              <a:avLst/>
              <a:pathLst>
                <a:path w="183320" h="198774">
                  <a:moveTo>
                    <a:pt x="182879" y="182880"/>
                  </a:moveTo>
                  <a:lnTo>
                    <a:pt x="183221" y="183381"/>
                  </a:lnTo>
                  <a:lnTo>
                    <a:pt x="183320" y="183661"/>
                  </a:lnTo>
                  <a:lnTo>
                    <a:pt x="183158" y="183584"/>
                  </a:lnTo>
                  <a:lnTo>
                    <a:pt x="182908" y="183405"/>
                  </a:lnTo>
                  <a:lnTo>
                    <a:pt x="182763" y="183292"/>
                  </a:lnTo>
                  <a:lnTo>
                    <a:pt x="182518" y="183086"/>
                  </a:lnTo>
                  <a:lnTo>
                    <a:pt x="182062" y="182824"/>
                  </a:lnTo>
                  <a:lnTo>
                    <a:pt x="181488" y="182675"/>
                  </a:lnTo>
                  <a:lnTo>
                    <a:pt x="181190" y="182734"/>
                  </a:lnTo>
                  <a:lnTo>
                    <a:pt x="181078" y="183198"/>
                  </a:lnTo>
                  <a:lnTo>
                    <a:pt x="181208" y="183094"/>
                  </a:lnTo>
                  <a:lnTo>
                    <a:pt x="181399" y="183138"/>
                  </a:lnTo>
                  <a:lnTo>
                    <a:pt x="181503" y="183343"/>
                  </a:lnTo>
                  <a:lnTo>
                    <a:pt x="181687" y="183416"/>
                  </a:lnTo>
                  <a:lnTo>
                    <a:pt x="182085" y="183502"/>
                  </a:lnTo>
                  <a:lnTo>
                    <a:pt x="182364" y="183562"/>
                  </a:lnTo>
                  <a:lnTo>
                    <a:pt x="182531" y="183692"/>
                  </a:lnTo>
                  <a:lnTo>
                    <a:pt x="182751" y="184029"/>
                  </a:lnTo>
                  <a:lnTo>
                    <a:pt x="182660" y="184208"/>
                  </a:lnTo>
                  <a:lnTo>
                    <a:pt x="182574" y="184338"/>
                  </a:lnTo>
                  <a:lnTo>
                    <a:pt x="182382" y="184577"/>
                  </a:lnTo>
                  <a:lnTo>
                    <a:pt x="182207" y="184714"/>
                  </a:lnTo>
                  <a:lnTo>
                    <a:pt x="181989" y="184920"/>
                  </a:lnTo>
                  <a:lnTo>
                    <a:pt x="181689" y="185211"/>
                  </a:lnTo>
                  <a:lnTo>
                    <a:pt x="181510" y="185316"/>
                  </a:lnTo>
                  <a:lnTo>
                    <a:pt x="181274" y="185417"/>
                  </a:lnTo>
                  <a:lnTo>
                    <a:pt x="180928" y="185709"/>
                  </a:lnTo>
                  <a:lnTo>
                    <a:pt x="181266" y="185892"/>
                  </a:lnTo>
                  <a:lnTo>
                    <a:pt x="181180" y="186341"/>
                  </a:lnTo>
                  <a:lnTo>
                    <a:pt x="180802" y="186442"/>
                  </a:lnTo>
                  <a:lnTo>
                    <a:pt x="180574" y="186423"/>
                  </a:lnTo>
                  <a:lnTo>
                    <a:pt x="179838" y="186838"/>
                  </a:lnTo>
                  <a:lnTo>
                    <a:pt x="179590" y="186885"/>
                  </a:lnTo>
                  <a:lnTo>
                    <a:pt x="179258" y="186832"/>
                  </a:lnTo>
                  <a:lnTo>
                    <a:pt x="178957" y="186743"/>
                  </a:lnTo>
                  <a:lnTo>
                    <a:pt x="178740" y="186605"/>
                  </a:lnTo>
                  <a:lnTo>
                    <a:pt x="178296" y="186250"/>
                  </a:lnTo>
                  <a:lnTo>
                    <a:pt x="178088" y="186221"/>
                  </a:lnTo>
                  <a:lnTo>
                    <a:pt x="177904" y="186630"/>
                  </a:lnTo>
                  <a:lnTo>
                    <a:pt x="177884" y="187575"/>
                  </a:lnTo>
                  <a:lnTo>
                    <a:pt x="177329" y="188219"/>
                  </a:lnTo>
                  <a:lnTo>
                    <a:pt x="177245" y="188454"/>
                  </a:lnTo>
                  <a:lnTo>
                    <a:pt x="177033" y="188533"/>
                  </a:lnTo>
                  <a:lnTo>
                    <a:pt x="176478" y="188522"/>
                  </a:lnTo>
                  <a:lnTo>
                    <a:pt x="176253" y="188794"/>
                  </a:lnTo>
                  <a:lnTo>
                    <a:pt x="176411" y="189249"/>
                  </a:lnTo>
                  <a:lnTo>
                    <a:pt x="176472" y="189396"/>
                  </a:lnTo>
                  <a:lnTo>
                    <a:pt x="176566" y="189618"/>
                  </a:lnTo>
                  <a:lnTo>
                    <a:pt x="176849" y="189929"/>
                  </a:lnTo>
                  <a:lnTo>
                    <a:pt x="177292" y="190571"/>
                  </a:lnTo>
                  <a:lnTo>
                    <a:pt x="177234" y="190837"/>
                  </a:lnTo>
                  <a:lnTo>
                    <a:pt x="177130" y="191090"/>
                  </a:lnTo>
                  <a:lnTo>
                    <a:pt x="177118" y="191225"/>
                  </a:lnTo>
                  <a:lnTo>
                    <a:pt x="177053" y="191384"/>
                  </a:lnTo>
                  <a:lnTo>
                    <a:pt x="176721" y="191503"/>
                  </a:lnTo>
                  <a:lnTo>
                    <a:pt x="176364" y="191778"/>
                  </a:lnTo>
                  <a:lnTo>
                    <a:pt x="176351" y="192151"/>
                  </a:lnTo>
                  <a:lnTo>
                    <a:pt x="176306" y="192347"/>
                  </a:lnTo>
                  <a:lnTo>
                    <a:pt x="176163" y="192606"/>
                  </a:lnTo>
                  <a:lnTo>
                    <a:pt x="176147" y="193064"/>
                  </a:lnTo>
                  <a:lnTo>
                    <a:pt x="176048" y="193222"/>
                  </a:lnTo>
                  <a:lnTo>
                    <a:pt x="175743" y="193345"/>
                  </a:lnTo>
                  <a:lnTo>
                    <a:pt x="175968" y="194023"/>
                  </a:lnTo>
                  <a:lnTo>
                    <a:pt x="175560" y="194323"/>
                  </a:lnTo>
                  <a:lnTo>
                    <a:pt x="175419" y="194416"/>
                  </a:lnTo>
                  <a:lnTo>
                    <a:pt x="175260" y="194534"/>
                  </a:lnTo>
                  <a:lnTo>
                    <a:pt x="175019" y="194753"/>
                  </a:lnTo>
                  <a:lnTo>
                    <a:pt x="174801" y="195127"/>
                  </a:lnTo>
                  <a:lnTo>
                    <a:pt x="174747" y="195254"/>
                  </a:lnTo>
                  <a:lnTo>
                    <a:pt x="174642" y="195567"/>
                  </a:lnTo>
                  <a:lnTo>
                    <a:pt x="174511" y="195754"/>
                  </a:lnTo>
                  <a:lnTo>
                    <a:pt x="174106" y="196159"/>
                  </a:lnTo>
                  <a:lnTo>
                    <a:pt x="173939" y="196380"/>
                  </a:lnTo>
                  <a:lnTo>
                    <a:pt x="174299" y="196408"/>
                  </a:lnTo>
                  <a:lnTo>
                    <a:pt x="174444" y="196425"/>
                  </a:lnTo>
                  <a:lnTo>
                    <a:pt x="174754" y="196594"/>
                  </a:lnTo>
                  <a:lnTo>
                    <a:pt x="174590" y="196716"/>
                  </a:lnTo>
                  <a:lnTo>
                    <a:pt x="174280" y="196982"/>
                  </a:lnTo>
                  <a:lnTo>
                    <a:pt x="174168" y="197617"/>
                  </a:lnTo>
                  <a:lnTo>
                    <a:pt x="174301" y="197934"/>
                  </a:lnTo>
                  <a:lnTo>
                    <a:pt x="174595" y="197829"/>
                  </a:lnTo>
                  <a:lnTo>
                    <a:pt x="174742" y="197998"/>
                  </a:lnTo>
                  <a:lnTo>
                    <a:pt x="174424" y="198111"/>
                  </a:lnTo>
                  <a:lnTo>
                    <a:pt x="174345" y="198540"/>
                  </a:lnTo>
                  <a:lnTo>
                    <a:pt x="174085" y="198774"/>
                  </a:lnTo>
                  <a:lnTo>
                    <a:pt x="173874" y="198660"/>
                  </a:lnTo>
                  <a:lnTo>
                    <a:pt x="173751" y="198522"/>
                  </a:lnTo>
                  <a:lnTo>
                    <a:pt x="173493" y="198190"/>
                  </a:lnTo>
                  <a:lnTo>
                    <a:pt x="173457" y="198049"/>
                  </a:lnTo>
                  <a:lnTo>
                    <a:pt x="173393" y="197757"/>
                  </a:lnTo>
                  <a:lnTo>
                    <a:pt x="173471" y="197446"/>
                  </a:lnTo>
                  <a:lnTo>
                    <a:pt x="173517" y="197243"/>
                  </a:lnTo>
                  <a:lnTo>
                    <a:pt x="173614" y="196936"/>
                  </a:lnTo>
                  <a:lnTo>
                    <a:pt x="173617" y="196673"/>
                  </a:lnTo>
                  <a:lnTo>
                    <a:pt x="173806" y="196185"/>
                  </a:lnTo>
                  <a:lnTo>
                    <a:pt x="174119" y="195664"/>
                  </a:lnTo>
                  <a:lnTo>
                    <a:pt x="174315" y="195348"/>
                  </a:lnTo>
                  <a:lnTo>
                    <a:pt x="174420" y="195179"/>
                  </a:lnTo>
                  <a:lnTo>
                    <a:pt x="174533" y="194934"/>
                  </a:lnTo>
                  <a:lnTo>
                    <a:pt x="174708" y="194519"/>
                  </a:lnTo>
                  <a:lnTo>
                    <a:pt x="174889" y="194354"/>
                  </a:lnTo>
                  <a:lnTo>
                    <a:pt x="175198" y="193998"/>
                  </a:lnTo>
                  <a:lnTo>
                    <a:pt x="175028" y="193742"/>
                  </a:lnTo>
                  <a:lnTo>
                    <a:pt x="175040" y="193497"/>
                  </a:lnTo>
                  <a:lnTo>
                    <a:pt x="175108" y="193227"/>
                  </a:lnTo>
                  <a:lnTo>
                    <a:pt x="175455" y="192918"/>
                  </a:lnTo>
                  <a:lnTo>
                    <a:pt x="175255" y="192658"/>
                  </a:lnTo>
                  <a:lnTo>
                    <a:pt x="175512" y="192043"/>
                  </a:lnTo>
                  <a:lnTo>
                    <a:pt x="176191" y="191201"/>
                  </a:lnTo>
                  <a:lnTo>
                    <a:pt x="176650" y="191151"/>
                  </a:lnTo>
                  <a:lnTo>
                    <a:pt x="176621" y="190985"/>
                  </a:lnTo>
                  <a:lnTo>
                    <a:pt x="176712" y="190686"/>
                  </a:lnTo>
                  <a:lnTo>
                    <a:pt x="176624" y="190204"/>
                  </a:lnTo>
                  <a:lnTo>
                    <a:pt x="176472" y="189963"/>
                  </a:lnTo>
                  <a:lnTo>
                    <a:pt x="176211" y="189758"/>
                  </a:lnTo>
                  <a:lnTo>
                    <a:pt x="176015" y="189121"/>
                  </a:lnTo>
                  <a:lnTo>
                    <a:pt x="175977" y="188946"/>
                  </a:lnTo>
                  <a:lnTo>
                    <a:pt x="175950" y="188796"/>
                  </a:lnTo>
                  <a:lnTo>
                    <a:pt x="176190" y="188194"/>
                  </a:lnTo>
                  <a:lnTo>
                    <a:pt x="176360" y="188185"/>
                  </a:lnTo>
                  <a:lnTo>
                    <a:pt x="176770" y="188007"/>
                  </a:lnTo>
                  <a:lnTo>
                    <a:pt x="177724" y="187132"/>
                  </a:lnTo>
                  <a:lnTo>
                    <a:pt x="177585" y="186655"/>
                  </a:lnTo>
                  <a:lnTo>
                    <a:pt x="177561" y="186513"/>
                  </a:lnTo>
                  <a:lnTo>
                    <a:pt x="178635" y="186064"/>
                  </a:lnTo>
                  <a:lnTo>
                    <a:pt x="178734" y="186192"/>
                  </a:lnTo>
                  <a:lnTo>
                    <a:pt x="179171" y="186587"/>
                  </a:lnTo>
                  <a:lnTo>
                    <a:pt x="179378" y="186595"/>
                  </a:lnTo>
                  <a:lnTo>
                    <a:pt x="179692" y="186417"/>
                  </a:lnTo>
                  <a:lnTo>
                    <a:pt x="180392" y="186072"/>
                  </a:lnTo>
                  <a:lnTo>
                    <a:pt x="180786" y="185507"/>
                  </a:lnTo>
                  <a:lnTo>
                    <a:pt x="180928" y="185363"/>
                  </a:lnTo>
                  <a:lnTo>
                    <a:pt x="181070" y="185261"/>
                  </a:lnTo>
                  <a:lnTo>
                    <a:pt x="181515" y="185040"/>
                  </a:lnTo>
                  <a:lnTo>
                    <a:pt x="181830" y="184663"/>
                  </a:lnTo>
                  <a:lnTo>
                    <a:pt x="182215" y="184227"/>
                  </a:lnTo>
                  <a:lnTo>
                    <a:pt x="182012" y="183972"/>
                  </a:lnTo>
                  <a:lnTo>
                    <a:pt x="181794" y="183882"/>
                  </a:lnTo>
                  <a:lnTo>
                    <a:pt x="181488" y="183836"/>
                  </a:lnTo>
                  <a:lnTo>
                    <a:pt x="181264" y="183784"/>
                  </a:lnTo>
                  <a:lnTo>
                    <a:pt x="180931" y="183655"/>
                  </a:lnTo>
                  <a:lnTo>
                    <a:pt x="180795" y="183566"/>
                  </a:lnTo>
                  <a:lnTo>
                    <a:pt x="180620" y="183190"/>
                  </a:lnTo>
                  <a:lnTo>
                    <a:pt x="180699" y="182886"/>
                  </a:lnTo>
                  <a:lnTo>
                    <a:pt x="180924" y="182582"/>
                  </a:lnTo>
                  <a:lnTo>
                    <a:pt x="181153" y="182456"/>
                  </a:lnTo>
                  <a:lnTo>
                    <a:pt x="181294" y="182407"/>
                  </a:lnTo>
                  <a:lnTo>
                    <a:pt x="181494" y="182355"/>
                  </a:lnTo>
                  <a:lnTo>
                    <a:pt x="181955" y="182400"/>
                  </a:lnTo>
                  <a:lnTo>
                    <a:pt x="182342" y="182616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7433308" y="1099202"/>
              <a:ext cx="197380" cy="201565"/>
            </a:xfrm>
            <a:custGeom>
              <a:avLst/>
              <a:pathLst>
                <a:path w="197380" h="201565">
                  <a:moveTo>
                    <a:pt x="182879" y="182880"/>
                  </a:moveTo>
                  <a:lnTo>
                    <a:pt x="182914" y="183333"/>
                  </a:lnTo>
                  <a:lnTo>
                    <a:pt x="182704" y="183591"/>
                  </a:lnTo>
                  <a:lnTo>
                    <a:pt x="182534" y="183850"/>
                  </a:lnTo>
                  <a:lnTo>
                    <a:pt x="182537" y="184118"/>
                  </a:lnTo>
                  <a:lnTo>
                    <a:pt x="182489" y="184347"/>
                  </a:lnTo>
                  <a:lnTo>
                    <a:pt x="182386" y="184642"/>
                  </a:lnTo>
                  <a:lnTo>
                    <a:pt x="182346" y="184838"/>
                  </a:lnTo>
                  <a:lnTo>
                    <a:pt x="182115" y="185142"/>
                  </a:lnTo>
                  <a:lnTo>
                    <a:pt x="182051" y="185811"/>
                  </a:lnTo>
                  <a:lnTo>
                    <a:pt x="182525" y="186315"/>
                  </a:lnTo>
                  <a:lnTo>
                    <a:pt x="182545" y="186645"/>
                  </a:lnTo>
                  <a:lnTo>
                    <a:pt x="182523" y="186776"/>
                  </a:lnTo>
                  <a:lnTo>
                    <a:pt x="182429" y="187078"/>
                  </a:lnTo>
                  <a:lnTo>
                    <a:pt x="182296" y="187350"/>
                  </a:lnTo>
                  <a:lnTo>
                    <a:pt x="182306" y="187537"/>
                  </a:lnTo>
                  <a:lnTo>
                    <a:pt x="182312" y="187962"/>
                  </a:lnTo>
                  <a:lnTo>
                    <a:pt x="182740" y="188395"/>
                  </a:lnTo>
                  <a:lnTo>
                    <a:pt x="182782" y="188687"/>
                  </a:lnTo>
                  <a:lnTo>
                    <a:pt x="182877" y="188834"/>
                  </a:lnTo>
                  <a:lnTo>
                    <a:pt x="182812" y="189095"/>
                  </a:lnTo>
                  <a:lnTo>
                    <a:pt x="183022" y="189147"/>
                  </a:lnTo>
                  <a:lnTo>
                    <a:pt x="183295" y="189175"/>
                  </a:lnTo>
                  <a:lnTo>
                    <a:pt x="183458" y="189185"/>
                  </a:lnTo>
                  <a:lnTo>
                    <a:pt x="183692" y="189193"/>
                  </a:lnTo>
                  <a:lnTo>
                    <a:pt x="184046" y="189272"/>
                  </a:lnTo>
                  <a:lnTo>
                    <a:pt x="184234" y="189316"/>
                  </a:lnTo>
                  <a:lnTo>
                    <a:pt x="184503" y="189690"/>
                  </a:lnTo>
                  <a:lnTo>
                    <a:pt x="184568" y="189847"/>
                  </a:lnTo>
                  <a:lnTo>
                    <a:pt x="184681" y="190234"/>
                  </a:lnTo>
                  <a:lnTo>
                    <a:pt x="184699" y="190495"/>
                  </a:lnTo>
                  <a:lnTo>
                    <a:pt x="185471" y="191506"/>
                  </a:lnTo>
                  <a:lnTo>
                    <a:pt x="185745" y="191666"/>
                  </a:lnTo>
                  <a:lnTo>
                    <a:pt x="185959" y="191712"/>
                  </a:lnTo>
                  <a:lnTo>
                    <a:pt x="186320" y="191833"/>
                  </a:lnTo>
                  <a:lnTo>
                    <a:pt x="186523" y="191933"/>
                  </a:lnTo>
                  <a:lnTo>
                    <a:pt x="187070" y="192442"/>
                  </a:lnTo>
                  <a:lnTo>
                    <a:pt x="187258" y="192696"/>
                  </a:lnTo>
                  <a:lnTo>
                    <a:pt x="187411" y="192913"/>
                  </a:lnTo>
                  <a:lnTo>
                    <a:pt x="187656" y="193081"/>
                  </a:lnTo>
                  <a:lnTo>
                    <a:pt x="187699" y="193239"/>
                  </a:lnTo>
                  <a:lnTo>
                    <a:pt x="187719" y="193755"/>
                  </a:lnTo>
                  <a:lnTo>
                    <a:pt x="188070" y="193723"/>
                  </a:lnTo>
                  <a:lnTo>
                    <a:pt x="188498" y="193556"/>
                  </a:lnTo>
                  <a:lnTo>
                    <a:pt x="188614" y="193416"/>
                  </a:lnTo>
                  <a:lnTo>
                    <a:pt x="188791" y="193190"/>
                  </a:lnTo>
                  <a:lnTo>
                    <a:pt x="188945" y="193131"/>
                  </a:lnTo>
                  <a:lnTo>
                    <a:pt x="189133" y="193080"/>
                  </a:lnTo>
                  <a:lnTo>
                    <a:pt x="189367" y="193093"/>
                  </a:lnTo>
                  <a:lnTo>
                    <a:pt x="189787" y="193468"/>
                  </a:lnTo>
                  <a:lnTo>
                    <a:pt x="189853" y="194001"/>
                  </a:lnTo>
                  <a:lnTo>
                    <a:pt x="189496" y="194509"/>
                  </a:lnTo>
                  <a:lnTo>
                    <a:pt x="189344" y="194647"/>
                  </a:lnTo>
                  <a:lnTo>
                    <a:pt x="189128" y="195040"/>
                  </a:lnTo>
                  <a:lnTo>
                    <a:pt x="189321" y="195187"/>
                  </a:lnTo>
                  <a:lnTo>
                    <a:pt x="189382" y="195362"/>
                  </a:lnTo>
                  <a:lnTo>
                    <a:pt x="189592" y="195642"/>
                  </a:lnTo>
                  <a:lnTo>
                    <a:pt x="189947" y="195861"/>
                  </a:lnTo>
                  <a:lnTo>
                    <a:pt x="190276" y="195946"/>
                  </a:lnTo>
                  <a:lnTo>
                    <a:pt x="190916" y="195963"/>
                  </a:lnTo>
                  <a:lnTo>
                    <a:pt x="191121" y="195765"/>
                  </a:lnTo>
                  <a:lnTo>
                    <a:pt x="191502" y="195401"/>
                  </a:lnTo>
                  <a:lnTo>
                    <a:pt x="191536" y="195156"/>
                  </a:lnTo>
                  <a:lnTo>
                    <a:pt x="191237" y="194837"/>
                  </a:lnTo>
                  <a:lnTo>
                    <a:pt x="191101" y="194521"/>
                  </a:lnTo>
                  <a:lnTo>
                    <a:pt x="190920" y="194357"/>
                  </a:lnTo>
                  <a:lnTo>
                    <a:pt x="190739" y="193848"/>
                  </a:lnTo>
                  <a:lnTo>
                    <a:pt x="190805" y="193636"/>
                  </a:lnTo>
                  <a:lnTo>
                    <a:pt x="190953" y="193400"/>
                  </a:lnTo>
                  <a:lnTo>
                    <a:pt x="191535" y="192880"/>
                  </a:lnTo>
                  <a:lnTo>
                    <a:pt x="191695" y="192829"/>
                  </a:lnTo>
                  <a:lnTo>
                    <a:pt x="191907" y="192770"/>
                  </a:lnTo>
                  <a:lnTo>
                    <a:pt x="192037" y="192744"/>
                  </a:lnTo>
                  <a:lnTo>
                    <a:pt x="192248" y="192735"/>
                  </a:lnTo>
                  <a:lnTo>
                    <a:pt x="192386" y="192754"/>
                  </a:lnTo>
                  <a:lnTo>
                    <a:pt x="192548" y="192790"/>
                  </a:lnTo>
                  <a:lnTo>
                    <a:pt x="192861" y="192938"/>
                  </a:lnTo>
                  <a:lnTo>
                    <a:pt x="193287" y="193414"/>
                  </a:lnTo>
                  <a:lnTo>
                    <a:pt x="193304" y="193610"/>
                  </a:lnTo>
                  <a:lnTo>
                    <a:pt x="193252" y="193789"/>
                  </a:lnTo>
                  <a:lnTo>
                    <a:pt x="192958" y="194146"/>
                  </a:lnTo>
                  <a:lnTo>
                    <a:pt x="192921" y="194665"/>
                  </a:lnTo>
                  <a:lnTo>
                    <a:pt x="193161" y="194901"/>
                  </a:lnTo>
                  <a:lnTo>
                    <a:pt x="193295" y="195048"/>
                  </a:lnTo>
                  <a:lnTo>
                    <a:pt x="193379" y="195196"/>
                  </a:lnTo>
                  <a:lnTo>
                    <a:pt x="193402" y="195505"/>
                  </a:lnTo>
                  <a:lnTo>
                    <a:pt x="193381" y="195646"/>
                  </a:lnTo>
                  <a:lnTo>
                    <a:pt x="193402" y="196115"/>
                  </a:lnTo>
                  <a:lnTo>
                    <a:pt x="193565" y="196367"/>
                  </a:lnTo>
                  <a:lnTo>
                    <a:pt x="193900" y="196652"/>
                  </a:lnTo>
                  <a:lnTo>
                    <a:pt x="194041" y="196765"/>
                  </a:lnTo>
                  <a:lnTo>
                    <a:pt x="194364" y="197375"/>
                  </a:lnTo>
                  <a:lnTo>
                    <a:pt x="194410" y="197641"/>
                  </a:lnTo>
                  <a:lnTo>
                    <a:pt x="194338" y="197878"/>
                  </a:lnTo>
                  <a:lnTo>
                    <a:pt x="194337" y="198137"/>
                  </a:lnTo>
                  <a:lnTo>
                    <a:pt x="194754" y="198644"/>
                  </a:lnTo>
                  <a:lnTo>
                    <a:pt x="195069" y="198707"/>
                  </a:lnTo>
                  <a:lnTo>
                    <a:pt x="195235" y="198719"/>
                  </a:lnTo>
                  <a:lnTo>
                    <a:pt x="195419" y="198774"/>
                  </a:lnTo>
                  <a:lnTo>
                    <a:pt x="195631" y="198891"/>
                  </a:lnTo>
                  <a:lnTo>
                    <a:pt x="195301" y="199414"/>
                  </a:lnTo>
                  <a:lnTo>
                    <a:pt x="195105" y="200077"/>
                  </a:lnTo>
                  <a:lnTo>
                    <a:pt x="195162" y="201007"/>
                  </a:lnTo>
                  <a:lnTo>
                    <a:pt x="195452" y="201151"/>
                  </a:lnTo>
                  <a:lnTo>
                    <a:pt x="195805" y="201104"/>
                  </a:lnTo>
                  <a:lnTo>
                    <a:pt x="196161" y="201037"/>
                  </a:lnTo>
                  <a:lnTo>
                    <a:pt x="196403" y="201033"/>
                  </a:lnTo>
                  <a:lnTo>
                    <a:pt x="197122" y="201304"/>
                  </a:lnTo>
                  <a:lnTo>
                    <a:pt x="197283" y="201404"/>
                  </a:lnTo>
                  <a:lnTo>
                    <a:pt x="197380" y="201565"/>
                  </a:lnTo>
                  <a:lnTo>
                    <a:pt x="197092" y="201404"/>
                  </a:lnTo>
                  <a:lnTo>
                    <a:pt x="196900" y="201312"/>
                  </a:lnTo>
                  <a:lnTo>
                    <a:pt x="196715" y="201246"/>
                  </a:lnTo>
                  <a:lnTo>
                    <a:pt x="196566" y="201204"/>
                  </a:lnTo>
                  <a:lnTo>
                    <a:pt x="196282" y="201163"/>
                  </a:lnTo>
                  <a:lnTo>
                    <a:pt x="196147" y="201198"/>
                  </a:lnTo>
                  <a:lnTo>
                    <a:pt x="195925" y="201239"/>
                  </a:lnTo>
                  <a:lnTo>
                    <a:pt x="195281" y="201205"/>
                  </a:lnTo>
                  <a:lnTo>
                    <a:pt x="195008" y="201010"/>
                  </a:lnTo>
                  <a:lnTo>
                    <a:pt x="194892" y="200869"/>
                  </a:lnTo>
                  <a:lnTo>
                    <a:pt x="194815" y="200729"/>
                  </a:lnTo>
                  <a:lnTo>
                    <a:pt x="194668" y="200307"/>
                  </a:lnTo>
                  <a:lnTo>
                    <a:pt x="194655" y="199968"/>
                  </a:lnTo>
                  <a:lnTo>
                    <a:pt x="194781" y="199454"/>
                  </a:lnTo>
                  <a:lnTo>
                    <a:pt x="194807" y="199181"/>
                  </a:lnTo>
                  <a:lnTo>
                    <a:pt x="194571" y="198720"/>
                  </a:lnTo>
                  <a:lnTo>
                    <a:pt x="194201" y="198342"/>
                  </a:lnTo>
                  <a:lnTo>
                    <a:pt x="194123" y="198137"/>
                  </a:lnTo>
                  <a:lnTo>
                    <a:pt x="193944" y="197252"/>
                  </a:lnTo>
                  <a:lnTo>
                    <a:pt x="193852" y="197018"/>
                  </a:lnTo>
                  <a:lnTo>
                    <a:pt x="193672" y="196696"/>
                  </a:lnTo>
                  <a:lnTo>
                    <a:pt x="193281" y="196317"/>
                  </a:lnTo>
                  <a:lnTo>
                    <a:pt x="193327" y="196168"/>
                  </a:lnTo>
                  <a:lnTo>
                    <a:pt x="193293" y="196014"/>
                  </a:lnTo>
                  <a:lnTo>
                    <a:pt x="193231" y="195852"/>
                  </a:lnTo>
                  <a:lnTo>
                    <a:pt x="193271" y="195623"/>
                  </a:lnTo>
                  <a:lnTo>
                    <a:pt x="193180" y="195183"/>
                  </a:lnTo>
                  <a:lnTo>
                    <a:pt x="193080" y="195011"/>
                  </a:lnTo>
                  <a:lnTo>
                    <a:pt x="192991" y="194883"/>
                  </a:lnTo>
                  <a:lnTo>
                    <a:pt x="192792" y="194738"/>
                  </a:lnTo>
                  <a:lnTo>
                    <a:pt x="192690" y="194391"/>
                  </a:lnTo>
                  <a:lnTo>
                    <a:pt x="192750" y="194229"/>
                  </a:lnTo>
                  <a:lnTo>
                    <a:pt x="192841" y="194076"/>
                  </a:lnTo>
                  <a:lnTo>
                    <a:pt x="193000" y="193873"/>
                  </a:lnTo>
                  <a:lnTo>
                    <a:pt x="193098" y="193709"/>
                  </a:lnTo>
                  <a:lnTo>
                    <a:pt x="192974" y="193207"/>
                  </a:lnTo>
                  <a:lnTo>
                    <a:pt x="192829" y="193124"/>
                  </a:lnTo>
                  <a:lnTo>
                    <a:pt x="192261" y="192999"/>
                  </a:lnTo>
                  <a:lnTo>
                    <a:pt x="191334" y="193308"/>
                  </a:lnTo>
                  <a:lnTo>
                    <a:pt x="191220" y="193449"/>
                  </a:lnTo>
                  <a:lnTo>
                    <a:pt x="191132" y="193591"/>
                  </a:lnTo>
                  <a:lnTo>
                    <a:pt x="191130" y="194356"/>
                  </a:lnTo>
                  <a:lnTo>
                    <a:pt x="191502" y="194750"/>
                  </a:lnTo>
                  <a:lnTo>
                    <a:pt x="191636" y="195085"/>
                  </a:lnTo>
                  <a:lnTo>
                    <a:pt x="191640" y="195260"/>
                  </a:lnTo>
                  <a:lnTo>
                    <a:pt x="191600" y="195408"/>
                  </a:lnTo>
                  <a:lnTo>
                    <a:pt x="191485" y="195582"/>
                  </a:lnTo>
                  <a:lnTo>
                    <a:pt x="191369" y="195752"/>
                  </a:lnTo>
                  <a:lnTo>
                    <a:pt x="191283" y="195899"/>
                  </a:lnTo>
                  <a:lnTo>
                    <a:pt x="190824" y="196123"/>
                  </a:lnTo>
                  <a:lnTo>
                    <a:pt x="190386" y="196172"/>
                  </a:lnTo>
                  <a:lnTo>
                    <a:pt x="190077" y="196132"/>
                  </a:lnTo>
                  <a:lnTo>
                    <a:pt x="189919" y="196089"/>
                  </a:lnTo>
                  <a:lnTo>
                    <a:pt x="189669" y="195976"/>
                  </a:lnTo>
                  <a:lnTo>
                    <a:pt x="189460" y="195781"/>
                  </a:lnTo>
                  <a:lnTo>
                    <a:pt x="189278" y="195523"/>
                  </a:lnTo>
                  <a:lnTo>
                    <a:pt x="189100" y="195249"/>
                  </a:lnTo>
                  <a:lnTo>
                    <a:pt x="189044" y="195104"/>
                  </a:lnTo>
                  <a:lnTo>
                    <a:pt x="189040" y="194848"/>
                  </a:lnTo>
                  <a:lnTo>
                    <a:pt x="189567" y="194255"/>
                  </a:lnTo>
                  <a:lnTo>
                    <a:pt x="189744" y="193986"/>
                  </a:lnTo>
                  <a:lnTo>
                    <a:pt x="189690" y="193471"/>
                  </a:lnTo>
                  <a:lnTo>
                    <a:pt x="189425" y="193324"/>
                  </a:lnTo>
                  <a:lnTo>
                    <a:pt x="189187" y="193156"/>
                  </a:lnTo>
                  <a:lnTo>
                    <a:pt x="188280" y="193860"/>
                  </a:lnTo>
                  <a:lnTo>
                    <a:pt x="188031" y="193868"/>
                  </a:lnTo>
                  <a:lnTo>
                    <a:pt x="187585" y="193352"/>
                  </a:lnTo>
                  <a:lnTo>
                    <a:pt x="187350" y="193146"/>
                  </a:lnTo>
                  <a:lnTo>
                    <a:pt x="187275" y="192975"/>
                  </a:lnTo>
                  <a:lnTo>
                    <a:pt x="187052" y="192674"/>
                  </a:lnTo>
                  <a:lnTo>
                    <a:pt x="186540" y="192270"/>
                  </a:lnTo>
                  <a:lnTo>
                    <a:pt x="186373" y="192138"/>
                  </a:lnTo>
                  <a:lnTo>
                    <a:pt x="186123" y="192002"/>
                  </a:lnTo>
                  <a:lnTo>
                    <a:pt x="185724" y="191756"/>
                  </a:lnTo>
                  <a:lnTo>
                    <a:pt x="185576" y="191706"/>
                  </a:lnTo>
                  <a:lnTo>
                    <a:pt x="185041" y="191270"/>
                  </a:lnTo>
                  <a:lnTo>
                    <a:pt x="184889" y="191134"/>
                  </a:lnTo>
                  <a:lnTo>
                    <a:pt x="184709" y="190762"/>
                  </a:lnTo>
                  <a:lnTo>
                    <a:pt x="184552" y="190499"/>
                  </a:lnTo>
                  <a:lnTo>
                    <a:pt x="184408" y="190019"/>
                  </a:lnTo>
                  <a:lnTo>
                    <a:pt x="184340" y="189675"/>
                  </a:lnTo>
                  <a:lnTo>
                    <a:pt x="184152" y="189482"/>
                  </a:lnTo>
                  <a:lnTo>
                    <a:pt x="183960" y="189279"/>
                  </a:lnTo>
                  <a:lnTo>
                    <a:pt x="183672" y="189354"/>
                  </a:lnTo>
                  <a:lnTo>
                    <a:pt x="183367" y="189274"/>
                  </a:lnTo>
                  <a:lnTo>
                    <a:pt x="183015" y="189246"/>
                  </a:lnTo>
                  <a:lnTo>
                    <a:pt x="182716" y="188758"/>
                  </a:lnTo>
                  <a:lnTo>
                    <a:pt x="182380" y="188334"/>
                  </a:lnTo>
                  <a:lnTo>
                    <a:pt x="182139" y="188012"/>
                  </a:lnTo>
                  <a:lnTo>
                    <a:pt x="182052" y="187686"/>
                  </a:lnTo>
                  <a:lnTo>
                    <a:pt x="182074" y="187386"/>
                  </a:lnTo>
                  <a:lnTo>
                    <a:pt x="182213" y="187192"/>
                  </a:lnTo>
                  <a:lnTo>
                    <a:pt x="182310" y="186934"/>
                  </a:lnTo>
                  <a:lnTo>
                    <a:pt x="182386" y="186794"/>
                  </a:lnTo>
                  <a:lnTo>
                    <a:pt x="182438" y="186597"/>
                  </a:lnTo>
                  <a:lnTo>
                    <a:pt x="181999" y="185944"/>
                  </a:lnTo>
                  <a:lnTo>
                    <a:pt x="181878" y="185747"/>
                  </a:lnTo>
                  <a:lnTo>
                    <a:pt x="182006" y="185039"/>
                  </a:lnTo>
                  <a:lnTo>
                    <a:pt x="182106" y="184632"/>
                  </a:lnTo>
                  <a:lnTo>
                    <a:pt x="182130" y="184344"/>
                  </a:lnTo>
                  <a:lnTo>
                    <a:pt x="182539" y="183373"/>
                  </a:lnTo>
                  <a:lnTo>
                    <a:pt x="182625" y="183202"/>
                  </a:lnTo>
                  <a:lnTo>
                    <a:pt x="182411" y="182859"/>
                  </a:lnTo>
                  <a:lnTo>
                    <a:pt x="182578" y="182476"/>
                  </a:lnTo>
                  <a:lnTo>
                    <a:pt x="182742" y="182344"/>
                  </a:lnTo>
                  <a:lnTo>
                    <a:pt x="183257" y="181899"/>
                  </a:lnTo>
                  <a:lnTo>
                    <a:pt x="183343" y="181641"/>
                  </a:lnTo>
                  <a:lnTo>
                    <a:pt x="183376" y="181041"/>
                  </a:lnTo>
                  <a:lnTo>
                    <a:pt x="183514" y="181277"/>
                  </a:lnTo>
                  <a:lnTo>
                    <a:pt x="183410" y="181743"/>
                  </a:lnTo>
                  <a:lnTo>
                    <a:pt x="183305" y="181961"/>
                  </a:lnTo>
                  <a:lnTo>
                    <a:pt x="183092" y="182193"/>
                  </a:lnTo>
                  <a:close/>
                  <a:moveTo>
                    <a:pt x="194898" y="200316"/>
                  </a:moveTo>
                  <a:lnTo>
                    <a:pt x="194964" y="200157"/>
                  </a:lnTo>
                  <a:lnTo>
                    <a:pt x="195083" y="199854"/>
                  </a:lnTo>
                  <a:lnTo>
                    <a:pt x="194898" y="199774"/>
                  </a:lnTo>
                  <a:lnTo>
                    <a:pt x="194833" y="199943"/>
                  </a:lnTo>
                  <a:lnTo>
                    <a:pt x="194792" y="200110"/>
                  </a:lnTo>
                  <a:close/>
                  <a:moveTo>
                    <a:pt x="195114" y="199381"/>
                  </a:moveTo>
                  <a:lnTo>
                    <a:pt x="195402" y="198893"/>
                  </a:lnTo>
                  <a:lnTo>
                    <a:pt x="195210" y="198820"/>
                  </a:lnTo>
                  <a:lnTo>
                    <a:pt x="194998" y="198942"/>
                  </a:lnTo>
                  <a:lnTo>
                    <a:pt x="194971" y="199453"/>
                  </a:lnTo>
                  <a:close/>
                  <a:moveTo>
                    <a:pt x="194195" y="197739"/>
                  </a:moveTo>
                  <a:lnTo>
                    <a:pt x="194268" y="197561"/>
                  </a:lnTo>
                  <a:lnTo>
                    <a:pt x="194255" y="197286"/>
                  </a:lnTo>
                  <a:lnTo>
                    <a:pt x="193935" y="196772"/>
                  </a:lnTo>
                  <a:lnTo>
                    <a:pt x="193730" y="196736"/>
                  </a:lnTo>
                  <a:lnTo>
                    <a:pt x="193801" y="196866"/>
                  </a:lnTo>
                  <a:lnTo>
                    <a:pt x="194044" y="197456"/>
                  </a:lnTo>
                  <a:lnTo>
                    <a:pt x="194087" y="197586"/>
                  </a:lnTo>
                  <a:close/>
                  <a:moveTo>
                    <a:pt x="192196" y="192784"/>
                  </a:moveTo>
                  <a:lnTo>
                    <a:pt x="192060" y="192864"/>
                  </a:lnTo>
                  <a:lnTo>
                    <a:pt x="192260" y="192897"/>
                  </a:lnTo>
                  <a:lnTo>
                    <a:pt x="192438" y="192905"/>
                  </a:lnTo>
                  <a:lnTo>
                    <a:pt x="192492" y="192805"/>
                  </a:lnTo>
                  <a:lnTo>
                    <a:pt x="192336" y="192784"/>
                  </a:lnTo>
                  <a:close/>
                  <a:moveTo>
                    <a:pt x="182364" y="187082"/>
                  </a:moveTo>
                  <a:lnTo>
                    <a:pt x="182345" y="186917"/>
                  </a:lnTo>
                  <a:close/>
                  <a:moveTo>
                    <a:pt x="182489" y="183887"/>
                  </a:moveTo>
                  <a:lnTo>
                    <a:pt x="182245" y="18414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6959144" y="2881732"/>
              <a:ext cx="389" cy="337"/>
            </a:xfrm>
            <a:custGeom>
              <a:avLst/>
              <a:pathLst>
                <a:path w="389" h="337">
                  <a:moveTo>
                    <a:pt x="118" y="328"/>
                  </a:moveTo>
                  <a:lnTo>
                    <a:pt x="44" y="337"/>
                  </a:lnTo>
                  <a:lnTo>
                    <a:pt x="7" y="321"/>
                  </a:lnTo>
                  <a:lnTo>
                    <a:pt x="0" y="270"/>
                  </a:lnTo>
                  <a:lnTo>
                    <a:pt x="36" y="186"/>
                  </a:lnTo>
                  <a:lnTo>
                    <a:pt x="146" y="85"/>
                  </a:lnTo>
                  <a:lnTo>
                    <a:pt x="293" y="0"/>
                  </a:lnTo>
                  <a:lnTo>
                    <a:pt x="330" y="0"/>
                  </a:lnTo>
                  <a:lnTo>
                    <a:pt x="367" y="24"/>
                  </a:lnTo>
                  <a:lnTo>
                    <a:pt x="389" y="66"/>
                  </a:lnTo>
                  <a:lnTo>
                    <a:pt x="382" y="108"/>
                  </a:lnTo>
                  <a:lnTo>
                    <a:pt x="338" y="192"/>
                  </a:lnTo>
                  <a:lnTo>
                    <a:pt x="228" y="285"/>
                  </a:lnTo>
                  <a:lnTo>
                    <a:pt x="118" y="32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6959848" y="2881023"/>
              <a:ext cx="330" cy="412"/>
            </a:xfrm>
            <a:custGeom>
              <a:avLst/>
              <a:pathLst>
                <a:path w="330" h="412">
                  <a:moveTo>
                    <a:pt x="118" y="411"/>
                  </a:moveTo>
                  <a:lnTo>
                    <a:pt x="44" y="412"/>
                  </a:lnTo>
                  <a:lnTo>
                    <a:pt x="37" y="406"/>
                  </a:lnTo>
                  <a:lnTo>
                    <a:pt x="7" y="379"/>
                  </a:lnTo>
                  <a:lnTo>
                    <a:pt x="0" y="337"/>
                  </a:lnTo>
                  <a:lnTo>
                    <a:pt x="7" y="295"/>
                  </a:lnTo>
                  <a:lnTo>
                    <a:pt x="94" y="127"/>
                  </a:lnTo>
                  <a:lnTo>
                    <a:pt x="204" y="25"/>
                  </a:lnTo>
                  <a:lnTo>
                    <a:pt x="278" y="0"/>
                  </a:lnTo>
                  <a:lnTo>
                    <a:pt x="315" y="33"/>
                  </a:lnTo>
                  <a:lnTo>
                    <a:pt x="330" y="75"/>
                  </a:lnTo>
                  <a:lnTo>
                    <a:pt x="330" y="116"/>
                  </a:lnTo>
                  <a:lnTo>
                    <a:pt x="308" y="200"/>
                  </a:lnTo>
                  <a:lnTo>
                    <a:pt x="228" y="327"/>
                  </a:lnTo>
                  <a:lnTo>
                    <a:pt x="216" y="337"/>
                  </a:lnTo>
                  <a:lnTo>
                    <a:pt x="155" y="386"/>
                  </a:lnTo>
                  <a:lnTo>
                    <a:pt x="118" y="4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6964246" y="2795132"/>
              <a:ext cx="270" cy="263"/>
            </a:xfrm>
            <a:custGeom>
              <a:avLst/>
              <a:pathLst>
                <a:path w="270" h="263">
                  <a:moveTo>
                    <a:pt x="261" y="263"/>
                  </a:moveTo>
                  <a:lnTo>
                    <a:pt x="181" y="262"/>
                  </a:lnTo>
                  <a:lnTo>
                    <a:pt x="119" y="251"/>
                  </a:lnTo>
                  <a:lnTo>
                    <a:pt x="74" y="210"/>
                  </a:lnTo>
                  <a:lnTo>
                    <a:pt x="31" y="186"/>
                  </a:lnTo>
                  <a:lnTo>
                    <a:pt x="0" y="66"/>
                  </a:lnTo>
                  <a:lnTo>
                    <a:pt x="103" y="0"/>
                  </a:lnTo>
                  <a:lnTo>
                    <a:pt x="182" y="10"/>
                  </a:lnTo>
                  <a:lnTo>
                    <a:pt x="253" y="91"/>
                  </a:lnTo>
                  <a:lnTo>
                    <a:pt x="270" y="192"/>
                  </a:lnTo>
                  <a:lnTo>
                    <a:pt x="261" y="2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6977674" y="2765698"/>
              <a:ext cx="263" cy="340"/>
            </a:xfrm>
            <a:custGeom>
              <a:avLst/>
              <a:pathLst>
                <a:path w="263" h="340">
                  <a:moveTo>
                    <a:pt x="140" y="316"/>
                  </a:moveTo>
                  <a:lnTo>
                    <a:pt x="100" y="340"/>
                  </a:lnTo>
                  <a:lnTo>
                    <a:pt x="59" y="328"/>
                  </a:lnTo>
                  <a:lnTo>
                    <a:pt x="22" y="298"/>
                  </a:lnTo>
                  <a:lnTo>
                    <a:pt x="0" y="253"/>
                  </a:lnTo>
                  <a:lnTo>
                    <a:pt x="0" y="204"/>
                  </a:lnTo>
                  <a:lnTo>
                    <a:pt x="12" y="154"/>
                  </a:lnTo>
                  <a:lnTo>
                    <a:pt x="34" y="111"/>
                  </a:lnTo>
                  <a:lnTo>
                    <a:pt x="64" y="73"/>
                  </a:lnTo>
                  <a:lnTo>
                    <a:pt x="97" y="39"/>
                  </a:lnTo>
                  <a:lnTo>
                    <a:pt x="135" y="13"/>
                  </a:lnTo>
                  <a:lnTo>
                    <a:pt x="178" y="0"/>
                  </a:lnTo>
                  <a:lnTo>
                    <a:pt x="221" y="4"/>
                  </a:lnTo>
                  <a:lnTo>
                    <a:pt x="263" y="25"/>
                  </a:lnTo>
                  <a:lnTo>
                    <a:pt x="244" y="105"/>
                  </a:lnTo>
                  <a:lnTo>
                    <a:pt x="229" y="152"/>
                  </a:lnTo>
                  <a:lnTo>
                    <a:pt x="214" y="199"/>
                  </a:lnTo>
                  <a:lnTo>
                    <a:pt x="203" y="249"/>
                  </a:lnTo>
                  <a:lnTo>
                    <a:pt x="179" y="288"/>
                  </a:lnTo>
                  <a:lnTo>
                    <a:pt x="140" y="31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7002939" y="2704365"/>
              <a:ext cx="357" cy="274"/>
            </a:xfrm>
            <a:custGeom>
              <a:avLst/>
              <a:pathLst>
                <a:path w="357" h="274">
                  <a:moveTo>
                    <a:pt x="140" y="266"/>
                  </a:moveTo>
                  <a:lnTo>
                    <a:pt x="73" y="274"/>
                  </a:lnTo>
                  <a:lnTo>
                    <a:pt x="14" y="257"/>
                  </a:lnTo>
                  <a:lnTo>
                    <a:pt x="0" y="182"/>
                  </a:lnTo>
                  <a:lnTo>
                    <a:pt x="22" y="132"/>
                  </a:lnTo>
                  <a:lnTo>
                    <a:pt x="135" y="40"/>
                  </a:lnTo>
                  <a:lnTo>
                    <a:pt x="276" y="0"/>
                  </a:lnTo>
                  <a:lnTo>
                    <a:pt x="336" y="17"/>
                  </a:lnTo>
                  <a:lnTo>
                    <a:pt x="357" y="101"/>
                  </a:lnTo>
                  <a:lnTo>
                    <a:pt x="297" y="209"/>
                  </a:lnTo>
                  <a:lnTo>
                    <a:pt x="252" y="225"/>
                  </a:lnTo>
                  <a:lnTo>
                    <a:pt x="140" y="2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6999761" y="2674585"/>
              <a:ext cx="259" cy="364"/>
            </a:xfrm>
            <a:custGeom>
              <a:avLst/>
              <a:pathLst>
                <a:path w="259" h="364">
                  <a:moveTo>
                    <a:pt x="147" y="343"/>
                  </a:moveTo>
                  <a:lnTo>
                    <a:pt x="86" y="364"/>
                  </a:lnTo>
                  <a:lnTo>
                    <a:pt x="36" y="355"/>
                  </a:lnTo>
                  <a:lnTo>
                    <a:pt x="5" y="296"/>
                  </a:lnTo>
                  <a:lnTo>
                    <a:pt x="0" y="220"/>
                  </a:lnTo>
                  <a:lnTo>
                    <a:pt x="23" y="136"/>
                  </a:lnTo>
                  <a:lnTo>
                    <a:pt x="54" y="71"/>
                  </a:lnTo>
                  <a:lnTo>
                    <a:pt x="101" y="27"/>
                  </a:lnTo>
                  <a:lnTo>
                    <a:pt x="124" y="16"/>
                  </a:lnTo>
                  <a:lnTo>
                    <a:pt x="159" y="0"/>
                  </a:lnTo>
                  <a:lnTo>
                    <a:pt x="205" y="18"/>
                  </a:lnTo>
                  <a:lnTo>
                    <a:pt x="244" y="52"/>
                  </a:lnTo>
                  <a:lnTo>
                    <a:pt x="259" y="89"/>
                  </a:lnTo>
                  <a:lnTo>
                    <a:pt x="257" y="142"/>
                  </a:lnTo>
                  <a:lnTo>
                    <a:pt x="231" y="247"/>
                  </a:lnTo>
                  <a:lnTo>
                    <a:pt x="190" y="309"/>
                  </a:lnTo>
                  <a:lnTo>
                    <a:pt x="147" y="3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7132974" y="2496835"/>
              <a:ext cx="250" cy="207"/>
            </a:xfrm>
            <a:custGeom>
              <a:avLst/>
              <a:pathLst>
                <a:path w="250" h="207">
                  <a:moveTo>
                    <a:pt x="227" y="169"/>
                  </a:moveTo>
                  <a:lnTo>
                    <a:pt x="142" y="207"/>
                  </a:lnTo>
                  <a:lnTo>
                    <a:pt x="45" y="182"/>
                  </a:lnTo>
                  <a:lnTo>
                    <a:pt x="0" y="119"/>
                  </a:lnTo>
                  <a:lnTo>
                    <a:pt x="17" y="56"/>
                  </a:lnTo>
                  <a:lnTo>
                    <a:pt x="113" y="0"/>
                  </a:lnTo>
                  <a:lnTo>
                    <a:pt x="176" y="12"/>
                  </a:lnTo>
                  <a:lnTo>
                    <a:pt x="250" y="100"/>
                  </a:lnTo>
                  <a:lnTo>
                    <a:pt x="227" y="16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7134448" y="2496924"/>
              <a:ext cx="250" cy="157"/>
            </a:xfrm>
            <a:custGeom>
              <a:avLst/>
              <a:pathLst>
                <a:path w="250" h="157">
                  <a:moveTo>
                    <a:pt x="170" y="157"/>
                  </a:moveTo>
                  <a:lnTo>
                    <a:pt x="39" y="138"/>
                  </a:lnTo>
                  <a:lnTo>
                    <a:pt x="0" y="75"/>
                  </a:lnTo>
                  <a:lnTo>
                    <a:pt x="28" y="0"/>
                  </a:lnTo>
                  <a:lnTo>
                    <a:pt x="204" y="18"/>
                  </a:lnTo>
                  <a:lnTo>
                    <a:pt x="250" y="88"/>
                  </a:lnTo>
                  <a:lnTo>
                    <a:pt x="221" y="144"/>
                  </a:lnTo>
                  <a:lnTo>
                    <a:pt x="185" y="154"/>
                  </a:lnTo>
                  <a:lnTo>
                    <a:pt x="170" y="15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7136095" y="2497059"/>
              <a:ext cx="216" cy="150"/>
            </a:xfrm>
            <a:custGeom>
              <a:avLst/>
              <a:pathLst>
                <a:path w="216" h="150">
                  <a:moveTo>
                    <a:pt x="204" y="75"/>
                  </a:moveTo>
                  <a:lnTo>
                    <a:pt x="90" y="150"/>
                  </a:lnTo>
                  <a:lnTo>
                    <a:pt x="11" y="125"/>
                  </a:lnTo>
                  <a:lnTo>
                    <a:pt x="0" y="100"/>
                  </a:lnTo>
                  <a:lnTo>
                    <a:pt x="0" y="93"/>
                  </a:lnTo>
                  <a:lnTo>
                    <a:pt x="4" y="68"/>
                  </a:lnTo>
                  <a:lnTo>
                    <a:pt x="5" y="64"/>
                  </a:lnTo>
                  <a:lnTo>
                    <a:pt x="62" y="25"/>
                  </a:lnTo>
                  <a:lnTo>
                    <a:pt x="148" y="0"/>
                  </a:lnTo>
                  <a:lnTo>
                    <a:pt x="180" y="14"/>
                  </a:lnTo>
                  <a:lnTo>
                    <a:pt x="216" y="31"/>
                  </a:lnTo>
                  <a:lnTo>
                    <a:pt x="204" y="7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6880469" y="2466794"/>
              <a:ext cx="1421" cy="1330"/>
            </a:xfrm>
            <a:custGeom>
              <a:avLst/>
              <a:pathLst>
                <a:path w="1421" h="1330">
                  <a:moveTo>
                    <a:pt x="667" y="1304"/>
                  </a:moveTo>
                  <a:lnTo>
                    <a:pt x="345" y="1330"/>
                  </a:lnTo>
                  <a:lnTo>
                    <a:pt x="113" y="1242"/>
                  </a:lnTo>
                  <a:lnTo>
                    <a:pt x="0" y="1036"/>
                  </a:lnTo>
                  <a:lnTo>
                    <a:pt x="4" y="814"/>
                  </a:lnTo>
                  <a:lnTo>
                    <a:pt x="136" y="520"/>
                  </a:lnTo>
                  <a:lnTo>
                    <a:pt x="513" y="273"/>
                  </a:lnTo>
                  <a:lnTo>
                    <a:pt x="1080" y="0"/>
                  </a:lnTo>
                  <a:lnTo>
                    <a:pt x="1262" y="36"/>
                  </a:lnTo>
                  <a:lnTo>
                    <a:pt x="1394" y="242"/>
                  </a:lnTo>
                  <a:lnTo>
                    <a:pt x="1421" y="644"/>
                  </a:lnTo>
                  <a:lnTo>
                    <a:pt x="1276" y="938"/>
                  </a:lnTo>
                  <a:lnTo>
                    <a:pt x="912" y="1242"/>
                  </a:lnTo>
                  <a:lnTo>
                    <a:pt x="667" y="13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7137041" y="2495933"/>
              <a:ext cx="221" cy="276"/>
            </a:xfrm>
            <a:custGeom>
              <a:avLst/>
              <a:pathLst>
                <a:path w="221" h="276">
                  <a:moveTo>
                    <a:pt x="147" y="264"/>
                  </a:moveTo>
                  <a:lnTo>
                    <a:pt x="113" y="276"/>
                  </a:lnTo>
                  <a:lnTo>
                    <a:pt x="22" y="238"/>
                  </a:lnTo>
                  <a:lnTo>
                    <a:pt x="0" y="175"/>
                  </a:lnTo>
                  <a:lnTo>
                    <a:pt x="0" y="75"/>
                  </a:lnTo>
                  <a:lnTo>
                    <a:pt x="40" y="6"/>
                  </a:lnTo>
                  <a:lnTo>
                    <a:pt x="91" y="0"/>
                  </a:lnTo>
                  <a:lnTo>
                    <a:pt x="187" y="37"/>
                  </a:lnTo>
                  <a:lnTo>
                    <a:pt x="216" y="94"/>
                  </a:lnTo>
                  <a:lnTo>
                    <a:pt x="221" y="195"/>
                  </a:lnTo>
                  <a:lnTo>
                    <a:pt x="147" y="2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6919471" y="2469361"/>
              <a:ext cx="2172" cy="2172"/>
            </a:xfrm>
            <a:custGeom>
              <a:avLst/>
              <a:pathLst>
                <a:path w="2172" h="2172">
                  <a:moveTo>
                    <a:pt x="1062" y="2115"/>
                  </a:moveTo>
                  <a:lnTo>
                    <a:pt x="656" y="2172"/>
                  </a:lnTo>
                  <a:lnTo>
                    <a:pt x="200" y="2086"/>
                  </a:lnTo>
                  <a:lnTo>
                    <a:pt x="3" y="1694"/>
                  </a:lnTo>
                  <a:lnTo>
                    <a:pt x="0" y="1265"/>
                  </a:lnTo>
                  <a:lnTo>
                    <a:pt x="258" y="977"/>
                  </a:lnTo>
                  <a:lnTo>
                    <a:pt x="888" y="454"/>
                  </a:lnTo>
                  <a:lnTo>
                    <a:pt x="1423" y="92"/>
                  </a:lnTo>
                  <a:lnTo>
                    <a:pt x="1861" y="0"/>
                  </a:lnTo>
                  <a:lnTo>
                    <a:pt x="2172" y="355"/>
                  </a:lnTo>
                  <a:lnTo>
                    <a:pt x="2111" y="892"/>
                  </a:lnTo>
                  <a:lnTo>
                    <a:pt x="1951" y="1375"/>
                  </a:lnTo>
                  <a:lnTo>
                    <a:pt x="1159" y="2061"/>
                  </a:lnTo>
                  <a:lnTo>
                    <a:pt x="1062" y="21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7132991" y="2492496"/>
              <a:ext cx="262" cy="245"/>
            </a:xfrm>
            <a:custGeom>
              <a:avLst/>
              <a:pathLst>
                <a:path w="262" h="245">
                  <a:moveTo>
                    <a:pt x="244" y="195"/>
                  </a:moveTo>
                  <a:lnTo>
                    <a:pt x="153" y="245"/>
                  </a:lnTo>
                  <a:lnTo>
                    <a:pt x="62" y="226"/>
                  </a:lnTo>
                  <a:lnTo>
                    <a:pt x="0" y="125"/>
                  </a:lnTo>
                  <a:lnTo>
                    <a:pt x="0" y="75"/>
                  </a:lnTo>
                  <a:lnTo>
                    <a:pt x="39" y="12"/>
                  </a:lnTo>
                  <a:lnTo>
                    <a:pt x="119" y="0"/>
                  </a:lnTo>
                  <a:lnTo>
                    <a:pt x="233" y="44"/>
                  </a:lnTo>
                  <a:lnTo>
                    <a:pt x="262" y="88"/>
                  </a:lnTo>
                  <a:lnTo>
                    <a:pt x="262" y="157"/>
                  </a:lnTo>
                  <a:lnTo>
                    <a:pt x="244" y="1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6902209" y="2454898"/>
              <a:ext cx="2962" cy="1968"/>
            </a:xfrm>
            <a:custGeom>
              <a:avLst/>
              <a:pathLst>
                <a:path w="2962" h="1968">
                  <a:moveTo>
                    <a:pt x="1354" y="1938"/>
                  </a:moveTo>
                  <a:lnTo>
                    <a:pt x="1049" y="1968"/>
                  </a:lnTo>
                  <a:lnTo>
                    <a:pt x="788" y="1899"/>
                  </a:lnTo>
                  <a:lnTo>
                    <a:pt x="509" y="1646"/>
                  </a:lnTo>
                  <a:lnTo>
                    <a:pt x="182" y="1374"/>
                  </a:lnTo>
                  <a:lnTo>
                    <a:pt x="34" y="1122"/>
                  </a:lnTo>
                  <a:lnTo>
                    <a:pt x="0" y="811"/>
                  </a:lnTo>
                  <a:lnTo>
                    <a:pt x="60" y="603"/>
                  </a:lnTo>
                  <a:lnTo>
                    <a:pt x="209" y="499"/>
                  </a:lnTo>
                  <a:lnTo>
                    <a:pt x="958" y="311"/>
                  </a:lnTo>
                  <a:lnTo>
                    <a:pt x="1529" y="138"/>
                  </a:lnTo>
                  <a:lnTo>
                    <a:pt x="2300" y="0"/>
                  </a:lnTo>
                  <a:lnTo>
                    <a:pt x="2600" y="4"/>
                  </a:lnTo>
                  <a:lnTo>
                    <a:pt x="2831" y="89"/>
                  </a:lnTo>
                  <a:lnTo>
                    <a:pt x="2927" y="237"/>
                  </a:lnTo>
                  <a:lnTo>
                    <a:pt x="2962" y="484"/>
                  </a:lnTo>
                  <a:lnTo>
                    <a:pt x="2919" y="781"/>
                  </a:lnTo>
                  <a:lnTo>
                    <a:pt x="2788" y="1038"/>
                  </a:lnTo>
                  <a:lnTo>
                    <a:pt x="2531" y="1241"/>
                  </a:lnTo>
                  <a:lnTo>
                    <a:pt x="1973" y="1671"/>
                  </a:lnTo>
                  <a:lnTo>
                    <a:pt x="1354" y="19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6928770" y="2454994"/>
              <a:ext cx="6521" cy="3051"/>
            </a:xfrm>
            <a:custGeom>
              <a:avLst/>
              <a:pathLst>
                <a:path w="6521" h="3051">
                  <a:moveTo>
                    <a:pt x="5913" y="41"/>
                  </a:moveTo>
                  <a:lnTo>
                    <a:pt x="6231" y="181"/>
                  </a:lnTo>
                  <a:lnTo>
                    <a:pt x="6302" y="172"/>
                  </a:lnTo>
                  <a:lnTo>
                    <a:pt x="6442" y="539"/>
                  </a:lnTo>
                  <a:lnTo>
                    <a:pt x="6521" y="996"/>
                  </a:lnTo>
                  <a:lnTo>
                    <a:pt x="6477" y="1377"/>
                  </a:lnTo>
                  <a:lnTo>
                    <a:pt x="6247" y="1658"/>
                  </a:lnTo>
                  <a:lnTo>
                    <a:pt x="5949" y="2040"/>
                  </a:lnTo>
                  <a:lnTo>
                    <a:pt x="5672" y="2270"/>
                  </a:lnTo>
                  <a:lnTo>
                    <a:pt x="5379" y="2445"/>
                  </a:lnTo>
                  <a:lnTo>
                    <a:pt x="4845" y="2613"/>
                  </a:lnTo>
                  <a:lnTo>
                    <a:pt x="3255" y="2819"/>
                  </a:lnTo>
                  <a:lnTo>
                    <a:pt x="1233" y="3051"/>
                  </a:lnTo>
                  <a:lnTo>
                    <a:pt x="148" y="2884"/>
                  </a:lnTo>
                  <a:lnTo>
                    <a:pt x="61" y="2701"/>
                  </a:lnTo>
                  <a:lnTo>
                    <a:pt x="31" y="2429"/>
                  </a:lnTo>
                  <a:lnTo>
                    <a:pt x="0" y="2207"/>
                  </a:lnTo>
                  <a:lnTo>
                    <a:pt x="81" y="1888"/>
                  </a:lnTo>
                  <a:lnTo>
                    <a:pt x="303" y="1452"/>
                  </a:lnTo>
                  <a:lnTo>
                    <a:pt x="677" y="1182"/>
                  </a:lnTo>
                  <a:lnTo>
                    <a:pt x="983" y="1070"/>
                  </a:lnTo>
                  <a:lnTo>
                    <a:pt x="1231" y="1037"/>
                  </a:lnTo>
                  <a:lnTo>
                    <a:pt x="1444" y="983"/>
                  </a:lnTo>
                  <a:lnTo>
                    <a:pt x="3208" y="563"/>
                  </a:lnTo>
                  <a:lnTo>
                    <a:pt x="3653" y="405"/>
                  </a:lnTo>
                  <a:lnTo>
                    <a:pt x="3931" y="313"/>
                  </a:lnTo>
                  <a:lnTo>
                    <a:pt x="4273" y="243"/>
                  </a:lnTo>
                  <a:lnTo>
                    <a:pt x="4771" y="167"/>
                  </a:lnTo>
                  <a:lnTo>
                    <a:pt x="5131" y="88"/>
                  </a:lnTo>
                  <a:lnTo>
                    <a:pt x="5547" y="0"/>
                  </a:lnTo>
                  <a:lnTo>
                    <a:pt x="5913" y="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6900166" y="2448732"/>
              <a:ext cx="849" cy="547"/>
            </a:xfrm>
            <a:custGeom>
              <a:avLst/>
              <a:pathLst>
                <a:path w="849" h="547">
                  <a:moveTo>
                    <a:pt x="717" y="547"/>
                  </a:moveTo>
                  <a:lnTo>
                    <a:pt x="144" y="524"/>
                  </a:lnTo>
                  <a:lnTo>
                    <a:pt x="83" y="502"/>
                  </a:lnTo>
                  <a:lnTo>
                    <a:pt x="50" y="457"/>
                  </a:lnTo>
                  <a:lnTo>
                    <a:pt x="0" y="312"/>
                  </a:lnTo>
                  <a:lnTo>
                    <a:pt x="20" y="200"/>
                  </a:lnTo>
                  <a:lnTo>
                    <a:pt x="119" y="64"/>
                  </a:lnTo>
                  <a:lnTo>
                    <a:pt x="266" y="0"/>
                  </a:lnTo>
                  <a:lnTo>
                    <a:pt x="520" y="7"/>
                  </a:lnTo>
                  <a:lnTo>
                    <a:pt x="717" y="76"/>
                  </a:lnTo>
                  <a:lnTo>
                    <a:pt x="791" y="133"/>
                  </a:lnTo>
                  <a:lnTo>
                    <a:pt x="849" y="264"/>
                  </a:lnTo>
                  <a:lnTo>
                    <a:pt x="824" y="466"/>
                  </a:lnTo>
                  <a:lnTo>
                    <a:pt x="787" y="528"/>
                  </a:lnTo>
                  <a:lnTo>
                    <a:pt x="717" y="54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6894880" y="2446611"/>
              <a:ext cx="5233" cy="4748"/>
            </a:xfrm>
            <a:custGeom>
              <a:avLst/>
              <a:pathLst>
                <a:path w="5233" h="4748">
                  <a:moveTo>
                    <a:pt x="4453" y="329"/>
                  </a:moveTo>
                  <a:lnTo>
                    <a:pt x="4133" y="670"/>
                  </a:lnTo>
                  <a:lnTo>
                    <a:pt x="3742" y="965"/>
                  </a:lnTo>
                  <a:lnTo>
                    <a:pt x="3212" y="1101"/>
                  </a:lnTo>
                  <a:lnTo>
                    <a:pt x="2311" y="1817"/>
                  </a:lnTo>
                  <a:lnTo>
                    <a:pt x="1741" y="2351"/>
                  </a:lnTo>
                  <a:lnTo>
                    <a:pt x="1260" y="2794"/>
                  </a:lnTo>
                  <a:lnTo>
                    <a:pt x="1130" y="3146"/>
                  </a:lnTo>
                  <a:lnTo>
                    <a:pt x="1340" y="3544"/>
                  </a:lnTo>
                  <a:lnTo>
                    <a:pt x="1561" y="3692"/>
                  </a:lnTo>
                  <a:lnTo>
                    <a:pt x="1841" y="3703"/>
                  </a:lnTo>
                  <a:lnTo>
                    <a:pt x="2221" y="3623"/>
                  </a:lnTo>
                  <a:lnTo>
                    <a:pt x="2601" y="3419"/>
                  </a:lnTo>
                  <a:lnTo>
                    <a:pt x="2942" y="2987"/>
                  </a:lnTo>
                  <a:lnTo>
                    <a:pt x="3312" y="2669"/>
                  </a:lnTo>
                  <a:lnTo>
                    <a:pt x="3932" y="2419"/>
                  </a:lnTo>
                  <a:lnTo>
                    <a:pt x="4803" y="2249"/>
                  </a:lnTo>
                  <a:lnTo>
                    <a:pt x="5003" y="2238"/>
                  </a:lnTo>
                  <a:lnTo>
                    <a:pt x="5153" y="2362"/>
                  </a:lnTo>
                  <a:lnTo>
                    <a:pt x="5233" y="2681"/>
                  </a:lnTo>
                  <a:lnTo>
                    <a:pt x="5183" y="2794"/>
                  </a:lnTo>
                  <a:lnTo>
                    <a:pt x="4803" y="3021"/>
                  </a:lnTo>
                  <a:lnTo>
                    <a:pt x="4002" y="3158"/>
                  </a:lnTo>
                  <a:lnTo>
                    <a:pt x="3482" y="3419"/>
                  </a:lnTo>
                  <a:lnTo>
                    <a:pt x="3112" y="3805"/>
                  </a:lnTo>
                  <a:lnTo>
                    <a:pt x="2551" y="4146"/>
                  </a:lnTo>
                  <a:lnTo>
                    <a:pt x="2191" y="4385"/>
                  </a:lnTo>
                  <a:lnTo>
                    <a:pt x="1731" y="4635"/>
                  </a:lnTo>
                  <a:lnTo>
                    <a:pt x="910" y="4748"/>
                  </a:lnTo>
                  <a:lnTo>
                    <a:pt x="400" y="4600"/>
                  </a:lnTo>
                  <a:lnTo>
                    <a:pt x="80" y="4351"/>
                  </a:lnTo>
                  <a:lnTo>
                    <a:pt x="0" y="3953"/>
                  </a:lnTo>
                  <a:lnTo>
                    <a:pt x="130" y="2919"/>
                  </a:lnTo>
                  <a:lnTo>
                    <a:pt x="450" y="2351"/>
                  </a:lnTo>
                  <a:lnTo>
                    <a:pt x="1801" y="1215"/>
                  </a:lnTo>
                  <a:lnTo>
                    <a:pt x="3212" y="284"/>
                  </a:lnTo>
                  <a:lnTo>
                    <a:pt x="3452" y="170"/>
                  </a:lnTo>
                  <a:lnTo>
                    <a:pt x="3622" y="170"/>
                  </a:lnTo>
                  <a:lnTo>
                    <a:pt x="3722" y="306"/>
                  </a:lnTo>
                  <a:lnTo>
                    <a:pt x="3962" y="147"/>
                  </a:lnTo>
                  <a:lnTo>
                    <a:pt x="4433" y="0"/>
                  </a:lnTo>
                  <a:lnTo>
                    <a:pt x="4493" y="68"/>
                  </a:lnTo>
                  <a:lnTo>
                    <a:pt x="4453" y="32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6899419" y="2446070"/>
              <a:ext cx="5328" cy="3580"/>
            </a:xfrm>
            <a:custGeom>
              <a:avLst/>
              <a:pathLst>
                <a:path w="5328" h="3580">
                  <a:moveTo>
                    <a:pt x="4986" y="559"/>
                  </a:moveTo>
                  <a:lnTo>
                    <a:pt x="5290" y="1254"/>
                  </a:lnTo>
                  <a:lnTo>
                    <a:pt x="5328" y="1581"/>
                  </a:lnTo>
                  <a:lnTo>
                    <a:pt x="5130" y="2206"/>
                  </a:lnTo>
                  <a:lnTo>
                    <a:pt x="4496" y="2911"/>
                  </a:lnTo>
                  <a:lnTo>
                    <a:pt x="3701" y="3377"/>
                  </a:lnTo>
                  <a:lnTo>
                    <a:pt x="3061" y="3551"/>
                  </a:lnTo>
                  <a:lnTo>
                    <a:pt x="2645" y="3580"/>
                  </a:lnTo>
                  <a:lnTo>
                    <a:pt x="2369" y="3537"/>
                  </a:lnTo>
                  <a:lnTo>
                    <a:pt x="1947" y="3384"/>
                  </a:lnTo>
                  <a:lnTo>
                    <a:pt x="1812" y="3326"/>
                  </a:lnTo>
                  <a:lnTo>
                    <a:pt x="1786" y="3210"/>
                  </a:lnTo>
                  <a:lnTo>
                    <a:pt x="1870" y="2991"/>
                  </a:lnTo>
                  <a:lnTo>
                    <a:pt x="1985" y="2933"/>
                  </a:lnTo>
                  <a:lnTo>
                    <a:pt x="2241" y="2933"/>
                  </a:lnTo>
                  <a:lnTo>
                    <a:pt x="2882" y="2904"/>
                  </a:lnTo>
                  <a:lnTo>
                    <a:pt x="3106" y="2868"/>
                  </a:lnTo>
                  <a:lnTo>
                    <a:pt x="3740" y="2642"/>
                  </a:lnTo>
                  <a:lnTo>
                    <a:pt x="4105" y="2366"/>
                  </a:lnTo>
                  <a:lnTo>
                    <a:pt x="4233" y="2141"/>
                  </a:lnTo>
                  <a:lnTo>
                    <a:pt x="4291" y="1697"/>
                  </a:lnTo>
                  <a:lnTo>
                    <a:pt x="4246" y="1377"/>
                  </a:lnTo>
                  <a:lnTo>
                    <a:pt x="4079" y="1079"/>
                  </a:lnTo>
                  <a:lnTo>
                    <a:pt x="3894" y="941"/>
                  </a:lnTo>
                  <a:lnTo>
                    <a:pt x="3452" y="825"/>
                  </a:lnTo>
                  <a:lnTo>
                    <a:pt x="3099" y="825"/>
                  </a:lnTo>
                  <a:lnTo>
                    <a:pt x="2939" y="970"/>
                  </a:lnTo>
                  <a:lnTo>
                    <a:pt x="2542" y="1057"/>
                  </a:lnTo>
                  <a:lnTo>
                    <a:pt x="1857" y="1108"/>
                  </a:lnTo>
                  <a:lnTo>
                    <a:pt x="1255" y="1130"/>
                  </a:lnTo>
                  <a:lnTo>
                    <a:pt x="806" y="1043"/>
                  </a:lnTo>
                  <a:lnTo>
                    <a:pt x="307" y="854"/>
                  </a:lnTo>
                  <a:lnTo>
                    <a:pt x="96" y="810"/>
                  </a:lnTo>
                  <a:lnTo>
                    <a:pt x="38" y="767"/>
                  </a:lnTo>
                  <a:lnTo>
                    <a:pt x="0" y="614"/>
                  </a:lnTo>
                  <a:lnTo>
                    <a:pt x="12" y="534"/>
                  </a:lnTo>
                  <a:lnTo>
                    <a:pt x="249" y="454"/>
                  </a:lnTo>
                  <a:lnTo>
                    <a:pt x="704" y="439"/>
                  </a:lnTo>
                  <a:lnTo>
                    <a:pt x="1146" y="483"/>
                  </a:lnTo>
                  <a:lnTo>
                    <a:pt x="1678" y="563"/>
                  </a:lnTo>
                  <a:lnTo>
                    <a:pt x="2379" y="370"/>
                  </a:lnTo>
                  <a:lnTo>
                    <a:pt x="2910" y="269"/>
                  </a:lnTo>
                  <a:lnTo>
                    <a:pt x="3801" y="36"/>
                  </a:lnTo>
                  <a:lnTo>
                    <a:pt x="4095" y="0"/>
                  </a:lnTo>
                  <a:lnTo>
                    <a:pt x="4396" y="87"/>
                  </a:lnTo>
                  <a:lnTo>
                    <a:pt x="4704" y="305"/>
                  </a:lnTo>
                  <a:lnTo>
                    <a:pt x="4986" y="5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6926240" y="2444154"/>
              <a:ext cx="6235" cy="2411"/>
            </a:xfrm>
            <a:custGeom>
              <a:avLst/>
              <a:pathLst>
                <a:path w="6235" h="2411">
                  <a:moveTo>
                    <a:pt x="5871" y="1426"/>
                  </a:moveTo>
                  <a:lnTo>
                    <a:pt x="5170" y="1394"/>
                  </a:lnTo>
                  <a:lnTo>
                    <a:pt x="4402" y="1326"/>
                  </a:lnTo>
                  <a:lnTo>
                    <a:pt x="3734" y="1293"/>
                  </a:lnTo>
                  <a:lnTo>
                    <a:pt x="3134" y="1480"/>
                  </a:lnTo>
                  <a:lnTo>
                    <a:pt x="2635" y="1703"/>
                  </a:lnTo>
                  <a:lnTo>
                    <a:pt x="2103" y="2073"/>
                  </a:lnTo>
                  <a:lnTo>
                    <a:pt x="1637" y="2259"/>
                  </a:lnTo>
                  <a:lnTo>
                    <a:pt x="1238" y="2408"/>
                  </a:lnTo>
                  <a:lnTo>
                    <a:pt x="837" y="2411"/>
                  </a:lnTo>
                  <a:lnTo>
                    <a:pt x="169" y="2306"/>
                  </a:lnTo>
                  <a:lnTo>
                    <a:pt x="2" y="2160"/>
                  </a:lnTo>
                  <a:lnTo>
                    <a:pt x="0" y="1795"/>
                  </a:lnTo>
                  <a:lnTo>
                    <a:pt x="264" y="1427"/>
                  </a:lnTo>
                  <a:lnTo>
                    <a:pt x="897" y="1093"/>
                  </a:lnTo>
                  <a:lnTo>
                    <a:pt x="1163" y="1018"/>
                  </a:lnTo>
                  <a:lnTo>
                    <a:pt x="1929" y="720"/>
                  </a:lnTo>
                  <a:lnTo>
                    <a:pt x="2829" y="495"/>
                  </a:lnTo>
                  <a:lnTo>
                    <a:pt x="3896" y="341"/>
                  </a:lnTo>
                  <a:lnTo>
                    <a:pt x="4629" y="190"/>
                  </a:lnTo>
                  <a:lnTo>
                    <a:pt x="5029" y="41"/>
                  </a:lnTo>
                  <a:lnTo>
                    <a:pt x="5563" y="1"/>
                  </a:lnTo>
                  <a:lnTo>
                    <a:pt x="5796" y="0"/>
                  </a:lnTo>
                  <a:lnTo>
                    <a:pt x="6098" y="254"/>
                  </a:lnTo>
                  <a:lnTo>
                    <a:pt x="6235" y="838"/>
                  </a:lnTo>
                  <a:lnTo>
                    <a:pt x="6170" y="1278"/>
                  </a:lnTo>
                  <a:lnTo>
                    <a:pt x="5871" y="14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6910630" y="2442318"/>
              <a:ext cx="4151" cy="2348"/>
            </a:xfrm>
            <a:custGeom>
              <a:avLst/>
              <a:pathLst>
                <a:path w="4151" h="2348">
                  <a:moveTo>
                    <a:pt x="1071" y="2348"/>
                  </a:moveTo>
                  <a:lnTo>
                    <a:pt x="819" y="2329"/>
                  </a:lnTo>
                  <a:lnTo>
                    <a:pt x="507" y="2141"/>
                  </a:lnTo>
                  <a:lnTo>
                    <a:pt x="351" y="1972"/>
                  </a:lnTo>
                  <a:lnTo>
                    <a:pt x="112" y="1807"/>
                  </a:lnTo>
                  <a:lnTo>
                    <a:pt x="0" y="1593"/>
                  </a:lnTo>
                  <a:lnTo>
                    <a:pt x="56" y="1401"/>
                  </a:lnTo>
                  <a:lnTo>
                    <a:pt x="132" y="1167"/>
                  </a:lnTo>
                  <a:lnTo>
                    <a:pt x="305" y="953"/>
                  </a:lnTo>
                  <a:lnTo>
                    <a:pt x="614" y="759"/>
                  </a:lnTo>
                  <a:lnTo>
                    <a:pt x="884" y="565"/>
                  </a:lnTo>
                  <a:lnTo>
                    <a:pt x="1096" y="415"/>
                  </a:lnTo>
                  <a:lnTo>
                    <a:pt x="1309" y="349"/>
                  </a:lnTo>
                  <a:lnTo>
                    <a:pt x="1580" y="326"/>
                  </a:lnTo>
                  <a:lnTo>
                    <a:pt x="1928" y="195"/>
                  </a:lnTo>
                  <a:lnTo>
                    <a:pt x="2218" y="129"/>
                  </a:lnTo>
                  <a:lnTo>
                    <a:pt x="2528" y="127"/>
                  </a:lnTo>
                  <a:lnTo>
                    <a:pt x="2802" y="0"/>
                  </a:lnTo>
                  <a:lnTo>
                    <a:pt x="2967" y="54"/>
                  </a:lnTo>
                  <a:lnTo>
                    <a:pt x="3039" y="86"/>
                  </a:lnTo>
                  <a:lnTo>
                    <a:pt x="3258" y="172"/>
                  </a:lnTo>
                  <a:lnTo>
                    <a:pt x="3522" y="300"/>
                  </a:lnTo>
                  <a:lnTo>
                    <a:pt x="3867" y="470"/>
                  </a:lnTo>
                  <a:lnTo>
                    <a:pt x="4002" y="614"/>
                  </a:lnTo>
                  <a:lnTo>
                    <a:pt x="4151" y="950"/>
                  </a:lnTo>
                  <a:lnTo>
                    <a:pt x="4116" y="1270"/>
                  </a:lnTo>
                  <a:lnTo>
                    <a:pt x="3915" y="1607"/>
                  </a:lnTo>
                  <a:lnTo>
                    <a:pt x="3580" y="1789"/>
                  </a:lnTo>
                  <a:lnTo>
                    <a:pt x="3356" y="2010"/>
                  </a:lnTo>
                  <a:lnTo>
                    <a:pt x="3162" y="2076"/>
                  </a:lnTo>
                  <a:lnTo>
                    <a:pt x="2929" y="2078"/>
                  </a:lnTo>
                  <a:lnTo>
                    <a:pt x="2658" y="2080"/>
                  </a:lnTo>
                  <a:lnTo>
                    <a:pt x="2445" y="2103"/>
                  </a:lnTo>
                  <a:lnTo>
                    <a:pt x="2155" y="2169"/>
                  </a:lnTo>
                  <a:lnTo>
                    <a:pt x="1787" y="2215"/>
                  </a:lnTo>
                  <a:lnTo>
                    <a:pt x="1439" y="2303"/>
                  </a:lnTo>
                  <a:lnTo>
                    <a:pt x="1071" y="23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6937505" y="2442215"/>
              <a:ext cx="1201" cy="1535"/>
            </a:xfrm>
            <a:custGeom>
              <a:avLst/>
              <a:pathLst>
                <a:path w="1201" h="1535">
                  <a:moveTo>
                    <a:pt x="871" y="1535"/>
                  </a:moveTo>
                  <a:lnTo>
                    <a:pt x="336" y="1501"/>
                  </a:lnTo>
                  <a:lnTo>
                    <a:pt x="35" y="1356"/>
                  </a:lnTo>
                  <a:lnTo>
                    <a:pt x="0" y="808"/>
                  </a:lnTo>
                  <a:lnTo>
                    <a:pt x="263" y="148"/>
                  </a:lnTo>
                  <a:lnTo>
                    <a:pt x="596" y="0"/>
                  </a:lnTo>
                  <a:lnTo>
                    <a:pt x="1032" y="253"/>
                  </a:lnTo>
                  <a:lnTo>
                    <a:pt x="1201" y="838"/>
                  </a:lnTo>
                  <a:lnTo>
                    <a:pt x="1170" y="1350"/>
                  </a:lnTo>
                  <a:lnTo>
                    <a:pt x="871" y="15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6892092" y="2437875"/>
              <a:ext cx="2213" cy="1277"/>
            </a:xfrm>
            <a:custGeom>
              <a:avLst/>
              <a:pathLst>
                <a:path w="2213" h="1277">
                  <a:moveTo>
                    <a:pt x="2152" y="863"/>
                  </a:moveTo>
                  <a:lnTo>
                    <a:pt x="2011" y="1174"/>
                  </a:lnTo>
                  <a:lnTo>
                    <a:pt x="1840" y="1277"/>
                  </a:lnTo>
                  <a:lnTo>
                    <a:pt x="1664" y="1277"/>
                  </a:lnTo>
                  <a:lnTo>
                    <a:pt x="1427" y="1180"/>
                  </a:lnTo>
                  <a:lnTo>
                    <a:pt x="1137" y="1072"/>
                  </a:lnTo>
                  <a:lnTo>
                    <a:pt x="843" y="993"/>
                  </a:lnTo>
                  <a:lnTo>
                    <a:pt x="640" y="999"/>
                  </a:lnTo>
                  <a:lnTo>
                    <a:pt x="473" y="1045"/>
                  </a:lnTo>
                  <a:lnTo>
                    <a:pt x="270" y="1091"/>
                  </a:lnTo>
                  <a:lnTo>
                    <a:pt x="40" y="1066"/>
                  </a:lnTo>
                  <a:lnTo>
                    <a:pt x="0" y="813"/>
                  </a:lnTo>
                  <a:lnTo>
                    <a:pt x="49" y="643"/>
                  </a:lnTo>
                  <a:lnTo>
                    <a:pt x="228" y="426"/>
                  </a:lnTo>
                  <a:lnTo>
                    <a:pt x="841" y="190"/>
                  </a:lnTo>
                  <a:lnTo>
                    <a:pt x="1044" y="124"/>
                  </a:lnTo>
                  <a:lnTo>
                    <a:pt x="1266" y="69"/>
                  </a:lnTo>
                  <a:lnTo>
                    <a:pt x="1516" y="15"/>
                  </a:lnTo>
                  <a:lnTo>
                    <a:pt x="1728" y="0"/>
                  </a:lnTo>
                  <a:lnTo>
                    <a:pt x="1966" y="45"/>
                  </a:lnTo>
                  <a:lnTo>
                    <a:pt x="2110" y="179"/>
                  </a:lnTo>
                  <a:lnTo>
                    <a:pt x="2190" y="352"/>
                  </a:lnTo>
                  <a:lnTo>
                    <a:pt x="2213" y="584"/>
                  </a:lnTo>
                  <a:lnTo>
                    <a:pt x="2201" y="734"/>
                  </a:lnTo>
                  <a:lnTo>
                    <a:pt x="2152" y="8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6899946" y="2438201"/>
              <a:ext cx="941" cy="488"/>
            </a:xfrm>
            <a:custGeom>
              <a:avLst/>
              <a:pathLst>
                <a:path w="941" h="488">
                  <a:moveTo>
                    <a:pt x="814" y="80"/>
                  </a:moveTo>
                  <a:lnTo>
                    <a:pt x="874" y="141"/>
                  </a:lnTo>
                  <a:lnTo>
                    <a:pt x="928" y="227"/>
                  </a:lnTo>
                  <a:lnTo>
                    <a:pt x="941" y="326"/>
                  </a:lnTo>
                  <a:lnTo>
                    <a:pt x="903" y="408"/>
                  </a:lnTo>
                  <a:lnTo>
                    <a:pt x="824" y="446"/>
                  </a:lnTo>
                  <a:lnTo>
                    <a:pt x="670" y="481"/>
                  </a:lnTo>
                  <a:lnTo>
                    <a:pt x="527" y="488"/>
                  </a:lnTo>
                  <a:lnTo>
                    <a:pt x="339" y="470"/>
                  </a:lnTo>
                  <a:lnTo>
                    <a:pt x="124" y="402"/>
                  </a:lnTo>
                  <a:lnTo>
                    <a:pt x="32" y="353"/>
                  </a:lnTo>
                  <a:lnTo>
                    <a:pt x="0" y="286"/>
                  </a:lnTo>
                  <a:lnTo>
                    <a:pt x="6" y="216"/>
                  </a:lnTo>
                  <a:lnTo>
                    <a:pt x="36" y="125"/>
                  </a:lnTo>
                  <a:lnTo>
                    <a:pt x="64" y="69"/>
                  </a:lnTo>
                  <a:lnTo>
                    <a:pt x="120" y="11"/>
                  </a:lnTo>
                  <a:lnTo>
                    <a:pt x="214" y="0"/>
                  </a:lnTo>
                  <a:lnTo>
                    <a:pt x="388" y="48"/>
                  </a:lnTo>
                  <a:lnTo>
                    <a:pt x="430" y="56"/>
                  </a:lnTo>
                  <a:lnTo>
                    <a:pt x="461" y="45"/>
                  </a:lnTo>
                  <a:lnTo>
                    <a:pt x="502" y="19"/>
                  </a:lnTo>
                  <a:lnTo>
                    <a:pt x="630" y="2"/>
                  </a:lnTo>
                  <a:lnTo>
                    <a:pt x="730" y="18"/>
                  </a:lnTo>
                  <a:lnTo>
                    <a:pt x="814" y="8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6895138" y="2436513"/>
              <a:ext cx="1653" cy="2381"/>
            </a:xfrm>
            <a:custGeom>
              <a:avLst/>
              <a:pathLst>
                <a:path w="1653" h="2381">
                  <a:moveTo>
                    <a:pt x="1378" y="2370"/>
                  </a:moveTo>
                  <a:lnTo>
                    <a:pt x="1063" y="2381"/>
                  </a:lnTo>
                  <a:lnTo>
                    <a:pt x="734" y="2262"/>
                  </a:lnTo>
                  <a:lnTo>
                    <a:pt x="588" y="2179"/>
                  </a:lnTo>
                  <a:lnTo>
                    <a:pt x="378" y="2103"/>
                  </a:lnTo>
                  <a:lnTo>
                    <a:pt x="215" y="1979"/>
                  </a:lnTo>
                  <a:lnTo>
                    <a:pt x="93" y="1664"/>
                  </a:lnTo>
                  <a:lnTo>
                    <a:pt x="0" y="1280"/>
                  </a:lnTo>
                  <a:lnTo>
                    <a:pt x="6" y="989"/>
                  </a:lnTo>
                  <a:lnTo>
                    <a:pt x="128" y="419"/>
                  </a:lnTo>
                  <a:lnTo>
                    <a:pt x="251" y="221"/>
                  </a:lnTo>
                  <a:lnTo>
                    <a:pt x="419" y="75"/>
                  </a:lnTo>
                  <a:lnTo>
                    <a:pt x="614" y="0"/>
                  </a:lnTo>
                  <a:lnTo>
                    <a:pt x="756" y="80"/>
                  </a:lnTo>
                  <a:lnTo>
                    <a:pt x="880" y="339"/>
                  </a:lnTo>
                  <a:lnTo>
                    <a:pt x="1098" y="635"/>
                  </a:lnTo>
                  <a:lnTo>
                    <a:pt x="1311" y="899"/>
                  </a:lnTo>
                  <a:lnTo>
                    <a:pt x="1497" y="1260"/>
                  </a:lnTo>
                  <a:lnTo>
                    <a:pt x="1582" y="1567"/>
                  </a:lnTo>
                  <a:lnTo>
                    <a:pt x="1653" y="1988"/>
                  </a:lnTo>
                  <a:lnTo>
                    <a:pt x="1596" y="2289"/>
                  </a:lnTo>
                  <a:lnTo>
                    <a:pt x="1378" y="237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6936491" y="2439404"/>
              <a:ext cx="1435" cy="2011"/>
            </a:xfrm>
            <a:custGeom>
              <a:avLst/>
              <a:pathLst>
                <a:path w="1435" h="2011">
                  <a:moveTo>
                    <a:pt x="1271" y="1678"/>
                  </a:moveTo>
                  <a:lnTo>
                    <a:pt x="772" y="2011"/>
                  </a:lnTo>
                  <a:lnTo>
                    <a:pt x="404" y="1976"/>
                  </a:lnTo>
                  <a:lnTo>
                    <a:pt x="70" y="1795"/>
                  </a:lnTo>
                  <a:lnTo>
                    <a:pt x="35" y="1503"/>
                  </a:lnTo>
                  <a:lnTo>
                    <a:pt x="0" y="1027"/>
                  </a:lnTo>
                  <a:lnTo>
                    <a:pt x="263" y="331"/>
                  </a:lnTo>
                  <a:lnTo>
                    <a:pt x="595" y="0"/>
                  </a:lnTo>
                  <a:lnTo>
                    <a:pt x="1064" y="216"/>
                  </a:lnTo>
                  <a:lnTo>
                    <a:pt x="1333" y="581"/>
                  </a:lnTo>
                  <a:lnTo>
                    <a:pt x="1435" y="1129"/>
                  </a:lnTo>
                  <a:lnTo>
                    <a:pt x="1271" y="167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6895671" y="2435854"/>
              <a:ext cx="270" cy="355"/>
            </a:xfrm>
            <a:custGeom>
              <a:avLst/>
              <a:pathLst>
                <a:path w="270" h="355">
                  <a:moveTo>
                    <a:pt x="167" y="355"/>
                  </a:moveTo>
                  <a:lnTo>
                    <a:pt x="85" y="355"/>
                  </a:lnTo>
                  <a:lnTo>
                    <a:pt x="13" y="295"/>
                  </a:lnTo>
                  <a:lnTo>
                    <a:pt x="0" y="200"/>
                  </a:lnTo>
                  <a:lnTo>
                    <a:pt x="5" y="121"/>
                  </a:lnTo>
                  <a:lnTo>
                    <a:pt x="50" y="45"/>
                  </a:lnTo>
                  <a:lnTo>
                    <a:pt x="111" y="0"/>
                  </a:lnTo>
                  <a:lnTo>
                    <a:pt x="198" y="17"/>
                  </a:lnTo>
                  <a:lnTo>
                    <a:pt x="258" y="88"/>
                  </a:lnTo>
                  <a:lnTo>
                    <a:pt x="270" y="198"/>
                  </a:lnTo>
                  <a:lnTo>
                    <a:pt x="247" y="302"/>
                  </a:lnTo>
                  <a:lnTo>
                    <a:pt x="167" y="3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6896163" y="2434084"/>
              <a:ext cx="1324" cy="958"/>
            </a:xfrm>
            <a:custGeom>
              <a:avLst/>
              <a:pathLst>
                <a:path w="1324" h="958">
                  <a:moveTo>
                    <a:pt x="455" y="927"/>
                  </a:moveTo>
                  <a:lnTo>
                    <a:pt x="249" y="958"/>
                  </a:lnTo>
                  <a:lnTo>
                    <a:pt x="91" y="924"/>
                  </a:lnTo>
                  <a:lnTo>
                    <a:pt x="18" y="848"/>
                  </a:lnTo>
                  <a:lnTo>
                    <a:pt x="0" y="686"/>
                  </a:lnTo>
                  <a:lnTo>
                    <a:pt x="78" y="534"/>
                  </a:lnTo>
                  <a:lnTo>
                    <a:pt x="291" y="331"/>
                  </a:lnTo>
                  <a:lnTo>
                    <a:pt x="510" y="165"/>
                  </a:lnTo>
                  <a:lnTo>
                    <a:pt x="774" y="79"/>
                  </a:lnTo>
                  <a:lnTo>
                    <a:pt x="1078" y="0"/>
                  </a:lnTo>
                  <a:lnTo>
                    <a:pt x="1230" y="3"/>
                  </a:lnTo>
                  <a:lnTo>
                    <a:pt x="1324" y="103"/>
                  </a:lnTo>
                  <a:lnTo>
                    <a:pt x="1322" y="217"/>
                  </a:lnTo>
                  <a:lnTo>
                    <a:pt x="1275" y="355"/>
                  </a:lnTo>
                  <a:lnTo>
                    <a:pt x="1111" y="555"/>
                  </a:lnTo>
                  <a:lnTo>
                    <a:pt x="908" y="624"/>
                  </a:lnTo>
                  <a:lnTo>
                    <a:pt x="801" y="734"/>
                  </a:lnTo>
                  <a:lnTo>
                    <a:pt x="722" y="837"/>
                  </a:lnTo>
                  <a:lnTo>
                    <a:pt x="607" y="913"/>
                  </a:lnTo>
                  <a:lnTo>
                    <a:pt x="455" y="9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6900833" y="2434252"/>
              <a:ext cx="129" cy="139"/>
            </a:xfrm>
            <a:custGeom>
              <a:avLst/>
              <a:pathLst>
                <a:path w="129" h="139">
                  <a:moveTo>
                    <a:pt x="129" y="85"/>
                  </a:moveTo>
                  <a:lnTo>
                    <a:pt x="87" y="139"/>
                  </a:lnTo>
                  <a:lnTo>
                    <a:pt x="22" y="120"/>
                  </a:lnTo>
                  <a:lnTo>
                    <a:pt x="0" y="60"/>
                  </a:lnTo>
                  <a:lnTo>
                    <a:pt x="49" y="0"/>
                  </a:lnTo>
                  <a:lnTo>
                    <a:pt x="115" y="12"/>
                  </a:lnTo>
                  <a:lnTo>
                    <a:pt x="129" y="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6900507" y="2434072"/>
              <a:ext cx="134" cy="111"/>
            </a:xfrm>
            <a:custGeom>
              <a:avLst/>
              <a:pathLst>
                <a:path w="134" h="111">
                  <a:moveTo>
                    <a:pt x="110" y="109"/>
                  </a:moveTo>
                  <a:lnTo>
                    <a:pt x="44" y="111"/>
                  </a:lnTo>
                  <a:lnTo>
                    <a:pt x="0" y="86"/>
                  </a:lnTo>
                  <a:lnTo>
                    <a:pt x="17" y="22"/>
                  </a:lnTo>
                  <a:lnTo>
                    <a:pt x="44" y="3"/>
                  </a:lnTo>
                  <a:lnTo>
                    <a:pt x="97" y="0"/>
                  </a:lnTo>
                  <a:lnTo>
                    <a:pt x="134" y="46"/>
                  </a:lnTo>
                  <a:lnTo>
                    <a:pt x="110" y="1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6901540" y="2433926"/>
              <a:ext cx="1907" cy="4370"/>
            </a:xfrm>
            <a:custGeom>
              <a:avLst/>
              <a:pathLst>
                <a:path w="1907" h="4370">
                  <a:moveTo>
                    <a:pt x="505" y="4211"/>
                  </a:moveTo>
                  <a:lnTo>
                    <a:pt x="175" y="4370"/>
                  </a:lnTo>
                  <a:lnTo>
                    <a:pt x="14" y="4332"/>
                  </a:lnTo>
                  <a:lnTo>
                    <a:pt x="0" y="4074"/>
                  </a:lnTo>
                  <a:lnTo>
                    <a:pt x="52" y="3637"/>
                  </a:lnTo>
                  <a:lnTo>
                    <a:pt x="194" y="3411"/>
                  </a:lnTo>
                  <a:lnTo>
                    <a:pt x="498" y="3314"/>
                  </a:lnTo>
                  <a:lnTo>
                    <a:pt x="659" y="3179"/>
                  </a:lnTo>
                  <a:lnTo>
                    <a:pt x="806" y="3063"/>
                  </a:lnTo>
                  <a:lnTo>
                    <a:pt x="923" y="2734"/>
                  </a:lnTo>
                  <a:lnTo>
                    <a:pt x="1034" y="2473"/>
                  </a:lnTo>
                  <a:lnTo>
                    <a:pt x="1025" y="2193"/>
                  </a:lnTo>
                  <a:lnTo>
                    <a:pt x="991" y="1735"/>
                  </a:lnTo>
                  <a:lnTo>
                    <a:pt x="916" y="1433"/>
                  </a:lnTo>
                  <a:lnTo>
                    <a:pt x="783" y="1250"/>
                  </a:lnTo>
                  <a:lnTo>
                    <a:pt x="507" y="1008"/>
                  </a:lnTo>
                  <a:lnTo>
                    <a:pt x="302" y="810"/>
                  </a:lnTo>
                  <a:lnTo>
                    <a:pt x="77" y="583"/>
                  </a:lnTo>
                  <a:lnTo>
                    <a:pt x="1" y="260"/>
                  </a:lnTo>
                  <a:lnTo>
                    <a:pt x="52" y="140"/>
                  </a:lnTo>
                  <a:lnTo>
                    <a:pt x="211" y="0"/>
                  </a:lnTo>
                  <a:lnTo>
                    <a:pt x="255" y="5"/>
                  </a:lnTo>
                  <a:lnTo>
                    <a:pt x="410" y="59"/>
                  </a:lnTo>
                  <a:lnTo>
                    <a:pt x="783" y="270"/>
                  </a:lnTo>
                  <a:lnTo>
                    <a:pt x="1034" y="539"/>
                  </a:lnTo>
                  <a:lnTo>
                    <a:pt x="1287" y="834"/>
                  </a:lnTo>
                  <a:lnTo>
                    <a:pt x="1513" y="1021"/>
                  </a:lnTo>
                  <a:lnTo>
                    <a:pt x="1675" y="1196"/>
                  </a:lnTo>
                  <a:lnTo>
                    <a:pt x="1841" y="1385"/>
                  </a:lnTo>
                  <a:lnTo>
                    <a:pt x="1907" y="1714"/>
                  </a:lnTo>
                  <a:lnTo>
                    <a:pt x="1822" y="2085"/>
                  </a:lnTo>
                  <a:lnTo>
                    <a:pt x="1703" y="2436"/>
                  </a:lnTo>
                  <a:lnTo>
                    <a:pt x="1368" y="3027"/>
                  </a:lnTo>
                  <a:lnTo>
                    <a:pt x="1080" y="3572"/>
                  </a:lnTo>
                  <a:lnTo>
                    <a:pt x="872" y="3838"/>
                  </a:lnTo>
                  <a:lnTo>
                    <a:pt x="712" y="3995"/>
                  </a:lnTo>
                  <a:lnTo>
                    <a:pt x="505" y="42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6899661" y="2433320"/>
              <a:ext cx="80" cy="107"/>
            </a:xfrm>
            <a:custGeom>
              <a:avLst/>
              <a:pathLst>
                <a:path w="80" h="107">
                  <a:moveTo>
                    <a:pt x="78" y="90"/>
                  </a:moveTo>
                  <a:lnTo>
                    <a:pt x="59" y="107"/>
                  </a:lnTo>
                  <a:lnTo>
                    <a:pt x="33" y="98"/>
                  </a:lnTo>
                  <a:lnTo>
                    <a:pt x="10" y="80"/>
                  </a:lnTo>
                  <a:lnTo>
                    <a:pt x="0" y="44"/>
                  </a:lnTo>
                  <a:lnTo>
                    <a:pt x="6" y="15"/>
                  </a:lnTo>
                  <a:lnTo>
                    <a:pt x="25" y="0"/>
                  </a:lnTo>
                  <a:lnTo>
                    <a:pt x="53" y="10"/>
                  </a:lnTo>
                  <a:lnTo>
                    <a:pt x="70" y="27"/>
                  </a:lnTo>
                  <a:lnTo>
                    <a:pt x="80" y="65"/>
                  </a:lnTo>
                  <a:lnTo>
                    <a:pt x="78" y="9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6898274" y="2432792"/>
              <a:ext cx="1126" cy="1017"/>
            </a:xfrm>
            <a:custGeom>
              <a:avLst/>
              <a:pathLst>
                <a:path w="1126" h="1017">
                  <a:moveTo>
                    <a:pt x="586" y="920"/>
                  </a:moveTo>
                  <a:lnTo>
                    <a:pt x="495" y="1017"/>
                  </a:lnTo>
                  <a:lnTo>
                    <a:pt x="326" y="987"/>
                  </a:lnTo>
                  <a:lnTo>
                    <a:pt x="189" y="914"/>
                  </a:lnTo>
                  <a:lnTo>
                    <a:pt x="45" y="831"/>
                  </a:lnTo>
                  <a:lnTo>
                    <a:pt x="0" y="679"/>
                  </a:lnTo>
                  <a:lnTo>
                    <a:pt x="54" y="534"/>
                  </a:lnTo>
                  <a:lnTo>
                    <a:pt x="243" y="382"/>
                  </a:lnTo>
                  <a:lnTo>
                    <a:pt x="449" y="231"/>
                  </a:lnTo>
                  <a:lnTo>
                    <a:pt x="689" y="51"/>
                  </a:lnTo>
                  <a:lnTo>
                    <a:pt x="847" y="0"/>
                  </a:lnTo>
                  <a:lnTo>
                    <a:pt x="975" y="31"/>
                  </a:lnTo>
                  <a:lnTo>
                    <a:pt x="1087" y="127"/>
                  </a:lnTo>
                  <a:lnTo>
                    <a:pt x="1126" y="279"/>
                  </a:lnTo>
                  <a:lnTo>
                    <a:pt x="1090" y="424"/>
                  </a:lnTo>
                  <a:lnTo>
                    <a:pt x="917" y="572"/>
                  </a:lnTo>
                  <a:lnTo>
                    <a:pt x="704" y="727"/>
                  </a:lnTo>
                  <a:lnTo>
                    <a:pt x="592" y="824"/>
                  </a:lnTo>
                  <a:lnTo>
                    <a:pt x="586" y="9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6899671" y="2431974"/>
              <a:ext cx="1640" cy="1616"/>
            </a:xfrm>
            <a:custGeom>
              <a:avLst/>
              <a:pathLst>
                <a:path w="1640" h="1616">
                  <a:moveTo>
                    <a:pt x="1579" y="1568"/>
                  </a:moveTo>
                  <a:lnTo>
                    <a:pt x="1435" y="1616"/>
                  </a:lnTo>
                  <a:lnTo>
                    <a:pt x="1309" y="1581"/>
                  </a:lnTo>
                  <a:lnTo>
                    <a:pt x="1135" y="1443"/>
                  </a:lnTo>
                  <a:lnTo>
                    <a:pt x="926" y="1193"/>
                  </a:lnTo>
                  <a:lnTo>
                    <a:pt x="706" y="1086"/>
                  </a:lnTo>
                  <a:lnTo>
                    <a:pt x="550" y="987"/>
                  </a:lnTo>
                  <a:lnTo>
                    <a:pt x="421" y="806"/>
                  </a:lnTo>
                  <a:lnTo>
                    <a:pt x="296" y="702"/>
                  </a:lnTo>
                  <a:lnTo>
                    <a:pt x="117" y="581"/>
                  </a:lnTo>
                  <a:lnTo>
                    <a:pt x="0" y="383"/>
                  </a:lnTo>
                  <a:lnTo>
                    <a:pt x="50" y="187"/>
                  </a:lnTo>
                  <a:lnTo>
                    <a:pt x="231" y="79"/>
                  </a:lnTo>
                  <a:lnTo>
                    <a:pt x="421" y="30"/>
                  </a:lnTo>
                  <a:lnTo>
                    <a:pt x="721" y="0"/>
                  </a:lnTo>
                  <a:lnTo>
                    <a:pt x="1021" y="94"/>
                  </a:lnTo>
                  <a:lnTo>
                    <a:pt x="1252" y="293"/>
                  </a:lnTo>
                  <a:lnTo>
                    <a:pt x="1439" y="573"/>
                  </a:lnTo>
                  <a:lnTo>
                    <a:pt x="1545" y="1068"/>
                  </a:lnTo>
                  <a:lnTo>
                    <a:pt x="1640" y="1409"/>
                  </a:lnTo>
                  <a:lnTo>
                    <a:pt x="1579" y="156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6930728" y="2434558"/>
              <a:ext cx="3531" cy="3162"/>
            </a:xfrm>
            <a:custGeom>
              <a:avLst/>
              <a:pathLst>
                <a:path w="3531" h="3162">
                  <a:moveTo>
                    <a:pt x="472" y="3125"/>
                  </a:moveTo>
                  <a:lnTo>
                    <a:pt x="439" y="3162"/>
                  </a:lnTo>
                  <a:lnTo>
                    <a:pt x="138" y="2981"/>
                  </a:lnTo>
                  <a:lnTo>
                    <a:pt x="36" y="2726"/>
                  </a:lnTo>
                  <a:lnTo>
                    <a:pt x="0" y="2251"/>
                  </a:lnTo>
                  <a:lnTo>
                    <a:pt x="165" y="1920"/>
                  </a:lnTo>
                  <a:lnTo>
                    <a:pt x="431" y="1736"/>
                  </a:lnTo>
                  <a:lnTo>
                    <a:pt x="931" y="1513"/>
                  </a:lnTo>
                  <a:lnTo>
                    <a:pt x="1463" y="1144"/>
                  </a:lnTo>
                  <a:lnTo>
                    <a:pt x="1929" y="812"/>
                  </a:lnTo>
                  <a:lnTo>
                    <a:pt x="2661" y="258"/>
                  </a:lnTo>
                  <a:lnTo>
                    <a:pt x="3094" y="0"/>
                  </a:lnTo>
                  <a:lnTo>
                    <a:pt x="3430" y="254"/>
                  </a:lnTo>
                  <a:lnTo>
                    <a:pt x="3531" y="509"/>
                  </a:lnTo>
                  <a:lnTo>
                    <a:pt x="3233" y="1059"/>
                  </a:lnTo>
                  <a:lnTo>
                    <a:pt x="2800" y="1391"/>
                  </a:lnTo>
                  <a:lnTo>
                    <a:pt x="2368" y="1687"/>
                  </a:lnTo>
                  <a:lnTo>
                    <a:pt x="1868" y="1836"/>
                  </a:lnTo>
                  <a:lnTo>
                    <a:pt x="1434" y="2022"/>
                  </a:lnTo>
                  <a:lnTo>
                    <a:pt x="1003" y="2427"/>
                  </a:lnTo>
                  <a:lnTo>
                    <a:pt x="472" y="31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6936183" y="2433071"/>
              <a:ext cx="370" cy="324"/>
            </a:xfrm>
            <a:custGeom>
              <a:avLst/>
              <a:pathLst>
                <a:path w="370" h="324">
                  <a:moveTo>
                    <a:pt x="370" y="253"/>
                  </a:moveTo>
                  <a:lnTo>
                    <a:pt x="244" y="324"/>
                  </a:lnTo>
                  <a:lnTo>
                    <a:pt x="17" y="260"/>
                  </a:lnTo>
                  <a:lnTo>
                    <a:pt x="0" y="46"/>
                  </a:lnTo>
                  <a:lnTo>
                    <a:pt x="124" y="0"/>
                  </a:lnTo>
                  <a:lnTo>
                    <a:pt x="241" y="54"/>
                  </a:lnTo>
                  <a:lnTo>
                    <a:pt x="329" y="93"/>
                  </a:lnTo>
                  <a:lnTo>
                    <a:pt x="358" y="170"/>
                  </a:lnTo>
                  <a:lnTo>
                    <a:pt x="370" y="25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6939415" y="2428355"/>
              <a:ext cx="1196" cy="1187"/>
            </a:xfrm>
            <a:custGeom>
              <a:avLst/>
              <a:pathLst>
                <a:path w="1196" h="1187">
                  <a:moveTo>
                    <a:pt x="992" y="1134"/>
                  </a:moveTo>
                  <a:lnTo>
                    <a:pt x="750" y="1187"/>
                  </a:lnTo>
                  <a:lnTo>
                    <a:pt x="522" y="1109"/>
                  </a:lnTo>
                  <a:lnTo>
                    <a:pt x="294" y="1012"/>
                  </a:lnTo>
                  <a:lnTo>
                    <a:pt x="97" y="785"/>
                  </a:lnTo>
                  <a:lnTo>
                    <a:pt x="13" y="511"/>
                  </a:lnTo>
                  <a:lnTo>
                    <a:pt x="0" y="310"/>
                  </a:lnTo>
                  <a:lnTo>
                    <a:pt x="59" y="131"/>
                  </a:lnTo>
                  <a:lnTo>
                    <a:pt x="172" y="74"/>
                  </a:lnTo>
                  <a:lnTo>
                    <a:pt x="376" y="0"/>
                  </a:lnTo>
                  <a:lnTo>
                    <a:pt x="597" y="26"/>
                  </a:lnTo>
                  <a:lnTo>
                    <a:pt x="788" y="133"/>
                  </a:lnTo>
                  <a:lnTo>
                    <a:pt x="931" y="268"/>
                  </a:lnTo>
                  <a:lnTo>
                    <a:pt x="1084" y="413"/>
                  </a:lnTo>
                  <a:lnTo>
                    <a:pt x="1155" y="506"/>
                  </a:lnTo>
                  <a:lnTo>
                    <a:pt x="1196" y="698"/>
                  </a:lnTo>
                  <a:lnTo>
                    <a:pt x="1154" y="928"/>
                  </a:lnTo>
                  <a:lnTo>
                    <a:pt x="992" y="11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6919460" y="2423237"/>
              <a:ext cx="2387" cy="1960"/>
            </a:xfrm>
            <a:custGeom>
              <a:avLst/>
              <a:pathLst>
                <a:path w="2387" h="1960">
                  <a:moveTo>
                    <a:pt x="1956" y="1926"/>
                  </a:moveTo>
                  <a:lnTo>
                    <a:pt x="1666" y="1960"/>
                  </a:lnTo>
                  <a:lnTo>
                    <a:pt x="1258" y="1867"/>
                  </a:lnTo>
                  <a:lnTo>
                    <a:pt x="1025" y="1685"/>
                  </a:lnTo>
                  <a:lnTo>
                    <a:pt x="895" y="1602"/>
                  </a:lnTo>
                  <a:lnTo>
                    <a:pt x="32" y="955"/>
                  </a:lnTo>
                  <a:lnTo>
                    <a:pt x="0" y="447"/>
                  </a:lnTo>
                  <a:lnTo>
                    <a:pt x="288" y="0"/>
                  </a:lnTo>
                  <a:lnTo>
                    <a:pt x="811" y="27"/>
                  </a:lnTo>
                  <a:lnTo>
                    <a:pt x="1681" y="467"/>
                  </a:lnTo>
                  <a:lnTo>
                    <a:pt x="2269" y="779"/>
                  </a:lnTo>
                  <a:lnTo>
                    <a:pt x="2387" y="1128"/>
                  </a:lnTo>
                  <a:lnTo>
                    <a:pt x="2216" y="1638"/>
                  </a:lnTo>
                  <a:lnTo>
                    <a:pt x="1956" y="19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7092754" y="2441694"/>
              <a:ext cx="2316" cy="3398"/>
            </a:xfrm>
            <a:custGeom>
              <a:avLst/>
              <a:pathLst>
                <a:path w="2316" h="3398">
                  <a:moveTo>
                    <a:pt x="1631" y="3230"/>
                  </a:moveTo>
                  <a:lnTo>
                    <a:pt x="772" y="3398"/>
                  </a:lnTo>
                  <a:lnTo>
                    <a:pt x="178" y="2578"/>
                  </a:lnTo>
                  <a:lnTo>
                    <a:pt x="0" y="1839"/>
                  </a:lnTo>
                  <a:lnTo>
                    <a:pt x="193" y="978"/>
                  </a:lnTo>
                  <a:lnTo>
                    <a:pt x="499" y="525"/>
                  </a:lnTo>
                  <a:lnTo>
                    <a:pt x="1199" y="0"/>
                  </a:lnTo>
                  <a:lnTo>
                    <a:pt x="1984" y="378"/>
                  </a:lnTo>
                  <a:lnTo>
                    <a:pt x="2302" y="1003"/>
                  </a:lnTo>
                  <a:lnTo>
                    <a:pt x="2316" y="1892"/>
                  </a:lnTo>
                  <a:lnTo>
                    <a:pt x="2055" y="2498"/>
                  </a:lnTo>
                  <a:lnTo>
                    <a:pt x="1631" y="323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6945195" y="2423604"/>
              <a:ext cx="1444" cy="1536"/>
            </a:xfrm>
            <a:custGeom>
              <a:avLst/>
              <a:pathLst>
                <a:path w="1444" h="1536">
                  <a:moveTo>
                    <a:pt x="512" y="1474"/>
                  </a:moveTo>
                  <a:lnTo>
                    <a:pt x="304" y="1536"/>
                  </a:lnTo>
                  <a:lnTo>
                    <a:pt x="42" y="1390"/>
                  </a:lnTo>
                  <a:lnTo>
                    <a:pt x="0" y="1085"/>
                  </a:lnTo>
                  <a:lnTo>
                    <a:pt x="151" y="638"/>
                  </a:lnTo>
                  <a:lnTo>
                    <a:pt x="422" y="357"/>
                  </a:lnTo>
                  <a:lnTo>
                    <a:pt x="643" y="170"/>
                  </a:lnTo>
                  <a:lnTo>
                    <a:pt x="898" y="20"/>
                  </a:lnTo>
                  <a:lnTo>
                    <a:pt x="1272" y="0"/>
                  </a:lnTo>
                  <a:lnTo>
                    <a:pt x="1425" y="129"/>
                  </a:lnTo>
                  <a:lnTo>
                    <a:pt x="1444" y="483"/>
                  </a:lnTo>
                  <a:lnTo>
                    <a:pt x="1309" y="893"/>
                  </a:lnTo>
                  <a:lnTo>
                    <a:pt x="953" y="1285"/>
                  </a:lnTo>
                  <a:lnTo>
                    <a:pt x="512" y="147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6924487" y="2421048"/>
              <a:ext cx="1028" cy="998"/>
            </a:xfrm>
            <a:custGeom>
              <a:avLst/>
              <a:pathLst>
                <a:path w="1028" h="998">
                  <a:moveTo>
                    <a:pt x="763" y="211"/>
                  </a:moveTo>
                  <a:lnTo>
                    <a:pt x="623" y="377"/>
                  </a:lnTo>
                  <a:lnTo>
                    <a:pt x="631" y="420"/>
                  </a:lnTo>
                  <a:lnTo>
                    <a:pt x="688" y="430"/>
                  </a:lnTo>
                  <a:lnTo>
                    <a:pt x="735" y="391"/>
                  </a:lnTo>
                  <a:lnTo>
                    <a:pt x="901" y="186"/>
                  </a:lnTo>
                  <a:lnTo>
                    <a:pt x="967" y="161"/>
                  </a:lnTo>
                  <a:lnTo>
                    <a:pt x="1015" y="199"/>
                  </a:lnTo>
                  <a:lnTo>
                    <a:pt x="1028" y="263"/>
                  </a:lnTo>
                  <a:lnTo>
                    <a:pt x="983" y="331"/>
                  </a:lnTo>
                  <a:lnTo>
                    <a:pt x="785" y="585"/>
                  </a:lnTo>
                  <a:lnTo>
                    <a:pt x="711" y="720"/>
                  </a:lnTo>
                  <a:lnTo>
                    <a:pt x="568" y="842"/>
                  </a:lnTo>
                  <a:lnTo>
                    <a:pt x="379" y="989"/>
                  </a:lnTo>
                  <a:lnTo>
                    <a:pt x="320" y="998"/>
                  </a:lnTo>
                  <a:lnTo>
                    <a:pt x="273" y="977"/>
                  </a:lnTo>
                  <a:lnTo>
                    <a:pt x="225" y="940"/>
                  </a:lnTo>
                  <a:lnTo>
                    <a:pt x="66" y="699"/>
                  </a:lnTo>
                  <a:lnTo>
                    <a:pt x="10" y="585"/>
                  </a:lnTo>
                  <a:lnTo>
                    <a:pt x="0" y="504"/>
                  </a:lnTo>
                  <a:lnTo>
                    <a:pt x="5" y="408"/>
                  </a:lnTo>
                  <a:lnTo>
                    <a:pt x="50" y="317"/>
                  </a:lnTo>
                  <a:lnTo>
                    <a:pt x="145" y="250"/>
                  </a:lnTo>
                  <a:lnTo>
                    <a:pt x="285" y="242"/>
                  </a:lnTo>
                  <a:lnTo>
                    <a:pt x="404" y="289"/>
                  </a:lnTo>
                  <a:lnTo>
                    <a:pt x="485" y="298"/>
                  </a:lnTo>
                  <a:lnTo>
                    <a:pt x="565" y="256"/>
                  </a:lnTo>
                  <a:lnTo>
                    <a:pt x="600" y="202"/>
                  </a:lnTo>
                  <a:lnTo>
                    <a:pt x="641" y="53"/>
                  </a:lnTo>
                  <a:lnTo>
                    <a:pt x="667" y="5"/>
                  </a:lnTo>
                  <a:lnTo>
                    <a:pt x="706" y="0"/>
                  </a:lnTo>
                  <a:lnTo>
                    <a:pt x="743" y="11"/>
                  </a:lnTo>
                  <a:lnTo>
                    <a:pt x="770" y="71"/>
                  </a:lnTo>
                  <a:lnTo>
                    <a:pt x="779" y="140"/>
                  </a:lnTo>
                  <a:lnTo>
                    <a:pt x="763" y="2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6923270" y="2415443"/>
              <a:ext cx="2250" cy="2724"/>
            </a:xfrm>
            <a:custGeom>
              <a:avLst/>
              <a:pathLst>
                <a:path w="2250" h="2724">
                  <a:moveTo>
                    <a:pt x="1928" y="2711"/>
                  </a:moveTo>
                  <a:lnTo>
                    <a:pt x="1801" y="2724"/>
                  </a:lnTo>
                  <a:lnTo>
                    <a:pt x="1596" y="2647"/>
                  </a:lnTo>
                  <a:lnTo>
                    <a:pt x="1465" y="2531"/>
                  </a:lnTo>
                  <a:lnTo>
                    <a:pt x="1111" y="1667"/>
                  </a:lnTo>
                  <a:lnTo>
                    <a:pt x="944" y="1466"/>
                  </a:lnTo>
                  <a:lnTo>
                    <a:pt x="704" y="1289"/>
                  </a:lnTo>
                  <a:lnTo>
                    <a:pt x="573" y="1157"/>
                  </a:lnTo>
                  <a:lnTo>
                    <a:pt x="428" y="916"/>
                  </a:lnTo>
                  <a:lnTo>
                    <a:pt x="261" y="739"/>
                  </a:lnTo>
                  <a:lnTo>
                    <a:pt x="67" y="598"/>
                  </a:lnTo>
                  <a:lnTo>
                    <a:pt x="7" y="482"/>
                  </a:lnTo>
                  <a:lnTo>
                    <a:pt x="0" y="301"/>
                  </a:lnTo>
                  <a:lnTo>
                    <a:pt x="38" y="104"/>
                  </a:lnTo>
                  <a:lnTo>
                    <a:pt x="109" y="20"/>
                  </a:lnTo>
                  <a:lnTo>
                    <a:pt x="205" y="0"/>
                  </a:lnTo>
                  <a:lnTo>
                    <a:pt x="633" y="140"/>
                  </a:lnTo>
                  <a:lnTo>
                    <a:pt x="1228" y="502"/>
                  </a:lnTo>
                  <a:lnTo>
                    <a:pt x="1851" y="1297"/>
                  </a:lnTo>
                  <a:lnTo>
                    <a:pt x="2045" y="1635"/>
                  </a:lnTo>
                  <a:lnTo>
                    <a:pt x="2197" y="1936"/>
                  </a:lnTo>
                  <a:lnTo>
                    <a:pt x="2250" y="2133"/>
                  </a:lnTo>
                  <a:lnTo>
                    <a:pt x="2201" y="2446"/>
                  </a:lnTo>
                  <a:lnTo>
                    <a:pt x="2098" y="2611"/>
                  </a:lnTo>
                  <a:lnTo>
                    <a:pt x="1928" y="27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6919346" y="2414400"/>
              <a:ext cx="3811" cy="1630"/>
            </a:xfrm>
            <a:custGeom>
              <a:avLst/>
              <a:pathLst>
                <a:path w="3811" h="1630">
                  <a:moveTo>
                    <a:pt x="1121" y="1579"/>
                  </a:moveTo>
                  <a:lnTo>
                    <a:pt x="853" y="1630"/>
                  </a:lnTo>
                  <a:lnTo>
                    <a:pt x="574" y="1596"/>
                  </a:lnTo>
                  <a:lnTo>
                    <a:pt x="365" y="1541"/>
                  </a:lnTo>
                  <a:lnTo>
                    <a:pt x="103" y="1316"/>
                  </a:lnTo>
                  <a:lnTo>
                    <a:pt x="39" y="1182"/>
                  </a:lnTo>
                  <a:lnTo>
                    <a:pt x="0" y="971"/>
                  </a:lnTo>
                  <a:lnTo>
                    <a:pt x="0" y="837"/>
                  </a:lnTo>
                  <a:lnTo>
                    <a:pt x="107" y="630"/>
                  </a:lnTo>
                  <a:lnTo>
                    <a:pt x="290" y="475"/>
                  </a:lnTo>
                  <a:lnTo>
                    <a:pt x="504" y="365"/>
                  </a:lnTo>
                  <a:lnTo>
                    <a:pt x="866" y="207"/>
                  </a:lnTo>
                  <a:lnTo>
                    <a:pt x="1246" y="65"/>
                  </a:lnTo>
                  <a:lnTo>
                    <a:pt x="1485" y="8"/>
                  </a:lnTo>
                  <a:lnTo>
                    <a:pt x="1768" y="0"/>
                  </a:lnTo>
                  <a:lnTo>
                    <a:pt x="2105" y="32"/>
                  </a:lnTo>
                  <a:lnTo>
                    <a:pt x="2323" y="85"/>
                  </a:lnTo>
                  <a:lnTo>
                    <a:pt x="2556" y="158"/>
                  </a:lnTo>
                  <a:lnTo>
                    <a:pt x="2828" y="300"/>
                  </a:lnTo>
                  <a:lnTo>
                    <a:pt x="3111" y="430"/>
                  </a:lnTo>
                  <a:lnTo>
                    <a:pt x="3380" y="560"/>
                  </a:lnTo>
                  <a:lnTo>
                    <a:pt x="3534" y="686"/>
                  </a:lnTo>
                  <a:lnTo>
                    <a:pt x="3688" y="792"/>
                  </a:lnTo>
                  <a:lnTo>
                    <a:pt x="3811" y="949"/>
                  </a:lnTo>
                  <a:lnTo>
                    <a:pt x="3807" y="1063"/>
                  </a:lnTo>
                  <a:lnTo>
                    <a:pt x="3699" y="1219"/>
                  </a:lnTo>
                  <a:lnTo>
                    <a:pt x="3584" y="1312"/>
                  </a:lnTo>
                  <a:lnTo>
                    <a:pt x="3064" y="1377"/>
                  </a:lnTo>
                  <a:lnTo>
                    <a:pt x="2939" y="1390"/>
                  </a:lnTo>
                  <a:lnTo>
                    <a:pt x="2470" y="1365"/>
                  </a:lnTo>
                  <a:lnTo>
                    <a:pt x="2212" y="1345"/>
                  </a:lnTo>
                  <a:lnTo>
                    <a:pt x="2030" y="1357"/>
                  </a:lnTo>
                  <a:lnTo>
                    <a:pt x="1847" y="1398"/>
                  </a:lnTo>
                  <a:lnTo>
                    <a:pt x="1550" y="1463"/>
                  </a:lnTo>
                  <a:lnTo>
                    <a:pt x="1121" y="157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6890733" y="2410961"/>
              <a:ext cx="723" cy="769"/>
            </a:xfrm>
            <a:custGeom>
              <a:avLst/>
              <a:pathLst>
                <a:path w="723" h="769">
                  <a:moveTo>
                    <a:pt x="634" y="725"/>
                  </a:moveTo>
                  <a:lnTo>
                    <a:pt x="375" y="769"/>
                  </a:lnTo>
                  <a:lnTo>
                    <a:pt x="113" y="492"/>
                  </a:lnTo>
                  <a:lnTo>
                    <a:pt x="87" y="401"/>
                  </a:lnTo>
                  <a:lnTo>
                    <a:pt x="33" y="319"/>
                  </a:lnTo>
                  <a:lnTo>
                    <a:pt x="0" y="148"/>
                  </a:lnTo>
                  <a:lnTo>
                    <a:pt x="307" y="0"/>
                  </a:lnTo>
                  <a:lnTo>
                    <a:pt x="362" y="15"/>
                  </a:lnTo>
                  <a:lnTo>
                    <a:pt x="481" y="68"/>
                  </a:lnTo>
                  <a:lnTo>
                    <a:pt x="590" y="151"/>
                  </a:lnTo>
                  <a:lnTo>
                    <a:pt x="689" y="294"/>
                  </a:lnTo>
                  <a:lnTo>
                    <a:pt x="723" y="446"/>
                  </a:lnTo>
                  <a:lnTo>
                    <a:pt x="634" y="7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6890347" y="2409015"/>
              <a:ext cx="4417" cy="2741"/>
            </a:xfrm>
            <a:custGeom>
              <a:avLst/>
              <a:pathLst>
                <a:path w="4417" h="2741">
                  <a:moveTo>
                    <a:pt x="4268" y="526"/>
                  </a:moveTo>
                  <a:lnTo>
                    <a:pt x="4417" y="922"/>
                  </a:lnTo>
                  <a:lnTo>
                    <a:pt x="4392" y="1212"/>
                  </a:lnTo>
                  <a:lnTo>
                    <a:pt x="4258" y="1440"/>
                  </a:lnTo>
                  <a:lnTo>
                    <a:pt x="3939" y="1694"/>
                  </a:lnTo>
                  <a:lnTo>
                    <a:pt x="3725" y="1800"/>
                  </a:lnTo>
                  <a:lnTo>
                    <a:pt x="3483" y="1874"/>
                  </a:lnTo>
                  <a:lnTo>
                    <a:pt x="3027" y="2055"/>
                  </a:lnTo>
                  <a:lnTo>
                    <a:pt x="2727" y="2259"/>
                  </a:lnTo>
                  <a:lnTo>
                    <a:pt x="2483" y="2424"/>
                  </a:lnTo>
                  <a:lnTo>
                    <a:pt x="2055" y="2615"/>
                  </a:lnTo>
                  <a:lnTo>
                    <a:pt x="1729" y="2718"/>
                  </a:lnTo>
                  <a:lnTo>
                    <a:pt x="1433" y="2741"/>
                  </a:lnTo>
                  <a:lnTo>
                    <a:pt x="1288" y="2617"/>
                  </a:lnTo>
                  <a:lnTo>
                    <a:pt x="1221" y="2314"/>
                  </a:lnTo>
                  <a:lnTo>
                    <a:pt x="1180" y="2062"/>
                  </a:lnTo>
                  <a:lnTo>
                    <a:pt x="1275" y="1913"/>
                  </a:lnTo>
                  <a:lnTo>
                    <a:pt x="1504" y="1989"/>
                  </a:lnTo>
                  <a:lnTo>
                    <a:pt x="1726" y="2004"/>
                  </a:lnTo>
                  <a:lnTo>
                    <a:pt x="2030" y="2031"/>
                  </a:lnTo>
                  <a:lnTo>
                    <a:pt x="2161" y="1944"/>
                  </a:lnTo>
                  <a:lnTo>
                    <a:pt x="2255" y="1835"/>
                  </a:lnTo>
                  <a:lnTo>
                    <a:pt x="2409" y="1548"/>
                  </a:lnTo>
                  <a:lnTo>
                    <a:pt x="2634" y="1372"/>
                  </a:lnTo>
                  <a:lnTo>
                    <a:pt x="2886" y="1257"/>
                  </a:lnTo>
                  <a:lnTo>
                    <a:pt x="3090" y="1242"/>
                  </a:lnTo>
                  <a:lnTo>
                    <a:pt x="3274" y="1236"/>
                  </a:lnTo>
                  <a:lnTo>
                    <a:pt x="3451" y="1160"/>
                  </a:lnTo>
                  <a:lnTo>
                    <a:pt x="3511" y="930"/>
                  </a:lnTo>
                  <a:lnTo>
                    <a:pt x="3387" y="696"/>
                  </a:lnTo>
                  <a:lnTo>
                    <a:pt x="3073" y="709"/>
                  </a:lnTo>
                  <a:lnTo>
                    <a:pt x="2878" y="735"/>
                  </a:lnTo>
                  <a:lnTo>
                    <a:pt x="2617" y="839"/>
                  </a:lnTo>
                  <a:lnTo>
                    <a:pt x="2393" y="975"/>
                  </a:lnTo>
                  <a:lnTo>
                    <a:pt x="2086" y="1098"/>
                  </a:lnTo>
                  <a:lnTo>
                    <a:pt x="1780" y="1161"/>
                  </a:lnTo>
                  <a:lnTo>
                    <a:pt x="1455" y="1244"/>
                  </a:lnTo>
                  <a:lnTo>
                    <a:pt x="1110" y="1397"/>
                  </a:lnTo>
                  <a:lnTo>
                    <a:pt x="959" y="1544"/>
                  </a:lnTo>
                  <a:lnTo>
                    <a:pt x="724" y="1760"/>
                  </a:lnTo>
                  <a:lnTo>
                    <a:pt x="542" y="1891"/>
                  </a:lnTo>
                  <a:lnTo>
                    <a:pt x="331" y="1992"/>
                  </a:lnTo>
                  <a:lnTo>
                    <a:pt x="195" y="1908"/>
                  </a:lnTo>
                  <a:lnTo>
                    <a:pt x="13" y="1743"/>
                  </a:lnTo>
                  <a:lnTo>
                    <a:pt x="0" y="1502"/>
                  </a:lnTo>
                  <a:lnTo>
                    <a:pt x="41" y="1292"/>
                  </a:lnTo>
                  <a:lnTo>
                    <a:pt x="116" y="1213"/>
                  </a:lnTo>
                  <a:lnTo>
                    <a:pt x="506" y="1092"/>
                  </a:lnTo>
                  <a:lnTo>
                    <a:pt x="851" y="929"/>
                  </a:lnTo>
                  <a:lnTo>
                    <a:pt x="1046" y="883"/>
                  </a:lnTo>
                  <a:lnTo>
                    <a:pt x="1587" y="654"/>
                  </a:lnTo>
                  <a:lnTo>
                    <a:pt x="1924" y="421"/>
                  </a:lnTo>
                  <a:lnTo>
                    <a:pt x="2307" y="179"/>
                  </a:lnTo>
                  <a:lnTo>
                    <a:pt x="2735" y="58"/>
                  </a:lnTo>
                  <a:lnTo>
                    <a:pt x="3235" y="0"/>
                  </a:lnTo>
                  <a:lnTo>
                    <a:pt x="3595" y="28"/>
                  </a:lnTo>
                  <a:lnTo>
                    <a:pt x="3941" y="227"/>
                  </a:lnTo>
                  <a:lnTo>
                    <a:pt x="4268" y="5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6822694" y="2362295"/>
              <a:ext cx="350" cy="301"/>
            </a:xfrm>
            <a:custGeom>
              <a:avLst/>
              <a:pathLst>
                <a:path w="350" h="301">
                  <a:moveTo>
                    <a:pt x="330" y="199"/>
                  </a:moveTo>
                  <a:lnTo>
                    <a:pt x="269" y="263"/>
                  </a:lnTo>
                  <a:lnTo>
                    <a:pt x="259" y="266"/>
                  </a:lnTo>
                  <a:lnTo>
                    <a:pt x="246" y="269"/>
                  </a:lnTo>
                  <a:lnTo>
                    <a:pt x="239" y="264"/>
                  </a:lnTo>
                  <a:lnTo>
                    <a:pt x="235" y="247"/>
                  </a:lnTo>
                  <a:lnTo>
                    <a:pt x="230" y="237"/>
                  </a:lnTo>
                  <a:lnTo>
                    <a:pt x="224" y="235"/>
                  </a:lnTo>
                  <a:lnTo>
                    <a:pt x="218" y="236"/>
                  </a:lnTo>
                  <a:lnTo>
                    <a:pt x="165" y="260"/>
                  </a:lnTo>
                  <a:lnTo>
                    <a:pt x="77" y="301"/>
                  </a:lnTo>
                  <a:lnTo>
                    <a:pt x="44" y="295"/>
                  </a:lnTo>
                  <a:lnTo>
                    <a:pt x="28" y="280"/>
                  </a:lnTo>
                  <a:lnTo>
                    <a:pt x="0" y="183"/>
                  </a:lnTo>
                  <a:lnTo>
                    <a:pt x="0" y="156"/>
                  </a:lnTo>
                  <a:lnTo>
                    <a:pt x="73" y="89"/>
                  </a:lnTo>
                  <a:lnTo>
                    <a:pt x="214" y="0"/>
                  </a:lnTo>
                  <a:lnTo>
                    <a:pt x="268" y="1"/>
                  </a:lnTo>
                  <a:lnTo>
                    <a:pt x="294" y="34"/>
                  </a:lnTo>
                  <a:lnTo>
                    <a:pt x="350" y="138"/>
                  </a:lnTo>
                  <a:lnTo>
                    <a:pt x="347" y="165"/>
                  </a:lnTo>
                  <a:lnTo>
                    <a:pt x="330" y="19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6811930" y="2360817"/>
              <a:ext cx="238" cy="438"/>
            </a:xfrm>
            <a:custGeom>
              <a:avLst/>
              <a:pathLst>
                <a:path w="238" h="438">
                  <a:moveTo>
                    <a:pt x="218" y="402"/>
                  </a:moveTo>
                  <a:lnTo>
                    <a:pt x="49" y="438"/>
                  </a:lnTo>
                  <a:lnTo>
                    <a:pt x="12" y="401"/>
                  </a:lnTo>
                  <a:lnTo>
                    <a:pt x="5" y="369"/>
                  </a:lnTo>
                  <a:lnTo>
                    <a:pt x="0" y="243"/>
                  </a:lnTo>
                  <a:lnTo>
                    <a:pt x="55" y="0"/>
                  </a:lnTo>
                  <a:lnTo>
                    <a:pt x="67" y="0"/>
                  </a:lnTo>
                  <a:lnTo>
                    <a:pt x="237" y="242"/>
                  </a:lnTo>
                  <a:lnTo>
                    <a:pt x="238" y="313"/>
                  </a:lnTo>
                  <a:lnTo>
                    <a:pt x="218" y="4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6821416" y="2360826"/>
              <a:ext cx="379" cy="404"/>
            </a:xfrm>
            <a:custGeom>
              <a:avLst/>
              <a:pathLst>
                <a:path w="379" h="404">
                  <a:moveTo>
                    <a:pt x="238" y="394"/>
                  </a:moveTo>
                  <a:lnTo>
                    <a:pt x="173" y="404"/>
                  </a:lnTo>
                  <a:lnTo>
                    <a:pt x="60" y="326"/>
                  </a:lnTo>
                  <a:lnTo>
                    <a:pt x="33" y="283"/>
                  </a:lnTo>
                  <a:lnTo>
                    <a:pt x="0" y="79"/>
                  </a:lnTo>
                  <a:lnTo>
                    <a:pt x="1" y="56"/>
                  </a:lnTo>
                  <a:lnTo>
                    <a:pt x="75" y="0"/>
                  </a:lnTo>
                  <a:lnTo>
                    <a:pt x="106" y="0"/>
                  </a:lnTo>
                  <a:lnTo>
                    <a:pt x="155" y="48"/>
                  </a:lnTo>
                  <a:lnTo>
                    <a:pt x="277" y="211"/>
                  </a:lnTo>
                  <a:lnTo>
                    <a:pt x="377" y="220"/>
                  </a:lnTo>
                  <a:lnTo>
                    <a:pt x="379" y="243"/>
                  </a:lnTo>
                  <a:lnTo>
                    <a:pt x="375" y="254"/>
                  </a:lnTo>
                  <a:lnTo>
                    <a:pt x="315" y="356"/>
                  </a:lnTo>
                  <a:lnTo>
                    <a:pt x="238" y="3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6810059" y="2359795"/>
              <a:ext cx="553" cy="860"/>
            </a:xfrm>
            <a:custGeom>
              <a:avLst/>
              <a:pathLst>
                <a:path w="553" h="860">
                  <a:moveTo>
                    <a:pt x="376" y="847"/>
                  </a:moveTo>
                  <a:lnTo>
                    <a:pt x="311" y="860"/>
                  </a:lnTo>
                  <a:lnTo>
                    <a:pt x="80" y="788"/>
                  </a:lnTo>
                  <a:lnTo>
                    <a:pt x="49" y="768"/>
                  </a:lnTo>
                  <a:lnTo>
                    <a:pt x="0" y="717"/>
                  </a:lnTo>
                  <a:lnTo>
                    <a:pt x="37" y="564"/>
                  </a:lnTo>
                  <a:lnTo>
                    <a:pt x="72" y="375"/>
                  </a:lnTo>
                  <a:lnTo>
                    <a:pt x="86" y="259"/>
                  </a:lnTo>
                  <a:lnTo>
                    <a:pt x="88" y="162"/>
                  </a:lnTo>
                  <a:lnTo>
                    <a:pt x="95" y="115"/>
                  </a:lnTo>
                  <a:lnTo>
                    <a:pt x="109" y="79"/>
                  </a:lnTo>
                  <a:lnTo>
                    <a:pt x="183" y="0"/>
                  </a:lnTo>
                  <a:lnTo>
                    <a:pt x="195" y="2"/>
                  </a:lnTo>
                  <a:lnTo>
                    <a:pt x="245" y="36"/>
                  </a:lnTo>
                  <a:lnTo>
                    <a:pt x="292" y="87"/>
                  </a:lnTo>
                  <a:lnTo>
                    <a:pt x="441" y="337"/>
                  </a:lnTo>
                  <a:lnTo>
                    <a:pt x="532" y="563"/>
                  </a:lnTo>
                  <a:lnTo>
                    <a:pt x="553" y="651"/>
                  </a:lnTo>
                  <a:lnTo>
                    <a:pt x="376" y="84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6814760" y="2359816"/>
              <a:ext cx="349" cy="316"/>
            </a:xfrm>
            <a:custGeom>
              <a:avLst/>
              <a:pathLst>
                <a:path w="349" h="316">
                  <a:moveTo>
                    <a:pt x="51" y="316"/>
                  </a:moveTo>
                  <a:lnTo>
                    <a:pt x="24" y="315"/>
                  </a:lnTo>
                  <a:lnTo>
                    <a:pt x="8" y="294"/>
                  </a:lnTo>
                  <a:lnTo>
                    <a:pt x="0" y="256"/>
                  </a:lnTo>
                  <a:lnTo>
                    <a:pt x="9" y="200"/>
                  </a:lnTo>
                  <a:lnTo>
                    <a:pt x="29" y="169"/>
                  </a:lnTo>
                  <a:lnTo>
                    <a:pt x="267" y="4"/>
                  </a:lnTo>
                  <a:lnTo>
                    <a:pt x="304" y="0"/>
                  </a:lnTo>
                  <a:lnTo>
                    <a:pt x="332" y="16"/>
                  </a:lnTo>
                  <a:lnTo>
                    <a:pt x="349" y="42"/>
                  </a:lnTo>
                  <a:lnTo>
                    <a:pt x="349" y="84"/>
                  </a:lnTo>
                  <a:lnTo>
                    <a:pt x="335" y="118"/>
                  </a:lnTo>
                  <a:lnTo>
                    <a:pt x="308" y="155"/>
                  </a:lnTo>
                  <a:lnTo>
                    <a:pt x="76" y="301"/>
                  </a:lnTo>
                  <a:lnTo>
                    <a:pt x="61" y="310"/>
                  </a:lnTo>
                  <a:lnTo>
                    <a:pt x="51" y="31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6825180" y="2356714"/>
              <a:ext cx="507" cy="452"/>
            </a:xfrm>
            <a:custGeom>
              <a:avLst/>
              <a:pathLst>
                <a:path w="507" h="452">
                  <a:moveTo>
                    <a:pt x="270" y="451"/>
                  </a:moveTo>
                  <a:lnTo>
                    <a:pt x="265" y="452"/>
                  </a:lnTo>
                  <a:lnTo>
                    <a:pt x="205" y="416"/>
                  </a:lnTo>
                  <a:lnTo>
                    <a:pt x="17" y="213"/>
                  </a:lnTo>
                  <a:lnTo>
                    <a:pt x="0" y="54"/>
                  </a:lnTo>
                  <a:lnTo>
                    <a:pt x="4" y="48"/>
                  </a:lnTo>
                  <a:lnTo>
                    <a:pt x="7" y="44"/>
                  </a:lnTo>
                  <a:lnTo>
                    <a:pt x="292" y="6"/>
                  </a:lnTo>
                  <a:lnTo>
                    <a:pt x="341" y="0"/>
                  </a:lnTo>
                  <a:lnTo>
                    <a:pt x="346" y="0"/>
                  </a:lnTo>
                  <a:lnTo>
                    <a:pt x="467" y="8"/>
                  </a:lnTo>
                  <a:lnTo>
                    <a:pt x="489" y="22"/>
                  </a:lnTo>
                  <a:lnTo>
                    <a:pt x="507" y="48"/>
                  </a:lnTo>
                  <a:lnTo>
                    <a:pt x="507" y="107"/>
                  </a:lnTo>
                  <a:lnTo>
                    <a:pt x="507" y="117"/>
                  </a:lnTo>
                  <a:lnTo>
                    <a:pt x="470" y="301"/>
                  </a:lnTo>
                  <a:lnTo>
                    <a:pt x="461" y="315"/>
                  </a:lnTo>
                  <a:lnTo>
                    <a:pt x="278" y="449"/>
                  </a:lnTo>
                  <a:lnTo>
                    <a:pt x="270" y="4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6848231" y="2342375"/>
              <a:ext cx="402" cy="275"/>
            </a:xfrm>
            <a:custGeom>
              <a:avLst/>
              <a:pathLst>
                <a:path w="402" h="275">
                  <a:moveTo>
                    <a:pt x="168" y="266"/>
                  </a:moveTo>
                  <a:lnTo>
                    <a:pt x="148" y="275"/>
                  </a:lnTo>
                  <a:lnTo>
                    <a:pt x="67" y="258"/>
                  </a:lnTo>
                  <a:lnTo>
                    <a:pt x="36" y="251"/>
                  </a:lnTo>
                  <a:lnTo>
                    <a:pt x="11" y="229"/>
                  </a:lnTo>
                  <a:lnTo>
                    <a:pt x="2" y="213"/>
                  </a:lnTo>
                  <a:lnTo>
                    <a:pt x="0" y="174"/>
                  </a:lnTo>
                  <a:lnTo>
                    <a:pt x="13" y="108"/>
                  </a:lnTo>
                  <a:lnTo>
                    <a:pt x="47" y="68"/>
                  </a:lnTo>
                  <a:lnTo>
                    <a:pt x="67" y="58"/>
                  </a:lnTo>
                  <a:lnTo>
                    <a:pt x="300" y="0"/>
                  </a:lnTo>
                  <a:lnTo>
                    <a:pt x="312" y="4"/>
                  </a:lnTo>
                  <a:lnTo>
                    <a:pt x="401" y="128"/>
                  </a:lnTo>
                  <a:lnTo>
                    <a:pt x="402" y="147"/>
                  </a:lnTo>
                  <a:lnTo>
                    <a:pt x="391" y="164"/>
                  </a:lnTo>
                  <a:lnTo>
                    <a:pt x="168" y="2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6852945" y="2340991"/>
              <a:ext cx="764" cy="869"/>
            </a:xfrm>
            <a:custGeom>
              <a:avLst/>
              <a:pathLst>
                <a:path w="764" h="869">
                  <a:moveTo>
                    <a:pt x="215" y="869"/>
                  </a:moveTo>
                  <a:lnTo>
                    <a:pt x="169" y="866"/>
                  </a:lnTo>
                  <a:lnTo>
                    <a:pt x="147" y="856"/>
                  </a:lnTo>
                  <a:lnTo>
                    <a:pt x="106" y="802"/>
                  </a:lnTo>
                  <a:lnTo>
                    <a:pt x="62" y="695"/>
                  </a:lnTo>
                  <a:lnTo>
                    <a:pt x="0" y="328"/>
                  </a:lnTo>
                  <a:lnTo>
                    <a:pt x="65" y="218"/>
                  </a:lnTo>
                  <a:lnTo>
                    <a:pt x="217" y="18"/>
                  </a:lnTo>
                  <a:lnTo>
                    <a:pt x="249" y="1"/>
                  </a:lnTo>
                  <a:lnTo>
                    <a:pt x="270" y="0"/>
                  </a:lnTo>
                  <a:lnTo>
                    <a:pt x="433" y="24"/>
                  </a:lnTo>
                  <a:lnTo>
                    <a:pt x="638" y="126"/>
                  </a:lnTo>
                  <a:lnTo>
                    <a:pt x="705" y="171"/>
                  </a:lnTo>
                  <a:lnTo>
                    <a:pt x="725" y="191"/>
                  </a:lnTo>
                  <a:lnTo>
                    <a:pt x="760" y="324"/>
                  </a:lnTo>
                  <a:lnTo>
                    <a:pt x="764" y="358"/>
                  </a:lnTo>
                  <a:lnTo>
                    <a:pt x="677" y="561"/>
                  </a:lnTo>
                  <a:lnTo>
                    <a:pt x="664" y="581"/>
                  </a:lnTo>
                  <a:lnTo>
                    <a:pt x="425" y="804"/>
                  </a:lnTo>
                  <a:lnTo>
                    <a:pt x="252" y="863"/>
                  </a:lnTo>
                  <a:lnTo>
                    <a:pt x="215" y="86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6852756" y="2340318"/>
              <a:ext cx="539" cy="665"/>
            </a:xfrm>
            <a:custGeom>
              <a:avLst/>
              <a:pathLst>
                <a:path w="539" h="665">
                  <a:moveTo>
                    <a:pt x="430" y="606"/>
                  </a:moveTo>
                  <a:lnTo>
                    <a:pt x="129" y="665"/>
                  </a:lnTo>
                  <a:lnTo>
                    <a:pt x="119" y="654"/>
                  </a:lnTo>
                  <a:lnTo>
                    <a:pt x="0" y="116"/>
                  </a:lnTo>
                  <a:lnTo>
                    <a:pt x="4" y="94"/>
                  </a:lnTo>
                  <a:lnTo>
                    <a:pt x="25" y="51"/>
                  </a:lnTo>
                  <a:lnTo>
                    <a:pt x="58" y="18"/>
                  </a:lnTo>
                  <a:lnTo>
                    <a:pt x="211" y="0"/>
                  </a:lnTo>
                  <a:lnTo>
                    <a:pt x="225" y="5"/>
                  </a:lnTo>
                  <a:lnTo>
                    <a:pt x="366" y="307"/>
                  </a:lnTo>
                  <a:lnTo>
                    <a:pt x="470" y="419"/>
                  </a:lnTo>
                  <a:lnTo>
                    <a:pt x="495" y="424"/>
                  </a:lnTo>
                  <a:lnTo>
                    <a:pt x="516" y="439"/>
                  </a:lnTo>
                  <a:lnTo>
                    <a:pt x="539" y="487"/>
                  </a:lnTo>
                  <a:lnTo>
                    <a:pt x="539" y="498"/>
                  </a:lnTo>
                  <a:lnTo>
                    <a:pt x="483" y="570"/>
                  </a:lnTo>
                  <a:lnTo>
                    <a:pt x="430" y="6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6856246" y="2320145"/>
              <a:ext cx="593" cy="710"/>
            </a:xfrm>
            <a:custGeom>
              <a:avLst/>
              <a:pathLst>
                <a:path w="593" h="710">
                  <a:moveTo>
                    <a:pt x="189" y="702"/>
                  </a:moveTo>
                  <a:lnTo>
                    <a:pt x="69" y="710"/>
                  </a:lnTo>
                  <a:lnTo>
                    <a:pt x="17" y="617"/>
                  </a:lnTo>
                  <a:lnTo>
                    <a:pt x="0" y="327"/>
                  </a:lnTo>
                  <a:lnTo>
                    <a:pt x="335" y="40"/>
                  </a:lnTo>
                  <a:lnTo>
                    <a:pt x="484" y="0"/>
                  </a:lnTo>
                  <a:lnTo>
                    <a:pt x="563" y="9"/>
                  </a:lnTo>
                  <a:lnTo>
                    <a:pt x="582" y="28"/>
                  </a:lnTo>
                  <a:lnTo>
                    <a:pt x="593" y="330"/>
                  </a:lnTo>
                  <a:lnTo>
                    <a:pt x="554" y="443"/>
                  </a:lnTo>
                  <a:lnTo>
                    <a:pt x="436" y="549"/>
                  </a:lnTo>
                  <a:lnTo>
                    <a:pt x="189" y="7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6858483" y="2317157"/>
              <a:ext cx="243" cy="389"/>
            </a:xfrm>
            <a:custGeom>
              <a:avLst/>
              <a:pathLst>
                <a:path w="243" h="389">
                  <a:moveTo>
                    <a:pt x="96" y="376"/>
                  </a:moveTo>
                  <a:lnTo>
                    <a:pt x="69" y="389"/>
                  </a:lnTo>
                  <a:lnTo>
                    <a:pt x="42" y="385"/>
                  </a:lnTo>
                  <a:lnTo>
                    <a:pt x="23" y="389"/>
                  </a:lnTo>
                  <a:lnTo>
                    <a:pt x="3" y="381"/>
                  </a:lnTo>
                  <a:lnTo>
                    <a:pt x="0" y="372"/>
                  </a:lnTo>
                  <a:lnTo>
                    <a:pt x="0" y="354"/>
                  </a:lnTo>
                  <a:lnTo>
                    <a:pt x="0" y="324"/>
                  </a:lnTo>
                  <a:lnTo>
                    <a:pt x="0" y="239"/>
                  </a:lnTo>
                  <a:lnTo>
                    <a:pt x="0" y="181"/>
                  </a:lnTo>
                  <a:lnTo>
                    <a:pt x="0" y="78"/>
                  </a:lnTo>
                  <a:lnTo>
                    <a:pt x="3" y="56"/>
                  </a:lnTo>
                  <a:lnTo>
                    <a:pt x="3" y="8"/>
                  </a:lnTo>
                  <a:lnTo>
                    <a:pt x="15" y="0"/>
                  </a:lnTo>
                  <a:lnTo>
                    <a:pt x="54" y="0"/>
                  </a:lnTo>
                  <a:lnTo>
                    <a:pt x="88" y="4"/>
                  </a:lnTo>
                  <a:lnTo>
                    <a:pt x="127" y="17"/>
                  </a:lnTo>
                  <a:lnTo>
                    <a:pt x="169" y="43"/>
                  </a:lnTo>
                  <a:lnTo>
                    <a:pt x="204" y="83"/>
                  </a:lnTo>
                  <a:lnTo>
                    <a:pt x="219" y="113"/>
                  </a:lnTo>
                  <a:lnTo>
                    <a:pt x="219" y="148"/>
                  </a:lnTo>
                  <a:lnTo>
                    <a:pt x="226" y="187"/>
                  </a:lnTo>
                  <a:lnTo>
                    <a:pt x="243" y="223"/>
                  </a:lnTo>
                  <a:lnTo>
                    <a:pt x="231" y="245"/>
                  </a:lnTo>
                  <a:lnTo>
                    <a:pt x="212" y="280"/>
                  </a:lnTo>
                  <a:lnTo>
                    <a:pt x="181" y="319"/>
                  </a:lnTo>
                  <a:lnTo>
                    <a:pt x="146" y="350"/>
                  </a:lnTo>
                  <a:lnTo>
                    <a:pt x="96" y="37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6782966" y="2312514"/>
              <a:ext cx="315" cy="377"/>
            </a:xfrm>
            <a:custGeom>
              <a:avLst/>
              <a:pathLst>
                <a:path w="315" h="377">
                  <a:moveTo>
                    <a:pt x="204" y="292"/>
                  </a:moveTo>
                  <a:lnTo>
                    <a:pt x="91" y="377"/>
                  </a:lnTo>
                  <a:lnTo>
                    <a:pt x="2" y="361"/>
                  </a:lnTo>
                  <a:lnTo>
                    <a:pt x="0" y="342"/>
                  </a:lnTo>
                  <a:lnTo>
                    <a:pt x="22" y="284"/>
                  </a:lnTo>
                  <a:lnTo>
                    <a:pt x="116" y="170"/>
                  </a:lnTo>
                  <a:lnTo>
                    <a:pt x="295" y="0"/>
                  </a:lnTo>
                  <a:lnTo>
                    <a:pt x="315" y="33"/>
                  </a:lnTo>
                  <a:lnTo>
                    <a:pt x="299" y="112"/>
                  </a:lnTo>
                  <a:lnTo>
                    <a:pt x="263" y="194"/>
                  </a:lnTo>
                  <a:lnTo>
                    <a:pt x="204" y="29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6981052" y="2316301"/>
              <a:ext cx="5027" cy="3746"/>
            </a:xfrm>
            <a:custGeom>
              <a:avLst/>
              <a:pathLst>
                <a:path w="5027" h="3746">
                  <a:moveTo>
                    <a:pt x="2880" y="3746"/>
                  </a:moveTo>
                  <a:lnTo>
                    <a:pt x="2102" y="3713"/>
                  </a:lnTo>
                  <a:lnTo>
                    <a:pt x="1262" y="3445"/>
                  </a:lnTo>
                  <a:lnTo>
                    <a:pt x="452" y="2892"/>
                  </a:lnTo>
                  <a:lnTo>
                    <a:pt x="0" y="1666"/>
                  </a:lnTo>
                  <a:lnTo>
                    <a:pt x="279" y="609"/>
                  </a:lnTo>
                  <a:lnTo>
                    <a:pt x="1120" y="222"/>
                  </a:lnTo>
                  <a:lnTo>
                    <a:pt x="1960" y="37"/>
                  </a:lnTo>
                  <a:lnTo>
                    <a:pt x="2953" y="0"/>
                  </a:lnTo>
                  <a:lnTo>
                    <a:pt x="3875" y="321"/>
                  </a:lnTo>
                  <a:lnTo>
                    <a:pt x="4669" y="589"/>
                  </a:lnTo>
                  <a:lnTo>
                    <a:pt x="5027" y="1395"/>
                  </a:lnTo>
                  <a:lnTo>
                    <a:pt x="4779" y="2167"/>
                  </a:lnTo>
                  <a:lnTo>
                    <a:pt x="4452" y="2839"/>
                  </a:lnTo>
                  <a:lnTo>
                    <a:pt x="3658" y="3460"/>
                  </a:lnTo>
                  <a:lnTo>
                    <a:pt x="2880" y="374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6802264" y="2297162"/>
              <a:ext cx="911" cy="926"/>
            </a:xfrm>
            <a:custGeom>
              <a:avLst/>
              <a:pathLst>
                <a:path w="911" h="926">
                  <a:moveTo>
                    <a:pt x="563" y="59"/>
                  </a:moveTo>
                  <a:lnTo>
                    <a:pt x="577" y="60"/>
                  </a:lnTo>
                  <a:lnTo>
                    <a:pt x="622" y="24"/>
                  </a:lnTo>
                  <a:lnTo>
                    <a:pt x="688" y="18"/>
                  </a:lnTo>
                  <a:lnTo>
                    <a:pt x="730" y="20"/>
                  </a:lnTo>
                  <a:lnTo>
                    <a:pt x="776" y="42"/>
                  </a:lnTo>
                  <a:lnTo>
                    <a:pt x="806" y="68"/>
                  </a:lnTo>
                  <a:lnTo>
                    <a:pt x="828" y="111"/>
                  </a:lnTo>
                  <a:lnTo>
                    <a:pt x="843" y="154"/>
                  </a:lnTo>
                  <a:lnTo>
                    <a:pt x="849" y="230"/>
                  </a:lnTo>
                  <a:lnTo>
                    <a:pt x="839" y="268"/>
                  </a:lnTo>
                  <a:lnTo>
                    <a:pt x="824" y="286"/>
                  </a:lnTo>
                  <a:lnTo>
                    <a:pt x="840" y="349"/>
                  </a:lnTo>
                  <a:lnTo>
                    <a:pt x="872" y="365"/>
                  </a:lnTo>
                  <a:lnTo>
                    <a:pt x="884" y="384"/>
                  </a:lnTo>
                  <a:lnTo>
                    <a:pt x="892" y="395"/>
                  </a:lnTo>
                  <a:lnTo>
                    <a:pt x="906" y="429"/>
                  </a:lnTo>
                  <a:lnTo>
                    <a:pt x="911" y="457"/>
                  </a:lnTo>
                  <a:lnTo>
                    <a:pt x="911" y="491"/>
                  </a:lnTo>
                  <a:lnTo>
                    <a:pt x="900" y="531"/>
                  </a:lnTo>
                  <a:lnTo>
                    <a:pt x="885" y="557"/>
                  </a:lnTo>
                  <a:lnTo>
                    <a:pt x="814" y="603"/>
                  </a:lnTo>
                  <a:lnTo>
                    <a:pt x="783" y="619"/>
                  </a:lnTo>
                  <a:lnTo>
                    <a:pt x="749" y="647"/>
                  </a:lnTo>
                  <a:lnTo>
                    <a:pt x="720" y="684"/>
                  </a:lnTo>
                  <a:lnTo>
                    <a:pt x="711" y="695"/>
                  </a:lnTo>
                  <a:lnTo>
                    <a:pt x="698" y="714"/>
                  </a:lnTo>
                  <a:lnTo>
                    <a:pt x="693" y="722"/>
                  </a:lnTo>
                  <a:lnTo>
                    <a:pt x="653" y="765"/>
                  </a:lnTo>
                  <a:lnTo>
                    <a:pt x="623" y="787"/>
                  </a:lnTo>
                  <a:lnTo>
                    <a:pt x="593" y="802"/>
                  </a:lnTo>
                  <a:lnTo>
                    <a:pt x="566" y="808"/>
                  </a:lnTo>
                  <a:lnTo>
                    <a:pt x="553" y="806"/>
                  </a:lnTo>
                  <a:lnTo>
                    <a:pt x="551" y="800"/>
                  </a:lnTo>
                  <a:lnTo>
                    <a:pt x="518" y="810"/>
                  </a:lnTo>
                  <a:lnTo>
                    <a:pt x="507" y="835"/>
                  </a:lnTo>
                  <a:lnTo>
                    <a:pt x="467" y="884"/>
                  </a:lnTo>
                  <a:lnTo>
                    <a:pt x="436" y="918"/>
                  </a:lnTo>
                  <a:lnTo>
                    <a:pt x="404" y="926"/>
                  </a:lnTo>
                  <a:lnTo>
                    <a:pt x="373" y="926"/>
                  </a:lnTo>
                  <a:lnTo>
                    <a:pt x="346" y="918"/>
                  </a:lnTo>
                  <a:lnTo>
                    <a:pt x="309" y="900"/>
                  </a:lnTo>
                  <a:lnTo>
                    <a:pt x="297" y="887"/>
                  </a:lnTo>
                  <a:lnTo>
                    <a:pt x="286" y="874"/>
                  </a:lnTo>
                  <a:lnTo>
                    <a:pt x="282" y="870"/>
                  </a:lnTo>
                  <a:lnTo>
                    <a:pt x="268" y="827"/>
                  </a:lnTo>
                  <a:lnTo>
                    <a:pt x="267" y="812"/>
                  </a:lnTo>
                  <a:lnTo>
                    <a:pt x="218" y="775"/>
                  </a:lnTo>
                  <a:lnTo>
                    <a:pt x="207" y="782"/>
                  </a:lnTo>
                  <a:lnTo>
                    <a:pt x="185" y="792"/>
                  </a:lnTo>
                  <a:lnTo>
                    <a:pt x="146" y="790"/>
                  </a:lnTo>
                  <a:lnTo>
                    <a:pt x="114" y="779"/>
                  </a:lnTo>
                  <a:lnTo>
                    <a:pt x="46" y="727"/>
                  </a:lnTo>
                  <a:lnTo>
                    <a:pt x="12" y="685"/>
                  </a:lnTo>
                  <a:lnTo>
                    <a:pt x="0" y="631"/>
                  </a:lnTo>
                  <a:lnTo>
                    <a:pt x="1" y="616"/>
                  </a:lnTo>
                  <a:lnTo>
                    <a:pt x="4" y="585"/>
                  </a:lnTo>
                  <a:lnTo>
                    <a:pt x="29" y="510"/>
                  </a:lnTo>
                  <a:lnTo>
                    <a:pt x="51" y="469"/>
                  </a:lnTo>
                  <a:lnTo>
                    <a:pt x="88" y="445"/>
                  </a:lnTo>
                  <a:lnTo>
                    <a:pt x="96" y="397"/>
                  </a:lnTo>
                  <a:lnTo>
                    <a:pt x="103" y="358"/>
                  </a:lnTo>
                  <a:lnTo>
                    <a:pt x="105" y="343"/>
                  </a:lnTo>
                  <a:lnTo>
                    <a:pt x="93" y="317"/>
                  </a:lnTo>
                  <a:lnTo>
                    <a:pt x="86" y="264"/>
                  </a:lnTo>
                  <a:lnTo>
                    <a:pt x="91" y="232"/>
                  </a:lnTo>
                  <a:lnTo>
                    <a:pt x="107" y="180"/>
                  </a:lnTo>
                  <a:lnTo>
                    <a:pt x="113" y="150"/>
                  </a:lnTo>
                  <a:lnTo>
                    <a:pt x="123" y="100"/>
                  </a:lnTo>
                  <a:lnTo>
                    <a:pt x="147" y="39"/>
                  </a:lnTo>
                  <a:lnTo>
                    <a:pt x="170" y="19"/>
                  </a:lnTo>
                  <a:lnTo>
                    <a:pt x="199" y="7"/>
                  </a:lnTo>
                  <a:lnTo>
                    <a:pt x="246" y="0"/>
                  </a:lnTo>
                  <a:lnTo>
                    <a:pt x="322" y="1"/>
                  </a:lnTo>
                  <a:lnTo>
                    <a:pt x="388" y="2"/>
                  </a:lnTo>
                  <a:lnTo>
                    <a:pt x="434" y="19"/>
                  </a:lnTo>
                  <a:lnTo>
                    <a:pt x="465" y="43"/>
                  </a:lnTo>
                  <a:lnTo>
                    <a:pt x="471" y="53"/>
                  </a:lnTo>
                  <a:lnTo>
                    <a:pt x="563" y="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6949443" y="2303404"/>
              <a:ext cx="2613" cy="2751"/>
            </a:xfrm>
            <a:custGeom>
              <a:avLst/>
              <a:pathLst>
                <a:path w="2613" h="2751">
                  <a:moveTo>
                    <a:pt x="1812" y="2515"/>
                  </a:moveTo>
                  <a:lnTo>
                    <a:pt x="1228" y="2751"/>
                  </a:lnTo>
                  <a:lnTo>
                    <a:pt x="776" y="2710"/>
                  </a:lnTo>
                  <a:lnTo>
                    <a:pt x="489" y="2592"/>
                  </a:lnTo>
                  <a:lnTo>
                    <a:pt x="178" y="2214"/>
                  </a:lnTo>
                  <a:lnTo>
                    <a:pt x="0" y="1549"/>
                  </a:lnTo>
                  <a:lnTo>
                    <a:pt x="173" y="741"/>
                  </a:lnTo>
                  <a:lnTo>
                    <a:pt x="505" y="237"/>
                  </a:lnTo>
                  <a:lnTo>
                    <a:pt x="1064" y="17"/>
                  </a:lnTo>
                  <a:lnTo>
                    <a:pt x="1384" y="0"/>
                  </a:lnTo>
                  <a:lnTo>
                    <a:pt x="1870" y="116"/>
                  </a:lnTo>
                  <a:lnTo>
                    <a:pt x="2335" y="566"/>
                  </a:lnTo>
                  <a:lnTo>
                    <a:pt x="2613" y="1114"/>
                  </a:lnTo>
                  <a:lnTo>
                    <a:pt x="2604" y="1670"/>
                  </a:lnTo>
                  <a:lnTo>
                    <a:pt x="2243" y="2235"/>
                  </a:lnTo>
                  <a:lnTo>
                    <a:pt x="1812" y="25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6880811" y="2286711"/>
              <a:ext cx="274" cy="426"/>
            </a:xfrm>
            <a:custGeom>
              <a:avLst/>
              <a:pathLst>
                <a:path w="274" h="426">
                  <a:moveTo>
                    <a:pt x="258" y="387"/>
                  </a:moveTo>
                  <a:lnTo>
                    <a:pt x="213" y="426"/>
                  </a:lnTo>
                  <a:lnTo>
                    <a:pt x="113" y="363"/>
                  </a:lnTo>
                  <a:lnTo>
                    <a:pt x="1" y="180"/>
                  </a:lnTo>
                  <a:lnTo>
                    <a:pt x="0" y="158"/>
                  </a:lnTo>
                  <a:lnTo>
                    <a:pt x="35" y="18"/>
                  </a:lnTo>
                  <a:lnTo>
                    <a:pt x="52" y="3"/>
                  </a:lnTo>
                  <a:lnTo>
                    <a:pt x="109" y="0"/>
                  </a:lnTo>
                  <a:lnTo>
                    <a:pt x="117" y="4"/>
                  </a:lnTo>
                  <a:lnTo>
                    <a:pt x="155" y="119"/>
                  </a:lnTo>
                  <a:lnTo>
                    <a:pt x="274" y="276"/>
                  </a:lnTo>
                  <a:lnTo>
                    <a:pt x="258" y="3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6855948" y="2281874"/>
              <a:ext cx="534" cy="449"/>
            </a:xfrm>
            <a:custGeom>
              <a:avLst/>
              <a:pathLst>
                <a:path w="534" h="449">
                  <a:moveTo>
                    <a:pt x="383" y="1"/>
                  </a:moveTo>
                  <a:lnTo>
                    <a:pt x="404" y="3"/>
                  </a:lnTo>
                  <a:lnTo>
                    <a:pt x="414" y="3"/>
                  </a:lnTo>
                  <a:lnTo>
                    <a:pt x="422" y="4"/>
                  </a:lnTo>
                  <a:lnTo>
                    <a:pt x="439" y="5"/>
                  </a:lnTo>
                  <a:lnTo>
                    <a:pt x="454" y="8"/>
                  </a:lnTo>
                  <a:lnTo>
                    <a:pt x="466" y="10"/>
                  </a:lnTo>
                  <a:lnTo>
                    <a:pt x="481" y="15"/>
                  </a:lnTo>
                  <a:lnTo>
                    <a:pt x="485" y="16"/>
                  </a:lnTo>
                  <a:lnTo>
                    <a:pt x="498" y="21"/>
                  </a:lnTo>
                  <a:lnTo>
                    <a:pt x="519" y="29"/>
                  </a:lnTo>
                  <a:lnTo>
                    <a:pt x="523" y="37"/>
                  </a:lnTo>
                  <a:lnTo>
                    <a:pt x="530" y="54"/>
                  </a:lnTo>
                  <a:lnTo>
                    <a:pt x="534" y="64"/>
                  </a:lnTo>
                  <a:lnTo>
                    <a:pt x="534" y="72"/>
                  </a:lnTo>
                  <a:lnTo>
                    <a:pt x="530" y="73"/>
                  </a:lnTo>
                  <a:lnTo>
                    <a:pt x="529" y="80"/>
                  </a:lnTo>
                  <a:lnTo>
                    <a:pt x="528" y="119"/>
                  </a:lnTo>
                  <a:lnTo>
                    <a:pt x="528" y="127"/>
                  </a:lnTo>
                  <a:lnTo>
                    <a:pt x="531" y="134"/>
                  </a:lnTo>
                  <a:lnTo>
                    <a:pt x="529" y="138"/>
                  </a:lnTo>
                  <a:lnTo>
                    <a:pt x="523" y="142"/>
                  </a:lnTo>
                  <a:lnTo>
                    <a:pt x="517" y="149"/>
                  </a:lnTo>
                  <a:lnTo>
                    <a:pt x="513" y="155"/>
                  </a:lnTo>
                  <a:lnTo>
                    <a:pt x="507" y="168"/>
                  </a:lnTo>
                  <a:lnTo>
                    <a:pt x="504" y="180"/>
                  </a:lnTo>
                  <a:lnTo>
                    <a:pt x="503" y="202"/>
                  </a:lnTo>
                  <a:lnTo>
                    <a:pt x="501" y="213"/>
                  </a:lnTo>
                  <a:lnTo>
                    <a:pt x="499" y="219"/>
                  </a:lnTo>
                  <a:lnTo>
                    <a:pt x="496" y="223"/>
                  </a:lnTo>
                  <a:lnTo>
                    <a:pt x="493" y="229"/>
                  </a:lnTo>
                  <a:lnTo>
                    <a:pt x="492" y="234"/>
                  </a:lnTo>
                  <a:lnTo>
                    <a:pt x="490" y="241"/>
                  </a:lnTo>
                  <a:lnTo>
                    <a:pt x="481" y="253"/>
                  </a:lnTo>
                  <a:lnTo>
                    <a:pt x="456" y="275"/>
                  </a:lnTo>
                  <a:lnTo>
                    <a:pt x="449" y="271"/>
                  </a:lnTo>
                  <a:lnTo>
                    <a:pt x="436" y="259"/>
                  </a:lnTo>
                  <a:lnTo>
                    <a:pt x="424" y="253"/>
                  </a:lnTo>
                  <a:lnTo>
                    <a:pt x="419" y="253"/>
                  </a:lnTo>
                  <a:lnTo>
                    <a:pt x="411" y="252"/>
                  </a:lnTo>
                  <a:lnTo>
                    <a:pt x="406" y="249"/>
                  </a:lnTo>
                  <a:lnTo>
                    <a:pt x="401" y="244"/>
                  </a:lnTo>
                  <a:lnTo>
                    <a:pt x="395" y="243"/>
                  </a:lnTo>
                  <a:lnTo>
                    <a:pt x="388" y="243"/>
                  </a:lnTo>
                  <a:lnTo>
                    <a:pt x="380" y="245"/>
                  </a:lnTo>
                  <a:lnTo>
                    <a:pt x="370" y="245"/>
                  </a:lnTo>
                  <a:lnTo>
                    <a:pt x="364" y="243"/>
                  </a:lnTo>
                  <a:lnTo>
                    <a:pt x="356" y="243"/>
                  </a:lnTo>
                  <a:lnTo>
                    <a:pt x="347" y="241"/>
                  </a:lnTo>
                  <a:lnTo>
                    <a:pt x="339" y="239"/>
                  </a:lnTo>
                  <a:lnTo>
                    <a:pt x="326" y="234"/>
                  </a:lnTo>
                  <a:lnTo>
                    <a:pt x="315" y="227"/>
                  </a:lnTo>
                  <a:lnTo>
                    <a:pt x="310" y="220"/>
                  </a:lnTo>
                  <a:lnTo>
                    <a:pt x="302" y="212"/>
                  </a:lnTo>
                  <a:lnTo>
                    <a:pt x="290" y="197"/>
                  </a:lnTo>
                  <a:lnTo>
                    <a:pt x="263" y="168"/>
                  </a:lnTo>
                  <a:lnTo>
                    <a:pt x="256" y="163"/>
                  </a:lnTo>
                  <a:lnTo>
                    <a:pt x="252" y="165"/>
                  </a:lnTo>
                  <a:lnTo>
                    <a:pt x="248" y="168"/>
                  </a:lnTo>
                  <a:lnTo>
                    <a:pt x="238" y="180"/>
                  </a:lnTo>
                  <a:lnTo>
                    <a:pt x="208" y="215"/>
                  </a:lnTo>
                  <a:lnTo>
                    <a:pt x="216" y="223"/>
                  </a:lnTo>
                  <a:lnTo>
                    <a:pt x="220" y="229"/>
                  </a:lnTo>
                  <a:lnTo>
                    <a:pt x="223" y="237"/>
                  </a:lnTo>
                  <a:lnTo>
                    <a:pt x="228" y="242"/>
                  </a:lnTo>
                  <a:lnTo>
                    <a:pt x="240" y="247"/>
                  </a:lnTo>
                  <a:lnTo>
                    <a:pt x="248" y="252"/>
                  </a:lnTo>
                  <a:lnTo>
                    <a:pt x="260" y="261"/>
                  </a:lnTo>
                  <a:lnTo>
                    <a:pt x="267" y="269"/>
                  </a:lnTo>
                  <a:lnTo>
                    <a:pt x="267" y="275"/>
                  </a:lnTo>
                  <a:lnTo>
                    <a:pt x="267" y="282"/>
                  </a:lnTo>
                  <a:lnTo>
                    <a:pt x="272" y="289"/>
                  </a:lnTo>
                  <a:lnTo>
                    <a:pt x="280" y="296"/>
                  </a:lnTo>
                  <a:lnTo>
                    <a:pt x="284" y="298"/>
                  </a:lnTo>
                  <a:lnTo>
                    <a:pt x="294" y="301"/>
                  </a:lnTo>
                  <a:lnTo>
                    <a:pt x="303" y="304"/>
                  </a:lnTo>
                  <a:lnTo>
                    <a:pt x="309" y="306"/>
                  </a:lnTo>
                  <a:lnTo>
                    <a:pt x="317" y="310"/>
                  </a:lnTo>
                  <a:lnTo>
                    <a:pt x="326" y="317"/>
                  </a:lnTo>
                  <a:lnTo>
                    <a:pt x="333" y="322"/>
                  </a:lnTo>
                  <a:lnTo>
                    <a:pt x="344" y="329"/>
                  </a:lnTo>
                  <a:lnTo>
                    <a:pt x="355" y="335"/>
                  </a:lnTo>
                  <a:lnTo>
                    <a:pt x="361" y="338"/>
                  </a:lnTo>
                  <a:lnTo>
                    <a:pt x="358" y="345"/>
                  </a:lnTo>
                  <a:lnTo>
                    <a:pt x="338" y="391"/>
                  </a:lnTo>
                  <a:lnTo>
                    <a:pt x="331" y="408"/>
                  </a:lnTo>
                  <a:lnTo>
                    <a:pt x="325" y="424"/>
                  </a:lnTo>
                  <a:lnTo>
                    <a:pt x="321" y="430"/>
                  </a:lnTo>
                  <a:lnTo>
                    <a:pt x="295" y="422"/>
                  </a:lnTo>
                  <a:lnTo>
                    <a:pt x="287" y="420"/>
                  </a:lnTo>
                  <a:lnTo>
                    <a:pt x="278" y="417"/>
                  </a:lnTo>
                  <a:lnTo>
                    <a:pt x="251" y="409"/>
                  </a:lnTo>
                  <a:lnTo>
                    <a:pt x="232" y="403"/>
                  </a:lnTo>
                  <a:lnTo>
                    <a:pt x="220" y="432"/>
                  </a:lnTo>
                  <a:lnTo>
                    <a:pt x="165" y="411"/>
                  </a:lnTo>
                  <a:lnTo>
                    <a:pt x="157" y="408"/>
                  </a:lnTo>
                  <a:lnTo>
                    <a:pt x="138" y="409"/>
                  </a:lnTo>
                  <a:lnTo>
                    <a:pt x="117" y="407"/>
                  </a:lnTo>
                  <a:lnTo>
                    <a:pt x="114" y="403"/>
                  </a:lnTo>
                  <a:lnTo>
                    <a:pt x="110" y="405"/>
                  </a:lnTo>
                  <a:lnTo>
                    <a:pt x="106" y="401"/>
                  </a:lnTo>
                  <a:lnTo>
                    <a:pt x="104" y="396"/>
                  </a:lnTo>
                  <a:lnTo>
                    <a:pt x="100" y="392"/>
                  </a:lnTo>
                  <a:lnTo>
                    <a:pt x="96" y="391"/>
                  </a:lnTo>
                  <a:lnTo>
                    <a:pt x="90" y="391"/>
                  </a:lnTo>
                  <a:lnTo>
                    <a:pt x="83" y="393"/>
                  </a:lnTo>
                  <a:lnTo>
                    <a:pt x="71" y="406"/>
                  </a:lnTo>
                  <a:lnTo>
                    <a:pt x="67" y="412"/>
                  </a:lnTo>
                  <a:lnTo>
                    <a:pt x="60" y="416"/>
                  </a:lnTo>
                  <a:lnTo>
                    <a:pt x="49" y="418"/>
                  </a:lnTo>
                  <a:lnTo>
                    <a:pt x="43" y="419"/>
                  </a:lnTo>
                  <a:lnTo>
                    <a:pt x="39" y="416"/>
                  </a:lnTo>
                  <a:lnTo>
                    <a:pt x="34" y="420"/>
                  </a:lnTo>
                  <a:lnTo>
                    <a:pt x="30" y="430"/>
                  </a:lnTo>
                  <a:lnTo>
                    <a:pt x="27" y="441"/>
                  </a:lnTo>
                  <a:lnTo>
                    <a:pt x="21" y="447"/>
                  </a:lnTo>
                  <a:lnTo>
                    <a:pt x="17" y="449"/>
                  </a:lnTo>
                  <a:lnTo>
                    <a:pt x="13" y="448"/>
                  </a:lnTo>
                  <a:lnTo>
                    <a:pt x="9" y="444"/>
                  </a:lnTo>
                  <a:lnTo>
                    <a:pt x="6" y="434"/>
                  </a:lnTo>
                  <a:lnTo>
                    <a:pt x="0" y="409"/>
                  </a:lnTo>
                  <a:lnTo>
                    <a:pt x="0" y="396"/>
                  </a:lnTo>
                  <a:lnTo>
                    <a:pt x="1" y="389"/>
                  </a:lnTo>
                  <a:lnTo>
                    <a:pt x="10" y="373"/>
                  </a:lnTo>
                  <a:lnTo>
                    <a:pt x="16" y="364"/>
                  </a:lnTo>
                  <a:lnTo>
                    <a:pt x="30" y="347"/>
                  </a:lnTo>
                  <a:lnTo>
                    <a:pt x="44" y="326"/>
                  </a:lnTo>
                  <a:lnTo>
                    <a:pt x="54" y="292"/>
                  </a:lnTo>
                  <a:lnTo>
                    <a:pt x="57" y="280"/>
                  </a:lnTo>
                  <a:lnTo>
                    <a:pt x="69" y="235"/>
                  </a:lnTo>
                  <a:lnTo>
                    <a:pt x="77" y="200"/>
                  </a:lnTo>
                  <a:lnTo>
                    <a:pt x="83" y="175"/>
                  </a:lnTo>
                  <a:lnTo>
                    <a:pt x="98" y="146"/>
                  </a:lnTo>
                  <a:lnTo>
                    <a:pt x="117" y="105"/>
                  </a:lnTo>
                  <a:lnTo>
                    <a:pt x="130" y="81"/>
                  </a:lnTo>
                  <a:lnTo>
                    <a:pt x="140" y="69"/>
                  </a:lnTo>
                  <a:lnTo>
                    <a:pt x="158" y="49"/>
                  </a:lnTo>
                  <a:lnTo>
                    <a:pt x="163" y="46"/>
                  </a:lnTo>
                  <a:lnTo>
                    <a:pt x="275" y="17"/>
                  </a:lnTo>
                  <a:lnTo>
                    <a:pt x="307" y="9"/>
                  </a:lnTo>
                  <a:lnTo>
                    <a:pt x="340" y="0"/>
                  </a:lnTo>
                  <a:lnTo>
                    <a:pt x="355" y="0"/>
                  </a:lnTo>
                  <a:lnTo>
                    <a:pt x="383" y="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6843370" y="2279509"/>
              <a:ext cx="500" cy="402"/>
            </a:xfrm>
            <a:custGeom>
              <a:avLst/>
              <a:pathLst>
                <a:path w="500" h="402">
                  <a:moveTo>
                    <a:pt x="50" y="77"/>
                  </a:moveTo>
                  <a:lnTo>
                    <a:pt x="58" y="79"/>
                  </a:lnTo>
                  <a:lnTo>
                    <a:pt x="68" y="80"/>
                  </a:lnTo>
                  <a:lnTo>
                    <a:pt x="96" y="72"/>
                  </a:lnTo>
                  <a:lnTo>
                    <a:pt x="128" y="68"/>
                  </a:lnTo>
                  <a:lnTo>
                    <a:pt x="155" y="69"/>
                  </a:lnTo>
                  <a:lnTo>
                    <a:pt x="180" y="73"/>
                  </a:lnTo>
                  <a:lnTo>
                    <a:pt x="207" y="84"/>
                  </a:lnTo>
                  <a:lnTo>
                    <a:pt x="222" y="92"/>
                  </a:lnTo>
                  <a:lnTo>
                    <a:pt x="240" y="105"/>
                  </a:lnTo>
                  <a:lnTo>
                    <a:pt x="253" y="115"/>
                  </a:lnTo>
                  <a:lnTo>
                    <a:pt x="267" y="131"/>
                  </a:lnTo>
                  <a:lnTo>
                    <a:pt x="278" y="147"/>
                  </a:lnTo>
                  <a:lnTo>
                    <a:pt x="295" y="171"/>
                  </a:lnTo>
                  <a:lnTo>
                    <a:pt x="319" y="201"/>
                  </a:lnTo>
                  <a:lnTo>
                    <a:pt x="328" y="218"/>
                  </a:lnTo>
                  <a:lnTo>
                    <a:pt x="331" y="223"/>
                  </a:lnTo>
                  <a:lnTo>
                    <a:pt x="351" y="252"/>
                  </a:lnTo>
                  <a:lnTo>
                    <a:pt x="384" y="302"/>
                  </a:lnTo>
                  <a:lnTo>
                    <a:pt x="405" y="328"/>
                  </a:lnTo>
                  <a:lnTo>
                    <a:pt x="425" y="347"/>
                  </a:lnTo>
                  <a:lnTo>
                    <a:pt x="446" y="362"/>
                  </a:lnTo>
                  <a:lnTo>
                    <a:pt x="467" y="373"/>
                  </a:lnTo>
                  <a:lnTo>
                    <a:pt x="483" y="379"/>
                  </a:lnTo>
                  <a:lnTo>
                    <a:pt x="500" y="384"/>
                  </a:lnTo>
                  <a:lnTo>
                    <a:pt x="496" y="402"/>
                  </a:lnTo>
                  <a:lnTo>
                    <a:pt x="472" y="402"/>
                  </a:lnTo>
                  <a:lnTo>
                    <a:pt x="440" y="399"/>
                  </a:lnTo>
                  <a:lnTo>
                    <a:pt x="404" y="388"/>
                  </a:lnTo>
                  <a:lnTo>
                    <a:pt x="370" y="375"/>
                  </a:lnTo>
                  <a:lnTo>
                    <a:pt x="329" y="351"/>
                  </a:lnTo>
                  <a:lnTo>
                    <a:pt x="269" y="317"/>
                  </a:lnTo>
                  <a:lnTo>
                    <a:pt x="206" y="278"/>
                  </a:lnTo>
                  <a:lnTo>
                    <a:pt x="163" y="248"/>
                  </a:lnTo>
                  <a:lnTo>
                    <a:pt x="127" y="219"/>
                  </a:lnTo>
                  <a:lnTo>
                    <a:pt x="85" y="183"/>
                  </a:lnTo>
                  <a:lnTo>
                    <a:pt x="58" y="159"/>
                  </a:lnTo>
                  <a:lnTo>
                    <a:pt x="40" y="142"/>
                  </a:lnTo>
                  <a:lnTo>
                    <a:pt x="22" y="122"/>
                  </a:lnTo>
                  <a:lnTo>
                    <a:pt x="8" y="101"/>
                  </a:lnTo>
                  <a:lnTo>
                    <a:pt x="3" y="85"/>
                  </a:lnTo>
                  <a:lnTo>
                    <a:pt x="0" y="66"/>
                  </a:lnTo>
                  <a:lnTo>
                    <a:pt x="0" y="49"/>
                  </a:lnTo>
                  <a:lnTo>
                    <a:pt x="2" y="35"/>
                  </a:lnTo>
                  <a:lnTo>
                    <a:pt x="4" y="27"/>
                  </a:lnTo>
                  <a:lnTo>
                    <a:pt x="7" y="19"/>
                  </a:lnTo>
                  <a:lnTo>
                    <a:pt x="13" y="6"/>
                  </a:lnTo>
                  <a:lnTo>
                    <a:pt x="18" y="0"/>
                  </a:lnTo>
                  <a:lnTo>
                    <a:pt x="31" y="12"/>
                  </a:lnTo>
                  <a:lnTo>
                    <a:pt x="25" y="27"/>
                  </a:lnTo>
                  <a:lnTo>
                    <a:pt x="24" y="39"/>
                  </a:lnTo>
                  <a:lnTo>
                    <a:pt x="25" y="46"/>
                  </a:lnTo>
                  <a:lnTo>
                    <a:pt x="27" y="54"/>
                  </a:lnTo>
                  <a:lnTo>
                    <a:pt x="32" y="62"/>
                  </a:lnTo>
                  <a:lnTo>
                    <a:pt x="35" y="65"/>
                  </a:lnTo>
                  <a:lnTo>
                    <a:pt x="41" y="72"/>
                  </a:lnTo>
                  <a:lnTo>
                    <a:pt x="50" y="7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6781163" y="2275885"/>
              <a:ext cx="93675" cy="87700"/>
            </a:xfrm>
            <a:custGeom>
              <a:avLst/>
              <a:pathLst>
                <a:path w="93675" h="87700">
                  <a:moveTo>
                    <a:pt x="80459" y="1537"/>
                  </a:moveTo>
                  <a:lnTo>
                    <a:pt x="80722" y="2660"/>
                  </a:lnTo>
                  <a:lnTo>
                    <a:pt x="81155" y="3781"/>
                  </a:lnTo>
                  <a:lnTo>
                    <a:pt x="81172" y="3803"/>
                  </a:lnTo>
                  <a:lnTo>
                    <a:pt x="81822" y="4661"/>
                  </a:lnTo>
                  <a:lnTo>
                    <a:pt x="81852" y="4687"/>
                  </a:lnTo>
                  <a:lnTo>
                    <a:pt x="81855" y="4690"/>
                  </a:lnTo>
                  <a:lnTo>
                    <a:pt x="81864" y="4696"/>
                  </a:lnTo>
                  <a:lnTo>
                    <a:pt x="81897" y="4722"/>
                  </a:lnTo>
                  <a:lnTo>
                    <a:pt x="81921" y="4739"/>
                  </a:lnTo>
                  <a:lnTo>
                    <a:pt x="81942" y="4754"/>
                  </a:lnTo>
                  <a:lnTo>
                    <a:pt x="81948" y="4758"/>
                  </a:lnTo>
                  <a:lnTo>
                    <a:pt x="81961" y="4771"/>
                  </a:lnTo>
                  <a:lnTo>
                    <a:pt x="81977" y="4788"/>
                  </a:lnTo>
                  <a:lnTo>
                    <a:pt x="81992" y="4801"/>
                  </a:lnTo>
                  <a:lnTo>
                    <a:pt x="82003" y="4816"/>
                  </a:lnTo>
                  <a:lnTo>
                    <a:pt x="82017" y="4834"/>
                  </a:lnTo>
                  <a:lnTo>
                    <a:pt x="82021" y="4840"/>
                  </a:lnTo>
                  <a:lnTo>
                    <a:pt x="82034" y="4852"/>
                  </a:lnTo>
                  <a:lnTo>
                    <a:pt x="82070" y="4885"/>
                  </a:lnTo>
                  <a:lnTo>
                    <a:pt x="82095" y="4908"/>
                  </a:lnTo>
                  <a:lnTo>
                    <a:pt x="82125" y="4932"/>
                  </a:lnTo>
                  <a:lnTo>
                    <a:pt x="82144" y="4947"/>
                  </a:lnTo>
                  <a:lnTo>
                    <a:pt x="82192" y="4981"/>
                  </a:lnTo>
                  <a:lnTo>
                    <a:pt x="82229" y="5007"/>
                  </a:lnTo>
                  <a:lnTo>
                    <a:pt x="82244" y="5015"/>
                  </a:lnTo>
                  <a:lnTo>
                    <a:pt x="82260" y="5023"/>
                  </a:lnTo>
                  <a:lnTo>
                    <a:pt x="82271" y="5030"/>
                  </a:lnTo>
                  <a:lnTo>
                    <a:pt x="82311" y="5053"/>
                  </a:lnTo>
                  <a:lnTo>
                    <a:pt x="82342" y="5073"/>
                  </a:lnTo>
                  <a:lnTo>
                    <a:pt x="82360" y="5078"/>
                  </a:lnTo>
                  <a:lnTo>
                    <a:pt x="82390" y="5092"/>
                  </a:lnTo>
                  <a:lnTo>
                    <a:pt x="82395" y="5094"/>
                  </a:lnTo>
                  <a:lnTo>
                    <a:pt x="82420" y="5102"/>
                  </a:lnTo>
                  <a:lnTo>
                    <a:pt x="82439" y="5105"/>
                  </a:lnTo>
                  <a:lnTo>
                    <a:pt x="82444" y="5108"/>
                  </a:lnTo>
                  <a:lnTo>
                    <a:pt x="82448" y="5108"/>
                  </a:lnTo>
                  <a:lnTo>
                    <a:pt x="82454" y="5110"/>
                  </a:lnTo>
                  <a:lnTo>
                    <a:pt x="82470" y="5113"/>
                  </a:lnTo>
                  <a:lnTo>
                    <a:pt x="82491" y="5119"/>
                  </a:lnTo>
                  <a:lnTo>
                    <a:pt x="82515" y="5124"/>
                  </a:lnTo>
                  <a:lnTo>
                    <a:pt x="82523" y="5126"/>
                  </a:lnTo>
                  <a:lnTo>
                    <a:pt x="82548" y="5130"/>
                  </a:lnTo>
                  <a:lnTo>
                    <a:pt x="82583" y="5136"/>
                  </a:lnTo>
                  <a:lnTo>
                    <a:pt x="82605" y="5141"/>
                  </a:lnTo>
                  <a:lnTo>
                    <a:pt x="82619" y="5141"/>
                  </a:lnTo>
                  <a:lnTo>
                    <a:pt x="82661" y="5142"/>
                  </a:lnTo>
                  <a:lnTo>
                    <a:pt x="82695" y="5144"/>
                  </a:lnTo>
                  <a:lnTo>
                    <a:pt x="82708" y="5143"/>
                  </a:lnTo>
                  <a:lnTo>
                    <a:pt x="82717" y="5142"/>
                  </a:lnTo>
                  <a:lnTo>
                    <a:pt x="82736" y="5137"/>
                  </a:lnTo>
                  <a:lnTo>
                    <a:pt x="82759" y="5130"/>
                  </a:lnTo>
                  <a:lnTo>
                    <a:pt x="82781" y="5124"/>
                  </a:lnTo>
                  <a:lnTo>
                    <a:pt x="82800" y="5117"/>
                  </a:lnTo>
                  <a:lnTo>
                    <a:pt x="82810" y="5114"/>
                  </a:lnTo>
                  <a:lnTo>
                    <a:pt x="82816" y="5113"/>
                  </a:lnTo>
                  <a:lnTo>
                    <a:pt x="82828" y="5111"/>
                  </a:lnTo>
                  <a:lnTo>
                    <a:pt x="82835" y="5112"/>
                  </a:lnTo>
                  <a:lnTo>
                    <a:pt x="82840" y="5112"/>
                  </a:lnTo>
                  <a:lnTo>
                    <a:pt x="82852" y="5116"/>
                  </a:lnTo>
                  <a:lnTo>
                    <a:pt x="82860" y="5120"/>
                  </a:lnTo>
                  <a:lnTo>
                    <a:pt x="82883" y="5132"/>
                  </a:lnTo>
                  <a:lnTo>
                    <a:pt x="82890" y="5137"/>
                  </a:lnTo>
                  <a:lnTo>
                    <a:pt x="82933" y="5182"/>
                  </a:lnTo>
                  <a:lnTo>
                    <a:pt x="82940" y="5194"/>
                  </a:lnTo>
                  <a:lnTo>
                    <a:pt x="82946" y="5208"/>
                  </a:lnTo>
                  <a:lnTo>
                    <a:pt x="82950" y="5223"/>
                  </a:lnTo>
                  <a:lnTo>
                    <a:pt x="82950" y="5234"/>
                  </a:lnTo>
                  <a:lnTo>
                    <a:pt x="82949" y="5255"/>
                  </a:lnTo>
                  <a:lnTo>
                    <a:pt x="82947" y="5265"/>
                  </a:lnTo>
                  <a:lnTo>
                    <a:pt x="82941" y="5292"/>
                  </a:lnTo>
                  <a:lnTo>
                    <a:pt x="82937" y="5308"/>
                  </a:lnTo>
                  <a:lnTo>
                    <a:pt x="82935" y="5314"/>
                  </a:lnTo>
                  <a:lnTo>
                    <a:pt x="82935" y="5322"/>
                  </a:lnTo>
                  <a:lnTo>
                    <a:pt x="82933" y="5349"/>
                  </a:lnTo>
                  <a:lnTo>
                    <a:pt x="82932" y="5363"/>
                  </a:lnTo>
                  <a:lnTo>
                    <a:pt x="82931" y="5375"/>
                  </a:lnTo>
                  <a:lnTo>
                    <a:pt x="82931" y="5392"/>
                  </a:lnTo>
                  <a:lnTo>
                    <a:pt x="82934" y="5417"/>
                  </a:lnTo>
                  <a:lnTo>
                    <a:pt x="82934" y="5423"/>
                  </a:lnTo>
                  <a:lnTo>
                    <a:pt x="82936" y="5470"/>
                  </a:lnTo>
                  <a:lnTo>
                    <a:pt x="82936" y="5486"/>
                  </a:lnTo>
                  <a:lnTo>
                    <a:pt x="82938" y="5503"/>
                  </a:lnTo>
                  <a:lnTo>
                    <a:pt x="82942" y="5517"/>
                  </a:lnTo>
                  <a:lnTo>
                    <a:pt x="82945" y="5528"/>
                  </a:lnTo>
                  <a:lnTo>
                    <a:pt x="82949" y="5546"/>
                  </a:lnTo>
                  <a:lnTo>
                    <a:pt x="82955" y="5566"/>
                  </a:lnTo>
                  <a:lnTo>
                    <a:pt x="82962" y="5584"/>
                  </a:lnTo>
                  <a:lnTo>
                    <a:pt x="82977" y="5632"/>
                  </a:lnTo>
                  <a:lnTo>
                    <a:pt x="82986" y="5661"/>
                  </a:lnTo>
                  <a:lnTo>
                    <a:pt x="82990" y="5674"/>
                  </a:lnTo>
                  <a:lnTo>
                    <a:pt x="82993" y="5693"/>
                  </a:lnTo>
                  <a:lnTo>
                    <a:pt x="82995" y="5698"/>
                  </a:lnTo>
                  <a:lnTo>
                    <a:pt x="83000" y="5703"/>
                  </a:lnTo>
                  <a:lnTo>
                    <a:pt x="83004" y="5707"/>
                  </a:lnTo>
                  <a:lnTo>
                    <a:pt x="83007" y="5713"/>
                  </a:lnTo>
                  <a:lnTo>
                    <a:pt x="83009" y="5720"/>
                  </a:lnTo>
                  <a:lnTo>
                    <a:pt x="83013" y="5741"/>
                  </a:lnTo>
                  <a:lnTo>
                    <a:pt x="83019" y="5753"/>
                  </a:lnTo>
                  <a:lnTo>
                    <a:pt x="83025" y="5764"/>
                  </a:lnTo>
                  <a:lnTo>
                    <a:pt x="83046" y="5798"/>
                  </a:lnTo>
                  <a:lnTo>
                    <a:pt x="83123" y="5940"/>
                  </a:lnTo>
                  <a:lnTo>
                    <a:pt x="83158" y="6007"/>
                  </a:lnTo>
                  <a:lnTo>
                    <a:pt x="83172" y="6032"/>
                  </a:lnTo>
                  <a:lnTo>
                    <a:pt x="83198" y="6082"/>
                  </a:lnTo>
                  <a:lnTo>
                    <a:pt x="83208" y="6099"/>
                  </a:lnTo>
                  <a:lnTo>
                    <a:pt x="83223" y="6122"/>
                  </a:lnTo>
                  <a:lnTo>
                    <a:pt x="83230" y="6129"/>
                  </a:lnTo>
                  <a:lnTo>
                    <a:pt x="83265" y="6172"/>
                  </a:lnTo>
                  <a:lnTo>
                    <a:pt x="83269" y="6177"/>
                  </a:lnTo>
                  <a:lnTo>
                    <a:pt x="83285" y="6200"/>
                  </a:lnTo>
                  <a:lnTo>
                    <a:pt x="83894" y="6680"/>
                  </a:lnTo>
                  <a:lnTo>
                    <a:pt x="84147" y="6748"/>
                  </a:lnTo>
                  <a:lnTo>
                    <a:pt x="84151" y="6750"/>
                  </a:lnTo>
                  <a:lnTo>
                    <a:pt x="84196" y="6749"/>
                  </a:lnTo>
                  <a:lnTo>
                    <a:pt x="84235" y="6747"/>
                  </a:lnTo>
                  <a:lnTo>
                    <a:pt x="84297" y="6746"/>
                  </a:lnTo>
                  <a:lnTo>
                    <a:pt x="84366" y="6754"/>
                  </a:lnTo>
                  <a:lnTo>
                    <a:pt x="84433" y="6758"/>
                  </a:lnTo>
                  <a:lnTo>
                    <a:pt x="84511" y="6762"/>
                  </a:lnTo>
                  <a:lnTo>
                    <a:pt x="84545" y="6765"/>
                  </a:lnTo>
                  <a:lnTo>
                    <a:pt x="84578" y="6771"/>
                  </a:lnTo>
                  <a:lnTo>
                    <a:pt x="84645" y="6773"/>
                  </a:lnTo>
                  <a:lnTo>
                    <a:pt x="84704" y="6782"/>
                  </a:lnTo>
                  <a:lnTo>
                    <a:pt x="84736" y="6787"/>
                  </a:lnTo>
                  <a:lnTo>
                    <a:pt x="84764" y="6792"/>
                  </a:lnTo>
                  <a:lnTo>
                    <a:pt x="84781" y="6799"/>
                  </a:lnTo>
                  <a:lnTo>
                    <a:pt x="84799" y="6808"/>
                  </a:lnTo>
                  <a:lnTo>
                    <a:pt x="84853" y="6835"/>
                  </a:lnTo>
                  <a:lnTo>
                    <a:pt x="84904" y="6863"/>
                  </a:lnTo>
                  <a:lnTo>
                    <a:pt x="84944" y="6889"/>
                  </a:lnTo>
                  <a:lnTo>
                    <a:pt x="85060" y="6958"/>
                  </a:lnTo>
                  <a:lnTo>
                    <a:pt x="85152" y="7009"/>
                  </a:lnTo>
                  <a:lnTo>
                    <a:pt x="85175" y="7021"/>
                  </a:lnTo>
                  <a:lnTo>
                    <a:pt x="85185" y="7025"/>
                  </a:lnTo>
                  <a:lnTo>
                    <a:pt x="85213" y="7041"/>
                  </a:lnTo>
                  <a:lnTo>
                    <a:pt x="85249" y="7059"/>
                  </a:lnTo>
                  <a:lnTo>
                    <a:pt x="85260" y="7063"/>
                  </a:lnTo>
                  <a:lnTo>
                    <a:pt x="85288" y="7072"/>
                  </a:lnTo>
                  <a:lnTo>
                    <a:pt x="85309" y="7082"/>
                  </a:lnTo>
                  <a:lnTo>
                    <a:pt x="85433" y="7139"/>
                  </a:lnTo>
                  <a:lnTo>
                    <a:pt x="85477" y="7160"/>
                  </a:lnTo>
                  <a:lnTo>
                    <a:pt x="85514" y="7177"/>
                  </a:lnTo>
                  <a:lnTo>
                    <a:pt x="85562" y="7166"/>
                  </a:lnTo>
                  <a:lnTo>
                    <a:pt x="85654" y="7224"/>
                  </a:lnTo>
                  <a:lnTo>
                    <a:pt x="85672" y="7235"/>
                  </a:lnTo>
                  <a:lnTo>
                    <a:pt x="85695" y="7250"/>
                  </a:lnTo>
                  <a:lnTo>
                    <a:pt x="85704" y="7255"/>
                  </a:lnTo>
                  <a:lnTo>
                    <a:pt x="85727" y="7270"/>
                  </a:lnTo>
                  <a:lnTo>
                    <a:pt x="85735" y="7275"/>
                  </a:lnTo>
                  <a:lnTo>
                    <a:pt x="85744" y="7276"/>
                  </a:lnTo>
                  <a:lnTo>
                    <a:pt x="85756" y="7278"/>
                  </a:lnTo>
                  <a:lnTo>
                    <a:pt x="85916" y="7300"/>
                  </a:lnTo>
                  <a:lnTo>
                    <a:pt x="85923" y="7298"/>
                  </a:lnTo>
                  <a:lnTo>
                    <a:pt x="85935" y="7295"/>
                  </a:lnTo>
                  <a:lnTo>
                    <a:pt x="85952" y="7289"/>
                  </a:lnTo>
                  <a:lnTo>
                    <a:pt x="85965" y="7285"/>
                  </a:lnTo>
                  <a:lnTo>
                    <a:pt x="85980" y="7280"/>
                  </a:lnTo>
                  <a:lnTo>
                    <a:pt x="85994" y="7275"/>
                  </a:lnTo>
                  <a:lnTo>
                    <a:pt x="86029" y="7247"/>
                  </a:lnTo>
                  <a:lnTo>
                    <a:pt x="86057" y="7200"/>
                  </a:lnTo>
                  <a:lnTo>
                    <a:pt x="86064" y="7197"/>
                  </a:lnTo>
                  <a:lnTo>
                    <a:pt x="86070" y="7195"/>
                  </a:lnTo>
                  <a:lnTo>
                    <a:pt x="86133" y="7203"/>
                  </a:lnTo>
                  <a:lnTo>
                    <a:pt x="86175" y="7213"/>
                  </a:lnTo>
                  <a:lnTo>
                    <a:pt x="86217" y="7242"/>
                  </a:lnTo>
                  <a:lnTo>
                    <a:pt x="86233" y="7257"/>
                  </a:lnTo>
                  <a:lnTo>
                    <a:pt x="86242" y="7272"/>
                  </a:lnTo>
                  <a:lnTo>
                    <a:pt x="86240" y="7279"/>
                  </a:lnTo>
                  <a:lnTo>
                    <a:pt x="86239" y="7286"/>
                  </a:lnTo>
                  <a:lnTo>
                    <a:pt x="86236" y="7292"/>
                  </a:lnTo>
                  <a:lnTo>
                    <a:pt x="86202" y="7309"/>
                  </a:lnTo>
                  <a:lnTo>
                    <a:pt x="86205" y="7357"/>
                  </a:lnTo>
                  <a:lnTo>
                    <a:pt x="86211" y="7360"/>
                  </a:lnTo>
                  <a:lnTo>
                    <a:pt x="86228" y="7367"/>
                  </a:lnTo>
                  <a:lnTo>
                    <a:pt x="86274" y="7385"/>
                  </a:lnTo>
                  <a:lnTo>
                    <a:pt x="86311" y="7400"/>
                  </a:lnTo>
                  <a:lnTo>
                    <a:pt x="86397" y="7434"/>
                  </a:lnTo>
                  <a:lnTo>
                    <a:pt x="86401" y="7435"/>
                  </a:lnTo>
                  <a:lnTo>
                    <a:pt x="86409" y="7439"/>
                  </a:lnTo>
                  <a:lnTo>
                    <a:pt x="86414" y="7440"/>
                  </a:lnTo>
                  <a:lnTo>
                    <a:pt x="86433" y="7440"/>
                  </a:lnTo>
                  <a:lnTo>
                    <a:pt x="86446" y="7440"/>
                  </a:lnTo>
                  <a:lnTo>
                    <a:pt x="86470" y="7440"/>
                  </a:lnTo>
                  <a:lnTo>
                    <a:pt x="86500" y="7440"/>
                  </a:lnTo>
                  <a:lnTo>
                    <a:pt x="86508" y="7440"/>
                  </a:lnTo>
                  <a:lnTo>
                    <a:pt x="86531" y="7439"/>
                  </a:lnTo>
                  <a:lnTo>
                    <a:pt x="86547" y="7431"/>
                  </a:lnTo>
                  <a:lnTo>
                    <a:pt x="86639" y="7386"/>
                  </a:lnTo>
                  <a:lnTo>
                    <a:pt x="86649" y="7359"/>
                  </a:lnTo>
                  <a:lnTo>
                    <a:pt x="86664" y="7316"/>
                  </a:lnTo>
                  <a:lnTo>
                    <a:pt x="86666" y="7310"/>
                  </a:lnTo>
                  <a:lnTo>
                    <a:pt x="86644" y="7290"/>
                  </a:lnTo>
                  <a:lnTo>
                    <a:pt x="86561" y="7277"/>
                  </a:lnTo>
                  <a:lnTo>
                    <a:pt x="86557" y="7276"/>
                  </a:lnTo>
                  <a:lnTo>
                    <a:pt x="86542" y="7274"/>
                  </a:lnTo>
                  <a:lnTo>
                    <a:pt x="86527" y="7280"/>
                  </a:lnTo>
                  <a:lnTo>
                    <a:pt x="86521" y="7291"/>
                  </a:lnTo>
                  <a:lnTo>
                    <a:pt x="86525" y="7297"/>
                  </a:lnTo>
                  <a:lnTo>
                    <a:pt x="86541" y="7291"/>
                  </a:lnTo>
                  <a:lnTo>
                    <a:pt x="86547" y="7296"/>
                  </a:lnTo>
                  <a:lnTo>
                    <a:pt x="86548" y="7309"/>
                  </a:lnTo>
                  <a:lnTo>
                    <a:pt x="86516" y="7324"/>
                  </a:lnTo>
                  <a:lnTo>
                    <a:pt x="86497" y="7325"/>
                  </a:lnTo>
                  <a:lnTo>
                    <a:pt x="86480" y="7320"/>
                  </a:lnTo>
                  <a:lnTo>
                    <a:pt x="86486" y="7293"/>
                  </a:lnTo>
                  <a:lnTo>
                    <a:pt x="86500" y="7274"/>
                  </a:lnTo>
                  <a:lnTo>
                    <a:pt x="86505" y="7269"/>
                  </a:lnTo>
                  <a:lnTo>
                    <a:pt x="86587" y="7226"/>
                  </a:lnTo>
                  <a:lnTo>
                    <a:pt x="86695" y="7240"/>
                  </a:lnTo>
                  <a:lnTo>
                    <a:pt x="86727" y="7249"/>
                  </a:lnTo>
                  <a:lnTo>
                    <a:pt x="86766" y="7262"/>
                  </a:lnTo>
                  <a:lnTo>
                    <a:pt x="86988" y="7331"/>
                  </a:lnTo>
                  <a:lnTo>
                    <a:pt x="87040" y="7332"/>
                  </a:lnTo>
                  <a:lnTo>
                    <a:pt x="87169" y="7333"/>
                  </a:lnTo>
                  <a:lnTo>
                    <a:pt x="87219" y="7326"/>
                  </a:lnTo>
                  <a:lnTo>
                    <a:pt x="87512" y="7282"/>
                  </a:lnTo>
                  <a:lnTo>
                    <a:pt x="87568" y="7273"/>
                  </a:lnTo>
                  <a:lnTo>
                    <a:pt x="87595" y="7223"/>
                  </a:lnTo>
                  <a:lnTo>
                    <a:pt x="87860" y="7133"/>
                  </a:lnTo>
                  <a:lnTo>
                    <a:pt x="88283" y="7118"/>
                  </a:lnTo>
                  <a:lnTo>
                    <a:pt x="88418" y="7136"/>
                  </a:lnTo>
                  <a:lnTo>
                    <a:pt x="88500" y="7108"/>
                  </a:lnTo>
                  <a:lnTo>
                    <a:pt x="88541" y="7072"/>
                  </a:lnTo>
                  <a:lnTo>
                    <a:pt x="88568" y="7065"/>
                  </a:lnTo>
                  <a:lnTo>
                    <a:pt x="88575" y="7063"/>
                  </a:lnTo>
                  <a:lnTo>
                    <a:pt x="88583" y="7056"/>
                  </a:lnTo>
                  <a:lnTo>
                    <a:pt x="88590" y="7043"/>
                  </a:lnTo>
                  <a:lnTo>
                    <a:pt x="88594" y="7041"/>
                  </a:lnTo>
                  <a:lnTo>
                    <a:pt x="88599" y="7039"/>
                  </a:lnTo>
                  <a:lnTo>
                    <a:pt x="88606" y="7039"/>
                  </a:lnTo>
                  <a:lnTo>
                    <a:pt x="88611" y="7039"/>
                  </a:lnTo>
                  <a:lnTo>
                    <a:pt x="88616" y="7039"/>
                  </a:lnTo>
                  <a:lnTo>
                    <a:pt x="88621" y="7039"/>
                  </a:lnTo>
                  <a:lnTo>
                    <a:pt x="88625" y="7039"/>
                  </a:lnTo>
                  <a:lnTo>
                    <a:pt x="88657" y="7034"/>
                  </a:lnTo>
                  <a:lnTo>
                    <a:pt x="88699" y="7020"/>
                  </a:lnTo>
                  <a:lnTo>
                    <a:pt x="88724" y="7007"/>
                  </a:lnTo>
                  <a:lnTo>
                    <a:pt x="88731" y="7001"/>
                  </a:lnTo>
                  <a:lnTo>
                    <a:pt x="88735" y="6997"/>
                  </a:lnTo>
                  <a:lnTo>
                    <a:pt x="88745" y="6978"/>
                  </a:lnTo>
                  <a:lnTo>
                    <a:pt x="88747" y="6968"/>
                  </a:lnTo>
                  <a:lnTo>
                    <a:pt x="88753" y="6937"/>
                  </a:lnTo>
                  <a:lnTo>
                    <a:pt x="88754" y="6926"/>
                  </a:lnTo>
                  <a:lnTo>
                    <a:pt x="88759" y="6918"/>
                  </a:lnTo>
                  <a:lnTo>
                    <a:pt x="88762" y="6909"/>
                  </a:lnTo>
                  <a:lnTo>
                    <a:pt x="88762" y="6882"/>
                  </a:lnTo>
                  <a:lnTo>
                    <a:pt x="88760" y="6870"/>
                  </a:lnTo>
                  <a:lnTo>
                    <a:pt x="88746" y="6834"/>
                  </a:lnTo>
                  <a:lnTo>
                    <a:pt x="88747" y="6828"/>
                  </a:lnTo>
                  <a:lnTo>
                    <a:pt x="88752" y="6821"/>
                  </a:lnTo>
                  <a:lnTo>
                    <a:pt x="88757" y="6818"/>
                  </a:lnTo>
                  <a:lnTo>
                    <a:pt x="88761" y="6816"/>
                  </a:lnTo>
                  <a:lnTo>
                    <a:pt x="88807" y="6807"/>
                  </a:lnTo>
                  <a:lnTo>
                    <a:pt x="88850" y="6803"/>
                  </a:lnTo>
                  <a:lnTo>
                    <a:pt x="88864" y="6799"/>
                  </a:lnTo>
                  <a:lnTo>
                    <a:pt x="88874" y="6794"/>
                  </a:lnTo>
                  <a:lnTo>
                    <a:pt x="88878" y="6791"/>
                  </a:lnTo>
                  <a:lnTo>
                    <a:pt x="88890" y="6778"/>
                  </a:lnTo>
                  <a:lnTo>
                    <a:pt x="88899" y="6767"/>
                  </a:lnTo>
                  <a:lnTo>
                    <a:pt x="88902" y="6762"/>
                  </a:lnTo>
                  <a:lnTo>
                    <a:pt x="88904" y="6757"/>
                  </a:lnTo>
                  <a:lnTo>
                    <a:pt x="88905" y="6751"/>
                  </a:lnTo>
                  <a:lnTo>
                    <a:pt x="88903" y="6734"/>
                  </a:lnTo>
                  <a:lnTo>
                    <a:pt x="88899" y="6724"/>
                  </a:lnTo>
                  <a:lnTo>
                    <a:pt x="88892" y="6710"/>
                  </a:lnTo>
                  <a:lnTo>
                    <a:pt x="88895" y="6705"/>
                  </a:lnTo>
                  <a:lnTo>
                    <a:pt x="88897" y="6700"/>
                  </a:lnTo>
                  <a:lnTo>
                    <a:pt x="88897" y="6683"/>
                  </a:lnTo>
                  <a:lnTo>
                    <a:pt x="88898" y="6678"/>
                  </a:lnTo>
                  <a:lnTo>
                    <a:pt x="88903" y="6675"/>
                  </a:lnTo>
                  <a:lnTo>
                    <a:pt x="88910" y="6673"/>
                  </a:lnTo>
                  <a:lnTo>
                    <a:pt x="88921" y="6663"/>
                  </a:lnTo>
                  <a:lnTo>
                    <a:pt x="88927" y="6656"/>
                  </a:lnTo>
                  <a:lnTo>
                    <a:pt x="88930" y="6649"/>
                  </a:lnTo>
                  <a:lnTo>
                    <a:pt x="88931" y="6641"/>
                  </a:lnTo>
                  <a:lnTo>
                    <a:pt x="88930" y="6626"/>
                  </a:lnTo>
                  <a:lnTo>
                    <a:pt x="88927" y="6614"/>
                  </a:lnTo>
                  <a:lnTo>
                    <a:pt x="88927" y="6609"/>
                  </a:lnTo>
                  <a:lnTo>
                    <a:pt x="88932" y="6603"/>
                  </a:lnTo>
                  <a:lnTo>
                    <a:pt x="88941" y="6597"/>
                  </a:lnTo>
                  <a:lnTo>
                    <a:pt x="88949" y="6597"/>
                  </a:lnTo>
                  <a:lnTo>
                    <a:pt x="88973" y="6600"/>
                  </a:lnTo>
                  <a:lnTo>
                    <a:pt x="88981" y="6602"/>
                  </a:lnTo>
                  <a:lnTo>
                    <a:pt x="88987" y="6603"/>
                  </a:lnTo>
                  <a:lnTo>
                    <a:pt x="88992" y="6601"/>
                  </a:lnTo>
                  <a:lnTo>
                    <a:pt x="89006" y="6593"/>
                  </a:lnTo>
                  <a:lnTo>
                    <a:pt x="89018" y="6587"/>
                  </a:lnTo>
                  <a:lnTo>
                    <a:pt x="89026" y="6584"/>
                  </a:lnTo>
                  <a:lnTo>
                    <a:pt x="89031" y="6580"/>
                  </a:lnTo>
                  <a:lnTo>
                    <a:pt x="89036" y="6572"/>
                  </a:lnTo>
                  <a:lnTo>
                    <a:pt x="89038" y="6568"/>
                  </a:lnTo>
                  <a:lnTo>
                    <a:pt x="89044" y="6555"/>
                  </a:lnTo>
                  <a:lnTo>
                    <a:pt x="89049" y="6546"/>
                  </a:lnTo>
                  <a:lnTo>
                    <a:pt x="89054" y="6540"/>
                  </a:lnTo>
                  <a:lnTo>
                    <a:pt x="89075" y="6526"/>
                  </a:lnTo>
                  <a:lnTo>
                    <a:pt x="89086" y="6517"/>
                  </a:lnTo>
                  <a:lnTo>
                    <a:pt x="89091" y="6508"/>
                  </a:lnTo>
                  <a:lnTo>
                    <a:pt x="89093" y="6503"/>
                  </a:lnTo>
                  <a:lnTo>
                    <a:pt x="89095" y="6498"/>
                  </a:lnTo>
                  <a:lnTo>
                    <a:pt x="89094" y="6476"/>
                  </a:lnTo>
                  <a:lnTo>
                    <a:pt x="89094" y="6468"/>
                  </a:lnTo>
                  <a:lnTo>
                    <a:pt x="89098" y="6462"/>
                  </a:lnTo>
                  <a:lnTo>
                    <a:pt x="89104" y="6460"/>
                  </a:lnTo>
                  <a:lnTo>
                    <a:pt x="89116" y="6456"/>
                  </a:lnTo>
                  <a:lnTo>
                    <a:pt x="89127" y="6449"/>
                  </a:lnTo>
                  <a:lnTo>
                    <a:pt x="89152" y="6439"/>
                  </a:lnTo>
                  <a:lnTo>
                    <a:pt x="89158" y="6436"/>
                  </a:lnTo>
                  <a:lnTo>
                    <a:pt x="89170" y="6430"/>
                  </a:lnTo>
                  <a:lnTo>
                    <a:pt x="89189" y="6429"/>
                  </a:lnTo>
                  <a:lnTo>
                    <a:pt x="89211" y="6427"/>
                  </a:lnTo>
                  <a:lnTo>
                    <a:pt x="89215" y="6429"/>
                  </a:lnTo>
                  <a:lnTo>
                    <a:pt x="89228" y="6432"/>
                  </a:lnTo>
                  <a:lnTo>
                    <a:pt x="89233" y="6434"/>
                  </a:lnTo>
                  <a:lnTo>
                    <a:pt x="89239" y="6431"/>
                  </a:lnTo>
                  <a:lnTo>
                    <a:pt x="89250" y="6425"/>
                  </a:lnTo>
                  <a:lnTo>
                    <a:pt x="89255" y="6424"/>
                  </a:lnTo>
                  <a:lnTo>
                    <a:pt x="89261" y="6421"/>
                  </a:lnTo>
                  <a:lnTo>
                    <a:pt x="89267" y="6420"/>
                  </a:lnTo>
                  <a:lnTo>
                    <a:pt x="89273" y="6422"/>
                  </a:lnTo>
                  <a:lnTo>
                    <a:pt x="89278" y="6424"/>
                  </a:lnTo>
                  <a:lnTo>
                    <a:pt x="89283" y="6427"/>
                  </a:lnTo>
                  <a:lnTo>
                    <a:pt x="89287" y="6429"/>
                  </a:lnTo>
                  <a:lnTo>
                    <a:pt x="89347" y="6479"/>
                  </a:lnTo>
                  <a:lnTo>
                    <a:pt x="89428" y="6532"/>
                  </a:lnTo>
                  <a:lnTo>
                    <a:pt x="89453" y="6559"/>
                  </a:lnTo>
                  <a:lnTo>
                    <a:pt x="89462" y="6576"/>
                  </a:lnTo>
                  <a:lnTo>
                    <a:pt x="89470" y="6592"/>
                  </a:lnTo>
                  <a:lnTo>
                    <a:pt x="89504" y="6660"/>
                  </a:lnTo>
                  <a:lnTo>
                    <a:pt x="89508" y="6673"/>
                  </a:lnTo>
                  <a:lnTo>
                    <a:pt x="89508" y="6680"/>
                  </a:lnTo>
                  <a:lnTo>
                    <a:pt x="89508" y="6685"/>
                  </a:lnTo>
                  <a:lnTo>
                    <a:pt x="89504" y="6690"/>
                  </a:lnTo>
                  <a:lnTo>
                    <a:pt x="89504" y="6695"/>
                  </a:lnTo>
                  <a:lnTo>
                    <a:pt x="89506" y="6700"/>
                  </a:lnTo>
                  <a:lnTo>
                    <a:pt x="89510" y="6703"/>
                  </a:lnTo>
                  <a:lnTo>
                    <a:pt x="89524" y="6698"/>
                  </a:lnTo>
                  <a:lnTo>
                    <a:pt x="89528" y="6703"/>
                  </a:lnTo>
                  <a:lnTo>
                    <a:pt x="89546" y="6744"/>
                  </a:lnTo>
                  <a:lnTo>
                    <a:pt x="89555" y="6774"/>
                  </a:lnTo>
                  <a:lnTo>
                    <a:pt x="89564" y="6822"/>
                  </a:lnTo>
                  <a:lnTo>
                    <a:pt x="89567" y="6834"/>
                  </a:lnTo>
                  <a:lnTo>
                    <a:pt x="89569" y="6839"/>
                  </a:lnTo>
                  <a:lnTo>
                    <a:pt x="89573" y="6842"/>
                  </a:lnTo>
                  <a:lnTo>
                    <a:pt x="89576" y="6846"/>
                  </a:lnTo>
                  <a:lnTo>
                    <a:pt x="89590" y="6852"/>
                  </a:lnTo>
                  <a:lnTo>
                    <a:pt x="89608" y="6857"/>
                  </a:lnTo>
                  <a:lnTo>
                    <a:pt x="89612" y="6861"/>
                  </a:lnTo>
                  <a:lnTo>
                    <a:pt x="89617" y="6866"/>
                  </a:lnTo>
                  <a:lnTo>
                    <a:pt x="89632" y="6889"/>
                  </a:lnTo>
                  <a:lnTo>
                    <a:pt x="89657" y="6938"/>
                  </a:lnTo>
                  <a:lnTo>
                    <a:pt x="89662" y="6953"/>
                  </a:lnTo>
                  <a:lnTo>
                    <a:pt x="89675" y="6991"/>
                  </a:lnTo>
                  <a:lnTo>
                    <a:pt x="89676" y="7023"/>
                  </a:lnTo>
                  <a:lnTo>
                    <a:pt x="89680" y="7037"/>
                  </a:lnTo>
                  <a:lnTo>
                    <a:pt x="89686" y="7058"/>
                  </a:lnTo>
                  <a:lnTo>
                    <a:pt x="89689" y="7071"/>
                  </a:lnTo>
                  <a:lnTo>
                    <a:pt x="90219" y="8150"/>
                  </a:lnTo>
                  <a:lnTo>
                    <a:pt x="90219" y="8874"/>
                  </a:lnTo>
                  <a:lnTo>
                    <a:pt x="90243" y="9138"/>
                  </a:lnTo>
                  <a:lnTo>
                    <a:pt x="90379" y="9639"/>
                  </a:lnTo>
                  <a:lnTo>
                    <a:pt x="90455" y="9874"/>
                  </a:lnTo>
                  <a:lnTo>
                    <a:pt x="90568" y="10224"/>
                  </a:lnTo>
                  <a:lnTo>
                    <a:pt x="90678" y="10568"/>
                  </a:lnTo>
                  <a:lnTo>
                    <a:pt x="90803" y="10868"/>
                  </a:lnTo>
                  <a:lnTo>
                    <a:pt x="90810" y="10905"/>
                  </a:lnTo>
                  <a:lnTo>
                    <a:pt x="90791" y="10933"/>
                  </a:lnTo>
                  <a:lnTo>
                    <a:pt x="90808" y="10951"/>
                  </a:lnTo>
                  <a:lnTo>
                    <a:pt x="90812" y="10955"/>
                  </a:lnTo>
                  <a:lnTo>
                    <a:pt x="90816" y="10958"/>
                  </a:lnTo>
                  <a:lnTo>
                    <a:pt x="90930" y="11291"/>
                  </a:lnTo>
                  <a:lnTo>
                    <a:pt x="90948" y="11370"/>
                  </a:lnTo>
                  <a:lnTo>
                    <a:pt x="90945" y="11418"/>
                  </a:lnTo>
                  <a:lnTo>
                    <a:pt x="90943" y="11457"/>
                  </a:lnTo>
                  <a:lnTo>
                    <a:pt x="90942" y="11472"/>
                  </a:lnTo>
                  <a:lnTo>
                    <a:pt x="90925" y="11492"/>
                  </a:lnTo>
                  <a:lnTo>
                    <a:pt x="90928" y="11504"/>
                  </a:lnTo>
                  <a:lnTo>
                    <a:pt x="90937" y="11537"/>
                  </a:lnTo>
                  <a:lnTo>
                    <a:pt x="91053" y="11953"/>
                  </a:lnTo>
                  <a:lnTo>
                    <a:pt x="91067" y="12005"/>
                  </a:lnTo>
                  <a:lnTo>
                    <a:pt x="91106" y="12081"/>
                  </a:lnTo>
                  <a:lnTo>
                    <a:pt x="91262" y="12704"/>
                  </a:lnTo>
                  <a:lnTo>
                    <a:pt x="91410" y="13199"/>
                  </a:lnTo>
                  <a:lnTo>
                    <a:pt x="91586" y="13786"/>
                  </a:lnTo>
                  <a:lnTo>
                    <a:pt x="91682" y="14106"/>
                  </a:lnTo>
                  <a:lnTo>
                    <a:pt x="91862" y="14820"/>
                  </a:lnTo>
                  <a:lnTo>
                    <a:pt x="91867" y="15022"/>
                  </a:lnTo>
                  <a:lnTo>
                    <a:pt x="91883" y="15026"/>
                  </a:lnTo>
                  <a:lnTo>
                    <a:pt x="91895" y="15145"/>
                  </a:lnTo>
                  <a:lnTo>
                    <a:pt x="91922" y="16166"/>
                  </a:lnTo>
                  <a:lnTo>
                    <a:pt x="91964" y="16723"/>
                  </a:lnTo>
                  <a:lnTo>
                    <a:pt x="91964" y="16737"/>
                  </a:lnTo>
                  <a:lnTo>
                    <a:pt x="91975" y="18036"/>
                  </a:lnTo>
                  <a:lnTo>
                    <a:pt x="92003" y="18187"/>
                  </a:lnTo>
                  <a:lnTo>
                    <a:pt x="91997" y="18328"/>
                  </a:lnTo>
                  <a:lnTo>
                    <a:pt x="91994" y="18396"/>
                  </a:lnTo>
                  <a:lnTo>
                    <a:pt x="92038" y="18945"/>
                  </a:lnTo>
                  <a:lnTo>
                    <a:pt x="92137" y="19745"/>
                  </a:lnTo>
                  <a:lnTo>
                    <a:pt x="92205" y="20077"/>
                  </a:lnTo>
                  <a:lnTo>
                    <a:pt x="92263" y="20358"/>
                  </a:lnTo>
                  <a:lnTo>
                    <a:pt x="92276" y="20422"/>
                  </a:lnTo>
                  <a:lnTo>
                    <a:pt x="92429" y="20940"/>
                  </a:lnTo>
                  <a:lnTo>
                    <a:pt x="92446" y="20947"/>
                  </a:lnTo>
                  <a:lnTo>
                    <a:pt x="92453" y="20870"/>
                  </a:lnTo>
                  <a:lnTo>
                    <a:pt x="92509" y="20820"/>
                  </a:lnTo>
                  <a:lnTo>
                    <a:pt x="92575" y="20834"/>
                  </a:lnTo>
                  <a:lnTo>
                    <a:pt x="92613" y="20843"/>
                  </a:lnTo>
                  <a:lnTo>
                    <a:pt x="92688" y="20888"/>
                  </a:lnTo>
                  <a:lnTo>
                    <a:pt x="92765" y="20925"/>
                  </a:lnTo>
                  <a:lnTo>
                    <a:pt x="92968" y="20909"/>
                  </a:lnTo>
                  <a:lnTo>
                    <a:pt x="92996" y="20910"/>
                  </a:lnTo>
                  <a:lnTo>
                    <a:pt x="93052" y="20933"/>
                  </a:lnTo>
                  <a:lnTo>
                    <a:pt x="93055" y="20945"/>
                  </a:lnTo>
                  <a:lnTo>
                    <a:pt x="93048" y="20956"/>
                  </a:lnTo>
                  <a:lnTo>
                    <a:pt x="92951" y="20992"/>
                  </a:lnTo>
                  <a:lnTo>
                    <a:pt x="92920" y="21029"/>
                  </a:lnTo>
                  <a:lnTo>
                    <a:pt x="92928" y="21070"/>
                  </a:lnTo>
                  <a:lnTo>
                    <a:pt x="92953" y="21200"/>
                  </a:lnTo>
                  <a:lnTo>
                    <a:pt x="93021" y="21329"/>
                  </a:lnTo>
                  <a:lnTo>
                    <a:pt x="93120" y="21393"/>
                  </a:lnTo>
                  <a:lnTo>
                    <a:pt x="93197" y="21492"/>
                  </a:lnTo>
                  <a:lnTo>
                    <a:pt x="93219" y="21827"/>
                  </a:lnTo>
                  <a:lnTo>
                    <a:pt x="93185" y="22015"/>
                  </a:lnTo>
                  <a:lnTo>
                    <a:pt x="93167" y="22036"/>
                  </a:lnTo>
                  <a:lnTo>
                    <a:pt x="93153" y="22053"/>
                  </a:lnTo>
                  <a:lnTo>
                    <a:pt x="93133" y="22091"/>
                  </a:lnTo>
                  <a:lnTo>
                    <a:pt x="93128" y="22100"/>
                  </a:lnTo>
                  <a:lnTo>
                    <a:pt x="93102" y="22206"/>
                  </a:lnTo>
                  <a:lnTo>
                    <a:pt x="93105" y="22216"/>
                  </a:lnTo>
                  <a:lnTo>
                    <a:pt x="93206" y="22286"/>
                  </a:lnTo>
                  <a:lnTo>
                    <a:pt x="93223" y="22298"/>
                  </a:lnTo>
                  <a:lnTo>
                    <a:pt x="93351" y="22341"/>
                  </a:lnTo>
                  <a:lnTo>
                    <a:pt x="93373" y="22392"/>
                  </a:lnTo>
                  <a:lnTo>
                    <a:pt x="93373" y="22447"/>
                  </a:lnTo>
                  <a:lnTo>
                    <a:pt x="93351" y="22502"/>
                  </a:lnTo>
                  <a:lnTo>
                    <a:pt x="93328" y="22509"/>
                  </a:lnTo>
                  <a:lnTo>
                    <a:pt x="93276" y="22500"/>
                  </a:lnTo>
                  <a:lnTo>
                    <a:pt x="93256" y="22511"/>
                  </a:lnTo>
                  <a:lnTo>
                    <a:pt x="93247" y="22536"/>
                  </a:lnTo>
                  <a:lnTo>
                    <a:pt x="93236" y="22658"/>
                  </a:lnTo>
                  <a:lnTo>
                    <a:pt x="93314" y="22730"/>
                  </a:lnTo>
                  <a:lnTo>
                    <a:pt x="93371" y="22747"/>
                  </a:lnTo>
                  <a:lnTo>
                    <a:pt x="93550" y="22633"/>
                  </a:lnTo>
                  <a:lnTo>
                    <a:pt x="93675" y="22708"/>
                  </a:lnTo>
                  <a:lnTo>
                    <a:pt x="93600" y="22916"/>
                  </a:lnTo>
                  <a:lnTo>
                    <a:pt x="93502" y="22975"/>
                  </a:lnTo>
                  <a:lnTo>
                    <a:pt x="93144" y="23022"/>
                  </a:lnTo>
                  <a:lnTo>
                    <a:pt x="92614" y="22739"/>
                  </a:lnTo>
                  <a:lnTo>
                    <a:pt x="92421" y="22726"/>
                  </a:lnTo>
                  <a:lnTo>
                    <a:pt x="92091" y="22704"/>
                  </a:lnTo>
                  <a:lnTo>
                    <a:pt x="91807" y="22686"/>
                  </a:lnTo>
                  <a:lnTo>
                    <a:pt x="91790" y="22686"/>
                  </a:lnTo>
                  <a:lnTo>
                    <a:pt x="91449" y="22695"/>
                  </a:lnTo>
                  <a:lnTo>
                    <a:pt x="91401" y="22696"/>
                  </a:lnTo>
                  <a:lnTo>
                    <a:pt x="91267" y="22782"/>
                  </a:lnTo>
                  <a:lnTo>
                    <a:pt x="91234" y="22824"/>
                  </a:lnTo>
                  <a:lnTo>
                    <a:pt x="91182" y="22919"/>
                  </a:lnTo>
                  <a:lnTo>
                    <a:pt x="90780" y="23660"/>
                  </a:lnTo>
                  <a:lnTo>
                    <a:pt x="90703" y="23801"/>
                  </a:lnTo>
                  <a:lnTo>
                    <a:pt x="90615" y="23916"/>
                  </a:lnTo>
                  <a:lnTo>
                    <a:pt x="90597" y="23939"/>
                  </a:lnTo>
                  <a:lnTo>
                    <a:pt x="90371" y="24233"/>
                  </a:lnTo>
                  <a:lnTo>
                    <a:pt x="90355" y="24254"/>
                  </a:lnTo>
                  <a:lnTo>
                    <a:pt x="90341" y="24264"/>
                  </a:lnTo>
                  <a:lnTo>
                    <a:pt x="90283" y="24304"/>
                  </a:lnTo>
                  <a:lnTo>
                    <a:pt x="90184" y="24372"/>
                  </a:lnTo>
                  <a:lnTo>
                    <a:pt x="90176" y="24378"/>
                  </a:lnTo>
                  <a:lnTo>
                    <a:pt x="90053" y="24499"/>
                  </a:lnTo>
                  <a:lnTo>
                    <a:pt x="89941" y="24566"/>
                  </a:lnTo>
                  <a:lnTo>
                    <a:pt x="89908" y="24585"/>
                  </a:lnTo>
                  <a:lnTo>
                    <a:pt x="89564" y="24845"/>
                  </a:lnTo>
                  <a:lnTo>
                    <a:pt x="89430" y="24918"/>
                  </a:lnTo>
                  <a:lnTo>
                    <a:pt x="89128" y="25032"/>
                  </a:lnTo>
                  <a:lnTo>
                    <a:pt x="89012" y="25122"/>
                  </a:lnTo>
                  <a:lnTo>
                    <a:pt x="88984" y="25144"/>
                  </a:lnTo>
                  <a:lnTo>
                    <a:pt x="88946" y="25137"/>
                  </a:lnTo>
                  <a:lnTo>
                    <a:pt x="88873" y="25192"/>
                  </a:lnTo>
                  <a:lnTo>
                    <a:pt x="88865" y="25202"/>
                  </a:lnTo>
                  <a:lnTo>
                    <a:pt x="88641" y="25474"/>
                  </a:lnTo>
                  <a:lnTo>
                    <a:pt x="88639" y="25478"/>
                  </a:lnTo>
                  <a:lnTo>
                    <a:pt x="88602" y="25592"/>
                  </a:lnTo>
                  <a:lnTo>
                    <a:pt x="88517" y="25744"/>
                  </a:lnTo>
                  <a:lnTo>
                    <a:pt x="88439" y="25823"/>
                  </a:lnTo>
                  <a:lnTo>
                    <a:pt x="88235" y="25957"/>
                  </a:lnTo>
                  <a:lnTo>
                    <a:pt x="88108" y="26138"/>
                  </a:lnTo>
                  <a:lnTo>
                    <a:pt x="88078" y="26221"/>
                  </a:lnTo>
                  <a:lnTo>
                    <a:pt x="87918" y="26487"/>
                  </a:lnTo>
                  <a:lnTo>
                    <a:pt x="87659" y="26712"/>
                  </a:lnTo>
                  <a:lnTo>
                    <a:pt x="87628" y="26780"/>
                  </a:lnTo>
                  <a:lnTo>
                    <a:pt x="87596" y="26937"/>
                  </a:lnTo>
                  <a:lnTo>
                    <a:pt x="87549" y="27012"/>
                  </a:lnTo>
                  <a:lnTo>
                    <a:pt x="87369" y="27114"/>
                  </a:lnTo>
                  <a:lnTo>
                    <a:pt x="87244" y="27211"/>
                  </a:lnTo>
                  <a:lnTo>
                    <a:pt x="87205" y="27298"/>
                  </a:lnTo>
                  <a:lnTo>
                    <a:pt x="87207" y="27434"/>
                  </a:lnTo>
                  <a:lnTo>
                    <a:pt x="87105" y="27622"/>
                  </a:lnTo>
                  <a:lnTo>
                    <a:pt x="86990" y="27773"/>
                  </a:lnTo>
                  <a:lnTo>
                    <a:pt x="86966" y="27804"/>
                  </a:lnTo>
                  <a:lnTo>
                    <a:pt x="86876" y="27890"/>
                  </a:lnTo>
                  <a:lnTo>
                    <a:pt x="86817" y="27914"/>
                  </a:lnTo>
                  <a:lnTo>
                    <a:pt x="86616" y="27926"/>
                  </a:lnTo>
                  <a:lnTo>
                    <a:pt x="86549" y="27912"/>
                  </a:lnTo>
                  <a:lnTo>
                    <a:pt x="86541" y="27910"/>
                  </a:lnTo>
                  <a:lnTo>
                    <a:pt x="86235" y="27706"/>
                  </a:lnTo>
                  <a:lnTo>
                    <a:pt x="86083" y="27605"/>
                  </a:lnTo>
                  <a:lnTo>
                    <a:pt x="86050" y="27561"/>
                  </a:lnTo>
                  <a:lnTo>
                    <a:pt x="86031" y="27523"/>
                  </a:lnTo>
                  <a:lnTo>
                    <a:pt x="86032" y="27297"/>
                  </a:lnTo>
                  <a:lnTo>
                    <a:pt x="86082" y="27292"/>
                  </a:lnTo>
                  <a:lnTo>
                    <a:pt x="86081" y="27248"/>
                  </a:lnTo>
                  <a:lnTo>
                    <a:pt x="86058" y="27098"/>
                  </a:lnTo>
                  <a:lnTo>
                    <a:pt x="86015" y="26961"/>
                  </a:lnTo>
                  <a:lnTo>
                    <a:pt x="85905" y="26841"/>
                  </a:lnTo>
                  <a:lnTo>
                    <a:pt x="85807" y="26735"/>
                  </a:lnTo>
                  <a:lnTo>
                    <a:pt x="85737" y="26659"/>
                  </a:lnTo>
                  <a:lnTo>
                    <a:pt x="85530" y="26492"/>
                  </a:lnTo>
                  <a:lnTo>
                    <a:pt x="85513" y="26448"/>
                  </a:lnTo>
                  <a:lnTo>
                    <a:pt x="85520" y="26400"/>
                  </a:lnTo>
                  <a:lnTo>
                    <a:pt x="85544" y="26392"/>
                  </a:lnTo>
                  <a:lnTo>
                    <a:pt x="85847" y="26590"/>
                  </a:lnTo>
                  <a:lnTo>
                    <a:pt x="85896" y="26595"/>
                  </a:lnTo>
                  <a:lnTo>
                    <a:pt x="85954" y="26555"/>
                  </a:lnTo>
                  <a:lnTo>
                    <a:pt x="85954" y="26515"/>
                  </a:lnTo>
                  <a:lnTo>
                    <a:pt x="85823" y="26228"/>
                  </a:lnTo>
                  <a:lnTo>
                    <a:pt x="85686" y="26196"/>
                  </a:lnTo>
                  <a:lnTo>
                    <a:pt x="85548" y="26285"/>
                  </a:lnTo>
                  <a:lnTo>
                    <a:pt x="85488" y="26284"/>
                  </a:lnTo>
                  <a:lnTo>
                    <a:pt x="85415" y="26208"/>
                  </a:lnTo>
                  <a:lnTo>
                    <a:pt x="85364" y="26075"/>
                  </a:lnTo>
                  <a:lnTo>
                    <a:pt x="85363" y="26062"/>
                  </a:lnTo>
                  <a:lnTo>
                    <a:pt x="85354" y="25956"/>
                  </a:lnTo>
                  <a:lnTo>
                    <a:pt x="85345" y="25856"/>
                  </a:lnTo>
                  <a:lnTo>
                    <a:pt x="85370" y="25728"/>
                  </a:lnTo>
                  <a:lnTo>
                    <a:pt x="85435" y="25595"/>
                  </a:lnTo>
                  <a:lnTo>
                    <a:pt x="85530" y="25536"/>
                  </a:lnTo>
                  <a:lnTo>
                    <a:pt x="85584" y="25380"/>
                  </a:lnTo>
                  <a:lnTo>
                    <a:pt x="85579" y="25242"/>
                  </a:lnTo>
                  <a:lnTo>
                    <a:pt x="85575" y="25175"/>
                  </a:lnTo>
                  <a:lnTo>
                    <a:pt x="85470" y="25016"/>
                  </a:lnTo>
                  <a:lnTo>
                    <a:pt x="85225" y="24753"/>
                  </a:lnTo>
                  <a:lnTo>
                    <a:pt x="85222" y="24723"/>
                  </a:lnTo>
                  <a:lnTo>
                    <a:pt x="85297" y="24651"/>
                  </a:lnTo>
                  <a:lnTo>
                    <a:pt x="85258" y="24651"/>
                  </a:lnTo>
                  <a:lnTo>
                    <a:pt x="85256" y="24623"/>
                  </a:lnTo>
                  <a:lnTo>
                    <a:pt x="85401" y="24474"/>
                  </a:lnTo>
                  <a:lnTo>
                    <a:pt x="85543" y="24329"/>
                  </a:lnTo>
                  <a:lnTo>
                    <a:pt x="85586" y="24285"/>
                  </a:lnTo>
                  <a:lnTo>
                    <a:pt x="85733" y="24190"/>
                  </a:lnTo>
                  <a:lnTo>
                    <a:pt x="85912" y="24074"/>
                  </a:lnTo>
                  <a:lnTo>
                    <a:pt x="85957" y="24045"/>
                  </a:lnTo>
                  <a:lnTo>
                    <a:pt x="86002" y="24043"/>
                  </a:lnTo>
                  <a:lnTo>
                    <a:pt x="86236" y="24193"/>
                  </a:lnTo>
                  <a:lnTo>
                    <a:pt x="86284" y="24223"/>
                  </a:lnTo>
                  <a:lnTo>
                    <a:pt x="86394" y="24293"/>
                  </a:lnTo>
                  <a:lnTo>
                    <a:pt x="86865" y="24262"/>
                  </a:lnTo>
                  <a:lnTo>
                    <a:pt x="86918" y="24259"/>
                  </a:lnTo>
                  <a:lnTo>
                    <a:pt x="87178" y="24171"/>
                  </a:lnTo>
                  <a:lnTo>
                    <a:pt x="87117" y="24142"/>
                  </a:lnTo>
                  <a:lnTo>
                    <a:pt x="87074" y="24123"/>
                  </a:lnTo>
                  <a:lnTo>
                    <a:pt x="87071" y="24116"/>
                  </a:lnTo>
                  <a:lnTo>
                    <a:pt x="86995" y="23973"/>
                  </a:lnTo>
                  <a:lnTo>
                    <a:pt x="86987" y="23958"/>
                  </a:lnTo>
                  <a:lnTo>
                    <a:pt x="86968" y="23846"/>
                  </a:lnTo>
                  <a:lnTo>
                    <a:pt x="86988" y="23811"/>
                  </a:lnTo>
                  <a:lnTo>
                    <a:pt x="87334" y="23635"/>
                  </a:lnTo>
                  <a:lnTo>
                    <a:pt x="87412" y="23537"/>
                  </a:lnTo>
                  <a:lnTo>
                    <a:pt x="87444" y="23402"/>
                  </a:lnTo>
                  <a:lnTo>
                    <a:pt x="87441" y="23364"/>
                  </a:lnTo>
                  <a:lnTo>
                    <a:pt x="87428" y="23178"/>
                  </a:lnTo>
                  <a:lnTo>
                    <a:pt x="87405" y="23088"/>
                  </a:lnTo>
                  <a:lnTo>
                    <a:pt x="87423" y="22976"/>
                  </a:lnTo>
                  <a:lnTo>
                    <a:pt x="87507" y="22804"/>
                  </a:lnTo>
                  <a:lnTo>
                    <a:pt x="87669" y="22592"/>
                  </a:lnTo>
                  <a:lnTo>
                    <a:pt x="87753" y="22539"/>
                  </a:lnTo>
                  <a:lnTo>
                    <a:pt x="87822" y="22538"/>
                  </a:lnTo>
                  <a:lnTo>
                    <a:pt x="87959" y="22536"/>
                  </a:lnTo>
                  <a:lnTo>
                    <a:pt x="88017" y="22536"/>
                  </a:lnTo>
                  <a:lnTo>
                    <a:pt x="88031" y="22537"/>
                  </a:lnTo>
                  <a:lnTo>
                    <a:pt x="88104" y="22553"/>
                  </a:lnTo>
                  <a:lnTo>
                    <a:pt x="88212" y="22531"/>
                  </a:lnTo>
                  <a:lnTo>
                    <a:pt x="88222" y="22529"/>
                  </a:lnTo>
                  <a:lnTo>
                    <a:pt x="88308" y="22511"/>
                  </a:lnTo>
                  <a:lnTo>
                    <a:pt x="88300" y="22481"/>
                  </a:lnTo>
                  <a:lnTo>
                    <a:pt x="88299" y="22476"/>
                  </a:lnTo>
                  <a:lnTo>
                    <a:pt x="88291" y="22445"/>
                  </a:lnTo>
                  <a:lnTo>
                    <a:pt x="88262" y="22447"/>
                  </a:lnTo>
                  <a:lnTo>
                    <a:pt x="88220" y="22472"/>
                  </a:lnTo>
                  <a:lnTo>
                    <a:pt x="88185" y="22484"/>
                  </a:lnTo>
                  <a:lnTo>
                    <a:pt x="88180" y="22486"/>
                  </a:lnTo>
                  <a:lnTo>
                    <a:pt x="88102" y="22493"/>
                  </a:lnTo>
                  <a:lnTo>
                    <a:pt x="88028" y="22500"/>
                  </a:lnTo>
                  <a:lnTo>
                    <a:pt x="88010" y="22497"/>
                  </a:lnTo>
                  <a:lnTo>
                    <a:pt x="87892" y="22474"/>
                  </a:lnTo>
                  <a:lnTo>
                    <a:pt x="87880" y="22470"/>
                  </a:lnTo>
                  <a:lnTo>
                    <a:pt x="87876" y="22460"/>
                  </a:lnTo>
                  <a:lnTo>
                    <a:pt x="87885" y="22454"/>
                  </a:lnTo>
                  <a:lnTo>
                    <a:pt x="87916" y="22447"/>
                  </a:lnTo>
                  <a:lnTo>
                    <a:pt x="87913" y="22432"/>
                  </a:lnTo>
                  <a:lnTo>
                    <a:pt x="87846" y="22428"/>
                  </a:lnTo>
                  <a:lnTo>
                    <a:pt x="87729" y="22437"/>
                  </a:lnTo>
                  <a:lnTo>
                    <a:pt x="87407" y="22603"/>
                  </a:lnTo>
                  <a:lnTo>
                    <a:pt x="87311" y="22762"/>
                  </a:lnTo>
                  <a:lnTo>
                    <a:pt x="87311" y="22767"/>
                  </a:lnTo>
                  <a:lnTo>
                    <a:pt x="87315" y="22859"/>
                  </a:lnTo>
                  <a:lnTo>
                    <a:pt x="87378" y="22919"/>
                  </a:lnTo>
                  <a:lnTo>
                    <a:pt x="87381" y="22946"/>
                  </a:lnTo>
                  <a:lnTo>
                    <a:pt x="87381" y="22956"/>
                  </a:lnTo>
                  <a:lnTo>
                    <a:pt x="87372" y="23338"/>
                  </a:lnTo>
                  <a:lnTo>
                    <a:pt x="87337" y="23539"/>
                  </a:lnTo>
                  <a:lnTo>
                    <a:pt x="87310" y="23584"/>
                  </a:lnTo>
                  <a:lnTo>
                    <a:pt x="87089" y="23699"/>
                  </a:lnTo>
                  <a:lnTo>
                    <a:pt x="86848" y="23701"/>
                  </a:lnTo>
                  <a:lnTo>
                    <a:pt x="86755" y="23681"/>
                  </a:lnTo>
                  <a:lnTo>
                    <a:pt x="86729" y="23651"/>
                  </a:lnTo>
                  <a:lnTo>
                    <a:pt x="86675" y="23591"/>
                  </a:lnTo>
                  <a:lnTo>
                    <a:pt x="86595" y="23501"/>
                  </a:lnTo>
                  <a:lnTo>
                    <a:pt x="86603" y="23450"/>
                  </a:lnTo>
                  <a:lnTo>
                    <a:pt x="86576" y="23419"/>
                  </a:lnTo>
                  <a:lnTo>
                    <a:pt x="86020" y="23392"/>
                  </a:lnTo>
                  <a:lnTo>
                    <a:pt x="85864" y="23423"/>
                  </a:lnTo>
                  <a:lnTo>
                    <a:pt x="85823" y="23432"/>
                  </a:lnTo>
                  <a:lnTo>
                    <a:pt x="85699" y="23364"/>
                  </a:lnTo>
                  <a:lnTo>
                    <a:pt x="85584" y="23373"/>
                  </a:lnTo>
                  <a:lnTo>
                    <a:pt x="85073" y="23497"/>
                  </a:lnTo>
                  <a:lnTo>
                    <a:pt x="85014" y="23497"/>
                  </a:lnTo>
                  <a:lnTo>
                    <a:pt x="84986" y="23460"/>
                  </a:lnTo>
                  <a:lnTo>
                    <a:pt x="84909" y="23464"/>
                  </a:lnTo>
                  <a:lnTo>
                    <a:pt x="84885" y="23480"/>
                  </a:lnTo>
                  <a:lnTo>
                    <a:pt x="84727" y="23589"/>
                  </a:lnTo>
                  <a:lnTo>
                    <a:pt x="84671" y="23627"/>
                  </a:lnTo>
                  <a:lnTo>
                    <a:pt x="84531" y="23666"/>
                  </a:lnTo>
                  <a:lnTo>
                    <a:pt x="84505" y="23657"/>
                  </a:lnTo>
                  <a:lnTo>
                    <a:pt x="84500" y="23656"/>
                  </a:lnTo>
                  <a:lnTo>
                    <a:pt x="84373" y="23699"/>
                  </a:lnTo>
                  <a:lnTo>
                    <a:pt x="84367" y="23703"/>
                  </a:lnTo>
                  <a:lnTo>
                    <a:pt x="84363" y="23704"/>
                  </a:lnTo>
                  <a:lnTo>
                    <a:pt x="84328" y="23720"/>
                  </a:lnTo>
                  <a:lnTo>
                    <a:pt x="84277" y="23744"/>
                  </a:lnTo>
                  <a:lnTo>
                    <a:pt x="84267" y="23760"/>
                  </a:lnTo>
                  <a:lnTo>
                    <a:pt x="84252" y="23769"/>
                  </a:lnTo>
                  <a:lnTo>
                    <a:pt x="84224" y="23766"/>
                  </a:lnTo>
                  <a:lnTo>
                    <a:pt x="84208" y="23753"/>
                  </a:lnTo>
                  <a:lnTo>
                    <a:pt x="84172" y="23698"/>
                  </a:lnTo>
                  <a:lnTo>
                    <a:pt x="84145" y="23534"/>
                  </a:lnTo>
                  <a:lnTo>
                    <a:pt x="84137" y="23511"/>
                  </a:lnTo>
                  <a:lnTo>
                    <a:pt x="83987" y="23319"/>
                  </a:lnTo>
                  <a:lnTo>
                    <a:pt x="83939" y="23307"/>
                  </a:lnTo>
                  <a:lnTo>
                    <a:pt x="83764" y="23365"/>
                  </a:lnTo>
                  <a:lnTo>
                    <a:pt x="83684" y="23446"/>
                  </a:lnTo>
                  <a:lnTo>
                    <a:pt x="83495" y="23578"/>
                  </a:lnTo>
                  <a:lnTo>
                    <a:pt x="83265" y="23583"/>
                  </a:lnTo>
                  <a:lnTo>
                    <a:pt x="83042" y="23524"/>
                  </a:lnTo>
                  <a:lnTo>
                    <a:pt x="83027" y="23520"/>
                  </a:lnTo>
                  <a:lnTo>
                    <a:pt x="83001" y="23513"/>
                  </a:lnTo>
                  <a:lnTo>
                    <a:pt x="82886" y="23573"/>
                  </a:lnTo>
                  <a:lnTo>
                    <a:pt x="82879" y="23588"/>
                  </a:lnTo>
                  <a:lnTo>
                    <a:pt x="82873" y="23602"/>
                  </a:lnTo>
                  <a:lnTo>
                    <a:pt x="82884" y="23616"/>
                  </a:lnTo>
                  <a:lnTo>
                    <a:pt x="82905" y="23639"/>
                  </a:lnTo>
                  <a:lnTo>
                    <a:pt x="83065" y="23786"/>
                  </a:lnTo>
                  <a:lnTo>
                    <a:pt x="83180" y="23835"/>
                  </a:lnTo>
                  <a:lnTo>
                    <a:pt x="83184" y="23832"/>
                  </a:lnTo>
                  <a:lnTo>
                    <a:pt x="83185" y="23716"/>
                  </a:lnTo>
                  <a:lnTo>
                    <a:pt x="83208" y="23671"/>
                  </a:lnTo>
                  <a:lnTo>
                    <a:pt x="83491" y="23639"/>
                  </a:lnTo>
                  <a:lnTo>
                    <a:pt x="83545" y="23633"/>
                  </a:lnTo>
                  <a:lnTo>
                    <a:pt x="83566" y="23668"/>
                  </a:lnTo>
                  <a:lnTo>
                    <a:pt x="83589" y="23841"/>
                  </a:lnTo>
                  <a:lnTo>
                    <a:pt x="83740" y="24032"/>
                  </a:lnTo>
                  <a:lnTo>
                    <a:pt x="83812" y="24124"/>
                  </a:lnTo>
                  <a:lnTo>
                    <a:pt x="83896" y="24230"/>
                  </a:lnTo>
                  <a:lnTo>
                    <a:pt x="83939" y="24191"/>
                  </a:lnTo>
                  <a:lnTo>
                    <a:pt x="84050" y="24154"/>
                  </a:lnTo>
                  <a:lnTo>
                    <a:pt x="84082" y="24184"/>
                  </a:lnTo>
                  <a:lnTo>
                    <a:pt x="84258" y="24852"/>
                  </a:lnTo>
                  <a:lnTo>
                    <a:pt x="84306" y="25036"/>
                  </a:lnTo>
                  <a:lnTo>
                    <a:pt x="84415" y="25090"/>
                  </a:lnTo>
                  <a:lnTo>
                    <a:pt x="84479" y="25063"/>
                  </a:lnTo>
                  <a:lnTo>
                    <a:pt x="84534" y="25010"/>
                  </a:lnTo>
                  <a:lnTo>
                    <a:pt x="84577" y="24998"/>
                  </a:lnTo>
                  <a:lnTo>
                    <a:pt x="84586" y="24996"/>
                  </a:lnTo>
                  <a:lnTo>
                    <a:pt x="84590" y="25000"/>
                  </a:lnTo>
                  <a:lnTo>
                    <a:pt x="84592" y="25007"/>
                  </a:lnTo>
                  <a:lnTo>
                    <a:pt x="84592" y="25028"/>
                  </a:lnTo>
                  <a:lnTo>
                    <a:pt x="84592" y="25033"/>
                  </a:lnTo>
                  <a:lnTo>
                    <a:pt x="84595" y="25038"/>
                  </a:lnTo>
                  <a:lnTo>
                    <a:pt x="84598" y="25042"/>
                  </a:lnTo>
                  <a:lnTo>
                    <a:pt x="84601" y="25048"/>
                  </a:lnTo>
                  <a:lnTo>
                    <a:pt x="84605" y="25059"/>
                  </a:lnTo>
                  <a:lnTo>
                    <a:pt x="84612" y="25082"/>
                  </a:lnTo>
                  <a:lnTo>
                    <a:pt x="84621" y="25100"/>
                  </a:lnTo>
                  <a:lnTo>
                    <a:pt x="84629" y="25109"/>
                  </a:lnTo>
                  <a:lnTo>
                    <a:pt x="84644" y="25124"/>
                  </a:lnTo>
                  <a:lnTo>
                    <a:pt x="84662" y="25141"/>
                  </a:lnTo>
                  <a:lnTo>
                    <a:pt x="84676" y="25160"/>
                  </a:lnTo>
                  <a:lnTo>
                    <a:pt x="84689" y="25178"/>
                  </a:lnTo>
                  <a:lnTo>
                    <a:pt x="84695" y="25193"/>
                  </a:lnTo>
                  <a:lnTo>
                    <a:pt x="84697" y="25199"/>
                  </a:lnTo>
                  <a:lnTo>
                    <a:pt x="84698" y="25204"/>
                  </a:lnTo>
                  <a:lnTo>
                    <a:pt x="84696" y="25213"/>
                  </a:lnTo>
                  <a:lnTo>
                    <a:pt x="84695" y="25224"/>
                  </a:lnTo>
                  <a:lnTo>
                    <a:pt x="84697" y="25235"/>
                  </a:lnTo>
                  <a:lnTo>
                    <a:pt x="84699" y="25241"/>
                  </a:lnTo>
                  <a:lnTo>
                    <a:pt x="84707" y="25251"/>
                  </a:lnTo>
                  <a:lnTo>
                    <a:pt x="84716" y="25258"/>
                  </a:lnTo>
                  <a:lnTo>
                    <a:pt x="84723" y="25268"/>
                  </a:lnTo>
                  <a:lnTo>
                    <a:pt x="84726" y="25271"/>
                  </a:lnTo>
                  <a:lnTo>
                    <a:pt x="84745" y="25309"/>
                  </a:lnTo>
                  <a:lnTo>
                    <a:pt x="84760" y="25352"/>
                  </a:lnTo>
                  <a:lnTo>
                    <a:pt x="84775" y="25379"/>
                  </a:lnTo>
                  <a:lnTo>
                    <a:pt x="84777" y="25384"/>
                  </a:lnTo>
                  <a:lnTo>
                    <a:pt x="84781" y="25399"/>
                  </a:lnTo>
                  <a:lnTo>
                    <a:pt x="84887" y="25368"/>
                  </a:lnTo>
                  <a:lnTo>
                    <a:pt x="84903" y="25381"/>
                  </a:lnTo>
                  <a:lnTo>
                    <a:pt x="84969" y="25481"/>
                  </a:lnTo>
                  <a:lnTo>
                    <a:pt x="84985" y="25504"/>
                  </a:lnTo>
                  <a:lnTo>
                    <a:pt x="85017" y="25608"/>
                  </a:lnTo>
                  <a:lnTo>
                    <a:pt x="85008" y="25696"/>
                  </a:lnTo>
                  <a:lnTo>
                    <a:pt x="85004" y="25738"/>
                  </a:lnTo>
                  <a:lnTo>
                    <a:pt x="85010" y="25789"/>
                  </a:lnTo>
                  <a:lnTo>
                    <a:pt x="85017" y="25857"/>
                  </a:lnTo>
                  <a:lnTo>
                    <a:pt x="85020" y="25881"/>
                  </a:lnTo>
                  <a:lnTo>
                    <a:pt x="85120" y="26099"/>
                  </a:lnTo>
                  <a:lnTo>
                    <a:pt x="85257" y="26336"/>
                  </a:lnTo>
                  <a:lnTo>
                    <a:pt x="85741" y="27092"/>
                  </a:lnTo>
                  <a:lnTo>
                    <a:pt x="85784" y="27285"/>
                  </a:lnTo>
                  <a:lnTo>
                    <a:pt x="85787" y="27298"/>
                  </a:lnTo>
                  <a:lnTo>
                    <a:pt x="85774" y="27397"/>
                  </a:lnTo>
                  <a:lnTo>
                    <a:pt x="85735" y="27678"/>
                  </a:lnTo>
                  <a:lnTo>
                    <a:pt x="85591" y="27675"/>
                  </a:lnTo>
                  <a:lnTo>
                    <a:pt x="85519" y="27642"/>
                  </a:lnTo>
                  <a:lnTo>
                    <a:pt x="85479" y="27570"/>
                  </a:lnTo>
                  <a:lnTo>
                    <a:pt x="85373" y="27118"/>
                  </a:lnTo>
                  <a:lnTo>
                    <a:pt x="85207" y="27145"/>
                  </a:lnTo>
                  <a:lnTo>
                    <a:pt x="84986" y="27265"/>
                  </a:lnTo>
                  <a:lnTo>
                    <a:pt x="84856" y="27362"/>
                  </a:lnTo>
                  <a:lnTo>
                    <a:pt x="84806" y="27420"/>
                  </a:lnTo>
                  <a:lnTo>
                    <a:pt x="84797" y="27430"/>
                  </a:lnTo>
                  <a:lnTo>
                    <a:pt x="84676" y="27572"/>
                  </a:lnTo>
                  <a:lnTo>
                    <a:pt x="84568" y="27798"/>
                  </a:lnTo>
                  <a:lnTo>
                    <a:pt x="84527" y="28038"/>
                  </a:lnTo>
                  <a:lnTo>
                    <a:pt x="84528" y="28261"/>
                  </a:lnTo>
                  <a:lnTo>
                    <a:pt x="84581" y="28486"/>
                  </a:lnTo>
                  <a:lnTo>
                    <a:pt x="84622" y="28662"/>
                  </a:lnTo>
                  <a:lnTo>
                    <a:pt x="84627" y="28685"/>
                  </a:lnTo>
                  <a:lnTo>
                    <a:pt x="84639" y="28999"/>
                  </a:lnTo>
                  <a:lnTo>
                    <a:pt x="84529" y="29623"/>
                  </a:lnTo>
                  <a:lnTo>
                    <a:pt x="84483" y="29676"/>
                  </a:lnTo>
                  <a:lnTo>
                    <a:pt x="84478" y="29671"/>
                  </a:lnTo>
                  <a:lnTo>
                    <a:pt x="84304" y="29835"/>
                  </a:lnTo>
                  <a:lnTo>
                    <a:pt x="84299" y="29838"/>
                  </a:lnTo>
                  <a:lnTo>
                    <a:pt x="84235" y="29881"/>
                  </a:lnTo>
                  <a:lnTo>
                    <a:pt x="84204" y="29874"/>
                  </a:lnTo>
                  <a:lnTo>
                    <a:pt x="84178" y="29890"/>
                  </a:lnTo>
                  <a:lnTo>
                    <a:pt x="83942" y="30089"/>
                  </a:lnTo>
                  <a:lnTo>
                    <a:pt x="83858" y="30189"/>
                  </a:lnTo>
                  <a:lnTo>
                    <a:pt x="83900" y="30201"/>
                  </a:lnTo>
                  <a:lnTo>
                    <a:pt x="83948" y="30266"/>
                  </a:lnTo>
                  <a:lnTo>
                    <a:pt x="83913" y="30309"/>
                  </a:lnTo>
                  <a:lnTo>
                    <a:pt x="83826" y="30415"/>
                  </a:lnTo>
                  <a:lnTo>
                    <a:pt x="83804" y="30441"/>
                  </a:lnTo>
                  <a:lnTo>
                    <a:pt x="83780" y="30469"/>
                  </a:lnTo>
                  <a:lnTo>
                    <a:pt x="83618" y="30655"/>
                  </a:lnTo>
                  <a:lnTo>
                    <a:pt x="83549" y="30677"/>
                  </a:lnTo>
                  <a:lnTo>
                    <a:pt x="83535" y="30681"/>
                  </a:lnTo>
                  <a:lnTo>
                    <a:pt x="83497" y="30694"/>
                  </a:lnTo>
                  <a:lnTo>
                    <a:pt x="83322" y="30749"/>
                  </a:lnTo>
                  <a:lnTo>
                    <a:pt x="83168" y="30828"/>
                  </a:lnTo>
                  <a:lnTo>
                    <a:pt x="83102" y="30906"/>
                  </a:lnTo>
                  <a:lnTo>
                    <a:pt x="83090" y="30933"/>
                  </a:lnTo>
                  <a:lnTo>
                    <a:pt x="83071" y="30976"/>
                  </a:lnTo>
                  <a:lnTo>
                    <a:pt x="83039" y="30997"/>
                  </a:lnTo>
                  <a:lnTo>
                    <a:pt x="82923" y="30997"/>
                  </a:lnTo>
                  <a:lnTo>
                    <a:pt x="82887" y="30976"/>
                  </a:lnTo>
                  <a:lnTo>
                    <a:pt x="82876" y="30969"/>
                  </a:lnTo>
                  <a:lnTo>
                    <a:pt x="82847" y="30952"/>
                  </a:lnTo>
                  <a:lnTo>
                    <a:pt x="82830" y="30920"/>
                  </a:lnTo>
                  <a:lnTo>
                    <a:pt x="82828" y="30916"/>
                  </a:lnTo>
                  <a:lnTo>
                    <a:pt x="82818" y="30923"/>
                  </a:lnTo>
                  <a:lnTo>
                    <a:pt x="82815" y="30925"/>
                  </a:lnTo>
                  <a:lnTo>
                    <a:pt x="82805" y="30932"/>
                  </a:lnTo>
                  <a:lnTo>
                    <a:pt x="82869" y="31072"/>
                  </a:lnTo>
                  <a:lnTo>
                    <a:pt x="82875" y="31085"/>
                  </a:lnTo>
                  <a:lnTo>
                    <a:pt x="82888" y="31115"/>
                  </a:lnTo>
                  <a:lnTo>
                    <a:pt x="82935" y="31217"/>
                  </a:lnTo>
                  <a:lnTo>
                    <a:pt x="83193" y="31064"/>
                  </a:lnTo>
                  <a:lnTo>
                    <a:pt x="83296" y="31091"/>
                  </a:lnTo>
                  <a:lnTo>
                    <a:pt x="83334" y="31135"/>
                  </a:lnTo>
                  <a:lnTo>
                    <a:pt x="83324" y="31204"/>
                  </a:lnTo>
                  <a:lnTo>
                    <a:pt x="83121" y="31390"/>
                  </a:lnTo>
                  <a:lnTo>
                    <a:pt x="82980" y="31577"/>
                  </a:lnTo>
                  <a:lnTo>
                    <a:pt x="82910" y="31782"/>
                  </a:lnTo>
                  <a:lnTo>
                    <a:pt x="82903" y="31843"/>
                  </a:lnTo>
                  <a:lnTo>
                    <a:pt x="82873" y="32130"/>
                  </a:lnTo>
                  <a:lnTo>
                    <a:pt x="82779" y="32242"/>
                  </a:lnTo>
                  <a:lnTo>
                    <a:pt x="82536" y="32462"/>
                  </a:lnTo>
                  <a:lnTo>
                    <a:pt x="82287" y="32571"/>
                  </a:lnTo>
                  <a:lnTo>
                    <a:pt x="82052" y="32674"/>
                  </a:lnTo>
                  <a:lnTo>
                    <a:pt x="81734" y="32911"/>
                  </a:lnTo>
                  <a:lnTo>
                    <a:pt x="81722" y="32920"/>
                  </a:lnTo>
                  <a:lnTo>
                    <a:pt x="81683" y="32949"/>
                  </a:lnTo>
                  <a:lnTo>
                    <a:pt x="81752" y="32937"/>
                  </a:lnTo>
                  <a:lnTo>
                    <a:pt x="81767" y="32951"/>
                  </a:lnTo>
                  <a:lnTo>
                    <a:pt x="81817" y="33084"/>
                  </a:lnTo>
                  <a:lnTo>
                    <a:pt x="81796" y="33114"/>
                  </a:lnTo>
                  <a:lnTo>
                    <a:pt x="81763" y="33117"/>
                  </a:lnTo>
                  <a:lnTo>
                    <a:pt x="81684" y="33123"/>
                  </a:lnTo>
                  <a:lnTo>
                    <a:pt x="81614" y="33040"/>
                  </a:lnTo>
                  <a:lnTo>
                    <a:pt x="81562" y="32938"/>
                  </a:lnTo>
                  <a:lnTo>
                    <a:pt x="81471" y="32842"/>
                  </a:lnTo>
                  <a:lnTo>
                    <a:pt x="81290" y="32746"/>
                  </a:lnTo>
                  <a:lnTo>
                    <a:pt x="81108" y="32727"/>
                  </a:lnTo>
                  <a:lnTo>
                    <a:pt x="80849" y="32734"/>
                  </a:lnTo>
                  <a:lnTo>
                    <a:pt x="80824" y="32734"/>
                  </a:lnTo>
                  <a:lnTo>
                    <a:pt x="80813" y="32735"/>
                  </a:lnTo>
                  <a:lnTo>
                    <a:pt x="80459" y="32894"/>
                  </a:lnTo>
                  <a:lnTo>
                    <a:pt x="80149" y="33112"/>
                  </a:lnTo>
                  <a:lnTo>
                    <a:pt x="80063" y="33203"/>
                  </a:lnTo>
                  <a:lnTo>
                    <a:pt x="79965" y="33308"/>
                  </a:lnTo>
                  <a:lnTo>
                    <a:pt x="79824" y="33458"/>
                  </a:lnTo>
                  <a:lnTo>
                    <a:pt x="79706" y="33585"/>
                  </a:lnTo>
                  <a:lnTo>
                    <a:pt x="79641" y="33654"/>
                  </a:lnTo>
                  <a:lnTo>
                    <a:pt x="79623" y="33673"/>
                  </a:lnTo>
                  <a:lnTo>
                    <a:pt x="79554" y="33747"/>
                  </a:lnTo>
                  <a:lnTo>
                    <a:pt x="79374" y="34137"/>
                  </a:lnTo>
                  <a:lnTo>
                    <a:pt x="79372" y="34222"/>
                  </a:lnTo>
                  <a:lnTo>
                    <a:pt x="79395" y="34366"/>
                  </a:lnTo>
                  <a:lnTo>
                    <a:pt x="79414" y="34484"/>
                  </a:lnTo>
                  <a:lnTo>
                    <a:pt x="79415" y="34488"/>
                  </a:lnTo>
                  <a:lnTo>
                    <a:pt x="79374" y="34712"/>
                  </a:lnTo>
                  <a:lnTo>
                    <a:pt x="79305" y="34839"/>
                  </a:lnTo>
                  <a:lnTo>
                    <a:pt x="79288" y="34955"/>
                  </a:lnTo>
                  <a:lnTo>
                    <a:pt x="79300" y="35048"/>
                  </a:lnTo>
                  <a:lnTo>
                    <a:pt x="79346" y="35165"/>
                  </a:lnTo>
                  <a:lnTo>
                    <a:pt x="79440" y="35349"/>
                  </a:lnTo>
                  <a:lnTo>
                    <a:pt x="79457" y="35383"/>
                  </a:lnTo>
                  <a:lnTo>
                    <a:pt x="79483" y="35551"/>
                  </a:lnTo>
                  <a:lnTo>
                    <a:pt x="79528" y="35659"/>
                  </a:lnTo>
                  <a:lnTo>
                    <a:pt x="79581" y="35714"/>
                  </a:lnTo>
                  <a:lnTo>
                    <a:pt x="79680" y="35821"/>
                  </a:lnTo>
                  <a:lnTo>
                    <a:pt x="79750" y="35895"/>
                  </a:lnTo>
                  <a:lnTo>
                    <a:pt x="79843" y="36020"/>
                  </a:lnTo>
                  <a:lnTo>
                    <a:pt x="79846" y="36031"/>
                  </a:lnTo>
                  <a:lnTo>
                    <a:pt x="79874" y="36148"/>
                  </a:lnTo>
                  <a:lnTo>
                    <a:pt x="79870" y="36217"/>
                  </a:lnTo>
                  <a:lnTo>
                    <a:pt x="79779" y="36541"/>
                  </a:lnTo>
                  <a:lnTo>
                    <a:pt x="79772" y="36556"/>
                  </a:lnTo>
                  <a:lnTo>
                    <a:pt x="79612" y="36863"/>
                  </a:lnTo>
                  <a:lnTo>
                    <a:pt x="79583" y="36899"/>
                  </a:lnTo>
                  <a:lnTo>
                    <a:pt x="79415" y="36996"/>
                  </a:lnTo>
                  <a:lnTo>
                    <a:pt x="79390" y="37011"/>
                  </a:lnTo>
                  <a:lnTo>
                    <a:pt x="79387" y="37006"/>
                  </a:lnTo>
                  <a:lnTo>
                    <a:pt x="79346" y="37012"/>
                  </a:lnTo>
                  <a:lnTo>
                    <a:pt x="79343" y="36973"/>
                  </a:lnTo>
                  <a:lnTo>
                    <a:pt x="79302" y="36982"/>
                  </a:lnTo>
                  <a:lnTo>
                    <a:pt x="79140" y="37086"/>
                  </a:lnTo>
                  <a:lnTo>
                    <a:pt x="79101" y="37125"/>
                  </a:lnTo>
                  <a:lnTo>
                    <a:pt x="79035" y="37216"/>
                  </a:lnTo>
                  <a:lnTo>
                    <a:pt x="79002" y="37279"/>
                  </a:lnTo>
                  <a:lnTo>
                    <a:pt x="78996" y="37333"/>
                  </a:lnTo>
                  <a:lnTo>
                    <a:pt x="78900" y="37426"/>
                  </a:lnTo>
                  <a:lnTo>
                    <a:pt x="78847" y="37399"/>
                  </a:lnTo>
                  <a:lnTo>
                    <a:pt x="78808" y="37298"/>
                  </a:lnTo>
                  <a:lnTo>
                    <a:pt x="78804" y="37288"/>
                  </a:lnTo>
                  <a:lnTo>
                    <a:pt x="78800" y="37235"/>
                  </a:lnTo>
                  <a:lnTo>
                    <a:pt x="78794" y="37225"/>
                  </a:lnTo>
                  <a:lnTo>
                    <a:pt x="78647" y="37142"/>
                  </a:lnTo>
                  <a:lnTo>
                    <a:pt x="78643" y="37139"/>
                  </a:lnTo>
                  <a:lnTo>
                    <a:pt x="78627" y="37138"/>
                  </a:lnTo>
                  <a:lnTo>
                    <a:pt x="78477" y="37126"/>
                  </a:lnTo>
                  <a:lnTo>
                    <a:pt x="78333" y="37148"/>
                  </a:lnTo>
                  <a:lnTo>
                    <a:pt x="78329" y="37150"/>
                  </a:lnTo>
                  <a:lnTo>
                    <a:pt x="78184" y="37236"/>
                  </a:lnTo>
                  <a:lnTo>
                    <a:pt x="78066" y="37345"/>
                  </a:lnTo>
                  <a:lnTo>
                    <a:pt x="77985" y="37481"/>
                  </a:lnTo>
                  <a:lnTo>
                    <a:pt x="77910" y="37666"/>
                  </a:lnTo>
                  <a:lnTo>
                    <a:pt x="77878" y="37840"/>
                  </a:lnTo>
                  <a:lnTo>
                    <a:pt x="77883" y="37943"/>
                  </a:lnTo>
                  <a:lnTo>
                    <a:pt x="77889" y="38053"/>
                  </a:lnTo>
                  <a:lnTo>
                    <a:pt x="77897" y="38187"/>
                  </a:lnTo>
                  <a:lnTo>
                    <a:pt x="78058" y="38425"/>
                  </a:lnTo>
                  <a:lnTo>
                    <a:pt x="78115" y="38783"/>
                  </a:lnTo>
                  <a:lnTo>
                    <a:pt x="78062" y="39240"/>
                  </a:lnTo>
                  <a:lnTo>
                    <a:pt x="78004" y="39505"/>
                  </a:lnTo>
                  <a:lnTo>
                    <a:pt x="77927" y="39738"/>
                  </a:lnTo>
                  <a:lnTo>
                    <a:pt x="77597" y="40304"/>
                  </a:lnTo>
                  <a:lnTo>
                    <a:pt x="77542" y="40399"/>
                  </a:lnTo>
                  <a:lnTo>
                    <a:pt x="77491" y="40485"/>
                  </a:lnTo>
                  <a:lnTo>
                    <a:pt x="77429" y="40497"/>
                  </a:lnTo>
                  <a:lnTo>
                    <a:pt x="77375" y="40507"/>
                  </a:lnTo>
                  <a:lnTo>
                    <a:pt x="77358" y="40523"/>
                  </a:lnTo>
                  <a:lnTo>
                    <a:pt x="77429" y="40622"/>
                  </a:lnTo>
                  <a:lnTo>
                    <a:pt x="77546" y="40705"/>
                  </a:lnTo>
                  <a:lnTo>
                    <a:pt x="77383" y="40890"/>
                  </a:lnTo>
                  <a:lnTo>
                    <a:pt x="77255" y="41135"/>
                  </a:lnTo>
                  <a:lnTo>
                    <a:pt x="77228" y="41361"/>
                  </a:lnTo>
                  <a:lnTo>
                    <a:pt x="77216" y="41459"/>
                  </a:lnTo>
                  <a:lnTo>
                    <a:pt x="77204" y="41555"/>
                  </a:lnTo>
                  <a:lnTo>
                    <a:pt x="77123" y="41811"/>
                  </a:lnTo>
                  <a:lnTo>
                    <a:pt x="77032" y="41923"/>
                  </a:lnTo>
                  <a:lnTo>
                    <a:pt x="76941" y="42036"/>
                  </a:lnTo>
                  <a:lnTo>
                    <a:pt x="76915" y="42069"/>
                  </a:lnTo>
                  <a:lnTo>
                    <a:pt x="76681" y="42172"/>
                  </a:lnTo>
                  <a:lnTo>
                    <a:pt x="76588" y="42238"/>
                  </a:lnTo>
                  <a:lnTo>
                    <a:pt x="76500" y="42352"/>
                  </a:lnTo>
                  <a:lnTo>
                    <a:pt x="76412" y="42540"/>
                  </a:lnTo>
                  <a:lnTo>
                    <a:pt x="76311" y="42866"/>
                  </a:lnTo>
                  <a:lnTo>
                    <a:pt x="76298" y="42909"/>
                  </a:lnTo>
                  <a:lnTo>
                    <a:pt x="76286" y="42947"/>
                  </a:lnTo>
                  <a:lnTo>
                    <a:pt x="76263" y="43027"/>
                  </a:lnTo>
                  <a:lnTo>
                    <a:pt x="76183" y="43307"/>
                  </a:lnTo>
                  <a:lnTo>
                    <a:pt x="76177" y="43327"/>
                  </a:lnTo>
                  <a:lnTo>
                    <a:pt x="76175" y="43336"/>
                  </a:lnTo>
                  <a:lnTo>
                    <a:pt x="76168" y="43391"/>
                  </a:lnTo>
                  <a:lnTo>
                    <a:pt x="76165" y="43414"/>
                  </a:lnTo>
                  <a:lnTo>
                    <a:pt x="76161" y="43442"/>
                  </a:lnTo>
                  <a:lnTo>
                    <a:pt x="76156" y="43483"/>
                  </a:lnTo>
                  <a:lnTo>
                    <a:pt x="76147" y="43551"/>
                  </a:lnTo>
                  <a:lnTo>
                    <a:pt x="76145" y="43568"/>
                  </a:lnTo>
                  <a:lnTo>
                    <a:pt x="76143" y="43576"/>
                  </a:lnTo>
                  <a:lnTo>
                    <a:pt x="76141" y="43591"/>
                  </a:lnTo>
                  <a:lnTo>
                    <a:pt x="76132" y="43653"/>
                  </a:lnTo>
                  <a:lnTo>
                    <a:pt x="76128" y="43687"/>
                  </a:lnTo>
                  <a:lnTo>
                    <a:pt x="76122" y="43727"/>
                  </a:lnTo>
                  <a:lnTo>
                    <a:pt x="76118" y="43751"/>
                  </a:lnTo>
                  <a:lnTo>
                    <a:pt x="76108" y="43825"/>
                  </a:lnTo>
                  <a:lnTo>
                    <a:pt x="76106" y="43840"/>
                  </a:lnTo>
                  <a:lnTo>
                    <a:pt x="76105" y="43848"/>
                  </a:lnTo>
                  <a:lnTo>
                    <a:pt x="76104" y="43854"/>
                  </a:lnTo>
                  <a:lnTo>
                    <a:pt x="76102" y="43865"/>
                  </a:lnTo>
                  <a:lnTo>
                    <a:pt x="76096" y="43911"/>
                  </a:lnTo>
                  <a:lnTo>
                    <a:pt x="76092" y="43934"/>
                  </a:lnTo>
                  <a:lnTo>
                    <a:pt x="76044" y="43951"/>
                  </a:lnTo>
                  <a:lnTo>
                    <a:pt x="76027" y="43957"/>
                  </a:lnTo>
                  <a:lnTo>
                    <a:pt x="76002" y="43966"/>
                  </a:lnTo>
                  <a:lnTo>
                    <a:pt x="75807" y="43937"/>
                  </a:lnTo>
                  <a:lnTo>
                    <a:pt x="75676" y="44008"/>
                  </a:lnTo>
                  <a:lnTo>
                    <a:pt x="75623" y="44036"/>
                  </a:lnTo>
                  <a:lnTo>
                    <a:pt x="75603" y="44055"/>
                  </a:lnTo>
                  <a:lnTo>
                    <a:pt x="75530" y="44129"/>
                  </a:lnTo>
                  <a:lnTo>
                    <a:pt x="75529" y="44137"/>
                  </a:lnTo>
                  <a:lnTo>
                    <a:pt x="75516" y="44153"/>
                  </a:lnTo>
                  <a:lnTo>
                    <a:pt x="75505" y="44165"/>
                  </a:lnTo>
                  <a:lnTo>
                    <a:pt x="75501" y="44171"/>
                  </a:lnTo>
                  <a:lnTo>
                    <a:pt x="75469" y="44185"/>
                  </a:lnTo>
                  <a:lnTo>
                    <a:pt x="75459" y="44189"/>
                  </a:lnTo>
                  <a:lnTo>
                    <a:pt x="75429" y="44201"/>
                  </a:lnTo>
                  <a:lnTo>
                    <a:pt x="75418" y="44205"/>
                  </a:lnTo>
                  <a:lnTo>
                    <a:pt x="75392" y="44216"/>
                  </a:lnTo>
                  <a:lnTo>
                    <a:pt x="75387" y="44220"/>
                  </a:lnTo>
                  <a:lnTo>
                    <a:pt x="75350" y="44235"/>
                  </a:lnTo>
                  <a:lnTo>
                    <a:pt x="75346" y="44236"/>
                  </a:lnTo>
                  <a:lnTo>
                    <a:pt x="75341" y="44236"/>
                  </a:lnTo>
                  <a:lnTo>
                    <a:pt x="75336" y="44241"/>
                  </a:lnTo>
                  <a:lnTo>
                    <a:pt x="75335" y="44246"/>
                  </a:lnTo>
                  <a:lnTo>
                    <a:pt x="75323" y="44256"/>
                  </a:lnTo>
                  <a:lnTo>
                    <a:pt x="75291" y="44281"/>
                  </a:lnTo>
                  <a:lnTo>
                    <a:pt x="75286" y="44292"/>
                  </a:lnTo>
                  <a:lnTo>
                    <a:pt x="75221" y="44443"/>
                  </a:lnTo>
                  <a:lnTo>
                    <a:pt x="75153" y="44493"/>
                  </a:lnTo>
                  <a:lnTo>
                    <a:pt x="75107" y="44507"/>
                  </a:lnTo>
                  <a:lnTo>
                    <a:pt x="75068" y="44498"/>
                  </a:lnTo>
                  <a:lnTo>
                    <a:pt x="75063" y="44495"/>
                  </a:lnTo>
                  <a:lnTo>
                    <a:pt x="75060" y="44496"/>
                  </a:lnTo>
                  <a:lnTo>
                    <a:pt x="75034" y="44514"/>
                  </a:lnTo>
                  <a:lnTo>
                    <a:pt x="75035" y="44520"/>
                  </a:lnTo>
                  <a:lnTo>
                    <a:pt x="75034" y="44525"/>
                  </a:lnTo>
                  <a:lnTo>
                    <a:pt x="75032" y="44529"/>
                  </a:lnTo>
                  <a:lnTo>
                    <a:pt x="75029" y="44533"/>
                  </a:lnTo>
                  <a:lnTo>
                    <a:pt x="74906" y="44640"/>
                  </a:lnTo>
                  <a:lnTo>
                    <a:pt x="74900" y="44652"/>
                  </a:lnTo>
                  <a:lnTo>
                    <a:pt x="74909" y="44672"/>
                  </a:lnTo>
                  <a:lnTo>
                    <a:pt x="74942" y="44745"/>
                  </a:lnTo>
                  <a:lnTo>
                    <a:pt x="74956" y="44778"/>
                  </a:lnTo>
                  <a:lnTo>
                    <a:pt x="75043" y="44890"/>
                  </a:lnTo>
                  <a:lnTo>
                    <a:pt x="75138" y="45065"/>
                  </a:lnTo>
                  <a:lnTo>
                    <a:pt x="75163" y="45111"/>
                  </a:lnTo>
                  <a:lnTo>
                    <a:pt x="75131" y="45298"/>
                  </a:lnTo>
                  <a:lnTo>
                    <a:pt x="75123" y="45346"/>
                  </a:lnTo>
                  <a:lnTo>
                    <a:pt x="75114" y="45403"/>
                  </a:lnTo>
                  <a:lnTo>
                    <a:pt x="75110" y="45425"/>
                  </a:lnTo>
                  <a:lnTo>
                    <a:pt x="75174" y="45516"/>
                  </a:lnTo>
                  <a:lnTo>
                    <a:pt x="75179" y="45524"/>
                  </a:lnTo>
                  <a:lnTo>
                    <a:pt x="75195" y="45547"/>
                  </a:lnTo>
                  <a:lnTo>
                    <a:pt x="75218" y="45568"/>
                  </a:lnTo>
                  <a:lnTo>
                    <a:pt x="75243" y="45672"/>
                  </a:lnTo>
                  <a:lnTo>
                    <a:pt x="75246" y="45684"/>
                  </a:lnTo>
                  <a:lnTo>
                    <a:pt x="75252" y="45710"/>
                  </a:lnTo>
                  <a:lnTo>
                    <a:pt x="75177" y="45889"/>
                  </a:lnTo>
                  <a:lnTo>
                    <a:pt x="75147" y="45961"/>
                  </a:lnTo>
                  <a:lnTo>
                    <a:pt x="75126" y="46010"/>
                  </a:lnTo>
                  <a:lnTo>
                    <a:pt x="75073" y="46137"/>
                  </a:lnTo>
                  <a:lnTo>
                    <a:pt x="75007" y="46185"/>
                  </a:lnTo>
                  <a:lnTo>
                    <a:pt x="74966" y="46187"/>
                  </a:lnTo>
                  <a:lnTo>
                    <a:pt x="74937" y="46184"/>
                  </a:lnTo>
                  <a:lnTo>
                    <a:pt x="74938" y="46176"/>
                  </a:lnTo>
                  <a:lnTo>
                    <a:pt x="74939" y="46157"/>
                  </a:lnTo>
                  <a:lnTo>
                    <a:pt x="74939" y="46147"/>
                  </a:lnTo>
                  <a:lnTo>
                    <a:pt x="74914" y="46126"/>
                  </a:lnTo>
                  <a:lnTo>
                    <a:pt x="74837" y="46120"/>
                  </a:lnTo>
                  <a:lnTo>
                    <a:pt x="74821" y="46137"/>
                  </a:lnTo>
                  <a:lnTo>
                    <a:pt x="74819" y="46163"/>
                  </a:lnTo>
                  <a:lnTo>
                    <a:pt x="74808" y="46302"/>
                  </a:lnTo>
                  <a:lnTo>
                    <a:pt x="74812" y="46313"/>
                  </a:lnTo>
                  <a:lnTo>
                    <a:pt x="74873" y="46523"/>
                  </a:lnTo>
                  <a:lnTo>
                    <a:pt x="74876" y="46536"/>
                  </a:lnTo>
                  <a:lnTo>
                    <a:pt x="74892" y="46571"/>
                  </a:lnTo>
                  <a:lnTo>
                    <a:pt x="74899" y="46586"/>
                  </a:lnTo>
                  <a:lnTo>
                    <a:pt x="74914" y="46620"/>
                  </a:lnTo>
                  <a:lnTo>
                    <a:pt x="74936" y="46638"/>
                  </a:lnTo>
                  <a:lnTo>
                    <a:pt x="74945" y="46643"/>
                  </a:lnTo>
                  <a:lnTo>
                    <a:pt x="75067" y="46728"/>
                  </a:lnTo>
                  <a:lnTo>
                    <a:pt x="75117" y="46710"/>
                  </a:lnTo>
                  <a:lnTo>
                    <a:pt x="75138" y="46702"/>
                  </a:lnTo>
                  <a:lnTo>
                    <a:pt x="75184" y="46683"/>
                  </a:lnTo>
                  <a:lnTo>
                    <a:pt x="75184" y="46515"/>
                  </a:lnTo>
                  <a:lnTo>
                    <a:pt x="75156" y="46466"/>
                  </a:lnTo>
                  <a:lnTo>
                    <a:pt x="75165" y="46407"/>
                  </a:lnTo>
                  <a:lnTo>
                    <a:pt x="75178" y="46367"/>
                  </a:lnTo>
                  <a:lnTo>
                    <a:pt x="75241" y="46287"/>
                  </a:lnTo>
                  <a:lnTo>
                    <a:pt x="75315" y="46175"/>
                  </a:lnTo>
                  <a:lnTo>
                    <a:pt x="75252" y="46076"/>
                  </a:lnTo>
                  <a:lnTo>
                    <a:pt x="75232" y="45980"/>
                  </a:lnTo>
                  <a:lnTo>
                    <a:pt x="75279" y="45919"/>
                  </a:lnTo>
                  <a:lnTo>
                    <a:pt x="75315" y="45859"/>
                  </a:lnTo>
                  <a:lnTo>
                    <a:pt x="75319" y="45853"/>
                  </a:lnTo>
                  <a:lnTo>
                    <a:pt x="75353" y="45797"/>
                  </a:lnTo>
                  <a:lnTo>
                    <a:pt x="75363" y="45759"/>
                  </a:lnTo>
                  <a:lnTo>
                    <a:pt x="75368" y="45749"/>
                  </a:lnTo>
                  <a:lnTo>
                    <a:pt x="75369" y="45733"/>
                  </a:lnTo>
                  <a:lnTo>
                    <a:pt x="75390" y="45303"/>
                  </a:lnTo>
                  <a:lnTo>
                    <a:pt x="75323" y="45228"/>
                  </a:lnTo>
                  <a:lnTo>
                    <a:pt x="75253" y="45182"/>
                  </a:lnTo>
                  <a:lnTo>
                    <a:pt x="75240" y="45074"/>
                  </a:lnTo>
                  <a:lnTo>
                    <a:pt x="75269" y="45041"/>
                  </a:lnTo>
                  <a:lnTo>
                    <a:pt x="75318" y="45029"/>
                  </a:lnTo>
                  <a:lnTo>
                    <a:pt x="75417" y="45003"/>
                  </a:lnTo>
                  <a:lnTo>
                    <a:pt x="75522" y="44976"/>
                  </a:lnTo>
                  <a:lnTo>
                    <a:pt x="75553" y="44981"/>
                  </a:lnTo>
                  <a:lnTo>
                    <a:pt x="75543" y="45055"/>
                  </a:lnTo>
                  <a:lnTo>
                    <a:pt x="75576" y="45073"/>
                  </a:lnTo>
                  <a:lnTo>
                    <a:pt x="75595" y="45064"/>
                  </a:lnTo>
                  <a:lnTo>
                    <a:pt x="75611" y="45060"/>
                  </a:lnTo>
                  <a:lnTo>
                    <a:pt x="75643" y="45060"/>
                  </a:lnTo>
                  <a:lnTo>
                    <a:pt x="75669" y="45068"/>
                  </a:lnTo>
                  <a:lnTo>
                    <a:pt x="75681" y="45081"/>
                  </a:lnTo>
                  <a:lnTo>
                    <a:pt x="75692" y="45097"/>
                  </a:lnTo>
                  <a:lnTo>
                    <a:pt x="75700" y="45111"/>
                  </a:lnTo>
                  <a:lnTo>
                    <a:pt x="75694" y="45170"/>
                  </a:lnTo>
                  <a:lnTo>
                    <a:pt x="75692" y="45183"/>
                  </a:lnTo>
                  <a:lnTo>
                    <a:pt x="75686" y="45241"/>
                  </a:lnTo>
                  <a:lnTo>
                    <a:pt x="75668" y="45424"/>
                  </a:lnTo>
                  <a:lnTo>
                    <a:pt x="75666" y="45444"/>
                  </a:lnTo>
                  <a:lnTo>
                    <a:pt x="75651" y="45722"/>
                  </a:lnTo>
                  <a:lnTo>
                    <a:pt x="75642" y="45892"/>
                  </a:lnTo>
                  <a:lnTo>
                    <a:pt x="75617" y="45946"/>
                  </a:lnTo>
                  <a:lnTo>
                    <a:pt x="75567" y="46194"/>
                  </a:lnTo>
                  <a:lnTo>
                    <a:pt x="75554" y="46389"/>
                  </a:lnTo>
                  <a:lnTo>
                    <a:pt x="75521" y="46864"/>
                  </a:lnTo>
                  <a:lnTo>
                    <a:pt x="75519" y="46902"/>
                  </a:lnTo>
                  <a:lnTo>
                    <a:pt x="75514" y="46971"/>
                  </a:lnTo>
                  <a:lnTo>
                    <a:pt x="75506" y="47082"/>
                  </a:lnTo>
                  <a:lnTo>
                    <a:pt x="75438" y="48085"/>
                  </a:lnTo>
                  <a:lnTo>
                    <a:pt x="75430" y="48159"/>
                  </a:lnTo>
                  <a:lnTo>
                    <a:pt x="75425" y="48199"/>
                  </a:lnTo>
                  <a:lnTo>
                    <a:pt x="75382" y="48585"/>
                  </a:lnTo>
                  <a:lnTo>
                    <a:pt x="75359" y="48792"/>
                  </a:lnTo>
                  <a:lnTo>
                    <a:pt x="75298" y="48844"/>
                  </a:lnTo>
                  <a:lnTo>
                    <a:pt x="75045" y="48790"/>
                  </a:lnTo>
                  <a:lnTo>
                    <a:pt x="74377" y="48974"/>
                  </a:lnTo>
                  <a:lnTo>
                    <a:pt x="74206" y="49191"/>
                  </a:lnTo>
                  <a:lnTo>
                    <a:pt x="74187" y="49196"/>
                  </a:lnTo>
                  <a:lnTo>
                    <a:pt x="74143" y="49279"/>
                  </a:lnTo>
                  <a:lnTo>
                    <a:pt x="74092" y="49506"/>
                  </a:lnTo>
                  <a:lnTo>
                    <a:pt x="74025" y="49806"/>
                  </a:lnTo>
                  <a:lnTo>
                    <a:pt x="73999" y="50011"/>
                  </a:lnTo>
                  <a:lnTo>
                    <a:pt x="73959" y="50109"/>
                  </a:lnTo>
                  <a:lnTo>
                    <a:pt x="73896" y="50212"/>
                  </a:lnTo>
                  <a:lnTo>
                    <a:pt x="73827" y="50326"/>
                  </a:lnTo>
                  <a:lnTo>
                    <a:pt x="73819" y="50340"/>
                  </a:lnTo>
                  <a:lnTo>
                    <a:pt x="73682" y="50526"/>
                  </a:lnTo>
                  <a:lnTo>
                    <a:pt x="73477" y="51015"/>
                  </a:lnTo>
                  <a:lnTo>
                    <a:pt x="73390" y="51350"/>
                  </a:lnTo>
                  <a:lnTo>
                    <a:pt x="73380" y="51423"/>
                  </a:lnTo>
                  <a:lnTo>
                    <a:pt x="73369" y="51493"/>
                  </a:lnTo>
                  <a:lnTo>
                    <a:pt x="73276" y="52131"/>
                  </a:lnTo>
                  <a:lnTo>
                    <a:pt x="73244" y="52632"/>
                  </a:lnTo>
                  <a:lnTo>
                    <a:pt x="73242" y="52892"/>
                  </a:lnTo>
                  <a:lnTo>
                    <a:pt x="73241" y="53049"/>
                  </a:lnTo>
                  <a:lnTo>
                    <a:pt x="73180" y="53552"/>
                  </a:lnTo>
                  <a:lnTo>
                    <a:pt x="73190" y="54019"/>
                  </a:lnTo>
                  <a:lnTo>
                    <a:pt x="73194" y="54195"/>
                  </a:lnTo>
                  <a:lnTo>
                    <a:pt x="73181" y="54359"/>
                  </a:lnTo>
                  <a:lnTo>
                    <a:pt x="73204" y="54589"/>
                  </a:lnTo>
                  <a:lnTo>
                    <a:pt x="73224" y="54614"/>
                  </a:lnTo>
                  <a:lnTo>
                    <a:pt x="73240" y="54756"/>
                  </a:lnTo>
                  <a:lnTo>
                    <a:pt x="73277" y="55183"/>
                  </a:lnTo>
                  <a:lnTo>
                    <a:pt x="73311" y="55576"/>
                  </a:lnTo>
                  <a:lnTo>
                    <a:pt x="73315" y="55632"/>
                  </a:lnTo>
                  <a:lnTo>
                    <a:pt x="73261" y="55682"/>
                  </a:lnTo>
                  <a:lnTo>
                    <a:pt x="73170" y="55559"/>
                  </a:lnTo>
                  <a:lnTo>
                    <a:pt x="73066" y="55497"/>
                  </a:lnTo>
                  <a:lnTo>
                    <a:pt x="72891" y="55536"/>
                  </a:lnTo>
                  <a:lnTo>
                    <a:pt x="72835" y="55574"/>
                  </a:lnTo>
                  <a:lnTo>
                    <a:pt x="72596" y="55662"/>
                  </a:lnTo>
                  <a:lnTo>
                    <a:pt x="72431" y="55747"/>
                  </a:lnTo>
                  <a:lnTo>
                    <a:pt x="72181" y="55913"/>
                  </a:lnTo>
                  <a:lnTo>
                    <a:pt x="72160" y="55926"/>
                  </a:lnTo>
                  <a:lnTo>
                    <a:pt x="72127" y="55948"/>
                  </a:lnTo>
                  <a:lnTo>
                    <a:pt x="72069" y="55986"/>
                  </a:lnTo>
                  <a:lnTo>
                    <a:pt x="71986" y="56041"/>
                  </a:lnTo>
                  <a:lnTo>
                    <a:pt x="72012" y="56118"/>
                  </a:lnTo>
                  <a:lnTo>
                    <a:pt x="71668" y="56583"/>
                  </a:lnTo>
                  <a:lnTo>
                    <a:pt x="71638" y="56567"/>
                  </a:lnTo>
                  <a:lnTo>
                    <a:pt x="71610" y="56522"/>
                  </a:lnTo>
                  <a:lnTo>
                    <a:pt x="71591" y="56491"/>
                  </a:lnTo>
                  <a:lnTo>
                    <a:pt x="71579" y="56472"/>
                  </a:lnTo>
                  <a:lnTo>
                    <a:pt x="71570" y="56447"/>
                  </a:lnTo>
                  <a:lnTo>
                    <a:pt x="71534" y="56343"/>
                  </a:lnTo>
                  <a:lnTo>
                    <a:pt x="71562" y="56224"/>
                  </a:lnTo>
                  <a:lnTo>
                    <a:pt x="71553" y="56189"/>
                  </a:lnTo>
                  <a:lnTo>
                    <a:pt x="71541" y="56188"/>
                  </a:lnTo>
                  <a:lnTo>
                    <a:pt x="71513" y="56185"/>
                  </a:lnTo>
                  <a:lnTo>
                    <a:pt x="71475" y="56182"/>
                  </a:lnTo>
                  <a:lnTo>
                    <a:pt x="71292" y="56235"/>
                  </a:lnTo>
                  <a:lnTo>
                    <a:pt x="71278" y="56239"/>
                  </a:lnTo>
                  <a:lnTo>
                    <a:pt x="71261" y="56244"/>
                  </a:lnTo>
                  <a:lnTo>
                    <a:pt x="71268" y="56316"/>
                  </a:lnTo>
                  <a:lnTo>
                    <a:pt x="71291" y="56327"/>
                  </a:lnTo>
                  <a:lnTo>
                    <a:pt x="71311" y="56365"/>
                  </a:lnTo>
                  <a:lnTo>
                    <a:pt x="71316" y="56373"/>
                  </a:lnTo>
                  <a:lnTo>
                    <a:pt x="71320" y="56381"/>
                  </a:lnTo>
                  <a:lnTo>
                    <a:pt x="71389" y="56462"/>
                  </a:lnTo>
                  <a:lnTo>
                    <a:pt x="71392" y="56466"/>
                  </a:lnTo>
                  <a:lnTo>
                    <a:pt x="71420" y="56499"/>
                  </a:lnTo>
                  <a:lnTo>
                    <a:pt x="71434" y="56611"/>
                  </a:lnTo>
                  <a:lnTo>
                    <a:pt x="71435" y="56623"/>
                  </a:lnTo>
                  <a:lnTo>
                    <a:pt x="71480" y="57008"/>
                  </a:lnTo>
                  <a:lnTo>
                    <a:pt x="71580" y="57266"/>
                  </a:lnTo>
                  <a:lnTo>
                    <a:pt x="71594" y="57385"/>
                  </a:lnTo>
                  <a:lnTo>
                    <a:pt x="71570" y="57473"/>
                  </a:lnTo>
                  <a:lnTo>
                    <a:pt x="71542" y="57493"/>
                  </a:lnTo>
                  <a:lnTo>
                    <a:pt x="71445" y="57542"/>
                  </a:lnTo>
                  <a:lnTo>
                    <a:pt x="71401" y="57585"/>
                  </a:lnTo>
                  <a:lnTo>
                    <a:pt x="71239" y="57849"/>
                  </a:lnTo>
                  <a:lnTo>
                    <a:pt x="71200" y="57929"/>
                  </a:lnTo>
                  <a:lnTo>
                    <a:pt x="71222" y="57980"/>
                  </a:lnTo>
                  <a:lnTo>
                    <a:pt x="71219" y="57985"/>
                  </a:lnTo>
                  <a:lnTo>
                    <a:pt x="71203" y="57989"/>
                  </a:lnTo>
                  <a:lnTo>
                    <a:pt x="71186" y="57992"/>
                  </a:lnTo>
                  <a:lnTo>
                    <a:pt x="71152" y="57998"/>
                  </a:lnTo>
                  <a:lnTo>
                    <a:pt x="70763" y="58003"/>
                  </a:lnTo>
                  <a:lnTo>
                    <a:pt x="70668" y="57998"/>
                  </a:lnTo>
                  <a:lnTo>
                    <a:pt x="70666" y="57984"/>
                  </a:lnTo>
                  <a:lnTo>
                    <a:pt x="70664" y="57964"/>
                  </a:lnTo>
                  <a:lnTo>
                    <a:pt x="70314" y="57965"/>
                  </a:lnTo>
                  <a:lnTo>
                    <a:pt x="70242" y="58076"/>
                  </a:lnTo>
                  <a:lnTo>
                    <a:pt x="70247" y="58089"/>
                  </a:lnTo>
                  <a:lnTo>
                    <a:pt x="70281" y="58186"/>
                  </a:lnTo>
                  <a:lnTo>
                    <a:pt x="70290" y="58291"/>
                  </a:lnTo>
                  <a:lnTo>
                    <a:pt x="70245" y="58407"/>
                  </a:lnTo>
                  <a:lnTo>
                    <a:pt x="70198" y="58636"/>
                  </a:lnTo>
                  <a:lnTo>
                    <a:pt x="70232" y="58749"/>
                  </a:lnTo>
                  <a:lnTo>
                    <a:pt x="70418" y="59046"/>
                  </a:lnTo>
                  <a:lnTo>
                    <a:pt x="70603" y="59183"/>
                  </a:lnTo>
                  <a:lnTo>
                    <a:pt x="70636" y="59136"/>
                  </a:lnTo>
                  <a:lnTo>
                    <a:pt x="70722" y="59165"/>
                  </a:lnTo>
                  <a:lnTo>
                    <a:pt x="70715" y="59238"/>
                  </a:lnTo>
                  <a:lnTo>
                    <a:pt x="70714" y="59248"/>
                  </a:lnTo>
                  <a:lnTo>
                    <a:pt x="70714" y="59253"/>
                  </a:lnTo>
                  <a:lnTo>
                    <a:pt x="70745" y="59250"/>
                  </a:lnTo>
                  <a:lnTo>
                    <a:pt x="70769" y="59247"/>
                  </a:lnTo>
                  <a:lnTo>
                    <a:pt x="71053" y="59213"/>
                  </a:lnTo>
                  <a:lnTo>
                    <a:pt x="71062" y="59219"/>
                  </a:lnTo>
                  <a:lnTo>
                    <a:pt x="71091" y="59236"/>
                  </a:lnTo>
                  <a:lnTo>
                    <a:pt x="71124" y="59256"/>
                  </a:lnTo>
                  <a:lnTo>
                    <a:pt x="71230" y="59318"/>
                  </a:lnTo>
                  <a:lnTo>
                    <a:pt x="71250" y="59330"/>
                  </a:lnTo>
                  <a:lnTo>
                    <a:pt x="71384" y="59410"/>
                  </a:lnTo>
                  <a:lnTo>
                    <a:pt x="71395" y="59416"/>
                  </a:lnTo>
                  <a:lnTo>
                    <a:pt x="71541" y="59525"/>
                  </a:lnTo>
                  <a:lnTo>
                    <a:pt x="71802" y="59561"/>
                  </a:lnTo>
                  <a:lnTo>
                    <a:pt x="71945" y="59563"/>
                  </a:lnTo>
                  <a:lnTo>
                    <a:pt x="71959" y="59564"/>
                  </a:lnTo>
                  <a:lnTo>
                    <a:pt x="71976" y="59564"/>
                  </a:lnTo>
                  <a:lnTo>
                    <a:pt x="71982" y="59564"/>
                  </a:lnTo>
                  <a:lnTo>
                    <a:pt x="72015" y="59565"/>
                  </a:lnTo>
                  <a:lnTo>
                    <a:pt x="72021" y="59566"/>
                  </a:lnTo>
                  <a:lnTo>
                    <a:pt x="72025" y="59568"/>
                  </a:lnTo>
                  <a:lnTo>
                    <a:pt x="72030" y="59573"/>
                  </a:lnTo>
                  <a:lnTo>
                    <a:pt x="72041" y="59569"/>
                  </a:lnTo>
                  <a:lnTo>
                    <a:pt x="72052" y="59566"/>
                  </a:lnTo>
                  <a:lnTo>
                    <a:pt x="72112" y="59569"/>
                  </a:lnTo>
                  <a:lnTo>
                    <a:pt x="72169" y="59611"/>
                  </a:lnTo>
                  <a:lnTo>
                    <a:pt x="72233" y="59658"/>
                  </a:lnTo>
                  <a:lnTo>
                    <a:pt x="72249" y="59673"/>
                  </a:lnTo>
                  <a:lnTo>
                    <a:pt x="72255" y="59683"/>
                  </a:lnTo>
                  <a:lnTo>
                    <a:pt x="72292" y="59770"/>
                  </a:lnTo>
                  <a:lnTo>
                    <a:pt x="72290" y="59839"/>
                  </a:lnTo>
                  <a:lnTo>
                    <a:pt x="72302" y="59905"/>
                  </a:lnTo>
                  <a:lnTo>
                    <a:pt x="72315" y="59962"/>
                  </a:lnTo>
                  <a:lnTo>
                    <a:pt x="72318" y="59967"/>
                  </a:lnTo>
                  <a:lnTo>
                    <a:pt x="72332" y="59979"/>
                  </a:lnTo>
                  <a:lnTo>
                    <a:pt x="72343" y="59984"/>
                  </a:lnTo>
                  <a:lnTo>
                    <a:pt x="72393" y="59977"/>
                  </a:lnTo>
                  <a:lnTo>
                    <a:pt x="72605" y="59933"/>
                  </a:lnTo>
                  <a:lnTo>
                    <a:pt x="72610" y="59932"/>
                  </a:lnTo>
                  <a:lnTo>
                    <a:pt x="72614" y="59928"/>
                  </a:lnTo>
                  <a:lnTo>
                    <a:pt x="72629" y="59920"/>
                  </a:lnTo>
                  <a:lnTo>
                    <a:pt x="72628" y="59914"/>
                  </a:lnTo>
                  <a:lnTo>
                    <a:pt x="72658" y="59754"/>
                  </a:lnTo>
                  <a:lnTo>
                    <a:pt x="72662" y="59749"/>
                  </a:lnTo>
                  <a:lnTo>
                    <a:pt x="72667" y="59730"/>
                  </a:lnTo>
                  <a:lnTo>
                    <a:pt x="72766" y="59674"/>
                  </a:lnTo>
                  <a:lnTo>
                    <a:pt x="72871" y="59641"/>
                  </a:lnTo>
                  <a:lnTo>
                    <a:pt x="73065" y="59580"/>
                  </a:lnTo>
                  <a:lnTo>
                    <a:pt x="73189" y="59572"/>
                  </a:lnTo>
                  <a:lnTo>
                    <a:pt x="73222" y="59569"/>
                  </a:lnTo>
                  <a:lnTo>
                    <a:pt x="73229" y="59567"/>
                  </a:lnTo>
                  <a:lnTo>
                    <a:pt x="73238" y="59562"/>
                  </a:lnTo>
                  <a:lnTo>
                    <a:pt x="73243" y="59544"/>
                  </a:lnTo>
                  <a:lnTo>
                    <a:pt x="73222" y="59364"/>
                  </a:lnTo>
                  <a:lnTo>
                    <a:pt x="73214" y="59340"/>
                  </a:lnTo>
                  <a:lnTo>
                    <a:pt x="73015" y="59075"/>
                  </a:lnTo>
                  <a:lnTo>
                    <a:pt x="72703" y="58770"/>
                  </a:lnTo>
                  <a:lnTo>
                    <a:pt x="72693" y="58754"/>
                  </a:lnTo>
                  <a:lnTo>
                    <a:pt x="72688" y="58726"/>
                  </a:lnTo>
                  <a:lnTo>
                    <a:pt x="72686" y="58716"/>
                  </a:lnTo>
                  <a:lnTo>
                    <a:pt x="72673" y="58633"/>
                  </a:lnTo>
                  <a:lnTo>
                    <a:pt x="72680" y="58590"/>
                  </a:lnTo>
                  <a:lnTo>
                    <a:pt x="72710" y="58567"/>
                  </a:lnTo>
                  <a:lnTo>
                    <a:pt x="72721" y="58576"/>
                  </a:lnTo>
                  <a:lnTo>
                    <a:pt x="72731" y="58576"/>
                  </a:lnTo>
                  <a:lnTo>
                    <a:pt x="72798" y="58537"/>
                  </a:lnTo>
                  <a:lnTo>
                    <a:pt x="72808" y="58531"/>
                  </a:lnTo>
                  <a:lnTo>
                    <a:pt x="72865" y="58487"/>
                  </a:lnTo>
                  <a:lnTo>
                    <a:pt x="72921" y="58436"/>
                  </a:lnTo>
                  <a:lnTo>
                    <a:pt x="72940" y="58408"/>
                  </a:lnTo>
                  <a:lnTo>
                    <a:pt x="72948" y="58375"/>
                  </a:lnTo>
                  <a:lnTo>
                    <a:pt x="72858" y="57909"/>
                  </a:lnTo>
                  <a:lnTo>
                    <a:pt x="72846" y="57876"/>
                  </a:lnTo>
                  <a:lnTo>
                    <a:pt x="72843" y="57867"/>
                  </a:lnTo>
                  <a:lnTo>
                    <a:pt x="72835" y="57858"/>
                  </a:lnTo>
                  <a:lnTo>
                    <a:pt x="72607" y="57575"/>
                  </a:lnTo>
                  <a:lnTo>
                    <a:pt x="72585" y="57550"/>
                  </a:lnTo>
                  <a:lnTo>
                    <a:pt x="72554" y="57517"/>
                  </a:lnTo>
                  <a:lnTo>
                    <a:pt x="72532" y="57306"/>
                  </a:lnTo>
                  <a:lnTo>
                    <a:pt x="72532" y="57301"/>
                  </a:lnTo>
                  <a:lnTo>
                    <a:pt x="72518" y="57210"/>
                  </a:lnTo>
                  <a:lnTo>
                    <a:pt x="72506" y="57138"/>
                  </a:lnTo>
                  <a:lnTo>
                    <a:pt x="72483" y="56997"/>
                  </a:lnTo>
                  <a:lnTo>
                    <a:pt x="72479" y="56993"/>
                  </a:lnTo>
                  <a:lnTo>
                    <a:pt x="72478" y="56987"/>
                  </a:lnTo>
                  <a:lnTo>
                    <a:pt x="72470" y="56973"/>
                  </a:lnTo>
                  <a:lnTo>
                    <a:pt x="72464" y="56958"/>
                  </a:lnTo>
                  <a:lnTo>
                    <a:pt x="72461" y="56954"/>
                  </a:lnTo>
                  <a:lnTo>
                    <a:pt x="72447" y="56907"/>
                  </a:lnTo>
                  <a:lnTo>
                    <a:pt x="72428" y="56753"/>
                  </a:lnTo>
                  <a:lnTo>
                    <a:pt x="72417" y="56601"/>
                  </a:lnTo>
                  <a:lnTo>
                    <a:pt x="72439" y="56496"/>
                  </a:lnTo>
                  <a:lnTo>
                    <a:pt x="72440" y="56485"/>
                  </a:lnTo>
                  <a:lnTo>
                    <a:pt x="72454" y="56428"/>
                  </a:lnTo>
                  <a:lnTo>
                    <a:pt x="72470" y="56361"/>
                  </a:lnTo>
                  <a:lnTo>
                    <a:pt x="72489" y="56275"/>
                  </a:lnTo>
                  <a:lnTo>
                    <a:pt x="72514" y="56184"/>
                  </a:lnTo>
                  <a:lnTo>
                    <a:pt x="72518" y="56169"/>
                  </a:lnTo>
                  <a:lnTo>
                    <a:pt x="72528" y="56122"/>
                  </a:lnTo>
                  <a:lnTo>
                    <a:pt x="72532" y="56102"/>
                  </a:lnTo>
                  <a:lnTo>
                    <a:pt x="72546" y="56043"/>
                  </a:lnTo>
                  <a:lnTo>
                    <a:pt x="72547" y="56038"/>
                  </a:lnTo>
                  <a:lnTo>
                    <a:pt x="72556" y="55994"/>
                  </a:lnTo>
                  <a:lnTo>
                    <a:pt x="72560" y="55975"/>
                  </a:lnTo>
                  <a:lnTo>
                    <a:pt x="72566" y="55945"/>
                  </a:lnTo>
                  <a:lnTo>
                    <a:pt x="72574" y="55902"/>
                  </a:lnTo>
                  <a:lnTo>
                    <a:pt x="72582" y="55872"/>
                  </a:lnTo>
                  <a:lnTo>
                    <a:pt x="72602" y="55835"/>
                  </a:lnTo>
                  <a:lnTo>
                    <a:pt x="72605" y="55830"/>
                  </a:lnTo>
                  <a:lnTo>
                    <a:pt x="72613" y="55815"/>
                  </a:lnTo>
                  <a:lnTo>
                    <a:pt x="72627" y="55790"/>
                  </a:lnTo>
                  <a:lnTo>
                    <a:pt x="72630" y="55785"/>
                  </a:lnTo>
                  <a:lnTo>
                    <a:pt x="72638" y="55781"/>
                  </a:lnTo>
                  <a:lnTo>
                    <a:pt x="72658" y="55768"/>
                  </a:lnTo>
                  <a:lnTo>
                    <a:pt x="72662" y="55766"/>
                  </a:lnTo>
                  <a:lnTo>
                    <a:pt x="72668" y="55763"/>
                  </a:lnTo>
                  <a:lnTo>
                    <a:pt x="72823" y="55690"/>
                  </a:lnTo>
                  <a:lnTo>
                    <a:pt x="72975" y="55619"/>
                  </a:lnTo>
                  <a:lnTo>
                    <a:pt x="73007" y="55604"/>
                  </a:lnTo>
                  <a:lnTo>
                    <a:pt x="73023" y="55608"/>
                  </a:lnTo>
                  <a:lnTo>
                    <a:pt x="73055" y="55619"/>
                  </a:lnTo>
                  <a:lnTo>
                    <a:pt x="73140" y="55704"/>
                  </a:lnTo>
                  <a:lnTo>
                    <a:pt x="73260" y="56048"/>
                  </a:lnTo>
                  <a:lnTo>
                    <a:pt x="73263" y="56058"/>
                  </a:lnTo>
                  <a:lnTo>
                    <a:pt x="73284" y="56152"/>
                  </a:lnTo>
                  <a:lnTo>
                    <a:pt x="73284" y="56726"/>
                  </a:lnTo>
                  <a:lnTo>
                    <a:pt x="73317" y="57052"/>
                  </a:lnTo>
                  <a:lnTo>
                    <a:pt x="73363" y="57508"/>
                  </a:lnTo>
                  <a:lnTo>
                    <a:pt x="73364" y="57518"/>
                  </a:lnTo>
                  <a:lnTo>
                    <a:pt x="73381" y="57684"/>
                  </a:lnTo>
                  <a:lnTo>
                    <a:pt x="73392" y="57747"/>
                  </a:lnTo>
                  <a:lnTo>
                    <a:pt x="73504" y="58386"/>
                  </a:lnTo>
                  <a:lnTo>
                    <a:pt x="73664" y="58889"/>
                  </a:lnTo>
                  <a:lnTo>
                    <a:pt x="73703" y="59010"/>
                  </a:lnTo>
                  <a:lnTo>
                    <a:pt x="73768" y="59212"/>
                  </a:lnTo>
                  <a:lnTo>
                    <a:pt x="73801" y="59318"/>
                  </a:lnTo>
                  <a:lnTo>
                    <a:pt x="73856" y="59488"/>
                  </a:lnTo>
                  <a:lnTo>
                    <a:pt x="73901" y="59752"/>
                  </a:lnTo>
                  <a:lnTo>
                    <a:pt x="73912" y="59785"/>
                  </a:lnTo>
                  <a:lnTo>
                    <a:pt x="73921" y="59812"/>
                  </a:lnTo>
                  <a:lnTo>
                    <a:pt x="73923" y="59817"/>
                  </a:lnTo>
                  <a:lnTo>
                    <a:pt x="73964" y="59937"/>
                  </a:lnTo>
                  <a:lnTo>
                    <a:pt x="74021" y="59987"/>
                  </a:lnTo>
                  <a:lnTo>
                    <a:pt x="74065" y="59999"/>
                  </a:lnTo>
                  <a:lnTo>
                    <a:pt x="74127" y="59933"/>
                  </a:lnTo>
                  <a:lnTo>
                    <a:pt x="74130" y="59929"/>
                  </a:lnTo>
                  <a:lnTo>
                    <a:pt x="74164" y="59933"/>
                  </a:lnTo>
                  <a:lnTo>
                    <a:pt x="74227" y="59941"/>
                  </a:lnTo>
                  <a:lnTo>
                    <a:pt x="74290" y="60024"/>
                  </a:lnTo>
                  <a:lnTo>
                    <a:pt x="74320" y="60064"/>
                  </a:lnTo>
                  <a:lnTo>
                    <a:pt x="74342" y="60145"/>
                  </a:lnTo>
                  <a:lnTo>
                    <a:pt x="74340" y="60153"/>
                  </a:lnTo>
                  <a:lnTo>
                    <a:pt x="74268" y="60435"/>
                  </a:lnTo>
                  <a:lnTo>
                    <a:pt x="74257" y="60446"/>
                  </a:lnTo>
                  <a:lnTo>
                    <a:pt x="74249" y="60453"/>
                  </a:lnTo>
                  <a:lnTo>
                    <a:pt x="74242" y="60453"/>
                  </a:lnTo>
                  <a:lnTo>
                    <a:pt x="74162" y="60450"/>
                  </a:lnTo>
                  <a:lnTo>
                    <a:pt x="74020" y="60397"/>
                  </a:lnTo>
                  <a:lnTo>
                    <a:pt x="74015" y="60394"/>
                  </a:lnTo>
                  <a:lnTo>
                    <a:pt x="73965" y="60249"/>
                  </a:lnTo>
                  <a:lnTo>
                    <a:pt x="73969" y="60246"/>
                  </a:lnTo>
                  <a:lnTo>
                    <a:pt x="73986" y="60236"/>
                  </a:lnTo>
                  <a:lnTo>
                    <a:pt x="74009" y="60222"/>
                  </a:lnTo>
                  <a:lnTo>
                    <a:pt x="74020" y="60214"/>
                  </a:lnTo>
                  <a:lnTo>
                    <a:pt x="74028" y="60189"/>
                  </a:lnTo>
                  <a:lnTo>
                    <a:pt x="73982" y="60144"/>
                  </a:lnTo>
                  <a:lnTo>
                    <a:pt x="73855" y="60115"/>
                  </a:lnTo>
                  <a:lnTo>
                    <a:pt x="73685" y="60150"/>
                  </a:lnTo>
                  <a:lnTo>
                    <a:pt x="73427" y="60337"/>
                  </a:lnTo>
                  <a:lnTo>
                    <a:pt x="73336" y="60461"/>
                  </a:lnTo>
                  <a:lnTo>
                    <a:pt x="73325" y="60476"/>
                  </a:lnTo>
                  <a:lnTo>
                    <a:pt x="73320" y="60490"/>
                  </a:lnTo>
                  <a:lnTo>
                    <a:pt x="73264" y="60628"/>
                  </a:lnTo>
                  <a:lnTo>
                    <a:pt x="73264" y="60637"/>
                  </a:lnTo>
                  <a:lnTo>
                    <a:pt x="73289" y="60651"/>
                  </a:lnTo>
                  <a:lnTo>
                    <a:pt x="73302" y="60677"/>
                  </a:lnTo>
                  <a:lnTo>
                    <a:pt x="73308" y="60780"/>
                  </a:lnTo>
                  <a:lnTo>
                    <a:pt x="73298" y="60797"/>
                  </a:lnTo>
                  <a:lnTo>
                    <a:pt x="73283" y="60807"/>
                  </a:lnTo>
                  <a:lnTo>
                    <a:pt x="73244" y="60806"/>
                  </a:lnTo>
                  <a:lnTo>
                    <a:pt x="73232" y="60798"/>
                  </a:lnTo>
                  <a:lnTo>
                    <a:pt x="73202" y="60752"/>
                  </a:lnTo>
                  <a:lnTo>
                    <a:pt x="73191" y="60707"/>
                  </a:lnTo>
                  <a:lnTo>
                    <a:pt x="73185" y="60624"/>
                  </a:lnTo>
                  <a:lnTo>
                    <a:pt x="73174" y="60601"/>
                  </a:lnTo>
                  <a:lnTo>
                    <a:pt x="73014" y="60443"/>
                  </a:lnTo>
                  <a:lnTo>
                    <a:pt x="72904" y="60451"/>
                  </a:lnTo>
                  <a:lnTo>
                    <a:pt x="72887" y="60453"/>
                  </a:lnTo>
                  <a:lnTo>
                    <a:pt x="72847" y="60456"/>
                  </a:lnTo>
                  <a:lnTo>
                    <a:pt x="72759" y="60495"/>
                  </a:lnTo>
                  <a:lnTo>
                    <a:pt x="72748" y="60500"/>
                  </a:lnTo>
                  <a:lnTo>
                    <a:pt x="72723" y="60525"/>
                  </a:lnTo>
                  <a:lnTo>
                    <a:pt x="72566" y="60682"/>
                  </a:lnTo>
                  <a:lnTo>
                    <a:pt x="72528" y="60733"/>
                  </a:lnTo>
                  <a:lnTo>
                    <a:pt x="72482" y="60819"/>
                  </a:lnTo>
                  <a:lnTo>
                    <a:pt x="72474" y="60851"/>
                  </a:lnTo>
                  <a:lnTo>
                    <a:pt x="72484" y="60888"/>
                  </a:lnTo>
                  <a:lnTo>
                    <a:pt x="72478" y="60982"/>
                  </a:lnTo>
                  <a:lnTo>
                    <a:pt x="72348" y="61094"/>
                  </a:lnTo>
                  <a:lnTo>
                    <a:pt x="72280" y="61133"/>
                  </a:lnTo>
                  <a:lnTo>
                    <a:pt x="72272" y="61130"/>
                  </a:lnTo>
                  <a:lnTo>
                    <a:pt x="72267" y="61107"/>
                  </a:lnTo>
                  <a:lnTo>
                    <a:pt x="72297" y="61054"/>
                  </a:lnTo>
                  <a:lnTo>
                    <a:pt x="72302" y="60941"/>
                  </a:lnTo>
                  <a:lnTo>
                    <a:pt x="72295" y="60890"/>
                  </a:lnTo>
                  <a:lnTo>
                    <a:pt x="72116" y="60708"/>
                  </a:lnTo>
                  <a:lnTo>
                    <a:pt x="72104" y="60697"/>
                  </a:lnTo>
                  <a:lnTo>
                    <a:pt x="72097" y="60697"/>
                  </a:lnTo>
                  <a:lnTo>
                    <a:pt x="71961" y="60684"/>
                  </a:lnTo>
                  <a:lnTo>
                    <a:pt x="71949" y="60683"/>
                  </a:lnTo>
                  <a:lnTo>
                    <a:pt x="71941" y="60685"/>
                  </a:lnTo>
                  <a:lnTo>
                    <a:pt x="71685" y="60740"/>
                  </a:lnTo>
                  <a:lnTo>
                    <a:pt x="71571" y="60803"/>
                  </a:lnTo>
                  <a:lnTo>
                    <a:pt x="71381" y="60983"/>
                  </a:lnTo>
                  <a:lnTo>
                    <a:pt x="71269" y="61128"/>
                  </a:lnTo>
                  <a:lnTo>
                    <a:pt x="71171" y="61301"/>
                  </a:lnTo>
                  <a:lnTo>
                    <a:pt x="71166" y="61314"/>
                  </a:lnTo>
                  <a:lnTo>
                    <a:pt x="70962" y="61787"/>
                  </a:lnTo>
                  <a:lnTo>
                    <a:pt x="70956" y="61800"/>
                  </a:lnTo>
                  <a:lnTo>
                    <a:pt x="70938" y="61868"/>
                  </a:lnTo>
                  <a:lnTo>
                    <a:pt x="70827" y="62290"/>
                  </a:lnTo>
                  <a:lnTo>
                    <a:pt x="70804" y="62377"/>
                  </a:lnTo>
                  <a:lnTo>
                    <a:pt x="70790" y="62435"/>
                  </a:lnTo>
                  <a:lnTo>
                    <a:pt x="70766" y="62530"/>
                  </a:lnTo>
                  <a:lnTo>
                    <a:pt x="70766" y="62609"/>
                  </a:lnTo>
                  <a:lnTo>
                    <a:pt x="70714" y="62662"/>
                  </a:lnTo>
                  <a:lnTo>
                    <a:pt x="70643" y="62700"/>
                  </a:lnTo>
                  <a:lnTo>
                    <a:pt x="70629" y="62700"/>
                  </a:lnTo>
                  <a:lnTo>
                    <a:pt x="70601" y="62691"/>
                  </a:lnTo>
                  <a:lnTo>
                    <a:pt x="70591" y="62681"/>
                  </a:lnTo>
                  <a:lnTo>
                    <a:pt x="70564" y="62635"/>
                  </a:lnTo>
                  <a:lnTo>
                    <a:pt x="70512" y="62571"/>
                  </a:lnTo>
                  <a:lnTo>
                    <a:pt x="70503" y="62569"/>
                  </a:lnTo>
                  <a:lnTo>
                    <a:pt x="70457" y="62576"/>
                  </a:lnTo>
                  <a:lnTo>
                    <a:pt x="70374" y="62623"/>
                  </a:lnTo>
                  <a:lnTo>
                    <a:pt x="70238" y="62838"/>
                  </a:lnTo>
                  <a:lnTo>
                    <a:pt x="70102" y="63251"/>
                  </a:lnTo>
                  <a:lnTo>
                    <a:pt x="70052" y="63495"/>
                  </a:lnTo>
                  <a:lnTo>
                    <a:pt x="70016" y="63674"/>
                  </a:lnTo>
                  <a:lnTo>
                    <a:pt x="69989" y="64604"/>
                  </a:lnTo>
                  <a:lnTo>
                    <a:pt x="69947" y="64848"/>
                  </a:lnTo>
                  <a:lnTo>
                    <a:pt x="69850" y="64999"/>
                  </a:lnTo>
                  <a:lnTo>
                    <a:pt x="69456" y="65400"/>
                  </a:lnTo>
                  <a:lnTo>
                    <a:pt x="69421" y="65527"/>
                  </a:lnTo>
                  <a:lnTo>
                    <a:pt x="69394" y="65627"/>
                  </a:lnTo>
                  <a:lnTo>
                    <a:pt x="69416" y="65754"/>
                  </a:lnTo>
                  <a:lnTo>
                    <a:pt x="69346" y="65768"/>
                  </a:lnTo>
                  <a:lnTo>
                    <a:pt x="69246" y="65721"/>
                  </a:lnTo>
                  <a:lnTo>
                    <a:pt x="69133" y="65613"/>
                  </a:lnTo>
                  <a:lnTo>
                    <a:pt x="69059" y="65512"/>
                  </a:lnTo>
                  <a:lnTo>
                    <a:pt x="69054" y="65463"/>
                  </a:lnTo>
                  <a:lnTo>
                    <a:pt x="69078" y="65408"/>
                  </a:lnTo>
                  <a:lnTo>
                    <a:pt x="69079" y="65363"/>
                  </a:lnTo>
                  <a:lnTo>
                    <a:pt x="69057" y="65322"/>
                  </a:lnTo>
                  <a:lnTo>
                    <a:pt x="69040" y="65310"/>
                  </a:lnTo>
                  <a:lnTo>
                    <a:pt x="68950" y="65288"/>
                  </a:lnTo>
                  <a:lnTo>
                    <a:pt x="68916" y="65290"/>
                  </a:lnTo>
                  <a:lnTo>
                    <a:pt x="68910" y="65293"/>
                  </a:lnTo>
                  <a:lnTo>
                    <a:pt x="68889" y="65303"/>
                  </a:lnTo>
                  <a:lnTo>
                    <a:pt x="68865" y="65326"/>
                  </a:lnTo>
                  <a:lnTo>
                    <a:pt x="68823" y="65378"/>
                  </a:lnTo>
                  <a:lnTo>
                    <a:pt x="68801" y="65380"/>
                  </a:lnTo>
                  <a:lnTo>
                    <a:pt x="68781" y="65368"/>
                  </a:lnTo>
                  <a:lnTo>
                    <a:pt x="68770" y="65354"/>
                  </a:lnTo>
                  <a:lnTo>
                    <a:pt x="68757" y="65247"/>
                  </a:lnTo>
                  <a:lnTo>
                    <a:pt x="68775" y="65157"/>
                  </a:lnTo>
                  <a:lnTo>
                    <a:pt x="68767" y="65126"/>
                  </a:lnTo>
                  <a:lnTo>
                    <a:pt x="68723" y="65093"/>
                  </a:lnTo>
                  <a:lnTo>
                    <a:pt x="68623" y="65066"/>
                  </a:lnTo>
                  <a:lnTo>
                    <a:pt x="68453" y="65088"/>
                  </a:lnTo>
                  <a:lnTo>
                    <a:pt x="68233" y="65208"/>
                  </a:lnTo>
                  <a:lnTo>
                    <a:pt x="68117" y="65318"/>
                  </a:lnTo>
                  <a:lnTo>
                    <a:pt x="68116" y="65330"/>
                  </a:lnTo>
                  <a:lnTo>
                    <a:pt x="68084" y="65356"/>
                  </a:lnTo>
                  <a:lnTo>
                    <a:pt x="68025" y="65375"/>
                  </a:lnTo>
                  <a:lnTo>
                    <a:pt x="67964" y="65335"/>
                  </a:lnTo>
                  <a:lnTo>
                    <a:pt x="67955" y="65322"/>
                  </a:lnTo>
                  <a:lnTo>
                    <a:pt x="67929" y="65261"/>
                  </a:lnTo>
                  <a:lnTo>
                    <a:pt x="67921" y="65214"/>
                  </a:lnTo>
                  <a:lnTo>
                    <a:pt x="67849" y="65203"/>
                  </a:lnTo>
                  <a:lnTo>
                    <a:pt x="67793" y="65226"/>
                  </a:lnTo>
                  <a:lnTo>
                    <a:pt x="67782" y="65231"/>
                  </a:lnTo>
                  <a:lnTo>
                    <a:pt x="67742" y="65253"/>
                  </a:lnTo>
                  <a:lnTo>
                    <a:pt x="67670" y="65298"/>
                  </a:lnTo>
                  <a:lnTo>
                    <a:pt x="67607" y="65343"/>
                  </a:lnTo>
                  <a:lnTo>
                    <a:pt x="67535" y="65402"/>
                  </a:lnTo>
                  <a:lnTo>
                    <a:pt x="67480" y="65450"/>
                  </a:lnTo>
                  <a:lnTo>
                    <a:pt x="67470" y="65463"/>
                  </a:lnTo>
                  <a:lnTo>
                    <a:pt x="67436" y="65495"/>
                  </a:lnTo>
                  <a:lnTo>
                    <a:pt x="67368" y="65581"/>
                  </a:lnTo>
                  <a:lnTo>
                    <a:pt x="67370" y="65680"/>
                  </a:lnTo>
                  <a:lnTo>
                    <a:pt x="67327" y="65703"/>
                  </a:lnTo>
                  <a:lnTo>
                    <a:pt x="67106" y="65640"/>
                  </a:lnTo>
                  <a:lnTo>
                    <a:pt x="67074" y="65577"/>
                  </a:lnTo>
                  <a:lnTo>
                    <a:pt x="67097" y="65479"/>
                  </a:lnTo>
                  <a:lnTo>
                    <a:pt x="67098" y="65371"/>
                  </a:lnTo>
                  <a:lnTo>
                    <a:pt x="67098" y="65332"/>
                  </a:lnTo>
                  <a:lnTo>
                    <a:pt x="66997" y="65244"/>
                  </a:lnTo>
                  <a:lnTo>
                    <a:pt x="66854" y="65198"/>
                  </a:lnTo>
                  <a:lnTo>
                    <a:pt x="66650" y="65190"/>
                  </a:lnTo>
                  <a:lnTo>
                    <a:pt x="66533" y="65214"/>
                  </a:lnTo>
                  <a:lnTo>
                    <a:pt x="66367" y="65274"/>
                  </a:lnTo>
                  <a:lnTo>
                    <a:pt x="66096" y="65444"/>
                  </a:lnTo>
                  <a:lnTo>
                    <a:pt x="66083" y="65452"/>
                  </a:lnTo>
                  <a:lnTo>
                    <a:pt x="66060" y="65466"/>
                  </a:lnTo>
                  <a:lnTo>
                    <a:pt x="66057" y="65346"/>
                  </a:lnTo>
                  <a:lnTo>
                    <a:pt x="66056" y="65331"/>
                  </a:lnTo>
                  <a:lnTo>
                    <a:pt x="66055" y="65295"/>
                  </a:lnTo>
                  <a:lnTo>
                    <a:pt x="66067" y="65291"/>
                  </a:lnTo>
                  <a:lnTo>
                    <a:pt x="66119" y="65274"/>
                  </a:lnTo>
                  <a:lnTo>
                    <a:pt x="66157" y="65262"/>
                  </a:lnTo>
                  <a:lnTo>
                    <a:pt x="66218" y="65242"/>
                  </a:lnTo>
                  <a:lnTo>
                    <a:pt x="66320" y="65177"/>
                  </a:lnTo>
                  <a:lnTo>
                    <a:pt x="66440" y="65024"/>
                  </a:lnTo>
                  <a:lnTo>
                    <a:pt x="66465" y="64961"/>
                  </a:lnTo>
                  <a:lnTo>
                    <a:pt x="66485" y="64945"/>
                  </a:lnTo>
                  <a:lnTo>
                    <a:pt x="66764" y="64726"/>
                  </a:lnTo>
                  <a:lnTo>
                    <a:pt x="66775" y="64717"/>
                  </a:lnTo>
                  <a:lnTo>
                    <a:pt x="66902" y="64656"/>
                  </a:lnTo>
                  <a:lnTo>
                    <a:pt x="66969" y="64624"/>
                  </a:lnTo>
                  <a:lnTo>
                    <a:pt x="66981" y="64618"/>
                  </a:lnTo>
                  <a:lnTo>
                    <a:pt x="67280" y="64509"/>
                  </a:lnTo>
                  <a:lnTo>
                    <a:pt x="67322" y="64493"/>
                  </a:lnTo>
                  <a:lnTo>
                    <a:pt x="67623" y="64553"/>
                  </a:lnTo>
                  <a:lnTo>
                    <a:pt x="67726" y="64614"/>
                  </a:lnTo>
                  <a:lnTo>
                    <a:pt x="67834" y="64617"/>
                  </a:lnTo>
                  <a:lnTo>
                    <a:pt x="68046" y="64624"/>
                  </a:lnTo>
                  <a:lnTo>
                    <a:pt x="68127" y="64587"/>
                  </a:lnTo>
                  <a:lnTo>
                    <a:pt x="68275" y="64518"/>
                  </a:lnTo>
                  <a:lnTo>
                    <a:pt x="68402" y="64555"/>
                  </a:lnTo>
                  <a:lnTo>
                    <a:pt x="68552" y="64651"/>
                  </a:lnTo>
                  <a:lnTo>
                    <a:pt x="68573" y="64653"/>
                  </a:lnTo>
                  <a:lnTo>
                    <a:pt x="68855" y="64683"/>
                  </a:lnTo>
                  <a:lnTo>
                    <a:pt x="68954" y="64626"/>
                  </a:lnTo>
                  <a:lnTo>
                    <a:pt x="69071" y="64397"/>
                  </a:lnTo>
                  <a:lnTo>
                    <a:pt x="69065" y="64345"/>
                  </a:lnTo>
                  <a:lnTo>
                    <a:pt x="69059" y="64294"/>
                  </a:lnTo>
                  <a:lnTo>
                    <a:pt x="69083" y="64247"/>
                  </a:lnTo>
                  <a:lnTo>
                    <a:pt x="69138" y="64201"/>
                  </a:lnTo>
                  <a:lnTo>
                    <a:pt x="69284" y="64209"/>
                  </a:lnTo>
                  <a:lnTo>
                    <a:pt x="69316" y="64247"/>
                  </a:lnTo>
                  <a:lnTo>
                    <a:pt x="69299" y="64348"/>
                  </a:lnTo>
                  <a:lnTo>
                    <a:pt x="69263" y="64392"/>
                  </a:lnTo>
                  <a:lnTo>
                    <a:pt x="69251" y="64452"/>
                  </a:lnTo>
                  <a:lnTo>
                    <a:pt x="69262" y="64635"/>
                  </a:lnTo>
                  <a:lnTo>
                    <a:pt x="69306" y="64754"/>
                  </a:lnTo>
                  <a:lnTo>
                    <a:pt x="69422" y="64756"/>
                  </a:lnTo>
                  <a:lnTo>
                    <a:pt x="69430" y="64718"/>
                  </a:lnTo>
                  <a:lnTo>
                    <a:pt x="69426" y="64538"/>
                  </a:lnTo>
                  <a:lnTo>
                    <a:pt x="69404" y="64396"/>
                  </a:lnTo>
                  <a:lnTo>
                    <a:pt x="69425" y="64364"/>
                  </a:lnTo>
                  <a:lnTo>
                    <a:pt x="69488" y="64345"/>
                  </a:lnTo>
                  <a:lnTo>
                    <a:pt x="69498" y="64330"/>
                  </a:lnTo>
                  <a:lnTo>
                    <a:pt x="69514" y="64283"/>
                  </a:lnTo>
                  <a:lnTo>
                    <a:pt x="69510" y="64264"/>
                  </a:lnTo>
                  <a:lnTo>
                    <a:pt x="69493" y="64181"/>
                  </a:lnTo>
                  <a:lnTo>
                    <a:pt x="69125" y="63898"/>
                  </a:lnTo>
                  <a:lnTo>
                    <a:pt x="69007" y="63864"/>
                  </a:lnTo>
                  <a:lnTo>
                    <a:pt x="68712" y="63827"/>
                  </a:lnTo>
                  <a:lnTo>
                    <a:pt x="68673" y="63842"/>
                  </a:lnTo>
                  <a:lnTo>
                    <a:pt x="68600" y="63871"/>
                  </a:lnTo>
                  <a:lnTo>
                    <a:pt x="68561" y="63951"/>
                  </a:lnTo>
                  <a:lnTo>
                    <a:pt x="68777" y="64328"/>
                  </a:lnTo>
                  <a:lnTo>
                    <a:pt x="68820" y="64382"/>
                  </a:lnTo>
                  <a:lnTo>
                    <a:pt x="68844" y="64388"/>
                  </a:lnTo>
                  <a:lnTo>
                    <a:pt x="68866" y="64411"/>
                  </a:lnTo>
                  <a:lnTo>
                    <a:pt x="68849" y="64477"/>
                  </a:lnTo>
                  <a:lnTo>
                    <a:pt x="68839" y="64519"/>
                  </a:lnTo>
                  <a:lnTo>
                    <a:pt x="68817" y="64564"/>
                  </a:lnTo>
                  <a:lnTo>
                    <a:pt x="68804" y="64570"/>
                  </a:lnTo>
                  <a:lnTo>
                    <a:pt x="68751" y="64566"/>
                  </a:lnTo>
                  <a:lnTo>
                    <a:pt x="68614" y="64502"/>
                  </a:lnTo>
                  <a:lnTo>
                    <a:pt x="68391" y="64396"/>
                  </a:lnTo>
                  <a:lnTo>
                    <a:pt x="68226" y="64362"/>
                  </a:lnTo>
                  <a:lnTo>
                    <a:pt x="68114" y="64384"/>
                  </a:lnTo>
                  <a:lnTo>
                    <a:pt x="68029" y="64400"/>
                  </a:lnTo>
                  <a:lnTo>
                    <a:pt x="68005" y="64405"/>
                  </a:lnTo>
                  <a:lnTo>
                    <a:pt x="67997" y="64428"/>
                  </a:lnTo>
                  <a:lnTo>
                    <a:pt x="67871" y="64510"/>
                  </a:lnTo>
                  <a:lnTo>
                    <a:pt x="67765" y="64552"/>
                  </a:lnTo>
                  <a:lnTo>
                    <a:pt x="67728" y="64550"/>
                  </a:lnTo>
                  <a:lnTo>
                    <a:pt x="67571" y="64452"/>
                  </a:lnTo>
                  <a:lnTo>
                    <a:pt x="67491" y="64428"/>
                  </a:lnTo>
                  <a:lnTo>
                    <a:pt x="67220" y="64406"/>
                  </a:lnTo>
                  <a:lnTo>
                    <a:pt x="66982" y="64458"/>
                  </a:lnTo>
                  <a:lnTo>
                    <a:pt x="66964" y="64462"/>
                  </a:lnTo>
                  <a:lnTo>
                    <a:pt x="66931" y="64469"/>
                  </a:lnTo>
                  <a:lnTo>
                    <a:pt x="66481" y="64813"/>
                  </a:lnTo>
                  <a:lnTo>
                    <a:pt x="65982" y="65158"/>
                  </a:lnTo>
                  <a:lnTo>
                    <a:pt x="65963" y="65186"/>
                  </a:lnTo>
                  <a:lnTo>
                    <a:pt x="65951" y="65204"/>
                  </a:lnTo>
                  <a:lnTo>
                    <a:pt x="65923" y="65244"/>
                  </a:lnTo>
                  <a:lnTo>
                    <a:pt x="65919" y="65280"/>
                  </a:lnTo>
                  <a:lnTo>
                    <a:pt x="65960" y="65354"/>
                  </a:lnTo>
                  <a:lnTo>
                    <a:pt x="66022" y="65385"/>
                  </a:lnTo>
                  <a:lnTo>
                    <a:pt x="66050" y="65432"/>
                  </a:lnTo>
                  <a:lnTo>
                    <a:pt x="66009" y="65523"/>
                  </a:lnTo>
                  <a:lnTo>
                    <a:pt x="65972" y="65559"/>
                  </a:lnTo>
                  <a:lnTo>
                    <a:pt x="65753" y="65660"/>
                  </a:lnTo>
                  <a:lnTo>
                    <a:pt x="65503" y="65775"/>
                  </a:lnTo>
                  <a:lnTo>
                    <a:pt x="65411" y="65787"/>
                  </a:lnTo>
                  <a:lnTo>
                    <a:pt x="65286" y="65768"/>
                  </a:lnTo>
                  <a:lnTo>
                    <a:pt x="65206" y="65586"/>
                  </a:lnTo>
                  <a:lnTo>
                    <a:pt x="64897" y="65446"/>
                  </a:lnTo>
                  <a:lnTo>
                    <a:pt x="64773" y="65425"/>
                  </a:lnTo>
                  <a:lnTo>
                    <a:pt x="64410" y="65364"/>
                  </a:lnTo>
                  <a:lnTo>
                    <a:pt x="64337" y="65368"/>
                  </a:lnTo>
                  <a:lnTo>
                    <a:pt x="64047" y="65566"/>
                  </a:lnTo>
                  <a:lnTo>
                    <a:pt x="63969" y="65593"/>
                  </a:lnTo>
                  <a:lnTo>
                    <a:pt x="63782" y="65604"/>
                  </a:lnTo>
                  <a:lnTo>
                    <a:pt x="63589" y="65684"/>
                  </a:lnTo>
                  <a:lnTo>
                    <a:pt x="63371" y="65809"/>
                  </a:lnTo>
                  <a:lnTo>
                    <a:pt x="63345" y="65824"/>
                  </a:lnTo>
                  <a:lnTo>
                    <a:pt x="62868" y="66268"/>
                  </a:lnTo>
                  <a:lnTo>
                    <a:pt x="62377" y="66840"/>
                  </a:lnTo>
                  <a:lnTo>
                    <a:pt x="62228" y="67075"/>
                  </a:lnTo>
                  <a:lnTo>
                    <a:pt x="62210" y="67088"/>
                  </a:lnTo>
                  <a:lnTo>
                    <a:pt x="62182" y="67106"/>
                  </a:lnTo>
                  <a:lnTo>
                    <a:pt x="62035" y="67056"/>
                  </a:lnTo>
                  <a:lnTo>
                    <a:pt x="62006" y="67014"/>
                  </a:lnTo>
                  <a:lnTo>
                    <a:pt x="61990" y="66990"/>
                  </a:lnTo>
                  <a:lnTo>
                    <a:pt x="61931" y="66987"/>
                  </a:lnTo>
                  <a:lnTo>
                    <a:pt x="61916" y="66986"/>
                  </a:lnTo>
                  <a:lnTo>
                    <a:pt x="61859" y="67012"/>
                  </a:lnTo>
                  <a:lnTo>
                    <a:pt x="61847" y="67017"/>
                  </a:lnTo>
                  <a:lnTo>
                    <a:pt x="61835" y="67027"/>
                  </a:lnTo>
                  <a:lnTo>
                    <a:pt x="61708" y="67145"/>
                  </a:lnTo>
                  <a:lnTo>
                    <a:pt x="61561" y="67256"/>
                  </a:lnTo>
                  <a:lnTo>
                    <a:pt x="61376" y="67397"/>
                  </a:lnTo>
                  <a:lnTo>
                    <a:pt x="61089" y="67615"/>
                  </a:lnTo>
                  <a:lnTo>
                    <a:pt x="61073" y="67631"/>
                  </a:lnTo>
                  <a:lnTo>
                    <a:pt x="60902" y="67802"/>
                  </a:lnTo>
                  <a:lnTo>
                    <a:pt x="60873" y="67830"/>
                  </a:lnTo>
                  <a:lnTo>
                    <a:pt x="60853" y="67855"/>
                  </a:lnTo>
                  <a:lnTo>
                    <a:pt x="60754" y="67972"/>
                  </a:lnTo>
                  <a:lnTo>
                    <a:pt x="60719" y="68014"/>
                  </a:lnTo>
                  <a:lnTo>
                    <a:pt x="60712" y="68025"/>
                  </a:lnTo>
                  <a:lnTo>
                    <a:pt x="60630" y="68153"/>
                  </a:lnTo>
                  <a:lnTo>
                    <a:pt x="60507" y="68405"/>
                  </a:lnTo>
                  <a:lnTo>
                    <a:pt x="60375" y="68746"/>
                  </a:lnTo>
                  <a:lnTo>
                    <a:pt x="60364" y="68761"/>
                  </a:lnTo>
                  <a:lnTo>
                    <a:pt x="60252" y="68921"/>
                  </a:lnTo>
                  <a:lnTo>
                    <a:pt x="60134" y="69064"/>
                  </a:lnTo>
                  <a:lnTo>
                    <a:pt x="60092" y="69088"/>
                  </a:lnTo>
                  <a:lnTo>
                    <a:pt x="60066" y="69097"/>
                  </a:lnTo>
                  <a:lnTo>
                    <a:pt x="60037" y="69106"/>
                  </a:lnTo>
                  <a:lnTo>
                    <a:pt x="59969" y="69116"/>
                  </a:lnTo>
                  <a:lnTo>
                    <a:pt x="59955" y="69100"/>
                  </a:lnTo>
                  <a:lnTo>
                    <a:pt x="59746" y="69069"/>
                  </a:lnTo>
                  <a:lnTo>
                    <a:pt x="59654" y="69098"/>
                  </a:lnTo>
                  <a:lnTo>
                    <a:pt x="59516" y="69175"/>
                  </a:lnTo>
                  <a:lnTo>
                    <a:pt x="59293" y="69467"/>
                  </a:lnTo>
                  <a:lnTo>
                    <a:pt x="59214" y="69571"/>
                  </a:lnTo>
                  <a:lnTo>
                    <a:pt x="59185" y="69609"/>
                  </a:lnTo>
                  <a:lnTo>
                    <a:pt x="59050" y="69893"/>
                  </a:lnTo>
                  <a:lnTo>
                    <a:pt x="58929" y="70245"/>
                  </a:lnTo>
                  <a:lnTo>
                    <a:pt x="58885" y="70374"/>
                  </a:lnTo>
                  <a:lnTo>
                    <a:pt x="58856" y="70417"/>
                  </a:lnTo>
                  <a:lnTo>
                    <a:pt x="58802" y="70465"/>
                  </a:lnTo>
                  <a:lnTo>
                    <a:pt x="58569" y="70600"/>
                  </a:lnTo>
                  <a:lnTo>
                    <a:pt x="58450" y="70614"/>
                  </a:lnTo>
                  <a:lnTo>
                    <a:pt x="58382" y="70530"/>
                  </a:lnTo>
                  <a:lnTo>
                    <a:pt x="58360" y="70503"/>
                  </a:lnTo>
                  <a:lnTo>
                    <a:pt x="58250" y="70544"/>
                  </a:lnTo>
                  <a:lnTo>
                    <a:pt x="58214" y="70572"/>
                  </a:lnTo>
                  <a:lnTo>
                    <a:pt x="58097" y="70665"/>
                  </a:lnTo>
                  <a:lnTo>
                    <a:pt x="58046" y="70706"/>
                  </a:lnTo>
                  <a:lnTo>
                    <a:pt x="58015" y="70731"/>
                  </a:lnTo>
                  <a:lnTo>
                    <a:pt x="57819" y="70888"/>
                  </a:lnTo>
                  <a:lnTo>
                    <a:pt x="57752" y="70941"/>
                  </a:lnTo>
                  <a:lnTo>
                    <a:pt x="57458" y="71417"/>
                  </a:lnTo>
                  <a:lnTo>
                    <a:pt x="57294" y="71816"/>
                  </a:lnTo>
                  <a:lnTo>
                    <a:pt x="57242" y="71943"/>
                  </a:lnTo>
                  <a:lnTo>
                    <a:pt x="57033" y="72780"/>
                  </a:lnTo>
                  <a:lnTo>
                    <a:pt x="57002" y="72812"/>
                  </a:lnTo>
                  <a:lnTo>
                    <a:pt x="56968" y="72847"/>
                  </a:lnTo>
                  <a:lnTo>
                    <a:pt x="56953" y="72877"/>
                  </a:lnTo>
                  <a:lnTo>
                    <a:pt x="56886" y="73006"/>
                  </a:lnTo>
                  <a:lnTo>
                    <a:pt x="56828" y="73118"/>
                  </a:lnTo>
                  <a:lnTo>
                    <a:pt x="56811" y="73169"/>
                  </a:lnTo>
                  <a:lnTo>
                    <a:pt x="56751" y="73348"/>
                  </a:lnTo>
                  <a:lnTo>
                    <a:pt x="56748" y="73359"/>
                  </a:lnTo>
                  <a:lnTo>
                    <a:pt x="56726" y="73442"/>
                  </a:lnTo>
                  <a:lnTo>
                    <a:pt x="56720" y="73461"/>
                  </a:lnTo>
                  <a:lnTo>
                    <a:pt x="56700" y="73538"/>
                  </a:lnTo>
                  <a:lnTo>
                    <a:pt x="56690" y="73573"/>
                  </a:lnTo>
                  <a:lnTo>
                    <a:pt x="56467" y="74406"/>
                  </a:lnTo>
                  <a:lnTo>
                    <a:pt x="56285" y="75392"/>
                  </a:lnTo>
                  <a:lnTo>
                    <a:pt x="56274" y="75452"/>
                  </a:lnTo>
                  <a:lnTo>
                    <a:pt x="56155" y="76094"/>
                  </a:lnTo>
                  <a:lnTo>
                    <a:pt x="56128" y="76245"/>
                  </a:lnTo>
                  <a:lnTo>
                    <a:pt x="56070" y="76648"/>
                  </a:lnTo>
                  <a:lnTo>
                    <a:pt x="56053" y="76663"/>
                  </a:lnTo>
                  <a:lnTo>
                    <a:pt x="56018" y="76675"/>
                  </a:lnTo>
                  <a:lnTo>
                    <a:pt x="55971" y="76676"/>
                  </a:lnTo>
                  <a:lnTo>
                    <a:pt x="55943" y="76674"/>
                  </a:lnTo>
                  <a:lnTo>
                    <a:pt x="55896" y="76671"/>
                  </a:lnTo>
                  <a:lnTo>
                    <a:pt x="55824" y="76672"/>
                  </a:lnTo>
                  <a:lnTo>
                    <a:pt x="55798" y="76672"/>
                  </a:lnTo>
                  <a:lnTo>
                    <a:pt x="55721" y="76673"/>
                  </a:lnTo>
                  <a:lnTo>
                    <a:pt x="55702" y="76657"/>
                  </a:lnTo>
                  <a:lnTo>
                    <a:pt x="55702" y="76636"/>
                  </a:lnTo>
                  <a:lnTo>
                    <a:pt x="55706" y="76608"/>
                  </a:lnTo>
                  <a:lnTo>
                    <a:pt x="55714" y="76581"/>
                  </a:lnTo>
                  <a:lnTo>
                    <a:pt x="55723" y="76562"/>
                  </a:lnTo>
                  <a:lnTo>
                    <a:pt x="55747" y="76509"/>
                  </a:lnTo>
                  <a:lnTo>
                    <a:pt x="55773" y="76455"/>
                  </a:lnTo>
                  <a:lnTo>
                    <a:pt x="55773" y="76442"/>
                  </a:lnTo>
                  <a:lnTo>
                    <a:pt x="55774" y="76434"/>
                  </a:lnTo>
                  <a:lnTo>
                    <a:pt x="55768" y="76427"/>
                  </a:lnTo>
                  <a:lnTo>
                    <a:pt x="55691" y="76390"/>
                  </a:lnTo>
                  <a:lnTo>
                    <a:pt x="55695" y="76358"/>
                  </a:lnTo>
                  <a:lnTo>
                    <a:pt x="55740" y="76287"/>
                  </a:lnTo>
                  <a:lnTo>
                    <a:pt x="55767" y="76286"/>
                  </a:lnTo>
                  <a:lnTo>
                    <a:pt x="55779" y="76289"/>
                  </a:lnTo>
                  <a:lnTo>
                    <a:pt x="55830" y="76310"/>
                  </a:lnTo>
                  <a:lnTo>
                    <a:pt x="55854" y="76311"/>
                  </a:lnTo>
                  <a:lnTo>
                    <a:pt x="55861" y="76302"/>
                  </a:lnTo>
                  <a:lnTo>
                    <a:pt x="55864" y="76296"/>
                  </a:lnTo>
                  <a:lnTo>
                    <a:pt x="55869" y="76283"/>
                  </a:lnTo>
                  <a:lnTo>
                    <a:pt x="55877" y="76264"/>
                  </a:lnTo>
                  <a:lnTo>
                    <a:pt x="55904" y="76194"/>
                  </a:lnTo>
                  <a:lnTo>
                    <a:pt x="55923" y="76127"/>
                  </a:lnTo>
                  <a:lnTo>
                    <a:pt x="55929" y="76105"/>
                  </a:lnTo>
                  <a:lnTo>
                    <a:pt x="55940" y="76060"/>
                  </a:lnTo>
                  <a:lnTo>
                    <a:pt x="55945" y="75991"/>
                  </a:lnTo>
                  <a:lnTo>
                    <a:pt x="55943" y="75798"/>
                  </a:lnTo>
                  <a:lnTo>
                    <a:pt x="55902" y="75587"/>
                  </a:lnTo>
                  <a:lnTo>
                    <a:pt x="55895" y="75553"/>
                  </a:lnTo>
                  <a:lnTo>
                    <a:pt x="55588" y="75213"/>
                  </a:lnTo>
                  <a:lnTo>
                    <a:pt x="55556" y="75196"/>
                  </a:lnTo>
                  <a:lnTo>
                    <a:pt x="55493" y="75181"/>
                  </a:lnTo>
                  <a:lnTo>
                    <a:pt x="55395" y="75241"/>
                  </a:lnTo>
                  <a:lnTo>
                    <a:pt x="55335" y="75327"/>
                  </a:lnTo>
                  <a:lnTo>
                    <a:pt x="55269" y="75421"/>
                  </a:lnTo>
                  <a:lnTo>
                    <a:pt x="55086" y="75681"/>
                  </a:lnTo>
                  <a:lnTo>
                    <a:pt x="54994" y="75777"/>
                  </a:lnTo>
                  <a:lnTo>
                    <a:pt x="54961" y="75895"/>
                  </a:lnTo>
                  <a:lnTo>
                    <a:pt x="54960" y="75950"/>
                  </a:lnTo>
                  <a:lnTo>
                    <a:pt x="54971" y="76040"/>
                  </a:lnTo>
                  <a:lnTo>
                    <a:pt x="55002" y="76095"/>
                  </a:lnTo>
                  <a:lnTo>
                    <a:pt x="55027" y="76137"/>
                  </a:lnTo>
                  <a:lnTo>
                    <a:pt x="55077" y="76185"/>
                  </a:lnTo>
                  <a:lnTo>
                    <a:pt x="55149" y="76208"/>
                  </a:lnTo>
                  <a:lnTo>
                    <a:pt x="55163" y="76207"/>
                  </a:lnTo>
                  <a:lnTo>
                    <a:pt x="55183" y="76185"/>
                  </a:lnTo>
                  <a:lnTo>
                    <a:pt x="55211" y="76187"/>
                  </a:lnTo>
                  <a:lnTo>
                    <a:pt x="55316" y="76226"/>
                  </a:lnTo>
                  <a:lnTo>
                    <a:pt x="55325" y="76233"/>
                  </a:lnTo>
                  <a:lnTo>
                    <a:pt x="55333" y="76256"/>
                  </a:lnTo>
                  <a:lnTo>
                    <a:pt x="55296" y="76364"/>
                  </a:lnTo>
                  <a:lnTo>
                    <a:pt x="55281" y="76407"/>
                  </a:lnTo>
                  <a:lnTo>
                    <a:pt x="55248" y="76432"/>
                  </a:lnTo>
                  <a:lnTo>
                    <a:pt x="55241" y="76432"/>
                  </a:lnTo>
                  <a:lnTo>
                    <a:pt x="55167" y="76439"/>
                  </a:lnTo>
                  <a:lnTo>
                    <a:pt x="55118" y="76444"/>
                  </a:lnTo>
                  <a:lnTo>
                    <a:pt x="54887" y="76434"/>
                  </a:lnTo>
                  <a:lnTo>
                    <a:pt x="54872" y="76436"/>
                  </a:lnTo>
                  <a:lnTo>
                    <a:pt x="54829" y="76440"/>
                  </a:lnTo>
                  <a:lnTo>
                    <a:pt x="54818" y="76442"/>
                  </a:lnTo>
                  <a:lnTo>
                    <a:pt x="54797" y="76448"/>
                  </a:lnTo>
                  <a:lnTo>
                    <a:pt x="54786" y="76457"/>
                  </a:lnTo>
                  <a:lnTo>
                    <a:pt x="54777" y="76463"/>
                  </a:lnTo>
                  <a:lnTo>
                    <a:pt x="54772" y="76473"/>
                  </a:lnTo>
                  <a:lnTo>
                    <a:pt x="54744" y="76552"/>
                  </a:lnTo>
                  <a:lnTo>
                    <a:pt x="54656" y="76774"/>
                  </a:lnTo>
                  <a:lnTo>
                    <a:pt x="54656" y="76964"/>
                  </a:lnTo>
                  <a:lnTo>
                    <a:pt x="54663" y="76979"/>
                  </a:lnTo>
                  <a:lnTo>
                    <a:pt x="54668" y="76992"/>
                  </a:lnTo>
                  <a:lnTo>
                    <a:pt x="54687" y="77036"/>
                  </a:lnTo>
                  <a:lnTo>
                    <a:pt x="54722" y="77069"/>
                  </a:lnTo>
                  <a:lnTo>
                    <a:pt x="54735" y="77068"/>
                  </a:lnTo>
                  <a:lnTo>
                    <a:pt x="54820" y="76934"/>
                  </a:lnTo>
                  <a:lnTo>
                    <a:pt x="54822" y="76886"/>
                  </a:lnTo>
                  <a:lnTo>
                    <a:pt x="54774" y="76775"/>
                  </a:lnTo>
                  <a:lnTo>
                    <a:pt x="54770" y="76738"/>
                  </a:lnTo>
                  <a:lnTo>
                    <a:pt x="54792" y="76519"/>
                  </a:lnTo>
                  <a:lnTo>
                    <a:pt x="54798" y="76502"/>
                  </a:lnTo>
                  <a:lnTo>
                    <a:pt x="54809" y="76492"/>
                  </a:lnTo>
                  <a:lnTo>
                    <a:pt x="54893" y="76474"/>
                  </a:lnTo>
                  <a:lnTo>
                    <a:pt x="54945" y="76468"/>
                  </a:lnTo>
                  <a:lnTo>
                    <a:pt x="54966" y="76471"/>
                  </a:lnTo>
                  <a:lnTo>
                    <a:pt x="54999" y="76491"/>
                  </a:lnTo>
                  <a:lnTo>
                    <a:pt x="55064" y="76621"/>
                  </a:lnTo>
                  <a:lnTo>
                    <a:pt x="55064" y="76653"/>
                  </a:lnTo>
                  <a:lnTo>
                    <a:pt x="55084" y="76699"/>
                  </a:lnTo>
                  <a:lnTo>
                    <a:pt x="55143" y="76758"/>
                  </a:lnTo>
                  <a:lnTo>
                    <a:pt x="55294" y="76855"/>
                  </a:lnTo>
                  <a:lnTo>
                    <a:pt x="55499" y="76848"/>
                  </a:lnTo>
                  <a:lnTo>
                    <a:pt x="55528" y="76847"/>
                  </a:lnTo>
                  <a:lnTo>
                    <a:pt x="55650" y="76825"/>
                  </a:lnTo>
                  <a:lnTo>
                    <a:pt x="55771" y="76825"/>
                  </a:lnTo>
                  <a:lnTo>
                    <a:pt x="55792" y="76841"/>
                  </a:lnTo>
                  <a:lnTo>
                    <a:pt x="55779" y="76885"/>
                  </a:lnTo>
                  <a:lnTo>
                    <a:pt x="55770" y="76897"/>
                  </a:lnTo>
                  <a:lnTo>
                    <a:pt x="55677" y="77032"/>
                  </a:lnTo>
                  <a:lnTo>
                    <a:pt x="55671" y="77041"/>
                  </a:lnTo>
                  <a:lnTo>
                    <a:pt x="55641" y="77118"/>
                  </a:lnTo>
                  <a:lnTo>
                    <a:pt x="55621" y="77171"/>
                  </a:lnTo>
                  <a:lnTo>
                    <a:pt x="55556" y="77341"/>
                  </a:lnTo>
                  <a:lnTo>
                    <a:pt x="55538" y="77388"/>
                  </a:lnTo>
                  <a:lnTo>
                    <a:pt x="55522" y="77484"/>
                  </a:lnTo>
                  <a:lnTo>
                    <a:pt x="55531" y="77502"/>
                  </a:lnTo>
                  <a:lnTo>
                    <a:pt x="55568" y="77505"/>
                  </a:lnTo>
                  <a:lnTo>
                    <a:pt x="55570" y="77555"/>
                  </a:lnTo>
                  <a:lnTo>
                    <a:pt x="55370" y="77768"/>
                  </a:lnTo>
                  <a:lnTo>
                    <a:pt x="55311" y="77775"/>
                  </a:lnTo>
                  <a:lnTo>
                    <a:pt x="54926" y="77816"/>
                  </a:lnTo>
                  <a:lnTo>
                    <a:pt x="54755" y="77798"/>
                  </a:lnTo>
                  <a:lnTo>
                    <a:pt x="54722" y="77781"/>
                  </a:lnTo>
                  <a:lnTo>
                    <a:pt x="54688" y="77763"/>
                  </a:lnTo>
                  <a:lnTo>
                    <a:pt x="54650" y="77744"/>
                  </a:lnTo>
                  <a:lnTo>
                    <a:pt x="54479" y="77760"/>
                  </a:lnTo>
                  <a:lnTo>
                    <a:pt x="54280" y="77826"/>
                  </a:lnTo>
                  <a:lnTo>
                    <a:pt x="54172" y="77915"/>
                  </a:lnTo>
                  <a:lnTo>
                    <a:pt x="54067" y="78050"/>
                  </a:lnTo>
                  <a:lnTo>
                    <a:pt x="53996" y="78108"/>
                  </a:lnTo>
                  <a:lnTo>
                    <a:pt x="53930" y="78129"/>
                  </a:lnTo>
                  <a:lnTo>
                    <a:pt x="53477" y="78273"/>
                  </a:lnTo>
                  <a:lnTo>
                    <a:pt x="53470" y="78275"/>
                  </a:lnTo>
                  <a:lnTo>
                    <a:pt x="53392" y="78225"/>
                  </a:lnTo>
                  <a:lnTo>
                    <a:pt x="53364" y="78175"/>
                  </a:lnTo>
                  <a:lnTo>
                    <a:pt x="53368" y="78106"/>
                  </a:lnTo>
                  <a:lnTo>
                    <a:pt x="53438" y="78053"/>
                  </a:lnTo>
                  <a:lnTo>
                    <a:pt x="53409" y="77963"/>
                  </a:lnTo>
                  <a:lnTo>
                    <a:pt x="53141" y="77766"/>
                  </a:lnTo>
                  <a:lnTo>
                    <a:pt x="52980" y="77741"/>
                  </a:lnTo>
                  <a:lnTo>
                    <a:pt x="52808" y="77778"/>
                  </a:lnTo>
                  <a:lnTo>
                    <a:pt x="52726" y="77828"/>
                  </a:lnTo>
                  <a:lnTo>
                    <a:pt x="52687" y="77831"/>
                  </a:lnTo>
                  <a:lnTo>
                    <a:pt x="52394" y="77754"/>
                  </a:lnTo>
                  <a:lnTo>
                    <a:pt x="52240" y="77671"/>
                  </a:lnTo>
                  <a:lnTo>
                    <a:pt x="52237" y="77665"/>
                  </a:lnTo>
                  <a:lnTo>
                    <a:pt x="52220" y="77624"/>
                  </a:lnTo>
                  <a:lnTo>
                    <a:pt x="52219" y="77610"/>
                  </a:lnTo>
                  <a:lnTo>
                    <a:pt x="52216" y="77466"/>
                  </a:lnTo>
                  <a:lnTo>
                    <a:pt x="52235" y="77362"/>
                  </a:lnTo>
                  <a:lnTo>
                    <a:pt x="52269" y="77289"/>
                  </a:lnTo>
                  <a:lnTo>
                    <a:pt x="52271" y="77230"/>
                  </a:lnTo>
                  <a:lnTo>
                    <a:pt x="52219" y="77000"/>
                  </a:lnTo>
                  <a:lnTo>
                    <a:pt x="52190" y="76937"/>
                  </a:lnTo>
                  <a:lnTo>
                    <a:pt x="52161" y="76877"/>
                  </a:lnTo>
                  <a:lnTo>
                    <a:pt x="52140" y="76790"/>
                  </a:lnTo>
                  <a:lnTo>
                    <a:pt x="52152" y="76771"/>
                  </a:lnTo>
                  <a:lnTo>
                    <a:pt x="52239" y="76749"/>
                  </a:lnTo>
                  <a:lnTo>
                    <a:pt x="52385" y="76713"/>
                  </a:lnTo>
                  <a:lnTo>
                    <a:pt x="52579" y="76886"/>
                  </a:lnTo>
                  <a:lnTo>
                    <a:pt x="52765" y="77107"/>
                  </a:lnTo>
                  <a:lnTo>
                    <a:pt x="53003" y="77281"/>
                  </a:lnTo>
                  <a:lnTo>
                    <a:pt x="53131" y="77307"/>
                  </a:lnTo>
                  <a:lnTo>
                    <a:pt x="53139" y="77308"/>
                  </a:lnTo>
                  <a:lnTo>
                    <a:pt x="53480" y="77327"/>
                  </a:lnTo>
                  <a:lnTo>
                    <a:pt x="53555" y="77320"/>
                  </a:lnTo>
                  <a:lnTo>
                    <a:pt x="53673" y="77309"/>
                  </a:lnTo>
                  <a:lnTo>
                    <a:pt x="54173" y="76746"/>
                  </a:lnTo>
                  <a:lnTo>
                    <a:pt x="54320" y="76453"/>
                  </a:lnTo>
                  <a:lnTo>
                    <a:pt x="54349" y="76221"/>
                  </a:lnTo>
                  <a:lnTo>
                    <a:pt x="54471" y="75996"/>
                  </a:lnTo>
                  <a:lnTo>
                    <a:pt x="54588" y="75870"/>
                  </a:lnTo>
                  <a:lnTo>
                    <a:pt x="54633" y="75749"/>
                  </a:lnTo>
                  <a:lnTo>
                    <a:pt x="54693" y="75590"/>
                  </a:lnTo>
                  <a:lnTo>
                    <a:pt x="54699" y="75512"/>
                  </a:lnTo>
                  <a:lnTo>
                    <a:pt x="54669" y="75406"/>
                  </a:lnTo>
                  <a:lnTo>
                    <a:pt x="54425" y="75149"/>
                  </a:lnTo>
                  <a:lnTo>
                    <a:pt x="54342" y="75098"/>
                  </a:lnTo>
                  <a:lnTo>
                    <a:pt x="54331" y="75091"/>
                  </a:lnTo>
                  <a:lnTo>
                    <a:pt x="54312" y="75088"/>
                  </a:lnTo>
                  <a:lnTo>
                    <a:pt x="54124" y="75064"/>
                  </a:lnTo>
                  <a:lnTo>
                    <a:pt x="54119" y="75064"/>
                  </a:lnTo>
                  <a:lnTo>
                    <a:pt x="54085" y="75131"/>
                  </a:lnTo>
                  <a:lnTo>
                    <a:pt x="54103" y="75167"/>
                  </a:lnTo>
                  <a:lnTo>
                    <a:pt x="54173" y="75301"/>
                  </a:lnTo>
                  <a:lnTo>
                    <a:pt x="54189" y="75377"/>
                  </a:lnTo>
                  <a:lnTo>
                    <a:pt x="54183" y="75399"/>
                  </a:lnTo>
                  <a:lnTo>
                    <a:pt x="54164" y="75481"/>
                  </a:lnTo>
                  <a:lnTo>
                    <a:pt x="54090" y="75779"/>
                  </a:lnTo>
                  <a:lnTo>
                    <a:pt x="54050" y="75781"/>
                  </a:lnTo>
                  <a:lnTo>
                    <a:pt x="54003" y="75783"/>
                  </a:lnTo>
                  <a:lnTo>
                    <a:pt x="53983" y="75782"/>
                  </a:lnTo>
                  <a:lnTo>
                    <a:pt x="53954" y="75768"/>
                  </a:lnTo>
                  <a:lnTo>
                    <a:pt x="53922" y="75752"/>
                  </a:lnTo>
                  <a:lnTo>
                    <a:pt x="53824" y="75718"/>
                  </a:lnTo>
                  <a:lnTo>
                    <a:pt x="53655" y="75736"/>
                  </a:lnTo>
                  <a:lnTo>
                    <a:pt x="53589" y="75666"/>
                  </a:lnTo>
                  <a:lnTo>
                    <a:pt x="53566" y="75602"/>
                  </a:lnTo>
                  <a:lnTo>
                    <a:pt x="53562" y="75600"/>
                  </a:lnTo>
                  <a:lnTo>
                    <a:pt x="53520" y="75616"/>
                  </a:lnTo>
                  <a:lnTo>
                    <a:pt x="53516" y="75617"/>
                  </a:lnTo>
                  <a:lnTo>
                    <a:pt x="53397" y="75649"/>
                  </a:lnTo>
                  <a:lnTo>
                    <a:pt x="53335" y="75666"/>
                  </a:lnTo>
                  <a:lnTo>
                    <a:pt x="53312" y="75725"/>
                  </a:lnTo>
                  <a:lnTo>
                    <a:pt x="53307" y="75736"/>
                  </a:lnTo>
                  <a:lnTo>
                    <a:pt x="53298" y="75739"/>
                  </a:lnTo>
                  <a:lnTo>
                    <a:pt x="53288" y="75735"/>
                  </a:lnTo>
                  <a:lnTo>
                    <a:pt x="53264" y="75724"/>
                  </a:lnTo>
                  <a:lnTo>
                    <a:pt x="53017" y="75614"/>
                  </a:lnTo>
                  <a:lnTo>
                    <a:pt x="52949" y="75614"/>
                  </a:lnTo>
                  <a:lnTo>
                    <a:pt x="52923" y="75658"/>
                  </a:lnTo>
                  <a:lnTo>
                    <a:pt x="52893" y="75709"/>
                  </a:lnTo>
                  <a:lnTo>
                    <a:pt x="52884" y="75723"/>
                  </a:lnTo>
                  <a:lnTo>
                    <a:pt x="52865" y="75756"/>
                  </a:lnTo>
                  <a:lnTo>
                    <a:pt x="52855" y="75784"/>
                  </a:lnTo>
                  <a:lnTo>
                    <a:pt x="52720" y="76034"/>
                  </a:lnTo>
                  <a:lnTo>
                    <a:pt x="52590" y="76318"/>
                  </a:lnTo>
                  <a:lnTo>
                    <a:pt x="52580" y="76326"/>
                  </a:lnTo>
                  <a:lnTo>
                    <a:pt x="52511" y="76383"/>
                  </a:lnTo>
                  <a:lnTo>
                    <a:pt x="52487" y="76403"/>
                  </a:lnTo>
                  <a:lnTo>
                    <a:pt x="52388" y="76409"/>
                  </a:lnTo>
                  <a:lnTo>
                    <a:pt x="52354" y="76442"/>
                  </a:lnTo>
                  <a:lnTo>
                    <a:pt x="52309" y="76503"/>
                  </a:lnTo>
                  <a:lnTo>
                    <a:pt x="52260" y="76578"/>
                  </a:lnTo>
                  <a:lnTo>
                    <a:pt x="52233" y="76634"/>
                  </a:lnTo>
                  <a:lnTo>
                    <a:pt x="52218" y="76655"/>
                  </a:lnTo>
                  <a:lnTo>
                    <a:pt x="52199" y="76673"/>
                  </a:lnTo>
                  <a:lnTo>
                    <a:pt x="51779" y="76620"/>
                  </a:lnTo>
                  <a:lnTo>
                    <a:pt x="51175" y="76472"/>
                  </a:lnTo>
                  <a:lnTo>
                    <a:pt x="50983" y="76424"/>
                  </a:lnTo>
                  <a:lnTo>
                    <a:pt x="50730" y="76404"/>
                  </a:lnTo>
                  <a:lnTo>
                    <a:pt x="50486" y="76421"/>
                  </a:lnTo>
                  <a:lnTo>
                    <a:pt x="50459" y="76423"/>
                  </a:lnTo>
                  <a:lnTo>
                    <a:pt x="50374" y="76430"/>
                  </a:lnTo>
                  <a:lnTo>
                    <a:pt x="50062" y="76452"/>
                  </a:lnTo>
                  <a:lnTo>
                    <a:pt x="49940" y="76483"/>
                  </a:lnTo>
                  <a:lnTo>
                    <a:pt x="49675" y="76550"/>
                  </a:lnTo>
                  <a:lnTo>
                    <a:pt x="49229" y="76706"/>
                  </a:lnTo>
                  <a:lnTo>
                    <a:pt x="48750" y="76953"/>
                  </a:lnTo>
                  <a:lnTo>
                    <a:pt x="48481" y="77108"/>
                  </a:lnTo>
                  <a:lnTo>
                    <a:pt x="48382" y="77194"/>
                  </a:lnTo>
                  <a:lnTo>
                    <a:pt x="48312" y="77253"/>
                  </a:lnTo>
                  <a:lnTo>
                    <a:pt x="48170" y="77374"/>
                  </a:lnTo>
                  <a:lnTo>
                    <a:pt x="48016" y="77556"/>
                  </a:lnTo>
                  <a:lnTo>
                    <a:pt x="47532" y="77689"/>
                  </a:lnTo>
                  <a:lnTo>
                    <a:pt x="47238" y="77809"/>
                  </a:lnTo>
                  <a:lnTo>
                    <a:pt x="47042" y="77910"/>
                  </a:lnTo>
                  <a:lnTo>
                    <a:pt x="46780" y="78045"/>
                  </a:lnTo>
                  <a:lnTo>
                    <a:pt x="46611" y="78132"/>
                  </a:lnTo>
                  <a:lnTo>
                    <a:pt x="46429" y="78055"/>
                  </a:lnTo>
                  <a:lnTo>
                    <a:pt x="46394" y="78011"/>
                  </a:lnTo>
                  <a:lnTo>
                    <a:pt x="46386" y="77899"/>
                  </a:lnTo>
                  <a:lnTo>
                    <a:pt x="46419" y="77545"/>
                  </a:lnTo>
                  <a:lnTo>
                    <a:pt x="46327" y="77340"/>
                  </a:lnTo>
                  <a:lnTo>
                    <a:pt x="46180" y="77203"/>
                  </a:lnTo>
                  <a:lnTo>
                    <a:pt x="45984" y="77107"/>
                  </a:lnTo>
                  <a:lnTo>
                    <a:pt x="45777" y="77055"/>
                  </a:lnTo>
                  <a:lnTo>
                    <a:pt x="45695" y="77045"/>
                  </a:lnTo>
                  <a:lnTo>
                    <a:pt x="45613" y="77036"/>
                  </a:lnTo>
                  <a:lnTo>
                    <a:pt x="45250" y="77077"/>
                  </a:lnTo>
                  <a:lnTo>
                    <a:pt x="45244" y="77080"/>
                  </a:lnTo>
                  <a:lnTo>
                    <a:pt x="45103" y="77142"/>
                  </a:lnTo>
                  <a:lnTo>
                    <a:pt x="45012" y="77182"/>
                  </a:lnTo>
                  <a:lnTo>
                    <a:pt x="44883" y="77256"/>
                  </a:lnTo>
                  <a:lnTo>
                    <a:pt x="44868" y="77265"/>
                  </a:lnTo>
                  <a:lnTo>
                    <a:pt x="44845" y="77278"/>
                  </a:lnTo>
                  <a:lnTo>
                    <a:pt x="44671" y="77440"/>
                  </a:lnTo>
                  <a:lnTo>
                    <a:pt x="44609" y="77477"/>
                  </a:lnTo>
                  <a:lnTo>
                    <a:pt x="44450" y="77519"/>
                  </a:lnTo>
                  <a:lnTo>
                    <a:pt x="44379" y="77593"/>
                  </a:lnTo>
                  <a:lnTo>
                    <a:pt x="44373" y="77633"/>
                  </a:lnTo>
                  <a:lnTo>
                    <a:pt x="44246" y="77821"/>
                  </a:lnTo>
                  <a:lnTo>
                    <a:pt x="44080" y="78011"/>
                  </a:lnTo>
                  <a:lnTo>
                    <a:pt x="44001" y="78133"/>
                  </a:lnTo>
                  <a:lnTo>
                    <a:pt x="43740" y="78631"/>
                  </a:lnTo>
                  <a:lnTo>
                    <a:pt x="43405" y="79509"/>
                  </a:lnTo>
                  <a:lnTo>
                    <a:pt x="43346" y="79714"/>
                  </a:lnTo>
                  <a:lnTo>
                    <a:pt x="43331" y="79762"/>
                  </a:lnTo>
                  <a:lnTo>
                    <a:pt x="43274" y="79960"/>
                  </a:lnTo>
                  <a:lnTo>
                    <a:pt x="43176" y="80486"/>
                  </a:lnTo>
                  <a:lnTo>
                    <a:pt x="43009" y="80877"/>
                  </a:lnTo>
                  <a:lnTo>
                    <a:pt x="42878" y="81087"/>
                  </a:lnTo>
                  <a:lnTo>
                    <a:pt x="42688" y="81661"/>
                  </a:lnTo>
                  <a:lnTo>
                    <a:pt x="42665" y="81919"/>
                  </a:lnTo>
                  <a:lnTo>
                    <a:pt x="42649" y="82103"/>
                  </a:lnTo>
                  <a:lnTo>
                    <a:pt x="42645" y="82153"/>
                  </a:lnTo>
                  <a:lnTo>
                    <a:pt x="42658" y="82375"/>
                  </a:lnTo>
                  <a:lnTo>
                    <a:pt x="42701" y="82496"/>
                  </a:lnTo>
                  <a:lnTo>
                    <a:pt x="42769" y="82560"/>
                  </a:lnTo>
                  <a:lnTo>
                    <a:pt x="42965" y="82613"/>
                  </a:lnTo>
                  <a:lnTo>
                    <a:pt x="43102" y="82585"/>
                  </a:lnTo>
                  <a:lnTo>
                    <a:pt x="43191" y="82544"/>
                  </a:lnTo>
                  <a:lnTo>
                    <a:pt x="43290" y="82639"/>
                  </a:lnTo>
                  <a:lnTo>
                    <a:pt x="43324" y="82702"/>
                  </a:lnTo>
                  <a:lnTo>
                    <a:pt x="43328" y="82754"/>
                  </a:lnTo>
                  <a:lnTo>
                    <a:pt x="43069" y="82828"/>
                  </a:lnTo>
                  <a:lnTo>
                    <a:pt x="42967" y="82817"/>
                  </a:lnTo>
                  <a:lnTo>
                    <a:pt x="42926" y="82744"/>
                  </a:lnTo>
                  <a:lnTo>
                    <a:pt x="42896" y="82732"/>
                  </a:lnTo>
                  <a:lnTo>
                    <a:pt x="42832" y="82745"/>
                  </a:lnTo>
                  <a:lnTo>
                    <a:pt x="42742" y="82799"/>
                  </a:lnTo>
                  <a:lnTo>
                    <a:pt x="42717" y="82836"/>
                  </a:lnTo>
                  <a:lnTo>
                    <a:pt x="42690" y="82875"/>
                  </a:lnTo>
                  <a:lnTo>
                    <a:pt x="42672" y="82971"/>
                  </a:lnTo>
                  <a:lnTo>
                    <a:pt x="42685" y="83070"/>
                  </a:lnTo>
                  <a:lnTo>
                    <a:pt x="42629" y="83132"/>
                  </a:lnTo>
                  <a:lnTo>
                    <a:pt x="42589" y="83141"/>
                  </a:lnTo>
                  <a:lnTo>
                    <a:pt x="42239" y="83125"/>
                  </a:lnTo>
                  <a:lnTo>
                    <a:pt x="42126" y="82996"/>
                  </a:lnTo>
                  <a:lnTo>
                    <a:pt x="42088" y="82860"/>
                  </a:lnTo>
                  <a:lnTo>
                    <a:pt x="42071" y="82729"/>
                  </a:lnTo>
                  <a:lnTo>
                    <a:pt x="42089" y="82700"/>
                  </a:lnTo>
                  <a:lnTo>
                    <a:pt x="42132" y="82689"/>
                  </a:lnTo>
                  <a:lnTo>
                    <a:pt x="42156" y="82617"/>
                  </a:lnTo>
                  <a:lnTo>
                    <a:pt x="42181" y="82546"/>
                  </a:lnTo>
                  <a:lnTo>
                    <a:pt x="42197" y="82501"/>
                  </a:lnTo>
                  <a:lnTo>
                    <a:pt x="42106" y="82279"/>
                  </a:lnTo>
                  <a:lnTo>
                    <a:pt x="42005" y="82140"/>
                  </a:lnTo>
                  <a:lnTo>
                    <a:pt x="41901" y="82097"/>
                  </a:lnTo>
                  <a:lnTo>
                    <a:pt x="41666" y="82163"/>
                  </a:lnTo>
                  <a:lnTo>
                    <a:pt x="41661" y="82170"/>
                  </a:lnTo>
                  <a:lnTo>
                    <a:pt x="41654" y="82182"/>
                  </a:lnTo>
                  <a:lnTo>
                    <a:pt x="41643" y="82198"/>
                  </a:lnTo>
                  <a:lnTo>
                    <a:pt x="41639" y="82212"/>
                  </a:lnTo>
                  <a:lnTo>
                    <a:pt x="41626" y="82264"/>
                  </a:lnTo>
                  <a:lnTo>
                    <a:pt x="41619" y="82307"/>
                  </a:lnTo>
                  <a:lnTo>
                    <a:pt x="41621" y="82343"/>
                  </a:lnTo>
                  <a:lnTo>
                    <a:pt x="41672" y="82467"/>
                  </a:lnTo>
                  <a:lnTo>
                    <a:pt x="41673" y="82477"/>
                  </a:lnTo>
                  <a:lnTo>
                    <a:pt x="41671" y="82487"/>
                  </a:lnTo>
                  <a:lnTo>
                    <a:pt x="41642" y="82546"/>
                  </a:lnTo>
                  <a:lnTo>
                    <a:pt x="41526" y="82577"/>
                  </a:lnTo>
                  <a:lnTo>
                    <a:pt x="41520" y="82577"/>
                  </a:lnTo>
                  <a:lnTo>
                    <a:pt x="41508" y="82575"/>
                  </a:lnTo>
                  <a:lnTo>
                    <a:pt x="41311" y="82553"/>
                  </a:lnTo>
                  <a:lnTo>
                    <a:pt x="41148" y="82454"/>
                  </a:lnTo>
                  <a:lnTo>
                    <a:pt x="40878" y="82598"/>
                  </a:lnTo>
                  <a:lnTo>
                    <a:pt x="40879" y="82632"/>
                  </a:lnTo>
                  <a:lnTo>
                    <a:pt x="40880" y="82681"/>
                  </a:lnTo>
                  <a:lnTo>
                    <a:pt x="40881" y="82747"/>
                  </a:lnTo>
                  <a:lnTo>
                    <a:pt x="40921" y="82899"/>
                  </a:lnTo>
                  <a:lnTo>
                    <a:pt x="40951" y="83013"/>
                  </a:lnTo>
                  <a:lnTo>
                    <a:pt x="40963" y="83037"/>
                  </a:lnTo>
                  <a:lnTo>
                    <a:pt x="41023" y="83160"/>
                  </a:lnTo>
                  <a:lnTo>
                    <a:pt x="41114" y="83262"/>
                  </a:lnTo>
                  <a:lnTo>
                    <a:pt x="41138" y="83289"/>
                  </a:lnTo>
                  <a:lnTo>
                    <a:pt x="41148" y="83293"/>
                  </a:lnTo>
                  <a:lnTo>
                    <a:pt x="41215" y="83323"/>
                  </a:lnTo>
                  <a:lnTo>
                    <a:pt x="41237" y="83333"/>
                  </a:lnTo>
                  <a:lnTo>
                    <a:pt x="41254" y="83334"/>
                  </a:lnTo>
                  <a:lnTo>
                    <a:pt x="41354" y="83342"/>
                  </a:lnTo>
                  <a:lnTo>
                    <a:pt x="41614" y="83191"/>
                  </a:lnTo>
                  <a:lnTo>
                    <a:pt x="41663" y="83083"/>
                  </a:lnTo>
                  <a:lnTo>
                    <a:pt x="41693" y="83016"/>
                  </a:lnTo>
                  <a:lnTo>
                    <a:pt x="41795" y="82792"/>
                  </a:lnTo>
                  <a:lnTo>
                    <a:pt x="41803" y="82705"/>
                  </a:lnTo>
                  <a:lnTo>
                    <a:pt x="41738" y="82444"/>
                  </a:lnTo>
                  <a:lnTo>
                    <a:pt x="41752" y="82358"/>
                  </a:lnTo>
                  <a:lnTo>
                    <a:pt x="41801" y="82284"/>
                  </a:lnTo>
                  <a:lnTo>
                    <a:pt x="41821" y="82255"/>
                  </a:lnTo>
                  <a:lnTo>
                    <a:pt x="41882" y="82211"/>
                  </a:lnTo>
                  <a:lnTo>
                    <a:pt x="41884" y="82220"/>
                  </a:lnTo>
                  <a:lnTo>
                    <a:pt x="41887" y="82238"/>
                  </a:lnTo>
                  <a:lnTo>
                    <a:pt x="41894" y="82286"/>
                  </a:lnTo>
                  <a:lnTo>
                    <a:pt x="41907" y="82443"/>
                  </a:lnTo>
                  <a:lnTo>
                    <a:pt x="41913" y="82596"/>
                  </a:lnTo>
                  <a:lnTo>
                    <a:pt x="42010" y="82913"/>
                  </a:lnTo>
                  <a:lnTo>
                    <a:pt x="42010" y="82928"/>
                  </a:lnTo>
                  <a:lnTo>
                    <a:pt x="41994" y="82972"/>
                  </a:lnTo>
                  <a:lnTo>
                    <a:pt x="41938" y="83041"/>
                  </a:lnTo>
                  <a:lnTo>
                    <a:pt x="41937" y="83065"/>
                  </a:lnTo>
                  <a:lnTo>
                    <a:pt x="41958" y="83121"/>
                  </a:lnTo>
                  <a:lnTo>
                    <a:pt x="41981" y="83182"/>
                  </a:lnTo>
                  <a:lnTo>
                    <a:pt x="42002" y="83237"/>
                  </a:lnTo>
                  <a:lnTo>
                    <a:pt x="42067" y="83305"/>
                  </a:lnTo>
                  <a:lnTo>
                    <a:pt x="42155" y="83332"/>
                  </a:lnTo>
                  <a:lnTo>
                    <a:pt x="42661" y="83247"/>
                  </a:lnTo>
                  <a:lnTo>
                    <a:pt x="43007" y="83189"/>
                  </a:lnTo>
                  <a:lnTo>
                    <a:pt x="43083" y="83218"/>
                  </a:lnTo>
                  <a:lnTo>
                    <a:pt x="43147" y="83243"/>
                  </a:lnTo>
                  <a:lnTo>
                    <a:pt x="43203" y="83289"/>
                  </a:lnTo>
                  <a:lnTo>
                    <a:pt x="43482" y="83516"/>
                  </a:lnTo>
                  <a:lnTo>
                    <a:pt x="43500" y="83622"/>
                  </a:lnTo>
                  <a:lnTo>
                    <a:pt x="43513" y="83697"/>
                  </a:lnTo>
                  <a:lnTo>
                    <a:pt x="43527" y="83778"/>
                  </a:lnTo>
                  <a:lnTo>
                    <a:pt x="43503" y="83951"/>
                  </a:lnTo>
                  <a:lnTo>
                    <a:pt x="43500" y="83969"/>
                  </a:lnTo>
                  <a:lnTo>
                    <a:pt x="43468" y="84202"/>
                  </a:lnTo>
                  <a:lnTo>
                    <a:pt x="43464" y="84230"/>
                  </a:lnTo>
                  <a:lnTo>
                    <a:pt x="43268" y="84408"/>
                  </a:lnTo>
                  <a:lnTo>
                    <a:pt x="43215" y="84438"/>
                  </a:lnTo>
                  <a:lnTo>
                    <a:pt x="43170" y="84463"/>
                  </a:lnTo>
                  <a:lnTo>
                    <a:pt x="43121" y="84445"/>
                  </a:lnTo>
                  <a:lnTo>
                    <a:pt x="43065" y="84424"/>
                  </a:lnTo>
                  <a:lnTo>
                    <a:pt x="42899" y="84508"/>
                  </a:lnTo>
                  <a:lnTo>
                    <a:pt x="42927" y="84607"/>
                  </a:lnTo>
                  <a:lnTo>
                    <a:pt x="43004" y="84747"/>
                  </a:lnTo>
                  <a:lnTo>
                    <a:pt x="43080" y="84838"/>
                  </a:lnTo>
                  <a:lnTo>
                    <a:pt x="42985" y="85197"/>
                  </a:lnTo>
                  <a:lnTo>
                    <a:pt x="42940" y="85368"/>
                  </a:lnTo>
                  <a:lnTo>
                    <a:pt x="42828" y="85375"/>
                  </a:lnTo>
                  <a:lnTo>
                    <a:pt x="42689" y="85284"/>
                  </a:lnTo>
                  <a:lnTo>
                    <a:pt x="42581" y="85176"/>
                  </a:lnTo>
                  <a:lnTo>
                    <a:pt x="42496" y="85091"/>
                  </a:lnTo>
                  <a:lnTo>
                    <a:pt x="42411" y="85007"/>
                  </a:lnTo>
                  <a:lnTo>
                    <a:pt x="42407" y="85004"/>
                  </a:lnTo>
                  <a:lnTo>
                    <a:pt x="42217" y="85067"/>
                  </a:lnTo>
                  <a:lnTo>
                    <a:pt x="42151" y="85107"/>
                  </a:lnTo>
                  <a:lnTo>
                    <a:pt x="42052" y="85217"/>
                  </a:lnTo>
                  <a:lnTo>
                    <a:pt x="41988" y="85329"/>
                  </a:lnTo>
                  <a:lnTo>
                    <a:pt x="41956" y="85458"/>
                  </a:lnTo>
                  <a:lnTo>
                    <a:pt x="41973" y="85550"/>
                  </a:lnTo>
                  <a:lnTo>
                    <a:pt x="42000" y="85586"/>
                  </a:lnTo>
                  <a:lnTo>
                    <a:pt x="42057" y="85567"/>
                  </a:lnTo>
                  <a:lnTo>
                    <a:pt x="42135" y="85584"/>
                  </a:lnTo>
                  <a:lnTo>
                    <a:pt x="42186" y="85636"/>
                  </a:lnTo>
                  <a:lnTo>
                    <a:pt x="42336" y="86015"/>
                  </a:lnTo>
                  <a:lnTo>
                    <a:pt x="42328" y="86052"/>
                  </a:lnTo>
                  <a:lnTo>
                    <a:pt x="42046" y="86063"/>
                  </a:lnTo>
                  <a:lnTo>
                    <a:pt x="42029" y="86064"/>
                  </a:lnTo>
                  <a:lnTo>
                    <a:pt x="41870" y="86046"/>
                  </a:lnTo>
                  <a:lnTo>
                    <a:pt x="41516" y="85633"/>
                  </a:lnTo>
                  <a:lnTo>
                    <a:pt x="41455" y="85542"/>
                  </a:lnTo>
                  <a:lnTo>
                    <a:pt x="41398" y="85314"/>
                  </a:lnTo>
                  <a:lnTo>
                    <a:pt x="41402" y="85219"/>
                  </a:lnTo>
                  <a:lnTo>
                    <a:pt x="41437" y="85158"/>
                  </a:lnTo>
                  <a:lnTo>
                    <a:pt x="41583" y="85045"/>
                  </a:lnTo>
                  <a:lnTo>
                    <a:pt x="41676" y="84974"/>
                  </a:lnTo>
                  <a:lnTo>
                    <a:pt x="41696" y="84991"/>
                  </a:lnTo>
                  <a:lnTo>
                    <a:pt x="41720" y="85013"/>
                  </a:lnTo>
                  <a:lnTo>
                    <a:pt x="41732" y="84875"/>
                  </a:lnTo>
                  <a:lnTo>
                    <a:pt x="41717" y="84828"/>
                  </a:lnTo>
                  <a:lnTo>
                    <a:pt x="41619" y="84706"/>
                  </a:lnTo>
                  <a:lnTo>
                    <a:pt x="41350" y="84373"/>
                  </a:lnTo>
                  <a:lnTo>
                    <a:pt x="41278" y="84352"/>
                  </a:lnTo>
                  <a:lnTo>
                    <a:pt x="41117" y="84305"/>
                  </a:lnTo>
                  <a:lnTo>
                    <a:pt x="40914" y="84280"/>
                  </a:lnTo>
                  <a:lnTo>
                    <a:pt x="40774" y="84294"/>
                  </a:lnTo>
                  <a:lnTo>
                    <a:pt x="40671" y="84319"/>
                  </a:lnTo>
                  <a:lnTo>
                    <a:pt x="40522" y="84354"/>
                  </a:lnTo>
                  <a:lnTo>
                    <a:pt x="40336" y="84457"/>
                  </a:lnTo>
                  <a:lnTo>
                    <a:pt x="40197" y="84466"/>
                  </a:lnTo>
                  <a:lnTo>
                    <a:pt x="39827" y="84492"/>
                  </a:lnTo>
                  <a:lnTo>
                    <a:pt x="39271" y="84669"/>
                  </a:lnTo>
                  <a:lnTo>
                    <a:pt x="39089" y="84756"/>
                  </a:lnTo>
                  <a:lnTo>
                    <a:pt x="38694" y="85041"/>
                  </a:lnTo>
                  <a:lnTo>
                    <a:pt x="38611" y="85118"/>
                  </a:lnTo>
                  <a:lnTo>
                    <a:pt x="38550" y="85176"/>
                  </a:lnTo>
                  <a:lnTo>
                    <a:pt x="38488" y="85234"/>
                  </a:lnTo>
                  <a:lnTo>
                    <a:pt x="38448" y="85272"/>
                  </a:lnTo>
                  <a:lnTo>
                    <a:pt x="38431" y="85280"/>
                  </a:lnTo>
                  <a:lnTo>
                    <a:pt x="38403" y="85294"/>
                  </a:lnTo>
                  <a:lnTo>
                    <a:pt x="38428" y="85370"/>
                  </a:lnTo>
                  <a:lnTo>
                    <a:pt x="38425" y="85378"/>
                  </a:lnTo>
                  <a:lnTo>
                    <a:pt x="38431" y="85753"/>
                  </a:lnTo>
                  <a:lnTo>
                    <a:pt x="38433" y="85851"/>
                  </a:lnTo>
                  <a:lnTo>
                    <a:pt x="38414" y="85914"/>
                  </a:lnTo>
                  <a:lnTo>
                    <a:pt x="38298" y="86072"/>
                  </a:lnTo>
                  <a:lnTo>
                    <a:pt x="38279" y="86125"/>
                  </a:lnTo>
                  <a:lnTo>
                    <a:pt x="38283" y="86185"/>
                  </a:lnTo>
                  <a:lnTo>
                    <a:pt x="38303" y="86238"/>
                  </a:lnTo>
                  <a:lnTo>
                    <a:pt x="38405" y="86357"/>
                  </a:lnTo>
                  <a:lnTo>
                    <a:pt x="38448" y="86355"/>
                  </a:lnTo>
                  <a:lnTo>
                    <a:pt x="38514" y="86317"/>
                  </a:lnTo>
                  <a:lnTo>
                    <a:pt x="38608" y="86415"/>
                  </a:lnTo>
                  <a:lnTo>
                    <a:pt x="38876" y="86979"/>
                  </a:lnTo>
                  <a:lnTo>
                    <a:pt x="38891" y="87011"/>
                  </a:lnTo>
                  <a:lnTo>
                    <a:pt x="38872" y="87065"/>
                  </a:lnTo>
                  <a:lnTo>
                    <a:pt x="38769" y="87190"/>
                  </a:lnTo>
                  <a:lnTo>
                    <a:pt x="38721" y="87177"/>
                  </a:lnTo>
                  <a:lnTo>
                    <a:pt x="38432" y="86915"/>
                  </a:lnTo>
                  <a:lnTo>
                    <a:pt x="38384" y="86844"/>
                  </a:lnTo>
                  <a:lnTo>
                    <a:pt x="38371" y="86793"/>
                  </a:lnTo>
                  <a:lnTo>
                    <a:pt x="38265" y="86704"/>
                  </a:lnTo>
                  <a:lnTo>
                    <a:pt x="38248" y="86710"/>
                  </a:lnTo>
                  <a:lnTo>
                    <a:pt x="38228" y="86741"/>
                  </a:lnTo>
                  <a:lnTo>
                    <a:pt x="38207" y="86872"/>
                  </a:lnTo>
                  <a:lnTo>
                    <a:pt x="38206" y="86878"/>
                  </a:lnTo>
                  <a:lnTo>
                    <a:pt x="38178" y="86909"/>
                  </a:lnTo>
                  <a:lnTo>
                    <a:pt x="38119" y="86976"/>
                  </a:lnTo>
                  <a:lnTo>
                    <a:pt x="38075" y="87017"/>
                  </a:lnTo>
                  <a:lnTo>
                    <a:pt x="38059" y="87023"/>
                  </a:lnTo>
                  <a:lnTo>
                    <a:pt x="38042" y="87020"/>
                  </a:lnTo>
                  <a:lnTo>
                    <a:pt x="38032" y="87012"/>
                  </a:lnTo>
                  <a:lnTo>
                    <a:pt x="38029" y="86992"/>
                  </a:lnTo>
                  <a:lnTo>
                    <a:pt x="38018" y="86976"/>
                  </a:lnTo>
                  <a:lnTo>
                    <a:pt x="37976" y="86935"/>
                  </a:lnTo>
                  <a:lnTo>
                    <a:pt x="37952" y="86912"/>
                  </a:lnTo>
                  <a:lnTo>
                    <a:pt x="37801" y="86937"/>
                  </a:lnTo>
                  <a:lnTo>
                    <a:pt x="37490" y="86839"/>
                  </a:lnTo>
                  <a:lnTo>
                    <a:pt x="37339" y="86791"/>
                  </a:lnTo>
                  <a:lnTo>
                    <a:pt x="37294" y="86811"/>
                  </a:lnTo>
                  <a:lnTo>
                    <a:pt x="37223" y="86906"/>
                  </a:lnTo>
                  <a:lnTo>
                    <a:pt x="37249" y="87084"/>
                  </a:lnTo>
                  <a:lnTo>
                    <a:pt x="37251" y="87097"/>
                  </a:lnTo>
                  <a:lnTo>
                    <a:pt x="37257" y="87113"/>
                  </a:lnTo>
                  <a:lnTo>
                    <a:pt x="37294" y="87207"/>
                  </a:lnTo>
                  <a:lnTo>
                    <a:pt x="37281" y="87326"/>
                  </a:lnTo>
                  <a:lnTo>
                    <a:pt x="37261" y="87341"/>
                  </a:lnTo>
                  <a:lnTo>
                    <a:pt x="37124" y="87313"/>
                  </a:lnTo>
                  <a:lnTo>
                    <a:pt x="36989" y="87346"/>
                  </a:lnTo>
                  <a:lnTo>
                    <a:pt x="36960" y="87497"/>
                  </a:lnTo>
                  <a:lnTo>
                    <a:pt x="37041" y="87677"/>
                  </a:lnTo>
                  <a:lnTo>
                    <a:pt x="37023" y="87700"/>
                  </a:lnTo>
                  <a:lnTo>
                    <a:pt x="37013" y="87695"/>
                  </a:lnTo>
                  <a:lnTo>
                    <a:pt x="36891" y="87610"/>
                  </a:lnTo>
                  <a:lnTo>
                    <a:pt x="36411" y="87148"/>
                  </a:lnTo>
                  <a:lnTo>
                    <a:pt x="36407" y="87128"/>
                  </a:lnTo>
                  <a:lnTo>
                    <a:pt x="36504" y="87010"/>
                  </a:lnTo>
                  <a:lnTo>
                    <a:pt x="36543" y="86962"/>
                  </a:lnTo>
                  <a:lnTo>
                    <a:pt x="36553" y="86955"/>
                  </a:lnTo>
                  <a:lnTo>
                    <a:pt x="36594" y="86926"/>
                  </a:lnTo>
                  <a:lnTo>
                    <a:pt x="36692" y="86900"/>
                  </a:lnTo>
                  <a:lnTo>
                    <a:pt x="36696" y="86898"/>
                  </a:lnTo>
                  <a:lnTo>
                    <a:pt x="36756" y="86837"/>
                  </a:lnTo>
                  <a:lnTo>
                    <a:pt x="36786" y="86775"/>
                  </a:lnTo>
                  <a:lnTo>
                    <a:pt x="36787" y="86649"/>
                  </a:lnTo>
                  <a:lnTo>
                    <a:pt x="36761" y="86553"/>
                  </a:lnTo>
                  <a:lnTo>
                    <a:pt x="36746" y="86497"/>
                  </a:lnTo>
                  <a:lnTo>
                    <a:pt x="36704" y="86416"/>
                  </a:lnTo>
                  <a:lnTo>
                    <a:pt x="36685" y="86316"/>
                  </a:lnTo>
                  <a:lnTo>
                    <a:pt x="36778" y="86131"/>
                  </a:lnTo>
                  <a:lnTo>
                    <a:pt x="36842" y="86087"/>
                  </a:lnTo>
                  <a:lnTo>
                    <a:pt x="36906" y="86043"/>
                  </a:lnTo>
                  <a:lnTo>
                    <a:pt x="37061" y="85800"/>
                  </a:lnTo>
                  <a:lnTo>
                    <a:pt x="37081" y="85639"/>
                  </a:lnTo>
                  <a:lnTo>
                    <a:pt x="37071" y="85617"/>
                  </a:lnTo>
                  <a:lnTo>
                    <a:pt x="37021" y="85615"/>
                  </a:lnTo>
                  <a:lnTo>
                    <a:pt x="36722" y="85602"/>
                  </a:lnTo>
                  <a:lnTo>
                    <a:pt x="36718" y="85602"/>
                  </a:lnTo>
                  <a:lnTo>
                    <a:pt x="36401" y="85454"/>
                  </a:lnTo>
                  <a:lnTo>
                    <a:pt x="36378" y="85414"/>
                  </a:lnTo>
                  <a:lnTo>
                    <a:pt x="36426" y="85339"/>
                  </a:lnTo>
                  <a:lnTo>
                    <a:pt x="36403" y="85242"/>
                  </a:lnTo>
                  <a:lnTo>
                    <a:pt x="36377" y="85209"/>
                  </a:lnTo>
                  <a:lnTo>
                    <a:pt x="36240" y="85125"/>
                  </a:lnTo>
                  <a:lnTo>
                    <a:pt x="36039" y="85100"/>
                  </a:lnTo>
                  <a:lnTo>
                    <a:pt x="35885" y="85046"/>
                  </a:lnTo>
                  <a:lnTo>
                    <a:pt x="35852" y="84984"/>
                  </a:lnTo>
                  <a:lnTo>
                    <a:pt x="35868" y="84950"/>
                  </a:lnTo>
                  <a:lnTo>
                    <a:pt x="35889" y="84907"/>
                  </a:lnTo>
                  <a:lnTo>
                    <a:pt x="35989" y="84840"/>
                  </a:lnTo>
                  <a:lnTo>
                    <a:pt x="36023" y="84787"/>
                  </a:lnTo>
                  <a:lnTo>
                    <a:pt x="36063" y="84725"/>
                  </a:lnTo>
                  <a:lnTo>
                    <a:pt x="36070" y="84714"/>
                  </a:lnTo>
                  <a:lnTo>
                    <a:pt x="36232" y="84598"/>
                  </a:lnTo>
                  <a:lnTo>
                    <a:pt x="36283" y="84644"/>
                  </a:lnTo>
                  <a:lnTo>
                    <a:pt x="36339" y="84622"/>
                  </a:lnTo>
                  <a:lnTo>
                    <a:pt x="36413" y="84551"/>
                  </a:lnTo>
                  <a:lnTo>
                    <a:pt x="36537" y="84380"/>
                  </a:lnTo>
                  <a:lnTo>
                    <a:pt x="36687" y="84332"/>
                  </a:lnTo>
                  <a:lnTo>
                    <a:pt x="36783" y="84302"/>
                  </a:lnTo>
                  <a:lnTo>
                    <a:pt x="37032" y="84169"/>
                  </a:lnTo>
                  <a:lnTo>
                    <a:pt x="37028" y="84150"/>
                  </a:lnTo>
                  <a:lnTo>
                    <a:pt x="37015" y="84074"/>
                  </a:lnTo>
                  <a:lnTo>
                    <a:pt x="36967" y="83782"/>
                  </a:lnTo>
                  <a:lnTo>
                    <a:pt x="36883" y="83527"/>
                  </a:lnTo>
                  <a:lnTo>
                    <a:pt x="36872" y="83492"/>
                  </a:lnTo>
                  <a:lnTo>
                    <a:pt x="36703" y="83404"/>
                  </a:lnTo>
                  <a:lnTo>
                    <a:pt x="36641" y="83636"/>
                  </a:lnTo>
                  <a:lnTo>
                    <a:pt x="36642" y="83758"/>
                  </a:lnTo>
                  <a:lnTo>
                    <a:pt x="36655" y="83847"/>
                  </a:lnTo>
                  <a:lnTo>
                    <a:pt x="36671" y="83960"/>
                  </a:lnTo>
                  <a:lnTo>
                    <a:pt x="36686" y="83973"/>
                  </a:lnTo>
                  <a:lnTo>
                    <a:pt x="36647" y="84131"/>
                  </a:lnTo>
                  <a:lnTo>
                    <a:pt x="36613" y="84167"/>
                  </a:lnTo>
                  <a:lnTo>
                    <a:pt x="36505" y="84228"/>
                  </a:lnTo>
                  <a:lnTo>
                    <a:pt x="36453" y="84239"/>
                  </a:lnTo>
                  <a:lnTo>
                    <a:pt x="36311" y="84267"/>
                  </a:lnTo>
                  <a:lnTo>
                    <a:pt x="36198" y="84346"/>
                  </a:lnTo>
                  <a:lnTo>
                    <a:pt x="36137" y="84419"/>
                  </a:lnTo>
                  <a:lnTo>
                    <a:pt x="36095" y="84453"/>
                  </a:lnTo>
                  <a:lnTo>
                    <a:pt x="35938" y="84432"/>
                  </a:lnTo>
                  <a:lnTo>
                    <a:pt x="35938" y="84425"/>
                  </a:lnTo>
                  <a:lnTo>
                    <a:pt x="35921" y="84423"/>
                  </a:lnTo>
                  <a:lnTo>
                    <a:pt x="35900" y="84430"/>
                  </a:lnTo>
                  <a:lnTo>
                    <a:pt x="35556" y="84566"/>
                  </a:lnTo>
                  <a:lnTo>
                    <a:pt x="35425" y="84644"/>
                  </a:lnTo>
                  <a:lnTo>
                    <a:pt x="35390" y="84780"/>
                  </a:lnTo>
                  <a:lnTo>
                    <a:pt x="35394" y="84840"/>
                  </a:lnTo>
                  <a:lnTo>
                    <a:pt x="35459" y="84966"/>
                  </a:lnTo>
                  <a:lnTo>
                    <a:pt x="35496" y="84986"/>
                  </a:lnTo>
                  <a:lnTo>
                    <a:pt x="35534" y="84983"/>
                  </a:lnTo>
                  <a:lnTo>
                    <a:pt x="35540" y="84962"/>
                  </a:lnTo>
                  <a:lnTo>
                    <a:pt x="35700" y="84991"/>
                  </a:lnTo>
                  <a:lnTo>
                    <a:pt x="35717" y="85024"/>
                  </a:lnTo>
                  <a:lnTo>
                    <a:pt x="35716" y="85071"/>
                  </a:lnTo>
                  <a:lnTo>
                    <a:pt x="35706" y="85551"/>
                  </a:lnTo>
                  <a:lnTo>
                    <a:pt x="35671" y="85637"/>
                  </a:lnTo>
                  <a:lnTo>
                    <a:pt x="35627" y="85693"/>
                  </a:lnTo>
                  <a:lnTo>
                    <a:pt x="35525" y="85651"/>
                  </a:lnTo>
                  <a:lnTo>
                    <a:pt x="35467" y="85604"/>
                  </a:lnTo>
                  <a:lnTo>
                    <a:pt x="35461" y="85537"/>
                  </a:lnTo>
                  <a:lnTo>
                    <a:pt x="35376" y="85400"/>
                  </a:lnTo>
                  <a:lnTo>
                    <a:pt x="35235" y="85174"/>
                  </a:lnTo>
                  <a:lnTo>
                    <a:pt x="35160" y="85054"/>
                  </a:lnTo>
                  <a:lnTo>
                    <a:pt x="35100" y="84957"/>
                  </a:lnTo>
                  <a:lnTo>
                    <a:pt x="35009" y="84933"/>
                  </a:lnTo>
                  <a:lnTo>
                    <a:pt x="34681" y="84965"/>
                  </a:lnTo>
                  <a:lnTo>
                    <a:pt x="34626" y="84990"/>
                  </a:lnTo>
                  <a:lnTo>
                    <a:pt x="34562" y="85099"/>
                  </a:lnTo>
                  <a:lnTo>
                    <a:pt x="34563" y="85138"/>
                  </a:lnTo>
                  <a:lnTo>
                    <a:pt x="34567" y="85260"/>
                  </a:lnTo>
                  <a:lnTo>
                    <a:pt x="34523" y="85389"/>
                  </a:lnTo>
                  <a:lnTo>
                    <a:pt x="34374" y="85550"/>
                  </a:lnTo>
                  <a:lnTo>
                    <a:pt x="34295" y="85549"/>
                  </a:lnTo>
                  <a:lnTo>
                    <a:pt x="34250" y="85448"/>
                  </a:lnTo>
                  <a:lnTo>
                    <a:pt x="34178" y="85411"/>
                  </a:lnTo>
                  <a:lnTo>
                    <a:pt x="34088" y="85402"/>
                  </a:lnTo>
                  <a:lnTo>
                    <a:pt x="34034" y="85428"/>
                  </a:lnTo>
                  <a:lnTo>
                    <a:pt x="34028" y="85534"/>
                  </a:lnTo>
                  <a:lnTo>
                    <a:pt x="34023" y="85618"/>
                  </a:lnTo>
                  <a:lnTo>
                    <a:pt x="33945" y="85887"/>
                  </a:lnTo>
                  <a:lnTo>
                    <a:pt x="33809" y="86211"/>
                  </a:lnTo>
                  <a:lnTo>
                    <a:pt x="33774" y="86293"/>
                  </a:lnTo>
                  <a:lnTo>
                    <a:pt x="33718" y="86386"/>
                  </a:lnTo>
                  <a:lnTo>
                    <a:pt x="33465" y="86430"/>
                  </a:lnTo>
                  <a:lnTo>
                    <a:pt x="33459" y="86431"/>
                  </a:lnTo>
                  <a:lnTo>
                    <a:pt x="33453" y="86427"/>
                  </a:lnTo>
                  <a:lnTo>
                    <a:pt x="33384" y="86377"/>
                  </a:lnTo>
                  <a:lnTo>
                    <a:pt x="33336" y="86344"/>
                  </a:lnTo>
                  <a:lnTo>
                    <a:pt x="33332" y="86337"/>
                  </a:lnTo>
                  <a:lnTo>
                    <a:pt x="33068" y="85888"/>
                  </a:lnTo>
                  <a:lnTo>
                    <a:pt x="33065" y="85883"/>
                  </a:lnTo>
                  <a:lnTo>
                    <a:pt x="33062" y="85873"/>
                  </a:lnTo>
                  <a:lnTo>
                    <a:pt x="33046" y="85796"/>
                  </a:lnTo>
                  <a:lnTo>
                    <a:pt x="33044" y="85788"/>
                  </a:lnTo>
                  <a:lnTo>
                    <a:pt x="33044" y="85517"/>
                  </a:lnTo>
                  <a:lnTo>
                    <a:pt x="33075" y="85448"/>
                  </a:lnTo>
                  <a:lnTo>
                    <a:pt x="33171" y="85390"/>
                  </a:lnTo>
                  <a:lnTo>
                    <a:pt x="33398" y="85365"/>
                  </a:lnTo>
                  <a:lnTo>
                    <a:pt x="33470" y="85357"/>
                  </a:lnTo>
                  <a:lnTo>
                    <a:pt x="33646" y="85275"/>
                  </a:lnTo>
                  <a:lnTo>
                    <a:pt x="33799" y="85078"/>
                  </a:lnTo>
                  <a:lnTo>
                    <a:pt x="33824" y="84993"/>
                  </a:lnTo>
                  <a:lnTo>
                    <a:pt x="33826" y="84984"/>
                  </a:lnTo>
                  <a:lnTo>
                    <a:pt x="33845" y="84916"/>
                  </a:lnTo>
                  <a:lnTo>
                    <a:pt x="33844" y="84838"/>
                  </a:lnTo>
                  <a:lnTo>
                    <a:pt x="33786" y="84753"/>
                  </a:lnTo>
                  <a:lnTo>
                    <a:pt x="33735" y="84732"/>
                  </a:lnTo>
                  <a:lnTo>
                    <a:pt x="33704" y="84732"/>
                  </a:lnTo>
                  <a:lnTo>
                    <a:pt x="33588" y="84731"/>
                  </a:lnTo>
                  <a:lnTo>
                    <a:pt x="33548" y="84687"/>
                  </a:lnTo>
                  <a:lnTo>
                    <a:pt x="33530" y="84655"/>
                  </a:lnTo>
                  <a:lnTo>
                    <a:pt x="33518" y="84618"/>
                  </a:lnTo>
                  <a:lnTo>
                    <a:pt x="33548" y="84593"/>
                  </a:lnTo>
                  <a:lnTo>
                    <a:pt x="33580" y="84581"/>
                  </a:lnTo>
                  <a:lnTo>
                    <a:pt x="33737" y="84560"/>
                  </a:lnTo>
                  <a:lnTo>
                    <a:pt x="34013" y="84447"/>
                  </a:lnTo>
                  <a:lnTo>
                    <a:pt x="34046" y="84403"/>
                  </a:lnTo>
                  <a:lnTo>
                    <a:pt x="34098" y="84233"/>
                  </a:lnTo>
                  <a:lnTo>
                    <a:pt x="34033" y="83727"/>
                  </a:lnTo>
                  <a:lnTo>
                    <a:pt x="33951" y="83510"/>
                  </a:lnTo>
                  <a:lnTo>
                    <a:pt x="33851" y="83352"/>
                  </a:lnTo>
                  <a:lnTo>
                    <a:pt x="33846" y="83346"/>
                  </a:lnTo>
                  <a:lnTo>
                    <a:pt x="33623" y="83081"/>
                  </a:lnTo>
                  <a:lnTo>
                    <a:pt x="33280" y="82766"/>
                  </a:lnTo>
                  <a:lnTo>
                    <a:pt x="32961" y="82544"/>
                  </a:lnTo>
                  <a:lnTo>
                    <a:pt x="32955" y="82540"/>
                  </a:lnTo>
                  <a:lnTo>
                    <a:pt x="32829" y="82469"/>
                  </a:lnTo>
                  <a:lnTo>
                    <a:pt x="32652" y="82369"/>
                  </a:lnTo>
                  <a:lnTo>
                    <a:pt x="32188" y="82180"/>
                  </a:lnTo>
                  <a:lnTo>
                    <a:pt x="31858" y="82094"/>
                  </a:lnTo>
                  <a:lnTo>
                    <a:pt x="31360" y="82006"/>
                  </a:lnTo>
                  <a:lnTo>
                    <a:pt x="30260" y="81981"/>
                  </a:lnTo>
                  <a:lnTo>
                    <a:pt x="29744" y="82001"/>
                  </a:lnTo>
                  <a:lnTo>
                    <a:pt x="29292" y="82018"/>
                  </a:lnTo>
                  <a:lnTo>
                    <a:pt x="28952" y="81968"/>
                  </a:lnTo>
                  <a:lnTo>
                    <a:pt x="28709" y="81937"/>
                  </a:lnTo>
                  <a:lnTo>
                    <a:pt x="28559" y="81974"/>
                  </a:lnTo>
                  <a:lnTo>
                    <a:pt x="28413" y="81934"/>
                  </a:lnTo>
                  <a:lnTo>
                    <a:pt x="28164" y="81864"/>
                  </a:lnTo>
                  <a:lnTo>
                    <a:pt x="28113" y="81797"/>
                  </a:lnTo>
                  <a:lnTo>
                    <a:pt x="28125" y="81699"/>
                  </a:lnTo>
                  <a:lnTo>
                    <a:pt x="27922" y="81480"/>
                  </a:lnTo>
                  <a:lnTo>
                    <a:pt x="27795" y="81418"/>
                  </a:lnTo>
                  <a:lnTo>
                    <a:pt x="27482" y="81325"/>
                  </a:lnTo>
                  <a:lnTo>
                    <a:pt x="27318" y="81293"/>
                  </a:lnTo>
                  <a:lnTo>
                    <a:pt x="26809" y="81266"/>
                  </a:lnTo>
                  <a:lnTo>
                    <a:pt x="26558" y="81280"/>
                  </a:lnTo>
                  <a:lnTo>
                    <a:pt x="26369" y="81290"/>
                  </a:lnTo>
                  <a:lnTo>
                    <a:pt x="26292" y="81294"/>
                  </a:lnTo>
                  <a:lnTo>
                    <a:pt x="26162" y="81302"/>
                  </a:lnTo>
                  <a:lnTo>
                    <a:pt x="26052" y="81308"/>
                  </a:lnTo>
                  <a:lnTo>
                    <a:pt x="25338" y="81412"/>
                  </a:lnTo>
                  <a:lnTo>
                    <a:pt x="25303" y="81417"/>
                  </a:lnTo>
                  <a:lnTo>
                    <a:pt x="25072" y="81451"/>
                  </a:lnTo>
                  <a:lnTo>
                    <a:pt x="25057" y="81453"/>
                  </a:lnTo>
                  <a:lnTo>
                    <a:pt x="24829" y="81486"/>
                  </a:lnTo>
                  <a:lnTo>
                    <a:pt x="24637" y="81608"/>
                  </a:lnTo>
                  <a:lnTo>
                    <a:pt x="24317" y="81641"/>
                  </a:lnTo>
                  <a:lnTo>
                    <a:pt x="24210" y="81541"/>
                  </a:lnTo>
                  <a:lnTo>
                    <a:pt x="24154" y="81516"/>
                  </a:lnTo>
                  <a:lnTo>
                    <a:pt x="24052" y="81469"/>
                  </a:lnTo>
                  <a:lnTo>
                    <a:pt x="23651" y="81501"/>
                  </a:lnTo>
                  <a:lnTo>
                    <a:pt x="23425" y="81519"/>
                  </a:lnTo>
                  <a:lnTo>
                    <a:pt x="23248" y="81578"/>
                  </a:lnTo>
                  <a:lnTo>
                    <a:pt x="22730" y="81814"/>
                  </a:lnTo>
                  <a:lnTo>
                    <a:pt x="22667" y="81850"/>
                  </a:lnTo>
                  <a:lnTo>
                    <a:pt x="22556" y="81914"/>
                  </a:lnTo>
                  <a:lnTo>
                    <a:pt x="22386" y="82103"/>
                  </a:lnTo>
                  <a:lnTo>
                    <a:pt x="22323" y="82137"/>
                  </a:lnTo>
                  <a:lnTo>
                    <a:pt x="21964" y="82201"/>
                  </a:lnTo>
                  <a:lnTo>
                    <a:pt x="21755" y="82150"/>
                  </a:lnTo>
                  <a:lnTo>
                    <a:pt x="21664" y="82128"/>
                  </a:lnTo>
                  <a:lnTo>
                    <a:pt x="21317" y="81966"/>
                  </a:lnTo>
                  <a:lnTo>
                    <a:pt x="21174" y="81811"/>
                  </a:lnTo>
                  <a:lnTo>
                    <a:pt x="20969" y="81785"/>
                  </a:lnTo>
                  <a:lnTo>
                    <a:pt x="20884" y="81798"/>
                  </a:lnTo>
                  <a:lnTo>
                    <a:pt x="20834" y="81768"/>
                  </a:lnTo>
                  <a:lnTo>
                    <a:pt x="20669" y="81469"/>
                  </a:lnTo>
                  <a:lnTo>
                    <a:pt x="20351" y="80829"/>
                  </a:lnTo>
                  <a:lnTo>
                    <a:pt x="20356" y="80763"/>
                  </a:lnTo>
                  <a:lnTo>
                    <a:pt x="20565" y="80763"/>
                  </a:lnTo>
                  <a:lnTo>
                    <a:pt x="20633" y="80728"/>
                  </a:lnTo>
                  <a:lnTo>
                    <a:pt x="20632" y="80590"/>
                  </a:lnTo>
                  <a:lnTo>
                    <a:pt x="20630" y="80414"/>
                  </a:lnTo>
                  <a:lnTo>
                    <a:pt x="20629" y="80381"/>
                  </a:lnTo>
                  <a:lnTo>
                    <a:pt x="20537" y="80162"/>
                  </a:lnTo>
                  <a:lnTo>
                    <a:pt x="20406" y="79964"/>
                  </a:lnTo>
                  <a:lnTo>
                    <a:pt x="20205" y="79780"/>
                  </a:lnTo>
                  <a:lnTo>
                    <a:pt x="19950" y="79650"/>
                  </a:lnTo>
                  <a:lnTo>
                    <a:pt x="19904" y="79627"/>
                  </a:lnTo>
                  <a:lnTo>
                    <a:pt x="19565" y="79539"/>
                  </a:lnTo>
                  <a:lnTo>
                    <a:pt x="19558" y="79506"/>
                  </a:lnTo>
                  <a:lnTo>
                    <a:pt x="19556" y="79498"/>
                  </a:lnTo>
                  <a:lnTo>
                    <a:pt x="19555" y="79491"/>
                  </a:lnTo>
                  <a:lnTo>
                    <a:pt x="19551" y="79476"/>
                  </a:lnTo>
                  <a:lnTo>
                    <a:pt x="19503" y="79374"/>
                  </a:lnTo>
                  <a:lnTo>
                    <a:pt x="19477" y="79317"/>
                  </a:lnTo>
                  <a:lnTo>
                    <a:pt x="19145" y="78937"/>
                  </a:lnTo>
                  <a:lnTo>
                    <a:pt x="19002" y="78840"/>
                  </a:lnTo>
                  <a:lnTo>
                    <a:pt x="18779" y="78741"/>
                  </a:lnTo>
                  <a:lnTo>
                    <a:pt x="18742" y="78725"/>
                  </a:lnTo>
                  <a:lnTo>
                    <a:pt x="18701" y="78708"/>
                  </a:lnTo>
                  <a:lnTo>
                    <a:pt x="18497" y="78629"/>
                  </a:lnTo>
                  <a:lnTo>
                    <a:pt x="18363" y="78577"/>
                  </a:lnTo>
                  <a:lnTo>
                    <a:pt x="18151" y="78520"/>
                  </a:lnTo>
                  <a:lnTo>
                    <a:pt x="17418" y="78465"/>
                  </a:lnTo>
                  <a:lnTo>
                    <a:pt x="17192" y="78482"/>
                  </a:lnTo>
                  <a:lnTo>
                    <a:pt x="16761" y="78515"/>
                  </a:lnTo>
                  <a:lnTo>
                    <a:pt x="16202" y="78635"/>
                  </a:lnTo>
                  <a:lnTo>
                    <a:pt x="15598" y="78802"/>
                  </a:lnTo>
                  <a:lnTo>
                    <a:pt x="15587" y="78806"/>
                  </a:lnTo>
                  <a:lnTo>
                    <a:pt x="15578" y="78808"/>
                  </a:lnTo>
                  <a:lnTo>
                    <a:pt x="15444" y="78841"/>
                  </a:lnTo>
                  <a:lnTo>
                    <a:pt x="15237" y="78826"/>
                  </a:lnTo>
                  <a:lnTo>
                    <a:pt x="14574" y="79006"/>
                  </a:lnTo>
                  <a:lnTo>
                    <a:pt x="14448" y="78938"/>
                  </a:lnTo>
                  <a:lnTo>
                    <a:pt x="14460" y="78693"/>
                  </a:lnTo>
                  <a:lnTo>
                    <a:pt x="14434" y="78596"/>
                  </a:lnTo>
                  <a:lnTo>
                    <a:pt x="14327" y="78366"/>
                  </a:lnTo>
                  <a:lnTo>
                    <a:pt x="14169" y="78196"/>
                  </a:lnTo>
                  <a:lnTo>
                    <a:pt x="14030" y="78088"/>
                  </a:lnTo>
                  <a:lnTo>
                    <a:pt x="14021" y="78083"/>
                  </a:lnTo>
                  <a:lnTo>
                    <a:pt x="13926" y="78031"/>
                  </a:lnTo>
                  <a:lnTo>
                    <a:pt x="13908" y="78021"/>
                  </a:lnTo>
                  <a:lnTo>
                    <a:pt x="13876" y="78003"/>
                  </a:lnTo>
                  <a:lnTo>
                    <a:pt x="13842" y="77985"/>
                  </a:lnTo>
                  <a:lnTo>
                    <a:pt x="13763" y="77942"/>
                  </a:lnTo>
                  <a:lnTo>
                    <a:pt x="13706" y="77910"/>
                  </a:lnTo>
                  <a:lnTo>
                    <a:pt x="13588" y="77691"/>
                  </a:lnTo>
                  <a:lnTo>
                    <a:pt x="13451" y="77331"/>
                  </a:lnTo>
                  <a:lnTo>
                    <a:pt x="13451" y="77186"/>
                  </a:lnTo>
                  <a:lnTo>
                    <a:pt x="13391" y="77107"/>
                  </a:lnTo>
                  <a:lnTo>
                    <a:pt x="13333" y="77068"/>
                  </a:lnTo>
                  <a:lnTo>
                    <a:pt x="13157" y="77001"/>
                  </a:lnTo>
                  <a:lnTo>
                    <a:pt x="13133" y="76991"/>
                  </a:lnTo>
                  <a:lnTo>
                    <a:pt x="13093" y="76977"/>
                  </a:lnTo>
                  <a:lnTo>
                    <a:pt x="12908" y="76909"/>
                  </a:lnTo>
                  <a:lnTo>
                    <a:pt x="12683" y="76790"/>
                  </a:lnTo>
                  <a:lnTo>
                    <a:pt x="12641" y="76767"/>
                  </a:lnTo>
                  <a:lnTo>
                    <a:pt x="12625" y="76759"/>
                  </a:lnTo>
                  <a:lnTo>
                    <a:pt x="12602" y="76747"/>
                  </a:lnTo>
                  <a:lnTo>
                    <a:pt x="12512" y="76720"/>
                  </a:lnTo>
                  <a:lnTo>
                    <a:pt x="12494" y="76714"/>
                  </a:lnTo>
                  <a:lnTo>
                    <a:pt x="12454" y="76731"/>
                  </a:lnTo>
                  <a:lnTo>
                    <a:pt x="12451" y="76701"/>
                  </a:lnTo>
                  <a:lnTo>
                    <a:pt x="12429" y="76671"/>
                  </a:lnTo>
                  <a:lnTo>
                    <a:pt x="12309" y="76611"/>
                  </a:lnTo>
                  <a:lnTo>
                    <a:pt x="12271" y="76601"/>
                  </a:lnTo>
                  <a:lnTo>
                    <a:pt x="12086" y="76548"/>
                  </a:lnTo>
                  <a:lnTo>
                    <a:pt x="11627" y="76416"/>
                  </a:lnTo>
                  <a:lnTo>
                    <a:pt x="11324" y="76330"/>
                  </a:lnTo>
                  <a:lnTo>
                    <a:pt x="11239" y="76313"/>
                  </a:lnTo>
                  <a:lnTo>
                    <a:pt x="11176" y="76301"/>
                  </a:lnTo>
                  <a:lnTo>
                    <a:pt x="10922" y="76269"/>
                  </a:lnTo>
                  <a:lnTo>
                    <a:pt x="10674" y="76238"/>
                  </a:lnTo>
                  <a:lnTo>
                    <a:pt x="10634" y="76234"/>
                  </a:lnTo>
                  <a:lnTo>
                    <a:pt x="10462" y="76190"/>
                  </a:lnTo>
                  <a:lnTo>
                    <a:pt x="10250" y="76098"/>
                  </a:lnTo>
                  <a:lnTo>
                    <a:pt x="9756" y="75885"/>
                  </a:lnTo>
                  <a:lnTo>
                    <a:pt x="9722" y="75870"/>
                  </a:lnTo>
                  <a:lnTo>
                    <a:pt x="9678" y="75851"/>
                  </a:lnTo>
                  <a:lnTo>
                    <a:pt x="9578" y="75808"/>
                  </a:lnTo>
                  <a:lnTo>
                    <a:pt x="9560" y="75798"/>
                  </a:lnTo>
                  <a:lnTo>
                    <a:pt x="9566" y="75785"/>
                  </a:lnTo>
                  <a:lnTo>
                    <a:pt x="9577" y="75760"/>
                  </a:lnTo>
                  <a:lnTo>
                    <a:pt x="9621" y="75666"/>
                  </a:lnTo>
                  <a:lnTo>
                    <a:pt x="9718" y="75514"/>
                  </a:lnTo>
                  <a:lnTo>
                    <a:pt x="9720" y="75503"/>
                  </a:lnTo>
                  <a:lnTo>
                    <a:pt x="9722" y="75488"/>
                  </a:lnTo>
                  <a:lnTo>
                    <a:pt x="9715" y="75485"/>
                  </a:lnTo>
                  <a:lnTo>
                    <a:pt x="9627" y="75454"/>
                  </a:lnTo>
                  <a:lnTo>
                    <a:pt x="9622" y="75458"/>
                  </a:lnTo>
                  <a:lnTo>
                    <a:pt x="9615" y="75458"/>
                  </a:lnTo>
                  <a:lnTo>
                    <a:pt x="9577" y="75431"/>
                  </a:lnTo>
                  <a:lnTo>
                    <a:pt x="9556" y="75453"/>
                  </a:lnTo>
                  <a:lnTo>
                    <a:pt x="9510" y="75502"/>
                  </a:lnTo>
                  <a:lnTo>
                    <a:pt x="9483" y="75530"/>
                  </a:lnTo>
                  <a:lnTo>
                    <a:pt x="9478" y="75534"/>
                  </a:lnTo>
                  <a:lnTo>
                    <a:pt x="9457" y="75557"/>
                  </a:lnTo>
                  <a:lnTo>
                    <a:pt x="9431" y="75585"/>
                  </a:lnTo>
                  <a:lnTo>
                    <a:pt x="9396" y="75608"/>
                  </a:lnTo>
                  <a:lnTo>
                    <a:pt x="9318" y="75596"/>
                  </a:lnTo>
                  <a:lnTo>
                    <a:pt x="9311" y="75595"/>
                  </a:lnTo>
                  <a:lnTo>
                    <a:pt x="9303" y="75583"/>
                  </a:lnTo>
                  <a:lnTo>
                    <a:pt x="9244" y="75493"/>
                  </a:lnTo>
                  <a:lnTo>
                    <a:pt x="9232" y="75466"/>
                  </a:lnTo>
                  <a:lnTo>
                    <a:pt x="9221" y="75423"/>
                  </a:lnTo>
                  <a:lnTo>
                    <a:pt x="9158" y="75162"/>
                  </a:lnTo>
                  <a:lnTo>
                    <a:pt x="9146" y="75113"/>
                  </a:lnTo>
                  <a:lnTo>
                    <a:pt x="9125" y="75111"/>
                  </a:lnTo>
                  <a:lnTo>
                    <a:pt x="9063" y="75150"/>
                  </a:lnTo>
                  <a:lnTo>
                    <a:pt x="9053" y="75133"/>
                  </a:lnTo>
                  <a:lnTo>
                    <a:pt x="9038" y="75105"/>
                  </a:lnTo>
                  <a:lnTo>
                    <a:pt x="8940" y="74914"/>
                  </a:lnTo>
                  <a:lnTo>
                    <a:pt x="8865" y="74821"/>
                  </a:lnTo>
                  <a:lnTo>
                    <a:pt x="8508" y="74470"/>
                  </a:lnTo>
                  <a:lnTo>
                    <a:pt x="8180" y="74222"/>
                  </a:lnTo>
                  <a:lnTo>
                    <a:pt x="7794" y="73999"/>
                  </a:lnTo>
                  <a:lnTo>
                    <a:pt x="7757" y="73977"/>
                  </a:lnTo>
                  <a:lnTo>
                    <a:pt x="7712" y="73956"/>
                  </a:lnTo>
                  <a:lnTo>
                    <a:pt x="7698" y="73950"/>
                  </a:lnTo>
                  <a:lnTo>
                    <a:pt x="6807" y="73545"/>
                  </a:lnTo>
                  <a:lnTo>
                    <a:pt x="6102" y="73329"/>
                  </a:lnTo>
                  <a:lnTo>
                    <a:pt x="5647" y="73242"/>
                  </a:lnTo>
                  <a:lnTo>
                    <a:pt x="5642" y="73241"/>
                  </a:lnTo>
                  <a:lnTo>
                    <a:pt x="5562" y="73228"/>
                  </a:lnTo>
                  <a:lnTo>
                    <a:pt x="5002" y="73137"/>
                  </a:lnTo>
                  <a:lnTo>
                    <a:pt x="3839" y="73010"/>
                  </a:lnTo>
                  <a:lnTo>
                    <a:pt x="3740" y="72987"/>
                  </a:lnTo>
                  <a:lnTo>
                    <a:pt x="3638" y="72964"/>
                  </a:lnTo>
                  <a:lnTo>
                    <a:pt x="3586" y="72940"/>
                  </a:lnTo>
                  <a:lnTo>
                    <a:pt x="3578" y="72937"/>
                  </a:lnTo>
                  <a:lnTo>
                    <a:pt x="3560" y="72928"/>
                  </a:lnTo>
                  <a:lnTo>
                    <a:pt x="3483" y="72894"/>
                  </a:lnTo>
                  <a:lnTo>
                    <a:pt x="3278" y="72834"/>
                  </a:lnTo>
                  <a:lnTo>
                    <a:pt x="3078" y="72734"/>
                  </a:lnTo>
                  <a:lnTo>
                    <a:pt x="3070" y="72730"/>
                  </a:lnTo>
                  <a:lnTo>
                    <a:pt x="2820" y="72515"/>
                  </a:lnTo>
                  <a:lnTo>
                    <a:pt x="2715" y="72144"/>
                  </a:lnTo>
                  <a:lnTo>
                    <a:pt x="2697" y="72080"/>
                  </a:lnTo>
                  <a:lnTo>
                    <a:pt x="2690" y="72001"/>
                  </a:lnTo>
                  <a:lnTo>
                    <a:pt x="2696" y="71949"/>
                  </a:lnTo>
                  <a:lnTo>
                    <a:pt x="2721" y="71841"/>
                  </a:lnTo>
                  <a:lnTo>
                    <a:pt x="2730" y="71782"/>
                  </a:lnTo>
                  <a:lnTo>
                    <a:pt x="2729" y="71764"/>
                  </a:lnTo>
                  <a:lnTo>
                    <a:pt x="2711" y="71734"/>
                  </a:lnTo>
                  <a:lnTo>
                    <a:pt x="2682" y="71690"/>
                  </a:lnTo>
                  <a:lnTo>
                    <a:pt x="2652" y="71632"/>
                  </a:lnTo>
                  <a:lnTo>
                    <a:pt x="2637" y="71602"/>
                  </a:lnTo>
                  <a:lnTo>
                    <a:pt x="2565" y="71251"/>
                  </a:lnTo>
                  <a:lnTo>
                    <a:pt x="2512" y="71095"/>
                  </a:lnTo>
                  <a:lnTo>
                    <a:pt x="2324" y="70687"/>
                  </a:lnTo>
                  <a:lnTo>
                    <a:pt x="2316" y="70502"/>
                  </a:lnTo>
                  <a:lnTo>
                    <a:pt x="2335" y="70425"/>
                  </a:lnTo>
                  <a:lnTo>
                    <a:pt x="2433" y="70043"/>
                  </a:lnTo>
                  <a:lnTo>
                    <a:pt x="2523" y="69687"/>
                  </a:lnTo>
                  <a:lnTo>
                    <a:pt x="2571" y="69560"/>
                  </a:lnTo>
                  <a:lnTo>
                    <a:pt x="2612" y="69518"/>
                  </a:lnTo>
                  <a:lnTo>
                    <a:pt x="2722" y="69271"/>
                  </a:lnTo>
                  <a:lnTo>
                    <a:pt x="2739" y="69233"/>
                  </a:lnTo>
                  <a:lnTo>
                    <a:pt x="2755" y="69199"/>
                  </a:lnTo>
                  <a:lnTo>
                    <a:pt x="2950" y="68779"/>
                  </a:lnTo>
                  <a:lnTo>
                    <a:pt x="3004" y="68617"/>
                  </a:lnTo>
                  <a:lnTo>
                    <a:pt x="3053" y="68472"/>
                  </a:lnTo>
                  <a:lnTo>
                    <a:pt x="3211" y="68005"/>
                  </a:lnTo>
                  <a:lnTo>
                    <a:pt x="3316" y="67492"/>
                  </a:lnTo>
                  <a:lnTo>
                    <a:pt x="3342" y="67246"/>
                  </a:lnTo>
                  <a:lnTo>
                    <a:pt x="3297" y="66792"/>
                  </a:lnTo>
                  <a:lnTo>
                    <a:pt x="3274" y="66747"/>
                  </a:lnTo>
                  <a:lnTo>
                    <a:pt x="3266" y="66732"/>
                  </a:lnTo>
                  <a:lnTo>
                    <a:pt x="3250" y="66599"/>
                  </a:lnTo>
                  <a:lnTo>
                    <a:pt x="3290" y="66571"/>
                  </a:lnTo>
                  <a:lnTo>
                    <a:pt x="3325" y="66546"/>
                  </a:lnTo>
                  <a:lnTo>
                    <a:pt x="3265" y="66479"/>
                  </a:lnTo>
                  <a:lnTo>
                    <a:pt x="3288" y="66432"/>
                  </a:lnTo>
                  <a:lnTo>
                    <a:pt x="3350" y="66307"/>
                  </a:lnTo>
                  <a:lnTo>
                    <a:pt x="3390" y="66183"/>
                  </a:lnTo>
                  <a:lnTo>
                    <a:pt x="3428" y="65771"/>
                  </a:lnTo>
                  <a:lnTo>
                    <a:pt x="3415" y="65448"/>
                  </a:lnTo>
                  <a:lnTo>
                    <a:pt x="3346" y="65090"/>
                  </a:lnTo>
                  <a:lnTo>
                    <a:pt x="3317" y="64960"/>
                  </a:lnTo>
                  <a:lnTo>
                    <a:pt x="3225" y="64792"/>
                  </a:lnTo>
                  <a:lnTo>
                    <a:pt x="3220" y="64782"/>
                  </a:lnTo>
                  <a:lnTo>
                    <a:pt x="3157" y="64731"/>
                  </a:lnTo>
                  <a:lnTo>
                    <a:pt x="3089" y="64711"/>
                  </a:lnTo>
                  <a:lnTo>
                    <a:pt x="3053" y="64723"/>
                  </a:lnTo>
                  <a:lnTo>
                    <a:pt x="3041" y="64793"/>
                  </a:lnTo>
                  <a:lnTo>
                    <a:pt x="3014" y="64784"/>
                  </a:lnTo>
                  <a:lnTo>
                    <a:pt x="3021" y="64692"/>
                  </a:lnTo>
                  <a:lnTo>
                    <a:pt x="3084" y="64508"/>
                  </a:lnTo>
                  <a:lnTo>
                    <a:pt x="3266" y="64170"/>
                  </a:lnTo>
                  <a:lnTo>
                    <a:pt x="3276" y="63995"/>
                  </a:lnTo>
                  <a:lnTo>
                    <a:pt x="3249" y="63763"/>
                  </a:lnTo>
                  <a:lnTo>
                    <a:pt x="3190" y="63532"/>
                  </a:lnTo>
                  <a:lnTo>
                    <a:pt x="3170" y="63495"/>
                  </a:lnTo>
                  <a:lnTo>
                    <a:pt x="3156" y="63470"/>
                  </a:lnTo>
                  <a:lnTo>
                    <a:pt x="3200" y="63321"/>
                  </a:lnTo>
                  <a:lnTo>
                    <a:pt x="3229" y="63295"/>
                  </a:lnTo>
                  <a:lnTo>
                    <a:pt x="3215" y="63179"/>
                  </a:lnTo>
                  <a:lnTo>
                    <a:pt x="3132" y="62957"/>
                  </a:lnTo>
                  <a:lnTo>
                    <a:pt x="3125" y="62936"/>
                  </a:lnTo>
                  <a:lnTo>
                    <a:pt x="3090" y="62844"/>
                  </a:lnTo>
                  <a:lnTo>
                    <a:pt x="3087" y="62784"/>
                  </a:lnTo>
                  <a:lnTo>
                    <a:pt x="3122" y="62768"/>
                  </a:lnTo>
                  <a:lnTo>
                    <a:pt x="3150" y="62687"/>
                  </a:lnTo>
                  <a:lnTo>
                    <a:pt x="3092" y="62394"/>
                  </a:lnTo>
                  <a:lnTo>
                    <a:pt x="3070" y="62280"/>
                  </a:lnTo>
                  <a:lnTo>
                    <a:pt x="2918" y="61959"/>
                  </a:lnTo>
                  <a:lnTo>
                    <a:pt x="2796" y="61771"/>
                  </a:lnTo>
                  <a:lnTo>
                    <a:pt x="2755" y="61707"/>
                  </a:lnTo>
                  <a:lnTo>
                    <a:pt x="2718" y="61650"/>
                  </a:lnTo>
                  <a:lnTo>
                    <a:pt x="2680" y="61592"/>
                  </a:lnTo>
                  <a:lnTo>
                    <a:pt x="2388" y="60507"/>
                  </a:lnTo>
                  <a:lnTo>
                    <a:pt x="2261" y="60150"/>
                  </a:lnTo>
                  <a:lnTo>
                    <a:pt x="2231" y="60065"/>
                  </a:lnTo>
                  <a:lnTo>
                    <a:pt x="2190" y="59950"/>
                  </a:lnTo>
                  <a:lnTo>
                    <a:pt x="2037" y="59654"/>
                  </a:lnTo>
                  <a:lnTo>
                    <a:pt x="1837" y="59355"/>
                  </a:lnTo>
                  <a:lnTo>
                    <a:pt x="1621" y="59117"/>
                  </a:lnTo>
                  <a:lnTo>
                    <a:pt x="1460" y="58979"/>
                  </a:lnTo>
                  <a:lnTo>
                    <a:pt x="1123" y="58764"/>
                  </a:lnTo>
                  <a:lnTo>
                    <a:pt x="948" y="58693"/>
                  </a:lnTo>
                  <a:lnTo>
                    <a:pt x="744" y="58641"/>
                  </a:lnTo>
                  <a:lnTo>
                    <a:pt x="521" y="58634"/>
                  </a:lnTo>
                  <a:lnTo>
                    <a:pt x="418" y="58595"/>
                  </a:lnTo>
                  <a:lnTo>
                    <a:pt x="397" y="58552"/>
                  </a:lnTo>
                  <a:lnTo>
                    <a:pt x="337" y="57882"/>
                  </a:lnTo>
                  <a:lnTo>
                    <a:pt x="443" y="57547"/>
                  </a:lnTo>
                  <a:lnTo>
                    <a:pt x="459" y="57497"/>
                  </a:lnTo>
                  <a:lnTo>
                    <a:pt x="518" y="57313"/>
                  </a:lnTo>
                  <a:lnTo>
                    <a:pt x="616" y="56901"/>
                  </a:lnTo>
                  <a:lnTo>
                    <a:pt x="823" y="56944"/>
                  </a:lnTo>
                  <a:lnTo>
                    <a:pt x="1021" y="57026"/>
                  </a:lnTo>
                  <a:lnTo>
                    <a:pt x="1027" y="57029"/>
                  </a:lnTo>
                  <a:lnTo>
                    <a:pt x="1039" y="57019"/>
                  </a:lnTo>
                  <a:lnTo>
                    <a:pt x="971" y="56897"/>
                  </a:lnTo>
                  <a:lnTo>
                    <a:pt x="887" y="56813"/>
                  </a:lnTo>
                  <a:lnTo>
                    <a:pt x="804" y="56784"/>
                  </a:lnTo>
                  <a:lnTo>
                    <a:pt x="772" y="56750"/>
                  </a:lnTo>
                  <a:lnTo>
                    <a:pt x="736" y="56648"/>
                  </a:lnTo>
                  <a:lnTo>
                    <a:pt x="873" y="56456"/>
                  </a:lnTo>
                  <a:lnTo>
                    <a:pt x="1029" y="56240"/>
                  </a:lnTo>
                  <a:lnTo>
                    <a:pt x="1320" y="55736"/>
                  </a:lnTo>
                  <a:lnTo>
                    <a:pt x="1446" y="55428"/>
                  </a:lnTo>
                  <a:lnTo>
                    <a:pt x="1497" y="55190"/>
                  </a:lnTo>
                  <a:lnTo>
                    <a:pt x="1564" y="54878"/>
                  </a:lnTo>
                  <a:lnTo>
                    <a:pt x="1566" y="54870"/>
                  </a:lnTo>
                  <a:lnTo>
                    <a:pt x="1568" y="54860"/>
                  </a:lnTo>
                  <a:lnTo>
                    <a:pt x="1635" y="54614"/>
                  </a:lnTo>
                  <a:lnTo>
                    <a:pt x="1695" y="54247"/>
                  </a:lnTo>
                  <a:lnTo>
                    <a:pt x="1713" y="53891"/>
                  </a:lnTo>
                  <a:lnTo>
                    <a:pt x="1699" y="53641"/>
                  </a:lnTo>
                  <a:lnTo>
                    <a:pt x="1644" y="53443"/>
                  </a:lnTo>
                  <a:lnTo>
                    <a:pt x="1608" y="53312"/>
                  </a:lnTo>
                  <a:lnTo>
                    <a:pt x="1363" y="52832"/>
                  </a:lnTo>
                  <a:lnTo>
                    <a:pt x="1330" y="52766"/>
                  </a:lnTo>
                  <a:lnTo>
                    <a:pt x="1302" y="52711"/>
                  </a:lnTo>
                  <a:lnTo>
                    <a:pt x="1273" y="52536"/>
                  </a:lnTo>
                  <a:lnTo>
                    <a:pt x="1263" y="52469"/>
                  </a:lnTo>
                  <a:lnTo>
                    <a:pt x="1202" y="52294"/>
                  </a:lnTo>
                  <a:lnTo>
                    <a:pt x="1182" y="52276"/>
                  </a:lnTo>
                  <a:lnTo>
                    <a:pt x="1185" y="52343"/>
                  </a:lnTo>
                  <a:lnTo>
                    <a:pt x="1156" y="52311"/>
                  </a:lnTo>
                  <a:lnTo>
                    <a:pt x="1172" y="52144"/>
                  </a:lnTo>
                  <a:lnTo>
                    <a:pt x="1175" y="52136"/>
                  </a:lnTo>
                  <a:lnTo>
                    <a:pt x="1198" y="52063"/>
                  </a:lnTo>
                  <a:lnTo>
                    <a:pt x="1200" y="52051"/>
                  </a:lnTo>
                  <a:lnTo>
                    <a:pt x="1221" y="51992"/>
                  </a:lnTo>
                  <a:lnTo>
                    <a:pt x="1230" y="51967"/>
                  </a:lnTo>
                  <a:lnTo>
                    <a:pt x="1261" y="51875"/>
                  </a:lnTo>
                  <a:lnTo>
                    <a:pt x="1275" y="51749"/>
                  </a:lnTo>
                  <a:lnTo>
                    <a:pt x="1279" y="51516"/>
                  </a:lnTo>
                  <a:lnTo>
                    <a:pt x="1253" y="51082"/>
                  </a:lnTo>
                  <a:lnTo>
                    <a:pt x="1186" y="50776"/>
                  </a:lnTo>
                  <a:lnTo>
                    <a:pt x="1054" y="50359"/>
                  </a:lnTo>
                  <a:lnTo>
                    <a:pt x="1023" y="50262"/>
                  </a:lnTo>
                  <a:lnTo>
                    <a:pt x="962" y="50071"/>
                  </a:lnTo>
                  <a:lnTo>
                    <a:pt x="748" y="49549"/>
                  </a:lnTo>
                  <a:lnTo>
                    <a:pt x="709" y="49398"/>
                  </a:lnTo>
                  <a:lnTo>
                    <a:pt x="717" y="49174"/>
                  </a:lnTo>
                  <a:lnTo>
                    <a:pt x="709" y="49084"/>
                  </a:lnTo>
                  <a:lnTo>
                    <a:pt x="687" y="48827"/>
                  </a:lnTo>
                  <a:lnTo>
                    <a:pt x="526" y="48231"/>
                  </a:lnTo>
                  <a:lnTo>
                    <a:pt x="386" y="47885"/>
                  </a:lnTo>
                  <a:lnTo>
                    <a:pt x="365" y="47775"/>
                  </a:lnTo>
                  <a:lnTo>
                    <a:pt x="362" y="47689"/>
                  </a:lnTo>
                  <a:lnTo>
                    <a:pt x="360" y="47592"/>
                  </a:lnTo>
                  <a:lnTo>
                    <a:pt x="322" y="47383"/>
                  </a:lnTo>
                  <a:lnTo>
                    <a:pt x="250" y="47189"/>
                  </a:lnTo>
                  <a:lnTo>
                    <a:pt x="159" y="47035"/>
                  </a:lnTo>
                  <a:lnTo>
                    <a:pt x="123" y="47000"/>
                  </a:lnTo>
                  <a:lnTo>
                    <a:pt x="66" y="46860"/>
                  </a:lnTo>
                  <a:lnTo>
                    <a:pt x="64" y="46851"/>
                  </a:lnTo>
                  <a:lnTo>
                    <a:pt x="35" y="46734"/>
                  </a:lnTo>
                  <a:lnTo>
                    <a:pt x="0" y="46587"/>
                  </a:lnTo>
                  <a:lnTo>
                    <a:pt x="3" y="46514"/>
                  </a:lnTo>
                  <a:lnTo>
                    <a:pt x="226" y="46445"/>
                  </a:lnTo>
                  <a:lnTo>
                    <a:pt x="285" y="46468"/>
                  </a:lnTo>
                  <a:lnTo>
                    <a:pt x="526" y="46314"/>
                  </a:lnTo>
                  <a:lnTo>
                    <a:pt x="593" y="46271"/>
                  </a:lnTo>
                  <a:lnTo>
                    <a:pt x="931" y="45969"/>
                  </a:lnTo>
                  <a:lnTo>
                    <a:pt x="997" y="45910"/>
                  </a:lnTo>
                  <a:lnTo>
                    <a:pt x="1388" y="45499"/>
                  </a:lnTo>
                  <a:lnTo>
                    <a:pt x="1716" y="45015"/>
                  </a:lnTo>
                  <a:lnTo>
                    <a:pt x="1884" y="44715"/>
                  </a:lnTo>
                  <a:lnTo>
                    <a:pt x="1931" y="44572"/>
                  </a:lnTo>
                  <a:lnTo>
                    <a:pt x="1942" y="44456"/>
                  </a:lnTo>
                  <a:lnTo>
                    <a:pt x="2015" y="44296"/>
                  </a:lnTo>
                  <a:lnTo>
                    <a:pt x="2126" y="44120"/>
                  </a:lnTo>
                  <a:lnTo>
                    <a:pt x="2193" y="44073"/>
                  </a:lnTo>
                  <a:lnTo>
                    <a:pt x="2148" y="43954"/>
                  </a:lnTo>
                  <a:lnTo>
                    <a:pt x="2195" y="43850"/>
                  </a:lnTo>
                  <a:lnTo>
                    <a:pt x="2212" y="43827"/>
                  </a:lnTo>
                  <a:lnTo>
                    <a:pt x="2277" y="43837"/>
                  </a:lnTo>
                  <a:lnTo>
                    <a:pt x="2345" y="43773"/>
                  </a:lnTo>
                  <a:lnTo>
                    <a:pt x="2439" y="43555"/>
                  </a:lnTo>
                  <a:lnTo>
                    <a:pt x="2442" y="43503"/>
                  </a:lnTo>
                  <a:lnTo>
                    <a:pt x="2450" y="43347"/>
                  </a:lnTo>
                  <a:lnTo>
                    <a:pt x="2458" y="43212"/>
                  </a:lnTo>
                  <a:lnTo>
                    <a:pt x="2376" y="43192"/>
                  </a:lnTo>
                  <a:lnTo>
                    <a:pt x="2330" y="42735"/>
                  </a:lnTo>
                  <a:lnTo>
                    <a:pt x="2347" y="42654"/>
                  </a:lnTo>
                  <a:lnTo>
                    <a:pt x="2354" y="42573"/>
                  </a:lnTo>
                  <a:lnTo>
                    <a:pt x="2218" y="42375"/>
                  </a:lnTo>
                  <a:lnTo>
                    <a:pt x="2209" y="42362"/>
                  </a:lnTo>
                  <a:lnTo>
                    <a:pt x="2198" y="42346"/>
                  </a:lnTo>
                  <a:lnTo>
                    <a:pt x="2138" y="42276"/>
                  </a:lnTo>
                  <a:lnTo>
                    <a:pt x="1942" y="42046"/>
                  </a:lnTo>
                  <a:lnTo>
                    <a:pt x="1931" y="42034"/>
                  </a:lnTo>
                  <a:lnTo>
                    <a:pt x="1900" y="42005"/>
                  </a:lnTo>
                  <a:lnTo>
                    <a:pt x="1749" y="41862"/>
                  </a:lnTo>
                  <a:lnTo>
                    <a:pt x="1598" y="41720"/>
                  </a:lnTo>
                  <a:lnTo>
                    <a:pt x="1221" y="41511"/>
                  </a:lnTo>
                  <a:lnTo>
                    <a:pt x="876" y="41396"/>
                  </a:lnTo>
                  <a:lnTo>
                    <a:pt x="792" y="41380"/>
                  </a:lnTo>
                  <a:lnTo>
                    <a:pt x="695" y="41371"/>
                  </a:lnTo>
                  <a:lnTo>
                    <a:pt x="658" y="41338"/>
                  </a:lnTo>
                  <a:lnTo>
                    <a:pt x="668" y="41283"/>
                  </a:lnTo>
                  <a:lnTo>
                    <a:pt x="671" y="41232"/>
                  </a:lnTo>
                  <a:lnTo>
                    <a:pt x="659" y="41119"/>
                  </a:lnTo>
                  <a:lnTo>
                    <a:pt x="649" y="41021"/>
                  </a:lnTo>
                  <a:lnTo>
                    <a:pt x="683" y="40888"/>
                  </a:lnTo>
                  <a:lnTo>
                    <a:pt x="691" y="40870"/>
                  </a:lnTo>
                  <a:lnTo>
                    <a:pt x="752" y="40735"/>
                  </a:lnTo>
                  <a:lnTo>
                    <a:pt x="781" y="40543"/>
                  </a:lnTo>
                  <a:lnTo>
                    <a:pt x="784" y="40340"/>
                  </a:lnTo>
                  <a:lnTo>
                    <a:pt x="735" y="39798"/>
                  </a:lnTo>
                  <a:lnTo>
                    <a:pt x="760" y="39582"/>
                  </a:lnTo>
                  <a:lnTo>
                    <a:pt x="787" y="39345"/>
                  </a:lnTo>
                  <a:lnTo>
                    <a:pt x="795" y="39092"/>
                  </a:lnTo>
                  <a:lnTo>
                    <a:pt x="796" y="39055"/>
                  </a:lnTo>
                  <a:lnTo>
                    <a:pt x="800" y="39046"/>
                  </a:lnTo>
                  <a:lnTo>
                    <a:pt x="802" y="39011"/>
                  </a:lnTo>
                  <a:lnTo>
                    <a:pt x="800" y="38953"/>
                  </a:lnTo>
                  <a:lnTo>
                    <a:pt x="823" y="38662"/>
                  </a:lnTo>
                  <a:lnTo>
                    <a:pt x="826" y="38630"/>
                  </a:lnTo>
                  <a:lnTo>
                    <a:pt x="832" y="38595"/>
                  </a:lnTo>
                  <a:lnTo>
                    <a:pt x="800" y="38398"/>
                  </a:lnTo>
                  <a:lnTo>
                    <a:pt x="790" y="38270"/>
                  </a:lnTo>
                  <a:lnTo>
                    <a:pt x="789" y="38260"/>
                  </a:lnTo>
                  <a:lnTo>
                    <a:pt x="794" y="38252"/>
                  </a:lnTo>
                  <a:lnTo>
                    <a:pt x="839" y="38164"/>
                  </a:lnTo>
                  <a:lnTo>
                    <a:pt x="847" y="38148"/>
                  </a:lnTo>
                  <a:lnTo>
                    <a:pt x="901" y="38045"/>
                  </a:lnTo>
                  <a:lnTo>
                    <a:pt x="905" y="38010"/>
                  </a:lnTo>
                  <a:lnTo>
                    <a:pt x="928" y="37818"/>
                  </a:lnTo>
                  <a:lnTo>
                    <a:pt x="1053" y="37958"/>
                  </a:lnTo>
                  <a:lnTo>
                    <a:pt x="1079" y="37985"/>
                  </a:lnTo>
                  <a:lnTo>
                    <a:pt x="1363" y="38137"/>
                  </a:lnTo>
                  <a:lnTo>
                    <a:pt x="1494" y="38207"/>
                  </a:lnTo>
                  <a:lnTo>
                    <a:pt x="1939" y="38398"/>
                  </a:lnTo>
                  <a:lnTo>
                    <a:pt x="1944" y="38400"/>
                  </a:lnTo>
                  <a:lnTo>
                    <a:pt x="2085" y="38243"/>
                  </a:lnTo>
                  <a:lnTo>
                    <a:pt x="2076" y="38234"/>
                  </a:lnTo>
                  <a:lnTo>
                    <a:pt x="2001" y="38158"/>
                  </a:lnTo>
                  <a:lnTo>
                    <a:pt x="1954" y="38111"/>
                  </a:lnTo>
                  <a:lnTo>
                    <a:pt x="1838" y="37993"/>
                  </a:lnTo>
                  <a:lnTo>
                    <a:pt x="1694" y="37846"/>
                  </a:lnTo>
                  <a:lnTo>
                    <a:pt x="1691" y="37840"/>
                  </a:lnTo>
                  <a:lnTo>
                    <a:pt x="1703" y="37822"/>
                  </a:lnTo>
                  <a:lnTo>
                    <a:pt x="1706" y="37814"/>
                  </a:lnTo>
                  <a:lnTo>
                    <a:pt x="1699" y="37795"/>
                  </a:lnTo>
                  <a:lnTo>
                    <a:pt x="1693" y="37785"/>
                  </a:lnTo>
                  <a:lnTo>
                    <a:pt x="1678" y="37758"/>
                  </a:lnTo>
                  <a:lnTo>
                    <a:pt x="1670" y="37740"/>
                  </a:lnTo>
                  <a:lnTo>
                    <a:pt x="1662" y="37712"/>
                  </a:lnTo>
                  <a:lnTo>
                    <a:pt x="1656" y="37690"/>
                  </a:lnTo>
                  <a:lnTo>
                    <a:pt x="1655" y="37686"/>
                  </a:lnTo>
                  <a:lnTo>
                    <a:pt x="1648" y="37665"/>
                  </a:lnTo>
                  <a:lnTo>
                    <a:pt x="1639" y="37645"/>
                  </a:lnTo>
                  <a:lnTo>
                    <a:pt x="1637" y="37626"/>
                  </a:lnTo>
                  <a:lnTo>
                    <a:pt x="1633" y="37619"/>
                  </a:lnTo>
                  <a:lnTo>
                    <a:pt x="1626" y="37615"/>
                  </a:lnTo>
                  <a:lnTo>
                    <a:pt x="1614" y="37608"/>
                  </a:lnTo>
                  <a:lnTo>
                    <a:pt x="1603" y="37604"/>
                  </a:lnTo>
                  <a:lnTo>
                    <a:pt x="1583" y="37596"/>
                  </a:lnTo>
                  <a:lnTo>
                    <a:pt x="1560" y="37582"/>
                  </a:lnTo>
                  <a:lnTo>
                    <a:pt x="1558" y="37576"/>
                  </a:lnTo>
                  <a:lnTo>
                    <a:pt x="1545" y="37548"/>
                  </a:lnTo>
                  <a:lnTo>
                    <a:pt x="1484" y="37482"/>
                  </a:lnTo>
                  <a:lnTo>
                    <a:pt x="1442" y="37460"/>
                  </a:lnTo>
                  <a:lnTo>
                    <a:pt x="1366" y="37450"/>
                  </a:lnTo>
                  <a:lnTo>
                    <a:pt x="1290" y="37473"/>
                  </a:lnTo>
                  <a:lnTo>
                    <a:pt x="1253" y="37512"/>
                  </a:lnTo>
                  <a:lnTo>
                    <a:pt x="1244" y="37517"/>
                  </a:lnTo>
                  <a:lnTo>
                    <a:pt x="1235" y="37516"/>
                  </a:lnTo>
                  <a:lnTo>
                    <a:pt x="1219" y="37513"/>
                  </a:lnTo>
                  <a:lnTo>
                    <a:pt x="1215" y="37509"/>
                  </a:lnTo>
                  <a:lnTo>
                    <a:pt x="1208" y="37492"/>
                  </a:lnTo>
                  <a:lnTo>
                    <a:pt x="1209" y="37480"/>
                  </a:lnTo>
                  <a:lnTo>
                    <a:pt x="1213" y="37467"/>
                  </a:lnTo>
                  <a:lnTo>
                    <a:pt x="1309" y="37356"/>
                  </a:lnTo>
                  <a:lnTo>
                    <a:pt x="1337" y="37324"/>
                  </a:lnTo>
                  <a:lnTo>
                    <a:pt x="1442" y="37203"/>
                  </a:lnTo>
                  <a:lnTo>
                    <a:pt x="1473" y="37168"/>
                  </a:lnTo>
                  <a:lnTo>
                    <a:pt x="1535" y="37096"/>
                  </a:lnTo>
                  <a:lnTo>
                    <a:pt x="1560" y="37071"/>
                  </a:lnTo>
                  <a:lnTo>
                    <a:pt x="1568" y="37067"/>
                  </a:lnTo>
                  <a:lnTo>
                    <a:pt x="1578" y="37066"/>
                  </a:lnTo>
                  <a:lnTo>
                    <a:pt x="1607" y="37067"/>
                  </a:lnTo>
                  <a:lnTo>
                    <a:pt x="1615" y="37067"/>
                  </a:lnTo>
                  <a:lnTo>
                    <a:pt x="1631" y="37071"/>
                  </a:lnTo>
                  <a:lnTo>
                    <a:pt x="1645" y="37079"/>
                  </a:lnTo>
                  <a:lnTo>
                    <a:pt x="1672" y="37097"/>
                  </a:lnTo>
                  <a:lnTo>
                    <a:pt x="1677" y="37100"/>
                  </a:lnTo>
                  <a:lnTo>
                    <a:pt x="1700" y="37125"/>
                  </a:lnTo>
                  <a:lnTo>
                    <a:pt x="1694" y="37160"/>
                  </a:lnTo>
                  <a:lnTo>
                    <a:pt x="1693" y="37193"/>
                  </a:lnTo>
                  <a:lnTo>
                    <a:pt x="1705" y="37259"/>
                  </a:lnTo>
                  <a:lnTo>
                    <a:pt x="1714" y="37278"/>
                  </a:lnTo>
                  <a:lnTo>
                    <a:pt x="1718" y="37284"/>
                  </a:lnTo>
                  <a:lnTo>
                    <a:pt x="1727" y="37300"/>
                  </a:lnTo>
                  <a:lnTo>
                    <a:pt x="1744" y="37330"/>
                  </a:lnTo>
                  <a:lnTo>
                    <a:pt x="1784" y="37388"/>
                  </a:lnTo>
                  <a:lnTo>
                    <a:pt x="1790" y="37390"/>
                  </a:lnTo>
                  <a:lnTo>
                    <a:pt x="1805" y="37390"/>
                  </a:lnTo>
                  <a:lnTo>
                    <a:pt x="1834" y="37376"/>
                  </a:lnTo>
                  <a:lnTo>
                    <a:pt x="1845" y="37373"/>
                  </a:lnTo>
                  <a:lnTo>
                    <a:pt x="1852" y="37373"/>
                  </a:lnTo>
                  <a:lnTo>
                    <a:pt x="1859" y="37375"/>
                  </a:lnTo>
                  <a:lnTo>
                    <a:pt x="1873" y="37378"/>
                  </a:lnTo>
                  <a:lnTo>
                    <a:pt x="1901" y="37388"/>
                  </a:lnTo>
                  <a:lnTo>
                    <a:pt x="1917" y="37391"/>
                  </a:lnTo>
                  <a:lnTo>
                    <a:pt x="1923" y="37391"/>
                  </a:lnTo>
                  <a:lnTo>
                    <a:pt x="1941" y="37392"/>
                  </a:lnTo>
                  <a:lnTo>
                    <a:pt x="2042" y="37637"/>
                  </a:lnTo>
                  <a:lnTo>
                    <a:pt x="2101" y="37871"/>
                  </a:lnTo>
                  <a:lnTo>
                    <a:pt x="2152" y="37961"/>
                  </a:lnTo>
                  <a:lnTo>
                    <a:pt x="2197" y="38004"/>
                  </a:lnTo>
                  <a:lnTo>
                    <a:pt x="2213" y="38019"/>
                  </a:lnTo>
                  <a:lnTo>
                    <a:pt x="2300" y="37962"/>
                  </a:lnTo>
                  <a:lnTo>
                    <a:pt x="2368" y="37917"/>
                  </a:lnTo>
                  <a:lnTo>
                    <a:pt x="2359" y="37906"/>
                  </a:lnTo>
                  <a:lnTo>
                    <a:pt x="2214" y="37768"/>
                  </a:lnTo>
                  <a:lnTo>
                    <a:pt x="2105" y="37584"/>
                  </a:lnTo>
                  <a:lnTo>
                    <a:pt x="2008" y="37319"/>
                  </a:lnTo>
                  <a:lnTo>
                    <a:pt x="1985" y="37259"/>
                  </a:lnTo>
                  <a:lnTo>
                    <a:pt x="1978" y="37238"/>
                  </a:lnTo>
                  <a:lnTo>
                    <a:pt x="1945" y="37150"/>
                  </a:lnTo>
                  <a:lnTo>
                    <a:pt x="1940" y="37087"/>
                  </a:lnTo>
                  <a:lnTo>
                    <a:pt x="1959" y="37050"/>
                  </a:lnTo>
                  <a:lnTo>
                    <a:pt x="2041" y="36903"/>
                  </a:lnTo>
                  <a:lnTo>
                    <a:pt x="2091" y="36851"/>
                  </a:lnTo>
                  <a:lnTo>
                    <a:pt x="2124" y="36848"/>
                  </a:lnTo>
                  <a:lnTo>
                    <a:pt x="2159" y="36845"/>
                  </a:lnTo>
                  <a:lnTo>
                    <a:pt x="2270" y="36834"/>
                  </a:lnTo>
                  <a:lnTo>
                    <a:pt x="2291" y="36832"/>
                  </a:lnTo>
                  <a:lnTo>
                    <a:pt x="2551" y="36972"/>
                  </a:lnTo>
                  <a:lnTo>
                    <a:pt x="2588" y="36999"/>
                  </a:lnTo>
                  <a:lnTo>
                    <a:pt x="2608" y="37065"/>
                  </a:lnTo>
                  <a:lnTo>
                    <a:pt x="2615" y="37088"/>
                  </a:lnTo>
                  <a:lnTo>
                    <a:pt x="2632" y="37144"/>
                  </a:lnTo>
                  <a:lnTo>
                    <a:pt x="2600" y="37190"/>
                  </a:lnTo>
                  <a:lnTo>
                    <a:pt x="2606" y="37320"/>
                  </a:lnTo>
                  <a:lnTo>
                    <a:pt x="2608" y="37328"/>
                  </a:lnTo>
                  <a:lnTo>
                    <a:pt x="2801" y="37460"/>
                  </a:lnTo>
                  <a:lnTo>
                    <a:pt x="2818" y="37452"/>
                  </a:lnTo>
                  <a:lnTo>
                    <a:pt x="2835" y="37445"/>
                  </a:lnTo>
                  <a:lnTo>
                    <a:pt x="2820" y="37363"/>
                  </a:lnTo>
                  <a:lnTo>
                    <a:pt x="2712" y="37067"/>
                  </a:lnTo>
                  <a:lnTo>
                    <a:pt x="2696" y="37024"/>
                  </a:lnTo>
                  <a:lnTo>
                    <a:pt x="2562" y="36656"/>
                  </a:lnTo>
                  <a:lnTo>
                    <a:pt x="2514" y="36525"/>
                  </a:lnTo>
                  <a:lnTo>
                    <a:pt x="2295" y="36422"/>
                  </a:lnTo>
                  <a:lnTo>
                    <a:pt x="2123" y="36154"/>
                  </a:lnTo>
                  <a:lnTo>
                    <a:pt x="1994" y="35953"/>
                  </a:lnTo>
                  <a:lnTo>
                    <a:pt x="1900" y="35668"/>
                  </a:lnTo>
                  <a:lnTo>
                    <a:pt x="1908" y="35612"/>
                  </a:lnTo>
                  <a:lnTo>
                    <a:pt x="2122" y="35455"/>
                  </a:lnTo>
                  <a:lnTo>
                    <a:pt x="2279" y="35396"/>
                  </a:lnTo>
                  <a:lnTo>
                    <a:pt x="2413" y="35281"/>
                  </a:lnTo>
                  <a:lnTo>
                    <a:pt x="2520" y="35089"/>
                  </a:lnTo>
                  <a:lnTo>
                    <a:pt x="2539" y="34941"/>
                  </a:lnTo>
                  <a:lnTo>
                    <a:pt x="2595" y="34754"/>
                  </a:lnTo>
                  <a:lnTo>
                    <a:pt x="2604" y="34722"/>
                  </a:lnTo>
                  <a:lnTo>
                    <a:pt x="2618" y="34676"/>
                  </a:lnTo>
                  <a:lnTo>
                    <a:pt x="2708" y="34533"/>
                  </a:lnTo>
                  <a:lnTo>
                    <a:pt x="2883" y="34414"/>
                  </a:lnTo>
                  <a:lnTo>
                    <a:pt x="2963" y="34409"/>
                  </a:lnTo>
                  <a:lnTo>
                    <a:pt x="2968" y="34509"/>
                  </a:lnTo>
                  <a:lnTo>
                    <a:pt x="3055" y="34554"/>
                  </a:lnTo>
                  <a:lnTo>
                    <a:pt x="3869" y="34590"/>
                  </a:lnTo>
                  <a:lnTo>
                    <a:pt x="4018" y="34567"/>
                  </a:lnTo>
                  <a:lnTo>
                    <a:pt x="4154" y="34546"/>
                  </a:lnTo>
                  <a:lnTo>
                    <a:pt x="4381" y="34511"/>
                  </a:lnTo>
                  <a:lnTo>
                    <a:pt x="4851" y="34399"/>
                  </a:lnTo>
                  <a:lnTo>
                    <a:pt x="4900" y="34344"/>
                  </a:lnTo>
                  <a:lnTo>
                    <a:pt x="5016" y="34271"/>
                  </a:lnTo>
                  <a:lnTo>
                    <a:pt x="5346" y="34173"/>
                  </a:lnTo>
                  <a:lnTo>
                    <a:pt x="5534" y="34001"/>
                  </a:lnTo>
                  <a:lnTo>
                    <a:pt x="5604" y="33902"/>
                  </a:lnTo>
                  <a:lnTo>
                    <a:pt x="5896" y="33780"/>
                  </a:lnTo>
                  <a:lnTo>
                    <a:pt x="5925" y="33763"/>
                  </a:lnTo>
                  <a:lnTo>
                    <a:pt x="6090" y="33664"/>
                  </a:lnTo>
                  <a:lnTo>
                    <a:pt x="6255" y="33565"/>
                  </a:lnTo>
                  <a:lnTo>
                    <a:pt x="7014" y="32872"/>
                  </a:lnTo>
                  <a:lnTo>
                    <a:pt x="7067" y="32697"/>
                  </a:lnTo>
                  <a:lnTo>
                    <a:pt x="7302" y="32423"/>
                  </a:lnTo>
                  <a:lnTo>
                    <a:pt x="7437" y="32335"/>
                  </a:lnTo>
                  <a:lnTo>
                    <a:pt x="7482" y="32305"/>
                  </a:lnTo>
                  <a:lnTo>
                    <a:pt x="7552" y="32198"/>
                  </a:lnTo>
                  <a:lnTo>
                    <a:pt x="7596" y="32048"/>
                  </a:lnTo>
                  <a:lnTo>
                    <a:pt x="7576" y="32031"/>
                  </a:lnTo>
                  <a:lnTo>
                    <a:pt x="7579" y="32006"/>
                  </a:lnTo>
                  <a:lnTo>
                    <a:pt x="7842" y="31698"/>
                  </a:lnTo>
                  <a:lnTo>
                    <a:pt x="7963" y="31583"/>
                  </a:lnTo>
                  <a:lnTo>
                    <a:pt x="8242" y="31420"/>
                  </a:lnTo>
                  <a:lnTo>
                    <a:pt x="8388" y="31334"/>
                  </a:lnTo>
                  <a:lnTo>
                    <a:pt x="8514" y="31280"/>
                  </a:lnTo>
                  <a:lnTo>
                    <a:pt x="8712" y="31232"/>
                  </a:lnTo>
                  <a:lnTo>
                    <a:pt x="8916" y="31217"/>
                  </a:lnTo>
                  <a:lnTo>
                    <a:pt x="9072" y="31173"/>
                  </a:lnTo>
                  <a:lnTo>
                    <a:pt x="9591" y="30987"/>
                  </a:lnTo>
                  <a:lnTo>
                    <a:pt x="9822" y="30841"/>
                  </a:lnTo>
                  <a:lnTo>
                    <a:pt x="9885" y="30796"/>
                  </a:lnTo>
                  <a:lnTo>
                    <a:pt x="10125" y="30628"/>
                  </a:lnTo>
                  <a:lnTo>
                    <a:pt x="10464" y="30347"/>
                  </a:lnTo>
                  <a:lnTo>
                    <a:pt x="10720" y="30052"/>
                  </a:lnTo>
                  <a:lnTo>
                    <a:pt x="11259" y="29557"/>
                  </a:lnTo>
                  <a:lnTo>
                    <a:pt x="11679" y="29128"/>
                  </a:lnTo>
                  <a:lnTo>
                    <a:pt x="12194" y="28664"/>
                  </a:lnTo>
                  <a:lnTo>
                    <a:pt x="12214" y="28646"/>
                  </a:lnTo>
                  <a:lnTo>
                    <a:pt x="12266" y="28600"/>
                  </a:lnTo>
                  <a:lnTo>
                    <a:pt x="12392" y="28604"/>
                  </a:lnTo>
                  <a:lnTo>
                    <a:pt x="12402" y="28603"/>
                  </a:lnTo>
                  <a:lnTo>
                    <a:pt x="12468" y="28579"/>
                  </a:lnTo>
                  <a:lnTo>
                    <a:pt x="12482" y="28574"/>
                  </a:lnTo>
                  <a:lnTo>
                    <a:pt x="12617" y="28525"/>
                  </a:lnTo>
                  <a:lnTo>
                    <a:pt x="12759" y="28508"/>
                  </a:lnTo>
                  <a:lnTo>
                    <a:pt x="12811" y="28522"/>
                  </a:lnTo>
                  <a:lnTo>
                    <a:pt x="12880" y="28539"/>
                  </a:lnTo>
                  <a:lnTo>
                    <a:pt x="13063" y="28586"/>
                  </a:lnTo>
                  <a:lnTo>
                    <a:pt x="13134" y="28626"/>
                  </a:lnTo>
                  <a:lnTo>
                    <a:pt x="13142" y="28603"/>
                  </a:lnTo>
                  <a:lnTo>
                    <a:pt x="13049" y="28522"/>
                  </a:lnTo>
                  <a:lnTo>
                    <a:pt x="12893" y="28431"/>
                  </a:lnTo>
                  <a:lnTo>
                    <a:pt x="12839" y="28400"/>
                  </a:lnTo>
                  <a:lnTo>
                    <a:pt x="12672" y="28303"/>
                  </a:lnTo>
                  <a:lnTo>
                    <a:pt x="12613" y="28313"/>
                  </a:lnTo>
                  <a:lnTo>
                    <a:pt x="12605" y="28314"/>
                  </a:lnTo>
                  <a:lnTo>
                    <a:pt x="12543" y="28405"/>
                  </a:lnTo>
                  <a:lnTo>
                    <a:pt x="12403" y="28528"/>
                  </a:lnTo>
                  <a:lnTo>
                    <a:pt x="12380" y="28526"/>
                  </a:lnTo>
                  <a:lnTo>
                    <a:pt x="12346" y="28457"/>
                  </a:lnTo>
                  <a:lnTo>
                    <a:pt x="12494" y="28305"/>
                  </a:lnTo>
                  <a:lnTo>
                    <a:pt x="12581" y="28215"/>
                  </a:lnTo>
                  <a:lnTo>
                    <a:pt x="12738" y="28053"/>
                  </a:lnTo>
                  <a:lnTo>
                    <a:pt x="13057" y="27757"/>
                  </a:lnTo>
                  <a:lnTo>
                    <a:pt x="13358" y="27557"/>
                  </a:lnTo>
                  <a:lnTo>
                    <a:pt x="13637" y="27406"/>
                  </a:lnTo>
                  <a:lnTo>
                    <a:pt x="13978" y="27092"/>
                  </a:lnTo>
                  <a:lnTo>
                    <a:pt x="14352" y="26578"/>
                  </a:lnTo>
                  <a:lnTo>
                    <a:pt x="14584" y="26295"/>
                  </a:lnTo>
                  <a:lnTo>
                    <a:pt x="14631" y="26183"/>
                  </a:lnTo>
                  <a:lnTo>
                    <a:pt x="14649" y="26023"/>
                  </a:lnTo>
                  <a:lnTo>
                    <a:pt x="15104" y="25413"/>
                  </a:lnTo>
                  <a:lnTo>
                    <a:pt x="15146" y="25378"/>
                  </a:lnTo>
                  <a:lnTo>
                    <a:pt x="15214" y="25323"/>
                  </a:lnTo>
                  <a:lnTo>
                    <a:pt x="15381" y="25230"/>
                  </a:lnTo>
                  <a:lnTo>
                    <a:pt x="15491" y="25188"/>
                  </a:lnTo>
                  <a:lnTo>
                    <a:pt x="16056" y="24969"/>
                  </a:lnTo>
                  <a:lnTo>
                    <a:pt x="16270" y="24835"/>
                  </a:lnTo>
                  <a:lnTo>
                    <a:pt x="16343" y="24790"/>
                  </a:lnTo>
                  <a:lnTo>
                    <a:pt x="16857" y="24668"/>
                  </a:lnTo>
                  <a:lnTo>
                    <a:pt x="17035" y="24637"/>
                  </a:lnTo>
                  <a:lnTo>
                    <a:pt x="17059" y="24633"/>
                  </a:lnTo>
                  <a:lnTo>
                    <a:pt x="17104" y="24625"/>
                  </a:lnTo>
                  <a:lnTo>
                    <a:pt x="17406" y="24501"/>
                  </a:lnTo>
                  <a:lnTo>
                    <a:pt x="17902" y="24380"/>
                  </a:lnTo>
                  <a:lnTo>
                    <a:pt x="17978" y="24344"/>
                  </a:lnTo>
                  <a:lnTo>
                    <a:pt x="18388" y="24037"/>
                  </a:lnTo>
                  <a:lnTo>
                    <a:pt x="18527" y="23971"/>
                  </a:lnTo>
                  <a:lnTo>
                    <a:pt x="18560" y="23955"/>
                  </a:lnTo>
                  <a:lnTo>
                    <a:pt x="18840" y="23733"/>
                  </a:lnTo>
                  <a:lnTo>
                    <a:pt x="19042" y="23605"/>
                  </a:lnTo>
                  <a:lnTo>
                    <a:pt x="19243" y="23478"/>
                  </a:lnTo>
                  <a:lnTo>
                    <a:pt x="19263" y="23466"/>
                  </a:lnTo>
                  <a:lnTo>
                    <a:pt x="19600" y="23334"/>
                  </a:lnTo>
                  <a:lnTo>
                    <a:pt x="20244" y="22968"/>
                  </a:lnTo>
                  <a:lnTo>
                    <a:pt x="20667" y="22700"/>
                  </a:lnTo>
                  <a:lnTo>
                    <a:pt x="20745" y="22714"/>
                  </a:lnTo>
                  <a:lnTo>
                    <a:pt x="20859" y="22734"/>
                  </a:lnTo>
                  <a:lnTo>
                    <a:pt x="20984" y="22755"/>
                  </a:lnTo>
                  <a:lnTo>
                    <a:pt x="21091" y="22727"/>
                  </a:lnTo>
                  <a:lnTo>
                    <a:pt x="21267" y="22647"/>
                  </a:lnTo>
                  <a:lnTo>
                    <a:pt x="21879" y="22190"/>
                  </a:lnTo>
                  <a:lnTo>
                    <a:pt x="22108" y="21946"/>
                  </a:lnTo>
                  <a:lnTo>
                    <a:pt x="22364" y="21715"/>
                  </a:lnTo>
                  <a:lnTo>
                    <a:pt x="22456" y="21633"/>
                  </a:lnTo>
                  <a:lnTo>
                    <a:pt x="22504" y="21623"/>
                  </a:lnTo>
                  <a:lnTo>
                    <a:pt x="22518" y="21641"/>
                  </a:lnTo>
                  <a:lnTo>
                    <a:pt x="22591" y="21501"/>
                  </a:lnTo>
                  <a:lnTo>
                    <a:pt x="22572" y="21478"/>
                  </a:lnTo>
                  <a:lnTo>
                    <a:pt x="22589" y="21457"/>
                  </a:lnTo>
                  <a:lnTo>
                    <a:pt x="22909" y="21145"/>
                  </a:lnTo>
                  <a:lnTo>
                    <a:pt x="23014" y="20865"/>
                  </a:lnTo>
                  <a:lnTo>
                    <a:pt x="23017" y="20708"/>
                  </a:lnTo>
                  <a:lnTo>
                    <a:pt x="23111" y="20388"/>
                  </a:lnTo>
                  <a:lnTo>
                    <a:pt x="23142" y="20002"/>
                  </a:lnTo>
                  <a:lnTo>
                    <a:pt x="23100" y="19545"/>
                  </a:lnTo>
                  <a:lnTo>
                    <a:pt x="23063" y="19421"/>
                  </a:lnTo>
                  <a:lnTo>
                    <a:pt x="22981" y="19365"/>
                  </a:lnTo>
                  <a:lnTo>
                    <a:pt x="23028" y="19277"/>
                  </a:lnTo>
                  <a:lnTo>
                    <a:pt x="23222" y="19369"/>
                  </a:lnTo>
                  <a:lnTo>
                    <a:pt x="23382" y="19504"/>
                  </a:lnTo>
                  <a:lnTo>
                    <a:pt x="23407" y="19523"/>
                  </a:lnTo>
                  <a:lnTo>
                    <a:pt x="23439" y="19549"/>
                  </a:lnTo>
                  <a:lnTo>
                    <a:pt x="23417" y="19582"/>
                  </a:lnTo>
                  <a:lnTo>
                    <a:pt x="23408" y="19595"/>
                  </a:lnTo>
                  <a:lnTo>
                    <a:pt x="23398" y="19610"/>
                  </a:lnTo>
                  <a:lnTo>
                    <a:pt x="23480" y="19679"/>
                  </a:lnTo>
                  <a:lnTo>
                    <a:pt x="23622" y="19748"/>
                  </a:lnTo>
                  <a:lnTo>
                    <a:pt x="23647" y="19721"/>
                  </a:lnTo>
                  <a:lnTo>
                    <a:pt x="23647" y="19675"/>
                  </a:lnTo>
                  <a:lnTo>
                    <a:pt x="23722" y="19458"/>
                  </a:lnTo>
                  <a:lnTo>
                    <a:pt x="23769" y="19381"/>
                  </a:lnTo>
                  <a:lnTo>
                    <a:pt x="23868" y="19274"/>
                  </a:lnTo>
                  <a:lnTo>
                    <a:pt x="24105" y="19085"/>
                  </a:lnTo>
                  <a:lnTo>
                    <a:pt x="24167" y="19112"/>
                  </a:lnTo>
                  <a:lnTo>
                    <a:pt x="24202" y="19180"/>
                  </a:lnTo>
                  <a:lnTo>
                    <a:pt x="24321" y="19227"/>
                  </a:lnTo>
                  <a:lnTo>
                    <a:pt x="24345" y="19236"/>
                  </a:lnTo>
                  <a:lnTo>
                    <a:pt x="24351" y="19239"/>
                  </a:lnTo>
                  <a:lnTo>
                    <a:pt x="24424" y="19268"/>
                  </a:lnTo>
                  <a:lnTo>
                    <a:pt x="25192" y="19188"/>
                  </a:lnTo>
                  <a:lnTo>
                    <a:pt x="25208" y="19186"/>
                  </a:lnTo>
                  <a:lnTo>
                    <a:pt x="25501" y="19115"/>
                  </a:lnTo>
                  <a:lnTo>
                    <a:pt x="25946" y="19341"/>
                  </a:lnTo>
                  <a:lnTo>
                    <a:pt x="26029" y="19508"/>
                  </a:lnTo>
                  <a:lnTo>
                    <a:pt x="26047" y="19543"/>
                  </a:lnTo>
                  <a:lnTo>
                    <a:pt x="26060" y="19569"/>
                  </a:lnTo>
                  <a:lnTo>
                    <a:pt x="26125" y="19700"/>
                  </a:lnTo>
                  <a:lnTo>
                    <a:pt x="26097" y="19715"/>
                  </a:lnTo>
                  <a:lnTo>
                    <a:pt x="26053" y="19739"/>
                  </a:lnTo>
                  <a:lnTo>
                    <a:pt x="26023" y="19772"/>
                  </a:lnTo>
                  <a:lnTo>
                    <a:pt x="26034" y="19776"/>
                  </a:lnTo>
                  <a:lnTo>
                    <a:pt x="26044" y="19779"/>
                  </a:lnTo>
                  <a:lnTo>
                    <a:pt x="26055" y="19785"/>
                  </a:lnTo>
                  <a:lnTo>
                    <a:pt x="26084" y="19801"/>
                  </a:lnTo>
                  <a:lnTo>
                    <a:pt x="26093" y="19804"/>
                  </a:lnTo>
                  <a:lnTo>
                    <a:pt x="26089" y="19808"/>
                  </a:lnTo>
                  <a:lnTo>
                    <a:pt x="26082" y="19813"/>
                  </a:lnTo>
                  <a:lnTo>
                    <a:pt x="26077" y="19817"/>
                  </a:lnTo>
                  <a:lnTo>
                    <a:pt x="26069" y="19822"/>
                  </a:lnTo>
                  <a:lnTo>
                    <a:pt x="26066" y="19826"/>
                  </a:lnTo>
                  <a:lnTo>
                    <a:pt x="26059" y="19837"/>
                  </a:lnTo>
                  <a:lnTo>
                    <a:pt x="26054" y="19844"/>
                  </a:lnTo>
                  <a:lnTo>
                    <a:pt x="26084" y="19866"/>
                  </a:lnTo>
                  <a:lnTo>
                    <a:pt x="26088" y="19869"/>
                  </a:lnTo>
                  <a:lnTo>
                    <a:pt x="26100" y="19878"/>
                  </a:lnTo>
                  <a:lnTo>
                    <a:pt x="26123" y="19895"/>
                  </a:lnTo>
                  <a:lnTo>
                    <a:pt x="26128" y="19897"/>
                  </a:lnTo>
                  <a:lnTo>
                    <a:pt x="26132" y="19894"/>
                  </a:lnTo>
                  <a:lnTo>
                    <a:pt x="26137" y="19889"/>
                  </a:lnTo>
                  <a:lnTo>
                    <a:pt x="26142" y="19887"/>
                  </a:lnTo>
                  <a:lnTo>
                    <a:pt x="26148" y="19886"/>
                  </a:lnTo>
                  <a:lnTo>
                    <a:pt x="26155" y="19884"/>
                  </a:lnTo>
                  <a:lnTo>
                    <a:pt x="26169" y="19880"/>
                  </a:lnTo>
                  <a:lnTo>
                    <a:pt x="26200" y="19908"/>
                  </a:lnTo>
                  <a:lnTo>
                    <a:pt x="26203" y="19912"/>
                  </a:lnTo>
                  <a:lnTo>
                    <a:pt x="26211" y="19920"/>
                  </a:lnTo>
                  <a:lnTo>
                    <a:pt x="26222" y="19933"/>
                  </a:lnTo>
                  <a:lnTo>
                    <a:pt x="26226" y="19937"/>
                  </a:lnTo>
                  <a:lnTo>
                    <a:pt x="26230" y="19939"/>
                  </a:lnTo>
                  <a:lnTo>
                    <a:pt x="26235" y="19942"/>
                  </a:lnTo>
                  <a:lnTo>
                    <a:pt x="26244" y="19948"/>
                  </a:lnTo>
                  <a:lnTo>
                    <a:pt x="26247" y="19959"/>
                  </a:lnTo>
                  <a:lnTo>
                    <a:pt x="26250" y="19963"/>
                  </a:lnTo>
                  <a:lnTo>
                    <a:pt x="26254" y="19972"/>
                  </a:lnTo>
                  <a:lnTo>
                    <a:pt x="26261" y="19980"/>
                  </a:lnTo>
                  <a:lnTo>
                    <a:pt x="26266" y="19986"/>
                  </a:lnTo>
                  <a:lnTo>
                    <a:pt x="26252" y="20004"/>
                  </a:lnTo>
                  <a:lnTo>
                    <a:pt x="26247" y="20009"/>
                  </a:lnTo>
                  <a:lnTo>
                    <a:pt x="26250" y="20013"/>
                  </a:lnTo>
                  <a:lnTo>
                    <a:pt x="26255" y="20019"/>
                  </a:lnTo>
                  <a:lnTo>
                    <a:pt x="26258" y="20018"/>
                  </a:lnTo>
                  <a:lnTo>
                    <a:pt x="26319" y="19987"/>
                  </a:lnTo>
                  <a:lnTo>
                    <a:pt x="26350" y="20002"/>
                  </a:lnTo>
                  <a:lnTo>
                    <a:pt x="26365" y="20009"/>
                  </a:lnTo>
                  <a:lnTo>
                    <a:pt x="26450" y="20050"/>
                  </a:lnTo>
                  <a:lnTo>
                    <a:pt x="26470" y="20087"/>
                  </a:lnTo>
                  <a:lnTo>
                    <a:pt x="26467" y="20131"/>
                  </a:lnTo>
                  <a:lnTo>
                    <a:pt x="26433" y="20144"/>
                  </a:lnTo>
                  <a:lnTo>
                    <a:pt x="26419" y="20173"/>
                  </a:lnTo>
                  <a:lnTo>
                    <a:pt x="26407" y="20244"/>
                  </a:lnTo>
                  <a:lnTo>
                    <a:pt x="26399" y="20292"/>
                  </a:lnTo>
                  <a:lnTo>
                    <a:pt x="26394" y="20325"/>
                  </a:lnTo>
                  <a:lnTo>
                    <a:pt x="26578" y="20532"/>
                  </a:lnTo>
                  <a:lnTo>
                    <a:pt x="26603" y="20545"/>
                  </a:lnTo>
                  <a:lnTo>
                    <a:pt x="26640" y="20533"/>
                  </a:lnTo>
                  <a:lnTo>
                    <a:pt x="26642" y="20527"/>
                  </a:lnTo>
                  <a:lnTo>
                    <a:pt x="26650" y="20492"/>
                  </a:lnTo>
                  <a:lnTo>
                    <a:pt x="26655" y="20471"/>
                  </a:lnTo>
                  <a:lnTo>
                    <a:pt x="26723" y="20179"/>
                  </a:lnTo>
                  <a:lnTo>
                    <a:pt x="26724" y="20116"/>
                  </a:lnTo>
                  <a:lnTo>
                    <a:pt x="26733" y="19666"/>
                  </a:lnTo>
                  <a:lnTo>
                    <a:pt x="26733" y="19653"/>
                  </a:lnTo>
                  <a:lnTo>
                    <a:pt x="26730" y="19645"/>
                  </a:lnTo>
                  <a:lnTo>
                    <a:pt x="26703" y="19569"/>
                  </a:lnTo>
                  <a:lnTo>
                    <a:pt x="26608" y="19301"/>
                  </a:lnTo>
                  <a:lnTo>
                    <a:pt x="26599" y="19293"/>
                  </a:lnTo>
                  <a:lnTo>
                    <a:pt x="26474" y="19189"/>
                  </a:lnTo>
                  <a:lnTo>
                    <a:pt x="26281" y="19076"/>
                  </a:lnTo>
                  <a:lnTo>
                    <a:pt x="26195" y="19109"/>
                  </a:lnTo>
                  <a:lnTo>
                    <a:pt x="26092" y="19038"/>
                  </a:lnTo>
                  <a:lnTo>
                    <a:pt x="25881" y="18660"/>
                  </a:lnTo>
                  <a:lnTo>
                    <a:pt x="25778" y="18666"/>
                  </a:lnTo>
                  <a:lnTo>
                    <a:pt x="25397" y="18510"/>
                  </a:lnTo>
                  <a:lnTo>
                    <a:pt x="25425" y="18425"/>
                  </a:lnTo>
                  <a:lnTo>
                    <a:pt x="25498" y="18204"/>
                  </a:lnTo>
                  <a:lnTo>
                    <a:pt x="25502" y="18191"/>
                  </a:lnTo>
                  <a:lnTo>
                    <a:pt x="25523" y="18173"/>
                  </a:lnTo>
                  <a:lnTo>
                    <a:pt x="25616" y="18086"/>
                  </a:lnTo>
                  <a:lnTo>
                    <a:pt x="25660" y="18045"/>
                  </a:lnTo>
                  <a:lnTo>
                    <a:pt x="26159" y="17781"/>
                  </a:lnTo>
                  <a:lnTo>
                    <a:pt x="26206" y="17783"/>
                  </a:lnTo>
                  <a:lnTo>
                    <a:pt x="26393" y="17788"/>
                  </a:lnTo>
                  <a:lnTo>
                    <a:pt x="26477" y="17826"/>
                  </a:lnTo>
                  <a:lnTo>
                    <a:pt x="26488" y="17852"/>
                  </a:lnTo>
                  <a:lnTo>
                    <a:pt x="26494" y="17866"/>
                  </a:lnTo>
                  <a:lnTo>
                    <a:pt x="26549" y="18049"/>
                  </a:lnTo>
                  <a:lnTo>
                    <a:pt x="26538" y="18165"/>
                  </a:lnTo>
                  <a:lnTo>
                    <a:pt x="26536" y="18189"/>
                  </a:lnTo>
                  <a:lnTo>
                    <a:pt x="26554" y="18180"/>
                  </a:lnTo>
                  <a:lnTo>
                    <a:pt x="26602" y="18154"/>
                  </a:lnTo>
                  <a:lnTo>
                    <a:pt x="26624" y="18154"/>
                  </a:lnTo>
                  <a:lnTo>
                    <a:pt x="26637" y="18128"/>
                  </a:lnTo>
                  <a:lnTo>
                    <a:pt x="26649" y="18106"/>
                  </a:lnTo>
                  <a:lnTo>
                    <a:pt x="26679" y="18046"/>
                  </a:lnTo>
                  <a:lnTo>
                    <a:pt x="26698" y="18003"/>
                  </a:lnTo>
                  <a:lnTo>
                    <a:pt x="26746" y="17890"/>
                  </a:lnTo>
                  <a:lnTo>
                    <a:pt x="26742" y="17885"/>
                  </a:lnTo>
                  <a:lnTo>
                    <a:pt x="26696" y="17824"/>
                  </a:lnTo>
                  <a:lnTo>
                    <a:pt x="26674" y="17795"/>
                  </a:lnTo>
                  <a:lnTo>
                    <a:pt x="26660" y="17776"/>
                  </a:lnTo>
                  <a:lnTo>
                    <a:pt x="26648" y="17759"/>
                  </a:lnTo>
                  <a:lnTo>
                    <a:pt x="26632" y="17643"/>
                  </a:lnTo>
                  <a:lnTo>
                    <a:pt x="26629" y="17618"/>
                  </a:lnTo>
                  <a:lnTo>
                    <a:pt x="26616" y="17525"/>
                  </a:lnTo>
                  <a:lnTo>
                    <a:pt x="26638" y="17497"/>
                  </a:lnTo>
                  <a:lnTo>
                    <a:pt x="26647" y="17488"/>
                  </a:lnTo>
                  <a:lnTo>
                    <a:pt x="26697" y="17429"/>
                  </a:lnTo>
                  <a:lnTo>
                    <a:pt x="26654" y="17189"/>
                  </a:lnTo>
                  <a:lnTo>
                    <a:pt x="26659" y="17092"/>
                  </a:lnTo>
                  <a:lnTo>
                    <a:pt x="26698" y="16962"/>
                  </a:lnTo>
                  <a:lnTo>
                    <a:pt x="26700" y="16956"/>
                  </a:lnTo>
                  <a:lnTo>
                    <a:pt x="26718" y="16946"/>
                  </a:lnTo>
                  <a:lnTo>
                    <a:pt x="27024" y="16779"/>
                  </a:lnTo>
                  <a:lnTo>
                    <a:pt x="27075" y="16813"/>
                  </a:lnTo>
                  <a:lnTo>
                    <a:pt x="27119" y="16842"/>
                  </a:lnTo>
                  <a:lnTo>
                    <a:pt x="27161" y="16870"/>
                  </a:lnTo>
                  <a:lnTo>
                    <a:pt x="27166" y="16873"/>
                  </a:lnTo>
                  <a:lnTo>
                    <a:pt x="27215" y="16834"/>
                  </a:lnTo>
                  <a:lnTo>
                    <a:pt x="27329" y="16743"/>
                  </a:lnTo>
                  <a:lnTo>
                    <a:pt x="27279" y="16714"/>
                  </a:lnTo>
                  <a:lnTo>
                    <a:pt x="27227" y="16684"/>
                  </a:lnTo>
                  <a:lnTo>
                    <a:pt x="27218" y="16679"/>
                  </a:lnTo>
                  <a:lnTo>
                    <a:pt x="26992" y="16629"/>
                  </a:lnTo>
                  <a:lnTo>
                    <a:pt x="26787" y="16603"/>
                  </a:lnTo>
                  <a:lnTo>
                    <a:pt x="26723" y="16565"/>
                  </a:lnTo>
                  <a:lnTo>
                    <a:pt x="26718" y="16562"/>
                  </a:lnTo>
                  <a:lnTo>
                    <a:pt x="26672" y="16534"/>
                  </a:lnTo>
                  <a:lnTo>
                    <a:pt x="26643" y="16517"/>
                  </a:lnTo>
                  <a:lnTo>
                    <a:pt x="26626" y="16507"/>
                  </a:lnTo>
                  <a:lnTo>
                    <a:pt x="26612" y="16499"/>
                  </a:lnTo>
                  <a:lnTo>
                    <a:pt x="26465" y="16649"/>
                  </a:lnTo>
                  <a:lnTo>
                    <a:pt x="26457" y="16645"/>
                  </a:lnTo>
                  <a:lnTo>
                    <a:pt x="26395" y="16612"/>
                  </a:lnTo>
                  <a:lnTo>
                    <a:pt x="26216" y="16515"/>
                  </a:lnTo>
                  <a:lnTo>
                    <a:pt x="26169" y="16547"/>
                  </a:lnTo>
                  <a:lnTo>
                    <a:pt x="26135" y="16560"/>
                  </a:lnTo>
                  <a:lnTo>
                    <a:pt x="26105" y="16563"/>
                  </a:lnTo>
                  <a:lnTo>
                    <a:pt x="26091" y="16562"/>
                  </a:lnTo>
                  <a:lnTo>
                    <a:pt x="26047" y="16558"/>
                  </a:lnTo>
                  <a:lnTo>
                    <a:pt x="26036" y="16554"/>
                  </a:lnTo>
                  <a:lnTo>
                    <a:pt x="26022" y="16531"/>
                  </a:lnTo>
                  <a:lnTo>
                    <a:pt x="25982" y="16459"/>
                  </a:lnTo>
                  <a:lnTo>
                    <a:pt x="26082" y="16229"/>
                  </a:lnTo>
                  <a:lnTo>
                    <a:pt x="26083" y="16224"/>
                  </a:lnTo>
                  <a:lnTo>
                    <a:pt x="26016" y="16114"/>
                  </a:lnTo>
                  <a:lnTo>
                    <a:pt x="25951" y="16097"/>
                  </a:lnTo>
                  <a:lnTo>
                    <a:pt x="25890" y="16138"/>
                  </a:lnTo>
                  <a:lnTo>
                    <a:pt x="25889" y="16178"/>
                  </a:lnTo>
                  <a:lnTo>
                    <a:pt x="25872" y="16190"/>
                  </a:lnTo>
                  <a:lnTo>
                    <a:pt x="25738" y="16259"/>
                  </a:lnTo>
                  <a:lnTo>
                    <a:pt x="25674" y="16291"/>
                  </a:lnTo>
                  <a:lnTo>
                    <a:pt x="25608" y="16324"/>
                  </a:lnTo>
                  <a:lnTo>
                    <a:pt x="25484" y="16266"/>
                  </a:lnTo>
                  <a:lnTo>
                    <a:pt x="25524" y="16335"/>
                  </a:lnTo>
                  <a:lnTo>
                    <a:pt x="25498" y="16436"/>
                  </a:lnTo>
                  <a:lnTo>
                    <a:pt x="25414" y="16608"/>
                  </a:lnTo>
                  <a:lnTo>
                    <a:pt x="25318" y="16682"/>
                  </a:lnTo>
                  <a:lnTo>
                    <a:pt x="25290" y="16703"/>
                  </a:lnTo>
                  <a:lnTo>
                    <a:pt x="25285" y="16707"/>
                  </a:lnTo>
                  <a:lnTo>
                    <a:pt x="25281" y="16710"/>
                  </a:lnTo>
                  <a:lnTo>
                    <a:pt x="25266" y="16722"/>
                  </a:lnTo>
                  <a:lnTo>
                    <a:pt x="25255" y="16730"/>
                  </a:lnTo>
                  <a:lnTo>
                    <a:pt x="25245" y="16738"/>
                  </a:lnTo>
                  <a:lnTo>
                    <a:pt x="25232" y="16745"/>
                  </a:lnTo>
                  <a:lnTo>
                    <a:pt x="25225" y="16745"/>
                  </a:lnTo>
                  <a:lnTo>
                    <a:pt x="25197" y="16743"/>
                  </a:lnTo>
                  <a:lnTo>
                    <a:pt x="25182" y="16742"/>
                  </a:lnTo>
                  <a:lnTo>
                    <a:pt x="25178" y="16766"/>
                  </a:lnTo>
                  <a:lnTo>
                    <a:pt x="25183" y="16780"/>
                  </a:lnTo>
                  <a:lnTo>
                    <a:pt x="25185" y="16818"/>
                  </a:lnTo>
                  <a:lnTo>
                    <a:pt x="25188" y="16885"/>
                  </a:lnTo>
                  <a:lnTo>
                    <a:pt x="25201" y="16929"/>
                  </a:lnTo>
                  <a:lnTo>
                    <a:pt x="25209" y="16941"/>
                  </a:lnTo>
                  <a:lnTo>
                    <a:pt x="25241" y="16997"/>
                  </a:lnTo>
                  <a:lnTo>
                    <a:pt x="25259" y="17030"/>
                  </a:lnTo>
                  <a:lnTo>
                    <a:pt x="25297" y="17163"/>
                  </a:lnTo>
                  <a:lnTo>
                    <a:pt x="25310" y="17210"/>
                  </a:lnTo>
                  <a:lnTo>
                    <a:pt x="25311" y="17366"/>
                  </a:lnTo>
                  <a:lnTo>
                    <a:pt x="25259" y="17460"/>
                  </a:lnTo>
                  <a:lnTo>
                    <a:pt x="25257" y="17464"/>
                  </a:lnTo>
                  <a:lnTo>
                    <a:pt x="25211" y="17496"/>
                  </a:lnTo>
                  <a:lnTo>
                    <a:pt x="25139" y="17547"/>
                  </a:lnTo>
                  <a:lnTo>
                    <a:pt x="25132" y="17544"/>
                  </a:lnTo>
                  <a:lnTo>
                    <a:pt x="25103" y="17528"/>
                  </a:lnTo>
                  <a:lnTo>
                    <a:pt x="25089" y="17520"/>
                  </a:lnTo>
                  <a:lnTo>
                    <a:pt x="25002" y="17471"/>
                  </a:lnTo>
                  <a:lnTo>
                    <a:pt x="25054" y="17443"/>
                  </a:lnTo>
                  <a:lnTo>
                    <a:pt x="25098" y="17380"/>
                  </a:lnTo>
                  <a:lnTo>
                    <a:pt x="25104" y="17236"/>
                  </a:lnTo>
                  <a:lnTo>
                    <a:pt x="25087" y="17184"/>
                  </a:lnTo>
                  <a:lnTo>
                    <a:pt x="25070" y="17128"/>
                  </a:lnTo>
                  <a:lnTo>
                    <a:pt x="25022" y="16975"/>
                  </a:lnTo>
                  <a:lnTo>
                    <a:pt x="24960" y="16973"/>
                  </a:lnTo>
                  <a:lnTo>
                    <a:pt x="24908" y="17011"/>
                  </a:lnTo>
                  <a:lnTo>
                    <a:pt x="24881" y="17030"/>
                  </a:lnTo>
                  <a:lnTo>
                    <a:pt x="24866" y="17041"/>
                  </a:lnTo>
                  <a:lnTo>
                    <a:pt x="24862" y="17044"/>
                  </a:lnTo>
                  <a:lnTo>
                    <a:pt x="24767" y="17132"/>
                  </a:lnTo>
                  <a:lnTo>
                    <a:pt x="24676" y="17227"/>
                  </a:lnTo>
                  <a:lnTo>
                    <a:pt x="24657" y="17247"/>
                  </a:lnTo>
                  <a:lnTo>
                    <a:pt x="24634" y="17434"/>
                  </a:lnTo>
                  <a:lnTo>
                    <a:pt x="24576" y="17601"/>
                  </a:lnTo>
                  <a:lnTo>
                    <a:pt x="24505" y="17655"/>
                  </a:lnTo>
                  <a:lnTo>
                    <a:pt x="24495" y="17648"/>
                  </a:lnTo>
                  <a:lnTo>
                    <a:pt x="24467" y="17625"/>
                  </a:lnTo>
                  <a:lnTo>
                    <a:pt x="24437" y="17601"/>
                  </a:lnTo>
                  <a:lnTo>
                    <a:pt x="24425" y="17567"/>
                  </a:lnTo>
                  <a:lnTo>
                    <a:pt x="24372" y="17516"/>
                  </a:lnTo>
                  <a:lnTo>
                    <a:pt x="24204" y="17465"/>
                  </a:lnTo>
                  <a:lnTo>
                    <a:pt x="24071" y="17496"/>
                  </a:lnTo>
                  <a:lnTo>
                    <a:pt x="24062" y="17498"/>
                  </a:lnTo>
                  <a:lnTo>
                    <a:pt x="24026" y="17506"/>
                  </a:lnTo>
                  <a:lnTo>
                    <a:pt x="23946" y="17564"/>
                  </a:lnTo>
                  <a:lnTo>
                    <a:pt x="23729" y="17479"/>
                  </a:lnTo>
                  <a:lnTo>
                    <a:pt x="23624" y="17751"/>
                  </a:lnTo>
                  <a:lnTo>
                    <a:pt x="23650" y="17823"/>
                  </a:lnTo>
                  <a:lnTo>
                    <a:pt x="23708" y="17858"/>
                  </a:lnTo>
                  <a:lnTo>
                    <a:pt x="23750" y="17883"/>
                  </a:lnTo>
                  <a:lnTo>
                    <a:pt x="23744" y="18002"/>
                  </a:lnTo>
                  <a:lnTo>
                    <a:pt x="23577" y="18325"/>
                  </a:lnTo>
                  <a:lnTo>
                    <a:pt x="23315" y="18307"/>
                  </a:lnTo>
                  <a:lnTo>
                    <a:pt x="23248" y="18274"/>
                  </a:lnTo>
                  <a:lnTo>
                    <a:pt x="23210" y="18254"/>
                  </a:lnTo>
                  <a:lnTo>
                    <a:pt x="23151" y="18298"/>
                  </a:lnTo>
                  <a:lnTo>
                    <a:pt x="23157" y="18339"/>
                  </a:lnTo>
                  <a:lnTo>
                    <a:pt x="23188" y="18561"/>
                  </a:lnTo>
                  <a:lnTo>
                    <a:pt x="23220" y="18649"/>
                  </a:lnTo>
                  <a:lnTo>
                    <a:pt x="23199" y="18733"/>
                  </a:lnTo>
                  <a:lnTo>
                    <a:pt x="23163" y="18878"/>
                  </a:lnTo>
                  <a:lnTo>
                    <a:pt x="23119" y="19053"/>
                  </a:lnTo>
                  <a:lnTo>
                    <a:pt x="22911" y="19072"/>
                  </a:lnTo>
                  <a:lnTo>
                    <a:pt x="22728" y="19064"/>
                  </a:lnTo>
                  <a:lnTo>
                    <a:pt x="22506" y="18944"/>
                  </a:lnTo>
                  <a:lnTo>
                    <a:pt x="22306" y="18837"/>
                  </a:lnTo>
                  <a:lnTo>
                    <a:pt x="22248" y="18787"/>
                  </a:lnTo>
                  <a:lnTo>
                    <a:pt x="22248" y="18769"/>
                  </a:lnTo>
                  <a:lnTo>
                    <a:pt x="22224" y="18765"/>
                  </a:lnTo>
                  <a:lnTo>
                    <a:pt x="22154" y="18755"/>
                  </a:lnTo>
                  <a:lnTo>
                    <a:pt x="21949" y="18929"/>
                  </a:lnTo>
                  <a:lnTo>
                    <a:pt x="21951" y="18974"/>
                  </a:lnTo>
                  <a:lnTo>
                    <a:pt x="21958" y="19204"/>
                  </a:lnTo>
                  <a:lnTo>
                    <a:pt x="21832" y="19329"/>
                  </a:lnTo>
                  <a:lnTo>
                    <a:pt x="21776" y="19341"/>
                  </a:lnTo>
                  <a:lnTo>
                    <a:pt x="21689" y="19341"/>
                  </a:lnTo>
                  <a:lnTo>
                    <a:pt x="21528" y="19375"/>
                  </a:lnTo>
                  <a:lnTo>
                    <a:pt x="21513" y="19390"/>
                  </a:lnTo>
                  <a:lnTo>
                    <a:pt x="21469" y="19469"/>
                  </a:lnTo>
                  <a:lnTo>
                    <a:pt x="21458" y="19507"/>
                  </a:lnTo>
                  <a:lnTo>
                    <a:pt x="21364" y="19608"/>
                  </a:lnTo>
                  <a:lnTo>
                    <a:pt x="21305" y="19546"/>
                  </a:lnTo>
                  <a:lnTo>
                    <a:pt x="21228" y="19464"/>
                  </a:lnTo>
                  <a:lnTo>
                    <a:pt x="21082" y="19463"/>
                  </a:lnTo>
                  <a:lnTo>
                    <a:pt x="21083" y="19882"/>
                  </a:lnTo>
                  <a:lnTo>
                    <a:pt x="20703" y="19883"/>
                  </a:lnTo>
                  <a:lnTo>
                    <a:pt x="20702" y="19243"/>
                  </a:lnTo>
                  <a:lnTo>
                    <a:pt x="21015" y="19111"/>
                  </a:lnTo>
                  <a:lnTo>
                    <a:pt x="21299" y="19111"/>
                  </a:lnTo>
                  <a:lnTo>
                    <a:pt x="21397" y="19111"/>
                  </a:lnTo>
                  <a:lnTo>
                    <a:pt x="21397" y="18936"/>
                  </a:lnTo>
                  <a:lnTo>
                    <a:pt x="21396" y="18714"/>
                  </a:lnTo>
                  <a:lnTo>
                    <a:pt x="21586" y="18717"/>
                  </a:lnTo>
                  <a:lnTo>
                    <a:pt x="21702" y="18719"/>
                  </a:lnTo>
                  <a:lnTo>
                    <a:pt x="21769" y="18569"/>
                  </a:lnTo>
                  <a:lnTo>
                    <a:pt x="21719" y="18437"/>
                  </a:lnTo>
                  <a:lnTo>
                    <a:pt x="21694" y="18423"/>
                  </a:lnTo>
                  <a:lnTo>
                    <a:pt x="21666" y="18408"/>
                  </a:lnTo>
                  <a:lnTo>
                    <a:pt x="21641" y="18394"/>
                  </a:lnTo>
                  <a:lnTo>
                    <a:pt x="21609" y="18343"/>
                  </a:lnTo>
                  <a:lnTo>
                    <a:pt x="21502" y="17931"/>
                  </a:lnTo>
                  <a:lnTo>
                    <a:pt x="21487" y="17872"/>
                  </a:lnTo>
                  <a:lnTo>
                    <a:pt x="21481" y="17849"/>
                  </a:lnTo>
                  <a:lnTo>
                    <a:pt x="21408" y="17783"/>
                  </a:lnTo>
                  <a:lnTo>
                    <a:pt x="21202" y="17469"/>
                  </a:lnTo>
                  <a:lnTo>
                    <a:pt x="21193" y="17307"/>
                  </a:lnTo>
                  <a:lnTo>
                    <a:pt x="21235" y="17190"/>
                  </a:lnTo>
                  <a:lnTo>
                    <a:pt x="21223" y="16903"/>
                  </a:lnTo>
                  <a:lnTo>
                    <a:pt x="21017" y="16869"/>
                  </a:lnTo>
                  <a:lnTo>
                    <a:pt x="20915" y="16295"/>
                  </a:lnTo>
                  <a:lnTo>
                    <a:pt x="20956" y="16197"/>
                  </a:lnTo>
                  <a:lnTo>
                    <a:pt x="20990" y="16115"/>
                  </a:lnTo>
                  <a:lnTo>
                    <a:pt x="21111" y="15825"/>
                  </a:lnTo>
                  <a:lnTo>
                    <a:pt x="21478" y="15160"/>
                  </a:lnTo>
                  <a:lnTo>
                    <a:pt x="21526" y="15191"/>
                  </a:lnTo>
                  <a:lnTo>
                    <a:pt x="21762" y="14959"/>
                  </a:lnTo>
                  <a:lnTo>
                    <a:pt x="21824" y="14897"/>
                  </a:lnTo>
                  <a:lnTo>
                    <a:pt x="22130" y="14595"/>
                  </a:lnTo>
                  <a:lnTo>
                    <a:pt x="22528" y="14461"/>
                  </a:lnTo>
                  <a:lnTo>
                    <a:pt x="22939" y="14911"/>
                  </a:lnTo>
                  <a:lnTo>
                    <a:pt x="22946" y="14908"/>
                  </a:lnTo>
                  <a:lnTo>
                    <a:pt x="22948" y="14899"/>
                  </a:lnTo>
                  <a:lnTo>
                    <a:pt x="22866" y="14784"/>
                  </a:lnTo>
                  <a:lnTo>
                    <a:pt x="22865" y="14730"/>
                  </a:lnTo>
                  <a:lnTo>
                    <a:pt x="22904" y="14612"/>
                  </a:lnTo>
                  <a:lnTo>
                    <a:pt x="22992" y="14452"/>
                  </a:lnTo>
                  <a:lnTo>
                    <a:pt x="22991" y="14287"/>
                  </a:lnTo>
                  <a:lnTo>
                    <a:pt x="22989" y="14057"/>
                  </a:lnTo>
                  <a:lnTo>
                    <a:pt x="23107" y="13969"/>
                  </a:lnTo>
                  <a:lnTo>
                    <a:pt x="23111" y="13964"/>
                  </a:lnTo>
                  <a:lnTo>
                    <a:pt x="23180" y="13881"/>
                  </a:lnTo>
                  <a:lnTo>
                    <a:pt x="23233" y="13817"/>
                  </a:lnTo>
                  <a:lnTo>
                    <a:pt x="23291" y="13748"/>
                  </a:lnTo>
                  <a:lnTo>
                    <a:pt x="23314" y="13675"/>
                  </a:lnTo>
                  <a:lnTo>
                    <a:pt x="23285" y="13585"/>
                  </a:lnTo>
                  <a:lnTo>
                    <a:pt x="23354" y="13473"/>
                  </a:lnTo>
                  <a:lnTo>
                    <a:pt x="23491" y="13492"/>
                  </a:lnTo>
                  <a:lnTo>
                    <a:pt x="23544" y="13479"/>
                  </a:lnTo>
                  <a:lnTo>
                    <a:pt x="23566" y="13460"/>
                  </a:lnTo>
                  <a:lnTo>
                    <a:pt x="23613" y="13373"/>
                  </a:lnTo>
                  <a:lnTo>
                    <a:pt x="23626" y="13333"/>
                  </a:lnTo>
                  <a:lnTo>
                    <a:pt x="23683" y="13255"/>
                  </a:lnTo>
                  <a:lnTo>
                    <a:pt x="23779" y="13261"/>
                  </a:lnTo>
                  <a:lnTo>
                    <a:pt x="23815" y="13337"/>
                  </a:lnTo>
                  <a:lnTo>
                    <a:pt x="23821" y="13424"/>
                  </a:lnTo>
                  <a:lnTo>
                    <a:pt x="23640" y="13779"/>
                  </a:lnTo>
                  <a:lnTo>
                    <a:pt x="23650" y="13793"/>
                  </a:lnTo>
                  <a:lnTo>
                    <a:pt x="23658" y="13805"/>
                  </a:lnTo>
                  <a:lnTo>
                    <a:pt x="23665" y="13813"/>
                  </a:lnTo>
                  <a:lnTo>
                    <a:pt x="23678" y="13818"/>
                  </a:lnTo>
                  <a:lnTo>
                    <a:pt x="23746" y="13811"/>
                  </a:lnTo>
                  <a:lnTo>
                    <a:pt x="23841" y="13801"/>
                  </a:lnTo>
                  <a:lnTo>
                    <a:pt x="23948" y="13800"/>
                  </a:lnTo>
                  <a:lnTo>
                    <a:pt x="24052" y="13815"/>
                  </a:lnTo>
                  <a:lnTo>
                    <a:pt x="24105" y="13830"/>
                  </a:lnTo>
                  <a:lnTo>
                    <a:pt x="24128" y="13829"/>
                  </a:lnTo>
                  <a:lnTo>
                    <a:pt x="24149" y="13782"/>
                  </a:lnTo>
                  <a:lnTo>
                    <a:pt x="24149" y="13758"/>
                  </a:lnTo>
                  <a:lnTo>
                    <a:pt x="24144" y="13732"/>
                  </a:lnTo>
                  <a:lnTo>
                    <a:pt x="24134" y="13721"/>
                  </a:lnTo>
                  <a:lnTo>
                    <a:pt x="24026" y="13658"/>
                  </a:lnTo>
                  <a:lnTo>
                    <a:pt x="23979" y="13630"/>
                  </a:lnTo>
                  <a:lnTo>
                    <a:pt x="23972" y="13628"/>
                  </a:lnTo>
                  <a:lnTo>
                    <a:pt x="23935" y="13618"/>
                  </a:lnTo>
                  <a:lnTo>
                    <a:pt x="23866" y="13598"/>
                  </a:lnTo>
                  <a:lnTo>
                    <a:pt x="23818" y="13553"/>
                  </a:lnTo>
                  <a:lnTo>
                    <a:pt x="23868" y="13446"/>
                  </a:lnTo>
                  <a:lnTo>
                    <a:pt x="23878" y="13424"/>
                  </a:lnTo>
                  <a:lnTo>
                    <a:pt x="23890" y="13397"/>
                  </a:lnTo>
                  <a:lnTo>
                    <a:pt x="23945" y="13332"/>
                  </a:lnTo>
                  <a:lnTo>
                    <a:pt x="24009" y="13317"/>
                  </a:lnTo>
                  <a:lnTo>
                    <a:pt x="24086" y="13381"/>
                  </a:lnTo>
                  <a:lnTo>
                    <a:pt x="24127" y="13415"/>
                  </a:lnTo>
                  <a:lnTo>
                    <a:pt x="24351" y="13382"/>
                  </a:lnTo>
                  <a:lnTo>
                    <a:pt x="24483" y="13331"/>
                  </a:lnTo>
                  <a:lnTo>
                    <a:pt x="24492" y="13328"/>
                  </a:lnTo>
                  <a:lnTo>
                    <a:pt x="24528" y="13306"/>
                  </a:lnTo>
                  <a:lnTo>
                    <a:pt x="24831" y="13125"/>
                  </a:lnTo>
                  <a:lnTo>
                    <a:pt x="24865" y="13104"/>
                  </a:lnTo>
                  <a:lnTo>
                    <a:pt x="24850" y="13057"/>
                  </a:lnTo>
                  <a:lnTo>
                    <a:pt x="24877" y="12961"/>
                  </a:lnTo>
                  <a:lnTo>
                    <a:pt x="24883" y="12906"/>
                  </a:lnTo>
                  <a:lnTo>
                    <a:pt x="24877" y="12849"/>
                  </a:lnTo>
                  <a:lnTo>
                    <a:pt x="24866" y="12839"/>
                  </a:lnTo>
                  <a:lnTo>
                    <a:pt x="24783" y="12807"/>
                  </a:lnTo>
                  <a:lnTo>
                    <a:pt x="24751" y="12732"/>
                  </a:lnTo>
                  <a:lnTo>
                    <a:pt x="24749" y="12725"/>
                  </a:lnTo>
                  <a:lnTo>
                    <a:pt x="24713" y="12608"/>
                  </a:lnTo>
                  <a:lnTo>
                    <a:pt x="24750" y="12555"/>
                  </a:lnTo>
                  <a:lnTo>
                    <a:pt x="24915" y="12472"/>
                  </a:lnTo>
                  <a:lnTo>
                    <a:pt x="25048" y="12205"/>
                  </a:lnTo>
                  <a:lnTo>
                    <a:pt x="25064" y="12035"/>
                  </a:lnTo>
                  <a:lnTo>
                    <a:pt x="25041" y="11959"/>
                  </a:lnTo>
                  <a:lnTo>
                    <a:pt x="25003" y="11927"/>
                  </a:lnTo>
                  <a:lnTo>
                    <a:pt x="24924" y="11860"/>
                  </a:lnTo>
                  <a:lnTo>
                    <a:pt x="24922" y="11827"/>
                  </a:lnTo>
                  <a:lnTo>
                    <a:pt x="24921" y="11794"/>
                  </a:lnTo>
                  <a:lnTo>
                    <a:pt x="24917" y="11711"/>
                  </a:lnTo>
                  <a:lnTo>
                    <a:pt x="24976" y="11404"/>
                  </a:lnTo>
                  <a:lnTo>
                    <a:pt x="25153" y="11425"/>
                  </a:lnTo>
                  <a:lnTo>
                    <a:pt x="25672" y="11553"/>
                  </a:lnTo>
                  <a:lnTo>
                    <a:pt x="25784" y="11623"/>
                  </a:lnTo>
                  <a:lnTo>
                    <a:pt x="25846" y="11708"/>
                  </a:lnTo>
                  <a:lnTo>
                    <a:pt x="25965" y="11665"/>
                  </a:lnTo>
                  <a:lnTo>
                    <a:pt x="25988" y="11656"/>
                  </a:lnTo>
                  <a:lnTo>
                    <a:pt x="26019" y="11644"/>
                  </a:lnTo>
                  <a:lnTo>
                    <a:pt x="26060" y="11503"/>
                  </a:lnTo>
                  <a:lnTo>
                    <a:pt x="26060" y="11440"/>
                  </a:lnTo>
                  <a:lnTo>
                    <a:pt x="26047" y="11333"/>
                  </a:lnTo>
                  <a:lnTo>
                    <a:pt x="25998" y="11280"/>
                  </a:lnTo>
                  <a:lnTo>
                    <a:pt x="26117" y="10994"/>
                  </a:lnTo>
                  <a:lnTo>
                    <a:pt x="26143" y="10975"/>
                  </a:lnTo>
                  <a:lnTo>
                    <a:pt x="26530" y="10685"/>
                  </a:lnTo>
                  <a:lnTo>
                    <a:pt x="26688" y="10676"/>
                  </a:lnTo>
                  <a:lnTo>
                    <a:pt x="26744" y="10741"/>
                  </a:lnTo>
                  <a:lnTo>
                    <a:pt x="26747" y="10745"/>
                  </a:lnTo>
                  <a:lnTo>
                    <a:pt x="26878" y="10924"/>
                  </a:lnTo>
                  <a:lnTo>
                    <a:pt x="27017" y="10758"/>
                  </a:lnTo>
                  <a:lnTo>
                    <a:pt x="27036" y="10741"/>
                  </a:lnTo>
                  <a:lnTo>
                    <a:pt x="27133" y="10785"/>
                  </a:lnTo>
                  <a:lnTo>
                    <a:pt x="27151" y="10793"/>
                  </a:lnTo>
                  <a:lnTo>
                    <a:pt x="27155" y="10798"/>
                  </a:lnTo>
                  <a:lnTo>
                    <a:pt x="27180" y="10824"/>
                  </a:lnTo>
                  <a:lnTo>
                    <a:pt x="27191" y="10836"/>
                  </a:lnTo>
                  <a:lnTo>
                    <a:pt x="27452" y="11115"/>
                  </a:lnTo>
                  <a:lnTo>
                    <a:pt x="27465" y="11129"/>
                  </a:lnTo>
                  <a:lnTo>
                    <a:pt x="27489" y="11154"/>
                  </a:lnTo>
                  <a:lnTo>
                    <a:pt x="27493" y="11287"/>
                  </a:lnTo>
                  <a:lnTo>
                    <a:pt x="27401" y="11367"/>
                  </a:lnTo>
                  <a:lnTo>
                    <a:pt x="27349" y="11377"/>
                  </a:lnTo>
                  <a:lnTo>
                    <a:pt x="27244" y="11354"/>
                  </a:lnTo>
                  <a:lnTo>
                    <a:pt x="27069" y="11535"/>
                  </a:lnTo>
                  <a:lnTo>
                    <a:pt x="27101" y="11800"/>
                  </a:lnTo>
                  <a:lnTo>
                    <a:pt x="27279" y="12041"/>
                  </a:lnTo>
                  <a:lnTo>
                    <a:pt x="27468" y="12200"/>
                  </a:lnTo>
                  <a:lnTo>
                    <a:pt x="27475" y="12206"/>
                  </a:lnTo>
                  <a:lnTo>
                    <a:pt x="27480" y="12207"/>
                  </a:lnTo>
                  <a:lnTo>
                    <a:pt x="27638" y="12255"/>
                  </a:lnTo>
                  <a:lnTo>
                    <a:pt x="27972" y="12133"/>
                  </a:lnTo>
                  <a:lnTo>
                    <a:pt x="28243" y="12033"/>
                  </a:lnTo>
                  <a:lnTo>
                    <a:pt x="28581" y="11851"/>
                  </a:lnTo>
                  <a:lnTo>
                    <a:pt x="28686" y="11795"/>
                  </a:lnTo>
                  <a:lnTo>
                    <a:pt x="28717" y="11778"/>
                  </a:lnTo>
                  <a:lnTo>
                    <a:pt x="28750" y="11779"/>
                  </a:lnTo>
                  <a:lnTo>
                    <a:pt x="28767" y="11785"/>
                  </a:lnTo>
                  <a:lnTo>
                    <a:pt x="28772" y="11792"/>
                  </a:lnTo>
                  <a:lnTo>
                    <a:pt x="28780" y="11883"/>
                  </a:lnTo>
                  <a:lnTo>
                    <a:pt x="28791" y="11911"/>
                  </a:lnTo>
                  <a:lnTo>
                    <a:pt x="28802" y="11931"/>
                  </a:lnTo>
                  <a:lnTo>
                    <a:pt x="28817" y="11946"/>
                  </a:lnTo>
                  <a:lnTo>
                    <a:pt x="28845" y="11957"/>
                  </a:lnTo>
                  <a:lnTo>
                    <a:pt x="28876" y="11961"/>
                  </a:lnTo>
                  <a:lnTo>
                    <a:pt x="28927" y="11956"/>
                  </a:lnTo>
                  <a:lnTo>
                    <a:pt x="29065" y="11925"/>
                  </a:lnTo>
                  <a:lnTo>
                    <a:pt x="29243" y="11913"/>
                  </a:lnTo>
                  <a:lnTo>
                    <a:pt x="29292" y="11922"/>
                  </a:lnTo>
                  <a:lnTo>
                    <a:pt x="29310" y="11935"/>
                  </a:lnTo>
                  <a:lnTo>
                    <a:pt x="29323" y="11955"/>
                  </a:lnTo>
                  <a:lnTo>
                    <a:pt x="29330" y="12041"/>
                  </a:lnTo>
                  <a:lnTo>
                    <a:pt x="29328" y="12102"/>
                  </a:lnTo>
                  <a:lnTo>
                    <a:pt x="29326" y="12145"/>
                  </a:lnTo>
                  <a:lnTo>
                    <a:pt x="29516" y="12484"/>
                  </a:lnTo>
                  <a:lnTo>
                    <a:pt x="29526" y="12498"/>
                  </a:lnTo>
                  <a:lnTo>
                    <a:pt x="29531" y="12501"/>
                  </a:lnTo>
                  <a:lnTo>
                    <a:pt x="29540" y="12500"/>
                  </a:lnTo>
                  <a:lnTo>
                    <a:pt x="29545" y="12492"/>
                  </a:lnTo>
                  <a:lnTo>
                    <a:pt x="29548" y="12472"/>
                  </a:lnTo>
                  <a:lnTo>
                    <a:pt x="29560" y="12394"/>
                  </a:lnTo>
                  <a:lnTo>
                    <a:pt x="29577" y="12262"/>
                  </a:lnTo>
                  <a:lnTo>
                    <a:pt x="29579" y="12248"/>
                  </a:lnTo>
                  <a:lnTo>
                    <a:pt x="29573" y="12233"/>
                  </a:lnTo>
                  <a:lnTo>
                    <a:pt x="29562" y="12219"/>
                  </a:lnTo>
                  <a:lnTo>
                    <a:pt x="29536" y="12199"/>
                  </a:lnTo>
                  <a:lnTo>
                    <a:pt x="29482" y="12137"/>
                  </a:lnTo>
                  <a:lnTo>
                    <a:pt x="29464" y="11982"/>
                  </a:lnTo>
                  <a:lnTo>
                    <a:pt x="29481" y="11935"/>
                  </a:lnTo>
                  <a:lnTo>
                    <a:pt x="29505" y="11868"/>
                  </a:lnTo>
                  <a:lnTo>
                    <a:pt x="29581" y="11915"/>
                  </a:lnTo>
                  <a:lnTo>
                    <a:pt x="29619" y="11939"/>
                  </a:lnTo>
                  <a:lnTo>
                    <a:pt x="29693" y="11985"/>
                  </a:lnTo>
                  <a:lnTo>
                    <a:pt x="29819" y="12093"/>
                  </a:lnTo>
                  <a:lnTo>
                    <a:pt x="29893" y="12185"/>
                  </a:lnTo>
                  <a:lnTo>
                    <a:pt x="29912" y="12242"/>
                  </a:lnTo>
                  <a:lnTo>
                    <a:pt x="29896" y="12287"/>
                  </a:lnTo>
                  <a:lnTo>
                    <a:pt x="29900" y="12417"/>
                  </a:lnTo>
                  <a:lnTo>
                    <a:pt x="29993" y="12502"/>
                  </a:lnTo>
                  <a:lnTo>
                    <a:pt x="30058" y="12561"/>
                  </a:lnTo>
                  <a:lnTo>
                    <a:pt x="30208" y="12622"/>
                  </a:lnTo>
                  <a:lnTo>
                    <a:pt x="30368" y="12769"/>
                  </a:lnTo>
                  <a:lnTo>
                    <a:pt x="30415" y="12902"/>
                  </a:lnTo>
                  <a:lnTo>
                    <a:pt x="30499" y="13058"/>
                  </a:lnTo>
                  <a:lnTo>
                    <a:pt x="30552" y="13114"/>
                  </a:lnTo>
                  <a:lnTo>
                    <a:pt x="30709" y="13233"/>
                  </a:lnTo>
                  <a:lnTo>
                    <a:pt x="30748" y="13244"/>
                  </a:lnTo>
                  <a:lnTo>
                    <a:pt x="30799" y="13248"/>
                  </a:lnTo>
                  <a:lnTo>
                    <a:pt x="30887" y="13256"/>
                  </a:lnTo>
                  <a:lnTo>
                    <a:pt x="30995" y="13266"/>
                  </a:lnTo>
                  <a:lnTo>
                    <a:pt x="31024" y="13250"/>
                  </a:lnTo>
                  <a:lnTo>
                    <a:pt x="31036" y="13210"/>
                  </a:lnTo>
                  <a:lnTo>
                    <a:pt x="31090" y="13219"/>
                  </a:lnTo>
                  <a:lnTo>
                    <a:pt x="31126" y="13310"/>
                  </a:lnTo>
                  <a:lnTo>
                    <a:pt x="31124" y="13353"/>
                  </a:lnTo>
                  <a:lnTo>
                    <a:pt x="31105" y="13394"/>
                  </a:lnTo>
                  <a:lnTo>
                    <a:pt x="31081" y="13420"/>
                  </a:lnTo>
                  <a:lnTo>
                    <a:pt x="31054" y="13399"/>
                  </a:lnTo>
                  <a:lnTo>
                    <a:pt x="31037" y="13403"/>
                  </a:lnTo>
                  <a:lnTo>
                    <a:pt x="30921" y="13506"/>
                  </a:lnTo>
                  <a:lnTo>
                    <a:pt x="30836" y="13609"/>
                  </a:lnTo>
                  <a:lnTo>
                    <a:pt x="30839" y="13624"/>
                  </a:lnTo>
                  <a:lnTo>
                    <a:pt x="30883" y="13661"/>
                  </a:lnTo>
                  <a:lnTo>
                    <a:pt x="30896" y="13664"/>
                  </a:lnTo>
                  <a:lnTo>
                    <a:pt x="31269" y="13601"/>
                  </a:lnTo>
                  <a:lnTo>
                    <a:pt x="31327" y="13634"/>
                  </a:lnTo>
                  <a:lnTo>
                    <a:pt x="31327" y="13708"/>
                  </a:lnTo>
                  <a:lnTo>
                    <a:pt x="31351" y="13702"/>
                  </a:lnTo>
                  <a:lnTo>
                    <a:pt x="31366" y="13641"/>
                  </a:lnTo>
                  <a:lnTo>
                    <a:pt x="31342" y="13512"/>
                  </a:lnTo>
                  <a:lnTo>
                    <a:pt x="31228" y="13504"/>
                  </a:lnTo>
                  <a:lnTo>
                    <a:pt x="31106" y="13466"/>
                  </a:lnTo>
                  <a:lnTo>
                    <a:pt x="31098" y="13446"/>
                  </a:lnTo>
                  <a:lnTo>
                    <a:pt x="31197" y="13347"/>
                  </a:lnTo>
                  <a:lnTo>
                    <a:pt x="31230" y="13333"/>
                  </a:lnTo>
                  <a:lnTo>
                    <a:pt x="31287" y="13310"/>
                  </a:lnTo>
                  <a:lnTo>
                    <a:pt x="31346" y="13286"/>
                  </a:lnTo>
                  <a:lnTo>
                    <a:pt x="31466" y="13237"/>
                  </a:lnTo>
                  <a:lnTo>
                    <a:pt x="31724" y="13026"/>
                  </a:lnTo>
                  <a:lnTo>
                    <a:pt x="31772" y="12968"/>
                  </a:lnTo>
                  <a:lnTo>
                    <a:pt x="31848" y="12655"/>
                  </a:lnTo>
                  <a:lnTo>
                    <a:pt x="31878" y="12596"/>
                  </a:lnTo>
                  <a:lnTo>
                    <a:pt x="31985" y="12582"/>
                  </a:lnTo>
                  <a:lnTo>
                    <a:pt x="32040" y="12626"/>
                  </a:lnTo>
                  <a:lnTo>
                    <a:pt x="32043" y="12632"/>
                  </a:lnTo>
                  <a:lnTo>
                    <a:pt x="32122" y="12756"/>
                  </a:lnTo>
                  <a:lnTo>
                    <a:pt x="32143" y="12842"/>
                  </a:lnTo>
                  <a:lnTo>
                    <a:pt x="32127" y="12848"/>
                  </a:lnTo>
                  <a:lnTo>
                    <a:pt x="32121" y="12850"/>
                  </a:lnTo>
                  <a:lnTo>
                    <a:pt x="32056" y="12895"/>
                  </a:lnTo>
                  <a:lnTo>
                    <a:pt x="32033" y="12931"/>
                  </a:lnTo>
                  <a:lnTo>
                    <a:pt x="32033" y="12940"/>
                  </a:lnTo>
                  <a:lnTo>
                    <a:pt x="32106" y="13061"/>
                  </a:lnTo>
                  <a:lnTo>
                    <a:pt x="32221" y="13161"/>
                  </a:lnTo>
                  <a:lnTo>
                    <a:pt x="32235" y="13171"/>
                  </a:lnTo>
                  <a:lnTo>
                    <a:pt x="32268" y="13193"/>
                  </a:lnTo>
                  <a:lnTo>
                    <a:pt x="32308" y="13195"/>
                  </a:lnTo>
                  <a:lnTo>
                    <a:pt x="32385" y="13168"/>
                  </a:lnTo>
                  <a:lnTo>
                    <a:pt x="32406" y="13140"/>
                  </a:lnTo>
                  <a:lnTo>
                    <a:pt x="32337" y="12930"/>
                  </a:lnTo>
                  <a:lnTo>
                    <a:pt x="32364" y="12804"/>
                  </a:lnTo>
                  <a:lnTo>
                    <a:pt x="32706" y="12791"/>
                  </a:lnTo>
                  <a:lnTo>
                    <a:pt x="32777" y="12892"/>
                  </a:lnTo>
                  <a:lnTo>
                    <a:pt x="32952" y="13241"/>
                  </a:lnTo>
                  <a:lnTo>
                    <a:pt x="32859" y="13525"/>
                  </a:lnTo>
                  <a:lnTo>
                    <a:pt x="32967" y="13610"/>
                  </a:lnTo>
                  <a:lnTo>
                    <a:pt x="33051" y="13675"/>
                  </a:lnTo>
                  <a:lnTo>
                    <a:pt x="33178" y="14105"/>
                  </a:lnTo>
                  <a:lnTo>
                    <a:pt x="33193" y="14290"/>
                  </a:lnTo>
                  <a:lnTo>
                    <a:pt x="33091" y="14490"/>
                  </a:lnTo>
                  <a:lnTo>
                    <a:pt x="33058" y="14604"/>
                  </a:lnTo>
                  <a:lnTo>
                    <a:pt x="33093" y="14681"/>
                  </a:lnTo>
                  <a:lnTo>
                    <a:pt x="33176" y="14765"/>
                  </a:lnTo>
                  <a:lnTo>
                    <a:pt x="33291" y="14732"/>
                  </a:lnTo>
                  <a:lnTo>
                    <a:pt x="33347" y="14684"/>
                  </a:lnTo>
                  <a:lnTo>
                    <a:pt x="33350" y="14359"/>
                  </a:lnTo>
                  <a:lnTo>
                    <a:pt x="33402" y="14178"/>
                  </a:lnTo>
                  <a:lnTo>
                    <a:pt x="33410" y="14172"/>
                  </a:lnTo>
                  <a:lnTo>
                    <a:pt x="33469" y="14122"/>
                  </a:lnTo>
                  <a:lnTo>
                    <a:pt x="33475" y="14116"/>
                  </a:lnTo>
                  <a:lnTo>
                    <a:pt x="33502" y="14105"/>
                  </a:lnTo>
                  <a:lnTo>
                    <a:pt x="33665" y="14038"/>
                  </a:lnTo>
                  <a:lnTo>
                    <a:pt x="33818" y="14021"/>
                  </a:lnTo>
                  <a:lnTo>
                    <a:pt x="33884" y="14013"/>
                  </a:lnTo>
                  <a:lnTo>
                    <a:pt x="34125" y="14012"/>
                  </a:lnTo>
                  <a:lnTo>
                    <a:pt x="34601" y="13913"/>
                  </a:lnTo>
                  <a:lnTo>
                    <a:pt x="34847" y="13811"/>
                  </a:lnTo>
                  <a:lnTo>
                    <a:pt x="35080" y="13656"/>
                  </a:lnTo>
                  <a:lnTo>
                    <a:pt x="35102" y="13642"/>
                  </a:lnTo>
                  <a:lnTo>
                    <a:pt x="35111" y="13634"/>
                  </a:lnTo>
                  <a:lnTo>
                    <a:pt x="35212" y="13538"/>
                  </a:lnTo>
                  <a:lnTo>
                    <a:pt x="35324" y="13363"/>
                  </a:lnTo>
                  <a:lnTo>
                    <a:pt x="35396" y="13183"/>
                  </a:lnTo>
                  <a:lnTo>
                    <a:pt x="35409" y="13152"/>
                  </a:lnTo>
                  <a:lnTo>
                    <a:pt x="35467" y="12884"/>
                  </a:lnTo>
                  <a:lnTo>
                    <a:pt x="35498" y="12834"/>
                  </a:lnTo>
                  <a:lnTo>
                    <a:pt x="35528" y="12826"/>
                  </a:lnTo>
                  <a:lnTo>
                    <a:pt x="35570" y="12934"/>
                  </a:lnTo>
                  <a:lnTo>
                    <a:pt x="35572" y="13008"/>
                  </a:lnTo>
                  <a:lnTo>
                    <a:pt x="35533" y="13248"/>
                  </a:lnTo>
                  <a:lnTo>
                    <a:pt x="35489" y="13510"/>
                  </a:lnTo>
                  <a:lnTo>
                    <a:pt x="35531" y="13697"/>
                  </a:lnTo>
                  <a:lnTo>
                    <a:pt x="35535" y="13716"/>
                  </a:lnTo>
                  <a:lnTo>
                    <a:pt x="35561" y="13832"/>
                  </a:lnTo>
                  <a:lnTo>
                    <a:pt x="35513" y="13872"/>
                  </a:lnTo>
                  <a:lnTo>
                    <a:pt x="35193" y="13919"/>
                  </a:lnTo>
                  <a:lnTo>
                    <a:pt x="34863" y="14307"/>
                  </a:lnTo>
                  <a:lnTo>
                    <a:pt x="34873" y="14322"/>
                  </a:lnTo>
                  <a:lnTo>
                    <a:pt x="34877" y="14329"/>
                  </a:lnTo>
                  <a:lnTo>
                    <a:pt x="34892" y="14351"/>
                  </a:lnTo>
                  <a:lnTo>
                    <a:pt x="34931" y="14335"/>
                  </a:lnTo>
                  <a:lnTo>
                    <a:pt x="34943" y="14330"/>
                  </a:lnTo>
                  <a:lnTo>
                    <a:pt x="35077" y="14274"/>
                  </a:lnTo>
                  <a:lnTo>
                    <a:pt x="35248" y="14178"/>
                  </a:lnTo>
                  <a:lnTo>
                    <a:pt x="35289" y="14184"/>
                  </a:lnTo>
                  <a:lnTo>
                    <a:pt x="35368" y="14196"/>
                  </a:lnTo>
                  <a:lnTo>
                    <a:pt x="35410" y="14213"/>
                  </a:lnTo>
                  <a:lnTo>
                    <a:pt x="35412" y="14217"/>
                  </a:lnTo>
                  <a:lnTo>
                    <a:pt x="35412" y="14222"/>
                  </a:lnTo>
                  <a:lnTo>
                    <a:pt x="35360" y="14302"/>
                  </a:lnTo>
                  <a:lnTo>
                    <a:pt x="35350" y="14309"/>
                  </a:lnTo>
                  <a:lnTo>
                    <a:pt x="35331" y="14320"/>
                  </a:lnTo>
                  <a:lnTo>
                    <a:pt x="35327" y="14326"/>
                  </a:lnTo>
                  <a:lnTo>
                    <a:pt x="35327" y="14331"/>
                  </a:lnTo>
                  <a:lnTo>
                    <a:pt x="35328" y="14335"/>
                  </a:lnTo>
                  <a:lnTo>
                    <a:pt x="35333" y="14337"/>
                  </a:lnTo>
                  <a:lnTo>
                    <a:pt x="35345" y="14332"/>
                  </a:lnTo>
                  <a:lnTo>
                    <a:pt x="35395" y="14315"/>
                  </a:lnTo>
                  <a:lnTo>
                    <a:pt x="35555" y="14220"/>
                  </a:lnTo>
                  <a:lnTo>
                    <a:pt x="35565" y="14214"/>
                  </a:lnTo>
                  <a:lnTo>
                    <a:pt x="35579" y="14202"/>
                  </a:lnTo>
                  <a:lnTo>
                    <a:pt x="35644" y="14146"/>
                  </a:lnTo>
                  <a:lnTo>
                    <a:pt x="35666" y="14110"/>
                  </a:lnTo>
                  <a:lnTo>
                    <a:pt x="35724" y="14014"/>
                  </a:lnTo>
                  <a:lnTo>
                    <a:pt x="35854" y="13800"/>
                  </a:lnTo>
                  <a:lnTo>
                    <a:pt x="36075" y="13594"/>
                  </a:lnTo>
                  <a:lnTo>
                    <a:pt x="36103" y="13525"/>
                  </a:lnTo>
                  <a:lnTo>
                    <a:pt x="36086" y="13465"/>
                  </a:lnTo>
                  <a:lnTo>
                    <a:pt x="36184" y="13396"/>
                  </a:lnTo>
                  <a:lnTo>
                    <a:pt x="36189" y="13393"/>
                  </a:lnTo>
                  <a:lnTo>
                    <a:pt x="36194" y="13392"/>
                  </a:lnTo>
                  <a:lnTo>
                    <a:pt x="36365" y="13375"/>
                  </a:lnTo>
                  <a:lnTo>
                    <a:pt x="36518" y="13496"/>
                  </a:lnTo>
                  <a:lnTo>
                    <a:pt x="36627" y="13646"/>
                  </a:lnTo>
                  <a:lnTo>
                    <a:pt x="36632" y="13659"/>
                  </a:lnTo>
                  <a:lnTo>
                    <a:pt x="36639" y="13677"/>
                  </a:lnTo>
                  <a:lnTo>
                    <a:pt x="36652" y="13711"/>
                  </a:lnTo>
                  <a:lnTo>
                    <a:pt x="36668" y="13754"/>
                  </a:lnTo>
                  <a:lnTo>
                    <a:pt x="36691" y="13740"/>
                  </a:lnTo>
                  <a:lnTo>
                    <a:pt x="36707" y="13730"/>
                  </a:lnTo>
                  <a:lnTo>
                    <a:pt x="36711" y="13728"/>
                  </a:lnTo>
                  <a:lnTo>
                    <a:pt x="36725" y="13720"/>
                  </a:lnTo>
                  <a:lnTo>
                    <a:pt x="36799" y="13595"/>
                  </a:lnTo>
                  <a:lnTo>
                    <a:pt x="36826" y="13386"/>
                  </a:lnTo>
                  <a:lnTo>
                    <a:pt x="36764" y="13348"/>
                  </a:lnTo>
                  <a:lnTo>
                    <a:pt x="36749" y="13339"/>
                  </a:lnTo>
                  <a:lnTo>
                    <a:pt x="36749" y="13322"/>
                  </a:lnTo>
                  <a:lnTo>
                    <a:pt x="36754" y="13321"/>
                  </a:lnTo>
                  <a:lnTo>
                    <a:pt x="36942" y="13323"/>
                  </a:lnTo>
                  <a:lnTo>
                    <a:pt x="36953" y="13329"/>
                  </a:lnTo>
                  <a:lnTo>
                    <a:pt x="37034" y="13366"/>
                  </a:lnTo>
                  <a:lnTo>
                    <a:pt x="37058" y="13368"/>
                  </a:lnTo>
                  <a:lnTo>
                    <a:pt x="37158" y="13371"/>
                  </a:lnTo>
                  <a:lnTo>
                    <a:pt x="37191" y="13357"/>
                  </a:lnTo>
                  <a:lnTo>
                    <a:pt x="37179" y="13351"/>
                  </a:lnTo>
                  <a:lnTo>
                    <a:pt x="37159" y="13340"/>
                  </a:lnTo>
                  <a:lnTo>
                    <a:pt x="37002" y="13259"/>
                  </a:lnTo>
                  <a:lnTo>
                    <a:pt x="36987" y="13255"/>
                  </a:lnTo>
                  <a:lnTo>
                    <a:pt x="36974" y="13252"/>
                  </a:lnTo>
                  <a:lnTo>
                    <a:pt x="36789" y="13203"/>
                  </a:lnTo>
                  <a:lnTo>
                    <a:pt x="36582" y="13135"/>
                  </a:lnTo>
                  <a:lnTo>
                    <a:pt x="36440" y="13081"/>
                  </a:lnTo>
                  <a:lnTo>
                    <a:pt x="36384" y="13101"/>
                  </a:lnTo>
                  <a:lnTo>
                    <a:pt x="36044" y="13071"/>
                  </a:lnTo>
                  <a:lnTo>
                    <a:pt x="35952" y="13063"/>
                  </a:lnTo>
                  <a:lnTo>
                    <a:pt x="35773" y="12982"/>
                  </a:lnTo>
                  <a:lnTo>
                    <a:pt x="35652" y="12697"/>
                  </a:lnTo>
                  <a:lnTo>
                    <a:pt x="35580" y="12685"/>
                  </a:lnTo>
                  <a:lnTo>
                    <a:pt x="35376" y="12648"/>
                  </a:lnTo>
                  <a:lnTo>
                    <a:pt x="35348" y="12643"/>
                  </a:lnTo>
                  <a:lnTo>
                    <a:pt x="35291" y="12661"/>
                  </a:lnTo>
                  <a:lnTo>
                    <a:pt x="35203" y="12686"/>
                  </a:lnTo>
                  <a:lnTo>
                    <a:pt x="35196" y="12689"/>
                  </a:lnTo>
                  <a:lnTo>
                    <a:pt x="35192" y="12692"/>
                  </a:lnTo>
                  <a:lnTo>
                    <a:pt x="35189" y="12700"/>
                  </a:lnTo>
                  <a:lnTo>
                    <a:pt x="35190" y="12706"/>
                  </a:lnTo>
                  <a:lnTo>
                    <a:pt x="35191" y="12710"/>
                  </a:lnTo>
                  <a:lnTo>
                    <a:pt x="35198" y="12713"/>
                  </a:lnTo>
                  <a:lnTo>
                    <a:pt x="35209" y="12714"/>
                  </a:lnTo>
                  <a:lnTo>
                    <a:pt x="35246" y="12713"/>
                  </a:lnTo>
                  <a:lnTo>
                    <a:pt x="35250" y="12714"/>
                  </a:lnTo>
                  <a:lnTo>
                    <a:pt x="35257" y="12719"/>
                  </a:lnTo>
                  <a:lnTo>
                    <a:pt x="35261" y="12726"/>
                  </a:lnTo>
                  <a:lnTo>
                    <a:pt x="35265" y="12736"/>
                  </a:lnTo>
                  <a:lnTo>
                    <a:pt x="35265" y="12743"/>
                  </a:lnTo>
                  <a:lnTo>
                    <a:pt x="35264" y="12750"/>
                  </a:lnTo>
                  <a:lnTo>
                    <a:pt x="35257" y="12769"/>
                  </a:lnTo>
                  <a:lnTo>
                    <a:pt x="35252" y="12781"/>
                  </a:lnTo>
                  <a:lnTo>
                    <a:pt x="35207" y="12802"/>
                  </a:lnTo>
                  <a:lnTo>
                    <a:pt x="35201" y="12804"/>
                  </a:lnTo>
                  <a:lnTo>
                    <a:pt x="34982" y="12701"/>
                  </a:lnTo>
                  <a:lnTo>
                    <a:pt x="34896" y="12587"/>
                  </a:lnTo>
                  <a:lnTo>
                    <a:pt x="34899" y="12555"/>
                  </a:lnTo>
                  <a:lnTo>
                    <a:pt x="34903" y="12510"/>
                  </a:lnTo>
                  <a:lnTo>
                    <a:pt x="34910" y="12419"/>
                  </a:lnTo>
                  <a:lnTo>
                    <a:pt x="34914" y="12371"/>
                  </a:lnTo>
                  <a:lnTo>
                    <a:pt x="34987" y="12172"/>
                  </a:lnTo>
                  <a:lnTo>
                    <a:pt x="35076" y="12102"/>
                  </a:lnTo>
                  <a:lnTo>
                    <a:pt x="35122" y="12037"/>
                  </a:lnTo>
                  <a:lnTo>
                    <a:pt x="35160" y="11895"/>
                  </a:lnTo>
                  <a:lnTo>
                    <a:pt x="35158" y="11888"/>
                  </a:lnTo>
                  <a:lnTo>
                    <a:pt x="34994" y="11598"/>
                  </a:lnTo>
                  <a:lnTo>
                    <a:pt x="34947" y="11569"/>
                  </a:lnTo>
                  <a:lnTo>
                    <a:pt x="34939" y="11568"/>
                  </a:lnTo>
                  <a:lnTo>
                    <a:pt x="34887" y="11562"/>
                  </a:lnTo>
                  <a:lnTo>
                    <a:pt x="34862" y="11575"/>
                  </a:lnTo>
                  <a:lnTo>
                    <a:pt x="34802" y="11547"/>
                  </a:lnTo>
                  <a:lnTo>
                    <a:pt x="34822" y="11480"/>
                  </a:lnTo>
                  <a:lnTo>
                    <a:pt x="34852" y="11381"/>
                  </a:lnTo>
                  <a:lnTo>
                    <a:pt x="34877" y="11294"/>
                  </a:lnTo>
                  <a:lnTo>
                    <a:pt x="34930" y="11091"/>
                  </a:lnTo>
                  <a:lnTo>
                    <a:pt x="35111" y="10873"/>
                  </a:lnTo>
                  <a:lnTo>
                    <a:pt x="35121" y="10865"/>
                  </a:lnTo>
                  <a:lnTo>
                    <a:pt x="35196" y="10799"/>
                  </a:lnTo>
                  <a:lnTo>
                    <a:pt x="35815" y="10851"/>
                  </a:lnTo>
                  <a:lnTo>
                    <a:pt x="35834" y="10898"/>
                  </a:lnTo>
                  <a:lnTo>
                    <a:pt x="35865" y="10933"/>
                  </a:lnTo>
                  <a:lnTo>
                    <a:pt x="35939" y="10943"/>
                  </a:lnTo>
                  <a:lnTo>
                    <a:pt x="36027" y="10947"/>
                  </a:lnTo>
                  <a:lnTo>
                    <a:pt x="36043" y="10939"/>
                  </a:lnTo>
                  <a:lnTo>
                    <a:pt x="36064" y="10908"/>
                  </a:lnTo>
                  <a:lnTo>
                    <a:pt x="36077" y="10899"/>
                  </a:lnTo>
                  <a:lnTo>
                    <a:pt x="36111" y="10893"/>
                  </a:lnTo>
                  <a:lnTo>
                    <a:pt x="36129" y="10890"/>
                  </a:lnTo>
                  <a:lnTo>
                    <a:pt x="36163" y="10891"/>
                  </a:lnTo>
                  <a:lnTo>
                    <a:pt x="36287" y="10930"/>
                  </a:lnTo>
                  <a:lnTo>
                    <a:pt x="36352" y="11039"/>
                  </a:lnTo>
                  <a:lnTo>
                    <a:pt x="36449" y="11142"/>
                  </a:lnTo>
                  <a:lnTo>
                    <a:pt x="36467" y="11161"/>
                  </a:lnTo>
                  <a:lnTo>
                    <a:pt x="36487" y="11167"/>
                  </a:lnTo>
                  <a:lnTo>
                    <a:pt x="36508" y="11174"/>
                  </a:lnTo>
                  <a:lnTo>
                    <a:pt x="36597" y="11203"/>
                  </a:lnTo>
                  <a:lnTo>
                    <a:pt x="36713" y="11212"/>
                  </a:lnTo>
                  <a:lnTo>
                    <a:pt x="36730" y="11210"/>
                  </a:lnTo>
                  <a:lnTo>
                    <a:pt x="36730" y="11205"/>
                  </a:lnTo>
                  <a:lnTo>
                    <a:pt x="36727" y="11201"/>
                  </a:lnTo>
                  <a:lnTo>
                    <a:pt x="36718" y="11194"/>
                  </a:lnTo>
                  <a:lnTo>
                    <a:pt x="36695" y="11186"/>
                  </a:lnTo>
                  <a:lnTo>
                    <a:pt x="36559" y="11135"/>
                  </a:lnTo>
                  <a:lnTo>
                    <a:pt x="36475" y="11096"/>
                  </a:lnTo>
                  <a:lnTo>
                    <a:pt x="36386" y="10995"/>
                  </a:lnTo>
                  <a:lnTo>
                    <a:pt x="36359" y="10933"/>
                  </a:lnTo>
                  <a:lnTo>
                    <a:pt x="36360" y="10847"/>
                  </a:lnTo>
                  <a:lnTo>
                    <a:pt x="36410" y="10844"/>
                  </a:lnTo>
                  <a:lnTo>
                    <a:pt x="36422" y="10844"/>
                  </a:lnTo>
                  <a:lnTo>
                    <a:pt x="36437" y="10851"/>
                  </a:lnTo>
                  <a:lnTo>
                    <a:pt x="36448" y="10853"/>
                  </a:lnTo>
                  <a:lnTo>
                    <a:pt x="36457" y="10853"/>
                  </a:lnTo>
                  <a:lnTo>
                    <a:pt x="36466" y="10845"/>
                  </a:lnTo>
                  <a:lnTo>
                    <a:pt x="36471" y="10835"/>
                  </a:lnTo>
                  <a:lnTo>
                    <a:pt x="36469" y="10824"/>
                  </a:lnTo>
                  <a:lnTo>
                    <a:pt x="36467" y="10816"/>
                  </a:lnTo>
                  <a:lnTo>
                    <a:pt x="36441" y="10783"/>
                  </a:lnTo>
                  <a:lnTo>
                    <a:pt x="36405" y="10746"/>
                  </a:lnTo>
                  <a:lnTo>
                    <a:pt x="36367" y="10690"/>
                  </a:lnTo>
                  <a:lnTo>
                    <a:pt x="36054" y="10593"/>
                  </a:lnTo>
                  <a:lnTo>
                    <a:pt x="35886" y="10613"/>
                  </a:lnTo>
                  <a:lnTo>
                    <a:pt x="35649" y="10680"/>
                  </a:lnTo>
                  <a:lnTo>
                    <a:pt x="35614" y="10690"/>
                  </a:lnTo>
                  <a:lnTo>
                    <a:pt x="35571" y="10740"/>
                  </a:lnTo>
                  <a:lnTo>
                    <a:pt x="35451" y="10767"/>
                  </a:lnTo>
                  <a:lnTo>
                    <a:pt x="35439" y="10748"/>
                  </a:lnTo>
                  <a:lnTo>
                    <a:pt x="35426" y="10727"/>
                  </a:lnTo>
                  <a:lnTo>
                    <a:pt x="35283" y="10492"/>
                  </a:lnTo>
                  <a:lnTo>
                    <a:pt x="35350" y="10093"/>
                  </a:lnTo>
                  <a:lnTo>
                    <a:pt x="35372" y="9960"/>
                  </a:lnTo>
                  <a:lnTo>
                    <a:pt x="35393" y="9834"/>
                  </a:lnTo>
                  <a:lnTo>
                    <a:pt x="35567" y="9489"/>
                  </a:lnTo>
                  <a:lnTo>
                    <a:pt x="35620" y="9427"/>
                  </a:lnTo>
                  <a:lnTo>
                    <a:pt x="35636" y="9419"/>
                  </a:lnTo>
                  <a:lnTo>
                    <a:pt x="35770" y="9359"/>
                  </a:lnTo>
                  <a:lnTo>
                    <a:pt x="35780" y="9354"/>
                  </a:lnTo>
                  <a:lnTo>
                    <a:pt x="35806" y="9351"/>
                  </a:lnTo>
                  <a:lnTo>
                    <a:pt x="35963" y="9336"/>
                  </a:lnTo>
                  <a:lnTo>
                    <a:pt x="36146" y="9318"/>
                  </a:lnTo>
                  <a:lnTo>
                    <a:pt x="36151" y="9318"/>
                  </a:lnTo>
                  <a:lnTo>
                    <a:pt x="36154" y="9315"/>
                  </a:lnTo>
                  <a:lnTo>
                    <a:pt x="36328" y="9180"/>
                  </a:lnTo>
                  <a:lnTo>
                    <a:pt x="36396" y="9071"/>
                  </a:lnTo>
                  <a:lnTo>
                    <a:pt x="36404" y="9009"/>
                  </a:lnTo>
                  <a:lnTo>
                    <a:pt x="36504" y="8913"/>
                  </a:lnTo>
                  <a:lnTo>
                    <a:pt x="36628" y="8814"/>
                  </a:lnTo>
                  <a:lnTo>
                    <a:pt x="36718" y="8743"/>
                  </a:lnTo>
                  <a:lnTo>
                    <a:pt x="36861" y="8629"/>
                  </a:lnTo>
                  <a:lnTo>
                    <a:pt x="36883" y="8584"/>
                  </a:lnTo>
                  <a:lnTo>
                    <a:pt x="36895" y="8560"/>
                  </a:lnTo>
                  <a:lnTo>
                    <a:pt x="36905" y="8538"/>
                  </a:lnTo>
                  <a:lnTo>
                    <a:pt x="36901" y="8521"/>
                  </a:lnTo>
                  <a:lnTo>
                    <a:pt x="36903" y="8514"/>
                  </a:lnTo>
                  <a:lnTo>
                    <a:pt x="36909" y="8485"/>
                  </a:lnTo>
                  <a:lnTo>
                    <a:pt x="36911" y="8479"/>
                  </a:lnTo>
                  <a:lnTo>
                    <a:pt x="36993" y="8267"/>
                  </a:lnTo>
                  <a:lnTo>
                    <a:pt x="37065" y="8142"/>
                  </a:lnTo>
                  <a:lnTo>
                    <a:pt x="37251" y="7926"/>
                  </a:lnTo>
                  <a:lnTo>
                    <a:pt x="37588" y="7757"/>
                  </a:lnTo>
                  <a:lnTo>
                    <a:pt x="37593" y="7755"/>
                  </a:lnTo>
                  <a:lnTo>
                    <a:pt x="37674" y="7729"/>
                  </a:lnTo>
                  <a:lnTo>
                    <a:pt x="37918" y="7651"/>
                  </a:lnTo>
                  <a:lnTo>
                    <a:pt x="38408" y="7441"/>
                  </a:lnTo>
                  <a:lnTo>
                    <a:pt x="38484" y="7396"/>
                  </a:lnTo>
                  <a:lnTo>
                    <a:pt x="38543" y="7338"/>
                  </a:lnTo>
                  <a:lnTo>
                    <a:pt x="38556" y="7326"/>
                  </a:lnTo>
                  <a:lnTo>
                    <a:pt x="38715" y="7357"/>
                  </a:lnTo>
                  <a:lnTo>
                    <a:pt x="39157" y="7383"/>
                  </a:lnTo>
                  <a:lnTo>
                    <a:pt x="39187" y="7385"/>
                  </a:lnTo>
                  <a:lnTo>
                    <a:pt x="39220" y="7362"/>
                  </a:lnTo>
                  <a:lnTo>
                    <a:pt x="39505" y="7360"/>
                  </a:lnTo>
                  <a:lnTo>
                    <a:pt x="39733" y="7316"/>
                  </a:lnTo>
                  <a:lnTo>
                    <a:pt x="40045" y="7202"/>
                  </a:lnTo>
                  <a:lnTo>
                    <a:pt x="40330" y="7072"/>
                  </a:lnTo>
                  <a:lnTo>
                    <a:pt x="40400" y="7033"/>
                  </a:lnTo>
                  <a:lnTo>
                    <a:pt x="40404" y="7030"/>
                  </a:lnTo>
                  <a:lnTo>
                    <a:pt x="40415" y="7026"/>
                  </a:lnTo>
                  <a:lnTo>
                    <a:pt x="40502" y="6983"/>
                  </a:lnTo>
                  <a:lnTo>
                    <a:pt x="40511" y="6976"/>
                  </a:lnTo>
                  <a:lnTo>
                    <a:pt x="40518" y="6973"/>
                  </a:lnTo>
                  <a:lnTo>
                    <a:pt x="40527" y="6971"/>
                  </a:lnTo>
                  <a:lnTo>
                    <a:pt x="40568" y="6962"/>
                  </a:lnTo>
                  <a:lnTo>
                    <a:pt x="40601" y="6954"/>
                  </a:lnTo>
                  <a:lnTo>
                    <a:pt x="40605" y="6952"/>
                  </a:lnTo>
                  <a:lnTo>
                    <a:pt x="40634" y="6942"/>
                  </a:lnTo>
                  <a:lnTo>
                    <a:pt x="40639" y="6940"/>
                  </a:lnTo>
                  <a:lnTo>
                    <a:pt x="40659" y="6932"/>
                  </a:lnTo>
                  <a:lnTo>
                    <a:pt x="40687" y="6922"/>
                  </a:lnTo>
                  <a:lnTo>
                    <a:pt x="40707" y="6915"/>
                  </a:lnTo>
                  <a:lnTo>
                    <a:pt x="40724" y="6910"/>
                  </a:lnTo>
                  <a:lnTo>
                    <a:pt x="40744" y="6905"/>
                  </a:lnTo>
                  <a:lnTo>
                    <a:pt x="40768" y="6899"/>
                  </a:lnTo>
                  <a:lnTo>
                    <a:pt x="40781" y="6896"/>
                  </a:lnTo>
                  <a:lnTo>
                    <a:pt x="40818" y="6886"/>
                  </a:lnTo>
                  <a:lnTo>
                    <a:pt x="40828" y="6884"/>
                  </a:lnTo>
                  <a:lnTo>
                    <a:pt x="40872" y="6876"/>
                  </a:lnTo>
                  <a:lnTo>
                    <a:pt x="40895" y="6873"/>
                  </a:lnTo>
                  <a:lnTo>
                    <a:pt x="40915" y="6872"/>
                  </a:lnTo>
                  <a:lnTo>
                    <a:pt x="40930" y="6872"/>
                  </a:lnTo>
                  <a:lnTo>
                    <a:pt x="40977" y="6871"/>
                  </a:lnTo>
                  <a:lnTo>
                    <a:pt x="40983" y="6871"/>
                  </a:lnTo>
                  <a:lnTo>
                    <a:pt x="41034" y="6872"/>
                  </a:lnTo>
                  <a:lnTo>
                    <a:pt x="41080" y="6870"/>
                  </a:lnTo>
                  <a:lnTo>
                    <a:pt x="41130" y="6869"/>
                  </a:lnTo>
                  <a:lnTo>
                    <a:pt x="41154" y="6870"/>
                  </a:lnTo>
                  <a:lnTo>
                    <a:pt x="41160" y="6875"/>
                  </a:lnTo>
                  <a:lnTo>
                    <a:pt x="41160" y="6887"/>
                  </a:lnTo>
                  <a:lnTo>
                    <a:pt x="41155" y="6890"/>
                  </a:lnTo>
                  <a:lnTo>
                    <a:pt x="41149" y="6891"/>
                  </a:lnTo>
                  <a:lnTo>
                    <a:pt x="41145" y="6893"/>
                  </a:lnTo>
                  <a:lnTo>
                    <a:pt x="41137" y="6895"/>
                  </a:lnTo>
                  <a:lnTo>
                    <a:pt x="41127" y="6893"/>
                  </a:lnTo>
                  <a:lnTo>
                    <a:pt x="41123" y="6892"/>
                  </a:lnTo>
                  <a:lnTo>
                    <a:pt x="41117" y="6890"/>
                  </a:lnTo>
                  <a:lnTo>
                    <a:pt x="41112" y="6890"/>
                  </a:lnTo>
                  <a:lnTo>
                    <a:pt x="41108" y="6892"/>
                  </a:lnTo>
                  <a:lnTo>
                    <a:pt x="41102" y="6896"/>
                  </a:lnTo>
                  <a:lnTo>
                    <a:pt x="41102" y="6902"/>
                  </a:lnTo>
                  <a:lnTo>
                    <a:pt x="41106" y="6903"/>
                  </a:lnTo>
                  <a:lnTo>
                    <a:pt x="41112" y="6902"/>
                  </a:lnTo>
                  <a:lnTo>
                    <a:pt x="41118" y="6901"/>
                  </a:lnTo>
                  <a:lnTo>
                    <a:pt x="41124" y="6901"/>
                  </a:lnTo>
                  <a:lnTo>
                    <a:pt x="41129" y="6902"/>
                  </a:lnTo>
                  <a:lnTo>
                    <a:pt x="41135" y="6902"/>
                  </a:lnTo>
                  <a:lnTo>
                    <a:pt x="41142" y="6901"/>
                  </a:lnTo>
                  <a:lnTo>
                    <a:pt x="41149" y="6897"/>
                  </a:lnTo>
                  <a:lnTo>
                    <a:pt x="41156" y="6900"/>
                  </a:lnTo>
                  <a:lnTo>
                    <a:pt x="41163" y="6899"/>
                  </a:lnTo>
                  <a:lnTo>
                    <a:pt x="41173" y="6898"/>
                  </a:lnTo>
                  <a:lnTo>
                    <a:pt x="41179" y="6897"/>
                  </a:lnTo>
                  <a:lnTo>
                    <a:pt x="41184" y="6896"/>
                  </a:lnTo>
                  <a:lnTo>
                    <a:pt x="41186" y="6892"/>
                  </a:lnTo>
                  <a:lnTo>
                    <a:pt x="41182" y="6888"/>
                  </a:lnTo>
                  <a:lnTo>
                    <a:pt x="41178" y="6888"/>
                  </a:lnTo>
                  <a:lnTo>
                    <a:pt x="41173" y="6890"/>
                  </a:lnTo>
                  <a:lnTo>
                    <a:pt x="41168" y="6888"/>
                  </a:lnTo>
                  <a:lnTo>
                    <a:pt x="41169" y="6882"/>
                  </a:lnTo>
                  <a:lnTo>
                    <a:pt x="41170" y="6875"/>
                  </a:lnTo>
                  <a:lnTo>
                    <a:pt x="41174" y="6874"/>
                  </a:lnTo>
                  <a:lnTo>
                    <a:pt x="41178" y="6871"/>
                  </a:lnTo>
                  <a:lnTo>
                    <a:pt x="41185" y="6869"/>
                  </a:lnTo>
                  <a:lnTo>
                    <a:pt x="41189" y="6869"/>
                  </a:lnTo>
                  <a:lnTo>
                    <a:pt x="41197" y="6870"/>
                  </a:lnTo>
                  <a:lnTo>
                    <a:pt x="41206" y="6873"/>
                  </a:lnTo>
                  <a:lnTo>
                    <a:pt x="41209" y="6880"/>
                  </a:lnTo>
                  <a:lnTo>
                    <a:pt x="41212" y="6883"/>
                  </a:lnTo>
                  <a:lnTo>
                    <a:pt x="41217" y="6883"/>
                  </a:lnTo>
                  <a:lnTo>
                    <a:pt x="41226" y="6884"/>
                  </a:lnTo>
                  <a:lnTo>
                    <a:pt x="41235" y="6881"/>
                  </a:lnTo>
                  <a:lnTo>
                    <a:pt x="41248" y="6877"/>
                  </a:lnTo>
                  <a:lnTo>
                    <a:pt x="41257" y="6880"/>
                  </a:lnTo>
                  <a:lnTo>
                    <a:pt x="41271" y="6880"/>
                  </a:lnTo>
                  <a:lnTo>
                    <a:pt x="41277" y="6879"/>
                  </a:lnTo>
                  <a:lnTo>
                    <a:pt x="41282" y="6878"/>
                  </a:lnTo>
                  <a:lnTo>
                    <a:pt x="41288" y="6875"/>
                  </a:lnTo>
                  <a:lnTo>
                    <a:pt x="41294" y="6873"/>
                  </a:lnTo>
                  <a:lnTo>
                    <a:pt x="41304" y="6872"/>
                  </a:lnTo>
                  <a:lnTo>
                    <a:pt x="41313" y="6871"/>
                  </a:lnTo>
                  <a:lnTo>
                    <a:pt x="41352" y="6871"/>
                  </a:lnTo>
                  <a:lnTo>
                    <a:pt x="41376" y="6870"/>
                  </a:lnTo>
                  <a:lnTo>
                    <a:pt x="41380" y="6871"/>
                  </a:lnTo>
                  <a:lnTo>
                    <a:pt x="41385" y="6872"/>
                  </a:lnTo>
                  <a:lnTo>
                    <a:pt x="41390" y="6873"/>
                  </a:lnTo>
                  <a:lnTo>
                    <a:pt x="41397" y="6874"/>
                  </a:lnTo>
                  <a:lnTo>
                    <a:pt x="41428" y="6875"/>
                  </a:lnTo>
                  <a:lnTo>
                    <a:pt x="41438" y="6874"/>
                  </a:lnTo>
                  <a:lnTo>
                    <a:pt x="41453" y="6872"/>
                  </a:lnTo>
                  <a:lnTo>
                    <a:pt x="41488" y="6870"/>
                  </a:lnTo>
                  <a:lnTo>
                    <a:pt x="41507" y="6869"/>
                  </a:lnTo>
                  <a:lnTo>
                    <a:pt x="41531" y="6866"/>
                  </a:lnTo>
                  <a:lnTo>
                    <a:pt x="41555" y="6863"/>
                  </a:lnTo>
                  <a:lnTo>
                    <a:pt x="41618" y="6857"/>
                  </a:lnTo>
                  <a:lnTo>
                    <a:pt x="41649" y="6856"/>
                  </a:lnTo>
                  <a:lnTo>
                    <a:pt x="41669" y="6852"/>
                  </a:lnTo>
                  <a:lnTo>
                    <a:pt x="41713" y="6846"/>
                  </a:lnTo>
                  <a:lnTo>
                    <a:pt x="41743" y="6842"/>
                  </a:lnTo>
                  <a:lnTo>
                    <a:pt x="41757" y="6841"/>
                  </a:lnTo>
                  <a:lnTo>
                    <a:pt x="41762" y="6841"/>
                  </a:lnTo>
                  <a:lnTo>
                    <a:pt x="41768" y="6844"/>
                  </a:lnTo>
                  <a:lnTo>
                    <a:pt x="41774" y="6845"/>
                  </a:lnTo>
                  <a:lnTo>
                    <a:pt x="41779" y="6844"/>
                  </a:lnTo>
                  <a:lnTo>
                    <a:pt x="41784" y="6843"/>
                  </a:lnTo>
                  <a:lnTo>
                    <a:pt x="41805" y="6838"/>
                  </a:lnTo>
                  <a:lnTo>
                    <a:pt x="41828" y="6834"/>
                  </a:lnTo>
                  <a:lnTo>
                    <a:pt x="41877" y="6824"/>
                  </a:lnTo>
                  <a:lnTo>
                    <a:pt x="41901" y="6819"/>
                  </a:lnTo>
                  <a:lnTo>
                    <a:pt x="41910" y="6817"/>
                  </a:lnTo>
                  <a:lnTo>
                    <a:pt x="41957" y="6808"/>
                  </a:lnTo>
                  <a:lnTo>
                    <a:pt x="42033" y="6795"/>
                  </a:lnTo>
                  <a:lnTo>
                    <a:pt x="42059" y="6789"/>
                  </a:lnTo>
                  <a:lnTo>
                    <a:pt x="42101" y="6767"/>
                  </a:lnTo>
                  <a:lnTo>
                    <a:pt x="42135" y="6742"/>
                  </a:lnTo>
                  <a:lnTo>
                    <a:pt x="42164" y="6721"/>
                  </a:lnTo>
                  <a:lnTo>
                    <a:pt x="42189" y="6703"/>
                  </a:lnTo>
                  <a:lnTo>
                    <a:pt x="42223" y="6676"/>
                  </a:lnTo>
                  <a:lnTo>
                    <a:pt x="42233" y="6663"/>
                  </a:lnTo>
                  <a:lnTo>
                    <a:pt x="42243" y="6648"/>
                  </a:lnTo>
                  <a:lnTo>
                    <a:pt x="42267" y="6615"/>
                  </a:lnTo>
                  <a:lnTo>
                    <a:pt x="42278" y="6598"/>
                  </a:lnTo>
                  <a:lnTo>
                    <a:pt x="42289" y="6568"/>
                  </a:lnTo>
                  <a:lnTo>
                    <a:pt x="42293" y="6555"/>
                  </a:lnTo>
                  <a:lnTo>
                    <a:pt x="42296" y="6546"/>
                  </a:lnTo>
                  <a:lnTo>
                    <a:pt x="42296" y="6532"/>
                  </a:lnTo>
                  <a:lnTo>
                    <a:pt x="42297" y="6517"/>
                  </a:lnTo>
                  <a:lnTo>
                    <a:pt x="42300" y="6513"/>
                  </a:lnTo>
                  <a:lnTo>
                    <a:pt x="42306" y="6517"/>
                  </a:lnTo>
                  <a:lnTo>
                    <a:pt x="42311" y="6527"/>
                  </a:lnTo>
                  <a:lnTo>
                    <a:pt x="42321" y="6554"/>
                  </a:lnTo>
                  <a:lnTo>
                    <a:pt x="42326" y="6565"/>
                  </a:lnTo>
                  <a:lnTo>
                    <a:pt x="42336" y="6587"/>
                  </a:lnTo>
                  <a:lnTo>
                    <a:pt x="42338" y="6591"/>
                  </a:lnTo>
                  <a:lnTo>
                    <a:pt x="42345" y="6600"/>
                  </a:lnTo>
                  <a:lnTo>
                    <a:pt x="42349" y="6606"/>
                  </a:lnTo>
                  <a:lnTo>
                    <a:pt x="42361" y="6625"/>
                  </a:lnTo>
                  <a:lnTo>
                    <a:pt x="42368" y="6639"/>
                  </a:lnTo>
                  <a:lnTo>
                    <a:pt x="42376" y="6655"/>
                  </a:lnTo>
                  <a:lnTo>
                    <a:pt x="42385" y="6670"/>
                  </a:lnTo>
                  <a:lnTo>
                    <a:pt x="42391" y="6680"/>
                  </a:lnTo>
                  <a:lnTo>
                    <a:pt x="42401" y="6694"/>
                  </a:lnTo>
                  <a:lnTo>
                    <a:pt x="42409" y="6705"/>
                  </a:lnTo>
                  <a:lnTo>
                    <a:pt x="42441" y="6748"/>
                  </a:lnTo>
                  <a:lnTo>
                    <a:pt x="42470" y="6781"/>
                  </a:lnTo>
                  <a:lnTo>
                    <a:pt x="42527" y="6840"/>
                  </a:lnTo>
                  <a:lnTo>
                    <a:pt x="42573" y="6881"/>
                  </a:lnTo>
                  <a:lnTo>
                    <a:pt x="42605" y="6910"/>
                  </a:lnTo>
                  <a:lnTo>
                    <a:pt x="42611" y="6914"/>
                  </a:lnTo>
                  <a:lnTo>
                    <a:pt x="42631" y="6930"/>
                  </a:lnTo>
                  <a:lnTo>
                    <a:pt x="42649" y="6943"/>
                  </a:lnTo>
                  <a:lnTo>
                    <a:pt x="42672" y="6960"/>
                  </a:lnTo>
                  <a:lnTo>
                    <a:pt x="42710" y="6984"/>
                  </a:lnTo>
                  <a:lnTo>
                    <a:pt x="42733" y="6995"/>
                  </a:lnTo>
                  <a:lnTo>
                    <a:pt x="42767" y="7013"/>
                  </a:lnTo>
                  <a:lnTo>
                    <a:pt x="42809" y="7036"/>
                  </a:lnTo>
                  <a:lnTo>
                    <a:pt x="42830" y="7045"/>
                  </a:lnTo>
                  <a:lnTo>
                    <a:pt x="42860" y="7057"/>
                  </a:lnTo>
                  <a:lnTo>
                    <a:pt x="42878" y="7067"/>
                  </a:lnTo>
                  <a:lnTo>
                    <a:pt x="42890" y="7072"/>
                  </a:lnTo>
                  <a:lnTo>
                    <a:pt x="42973" y="7113"/>
                  </a:lnTo>
                  <a:lnTo>
                    <a:pt x="43114" y="7453"/>
                  </a:lnTo>
                  <a:lnTo>
                    <a:pt x="43114" y="7489"/>
                  </a:lnTo>
                  <a:lnTo>
                    <a:pt x="43079" y="7517"/>
                  </a:lnTo>
                  <a:lnTo>
                    <a:pt x="43053" y="7488"/>
                  </a:lnTo>
                  <a:lnTo>
                    <a:pt x="43005" y="7508"/>
                  </a:lnTo>
                  <a:lnTo>
                    <a:pt x="42987" y="7659"/>
                  </a:lnTo>
                  <a:lnTo>
                    <a:pt x="43026" y="7894"/>
                  </a:lnTo>
                  <a:lnTo>
                    <a:pt x="43003" y="7985"/>
                  </a:lnTo>
                  <a:lnTo>
                    <a:pt x="42984" y="8060"/>
                  </a:lnTo>
                  <a:lnTo>
                    <a:pt x="43145" y="8266"/>
                  </a:lnTo>
                  <a:lnTo>
                    <a:pt x="43198" y="8238"/>
                  </a:lnTo>
                  <a:lnTo>
                    <a:pt x="43175" y="7851"/>
                  </a:lnTo>
                  <a:lnTo>
                    <a:pt x="43197" y="7620"/>
                  </a:lnTo>
                  <a:lnTo>
                    <a:pt x="43210" y="7614"/>
                  </a:lnTo>
                  <a:lnTo>
                    <a:pt x="43299" y="7667"/>
                  </a:lnTo>
                  <a:lnTo>
                    <a:pt x="43518" y="7909"/>
                  </a:lnTo>
                  <a:lnTo>
                    <a:pt x="43629" y="8031"/>
                  </a:lnTo>
                  <a:lnTo>
                    <a:pt x="43635" y="8093"/>
                  </a:lnTo>
                  <a:lnTo>
                    <a:pt x="43700" y="8170"/>
                  </a:lnTo>
                  <a:lnTo>
                    <a:pt x="44131" y="8540"/>
                  </a:lnTo>
                  <a:lnTo>
                    <a:pt x="44229" y="8594"/>
                  </a:lnTo>
                  <a:lnTo>
                    <a:pt x="44524" y="8661"/>
                  </a:lnTo>
                  <a:lnTo>
                    <a:pt x="45026" y="8616"/>
                  </a:lnTo>
                  <a:lnTo>
                    <a:pt x="45189" y="8564"/>
                  </a:lnTo>
                  <a:lnTo>
                    <a:pt x="45385" y="8561"/>
                  </a:lnTo>
                  <a:lnTo>
                    <a:pt x="45489" y="8623"/>
                  </a:lnTo>
                  <a:lnTo>
                    <a:pt x="45613" y="8650"/>
                  </a:lnTo>
                  <a:lnTo>
                    <a:pt x="45830" y="8607"/>
                  </a:lnTo>
                  <a:lnTo>
                    <a:pt x="45884" y="8688"/>
                  </a:lnTo>
                  <a:lnTo>
                    <a:pt x="45873" y="8712"/>
                  </a:lnTo>
                  <a:lnTo>
                    <a:pt x="45781" y="8768"/>
                  </a:lnTo>
                  <a:lnTo>
                    <a:pt x="45764" y="8803"/>
                  </a:lnTo>
                  <a:lnTo>
                    <a:pt x="45741" y="9030"/>
                  </a:lnTo>
                  <a:lnTo>
                    <a:pt x="45749" y="9104"/>
                  </a:lnTo>
                  <a:lnTo>
                    <a:pt x="45772" y="9149"/>
                  </a:lnTo>
                  <a:lnTo>
                    <a:pt x="45774" y="9153"/>
                  </a:lnTo>
                  <a:lnTo>
                    <a:pt x="45886" y="9285"/>
                  </a:lnTo>
                  <a:lnTo>
                    <a:pt x="45888" y="9349"/>
                  </a:lnTo>
                  <a:lnTo>
                    <a:pt x="45856" y="9473"/>
                  </a:lnTo>
                  <a:lnTo>
                    <a:pt x="45849" y="9512"/>
                  </a:lnTo>
                  <a:lnTo>
                    <a:pt x="45897" y="9774"/>
                  </a:lnTo>
                  <a:lnTo>
                    <a:pt x="45965" y="9860"/>
                  </a:lnTo>
                  <a:lnTo>
                    <a:pt x="46449" y="9537"/>
                  </a:lnTo>
                  <a:lnTo>
                    <a:pt x="46516" y="9408"/>
                  </a:lnTo>
                  <a:lnTo>
                    <a:pt x="46581" y="9194"/>
                  </a:lnTo>
                  <a:lnTo>
                    <a:pt x="46583" y="9184"/>
                  </a:lnTo>
                  <a:lnTo>
                    <a:pt x="46605" y="9047"/>
                  </a:lnTo>
                  <a:lnTo>
                    <a:pt x="46608" y="9029"/>
                  </a:lnTo>
                  <a:lnTo>
                    <a:pt x="46588" y="8940"/>
                  </a:lnTo>
                  <a:lnTo>
                    <a:pt x="46548" y="8896"/>
                  </a:lnTo>
                  <a:lnTo>
                    <a:pt x="46489" y="8884"/>
                  </a:lnTo>
                  <a:lnTo>
                    <a:pt x="46377" y="8651"/>
                  </a:lnTo>
                  <a:lnTo>
                    <a:pt x="46425" y="8512"/>
                  </a:lnTo>
                  <a:lnTo>
                    <a:pt x="46459" y="8222"/>
                  </a:lnTo>
                  <a:lnTo>
                    <a:pt x="46454" y="8077"/>
                  </a:lnTo>
                  <a:lnTo>
                    <a:pt x="46377" y="7992"/>
                  </a:lnTo>
                  <a:lnTo>
                    <a:pt x="46296" y="7840"/>
                  </a:lnTo>
                  <a:lnTo>
                    <a:pt x="46298" y="7788"/>
                  </a:lnTo>
                  <a:lnTo>
                    <a:pt x="46355" y="7722"/>
                  </a:lnTo>
                  <a:lnTo>
                    <a:pt x="46837" y="7789"/>
                  </a:lnTo>
                  <a:lnTo>
                    <a:pt x="47068" y="7999"/>
                  </a:lnTo>
                  <a:lnTo>
                    <a:pt x="47119" y="8094"/>
                  </a:lnTo>
                  <a:lnTo>
                    <a:pt x="47191" y="8228"/>
                  </a:lnTo>
                  <a:lnTo>
                    <a:pt x="47199" y="8311"/>
                  </a:lnTo>
                  <a:lnTo>
                    <a:pt x="47151" y="8398"/>
                  </a:lnTo>
                  <a:lnTo>
                    <a:pt x="47121" y="8528"/>
                  </a:lnTo>
                  <a:lnTo>
                    <a:pt x="47211" y="9187"/>
                  </a:lnTo>
                  <a:lnTo>
                    <a:pt x="47319" y="9329"/>
                  </a:lnTo>
                  <a:lnTo>
                    <a:pt x="47571" y="9474"/>
                  </a:lnTo>
                  <a:lnTo>
                    <a:pt x="47636" y="9538"/>
                  </a:lnTo>
                  <a:lnTo>
                    <a:pt x="47647" y="9549"/>
                  </a:lnTo>
                  <a:lnTo>
                    <a:pt x="47683" y="9586"/>
                  </a:lnTo>
                  <a:lnTo>
                    <a:pt x="47680" y="9606"/>
                  </a:lnTo>
                  <a:lnTo>
                    <a:pt x="47661" y="9624"/>
                  </a:lnTo>
                  <a:lnTo>
                    <a:pt x="47558" y="9641"/>
                  </a:lnTo>
                  <a:lnTo>
                    <a:pt x="47433" y="9670"/>
                  </a:lnTo>
                  <a:lnTo>
                    <a:pt x="47316" y="9753"/>
                  </a:lnTo>
                  <a:lnTo>
                    <a:pt x="47266" y="9807"/>
                  </a:lnTo>
                  <a:lnTo>
                    <a:pt x="47265" y="9820"/>
                  </a:lnTo>
                  <a:lnTo>
                    <a:pt x="47284" y="9849"/>
                  </a:lnTo>
                  <a:lnTo>
                    <a:pt x="47261" y="9885"/>
                  </a:lnTo>
                  <a:lnTo>
                    <a:pt x="47225" y="9919"/>
                  </a:lnTo>
                  <a:lnTo>
                    <a:pt x="47130" y="10008"/>
                  </a:lnTo>
                  <a:lnTo>
                    <a:pt x="47045" y="10088"/>
                  </a:lnTo>
                  <a:lnTo>
                    <a:pt x="47038" y="10142"/>
                  </a:lnTo>
                  <a:lnTo>
                    <a:pt x="47113" y="10245"/>
                  </a:lnTo>
                  <a:lnTo>
                    <a:pt x="47154" y="10363"/>
                  </a:lnTo>
                  <a:lnTo>
                    <a:pt x="47176" y="10424"/>
                  </a:lnTo>
                  <a:lnTo>
                    <a:pt x="47168" y="10465"/>
                  </a:lnTo>
                  <a:lnTo>
                    <a:pt x="47139" y="10522"/>
                  </a:lnTo>
                  <a:lnTo>
                    <a:pt x="47135" y="10523"/>
                  </a:lnTo>
                  <a:lnTo>
                    <a:pt x="47120" y="10640"/>
                  </a:lnTo>
                  <a:lnTo>
                    <a:pt x="47119" y="10645"/>
                  </a:lnTo>
                  <a:lnTo>
                    <a:pt x="47117" y="10660"/>
                  </a:lnTo>
                  <a:lnTo>
                    <a:pt x="47101" y="10801"/>
                  </a:lnTo>
                  <a:lnTo>
                    <a:pt x="47120" y="10776"/>
                  </a:lnTo>
                  <a:lnTo>
                    <a:pt x="47153" y="10689"/>
                  </a:lnTo>
                  <a:lnTo>
                    <a:pt x="47244" y="10623"/>
                  </a:lnTo>
                  <a:lnTo>
                    <a:pt x="47249" y="10622"/>
                  </a:lnTo>
                  <a:lnTo>
                    <a:pt x="47316" y="10610"/>
                  </a:lnTo>
                  <a:lnTo>
                    <a:pt x="47356" y="10602"/>
                  </a:lnTo>
                  <a:lnTo>
                    <a:pt x="47404" y="10620"/>
                  </a:lnTo>
                  <a:lnTo>
                    <a:pt x="47425" y="10692"/>
                  </a:lnTo>
                  <a:lnTo>
                    <a:pt x="47415" y="10742"/>
                  </a:lnTo>
                  <a:lnTo>
                    <a:pt x="47373" y="10801"/>
                  </a:lnTo>
                  <a:lnTo>
                    <a:pt x="47419" y="10982"/>
                  </a:lnTo>
                  <a:lnTo>
                    <a:pt x="47501" y="11013"/>
                  </a:lnTo>
                  <a:lnTo>
                    <a:pt x="47509" y="10999"/>
                  </a:lnTo>
                  <a:lnTo>
                    <a:pt x="47517" y="10984"/>
                  </a:lnTo>
                  <a:lnTo>
                    <a:pt x="47604" y="10817"/>
                  </a:lnTo>
                  <a:lnTo>
                    <a:pt x="47471" y="10526"/>
                  </a:lnTo>
                  <a:lnTo>
                    <a:pt x="47341" y="10428"/>
                  </a:lnTo>
                  <a:lnTo>
                    <a:pt x="47236" y="10452"/>
                  </a:lnTo>
                  <a:lnTo>
                    <a:pt x="47229" y="10454"/>
                  </a:lnTo>
                  <a:lnTo>
                    <a:pt x="47210" y="10443"/>
                  </a:lnTo>
                  <a:lnTo>
                    <a:pt x="47203" y="10401"/>
                  </a:lnTo>
                  <a:lnTo>
                    <a:pt x="47158" y="10149"/>
                  </a:lnTo>
                  <a:lnTo>
                    <a:pt x="47175" y="10126"/>
                  </a:lnTo>
                  <a:lnTo>
                    <a:pt x="47415" y="9801"/>
                  </a:lnTo>
                  <a:lnTo>
                    <a:pt x="47472" y="9761"/>
                  </a:lnTo>
                  <a:lnTo>
                    <a:pt x="47524" y="9725"/>
                  </a:lnTo>
                  <a:lnTo>
                    <a:pt x="47864" y="9736"/>
                  </a:lnTo>
                  <a:lnTo>
                    <a:pt x="48091" y="9764"/>
                  </a:lnTo>
                  <a:lnTo>
                    <a:pt x="48127" y="9755"/>
                  </a:lnTo>
                  <a:lnTo>
                    <a:pt x="48170" y="9728"/>
                  </a:lnTo>
                  <a:lnTo>
                    <a:pt x="48198" y="9726"/>
                  </a:lnTo>
                  <a:lnTo>
                    <a:pt x="48227" y="9726"/>
                  </a:lnTo>
                  <a:lnTo>
                    <a:pt x="48262" y="9747"/>
                  </a:lnTo>
                  <a:lnTo>
                    <a:pt x="48356" y="9845"/>
                  </a:lnTo>
                  <a:lnTo>
                    <a:pt x="48440" y="9917"/>
                  </a:lnTo>
                  <a:lnTo>
                    <a:pt x="48450" y="9923"/>
                  </a:lnTo>
                  <a:lnTo>
                    <a:pt x="48460" y="9923"/>
                  </a:lnTo>
                  <a:lnTo>
                    <a:pt x="48469" y="9919"/>
                  </a:lnTo>
                  <a:lnTo>
                    <a:pt x="48473" y="9914"/>
                  </a:lnTo>
                  <a:lnTo>
                    <a:pt x="48473" y="9907"/>
                  </a:lnTo>
                  <a:lnTo>
                    <a:pt x="48375" y="9753"/>
                  </a:lnTo>
                  <a:lnTo>
                    <a:pt x="48326" y="9667"/>
                  </a:lnTo>
                  <a:lnTo>
                    <a:pt x="48268" y="9655"/>
                  </a:lnTo>
                  <a:lnTo>
                    <a:pt x="48226" y="9597"/>
                  </a:lnTo>
                  <a:lnTo>
                    <a:pt x="48310" y="9480"/>
                  </a:lnTo>
                  <a:lnTo>
                    <a:pt x="48390" y="9368"/>
                  </a:lnTo>
                  <a:lnTo>
                    <a:pt x="48507" y="9312"/>
                  </a:lnTo>
                  <a:lnTo>
                    <a:pt x="48640" y="9214"/>
                  </a:lnTo>
                  <a:lnTo>
                    <a:pt x="48775" y="8978"/>
                  </a:lnTo>
                  <a:lnTo>
                    <a:pt x="48795" y="8883"/>
                  </a:lnTo>
                  <a:lnTo>
                    <a:pt x="48686" y="8776"/>
                  </a:lnTo>
                  <a:lnTo>
                    <a:pt x="48604" y="8529"/>
                  </a:lnTo>
                  <a:lnTo>
                    <a:pt x="48648" y="8504"/>
                  </a:lnTo>
                  <a:lnTo>
                    <a:pt x="48750" y="8571"/>
                  </a:lnTo>
                  <a:lnTo>
                    <a:pt x="48817" y="8653"/>
                  </a:lnTo>
                  <a:lnTo>
                    <a:pt x="48860" y="8652"/>
                  </a:lnTo>
                  <a:lnTo>
                    <a:pt x="49017" y="8580"/>
                  </a:lnTo>
                  <a:lnTo>
                    <a:pt x="49082" y="8510"/>
                  </a:lnTo>
                  <a:lnTo>
                    <a:pt x="49112" y="8457"/>
                  </a:lnTo>
                  <a:lnTo>
                    <a:pt x="49138" y="8412"/>
                  </a:lnTo>
                  <a:lnTo>
                    <a:pt x="49193" y="8238"/>
                  </a:lnTo>
                  <a:lnTo>
                    <a:pt x="49205" y="7899"/>
                  </a:lnTo>
                  <a:lnTo>
                    <a:pt x="49189" y="7872"/>
                  </a:lnTo>
                  <a:lnTo>
                    <a:pt x="49170" y="7885"/>
                  </a:lnTo>
                  <a:lnTo>
                    <a:pt x="48981" y="7829"/>
                  </a:lnTo>
                  <a:lnTo>
                    <a:pt x="48858" y="7698"/>
                  </a:lnTo>
                  <a:lnTo>
                    <a:pt x="48773" y="7541"/>
                  </a:lnTo>
                  <a:lnTo>
                    <a:pt x="48818" y="7524"/>
                  </a:lnTo>
                  <a:lnTo>
                    <a:pt x="49150" y="7556"/>
                  </a:lnTo>
                  <a:lnTo>
                    <a:pt x="49319" y="7606"/>
                  </a:lnTo>
                  <a:lnTo>
                    <a:pt x="49378" y="7676"/>
                  </a:lnTo>
                  <a:lnTo>
                    <a:pt x="49395" y="7726"/>
                  </a:lnTo>
                  <a:lnTo>
                    <a:pt x="49514" y="7774"/>
                  </a:lnTo>
                  <a:lnTo>
                    <a:pt x="49761" y="7792"/>
                  </a:lnTo>
                  <a:lnTo>
                    <a:pt x="49909" y="7723"/>
                  </a:lnTo>
                  <a:lnTo>
                    <a:pt x="49958" y="7742"/>
                  </a:lnTo>
                  <a:lnTo>
                    <a:pt x="49983" y="7793"/>
                  </a:lnTo>
                  <a:lnTo>
                    <a:pt x="50191" y="7691"/>
                  </a:lnTo>
                  <a:lnTo>
                    <a:pt x="50273" y="7703"/>
                  </a:lnTo>
                  <a:lnTo>
                    <a:pt x="50583" y="7745"/>
                  </a:lnTo>
                  <a:lnTo>
                    <a:pt x="50659" y="7755"/>
                  </a:lnTo>
                  <a:lnTo>
                    <a:pt x="50730" y="7717"/>
                  </a:lnTo>
                  <a:lnTo>
                    <a:pt x="50796" y="7617"/>
                  </a:lnTo>
                  <a:lnTo>
                    <a:pt x="50799" y="7560"/>
                  </a:lnTo>
                  <a:lnTo>
                    <a:pt x="50846" y="7515"/>
                  </a:lnTo>
                  <a:lnTo>
                    <a:pt x="51168" y="7370"/>
                  </a:lnTo>
                  <a:lnTo>
                    <a:pt x="51396" y="7575"/>
                  </a:lnTo>
                  <a:lnTo>
                    <a:pt x="51418" y="7630"/>
                  </a:lnTo>
                  <a:lnTo>
                    <a:pt x="51369" y="7708"/>
                  </a:lnTo>
                  <a:lnTo>
                    <a:pt x="51373" y="7737"/>
                  </a:lnTo>
                  <a:lnTo>
                    <a:pt x="51593" y="8075"/>
                  </a:lnTo>
                  <a:lnTo>
                    <a:pt x="51679" y="8161"/>
                  </a:lnTo>
                  <a:lnTo>
                    <a:pt x="51691" y="8224"/>
                  </a:lnTo>
                  <a:lnTo>
                    <a:pt x="51594" y="8356"/>
                  </a:lnTo>
                  <a:lnTo>
                    <a:pt x="51669" y="8481"/>
                  </a:lnTo>
                  <a:lnTo>
                    <a:pt x="51754" y="8595"/>
                  </a:lnTo>
                  <a:lnTo>
                    <a:pt x="51931" y="8829"/>
                  </a:lnTo>
                  <a:lnTo>
                    <a:pt x="52066" y="9008"/>
                  </a:lnTo>
                  <a:lnTo>
                    <a:pt x="52168" y="9109"/>
                  </a:lnTo>
                  <a:lnTo>
                    <a:pt x="52557" y="9420"/>
                  </a:lnTo>
                  <a:lnTo>
                    <a:pt x="52982" y="9655"/>
                  </a:lnTo>
                  <a:lnTo>
                    <a:pt x="53006" y="9663"/>
                  </a:lnTo>
                  <a:lnTo>
                    <a:pt x="53058" y="9681"/>
                  </a:lnTo>
                  <a:lnTo>
                    <a:pt x="53203" y="9731"/>
                  </a:lnTo>
                  <a:lnTo>
                    <a:pt x="53392" y="9765"/>
                  </a:lnTo>
                  <a:lnTo>
                    <a:pt x="53716" y="9748"/>
                  </a:lnTo>
                  <a:lnTo>
                    <a:pt x="54001" y="9664"/>
                  </a:lnTo>
                  <a:lnTo>
                    <a:pt x="54151" y="9599"/>
                  </a:lnTo>
                  <a:lnTo>
                    <a:pt x="54181" y="9563"/>
                  </a:lnTo>
                  <a:lnTo>
                    <a:pt x="54191" y="9469"/>
                  </a:lnTo>
                  <a:lnTo>
                    <a:pt x="54171" y="9429"/>
                  </a:lnTo>
                  <a:lnTo>
                    <a:pt x="54094" y="9398"/>
                  </a:lnTo>
                  <a:lnTo>
                    <a:pt x="54101" y="9383"/>
                  </a:lnTo>
                  <a:lnTo>
                    <a:pt x="54118" y="9343"/>
                  </a:lnTo>
                  <a:lnTo>
                    <a:pt x="54127" y="9348"/>
                  </a:lnTo>
                  <a:lnTo>
                    <a:pt x="54135" y="9352"/>
                  </a:lnTo>
                  <a:lnTo>
                    <a:pt x="54256" y="9418"/>
                  </a:lnTo>
                  <a:lnTo>
                    <a:pt x="54282" y="9433"/>
                  </a:lnTo>
                  <a:lnTo>
                    <a:pt x="54291" y="9515"/>
                  </a:lnTo>
                  <a:lnTo>
                    <a:pt x="54245" y="9583"/>
                  </a:lnTo>
                  <a:lnTo>
                    <a:pt x="54007" y="9774"/>
                  </a:lnTo>
                  <a:lnTo>
                    <a:pt x="53682" y="9948"/>
                  </a:lnTo>
                  <a:lnTo>
                    <a:pt x="53601" y="9948"/>
                  </a:lnTo>
                  <a:lnTo>
                    <a:pt x="53190" y="9758"/>
                  </a:lnTo>
                  <a:lnTo>
                    <a:pt x="53117" y="9743"/>
                  </a:lnTo>
                  <a:lnTo>
                    <a:pt x="53097" y="9752"/>
                  </a:lnTo>
                  <a:lnTo>
                    <a:pt x="53055" y="9769"/>
                  </a:lnTo>
                  <a:lnTo>
                    <a:pt x="53000" y="9801"/>
                  </a:lnTo>
                  <a:lnTo>
                    <a:pt x="52822" y="10069"/>
                  </a:lnTo>
                  <a:lnTo>
                    <a:pt x="52758" y="10199"/>
                  </a:lnTo>
                  <a:lnTo>
                    <a:pt x="52512" y="10437"/>
                  </a:lnTo>
                  <a:lnTo>
                    <a:pt x="52346" y="10441"/>
                  </a:lnTo>
                  <a:lnTo>
                    <a:pt x="52325" y="10445"/>
                  </a:lnTo>
                  <a:lnTo>
                    <a:pt x="52311" y="10448"/>
                  </a:lnTo>
                  <a:lnTo>
                    <a:pt x="52296" y="10437"/>
                  </a:lnTo>
                  <a:lnTo>
                    <a:pt x="52257" y="10432"/>
                  </a:lnTo>
                  <a:lnTo>
                    <a:pt x="52091" y="10492"/>
                  </a:lnTo>
                  <a:lnTo>
                    <a:pt x="52086" y="10494"/>
                  </a:lnTo>
                  <a:lnTo>
                    <a:pt x="51869" y="10676"/>
                  </a:lnTo>
                  <a:lnTo>
                    <a:pt x="51860" y="10704"/>
                  </a:lnTo>
                  <a:lnTo>
                    <a:pt x="51861" y="10710"/>
                  </a:lnTo>
                  <a:lnTo>
                    <a:pt x="51865" y="10738"/>
                  </a:lnTo>
                  <a:lnTo>
                    <a:pt x="52096" y="11004"/>
                  </a:lnTo>
                  <a:lnTo>
                    <a:pt x="52114" y="11025"/>
                  </a:lnTo>
                  <a:lnTo>
                    <a:pt x="52156" y="11038"/>
                  </a:lnTo>
                  <a:lnTo>
                    <a:pt x="52400" y="11070"/>
                  </a:lnTo>
                  <a:lnTo>
                    <a:pt x="52563" y="11075"/>
                  </a:lnTo>
                  <a:lnTo>
                    <a:pt x="52767" y="11015"/>
                  </a:lnTo>
                  <a:lnTo>
                    <a:pt x="52911" y="11076"/>
                  </a:lnTo>
                  <a:lnTo>
                    <a:pt x="52957" y="11093"/>
                  </a:lnTo>
                  <a:lnTo>
                    <a:pt x="52981" y="11104"/>
                  </a:lnTo>
                  <a:lnTo>
                    <a:pt x="52987" y="11109"/>
                  </a:lnTo>
                  <a:lnTo>
                    <a:pt x="53112" y="11226"/>
                  </a:lnTo>
                  <a:lnTo>
                    <a:pt x="53199" y="11307"/>
                  </a:lnTo>
                  <a:lnTo>
                    <a:pt x="53200" y="11314"/>
                  </a:lnTo>
                  <a:lnTo>
                    <a:pt x="53227" y="11549"/>
                  </a:lnTo>
                  <a:lnTo>
                    <a:pt x="53322" y="11588"/>
                  </a:lnTo>
                  <a:lnTo>
                    <a:pt x="53334" y="11589"/>
                  </a:lnTo>
                  <a:lnTo>
                    <a:pt x="53334" y="11451"/>
                  </a:lnTo>
                  <a:lnTo>
                    <a:pt x="53322" y="11320"/>
                  </a:lnTo>
                  <a:lnTo>
                    <a:pt x="53256" y="11203"/>
                  </a:lnTo>
                  <a:lnTo>
                    <a:pt x="53184" y="10944"/>
                  </a:lnTo>
                  <a:lnTo>
                    <a:pt x="53158" y="10850"/>
                  </a:lnTo>
                  <a:lnTo>
                    <a:pt x="53168" y="10781"/>
                  </a:lnTo>
                  <a:lnTo>
                    <a:pt x="53168" y="10777"/>
                  </a:lnTo>
                  <a:lnTo>
                    <a:pt x="53220" y="10722"/>
                  </a:lnTo>
                  <a:lnTo>
                    <a:pt x="53290" y="10722"/>
                  </a:lnTo>
                  <a:lnTo>
                    <a:pt x="53573" y="10776"/>
                  </a:lnTo>
                  <a:lnTo>
                    <a:pt x="53695" y="10861"/>
                  </a:lnTo>
                  <a:lnTo>
                    <a:pt x="53678" y="10919"/>
                  </a:lnTo>
                  <a:lnTo>
                    <a:pt x="53664" y="10962"/>
                  </a:lnTo>
                  <a:lnTo>
                    <a:pt x="53679" y="11196"/>
                  </a:lnTo>
                  <a:lnTo>
                    <a:pt x="53683" y="11212"/>
                  </a:lnTo>
                  <a:lnTo>
                    <a:pt x="53690" y="11238"/>
                  </a:lnTo>
                  <a:lnTo>
                    <a:pt x="53718" y="11254"/>
                  </a:lnTo>
                  <a:lnTo>
                    <a:pt x="53751" y="11255"/>
                  </a:lnTo>
                  <a:lnTo>
                    <a:pt x="53728" y="10998"/>
                  </a:lnTo>
                  <a:lnTo>
                    <a:pt x="53762" y="10914"/>
                  </a:lnTo>
                  <a:lnTo>
                    <a:pt x="53817" y="10779"/>
                  </a:lnTo>
                  <a:lnTo>
                    <a:pt x="53828" y="10751"/>
                  </a:lnTo>
                  <a:lnTo>
                    <a:pt x="53845" y="10709"/>
                  </a:lnTo>
                  <a:lnTo>
                    <a:pt x="53847" y="10694"/>
                  </a:lnTo>
                  <a:lnTo>
                    <a:pt x="53819" y="10680"/>
                  </a:lnTo>
                  <a:lnTo>
                    <a:pt x="53803" y="10675"/>
                  </a:lnTo>
                  <a:lnTo>
                    <a:pt x="53636" y="10631"/>
                  </a:lnTo>
                  <a:lnTo>
                    <a:pt x="53629" y="10631"/>
                  </a:lnTo>
                  <a:lnTo>
                    <a:pt x="53426" y="10601"/>
                  </a:lnTo>
                  <a:lnTo>
                    <a:pt x="53417" y="10597"/>
                  </a:lnTo>
                  <a:lnTo>
                    <a:pt x="53354" y="10555"/>
                  </a:lnTo>
                  <a:lnTo>
                    <a:pt x="53207" y="10378"/>
                  </a:lnTo>
                  <a:lnTo>
                    <a:pt x="53171" y="10424"/>
                  </a:lnTo>
                  <a:lnTo>
                    <a:pt x="53142" y="10431"/>
                  </a:lnTo>
                  <a:lnTo>
                    <a:pt x="53110" y="10436"/>
                  </a:lnTo>
                  <a:lnTo>
                    <a:pt x="53090" y="10433"/>
                  </a:lnTo>
                  <a:lnTo>
                    <a:pt x="53056" y="10426"/>
                  </a:lnTo>
                  <a:lnTo>
                    <a:pt x="53007" y="10403"/>
                  </a:lnTo>
                  <a:lnTo>
                    <a:pt x="52949" y="10309"/>
                  </a:lnTo>
                  <a:lnTo>
                    <a:pt x="52993" y="10137"/>
                  </a:lnTo>
                  <a:lnTo>
                    <a:pt x="53010" y="10071"/>
                  </a:lnTo>
                  <a:lnTo>
                    <a:pt x="53034" y="9978"/>
                  </a:lnTo>
                  <a:lnTo>
                    <a:pt x="53166" y="9977"/>
                  </a:lnTo>
                  <a:lnTo>
                    <a:pt x="53316" y="10017"/>
                  </a:lnTo>
                  <a:lnTo>
                    <a:pt x="53398" y="10062"/>
                  </a:lnTo>
                  <a:lnTo>
                    <a:pt x="53475" y="10133"/>
                  </a:lnTo>
                  <a:lnTo>
                    <a:pt x="53612" y="10134"/>
                  </a:lnTo>
                  <a:lnTo>
                    <a:pt x="53816" y="10083"/>
                  </a:lnTo>
                  <a:lnTo>
                    <a:pt x="54001" y="9977"/>
                  </a:lnTo>
                  <a:lnTo>
                    <a:pt x="54210" y="9814"/>
                  </a:lnTo>
                  <a:lnTo>
                    <a:pt x="54301" y="9766"/>
                  </a:lnTo>
                  <a:lnTo>
                    <a:pt x="54344" y="9798"/>
                  </a:lnTo>
                  <a:lnTo>
                    <a:pt x="54412" y="9722"/>
                  </a:lnTo>
                  <a:lnTo>
                    <a:pt x="54342" y="9368"/>
                  </a:lnTo>
                  <a:lnTo>
                    <a:pt x="54234" y="9202"/>
                  </a:lnTo>
                  <a:lnTo>
                    <a:pt x="54186" y="9202"/>
                  </a:lnTo>
                  <a:lnTo>
                    <a:pt x="53971" y="9203"/>
                  </a:lnTo>
                  <a:lnTo>
                    <a:pt x="53921" y="9085"/>
                  </a:lnTo>
                  <a:lnTo>
                    <a:pt x="53819" y="8834"/>
                  </a:lnTo>
                  <a:lnTo>
                    <a:pt x="53973" y="8810"/>
                  </a:lnTo>
                  <a:lnTo>
                    <a:pt x="54085" y="8822"/>
                  </a:lnTo>
                  <a:lnTo>
                    <a:pt x="54181" y="9024"/>
                  </a:lnTo>
                  <a:lnTo>
                    <a:pt x="54210" y="9038"/>
                  </a:lnTo>
                  <a:lnTo>
                    <a:pt x="54389" y="8941"/>
                  </a:lnTo>
                  <a:lnTo>
                    <a:pt x="54391" y="8842"/>
                  </a:lnTo>
                  <a:lnTo>
                    <a:pt x="54408" y="8831"/>
                  </a:lnTo>
                  <a:lnTo>
                    <a:pt x="54649" y="8715"/>
                  </a:lnTo>
                  <a:lnTo>
                    <a:pt x="54914" y="8662"/>
                  </a:lnTo>
                  <a:lnTo>
                    <a:pt x="55242" y="8553"/>
                  </a:lnTo>
                  <a:lnTo>
                    <a:pt x="55287" y="8528"/>
                  </a:lnTo>
                  <a:lnTo>
                    <a:pt x="55450" y="8439"/>
                  </a:lnTo>
                  <a:lnTo>
                    <a:pt x="55497" y="8312"/>
                  </a:lnTo>
                  <a:lnTo>
                    <a:pt x="55480" y="8217"/>
                  </a:lnTo>
                  <a:lnTo>
                    <a:pt x="55518" y="8111"/>
                  </a:lnTo>
                  <a:lnTo>
                    <a:pt x="55600" y="8007"/>
                  </a:lnTo>
                  <a:lnTo>
                    <a:pt x="55761" y="7909"/>
                  </a:lnTo>
                  <a:lnTo>
                    <a:pt x="55997" y="7830"/>
                  </a:lnTo>
                  <a:lnTo>
                    <a:pt x="56268" y="7975"/>
                  </a:lnTo>
                  <a:lnTo>
                    <a:pt x="56588" y="8247"/>
                  </a:lnTo>
                  <a:lnTo>
                    <a:pt x="56612" y="8258"/>
                  </a:lnTo>
                  <a:lnTo>
                    <a:pt x="56618" y="8261"/>
                  </a:lnTo>
                  <a:lnTo>
                    <a:pt x="56669" y="8284"/>
                  </a:lnTo>
                  <a:lnTo>
                    <a:pt x="56676" y="8236"/>
                  </a:lnTo>
                  <a:lnTo>
                    <a:pt x="56869" y="8174"/>
                  </a:lnTo>
                  <a:lnTo>
                    <a:pt x="57202" y="8117"/>
                  </a:lnTo>
                  <a:lnTo>
                    <a:pt x="57384" y="8105"/>
                  </a:lnTo>
                  <a:lnTo>
                    <a:pt x="57492" y="8098"/>
                  </a:lnTo>
                  <a:lnTo>
                    <a:pt x="57761" y="8081"/>
                  </a:lnTo>
                  <a:lnTo>
                    <a:pt x="57934" y="8112"/>
                  </a:lnTo>
                  <a:lnTo>
                    <a:pt x="57977" y="8156"/>
                  </a:lnTo>
                  <a:lnTo>
                    <a:pt x="58000" y="8238"/>
                  </a:lnTo>
                  <a:lnTo>
                    <a:pt x="58019" y="8311"/>
                  </a:lnTo>
                  <a:lnTo>
                    <a:pt x="58029" y="8347"/>
                  </a:lnTo>
                  <a:lnTo>
                    <a:pt x="58027" y="8472"/>
                  </a:lnTo>
                  <a:lnTo>
                    <a:pt x="57985" y="8625"/>
                  </a:lnTo>
                  <a:lnTo>
                    <a:pt x="57961" y="8648"/>
                  </a:lnTo>
                  <a:lnTo>
                    <a:pt x="57858" y="8750"/>
                  </a:lnTo>
                  <a:lnTo>
                    <a:pt x="57860" y="8758"/>
                  </a:lnTo>
                  <a:lnTo>
                    <a:pt x="57864" y="8768"/>
                  </a:lnTo>
                  <a:lnTo>
                    <a:pt x="57875" y="8799"/>
                  </a:lnTo>
                  <a:lnTo>
                    <a:pt x="57883" y="8796"/>
                  </a:lnTo>
                  <a:lnTo>
                    <a:pt x="57987" y="8763"/>
                  </a:lnTo>
                  <a:lnTo>
                    <a:pt x="57996" y="8760"/>
                  </a:lnTo>
                  <a:lnTo>
                    <a:pt x="58005" y="8757"/>
                  </a:lnTo>
                  <a:lnTo>
                    <a:pt x="58007" y="8743"/>
                  </a:lnTo>
                  <a:lnTo>
                    <a:pt x="58012" y="8722"/>
                  </a:lnTo>
                  <a:lnTo>
                    <a:pt x="58030" y="8630"/>
                  </a:lnTo>
                  <a:lnTo>
                    <a:pt x="58037" y="8595"/>
                  </a:lnTo>
                  <a:lnTo>
                    <a:pt x="58106" y="8468"/>
                  </a:lnTo>
                  <a:lnTo>
                    <a:pt x="58111" y="8301"/>
                  </a:lnTo>
                  <a:lnTo>
                    <a:pt x="58109" y="8281"/>
                  </a:lnTo>
                  <a:lnTo>
                    <a:pt x="58104" y="8250"/>
                  </a:lnTo>
                  <a:lnTo>
                    <a:pt x="58096" y="8193"/>
                  </a:lnTo>
                  <a:lnTo>
                    <a:pt x="58135" y="8158"/>
                  </a:lnTo>
                  <a:lnTo>
                    <a:pt x="58272" y="8039"/>
                  </a:lnTo>
                  <a:lnTo>
                    <a:pt x="58381" y="7968"/>
                  </a:lnTo>
                  <a:lnTo>
                    <a:pt x="58433" y="7934"/>
                  </a:lnTo>
                  <a:lnTo>
                    <a:pt x="58466" y="7901"/>
                  </a:lnTo>
                  <a:lnTo>
                    <a:pt x="58527" y="7820"/>
                  </a:lnTo>
                  <a:lnTo>
                    <a:pt x="58501" y="7796"/>
                  </a:lnTo>
                  <a:lnTo>
                    <a:pt x="58477" y="7793"/>
                  </a:lnTo>
                  <a:lnTo>
                    <a:pt x="58448" y="7789"/>
                  </a:lnTo>
                  <a:lnTo>
                    <a:pt x="58386" y="7781"/>
                  </a:lnTo>
                  <a:lnTo>
                    <a:pt x="58324" y="7796"/>
                  </a:lnTo>
                  <a:lnTo>
                    <a:pt x="57949" y="7886"/>
                  </a:lnTo>
                  <a:lnTo>
                    <a:pt x="57819" y="7879"/>
                  </a:lnTo>
                  <a:lnTo>
                    <a:pt x="57692" y="7871"/>
                  </a:lnTo>
                  <a:lnTo>
                    <a:pt x="57683" y="7871"/>
                  </a:lnTo>
                  <a:lnTo>
                    <a:pt x="57325" y="7974"/>
                  </a:lnTo>
                  <a:lnTo>
                    <a:pt x="57274" y="7969"/>
                  </a:lnTo>
                  <a:lnTo>
                    <a:pt x="56984" y="7892"/>
                  </a:lnTo>
                  <a:lnTo>
                    <a:pt x="56667" y="7919"/>
                  </a:lnTo>
                  <a:lnTo>
                    <a:pt x="56556" y="7836"/>
                  </a:lnTo>
                  <a:lnTo>
                    <a:pt x="56519" y="7816"/>
                  </a:lnTo>
                  <a:lnTo>
                    <a:pt x="56160" y="7849"/>
                  </a:lnTo>
                  <a:lnTo>
                    <a:pt x="56096" y="7854"/>
                  </a:lnTo>
                  <a:lnTo>
                    <a:pt x="56089" y="7854"/>
                  </a:lnTo>
                  <a:lnTo>
                    <a:pt x="56085" y="7852"/>
                  </a:lnTo>
                  <a:lnTo>
                    <a:pt x="56082" y="7848"/>
                  </a:lnTo>
                  <a:lnTo>
                    <a:pt x="56080" y="7832"/>
                  </a:lnTo>
                  <a:lnTo>
                    <a:pt x="56081" y="7824"/>
                  </a:lnTo>
                  <a:lnTo>
                    <a:pt x="56085" y="7813"/>
                  </a:lnTo>
                  <a:lnTo>
                    <a:pt x="56093" y="7807"/>
                  </a:lnTo>
                  <a:lnTo>
                    <a:pt x="56107" y="7803"/>
                  </a:lnTo>
                  <a:lnTo>
                    <a:pt x="56211" y="7791"/>
                  </a:lnTo>
                  <a:lnTo>
                    <a:pt x="56333" y="7795"/>
                  </a:lnTo>
                  <a:lnTo>
                    <a:pt x="56849" y="7679"/>
                  </a:lnTo>
                  <a:lnTo>
                    <a:pt x="57038" y="7651"/>
                  </a:lnTo>
                  <a:lnTo>
                    <a:pt x="57087" y="7644"/>
                  </a:lnTo>
                  <a:lnTo>
                    <a:pt x="57313" y="7608"/>
                  </a:lnTo>
                  <a:lnTo>
                    <a:pt x="57318" y="7607"/>
                  </a:lnTo>
                  <a:lnTo>
                    <a:pt x="57376" y="7598"/>
                  </a:lnTo>
                  <a:lnTo>
                    <a:pt x="57505" y="7543"/>
                  </a:lnTo>
                  <a:lnTo>
                    <a:pt x="57829" y="7406"/>
                  </a:lnTo>
                  <a:lnTo>
                    <a:pt x="58030" y="7271"/>
                  </a:lnTo>
                  <a:lnTo>
                    <a:pt x="58193" y="7130"/>
                  </a:lnTo>
                  <a:lnTo>
                    <a:pt x="58260" y="7072"/>
                  </a:lnTo>
                  <a:lnTo>
                    <a:pt x="58267" y="7066"/>
                  </a:lnTo>
                  <a:lnTo>
                    <a:pt x="58275" y="7058"/>
                  </a:lnTo>
                  <a:lnTo>
                    <a:pt x="58290" y="7041"/>
                  </a:lnTo>
                  <a:lnTo>
                    <a:pt x="58299" y="7029"/>
                  </a:lnTo>
                  <a:lnTo>
                    <a:pt x="58307" y="7020"/>
                  </a:lnTo>
                  <a:lnTo>
                    <a:pt x="58313" y="7012"/>
                  </a:lnTo>
                  <a:lnTo>
                    <a:pt x="58345" y="6979"/>
                  </a:lnTo>
                  <a:lnTo>
                    <a:pt x="58374" y="6946"/>
                  </a:lnTo>
                  <a:lnTo>
                    <a:pt x="58403" y="6917"/>
                  </a:lnTo>
                  <a:lnTo>
                    <a:pt x="58429" y="6885"/>
                  </a:lnTo>
                  <a:lnTo>
                    <a:pt x="58446" y="6867"/>
                  </a:lnTo>
                  <a:lnTo>
                    <a:pt x="58449" y="6862"/>
                  </a:lnTo>
                  <a:lnTo>
                    <a:pt x="58457" y="6856"/>
                  </a:lnTo>
                  <a:lnTo>
                    <a:pt x="58475" y="6832"/>
                  </a:lnTo>
                  <a:lnTo>
                    <a:pt x="58499" y="6804"/>
                  </a:lnTo>
                  <a:lnTo>
                    <a:pt x="58520" y="6772"/>
                  </a:lnTo>
                  <a:lnTo>
                    <a:pt x="58552" y="6733"/>
                  </a:lnTo>
                  <a:lnTo>
                    <a:pt x="58582" y="6694"/>
                  </a:lnTo>
                  <a:lnTo>
                    <a:pt x="58613" y="6650"/>
                  </a:lnTo>
                  <a:lnTo>
                    <a:pt x="58640" y="6613"/>
                  </a:lnTo>
                  <a:lnTo>
                    <a:pt x="58667" y="6574"/>
                  </a:lnTo>
                  <a:lnTo>
                    <a:pt x="58701" y="6528"/>
                  </a:lnTo>
                  <a:lnTo>
                    <a:pt x="58723" y="6494"/>
                  </a:lnTo>
                  <a:lnTo>
                    <a:pt x="58745" y="6460"/>
                  </a:lnTo>
                  <a:lnTo>
                    <a:pt x="58775" y="6414"/>
                  </a:lnTo>
                  <a:lnTo>
                    <a:pt x="58782" y="6401"/>
                  </a:lnTo>
                  <a:lnTo>
                    <a:pt x="58792" y="6385"/>
                  </a:lnTo>
                  <a:lnTo>
                    <a:pt x="58797" y="6379"/>
                  </a:lnTo>
                  <a:lnTo>
                    <a:pt x="58806" y="6368"/>
                  </a:lnTo>
                  <a:lnTo>
                    <a:pt x="58810" y="6364"/>
                  </a:lnTo>
                  <a:lnTo>
                    <a:pt x="58811" y="6359"/>
                  </a:lnTo>
                  <a:lnTo>
                    <a:pt x="58812" y="6353"/>
                  </a:lnTo>
                  <a:lnTo>
                    <a:pt x="58815" y="6349"/>
                  </a:lnTo>
                  <a:lnTo>
                    <a:pt x="58820" y="6343"/>
                  </a:lnTo>
                  <a:lnTo>
                    <a:pt x="58825" y="6334"/>
                  </a:lnTo>
                  <a:lnTo>
                    <a:pt x="58826" y="6326"/>
                  </a:lnTo>
                  <a:lnTo>
                    <a:pt x="58829" y="6318"/>
                  </a:lnTo>
                  <a:lnTo>
                    <a:pt x="58835" y="6309"/>
                  </a:lnTo>
                  <a:lnTo>
                    <a:pt x="58839" y="6301"/>
                  </a:lnTo>
                  <a:lnTo>
                    <a:pt x="58843" y="6293"/>
                  </a:lnTo>
                  <a:lnTo>
                    <a:pt x="58841" y="6287"/>
                  </a:lnTo>
                  <a:lnTo>
                    <a:pt x="58833" y="6282"/>
                  </a:lnTo>
                  <a:lnTo>
                    <a:pt x="58831" y="6275"/>
                  </a:lnTo>
                  <a:lnTo>
                    <a:pt x="58842" y="6259"/>
                  </a:lnTo>
                  <a:lnTo>
                    <a:pt x="58873" y="6218"/>
                  </a:lnTo>
                  <a:lnTo>
                    <a:pt x="58879" y="6208"/>
                  </a:lnTo>
                  <a:lnTo>
                    <a:pt x="58897" y="6172"/>
                  </a:lnTo>
                  <a:lnTo>
                    <a:pt x="58910" y="6138"/>
                  </a:lnTo>
                  <a:lnTo>
                    <a:pt x="58916" y="6122"/>
                  </a:lnTo>
                  <a:lnTo>
                    <a:pt x="58936" y="6077"/>
                  </a:lnTo>
                  <a:lnTo>
                    <a:pt x="58960" y="6033"/>
                  </a:lnTo>
                  <a:lnTo>
                    <a:pt x="58976" y="5993"/>
                  </a:lnTo>
                  <a:lnTo>
                    <a:pt x="58992" y="5958"/>
                  </a:lnTo>
                  <a:lnTo>
                    <a:pt x="59003" y="5935"/>
                  </a:lnTo>
                  <a:lnTo>
                    <a:pt x="59013" y="5910"/>
                  </a:lnTo>
                  <a:lnTo>
                    <a:pt x="59018" y="5894"/>
                  </a:lnTo>
                  <a:lnTo>
                    <a:pt x="59020" y="5887"/>
                  </a:lnTo>
                  <a:lnTo>
                    <a:pt x="59024" y="5880"/>
                  </a:lnTo>
                  <a:lnTo>
                    <a:pt x="59031" y="5866"/>
                  </a:lnTo>
                  <a:lnTo>
                    <a:pt x="59033" y="5860"/>
                  </a:lnTo>
                  <a:lnTo>
                    <a:pt x="59040" y="5842"/>
                  </a:lnTo>
                  <a:lnTo>
                    <a:pt x="59052" y="5810"/>
                  </a:lnTo>
                  <a:lnTo>
                    <a:pt x="59057" y="5798"/>
                  </a:lnTo>
                  <a:lnTo>
                    <a:pt x="59061" y="5785"/>
                  </a:lnTo>
                  <a:lnTo>
                    <a:pt x="59063" y="5777"/>
                  </a:lnTo>
                  <a:lnTo>
                    <a:pt x="59066" y="5769"/>
                  </a:lnTo>
                  <a:lnTo>
                    <a:pt x="59083" y="5714"/>
                  </a:lnTo>
                  <a:lnTo>
                    <a:pt x="59235" y="5230"/>
                  </a:lnTo>
                  <a:lnTo>
                    <a:pt x="59246" y="5195"/>
                  </a:lnTo>
                  <a:lnTo>
                    <a:pt x="59371" y="4797"/>
                  </a:lnTo>
                  <a:lnTo>
                    <a:pt x="59373" y="4791"/>
                  </a:lnTo>
                  <a:lnTo>
                    <a:pt x="59375" y="4785"/>
                  </a:lnTo>
                  <a:lnTo>
                    <a:pt x="59386" y="4751"/>
                  </a:lnTo>
                  <a:lnTo>
                    <a:pt x="59416" y="4698"/>
                  </a:lnTo>
                  <a:lnTo>
                    <a:pt x="59486" y="4573"/>
                  </a:lnTo>
                  <a:lnTo>
                    <a:pt x="59603" y="4367"/>
                  </a:lnTo>
                  <a:lnTo>
                    <a:pt x="59898" y="4341"/>
                  </a:lnTo>
                  <a:lnTo>
                    <a:pt x="60190" y="4315"/>
                  </a:lnTo>
                  <a:lnTo>
                    <a:pt x="60248" y="4310"/>
                  </a:lnTo>
                  <a:lnTo>
                    <a:pt x="60482" y="4329"/>
                  </a:lnTo>
                  <a:lnTo>
                    <a:pt x="60801" y="4353"/>
                  </a:lnTo>
                  <a:lnTo>
                    <a:pt x="60888" y="4360"/>
                  </a:lnTo>
                  <a:lnTo>
                    <a:pt x="60915" y="4357"/>
                  </a:lnTo>
                  <a:lnTo>
                    <a:pt x="60949" y="4350"/>
                  </a:lnTo>
                  <a:lnTo>
                    <a:pt x="60958" y="4348"/>
                  </a:lnTo>
                  <a:lnTo>
                    <a:pt x="60965" y="4345"/>
                  </a:lnTo>
                  <a:lnTo>
                    <a:pt x="60973" y="4340"/>
                  </a:lnTo>
                  <a:lnTo>
                    <a:pt x="60977" y="4338"/>
                  </a:lnTo>
                  <a:lnTo>
                    <a:pt x="60987" y="4333"/>
                  </a:lnTo>
                  <a:lnTo>
                    <a:pt x="61005" y="4322"/>
                  </a:lnTo>
                  <a:lnTo>
                    <a:pt x="61013" y="4317"/>
                  </a:lnTo>
                  <a:lnTo>
                    <a:pt x="61026" y="4311"/>
                  </a:lnTo>
                  <a:lnTo>
                    <a:pt x="61048" y="4302"/>
                  </a:lnTo>
                  <a:lnTo>
                    <a:pt x="61064" y="4299"/>
                  </a:lnTo>
                  <a:lnTo>
                    <a:pt x="61072" y="4298"/>
                  </a:lnTo>
                  <a:lnTo>
                    <a:pt x="61080" y="4300"/>
                  </a:lnTo>
                  <a:lnTo>
                    <a:pt x="61087" y="4304"/>
                  </a:lnTo>
                  <a:lnTo>
                    <a:pt x="61103" y="4316"/>
                  </a:lnTo>
                  <a:lnTo>
                    <a:pt x="61120" y="4328"/>
                  </a:lnTo>
                  <a:lnTo>
                    <a:pt x="61137" y="4340"/>
                  </a:lnTo>
                  <a:lnTo>
                    <a:pt x="61157" y="4354"/>
                  </a:lnTo>
                  <a:lnTo>
                    <a:pt x="61180" y="4370"/>
                  </a:lnTo>
                  <a:lnTo>
                    <a:pt x="61202" y="4384"/>
                  </a:lnTo>
                  <a:lnTo>
                    <a:pt x="61216" y="4394"/>
                  </a:lnTo>
                  <a:lnTo>
                    <a:pt x="61248" y="4411"/>
                  </a:lnTo>
                  <a:lnTo>
                    <a:pt x="61276" y="4430"/>
                  </a:lnTo>
                  <a:lnTo>
                    <a:pt x="61316" y="4448"/>
                  </a:lnTo>
                  <a:lnTo>
                    <a:pt x="61338" y="4457"/>
                  </a:lnTo>
                  <a:lnTo>
                    <a:pt x="61382" y="4478"/>
                  </a:lnTo>
                  <a:lnTo>
                    <a:pt x="61400" y="4486"/>
                  </a:lnTo>
                  <a:lnTo>
                    <a:pt x="61418" y="4496"/>
                  </a:lnTo>
                  <a:lnTo>
                    <a:pt x="61430" y="4505"/>
                  </a:lnTo>
                  <a:lnTo>
                    <a:pt x="61436" y="4506"/>
                  </a:lnTo>
                  <a:lnTo>
                    <a:pt x="61439" y="4509"/>
                  </a:lnTo>
                  <a:lnTo>
                    <a:pt x="61447" y="4513"/>
                  </a:lnTo>
                  <a:lnTo>
                    <a:pt x="61458" y="4517"/>
                  </a:lnTo>
                  <a:lnTo>
                    <a:pt x="61488" y="4526"/>
                  </a:lnTo>
                  <a:lnTo>
                    <a:pt x="61520" y="4543"/>
                  </a:lnTo>
                  <a:lnTo>
                    <a:pt x="61532" y="4549"/>
                  </a:lnTo>
                  <a:lnTo>
                    <a:pt x="61565" y="4576"/>
                  </a:lnTo>
                  <a:lnTo>
                    <a:pt x="61592" y="4600"/>
                  </a:lnTo>
                  <a:lnTo>
                    <a:pt x="61612" y="4626"/>
                  </a:lnTo>
                  <a:lnTo>
                    <a:pt x="61629" y="4647"/>
                  </a:lnTo>
                  <a:lnTo>
                    <a:pt x="61650" y="4665"/>
                  </a:lnTo>
                  <a:lnTo>
                    <a:pt x="61677" y="4691"/>
                  </a:lnTo>
                  <a:lnTo>
                    <a:pt x="61683" y="4699"/>
                  </a:lnTo>
                  <a:lnTo>
                    <a:pt x="61687" y="4703"/>
                  </a:lnTo>
                  <a:lnTo>
                    <a:pt x="61716" y="4714"/>
                  </a:lnTo>
                  <a:lnTo>
                    <a:pt x="61710" y="4723"/>
                  </a:lnTo>
                  <a:lnTo>
                    <a:pt x="61731" y="4740"/>
                  </a:lnTo>
                  <a:lnTo>
                    <a:pt x="61744" y="4756"/>
                  </a:lnTo>
                  <a:lnTo>
                    <a:pt x="61760" y="4772"/>
                  </a:lnTo>
                  <a:lnTo>
                    <a:pt x="61773" y="4786"/>
                  </a:lnTo>
                  <a:lnTo>
                    <a:pt x="61779" y="4790"/>
                  </a:lnTo>
                  <a:lnTo>
                    <a:pt x="61784" y="4796"/>
                  </a:lnTo>
                  <a:lnTo>
                    <a:pt x="61818" y="4826"/>
                  </a:lnTo>
                  <a:lnTo>
                    <a:pt x="61828" y="4838"/>
                  </a:lnTo>
                  <a:lnTo>
                    <a:pt x="61847" y="4853"/>
                  </a:lnTo>
                  <a:lnTo>
                    <a:pt x="61873" y="4878"/>
                  </a:lnTo>
                  <a:lnTo>
                    <a:pt x="61902" y="4904"/>
                  </a:lnTo>
                  <a:lnTo>
                    <a:pt x="61921" y="4920"/>
                  </a:lnTo>
                  <a:lnTo>
                    <a:pt x="61929" y="4926"/>
                  </a:lnTo>
                  <a:lnTo>
                    <a:pt x="61946" y="4941"/>
                  </a:lnTo>
                  <a:lnTo>
                    <a:pt x="61960" y="4953"/>
                  </a:lnTo>
                  <a:lnTo>
                    <a:pt x="61976" y="4967"/>
                  </a:lnTo>
                  <a:lnTo>
                    <a:pt x="62003" y="4990"/>
                  </a:lnTo>
                  <a:lnTo>
                    <a:pt x="62017" y="5003"/>
                  </a:lnTo>
                  <a:lnTo>
                    <a:pt x="62031" y="5013"/>
                  </a:lnTo>
                  <a:lnTo>
                    <a:pt x="62073" y="5049"/>
                  </a:lnTo>
                  <a:lnTo>
                    <a:pt x="62090" y="5062"/>
                  </a:lnTo>
                  <a:lnTo>
                    <a:pt x="62116" y="5085"/>
                  </a:lnTo>
                  <a:lnTo>
                    <a:pt x="62130" y="5095"/>
                  </a:lnTo>
                  <a:lnTo>
                    <a:pt x="62158" y="5116"/>
                  </a:lnTo>
                  <a:lnTo>
                    <a:pt x="62183" y="5136"/>
                  </a:lnTo>
                  <a:lnTo>
                    <a:pt x="62214" y="5160"/>
                  </a:lnTo>
                  <a:lnTo>
                    <a:pt x="62220" y="5165"/>
                  </a:lnTo>
                  <a:lnTo>
                    <a:pt x="62230" y="5175"/>
                  </a:lnTo>
                  <a:lnTo>
                    <a:pt x="62253" y="5196"/>
                  </a:lnTo>
                  <a:lnTo>
                    <a:pt x="62272" y="5209"/>
                  </a:lnTo>
                  <a:lnTo>
                    <a:pt x="62281" y="5219"/>
                  </a:lnTo>
                  <a:lnTo>
                    <a:pt x="62294" y="5228"/>
                  </a:lnTo>
                  <a:lnTo>
                    <a:pt x="62324" y="5251"/>
                  </a:lnTo>
                  <a:lnTo>
                    <a:pt x="62370" y="5284"/>
                  </a:lnTo>
                  <a:lnTo>
                    <a:pt x="62374" y="5289"/>
                  </a:lnTo>
                  <a:lnTo>
                    <a:pt x="62382" y="5295"/>
                  </a:lnTo>
                  <a:lnTo>
                    <a:pt x="62405" y="5312"/>
                  </a:lnTo>
                  <a:lnTo>
                    <a:pt x="62417" y="5321"/>
                  </a:lnTo>
                  <a:lnTo>
                    <a:pt x="62445" y="5341"/>
                  </a:lnTo>
                  <a:lnTo>
                    <a:pt x="62464" y="5354"/>
                  </a:lnTo>
                  <a:lnTo>
                    <a:pt x="62489" y="5372"/>
                  </a:lnTo>
                  <a:lnTo>
                    <a:pt x="62511" y="5387"/>
                  </a:lnTo>
                  <a:lnTo>
                    <a:pt x="62526" y="5397"/>
                  </a:lnTo>
                  <a:lnTo>
                    <a:pt x="62555" y="5419"/>
                  </a:lnTo>
                  <a:lnTo>
                    <a:pt x="62565" y="5428"/>
                  </a:lnTo>
                  <a:lnTo>
                    <a:pt x="62579" y="5438"/>
                  </a:lnTo>
                  <a:lnTo>
                    <a:pt x="62596" y="5451"/>
                  </a:lnTo>
                  <a:lnTo>
                    <a:pt x="62624" y="5471"/>
                  </a:lnTo>
                  <a:lnTo>
                    <a:pt x="62632" y="5479"/>
                  </a:lnTo>
                  <a:lnTo>
                    <a:pt x="62662" y="5499"/>
                  </a:lnTo>
                  <a:lnTo>
                    <a:pt x="62701" y="5524"/>
                  </a:lnTo>
                  <a:lnTo>
                    <a:pt x="62733" y="5545"/>
                  </a:lnTo>
                  <a:lnTo>
                    <a:pt x="62752" y="5558"/>
                  </a:lnTo>
                  <a:lnTo>
                    <a:pt x="62769" y="5570"/>
                  </a:lnTo>
                  <a:lnTo>
                    <a:pt x="62779" y="5579"/>
                  </a:lnTo>
                  <a:lnTo>
                    <a:pt x="62785" y="5583"/>
                  </a:lnTo>
                  <a:lnTo>
                    <a:pt x="62795" y="5589"/>
                  </a:lnTo>
                  <a:lnTo>
                    <a:pt x="62801" y="5594"/>
                  </a:lnTo>
                  <a:lnTo>
                    <a:pt x="62823" y="5611"/>
                  </a:lnTo>
                  <a:lnTo>
                    <a:pt x="62841" y="5623"/>
                  </a:lnTo>
                  <a:lnTo>
                    <a:pt x="62846" y="5627"/>
                  </a:lnTo>
                  <a:lnTo>
                    <a:pt x="62871" y="5643"/>
                  </a:lnTo>
                  <a:lnTo>
                    <a:pt x="62902" y="5657"/>
                  </a:lnTo>
                  <a:lnTo>
                    <a:pt x="62929" y="5665"/>
                  </a:lnTo>
                  <a:lnTo>
                    <a:pt x="62956" y="5673"/>
                  </a:lnTo>
                  <a:lnTo>
                    <a:pt x="63015" y="5700"/>
                  </a:lnTo>
                  <a:lnTo>
                    <a:pt x="63021" y="5701"/>
                  </a:lnTo>
                  <a:lnTo>
                    <a:pt x="63029" y="5702"/>
                  </a:lnTo>
                  <a:lnTo>
                    <a:pt x="63035" y="5706"/>
                  </a:lnTo>
                  <a:lnTo>
                    <a:pt x="63043" y="5717"/>
                  </a:lnTo>
                  <a:lnTo>
                    <a:pt x="63051" y="5721"/>
                  </a:lnTo>
                  <a:lnTo>
                    <a:pt x="63059" y="5725"/>
                  </a:lnTo>
                  <a:lnTo>
                    <a:pt x="63070" y="5730"/>
                  </a:lnTo>
                  <a:lnTo>
                    <a:pt x="63086" y="5737"/>
                  </a:lnTo>
                  <a:lnTo>
                    <a:pt x="63098" y="5745"/>
                  </a:lnTo>
                  <a:lnTo>
                    <a:pt x="63105" y="5749"/>
                  </a:lnTo>
                  <a:lnTo>
                    <a:pt x="63120" y="5758"/>
                  </a:lnTo>
                  <a:lnTo>
                    <a:pt x="63150" y="5774"/>
                  </a:lnTo>
                  <a:lnTo>
                    <a:pt x="63159" y="5779"/>
                  </a:lnTo>
                  <a:lnTo>
                    <a:pt x="63174" y="5787"/>
                  </a:lnTo>
                  <a:lnTo>
                    <a:pt x="63185" y="5791"/>
                  </a:lnTo>
                  <a:lnTo>
                    <a:pt x="63202" y="5802"/>
                  </a:lnTo>
                  <a:lnTo>
                    <a:pt x="63218" y="5811"/>
                  </a:lnTo>
                  <a:lnTo>
                    <a:pt x="63229" y="5817"/>
                  </a:lnTo>
                  <a:lnTo>
                    <a:pt x="63245" y="5823"/>
                  </a:lnTo>
                  <a:lnTo>
                    <a:pt x="63261" y="5829"/>
                  </a:lnTo>
                  <a:lnTo>
                    <a:pt x="63293" y="5843"/>
                  </a:lnTo>
                  <a:lnTo>
                    <a:pt x="63328" y="5858"/>
                  </a:lnTo>
                  <a:lnTo>
                    <a:pt x="63361" y="5872"/>
                  </a:lnTo>
                  <a:lnTo>
                    <a:pt x="63746" y="5952"/>
                  </a:lnTo>
                  <a:lnTo>
                    <a:pt x="63896" y="5984"/>
                  </a:lnTo>
                  <a:lnTo>
                    <a:pt x="63903" y="5985"/>
                  </a:lnTo>
                  <a:lnTo>
                    <a:pt x="63962" y="5997"/>
                  </a:lnTo>
                  <a:lnTo>
                    <a:pt x="64008" y="6006"/>
                  </a:lnTo>
                  <a:lnTo>
                    <a:pt x="64316" y="6067"/>
                  </a:lnTo>
                  <a:lnTo>
                    <a:pt x="64358" y="6075"/>
                  </a:lnTo>
                  <a:lnTo>
                    <a:pt x="64351" y="6042"/>
                  </a:lnTo>
                  <a:lnTo>
                    <a:pt x="64344" y="6008"/>
                  </a:lnTo>
                  <a:lnTo>
                    <a:pt x="64331" y="6010"/>
                  </a:lnTo>
                  <a:lnTo>
                    <a:pt x="64329" y="6002"/>
                  </a:lnTo>
                  <a:lnTo>
                    <a:pt x="64320" y="5954"/>
                  </a:lnTo>
                  <a:lnTo>
                    <a:pt x="64310" y="5911"/>
                  </a:lnTo>
                  <a:lnTo>
                    <a:pt x="64300" y="5868"/>
                  </a:lnTo>
                  <a:lnTo>
                    <a:pt x="64252" y="5862"/>
                  </a:lnTo>
                  <a:lnTo>
                    <a:pt x="64227" y="5859"/>
                  </a:lnTo>
                  <a:lnTo>
                    <a:pt x="64199" y="5856"/>
                  </a:lnTo>
                  <a:lnTo>
                    <a:pt x="64158" y="5851"/>
                  </a:lnTo>
                  <a:lnTo>
                    <a:pt x="64138" y="5848"/>
                  </a:lnTo>
                  <a:lnTo>
                    <a:pt x="64111" y="5849"/>
                  </a:lnTo>
                  <a:lnTo>
                    <a:pt x="64105" y="5849"/>
                  </a:lnTo>
                  <a:lnTo>
                    <a:pt x="64091" y="5854"/>
                  </a:lnTo>
                  <a:lnTo>
                    <a:pt x="64093" y="5842"/>
                  </a:lnTo>
                  <a:lnTo>
                    <a:pt x="64117" y="5692"/>
                  </a:lnTo>
                  <a:lnTo>
                    <a:pt x="64185" y="5702"/>
                  </a:lnTo>
                  <a:lnTo>
                    <a:pt x="64264" y="5710"/>
                  </a:lnTo>
                  <a:lnTo>
                    <a:pt x="64269" y="5711"/>
                  </a:lnTo>
                  <a:lnTo>
                    <a:pt x="64323" y="5719"/>
                  </a:lnTo>
                  <a:lnTo>
                    <a:pt x="64358" y="5721"/>
                  </a:lnTo>
                  <a:lnTo>
                    <a:pt x="64355" y="5703"/>
                  </a:lnTo>
                  <a:lnTo>
                    <a:pt x="64343" y="5647"/>
                  </a:lnTo>
                  <a:lnTo>
                    <a:pt x="64331" y="5594"/>
                  </a:lnTo>
                  <a:lnTo>
                    <a:pt x="64322" y="5553"/>
                  </a:lnTo>
                  <a:lnTo>
                    <a:pt x="64307" y="5480"/>
                  </a:lnTo>
                  <a:lnTo>
                    <a:pt x="64035" y="5398"/>
                  </a:lnTo>
                  <a:lnTo>
                    <a:pt x="64114" y="5109"/>
                  </a:lnTo>
                  <a:lnTo>
                    <a:pt x="64131" y="5096"/>
                  </a:lnTo>
                  <a:lnTo>
                    <a:pt x="64210" y="5204"/>
                  </a:lnTo>
                  <a:lnTo>
                    <a:pt x="64444" y="5277"/>
                  </a:lnTo>
                  <a:lnTo>
                    <a:pt x="64553" y="5246"/>
                  </a:lnTo>
                  <a:lnTo>
                    <a:pt x="64665" y="5495"/>
                  </a:lnTo>
                  <a:lnTo>
                    <a:pt x="64770" y="5559"/>
                  </a:lnTo>
                  <a:lnTo>
                    <a:pt x="64915" y="5648"/>
                  </a:lnTo>
                  <a:lnTo>
                    <a:pt x="64920" y="5645"/>
                  </a:lnTo>
                  <a:lnTo>
                    <a:pt x="64974" y="5612"/>
                  </a:lnTo>
                  <a:lnTo>
                    <a:pt x="65069" y="5553"/>
                  </a:lnTo>
                  <a:lnTo>
                    <a:pt x="65282" y="5396"/>
                  </a:lnTo>
                  <a:lnTo>
                    <a:pt x="65312" y="5378"/>
                  </a:lnTo>
                  <a:lnTo>
                    <a:pt x="65427" y="5312"/>
                  </a:lnTo>
                  <a:lnTo>
                    <a:pt x="65518" y="5259"/>
                  </a:lnTo>
                  <a:lnTo>
                    <a:pt x="65537" y="5116"/>
                  </a:lnTo>
                  <a:lnTo>
                    <a:pt x="65530" y="4893"/>
                  </a:lnTo>
                  <a:lnTo>
                    <a:pt x="66098" y="4941"/>
                  </a:lnTo>
                  <a:lnTo>
                    <a:pt x="66103" y="4942"/>
                  </a:lnTo>
                  <a:lnTo>
                    <a:pt x="66117" y="4954"/>
                  </a:lnTo>
                  <a:lnTo>
                    <a:pt x="66139" y="4974"/>
                  </a:lnTo>
                  <a:lnTo>
                    <a:pt x="66173" y="5007"/>
                  </a:lnTo>
                  <a:lnTo>
                    <a:pt x="66196" y="4995"/>
                  </a:lnTo>
                  <a:lnTo>
                    <a:pt x="66223" y="4981"/>
                  </a:lnTo>
                  <a:lnTo>
                    <a:pt x="66223" y="4973"/>
                  </a:lnTo>
                  <a:lnTo>
                    <a:pt x="66224" y="4969"/>
                  </a:lnTo>
                  <a:lnTo>
                    <a:pt x="66179" y="4929"/>
                  </a:lnTo>
                  <a:lnTo>
                    <a:pt x="66163" y="4912"/>
                  </a:lnTo>
                  <a:lnTo>
                    <a:pt x="66158" y="4901"/>
                  </a:lnTo>
                  <a:lnTo>
                    <a:pt x="66150" y="4889"/>
                  </a:lnTo>
                  <a:lnTo>
                    <a:pt x="66142" y="4878"/>
                  </a:lnTo>
                  <a:lnTo>
                    <a:pt x="66120" y="4849"/>
                  </a:lnTo>
                  <a:lnTo>
                    <a:pt x="66111" y="4835"/>
                  </a:lnTo>
                  <a:lnTo>
                    <a:pt x="66104" y="4824"/>
                  </a:lnTo>
                  <a:lnTo>
                    <a:pt x="65443" y="4543"/>
                  </a:lnTo>
                  <a:lnTo>
                    <a:pt x="65367" y="4512"/>
                  </a:lnTo>
                  <a:lnTo>
                    <a:pt x="65351" y="4514"/>
                  </a:lnTo>
                  <a:lnTo>
                    <a:pt x="65342" y="4509"/>
                  </a:lnTo>
                  <a:lnTo>
                    <a:pt x="65337" y="4506"/>
                  </a:lnTo>
                  <a:lnTo>
                    <a:pt x="65305" y="4500"/>
                  </a:lnTo>
                  <a:lnTo>
                    <a:pt x="65298" y="4501"/>
                  </a:lnTo>
                  <a:lnTo>
                    <a:pt x="65294" y="4501"/>
                  </a:lnTo>
                  <a:lnTo>
                    <a:pt x="65290" y="4501"/>
                  </a:lnTo>
                  <a:lnTo>
                    <a:pt x="65270" y="4501"/>
                  </a:lnTo>
                  <a:lnTo>
                    <a:pt x="65255" y="4501"/>
                  </a:lnTo>
                  <a:lnTo>
                    <a:pt x="65215" y="4495"/>
                  </a:lnTo>
                  <a:lnTo>
                    <a:pt x="65209" y="4494"/>
                  </a:lnTo>
                  <a:lnTo>
                    <a:pt x="65204" y="4494"/>
                  </a:lnTo>
                  <a:lnTo>
                    <a:pt x="65194" y="4496"/>
                  </a:lnTo>
                  <a:lnTo>
                    <a:pt x="65185" y="4498"/>
                  </a:lnTo>
                  <a:lnTo>
                    <a:pt x="65175" y="4518"/>
                  </a:lnTo>
                  <a:lnTo>
                    <a:pt x="65165" y="4527"/>
                  </a:lnTo>
                  <a:lnTo>
                    <a:pt x="65156" y="4524"/>
                  </a:lnTo>
                  <a:lnTo>
                    <a:pt x="65143" y="4527"/>
                  </a:lnTo>
                  <a:lnTo>
                    <a:pt x="65136" y="4528"/>
                  </a:lnTo>
                  <a:lnTo>
                    <a:pt x="65125" y="4530"/>
                  </a:lnTo>
                  <a:lnTo>
                    <a:pt x="65116" y="4536"/>
                  </a:lnTo>
                  <a:lnTo>
                    <a:pt x="65109" y="4525"/>
                  </a:lnTo>
                  <a:lnTo>
                    <a:pt x="65099" y="4515"/>
                  </a:lnTo>
                  <a:lnTo>
                    <a:pt x="65082" y="4509"/>
                  </a:lnTo>
                  <a:lnTo>
                    <a:pt x="65066" y="4491"/>
                  </a:lnTo>
                  <a:lnTo>
                    <a:pt x="65065" y="4473"/>
                  </a:lnTo>
                  <a:lnTo>
                    <a:pt x="65077" y="4457"/>
                  </a:lnTo>
                  <a:lnTo>
                    <a:pt x="65084" y="4418"/>
                  </a:lnTo>
                  <a:lnTo>
                    <a:pt x="65084" y="4396"/>
                  </a:lnTo>
                  <a:lnTo>
                    <a:pt x="65069" y="4387"/>
                  </a:lnTo>
                  <a:lnTo>
                    <a:pt x="65061" y="4383"/>
                  </a:lnTo>
                  <a:lnTo>
                    <a:pt x="65057" y="4357"/>
                  </a:lnTo>
                  <a:lnTo>
                    <a:pt x="65064" y="4321"/>
                  </a:lnTo>
                  <a:lnTo>
                    <a:pt x="65069" y="4299"/>
                  </a:lnTo>
                  <a:lnTo>
                    <a:pt x="65070" y="4293"/>
                  </a:lnTo>
                  <a:lnTo>
                    <a:pt x="65073" y="4283"/>
                  </a:lnTo>
                  <a:lnTo>
                    <a:pt x="65076" y="4270"/>
                  </a:lnTo>
                  <a:lnTo>
                    <a:pt x="65092" y="4220"/>
                  </a:lnTo>
                  <a:lnTo>
                    <a:pt x="65106" y="4168"/>
                  </a:lnTo>
                  <a:lnTo>
                    <a:pt x="65108" y="4160"/>
                  </a:lnTo>
                  <a:lnTo>
                    <a:pt x="65118" y="4121"/>
                  </a:lnTo>
                  <a:lnTo>
                    <a:pt x="65121" y="4113"/>
                  </a:lnTo>
                  <a:lnTo>
                    <a:pt x="65127" y="4092"/>
                  </a:lnTo>
                  <a:lnTo>
                    <a:pt x="65131" y="4074"/>
                  </a:lnTo>
                  <a:lnTo>
                    <a:pt x="65139" y="4047"/>
                  </a:lnTo>
                  <a:lnTo>
                    <a:pt x="65148" y="4015"/>
                  </a:lnTo>
                  <a:lnTo>
                    <a:pt x="65152" y="4008"/>
                  </a:lnTo>
                  <a:lnTo>
                    <a:pt x="65164" y="3988"/>
                  </a:lnTo>
                  <a:lnTo>
                    <a:pt x="65213" y="3929"/>
                  </a:lnTo>
                  <a:lnTo>
                    <a:pt x="65221" y="3920"/>
                  </a:lnTo>
                  <a:lnTo>
                    <a:pt x="65269" y="3864"/>
                  </a:lnTo>
                  <a:lnTo>
                    <a:pt x="65296" y="3829"/>
                  </a:lnTo>
                  <a:lnTo>
                    <a:pt x="65331" y="3795"/>
                  </a:lnTo>
                  <a:lnTo>
                    <a:pt x="65369" y="3785"/>
                  </a:lnTo>
                  <a:lnTo>
                    <a:pt x="65444" y="3771"/>
                  </a:lnTo>
                  <a:lnTo>
                    <a:pt x="65507" y="3751"/>
                  </a:lnTo>
                  <a:lnTo>
                    <a:pt x="65512" y="3750"/>
                  </a:lnTo>
                  <a:lnTo>
                    <a:pt x="65550" y="3747"/>
                  </a:lnTo>
                  <a:lnTo>
                    <a:pt x="65591" y="3735"/>
                  </a:lnTo>
                  <a:lnTo>
                    <a:pt x="65600" y="3733"/>
                  </a:lnTo>
                  <a:lnTo>
                    <a:pt x="65621" y="3727"/>
                  </a:lnTo>
                  <a:lnTo>
                    <a:pt x="65662" y="3717"/>
                  </a:lnTo>
                  <a:lnTo>
                    <a:pt x="65667" y="3715"/>
                  </a:lnTo>
                  <a:lnTo>
                    <a:pt x="65704" y="3706"/>
                  </a:lnTo>
                  <a:lnTo>
                    <a:pt x="65736" y="3699"/>
                  </a:lnTo>
                  <a:lnTo>
                    <a:pt x="65793" y="3690"/>
                  </a:lnTo>
                  <a:lnTo>
                    <a:pt x="65846" y="3672"/>
                  </a:lnTo>
                  <a:lnTo>
                    <a:pt x="65882" y="3665"/>
                  </a:lnTo>
                  <a:lnTo>
                    <a:pt x="65915" y="3659"/>
                  </a:lnTo>
                  <a:lnTo>
                    <a:pt x="65934" y="3655"/>
                  </a:lnTo>
                  <a:lnTo>
                    <a:pt x="65970" y="3645"/>
                  </a:lnTo>
                  <a:lnTo>
                    <a:pt x="66683" y="3281"/>
                  </a:lnTo>
                  <a:lnTo>
                    <a:pt x="66740" y="3231"/>
                  </a:lnTo>
                  <a:lnTo>
                    <a:pt x="67195" y="3106"/>
                  </a:lnTo>
                  <a:lnTo>
                    <a:pt x="67617" y="3067"/>
                  </a:lnTo>
                  <a:lnTo>
                    <a:pt x="67662" y="3093"/>
                  </a:lnTo>
                  <a:lnTo>
                    <a:pt x="67698" y="3101"/>
                  </a:lnTo>
                  <a:lnTo>
                    <a:pt x="67761" y="3174"/>
                  </a:lnTo>
                  <a:lnTo>
                    <a:pt x="67816" y="3202"/>
                  </a:lnTo>
                  <a:lnTo>
                    <a:pt x="67892" y="3345"/>
                  </a:lnTo>
                  <a:lnTo>
                    <a:pt x="67922" y="3526"/>
                  </a:lnTo>
                  <a:lnTo>
                    <a:pt x="67916" y="3620"/>
                  </a:lnTo>
                  <a:lnTo>
                    <a:pt x="68031" y="3650"/>
                  </a:lnTo>
                  <a:lnTo>
                    <a:pt x="68206" y="3694"/>
                  </a:lnTo>
                  <a:lnTo>
                    <a:pt x="68212" y="3691"/>
                  </a:lnTo>
                  <a:lnTo>
                    <a:pt x="68217" y="3691"/>
                  </a:lnTo>
                  <a:lnTo>
                    <a:pt x="68221" y="3692"/>
                  </a:lnTo>
                  <a:lnTo>
                    <a:pt x="68225" y="3690"/>
                  </a:lnTo>
                  <a:lnTo>
                    <a:pt x="68228" y="3687"/>
                  </a:lnTo>
                  <a:lnTo>
                    <a:pt x="68255" y="3680"/>
                  </a:lnTo>
                  <a:lnTo>
                    <a:pt x="68340" y="3662"/>
                  </a:lnTo>
                  <a:lnTo>
                    <a:pt x="68355" y="3659"/>
                  </a:lnTo>
                  <a:lnTo>
                    <a:pt x="68371" y="3667"/>
                  </a:lnTo>
                  <a:lnTo>
                    <a:pt x="68410" y="3683"/>
                  </a:lnTo>
                  <a:lnTo>
                    <a:pt x="68456" y="3706"/>
                  </a:lnTo>
                  <a:lnTo>
                    <a:pt x="68511" y="3736"/>
                  </a:lnTo>
                  <a:lnTo>
                    <a:pt x="68556" y="3763"/>
                  </a:lnTo>
                  <a:lnTo>
                    <a:pt x="68603" y="3795"/>
                  </a:lnTo>
                  <a:lnTo>
                    <a:pt x="68657" y="3830"/>
                  </a:lnTo>
                  <a:lnTo>
                    <a:pt x="68714" y="3866"/>
                  </a:lnTo>
                  <a:lnTo>
                    <a:pt x="68771" y="3903"/>
                  </a:lnTo>
                  <a:lnTo>
                    <a:pt x="68853" y="3954"/>
                  </a:lnTo>
                  <a:lnTo>
                    <a:pt x="68924" y="3999"/>
                  </a:lnTo>
                  <a:lnTo>
                    <a:pt x="68995" y="4044"/>
                  </a:lnTo>
                  <a:lnTo>
                    <a:pt x="69054" y="4079"/>
                  </a:lnTo>
                  <a:lnTo>
                    <a:pt x="69101" y="4106"/>
                  </a:lnTo>
                  <a:lnTo>
                    <a:pt x="69168" y="4141"/>
                  </a:lnTo>
                  <a:lnTo>
                    <a:pt x="69212" y="4170"/>
                  </a:lnTo>
                  <a:lnTo>
                    <a:pt x="69256" y="4193"/>
                  </a:lnTo>
                  <a:lnTo>
                    <a:pt x="69295" y="4219"/>
                  </a:lnTo>
                  <a:lnTo>
                    <a:pt x="69334" y="4244"/>
                  </a:lnTo>
                  <a:lnTo>
                    <a:pt x="69378" y="4275"/>
                  </a:lnTo>
                  <a:lnTo>
                    <a:pt x="69410" y="4296"/>
                  </a:lnTo>
                  <a:lnTo>
                    <a:pt x="69454" y="4327"/>
                  </a:lnTo>
                  <a:lnTo>
                    <a:pt x="69486" y="4350"/>
                  </a:lnTo>
                  <a:lnTo>
                    <a:pt x="69506" y="4363"/>
                  </a:lnTo>
                  <a:lnTo>
                    <a:pt x="69521" y="4374"/>
                  </a:lnTo>
                  <a:lnTo>
                    <a:pt x="69543" y="4388"/>
                  </a:lnTo>
                  <a:lnTo>
                    <a:pt x="69569" y="4406"/>
                  </a:lnTo>
                  <a:lnTo>
                    <a:pt x="69594" y="4421"/>
                  </a:lnTo>
                  <a:lnTo>
                    <a:pt x="69626" y="4445"/>
                  </a:lnTo>
                  <a:lnTo>
                    <a:pt x="69665" y="4468"/>
                  </a:lnTo>
                  <a:lnTo>
                    <a:pt x="69689" y="4481"/>
                  </a:lnTo>
                  <a:lnTo>
                    <a:pt x="69713" y="4494"/>
                  </a:lnTo>
                  <a:lnTo>
                    <a:pt x="69719" y="4498"/>
                  </a:lnTo>
                  <a:lnTo>
                    <a:pt x="69755" y="4519"/>
                  </a:lnTo>
                  <a:lnTo>
                    <a:pt x="69765" y="4526"/>
                  </a:lnTo>
                  <a:lnTo>
                    <a:pt x="69779" y="4530"/>
                  </a:lnTo>
                  <a:lnTo>
                    <a:pt x="69791" y="4537"/>
                  </a:lnTo>
                  <a:lnTo>
                    <a:pt x="69804" y="4547"/>
                  </a:lnTo>
                  <a:lnTo>
                    <a:pt x="69855" y="4584"/>
                  </a:lnTo>
                  <a:lnTo>
                    <a:pt x="69914" y="4621"/>
                  </a:lnTo>
                  <a:lnTo>
                    <a:pt x="69964" y="4655"/>
                  </a:lnTo>
                  <a:lnTo>
                    <a:pt x="70048" y="4714"/>
                  </a:lnTo>
                  <a:lnTo>
                    <a:pt x="70101" y="4748"/>
                  </a:lnTo>
                  <a:lnTo>
                    <a:pt x="70166" y="4790"/>
                  </a:lnTo>
                  <a:lnTo>
                    <a:pt x="70226" y="4829"/>
                  </a:lnTo>
                  <a:lnTo>
                    <a:pt x="70324" y="4891"/>
                  </a:lnTo>
                  <a:lnTo>
                    <a:pt x="70387" y="4932"/>
                  </a:lnTo>
                  <a:lnTo>
                    <a:pt x="70469" y="4984"/>
                  </a:lnTo>
                  <a:lnTo>
                    <a:pt x="70522" y="5018"/>
                  </a:lnTo>
                  <a:lnTo>
                    <a:pt x="70607" y="5075"/>
                  </a:lnTo>
                  <a:lnTo>
                    <a:pt x="70674" y="5118"/>
                  </a:lnTo>
                  <a:lnTo>
                    <a:pt x="70735" y="5157"/>
                  </a:lnTo>
                  <a:lnTo>
                    <a:pt x="70778" y="5185"/>
                  </a:lnTo>
                  <a:lnTo>
                    <a:pt x="70841" y="5224"/>
                  </a:lnTo>
                  <a:lnTo>
                    <a:pt x="70892" y="5258"/>
                  </a:lnTo>
                  <a:lnTo>
                    <a:pt x="70975" y="5308"/>
                  </a:lnTo>
                  <a:lnTo>
                    <a:pt x="71018" y="5336"/>
                  </a:lnTo>
                  <a:lnTo>
                    <a:pt x="71069" y="5367"/>
                  </a:lnTo>
                  <a:lnTo>
                    <a:pt x="71107" y="5389"/>
                  </a:lnTo>
                  <a:lnTo>
                    <a:pt x="71112" y="5392"/>
                  </a:lnTo>
                  <a:lnTo>
                    <a:pt x="71178" y="5428"/>
                  </a:lnTo>
                  <a:lnTo>
                    <a:pt x="71233" y="5459"/>
                  </a:lnTo>
                  <a:lnTo>
                    <a:pt x="71249" y="5468"/>
                  </a:lnTo>
                  <a:lnTo>
                    <a:pt x="71284" y="5487"/>
                  </a:lnTo>
                  <a:lnTo>
                    <a:pt x="71305" y="5498"/>
                  </a:lnTo>
                  <a:lnTo>
                    <a:pt x="71358" y="5527"/>
                  </a:lnTo>
                  <a:lnTo>
                    <a:pt x="71402" y="5551"/>
                  </a:lnTo>
                  <a:lnTo>
                    <a:pt x="71455" y="5578"/>
                  </a:lnTo>
                  <a:lnTo>
                    <a:pt x="71504" y="5603"/>
                  </a:lnTo>
                  <a:lnTo>
                    <a:pt x="71561" y="5634"/>
                  </a:lnTo>
                  <a:lnTo>
                    <a:pt x="71606" y="5658"/>
                  </a:lnTo>
                  <a:lnTo>
                    <a:pt x="71649" y="5681"/>
                  </a:lnTo>
                  <a:lnTo>
                    <a:pt x="71661" y="5689"/>
                  </a:lnTo>
                  <a:lnTo>
                    <a:pt x="71676" y="5695"/>
                  </a:lnTo>
                  <a:lnTo>
                    <a:pt x="71698" y="5706"/>
                  </a:lnTo>
                  <a:lnTo>
                    <a:pt x="71846" y="5786"/>
                  </a:lnTo>
                  <a:lnTo>
                    <a:pt x="71861" y="5787"/>
                  </a:lnTo>
                  <a:lnTo>
                    <a:pt x="71873" y="5792"/>
                  </a:lnTo>
                  <a:lnTo>
                    <a:pt x="71885" y="5799"/>
                  </a:lnTo>
                  <a:lnTo>
                    <a:pt x="71893" y="5803"/>
                  </a:lnTo>
                  <a:lnTo>
                    <a:pt x="71903" y="5808"/>
                  </a:lnTo>
                  <a:lnTo>
                    <a:pt x="71908" y="5810"/>
                  </a:lnTo>
                  <a:lnTo>
                    <a:pt x="71940" y="5825"/>
                  </a:lnTo>
                  <a:lnTo>
                    <a:pt x="71957" y="5831"/>
                  </a:lnTo>
                  <a:lnTo>
                    <a:pt x="71970" y="5837"/>
                  </a:lnTo>
                  <a:lnTo>
                    <a:pt x="72005" y="5853"/>
                  </a:lnTo>
                  <a:lnTo>
                    <a:pt x="72040" y="5871"/>
                  </a:lnTo>
                  <a:lnTo>
                    <a:pt x="72096" y="5899"/>
                  </a:lnTo>
                  <a:lnTo>
                    <a:pt x="72141" y="5923"/>
                  </a:lnTo>
                  <a:lnTo>
                    <a:pt x="72180" y="5942"/>
                  </a:lnTo>
                  <a:lnTo>
                    <a:pt x="72200" y="5953"/>
                  </a:lnTo>
                  <a:lnTo>
                    <a:pt x="72236" y="5969"/>
                  </a:lnTo>
                  <a:lnTo>
                    <a:pt x="72276" y="5988"/>
                  </a:lnTo>
                  <a:lnTo>
                    <a:pt x="72330" y="6015"/>
                  </a:lnTo>
                  <a:lnTo>
                    <a:pt x="72365" y="6032"/>
                  </a:lnTo>
                  <a:lnTo>
                    <a:pt x="72417" y="6049"/>
                  </a:lnTo>
                  <a:lnTo>
                    <a:pt x="72495" y="6081"/>
                  </a:lnTo>
                  <a:lnTo>
                    <a:pt x="72539" y="6099"/>
                  </a:lnTo>
                  <a:lnTo>
                    <a:pt x="72570" y="6112"/>
                  </a:lnTo>
                  <a:lnTo>
                    <a:pt x="72585" y="6117"/>
                  </a:lnTo>
                  <a:lnTo>
                    <a:pt x="72609" y="6124"/>
                  </a:lnTo>
                  <a:lnTo>
                    <a:pt x="72629" y="6133"/>
                  </a:lnTo>
                  <a:lnTo>
                    <a:pt x="72670" y="6150"/>
                  </a:lnTo>
                  <a:lnTo>
                    <a:pt x="72698" y="6162"/>
                  </a:lnTo>
                  <a:lnTo>
                    <a:pt x="72719" y="6168"/>
                  </a:lnTo>
                  <a:lnTo>
                    <a:pt x="72755" y="6177"/>
                  </a:lnTo>
                  <a:lnTo>
                    <a:pt x="72778" y="6185"/>
                  </a:lnTo>
                  <a:lnTo>
                    <a:pt x="72788" y="6188"/>
                  </a:lnTo>
                  <a:lnTo>
                    <a:pt x="72792" y="6190"/>
                  </a:lnTo>
                  <a:lnTo>
                    <a:pt x="72797" y="6191"/>
                  </a:lnTo>
                  <a:lnTo>
                    <a:pt x="72837" y="6202"/>
                  </a:lnTo>
                  <a:lnTo>
                    <a:pt x="72878" y="6214"/>
                  </a:lnTo>
                  <a:lnTo>
                    <a:pt x="72912" y="6225"/>
                  </a:lnTo>
                  <a:lnTo>
                    <a:pt x="72942" y="6232"/>
                  </a:lnTo>
                  <a:lnTo>
                    <a:pt x="72964" y="6238"/>
                  </a:lnTo>
                  <a:lnTo>
                    <a:pt x="73036" y="6254"/>
                  </a:lnTo>
                  <a:lnTo>
                    <a:pt x="73077" y="6263"/>
                  </a:lnTo>
                  <a:lnTo>
                    <a:pt x="73113" y="6270"/>
                  </a:lnTo>
                  <a:lnTo>
                    <a:pt x="73168" y="6280"/>
                  </a:lnTo>
                  <a:lnTo>
                    <a:pt x="73210" y="6288"/>
                  </a:lnTo>
                  <a:lnTo>
                    <a:pt x="73244" y="6294"/>
                  </a:lnTo>
                  <a:lnTo>
                    <a:pt x="73295" y="6300"/>
                  </a:lnTo>
                  <a:lnTo>
                    <a:pt x="73339" y="6303"/>
                  </a:lnTo>
                  <a:lnTo>
                    <a:pt x="73372" y="6304"/>
                  </a:lnTo>
                  <a:lnTo>
                    <a:pt x="73409" y="6307"/>
                  </a:lnTo>
                  <a:lnTo>
                    <a:pt x="73445" y="6306"/>
                  </a:lnTo>
                  <a:lnTo>
                    <a:pt x="73495" y="6308"/>
                  </a:lnTo>
                  <a:lnTo>
                    <a:pt x="73516" y="6311"/>
                  </a:lnTo>
                  <a:lnTo>
                    <a:pt x="73547" y="6309"/>
                  </a:lnTo>
                  <a:lnTo>
                    <a:pt x="73576" y="6307"/>
                  </a:lnTo>
                  <a:lnTo>
                    <a:pt x="73660" y="6301"/>
                  </a:lnTo>
                  <a:lnTo>
                    <a:pt x="73724" y="6293"/>
                  </a:lnTo>
                  <a:lnTo>
                    <a:pt x="73783" y="6287"/>
                  </a:lnTo>
                  <a:lnTo>
                    <a:pt x="73833" y="6280"/>
                  </a:lnTo>
                  <a:lnTo>
                    <a:pt x="73837" y="6279"/>
                  </a:lnTo>
                  <a:lnTo>
                    <a:pt x="73865" y="6273"/>
                  </a:lnTo>
                  <a:lnTo>
                    <a:pt x="73903" y="6267"/>
                  </a:lnTo>
                  <a:lnTo>
                    <a:pt x="73926" y="6259"/>
                  </a:lnTo>
                  <a:lnTo>
                    <a:pt x="73965" y="6243"/>
                  </a:lnTo>
                  <a:lnTo>
                    <a:pt x="74005" y="6226"/>
                  </a:lnTo>
                  <a:lnTo>
                    <a:pt x="74027" y="6220"/>
                  </a:lnTo>
                  <a:lnTo>
                    <a:pt x="74045" y="6217"/>
                  </a:lnTo>
                  <a:lnTo>
                    <a:pt x="74075" y="6215"/>
                  </a:lnTo>
                  <a:lnTo>
                    <a:pt x="74101" y="6213"/>
                  </a:lnTo>
                  <a:lnTo>
                    <a:pt x="74128" y="6208"/>
                  </a:lnTo>
                  <a:lnTo>
                    <a:pt x="74139" y="6206"/>
                  </a:lnTo>
                  <a:lnTo>
                    <a:pt x="74176" y="6201"/>
                  </a:lnTo>
                  <a:lnTo>
                    <a:pt x="74213" y="6199"/>
                  </a:lnTo>
                  <a:lnTo>
                    <a:pt x="74240" y="6195"/>
                  </a:lnTo>
                  <a:lnTo>
                    <a:pt x="74294" y="6191"/>
                  </a:lnTo>
                  <a:lnTo>
                    <a:pt x="74331" y="6191"/>
                  </a:lnTo>
                  <a:lnTo>
                    <a:pt x="74358" y="6190"/>
                  </a:lnTo>
                  <a:lnTo>
                    <a:pt x="74370" y="6188"/>
                  </a:lnTo>
                  <a:lnTo>
                    <a:pt x="74404" y="6188"/>
                  </a:lnTo>
                  <a:lnTo>
                    <a:pt x="74427" y="6191"/>
                  </a:lnTo>
                  <a:lnTo>
                    <a:pt x="74448" y="6196"/>
                  </a:lnTo>
                  <a:lnTo>
                    <a:pt x="74472" y="6208"/>
                  </a:lnTo>
                  <a:lnTo>
                    <a:pt x="74494" y="6221"/>
                  </a:lnTo>
                  <a:lnTo>
                    <a:pt x="74510" y="6228"/>
                  </a:lnTo>
                  <a:lnTo>
                    <a:pt x="74534" y="6231"/>
                  </a:lnTo>
                  <a:lnTo>
                    <a:pt x="74556" y="6234"/>
                  </a:lnTo>
                  <a:lnTo>
                    <a:pt x="74566" y="6239"/>
                  </a:lnTo>
                  <a:lnTo>
                    <a:pt x="74574" y="6248"/>
                  </a:lnTo>
                  <a:lnTo>
                    <a:pt x="74578" y="6258"/>
                  </a:lnTo>
                  <a:lnTo>
                    <a:pt x="74578" y="6264"/>
                  </a:lnTo>
                  <a:lnTo>
                    <a:pt x="74578" y="6271"/>
                  </a:lnTo>
                  <a:lnTo>
                    <a:pt x="74539" y="6308"/>
                  </a:lnTo>
                  <a:lnTo>
                    <a:pt x="74489" y="6357"/>
                  </a:lnTo>
                  <a:lnTo>
                    <a:pt x="74357" y="6399"/>
                  </a:lnTo>
                  <a:lnTo>
                    <a:pt x="74320" y="6411"/>
                  </a:lnTo>
                  <a:lnTo>
                    <a:pt x="74284" y="6451"/>
                  </a:lnTo>
                  <a:lnTo>
                    <a:pt x="74205" y="6540"/>
                  </a:lnTo>
                  <a:lnTo>
                    <a:pt x="74184" y="6805"/>
                  </a:lnTo>
                  <a:lnTo>
                    <a:pt x="74183" y="6816"/>
                  </a:lnTo>
                  <a:lnTo>
                    <a:pt x="74183" y="6843"/>
                  </a:lnTo>
                  <a:lnTo>
                    <a:pt x="74181" y="6920"/>
                  </a:lnTo>
                  <a:lnTo>
                    <a:pt x="74180" y="6956"/>
                  </a:lnTo>
                  <a:lnTo>
                    <a:pt x="74178" y="7026"/>
                  </a:lnTo>
                  <a:lnTo>
                    <a:pt x="74196" y="7047"/>
                  </a:lnTo>
                  <a:lnTo>
                    <a:pt x="74212" y="7066"/>
                  </a:lnTo>
                  <a:lnTo>
                    <a:pt x="74216" y="7072"/>
                  </a:lnTo>
                  <a:lnTo>
                    <a:pt x="74258" y="7363"/>
                  </a:lnTo>
                  <a:lnTo>
                    <a:pt x="74268" y="7438"/>
                  </a:lnTo>
                  <a:lnTo>
                    <a:pt x="74267" y="7445"/>
                  </a:lnTo>
                  <a:lnTo>
                    <a:pt x="74265" y="7451"/>
                  </a:lnTo>
                  <a:lnTo>
                    <a:pt x="74272" y="7456"/>
                  </a:lnTo>
                  <a:lnTo>
                    <a:pt x="74281" y="7474"/>
                  </a:lnTo>
                  <a:lnTo>
                    <a:pt x="74555" y="8045"/>
                  </a:lnTo>
                  <a:lnTo>
                    <a:pt x="74455" y="8099"/>
                  </a:lnTo>
                  <a:lnTo>
                    <a:pt x="74449" y="8102"/>
                  </a:lnTo>
                  <a:lnTo>
                    <a:pt x="74376" y="8142"/>
                  </a:lnTo>
                  <a:lnTo>
                    <a:pt x="74381" y="8162"/>
                  </a:lnTo>
                  <a:lnTo>
                    <a:pt x="74514" y="8529"/>
                  </a:lnTo>
                  <a:lnTo>
                    <a:pt x="74634" y="8651"/>
                  </a:lnTo>
                  <a:lnTo>
                    <a:pt x="74656" y="8652"/>
                  </a:lnTo>
                  <a:lnTo>
                    <a:pt x="74673" y="8625"/>
                  </a:lnTo>
                  <a:lnTo>
                    <a:pt x="74670" y="8499"/>
                  </a:lnTo>
                  <a:lnTo>
                    <a:pt x="74691" y="8443"/>
                  </a:lnTo>
                  <a:lnTo>
                    <a:pt x="74762" y="8357"/>
                  </a:lnTo>
                  <a:lnTo>
                    <a:pt x="74909" y="8178"/>
                  </a:lnTo>
                  <a:lnTo>
                    <a:pt x="75134" y="8063"/>
                  </a:lnTo>
                  <a:lnTo>
                    <a:pt x="75228" y="8047"/>
                  </a:lnTo>
                  <a:lnTo>
                    <a:pt x="75336" y="7984"/>
                  </a:lnTo>
                  <a:lnTo>
                    <a:pt x="75430" y="7789"/>
                  </a:lnTo>
                  <a:lnTo>
                    <a:pt x="75424" y="7737"/>
                  </a:lnTo>
                  <a:lnTo>
                    <a:pt x="75412" y="7639"/>
                  </a:lnTo>
                  <a:lnTo>
                    <a:pt x="75390" y="7462"/>
                  </a:lnTo>
                  <a:lnTo>
                    <a:pt x="75360" y="7358"/>
                  </a:lnTo>
                  <a:lnTo>
                    <a:pt x="75524" y="7168"/>
                  </a:lnTo>
                  <a:lnTo>
                    <a:pt x="75530" y="7101"/>
                  </a:lnTo>
                  <a:lnTo>
                    <a:pt x="75497" y="7072"/>
                  </a:lnTo>
                  <a:lnTo>
                    <a:pt x="75500" y="7068"/>
                  </a:lnTo>
                  <a:lnTo>
                    <a:pt x="75512" y="7055"/>
                  </a:lnTo>
                  <a:lnTo>
                    <a:pt x="75525" y="7044"/>
                  </a:lnTo>
                  <a:lnTo>
                    <a:pt x="75538" y="7038"/>
                  </a:lnTo>
                  <a:lnTo>
                    <a:pt x="75551" y="7038"/>
                  </a:lnTo>
                  <a:lnTo>
                    <a:pt x="75557" y="7038"/>
                  </a:lnTo>
                  <a:lnTo>
                    <a:pt x="75564" y="7038"/>
                  </a:lnTo>
                  <a:lnTo>
                    <a:pt x="75575" y="7043"/>
                  </a:lnTo>
                  <a:lnTo>
                    <a:pt x="75618" y="7072"/>
                  </a:lnTo>
                  <a:lnTo>
                    <a:pt x="75721" y="7130"/>
                  </a:lnTo>
                  <a:lnTo>
                    <a:pt x="75771" y="7145"/>
                  </a:lnTo>
                  <a:lnTo>
                    <a:pt x="75833" y="7165"/>
                  </a:lnTo>
                  <a:lnTo>
                    <a:pt x="76069" y="7240"/>
                  </a:lnTo>
                  <a:lnTo>
                    <a:pt x="76090" y="7538"/>
                  </a:lnTo>
                  <a:lnTo>
                    <a:pt x="75925" y="7790"/>
                  </a:lnTo>
                  <a:lnTo>
                    <a:pt x="75837" y="8130"/>
                  </a:lnTo>
                  <a:lnTo>
                    <a:pt x="75820" y="8196"/>
                  </a:lnTo>
                  <a:lnTo>
                    <a:pt x="75802" y="8267"/>
                  </a:lnTo>
                  <a:lnTo>
                    <a:pt x="75825" y="8341"/>
                  </a:lnTo>
                  <a:lnTo>
                    <a:pt x="75923" y="8480"/>
                  </a:lnTo>
                  <a:lnTo>
                    <a:pt x="76082" y="8623"/>
                  </a:lnTo>
                  <a:lnTo>
                    <a:pt x="76112" y="8622"/>
                  </a:lnTo>
                  <a:lnTo>
                    <a:pt x="76149" y="8662"/>
                  </a:lnTo>
                  <a:lnTo>
                    <a:pt x="76212" y="8765"/>
                  </a:lnTo>
                  <a:lnTo>
                    <a:pt x="76234" y="8924"/>
                  </a:lnTo>
                  <a:lnTo>
                    <a:pt x="76190" y="8982"/>
                  </a:lnTo>
                  <a:lnTo>
                    <a:pt x="76064" y="9019"/>
                  </a:lnTo>
                  <a:lnTo>
                    <a:pt x="76007" y="9004"/>
                  </a:lnTo>
                  <a:lnTo>
                    <a:pt x="75866" y="8950"/>
                  </a:lnTo>
                  <a:lnTo>
                    <a:pt x="75853" y="8984"/>
                  </a:lnTo>
                  <a:lnTo>
                    <a:pt x="75720" y="9205"/>
                  </a:lnTo>
                  <a:lnTo>
                    <a:pt x="75658" y="9255"/>
                  </a:lnTo>
                  <a:lnTo>
                    <a:pt x="75606" y="9257"/>
                  </a:lnTo>
                  <a:lnTo>
                    <a:pt x="75535" y="9229"/>
                  </a:lnTo>
                  <a:lnTo>
                    <a:pt x="75505" y="9202"/>
                  </a:lnTo>
                  <a:lnTo>
                    <a:pt x="75446" y="9149"/>
                  </a:lnTo>
                  <a:lnTo>
                    <a:pt x="75401" y="9107"/>
                  </a:lnTo>
                  <a:lnTo>
                    <a:pt x="75026" y="9176"/>
                  </a:lnTo>
                  <a:lnTo>
                    <a:pt x="74980" y="9226"/>
                  </a:lnTo>
                  <a:lnTo>
                    <a:pt x="75010" y="9268"/>
                  </a:lnTo>
                  <a:lnTo>
                    <a:pt x="75166" y="9338"/>
                  </a:lnTo>
                  <a:lnTo>
                    <a:pt x="75348" y="9190"/>
                  </a:lnTo>
                  <a:lnTo>
                    <a:pt x="75664" y="9363"/>
                  </a:lnTo>
                  <a:lnTo>
                    <a:pt x="75683" y="9562"/>
                  </a:lnTo>
                  <a:lnTo>
                    <a:pt x="75719" y="9587"/>
                  </a:lnTo>
                  <a:lnTo>
                    <a:pt x="75767" y="9574"/>
                  </a:lnTo>
                  <a:lnTo>
                    <a:pt x="75805" y="9522"/>
                  </a:lnTo>
                  <a:lnTo>
                    <a:pt x="75825" y="9494"/>
                  </a:lnTo>
                  <a:lnTo>
                    <a:pt x="75827" y="9491"/>
                  </a:lnTo>
                  <a:lnTo>
                    <a:pt x="75832" y="9485"/>
                  </a:lnTo>
                  <a:lnTo>
                    <a:pt x="75835" y="9481"/>
                  </a:lnTo>
                  <a:lnTo>
                    <a:pt x="75837" y="9477"/>
                  </a:lnTo>
                  <a:lnTo>
                    <a:pt x="75854" y="9439"/>
                  </a:lnTo>
                  <a:lnTo>
                    <a:pt x="76001" y="9344"/>
                  </a:lnTo>
                  <a:lnTo>
                    <a:pt x="76235" y="9309"/>
                  </a:lnTo>
                  <a:lnTo>
                    <a:pt x="76250" y="9312"/>
                  </a:lnTo>
                  <a:lnTo>
                    <a:pt x="76299" y="9445"/>
                  </a:lnTo>
                  <a:lnTo>
                    <a:pt x="76280" y="9588"/>
                  </a:lnTo>
                  <a:lnTo>
                    <a:pt x="76206" y="9721"/>
                  </a:lnTo>
                  <a:lnTo>
                    <a:pt x="76172" y="9735"/>
                  </a:lnTo>
                  <a:lnTo>
                    <a:pt x="76112" y="9720"/>
                  </a:lnTo>
                  <a:lnTo>
                    <a:pt x="76103" y="9673"/>
                  </a:lnTo>
                  <a:lnTo>
                    <a:pt x="76068" y="9641"/>
                  </a:lnTo>
                  <a:lnTo>
                    <a:pt x="76054" y="9639"/>
                  </a:lnTo>
                  <a:lnTo>
                    <a:pt x="75932" y="9621"/>
                  </a:lnTo>
                  <a:lnTo>
                    <a:pt x="75859" y="9675"/>
                  </a:lnTo>
                  <a:lnTo>
                    <a:pt x="75811" y="9834"/>
                  </a:lnTo>
                  <a:lnTo>
                    <a:pt x="75899" y="9804"/>
                  </a:lnTo>
                  <a:lnTo>
                    <a:pt x="76015" y="9826"/>
                  </a:lnTo>
                  <a:lnTo>
                    <a:pt x="76197" y="10192"/>
                  </a:lnTo>
                  <a:lnTo>
                    <a:pt x="76202" y="10190"/>
                  </a:lnTo>
                  <a:lnTo>
                    <a:pt x="76260" y="10167"/>
                  </a:lnTo>
                  <a:lnTo>
                    <a:pt x="76289" y="10155"/>
                  </a:lnTo>
                  <a:lnTo>
                    <a:pt x="76397" y="10212"/>
                  </a:lnTo>
                  <a:lnTo>
                    <a:pt x="76416" y="10251"/>
                  </a:lnTo>
                  <a:lnTo>
                    <a:pt x="76446" y="10340"/>
                  </a:lnTo>
                  <a:lnTo>
                    <a:pt x="76338" y="10741"/>
                  </a:lnTo>
                  <a:lnTo>
                    <a:pt x="76452" y="10893"/>
                  </a:lnTo>
                  <a:lnTo>
                    <a:pt x="76525" y="10990"/>
                  </a:lnTo>
                  <a:lnTo>
                    <a:pt x="76584" y="11092"/>
                  </a:lnTo>
                  <a:lnTo>
                    <a:pt x="76578" y="11109"/>
                  </a:lnTo>
                  <a:lnTo>
                    <a:pt x="76561" y="11147"/>
                  </a:lnTo>
                  <a:lnTo>
                    <a:pt x="76531" y="11199"/>
                  </a:lnTo>
                  <a:lnTo>
                    <a:pt x="76531" y="11286"/>
                  </a:lnTo>
                  <a:lnTo>
                    <a:pt x="76633" y="11351"/>
                  </a:lnTo>
                  <a:lnTo>
                    <a:pt x="76670" y="11378"/>
                  </a:lnTo>
                  <a:lnTo>
                    <a:pt x="76748" y="11442"/>
                  </a:lnTo>
                  <a:lnTo>
                    <a:pt x="76757" y="11457"/>
                  </a:lnTo>
                  <a:lnTo>
                    <a:pt x="76759" y="11471"/>
                  </a:lnTo>
                  <a:lnTo>
                    <a:pt x="76755" y="11500"/>
                  </a:lnTo>
                  <a:lnTo>
                    <a:pt x="76738" y="11525"/>
                  </a:lnTo>
                  <a:lnTo>
                    <a:pt x="76709" y="11528"/>
                  </a:lnTo>
                  <a:lnTo>
                    <a:pt x="76705" y="11536"/>
                  </a:lnTo>
                  <a:lnTo>
                    <a:pt x="76701" y="11554"/>
                  </a:lnTo>
                  <a:lnTo>
                    <a:pt x="76714" y="11565"/>
                  </a:lnTo>
                  <a:lnTo>
                    <a:pt x="76740" y="11576"/>
                  </a:lnTo>
                  <a:lnTo>
                    <a:pt x="76744" y="11579"/>
                  </a:lnTo>
                  <a:lnTo>
                    <a:pt x="76760" y="11588"/>
                  </a:lnTo>
                  <a:lnTo>
                    <a:pt x="76762" y="11597"/>
                  </a:lnTo>
                  <a:lnTo>
                    <a:pt x="76758" y="11612"/>
                  </a:lnTo>
                  <a:lnTo>
                    <a:pt x="76745" y="11633"/>
                  </a:lnTo>
                  <a:lnTo>
                    <a:pt x="76732" y="11661"/>
                  </a:lnTo>
                  <a:lnTo>
                    <a:pt x="76727" y="11671"/>
                  </a:lnTo>
                  <a:lnTo>
                    <a:pt x="76716" y="11690"/>
                  </a:lnTo>
                  <a:lnTo>
                    <a:pt x="76712" y="11703"/>
                  </a:lnTo>
                  <a:lnTo>
                    <a:pt x="76714" y="11719"/>
                  </a:lnTo>
                  <a:lnTo>
                    <a:pt x="76725" y="11743"/>
                  </a:lnTo>
                  <a:lnTo>
                    <a:pt x="76757" y="11791"/>
                  </a:lnTo>
                  <a:lnTo>
                    <a:pt x="76766" y="11824"/>
                  </a:lnTo>
                  <a:lnTo>
                    <a:pt x="76763" y="11846"/>
                  </a:lnTo>
                  <a:lnTo>
                    <a:pt x="76761" y="11868"/>
                  </a:lnTo>
                  <a:lnTo>
                    <a:pt x="76761" y="11879"/>
                  </a:lnTo>
                  <a:lnTo>
                    <a:pt x="76768" y="11900"/>
                  </a:lnTo>
                  <a:lnTo>
                    <a:pt x="76777" y="11908"/>
                  </a:lnTo>
                  <a:lnTo>
                    <a:pt x="76785" y="11907"/>
                  </a:lnTo>
                  <a:lnTo>
                    <a:pt x="76795" y="11901"/>
                  </a:lnTo>
                  <a:lnTo>
                    <a:pt x="76812" y="11835"/>
                  </a:lnTo>
                  <a:lnTo>
                    <a:pt x="76856" y="11666"/>
                  </a:lnTo>
                  <a:lnTo>
                    <a:pt x="76993" y="11471"/>
                  </a:lnTo>
                  <a:lnTo>
                    <a:pt x="76982" y="11466"/>
                  </a:lnTo>
                  <a:lnTo>
                    <a:pt x="76954" y="11453"/>
                  </a:lnTo>
                  <a:lnTo>
                    <a:pt x="76751" y="11359"/>
                  </a:lnTo>
                  <a:lnTo>
                    <a:pt x="76698" y="11335"/>
                  </a:lnTo>
                  <a:lnTo>
                    <a:pt x="76693" y="11325"/>
                  </a:lnTo>
                  <a:lnTo>
                    <a:pt x="76615" y="11286"/>
                  </a:lnTo>
                  <a:lnTo>
                    <a:pt x="76603" y="11236"/>
                  </a:lnTo>
                  <a:lnTo>
                    <a:pt x="76604" y="11215"/>
                  </a:lnTo>
                  <a:lnTo>
                    <a:pt x="76608" y="11164"/>
                  </a:lnTo>
                  <a:lnTo>
                    <a:pt x="76620" y="11132"/>
                  </a:lnTo>
                  <a:lnTo>
                    <a:pt x="76650" y="11054"/>
                  </a:lnTo>
                  <a:lnTo>
                    <a:pt x="76659" y="11031"/>
                  </a:lnTo>
                  <a:lnTo>
                    <a:pt x="76664" y="11019"/>
                  </a:lnTo>
                  <a:lnTo>
                    <a:pt x="76747" y="10929"/>
                  </a:lnTo>
                  <a:lnTo>
                    <a:pt x="76784" y="10463"/>
                  </a:lnTo>
                  <a:lnTo>
                    <a:pt x="76831" y="10449"/>
                  </a:lnTo>
                  <a:lnTo>
                    <a:pt x="77199" y="10460"/>
                  </a:lnTo>
                  <a:lnTo>
                    <a:pt x="77612" y="10474"/>
                  </a:lnTo>
                  <a:lnTo>
                    <a:pt x="77704" y="10536"/>
                  </a:lnTo>
                  <a:lnTo>
                    <a:pt x="77728" y="10552"/>
                  </a:lnTo>
                  <a:lnTo>
                    <a:pt x="77759" y="10573"/>
                  </a:lnTo>
                  <a:lnTo>
                    <a:pt x="77777" y="10555"/>
                  </a:lnTo>
                  <a:lnTo>
                    <a:pt x="77869" y="10540"/>
                  </a:lnTo>
                  <a:lnTo>
                    <a:pt x="77949" y="10246"/>
                  </a:lnTo>
                  <a:lnTo>
                    <a:pt x="77784" y="9995"/>
                  </a:lnTo>
                  <a:lnTo>
                    <a:pt x="77560" y="9584"/>
                  </a:lnTo>
                  <a:lnTo>
                    <a:pt x="77558" y="9576"/>
                  </a:lnTo>
                  <a:lnTo>
                    <a:pt x="77511" y="9358"/>
                  </a:lnTo>
                  <a:lnTo>
                    <a:pt x="77458" y="9116"/>
                  </a:lnTo>
                  <a:lnTo>
                    <a:pt x="77398" y="8709"/>
                  </a:lnTo>
                  <a:lnTo>
                    <a:pt x="77382" y="8461"/>
                  </a:lnTo>
                  <a:lnTo>
                    <a:pt x="77376" y="8370"/>
                  </a:lnTo>
                  <a:lnTo>
                    <a:pt x="77369" y="8263"/>
                  </a:lnTo>
                  <a:lnTo>
                    <a:pt x="77366" y="8258"/>
                  </a:lnTo>
                  <a:lnTo>
                    <a:pt x="77312" y="8169"/>
                  </a:lnTo>
                  <a:lnTo>
                    <a:pt x="77287" y="8141"/>
                  </a:lnTo>
                  <a:lnTo>
                    <a:pt x="77054" y="7866"/>
                  </a:lnTo>
                  <a:lnTo>
                    <a:pt x="77059" y="7825"/>
                  </a:lnTo>
                  <a:lnTo>
                    <a:pt x="77086" y="7607"/>
                  </a:lnTo>
                  <a:lnTo>
                    <a:pt x="76948" y="7072"/>
                  </a:lnTo>
                  <a:lnTo>
                    <a:pt x="76946" y="7067"/>
                  </a:lnTo>
                  <a:lnTo>
                    <a:pt x="76941" y="7054"/>
                  </a:lnTo>
                  <a:lnTo>
                    <a:pt x="76936" y="7046"/>
                  </a:lnTo>
                  <a:lnTo>
                    <a:pt x="76932" y="7038"/>
                  </a:lnTo>
                  <a:lnTo>
                    <a:pt x="76928" y="7035"/>
                  </a:lnTo>
                  <a:lnTo>
                    <a:pt x="76921" y="7030"/>
                  </a:lnTo>
                  <a:lnTo>
                    <a:pt x="76917" y="7026"/>
                  </a:lnTo>
                  <a:lnTo>
                    <a:pt x="76914" y="7018"/>
                  </a:lnTo>
                  <a:lnTo>
                    <a:pt x="76914" y="7010"/>
                  </a:lnTo>
                  <a:lnTo>
                    <a:pt x="76913" y="7004"/>
                  </a:lnTo>
                  <a:lnTo>
                    <a:pt x="76906" y="6990"/>
                  </a:lnTo>
                  <a:lnTo>
                    <a:pt x="76876" y="6931"/>
                  </a:lnTo>
                  <a:lnTo>
                    <a:pt x="76863" y="6906"/>
                  </a:lnTo>
                  <a:lnTo>
                    <a:pt x="76860" y="6882"/>
                  </a:lnTo>
                  <a:lnTo>
                    <a:pt x="76857" y="6856"/>
                  </a:lnTo>
                  <a:lnTo>
                    <a:pt x="76855" y="6844"/>
                  </a:lnTo>
                  <a:lnTo>
                    <a:pt x="76851" y="6814"/>
                  </a:lnTo>
                  <a:lnTo>
                    <a:pt x="76851" y="6810"/>
                  </a:lnTo>
                  <a:lnTo>
                    <a:pt x="76845" y="6765"/>
                  </a:lnTo>
                  <a:lnTo>
                    <a:pt x="76938" y="6700"/>
                  </a:lnTo>
                  <a:lnTo>
                    <a:pt x="76952" y="6690"/>
                  </a:lnTo>
                  <a:lnTo>
                    <a:pt x="76933" y="6657"/>
                  </a:lnTo>
                  <a:lnTo>
                    <a:pt x="76921" y="6649"/>
                  </a:lnTo>
                  <a:lnTo>
                    <a:pt x="76858" y="6610"/>
                  </a:lnTo>
                  <a:lnTo>
                    <a:pt x="76848" y="6604"/>
                  </a:lnTo>
                  <a:lnTo>
                    <a:pt x="76841" y="6600"/>
                  </a:lnTo>
                  <a:lnTo>
                    <a:pt x="76771" y="6586"/>
                  </a:lnTo>
                  <a:lnTo>
                    <a:pt x="76722" y="6577"/>
                  </a:lnTo>
                  <a:lnTo>
                    <a:pt x="76709" y="6575"/>
                  </a:lnTo>
                  <a:lnTo>
                    <a:pt x="76687" y="6499"/>
                  </a:lnTo>
                  <a:lnTo>
                    <a:pt x="76690" y="6482"/>
                  </a:lnTo>
                  <a:lnTo>
                    <a:pt x="76697" y="6440"/>
                  </a:lnTo>
                  <a:lnTo>
                    <a:pt x="76722" y="6415"/>
                  </a:lnTo>
                  <a:lnTo>
                    <a:pt x="76732" y="6404"/>
                  </a:lnTo>
                  <a:lnTo>
                    <a:pt x="76739" y="6397"/>
                  </a:lnTo>
                  <a:lnTo>
                    <a:pt x="76749" y="6415"/>
                  </a:lnTo>
                  <a:lnTo>
                    <a:pt x="76775" y="6463"/>
                  </a:lnTo>
                  <a:lnTo>
                    <a:pt x="76864" y="6548"/>
                  </a:lnTo>
                  <a:lnTo>
                    <a:pt x="76881" y="6565"/>
                  </a:lnTo>
                  <a:lnTo>
                    <a:pt x="76936" y="6597"/>
                  </a:lnTo>
                  <a:lnTo>
                    <a:pt x="76954" y="6607"/>
                  </a:lnTo>
                  <a:lnTo>
                    <a:pt x="76968" y="6615"/>
                  </a:lnTo>
                  <a:lnTo>
                    <a:pt x="77051" y="6608"/>
                  </a:lnTo>
                  <a:lnTo>
                    <a:pt x="77121" y="6564"/>
                  </a:lnTo>
                  <a:lnTo>
                    <a:pt x="77138" y="6536"/>
                  </a:lnTo>
                  <a:lnTo>
                    <a:pt x="77182" y="6461"/>
                  </a:lnTo>
                  <a:lnTo>
                    <a:pt x="77213" y="6411"/>
                  </a:lnTo>
                  <a:lnTo>
                    <a:pt x="77216" y="6406"/>
                  </a:lnTo>
                  <a:lnTo>
                    <a:pt x="77218" y="6398"/>
                  </a:lnTo>
                  <a:lnTo>
                    <a:pt x="77217" y="6380"/>
                  </a:lnTo>
                  <a:lnTo>
                    <a:pt x="77213" y="6361"/>
                  </a:lnTo>
                  <a:lnTo>
                    <a:pt x="77209" y="6336"/>
                  </a:lnTo>
                  <a:lnTo>
                    <a:pt x="77208" y="6325"/>
                  </a:lnTo>
                  <a:lnTo>
                    <a:pt x="77203" y="6310"/>
                  </a:lnTo>
                  <a:lnTo>
                    <a:pt x="77173" y="6279"/>
                  </a:lnTo>
                  <a:lnTo>
                    <a:pt x="77128" y="6233"/>
                  </a:lnTo>
                  <a:lnTo>
                    <a:pt x="77123" y="6228"/>
                  </a:lnTo>
                  <a:lnTo>
                    <a:pt x="77037" y="6204"/>
                  </a:lnTo>
                  <a:lnTo>
                    <a:pt x="77027" y="6178"/>
                  </a:lnTo>
                  <a:lnTo>
                    <a:pt x="77028" y="6170"/>
                  </a:lnTo>
                  <a:lnTo>
                    <a:pt x="77028" y="6156"/>
                  </a:lnTo>
                  <a:lnTo>
                    <a:pt x="77031" y="6150"/>
                  </a:lnTo>
                  <a:lnTo>
                    <a:pt x="77038" y="6141"/>
                  </a:lnTo>
                  <a:lnTo>
                    <a:pt x="77044" y="6133"/>
                  </a:lnTo>
                  <a:lnTo>
                    <a:pt x="77047" y="6124"/>
                  </a:lnTo>
                  <a:lnTo>
                    <a:pt x="77056" y="6104"/>
                  </a:lnTo>
                  <a:lnTo>
                    <a:pt x="77061" y="6098"/>
                  </a:lnTo>
                  <a:lnTo>
                    <a:pt x="77065" y="6066"/>
                  </a:lnTo>
                  <a:lnTo>
                    <a:pt x="77066" y="6061"/>
                  </a:lnTo>
                  <a:lnTo>
                    <a:pt x="77066" y="6032"/>
                  </a:lnTo>
                  <a:lnTo>
                    <a:pt x="77055" y="6031"/>
                  </a:lnTo>
                  <a:lnTo>
                    <a:pt x="77049" y="6026"/>
                  </a:lnTo>
                  <a:lnTo>
                    <a:pt x="77042" y="6026"/>
                  </a:lnTo>
                  <a:lnTo>
                    <a:pt x="77027" y="6031"/>
                  </a:lnTo>
                  <a:lnTo>
                    <a:pt x="77006" y="6038"/>
                  </a:lnTo>
                  <a:lnTo>
                    <a:pt x="77001" y="6042"/>
                  </a:lnTo>
                  <a:lnTo>
                    <a:pt x="77001" y="6047"/>
                  </a:lnTo>
                  <a:lnTo>
                    <a:pt x="76986" y="6054"/>
                  </a:lnTo>
                  <a:lnTo>
                    <a:pt x="76976" y="6058"/>
                  </a:lnTo>
                  <a:lnTo>
                    <a:pt x="76970" y="6061"/>
                  </a:lnTo>
                  <a:lnTo>
                    <a:pt x="76957" y="6073"/>
                  </a:lnTo>
                  <a:lnTo>
                    <a:pt x="76950" y="6080"/>
                  </a:lnTo>
                  <a:lnTo>
                    <a:pt x="76933" y="6097"/>
                  </a:lnTo>
                  <a:lnTo>
                    <a:pt x="76923" y="6108"/>
                  </a:lnTo>
                  <a:lnTo>
                    <a:pt x="76920" y="6120"/>
                  </a:lnTo>
                  <a:lnTo>
                    <a:pt x="76916" y="6130"/>
                  </a:lnTo>
                  <a:lnTo>
                    <a:pt x="76904" y="6160"/>
                  </a:lnTo>
                  <a:lnTo>
                    <a:pt x="76894" y="6186"/>
                  </a:lnTo>
                  <a:lnTo>
                    <a:pt x="76873" y="6226"/>
                  </a:lnTo>
                  <a:lnTo>
                    <a:pt x="76871" y="6233"/>
                  </a:lnTo>
                  <a:lnTo>
                    <a:pt x="76867" y="6237"/>
                  </a:lnTo>
                  <a:lnTo>
                    <a:pt x="76858" y="6247"/>
                  </a:lnTo>
                  <a:lnTo>
                    <a:pt x="76852" y="6253"/>
                  </a:lnTo>
                  <a:lnTo>
                    <a:pt x="76846" y="6260"/>
                  </a:lnTo>
                  <a:lnTo>
                    <a:pt x="76839" y="6265"/>
                  </a:lnTo>
                  <a:lnTo>
                    <a:pt x="76818" y="6287"/>
                  </a:lnTo>
                  <a:lnTo>
                    <a:pt x="76802" y="6300"/>
                  </a:lnTo>
                  <a:lnTo>
                    <a:pt x="76793" y="6304"/>
                  </a:lnTo>
                  <a:lnTo>
                    <a:pt x="76773" y="6306"/>
                  </a:lnTo>
                  <a:lnTo>
                    <a:pt x="76746" y="6301"/>
                  </a:lnTo>
                  <a:lnTo>
                    <a:pt x="76710" y="6293"/>
                  </a:lnTo>
                  <a:lnTo>
                    <a:pt x="76686" y="6289"/>
                  </a:lnTo>
                  <a:lnTo>
                    <a:pt x="76662" y="6284"/>
                  </a:lnTo>
                  <a:lnTo>
                    <a:pt x="76643" y="6245"/>
                  </a:lnTo>
                  <a:lnTo>
                    <a:pt x="76622" y="6199"/>
                  </a:lnTo>
                  <a:lnTo>
                    <a:pt x="76613" y="6178"/>
                  </a:lnTo>
                  <a:lnTo>
                    <a:pt x="76567" y="6125"/>
                  </a:lnTo>
                  <a:lnTo>
                    <a:pt x="76571" y="6119"/>
                  </a:lnTo>
                  <a:lnTo>
                    <a:pt x="76579" y="6110"/>
                  </a:lnTo>
                  <a:lnTo>
                    <a:pt x="76574" y="6088"/>
                  </a:lnTo>
                  <a:lnTo>
                    <a:pt x="76569" y="6064"/>
                  </a:lnTo>
                  <a:lnTo>
                    <a:pt x="76564" y="6038"/>
                  </a:lnTo>
                  <a:lnTo>
                    <a:pt x="76560" y="6018"/>
                  </a:lnTo>
                  <a:lnTo>
                    <a:pt x="76504" y="6013"/>
                  </a:lnTo>
                  <a:lnTo>
                    <a:pt x="76393" y="6003"/>
                  </a:lnTo>
                  <a:lnTo>
                    <a:pt x="76365" y="6001"/>
                  </a:lnTo>
                  <a:lnTo>
                    <a:pt x="76329" y="6009"/>
                  </a:lnTo>
                  <a:lnTo>
                    <a:pt x="76282" y="6019"/>
                  </a:lnTo>
                  <a:lnTo>
                    <a:pt x="76221" y="6033"/>
                  </a:lnTo>
                  <a:lnTo>
                    <a:pt x="76167" y="6045"/>
                  </a:lnTo>
                  <a:lnTo>
                    <a:pt x="76056" y="6067"/>
                  </a:lnTo>
                  <a:lnTo>
                    <a:pt x="76038" y="6071"/>
                  </a:lnTo>
                  <a:lnTo>
                    <a:pt x="76028" y="6073"/>
                  </a:lnTo>
                  <a:lnTo>
                    <a:pt x="75953" y="6072"/>
                  </a:lnTo>
                  <a:lnTo>
                    <a:pt x="75925" y="6072"/>
                  </a:lnTo>
                  <a:lnTo>
                    <a:pt x="75905" y="6072"/>
                  </a:lnTo>
                  <a:lnTo>
                    <a:pt x="75894" y="6072"/>
                  </a:lnTo>
                  <a:lnTo>
                    <a:pt x="75885" y="6076"/>
                  </a:lnTo>
                  <a:lnTo>
                    <a:pt x="75874" y="6083"/>
                  </a:lnTo>
                  <a:lnTo>
                    <a:pt x="75862" y="6090"/>
                  </a:lnTo>
                  <a:lnTo>
                    <a:pt x="75856" y="6097"/>
                  </a:lnTo>
                  <a:lnTo>
                    <a:pt x="75853" y="6105"/>
                  </a:lnTo>
                  <a:lnTo>
                    <a:pt x="75853" y="6113"/>
                  </a:lnTo>
                  <a:lnTo>
                    <a:pt x="75855" y="6120"/>
                  </a:lnTo>
                  <a:lnTo>
                    <a:pt x="75858" y="6124"/>
                  </a:lnTo>
                  <a:lnTo>
                    <a:pt x="75858" y="6139"/>
                  </a:lnTo>
                  <a:lnTo>
                    <a:pt x="75854" y="6155"/>
                  </a:lnTo>
                  <a:lnTo>
                    <a:pt x="75850" y="6168"/>
                  </a:lnTo>
                  <a:lnTo>
                    <a:pt x="75846" y="6177"/>
                  </a:lnTo>
                  <a:lnTo>
                    <a:pt x="75842" y="6184"/>
                  </a:lnTo>
                  <a:lnTo>
                    <a:pt x="75837" y="6190"/>
                  </a:lnTo>
                  <a:lnTo>
                    <a:pt x="75833" y="6193"/>
                  </a:lnTo>
                  <a:lnTo>
                    <a:pt x="75829" y="6197"/>
                  </a:lnTo>
                  <a:lnTo>
                    <a:pt x="75822" y="6202"/>
                  </a:lnTo>
                  <a:lnTo>
                    <a:pt x="75818" y="6205"/>
                  </a:lnTo>
                  <a:lnTo>
                    <a:pt x="75810" y="6209"/>
                  </a:lnTo>
                  <a:lnTo>
                    <a:pt x="75801" y="6212"/>
                  </a:lnTo>
                  <a:lnTo>
                    <a:pt x="75789" y="6213"/>
                  </a:lnTo>
                  <a:lnTo>
                    <a:pt x="75781" y="6214"/>
                  </a:lnTo>
                  <a:lnTo>
                    <a:pt x="75767" y="6211"/>
                  </a:lnTo>
                  <a:lnTo>
                    <a:pt x="75758" y="6208"/>
                  </a:lnTo>
                  <a:lnTo>
                    <a:pt x="75749" y="6204"/>
                  </a:lnTo>
                  <a:lnTo>
                    <a:pt x="75741" y="6198"/>
                  </a:lnTo>
                  <a:lnTo>
                    <a:pt x="75733" y="6190"/>
                  </a:lnTo>
                  <a:lnTo>
                    <a:pt x="75725" y="6184"/>
                  </a:lnTo>
                  <a:lnTo>
                    <a:pt x="75713" y="6177"/>
                  </a:lnTo>
                  <a:lnTo>
                    <a:pt x="75700" y="6171"/>
                  </a:lnTo>
                  <a:lnTo>
                    <a:pt x="75677" y="6164"/>
                  </a:lnTo>
                  <a:lnTo>
                    <a:pt x="75664" y="6162"/>
                  </a:lnTo>
                  <a:lnTo>
                    <a:pt x="75656" y="6158"/>
                  </a:lnTo>
                  <a:lnTo>
                    <a:pt x="75651" y="6154"/>
                  </a:lnTo>
                  <a:lnTo>
                    <a:pt x="75645" y="6144"/>
                  </a:lnTo>
                  <a:lnTo>
                    <a:pt x="75644" y="6140"/>
                  </a:lnTo>
                  <a:lnTo>
                    <a:pt x="75646" y="6127"/>
                  </a:lnTo>
                  <a:lnTo>
                    <a:pt x="75648" y="6116"/>
                  </a:lnTo>
                  <a:lnTo>
                    <a:pt x="75663" y="6029"/>
                  </a:lnTo>
                  <a:lnTo>
                    <a:pt x="75667" y="6008"/>
                  </a:lnTo>
                  <a:lnTo>
                    <a:pt x="75598" y="5727"/>
                  </a:lnTo>
                  <a:lnTo>
                    <a:pt x="75518" y="5591"/>
                  </a:lnTo>
                  <a:lnTo>
                    <a:pt x="75486" y="5572"/>
                  </a:lnTo>
                  <a:lnTo>
                    <a:pt x="75473" y="5565"/>
                  </a:lnTo>
                  <a:lnTo>
                    <a:pt x="75454" y="5554"/>
                  </a:lnTo>
                  <a:lnTo>
                    <a:pt x="75447" y="5555"/>
                  </a:lnTo>
                  <a:lnTo>
                    <a:pt x="75439" y="5556"/>
                  </a:lnTo>
                  <a:lnTo>
                    <a:pt x="75431" y="5555"/>
                  </a:lnTo>
                  <a:lnTo>
                    <a:pt x="75426" y="5552"/>
                  </a:lnTo>
                  <a:lnTo>
                    <a:pt x="75421" y="5549"/>
                  </a:lnTo>
                  <a:lnTo>
                    <a:pt x="75415" y="5544"/>
                  </a:lnTo>
                  <a:lnTo>
                    <a:pt x="75410" y="5540"/>
                  </a:lnTo>
                  <a:lnTo>
                    <a:pt x="75402" y="5530"/>
                  </a:lnTo>
                  <a:lnTo>
                    <a:pt x="75399" y="5524"/>
                  </a:lnTo>
                  <a:lnTo>
                    <a:pt x="75388" y="5497"/>
                  </a:lnTo>
                  <a:lnTo>
                    <a:pt x="75379" y="5477"/>
                  </a:lnTo>
                  <a:lnTo>
                    <a:pt x="75374" y="5459"/>
                  </a:lnTo>
                  <a:lnTo>
                    <a:pt x="75368" y="5441"/>
                  </a:lnTo>
                  <a:lnTo>
                    <a:pt x="75366" y="5436"/>
                  </a:lnTo>
                  <a:lnTo>
                    <a:pt x="75354" y="5409"/>
                  </a:lnTo>
                  <a:lnTo>
                    <a:pt x="75351" y="5389"/>
                  </a:lnTo>
                  <a:lnTo>
                    <a:pt x="75351" y="5370"/>
                  </a:lnTo>
                  <a:lnTo>
                    <a:pt x="75351" y="5363"/>
                  </a:lnTo>
                  <a:lnTo>
                    <a:pt x="75350" y="5350"/>
                  </a:lnTo>
                  <a:lnTo>
                    <a:pt x="75356" y="5334"/>
                  </a:lnTo>
                  <a:lnTo>
                    <a:pt x="75359" y="5326"/>
                  </a:lnTo>
                  <a:lnTo>
                    <a:pt x="75366" y="5307"/>
                  </a:lnTo>
                  <a:lnTo>
                    <a:pt x="75378" y="5267"/>
                  </a:lnTo>
                  <a:lnTo>
                    <a:pt x="75393" y="5056"/>
                  </a:lnTo>
                  <a:lnTo>
                    <a:pt x="75388" y="4908"/>
                  </a:lnTo>
                  <a:lnTo>
                    <a:pt x="75416" y="4757"/>
                  </a:lnTo>
                  <a:lnTo>
                    <a:pt x="75417" y="4751"/>
                  </a:lnTo>
                  <a:lnTo>
                    <a:pt x="75457" y="4380"/>
                  </a:lnTo>
                  <a:lnTo>
                    <a:pt x="75460" y="4361"/>
                  </a:lnTo>
                  <a:lnTo>
                    <a:pt x="75474" y="4275"/>
                  </a:lnTo>
                  <a:lnTo>
                    <a:pt x="75479" y="4241"/>
                  </a:lnTo>
                  <a:lnTo>
                    <a:pt x="75480" y="4232"/>
                  </a:lnTo>
                  <a:lnTo>
                    <a:pt x="75492" y="4192"/>
                  </a:lnTo>
                  <a:lnTo>
                    <a:pt x="75507" y="4142"/>
                  </a:lnTo>
                  <a:lnTo>
                    <a:pt x="75518" y="4104"/>
                  </a:lnTo>
                  <a:lnTo>
                    <a:pt x="75610" y="3957"/>
                  </a:lnTo>
                  <a:lnTo>
                    <a:pt x="75628" y="3929"/>
                  </a:lnTo>
                  <a:lnTo>
                    <a:pt x="75638" y="3913"/>
                  </a:lnTo>
                  <a:lnTo>
                    <a:pt x="75646" y="3900"/>
                  </a:lnTo>
                  <a:lnTo>
                    <a:pt x="75653" y="3889"/>
                  </a:lnTo>
                  <a:lnTo>
                    <a:pt x="75657" y="3883"/>
                  </a:lnTo>
                  <a:lnTo>
                    <a:pt x="75674" y="3811"/>
                  </a:lnTo>
                  <a:lnTo>
                    <a:pt x="75682" y="3775"/>
                  </a:lnTo>
                  <a:lnTo>
                    <a:pt x="75692" y="3736"/>
                  </a:lnTo>
                  <a:lnTo>
                    <a:pt x="75734" y="3735"/>
                  </a:lnTo>
                  <a:lnTo>
                    <a:pt x="75815" y="3589"/>
                  </a:lnTo>
                  <a:lnTo>
                    <a:pt x="75814" y="3570"/>
                  </a:lnTo>
                  <a:lnTo>
                    <a:pt x="75808" y="3513"/>
                  </a:lnTo>
                  <a:lnTo>
                    <a:pt x="75801" y="3443"/>
                  </a:lnTo>
                  <a:lnTo>
                    <a:pt x="75800" y="3430"/>
                  </a:lnTo>
                  <a:lnTo>
                    <a:pt x="75792" y="3350"/>
                  </a:lnTo>
                  <a:lnTo>
                    <a:pt x="75778" y="3339"/>
                  </a:lnTo>
                  <a:lnTo>
                    <a:pt x="75716" y="3289"/>
                  </a:lnTo>
                  <a:lnTo>
                    <a:pt x="75610" y="3229"/>
                  </a:lnTo>
                  <a:lnTo>
                    <a:pt x="75604" y="3221"/>
                  </a:lnTo>
                  <a:lnTo>
                    <a:pt x="75591" y="3204"/>
                  </a:lnTo>
                  <a:lnTo>
                    <a:pt x="75576" y="3184"/>
                  </a:lnTo>
                  <a:lnTo>
                    <a:pt x="75508" y="3094"/>
                  </a:lnTo>
                  <a:lnTo>
                    <a:pt x="75545" y="3029"/>
                  </a:lnTo>
                  <a:lnTo>
                    <a:pt x="75938" y="2869"/>
                  </a:lnTo>
                  <a:lnTo>
                    <a:pt x="75943" y="2866"/>
                  </a:lnTo>
                  <a:lnTo>
                    <a:pt x="76133" y="2758"/>
                  </a:lnTo>
                  <a:lnTo>
                    <a:pt x="76159" y="2749"/>
                  </a:lnTo>
                  <a:lnTo>
                    <a:pt x="76182" y="2738"/>
                  </a:lnTo>
                  <a:lnTo>
                    <a:pt x="76203" y="2725"/>
                  </a:lnTo>
                  <a:lnTo>
                    <a:pt x="76235" y="2706"/>
                  </a:lnTo>
                  <a:lnTo>
                    <a:pt x="76251" y="2694"/>
                  </a:lnTo>
                  <a:lnTo>
                    <a:pt x="76273" y="2675"/>
                  </a:lnTo>
                  <a:lnTo>
                    <a:pt x="76288" y="2660"/>
                  </a:lnTo>
                  <a:lnTo>
                    <a:pt x="76301" y="2645"/>
                  </a:lnTo>
                  <a:lnTo>
                    <a:pt x="76305" y="2632"/>
                  </a:lnTo>
                  <a:lnTo>
                    <a:pt x="76312" y="2610"/>
                  </a:lnTo>
                  <a:lnTo>
                    <a:pt x="76315" y="2602"/>
                  </a:lnTo>
                  <a:lnTo>
                    <a:pt x="76324" y="2594"/>
                  </a:lnTo>
                  <a:lnTo>
                    <a:pt x="76342" y="2582"/>
                  </a:lnTo>
                  <a:lnTo>
                    <a:pt x="76349" y="2571"/>
                  </a:lnTo>
                  <a:lnTo>
                    <a:pt x="76370" y="2553"/>
                  </a:lnTo>
                  <a:lnTo>
                    <a:pt x="76391" y="2535"/>
                  </a:lnTo>
                  <a:lnTo>
                    <a:pt x="76401" y="2530"/>
                  </a:lnTo>
                  <a:lnTo>
                    <a:pt x="76411" y="2520"/>
                  </a:lnTo>
                  <a:lnTo>
                    <a:pt x="76422" y="2500"/>
                  </a:lnTo>
                  <a:lnTo>
                    <a:pt x="76437" y="2472"/>
                  </a:lnTo>
                  <a:lnTo>
                    <a:pt x="76447" y="2454"/>
                  </a:lnTo>
                  <a:lnTo>
                    <a:pt x="76453" y="2434"/>
                  </a:lnTo>
                  <a:lnTo>
                    <a:pt x="76459" y="2421"/>
                  </a:lnTo>
                  <a:lnTo>
                    <a:pt x="76466" y="2407"/>
                  </a:lnTo>
                  <a:lnTo>
                    <a:pt x="76470" y="2390"/>
                  </a:lnTo>
                  <a:lnTo>
                    <a:pt x="76472" y="2372"/>
                  </a:lnTo>
                  <a:lnTo>
                    <a:pt x="76472" y="2360"/>
                  </a:lnTo>
                  <a:lnTo>
                    <a:pt x="76473" y="2350"/>
                  </a:lnTo>
                  <a:lnTo>
                    <a:pt x="76479" y="2331"/>
                  </a:lnTo>
                  <a:lnTo>
                    <a:pt x="76481" y="2325"/>
                  </a:lnTo>
                  <a:lnTo>
                    <a:pt x="76482" y="2312"/>
                  </a:lnTo>
                  <a:lnTo>
                    <a:pt x="76482" y="2299"/>
                  </a:lnTo>
                  <a:lnTo>
                    <a:pt x="76479" y="2288"/>
                  </a:lnTo>
                  <a:lnTo>
                    <a:pt x="76476" y="2272"/>
                  </a:lnTo>
                  <a:lnTo>
                    <a:pt x="76469" y="2262"/>
                  </a:lnTo>
                  <a:lnTo>
                    <a:pt x="76463" y="2258"/>
                  </a:lnTo>
                  <a:lnTo>
                    <a:pt x="76455" y="2254"/>
                  </a:lnTo>
                  <a:lnTo>
                    <a:pt x="76445" y="2249"/>
                  </a:lnTo>
                  <a:lnTo>
                    <a:pt x="76441" y="2243"/>
                  </a:lnTo>
                  <a:lnTo>
                    <a:pt x="76446" y="2239"/>
                  </a:lnTo>
                  <a:lnTo>
                    <a:pt x="76457" y="2235"/>
                  </a:lnTo>
                  <a:lnTo>
                    <a:pt x="76466" y="2231"/>
                  </a:lnTo>
                  <a:lnTo>
                    <a:pt x="76484" y="2221"/>
                  </a:lnTo>
                  <a:lnTo>
                    <a:pt x="76505" y="2215"/>
                  </a:lnTo>
                  <a:lnTo>
                    <a:pt x="76538" y="2215"/>
                  </a:lnTo>
                  <a:lnTo>
                    <a:pt x="76563" y="2215"/>
                  </a:lnTo>
                  <a:lnTo>
                    <a:pt x="76600" y="2213"/>
                  </a:lnTo>
                  <a:lnTo>
                    <a:pt x="76623" y="2211"/>
                  </a:lnTo>
                  <a:lnTo>
                    <a:pt x="76640" y="2207"/>
                  </a:lnTo>
                  <a:lnTo>
                    <a:pt x="76953" y="2268"/>
                  </a:lnTo>
                  <a:lnTo>
                    <a:pt x="77275" y="2332"/>
                  </a:lnTo>
                  <a:lnTo>
                    <a:pt x="77389" y="2354"/>
                  </a:lnTo>
                  <a:lnTo>
                    <a:pt x="78046" y="2481"/>
                  </a:lnTo>
                  <a:lnTo>
                    <a:pt x="78085" y="2480"/>
                  </a:lnTo>
                  <a:lnTo>
                    <a:pt x="78102" y="2480"/>
                  </a:lnTo>
                  <a:lnTo>
                    <a:pt x="78221" y="2478"/>
                  </a:lnTo>
                  <a:lnTo>
                    <a:pt x="78251" y="2468"/>
                  </a:lnTo>
                  <a:lnTo>
                    <a:pt x="78279" y="2455"/>
                  </a:lnTo>
                  <a:lnTo>
                    <a:pt x="78302" y="2443"/>
                  </a:lnTo>
                  <a:lnTo>
                    <a:pt x="78327" y="2429"/>
                  </a:lnTo>
                  <a:lnTo>
                    <a:pt x="78345" y="2417"/>
                  </a:lnTo>
                  <a:lnTo>
                    <a:pt x="78370" y="2399"/>
                  </a:lnTo>
                  <a:lnTo>
                    <a:pt x="78395" y="2383"/>
                  </a:lnTo>
                  <a:lnTo>
                    <a:pt x="78421" y="2363"/>
                  </a:lnTo>
                  <a:lnTo>
                    <a:pt x="78442" y="2342"/>
                  </a:lnTo>
                  <a:lnTo>
                    <a:pt x="78485" y="2302"/>
                  </a:lnTo>
                  <a:lnTo>
                    <a:pt x="78504" y="2285"/>
                  </a:lnTo>
                  <a:lnTo>
                    <a:pt x="78537" y="2259"/>
                  </a:lnTo>
                  <a:lnTo>
                    <a:pt x="78575" y="2221"/>
                  </a:lnTo>
                  <a:lnTo>
                    <a:pt x="78602" y="2197"/>
                  </a:lnTo>
                  <a:lnTo>
                    <a:pt x="78632" y="2166"/>
                  </a:lnTo>
                  <a:lnTo>
                    <a:pt x="78654" y="2140"/>
                  </a:lnTo>
                  <a:lnTo>
                    <a:pt x="78667" y="2126"/>
                  </a:lnTo>
                  <a:lnTo>
                    <a:pt x="78674" y="2116"/>
                  </a:lnTo>
                  <a:lnTo>
                    <a:pt x="78680" y="2111"/>
                  </a:lnTo>
                  <a:lnTo>
                    <a:pt x="78689" y="2104"/>
                  </a:lnTo>
                  <a:lnTo>
                    <a:pt x="78704" y="2092"/>
                  </a:lnTo>
                  <a:lnTo>
                    <a:pt x="78721" y="2085"/>
                  </a:lnTo>
                  <a:lnTo>
                    <a:pt x="78734" y="2075"/>
                  </a:lnTo>
                  <a:lnTo>
                    <a:pt x="78749" y="2060"/>
                  </a:lnTo>
                  <a:lnTo>
                    <a:pt x="78765" y="2047"/>
                  </a:lnTo>
                  <a:lnTo>
                    <a:pt x="78785" y="2034"/>
                  </a:lnTo>
                  <a:lnTo>
                    <a:pt x="78794" y="2028"/>
                  </a:lnTo>
                  <a:lnTo>
                    <a:pt x="78804" y="2018"/>
                  </a:lnTo>
                  <a:lnTo>
                    <a:pt x="78807" y="2013"/>
                  </a:lnTo>
                  <a:lnTo>
                    <a:pt x="78813" y="2004"/>
                  </a:lnTo>
                  <a:lnTo>
                    <a:pt x="78819" y="1996"/>
                  </a:lnTo>
                  <a:lnTo>
                    <a:pt x="78830" y="1986"/>
                  </a:lnTo>
                  <a:lnTo>
                    <a:pt x="78833" y="1979"/>
                  </a:lnTo>
                  <a:lnTo>
                    <a:pt x="78834" y="1968"/>
                  </a:lnTo>
                  <a:lnTo>
                    <a:pt x="78982" y="1695"/>
                  </a:lnTo>
                  <a:lnTo>
                    <a:pt x="78992" y="1678"/>
                  </a:lnTo>
                  <a:lnTo>
                    <a:pt x="79098" y="1484"/>
                  </a:lnTo>
                  <a:lnTo>
                    <a:pt x="79204" y="1425"/>
                  </a:lnTo>
                  <a:lnTo>
                    <a:pt x="79367" y="1335"/>
                  </a:lnTo>
                  <a:lnTo>
                    <a:pt x="79549" y="855"/>
                  </a:lnTo>
                  <a:lnTo>
                    <a:pt x="79520" y="728"/>
                  </a:lnTo>
                  <a:lnTo>
                    <a:pt x="79518" y="718"/>
                  </a:lnTo>
                  <a:lnTo>
                    <a:pt x="79514" y="699"/>
                  </a:lnTo>
                  <a:lnTo>
                    <a:pt x="79480" y="547"/>
                  </a:lnTo>
                  <a:lnTo>
                    <a:pt x="79448" y="457"/>
                  </a:lnTo>
                  <a:lnTo>
                    <a:pt x="79430" y="404"/>
                  </a:lnTo>
                  <a:lnTo>
                    <a:pt x="79438" y="386"/>
                  </a:lnTo>
                  <a:lnTo>
                    <a:pt x="79449" y="362"/>
                  </a:lnTo>
                  <a:lnTo>
                    <a:pt x="79462" y="336"/>
                  </a:lnTo>
                  <a:lnTo>
                    <a:pt x="79872" y="3"/>
                  </a:lnTo>
                  <a:lnTo>
                    <a:pt x="79876" y="0"/>
                  </a:lnTo>
                  <a:lnTo>
                    <a:pt x="79906" y="26"/>
                  </a:lnTo>
                  <a:lnTo>
                    <a:pt x="79959" y="74"/>
                  </a:lnTo>
                  <a:lnTo>
                    <a:pt x="79984" y="197"/>
                  </a:lnTo>
                  <a:lnTo>
                    <a:pt x="80041" y="421"/>
                  </a:lnTo>
                  <a:lnTo>
                    <a:pt x="80060" y="498"/>
                  </a:lnTo>
                  <a:lnTo>
                    <a:pt x="80130" y="769"/>
                  </a:lnTo>
                  <a:lnTo>
                    <a:pt x="80145" y="802"/>
                  </a:lnTo>
                  <a:lnTo>
                    <a:pt x="80160" y="833"/>
                  </a:lnTo>
                  <a:lnTo>
                    <a:pt x="80169" y="848"/>
                  </a:lnTo>
                  <a:lnTo>
                    <a:pt x="80179" y="864"/>
                  </a:lnTo>
                  <a:lnTo>
                    <a:pt x="80204" y="899"/>
                  </a:lnTo>
                  <a:lnTo>
                    <a:pt x="80233" y="945"/>
                  </a:lnTo>
                  <a:lnTo>
                    <a:pt x="80248" y="963"/>
                  </a:lnTo>
                  <a:lnTo>
                    <a:pt x="80273" y="989"/>
                  </a:lnTo>
                  <a:lnTo>
                    <a:pt x="80295" y="1014"/>
                  </a:lnTo>
                  <a:lnTo>
                    <a:pt x="80303" y="1023"/>
                  </a:lnTo>
                  <a:lnTo>
                    <a:pt x="80311" y="1033"/>
                  </a:lnTo>
                  <a:lnTo>
                    <a:pt x="80317" y="1042"/>
                  </a:lnTo>
                  <a:lnTo>
                    <a:pt x="80339" y="1083"/>
                  </a:lnTo>
                  <a:lnTo>
                    <a:pt x="80360" y="1115"/>
                  </a:lnTo>
                  <a:lnTo>
                    <a:pt x="80390" y="1156"/>
                  </a:lnTo>
                  <a:lnTo>
                    <a:pt x="80410" y="1188"/>
                  </a:lnTo>
                  <a:lnTo>
                    <a:pt x="80415" y="1199"/>
                  </a:lnTo>
                  <a:lnTo>
                    <a:pt x="80413" y="1214"/>
                  </a:lnTo>
                  <a:lnTo>
                    <a:pt x="80410" y="1229"/>
                  </a:lnTo>
                  <a:lnTo>
                    <a:pt x="80412" y="1242"/>
                  </a:lnTo>
                  <a:lnTo>
                    <a:pt x="80415" y="1262"/>
                  </a:lnTo>
                  <a:lnTo>
                    <a:pt x="80427" y="1284"/>
                  </a:lnTo>
                  <a:lnTo>
                    <a:pt x="80432" y="1294"/>
                  </a:lnTo>
                  <a:lnTo>
                    <a:pt x="80438" y="1315"/>
                  </a:lnTo>
                  <a:lnTo>
                    <a:pt x="80440" y="1336"/>
                  </a:lnTo>
                  <a:lnTo>
                    <a:pt x="80440" y="1347"/>
                  </a:lnTo>
                  <a:lnTo>
                    <a:pt x="80440" y="1381"/>
                  </a:lnTo>
                  <a:lnTo>
                    <a:pt x="80438" y="1409"/>
                  </a:lnTo>
                  <a:lnTo>
                    <a:pt x="80441" y="1419"/>
                  </a:lnTo>
                  <a:lnTo>
                    <a:pt x="80446" y="1452"/>
                  </a:lnTo>
                  <a:lnTo>
                    <a:pt x="80450" y="1470"/>
                  </a:lnTo>
                  <a:lnTo>
                    <a:pt x="80455" y="1497"/>
                  </a:lnTo>
                  <a:lnTo>
                    <a:pt x="80457" y="1522"/>
                  </a:lnTo>
                  <a:lnTo>
                    <a:pt x="80459" y="15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6855989" y="2266295"/>
              <a:ext cx="1491" cy="2060"/>
            </a:xfrm>
            <a:custGeom>
              <a:avLst/>
              <a:pathLst>
                <a:path w="1491" h="2060">
                  <a:moveTo>
                    <a:pt x="159" y="2060"/>
                  </a:moveTo>
                  <a:lnTo>
                    <a:pt x="0" y="2060"/>
                  </a:lnTo>
                  <a:lnTo>
                    <a:pt x="89" y="1927"/>
                  </a:lnTo>
                  <a:lnTo>
                    <a:pt x="514" y="1135"/>
                  </a:lnTo>
                  <a:lnTo>
                    <a:pt x="654" y="726"/>
                  </a:lnTo>
                  <a:lnTo>
                    <a:pt x="781" y="386"/>
                  </a:lnTo>
                  <a:lnTo>
                    <a:pt x="952" y="321"/>
                  </a:lnTo>
                  <a:lnTo>
                    <a:pt x="959" y="301"/>
                  </a:lnTo>
                  <a:lnTo>
                    <a:pt x="979" y="262"/>
                  </a:lnTo>
                  <a:lnTo>
                    <a:pt x="999" y="244"/>
                  </a:lnTo>
                  <a:lnTo>
                    <a:pt x="1013" y="235"/>
                  </a:lnTo>
                  <a:lnTo>
                    <a:pt x="1017" y="233"/>
                  </a:lnTo>
                  <a:lnTo>
                    <a:pt x="1037" y="227"/>
                  </a:lnTo>
                  <a:lnTo>
                    <a:pt x="1045" y="225"/>
                  </a:lnTo>
                  <a:lnTo>
                    <a:pt x="1073" y="223"/>
                  </a:lnTo>
                  <a:lnTo>
                    <a:pt x="1106" y="223"/>
                  </a:lnTo>
                  <a:lnTo>
                    <a:pt x="1134" y="223"/>
                  </a:lnTo>
                  <a:lnTo>
                    <a:pt x="1142" y="223"/>
                  </a:lnTo>
                  <a:lnTo>
                    <a:pt x="1176" y="182"/>
                  </a:lnTo>
                  <a:lnTo>
                    <a:pt x="1201" y="68"/>
                  </a:lnTo>
                  <a:lnTo>
                    <a:pt x="1236" y="0"/>
                  </a:lnTo>
                  <a:lnTo>
                    <a:pt x="1410" y="82"/>
                  </a:lnTo>
                  <a:lnTo>
                    <a:pt x="1491" y="370"/>
                  </a:lnTo>
                  <a:lnTo>
                    <a:pt x="1475" y="490"/>
                  </a:lnTo>
                  <a:lnTo>
                    <a:pt x="1381" y="539"/>
                  </a:lnTo>
                  <a:lnTo>
                    <a:pt x="1252" y="726"/>
                  </a:lnTo>
                  <a:lnTo>
                    <a:pt x="1217" y="819"/>
                  </a:lnTo>
                  <a:lnTo>
                    <a:pt x="1213" y="829"/>
                  </a:lnTo>
                  <a:lnTo>
                    <a:pt x="1206" y="843"/>
                  </a:lnTo>
                  <a:lnTo>
                    <a:pt x="1198" y="853"/>
                  </a:lnTo>
                  <a:lnTo>
                    <a:pt x="1182" y="871"/>
                  </a:lnTo>
                  <a:lnTo>
                    <a:pt x="886" y="1289"/>
                  </a:lnTo>
                  <a:lnTo>
                    <a:pt x="439" y="1971"/>
                  </a:lnTo>
                  <a:lnTo>
                    <a:pt x="361" y="2060"/>
                  </a:lnTo>
                  <a:lnTo>
                    <a:pt x="224" y="2060"/>
                  </a:lnTo>
                  <a:lnTo>
                    <a:pt x="159" y="206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6855723" y="2258692"/>
              <a:ext cx="272" cy="691"/>
            </a:xfrm>
            <a:custGeom>
              <a:avLst/>
              <a:pathLst>
                <a:path w="272" h="691">
                  <a:moveTo>
                    <a:pt x="131" y="26"/>
                  </a:moveTo>
                  <a:lnTo>
                    <a:pt x="153" y="42"/>
                  </a:lnTo>
                  <a:lnTo>
                    <a:pt x="172" y="41"/>
                  </a:lnTo>
                  <a:lnTo>
                    <a:pt x="206" y="72"/>
                  </a:lnTo>
                  <a:lnTo>
                    <a:pt x="217" y="105"/>
                  </a:lnTo>
                  <a:lnTo>
                    <a:pt x="234" y="193"/>
                  </a:lnTo>
                  <a:lnTo>
                    <a:pt x="261" y="311"/>
                  </a:lnTo>
                  <a:lnTo>
                    <a:pt x="272" y="441"/>
                  </a:lnTo>
                  <a:lnTo>
                    <a:pt x="271" y="513"/>
                  </a:lnTo>
                  <a:lnTo>
                    <a:pt x="265" y="528"/>
                  </a:lnTo>
                  <a:lnTo>
                    <a:pt x="271" y="597"/>
                  </a:lnTo>
                  <a:lnTo>
                    <a:pt x="242" y="662"/>
                  </a:lnTo>
                  <a:lnTo>
                    <a:pt x="196" y="691"/>
                  </a:lnTo>
                  <a:lnTo>
                    <a:pt x="162" y="684"/>
                  </a:lnTo>
                  <a:lnTo>
                    <a:pt x="154" y="667"/>
                  </a:lnTo>
                  <a:lnTo>
                    <a:pt x="164" y="644"/>
                  </a:lnTo>
                  <a:lnTo>
                    <a:pt x="179" y="635"/>
                  </a:lnTo>
                  <a:lnTo>
                    <a:pt x="179" y="609"/>
                  </a:lnTo>
                  <a:lnTo>
                    <a:pt x="164" y="590"/>
                  </a:lnTo>
                  <a:lnTo>
                    <a:pt x="122" y="562"/>
                  </a:lnTo>
                  <a:lnTo>
                    <a:pt x="61" y="428"/>
                  </a:lnTo>
                  <a:lnTo>
                    <a:pt x="35" y="351"/>
                  </a:lnTo>
                  <a:lnTo>
                    <a:pt x="25" y="267"/>
                  </a:lnTo>
                  <a:lnTo>
                    <a:pt x="44" y="202"/>
                  </a:lnTo>
                  <a:lnTo>
                    <a:pt x="42" y="136"/>
                  </a:lnTo>
                  <a:lnTo>
                    <a:pt x="19" y="89"/>
                  </a:lnTo>
                  <a:lnTo>
                    <a:pt x="0" y="46"/>
                  </a:lnTo>
                  <a:lnTo>
                    <a:pt x="1" y="21"/>
                  </a:lnTo>
                  <a:lnTo>
                    <a:pt x="64" y="2"/>
                  </a:lnTo>
                  <a:lnTo>
                    <a:pt x="97" y="0"/>
                  </a:lnTo>
                  <a:lnTo>
                    <a:pt x="131" y="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6850380" y="2256088"/>
              <a:ext cx="557" cy="982"/>
            </a:xfrm>
            <a:custGeom>
              <a:avLst/>
              <a:pathLst>
                <a:path w="557" h="982">
                  <a:moveTo>
                    <a:pt x="162" y="10"/>
                  </a:moveTo>
                  <a:lnTo>
                    <a:pt x="168" y="21"/>
                  </a:lnTo>
                  <a:lnTo>
                    <a:pt x="203" y="21"/>
                  </a:lnTo>
                  <a:lnTo>
                    <a:pt x="214" y="25"/>
                  </a:lnTo>
                  <a:lnTo>
                    <a:pt x="242" y="45"/>
                  </a:lnTo>
                  <a:lnTo>
                    <a:pt x="247" y="48"/>
                  </a:lnTo>
                  <a:lnTo>
                    <a:pt x="257" y="52"/>
                  </a:lnTo>
                  <a:lnTo>
                    <a:pt x="261" y="53"/>
                  </a:lnTo>
                  <a:lnTo>
                    <a:pt x="269" y="62"/>
                  </a:lnTo>
                  <a:lnTo>
                    <a:pt x="275" y="67"/>
                  </a:lnTo>
                  <a:lnTo>
                    <a:pt x="296" y="85"/>
                  </a:lnTo>
                  <a:lnTo>
                    <a:pt x="335" y="123"/>
                  </a:lnTo>
                  <a:lnTo>
                    <a:pt x="341" y="130"/>
                  </a:lnTo>
                  <a:lnTo>
                    <a:pt x="351" y="141"/>
                  </a:lnTo>
                  <a:lnTo>
                    <a:pt x="365" y="157"/>
                  </a:lnTo>
                  <a:lnTo>
                    <a:pt x="385" y="187"/>
                  </a:lnTo>
                  <a:lnTo>
                    <a:pt x="389" y="192"/>
                  </a:lnTo>
                  <a:lnTo>
                    <a:pt x="412" y="228"/>
                  </a:lnTo>
                  <a:lnTo>
                    <a:pt x="438" y="277"/>
                  </a:lnTo>
                  <a:lnTo>
                    <a:pt x="479" y="353"/>
                  </a:lnTo>
                  <a:lnTo>
                    <a:pt x="494" y="377"/>
                  </a:lnTo>
                  <a:lnTo>
                    <a:pt x="503" y="387"/>
                  </a:lnTo>
                  <a:lnTo>
                    <a:pt x="551" y="388"/>
                  </a:lnTo>
                  <a:lnTo>
                    <a:pt x="557" y="419"/>
                  </a:lnTo>
                  <a:lnTo>
                    <a:pt x="551" y="512"/>
                  </a:lnTo>
                  <a:lnTo>
                    <a:pt x="544" y="573"/>
                  </a:lnTo>
                  <a:lnTo>
                    <a:pt x="506" y="578"/>
                  </a:lnTo>
                  <a:lnTo>
                    <a:pt x="490" y="619"/>
                  </a:lnTo>
                  <a:lnTo>
                    <a:pt x="489" y="656"/>
                  </a:lnTo>
                  <a:lnTo>
                    <a:pt x="489" y="674"/>
                  </a:lnTo>
                  <a:lnTo>
                    <a:pt x="484" y="702"/>
                  </a:lnTo>
                  <a:lnTo>
                    <a:pt x="483" y="741"/>
                  </a:lnTo>
                  <a:lnTo>
                    <a:pt x="486" y="764"/>
                  </a:lnTo>
                  <a:lnTo>
                    <a:pt x="495" y="779"/>
                  </a:lnTo>
                  <a:lnTo>
                    <a:pt x="497" y="798"/>
                  </a:lnTo>
                  <a:lnTo>
                    <a:pt x="492" y="836"/>
                  </a:lnTo>
                  <a:lnTo>
                    <a:pt x="482" y="856"/>
                  </a:lnTo>
                  <a:lnTo>
                    <a:pt x="468" y="879"/>
                  </a:lnTo>
                  <a:lnTo>
                    <a:pt x="451" y="920"/>
                  </a:lnTo>
                  <a:lnTo>
                    <a:pt x="448" y="928"/>
                  </a:lnTo>
                  <a:lnTo>
                    <a:pt x="443" y="930"/>
                  </a:lnTo>
                  <a:lnTo>
                    <a:pt x="429" y="945"/>
                  </a:lnTo>
                  <a:lnTo>
                    <a:pt x="424" y="948"/>
                  </a:lnTo>
                  <a:lnTo>
                    <a:pt x="410" y="951"/>
                  </a:lnTo>
                  <a:lnTo>
                    <a:pt x="410" y="961"/>
                  </a:lnTo>
                  <a:lnTo>
                    <a:pt x="407" y="978"/>
                  </a:lnTo>
                  <a:lnTo>
                    <a:pt x="399" y="982"/>
                  </a:lnTo>
                  <a:lnTo>
                    <a:pt x="361" y="963"/>
                  </a:lnTo>
                  <a:lnTo>
                    <a:pt x="354" y="960"/>
                  </a:lnTo>
                  <a:lnTo>
                    <a:pt x="341" y="955"/>
                  </a:lnTo>
                  <a:lnTo>
                    <a:pt x="330" y="931"/>
                  </a:lnTo>
                  <a:lnTo>
                    <a:pt x="325" y="921"/>
                  </a:lnTo>
                  <a:lnTo>
                    <a:pt x="294" y="856"/>
                  </a:lnTo>
                  <a:lnTo>
                    <a:pt x="252" y="767"/>
                  </a:lnTo>
                  <a:lnTo>
                    <a:pt x="222" y="705"/>
                  </a:lnTo>
                  <a:lnTo>
                    <a:pt x="41" y="203"/>
                  </a:lnTo>
                  <a:lnTo>
                    <a:pt x="0" y="108"/>
                  </a:lnTo>
                  <a:lnTo>
                    <a:pt x="17" y="63"/>
                  </a:lnTo>
                  <a:lnTo>
                    <a:pt x="34" y="46"/>
                  </a:lnTo>
                  <a:lnTo>
                    <a:pt x="55" y="28"/>
                  </a:lnTo>
                  <a:lnTo>
                    <a:pt x="78" y="18"/>
                  </a:lnTo>
                  <a:lnTo>
                    <a:pt x="85" y="16"/>
                  </a:lnTo>
                  <a:lnTo>
                    <a:pt x="133" y="1"/>
                  </a:lnTo>
                  <a:lnTo>
                    <a:pt x="158" y="0"/>
                  </a:lnTo>
                  <a:lnTo>
                    <a:pt x="162" y="1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6847996" y="2252811"/>
              <a:ext cx="900" cy="903"/>
            </a:xfrm>
            <a:custGeom>
              <a:avLst/>
              <a:pathLst>
                <a:path w="900" h="903">
                  <a:moveTo>
                    <a:pt x="790" y="870"/>
                  </a:moveTo>
                  <a:lnTo>
                    <a:pt x="682" y="903"/>
                  </a:lnTo>
                  <a:lnTo>
                    <a:pt x="595" y="877"/>
                  </a:lnTo>
                  <a:lnTo>
                    <a:pt x="447" y="773"/>
                  </a:lnTo>
                  <a:lnTo>
                    <a:pt x="237" y="596"/>
                  </a:lnTo>
                  <a:lnTo>
                    <a:pt x="171" y="431"/>
                  </a:lnTo>
                  <a:lnTo>
                    <a:pt x="35" y="193"/>
                  </a:lnTo>
                  <a:lnTo>
                    <a:pt x="0" y="80"/>
                  </a:lnTo>
                  <a:lnTo>
                    <a:pt x="50" y="8"/>
                  </a:lnTo>
                  <a:lnTo>
                    <a:pt x="148" y="0"/>
                  </a:lnTo>
                  <a:lnTo>
                    <a:pt x="293" y="68"/>
                  </a:lnTo>
                  <a:lnTo>
                    <a:pt x="494" y="222"/>
                  </a:lnTo>
                  <a:lnTo>
                    <a:pt x="659" y="414"/>
                  </a:lnTo>
                  <a:lnTo>
                    <a:pt x="713" y="573"/>
                  </a:lnTo>
                  <a:lnTo>
                    <a:pt x="770" y="660"/>
                  </a:lnTo>
                  <a:lnTo>
                    <a:pt x="823" y="692"/>
                  </a:lnTo>
                  <a:lnTo>
                    <a:pt x="900" y="727"/>
                  </a:lnTo>
                  <a:lnTo>
                    <a:pt x="894" y="783"/>
                  </a:lnTo>
                  <a:lnTo>
                    <a:pt x="790" y="87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6850026" y="2251807"/>
              <a:ext cx="1183" cy="1425"/>
            </a:xfrm>
            <a:custGeom>
              <a:avLst/>
              <a:pathLst>
                <a:path w="1183" h="1425">
                  <a:moveTo>
                    <a:pt x="718" y="33"/>
                  </a:moveTo>
                  <a:lnTo>
                    <a:pt x="751" y="56"/>
                  </a:lnTo>
                  <a:lnTo>
                    <a:pt x="773" y="64"/>
                  </a:lnTo>
                  <a:lnTo>
                    <a:pt x="839" y="107"/>
                  </a:lnTo>
                  <a:lnTo>
                    <a:pt x="919" y="158"/>
                  </a:lnTo>
                  <a:lnTo>
                    <a:pt x="920" y="163"/>
                  </a:lnTo>
                  <a:lnTo>
                    <a:pt x="959" y="210"/>
                  </a:lnTo>
                  <a:lnTo>
                    <a:pt x="1036" y="301"/>
                  </a:lnTo>
                  <a:lnTo>
                    <a:pt x="1058" y="334"/>
                  </a:lnTo>
                  <a:lnTo>
                    <a:pt x="1051" y="423"/>
                  </a:lnTo>
                  <a:lnTo>
                    <a:pt x="1051" y="474"/>
                  </a:lnTo>
                  <a:lnTo>
                    <a:pt x="1068" y="532"/>
                  </a:lnTo>
                  <a:lnTo>
                    <a:pt x="1077" y="542"/>
                  </a:lnTo>
                  <a:lnTo>
                    <a:pt x="1136" y="605"/>
                  </a:lnTo>
                  <a:lnTo>
                    <a:pt x="1173" y="695"/>
                  </a:lnTo>
                  <a:lnTo>
                    <a:pt x="1173" y="755"/>
                  </a:lnTo>
                  <a:lnTo>
                    <a:pt x="1151" y="911"/>
                  </a:lnTo>
                  <a:lnTo>
                    <a:pt x="1134" y="940"/>
                  </a:lnTo>
                  <a:lnTo>
                    <a:pt x="1128" y="984"/>
                  </a:lnTo>
                  <a:lnTo>
                    <a:pt x="1149" y="1061"/>
                  </a:lnTo>
                  <a:lnTo>
                    <a:pt x="1172" y="1255"/>
                  </a:lnTo>
                  <a:lnTo>
                    <a:pt x="1175" y="1268"/>
                  </a:lnTo>
                  <a:lnTo>
                    <a:pt x="1179" y="1282"/>
                  </a:lnTo>
                  <a:lnTo>
                    <a:pt x="1183" y="1324"/>
                  </a:lnTo>
                  <a:lnTo>
                    <a:pt x="1136" y="1384"/>
                  </a:lnTo>
                  <a:lnTo>
                    <a:pt x="1083" y="1425"/>
                  </a:lnTo>
                  <a:lnTo>
                    <a:pt x="1031" y="1425"/>
                  </a:lnTo>
                  <a:lnTo>
                    <a:pt x="995" y="1358"/>
                  </a:lnTo>
                  <a:lnTo>
                    <a:pt x="963" y="1269"/>
                  </a:lnTo>
                  <a:lnTo>
                    <a:pt x="959" y="1258"/>
                  </a:lnTo>
                  <a:lnTo>
                    <a:pt x="925" y="1151"/>
                  </a:lnTo>
                  <a:lnTo>
                    <a:pt x="902" y="1079"/>
                  </a:lnTo>
                  <a:lnTo>
                    <a:pt x="837" y="1025"/>
                  </a:lnTo>
                  <a:lnTo>
                    <a:pt x="827" y="1008"/>
                  </a:lnTo>
                  <a:lnTo>
                    <a:pt x="801" y="963"/>
                  </a:lnTo>
                  <a:lnTo>
                    <a:pt x="754" y="993"/>
                  </a:lnTo>
                  <a:lnTo>
                    <a:pt x="703" y="1025"/>
                  </a:lnTo>
                  <a:lnTo>
                    <a:pt x="692" y="1032"/>
                  </a:lnTo>
                  <a:lnTo>
                    <a:pt x="670" y="1046"/>
                  </a:lnTo>
                  <a:lnTo>
                    <a:pt x="635" y="1068"/>
                  </a:lnTo>
                  <a:lnTo>
                    <a:pt x="596" y="1093"/>
                  </a:lnTo>
                  <a:lnTo>
                    <a:pt x="598" y="1099"/>
                  </a:lnTo>
                  <a:lnTo>
                    <a:pt x="602" y="1119"/>
                  </a:lnTo>
                  <a:lnTo>
                    <a:pt x="622" y="1143"/>
                  </a:lnTo>
                  <a:lnTo>
                    <a:pt x="630" y="1149"/>
                  </a:lnTo>
                  <a:lnTo>
                    <a:pt x="637" y="1155"/>
                  </a:lnTo>
                  <a:lnTo>
                    <a:pt x="642" y="1159"/>
                  </a:lnTo>
                  <a:lnTo>
                    <a:pt x="647" y="1163"/>
                  </a:lnTo>
                  <a:lnTo>
                    <a:pt x="650" y="1188"/>
                  </a:lnTo>
                  <a:lnTo>
                    <a:pt x="645" y="1209"/>
                  </a:lnTo>
                  <a:lnTo>
                    <a:pt x="637" y="1267"/>
                  </a:lnTo>
                  <a:lnTo>
                    <a:pt x="634" y="1286"/>
                  </a:lnTo>
                  <a:lnTo>
                    <a:pt x="622" y="1298"/>
                  </a:lnTo>
                  <a:lnTo>
                    <a:pt x="613" y="1304"/>
                  </a:lnTo>
                  <a:lnTo>
                    <a:pt x="610" y="1314"/>
                  </a:lnTo>
                  <a:lnTo>
                    <a:pt x="565" y="1348"/>
                  </a:lnTo>
                  <a:lnTo>
                    <a:pt x="490" y="1377"/>
                  </a:lnTo>
                  <a:lnTo>
                    <a:pt x="405" y="1370"/>
                  </a:lnTo>
                  <a:lnTo>
                    <a:pt x="373" y="1336"/>
                  </a:lnTo>
                  <a:lnTo>
                    <a:pt x="339" y="1282"/>
                  </a:lnTo>
                  <a:lnTo>
                    <a:pt x="301" y="1273"/>
                  </a:lnTo>
                  <a:lnTo>
                    <a:pt x="242" y="1273"/>
                  </a:lnTo>
                  <a:lnTo>
                    <a:pt x="127" y="1277"/>
                  </a:lnTo>
                  <a:lnTo>
                    <a:pt x="95" y="1258"/>
                  </a:lnTo>
                  <a:lnTo>
                    <a:pt x="82" y="1212"/>
                  </a:lnTo>
                  <a:lnTo>
                    <a:pt x="88" y="1163"/>
                  </a:lnTo>
                  <a:lnTo>
                    <a:pt x="82" y="1072"/>
                  </a:lnTo>
                  <a:lnTo>
                    <a:pt x="0" y="867"/>
                  </a:lnTo>
                  <a:lnTo>
                    <a:pt x="26" y="826"/>
                  </a:lnTo>
                  <a:lnTo>
                    <a:pt x="131" y="726"/>
                  </a:lnTo>
                  <a:lnTo>
                    <a:pt x="231" y="670"/>
                  </a:lnTo>
                  <a:lnTo>
                    <a:pt x="247" y="670"/>
                  </a:lnTo>
                  <a:lnTo>
                    <a:pt x="255" y="670"/>
                  </a:lnTo>
                  <a:lnTo>
                    <a:pt x="259" y="671"/>
                  </a:lnTo>
                  <a:lnTo>
                    <a:pt x="268" y="673"/>
                  </a:lnTo>
                  <a:lnTo>
                    <a:pt x="286" y="677"/>
                  </a:lnTo>
                  <a:lnTo>
                    <a:pt x="312" y="684"/>
                  </a:lnTo>
                  <a:lnTo>
                    <a:pt x="327" y="690"/>
                  </a:lnTo>
                  <a:lnTo>
                    <a:pt x="380" y="716"/>
                  </a:lnTo>
                  <a:lnTo>
                    <a:pt x="386" y="707"/>
                  </a:lnTo>
                  <a:lnTo>
                    <a:pt x="393" y="695"/>
                  </a:lnTo>
                  <a:lnTo>
                    <a:pt x="451" y="605"/>
                  </a:lnTo>
                  <a:lnTo>
                    <a:pt x="463" y="586"/>
                  </a:lnTo>
                  <a:lnTo>
                    <a:pt x="468" y="577"/>
                  </a:lnTo>
                  <a:lnTo>
                    <a:pt x="458" y="566"/>
                  </a:lnTo>
                  <a:lnTo>
                    <a:pt x="420" y="545"/>
                  </a:lnTo>
                  <a:lnTo>
                    <a:pt x="388" y="527"/>
                  </a:lnTo>
                  <a:lnTo>
                    <a:pt x="334" y="508"/>
                  </a:lnTo>
                  <a:lnTo>
                    <a:pt x="257" y="510"/>
                  </a:lnTo>
                  <a:lnTo>
                    <a:pt x="204" y="488"/>
                  </a:lnTo>
                  <a:lnTo>
                    <a:pt x="168" y="445"/>
                  </a:lnTo>
                  <a:lnTo>
                    <a:pt x="155" y="386"/>
                  </a:lnTo>
                  <a:lnTo>
                    <a:pt x="215" y="272"/>
                  </a:lnTo>
                  <a:lnTo>
                    <a:pt x="284" y="193"/>
                  </a:lnTo>
                  <a:lnTo>
                    <a:pt x="287" y="189"/>
                  </a:lnTo>
                  <a:lnTo>
                    <a:pt x="300" y="167"/>
                  </a:lnTo>
                  <a:lnTo>
                    <a:pt x="309" y="155"/>
                  </a:lnTo>
                  <a:lnTo>
                    <a:pt x="317" y="142"/>
                  </a:lnTo>
                  <a:lnTo>
                    <a:pt x="332" y="118"/>
                  </a:lnTo>
                  <a:lnTo>
                    <a:pt x="338" y="109"/>
                  </a:lnTo>
                  <a:lnTo>
                    <a:pt x="355" y="83"/>
                  </a:lnTo>
                  <a:lnTo>
                    <a:pt x="417" y="30"/>
                  </a:lnTo>
                  <a:lnTo>
                    <a:pt x="443" y="25"/>
                  </a:lnTo>
                  <a:lnTo>
                    <a:pt x="469" y="39"/>
                  </a:lnTo>
                  <a:lnTo>
                    <a:pt x="578" y="8"/>
                  </a:lnTo>
                  <a:lnTo>
                    <a:pt x="585" y="8"/>
                  </a:lnTo>
                  <a:lnTo>
                    <a:pt x="619" y="0"/>
                  </a:lnTo>
                  <a:lnTo>
                    <a:pt x="630" y="5"/>
                  </a:lnTo>
                  <a:lnTo>
                    <a:pt x="660" y="11"/>
                  </a:lnTo>
                  <a:lnTo>
                    <a:pt x="678" y="20"/>
                  </a:lnTo>
                  <a:lnTo>
                    <a:pt x="718" y="3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6824395" y="2248000"/>
              <a:ext cx="629" cy="1508"/>
            </a:xfrm>
            <a:custGeom>
              <a:avLst/>
              <a:pathLst>
                <a:path w="629" h="1508">
                  <a:moveTo>
                    <a:pt x="260" y="383"/>
                  </a:moveTo>
                  <a:lnTo>
                    <a:pt x="269" y="395"/>
                  </a:lnTo>
                  <a:lnTo>
                    <a:pt x="284" y="395"/>
                  </a:lnTo>
                  <a:lnTo>
                    <a:pt x="325" y="374"/>
                  </a:lnTo>
                  <a:lnTo>
                    <a:pt x="345" y="375"/>
                  </a:lnTo>
                  <a:lnTo>
                    <a:pt x="376" y="398"/>
                  </a:lnTo>
                  <a:lnTo>
                    <a:pt x="390" y="420"/>
                  </a:lnTo>
                  <a:lnTo>
                    <a:pt x="399" y="442"/>
                  </a:lnTo>
                  <a:lnTo>
                    <a:pt x="401" y="453"/>
                  </a:lnTo>
                  <a:lnTo>
                    <a:pt x="398" y="485"/>
                  </a:lnTo>
                  <a:lnTo>
                    <a:pt x="388" y="522"/>
                  </a:lnTo>
                  <a:lnTo>
                    <a:pt x="378" y="525"/>
                  </a:lnTo>
                  <a:lnTo>
                    <a:pt x="321" y="543"/>
                  </a:lnTo>
                  <a:lnTo>
                    <a:pt x="288" y="579"/>
                  </a:lnTo>
                  <a:lnTo>
                    <a:pt x="267" y="607"/>
                  </a:lnTo>
                  <a:lnTo>
                    <a:pt x="235" y="650"/>
                  </a:lnTo>
                  <a:lnTo>
                    <a:pt x="208" y="683"/>
                  </a:lnTo>
                  <a:lnTo>
                    <a:pt x="187" y="703"/>
                  </a:lnTo>
                  <a:lnTo>
                    <a:pt x="180" y="759"/>
                  </a:lnTo>
                  <a:lnTo>
                    <a:pt x="190" y="780"/>
                  </a:lnTo>
                  <a:lnTo>
                    <a:pt x="241" y="881"/>
                  </a:lnTo>
                  <a:lnTo>
                    <a:pt x="290" y="978"/>
                  </a:lnTo>
                  <a:lnTo>
                    <a:pt x="319" y="1030"/>
                  </a:lnTo>
                  <a:lnTo>
                    <a:pt x="333" y="1047"/>
                  </a:lnTo>
                  <a:lnTo>
                    <a:pt x="348" y="1066"/>
                  </a:lnTo>
                  <a:lnTo>
                    <a:pt x="351" y="1071"/>
                  </a:lnTo>
                  <a:lnTo>
                    <a:pt x="380" y="1123"/>
                  </a:lnTo>
                  <a:lnTo>
                    <a:pt x="401" y="1157"/>
                  </a:lnTo>
                  <a:lnTo>
                    <a:pt x="423" y="1190"/>
                  </a:lnTo>
                  <a:lnTo>
                    <a:pt x="453" y="1228"/>
                  </a:lnTo>
                  <a:lnTo>
                    <a:pt x="464" y="1248"/>
                  </a:lnTo>
                  <a:lnTo>
                    <a:pt x="471" y="1260"/>
                  </a:lnTo>
                  <a:lnTo>
                    <a:pt x="493" y="1282"/>
                  </a:lnTo>
                  <a:lnTo>
                    <a:pt x="519" y="1321"/>
                  </a:lnTo>
                  <a:lnTo>
                    <a:pt x="572" y="1403"/>
                  </a:lnTo>
                  <a:lnTo>
                    <a:pt x="594" y="1419"/>
                  </a:lnTo>
                  <a:lnTo>
                    <a:pt x="624" y="1464"/>
                  </a:lnTo>
                  <a:lnTo>
                    <a:pt x="629" y="1483"/>
                  </a:lnTo>
                  <a:lnTo>
                    <a:pt x="628" y="1490"/>
                  </a:lnTo>
                  <a:lnTo>
                    <a:pt x="624" y="1498"/>
                  </a:lnTo>
                  <a:lnTo>
                    <a:pt x="608" y="1506"/>
                  </a:lnTo>
                  <a:lnTo>
                    <a:pt x="593" y="1508"/>
                  </a:lnTo>
                  <a:lnTo>
                    <a:pt x="575" y="1508"/>
                  </a:lnTo>
                  <a:lnTo>
                    <a:pt x="562" y="1506"/>
                  </a:lnTo>
                  <a:lnTo>
                    <a:pt x="555" y="1502"/>
                  </a:lnTo>
                  <a:lnTo>
                    <a:pt x="534" y="1480"/>
                  </a:lnTo>
                  <a:lnTo>
                    <a:pt x="518" y="1461"/>
                  </a:lnTo>
                  <a:lnTo>
                    <a:pt x="513" y="1455"/>
                  </a:lnTo>
                  <a:lnTo>
                    <a:pt x="496" y="1427"/>
                  </a:lnTo>
                  <a:lnTo>
                    <a:pt x="451" y="1358"/>
                  </a:lnTo>
                  <a:lnTo>
                    <a:pt x="432" y="1329"/>
                  </a:lnTo>
                  <a:lnTo>
                    <a:pt x="409" y="1280"/>
                  </a:lnTo>
                  <a:lnTo>
                    <a:pt x="399" y="1261"/>
                  </a:lnTo>
                  <a:lnTo>
                    <a:pt x="381" y="1222"/>
                  </a:lnTo>
                  <a:lnTo>
                    <a:pt x="354" y="1184"/>
                  </a:lnTo>
                  <a:lnTo>
                    <a:pt x="329" y="1148"/>
                  </a:lnTo>
                  <a:lnTo>
                    <a:pt x="320" y="1135"/>
                  </a:lnTo>
                  <a:lnTo>
                    <a:pt x="310" y="1120"/>
                  </a:lnTo>
                  <a:lnTo>
                    <a:pt x="260" y="1063"/>
                  </a:lnTo>
                  <a:lnTo>
                    <a:pt x="217" y="1019"/>
                  </a:lnTo>
                  <a:lnTo>
                    <a:pt x="146" y="956"/>
                  </a:lnTo>
                  <a:lnTo>
                    <a:pt x="109" y="926"/>
                  </a:lnTo>
                  <a:lnTo>
                    <a:pt x="76" y="888"/>
                  </a:lnTo>
                  <a:lnTo>
                    <a:pt x="68" y="870"/>
                  </a:lnTo>
                  <a:lnTo>
                    <a:pt x="66" y="865"/>
                  </a:lnTo>
                  <a:lnTo>
                    <a:pt x="61" y="854"/>
                  </a:lnTo>
                  <a:lnTo>
                    <a:pt x="47" y="820"/>
                  </a:lnTo>
                  <a:lnTo>
                    <a:pt x="35" y="797"/>
                  </a:lnTo>
                  <a:lnTo>
                    <a:pt x="22" y="738"/>
                  </a:lnTo>
                  <a:lnTo>
                    <a:pt x="6" y="707"/>
                  </a:lnTo>
                  <a:lnTo>
                    <a:pt x="2" y="673"/>
                  </a:lnTo>
                  <a:lnTo>
                    <a:pt x="1" y="635"/>
                  </a:lnTo>
                  <a:lnTo>
                    <a:pt x="0" y="606"/>
                  </a:lnTo>
                  <a:lnTo>
                    <a:pt x="11" y="550"/>
                  </a:lnTo>
                  <a:lnTo>
                    <a:pt x="13" y="525"/>
                  </a:lnTo>
                  <a:lnTo>
                    <a:pt x="15" y="515"/>
                  </a:lnTo>
                  <a:lnTo>
                    <a:pt x="23" y="502"/>
                  </a:lnTo>
                  <a:lnTo>
                    <a:pt x="35" y="491"/>
                  </a:lnTo>
                  <a:lnTo>
                    <a:pt x="105" y="392"/>
                  </a:lnTo>
                  <a:lnTo>
                    <a:pt x="104" y="347"/>
                  </a:lnTo>
                  <a:lnTo>
                    <a:pt x="91" y="296"/>
                  </a:lnTo>
                  <a:lnTo>
                    <a:pt x="100" y="238"/>
                  </a:lnTo>
                  <a:lnTo>
                    <a:pt x="116" y="149"/>
                  </a:lnTo>
                  <a:lnTo>
                    <a:pt x="117" y="64"/>
                  </a:lnTo>
                  <a:lnTo>
                    <a:pt x="117" y="44"/>
                  </a:lnTo>
                  <a:lnTo>
                    <a:pt x="144" y="2"/>
                  </a:lnTo>
                  <a:lnTo>
                    <a:pt x="176" y="0"/>
                  </a:lnTo>
                  <a:lnTo>
                    <a:pt x="196" y="2"/>
                  </a:lnTo>
                  <a:lnTo>
                    <a:pt x="216" y="52"/>
                  </a:lnTo>
                  <a:lnTo>
                    <a:pt x="220" y="103"/>
                  </a:lnTo>
                  <a:lnTo>
                    <a:pt x="222" y="165"/>
                  </a:lnTo>
                  <a:lnTo>
                    <a:pt x="219" y="216"/>
                  </a:lnTo>
                  <a:lnTo>
                    <a:pt x="233" y="289"/>
                  </a:lnTo>
                  <a:lnTo>
                    <a:pt x="236" y="292"/>
                  </a:lnTo>
                  <a:lnTo>
                    <a:pt x="241" y="344"/>
                  </a:lnTo>
                  <a:lnTo>
                    <a:pt x="255" y="365"/>
                  </a:lnTo>
                  <a:lnTo>
                    <a:pt x="260" y="3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6803873" y="2242676"/>
              <a:ext cx="593" cy="756"/>
            </a:xfrm>
            <a:custGeom>
              <a:avLst/>
              <a:pathLst>
                <a:path w="593" h="756">
                  <a:moveTo>
                    <a:pt x="140" y="25"/>
                  </a:moveTo>
                  <a:lnTo>
                    <a:pt x="145" y="26"/>
                  </a:lnTo>
                  <a:lnTo>
                    <a:pt x="155" y="24"/>
                  </a:lnTo>
                  <a:lnTo>
                    <a:pt x="164" y="26"/>
                  </a:lnTo>
                  <a:lnTo>
                    <a:pt x="172" y="30"/>
                  </a:lnTo>
                  <a:lnTo>
                    <a:pt x="177" y="38"/>
                  </a:lnTo>
                  <a:lnTo>
                    <a:pt x="181" y="46"/>
                  </a:lnTo>
                  <a:lnTo>
                    <a:pt x="189" y="57"/>
                  </a:lnTo>
                  <a:lnTo>
                    <a:pt x="196" y="67"/>
                  </a:lnTo>
                  <a:lnTo>
                    <a:pt x="204" y="72"/>
                  </a:lnTo>
                  <a:lnTo>
                    <a:pt x="226" y="89"/>
                  </a:lnTo>
                  <a:lnTo>
                    <a:pt x="258" y="115"/>
                  </a:lnTo>
                  <a:lnTo>
                    <a:pt x="291" y="127"/>
                  </a:lnTo>
                  <a:lnTo>
                    <a:pt x="299" y="130"/>
                  </a:lnTo>
                  <a:lnTo>
                    <a:pt x="325" y="128"/>
                  </a:lnTo>
                  <a:lnTo>
                    <a:pt x="347" y="131"/>
                  </a:lnTo>
                  <a:lnTo>
                    <a:pt x="372" y="137"/>
                  </a:lnTo>
                  <a:lnTo>
                    <a:pt x="400" y="148"/>
                  </a:lnTo>
                  <a:lnTo>
                    <a:pt x="413" y="156"/>
                  </a:lnTo>
                  <a:lnTo>
                    <a:pt x="417" y="159"/>
                  </a:lnTo>
                  <a:lnTo>
                    <a:pt x="425" y="171"/>
                  </a:lnTo>
                  <a:lnTo>
                    <a:pt x="444" y="190"/>
                  </a:lnTo>
                  <a:lnTo>
                    <a:pt x="507" y="242"/>
                  </a:lnTo>
                  <a:lnTo>
                    <a:pt x="524" y="263"/>
                  </a:lnTo>
                  <a:lnTo>
                    <a:pt x="548" y="294"/>
                  </a:lnTo>
                  <a:lnTo>
                    <a:pt x="558" y="340"/>
                  </a:lnTo>
                  <a:lnTo>
                    <a:pt x="561" y="355"/>
                  </a:lnTo>
                  <a:lnTo>
                    <a:pt x="586" y="403"/>
                  </a:lnTo>
                  <a:lnTo>
                    <a:pt x="590" y="409"/>
                  </a:lnTo>
                  <a:lnTo>
                    <a:pt x="592" y="418"/>
                  </a:lnTo>
                  <a:lnTo>
                    <a:pt x="592" y="426"/>
                  </a:lnTo>
                  <a:lnTo>
                    <a:pt x="593" y="432"/>
                  </a:lnTo>
                  <a:lnTo>
                    <a:pt x="592" y="443"/>
                  </a:lnTo>
                  <a:lnTo>
                    <a:pt x="589" y="456"/>
                  </a:lnTo>
                  <a:lnTo>
                    <a:pt x="579" y="476"/>
                  </a:lnTo>
                  <a:lnTo>
                    <a:pt x="570" y="493"/>
                  </a:lnTo>
                  <a:lnTo>
                    <a:pt x="561" y="521"/>
                  </a:lnTo>
                  <a:lnTo>
                    <a:pt x="560" y="532"/>
                  </a:lnTo>
                  <a:lnTo>
                    <a:pt x="556" y="551"/>
                  </a:lnTo>
                  <a:lnTo>
                    <a:pt x="552" y="557"/>
                  </a:lnTo>
                  <a:lnTo>
                    <a:pt x="546" y="562"/>
                  </a:lnTo>
                  <a:lnTo>
                    <a:pt x="530" y="578"/>
                  </a:lnTo>
                  <a:lnTo>
                    <a:pt x="520" y="588"/>
                  </a:lnTo>
                  <a:lnTo>
                    <a:pt x="512" y="594"/>
                  </a:lnTo>
                  <a:lnTo>
                    <a:pt x="501" y="600"/>
                  </a:lnTo>
                  <a:lnTo>
                    <a:pt x="493" y="604"/>
                  </a:lnTo>
                  <a:lnTo>
                    <a:pt x="448" y="630"/>
                  </a:lnTo>
                  <a:lnTo>
                    <a:pt x="400" y="658"/>
                  </a:lnTo>
                  <a:lnTo>
                    <a:pt x="398" y="663"/>
                  </a:lnTo>
                  <a:lnTo>
                    <a:pt x="397" y="669"/>
                  </a:lnTo>
                  <a:lnTo>
                    <a:pt x="398" y="678"/>
                  </a:lnTo>
                  <a:lnTo>
                    <a:pt x="404" y="693"/>
                  </a:lnTo>
                  <a:lnTo>
                    <a:pt x="406" y="704"/>
                  </a:lnTo>
                  <a:lnTo>
                    <a:pt x="409" y="711"/>
                  </a:lnTo>
                  <a:lnTo>
                    <a:pt x="410" y="717"/>
                  </a:lnTo>
                  <a:lnTo>
                    <a:pt x="394" y="733"/>
                  </a:lnTo>
                  <a:lnTo>
                    <a:pt x="375" y="748"/>
                  </a:lnTo>
                  <a:lnTo>
                    <a:pt x="358" y="755"/>
                  </a:lnTo>
                  <a:lnTo>
                    <a:pt x="353" y="756"/>
                  </a:lnTo>
                  <a:lnTo>
                    <a:pt x="345" y="755"/>
                  </a:lnTo>
                  <a:lnTo>
                    <a:pt x="334" y="754"/>
                  </a:lnTo>
                  <a:lnTo>
                    <a:pt x="326" y="752"/>
                  </a:lnTo>
                  <a:lnTo>
                    <a:pt x="319" y="746"/>
                  </a:lnTo>
                  <a:lnTo>
                    <a:pt x="308" y="733"/>
                  </a:lnTo>
                  <a:lnTo>
                    <a:pt x="303" y="728"/>
                  </a:lnTo>
                  <a:lnTo>
                    <a:pt x="299" y="722"/>
                  </a:lnTo>
                  <a:lnTo>
                    <a:pt x="297" y="712"/>
                  </a:lnTo>
                  <a:lnTo>
                    <a:pt x="297" y="695"/>
                  </a:lnTo>
                  <a:lnTo>
                    <a:pt x="296" y="688"/>
                  </a:lnTo>
                  <a:lnTo>
                    <a:pt x="289" y="684"/>
                  </a:lnTo>
                  <a:lnTo>
                    <a:pt x="274" y="679"/>
                  </a:lnTo>
                  <a:lnTo>
                    <a:pt x="259" y="679"/>
                  </a:lnTo>
                  <a:lnTo>
                    <a:pt x="245" y="681"/>
                  </a:lnTo>
                  <a:lnTo>
                    <a:pt x="227" y="683"/>
                  </a:lnTo>
                  <a:lnTo>
                    <a:pt x="207" y="688"/>
                  </a:lnTo>
                  <a:lnTo>
                    <a:pt x="197" y="689"/>
                  </a:lnTo>
                  <a:lnTo>
                    <a:pt x="188" y="684"/>
                  </a:lnTo>
                  <a:lnTo>
                    <a:pt x="179" y="672"/>
                  </a:lnTo>
                  <a:lnTo>
                    <a:pt x="168" y="660"/>
                  </a:lnTo>
                  <a:lnTo>
                    <a:pt x="161" y="651"/>
                  </a:lnTo>
                  <a:lnTo>
                    <a:pt x="147" y="629"/>
                  </a:lnTo>
                  <a:lnTo>
                    <a:pt x="136" y="606"/>
                  </a:lnTo>
                  <a:lnTo>
                    <a:pt x="130" y="583"/>
                  </a:lnTo>
                  <a:lnTo>
                    <a:pt x="123" y="565"/>
                  </a:lnTo>
                  <a:lnTo>
                    <a:pt x="112" y="548"/>
                  </a:lnTo>
                  <a:lnTo>
                    <a:pt x="107" y="533"/>
                  </a:lnTo>
                  <a:lnTo>
                    <a:pt x="86" y="496"/>
                  </a:lnTo>
                  <a:lnTo>
                    <a:pt x="70" y="466"/>
                  </a:lnTo>
                  <a:lnTo>
                    <a:pt x="54" y="411"/>
                  </a:lnTo>
                  <a:lnTo>
                    <a:pt x="45" y="370"/>
                  </a:lnTo>
                  <a:lnTo>
                    <a:pt x="41" y="358"/>
                  </a:lnTo>
                  <a:lnTo>
                    <a:pt x="39" y="345"/>
                  </a:lnTo>
                  <a:lnTo>
                    <a:pt x="34" y="337"/>
                  </a:lnTo>
                  <a:lnTo>
                    <a:pt x="31" y="327"/>
                  </a:lnTo>
                  <a:lnTo>
                    <a:pt x="27" y="320"/>
                  </a:lnTo>
                  <a:lnTo>
                    <a:pt x="26" y="303"/>
                  </a:lnTo>
                  <a:lnTo>
                    <a:pt x="25" y="286"/>
                  </a:lnTo>
                  <a:lnTo>
                    <a:pt x="23" y="272"/>
                  </a:lnTo>
                  <a:lnTo>
                    <a:pt x="22" y="242"/>
                  </a:lnTo>
                  <a:lnTo>
                    <a:pt x="21" y="206"/>
                  </a:lnTo>
                  <a:lnTo>
                    <a:pt x="17" y="192"/>
                  </a:lnTo>
                  <a:lnTo>
                    <a:pt x="3" y="170"/>
                  </a:lnTo>
                  <a:lnTo>
                    <a:pt x="0" y="164"/>
                  </a:lnTo>
                  <a:lnTo>
                    <a:pt x="2" y="155"/>
                  </a:lnTo>
                  <a:lnTo>
                    <a:pt x="6" y="150"/>
                  </a:lnTo>
                  <a:lnTo>
                    <a:pt x="15" y="148"/>
                  </a:lnTo>
                  <a:lnTo>
                    <a:pt x="20" y="144"/>
                  </a:lnTo>
                  <a:lnTo>
                    <a:pt x="23" y="136"/>
                  </a:lnTo>
                  <a:lnTo>
                    <a:pt x="34" y="120"/>
                  </a:lnTo>
                  <a:lnTo>
                    <a:pt x="40" y="96"/>
                  </a:lnTo>
                  <a:lnTo>
                    <a:pt x="40" y="83"/>
                  </a:lnTo>
                  <a:lnTo>
                    <a:pt x="35" y="63"/>
                  </a:lnTo>
                  <a:lnTo>
                    <a:pt x="32" y="46"/>
                  </a:lnTo>
                  <a:lnTo>
                    <a:pt x="32" y="40"/>
                  </a:lnTo>
                  <a:lnTo>
                    <a:pt x="34" y="33"/>
                  </a:lnTo>
                  <a:lnTo>
                    <a:pt x="43" y="19"/>
                  </a:lnTo>
                  <a:lnTo>
                    <a:pt x="51" y="13"/>
                  </a:lnTo>
                  <a:lnTo>
                    <a:pt x="64" y="7"/>
                  </a:lnTo>
                  <a:lnTo>
                    <a:pt x="82" y="1"/>
                  </a:lnTo>
                  <a:lnTo>
                    <a:pt x="93" y="0"/>
                  </a:lnTo>
                  <a:lnTo>
                    <a:pt x="107" y="3"/>
                  </a:lnTo>
                  <a:lnTo>
                    <a:pt x="116" y="7"/>
                  </a:lnTo>
                  <a:lnTo>
                    <a:pt x="122" y="12"/>
                  </a:lnTo>
                  <a:lnTo>
                    <a:pt x="134" y="22"/>
                  </a:lnTo>
                  <a:lnTo>
                    <a:pt x="140" y="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6853200" y="2242392"/>
              <a:ext cx="702" cy="428"/>
            </a:xfrm>
            <a:custGeom>
              <a:avLst/>
              <a:pathLst>
                <a:path w="702" h="428">
                  <a:moveTo>
                    <a:pt x="201" y="21"/>
                  </a:moveTo>
                  <a:lnTo>
                    <a:pt x="208" y="23"/>
                  </a:lnTo>
                  <a:lnTo>
                    <a:pt x="219" y="23"/>
                  </a:lnTo>
                  <a:lnTo>
                    <a:pt x="224" y="25"/>
                  </a:lnTo>
                  <a:lnTo>
                    <a:pt x="231" y="31"/>
                  </a:lnTo>
                  <a:lnTo>
                    <a:pt x="243" y="36"/>
                  </a:lnTo>
                  <a:lnTo>
                    <a:pt x="254" y="41"/>
                  </a:lnTo>
                  <a:lnTo>
                    <a:pt x="264" y="48"/>
                  </a:lnTo>
                  <a:lnTo>
                    <a:pt x="273" y="52"/>
                  </a:lnTo>
                  <a:lnTo>
                    <a:pt x="281" y="55"/>
                  </a:lnTo>
                  <a:lnTo>
                    <a:pt x="303" y="68"/>
                  </a:lnTo>
                  <a:lnTo>
                    <a:pt x="315" y="73"/>
                  </a:lnTo>
                  <a:lnTo>
                    <a:pt x="324" y="78"/>
                  </a:lnTo>
                  <a:lnTo>
                    <a:pt x="328" y="80"/>
                  </a:lnTo>
                  <a:lnTo>
                    <a:pt x="339" y="87"/>
                  </a:lnTo>
                  <a:lnTo>
                    <a:pt x="349" y="93"/>
                  </a:lnTo>
                  <a:lnTo>
                    <a:pt x="362" y="99"/>
                  </a:lnTo>
                  <a:lnTo>
                    <a:pt x="372" y="101"/>
                  </a:lnTo>
                  <a:lnTo>
                    <a:pt x="377" y="101"/>
                  </a:lnTo>
                  <a:lnTo>
                    <a:pt x="384" y="98"/>
                  </a:lnTo>
                  <a:lnTo>
                    <a:pt x="393" y="94"/>
                  </a:lnTo>
                  <a:lnTo>
                    <a:pt x="404" y="90"/>
                  </a:lnTo>
                  <a:lnTo>
                    <a:pt x="414" y="81"/>
                  </a:lnTo>
                  <a:lnTo>
                    <a:pt x="418" y="78"/>
                  </a:lnTo>
                  <a:lnTo>
                    <a:pt x="435" y="54"/>
                  </a:lnTo>
                  <a:lnTo>
                    <a:pt x="438" y="49"/>
                  </a:lnTo>
                  <a:lnTo>
                    <a:pt x="447" y="35"/>
                  </a:lnTo>
                  <a:lnTo>
                    <a:pt x="452" y="31"/>
                  </a:lnTo>
                  <a:lnTo>
                    <a:pt x="466" y="30"/>
                  </a:lnTo>
                  <a:lnTo>
                    <a:pt x="474" y="30"/>
                  </a:lnTo>
                  <a:lnTo>
                    <a:pt x="479" y="33"/>
                  </a:lnTo>
                  <a:lnTo>
                    <a:pt x="492" y="40"/>
                  </a:lnTo>
                  <a:lnTo>
                    <a:pt x="494" y="54"/>
                  </a:lnTo>
                  <a:lnTo>
                    <a:pt x="499" y="92"/>
                  </a:lnTo>
                  <a:lnTo>
                    <a:pt x="505" y="129"/>
                  </a:lnTo>
                  <a:lnTo>
                    <a:pt x="513" y="197"/>
                  </a:lnTo>
                  <a:lnTo>
                    <a:pt x="516" y="205"/>
                  </a:lnTo>
                  <a:lnTo>
                    <a:pt x="520" y="207"/>
                  </a:lnTo>
                  <a:lnTo>
                    <a:pt x="534" y="210"/>
                  </a:lnTo>
                  <a:lnTo>
                    <a:pt x="540" y="213"/>
                  </a:lnTo>
                  <a:lnTo>
                    <a:pt x="543" y="217"/>
                  </a:lnTo>
                  <a:lnTo>
                    <a:pt x="552" y="224"/>
                  </a:lnTo>
                  <a:lnTo>
                    <a:pt x="558" y="225"/>
                  </a:lnTo>
                  <a:lnTo>
                    <a:pt x="577" y="232"/>
                  </a:lnTo>
                  <a:lnTo>
                    <a:pt x="587" y="235"/>
                  </a:lnTo>
                  <a:lnTo>
                    <a:pt x="593" y="234"/>
                  </a:lnTo>
                  <a:lnTo>
                    <a:pt x="599" y="234"/>
                  </a:lnTo>
                  <a:lnTo>
                    <a:pt x="607" y="236"/>
                  </a:lnTo>
                  <a:lnTo>
                    <a:pt x="613" y="239"/>
                  </a:lnTo>
                  <a:lnTo>
                    <a:pt x="621" y="245"/>
                  </a:lnTo>
                  <a:lnTo>
                    <a:pt x="634" y="255"/>
                  </a:lnTo>
                  <a:lnTo>
                    <a:pt x="645" y="265"/>
                  </a:lnTo>
                  <a:lnTo>
                    <a:pt x="651" y="273"/>
                  </a:lnTo>
                  <a:lnTo>
                    <a:pt x="654" y="280"/>
                  </a:lnTo>
                  <a:lnTo>
                    <a:pt x="655" y="289"/>
                  </a:lnTo>
                  <a:lnTo>
                    <a:pt x="656" y="304"/>
                  </a:lnTo>
                  <a:lnTo>
                    <a:pt x="658" y="308"/>
                  </a:lnTo>
                  <a:lnTo>
                    <a:pt x="666" y="316"/>
                  </a:lnTo>
                  <a:lnTo>
                    <a:pt x="682" y="338"/>
                  </a:lnTo>
                  <a:lnTo>
                    <a:pt x="697" y="359"/>
                  </a:lnTo>
                  <a:lnTo>
                    <a:pt x="701" y="375"/>
                  </a:lnTo>
                  <a:lnTo>
                    <a:pt x="702" y="382"/>
                  </a:lnTo>
                  <a:lnTo>
                    <a:pt x="702" y="389"/>
                  </a:lnTo>
                  <a:lnTo>
                    <a:pt x="698" y="395"/>
                  </a:lnTo>
                  <a:lnTo>
                    <a:pt x="692" y="402"/>
                  </a:lnTo>
                  <a:lnTo>
                    <a:pt x="682" y="408"/>
                  </a:lnTo>
                  <a:lnTo>
                    <a:pt x="670" y="420"/>
                  </a:lnTo>
                  <a:lnTo>
                    <a:pt x="661" y="428"/>
                  </a:lnTo>
                  <a:lnTo>
                    <a:pt x="657" y="419"/>
                  </a:lnTo>
                  <a:lnTo>
                    <a:pt x="614" y="382"/>
                  </a:lnTo>
                  <a:lnTo>
                    <a:pt x="564" y="348"/>
                  </a:lnTo>
                  <a:lnTo>
                    <a:pt x="560" y="345"/>
                  </a:lnTo>
                  <a:lnTo>
                    <a:pt x="541" y="332"/>
                  </a:lnTo>
                  <a:lnTo>
                    <a:pt x="528" y="322"/>
                  </a:lnTo>
                  <a:lnTo>
                    <a:pt x="522" y="318"/>
                  </a:lnTo>
                  <a:lnTo>
                    <a:pt x="435" y="258"/>
                  </a:lnTo>
                  <a:lnTo>
                    <a:pt x="413" y="242"/>
                  </a:lnTo>
                  <a:lnTo>
                    <a:pt x="398" y="232"/>
                  </a:lnTo>
                  <a:lnTo>
                    <a:pt x="390" y="228"/>
                  </a:lnTo>
                  <a:lnTo>
                    <a:pt x="311" y="193"/>
                  </a:lnTo>
                  <a:lnTo>
                    <a:pt x="312" y="176"/>
                  </a:lnTo>
                  <a:lnTo>
                    <a:pt x="283" y="165"/>
                  </a:lnTo>
                  <a:lnTo>
                    <a:pt x="274" y="154"/>
                  </a:lnTo>
                  <a:lnTo>
                    <a:pt x="257" y="150"/>
                  </a:lnTo>
                  <a:lnTo>
                    <a:pt x="250" y="161"/>
                  </a:lnTo>
                  <a:lnTo>
                    <a:pt x="242" y="163"/>
                  </a:lnTo>
                  <a:lnTo>
                    <a:pt x="204" y="149"/>
                  </a:lnTo>
                  <a:lnTo>
                    <a:pt x="200" y="146"/>
                  </a:lnTo>
                  <a:lnTo>
                    <a:pt x="168" y="123"/>
                  </a:lnTo>
                  <a:lnTo>
                    <a:pt x="139" y="104"/>
                  </a:lnTo>
                  <a:lnTo>
                    <a:pt x="127" y="98"/>
                  </a:lnTo>
                  <a:lnTo>
                    <a:pt x="122" y="97"/>
                  </a:lnTo>
                  <a:lnTo>
                    <a:pt x="115" y="97"/>
                  </a:lnTo>
                  <a:lnTo>
                    <a:pt x="105" y="95"/>
                  </a:lnTo>
                  <a:lnTo>
                    <a:pt x="93" y="90"/>
                  </a:lnTo>
                  <a:lnTo>
                    <a:pt x="91" y="83"/>
                  </a:lnTo>
                  <a:lnTo>
                    <a:pt x="70" y="72"/>
                  </a:lnTo>
                  <a:lnTo>
                    <a:pt x="64" y="71"/>
                  </a:lnTo>
                  <a:lnTo>
                    <a:pt x="58" y="75"/>
                  </a:lnTo>
                  <a:lnTo>
                    <a:pt x="48" y="74"/>
                  </a:lnTo>
                  <a:lnTo>
                    <a:pt x="36" y="66"/>
                  </a:lnTo>
                  <a:lnTo>
                    <a:pt x="25" y="57"/>
                  </a:lnTo>
                  <a:lnTo>
                    <a:pt x="19" y="53"/>
                  </a:lnTo>
                  <a:lnTo>
                    <a:pt x="15" y="51"/>
                  </a:lnTo>
                  <a:lnTo>
                    <a:pt x="5" y="45"/>
                  </a:lnTo>
                  <a:lnTo>
                    <a:pt x="0" y="40"/>
                  </a:lnTo>
                  <a:lnTo>
                    <a:pt x="2" y="36"/>
                  </a:lnTo>
                  <a:lnTo>
                    <a:pt x="16" y="40"/>
                  </a:lnTo>
                  <a:lnTo>
                    <a:pt x="20" y="41"/>
                  </a:lnTo>
                  <a:lnTo>
                    <a:pt x="26" y="41"/>
                  </a:lnTo>
                  <a:lnTo>
                    <a:pt x="30" y="41"/>
                  </a:lnTo>
                  <a:lnTo>
                    <a:pt x="36" y="36"/>
                  </a:lnTo>
                  <a:lnTo>
                    <a:pt x="41" y="28"/>
                  </a:lnTo>
                  <a:lnTo>
                    <a:pt x="49" y="26"/>
                  </a:lnTo>
                  <a:lnTo>
                    <a:pt x="65" y="24"/>
                  </a:lnTo>
                  <a:lnTo>
                    <a:pt x="82" y="21"/>
                  </a:lnTo>
                  <a:lnTo>
                    <a:pt x="98" y="17"/>
                  </a:lnTo>
                  <a:lnTo>
                    <a:pt x="107" y="12"/>
                  </a:lnTo>
                  <a:lnTo>
                    <a:pt x="114" y="9"/>
                  </a:lnTo>
                  <a:lnTo>
                    <a:pt x="124" y="5"/>
                  </a:lnTo>
                  <a:lnTo>
                    <a:pt x="135" y="0"/>
                  </a:lnTo>
                  <a:lnTo>
                    <a:pt x="142" y="0"/>
                  </a:lnTo>
                  <a:lnTo>
                    <a:pt x="154" y="0"/>
                  </a:lnTo>
                  <a:lnTo>
                    <a:pt x="165" y="3"/>
                  </a:lnTo>
                  <a:lnTo>
                    <a:pt x="181" y="11"/>
                  </a:lnTo>
                  <a:lnTo>
                    <a:pt x="201" y="2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6855785" y="2241376"/>
              <a:ext cx="3428" cy="3659"/>
            </a:xfrm>
            <a:custGeom>
              <a:avLst/>
              <a:pathLst>
                <a:path w="3428" h="3659">
                  <a:moveTo>
                    <a:pt x="1732" y="6"/>
                  </a:moveTo>
                  <a:lnTo>
                    <a:pt x="1753" y="7"/>
                  </a:lnTo>
                  <a:lnTo>
                    <a:pt x="1772" y="8"/>
                  </a:lnTo>
                  <a:lnTo>
                    <a:pt x="1788" y="13"/>
                  </a:lnTo>
                  <a:lnTo>
                    <a:pt x="1822" y="26"/>
                  </a:lnTo>
                  <a:lnTo>
                    <a:pt x="1834" y="33"/>
                  </a:lnTo>
                  <a:lnTo>
                    <a:pt x="1850" y="41"/>
                  </a:lnTo>
                  <a:lnTo>
                    <a:pt x="1860" y="47"/>
                  </a:lnTo>
                  <a:lnTo>
                    <a:pt x="1870" y="50"/>
                  </a:lnTo>
                  <a:lnTo>
                    <a:pt x="1879" y="50"/>
                  </a:lnTo>
                  <a:lnTo>
                    <a:pt x="1888" y="52"/>
                  </a:lnTo>
                  <a:lnTo>
                    <a:pt x="1904" y="63"/>
                  </a:lnTo>
                  <a:lnTo>
                    <a:pt x="1923" y="74"/>
                  </a:lnTo>
                  <a:lnTo>
                    <a:pt x="1948" y="84"/>
                  </a:lnTo>
                  <a:lnTo>
                    <a:pt x="1961" y="85"/>
                  </a:lnTo>
                  <a:lnTo>
                    <a:pt x="1978" y="87"/>
                  </a:lnTo>
                  <a:lnTo>
                    <a:pt x="1992" y="89"/>
                  </a:lnTo>
                  <a:lnTo>
                    <a:pt x="2003" y="95"/>
                  </a:lnTo>
                  <a:lnTo>
                    <a:pt x="2017" y="102"/>
                  </a:lnTo>
                  <a:lnTo>
                    <a:pt x="2029" y="113"/>
                  </a:lnTo>
                  <a:lnTo>
                    <a:pt x="2052" y="132"/>
                  </a:lnTo>
                  <a:lnTo>
                    <a:pt x="2058" y="144"/>
                  </a:lnTo>
                  <a:lnTo>
                    <a:pt x="2064" y="158"/>
                  </a:lnTo>
                  <a:lnTo>
                    <a:pt x="2068" y="171"/>
                  </a:lnTo>
                  <a:lnTo>
                    <a:pt x="2080" y="180"/>
                  </a:lnTo>
                  <a:lnTo>
                    <a:pt x="2091" y="187"/>
                  </a:lnTo>
                  <a:lnTo>
                    <a:pt x="2102" y="188"/>
                  </a:lnTo>
                  <a:lnTo>
                    <a:pt x="2110" y="187"/>
                  </a:lnTo>
                  <a:lnTo>
                    <a:pt x="2119" y="181"/>
                  </a:lnTo>
                  <a:lnTo>
                    <a:pt x="2123" y="179"/>
                  </a:lnTo>
                  <a:lnTo>
                    <a:pt x="2138" y="178"/>
                  </a:lnTo>
                  <a:lnTo>
                    <a:pt x="2146" y="183"/>
                  </a:lnTo>
                  <a:lnTo>
                    <a:pt x="2156" y="187"/>
                  </a:lnTo>
                  <a:lnTo>
                    <a:pt x="2164" y="192"/>
                  </a:lnTo>
                  <a:lnTo>
                    <a:pt x="2173" y="192"/>
                  </a:lnTo>
                  <a:lnTo>
                    <a:pt x="2181" y="198"/>
                  </a:lnTo>
                  <a:lnTo>
                    <a:pt x="2199" y="227"/>
                  </a:lnTo>
                  <a:lnTo>
                    <a:pt x="2215" y="254"/>
                  </a:lnTo>
                  <a:lnTo>
                    <a:pt x="2247" y="299"/>
                  </a:lnTo>
                  <a:lnTo>
                    <a:pt x="2277" y="329"/>
                  </a:lnTo>
                  <a:lnTo>
                    <a:pt x="2307" y="350"/>
                  </a:lnTo>
                  <a:lnTo>
                    <a:pt x="2325" y="360"/>
                  </a:lnTo>
                  <a:lnTo>
                    <a:pt x="2338" y="368"/>
                  </a:lnTo>
                  <a:lnTo>
                    <a:pt x="2376" y="383"/>
                  </a:lnTo>
                  <a:lnTo>
                    <a:pt x="2409" y="394"/>
                  </a:lnTo>
                  <a:lnTo>
                    <a:pt x="2436" y="397"/>
                  </a:lnTo>
                  <a:lnTo>
                    <a:pt x="2451" y="395"/>
                  </a:lnTo>
                  <a:lnTo>
                    <a:pt x="2467" y="391"/>
                  </a:lnTo>
                  <a:lnTo>
                    <a:pt x="2479" y="389"/>
                  </a:lnTo>
                  <a:lnTo>
                    <a:pt x="2491" y="385"/>
                  </a:lnTo>
                  <a:lnTo>
                    <a:pt x="2497" y="377"/>
                  </a:lnTo>
                  <a:lnTo>
                    <a:pt x="2498" y="364"/>
                  </a:lnTo>
                  <a:lnTo>
                    <a:pt x="2498" y="359"/>
                  </a:lnTo>
                  <a:lnTo>
                    <a:pt x="2497" y="349"/>
                  </a:lnTo>
                  <a:lnTo>
                    <a:pt x="2503" y="338"/>
                  </a:lnTo>
                  <a:lnTo>
                    <a:pt x="2517" y="328"/>
                  </a:lnTo>
                  <a:lnTo>
                    <a:pt x="2522" y="321"/>
                  </a:lnTo>
                  <a:lnTo>
                    <a:pt x="2524" y="316"/>
                  </a:lnTo>
                  <a:lnTo>
                    <a:pt x="2522" y="304"/>
                  </a:lnTo>
                  <a:lnTo>
                    <a:pt x="2522" y="297"/>
                  </a:lnTo>
                  <a:lnTo>
                    <a:pt x="2524" y="291"/>
                  </a:lnTo>
                  <a:lnTo>
                    <a:pt x="2528" y="284"/>
                  </a:lnTo>
                  <a:lnTo>
                    <a:pt x="2532" y="280"/>
                  </a:lnTo>
                  <a:lnTo>
                    <a:pt x="2539" y="277"/>
                  </a:lnTo>
                  <a:lnTo>
                    <a:pt x="2543" y="276"/>
                  </a:lnTo>
                  <a:lnTo>
                    <a:pt x="2553" y="277"/>
                  </a:lnTo>
                  <a:lnTo>
                    <a:pt x="2555" y="280"/>
                  </a:lnTo>
                  <a:lnTo>
                    <a:pt x="2560" y="294"/>
                  </a:lnTo>
                  <a:lnTo>
                    <a:pt x="2561" y="303"/>
                  </a:lnTo>
                  <a:lnTo>
                    <a:pt x="2566" y="312"/>
                  </a:lnTo>
                  <a:lnTo>
                    <a:pt x="2571" y="320"/>
                  </a:lnTo>
                  <a:lnTo>
                    <a:pt x="2578" y="330"/>
                  </a:lnTo>
                  <a:lnTo>
                    <a:pt x="2587" y="341"/>
                  </a:lnTo>
                  <a:lnTo>
                    <a:pt x="2608" y="366"/>
                  </a:lnTo>
                  <a:lnTo>
                    <a:pt x="2620" y="374"/>
                  </a:lnTo>
                  <a:lnTo>
                    <a:pt x="2633" y="377"/>
                  </a:lnTo>
                  <a:lnTo>
                    <a:pt x="2644" y="381"/>
                  </a:lnTo>
                  <a:lnTo>
                    <a:pt x="2662" y="391"/>
                  </a:lnTo>
                  <a:lnTo>
                    <a:pt x="2673" y="396"/>
                  </a:lnTo>
                  <a:lnTo>
                    <a:pt x="2682" y="399"/>
                  </a:lnTo>
                  <a:lnTo>
                    <a:pt x="2693" y="413"/>
                  </a:lnTo>
                  <a:lnTo>
                    <a:pt x="2705" y="430"/>
                  </a:lnTo>
                  <a:lnTo>
                    <a:pt x="2716" y="441"/>
                  </a:lnTo>
                  <a:lnTo>
                    <a:pt x="2724" y="444"/>
                  </a:lnTo>
                  <a:lnTo>
                    <a:pt x="2735" y="444"/>
                  </a:lnTo>
                  <a:lnTo>
                    <a:pt x="2745" y="443"/>
                  </a:lnTo>
                  <a:lnTo>
                    <a:pt x="2755" y="441"/>
                  </a:lnTo>
                  <a:lnTo>
                    <a:pt x="2765" y="442"/>
                  </a:lnTo>
                  <a:lnTo>
                    <a:pt x="2779" y="445"/>
                  </a:lnTo>
                  <a:lnTo>
                    <a:pt x="2785" y="452"/>
                  </a:lnTo>
                  <a:lnTo>
                    <a:pt x="2794" y="457"/>
                  </a:lnTo>
                  <a:lnTo>
                    <a:pt x="2803" y="458"/>
                  </a:lnTo>
                  <a:lnTo>
                    <a:pt x="2808" y="454"/>
                  </a:lnTo>
                  <a:lnTo>
                    <a:pt x="2813" y="448"/>
                  </a:lnTo>
                  <a:lnTo>
                    <a:pt x="2823" y="446"/>
                  </a:lnTo>
                  <a:lnTo>
                    <a:pt x="2832" y="445"/>
                  </a:lnTo>
                  <a:lnTo>
                    <a:pt x="2841" y="449"/>
                  </a:lnTo>
                  <a:lnTo>
                    <a:pt x="2845" y="455"/>
                  </a:lnTo>
                  <a:lnTo>
                    <a:pt x="2846" y="460"/>
                  </a:lnTo>
                  <a:lnTo>
                    <a:pt x="2843" y="466"/>
                  </a:lnTo>
                  <a:lnTo>
                    <a:pt x="2838" y="472"/>
                  </a:lnTo>
                  <a:lnTo>
                    <a:pt x="2836" y="481"/>
                  </a:lnTo>
                  <a:lnTo>
                    <a:pt x="2842" y="486"/>
                  </a:lnTo>
                  <a:lnTo>
                    <a:pt x="2858" y="488"/>
                  </a:lnTo>
                  <a:lnTo>
                    <a:pt x="2870" y="485"/>
                  </a:lnTo>
                  <a:lnTo>
                    <a:pt x="2880" y="477"/>
                  </a:lnTo>
                  <a:lnTo>
                    <a:pt x="2899" y="466"/>
                  </a:lnTo>
                  <a:lnTo>
                    <a:pt x="2908" y="462"/>
                  </a:lnTo>
                  <a:lnTo>
                    <a:pt x="2916" y="456"/>
                  </a:lnTo>
                  <a:lnTo>
                    <a:pt x="2920" y="447"/>
                  </a:lnTo>
                  <a:lnTo>
                    <a:pt x="2924" y="439"/>
                  </a:lnTo>
                  <a:lnTo>
                    <a:pt x="2928" y="435"/>
                  </a:lnTo>
                  <a:lnTo>
                    <a:pt x="2932" y="430"/>
                  </a:lnTo>
                  <a:lnTo>
                    <a:pt x="2938" y="426"/>
                  </a:lnTo>
                  <a:lnTo>
                    <a:pt x="2945" y="425"/>
                  </a:lnTo>
                  <a:lnTo>
                    <a:pt x="2953" y="428"/>
                  </a:lnTo>
                  <a:lnTo>
                    <a:pt x="2959" y="432"/>
                  </a:lnTo>
                  <a:lnTo>
                    <a:pt x="2971" y="439"/>
                  </a:lnTo>
                  <a:lnTo>
                    <a:pt x="2980" y="441"/>
                  </a:lnTo>
                  <a:lnTo>
                    <a:pt x="2985" y="437"/>
                  </a:lnTo>
                  <a:lnTo>
                    <a:pt x="2988" y="429"/>
                  </a:lnTo>
                  <a:lnTo>
                    <a:pt x="2994" y="423"/>
                  </a:lnTo>
                  <a:lnTo>
                    <a:pt x="3000" y="427"/>
                  </a:lnTo>
                  <a:lnTo>
                    <a:pt x="3002" y="434"/>
                  </a:lnTo>
                  <a:lnTo>
                    <a:pt x="3003" y="445"/>
                  </a:lnTo>
                  <a:lnTo>
                    <a:pt x="3009" y="452"/>
                  </a:lnTo>
                  <a:lnTo>
                    <a:pt x="3014" y="456"/>
                  </a:lnTo>
                  <a:lnTo>
                    <a:pt x="3025" y="456"/>
                  </a:lnTo>
                  <a:lnTo>
                    <a:pt x="3044" y="456"/>
                  </a:lnTo>
                  <a:lnTo>
                    <a:pt x="3052" y="452"/>
                  </a:lnTo>
                  <a:lnTo>
                    <a:pt x="3057" y="443"/>
                  </a:lnTo>
                  <a:lnTo>
                    <a:pt x="3063" y="437"/>
                  </a:lnTo>
                  <a:lnTo>
                    <a:pt x="3072" y="438"/>
                  </a:lnTo>
                  <a:lnTo>
                    <a:pt x="3081" y="440"/>
                  </a:lnTo>
                  <a:lnTo>
                    <a:pt x="3094" y="448"/>
                  </a:lnTo>
                  <a:lnTo>
                    <a:pt x="3106" y="452"/>
                  </a:lnTo>
                  <a:lnTo>
                    <a:pt x="3117" y="452"/>
                  </a:lnTo>
                  <a:lnTo>
                    <a:pt x="3125" y="449"/>
                  </a:lnTo>
                  <a:lnTo>
                    <a:pt x="3139" y="432"/>
                  </a:lnTo>
                  <a:lnTo>
                    <a:pt x="3146" y="428"/>
                  </a:lnTo>
                  <a:lnTo>
                    <a:pt x="3152" y="422"/>
                  </a:lnTo>
                  <a:lnTo>
                    <a:pt x="3164" y="422"/>
                  </a:lnTo>
                  <a:lnTo>
                    <a:pt x="3171" y="425"/>
                  </a:lnTo>
                  <a:lnTo>
                    <a:pt x="3178" y="434"/>
                  </a:lnTo>
                  <a:lnTo>
                    <a:pt x="3183" y="443"/>
                  </a:lnTo>
                  <a:lnTo>
                    <a:pt x="3189" y="454"/>
                  </a:lnTo>
                  <a:lnTo>
                    <a:pt x="3197" y="473"/>
                  </a:lnTo>
                  <a:lnTo>
                    <a:pt x="3215" y="495"/>
                  </a:lnTo>
                  <a:lnTo>
                    <a:pt x="3225" y="507"/>
                  </a:lnTo>
                  <a:lnTo>
                    <a:pt x="3236" y="519"/>
                  </a:lnTo>
                  <a:lnTo>
                    <a:pt x="3247" y="535"/>
                  </a:lnTo>
                  <a:lnTo>
                    <a:pt x="3255" y="548"/>
                  </a:lnTo>
                  <a:lnTo>
                    <a:pt x="3272" y="565"/>
                  </a:lnTo>
                  <a:lnTo>
                    <a:pt x="3287" y="599"/>
                  </a:lnTo>
                  <a:lnTo>
                    <a:pt x="3287" y="621"/>
                  </a:lnTo>
                  <a:lnTo>
                    <a:pt x="3288" y="639"/>
                  </a:lnTo>
                  <a:lnTo>
                    <a:pt x="3298" y="649"/>
                  </a:lnTo>
                  <a:lnTo>
                    <a:pt x="3314" y="655"/>
                  </a:lnTo>
                  <a:lnTo>
                    <a:pt x="3332" y="658"/>
                  </a:lnTo>
                  <a:lnTo>
                    <a:pt x="3339" y="651"/>
                  </a:lnTo>
                  <a:lnTo>
                    <a:pt x="3360" y="644"/>
                  </a:lnTo>
                  <a:lnTo>
                    <a:pt x="3376" y="645"/>
                  </a:lnTo>
                  <a:lnTo>
                    <a:pt x="3393" y="656"/>
                  </a:lnTo>
                  <a:lnTo>
                    <a:pt x="3398" y="666"/>
                  </a:lnTo>
                  <a:lnTo>
                    <a:pt x="3398" y="682"/>
                  </a:lnTo>
                  <a:lnTo>
                    <a:pt x="3398" y="696"/>
                  </a:lnTo>
                  <a:lnTo>
                    <a:pt x="3398" y="716"/>
                  </a:lnTo>
                  <a:lnTo>
                    <a:pt x="3402" y="731"/>
                  </a:lnTo>
                  <a:lnTo>
                    <a:pt x="3405" y="739"/>
                  </a:lnTo>
                  <a:lnTo>
                    <a:pt x="3409" y="747"/>
                  </a:lnTo>
                  <a:lnTo>
                    <a:pt x="3413" y="764"/>
                  </a:lnTo>
                  <a:lnTo>
                    <a:pt x="3420" y="782"/>
                  </a:lnTo>
                  <a:lnTo>
                    <a:pt x="3426" y="799"/>
                  </a:lnTo>
                  <a:lnTo>
                    <a:pt x="3428" y="818"/>
                  </a:lnTo>
                  <a:lnTo>
                    <a:pt x="3426" y="843"/>
                  </a:lnTo>
                  <a:lnTo>
                    <a:pt x="3421" y="865"/>
                  </a:lnTo>
                  <a:lnTo>
                    <a:pt x="3416" y="882"/>
                  </a:lnTo>
                  <a:lnTo>
                    <a:pt x="3413" y="904"/>
                  </a:lnTo>
                  <a:lnTo>
                    <a:pt x="3409" y="915"/>
                  </a:lnTo>
                  <a:lnTo>
                    <a:pt x="3406" y="926"/>
                  </a:lnTo>
                  <a:lnTo>
                    <a:pt x="3403" y="940"/>
                  </a:lnTo>
                  <a:lnTo>
                    <a:pt x="3404" y="951"/>
                  </a:lnTo>
                  <a:lnTo>
                    <a:pt x="3406" y="968"/>
                  </a:lnTo>
                  <a:lnTo>
                    <a:pt x="3402" y="978"/>
                  </a:lnTo>
                  <a:lnTo>
                    <a:pt x="3394" y="982"/>
                  </a:lnTo>
                  <a:lnTo>
                    <a:pt x="3383" y="983"/>
                  </a:lnTo>
                  <a:lnTo>
                    <a:pt x="3371" y="987"/>
                  </a:lnTo>
                  <a:lnTo>
                    <a:pt x="3359" y="991"/>
                  </a:lnTo>
                  <a:lnTo>
                    <a:pt x="3346" y="1001"/>
                  </a:lnTo>
                  <a:lnTo>
                    <a:pt x="3334" y="1017"/>
                  </a:lnTo>
                  <a:lnTo>
                    <a:pt x="3325" y="1034"/>
                  </a:lnTo>
                  <a:lnTo>
                    <a:pt x="3323" y="1047"/>
                  </a:lnTo>
                  <a:lnTo>
                    <a:pt x="3320" y="1061"/>
                  </a:lnTo>
                  <a:lnTo>
                    <a:pt x="3317" y="1075"/>
                  </a:lnTo>
                  <a:lnTo>
                    <a:pt x="3316" y="1100"/>
                  </a:lnTo>
                  <a:lnTo>
                    <a:pt x="3320" y="1183"/>
                  </a:lnTo>
                  <a:lnTo>
                    <a:pt x="3320" y="1190"/>
                  </a:lnTo>
                  <a:lnTo>
                    <a:pt x="3318" y="1201"/>
                  </a:lnTo>
                  <a:lnTo>
                    <a:pt x="3318" y="1219"/>
                  </a:lnTo>
                  <a:lnTo>
                    <a:pt x="3318" y="1237"/>
                  </a:lnTo>
                  <a:lnTo>
                    <a:pt x="3322" y="1249"/>
                  </a:lnTo>
                  <a:lnTo>
                    <a:pt x="3330" y="1272"/>
                  </a:lnTo>
                  <a:lnTo>
                    <a:pt x="3333" y="1285"/>
                  </a:lnTo>
                  <a:lnTo>
                    <a:pt x="3336" y="1298"/>
                  </a:lnTo>
                  <a:lnTo>
                    <a:pt x="3342" y="1308"/>
                  </a:lnTo>
                  <a:lnTo>
                    <a:pt x="3349" y="1318"/>
                  </a:lnTo>
                  <a:lnTo>
                    <a:pt x="3353" y="1327"/>
                  </a:lnTo>
                  <a:lnTo>
                    <a:pt x="3358" y="1337"/>
                  </a:lnTo>
                  <a:lnTo>
                    <a:pt x="3353" y="1350"/>
                  </a:lnTo>
                  <a:lnTo>
                    <a:pt x="3344" y="1375"/>
                  </a:lnTo>
                  <a:lnTo>
                    <a:pt x="3341" y="1386"/>
                  </a:lnTo>
                  <a:lnTo>
                    <a:pt x="3341" y="1396"/>
                  </a:lnTo>
                  <a:lnTo>
                    <a:pt x="3345" y="1404"/>
                  </a:lnTo>
                  <a:lnTo>
                    <a:pt x="3351" y="1408"/>
                  </a:lnTo>
                  <a:lnTo>
                    <a:pt x="3361" y="1408"/>
                  </a:lnTo>
                  <a:lnTo>
                    <a:pt x="3370" y="1408"/>
                  </a:lnTo>
                  <a:lnTo>
                    <a:pt x="3377" y="1408"/>
                  </a:lnTo>
                  <a:lnTo>
                    <a:pt x="3383" y="1412"/>
                  </a:lnTo>
                  <a:lnTo>
                    <a:pt x="3384" y="1417"/>
                  </a:lnTo>
                  <a:lnTo>
                    <a:pt x="3384" y="1422"/>
                  </a:lnTo>
                  <a:lnTo>
                    <a:pt x="3379" y="1430"/>
                  </a:lnTo>
                  <a:lnTo>
                    <a:pt x="3373" y="1437"/>
                  </a:lnTo>
                  <a:lnTo>
                    <a:pt x="3365" y="1443"/>
                  </a:lnTo>
                  <a:lnTo>
                    <a:pt x="3353" y="1450"/>
                  </a:lnTo>
                  <a:lnTo>
                    <a:pt x="3344" y="1454"/>
                  </a:lnTo>
                  <a:lnTo>
                    <a:pt x="3333" y="1455"/>
                  </a:lnTo>
                  <a:lnTo>
                    <a:pt x="3324" y="1456"/>
                  </a:lnTo>
                  <a:lnTo>
                    <a:pt x="3312" y="1462"/>
                  </a:lnTo>
                  <a:lnTo>
                    <a:pt x="3278" y="1465"/>
                  </a:lnTo>
                  <a:lnTo>
                    <a:pt x="3266" y="1469"/>
                  </a:lnTo>
                  <a:lnTo>
                    <a:pt x="3246" y="1476"/>
                  </a:lnTo>
                  <a:lnTo>
                    <a:pt x="3241" y="1483"/>
                  </a:lnTo>
                  <a:lnTo>
                    <a:pt x="3234" y="1493"/>
                  </a:lnTo>
                  <a:lnTo>
                    <a:pt x="3224" y="1499"/>
                  </a:lnTo>
                  <a:lnTo>
                    <a:pt x="3213" y="1500"/>
                  </a:lnTo>
                  <a:lnTo>
                    <a:pt x="3198" y="1501"/>
                  </a:lnTo>
                  <a:lnTo>
                    <a:pt x="3193" y="1498"/>
                  </a:lnTo>
                  <a:lnTo>
                    <a:pt x="3183" y="1492"/>
                  </a:lnTo>
                  <a:lnTo>
                    <a:pt x="3173" y="1490"/>
                  </a:lnTo>
                  <a:lnTo>
                    <a:pt x="3167" y="1488"/>
                  </a:lnTo>
                  <a:lnTo>
                    <a:pt x="3153" y="1483"/>
                  </a:lnTo>
                  <a:lnTo>
                    <a:pt x="3147" y="1492"/>
                  </a:lnTo>
                  <a:lnTo>
                    <a:pt x="3140" y="1502"/>
                  </a:lnTo>
                  <a:lnTo>
                    <a:pt x="3133" y="1508"/>
                  </a:lnTo>
                  <a:lnTo>
                    <a:pt x="3124" y="1514"/>
                  </a:lnTo>
                  <a:lnTo>
                    <a:pt x="3113" y="1515"/>
                  </a:lnTo>
                  <a:lnTo>
                    <a:pt x="3099" y="1516"/>
                  </a:lnTo>
                  <a:lnTo>
                    <a:pt x="3088" y="1524"/>
                  </a:lnTo>
                  <a:lnTo>
                    <a:pt x="3064" y="1546"/>
                  </a:lnTo>
                  <a:lnTo>
                    <a:pt x="3053" y="1557"/>
                  </a:lnTo>
                  <a:lnTo>
                    <a:pt x="3043" y="1566"/>
                  </a:lnTo>
                  <a:lnTo>
                    <a:pt x="3033" y="1572"/>
                  </a:lnTo>
                  <a:lnTo>
                    <a:pt x="3003" y="1583"/>
                  </a:lnTo>
                  <a:lnTo>
                    <a:pt x="2982" y="1590"/>
                  </a:lnTo>
                  <a:lnTo>
                    <a:pt x="2949" y="1601"/>
                  </a:lnTo>
                  <a:lnTo>
                    <a:pt x="2927" y="1604"/>
                  </a:lnTo>
                  <a:lnTo>
                    <a:pt x="2918" y="1585"/>
                  </a:lnTo>
                  <a:lnTo>
                    <a:pt x="2898" y="1577"/>
                  </a:lnTo>
                  <a:lnTo>
                    <a:pt x="2890" y="1586"/>
                  </a:lnTo>
                  <a:lnTo>
                    <a:pt x="2884" y="1591"/>
                  </a:lnTo>
                  <a:lnTo>
                    <a:pt x="2875" y="1601"/>
                  </a:lnTo>
                  <a:lnTo>
                    <a:pt x="2870" y="1608"/>
                  </a:lnTo>
                  <a:lnTo>
                    <a:pt x="2865" y="1614"/>
                  </a:lnTo>
                  <a:lnTo>
                    <a:pt x="2854" y="1630"/>
                  </a:lnTo>
                  <a:lnTo>
                    <a:pt x="2849" y="1644"/>
                  </a:lnTo>
                  <a:lnTo>
                    <a:pt x="2845" y="1660"/>
                  </a:lnTo>
                  <a:lnTo>
                    <a:pt x="2839" y="1684"/>
                  </a:lnTo>
                  <a:lnTo>
                    <a:pt x="2836" y="1704"/>
                  </a:lnTo>
                  <a:lnTo>
                    <a:pt x="2827" y="1721"/>
                  </a:lnTo>
                  <a:lnTo>
                    <a:pt x="2823" y="1735"/>
                  </a:lnTo>
                  <a:lnTo>
                    <a:pt x="2815" y="1769"/>
                  </a:lnTo>
                  <a:lnTo>
                    <a:pt x="2814" y="1782"/>
                  </a:lnTo>
                  <a:lnTo>
                    <a:pt x="2814" y="1797"/>
                  </a:lnTo>
                  <a:lnTo>
                    <a:pt x="2818" y="1803"/>
                  </a:lnTo>
                  <a:lnTo>
                    <a:pt x="2822" y="1815"/>
                  </a:lnTo>
                  <a:lnTo>
                    <a:pt x="2824" y="1824"/>
                  </a:lnTo>
                  <a:lnTo>
                    <a:pt x="2830" y="1829"/>
                  </a:lnTo>
                  <a:lnTo>
                    <a:pt x="2838" y="1833"/>
                  </a:lnTo>
                  <a:lnTo>
                    <a:pt x="2845" y="1834"/>
                  </a:lnTo>
                  <a:lnTo>
                    <a:pt x="2853" y="1838"/>
                  </a:lnTo>
                  <a:lnTo>
                    <a:pt x="2859" y="1846"/>
                  </a:lnTo>
                  <a:lnTo>
                    <a:pt x="2865" y="1859"/>
                  </a:lnTo>
                  <a:lnTo>
                    <a:pt x="2869" y="1867"/>
                  </a:lnTo>
                  <a:lnTo>
                    <a:pt x="2873" y="1875"/>
                  </a:lnTo>
                  <a:lnTo>
                    <a:pt x="2877" y="1883"/>
                  </a:lnTo>
                  <a:lnTo>
                    <a:pt x="2881" y="1891"/>
                  </a:lnTo>
                  <a:lnTo>
                    <a:pt x="2885" y="1901"/>
                  </a:lnTo>
                  <a:lnTo>
                    <a:pt x="2889" y="1910"/>
                  </a:lnTo>
                  <a:lnTo>
                    <a:pt x="2895" y="1926"/>
                  </a:lnTo>
                  <a:lnTo>
                    <a:pt x="2889" y="1951"/>
                  </a:lnTo>
                  <a:lnTo>
                    <a:pt x="2882" y="1964"/>
                  </a:lnTo>
                  <a:lnTo>
                    <a:pt x="2877" y="1976"/>
                  </a:lnTo>
                  <a:lnTo>
                    <a:pt x="2874" y="1999"/>
                  </a:lnTo>
                  <a:lnTo>
                    <a:pt x="2870" y="2026"/>
                  </a:lnTo>
                  <a:lnTo>
                    <a:pt x="2867" y="2042"/>
                  </a:lnTo>
                  <a:lnTo>
                    <a:pt x="2871" y="2056"/>
                  </a:lnTo>
                  <a:lnTo>
                    <a:pt x="2870" y="2069"/>
                  </a:lnTo>
                  <a:lnTo>
                    <a:pt x="2872" y="2085"/>
                  </a:lnTo>
                  <a:lnTo>
                    <a:pt x="2871" y="2104"/>
                  </a:lnTo>
                  <a:lnTo>
                    <a:pt x="2869" y="2116"/>
                  </a:lnTo>
                  <a:lnTo>
                    <a:pt x="2866" y="2130"/>
                  </a:lnTo>
                  <a:lnTo>
                    <a:pt x="2861" y="2139"/>
                  </a:lnTo>
                  <a:lnTo>
                    <a:pt x="2852" y="2153"/>
                  </a:lnTo>
                  <a:lnTo>
                    <a:pt x="2846" y="2178"/>
                  </a:lnTo>
                  <a:lnTo>
                    <a:pt x="2841" y="2194"/>
                  </a:lnTo>
                  <a:lnTo>
                    <a:pt x="2836" y="2206"/>
                  </a:lnTo>
                  <a:lnTo>
                    <a:pt x="2826" y="2216"/>
                  </a:lnTo>
                  <a:lnTo>
                    <a:pt x="2814" y="2228"/>
                  </a:lnTo>
                  <a:lnTo>
                    <a:pt x="2804" y="2236"/>
                  </a:lnTo>
                  <a:lnTo>
                    <a:pt x="2793" y="2246"/>
                  </a:lnTo>
                  <a:lnTo>
                    <a:pt x="2784" y="2253"/>
                  </a:lnTo>
                  <a:lnTo>
                    <a:pt x="2779" y="2261"/>
                  </a:lnTo>
                  <a:lnTo>
                    <a:pt x="2774" y="2270"/>
                  </a:lnTo>
                  <a:lnTo>
                    <a:pt x="2771" y="2280"/>
                  </a:lnTo>
                  <a:lnTo>
                    <a:pt x="2770" y="2301"/>
                  </a:lnTo>
                  <a:lnTo>
                    <a:pt x="2767" y="2316"/>
                  </a:lnTo>
                  <a:lnTo>
                    <a:pt x="2767" y="2328"/>
                  </a:lnTo>
                  <a:lnTo>
                    <a:pt x="2763" y="2341"/>
                  </a:lnTo>
                  <a:lnTo>
                    <a:pt x="2752" y="2356"/>
                  </a:lnTo>
                  <a:lnTo>
                    <a:pt x="2743" y="2365"/>
                  </a:lnTo>
                  <a:lnTo>
                    <a:pt x="2735" y="2376"/>
                  </a:lnTo>
                  <a:lnTo>
                    <a:pt x="2728" y="2387"/>
                  </a:lnTo>
                  <a:lnTo>
                    <a:pt x="2724" y="2398"/>
                  </a:lnTo>
                  <a:lnTo>
                    <a:pt x="2725" y="2415"/>
                  </a:lnTo>
                  <a:lnTo>
                    <a:pt x="2737" y="2425"/>
                  </a:lnTo>
                  <a:lnTo>
                    <a:pt x="2760" y="2441"/>
                  </a:lnTo>
                  <a:lnTo>
                    <a:pt x="2773" y="2451"/>
                  </a:lnTo>
                  <a:lnTo>
                    <a:pt x="2778" y="2457"/>
                  </a:lnTo>
                  <a:lnTo>
                    <a:pt x="2782" y="2465"/>
                  </a:lnTo>
                  <a:lnTo>
                    <a:pt x="2783" y="2476"/>
                  </a:lnTo>
                  <a:lnTo>
                    <a:pt x="2785" y="2488"/>
                  </a:lnTo>
                  <a:lnTo>
                    <a:pt x="2783" y="2502"/>
                  </a:lnTo>
                  <a:lnTo>
                    <a:pt x="2782" y="2513"/>
                  </a:lnTo>
                  <a:lnTo>
                    <a:pt x="2778" y="2524"/>
                  </a:lnTo>
                  <a:lnTo>
                    <a:pt x="2767" y="2541"/>
                  </a:lnTo>
                  <a:lnTo>
                    <a:pt x="2749" y="2548"/>
                  </a:lnTo>
                  <a:lnTo>
                    <a:pt x="2738" y="2551"/>
                  </a:lnTo>
                  <a:lnTo>
                    <a:pt x="2722" y="2555"/>
                  </a:lnTo>
                  <a:lnTo>
                    <a:pt x="2716" y="2556"/>
                  </a:lnTo>
                  <a:lnTo>
                    <a:pt x="2709" y="2558"/>
                  </a:lnTo>
                  <a:lnTo>
                    <a:pt x="2700" y="2558"/>
                  </a:lnTo>
                  <a:lnTo>
                    <a:pt x="2691" y="2556"/>
                  </a:lnTo>
                  <a:lnTo>
                    <a:pt x="2679" y="2553"/>
                  </a:lnTo>
                  <a:lnTo>
                    <a:pt x="2669" y="2550"/>
                  </a:lnTo>
                  <a:lnTo>
                    <a:pt x="2656" y="2549"/>
                  </a:lnTo>
                  <a:lnTo>
                    <a:pt x="2648" y="2554"/>
                  </a:lnTo>
                  <a:lnTo>
                    <a:pt x="2637" y="2563"/>
                  </a:lnTo>
                  <a:lnTo>
                    <a:pt x="2626" y="2576"/>
                  </a:lnTo>
                  <a:lnTo>
                    <a:pt x="2616" y="2598"/>
                  </a:lnTo>
                  <a:lnTo>
                    <a:pt x="2614" y="2603"/>
                  </a:lnTo>
                  <a:lnTo>
                    <a:pt x="2613" y="2615"/>
                  </a:lnTo>
                  <a:lnTo>
                    <a:pt x="2612" y="2626"/>
                  </a:lnTo>
                  <a:lnTo>
                    <a:pt x="2612" y="2633"/>
                  </a:lnTo>
                  <a:lnTo>
                    <a:pt x="2610" y="2643"/>
                  </a:lnTo>
                  <a:lnTo>
                    <a:pt x="2607" y="2654"/>
                  </a:lnTo>
                  <a:lnTo>
                    <a:pt x="2608" y="2676"/>
                  </a:lnTo>
                  <a:lnTo>
                    <a:pt x="2609" y="2686"/>
                  </a:lnTo>
                  <a:lnTo>
                    <a:pt x="2608" y="2695"/>
                  </a:lnTo>
                  <a:lnTo>
                    <a:pt x="2607" y="2704"/>
                  </a:lnTo>
                  <a:lnTo>
                    <a:pt x="2604" y="2707"/>
                  </a:lnTo>
                  <a:lnTo>
                    <a:pt x="2594" y="2709"/>
                  </a:lnTo>
                  <a:lnTo>
                    <a:pt x="2589" y="2715"/>
                  </a:lnTo>
                  <a:lnTo>
                    <a:pt x="2585" y="2714"/>
                  </a:lnTo>
                  <a:lnTo>
                    <a:pt x="2580" y="2707"/>
                  </a:lnTo>
                  <a:lnTo>
                    <a:pt x="2572" y="2704"/>
                  </a:lnTo>
                  <a:lnTo>
                    <a:pt x="2565" y="2703"/>
                  </a:lnTo>
                  <a:lnTo>
                    <a:pt x="2561" y="2705"/>
                  </a:lnTo>
                  <a:lnTo>
                    <a:pt x="2552" y="2709"/>
                  </a:lnTo>
                  <a:lnTo>
                    <a:pt x="2540" y="2709"/>
                  </a:lnTo>
                  <a:lnTo>
                    <a:pt x="2525" y="2707"/>
                  </a:lnTo>
                  <a:lnTo>
                    <a:pt x="2502" y="2698"/>
                  </a:lnTo>
                  <a:lnTo>
                    <a:pt x="2499" y="2695"/>
                  </a:lnTo>
                  <a:lnTo>
                    <a:pt x="2491" y="2687"/>
                  </a:lnTo>
                  <a:lnTo>
                    <a:pt x="2482" y="2680"/>
                  </a:lnTo>
                  <a:lnTo>
                    <a:pt x="2466" y="2668"/>
                  </a:lnTo>
                  <a:lnTo>
                    <a:pt x="2464" y="2663"/>
                  </a:lnTo>
                  <a:lnTo>
                    <a:pt x="2464" y="2652"/>
                  </a:lnTo>
                  <a:lnTo>
                    <a:pt x="2458" y="2634"/>
                  </a:lnTo>
                  <a:lnTo>
                    <a:pt x="2449" y="2627"/>
                  </a:lnTo>
                  <a:lnTo>
                    <a:pt x="2440" y="2626"/>
                  </a:lnTo>
                  <a:lnTo>
                    <a:pt x="2420" y="2630"/>
                  </a:lnTo>
                  <a:lnTo>
                    <a:pt x="2408" y="2631"/>
                  </a:lnTo>
                  <a:lnTo>
                    <a:pt x="2391" y="2639"/>
                  </a:lnTo>
                  <a:lnTo>
                    <a:pt x="2378" y="2648"/>
                  </a:lnTo>
                  <a:lnTo>
                    <a:pt x="2355" y="2666"/>
                  </a:lnTo>
                  <a:lnTo>
                    <a:pt x="2343" y="2682"/>
                  </a:lnTo>
                  <a:lnTo>
                    <a:pt x="2332" y="2685"/>
                  </a:lnTo>
                  <a:lnTo>
                    <a:pt x="2315" y="2709"/>
                  </a:lnTo>
                  <a:lnTo>
                    <a:pt x="2306" y="2733"/>
                  </a:lnTo>
                  <a:lnTo>
                    <a:pt x="2303" y="2743"/>
                  </a:lnTo>
                  <a:lnTo>
                    <a:pt x="2294" y="2752"/>
                  </a:lnTo>
                  <a:lnTo>
                    <a:pt x="2284" y="2764"/>
                  </a:lnTo>
                  <a:lnTo>
                    <a:pt x="2276" y="2777"/>
                  </a:lnTo>
                  <a:lnTo>
                    <a:pt x="2271" y="2787"/>
                  </a:lnTo>
                  <a:lnTo>
                    <a:pt x="2268" y="2797"/>
                  </a:lnTo>
                  <a:lnTo>
                    <a:pt x="2268" y="2810"/>
                  </a:lnTo>
                  <a:lnTo>
                    <a:pt x="2271" y="2818"/>
                  </a:lnTo>
                  <a:lnTo>
                    <a:pt x="2277" y="2823"/>
                  </a:lnTo>
                  <a:lnTo>
                    <a:pt x="2285" y="2824"/>
                  </a:lnTo>
                  <a:lnTo>
                    <a:pt x="2293" y="2824"/>
                  </a:lnTo>
                  <a:lnTo>
                    <a:pt x="2301" y="2825"/>
                  </a:lnTo>
                  <a:lnTo>
                    <a:pt x="2307" y="2831"/>
                  </a:lnTo>
                  <a:lnTo>
                    <a:pt x="2305" y="2837"/>
                  </a:lnTo>
                  <a:lnTo>
                    <a:pt x="2305" y="2845"/>
                  </a:lnTo>
                  <a:lnTo>
                    <a:pt x="2309" y="2861"/>
                  </a:lnTo>
                  <a:lnTo>
                    <a:pt x="2277" y="2922"/>
                  </a:lnTo>
                  <a:lnTo>
                    <a:pt x="2271" y="2941"/>
                  </a:lnTo>
                  <a:lnTo>
                    <a:pt x="2267" y="2954"/>
                  </a:lnTo>
                  <a:lnTo>
                    <a:pt x="2259" y="2964"/>
                  </a:lnTo>
                  <a:lnTo>
                    <a:pt x="2249" y="2968"/>
                  </a:lnTo>
                  <a:lnTo>
                    <a:pt x="2238" y="2969"/>
                  </a:lnTo>
                  <a:lnTo>
                    <a:pt x="2231" y="2971"/>
                  </a:lnTo>
                  <a:lnTo>
                    <a:pt x="2228" y="2980"/>
                  </a:lnTo>
                  <a:lnTo>
                    <a:pt x="2218" y="3022"/>
                  </a:lnTo>
                  <a:lnTo>
                    <a:pt x="2218" y="3031"/>
                  </a:lnTo>
                  <a:lnTo>
                    <a:pt x="2224" y="3037"/>
                  </a:lnTo>
                  <a:lnTo>
                    <a:pt x="2230" y="3042"/>
                  </a:lnTo>
                  <a:lnTo>
                    <a:pt x="2237" y="3049"/>
                  </a:lnTo>
                  <a:lnTo>
                    <a:pt x="2242" y="3056"/>
                  </a:lnTo>
                  <a:lnTo>
                    <a:pt x="2244" y="3066"/>
                  </a:lnTo>
                  <a:lnTo>
                    <a:pt x="2246" y="3080"/>
                  </a:lnTo>
                  <a:lnTo>
                    <a:pt x="2242" y="3099"/>
                  </a:lnTo>
                  <a:lnTo>
                    <a:pt x="2230" y="3128"/>
                  </a:lnTo>
                  <a:lnTo>
                    <a:pt x="2230" y="3137"/>
                  </a:lnTo>
                  <a:lnTo>
                    <a:pt x="2231" y="3152"/>
                  </a:lnTo>
                  <a:lnTo>
                    <a:pt x="2226" y="3163"/>
                  </a:lnTo>
                  <a:lnTo>
                    <a:pt x="2221" y="3173"/>
                  </a:lnTo>
                  <a:lnTo>
                    <a:pt x="2192" y="3191"/>
                  </a:lnTo>
                  <a:lnTo>
                    <a:pt x="2191" y="3205"/>
                  </a:lnTo>
                  <a:lnTo>
                    <a:pt x="2191" y="3231"/>
                  </a:lnTo>
                  <a:lnTo>
                    <a:pt x="2193" y="3247"/>
                  </a:lnTo>
                  <a:lnTo>
                    <a:pt x="2195" y="3262"/>
                  </a:lnTo>
                  <a:lnTo>
                    <a:pt x="2184" y="3265"/>
                  </a:lnTo>
                  <a:lnTo>
                    <a:pt x="2188" y="3293"/>
                  </a:lnTo>
                  <a:lnTo>
                    <a:pt x="2196" y="3343"/>
                  </a:lnTo>
                  <a:lnTo>
                    <a:pt x="2211" y="3336"/>
                  </a:lnTo>
                  <a:lnTo>
                    <a:pt x="2226" y="3328"/>
                  </a:lnTo>
                  <a:lnTo>
                    <a:pt x="2251" y="3382"/>
                  </a:lnTo>
                  <a:lnTo>
                    <a:pt x="2259" y="3403"/>
                  </a:lnTo>
                  <a:lnTo>
                    <a:pt x="2263" y="3412"/>
                  </a:lnTo>
                  <a:lnTo>
                    <a:pt x="2252" y="3418"/>
                  </a:lnTo>
                  <a:lnTo>
                    <a:pt x="2246" y="3424"/>
                  </a:lnTo>
                  <a:lnTo>
                    <a:pt x="2238" y="3430"/>
                  </a:lnTo>
                  <a:lnTo>
                    <a:pt x="2230" y="3430"/>
                  </a:lnTo>
                  <a:lnTo>
                    <a:pt x="2221" y="3432"/>
                  </a:lnTo>
                  <a:lnTo>
                    <a:pt x="2207" y="3437"/>
                  </a:lnTo>
                  <a:lnTo>
                    <a:pt x="2193" y="3441"/>
                  </a:lnTo>
                  <a:lnTo>
                    <a:pt x="2173" y="3451"/>
                  </a:lnTo>
                  <a:lnTo>
                    <a:pt x="2161" y="3458"/>
                  </a:lnTo>
                  <a:lnTo>
                    <a:pt x="2150" y="3463"/>
                  </a:lnTo>
                  <a:lnTo>
                    <a:pt x="2136" y="3466"/>
                  </a:lnTo>
                  <a:lnTo>
                    <a:pt x="2102" y="3468"/>
                  </a:lnTo>
                  <a:lnTo>
                    <a:pt x="2084" y="3470"/>
                  </a:lnTo>
                  <a:lnTo>
                    <a:pt x="2079" y="3470"/>
                  </a:lnTo>
                  <a:lnTo>
                    <a:pt x="2067" y="3475"/>
                  </a:lnTo>
                  <a:lnTo>
                    <a:pt x="2052" y="3480"/>
                  </a:lnTo>
                  <a:lnTo>
                    <a:pt x="2044" y="3487"/>
                  </a:lnTo>
                  <a:lnTo>
                    <a:pt x="2040" y="3494"/>
                  </a:lnTo>
                  <a:lnTo>
                    <a:pt x="2038" y="3501"/>
                  </a:lnTo>
                  <a:lnTo>
                    <a:pt x="2028" y="3506"/>
                  </a:lnTo>
                  <a:lnTo>
                    <a:pt x="2017" y="3512"/>
                  </a:lnTo>
                  <a:lnTo>
                    <a:pt x="2001" y="3521"/>
                  </a:lnTo>
                  <a:lnTo>
                    <a:pt x="1987" y="3528"/>
                  </a:lnTo>
                  <a:lnTo>
                    <a:pt x="1976" y="3529"/>
                  </a:lnTo>
                  <a:lnTo>
                    <a:pt x="1961" y="3526"/>
                  </a:lnTo>
                  <a:lnTo>
                    <a:pt x="1938" y="3516"/>
                  </a:lnTo>
                  <a:lnTo>
                    <a:pt x="1915" y="3510"/>
                  </a:lnTo>
                  <a:lnTo>
                    <a:pt x="1894" y="3514"/>
                  </a:lnTo>
                  <a:lnTo>
                    <a:pt x="1884" y="3519"/>
                  </a:lnTo>
                  <a:lnTo>
                    <a:pt x="1877" y="3524"/>
                  </a:lnTo>
                  <a:lnTo>
                    <a:pt x="1868" y="3532"/>
                  </a:lnTo>
                  <a:lnTo>
                    <a:pt x="1857" y="3544"/>
                  </a:lnTo>
                  <a:lnTo>
                    <a:pt x="1850" y="3551"/>
                  </a:lnTo>
                  <a:lnTo>
                    <a:pt x="1841" y="3562"/>
                  </a:lnTo>
                  <a:lnTo>
                    <a:pt x="1834" y="3571"/>
                  </a:lnTo>
                  <a:lnTo>
                    <a:pt x="1823" y="3580"/>
                  </a:lnTo>
                  <a:lnTo>
                    <a:pt x="1813" y="3587"/>
                  </a:lnTo>
                  <a:lnTo>
                    <a:pt x="1805" y="3592"/>
                  </a:lnTo>
                  <a:lnTo>
                    <a:pt x="1791" y="3598"/>
                  </a:lnTo>
                  <a:lnTo>
                    <a:pt x="1786" y="3599"/>
                  </a:lnTo>
                  <a:lnTo>
                    <a:pt x="1779" y="3601"/>
                  </a:lnTo>
                  <a:lnTo>
                    <a:pt x="1761" y="3601"/>
                  </a:lnTo>
                  <a:lnTo>
                    <a:pt x="1751" y="3598"/>
                  </a:lnTo>
                  <a:lnTo>
                    <a:pt x="1742" y="3596"/>
                  </a:lnTo>
                  <a:lnTo>
                    <a:pt x="1729" y="3590"/>
                  </a:lnTo>
                  <a:lnTo>
                    <a:pt x="1727" y="3579"/>
                  </a:lnTo>
                  <a:lnTo>
                    <a:pt x="1727" y="3569"/>
                  </a:lnTo>
                  <a:lnTo>
                    <a:pt x="1731" y="3563"/>
                  </a:lnTo>
                  <a:lnTo>
                    <a:pt x="1741" y="3556"/>
                  </a:lnTo>
                  <a:lnTo>
                    <a:pt x="1747" y="3550"/>
                  </a:lnTo>
                  <a:lnTo>
                    <a:pt x="1739" y="3546"/>
                  </a:lnTo>
                  <a:lnTo>
                    <a:pt x="1729" y="3545"/>
                  </a:lnTo>
                  <a:lnTo>
                    <a:pt x="1708" y="3544"/>
                  </a:lnTo>
                  <a:lnTo>
                    <a:pt x="1691" y="3545"/>
                  </a:lnTo>
                  <a:lnTo>
                    <a:pt x="1677" y="3548"/>
                  </a:lnTo>
                  <a:lnTo>
                    <a:pt x="1663" y="3551"/>
                  </a:lnTo>
                  <a:lnTo>
                    <a:pt x="1653" y="3556"/>
                  </a:lnTo>
                  <a:lnTo>
                    <a:pt x="1642" y="3560"/>
                  </a:lnTo>
                  <a:lnTo>
                    <a:pt x="1631" y="3563"/>
                  </a:lnTo>
                  <a:lnTo>
                    <a:pt x="1618" y="3573"/>
                  </a:lnTo>
                  <a:lnTo>
                    <a:pt x="1604" y="3584"/>
                  </a:lnTo>
                  <a:lnTo>
                    <a:pt x="1598" y="3595"/>
                  </a:lnTo>
                  <a:lnTo>
                    <a:pt x="1595" y="3600"/>
                  </a:lnTo>
                  <a:lnTo>
                    <a:pt x="1595" y="3605"/>
                  </a:lnTo>
                  <a:lnTo>
                    <a:pt x="1592" y="3612"/>
                  </a:lnTo>
                  <a:lnTo>
                    <a:pt x="1585" y="3614"/>
                  </a:lnTo>
                  <a:lnTo>
                    <a:pt x="1580" y="3615"/>
                  </a:lnTo>
                  <a:lnTo>
                    <a:pt x="1574" y="3619"/>
                  </a:lnTo>
                  <a:lnTo>
                    <a:pt x="1564" y="3625"/>
                  </a:lnTo>
                  <a:lnTo>
                    <a:pt x="1558" y="3625"/>
                  </a:lnTo>
                  <a:lnTo>
                    <a:pt x="1551" y="3627"/>
                  </a:lnTo>
                  <a:lnTo>
                    <a:pt x="1541" y="3630"/>
                  </a:lnTo>
                  <a:lnTo>
                    <a:pt x="1535" y="3631"/>
                  </a:lnTo>
                  <a:lnTo>
                    <a:pt x="1526" y="3626"/>
                  </a:lnTo>
                  <a:lnTo>
                    <a:pt x="1520" y="3622"/>
                  </a:lnTo>
                  <a:lnTo>
                    <a:pt x="1516" y="3621"/>
                  </a:lnTo>
                  <a:lnTo>
                    <a:pt x="1509" y="3620"/>
                  </a:lnTo>
                  <a:lnTo>
                    <a:pt x="1502" y="3622"/>
                  </a:lnTo>
                  <a:lnTo>
                    <a:pt x="1496" y="3623"/>
                  </a:lnTo>
                  <a:lnTo>
                    <a:pt x="1490" y="3625"/>
                  </a:lnTo>
                  <a:lnTo>
                    <a:pt x="1484" y="3629"/>
                  </a:lnTo>
                  <a:lnTo>
                    <a:pt x="1477" y="3634"/>
                  </a:lnTo>
                  <a:lnTo>
                    <a:pt x="1467" y="3635"/>
                  </a:lnTo>
                  <a:lnTo>
                    <a:pt x="1451" y="3640"/>
                  </a:lnTo>
                  <a:lnTo>
                    <a:pt x="1444" y="3645"/>
                  </a:lnTo>
                  <a:lnTo>
                    <a:pt x="1432" y="3650"/>
                  </a:lnTo>
                  <a:lnTo>
                    <a:pt x="1418" y="3655"/>
                  </a:lnTo>
                  <a:lnTo>
                    <a:pt x="1406" y="3659"/>
                  </a:lnTo>
                  <a:lnTo>
                    <a:pt x="1386" y="3652"/>
                  </a:lnTo>
                  <a:lnTo>
                    <a:pt x="1370" y="3639"/>
                  </a:lnTo>
                  <a:lnTo>
                    <a:pt x="1363" y="3630"/>
                  </a:lnTo>
                  <a:lnTo>
                    <a:pt x="1362" y="3617"/>
                  </a:lnTo>
                  <a:lnTo>
                    <a:pt x="1363" y="3608"/>
                  </a:lnTo>
                  <a:lnTo>
                    <a:pt x="1367" y="3604"/>
                  </a:lnTo>
                  <a:lnTo>
                    <a:pt x="1373" y="3602"/>
                  </a:lnTo>
                  <a:lnTo>
                    <a:pt x="1379" y="3602"/>
                  </a:lnTo>
                  <a:lnTo>
                    <a:pt x="1384" y="3608"/>
                  </a:lnTo>
                  <a:lnTo>
                    <a:pt x="1389" y="3613"/>
                  </a:lnTo>
                  <a:lnTo>
                    <a:pt x="1392" y="3617"/>
                  </a:lnTo>
                  <a:lnTo>
                    <a:pt x="1399" y="3619"/>
                  </a:lnTo>
                  <a:lnTo>
                    <a:pt x="1405" y="3618"/>
                  </a:lnTo>
                  <a:lnTo>
                    <a:pt x="1411" y="3613"/>
                  </a:lnTo>
                  <a:lnTo>
                    <a:pt x="1416" y="3606"/>
                  </a:lnTo>
                  <a:lnTo>
                    <a:pt x="1413" y="3601"/>
                  </a:lnTo>
                  <a:lnTo>
                    <a:pt x="1406" y="3601"/>
                  </a:lnTo>
                  <a:lnTo>
                    <a:pt x="1401" y="3607"/>
                  </a:lnTo>
                  <a:lnTo>
                    <a:pt x="1396" y="3609"/>
                  </a:lnTo>
                  <a:lnTo>
                    <a:pt x="1393" y="3606"/>
                  </a:lnTo>
                  <a:lnTo>
                    <a:pt x="1390" y="3600"/>
                  </a:lnTo>
                  <a:lnTo>
                    <a:pt x="1379" y="3583"/>
                  </a:lnTo>
                  <a:lnTo>
                    <a:pt x="1370" y="3568"/>
                  </a:lnTo>
                  <a:lnTo>
                    <a:pt x="1349" y="3553"/>
                  </a:lnTo>
                  <a:lnTo>
                    <a:pt x="1323" y="3536"/>
                  </a:lnTo>
                  <a:lnTo>
                    <a:pt x="1305" y="3532"/>
                  </a:lnTo>
                  <a:lnTo>
                    <a:pt x="1296" y="3530"/>
                  </a:lnTo>
                  <a:lnTo>
                    <a:pt x="1295" y="3539"/>
                  </a:lnTo>
                  <a:lnTo>
                    <a:pt x="1286" y="3539"/>
                  </a:lnTo>
                  <a:lnTo>
                    <a:pt x="1282" y="3536"/>
                  </a:lnTo>
                  <a:lnTo>
                    <a:pt x="1274" y="3534"/>
                  </a:lnTo>
                  <a:lnTo>
                    <a:pt x="1264" y="3533"/>
                  </a:lnTo>
                  <a:lnTo>
                    <a:pt x="1264" y="3526"/>
                  </a:lnTo>
                  <a:lnTo>
                    <a:pt x="1251" y="3526"/>
                  </a:lnTo>
                  <a:lnTo>
                    <a:pt x="1228" y="3526"/>
                  </a:lnTo>
                  <a:lnTo>
                    <a:pt x="1190" y="3526"/>
                  </a:lnTo>
                  <a:lnTo>
                    <a:pt x="1162" y="3525"/>
                  </a:lnTo>
                  <a:lnTo>
                    <a:pt x="1134" y="3525"/>
                  </a:lnTo>
                  <a:lnTo>
                    <a:pt x="1074" y="3513"/>
                  </a:lnTo>
                  <a:lnTo>
                    <a:pt x="1047" y="3512"/>
                  </a:lnTo>
                  <a:lnTo>
                    <a:pt x="1025" y="3512"/>
                  </a:lnTo>
                  <a:lnTo>
                    <a:pt x="1001" y="3513"/>
                  </a:lnTo>
                  <a:lnTo>
                    <a:pt x="986" y="3518"/>
                  </a:lnTo>
                  <a:lnTo>
                    <a:pt x="980" y="3525"/>
                  </a:lnTo>
                  <a:lnTo>
                    <a:pt x="975" y="3534"/>
                  </a:lnTo>
                  <a:lnTo>
                    <a:pt x="964" y="3539"/>
                  </a:lnTo>
                  <a:lnTo>
                    <a:pt x="954" y="3543"/>
                  </a:lnTo>
                  <a:lnTo>
                    <a:pt x="940" y="3537"/>
                  </a:lnTo>
                  <a:lnTo>
                    <a:pt x="937" y="3531"/>
                  </a:lnTo>
                  <a:lnTo>
                    <a:pt x="937" y="3526"/>
                  </a:lnTo>
                  <a:lnTo>
                    <a:pt x="940" y="3522"/>
                  </a:lnTo>
                  <a:lnTo>
                    <a:pt x="952" y="3514"/>
                  </a:lnTo>
                  <a:lnTo>
                    <a:pt x="960" y="3507"/>
                  </a:lnTo>
                  <a:lnTo>
                    <a:pt x="970" y="3489"/>
                  </a:lnTo>
                  <a:lnTo>
                    <a:pt x="964" y="3472"/>
                  </a:lnTo>
                  <a:lnTo>
                    <a:pt x="943" y="3456"/>
                  </a:lnTo>
                  <a:lnTo>
                    <a:pt x="926" y="3443"/>
                  </a:lnTo>
                  <a:lnTo>
                    <a:pt x="908" y="3433"/>
                  </a:lnTo>
                  <a:lnTo>
                    <a:pt x="885" y="3427"/>
                  </a:lnTo>
                  <a:lnTo>
                    <a:pt x="862" y="3422"/>
                  </a:lnTo>
                  <a:lnTo>
                    <a:pt x="831" y="3419"/>
                  </a:lnTo>
                  <a:lnTo>
                    <a:pt x="804" y="3419"/>
                  </a:lnTo>
                  <a:lnTo>
                    <a:pt x="776" y="3423"/>
                  </a:lnTo>
                  <a:lnTo>
                    <a:pt x="752" y="3431"/>
                  </a:lnTo>
                  <a:lnTo>
                    <a:pt x="721" y="3441"/>
                  </a:lnTo>
                  <a:lnTo>
                    <a:pt x="694" y="3446"/>
                  </a:lnTo>
                  <a:lnTo>
                    <a:pt x="683" y="3451"/>
                  </a:lnTo>
                  <a:lnTo>
                    <a:pt x="660" y="3456"/>
                  </a:lnTo>
                  <a:lnTo>
                    <a:pt x="645" y="3461"/>
                  </a:lnTo>
                  <a:lnTo>
                    <a:pt x="637" y="3461"/>
                  </a:lnTo>
                  <a:lnTo>
                    <a:pt x="626" y="3459"/>
                  </a:lnTo>
                  <a:lnTo>
                    <a:pt x="615" y="3456"/>
                  </a:lnTo>
                  <a:lnTo>
                    <a:pt x="602" y="3450"/>
                  </a:lnTo>
                  <a:lnTo>
                    <a:pt x="593" y="3442"/>
                  </a:lnTo>
                  <a:lnTo>
                    <a:pt x="581" y="3439"/>
                  </a:lnTo>
                  <a:lnTo>
                    <a:pt x="568" y="3438"/>
                  </a:lnTo>
                  <a:lnTo>
                    <a:pt x="553" y="3433"/>
                  </a:lnTo>
                  <a:lnTo>
                    <a:pt x="531" y="3423"/>
                  </a:lnTo>
                  <a:lnTo>
                    <a:pt x="514" y="3420"/>
                  </a:lnTo>
                  <a:lnTo>
                    <a:pt x="507" y="3418"/>
                  </a:lnTo>
                  <a:lnTo>
                    <a:pt x="504" y="3414"/>
                  </a:lnTo>
                  <a:lnTo>
                    <a:pt x="507" y="3408"/>
                  </a:lnTo>
                  <a:lnTo>
                    <a:pt x="503" y="3399"/>
                  </a:lnTo>
                  <a:lnTo>
                    <a:pt x="493" y="3389"/>
                  </a:lnTo>
                  <a:lnTo>
                    <a:pt x="494" y="3379"/>
                  </a:lnTo>
                  <a:lnTo>
                    <a:pt x="501" y="3362"/>
                  </a:lnTo>
                  <a:lnTo>
                    <a:pt x="506" y="3356"/>
                  </a:lnTo>
                  <a:lnTo>
                    <a:pt x="489" y="3345"/>
                  </a:lnTo>
                  <a:lnTo>
                    <a:pt x="494" y="3327"/>
                  </a:lnTo>
                  <a:lnTo>
                    <a:pt x="498" y="3325"/>
                  </a:lnTo>
                  <a:lnTo>
                    <a:pt x="503" y="3325"/>
                  </a:lnTo>
                  <a:lnTo>
                    <a:pt x="501" y="3320"/>
                  </a:lnTo>
                  <a:lnTo>
                    <a:pt x="498" y="3314"/>
                  </a:lnTo>
                  <a:lnTo>
                    <a:pt x="494" y="3286"/>
                  </a:lnTo>
                  <a:lnTo>
                    <a:pt x="487" y="3282"/>
                  </a:lnTo>
                  <a:lnTo>
                    <a:pt x="478" y="3266"/>
                  </a:lnTo>
                  <a:lnTo>
                    <a:pt x="470" y="3252"/>
                  </a:lnTo>
                  <a:lnTo>
                    <a:pt x="466" y="3239"/>
                  </a:lnTo>
                  <a:lnTo>
                    <a:pt x="475" y="3227"/>
                  </a:lnTo>
                  <a:lnTo>
                    <a:pt x="483" y="3217"/>
                  </a:lnTo>
                  <a:lnTo>
                    <a:pt x="464" y="3197"/>
                  </a:lnTo>
                  <a:lnTo>
                    <a:pt x="452" y="3187"/>
                  </a:lnTo>
                  <a:lnTo>
                    <a:pt x="436" y="3174"/>
                  </a:lnTo>
                  <a:lnTo>
                    <a:pt x="412" y="3163"/>
                  </a:lnTo>
                  <a:lnTo>
                    <a:pt x="391" y="3150"/>
                  </a:lnTo>
                  <a:lnTo>
                    <a:pt x="383" y="3147"/>
                  </a:lnTo>
                  <a:lnTo>
                    <a:pt x="341" y="3132"/>
                  </a:lnTo>
                  <a:lnTo>
                    <a:pt x="324" y="3123"/>
                  </a:lnTo>
                  <a:lnTo>
                    <a:pt x="320" y="3116"/>
                  </a:lnTo>
                  <a:lnTo>
                    <a:pt x="327" y="3112"/>
                  </a:lnTo>
                  <a:lnTo>
                    <a:pt x="340" y="3113"/>
                  </a:lnTo>
                  <a:lnTo>
                    <a:pt x="346" y="3111"/>
                  </a:lnTo>
                  <a:lnTo>
                    <a:pt x="364" y="3105"/>
                  </a:lnTo>
                  <a:lnTo>
                    <a:pt x="382" y="3098"/>
                  </a:lnTo>
                  <a:lnTo>
                    <a:pt x="399" y="3095"/>
                  </a:lnTo>
                  <a:lnTo>
                    <a:pt x="415" y="3081"/>
                  </a:lnTo>
                  <a:lnTo>
                    <a:pt x="421" y="3064"/>
                  </a:lnTo>
                  <a:lnTo>
                    <a:pt x="419" y="3055"/>
                  </a:lnTo>
                  <a:lnTo>
                    <a:pt x="408" y="3047"/>
                  </a:lnTo>
                  <a:lnTo>
                    <a:pt x="404" y="3037"/>
                  </a:lnTo>
                  <a:lnTo>
                    <a:pt x="405" y="3029"/>
                  </a:lnTo>
                  <a:lnTo>
                    <a:pt x="409" y="2990"/>
                  </a:lnTo>
                  <a:lnTo>
                    <a:pt x="410" y="2978"/>
                  </a:lnTo>
                  <a:lnTo>
                    <a:pt x="416" y="2935"/>
                  </a:lnTo>
                  <a:lnTo>
                    <a:pt x="414" y="2903"/>
                  </a:lnTo>
                  <a:lnTo>
                    <a:pt x="409" y="2843"/>
                  </a:lnTo>
                  <a:lnTo>
                    <a:pt x="404" y="2810"/>
                  </a:lnTo>
                  <a:lnTo>
                    <a:pt x="398" y="2792"/>
                  </a:lnTo>
                  <a:lnTo>
                    <a:pt x="393" y="2768"/>
                  </a:lnTo>
                  <a:lnTo>
                    <a:pt x="393" y="2763"/>
                  </a:lnTo>
                  <a:lnTo>
                    <a:pt x="398" y="2764"/>
                  </a:lnTo>
                  <a:lnTo>
                    <a:pt x="406" y="2767"/>
                  </a:lnTo>
                  <a:lnTo>
                    <a:pt x="409" y="2770"/>
                  </a:lnTo>
                  <a:lnTo>
                    <a:pt x="414" y="2774"/>
                  </a:lnTo>
                  <a:lnTo>
                    <a:pt x="421" y="2783"/>
                  </a:lnTo>
                  <a:lnTo>
                    <a:pt x="426" y="2800"/>
                  </a:lnTo>
                  <a:lnTo>
                    <a:pt x="429" y="2807"/>
                  </a:lnTo>
                  <a:lnTo>
                    <a:pt x="429" y="2816"/>
                  </a:lnTo>
                  <a:lnTo>
                    <a:pt x="428" y="2825"/>
                  </a:lnTo>
                  <a:lnTo>
                    <a:pt x="427" y="2832"/>
                  </a:lnTo>
                  <a:lnTo>
                    <a:pt x="427" y="2843"/>
                  </a:lnTo>
                  <a:lnTo>
                    <a:pt x="433" y="2856"/>
                  </a:lnTo>
                  <a:lnTo>
                    <a:pt x="436" y="2897"/>
                  </a:lnTo>
                  <a:lnTo>
                    <a:pt x="443" y="2950"/>
                  </a:lnTo>
                  <a:lnTo>
                    <a:pt x="446" y="2978"/>
                  </a:lnTo>
                  <a:lnTo>
                    <a:pt x="446" y="2989"/>
                  </a:lnTo>
                  <a:lnTo>
                    <a:pt x="445" y="3019"/>
                  </a:lnTo>
                  <a:lnTo>
                    <a:pt x="446" y="3071"/>
                  </a:lnTo>
                  <a:lnTo>
                    <a:pt x="448" y="3088"/>
                  </a:lnTo>
                  <a:lnTo>
                    <a:pt x="463" y="3087"/>
                  </a:lnTo>
                  <a:lnTo>
                    <a:pt x="495" y="3087"/>
                  </a:lnTo>
                  <a:lnTo>
                    <a:pt x="494" y="3074"/>
                  </a:lnTo>
                  <a:lnTo>
                    <a:pt x="509" y="3059"/>
                  </a:lnTo>
                  <a:lnTo>
                    <a:pt x="516" y="3056"/>
                  </a:lnTo>
                  <a:lnTo>
                    <a:pt x="521" y="3053"/>
                  </a:lnTo>
                  <a:lnTo>
                    <a:pt x="540" y="3044"/>
                  </a:lnTo>
                  <a:lnTo>
                    <a:pt x="544" y="3040"/>
                  </a:lnTo>
                  <a:lnTo>
                    <a:pt x="547" y="3036"/>
                  </a:lnTo>
                  <a:lnTo>
                    <a:pt x="533" y="3009"/>
                  </a:lnTo>
                  <a:lnTo>
                    <a:pt x="520" y="2987"/>
                  </a:lnTo>
                  <a:lnTo>
                    <a:pt x="508" y="2968"/>
                  </a:lnTo>
                  <a:lnTo>
                    <a:pt x="501" y="2953"/>
                  </a:lnTo>
                  <a:lnTo>
                    <a:pt x="501" y="2940"/>
                  </a:lnTo>
                  <a:lnTo>
                    <a:pt x="501" y="2924"/>
                  </a:lnTo>
                  <a:lnTo>
                    <a:pt x="500" y="2913"/>
                  </a:lnTo>
                  <a:lnTo>
                    <a:pt x="499" y="2901"/>
                  </a:lnTo>
                  <a:lnTo>
                    <a:pt x="503" y="2896"/>
                  </a:lnTo>
                  <a:lnTo>
                    <a:pt x="502" y="2887"/>
                  </a:lnTo>
                  <a:lnTo>
                    <a:pt x="497" y="2874"/>
                  </a:lnTo>
                  <a:lnTo>
                    <a:pt x="497" y="2860"/>
                  </a:lnTo>
                  <a:lnTo>
                    <a:pt x="499" y="2854"/>
                  </a:lnTo>
                  <a:lnTo>
                    <a:pt x="502" y="2846"/>
                  </a:lnTo>
                  <a:lnTo>
                    <a:pt x="502" y="2831"/>
                  </a:lnTo>
                  <a:lnTo>
                    <a:pt x="498" y="2819"/>
                  </a:lnTo>
                  <a:lnTo>
                    <a:pt x="499" y="2800"/>
                  </a:lnTo>
                  <a:lnTo>
                    <a:pt x="505" y="2781"/>
                  </a:lnTo>
                  <a:lnTo>
                    <a:pt x="511" y="2776"/>
                  </a:lnTo>
                  <a:lnTo>
                    <a:pt x="515" y="2772"/>
                  </a:lnTo>
                  <a:lnTo>
                    <a:pt x="516" y="2763"/>
                  </a:lnTo>
                  <a:lnTo>
                    <a:pt x="514" y="2756"/>
                  </a:lnTo>
                  <a:lnTo>
                    <a:pt x="517" y="2751"/>
                  </a:lnTo>
                  <a:lnTo>
                    <a:pt x="526" y="2752"/>
                  </a:lnTo>
                  <a:lnTo>
                    <a:pt x="532" y="2756"/>
                  </a:lnTo>
                  <a:lnTo>
                    <a:pt x="538" y="2762"/>
                  </a:lnTo>
                  <a:lnTo>
                    <a:pt x="545" y="2770"/>
                  </a:lnTo>
                  <a:lnTo>
                    <a:pt x="556" y="2779"/>
                  </a:lnTo>
                  <a:lnTo>
                    <a:pt x="562" y="2774"/>
                  </a:lnTo>
                  <a:lnTo>
                    <a:pt x="585" y="2752"/>
                  </a:lnTo>
                  <a:lnTo>
                    <a:pt x="608" y="2730"/>
                  </a:lnTo>
                  <a:lnTo>
                    <a:pt x="633" y="2706"/>
                  </a:lnTo>
                  <a:lnTo>
                    <a:pt x="609" y="2694"/>
                  </a:lnTo>
                  <a:lnTo>
                    <a:pt x="578" y="2681"/>
                  </a:lnTo>
                  <a:lnTo>
                    <a:pt x="586" y="2659"/>
                  </a:lnTo>
                  <a:lnTo>
                    <a:pt x="595" y="2638"/>
                  </a:lnTo>
                  <a:lnTo>
                    <a:pt x="592" y="2620"/>
                  </a:lnTo>
                  <a:lnTo>
                    <a:pt x="590" y="2616"/>
                  </a:lnTo>
                  <a:lnTo>
                    <a:pt x="584" y="2613"/>
                  </a:lnTo>
                  <a:lnTo>
                    <a:pt x="574" y="2590"/>
                  </a:lnTo>
                  <a:lnTo>
                    <a:pt x="567" y="2567"/>
                  </a:lnTo>
                  <a:lnTo>
                    <a:pt x="565" y="2559"/>
                  </a:lnTo>
                  <a:lnTo>
                    <a:pt x="568" y="2553"/>
                  </a:lnTo>
                  <a:lnTo>
                    <a:pt x="598" y="2535"/>
                  </a:lnTo>
                  <a:lnTo>
                    <a:pt x="597" y="2530"/>
                  </a:lnTo>
                  <a:lnTo>
                    <a:pt x="590" y="2517"/>
                  </a:lnTo>
                  <a:lnTo>
                    <a:pt x="581" y="2521"/>
                  </a:lnTo>
                  <a:lnTo>
                    <a:pt x="566" y="2526"/>
                  </a:lnTo>
                  <a:lnTo>
                    <a:pt x="543" y="2536"/>
                  </a:lnTo>
                  <a:lnTo>
                    <a:pt x="538" y="2544"/>
                  </a:lnTo>
                  <a:lnTo>
                    <a:pt x="545" y="2559"/>
                  </a:lnTo>
                  <a:lnTo>
                    <a:pt x="459" y="2625"/>
                  </a:lnTo>
                  <a:lnTo>
                    <a:pt x="415" y="2664"/>
                  </a:lnTo>
                  <a:lnTo>
                    <a:pt x="407" y="2682"/>
                  </a:lnTo>
                  <a:lnTo>
                    <a:pt x="404" y="2691"/>
                  </a:lnTo>
                  <a:lnTo>
                    <a:pt x="403" y="2705"/>
                  </a:lnTo>
                  <a:lnTo>
                    <a:pt x="405" y="2718"/>
                  </a:lnTo>
                  <a:lnTo>
                    <a:pt x="410" y="2731"/>
                  </a:lnTo>
                  <a:lnTo>
                    <a:pt x="414" y="2737"/>
                  </a:lnTo>
                  <a:lnTo>
                    <a:pt x="412" y="2742"/>
                  </a:lnTo>
                  <a:lnTo>
                    <a:pt x="407" y="2741"/>
                  </a:lnTo>
                  <a:lnTo>
                    <a:pt x="402" y="2737"/>
                  </a:lnTo>
                  <a:lnTo>
                    <a:pt x="397" y="2733"/>
                  </a:lnTo>
                  <a:lnTo>
                    <a:pt x="391" y="2725"/>
                  </a:lnTo>
                  <a:lnTo>
                    <a:pt x="385" y="2718"/>
                  </a:lnTo>
                  <a:lnTo>
                    <a:pt x="382" y="2710"/>
                  </a:lnTo>
                  <a:lnTo>
                    <a:pt x="375" y="2686"/>
                  </a:lnTo>
                  <a:lnTo>
                    <a:pt x="370" y="2687"/>
                  </a:lnTo>
                  <a:lnTo>
                    <a:pt x="359" y="2687"/>
                  </a:lnTo>
                  <a:lnTo>
                    <a:pt x="313" y="2692"/>
                  </a:lnTo>
                  <a:lnTo>
                    <a:pt x="283" y="2695"/>
                  </a:lnTo>
                  <a:lnTo>
                    <a:pt x="266" y="2691"/>
                  </a:lnTo>
                  <a:lnTo>
                    <a:pt x="255" y="2683"/>
                  </a:lnTo>
                  <a:lnTo>
                    <a:pt x="247" y="2671"/>
                  </a:lnTo>
                  <a:lnTo>
                    <a:pt x="234" y="2630"/>
                  </a:lnTo>
                  <a:lnTo>
                    <a:pt x="220" y="2586"/>
                  </a:lnTo>
                  <a:lnTo>
                    <a:pt x="217" y="2576"/>
                  </a:lnTo>
                  <a:lnTo>
                    <a:pt x="201" y="2582"/>
                  </a:lnTo>
                  <a:lnTo>
                    <a:pt x="187" y="2539"/>
                  </a:lnTo>
                  <a:lnTo>
                    <a:pt x="203" y="2532"/>
                  </a:lnTo>
                  <a:lnTo>
                    <a:pt x="169" y="2427"/>
                  </a:lnTo>
                  <a:lnTo>
                    <a:pt x="146" y="2357"/>
                  </a:lnTo>
                  <a:lnTo>
                    <a:pt x="174" y="2346"/>
                  </a:lnTo>
                  <a:lnTo>
                    <a:pt x="164" y="2322"/>
                  </a:lnTo>
                  <a:lnTo>
                    <a:pt x="154" y="2306"/>
                  </a:lnTo>
                  <a:lnTo>
                    <a:pt x="160" y="2302"/>
                  </a:lnTo>
                  <a:lnTo>
                    <a:pt x="169" y="2298"/>
                  </a:lnTo>
                  <a:lnTo>
                    <a:pt x="175" y="2293"/>
                  </a:lnTo>
                  <a:lnTo>
                    <a:pt x="170" y="2286"/>
                  </a:lnTo>
                  <a:lnTo>
                    <a:pt x="162" y="2276"/>
                  </a:lnTo>
                  <a:lnTo>
                    <a:pt x="142" y="2245"/>
                  </a:lnTo>
                  <a:lnTo>
                    <a:pt x="137" y="2243"/>
                  </a:lnTo>
                  <a:lnTo>
                    <a:pt x="126" y="2233"/>
                  </a:lnTo>
                  <a:lnTo>
                    <a:pt x="103" y="2208"/>
                  </a:lnTo>
                  <a:lnTo>
                    <a:pt x="96" y="2214"/>
                  </a:lnTo>
                  <a:lnTo>
                    <a:pt x="67" y="2174"/>
                  </a:lnTo>
                  <a:lnTo>
                    <a:pt x="54" y="2184"/>
                  </a:lnTo>
                  <a:lnTo>
                    <a:pt x="37" y="2157"/>
                  </a:lnTo>
                  <a:lnTo>
                    <a:pt x="45" y="2152"/>
                  </a:lnTo>
                  <a:lnTo>
                    <a:pt x="48" y="2146"/>
                  </a:lnTo>
                  <a:lnTo>
                    <a:pt x="49" y="2141"/>
                  </a:lnTo>
                  <a:lnTo>
                    <a:pt x="49" y="2134"/>
                  </a:lnTo>
                  <a:lnTo>
                    <a:pt x="47" y="2121"/>
                  </a:lnTo>
                  <a:lnTo>
                    <a:pt x="33" y="2095"/>
                  </a:lnTo>
                  <a:lnTo>
                    <a:pt x="26" y="2081"/>
                  </a:lnTo>
                  <a:lnTo>
                    <a:pt x="13" y="2055"/>
                  </a:lnTo>
                  <a:lnTo>
                    <a:pt x="12" y="2044"/>
                  </a:lnTo>
                  <a:lnTo>
                    <a:pt x="0" y="2042"/>
                  </a:lnTo>
                  <a:lnTo>
                    <a:pt x="0" y="2029"/>
                  </a:lnTo>
                  <a:lnTo>
                    <a:pt x="17" y="2030"/>
                  </a:lnTo>
                  <a:lnTo>
                    <a:pt x="24" y="2029"/>
                  </a:lnTo>
                  <a:lnTo>
                    <a:pt x="40" y="2009"/>
                  </a:lnTo>
                  <a:lnTo>
                    <a:pt x="47" y="2004"/>
                  </a:lnTo>
                  <a:lnTo>
                    <a:pt x="53" y="1998"/>
                  </a:lnTo>
                  <a:lnTo>
                    <a:pt x="58" y="1991"/>
                  </a:lnTo>
                  <a:lnTo>
                    <a:pt x="62" y="1981"/>
                  </a:lnTo>
                  <a:lnTo>
                    <a:pt x="64" y="1977"/>
                  </a:lnTo>
                  <a:lnTo>
                    <a:pt x="66" y="1971"/>
                  </a:lnTo>
                  <a:lnTo>
                    <a:pt x="70" y="1967"/>
                  </a:lnTo>
                  <a:lnTo>
                    <a:pt x="76" y="1962"/>
                  </a:lnTo>
                  <a:lnTo>
                    <a:pt x="85" y="1954"/>
                  </a:lnTo>
                  <a:lnTo>
                    <a:pt x="104" y="1934"/>
                  </a:lnTo>
                  <a:lnTo>
                    <a:pt x="107" y="1930"/>
                  </a:lnTo>
                  <a:lnTo>
                    <a:pt x="112" y="1922"/>
                  </a:lnTo>
                  <a:lnTo>
                    <a:pt x="116" y="1909"/>
                  </a:lnTo>
                  <a:lnTo>
                    <a:pt x="118" y="1899"/>
                  </a:lnTo>
                  <a:lnTo>
                    <a:pt x="121" y="1895"/>
                  </a:lnTo>
                  <a:lnTo>
                    <a:pt x="124" y="1890"/>
                  </a:lnTo>
                  <a:lnTo>
                    <a:pt x="127" y="1883"/>
                  </a:lnTo>
                  <a:lnTo>
                    <a:pt x="130" y="1875"/>
                  </a:lnTo>
                  <a:lnTo>
                    <a:pt x="132" y="1867"/>
                  </a:lnTo>
                  <a:lnTo>
                    <a:pt x="133" y="1857"/>
                  </a:lnTo>
                  <a:lnTo>
                    <a:pt x="136" y="1851"/>
                  </a:lnTo>
                  <a:lnTo>
                    <a:pt x="142" y="1848"/>
                  </a:lnTo>
                  <a:lnTo>
                    <a:pt x="152" y="1844"/>
                  </a:lnTo>
                  <a:lnTo>
                    <a:pt x="162" y="1837"/>
                  </a:lnTo>
                  <a:lnTo>
                    <a:pt x="175" y="1827"/>
                  </a:lnTo>
                  <a:lnTo>
                    <a:pt x="190" y="1811"/>
                  </a:lnTo>
                  <a:lnTo>
                    <a:pt x="201" y="1801"/>
                  </a:lnTo>
                  <a:lnTo>
                    <a:pt x="206" y="1790"/>
                  </a:lnTo>
                  <a:lnTo>
                    <a:pt x="205" y="1783"/>
                  </a:lnTo>
                  <a:lnTo>
                    <a:pt x="210" y="1774"/>
                  </a:lnTo>
                  <a:lnTo>
                    <a:pt x="219" y="1770"/>
                  </a:lnTo>
                  <a:lnTo>
                    <a:pt x="232" y="1764"/>
                  </a:lnTo>
                  <a:lnTo>
                    <a:pt x="249" y="1748"/>
                  </a:lnTo>
                  <a:lnTo>
                    <a:pt x="253" y="1745"/>
                  </a:lnTo>
                  <a:lnTo>
                    <a:pt x="270" y="1730"/>
                  </a:lnTo>
                  <a:lnTo>
                    <a:pt x="285" y="1718"/>
                  </a:lnTo>
                  <a:lnTo>
                    <a:pt x="309" y="1703"/>
                  </a:lnTo>
                  <a:lnTo>
                    <a:pt x="316" y="1699"/>
                  </a:lnTo>
                  <a:lnTo>
                    <a:pt x="324" y="1698"/>
                  </a:lnTo>
                  <a:lnTo>
                    <a:pt x="331" y="1698"/>
                  </a:lnTo>
                  <a:lnTo>
                    <a:pt x="335" y="1703"/>
                  </a:lnTo>
                  <a:lnTo>
                    <a:pt x="338" y="1708"/>
                  </a:lnTo>
                  <a:lnTo>
                    <a:pt x="346" y="1715"/>
                  </a:lnTo>
                  <a:lnTo>
                    <a:pt x="355" y="1720"/>
                  </a:lnTo>
                  <a:lnTo>
                    <a:pt x="368" y="1726"/>
                  </a:lnTo>
                  <a:lnTo>
                    <a:pt x="379" y="1727"/>
                  </a:lnTo>
                  <a:lnTo>
                    <a:pt x="383" y="1721"/>
                  </a:lnTo>
                  <a:lnTo>
                    <a:pt x="407" y="1684"/>
                  </a:lnTo>
                  <a:lnTo>
                    <a:pt x="410" y="1680"/>
                  </a:lnTo>
                  <a:lnTo>
                    <a:pt x="429" y="1690"/>
                  </a:lnTo>
                  <a:lnTo>
                    <a:pt x="468" y="1697"/>
                  </a:lnTo>
                  <a:lnTo>
                    <a:pt x="473" y="1698"/>
                  </a:lnTo>
                  <a:lnTo>
                    <a:pt x="526" y="1719"/>
                  </a:lnTo>
                  <a:lnTo>
                    <a:pt x="535" y="1719"/>
                  </a:lnTo>
                  <a:lnTo>
                    <a:pt x="542" y="1719"/>
                  </a:lnTo>
                  <a:lnTo>
                    <a:pt x="547" y="1720"/>
                  </a:lnTo>
                  <a:lnTo>
                    <a:pt x="550" y="1723"/>
                  </a:lnTo>
                  <a:lnTo>
                    <a:pt x="556" y="1728"/>
                  </a:lnTo>
                  <a:lnTo>
                    <a:pt x="563" y="1728"/>
                  </a:lnTo>
                  <a:lnTo>
                    <a:pt x="569" y="1727"/>
                  </a:lnTo>
                  <a:lnTo>
                    <a:pt x="574" y="1725"/>
                  </a:lnTo>
                  <a:lnTo>
                    <a:pt x="586" y="1715"/>
                  </a:lnTo>
                  <a:lnTo>
                    <a:pt x="587" y="1709"/>
                  </a:lnTo>
                  <a:lnTo>
                    <a:pt x="591" y="1687"/>
                  </a:lnTo>
                  <a:lnTo>
                    <a:pt x="592" y="1676"/>
                  </a:lnTo>
                  <a:lnTo>
                    <a:pt x="593" y="1657"/>
                  </a:lnTo>
                  <a:lnTo>
                    <a:pt x="594" y="1633"/>
                  </a:lnTo>
                  <a:lnTo>
                    <a:pt x="586" y="1635"/>
                  </a:lnTo>
                  <a:lnTo>
                    <a:pt x="576" y="1635"/>
                  </a:lnTo>
                  <a:lnTo>
                    <a:pt x="572" y="1630"/>
                  </a:lnTo>
                  <a:lnTo>
                    <a:pt x="569" y="1622"/>
                  </a:lnTo>
                  <a:lnTo>
                    <a:pt x="570" y="1611"/>
                  </a:lnTo>
                  <a:lnTo>
                    <a:pt x="569" y="1598"/>
                  </a:lnTo>
                  <a:lnTo>
                    <a:pt x="568" y="1574"/>
                  </a:lnTo>
                  <a:lnTo>
                    <a:pt x="570" y="1562"/>
                  </a:lnTo>
                  <a:lnTo>
                    <a:pt x="583" y="1548"/>
                  </a:lnTo>
                  <a:lnTo>
                    <a:pt x="596" y="1537"/>
                  </a:lnTo>
                  <a:lnTo>
                    <a:pt x="599" y="1525"/>
                  </a:lnTo>
                  <a:lnTo>
                    <a:pt x="600" y="1515"/>
                  </a:lnTo>
                  <a:lnTo>
                    <a:pt x="601" y="1496"/>
                  </a:lnTo>
                  <a:lnTo>
                    <a:pt x="601" y="1489"/>
                  </a:lnTo>
                  <a:lnTo>
                    <a:pt x="599" y="1476"/>
                  </a:lnTo>
                  <a:lnTo>
                    <a:pt x="600" y="1467"/>
                  </a:lnTo>
                  <a:lnTo>
                    <a:pt x="602" y="1460"/>
                  </a:lnTo>
                  <a:lnTo>
                    <a:pt x="602" y="1446"/>
                  </a:lnTo>
                  <a:lnTo>
                    <a:pt x="601" y="1433"/>
                  </a:lnTo>
                  <a:lnTo>
                    <a:pt x="596" y="1417"/>
                  </a:lnTo>
                  <a:lnTo>
                    <a:pt x="593" y="1410"/>
                  </a:lnTo>
                  <a:lnTo>
                    <a:pt x="594" y="1398"/>
                  </a:lnTo>
                  <a:lnTo>
                    <a:pt x="600" y="1392"/>
                  </a:lnTo>
                  <a:lnTo>
                    <a:pt x="615" y="1372"/>
                  </a:lnTo>
                  <a:lnTo>
                    <a:pt x="623" y="1358"/>
                  </a:lnTo>
                  <a:lnTo>
                    <a:pt x="632" y="1341"/>
                  </a:lnTo>
                  <a:lnTo>
                    <a:pt x="637" y="1333"/>
                  </a:lnTo>
                  <a:lnTo>
                    <a:pt x="645" y="1332"/>
                  </a:lnTo>
                  <a:lnTo>
                    <a:pt x="654" y="1338"/>
                  </a:lnTo>
                  <a:lnTo>
                    <a:pt x="663" y="1332"/>
                  </a:lnTo>
                  <a:lnTo>
                    <a:pt x="702" y="1306"/>
                  </a:lnTo>
                  <a:lnTo>
                    <a:pt x="728" y="1288"/>
                  </a:lnTo>
                  <a:lnTo>
                    <a:pt x="759" y="1267"/>
                  </a:lnTo>
                  <a:lnTo>
                    <a:pt x="771" y="1292"/>
                  </a:lnTo>
                  <a:lnTo>
                    <a:pt x="773" y="1298"/>
                  </a:lnTo>
                  <a:lnTo>
                    <a:pt x="788" y="1338"/>
                  </a:lnTo>
                  <a:lnTo>
                    <a:pt x="802" y="1374"/>
                  </a:lnTo>
                  <a:lnTo>
                    <a:pt x="804" y="1381"/>
                  </a:lnTo>
                  <a:lnTo>
                    <a:pt x="811" y="1367"/>
                  </a:lnTo>
                  <a:lnTo>
                    <a:pt x="817" y="1354"/>
                  </a:lnTo>
                  <a:lnTo>
                    <a:pt x="821" y="1343"/>
                  </a:lnTo>
                  <a:lnTo>
                    <a:pt x="830" y="1322"/>
                  </a:lnTo>
                  <a:lnTo>
                    <a:pt x="830" y="1305"/>
                  </a:lnTo>
                  <a:lnTo>
                    <a:pt x="828" y="1288"/>
                  </a:lnTo>
                  <a:lnTo>
                    <a:pt x="820" y="1272"/>
                  </a:lnTo>
                  <a:lnTo>
                    <a:pt x="821" y="1259"/>
                  </a:lnTo>
                  <a:lnTo>
                    <a:pt x="813" y="1248"/>
                  </a:lnTo>
                  <a:lnTo>
                    <a:pt x="804" y="1236"/>
                  </a:lnTo>
                  <a:lnTo>
                    <a:pt x="802" y="1223"/>
                  </a:lnTo>
                  <a:lnTo>
                    <a:pt x="801" y="1218"/>
                  </a:lnTo>
                  <a:lnTo>
                    <a:pt x="794" y="1202"/>
                  </a:lnTo>
                  <a:lnTo>
                    <a:pt x="790" y="1194"/>
                  </a:lnTo>
                  <a:lnTo>
                    <a:pt x="787" y="1174"/>
                  </a:lnTo>
                  <a:lnTo>
                    <a:pt x="787" y="1164"/>
                  </a:lnTo>
                  <a:lnTo>
                    <a:pt x="788" y="1156"/>
                  </a:lnTo>
                  <a:lnTo>
                    <a:pt x="792" y="1148"/>
                  </a:lnTo>
                  <a:lnTo>
                    <a:pt x="799" y="1143"/>
                  </a:lnTo>
                  <a:lnTo>
                    <a:pt x="807" y="1147"/>
                  </a:lnTo>
                  <a:lnTo>
                    <a:pt x="809" y="1154"/>
                  </a:lnTo>
                  <a:lnTo>
                    <a:pt x="811" y="1162"/>
                  </a:lnTo>
                  <a:lnTo>
                    <a:pt x="814" y="1171"/>
                  </a:lnTo>
                  <a:lnTo>
                    <a:pt x="816" y="1180"/>
                  </a:lnTo>
                  <a:lnTo>
                    <a:pt x="820" y="1194"/>
                  </a:lnTo>
                  <a:lnTo>
                    <a:pt x="821" y="1204"/>
                  </a:lnTo>
                  <a:lnTo>
                    <a:pt x="821" y="1215"/>
                  </a:lnTo>
                  <a:lnTo>
                    <a:pt x="822" y="1225"/>
                  </a:lnTo>
                  <a:lnTo>
                    <a:pt x="826" y="1235"/>
                  </a:lnTo>
                  <a:lnTo>
                    <a:pt x="832" y="1240"/>
                  </a:lnTo>
                  <a:lnTo>
                    <a:pt x="844" y="1242"/>
                  </a:lnTo>
                  <a:lnTo>
                    <a:pt x="866" y="1244"/>
                  </a:lnTo>
                  <a:lnTo>
                    <a:pt x="877" y="1243"/>
                  </a:lnTo>
                  <a:lnTo>
                    <a:pt x="890" y="1243"/>
                  </a:lnTo>
                  <a:lnTo>
                    <a:pt x="904" y="1241"/>
                  </a:lnTo>
                  <a:lnTo>
                    <a:pt x="917" y="1238"/>
                  </a:lnTo>
                  <a:lnTo>
                    <a:pt x="932" y="1225"/>
                  </a:lnTo>
                  <a:lnTo>
                    <a:pt x="933" y="1214"/>
                  </a:lnTo>
                  <a:lnTo>
                    <a:pt x="932" y="1197"/>
                  </a:lnTo>
                  <a:lnTo>
                    <a:pt x="933" y="1188"/>
                  </a:lnTo>
                  <a:lnTo>
                    <a:pt x="933" y="1180"/>
                  </a:lnTo>
                  <a:lnTo>
                    <a:pt x="933" y="1171"/>
                  </a:lnTo>
                  <a:lnTo>
                    <a:pt x="936" y="1164"/>
                  </a:lnTo>
                  <a:lnTo>
                    <a:pt x="942" y="1160"/>
                  </a:lnTo>
                  <a:lnTo>
                    <a:pt x="949" y="1160"/>
                  </a:lnTo>
                  <a:lnTo>
                    <a:pt x="954" y="1164"/>
                  </a:lnTo>
                  <a:lnTo>
                    <a:pt x="959" y="1169"/>
                  </a:lnTo>
                  <a:lnTo>
                    <a:pt x="972" y="1178"/>
                  </a:lnTo>
                  <a:lnTo>
                    <a:pt x="984" y="1182"/>
                  </a:lnTo>
                  <a:lnTo>
                    <a:pt x="993" y="1181"/>
                  </a:lnTo>
                  <a:lnTo>
                    <a:pt x="1000" y="1180"/>
                  </a:lnTo>
                  <a:lnTo>
                    <a:pt x="1012" y="1178"/>
                  </a:lnTo>
                  <a:lnTo>
                    <a:pt x="1028" y="1171"/>
                  </a:lnTo>
                  <a:lnTo>
                    <a:pt x="1044" y="1161"/>
                  </a:lnTo>
                  <a:lnTo>
                    <a:pt x="1048" y="1157"/>
                  </a:lnTo>
                  <a:lnTo>
                    <a:pt x="1064" y="1139"/>
                  </a:lnTo>
                  <a:lnTo>
                    <a:pt x="1085" y="1118"/>
                  </a:lnTo>
                  <a:lnTo>
                    <a:pt x="1093" y="1106"/>
                  </a:lnTo>
                  <a:lnTo>
                    <a:pt x="1097" y="1088"/>
                  </a:lnTo>
                  <a:lnTo>
                    <a:pt x="1093" y="1064"/>
                  </a:lnTo>
                  <a:lnTo>
                    <a:pt x="1085" y="1035"/>
                  </a:lnTo>
                  <a:lnTo>
                    <a:pt x="1084" y="1026"/>
                  </a:lnTo>
                  <a:lnTo>
                    <a:pt x="1091" y="1011"/>
                  </a:lnTo>
                  <a:lnTo>
                    <a:pt x="1100" y="987"/>
                  </a:lnTo>
                  <a:lnTo>
                    <a:pt x="1103" y="964"/>
                  </a:lnTo>
                  <a:lnTo>
                    <a:pt x="1098" y="954"/>
                  </a:lnTo>
                  <a:lnTo>
                    <a:pt x="1100" y="944"/>
                  </a:lnTo>
                  <a:lnTo>
                    <a:pt x="1109" y="928"/>
                  </a:lnTo>
                  <a:lnTo>
                    <a:pt x="1112" y="918"/>
                  </a:lnTo>
                  <a:lnTo>
                    <a:pt x="1112" y="908"/>
                  </a:lnTo>
                  <a:lnTo>
                    <a:pt x="1112" y="901"/>
                  </a:lnTo>
                  <a:lnTo>
                    <a:pt x="1106" y="888"/>
                  </a:lnTo>
                  <a:lnTo>
                    <a:pt x="1104" y="883"/>
                  </a:lnTo>
                  <a:lnTo>
                    <a:pt x="1091" y="865"/>
                  </a:lnTo>
                  <a:lnTo>
                    <a:pt x="1088" y="847"/>
                  </a:lnTo>
                  <a:lnTo>
                    <a:pt x="1095" y="832"/>
                  </a:lnTo>
                  <a:lnTo>
                    <a:pt x="1101" y="820"/>
                  </a:lnTo>
                  <a:lnTo>
                    <a:pt x="1106" y="810"/>
                  </a:lnTo>
                  <a:lnTo>
                    <a:pt x="1105" y="795"/>
                  </a:lnTo>
                  <a:lnTo>
                    <a:pt x="1102" y="789"/>
                  </a:lnTo>
                  <a:lnTo>
                    <a:pt x="1094" y="782"/>
                  </a:lnTo>
                  <a:lnTo>
                    <a:pt x="1091" y="776"/>
                  </a:lnTo>
                  <a:lnTo>
                    <a:pt x="1087" y="769"/>
                  </a:lnTo>
                  <a:lnTo>
                    <a:pt x="1086" y="747"/>
                  </a:lnTo>
                  <a:lnTo>
                    <a:pt x="1090" y="739"/>
                  </a:lnTo>
                  <a:lnTo>
                    <a:pt x="1101" y="716"/>
                  </a:lnTo>
                  <a:lnTo>
                    <a:pt x="1105" y="693"/>
                  </a:lnTo>
                  <a:lnTo>
                    <a:pt x="1108" y="679"/>
                  </a:lnTo>
                  <a:lnTo>
                    <a:pt x="1110" y="669"/>
                  </a:lnTo>
                  <a:lnTo>
                    <a:pt x="1118" y="641"/>
                  </a:lnTo>
                  <a:lnTo>
                    <a:pt x="1118" y="630"/>
                  </a:lnTo>
                  <a:lnTo>
                    <a:pt x="1124" y="615"/>
                  </a:lnTo>
                  <a:lnTo>
                    <a:pt x="1131" y="605"/>
                  </a:lnTo>
                  <a:lnTo>
                    <a:pt x="1142" y="593"/>
                  </a:lnTo>
                  <a:lnTo>
                    <a:pt x="1155" y="570"/>
                  </a:lnTo>
                  <a:lnTo>
                    <a:pt x="1175" y="547"/>
                  </a:lnTo>
                  <a:lnTo>
                    <a:pt x="1178" y="539"/>
                  </a:lnTo>
                  <a:lnTo>
                    <a:pt x="1183" y="535"/>
                  </a:lnTo>
                  <a:lnTo>
                    <a:pt x="1189" y="531"/>
                  </a:lnTo>
                  <a:lnTo>
                    <a:pt x="1209" y="531"/>
                  </a:lnTo>
                  <a:lnTo>
                    <a:pt x="1243" y="525"/>
                  </a:lnTo>
                  <a:lnTo>
                    <a:pt x="1264" y="519"/>
                  </a:lnTo>
                  <a:lnTo>
                    <a:pt x="1284" y="515"/>
                  </a:lnTo>
                  <a:lnTo>
                    <a:pt x="1317" y="498"/>
                  </a:lnTo>
                  <a:lnTo>
                    <a:pt x="1327" y="493"/>
                  </a:lnTo>
                  <a:lnTo>
                    <a:pt x="1332" y="493"/>
                  </a:lnTo>
                  <a:lnTo>
                    <a:pt x="1338" y="494"/>
                  </a:lnTo>
                  <a:lnTo>
                    <a:pt x="1346" y="498"/>
                  </a:lnTo>
                  <a:lnTo>
                    <a:pt x="1353" y="503"/>
                  </a:lnTo>
                  <a:lnTo>
                    <a:pt x="1362" y="510"/>
                  </a:lnTo>
                  <a:lnTo>
                    <a:pt x="1370" y="518"/>
                  </a:lnTo>
                  <a:lnTo>
                    <a:pt x="1379" y="527"/>
                  </a:lnTo>
                  <a:lnTo>
                    <a:pt x="1383" y="540"/>
                  </a:lnTo>
                  <a:lnTo>
                    <a:pt x="1383" y="556"/>
                  </a:lnTo>
                  <a:lnTo>
                    <a:pt x="1377" y="569"/>
                  </a:lnTo>
                  <a:lnTo>
                    <a:pt x="1364" y="573"/>
                  </a:lnTo>
                  <a:lnTo>
                    <a:pt x="1355" y="574"/>
                  </a:lnTo>
                  <a:lnTo>
                    <a:pt x="1345" y="577"/>
                  </a:lnTo>
                  <a:lnTo>
                    <a:pt x="1339" y="591"/>
                  </a:lnTo>
                  <a:lnTo>
                    <a:pt x="1337" y="602"/>
                  </a:lnTo>
                  <a:lnTo>
                    <a:pt x="1340" y="611"/>
                  </a:lnTo>
                  <a:lnTo>
                    <a:pt x="1351" y="617"/>
                  </a:lnTo>
                  <a:lnTo>
                    <a:pt x="1369" y="633"/>
                  </a:lnTo>
                  <a:lnTo>
                    <a:pt x="1380" y="645"/>
                  </a:lnTo>
                  <a:lnTo>
                    <a:pt x="1389" y="674"/>
                  </a:lnTo>
                  <a:lnTo>
                    <a:pt x="1411" y="715"/>
                  </a:lnTo>
                  <a:lnTo>
                    <a:pt x="1427" y="734"/>
                  </a:lnTo>
                  <a:lnTo>
                    <a:pt x="1433" y="741"/>
                  </a:lnTo>
                  <a:lnTo>
                    <a:pt x="1438" y="744"/>
                  </a:lnTo>
                  <a:lnTo>
                    <a:pt x="1446" y="748"/>
                  </a:lnTo>
                  <a:lnTo>
                    <a:pt x="1456" y="748"/>
                  </a:lnTo>
                  <a:lnTo>
                    <a:pt x="1466" y="748"/>
                  </a:lnTo>
                  <a:lnTo>
                    <a:pt x="1474" y="745"/>
                  </a:lnTo>
                  <a:lnTo>
                    <a:pt x="1482" y="741"/>
                  </a:lnTo>
                  <a:lnTo>
                    <a:pt x="1487" y="736"/>
                  </a:lnTo>
                  <a:lnTo>
                    <a:pt x="1493" y="728"/>
                  </a:lnTo>
                  <a:lnTo>
                    <a:pt x="1499" y="718"/>
                  </a:lnTo>
                  <a:lnTo>
                    <a:pt x="1501" y="711"/>
                  </a:lnTo>
                  <a:lnTo>
                    <a:pt x="1502" y="704"/>
                  </a:lnTo>
                  <a:lnTo>
                    <a:pt x="1506" y="700"/>
                  </a:lnTo>
                  <a:lnTo>
                    <a:pt x="1510" y="698"/>
                  </a:lnTo>
                  <a:lnTo>
                    <a:pt x="1517" y="698"/>
                  </a:lnTo>
                  <a:lnTo>
                    <a:pt x="1524" y="697"/>
                  </a:lnTo>
                  <a:lnTo>
                    <a:pt x="1532" y="695"/>
                  </a:lnTo>
                  <a:lnTo>
                    <a:pt x="1539" y="684"/>
                  </a:lnTo>
                  <a:lnTo>
                    <a:pt x="1537" y="679"/>
                  </a:lnTo>
                  <a:lnTo>
                    <a:pt x="1534" y="675"/>
                  </a:lnTo>
                  <a:lnTo>
                    <a:pt x="1537" y="665"/>
                  </a:lnTo>
                  <a:lnTo>
                    <a:pt x="1543" y="659"/>
                  </a:lnTo>
                  <a:lnTo>
                    <a:pt x="1548" y="653"/>
                  </a:lnTo>
                  <a:lnTo>
                    <a:pt x="1556" y="644"/>
                  </a:lnTo>
                  <a:lnTo>
                    <a:pt x="1562" y="643"/>
                  </a:lnTo>
                  <a:lnTo>
                    <a:pt x="1570" y="647"/>
                  </a:lnTo>
                  <a:lnTo>
                    <a:pt x="1575" y="641"/>
                  </a:lnTo>
                  <a:lnTo>
                    <a:pt x="1593" y="606"/>
                  </a:lnTo>
                  <a:lnTo>
                    <a:pt x="1596" y="592"/>
                  </a:lnTo>
                  <a:lnTo>
                    <a:pt x="1598" y="576"/>
                  </a:lnTo>
                  <a:lnTo>
                    <a:pt x="1613" y="452"/>
                  </a:lnTo>
                  <a:lnTo>
                    <a:pt x="1608" y="455"/>
                  </a:lnTo>
                  <a:lnTo>
                    <a:pt x="1603" y="459"/>
                  </a:lnTo>
                  <a:lnTo>
                    <a:pt x="1594" y="465"/>
                  </a:lnTo>
                  <a:lnTo>
                    <a:pt x="1589" y="470"/>
                  </a:lnTo>
                  <a:lnTo>
                    <a:pt x="1583" y="477"/>
                  </a:lnTo>
                  <a:lnTo>
                    <a:pt x="1571" y="486"/>
                  </a:lnTo>
                  <a:lnTo>
                    <a:pt x="1565" y="490"/>
                  </a:lnTo>
                  <a:lnTo>
                    <a:pt x="1553" y="499"/>
                  </a:lnTo>
                  <a:lnTo>
                    <a:pt x="1545" y="502"/>
                  </a:lnTo>
                  <a:lnTo>
                    <a:pt x="1535" y="502"/>
                  </a:lnTo>
                  <a:lnTo>
                    <a:pt x="1526" y="499"/>
                  </a:lnTo>
                  <a:lnTo>
                    <a:pt x="1518" y="495"/>
                  </a:lnTo>
                  <a:lnTo>
                    <a:pt x="1509" y="487"/>
                  </a:lnTo>
                  <a:lnTo>
                    <a:pt x="1506" y="480"/>
                  </a:lnTo>
                  <a:lnTo>
                    <a:pt x="1505" y="474"/>
                  </a:lnTo>
                  <a:lnTo>
                    <a:pt x="1505" y="466"/>
                  </a:lnTo>
                  <a:lnTo>
                    <a:pt x="1507" y="458"/>
                  </a:lnTo>
                  <a:lnTo>
                    <a:pt x="1508" y="452"/>
                  </a:lnTo>
                  <a:lnTo>
                    <a:pt x="1510" y="434"/>
                  </a:lnTo>
                  <a:lnTo>
                    <a:pt x="1512" y="419"/>
                  </a:lnTo>
                  <a:lnTo>
                    <a:pt x="1508" y="410"/>
                  </a:lnTo>
                  <a:lnTo>
                    <a:pt x="1500" y="401"/>
                  </a:lnTo>
                  <a:lnTo>
                    <a:pt x="1492" y="397"/>
                  </a:lnTo>
                  <a:lnTo>
                    <a:pt x="1484" y="392"/>
                  </a:lnTo>
                  <a:lnTo>
                    <a:pt x="1479" y="387"/>
                  </a:lnTo>
                  <a:lnTo>
                    <a:pt x="1475" y="381"/>
                  </a:lnTo>
                  <a:lnTo>
                    <a:pt x="1472" y="376"/>
                  </a:lnTo>
                  <a:lnTo>
                    <a:pt x="1471" y="370"/>
                  </a:lnTo>
                  <a:lnTo>
                    <a:pt x="1470" y="362"/>
                  </a:lnTo>
                  <a:lnTo>
                    <a:pt x="1469" y="358"/>
                  </a:lnTo>
                  <a:lnTo>
                    <a:pt x="1465" y="350"/>
                  </a:lnTo>
                  <a:lnTo>
                    <a:pt x="1459" y="344"/>
                  </a:lnTo>
                  <a:lnTo>
                    <a:pt x="1453" y="338"/>
                  </a:lnTo>
                  <a:lnTo>
                    <a:pt x="1443" y="331"/>
                  </a:lnTo>
                  <a:lnTo>
                    <a:pt x="1441" y="326"/>
                  </a:lnTo>
                  <a:lnTo>
                    <a:pt x="1441" y="320"/>
                  </a:lnTo>
                  <a:lnTo>
                    <a:pt x="1442" y="315"/>
                  </a:lnTo>
                  <a:lnTo>
                    <a:pt x="1447" y="309"/>
                  </a:lnTo>
                  <a:lnTo>
                    <a:pt x="1452" y="306"/>
                  </a:lnTo>
                  <a:lnTo>
                    <a:pt x="1456" y="303"/>
                  </a:lnTo>
                  <a:lnTo>
                    <a:pt x="1464" y="292"/>
                  </a:lnTo>
                  <a:lnTo>
                    <a:pt x="1477" y="274"/>
                  </a:lnTo>
                  <a:lnTo>
                    <a:pt x="1484" y="259"/>
                  </a:lnTo>
                  <a:lnTo>
                    <a:pt x="1489" y="249"/>
                  </a:lnTo>
                  <a:lnTo>
                    <a:pt x="1493" y="239"/>
                  </a:lnTo>
                  <a:lnTo>
                    <a:pt x="1497" y="227"/>
                  </a:lnTo>
                  <a:lnTo>
                    <a:pt x="1497" y="219"/>
                  </a:lnTo>
                  <a:lnTo>
                    <a:pt x="1494" y="211"/>
                  </a:lnTo>
                  <a:lnTo>
                    <a:pt x="1482" y="203"/>
                  </a:lnTo>
                  <a:lnTo>
                    <a:pt x="1461" y="191"/>
                  </a:lnTo>
                  <a:lnTo>
                    <a:pt x="1460" y="186"/>
                  </a:lnTo>
                  <a:lnTo>
                    <a:pt x="1460" y="181"/>
                  </a:lnTo>
                  <a:lnTo>
                    <a:pt x="1461" y="171"/>
                  </a:lnTo>
                  <a:lnTo>
                    <a:pt x="1465" y="154"/>
                  </a:lnTo>
                  <a:lnTo>
                    <a:pt x="1466" y="150"/>
                  </a:lnTo>
                  <a:lnTo>
                    <a:pt x="1468" y="142"/>
                  </a:lnTo>
                  <a:lnTo>
                    <a:pt x="1467" y="130"/>
                  </a:lnTo>
                  <a:lnTo>
                    <a:pt x="1465" y="123"/>
                  </a:lnTo>
                  <a:lnTo>
                    <a:pt x="1459" y="117"/>
                  </a:lnTo>
                  <a:lnTo>
                    <a:pt x="1454" y="108"/>
                  </a:lnTo>
                  <a:lnTo>
                    <a:pt x="1445" y="93"/>
                  </a:lnTo>
                  <a:lnTo>
                    <a:pt x="1436" y="89"/>
                  </a:lnTo>
                  <a:lnTo>
                    <a:pt x="1427" y="85"/>
                  </a:lnTo>
                  <a:lnTo>
                    <a:pt x="1424" y="80"/>
                  </a:lnTo>
                  <a:lnTo>
                    <a:pt x="1425" y="74"/>
                  </a:lnTo>
                  <a:lnTo>
                    <a:pt x="1434" y="66"/>
                  </a:lnTo>
                  <a:lnTo>
                    <a:pt x="1439" y="62"/>
                  </a:lnTo>
                  <a:lnTo>
                    <a:pt x="1445" y="58"/>
                  </a:lnTo>
                  <a:lnTo>
                    <a:pt x="1455" y="46"/>
                  </a:lnTo>
                  <a:lnTo>
                    <a:pt x="1459" y="39"/>
                  </a:lnTo>
                  <a:lnTo>
                    <a:pt x="1462" y="34"/>
                  </a:lnTo>
                  <a:lnTo>
                    <a:pt x="1466" y="30"/>
                  </a:lnTo>
                  <a:lnTo>
                    <a:pt x="1474" y="29"/>
                  </a:lnTo>
                  <a:lnTo>
                    <a:pt x="1483" y="29"/>
                  </a:lnTo>
                  <a:lnTo>
                    <a:pt x="1493" y="31"/>
                  </a:lnTo>
                  <a:lnTo>
                    <a:pt x="1507" y="33"/>
                  </a:lnTo>
                  <a:lnTo>
                    <a:pt x="1521" y="32"/>
                  </a:lnTo>
                  <a:lnTo>
                    <a:pt x="1555" y="18"/>
                  </a:lnTo>
                  <a:lnTo>
                    <a:pt x="1568" y="12"/>
                  </a:lnTo>
                  <a:lnTo>
                    <a:pt x="1586" y="10"/>
                  </a:lnTo>
                  <a:lnTo>
                    <a:pt x="1608" y="5"/>
                  </a:lnTo>
                  <a:lnTo>
                    <a:pt x="1613" y="1"/>
                  </a:lnTo>
                  <a:lnTo>
                    <a:pt x="1628" y="0"/>
                  </a:lnTo>
                  <a:lnTo>
                    <a:pt x="1638" y="0"/>
                  </a:lnTo>
                  <a:lnTo>
                    <a:pt x="1649" y="1"/>
                  </a:lnTo>
                  <a:lnTo>
                    <a:pt x="1666" y="4"/>
                  </a:lnTo>
                  <a:lnTo>
                    <a:pt x="1678" y="4"/>
                  </a:lnTo>
                  <a:lnTo>
                    <a:pt x="1711" y="3"/>
                  </a:lnTo>
                  <a:lnTo>
                    <a:pt x="1732" y="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6842346" y="2239910"/>
              <a:ext cx="1810" cy="1679"/>
            </a:xfrm>
            <a:custGeom>
              <a:avLst/>
              <a:pathLst>
                <a:path w="1810" h="1679">
                  <a:moveTo>
                    <a:pt x="1069" y="382"/>
                  </a:moveTo>
                  <a:lnTo>
                    <a:pt x="1128" y="388"/>
                  </a:lnTo>
                  <a:lnTo>
                    <a:pt x="1170" y="390"/>
                  </a:lnTo>
                  <a:lnTo>
                    <a:pt x="1269" y="404"/>
                  </a:lnTo>
                  <a:lnTo>
                    <a:pt x="1331" y="411"/>
                  </a:lnTo>
                  <a:lnTo>
                    <a:pt x="1435" y="424"/>
                  </a:lnTo>
                  <a:lnTo>
                    <a:pt x="1476" y="426"/>
                  </a:lnTo>
                  <a:lnTo>
                    <a:pt x="1487" y="428"/>
                  </a:lnTo>
                  <a:lnTo>
                    <a:pt x="1500" y="429"/>
                  </a:lnTo>
                  <a:lnTo>
                    <a:pt x="1509" y="430"/>
                  </a:lnTo>
                  <a:lnTo>
                    <a:pt x="1549" y="432"/>
                  </a:lnTo>
                  <a:lnTo>
                    <a:pt x="1590" y="439"/>
                  </a:lnTo>
                  <a:lnTo>
                    <a:pt x="1624" y="444"/>
                  </a:lnTo>
                  <a:lnTo>
                    <a:pt x="1732" y="456"/>
                  </a:lnTo>
                  <a:lnTo>
                    <a:pt x="1736" y="650"/>
                  </a:lnTo>
                  <a:lnTo>
                    <a:pt x="1743" y="804"/>
                  </a:lnTo>
                  <a:lnTo>
                    <a:pt x="1769" y="797"/>
                  </a:lnTo>
                  <a:lnTo>
                    <a:pt x="1783" y="800"/>
                  </a:lnTo>
                  <a:lnTo>
                    <a:pt x="1787" y="809"/>
                  </a:lnTo>
                  <a:lnTo>
                    <a:pt x="1794" y="891"/>
                  </a:lnTo>
                  <a:lnTo>
                    <a:pt x="1787" y="900"/>
                  </a:lnTo>
                  <a:lnTo>
                    <a:pt x="1790" y="911"/>
                  </a:lnTo>
                  <a:lnTo>
                    <a:pt x="1797" y="936"/>
                  </a:lnTo>
                  <a:lnTo>
                    <a:pt x="1809" y="950"/>
                  </a:lnTo>
                  <a:lnTo>
                    <a:pt x="1810" y="955"/>
                  </a:lnTo>
                  <a:lnTo>
                    <a:pt x="1806" y="959"/>
                  </a:lnTo>
                  <a:lnTo>
                    <a:pt x="1740" y="986"/>
                  </a:lnTo>
                  <a:lnTo>
                    <a:pt x="1695" y="997"/>
                  </a:lnTo>
                  <a:lnTo>
                    <a:pt x="1580" y="1014"/>
                  </a:lnTo>
                  <a:lnTo>
                    <a:pt x="1538" y="1019"/>
                  </a:lnTo>
                  <a:lnTo>
                    <a:pt x="1436" y="1026"/>
                  </a:lnTo>
                  <a:lnTo>
                    <a:pt x="1408" y="1030"/>
                  </a:lnTo>
                  <a:lnTo>
                    <a:pt x="1380" y="1034"/>
                  </a:lnTo>
                  <a:lnTo>
                    <a:pt x="1312" y="1055"/>
                  </a:lnTo>
                  <a:lnTo>
                    <a:pt x="1278" y="1065"/>
                  </a:lnTo>
                  <a:lnTo>
                    <a:pt x="1235" y="1079"/>
                  </a:lnTo>
                  <a:lnTo>
                    <a:pt x="1193" y="1094"/>
                  </a:lnTo>
                  <a:lnTo>
                    <a:pt x="1114" y="1129"/>
                  </a:lnTo>
                  <a:lnTo>
                    <a:pt x="1074" y="1146"/>
                  </a:lnTo>
                  <a:lnTo>
                    <a:pt x="1036" y="1162"/>
                  </a:lnTo>
                  <a:lnTo>
                    <a:pt x="959" y="1200"/>
                  </a:lnTo>
                  <a:lnTo>
                    <a:pt x="927" y="1216"/>
                  </a:lnTo>
                  <a:lnTo>
                    <a:pt x="882" y="1241"/>
                  </a:lnTo>
                  <a:lnTo>
                    <a:pt x="791" y="1292"/>
                  </a:lnTo>
                  <a:lnTo>
                    <a:pt x="722" y="1330"/>
                  </a:lnTo>
                  <a:lnTo>
                    <a:pt x="650" y="1372"/>
                  </a:lnTo>
                  <a:lnTo>
                    <a:pt x="555" y="1430"/>
                  </a:lnTo>
                  <a:lnTo>
                    <a:pt x="522" y="1446"/>
                  </a:lnTo>
                  <a:lnTo>
                    <a:pt x="456" y="1494"/>
                  </a:lnTo>
                  <a:lnTo>
                    <a:pt x="350" y="1568"/>
                  </a:lnTo>
                  <a:lnTo>
                    <a:pt x="288" y="1616"/>
                  </a:lnTo>
                  <a:lnTo>
                    <a:pt x="275" y="1622"/>
                  </a:lnTo>
                  <a:lnTo>
                    <a:pt x="201" y="1661"/>
                  </a:lnTo>
                  <a:lnTo>
                    <a:pt x="185" y="1672"/>
                  </a:lnTo>
                  <a:lnTo>
                    <a:pt x="142" y="1679"/>
                  </a:lnTo>
                  <a:lnTo>
                    <a:pt x="90" y="1659"/>
                  </a:lnTo>
                  <a:lnTo>
                    <a:pt x="38" y="1631"/>
                  </a:lnTo>
                  <a:lnTo>
                    <a:pt x="19" y="1603"/>
                  </a:lnTo>
                  <a:lnTo>
                    <a:pt x="10" y="1585"/>
                  </a:lnTo>
                  <a:lnTo>
                    <a:pt x="10" y="1577"/>
                  </a:lnTo>
                  <a:lnTo>
                    <a:pt x="10" y="1569"/>
                  </a:lnTo>
                  <a:lnTo>
                    <a:pt x="14" y="1515"/>
                  </a:lnTo>
                  <a:lnTo>
                    <a:pt x="5" y="1487"/>
                  </a:lnTo>
                  <a:lnTo>
                    <a:pt x="0" y="1444"/>
                  </a:lnTo>
                  <a:lnTo>
                    <a:pt x="0" y="1422"/>
                  </a:lnTo>
                  <a:lnTo>
                    <a:pt x="2" y="1394"/>
                  </a:lnTo>
                  <a:lnTo>
                    <a:pt x="8" y="1388"/>
                  </a:lnTo>
                  <a:lnTo>
                    <a:pt x="15" y="1385"/>
                  </a:lnTo>
                  <a:lnTo>
                    <a:pt x="24" y="1384"/>
                  </a:lnTo>
                  <a:lnTo>
                    <a:pt x="42" y="1382"/>
                  </a:lnTo>
                  <a:lnTo>
                    <a:pt x="42" y="1361"/>
                  </a:lnTo>
                  <a:lnTo>
                    <a:pt x="34" y="1318"/>
                  </a:lnTo>
                  <a:lnTo>
                    <a:pt x="22" y="1216"/>
                  </a:lnTo>
                  <a:lnTo>
                    <a:pt x="22" y="1157"/>
                  </a:lnTo>
                  <a:lnTo>
                    <a:pt x="39" y="1082"/>
                  </a:lnTo>
                  <a:lnTo>
                    <a:pt x="54" y="1046"/>
                  </a:lnTo>
                  <a:lnTo>
                    <a:pt x="52" y="1038"/>
                  </a:lnTo>
                  <a:lnTo>
                    <a:pt x="49" y="1021"/>
                  </a:lnTo>
                  <a:lnTo>
                    <a:pt x="48" y="1013"/>
                  </a:lnTo>
                  <a:lnTo>
                    <a:pt x="44" y="987"/>
                  </a:lnTo>
                  <a:lnTo>
                    <a:pt x="38" y="971"/>
                  </a:lnTo>
                  <a:lnTo>
                    <a:pt x="60" y="941"/>
                  </a:lnTo>
                  <a:lnTo>
                    <a:pt x="82" y="930"/>
                  </a:lnTo>
                  <a:lnTo>
                    <a:pt x="89" y="894"/>
                  </a:lnTo>
                  <a:lnTo>
                    <a:pt x="96" y="830"/>
                  </a:lnTo>
                  <a:lnTo>
                    <a:pt x="103" y="781"/>
                  </a:lnTo>
                  <a:lnTo>
                    <a:pt x="108" y="676"/>
                  </a:lnTo>
                  <a:lnTo>
                    <a:pt x="108" y="583"/>
                  </a:lnTo>
                  <a:lnTo>
                    <a:pt x="114" y="552"/>
                  </a:lnTo>
                  <a:lnTo>
                    <a:pt x="118" y="503"/>
                  </a:lnTo>
                  <a:lnTo>
                    <a:pt x="122" y="446"/>
                  </a:lnTo>
                  <a:lnTo>
                    <a:pt x="126" y="425"/>
                  </a:lnTo>
                  <a:lnTo>
                    <a:pt x="152" y="371"/>
                  </a:lnTo>
                  <a:lnTo>
                    <a:pt x="180" y="305"/>
                  </a:lnTo>
                  <a:lnTo>
                    <a:pt x="189" y="286"/>
                  </a:lnTo>
                  <a:lnTo>
                    <a:pt x="201" y="259"/>
                  </a:lnTo>
                  <a:lnTo>
                    <a:pt x="216" y="227"/>
                  </a:lnTo>
                  <a:lnTo>
                    <a:pt x="221" y="216"/>
                  </a:lnTo>
                  <a:lnTo>
                    <a:pt x="232" y="193"/>
                  </a:lnTo>
                  <a:lnTo>
                    <a:pt x="333" y="0"/>
                  </a:lnTo>
                  <a:lnTo>
                    <a:pt x="400" y="36"/>
                  </a:lnTo>
                  <a:lnTo>
                    <a:pt x="472" y="78"/>
                  </a:lnTo>
                  <a:lnTo>
                    <a:pt x="596" y="149"/>
                  </a:lnTo>
                  <a:lnTo>
                    <a:pt x="792" y="258"/>
                  </a:lnTo>
                  <a:lnTo>
                    <a:pt x="921" y="331"/>
                  </a:lnTo>
                  <a:lnTo>
                    <a:pt x="953" y="351"/>
                  </a:lnTo>
                  <a:lnTo>
                    <a:pt x="971" y="370"/>
                  </a:lnTo>
                  <a:lnTo>
                    <a:pt x="1000" y="372"/>
                  </a:lnTo>
                  <a:lnTo>
                    <a:pt x="1069" y="3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6799233" y="2236033"/>
              <a:ext cx="2187" cy="2743"/>
            </a:xfrm>
            <a:custGeom>
              <a:avLst/>
              <a:pathLst>
                <a:path w="2187" h="2743">
                  <a:moveTo>
                    <a:pt x="2032" y="1435"/>
                  </a:moveTo>
                  <a:lnTo>
                    <a:pt x="1732" y="2075"/>
                  </a:lnTo>
                  <a:lnTo>
                    <a:pt x="1575" y="2300"/>
                  </a:lnTo>
                  <a:lnTo>
                    <a:pt x="1547" y="2302"/>
                  </a:lnTo>
                  <a:lnTo>
                    <a:pt x="1516" y="2285"/>
                  </a:lnTo>
                  <a:lnTo>
                    <a:pt x="1459" y="2176"/>
                  </a:lnTo>
                  <a:lnTo>
                    <a:pt x="1412" y="2150"/>
                  </a:lnTo>
                  <a:lnTo>
                    <a:pt x="1122" y="2024"/>
                  </a:lnTo>
                  <a:lnTo>
                    <a:pt x="1017" y="1869"/>
                  </a:lnTo>
                  <a:lnTo>
                    <a:pt x="986" y="1841"/>
                  </a:lnTo>
                  <a:lnTo>
                    <a:pt x="941" y="1822"/>
                  </a:lnTo>
                  <a:lnTo>
                    <a:pt x="879" y="1813"/>
                  </a:lnTo>
                  <a:lnTo>
                    <a:pt x="812" y="1814"/>
                  </a:lnTo>
                  <a:lnTo>
                    <a:pt x="761" y="1823"/>
                  </a:lnTo>
                  <a:lnTo>
                    <a:pt x="675" y="1853"/>
                  </a:lnTo>
                  <a:lnTo>
                    <a:pt x="579" y="1904"/>
                  </a:lnTo>
                  <a:lnTo>
                    <a:pt x="503" y="1962"/>
                  </a:lnTo>
                  <a:lnTo>
                    <a:pt x="430" y="2051"/>
                  </a:lnTo>
                  <a:lnTo>
                    <a:pt x="387" y="2120"/>
                  </a:lnTo>
                  <a:lnTo>
                    <a:pt x="371" y="2168"/>
                  </a:lnTo>
                  <a:lnTo>
                    <a:pt x="370" y="2211"/>
                  </a:lnTo>
                  <a:lnTo>
                    <a:pt x="429" y="2395"/>
                  </a:lnTo>
                  <a:lnTo>
                    <a:pt x="486" y="2463"/>
                  </a:lnTo>
                  <a:lnTo>
                    <a:pt x="526" y="2497"/>
                  </a:lnTo>
                  <a:lnTo>
                    <a:pt x="585" y="2495"/>
                  </a:lnTo>
                  <a:lnTo>
                    <a:pt x="604" y="2489"/>
                  </a:lnTo>
                  <a:lnTo>
                    <a:pt x="614" y="2496"/>
                  </a:lnTo>
                  <a:lnTo>
                    <a:pt x="649" y="2548"/>
                  </a:lnTo>
                  <a:lnTo>
                    <a:pt x="642" y="2620"/>
                  </a:lnTo>
                  <a:lnTo>
                    <a:pt x="605" y="2735"/>
                  </a:lnTo>
                  <a:lnTo>
                    <a:pt x="596" y="2743"/>
                  </a:lnTo>
                  <a:lnTo>
                    <a:pt x="585" y="2740"/>
                  </a:lnTo>
                  <a:lnTo>
                    <a:pt x="431" y="2617"/>
                  </a:lnTo>
                  <a:lnTo>
                    <a:pt x="141" y="2451"/>
                  </a:lnTo>
                  <a:lnTo>
                    <a:pt x="128" y="2432"/>
                  </a:lnTo>
                  <a:lnTo>
                    <a:pt x="103" y="2352"/>
                  </a:lnTo>
                  <a:lnTo>
                    <a:pt x="81" y="2241"/>
                  </a:lnTo>
                  <a:lnTo>
                    <a:pt x="77" y="2151"/>
                  </a:lnTo>
                  <a:lnTo>
                    <a:pt x="82" y="1987"/>
                  </a:lnTo>
                  <a:lnTo>
                    <a:pt x="101" y="1881"/>
                  </a:lnTo>
                  <a:lnTo>
                    <a:pt x="180" y="1709"/>
                  </a:lnTo>
                  <a:lnTo>
                    <a:pt x="184" y="1671"/>
                  </a:lnTo>
                  <a:lnTo>
                    <a:pt x="173" y="1635"/>
                  </a:lnTo>
                  <a:lnTo>
                    <a:pt x="143" y="1588"/>
                  </a:lnTo>
                  <a:lnTo>
                    <a:pt x="118" y="1559"/>
                  </a:lnTo>
                  <a:lnTo>
                    <a:pt x="88" y="1488"/>
                  </a:lnTo>
                  <a:lnTo>
                    <a:pt x="39" y="1306"/>
                  </a:lnTo>
                  <a:lnTo>
                    <a:pt x="0" y="1071"/>
                  </a:lnTo>
                  <a:lnTo>
                    <a:pt x="6" y="966"/>
                  </a:lnTo>
                  <a:lnTo>
                    <a:pt x="94" y="839"/>
                  </a:lnTo>
                  <a:lnTo>
                    <a:pt x="200" y="827"/>
                  </a:lnTo>
                  <a:lnTo>
                    <a:pt x="243" y="777"/>
                  </a:lnTo>
                  <a:lnTo>
                    <a:pt x="324" y="600"/>
                  </a:lnTo>
                  <a:lnTo>
                    <a:pt x="554" y="432"/>
                  </a:lnTo>
                  <a:lnTo>
                    <a:pt x="1060" y="139"/>
                  </a:lnTo>
                  <a:lnTo>
                    <a:pt x="1211" y="84"/>
                  </a:lnTo>
                  <a:lnTo>
                    <a:pt x="1490" y="0"/>
                  </a:lnTo>
                  <a:lnTo>
                    <a:pt x="1699" y="8"/>
                  </a:lnTo>
                  <a:lnTo>
                    <a:pt x="1762" y="24"/>
                  </a:lnTo>
                  <a:lnTo>
                    <a:pt x="1801" y="44"/>
                  </a:lnTo>
                  <a:lnTo>
                    <a:pt x="1895" y="131"/>
                  </a:lnTo>
                  <a:lnTo>
                    <a:pt x="2072" y="359"/>
                  </a:lnTo>
                  <a:lnTo>
                    <a:pt x="2118" y="427"/>
                  </a:lnTo>
                  <a:lnTo>
                    <a:pt x="2140" y="495"/>
                  </a:lnTo>
                  <a:lnTo>
                    <a:pt x="2180" y="668"/>
                  </a:lnTo>
                  <a:lnTo>
                    <a:pt x="2187" y="732"/>
                  </a:lnTo>
                  <a:lnTo>
                    <a:pt x="2163" y="1037"/>
                  </a:lnTo>
                  <a:lnTo>
                    <a:pt x="2139" y="1167"/>
                  </a:lnTo>
                  <a:lnTo>
                    <a:pt x="2032" y="14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6850871" y="2235710"/>
              <a:ext cx="905" cy="681"/>
            </a:xfrm>
            <a:custGeom>
              <a:avLst/>
              <a:pathLst>
                <a:path w="905" h="681">
                  <a:moveTo>
                    <a:pt x="835" y="681"/>
                  </a:moveTo>
                  <a:lnTo>
                    <a:pt x="401" y="681"/>
                  </a:lnTo>
                  <a:lnTo>
                    <a:pt x="0" y="320"/>
                  </a:lnTo>
                  <a:lnTo>
                    <a:pt x="248" y="0"/>
                  </a:lnTo>
                  <a:lnTo>
                    <a:pt x="905" y="593"/>
                  </a:lnTo>
                  <a:lnTo>
                    <a:pt x="835" y="68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6844338" y="2235015"/>
              <a:ext cx="11532" cy="7473"/>
            </a:xfrm>
            <a:custGeom>
              <a:avLst/>
              <a:pathLst>
                <a:path w="11532" h="7473">
                  <a:moveTo>
                    <a:pt x="6155" y="877"/>
                  </a:moveTo>
                  <a:lnTo>
                    <a:pt x="6394" y="1403"/>
                  </a:lnTo>
                  <a:lnTo>
                    <a:pt x="6404" y="1428"/>
                  </a:lnTo>
                  <a:lnTo>
                    <a:pt x="6404" y="1445"/>
                  </a:lnTo>
                  <a:lnTo>
                    <a:pt x="6409" y="1563"/>
                  </a:lnTo>
                  <a:lnTo>
                    <a:pt x="6410" y="1578"/>
                  </a:lnTo>
                  <a:lnTo>
                    <a:pt x="6410" y="1584"/>
                  </a:lnTo>
                  <a:lnTo>
                    <a:pt x="6416" y="1595"/>
                  </a:lnTo>
                  <a:lnTo>
                    <a:pt x="6438" y="1629"/>
                  </a:lnTo>
                  <a:lnTo>
                    <a:pt x="6455" y="1641"/>
                  </a:lnTo>
                  <a:lnTo>
                    <a:pt x="6500" y="1670"/>
                  </a:lnTo>
                  <a:lnTo>
                    <a:pt x="6535" y="1669"/>
                  </a:lnTo>
                  <a:lnTo>
                    <a:pt x="6604" y="1665"/>
                  </a:lnTo>
                  <a:lnTo>
                    <a:pt x="6635" y="1659"/>
                  </a:lnTo>
                  <a:lnTo>
                    <a:pt x="6828" y="1759"/>
                  </a:lnTo>
                  <a:lnTo>
                    <a:pt x="6876" y="1791"/>
                  </a:lnTo>
                  <a:lnTo>
                    <a:pt x="6912" y="1809"/>
                  </a:lnTo>
                  <a:lnTo>
                    <a:pt x="6954" y="1824"/>
                  </a:lnTo>
                  <a:lnTo>
                    <a:pt x="7075" y="1837"/>
                  </a:lnTo>
                  <a:lnTo>
                    <a:pt x="7096" y="1836"/>
                  </a:lnTo>
                  <a:lnTo>
                    <a:pt x="7121" y="1832"/>
                  </a:lnTo>
                  <a:lnTo>
                    <a:pt x="7136" y="1829"/>
                  </a:lnTo>
                  <a:lnTo>
                    <a:pt x="7175" y="1822"/>
                  </a:lnTo>
                  <a:lnTo>
                    <a:pt x="7349" y="1746"/>
                  </a:lnTo>
                  <a:lnTo>
                    <a:pt x="7463" y="1713"/>
                  </a:lnTo>
                  <a:lnTo>
                    <a:pt x="7579" y="1705"/>
                  </a:lnTo>
                  <a:lnTo>
                    <a:pt x="7834" y="1687"/>
                  </a:lnTo>
                  <a:lnTo>
                    <a:pt x="7859" y="1688"/>
                  </a:lnTo>
                  <a:lnTo>
                    <a:pt x="7873" y="1689"/>
                  </a:lnTo>
                  <a:lnTo>
                    <a:pt x="7878" y="1690"/>
                  </a:lnTo>
                  <a:lnTo>
                    <a:pt x="7935" y="1708"/>
                  </a:lnTo>
                  <a:lnTo>
                    <a:pt x="7998" y="1720"/>
                  </a:lnTo>
                  <a:lnTo>
                    <a:pt x="8134" y="1748"/>
                  </a:lnTo>
                  <a:lnTo>
                    <a:pt x="8331" y="1787"/>
                  </a:lnTo>
                  <a:lnTo>
                    <a:pt x="8398" y="1757"/>
                  </a:lnTo>
                  <a:lnTo>
                    <a:pt x="8853" y="1554"/>
                  </a:lnTo>
                  <a:lnTo>
                    <a:pt x="8853" y="1219"/>
                  </a:lnTo>
                  <a:lnTo>
                    <a:pt x="9187" y="1061"/>
                  </a:lnTo>
                  <a:lnTo>
                    <a:pt x="9282" y="1016"/>
                  </a:lnTo>
                  <a:lnTo>
                    <a:pt x="9519" y="923"/>
                  </a:lnTo>
                  <a:lnTo>
                    <a:pt x="9970" y="745"/>
                  </a:lnTo>
                  <a:lnTo>
                    <a:pt x="10079" y="727"/>
                  </a:lnTo>
                  <a:lnTo>
                    <a:pt x="10151" y="727"/>
                  </a:lnTo>
                  <a:lnTo>
                    <a:pt x="10163" y="728"/>
                  </a:lnTo>
                  <a:lnTo>
                    <a:pt x="10169" y="729"/>
                  </a:lnTo>
                  <a:lnTo>
                    <a:pt x="10178" y="730"/>
                  </a:lnTo>
                  <a:lnTo>
                    <a:pt x="10416" y="781"/>
                  </a:lnTo>
                  <a:lnTo>
                    <a:pt x="10514" y="833"/>
                  </a:lnTo>
                  <a:lnTo>
                    <a:pt x="10593" y="898"/>
                  </a:lnTo>
                  <a:lnTo>
                    <a:pt x="10634" y="940"/>
                  </a:lnTo>
                  <a:lnTo>
                    <a:pt x="10754" y="1048"/>
                  </a:lnTo>
                  <a:lnTo>
                    <a:pt x="10815" y="1102"/>
                  </a:lnTo>
                  <a:lnTo>
                    <a:pt x="10856" y="1117"/>
                  </a:lnTo>
                  <a:lnTo>
                    <a:pt x="10877" y="1120"/>
                  </a:lnTo>
                  <a:lnTo>
                    <a:pt x="10933" y="1109"/>
                  </a:lnTo>
                  <a:lnTo>
                    <a:pt x="10975" y="1090"/>
                  </a:lnTo>
                  <a:lnTo>
                    <a:pt x="11024" y="1086"/>
                  </a:lnTo>
                  <a:lnTo>
                    <a:pt x="11062" y="1088"/>
                  </a:lnTo>
                  <a:lnTo>
                    <a:pt x="11127" y="1102"/>
                  </a:lnTo>
                  <a:lnTo>
                    <a:pt x="11187" y="1119"/>
                  </a:lnTo>
                  <a:lnTo>
                    <a:pt x="11250" y="1155"/>
                  </a:lnTo>
                  <a:lnTo>
                    <a:pt x="11341" y="1224"/>
                  </a:lnTo>
                  <a:lnTo>
                    <a:pt x="11399" y="1275"/>
                  </a:lnTo>
                  <a:lnTo>
                    <a:pt x="11436" y="1313"/>
                  </a:lnTo>
                  <a:lnTo>
                    <a:pt x="11473" y="1354"/>
                  </a:lnTo>
                  <a:lnTo>
                    <a:pt x="11509" y="1403"/>
                  </a:lnTo>
                  <a:lnTo>
                    <a:pt x="11519" y="1418"/>
                  </a:lnTo>
                  <a:lnTo>
                    <a:pt x="11528" y="1449"/>
                  </a:lnTo>
                  <a:lnTo>
                    <a:pt x="11532" y="1521"/>
                  </a:lnTo>
                  <a:lnTo>
                    <a:pt x="11528" y="1566"/>
                  </a:lnTo>
                  <a:lnTo>
                    <a:pt x="11485" y="1882"/>
                  </a:lnTo>
                  <a:lnTo>
                    <a:pt x="11466" y="2023"/>
                  </a:lnTo>
                  <a:lnTo>
                    <a:pt x="11444" y="2160"/>
                  </a:lnTo>
                  <a:lnTo>
                    <a:pt x="11356" y="2561"/>
                  </a:lnTo>
                  <a:lnTo>
                    <a:pt x="11340" y="2609"/>
                  </a:lnTo>
                  <a:lnTo>
                    <a:pt x="11314" y="2686"/>
                  </a:lnTo>
                  <a:lnTo>
                    <a:pt x="11300" y="2727"/>
                  </a:lnTo>
                  <a:lnTo>
                    <a:pt x="11246" y="2879"/>
                  </a:lnTo>
                  <a:lnTo>
                    <a:pt x="11195" y="3018"/>
                  </a:lnTo>
                  <a:lnTo>
                    <a:pt x="11172" y="3085"/>
                  </a:lnTo>
                  <a:lnTo>
                    <a:pt x="11037" y="3473"/>
                  </a:lnTo>
                  <a:lnTo>
                    <a:pt x="11021" y="3520"/>
                  </a:lnTo>
                  <a:lnTo>
                    <a:pt x="10813" y="4136"/>
                  </a:lnTo>
                  <a:lnTo>
                    <a:pt x="10738" y="4375"/>
                  </a:lnTo>
                  <a:lnTo>
                    <a:pt x="10693" y="4540"/>
                  </a:lnTo>
                  <a:lnTo>
                    <a:pt x="10653" y="4725"/>
                  </a:lnTo>
                  <a:lnTo>
                    <a:pt x="10627" y="4905"/>
                  </a:lnTo>
                  <a:lnTo>
                    <a:pt x="10608" y="5071"/>
                  </a:lnTo>
                  <a:lnTo>
                    <a:pt x="10598" y="5165"/>
                  </a:lnTo>
                  <a:lnTo>
                    <a:pt x="10587" y="5348"/>
                  </a:lnTo>
                  <a:lnTo>
                    <a:pt x="10582" y="5500"/>
                  </a:lnTo>
                  <a:lnTo>
                    <a:pt x="10595" y="5898"/>
                  </a:lnTo>
                  <a:lnTo>
                    <a:pt x="10602" y="5992"/>
                  </a:lnTo>
                  <a:lnTo>
                    <a:pt x="10613" y="6092"/>
                  </a:lnTo>
                  <a:lnTo>
                    <a:pt x="10630" y="6223"/>
                  </a:lnTo>
                  <a:lnTo>
                    <a:pt x="10648" y="6326"/>
                  </a:lnTo>
                  <a:lnTo>
                    <a:pt x="10661" y="6423"/>
                  </a:lnTo>
                  <a:lnTo>
                    <a:pt x="10672" y="6570"/>
                  </a:lnTo>
                  <a:lnTo>
                    <a:pt x="10684" y="6839"/>
                  </a:lnTo>
                  <a:lnTo>
                    <a:pt x="10684" y="6964"/>
                  </a:lnTo>
                  <a:lnTo>
                    <a:pt x="10680" y="7019"/>
                  </a:lnTo>
                  <a:lnTo>
                    <a:pt x="10668" y="7099"/>
                  </a:lnTo>
                  <a:lnTo>
                    <a:pt x="10650" y="7154"/>
                  </a:lnTo>
                  <a:lnTo>
                    <a:pt x="10610" y="7237"/>
                  </a:lnTo>
                  <a:lnTo>
                    <a:pt x="10574" y="7295"/>
                  </a:lnTo>
                  <a:lnTo>
                    <a:pt x="10519" y="7372"/>
                  </a:lnTo>
                  <a:lnTo>
                    <a:pt x="10473" y="7407"/>
                  </a:lnTo>
                  <a:lnTo>
                    <a:pt x="10441" y="7418"/>
                  </a:lnTo>
                  <a:lnTo>
                    <a:pt x="10276" y="7465"/>
                  </a:lnTo>
                  <a:lnTo>
                    <a:pt x="10221" y="7473"/>
                  </a:lnTo>
                  <a:lnTo>
                    <a:pt x="10188" y="7473"/>
                  </a:lnTo>
                  <a:lnTo>
                    <a:pt x="10155" y="7468"/>
                  </a:lnTo>
                  <a:lnTo>
                    <a:pt x="10048" y="7451"/>
                  </a:lnTo>
                  <a:lnTo>
                    <a:pt x="10022" y="7444"/>
                  </a:lnTo>
                  <a:lnTo>
                    <a:pt x="9812" y="7386"/>
                  </a:lnTo>
                  <a:lnTo>
                    <a:pt x="9792" y="7375"/>
                  </a:lnTo>
                  <a:lnTo>
                    <a:pt x="9768" y="7360"/>
                  </a:lnTo>
                  <a:lnTo>
                    <a:pt x="9722" y="7320"/>
                  </a:lnTo>
                  <a:lnTo>
                    <a:pt x="9698" y="7284"/>
                  </a:lnTo>
                  <a:lnTo>
                    <a:pt x="9686" y="7265"/>
                  </a:lnTo>
                  <a:lnTo>
                    <a:pt x="9675" y="7216"/>
                  </a:lnTo>
                  <a:lnTo>
                    <a:pt x="9669" y="7178"/>
                  </a:lnTo>
                  <a:lnTo>
                    <a:pt x="9661" y="7131"/>
                  </a:lnTo>
                  <a:lnTo>
                    <a:pt x="9664" y="7094"/>
                  </a:lnTo>
                  <a:lnTo>
                    <a:pt x="9674" y="7055"/>
                  </a:lnTo>
                  <a:lnTo>
                    <a:pt x="9686" y="7041"/>
                  </a:lnTo>
                  <a:lnTo>
                    <a:pt x="9695" y="7036"/>
                  </a:lnTo>
                  <a:lnTo>
                    <a:pt x="9683" y="6915"/>
                  </a:lnTo>
                  <a:lnTo>
                    <a:pt x="9605" y="6806"/>
                  </a:lnTo>
                  <a:lnTo>
                    <a:pt x="9488" y="6621"/>
                  </a:lnTo>
                  <a:lnTo>
                    <a:pt x="9483" y="6595"/>
                  </a:lnTo>
                  <a:lnTo>
                    <a:pt x="9478" y="6566"/>
                  </a:lnTo>
                  <a:lnTo>
                    <a:pt x="9480" y="6555"/>
                  </a:lnTo>
                  <a:lnTo>
                    <a:pt x="9483" y="6536"/>
                  </a:lnTo>
                  <a:lnTo>
                    <a:pt x="9489" y="6527"/>
                  </a:lnTo>
                  <a:lnTo>
                    <a:pt x="9515" y="6488"/>
                  </a:lnTo>
                  <a:lnTo>
                    <a:pt x="9605" y="6352"/>
                  </a:lnTo>
                  <a:lnTo>
                    <a:pt x="9622" y="6315"/>
                  </a:lnTo>
                  <a:lnTo>
                    <a:pt x="9651" y="6249"/>
                  </a:lnTo>
                  <a:lnTo>
                    <a:pt x="9657" y="6236"/>
                  </a:lnTo>
                  <a:lnTo>
                    <a:pt x="9680" y="6184"/>
                  </a:lnTo>
                  <a:lnTo>
                    <a:pt x="9675" y="6140"/>
                  </a:lnTo>
                  <a:lnTo>
                    <a:pt x="9674" y="6126"/>
                  </a:lnTo>
                  <a:lnTo>
                    <a:pt x="9672" y="6108"/>
                  </a:lnTo>
                  <a:lnTo>
                    <a:pt x="9660" y="5995"/>
                  </a:lnTo>
                  <a:lnTo>
                    <a:pt x="9634" y="5951"/>
                  </a:lnTo>
                  <a:lnTo>
                    <a:pt x="9627" y="5939"/>
                  </a:lnTo>
                  <a:lnTo>
                    <a:pt x="9622" y="5931"/>
                  </a:lnTo>
                  <a:lnTo>
                    <a:pt x="9434" y="5901"/>
                  </a:lnTo>
                  <a:lnTo>
                    <a:pt x="9359" y="5950"/>
                  </a:lnTo>
                  <a:lnTo>
                    <a:pt x="9349" y="5956"/>
                  </a:lnTo>
                  <a:lnTo>
                    <a:pt x="9332" y="5967"/>
                  </a:lnTo>
                  <a:lnTo>
                    <a:pt x="9297" y="5918"/>
                  </a:lnTo>
                  <a:lnTo>
                    <a:pt x="9264" y="5871"/>
                  </a:lnTo>
                  <a:lnTo>
                    <a:pt x="9250" y="5851"/>
                  </a:lnTo>
                  <a:lnTo>
                    <a:pt x="9246" y="5845"/>
                  </a:lnTo>
                  <a:lnTo>
                    <a:pt x="9224" y="5803"/>
                  </a:lnTo>
                  <a:lnTo>
                    <a:pt x="9155" y="5671"/>
                  </a:lnTo>
                  <a:lnTo>
                    <a:pt x="9045" y="5453"/>
                  </a:lnTo>
                  <a:lnTo>
                    <a:pt x="8975" y="5313"/>
                  </a:lnTo>
                  <a:lnTo>
                    <a:pt x="8931" y="5226"/>
                  </a:lnTo>
                  <a:lnTo>
                    <a:pt x="8894" y="5175"/>
                  </a:lnTo>
                  <a:lnTo>
                    <a:pt x="8548" y="4699"/>
                  </a:lnTo>
                  <a:lnTo>
                    <a:pt x="8462" y="4550"/>
                  </a:lnTo>
                  <a:lnTo>
                    <a:pt x="8417" y="4474"/>
                  </a:lnTo>
                  <a:lnTo>
                    <a:pt x="8351" y="4361"/>
                  </a:lnTo>
                  <a:lnTo>
                    <a:pt x="8318" y="4304"/>
                  </a:lnTo>
                  <a:lnTo>
                    <a:pt x="8305" y="4299"/>
                  </a:lnTo>
                  <a:lnTo>
                    <a:pt x="8266" y="4300"/>
                  </a:lnTo>
                  <a:lnTo>
                    <a:pt x="8249" y="4298"/>
                  </a:lnTo>
                  <a:lnTo>
                    <a:pt x="8219" y="4294"/>
                  </a:lnTo>
                  <a:lnTo>
                    <a:pt x="8165" y="4287"/>
                  </a:lnTo>
                  <a:lnTo>
                    <a:pt x="8110" y="4269"/>
                  </a:lnTo>
                  <a:lnTo>
                    <a:pt x="8016" y="4235"/>
                  </a:lnTo>
                  <a:lnTo>
                    <a:pt x="8004" y="4232"/>
                  </a:lnTo>
                  <a:lnTo>
                    <a:pt x="7988" y="4228"/>
                  </a:lnTo>
                  <a:lnTo>
                    <a:pt x="7971" y="4224"/>
                  </a:lnTo>
                  <a:lnTo>
                    <a:pt x="7950" y="4219"/>
                  </a:lnTo>
                  <a:lnTo>
                    <a:pt x="7900" y="4211"/>
                  </a:lnTo>
                  <a:lnTo>
                    <a:pt x="7880" y="4212"/>
                  </a:lnTo>
                  <a:lnTo>
                    <a:pt x="7773" y="4218"/>
                  </a:lnTo>
                  <a:lnTo>
                    <a:pt x="7749" y="4220"/>
                  </a:lnTo>
                  <a:lnTo>
                    <a:pt x="7522" y="4248"/>
                  </a:lnTo>
                  <a:lnTo>
                    <a:pt x="7373" y="4261"/>
                  </a:lnTo>
                  <a:lnTo>
                    <a:pt x="7349" y="4266"/>
                  </a:lnTo>
                  <a:lnTo>
                    <a:pt x="7339" y="4268"/>
                  </a:lnTo>
                  <a:lnTo>
                    <a:pt x="7193" y="4300"/>
                  </a:lnTo>
                  <a:lnTo>
                    <a:pt x="7116" y="4326"/>
                  </a:lnTo>
                  <a:lnTo>
                    <a:pt x="7089" y="4335"/>
                  </a:lnTo>
                  <a:lnTo>
                    <a:pt x="7034" y="4354"/>
                  </a:lnTo>
                  <a:lnTo>
                    <a:pt x="6754" y="4302"/>
                  </a:lnTo>
                  <a:lnTo>
                    <a:pt x="6605" y="4239"/>
                  </a:lnTo>
                  <a:lnTo>
                    <a:pt x="6495" y="4193"/>
                  </a:lnTo>
                  <a:lnTo>
                    <a:pt x="6453" y="4137"/>
                  </a:lnTo>
                  <a:lnTo>
                    <a:pt x="6437" y="4114"/>
                  </a:lnTo>
                  <a:lnTo>
                    <a:pt x="6413" y="4085"/>
                  </a:lnTo>
                  <a:lnTo>
                    <a:pt x="6374" y="4053"/>
                  </a:lnTo>
                  <a:lnTo>
                    <a:pt x="6352" y="4043"/>
                  </a:lnTo>
                  <a:lnTo>
                    <a:pt x="6343" y="4039"/>
                  </a:lnTo>
                  <a:lnTo>
                    <a:pt x="6297" y="4021"/>
                  </a:lnTo>
                  <a:lnTo>
                    <a:pt x="6250" y="4011"/>
                  </a:lnTo>
                  <a:lnTo>
                    <a:pt x="6224" y="4006"/>
                  </a:lnTo>
                  <a:lnTo>
                    <a:pt x="6184" y="4002"/>
                  </a:lnTo>
                  <a:lnTo>
                    <a:pt x="6146" y="4002"/>
                  </a:lnTo>
                  <a:lnTo>
                    <a:pt x="6113" y="4003"/>
                  </a:lnTo>
                  <a:lnTo>
                    <a:pt x="6077" y="4007"/>
                  </a:lnTo>
                  <a:lnTo>
                    <a:pt x="6042" y="4012"/>
                  </a:lnTo>
                  <a:lnTo>
                    <a:pt x="5966" y="4032"/>
                  </a:lnTo>
                  <a:lnTo>
                    <a:pt x="5895" y="4050"/>
                  </a:lnTo>
                  <a:lnTo>
                    <a:pt x="5885" y="4053"/>
                  </a:lnTo>
                  <a:lnTo>
                    <a:pt x="5785" y="4091"/>
                  </a:lnTo>
                  <a:lnTo>
                    <a:pt x="5750" y="4106"/>
                  </a:lnTo>
                  <a:lnTo>
                    <a:pt x="5687" y="4135"/>
                  </a:lnTo>
                  <a:lnTo>
                    <a:pt x="5578" y="4193"/>
                  </a:lnTo>
                  <a:lnTo>
                    <a:pt x="5392" y="4285"/>
                  </a:lnTo>
                  <a:lnTo>
                    <a:pt x="5202" y="4370"/>
                  </a:lnTo>
                  <a:lnTo>
                    <a:pt x="5191" y="4373"/>
                  </a:lnTo>
                  <a:lnTo>
                    <a:pt x="5180" y="4377"/>
                  </a:lnTo>
                  <a:lnTo>
                    <a:pt x="5149" y="4383"/>
                  </a:lnTo>
                  <a:lnTo>
                    <a:pt x="4977" y="4392"/>
                  </a:lnTo>
                  <a:lnTo>
                    <a:pt x="4954" y="4393"/>
                  </a:lnTo>
                  <a:lnTo>
                    <a:pt x="4776" y="4359"/>
                  </a:lnTo>
                  <a:lnTo>
                    <a:pt x="4718" y="4348"/>
                  </a:lnTo>
                  <a:lnTo>
                    <a:pt x="4683" y="4342"/>
                  </a:lnTo>
                  <a:lnTo>
                    <a:pt x="4684" y="4335"/>
                  </a:lnTo>
                  <a:lnTo>
                    <a:pt x="4618" y="4314"/>
                  </a:lnTo>
                  <a:lnTo>
                    <a:pt x="4540" y="4301"/>
                  </a:lnTo>
                  <a:lnTo>
                    <a:pt x="4181" y="4266"/>
                  </a:lnTo>
                  <a:lnTo>
                    <a:pt x="4158" y="4267"/>
                  </a:lnTo>
                  <a:lnTo>
                    <a:pt x="4087" y="4275"/>
                  </a:lnTo>
                  <a:lnTo>
                    <a:pt x="3887" y="4303"/>
                  </a:lnTo>
                  <a:lnTo>
                    <a:pt x="3849" y="4309"/>
                  </a:lnTo>
                  <a:lnTo>
                    <a:pt x="3803" y="4315"/>
                  </a:lnTo>
                  <a:lnTo>
                    <a:pt x="3727" y="4327"/>
                  </a:lnTo>
                  <a:lnTo>
                    <a:pt x="3630" y="4341"/>
                  </a:lnTo>
                  <a:lnTo>
                    <a:pt x="3608" y="4345"/>
                  </a:lnTo>
                  <a:lnTo>
                    <a:pt x="3579" y="4355"/>
                  </a:lnTo>
                  <a:lnTo>
                    <a:pt x="3511" y="4382"/>
                  </a:lnTo>
                  <a:lnTo>
                    <a:pt x="3468" y="4401"/>
                  </a:lnTo>
                  <a:lnTo>
                    <a:pt x="3455" y="4408"/>
                  </a:lnTo>
                  <a:lnTo>
                    <a:pt x="3430" y="4422"/>
                  </a:lnTo>
                  <a:lnTo>
                    <a:pt x="3372" y="4456"/>
                  </a:lnTo>
                  <a:lnTo>
                    <a:pt x="3341" y="4478"/>
                  </a:lnTo>
                  <a:lnTo>
                    <a:pt x="3272" y="4528"/>
                  </a:lnTo>
                  <a:lnTo>
                    <a:pt x="3002" y="4740"/>
                  </a:lnTo>
                  <a:lnTo>
                    <a:pt x="2825" y="4878"/>
                  </a:lnTo>
                  <a:lnTo>
                    <a:pt x="2768" y="4921"/>
                  </a:lnTo>
                  <a:lnTo>
                    <a:pt x="2717" y="4959"/>
                  </a:lnTo>
                  <a:lnTo>
                    <a:pt x="2679" y="4984"/>
                  </a:lnTo>
                  <a:lnTo>
                    <a:pt x="2563" y="5047"/>
                  </a:lnTo>
                  <a:lnTo>
                    <a:pt x="2554" y="5051"/>
                  </a:lnTo>
                  <a:lnTo>
                    <a:pt x="2545" y="5052"/>
                  </a:lnTo>
                  <a:lnTo>
                    <a:pt x="2536" y="5050"/>
                  </a:lnTo>
                  <a:lnTo>
                    <a:pt x="2528" y="5048"/>
                  </a:lnTo>
                  <a:lnTo>
                    <a:pt x="2516" y="5050"/>
                  </a:lnTo>
                  <a:lnTo>
                    <a:pt x="2474" y="5056"/>
                  </a:lnTo>
                  <a:lnTo>
                    <a:pt x="2460" y="5058"/>
                  </a:lnTo>
                  <a:lnTo>
                    <a:pt x="2447" y="5062"/>
                  </a:lnTo>
                  <a:lnTo>
                    <a:pt x="2432" y="5073"/>
                  </a:lnTo>
                  <a:lnTo>
                    <a:pt x="2399" y="5098"/>
                  </a:lnTo>
                  <a:lnTo>
                    <a:pt x="2320" y="5163"/>
                  </a:lnTo>
                  <a:lnTo>
                    <a:pt x="2279" y="5199"/>
                  </a:lnTo>
                  <a:lnTo>
                    <a:pt x="2251" y="5225"/>
                  </a:lnTo>
                  <a:lnTo>
                    <a:pt x="2227" y="5247"/>
                  </a:lnTo>
                  <a:lnTo>
                    <a:pt x="2152" y="5312"/>
                  </a:lnTo>
                  <a:lnTo>
                    <a:pt x="2128" y="5327"/>
                  </a:lnTo>
                  <a:lnTo>
                    <a:pt x="2100" y="5343"/>
                  </a:lnTo>
                  <a:lnTo>
                    <a:pt x="2088" y="5349"/>
                  </a:lnTo>
                  <a:lnTo>
                    <a:pt x="1971" y="5384"/>
                  </a:lnTo>
                  <a:lnTo>
                    <a:pt x="1902" y="5401"/>
                  </a:lnTo>
                  <a:lnTo>
                    <a:pt x="1739" y="5442"/>
                  </a:lnTo>
                  <a:lnTo>
                    <a:pt x="1709" y="5451"/>
                  </a:lnTo>
                  <a:lnTo>
                    <a:pt x="1664" y="5464"/>
                  </a:lnTo>
                  <a:lnTo>
                    <a:pt x="1458" y="5524"/>
                  </a:lnTo>
                  <a:lnTo>
                    <a:pt x="1346" y="5557"/>
                  </a:lnTo>
                  <a:lnTo>
                    <a:pt x="1217" y="5595"/>
                  </a:lnTo>
                  <a:lnTo>
                    <a:pt x="1191" y="5602"/>
                  </a:lnTo>
                  <a:lnTo>
                    <a:pt x="906" y="5694"/>
                  </a:lnTo>
                  <a:lnTo>
                    <a:pt x="801" y="5690"/>
                  </a:lnTo>
                  <a:lnTo>
                    <a:pt x="782" y="5691"/>
                  </a:lnTo>
                  <a:lnTo>
                    <a:pt x="732" y="5697"/>
                  </a:lnTo>
                  <a:lnTo>
                    <a:pt x="728" y="5698"/>
                  </a:lnTo>
                  <a:lnTo>
                    <a:pt x="701" y="5709"/>
                  </a:lnTo>
                  <a:lnTo>
                    <a:pt x="680" y="5718"/>
                  </a:lnTo>
                  <a:lnTo>
                    <a:pt x="630" y="5742"/>
                  </a:lnTo>
                  <a:lnTo>
                    <a:pt x="476" y="5815"/>
                  </a:lnTo>
                  <a:lnTo>
                    <a:pt x="203" y="5909"/>
                  </a:lnTo>
                  <a:lnTo>
                    <a:pt x="140" y="5929"/>
                  </a:lnTo>
                  <a:lnTo>
                    <a:pt x="102" y="5940"/>
                  </a:lnTo>
                  <a:lnTo>
                    <a:pt x="91" y="5942"/>
                  </a:lnTo>
                  <a:lnTo>
                    <a:pt x="65" y="5945"/>
                  </a:lnTo>
                  <a:lnTo>
                    <a:pt x="30" y="5941"/>
                  </a:lnTo>
                  <a:lnTo>
                    <a:pt x="22" y="5940"/>
                  </a:lnTo>
                  <a:lnTo>
                    <a:pt x="3" y="5927"/>
                  </a:lnTo>
                  <a:lnTo>
                    <a:pt x="0" y="5752"/>
                  </a:lnTo>
                  <a:lnTo>
                    <a:pt x="3" y="5706"/>
                  </a:lnTo>
                  <a:lnTo>
                    <a:pt x="13" y="5677"/>
                  </a:lnTo>
                  <a:lnTo>
                    <a:pt x="21" y="5663"/>
                  </a:lnTo>
                  <a:lnTo>
                    <a:pt x="25" y="5656"/>
                  </a:lnTo>
                  <a:lnTo>
                    <a:pt x="28" y="5653"/>
                  </a:lnTo>
                  <a:lnTo>
                    <a:pt x="41" y="5645"/>
                  </a:lnTo>
                  <a:lnTo>
                    <a:pt x="57" y="5637"/>
                  </a:lnTo>
                  <a:lnTo>
                    <a:pt x="78" y="5631"/>
                  </a:lnTo>
                  <a:lnTo>
                    <a:pt x="95" y="5625"/>
                  </a:lnTo>
                  <a:lnTo>
                    <a:pt x="104" y="5623"/>
                  </a:lnTo>
                  <a:lnTo>
                    <a:pt x="114" y="5622"/>
                  </a:lnTo>
                  <a:lnTo>
                    <a:pt x="146" y="5634"/>
                  </a:lnTo>
                  <a:lnTo>
                    <a:pt x="174" y="5652"/>
                  </a:lnTo>
                  <a:lnTo>
                    <a:pt x="221" y="5635"/>
                  </a:lnTo>
                  <a:lnTo>
                    <a:pt x="279" y="5535"/>
                  </a:lnTo>
                  <a:lnTo>
                    <a:pt x="263" y="5466"/>
                  </a:lnTo>
                  <a:lnTo>
                    <a:pt x="251" y="5456"/>
                  </a:lnTo>
                  <a:lnTo>
                    <a:pt x="228" y="5462"/>
                  </a:lnTo>
                  <a:lnTo>
                    <a:pt x="211" y="5472"/>
                  </a:lnTo>
                  <a:lnTo>
                    <a:pt x="200" y="5478"/>
                  </a:lnTo>
                  <a:lnTo>
                    <a:pt x="186" y="5481"/>
                  </a:lnTo>
                  <a:lnTo>
                    <a:pt x="139" y="5461"/>
                  </a:lnTo>
                  <a:lnTo>
                    <a:pt x="119" y="5450"/>
                  </a:lnTo>
                  <a:lnTo>
                    <a:pt x="115" y="5445"/>
                  </a:lnTo>
                  <a:lnTo>
                    <a:pt x="107" y="5407"/>
                  </a:lnTo>
                  <a:lnTo>
                    <a:pt x="108" y="5397"/>
                  </a:lnTo>
                  <a:lnTo>
                    <a:pt x="110" y="5382"/>
                  </a:lnTo>
                  <a:lnTo>
                    <a:pt x="113" y="5359"/>
                  </a:lnTo>
                  <a:lnTo>
                    <a:pt x="124" y="5293"/>
                  </a:lnTo>
                  <a:lnTo>
                    <a:pt x="136" y="5247"/>
                  </a:lnTo>
                  <a:lnTo>
                    <a:pt x="145" y="5233"/>
                  </a:lnTo>
                  <a:lnTo>
                    <a:pt x="350" y="4902"/>
                  </a:lnTo>
                  <a:lnTo>
                    <a:pt x="621" y="4520"/>
                  </a:lnTo>
                  <a:lnTo>
                    <a:pt x="691" y="4438"/>
                  </a:lnTo>
                  <a:lnTo>
                    <a:pt x="793" y="4361"/>
                  </a:lnTo>
                  <a:lnTo>
                    <a:pt x="860" y="4311"/>
                  </a:lnTo>
                  <a:lnTo>
                    <a:pt x="889" y="4253"/>
                  </a:lnTo>
                  <a:lnTo>
                    <a:pt x="896" y="4210"/>
                  </a:lnTo>
                  <a:lnTo>
                    <a:pt x="934" y="4155"/>
                  </a:lnTo>
                  <a:lnTo>
                    <a:pt x="939" y="4137"/>
                  </a:lnTo>
                  <a:lnTo>
                    <a:pt x="1084" y="3659"/>
                  </a:lnTo>
                  <a:lnTo>
                    <a:pt x="1146" y="3456"/>
                  </a:lnTo>
                  <a:lnTo>
                    <a:pt x="1230" y="3305"/>
                  </a:lnTo>
                  <a:lnTo>
                    <a:pt x="1258" y="3259"/>
                  </a:lnTo>
                  <a:lnTo>
                    <a:pt x="1615" y="2918"/>
                  </a:lnTo>
                  <a:lnTo>
                    <a:pt x="1675" y="2815"/>
                  </a:lnTo>
                  <a:lnTo>
                    <a:pt x="1719" y="2759"/>
                  </a:lnTo>
                  <a:lnTo>
                    <a:pt x="1763" y="2703"/>
                  </a:lnTo>
                  <a:lnTo>
                    <a:pt x="1826" y="2678"/>
                  </a:lnTo>
                  <a:lnTo>
                    <a:pt x="1869" y="2661"/>
                  </a:lnTo>
                  <a:lnTo>
                    <a:pt x="1952" y="2676"/>
                  </a:lnTo>
                  <a:lnTo>
                    <a:pt x="2186" y="2800"/>
                  </a:lnTo>
                  <a:lnTo>
                    <a:pt x="2379" y="2915"/>
                  </a:lnTo>
                  <a:lnTo>
                    <a:pt x="2415" y="2937"/>
                  </a:lnTo>
                  <a:lnTo>
                    <a:pt x="2478" y="2977"/>
                  </a:lnTo>
                  <a:lnTo>
                    <a:pt x="2604" y="2935"/>
                  </a:lnTo>
                  <a:lnTo>
                    <a:pt x="2754" y="2921"/>
                  </a:lnTo>
                  <a:lnTo>
                    <a:pt x="2831" y="2917"/>
                  </a:lnTo>
                  <a:lnTo>
                    <a:pt x="2838" y="2913"/>
                  </a:lnTo>
                  <a:lnTo>
                    <a:pt x="2856" y="2870"/>
                  </a:lnTo>
                  <a:lnTo>
                    <a:pt x="2853" y="2850"/>
                  </a:lnTo>
                  <a:lnTo>
                    <a:pt x="2843" y="2793"/>
                  </a:lnTo>
                  <a:lnTo>
                    <a:pt x="2842" y="2787"/>
                  </a:lnTo>
                  <a:lnTo>
                    <a:pt x="2839" y="2781"/>
                  </a:lnTo>
                  <a:lnTo>
                    <a:pt x="2830" y="2776"/>
                  </a:lnTo>
                  <a:lnTo>
                    <a:pt x="2797" y="2762"/>
                  </a:lnTo>
                  <a:lnTo>
                    <a:pt x="2772" y="2750"/>
                  </a:lnTo>
                  <a:lnTo>
                    <a:pt x="2635" y="2781"/>
                  </a:lnTo>
                  <a:lnTo>
                    <a:pt x="2428" y="2460"/>
                  </a:lnTo>
                  <a:lnTo>
                    <a:pt x="2392" y="2335"/>
                  </a:lnTo>
                  <a:lnTo>
                    <a:pt x="2421" y="2256"/>
                  </a:lnTo>
                  <a:lnTo>
                    <a:pt x="2436" y="2188"/>
                  </a:lnTo>
                  <a:lnTo>
                    <a:pt x="2412" y="2095"/>
                  </a:lnTo>
                  <a:lnTo>
                    <a:pt x="2300" y="1879"/>
                  </a:lnTo>
                  <a:lnTo>
                    <a:pt x="2311" y="1860"/>
                  </a:lnTo>
                  <a:lnTo>
                    <a:pt x="2398" y="1840"/>
                  </a:lnTo>
                  <a:lnTo>
                    <a:pt x="2496" y="1885"/>
                  </a:lnTo>
                  <a:lnTo>
                    <a:pt x="2615" y="1789"/>
                  </a:lnTo>
                  <a:lnTo>
                    <a:pt x="2657" y="1755"/>
                  </a:lnTo>
                  <a:lnTo>
                    <a:pt x="2656" y="1748"/>
                  </a:lnTo>
                  <a:lnTo>
                    <a:pt x="2651" y="1723"/>
                  </a:lnTo>
                  <a:lnTo>
                    <a:pt x="2645" y="1694"/>
                  </a:lnTo>
                  <a:lnTo>
                    <a:pt x="2589" y="1437"/>
                  </a:lnTo>
                  <a:lnTo>
                    <a:pt x="2537" y="1339"/>
                  </a:lnTo>
                  <a:lnTo>
                    <a:pt x="2512" y="1292"/>
                  </a:lnTo>
                  <a:lnTo>
                    <a:pt x="2428" y="1132"/>
                  </a:lnTo>
                  <a:lnTo>
                    <a:pt x="2393" y="1110"/>
                  </a:lnTo>
                  <a:lnTo>
                    <a:pt x="2332" y="1088"/>
                  </a:lnTo>
                  <a:lnTo>
                    <a:pt x="2305" y="1087"/>
                  </a:lnTo>
                  <a:lnTo>
                    <a:pt x="2290" y="1088"/>
                  </a:lnTo>
                  <a:lnTo>
                    <a:pt x="2179" y="1081"/>
                  </a:lnTo>
                  <a:lnTo>
                    <a:pt x="2132" y="1070"/>
                  </a:lnTo>
                  <a:lnTo>
                    <a:pt x="2053" y="1051"/>
                  </a:lnTo>
                  <a:lnTo>
                    <a:pt x="2045" y="1026"/>
                  </a:lnTo>
                  <a:lnTo>
                    <a:pt x="2036" y="998"/>
                  </a:lnTo>
                  <a:lnTo>
                    <a:pt x="2059" y="990"/>
                  </a:lnTo>
                  <a:lnTo>
                    <a:pt x="2090" y="979"/>
                  </a:lnTo>
                  <a:lnTo>
                    <a:pt x="2313" y="950"/>
                  </a:lnTo>
                  <a:lnTo>
                    <a:pt x="2356" y="944"/>
                  </a:lnTo>
                  <a:lnTo>
                    <a:pt x="2387" y="940"/>
                  </a:lnTo>
                  <a:lnTo>
                    <a:pt x="2591" y="913"/>
                  </a:lnTo>
                  <a:lnTo>
                    <a:pt x="2616" y="910"/>
                  </a:lnTo>
                  <a:lnTo>
                    <a:pt x="2719" y="896"/>
                  </a:lnTo>
                  <a:lnTo>
                    <a:pt x="2751" y="910"/>
                  </a:lnTo>
                  <a:lnTo>
                    <a:pt x="2759" y="914"/>
                  </a:lnTo>
                  <a:lnTo>
                    <a:pt x="2876" y="931"/>
                  </a:lnTo>
                  <a:lnTo>
                    <a:pt x="2898" y="934"/>
                  </a:lnTo>
                  <a:lnTo>
                    <a:pt x="2930" y="939"/>
                  </a:lnTo>
                  <a:lnTo>
                    <a:pt x="3054" y="955"/>
                  </a:lnTo>
                  <a:lnTo>
                    <a:pt x="3082" y="946"/>
                  </a:lnTo>
                  <a:lnTo>
                    <a:pt x="3099" y="939"/>
                  </a:lnTo>
                  <a:lnTo>
                    <a:pt x="3129" y="928"/>
                  </a:lnTo>
                  <a:lnTo>
                    <a:pt x="3169" y="908"/>
                  </a:lnTo>
                  <a:lnTo>
                    <a:pt x="3195" y="880"/>
                  </a:lnTo>
                  <a:lnTo>
                    <a:pt x="3225" y="860"/>
                  </a:lnTo>
                  <a:lnTo>
                    <a:pt x="3244" y="863"/>
                  </a:lnTo>
                  <a:lnTo>
                    <a:pt x="3270" y="855"/>
                  </a:lnTo>
                  <a:lnTo>
                    <a:pt x="3355" y="847"/>
                  </a:lnTo>
                  <a:lnTo>
                    <a:pt x="3434" y="839"/>
                  </a:lnTo>
                  <a:lnTo>
                    <a:pt x="3441" y="840"/>
                  </a:lnTo>
                  <a:lnTo>
                    <a:pt x="3466" y="845"/>
                  </a:lnTo>
                  <a:lnTo>
                    <a:pt x="3479" y="848"/>
                  </a:lnTo>
                  <a:lnTo>
                    <a:pt x="3507" y="878"/>
                  </a:lnTo>
                  <a:lnTo>
                    <a:pt x="3513" y="884"/>
                  </a:lnTo>
                  <a:lnTo>
                    <a:pt x="3536" y="889"/>
                  </a:lnTo>
                  <a:lnTo>
                    <a:pt x="3556" y="889"/>
                  </a:lnTo>
                  <a:lnTo>
                    <a:pt x="3577" y="889"/>
                  </a:lnTo>
                  <a:lnTo>
                    <a:pt x="3620" y="884"/>
                  </a:lnTo>
                  <a:lnTo>
                    <a:pt x="3630" y="883"/>
                  </a:lnTo>
                  <a:lnTo>
                    <a:pt x="3681" y="877"/>
                  </a:lnTo>
                  <a:lnTo>
                    <a:pt x="3767" y="851"/>
                  </a:lnTo>
                  <a:lnTo>
                    <a:pt x="3866" y="816"/>
                  </a:lnTo>
                  <a:lnTo>
                    <a:pt x="3916" y="798"/>
                  </a:lnTo>
                  <a:lnTo>
                    <a:pt x="3974" y="816"/>
                  </a:lnTo>
                  <a:lnTo>
                    <a:pt x="4112" y="843"/>
                  </a:lnTo>
                  <a:lnTo>
                    <a:pt x="4296" y="891"/>
                  </a:lnTo>
                  <a:lnTo>
                    <a:pt x="4406" y="928"/>
                  </a:lnTo>
                  <a:lnTo>
                    <a:pt x="4443" y="950"/>
                  </a:lnTo>
                  <a:lnTo>
                    <a:pt x="4454" y="927"/>
                  </a:lnTo>
                  <a:lnTo>
                    <a:pt x="4457" y="779"/>
                  </a:lnTo>
                  <a:lnTo>
                    <a:pt x="4491" y="688"/>
                  </a:lnTo>
                  <a:lnTo>
                    <a:pt x="4541" y="605"/>
                  </a:lnTo>
                  <a:lnTo>
                    <a:pt x="4622" y="523"/>
                  </a:lnTo>
                  <a:lnTo>
                    <a:pt x="4900" y="310"/>
                  </a:lnTo>
                  <a:lnTo>
                    <a:pt x="5234" y="126"/>
                  </a:lnTo>
                  <a:lnTo>
                    <a:pt x="5299" y="90"/>
                  </a:lnTo>
                  <a:lnTo>
                    <a:pt x="5454" y="46"/>
                  </a:lnTo>
                  <a:lnTo>
                    <a:pt x="5576" y="3"/>
                  </a:lnTo>
                  <a:lnTo>
                    <a:pt x="5594" y="0"/>
                  </a:lnTo>
                  <a:lnTo>
                    <a:pt x="5614" y="2"/>
                  </a:lnTo>
                  <a:lnTo>
                    <a:pt x="5619" y="6"/>
                  </a:lnTo>
                  <a:lnTo>
                    <a:pt x="5832" y="169"/>
                  </a:lnTo>
                  <a:lnTo>
                    <a:pt x="5944" y="278"/>
                  </a:lnTo>
                  <a:lnTo>
                    <a:pt x="6056" y="446"/>
                  </a:lnTo>
                  <a:lnTo>
                    <a:pt x="6084" y="569"/>
                  </a:lnTo>
                  <a:lnTo>
                    <a:pt x="6138" y="806"/>
                  </a:lnTo>
                  <a:lnTo>
                    <a:pt x="6155" y="87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6849730" y="2234213"/>
              <a:ext cx="1236" cy="624"/>
            </a:xfrm>
            <a:custGeom>
              <a:avLst/>
              <a:pathLst>
                <a:path w="1236" h="624">
                  <a:moveTo>
                    <a:pt x="1216" y="404"/>
                  </a:moveTo>
                  <a:lnTo>
                    <a:pt x="1228" y="486"/>
                  </a:lnTo>
                  <a:lnTo>
                    <a:pt x="1229" y="495"/>
                  </a:lnTo>
                  <a:lnTo>
                    <a:pt x="1236" y="550"/>
                  </a:lnTo>
                  <a:lnTo>
                    <a:pt x="1224" y="553"/>
                  </a:lnTo>
                  <a:lnTo>
                    <a:pt x="1169" y="570"/>
                  </a:lnTo>
                  <a:lnTo>
                    <a:pt x="1081" y="622"/>
                  </a:lnTo>
                  <a:lnTo>
                    <a:pt x="1049" y="624"/>
                  </a:lnTo>
                  <a:lnTo>
                    <a:pt x="1023" y="617"/>
                  </a:lnTo>
                  <a:lnTo>
                    <a:pt x="979" y="604"/>
                  </a:lnTo>
                  <a:lnTo>
                    <a:pt x="803" y="535"/>
                  </a:lnTo>
                  <a:lnTo>
                    <a:pt x="741" y="504"/>
                  </a:lnTo>
                  <a:lnTo>
                    <a:pt x="706" y="479"/>
                  </a:lnTo>
                  <a:lnTo>
                    <a:pt x="687" y="456"/>
                  </a:lnTo>
                  <a:lnTo>
                    <a:pt x="667" y="446"/>
                  </a:lnTo>
                  <a:lnTo>
                    <a:pt x="578" y="438"/>
                  </a:lnTo>
                  <a:lnTo>
                    <a:pt x="526" y="438"/>
                  </a:lnTo>
                  <a:lnTo>
                    <a:pt x="384" y="446"/>
                  </a:lnTo>
                  <a:lnTo>
                    <a:pt x="368" y="447"/>
                  </a:lnTo>
                  <a:lnTo>
                    <a:pt x="283" y="453"/>
                  </a:lnTo>
                  <a:lnTo>
                    <a:pt x="274" y="451"/>
                  </a:lnTo>
                  <a:lnTo>
                    <a:pt x="0" y="401"/>
                  </a:lnTo>
                  <a:lnTo>
                    <a:pt x="56" y="324"/>
                  </a:lnTo>
                  <a:lnTo>
                    <a:pt x="89" y="294"/>
                  </a:lnTo>
                  <a:lnTo>
                    <a:pt x="149" y="241"/>
                  </a:lnTo>
                  <a:lnTo>
                    <a:pt x="222" y="209"/>
                  </a:lnTo>
                  <a:lnTo>
                    <a:pt x="267" y="189"/>
                  </a:lnTo>
                  <a:lnTo>
                    <a:pt x="303" y="172"/>
                  </a:lnTo>
                  <a:lnTo>
                    <a:pt x="427" y="117"/>
                  </a:lnTo>
                  <a:lnTo>
                    <a:pt x="654" y="19"/>
                  </a:lnTo>
                  <a:lnTo>
                    <a:pt x="692" y="3"/>
                  </a:lnTo>
                  <a:lnTo>
                    <a:pt x="802" y="0"/>
                  </a:lnTo>
                  <a:lnTo>
                    <a:pt x="824" y="7"/>
                  </a:lnTo>
                  <a:lnTo>
                    <a:pt x="944" y="54"/>
                  </a:lnTo>
                  <a:lnTo>
                    <a:pt x="983" y="70"/>
                  </a:lnTo>
                  <a:lnTo>
                    <a:pt x="1067" y="107"/>
                  </a:lnTo>
                  <a:lnTo>
                    <a:pt x="1115" y="157"/>
                  </a:lnTo>
                  <a:lnTo>
                    <a:pt x="1120" y="162"/>
                  </a:lnTo>
                  <a:lnTo>
                    <a:pt x="1143" y="186"/>
                  </a:lnTo>
                  <a:lnTo>
                    <a:pt x="1194" y="279"/>
                  </a:lnTo>
                  <a:lnTo>
                    <a:pt x="1196" y="291"/>
                  </a:lnTo>
                  <a:lnTo>
                    <a:pt x="1216" y="4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6850675" y="2231937"/>
              <a:ext cx="991" cy="602"/>
            </a:xfrm>
            <a:custGeom>
              <a:avLst/>
              <a:pathLst>
                <a:path w="991" h="602">
                  <a:moveTo>
                    <a:pt x="813" y="602"/>
                  </a:moveTo>
                  <a:lnTo>
                    <a:pt x="375" y="582"/>
                  </a:lnTo>
                  <a:lnTo>
                    <a:pt x="162" y="540"/>
                  </a:lnTo>
                  <a:lnTo>
                    <a:pt x="128" y="519"/>
                  </a:lnTo>
                  <a:lnTo>
                    <a:pt x="0" y="336"/>
                  </a:lnTo>
                  <a:lnTo>
                    <a:pt x="1" y="297"/>
                  </a:lnTo>
                  <a:lnTo>
                    <a:pt x="8" y="282"/>
                  </a:lnTo>
                  <a:lnTo>
                    <a:pt x="69" y="209"/>
                  </a:lnTo>
                  <a:lnTo>
                    <a:pt x="240" y="53"/>
                  </a:lnTo>
                  <a:lnTo>
                    <a:pt x="265" y="33"/>
                  </a:lnTo>
                  <a:lnTo>
                    <a:pt x="313" y="9"/>
                  </a:lnTo>
                  <a:lnTo>
                    <a:pt x="459" y="17"/>
                  </a:lnTo>
                  <a:lnTo>
                    <a:pt x="749" y="17"/>
                  </a:lnTo>
                  <a:lnTo>
                    <a:pt x="860" y="13"/>
                  </a:lnTo>
                  <a:lnTo>
                    <a:pt x="877" y="11"/>
                  </a:lnTo>
                  <a:lnTo>
                    <a:pt x="921" y="0"/>
                  </a:lnTo>
                  <a:lnTo>
                    <a:pt x="972" y="15"/>
                  </a:lnTo>
                  <a:lnTo>
                    <a:pt x="991" y="54"/>
                  </a:lnTo>
                  <a:lnTo>
                    <a:pt x="985" y="229"/>
                  </a:lnTo>
                  <a:lnTo>
                    <a:pt x="972" y="289"/>
                  </a:lnTo>
                  <a:lnTo>
                    <a:pt x="950" y="342"/>
                  </a:lnTo>
                  <a:lnTo>
                    <a:pt x="841" y="578"/>
                  </a:lnTo>
                  <a:lnTo>
                    <a:pt x="827" y="596"/>
                  </a:lnTo>
                  <a:lnTo>
                    <a:pt x="813" y="6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6854014" y="2229837"/>
              <a:ext cx="453" cy="283"/>
            </a:xfrm>
            <a:custGeom>
              <a:avLst/>
              <a:pathLst>
                <a:path w="453" h="283">
                  <a:moveTo>
                    <a:pt x="436" y="283"/>
                  </a:moveTo>
                  <a:lnTo>
                    <a:pt x="345" y="283"/>
                  </a:lnTo>
                  <a:lnTo>
                    <a:pt x="282" y="266"/>
                  </a:lnTo>
                  <a:lnTo>
                    <a:pt x="236" y="257"/>
                  </a:lnTo>
                  <a:lnTo>
                    <a:pt x="194" y="237"/>
                  </a:lnTo>
                  <a:lnTo>
                    <a:pt x="41" y="113"/>
                  </a:lnTo>
                  <a:lnTo>
                    <a:pt x="9" y="76"/>
                  </a:lnTo>
                  <a:lnTo>
                    <a:pt x="0" y="47"/>
                  </a:lnTo>
                  <a:lnTo>
                    <a:pt x="0" y="13"/>
                  </a:lnTo>
                  <a:lnTo>
                    <a:pt x="10" y="7"/>
                  </a:lnTo>
                  <a:lnTo>
                    <a:pt x="25" y="0"/>
                  </a:lnTo>
                  <a:lnTo>
                    <a:pt x="72" y="6"/>
                  </a:lnTo>
                  <a:lnTo>
                    <a:pt x="242" y="27"/>
                  </a:lnTo>
                  <a:lnTo>
                    <a:pt x="303" y="49"/>
                  </a:lnTo>
                  <a:lnTo>
                    <a:pt x="404" y="119"/>
                  </a:lnTo>
                  <a:lnTo>
                    <a:pt x="453" y="222"/>
                  </a:lnTo>
                  <a:lnTo>
                    <a:pt x="450" y="268"/>
                  </a:lnTo>
                  <a:lnTo>
                    <a:pt x="436" y="2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6851190" y="2229782"/>
              <a:ext cx="7368" cy="5416"/>
            </a:xfrm>
            <a:custGeom>
              <a:avLst/>
              <a:pathLst>
                <a:path w="7368" h="5416">
                  <a:moveTo>
                    <a:pt x="7365" y="188"/>
                  </a:moveTo>
                  <a:lnTo>
                    <a:pt x="7347" y="256"/>
                  </a:lnTo>
                  <a:lnTo>
                    <a:pt x="7323" y="390"/>
                  </a:lnTo>
                  <a:lnTo>
                    <a:pt x="7330" y="442"/>
                  </a:lnTo>
                  <a:lnTo>
                    <a:pt x="7323" y="537"/>
                  </a:lnTo>
                  <a:lnTo>
                    <a:pt x="7337" y="668"/>
                  </a:lnTo>
                  <a:lnTo>
                    <a:pt x="7368" y="862"/>
                  </a:lnTo>
                  <a:lnTo>
                    <a:pt x="7267" y="1037"/>
                  </a:lnTo>
                  <a:lnTo>
                    <a:pt x="7096" y="1300"/>
                  </a:lnTo>
                  <a:lnTo>
                    <a:pt x="7023" y="1369"/>
                  </a:lnTo>
                  <a:lnTo>
                    <a:pt x="6562" y="2153"/>
                  </a:lnTo>
                  <a:lnTo>
                    <a:pt x="6491" y="2338"/>
                  </a:lnTo>
                  <a:lnTo>
                    <a:pt x="6443" y="2464"/>
                  </a:lnTo>
                  <a:lnTo>
                    <a:pt x="6364" y="2671"/>
                  </a:lnTo>
                  <a:lnTo>
                    <a:pt x="6312" y="2906"/>
                  </a:lnTo>
                  <a:lnTo>
                    <a:pt x="6255" y="3072"/>
                  </a:lnTo>
                  <a:lnTo>
                    <a:pt x="6169" y="3280"/>
                  </a:lnTo>
                  <a:lnTo>
                    <a:pt x="5952" y="3924"/>
                  </a:lnTo>
                  <a:lnTo>
                    <a:pt x="5926" y="4037"/>
                  </a:lnTo>
                  <a:lnTo>
                    <a:pt x="5858" y="4265"/>
                  </a:lnTo>
                  <a:lnTo>
                    <a:pt x="5685" y="4741"/>
                  </a:lnTo>
                  <a:lnTo>
                    <a:pt x="5609" y="4875"/>
                  </a:lnTo>
                  <a:lnTo>
                    <a:pt x="5492" y="5040"/>
                  </a:lnTo>
                  <a:lnTo>
                    <a:pt x="5364" y="5205"/>
                  </a:lnTo>
                  <a:lnTo>
                    <a:pt x="5300" y="5260"/>
                  </a:lnTo>
                  <a:lnTo>
                    <a:pt x="5254" y="5278"/>
                  </a:lnTo>
                  <a:lnTo>
                    <a:pt x="5160" y="5253"/>
                  </a:lnTo>
                  <a:lnTo>
                    <a:pt x="5107" y="5249"/>
                  </a:lnTo>
                  <a:lnTo>
                    <a:pt x="5019" y="5252"/>
                  </a:lnTo>
                  <a:lnTo>
                    <a:pt x="4462" y="5393"/>
                  </a:lnTo>
                  <a:lnTo>
                    <a:pt x="4340" y="5408"/>
                  </a:lnTo>
                  <a:lnTo>
                    <a:pt x="4198" y="5416"/>
                  </a:lnTo>
                  <a:lnTo>
                    <a:pt x="4099" y="5401"/>
                  </a:lnTo>
                  <a:lnTo>
                    <a:pt x="4069" y="5388"/>
                  </a:lnTo>
                  <a:lnTo>
                    <a:pt x="4044" y="5369"/>
                  </a:lnTo>
                  <a:lnTo>
                    <a:pt x="4010" y="5330"/>
                  </a:lnTo>
                  <a:lnTo>
                    <a:pt x="3857" y="5023"/>
                  </a:lnTo>
                  <a:lnTo>
                    <a:pt x="3848" y="4994"/>
                  </a:lnTo>
                  <a:lnTo>
                    <a:pt x="3862" y="4894"/>
                  </a:lnTo>
                  <a:lnTo>
                    <a:pt x="3872" y="4881"/>
                  </a:lnTo>
                  <a:lnTo>
                    <a:pt x="3915" y="4850"/>
                  </a:lnTo>
                  <a:lnTo>
                    <a:pt x="3930" y="4850"/>
                  </a:lnTo>
                  <a:lnTo>
                    <a:pt x="4036" y="4823"/>
                  </a:lnTo>
                  <a:lnTo>
                    <a:pt x="4047" y="4820"/>
                  </a:lnTo>
                  <a:lnTo>
                    <a:pt x="4033" y="4397"/>
                  </a:lnTo>
                  <a:lnTo>
                    <a:pt x="4030" y="4392"/>
                  </a:lnTo>
                  <a:lnTo>
                    <a:pt x="3848" y="4112"/>
                  </a:lnTo>
                  <a:lnTo>
                    <a:pt x="3829" y="4098"/>
                  </a:lnTo>
                  <a:lnTo>
                    <a:pt x="3648" y="4121"/>
                  </a:lnTo>
                  <a:lnTo>
                    <a:pt x="3629" y="4173"/>
                  </a:lnTo>
                  <a:lnTo>
                    <a:pt x="3553" y="4212"/>
                  </a:lnTo>
                  <a:lnTo>
                    <a:pt x="3502" y="4233"/>
                  </a:lnTo>
                  <a:lnTo>
                    <a:pt x="3475" y="4231"/>
                  </a:lnTo>
                  <a:lnTo>
                    <a:pt x="3353" y="3881"/>
                  </a:lnTo>
                  <a:lnTo>
                    <a:pt x="3338" y="3769"/>
                  </a:lnTo>
                  <a:lnTo>
                    <a:pt x="3354" y="3625"/>
                  </a:lnTo>
                  <a:lnTo>
                    <a:pt x="3343" y="3594"/>
                  </a:lnTo>
                  <a:lnTo>
                    <a:pt x="3310" y="3553"/>
                  </a:lnTo>
                  <a:lnTo>
                    <a:pt x="3230" y="3512"/>
                  </a:lnTo>
                  <a:lnTo>
                    <a:pt x="3202" y="3472"/>
                  </a:lnTo>
                  <a:lnTo>
                    <a:pt x="3199" y="3444"/>
                  </a:lnTo>
                  <a:lnTo>
                    <a:pt x="3183" y="3362"/>
                  </a:lnTo>
                  <a:lnTo>
                    <a:pt x="3177" y="3294"/>
                  </a:lnTo>
                  <a:lnTo>
                    <a:pt x="3175" y="3243"/>
                  </a:lnTo>
                  <a:lnTo>
                    <a:pt x="3186" y="3200"/>
                  </a:lnTo>
                  <a:lnTo>
                    <a:pt x="3208" y="3165"/>
                  </a:lnTo>
                  <a:lnTo>
                    <a:pt x="3227" y="3134"/>
                  </a:lnTo>
                  <a:lnTo>
                    <a:pt x="3265" y="3106"/>
                  </a:lnTo>
                  <a:lnTo>
                    <a:pt x="3334" y="3037"/>
                  </a:lnTo>
                  <a:lnTo>
                    <a:pt x="3337" y="2990"/>
                  </a:lnTo>
                  <a:lnTo>
                    <a:pt x="3334" y="2950"/>
                  </a:lnTo>
                  <a:lnTo>
                    <a:pt x="3318" y="2934"/>
                  </a:lnTo>
                  <a:lnTo>
                    <a:pt x="3241" y="2921"/>
                  </a:lnTo>
                  <a:lnTo>
                    <a:pt x="3186" y="2900"/>
                  </a:lnTo>
                  <a:lnTo>
                    <a:pt x="3169" y="2890"/>
                  </a:lnTo>
                  <a:lnTo>
                    <a:pt x="3180" y="2853"/>
                  </a:lnTo>
                  <a:lnTo>
                    <a:pt x="3208" y="2818"/>
                  </a:lnTo>
                  <a:lnTo>
                    <a:pt x="3279" y="2771"/>
                  </a:lnTo>
                  <a:lnTo>
                    <a:pt x="3288" y="2753"/>
                  </a:lnTo>
                  <a:lnTo>
                    <a:pt x="3299" y="2674"/>
                  </a:lnTo>
                  <a:lnTo>
                    <a:pt x="3332" y="2562"/>
                  </a:lnTo>
                  <a:lnTo>
                    <a:pt x="3340" y="2502"/>
                  </a:lnTo>
                  <a:lnTo>
                    <a:pt x="3354" y="2465"/>
                  </a:lnTo>
                  <a:lnTo>
                    <a:pt x="3384" y="2431"/>
                  </a:lnTo>
                  <a:lnTo>
                    <a:pt x="3398" y="2402"/>
                  </a:lnTo>
                  <a:lnTo>
                    <a:pt x="3397" y="2393"/>
                  </a:lnTo>
                  <a:lnTo>
                    <a:pt x="3351" y="2318"/>
                  </a:lnTo>
                  <a:lnTo>
                    <a:pt x="3293" y="2350"/>
                  </a:lnTo>
                  <a:lnTo>
                    <a:pt x="3275" y="2361"/>
                  </a:lnTo>
                  <a:lnTo>
                    <a:pt x="3244" y="2378"/>
                  </a:lnTo>
                  <a:lnTo>
                    <a:pt x="3215" y="2397"/>
                  </a:lnTo>
                  <a:lnTo>
                    <a:pt x="3200" y="2417"/>
                  </a:lnTo>
                  <a:lnTo>
                    <a:pt x="3200" y="2435"/>
                  </a:lnTo>
                  <a:lnTo>
                    <a:pt x="3218" y="2467"/>
                  </a:lnTo>
                  <a:lnTo>
                    <a:pt x="3230" y="2526"/>
                  </a:lnTo>
                  <a:lnTo>
                    <a:pt x="3223" y="2623"/>
                  </a:lnTo>
                  <a:lnTo>
                    <a:pt x="3200" y="2716"/>
                  </a:lnTo>
                  <a:lnTo>
                    <a:pt x="3099" y="2729"/>
                  </a:lnTo>
                  <a:lnTo>
                    <a:pt x="3084" y="2753"/>
                  </a:lnTo>
                  <a:lnTo>
                    <a:pt x="3070" y="2806"/>
                  </a:lnTo>
                  <a:lnTo>
                    <a:pt x="3062" y="2853"/>
                  </a:lnTo>
                  <a:lnTo>
                    <a:pt x="2985" y="2953"/>
                  </a:lnTo>
                  <a:lnTo>
                    <a:pt x="2896" y="2990"/>
                  </a:lnTo>
                  <a:lnTo>
                    <a:pt x="2792" y="2984"/>
                  </a:lnTo>
                  <a:lnTo>
                    <a:pt x="2715" y="2934"/>
                  </a:lnTo>
                  <a:lnTo>
                    <a:pt x="2646" y="2850"/>
                  </a:lnTo>
                  <a:lnTo>
                    <a:pt x="2585" y="2734"/>
                  </a:lnTo>
                  <a:lnTo>
                    <a:pt x="2585" y="2699"/>
                  </a:lnTo>
                  <a:lnTo>
                    <a:pt x="2599" y="2643"/>
                  </a:lnTo>
                  <a:lnTo>
                    <a:pt x="2598" y="2618"/>
                  </a:lnTo>
                  <a:lnTo>
                    <a:pt x="2478" y="2566"/>
                  </a:lnTo>
                  <a:lnTo>
                    <a:pt x="2440" y="2567"/>
                  </a:lnTo>
                  <a:lnTo>
                    <a:pt x="2289" y="2601"/>
                  </a:lnTo>
                  <a:lnTo>
                    <a:pt x="2270" y="2615"/>
                  </a:lnTo>
                  <a:lnTo>
                    <a:pt x="2208" y="2801"/>
                  </a:lnTo>
                  <a:lnTo>
                    <a:pt x="2196" y="2838"/>
                  </a:lnTo>
                  <a:lnTo>
                    <a:pt x="2249" y="2866"/>
                  </a:lnTo>
                  <a:lnTo>
                    <a:pt x="2262" y="2892"/>
                  </a:lnTo>
                  <a:lnTo>
                    <a:pt x="2315" y="2999"/>
                  </a:lnTo>
                  <a:lnTo>
                    <a:pt x="2317" y="3024"/>
                  </a:lnTo>
                  <a:lnTo>
                    <a:pt x="2309" y="3030"/>
                  </a:lnTo>
                  <a:lnTo>
                    <a:pt x="2283" y="3052"/>
                  </a:lnTo>
                  <a:lnTo>
                    <a:pt x="2254" y="3062"/>
                  </a:lnTo>
                  <a:lnTo>
                    <a:pt x="2154" y="3069"/>
                  </a:lnTo>
                  <a:lnTo>
                    <a:pt x="2119" y="3059"/>
                  </a:lnTo>
                  <a:lnTo>
                    <a:pt x="1877" y="2941"/>
                  </a:lnTo>
                  <a:lnTo>
                    <a:pt x="1717" y="2851"/>
                  </a:lnTo>
                  <a:lnTo>
                    <a:pt x="1598" y="2775"/>
                  </a:lnTo>
                  <a:lnTo>
                    <a:pt x="1437" y="2686"/>
                  </a:lnTo>
                  <a:lnTo>
                    <a:pt x="1364" y="2663"/>
                  </a:lnTo>
                  <a:lnTo>
                    <a:pt x="1244" y="2641"/>
                  </a:lnTo>
                  <a:lnTo>
                    <a:pt x="1136" y="2622"/>
                  </a:lnTo>
                  <a:lnTo>
                    <a:pt x="1110" y="2605"/>
                  </a:lnTo>
                  <a:lnTo>
                    <a:pt x="1024" y="2510"/>
                  </a:lnTo>
                  <a:lnTo>
                    <a:pt x="934" y="2403"/>
                  </a:lnTo>
                  <a:lnTo>
                    <a:pt x="869" y="2284"/>
                  </a:lnTo>
                  <a:lnTo>
                    <a:pt x="816" y="2161"/>
                  </a:lnTo>
                  <a:lnTo>
                    <a:pt x="814" y="2144"/>
                  </a:lnTo>
                  <a:lnTo>
                    <a:pt x="840" y="2068"/>
                  </a:lnTo>
                  <a:lnTo>
                    <a:pt x="815" y="1854"/>
                  </a:lnTo>
                  <a:lnTo>
                    <a:pt x="783" y="1847"/>
                  </a:lnTo>
                  <a:lnTo>
                    <a:pt x="737" y="1878"/>
                  </a:lnTo>
                  <a:lnTo>
                    <a:pt x="607" y="1915"/>
                  </a:lnTo>
                  <a:lnTo>
                    <a:pt x="285" y="1945"/>
                  </a:lnTo>
                  <a:lnTo>
                    <a:pt x="248" y="1946"/>
                  </a:lnTo>
                  <a:lnTo>
                    <a:pt x="80" y="1925"/>
                  </a:lnTo>
                  <a:lnTo>
                    <a:pt x="53" y="1913"/>
                  </a:lnTo>
                  <a:lnTo>
                    <a:pt x="37" y="1879"/>
                  </a:lnTo>
                  <a:lnTo>
                    <a:pt x="16" y="1798"/>
                  </a:lnTo>
                  <a:lnTo>
                    <a:pt x="21" y="1688"/>
                  </a:lnTo>
                  <a:lnTo>
                    <a:pt x="66" y="1730"/>
                  </a:lnTo>
                  <a:lnTo>
                    <a:pt x="95" y="1744"/>
                  </a:lnTo>
                  <a:lnTo>
                    <a:pt x="154" y="1740"/>
                  </a:lnTo>
                  <a:lnTo>
                    <a:pt x="194" y="1730"/>
                  </a:lnTo>
                  <a:lnTo>
                    <a:pt x="166" y="1665"/>
                  </a:lnTo>
                  <a:lnTo>
                    <a:pt x="164" y="1660"/>
                  </a:lnTo>
                  <a:lnTo>
                    <a:pt x="142" y="1608"/>
                  </a:lnTo>
                  <a:lnTo>
                    <a:pt x="80" y="1602"/>
                  </a:lnTo>
                  <a:lnTo>
                    <a:pt x="73" y="1611"/>
                  </a:lnTo>
                  <a:lnTo>
                    <a:pt x="67" y="1620"/>
                  </a:lnTo>
                  <a:lnTo>
                    <a:pt x="3" y="1451"/>
                  </a:lnTo>
                  <a:lnTo>
                    <a:pt x="0" y="1418"/>
                  </a:lnTo>
                  <a:lnTo>
                    <a:pt x="7" y="1385"/>
                  </a:lnTo>
                  <a:lnTo>
                    <a:pt x="37" y="1348"/>
                  </a:lnTo>
                  <a:lnTo>
                    <a:pt x="54" y="1338"/>
                  </a:lnTo>
                  <a:lnTo>
                    <a:pt x="618" y="1256"/>
                  </a:lnTo>
                  <a:lnTo>
                    <a:pt x="713" y="1270"/>
                  </a:lnTo>
                  <a:lnTo>
                    <a:pt x="817" y="1275"/>
                  </a:lnTo>
                  <a:lnTo>
                    <a:pt x="865" y="1263"/>
                  </a:lnTo>
                  <a:lnTo>
                    <a:pt x="947" y="1223"/>
                  </a:lnTo>
                  <a:lnTo>
                    <a:pt x="1034" y="1168"/>
                  </a:lnTo>
                  <a:lnTo>
                    <a:pt x="1136" y="1099"/>
                  </a:lnTo>
                  <a:lnTo>
                    <a:pt x="1232" y="1018"/>
                  </a:lnTo>
                  <a:lnTo>
                    <a:pt x="1288" y="971"/>
                  </a:lnTo>
                  <a:lnTo>
                    <a:pt x="1314" y="948"/>
                  </a:lnTo>
                  <a:lnTo>
                    <a:pt x="1359" y="911"/>
                  </a:lnTo>
                  <a:lnTo>
                    <a:pt x="1364" y="907"/>
                  </a:lnTo>
                  <a:lnTo>
                    <a:pt x="1383" y="877"/>
                  </a:lnTo>
                  <a:lnTo>
                    <a:pt x="1387" y="871"/>
                  </a:lnTo>
                  <a:lnTo>
                    <a:pt x="1454" y="766"/>
                  </a:lnTo>
                  <a:lnTo>
                    <a:pt x="1456" y="757"/>
                  </a:lnTo>
                  <a:lnTo>
                    <a:pt x="1453" y="741"/>
                  </a:lnTo>
                  <a:lnTo>
                    <a:pt x="1435" y="726"/>
                  </a:lnTo>
                  <a:lnTo>
                    <a:pt x="1367" y="723"/>
                  </a:lnTo>
                  <a:lnTo>
                    <a:pt x="1303" y="710"/>
                  </a:lnTo>
                  <a:lnTo>
                    <a:pt x="1283" y="700"/>
                  </a:lnTo>
                  <a:lnTo>
                    <a:pt x="1259" y="673"/>
                  </a:lnTo>
                  <a:lnTo>
                    <a:pt x="1240" y="618"/>
                  </a:lnTo>
                  <a:lnTo>
                    <a:pt x="1244" y="587"/>
                  </a:lnTo>
                  <a:lnTo>
                    <a:pt x="1288" y="497"/>
                  </a:lnTo>
                  <a:lnTo>
                    <a:pt x="1310" y="473"/>
                  </a:lnTo>
                  <a:lnTo>
                    <a:pt x="1380" y="454"/>
                  </a:lnTo>
                  <a:lnTo>
                    <a:pt x="1494" y="448"/>
                  </a:lnTo>
                  <a:lnTo>
                    <a:pt x="1577" y="447"/>
                  </a:lnTo>
                  <a:lnTo>
                    <a:pt x="1672" y="460"/>
                  </a:lnTo>
                  <a:lnTo>
                    <a:pt x="1723" y="471"/>
                  </a:lnTo>
                  <a:lnTo>
                    <a:pt x="1760" y="495"/>
                  </a:lnTo>
                  <a:lnTo>
                    <a:pt x="1745" y="557"/>
                  </a:lnTo>
                  <a:lnTo>
                    <a:pt x="1747" y="571"/>
                  </a:lnTo>
                  <a:lnTo>
                    <a:pt x="1898" y="571"/>
                  </a:lnTo>
                  <a:lnTo>
                    <a:pt x="2020" y="450"/>
                  </a:lnTo>
                  <a:lnTo>
                    <a:pt x="2141" y="328"/>
                  </a:lnTo>
                  <a:lnTo>
                    <a:pt x="2153" y="316"/>
                  </a:lnTo>
                  <a:lnTo>
                    <a:pt x="2205" y="263"/>
                  </a:lnTo>
                  <a:lnTo>
                    <a:pt x="2351" y="106"/>
                  </a:lnTo>
                  <a:lnTo>
                    <a:pt x="2404" y="36"/>
                  </a:lnTo>
                  <a:lnTo>
                    <a:pt x="2460" y="5"/>
                  </a:lnTo>
                  <a:lnTo>
                    <a:pt x="2480" y="0"/>
                  </a:lnTo>
                  <a:lnTo>
                    <a:pt x="2637" y="31"/>
                  </a:lnTo>
                  <a:lnTo>
                    <a:pt x="2666" y="45"/>
                  </a:lnTo>
                  <a:lnTo>
                    <a:pt x="2689" y="80"/>
                  </a:lnTo>
                  <a:lnTo>
                    <a:pt x="2940" y="402"/>
                  </a:lnTo>
                  <a:lnTo>
                    <a:pt x="2960" y="429"/>
                  </a:lnTo>
                  <a:lnTo>
                    <a:pt x="2998" y="502"/>
                  </a:lnTo>
                  <a:lnTo>
                    <a:pt x="3125" y="762"/>
                  </a:lnTo>
                  <a:lnTo>
                    <a:pt x="3146" y="841"/>
                  </a:lnTo>
                  <a:lnTo>
                    <a:pt x="3156" y="890"/>
                  </a:lnTo>
                  <a:lnTo>
                    <a:pt x="3168" y="949"/>
                  </a:lnTo>
                  <a:lnTo>
                    <a:pt x="3170" y="997"/>
                  </a:lnTo>
                  <a:lnTo>
                    <a:pt x="3135" y="1103"/>
                  </a:lnTo>
                  <a:lnTo>
                    <a:pt x="3117" y="1135"/>
                  </a:lnTo>
                  <a:lnTo>
                    <a:pt x="3063" y="1181"/>
                  </a:lnTo>
                  <a:lnTo>
                    <a:pt x="2998" y="1186"/>
                  </a:lnTo>
                  <a:lnTo>
                    <a:pt x="2930" y="1189"/>
                  </a:lnTo>
                  <a:lnTo>
                    <a:pt x="2922" y="1193"/>
                  </a:lnTo>
                  <a:lnTo>
                    <a:pt x="2793" y="1400"/>
                  </a:lnTo>
                  <a:lnTo>
                    <a:pt x="2795" y="1417"/>
                  </a:lnTo>
                  <a:lnTo>
                    <a:pt x="2812" y="1438"/>
                  </a:lnTo>
                  <a:lnTo>
                    <a:pt x="2921" y="1460"/>
                  </a:lnTo>
                  <a:lnTo>
                    <a:pt x="2992" y="1464"/>
                  </a:lnTo>
                  <a:lnTo>
                    <a:pt x="3159" y="1400"/>
                  </a:lnTo>
                  <a:lnTo>
                    <a:pt x="3300" y="1346"/>
                  </a:lnTo>
                  <a:lnTo>
                    <a:pt x="3305" y="1343"/>
                  </a:lnTo>
                  <a:lnTo>
                    <a:pt x="3309" y="1340"/>
                  </a:lnTo>
                  <a:lnTo>
                    <a:pt x="3312" y="1337"/>
                  </a:lnTo>
                  <a:lnTo>
                    <a:pt x="3523" y="1094"/>
                  </a:lnTo>
                  <a:lnTo>
                    <a:pt x="3579" y="1035"/>
                  </a:lnTo>
                  <a:lnTo>
                    <a:pt x="3749" y="948"/>
                  </a:lnTo>
                  <a:lnTo>
                    <a:pt x="3912" y="866"/>
                  </a:lnTo>
                  <a:lnTo>
                    <a:pt x="3958" y="843"/>
                  </a:lnTo>
                  <a:lnTo>
                    <a:pt x="4030" y="824"/>
                  </a:lnTo>
                  <a:lnTo>
                    <a:pt x="4108" y="818"/>
                  </a:lnTo>
                  <a:lnTo>
                    <a:pt x="4177" y="818"/>
                  </a:lnTo>
                  <a:lnTo>
                    <a:pt x="4266" y="825"/>
                  </a:lnTo>
                  <a:lnTo>
                    <a:pt x="4314" y="832"/>
                  </a:lnTo>
                  <a:lnTo>
                    <a:pt x="4355" y="855"/>
                  </a:lnTo>
                  <a:lnTo>
                    <a:pt x="4383" y="861"/>
                  </a:lnTo>
                  <a:lnTo>
                    <a:pt x="4610" y="720"/>
                  </a:lnTo>
                  <a:lnTo>
                    <a:pt x="4733" y="642"/>
                  </a:lnTo>
                  <a:lnTo>
                    <a:pt x="4794" y="580"/>
                  </a:lnTo>
                  <a:lnTo>
                    <a:pt x="4813" y="546"/>
                  </a:lnTo>
                  <a:lnTo>
                    <a:pt x="4852" y="531"/>
                  </a:lnTo>
                  <a:lnTo>
                    <a:pt x="4884" y="527"/>
                  </a:lnTo>
                  <a:lnTo>
                    <a:pt x="4990" y="528"/>
                  </a:lnTo>
                  <a:lnTo>
                    <a:pt x="5080" y="517"/>
                  </a:lnTo>
                  <a:lnTo>
                    <a:pt x="5768" y="525"/>
                  </a:lnTo>
                  <a:lnTo>
                    <a:pt x="5834" y="585"/>
                  </a:lnTo>
                  <a:lnTo>
                    <a:pt x="5845" y="684"/>
                  </a:lnTo>
                  <a:lnTo>
                    <a:pt x="5883" y="767"/>
                  </a:lnTo>
                  <a:lnTo>
                    <a:pt x="5943" y="847"/>
                  </a:lnTo>
                  <a:lnTo>
                    <a:pt x="6037" y="858"/>
                  </a:lnTo>
                  <a:lnTo>
                    <a:pt x="6208" y="843"/>
                  </a:lnTo>
                  <a:lnTo>
                    <a:pt x="6407" y="771"/>
                  </a:lnTo>
                  <a:lnTo>
                    <a:pt x="6529" y="737"/>
                  </a:lnTo>
                  <a:lnTo>
                    <a:pt x="6573" y="705"/>
                  </a:lnTo>
                  <a:lnTo>
                    <a:pt x="6644" y="693"/>
                  </a:lnTo>
                  <a:lnTo>
                    <a:pt x="6649" y="694"/>
                  </a:lnTo>
                  <a:lnTo>
                    <a:pt x="6753" y="628"/>
                  </a:lnTo>
                  <a:lnTo>
                    <a:pt x="6928" y="462"/>
                  </a:lnTo>
                  <a:lnTo>
                    <a:pt x="6991" y="352"/>
                  </a:lnTo>
                  <a:lnTo>
                    <a:pt x="7055" y="205"/>
                  </a:lnTo>
                  <a:lnTo>
                    <a:pt x="7079" y="187"/>
                  </a:lnTo>
                  <a:lnTo>
                    <a:pt x="7117" y="178"/>
                  </a:lnTo>
                  <a:lnTo>
                    <a:pt x="7193" y="185"/>
                  </a:lnTo>
                  <a:lnTo>
                    <a:pt x="7308" y="143"/>
                  </a:lnTo>
                  <a:lnTo>
                    <a:pt x="7365" y="18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6799302" y="2217750"/>
              <a:ext cx="942" cy="260"/>
            </a:xfrm>
            <a:custGeom>
              <a:avLst/>
              <a:pathLst>
                <a:path w="942" h="260">
                  <a:moveTo>
                    <a:pt x="875" y="125"/>
                  </a:moveTo>
                  <a:lnTo>
                    <a:pt x="520" y="200"/>
                  </a:lnTo>
                  <a:lnTo>
                    <a:pt x="21" y="260"/>
                  </a:lnTo>
                  <a:lnTo>
                    <a:pt x="12" y="256"/>
                  </a:lnTo>
                  <a:lnTo>
                    <a:pt x="0" y="229"/>
                  </a:lnTo>
                  <a:lnTo>
                    <a:pt x="39" y="127"/>
                  </a:lnTo>
                  <a:lnTo>
                    <a:pt x="47" y="124"/>
                  </a:lnTo>
                  <a:lnTo>
                    <a:pt x="83" y="119"/>
                  </a:lnTo>
                  <a:lnTo>
                    <a:pt x="88" y="139"/>
                  </a:lnTo>
                  <a:lnTo>
                    <a:pt x="514" y="91"/>
                  </a:lnTo>
                  <a:lnTo>
                    <a:pt x="706" y="56"/>
                  </a:lnTo>
                  <a:lnTo>
                    <a:pt x="890" y="0"/>
                  </a:lnTo>
                  <a:lnTo>
                    <a:pt x="911" y="6"/>
                  </a:lnTo>
                  <a:lnTo>
                    <a:pt x="929" y="39"/>
                  </a:lnTo>
                  <a:lnTo>
                    <a:pt x="942" y="97"/>
                  </a:lnTo>
                  <a:lnTo>
                    <a:pt x="875" y="1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6880046" y="2222090"/>
              <a:ext cx="480" cy="695"/>
            </a:xfrm>
            <a:custGeom>
              <a:avLst/>
              <a:pathLst>
                <a:path w="480" h="695">
                  <a:moveTo>
                    <a:pt x="472" y="308"/>
                  </a:moveTo>
                  <a:lnTo>
                    <a:pt x="403" y="415"/>
                  </a:lnTo>
                  <a:lnTo>
                    <a:pt x="387" y="415"/>
                  </a:lnTo>
                  <a:lnTo>
                    <a:pt x="372" y="407"/>
                  </a:lnTo>
                  <a:lnTo>
                    <a:pt x="354" y="373"/>
                  </a:lnTo>
                  <a:lnTo>
                    <a:pt x="332" y="351"/>
                  </a:lnTo>
                  <a:lnTo>
                    <a:pt x="304" y="351"/>
                  </a:lnTo>
                  <a:lnTo>
                    <a:pt x="282" y="367"/>
                  </a:lnTo>
                  <a:lnTo>
                    <a:pt x="225" y="451"/>
                  </a:lnTo>
                  <a:lnTo>
                    <a:pt x="154" y="591"/>
                  </a:lnTo>
                  <a:lnTo>
                    <a:pt x="132" y="685"/>
                  </a:lnTo>
                  <a:lnTo>
                    <a:pt x="113" y="695"/>
                  </a:lnTo>
                  <a:lnTo>
                    <a:pt x="89" y="692"/>
                  </a:lnTo>
                  <a:lnTo>
                    <a:pt x="73" y="681"/>
                  </a:lnTo>
                  <a:lnTo>
                    <a:pt x="4" y="557"/>
                  </a:lnTo>
                  <a:lnTo>
                    <a:pt x="0" y="533"/>
                  </a:lnTo>
                  <a:lnTo>
                    <a:pt x="7" y="342"/>
                  </a:lnTo>
                  <a:lnTo>
                    <a:pt x="10" y="313"/>
                  </a:lnTo>
                  <a:lnTo>
                    <a:pt x="30" y="285"/>
                  </a:lnTo>
                  <a:lnTo>
                    <a:pt x="294" y="32"/>
                  </a:lnTo>
                  <a:lnTo>
                    <a:pt x="309" y="20"/>
                  </a:lnTo>
                  <a:lnTo>
                    <a:pt x="362" y="15"/>
                  </a:lnTo>
                  <a:lnTo>
                    <a:pt x="424" y="0"/>
                  </a:lnTo>
                  <a:lnTo>
                    <a:pt x="462" y="1"/>
                  </a:lnTo>
                  <a:lnTo>
                    <a:pt x="480" y="238"/>
                  </a:lnTo>
                  <a:lnTo>
                    <a:pt x="472" y="30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6874599" y="2217161"/>
              <a:ext cx="413" cy="425"/>
            </a:xfrm>
            <a:custGeom>
              <a:avLst/>
              <a:pathLst>
                <a:path w="413" h="425">
                  <a:moveTo>
                    <a:pt x="402" y="357"/>
                  </a:moveTo>
                  <a:lnTo>
                    <a:pt x="399" y="361"/>
                  </a:lnTo>
                  <a:lnTo>
                    <a:pt x="391" y="367"/>
                  </a:lnTo>
                  <a:lnTo>
                    <a:pt x="386" y="369"/>
                  </a:lnTo>
                  <a:lnTo>
                    <a:pt x="380" y="369"/>
                  </a:lnTo>
                  <a:lnTo>
                    <a:pt x="371" y="365"/>
                  </a:lnTo>
                  <a:lnTo>
                    <a:pt x="355" y="356"/>
                  </a:lnTo>
                  <a:lnTo>
                    <a:pt x="350" y="354"/>
                  </a:lnTo>
                  <a:lnTo>
                    <a:pt x="345" y="354"/>
                  </a:lnTo>
                  <a:lnTo>
                    <a:pt x="338" y="357"/>
                  </a:lnTo>
                  <a:lnTo>
                    <a:pt x="332" y="371"/>
                  </a:lnTo>
                  <a:lnTo>
                    <a:pt x="327" y="389"/>
                  </a:lnTo>
                  <a:lnTo>
                    <a:pt x="320" y="402"/>
                  </a:lnTo>
                  <a:lnTo>
                    <a:pt x="312" y="414"/>
                  </a:lnTo>
                  <a:lnTo>
                    <a:pt x="299" y="420"/>
                  </a:lnTo>
                  <a:lnTo>
                    <a:pt x="273" y="424"/>
                  </a:lnTo>
                  <a:lnTo>
                    <a:pt x="249" y="425"/>
                  </a:lnTo>
                  <a:lnTo>
                    <a:pt x="231" y="425"/>
                  </a:lnTo>
                  <a:lnTo>
                    <a:pt x="224" y="424"/>
                  </a:lnTo>
                  <a:lnTo>
                    <a:pt x="211" y="419"/>
                  </a:lnTo>
                  <a:lnTo>
                    <a:pt x="204" y="414"/>
                  </a:lnTo>
                  <a:lnTo>
                    <a:pt x="196" y="408"/>
                  </a:lnTo>
                  <a:lnTo>
                    <a:pt x="192" y="404"/>
                  </a:lnTo>
                  <a:lnTo>
                    <a:pt x="187" y="403"/>
                  </a:lnTo>
                  <a:lnTo>
                    <a:pt x="182" y="402"/>
                  </a:lnTo>
                  <a:lnTo>
                    <a:pt x="116" y="396"/>
                  </a:lnTo>
                  <a:lnTo>
                    <a:pt x="63" y="395"/>
                  </a:lnTo>
                  <a:lnTo>
                    <a:pt x="39" y="395"/>
                  </a:lnTo>
                  <a:lnTo>
                    <a:pt x="29" y="396"/>
                  </a:lnTo>
                  <a:lnTo>
                    <a:pt x="24" y="395"/>
                  </a:lnTo>
                  <a:lnTo>
                    <a:pt x="21" y="392"/>
                  </a:lnTo>
                  <a:lnTo>
                    <a:pt x="13" y="359"/>
                  </a:lnTo>
                  <a:lnTo>
                    <a:pt x="10" y="343"/>
                  </a:lnTo>
                  <a:lnTo>
                    <a:pt x="1" y="294"/>
                  </a:lnTo>
                  <a:lnTo>
                    <a:pt x="0" y="281"/>
                  </a:lnTo>
                  <a:lnTo>
                    <a:pt x="0" y="276"/>
                  </a:lnTo>
                  <a:lnTo>
                    <a:pt x="1" y="261"/>
                  </a:lnTo>
                  <a:lnTo>
                    <a:pt x="2" y="256"/>
                  </a:lnTo>
                  <a:lnTo>
                    <a:pt x="10" y="240"/>
                  </a:lnTo>
                  <a:lnTo>
                    <a:pt x="24" y="172"/>
                  </a:lnTo>
                  <a:lnTo>
                    <a:pt x="23" y="164"/>
                  </a:lnTo>
                  <a:lnTo>
                    <a:pt x="19" y="137"/>
                  </a:lnTo>
                  <a:lnTo>
                    <a:pt x="17" y="118"/>
                  </a:lnTo>
                  <a:lnTo>
                    <a:pt x="17" y="111"/>
                  </a:lnTo>
                  <a:lnTo>
                    <a:pt x="19" y="93"/>
                  </a:lnTo>
                  <a:lnTo>
                    <a:pt x="24" y="87"/>
                  </a:lnTo>
                  <a:lnTo>
                    <a:pt x="51" y="60"/>
                  </a:lnTo>
                  <a:lnTo>
                    <a:pt x="91" y="24"/>
                  </a:lnTo>
                  <a:lnTo>
                    <a:pt x="122" y="0"/>
                  </a:lnTo>
                  <a:lnTo>
                    <a:pt x="128" y="0"/>
                  </a:lnTo>
                  <a:lnTo>
                    <a:pt x="149" y="2"/>
                  </a:lnTo>
                  <a:lnTo>
                    <a:pt x="179" y="18"/>
                  </a:lnTo>
                  <a:lnTo>
                    <a:pt x="220" y="55"/>
                  </a:lnTo>
                  <a:lnTo>
                    <a:pt x="249" y="82"/>
                  </a:lnTo>
                  <a:lnTo>
                    <a:pt x="263" y="95"/>
                  </a:lnTo>
                  <a:lnTo>
                    <a:pt x="302" y="132"/>
                  </a:lnTo>
                  <a:lnTo>
                    <a:pt x="324" y="163"/>
                  </a:lnTo>
                  <a:lnTo>
                    <a:pt x="383" y="247"/>
                  </a:lnTo>
                  <a:lnTo>
                    <a:pt x="410" y="290"/>
                  </a:lnTo>
                  <a:lnTo>
                    <a:pt x="412" y="296"/>
                  </a:lnTo>
                  <a:lnTo>
                    <a:pt x="413" y="304"/>
                  </a:lnTo>
                  <a:lnTo>
                    <a:pt x="413" y="311"/>
                  </a:lnTo>
                  <a:lnTo>
                    <a:pt x="413" y="321"/>
                  </a:lnTo>
                  <a:lnTo>
                    <a:pt x="411" y="329"/>
                  </a:lnTo>
                  <a:lnTo>
                    <a:pt x="408" y="341"/>
                  </a:lnTo>
                  <a:lnTo>
                    <a:pt x="404" y="353"/>
                  </a:lnTo>
                  <a:lnTo>
                    <a:pt x="402" y="35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6783395" y="2212289"/>
              <a:ext cx="1064" cy="865"/>
            </a:xfrm>
            <a:custGeom>
              <a:avLst/>
              <a:pathLst>
                <a:path w="1064" h="865">
                  <a:moveTo>
                    <a:pt x="1064" y="257"/>
                  </a:moveTo>
                  <a:lnTo>
                    <a:pt x="704" y="661"/>
                  </a:lnTo>
                  <a:lnTo>
                    <a:pt x="614" y="724"/>
                  </a:lnTo>
                  <a:lnTo>
                    <a:pt x="558" y="740"/>
                  </a:lnTo>
                  <a:lnTo>
                    <a:pt x="509" y="736"/>
                  </a:lnTo>
                  <a:lnTo>
                    <a:pt x="359" y="649"/>
                  </a:lnTo>
                  <a:lnTo>
                    <a:pt x="310" y="637"/>
                  </a:lnTo>
                  <a:lnTo>
                    <a:pt x="87" y="863"/>
                  </a:lnTo>
                  <a:lnTo>
                    <a:pt x="26" y="865"/>
                  </a:lnTo>
                  <a:lnTo>
                    <a:pt x="10" y="847"/>
                  </a:lnTo>
                  <a:lnTo>
                    <a:pt x="0" y="823"/>
                  </a:lnTo>
                  <a:lnTo>
                    <a:pt x="345" y="411"/>
                  </a:lnTo>
                  <a:lnTo>
                    <a:pt x="397" y="459"/>
                  </a:lnTo>
                  <a:lnTo>
                    <a:pt x="640" y="203"/>
                  </a:lnTo>
                  <a:lnTo>
                    <a:pt x="842" y="0"/>
                  </a:lnTo>
                  <a:lnTo>
                    <a:pt x="868" y="35"/>
                  </a:lnTo>
                  <a:lnTo>
                    <a:pt x="1064" y="25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6797230" y="2211377"/>
              <a:ext cx="1389" cy="1266"/>
            </a:xfrm>
            <a:custGeom>
              <a:avLst/>
              <a:pathLst>
                <a:path w="1389" h="1266">
                  <a:moveTo>
                    <a:pt x="178" y="1264"/>
                  </a:moveTo>
                  <a:lnTo>
                    <a:pt x="141" y="1266"/>
                  </a:lnTo>
                  <a:lnTo>
                    <a:pt x="122" y="1262"/>
                  </a:lnTo>
                  <a:lnTo>
                    <a:pt x="44" y="1244"/>
                  </a:lnTo>
                  <a:lnTo>
                    <a:pt x="22" y="1218"/>
                  </a:lnTo>
                  <a:lnTo>
                    <a:pt x="20" y="1214"/>
                  </a:lnTo>
                  <a:lnTo>
                    <a:pt x="0" y="1157"/>
                  </a:lnTo>
                  <a:lnTo>
                    <a:pt x="14" y="1106"/>
                  </a:lnTo>
                  <a:lnTo>
                    <a:pt x="35" y="1029"/>
                  </a:lnTo>
                  <a:lnTo>
                    <a:pt x="58" y="950"/>
                  </a:lnTo>
                  <a:lnTo>
                    <a:pt x="62" y="933"/>
                  </a:lnTo>
                  <a:lnTo>
                    <a:pt x="87" y="846"/>
                  </a:lnTo>
                  <a:lnTo>
                    <a:pt x="222" y="762"/>
                  </a:lnTo>
                  <a:lnTo>
                    <a:pt x="249" y="753"/>
                  </a:lnTo>
                  <a:lnTo>
                    <a:pt x="729" y="516"/>
                  </a:lnTo>
                  <a:lnTo>
                    <a:pt x="829" y="428"/>
                  </a:lnTo>
                  <a:lnTo>
                    <a:pt x="853" y="389"/>
                  </a:lnTo>
                  <a:lnTo>
                    <a:pt x="945" y="295"/>
                  </a:lnTo>
                  <a:lnTo>
                    <a:pt x="1031" y="223"/>
                  </a:lnTo>
                  <a:lnTo>
                    <a:pt x="1336" y="6"/>
                  </a:lnTo>
                  <a:lnTo>
                    <a:pt x="1366" y="0"/>
                  </a:lnTo>
                  <a:lnTo>
                    <a:pt x="1389" y="8"/>
                  </a:lnTo>
                  <a:lnTo>
                    <a:pt x="1279" y="419"/>
                  </a:lnTo>
                  <a:lnTo>
                    <a:pt x="1256" y="456"/>
                  </a:lnTo>
                  <a:lnTo>
                    <a:pt x="1133" y="599"/>
                  </a:lnTo>
                  <a:lnTo>
                    <a:pt x="1068" y="650"/>
                  </a:lnTo>
                  <a:lnTo>
                    <a:pt x="988" y="688"/>
                  </a:lnTo>
                  <a:lnTo>
                    <a:pt x="980" y="691"/>
                  </a:lnTo>
                  <a:lnTo>
                    <a:pt x="909" y="739"/>
                  </a:lnTo>
                  <a:lnTo>
                    <a:pt x="852" y="771"/>
                  </a:lnTo>
                  <a:lnTo>
                    <a:pt x="807" y="790"/>
                  </a:lnTo>
                  <a:lnTo>
                    <a:pt x="758" y="809"/>
                  </a:lnTo>
                  <a:lnTo>
                    <a:pt x="647" y="854"/>
                  </a:lnTo>
                  <a:lnTo>
                    <a:pt x="617" y="881"/>
                  </a:lnTo>
                  <a:lnTo>
                    <a:pt x="576" y="916"/>
                  </a:lnTo>
                  <a:lnTo>
                    <a:pt x="484" y="998"/>
                  </a:lnTo>
                  <a:lnTo>
                    <a:pt x="467" y="1012"/>
                  </a:lnTo>
                  <a:lnTo>
                    <a:pt x="402" y="1072"/>
                  </a:lnTo>
                  <a:lnTo>
                    <a:pt x="368" y="1102"/>
                  </a:lnTo>
                  <a:lnTo>
                    <a:pt x="336" y="1130"/>
                  </a:lnTo>
                  <a:lnTo>
                    <a:pt x="260" y="1209"/>
                  </a:lnTo>
                  <a:lnTo>
                    <a:pt x="255" y="1212"/>
                  </a:lnTo>
                  <a:lnTo>
                    <a:pt x="224" y="1233"/>
                  </a:lnTo>
                  <a:lnTo>
                    <a:pt x="178" y="12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6770722" y="2209582"/>
              <a:ext cx="201" cy="497"/>
            </a:xfrm>
            <a:custGeom>
              <a:avLst/>
              <a:pathLst>
                <a:path w="201" h="497">
                  <a:moveTo>
                    <a:pt x="43" y="497"/>
                  </a:moveTo>
                  <a:lnTo>
                    <a:pt x="32" y="497"/>
                  </a:lnTo>
                  <a:lnTo>
                    <a:pt x="22" y="480"/>
                  </a:lnTo>
                  <a:lnTo>
                    <a:pt x="19" y="473"/>
                  </a:lnTo>
                  <a:lnTo>
                    <a:pt x="18" y="460"/>
                  </a:lnTo>
                  <a:lnTo>
                    <a:pt x="18" y="447"/>
                  </a:lnTo>
                  <a:lnTo>
                    <a:pt x="19" y="441"/>
                  </a:lnTo>
                  <a:lnTo>
                    <a:pt x="22" y="434"/>
                  </a:lnTo>
                  <a:lnTo>
                    <a:pt x="29" y="419"/>
                  </a:lnTo>
                  <a:lnTo>
                    <a:pt x="35" y="406"/>
                  </a:lnTo>
                  <a:lnTo>
                    <a:pt x="76" y="314"/>
                  </a:lnTo>
                  <a:lnTo>
                    <a:pt x="70" y="310"/>
                  </a:lnTo>
                  <a:lnTo>
                    <a:pt x="58" y="301"/>
                  </a:lnTo>
                  <a:lnTo>
                    <a:pt x="54" y="297"/>
                  </a:lnTo>
                  <a:lnTo>
                    <a:pt x="48" y="292"/>
                  </a:lnTo>
                  <a:lnTo>
                    <a:pt x="41" y="284"/>
                  </a:lnTo>
                  <a:lnTo>
                    <a:pt x="36" y="278"/>
                  </a:lnTo>
                  <a:lnTo>
                    <a:pt x="30" y="269"/>
                  </a:lnTo>
                  <a:lnTo>
                    <a:pt x="8" y="229"/>
                  </a:lnTo>
                  <a:lnTo>
                    <a:pt x="6" y="224"/>
                  </a:lnTo>
                  <a:lnTo>
                    <a:pt x="0" y="172"/>
                  </a:lnTo>
                  <a:lnTo>
                    <a:pt x="2" y="152"/>
                  </a:lnTo>
                  <a:lnTo>
                    <a:pt x="4" y="145"/>
                  </a:lnTo>
                  <a:lnTo>
                    <a:pt x="62" y="53"/>
                  </a:lnTo>
                  <a:lnTo>
                    <a:pt x="66" y="48"/>
                  </a:lnTo>
                  <a:lnTo>
                    <a:pt x="71" y="44"/>
                  </a:lnTo>
                  <a:lnTo>
                    <a:pt x="75" y="40"/>
                  </a:lnTo>
                  <a:lnTo>
                    <a:pt x="81" y="35"/>
                  </a:lnTo>
                  <a:lnTo>
                    <a:pt x="91" y="26"/>
                  </a:lnTo>
                  <a:lnTo>
                    <a:pt x="98" y="16"/>
                  </a:lnTo>
                  <a:lnTo>
                    <a:pt x="103" y="3"/>
                  </a:lnTo>
                  <a:lnTo>
                    <a:pt x="111" y="1"/>
                  </a:lnTo>
                  <a:lnTo>
                    <a:pt x="125" y="0"/>
                  </a:lnTo>
                  <a:lnTo>
                    <a:pt x="136" y="2"/>
                  </a:lnTo>
                  <a:lnTo>
                    <a:pt x="161" y="69"/>
                  </a:lnTo>
                  <a:lnTo>
                    <a:pt x="168" y="88"/>
                  </a:lnTo>
                  <a:lnTo>
                    <a:pt x="172" y="99"/>
                  </a:lnTo>
                  <a:lnTo>
                    <a:pt x="174" y="106"/>
                  </a:lnTo>
                  <a:lnTo>
                    <a:pt x="200" y="183"/>
                  </a:lnTo>
                  <a:lnTo>
                    <a:pt x="200" y="211"/>
                  </a:lnTo>
                  <a:lnTo>
                    <a:pt x="201" y="264"/>
                  </a:lnTo>
                  <a:lnTo>
                    <a:pt x="175" y="332"/>
                  </a:lnTo>
                  <a:lnTo>
                    <a:pt x="129" y="449"/>
                  </a:lnTo>
                  <a:lnTo>
                    <a:pt x="125" y="455"/>
                  </a:lnTo>
                  <a:lnTo>
                    <a:pt x="66" y="486"/>
                  </a:lnTo>
                  <a:lnTo>
                    <a:pt x="61" y="489"/>
                  </a:lnTo>
                  <a:lnTo>
                    <a:pt x="53" y="493"/>
                  </a:lnTo>
                  <a:lnTo>
                    <a:pt x="43" y="49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6798633" y="2210456"/>
              <a:ext cx="169" cy="479"/>
            </a:xfrm>
            <a:custGeom>
              <a:avLst/>
              <a:pathLst>
                <a:path w="169" h="479">
                  <a:moveTo>
                    <a:pt x="107" y="472"/>
                  </a:moveTo>
                  <a:lnTo>
                    <a:pt x="100" y="479"/>
                  </a:lnTo>
                  <a:lnTo>
                    <a:pt x="8" y="301"/>
                  </a:lnTo>
                  <a:lnTo>
                    <a:pt x="0" y="264"/>
                  </a:lnTo>
                  <a:lnTo>
                    <a:pt x="2" y="229"/>
                  </a:lnTo>
                  <a:lnTo>
                    <a:pt x="19" y="166"/>
                  </a:lnTo>
                  <a:lnTo>
                    <a:pt x="57" y="90"/>
                  </a:lnTo>
                  <a:lnTo>
                    <a:pt x="85" y="62"/>
                  </a:lnTo>
                  <a:lnTo>
                    <a:pt x="169" y="0"/>
                  </a:lnTo>
                  <a:lnTo>
                    <a:pt x="134" y="38"/>
                  </a:lnTo>
                  <a:lnTo>
                    <a:pt x="85" y="110"/>
                  </a:lnTo>
                  <a:lnTo>
                    <a:pt x="68" y="151"/>
                  </a:lnTo>
                  <a:lnTo>
                    <a:pt x="67" y="256"/>
                  </a:lnTo>
                  <a:lnTo>
                    <a:pt x="84" y="370"/>
                  </a:lnTo>
                  <a:lnTo>
                    <a:pt x="108" y="437"/>
                  </a:lnTo>
                  <a:lnTo>
                    <a:pt x="107" y="4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6770033" y="2209348"/>
              <a:ext cx="2368" cy="5436"/>
            </a:xfrm>
            <a:custGeom>
              <a:avLst/>
              <a:pathLst>
                <a:path w="2368" h="5436">
                  <a:moveTo>
                    <a:pt x="1946" y="657"/>
                  </a:moveTo>
                  <a:lnTo>
                    <a:pt x="2056" y="692"/>
                  </a:lnTo>
                  <a:lnTo>
                    <a:pt x="2105" y="694"/>
                  </a:lnTo>
                  <a:lnTo>
                    <a:pt x="2111" y="695"/>
                  </a:lnTo>
                  <a:lnTo>
                    <a:pt x="2120" y="697"/>
                  </a:lnTo>
                  <a:lnTo>
                    <a:pt x="2139" y="708"/>
                  </a:lnTo>
                  <a:lnTo>
                    <a:pt x="2164" y="728"/>
                  </a:lnTo>
                  <a:lnTo>
                    <a:pt x="2193" y="766"/>
                  </a:lnTo>
                  <a:lnTo>
                    <a:pt x="2200" y="780"/>
                  </a:lnTo>
                  <a:lnTo>
                    <a:pt x="2269" y="837"/>
                  </a:lnTo>
                  <a:lnTo>
                    <a:pt x="2368" y="919"/>
                  </a:lnTo>
                  <a:lnTo>
                    <a:pt x="2363" y="944"/>
                  </a:lnTo>
                  <a:lnTo>
                    <a:pt x="2343" y="1058"/>
                  </a:lnTo>
                  <a:lnTo>
                    <a:pt x="2331" y="1121"/>
                  </a:lnTo>
                  <a:lnTo>
                    <a:pt x="2309" y="1158"/>
                  </a:lnTo>
                  <a:lnTo>
                    <a:pt x="2277" y="1208"/>
                  </a:lnTo>
                  <a:lnTo>
                    <a:pt x="2274" y="1212"/>
                  </a:lnTo>
                  <a:lnTo>
                    <a:pt x="2081" y="1502"/>
                  </a:lnTo>
                  <a:lnTo>
                    <a:pt x="2007" y="1577"/>
                  </a:lnTo>
                  <a:lnTo>
                    <a:pt x="1986" y="1587"/>
                  </a:lnTo>
                  <a:lnTo>
                    <a:pt x="1930" y="1582"/>
                  </a:lnTo>
                  <a:lnTo>
                    <a:pt x="1889" y="1579"/>
                  </a:lnTo>
                  <a:lnTo>
                    <a:pt x="1884" y="1582"/>
                  </a:lnTo>
                  <a:lnTo>
                    <a:pt x="1821" y="1625"/>
                  </a:lnTo>
                  <a:lnTo>
                    <a:pt x="1585" y="1786"/>
                  </a:lnTo>
                  <a:lnTo>
                    <a:pt x="1579" y="1790"/>
                  </a:lnTo>
                  <a:lnTo>
                    <a:pt x="1570" y="1796"/>
                  </a:lnTo>
                  <a:lnTo>
                    <a:pt x="1563" y="1810"/>
                  </a:lnTo>
                  <a:lnTo>
                    <a:pt x="1538" y="1866"/>
                  </a:lnTo>
                  <a:lnTo>
                    <a:pt x="1425" y="2123"/>
                  </a:lnTo>
                  <a:lnTo>
                    <a:pt x="1523" y="2315"/>
                  </a:lnTo>
                  <a:lnTo>
                    <a:pt x="1484" y="2438"/>
                  </a:lnTo>
                  <a:lnTo>
                    <a:pt x="1455" y="2497"/>
                  </a:lnTo>
                  <a:lnTo>
                    <a:pt x="1446" y="2538"/>
                  </a:lnTo>
                  <a:lnTo>
                    <a:pt x="1448" y="2598"/>
                  </a:lnTo>
                  <a:lnTo>
                    <a:pt x="1458" y="2608"/>
                  </a:lnTo>
                  <a:lnTo>
                    <a:pt x="1479" y="2646"/>
                  </a:lnTo>
                  <a:lnTo>
                    <a:pt x="1508" y="2720"/>
                  </a:lnTo>
                  <a:lnTo>
                    <a:pt x="1550" y="2842"/>
                  </a:lnTo>
                  <a:lnTo>
                    <a:pt x="1616" y="2905"/>
                  </a:lnTo>
                  <a:lnTo>
                    <a:pt x="1672" y="2994"/>
                  </a:lnTo>
                  <a:lnTo>
                    <a:pt x="1671" y="3039"/>
                  </a:lnTo>
                  <a:lnTo>
                    <a:pt x="1579" y="3214"/>
                  </a:lnTo>
                  <a:lnTo>
                    <a:pt x="1527" y="3265"/>
                  </a:lnTo>
                  <a:lnTo>
                    <a:pt x="1461" y="3250"/>
                  </a:lnTo>
                  <a:lnTo>
                    <a:pt x="1458" y="3255"/>
                  </a:lnTo>
                  <a:lnTo>
                    <a:pt x="1438" y="3290"/>
                  </a:lnTo>
                  <a:lnTo>
                    <a:pt x="1338" y="3468"/>
                  </a:lnTo>
                  <a:lnTo>
                    <a:pt x="1319" y="3488"/>
                  </a:lnTo>
                  <a:lnTo>
                    <a:pt x="1260" y="3690"/>
                  </a:lnTo>
                  <a:lnTo>
                    <a:pt x="1180" y="4100"/>
                  </a:lnTo>
                  <a:lnTo>
                    <a:pt x="1106" y="4139"/>
                  </a:lnTo>
                  <a:lnTo>
                    <a:pt x="933" y="4120"/>
                  </a:lnTo>
                  <a:lnTo>
                    <a:pt x="721" y="4055"/>
                  </a:lnTo>
                  <a:lnTo>
                    <a:pt x="618" y="4074"/>
                  </a:lnTo>
                  <a:lnTo>
                    <a:pt x="595" y="4133"/>
                  </a:lnTo>
                  <a:lnTo>
                    <a:pt x="681" y="4354"/>
                  </a:lnTo>
                  <a:lnTo>
                    <a:pt x="750" y="4439"/>
                  </a:lnTo>
                  <a:lnTo>
                    <a:pt x="853" y="4471"/>
                  </a:lnTo>
                  <a:lnTo>
                    <a:pt x="939" y="4530"/>
                  </a:lnTo>
                  <a:lnTo>
                    <a:pt x="1065" y="4595"/>
                  </a:lnTo>
                  <a:lnTo>
                    <a:pt x="1215" y="4719"/>
                  </a:lnTo>
                  <a:lnTo>
                    <a:pt x="1226" y="4810"/>
                  </a:lnTo>
                  <a:lnTo>
                    <a:pt x="1088" y="5403"/>
                  </a:lnTo>
                  <a:lnTo>
                    <a:pt x="1019" y="5436"/>
                  </a:lnTo>
                  <a:lnTo>
                    <a:pt x="922" y="5397"/>
                  </a:lnTo>
                  <a:lnTo>
                    <a:pt x="727" y="5273"/>
                  </a:lnTo>
                  <a:lnTo>
                    <a:pt x="532" y="5084"/>
                  </a:lnTo>
                  <a:lnTo>
                    <a:pt x="400" y="4986"/>
                  </a:lnTo>
                  <a:lnTo>
                    <a:pt x="360" y="4849"/>
                  </a:lnTo>
                  <a:lnTo>
                    <a:pt x="273" y="4328"/>
                  </a:lnTo>
                  <a:lnTo>
                    <a:pt x="253" y="4169"/>
                  </a:lnTo>
                  <a:lnTo>
                    <a:pt x="249" y="4169"/>
                  </a:lnTo>
                  <a:lnTo>
                    <a:pt x="0" y="3388"/>
                  </a:lnTo>
                  <a:lnTo>
                    <a:pt x="75" y="3053"/>
                  </a:lnTo>
                  <a:lnTo>
                    <a:pt x="121" y="2852"/>
                  </a:lnTo>
                  <a:lnTo>
                    <a:pt x="159" y="2761"/>
                  </a:lnTo>
                  <a:lnTo>
                    <a:pt x="211" y="2636"/>
                  </a:lnTo>
                  <a:lnTo>
                    <a:pt x="317" y="2623"/>
                  </a:lnTo>
                  <a:lnTo>
                    <a:pt x="456" y="2606"/>
                  </a:lnTo>
                  <a:lnTo>
                    <a:pt x="593" y="2551"/>
                  </a:lnTo>
                  <a:lnTo>
                    <a:pt x="647" y="2296"/>
                  </a:lnTo>
                  <a:lnTo>
                    <a:pt x="688" y="1953"/>
                  </a:lnTo>
                  <a:lnTo>
                    <a:pt x="703" y="1880"/>
                  </a:lnTo>
                  <a:lnTo>
                    <a:pt x="711" y="1840"/>
                  </a:lnTo>
                  <a:lnTo>
                    <a:pt x="757" y="1681"/>
                  </a:lnTo>
                  <a:lnTo>
                    <a:pt x="805" y="1519"/>
                  </a:lnTo>
                  <a:lnTo>
                    <a:pt x="829" y="1451"/>
                  </a:lnTo>
                  <a:lnTo>
                    <a:pt x="998" y="1190"/>
                  </a:lnTo>
                  <a:lnTo>
                    <a:pt x="1048" y="1112"/>
                  </a:lnTo>
                  <a:lnTo>
                    <a:pt x="1124" y="962"/>
                  </a:lnTo>
                  <a:lnTo>
                    <a:pt x="1190" y="806"/>
                  </a:lnTo>
                  <a:lnTo>
                    <a:pt x="1198" y="786"/>
                  </a:lnTo>
                  <a:lnTo>
                    <a:pt x="1142" y="722"/>
                  </a:lnTo>
                  <a:lnTo>
                    <a:pt x="1122" y="684"/>
                  </a:lnTo>
                  <a:lnTo>
                    <a:pt x="1118" y="665"/>
                  </a:lnTo>
                  <a:lnTo>
                    <a:pt x="1084" y="520"/>
                  </a:lnTo>
                  <a:lnTo>
                    <a:pt x="1077" y="490"/>
                  </a:lnTo>
                  <a:lnTo>
                    <a:pt x="1077" y="482"/>
                  </a:lnTo>
                  <a:lnTo>
                    <a:pt x="1078" y="465"/>
                  </a:lnTo>
                  <a:lnTo>
                    <a:pt x="1081" y="417"/>
                  </a:lnTo>
                  <a:lnTo>
                    <a:pt x="1082" y="412"/>
                  </a:lnTo>
                  <a:lnTo>
                    <a:pt x="1111" y="379"/>
                  </a:lnTo>
                  <a:lnTo>
                    <a:pt x="1144" y="343"/>
                  </a:lnTo>
                  <a:lnTo>
                    <a:pt x="1147" y="339"/>
                  </a:lnTo>
                  <a:lnTo>
                    <a:pt x="1153" y="334"/>
                  </a:lnTo>
                  <a:lnTo>
                    <a:pt x="1157" y="331"/>
                  </a:lnTo>
                  <a:lnTo>
                    <a:pt x="1228" y="291"/>
                  </a:lnTo>
                  <a:lnTo>
                    <a:pt x="1438" y="144"/>
                  </a:lnTo>
                  <a:lnTo>
                    <a:pt x="1514" y="7"/>
                  </a:lnTo>
                  <a:lnTo>
                    <a:pt x="1526" y="2"/>
                  </a:lnTo>
                  <a:lnTo>
                    <a:pt x="1533" y="0"/>
                  </a:lnTo>
                  <a:lnTo>
                    <a:pt x="1691" y="208"/>
                  </a:lnTo>
                  <a:lnTo>
                    <a:pt x="1695" y="213"/>
                  </a:lnTo>
                  <a:lnTo>
                    <a:pt x="1703" y="226"/>
                  </a:lnTo>
                  <a:lnTo>
                    <a:pt x="1889" y="538"/>
                  </a:lnTo>
                  <a:lnTo>
                    <a:pt x="1903" y="571"/>
                  </a:lnTo>
                  <a:lnTo>
                    <a:pt x="1913" y="588"/>
                  </a:lnTo>
                  <a:lnTo>
                    <a:pt x="1913" y="612"/>
                  </a:lnTo>
                  <a:lnTo>
                    <a:pt x="1946" y="65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6770288" y="2208023"/>
              <a:ext cx="334" cy="766"/>
            </a:xfrm>
            <a:custGeom>
              <a:avLst/>
              <a:pathLst>
                <a:path w="334" h="766">
                  <a:moveTo>
                    <a:pt x="136" y="737"/>
                  </a:moveTo>
                  <a:lnTo>
                    <a:pt x="75" y="766"/>
                  </a:lnTo>
                  <a:lnTo>
                    <a:pt x="66" y="765"/>
                  </a:lnTo>
                  <a:lnTo>
                    <a:pt x="26" y="757"/>
                  </a:lnTo>
                  <a:lnTo>
                    <a:pt x="22" y="754"/>
                  </a:lnTo>
                  <a:lnTo>
                    <a:pt x="18" y="749"/>
                  </a:lnTo>
                  <a:lnTo>
                    <a:pt x="14" y="743"/>
                  </a:lnTo>
                  <a:lnTo>
                    <a:pt x="10" y="735"/>
                  </a:lnTo>
                  <a:lnTo>
                    <a:pt x="9" y="729"/>
                  </a:lnTo>
                  <a:lnTo>
                    <a:pt x="1" y="587"/>
                  </a:lnTo>
                  <a:lnTo>
                    <a:pt x="0" y="562"/>
                  </a:lnTo>
                  <a:lnTo>
                    <a:pt x="0" y="545"/>
                  </a:lnTo>
                  <a:lnTo>
                    <a:pt x="0" y="533"/>
                  </a:lnTo>
                  <a:lnTo>
                    <a:pt x="10" y="414"/>
                  </a:lnTo>
                  <a:lnTo>
                    <a:pt x="11" y="406"/>
                  </a:lnTo>
                  <a:lnTo>
                    <a:pt x="12" y="398"/>
                  </a:lnTo>
                  <a:lnTo>
                    <a:pt x="15" y="377"/>
                  </a:lnTo>
                  <a:lnTo>
                    <a:pt x="42" y="227"/>
                  </a:lnTo>
                  <a:lnTo>
                    <a:pt x="43" y="220"/>
                  </a:lnTo>
                  <a:lnTo>
                    <a:pt x="45" y="210"/>
                  </a:lnTo>
                  <a:lnTo>
                    <a:pt x="52" y="186"/>
                  </a:lnTo>
                  <a:lnTo>
                    <a:pt x="61" y="168"/>
                  </a:lnTo>
                  <a:lnTo>
                    <a:pt x="84" y="124"/>
                  </a:lnTo>
                  <a:lnTo>
                    <a:pt x="106" y="82"/>
                  </a:lnTo>
                  <a:lnTo>
                    <a:pt x="115" y="67"/>
                  </a:lnTo>
                  <a:lnTo>
                    <a:pt x="160" y="2"/>
                  </a:lnTo>
                  <a:lnTo>
                    <a:pt x="166" y="0"/>
                  </a:lnTo>
                  <a:lnTo>
                    <a:pt x="190" y="7"/>
                  </a:lnTo>
                  <a:lnTo>
                    <a:pt x="189" y="60"/>
                  </a:lnTo>
                  <a:lnTo>
                    <a:pt x="188" y="67"/>
                  </a:lnTo>
                  <a:lnTo>
                    <a:pt x="188" y="82"/>
                  </a:lnTo>
                  <a:lnTo>
                    <a:pt x="193" y="108"/>
                  </a:lnTo>
                  <a:lnTo>
                    <a:pt x="217" y="184"/>
                  </a:lnTo>
                  <a:lnTo>
                    <a:pt x="224" y="207"/>
                  </a:lnTo>
                  <a:lnTo>
                    <a:pt x="230" y="213"/>
                  </a:lnTo>
                  <a:lnTo>
                    <a:pt x="234" y="216"/>
                  </a:lnTo>
                  <a:lnTo>
                    <a:pt x="254" y="235"/>
                  </a:lnTo>
                  <a:lnTo>
                    <a:pt x="281" y="263"/>
                  </a:lnTo>
                  <a:lnTo>
                    <a:pt x="286" y="270"/>
                  </a:lnTo>
                  <a:lnTo>
                    <a:pt x="303" y="308"/>
                  </a:lnTo>
                  <a:lnTo>
                    <a:pt x="328" y="363"/>
                  </a:lnTo>
                  <a:lnTo>
                    <a:pt x="330" y="368"/>
                  </a:lnTo>
                  <a:lnTo>
                    <a:pt x="332" y="375"/>
                  </a:lnTo>
                  <a:lnTo>
                    <a:pt x="333" y="381"/>
                  </a:lnTo>
                  <a:lnTo>
                    <a:pt x="333" y="427"/>
                  </a:lnTo>
                  <a:lnTo>
                    <a:pt x="334" y="441"/>
                  </a:lnTo>
                  <a:lnTo>
                    <a:pt x="334" y="493"/>
                  </a:lnTo>
                  <a:lnTo>
                    <a:pt x="331" y="504"/>
                  </a:lnTo>
                  <a:lnTo>
                    <a:pt x="328" y="511"/>
                  </a:lnTo>
                  <a:lnTo>
                    <a:pt x="323" y="526"/>
                  </a:lnTo>
                  <a:lnTo>
                    <a:pt x="318" y="536"/>
                  </a:lnTo>
                  <a:lnTo>
                    <a:pt x="315" y="540"/>
                  </a:lnTo>
                  <a:lnTo>
                    <a:pt x="311" y="547"/>
                  </a:lnTo>
                  <a:lnTo>
                    <a:pt x="211" y="660"/>
                  </a:lnTo>
                  <a:lnTo>
                    <a:pt x="162" y="713"/>
                  </a:lnTo>
                  <a:lnTo>
                    <a:pt x="143" y="730"/>
                  </a:lnTo>
                  <a:lnTo>
                    <a:pt x="136" y="7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6790268" y="2207395"/>
              <a:ext cx="297" cy="609"/>
            </a:xfrm>
            <a:custGeom>
              <a:avLst/>
              <a:pathLst>
                <a:path w="297" h="609">
                  <a:moveTo>
                    <a:pt x="102" y="602"/>
                  </a:moveTo>
                  <a:lnTo>
                    <a:pt x="32" y="609"/>
                  </a:lnTo>
                  <a:lnTo>
                    <a:pt x="10" y="593"/>
                  </a:lnTo>
                  <a:lnTo>
                    <a:pt x="0" y="575"/>
                  </a:lnTo>
                  <a:lnTo>
                    <a:pt x="82" y="72"/>
                  </a:lnTo>
                  <a:lnTo>
                    <a:pt x="115" y="21"/>
                  </a:lnTo>
                  <a:lnTo>
                    <a:pt x="137" y="1"/>
                  </a:lnTo>
                  <a:lnTo>
                    <a:pt x="188" y="0"/>
                  </a:lnTo>
                  <a:lnTo>
                    <a:pt x="211" y="9"/>
                  </a:lnTo>
                  <a:lnTo>
                    <a:pt x="241" y="42"/>
                  </a:lnTo>
                  <a:lnTo>
                    <a:pt x="278" y="109"/>
                  </a:lnTo>
                  <a:lnTo>
                    <a:pt x="297" y="223"/>
                  </a:lnTo>
                  <a:lnTo>
                    <a:pt x="278" y="355"/>
                  </a:lnTo>
                  <a:lnTo>
                    <a:pt x="196" y="533"/>
                  </a:lnTo>
                  <a:lnTo>
                    <a:pt x="141" y="578"/>
                  </a:lnTo>
                  <a:lnTo>
                    <a:pt x="102" y="6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6779671" y="2206670"/>
              <a:ext cx="749" cy="1051"/>
            </a:xfrm>
            <a:custGeom>
              <a:avLst/>
              <a:pathLst>
                <a:path w="749" h="1051">
                  <a:moveTo>
                    <a:pt x="610" y="50"/>
                  </a:moveTo>
                  <a:lnTo>
                    <a:pt x="706" y="164"/>
                  </a:lnTo>
                  <a:lnTo>
                    <a:pt x="743" y="226"/>
                  </a:lnTo>
                  <a:lnTo>
                    <a:pt x="749" y="477"/>
                  </a:lnTo>
                  <a:lnTo>
                    <a:pt x="740" y="523"/>
                  </a:lnTo>
                  <a:lnTo>
                    <a:pt x="592" y="899"/>
                  </a:lnTo>
                  <a:lnTo>
                    <a:pt x="404" y="1051"/>
                  </a:lnTo>
                  <a:lnTo>
                    <a:pt x="344" y="960"/>
                  </a:lnTo>
                  <a:lnTo>
                    <a:pt x="408" y="912"/>
                  </a:lnTo>
                  <a:lnTo>
                    <a:pt x="289" y="736"/>
                  </a:lnTo>
                  <a:lnTo>
                    <a:pt x="264" y="615"/>
                  </a:lnTo>
                  <a:lnTo>
                    <a:pt x="233" y="570"/>
                  </a:lnTo>
                  <a:lnTo>
                    <a:pt x="0" y="147"/>
                  </a:lnTo>
                  <a:lnTo>
                    <a:pt x="163" y="0"/>
                  </a:lnTo>
                  <a:lnTo>
                    <a:pt x="256" y="10"/>
                  </a:lnTo>
                  <a:lnTo>
                    <a:pt x="385" y="57"/>
                  </a:lnTo>
                  <a:lnTo>
                    <a:pt x="492" y="63"/>
                  </a:lnTo>
                  <a:lnTo>
                    <a:pt x="542" y="9"/>
                  </a:lnTo>
                  <a:lnTo>
                    <a:pt x="610" y="5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6918431" y="2214464"/>
              <a:ext cx="1116" cy="719"/>
            </a:xfrm>
            <a:custGeom>
              <a:avLst/>
              <a:pathLst>
                <a:path w="1116" h="719">
                  <a:moveTo>
                    <a:pt x="611" y="306"/>
                  </a:moveTo>
                  <a:lnTo>
                    <a:pt x="656" y="337"/>
                  </a:lnTo>
                  <a:lnTo>
                    <a:pt x="920" y="333"/>
                  </a:lnTo>
                  <a:lnTo>
                    <a:pt x="1063" y="334"/>
                  </a:lnTo>
                  <a:lnTo>
                    <a:pt x="1111" y="393"/>
                  </a:lnTo>
                  <a:lnTo>
                    <a:pt x="1116" y="490"/>
                  </a:lnTo>
                  <a:lnTo>
                    <a:pt x="1041" y="554"/>
                  </a:lnTo>
                  <a:lnTo>
                    <a:pt x="883" y="574"/>
                  </a:lnTo>
                  <a:lnTo>
                    <a:pt x="627" y="599"/>
                  </a:lnTo>
                  <a:lnTo>
                    <a:pt x="498" y="604"/>
                  </a:lnTo>
                  <a:lnTo>
                    <a:pt x="332" y="659"/>
                  </a:lnTo>
                  <a:lnTo>
                    <a:pt x="247" y="709"/>
                  </a:lnTo>
                  <a:lnTo>
                    <a:pt x="162" y="719"/>
                  </a:lnTo>
                  <a:lnTo>
                    <a:pt x="56" y="642"/>
                  </a:lnTo>
                  <a:lnTo>
                    <a:pt x="10" y="489"/>
                  </a:lnTo>
                  <a:lnTo>
                    <a:pt x="0" y="336"/>
                  </a:lnTo>
                  <a:lnTo>
                    <a:pt x="32" y="202"/>
                  </a:lnTo>
                  <a:lnTo>
                    <a:pt x="106" y="123"/>
                  </a:lnTo>
                  <a:lnTo>
                    <a:pt x="270" y="64"/>
                  </a:lnTo>
                  <a:lnTo>
                    <a:pt x="459" y="26"/>
                  </a:lnTo>
                  <a:lnTo>
                    <a:pt x="580" y="0"/>
                  </a:lnTo>
                  <a:lnTo>
                    <a:pt x="631" y="38"/>
                  </a:lnTo>
                  <a:lnTo>
                    <a:pt x="636" y="92"/>
                  </a:lnTo>
                  <a:lnTo>
                    <a:pt x="616" y="228"/>
                  </a:lnTo>
                  <a:lnTo>
                    <a:pt x="611" y="3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6779418" y="2206211"/>
              <a:ext cx="231" cy="493"/>
            </a:xfrm>
            <a:custGeom>
              <a:avLst/>
              <a:pathLst>
                <a:path w="231" h="493">
                  <a:moveTo>
                    <a:pt x="206" y="482"/>
                  </a:moveTo>
                  <a:lnTo>
                    <a:pt x="165" y="493"/>
                  </a:lnTo>
                  <a:lnTo>
                    <a:pt x="154" y="481"/>
                  </a:lnTo>
                  <a:lnTo>
                    <a:pt x="22" y="149"/>
                  </a:lnTo>
                  <a:lnTo>
                    <a:pt x="0" y="61"/>
                  </a:lnTo>
                  <a:lnTo>
                    <a:pt x="3" y="19"/>
                  </a:lnTo>
                  <a:lnTo>
                    <a:pt x="24" y="2"/>
                  </a:lnTo>
                  <a:lnTo>
                    <a:pt x="38" y="0"/>
                  </a:lnTo>
                  <a:lnTo>
                    <a:pt x="127" y="47"/>
                  </a:lnTo>
                  <a:lnTo>
                    <a:pt x="231" y="248"/>
                  </a:lnTo>
                  <a:lnTo>
                    <a:pt x="229" y="420"/>
                  </a:lnTo>
                  <a:lnTo>
                    <a:pt x="206" y="4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6779259" y="2205405"/>
              <a:ext cx="996" cy="842"/>
            </a:xfrm>
            <a:custGeom>
              <a:avLst/>
              <a:pathLst>
                <a:path w="996" h="842">
                  <a:moveTo>
                    <a:pt x="996" y="405"/>
                  </a:moveTo>
                  <a:lnTo>
                    <a:pt x="934" y="645"/>
                  </a:lnTo>
                  <a:lnTo>
                    <a:pt x="854" y="691"/>
                  </a:lnTo>
                  <a:lnTo>
                    <a:pt x="664" y="695"/>
                  </a:lnTo>
                  <a:lnTo>
                    <a:pt x="595" y="842"/>
                  </a:lnTo>
                  <a:lnTo>
                    <a:pt x="513" y="799"/>
                  </a:lnTo>
                  <a:lnTo>
                    <a:pt x="446" y="648"/>
                  </a:lnTo>
                  <a:lnTo>
                    <a:pt x="361" y="601"/>
                  </a:lnTo>
                  <a:lnTo>
                    <a:pt x="339" y="602"/>
                  </a:lnTo>
                  <a:lnTo>
                    <a:pt x="279" y="555"/>
                  </a:lnTo>
                  <a:lnTo>
                    <a:pt x="0" y="196"/>
                  </a:lnTo>
                  <a:lnTo>
                    <a:pt x="7" y="168"/>
                  </a:lnTo>
                  <a:lnTo>
                    <a:pt x="71" y="99"/>
                  </a:lnTo>
                  <a:lnTo>
                    <a:pt x="251" y="12"/>
                  </a:lnTo>
                  <a:lnTo>
                    <a:pt x="341" y="0"/>
                  </a:lnTo>
                  <a:lnTo>
                    <a:pt x="383" y="4"/>
                  </a:lnTo>
                  <a:lnTo>
                    <a:pt x="637" y="72"/>
                  </a:lnTo>
                  <a:lnTo>
                    <a:pt x="686" y="92"/>
                  </a:lnTo>
                  <a:lnTo>
                    <a:pt x="955" y="274"/>
                  </a:lnTo>
                  <a:lnTo>
                    <a:pt x="996" y="4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6779221" y="2205057"/>
              <a:ext cx="410" cy="452"/>
            </a:xfrm>
            <a:custGeom>
              <a:avLst/>
              <a:pathLst>
                <a:path w="410" h="452">
                  <a:moveTo>
                    <a:pt x="410" y="256"/>
                  </a:moveTo>
                  <a:lnTo>
                    <a:pt x="375" y="302"/>
                  </a:lnTo>
                  <a:lnTo>
                    <a:pt x="365" y="307"/>
                  </a:lnTo>
                  <a:lnTo>
                    <a:pt x="310" y="291"/>
                  </a:lnTo>
                  <a:lnTo>
                    <a:pt x="183" y="337"/>
                  </a:lnTo>
                  <a:lnTo>
                    <a:pt x="50" y="447"/>
                  </a:lnTo>
                  <a:lnTo>
                    <a:pt x="36" y="452"/>
                  </a:lnTo>
                  <a:lnTo>
                    <a:pt x="0" y="327"/>
                  </a:lnTo>
                  <a:lnTo>
                    <a:pt x="6" y="34"/>
                  </a:lnTo>
                  <a:lnTo>
                    <a:pt x="33" y="5"/>
                  </a:lnTo>
                  <a:lnTo>
                    <a:pt x="52" y="0"/>
                  </a:lnTo>
                  <a:lnTo>
                    <a:pt x="133" y="10"/>
                  </a:lnTo>
                  <a:lnTo>
                    <a:pt x="337" y="133"/>
                  </a:lnTo>
                  <a:lnTo>
                    <a:pt x="410" y="244"/>
                  </a:lnTo>
                  <a:lnTo>
                    <a:pt x="410" y="25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6917057" y="2212184"/>
              <a:ext cx="249" cy="506"/>
            </a:xfrm>
            <a:custGeom>
              <a:avLst/>
              <a:pathLst>
                <a:path w="249" h="506">
                  <a:moveTo>
                    <a:pt x="92" y="506"/>
                  </a:moveTo>
                  <a:lnTo>
                    <a:pt x="29" y="502"/>
                  </a:lnTo>
                  <a:lnTo>
                    <a:pt x="0" y="458"/>
                  </a:lnTo>
                  <a:lnTo>
                    <a:pt x="101" y="0"/>
                  </a:lnTo>
                  <a:lnTo>
                    <a:pt x="195" y="87"/>
                  </a:lnTo>
                  <a:lnTo>
                    <a:pt x="214" y="125"/>
                  </a:lnTo>
                  <a:lnTo>
                    <a:pt x="249" y="344"/>
                  </a:lnTo>
                  <a:lnTo>
                    <a:pt x="216" y="463"/>
                  </a:lnTo>
                  <a:lnTo>
                    <a:pt x="101" y="503"/>
                  </a:lnTo>
                  <a:lnTo>
                    <a:pt x="92" y="5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6942230" y="2213651"/>
              <a:ext cx="932" cy="656"/>
            </a:xfrm>
            <a:custGeom>
              <a:avLst/>
              <a:pathLst>
                <a:path w="932" h="656">
                  <a:moveTo>
                    <a:pt x="367" y="656"/>
                  </a:moveTo>
                  <a:lnTo>
                    <a:pt x="235" y="656"/>
                  </a:lnTo>
                  <a:lnTo>
                    <a:pt x="131" y="638"/>
                  </a:lnTo>
                  <a:lnTo>
                    <a:pt x="81" y="620"/>
                  </a:lnTo>
                  <a:lnTo>
                    <a:pt x="0" y="587"/>
                  </a:lnTo>
                  <a:lnTo>
                    <a:pt x="8" y="564"/>
                  </a:lnTo>
                  <a:lnTo>
                    <a:pt x="62" y="511"/>
                  </a:lnTo>
                  <a:lnTo>
                    <a:pt x="240" y="354"/>
                  </a:lnTo>
                  <a:lnTo>
                    <a:pt x="296" y="308"/>
                  </a:lnTo>
                  <a:lnTo>
                    <a:pt x="335" y="295"/>
                  </a:lnTo>
                  <a:lnTo>
                    <a:pt x="364" y="291"/>
                  </a:lnTo>
                  <a:lnTo>
                    <a:pt x="394" y="277"/>
                  </a:lnTo>
                  <a:lnTo>
                    <a:pt x="496" y="183"/>
                  </a:lnTo>
                  <a:lnTo>
                    <a:pt x="707" y="25"/>
                  </a:lnTo>
                  <a:lnTo>
                    <a:pt x="720" y="14"/>
                  </a:lnTo>
                  <a:lnTo>
                    <a:pt x="783" y="0"/>
                  </a:lnTo>
                  <a:lnTo>
                    <a:pt x="929" y="19"/>
                  </a:lnTo>
                  <a:lnTo>
                    <a:pt x="932" y="113"/>
                  </a:lnTo>
                  <a:lnTo>
                    <a:pt x="893" y="274"/>
                  </a:lnTo>
                  <a:lnTo>
                    <a:pt x="890" y="285"/>
                  </a:lnTo>
                  <a:lnTo>
                    <a:pt x="874" y="327"/>
                  </a:lnTo>
                  <a:lnTo>
                    <a:pt x="867" y="343"/>
                  </a:lnTo>
                  <a:lnTo>
                    <a:pt x="805" y="449"/>
                  </a:lnTo>
                  <a:lnTo>
                    <a:pt x="795" y="454"/>
                  </a:lnTo>
                  <a:lnTo>
                    <a:pt x="648" y="490"/>
                  </a:lnTo>
                  <a:lnTo>
                    <a:pt x="404" y="644"/>
                  </a:lnTo>
                  <a:lnTo>
                    <a:pt x="367" y="65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6933991" y="2212789"/>
              <a:ext cx="878" cy="536"/>
            </a:xfrm>
            <a:custGeom>
              <a:avLst/>
              <a:pathLst>
                <a:path w="878" h="536">
                  <a:moveTo>
                    <a:pt x="764" y="293"/>
                  </a:moveTo>
                  <a:lnTo>
                    <a:pt x="495" y="463"/>
                  </a:lnTo>
                  <a:lnTo>
                    <a:pt x="461" y="483"/>
                  </a:lnTo>
                  <a:lnTo>
                    <a:pt x="276" y="536"/>
                  </a:lnTo>
                  <a:lnTo>
                    <a:pt x="262" y="527"/>
                  </a:lnTo>
                  <a:lnTo>
                    <a:pt x="254" y="496"/>
                  </a:lnTo>
                  <a:lnTo>
                    <a:pt x="264" y="422"/>
                  </a:lnTo>
                  <a:lnTo>
                    <a:pt x="70" y="368"/>
                  </a:lnTo>
                  <a:lnTo>
                    <a:pt x="6" y="389"/>
                  </a:lnTo>
                  <a:lnTo>
                    <a:pt x="0" y="382"/>
                  </a:lnTo>
                  <a:lnTo>
                    <a:pt x="0" y="263"/>
                  </a:lnTo>
                  <a:lnTo>
                    <a:pt x="9" y="237"/>
                  </a:lnTo>
                  <a:lnTo>
                    <a:pt x="28" y="202"/>
                  </a:lnTo>
                  <a:lnTo>
                    <a:pt x="178" y="78"/>
                  </a:lnTo>
                  <a:lnTo>
                    <a:pt x="420" y="2"/>
                  </a:lnTo>
                  <a:lnTo>
                    <a:pt x="683" y="0"/>
                  </a:lnTo>
                  <a:lnTo>
                    <a:pt x="698" y="3"/>
                  </a:lnTo>
                  <a:lnTo>
                    <a:pt x="776" y="34"/>
                  </a:lnTo>
                  <a:lnTo>
                    <a:pt x="865" y="92"/>
                  </a:lnTo>
                  <a:lnTo>
                    <a:pt x="878" y="104"/>
                  </a:lnTo>
                  <a:lnTo>
                    <a:pt x="878" y="110"/>
                  </a:lnTo>
                  <a:lnTo>
                    <a:pt x="791" y="262"/>
                  </a:lnTo>
                  <a:lnTo>
                    <a:pt x="764" y="2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6916145" y="2210783"/>
              <a:ext cx="472" cy="498"/>
            </a:xfrm>
            <a:custGeom>
              <a:avLst/>
              <a:pathLst>
                <a:path w="472" h="498">
                  <a:moveTo>
                    <a:pt x="96" y="484"/>
                  </a:moveTo>
                  <a:lnTo>
                    <a:pt x="46" y="498"/>
                  </a:lnTo>
                  <a:lnTo>
                    <a:pt x="34" y="497"/>
                  </a:lnTo>
                  <a:lnTo>
                    <a:pt x="24" y="487"/>
                  </a:lnTo>
                  <a:lnTo>
                    <a:pt x="0" y="198"/>
                  </a:lnTo>
                  <a:lnTo>
                    <a:pt x="10" y="158"/>
                  </a:lnTo>
                  <a:lnTo>
                    <a:pt x="38" y="132"/>
                  </a:lnTo>
                  <a:lnTo>
                    <a:pt x="251" y="20"/>
                  </a:lnTo>
                  <a:lnTo>
                    <a:pt x="293" y="0"/>
                  </a:lnTo>
                  <a:lnTo>
                    <a:pt x="380" y="2"/>
                  </a:lnTo>
                  <a:lnTo>
                    <a:pt x="398" y="9"/>
                  </a:lnTo>
                  <a:lnTo>
                    <a:pt x="466" y="98"/>
                  </a:lnTo>
                  <a:lnTo>
                    <a:pt x="472" y="149"/>
                  </a:lnTo>
                  <a:lnTo>
                    <a:pt x="462" y="176"/>
                  </a:lnTo>
                  <a:lnTo>
                    <a:pt x="338" y="334"/>
                  </a:lnTo>
                  <a:lnTo>
                    <a:pt x="238" y="442"/>
                  </a:lnTo>
                  <a:lnTo>
                    <a:pt x="201" y="461"/>
                  </a:lnTo>
                  <a:lnTo>
                    <a:pt x="109" y="473"/>
                  </a:lnTo>
                  <a:lnTo>
                    <a:pt x="96" y="4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6936761" y="2212448"/>
              <a:ext cx="727" cy="512"/>
            </a:xfrm>
            <a:custGeom>
              <a:avLst/>
              <a:pathLst>
                <a:path w="727" h="512">
                  <a:moveTo>
                    <a:pt x="533" y="0"/>
                  </a:moveTo>
                  <a:lnTo>
                    <a:pt x="700" y="112"/>
                  </a:lnTo>
                  <a:lnTo>
                    <a:pt x="724" y="139"/>
                  </a:lnTo>
                  <a:lnTo>
                    <a:pt x="727" y="162"/>
                  </a:lnTo>
                  <a:lnTo>
                    <a:pt x="708" y="176"/>
                  </a:lnTo>
                  <a:lnTo>
                    <a:pt x="679" y="175"/>
                  </a:lnTo>
                  <a:lnTo>
                    <a:pt x="608" y="142"/>
                  </a:lnTo>
                  <a:lnTo>
                    <a:pt x="576" y="125"/>
                  </a:lnTo>
                  <a:lnTo>
                    <a:pt x="544" y="105"/>
                  </a:lnTo>
                  <a:lnTo>
                    <a:pt x="496" y="85"/>
                  </a:lnTo>
                  <a:lnTo>
                    <a:pt x="440" y="104"/>
                  </a:lnTo>
                  <a:lnTo>
                    <a:pt x="396" y="134"/>
                  </a:lnTo>
                  <a:lnTo>
                    <a:pt x="364" y="157"/>
                  </a:lnTo>
                  <a:lnTo>
                    <a:pt x="289" y="259"/>
                  </a:lnTo>
                  <a:lnTo>
                    <a:pt x="287" y="278"/>
                  </a:lnTo>
                  <a:lnTo>
                    <a:pt x="295" y="300"/>
                  </a:lnTo>
                  <a:lnTo>
                    <a:pt x="341" y="367"/>
                  </a:lnTo>
                  <a:lnTo>
                    <a:pt x="357" y="416"/>
                  </a:lnTo>
                  <a:lnTo>
                    <a:pt x="345" y="463"/>
                  </a:lnTo>
                  <a:lnTo>
                    <a:pt x="286" y="501"/>
                  </a:lnTo>
                  <a:lnTo>
                    <a:pt x="263" y="512"/>
                  </a:lnTo>
                  <a:lnTo>
                    <a:pt x="239" y="500"/>
                  </a:lnTo>
                  <a:lnTo>
                    <a:pt x="82" y="413"/>
                  </a:lnTo>
                  <a:lnTo>
                    <a:pt x="0" y="352"/>
                  </a:lnTo>
                  <a:lnTo>
                    <a:pt x="3" y="325"/>
                  </a:lnTo>
                  <a:lnTo>
                    <a:pt x="93" y="90"/>
                  </a:lnTo>
                  <a:lnTo>
                    <a:pt x="106" y="58"/>
                  </a:lnTo>
                  <a:lnTo>
                    <a:pt x="378" y="2"/>
                  </a:lnTo>
                  <a:lnTo>
                    <a:pt x="525" y="3"/>
                  </a:lnTo>
                  <a:lnTo>
                    <a:pt x="533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6904286" y="2209977"/>
              <a:ext cx="8255" cy="4771"/>
            </a:xfrm>
            <a:custGeom>
              <a:avLst/>
              <a:pathLst>
                <a:path w="8255" h="4771">
                  <a:moveTo>
                    <a:pt x="4790" y="509"/>
                  </a:moveTo>
                  <a:lnTo>
                    <a:pt x="4832" y="605"/>
                  </a:lnTo>
                  <a:lnTo>
                    <a:pt x="5156" y="936"/>
                  </a:lnTo>
                  <a:lnTo>
                    <a:pt x="5362" y="799"/>
                  </a:lnTo>
                  <a:lnTo>
                    <a:pt x="5459" y="738"/>
                  </a:lnTo>
                  <a:lnTo>
                    <a:pt x="5540" y="714"/>
                  </a:lnTo>
                  <a:lnTo>
                    <a:pt x="5561" y="714"/>
                  </a:lnTo>
                  <a:lnTo>
                    <a:pt x="5575" y="750"/>
                  </a:lnTo>
                  <a:lnTo>
                    <a:pt x="5598" y="784"/>
                  </a:lnTo>
                  <a:lnTo>
                    <a:pt x="5698" y="857"/>
                  </a:lnTo>
                  <a:lnTo>
                    <a:pt x="5724" y="860"/>
                  </a:lnTo>
                  <a:lnTo>
                    <a:pt x="5785" y="777"/>
                  </a:lnTo>
                  <a:lnTo>
                    <a:pt x="5847" y="651"/>
                  </a:lnTo>
                  <a:lnTo>
                    <a:pt x="5840" y="596"/>
                  </a:lnTo>
                  <a:lnTo>
                    <a:pt x="5801" y="476"/>
                  </a:lnTo>
                  <a:lnTo>
                    <a:pt x="5805" y="455"/>
                  </a:lnTo>
                  <a:lnTo>
                    <a:pt x="5824" y="423"/>
                  </a:lnTo>
                  <a:lnTo>
                    <a:pt x="5853" y="395"/>
                  </a:lnTo>
                  <a:lnTo>
                    <a:pt x="5912" y="346"/>
                  </a:lnTo>
                  <a:lnTo>
                    <a:pt x="5932" y="340"/>
                  </a:lnTo>
                  <a:lnTo>
                    <a:pt x="5941" y="344"/>
                  </a:lnTo>
                  <a:lnTo>
                    <a:pt x="6056" y="470"/>
                  </a:lnTo>
                  <a:lnTo>
                    <a:pt x="6112" y="570"/>
                  </a:lnTo>
                  <a:lnTo>
                    <a:pt x="6089" y="709"/>
                  </a:lnTo>
                  <a:lnTo>
                    <a:pt x="6248" y="888"/>
                  </a:lnTo>
                  <a:lnTo>
                    <a:pt x="6326" y="935"/>
                  </a:lnTo>
                  <a:lnTo>
                    <a:pt x="6432" y="936"/>
                  </a:lnTo>
                  <a:lnTo>
                    <a:pt x="6551" y="917"/>
                  </a:lnTo>
                  <a:lnTo>
                    <a:pt x="6560" y="837"/>
                  </a:lnTo>
                  <a:lnTo>
                    <a:pt x="6554" y="811"/>
                  </a:lnTo>
                  <a:lnTo>
                    <a:pt x="6596" y="673"/>
                  </a:lnTo>
                  <a:lnTo>
                    <a:pt x="6616" y="644"/>
                  </a:lnTo>
                  <a:lnTo>
                    <a:pt x="6876" y="438"/>
                  </a:lnTo>
                  <a:lnTo>
                    <a:pt x="7075" y="393"/>
                  </a:lnTo>
                  <a:lnTo>
                    <a:pt x="7091" y="396"/>
                  </a:lnTo>
                  <a:lnTo>
                    <a:pt x="7249" y="471"/>
                  </a:lnTo>
                  <a:lnTo>
                    <a:pt x="7590" y="732"/>
                  </a:lnTo>
                  <a:lnTo>
                    <a:pt x="7697" y="852"/>
                  </a:lnTo>
                  <a:lnTo>
                    <a:pt x="7725" y="852"/>
                  </a:lnTo>
                  <a:lnTo>
                    <a:pt x="7891" y="799"/>
                  </a:lnTo>
                  <a:lnTo>
                    <a:pt x="8160" y="917"/>
                  </a:lnTo>
                  <a:lnTo>
                    <a:pt x="8185" y="967"/>
                  </a:lnTo>
                  <a:lnTo>
                    <a:pt x="8255" y="1280"/>
                  </a:lnTo>
                  <a:lnTo>
                    <a:pt x="8231" y="1381"/>
                  </a:lnTo>
                  <a:lnTo>
                    <a:pt x="8210" y="1411"/>
                  </a:lnTo>
                  <a:lnTo>
                    <a:pt x="8049" y="1563"/>
                  </a:lnTo>
                  <a:lnTo>
                    <a:pt x="8038" y="1566"/>
                  </a:lnTo>
                  <a:lnTo>
                    <a:pt x="8000" y="1557"/>
                  </a:lnTo>
                  <a:lnTo>
                    <a:pt x="7984" y="1559"/>
                  </a:lnTo>
                  <a:lnTo>
                    <a:pt x="7914" y="1656"/>
                  </a:lnTo>
                  <a:lnTo>
                    <a:pt x="7817" y="1934"/>
                  </a:lnTo>
                  <a:lnTo>
                    <a:pt x="7689" y="1985"/>
                  </a:lnTo>
                  <a:lnTo>
                    <a:pt x="7578" y="1974"/>
                  </a:lnTo>
                  <a:lnTo>
                    <a:pt x="7576" y="1950"/>
                  </a:lnTo>
                  <a:lnTo>
                    <a:pt x="7503" y="1885"/>
                  </a:lnTo>
                  <a:lnTo>
                    <a:pt x="7443" y="1869"/>
                  </a:lnTo>
                  <a:lnTo>
                    <a:pt x="7368" y="1858"/>
                  </a:lnTo>
                  <a:lnTo>
                    <a:pt x="7247" y="1877"/>
                  </a:lnTo>
                  <a:lnTo>
                    <a:pt x="7155" y="1909"/>
                  </a:lnTo>
                  <a:lnTo>
                    <a:pt x="6849" y="2066"/>
                  </a:lnTo>
                  <a:lnTo>
                    <a:pt x="6526" y="2256"/>
                  </a:lnTo>
                  <a:lnTo>
                    <a:pt x="6470" y="2292"/>
                  </a:lnTo>
                  <a:lnTo>
                    <a:pt x="6218" y="2460"/>
                  </a:lnTo>
                  <a:lnTo>
                    <a:pt x="6192" y="2487"/>
                  </a:lnTo>
                  <a:lnTo>
                    <a:pt x="6157" y="2560"/>
                  </a:lnTo>
                  <a:lnTo>
                    <a:pt x="6150" y="2594"/>
                  </a:lnTo>
                  <a:lnTo>
                    <a:pt x="5901" y="2664"/>
                  </a:lnTo>
                  <a:lnTo>
                    <a:pt x="5884" y="2642"/>
                  </a:lnTo>
                  <a:lnTo>
                    <a:pt x="5877" y="2579"/>
                  </a:lnTo>
                  <a:lnTo>
                    <a:pt x="5891" y="2520"/>
                  </a:lnTo>
                  <a:lnTo>
                    <a:pt x="5888" y="2509"/>
                  </a:lnTo>
                  <a:lnTo>
                    <a:pt x="5847" y="2486"/>
                  </a:lnTo>
                  <a:lnTo>
                    <a:pt x="5789" y="2476"/>
                  </a:lnTo>
                  <a:lnTo>
                    <a:pt x="5669" y="2488"/>
                  </a:lnTo>
                  <a:lnTo>
                    <a:pt x="5573" y="2520"/>
                  </a:lnTo>
                  <a:lnTo>
                    <a:pt x="5481" y="2566"/>
                  </a:lnTo>
                  <a:lnTo>
                    <a:pt x="5464" y="2590"/>
                  </a:lnTo>
                  <a:lnTo>
                    <a:pt x="5460" y="2609"/>
                  </a:lnTo>
                  <a:lnTo>
                    <a:pt x="5461" y="2620"/>
                  </a:lnTo>
                  <a:lnTo>
                    <a:pt x="5481" y="2648"/>
                  </a:lnTo>
                  <a:lnTo>
                    <a:pt x="5478" y="2680"/>
                  </a:lnTo>
                  <a:lnTo>
                    <a:pt x="5410" y="2636"/>
                  </a:lnTo>
                  <a:lnTo>
                    <a:pt x="5374" y="2557"/>
                  </a:lnTo>
                  <a:lnTo>
                    <a:pt x="5348" y="2447"/>
                  </a:lnTo>
                  <a:lnTo>
                    <a:pt x="5375" y="2365"/>
                  </a:lnTo>
                  <a:lnTo>
                    <a:pt x="5372" y="2343"/>
                  </a:lnTo>
                  <a:lnTo>
                    <a:pt x="5357" y="2326"/>
                  </a:lnTo>
                  <a:lnTo>
                    <a:pt x="5292" y="2293"/>
                  </a:lnTo>
                  <a:lnTo>
                    <a:pt x="5233" y="2280"/>
                  </a:lnTo>
                  <a:lnTo>
                    <a:pt x="5010" y="2314"/>
                  </a:lnTo>
                  <a:lnTo>
                    <a:pt x="4993" y="2322"/>
                  </a:lnTo>
                  <a:lnTo>
                    <a:pt x="4959" y="2339"/>
                  </a:lnTo>
                  <a:lnTo>
                    <a:pt x="4927" y="2361"/>
                  </a:lnTo>
                  <a:lnTo>
                    <a:pt x="4717" y="2507"/>
                  </a:lnTo>
                  <a:lnTo>
                    <a:pt x="4694" y="2531"/>
                  </a:lnTo>
                  <a:lnTo>
                    <a:pt x="4683" y="2543"/>
                  </a:lnTo>
                  <a:lnTo>
                    <a:pt x="4676" y="2550"/>
                  </a:lnTo>
                  <a:lnTo>
                    <a:pt x="4658" y="2559"/>
                  </a:lnTo>
                  <a:lnTo>
                    <a:pt x="4651" y="2561"/>
                  </a:lnTo>
                  <a:lnTo>
                    <a:pt x="4641" y="2561"/>
                  </a:lnTo>
                  <a:lnTo>
                    <a:pt x="4634" y="2557"/>
                  </a:lnTo>
                  <a:lnTo>
                    <a:pt x="4627" y="2551"/>
                  </a:lnTo>
                  <a:lnTo>
                    <a:pt x="4612" y="2534"/>
                  </a:lnTo>
                  <a:lnTo>
                    <a:pt x="4599" y="2518"/>
                  </a:lnTo>
                  <a:lnTo>
                    <a:pt x="4595" y="2510"/>
                  </a:lnTo>
                  <a:lnTo>
                    <a:pt x="4593" y="2497"/>
                  </a:lnTo>
                  <a:lnTo>
                    <a:pt x="4582" y="2495"/>
                  </a:lnTo>
                  <a:lnTo>
                    <a:pt x="4555" y="2492"/>
                  </a:lnTo>
                  <a:lnTo>
                    <a:pt x="4545" y="2492"/>
                  </a:lnTo>
                  <a:lnTo>
                    <a:pt x="4528" y="2490"/>
                  </a:lnTo>
                  <a:lnTo>
                    <a:pt x="4508" y="2492"/>
                  </a:lnTo>
                  <a:lnTo>
                    <a:pt x="4487" y="2498"/>
                  </a:lnTo>
                  <a:lnTo>
                    <a:pt x="4481" y="2501"/>
                  </a:lnTo>
                  <a:lnTo>
                    <a:pt x="4481" y="2507"/>
                  </a:lnTo>
                  <a:lnTo>
                    <a:pt x="4484" y="2516"/>
                  </a:lnTo>
                  <a:lnTo>
                    <a:pt x="4486" y="2520"/>
                  </a:lnTo>
                  <a:lnTo>
                    <a:pt x="4487" y="2526"/>
                  </a:lnTo>
                  <a:lnTo>
                    <a:pt x="4487" y="2532"/>
                  </a:lnTo>
                  <a:lnTo>
                    <a:pt x="4481" y="2535"/>
                  </a:lnTo>
                  <a:lnTo>
                    <a:pt x="4475" y="2535"/>
                  </a:lnTo>
                  <a:lnTo>
                    <a:pt x="4451" y="2538"/>
                  </a:lnTo>
                  <a:lnTo>
                    <a:pt x="4427" y="2542"/>
                  </a:lnTo>
                  <a:lnTo>
                    <a:pt x="4357" y="2556"/>
                  </a:lnTo>
                  <a:lnTo>
                    <a:pt x="4330" y="2564"/>
                  </a:lnTo>
                  <a:lnTo>
                    <a:pt x="4321" y="2567"/>
                  </a:lnTo>
                  <a:lnTo>
                    <a:pt x="4292" y="2579"/>
                  </a:lnTo>
                  <a:lnTo>
                    <a:pt x="4215" y="2613"/>
                  </a:lnTo>
                  <a:lnTo>
                    <a:pt x="4185" y="2628"/>
                  </a:lnTo>
                  <a:lnTo>
                    <a:pt x="4167" y="2637"/>
                  </a:lnTo>
                  <a:lnTo>
                    <a:pt x="3929" y="2792"/>
                  </a:lnTo>
                  <a:lnTo>
                    <a:pt x="3593" y="3040"/>
                  </a:lnTo>
                  <a:lnTo>
                    <a:pt x="3531" y="3098"/>
                  </a:lnTo>
                  <a:lnTo>
                    <a:pt x="3334" y="3321"/>
                  </a:lnTo>
                  <a:lnTo>
                    <a:pt x="3133" y="3487"/>
                  </a:lnTo>
                  <a:lnTo>
                    <a:pt x="2890" y="3700"/>
                  </a:lnTo>
                  <a:lnTo>
                    <a:pt x="2634" y="3937"/>
                  </a:lnTo>
                  <a:lnTo>
                    <a:pt x="2546" y="4007"/>
                  </a:lnTo>
                  <a:lnTo>
                    <a:pt x="2403" y="4133"/>
                  </a:lnTo>
                  <a:lnTo>
                    <a:pt x="2246" y="4282"/>
                  </a:lnTo>
                  <a:lnTo>
                    <a:pt x="2239" y="4290"/>
                  </a:lnTo>
                  <a:lnTo>
                    <a:pt x="2221" y="4391"/>
                  </a:lnTo>
                  <a:lnTo>
                    <a:pt x="2203" y="4439"/>
                  </a:lnTo>
                  <a:lnTo>
                    <a:pt x="2146" y="4516"/>
                  </a:lnTo>
                  <a:lnTo>
                    <a:pt x="2121" y="4529"/>
                  </a:lnTo>
                  <a:lnTo>
                    <a:pt x="2078" y="4523"/>
                  </a:lnTo>
                  <a:lnTo>
                    <a:pt x="1892" y="4462"/>
                  </a:lnTo>
                  <a:lnTo>
                    <a:pt x="1883" y="4459"/>
                  </a:lnTo>
                  <a:lnTo>
                    <a:pt x="1846" y="4421"/>
                  </a:lnTo>
                  <a:lnTo>
                    <a:pt x="1836" y="4392"/>
                  </a:lnTo>
                  <a:lnTo>
                    <a:pt x="1850" y="4345"/>
                  </a:lnTo>
                  <a:lnTo>
                    <a:pt x="1887" y="4302"/>
                  </a:lnTo>
                  <a:lnTo>
                    <a:pt x="1890" y="4261"/>
                  </a:lnTo>
                  <a:lnTo>
                    <a:pt x="1883" y="4239"/>
                  </a:lnTo>
                  <a:lnTo>
                    <a:pt x="1827" y="4142"/>
                  </a:lnTo>
                  <a:lnTo>
                    <a:pt x="1795" y="4114"/>
                  </a:lnTo>
                  <a:lnTo>
                    <a:pt x="1716" y="4095"/>
                  </a:lnTo>
                  <a:lnTo>
                    <a:pt x="1680" y="4095"/>
                  </a:lnTo>
                  <a:lnTo>
                    <a:pt x="1468" y="4133"/>
                  </a:lnTo>
                  <a:lnTo>
                    <a:pt x="1307" y="4183"/>
                  </a:lnTo>
                  <a:lnTo>
                    <a:pt x="1284" y="4195"/>
                  </a:lnTo>
                  <a:lnTo>
                    <a:pt x="1031" y="4346"/>
                  </a:lnTo>
                  <a:lnTo>
                    <a:pt x="1023" y="4383"/>
                  </a:lnTo>
                  <a:lnTo>
                    <a:pt x="963" y="4445"/>
                  </a:lnTo>
                  <a:lnTo>
                    <a:pt x="753" y="4542"/>
                  </a:lnTo>
                  <a:lnTo>
                    <a:pt x="687" y="4495"/>
                  </a:lnTo>
                  <a:lnTo>
                    <a:pt x="679" y="4479"/>
                  </a:lnTo>
                  <a:lnTo>
                    <a:pt x="662" y="4465"/>
                  </a:lnTo>
                  <a:lnTo>
                    <a:pt x="628" y="4454"/>
                  </a:lnTo>
                  <a:lnTo>
                    <a:pt x="495" y="4455"/>
                  </a:lnTo>
                  <a:lnTo>
                    <a:pt x="485" y="4462"/>
                  </a:lnTo>
                  <a:lnTo>
                    <a:pt x="446" y="4575"/>
                  </a:lnTo>
                  <a:lnTo>
                    <a:pt x="395" y="4646"/>
                  </a:lnTo>
                  <a:lnTo>
                    <a:pt x="90" y="4771"/>
                  </a:lnTo>
                  <a:lnTo>
                    <a:pt x="21" y="4703"/>
                  </a:lnTo>
                  <a:lnTo>
                    <a:pt x="0" y="4626"/>
                  </a:lnTo>
                  <a:lnTo>
                    <a:pt x="66" y="4580"/>
                  </a:lnTo>
                  <a:lnTo>
                    <a:pt x="109" y="4561"/>
                  </a:lnTo>
                  <a:lnTo>
                    <a:pt x="143" y="4509"/>
                  </a:lnTo>
                  <a:lnTo>
                    <a:pt x="120" y="4354"/>
                  </a:lnTo>
                  <a:lnTo>
                    <a:pt x="128" y="4178"/>
                  </a:lnTo>
                  <a:lnTo>
                    <a:pt x="146" y="4106"/>
                  </a:lnTo>
                  <a:lnTo>
                    <a:pt x="183" y="4104"/>
                  </a:lnTo>
                  <a:lnTo>
                    <a:pt x="225" y="4124"/>
                  </a:lnTo>
                  <a:lnTo>
                    <a:pt x="246" y="4150"/>
                  </a:lnTo>
                  <a:lnTo>
                    <a:pt x="313" y="4173"/>
                  </a:lnTo>
                  <a:lnTo>
                    <a:pt x="400" y="4198"/>
                  </a:lnTo>
                  <a:lnTo>
                    <a:pt x="456" y="4171"/>
                  </a:lnTo>
                  <a:lnTo>
                    <a:pt x="489" y="4141"/>
                  </a:lnTo>
                  <a:lnTo>
                    <a:pt x="500" y="4111"/>
                  </a:lnTo>
                  <a:lnTo>
                    <a:pt x="450" y="4047"/>
                  </a:lnTo>
                  <a:lnTo>
                    <a:pt x="458" y="3988"/>
                  </a:lnTo>
                  <a:lnTo>
                    <a:pt x="475" y="3952"/>
                  </a:lnTo>
                  <a:lnTo>
                    <a:pt x="536" y="3878"/>
                  </a:lnTo>
                  <a:lnTo>
                    <a:pt x="615" y="3900"/>
                  </a:lnTo>
                  <a:lnTo>
                    <a:pt x="669" y="3924"/>
                  </a:lnTo>
                  <a:lnTo>
                    <a:pt x="723" y="3969"/>
                  </a:lnTo>
                  <a:lnTo>
                    <a:pt x="884" y="3892"/>
                  </a:lnTo>
                  <a:lnTo>
                    <a:pt x="967" y="3658"/>
                  </a:lnTo>
                  <a:lnTo>
                    <a:pt x="964" y="3629"/>
                  </a:lnTo>
                  <a:lnTo>
                    <a:pt x="903" y="3489"/>
                  </a:lnTo>
                  <a:lnTo>
                    <a:pt x="877" y="3455"/>
                  </a:lnTo>
                  <a:lnTo>
                    <a:pt x="740" y="3367"/>
                  </a:lnTo>
                  <a:lnTo>
                    <a:pt x="678" y="3342"/>
                  </a:lnTo>
                  <a:lnTo>
                    <a:pt x="760" y="3274"/>
                  </a:lnTo>
                  <a:lnTo>
                    <a:pt x="792" y="3256"/>
                  </a:lnTo>
                  <a:lnTo>
                    <a:pt x="828" y="3194"/>
                  </a:lnTo>
                  <a:lnTo>
                    <a:pt x="860" y="3068"/>
                  </a:lnTo>
                  <a:lnTo>
                    <a:pt x="930" y="2987"/>
                  </a:lnTo>
                  <a:lnTo>
                    <a:pt x="1044" y="2894"/>
                  </a:lnTo>
                  <a:lnTo>
                    <a:pt x="1207" y="2796"/>
                  </a:lnTo>
                  <a:lnTo>
                    <a:pt x="1468" y="2805"/>
                  </a:lnTo>
                  <a:lnTo>
                    <a:pt x="1604" y="2619"/>
                  </a:lnTo>
                  <a:lnTo>
                    <a:pt x="1836" y="2403"/>
                  </a:lnTo>
                  <a:lnTo>
                    <a:pt x="1916" y="2156"/>
                  </a:lnTo>
                  <a:lnTo>
                    <a:pt x="1937" y="2034"/>
                  </a:lnTo>
                  <a:lnTo>
                    <a:pt x="1933" y="1975"/>
                  </a:lnTo>
                  <a:lnTo>
                    <a:pt x="1930" y="1963"/>
                  </a:lnTo>
                  <a:lnTo>
                    <a:pt x="1855" y="1674"/>
                  </a:lnTo>
                  <a:lnTo>
                    <a:pt x="1846" y="1648"/>
                  </a:lnTo>
                  <a:lnTo>
                    <a:pt x="1660" y="1296"/>
                  </a:lnTo>
                  <a:lnTo>
                    <a:pt x="1640" y="1276"/>
                  </a:lnTo>
                  <a:lnTo>
                    <a:pt x="1490" y="1189"/>
                  </a:lnTo>
                  <a:lnTo>
                    <a:pt x="1369" y="1232"/>
                  </a:lnTo>
                  <a:lnTo>
                    <a:pt x="1128" y="1169"/>
                  </a:lnTo>
                  <a:lnTo>
                    <a:pt x="1087" y="1149"/>
                  </a:lnTo>
                  <a:lnTo>
                    <a:pt x="1076" y="1123"/>
                  </a:lnTo>
                  <a:lnTo>
                    <a:pt x="1100" y="1025"/>
                  </a:lnTo>
                  <a:lnTo>
                    <a:pt x="1114" y="997"/>
                  </a:lnTo>
                  <a:lnTo>
                    <a:pt x="1303" y="650"/>
                  </a:lnTo>
                  <a:lnTo>
                    <a:pt x="1614" y="365"/>
                  </a:lnTo>
                  <a:lnTo>
                    <a:pt x="1631" y="358"/>
                  </a:lnTo>
                  <a:lnTo>
                    <a:pt x="1663" y="361"/>
                  </a:lnTo>
                  <a:lnTo>
                    <a:pt x="1706" y="388"/>
                  </a:lnTo>
                  <a:lnTo>
                    <a:pt x="1733" y="476"/>
                  </a:lnTo>
                  <a:lnTo>
                    <a:pt x="1804" y="599"/>
                  </a:lnTo>
                  <a:lnTo>
                    <a:pt x="1837" y="596"/>
                  </a:lnTo>
                  <a:lnTo>
                    <a:pt x="1916" y="603"/>
                  </a:lnTo>
                  <a:lnTo>
                    <a:pt x="1951" y="615"/>
                  </a:lnTo>
                  <a:lnTo>
                    <a:pt x="2229" y="716"/>
                  </a:lnTo>
                  <a:lnTo>
                    <a:pt x="2525" y="887"/>
                  </a:lnTo>
                  <a:lnTo>
                    <a:pt x="2706" y="994"/>
                  </a:lnTo>
                  <a:lnTo>
                    <a:pt x="2837" y="993"/>
                  </a:lnTo>
                  <a:lnTo>
                    <a:pt x="2896" y="918"/>
                  </a:lnTo>
                  <a:lnTo>
                    <a:pt x="2873" y="881"/>
                  </a:lnTo>
                  <a:lnTo>
                    <a:pt x="2883" y="849"/>
                  </a:lnTo>
                  <a:lnTo>
                    <a:pt x="2904" y="834"/>
                  </a:lnTo>
                  <a:lnTo>
                    <a:pt x="2954" y="809"/>
                  </a:lnTo>
                  <a:lnTo>
                    <a:pt x="3003" y="814"/>
                  </a:lnTo>
                  <a:lnTo>
                    <a:pt x="3228" y="869"/>
                  </a:lnTo>
                  <a:lnTo>
                    <a:pt x="3340" y="906"/>
                  </a:lnTo>
                  <a:lnTo>
                    <a:pt x="3471" y="792"/>
                  </a:lnTo>
                  <a:lnTo>
                    <a:pt x="3702" y="497"/>
                  </a:lnTo>
                  <a:lnTo>
                    <a:pt x="3667" y="411"/>
                  </a:lnTo>
                  <a:lnTo>
                    <a:pt x="3635" y="352"/>
                  </a:lnTo>
                  <a:lnTo>
                    <a:pt x="3638" y="330"/>
                  </a:lnTo>
                  <a:lnTo>
                    <a:pt x="3835" y="261"/>
                  </a:lnTo>
                  <a:lnTo>
                    <a:pt x="3862" y="263"/>
                  </a:lnTo>
                  <a:lnTo>
                    <a:pt x="3875" y="283"/>
                  </a:lnTo>
                  <a:lnTo>
                    <a:pt x="3945" y="450"/>
                  </a:lnTo>
                  <a:lnTo>
                    <a:pt x="4159" y="300"/>
                  </a:lnTo>
                  <a:lnTo>
                    <a:pt x="4269" y="195"/>
                  </a:lnTo>
                  <a:lnTo>
                    <a:pt x="4352" y="97"/>
                  </a:lnTo>
                  <a:lnTo>
                    <a:pt x="4360" y="29"/>
                  </a:lnTo>
                  <a:lnTo>
                    <a:pt x="4439" y="1"/>
                  </a:lnTo>
                  <a:lnTo>
                    <a:pt x="4482" y="0"/>
                  </a:lnTo>
                  <a:lnTo>
                    <a:pt x="4530" y="9"/>
                  </a:lnTo>
                  <a:lnTo>
                    <a:pt x="4646" y="48"/>
                  </a:lnTo>
                  <a:lnTo>
                    <a:pt x="4816" y="114"/>
                  </a:lnTo>
                  <a:lnTo>
                    <a:pt x="4848" y="150"/>
                  </a:lnTo>
                  <a:lnTo>
                    <a:pt x="4859" y="181"/>
                  </a:lnTo>
                  <a:lnTo>
                    <a:pt x="4839" y="337"/>
                  </a:lnTo>
                  <a:lnTo>
                    <a:pt x="4824" y="451"/>
                  </a:lnTo>
                  <a:lnTo>
                    <a:pt x="4791" y="477"/>
                  </a:lnTo>
                  <a:lnTo>
                    <a:pt x="4790" y="5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6937255" y="2211989"/>
              <a:ext cx="325" cy="275"/>
            </a:xfrm>
            <a:custGeom>
              <a:avLst/>
              <a:pathLst>
                <a:path w="325" h="275">
                  <a:moveTo>
                    <a:pt x="324" y="226"/>
                  </a:moveTo>
                  <a:lnTo>
                    <a:pt x="325" y="234"/>
                  </a:lnTo>
                  <a:lnTo>
                    <a:pt x="320" y="239"/>
                  </a:lnTo>
                  <a:lnTo>
                    <a:pt x="317" y="243"/>
                  </a:lnTo>
                  <a:lnTo>
                    <a:pt x="296" y="246"/>
                  </a:lnTo>
                  <a:lnTo>
                    <a:pt x="275" y="249"/>
                  </a:lnTo>
                  <a:lnTo>
                    <a:pt x="267" y="247"/>
                  </a:lnTo>
                  <a:lnTo>
                    <a:pt x="247" y="243"/>
                  </a:lnTo>
                  <a:lnTo>
                    <a:pt x="232" y="230"/>
                  </a:lnTo>
                  <a:lnTo>
                    <a:pt x="205" y="223"/>
                  </a:lnTo>
                  <a:lnTo>
                    <a:pt x="170" y="225"/>
                  </a:lnTo>
                  <a:lnTo>
                    <a:pt x="138" y="233"/>
                  </a:lnTo>
                  <a:lnTo>
                    <a:pt x="120" y="245"/>
                  </a:lnTo>
                  <a:lnTo>
                    <a:pt x="91" y="274"/>
                  </a:lnTo>
                  <a:lnTo>
                    <a:pt x="86" y="275"/>
                  </a:lnTo>
                  <a:lnTo>
                    <a:pt x="69" y="273"/>
                  </a:lnTo>
                  <a:lnTo>
                    <a:pt x="39" y="253"/>
                  </a:lnTo>
                  <a:lnTo>
                    <a:pt x="0" y="135"/>
                  </a:lnTo>
                  <a:lnTo>
                    <a:pt x="0" y="115"/>
                  </a:lnTo>
                  <a:lnTo>
                    <a:pt x="55" y="60"/>
                  </a:lnTo>
                  <a:lnTo>
                    <a:pt x="147" y="1"/>
                  </a:lnTo>
                  <a:lnTo>
                    <a:pt x="182" y="0"/>
                  </a:lnTo>
                  <a:lnTo>
                    <a:pt x="269" y="18"/>
                  </a:lnTo>
                  <a:lnTo>
                    <a:pt x="270" y="33"/>
                  </a:lnTo>
                  <a:lnTo>
                    <a:pt x="271" y="54"/>
                  </a:lnTo>
                  <a:lnTo>
                    <a:pt x="265" y="76"/>
                  </a:lnTo>
                  <a:lnTo>
                    <a:pt x="246" y="95"/>
                  </a:lnTo>
                  <a:lnTo>
                    <a:pt x="227" y="113"/>
                  </a:lnTo>
                  <a:lnTo>
                    <a:pt x="227" y="121"/>
                  </a:lnTo>
                  <a:lnTo>
                    <a:pt x="236" y="163"/>
                  </a:lnTo>
                  <a:lnTo>
                    <a:pt x="263" y="190"/>
                  </a:lnTo>
                  <a:lnTo>
                    <a:pt x="306" y="213"/>
                  </a:lnTo>
                  <a:lnTo>
                    <a:pt x="324" y="2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6944852" y="2212123"/>
              <a:ext cx="1708" cy="821"/>
            </a:xfrm>
            <a:custGeom>
              <a:avLst/>
              <a:pathLst>
                <a:path w="1708" h="821">
                  <a:moveTo>
                    <a:pt x="905" y="38"/>
                  </a:moveTo>
                  <a:lnTo>
                    <a:pt x="1131" y="99"/>
                  </a:lnTo>
                  <a:lnTo>
                    <a:pt x="1223" y="102"/>
                  </a:lnTo>
                  <a:lnTo>
                    <a:pt x="1508" y="181"/>
                  </a:lnTo>
                  <a:lnTo>
                    <a:pt x="1573" y="209"/>
                  </a:lnTo>
                  <a:lnTo>
                    <a:pt x="1686" y="257"/>
                  </a:lnTo>
                  <a:lnTo>
                    <a:pt x="1699" y="269"/>
                  </a:lnTo>
                  <a:lnTo>
                    <a:pt x="1708" y="304"/>
                  </a:lnTo>
                  <a:lnTo>
                    <a:pt x="1662" y="421"/>
                  </a:lnTo>
                  <a:lnTo>
                    <a:pt x="1603" y="477"/>
                  </a:lnTo>
                  <a:lnTo>
                    <a:pt x="1278" y="674"/>
                  </a:lnTo>
                  <a:lnTo>
                    <a:pt x="1155" y="786"/>
                  </a:lnTo>
                  <a:lnTo>
                    <a:pt x="967" y="820"/>
                  </a:lnTo>
                  <a:lnTo>
                    <a:pt x="887" y="779"/>
                  </a:lnTo>
                  <a:lnTo>
                    <a:pt x="892" y="759"/>
                  </a:lnTo>
                  <a:lnTo>
                    <a:pt x="886" y="749"/>
                  </a:lnTo>
                  <a:lnTo>
                    <a:pt x="792" y="686"/>
                  </a:lnTo>
                  <a:lnTo>
                    <a:pt x="663" y="636"/>
                  </a:lnTo>
                  <a:lnTo>
                    <a:pt x="644" y="644"/>
                  </a:lnTo>
                  <a:lnTo>
                    <a:pt x="597" y="682"/>
                  </a:lnTo>
                  <a:lnTo>
                    <a:pt x="542" y="730"/>
                  </a:lnTo>
                  <a:lnTo>
                    <a:pt x="420" y="800"/>
                  </a:lnTo>
                  <a:lnTo>
                    <a:pt x="369" y="821"/>
                  </a:lnTo>
                  <a:lnTo>
                    <a:pt x="309" y="817"/>
                  </a:lnTo>
                  <a:lnTo>
                    <a:pt x="287" y="814"/>
                  </a:lnTo>
                  <a:lnTo>
                    <a:pt x="244" y="781"/>
                  </a:lnTo>
                  <a:lnTo>
                    <a:pt x="230" y="724"/>
                  </a:lnTo>
                  <a:lnTo>
                    <a:pt x="243" y="704"/>
                  </a:lnTo>
                  <a:lnTo>
                    <a:pt x="294" y="660"/>
                  </a:lnTo>
                  <a:lnTo>
                    <a:pt x="302" y="635"/>
                  </a:lnTo>
                  <a:lnTo>
                    <a:pt x="306" y="603"/>
                  </a:lnTo>
                  <a:lnTo>
                    <a:pt x="299" y="340"/>
                  </a:lnTo>
                  <a:lnTo>
                    <a:pt x="294" y="335"/>
                  </a:lnTo>
                  <a:lnTo>
                    <a:pt x="160" y="362"/>
                  </a:lnTo>
                  <a:lnTo>
                    <a:pt x="104" y="398"/>
                  </a:lnTo>
                  <a:lnTo>
                    <a:pt x="22" y="470"/>
                  </a:lnTo>
                  <a:lnTo>
                    <a:pt x="0" y="478"/>
                  </a:lnTo>
                  <a:lnTo>
                    <a:pt x="0" y="462"/>
                  </a:lnTo>
                  <a:lnTo>
                    <a:pt x="158" y="260"/>
                  </a:lnTo>
                  <a:lnTo>
                    <a:pt x="176" y="250"/>
                  </a:lnTo>
                  <a:lnTo>
                    <a:pt x="242" y="215"/>
                  </a:lnTo>
                  <a:lnTo>
                    <a:pt x="340" y="173"/>
                  </a:lnTo>
                  <a:lnTo>
                    <a:pt x="370" y="167"/>
                  </a:lnTo>
                  <a:lnTo>
                    <a:pt x="403" y="175"/>
                  </a:lnTo>
                  <a:lnTo>
                    <a:pt x="483" y="161"/>
                  </a:lnTo>
                  <a:lnTo>
                    <a:pt x="553" y="139"/>
                  </a:lnTo>
                  <a:lnTo>
                    <a:pt x="651" y="75"/>
                  </a:lnTo>
                  <a:lnTo>
                    <a:pt x="773" y="3"/>
                  </a:lnTo>
                  <a:lnTo>
                    <a:pt x="790" y="0"/>
                  </a:lnTo>
                  <a:lnTo>
                    <a:pt x="905" y="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6904817" y="2208424"/>
              <a:ext cx="498" cy="982"/>
            </a:xfrm>
            <a:custGeom>
              <a:avLst/>
              <a:pathLst>
                <a:path w="498" h="982">
                  <a:moveTo>
                    <a:pt x="329" y="433"/>
                  </a:moveTo>
                  <a:lnTo>
                    <a:pt x="498" y="921"/>
                  </a:lnTo>
                  <a:lnTo>
                    <a:pt x="337" y="981"/>
                  </a:lnTo>
                  <a:lnTo>
                    <a:pt x="332" y="982"/>
                  </a:lnTo>
                  <a:lnTo>
                    <a:pt x="167" y="503"/>
                  </a:lnTo>
                  <a:lnTo>
                    <a:pt x="110" y="509"/>
                  </a:lnTo>
                  <a:lnTo>
                    <a:pt x="0" y="232"/>
                  </a:lnTo>
                  <a:lnTo>
                    <a:pt x="115" y="41"/>
                  </a:lnTo>
                  <a:lnTo>
                    <a:pt x="165" y="0"/>
                  </a:lnTo>
                  <a:lnTo>
                    <a:pt x="329" y="43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6903628" y="2208294"/>
              <a:ext cx="761" cy="1152"/>
            </a:xfrm>
            <a:custGeom>
              <a:avLst/>
              <a:pathLst>
                <a:path w="761" h="1152">
                  <a:moveTo>
                    <a:pt x="407" y="182"/>
                  </a:moveTo>
                  <a:lnTo>
                    <a:pt x="517" y="344"/>
                  </a:lnTo>
                  <a:lnTo>
                    <a:pt x="526" y="343"/>
                  </a:lnTo>
                  <a:lnTo>
                    <a:pt x="545" y="325"/>
                  </a:lnTo>
                  <a:lnTo>
                    <a:pt x="691" y="282"/>
                  </a:lnTo>
                  <a:lnTo>
                    <a:pt x="761" y="345"/>
                  </a:lnTo>
                  <a:lnTo>
                    <a:pt x="755" y="369"/>
                  </a:lnTo>
                  <a:lnTo>
                    <a:pt x="687" y="491"/>
                  </a:lnTo>
                  <a:lnTo>
                    <a:pt x="608" y="554"/>
                  </a:lnTo>
                  <a:lnTo>
                    <a:pt x="534" y="683"/>
                  </a:lnTo>
                  <a:lnTo>
                    <a:pt x="510" y="758"/>
                  </a:lnTo>
                  <a:lnTo>
                    <a:pt x="455" y="883"/>
                  </a:lnTo>
                  <a:lnTo>
                    <a:pt x="351" y="1058"/>
                  </a:lnTo>
                  <a:lnTo>
                    <a:pt x="253" y="1100"/>
                  </a:lnTo>
                  <a:lnTo>
                    <a:pt x="231" y="1149"/>
                  </a:lnTo>
                  <a:lnTo>
                    <a:pt x="220" y="1152"/>
                  </a:lnTo>
                  <a:lnTo>
                    <a:pt x="121" y="1152"/>
                  </a:lnTo>
                  <a:lnTo>
                    <a:pt x="82" y="1127"/>
                  </a:lnTo>
                  <a:lnTo>
                    <a:pt x="47" y="1028"/>
                  </a:lnTo>
                  <a:lnTo>
                    <a:pt x="33" y="948"/>
                  </a:lnTo>
                  <a:lnTo>
                    <a:pt x="16" y="788"/>
                  </a:lnTo>
                  <a:lnTo>
                    <a:pt x="4" y="640"/>
                  </a:lnTo>
                  <a:lnTo>
                    <a:pt x="0" y="499"/>
                  </a:lnTo>
                  <a:lnTo>
                    <a:pt x="0" y="457"/>
                  </a:lnTo>
                  <a:lnTo>
                    <a:pt x="52" y="219"/>
                  </a:lnTo>
                  <a:lnTo>
                    <a:pt x="126" y="73"/>
                  </a:lnTo>
                  <a:lnTo>
                    <a:pt x="153" y="45"/>
                  </a:lnTo>
                  <a:lnTo>
                    <a:pt x="223" y="2"/>
                  </a:lnTo>
                  <a:lnTo>
                    <a:pt x="236" y="0"/>
                  </a:lnTo>
                  <a:lnTo>
                    <a:pt x="331" y="3"/>
                  </a:lnTo>
                  <a:lnTo>
                    <a:pt x="354" y="23"/>
                  </a:lnTo>
                  <a:lnTo>
                    <a:pt x="402" y="86"/>
                  </a:lnTo>
                  <a:lnTo>
                    <a:pt x="400" y="147"/>
                  </a:lnTo>
                  <a:lnTo>
                    <a:pt x="407" y="1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6779579" y="2199995"/>
              <a:ext cx="2008" cy="2269"/>
            </a:xfrm>
            <a:custGeom>
              <a:avLst/>
              <a:pathLst>
                <a:path w="2008" h="2269">
                  <a:moveTo>
                    <a:pt x="1984" y="495"/>
                  </a:moveTo>
                  <a:lnTo>
                    <a:pt x="1941" y="565"/>
                  </a:lnTo>
                  <a:lnTo>
                    <a:pt x="1937" y="571"/>
                  </a:lnTo>
                  <a:lnTo>
                    <a:pt x="1915" y="593"/>
                  </a:lnTo>
                  <a:lnTo>
                    <a:pt x="1741" y="766"/>
                  </a:lnTo>
                  <a:lnTo>
                    <a:pt x="1492" y="970"/>
                  </a:lnTo>
                  <a:lnTo>
                    <a:pt x="1486" y="975"/>
                  </a:lnTo>
                  <a:lnTo>
                    <a:pt x="1478" y="978"/>
                  </a:lnTo>
                  <a:lnTo>
                    <a:pt x="1376" y="1020"/>
                  </a:lnTo>
                  <a:lnTo>
                    <a:pt x="1346" y="1032"/>
                  </a:lnTo>
                  <a:lnTo>
                    <a:pt x="1235" y="1051"/>
                  </a:lnTo>
                  <a:lnTo>
                    <a:pt x="1211" y="1055"/>
                  </a:lnTo>
                  <a:lnTo>
                    <a:pt x="1040" y="1205"/>
                  </a:lnTo>
                  <a:lnTo>
                    <a:pt x="1009" y="1262"/>
                  </a:lnTo>
                  <a:lnTo>
                    <a:pt x="980" y="1314"/>
                  </a:lnTo>
                  <a:lnTo>
                    <a:pt x="970" y="1333"/>
                  </a:lnTo>
                  <a:lnTo>
                    <a:pt x="967" y="1339"/>
                  </a:lnTo>
                  <a:lnTo>
                    <a:pt x="861" y="1449"/>
                  </a:lnTo>
                  <a:lnTo>
                    <a:pt x="835" y="1460"/>
                  </a:lnTo>
                  <a:lnTo>
                    <a:pt x="799" y="1476"/>
                  </a:lnTo>
                  <a:lnTo>
                    <a:pt x="792" y="1483"/>
                  </a:lnTo>
                  <a:lnTo>
                    <a:pt x="783" y="1493"/>
                  </a:lnTo>
                  <a:lnTo>
                    <a:pt x="754" y="1523"/>
                  </a:lnTo>
                  <a:lnTo>
                    <a:pt x="701" y="1579"/>
                  </a:lnTo>
                  <a:lnTo>
                    <a:pt x="697" y="1583"/>
                  </a:lnTo>
                  <a:lnTo>
                    <a:pt x="670" y="1610"/>
                  </a:lnTo>
                  <a:lnTo>
                    <a:pt x="657" y="1634"/>
                  </a:lnTo>
                  <a:lnTo>
                    <a:pt x="635" y="1748"/>
                  </a:lnTo>
                  <a:lnTo>
                    <a:pt x="634" y="1755"/>
                  </a:lnTo>
                  <a:lnTo>
                    <a:pt x="628" y="1785"/>
                  </a:lnTo>
                  <a:lnTo>
                    <a:pt x="631" y="1821"/>
                  </a:lnTo>
                  <a:lnTo>
                    <a:pt x="642" y="1948"/>
                  </a:lnTo>
                  <a:lnTo>
                    <a:pt x="578" y="2063"/>
                  </a:lnTo>
                  <a:lnTo>
                    <a:pt x="572" y="2073"/>
                  </a:lnTo>
                  <a:lnTo>
                    <a:pt x="553" y="2106"/>
                  </a:lnTo>
                  <a:lnTo>
                    <a:pt x="542" y="2127"/>
                  </a:lnTo>
                  <a:lnTo>
                    <a:pt x="472" y="2187"/>
                  </a:lnTo>
                  <a:lnTo>
                    <a:pt x="457" y="2199"/>
                  </a:lnTo>
                  <a:lnTo>
                    <a:pt x="451" y="2202"/>
                  </a:lnTo>
                  <a:lnTo>
                    <a:pt x="430" y="2212"/>
                  </a:lnTo>
                  <a:lnTo>
                    <a:pt x="400" y="2226"/>
                  </a:lnTo>
                  <a:lnTo>
                    <a:pt x="310" y="2266"/>
                  </a:lnTo>
                  <a:lnTo>
                    <a:pt x="303" y="2269"/>
                  </a:lnTo>
                  <a:lnTo>
                    <a:pt x="298" y="2268"/>
                  </a:lnTo>
                  <a:lnTo>
                    <a:pt x="258" y="2253"/>
                  </a:lnTo>
                  <a:lnTo>
                    <a:pt x="253" y="2251"/>
                  </a:lnTo>
                  <a:lnTo>
                    <a:pt x="245" y="2229"/>
                  </a:lnTo>
                  <a:lnTo>
                    <a:pt x="232" y="2190"/>
                  </a:lnTo>
                  <a:lnTo>
                    <a:pt x="228" y="2181"/>
                  </a:lnTo>
                  <a:lnTo>
                    <a:pt x="209" y="2077"/>
                  </a:lnTo>
                  <a:lnTo>
                    <a:pt x="210" y="2053"/>
                  </a:lnTo>
                  <a:lnTo>
                    <a:pt x="433" y="1644"/>
                  </a:lnTo>
                  <a:lnTo>
                    <a:pt x="564" y="1518"/>
                  </a:lnTo>
                  <a:lnTo>
                    <a:pt x="573" y="1512"/>
                  </a:lnTo>
                  <a:lnTo>
                    <a:pt x="633" y="1471"/>
                  </a:lnTo>
                  <a:lnTo>
                    <a:pt x="651" y="1469"/>
                  </a:lnTo>
                  <a:lnTo>
                    <a:pt x="673" y="1466"/>
                  </a:lnTo>
                  <a:lnTo>
                    <a:pt x="679" y="1458"/>
                  </a:lnTo>
                  <a:lnTo>
                    <a:pt x="683" y="1451"/>
                  </a:lnTo>
                  <a:lnTo>
                    <a:pt x="696" y="1433"/>
                  </a:lnTo>
                  <a:lnTo>
                    <a:pt x="731" y="1358"/>
                  </a:lnTo>
                  <a:lnTo>
                    <a:pt x="740" y="1339"/>
                  </a:lnTo>
                  <a:lnTo>
                    <a:pt x="680" y="1254"/>
                  </a:lnTo>
                  <a:lnTo>
                    <a:pt x="668" y="1243"/>
                  </a:lnTo>
                  <a:lnTo>
                    <a:pt x="664" y="1240"/>
                  </a:lnTo>
                  <a:lnTo>
                    <a:pt x="639" y="1219"/>
                  </a:lnTo>
                  <a:lnTo>
                    <a:pt x="618" y="1224"/>
                  </a:lnTo>
                  <a:lnTo>
                    <a:pt x="594" y="1229"/>
                  </a:lnTo>
                  <a:lnTo>
                    <a:pt x="531" y="1228"/>
                  </a:lnTo>
                  <a:lnTo>
                    <a:pt x="410" y="1216"/>
                  </a:lnTo>
                  <a:lnTo>
                    <a:pt x="374" y="1198"/>
                  </a:lnTo>
                  <a:lnTo>
                    <a:pt x="314" y="1158"/>
                  </a:lnTo>
                  <a:lnTo>
                    <a:pt x="275" y="1132"/>
                  </a:lnTo>
                  <a:lnTo>
                    <a:pt x="211" y="1077"/>
                  </a:lnTo>
                  <a:lnTo>
                    <a:pt x="0" y="723"/>
                  </a:lnTo>
                  <a:lnTo>
                    <a:pt x="1" y="709"/>
                  </a:lnTo>
                  <a:lnTo>
                    <a:pt x="50" y="443"/>
                  </a:lnTo>
                  <a:lnTo>
                    <a:pt x="75" y="429"/>
                  </a:lnTo>
                  <a:lnTo>
                    <a:pt x="114" y="419"/>
                  </a:lnTo>
                  <a:lnTo>
                    <a:pt x="144" y="411"/>
                  </a:lnTo>
                  <a:lnTo>
                    <a:pt x="156" y="409"/>
                  </a:lnTo>
                  <a:lnTo>
                    <a:pt x="237" y="398"/>
                  </a:lnTo>
                  <a:lnTo>
                    <a:pt x="251" y="396"/>
                  </a:lnTo>
                  <a:lnTo>
                    <a:pt x="283" y="406"/>
                  </a:lnTo>
                  <a:lnTo>
                    <a:pt x="389" y="439"/>
                  </a:lnTo>
                  <a:lnTo>
                    <a:pt x="439" y="434"/>
                  </a:lnTo>
                  <a:lnTo>
                    <a:pt x="482" y="417"/>
                  </a:lnTo>
                  <a:lnTo>
                    <a:pt x="522" y="401"/>
                  </a:lnTo>
                  <a:lnTo>
                    <a:pt x="535" y="395"/>
                  </a:lnTo>
                  <a:lnTo>
                    <a:pt x="543" y="391"/>
                  </a:lnTo>
                  <a:lnTo>
                    <a:pt x="638" y="342"/>
                  </a:lnTo>
                  <a:lnTo>
                    <a:pt x="727" y="291"/>
                  </a:lnTo>
                  <a:lnTo>
                    <a:pt x="736" y="285"/>
                  </a:lnTo>
                  <a:lnTo>
                    <a:pt x="748" y="278"/>
                  </a:lnTo>
                  <a:lnTo>
                    <a:pt x="773" y="258"/>
                  </a:lnTo>
                  <a:lnTo>
                    <a:pt x="806" y="241"/>
                  </a:lnTo>
                  <a:lnTo>
                    <a:pt x="838" y="214"/>
                  </a:lnTo>
                  <a:lnTo>
                    <a:pt x="938" y="156"/>
                  </a:lnTo>
                  <a:lnTo>
                    <a:pt x="994" y="124"/>
                  </a:lnTo>
                  <a:lnTo>
                    <a:pt x="1076" y="76"/>
                  </a:lnTo>
                  <a:lnTo>
                    <a:pt x="1115" y="53"/>
                  </a:lnTo>
                  <a:lnTo>
                    <a:pt x="1126" y="48"/>
                  </a:lnTo>
                  <a:lnTo>
                    <a:pt x="1150" y="33"/>
                  </a:lnTo>
                  <a:lnTo>
                    <a:pt x="1163" y="25"/>
                  </a:lnTo>
                  <a:lnTo>
                    <a:pt x="1203" y="0"/>
                  </a:lnTo>
                  <a:lnTo>
                    <a:pt x="1211" y="3"/>
                  </a:lnTo>
                  <a:lnTo>
                    <a:pt x="1216" y="5"/>
                  </a:lnTo>
                  <a:lnTo>
                    <a:pt x="1240" y="15"/>
                  </a:lnTo>
                  <a:lnTo>
                    <a:pt x="1342" y="52"/>
                  </a:lnTo>
                  <a:lnTo>
                    <a:pt x="1435" y="84"/>
                  </a:lnTo>
                  <a:lnTo>
                    <a:pt x="1744" y="149"/>
                  </a:lnTo>
                  <a:lnTo>
                    <a:pt x="1754" y="152"/>
                  </a:lnTo>
                  <a:lnTo>
                    <a:pt x="1781" y="160"/>
                  </a:lnTo>
                  <a:lnTo>
                    <a:pt x="1851" y="182"/>
                  </a:lnTo>
                  <a:lnTo>
                    <a:pt x="1902" y="231"/>
                  </a:lnTo>
                  <a:lnTo>
                    <a:pt x="1941" y="269"/>
                  </a:lnTo>
                  <a:lnTo>
                    <a:pt x="1952" y="280"/>
                  </a:lnTo>
                  <a:lnTo>
                    <a:pt x="1982" y="340"/>
                  </a:lnTo>
                  <a:lnTo>
                    <a:pt x="1993" y="370"/>
                  </a:lnTo>
                  <a:lnTo>
                    <a:pt x="2008" y="412"/>
                  </a:lnTo>
                  <a:lnTo>
                    <a:pt x="2001" y="437"/>
                  </a:lnTo>
                  <a:lnTo>
                    <a:pt x="1990" y="487"/>
                  </a:lnTo>
                  <a:lnTo>
                    <a:pt x="1984" y="4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6904530" y="2207011"/>
              <a:ext cx="307" cy="501"/>
            </a:xfrm>
            <a:custGeom>
              <a:avLst/>
              <a:pathLst>
                <a:path w="307" h="501">
                  <a:moveTo>
                    <a:pt x="262" y="394"/>
                  </a:moveTo>
                  <a:lnTo>
                    <a:pt x="151" y="501"/>
                  </a:lnTo>
                  <a:lnTo>
                    <a:pt x="24" y="488"/>
                  </a:lnTo>
                  <a:lnTo>
                    <a:pt x="13" y="485"/>
                  </a:lnTo>
                  <a:lnTo>
                    <a:pt x="0" y="466"/>
                  </a:lnTo>
                  <a:lnTo>
                    <a:pt x="0" y="428"/>
                  </a:lnTo>
                  <a:lnTo>
                    <a:pt x="20" y="376"/>
                  </a:lnTo>
                  <a:lnTo>
                    <a:pt x="200" y="24"/>
                  </a:lnTo>
                  <a:lnTo>
                    <a:pt x="243" y="0"/>
                  </a:lnTo>
                  <a:lnTo>
                    <a:pt x="276" y="104"/>
                  </a:lnTo>
                  <a:lnTo>
                    <a:pt x="307" y="355"/>
                  </a:lnTo>
                  <a:lnTo>
                    <a:pt x="262" y="3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6928441" y="2208867"/>
              <a:ext cx="1132" cy="1720"/>
            </a:xfrm>
            <a:custGeom>
              <a:avLst/>
              <a:pathLst>
                <a:path w="1132" h="1720">
                  <a:moveTo>
                    <a:pt x="1132" y="817"/>
                  </a:moveTo>
                  <a:lnTo>
                    <a:pt x="1062" y="985"/>
                  </a:lnTo>
                  <a:lnTo>
                    <a:pt x="1042" y="995"/>
                  </a:lnTo>
                  <a:lnTo>
                    <a:pt x="882" y="1126"/>
                  </a:lnTo>
                  <a:lnTo>
                    <a:pt x="869" y="1147"/>
                  </a:lnTo>
                  <a:lnTo>
                    <a:pt x="847" y="1304"/>
                  </a:lnTo>
                  <a:lnTo>
                    <a:pt x="856" y="1325"/>
                  </a:lnTo>
                  <a:lnTo>
                    <a:pt x="879" y="1346"/>
                  </a:lnTo>
                  <a:lnTo>
                    <a:pt x="908" y="1333"/>
                  </a:lnTo>
                  <a:lnTo>
                    <a:pt x="935" y="1352"/>
                  </a:lnTo>
                  <a:lnTo>
                    <a:pt x="939" y="1397"/>
                  </a:lnTo>
                  <a:lnTo>
                    <a:pt x="935" y="1463"/>
                  </a:lnTo>
                  <a:lnTo>
                    <a:pt x="915" y="1509"/>
                  </a:lnTo>
                  <a:lnTo>
                    <a:pt x="822" y="1664"/>
                  </a:lnTo>
                  <a:lnTo>
                    <a:pt x="764" y="1720"/>
                  </a:lnTo>
                  <a:lnTo>
                    <a:pt x="460" y="1711"/>
                  </a:lnTo>
                  <a:lnTo>
                    <a:pt x="372" y="1707"/>
                  </a:lnTo>
                  <a:lnTo>
                    <a:pt x="345" y="1698"/>
                  </a:lnTo>
                  <a:lnTo>
                    <a:pt x="320" y="1681"/>
                  </a:lnTo>
                  <a:lnTo>
                    <a:pt x="303" y="1655"/>
                  </a:lnTo>
                  <a:lnTo>
                    <a:pt x="257" y="1560"/>
                  </a:lnTo>
                  <a:lnTo>
                    <a:pt x="103" y="1458"/>
                  </a:lnTo>
                  <a:lnTo>
                    <a:pt x="27" y="1423"/>
                  </a:lnTo>
                  <a:lnTo>
                    <a:pt x="19" y="1413"/>
                  </a:lnTo>
                  <a:lnTo>
                    <a:pt x="10" y="1386"/>
                  </a:lnTo>
                  <a:lnTo>
                    <a:pt x="17" y="1324"/>
                  </a:lnTo>
                  <a:lnTo>
                    <a:pt x="42" y="1285"/>
                  </a:lnTo>
                  <a:lnTo>
                    <a:pt x="83" y="1267"/>
                  </a:lnTo>
                  <a:lnTo>
                    <a:pt x="1" y="1205"/>
                  </a:lnTo>
                  <a:lnTo>
                    <a:pt x="0" y="1148"/>
                  </a:lnTo>
                  <a:lnTo>
                    <a:pt x="20" y="1091"/>
                  </a:lnTo>
                  <a:lnTo>
                    <a:pt x="61" y="1063"/>
                  </a:lnTo>
                  <a:lnTo>
                    <a:pt x="159" y="1053"/>
                  </a:lnTo>
                  <a:lnTo>
                    <a:pt x="178" y="1055"/>
                  </a:lnTo>
                  <a:lnTo>
                    <a:pt x="233" y="957"/>
                  </a:lnTo>
                  <a:lnTo>
                    <a:pt x="297" y="825"/>
                  </a:lnTo>
                  <a:lnTo>
                    <a:pt x="325" y="818"/>
                  </a:lnTo>
                  <a:lnTo>
                    <a:pt x="354" y="835"/>
                  </a:lnTo>
                  <a:lnTo>
                    <a:pt x="379" y="862"/>
                  </a:lnTo>
                  <a:lnTo>
                    <a:pt x="388" y="863"/>
                  </a:lnTo>
                  <a:lnTo>
                    <a:pt x="437" y="838"/>
                  </a:lnTo>
                  <a:lnTo>
                    <a:pt x="476" y="809"/>
                  </a:lnTo>
                  <a:lnTo>
                    <a:pt x="571" y="722"/>
                  </a:lnTo>
                  <a:lnTo>
                    <a:pt x="575" y="710"/>
                  </a:lnTo>
                  <a:lnTo>
                    <a:pt x="671" y="484"/>
                  </a:lnTo>
                  <a:lnTo>
                    <a:pt x="689" y="471"/>
                  </a:lnTo>
                  <a:lnTo>
                    <a:pt x="839" y="345"/>
                  </a:lnTo>
                  <a:lnTo>
                    <a:pt x="871" y="256"/>
                  </a:lnTo>
                  <a:lnTo>
                    <a:pt x="870" y="242"/>
                  </a:lnTo>
                  <a:lnTo>
                    <a:pt x="855" y="194"/>
                  </a:lnTo>
                  <a:lnTo>
                    <a:pt x="842" y="174"/>
                  </a:lnTo>
                  <a:lnTo>
                    <a:pt x="821" y="168"/>
                  </a:lnTo>
                  <a:lnTo>
                    <a:pt x="771" y="99"/>
                  </a:lnTo>
                  <a:lnTo>
                    <a:pt x="770" y="68"/>
                  </a:lnTo>
                  <a:lnTo>
                    <a:pt x="789" y="37"/>
                  </a:lnTo>
                  <a:lnTo>
                    <a:pt x="840" y="1"/>
                  </a:lnTo>
                  <a:lnTo>
                    <a:pt x="863" y="0"/>
                  </a:lnTo>
                  <a:lnTo>
                    <a:pt x="1093" y="66"/>
                  </a:lnTo>
                  <a:lnTo>
                    <a:pt x="1103" y="96"/>
                  </a:lnTo>
                  <a:lnTo>
                    <a:pt x="1101" y="121"/>
                  </a:lnTo>
                  <a:lnTo>
                    <a:pt x="1009" y="285"/>
                  </a:lnTo>
                  <a:lnTo>
                    <a:pt x="1087" y="418"/>
                  </a:lnTo>
                  <a:lnTo>
                    <a:pt x="1132" y="8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6904488" y="2206697"/>
              <a:ext cx="145" cy="170"/>
            </a:xfrm>
            <a:custGeom>
              <a:avLst/>
              <a:pathLst>
                <a:path w="145" h="170">
                  <a:moveTo>
                    <a:pt x="16" y="170"/>
                  </a:moveTo>
                  <a:lnTo>
                    <a:pt x="2" y="169"/>
                  </a:lnTo>
                  <a:lnTo>
                    <a:pt x="0" y="155"/>
                  </a:lnTo>
                  <a:lnTo>
                    <a:pt x="10" y="42"/>
                  </a:lnTo>
                  <a:lnTo>
                    <a:pt x="19" y="6"/>
                  </a:lnTo>
                  <a:lnTo>
                    <a:pt x="49" y="0"/>
                  </a:lnTo>
                  <a:lnTo>
                    <a:pt x="84" y="8"/>
                  </a:lnTo>
                  <a:lnTo>
                    <a:pt x="131" y="23"/>
                  </a:lnTo>
                  <a:lnTo>
                    <a:pt x="145" y="36"/>
                  </a:lnTo>
                  <a:lnTo>
                    <a:pt x="145" y="58"/>
                  </a:lnTo>
                  <a:lnTo>
                    <a:pt x="126" y="102"/>
                  </a:lnTo>
                  <a:lnTo>
                    <a:pt x="109" y="127"/>
                  </a:lnTo>
                  <a:lnTo>
                    <a:pt x="92" y="138"/>
                  </a:lnTo>
                  <a:lnTo>
                    <a:pt x="28" y="161"/>
                  </a:lnTo>
                  <a:lnTo>
                    <a:pt x="16" y="17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6931859" y="2207734"/>
              <a:ext cx="5591" cy="5643"/>
            </a:xfrm>
            <a:custGeom>
              <a:avLst/>
              <a:pathLst>
                <a:path w="5591" h="5643">
                  <a:moveTo>
                    <a:pt x="5155" y="370"/>
                  </a:moveTo>
                  <a:lnTo>
                    <a:pt x="5172" y="374"/>
                  </a:lnTo>
                  <a:lnTo>
                    <a:pt x="5192" y="362"/>
                  </a:lnTo>
                  <a:lnTo>
                    <a:pt x="5205" y="344"/>
                  </a:lnTo>
                  <a:lnTo>
                    <a:pt x="5232" y="290"/>
                  </a:lnTo>
                  <a:lnTo>
                    <a:pt x="5252" y="126"/>
                  </a:lnTo>
                  <a:lnTo>
                    <a:pt x="5352" y="69"/>
                  </a:lnTo>
                  <a:lnTo>
                    <a:pt x="5418" y="335"/>
                  </a:lnTo>
                  <a:lnTo>
                    <a:pt x="5408" y="426"/>
                  </a:lnTo>
                  <a:lnTo>
                    <a:pt x="5468" y="534"/>
                  </a:lnTo>
                  <a:lnTo>
                    <a:pt x="5563" y="744"/>
                  </a:lnTo>
                  <a:lnTo>
                    <a:pt x="5585" y="792"/>
                  </a:lnTo>
                  <a:lnTo>
                    <a:pt x="5591" y="823"/>
                  </a:lnTo>
                  <a:lnTo>
                    <a:pt x="5586" y="852"/>
                  </a:lnTo>
                  <a:lnTo>
                    <a:pt x="5576" y="911"/>
                  </a:lnTo>
                  <a:lnTo>
                    <a:pt x="5455" y="1280"/>
                  </a:lnTo>
                  <a:lnTo>
                    <a:pt x="5447" y="1304"/>
                  </a:lnTo>
                  <a:lnTo>
                    <a:pt x="5426" y="1317"/>
                  </a:lnTo>
                  <a:lnTo>
                    <a:pt x="5323" y="1359"/>
                  </a:lnTo>
                  <a:lnTo>
                    <a:pt x="5247" y="1332"/>
                  </a:lnTo>
                  <a:lnTo>
                    <a:pt x="5229" y="1318"/>
                  </a:lnTo>
                  <a:lnTo>
                    <a:pt x="5152" y="1338"/>
                  </a:lnTo>
                  <a:lnTo>
                    <a:pt x="4866" y="1548"/>
                  </a:lnTo>
                  <a:lnTo>
                    <a:pt x="4449" y="1722"/>
                  </a:lnTo>
                  <a:lnTo>
                    <a:pt x="4417" y="1739"/>
                  </a:lnTo>
                  <a:lnTo>
                    <a:pt x="4365" y="1848"/>
                  </a:lnTo>
                  <a:lnTo>
                    <a:pt x="4326" y="1989"/>
                  </a:lnTo>
                  <a:lnTo>
                    <a:pt x="4319" y="2058"/>
                  </a:lnTo>
                  <a:lnTo>
                    <a:pt x="4320" y="2151"/>
                  </a:lnTo>
                  <a:lnTo>
                    <a:pt x="4372" y="2384"/>
                  </a:lnTo>
                  <a:lnTo>
                    <a:pt x="4381" y="2411"/>
                  </a:lnTo>
                  <a:lnTo>
                    <a:pt x="4372" y="2498"/>
                  </a:lnTo>
                  <a:lnTo>
                    <a:pt x="4368" y="2515"/>
                  </a:lnTo>
                  <a:lnTo>
                    <a:pt x="4340" y="2557"/>
                  </a:lnTo>
                  <a:lnTo>
                    <a:pt x="4312" y="2573"/>
                  </a:lnTo>
                  <a:lnTo>
                    <a:pt x="4279" y="2569"/>
                  </a:lnTo>
                  <a:lnTo>
                    <a:pt x="4274" y="2581"/>
                  </a:lnTo>
                  <a:lnTo>
                    <a:pt x="4277" y="2642"/>
                  </a:lnTo>
                  <a:lnTo>
                    <a:pt x="4312" y="2749"/>
                  </a:lnTo>
                  <a:lnTo>
                    <a:pt x="4372" y="2833"/>
                  </a:lnTo>
                  <a:lnTo>
                    <a:pt x="4385" y="2832"/>
                  </a:lnTo>
                  <a:lnTo>
                    <a:pt x="4398" y="2820"/>
                  </a:lnTo>
                  <a:lnTo>
                    <a:pt x="4409" y="2785"/>
                  </a:lnTo>
                  <a:lnTo>
                    <a:pt x="4431" y="2777"/>
                  </a:lnTo>
                  <a:lnTo>
                    <a:pt x="4472" y="2779"/>
                  </a:lnTo>
                  <a:lnTo>
                    <a:pt x="4579" y="2804"/>
                  </a:lnTo>
                  <a:lnTo>
                    <a:pt x="4596" y="2822"/>
                  </a:lnTo>
                  <a:lnTo>
                    <a:pt x="4618" y="2874"/>
                  </a:lnTo>
                  <a:lnTo>
                    <a:pt x="4641" y="2953"/>
                  </a:lnTo>
                  <a:lnTo>
                    <a:pt x="4629" y="2978"/>
                  </a:lnTo>
                  <a:lnTo>
                    <a:pt x="4588" y="3006"/>
                  </a:lnTo>
                  <a:lnTo>
                    <a:pt x="4593" y="3040"/>
                  </a:lnTo>
                  <a:lnTo>
                    <a:pt x="4597" y="3053"/>
                  </a:lnTo>
                  <a:lnTo>
                    <a:pt x="4606" y="3073"/>
                  </a:lnTo>
                  <a:lnTo>
                    <a:pt x="4752" y="3175"/>
                  </a:lnTo>
                  <a:lnTo>
                    <a:pt x="4790" y="3181"/>
                  </a:lnTo>
                  <a:lnTo>
                    <a:pt x="4820" y="3161"/>
                  </a:lnTo>
                  <a:lnTo>
                    <a:pt x="5018" y="3138"/>
                  </a:lnTo>
                  <a:lnTo>
                    <a:pt x="5238" y="3169"/>
                  </a:lnTo>
                  <a:lnTo>
                    <a:pt x="5356" y="3231"/>
                  </a:lnTo>
                  <a:lnTo>
                    <a:pt x="5373" y="3271"/>
                  </a:lnTo>
                  <a:lnTo>
                    <a:pt x="5285" y="3493"/>
                  </a:lnTo>
                  <a:lnTo>
                    <a:pt x="5223" y="3566"/>
                  </a:lnTo>
                  <a:lnTo>
                    <a:pt x="5209" y="3576"/>
                  </a:lnTo>
                  <a:lnTo>
                    <a:pt x="5081" y="3620"/>
                  </a:lnTo>
                  <a:lnTo>
                    <a:pt x="5055" y="3618"/>
                  </a:lnTo>
                  <a:lnTo>
                    <a:pt x="4974" y="3588"/>
                  </a:lnTo>
                  <a:lnTo>
                    <a:pt x="4961" y="3583"/>
                  </a:lnTo>
                  <a:lnTo>
                    <a:pt x="4925" y="3566"/>
                  </a:lnTo>
                  <a:lnTo>
                    <a:pt x="4906" y="3542"/>
                  </a:lnTo>
                  <a:lnTo>
                    <a:pt x="4813" y="3523"/>
                  </a:lnTo>
                  <a:lnTo>
                    <a:pt x="4459" y="3499"/>
                  </a:lnTo>
                  <a:lnTo>
                    <a:pt x="4346" y="3513"/>
                  </a:lnTo>
                  <a:lnTo>
                    <a:pt x="4281" y="3532"/>
                  </a:lnTo>
                  <a:lnTo>
                    <a:pt x="4222" y="3565"/>
                  </a:lnTo>
                  <a:lnTo>
                    <a:pt x="4178" y="3596"/>
                  </a:lnTo>
                  <a:lnTo>
                    <a:pt x="4135" y="3636"/>
                  </a:lnTo>
                  <a:lnTo>
                    <a:pt x="4089" y="3690"/>
                  </a:lnTo>
                  <a:lnTo>
                    <a:pt x="4037" y="3844"/>
                  </a:lnTo>
                  <a:lnTo>
                    <a:pt x="4039" y="3854"/>
                  </a:lnTo>
                  <a:lnTo>
                    <a:pt x="4065" y="3880"/>
                  </a:lnTo>
                  <a:lnTo>
                    <a:pt x="4097" y="3895"/>
                  </a:lnTo>
                  <a:lnTo>
                    <a:pt x="4169" y="3914"/>
                  </a:lnTo>
                  <a:lnTo>
                    <a:pt x="4189" y="3928"/>
                  </a:lnTo>
                  <a:lnTo>
                    <a:pt x="4202" y="3943"/>
                  </a:lnTo>
                  <a:lnTo>
                    <a:pt x="4207" y="3951"/>
                  </a:lnTo>
                  <a:lnTo>
                    <a:pt x="4203" y="3970"/>
                  </a:lnTo>
                  <a:lnTo>
                    <a:pt x="4170" y="4011"/>
                  </a:lnTo>
                  <a:lnTo>
                    <a:pt x="3888" y="4208"/>
                  </a:lnTo>
                  <a:lnTo>
                    <a:pt x="3882" y="4211"/>
                  </a:lnTo>
                  <a:lnTo>
                    <a:pt x="3868" y="4179"/>
                  </a:lnTo>
                  <a:lnTo>
                    <a:pt x="3819" y="4165"/>
                  </a:lnTo>
                  <a:lnTo>
                    <a:pt x="3688" y="4217"/>
                  </a:lnTo>
                  <a:lnTo>
                    <a:pt x="3671" y="4235"/>
                  </a:lnTo>
                  <a:lnTo>
                    <a:pt x="3661" y="4272"/>
                  </a:lnTo>
                  <a:lnTo>
                    <a:pt x="3667" y="4306"/>
                  </a:lnTo>
                  <a:lnTo>
                    <a:pt x="3683" y="4439"/>
                  </a:lnTo>
                  <a:lnTo>
                    <a:pt x="3690" y="4681"/>
                  </a:lnTo>
                  <a:lnTo>
                    <a:pt x="3688" y="4696"/>
                  </a:lnTo>
                  <a:lnTo>
                    <a:pt x="3679" y="4701"/>
                  </a:lnTo>
                  <a:lnTo>
                    <a:pt x="3642" y="4700"/>
                  </a:lnTo>
                  <a:lnTo>
                    <a:pt x="3581" y="4669"/>
                  </a:lnTo>
                  <a:lnTo>
                    <a:pt x="3553" y="4619"/>
                  </a:lnTo>
                  <a:lnTo>
                    <a:pt x="3500" y="4518"/>
                  </a:lnTo>
                  <a:lnTo>
                    <a:pt x="3498" y="4494"/>
                  </a:lnTo>
                  <a:lnTo>
                    <a:pt x="3512" y="4473"/>
                  </a:lnTo>
                  <a:lnTo>
                    <a:pt x="3489" y="4431"/>
                  </a:lnTo>
                  <a:lnTo>
                    <a:pt x="3458" y="4412"/>
                  </a:lnTo>
                  <a:lnTo>
                    <a:pt x="3427" y="4407"/>
                  </a:lnTo>
                  <a:lnTo>
                    <a:pt x="3205" y="4416"/>
                  </a:lnTo>
                  <a:lnTo>
                    <a:pt x="3162" y="4422"/>
                  </a:lnTo>
                  <a:lnTo>
                    <a:pt x="3132" y="4435"/>
                  </a:lnTo>
                  <a:lnTo>
                    <a:pt x="3073" y="4493"/>
                  </a:lnTo>
                  <a:lnTo>
                    <a:pt x="3030" y="4539"/>
                  </a:lnTo>
                  <a:lnTo>
                    <a:pt x="3028" y="4600"/>
                  </a:lnTo>
                  <a:lnTo>
                    <a:pt x="3047" y="4617"/>
                  </a:lnTo>
                  <a:lnTo>
                    <a:pt x="3066" y="4620"/>
                  </a:lnTo>
                  <a:lnTo>
                    <a:pt x="3119" y="4679"/>
                  </a:lnTo>
                  <a:lnTo>
                    <a:pt x="3120" y="4688"/>
                  </a:lnTo>
                  <a:lnTo>
                    <a:pt x="3103" y="4721"/>
                  </a:lnTo>
                  <a:lnTo>
                    <a:pt x="3096" y="4728"/>
                  </a:lnTo>
                  <a:lnTo>
                    <a:pt x="3051" y="4729"/>
                  </a:lnTo>
                  <a:lnTo>
                    <a:pt x="2959" y="4726"/>
                  </a:lnTo>
                  <a:lnTo>
                    <a:pt x="2942" y="4721"/>
                  </a:lnTo>
                  <a:lnTo>
                    <a:pt x="2865" y="4685"/>
                  </a:lnTo>
                  <a:lnTo>
                    <a:pt x="2832" y="4654"/>
                  </a:lnTo>
                  <a:lnTo>
                    <a:pt x="2810" y="4622"/>
                  </a:lnTo>
                  <a:lnTo>
                    <a:pt x="2809" y="4599"/>
                  </a:lnTo>
                  <a:lnTo>
                    <a:pt x="2835" y="4519"/>
                  </a:lnTo>
                  <a:lnTo>
                    <a:pt x="2870" y="4478"/>
                  </a:lnTo>
                  <a:lnTo>
                    <a:pt x="2880" y="4442"/>
                  </a:lnTo>
                  <a:lnTo>
                    <a:pt x="2868" y="4412"/>
                  </a:lnTo>
                  <a:lnTo>
                    <a:pt x="2797" y="4353"/>
                  </a:lnTo>
                  <a:lnTo>
                    <a:pt x="2714" y="4325"/>
                  </a:lnTo>
                  <a:lnTo>
                    <a:pt x="2585" y="4322"/>
                  </a:lnTo>
                  <a:lnTo>
                    <a:pt x="2504" y="4343"/>
                  </a:lnTo>
                  <a:lnTo>
                    <a:pt x="2488" y="4349"/>
                  </a:lnTo>
                  <a:lnTo>
                    <a:pt x="2355" y="4381"/>
                  </a:lnTo>
                  <a:lnTo>
                    <a:pt x="2265" y="4397"/>
                  </a:lnTo>
                  <a:lnTo>
                    <a:pt x="2246" y="4394"/>
                  </a:lnTo>
                  <a:lnTo>
                    <a:pt x="2238" y="4390"/>
                  </a:lnTo>
                  <a:lnTo>
                    <a:pt x="2202" y="4366"/>
                  </a:lnTo>
                  <a:lnTo>
                    <a:pt x="2177" y="4343"/>
                  </a:lnTo>
                  <a:lnTo>
                    <a:pt x="2191" y="4221"/>
                  </a:lnTo>
                  <a:lnTo>
                    <a:pt x="1990" y="4093"/>
                  </a:lnTo>
                  <a:lnTo>
                    <a:pt x="1813" y="4056"/>
                  </a:lnTo>
                  <a:lnTo>
                    <a:pt x="1683" y="4044"/>
                  </a:lnTo>
                  <a:lnTo>
                    <a:pt x="1537" y="4173"/>
                  </a:lnTo>
                  <a:lnTo>
                    <a:pt x="1495" y="4222"/>
                  </a:lnTo>
                  <a:lnTo>
                    <a:pt x="1489" y="4236"/>
                  </a:lnTo>
                  <a:lnTo>
                    <a:pt x="1508" y="4270"/>
                  </a:lnTo>
                  <a:lnTo>
                    <a:pt x="1512" y="4295"/>
                  </a:lnTo>
                  <a:lnTo>
                    <a:pt x="1496" y="4319"/>
                  </a:lnTo>
                  <a:lnTo>
                    <a:pt x="1125" y="4529"/>
                  </a:lnTo>
                  <a:lnTo>
                    <a:pt x="959" y="4598"/>
                  </a:lnTo>
                  <a:lnTo>
                    <a:pt x="877" y="4592"/>
                  </a:lnTo>
                  <a:lnTo>
                    <a:pt x="710" y="4679"/>
                  </a:lnTo>
                  <a:lnTo>
                    <a:pt x="690" y="4710"/>
                  </a:lnTo>
                  <a:lnTo>
                    <a:pt x="675" y="4898"/>
                  </a:lnTo>
                  <a:lnTo>
                    <a:pt x="710" y="5090"/>
                  </a:lnTo>
                  <a:lnTo>
                    <a:pt x="785" y="5143"/>
                  </a:lnTo>
                  <a:lnTo>
                    <a:pt x="1053" y="5272"/>
                  </a:lnTo>
                  <a:lnTo>
                    <a:pt x="1119" y="5296"/>
                  </a:lnTo>
                  <a:lnTo>
                    <a:pt x="1184" y="5310"/>
                  </a:lnTo>
                  <a:lnTo>
                    <a:pt x="1208" y="5312"/>
                  </a:lnTo>
                  <a:lnTo>
                    <a:pt x="1225" y="5309"/>
                  </a:lnTo>
                  <a:lnTo>
                    <a:pt x="1241" y="5290"/>
                  </a:lnTo>
                  <a:lnTo>
                    <a:pt x="1257" y="5251"/>
                  </a:lnTo>
                  <a:lnTo>
                    <a:pt x="1331" y="5271"/>
                  </a:lnTo>
                  <a:lnTo>
                    <a:pt x="1414" y="5353"/>
                  </a:lnTo>
                  <a:lnTo>
                    <a:pt x="1419" y="5369"/>
                  </a:lnTo>
                  <a:lnTo>
                    <a:pt x="1401" y="5396"/>
                  </a:lnTo>
                  <a:lnTo>
                    <a:pt x="1369" y="5424"/>
                  </a:lnTo>
                  <a:lnTo>
                    <a:pt x="1299" y="5462"/>
                  </a:lnTo>
                  <a:lnTo>
                    <a:pt x="1261" y="5482"/>
                  </a:lnTo>
                  <a:lnTo>
                    <a:pt x="1247" y="5475"/>
                  </a:lnTo>
                  <a:lnTo>
                    <a:pt x="1029" y="5499"/>
                  </a:lnTo>
                  <a:lnTo>
                    <a:pt x="874" y="5600"/>
                  </a:lnTo>
                  <a:lnTo>
                    <a:pt x="869" y="5598"/>
                  </a:lnTo>
                  <a:lnTo>
                    <a:pt x="846" y="5549"/>
                  </a:lnTo>
                  <a:lnTo>
                    <a:pt x="806" y="5462"/>
                  </a:lnTo>
                  <a:lnTo>
                    <a:pt x="787" y="5384"/>
                  </a:lnTo>
                  <a:lnTo>
                    <a:pt x="793" y="5343"/>
                  </a:lnTo>
                  <a:lnTo>
                    <a:pt x="794" y="5299"/>
                  </a:lnTo>
                  <a:lnTo>
                    <a:pt x="760" y="5269"/>
                  </a:lnTo>
                  <a:lnTo>
                    <a:pt x="719" y="5250"/>
                  </a:lnTo>
                  <a:lnTo>
                    <a:pt x="435" y="5337"/>
                  </a:lnTo>
                  <a:lnTo>
                    <a:pt x="410" y="5397"/>
                  </a:lnTo>
                  <a:lnTo>
                    <a:pt x="380" y="5454"/>
                  </a:lnTo>
                  <a:lnTo>
                    <a:pt x="319" y="5557"/>
                  </a:lnTo>
                  <a:lnTo>
                    <a:pt x="262" y="5630"/>
                  </a:lnTo>
                  <a:lnTo>
                    <a:pt x="247" y="5640"/>
                  </a:lnTo>
                  <a:lnTo>
                    <a:pt x="209" y="5643"/>
                  </a:lnTo>
                  <a:lnTo>
                    <a:pt x="51" y="5563"/>
                  </a:lnTo>
                  <a:lnTo>
                    <a:pt x="18" y="5510"/>
                  </a:lnTo>
                  <a:lnTo>
                    <a:pt x="0" y="5334"/>
                  </a:lnTo>
                  <a:lnTo>
                    <a:pt x="27" y="5266"/>
                  </a:lnTo>
                  <a:lnTo>
                    <a:pt x="46" y="5254"/>
                  </a:lnTo>
                  <a:lnTo>
                    <a:pt x="140" y="5255"/>
                  </a:lnTo>
                  <a:lnTo>
                    <a:pt x="189" y="5271"/>
                  </a:lnTo>
                  <a:lnTo>
                    <a:pt x="284" y="5245"/>
                  </a:lnTo>
                  <a:lnTo>
                    <a:pt x="341" y="5182"/>
                  </a:lnTo>
                  <a:lnTo>
                    <a:pt x="415" y="5068"/>
                  </a:lnTo>
                  <a:lnTo>
                    <a:pt x="420" y="5057"/>
                  </a:lnTo>
                  <a:lnTo>
                    <a:pt x="408" y="4945"/>
                  </a:lnTo>
                  <a:lnTo>
                    <a:pt x="391" y="4910"/>
                  </a:lnTo>
                  <a:lnTo>
                    <a:pt x="288" y="4854"/>
                  </a:lnTo>
                  <a:lnTo>
                    <a:pt x="272" y="4850"/>
                  </a:lnTo>
                  <a:lnTo>
                    <a:pt x="241" y="4853"/>
                  </a:lnTo>
                  <a:lnTo>
                    <a:pt x="205" y="4880"/>
                  </a:lnTo>
                  <a:lnTo>
                    <a:pt x="187" y="4873"/>
                  </a:lnTo>
                  <a:lnTo>
                    <a:pt x="174" y="4846"/>
                  </a:lnTo>
                  <a:lnTo>
                    <a:pt x="144" y="4704"/>
                  </a:lnTo>
                  <a:lnTo>
                    <a:pt x="153" y="4696"/>
                  </a:lnTo>
                  <a:lnTo>
                    <a:pt x="225" y="4679"/>
                  </a:lnTo>
                  <a:lnTo>
                    <a:pt x="254" y="4694"/>
                  </a:lnTo>
                  <a:lnTo>
                    <a:pt x="328" y="4722"/>
                  </a:lnTo>
                  <a:lnTo>
                    <a:pt x="458" y="4714"/>
                  </a:lnTo>
                  <a:lnTo>
                    <a:pt x="475" y="4700"/>
                  </a:lnTo>
                  <a:lnTo>
                    <a:pt x="498" y="4660"/>
                  </a:lnTo>
                  <a:lnTo>
                    <a:pt x="522" y="4573"/>
                  </a:lnTo>
                  <a:lnTo>
                    <a:pt x="516" y="4503"/>
                  </a:lnTo>
                  <a:lnTo>
                    <a:pt x="493" y="4494"/>
                  </a:lnTo>
                  <a:lnTo>
                    <a:pt x="430" y="4488"/>
                  </a:lnTo>
                  <a:lnTo>
                    <a:pt x="262" y="4404"/>
                  </a:lnTo>
                  <a:lnTo>
                    <a:pt x="245" y="4386"/>
                  </a:lnTo>
                  <a:lnTo>
                    <a:pt x="245" y="4371"/>
                  </a:lnTo>
                  <a:lnTo>
                    <a:pt x="325" y="4241"/>
                  </a:lnTo>
                  <a:lnTo>
                    <a:pt x="371" y="4195"/>
                  </a:lnTo>
                  <a:lnTo>
                    <a:pt x="531" y="3907"/>
                  </a:lnTo>
                  <a:lnTo>
                    <a:pt x="533" y="3876"/>
                  </a:lnTo>
                  <a:lnTo>
                    <a:pt x="505" y="3848"/>
                  </a:lnTo>
                  <a:lnTo>
                    <a:pt x="468" y="3802"/>
                  </a:lnTo>
                  <a:lnTo>
                    <a:pt x="487" y="3762"/>
                  </a:lnTo>
                  <a:lnTo>
                    <a:pt x="724" y="3396"/>
                  </a:lnTo>
                  <a:lnTo>
                    <a:pt x="733" y="3388"/>
                  </a:lnTo>
                  <a:lnTo>
                    <a:pt x="762" y="3382"/>
                  </a:lnTo>
                  <a:lnTo>
                    <a:pt x="796" y="3432"/>
                  </a:lnTo>
                  <a:lnTo>
                    <a:pt x="797" y="3477"/>
                  </a:lnTo>
                  <a:lnTo>
                    <a:pt x="789" y="3493"/>
                  </a:lnTo>
                  <a:lnTo>
                    <a:pt x="761" y="3517"/>
                  </a:lnTo>
                  <a:lnTo>
                    <a:pt x="751" y="3558"/>
                  </a:lnTo>
                  <a:lnTo>
                    <a:pt x="757" y="3568"/>
                  </a:lnTo>
                  <a:lnTo>
                    <a:pt x="917" y="3734"/>
                  </a:lnTo>
                  <a:lnTo>
                    <a:pt x="951" y="3734"/>
                  </a:lnTo>
                  <a:lnTo>
                    <a:pt x="1033" y="3704"/>
                  </a:lnTo>
                  <a:lnTo>
                    <a:pt x="1037" y="3698"/>
                  </a:lnTo>
                  <a:lnTo>
                    <a:pt x="1013" y="3656"/>
                  </a:lnTo>
                  <a:lnTo>
                    <a:pt x="1039" y="3621"/>
                  </a:lnTo>
                  <a:lnTo>
                    <a:pt x="1134" y="3531"/>
                  </a:lnTo>
                  <a:lnTo>
                    <a:pt x="1220" y="3549"/>
                  </a:lnTo>
                  <a:lnTo>
                    <a:pt x="1240" y="3569"/>
                  </a:lnTo>
                  <a:lnTo>
                    <a:pt x="1265" y="3581"/>
                  </a:lnTo>
                  <a:lnTo>
                    <a:pt x="1285" y="3580"/>
                  </a:lnTo>
                  <a:lnTo>
                    <a:pt x="1355" y="3549"/>
                  </a:lnTo>
                  <a:lnTo>
                    <a:pt x="1400" y="3492"/>
                  </a:lnTo>
                  <a:lnTo>
                    <a:pt x="1526" y="3293"/>
                  </a:lnTo>
                  <a:lnTo>
                    <a:pt x="1606" y="3203"/>
                  </a:lnTo>
                  <a:lnTo>
                    <a:pt x="1699" y="3166"/>
                  </a:lnTo>
                  <a:lnTo>
                    <a:pt x="1768" y="3133"/>
                  </a:lnTo>
                  <a:lnTo>
                    <a:pt x="1874" y="3067"/>
                  </a:lnTo>
                  <a:lnTo>
                    <a:pt x="1880" y="2789"/>
                  </a:lnTo>
                  <a:lnTo>
                    <a:pt x="1883" y="2635"/>
                  </a:lnTo>
                  <a:lnTo>
                    <a:pt x="1820" y="2608"/>
                  </a:lnTo>
                  <a:lnTo>
                    <a:pt x="1625" y="2519"/>
                  </a:lnTo>
                  <a:lnTo>
                    <a:pt x="1402" y="2409"/>
                  </a:lnTo>
                  <a:lnTo>
                    <a:pt x="1397" y="2397"/>
                  </a:lnTo>
                  <a:lnTo>
                    <a:pt x="1408" y="2147"/>
                  </a:lnTo>
                  <a:lnTo>
                    <a:pt x="1413" y="2127"/>
                  </a:lnTo>
                  <a:lnTo>
                    <a:pt x="1509" y="2099"/>
                  </a:lnTo>
                  <a:lnTo>
                    <a:pt x="1535" y="2106"/>
                  </a:lnTo>
                  <a:lnTo>
                    <a:pt x="1598" y="2165"/>
                  </a:lnTo>
                  <a:lnTo>
                    <a:pt x="1748" y="2164"/>
                  </a:lnTo>
                  <a:lnTo>
                    <a:pt x="1777" y="2131"/>
                  </a:lnTo>
                  <a:lnTo>
                    <a:pt x="1777" y="2101"/>
                  </a:lnTo>
                  <a:lnTo>
                    <a:pt x="1763" y="2083"/>
                  </a:lnTo>
                  <a:lnTo>
                    <a:pt x="1751" y="2034"/>
                  </a:lnTo>
                  <a:lnTo>
                    <a:pt x="1828" y="1890"/>
                  </a:lnTo>
                  <a:lnTo>
                    <a:pt x="1837" y="1884"/>
                  </a:lnTo>
                  <a:lnTo>
                    <a:pt x="1884" y="1883"/>
                  </a:lnTo>
                  <a:lnTo>
                    <a:pt x="1941" y="1921"/>
                  </a:lnTo>
                  <a:lnTo>
                    <a:pt x="1956" y="1940"/>
                  </a:lnTo>
                  <a:lnTo>
                    <a:pt x="2032" y="1973"/>
                  </a:lnTo>
                  <a:lnTo>
                    <a:pt x="2060" y="1976"/>
                  </a:lnTo>
                  <a:lnTo>
                    <a:pt x="2188" y="1950"/>
                  </a:lnTo>
                  <a:lnTo>
                    <a:pt x="2494" y="1822"/>
                  </a:lnTo>
                  <a:lnTo>
                    <a:pt x="2663" y="1405"/>
                  </a:lnTo>
                  <a:lnTo>
                    <a:pt x="2661" y="1368"/>
                  </a:lnTo>
                  <a:lnTo>
                    <a:pt x="2643" y="1275"/>
                  </a:lnTo>
                  <a:lnTo>
                    <a:pt x="2634" y="1260"/>
                  </a:lnTo>
                  <a:lnTo>
                    <a:pt x="2607" y="1245"/>
                  </a:lnTo>
                  <a:lnTo>
                    <a:pt x="2567" y="1224"/>
                  </a:lnTo>
                  <a:lnTo>
                    <a:pt x="2533" y="1196"/>
                  </a:lnTo>
                  <a:lnTo>
                    <a:pt x="2513" y="1170"/>
                  </a:lnTo>
                  <a:lnTo>
                    <a:pt x="2508" y="1150"/>
                  </a:lnTo>
                  <a:lnTo>
                    <a:pt x="2511" y="1134"/>
                  </a:lnTo>
                  <a:lnTo>
                    <a:pt x="2568" y="1046"/>
                  </a:lnTo>
                  <a:lnTo>
                    <a:pt x="2577" y="1036"/>
                  </a:lnTo>
                  <a:lnTo>
                    <a:pt x="2606" y="1010"/>
                  </a:lnTo>
                  <a:lnTo>
                    <a:pt x="3251" y="587"/>
                  </a:lnTo>
                  <a:lnTo>
                    <a:pt x="3351" y="555"/>
                  </a:lnTo>
                  <a:lnTo>
                    <a:pt x="3511" y="562"/>
                  </a:lnTo>
                  <a:lnTo>
                    <a:pt x="3580" y="532"/>
                  </a:lnTo>
                  <a:lnTo>
                    <a:pt x="3647" y="490"/>
                  </a:lnTo>
                  <a:lnTo>
                    <a:pt x="3688" y="476"/>
                  </a:lnTo>
                  <a:lnTo>
                    <a:pt x="3730" y="469"/>
                  </a:lnTo>
                  <a:lnTo>
                    <a:pt x="3785" y="471"/>
                  </a:lnTo>
                  <a:lnTo>
                    <a:pt x="3832" y="496"/>
                  </a:lnTo>
                  <a:lnTo>
                    <a:pt x="3840" y="520"/>
                  </a:lnTo>
                  <a:lnTo>
                    <a:pt x="3847" y="586"/>
                  </a:lnTo>
                  <a:lnTo>
                    <a:pt x="3845" y="642"/>
                  </a:lnTo>
                  <a:lnTo>
                    <a:pt x="3852" y="653"/>
                  </a:lnTo>
                  <a:lnTo>
                    <a:pt x="3916" y="697"/>
                  </a:lnTo>
                  <a:lnTo>
                    <a:pt x="4020" y="749"/>
                  </a:lnTo>
                  <a:lnTo>
                    <a:pt x="4062" y="749"/>
                  </a:lnTo>
                  <a:lnTo>
                    <a:pt x="4128" y="722"/>
                  </a:lnTo>
                  <a:lnTo>
                    <a:pt x="4138" y="708"/>
                  </a:lnTo>
                  <a:lnTo>
                    <a:pt x="4123" y="654"/>
                  </a:lnTo>
                  <a:lnTo>
                    <a:pt x="4132" y="458"/>
                  </a:lnTo>
                  <a:lnTo>
                    <a:pt x="4159" y="350"/>
                  </a:lnTo>
                  <a:lnTo>
                    <a:pt x="4214" y="292"/>
                  </a:lnTo>
                  <a:lnTo>
                    <a:pt x="4233" y="283"/>
                  </a:lnTo>
                  <a:lnTo>
                    <a:pt x="4279" y="266"/>
                  </a:lnTo>
                  <a:lnTo>
                    <a:pt x="4333" y="263"/>
                  </a:lnTo>
                  <a:lnTo>
                    <a:pt x="4482" y="217"/>
                  </a:lnTo>
                  <a:lnTo>
                    <a:pt x="4589" y="163"/>
                  </a:lnTo>
                  <a:lnTo>
                    <a:pt x="4613" y="135"/>
                  </a:lnTo>
                  <a:lnTo>
                    <a:pt x="4625" y="109"/>
                  </a:lnTo>
                  <a:lnTo>
                    <a:pt x="4662" y="71"/>
                  </a:lnTo>
                  <a:lnTo>
                    <a:pt x="4758" y="26"/>
                  </a:lnTo>
                  <a:lnTo>
                    <a:pt x="4819" y="2"/>
                  </a:lnTo>
                  <a:lnTo>
                    <a:pt x="4899" y="0"/>
                  </a:lnTo>
                  <a:lnTo>
                    <a:pt x="4911" y="1"/>
                  </a:lnTo>
                  <a:lnTo>
                    <a:pt x="4936" y="27"/>
                  </a:lnTo>
                  <a:lnTo>
                    <a:pt x="4959" y="106"/>
                  </a:lnTo>
                  <a:lnTo>
                    <a:pt x="4974" y="183"/>
                  </a:lnTo>
                  <a:lnTo>
                    <a:pt x="4974" y="231"/>
                  </a:lnTo>
                  <a:lnTo>
                    <a:pt x="4978" y="238"/>
                  </a:lnTo>
                  <a:lnTo>
                    <a:pt x="5155" y="37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6937780" y="2207781"/>
              <a:ext cx="489" cy="660"/>
            </a:xfrm>
            <a:custGeom>
              <a:avLst/>
              <a:pathLst>
                <a:path w="489" h="660">
                  <a:moveTo>
                    <a:pt x="120" y="660"/>
                  </a:moveTo>
                  <a:lnTo>
                    <a:pt x="71" y="656"/>
                  </a:lnTo>
                  <a:lnTo>
                    <a:pt x="51" y="641"/>
                  </a:lnTo>
                  <a:lnTo>
                    <a:pt x="15" y="603"/>
                  </a:lnTo>
                  <a:lnTo>
                    <a:pt x="0" y="552"/>
                  </a:lnTo>
                  <a:lnTo>
                    <a:pt x="24" y="334"/>
                  </a:lnTo>
                  <a:lnTo>
                    <a:pt x="82" y="293"/>
                  </a:lnTo>
                  <a:lnTo>
                    <a:pt x="101" y="293"/>
                  </a:lnTo>
                  <a:lnTo>
                    <a:pt x="126" y="288"/>
                  </a:lnTo>
                  <a:lnTo>
                    <a:pt x="157" y="272"/>
                  </a:lnTo>
                  <a:lnTo>
                    <a:pt x="182" y="247"/>
                  </a:lnTo>
                  <a:lnTo>
                    <a:pt x="295" y="103"/>
                  </a:lnTo>
                  <a:lnTo>
                    <a:pt x="357" y="0"/>
                  </a:lnTo>
                  <a:lnTo>
                    <a:pt x="373" y="2"/>
                  </a:lnTo>
                  <a:lnTo>
                    <a:pt x="390" y="13"/>
                  </a:lnTo>
                  <a:lnTo>
                    <a:pt x="371" y="83"/>
                  </a:lnTo>
                  <a:lnTo>
                    <a:pt x="352" y="135"/>
                  </a:lnTo>
                  <a:lnTo>
                    <a:pt x="330" y="194"/>
                  </a:lnTo>
                  <a:lnTo>
                    <a:pt x="330" y="239"/>
                  </a:lnTo>
                  <a:lnTo>
                    <a:pt x="342" y="269"/>
                  </a:lnTo>
                  <a:lnTo>
                    <a:pt x="370" y="305"/>
                  </a:lnTo>
                  <a:lnTo>
                    <a:pt x="383" y="309"/>
                  </a:lnTo>
                  <a:lnTo>
                    <a:pt x="433" y="335"/>
                  </a:lnTo>
                  <a:lnTo>
                    <a:pt x="470" y="453"/>
                  </a:lnTo>
                  <a:lnTo>
                    <a:pt x="488" y="527"/>
                  </a:lnTo>
                  <a:lnTo>
                    <a:pt x="489" y="559"/>
                  </a:lnTo>
                  <a:lnTo>
                    <a:pt x="475" y="581"/>
                  </a:lnTo>
                  <a:lnTo>
                    <a:pt x="438" y="600"/>
                  </a:lnTo>
                  <a:lnTo>
                    <a:pt x="120" y="66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6938964" y="2205045"/>
              <a:ext cx="6513" cy="9191"/>
            </a:xfrm>
            <a:custGeom>
              <a:avLst/>
              <a:pathLst>
                <a:path w="6513" h="9191">
                  <a:moveTo>
                    <a:pt x="5616" y="244"/>
                  </a:moveTo>
                  <a:lnTo>
                    <a:pt x="5767" y="283"/>
                  </a:lnTo>
                  <a:lnTo>
                    <a:pt x="5986" y="262"/>
                  </a:lnTo>
                  <a:lnTo>
                    <a:pt x="5997" y="209"/>
                  </a:lnTo>
                  <a:lnTo>
                    <a:pt x="6006" y="200"/>
                  </a:lnTo>
                  <a:lnTo>
                    <a:pt x="6071" y="168"/>
                  </a:lnTo>
                  <a:lnTo>
                    <a:pt x="6110" y="160"/>
                  </a:lnTo>
                  <a:lnTo>
                    <a:pt x="6440" y="183"/>
                  </a:lnTo>
                  <a:lnTo>
                    <a:pt x="6487" y="207"/>
                  </a:lnTo>
                  <a:lnTo>
                    <a:pt x="6508" y="224"/>
                  </a:lnTo>
                  <a:lnTo>
                    <a:pt x="6513" y="238"/>
                  </a:lnTo>
                  <a:lnTo>
                    <a:pt x="6508" y="267"/>
                  </a:lnTo>
                  <a:lnTo>
                    <a:pt x="6443" y="339"/>
                  </a:lnTo>
                  <a:lnTo>
                    <a:pt x="6327" y="377"/>
                  </a:lnTo>
                  <a:lnTo>
                    <a:pt x="6326" y="385"/>
                  </a:lnTo>
                  <a:lnTo>
                    <a:pt x="6330" y="430"/>
                  </a:lnTo>
                  <a:lnTo>
                    <a:pt x="6397" y="651"/>
                  </a:lnTo>
                  <a:lnTo>
                    <a:pt x="6428" y="709"/>
                  </a:lnTo>
                  <a:lnTo>
                    <a:pt x="6449" y="727"/>
                  </a:lnTo>
                  <a:lnTo>
                    <a:pt x="6488" y="735"/>
                  </a:lnTo>
                  <a:lnTo>
                    <a:pt x="6501" y="773"/>
                  </a:lnTo>
                  <a:lnTo>
                    <a:pt x="6499" y="801"/>
                  </a:lnTo>
                  <a:lnTo>
                    <a:pt x="6351" y="1076"/>
                  </a:lnTo>
                  <a:lnTo>
                    <a:pt x="6234" y="1192"/>
                  </a:lnTo>
                  <a:lnTo>
                    <a:pt x="6030" y="1465"/>
                  </a:lnTo>
                  <a:lnTo>
                    <a:pt x="5993" y="1492"/>
                  </a:lnTo>
                  <a:lnTo>
                    <a:pt x="5960" y="1494"/>
                  </a:lnTo>
                  <a:lnTo>
                    <a:pt x="5702" y="1437"/>
                  </a:lnTo>
                  <a:lnTo>
                    <a:pt x="5577" y="1456"/>
                  </a:lnTo>
                  <a:lnTo>
                    <a:pt x="5557" y="1540"/>
                  </a:lnTo>
                  <a:lnTo>
                    <a:pt x="5559" y="1611"/>
                  </a:lnTo>
                  <a:lnTo>
                    <a:pt x="5528" y="1645"/>
                  </a:lnTo>
                  <a:lnTo>
                    <a:pt x="5460" y="1656"/>
                  </a:lnTo>
                  <a:lnTo>
                    <a:pt x="5272" y="1668"/>
                  </a:lnTo>
                  <a:lnTo>
                    <a:pt x="5103" y="1668"/>
                  </a:lnTo>
                  <a:lnTo>
                    <a:pt x="4906" y="1645"/>
                  </a:lnTo>
                  <a:lnTo>
                    <a:pt x="4860" y="1628"/>
                  </a:lnTo>
                  <a:lnTo>
                    <a:pt x="4845" y="1598"/>
                  </a:lnTo>
                  <a:lnTo>
                    <a:pt x="4743" y="1483"/>
                  </a:lnTo>
                  <a:lnTo>
                    <a:pt x="4721" y="1459"/>
                  </a:lnTo>
                  <a:lnTo>
                    <a:pt x="4672" y="1421"/>
                  </a:lnTo>
                  <a:lnTo>
                    <a:pt x="4632" y="1422"/>
                  </a:lnTo>
                  <a:lnTo>
                    <a:pt x="4631" y="1442"/>
                  </a:lnTo>
                  <a:lnTo>
                    <a:pt x="4641" y="1456"/>
                  </a:lnTo>
                  <a:lnTo>
                    <a:pt x="4659" y="1475"/>
                  </a:lnTo>
                  <a:lnTo>
                    <a:pt x="4670" y="1474"/>
                  </a:lnTo>
                  <a:lnTo>
                    <a:pt x="4693" y="1459"/>
                  </a:lnTo>
                  <a:lnTo>
                    <a:pt x="4705" y="1462"/>
                  </a:lnTo>
                  <a:lnTo>
                    <a:pt x="4737" y="1544"/>
                  </a:lnTo>
                  <a:lnTo>
                    <a:pt x="4733" y="1559"/>
                  </a:lnTo>
                  <a:lnTo>
                    <a:pt x="4615" y="1792"/>
                  </a:lnTo>
                  <a:lnTo>
                    <a:pt x="4603" y="1805"/>
                  </a:lnTo>
                  <a:lnTo>
                    <a:pt x="4573" y="1819"/>
                  </a:lnTo>
                  <a:lnTo>
                    <a:pt x="4534" y="1827"/>
                  </a:lnTo>
                  <a:lnTo>
                    <a:pt x="4475" y="1902"/>
                  </a:lnTo>
                  <a:lnTo>
                    <a:pt x="4437" y="1961"/>
                  </a:lnTo>
                  <a:lnTo>
                    <a:pt x="4401" y="2036"/>
                  </a:lnTo>
                  <a:lnTo>
                    <a:pt x="4391" y="2129"/>
                  </a:lnTo>
                  <a:lnTo>
                    <a:pt x="4218" y="2480"/>
                  </a:lnTo>
                  <a:lnTo>
                    <a:pt x="4168" y="2599"/>
                  </a:lnTo>
                  <a:lnTo>
                    <a:pt x="4137" y="2707"/>
                  </a:lnTo>
                  <a:lnTo>
                    <a:pt x="4184" y="2743"/>
                  </a:lnTo>
                  <a:lnTo>
                    <a:pt x="4193" y="2750"/>
                  </a:lnTo>
                  <a:lnTo>
                    <a:pt x="4230" y="2797"/>
                  </a:lnTo>
                  <a:lnTo>
                    <a:pt x="4239" y="2817"/>
                  </a:lnTo>
                  <a:lnTo>
                    <a:pt x="4084" y="2946"/>
                  </a:lnTo>
                  <a:lnTo>
                    <a:pt x="4016" y="2989"/>
                  </a:lnTo>
                  <a:lnTo>
                    <a:pt x="3960" y="3048"/>
                  </a:lnTo>
                  <a:lnTo>
                    <a:pt x="3924" y="3091"/>
                  </a:lnTo>
                  <a:lnTo>
                    <a:pt x="3886" y="3167"/>
                  </a:lnTo>
                  <a:lnTo>
                    <a:pt x="3835" y="3276"/>
                  </a:lnTo>
                  <a:lnTo>
                    <a:pt x="3735" y="3626"/>
                  </a:lnTo>
                  <a:lnTo>
                    <a:pt x="3696" y="3785"/>
                  </a:lnTo>
                  <a:lnTo>
                    <a:pt x="3685" y="3841"/>
                  </a:lnTo>
                  <a:lnTo>
                    <a:pt x="3669" y="4002"/>
                  </a:lnTo>
                  <a:lnTo>
                    <a:pt x="3672" y="4190"/>
                  </a:lnTo>
                  <a:lnTo>
                    <a:pt x="3687" y="4304"/>
                  </a:lnTo>
                  <a:lnTo>
                    <a:pt x="3759" y="4352"/>
                  </a:lnTo>
                  <a:lnTo>
                    <a:pt x="3793" y="4352"/>
                  </a:lnTo>
                  <a:lnTo>
                    <a:pt x="3839" y="4364"/>
                  </a:lnTo>
                  <a:lnTo>
                    <a:pt x="4016" y="4479"/>
                  </a:lnTo>
                  <a:lnTo>
                    <a:pt x="4024" y="4506"/>
                  </a:lnTo>
                  <a:lnTo>
                    <a:pt x="3999" y="4609"/>
                  </a:lnTo>
                  <a:lnTo>
                    <a:pt x="3985" y="4637"/>
                  </a:lnTo>
                  <a:lnTo>
                    <a:pt x="3979" y="4698"/>
                  </a:lnTo>
                  <a:lnTo>
                    <a:pt x="4004" y="4818"/>
                  </a:lnTo>
                  <a:lnTo>
                    <a:pt x="4031" y="4902"/>
                  </a:lnTo>
                  <a:lnTo>
                    <a:pt x="4071" y="4974"/>
                  </a:lnTo>
                  <a:lnTo>
                    <a:pt x="4109" y="4968"/>
                  </a:lnTo>
                  <a:lnTo>
                    <a:pt x="4144" y="4963"/>
                  </a:lnTo>
                  <a:lnTo>
                    <a:pt x="4252" y="5078"/>
                  </a:lnTo>
                  <a:lnTo>
                    <a:pt x="4278" y="5129"/>
                  </a:lnTo>
                  <a:lnTo>
                    <a:pt x="4316" y="5238"/>
                  </a:lnTo>
                  <a:lnTo>
                    <a:pt x="4315" y="5265"/>
                  </a:lnTo>
                  <a:lnTo>
                    <a:pt x="4172" y="5476"/>
                  </a:lnTo>
                  <a:lnTo>
                    <a:pt x="4163" y="5485"/>
                  </a:lnTo>
                  <a:lnTo>
                    <a:pt x="4146" y="5494"/>
                  </a:lnTo>
                  <a:lnTo>
                    <a:pt x="4084" y="5508"/>
                  </a:lnTo>
                  <a:lnTo>
                    <a:pt x="4021" y="5534"/>
                  </a:lnTo>
                  <a:lnTo>
                    <a:pt x="3989" y="5560"/>
                  </a:lnTo>
                  <a:lnTo>
                    <a:pt x="3781" y="5819"/>
                  </a:lnTo>
                  <a:lnTo>
                    <a:pt x="3624" y="5975"/>
                  </a:lnTo>
                  <a:lnTo>
                    <a:pt x="3529" y="6229"/>
                  </a:lnTo>
                  <a:lnTo>
                    <a:pt x="3521" y="6259"/>
                  </a:lnTo>
                  <a:lnTo>
                    <a:pt x="3528" y="6309"/>
                  </a:lnTo>
                  <a:lnTo>
                    <a:pt x="3446" y="6456"/>
                  </a:lnTo>
                  <a:lnTo>
                    <a:pt x="3377" y="6549"/>
                  </a:lnTo>
                  <a:lnTo>
                    <a:pt x="3260" y="6812"/>
                  </a:lnTo>
                  <a:lnTo>
                    <a:pt x="3257" y="6821"/>
                  </a:lnTo>
                  <a:lnTo>
                    <a:pt x="3265" y="6904"/>
                  </a:lnTo>
                  <a:lnTo>
                    <a:pt x="3320" y="7149"/>
                  </a:lnTo>
                  <a:lnTo>
                    <a:pt x="3371" y="7287"/>
                  </a:lnTo>
                  <a:lnTo>
                    <a:pt x="3405" y="7350"/>
                  </a:lnTo>
                  <a:lnTo>
                    <a:pt x="3615" y="7506"/>
                  </a:lnTo>
                  <a:lnTo>
                    <a:pt x="3576" y="7665"/>
                  </a:lnTo>
                  <a:lnTo>
                    <a:pt x="3569" y="7857"/>
                  </a:lnTo>
                  <a:lnTo>
                    <a:pt x="3569" y="7882"/>
                  </a:lnTo>
                  <a:lnTo>
                    <a:pt x="3577" y="7896"/>
                  </a:lnTo>
                  <a:lnTo>
                    <a:pt x="3604" y="7918"/>
                  </a:lnTo>
                  <a:lnTo>
                    <a:pt x="3618" y="7920"/>
                  </a:lnTo>
                  <a:lnTo>
                    <a:pt x="3738" y="7893"/>
                  </a:lnTo>
                  <a:lnTo>
                    <a:pt x="3858" y="7829"/>
                  </a:lnTo>
                  <a:lnTo>
                    <a:pt x="3930" y="7811"/>
                  </a:lnTo>
                  <a:lnTo>
                    <a:pt x="3938" y="7813"/>
                  </a:lnTo>
                  <a:lnTo>
                    <a:pt x="3950" y="7822"/>
                  </a:lnTo>
                  <a:lnTo>
                    <a:pt x="3965" y="7851"/>
                  </a:lnTo>
                  <a:lnTo>
                    <a:pt x="3973" y="8015"/>
                  </a:lnTo>
                  <a:lnTo>
                    <a:pt x="4102" y="8200"/>
                  </a:lnTo>
                  <a:lnTo>
                    <a:pt x="4103" y="8212"/>
                  </a:lnTo>
                  <a:lnTo>
                    <a:pt x="3981" y="8338"/>
                  </a:lnTo>
                  <a:lnTo>
                    <a:pt x="3911" y="8381"/>
                  </a:lnTo>
                  <a:lnTo>
                    <a:pt x="3855" y="8427"/>
                  </a:lnTo>
                  <a:lnTo>
                    <a:pt x="3782" y="8524"/>
                  </a:lnTo>
                  <a:lnTo>
                    <a:pt x="3782" y="8541"/>
                  </a:lnTo>
                  <a:lnTo>
                    <a:pt x="3567" y="8698"/>
                  </a:lnTo>
                  <a:lnTo>
                    <a:pt x="3326" y="8812"/>
                  </a:lnTo>
                  <a:lnTo>
                    <a:pt x="3293" y="8822"/>
                  </a:lnTo>
                  <a:lnTo>
                    <a:pt x="3259" y="8830"/>
                  </a:lnTo>
                  <a:lnTo>
                    <a:pt x="3157" y="8832"/>
                  </a:lnTo>
                  <a:lnTo>
                    <a:pt x="3063" y="8810"/>
                  </a:lnTo>
                  <a:lnTo>
                    <a:pt x="3029" y="8880"/>
                  </a:lnTo>
                  <a:lnTo>
                    <a:pt x="2934" y="8995"/>
                  </a:lnTo>
                  <a:lnTo>
                    <a:pt x="2925" y="9003"/>
                  </a:lnTo>
                  <a:lnTo>
                    <a:pt x="2850" y="9064"/>
                  </a:lnTo>
                  <a:lnTo>
                    <a:pt x="2657" y="9159"/>
                  </a:lnTo>
                  <a:lnTo>
                    <a:pt x="2588" y="9186"/>
                  </a:lnTo>
                  <a:lnTo>
                    <a:pt x="2519" y="9191"/>
                  </a:lnTo>
                  <a:lnTo>
                    <a:pt x="2442" y="9179"/>
                  </a:lnTo>
                  <a:lnTo>
                    <a:pt x="2442" y="9161"/>
                  </a:lnTo>
                  <a:lnTo>
                    <a:pt x="2514" y="9092"/>
                  </a:lnTo>
                  <a:lnTo>
                    <a:pt x="2492" y="9043"/>
                  </a:lnTo>
                  <a:lnTo>
                    <a:pt x="2467" y="9016"/>
                  </a:lnTo>
                  <a:lnTo>
                    <a:pt x="2256" y="8909"/>
                  </a:lnTo>
                  <a:lnTo>
                    <a:pt x="2216" y="8922"/>
                  </a:lnTo>
                  <a:lnTo>
                    <a:pt x="2178" y="8947"/>
                  </a:lnTo>
                  <a:lnTo>
                    <a:pt x="2116" y="8971"/>
                  </a:lnTo>
                  <a:lnTo>
                    <a:pt x="2088" y="8973"/>
                  </a:lnTo>
                  <a:lnTo>
                    <a:pt x="2077" y="8959"/>
                  </a:lnTo>
                  <a:lnTo>
                    <a:pt x="2077" y="8944"/>
                  </a:lnTo>
                  <a:lnTo>
                    <a:pt x="2126" y="8833"/>
                  </a:lnTo>
                  <a:lnTo>
                    <a:pt x="2153" y="8802"/>
                  </a:lnTo>
                  <a:lnTo>
                    <a:pt x="2178" y="8790"/>
                  </a:lnTo>
                  <a:lnTo>
                    <a:pt x="2388" y="8600"/>
                  </a:lnTo>
                  <a:lnTo>
                    <a:pt x="2523" y="8400"/>
                  </a:lnTo>
                  <a:lnTo>
                    <a:pt x="2611" y="8264"/>
                  </a:lnTo>
                  <a:lnTo>
                    <a:pt x="2590" y="8209"/>
                  </a:lnTo>
                  <a:lnTo>
                    <a:pt x="2520" y="8098"/>
                  </a:lnTo>
                  <a:lnTo>
                    <a:pt x="2489" y="8053"/>
                  </a:lnTo>
                  <a:lnTo>
                    <a:pt x="2432" y="8032"/>
                  </a:lnTo>
                  <a:lnTo>
                    <a:pt x="2370" y="8052"/>
                  </a:lnTo>
                  <a:lnTo>
                    <a:pt x="2214" y="8117"/>
                  </a:lnTo>
                  <a:lnTo>
                    <a:pt x="2199" y="8124"/>
                  </a:lnTo>
                  <a:lnTo>
                    <a:pt x="2037" y="8261"/>
                  </a:lnTo>
                  <a:lnTo>
                    <a:pt x="1994" y="8297"/>
                  </a:lnTo>
                  <a:lnTo>
                    <a:pt x="1918" y="8381"/>
                  </a:lnTo>
                  <a:lnTo>
                    <a:pt x="1884" y="8433"/>
                  </a:lnTo>
                  <a:lnTo>
                    <a:pt x="1852" y="8447"/>
                  </a:lnTo>
                  <a:lnTo>
                    <a:pt x="1831" y="8449"/>
                  </a:lnTo>
                  <a:lnTo>
                    <a:pt x="1742" y="8391"/>
                  </a:lnTo>
                  <a:lnTo>
                    <a:pt x="1730" y="8365"/>
                  </a:lnTo>
                  <a:lnTo>
                    <a:pt x="1732" y="8104"/>
                  </a:lnTo>
                  <a:lnTo>
                    <a:pt x="1739" y="8086"/>
                  </a:lnTo>
                  <a:lnTo>
                    <a:pt x="1770" y="8014"/>
                  </a:lnTo>
                  <a:lnTo>
                    <a:pt x="1820" y="7976"/>
                  </a:lnTo>
                  <a:lnTo>
                    <a:pt x="1855" y="7980"/>
                  </a:lnTo>
                  <a:lnTo>
                    <a:pt x="1877" y="7996"/>
                  </a:lnTo>
                  <a:lnTo>
                    <a:pt x="1917" y="7986"/>
                  </a:lnTo>
                  <a:lnTo>
                    <a:pt x="1948" y="7945"/>
                  </a:lnTo>
                  <a:lnTo>
                    <a:pt x="1948" y="7916"/>
                  </a:lnTo>
                  <a:lnTo>
                    <a:pt x="1861" y="7760"/>
                  </a:lnTo>
                  <a:lnTo>
                    <a:pt x="1820" y="7733"/>
                  </a:lnTo>
                  <a:lnTo>
                    <a:pt x="1882" y="7531"/>
                  </a:lnTo>
                  <a:lnTo>
                    <a:pt x="1905" y="7478"/>
                  </a:lnTo>
                  <a:lnTo>
                    <a:pt x="1934" y="7429"/>
                  </a:lnTo>
                  <a:lnTo>
                    <a:pt x="1964" y="7401"/>
                  </a:lnTo>
                  <a:lnTo>
                    <a:pt x="2031" y="7385"/>
                  </a:lnTo>
                  <a:lnTo>
                    <a:pt x="2055" y="7388"/>
                  </a:lnTo>
                  <a:lnTo>
                    <a:pt x="2079" y="7378"/>
                  </a:lnTo>
                  <a:lnTo>
                    <a:pt x="2248" y="7306"/>
                  </a:lnTo>
                  <a:lnTo>
                    <a:pt x="2227" y="7193"/>
                  </a:lnTo>
                  <a:lnTo>
                    <a:pt x="2083" y="7193"/>
                  </a:lnTo>
                  <a:lnTo>
                    <a:pt x="2050" y="7196"/>
                  </a:lnTo>
                  <a:lnTo>
                    <a:pt x="2004" y="7194"/>
                  </a:lnTo>
                  <a:lnTo>
                    <a:pt x="1927" y="7174"/>
                  </a:lnTo>
                  <a:lnTo>
                    <a:pt x="1918" y="7156"/>
                  </a:lnTo>
                  <a:lnTo>
                    <a:pt x="1915" y="7134"/>
                  </a:lnTo>
                  <a:lnTo>
                    <a:pt x="1921" y="7051"/>
                  </a:lnTo>
                  <a:lnTo>
                    <a:pt x="1929" y="7040"/>
                  </a:lnTo>
                  <a:lnTo>
                    <a:pt x="1945" y="7036"/>
                  </a:lnTo>
                  <a:lnTo>
                    <a:pt x="1962" y="7001"/>
                  </a:lnTo>
                  <a:lnTo>
                    <a:pt x="1962" y="6981"/>
                  </a:lnTo>
                  <a:lnTo>
                    <a:pt x="1952" y="6954"/>
                  </a:lnTo>
                  <a:lnTo>
                    <a:pt x="1928" y="6922"/>
                  </a:lnTo>
                  <a:lnTo>
                    <a:pt x="1875" y="6893"/>
                  </a:lnTo>
                  <a:lnTo>
                    <a:pt x="1813" y="6955"/>
                  </a:lnTo>
                  <a:lnTo>
                    <a:pt x="1699" y="7141"/>
                  </a:lnTo>
                  <a:lnTo>
                    <a:pt x="1665" y="7208"/>
                  </a:lnTo>
                  <a:lnTo>
                    <a:pt x="1655" y="7228"/>
                  </a:lnTo>
                  <a:lnTo>
                    <a:pt x="1613" y="7340"/>
                  </a:lnTo>
                  <a:lnTo>
                    <a:pt x="1576" y="7376"/>
                  </a:lnTo>
                  <a:lnTo>
                    <a:pt x="1374" y="7507"/>
                  </a:lnTo>
                  <a:lnTo>
                    <a:pt x="1193" y="7542"/>
                  </a:lnTo>
                  <a:lnTo>
                    <a:pt x="1051" y="7560"/>
                  </a:lnTo>
                  <a:lnTo>
                    <a:pt x="980" y="7555"/>
                  </a:lnTo>
                  <a:lnTo>
                    <a:pt x="969" y="7541"/>
                  </a:lnTo>
                  <a:lnTo>
                    <a:pt x="941" y="7452"/>
                  </a:lnTo>
                  <a:lnTo>
                    <a:pt x="904" y="7238"/>
                  </a:lnTo>
                  <a:lnTo>
                    <a:pt x="905" y="7137"/>
                  </a:lnTo>
                  <a:lnTo>
                    <a:pt x="956" y="7022"/>
                  </a:lnTo>
                  <a:lnTo>
                    <a:pt x="1016" y="6932"/>
                  </a:lnTo>
                  <a:lnTo>
                    <a:pt x="1097" y="6878"/>
                  </a:lnTo>
                  <a:lnTo>
                    <a:pt x="1121" y="6868"/>
                  </a:lnTo>
                  <a:lnTo>
                    <a:pt x="1264" y="6761"/>
                  </a:lnTo>
                  <a:lnTo>
                    <a:pt x="1284" y="6724"/>
                  </a:lnTo>
                  <a:lnTo>
                    <a:pt x="1279" y="6648"/>
                  </a:lnTo>
                  <a:lnTo>
                    <a:pt x="1259" y="6605"/>
                  </a:lnTo>
                  <a:lnTo>
                    <a:pt x="1198" y="6606"/>
                  </a:lnTo>
                  <a:lnTo>
                    <a:pt x="1185" y="6588"/>
                  </a:lnTo>
                  <a:lnTo>
                    <a:pt x="1189" y="6568"/>
                  </a:lnTo>
                  <a:lnTo>
                    <a:pt x="1222" y="6407"/>
                  </a:lnTo>
                  <a:lnTo>
                    <a:pt x="1246" y="6386"/>
                  </a:lnTo>
                  <a:lnTo>
                    <a:pt x="1371" y="6361"/>
                  </a:lnTo>
                  <a:lnTo>
                    <a:pt x="1507" y="6303"/>
                  </a:lnTo>
                  <a:lnTo>
                    <a:pt x="1548" y="6277"/>
                  </a:lnTo>
                  <a:lnTo>
                    <a:pt x="1554" y="6242"/>
                  </a:lnTo>
                  <a:lnTo>
                    <a:pt x="1604" y="5981"/>
                  </a:lnTo>
                  <a:lnTo>
                    <a:pt x="1669" y="5936"/>
                  </a:lnTo>
                  <a:lnTo>
                    <a:pt x="1685" y="5795"/>
                  </a:lnTo>
                  <a:lnTo>
                    <a:pt x="1693" y="5695"/>
                  </a:lnTo>
                  <a:lnTo>
                    <a:pt x="1669" y="5654"/>
                  </a:lnTo>
                  <a:lnTo>
                    <a:pt x="1674" y="5629"/>
                  </a:lnTo>
                  <a:lnTo>
                    <a:pt x="1685" y="5614"/>
                  </a:lnTo>
                  <a:lnTo>
                    <a:pt x="1797" y="5552"/>
                  </a:lnTo>
                  <a:lnTo>
                    <a:pt x="1852" y="5546"/>
                  </a:lnTo>
                  <a:lnTo>
                    <a:pt x="2172" y="5528"/>
                  </a:lnTo>
                  <a:lnTo>
                    <a:pt x="2238" y="5536"/>
                  </a:lnTo>
                  <a:lnTo>
                    <a:pt x="2248" y="5562"/>
                  </a:lnTo>
                  <a:lnTo>
                    <a:pt x="2259" y="5725"/>
                  </a:lnTo>
                  <a:lnTo>
                    <a:pt x="2246" y="5743"/>
                  </a:lnTo>
                  <a:lnTo>
                    <a:pt x="2212" y="5761"/>
                  </a:lnTo>
                  <a:lnTo>
                    <a:pt x="2212" y="5808"/>
                  </a:lnTo>
                  <a:lnTo>
                    <a:pt x="2337" y="5819"/>
                  </a:lnTo>
                  <a:lnTo>
                    <a:pt x="2363" y="5816"/>
                  </a:lnTo>
                  <a:lnTo>
                    <a:pt x="2423" y="5786"/>
                  </a:lnTo>
                  <a:lnTo>
                    <a:pt x="2632" y="5679"/>
                  </a:lnTo>
                  <a:lnTo>
                    <a:pt x="2669" y="5718"/>
                  </a:lnTo>
                  <a:lnTo>
                    <a:pt x="2686" y="5730"/>
                  </a:lnTo>
                  <a:lnTo>
                    <a:pt x="2706" y="5739"/>
                  </a:lnTo>
                  <a:lnTo>
                    <a:pt x="2751" y="5721"/>
                  </a:lnTo>
                  <a:lnTo>
                    <a:pt x="2774" y="5710"/>
                  </a:lnTo>
                  <a:lnTo>
                    <a:pt x="2848" y="5593"/>
                  </a:lnTo>
                  <a:lnTo>
                    <a:pt x="2879" y="5525"/>
                  </a:lnTo>
                  <a:lnTo>
                    <a:pt x="2935" y="5399"/>
                  </a:lnTo>
                  <a:lnTo>
                    <a:pt x="2944" y="5340"/>
                  </a:lnTo>
                  <a:lnTo>
                    <a:pt x="2879" y="5185"/>
                  </a:lnTo>
                  <a:lnTo>
                    <a:pt x="2870" y="5173"/>
                  </a:lnTo>
                  <a:lnTo>
                    <a:pt x="2848" y="5170"/>
                  </a:lnTo>
                  <a:lnTo>
                    <a:pt x="2791" y="5177"/>
                  </a:lnTo>
                  <a:lnTo>
                    <a:pt x="2785" y="5171"/>
                  </a:lnTo>
                  <a:lnTo>
                    <a:pt x="2780" y="5159"/>
                  </a:lnTo>
                  <a:lnTo>
                    <a:pt x="2776" y="5128"/>
                  </a:lnTo>
                  <a:lnTo>
                    <a:pt x="2790" y="5008"/>
                  </a:lnTo>
                  <a:lnTo>
                    <a:pt x="2806" y="5002"/>
                  </a:lnTo>
                  <a:lnTo>
                    <a:pt x="2886" y="4998"/>
                  </a:lnTo>
                  <a:lnTo>
                    <a:pt x="2935" y="5012"/>
                  </a:lnTo>
                  <a:lnTo>
                    <a:pt x="2940" y="5022"/>
                  </a:lnTo>
                  <a:lnTo>
                    <a:pt x="2952" y="5023"/>
                  </a:lnTo>
                  <a:lnTo>
                    <a:pt x="3051" y="4914"/>
                  </a:lnTo>
                  <a:lnTo>
                    <a:pt x="3070" y="4872"/>
                  </a:lnTo>
                  <a:lnTo>
                    <a:pt x="3068" y="4849"/>
                  </a:lnTo>
                  <a:lnTo>
                    <a:pt x="3055" y="4776"/>
                  </a:lnTo>
                  <a:lnTo>
                    <a:pt x="3001" y="4572"/>
                  </a:lnTo>
                  <a:lnTo>
                    <a:pt x="2900" y="4425"/>
                  </a:lnTo>
                  <a:lnTo>
                    <a:pt x="2964" y="4345"/>
                  </a:lnTo>
                  <a:lnTo>
                    <a:pt x="2977" y="4343"/>
                  </a:lnTo>
                  <a:lnTo>
                    <a:pt x="3011" y="4395"/>
                  </a:lnTo>
                  <a:lnTo>
                    <a:pt x="3076" y="4526"/>
                  </a:lnTo>
                  <a:lnTo>
                    <a:pt x="3087" y="4455"/>
                  </a:lnTo>
                  <a:lnTo>
                    <a:pt x="3086" y="4209"/>
                  </a:lnTo>
                  <a:lnTo>
                    <a:pt x="3063" y="4189"/>
                  </a:lnTo>
                  <a:lnTo>
                    <a:pt x="3055" y="4182"/>
                  </a:lnTo>
                  <a:lnTo>
                    <a:pt x="2858" y="4205"/>
                  </a:lnTo>
                  <a:lnTo>
                    <a:pt x="2832" y="4231"/>
                  </a:lnTo>
                  <a:lnTo>
                    <a:pt x="2687" y="4400"/>
                  </a:lnTo>
                  <a:lnTo>
                    <a:pt x="2470" y="4206"/>
                  </a:lnTo>
                  <a:lnTo>
                    <a:pt x="2379" y="4122"/>
                  </a:lnTo>
                  <a:lnTo>
                    <a:pt x="2119" y="3972"/>
                  </a:lnTo>
                  <a:lnTo>
                    <a:pt x="2062" y="4048"/>
                  </a:lnTo>
                  <a:lnTo>
                    <a:pt x="1947" y="4103"/>
                  </a:lnTo>
                  <a:lnTo>
                    <a:pt x="1841" y="4069"/>
                  </a:lnTo>
                  <a:lnTo>
                    <a:pt x="1765" y="4041"/>
                  </a:lnTo>
                  <a:lnTo>
                    <a:pt x="1717" y="4030"/>
                  </a:lnTo>
                  <a:lnTo>
                    <a:pt x="1692" y="4066"/>
                  </a:lnTo>
                  <a:lnTo>
                    <a:pt x="1512" y="4338"/>
                  </a:lnTo>
                  <a:lnTo>
                    <a:pt x="1487" y="4496"/>
                  </a:lnTo>
                  <a:lnTo>
                    <a:pt x="1489" y="4526"/>
                  </a:lnTo>
                  <a:lnTo>
                    <a:pt x="1502" y="4541"/>
                  </a:lnTo>
                  <a:lnTo>
                    <a:pt x="1502" y="4554"/>
                  </a:lnTo>
                  <a:lnTo>
                    <a:pt x="1494" y="4564"/>
                  </a:lnTo>
                  <a:lnTo>
                    <a:pt x="1423" y="4629"/>
                  </a:lnTo>
                  <a:lnTo>
                    <a:pt x="1056" y="4766"/>
                  </a:lnTo>
                  <a:lnTo>
                    <a:pt x="1036" y="4768"/>
                  </a:lnTo>
                  <a:lnTo>
                    <a:pt x="990" y="4757"/>
                  </a:lnTo>
                  <a:lnTo>
                    <a:pt x="980" y="4751"/>
                  </a:lnTo>
                  <a:lnTo>
                    <a:pt x="947" y="4710"/>
                  </a:lnTo>
                  <a:lnTo>
                    <a:pt x="928" y="4640"/>
                  </a:lnTo>
                  <a:lnTo>
                    <a:pt x="886" y="4551"/>
                  </a:lnTo>
                  <a:lnTo>
                    <a:pt x="838" y="4450"/>
                  </a:lnTo>
                  <a:lnTo>
                    <a:pt x="784" y="4370"/>
                  </a:lnTo>
                  <a:lnTo>
                    <a:pt x="727" y="4319"/>
                  </a:lnTo>
                  <a:lnTo>
                    <a:pt x="543" y="4248"/>
                  </a:lnTo>
                  <a:lnTo>
                    <a:pt x="491" y="4254"/>
                  </a:lnTo>
                  <a:lnTo>
                    <a:pt x="478" y="4282"/>
                  </a:lnTo>
                  <a:lnTo>
                    <a:pt x="477" y="4317"/>
                  </a:lnTo>
                  <a:lnTo>
                    <a:pt x="452" y="4375"/>
                  </a:lnTo>
                  <a:lnTo>
                    <a:pt x="434" y="4400"/>
                  </a:lnTo>
                  <a:lnTo>
                    <a:pt x="377" y="4439"/>
                  </a:lnTo>
                  <a:lnTo>
                    <a:pt x="296" y="4473"/>
                  </a:lnTo>
                  <a:lnTo>
                    <a:pt x="266" y="4475"/>
                  </a:lnTo>
                  <a:lnTo>
                    <a:pt x="233" y="4423"/>
                  </a:lnTo>
                  <a:lnTo>
                    <a:pt x="236" y="4409"/>
                  </a:lnTo>
                  <a:lnTo>
                    <a:pt x="264" y="4392"/>
                  </a:lnTo>
                  <a:lnTo>
                    <a:pt x="266" y="4351"/>
                  </a:lnTo>
                  <a:lnTo>
                    <a:pt x="260" y="4286"/>
                  </a:lnTo>
                  <a:lnTo>
                    <a:pt x="235" y="4251"/>
                  </a:lnTo>
                  <a:lnTo>
                    <a:pt x="111" y="4274"/>
                  </a:lnTo>
                  <a:lnTo>
                    <a:pt x="96" y="4286"/>
                  </a:lnTo>
                  <a:lnTo>
                    <a:pt x="56" y="4281"/>
                  </a:lnTo>
                  <a:lnTo>
                    <a:pt x="40" y="4268"/>
                  </a:lnTo>
                  <a:lnTo>
                    <a:pt x="30" y="4244"/>
                  </a:lnTo>
                  <a:lnTo>
                    <a:pt x="31" y="4234"/>
                  </a:lnTo>
                  <a:lnTo>
                    <a:pt x="42" y="4140"/>
                  </a:lnTo>
                  <a:lnTo>
                    <a:pt x="83" y="4069"/>
                  </a:lnTo>
                  <a:lnTo>
                    <a:pt x="191" y="3902"/>
                  </a:lnTo>
                  <a:lnTo>
                    <a:pt x="277" y="3822"/>
                  </a:lnTo>
                  <a:lnTo>
                    <a:pt x="334" y="3804"/>
                  </a:lnTo>
                  <a:lnTo>
                    <a:pt x="358" y="3813"/>
                  </a:lnTo>
                  <a:lnTo>
                    <a:pt x="434" y="3817"/>
                  </a:lnTo>
                  <a:lnTo>
                    <a:pt x="456" y="3793"/>
                  </a:lnTo>
                  <a:lnTo>
                    <a:pt x="473" y="3751"/>
                  </a:lnTo>
                  <a:lnTo>
                    <a:pt x="474" y="3739"/>
                  </a:lnTo>
                  <a:lnTo>
                    <a:pt x="453" y="3683"/>
                  </a:lnTo>
                  <a:lnTo>
                    <a:pt x="342" y="3496"/>
                  </a:lnTo>
                  <a:lnTo>
                    <a:pt x="311" y="3467"/>
                  </a:lnTo>
                  <a:lnTo>
                    <a:pt x="216" y="3433"/>
                  </a:lnTo>
                  <a:lnTo>
                    <a:pt x="192" y="3429"/>
                  </a:lnTo>
                  <a:lnTo>
                    <a:pt x="180" y="3437"/>
                  </a:lnTo>
                  <a:lnTo>
                    <a:pt x="147" y="3484"/>
                  </a:lnTo>
                  <a:lnTo>
                    <a:pt x="128" y="3490"/>
                  </a:lnTo>
                  <a:lnTo>
                    <a:pt x="18" y="3445"/>
                  </a:lnTo>
                  <a:lnTo>
                    <a:pt x="0" y="3412"/>
                  </a:lnTo>
                  <a:lnTo>
                    <a:pt x="10" y="3393"/>
                  </a:lnTo>
                  <a:lnTo>
                    <a:pt x="35" y="3352"/>
                  </a:lnTo>
                  <a:lnTo>
                    <a:pt x="243" y="3115"/>
                  </a:lnTo>
                  <a:lnTo>
                    <a:pt x="428" y="2979"/>
                  </a:lnTo>
                  <a:lnTo>
                    <a:pt x="446" y="2973"/>
                  </a:lnTo>
                  <a:lnTo>
                    <a:pt x="499" y="2991"/>
                  </a:lnTo>
                  <a:lnTo>
                    <a:pt x="522" y="3008"/>
                  </a:lnTo>
                  <a:lnTo>
                    <a:pt x="544" y="3015"/>
                  </a:lnTo>
                  <a:lnTo>
                    <a:pt x="590" y="3009"/>
                  </a:lnTo>
                  <a:lnTo>
                    <a:pt x="659" y="2965"/>
                  </a:lnTo>
                  <a:lnTo>
                    <a:pt x="706" y="2925"/>
                  </a:lnTo>
                  <a:lnTo>
                    <a:pt x="727" y="2898"/>
                  </a:lnTo>
                  <a:lnTo>
                    <a:pt x="748" y="2848"/>
                  </a:lnTo>
                  <a:lnTo>
                    <a:pt x="745" y="2796"/>
                  </a:lnTo>
                  <a:lnTo>
                    <a:pt x="740" y="2773"/>
                  </a:lnTo>
                  <a:lnTo>
                    <a:pt x="712" y="2751"/>
                  </a:lnTo>
                  <a:lnTo>
                    <a:pt x="682" y="2767"/>
                  </a:lnTo>
                  <a:lnTo>
                    <a:pt x="671" y="2764"/>
                  </a:lnTo>
                  <a:lnTo>
                    <a:pt x="665" y="2758"/>
                  </a:lnTo>
                  <a:lnTo>
                    <a:pt x="622" y="2691"/>
                  </a:lnTo>
                  <a:lnTo>
                    <a:pt x="630" y="2590"/>
                  </a:lnTo>
                  <a:lnTo>
                    <a:pt x="656" y="2540"/>
                  </a:lnTo>
                  <a:lnTo>
                    <a:pt x="702" y="2512"/>
                  </a:lnTo>
                  <a:lnTo>
                    <a:pt x="712" y="2511"/>
                  </a:lnTo>
                  <a:lnTo>
                    <a:pt x="811" y="2445"/>
                  </a:lnTo>
                  <a:lnTo>
                    <a:pt x="1055" y="2265"/>
                  </a:lnTo>
                  <a:lnTo>
                    <a:pt x="1243" y="2181"/>
                  </a:lnTo>
                  <a:lnTo>
                    <a:pt x="1285" y="2184"/>
                  </a:lnTo>
                  <a:lnTo>
                    <a:pt x="1436" y="2239"/>
                  </a:lnTo>
                  <a:lnTo>
                    <a:pt x="1586" y="2301"/>
                  </a:lnTo>
                  <a:lnTo>
                    <a:pt x="1697" y="2301"/>
                  </a:lnTo>
                  <a:lnTo>
                    <a:pt x="1693" y="2250"/>
                  </a:lnTo>
                  <a:lnTo>
                    <a:pt x="1648" y="2202"/>
                  </a:lnTo>
                  <a:lnTo>
                    <a:pt x="1620" y="2139"/>
                  </a:lnTo>
                  <a:lnTo>
                    <a:pt x="1617" y="2117"/>
                  </a:lnTo>
                  <a:lnTo>
                    <a:pt x="1624" y="2094"/>
                  </a:lnTo>
                  <a:lnTo>
                    <a:pt x="1668" y="2077"/>
                  </a:lnTo>
                  <a:lnTo>
                    <a:pt x="1878" y="2033"/>
                  </a:lnTo>
                  <a:lnTo>
                    <a:pt x="1923" y="2025"/>
                  </a:lnTo>
                  <a:lnTo>
                    <a:pt x="1942" y="2029"/>
                  </a:lnTo>
                  <a:lnTo>
                    <a:pt x="1960" y="2051"/>
                  </a:lnTo>
                  <a:lnTo>
                    <a:pt x="2061" y="2208"/>
                  </a:lnTo>
                  <a:lnTo>
                    <a:pt x="2076" y="2279"/>
                  </a:lnTo>
                  <a:lnTo>
                    <a:pt x="2077" y="2295"/>
                  </a:lnTo>
                  <a:lnTo>
                    <a:pt x="2062" y="2334"/>
                  </a:lnTo>
                  <a:lnTo>
                    <a:pt x="2036" y="2360"/>
                  </a:lnTo>
                  <a:lnTo>
                    <a:pt x="2022" y="2397"/>
                  </a:lnTo>
                  <a:lnTo>
                    <a:pt x="2007" y="2464"/>
                  </a:lnTo>
                  <a:lnTo>
                    <a:pt x="1997" y="2573"/>
                  </a:lnTo>
                  <a:lnTo>
                    <a:pt x="1995" y="2646"/>
                  </a:lnTo>
                  <a:lnTo>
                    <a:pt x="2011" y="2669"/>
                  </a:lnTo>
                  <a:lnTo>
                    <a:pt x="2074" y="2740"/>
                  </a:lnTo>
                  <a:lnTo>
                    <a:pt x="2203" y="2645"/>
                  </a:lnTo>
                  <a:lnTo>
                    <a:pt x="2213" y="2629"/>
                  </a:lnTo>
                  <a:lnTo>
                    <a:pt x="2243" y="2557"/>
                  </a:lnTo>
                  <a:lnTo>
                    <a:pt x="2253" y="2509"/>
                  </a:lnTo>
                  <a:lnTo>
                    <a:pt x="2469" y="2389"/>
                  </a:lnTo>
                  <a:lnTo>
                    <a:pt x="2557" y="2231"/>
                  </a:lnTo>
                  <a:lnTo>
                    <a:pt x="2545" y="2175"/>
                  </a:lnTo>
                  <a:lnTo>
                    <a:pt x="2472" y="2129"/>
                  </a:lnTo>
                  <a:lnTo>
                    <a:pt x="2597" y="1929"/>
                  </a:lnTo>
                  <a:lnTo>
                    <a:pt x="2615" y="1920"/>
                  </a:lnTo>
                  <a:lnTo>
                    <a:pt x="2660" y="1902"/>
                  </a:lnTo>
                  <a:lnTo>
                    <a:pt x="2894" y="1779"/>
                  </a:lnTo>
                  <a:lnTo>
                    <a:pt x="2940" y="1704"/>
                  </a:lnTo>
                  <a:lnTo>
                    <a:pt x="2979" y="1574"/>
                  </a:lnTo>
                  <a:lnTo>
                    <a:pt x="2977" y="1517"/>
                  </a:lnTo>
                  <a:lnTo>
                    <a:pt x="2963" y="1471"/>
                  </a:lnTo>
                  <a:lnTo>
                    <a:pt x="2929" y="1422"/>
                  </a:lnTo>
                  <a:lnTo>
                    <a:pt x="2908" y="1403"/>
                  </a:lnTo>
                  <a:lnTo>
                    <a:pt x="2891" y="1396"/>
                  </a:lnTo>
                  <a:lnTo>
                    <a:pt x="2847" y="1389"/>
                  </a:lnTo>
                  <a:lnTo>
                    <a:pt x="2811" y="1385"/>
                  </a:lnTo>
                  <a:lnTo>
                    <a:pt x="2773" y="1388"/>
                  </a:lnTo>
                  <a:lnTo>
                    <a:pt x="2705" y="1316"/>
                  </a:lnTo>
                  <a:lnTo>
                    <a:pt x="2667" y="1199"/>
                  </a:lnTo>
                  <a:lnTo>
                    <a:pt x="2656" y="1159"/>
                  </a:lnTo>
                  <a:lnTo>
                    <a:pt x="2669" y="1126"/>
                  </a:lnTo>
                  <a:lnTo>
                    <a:pt x="2720" y="1115"/>
                  </a:lnTo>
                  <a:lnTo>
                    <a:pt x="2762" y="1092"/>
                  </a:lnTo>
                  <a:lnTo>
                    <a:pt x="2807" y="1036"/>
                  </a:lnTo>
                  <a:lnTo>
                    <a:pt x="2774" y="880"/>
                  </a:lnTo>
                  <a:lnTo>
                    <a:pt x="2754" y="787"/>
                  </a:lnTo>
                  <a:lnTo>
                    <a:pt x="2744" y="738"/>
                  </a:lnTo>
                  <a:lnTo>
                    <a:pt x="2895" y="375"/>
                  </a:lnTo>
                  <a:lnTo>
                    <a:pt x="2953" y="351"/>
                  </a:lnTo>
                  <a:lnTo>
                    <a:pt x="2995" y="414"/>
                  </a:lnTo>
                  <a:lnTo>
                    <a:pt x="2995" y="428"/>
                  </a:lnTo>
                  <a:lnTo>
                    <a:pt x="2988" y="470"/>
                  </a:lnTo>
                  <a:lnTo>
                    <a:pt x="2978" y="488"/>
                  </a:lnTo>
                  <a:lnTo>
                    <a:pt x="2956" y="503"/>
                  </a:lnTo>
                  <a:lnTo>
                    <a:pt x="2911" y="501"/>
                  </a:lnTo>
                  <a:lnTo>
                    <a:pt x="2880" y="527"/>
                  </a:lnTo>
                  <a:lnTo>
                    <a:pt x="2872" y="541"/>
                  </a:lnTo>
                  <a:lnTo>
                    <a:pt x="2868" y="566"/>
                  </a:lnTo>
                  <a:lnTo>
                    <a:pt x="2871" y="723"/>
                  </a:lnTo>
                  <a:lnTo>
                    <a:pt x="2881" y="764"/>
                  </a:lnTo>
                  <a:lnTo>
                    <a:pt x="2946" y="807"/>
                  </a:lnTo>
                  <a:lnTo>
                    <a:pt x="3063" y="822"/>
                  </a:lnTo>
                  <a:lnTo>
                    <a:pt x="3176" y="825"/>
                  </a:lnTo>
                  <a:lnTo>
                    <a:pt x="3204" y="848"/>
                  </a:lnTo>
                  <a:lnTo>
                    <a:pt x="3296" y="931"/>
                  </a:lnTo>
                  <a:lnTo>
                    <a:pt x="3555" y="902"/>
                  </a:lnTo>
                  <a:lnTo>
                    <a:pt x="3607" y="856"/>
                  </a:lnTo>
                  <a:lnTo>
                    <a:pt x="3633" y="833"/>
                  </a:lnTo>
                  <a:lnTo>
                    <a:pt x="3649" y="809"/>
                  </a:lnTo>
                  <a:lnTo>
                    <a:pt x="3623" y="738"/>
                  </a:lnTo>
                  <a:lnTo>
                    <a:pt x="3617" y="621"/>
                  </a:lnTo>
                  <a:lnTo>
                    <a:pt x="3650" y="535"/>
                  </a:lnTo>
                  <a:lnTo>
                    <a:pt x="3681" y="488"/>
                  </a:lnTo>
                  <a:lnTo>
                    <a:pt x="3764" y="395"/>
                  </a:lnTo>
                  <a:lnTo>
                    <a:pt x="3775" y="386"/>
                  </a:lnTo>
                  <a:lnTo>
                    <a:pt x="3798" y="384"/>
                  </a:lnTo>
                  <a:lnTo>
                    <a:pt x="3856" y="420"/>
                  </a:lnTo>
                  <a:lnTo>
                    <a:pt x="3883" y="467"/>
                  </a:lnTo>
                  <a:lnTo>
                    <a:pt x="3874" y="506"/>
                  </a:lnTo>
                  <a:lnTo>
                    <a:pt x="3880" y="509"/>
                  </a:lnTo>
                  <a:lnTo>
                    <a:pt x="4047" y="540"/>
                  </a:lnTo>
                  <a:lnTo>
                    <a:pt x="4190" y="448"/>
                  </a:lnTo>
                  <a:lnTo>
                    <a:pt x="4333" y="391"/>
                  </a:lnTo>
                  <a:lnTo>
                    <a:pt x="4464" y="364"/>
                  </a:lnTo>
                  <a:lnTo>
                    <a:pt x="4600" y="265"/>
                  </a:lnTo>
                  <a:lnTo>
                    <a:pt x="4645" y="208"/>
                  </a:lnTo>
                  <a:lnTo>
                    <a:pt x="4663" y="199"/>
                  </a:lnTo>
                  <a:lnTo>
                    <a:pt x="4750" y="198"/>
                  </a:lnTo>
                  <a:lnTo>
                    <a:pt x="4776" y="94"/>
                  </a:lnTo>
                  <a:lnTo>
                    <a:pt x="4823" y="45"/>
                  </a:lnTo>
                  <a:lnTo>
                    <a:pt x="4867" y="8"/>
                  </a:lnTo>
                  <a:lnTo>
                    <a:pt x="4912" y="0"/>
                  </a:lnTo>
                  <a:lnTo>
                    <a:pt x="5262" y="10"/>
                  </a:lnTo>
                  <a:lnTo>
                    <a:pt x="5268" y="13"/>
                  </a:lnTo>
                  <a:lnTo>
                    <a:pt x="5421" y="124"/>
                  </a:lnTo>
                  <a:lnTo>
                    <a:pt x="5433" y="139"/>
                  </a:lnTo>
                  <a:lnTo>
                    <a:pt x="5616" y="2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6950546" y="2200401"/>
              <a:ext cx="1563" cy="1701"/>
            </a:xfrm>
            <a:custGeom>
              <a:avLst/>
              <a:pathLst>
                <a:path w="1563" h="1701">
                  <a:moveTo>
                    <a:pt x="1539" y="754"/>
                  </a:moveTo>
                  <a:lnTo>
                    <a:pt x="1495" y="984"/>
                  </a:lnTo>
                  <a:lnTo>
                    <a:pt x="1433" y="1076"/>
                  </a:lnTo>
                  <a:lnTo>
                    <a:pt x="1356" y="1171"/>
                  </a:lnTo>
                  <a:lnTo>
                    <a:pt x="1343" y="1178"/>
                  </a:lnTo>
                  <a:lnTo>
                    <a:pt x="1153" y="1214"/>
                  </a:lnTo>
                  <a:lnTo>
                    <a:pt x="1017" y="1181"/>
                  </a:lnTo>
                  <a:lnTo>
                    <a:pt x="974" y="1158"/>
                  </a:lnTo>
                  <a:lnTo>
                    <a:pt x="940" y="1149"/>
                  </a:lnTo>
                  <a:lnTo>
                    <a:pt x="840" y="1159"/>
                  </a:lnTo>
                  <a:lnTo>
                    <a:pt x="787" y="1171"/>
                  </a:lnTo>
                  <a:lnTo>
                    <a:pt x="725" y="1208"/>
                  </a:lnTo>
                  <a:lnTo>
                    <a:pt x="701" y="1228"/>
                  </a:lnTo>
                  <a:lnTo>
                    <a:pt x="616" y="1318"/>
                  </a:lnTo>
                  <a:lnTo>
                    <a:pt x="581" y="1358"/>
                  </a:lnTo>
                  <a:lnTo>
                    <a:pt x="579" y="1389"/>
                  </a:lnTo>
                  <a:lnTo>
                    <a:pt x="587" y="1407"/>
                  </a:lnTo>
                  <a:lnTo>
                    <a:pt x="582" y="1464"/>
                  </a:lnTo>
                  <a:lnTo>
                    <a:pt x="571" y="1496"/>
                  </a:lnTo>
                  <a:lnTo>
                    <a:pt x="515" y="1627"/>
                  </a:lnTo>
                  <a:lnTo>
                    <a:pt x="484" y="1696"/>
                  </a:lnTo>
                  <a:lnTo>
                    <a:pt x="464" y="1701"/>
                  </a:lnTo>
                  <a:lnTo>
                    <a:pt x="456" y="1690"/>
                  </a:lnTo>
                  <a:lnTo>
                    <a:pt x="452" y="1659"/>
                  </a:lnTo>
                  <a:lnTo>
                    <a:pt x="451" y="1645"/>
                  </a:lnTo>
                  <a:lnTo>
                    <a:pt x="457" y="1622"/>
                  </a:lnTo>
                  <a:lnTo>
                    <a:pt x="473" y="1607"/>
                  </a:lnTo>
                  <a:lnTo>
                    <a:pt x="476" y="1595"/>
                  </a:lnTo>
                  <a:lnTo>
                    <a:pt x="479" y="1475"/>
                  </a:lnTo>
                  <a:lnTo>
                    <a:pt x="471" y="1392"/>
                  </a:lnTo>
                  <a:lnTo>
                    <a:pt x="434" y="1293"/>
                  </a:lnTo>
                  <a:lnTo>
                    <a:pt x="381" y="1214"/>
                  </a:lnTo>
                  <a:lnTo>
                    <a:pt x="314" y="1090"/>
                  </a:lnTo>
                  <a:lnTo>
                    <a:pt x="286" y="892"/>
                  </a:lnTo>
                  <a:lnTo>
                    <a:pt x="253" y="772"/>
                  </a:lnTo>
                  <a:lnTo>
                    <a:pt x="174" y="702"/>
                  </a:lnTo>
                  <a:lnTo>
                    <a:pt x="61" y="642"/>
                  </a:lnTo>
                  <a:lnTo>
                    <a:pt x="15" y="650"/>
                  </a:lnTo>
                  <a:lnTo>
                    <a:pt x="0" y="608"/>
                  </a:lnTo>
                  <a:lnTo>
                    <a:pt x="40" y="542"/>
                  </a:lnTo>
                  <a:lnTo>
                    <a:pt x="51" y="529"/>
                  </a:lnTo>
                  <a:lnTo>
                    <a:pt x="229" y="326"/>
                  </a:lnTo>
                  <a:lnTo>
                    <a:pt x="246" y="324"/>
                  </a:lnTo>
                  <a:lnTo>
                    <a:pt x="376" y="317"/>
                  </a:lnTo>
                  <a:lnTo>
                    <a:pt x="481" y="308"/>
                  </a:lnTo>
                  <a:lnTo>
                    <a:pt x="520" y="294"/>
                  </a:lnTo>
                  <a:lnTo>
                    <a:pt x="545" y="274"/>
                  </a:lnTo>
                  <a:lnTo>
                    <a:pt x="585" y="219"/>
                  </a:lnTo>
                  <a:lnTo>
                    <a:pt x="588" y="197"/>
                  </a:lnTo>
                  <a:lnTo>
                    <a:pt x="579" y="154"/>
                  </a:lnTo>
                  <a:lnTo>
                    <a:pt x="646" y="149"/>
                  </a:lnTo>
                  <a:lnTo>
                    <a:pt x="760" y="144"/>
                  </a:lnTo>
                  <a:lnTo>
                    <a:pt x="947" y="123"/>
                  </a:lnTo>
                  <a:lnTo>
                    <a:pt x="979" y="115"/>
                  </a:lnTo>
                  <a:lnTo>
                    <a:pt x="998" y="96"/>
                  </a:lnTo>
                  <a:lnTo>
                    <a:pt x="1012" y="51"/>
                  </a:lnTo>
                  <a:lnTo>
                    <a:pt x="1139" y="0"/>
                  </a:lnTo>
                  <a:lnTo>
                    <a:pt x="1334" y="4"/>
                  </a:lnTo>
                  <a:lnTo>
                    <a:pt x="1342" y="10"/>
                  </a:lnTo>
                  <a:lnTo>
                    <a:pt x="1348" y="23"/>
                  </a:lnTo>
                  <a:lnTo>
                    <a:pt x="1412" y="237"/>
                  </a:lnTo>
                  <a:lnTo>
                    <a:pt x="1563" y="620"/>
                  </a:lnTo>
                  <a:lnTo>
                    <a:pt x="1539" y="75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6955442" y="2200715"/>
              <a:ext cx="2615" cy="1770"/>
            </a:xfrm>
            <a:custGeom>
              <a:avLst/>
              <a:pathLst>
                <a:path w="2615" h="1770">
                  <a:moveTo>
                    <a:pt x="1340" y="112"/>
                  </a:moveTo>
                  <a:lnTo>
                    <a:pt x="1351" y="147"/>
                  </a:lnTo>
                  <a:lnTo>
                    <a:pt x="1321" y="190"/>
                  </a:lnTo>
                  <a:lnTo>
                    <a:pt x="1316" y="211"/>
                  </a:lnTo>
                  <a:lnTo>
                    <a:pt x="1386" y="430"/>
                  </a:lnTo>
                  <a:lnTo>
                    <a:pt x="1398" y="455"/>
                  </a:lnTo>
                  <a:lnTo>
                    <a:pt x="1434" y="491"/>
                  </a:lnTo>
                  <a:lnTo>
                    <a:pt x="1617" y="628"/>
                  </a:lnTo>
                  <a:lnTo>
                    <a:pt x="1651" y="636"/>
                  </a:lnTo>
                  <a:lnTo>
                    <a:pt x="1777" y="635"/>
                  </a:lnTo>
                  <a:lnTo>
                    <a:pt x="1819" y="629"/>
                  </a:lnTo>
                  <a:lnTo>
                    <a:pt x="1861" y="607"/>
                  </a:lnTo>
                  <a:lnTo>
                    <a:pt x="2027" y="421"/>
                  </a:lnTo>
                  <a:lnTo>
                    <a:pt x="2105" y="333"/>
                  </a:lnTo>
                  <a:lnTo>
                    <a:pt x="2127" y="294"/>
                  </a:lnTo>
                  <a:lnTo>
                    <a:pt x="2130" y="273"/>
                  </a:lnTo>
                  <a:lnTo>
                    <a:pt x="2136" y="228"/>
                  </a:lnTo>
                  <a:lnTo>
                    <a:pt x="2268" y="159"/>
                  </a:lnTo>
                  <a:lnTo>
                    <a:pt x="2499" y="188"/>
                  </a:lnTo>
                  <a:lnTo>
                    <a:pt x="2538" y="205"/>
                  </a:lnTo>
                  <a:lnTo>
                    <a:pt x="2585" y="279"/>
                  </a:lnTo>
                  <a:lnTo>
                    <a:pt x="2615" y="336"/>
                  </a:lnTo>
                  <a:lnTo>
                    <a:pt x="2614" y="346"/>
                  </a:lnTo>
                  <a:lnTo>
                    <a:pt x="2555" y="509"/>
                  </a:lnTo>
                  <a:lnTo>
                    <a:pt x="2521" y="546"/>
                  </a:lnTo>
                  <a:lnTo>
                    <a:pt x="2441" y="622"/>
                  </a:lnTo>
                  <a:lnTo>
                    <a:pt x="2149" y="821"/>
                  </a:lnTo>
                  <a:lnTo>
                    <a:pt x="2099" y="817"/>
                  </a:lnTo>
                  <a:lnTo>
                    <a:pt x="1976" y="830"/>
                  </a:lnTo>
                  <a:lnTo>
                    <a:pt x="1914" y="859"/>
                  </a:lnTo>
                  <a:lnTo>
                    <a:pt x="1899" y="874"/>
                  </a:lnTo>
                  <a:lnTo>
                    <a:pt x="1887" y="909"/>
                  </a:lnTo>
                  <a:lnTo>
                    <a:pt x="1887" y="927"/>
                  </a:lnTo>
                  <a:lnTo>
                    <a:pt x="1898" y="948"/>
                  </a:lnTo>
                  <a:lnTo>
                    <a:pt x="1928" y="973"/>
                  </a:lnTo>
                  <a:lnTo>
                    <a:pt x="1956" y="1020"/>
                  </a:lnTo>
                  <a:lnTo>
                    <a:pt x="1963" y="1059"/>
                  </a:lnTo>
                  <a:lnTo>
                    <a:pt x="1908" y="1128"/>
                  </a:lnTo>
                  <a:lnTo>
                    <a:pt x="1877" y="1142"/>
                  </a:lnTo>
                  <a:lnTo>
                    <a:pt x="1862" y="1146"/>
                  </a:lnTo>
                  <a:lnTo>
                    <a:pt x="1722" y="1156"/>
                  </a:lnTo>
                  <a:lnTo>
                    <a:pt x="1705" y="1154"/>
                  </a:lnTo>
                  <a:lnTo>
                    <a:pt x="1692" y="1141"/>
                  </a:lnTo>
                  <a:lnTo>
                    <a:pt x="1688" y="1116"/>
                  </a:lnTo>
                  <a:lnTo>
                    <a:pt x="1698" y="1065"/>
                  </a:lnTo>
                  <a:lnTo>
                    <a:pt x="1659" y="937"/>
                  </a:lnTo>
                  <a:lnTo>
                    <a:pt x="1651" y="917"/>
                  </a:lnTo>
                  <a:lnTo>
                    <a:pt x="1622" y="887"/>
                  </a:lnTo>
                  <a:lnTo>
                    <a:pt x="1577" y="855"/>
                  </a:lnTo>
                  <a:lnTo>
                    <a:pt x="1503" y="858"/>
                  </a:lnTo>
                  <a:lnTo>
                    <a:pt x="1424" y="876"/>
                  </a:lnTo>
                  <a:lnTo>
                    <a:pt x="1339" y="886"/>
                  </a:lnTo>
                  <a:lnTo>
                    <a:pt x="1326" y="876"/>
                  </a:lnTo>
                  <a:lnTo>
                    <a:pt x="1323" y="798"/>
                  </a:lnTo>
                  <a:lnTo>
                    <a:pt x="1308" y="787"/>
                  </a:lnTo>
                  <a:lnTo>
                    <a:pt x="1267" y="778"/>
                  </a:lnTo>
                  <a:lnTo>
                    <a:pt x="1171" y="793"/>
                  </a:lnTo>
                  <a:lnTo>
                    <a:pt x="1091" y="823"/>
                  </a:lnTo>
                  <a:lnTo>
                    <a:pt x="984" y="865"/>
                  </a:lnTo>
                  <a:lnTo>
                    <a:pt x="765" y="1043"/>
                  </a:lnTo>
                  <a:lnTo>
                    <a:pt x="642" y="1155"/>
                  </a:lnTo>
                  <a:lnTo>
                    <a:pt x="380" y="1526"/>
                  </a:lnTo>
                  <a:lnTo>
                    <a:pt x="317" y="1629"/>
                  </a:lnTo>
                  <a:lnTo>
                    <a:pt x="283" y="1739"/>
                  </a:lnTo>
                  <a:lnTo>
                    <a:pt x="209" y="1770"/>
                  </a:lnTo>
                  <a:lnTo>
                    <a:pt x="93" y="1552"/>
                  </a:lnTo>
                  <a:lnTo>
                    <a:pt x="1" y="1088"/>
                  </a:lnTo>
                  <a:lnTo>
                    <a:pt x="0" y="1046"/>
                  </a:lnTo>
                  <a:lnTo>
                    <a:pt x="1" y="864"/>
                  </a:lnTo>
                  <a:lnTo>
                    <a:pt x="2" y="811"/>
                  </a:lnTo>
                  <a:lnTo>
                    <a:pt x="20" y="442"/>
                  </a:lnTo>
                  <a:lnTo>
                    <a:pt x="48" y="259"/>
                  </a:lnTo>
                  <a:lnTo>
                    <a:pt x="96" y="185"/>
                  </a:lnTo>
                  <a:lnTo>
                    <a:pt x="126" y="146"/>
                  </a:lnTo>
                  <a:lnTo>
                    <a:pt x="167" y="115"/>
                  </a:lnTo>
                  <a:lnTo>
                    <a:pt x="194" y="110"/>
                  </a:lnTo>
                  <a:lnTo>
                    <a:pt x="240" y="119"/>
                  </a:lnTo>
                  <a:lnTo>
                    <a:pt x="317" y="176"/>
                  </a:lnTo>
                  <a:lnTo>
                    <a:pt x="432" y="299"/>
                  </a:lnTo>
                  <a:lnTo>
                    <a:pt x="450" y="326"/>
                  </a:lnTo>
                  <a:lnTo>
                    <a:pt x="489" y="439"/>
                  </a:lnTo>
                  <a:lnTo>
                    <a:pt x="516" y="478"/>
                  </a:lnTo>
                  <a:lnTo>
                    <a:pt x="558" y="524"/>
                  </a:lnTo>
                  <a:lnTo>
                    <a:pt x="599" y="545"/>
                  </a:lnTo>
                  <a:lnTo>
                    <a:pt x="639" y="553"/>
                  </a:lnTo>
                  <a:lnTo>
                    <a:pt x="750" y="551"/>
                  </a:lnTo>
                  <a:lnTo>
                    <a:pt x="790" y="538"/>
                  </a:lnTo>
                  <a:lnTo>
                    <a:pt x="939" y="420"/>
                  </a:lnTo>
                  <a:lnTo>
                    <a:pt x="1051" y="260"/>
                  </a:lnTo>
                  <a:lnTo>
                    <a:pt x="1084" y="201"/>
                  </a:lnTo>
                  <a:lnTo>
                    <a:pt x="1087" y="145"/>
                  </a:lnTo>
                  <a:lnTo>
                    <a:pt x="1073" y="114"/>
                  </a:lnTo>
                  <a:lnTo>
                    <a:pt x="1020" y="145"/>
                  </a:lnTo>
                  <a:lnTo>
                    <a:pt x="968" y="108"/>
                  </a:lnTo>
                  <a:lnTo>
                    <a:pt x="955" y="89"/>
                  </a:lnTo>
                  <a:lnTo>
                    <a:pt x="974" y="77"/>
                  </a:lnTo>
                  <a:lnTo>
                    <a:pt x="1003" y="75"/>
                  </a:lnTo>
                  <a:lnTo>
                    <a:pt x="1037" y="15"/>
                  </a:lnTo>
                  <a:lnTo>
                    <a:pt x="1075" y="0"/>
                  </a:lnTo>
                  <a:lnTo>
                    <a:pt x="1121" y="3"/>
                  </a:lnTo>
                  <a:lnTo>
                    <a:pt x="1143" y="5"/>
                  </a:lnTo>
                  <a:lnTo>
                    <a:pt x="1176" y="11"/>
                  </a:lnTo>
                  <a:lnTo>
                    <a:pt x="1320" y="84"/>
                  </a:lnTo>
                  <a:lnTo>
                    <a:pt x="1340" y="1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6955004" y="2197969"/>
              <a:ext cx="1277" cy="1797"/>
            </a:xfrm>
            <a:custGeom>
              <a:avLst/>
              <a:pathLst>
                <a:path w="1277" h="1797">
                  <a:moveTo>
                    <a:pt x="61" y="1757"/>
                  </a:moveTo>
                  <a:lnTo>
                    <a:pt x="14" y="1797"/>
                  </a:lnTo>
                  <a:lnTo>
                    <a:pt x="0" y="1795"/>
                  </a:lnTo>
                  <a:lnTo>
                    <a:pt x="8" y="1713"/>
                  </a:lnTo>
                  <a:lnTo>
                    <a:pt x="45" y="1474"/>
                  </a:lnTo>
                  <a:lnTo>
                    <a:pt x="140" y="1210"/>
                  </a:lnTo>
                  <a:lnTo>
                    <a:pt x="201" y="1162"/>
                  </a:lnTo>
                  <a:lnTo>
                    <a:pt x="266" y="1143"/>
                  </a:lnTo>
                  <a:lnTo>
                    <a:pt x="360" y="1094"/>
                  </a:lnTo>
                  <a:lnTo>
                    <a:pt x="436" y="1053"/>
                  </a:lnTo>
                  <a:lnTo>
                    <a:pt x="569" y="858"/>
                  </a:lnTo>
                  <a:lnTo>
                    <a:pt x="575" y="828"/>
                  </a:lnTo>
                  <a:lnTo>
                    <a:pt x="562" y="791"/>
                  </a:lnTo>
                  <a:lnTo>
                    <a:pt x="500" y="755"/>
                  </a:lnTo>
                  <a:lnTo>
                    <a:pt x="462" y="705"/>
                  </a:lnTo>
                  <a:lnTo>
                    <a:pt x="459" y="578"/>
                  </a:lnTo>
                  <a:lnTo>
                    <a:pt x="470" y="490"/>
                  </a:lnTo>
                  <a:lnTo>
                    <a:pt x="520" y="331"/>
                  </a:lnTo>
                  <a:lnTo>
                    <a:pt x="543" y="297"/>
                  </a:lnTo>
                  <a:lnTo>
                    <a:pt x="554" y="284"/>
                  </a:lnTo>
                  <a:lnTo>
                    <a:pt x="762" y="110"/>
                  </a:lnTo>
                  <a:lnTo>
                    <a:pt x="938" y="0"/>
                  </a:lnTo>
                  <a:lnTo>
                    <a:pt x="963" y="5"/>
                  </a:lnTo>
                  <a:lnTo>
                    <a:pt x="1248" y="363"/>
                  </a:lnTo>
                  <a:lnTo>
                    <a:pt x="1276" y="424"/>
                  </a:lnTo>
                  <a:lnTo>
                    <a:pt x="1277" y="454"/>
                  </a:lnTo>
                  <a:lnTo>
                    <a:pt x="1206" y="728"/>
                  </a:lnTo>
                  <a:lnTo>
                    <a:pt x="1198" y="751"/>
                  </a:lnTo>
                  <a:lnTo>
                    <a:pt x="1163" y="786"/>
                  </a:lnTo>
                  <a:lnTo>
                    <a:pt x="1139" y="809"/>
                  </a:lnTo>
                  <a:lnTo>
                    <a:pt x="1116" y="831"/>
                  </a:lnTo>
                  <a:lnTo>
                    <a:pt x="1011" y="907"/>
                  </a:lnTo>
                  <a:lnTo>
                    <a:pt x="822" y="1003"/>
                  </a:lnTo>
                  <a:lnTo>
                    <a:pt x="683" y="1025"/>
                  </a:lnTo>
                  <a:lnTo>
                    <a:pt x="561" y="1072"/>
                  </a:lnTo>
                  <a:lnTo>
                    <a:pt x="536" y="1108"/>
                  </a:lnTo>
                  <a:lnTo>
                    <a:pt x="523" y="1147"/>
                  </a:lnTo>
                  <a:lnTo>
                    <a:pt x="534" y="1170"/>
                  </a:lnTo>
                  <a:lnTo>
                    <a:pt x="530" y="1210"/>
                  </a:lnTo>
                  <a:lnTo>
                    <a:pt x="337" y="1443"/>
                  </a:lnTo>
                  <a:lnTo>
                    <a:pt x="187" y="1611"/>
                  </a:lnTo>
                  <a:lnTo>
                    <a:pt x="61" y="175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6989086" y="2200774"/>
              <a:ext cx="912" cy="1042"/>
            </a:xfrm>
            <a:custGeom>
              <a:avLst/>
              <a:pathLst>
                <a:path w="912" h="1042">
                  <a:moveTo>
                    <a:pt x="304" y="607"/>
                  </a:moveTo>
                  <a:lnTo>
                    <a:pt x="298" y="653"/>
                  </a:lnTo>
                  <a:lnTo>
                    <a:pt x="172" y="1010"/>
                  </a:lnTo>
                  <a:lnTo>
                    <a:pt x="168" y="1014"/>
                  </a:lnTo>
                  <a:lnTo>
                    <a:pt x="148" y="1024"/>
                  </a:lnTo>
                  <a:lnTo>
                    <a:pt x="113" y="1033"/>
                  </a:lnTo>
                  <a:lnTo>
                    <a:pt x="84" y="1040"/>
                  </a:lnTo>
                  <a:lnTo>
                    <a:pt x="29" y="1042"/>
                  </a:lnTo>
                  <a:lnTo>
                    <a:pt x="10" y="1038"/>
                  </a:lnTo>
                  <a:lnTo>
                    <a:pt x="0" y="1019"/>
                  </a:lnTo>
                  <a:lnTo>
                    <a:pt x="18" y="977"/>
                  </a:lnTo>
                  <a:lnTo>
                    <a:pt x="41" y="947"/>
                  </a:lnTo>
                  <a:lnTo>
                    <a:pt x="59" y="935"/>
                  </a:lnTo>
                  <a:lnTo>
                    <a:pt x="65" y="932"/>
                  </a:lnTo>
                  <a:lnTo>
                    <a:pt x="89" y="918"/>
                  </a:lnTo>
                  <a:lnTo>
                    <a:pt x="95" y="912"/>
                  </a:lnTo>
                  <a:lnTo>
                    <a:pt x="108" y="880"/>
                  </a:lnTo>
                  <a:lnTo>
                    <a:pt x="118" y="839"/>
                  </a:lnTo>
                  <a:lnTo>
                    <a:pt x="119" y="833"/>
                  </a:lnTo>
                  <a:lnTo>
                    <a:pt x="123" y="822"/>
                  </a:lnTo>
                  <a:lnTo>
                    <a:pt x="132" y="784"/>
                  </a:lnTo>
                  <a:lnTo>
                    <a:pt x="138" y="759"/>
                  </a:lnTo>
                  <a:lnTo>
                    <a:pt x="144" y="731"/>
                  </a:lnTo>
                  <a:lnTo>
                    <a:pt x="158" y="675"/>
                  </a:lnTo>
                  <a:lnTo>
                    <a:pt x="160" y="655"/>
                  </a:lnTo>
                  <a:lnTo>
                    <a:pt x="158" y="646"/>
                  </a:lnTo>
                  <a:lnTo>
                    <a:pt x="152" y="632"/>
                  </a:lnTo>
                  <a:lnTo>
                    <a:pt x="149" y="627"/>
                  </a:lnTo>
                  <a:lnTo>
                    <a:pt x="135" y="631"/>
                  </a:lnTo>
                  <a:lnTo>
                    <a:pt x="123" y="633"/>
                  </a:lnTo>
                  <a:lnTo>
                    <a:pt x="109" y="627"/>
                  </a:lnTo>
                  <a:lnTo>
                    <a:pt x="82" y="597"/>
                  </a:lnTo>
                  <a:lnTo>
                    <a:pt x="80" y="514"/>
                  </a:lnTo>
                  <a:lnTo>
                    <a:pt x="121" y="425"/>
                  </a:lnTo>
                  <a:lnTo>
                    <a:pt x="148" y="396"/>
                  </a:lnTo>
                  <a:lnTo>
                    <a:pt x="242" y="308"/>
                  </a:lnTo>
                  <a:lnTo>
                    <a:pt x="295" y="258"/>
                  </a:lnTo>
                  <a:lnTo>
                    <a:pt x="356" y="201"/>
                  </a:lnTo>
                  <a:lnTo>
                    <a:pt x="364" y="197"/>
                  </a:lnTo>
                  <a:lnTo>
                    <a:pt x="512" y="131"/>
                  </a:lnTo>
                  <a:lnTo>
                    <a:pt x="536" y="120"/>
                  </a:lnTo>
                  <a:lnTo>
                    <a:pt x="598" y="92"/>
                  </a:lnTo>
                  <a:lnTo>
                    <a:pt x="662" y="64"/>
                  </a:lnTo>
                  <a:lnTo>
                    <a:pt x="790" y="7"/>
                  </a:lnTo>
                  <a:lnTo>
                    <a:pt x="863" y="0"/>
                  </a:lnTo>
                  <a:lnTo>
                    <a:pt x="893" y="11"/>
                  </a:lnTo>
                  <a:lnTo>
                    <a:pt x="912" y="47"/>
                  </a:lnTo>
                  <a:lnTo>
                    <a:pt x="908" y="58"/>
                  </a:lnTo>
                  <a:lnTo>
                    <a:pt x="900" y="69"/>
                  </a:lnTo>
                  <a:lnTo>
                    <a:pt x="828" y="160"/>
                  </a:lnTo>
                  <a:lnTo>
                    <a:pt x="824" y="164"/>
                  </a:lnTo>
                  <a:lnTo>
                    <a:pt x="758" y="230"/>
                  </a:lnTo>
                  <a:lnTo>
                    <a:pt x="752" y="231"/>
                  </a:lnTo>
                  <a:lnTo>
                    <a:pt x="700" y="267"/>
                  </a:lnTo>
                  <a:lnTo>
                    <a:pt x="688" y="279"/>
                  </a:lnTo>
                  <a:lnTo>
                    <a:pt x="661" y="296"/>
                  </a:lnTo>
                  <a:lnTo>
                    <a:pt x="646" y="307"/>
                  </a:lnTo>
                  <a:lnTo>
                    <a:pt x="633" y="320"/>
                  </a:lnTo>
                  <a:lnTo>
                    <a:pt x="627" y="325"/>
                  </a:lnTo>
                  <a:lnTo>
                    <a:pt x="615" y="334"/>
                  </a:lnTo>
                  <a:lnTo>
                    <a:pt x="598" y="345"/>
                  </a:lnTo>
                  <a:lnTo>
                    <a:pt x="466" y="384"/>
                  </a:lnTo>
                  <a:lnTo>
                    <a:pt x="438" y="398"/>
                  </a:lnTo>
                  <a:lnTo>
                    <a:pt x="422" y="407"/>
                  </a:lnTo>
                  <a:lnTo>
                    <a:pt x="397" y="417"/>
                  </a:lnTo>
                  <a:lnTo>
                    <a:pt x="390" y="418"/>
                  </a:lnTo>
                  <a:lnTo>
                    <a:pt x="376" y="422"/>
                  </a:lnTo>
                  <a:lnTo>
                    <a:pt x="320" y="447"/>
                  </a:lnTo>
                  <a:lnTo>
                    <a:pt x="292" y="570"/>
                  </a:lnTo>
                  <a:lnTo>
                    <a:pt x="290" y="587"/>
                  </a:lnTo>
                  <a:lnTo>
                    <a:pt x="304" y="60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6926140" y="2194983"/>
              <a:ext cx="328" cy="288"/>
            </a:xfrm>
            <a:custGeom>
              <a:avLst/>
              <a:pathLst>
                <a:path w="328" h="288">
                  <a:moveTo>
                    <a:pt x="34" y="283"/>
                  </a:moveTo>
                  <a:lnTo>
                    <a:pt x="20" y="288"/>
                  </a:lnTo>
                  <a:lnTo>
                    <a:pt x="13" y="286"/>
                  </a:lnTo>
                  <a:lnTo>
                    <a:pt x="4" y="277"/>
                  </a:lnTo>
                  <a:lnTo>
                    <a:pt x="0" y="268"/>
                  </a:lnTo>
                  <a:lnTo>
                    <a:pt x="0" y="247"/>
                  </a:lnTo>
                  <a:lnTo>
                    <a:pt x="0" y="232"/>
                  </a:lnTo>
                  <a:lnTo>
                    <a:pt x="1" y="170"/>
                  </a:lnTo>
                  <a:lnTo>
                    <a:pt x="8" y="158"/>
                  </a:lnTo>
                  <a:lnTo>
                    <a:pt x="8" y="145"/>
                  </a:lnTo>
                  <a:lnTo>
                    <a:pt x="12" y="133"/>
                  </a:lnTo>
                  <a:lnTo>
                    <a:pt x="21" y="124"/>
                  </a:lnTo>
                  <a:lnTo>
                    <a:pt x="39" y="115"/>
                  </a:lnTo>
                  <a:lnTo>
                    <a:pt x="55" y="116"/>
                  </a:lnTo>
                  <a:lnTo>
                    <a:pt x="77" y="101"/>
                  </a:lnTo>
                  <a:lnTo>
                    <a:pt x="108" y="52"/>
                  </a:lnTo>
                  <a:lnTo>
                    <a:pt x="133" y="35"/>
                  </a:lnTo>
                  <a:lnTo>
                    <a:pt x="250" y="4"/>
                  </a:lnTo>
                  <a:lnTo>
                    <a:pt x="295" y="0"/>
                  </a:lnTo>
                  <a:lnTo>
                    <a:pt x="314" y="6"/>
                  </a:lnTo>
                  <a:lnTo>
                    <a:pt x="321" y="9"/>
                  </a:lnTo>
                  <a:lnTo>
                    <a:pt x="325" y="12"/>
                  </a:lnTo>
                  <a:lnTo>
                    <a:pt x="328" y="18"/>
                  </a:lnTo>
                  <a:lnTo>
                    <a:pt x="327" y="28"/>
                  </a:lnTo>
                  <a:lnTo>
                    <a:pt x="292" y="75"/>
                  </a:lnTo>
                  <a:lnTo>
                    <a:pt x="274" y="94"/>
                  </a:lnTo>
                  <a:lnTo>
                    <a:pt x="256" y="112"/>
                  </a:lnTo>
                  <a:lnTo>
                    <a:pt x="238" y="132"/>
                  </a:lnTo>
                  <a:lnTo>
                    <a:pt x="227" y="142"/>
                  </a:lnTo>
                  <a:lnTo>
                    <a:pt x="159" y="207"/>
                  </a:lnTo>
                  <a:lnTo>
                    <a:pt x="83" y="256"/>
                  </a:lnTo>
                  <a:lnTo>
                    <a:pt x="74" y="261"/>
                  </a:lnTo>
                  <a:lnTo>
                    <a:pt x="34" y="2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6956524" y="2197253"/>
              <a:ext cx="378" cy="555"/>
            </a:xfrm>
            <a:custGeom>
              <a:avLst/>
              <a:pathLst>
                <a:path w="378" h="555">
                  <a:moveTo>
                    <a:pt x="308" y="555"/>
                  </a:moveTo>
                  <a:lnTo>
                    <a:pt x="263" y="552"/>
                  </a:lnTo>
                  <a:lnTo>
                    <a:pt x="189" y="535"/>
                  </a:lnTo>
                  <a:lnTo>
                    <a:pt x="105" y="449"/>
                  </a:lnTo>
                  <a:lnTo>
                    <a:pt x="71" y="383"/>
                  </a:lnTo>
                  <a:lnTo>
                    <a:pt x="1" y="200"/>
                  </a:lnTo>
                  <a:lnTo>
                    <a:pt x="0" y="193"/>
                  </a:lnTo>
                  <a:lnTo>
                    <a:pt x="13" y="103"/>
                  </a:lnTo>
                  <a:lnTo>
                    <a:pt x="33" y="69"/>
                  </a:lnTo>
                  <a:lnTo>
                    <a:pt x="73" y="20"/>
                  </a:lnTo>
                  <a:lnTo>
                    <a:pt x="106" y="13"/>
                  </a:lnTo>
                  <a:lnTo>
                    <a:pt x="355" y="0"/>
                  </a:lnTo>
                  <a:lnTo>
                    <a:pt x="378" y="26"/>
                  </a:lnTo>
                  <a:lnTo>
                    <a:pt x="374" y="77"/>
                  </a:lnTo>
                  <a:lnTo>
                    <a:pt x="369" y="92"/>
                  </a:lnTo>
                  <a:lnTo>
                    <a:pt x="239" y="253"/>
                  </a:lnTo>
                  <a:lnTo>
                    <a:pt x="214" y="270"/>
                  </a:lnTo>
                  <a:lnTo>
                    <a:pt x="234" y="287"/>
                  </a:lnTo>
                  <a:lnTo>
                    <a:pt x="268" y="322"/>
                  </a:lnTo>
                  <a:lnTo>
                    <a:pt x="356" y="453"/>
                  </a:lnTo>
                  <a:lnTo>
                    <a:pt x="349" y="491"/>
                  </a:lnTo>
                  <a:lnTo>
                    <a:pt x="314" y="546"/>
                  </a:lnTo>
                  <a:lnTo>
                    <a:pt x="308" y="5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6990148" y="2199135"/>
              <a:ext cx="1602" cy="1312"/>
            </a:xfrm>
            <a:custGeom>
              <a:avLst/>
              <a:pathLst>
                <a:path w="1602" h="1312">
                  <a:moveTo>
                    <a:pt x="1130" y="72"/>
                  </a:moveTo>
                  <a:lnTo>
                    <a:pt x="1130" y="116"/>
                  </a:lnTo>
                  <a:lnTo>
                    <a:pt x="1130" y="129"/>
                  </a:lnTo>
                  <a:lnTo>
                    <a:pt x="1135" y="139"/>
                  </a:lnTo>
                  <a:lnTo>
                    <a:pt x="1145" y="153"/>
                  </a:lnTo>
                  <a:lnTo>
                    <a:pt x="1154" y="159"/>
                  </a:lnTo>
                  <a:lnTo>
                    <a:pt x="1158" y="163"/>
                  </a:lnTo>
                  <a:lnTo>
                    <a:pt x="1161" y="172"/>
                  </a:lnTo>
                  <a:lnTo>
                    <a:pt x="1161" y="187"/>
                  </a:lnTo>
                  <a:lnTo>
                    <a:pt x="1161" y="199"/>
                  </a:lnTo>
                  <a:lnTo>
                    <a:pt x="1163" y="210"/>
                  </a:lnTo>
                  <a:lnTo>
                    <a:pt x="1170" y="222"/>
                  </a:lnTo>
                  <a:lnTo>
                    <a:pt x="1180" y="234"/>
                  </a:lnTo>
                  <a:lnTo>
                    <a:pt x="1183" y="244"/>
                  </a:lnTo>
                  <a:lnTo>
                    <a:pt x="1172" y="275"/>
                  </a:lnTo>
                  <a:lnTo>
                    <a:pt x="1141" y="317"/>
                  </a:lnTo>
                  <a:lnTo>
                    <a:pt x="1131" y="332"/>
                  </a:lnTo>
                  <a:lnTo>
                    <a:pt x="1088" y="352"/>
                  </a:lnTo>
                  <a:lnTo>
                    <a:pt x="1065" y="363"/>
                  </a:lnTo>
                  <a:lnTo>
                    <a:pt x="1028" y="388"/>
                  </a:lnTo>
                  <a:lnTo>
                    <a:pt x="1022" y="393"/>
                  </a:lnTo>
                  <a:lnTo>
                    <a:pt x="1012" y="403"/>
                  </a:lnTo>
                  <a:lnTo>
                    <a:pt x="1005" y="407"/>
                  </a:lnTo>
                  <a:lnTo>
                    <a:pt x="999" y="409"/>
                  </a:lnTo>
                  <a:lnTo>
                    <a:pt x="992" y="415"/>
                  </a:lnTo>
                  <a:lnTo>
                    <a:pt x="992" y="421"/>
                  </a:lnTo>
                  <a:lnTo>
                    <a:pt x="993" y="434"/>
                  </a:lnTo>
                  <a:lnTo>
                    <a:pt x="990" y="445"/>
                  </a:lnTo>
                  <a:lnTo>
                    <a:pt x="984" y="461"/>
                  </a:lnTo>
                  <a:lnTo>
                    <a:pt x="978" y="496"/>
                  </a:lnTo>
                  <a:lnTo>
                    <a:pt x="986" y="522"/>
                  </a:lnTo>
                  <a:lnTo>
                    <a:pt x="992" y="529"/>
                  </a:lnTo>
                  <a:lnTo>
                    <a:pt x="999" y="538"/>
                  </a:lnTo>
                  <a:lnTo>
                    <a:pt x="1006" y="551"/>
                  </a:lnTo>
                  <a:lnTo>
                    <a:pt x="1011" y="559"/>
                  </a:lnTo>
                  <a:lnTo>
                    <a:pt x="1022" y="562"/>
                  </a:lnTo>
                  <a:lnTo>
                    <a:pt x="1041" y="563"/>
                  </a:lnTo>
                  <a:lnTo>
                    <a:pt x="1050" y="563"/>
                  </a:lnTo>
                  <a:lnTo>
                    <a:pt x="1058" y="562"/>
                  </a:lnTo>
                  <a:lnTo>
                    <a:pt x="1095" y="565"/>
                  </a:lnTo>
                  <a:lnTo>
                    <a:pt x="1132" y="574"/>
                  </a:lnTo>
                  <a:lnTo>
                    <a:pt x="1144" y="578"/>
                  </a:lnTo>
                  <a:lnTo>
                    <a:pt x="1155" y="583"/>
                  </a:lnTo>
                  <a:lnTo>
                    <a:pt x="1163" y="586"/>
                  </a:lnTo>
                  <a:lnTo>
                    <a:pt x="1168" y="591"/>
                  </a:lnTo>
                  <a:lnTo>
                    <a:pt x="1173" y="599"/>
                  </a:lnTo>
                  <a:lnTo>
                    <a:pt x="1176" y="608"/>
                  </a:lnTo>
                  <a:lnTo>
                    <a:pt x="1212" y="620"/>
                  </a:lnTo>
                  <a:lnTo>
                    <a:pt x="1236" y="622"/>
                  </a:lnTo>
                  <a:lnTo>
                    <a:pt x="1241" y="621"/>
                  </a:lnTo>
                  <a:lnTo>
                    <a:pt x="1248" y="620"/>
                  </a:lnTo>
                  <a:lnTo>
                    <a:pt x="1272" y="610"/>
                  </a:lnTo>
                  <a:lnTo>
                    <a:pt x="1283" y="605"/>
                  </a:lnTo>
                  <a:lnTo>
                    <a:pt x="1292" y="602"/>
                  </a:lnTo>
                  <a:lnTo>
                    <a:pt x="1306" y="597"/>
                  </a:lnTo>
                  <a:lnTo>
                    <a:pt x="1325" y="588"/>
                  </a:lnTo>
                  <a:lnTo>
                    <a:pt x="1334" y="583"/>
                  </a:lnTo>
                  <a:lnTo>
                    <a:pt x="1343" y="577"/>
                  </a:lnTo>
                  <a:lnTo>
                    <a:pt x="1473" y="491"/>
                  </a:lnTo>
                  <a:lnTo>
                    <a:pt x="1486" y="471"/>
                  </a:lnTo>
                  <a:lnTo>
                    <a:pt x="1494" y="462"/>
                  </a:lnTo>
                  <a:lnTo>
                    <a:pt x="1499" y="452"/>
                  </a:lnTo>
                  <a:lnTo>
                    <a:pt x="1504" y="444"/>
                  </a:lnTo>
                  <a:lnTo>
                    <a:pt x="1509" y="403"/>
                  </a:lnTo>
                  <a:lnTo>
                    <a:pt x="1522" y="390"/>
                  </a:lnTo>
                  <a:lnTo>
                    <a:pt x="1551" y="378"/>
                  </a:lnTo>
                  <a:lnTo>
                    <a:pt x="1561" y="379"/>
                  </a:lnTo>
                  <a:lnTo>
                    <a:pt x="1567" y="389"/>
                  </a:lnTo>
                  <a:lnTo>
                    <a:pt x="1586" y="450"/>
                  </a:lnTo>
                  <a:lnTo>
                    <a:pt x="1602" y="512"/>
                  </a:lnTo>
                  <a:lnTo>
                    <a:pt x="1595" y="528"/>
                  </a:lnTo>
                  <a:lnTo>
                    <a:pt x="1588" y="533"/>
                  </a:lnTo>
                  <a:lnTo>
                    <a:pt x="1358" y="689"/>
                  </a:lnTo>
                  <a:lnTo>
                    <a:pt x="1354" y="693"/>
                  </a:lnTo>
                  <a:lnTo>
                    <a:pt x="1343" y="702"/>
                  </a:lnTo>
                  <a:lnTo>
                    <a:pt x="1334" y="708"/>
                  </a:lnTo>
                  <a:lnTo>
                    <a:pt x="1328" y="711"/>
                  </a:lnTo>
                  <a:lnTo>
                    <a:pt x="1323" y="713"/>
                  </a:lnTo>
                  <a:lnTo>
                    <a:pt x="1157" y="820"/>
                  </a:lnTo>
                  <a:lnTo>
                    <a:pt x="1109" y="843"/>
                  </a:lnTo>
                  <a:lnTo>
                    <a:pt x="1105" y="843"/>
                  </a:lnTo>
                  <a:lnTo>
                    <a:pt x="1002" y="868"/>
                  </a:lnTo>
                  <a:lnTo>
                    <a:pt x="955" y="867"/>
                  </a:lnTo>
                  <a:lnTo>
                    <a:pt x="915" y="856"/>
                  </a:lnTo>
                  <a:lnTo>
                    <a:pt x="907" y="853"/>
                  </a:lnTo>
                  <a:lnTo>
                    <a:pt x="900" y="849"/>
                  </a:lnTo>
                  <a:lnTo>
                    <a:pt x="895" y="846"/>
                  </a:lnTo>
                  <a:lnTo>
                    <a:pt x="827" y="833"/>
                  </a:lnTo>
                  <a:lnTo>
                    <a:pt x="790" y="819"/>
                  </a:lnTo>
                  <a:lnTo>
                    <a:pt x="748" y="799"/>
                  </a:lnTo>
                  <a:lnTo>
                    <a:pt x="719" y="778"/>
                  </a:lnTo>
                  <a:lnTo>
                    <a:pt x="717" y="774"/>
                  </a:lnTo>
                  <a:lnTo>
                    <a:pt x="712" y="769"/>
                  </a:lnTo>
                  <a:lnTo>
                    <a:pt x="706" y="768"/>
                  </a:lnTo>
                  <a:lnTo>
                    <a:pt x="653" y="778"/>
                  </a:lnTo>
                  <a:lnTo>
                    <a:pt x="593" y="793"/>
                  </a:lnTo>
                  <a:lnTo>
                    <a:pt x="484" y="828"/>
                  </a:lnTo>
                  <a:lnTo>
                    <a:pt x="477" y="834"/>
                  </a:lnTo>
                  <a:lnTo>
                    <a:pt x="473" y="840"/>
                  </a:lnTo>
                  <a:lnTo>
                    <a:pt x="461" y="851"/>
                  </a:lnTo>
                  <a:lnTo>
                    <a:pt x="438" y="869"/>
                  </a:lnTo>
                  <a:lnTo>
                    <a:pt x="431" y="875"/>
                  </a:lnTo>
                  <a:lnTo>
                    <a:pt x="422" y="883"/>
                  </a:lnTo>
                  <a:lnTo>
                    <a:pt x="418" y="891"/>
                  </a:lnTo>
                  <a:lnTo>
                    <a:pt x="395" y="933"/>
                  </a:lnTo>
                  <a:lnTo>
                    <a:pt x="387" y="1034"/>
                  </a:lnTo>
                  <a:lnTo>
                    <a:pt x="365" y="1166"/>
                  </a:lnTo>
                  <a:lnTo>
                    <a:pt x="237" y="1257"/>
                  </a:lnTo>
                  <a:lnTo>
                    <a:pt x="205" y="1274"/>
                  </a:lnTo>
                  <a:lnTo>
                    <a:pt x="137" y="1301"/>
                  </a:lnTo>
                  <a:lnTo>
                    <a:pt x="126" y="1306"/>
                  </a:lnTo>
                  <a:lnTo>
                    <a:pt x="123" y="1310"/>
                  </a:lnTo>
                  <a:lnTo>
                    <a:pt x="116" y="1312"/>
                  </a:lnTo>
                  <a:lnTo>
                    <a:pt x="39" y="1214"/>
                  </a:lnTo>
                  <a:lnTo>
                    <a:pt x="0" y="1125"/>
                  </a:lnTo>
                  <a:lnTo>
                    <a:pt x="0" y="1084"/>
                  </a:lnTo>
                  <a:lnTo>
                    <a:pt x="16" y="1033"/>
                  </a:lnTo>
                  <a:lnTo>
                    <a:pt x="52" y="975"/>
                  </a:lnTo>
                  <a:lnTo>
                    <a:pt x="56" y="967"/>
                  </a:lnTo>
                  <a:lnTo>
                    <a:pt x="190" y="795"/>
                  </a:lnTo>
                  <a:lnTo>
                    <a:pt x="202" y="781"/>
                  </a:lnTo>
                  <a:lnTo>
                    <a:pt x="207" y="781"/>
                  </a:lnTo>
                  <a:lnTo>
                    <a:pt x="213" y="781"/>
                  </a:lnTo>
                  <a:lnTo>
                    <a:pt x="224" y="781"/>
                  </a:lnTo>
                  <a:lnTo>
                    <a:pt x="237" y="782"/>
                  </a:lnTo>
                  <a:lnTo>
                    <a:pt x="253" y="774"/>
                  </a:lnTo>
                  <a:lnTo>
                    <a:pt x="280" y="753"/>
                  </a:lnTo>
                  <a:lnTo>
                    <a:pt x="293" y="743"/>
                  </a:lnTo>
                  <a:lnTo>
                    <a:pt x="305" y="730"/>
                  </a:lnTo>
                  <a:lnTo>
                    <a:pt x="313" y="722"/>
                  </a:lnTo>
                  <a:lnTo>
                    <a:pt x="317" y="719"/>
                  </a:lnTo>
                  <a:lnTo>
                    <a:pt x="323" y="716"/>
                  </a:lnTo>
                  <a:lnTo>
                    <a:pt x="330" y="714"/>
                  </a:lnTo>
                  <a:lnTo>
                    <a:pt x="344" y="712"/>
                  </a:lnTo>
                  <a:lnTo>
                    <a:pt x="369" y="706"/>
                  </a:lnTo>
                  <a:lnTo>
                    <a:pt x="380" y="704"/>
                  </a:lnTo>
                  <a:lnTo>
                    <a:pt x="392" y="700"/>
                  </a:lnTo>
                  <a:lnTo>
                    <a:pt x="401" y="695"/>
                  </a:lnTo>
                  <a:lnTo>
                    <a:pt x="408" y="689"/>
                  </a:lnTo>
                  <a:lnTo>
                    <a:pt x="419" y="680"/>
                  </a:lnTo>
                  <a:lnTo>
                    <a:pt x="428" y="670"/>
                  </a:lnTo>
                  <a:lnTo>
                    <a:pt x="435" y="664"/>
                  </a:lnTo>
                  <a:lnTo>
                    <a:pt x="447" y="659"/>
                  </a:lnTo>
                  <a:lnTo>
                    <a:pt x="452" y="656"/>
                  </a:lnTo>
                  <a:lnTo>
                    <a:pt x="460" y="650"/>
                  </a:lnTo>
                  <a:lnTo>
                    <a:pt x="470" y="641"/>
                  </a:lnTo>
                  <a:lnTo>
                    <a:pt x="478" y="635"/>
                  </a:lnTo>
                  <a:lnTo>
                    <a:pt x="505" y="624"/>
                  </a:lnTo>
                  <a:lnTo>
                    <a:pt x="519" y="616"/>
                  </a:lnTo>
                  <a:lnTo>
                    <a:pt x="563" y="608"/>
                  </a:lnTo>
                  <a:lnTo>
                    <a:pt x="572" y="611"/>
                  </a:lnTo>
                  <a:lnTo>
                    <a:pt x="579" y="614"/>
                  </a:lnTo>
                  <a:lnTo>
                    <a:pt x="611" y="610"/>
                  </a:lnTo>
                  <a:lnTo>
                    <a:pt x="631" y="607"/>
                  </a:lnTo>
                  <a:lnTo>
                    <a:pt x="653" y="600"/>
                  </a:lnTo>
                  <a:lnTo>
                    <a:pt x="679" y="593"/>
                  </a:lnTo>
                  <a:lnTo>
                    <a:pt x="838" y="546"/>
                  </a:lnTo>
                  <a:lnTo>
                    <a:pt x="858" y="529"/>
                  </a:lnTo>
                  <a:lnTo>
                    <a:pt x="861" y="526"/>
                  </a:lnTo>
                  <a:lnTo>
                    <a:pt x="918" y="475"/>
                  </a:lnTo>
                  <a:lnTo>
                    <a:pt x="929" y="461"/>
                  </a:lnTo>
                  <a:lnTo>
                    <a:pt x="939" y="439"/>
                  </a:lnTo>
                  <a:lnTo>
                    <a:pt x="947" y="417"/>
                  </a:lnTo>
                  <a:lnTo>
                    <a:pt x="948" y="407"/>
                  </a:lnTo>
                  <a:lnTo>
                    <a:pt x="949" y="397"/>
                  </a:lnTo>
                  <a:lnTo>
                    <a:pt x="947" y="387"/>
                  </a:lnTo>
                  <a:lnTo>
                    <a:pt x="946" y="382"/>
                  </a:lnTo>
                  <a:lnTo>
                    <a:pt x="940" y="312"/>
                  </a:lnTo>
                  <a:lnTo>
                    <a:pt x="971" y="170"/>
                  </a:lnTo>
                  <a:lnTo>
                    <a:pt x="976" y="156"/>
                  </a:lnTo>
                  <a:lnTo>
                    <a:pt x="978" y="149"/>
                  </a:lnTo>
                  <a:lnTo>
                    <a:pt x="986" y="132"/>
                  </a:lnTo>
                  <a:lnTo>
                    <a:pt x="988" y="123"/>
                  </a:lnTo>
                  <a:lnTo>
                    <a:pt x="988" y="108"/>
                  </a:lnTo>
                  <a:lnTo>
                    <a:pt x="989" y="89"/>
                  </a:lnTo>
                  <a:lnTo>
                    <a:pt x="1001" y="66"/>
                  </a:lnTo>
                  <a:lnTo>
                    <a:pt x="1024" y="58"/>
                  </a:lnTo>
                  <a:lnTo>
                    <a:pt x="1028" y="59"/>
                  </a:lnTo>
                  <a:lnTo>
                    <a:pt x="1033" y="63"/>
                  </a:lnTo>
                  <a:lnTo>
                    <a:pt x="1041" y="63"/>
                  </a:lnTo>
                  <a:lnTo>
                    <a:pt x="1048" y="57"/>
                  </a:lnTo>
                  <a:lnTo>
                    <a:pt x="1056" y="46"/>
                  </a:lnTo>
                  <a:lnTo>
                    <a:pt x="1064" y="32"/>
                  </a:lnTo>
                  <a:lnTo>
                    <a:pt x="1071" y="20"/>
                  </a:lnTo>
                  <a:lnTo>
                    <a:pt x="1087" y="6"/>
                  </a:lnTo>
                  <a:lnTo>
                    <a:pt x="1104" y="0"/>
                  </a:lnTo>
                  <a:lnTo>
                    <a:pt x="1121" y="3"/>
                  </a:lnTo>
                  <a:lnTo>
                    <a:pt x="1123" y="9"/>
                  </a:lnTo>
                  <a:lnTo>
                    <a:pt x="1124" y="16"/>
                  </a:lnTo>
                  <a:lnTo>
                    <a:pt x="1123" y="28"/>
                  </a:lnTo>
                  <a:lnTo>
                    <a:pt x="1119" y="49"/>
                  </a:lnTo>
                  <a:lnTo>
                    <a:pt x="1120" y="55"/>
                  </a:lnTo>
                  <a:lnTo>
                    <a:pt x="1125" y="61"/>
                  </a:lnTo>
                  <a:lnTo>
                    <a:pt x="1130" y="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6927093" y="2192888"/>
              <a:ext cx="115" cy="403"/>
            </a:xfrm>
            <a:custGeom>
              <a:avLst/>
              <a:pathLst>
                <a:path w="115" h="403">
                  <a:moveTo>
                    <a:pt x="29" y="401"/>
                  </a:moveTo>
                  <a:lnTo>
                    <a:pt x="23" y="403"/>
                  </a:lnTo>
                  <a:lnTo>
                    <a:pt x="17" y="400"/>
                  </a:lnTo>
                  <a:lnTo>
                    <a:pt x="10" y="388"/>
                  </a:lnTo>
                  <a:lnTo>
                    <a:pt x="5" y="370"/>
                  </a:lnTo>
                  <a:lnTo>
                    <a:pt x="2" y="350"/>
                  </a:lnTo>
                  <a:lnTo>
                    <a:pt x="0" y="287"/>
                  </a:lnTo>
                  <a:lnTo>
                    <a:pt x="0" y="281"/>
                  </a:lnTo>
                  <a:lnTo>
                    <a:pt x="2" y="265"/>
                  </a:lnTo>
                  <a:lnTo>
                    <a:pt x="8" y="237"/>
                  </a:lnTo>
                  <a:lnTo>
                    <a:pt x="11" y="231"/>
                  </a:lnTo>
                  <a:lnTo>
                    <a:pt x="17" y="215"/>
                  </a:lnTo>
                  <a:lnTo>
                    <a:pt x="68" y="118"/>
                  </a:lnTo>
                  <a:lnTo>
                    <a:pt x="43" y="15"/>
                  </a:lnTo>
                  <a:lnTo>
                    <a:pt x="43" y="10"/>
                  </a:lnTo>
                  <a:lnTo>
                    <a:pt x="46" y="4"/>
                  </a:lnTo>
                  <a:lnTo>
                    <a:pt x="52" y="0"/>
                  </a:lnTo>
                  <a:lnTo>
                    <a:pt x="59" y="0"/>
                  </a:lnTo>
                  <a:lnTo>
                    <a:pt x="63" y="0"/>
                  </a:lnTo>
                  <a:lnTo>
                    <a:pt x="69" y="3"/>
                  </a:lnTo>
                  <a:lnTo>
                    <a:pt x="83" y="14"/>
                  </a:lnTo>
                  <a:lnTo>
                    <a:pt x="100" y="43"/>
                  </a:lnTo>
                  <a:lnTo>
                    <a:pt x="106" y="59"/>
                  </a:lnTo>
                  <a:lnTo>
                    <a:pt x="109" y="66"/>
                  </a:lnTo>
                  <a:lnTo>
                    <a:pt x="114" y="89"/>
                  </a:lnTo>
                  <a:lnTo>
                    <a:pt x="115" y="108"/>
                  </a:lnTo>
                  <a:lnTo>
                    <a:pt x="108" y="154"/>
                  </a:lnTo>
                  <a:lnTo>
                    <a:pt x="102" y="198"/>
                  </a:lnTo>
                  <a:lnTo>
                    <a:pt x="93" y="238"/>
                  </a:lnTo>
                  <a:lnTo>
                    <a:pt x="90" y="246"/>
                  </a:lnTo>
                  <a:lnTo>
                    <a:pt x="45" y="370"/>
                  </a:lnTo>
                  <a:lnTo>
                    <a:pt x="34" y="393"/>
                  </a:lnTo>
                  <a:lnTo>
                    <a:pt x="29" y="4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6977795" y="2197196"/>
              <a:ext cx="1402" cy="1422"/>
            </a:xfrm>
            <a:custGeom>
              <a:avLst/>
              <a:pathLst>
                <a:path w="1402" h="1422">
                  <a:moveTo>
                    <a:pt x="516" y="41"/>
                  </a:moveTo>
                  <a:lnTo>
                    <a:pt x="679" y="132"/>
                  </a:lnTo>
                  <a:lnTo>
                    <a:pt x="763" y="129"/>
                  </a:lnTo>
                  <a:lnTo>
                    <a:pt x="1021" y="184"/>
                  </a:lnTo>
                  <a:lnTo>
                    <a:pt x="1097" y="231"/>
                  </a:lnTo>
                  <a:lnTo>
                    <a:pt x="1146" y="263"/>
                  </a:lnTo>
                  <a:lnTo>
                    <a:pt x="1182" y="292"/>
                  </a:lnTo>
                  <a:lnTo>
                    <a:pt x="1185" y="314"/>
                  </a:lnTo>
                  <a:lnTo>
                    <a:pt x="1160" y="368"/>
                  </a:lnTo>
                  <a:lnTo>
                    <a:pt x="1116" y="417"/>
                  </a:lnTo>
                  <a:lnTo>
                    <a:pt x="1099" y="448"/>
                  </a:lnTo>
                  <a:lnTo>
                    <a:pt x="1309" y="469"/>
                  </a:lnTo>
                  <a:lnTo>
                    <a:pt x="1349" y="453"/>
                  </a:lnTo>
                  <a:lnTo>
                    <a:pt x="1368" y="456"/>
                  </a:lnTo>
                  <a:lnTo>
                    <a:pt x="1385" y="482"/>
                  </a:lnTo>
                  <a:lnTo>
                    <a:pt x="1402" y="593"/>
                  </a:lnTo>
                  <a:lnTo>
                    <a:pt x="1397" y="658"/>
                  </a:lnTo>
                  <a:lnTo>
                    <a:pt x="1096" y="1128"/>
                  </a:lnTo>
                  <a:lnTo>
                    <a:pt x="1046" y="1175"/>
                  </a:lnTo>
                  <a:lnTo>
                    <a:pt x="894" y="1269"/>
                  </a:lnTo>
                  <a:lnTo>
                    <a:pt x="854" y="1293"/>
                  </a:lnTo>
                  <a:lnTo>
                    <a:pt x="775" y="1282"/>
                  </a:lnTo>
                  <a:lnTo>
                    <a:pt x="671" y="1262"/>
                  </a:lnTo>
                  <a:lnTo>
                    <a:pt x="613" y="1241"/>
                  </a:lnTo>
                  <a:lnTo>
                    <a:pt x="599" y="1242"/>
                  </a:lnTo>
                  <a:lnTo>
                    <a:pt x="540" y="1266"/>
                  </a:lnTo>
                  <a:lnTo>
                    <a:pt x="511" y="1292"/>
                  </a:lnTo>
                  <a:lnTo>
                    <a:pt x="510" y="1312"/>
                  </a:lnTo>
                  <a:lnTo>
                    <a:pt x="523" y="1358"/>
                  </a:lnTo>
                  <a:lnTo>
                    <a:pt x="507" y="1379"/>
                  </a:lnTo>
                  <a:lnTo>
                    <a:pt x="486" y="1406"/>
                  </a:lnTo>
                  <a:lnTo>
                    <a:pt x="422" y="1419"/>
                  </a:lnTo>
                  <a:lnTo>
                    <a:pt x="298" y="1422"/>
                  </a:lnTo>
                  <a:lnTo>
                    <a:pt x="275" y="1422"/>
                  </a:lnTo>
                  <a:lnTo>
                    <a:pt x="183" y="1363"/>
                  </a:lnTo>
                  <a:lnTo>
                    <a:pt x="186" y="1318"/>
                  </a:lnTo>
                  <a:lnTo>
                    <a:pt x="236" y="1142"/>
                  </a:lnTo>
                  <a:lnTo>
                    <a:pt x="254" y="1080"/>
                  </a:lnTo>
                  <a:lnTo>
                    <a:pt x="225" y="939"/>
                  </a:lnTo>
                  <a:lnTo>
                    <a:pt x="217" y="937"/>
                  </a:lnTo>
                  <a:lnTo>
                    <a:pt x="80" y="881"/>
                  </a:lnTo>
                  <a:lnTo>
                    <a:pt x="66" y="868"/>
                  </a:lnTo>
                  <a:lnTo>
                    <a:pt x="58" y="840"/>
                  </a:lnTo>
                  <a:lnTo>
                    <a:pt x="97" y="592"/>
                  </a:lnTo>
                  <a:lnTo>
                    <a:pt x="115" y="538"/>
                  </a:lnTo>
                  <a:lnTo>
                    <a:pt x="144" y="519"/>
                  </a:lnTo>
                  <a:lnTo>
                    <a:pt x="161" y="494"/>
                  </a:lnTo>
                  <a:lnTo>
                    <a:pt x="195" y="386"/>
                  </a:lnTo>
                  <a:lnTo>
                    <a:pt x="164" y="359"/>
                  </a:lnTo>
                  <a:lnTo>
                    <a:pt x="123" y="359"/>
                  </a:lnTo>
                  <a:lnTo>
                    <a:pt x="1" y="376"/>
                  </a:lnTo>
                  <a:lnTo>
                    <a:pt x="0" y="349"/>
                  </a:lnTo>
                  <a:lnTo>
                    <a:pt x="55" y="234"/>
                  </a:lnTo>
                  <a:lnTo>
                    <a:pt x="100" y="187"/>
                  </a:lnTo>
                  <a:lnTo>
                    <a:pt x="430" y="17"/>
                  </a:lnTo>
                  <a:lnTo>
                    <a:pt x="467" y="0"/>
                  </a:lnTo>
                  <a:lnTo>
                    <a:pt x="492" y="12"/>
                  </a:lnTo>
                  <a:lnTo>
                    <a:pt x="495" y="23"/>
                  </a:lnTo>
                  <a:lnTo>
                    <a:pt x="516" y="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6976475" y="2196862"/>
              <a:ext cx="1099" cy="1041"/>
            </a:xfrm>
            <a:custGeom>
              <a:avLst/>
              <a:pathLst>
                <a:path w="1099" h="1041">
                  <a:moveTo>
                    <a:pt x="967" y="725"/>
                  </a:moveTo>
                  <a:lnTo>
                    <a:pt x="995" y="758"/>
                  </a:lnTo>
                  <a:lnTo>
                    <a:pt x="1087" y="755"/>
                  </a:lnTo>
                  <a:lnTo>
                    <a:pt x="1099" y="763"/>
                  </a:lnTo>
                  <a:lnTo>
                    <a:pt x="1096" y="782"/>
                  </a:lnTo>
                  <a:lnTo>
                    <a:pt x="1069" y="821"/>
                  </a:lnTo>
                  <a:lnTo>
                    <a:pt x="997" y="900"/>
                  </a:lnTo>
                  <a:lnTo>
                    <a:pt x="932" y="948"/>
                  </a:lnTo>
                  <a:lnTo>
                    <a:pt x="922" y="941"/>
                  </a:lnTo>
                  <a:lnTo>
                    <a:pt x="915" y="885"/>
                  </a:lnTo>
                  <a:lnTo>
                    <a:pt x="945" y="825"/>
                  </a:lnTo>
                  <a:lnTo>
                    <a:pt x="935" y="799"/>
                  </a:lnTo>
                  <a:lnTo>
                    <a:pt x="919" y="778"/>
                  </a:lnTo>
                  <a:lnTo>
                    <a:pt x="905" y="774"/>
                  </a:lnTo>
                  <a:lnTo>
                    <a:pt x="853" y="783"/>
                  </a:lnTo>
                  <a:lnTo>
                    <a:pt x="514" y="860"/>
                  </a:lnTo>
                  <a:lnTo>
                    <a:pt x="377" y="947"/>
                  </a:lnTo>
                  <a:lnTo>
                    <a:pt x="343" y="997"/>
                  </a:lnTo>
                  <a:lnTo>
                    <a:pt x="293" y="1021"/>
                  </a:lnTo>
                  <a:lnTo>
                    <a:pt x="275" y="1027"/>
                  </a:lnTo>
                  <a:lnTo>
                    <a:pt x="137" y="1041"/>
                  </a:lnTo>
                  <a:lnTo>
                    <a:pt x="110" y="1040"/>
                  </a:lnTo>
                  <a:lnTo>
                    <a:pt x="42" y="1005"/>
                  </a:lnTo>
                  <a:lnTo>
                    <a:pt x="31" y="999"/>
                  </a:lnTo>
                  <a:lnTo>
                    <a:pt x="4" y="951"/>
                  </a:lnTo>
                  <a:lnTo>
                    <a:pt x="0" y="927"/>
                  </a:lnTo>
                  <a:lnTo>
                    <a:pt x="74" y="825"/>
                  </a:lnTo>
                  <a:lnTo>
                    <a:pt x="62" y="597"/>
                  </a:lnTo>
                  <a:lnTo>
                    <a:pt x="59" y="589"/>
                  </a:lnTo>
                  <a:lnTo>
                    <a:pt x="92" y="502"/>
                  </a:lnTo>
                  <a:lnTo>
                    <a:pt x="101" y="496"/>
                  </a:lnTo>
                  <a:lnTo>
                    <a:pt x="141" y="490"/>
                  </a:lnTo>
                  <a:lnTo>
                    <a:pt x="166" y="430"/>
                  </a:lnTo>
                  <a:lnTo>
                    <a:pt x="224" y="329"/>
                  </a:lnTo>
                  <a:lnTo>
                    <a:pt x="384" y="58"/>
                  </a:lnTo>
                  <a:lnTo>
                    <a:pt x="402" y="43"/>
                  </a:lnTo>
                  <a:lnTo>
                    <a:pt x="489" y="0"/>
                  </a:lnTo>
                  <a:lnTo>
                    <a:pt x="551" y="2"/>
                  </a:lnTo>
                  <a:lnTo>
                    <a:pt x="723" y="89"/>
                  </a:lnTo>
                  <a:lnTo>
                    <a:pt x="993" y="244"/>
                  </a:lnTo>
                  <a:lnTo>
                    <a:pt x="993" y="327"/>
                  </a:lnTo>
                  <a:lnTo>
                    <a:pt x="955" y="388"/>
                  </a:lnTo>
                  <a:lnTo>
                    <a:pt x="938" y="424"/>
                  </a:lnTo>
                  <a:lnTo>
                    <a:pt x="953" y="621"/>
                  </a:lnTo>
                  <a:lnTo>
                    <a:pt x="967" y="7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6978841" y="2195321"/>
              <a:ext cx="1451" cy="1544"/>
            </a:xfrm>
            <a:custGeom>
              <a:avLst/>
              <a:pathLst>
                <a:path w="1451" h="1544">
                  <a:moveTo>
                    <a:pt x="1353" y="316"/>
                  </a:moveTo>
                  <a:lnTo>
                    <a:pt x="1380" y="373"/>
                  </a:lnTo>
                  <a:lnTo>
                    <a:pt x="1399" y="378"/>
                  </a:lnTo>
                  <a:lnTo>
                    <a:pt x="1439" y="362"/>
                  </a:lnTo>
                  <a:lnTo>
                    <a:pt x="1451" y="374"/>
                  </a:lnTo>
                  <a:lnTo>
                    <a:pt x="1451" y="386"/>
                  </a:lnTo>
                  <a:lnTo>
                    <a:pt x="1382" y="577"/>
                  </a:lnTo>
                  <a:lnTo>
                    <a:pt x="1373" y="596"/>
                  </a:lnTo>
                  <a:lnTo>
                    <a:pt x="1393" y="738"/>
                  </a:lnTo>
                  <a:lnTo>
                    <a:pt x="1394" y="788"/>
                  </a:lnTo>
                  <a:lnTo>
                    <a:pt x="1379" y="899"/>
                  </a:lnTo>
                  <a:lnTo>
                    <a:pt x="1357" y="943"/>
                  </a:lnTo>
                  <a:lnTo>
                    <a:pt x="1336" y="968"/>
                  </a:lnTo>
                  <a:lnTo>
                    <a:pt x="1164" y="1127"/>
                  </a:lnTo>
                  <a:lnTo>
                    <a:pt x="1138" y="1146"/>
                  </a:lnTo>
                  <a:lnTo>
                    <a:pt x="1119" y="1159"/>
                  </a:lnTo>
                  <a:lnTo>
                    <a:pt x="1074" y="1147"/>
                  </a:lnTo>
                  <a:lnTo>
                    <a:pt x="1029" y="1111"/>
                  </a:lnTo>
                  <a:lnTo>
                    <a:pt x="994" y="1081"/>
                  </a:lnTo>
                  <a:lnTo>
                    <a:pt x="974" y="1083"/>
                  </a:lnTo>
                  <a:lnTo>
                    <a:pt x="969" y="1111"/>
                  </a:lnTo>
                  <a:lnTo>
                    <a:pt x="986" y="1281"/>
                  </a:lnTo>
                  <a:lnTo>
                    <a:pt x="990" y="1408"/>
                  </a:lnTo>
                  <a:lnTo>
                    <a:pt x="985" y="1439"/>
                  </a:lnTo>
                  <a:lnTo>
                    <a:pt x="944" y="1503"/>
                  </a:lnTo>
                  <a:lnTo>
                    <a:pt x="916" y="1533"/>
                  </a:lnTo>
                  <a:lnTo>
                    <a:pt x="900" y="1540"/>
                  </a:lnTo>
                  <a:lnTo>
                    <a:pt x="812" y="1544"/>
                  </a:lnTo>
                  <a:lnTo>
                    <a:pt x="774" y="1528"/>
                  </a:lnTo>
                  <a:lnTo>
                    <a:pt x="643" y="1447"/>
                  </a:lnTo>
                  <a:lnTo>
                    <a:pt x="617" y="1411"/>
                  </a:lnTo>
                  <a:lnTo>
                    <a:pt x="612" y="1360"/>
                  </a:lnTo>
                  <a:lnTo>
                    <a:pt x="660" y="1263"/>
                  </a:lnTo>
                  <a:lnTo>
                    <a:pt x="660" y="1196"/>
                  </a:lnTo>
                  <a:lnTo>
                    <a:pt x="652" y="1185"/>
                  </a:lnTo>
                  <a:lnTo>
                    <a:pt x="555" y="1090"/>
                  </a:lnTo>
                  <a:lnTo>
                    <a:pt x="451" y="1085"/>
                  </a:lnTo>
                  <a:lnTo>
                    <a:pt x="440" y="1095"/>
                  </a:lnTo>
                  <a:lnTo>
                    <a:pt x="428" y="1092"/>
                  </a:lnTo>
                  <a:lnTo>
                    <a:pt x="365" y="1045"/>
                  </a:lnTo>
                  <a:lnTo>
                    <a:pt x="314" y="910"/>
                  </a:lnTo>
                  <a:lnTo>
                    <a:pt x="307" y="849"/>
                  </a:lnTo>
                  <a:lnTo>
                    <a:pt x="311" y="804"/>
                  </a:lnTo>
                  <a:lnTo>
                    <a:pt x="343" y="753"/>
                  </a:lnTo>
                  <a:lnTo>
                    <a:pt x="344" y="736"/>
                  </a:lnTo>
                  <a:lnTo>
                    <a:pt x="332" y="719"/>
                  </a:lnTo>
                  <a:lnTo>
                    <a:pt x="257" y="641"/>
                  </a:lnTo>
                  <a:lnTo>
                    <a:pt x="99" y="517"/>
                  </a:lnTo>
                  <a:lnTo>
                    <a:pt x="40" y="483"/>
                  </a:lnTo>
                  <a:lnTo>
                    <a:pt x="35" y="473"/>
                  </a:lnTo>
                  <a:lnTo>
                    <a:pt x="0" y="350"/>
                  </a:lnTo>
                  <a:lnTo>
                    <a:pt x="3" y="311"/>
                  </a:lnTo>
                  <a:lnTo>
                    <a:pt x="18" y="287"/>
                  </a:lnTo>
                  <a:lnTo>
                    <a:pt x="31" y="280"/>
                  </a:lnTo>
                  <a:lnTo>
                    <a:pt x="191" y="231"/>
                  </a:lnTo>
                  <a:lnTo>
                    <a:pt x="471" y="200"/>
                  </a:lnTo>
                  <a:lnTo>
                    <a:pt x="626" y="212"/>
                  </a:lnTo>
                  <a:lnTo>
                    <a:pt x="671" y="240"/>
                  </a:lnTo>
                  <a:lnTo>
                    <a:pt x="864" y="284"/>
                  </a:lnTo>
                  <a:lnTo>
                    <a:pt x="911" y="278"/>
                  </a:lnTo>
                  <a:lnTo>
                    <a:pt x="938" y="260"/>
                  </a:lnTo>
                  <a:lnTo>
                    <a:pt x="948" y="208"/>
                  </a:lnTo>
                  <a:lnTo>
                    <a:pt x="938" y="164"/>
                  </a:lnTo>
                  <a:lnTo>
                    <a:pt x="951" y="25"/>
                  </a:lnTo>
                  <a:lnTo>
                    <a:pt x="1169" y="0"/>
                  </a:lnTo>
                  <a:lnTo>
                    <a:pt x="1253" y="37"/>
                  </a:lnTo>
                  <a:lnTo>
                    <a:pt x="1321" y="121"/>
                  </a:lnTo>
                  <a:lnTo>
                    <a:pt x="1349" y="207"/>
                  </a:lnTo>
                  <a:lnTo>
                    <a:pt x="1358" y="259"/>
                  </a:lnTo>
                  <a:lnTo>
                    <a:pt x="1353" y="31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6993699" y="2196510"/>
              <a:ext cx="769" cy="436"/>
            </a:xfrm>
            <a:custGeom>
              <a:avLst/>
              <a:pathLst>
                <a:path w="769" h="436">
                  <a:moveTo>
                    <a:pt x="769" y="49"/>
                  </a:moveTo>
                  <a:lnTo>
                    <a:pt x="742" y="70"/>
                  </a:lnTo>
                  <a:lnTo>
                    <a:pt x="737" y="66"/>
                  </a:lnTo>
                  <a:lnTo>
                    <a:pt x="733" y="61"/>
                  </a:lnTo>
                  <a:lnTo>
                    <a:pt x="729" y="60"/>
                  </a:lnTo>
                  <a:lnTo>
                    <a:pt x="723" y="63"/>
                  </a:lnTo>
                  <a:lnTo>
                    <a:pt x="706" y="81"/>
                  </a:lnTo>
                  <a:lnTo>
                    <a:pt x="677" y="107"/>
                  </a:lnTo>
                  <a:lnTo>
                    <a:pt x="661" y="122"/>
                  </a:lnTo>
                  <a:lnTo>
                    <a:pt x="627" y="155"/>
                  </a:lnTo>
                  <a:lnTo>
                    <a:pt x="613" y="168"/>
                  </a:lnTo>
                  <a:lnTo>
                    <a:pt x="607" y="171"/>
                  </a:lnTo>
                  <a:lnTo>
                    <a:pt x="562" y="194"/>
                  </a:lnTo>
                  <a:lnTo>
                    <a:pt x="552" y="196"/>
                  </a:lnTo>
                  <a:lnTo>
                    <a:pt x="377" y="243"/>
                  </a:lnTo>
                  <a:lnTo>
                    <a:pt x="361" y="248"/>
                  </a:lnTo>
                  <a:lnTo>
                    <a:pt x="334" y="252"/>
                  </a:lnTo>
                  <a:lnTo>
                    <a:pt x="328" y="251"/>
                  </a:lnTo>
                  <a:lnTo>
                    <a:pt x="326" y="241"/>
                  </a:lnTo>
                  <a:lnTo>
                    <a:pt x="321" y="237"/>
                  </a:lnTo>
                  <a:lnTo>
                    <a:pt x="301" y="234"/>
                  </a:lnTo>
                  <a:lnTo>
                    <a:pt x="290" y="243"/>
                  </a:lnTo>
                  <a:lnTo>
                    <a:pt x="277" y="251"/>
                  </a:lnTo>
                  <a:lnTo>
                    <a:pt x="269" y="243"/>
                  </a:lnTo>
                  <a:lnTo>
                    <a:pt x="266" y="239"/>
                  </a:lnTo>
                  <a:lnTo>
                    <a:pt x="262" y="239"/>
                  </a:lnTo>
                  <a:lnTo>
                    <a:pt x="257" y="243"/>
                  </a:lnTo>
                  <a:lnTo>
                    <a:pt x="249" y="259"/>
                  </a:lnTo>
                  <a:lnTo>
                    <a:pt x="244" y="268"/>
                  </a:lnTo>
                  <a:lnTo>
                    <a:pt x="235" y="276"/>
                  </a:lnTo>
                  <a:lnTo>
                    <a:pt x="221" y="282"/>
                  </a:lnTo>
                  <a:lnTo>
                    <a:pt x="216" y="283"/>
                  </a:lnTo>
                  <a:lnTo>
                    <a:pt x="208" y="284"/>
                  </a:lnTo>
                  <a:lnTo>
                    <a:pt x="184" y="296"/>
                  </a:lnTo>
                  <a:lnTo>
                    <a:pt x="179" y="301"/>
                  </a:lnTo>
                  <a:lnTo>
                    <a:pt x="172" y="309"/>
                  </a:lnTo>
                  <a:lnTo>
                    <a:pt x="150" y="335"/>
                  </a:lnTo>
                  <a:lnTo>
                    <a:pt x="138" y="351"/>
                  </a:lnTo>
                  <a:lnTo>
                    <a:pt x="126" y="366"/>
                  </a:lnTo>
                  <a:lnTo>
                    <a:pt x="91" y="408"/>
                  </a:lnTo>
                  <a:lnTo>
                    <a:pt x="82" y="419"/>
                  </a:lnTo>
                  <a:lnTo>
                    <a:pt x="71" y="431"/>
                  </a:lnTo>
                  <a:lnTo>
                    <a:pt x="58" y="436"/>
                  </a:lnTo>
                  <a:lnTo>
                    <a:pt x="24" y="406"/>
                  </a:lnTo>
                  <a:lnTo>
                    <a:pt x="0" y="365"/>
                  </a:lnTo>
                  <a:lnTo>
                    <a:pt x="1" y="327"/>
                  </a:lnTo>
                  <a:lnTo>
                    <a:pt x="27" y="302"/>
                  </a:lnTo>
                  <a:lnTo>
                    <a:pt x="44" y="292"/>
                  </a:lnTo>
                  <a:lnTo>
                    <a:pt x="55" y="287"/>
                  </a:lnTo>
                  <a:lnTo>
                    <a:pt x="67" y="272"/>
                  </a:lnTo>
                  <a:lnTo>
                    <a:pt x="74" y="264"/>
                  </a:lnTo>
                  <a:lnTo>
                    <a:pt x="416" y="48"/>
                  </a:lnTo>
                  <a:lnTo>
                    <a:pt x="531" y="12"/>
                  </a:lnTo>
                  <a:lnTo>
                    <a:pt x="542" y="10"/>
                  </a:lnTo>
                  <a:lnTo>
                    <a:pt x="549" y="8"/>
                  </a:lnTo>
                  <a:lnTo>
                    <a:pt x="553" y="6"/>
                  </a:lnTo>
                  <a:lnTo>
                    <a:pt x="570" y="1"/>
                  </a:lnTo>
                  <a:lnTo>
                    <a:pt x="622" y="0"/>
                  </a:lnTo>
                  <a:lnTo>
                    <a:pt x="627" y="1"/>
                  </a:lnTo>
                  <a:lnTo>
                    <a:pt x="638" y="5"/>
                  </a:lnTo>
                  <a:lnTo>
                    <a:pt x="648" y="9"/>
                  </a:lnTo>
                  <a:lnTo>
                    <a:pt x="671" y="12"/>
                  </a:lnTo>
                  <a:lnTo>
                    <a:pt x="683" y="14"/>
                  </a:lnTo>
                  <a:lnTo>
                    <a:pt x="728" y="23"/>
                  </a:lnTo>
                  <a:lnTo>
                    <a:pt x="765" y="42"/>
                  </a:lnTo>
                  <a:lnTo>
                    <a:pt x="769" y="4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6981265" y="2194969"/>
              <a:ext cx="542" cy="316"/>
            </a:xfrm>
            <a:custGeom>
              <a:avLst/>
              <a:pathLst>
                <a:path w="542" h="316">
                  <a:moveTo>
                    <a:pt x="276" y="236"/>
                  </a:moveTo>
                  <a:lnTo>
                    <a:pt x="307" y="256"/>
                  </a:lnTo>
                  <a:lnTo>
                    <a:pt x="396" y="216"/>
                  </a:lnTo>
                  <a:lnTo>
                    <a:pt x="469" y="164"/>
                  </a:lnTo>
                  <a:lnTo>
                    <a:pt x="515" y="150"/>
                  </a:lnTo>
                  <a:lnTo>
                    <a:pt x="537" y="162"/>
                  </a:lnTo>
                  <a:lnTo>
                    <a:pt x="542" y="192"/>
                  </a:lnTo>
                  <a:lnTo>
                    <a:pt x="501" y="243"/>
                  </a:lnTo>
                  <a:lnTo>
                    <a:pt x="468" y="271"/>
                  </a:lnTo>
                  <a:lnTo>
                    <a:pt x="341" y="311"/>
                  </a:lnTo>
                  <a:lnTo>
                    <a:pt x="274" y="316"/>
                  </a:lnTo>
                  <a:lnTo>
                    <a:pt x="99" y="256"/>
                  </a:lnTo>
                  <a:lnTo>
                    <a:pt x="74" y="242"/>
                  </a:lnTo>
                  <a:lnTo>
                    <a:pt x="18" y="204"/>
                  </a:lnTo>
                  <a:lnTo>
                    <a:pt x="2" y="192"/>
                  </a:lnTo>
                  <a:lnTo>
                    <a:pt x="0" y="138"/>
                  </a:lnTo>
                  <a:lnTo>
                    <a:pt x="9" y="92"/>
                  </a:lnTo>
                  <a:lnTo>
                    <a:pt x="59" y="62"/>
                  </a:lnTo>
                  <a:lnTo>
                    <a:pt x="114" y="33"/>
                  </a:lnTo>
                  <a:lnTo>
                    <a:pt x="124" y="22"/>
                  </a:lnTo>
                  <a:lnTo>
                    <a:pt x="172" y="0"/>
                  </a:lnTo>
                  <a:lnTo>
                    <a:pt x="205" y="7"/>
                  </a:lnTo>
                  <a:lnTo>
                    <a:pt x="249" y="105"/>
                  </a:lnTo>
                  <a:lnTo>
                    <a:pt x="249" y="153"/>
                  </a:lnTo>
                  <a:lnTo>
                    <a:pt x="276" y="23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6982016" y="2195037"/>
              <a:ext cx="717" cy="692"/>
            </a:xfrm>
            <a:custGeom>
              <a:avLst/>
              <a:pathLst>
                <a:path w="717" h="692">
                  <a:moveTo>
                    <a:pt x="259" y="339"/>
                  </a:moveTo>
                  <a:lnTo>
                    <a:pt x="264" y="340"/>
                  </a:lnTo>
                  <a:lnTo>
                    <a:pt x="272" y="339"/>
                  </a:lnTo>
                  <a:lnTo>
                    <a:pt x="279" y="335"/>
                  </a:lnTo>
                  <a:lnTo>
                    <a:pt x="283" y="333"/>
                  </a:lnTo>
                  <a:lnTo>
                    <a:pt x="311" y="320"/>
                  </a:lnTo>
                  <a:lnTo>
                    <a:pt x="321" y="316"/>
                  </a:lnTo>
                  <a:lnTo>
                    <a:pt x="334" y="313"/>
                  </a:lnTo>
                  <a:lnTo>
                    <a:pt x="351" y="314"/>
                  </a:lnTo>
                  <a:lnTo>
                    <a:pt x="360" y="316"/>
                  </a:lnTo>
                  <a:lnTo>
                    <a:pt x="374" y="321"/>
                  </a:lnTo>
                  <a:lnTo>
                    <a:pt x="381" y="320"/>
                  </a:lnTo>
                  <a:lnTo>
                    <a:pt x="387" y="315"/>
                  </a:lnTo>
                  <a:lnTo>
                    <a:pt x="393" y="314"/>
                  </a:lnTo>
                  <a:lnTo>
                    <a:pt x="419" y="313"/>
                  </a:lnTo>
                  <a:lnTo>
                    <a:pt x="429" y="317"/>
                  </a:lnTo>
                  <a:lnTo>
                    <a:pt x="437" y="321"/>
                  </a:lnTo>
                  <a:lnTo>
                    <a:pt x="442" y="321"/>
                  </a:lnTo>
                  <a:lnTo>
                    <a:pt x="447" y="319"/>
                  </a:lnTo>
                  <a:lnTo>
                    <a:pt x="456" y="308"/>
                  </a:lnTo>
                  <a:lnTo>
                    <a:pt x="469" y="286"/>
                  </a:lnTo>
                  <a:lnTo>
                    <a:pt x="550" y="239"/>
                  </a:lnTo>
                  <a:lnTo>
                    <a:pt x="715" y="200"/>
                  </a:lnTo>
                  <a:lnTo>
                    <a:pt x="717" y="210"/>
                  </a:lnTo>
                  <a:lnTo>
                    <a:pt x="648" y="394"/>
                  </a:lnTo>
                  <a:lnTo>
                    <a:pt x="613" y="437"/>
                  </a:lnTo>
                  <a:lnTo>
                    <a:pt x="577" y="479"/>
                  </a:lnTo>
                  <a:lnTo>
                    <a:pt x="417" y="661"/>
                  </a:lnTo>
                  <a:lnTo>
                    <a:pt x="317" y="691"/>
                  </a:lnTo>
                  <a:lnTo>
                    <a:pt x="292" y="692"/>
                  </a:lnTo>
                  <a:lnTo>
                    <a:pt x="157" y="663"/>
                  </a:lnTo>
                  <a:lnTo>
                    <a:pt x="97" y="647"/>
                  </a:lnTo>
                  <a:lnTo>
                    <a:pt x="76" y="635"/>
                  </a:lnTo>
                  <a:lnTo>
                    <a:pt x="51" y="602"/>
                  </a:lnTo>
                  <a:lnTo>
                    <a:pt x="49" y="463"/>
                  </a:lnTo>
                  <a:lnTo>
                    <a:pt x="23" y="193"/>
                  </a:lnTo>
                  <a:lnTo>
                    <a:pt x="4" y="178"/>
                  </a:lnTo>
                  <a:lnTo>
                    <a:pt x="0" y="72"/>
                  </a:lnTo>
                  <a:lnTo>
                    <a:pt x="35" y="29"/>
                  </a:lnTo>
                  <a:lnTo>
                    <a:pt x="80" y="19"/>
                  </a:lnTo>
                  <a:lnTo>
                    <a:pt x="167" y="14"/>
                  </a:lnTo>
                  <a:lnTo>
                    <a:pt x="202" y="0"/>
                  </a:lnTo>
                  <a:lnTo>
                    <a:pt x="213" y="1"/>
                  </a:lnTo>
                  <a:lnTo>
                    <a:pt x="223" y="11"/>
                  </a:lnTo>
                  <a:lnTo>
                    <a:pt x="212" y="58"/>
                  </a:lnTo>
                  <a:lnTo>
                    <a:pt x="166" y="124"/>
                  </a:lnTo>
                  <a:lnTo>
                    <a:pt x="236" y="308"/>
                  </a:lnTo>
                  <a:lnTo>
                    <a:pt x="241" y="322"/>
                  </a:lnTo>
                  <a:lnTo>
                    <a:pt x="246" y="329"/>
                  </a:lnTo>
                  <a:lnTo>
                    <a:pt x="253" y="336"/>
                  </a:lnTo>
                  <a:lnTo>
                    <a:pt x="259" y="33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6977034" y="2193902"/>
              <a:ext cx="1300" cy="979"/>
            </a:xfrm>
            <a:custGeom>
              <a:avLst/>
              <a:pathLst>
                <a:path w="1300" h="979">
                  <a:moveTo>
                    <a:pt x="988" y="274"/>
                  </a:moveTo>
                  <a:lnTo>
                    <a:pt x="979" y="279"/>
                  </a:lnTo>
                  <a:lnTo>
                    <a:pt x="938" y="300"/>
                  </a:lnTo>
                  <a:lnTo>
                    <a:pt x="923" y="303"/>
                  </a:lnTo>
                  <a:lnTo>
                    <a:pt x="885" y="295"/>
                  </a:lnTo>
                  <a:lnTo>
                    <a:pt x="716" y="487"/>
                  </a:lnTo>
                  <a:lnTo>
                    <a:pt x="705" y="504"/>
                  </a:lnTo>
                  <a:lnTo>
                    <a:pt x="666" y="569"/>
                  </a:lnTo>
                  <a:lnTo>
                    <a:pt x="723" y="570"/>
                  </a:lnTo>
                  <a:lnTo>
                    <a:pt x="740" y="564"/>
                  </a:lnTo>
                  <a:lnTo>
                    <a:pt x="906" y="466"/>
                  </a:lnTo>
                  <a:lnTo>
                    <a:pt x="963" y="414"/>
                  </a:lnTo>
                  <a:lnTo>
                    <a:pt x="989" y="375"/>
                  </a:lnTo>
                  <a:lnTo>
                    <a:pt x="1014" y="360"/>
                  </a:lnTo>
                  <a:lnTo>
                    <a:pt x="1149" y="360"/>
                  </a:lnTo>
                  <a:lnTo>
                    <a:pt x="1166" y="360"/>
                  </a:lnTo>
                  <a:lnTo>
                    <a:pt x="1182" y="364"/>
                  </a:lnTo>
                  <a:lnTo>
                    <a:pt x="1225" y="390"/>
                  </a:lnTo>
                  <a:lnTo>
                    <a:pt x="1296" y="571"/>
                  </a:lnTo>
                  <a:lnTo>
                    <a:pt x="1300" y="607"/>
                  </a:lnTo>
                  <a:lnTo>
                    <a:pt x="1247" y="669"/>
                  </a:lnTo>
                  <a:lnTo>
                    <a:pt x="1097" y="828"/>
                  </a:lnTo>
                  <a:lnTo>
                    <a:pt x="1087" y="837"/>
                  </a:lnTo>
                  <a:lnTo>
                    <a:pt x="1020" y="883"/>
                  </a:lnTo>
                  <a:lnTo>
                    <a:pt x="819" y="978"/>
                  </a:lnTo>
                  <a:lnTo>
                    <a:pt x="729" y="979"/>
                  </a:lnTo>
                  <a:lnTo>
                    <a:pt x="716" y="977"/>
                  </a:lnTo>
                  <a:lnTo>
                    <a:pt x="708" y="956"/>
                  </a:lnTo>
                  <a:lnTo>
                    <a:pt x="702" y="894"/>
                  </a:lnTo>
                  <a:lnTo>
                    <a:pt x="606" y="925"/>
                  </a:lnTo>
                  <a:lnTo>
                    <a:pt x="406" y="979"/>
                  </a:lnTo>
                  <a:lnTo>
                    <a:pt x="375" y="973"/>
                  </a:lnTo>
                  <a:lnTo>
                    <a:pt x="364" y="961"/>
                  </a:lnTo>
                  <a:lnTo>
                    <a:pt x="341" y="751"/>
                  </a:lnTo>
                  <a:lnTo>
                    <a:pt x="366" y="694"/>
                  </a:lnTo>
                  <a:lnTo>
                    <a:pt x="389" y="660"/>
                  </a:lnTo>
                  <a:lnTo>
                    <a:pt x="401" y="619"/>
                  </a:lnTo>
                  <a:lnTo>
                    <a:pt x="404" y="586"/>
                  </a:lnTo>
                  <a:lnTo>
                    <a:pt x="396" y="554"/>
                  </a:lnTo>
                  <a:lnTo>
                    <a:pt x="358" y="510"/>
                  </a:lnTo>
                  <a:lnTo>
                    <a:pt x="323" y="488"/>
                  </a:lnTo>
                  <a:lnTo>
                    <a:pt x="307" y="493"/>
                  </a:lnTo>
                  <a:lnTo>
                    <a:pt x="273" y="528"/>
                  </a:lnTo>
                  <a:lnTo>
                    <a:pt x="236" y="534"/>
                  </a:lnTo>
                  <a:lnTo>
                    <a:pt x="183" y="526"/>
                  </a:lnTo>
                  <a:lnTo>
                    <a:pt x="69" y="489"/>
                  </a:lnTo>
                  <a:lnTo>
                    <a:pt x="51" y="472"/>
                  </a:lnTo>
                  <a:lnTo>
                    <a:pt x="0" y="407"/>
                  </a:lnTo>
                  <a:lnTo>
                    <a:pt x="2" y="359"/>
                  </a:lnTo>
                  <a:lnTo>
                    <a:pt x="92" y="228"/>
                  </a:lnTo>
                  <a:lnTo>
                    <a:pt x="198" y="111"/>
                  </a:lnTo>
                  <a:lnTo>
                    <a:pt x="275" y="54"/>
                  </a:lnTo>
                  <a:lnTo>
                    <a:pt x="294" y="61"/>
                  </a:lnTo>
                  <a:lnTo>
                    <a:pt x="296" y="69"/>
                  </a:lnTo>
                  <a:lnTo>
                    <a:pt x="277" y="88"/>
                  </a:lnTo>
                  <a:lnTo>
                    <a:pt x="249" y="137"/>
                  </a:lnTo>
                  <a:lnTo>
                    <a:pt x="258" y="166"/>
                  </a:lnTo>
                  <a:lnTo>
                    <a:pt x="274" y="190"/>
                  </a:lnTo>
                  <a:lnTo>
                    <a:pt x="413" y="226"/>
                  </a:lnTo>
                  <a:lnTo>
                    <a:pt x="445" y="212"/>
                  </a:lnTo>
                  <a:lnTo>
                    <a:pt x="671" y="22"/>
                  </a:lnTo>
                  <a:lnTo>
                    <a:pt x="805" y="0"/>
                  </a:lnTo>
                  <a:lnTo>
                    <a:pt x="956" y="17"/>
                  </a:lnTo>
                  <a:lnTo>
                    <a:pt x="1019" y="56"/>
                  </a:lnTo>
                  <a:lnTo>
                    <a:pt x="1026" y="78"/>
                  </a:lnTo>
                  <a:lnTo>
                    <a:pt x="1028" y="123"/>
                  </a:lnTo>
                  <a:lnTo>
                    <a:pt x="1021" y="167"/>
                  </a:lnTo>
                  <a:lnTo>
                    <a:pt x="1003" y="232"/>
                  </a:lnTo>
                  <a:lnTo>
                    <a:pt x="988" y="27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6975860" y="2193432"/>
              <a:ext cx="406" cy="785"/>
            </a:xfrm>
            <a:custGeom>
              <a:avLst/>
              <a:pathLst>
                <a:path w="406" h="785">
                  <a:moveTo>
                    <a:pt x="204" y="785"/>
                  </a:moveTo>
                  <a:lnTo>
                    <a:pt x="150" y="781"/>
                  </a:lnTo>
                  <a:lnTo>
                    <a:pt x="92" y="766"/>
                  </a:lnTo>
                  <a:lnTo>
                    <a:pt x="68" y="726"/>
                  </a:lnTo>
                  <a:lnTo>
                    <a:pt x="67" y="712"/>
                  </a:lnTo>
                  <a:lnTo>
                    <a:pt x="109" y="621"/>
                  </a:lnTo>
                  <a:lnTo>
                    <a:pt x="148" y="576"/>
                  </a:lnTo>
                  <a:lnTo>
                    <a:pt x="210" y="534"/>
                  </a:lnTo>
                  <a:lnTo>
                    <a:pt x="227" y="503"/>
                  </a:lnTo>
                  <a:lnTo>
                    <a:pt x="231" y="477"/>
                  </a:lnTo>
                  <a:lnTo>
                    <a:pt x="228" y="300"/>
                  </a:lnTo>
                  <a:lnTo>
                    <a:pt x="223" y="293"/>
                  </a:lnTo>
                  <a:lnTo>
                    <a:pt x="176" y="288"/>
                  </a:lnTo>
                  <a:lnTo>
                    <a:pt x="93" y="268"/>
                  </a:lnTo>
                  <a:lnTo>
                    <a:pt x="49" y="250"/>
                  </a:lnTo>
                  <a:lnTo>
                    <a:pt x="20" y="214"/>
                  </a:lnTo>
                  <a:lnTo>
                    <a:pt x="0" y="141"/>
                  </a:lnTo>
                  <a:lnTo>
                    <a:pt x="16" y="114"/>
                  </a:lnTo>
                  <a:lnTo>
                    <a:pt x="53" y="69"/>
                  </a:lnTo>
                  <a:lnTo>
                    <a:pt x="155" y="0"/>
                  </a:lnTo>
                  <a:lnTo>
                    <a:pt x="325" y="26"/>
                  </a:lnTo>
                  <a:lnTo>
                    <a:pt x="327" y="35"/>
                  </a:lnTo>
                  <a:lnTo>
                    <a:pt x="325" y="63"/>
                  </a:lnTo>
                  <a:lnTo>
                    <a:pt x="356" y="299"/>
                  </a:lnTo>
                  <a:lnTo>
                    <a:pt x="384" y="427"/>
                  </a:lnTo>
                  <a:lnTo>
                    <a:pt x="406" y="472"/>
                  </a:lnTo>
                  <a:lnTo>
                    <a:pt x="399" y="500"/>
                  </a:lnTo>
                  <a:lnTo>
                    <a:pt x="204" y="7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6993576" y="2195269"/>
              <a:ext cx="1897" cy="831"/>
            </a:xfrm>
            <a:custGeom>
              <a:avLst/>
              <a:pathLst>
                <a:path w="1897" h="831">
                  <a:moveTo>
                    <a:pt x="1842" y="309"/>
                  </a:moveTo>
                  <a:lnTo>
                    <a:pt x="1697" y="400"/>
                  </a:lnTo>
                  <a:lnTo>
                    <a:pt x="1636" y="435"/>
                  </a:lnTo>
                  <a:lnTo>
                    <a:pt x="1624" y="494"/>
                  </a:lnTo>
                  <a:lnTo>
                    <a:pt x="1622" y="519"/>
                  </a:lnTo>
                  <a:lnTo>
                    <a:pt x="1627" y="528"/>
                  </a:lnTo>
                  <a:lnTo>
                    <a:pt x="1630" y="531"/>
                  </a:lnTo>
                  <a:lnTo>
                    <a:pt x="1641" y="547"/>
                  </a:lnTo>
                  <a:lnTo>
                    <a:pt x="1645" y="553"/>
                  </a:lnTo>
                  <a:lnTo>
                    <a:pt x="1648" y="558"/>
                  </a:lnTo>
                  <a:lnTo>
                    <a:pt x="1651" y="573"/>
                  </a:lnTo>
                  <a:lnTo>
                    <a:pt x="1658" y="577"/>
                  </a:lnTo>
                  <a:lnTo>
                    <a:pt x="1681" y="586"/>
                  </a:lnTo>
                  <a:lnTo>
                    <a:pt x="1683" y="603"/>
                  </a:lnTo>
                  <a:lnTo>
                    <a:pt x="1681" y="636"/>
                  </a:lnTo>
                  <a:lnTo>
                    <a:pt x="1666" y="654"/>
                  </a:lnTo>
                  <a:lnTo>
                    <a:pt x="1584" y="699"/>
                  </a:lnTo>
                  <a:lnTo>
                    <a:pt x="1578" y="702"/>
                  </a:lnTo>
                  <a:lnTo>
                    <a:pt x="1247" y="816"/>
                  </a:lnTo>
                  <a:lnTo>
                    <a:pt x="1192" y="831"/>
                  </a:lnTo>
                  <a:lnTo>
                    <a:pt x="1155" y="830"/>
                  </a:lnTo>
                  <a:lnTo>
                    <a:pt x="1120" y="824"/>
                  </a:lnTo>
                  <a:lnTo>
                    <a:pt x="1107" y="817"/>
                  </a:lnTo>
                  <a:lnTo>
                    <a:pt x="1101" y="816"/>
                  </a:lnTo>
                  <a:lnTo>
                    <a:pt x="1058" y="799"/>
                  </a:lnTo>
                  <a:lnTo>
                    <a:pt x="1053" y="796"/>
                  </a:lnTo>
                  <a:lnTo>
                    <a:pt x="952" y="756"/>
                  </a:lnTo>
                  <a:lnTo>
                    <a:pt x="875" y="725"/>
                  </a:lnTo>
                  <a:lnTo>
                    <a:pt x="693" y="653"/>
                  </a:lnTo>
                  <a:lnTo>
                    <a:pt x="645" y="665"/>
                  </a:lnTo>
                  <a:lnTo>
                    <a:pt x="637" y="679"/>
                  </a:lnTo>
                  <a:lnTo>
                    <a:pt x="595" y="723"/>
                  </a:lnTo>
                  <a:lnTo>
                    <a:pt x="557" y="746"/>
                  </a:lnTo>
                  <a:lnTo>
                    <a:pt x="537" y="757"/>
                  </a:lnTo>
                  <a:lnTo>
                    <a:pt x="531" y="758"/>
                  </a:lnTo>
                  <a:lnTo>
                    <a:pt x="521" y="758"/>
                  </a:lnTo>
                  <a:lnTo>
                    <a:pt x="509" y="756"/>
                  </a:lnTo>
                  <a:lnTo>
                    <a:pt x="495" y="750"/>
                  </a:lnTo>
                  <a:lnTo>
                    <a:pt x="486" y="745"/>
                  </a:lnTo>
                  <a:lnTo>
                    <a:pt x="457" y="723"/>
                  </a:lnTo>
                  <a:lnTo>
                    <a:pt x="446" y="718"/>
                  </a:lnTo>
                  <a:lnTo>
                    <a:pt x="438" y="718"/>
                  </a:lnTo>
                  <a:lnTo>
                    <a:pt x="409" y="716"/>
                  </a:lnTo>
                  <a:lnTo>
                    <a:pt x="372" y="711"/>
                  </a:lnTo>
                  <a:lnTo>
                    <a:pt x="332" y="709"/>
                  </a:lnTo>
                  <a:lnTo>
                    <a:pt x="312" y="710"/>
                  </a:lnTo>
                  <a:lnTo>
                    <a:pt x="300" y="710"/>
                  </a:lnTo>
                  <a:lnTo>
                    <a:pt x="287" y="711"/>
                  </a:lnTo>
                  <a:lnTo>
                    <a:pt x="212" y="726"/>
                  </a:lnTo>
                  <a:lnTo>
                    <a:pt x="91" y="751"/>
                  </a:lnTo>
                  <a:lnTo>
                    <a:pt x="78" y="752"/>
                  </a:lnTo>
                  <a:lnTo>
                    <a:pt x="40" y="743"/>
                  </a:lnTo>
                  <a:lnTo>
                    <a:pt x="4" y="710"/>
                  </a:lnTo>
                  <a:lnTo>
                    <a:pt x="0" y="698"/>
                  </a:lnTo>
                  <a:lnTo>
                    <a:pt x="7" y="675"/>
                  </a:lnTo>
                  <a:lnTo>
                    <a:pt x="39" y="661"/>
                  </a:lnTo>
                  <a:lnTo>
                    <a:pt x="49" y="657"/>
                  </a:lnTo>
                  <a:lnTo>
                    <a:pt x="54" y="653"/>
                  </a:lnTo>
                  <a:lnTo>
                    <a:pt x="59" y="651"/>
                  </a:lnTo>
                  <a:lnTo>
                    <a:pt x="65" y="651"/>
                  </a:lnTo>
                  <a:lnTo>
                    <a:pt x="77" y="650"/>
                  </a:lnTo>
                  <a:lnTo>
                    <a:pt x="89" y="652"/>
                  </a:lnTo>
                  <a:lnTo>
                    <a:pt x="105" y="654"/>
                  </a:lnTo>
                  <a:lnTo>
                    <a:pt x="248" y="579"/>
                  </a:lnTo>
                  <a:lnTo>
                    <a:pt x="256" y="574"/>
                  </a:lnTo>
                  <a:lnTo>
                    <a:pt x="271" y="567"/>
                  </a:lnTo>
                  <a:lnTo>
                    <a:pt x="286" y="560"/>
                  </a:lnTo>
                  <a:lnTo>
                    <a:pt x="296" y="551"/>
                  </a:lnTo>
                  <a:lnTo>
                    <a:pt x="309" y="540"/>
                  </a:lnTo>
                  <a:lnTo>
                    <a:pt x="324" y="526"/>
                  </a:lnTo>
                  <a:lnTo>
                    <a:pt x="365" y="495"/>
                  </a:lnTo>
                  <a:lnTo>
                    <a:pt x="405" y="478"/>
                  </a:lnTo>
                  <a:lnTo>
                    <a:pt x="416" y="475"/>
                  </a:lnTo>
                  <a:lnTo>
                    <a:pt x="439" y="469"/>
                  </a:lnTo>
                  <a:lnTo>
                    <a:pt x="451" y="464"/>
                  </a:lnTo>
                  <a:lnTo>
                    <a:pt x="470" y="454"/>
                  </a:lnTo>
                  <a:lnTo>
                    <a:pt x="497" y="439"/>
                  </a:lnTo>
                  <a:lnTo>
                    <a:pt x="511" y="437"/>
                  </a:lnTo>
                  <a:lnTo>
                    <a:pt x="661" y="476"/>
                  </a:lnTo>
                  <a:lnTo>
                    <a:pt x="665" y="480"/>
                  </a:lnTo>
                  <a:lnTo>
                    <a:pt x="667" y="485"/>
                  </a:lnTo>
                  <a:lnTo>
                    <a:pt x="680" y="501"/>
                  </a:lnTo>
                  <a:lnTo>
                    <a:pt x="684" y="507"/>
                  </a:lnTo>
                  <a:lnTo>
                    <a:pt x="755" y="498"/>
                  </a:lnTo>
                  <a:lnTo>
                    <a:pt x="866" y="484"/>
                  </a:lnTo>
                  <a:lnTo>
                    <a:pt x="885" y="484"/>
                  </a:lnTo>
                  <a:lnTo>
                    <a:pt x="902" y="483"/>
                  </a:lnTo>
                  <a:lnTo>
                    <a:pt x="912" y="481"/>
                  </a:lnTo>
                  <a:lnTo>
                    <a:pt x="919" y="478"/>
                  </a:lnTo>
                  <a:lnTo>
                    <a:pt x="1004" y="415"/>
                  </a:lnTo>
                  <a:lnTo>
                    <a:pt x="1046" y="383"/>
                  </a:lnTo>
                  <a:lnTo>
                    <a:pt x="1101" y="343"/>
                  </a:lnTo>
                  <a:lnTo>
                    <a:pt x="1109" y="338"/>
                  </a:lnTo>
                  <a:lnTo>
                    <a:pt x="1119" y="333"/>
                  </a:lnTo>
                  <a:lnTo>
                    <a:pt x="1121" y="328"/>
                  </a:lnTo>
                  <a:lnTo>
                    <a:pt x="1122" y="321"/>
                  </a:lnTo>
                  <a:lnTo>
                    <a:pt x="1120" y="315"/>
                  </a:lnTo>
                  <a:lnTo>
                    <a:pt x="1115" y="308"/>
                  </a:lnTo>
                  <a:lnTo>
                    <a:pt x="1112" y="299"/>
                  </a:lnTo>
                  <a:lnTo>
                    <a:pt x="1104" y="279"/>
                  </a:lnTo>
                  <a:lnTo>
                    <a:pt x="1063" y="253"/>
                  </a:lnTo>
                  <a:lnTo>
                    <a:pt x="1053" y="241"/>
                  </a:lnTo>
                  <a:lnTo>
                    <a:pt x="1037" y="181"/>
                  </a:lnTo>
                  <a:lnTo>
                    <a:pt x="1038" y="153"/>
                  </a:lnTo>
                  <a:lnTo>
                    <a:pt x="1045" y="122"/>
                  </a:lnTo>
                  <a:lnTo>
                    <a:pt x="1057" y="81"/>
                  </a:lnTo>
                  <a:lnTo>
                    <a:pt x="1059" y="76"/>
                  </a:lnTo>
                  <a:lnTo>
                    <a:pt x="1064" y="59"/>
                  </a:lnTo>
                  <a:lnTo>
                    <a:pt x="1065" y="48"/>
                  </a:lnTo>
                  <a:lnTo>
                    <a:pt x="1065" y="38"/>
                  </a:lnTo>
                  <a:lnTo>
                    <a:pt x="1067" y="33"/>
                  </a:lnTo>
                  <a:lnTo>
                    <a:pt x="1080" y="8"/>
                  </a:lnTo>
                  <a:lnTo>
                    <a:pt x="1090" y="1"/>
                  </a:lnTo>
                  <a:lnTo>
                    <a:pt x="1144" y="14"/>
                  </a:lnTo>
                  <a:lnTo>
                    <a:pt x="1196" y="51"/>
                  </a:lnTo>
                  <a:lnTo>
                    <a:pt x="1208" y="60"/>
                  </a:lnTo>
                  <a:lnTo>
                    <a:pt x="1214" y="80"/>
                  </a:lnTo>
                  <a:lnTo>
                    <a:pt x="1282" y="190"/>
                  </a:lnTo>
                  <a:lnTo>
                    <a:pt x="1388" y="284"/>
                  </a:lnTo>
                  <a:lnTo>
                    <a:pt x="1392" y="288"/>
                  </a:lnTo>
                  <a:lnTo>
                    <a:pt x="1396" y="288"/>
                  </a:lnTo>
                  <a:lnTo>
                    <a:pt x="1400" y="285"/>
                  </a:lnTo>
                  <a:lnTo>
                    <a:pt x="1405" y="281"/>
                  </a:lnTo>
                  <a:lnTo>
                    <a:pt x="1463" y="225"/>
                  </a:lnTo>
                  <a:lnTo>
                    <a:pt x="1505" y="169"/>
                  </a:lnTo>
                  <a:lnTo>
                    <a:pt x="1509" y="159"/>
                  </a:lnTo>
                  <a:lnTo>
                    <a:pt x="1509" y="152"/>
                  </a:lnTo>
                  <a:lnTo>
                    <a:pt x="1508" y="137"/>
                  </a:lnTo>
                  <a:lnTo>
                    <a:pt x="1555" y="97"/>
                  </a:lnTo>
                  <a:lnTo>
                    <a:pt x="1732" y="6"/>
                  </a:lnTo>
                  <a:lnTo>
                    <a:pt x="1748" y="0"/>
                  </a:lnTo>
                  <a:lnTo>
                    <a:pt x="1766" y="0"/>
                  </a:lnTo>
                  <a:lnTo>
                    <a:pt x="1783" y="10"/>
                  </a:lnTo>
                  <a:lnTo>
                    <a:pt x="1811" y="27"/>
                  </a:lnTo>
                  <a:lnTo>
                    <a:pt x="1856" y="57"/>
                  </a:lnTo>
                  <a:lnTo>
                    <a:pt x="1862" y="81"/>
                  </a:lnTo>
                  <a:lnTo>
                    <a:pt x="1869" y="91"/>
                  </a:lnTo>
                  <a:lnTo>
                    <a:pt x="1868" y="96"/>
                  </a:lnTo>
                  <a:lnTo>
                    <a:pt x="1889" y="172"/>
                  </a:lnTo>
                  <a:lnTo>
                    <a:pt x="1897" y="231"/>
                  </a:lnTo>
                  <a:lnTo>
                    <a:pt x="1889" y="247"/>
                  </a:lnTo>
                  <a:lnTo>
                    <a:pt x="1857" y="288"/>
                  </a:lnTo>
                  <a:lnTo>
                    <a:pt x="1855" y="294"/>
                  </a:lnTo>
                  <a:lnTo>
                    <a:pt x="1848" y="303"/>
                  </a:lnTo>
                  <a:lnTo>
                    <a:pt x="1842" y="3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6976973" y="2193210"/>
              <a:ext cx="311" cy="394"/>
            </a:xfrm>
            <a:custGeom>
              <a:avLst/>
              <a:pathLst>
                <a:path w="311" h="394">
                  <a:moveTo>
                    <a:pt x="180" y="364"/>
                  </a:moveTo>
                  <a:lnTo>
                    <a:pt x="66" y="394"/>
                  </a:lnTo>
                  <a:lnTo>
                    <a:pt x="51" y="389"/>
                  </a:lnTo>
                  <a:lnTo>
                    <a:pt x="34" y="343"/>
                  </a:lnTo>
                  <a:lnTo>
                    <a:pt x="0" y="217"/>
                  </a:lnTo>
                  <a:lnTo>
                    <a:pt x="0" y="210"/>
                  </a:lnTo>
                  <a:lnTo>
                    <a:pt x="23" y="182"/>
                  </a:lnTo>
                  <a:lnTo>
                    <a:pt x="50" y="180"/>
                  </a:lnTo>
                  <a:lnTo>
                    <a:pt x="145" y="121"/>
                  </a:lnTo>
                  <a:lnTo>
                    <a:pt x="176" y="86"/>
                  </a:lnTo>
                  <a:lnTo>
                    <a:pt x="216" y="13"/>
                  </a:lnTo>
                  <a:lnTo>
                    <a:pt x="229" y="0"/>
                  </a:lnTo>
                  <a:lnTo>
                    <a:pt x="255" y="0"/>
                  </a:lnTo>
                  <a:lnTo>
                    <a:pt x="306" y="33"/>
                  </a:lnTo>
                  <a:lnTo>
                    <a:pt x="311" y="40"/>
                  </a:lnTo>
                  <a:lnTo>
                    <a:pt x="273" y="169"/>
                  </a:lnTo>
                  <a:lnTo>
                    <a:pt x="221" y="280"/>
                  </a:lnTo>
                  <a:lnTo>
                    <a:pt x="184" y="357"/>
                  </a:lnTo>
                  <a:lnTo>
                    <a:pt x="180" y="3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6967192" y="2192006"/>
              <a:ext cx="553" cy="651"/>
            </a:xfrm>
            <a:custGeom>
              <a:avLst/>
              <a:pathLst>
                <a:path w="553" h="651">
                  <a:moveTo>
                    <a:pt x="386" y="335"/>
                  </a:moveTo>
                  <a:lnTo>
                    <a:pt x="245" y="562"/>
                  </a:lnTo>
                  <a:lnTo>
                    <a:pt x="64" y="647"/>
                  </a:lnTo>
                  <a:lnTo>
                    <a:pt x="52" y="651"/>
                  </a:lnTo>
                  <a:lnTo>
                    <a:pt x="18" y="639"/>
                  </a:lnTo>
                  <a:lnTo>
                    <a:pt x="0" y="622"/>
                  </a:lnTo>
                  <a:lnTo>
                    <a:pt x="31" y="521"/>
                  </a:lnTo>
                  <a:lnTo>
                    <a:pt x="96" y="381"/>
                  </a:lnTo>
                  <a:lnTo>
                    <a:pt x="144" y="324"/>
                  </a:lnTo>
                  <a:lnTo>
                    <a:pt x="227" y="287"/>
                  </a:lnTo>
                  <a:lnTo>
                    <a:pt x="245" y="289"/>
                  </a:lnTo>
                  <a:lnTo>
                    <a:pt x="261" y="322"/>
                  </a:lnTo>
                  <a:lnTo>
                    <a:pt x="287" y="331"/>
                  </a:lnTo>
                  <a:lnTo>
                    <a:pt x="320" y="316"/>
                  </a:lnTo>
                  <a:lnTo>
                    <a:pt x="354" y="290"/>
                  </a:lnTo>
                  <a:lnTo>
                    <a:pt x="412" y="192"/>
                  </a:lnTo>
                  <a:lnTo>
                    <a:pt x="481" y="88"/>
                  </a:lnTo>
                  <a:lnTo>
                    <a:pt x="499" y="61"/>
                  </a:lnTo>
                  <a:lnTo>
                    <a:pt x="533" y="10"/>
                  </a:lnTo>
                  <a:lnTo>
                    <a:pt x="550" y="0"/>
                  </a:lnTo>
                  <a:lnTo>
                    <a:pt x="553" y="11"/>
                  </a:lnTo>
                  <a:lnTo>
                    <a:pt x="498" y="119"/>
                  </a:lnTo>
                  <a:lnTo>
                    <a:pt x="386" y="3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6995744" y="2194770"/>
              <a:ext cx="1826" cy="943"/>
            </a:xfrm>
            <a:custGeom>
              <a:avLst/>
              <a:pathLst>
                <a:path w="1826" h="943">
                  <a:moveTo>
                    <a:pt x="1518" y="68"/>
                  </a:moveTo>
                  <a:lnTo>
                    <a:pt x="1585" y="121"/>
                  </a:lnTo>
                  <a:lnTo>
                    <a:pt x="1592" y="127"/>
                  </a:lnTo>
                  <a:lnTo>
                    <a:pt x="1609" y="160"/>
                  </a:lnTo>
                  <a:lnTo>
                    <a:pt x="1645" y="245"/>
                  </a:lnTo>
                  <a:lnTo>
                    <a:pt x="1625" y="320"/>
                  </a:lnTo>
                  <a:lnTo>
                    <a:pt x="1607" y="378"/>
                  </a:lnTo>
                  <a:lnTo>
                    <a:pt x="1583" y="458"/>
                  </a:lnTo>
                  <a:lnTo>
                    <a:pt x="1568" y="504"/>
                  </a:lnTo>
                  <a:lnTo>
                    <a:pt x="1543" y="578"/>
                  </a:lnTo>
                  <a:lnTo>
                    <a:pt x="1521" y="626"/>
                  </a:lnTo>
                  <a:lnTo>
                    <a:pt x="1650" y="661"/>
                  </a:lnTo>
                  <a:lnTo>
                    <a:pt x="1725" y="632"/>
                  </a:lnTo>
                  <a:lnTo>
                    <a:pt x="1758" y="625"/>
                  </a:lnTo>
                  <a:lnTo>
                    <a:pt x="1817" y="628"/>
                  </a:lnTo>
                  <a:lnTo>
                    <a:pt x="1826" y="634"/>
                  </a:lnTo>
                  <a:lnTo>
                    <a:pt x="1826" y="645"/>
                  </a:lnTo>
                  <a:lnTo>
                    <a:pt x="1822" y="650"/>
                  </a:lnTo>
                  <a:lnTo>
                    <a:pt x="1806" y="670"/>
                  </a:lnTo>
                  <a:lnTo>
                    <a:pt x="1803" y="673"/>
                  </a:lnTo>
                  <a:lnTo>
                    <a:pt x="1794" y="682"/>
                  </a:lnTo>
                  <a:lnTo>
                    <a:pt x="1783" y="692"/>
                  </a:lnTo>
                  <a:lnTo>
                    <a:pt x="1777" y="697"/>
                  </a:lnTo>
                  <a:lnTo>
                    <a:pt x="1707" y="744"/>
                  </a:lnTo>
                  <a:lnTo>
                    <a:pt x="1592" y="786"/>
                  </a:lnTo>
                  <a:lnTo>
                    <a:pt x="1587" y="788"/>
                  </a:lnTo>
                  <a:lnTo>
                    <a:pt x="1551" y="792"/>
                  </a:lnTo>
                  <a:lnTo>
                    <a:pt x="1545" y="792"/>
                  </a:lnTo>
                  <a:lnTo>
                    <a:pt x="1475" y="786"/>
                  </a:lnTo>
                  <a:lnTo>
                    <a:pt x="1460" y="788"/>
                  </a:lnTo>
                  <a:lnTo>
                    <a:pt x="1440" y="790"/>
                  </a:lnTo>
                  <a:lnTo>
                    <a:pt x="1429" y="790"/>
                  </a:lnTo>
                  <a:lnTo>
                    <a:pt x="1425" y="791"/>
                  </a:lnTo>
                  <a:lnTo>
                    <a:pt x="1420" y="794"/>
                  </a:lnTo>
                  <a:lnTo>
                    <a:pt x="1415" y="798"/>
                  </a:lnTo>
                  <a:lnTo>
                    <a:pt x="1409" y="798"/>
                  </a:lnTo>
                  <a:lnTo>
                    <a:pt x="1400" y="792"/>
                  </a:lnTo>
                  <a:lnTo>
                    <a:pt x="1397" y="777"/>
                  </a:lnTo>
                  <a:lnTo>
                    <a:pt x="1397" y="766"/>
                  </a:lnTo>
                  <a:lnTo>
                    <a:pt x="1394" y="760"/>
                  </a:lnTo>
                  <a:lnTo>
                    <a:pt x="1388" y="757"/>
                  </a:lnTo>
                  <a:lnTo>
                    <a:pt x="1375" y="752"/>
                  </a:lnTo>
                  <a:lnTo>
                    <a:pt x="1365" y="745"/>
                  </a:lnTo>
                  <a:lnTo>
                    <a:pt x="1356" y="740"/>
                  </a:lnTo>
                  <a:lnTo>
                    <a:pt x="1339" y="738"/>
                  </a:lnTo>
                  <a:lnTo>
                    <a:pt x="1318" y="737"/>
                  </a:lnTo>
                  <a:lnTo>
                    <a:pt x="931" y="726"/>
                  </a:lnTo>
                  <a:lnTo>
                    <a:pt x="925" y="726"/>
                  </a:lnTo>
                  <a:lnTo>
                    <a:pt x="919" y="726"/>
                  </a:lnTo>
                  <a:lnTo>
                    <a:pt x="913" y="727"/>
                  </a:lnTo>
                  <a:lnTo>
                    <a:pt x="875" y="728"/>
                  </a:lnTo>
                  <a:lnTo>
                    <a:pt x="746" y="743"/>
                  </a:lnTo>
                  <a:lnTo>
                    <a:pt x="736" y="748"/>
                  </a:lnTo>
                  <a:lnTo>
                    <a:pt x="725" y="753"/>
                  </a:lnTo>
                  <a:lnTo>
                    <a:pt x="710" y="756"/>
                  </a:lnTo>
                  <a:lnTo>
                    <a:pt x="694" y="762"/>
                  </a:lnTo>
                  <a:lnTo>
                    <a:pt x="685" y="764"/>
                  </a:lnTo>
                  <a:lnTo>
                    <a:pt x="674" y="765"/>
                  </a:lnTo>
                  <a:lnTo>
                    <a:pt x="658" y="767"/>
                  </a:lnTo>
                  <a:lnTo>
                    <a:pt x="650" y="769"/>
                  </a:lnTo>
                  <a:lnTo>
                    <a:pt x="638" y="772"/>
                  </a:lnTo>
                  <a:lnTo>
                    <a:pt x="630" y="772"/>
                  </a:lnTo>
                  <a:lnTo>
                    <a:pt x="586" y="815"/>
                  </a:lnTo>
                  <a:lnTo>
                    <a:pt x="567" y="855"/>
                  </a:lnTo>
                  <a:lnTo>
                    <a:pt x="519" y="877"/>
                  </a:lnTo>
                  <a:lnTo>
                    <a:pt x="509" y="882"/>
                  </a:lnTo>
                  <a:lnTo>
                    <a:pt x="444" y="912"/>
                  </a:lnTo>
                  <a:lnTo>
                    <a:pt x="413" y="926"/>
                  </a:lnTo>
                  <a:lnTo>
                    <a:pt x="402" y="930"/>
                  </a:lnTo>
                  <a:lnTo>
                    <a:pt x="372" y="943"/>
                  </a:lnTo>
                  <a:lnTo>
                    <a:pt x="322" y="941"/>
                  </a:lnTo>
                  <a:lnTo>
                    <a:pt x="247" y="917"/>
                  </a:lnTo>
                  <a:lnTo>
                    <a:pt x="239" y="916"/>
                  </a:lnTo>
                  <a:lnTo>
                    <a:pt x="224" y="914"/>
                  </a:lnTo>
                  <a:lnTo>
                    <a:pt x="211" y="911"/>
                  </a:lnTo>
                  <a:lnTo>
                    <a:pt x="199" y="907"/>
                  </a:lnTo>
                  <a:lnTo>
                    <a:pt x="189" y="905"/>
                  </a:lnTo>
                  <a:lnTo>
                    <a:pt x="181" y="905"/>
                  </a:lnTo>
                  <a:lnTo>
                    <a:pt x="176" y="906"/>
                  </a:lnTo>
                  <a:lnTo>
                    <a:pt x="170" y="906"/>
                  </a:lnTo>
                  <a:lnTo>
                    <a:pt x="163" y="906"/>
                  </a:lnTo>
                  <a:lnTo>
                    <a:pt x="153" y="903"/>
                  </a:lnTo>
                  <a:lnTo>
                    <a:pt x="93" y="886"/>
                  </a:lnTo>
                  <a:lnTo>
                    <a:pt x="81" y="874"/>
                  </a:lnTo>
                  <a:lnTo>
                    <a:pt x="56" y="850"/>
                  </a:lnTo>
                  <a:lnTo>
                    <a:pt x="52" y="847"/>
                  </a:lnTo>
                  <a:lnTo>
                    <a:pt x="36" y="819"/>
                  </a:lnTo>
                  <a:lnTo>
                    <a:pt x="29" y="791"/>
                  </a:lnTo>
                  <a:lnTo>
                    <a:pt x="1" y="487"/>
                  </a:lnTo>
                  <a:lnTo>
                    <a:pt x="0" y="461"/>
                  </a:lnTo>
                  <a:lnTo>
                    <a:pt x="0" y="453"/>
                  </a:lnTo>
                  <a:lnTo>
                    <a:pt x="9" y="376"/>
                  </a:lnTo>
                  <a:lnTo>
                    <a:pt x="15" y="330"/>
                  </a:lnTo>
                  <a:lnTo>
                    <a:pt x="74" y="51"/>
                  </a:lnTo>
                  <a:lnTo>
                    <a:pt x="124" y="16"/>
                  </a:lnTo>
                  <a:lnTo>
                    <a:pt x="148" y="0"/>
                  </a:lnTo>
                  <a:lnTo>
                    <a:pt x="269" y="17"/>
                  </a:lnTo>
                  <a:lnTo>
                    <a:pt x="297" y="33"/>
                  </a:lnTo>
                  <a:lnTo>
                    <a:pt x="309" y="40"/>
                  </a:lnTo>
                  <a:lnTo>
                    <a:pt x="513" y="29"/>
                  </a:lnTo>
                  <a:lnTo>
                    <a:pt x="801" y="65"/>
                  </a:lnTo>
                  <a:lnTo>
                    <a:pt x="1213" y="80"/>
                  </a:lnTo>
                  <a:lnTo>
                    <a:pt x="1224" y="81"/>
                  </a:lnTo>
                  <a:lnTo>
                    <a:pt x="1248" y="82"/>
                  </a:lnTo>
                  <a:lnTo>
                    <a:pt x="1261" y="83"/>
                  </a:lnTo>
                  <a:lnTo>
                    <a:pt x="1271" y="82"/>
                  </a:lnTo>
                  <a:lnTo>
                    <a:pt x="1280" y="79"/>
                  </a:lnTo>
                  <a:lnTo>
                    <a:pt x="1395" y="77"/>
                  </a:lnTo>
                  <a:lnTo>
                    <a:pt x="1445" y="53"/>
                  </a:lnTo>
                  <a:lnTo>
                    <a:pt x="1466" y="37"/>
                  </a:lnTo>
                  <a:lnTo>
                    <a:pt x="1479" y="36"/>
                  </a:lnTo>
                  <a:lnTo>
                    <a:pt x="1518" y="6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6966814" y="2191732"/>
              <a:ext cx="353" cy="488"/>
            </a:xfrm>
            <a:custGeom>
              <a:avLst/>
              <a:pathLst>
                <a:path w="353" h="488">
                  <a:moveTo>
                    <a:pt x="171" y="471"/>
                  </a:moveTo>
                  <a:lnTo>
                    <a:pt x="130" y="488"/>
                  </a:lnTo>
                  <a:lnTo>
                    <a:pt x="118" y="486"/>
                  </a:lnTo>
                  <a:lnTo>
                    <a:pt x="20" y="474"/>
                  </a:lnTo>
                  <a:lnTo>
                    <a:pt x="16" y="454"/>
                  </a:lnTo>
                  <a:lnTo>
                    <a:pt x="0" y="272"/>
                  </a:lnTo>
                  <a:lnTo>
                    <a:pt x="58" y="103"/>
                  </a:lnTo>
                  <a:lnTo>
                    <a:pt x="74" y="96"/>
                  </a:lnTo>
                  <a:lnTo>
                    <a:pt x="273" y="0"/>
                  </a:lnTo>
                  <a:lnTo>
                    <a:pt x="353" y="19"/>
                  </a:lnTo>
                  <a:lnTo>
                    <a:pt x="290" y="92"/>
                  </a:lnTo>
                  <a:lnTo>
                    <a:pt x="248" y="198"/>
                  </a:lnTo>
                  <a:lnTo>
                    <a:pt x="244" y="208"/>
                  </a:lnTo>
                  <a:lnTo>
                    <a:pt x="242" y="270"/>
                  </a:lnTo>
                  <a:lnTo>
                    <a:pt x="240" y="306"/>
                  </a:lnTo>
                  <a:lnTo>
                    <a:pt x="204" y="441"/>
                  </a:lnTo>
                  <a:lnTo>
                    <a:pt x="195" y="454"/>
                  </a:lnTo>
                  <a:lnTo>
                    <a:pt x="171" y="4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6985262" y="2193438"/>
              <a:ext cx="388" cy="424"/>
            </a:xfrm>
            <a:custGeom>
              <a:avLst/>
              <a:pathLst>
                <a:path w="388" h="424">
                  <a:moveTo>
                    <a:pt x="118" y="414"/>
                  </a:moveTo>
                  <a:lnTo>
                    <a:pt x="86" y="424"/>
                  </a:lnTo>
                  <a:lnTo>
                    <a:pt x="60" y="412"/>
                  </a:lnTo>
                  <a:lnTo>
                    <a:pt x="49" y="400"/>
                  </a:lnTo>
                  <a:lnTo>
                    <a:pt x="0" y="335"/>
                  </a:lnTo>
                  <a:lnTo>
                    <a:pt x="23" y="257"/>
                  </a:lnTo>
                  <a:lnTo>
                    <a:pt x="41" y="220"/>
                  </a:lnTo>
                  <a:lnTo>
                    <a:pt x="95" y="121"/>
                  </a:lnTo>
                  <a:lnTo>
                    <a:pt x="105" y="106"/>
                  </a:lnTo>
                  <a:lnTo>
                    <a:pt x="113" y="100"/>
                  </a:lnTo>
                  <a:lnTo>
                    <a:pt x="318" y="16"/>
                  </a:lnTo>
                  <a:lnTo>
                    <a:pt x="363" y="0"/>
                  </a:lnTo>
                  <a:lnTo>
                    <a:pt x="372" y="5"/>
                  </a:lnTo>
                  <a:lnTo>
                    <a:pt x="388" y="42"/>
                  </a:lnTo>
                  <a:lnTo>
                    <a:pt x="386" y="140"/>
                  </a:lnTo>
                  <a:lnTo>
                    <a:pt x="381" y="157"/>
                  </a:lnTo>
                  <a:lnTo>
                    <a:pt x="255" y="305"/>
                  </a:lnTo>
                  <a:lnTo>
                    <a:pt x="190" y="376"/>
                  </a:lnTo>
                  <a:lnTo>
                    <a:pt x="118" y="41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6968843" y="2191861"/>
              <a:ext cx="739" cy="819"/>
            </a:xfrm>
            <a:custGeom>
              <a:avLst/>
              <a:pathLst>
                <a:path w="739" h="819">
                  <a:moveTo>
                    <a:pt x="656" y="779"/>
                  </a:moveTo>
                  <a:lnTo>
                    <a:pt x="570" y="819"/>
                  </a:lnTo>
                  <a:lnTo>
                    <a:pt x="510" y="757"/>
                  </a:lnTo>
                  <a:lnTo>
                    <a:pt x="57" y="189"/>
                  </a:lnTo>
                  <a:lnTo>
                    <a:pt x="0" y="93"/>
                  </a:lnTo>
                  <a:lnTo>
                    <a:pt x="177" y="7"/>
                  </a:lnTo>
                  <a:lnTo>
                    <a:pt x="196" y="0"/>
                  </a:lnTo>
                  <a:lnTo>
                    <a:pt x="207" y="1"/>
                  </a:lnTo>
                  <a:lnTo>
                    <a:pt x="227" y="15"/>
                  </a:lnTo>
                  <a:lnTo>
                    <a:pt x="297" y="77"/>
                  </a:lnTo>
                  <a:lnTo>
                    <a:pt x="423" y="221"/>
                  </a:lnTo>
                  <a:lnTo>
                    <a:pt x="727" y="674"/>
                  </a:lnTo>
                  <a:lnTo>
                    <a:pt x="739" y="739"/>
                  </a:lnTo>
                  <a:lnTo>
                    <a:pt x="656" y="77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6989089" y="2193559"/>
              <a:ext cx="435" cy="547"/>
            </a:xfrm>
            <a:custGeom>
              <a:avLst/>
              <a:pathLst>
                <a:path w="435" h="547">
                  <a:moveTo>
                    <a:pt x="208" y="513"/>
                  </a:moveTo>
                  <a:lnTo>
                    <a:pt x="194" y="520"/>
                  </a:lnTo>
                  <a:lnTo>
                    <a:pt x="184" y="520"/>
                  </a:lnTo>
                  <a:lnTo>
                    <a:pt x="176" y="514"/>
                  </a:lnTo>
                  <a:lnTo>
                    <a:pt x="169" y="511"/>
                  </a:lnTo>
                  <a:lnTo>
                    <a:pt x="164" y="511"/>
                  </a:lnTo>
                  <a:lnTo>
                    <a:pt x="156" y="510"/>
                  </a:lnTo>
                  <a:lnTo>
                    <a:pt x="133" y="514"/>
                  </a:lnTo>
                  <a:lnTo>
                    <a:pt x="99" y="522"/>
                  </a:lnTo>
                  <a:lnTo>
                    <a:pt x="17" y="546"/>
                  </a:lnTo>
                  <a:lnTo>
                    <a:pt x="12" y="547"/>
                  </a:lnTo>
                  <a:lnTo>
                    <a:pt x="1" y="540"/>
                  </a:lnTo>
                  <a:lnTo>
                    <a:pt x="0" y="531"/>
                  </a:lnTo>
                  <a:lnTo>
                    <a:pt x="1" y="493"/>
                  </a:lnTo>
                  <a:lnTo>
                    <a:pt x="34" y="418"/>
                  </a:lnTo>
                  <a:lnTo>
                    <a:pt x="104" y="357"/>
                  </a:lnTo>
                  <a:lnTo>
                    <a:pt x="114" y="346"/>
                  </a:lnTo>
                  <a:lnTo>
                    <a:pt x="120" y="335"/>
                  </a:lnTo>
                  <a:lnTo>
                    <a:pt x="182" y="159"/>
                  </a:lnTo>
                  <a:lnTo>
                    <a:pt x="185" y="145"/>
                  </a:lnTo>
                  <a:lnTo>
                    <a:pt x="186" y="135"/>
                  </a:lnTo>
                  <a:lnTo>
                    <a:pt x="186" y="105"/>
                  </a:lnTo>
                  <a:lnTo>
                    <a:pt x="185" y="67"/>
                  </a:lnTo>
                  <a:lnTo>
                    <a:pt x="186" y="56"/>
                  </a:lnTo>
                  <a:lnTo>
                    <a:pt x="200" y="27"/>
                  </a:lnTo>
                  <a:lnTo>
                    <a:pt x="218" y="7"/>
                  </a:lnTo>
                  <a:lnTo>
                    <a:pt x="228" y="0"/>
                  </a:lnTo>
                  <a:lnTo>
                    <a:pt x="243" y="0"/>
                  </a:lnTo>
                  <a:lnTo>
                    <a:pt x="261" y="25"/>
                  </a:lnTo>
                  <a:lnTo>
                    <a:pt x="308" y="89"/>
                  </a:lnTo>
                  <a:lnTo>
                    <a:pt x="314" y="99"/>
                  </a:lnTo>
                  <a:lnTo>
                    <a:pt x="397" y="213"/>
                  </a:lnTo>
                  <a:lnTo>
                    <a:pt x="424" y="320"/>
                  </a:lnTo>
                  <a:lnTo>
                    <a:pt x="428" y="328"/>
                  </a:lnTo>
                  <a:lnTo>
                    <a:pt x="429" y="336"/>
                  </a:lnTo>
                  <a:lnTo>
                    <a:pt x="430" y="345"/>
                  </a:lnTo>
                  <a:lnTo>
                    <a:pt x="433" y="358"/>
                  </a:lnTo>
                  <a:lnTo>
                    <a:pt x="435" y="365"/>
                  </a:lnTo>
                  <a:lnTo>
                    <a:pt x="431" y="373"/>
                  </a:lnTo>
                  <a:lnTo>
                    <a:pt x="415" y="410"/>
                  </a:lnTo>
                  <a:lnTo>
                    <a:pt x="409" y="414"/>
                  </a:lnTo>
                  <a:lnTo>
                    <a:pt x="404" y="417"/>
                  </a:lnTo>
                  <a:lnTo>
                    <a:pt x="374" y="434"/>
                  </a:lnTo>
                  <a:lnTo>
                    <a:pt x="359" y="442"/>
                  </a:lnTo>
                  <a:lnTo>
                    <a:pt x="339" y="453"/>
                  </a:lnTo>
                  <a:lnTo>
                    <a:pt x="333" y="456"/>
                  </a:lnTo>
                  <a:lnTo>
                    <a:pt x="303" y="472"/>
                  </a:lnTo>
                  <a:lnTo>
                    <a:pt x="262" y="491"/>
                  </a:lnTo>
                  <a:lnTo>
                    <a:pt x="257" y="492"/>
                  </a:lnTo>
                  <a:lnTo>
                    <a:pt x="219" y="508"/>
                  </a:lnTo>
                  <a:lnTo>
                    <a:pt x="208" y="51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6985696" y="2193067"/>
              <a:ext cx="715" cy="734"/>
            </a:xfrm>
            <a:custGeom>
              <a:avLst/>
              <a:pathLst>
                <a:path w="715" h="734">
                  <a:moveTo>
                    <a:pt x="164" y="734"/>
                  </a:moveTo>
                  <a:lnTo>
                    <a:pt x="136" y="733"/>
                  </a:lnTo>
                  <a:lnTo>
                    <a:pt x="45" y="688"/>
                  </a:lnTo>
                  <a:lnTo>
                    <a:pt x="16" y="644"/>
                  </a:lnTo>
                  <a:lnTo>
                    <a:pt x="0" y="581"/>
                  </a:lnTo>
                  <a:lnTo>
                    <a:pt x="32" y="353"/>
                  </a:lnTo>
                  <a:lnTo>
                    <a:pt x="39" y="330"/>
                  </a:lnTo>
                  <a:lnTo>
                    <a:pt x="62" y="288"/>
                  </a:lnTo>
                  <a:lnTo>
                    <a:pt x="81" y="274"/>
                  </a:lnTo>
                  <a:lnTo>
                    <a:pt x="120" y="231"/>
                  </a:lnTo>
                  <a:lnTo>
                    <a:pt x="153" y="166"/>
                  </a:lnTo>
                  <a:lnTo>
                    <a:pt x="156" y="139"/>
                  </a:lnTo>
                  <a:lnTo>
                    <a:pt x="157" y="109"/>
                  </a:lnTo>
                  <a:lnTo>
                    <a:pt x="142" y="46"/>
                  </a:lnTo>
                  <a:lnTo>
                    <a:pt x="145" y="31"/>
                  </a:lnTo>
                  <a:lnTo>
                    <a:pt x="192" y="0"/>
                  </a:lnTo>
                  <a:lnTo>
                    <a:pt x="256" y="121"/>
                  </a:lnTo>
                  <a:lnTo>
                    <a:pt x="262" y="145"/>
                  </a:lnTo>
                  <a:lnTo>
                    <a:pt x="485" y="226"/>
                  </a:lnTo>
                  <a:lnTo>
                    <a:pt x="715" y="450"/>
                  </a:lnTo>
                  <a:lnTo>
                    <a:pt x="715" y="534"/>
                  </a:lnTo>
                  <a:lnTo>
                    <a:pt x="689" y="560"/>
                  </a:lnTo>
                  <a:lnTo>
                    <a:pt x="567" y="589"/>
                  </a:lnTo>
                  <a:lnTo>
                    <a:pt x="334" y="613"/>
                  </a:lnTo>
                  <a:lnTo>
                    <a:pt x="284" y="662"/>
                  </a:lnTo>
                  <a:lnTo>
                    <a:pt x="164" y="7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6989391" y="2193306"/>
              <a:ext cx="412" cy="332"/>
            </a:xfrm>
            <a:custGeom>
              <a:avLst/>
              <a:pathLst>
                <a:path w="412" h="332">
                  <a:moveTo>
                    <a:pt x="261" y="5"/>
                  </a:moveTo>
                  <a:lnTo>
                    <a:pt x="265" y="9"/>
                  </a:lnTo>
                  <a:lnTo>
                    <a:pt x="347" y="14"/>
                  </a:lnTo>
                  <a:lnTo>
                    <a:pt x="351" y="14"/>
                  </a:lnTo>
                  <a:lnTo>
                    <a:pt x="390" y="54"/>
                  </a:lnTo>
                  <a:lnTo>
                    <a:pt x="397" y="66"/>
                  </a:lnTo>
                  <a:lnTo>
                    <a:pt x="412" y="93"/>
                  </a:lnTo>
                  <a:lnTo>
                    <a:pt x="411" y="115"/>
                  </a:lnTo>
                  <a:lnTo>
                    <a:pt x="377" y="148"/>
                  </a:lnTo>
                  <a:lnTo>
                    <a:pt x="340" y="167"/>
                  </a:lnTo>
                  <a:lnTo>
                    <a:pt x="300" y="165"/>
                  </a:lnTo>
                  <a:lnTo>
                    <a:pt x="286" y="165"/>
                  </a:lnTo>
                  <a:lnTo>
                    <a:pt x="208" y="243"/>
                  </a:lnTo>
                  <a:lnTo>
                    <a:pt x="178" y="283"/>
                  </a:lnTo>
                  <a:lnTo>
                    <a:pt x="143" y="332"/>
                  </a:lnTo>
                  <a:lnTo>
                    <a:pt x="108" y="308"/>
                  </a:lnTo>
                  <a:lnTo>
                    <a:pt x="90" y="298"/>
                  </a:lnTo>
                  <a:lnTo>
                    <a:pt x="62" y="281"/>
                  </a:lnTo>
                  <a:lnTo>
                    <a:pt x="42" y="265"/>
                  </a:lnTo>
                  <a:lnTo>
                    <a:pt x="22" y="241"/>
                  </a:lnTo>
                  <a:lnTo>
                    <a:pt x="14" y="237"/>
                  </a:lnTo>
                  <a:lnTo>
                    <a:pt x="8" y="236"/>
                  </a:lnTo>
                  <a:lnTo>
                    <a:pt x="0" y="228"/>
                  </a:lnTo>
                  <a:lnTo>
                    <a:pt x="10" y="201"/>
                  </a:lnTo>
                  <a:lnTo>
                    <a:pt x="132" y="0"/>
                  </a:lnTo>
                  <a:lnTo>
                    <a:pt x="143" y="0"/>
                  </a:lnTo>
                  <a:lnTo>
                    <a:pt x="155" y="3"/>
                  </a:lnTo>
                  <a:lnTo>
                    <a:pt x="179" y="4"/>
                  </a:lnTo>
                  <a:lnTo>
                    <a:pt x="218" y="6"/>
                  </a:lnTo>
                  <a:lnTo>
                    <a:pt x="244" y="7"/>
                  </a:lnTo>
                  <a:lnTo>
                    <a:pt x="251" y="3"/>
                  </a:lnTo>
                  <a:lnTo>
                    <a:pt x="257" y="3"/>
                  </a:lnTo>
                  <a:lnTo>
                    <a:pt x="261" y="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6988558" y="2193053"/>
              <a:ext cx="433" cy="614"/>
            </a:xfrm>
            <a:custGeom>
              <a:avLst/>
              <a:pathLst>
                <a:path w="433" h="614">
                  <a:moveTo>
                    <a:pt x="418" y="197"/>
                  </a:moveTo>
                  <a:lnTo>
                    <a:pt x="342" y="328"/>
                  </a:lnTo>
                  <a:lnTo>
                    <a:pt x="307" y="451"/>
                  </a:lnTo>
                  <a:lnTo>
                    <a:pt x="303" y="505"/>
                  </a:lnTo>
                  <a:lnTo>
                    <a:pt x="260" y="589"/>
                  </a:lnTo>
                  <a:lnTo>
                    <a:pt x="241" y="614"/>
                  </a:lnTo>
                  <a:lnTo>
                    <a:pt x="233" y="614"/>
                  </a:lnTo>
                  <a:lnTo>
                    <a:pt x="203" y="598"/>
                  </a:lnTo>
                  <a:lnTo>
                    <a:pt x="186" y="583"/>
                  </a:lnTo>
                  <a:lnTo>
                    <a:pt x="132" y="518"/>
                  </a:lnTo>
                  <a:lnTo>
                    <a:pt x="126" y="508"/>
                  </a:lnTo>
                  <a:lnTo>
                    <a:pt x="122" y="461"/>
                  </a:lnTo>
                  <a:lnTo>
                    <a:pt x="130" y="418"/>
                  </a:lnTo>
                  <a:lnTo>
                    <a:pt x="141" y="383"/>
                  </a:lnTo>
                  <a:lnTo>
                    <a:pt x="161" y="201"/>
                  </a:lnTo>
                  <a:lnTo>
                    <a:pt x="138" y="212"/>
                  </a:lnTo>
                  <a:lnTo>
                    <a:pt x="45" y="245"/>
                  </a:lnTo>
                  <a:lnTo>
                    <a:pt x="26" y="248"/>
                  </a:lnTo>
                  <a:lnTo>
                    <a:pt x="0" y="149"/>
                  </a:lnTo>
                  <a:lnTo>
                    <a:pt x="2" y="115"/>
                  </a:lnTo>
                  <a:lnTo>
                    <a:pt x="18" y="74"/>
                  </a:lnTo>
                  <a:lnTo>
                    <a:pt x="36" y="41"/>
                  </a:lnTo>
                  <a:lnTo>
                    <a:pt x="69" y="0"/>
                  </a:lnTo>
                  <a:lnTo>
                    <a:pt x="250" y="32"/>
                  </a:lnTo>
                  <a:lnTo>
                    <a:pt x="380" y="115"/>
                  </a:lnTo>
                  <a:lnTo>
                    <a:pt x="418" y="123"/>
                  </a:lnTo>
                  <a:lnTo>
                    <a:pt x="425" y="129"/>
                  </a:lnTo>
                  <a:lnTo>
                    <a:pt x="433" y="138"/>
                  </a:lnTo>
                  <a:lnTo>
                    <a:pt x="433" y="143"/>
                  </a:lnTo>
                  <a:lnTo>
                    <a:pt x="430" y="160"/>
                  </a:lnTo>
                  <a:lnTo>
                    <a:pt x="426" y="169"/>
                  </a:lnTo>
                  <a:lnTo>
                    <a:pt x="423" y="177"/>
                  </a:lnTo>
                  <a:lnTo>
                    <a:pt x="418" y="19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6987917" y="2192514"/>
              <a:ext cx="376" cy="422"/>
            </a:xfrm>
            <a:custGeom>
              <a:avLst/>
              <a:pathLst>
                <a:path w="376" h="422">
                  <a:moveTo>
                    <a:pt x="323" y="422"/>
                  </a:moveTo>
                  <a:lnTo>
                    <a:pt x="168" y="419"/>
                  </a:lnTo>
                  <a:lnTo>
                    <a:pt x="49" y="319"/>
                  </a:lnTo>
                  <a:lnTo>
                    <a:pt x="36" y="299"/>
                  </a:lnTo>
                  <a:lnTo>
                    <a:pt x="11" y="240"/>
                  </a:lnTo>
                  <a:lnTo>
                    <a:pt x="0" y="57"/>
                  </a:lnTo>
                  <a:lnTo>
                    <a:pt x="0" y="27"/>
                  </a:lnTo>
                  <a:lnTo>
                    <a:pt x="7" y="20"/>
                  </a:lnTo>
                  <a:lnTo>
                    <a:pt x="110" y="11"/>
                  </a:lnTo>
                  <a:lnTo>
                    <a:pt x="125" y="0"/>
                  </a:lnTo>
                  <a:lnTo>
                    <a:pt x="142" y="1"/>
                  </a:lnTo>
                  <a:lnTo>
                    <a:pt x="164" y="19"/>
                  </a:lnTo>
                  <a:lnTo>
                    <a:pt x="170" y="25"/>
                  </a:lnTo>
                  <a:lnTo>
                    <a:pt x="363" y="261"/>
                  </a:lnTo>
                  <a:lnTo>
                    <a:pt x="376" y="326"/>
                  </a:lnTo>
                  <a:lnTo>
                    <a:pt x="373" y="334"/>
                  </a:lnTo>
                  <a:lnTo>
                    <a:pt x="332" y="408"/>
                  </a:lnTo>
                  <a:lnTo>
                    <a:pt x="323" y="4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6977204" y="2190791"/>
              <a:ext cx="448" cy="408"/>
            </a:xfrm>
            <a:custGeom>
              <a:avLst/>
              <a:pathLst>
                <a:path w="448" h="408">
                  <a:moveTo>
                    <a:pt x="396" y="407"/>
                  </a:moveTo>
                  <a:lnTo>
                    <a:pt x="379" y="408"/>
                  </a:lnTo>
                  <a:lnTo>
                    <a:pt x="115" y="317"/>
                  </a:lnTo>
                  <a:lnTo>
                    <a:pt x="59" y="276"/>
                  </a:lnTo>
                  <a:lnTo>
                    <a:pt x="3" y="187"/>
                  </a:lnTo>
                  <a:lnTo>
                    <a:pt x="0" y="180"/>
                  </a:lnTo>
                  <a:lnTo>
                    <a:pt x="21" y="96"/>
                  </a:lnTo>
                  <a:lnTo>
                    <a:pt x="50" y="25"/>
                  </a:lnTo>
                  <a:lnTo>
                    <a:pt x="55" y="16"/>
                  </a:lnTo>
                  <a:lnTo>
                    <a:pt x="100" y="0"/>
                  </a:lnTo>
                  <a:lnTo>
                    <a:pt x="146" y="0"/>
                  </a:lnTo>
                  <a:lnTo>
                    <a:pt x="235" y="21"/>
                  </a:lnTo>
                  <a:lnTo>
                    <a:pt x="273" y="45"/>
                  </a:lnTo>
                  <a:lnTo>
                    <a:pt x="436" y="258"/>
                  </a:lnTo>
                  <a:lnTo>
                    <a:pt x="443" y="269"/>
                  </a:lnTo>
                  <a:lnTo>
                    <a:pt x="448" y="325"/>
                  </a:lnTo>
                  <a:lnTo>
                    <a:pt x="424" y="399"/>
                  </a:lnTo>
                  <a:lnTo>
                    <a:pt x="408" y="406"/>
                  </a:lnTo>
                  <a:lnTo>
                    <a:pt x="396" y="40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6997378" y="2192439"/>
              <a:ext cx="3909" cy="2053"/>
            </a:xfrm>
            <a:custGeom>
              <a:avLst/>
              <a:pathLst>
                <a:path w="3909" h="2053">
                  <a:moveTo>
                    <a:pt x="3881" y="38"/>
                  </a:moveTo>
                  <a:lnTo>
                    <a:pt x="3905" y="97"/>
                  </a:lnTo>
                  <a:lnTo>
                    <a:pt x="3909" y="124"/>
                  </a:lnTo>
                  <a:lnTo>
                    <a:pt x="3909" y="130"/>
                  </a:lnTo>
                  <a:lnTo>
                    <a:pt x="3903" y="150"/>
                  </a:lnTo>
                  <a:lnTo>
                    <a:pt x="3871" y="264"/>
                  </a:lnTo>
                  <a:lnTo>
                    <a:pt x="3859" y="294"/>
                  </a:lnTo>
                  <a:lnTo>
                    <a:pt x="3855" y="306"/>
                  </a:lnTo>
                  <a:lnTo>
                    <a:pt x="3485" y="400"/>
                  </a:lnTo>
                  <a:lnTo>
                    <a:pt x="3402" y="623"/>
                  </a:lnTo>
                  <a:lnTo>
                    <a:pt x="3348" y="766"/>
                  </a:lnTo>
                  <a:lnTo>
                    <a:pt x="3341" y="782"/>
                  </a:lnTo>
                  <a:lnTo>
                    <a:pt x="3332" y="808"/>
                  </a:lnTo>
                  <a:lnTo>
                    <a:pt x="3326" y="822"/>
                  </a:lnTo>
                  <a:lnTo>
                    <a:pt x="3300" y="892"/>
                  </a:lnTo>
                  <a:lnTo>
                    <a:pt x="3266" y="971"/>
                  </a:lnTo>
                  <a:lnTo>
                    <a:pt x="2993" y="1136"/>
                  </a:lnTo>
                  <a:lnTo>
                    <a:pt x="2988" y="1144"/>
                  </a:lnTo>
                  <a:lnTo>
                    <a:pt x="2978" y="1152"/>
                  </a:lnTo>
                  <a:lnTo>
                    <a:pt x="2950" y="1164"/>
                  </a:lnTo>
                  <a:lnTo>
                    <a:pt x="2930" y="1172"/>
                  </a:lnTo>
                  <a:lnTo>
                    <a:pt x="2869" y="1206"/>
                  </a:lnTo>
                  <a:lnTo>
                    <a:pt x="2862" y="1209"/>
                  </a:lnTo>
                  <a:lnTo>
                    <a:pt x="2798" y="1211"/>
                  </a:lnTo>
                  <a:lnTo>
                    <a:pt x="2789" y="1210"/>
                  </a:lnTo>
                  <a:lnTo>
                    <a:pt x="2781" y="1208"/>
                  </a:lnTo>
                  <a:lnTo>
                    <a:pt x="2780" y="1204"/>
                  </a:lnTo>
                  <a:lnTo>
                    <a:pt x="2780" y="1198"/>
                  </a:lnTo>
                  <a:lnTo>
                    <a:pt x="2779" y="1191"/>
                  </a:lnTo>
                  <a:lnTo>
                    <a:pt x="2776" y="1183"/>
                  </a:lnTo>
                  <a:lnTo>
                    <a:pt x="2772" y="1177"/>
                  </a:lnTo>
                  <a:lnTo>
                    <a:pt x="2767" y="1173"/>
                  </a:lnTo>
                  <a:lnTo>
                    <a:pt x="2759" y="1171"/>
                  </a:lnTo>
                  <a:lnTo>
                    <a:pt x="2753" y="1172"/>
                  </a:lnTo>
                  <a:lnTo>
                    <a:pt x="2741" y="1177"/>
                  </a:lnTo>
                  <a:lnTo>
                    <a:pt x="2734" y="1181"/>
                  </a:lnTo>
                  <a:lnTo>
                    <a:pt x="2731" y="1184"/>
                  </a:lnTo>
                  <a:lnTo>
                    <a:pt x="2729" y="1190"/>
                  </a:lnTo>
                  <a:lnTo>
                    <a:pt x="2725" y="1194"/>
                  </a:lnTo>
                  <a:lnTo>
                    <a:pt x="2709" y="1203"/>
                  </a:lnTo>
                  <a:lnTo>
                    <a:pt x="2698" y="1213"/>
                  </a:lnTo>
                  <a:lnTo>
                    <a:pt x="2690" y="1214"/>
                  </a:lnTo>
                  <a:lnTo>
                    <a:pt x="2682" y="1214"/>
                  </a:lnTo>
                  <a:lnTo>
                    <a:pt x="2637" y="1206"/>
                  </a:lnTo>
                  <a:lnTo>
                    <a:pt x="2625" y="1203"/>
                  </a:lnTo>
                  <a:lnTo>
                    <a:pt x="2506" y="1180"/>
                  </a:lnTo>
                  <a:lnTo>
                    <a:pt x="2403" y="1174"/>
                  </a:lnTo>
                  <a:lnTo>
                    <a:pt x="2394" y="1176"/>
                  </a:lnTo>
                  <a:lnTo>
                    <a:pt x="2364" y="1180"/>
                  </a:lnTo>
                  <a:lnTo>
                    <a:pt x="2183" y="1265"/>
                  </a:lnTo>
                  <a:lnTo>
                    <a:pt x="2149" y="1281"/>
                  </a:lnTo>
                  <a:lnTo>
                    <a:pt x="2145" y="1291"/>
                  </a:lnTo>
                  <a:lnTo>
                    <a:pt x="2135" y="1307"/>
                  </a:lnTo>
                  <a:lnTo>
                    <a:pt x="2135" y="1312"/>
                  </a:lnTo>
                  <a:lnTo>
                    <a:pt x="2148" y="1331"/>
                  </a:lnTo>
                  <a:lnTo>
                    <a:pt x="2154" y="1338"/>
                  </a:lnTo>
                  <a:lnTo>
                    <a:pt x="2155" y="1344"/>
                  </a:lnTo>
                  <a:lnTo>
                    <a:pt x="2153" y="1349"/>
                  </a:lnTo>
                  <a:lnTo>
                    <a:pt x="2145" y="1357"/>
                  </a:lnTo>
                  <a:lnTo>
                    <a:pt x="2137" y="1362"/>
                  </a:lnTo>
                  <a:lnTo>
                    <a:pt x="2112" y="1369"/>
                  </a:lnTo>
                  <a:lnTo>
                    <a:pt x="2093" y="1373"/>
                  </a:lnTo>
                  <a:lnTo>
                    <a:pt x="2057" y="1372"/>
                  </a:lnTo>
                  <a:lnTo>
                    <a:pt x="2028" y="1371"/>
                  </a:lnTo>
                  <a:lnTo>
                    <a:pt x="2002" y="1372"/>
                  </a:lnTo>
                  <a:lnTo>
                    <a:pt x="1992" y="1371"/>
                  </a:lnTo>
                  <a:lnTo>
                    <a:pt x="1982" y="1372"/>
                  </a:lnTo>
                  <a:lnTo>
                    <a:pt x="1814" y="1462"/>
                  </a:lnTo>
                  <a:lnTo>
                    <a:pt x="1765" y="1508"/>
                  </a:lnTo>
                  <a:lnTo>
                    <a:pt x="1711" y="1548"/>
                  </a:lnTo>
                  <a:lnTo>
                    <a:pt x="1697" y="1555"/>
                  </a:lnTo>
                  <a:lnTo>
                    <a:pt x="1657" y="1565"/>
                  </a:lnTo>
                  <a:lnTo>
                    <a:pt x="1614" y="1564"/>
                  </a:lnTo>
                  <a:lnTo>
                    <a:pt x="1595" y="1564"/>
                  </a:lnTo>
                  <a:lnTo>
                    <a:pt x="1572" y="1560"/>
                  </a:lnTo>
                  <a:lnTo>
                    <a:pt x="1563" y="1558"/>
                  </a:lnTo>
                  <a:lnTo>
                    <a:pt x="1555" y="1559"/>
                  </a:lnTo>
                  <a:lnTo>
                    <a:pt x="1520" y="1571"/>
                  </a:lnTo>
                  <a:lnTo>
                    <a:pt x="1514" y="1575"/>
                  </a:lnTo>
                  <a:lnTo>
                    <a:pt x="1508" y="1575"/>
                  </a:lnTo>
                  <a:lnTo>
                    <a:pt x="1498" y="1571"/>
                  </a:lnTo>
                  <a:lnTo>
                    <a:pt x="1485" y="1564"/>
                  </a:lnTo>
                  <a:lnTo>
                    <a:pt x="1456" y="1561"/>
                  </a:lnTo>
                  <a:lnTo>
                    <a:pt x="1450" y="1558"/>
                  </a:lnTo>
                  <a:lnTo>
                    <a:pt x="1449" y="1551"/>
                  </a:lnTo>
                  <a:lnTo>
                    <a:pt x="1448" y="1542"/>
                  </a:lnTo>
                  <a:lnTo>
                    <a:pt x="1441" y="1538"/>
                  </a:lnTo>
                  <a:lnTo>
                    <a:pt x="1427" y="1536"/>
                  </a:lnTo>
                  <a:lnTo>
                    <a:pt x="1421" y="1536"/>
                  </a:lnTo>
                  <a:lnTo>
                    <a:pt x="1409" y="1542"/>
                  </a:lnTo>
                  <a:lnTo>
                    <a:pt x="1400" y="1549"/>
                  </a:lnTo>
                  <a:lnTo>
                    <a:pt x="1383" y="1555"/>
                  </a:lnTo>
                  <a:lnTo>
                    <a:pt x="1319" y="1569"/>
                  </a:lnTo>
                  <a:lnTo>
                    <a:pt x="1288" y="1579"/>
                  </a:lnTo>
                  <a:lnTo>
                    <a:pt x="1280" y="1582"/>
                  </a:lnTo>
                  <a:lnTo>
                    <a:pt x="1276" y="1584"/>
                  </a:lnTo>
                  <a:lnTo>
                    <a:pt x="1233" y="1593"/>
                  </a:lnTo>
                  <a:lnTo>
                    <a:pt x="1226" y="1591"/>
                  </a:lnTo>
                  <a:lnTo>
                    <a:pt x="1206" y="1587"/>
                  </a:lnTo>
                  <a:lnTo>
                    <a:pt x="1189" y="1584"/>
                  </a:lnTo>
                  <a:lnTo>
                    <a:pt x="1181" y="1585"/>
                  </a:lnTo>
                  <a:lnTo>
                    <a:pt x="1175" y="1588"/>
                  </a:lnTo>
                  <a:lnTo>
                    <a:pt x="1172" y="1599"/>
                  </a:lnTo>
                  <a:lnTo>
                    <a:pt x="1170" y="1607"/>
                  </a:lnTo>
                  <a:lnTo>
                    <a:pt x="1151" y="1627"/>
                  </a:lnTo>
                  <a:lnTo>
                    <a:pt x="1149" y="1631"/>
                  </a:lnTo>
                  <a:lnTo>
                    <a:pt x="1144" y="1637"/>
                  </a:lnTo>
                  <a:lnTo>
                    <a:pt x="1139" y="1640"/>
                  </a:lnTo>
                  <a:lnTo>
                    <a:pt x="1045" y="1696"/>
                  </a:lnTo>
                  <a:lnTo>
                    <a:pt x="1025" y="1708"/>
                  </a:lnTo>
                  <a:lnTo>
                    <a:pt x="1007" y="1711"/>
                  </a:lnTo>
                  <a:lnTo>
                    <a:pt x="988" y="1715"/>
                  </a:lnTo>
                  <a:lnTo>
                    <a:pt x="977" y="1719"/>
                  </a:lnTo>
                  <a:lnTo>
                    <a:pt x="964" y="1720"/>
                  </a:lnTo>
                  <a:lnTo>
                    <a:pt x="947" y="1724"/>
                  </a:lnTo>
                  <a:lnTo>
                    <a:pt x="896" y="1734"/>
                  </a:lnTo>
                  <a:lnTo>
                    <a:pt x="855" y="1731"/>
                  </a:lnTo>
                  <a:lnTo>
                    <a:pt x="848" y="1727"/>
                  </a:lnTo>
                  <a:lnTo>
                    <a:pt x="840" y="1724"/>
                  </a:lnTo>
                  <a:lnTo>
                    <a:pt x="792" y="1728"/>
                  </a:lnTo>
                  <a:lnTo>
                    <a:pt x="771" y="1731"/>
                  </a:lnTo>
                  <a:lnTo>
                    <a:pt x="747" y="1732"/>
                  </a:lnTo>
                  <a:lnTo>
                    <a:pt x="742" y="1734"/>
                  </a:lnTo>
                  <a:lnTo>
                    <a:pt x="665" y="1756"/>
                  </a:lnTo>
                  <a:lnTo>
                    <a:pt x="647" y="1768"/>
                  </a:lnTo>
                  <a:lnTo>
                    <a:pt x="647" y="1778"/>
                  </a:lnTo>
                  <a:lnTo>
                    <a:pt x="644" y="1787"/>
                  </a:lnTo>
                  <a:lnTo>
                    <a:pt x="636" y="1797"/>
                  </a:lnTo>
                  <a:lnTo>
                    <a:pt x="625" y="1808"/>
                  </a:lnTo>
                  <a:lnTo>
                    <a:pt x="612" y="1814"/>
                  </a:lnTo>
                  <a:lnTo>
                    <a:pt x="598" y="1815"/>
                  </a:lnTo>
                  <a:lnTo>
                    <a:pt x="589" y="1814"/>
                  </a:lnTo>
                  <a:lnTo>
                    <a:pt x="580" y="1816"/>
                  </a:lnTo>
                  <a:lnTo>
                    <a:pt x="576" y="1817"/>
                  </a:lnTo>
                  <a:lnTo>
                    <a:pt x="560" y="1825"/>
                  </a:lnTo>
                  <a:lnTo>
                    <a:pt x="552" y="1830"/>
                  </a:lnTo>
                  <a:lnTo>
                    <a:pt x="538" y="1838"/>
                  </a:lnTo>
                  <a:lnTo>
                    <a:pt x="505" y="1875"/>
                  </a:lnTo>
                  <a:lnTo>
                    <a:pt x="479" y="1896"/>
                  </a:lnTo>
                  <a:lnTo>
                    <a:pt x="445" y="1924"/>
                  </a:lnTo>
                  <a:lnTo>
                    <a:pt x="439" y="1930"/>
                  </a:lnTo>
                  <a:lnTo>
                    <a:pt x="434" y="1936"/>
                  </a:lnTo>
                  <a:lnTo>
                    <a:pt x="430" y="1938"/>
                  </a:lnTo>
                  <a:lnTo>
                    <a:pt x="395" y="1983"/>
                  </a:lnTo>
                  <a:lnTo>
                    <a:pt x="374" y="2041"/>
                  </a:lnTo>
                  <a:lnTo>
                    <a:pt x="370" y="2044"/>
                  </a:lnTo>
                  <a:lnTo>
                    <a:pt x="348" y="2043"/>
                  </a:lnTo>
                  <a:lnTo>
                    <a:pt x="340" y="2041"/>
                  </a:lnTo>
                  <a:lnTo>
                    <a:pt x="331" y="2041"/>
                  </a:lnTo>
                  <a:lnTo>
                    <a:pt x="322" y="2042"/>
                  </a:lnTo>
                  <a:lnTo>
                    <a:pt x="308" y="2050"/>
                  </a:lnTo>
                  <a:lnTo>
                    <a:pt x="259" y="2053"/>
                  </a:lnTo>
                  <a:lnTo>
                    <a:pt x="230" y="2042"/>
                  </a:lnTo>
                  <a:lnTo>
                    <a:pt x="200" y="2017"/>
                  </a:lnTo>
                  <a:lnTo>
                    <a:pt x="174" y="2004"/>
                  </a:lnTo>
                  <a:lnTo>
                    <a:pt x="103" y="1984"/>
                  </a:lnTo>
                  <a:lnTo>
                    <a:pt x="2" y="1934"/>
                  </a:lnTo>
                  <a:lnTo>
                    <a:pt x="0" y="1917"/>
                  </a:lnTo>
                  <a:lnTo>
                    <a:pt x="23" y="1786"/>
                  </a:lnTo>
                  <a:lnTo>
                    <a:pt x="24" y="1781"/>
                  </a:lnTo>
                  <a:lnTo>
                    <a:pt x="178" y="1609"/>
                  </a:lnTo>
                  <a:lnTo>
                    <a:pt x="240" y="1551"/>
                  </a:lnTo>
                  <a:lnTo>
                    <a:pt x="253" y="1548"/>
                  </a:lnTo>
                  <a:lnTo>
                    <a:pt x="293" y="1537"/>
                  </a:lnTo>
                  <a:lnTo>
                    <a:pt x="307" y="1527"/>
                  </a:lnTo>
                  <a:lnTo>
                    <a:pt x="444" y="1475"/>
                  </a:lnTo>
                  <a:lnTo>
                    <a:pt x="461" y="1472"/>
                  </a:lnTo>
                  <a:lnTo>
                    <a:pt x="504" y="1461"/>
                  </a:lnTo>
                  <a:lnTo>
                    <a:pt x="521" y="1452"/>
                  </a:lnTo>
                  <a:lnTo>
                    <a:pt x="529" y="1442"/>
                  </a:lnTo>
                  <a:lnTo>
                    <a:pt x="532" y="1432"/>
                  </a:lnTo>
                  <a:lnTo>
                    <a:pt x="550" y="1399"/>
                  </a:lnTo>
                  <a:lnTo>
                    <a:pt x="590" y="1339"/>
                  </a:lnTo>
                  <a:lnTo>
                    <a:pt x="604" y="1329"/>
                  </a:lnTo>
                  <a:lnTo>
                    <a:pt x="614" y="1324"/>
                  </a:lnTo>
                  <a:lnTo>
                    <a:pt x="621" y="1321"/>
                  </a:lnTo>
                  <a:lnTo>
                    <a:pt x="626" y="1314"/>
                  </a:lnTo>
                  <a:lnTo>
                    <a:pt x="633" y="1309"/>
                  </a:lnTo>
                  <a:lnTo>
                    <a:pt x="646" y="1304"/>
                  </a:lnTo>
                  <a:lnTo>
                    <a:pt x="668" y="1296"/>
                  </a:lnTo>
                  <a:lnTo>
                    <a:pt x="733" y="1272"/>
                  </a:lnTo>
                  <a:lnTo>
                    <a:pt x="790" y="1251"/>
                  </a:lnTo>
                  <a:lnTo>
                    <a:pt x="839" y="1238"/>
                  </a:lnTo>
                  <a:lnTo>
                    <a:pt x="932" y="1222"/>
                  </a:lnTo>
                  <a:lnTo>
                    <a:pt x="952" y="1216"/>
                  </a:lnTo>
                  <a:lnTo>
                    <a:pt x="1118" y="1184"/>
                  </a:lnTo>
                  <a:lnTo>
                    <a:pt x="1195" y="1171"/>
                  </a:lnTo>
                  <a:lnTo>
                    <a:pt x="1212" y="1165"/>
                  </a:lnTo>
                  <a:lnTo>
                    <a:pt x="1252" y="1140"/>
                  </a:lnTo>
                  <a:lnTo>
                    <a:pt x="1255" y="1138"/>
                  </a:lnTo>
                  <a:lnTo>
                    <a:pt x="1264" y="1133"/>
                  </a:lnTo>
                  <a:lnTo>
                    <a:pt x="1305" y="1094"/>
                  </a:lnTo>
                  <a:lnTo>
                    <a:pt x="1310" y="1090"/>
                  </a:lnTo>
                  <a:lnTo>
                    <a:pt x="1312" y="1084"/>
                  </a:lnTo>
                  <a:lnTo>
                    <a:pt x="1312" y="1072"/>
                  </a:lnTo>
                  <a:lnTo>
                    <a:pt x="1311" y="1061"/>
                  </a:lnTo>
                  <a:lnTo>
                    <a:pt x="1305" y="1044"/>
                  </a:lnTo>
                  <a:lnTo>
                    <a:pt x="1294" y="1033"/>
                  </a:lnTo>
                  <a:lnTo>
                    <a:pt x="1311" y="1019"/>
                  </a:lnTo>
                  <a:lnTo>
                    <a:pt x="1481" y="993"/>
                  </a:lnTo>
                  <a:lnTo>
                    <a:pt x="1499" y="990"/>
                  </a:lnTo>
                  <a:lnTo>
                    <a:pt x="1521" y="992"/>
                  </a:lnTo>
                  <a:lnTo>
                    <a:pt x="1677" y="1010"/>
                  </a:lnTo>
                  <a:lnTo>
                    <a:pt x="1685" y="1011"/>
                  </a:lnTo>
                  <a:lnTo>
                    <a:pt x="1693" y="1013"/>
                  </a:lnTo>
                  <a:lnTo>
                    <a:pt x="1746" y="1023"/>
                  </a:lnTo>
                  <a:lnTo>
                    <a:pt x="1763" y="1019"/>
                  </a:lnTo>
                  <a:lnTo>
                    <a:pt x="1782" y="1014"/>
                  </a:lnTo>
                  <a:lnTo>
                    <a:pt x="1801" y="1011"/>
                  </a:lnTo>
                  <a:lnTo>
                    <a:pt x="1812" y="1012"/>
                  </a:lnTo>
                  <a:lnTo>
                    <a:pt x="1819" y="1011"/>
                  </a:lnTo>
                  <a:lnTo>
                    <a:pt x="1823" y="1005"/>
                  </a:lnTo>
                  <a:lnTo>
                    <a:pt x="1804" y="955"/>
                  </a:lnTo>
                  <a:lnTo>
                    <a:pt x="1785" y="926"/>
                  </a:lnTo>
                  <a:lnTo>
                    <a:pt x="1931" y="828"/>
                  </a:lnTo>
                  <a:lnTo>
                    <a:pt x="1959" y="812"/>
                  </a:lnTo>
                  <a:lnTo>
                    <a:pt x="2203" y="676"/>
                  </a:lnTo>
                  <a:lnTo>
                    <a:pt x="2253" y="649"/>
                  </a:lnTo>
                  <a:lnTo>
                    <a:pt x="2260" y="644"/>
                  </a:lnTo>
                  <a:lnTo>
                    <a:pt x="2303" y="634"/>
                  </a:lnTo>
                  <a:lnTo>
                    <a:pt x="2314" y="632"/>
                  </a:lnTo>
                  <a:lnTo>
                    <a:pt x="2679" y="622"/>
                  </a:lnTo>
                  <a:lnTo>
                    <a:pt x="3014" y="618"/>
                  </a:lnTo>
                  <a:lnTo>
                    <a:pt x="3072" y="620"/>
                  </a:lnTo>
                  <a:lnTo>
                    <a:pt x="3147" y="610"/>
                  </a:lnTo>
                  <a:lnTo>
                    <a:pt x="3156" y="605"/>
                  </a:lnTo>
                  <a:lnTo>
                    <a:pt x="3172" y="593"/>
                  </a:lnTo>
                  <a:lnTo>
                    <a:pt x="3373" y="391"/>
                  </a:lnTo>
                  <a:lnTo>
                    <a:pt x="3378" y="387"/>
                  </a:lnTo>
                  <a:lnTo>
                    <a:pt x="3380" y="383"/>
                  </a:lnTo>
                  <a:lnTo>
                    <a:pt x="3380" y="377"/>
                  </a:lnTo>
                  <a:lnTo>
                    <a:pt x="3380" y="371"/>
                  </a:lnTo>
                  <a:lnTo>
                    <a:pt x="3379" y="367"/>
                  </a:lnTo>
                  <a:lnTo>
                    <a:pt x="3375" y="361"/>
                  </a:lnTo>
                  <a:lnTo>
                    <a:pt x="3323" y="294"/>
                  </a:lnTo>
                  <a:lnTo>
                    <a:pt x="3319" y="292"/>
                  </a:lnTo>
                  <a:lnTo>
                    <a:pt x="3314" y="291"/>
                  </a:lnTo>
                  <a:lnTo>
                    <a:pt x="3304" y="290"/>
                  </a:lnTo>
                  <a:lnTo>
                    <a:pt x="3288" y="287"/>
                  </a:lnTo>
                  <a:lnTo>
                    <a:pt x="3270" y="283"/>
                  </a:lnTo>
                  <a:lnTo>
                    <a:pt x="3257" y="275"/>
                  </a:lnTo>
                  <a:lnTo>
                    <a:pt x="3185" y="204"/>
                  </a:lnTo>
                  <a:lnTo>
                    <a:pt x="3190" y="185"/>
                  </a:lnTo>
                  <a:lnTo>
                    <a:pt x="3215" y="163"/>
                  </a:lnTo>
                  <a:lnTo>
                    <a:pt x="3231" y="148"/>
                  </a:lnTo>
                  <a:lnTo>
                    <a:pt x="3254" y="136"/>
                  </a:lnTo>
                  <a:lnTo>
                    <a:pt x="3273" y="128"/>
                  </a:lnTo>
                  <a:lnTo>
                    <a:pt x="3282" y="123"/>
                  </a:lnTo>
                  <a:lnTo>
                    <a:pt x="3323" y="102"/>
                  </a:lnTo>
                  <a:lnTo>
                    <a:pt x="3347" y="91"/>
                  </a:lnTo>
                  <a:lnTo>
                    <a:pt x="3370" y="86"/>
                  </a:lnTo>
                  <a:lnTo>
                    <a:pt x="3398" y="79"/>
                  </a:lnTo>
                  <a:lnTo>
                    <a:pt x="3414" y="74"/>
                  </a:lnTo>
                  <a:lnTo>
                    <a:pt x="3425" y="71"/>
                  </a:lnTo>
                  <a:lnTo>
                    <a:pt x="3432" y="71"/>
                  </a:lnTo>
                  <a:lnTo>
                    <a:pt x="3470" y="51"/>
                  </a:lnTo>
                  <a:lnTo>
                    <a:pt x="3486" y="43"/>
                  </a:lnTo>
                  <a:lnTo>
                    <a:pt x="3496" y="36"/>
                  </a:lnTo>
                  <a:lnTo>
                    <a:pt x="3526" y="20"/>
                  </a:lnTo>
                  <a:lnTo>
                    <a:pt x="3584" y="16"/>
                  </a:lnTo>
                  <a:lnTo>
                    <a:pt x="3604" y="24"/>
                  </a:lnTo>
                  <a:lnTo>
                    <a:pt x="3612" y="27"/>
                  </a:lnTo>
                  <a:lnTo>
                    <a:pt x="3637" y="27"/>
                  </a:lnTo>
                  <a:lnTo>
                    <a:pt x="3657" y="22"/>
                  </a:lnTo>
                  <a:lnTo>
                    <a:pt x="3662" y="23"/>
                  </a:lnTo>
                  <a:lnTo>
                    <a:pt x="3667" y="22"/>
                  </a:lnTo>
                  <a:lnTo>
                    <a:pt x="3673" y="19"/>
                  </a:lnTo>
                  <a:lnTo>
                    <a:pt x="3695" y="14"/>
                  </a:lnTo>
                  <a:lnTo>
                    <a:pt x="3709" y="13"/>
                  </a:lnTo>
                  <a:lnTo>
                    <a:pt x="3718" y="13"/>
                  </a:lnTo>
                  <a:lnTo>
                    <a:pt x="3731" y="7"/>
                  </a:lnTo>
                  <a:lnTo>
                    <a:pt x="3764" y="0"/>
                  </a:lnTo>
                  <a:lnTo>
                    <a:pt x="3784" y="5"/>
                  </a:lnTo>
                  <a:lnTo>
                    <a:pt x="3876" y="29"/>
                  </a:lnTo>
                  <a:lnTo>
                    <a:pt x="3879" y="32"/>
                  </a:lnTo>
                  <a:lnTo>
                    <a:pt x="3881" y="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6989873" y="2190408"/>
              <a:ext cx="1063" cy="1032"/>
            </a:xfrm>
            <a:custGeom>
              <a:avLst/>
              <a:pathLst>
                <a:path w="1063" h="1032">
                  <a:moveTo>
                    <a:pt x="701" y="13"/>
                  </a:moveTo>
                  <a:lnTo>
                    <a:pt x="955" y="353"/>
                  </a:lnTo>
                  <a:lnTo>
                    <a:pt x="987" y="433"/>
                  </a:lnTo>
                  <a:lnTo>
                    <a:pt x="993" y="444"/>
                  </a:lnTo>
                  <a:lnTo>
                    <a:pt x="997" y="454"/>
                  </a:lnTo>
                  <a:lnTo>
                    <a:pt x="1000" y="467"/>
                  </a:lnTo>
                  <a:lnTo>
                    <a:pt x="1063" y="714"/>
                  </a:lnTo>
                  <a:lnTo>
                    <a:pt x="1052" y="757"/>
                  </a:lnTo>
                  <a:lnTo>
                    <a:pt x="1038" y="803"/>
                  </a:lnTo>
                  <a:lnTo>
                    <a:pt x="987" y="952"/>
                  </a:lnTo>
                  <a:lnTo>
                    <a:pt x="916" y="1028"/>
                  </a:lnTo>
                  <a:lnTo>
                    <a:pt x="912" y="1032"/>
                  </a:lnTo>
                  <a:lnTo>
                    <a:pt x="900" y="1032"/>
                  </a:lnTo>
                  <a:lnTo>
                    <a:pt x="876" y="1032"/>
                  </a:lnTo>
                  <a:lnTo>
                    <a:pt x="861" y="1029"/>
                  </a:lnTo>
                  <a:lnTo>
                    <a:pt x="857" y="1024"/>
                  </a:lnTo>
                  <a:lnTo>
                    <a:pt x="853" y="1016"/>
                  </a:lnTo>
                  <a:lnTo>
                    <a:pt x="849" y="1007"/>
                  </a:lnTo>
                  <a:lnTo>
                    <a:pt x="819" y="981"/>
                  </a:lnTo>
                  <a:lnTo>
                    <a:pt x="806" y="962"/>
                  </a:lnTo>
                  <a:lnTo>
                    <a:pt x="799" y="953"/>
                  </a:lnTo>
                  <a:lnTo>
                    <a:pt x="732" y="864"/>
                  </a:lnTo>
                  <a:lnTo>
                    <a:pt x="727" y="859"/>
                  </a:lnTo>
                  <a:lnTo>
                    <a:pt x="719" y="856"/>
                  </a:lnTo>
                  <a:lnTo>
                    <a:pt x="713" y="857"/>
                  </a:lnTo>
                  <a:lnTo>
                    <a:pt x="666" y="861"/>
                  </a:lnTo>
                  <a:lnTo>
                    <a:pt x="651" y="863"/>
                  </a:lnTo>
                  <a:lnTo>
                    <a:pt x="634" y="874"/>
                  </a:lnTo>
                  <a:lnTo>
                    <a:pt x="626" y="885"/>
                  </a:lnTo>
                  <a:lnTo>
                    <a:pt x="607" y="914"/>
                  </a:lnTo>
                  <a:lnTo>
                    <a:pt x="603" y="917"/>
                  </a:lnTo>
                  <a:lnTo>
                    <a:pt x="598" y="916"/>
                  </a:lnTo>
                  <a:lnTo>
                    <a:pt x="595" y="912"/>
                  </a:lnTo>
                  <a:lnTo>
                    <a:pt x="595" y="904"/>
                  </a:lnTo>
                  <a:lnTo>
                    <a:pt x="592" y="900"/>
                  </a:lnTo>
                  <a:lnTo>
                    <a:pt x="588" y="897"/>
                  </a:lnTo>
                  <a:lnTo>
                    <a:pt x="569" y="884"/>
                  </a:lnTo>
                  <a:lnTo>
                    <a:pt x="562" y="880"/>
                  </a:lnTo>
                  <a:lnTo>
                    <a:pt x="558" y="877"/>
                  </a:lnTo>
                  <a:lnTo>
                    <a:pt x="549" y="866"/>
                  </a:lnTo>
                  <a:lnTo>
                    <a:pt x="252" y="809"/>
                  </a:lnTo>
                  <a:lnTo>
                    <a:pt x="239" y="805"/>
                  </a:lnTo>
                  <a:lnTo>
                    <a:pt x="225" y="793"/>
                  </a:lnTo>
                  <a:lnTo>
                    <a:pt x="131" y="742"/>
                  </a:lnTo>
                  <a:lnTo>
                    <a:pt x="109" y="729"/>
                  </a:lnTo>
                  <a:lnTo>
                    <a:pt x="98" y="709"/>
                  </a:lnTo>
                  <a:lnTo>
                    <a:pt x="92" y="692"/>
                  </a:lnTo>
                  <a:lnTo>
                    <a:pt x="90" y="680"/>
                  </a:lnTo>
                  <a:lnTo>
                    <a:pt x="80" y="661"/>
                  </a:lnTo>
                  <a:lnTo>
                    <a:pt x="53" y="630"/>
                  </a:lnTo>
                  <a:lnTo>
                    <a:pt x="23" y="602"/>
                  </a:lnTo>
                  <a:lnTo>
                    <a:pt x="10" y="585"/>
                  </a:lnTo>
                  <a:lnTo>
                    <a:pt x="0" y="552"/>
                  </a:lnTo>
                  <a:lnTo>
                    <a:pt x="0" y="535"/>
                  </a:lnTo>
                  <a:lnTo>
                    <a:pt x="5" y="381"/>
                  </a:lnTo>
                  <a:lnTo>
                    <a:pt x="66" y="322"/>
                  </a:lnTo>
                  <a:lnTo>
                    <a:pt x="73" y="326"/>
                  </a:lnTo>
                  <a:lnTo>
                    <a:pt x="101" y="341"/>
                  </a:lnTo>
                  <a:lnTo>
                    <a:pt x="122" y="349"/>
                  </a:lnTo>
                  <a:lnTo>
                    <a:pt x="234" y="328"/>
                  </a:lnTo>
                  <a:lnTo>
                    <a:pt x="239" y="326"/>
                  </a:lnTo>
                  <a:lnTo>
                    <a:pt x="254" y="298"/>
                  </a:lnTo>
                  <a:lnTo>
                    <a:pt x="287" y="233"/>
                  </a:lnTo>
                  <a:lnTo>
                    <a:pt x="299" y="183"/>
                  </a:lnTo>
                  <a:lnTo>
                    <a:pt x="316" y="162"/>
                  </a:lnTo>
                  <a:lnTo>
                    <a:pt x="326" y="148"/>
                  </a:lnTo>
                  <a:lnTo>
                    <a:pt x="327" y="139"/>
                  </a:lnTo>
                  <a:lnTo>
                    <a:pt x="328" y="130"/>
                  </a:lnTo>
                  <a:lnTo>
                    <a:pt x="330" y="124"/>
                  </a:lnTo>
                  <a:lnTo>
                    <a:pt x="350" y="102"/>
                  </a:lnTo>
                  <a:lnTo>
                    <a:pt x="368" y="92"/>
                  </a:lnTo>
                  <a:lnTo>
                    <a:pt x="399" y="71"/>
                  </a:lnTo>
                  <a:lnTo>
                    <a:pt x="474" y="43"/>
                  </a:lnTo>
                  <a:lnTo>
                    <a:pt x="483" y="43"/>
                  </a:lnTo>
                  <a:lnTo>
                    <a:pt x="495" y="46"/>
                  </a:lnTo>
                  <a:lnTo>
                    <a:pt x="501" y="56"/>
                  </a:lnTo>
                  <a:lnTo>
                    <a:pt x="503" y="67"/>
                  </a:lnTo>
                  <a:lnTo>
                    <a:pt x="507" y="88"/>
                  </a:lnTo>
                  <a:lnTo>
                    <a:pt x="535" y="107"/>
                  </a:lnTo>
                  <a:lnTo>
                    <a:pt x="542" y="104"/>
                  </a:lnTo>
                  <a:lnTo>
                    <a:pt x="556" y="96"/>
                  </a:lnTo>
                  <a:lnTo>
                    <a:pt x="567" y="89"/>
                  </a:lnTo>
                  <a:lnTo>
                    <a:pt x="602" y="40"/>
                  </a:lnTo>
                  <a:lnTo>
                    <a:pt x="611" y="39"/>
                  </a:lnTo>
                  <a:lnTo>
                    <a:pt x="620" y="37"/>
                  </a:lnTo>
                  <a:lnTo>
                    <a:pt x="630" y="33"/>
                  </a:lnTo>
                  <a:lnTo>
                    <a:pt x="640" y="25"/>
                  </a:lnTo>
                  <a:lnTo>
                    <a:pt x="655" y="6"/>
                  </a:lnTo>
                  <a:lnTo>
                    <a:pt x="662" y="0"/>
                  </a:lnTo>
                  <a:lnTo>
                    <a:pt x="672" y="0"/>
                  </a:lnTo>
                  <a:lnTo>
                    <a:pt x="701" y="1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6984417" y="2189754"/>
              <a:ext cx="628" cy="654"/>
            </a:xfrm>
            <a:custGeom>
              <a:avLst/>
              <a:pathLst>
                <a:path w="628" h="654">
                  <a:moveTo>
                    <a:pt x="287" y="654"/>
                  </a:moveTo>
                  <a:lnTo>
                    <a:pt x="251" y="651"/>
                  </a:lnTo>
                  <a:lnTo>
                    <a:pt x="41" y="603"/>
                  </a:lnTo>
                  <a:lnTo>
                    <a:pt x="27" y="597"/>
                  </a:lnTo>
                  <a:lnTo>
                    <a:pt x="10" y="581"/>
                  </a:lnTo>
                  <a:lnTo>
                    <a:pt x="0" y="530"/>
                  </a:lnTo>
                  <a:lnTo>
                    <a:pt x="140" y="117"/>
                  </a:lnTo>
                  <a:lnTo>
                    <a:pt x="272" y="43"/>
                  </a:lnTo>
                  <a:lnTo>
                    <a:pt x="284" y="29"/>
                  </a:lnTo>
                  <a:lnTo>
                    <a:pt x="325" y="13"/>
                  </a:lnTo>
                  <a:lnTo>
                    <a:pt x="371" y="1"/>
                  </a:lnTo>
                  <a:lnTo>
                    <a:pt x="387" y="0"/>
                  </a:lnTo>
                  <a:lnTo>
                    <a:pt x="508" y="57"/>
                  </a:lnTo>
                  <a:lnTo>
                    <a:pt x="553" y="127"/>
                  </a:lnTo>
                  <a:lnTo>
                    <a:pt x="628" y="260"/>
                  </a:lnTo>
                  <a:lnTo>
                    <a:pt x="613" y="357"/>
                  </a:lnTo>
                  <a:lnTo>
                    <a:pt x="537" y="493"/>
                  </a:lnTo>
                  <a:lnTo>
                    <a:pt x="514" y="514"/>
                  </a:lnTo>
                  <a:lnTo>
                    <a:pt x="376" y="617"/>
                  </a:lnTo>
                  <a:lnTo>
                    <a:pt x="354" y="631"/>
                  </a:lnTo>
                  <a:lnTo>
                    <a:pt x="287" y="65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6977493" y="2188940"/>
              <a:ext cx="503" cy="374"/>
            </a:xfrm>
            <a:custGeom>
              <a:avLst/>
              <a:pathLst>
                <a:path w="503" h="374">
                  <a:moveTo>
                    <a:pt x="480" y="26"/>
                  </a:moveTo>
                  <a:lnTo>
                    <a:pt x="503" y="137"/>
                  </a:lnTo>
                  <a:lnTo>
                    <a:pt x="329" y="291"/>
                  </a:lnTo>
                  <a:lnTo>
                    <a:pt x="237" y="351"/>
                  </a:lnTo>
                  <a:lnTo>
                    <a:pt x="212" y="360"/>
                  </a:lnTo>
                  <a:lnTo>
                    <a:pt x="160" y="367"/>
                  </a:lnTo>
                  <a:lnTo>
                    <a:pt x="103" y="374"/>
                  </a:lnTo>
                  <a:lnTo>
                    <a:pt x="95" y="374"/>
                  </a:lnTo>
                  <a:lnTo>
                    <a:pt x="16" y="353"/>
                  </a:lnTo>
                  <a:lnTo>
                    <a:pt x="0" y="318"/>
                  </a:lnTo>
                  <a:lnTo>
                    <a:pt x="12" y="68"/>
                  </a:lnTo>
                  <a:lnTo>
                    <a:pt x="15" y="50"/>
                  </a:lnTo>
                  <a:lnTo>
                    <a:pt x="32" y="30"/>
                  </a:lnTo>
                  <a:lnTo>
                    <a:pt x="55" y="24"/>
                  </a:lnTo>
                  <a:lnTo>
                    <a:pt x="147" y="12"/>
                  </a:lnTo>
                  <a:lnTo>
                    <a:pt x="267" y="0"/>
                  </a:lnTo>
                  <a:lnTo>
                    <a:pt x="299" y="2"/>
                  </a:lnTo>
                  <a:lnTo>
                    <a:pt x="310" y="10"/>
                  </a:lnTo>
                  <a:lnTo>
                    <a:pt x="312" y="33"/>
                  </a:lnTo>
                  <a:lnTo>
                    <a:pt x="307" y="57"/>
                  </a:lnTo>
                  <a:lnTo>
                    <a:pt x="315" y="71"/>
                  </a:lnTo>
                  <a:lnTo>
                    <a:pt x="326" y="77"/>
                  </a:lnTo>
                  <a:lnTo>
                    <a:pt x="388" y="76"/>
                  </a:lnTo>
                  <a:lnTo>
                    <a:pt x="443" y="29"/>
                  </a:lnTo>
                  <a:lnTo>
                    <a:pt x="469" y="2"/>
                  </a:lnTo>
                  <a:lnTo>
                    <a:pt x="480" y="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6971205" y="2188078"/>
              <a:ext cx="2266" cy="2457"/>
            </a:xfrm>
            <a:custGeom>
              <a:avLst/>
              <a:pathLst>
                <a:path w="2266" h="2457">
                  <a:moveTo>
                    <a:pt x="1849" y="34"/>
                  </a:moveTo>
                  <a:lnTo>
                    <a:pt x="2124" y="873"/>
                  </a:lnTo>
                  <a:lnTo>
                    <a:pt x="2266" y="1322"/>
                  </a:lnTo>
                  <a:lnTo>
                    <a:pt x="2266" y="1342"/>
                  </a:lnTo>
                  <a:lnTo>
                    <a:pt x="2252" y="1363"/>
                  </a:lnTo>
                  <a:lnTo>
                    <a:pt x="2166" y="1397"/>
                  </a:lnTo>
                  <a:lnTo>
                    <a:pt x="2147" y="1399"/>
                  </a:lnTo>
                  <a:lnTo>
                    <a:pt x="2124" y="1383"/>
                  </a:lnTo>
                  <a:lnTo>
                    <a:pt x="1976" y="923"/>
                  </a:lnTo>
                  <a:lnTo>
                    <a:pt x="1932" y="811"/>
                  </a:lnTo>
                  <a:lnTo>
                    <a:pt x="1630" y="598"/>
                  </a:lnTo>
                  <a:lnTo>
                    <a:pt x="1462" y="989"/>
                  </a:lnTo>
                  <a:lnTo>
                    <a:pt x="1468" y="1106"/>
                  </a:lnTo>
                  <a:lnTo>
                    <a:pt x="1581" y="1337"/>
                  </a:lnTo>
                  <a:lnTo>
                    <a:pt x="1776" y="1379"/>
                  </a:lnTo>
                  <a:lnTo>
                    <a:pt x="1808" y="1334"/>
                  </a:lnTo>
                  <a:lnTo>
                    <a:pt x="1922" y="1335"/>
                  </a:lnTo>
                  <a:lnTo>
                    <a:pt x="1977" y="1374"/>
                  </a:lnTo>
                  <a:lnTo>
                    <a:pt x="2046" y="1526"/>
                  </a:lnTo>
                  <a:lnTo>
                    <a:pt x="2046" y="1607"/>
                  </a:lnTo>
                  <a:lnTo>
                    <a:pt x="1935" y="1704"/>
                  </a:lnTo>
                  <a:lnTo>
                    <a:pt x="1568" y="1866"/>
                  </a:lnTo>
                  <a:lnTo>
                    <a:pt x="1489" y="1851"/>
                  </a:lnTo>
                  <a:lnTo>
                    <a:pt x="1391" y="1786"/>
                  </a:lnTo>
                  <a:lnTo>
                    <a:pt x="1358" y="1789"/>
                  </a:lnTo>
                  <a:lnTo>
                    <a:pt x="1335" y="1803"/>
                  </a:lnTo>
                  <a:lnTo>
                    <a:pt x="1288" y="1852"/>
                  </a:lnTo>
                  <a:lnTo>
                    <a:pt x="1244" y="1921"/>
                  </a:lnTo>
                  <a:lnTo>
                    <a:pt x="1211" y="1987"/>
                  </a:lnTo>
                  <a:lnTo>
                    <a:pt x="1172" y="2101"/>
                  </a:lnTo>
                  <a:lnTo>
                    <a:pt x="1184" y="2168"/>
                  </a:lnTo>
                  <a:lnTo>
                    <a:pt x="1319" y="2202"/>
                  </a:lnTo>
                  <a:lnTo>
                    <a:pt x="1330" y="2219"/>
                  </a:lnTo>
                  <a:lnTo>
                    <a:pt x="1333" y="2289"/>
                  </a:lnTo>
                  <a:lnTo>
                    <a:pt x="1193" y="2362"/>
                  </a:lnTo>
                  <a:lnTo>
                    <a:pt x="982" y="2360"/>
                  </a:lnTo>
                  <a:lnTo>
                    <a:pt x="854" y="2319"/>
                  </a:lnTo>
                  <a:lnTo>
                    <a:pt x="657" y="2457"/>
                  </a:lnTo>
                  <a:lnTo>
                    <a:pt x="586" y="2456"/>
                  </a:lnTo>
                  <a:lnTo>
                    <a:pt x="408" y="2356"/>
                  </a:lnTo>
                  <a:lnTo>
                    <a:pt x="399" y="2143"/>
                  </a:lnTo>
                  <a:lnTo>
                    <a:pt x="460" y="1900"/>
                  </a:lnTo>
                  <a:lnTo>
                    <a:pt x="478" y="1096"/>
                  </a:lnTo>
                  <a:lnTo>
                    <a:pt x="472" y="934"/>
                  </a:lnTo>
                  <a:lnTo>
                    <a:pt x="268" y="642"/>
                  </a:lnTo>
                  <a:lnTo>
                    <a:pt x="105" y="498"/>
                  </a:lnTo>
                  <a:lnTo>
                    <a:pt x="85" y="469"/>
                  </a:lnTo>
                  <a:lnTo>
                    <a:pt x="18" y="257"/>
                  </a:lnTo>
                  <a:lnTo>
                    <a:pt x="0" y="150"/>
                  </a:lnTo>
                  <a:lnTo>
                    <a:pt x="154" y="77"/>
                  </a:lnTo>
                  <a:lnTo>
                    <a:pt x="493" y="0"/>
                  </a:lnTo>
                  <a:lnTo>
                    <a:pt x="1091" y="43"/>
                  </a:lnTo>
                  <a:lnTo>
                    <a:pt x="1293" y="65"/>
                  </a:lnTo>
                  <a:lnTo>
                    <a:pt x="1521" y="192"/>
                  </a:lnTo>
                  <a:lnTo>
                    <a:pt x="1755" y="107"/>
                  </a:lnTo>
                  <a:lnTo>
                    <a:pt x="1745" y="66"/>
                  </a:lnTo>
                  <a:lnTo>
                    <a:pt x="1761" y="29"/>
                  </a:lnTo>
                  <a:lnTo>
                    <a:pt x="1814" y="12"/>
                  </a:lnTo>
                  <a:lnTo>
                    <a:pt x="1834" y="19"/>
                  </a:lnTo>
                  <a:lnTo>
                    <a:pt x="1849" y="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6981707" y="2188380"/>
              <a:ext cx="835" cy="1667"/>
            </a:xfrm>
            <a:custGeom>
              <a:avLst/>
              <a:pathLst>
                <a:path w="835" h="1667">
                  <a:moveTo>
                    <a:pt x="414" y="459"/>
                  </a:moveTo>
                  <a:lnTo>
                    <a:pt x="438" y="486"/>
                  </a:lnTo>
                  <a:lnTo>
                    <a:pt x="518" y="492"/>
                  </a:lnTo>
                  <a:lnTo>
                    <a:pt x="743" y="707"/>
                  </a:lnTo>
                  <a:lnTo>
                    <a:pt x="751" y="715"/>
                  </a:lnTo>
                  <a:lnTo>
                    <a:pt x="790" y="815"/>
                  </a:lnTo>
                  <a:lnTo>
                    <a:pt x="835" y="997"/>
                  </a:lnTo>
                  <a:lnTo>
                    <a:pt x="806" y="1128"/>
                  </a:lnTo>
                  <a:lnTo>
                    <a:pt x="677" y="1268"/>
                  </a:lnTo>
                  <a:lnTo>
                    <a:pt x="632" y="1322"/>
                  </a:lnTo>
                  <a:lnTo>
                    <a:pt x="554" y="1449"/>
                  </a:lnTo>
                  <a:lnTo>
                    <a:pt x="516" y="1517"/>
                  </a:lnTo>
                  <a:lnTo>
                    <a:pt x="497" y="1623"/>
                  </a:lnTo>
                  <a:lnTo>
                    <a:pt x="468" y="1662"/>
                  </a:lnTo>
                  <a:lnTo>
                    <a:pt x="456" y="1667"/>
                  </a:lnTo>
                  <a:lnTo>
                    <a:pt x="220" y="1585"/>
                  </a:lnTo>
                  <a:lnTo>
                    <a:pt x="169" y="1534"/>
                  </a:lnTo>
                  <a:lnTo>
                    <a:pt x="154" y="1485"/>
                  </a:lnTo>
                  <a:lnTo>
                    <a:pt x="153" y="1461"/>
                  </a:lnTo>
                  <a:lnTo>
                    <a:pt x="133" y="1350"/>
                  </a:lnTo>
                  <a:lnTo>
                    <a:pt x="113" y="1247"/>
                  </a:lnTo>
                  <a:lnTo>
                    <a:pt x="104" y="1209"/>
                  </a:lnTo>
                  <a:lnTo>
                    <a:pt x="77" y="1162"/>
                  </a:lnTo>
                  <a:lnTo>
                    <a:pt x="57" y="1168"/>
                  </a:lnTo>
                  <a:lnTo>
                    <a:pt x="26" y="1205"/>
                  </a:lnTo>
                  <a:lnTo>
                    <a:pt x="6" y="1200"/>
                  </a:lnTo>
                  <a:lnTo>
                    <a:pt x="0" y="1181"/>
                  </a:lnTo>
                  <a:lnTo>
                    <a:pt x="16" y="1082"/>
                  </a:lnTo>
                  <a:lnTo>
                    <a:pt x="65" y="1006"/>
                  </a:lnTo>
                  <a:lnTo>
                    <a:pt x="246" y="884"/>
                  </a:lnTo>
                  <a:lnTo>
                    <a:pt x="258" y="523"/>
                  </a:lnTo>
                  <a:lnTo>
                    <a:pt x="246" y="454"/>
                  </a:lnTo>
                  <a:lnTo>
                    <a:pt x="237" y="413"/>
                  </a:lnTo>
                  <a:lnTo>
                    <a:pt x="209" y="361"/>
                  </a:lnTo>
                  <a:lnTo>
                    <a:pt x="118" y="178"/>
                  </a:lnTo>
                  <a:lnTo>
                    <a:pt x="99" y="114"/>
                  </a:lnTo>
                  <a:lnTo>
                    <a:pt x="154" y="50"/>
                  </a:lnTo>
                  <a:lnTo>
                    <a:pt x="389" y="5"/>
                  </a:lnTo>
                  <a:lnTo>
                    <a:pt x="435" y="0"/>
                  </a:lnTo>
                  <a:lnTo>
                    <a:pt x="452" y="18"/>
                  </a:lnTo>
                  <a:lnTo>
                    <a:pt x="453" y="29"/>
                  </a:lnTo>
                  <a:lnTo>
                    <a:pt x="444" y="73"/>
                  </a:lnTo>
                  <a:lnTo>
                    <a:pt x="440" y="109"/>
                  </a:lnTo>
                  <a:lnTo>
                    <a:pt x="414" y="352"/>
                  </a:lnTo>
                  <a:lnTo>
                    <a:pt x="414" y="4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6981053" y="2187549"/>
              <a:ext cx="659" cy="776"/>
            </a:xfrm>
            <a:custGeom>
              <a:avLst/>
              <a:pathLst>
                <a:path w="659" h="776">
                  <a:moveTo>
                    <a:pt x="262" y="0"/>
                  </a:moveTo>
                  <a:lnTo>
                    <a:pt x="276" y="4"/>
                  </a:lnTo>
                  <a:lnTo>
                    <a:pt x="305" y="5"/>
                  </a:lnTo>
                  <a:lnTo>
                    <a:pt x="319" y="18"/>
                  </a:lnTo>
                  <a:lnTo>
                    <a:pt x="331" y="73"/>
                  </a:lnTo>
                  <a:lnTo>
                    <a:pt x="324" y="145"/>
                  </a:lnTo>
                  <a:lnTo>
                    <a:pt x="285" y="195"/>
                  </a:lnTo>
                  <a:lnTo>
                    <a:pt x="280" y="210"/>
                  </a:lnTo>
                  <a:lnTo>
                    <a:pt x="280" y="225"/>
                  </a:lnTo>
                  <a:lnTo>
                    <a:pt x="296" y="334"/>
                  </a:lnTo>
                  <a:lnTo>
                    <a:pt x="319" y="351"/>
                  </a:lnTo>
                  <a:lnTo>
                    <a:pt x="357" y="337"/>
                  </a:lnTo>
                  <a:lnTo>
                    <a:pt x="409" y="281"/>
                  </a:lnTo>
                  <a:lnTo>
                    <a:pt x="648" y="627"/>
                  </a:lnTo>
                  <a:lnTo>
                    <a:pt x="659" y="645"/>
                  </a:lnTo>
                  <a:lnTo>
                    <a:pt x="623" y="718"/>
                  </a:lnTo>
                  <a:lnTo>
                    <a:pt x="587" y="776"/>
                  </a:lnTo>
                  <a:lnTo>
                    <a:pt x="356" y="655"/>
                  </a:lnTo>
                  <a:lnTo>
                    <a:pt x="162" y="548"/>
                  </a:lnTo>
                  <a:lnTo>
                    <a:pt x="33" y="476"/>
                  </a:lnTo>
                  <a:lnTo>
                    <a:pt x="27" y="470"/>
                  </a:lnTo>
                  <a:lnTo>
                    <a:pt x="2" y="410"/>
                  </a:lnTo>
                  <a:lnTo>
                    <a:pt x="0" y="401"/>
                  </a:lnTo>
                  <a:lnTo>
                    <a:pt x="66" y="66"/>
                  </a:lnTo>
                  <a:lnTo>
                    <a:pt x="84" y="52"/>
                  </a:lnTo>
                  <a:lnTo>
                    <a:pt x="262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6972195" y="2186634"/>
              <a:ext cx="219" cy="414"/>
            </a:xfrm>
            <a:custGeom>
              <a:avLst/>
              <a:pathLst>
                <a:path w="219" h="414">
                  <a:moveTo>
                    <a:pt x="211" y="397"/>
                  </a:moveTo>
                  <a:lnTo>
                    <a:pt x="198" y="409"/>
                  </a:lnTo>
                  <a:lnTo>
                    <a:pt x="188" y="414"/>
                  </a:lnTo>
                  <a:lnTo>
                    <a:pt x="182" y="414"/>
                  </a:lnTo>
                  <a:lnTo>
                    <a:pt x="172" y="414"/>
                  </a:lnTo>
                  <a:lnTo>
                    <a:pt x="146" y="412"/>
                  </a:lnTo>
                  <a:lnTo>
                    <a:pt x="111" y="406"/>
                  </a:lnTo>
                  <a:lnTo>
                    <a:pt x="91" y="399"/>
                  </a:lnTo>
                  <a:lnTo>
                    <a:pt x="72" y="392"/>
                  </a:lnTo>
                  <a:lnTo>
                    <a:pt x="63" y="391"/>
                  </a:lnTo>
                  <a:lnTo>
                    <a:pt x="50" y="383"/>
                  </a:lnTo>
                  <a:lnTo>
                    <a:pt x="32" y="378"/>
                  </a:lnTo>
                  <a:lnTo>
                    <a:pt x="21" y="370"/>
                  </a:lnTo>
                  <a:lnTo>
                    <a:pt x="0" y="353"/>
                  </a:lnTo>
                  <a:lnTo>
                    <a:pt x="0" y="349"/>
                  </a:lnTo>
                  <a:lnTo>
                    <a:pt x="4" y="347"/>
                  </a:lnTo>
                  <a:lnTo>
                    <a:pt x="19" y="347"/>
                  </a:lnTo>
                  <a:lnTo>
                    <a:pt x="24" y="341"/>
                  </a:lnTo>
                  <a:lnTo>
                    <a:pt x="28" y="328"/>
                  </a:lnTo>
                  <a:lnTo>
                    <a:pt x="21" y="321"/>
                  </a:lnTo>
                  <a:lnTo>
                    <a:pt x="16" y="318"/>
                  </a:lnTo>
                  <a:lnTo>
                    <a:pt x="13" y="313"/>
                  </a:lnTo>
                  <a:lnTo>
                    <a:pt x="10" y="242"/>
                  </a:lnTo>
                  <a:lnTo>
                    <a:pt x="6" y="153"/>
                  </a:lnTo>
                  <a:lnTo>
                    <a:pt x="10" y="141"/>
                  </a:lnTo>
                  <a:lnTo>
                    <a:pt x="13" y="133"/>
                  </a:lnTo>
                  <a:lnTo>
                    <a:pt x="15" y="126"/>
                  </a:lnTo>
                  <a:lnTo>
                    <a:pt x="17" y="120"/>
                  </a:lnTo>
                  <a:lnTo>
                    <a:pt x="22" y="105"/>
                  </a:lnTo>
                  <a:lnTo>
                    <a:pt x="27" y="81"/>
                  </a:lnTo>
                  <a:lnTo>
                    <a:pt x="26" y="68"/>
                  </a:lnTo>
                  <a:lnTo>
                    <a:pt x="21" y="60"/>
                  </a:lnTo>
                  <a:lnTo>
                    <a:pt x="14" y="50"/>
                  </a:lnTo>
                  <a:lnTo>
                    <a:pt x="8" y="36"/>
                  </a:lnTo>
                  <a:lnTo>
                    <a:pt x="8" y="20"/>
                  </a:lnTo>
                  <a:lnTo>
                    <a:pt x="9" y="12"/>
                  </a:lnTo>
                  <a:lnTo>
                    <a:pt x="10" y="2"/>
                  </a:lnTo>
                  <a:lnTo>
                    <a:pt x="15" y="0"/>
                  </a:lnTo>
                  <a:lnTo>
                    <a:pt x="24" y="7"/>
                  </a:lnTo>
                  <a:lnTo>
                    <a:pt x="33" y="14"/>
                  </a:lnTo>
                  <a:lnTo>
                    <a:pt x="42" y="21"/>
                  </a:lnTo>
                  <a:lnTo>
                    <a:pt x="64" y="41"/>
                  </a:lnTo>
                  <a:lnTo>
                    <a:pt x="87" y="66"/>
                  </a:lnTo>
                  <a:lnTo>
                    <a:pt x="103" y="76"/>
                  </a:lnTo>
                  <a:lnTo>
                    <a:pt x="120" y="90"/>
                  </a:lnTo>
                  <a:lnTo>
                    <a:pt x="125" y="99"/>
                  </a:lnTo>
                  <a:lnTo>
                    <a:pt x="137" y="106"/>
                  </a:lnTo>
                  <a:lnTo>
                    <a:pt x="143" y="113"/>
                  </a:lnTo>
                  <a:lnTo>
                    <a:pt x="151" y="120"/>
                  </a:lnTo>
                  <a:lnTo>
                    <a:pt x="161" y="128"/>
                  </a:lnTo>
                  <a:lnTo>
                    <a:pt x="169" y="142"/>
                  </a:lnTo>
                  <a:lnTo>
                    <a:pt x="183" y="150"/>
                  </a:lnTo>
                  <a:lnTo>
                    <a:pt x="191" y="157"/>
                  </a:lnTo>
                  <a:lnTo>
                    <a:pt x="200" y="166"/>
                  </a:lnTo>
                  <a:lnTo>
                    <a:pt x="203" y="171"/>
                  </a:lnTo>
                  <a:lnTo>
                    <a:pt x="208" y="181"/>
                  </a:lnTo>
                  <a:lnTo>
                    <a:pt x="210" y="193"/>
                  </a:lnTo>
                  <a:lnTo>
                    <a:pt x="210" y="210"/>
                  </a:lnTo>
                  <a:lnTo>
                    <a:pt x="205" y="220"/>
                  </a:lnTo>
                  <a:lnTo>
                    <a:pt x="205" y="231"/>
                  </a:lnTo>
                  <a:lnTo>
                    <a:pt x="208" y="257"/>
                  </a:lnTo>
                  <a:lnTo>
                    <a:pt x="209" y="267"/>
                  </a:lnTo>
                  <a:lnTo>
                    <a:pt x="210" y="271"/>
                  </a:lnTo>
                  <a:lnTo>
                    <a:pt x="211" y="285"/>
                  </a:lnTo>
                  <a:lnTo>
                    <a:pt x="213" y="290"/>
                  </a:lnTo>
                  <a:lnTo>
                    <a:pt x="216" y="298"/>
                  </a:lnTo>
                  <a:lnTo>
                    <a:pt x="219" y="317"/>
                  </a:lnTo>
                  <a:lnTo>
                    <a:pt x="217" y="363"/>
                  </a:lnTo>
                  <a:lnTo>
                    <a:pt x="211" y="39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6985071" y="2187894"/>
              <a:ext cx="720" cy="612"/>
            </a:xfrm>
            <a:custGeom>
              <a:avLst/>
              <a:pathLst>
                <a:path w="720" h="612">
                  <a:moveTo>
                    <a:pt x="630" y="372"/>
                  </a:moveTo>
                  <a:lnTo>
                    <a:pt x="642" y="437"/>
                  </a:lnTo>
                  <a:lnTo>
                    <a:pt x="641" y="462"/>
                  </a:lnTo>
                  <a:lnTo>
                    <a:pt x="631" y="468"/>
                  </a:lnTo>
                  <a:lnTo>
                    <a:pt x="421" y="495"/>
                  </a:lnTo>
                  <a:lnTo>
                    <a:pt x="253" y="547"/>
                  </a:lnTo>
                  <a:lnTo>
                    <a:pt x="235" y="574"/>
                  </a:lnTo>
                  <a:lnTo>
                    <a:pt x="203" y="602"/>
                  </a:lnTo>
                  <a:lnTo>
                    <a:pt x="155" y="612"/>
                  </a:lnTo>
                  <a:lnTo>
                    <a:pt x="70" y="541"/>
                  </a:lnTo>
                  <a:lnTo>
                    <a:pt x="33" y="510"/>
                  </a:lnTo>
                  <a:lnTo>
                    <a:pt x="10" y="479"/>
                  </a:lnTo>
                  <a:lnTo>
                    <a:pt x="0" y="453"/>
                  </a:lnTo>
                  <a:lnTo>
                    <a:pt x="6" y="405"/>
                  </a:lnTo>
                  <a:lnTo>
                    <a:pt x="22" y="383"/>
                  </a:lnTo>
                  <a:lnTo>
                    <a:pt x="69" y="337"/>
                  </a:lnTo>
                  <a:lnTo>
                    <a:pt x="117" y="301"/>
                  </a:lnTo>
                  <a:lnTo>
                    <a:pt x="202" y="287"/>
                  </a:lnTo>
                  <a:lnTo>
                    <a:pt x="233" y="312"/>
                  </a:lnTo>
                  <a:lnTo>
                    <a:pt x="259" y="343"/>
                  </a:lnTo>
                  <a:lnTo>
                    <a:pt x="288" y="340"/>
                  </a:lnTo>
                  <a:lnTo>
                    <a:pt x="383" y="275"/>
                  </a:lnTo>
                  <a:lnTo>
                    <a:pt x="440" y="208"/>
                  </a:lnTo>
                  <a:lnTo>
                    <a:pt x="444" y="190"/>
                  </a:lnTo>
                  <a:lnTo>
                    <a:pt x="387" y="123"/>
                  </a:lnTo>
                  <a:lnTo>
                    <a:pt x="391" y="98"/>
                  </a:lnTo>
                  <a:lnTo>
                    <a:pt x="400" y="40"/>
                  </a:lnTo>
                  <a:lnTo>
                    <a:pt x="422" y="17"/>
                  </a:lnTo>
                  <a:lnTo>
                    <a:pt x="464" y="6"/>
                  </a:lnTo>
                  <a:lnTo>
                    <a:pt x="488" y="0"/>
                  </a:lnTo>
                  <a:lnTo>
                    <a:pt x="622" y="22"/>
                  </a:lnTo>
                  <a:lnTo>
                    <a:pt x="646" y="36"/>
                  </a:lnTo>
                  <a:lnTo>
                    <a:pt x="697" y="69"/>
                  </a:lnTo>
                  <a:lnTo>
                    <a:pt x="713" y="83"/>
                  </a:lnTo>
                  <a:lnTo>
                    <a:pt x="718" y="91"/>
                  </a:lnTo>
                  <a:lnTo>
                    <a:pt x="720" y="118"/>
                  </a:lnTo>
                  <a:lnTo>
                    <a:pt x="695" y="141"/>
                  </a:lnTo>
                  <a:lnTo>
                    <a:pt x="607" y="319"/>
                  </a:lnTo>
                  <a:lnTo>
                    <a:pt x="630" y="3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6972388" y="2185940"/>
              <a:ext cx="583" cy="774"/>
            </a:xfrm>
            <a:custGeom>
              <a:avLst/>
              <a:pathLst>
                <a:path w="583" h="774">
                  <a:moveTo>
                    <a:pt x="102" y="774"/>
                  </a:moveTo>
                  <a:lnTo>
                    <a:pt x="72" y="774"/>
                  </a:lnTo>
                  <a:lnTo>
                    <a:pt x="55" y="759"/>
                  </a:lnTo>
                  <a:lnTo>
                    <a:pt x="47" y="739"/>
                  </a:lnTo>
                  <a:lnTo>
                    <a:pt x="48" y="707"/>
                  </a:lnTo>
                  <a:lnTo>
                    <a:pt x="49" y="657"/>
                  </a:lnTo>
                  <a:lnTo>
                    <a:pt x="50" y="642"/>
                  </a:lnTo>
                  <a:lnTo>
                    <a:pt x="52" y="616"/>
                  </a:lnTo>
                  <a:lnTo>
                    <a:pt x="52" y="509"/>
                  </a:lnTo>
                  <a:lnTo>
                    <a:pt x="61" y="432"/>
                  </a:lnTo>
                  <a:lnTo>
                    <a:pt x="63" y="378"/>
                  </a:lnTo>
                  <a:lnTo>
                    <a:pt x="61" y="345"/>
                  </a:lnTo>
                  <a:lnTo>
                    <a:pt x="63" y="330"/>
                  </a:lnTo>
                  <a:lnTo>
                    <a:pt x="64" y="285"/>
                  </a:lnTo>
                  <a:lnTo>
                    <a:pt x="60" y="266"/>
                  </a:lnTo>
                  <a:lnTo>
                    <a:pt x="59" y="260"/>
                  </a:lnTo>
                  <a:lnTo>
                    <a:pt x="55" y="255"/>
                  </a:lnTo>
                  <a:lnTo>
                    <a:pt x="46" y="242"/>
                  </a:lnTo>
                  <a:lnTo>
                    <a:pt x="28" y="232"/>
                  </a:lnTo>
                  <a:lnTo>
                    <a:pt x="11" y="224"/>
                  </a:lnTo>
                  <a:lnTo>
                    <a:pt x="0" y="201"/>
                  </a:lnTo>
                  <a:lnTo>
                    <a:pt x="0" y="145"/>
                  </a:lnTo>
                  <a:lnTo>
                    <a:pt x="3" y="138"/>
                  </a:lnTo>
                  <a:lnTo>
                    <a:pt x="9" y="124"/>
                  </a:lnTo>
                  <a:lnTo>
                    <a:pt x="23" y="102"/>
                  </a:lnTo>
                  <a:lnTo>
                    <a:pt x="35" y="83"/>
                  </a:lnTo>
                  <a:lnTo>
                    <a:pt x="40" y="75"/>
                  </a:lnTo>
                  <a:lnTo>
                    <a:pt x="48" y="62"/>
                  </a:lnTo>
                  <a:lnTo>
                    <a:pt x="67" y="30"/>
                  </a:lnTo>
                  <a:lnTo>
                    <a:pt x="74" y="19"/>
                  </a:lnTo>
                  <a:lnTo>
                    <a:pt x="97" y="6"/>
                  </a:lnTo>
                  <a:lnTo>
                    <a:pt x="214" y="7"/>
                  </a:lnTo>
                  <a:lnTo>
                    <a:pt x="308" y="0"/>
                  </a:lnTo>
                  <a:lnTo>
                    <a:pt x="374" y="1"/>
                  </a:lnTo>
                  <a:lnTo>
                    <a:pt x="400" y="9"/>
                  </a:lnTo>
                  <a:lnTo>
                    <a:pt x="520" y="46"/>
                  </a:lnTo>
                  <a:lnTo>
                    <a:pt x="540" y="52"/>
                  </a:lnTo>
                  <a:lnTo>
                    <a:pt x="562" y="59"/>
                  </a:lnTo>
                  <a:lnTo>
                    <a:pt x="569" y="65"/>
                  </a:lnTo>
                  <a:lnTo>
                    <a:pt x="578" y="74"/>
                  </a:lnTo>
                  <a:lnTo>
                    <a:pt x="583" y="93"/>
                  </a:lnTo>
                  <a:lnTo>
                    <a:pt x="572" y="116"/>
                  </a:lnTo>
                  <a:lnTo>
                    <a:pt x="478" y="277"/>
                  </a:lnTo>
                  <a:lnTo>
                    <a:pt x="458" y="320"/>
                  </a:lnTo>
                  <a:lnTo>
                    <a:pt x="444" y="348"/>
                  </a:lnTo>
                  <a:lnTo>
                    <a:pt x="421" y="407"/>
                  </a:lnTo>
                  <a:lnTo>
                    <a:pt x="420" y="421"/>
                  </a:lnTo>
                  <a:lnTo>
                    <a:pt x="417" y="451"/>
                  </a:lnTo>
                  <a:lnTo>
                    <a:pt x="419" y="632"/>
                  </a:lnTo>
                  <a:lnTo>
                    <a:pt x="418" y="707"/>
                  </a:lnTo>
                  <a:lnTo>
                    <a:pt x="403" y="727"/>
                  </a:lnTo>
                  <a:lnTo>
                    <a:pt x="354" y="762"/>
                  </a:lnTo>
                  <a:lnTo>
                    <a:pt x="333" y="773"/>
                  </a:lnTo>
                  <a:lnTo>
                    <a:pt x="102" y="77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6985319" y="2187111"/>
              <a:ext cx="604" cy="432"/>
            </a:xfrm>
            <a:custGeom>
              <a:avLst/>
              <a:pathLst>
                <a:path w="604" h="432">
                  <a:moveTo>
                    <a:pt x="328" y="427"/>
                  </a:moveTo>
                  <a:lnTo>
                    <a:pt x="19" y="400"/>
                  </a:lnTo>
                  <a:lnTo>
                    <a:pt x="5" y="384"/>
                  </a:lnTo>
                  <a:lnTo>
                    <a:pt x="0" y="356"/>
                  </a:lnTo>
                  <a:lnTo>
                    <a:pt x="1" y="339"/>
                  </a:lnTo>
                  <a:lnTo>
                    <a:pt x="23" y="236"/>
                  </a:lnTo>
                  <a:lnTo>
                    <a:pt x="36" y="235"/>
                  </a:lnTo>
                  <a:lnTo>
                    <a:pt x="32" y="122"/>
                  </a:lnTo>
                  <a:lnTo>
                    <a:pt x="40" y="11"/>
                  </a:lnTo>
                  <a:lnTo>
                    <a:pt x="51" y="1"/>
                  </a:lnTo>
                  <a:lnTo>
                    <a:pt x="64" y="0"/>
                  </a:lnTo>
                  <a:lnTo>
                    <a:pt x="116" y="20"/>
                  </a:lnTo>
                  <a:lnTo>
                    <a:pt x="406" y="186"/>
                  </a:lnTo>
                  <a:lnTo>
                    <a:pt x="521" y="258"/>
                  </a:lnTo>
                  <a:lnTo>
                    <a:pt x="540" y="272"/>
                  </a:lnTo>
                  <a:lnTo>
                    <a:pt x="570" y="298"/>
                  </a:lnTo>
                  <a:lnTo>
                    <a:pt x="598" y="349"/>
                  </a:lnTo>
                  <a:lnTo>
                    <a:pt x="604" y="365"/>
                  </a:lnTo>
                  <a:lnTo>
                    <a:pt x="552" y="398"/>
                  </a:lnTo>
                  <a:lnTo>
                    <a:pt x="530" y="406"/>
                  </a:lnTo>
                  <a:lnTo>
                    <a:pt x="396" y="432"/>
                  </a:lnTo>
                  <a:lnTo>
                    <a:pt x="328" y="4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6988294" y="2186488"/>
              <a:ext cx="488" cy="607"/>
            </a:xfrm>
            <a:custGeom>
              <a:avLst/>
              <a:pathLst>
                <a:path w="488" h="607">
                  <a:moveTo>
                    <a:pt x="328" y="597"/>
                  </a:moveTo>
                  <a:lnTo>
                    <a:pt x="303" y="607"/>
                  </a:lnTo>
                  <a:lnTo>
                    <a:pt x="282" y="605"/>
                  </a:lnTo>
                  <a:lnTo>
                    <a:pt x="112" y="472"/>
                  </a:lnTo>
                  <a:lnTo>
                    <a:pt x="58" y="425"/>
                  </a:lnTo>
                  <a:lnTo>
                    <a:pt x="55" y="415"/>
                  </a:lnTo>
                  <a:lnTo>
                    <a:pt x="34" y="405"/>
                  </a:lnTo>
                  <a:lnTo>
                    <a:pt x="2" y="366"/>
                  </a:lnTo>
                  <a:lnTo>
                    <a:pt x="0" y="343"/>
                  </a:lnTo>
                  <a:lnTo>
                    <a:pt x="2" y="290"/>
                  </a:lnTo>
                  <a:lnTo>
                    <a:pt x="27" y="195"/>
                  </a:lnTo>
                  <a:lnTo>
                    <a:pt x="64" y="136"/>
                  </a:lnTo>
                  <a:lnTo>
                    <a:pt x="109" y="76"/>
                  </a:lnTo>
                  <a:lnTo>
                    <a:pt x="171" y="18"/>
                  </a:lnTo>
                  <a:lnTo>
                    <a:pt x="196" y="0"/>
                  </a:lnTo>
                  <a:lnTo>
                    <a:pt x="261" y="7"/>
                  </a:lnTo>
                  <a:lnTo>
                    <a:pt x="283" y="15"/>
                  </a:lnTo>
                  <a:lnTo>
                    <a:pt x="313" y="31"/>
                  </a:lnTo>
                  <a:lnTo>
                    <a:pt x="331" y="52"/>
                  </a:lnTo>
                  <a:lnTo>
                    <a:pt x="485" y="349"/>
                  </a:lnTo>
                  <a:lnTo>
                    <a:pt x="488" y="385"/>
                  </a:lnTo>
                  <a:lnTo>
                    <a:pt x="473" y="454"/>
                  </a:lnTo>
                  <a:lnTo>
                    <a:pt x="463" y="493"/>
                  </a:lnTo>
                  <a:lnTo>
                    <a:pt x="448" y="517"/>
                  </a:lnTo>
                  <a:lnTo>
                    <a:pt x="328" y="59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6998614" y="2187428"/>
              <a:ext cx="947" cy="1123"/>
            </a:xfrm>
            <a:custGeom>
              <a:avLst/>
              <a:pathLst>
                <a:path w="947" h="1123">
                  <a:moveTo>
                    <a:pt x="671" y="87"/>
                  </a:moveTo>
                  <a:lnTo>
                    <a:pt x="674" y="98"/>
                  </a:lnTo>
                  <a:lnTo>
                    <a:pt x="678" y="94"/>
                  </a:lnTo>
                  <a:lnTo>
                    <a:pt x="689" y="93"/>
                  </a:lnTo>
                  <a:lnTo>
                    <a:pt x="694" y="93"/>
                  </a:lnTo>
                  <a:lnTo>
                    <a:pt x="700" y="85"/>
                  </a:lnTo>
                  <a:lnTo>
                    <a:pt x="710" y="96"/>
                  </a:lnTo>
                  <a:lnTo>
                    <a:pt x="713" y="108"/>
                  </a:lnTo>
                  <a:lnTo>
                    <a:pt x="715" y="115"/>
                  </a:lnTo>
                  <a:lnTo>
                    <a:pt x="719" y="118"/>
                  </a:lnTo>
                  <a:lnTo>
                    <a:pt x="723" y="117"/>
                  </a:lnTo>
                  <a:lnTo>
                    <a:pt x="728" y="116"/>
                  </a:lnTo>
                  <a:lnTo>
                    <a:pt x="744" y="112"/>
                  </a:lnTo>
                  <a:lnTo>
                    <a:pt x="816" y="166"/>
                  </a:lnTo>
                  <a:lnTo>
                    <a:pt x="823" y="175"/>
                  </a:lnTo>
                  <a:lnTo>
                    <a:pt x="841" y="205"/>
                  </a:lnTo>
                  <a:lnTo>
                    <a:pt x="846" y="220"/>
                  </a:lnTo>
                  <a:lnTo>
                    <a:pt x="849" y="230"/>
                  </a:lnTo>
                  <a:lnTo>
                    <a:pt x="886" y="350"/>
                  </a:lnTo>
                  <a:lnTo>
                    <a:pt x="887" y="356"/>
                  </a:lnTo>
                  <a:lnTo>
                    <a:pt x="867" y="411"/>
                  </a:lnTo>
                  <a:lnTo>
                    <a:pt x="931" y="691"/>
                  </a:lnTo>
                  <a:lnTo>
                    <a:pt x="943" y="764"/>
                  </a:lnTo>
                  <a:lnTo>
                    <a:pt x="947" y="776"/>
                  </a:lnTo>
                  <a:lnTo>
                    <a:pt x="947" y="786"/>
                  </a:lnTo>
                  <a:lnTo>
                    <a:pt x="938" y="806"/>
                  </a:lnTo>
                  <a:lnTo>
                    <a:pt x="934" y="810"/>
                  </a:lnTo>
                  <a:lnTo>
                    <a:pt x="927" y="814"/>
                  </a:lnTo>
                  <a:lnTo>
                    <a:pt x="912" y="813"/>
                  </a:lnTo>
                  <a:lnTo>
                    <a:pt x="904" y="809"/>
                  </a:lnTo>
                  <a:lnTo>
                    <a:pt x="897" y="809"/>
                  </a:lnTo>
                  <a:lnTo>
                    <a:pt x="892" y="812"/>
                  </a:lnTo>
                  <a:lnTo>
                    <a:pt x="888" y="815"/>
                  </a:lnTo>
                  <a:lnTo>
                    <a:pt x="882" y="817"/>
                  </a:lnTo>
                  <a:lnTo>
                    <a:pt x="875" y="817"/>
                  </a:lnTo>
                  <a:lnTo>
                    <a:pt x="869" y="816"/>
                  </a:lnTo>
                  <a:lnTo>
                    <a:pt x="860" y="809"/>
                  </a:lnTo>
                  <a:lnTo>
                    <a:pt x="852" y="803"/>
                  </a:lnTo>
                  <a:lnTo>
                    <a:pt x="846" y="804"/>
                  </a:lnTo>
                  <a:lnTo>
                    <a:pt x="836" y="813"/>
                  </a:lnTo>
                  <a:lnTo>
                    <a:pt x="832" y="814"/>
                  </a:lnTo>
                  <a:lnTo>
                    <a:pt x="812" y="817"/>
                  </a:lnTo>
                  <a:lnTo>
                    <a:pt x="805" y="818"/>
                  </a:lnTo>
                  <a:lnTo>
                    <a:pt x="800" y="820"/>
                  </a:lnTo>
                  <a:lnTo>
                    <a:pt x="793" y="819"/>
                  </a:lnTo>
                  <a:lnTo>
                    <a:pt x="790" y="807"/>
                  </a:lnTo>
                  <a:lnTo>
                    <a:pt x="787" y="802"/>
                  </a:lnTo>
                  <a:lnTo>
                    <a:pt x="780" y="799"/>
                  </a:lnTo>
                  <a:lnTo>
                    <a:pt x="776" y="801"/>
                  </a:lnTo>
                  <a:lnTo>
                    <a:pt x="774" y="815"/>
                  </a:lnTo>
                  <a:lnTo>
                    <a:pt x="773" y="820"/>
                  </a:lnTo>
                  <a:lnTo>
                    <a:pt x="765" y="825"/>
                  </a:lnTo>
                  <a:lnTo>
                    <a:pt x="754" y="828"/>
                  </a:lnTo>
                  <a:lnTo>
                    <a:pt x="746" y="829"/>
                  </a:lnTo>
                  <a:lnTo>
                    <a:pt x="737" y="827"/>
                  </a:lnTo>
                  <a:lnTo>
                    <a:pt x="730" y="820"/>
                  </a:lnTo>
                  <a:lnTo>
                    <a:pt x="728" y="814"/>
                  </a:lnTo>
                  <a:lnTo>
                    <a:pt x="728" y="796"/>
                  </a:lnTo>
                  <a:lnTo>
                    <a:pt x="724" y="790"/>
                  </a:lnTo>
                  <a:lnTo>
                    <a:pt x="718" y="789"/>
                  </a:lnTo>
                  <a:lnTo>
                    <a:pt x="714" y="792"/>
                  </a:lnTo>
                  <a:lnTo>
                    <a:pt x="707" y="799"/>
                  </a:lnTo>
                  <a:lnTo>
                    <a:pt x="697" y="810"/>
                  </a:lnTo>
                  <a:lnTo>
                    <a:pt x="688" y="812"/>
                  </a:lnTo>
                  <a:lnTo>
                    <a:pt x="680" y="812"/>
                  </a:lnTo>
                  <a:lnTo>
                    <a:pt x="675" y="810"/>
                  </a:lnTo>
                  <a:lnTo>
                    <a:pt x="670" y="812"/>
                  </a:lnTo>
                  <a:lnTo>
                    <a:pt x="664" y="815"/>
                  </a:lnTo>
                  <a:lnTo>
                    <a:pt x="659" y="816"/>
                  </a:lnTo>
                  <a:lnTo>
                    <a:pt x="654" y="815"/>
                  </a:lnTo>
                  <a:lnTo>
                    <a:pt x="648" y="812"/>
                  </a:lnTo>
                  <a:lnTo>
                    <a:pt x="640" y="808"/>
                  </a:lnTo>
                  <a:lnTo>
                    <a:pt x="628" y="811"/>
                  </a:lnTo>
                  <a:lnTo>
                    <a:pt x="622" y="811"/>
                  </a:lnTo>
                  <a:lnTo>
                    <a:pt x="615" y="797"/>
                  </a:lnTo>
                  <a:lnTo>
                    <a:pt x="617" y="785"/>
                  </a:lnTo>
                  <a:lnTo>
                    <a:pt x="629" y="773"/>
                  </a:lnTo>
                  <a:lnTo>
                    <a:pt x="630" y="766"/>
                  </a:lnTo>
                  <a:lnTo>
                    <a:pt x="630" y="726"/>
                  </a:lnTo>
                  <a:lnTo>
                    <a:pt x="626" y="719"/>
                  </a:lnTo>
                  <a:lnTo>
                    <a:pt x="623" y="716"/>
                  </a:lnTo>
                  <a:lnTo>
                    <a:pt x="617" y="714"/>
                  </a:lnTo>
                  <a:lnTo>
                    <a:pt x="569" y="725"/>
                  </a:lnTo>
                  <a:lnTo>
                    <a:pt x="562" y="727"/>
                  </a:lnTo>
                  <a:lnTo>
                    <a:pt x="548" y="746"/>
                  </a:lnTo>
                  <a:lnTo>
                    <a:pt x="530" y="772"/>
                  </a:lnTo>
                  <a:lnTo>
                    <a:pt x="518" y="791"/>
                  </a:lnTo>
                  <a:lnTo>
                    <a:pt x="501" y="816"/>
                  </a:lnTo>
                  <a:lnTo>
                    <a:pt x="477" y="843"/>
                  </a:lnTo>
                  <a:lnTo>
                    <a:pt x="461" y="862"/>
                  </a:lnTo>
                  <a:lnTo>
                    <a:pt x="454" y="869"/>
                  </a:lnTo>
                  <a:lnTo>
                    <a:pt x="433" y="895"/>
                  </a:lnTo>
                  <a:lnTo>
                    <a:pt x="426" y="905"/>
                  </a:lnTo>
                  <a:lnTo>
                    <a:pt x="433" y="927"/>
                  </a:lnTo>
                  <a:lnTo>
                    <a:pt x="450" y="946"/>
                  </a:lnTo>
                  <a:lnTo>
                    <a:pt x="450" y="964"/>
                  </a:lnTo>
                  <a:lnTo>
                    <a:pt x="433" y="989"/>
                  </a:lnTo>
                  <a:lnTo>
                    <a:pt x="430" y="993"/>
                  </a:lnTo>
                  <a:lnTo>
                    <a:pt x="335" y="1071"/>
                  </a:lnTo>
                  <a:lnTo>
                    <a:pt x="292" y="1092"/>
                  </a:lnTo>
                  <a:lnTo>
                    <a:pt x="213" y="1119"/>
                  </a:lnTo>
                  <a:lnTo>
                    <a:pt x="194" y="1123"/>
                  </a:lnTo>
                  <a:lnTo>
                    <a:pt x="189" y="1111"/>
                  </a:lnTo>
                  <a:lnTo>
                    <a:pt x="221" y="1058"/>
                  </a:lnTo>
                  <a:lnTo>
                    <a:pt x="231" y="1041"/>
                  </a:lnTo>
                  <a:lnTo>
                    <a:pt x="262" y="1000"/>
                  </a:lnTo>
                  <a:lnTo>
                    <a:pt x="271" y="994"/>
                  </a:lnTo>
                  <a:lnTo>
                    <a:pt x="278" y="991"/>
                  </a:lnTo>
                  <a:lnTo>
                    <a:pt x="282" y="988"/>
                  </a:lnTo>
                  <a:lnTo>
                    <a:pt x="316" y="935"/>
                  </a:lnTo>
                  <a:lnTo>
                    <a:pt x="317" y="927"/>
                  </a:lnTo>
                  <a:lnTo>
                    <a:pt x="292" y="885"/>
                  </a:lnTo>
                  <a:lnTo>
                    <a:pt x="117" y="802"/>
                  </a:lnTo>
                  <a:lnTo>
                    <a:pt x="37" y="739"/>
                  </a:lnTo>
                  <a:lnTo>
                    <a:pt x="12" y="712"/>
                  </a:lnTo>
                  <a:lnTo>
                    <a:pt x="1" y="653"/>
                  </a:lnTo>
                  <a:lnTo>
                    <a:pt x="0" y="641"/>
                  </a:lnTo>
                  <a:lnTo>
                    <a:pt x="5" y="629"/>
                  </a:lnTo>
                  <a:lnTo>
                    <a:pt x="19" y="618"/>
                  </a:lnTo>
                  <a:lnTo>
                    <a:pt x="22" y="615"/>
                  </a:lnTo>
                  <a:lnTo>
                    <a:pt x="31" y="601"/>
                  </a:lnTo>
                  <a:lnTo>
                    <a:pt x="42" y="585"/>
                  </a:lnTo>
                  <a:lnTo>
                    <a:pt x="45" y="575"/>
                  </a:lnTo>
                  <a:lnTo>
                    <a:pt x="40" y="567"/>
                  </a:lnTo>
                  <a:lnTo>
                    <a:pt x="44" y="558"/>
                  </a:lnTo>
                  <a:lnTo>
                    <a:pt x="47" y="552"/>
                  </a:lnTo>
                  <a:lnTo>
                    <a:pt x="52" y="547"/>
                  </a:lnTo>
                  <a:lnTo>
                    <a:pt x="56" y="543"/>
                  </a:lnTo>
                  <a:lnTo>
                    <a:pt x="58" y="535"/>
                  </a:lnTo>
                  <a:lnTo>
                    <a:pt x="71" y="518"/>
                  </a:lnTo>
                  <a:lnTo>
                    <a:pt x="82" y="504"/>
                  </a:lnTo>
                  <a:lnTo>
                    <a:pt x="86" y="495"/>
                  </a:lnTo>
                  <a:lnTo>
                    <a:pt x="91" y="482"/>
                  </a:lnTo>
                  <a:lnTo>
                    <a:pt x="96" y="449"/>
                  </a:lnTo>
                  <a:lnTo>
                    <a:pt x="101" y="428"/>
                  </a:lnTo>
                  <a:lnTo>
                    <a:pt x="224" y="259"/>
                  </a:lnTo>
                  <a:lnTo>
                    <a:pt x="568" y="19"/>
                  </a:lnTo>
                  <a:lnTo>
                    <a:pt x="603" y="7"/>
                  </a:lnTo>
                  <a:lnTo>
                    <a:pt x="608" y="5"/>
                  </a:lnTo>
                  <a:lnTo>
                    <a:pt x="615" y="3"/>
                  </a:lnTo>
                  <a:lnTo>
                    <a:pt x="623" y="0"/>
                  </a:lnTo>
                  <a:lnTo>
                    <a:pt x="641" y="1"/>
                  </a:lnTo>
                  <a:lnTo>
                    <a:pt x="645" y="6"/>
                  </a:lnTo>
                  <a:lnTo>
                    <a:pt x="660" y="26"/>
                  </a:lnTo>
                  <a:lnTo>
                    <a:pt x="671" y="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6998377" y="2187024"/>
              <a:ext cx="511" cy="500"/>
            </a:xfrm>
            <a:custGeom>
              <a:avLst/>
              <a:pathLst>
                <a:path w="511" h="500">
                  <a:moveTo>
                    <a:pt x="490" y="67"/>
                  </a:moveTo>
                  <a:lnTo>
                    <a:pt x="501" y="113"/>
                  </a:lnTo>
                  <a:lnTo>
                    <a:pt x="511" y="218"/>
                  </a:lnTo>
                  <a:lnTo>
                    <a:pt x="482" y="318"/>
                  </a:lnTo>
                  <a:lnTo>
                    <a:pt x="411" y="392"/>
                  </a:lnTo>
                  <a:lnTo>
                    <a:pt x="372" y="419"/>
                  </a:lnTo>
                  <a:lnTo>
                    <a:pt x="354" y="430"/>
                  </a:lnTo>
                  <a:lnTo>
                    <a:pt x="335" y="440"/>
                  </a:lnTo>
                  <a:lnTo>
                    <a:pt x="331" y="442"/>
                  </a:lnTo>
                  <a:lnTo>
                    <a:pt x="321" y="448"/>
                  </a:lnTo>
                  <a:lnTo>
                    <a:pt x="306" y="454"/>
                  </a:lnTo>
                  <a:lnTo>
                    <a:pt x="301" y="456"/>
                  </a:lnTo>
                  <a:lnTo>
                    <a:pt x="289" y="462"/>
                  </a:lnTo>
                  <a:lnTo>
                    <a:pt x="278" y="467"/>
                  </a:lnTo>
                  <a:lnTo>
                    <a:pt x="269" y="471"/>
                  </a:lnTo>
                  <a:lnTo>
                    <a:pt x="35" y="500"/>
                  </a:lnTo>
                  <a:lnTo>
                    <a:pt x="28" y="492"/>
                  </a:lnTo>
                  <a:lnTo>
                    <a:pt x="0" y="336"/>
                  </a:lnTo>
                  <a:lnTo>
                    <a:pt x="1" y="85"/>
                  </a:lnTo>
                  <a:lnTo>
                    <a:pt x="6" y="83"/>
                  </a:lnTo>
                  <a:lnTo>
                    <a:pt x="25" y="71"/>
                  </a:lnTo>
                  <a:lnTo>
                    <a:pt x="29" y="68"/>
                  </a:lnTo>
                  <a:lnTo>
                    <a:pt x="42" y="69"/>
                  </a:lnTo>
                  <a:lnTo>
                    <a:pt x="49" y="66"/>
                  </a:lnTo>
                  <a:lnTo>
                    <a:pt x="136" y="62"/>
                  </a:lnTo>
                  <a:lnTo>
                    <a:pt x="210" y="44"/>
                  </a:lnTo>
                  <a:lnTo>
                    <a:pt x="222" y="45"/>
                  </a:lnTo>
                  <a:lnTo>
                    <a:pt x="230" y="39"/>
                  </a:lnTo>
                  <a:lnTo>
                    <a:pt x="256" y="32"/>
                  </a:lnTo>
                  <a:lnTo>
                    <a:pt x="267" y="29"/>
                  </a:lnTo>
                  <a:lnTo>
                    <a:pt x="272" y="28"/>
                  </a:lnTo>
                  <a:lnTo>
                    <a:pt x="295" y="22"/>
                  </a:lnTo>
                  <a:lnTo>
                    <a:pt x="339" y="11"/>
                  </a:lnTo>
                  <a:lnTo>
                    <a:pt x="366" y="8"/>
                  </a:lnTo>
                  <a:lnTo>
                    <a:pt x="370" y="5"/>
                  </a:lnTo>
                  <a:lnTo>
                    <a:pt x="381" y="0"/>
                  </a:lnTo>
                  <a:lnTo>
                    <a:pt x="438" y="7"/>
                  </a:lnTo>
                  <a:lnTo>
                    <a:pt x="452" y="13"/>
                  </a:lnTo>
                  <a:lnTo>
                    <a:pt x="456" y="17"/>
                  </a:lnTo>
                  <a:lnTo>
                    <a:pt x="480" y="52"/>
                  </a:lnTo>
                  <a:lnTo>
                    <a:pt x="490" y="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6999892" y="2187026"/>
              <a:ext cx="261" cy="408"/>
            </a:xfrm>
            <a:custGeom>
              <a:avLst/>
              <a:pathLst>
                <a:path w="261" h="408">
                  <a:moveTo>
                    <a:pt x="238" y="362"/>
                  </a:moveTo>
                  <a:lnTo>
                    <a:pt x="217" y="394"/>
                  </a:lnTo>
                  <a:lnTo>
                    <a:pt x="212" y="397"/>
                  </a:lnTo>
                  <a:lnTo>
                    <a:pt x="195" y="408"/>
                  </a:lnTo>
                  <a:lnTo>
                    <a:pt x="169" y="404"/>
                  </a:lnTo>
                  <a:lnTo>
                    <a:pt x="156" y="402"/>
                  </a:lnTo>
                  <a:lnTo>
                    <a:pt x="145" y="399"/>
                  </a:lnTo>
                  <a:lnTo>
                    <a:pt x="141" y="397"/>
                  </a:lnTo>
                  <a:lnTo>
                    <a:pt x="135" y="390"/>
                  </a:lnTo>
                  <a:lnTo>
                    <a:pt x="131" y="389"/>
                  </a:lnTo>
                  <a:lnTo>
                    <a:pt x="127" y="391"/>
                  </a:lnTo>
                  <a:lnTo>
                    <a:pt x="120" y="391"/>
                  </a:lnTo>
                  <a:lnTo>
                    <a:pt x="111" y="391"/>
                  </a:lnTo>
                  <a:lnTo>
                    <a:pt x="76" y="372"/>
                  </a:lnTo>
                  <a:lnTo>
                    <a:pt x="72" y="370"/>
                  </a:lnTo>
                  <a:lnTo>
                    <a:pt x="63" y="370"/>
                  </a:lnTo>
                  <a:lnTo>
                    <a:pt x="54" y="376"/>
                  </a:lnTo>
                  <a:lnTo>
                    <a:pt x="48" y="374"/>
                  </a:lnTo>
                  <a:lnTo>
                    <a:pt x="45" y="371"/>
                  </a:lnTo>
                  <a:lnTo>
                    <a:pt x="43" y="365"/>
                  </a:lnTo>
                  <a:lnTo>
                    <a:pt x="46" y="348"/>
                  </a:lnTo>
                  <a:lnTo>
                    <a:pt x="28" y="296"/>
                  </a:lnTo>
                  <a:lnTo>
                    <a:pt x="2" y="203"/>
                  </a:lnTo>
                  <a:lnTo>
                    <a:pt x="0" y="191"/>
                  </a:lnTo>
                  <a:lnTo>
                    <a:pt x="9" y="165"/>
                  </a:lnTo>
                  <a:lnTo>
                    <a:pt x="30" y="143"/>
                  </a:lnTo>
                  <a:lnTo>
                    <a:pt x="39" y="131"/>
                  </a:lnTo>
                  <a:lnTo>
                    <a:pt x="143" y="20"/>
                  </a:lnTo>
                  <a:lnTo>
                    <a:pt x="161" y="0"/>
                  </a:lnTo>
                  <a:lnTo>
                    <a:pt x="183" y="1"/>
                  </a:lnTo>
                  <a:lnTo>
                    <a:pt x="221" y="33"/>
                  </a:lnTo>
                  <a:lnTo>
                    <a:pt x="255" y="65"/>
                  </a:lnTo>
                  <a:lnTo>
                    <a:pt x="257" y="70"/>
                  </a:lnTo>
                  <a:lnTo>
                    <a:pt x="259" y="78"/>
                  </a:lnTo>
                  <a:lnTo>
                    <a:pt x="260" y="88"/>
                  </a:lnTo>
                  <a:lnTo>
                    <a:pt x="260" y="95"/>
                  </a:lnTo>
                  <a:lnTo>
                    <a:pt x="260" y="102"/>
                  </a:lnTo>
                  <a:lnTo>
                    <a:pt x="254" y="117"/>
                  </a:lnTo>
                  <a:lnTo>
                    <a:pt x="254" y="122"/>
                  </a:lnTo>
                  <a:lnTo>
                    <a:pt x="257" y="132"/>
                  </a:lnTo>
                  <a:lnTo>
                    <a:pt x="261" y="147"/>
                  </a:lnTo>
                  <a:lnTo>
                    <a:pt x="261" y="159"/>
                  </a:lnTo>
                  <a:lnTo>
                    <a:pt x="248" y="303"/>
                  </a:lnTo>
                  <a:lnTo>
                    <a:pt x="246" y="329"/>
                  </a:lnTo>
                  <a:lnTo>
                    <a:pt x="243" y="344"/>
                  </a:lnTo>
                  <a:lnTo>
                    <a:pt x="238" y="36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6973332" y="2184301"/>
              <a:ext cx="240" cy="225"/>
            </a:xfrm>
            <a:custGeom>
              <a:avLst/>
              <a:pathLst>
                <a:path w="240" h="225">
                  <a:moveTo>
                    <a:pt x="217" y="18"/>
                  </a:moveTo>
                  <a:lnTo>
                    <a:pt x="227" y="28"/>
                  </a:lnTo>
                  <a:lnTo>
                    <a:pt x="231" y="39"/>
                  </a:lnTo>
                  <a:lnTo>
                    <a:pt x="233" y="48"/>
                  </a:lnTo>
                  <a:lnTo>
                    <a:pt x="230" y="56"/>
                  </a:lnTo>
                  <a:lnTo>
                    <a:pt x="227" y="65"/>
                  </a:lnTo>
                  <a:lnTo>
                    <a:pt x="221" y="83"/>
                  </a:lnTo>
                  <a:lnTo>
                    <a:pt x="221" y="107"/>
                  </a:lnTo>
                  <a:lnTo>
                    <a:pt x="226" y="120"/>
                  </a:lnTo>
                  <a:lnTo>
                    <a:pt x="232" y="135"/>
                  </a:lnTo>
                  <a:lnTo>
                    <a:pt x="240" y="156"/>
                  </a:lnTo>
                  <a:lnTo>
                    <a:pt x="240" y="173"/>
                  </a:lnTo>
                  <a:lnTo>
                    <a:pt x="236" y="184"/>
                  </a:lnTo>
                  <a:lnTo>
                    <a:pt x="232" y="196"/>
                  </a:lnTo>
                  <a:lnTo>
                    <a:pt x="212" y="218"/>
                  </a:lnTo>
                  <a:lnTo>
                    <a:pt x="202" y="223"/>
                  </a:lnTo>
                  <a:lnTo>
                    <a:pt x="191" y="224"/>
                  </a:lnTo>
                  <a:lnTo>
                    <a:pt x="182" y="225"/>
                  </a:lnTo>
                  <a:lnTo>
                    <a:pt x="174" y="223"/>
                  </a:lnTo>
                  <a:lnTo>
                    <a:pt x="168" y="221"/>
                  </a:lnTo>
                  <a:lnTo>
                    <a:pt x="153" y="201"/>
                  </a:lnTo>
                  <a:lnTo>
                    <a:pt x="151" y="179"/>
                  </a:lnTo>
                  <a:lnTo>
                    <a:pt x="145" y="169"/>
                  </a:lnTo>
                  <a:lnTo>
                    <a:pt x="143" y="165"/>
                  </a:lnTo>
                  <a:lnTo>
                    <a:pt x="133" y="156"/>
                  </a:lnTo>
                  <a:lnTo>
                    <a:pt x="119" y="151"/>
                  </a:lnTo>
                  <a:lnTo>
                    <a:pt x="102" y="152"/>
                  </a:lnTo>
                  <a:lnTo>
                    <a:pt x="92" y="157"/>
                  </a:lnTo>
                  <a:lnTo>
                    <a:pt x="68" y="182"/>
                  </a:lnTo>
                  <a:lnTo>
                    <a:pt x="52" y="192"/>
                  </a:lnTo>
                  <a:lnTo>
                    <a:pt x="38" y="197"/>
                  </a:lnTo>
                  <a:lnTo>
                    <a:pt x="23" y="197"/>
                  </a:lnTo>
                  <a:lnTo>
                    <a:pt x="10" y="188"/>
                  </a:lnTo>
                  <a:lnTo>
                    <a:pt x="0" y="167"/>
                  </a:lnTo>
                  <a:lnTo>
                    <a:pt x="0" y="162"/>
                  </a:lnTo>
                  <a:lnTo>
                    <a:pt x="0" y="151"/>
                  </a:lnTo>
                  <a:lnTo>
                    <a:pt x="2" y="137"/>
                  </a:lnTo>
                  <a:lnTo>
                    <a:pt x="5" y="131"/>
                  </a:lnTo>
                  <a:lnTo>
                    <a:pt x="8" y="122"/>
                  </a:lnTo>
                  <a:lnTo>
                    <a:pt x="19" y="111"/>
                  </a:lnTo>
                  <a:lnTo>
                    <a:pt x="30" y="103"/>
                  </a:lnTo>
                  <a:lnTo>
                    <a:pt x="38" y="96"/>
                  </a:lnTo>
                  <a:lnTo>
                    <a:pt x="41" y="83"/>
                  </a:lnTo>
                  <a:lnTo>
                    <a:pt x="45" y="65"/>
                  </a:lnTo>
                  <a:lnTo>
                    <a:pt x="54" y="42"/>
                  </a:lnTo>
                  <a:lnTo>
                    <a:pt x="63" y="24"/>
                  </a:lnTo>
                  <a:lnTo>
                    <a:pt x="76" y="9"/>
                  </a:lnTo>
                  <a:lnTo>
                    <a:pt x="95" y="0"/>
                  </a:lnTo>
                  <a:lnTo>
                    <a:pt x="105" y="0"/>
                  </a:lnTo>
                  <a:lnTo>
                    <a:pt x="111" y="1"/>
                  </a:lnTo>
                  <a:lnTo>
                    <a:pt x="126" y="6"/>
                  </a:lnTo>
                  <a:lnTo>
                    <a:pt x="132" y="9"/>
                  </a:lnTo>
                  <a:lnTo>
                    <a:pt x="135" y="11"/>
                  </a:lnTo>
                  <a:lnTo>
                    <a:pt x="145" y="11"/>
                  </a:lnTo>
                  <a:lnTo>
                    <a:pt x="157" y="6"/>
                  </a:lnTo>
                  <a:lnTo>
                    <a:pt x="161" y="5"/>
                  </a:lnTo>
                  <a:lnTo>
                    <a:pt x="172" y="0"/>
                  </a:lnTo>
                  <a:lnTo>
                    <a:pt x="186" y="0"/>
                  </a:lnTo>
                  <a:lnTo>
                    <a:pt x="198" y="5"/>
                  </a:lnTo>
                  <a:lnTo>
                    <a:pt x="205" y="7"/>
                  </a:lnTo>
                  <a:lnTo>
                    <a:pt x="210" y="12"/>
                  </a:lnTo>
                  <a:lnTo>
                    <a:pt x="217" y="1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6989637" y="2185562"/>
              <a:ext cx="930" cy="1210"/>
            </a:xfrm>
            <a:custGeom>
              <a:avLst/>
              <a:pathLst>
                <a:path w="930" h="1210">
                  <a:moveTo>
                    <a:pt x="673" y="718"/>
                  </a:moveTo>
                  <a:lnTo>
                    <a:pt x="684" y="723"/>
                  </a:lnTo>
                  <a:lnTo>
                    <a:pt x="698" y="724"/>
                  </a:lnTo>
                  <a:lnTo>
                    <a:pt x="701" y="722"/>
                  </a:lnTo>
                  <a:lnTo>
                    <a:pt x="705" y="718"/>
                  </a:lnTo>
                  <a:lnTo>
                    <a:pt x="718" y="708"/>
                  </a:lnTo>
                  <a:lnTo>
                    <a:pt x="727" y="701"/>
                  </a:lnTo>
                  <a:lnTo>
                    <a:pt x="732" y="695"/>
                  </a:lnTo>
                  <a:lnTo>
                    <a:pt x="734" y="690"/>
                  </a:lnTo>
                  <a:lnTo>
                    <a:pt x="738" y="681"/>
                  </a:lnTo>
                  <a:lnTo>
                    <a:pt x="741" y="678"/>
                  </a:lnTo>
                  <a:lnTo>
                    <a:pt x="749" y="667"/>
                  </a:lnTo>
                  <a:lnTo>
                    <a:pt x="763" y="660"/>
                  </a:lnTo>
                  <a:lnTo>
                    <a:pt x="772" y="656"/>
                  </a:lnTo>
                  <a:lnTo>
                    <a:pt x="781" y="653"/>
                  </a:lnTo>
                  <a:lnTo>
                    <a:pt x="789" y="647"/>
                  </a:lnTo>
                  <a:lnTo>
                    <a:pt x="812" y="645"/>
                  </a:lnTo>
                  <a:lnTo>
                    <a:pt x="819" y="649"/>
                  </a:lnTo>
                  <a:lnTo>
                    <a:pt x="853" y="666"/>
                  </a:lnTo>
                  <a:lnTo>
                    <a:pt x="861" y="668"/>
                  </a:lnTo>
                  <a:lnTo>
                    <a:pt x="867" y="673"/>
                  </a:lnTo>
                  <a:lnTo>
                    <a:pt x="926" y="767"/>
                  </a:lnTo>
                  <a:lnTo>
                    <a:pt x="930" y="774"/>
                  </a:lnTo>
                  <a:lnTo>
                    <a:pt x="928" y="778"/>
                  </a:lnTo>
                  <a:lnTo>
                    <a:pt x="846" y="888"/>
                  </a:lnTo>
                  <a:lnTo>
                    <a:pt x="746" y="964"/>
                  </a:lnTo>
                  <a:lnTo>
                    <a:pt x="688" y="944"/>
                  </a:lnTo>
                  <a:lnTo>
                    <a:pt x="643" y="872"/>
                  </a:lnTo>
                  <a:lnTo>
                    <a:pt x="638" y="871"/>
                  </a:lnTo>
                  <a:lnTo>
                    <a:pt x="609" y="880"/>
                  </a:lnTo>
                  <a:lnTo>
                    <a:pt x="602" y="882"/>
                  </a:lnTo>
                  <a:lnTo>
                    <a:pt x="589" y="886"/>
                  </a:lnTo>
                  <a:lnTo>
                    <a:pt x="580" y="889"/>
                  </a:lnTo>
                  <a:lnTo>
                    <a:pt x="522" y="909"/>
                  </a:lnTo>
                  <a:lnTo>
                    <a:pt x="511" y="912"/>
                  </a:lnTo>
                  <a:lnTo>
                    <a:pt x="506" y="914"/>
                  </a:lnTo>
                  <a:lnTo>
                    <a:pt x="493" y="918"/>
                  </a:lnTo>
                  <a:lnTo>
                    <a:pt x="464" y="980"/>
                  </a:lnTo>
                  <a:lnTo>
                    <a:pt x="441" y="1039"/>
                  </a:lnTo>
                  <a:lnTo>
                    <a:pt x="437" y="1044"/>
                  </a:lnTo>
                  <a:lnTo>
                    <a:pt x="301" y="1152"/>
                  </a:lnTo>
                  <a:lnTo>
                    <a:pt x="286" y="1159"/>
                  </a:lnTo>
                  <a:lnTo>
                    <a:pt x="281" y="1161"/>
                  </a:lnTo>
                  <a:lnTo>
                    <a:pt x="269" y="1166"/>
                  </a:lnTo>
                  <a:lnTo>
                    <a:pt x="258" y="1170"/>
                  </a:lnTo>
                  <a:lnTo>
                    <a:pt x="193" y="1198"/>
                  </a:lnTo>
                  <a:lnTo>
                    <a:pt x="171" y="1210"/>
                  </a:lnTo>
                  <a:lnTo>
                    <a:pt x="42" y="1115"/>
                  </a:lnTo>
                  <a:lnTo>
                    <a:pt x="40" y="1108"/>
                  </a:lnTo>
                  <a:lnTo>
                    <a:pt x="0" y="1013"/>
                  </a:lnTo>
                  <a:lnTo>
                    <a:pt x="4" y="977"/>
                  </a:lnTo>
                  <a:lnTo>
                    <a:pt x="243" y="787"/>
                  </a:lnTo>
                  <a:lnTo>
                    <a:pt x="330" y="785"/>
                  </a:lnTo>
                  <a:lnTo>
                    <a:pt x="398" y="773"/>
                  </a:lnTo>
                  <a:lnTo>
                    <a:pt x="402" y="769"/>
                  </a:lnTo>
                  <a:lnTo>
                    <a:pt x="405" y="760"/>
                  </a:lnTo>
                  <a:lnTo>
                    <a:pt x="445" y="684"/>
                  </a:lnTo>
                  <a:lnTo>
                    <a:pt x="445" y="676"/>
                  </a:lnTo>
                  <a:lnTo>
                    <a:pt x="445" y="671"/>
                  </a:lnTo>
                  <a:lnTo>
                    <a:pt x="444" y="652"/>
                  </a:lnTo>
                  <a:lnTo>
                    <a:pt x="441" y="637"/>
                  </a:lnTo>
                  <a:lnTo>
                    <a:pt x="438" y="610"/>
                  </a:lnTo>
                  <a:lnTo>
                    <a:pt x="432" y="584"/>
                  </a:lnTo>
                  <a:lnTo>
                    <a:pt x="423" y="567"/>
                  </a:lnTo>
                  <a:lnTo>
                    <a:pt x="356" y="505"/>
                  </a:lnTo>
                  <a:lnTo>
                    <a:pt x="264" y="431"/>
                  </a:lnTo>
                  <a:lnTo>
                    <a:pt x="320" y="180"/>
                  </a:lnTo>
                  <a:lnTo>
                    <a:pt x="350" y="115"/>
                  </a:lnTo>
                  <a:lnTo>
                    <a:pt x="358" y="104"/>
                  </a:lnTo>
                  <a:lnTo>
                    <a:pt x="364" y="96"/>
                  </a:lnTo>
                  <a:lnTo>
                    <a:pt x="367" y="91"/>
                  </a:lnTo>
                  <a:lnTo>
                    <a:pt x="374" y="76"/>
                  </a:lnTo>
                  <a:lnTo>
                    <a:pt x="661" y="0"/>
                  </a:lnTo>
                  <a:lnTo>
                    <a:pt x="675" y="5"/>
                  </a:lnTo>
                  <a:lnTo>
                    <a:pt x="681" y="8"/>
                  </a:lnTo>
                  <a:lnTo>
                    <a:pt x="687" y="12"/>
                  </a:lnTo>
                  <a:lnTo>
                    <a:pt x="711" y="45"/>
                  </a:lnTo>
                  <a:lnTo>
                    <a:pt x="716" y="60"/>
                  </a:lnTo>
                  <a:lnTo>
                    <a:pt x="722" y="265"/>
                  </a:lnTo>
                  <a:lnTo>
                    <a:pt x="722" y="273"/>
                  </a:lnTo>
                  <a:lnTo>
                    <a:pt x="708" y="278"/>
                  </a:lnTo>
                  <a:lnTo>
                    <a:pt x="639" y="302"/>
                  </a:lnTo>
                  <a:lnTo>
                    <a:pt x="635" y="306"/>
                  </a:lnTo>
                  <a:lnTo>
                    <a:pt x="629" y="312"/>
                  </a:lnTo>
                  <a:lnTo>
                    <a:pt x="619" y="321"/>
                  </a:lnTo>
                  <a:lnTo>
                    <a:pt x="614" y="327"/>
                  </a:lnTo>
                  <a:lnTo>
                    <a:pt x="600" y="328"/>
                  </a:lnTo>
                  <a:lnTo>
                    <a:pt x="596" y="329"/>
                  </a:lnTo>
                  <a:lnTo>
                    <a:pt x="582" y="330"/>
                  </a:lnTo>
                  <a:lnTo>
                    <a:pt x="568" y="329"/>
                  </a:lnTo>
                  <a:lnTo>
                    <a:pt x="562" y="329"/>
                  </a:lnTo>
                  <a:lnTo>
                    <a:pt x="549" y="328"/>
                  </a:lnTo>
                  <a:lnTo>
                    <a:pt x="513" y="349"/>
                  </a:lnTo>
                  <a:lnTo>
                    <a:pt x="505" y="358"/>
                  </a:lnTo>
                  <a:lnTo>
                    <a:pt x="502" y="362"/>
                  </a:lnTo>
                  <a:lnTo>
                    <a:pt x="496" y="370"/>
                  </a:lnTo>
                  <a:lnTo>
                    <a:pt x="490" y="377"/>
                  </a:lnTo>
                  <a:lnTo>
                    <a:pt x="476" y="395"/>
                  </a:lnTo>
                  <a:lnTo>
                    <a:pt x="462" y="421"/>
                  </a:lnTo>
                  <a:lnTo>
                    <a:pt x="458" y="458"/>
                  </a:lnTo>
                  <a:lnTo>
                    <a:pt x="462" y="502"/>
                  </a:lnTo>
                  <a:lnTo>
                    <a:pt x="500" y="579"/>
                  </a:lnTo>
                  <a:lnTo>
                    <a:pt x="531" y="620"/>
                  </a:lnTo>
                  <a:lnTo>
                    <a:pt x="542" y="636"/>
                  </a:lnTo>
                  <a:lnTo>
                    <a:pt x="580" y="670"/>
                  </a:lnTo>
                  <a:lnTo>
                    <a:pt x="590" y="676"/>
                  </a:lnTo>
                  <a:lnTo>
                    <a:pt x="631" y="697"/>
                  </a:lnTo>
                  <a:lnTo>
                    <a:pt x="635" y="699"/>
                  </a:lnTo>
                  <a:lnTo>
                    <a:pt x="639" y="701"/>
                  </a:lnTo>
                  <a:lnTo>
                    <a:pt x="653" y="707"/>
                  </a:lnTo>
                  <a:lnTo>
                    <a:pt x="659" y="710"/>
                  </a:lnTo>
                  <a:lnTo>
                    <a:pt x="668" y="714"/>
                  </a:lnTo>
                  <a:lnTo>
                    <a:pt x="673" y="71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6992956" y="2184782"/>
              <a:ext cx="2208" cy="2780"/>
            </a:xfrm>
            <a:custGeom>
              <a:avLst/>
              <a:pathLst>
                <a:path w="2208" h="2780">
                  <a:moveTo>
                    <a:pt x="662" y="419"/>
                  </a:moveTo>
                  <a:lnTo>
                    <a:pt x="662" y="431"/>
                  </a:lnTo>
                  <a:lnTo>
                    <a:pt x="660" y="435"/>
                  </a:lnTo>
                  <a:lnTo>
                    <a:pt x="658" y="447"/>
                  </a:lnTo>
                  <a:lnTo>
                    <a:pt x="660" y="454"/>
                  </a:lnTo>
                  <a:lnTo>
                    <a:pt x="659" y="466"/>
                  </a:lnTo>
                  <a:lnTo>
                    <a:pt x="660" y="475"/>
                  </a:lnTo>
                  <a:lnTo>
                    <a:pt x="662" y="510"/>
                  </a:lnTo>
                  <a:lnTo>
                    <a:pt x="693" y="531"/>
                  </a:lnTo>
                  <a:lnTo>
                    <a:pt x="701" y="534"/>
                  </a:lnTo>
                  <a:lnTo>
                    <a:pt x="705" y="536"/>
                  </a:lnTo>
                  <a:lnTo>
                    <a:pt x="713" y="538"/>
                  </a:lnTo>
                  <a:lnTo>
                    <a:pt x="719" y="541"/>
                  </a:lnTo>
                  <a:lnTo>
                    <a:pt x="726" y="546"/>
                  </a:lnTo>
                  <a:lnTo>
                    <a:pt x="732" y="551"/>
                  </a:lnTo>
                  <a:lnTo>
                    <a:pt x="733" y="557"/>
                  </a:lnTo>
                  <a:lnTo>
                    <a:pt x="743" y="563"/>
                  </a:lnTo>
                  <a:lnTo>
                    <a:pt x="773" y="589"/>
                  </a:lnTo>
                  <a:lnTo>
                    <a:pt x="776" y="592"/>
                  </a:lnTo>
                  <a:lnTo>
                    <a:pt x="814" y="624"/>
                  </a:lnTo>
                  <a:lnTo>
                    <a:pt x="836" y="643"/>
                  </a:lnTo>
                  <a:lnTo>
                    <a:pt x="866" y="693"/>
                  </a:lnTo>
                  <a:lnTo>
                    <a:pt x="894" y="763"/>
                  </a:lnTo>
                  <a:lnTo>
                    <a:pt x="885" y="765"/>
                  </a:lnTo>
                  <a:lnTo>
                    <a:pt x="873" y="762"/>
                  </a:lnTo>
                  <a:lnTo>
                    <a:pt x="864" y="763"/>
                  </a:lnTo>
                  <a:lnTo>
                    <a:pt x="854" y="778"/>
                  </a:lnTo>
                  <a:lnTo>
                    <a:pt x="853" y="818"/>
                  </a:lnTo>
                  <a:lnTo>
                    <a:pt x="857" y="831"/>
                  </a:lnTo>
                  <a:lnTo>
                    <a:pt x="922" y="927"/>
                  </a:lnTo>
                  <a:lnTo>
                    <a:pt x="929" y="934"/>
                  </a:lnTo>
                  <a:lnTo>
                    <a:pt x="936" y="942"/>
                  </a:lnTo>
                  <a:lnTo>
                    <a:pt x="950" y="948"/>
                  </a:lnTo>
                  <a:lnTo>
                    <a:pt x="960" y="953"/>
                  </a:lnTo>
                  <a:lnTo>
                    <a:pt x="973" y="959"/>
                  </a:lnTo>
                  <a:lnTo>
                    <a:pt x="988" y="964"/>
                  </a:lnTo>
                  <a:lnTo>
                    <a:pt x="999" y="968"/>
                  </a:lnTo>
                  <a:lnTo>
                    <a:pt x="1009" y="979"/>
                  </a:lnTo>
                  <a:lnTo>
                    <a:pt x="1016" y="984"/>
                  </a:lnTo>
                  <a:lnTo>
                    <a:pt x="1021" y="991"/>
                  </a:lnTo>
                  <a:lnTo>
                    <a:pt x="1025" y="1006"/>
                  </a:lnTo>
                  <a:lnTo>
                    <a:pt x="1033" y="1014"/>
                  </a:lnTo>
                  <a:lnTo>
                    <a:pt x="1068" y="1005"/>
                  </a:lnTo>
                  <a:lnTo>
                    <a:pt x="1079" y="1000"/>
                  </a:lnTo>
                  <a:lnTo>
                    <a:pt x="1080" y="995"/>
                  </a:lnTo>
                  <a:lnTo>
                    <a:pt x="1083" y="986"/>
                  </a:lnTo>
                  <a:lnTo>
                    <a:pt x="1106" y="950"/>
                  </a:lnTo>
                  <a:lnTo>
                    <a:pt x="1111" y="943"/>
                  </a:lnTo>
                  <a:lnTo>
                    <a:pt x="1116" y="935"/>
                  </a:lnTo>
                  <a:lnTo>
                    <a:pt x="1119" y="925"/>
                  </a:lnTo>
                  <a:lnTo>
                    <a:pt x="1122" y="916"/>
                  </a:lnTo>
                  <a:lnTo>
                    <a:pt x="1154" y="868"/>
                  </a:lnTo>
                  <a:lnTo>
                    <a:pt x="1162" y="864"/>
                  </a:lnTo>
                  <a:lnTo>
                    <a:pt x="1169" y="861"/>
                  </a:lnTo>
                  <a:lnTo>
                    <a:pt x="1176" y="857"/>
                  </a:lnTo>
                  <a:lnTo>
                    <a:pt x="1179" y="855"/>
                  </a:lnTo>
                  <a:lnTo>
                    <a:pt x="1182" y="852"/>
                  </a:lnTo>
                  <a:lnTo>
                    <a:pt x="1186" y="854"/>
                  </a:lnTo>
                  <a:lnTo>
                    <a:pt x="1236" y="883"/>
                  </a:lnTo>
                  <a:lnTo>
                    <a:pt x="1246" y="885"/>
                  </a:lnTo>
                  <a:lnTo>
                    <a:pt x="1257" y="895"/>
                  </a:lnTo>
                  <a:lnTo>
                    <a:pt x="1300" y="992"/>
                  </a:lnTo>
                  <a:lnTo>
                    <a:pt x="1309" y="1072"/>
                  </a:lnTo>
                  <a:lnTo>
                    <a:pt x="1304" y="1085"/>
                  </a:lnTo>
                  <a:lnTo>
                    <a:pt x="1294" y="1105"/>
                  </a:lnTo>
                  <a:lnTo>
                    <a:pt x="1289" y="1114"/>
                  </a:lnTo>
                  <a:lnTo>
                    <a:pt x="1275" y="1142"/>
                  </a:lnTo>
                  <a:lnTo>
                    <a:pt x="1272" y="1148"/>
                  </a:lnTo>
                  <a:lnTo>
                    <a:pt x="1269" y="1152"/>
                  </a:lnTo>
                  <a:lnTo>
                    <a:pt x="1251" y="1176"/>
                  </a:lnTo>
                  <a:lnTo>
                    <a:pt x="1197" y="1230"/>
                  </a:lnTo>
                  <a:lnTo>
                    <a:pt x="1065" y="1325"/>
                  </a:lnTo>
                  <a:lnTo>
                    <a:pt x="1035" y="1346"/>
                  </a:lnTo>
                  <a:lnTo>
                    <a:pt x="959" y="1366"/>
                  </a:lnTo>
                  <a:lnTo>
                    <a:pt x="948" y="1364"/>
                  </a:lnTo>
                  <a:lnTo>
                    <a:pt x="921" y="1375"/>
                  </a:lnTo>
                  <a:lnTo>
                    <a:pt x="914" y="1387"/>
                  </a:lnTo>
                  <a:lnTo>
                    <a:pt x="902" y="1488"/>
                  </a:lnTo>
                  <a:lnTo>
                    <a:pt x="903" y="1537"/>
                  </a:lnTo>
                  <a:lnTo>
                    <a:pt x="903" y="1545"/>
                  </a:lnTo>
                  <a:lnTo>
                    <a:pt x="912" y="1562"/>
                  </a:lnTo>
                  <a:lnTo>
                    <a:pt x="919" y="1576"/>
                  </a:lnTo>
                  <a:lnTo>
                    <a:pt x="922" y="1580"/>
                  </a:lnTo>
                  <a:lnTo>
                    <a:pt x="925" y="1587"/>
                  </a:lnTo>
                  <a:lnTo>
                    <a:pt x="941" y="1616"/>
                  </a:lnTo>
                  <a:lnTo>
                    <a:pt x="1030" y="1714"/>
                  </a:lnTo>
                  <a:lnTo>
                    <a:pt x="1035" y="1719"/>
                  </a:lnTo>
                  <a:lnTo>
                    <a:pt x="1061" y="1617"/>
                  </a:lnTo>
                  <a:lnTo>
                    <a:pt x="1084" y="1560"/>
                  </a:lnTo>
                  <a:lnTo>
                    <a:pt x="1094" y="1539"/>
                  </a:lnTo>
                  <a:lnTo>
                    <a:pt x="1097" y="1535"/>
                  </a:lnTo>
                  <a:lnTo>
                    <a:pt x="1108" y="1527"/>
                  </a:lnTo>
                  <a:lnTo>
                    <a:pt x="1121" y="1517"/>
                  </a:lnTo>
                  <a:lnTo>
                    <a:pt x="1128" y="1512"/>
                  </a:lnTo>
                  <a:lnTo>
                    <a:pt x="1140" y="1503"/>
                  </a:lnTo>
                  <a:lnTo>
                    <a:pt x="1159" y="1489"/>
                  </a:lnTo>
                  <a:lnTo>
                    <a:pt x="1202" y="1457"/>
                  </a:lnTo>
                  <a:lnTo>
                    <a:pt x="1224" y="1449"/>
                  </a:lnTo>
                  <a:lnTo>
                    <a:pt x="1228" y="1447"/>
                  </a:lnTo>
                  <a:lnTo>
                    <a:pt x="1256" y="1436"/>
                  </a:lnTo>
                  <a:lnTo>
                    <a:pt x="1260" y="1435"/>
                  </a:lnTo>
                  <a:lnTo>
                    <a:pt x="1285" y="1426"/>
                  </a:lnTo>
                  <a:lnTo>
                    <a:pt x="1293" y="1423"/>
                  </a:lnTo>
                  <a:lnTo>
                    <a:pt x="1412" y="1400"/>
                  </a:lnTo>
                  <a:lnTo>
                    <a:pt x="1450" y="1408"/>
                  </a:lnTo>
                  <a:lnTo>
                    <a:pt x="1455" y="1410"/>
                  </a:lnTo>
                  <a:lnTo>
                    <a:pt x="1483" y="1417"/>
                  </a:lnTo>
                  <a:lnTo>
                    <a:pt x="1505" y="1422"/>
                  </a:lnTo>
                  <a:lnTo>
                    <a:pt x="1535" y="1438"/>
                  </a:lnTo>
                  <a:lnTo>
                    <a:pt x="1679" y="1369"/>
                  </a:lnTo>
                  <a:lnTo>
                    <a:pt x="1685" y="1363"/>
                  </a:lnTo>
                  <a:lnTo>
                    <a:pt x="1690" y="1359"/>
                  </a:lnTo>
                  <a:lnTo>
                    <a:pt x="1693" y="1352"/>
                  </a:lnTo>
                  <a:lnTo>
                    <a:pt x="1698" y="1343"/>
                  </a:lnTo>
                  <a:lnTo>
                    <a:pt x="1703" y="1334"/>
                  </a:lnTo>
                  <a:lnTo>
                    <a:pt x="1706" y="1328"/>
                  </a:lnTo>
                  <a:lnTo>
                    <a:pt x="1719" y="1320"/>
                  </a:lnTo>
                  <a:lnTo>
                    <a:pt x="1734" y="1320"/>
                  </a:lnTo>
                  <a:lnTo>
                    <a:pt x="1745" y="1324"/>
                  </a:lnTo>
                  <a:lnTo>
                    <a:pt x="1760" y="1326"/>
                  </a:lnTo>
                  <a:lnTo>
                    <a:pt x="1769" y="1324"/>
                  </a:lnTo>
                  <a:lnTo>
                    <a:pt x="1775" y="1322"/>
                  </a:lnTo>
                  <a:lnTo>
                    <a:pt x="1780" y="1321"/>
                  </a:lnTo>
                  <a:lnTo>
                    <a:pt x="1794" y="1313"/>
                  </a:lnTo>
                  <a:lnTo>
                    <a:pt x="1804" y="1296"/>
                  </a:lnTo>
                  <a:lnTo>
                    <a:pt x="1816" y="1283"/>
                  </a:lnTo>
                  <a:lnTo>
                    <a:pt x="1823" y="1281"/>
                  </a:lnTo>
                  <a:lnTo>
                    <a:pt x="1829" y="1282"/>
                  </a:lnTo>
                  <a:lnTo>
                    <a:pt x="1837" y="1282"/>
                  </a:lnTo>
                  <a:lnTo>
                    <a:pt x="1855" y="1283"/>
                  </a:lnTo>
                  <a:lnTo>
                    <a:pt x="1866" y="1282"/>
                  </a:lnTo>
                  <a:lnTo>
                    <a:pt x="1885" y="1282"/>
                  </a:lnTo>
                  <a:lnTo>
                    <a:pt x="1889" y="1289"/>
                  </a:lnTo>
                  <a:lnTo>
                    <a:pt x="1894" y="1301"/>
                  </a:lnTo>
                  <a:lnTo>
                    <a:pt x="1890" y="1326"/>
                  </a:lnTo>
                  <a:lnTo>
                    <a:pt x="2129" y="1359"/>
                  </a:lnTo>
                  <a:lnTo>
                    <a:pt x="2135" y="1360"/>
                  </a:lnTo>
                  <a:lnTo>
                    <a:pt x="2140" y="1360"/>
                  </a:lnTo>
                  <a:lnTo>
                    <a:pt x="2149" y="1365"/>
                  </a:lnTo>
                  <a:lnTo>
                    <a:pt x="2156" y="1369"/>
                  </a:lnTo>
                  <a:lnTo>
                    <a:pt x="2168" y="1375"/>
                  </a:lnTo>
                  <a:lnTo>
                    <a:pt x="2173" y="1380"/>
                  </a:lnTo>
                  <a:lnTo>
                    <a:pt x="2180" y="1387"/>
                  </a:lnTo>
                  <a:lnTo>
                    <a:pt x="2183" y="1391"/>
                  </a:lnTo>
                  <a:lnTo>
                    <a:pt x="2205" y="1426"/>
                  </a:lnTo>
                  <a:lnTo>
                    <a:pt x="2207" y="1440"/>
                  </a:lnTo>
                  <a:lnTo>
                    <a:pt x="2208" y="1449"/>
                  </a:lnTo>
                  <a:lnTo>
                    <a:pt x="2203" y="1471"/>
                  </a:lnTo>
                  <a:lnTo>
                    <a:pt x="2202" y="1476"/>
                  </a:lnTo>
                  <a:lnTo>
                    <a:pt x="2199" y="1488"/>
                  </a:lnTo>
                  <a:lnTo>
                    <a:pt x="2107" y="1614"/>
                  </a:lnTo>
                  <a:lnTo>
                    <a:pt x="2097" y="1628"/>
                  </a:lnTo>
                  <a:lnTo>
                    <a:pt x="2038" y="1638"/>
                  </a:lnTo>
                  <a:lnTo>
                    <a:pt x="2016" y="1636"/>
                  </a:lnTo>
                  <a:lnTo>
                    <a:pt x="1988" y="1623"/>
                  </a:lnTo>
                  <a:lnTo>
                    <a:pt x="1984" y="1620"/>
                  </a:lnTo>
                  <a:lnTo>
                    <a:pt x="1980" y="1618"/>
                  </a:lnTo>
                  <a:lnTo>
                    <a:pt x="1974" y="1617"/>
                  </a:lnTo>
                  <a:lnTo>
                    <a:pt x="1969" y="1615"/>
                  </a:lnTo>
                  <a:lnTo>
                    <a:pt x="1931" y="1576"/>
                  </a:lnTo>
                  <a:lnTo>
                    <a:pt x="1927" y="1566"/>
                  </a:lnTo>
                  <a:lnTo>
                    <a:pt x="1925" y="1560"/>
                  </a:lnTo>
                  <a:lnTo>
                    <a:pt x="1920" y="1543"/>
                  </a:lnTo>
                  <a:lnTo>
                    <a:pt x="1914" y="1537"/>
                  </a:lnTo>
                  <a:lnTo>
                    <a:pt x="1902" y="1529"/>
                  </a:lnTo>
                  <a:lnTo>
                    <a:pt x="1882" y="1524"/>
                  </a:lnTo>
                  <a:lnTo>
                    <a:pt x="1870" y="1524"/>
                  </a:lnTo>
                  <a:lnTo>
                    <a:pt x="1861" y="1532"/>
                  </a:lnTo>
                  <a:lnTo>
                    <a:pt x="1822" y="1566"/>
                  </a:lnTo>
                  <a:lnTo>
                    <a:pt x="1791" y="1594"/>
                  </a:lnTo>
                  <a:lnTo>
                    <a:pt x="1727" y="1650"/>
                  </a:lnTo>
                  <a:lnTo>
                    <a:pt x="1459" y="1832"/>
                  </a:lnTo>
                  <a:lnTo>
                    <a:pt x="1453" y="1839"/>
                  </a:lnTo>
                  <a:lnTo>
                    <a:pt x="1447" y="1841"/>
                  </a:lnTo>
                  <a:lnTo>
                    <a:pt x="1441" y="1844"/>
                  </a:lnTo>
                  <a:lnTo>
                    <a:pt x="1432" y="1850"/>
                  </a:lnTo>
                  <a:lnTo>
                    <a:pt x="1426" y="1855"/>
                  </a:lnTo>
                  <a:lnTo>
                    <a:pt x="1398" y="1926"/>
                  </a:lnTo>
                  <a:lnTo>
                    <a:pt x="1402" y="1936"/>
                  </a:lnTo>
                  <a:lnTo>
                    <a:pt x="1407" y="1942"/>
                  </a:lnTo>
                  <a:lnTo>
                    <a:pt x="1410" y="1949"/>
                  </a:lnTo>
                  <a:lnTo>
                    <a:pt x="1414" y="1964"/>
                  </a:lnTo>
                  <a:lnTo>
                    <a:pt x="1426" y="1993"/>
                  </a:lnTo>
                  <a:lnTo>
                    <a:pt x="1431" y="1999"/>
                  </a:lnTo>
                  <a:lnTo>
                    <a:pt x="1436" y="2003"/>
                  </a:lnTo>
                  <a:lnTo>
                    <a:pt x="1440" y="2009"/>
                  </a:lnTo>
                  <a:lnTo>
                    <a:pt x="1449" y="2013"/>
                  </a:lnTo>
                  <a:lnTo>
                    <a:pt x="1456" y="2017"/>
                  </a:lnTo>
                  <a:lnTo>
                    <a:pt x="1466" y="2022"/>
                  </a:lnTo>
                  <a:lnTo>
                    <a:pt x="1483" y="2002"/>
                  </a:lnTo>
                  <a:lnTo>
                    <a:pt x="1489" y="1994"/>
                  </a:lnTo>
                  <a:lnTo>
                    <a:pt x="1502" y="1972"/>
                  </a:lnTo>
                  <a:lnTo>
                    <a:pt x="1571" y="2102"/>
                  </a:lnTo>
                  <a:lnTo>
                    <a:pt x="1778" y="2534"/>
                  </a:lnTo>
                  <a:lnTo>
                    <a:pt x="1779" y="2539"/>
                  </a:lnTo>
                  <a:lnTo>
                    <a:pt x="1791" y="2577"/>
                  </a:lnTo>
                  <a:lnTo>
                    <a:pt x="1792" y="2582"/>
                  </a:lnTo>
                  <a:lnTo>
                    <a:pt x="1794" y="2593"/>
                  </a:lnTo>
                  <a:lnTo>
                    <a:pt x="1794" y="2606"/>
                  </a:lnTo>
                  <a:lnTo>
                    <a:pt x="1784" y="2620"/>
                  </a:lnTo>
                  <a:lnTo>
                    <a:pt x="1778" y="2627"/>
                  </a:lnTo>
                  <a:lnTo>
                    <a:pt x="1730" y="2625"/>
                  </a:lnTo>
                  <a:lnTo>
                    <a:pt x="1629" y="2529"/>
                  </a:lnTo>
                  <a:lnTo>
                    <a:pt x="1554" y="2456"/>
                  </a:lnTo>
                  <a:lnTo>
                    <a:pt x="1545" y="2440"/>
                  </a:lnTo>
                  <a:lnTo>
                    <a:pt x="1534" y="2430"/>
                  </a:lnTo>
                  <a:lnTo>
                    <a:pt x="1527" y="2424"/>
                  </a:lnTo>
                  <a:lnTo>
                    <a:pt x="1509" y="2409"/>
                  </a:lnTo>
                  <a:lnTo>
                    <a:pt x="1482" y="2388"/>
                  </a:lnTo>
                  <a:lnTo>
                    <a:pt x="1453" y="2360"/>
                  </a:lnTo>
                  <a:lnTo>
                    <a:pt x="1442" y="2347"/>
                  </a:lnTo>
                  <a:lnTo>
                    <a:pt x="1437" y="2344"/>
                  </a:lnTo>
                  <a:lnTo>
                    <a:pt x="1428" y="2336"/>
                  </a:lnTo>
                  <a:lnTo>
                    <a:pt x="1324" y="2222"/>
                  </a:lnTo>
                  <a:lnTo>
                    <a:pt x="1320" y="2185"/>
                  </a:lnTo>
                  <a:lnTo>
                    <a:pt x="1315" y="2180"/>
                  </a:lnTo>
                  <a:lnTo>
                    <a:pt x="1312" y="2177"/>
                  </a:lnTo>
                  <a:lnTo>
                    <a:pt x="1307" y="2174"/>
                  </a:lnTo>
                  <a:lnTo>
                    <a:pt x="1281" y="2162"/>
                  </a:lnTo>
                  <a:lnTo>
                    <a:pt x="1270" y="2158"/>
                  </a:lnTo>
                  <a:lnTo>
                    <a:pt x="1264" y="2160"/>
                  </a:lnTo>
                  <a:lnTo>
                    <a:pt x="1260" y="2162"/>
                  </a:lnTo>
                  <a:lnTo>
                    <a:pt x="1261" y="2168"/>
                  </a:lnTo>
                  <a:lnTo>
                    <a:pt x="1252" y="2171"/>
                  </a:lnTo>
                  <a:lnTo>
                    <a:pt x="1250" y="2176"/>
                  </a:lnTo>
                  <a:lnTo>
                    <a:pt x="1246" y="2179"/>
                  </a:lnTo>
                  <a:lnTo>
                    <a:pt x="1242" y="2185"/>
                  </a:lnTo>
                  <a:lnTo>
                    <a:pt x="1239" y="2189"/>
                  </a:lnTo>
                  <a:lnTo>
                    <a:pt x="1231" y="2192"/>
                  </a:lnTo>
                  <a:lnTo>
                    <a:pt x="1224" y="2192"/>
                  </a:lnTo>
                  <a:lnTo>
                    <a:pt x="1221" y="2198"/>
                  </a:lnTo>
                  <a:lnTo>
                    <a:pt x="1205" y="2215"/>
                  </a:lnTo>
                  <a:lnTo>
                    <a:pt x="1209" y="2232"/>
                  </a:lnTo>
                  <a:lnTo>
                    <a:pt x="1209" y="2237"/>
                  </a:lnTo>
                  <a:lnTo>
                    <a:pt x="1211" y="2243"/>
                  </a:lnTo>
                  <a:lnTo>
                    <a:pt x="1204" y="2268"/>
                  </a:lnTo>
                  <a:lnTo>
                    <a:pt x="1205" y="2295"/>
                  </a:lnTo>
                  <a:lnTo>
                    <a:pt x="1204" y="2301"/>
                  </a:lnTo>
                  <a:lnTo>
                    <a:pt x="1204" y="2315"/>
                  </a:lnTo>
                  <a:lnTo>
                    <a:pt x="1204" y="2325"/>
                  </a:lnTo>
                  <a:lnTo>
                    <a:pt x="1196" y="2354"/>
                  </a:lnTo>
                  <a:lnTo>
                    <a:pt x="1195" y="2371"/>
                  </a:lnTo>
                  <a:lnTo>
                    <a:pt x="1224" y="2391"/>
                  </a:lnTo>
                  <a:lnTo>
                    <a:pt x="1236" y="2396"/>
                  </a:lnTo>
                  <a:lnTo>
                    <a:pt x="1255" y="2412"/>
                  </a:lnTo>
                  <a:lnTo>
                    <a:pt x="1325" y="2581"/>
                  </a:lnTo>
                  <a:lnTo>
                    <a:pt x="1332" y="2629"/>
                  </a:lnTo>
                  <a:lnTo>
                    <a:pt x="1335" y="2642"/>
                  </a:lnTo>
                  <a:lnTo>
                    <a:pt x="1334" y="2649"/>
                  </a:lnTo>
                  <a:lnTo>
                    <a:pt x="1335" y="2672"/>
                  </a:lnTo>
                  <a:lnTo>
                    <a:pt x="1330" y="2748"/>
                  </a:lnTo>
                  <a:lnTo>
                    <a:pt x="1317" y="2774"/>
                  </a:lnTo>
                  <a:lnTo>
                    <a:pt x="1315" y="2780"/>
                  </a:lnTo>
                  <a:lnTo>
                    <a:pt x="1293" y="2772"/>
                  </a:lnTo>
                  <a:lnTo>
                    <a:pt x="1290" y="2767"/>
                  </a:lnTo>
                  <a:lnTo>
                    <a:pt x="1282" y="2760"/>
                  </a:lnTo>
                  <a:lnTo>
                    <a:pt x="1276" y="2749"/>
                  </a:lnTo>
                  <a:lnTo>
                    <a:pt x="1261" y="2735"/>
                  </a:lnTo>
                  <a:lnTo>
                    <a:pt x="1250" y="2729"/>
                  </a:lnTo>
                  <a:lnTo>
                    <a:pt x="1242" y="2722"/>
                  </a:lnTo>
                  <a:lnTo>
                    <a:pt x="1224" y="2704"/>
                  </a:lnTo>
                  <a:lnTo>
                    <a:pt x="1194" y="2668"/>
                  </a:lnTo>
                  <a:lnTo>
                    <a:pt x="1160" y="2598"/>
                  </a:lnTo>
                  <a:lnTo>
                    <a:pt x="1156" y="2582"/>
                  </a:lnTo>
                  <a:lnTo>
                    <a:pt x="1151" y="2571"/>
                  </a:lnTo>
                  <a:lnTo>
                    <a:pt x="1145" y="2557"/>
                  </a:lnTo>
                  <a:lnTo>
                    <a:pt x="1139" y="2546"/>
                  </a:lnTo>
                  <a:lnTo>
                    <a:pt x="1135" y="2541"/>
                  </a:lnTo>
                  <a:lnTo>
                    <a:pt x="1129" y="2534"/>
                  </a:lnTo>
                  <a:lnTo>
                    <a:pt x="1122" y="2533"/>
                  </a:lnTo>
                  <a:lnTo>
                    <a:pt x="1114" y="2532"/>
                  </a:lnTo>
                  <a:lnTo>
                    <a:pt x="1110" y="2535"/>
                  </a:lnTo>
                  <a:lnTo>
                    <a:pt x="1107" y="2544"/>
                  </a:lnTo>
                  <a:lnTo>
                    <a:pt x="1102" y="2554"/>
                  </a:lnTo>
                  <a:lnTo>
                    <a:pt x="1096" y="2557"/>
                  </a:lnTo>
                  <a:lnTo>
                    <a:pt x="1089" y="2558"/>
                  </a:lnTo>
                  <a:lnTo>
                    <a:pt x="1082" y="2559"/>
                  </a:lnTo>
                  <a:lnTo>
                    <a:pt x="1061" y="2576"/>
                  </a:lnTo>
                  <a:lnTo>
                    <a:pt x="1048" y="2592"/>
                  </a:lnTo>
                  <a:lnTo>
                    <a:pt x="1044" y="2595"/>
                  </a:lnTo>
                  <a:lnTo>
                    <a:pt x="1029" y="2611"/>
                  </a:lnTo>
                  <a:lnTo>
                    <a:pt x="1012" y="2657"/>
                  </a:lnTo>
                  <a:lnTo>
                    <a:pt x="973" y="2715"/>
                  </a:lnTo>
                  <a:lnTo>
                    <a:pt x="955" y="2736"/>
                  </a:lnTo>
                  <a:lnTo>
                    <a:pt x="930" y="2742"/>
                  </a:lnTo>
                  <a:lnTo>
                    <a:pt x="910" y="2746"/>
                  </a:lnTo>
                  <a:lnTo>
                    <a:pt x="903" y="2748"/>
                  </a:lnTo>
                  <a:lnTo>
                    <a:pt x="871" y="2756"/>
                  </a:lnTo>
                  <a:lnTo>
                    <a:pt x="864" y="2756"/>
                  </a:lnTo>
                  <a:lnTo>
                    <a:pt x="861" y="2752"/>
                  </a:lnTo>
                  <a:lnTo>
                    <a:pt x="855" y="2744"/>
                  </a:lnTo>
                  <a:lnTo>
                    <a:pt x="852" y="2739"/>
                  </a:lnTo>
                  <a:lnTo>
                    <a:pt x="855" y="2736"/>
                  </a:lnTo>
                  <a:lnTo>
                    <a:pt x="855" y="2720"/>
                  </a:lnTo>
                  <a:lnTo>
                    <a:pt x="858" y="2711"/>
                  </a:lnTo>
                  <a:lnTo>
                    <a:pt x="863" y="2704"/>
                  </a:lnTo>
                  <a:lnTo>
                    <a:pt x="852" y="2700"/>
                  </a:lnTo>
                  <a:lnTo>
                    <a:pt x="837" y="2691"/>
                  </a:lnTo>
                  <a:lnTo>
                    <a:pt x="828" y="2687"/>
                  </a:lnTo>
                  <a:lnTo>
                    <a:pt x="822" y="2683"/>
                  </a:lnTo>
                  <a:lnTo>
                    <a:pt x="816" y="2679"/>
                  </a:lnTo>
                  <a:lnTo>
                    <a:pt x="812" y="2667"/>
                  </a:lnTo>
                  <a:lnTo>
                    <a:pt x="812" y="2662"/>
                  </a:lnTo>
                  <a:lnTo>
                    <a:pt x="804" y="2657"/>
                  </a:lnTo>
                  <a:lnTo>
                    <a:pt x="796" y="2632"/>
                  </a:lnTo>
                  <a:lnTo>
                    <a:pt x="785" y="2624"/>
                  </a:lnTo>
                  <a:lnTo>
                    <a:pt x="772" y="2622"/>
                  </a:lnTo>
                  <a:lnTo>
                    <a:pt x="760" y="2625"/>
                  </a:lnTo>
                  <a:lnTo>
                    <a:pt x="748" y="2629"/>
                  </a:lnTo>
                  <a:lnTo>
                    <a:pt x="746" y="2640"/>
                  </a:lnTo>
                  <a:lnTo>
                    <a:pt x="744" y="2647"/>
                  </a:lnTo>
                  <a:lnTo>
                    <a:pt x="738" y="2653"/>
                  </a:lnTo>
                  <a:lnTo>
                    <a:pt x="722" y="2681"/>
                  </a:lnTo>
                  <a:lnTo>
                    <a:pt x="710" y="2686"/>
                  </a:lnTo>
                  <a:lnTo>
                    <a:pt x="704" y="2685"/>
                  </a:lnTo>
                  <a:lnTo>
                    <a:pt x="696" y="2684"/>
                  </a:lnTo>
                  <a:lnTo>
                    <a:pt x="684" y="2686"/>
                  </a:lnTo>
                  <a:lnTo>
                    <a:pt x="671" y="2687"/>
                  </a:lnTo>
                  <a:lnTo>
                    <a:pt x="650" y="2686"/>
                  </a:lnTo>
                  <a:lnTo>
                    <a:pt x="641" y="2685"/>
                  </a:lnTo>
                  <a:lnTo>
                    <a:pt x="623" y="2684"/>
                  </a:lnTo>
                  <a:lnTo>
                    <a:pt x="605" y="2682"/>
                  </a:lnTo>
                  <a:lnTo>
                    <a:pt x="590" y="2679"/>
                  </a:lnTo>
                  <a:lnTo>
                    <a:pt x="581" y="2677"/>
                  </a:lnTo>
                  <a:lnTo>
                    <a:pt x="570" y="2667"/>
                  </a:lnTo>
                  <a:lnTo>
                    <a:pt x="564" y="2659"/>
                  </a:lnTo>
                  <a:lnTo>
                    <a:pt x="559" y="2653"/>
                  </a:lnTo>
                  <a:lnTo>
                    <a:pt x="554" y="2635"/>
                  </a:lnTo>
                  <a:lnTo>
                    <a:pt x="528" y="2624"/>
                  </a:lnTo>
                  <a:lnTo>
                    <a:pt x="509" y="2616"/>
                  </a:lnTo>
                  <a:lnTo>
                    <a:pt x="491" y="2613"/>
                  </a:lnTo>
                  <a:lnTo>
                    <a:pt x="478" y="2609"/>
                  </a:lnTo>
                  <a:lnTo>
                    <a:pt x="472" y="2603"/>
                  </a:lnTo>
                  <a:lnTo>
                    <a:pt x="468" y="2597"/>
                  </a:lnTo>
                  <a:lnTo>
                    <a:pt x="462" y="2579"/>
                  </a:lnTo>
                  <a:lnTo>
                    <a:pt x="449" y="2564"/>
                  </a:lnTo>
                  <a:lnTo>
                    <a:pt x="445" y="2558"/>
                  </a:lnTo>
                  <a:lnTo>
                    <a:pt x="437" y="2545"/>
                  </a:lnTo>
                  <a:lnTo>
                    <a:pt x="424" y="2531"/>
                  </a:lnTo>
                  <a:lnTo>
                    <a:pt x="423" y="2525"/>
                  </a:lnTo>
                  <a:lnTo>
                    <a:pt x="419" y="2510"/>
                  </a:lnTo>
                  <a:lnTo>
                    <a:pt x="417" y="2504"/>
                  </a:lnTo>
                  <a:lnTo>
                    <a:pt x="414" y="2500"/>
                  </a:lnTo>
                  <a:lnTo>
                    <a:pt x="415" y="2495"/>
                  </a:lnTo>
                  <a:lnTo>
                    <a:pt x="418" y="2481"/>
                  </a:lnTo>
                  <a:lnTo>
                    <a:pt x="419" y="2454"/>
                  </a:lnTo>
                  <a:lnTo>
                    <a:pt x="415" y="2441"/>
                  </a:lnTo>
                  <a:lnTo>
                    <a:pt x="436" y="2374"/>
                  </a:lnTo>
                  <a:lnTo>
                    <a:pt x="461" y="2339"/>
                  </a:lnTo>
                  <a:lnTo>
                    <a:pt x="475" y="2329"/>
                  </a:lnTo>
                  <a:lnTo>
                    <a:pt x="482" y="2323"/>
                  </a:lnTo>
                  <a:lnTo>
                    <a:pt x="521" y="2315"/>
                  </a:lnTo>
                  <a:lnTo>
                    <a:pt x="531" y="2315"/>
                  </a:lnTo>
                  <a:lnTo>
                    <a:pt x="538" y="2313"/>
                  </a:lnTo>
                  <a:lnTo>
                    <a:pt x="544" y="2312"/>
                  </a:lnTo>
                  <a:lnTo>
                    <a:pt x="557" y="2307"/>
                  </a:lnTo>
                  <a:lnTo>
                    <a:pt x="672" y="2205"/>
                  </a:lnTo>
                  <a:lnTo>
                    <a:pt x="679" y="2200"/>
                  </a:lnTo>
                  <a:lnTo>
                    <a:pt x="728" y="1754"/>
                  </a:lnTo>
                  <a:lnTo>
                    <a:pt x="730" y="1747"/>
                  </a:lnTo>
                  <a:lnTo>
                    <a:pt x="730" y="1740"/>
                  </a:lnTo>
                  <a:lnTo>
                    <a:pt x="731" y="1725"/>
                  </a:lnTo>
                  <a:lnTo>
                    <a:pt x="736" y="1678"/>
                  </a:lnTo>
                  <a:lnTo>
                    <a:pt x="735" y="1647"/>
                  </a:lnTo>
                  <a:lnTo>
                    <a:pt x="733" y="1574"/>
                  </a:lnTo>
                  <a:lnTo>
                    <a:pt x="726" y="1327"/>
                  </a:lnTo>
                  <a:lnTo>
                    <a:pt x="726" y="1321"/>
                  </a:lnTo>
                  <a:lnTo>
                    <a:pt x="724" y="1307"/>
                  </a:lnTo>
                  <a:lnTo>
                    <a:pt x="722" y="1302"/>
                  </a:lnTo>
                  <a:lnTo>
                    <a:pt x="700" y="1176"/>
                  </a:lnTo>
                  <a:lnTo>
                    <a:pt x="646" y="1007"/>
                  </a:lnTo>
                  <a:lnTo>
                    <a:pt x="647" y="1002"/>
                  </a:lnTo>
                  <a:lnTo>
                    <a:pt x="651" y="996"/>
                  </a:lnTo>
                  <a:lnTo>
                    <a:pt x="654" y="990"/>
                  </a:lnTo>
                  <a:lnTo>
                    <a:pt x="653" y="984"/>
                  </a:lnTo>
                  <a:lnTo>
                    <a:pt x="649" y="976"/>
                  </a:lnTo>
                  <a:lnTo>
                    <a:pt x="641" y="969"/>
                  </a:lnTo>
                  <a:lnTo>
                    <a:pt x="636" y="967"/>
                  </a:lnTo>
                  <a:lnTo>
                    <a:pt x="625" y="966"/>
                  </a:lnTo>
                  <a:lnTo>
                    <a:pt x="619" y="969"/>
                  </a:lnTo>
                  <a:lnTo>
                    <a:pt x="610" y="974"/>
                  </a:lnTo>
                  <a:lnTo>
                    <a:pt x="606" y="976"/>
                  </a:lnTo>
                  <a:lnTo>
                    <a:pt x="553" y="943"/>
                  </a:lnTo>
                  <a:lnTo>
                    <a:pt x="536" y="936"/>
                  </a:lnTo>
                  <a:lnTo>
                    <a:pt x="452" y="901"/>
                  </a:lnTo>
                  <a:lnTo>
                    <a:pt x="446" y="902"/>
                  </a:lnTo>
                  <a:lnTo>
                    <a:pt x="442" y="903"/>
                  </a:lnTo>
                  <a:lnTo>
                    <a:pt x="436" y="905"/>
                  </a:lnTo>
                  <a:lnTo>
                    <a:pt x="434" y="909"/>
                  </a:lnTo>
                  <a:lnTo>
                    <a:pt x="424" y="916"/>
                  </a:lnTo>
                  <a:lnTo>
                    <a:pt x="420" y="918"/>
                  </a:lnTo>
                  <a:lnTo>
                    <a:pt x="411" y="922"/>
                  </a:lnTo>
                  <a:lnTo>
                    <a:pt x="405" y="923"/>
                  </a:lnTo>
                  <a:lnTo>
                    <a:pt x="396" y="929"/>
                  </a:lnTo>
                  <a:lnTo>
                    <a:pt x="396" y="938"/>
                  </a:lnTo>
                  <a:lnTo>
                    <a:pt x="396" y="946"/>
                  </a:lnTo>
                  <a:lnTo>
                    <a:pt x="397" y="950"/>
                  </a:lnTo>
                  <a:lnTo>
                    <a:pt x="398" y="1021"/>
                  </a:lnTo>
                  <a:lnTo>
                    <a:pt x="398" y="1108"/>
                  </a:lnTo>
                  <a:lnTo>
                    <a:pt x="398" y="1159"/>
                  </a:lnTo>
                  <a:lnTo>
                    <a:pt x="387" y="1176"/>
                  </a:lnTo>
                  <a:lnTo>
                    <a:pt x="358" y="1197"/>
                  </a:lnTo>
                  <a:lnTo>
                    <a:pt x="176" y="1307"/>
                  </a:lnTo>
                  <a:lnTo>
                    <a:pt x="31" y="1311"/>
                  </a:lnTo>
                  <a:lnTo>
                    <a:pt x="7" y="1302"/>
                  </a:lnTo>
                  <a:lnTo>
                    <a:pt x="2" y="1290"/>
                  </a:lnTo>
                  <a:lnTo>
                    <a:pt x="2" y="1285"/>
                  </a:lnTo>
                  <a:lnTo>
                    <a:pt x="2" y="1280"/>
                  </a:lnTo>
                  <a:lnTo>
                    <a:pt x="2" y="1273"/>
                  </a:lnTo>
                  <a:lnTo>
                    <a:pt x="2" y="1264"/>
                  </a:lnTo>
                  <a:lnTo>
                    <a:pt x="1" y="1258"/>
                  </a:lnTo>
                  <a:lnTo>
                    <a:pt x="2" y="1250"/>
                  </a:lnTo>
                  <a:lnTo>
                    <a:pt x="1" y="1236"/>
                  </a:lnTo>
                  <a:lnTo>
                    <a:pt x="1" y="1230"/>
                  </a:lnTo>
                  <a:lnTo>
                    <a:pt x="0" y="1222"/>
                  </a:lnTo>
                  <a:lnTo>
                    <a:pt x="0" y="1053"/>
                  </a:lnTo>
                  <a:lnTo>
                    <a:pt x="0" y="1022"/>
                  </a:lnTo>
                  <a:lnTo>
                    <a:pt x="0" y="1011"/>
                  </a:lnTo>
                  <a:lnTo>
                    <a:pt x="32" y="945"/>
                  </a:lnTo>
                  <a:lnTo>
                    <a:pt x="49" y="911"/>
                  </a:lnTo>
                  <a:lnTo>
                    <a:pt x="58" y="893"/>
                  </a:lnTo>
                  <a:lnTo>
                    <a:pt x="62" y="887"/>
                  </a:lnTo>
                  <a:lnTo>
                    <a:pt x="65" y="880"/>
                  </a:lnTo>
                  <a:lnTo>
                    <a:pt x="67" y="875"/>
                  </a:lnTo>
                  <a:lnTo>
                    <a:pt x="75" y="866"/>
                  </a:lnTo>
                  <a:lnTo>
                    <a:pt x="80" y="860"/>
                  </a:lnTo>
                  <a:lnTo>
                    <a:pt x="84" y="856"/>
                  </a:lnTo>
                  <a:lnTo>
                    <a:pt x="91" y="849"/>
                  </a:lnTo>
                  <a:lnTo>
                    <a:pt x="95" y="838"/>
                  </a:lnTo>
                  <a:lnTo>
                    <a:pt x="134" y="793"/>
                  </a:lnTo>
                  <a:lnTo>
                    <a:pt x="144" y="785"/>
                  </a:lnTo>
                  <a:lnTo>
                    <a:pt x="149" y="781"/>
                  </a:lnTo>
                  <a:lnTo>
                    <a:pt x="155" y="773"/>
                  </a:lnTo>
                  <a:lnTo>
                    <a:pt x="160" y="764"/>
                  </a:lnTo>
                  <a:lnTo>
                    <a:pt x="164" y="755"/>
                  </a:lnTo>
                  <a:lnTo>
                    <a:pt x="169" y="748"/>
                  </a:lnTo>
                  <a:lnTo>
                    <a:pt x="228" y="717"/>
                  </a:lnTo>
                  <a:lnTo>
                    <a:pt x="242" y="708"/>
                  </a:lnTo>
                  <a:lnTo>
                    <a:pt x="278" y="719"/>
                  </a:lnTo>
                  <a:lnTo>
                    <a:pt x="309" y="709"/>
                  </a:lnTo>
                  <a:lnTo>
                    <a:pt x="316" y="684"/>
                  </a:lnTo>
                  <a:lnTo>
                    <a:pt x="320" y="669"/>
                  </a:lnTo>
                  <a:lnTo>
                    <a:pt x="321" y="665"/>
                  </a:lnTo>
                  <a:lnTo>
                    <a:pt x="320" y="646"/>
                  </a:lnTo>
                  <a:lnTo>
                    <a:pt x="316" y="632"/>
                  </a:lnTo>
                  <a:lnTo>
                    <a:pt x="314" y="628"/>
                  </a:lnTo>
                  <a:lnTo>
                    <a:pt x="275" y="454"/>
                  </a:lnTo>
                  <a:lnTo>
                    <a:pt x="272" y="444"/>
                  </a:lnTo>
                  <a:lnTo>
                    <a:pt x="267" y="435"/>
                  </a:lnTo>
                  <a:lnTo>
                    <a:pt x="256" y="429"/>
                  </a:lnTo>
                  <a:lnTo>
                    <a:pt x="248" y="427"/>
                  </a:lnTo>
                  <a:lnTo>
                    <a:pt x="237" y="423"/>
                  </a:lnTo>
                  <a:lnTo>
                    <a:pt x="231" y="419"/>
                  </a:lnTo>
                  <a:lnTo>
                    <a:pt x="215" y="413"/>
                  </a:lnTo>
                  <a:lnTo>
                    <a:pt x="202" y="408"/>
                  </a:lnTo>
                  <a:lnTo>
                    <a:pt x="184" y="402"/>
                  </a:lnTo>
                  <a:lnTo>
                    <a:pt x="177" y="394"/>
                  </a:lnTo>
                  <a:lnTo>
                    <a:pt x="173" y="383"/>
                  </a:lnTo>
                  <a:lnTo>
                    <a:pt x="169" y="379"/>
                  </a:lnTo>
                  <a:lnTo>
                    <a:pt x="162" y="376"/>
                  </a:lnTo>
                  <a:lnTo>
                    <a:pt x="155" y="384"/>
                  </a:lnTo>
                  <a:lnTo>
                    <a:pt x="154" y="390"/>
                  </a:lnTo>
                  <a:lnTo>
                    <a:pt x="150" y="389"/>
                  </a:lnTo>
                  <a:lnTo>
                    <a:pt x="146" y="384"/>
                  </a:lnTo>
                  <a:lnTo>
                    <a:pt x="135" y="377"/>
                  </a:lnTo>
                  <a:lnTo>
                    <a:pt x="114" y="360"/>
                  </a:lnTo>
                  <a:lnTo>
                    <a:pt x="110" y="354"/>
                  </a:lnTo>
                  <a:lnTo>
                    <a:pt x="104" y="351"/>
                  </a:lnTo>
                  <a:lnTo>
                    <a:pt x="103" y="323"/>
                  </a:lnTo>
                  <a:lnTo>
                    <a:pt x="102" y="308"/>
                  </a:lnTo>
                  <a:lnTo>
                    <a:pt x="107" y="304"/>
                  </a:lnTo>
                  <a:lnTo>
                    <a:pt x="157" y="261"/>
                  </a:lnTo>
                  <a:lnTo>
                    <a:pt x="161" y="258"/>
                  </a:lnTo>
                  <a:lnTo>
                    <a:pt x="179" y="242"/>
                  </a:lnTo>
                  <a:lnTo>
                    <a:pt x="184" y="238"/>
                  </a:lnTo>
                  <a:lnTo>
                    <a:pt x="260" y="204"/>
                  </a:lnTo>
                  <a:lnTo>
                    <a:pt x="265" y="202"/>
                  </a:lnTo>
                  <a:lnTo>
                    <a:pt x="533" y="65"/>
                  </a:lnTo>
                  <a:lnTo>
                    <a:pt x="535" y="59"/>
                  </a:lnTo>
                  <a:lnTo>
                    <a:pt x="553" y="25"/>
                  </a:lnTo>
                  <a:lnTo>
                    <a:pt x="558" y="22"/>
                  </a:lnTo>
                  <a:lnTo>
                    <a:pt x="563" y="19"/>
                  </a:lnTo>
                  <a:lnTo>
                    <a:pt x="568" y="10"/>
                  </a:lnTo>
                  <a:lnTo>
                    <a:pt x="578" y="0"/>
                  </a:lnTo>
                  <a:lnTo>
                    <a:pt x="715" y="98"/>
                  </a:lnTo>
                  <a:lnTo>
                    <a:pt x="721" y="103"/>
                  </a:lnTo>
                  <a:lnTo>
                    <a:pt x="739" y="117"/>
                  </a:lnTo>
                  <a:lnTo>
                    <a:pt x="742" y="122"/>
                  </a:lnTo>
                  <a:lnTo>
                    <a:pt x="744" y="127"/>
                  </a:lnTo>
                  <a:lnTo>
                    <a:pt x="755" y="148"/>
                  </a:lnTo>
                  <a:lnTo>
                    <a:pt x="758" y="153"/>
                  </a:lnTo>
                  <a:lnTo>
                    <a:pt x="759" y="158"/>
                  </a:lnTo>
                  <a:lnTo>
                    <a:pt x="766" y="172"/>
                  </a:lnTo>
                  <a:lnTo>
                    <a:pt x="769" y="188"/>
                  </a:lnTo>
                  <a:lnTo>
                    <a:pt x="766" y="199"/>
                  </a:lnTo>
                  <a:lnTo>
                    <a:pt x="765" y="210"/>
                  </a:lnTo>
                  <a:lnTo>
                    <a:pt x="764" y="219"/>
                  </a:lnTo>
                  <a:lnTo>
                    <a:pt x="761" y="228"/>
                  </a:lnTo>
                  <a:lnTo>
                    <a:pt x="745" y="262"/>
                  </a:lnTo>
                  <a:lnTo>
                    <a:pt x="728" y="301"/>
                  </a:lnTo>
                  <a:lnTo>
                    <a:pt x="721" y="306"/>
                  </a:lnTo>
                  <a:lnTo>
                    <a:pt x="703" y="314"/>
                  </a:lnTo>
                  <a:lnTo>
                    <a:pt x="702" y="319"/>
                  </a:lnTo>
                  <a:lnTo>
                    <a:pt x="694" y="322"/>
                  </a:lnTo>
                  <a:lnTo>
                    <a:pt x="687" y="323"/>
                  </a:lnTo>
                  <a:lnTo>
                    <a:pt x="674" y="348"/>
                  </a:lnTo>
                  <a:lnTo>
                    <a:pt x="665" y="366"/>
                  </a:lnTo>
                  <a:lnTo>
                    <a:pt x="661" y="413"/>
                  </a:lnTo>
                  <a:lnTo>
                    <a:pt x="662" y="4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6972768" y="2182657"/>
              <a:ext cx="378" cy="564"/>
            </a:xfrm>
            <a:custGeom>
              <a:avLst/>
              <a:pathLst>
                <a:path w="378" h="564">
                  <a:moveTo>
                    <a:pt x="184" y="535"/>
                  </a:moveTo>
                  <a:lnTo>
                    <a:pt x="45" y="564"/>
                  </a:lnTo>
                  <a:lnTo>
                    <a:pt x="24" y="556"/>
                  </a:lnTo>
                  <a:lnTo>
                    <a:pt x="3" y="516"/>
                  </a:lnTo>
                  <a:lnTo>
                    <a:pt x="0" y="438"/>
                  </a:lnTo>
                  <a:lnTo>
                    <a:pt x="17" y="414"/>
                  </a:lnTo>
                  <a:lnTo>
                    <a:pt x="42" y="396"/>
                  </a:lnTo>
                  <a:lnTo>
                    <a:pt x="90" y="395"/>
                  </a:lnTo>
                  <a:lnTo>
                    <a:pt x="150" y="382"/>
                  </a:lnTo>
                  <a:lnTo>
                    <a:pt x="196" y="309"/>
                  </a:lnTo>
                  <a:lnTo>
                    <a:pt x="81" y="147"/>
                  </a:lnTo>
                  <a:lnTo>
                    <a:pt x="155" y="0"/>
                  </a:lnTo>
                  <a:lnTo>
                    <a:pt x="170" y="1"/>
                  </a:lnTo>
                  <a:lnTo>
                    <a:pt x="240" y="217"/>
                  </a:lnTo>
                  <a:lnTo>
                    <a:pt x="289" y="243"/>
                  </a:lnTo>
                  <a:lnTo>
                    <a:pt x="341" y="250"/>
                  </a:lnTo>
                  <a:lnTo>
                    <a:pt x="370" y="273"/>
                  </a:lnTo>
                  <a:lnTo>
                    <a:pt x="378" y="294"/>
                  </a:lnTo>
                  <a:lnTo>
                    <a:pt x="370" y="329"/>
                  </a:lnTo>
                  <a:lnTo>
                    <a:pt x="324" y="393"/>
                  </a:lnTo>
                  <a:lnTo>
                    <a:pt x="184" y="5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6994530" y="2184581"/>
              <a:ext cx="717" cy="741"/>
            </a:xfrm>
            <a:custGeom>
              <a:avLst/>
              <a:pathLst>
                <a:path w="717" h="741">
                  <a:moveTo>
                    <a:pt x="716" y="738"/>
                  </a:moveTo>
                  <a:lnTo>
                    <a:pt x="687" y="741"/>
                  </a:lnTo>
                  <a:lnTo>
                    <a:pt x="667" y="733"/>
                  </a:lnTo>
                  <a:lnTo>
                    <a:pt x="663" y="725"/>
                  </a:lnTo>
                  <a:lnTo>
                    <a:pt x="658" y="721"/>
                  </a:lnTo>
                  <a:lnTo>
                    <a:pt x="650" y="714"/>
                  </a:lnTo>
                  <a:lnTo>
                    <a:pt x="646" y="711"/>
                  </a:lnTo>
                  <a:lnTo>
                    <a:pt x="368" y="401"/>
                  </a:lnTo>
                  <a:lnTo>
                    <a:pt x="304" y="309"/>
                  </a:lnTo>
                  <a:lnTo>
                    <a:pt x="169" y="260"/>
                  </a:lnTo>
                  <a:lnTo>
                    <a:pt x="133" y="179"/>
                  </a:lnTo>
                  <a:lnTo>
                    <a:pt x="104" y="147"/>
                  </a:lnTo>
                  <a:lnTo>
                    <a:pt x="99" y="143"/>
                  </a:lnTo>
                  <a:lnTo>
                    <a:pt x="75" y="129"/>
                  </a:lnTo>
                  <a:lnTo>
                    <a:pt x="50" y="114"/>
                  </a:lnTo>
                  <a:lnTo>
                    <a:pt x="28" y="105"/>
                  </a:lnTo>
                  <a:lnTo>
                    <a:pt x="0" y="89"/>
                  </a:lnTo>
                  <a:lnTo>
                    <a:pt x="40" y="42"/>
                  </a:lnTo>
                  <a:lnTo>
                    <a:pt x="50" y="37"/>
                  </a:lnTo>
                  <a:lnTo>
                    <a:pt x="110" y="35"/>
                  </a:lnTo>
                  <a:lnTo>
                    <a:pt x="125" y="34"/>
                  </a:lnTo>
                  <a:lnTo>
                    <a:pt x="150" y="17"/>
                  </a:lnTo>
                  <a:lnTo>
                    <a:pt x="185" y="10"/>
                  </a:lnTo>
                  <a:lnTo>
                    <a:pt x="253" y="4"/>
                  </a:lnTo>
                  <a:lnTo>
                    <a:pt x="523" y="0"/>
                  </a:lnTo>
                  <a:lnTo>
                    <a:pt x="570" y="10"/>
                  </a:lnTo>
                  <a:lnTo>
                    <a:pt x="590" y="22"/>
                  </a:lnTo>
                  <a:lnTo>
                    <a:pt x="596" y="29"/>
                  </a:lnTo>
                  <a:lnTo>
                    <a:pt x="613" y="71"/>
                  </a:lnTo>
                  <a:lnTo>
                    <a:pt x="648" y="224"/>
                  </a:lnTo>
                  <a:lnTo>
                    <a:pt x="649" y="234"/>
                  </a:lnTo>
                  <a:lnTo>
                    <a:pt x="652" y="267"/>
                  </a:lnTo>
                  <a:lnTo>
                    <a:pt x="659" y="286"/>
                  </a:lnTo>
                  <a:lnTo>
                    <a:pt x="659" y="293"/>
                  </a:lnTo>
                  <a:lnTo>
                    <a:pt x="654" y="301"/>
                  </a:lnTo>
                  <a:lnTo>
                    <a:pt x="663" y="410"/>
                  </a:lnTo>
                  <a:lnTo>
                    <a:pt x="664" y="418"/>
                  </a:lnTo>
                  <a:lnTo>
                    <a:pt x="677" y="577"/>
                  </a:lnTo>
                  <a:lnTo>
                    <a:pt x="717" y="726"/>
                  </a:lnTo>
                  <a:lnTo>
                    <a:pt x="716" y="7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6989997" y="2184015"/>
              <a:ext cx="801" cy="765"/>
            </a:xfrm>
            <a:custGeom>
              <a:avLst/>
              <a:pathLst>
                <a:path w="801" h="765">
                  <a:moveTo>
                    <a:pt x="728" y="214"/>
                  </a:moveTo>
                  <a:lnTo>
                    <a:pt x="762" y="475"/>
                  </a:lnTo>
                  <a:lnTo>
                    <a:pt x="785" y="517"/>
                  </a:lnTo>
                  <a:lnTo>
                    <a:pt x="787" y="521"/>
                  </a:lnTo>
                  <a:lnTo>
                    <a:pt x="793" y="533"/>
                  </a:lnTo>
                  <a:lnTo>
                    <a:pt x="801" y="547"/>
                  </a:lnTo>
                  <a:lnTo>
                    <a:pt x="797" y="561"/>
                  </a:lnTo>
                  <a:lnTo>
                    <a:pt x="795" y="571"/>
                  </a:lnTo>
                  <a:lnTo>
                    <a:pt x="762" y="662"/>
                  </a:lnTo>
                  <a:lnTo>
                    <a:pt x="708" y="759"/>
                  </a:lnTo>
                  <a:lnTo>
                    <a:pt x="695" y="762"/>
                  </a:lnTo>
                  <a:lnTo>
                    <a:pt x="680" y="764"/>
                  </a:lnTo>
                  <a:lnTo>
                    <a:pt x="668" y="764"/>
                  </a:lnTo>
                  <a:lnTo>
                    <a:pt x="662" y="765"/>
                  </a:lnTo>
                  <a:lnTo>
                    <a:pt x="646" y="760"/>
                  </a:lnTo>
                  <a:lnTo>
                    <a:pt x="621" y="727"/>
                  </a:lnTo>
                  <a:lnTo>
                    <a:pt x="616" y="721"/>
                  </a:lnTo>
                  <a:lnTo>
                    <a:pt x="600" y="712"/>
                  </a:lnTo>
                  <a:lnTo>
                    <a:pt x="590" y="710"/>
                  </a:lnTo>
                  <a:lnTo>
                    <a:pt x="586" y="709"/>
                  </a:lnTo>
                  <a:lnTo>
                    <a:pt x="582" y="708"/>
                  </a:lnTo>
                  <a:lnTo>
                    <a:pt x="578" y="707"/>
                  </a:lnTo>
                  <a:lnTo>
                    <a:pt x="567" y="705"/>
                  </a:lnTo>
                  <a:lnTo>
                    <a:pt x="557" y="695"/>
                  </a:lnTo>
                  <a:lnTo>
                    <a:pt x="548" y="687"/>
                  </a:lnTo>
                  <a:lnTo>
                    <a:pt x="539" y="678"/>
                  </a:lnTo>
                  <a:lnTo>
                    <a:pt x="527" y="611"/>
                  </a:lnTo>
                  <a:lnTo>
                    <a:pt x="526" y="605"/>
                  </a:lnTo>
                  <a:lnTo>
                    <a:pt x="524" y="590"/>
                  </a:lnTo>
                  <a:lnTo>
                    <a:pt x="521" y="576"/>
                  </a:lnTo>
                  <a:lnTo>
                    <a:pt x="482" y="430"/>
                  </a:lnTo>
                  <a:lnTo>
                    <a:pt x="481" y="424"/>
                  </a:lnTo>
                  <a:lnTo>
                    <a:pt x="478" y="416"/>
                  </a:lnTo>
                  <a:lnTo>
                    <a:pt x="469" y="404"/>
                  </a:lnTo>
                  <a:lnTo>
                    <a:pt x="459" y="394"/>
                  </a:lnTo>
                  <a:lnTo>
                    <a:pt x="233" y="185"/>
                  </a:lnTo>
                  <a:lnTo>
                    <a:pt x="211" y="191"/>
                  </a:lnTo>
                  <a:lnTo>
                    <a:pt x="162" y="203"/>
                  </a:lnTo>
                  <a:lnTo>
                    <a:pt x="151" y="203"/>
                  </a:lnTo>
                  <a:lnTo>
                    <a:pt x="119" y="202"/>
                  </a:lnTo>
                  <a:lnTo>
                    <a:pt x="50" y="201"/>
                  </a:lnTo>
                  <a:lnTo>
                    <a:pt x="42" y="188"/>
                  </a:lnTo>
                  <a:lnTo>
                    <a:pt x="3" y="126"/>
                  </a:lnTo>
                  <a:lnTo>
                    <a:pt x="4" y="116"/>
                  </a:lnTo>
                  <a:lnTo>
                    <a:pt x="0" y="92"/>
                  </a:lnTo>
                  <a:lnTo>
                    <a:pt x="12" y="79"/>
                  </a:lnTo>
                  <a:lnTo>
                    <a:pt x="67" y="33"/>
                  </a:lnTo>
                  <a:lnTo>
                    <a:pt x="145" y="18"/>
                  </a:lnTo>
                  <a:lnTo>
                    <a:pt x="241" y="0"/>
                  </a:lnTo>
                  <a:lnTo>
                    <a:pt x="603" y="16"/>
                  </a:lnTo>
                  <a:lnTo>
                    <a:pt x="616" y="21"/>
                  </a:lnTo>
                  <a:lnTo>
                    <a:pt x="621" y="24"/>
                  </a:lnTo>
                  <a:lnTo>
                    <a:pt x="707" y="70"/>
                  </a:lnTo>
                  <a:lnTo>
                    <a:pt x="710" y="75"/>
                  </a:lnTo>
                  <a:lnTo>
                    <a:pt x="717" y="85"/>
                  </a:lnTo>
                  <a:lnTo>
                    <a:pt x="723" y="99"/>
                  </a:lnTo>
                  <a:lnTo>
                    <a:pt x="726" y="108"/>
                  </a:lnTo>
                  <a:lnTo>
                    <a:pt x="730" y="196"/>
                  </a:lnTo>
                  <a:lnTo>
                    <a:pt x="728" y="21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6990783" y="2183743"/>
              <a:ext cx="366" cy="339"/>
            </a:xfrm>
            <a:custGeom>
              <a:avLst/>
              <a:pathLst>
                <a:path w="366" h="339">
                  <a:moveTo>
                    <a:pt x="338" y="51"/>
                  </a:moveTo>
                  <a:lnTo>
                    <a:pt x="354" y="72"/>
                  </a:lnTo>
                  <a:lnTo>
                    <a:pt x="365" y="90"/>
                  </a:lnTo>
                  <a:lnTo>
                    <a:pt x="366" y="99"/>
                  </a:lnTo>
                  <a:lnTo>
                    <a:pt x="361" y="116"/>
                  </a:lnTo>
                  <a:lnTo>
                    <a:pt x="302" y="214"/>
                  </a:lnTo>
                  <a:lnTo>
                    <a:pt x="280" y="244"/>
                  </a:lnTo>
                  <a:lnTo>
                    <a:pt x="265" y="257"/>
                  </a:lnTo>
                  <a:lnTo>
                    <a:pt x="155" y="337"/>
                  </a:lnTo>
                  <a:lnTo>
                    <a:pt x="137" y="339"/>
                  </a:lnTo>
                  <a:lnTo>
                    <a:pt x="78" y="331"/>
                  </a:lnTo>
                  <a:lnTo>
                    <a:pt x="69" y="304"/>
                  </a:lnTo>
                  <a:lnTo>
                    <a:pt x="61" y="296"/>
                  </a:lnTo>
                  <a:lnTo>
                    <a:pt x="34" y="296"/>
                  </a:lnTo>
                  <a:lnTo>
                    <a:pt x="12" y="286"/>
                  </a:lnTo>
                  <a:lnTo>
                    <a:pt x="0" y="257"/>
                  </a:lnTo>
                  <a:lnTo>
                    <a:pt x="1" y="221"/>
                  </a:lnTo>
                  <a:lnTo>
                    <a:pt x="26" y="195"/>
                  </a:lnTo>
                  <a:lnTo>
                    <a:pt x="25" y="178"/>
                  </a:lnTo>
                  <a:lnTo>
                    <a:pt x="15" y="149"/>
                  </a:lnTo>
                  <a:lnTo>
                    <a:pt x="10" y="134"/>
                  </a:lnTo>
                  <a:lnTo>
                    <a:pt x="28" y="112"/>
                  </a:lnTo>
                  <a:lnTo>
                    <a:pt x="86" y="87"/>
                  </a:lnTo>
                  <a:lnTo>
                    <a:pt x="101" y="76"/>
                  </a:lnTo>
                  <a:lnTo>
                    <a:pt x="128" y="35"/>
                  </a:lnTo>
                  <a:lnTo>
                    <a:pt x="152" y="28"/>
                  </a:lnTo>
                  <a:lnTo>
                    <a:pt x="166" y="41"/>
                  </a:lnTo>
                  <a:lnTo>
                    <a:pt x="176" y="41"/>
                  </a:lnTo>
                  <a:lnTo>
                    <a:pt x="201" y="22"/>
                  </a:lnTo>
                  <a:lnTo>
                    <a:pt x="222" y="10"/>
                  </a:lnTo>
                  <a:lnTo>
                    <a:pt x="275" y="0"/>
                  </a:lnTo>
                  <a:lnTo>
                    <a:pt x="324" y="9"/>
                  </a:lnTo>
                  <a:lnTo>
                    <a:pt x="330" y="29"/>
                  </a:lnTo>
                  <a:lnTo>
                    <a:pt x="338" y="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6999788" y="2184009"/>
              <a:ext cx="709" cy="850"/>
            </a:xfrm>
            <a:custGeom>
              <a:avLst/>
              <a:pathLst>
                <a:path w="709" h="850">
                  <a:moveTo>
                    <a:pt x="588" y="763"/>
                  </a:moveTo>
                  <a:lnTo>
                    <a:pt x="375" y="850"/>
                  </a:lnTo>
                  <a:lnTo>
                    <a:pt x="268" y="824"/>
                  </a:lnTo>
                  <a:lnTo>
                    <a:pt x="79" y="667"/>
                  </a:lnTo>
                  <a:lnTo>
                    <a:pt x="46" y="635"/>
                  </a:lnTo>
                  <a:lnTo>
                    <a:pt x="43" y="633"/>
                  </a:lnTo>
                  <a:lnTo>
                    <a:pt x="14" y="606"/>
                  </a:lnTo>
                  <a:lnTo>
                    <a:pt x="6" y="599"/>
                  </a:lnTo>
                  <a:lnTo>
                    <a:pt x="0" y="586"/>
                  </a:lnTo>
                  <a:lnTo>
                    <a:pt x="1" y="580"/>
                  </a:lnTo>
                  <a:lnTo>
                    <a:pt x="3" y="574"/>
                  </a:lnTo>
                  <a:lnTo>
                    <a:pt x="10" y="568"/>
                  </a:lnTo>
                  <a:lnTo>
                    <a:pt x="21" y="560"/>
                  </a:lnTo>
                  <a:lnTo>
                    <a:pt x="24" y="554"/>
                  </a:lnTo>
                  <a:lnTo>
                    <a:pt x="27" y="535"/>
                  </a:lnTo>
                  <a:lnTo>
                    <a:pt x="27" y="527"/>
                  </a:lnTo>
                  <a:lnTo>
                    <a:pt x="28" y="518"/>
                  </a:lnTo>
                  <a:lnTo>
                    <a:pt x="27" y="510"/>
                  </a:lnTo>
                  <a:lnTo>
                    <a:pt x="27" y="495"/>
                  </a:lnTo>
                  <a:lnTo>
                    <a:pt x="24" y="473"/>
                  </a:lnTo>
                  <a:lnTo>
                    <a:pt x="23" y="455"/>
                  </a:lnTo>
                  <a:lnTo>
                    <a:pt x="20" y="443"/>
                  </a:lnTo>
                  <a:lnTo>
                    <a:pt x="14" y="431"/>
                  </a:lnTo>
                  <a:lnTo>
                    <a:pt x="8" y="411"/>
                  </a:lnTo>
                  <a:lnTo>
                    <a:pt x="25" y="371"/>
                  </a:lnTo>
                  <a:lnTo>
                    <a:pt x="41" y="333"/>
                  </a:lnTo>
                  <a:lnTo>
                    <a:pt x="85" y="268"/>
                  </a:lnTo>
                  <a:lnTo>
                    <a:pt x="94" y="254"/>
                  </a:lnTo>
                  <a:lnTo>
                    <a:pt x="117" y="234"/>
                  </a:lnTo>
                  <a:lnTo>
                    <a:pt x="139" y="215"/>
                  </a:lnTo>
                  <a:lnTo>
                    <a:pt x="151" y="204"/>
                  </a:lnTo>
                  <a:lnTo>
                    <a:pt x="169" y="188"/>
                  </a:lnTo>
                  <a:lnTo>
                    <a:pt x="566" y="6"/>
                  </a:lnTo>
                  <a:lnTo>
                    <a:pt x="577" y="3"/>
                  </a:lnTo>
                  <a:lnTo>
                    <a:pt x="587" y="0"/>
                  </a:lnTo>
                  <a:lnTo>
                    <a:pt x="601" y="2"/>
                  </a:lnTo>
                  <a:lnTo>
                    <a:pt x="614" y="4"/>
                  </a:lnTo>
                  <a:lnTo>
                    <a:pt x="654" y="108"/>
                  </a:lnTo>
                  <a:lnTo>
                    <a:pt x="658" y="120"/>
                  </a:lnTo>
                  <a:lnTo>
                    <a:pt x="666" y="139"/>
                  </a:lnTo>
                  <a:lnTo>
                    <a:pt x="669" y="144"/>
                  </a:lnTo>
                  <a:lnTo>
                    <a:pt x="679" y="174"/>
                  </a:lnTo>
                  <a:lnTo>
                    <a:pt x="677" y="184"/>
                  </a:lnTo>
                  <a:lnTo>
                    <a:pt x="615" y="275"/>
                  </a:lnTo>
                  <a:lnTo>
                    <a:pt x="623" y="282"/>
                  </a:lnTo>
                  <a:lnTo>
                    <a:pt x="635" y="294"/>
                  </a:lnTo>
                  <a:lnTo>
                    <a:pt x="694" y="369"/>
                  </a:lnTo>
                  <a:lnTo>
                    <a:pt x="698" y="373"/>
                  </a:lnTo>
                  <a:lnTo>
                    <a:pt x="703" y="382"/>
                  </a:lnTo>
                  <a:lnTo>
                    <a:pt x="708" y="396"/>
                  </a:lnTo>
                  <a:lnTo>
                    <a:pt x="709" y="408"/>
                  </a:lnTo>
                  <a:lnTo>
                    <a:pt x="699" y="489"/>
                  </a:lnTo>
                  <a:lnTo>
                    <a:pt x="613" y="735"/>
                  </a:lnTo>
                  <a:lnTo>
                    <a:pt x="602" y="753"/>
                  </a:lnTo>
                  <a:lnTo>
                    <a:pt x="598" y="759"/>
                  </a:lnTo>
                  <a:lnTo>
                    <a:pt x="588" y="7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6990334" y="2182559"/>
              <a:ext cx="473" cy="530"/>
            </a:xfrm>
            <a:custGeom>
              <a:avLst/>
              <a:pathLst>
                <a:path w="473" h="530">
                  <a:moveTo>
                    <a:pt x="403" y="50"/>
                  </a:moveTo>
                  <a:lnTo>
                    <a:pt x="369" y="88"/>
                  </a:lnTo>
                  <a:lnTo>
                    <a:pt x="364" y="93"/>
                  </a:lnTo>
                  <a:lnTo>
                    <a:pt x="341" y="102"/>
                  </a:lnTo>
                  <a:lnTo>
                    <a:pt x="334" y="106"/>
                  </a:lnTo>
                  <a:lnTo>
                    <a:pt x="329" y="110"/>
                  </a:lnTo>
                  <a:lnTo>
                    <a:pt x="315" y="116"/>
                  </a:lnTo>
                  <a:lnTo>
                    <a:pt x="309" y="118"/>
                  </a:lnTo>
                  <a:lnTo>
                    <a:pt x="294" y="122"/>
                  </a:lnTo>
                  <a:lnTo>
                    <a:pt x="284" y="125"/>
                  </a:lnTo>
                  <a:lnTo>
                    <a:pt x="271" y="134"/>
                  </a:lnTo>
                  <a:lnTo>
                    <a:pt x="260" y="140"/>
                  </a:lnTo>
                  <a:lnTo>
                    <a:pt x="257" y="147"/>
                  </a:lnTo>
                  <a:lnTo>
                    <a:pt x="252" y="155"/>
                  </a:lnTo>
                  <a:lnTo>
                    <a:pt x="248" y="162"/>
                  </a:lnTo>
                  <a:lnTo>
                    <a:pt x="245" y="166"/>
                  </a:lnTo>
                  <a:lnTo>
                    <a:pt x="242" y="171"/>
                  </a:lnTo>
                  <a:lnTo>
                    <a:pt x="232" y="184"/>
                  </a:lnTo>
                  <a:lnTo>
                    <a:pt x="225" y="186"/>
                  </a:lnTo>
                  <a:lnTo>
                    <a:pt x="213" y="181"/>
                  </a:lnTo>
                  <a:lnTo>
                    <a:pt x="208" y="178"/>
                  </a:lnTo>
                  <a:lnTo>
                    <a:pt x="202" y="178"/>
                  </a:lnTo>
                  <a:lnTo>
                    <a:pt x="192" y="193"/>
                  </a:lnTo>
                  <a:lnTo>
                    <a:pt x="189" y="207"/>
                  </a:lnTo>
                  <a:lnTo>
                    <a:pt x="187" y="213"/>
                  </a:lnTo>
                  <a:lnTo>
                    <a:pt x="183" y="217"/>
                  </a:lnTo>
                  <a:lnTo>
                    <a:pt x="178" y="222"/>
                  </a:lnTo>
                  <a:lnTo>
                    <a:pt x="171" y="226"/>
                  </a:lnTo>
                  <a:lnTo>
                    <a:pt x="175" y="253"/>
                  </a:lnTo>
                  <a:lnTo>
                    <a:pt x="205" y="301"/>
                  </a:lnTo>
                  <a:lnTo>
                    <a:pt x="226" y="315"/>
                  </a:lnTo>
                  <a:lnTo>
                    <a:pt x="248" y="318"/>
                  </a:lnTo>
                  <a:lnTo>
                    <a:pt x="256" y="317"/>
                  </a:lnTo>
                  <a:lnTo>
                    <a:pt x="267" y="312"/>
                  </a:lnTo>
                  <a:lnTo>
                    <a:pt x="270" y="307"/>
                  </a:lnTo>
                  <a:lnTo>
                    <a:pt x="273" y="302"/>
                  </a:lnTo>
                  <a:lnTo>
                    <a:pt x="270" y="271"/>
                  </a:lnTo>
                  <a:lnTo>
                    <a:pt x="295" y="233"/>
                  </a:lnTo>
                  <a:lnTo>
                    <a:pt x="304" y="230"/>
                  </a:lnTo>
                  <a:lnTo>
                    <a:pt x="321" y="223"/>
                  </a:lnTo>
                  <a:lnTo>
                    <a:pt x="337" y="217"/>
                  </a:lnTo>
                  <a:lnTo>
                    <a:pt x="345" y="214"/>
                  </a:lnTo>
                  <a:lnTo>
                    <a:pt x="361" y="216"/>
                  </a:lnTo>
                  <a:lnTo>
                    <a:pt x="367" y="216"/>
                  </a:lnTo>
                  <a:lnTo>
                    <a:pt x="381" y="219"/>
                  </a:lnTo>
                  <a:lnTo>
                    <a:pt x="406" y="222"/>
                  </a:lnTo>
                  <a:lnTo>
                    <a:pt x="413" y="227"/>
                  </a:lnTo>
                  <a:lnTo>
                    <a:pt x="419" y="233"/>
                  </a:lnTo>
                  <a:lnTo>
                    <a:pt x="467" y="335"/>
                  </a:lnTo>
                  <a:lnTo>
                    <a:pt x="472" y="340"/>
                  </a:lnTo>
                  <a:lnTo>
                    <a:pt x="473" y="348"/>
                  </a:lnTo>
                  <a:lnTo>
                    <a:pt x="459" y="379"/>
                  </a:lnTo>
                  <a:lnTo>
                    <a:pt x="420" y="452"/>
                  </a:lnTo>
                  <a:lnTo>
                    <a:pt x="417" y="461"/>
                  </a:lnTo>
                  <a:lnTo>
                    <a:pt x="413" y="468"/>
                  </a:lnTo>
                  <a:lnTo>
                    <a:pt x="408" y="476"/>
                  </a:lnTo>
                  <a:lnTo>
                    <a:pt x="349" y="514"/>
                  </a:lnTo>
                  <a:lnTo>
                    <a:pt x="336" y="516"/>
                  </a:lnTo>
                  <a:lnTo>
                    <a:pt x="268" y="522"/>
                  </a:lnTo>
                  <a:lnTo>
                    <a:pt x="243" y="527"/>
                  </a:lnTo>
                  <a:lnTo>
                    <a:pt x="238" y="528"/>
                  </a:lnTo>
                  <a:lnTo>
                    <a:pt x="223" y="530"/>
                  </a:lnTo>
                  <a:lnTo>
                    <a:pt x="218" y="525"/>
                  </a:lnTo>
                  <a:lnTo>
                    <a:pt x="200" y="506"/>
                  </a:lnTo>
                  <a:lnTo>
                    <a:pt x="193" y="501"/>
                  </a:lnTo>
                  <a:lnTo>
                    <a:pt x="178" y="491"/>
                  </a:lnTo>
                  <a:lnTo>
                    <a:pt x="169" y="486"/>
                  </a:lnTo>
                  <a:lnTo>
                    <a:pt x="162" y="483"/>
                  </a:lnTo>
                  <a:lnTo>
                    <a:pt x="155" y="484"/>
                  </a:lnTo>
                  <a:lnTo>
                    <a:pt x="144" y="484"/>
                  </a:lnTo>
                  <a:lnTo>
                    <a:pt x="137" y="485"/>
                  </a:lnTo>
                  <a:lnTo>
                    <a:pt x="131" y="485"/>
                  </a:lnTo>
                  <a:lnTo>
                    <a:pt x="125" y="485"/>
                  </a:lnTo>
                  <a:lnTo>
                    <a:pt x="101" y="468"/>
                  </a:lnTo>
                  <a:lnTo>
                    <a:pt x="83" y="415"/>
                  </a:lnTo>
                  <a:lnTo>
                    <a:pt x="20" y="188"/>
                  </a:lnTo>
                  <a:lnTo>
                    <a:pt x="0" y="115"/>
                  </a:lnTo>
                  <a:lnTo>
                    <a:pt x="41" y="69"/>
                  </a:lnTo>
                  <a:lnTo>
                    <a:pt x="46" y="67"/>
                  </a:lnTo>
                  <a:lnTo>
                    <a:pt x="102" y="43"/>
                  </a:lnTo>
                  <a:lnTo>
                    <a:pt x="109" y="41"/>
                  </a:lnTo>
                  <a:lnTo>
                    <a:pt x="115" y="39"/>
                  </a:lnTo>
                  <a:lnTo>
                    <a:pt x="121" y="40"/>
                  </a:lnTo>
                  <a:lnTo>
                    <a:pt x="143" y="45"/>
                  </a:lnTo>
                  <a:lnTo>
                    <a:pt x="156" y="49"/>
                  </a:lnTo>
                  <a:lnTo>
                    <a:pt x="171" y="46"/>
                  </a:lnTo>
                  <a:lnTo>
                    <a:pt x="176" y="42"/>
                  </a:lnTo>
                  <a:lnTo>
                    <a:pt x="178" y="38"/>
                  </a:lnTo>
                  <a:lnTo>
                    <a:pt x="186" y="28"/>
                  </a:lnTo>
                  <a:lnTo>
                    <a:pt x="202" y="17"/>
                  </a:lnTo>
                  <a:lnTo>
                    <a:pt x="233" y="12"/>
                  </a:lnTo>
                  <a:lnTo>
                    <a:pt x="261" y="7"/>
                  </a:lnTo>
                  <a:lnTo>
                    <a:pt x="290" y="3"/>
                  </a:lnTo>
                  <a:lnTo>
                    <a:pt x="310" y="0"/>
                  </a:lnTo>
                  <a:lnTo>
                    <a:pt x="356" y="2"/>
                  </a:lnTo>
                  <a:lnTo>
                    <a:pt x="360" y="6"/>
                  </a:lnTo>
                  <a:lnTo>
                    <a:pt x="410" y="37"/>
                  </a:lnTo>
                  <a:lnTo>
                    <a:pt x="410" y="42"/>
                  </a:lnTo>
                  <a:lnTo>
                    <a:pt x="403" y="5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6993466" y="2182519"/>
              <a:ext cx="5593" cy="4322"/>
            </a:xfrm>
            <a:custGeom>
              <a:avLst/>
              <a:pathLst>
                <a:path w="5593" h="4322">
                  <a:moveTo>
                    <a:pt x="4314" y="419"/>
                  </a:moveTo>
                  <a:lnTo>
                    <a:pt x="4330" y="429"/>
                  </a:lnTo>
                  <a:lnTo>
                    <a:pt x="4380" y="428"/>
                  </a:lnTo>
                  <a:lnTo>
                    <a:pt x="4398" y="428"/>
                  </a:lnTo>
                  <a:lnTo>
                    <a:pt x="4447" y="412"/>
                  </a:lnTo>
                  <a:lnTo>
                    <a:pt x="4471" y="407"/>
                  </a:lnTo>
                  <a:lnTo>
                    <a:pt x="4493" y="397"/>
                  </a:lnTo>
                  <a:lnTo>
                    <a:pt x="4521" y="388"/>
                  </a:lnTo>
                  <a:lnTo>
                    <a:pt x="4544" y="366"/>
                  </a:lnTo>
                  <a:lnTo>
                    <a:pt x="4574" y="378"/>
                  </a:lnTo>
                  <a:lnTo>
                    <a:pt x="4678" y="479"/>
                  </a:lnTo>
                  <a:lnTo>
                    <a:pt x="4691" y="493"/>
                  </a:lnTo>
                  <a:lnTo>
                    <a:pt x="4727" y="528"/>
                  </a:lnTo>
                  <a:lnTo>
                    <a:pt x="4734" y="534"/>
                  </a:lnTo>
                  <a:lnTo>
                    <a:pt x="4743" y="543"/>
                  </a:lnTo>
                  <a:lnTo>
                    <a:pt x="4774" y="573"/>
                  </a:lnTo>
                  <a:lnTo>
                    <a:pt x="4805" y="603"/>
                  </a:lnTo>
                  <a:lnTo>
                    <a:pt x="4892" y="786"/>
                  </a:lnTo>
                  <a:lnTo>
                    <a:pt x="4939" y="882"/>
                  </a:lnTo>
                  <a:lnTo>
                    <a:pt x="4839" y="1006"/>
                  </a:lnTo>
                  <a:lnTo>
                    <a:pt x="4892" y="1078"/>
                  </a:lnTo>
                  <a:lnTo>
                    <a:pt x="4916" y="1081"/>
                  </a:lnTo>
                  <a:lnTo>
                    <a:pt x="4966" y="1039"/>
                  </a:lnTo>
                  <a:lnTo>
                    <a:pt x="4987" y="1022"/>
                  </a:lnTo>
                  <a:lnTo>
                    <a:pt x="5023" y="1025"/>
                  </a:lnTo>
                  <a:lnTo>
                    <a:pt x="5113" y="1033"/>
                  </a:lnTo>
                  <a:lnTo>
                    <a:pt x="5333" y="1240"/>
                  </a:lnTo>
                  <a:lnTo>
                    <a:pt x="5405" y="1320"/>
                  </a:lnTo>
                  <a:lnTo>
                    <a:pt x="5442" y="1361"/>
                  </a:lnTo>
                  <a:lnTo>
                    <a:pt x="5394" y="1390"/>
                  </a:lnTo>
                  <a:lnTo>
                    <a:pt x="5373" y="1408"/>
                  </a:lnTo>
                  <a:lnTo>
                    <a:pt x="5362" y="1439"/>
                  </a:lnTo>
                  <a:lnTo>
                    <a:pt x="5362" y="1470"/>
                  </a:lnTo>
                  <a:lnTo>
                    <a:pt x="5367" y="1488"/>
                  </a:lnTo>
                  <a:lnTo>
                    <a:pt x="5377" y="1524"/>
                  </a:lnTo>
                  <a:lnTo>
                    <a:pt x="5393" y="1532"/>
                  </a:lnTo>
                  <a:lnTo>
                    <a:pt x="5398" y="1544"/>
                  </a:lnTo>
                  <a:lnTo>
                    <a:pt x="5414" y="1591"/>
                  </a:lnTo>
                  <a:lnTo>
                    <a:pt x="5415" y="1604"/>
                  </a:lnTo>
                  <a:lnTo>
                    <a:pt x="5337" y="1919"/>
                  </a:lnTo>
                  <a:lnTo>
                    <a:pt x="5325" y="1943"/>
                  </a:lnTo>
                  <a:lnTo>
                    <a:pt x="5302" y="1967"/>
                  </a:lnTo>
                  <a:lnTo>
                    <a:pt x="5294" y="1970"/>
                  </a:lnTo>
                  <a:lnTo>
                    <a:pt x="5124" y="2049"/>
                  </a:lnTo>
                  <a:lnTo>
                    <a:pt x="5118" y="2049"/>
                  </a:lnTo>
                  <a:lnTo>
                    <a:pt x="5106" y="2050"/>
                  </a:lnTo>
                  <a:lnTo>
                    <a:pt x="5088" y="2024"/>
                  </a:lnTo>
                  <a:lnTo>
                    <a:pt x="5085" y="2020"/>
                  </a:lnTo>
                  <a:lnTo>
                    <a:pt x="5069" y="1997"/>
                  </a:lnTo>
                  <a:lnTo>
                    <a:pt x="5021" y="2029"/>
                  </a:lnTo>
                  <a:lnTo>
                    <a:pt x="5015" y="2050"/>
                  </a:lnTo>
                  <a:lnTo>
                    <a:pt x="5022" y="2073"/>
                  </a:lnTo>
                  <a:lnTo>
                    <a:pt x="5029" y="2093"/>
                  </a:lnTo>
                  <a:lnTo>
                    <a:pt x="5043" y="2119"/>
                  </a:lnTo>
                  <a:lnTo>
                    <a:pt x="5047" y="2126"/>
                  </a:lnTo>
                  <a:lnTo>
                    <a:pt x="5052" y="2135"/>
                  </a:lnTo>
                  <a:lnTo>
                    <a:pt x="5068" y="2163"/>
                  </a:lnTo>
                  <a:lnTo>
                    <a:pt x="5094" y="2208"/>
                  </a:lnTo>
                  <a:lnTo>
                    <a:pt x="5137" y="2211"/>
                  </a:lnTo>
                  <a:lnTo>
                    <a:pt x="5166" y="2222"/>
                  </a:lnTo>
                  <a:lnTo>
                    <a:pt x="5174" y="2226"/>
                  </a:lnTo>
                  <a:lnTo>
                    <a:pt x="5197" y="2274"/>
                  </a:lnTo>
                  <a:lnTo>
                    <a:pt x="5201" y="2280"/>
                  </a:lnTo>
                  <a:lnTo>
                    <a:pt x="5301" y="2511"/>
                  </a:lnTo>
                  <a:lnTo>
                    <a:pt x="5301" y="2528"/>
                  </a:lnTo>
                  <a:lnTo>
                    <a:pt x="5299" y="2539"/>
                  </a:lnTo>
                  <a:lnTo>
                    <a:pt x="5249" y="2706"/>
                  </a:lnTo>
                  <a:lnTo>
                    <a:pt x="5223" y="2793"/>
                  </a:lnTo>
                  <a:lnTo>
                    <a:pt x="5183" y="2822"/>
                  </a:lnTo>
                  <a:lnTo>
                    <a:pt x="5168" y="2859"/>
                  </a:lnTo>
                  <a:lnTo>
                    <a:pt x="5179" y="2873"/>
                  </a:lnTo>
                  <a:lnTo>
                    <a:pt x="5184" y="2877"/>
                  </a:lnTo>
                  <a:lnTo>
                    <a:pt x="5200" y="2896"/>
                  </a:lnTo>
                  <a:lnTo>
                    <a:pt x="5204" y="2900"/>
                  </a:lnTo>
                  <a:lnTo>
                    <a:pt x="5209" y="2909"/>
                  </a:lnTo>
                  <a:lnTo>
                    <a:pt x="5212" y="2931"/>
                  </a:lnTo>
                  <a:lnTo>
                    <a:pt x="5212" y="2949"/>
                  </a:lnTo>
                  <a:lnTo>
                    <a:pt x="5212" y="2956"/>
                  </a:lnTo>
                  <a:lnTo>
                    <a:pt x="5222" y="2976"/>
                  </a:lnTo>
                  <a:lnTo>
                    <a:pt x="5243" y="3012"/>
                  </a:lnTo>
                  <a:lnTo>
                    <a:pt x="5269" y="3043"/>
                  </a:lnTo>
                  <a:lnTo>
                    <a:pt x="5294" y="3084"/>
                  </a:lnTo>
                  <a:lnTo>
                    <a:pt x="5314" y="3118"/>
                  </a:lnTo>
                  <a:lnTo>
                    <a:pt x="5322" y="3152"/>
                  </a:lnTo>
                  <a:lnTo>
                    <a:pt x="5330" y="3184"/>
                  </a:lnTo>
                  <a:lnTo>
                    <a:pt x="5335" y="3203"/>
                  </a:lnTo>
                  <a:lnTo>
                    <a:pt x="5338" y="3217"/>
                  </a:lnTo>
                  <a:lnTo>
                    <a:pt x="5358" y="3298"/>
                  </a:lnTo>
                  <a:lnTo>
                    <a:pt x="5361" y="3461"/>
                  </a:lnTo>
                  <a:lnTo>
                    <a:pt x="5372" y="3505"/>
                  </a:lnTo>
                  <a:lnTo>
                    <a:pt x="5371" y="3510"/>
                  </a:lnTo>
                  <a:lnTo>
                    <a:pt x="5367" y="3523"/>
                  </a:lnTo>
                  <a:lnTo>
                    <a:pt x="5358" y="3534"/>
                  </a:lnTo>
                  <a:lnTo>
                    <a:pt x="5352" y="3541"/>
                  </a:lnTo>
                  <a:lnTo>
                    <a:pt x="5338" y="3548"/>
                  </a:lnTo>
                  <a:lnTo>
                    <a:pt x="5333" y="3552"/>
                  </a:lnTo>
                  <a:lnTo>
                    <a:pt x="5325" y="3554"/>
                  </a:lnTo>
                  <a:lnTo>
                    <a:pt x="5326" y="3560"/>
                  </a:lnTo>
                  <a:lnTo>
                    <a:pt x="5348" y="3592"/>
                  </a:lnTo>
                  <a:lnTo>
                    <a:pt x="5358" y="3595"/>
                  </a:lnTo>
                  <a:lnTo>
                    <a:pt x="5371" y="3597"/>
                  </a:lnTo>
                  <a:lnTo>
                    <a:pt x="5385" y="3595"/>
                  </a:lnTo>
                  <a:lnTo>
                    <a:pt x="5397" y="3591"/>
                  </a:lnTo>
                  <a:lnTo>
                    <a:pt x="5438" y="3566"/>
                  </a:lnTo>
                  <a:lnTo>
                    <a:pt x="5453" y="3571"/>
                  </a:lnTo>
                  <a:lnTo>
                    <a:pt x="5483" y="3581"/>
                  </a:lnTo>
                  <a:lnTo>
                    <a:pt x="5584" y="3693"/>
                  </a:lnTo>
                  <a:lnTo>
                    <a:pt x="5593" y="3722"/>
                  </a:lnTo>
                  <a:lnTo>
                    <a:pt x="5582" y="3741"/>
                  </a:lnTo>
                  <a:lnTo>
                    <a:pt x="5564" y="3766"/>
                  </a:lnTo>
                  <a:lnTo>
                    <a:pt x="5529" y="3767"/>
                  </a:lnTo>
                  <a:lnTo>
                    <a:pt x="5435" y="3763"/>
                  </a:lnTo>
                  <a:lnTo>
                    <a:pt x="5430" y="3762"/>
                  </a:lnTo>
                  <a:lnTo>
                    <a:pt x="5422" y="3756"/>
                  </a:lnTo>
                  <a:lnTo>
                    <a:pt x="5419" y="3747"/>
                  </a:lnTo>
                  <a:lnTo>
                    <a:pt x="5418" y="3740"/>
                  </a:lnTo>
                  <a:lnTo>
                    <a:pt x="5419" y="3729"/>
                  </a:lnTo>
                  <a:lnTo>
                    <a:pt x="5415" y="3719"/>
                  </a:lnTo>
                  <a:lnTo>
                    <a:pt x="5411" y="3711"/>
                  </a:lnTo>
                  <a:lnTo>
                    <a:pt x="5399" y="3707"/>
                  </a:lnTo>
                  <a:lnTo>
                    <a:pt x="5394" y="3706"/>
                  </a:lnTo>
                  <a:lnTo>
                    <a:pt x="5387" y="3704"/>
                  </a:lnTo>
                  <a:lnTo>
                    <a:pt x="5379" y="3704"/>
                  </a:lnTo>
                  <a:lnTo>
                    <a:pt x="5245" y="3710"/>
                  </a:lnTo>
                  <a:lnTo>
                    <a:pt x="5219" y="3731"/>
                  </a:lnTo>
                  <a:lnTo>
                    <a:pt x="5216" y="3735"/>
                  </a:lnTo>
                  <a:lnTo>
                    <a:pt x="5208" y="3740"/>
                  </a:lnTo>
                  <a:lnTo>
                    <a:pt x="5198" y="3742"/>
                  </a:lnTo>
                  <a:lnTo>
                    <a:pt x="5166" y="3749"/>
                  </a:lnTo>
                  <a:lnTo>
                    <a:pt x="5158" y="3751"/>
                  </a:lnTo>
                  <a:lnTo>
                    <a:pt x="5143" y="3754"/>
                  </a:lnTo>
                  <a:lnTo>
                    <a:pt x="5123" y="3758"/>
                  </a:lnTo>
                  <a:lnTo>
                    <a:pt x="5089" y="3766"/>
                  </a:lnTo>
                  <a:lnTo>
                    <a:pt x="5078" y="3767"/>
                  </a:lnTo>
                  <a:lnTo>
                    <a:pt x="5060" y="3768"/>
                  </a:lnTo>
                  <a:lnTo>
                    <a:pt x="5038" y="3769"/>
                  </a:lnTo>
                  <a:lnTo>
                    <a:pt x="4999" y="3759"/>
                  </a:lnTo>
                  <a:lnTo>
                    <a:pt x="4992" y="3756"/>
                  </a:lnTo>
                  <a:lnTo>
                    <a:pt x="4981" y="3754"/>
                  </a:lnTo>
                  <a:lnTo>
                    <a:pt x="4937" y="3743"/>
                  </a:lnTo>
                  <a:lnTo>
                    <a:pt x="4921" y="3736"/>
                  </a:lnTo>
                  <a:lnTo>
                    <a:pt x="4898" y="3718"/>
                  </a:lnTo>
                  <a:lnTo>
                    <a:pt x="4889" y="3715"/>
                  </a:lnTo>
                  <a:lnTo>
                    <a:pt x="4884" y="3716"/>
                  </a:lnTo>
                  <a:lnTo>
                    <a:pt x="4873" y="3712"/>
                  </a:lnTo>
                  <a:lnTo>
                    <a:pt x="4836" y="3659"/>
                  </a:lnTo>
                  <a:lnTo>
                    <a:pt x="4828" y="3636"/>
                  </a:lnTo>
                  <a:lnTo>
                    <a:pt x="4821" y="3586"/>
                  </a:lnTo>
                  <a:lnTo>
                    <a:pt x="4831" y="3577"/>
                  </a:lnTo>
                  <a:lnTo>
                    <a:pt x="4856" y="3583"/>
                  </a:lnTo>
                  <a:lnTo>
                    <a:pt x="4876" y="3571"/>
                  </a:lnTo>
                  <a:lnTo>
                    <a:pt x="4885" y="3562"/>
                  </a:lnTo>
                  <a:lnTo>
                    <a:pt x="4888" y="3554"/>
                  </a:lnTo>
                  <a:lnTo>
                    <a:pt x="4891" y="3548"/>
                  </a:lnTo>
                  <a:lnTo>
                    <a:pt x="4894" y="3537"/>
                  </a:lnTo>
                  <a:lnTo>
                    <a:pt x="4890" y="3480"/>
                  </a:lnTo>
                  <a:lnTo>
                    <a:pt x="4858" y="3346"/>
                  </a:lnTo>
                  <a:lnTo>
                    <a:pt x="4854" y="3329"/>
                  </a:lnTo>
                  <a:lnTo>
                    <a:pt x="4840" y="3267"/>
                  </a:lnTo>
                  <a:lnTo>
                    <a:pt x="4837" y="3263"/>
                  </a:lnTo>
                  <a:lnTo>
                    <a:pt x="4834" y="3257"/>
                  </a:lnTo>
                  <a:lnTo>
                    <a:pt x="4830" y="3252"/>
                  </a:lnTo>
                  <a:lnTo>
                    <a:pt x="4826" y="3248"/>
                  </a:lnTo>
                  <a:lnTo>
                    <a:pt x="4815" y="3240"/>
                  </a:lnTo>
                  <a:lnTo>
                    <a:pt x="4805" y="3233"/>
                  </a:lnTo>
                  <a:lnTo>
                    <a:pt x="4715" y="3251"/>
                  </a:lnTo>
                  <a:lnTo>
                    <a:pt x="4701" y="3254"/>
                  </a:lnTo>
                  <a:lnTo>
                    <a:pt x="4676" y="3259"/>
                  </a:lnTo>
                  <a:lnTo>
                    <a:pt x="4613" y="3116"/>
                  </a:lnTo>
                  <a:lnTo>
                    <a:pt x="4608" y="3097"/>
                  </a:lnTo>
                  <a:lnTo>
                    <a:pt x="4603" y="3076"/>
                  </a:lnTo>
                  <a:lnTo>
                    <a:pt x="4633" y="2971"/>
                  </a:lnTo>
                  <a:lnTo>
                    <a:pt x="4632" y="2966"/>
                  </a:lnTo>
                  <a:lnTo>
                    <a:pt x="4632" y="2962"/>
                  </a:lnTo>
                  <a:lnTo>
                    <a:pt x="4625" y="2883"/>
                  </a:lnTo>
                  <a:lnTo>
                    <a:pt x="4621" y="2847"/>
                  </a:lnTo>
                  <a:lnTo>
                    <a:pt x="4623" y="2843"/>
                  </a:lnTo>
                  <a:lnTo>
                    <a:pt x="4620" y="2834"/>
                  </a:lnTo>
                  <a:lnTo>
                    <a:pt x="4609" y="2714"/>
                  </a:lnTo>
                  <a:lnTo>
                    <a:pt x="4602" y="2674"/>
                  </a:lnTo>
                  <a:lnTo>
                    <a:pt x="4596" y="2636"/>
                  </a:lnTo>
                  <a:lnTo>
                    <a:pt x="4594" y="2625"/>
                  </a:lnTo>
                  <a:lnTo>
                    <a:pt x="4568" y="2479"/>
                  </a:lnTo>
                  <a:lnTo>
                    <a:pt x="4531" y="2273"/>
                  </a:lnTo>
                  <a:lnTo>
                    <a:pt x="4528" y="2255"/>
                  </a:lnTo>
                  <a:lnTo>
                    <a:pt x="4423" y="2249"/>
                  </a:lnTo>
                  <a:lnTo>
                    <a:pt x="4385" y="2244"/>
                  </a:lnTo>
                  <a:lnTo>
                    <a:pt x="4355" y="2240"/>
                  </a:lnTo>
                  <a:lnTo>
                    <a:pt x="4341" y="2238"/>
                  </a:lnTo>
                  <a:lnTo>
                    <a:pt x="4279" y="2229"/>
                  </a:lnTo>
                  <a:lnTo>
                    <a:pt x="4230" y="2147"/>
                  </a:lnTo>
                  <a:lnTo>
                    <a:pt x="4199" y="2024"/>
                  </a:lnTo>
                  <a:lnTo>
                    <a:pt x="4196" y="2018"/>
                  </a:lnTo>
                  <a:lnTo>
                    <a:pt x="4173" y="2020"/>
                  </a:lnTo>
                  <a:lnTo>
                    <a:pt x="4162" y="2022"/>
                  </a:lnTo>
                  <a:lnTo>
                    <a:pt x="4154" y="2024"/>
                  </a:lnTo>
                  <a:lnTo>
                    <a:pt x="4133" y="2029"/>
                  </a:lnTo>
                  <a:lnTo>
                    <a:pt x="4121" y="2041"/>
                  </a:lnTo>
                  <a:lnTo>
                    <a:pt x="4111" y="2051"/>
                  </a:lnTo>
                  <a:lnTo>
                    <a:pt x="4097" y="2064"/>
                  </a:lnTo>
                  <a:lnTo>
                    <a:pt x="4093" y="2068"/>
                  </a:lnTo>
                  <a:lnTo>
                    <a:pt x="4064" y="2098"/>
                  </a:lnTo>
                  <a:lnTo>
                    <a:pt x="4061" y="2102"/>
                  </a:lnTo>
                  <a:lnTo>
                    <a:pt x="4084" y="2141"/>
                  </a:lnTo>
                  <a:lnTo>
                    <a:pt x="4149" y="2248"/>
                  </a:lnTo>
                  <a:lnTo>
                    <a:pt x="4220" y="2365"/>
                  </a:lnTo>
                  <a:lnTo>
                    <a:pt x="4224" y="2371"/>
                  </a:lnTo>
                  <a:lnTo>
                    <a:pt x="4243" y="2370"/>
                  </a:lnTo>
                  <a:lnTo>
                    <a:pt x="4262" y="2378"/>
                  </a:lnTo>
                  <a:lnTo>
                    <a:pt x="4267" y="2379"/>
                  </a:lnTo>
                  <a:lnTo>
                    <a:pt x="4297" y="2391"/>
                  </a:lnTo>
                  <a:lnTo>
                    <a:pt x="4310" y="2396"/>
                  </a:lnTo>
                  <a:lnTo>
                    <a:pt x="4330" y="2417"/>
                  </a:lnTo>
                  <a:lnTo>
                    <a:pt x="4333" y="2420"/>
                  </a:lnTo>
                  <a:lnTo>
                    <a:pt x="4338" y="2441"/>
                  </a:lnTo>
                  <a:lnTo>
                    <a:pt x="4363" y="2552"/>
                  </a:lnTo>
                  <a:lnTo>
                    <a:pt x="4369" y="2573"/>
                  </a:lnTo>
                  <a:lnTo>
                    <a:pt x="4374" y="2594"/>
                  </a:lnTo>
                  <a:lnTo>
                    <a:pt x="4375" y="2604"/>
                  </a:lnTo>
                  <a:lnTo>
                    <a:pt x="4375" y="2612"/>
                  </a:lnTo>
                  <a:lnTo>
                    <a:pt x="4386" y="2671"/>
                  </a:lnTo>
                  <a:lnTo>
                    <a:pt x="4364" y="2748"/>
                  </a:lnTo>
                  <a:lnTo>
                    <a:pt x="4353" y="2752"/>
                  </a:lnTo>
                  <a:lnTo>
                    <a:pt x="4346" y="2755"/>
                  </a:lnTo>
                  <a:lnTo>
                    <a:pt x="4340" y="2757"/>
                  </a:lnTo>
                  <a:lnTo>
                    <a:pt x="4333" y="2758"/>
                  </a:lnTo>
                  <a:lnTo>
                    <a:pt x="4317" y="2761"/>
                  </a:lnTo>
                  <a:lnTo>
                    <a:pt x="4296" y="2763"/>
                  </a:lnTo>
                  <a:lnTo>
                    <a:pt x="4289" y="2764"/>
                  </a:lnTo>
                  <a:lnTo>
                    <a:pt x="4275" y="2764"/>
                  </a:lnTo>
                  <a:lnTo>
                    <a:pt x="4270" y="2763"/>
                  </a:lnTo>
                  <a:lnTo>
                    <a:pt x="4261" y="2758"/>
                  </a:lnTo>
                  <a:lnTo>
                    <a:pt x="4242" y="2748"/>
                  </a:lnTo>
                  <a:lnTo>
                    <a:pt x="4235" y="2745"/>
                  </a:lnTo>
                  <a:lnTo>
                    <a:pt x="4231" y="2742"/>
                  </a:lnTo>
                  <a:lnTo>
                    <a:pt x="4214" y="2727"/>
                  </a:lnTo>
                  <a:lnTo>
                    <a:pt x="4207" y="2721"/>
                  </a:lnTo>
                  <a:lnTo>
                    <a:pt x="4196" y="2702"/>
                  </a:lnTo>
                  <a:lnTo>
                    <a:pt x="4186" y="2684"/>
                  </a:lnTo>
                  <a:lnTo>
                    <a:pt x="4176" y="2666"/>
                  </a:lnTo>
                  <a:lnTo>
                    <a:pt x="4165" y="2656"/>
                  </a:lnTo>
                  <a:lnTo>
                    <a:pt x="4162" y="2650"/>
                  </a:lnTo>
                  <a:lnTo>
                    <a:pt x="4159" y="2643"/>
                  </a:lnTo>
                  <a:lnTo>
                    <a:pt x="4157" y="2638"/>
                  </a:lnTo>
                  <a:lnTo>
                    <a:pt x="4150" y="2627"/>
                  </a:lnTo>
                  <a:lnTo>
                    <a:pt x="4147" y="2622"/>
                  </a:lnTo>
                  <a:lnTo>
                    <a:pt x="4142" y="2619"/>
                  </a:lnTo>
                  <a:lnTo>
                    <a:pt x="4136" y="2618"/>
                  </a:lnTo>
                  <a:lnTo>
                    <a:pt x="4131" y="2618"/>
                  </a:lnTo>
                  <a:lnTo>
                    <a:pt x="4127" y="2619"/>
                  </a:lnTo>
                  <a:lnTo>
                    <a:pt x="4123" y="2620"/>
                  </a:lnTo>
                  <a:lnTo>
                    <a:pt x="4119" y="2623"/>
                  </a:lnTo>
                  <a:lnTo>
                    <a:pt x="4114" y="2627"/>
                  </a:lnTo>
                  <a:lnTo>
                    <a:pt x="4112" y="2636"/>
                  </a:lnTo>
                  <a:lnTo>
                    <a:pt x="4119" y="2654"/>
                  </a:lnTo>
                  <a:lnTo>
                    <a:pt x="4119" y="2670"/>
                  </a:lnTo>
                  <a:lnTo>
                    <a:pt x="4116" y="2678"/>
                  </a:lnTo>
                  <a:lnTo>
                    <a:pt x="4104" y="2694"/>
                  </a:lnTo>
                  <a:lnTo>
                    <a:pt x="4089" y="2703"/>
                  </a:lnTo>
                  <a:lnTo>
                    <a:pt x="4084" y="2711"/>
                  </a:lnTo>
                  <a:lnTo>
                    <a:pt x="4074" y="2734"/>
                  </a:lnTo>
                  <a:lnTo>
                    <a:pt x="4071" y="2748"/>
                  </a:lnTo>
                  <a:lnTo>
                    <a:pt x="4063" y="2766"/>
                  </a:lnTo>
                  <a:lnTo>
                    <a:pt x="4051" y="2780"/>
                  </a:lnTo>
                  <a:lnTo>
                    <a:pt x="3932" y="2886"/>
                  </a:lnTo>
                  <a:lnTo>
                    <a:pt x="3804" y="3000"/>
                  </a:lnTo>
                  <a:lnTo>
                    <a:pt x="3779" y="3085"/>
                  </a:lnTo>
                  <a:lnTo>
                    <a:pt x="3766" y="3133"/>
                  </a:lnTo>
                  <a:lnTo>
                    <a:pt x="3767" y="3139"/>
                  </a:lnTo>
                  <a:lnTo>
                    <a:pt x="3769" y="3143"/>
                  </a:lnTo>
                  <a:lnTo>
                    <a:pt x="3773" y="3156"/>
                  </a:lnTo>
                  <a:lnTo>
                    <a:pt x="3773" y="3167"/>
                  </a:lnTo>
                  <a:lnTo>
                    <a:pt x="3774" y="3179"/>
                  </a:lnTo>
                  <a:lnTo>
                    <a:pt x="3774" y="3191"/>
                  </a:lnTo>
                  <a:lnTo>
                    <a:pt x="3774" y="3204"/>
                  </a:lnTo>
                  <a:lnTo>
                    <a:pt x="3785" y="3237"/>
                  </a:lnTo>
                  <a:lnTo>
                    <a:pt x="3960" y="3350"/>
                  </a:lnTo>
                  <a:lnTo>
                    <a:pt x="3982" y="3349"/>
                  </a:lnTo>
                  <a:lnTo>
                    <a:pt x="4016" y="3362"/>
                  </a:lnTo>
                  <a:lnTo>
                    <a:pt x="4057" y="3378"/>
                  </a:lnTo>
                  <a:lnTo>
                    <a:pt x="4071" y="3383"/>
                  </a:lnTo>
                  <a:lnTo>
                    <a:pt x="4075" y="3393"/>
                  </a:lnTo>
                  <a:lnTo>
                    <a:pt x="4086" y="3422"/>
                  </a:lnTo>
                  <a:lnTo>
                    <a:pt x="4093" y="3441"/>
                  </a:lnTo>
                  <a:lnTo>
                    <a:pt x="4101" y="3508"/>
                  </a:lnTo>
                  <a:lnTo>
                    <a:pt x="4094" y="3514"/>
                  </a:lnTo>
                  <a:lnTo>
                    <a:pt x="4019" y="3577"/>
                  </a:lnTo>
                  <a:lnTo>
                    <a:pt x="3946" y="3630"/>
                  </a:lnTo>
                  <a:lnTo>
                    <a:pt x="3942" y="3634"/>
                  </a:lnTo>
                  <a:lnTo>
                    <a:pt x="3937" y="3638"/>
                  </a:lnTo>
                  <a:lnTo>
                    <a:pt x="3928" y="3646"/>
                  </a:lnTo>
                  <a:lnTo>
                    <a:pt x="3921" y="3665"/>
                  </a:lnTo>
                  <a:lnTo>
                    <a:pt x="3923" y="3670"/>
                  </a:lnTo>
                  <a:lnTo>
                    <a:pt x="3928" y="3677"/>
                  </a:lnTo>
                  <a:lnTo>
                    <a:pt x="3943" y="3707"/>
                  </a:lnTo>
                  <a:lnTo>
                    <a:pt x="3949" y="3728"/>
                  </a:lnTo>
                  <a:lnTo>
                    <a:pt x="3952" y="3740"/>
                  </a:lnTo>
                  <a:lnTo>
                    <a:pt x="3957" y="3749"/>
                  </a:lnTo>
                  <a:lnTo>
                    <a:pt x="4000" y="3825"/>
                  </a:lnTo>
                  <a:lnTo>
                    <a:pt x="4047" y="3909"/>
                  </a:lnTo>
                  <a:lnTo>
                    <a:pt x="4120" y="4037"/>
                  </a:lnTo>
                  <a:lnTo>
                    <a:pt x="4145" y="4124"/>
                  </a:lnTo>
                  <a:lnTo>
                    <a:pt x="4154" y="4161"/>
                  </a:lnTo>
                  <a:lnTo>
                    <a:pt x="4134" y="4223"/>
                  </a:lnTo>
                  <a:lnTo>
                    <a:pt x="4122" y="4244"/>
                  </a:lnTo>
                  <a:lnTo>
                    <a:pt x="4117" y="4247"/>
                  </a:lnTo>
                  <a:lnTo>
                    <a:pt x="4111" y="4250"/>
                  </a:lnTo>
                  <a:lnTo>
                    <a:pt x="4060" y="4270"/>
                  </a:lnTo>
                  <a:lnTo>
                    <a:pt x="4043" y="4274"/>
                  </a:lnTo>
                  <a:lnTo>
                    <a:pt x="3949" y="4295"/>
                  </a:lnTo>
                  <a:lnTo>
                    <a:pt x="3768" y="4322"/>
                  </a:lnTo>
                  <a:lnTo>
                    <a:pt x="3731" y="4287"/>
                  </a:lnTo>
                  <a:lnTo>
                    <a:pt x="3698" y="4251"/>
                  </a:lnTo>
                  <a:lnTo>
                    <a:pt x="3671" y="4220"/>
                  </a:lnTo>
                  <a:lnTo>
                    <a:pt x="3667" y="4207"/>
                  </a:lnTo>
                  <a:lnTo>
                    <a:pt x="3666" y="4202"/>
                  </a:lnTo>
                  <a:lnTo>
                    <a:pt x="3663" y="4191"/>
                  </a:lnTo>
                  <a:lnTo>
                    <a:pt x="3660" y="4180"/>
                  </a:lnTo>
                  <a:lnTo>
                    <a:pt x="3660" y="4174"/>
                  </a:lnTo>
                  <a:lnTo>
                    <a:pt x="3662" y="4151"/>
                  </a:lnTo>
                  <a:lnTo>
                    <a:pt x="3662" y="4145"/>
                  </a:lnTo>
                  <a:lnTo>
                    <a:pt x="3664" y="4126"/>
                  </a:lnTo>
                  <a:lnTo>
                    <a:pt x="3665" y="4116"/>
                  </a:lnTo>
                  <a:lnTo>
                    <a:pt x="3663" y="4104"/>
                  </a:lnTo>
                  <a:lnTo>
                    <a:pt x="3656" y="4084"/>
                  </a:lnTo>
                  <a:lnTo>
                    <a:pt x="3652" y="4055"/>
                  </a:lnTo>
                  <a:lnTo>
                    <a:pt x="3653" y="4046"/>
                  </a:lnTo>
                  <a:lnTo>
                    <a:pt x="3673" y="3742"/>
                  </a:lnTo>
                  <a:lnTo>
                    <a:pt x="3678" y="3685"/>
                  </a:lnTo>
                  <a:lnTo>
                    <a:pt x="3681" y="3678"/>
                  </a:lnTo>
                  <a:lnTo>
                    <a:pt x="3684" y="3672"/>
                  </a:lnTo>
                  <a:lnTo>
                    <a:pt x="3724" y="3585"/>
                  </a:lnTo>
                  <a:lnTo>
                    <a:pt x="3732" y="3582"/>
                  </a:lnTo>
                  <a:lnTo>
                    <a:pt x="3741" y="3581"/>
                  </a:lnTo>
                  <a:lnTo>
                    <a:pt x="3746" y="3582"/>
                  </a:lnTo>
                  <a:lnTo>
                    <a:pt x="3750" y="3582"/>
                  </a:lnTo>
                  <a:lnTo>
                    <a:pt x="3762" y="3582"/>
                  </a:lnTo>
                  <a:lnTo>
                    <a:pt x="3768" y="3579"/>
                  </a:lnTo>
                  <a:lnTo>
                    <a:pt x="3797" y="3547"/>
                  </a:lnTo>
                  <a:lnTo>
                    <a:pt x="3802" y="3537"/>
                  </a:lnTo>
                  <a:lnTo>
                    <a:pt x="3804" y="3532"/>
                  </a:lnTo>
                  <a:lnTo>
                    <a:pt x="3806" y="3523"/>
                  </a:lnTo>
                  <a:lnTo>
                    <a:pt x="3805" y="3499"/>
                  </a:lnTo>
                  <a:lnTo>
                    <a:pt x="3803" y="3491"/>
                  </a:lnTo>
                  <a:lnTo>
                    <a:pt x="3776" y="3418"/>
                  </a:lnTo>
                  <a:lnTo>
                    <a:pt x="3749" y="3350"/>
                  </a:lnTo>
                  <a:lnTo>
                    <a:pt x="3741" y="3338"/>
                  </a:lnTo>
                  <a:lnTo>
                    <a:pt x="3680" y="3272"/>
                  </a:lnTo>
                  <a:lnTo>
                    <a:pt x="3653" y="3256"/>
                  </a:lnTo>
                  <a:lnTo>
                    <a:pt x="3623" y="3254"/>
                  </a:lnTo>
                  <a:lnTo>
                    <a:pt x="3516" y="3326"/>
                  </a:lnTo>
                  <a:lnTo>
                    <a:pt x="3511" y="3329"/>
                  </a:lnTo>
                  <a:lnTo>
                    <a:pt x="3469" y="3406"/>
                  </a:lnTo>
                  <a:lnTo>
                    <a:pt x="3394" y="3507"/>
                  </a:lnTo>
                  <a:lnTo>
                    <a:pt x="3388" y="3506"/>
                  </a:lnTo>
                  <a:lnTo>
                    <a:pt x="3372" y="3505"/>
                  </a:lnTo>
                  <a:lnTo>
                    <a:pt x="3350" y="3503"/>
                  </a:lnTo>
                  <a:lnTo>
                    <a:pt x="3338" y="3502"/>
                  </a:lnTo>
                  <a:lnTo>
                    <a:pt x="3332" y="3501"/>
                  </a:lnTo>
                  <a:lnTo>
                    <a:pt x="3324" y="3499"/>
                  </a:lnTo>
                  <a:lnTo>
                    <a:pt x="3314" y="3498"/>
                  </a:lnTo>
                  <a:lnTo>
                    <a:pt x="3309" y="3494"/>
                  </a:lnTo>
                  <a:lnTo>
                    <a:pt x="3300" y="3498"/>
                  </a:lnTo>
                  <a:lnTo>
                    <a:pt x="3294" y="3503"/>
                  </a:lnTo>
                  <a:lnTo>
                    <a:pt x="3284" y="3514"/>
                  </a:lnTo>
                  <a:lnTo>
                    <a:pt x="3271" y="3532"/>
                  </a:lnTo>
                  <a:lnTo>
                    <a:pt x="3261" y="3544"/>
                  </a:lnTo>
                  <a:lnTo>
                    <a:pt x="3258" y="3553"/>
                  </a:lnTo>
                  <a:lnTo>
                    <a:pt x="3249" y="3578"/>
                  </a:lnTo>
                  <a:lnTo>
                    <a:pt x="3245" y="3585"/>
                  </a:lnTo>
                  <a:lnTo>
                    <a:pt x="3241" y="3591"/>
                  </a:lnTo>
                  <a:lnTo>
                    <a:pt x="3234" y="3599"/>
                  </a:lnTo>
                  <a:lnTo>
                    <a:pt x="3229" y="3604"/>
                  </a:lnTo>
                  <a:lnTo>
                    <a:pt x="3210" y="3614"/>
                  </a:lnTo>
                  <a:lnTo>
                    <a:pt x="3200" y="3619"/>
                  </a:lnTo>
                  <a:lnTo>
                    <a:pt x="3189" y="3619"/>
                  </a:lnTo>
                  <a:lnTo>
                    <a:pt x="3183" y="3619"/>
                  </a:lnTo>
                  <a:lnTo>
                    <a:pt x="3147" y="3615"/>
                  </a:lnTo>
                  <a:lnTo>
                    <a:pt x="3122" y="3607"/>
                  </a:lnTo>
                  <a:lnTo>
                    <a:pt x="3116" y="3592"/>
                  </a:lnTo>
                  <a:lnTo>
                    <a:pt x="3107" y="3534"/>
                  </a:lnTo>
                  <a:lnTo>
                    <a:pt x="3114" y="3499"/>
                  </a:lnTo>
                  <a:lnTo>
                    <a:pt x="3115" y="3490"/>
                  </a:lnTo>
                  <a:lnTo>
                    <a:pt x="3115" y="3483"/>
                  </a:lnTo>
                  <a:lnTo>
                    <a:pt x="3121" y="3447"/>
                  </a:lnTo>
                  <a:lnTo>
                    <a:pt x="3130" y="3429"/>
                  </a:lnTo>
                  <a:lnTo>
                    <a:pt x="3162" y="3391"/>
                  </a:lnTo>
                  <a:lnTo>
                    <a:pt x="3185" y="3375"/>
                  </a:lnTo>
                  <a:lnTo>
                    <a:pt x="3229" y="3343"/>
                  </a:lnTo>
                  <a:lnTo>
                    <a:pt x="3236" y="3337"/>
                  </a:lnTo>
                  <a:lnTo>
                    <a:pt x="3244" y="3332"/>
                  </a:lnTo>
                  <a:lnTo>
                    <a:pt x="3202" y="3147"/>
                  </a:lnTo>
                  <a:lnTo>
                    <a:pt x="3185" y="3140"/>
                  </a:lnTo>
                  <a:lnTo>
                    <a:pt x="3175" y="3136"/>
                  </a:lnTo>
                  <a:lnTo>
                    <a:pt x="3129" y="3119"/>
                  </a:lnTo>
                  <a:lnTo>
                    <a:pt x="3105" y="3112"/>
                  </a:lnTo>
                  <a:lnTo>
                    <a:pt x="3098" y="3110"/>
                  </a:lnTo>
                  <a:lnTo>
                    <a:pt x="3094" y="3109"/>
                  </a:lnTo>
                  <a:lnTo>
                    <a:pt x="3079" y="3096"/>
                  </a:lnTo>
                  <a:lnTo>
                    <a:pt x="3072" y="3091"/>
                  </a:lnTo>
                  <a:lnTo>
                    <a:pt x="3033" y="3060"/>
                  </a:lnTo>
                  <a:lnTo>
                    <a:pt x="3018" y="3047"/>
                  </a:lnTo>
                  <a:lnTo>
                    <a:pt x="3011" y="3039"/>
                  </a:lnTo>
                  <a:lnTo>
                    <a:pt x="2993" y="3026"/>
                  </a:lnTo>
                  <a:lnTo>
                    <a:pt x="2988" y="3016"/>
                  </a:lnTo>
                  <a:lnTo>
                    <a:pt x="2987" y="3007"/>
                  </a:lnTo>
                  <a:lnTo>
                    <a:pt x="3000" y="3002"/>
                  </a:lnTo>
                  <a:lnTo>
                    <a:pt x="3055" y="3012"/>
                  </a:lnTo>
                  <a:lnTo>
                    <a:pt x="3066" y="3011"/>
                  </a:lnTo>
                  <a:lnTo>
                    <a:pt x="3072" y="3011"/>
                  </a:lnTo>
                  <a:lnTo>
                    <a:pt x="3078" y="3010"/>
                  </a:lnTo>
                  <a:lnTo>
                    <a:pt x="3107" y="3009"/>
                  </a:lnTo>
                  <a:lnTo>
                    <a:pt x="3113" y="3008"/>
                  </a:lnTo>
                  <a:lnTo>
                    <a:pt x="3131" y="2995"/>
                  </a:lnTo>
                  <a:lnTo>
                    <a:pt x="3154" y="2955"/>
                  </a:lnTo>
                  <a:lnTo>
                    <a:pt x="3155" y="2941"/>
                  </a:lnTo>
                  <a:lnTo>
                    <a:pt x="3166" y="2625"/>
                  </a:lnTo>
                  <a:lnTo>
                    <a:pt x="3165" y="2574"/>
                  </a:lnTo>
                  <a:lnTo>
                    <a:pt x="3156" y="2528"/>
                  </a:lnTo>
                  <a:lnTo>
                    <a:pt x="3151" y="2517"/>
                  </a:lnTo>
                  <a:lnTo>
                    <a:pt x="3146" y="2510"/>
                  </a:lnTo>
                  <a:lnTo>
                    <a:pt x="3112" y="2449"/>
                  </a:lnTo>
                  <a:lnTo>
                    <a:pt x="3088" y="2432"/>
                  </a:lnTo>
                  <a:lnTo>
                    <a:pt x="3065" y="2416"/>
                  </a:lnTo>
                  <a:lnTo>
                    <a:pt x="3052" y="2408"/>
                  </a:lnTo>
                  <a:lnTo>
                    <a:pt x="3036" y="2400"/>
                  </a:lnTo>
                  <a:lnTo>
                    <a:pt x="3025" y="2396"/>
                  </a:lnTo>
                  <a:lnTo>
                    <a:pt x="3015" y="2396"/>
                  </a:lnTo>
                  <a:lnTo>
                    <a:pt x="2998" y="2396"/>
                  </a:lnTo>
                  <a:lnTo>
                    <a:pt x="2995" y="2401"/>
                  </a:lnTo>
                  <a:lnTo>
                    <a:pt x="2983" y="2426"/>
                  </a:lnTo>
                  <a:lnTo>
                    <a:pt x="2931" y="2477"/>
                  </a:lnTo>
                  <a:lnTo>
                    <a:pt x="2896" y="2491"/>
                  </a:lnTo>
                  <a:lnTo>
                    <a:pt x="2882" y="2490"/>
                  </a:lnTo>
                  <a:lnTo>
                    <a:pt x="2858" y="2488"/>
                  </a:lnTo>
                  <a:lnTo>
                    <a:pt x="2839" y="2487"/>
                  </a:lnTo>
                  <a:lnTo>
                    <a:pt x="2832" y="2481"/>
                  </a:lnTo>
                  <a:lnTo>
                    <a:pt x="2788" y="2438"/>
                  </a:lnTo>
                  <a:lnTo>
                    <a:pt x="2770" y="2410"/>
                  </a:lnTo>
                  <a:lnTo>
                    <a:pt x="2759" y="2392"/>
                  </a:lnTo>
                  <a:lnTo>
                    <a:pt x="2740" y="2364"/>
                  </a:lnTo>
                  <a:lnTo>
                    <a:pt x="2738" y="2360"/>
                  </a:lnTo>
                  <a:lnTo>
                    <a:pt x="2721" y="2334"/>
                  </a:lnTo>
                  <a:lnTo>
                    <a:pt x="2712" y="2308"/>
                  </a:lnTo>
                  <a:lnTo>
                    <a:pt x="2711" y="2299"/>
                  </a:lnTo>
                  <a:lnTo>
                    <a:pt x="2711" y="2276"/>
                  </a:lnTo>
                  <a:lnTo>
                    <a:pt x="2715" y="2246"/>
                  </a:lnTo>
                  <a:lnTo>
                    <a:pt x="2728" y="2236"/>
                  </a:lnTo>
                  <a:lnTo>
                    <a:pt x="2735" y="2224"/>
                  </a:lnTo>
                  <a:lnTo>
                    <a:pt x="2741" y="2222"/>
                  </a:lnTo>
                  <a:lnTo>
                    <a:pt x="2746" y="2223"/>
                  </a:lnTo>
                  <a:lnTo>
                    <a:pt x="2751" y="2223"/>
                  </a:lnTo>
                  <a:lnTo>
                    <a:pt x="2756" y="2222"/>
                  </a:lnTo>
                  <a:lnTo>
                    <a:pt x="2760" y="2220"/>
                  </a:lnTo>
                  <a:lnTo>
                    <a:pt x="2765" y="2217"/>
                  </a:lnTo>
                  <a:lnTo>
                    <a:pt x="2768" y="2213"/>
                  </a:lnTo>
                  <a:lnTo>
                    <a:pt x="2770" y="2202"/>
                  </a:lnTo>
                  <a:lnTo>
                    <a:pt x="2777" y="2180"/>
                  </a:lnTo>
                  <a:lnTo>
                    <a:pt x="2777" y="2174"/>
                  </a:lnTo>
                  <a:lnTo>
                    <a:pt x="2776" y="2163"/>
                  </a:lnTo>
                  <a:lnTo>
                    <a:pt x="2774" y="2154"/>
                  </a:lnTo>
                  <a:lnTo>
                    <a:pt x="2772" y="2149"/>
                  </a:lnTo>
                  <a:lnTo>
                    <a:pt x="2770" y="2139"/>
                  </a:lnTo>
                  <a:lnTo>
                    <a:pt x="2764" y="2125"/>
                  </a:lnTo>
                  <a:lnTo>
                    <a:pt x="2750" y="2108"/>
                  </a:lnTo>
                  <a:lnTo>
                    <a:pt x="2690" y="2056"/>
                  </a:lnTo>
                  <a:lnTo>
                    <a:pt x="2680" y="2055"/>
                  </a:lnTo>
                  <a:lnTo>
                    <a:pt x="2552" y="2074"/>
                  </a:lnTo>
                  <a:lnTo>
                    <a:pt x="2470" y="2089"/>
                  </a:lnTo>
                  <a:lnTo>
                    <a:pt x="2464" y="2091"/>
                  </a:lnTo>
                  <a:lnTo>
                    <a:pt x="2454" y="2095"/>
                  </a:lnTo>
                  <a:lnTo>
                    <a:pt x="2446" y="2098"/>
                  </a:lnTo>
                  <a:lnTo>
                    <a:pt x="2436" y="2102"/>
                  </a:lnTo>
                  <a:lnTo>
                    <a:pt x="2419" y="2119"/>
                  </a:lnTo>
                  <a:lnTo>
                    <a:pt x="2416" y="2125"/>
                  </a:lnTo>
                  <a:lnTo>
                    <a:pt x="2407" y="2132"/>
                  </a:lnTo>
                  <a:lnTo>
                    <a:pt x="2392" y="2208"/>
                  </a:lnTo>
                  <a:lnTo>
                    <a:pt x="2379" y="2240"/>
                  </a:lnTo>
                  <a:lnTo>
                    <a:pt x="2372" y="2249"/>
                  </a:lnTo>
                  <a:lnTo>
                    <a:pt x="2367" y="2256"/>
                  </a:lnTo>
                  <a:lnTo>
                    <a:pt x="2355" y="2270"/>
                  </a:lnTo>
                  <a:lnTo>
                    <a:pt x="2349" y="2275"/>
                  </a:lnTo>
                  <a:lnTo>
                    <a:pt x="2344" y="2279"/>
                  </a:lnTo>
                  <a:lnTo>
                    <a:pt x="2335" y="2286"/>
                  </a:lnTo>
                  <a:lnTo>
                    <a:pt x="2329" y="2299"/>
                  </a:lnTo>
                  <a:lnTo>
                    <a:pt x="2325" y="2319"/>
                  </a:lnTo>
                  <a:lnTo>
                    <a:pt x="2320" y="2333"/>
                  </a:lnTo>
                  <a:lnTo>
                    <a:pt x="2320" y="2340"/>
                  </a:lnTo>
                  <a:lnTo>
                    <a:pt x="2317" y="2347"/>
                  </a:lnTo>
                  <a:lnTo>
                    <a:pt x="2315" y="2353"/>
                  </a:lnTo>
                  <a:lnTo>
                    <a:pt x="2296" y="2370"/>
                  </a:lnTo>
                  <a:lnTo>
                    <a:pt x="2263" y="2442"/>
                  </a:lnTo>
                  <a:lnTo>
                    <a:pt x="2257" y="2458"/>
                  </a:lnTo>
                  <a:lnTo>
                    <a:pt x="2251" y="2470"/>
                  </a:lnTo>
                  <a:lnTo>
                    <a:pt x="2240" y="2491"/>
                  </a:lnTo>
                  <a:lnTo>
                    <a:pt x="2238" y="2496"/>
                  </a:lnTo>
                  <a:lnTo>
                    <a:pt x="2237" y="2528"/>
                  </a:lnTo>
                  <a:lnTo>
                    <a:pt x="2239" y="2533"/>
                  </a:lnTo>
                  <a:lnTo>
                    <a:pt x="2239" y="2551"/>
                  </a:lnTo>
                  <a:lnTo>
                    <a:pt x="2236" y="2573"/>
                  </a:lnTo>
                  <a:lnTo>
                    <a:pt x="2221" y="2631"/>
                  </a:lnTo>
                  <a:lnTo>
                    <a:pt x="2195" y="2729"/>
                  </a:lnTo>
                  <a:lnTo>
                    <a:pt x="2140" y="2765"/>
                  </a:lnTo>
                  <a:lnTo>
                    <a:pt x="2110" y="2751"/>
                  </a:lnTo>
                  <a:lnTo>
                    <a:pt x="2051" y="2714"/>
                  </a:lnTo>
                  <a:lnTo>
                    <a:pt x="2043" y="2709"/>
                  </a:lnTo>
                  <a:lnTo>
                    <a:pt x="1974" y="2666"/>
                  </a:lnTo>
                  <a:lnTo>
                    <a:pt x="1954" y="2647"/>
                  </a:lnTo>
                  <a:lnTo>
                    <a:pt x="1945" y="2639"/>
                  </a:lnTo>
                  <a:lnTo>
                    <a:pt x="1934" y="2628"/>
                  </a:lnTo>
                  <a:lnTo>
                    <a:pt x="1919" y="2614"/>
                  </a:lnTo>
                  <a:lnTo>
                    <a:pt x="1860" y="2418"/>
                  </a:lnTo>
                  <a:lnTo>
                    <a:pt x="1853" y="2395"/>
                  </a:lnTo>
                  <a:lnTo>
                    <a:pt x="1855" y="2385"/>
                  </a:lnTo>
                  <a:lnTo>
                    <a:pt x="1866" y="2369"/>
                  </a:lnTo>
                  <a:lnTo>
                    <a:pt x="1897" y="2327"/>
                  </a:lnTo>
                  <a:lnTo>
                    <a:pt x="1901" y="2254"/>
                  </a:lnTo>
                  <a:lnTo>
                    <a:pt x="1866" y="2114"/>
                  </a:lnTo>
                  <a:lnTo>
                    <a:pt x="1841" y="2074"/>
                  </a:lnTo>
                  <a:lnTo>
                    <a:pt x="1700" y="2030"/>
                  </a:lnTo>
                  <a:lnTo>
                    <a:pt x="1688" y="2026"/>
                  </a:lnTo>
                  <a:lnTo>
                    <a:pt x="1623" y="2005"/>
                  </a:lnTo>
                  <a:lnTo>
                    <a:pt x="1309" y="1967"/>
                  </a:lnTo>
                  <a:lnTo>
                    <a:pt x="1292" y="1965"/>
                  </a:lnTo>
                  <a:lnTo>
                    <a:pt x="1170" y="1951"/>
                  </a:lnTo>
                  <a:lnTo>
                    <a:pt x="1067" y="1958"/>
                  </a:lnTo>
                  <a:lnTo>
                    <a:pt x="1054" y="1957"/>
                  </a:lnTo>
                  <a:lnTo>
                    <a:pt x="963" y="1952"/>
                  </a:lnTo>
                  <a:lnTo>
                    <a:pt x="824" y="1943"/>
                  </a:lnTo>
                  <a:lnTo>
                    <a:pt x="792" y="1938"/>
                  </a:lnTo>
                  <a:lnTo>
                    <a:pt x="771" y="1927"/>
                  </a:lnTo>
                  <a:lnTo>
                    <a:pt x="766" y="1924"/>
                  </a:lnTo>
                  <a:lnTo>
                    <a:pt x="761" y="1922"/>
                  </a:lnTo>
                  <a:lnTo>
                    <a:pt x="753" y="1914"/>
                  </a:lnTo>
                  <a:lnTo>
                    <a:pt x="724" y="1885"/>
                  </a:lnTo>
                  <a:lnTo>
                    <a:pt x="716" y="1878"/>
                  </a:lnTo>
                  <a:lnTo>
                    <a:pt x="635" y="1790"/>
                  </a:lnTo>
                  <a:lnTo>
                    <a:pt x="603" y="1688"/>
                  </a:lnTo>
                  <a:lnTo>
                    <a:pt x="605" y="1678"/>
                  </a:lnTo>
                  <a:lnTo>
                    <a:pt x="604" y="1666"/>
                  </a:lnTo>
                  <a:lnTo>
                    <a:pt x="603" y="1654"/>
                  </a:lnTo>
                  <a:lnTo>
                    <a:pt x="602" y="1645"/>
                  </a:lnTo>
                  <a:lnTo>
                    <a:pt x="602" y="1639"/>
                  </a:lnTo>
                  <a:lnTo>
                    <a:pt x="573" y="1591"/>
                  </a:lnTo>
                  <a:lnTo>
                    <a:pt x="546" y="1551"/>
                  </a:lnTo>
                  <a:lnTo>
                    <a:pt x="538" y="1538"/>
                  </a:lnTo>
                  <a:lnTo>
                    <a:pt x="403" y="1315"/>
                  </a:lnTo>
                  <a:lnTo>
                    <a:pt x="314" y="1161"/>
                  </a:lnTo>
                  <a:lnTo>
                    <a:pt x="300" y="1143"/>
                  </a:lnTo>
                  <a:lnTo>
                    <a:pt x="142" y="932"/>
                  </a:lnTo>
                  <a:lnTo>
                    <a:pt x="61" y="841"/>
                  </a:lnTo>
                  <a:lnTo>
                    <a:pt x="37" y="828"/>
                  </a:lnTo>
                  <a:lnTo>
                    <a:pt x="27" y="822"/>
                  </a:lnTo>
                  <a:lnTo>
                    <a:pt x="25" y="818"/>
                  </a:lnTo>
                  <a:lnTo>
                    <a:pt x="19" y="814"/>
                  </a:lnTo>
                  <a:lnTo>
                    <a:pt x="0" y="793"/>
                  </a:lnTo>
                  <a:lnTo>
                    <a:pt x="0" y="766"/>
                  </a:lnTo>
                  <a:lnTo>
                    <a:pt x="0" y="756"/>
                  </a:lnTo>
                  <a:lnTo>
                    <a:pt x="2" y="736"/>
                  </a:lnTo>
                  <a:lnTo>
                    <a:pt x="4" y="726"/>
                  </a:lnTo>
                  <a:lnTo>
                    <a:pt x="6" y="704"/>
                  </a:lnTo>
                  <a:lnTo>
                    <a:pt x="26" y="616"/>
                  </a:lnTo>
                  <a:lnTo>
                    <a:pt x="28" y="607"/>
                  </a:lnTo>
                  <a:lnTo>
                    <a:pt x="30" y="600"/>
                  </a:lnTo>
                  <a:lnTo>
                    <a:pt x="34" y="581"/>
                  </a:lnTo>
                  <a:lnTo>
                    <a:pt x="37" y="575"/>
                  </a:lnTo>
                  <a:lnTo>
                    <a:pt x="37" y="570"/>
                  </a:lnTo>
                  <a:lnTo>
                    <a:pt x="64" y="526"/>
                  </a:lnTo>
                  <a:lnTo>
                    <a:pt x="84" y="511"/>
                  </a:lnTo>
                  <a:lnTo>
                    <a:pt x="106" y="497"/>
                  </a:lnTo>
                  <a:lnTo>
                    <a:pt x="112" y="495"/>
                  </a:lnTo>
                  <a:lnTo>
                    <a:pt x="127" y="490"/>
                  </a:lnTo>
                  <a:lnTo>
                    <a:pt x="332" y="414"/>
                  </a:lnTo>
                  <a:lnTo>
                    <a:pt x="431" y="388"/>
                  </a:lnTo>
                  <a:lnTo>
                    <a:pt x="474" y="343"/>
                  </a:lnTo>
                  <a:lnTo>
                    <a:pt x="497" y="319"/>
                  </a:lnTo>
                  <a:lnTo>
                    <a:pt x="545" y="271"/>
                  </a:lnTo>
                  <a:lnTo>
                    <a:pt x="588" y="228"/>
                  </a:lnTo>
                  <a:lnTo>
                    <a:pt x="615" y="201"/>
                  </a:lnTo>
                  <a:lnTo>
                    <a:pt x="674" y="171"/>
                  </a:lnTo>
                  <a:lnTo>
                    <a:pt x="693" y="162"/>
                  </a:lnTo>
                  <a:lnTo>
                    <a:pt x="723" y="153"/>
                  </a:lnTo>
                  <a:lnTo>
                    <a:pt x="728" y="152"/>
                  </a:lnTo>
                  <a:lnTo>
                    <a:pt x="755" y="144"/>
                  </a:lnTo>
                  <a:lnTo>
                    <a:pt x="761" y="142"/>
                  </a:lnTo>
                  <a:lnTo>
                    <a:pt x="795" y="133"/>
                  </a:lnTo>
                  <a:lnTo>
                    <a:pt x="800" y="131"/>
                  </a:lnTo>
                  <a:lnTo>
                    <a:pt x="846" y="118"/>
                  </a:lnTo>
                  <a:lnTo>
                    <a:pt x="853" y="116"/>
                  </a:lnTo>
                  <a:lnTo>
                    <a:pt x="860" y="112"/>
                  </a:lnTo>
                  <a:lnTo>
                    <a:pt x="864" y="109"/>
                  </a:lnTo>
                  <a:lnTo>
                    <a:pt x="870" y="111"/>
                  </a:lnTo>
                  <a:lnTo>
                    <a:pt x="944" y="131"/>
                  </a:lnTo>
                  <a:lnTo>
                    <a:pt x="1278" y="220"/>
                  </a:lnTo>
                  <a:lnTo>
                    <a:pt x="1704" y="334"/>
                  </a:lnTo>
                  <a:lnTo>
                    <a:pt x="2251" y="480"/>
                  </a:lnTo>
                  <a:lnTo>
                    <a:pt x="2444" y="531"/>
                  </a:lnTo>
                  <a:lnTo>
                    <a:pt x="2456" y="532"/>
                  </a:lnTo>
                  <a:lnTo>
                    <a:pt x="2504" y="508"/>
                  </a:lnTo>
                  <a:lnTo>
                    <a:pt x="2533" y="494"/>
                  </a:lnTo>
                  <a:lnTo>
                    <a:pt x="2845" y="344"/>
                  </a:lnTo>
                  <a:lnTo>
                    <a:pt x="2851" y="331"/>
                  </a:lnTo>
                  <a:lnTo>
                    <a:pt x="2918" y="184"/>
                  </a:lnTo>
                  <a:lnTo>
                    <a:pt x="2993" y="46"/>
                  </a:lnTo>
                  <a:lnTo>
                    <a:pt x="3007" y="20"/>
                  </a:lnTo>
                  <a:lnTo>
                    <a:pt x="3012" y="10"/>
                  </a:lnTo>
                  <a:lnTo>
                    <a:pt x="3027" y="0"/>
                  </a:lnTo>
                  <a:lnTo>
                    <a:pt x="3043" y="0"/>
                  </a:lnTo>
                  <a:lnTo>
                    <a:pt x="3486" y="20"/>
                  </a:lnTo>
                  <a:lnTo>
                    <a:pt x="3611" y="25"/>
                  </a:lnTo>
                  <a:lnTo>
                    <a:pt x="3665" y="28"/>
                  </a:lnTo>
                  <a:lnTo>
                    <a:pt x="3784" y="33"/>
                  </a:lnTo>
                  <a:lnTo>
                    <a:pt x="3823" y="65"/>
                  </a:lnTo>
                  <a:lnTo>
                    <a:pt x="3883" y="113"/>
                  </a:lnTo>
                  <a:lnTo>
                    <a:pt x="3984" y="153"/>
                  </a:lnTo>
                  <a:lnTo>
                    <a:pt x="4084" y="202"/>
                  </a:lnTo>
                  <a:lnTo>
                    <a:pt x="4174" y="297"/>
                  </a:lnTo>
                  <a:lnTo>
                    <a:pt x="4204" y="329"/>
                  </a:lnTo>
                  <a:lnTo>
                    <a:pt x="4202" y="334"/>
                  </a:lnTo>
                  <a:lnTo>
                    <a:pt x="4227" y="359"/>
                  </a:lnTo>
                  <a:lnTo>
                    <a:pt x="4314" y="4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6984826" y="2181158"/>
              <a:ext cx="2668" cy="1477"/>
            </a:xfrm>
            <a:custGeom>
              <a:avLst/>
              <a:pathLst>
                <a:path w="2668" h="1477">
                  <a:moveTo>
                    <a:pt x="2054" y="130"/>
                  </a:moveTo>
                  <a:lnTo>
                    <a:pt x="1975" y="348"/>
                  </a:lnTo>
                  <a:lnTo>
                    <a:pt x="1936" y="408"/>
                  </a:lnTo>
                  <a:lnTo>
                    <a:pt x="1968" y="432"/>
                  </a:lnTo>
                  <a:lnTo>
                    <a:pt x="2073" y="412"/>
                  </a:lnTo>
                  <a:lnTo>
                    <a:pt x="2112" y="356"/>
                  </a:lnTo>
                  <a:lnTo>
                    <a:pt x="2204" y="75"/>
                  </a:lnTo>
                  <a:lnTo>
                    <a:pt x="2255" y="64"/>
                  </a:lnTo>
                  <a:lnTo>
                    <a:pt x="2387" y="81"/>
                  </a:lnTo>
                  <a:lnTo>
                    <a:pt x="2551" y="133"/>
                  </a:lnTo>
                  <a:lnTo>
                    <a:pt x="2571" y="177"/>
                  </a:lnTo>
                  <a:lnTo>
                    <a:pt x="2625" y="209"/>
                  </a:lnTo>
                  <a:lnTo>
                    <a:pt x="2666" y="238"/>
                  </a:lnTo>
                  <a:lnTo>
                    <a:pt x="2668" y="290"/>
                  </a:lnTo>
                  <a:lnTo>
                    <a:pt x="2574" y="583"/>
                  </a:lnTo>
                  <a:lnTo>
                    <a:pt x="2523" y="603"/>
                  </a:lnTo>
                  <a:lnTo>
                    <a:pt x="2456" y="591"/>
                  </a:lnTo>
                  <a:lnTo>
                    <a:pt x="2272" y="496"/>
                  </a:lnTo>
                  <a:lnTo>
                    <a:pt x="2160" y="475"/>
                  </a:lnTo>
                  <a:lnTo>
                    <a:pt x="2040" y="499"/>
                  </a:lnTo>
                  <a:lnTo>
                    <a:pt x="1917" y="530"/>
                  </a:lnTo>
                  <a:lnTo>
                    <a:pt x="1864" y="588"/>
                  </a:lnTo>
                  <a:lnTo>
                    <a:pt x="1838" y="658"/>
                  </a:lnTo>
                  <a:lnTo>
                    <a:pt x="1841" y="713"/>
                  </a:lnTo>
                  <a:lnTo>
                    <a:pt x="1879" y="838"/>
                  </a:lnTo>
                  <a:lnTo>
                    <a:pt x="1864" y="948"/>
                  </a:lnTo>
                  <a:lnTo>
                    <a:pt x="1818" y="1021"/>
                  </a:lnTo>
                  <a:lnTo>
                    <a:pt x="1777" y="1067"/>
                  </a:lnTo>
                  <a:lnTo>
                    <a:pt x="1754" y="1139"/>
                  </a:lnTo>
                  <a:lnTo>
                    <a:pt x="1738" y="1197"/>
                  </a:lnTo>
                  <a:lnTo>
                    <a:pt x="1772" y="1275"/>
                  </a:lnTo>
                  <a:lnTo>
                    <a:pt x="1718" y="1335"/>
                  </a:lnTo>
                  <a:lnTo>
                    <a:pt x="1621" y="1440"/>
                  </a:lnTo>
                  <a:lnTo>
                    <a:pt x="1600" y="1460"/>
                  </a:lnTo>
                  <a:lnTo>
                    <a:pt x="1547" y="1477"/>
                  </a:lnTo>
                  <a:lnTo>
                    <a:pt x="1511" y="1455"/>
                  </a:lnTo>
                  <a:lnTo>
                    <a:pt x="904" y="1251"/>
                  </a:lnTo>
                  <a:lnTo>
                    <a:pt x="527" y="1262"/>
                  </a:lnTo>
                  <a:lnTo>
                    <a:pt x="392" y="1282"/>
                  </a:lnTo>
                  <a:lnTo>
                    <a:pt x="243" y="1326"/>
                  </a:lnTo>
                  <a:lnTo>
                    <a:pt x="119" y="1325"/>
                  </a:lnTo>
                  <a:lnTo>
                    <a:pt x="92" y="1314"/>
                  </a:lnTo>
                  <a:lnTo>
                    <a:pt x="67" y="1288"/>
                  </a:lnTo>
                  <a:lnTo>
                    <a:pt x="54" y="1240"/>
                  </a:lnTo>
                  <a:lnTo>
                    <a:pt x="61" y="1209"/>
                  </a:lnTo>
                  <a:lnTo>
                    <a:pt x="212" y="988"/>
                  </a:lnTo>
                  <a:lnTo>
                    <a:pt x="217" y="944"/>
                  </a:lnTo>
                  <a:lnTo>
                    <a:pt x="189" y="857"/>
                  </a:lnTo>
                  <a:lnTo>
                    <a:pt x="140" y="728"/>
                  </a:lnTo>
                  <a:lnTo>
                    <a:pt x="121" y="714"/>
                  </a:lnTo>
                  <a:lnTo>
                    <a:pt x="35" y="689"/>
                  </a:lnTo>
                  <a:lnTo>
                    <a:pt x="7" y="662"/>
                  </a:lnTo>
                  <a:lnTo>
                    <a:pt x="0" y="643"/>
                  </a:lnTo>
                  <a:lnTo>
                    <a:pt x="0" y="610"/>
                  </a:lnTo>
                  <a:lnTo>
                    <a:pt x="11" y="588"/>
                  </a:lnTo>
                  <a:lnTo>
                    <a:pt x="28" y="570"/>
                  </a:lnTo>
                  <a:lnTo>
                    <a:pt x="1579" y="1"/>
                  </a:lnTo>
                  <a:lnTo>
                    <a:pt x="1604" y="0"/>
                  </a:lnTo>
                  <a:lnTo>
                    <a:pt x="1627" y="17"/>
                  </a:lnTo>
                  <a:lnTo>
                    <a:pt x="1662" y="125"/>
                  </a:lnTo>
                  <a:lnTo>
                    <a:pt x="1676" y="137"/>
                  </a:lnTo>
                  <a:lnTo>
                    <a:pt x="1973" y="56"/>
                  </a:lnTo>
                  <a:lnTo>
                    <a:pt x="2017" y="5"/>
                  </a:lnTo>
                  <a:lnTo>
                    <a:pt x="2026" y="6"/>
                  </a:lnTo>
                  <a:lnTo>
                    <a:pt x="2052" y="25"/>
                  </a:lnTo>
                  <a:lnTo>
                    <a:pt x="2065" y="48"/>
                  </a:lnTo>
                  <a:lnTo>
                    <a:pt x="2054" y="13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6982799" y="2180122"/>
              <a:ext cx="8427" cy="6630"/>
            </a:xfrm>
            <a:custGeom>
              <a:avLst/>
              <a:pathLst>
                <a:path w="8427" h="6630">
                  <a:moveTo>
                    <a:pt x="8022" y="53"/>
                  </a:moveTo>
                  <a:lnTo>
                    <a:pt x="8033" y="54"/>
                  </a:lnTo>
                  <a:lnTo>
                    <a:pt x="8044" y="50"/>
                  </a:lnTo>
                  <a:lnTo>
                    <a:pt x="8053" y="49"/>
                  </a:lnTo>
                  <a:lnTo>
                    <a:pt x="8073" y="50"/>
                  </a:lnTo>
                  <a:lnTo>
                    <a:pt x="8080" y="50"/>
                  </a:lnTo>
                  <a:lnTo>
                    <a:pt x="8097" y="57"/>
                  </a:lnTo>
                  <a:lnTo>
                    <a:pt x="8177" y="112"/>
                  </a:lnTo>
                  <a:lnTo>
                    <a:pt x="8227" y="176"/>
                  </a:lnTo>
                  <a:lnTo>
                    <a:pt x="8263" y="221"/>
                  </a:lnTo>
                  <a:lnTo>
                    <a:pt x="8327" y="302"/>
                  </a:lnTo>
                  <a:lnTo>
                    <a:pt x="8331" y="307"/>
                  </a:lnTo>
                  <a:lnTo>
                    <a:pt x="8425" y="517"/>
                  </a:lnTo>
                  <a:lnTo>
                    <a:pt x="8427" y="523"/>
                  </a:lnTo>
                  <a:lnTo>
                    <a:pt x="8415" y="539"/>
                  </a:lnTo>
                  <a:lnTo>
                    <a:pt x="8333" y="575"/>
                  </a:lnTo>
                  <a:lnTo>
                    <a:pt x="8325" y="624"/>
                  </a:lnTo>
                  <a:lnTo>
                    <a:pt x="8317" y="671"/>
                  </a:lnTo>
                  <a:lnTo>
                    <a:pt x="8313" y="692"/>
                  </a:lnTo>
                  <a:lnTo>
                    <a:pt x="8305" y="742"/>
                  </a:lnTo>
                  <a:lnTo>
                    <a:pt x="8222" y="1216"/>
                  </a:lnTo>
                  <a:lnTo>
                    <a:pt x="8226" y="1226"/>
                  </a:lnTo>
                  <a:lnTo>
                    <a:pt x="8230" y="1232"/>
                  </a:lnTo>
                  <a:lnTo>
                    <a:pt x="8235" y="1237"/>
                  </a:lnTo>
                  <a:lnTo>
                    <a:pt x="8237" y="1242"/>
                  </a:lnTo>
                  <a:lnTo>
                    <a:pt x="8238" y="1247"/>
                  </a:lnTo>
                  <a:lnTo>
                    <a:pt x="8238" y="1253"/>
                  </a:lnTo>
                  <a:lnTo>
                    <a:pt x="8238" y="1260"/>
                  </a:lnTo>
                  <a:lnTo>
                    <a:pt x="8240" y="1266"/>
                  </a:lnTo>
                  <a:lnTo>
                    <a:pt x="8243" y="1276"/>
                  </a:lnTo>
                  <a:lnTo>
                    <a:pt x="8284" y="1360"/>
                  </a:lnTo>
                  <a:lnTo>
                    <a:pt x="8305" y="1432"/>
                  </a:lnTo>
                  <a:lnTo>
                    <a:pt x="8317" y="1532"/>
                  </a:lnTo>
                  <a:lnTo>
                    <a:pt x="8316" y="1539"/>
                  </a:lnTo>
                  <a:lnTo>
                    <a:pt x="8314" y="1598"/>
                  </a:lnTo>
                  <a:lnTo>
                    <a:pt x="8308" y="1613"/>
                  </a:lnTo>
                  <a:lnTo>
                    <a:pt x="8252" y="1643"/>
                  </a:lnTo>
                  <a:lnTo>
                    <a:pt x="8027" y="1767"/>
                  </a:lnTo>
                  <a:lnTo>
                    <a:pt x="8021" y="1770"/>
                  </a:lnTo>
                  <a:lnTo>
                    <a:pt x="8005" y="1773"/>
                  </a:lnTo>
                  <a:lnTo>
                    <a:pt x="7959" y="1783"/>
                  </a:lnTo>
                  <a:lnTo>
                    <a:pt x="7950" y="1785"/>
                  </a:lnTo>
                  <a:lnTo>
                    <a:pt x="7930" y="1789"/>
                  </a:lnTo>
                  <a:lnTo>
                    <a:pt x="7922" y="1791"/>
                  </a:lnTo>
                  <a:lnTo>
                    <a:pt x="7790" y="1818"/>
                  </a:lnTo>
                  <a:lnTo>
                    <a:pt x="7695" y="1825"/>
                  </a:lnTo>
                  <a:lnTo>
                    <a:pt x="7603" y="1800"/>
                  </a:lnTo>
                  <a:lnTo>
                    <a:pt x="7511" y="1741"/>
                  </a:lnTo>
                  <a:lnTo>
                    <a:pt x="7497" y="1725"/>
                  </a:lnTo>
                  <a:lnTo>
                    <a:pt x="7492" y="1720"/>
                  </a:lnTo>
                  <a:lnTo>
                    <a:pt x="7465" y="1691"/>
                  </a:lnTo>
                  <a:lnTo>
                    <a:pt x="7434" y="1653"/>
                  </a:lnTo>
                  <a:lnTo>
                    <a:pt x="7270" y="1551"/>
                  </a:lnTo>
                  <a:lnTo>
                    <a:pt x="7205" y="1617"/>
                  </a:lnTo>
                  <a:lnTo>
                    <a:pt x="7180" y="1635"/>
                  </a:lnTo>
                  <a:lnTo>
                    <a:pt x="7167" y="1643"/>
                  </a:lnTo>
                  <a:lnTo>
                    <a:pt x="7102" y="1643"/>
                  </a:lnTo>
                  <a:lnTo>
                    <a:pt x="7088" y="1640"/>
                  </a:lnTo>
                  <a:lnTo>
                    <a:pt x="7083" y="1639"/>
                  </a:lnTo>
                  <a:lnTo>
                    <a:pt x="7008" y="1621"/>
                  </a:lnTo>
                  <a:lnTo>
                    <a:pt x="6945" y="1632"/>
                  </a:lnTo>
                  <a:lnTo>
                    <a:pt x="6923" y="1627"/>
                  </a:lnTo>
                  <a:lnTo>
                    <a:pt x="6914" y="1622"/>
                  </a:lnTo>
                  <a:lnTo>
                    <a:pt x="6907" y="1614"/>
                  </a:lnTo>
                  <a:lnTo>
                    <a:pt x="6900" y="1608"/>
                  </a:lnTo>
                  <a:lnTo>
                    <a:pt x="6894" y="1606"/>
                  </a:lnTo>
                  <a:lnTo>
                    <a:pt x="6891" y="1610"/>
                  </a:lnTo>
                  <a:lnTo>
                    <a:pt x="6882" y="1614"/>
                  </a:lnTo>
                  <a:lnTo>
                    <a:pt x="6860" y="1627"/>
                  </a:lnTo>
                  <a:lnTo>
                    <a:pt x="6851" y="1639"/>
                  </a:lnTo>
                  <a:lnTo>
                    <a:pt x="6848" y="1646"/>
                  </a:lnTo>
                  <a:lnTo>
                    <a:pt x="6843" y="1650"/>
                  </a:lnTo>
                  <a:lnTo>
                    <a:pt x="6804" y="1821"/>
                  </a:lnTo>
                  <a:lnTo>
                    <a:pt x="6784" y="1909"/>
                  </a:lnTo>
                  <a:lnTo>
                    <a:pt x="6917" y="1952"/>
                  </a:lnTo>
                  <a:lnTo>
                    <a:pt x="6926" y="1954"/>
                  </a:lnTo>
                  <a:lnTo>
                    <a:pt x="6946" y="1961"/>
                  </a:lnTo>
                  <a:lnTo>
                    <a:pt x="6948" y="2012"/>
                  </a:lnTo>
                  <a:lnTo>
                    <a:pt x="6948" y="2026"/>
                  </a:lnTo>
                  <a:lnTo>
                    <a:pt x="6942" y="2032"/>
                  </a:lnTo>
                  <a:lnTo>
                    <a:pt x="6937" y="2033"/>
                  </a:lnTo>
                  <a:lnTo>
                    <a:pt x="6903" y="2051"/>
                  </a:lnTo>
                  <a:lnTo>
                    <a:pt x="6897" y="2053"/>
                  </a:lnTo>
                  <a:lnTo>
                    <a:pt x="6893" y="2055"/>
                  </a:lnTo>
                  <a:lnTo>
                    <a:pt x="6887" y="2057"/>
                  </a:lnTo>
                  <a:lnTo>
                    <a:pt x="6878" y="2061"/>
                  </a:lnTo>
                  <a:lnTo>
                    <a:pt x="6873" y="2062"/>
                  </a:lnTo>
                  <a:lnTo>
                    <a:pt x="6862" y="2065"/>
                  </a:lnTo>
                  <a:lnTo>
                    <a:pt x="6856" y="2068"/>
                  </a:lnTo>
                  <a:lnTo>
                    <a:pt x="6850" y="2070"/>
                  </a:lnTo>
                  <a:lnTo>
                    <a:pt x="6843" y="2069"/>
                  </a:lnTo>
                  <a:lnTo>
                    <a:pt x="6792" y="2065"/>
                  </a:lnTo>
                  <a:lnTo>
                    <a:pt x="6786" y="2064"/>
                  </a:lnTo>
                  <a:lnTo>
                    <a:pt x="6760" y="2072"/>
                  </a:lnTo>
                  <a:lnTo>
                    <a:pt x="6750" y="2099"/>
                  </a:lnTo>
                  <a:lnTo>
                    <a:pt x="6745" y="2144"/>
                  </a:lnTo>
                  <a:lnTo>
                    <a:pt x="6749" y="2181"/>
                  </a:lnTo>
                  <a:lnTo>
                    <a:pt x="6762" y="2217"/>
                  </a:lnTo>
                  <a:lnTo>
                    <a:pt x="6769" y="2220"/>
                  </a:lnTo>
                  <a:lnTo>
                    <a:pt x="6863" y="2264"/>
                  </a:lnTo>
                  <a:lnTo>
                    <a:pt x="6870" y="2264"/>
                  </a:lnTo>
                  <a:lnTo>
                    <a:pt x="6919" y="2250"/>
                  </a:lnTo>
                  <a:lnTo>
                    <a:pt x="6940" y="2272"/>
                  </a:lnTo>
                  <a:lnTo>
                    <a:pt x="6948" y="2272"/>
                  </a:lnTo>
                  <a:lnTo>
                    <a:pt x="7035" y="2198"/>
                  </a:lnTo>
                  <a:lnTo>
                    <a:pt x="7069" y="2167"/>
                  </a:lnTo>
                  <a:lnTo>
                    <a:pt x="7119" y="2146"/>
                  </a:lnTo>
                  <a:lnTo>
                    <a:pt x="7155" y="2177"/>
                  </a:lnTo>
                  <a:lnTo>
                    <a:pt x="7165" y="2186"/>
                  </a:lnTo>
                  <a:lnTo>
                    <a:pt x="7174" y="2202"/>
                  </a:lnTo>
                  <a:lnTo>
                    <a:pt x="7174" y="2207"/>
                  </a:lnTo>
                  <a:lnTo>
                    <a:pt x="7173" y="2217"/>
                  </a:lnTo>
                  <a:lnTo>
                    <a:pt x="7172" y="2224"/>
                  </a:lnTo>
                  <a:lnTo>
                    <a:pt x="7170" y="2233"/>
                  </a:lnTo>
                  <a:lnTo>
                    <a:pt x="7161" y="2295"/>
                  </a:lnTo>
                  <a:lnTo>
                    <a:pt x="7139" y="2324"/>
                  </a:lnTo>
                  <a:lnTo>
                    <a:pt x="7105" y="2370"/>
                  </a:lnTo>
                  <a:lnTo>
                    <a:pt x="7062" y="2426"/>
                  </a:lnTo>
                  <a:lnTo>
                    <a:pt x="7058" y="2423"/>
                  </a:lnTo>
                  <a:lnTo>
                    <a:pt x="7031" y="2399"/>
                  </a:lnTo>
                  <a:lnTo>
                    <a:pt x="7022" y="2391"/>
                  </a:lnTo>
                  <a:lnTo>
                    <a:pt x="7016" y="2386"/>
                  </a:lnTo>
                  <a:lnTo>
                    <a:pt x="7004" y="2375"/>
                  </a:lnTo>
                  <a:lnTo>
                    <a:pt x="6999" y="2373"/>
                  </a:lnTo>
                  <a:lnTo>
                    <a:pt x="6968" y="2348"/>
                  </a:lnTo>
                  <a:lnTo>
                    <a:pt x="6958" y="2339"/>
                  </a:lnTo>
                  <a:lnTo>
                    <a:pt x="6942" y="2347"/>
                  </a:lnTo>
                  <a:lnTo>
                    <a:pt x="6928" y="2370"/>
                  </a:lnTo>
                  <a:lnTo>
                    <a:pt x="6915" y="2393"/>
                  </a:lnTo>
                  <a:lnTo>
                    <a:pt x="6911" y="2410"/>
                  </a:lnTo>
                  <a:lnTo>
                    <a:pt x="6909" y="2431"/>
                  </a:lnTo>
                  <a:lnTo>
                    <a:pt x="6904" y="2606"/>
                  </a:lnTo>
                  <a:lnTo>
                    <a:pt x="6909" y="2623"/>
                  </a:lnTo>
                  <a:lnTo>
                    <a:pt x="6910" y="2628"/>
                  </a:lnTo>
                  <a:lnTo>
                    <a:pt x="6925" y="2690"/>
                  </a:lnTo>
                  <a:lnTo>
                    <a:pt x="6936" y="2710"/>
                  </a:lnTo>
                  <a:lnTo>
                    <a:pt x="6942" y="2715"/>
                  </a:lnTo>
                  <a:lnTo>
                    <a:pt x="6990" y="2756"/>
                  </a:lnTo>
                  <a:lnTo>
                    <a:pt x="7004" y="2755"/>
                  </a:lnTo>
                  <a:lnTo>
                    <a:pt x="7047" y="2823"/>
                  </a:lnTo>
                  <a:lnTo>
                    <a:pt x="7048" y="2873"/>
                  </a:lnTo>
                  <a:lnTo>
                    <a:pt x="7048" y="2886"/>
                  </a:lnTo>
                  <a:lnTo>
                    <a:pt x="7049" y="2955"/>
                  </a:lnTo>
                  <a:lnTo>
                    <a:pt x="7049" y="3039"/>
                  </a:lnTo>
                  <a:lnTo>
                    <a:pt x="7051" y="3189"/>
                  </a:lnTo>
                  <a:lnTo>
                    <a:pt x="7030" y="3358"/>
                  </a:lnTo>
                  <a:lnTo>
                    <a:pt x="7029" y="3369"/>
                  </a:lnTo>
                  <a:lnTo>
                    <a:pt x="7024" y="3405"/>
                  </a:lnTo>
                  <a:lnTo>
                    <a:pt x="7014" y="3479"/>
                  </a:lnTo>
                  <a:lnTo>
                    <a:pt x="7007" y="3534"/>
                  </a:lnTo>
                  <a:lnTo>
                    <a:pt x="6963" y="3554"/>
                  </a:lnTo>
                  <a:lnTo>
                    <a:pt x="6874" y="3593"/>
                  </a:lnTo>
                  <a:lnTo>
                    <a:pt x="6850" y="3596"/>
                  </a:lnTo>
                  <a:lnTo>
                    <a:pt x="6841" y="3597"/>
                  </a:lnTo>
                  <a:lnTo>
                    <a:pt x="6827" y="3596"/>
                  </a:lnTo>
                  <a:lnTo>
                    <a:pt x="6818" y="3593"/>
                  </a:lnTo>
                  <a:lnTo>
                    <a:pt x="6814" y="3594"/>
                  </a:lnTo>
                  <a:lnTo>
                    <a:pt x="6805" y="3594"/>
                  </a:lnTo>
                  <a:lnTo>
                    <a:pt x="6786" y="3601"/>
                  </a:lnTo>
                  <a:lnTo>
                    <a:pt x="6776" y="3603"/>
                  </a:lnTo>
                  <a:lnTo>
                    <a:pt x="6724" y="3600"/>
                  </a:lnTo>
                  <a:lnTo>
                    <a:pt x="6605" y="3539"/>
                  </a:lnTo>
                  <a:lnTo>
                    <a:pt x="6588" y="3529"/>
                  </a:lnTo>
                  <a:lnTo>
                    <a:pt x="6583" y="3523"/>
                  </a:lnTo>
                  <a:lnTo>
                    <a:pt x="6581" y="3511"/>
                  </a:lnTo>
                  <a:lnTo>
                    <a:pt x="6584" y="3505"/>
                  </a:lnTo>
                  <a:lnTo>
                    <a:pt x="6589" y="3501"/>
                  </a:lnTo>
                  <a:lnTo>
                    <a:pt x="6591" y="3496"/>
                  </a:lnTo>
                  <a:lnTo>
                    <a:pt x="6589" y="3475"/>
                  </a:lnTo>
                  <a:lnTo>
                    <a:pt x="6584" y="3462"/>
                  </a:lnTo>
                  <a:lnTo>
                    <a:pt x="6578" y="3454"/>
                  </a:lnTo>
                  <a:lnTo>
                    <a:pt x="6571" y="3447"/>
                  </a:lnTo>
                  <a:lnTo>
                    <a:pt x="6564" y="3441"/>
                  </a:lnTo>
                  <a:lnTo>
                    <a:pt x="6559" y="3443"/>
                  </a:lnTo>
                  <a:lnTo>
                    <a:pt x="6537" y="3443"/>
                  </a:lnTo>
                  <a:lnTo>
                    <a:pt x="6319" y="3293"/>
                  </a:lnTo>
                  <a:lnTo>
                    <a:pt x="6304" y="3288"/>
                  </a:lnTo>
                  <a:lnTo>
                    <a:pt x="6298" y="3285"/>
                  </a:lnTo>
                  <a:lnTo>
                    <a:pt x="6287" y="3281"/>
                  </a:lnTo>
                  <a:lnTo>
                    <a:pt x="6278" y="3279"/>
                  </a:lnTo>
                  <a:lnTo>
                    <a:pt x="6264" y="3281"/>
                  </a:lnTo>
                  <a:lnTo>
                    <a:pt x="6226" y="3297"/>
                  </a:lnTo>
                  <a:lnTo>
                    <a:pt x="6193" y="3317"/>
                  </a:lnTo>
                  <a:lnTo>
                    <a:pt x="6177" y="3332"/>
                  </a:lnTo>
                  <a:lnTo>
                    <a:pt x="6158" y="3350"/>
                  </a:lnTo>
                  <a:lnTo>
                    <a:pt x="6155" y="3353"/>
                  </a:lnTo>
                  <a:lnTo>
                    <a:pt x="6150" y="3361"/>
                  </a:lnTo>
                  <a:lnTo>
                    <a:pt x="6139" y="3381"/>
                  </a:lnTo>
                  <a:lnTo>
                    <a:pt x="6133" y="3390"/>
                  </a:lnTo>
                  <a:lnTo>
                    <a:pt x="6132" y="3395"/>
                  </a:lnTo>
                  <a:lnTo>
                    <a:pt x="6121" y="3419"/>
                  </a:lnTo>
                  <a:lnTo>
                    <a:pt x="6107" y="3447"/>
                  </a:lnTo>
                  <a:lnTo>
                    <a:pt x="6101" y="3461"/>
                  </a:lnTo>
                  <a:lnTo>
                    <a:pt x="6037" y="3530"/>
                  </a:lnTo>
                  <a:lnTo>
                    <a:pt x="5985" y="3573"/>
                  </a:lnTo>
                  <a:lnTo>
                    <a:pt x="5984" y="3584"/>
                  </a:lnTo>
                  <a:lnTo>
                    <a:pt x="5982" y="3588"/>
                  </a:lnTo>
                  <a:lnTo>
                    <a:pt x="6003" y="3592"/>
                  </a:lnTo>
                  <a:lnTo>
                    <a:pt x="6024" y="3587"/>
                  </a:lnTo>
                  <a:lnTo>
                    <a:pt x="6028" y="3585"/>
                  </a:lnTo>
                  <a:lnTo>
                    <a:pt x="6032" y="3583"/>
                  </a:lnTo>
                  <a:lnTo>
                    <a:pt x="6117" y="3544"/>
                  </a:lnTo>
                  <a:lnTo>
                    <a:pt x="6130" y="3541"/>
                  </a:lnTo>
                  <a:lnTo>
                    <a:pt x="6140" y="3542"/>
                  </a:lnTo>
                  <a:lnTo>
                    <a:pt x="6177" y="3560"/>
                  </a:lnTo>
                  <a:lnTo>
                    <a:pt x="6270" y="3709"/>
                  </a:lnTo>
                  <a:lnTo>
                    <a:pt x="6314" y="3733"/>
                  </a:lnTo>
                  <a:lnTo>
                    <a:pt x="6362" y="3756"/>
                  </a:lnTo>
                  <a:lnTo>
                    <a:pt x="6378" y="3769"/>
                  </a:lnTo>
                  <a:lnTo>
                    <a:pt x="6393" y="3777"/>
                  </a:lnTo>
                  <a:lnTo>
                    <a:pt x="6415" y="3787"/>
                  </a:lnTo>
                  <a:lnTo>
                    <a:pt x="6421" y="3792"/>
                  </a:lnTo>
                  <a:lnTo>
                    <a:pt x="6426" y="3796"/>
                  </a:lnTo>
                  <a:lnTo>
                    <a:pt x="6613" y="4076"/>
                  </a:lnTo>
                  <a:lnTo>
                    <a:pt x="6618" y="4085"/>
                  </a:lnTo>
                  <a:lnTo>
                    <a:pt x="6644" y="4145"/>
                  </a:lnTo>
                  <a:lnTo>
                    <a:pt x="6648" y="4157"/>
                  </a:lnTo>
                  <a:lnTo>
                    <a:pt x="6648" y="4161"/>
                  </a:lnTo>
                  <a:lnTo>
                    <a:pt x="6643" y="4171"/>
                  </a:lnTo>
                  <a:lnTo>
                    <a:pt x="6628" y="4186"/>
                  </a:lnTo>
                  <a:lnTo>
                    <a:pt x="6412" y="4303"/>
                  </a:lnTo>
                  <a:lnTo>
                    <a:pt x="6409" y="4306"/>
                  </a:lnTo>
                  <a:lnTo>
                    <a:pt x="6400" y="4311"/>
                  </a:lnTo>
                  <a:lnTo>
                    <a:pt x="6397" y="4312"/>
                  </a:lnTo>
                  <a:lnTo>
                    <a:pt x="6388" y="4316"/>
                  </a:lnTo>
                  <a:lnTo>
                    <a:pt x="6377" y="4317"/>
                  </a:lnTo>
                  <a:lnTo>
                    <a:pt x="6348" y="4312"/>
                  </a:lnTo>
                  <a:lnTo>
                    <a:pt x="6343" y="4308"/>
                  </a:lnTo>
                  <a:lnTo>
                    <a:pt x="6340" y="4306"/>
                  </a:lnTo>
                  <a:lnTo>
                    <a:pt x="6334" y="4305"/>
                  </a:lnTo>
                  <a:lnTo>
                    <a:pt x="6329" y="4306"/>
                  </a:lnTo>
                  <a:lnTo>
                    <a:pt x="6323" y="4309"/>
                  </a:lnTo>
                  <a:lnTo>
                    <a:pt x="6316" y="4314"/>
                  </a:lnTo>
                  <a:lnTo>
                    <a:pt x="6313" y="4319"/>
                  </a:lnTo>
                  <a:lnTo>
                    <a:pt x="6311" y="4328"/>
                  </a:lnTo>
                  <a:lnTo>
                    <a:pt x="6306" y="4333"/>
                  </a:lnTo>
                  <a:lnTo>
                    <a:pt x="6298" y="4337"/>
                  </a:lnTo>
                  <a:lnTo>
                    <a:pt x="6261" y="4331"/>
                  </a:lnTo>
                  <a:lnTo>
                    <a:pt x="6240" y="4312"/>
                  </a:lnTo>
                  <a:lnTo>
                    <a:pt x="6209" y="4336"/>
                  </a:lnTo>
                  <a:lnTo>
                    <a:pt x="6201" y="4355"/>
                  </a:lnTo>
                  <a:lnTo>
                    <a:pt x="6177" y="4414"/>
                  </a:lnTo>
                  <a:lnTo>
                    <a:pt x="6172" y="4423"/>
                  </a:lnTo>
                  <a:lnTo>
                    <a:pt x="6167" y="4422"/>
                  </a:lnTo>
                  <a:lnTo>
                    <a:pt x="6155" y="4428"/>
                  </a:lnTo>
                  <a:lnTo>
                    <a:pt x="6155" y="4438"/>
                  </a:lnTo>
                  <a:lnTo>
                    <a:pt x="6154" y="4452"/>
                  </a:lnTo>
                  <a:lnTo>
                    <a:pt x="6161" y="4456"/>
                  </a:lnTo>
                  <a:lnTo>
                    <a:pt x="6165" y="4466"/>
                  </a:lnTo>
                  <a:lnTo>
                    <a:pt x="6164" y="4475"/>
                  </a:lnTo>
                  <a:lnTo>
                    <a:pt x="6150" y="4479"/>
                  </a:lnTo>
                  <a:lnTo>
                    <a:pt x="6127" y="4477"/>
                  </a:lnTo>
                  <a:lnTo>
                    <a:pt x="6116" y="4492"/>
                  </a:lnTo>
                  <a:lnTo>
                    <a:pt x="6107" y="4497"/>
                  </a:lnTo>
                  <a:lnTo>
                    <a:pt x="6073" y="4521"/>
                  </a:lnTo>
                  <a:lnTo>
                    <a:pt x="6034" y="4536"/>
                  </a:lnTo>
                  <a:lnTo>
                    <a:pt x="6029" y="4539"/>
                  </a:lnTo>
                  <a:lnTo>
                    <a:pt x="5978" y="4568"/>
                  </a:lnTo>
                  <a:lnTo>
                    <a:pt x="5950" y="4577"/>
                  </a:lnTo>
                  <a:lnTo>
                    <a:pt x="5944" y="4584"/>
                  </a:lnTo>
                  <a:lnTo>
                    <a:pt x="5937" y="4592"/>
                  </a:lnTo>
                  <a:lnTo>
                    <a:pt x="5931" y="4600"/>
                  </a:lnTo>
                  <a:lnTo>
                    <a:pt x="5929" y="4606"/>
                  </a:lnTo>
                  <a:lnTo>
                    <a:pt x="5924" y="4622"/>
                  </a:lnTo>
                  <a:lnTo>
                    <a:pt x="5925" y="4637"/>
                  </a:lnTo>
                  <a:lnTo>
                    <a:pt x="5926" y="4642"/>
                  </a:lnTo>
                  <a:lnTo>
                    <a:pt x="5928" y="4651"/>
                  </a:lnTo>
                  <a:lnTo>
                    <a:pt x="5930" y="4657"/>
                  </a:lnTo>
                  <a:lnTo>
                    <a:pt x="5933" y="4663"/>
                  </a:lnTo>
                  <a:lnTo>
                    <a:pt x="5935" y="4668"/>
                  </a:lnTo>
                  <a:lnTo>
                    <a:pt x="5941" y="4678"/>
                  </a:lnTo>
                  <a:lnTo>
                    <a:pt x="5944" y="4683"/>
                  </a:lnTo>
                  <a:lnTo>
                    <a:pt x="5947" y="4687"/>
                  </a:lnTo>
                  <a:lnTo>
                    <a:pt x="5951" y="4692"/>
                  </a:lnTo>
                  <a:lnTo>
                    <a:pt x="5957" y="4701"/>
                  </a:lnTo>
                  <a:lnTo>
                    <a:pt x="5973" y="4719"/>
                  </a:lnTo>
                  <a:lnTo>
                    <a:pt x="5982" y="4720"/>
                  </a:lnTo>
                  <a:lnTo>
                    <a:pt x="5993" y="4712"/>
                  </a:lnTo>
                  <a:lnTo>
                    <a:pt x="5998" y="4696"/>
                  </a:lnTo>
                  <a:lnTo>
                    <a:pt x="6005" y="4700"/>
                  </a:lnTo>
                  <a:lnTo>
                    <a:pt x="6025" y="4717"/>
                  </a:lnTo>
                  <a:lnTo>
                    <a:pt x="6031" y="4720"/>
                  </a:lnTo>
                  <a:lnTo>
                    <a:pt x="6054" y="4732"/>
                  </a:lnTo>
                  <a:lnTo>
                    <a:pt x="6063" y="4733"/>
                  </a:lnTo>
                  <a:lnTo>
                    <a:pt x="6072" y="4730"/>
                  </a:lnTo>
                  <a:lnTo>
                    <a:pt x="6075" y="4726"/>
                  </a:lnTo>
                  <a:lnTo>
                    <a:pt x="6079" y="4717"/>
                  </a:lnTo>
                  <a:lnTo>
                    <a:pt x="6082" y="4714"/>
                  </a:lnTo>
                  <a:lnTo>
                    <a:pt x="6093" y="4703"/>
                  </a:lnTo>
                  <a:lnTo>
                    <a:pt x="6099" y="4700"/>
                  </a:lnTo>
                  <a:lnTo>
                    <a:pt x="6112" y="4685"/>
                  </a:lnTo>
                  <a:lnTo>
                    <a:pt x="6131" y="4674"/>
                  </a:lnTo>
                  <a:lnTo>
                    <a:pt x="6138" y="4676"/>
                  </a:lnTo>
                  <a:lnTo>
                    <a:pt x="6139" y="4681"/>
                  </a:lnTo>
                  <a:lnTo>
                    <a:pt x="6140" y="4687"/>
                  </a:lnTo>
                  <a:lnTo>
                    <a:pt x="6142" y="4700"/>
                  </a:lnTo>
                  <a:lnTo>
                    <a:pt x="6146" y="4705"/>
                  </a:lnTo>
                  <a:lnTo>
                    <a:pt x="6151" y="4714"/>
                  </a:lnTo>
                  <a:lnTo>
                    <a:pt x="6150" y="4722"/>
                  </a:lnTo>
                  <a:lnTo>
                    <a:pt x="6153" y="4728"/>
                  </a:lnTo>
                  <a:lnTo>
                    <a:pt x="6155" y="4734"/>
                  </a:lnTo>
                  <a:lnTo>
                    <a:pt x="6156" y="4739"/>
                  </a:lnTo>
                  <a:lnTo>
                    <a:pt x="6153" y="4743"/>
                  </a:lnTo>
                  <a:lnTo>
                    <a:pt x="6150" y="4747"/>
                  </a:lnTo>
                  <a:lnTo>
                    <a:pt x="6149" y="4758"/>
                  </a:lnTo>
                  <a:lnTo>
                    <a:pt x="6150" y="4764"/>
                  </a:lnTo>
                  <a:lnTo>
                    <a:pt x="6152" y="4767"/>
                  </a:lnTo>
                  <a:lnTo>
                    <a:pt x="6156" y="4774"/>
                  </a:lnTo>
                  <a:lnTo>
                    <a:pt x="6173" y="4793"/>
                  </a:lnTo>
                  <a:lnTo>
                    <a:pt x="6177" y="4797"/>
                  </a:lnTo>
                  <a:lnTo>
                    <a:pt x="6309" y="4952"/>
                  </a:lnTo>
                  <a:lnTo>
                    <a:pt x="6332" y="4976"/>
                  </a:lnTo>
                  <a:lnTo>
                    <a:pt x="6382" y="5008"/>
                  </a:lnTo>
                  <a:lnTo>
                    <a:pt x="6463" y="5010"/>
                  </a:lnTo>
                  <a:lnTo>
                    <a:pt x="6493" y="4999"/>
                  </a:lnTo>
                  <a:lnTo>
                    <a:pt x="6591" y="4991"/>
                  </a:lnTo>
                  <a:lnTo>
                    <a:pt x="6934" y="5100"/>
                  </a:lnTo>
                  <a:lnTo>
                    <a:pt x="6950" y="5122"/>
                  </a:lnTo>
                  <a:lnTo>
                    <a:pt x="6965" y="5141"/>
                  </a:lnTo>
                  <a:lnTo>
                    <a:pt x="6960" y="5153"/>
                  </a:lnTo>
                  <a:lnTo>
                    <a:pt x="6866" y="5291"/>
                  </a:lnTo>
                  <a:lnTo>
                    <a:pt x="6850" y="5316"/>
                  </a:lnTo>
                  <a:lnTo>
                    <a:pt x="6851" y="5323"/>
                  </a:lnTo>
                  <a:lnTo>
                    <a:pt x="6852" y="5329"/>
                  </a:lnTo>
                  <a:lnTo>
                    <a:pt x="6850" y="5337"/>
                  </a:lnTo>
                  <a:lnTo>
                    <a:pt x="6846" y="5342"/>
                  </a:lnTo>
                  <a:lnTo>
                    <a:pt x="6841" y="5344"/>
                  </a:lnTo>
                  <a:lnTo>
                    <a:pt x="6833" y="5343"/>
                  </a:lnTo>
                  <a:lnTo>
                    <a:pt x="6829" y="5345"/>
                  </a:lnTo>
                  <a:lnTo>
                    <a:pt x="6821" y="5344"/>
                  </a:lnTo>
                  <a:lnTo>
                    <a:pt x="6814" y="5346"/>
                  </a:lnTo>
                  <a:lnTo>
                    <a:pt x="6584" y="5552"/>
                  </a:lnTo>
                  <a:lnTo>
                    <a:pt x="6490" y="5607"/>
                  </a:lnTo>
                  <a:lnTo>
                    <a:pt x="6486" y="5611"/>
                  </a:lnTo>
                  <a:lnTo>
                    <a:pt x="6482" y="5618"/>
                  </a:lnTo>
                  <a:lnTo>
                    <a:pt x="6477" y="5617"/>
                  </a:lnTo>
                  <a:lnTo>
                    <a:pt x="6368" y="5700"/>
                  </a:lnTo>
                  <a:lnTo>
                    <a:pt x="6367" y="5721"/>
                  </a:lnTo>
                  <a:lnTo>
                    <a:pt x="6366" y="5726"/>
                  </a:lnTo>
                  <a:lnTo>
                    <a:pt x="6346" y="5799"/>
                  </a:lnTo>
                  <a:lnTo>
                    <a:pt x="6342" y="5804"/>
                  </a:lnTo>
                  <a:lnTo>
                    <a:pt x="6336" y="5809"/>
                  </a:lnTo>
                  <a:lnTo>
                    <a:pt x="6331" y="5808"/>
                  </a:lnTo>
                  <a:lnTo>
                    <a:pt x="6326" y="5806"/>
                  </a:lnTo>
                  <a:lnTo>
                    <a:pt x="6311" y="5801"/>
                  </a:lnTo>
                  <a:lnTo>
                    <a:pt x="6304" y="5800"/>
                  </a:lnTo>
                  <a:lnTo>
                    <a:pt x="6299" y="5799"/>
                  </a:lnTo>
                  <a:lnTo>
                    <a:pt x="6293" y="5798"/>
                  </a:lnTo>
                  <a:lnTo>
                    <a:pt x="6277" y="5799"/>
                  </a:lnTo>
                  <a:lnTo>
                    <a:pt x="6266" y="5801"/>
                  </a:lnTo>
                  <a:lnTo>
                    <a:pt x="6259" y="5802"/>
                  </a:lnTo>
                  <a:lnTo>
                    <a:pt x="6252" y="5804"/>
                  </a:lnTo>
                  <a:lnTo>
                    <a:pt x="6247" y="5805"/>
                  </a:lnTo>
                  <a:lnTo>
                    <a:pt x="6236" y="5809"/>
                  </a:lnTo>
                  <a:lnTo>
                    <a:pt x="6221" y="5814"/>
                  </a:lnTo>
                  <a:lnTo>
                    <a:pt x="6215" y="5818"/>
                  </a:lnTo>
                  <a:lnTo>
                    <a:pt x="6202" y="5819"/>
                  </a:lnTo>
                  <a:lnTo>
                    <a:pt x="6195" y="5810"/>
                  </a:lnTo>
                  <a:lnTo>
                    <a:pt x="6195" y="5805"/>
                  </a:lnTo>
                  <a:lnTo>
                    <a:pt x="6195" y="5797"/>
                  </a:lnTo>
                  <a:lnTo>
                    <a:pt x="6192" y="5783"/>
                  </a:lnTo>
                  <a:lnTo>
                    <a:pt x="6191" y="5776"/>
                  </a:lnTo>
                  <a:lnTo>
                    <a:pt x="6192" y="5768"/>
                  </a:lnTo>
                  <a:lnTo>
                    <a:pt x="6193" y="5762"/>
                  </a:lnTo>
                  <a:lnTo>
                    <a:pt x="6194" y="5757"/>
                  </a:lnTo>
                  <a:lnTo>
                    <a:pt x="6195" y="5749"/>
                  </a:lnTo>
                  <a:lnTo>
                    <a:pt x="6193" y="5737"/>
                  </a:lnTo>
                  <a:lnTo>
                    <a:pt x="6187" y="5719"/>
                  </a:lnTo>
                  <a:lnTo>
                    <a:pt x="6181" y="5715"/>
                  </a:lnTo>
                  <a:lnTo>
                    <a:pt x="6177" y="5715"/>
                  </a:lnTo>
                  <a:lnTo>
                    <a:pt x="6158" y="5669"/>
                  </a:lnTo>
                  <a:lnTo>
                    <a:pt x="6151" y="5659"/>
                  </a:lnTo>
                  <a:lnTo>
                    <a:pt x="6143" y="5647"/>
                  </a:lnTo>
                  <a:lnTo>
                    <a:pt x="6086" y="5656"/>
                  </a:lnTo>
                  <a:lnTo>
                    <a:pt x="6082" y="5657"/>
                  </a:lnTo>
                  <a:lnTo>
                    <a:pt x="6021" y="5674"/>
                  </a:lnTo>
                  <a:lnTo>
                    <a:pt x="5986" y="5691"/>
                  </a:lnTo>
                  <a:lnTo>
                    <a:pt x="5986" y="5735"/>
                  </a:lnTo>
                  <a:lnTo>
                    <a:pt x="5961" y="5769"/>
                  </a:lnTo>
                  <a:lnTo>
                    <a:pt x="5956" y="5774"/>
                  </a:lnTo>
                  <a:lnTo>
                    <a:pt x="5948" y="5782"/>
                  </a:lnTo>
                  <a:lnTo>
                    <a:pt x="5937" y="5794"/>
                  </a:lnTo>
                  <a:lnTo>
                    <a:pt x="5782" y="5912"/>
                  </a:lnTo>
                  <a:lnTo>
                    <a:pt x="5762" y="5916"/>
                  </a:lnTo>
                  <a:lnTo>
                    <a:pt x="5720" y="5924"/>
                  </a:lnTo>
                  <a:lnTo>
                    <a:pt x="5679" y="5929"/>
                  </a:lnTo>
                  <a:lnTo>
                    <a:pt x="5674" y="5925"/>
                  </a:lnTo>
                  <a:lnTo>
                    <a:pt x="5439" y="5722"/>
                  </a:lnTo>
                  <a:lnTo>
                    <a:pt x="5422" y="5695"/>
                  </a:lnTo>
                  <a:lnTo>
                    <a:pt x="5427" y="5666"/>
                  </a:lnTo>
                  <a:lnTo>
                    <a:pt x="5476" y="5645"/>
                  </a:lnTo>
                  <a:lnTo>
                    <a:pt x="5486" y="5627"/>
                  </a:lnTo>
                  <a:lnTo>
                    <a:pt x="5495" y="5613"/>
                  </a:lnTo>
                  <a:lnTo>
                    <a:pt x="5504" y="5597"/>
                  </a:lnTo>
                  <a:lnTo>
                    <a:pt x="5536" y="5540"/>
                  </a:lnTo>
                  <a:lnTo>
                    <a:pt x="5542" y="5526"/>
                  </a:lnTo>
                  <a:lnTo>
                    <a:pt x="5548" y="5514"/>
                  </a:lnTo>
                  <a:lnTo>
                    <a:pt x="5560" y="5488"/>
                  </a:lnTo>
                  <a:lnTo>
                    <a:pt x="5562" y="5481"/>
                  </a:lnTo>
                  <a:lnTo>
                    <a:pt x="5571" y="5462"/>
                  </a:lnTo>
                  <a:lnTo>
                    <a:pt x="5536" y="5411"/>
                  </a:lnTo>
                  <a:lnTo>
                    <a:pt x="5506" y="5368"/>
                  </a:lnTo>
                  <a:lnTo>
                    <a:pt x="5495" y="5351"/>
                  </a:lnTo>
                  <a:lnTo>
                    <a:pt x="5430" y="5290"/>
                  </a:lnTo>
                  <a:lnTo>
                    <a:pt x="5410" y="5271"/>
                  </a:lnTo>
                  <a:lnTo>
                    <a:pt x="5361" y="5238"/>
                  </a:lnTo>
                  <a:lnTo>
                    <a:pt x="5318" y="5218"/>
                  </a:lnTo>
                  <a:lnTo>
                    <a:pt x="5319" y="5203"/>
                  </a:lnTo>
                  <a:lnTo>
                    <a:pt x="5363" y="5061"/>
                  </a:lnTo>
                  <a:lnTo>
                    <a:pt x="5377" y="5023"/>
                  </a:lnTo>
                  <a:lnTo>
                    <a:pt x="5384" y="5004"/>
                  </a:lnTo>
                  <a:lnTo>
                    <a:pt x="5392" y="4981"/>
                  </a:lnTo>
                  <a:lnTo>
                    <a:pt x="5459" y="4923"/>
                  </a:lnTo>
                  <a:lnTo>
                    <a:pt x="5422" y="4798"/>
                  </a:lnTo>
                  <a:lnTo>
                    <a:pt x="5411" y="4761"/>
                  </a:lnTo>
                  <a:lnTo>
                    <a:pt x="5382" y="4752"/>
                  </a:lnTo>
                  <a:lnTo>
                    <a:pt x="5316" y="4732"/>
                  </a:lnTo>
                  <a:lnTo>
                    <a:pt x="5308" y="4730"/>
                  </a:lnTo>
                  <a:lnTo>
                    <a:pt x="5151" y="4681"/>
                  </a:lnTo>
                  <a:lnTo>
                    <a:pt x="5142" y="4680"/>
                  </a:lnTo>
                  <a:lnTo>
                    <a:pt x="5129" y="4686"/>
                  </a:lnTo>
                  <a:lnTo>
                    <a:pt x="5084" y="4707"/>
                  </a:lnTo>
                  <a:lnTo>
                    <a:pt x="4940" y="4788"/>
                  </a:lnTo>
                  <a:lnTo>
                    <a:pt x="4920" y="4799"/>
                  </a:lnTo>
                  <a:lnTo>
                    <a:pt x="4749" y="4896"/>
                  </a:lnTo>
                  <a:lnTo>
                    <a:pt x="4737" y="4921"/>
                  </a:lnTo>
                  <a:lnTo>
                    <a:pt x="4706" y="4990"/>
                  </a:lnTo>
                  <a:lnTo>
                    <a:pt x="4688" y="5003"/>
                  </a:lnTo>
                  <a:lnTo>
                    <a:pt x="4681" y="5008"/>
                  </a:lnTo>
                  <a:lnTo>
                    <a:pt x="4676" y="5012"/>
                  </a:lnTo>
                  <a:lnTo>
                    <a:pt x="4591" y="5037"/>
                  </a:lnTo>
                  <a:lnTo>
                    <a:pt x="4542" y="4992"/>
                  </a:lnTo>
                  <a:lnTo>
                    <a:pt x="4486" y="4976"/>
                  </a:lnTo>
                  <a:lnTo>
                    <a:pt x="4446" y="4964"/>
                  </a:lnTo>
                  <a:lnTo>
                    <a:pt x="4432" y="4963"/>
                  </a:lnTo>
                  <a:lnTo>
                    <a:pt x="4390" y="4958"/>
                  </a:lnTo>
                  <a:lnTo>
                    <a:pt x="4346" y="4954"/>
                  </a:lnTo>
                  <a:lnTo>
                    <a:pt x="4331" y="4957"/>
                  </a:lnTo>
                  <a:lnTo>
                    <a:pt x="4305" y="4961"/>
                  </a:lnTo>
                  <a:lnTo>
                    <a:pt x="4282" y="4966"/>
                  </a:lnTo>
                  <a:lnTo>
                    <a:pt x="4181" y="5004"/>
                  </a:lnTo>
                  <a:lnTo>
                    <a:pt x="4051" y="5053"/>
                  </a:lnTo>
                  <a:lnTo>
                    <a:pt x="3966" y="5092"/>
                  </a:lnTo>
                  <a:lnTo>
                    <a:pt x="3682" y="5221"/>
                  </a:lnTo>
                  <a:lnTo>
                    <a:pt x="3671" y="5232"/>
                  </a:lnTo>
                  <a:lnTo>
                    <a:pt x="3633" y="5268"/>
                  </a:lnTo>
                  <a:lnTo>
                    <a:pt x="3637" y="5303"/>
                  </a:lnTo>
                  <a:lnTo>
                    <a:pt x="3639" y="5320"/>
                  </a:lnTo>
                  <a:lnTo>
                    <a:pt x="3624" y="5329"/>
                  </a:lnTo>
                  <a:lnTo>
                    <a:pt x="3595" y="5348"/>
                  </a:lnTo>
                  <a:lnTo>
                    <a:pt x="3586" y="5354"/>
                  </a:lnTo>
                  <a:lnTo>
                    <a:pt x="3483" y="5382"/>
                  </a:lnTo>
                  <a:lnTo>
                    <a:pt x="3478" y="5383"/>
                  </a:lnTo>
                  <a:lnTo>
                    <a:pt x="3450" y="5392"/>
                  </a:lnTo>
                  <a:lnTo>
                    <a:pt x="3433" y="5397"/>
                  </a:lnTo>
                  <a:lnTo>
                    <a:pt x="3423" y="5400"/>
                  </a:lnTo>
                  <a:lnTo>
                    <a:pt x="3385" y="5410"/>
                  </a:lnTo>
                  <a:lnTo>
                    <a:pt x="3361" y="5379"/>
                  </a:lnTo>
                  <a:lnTo>
                    <a:pt x="3351" y="5366"/>
                  </a:lnTo>
                  <a:lnTo>
                    <a:pt x="3327" y="5336"/>
                  </a:lnTo>
                  <a:lnTo>
                    <a:pt x="3313" y="5341"/>
                  </a:lnTo>
                  <a:lnTo>
                    <a:pt x="3199" y="5418"/>
                  </a:lnTo>
                  <a:lnTo>
                    <a:pt x="3180" y="5437"/>
                  </a:lnTo>
                  <a:lnTo>
                    <a:pt x="3085" y="5526"/>
                  </a:lnTo>
                  <a:lnTo>
                    <a:pt x="3034" y="5574"/>
                  </a:lnTo>
                  <a:lnTo>
                    <a:pt x="2970" y="5635"/>
                  </a:lnTo>
                  <a:lnTo>
                    <a:pt x="2977" y="5644"/>
                  </a:lnTo>
                  <a:lnTo>
                    <a:pt x="2985" y="5653"/>
                  </a:lnTo>
                  <a:lnTo>
                    <a:pt x="3103" y="5683"/>
                  </a:lnTo>
                  <a:lnTo>
                    <a:pt x="3113" y="5685"/>
                  </a:lnTo>
                  <a:lnTo>
                    <a:pt x="3163" y="5698"/>
                  </a:lnTo>
                  <a:lnTo>
                    <a:pt x="3168" y="5699"/>
                  </a:lnTo>
                  <a:lnTo>
                    <a:pt x="3203" y="5708"/>
                  </a:lnTo>
                  <a:lnTo>
                    <a:pt x="3221" y="5712"/>
                  </a:lnTo>
                  <a:lnTo>
                    <a:pt x="3237" y="5704"/>
                  </a:lnTo>
                  <a:lnTo>
                    <a:pt x="3242" y="5701"/>
                  </a:lnTo>
                  <a:lnTo>
                    <a:pt x="3267" y="5688"/>
                  </a:lnTo>
                  <a:lnTo>
                    <a:pt x="3275" y="5682"/>
                  </a:lnTo>
                  <a:lnTo>
                    <a:pt x="3302" y="5661"/>
                  </a:lnTo>
                  <a:lnTo>
                    <a:pt x="3310" y="5658"/>
                  </a:lnTo>
                  <a:lnTo>
                    <a:pt x="3353" y="5643"/>
                  </a:lnTo>
                  <a:lnTo>
                    <a:pt x="3359" y="5645"/>
                  </a:lnTo>
                  <a:lnTo>
                    <a:pt x="3430" y="5686"/>
                  </a:lnTo>
                  <a:lnTo>
                    <a:pt x="3447" y="5696"/>
                  </a:lnTo>
                  <a:lnTo>
                    <a:pt x="3521" y="5796"/>
                  </a:lnTo>
                  <a:lnTo>
                    <a:pt x="3506" y="6011"/>
                  </a:lnTo>
                  <a:lnTo>
                    <a:pt x="3432" y="6039"/>
                  </a:lnTo>
                  <a:lnTo>
                    <a:pt x="3393" y="6054"/>
                  </a:lnTo>
                  <a:lnTo>
                    <a:pt x="3386" y="6056"/>
                  </a:lnTo>
                  <a:lnTo>
                    <a:pt x="3257" y="6104"/>
                  </a:lnTo>
                  <a:lnTo>
                    <a:pt x="3221" y="6111"/>
                  </a:lnTo>
                  <a:lnTo>
                    <a:pt x="3177" y="6120"/>
                  </a:lnTo>
                  <a:lnTo>
                    <a:pt x="3132" y="6129"/>
                  </a:lnTo>
                  <a:lnTo>
                    <a:pt x="3100" y="6125"/>
                  </a:lnTo>
                  <a:lnTo>
                    <a:pt x="3088" y="6098"/>
                  </a:lnTo>
                  <a:lnTo>
                    <a:pt x="3068" y="6054"/>
                  </a:lnTo>
                  <a:lnTo>
                    <a:pt x="3041" y="6025"/>
                  </a:lnTo>
                  <a:lnTo>
                    <a:pt x="3022" y="6003"/>
                  </a:lnTo>
                  <a:lnTo>
                    <a:pt x="3011" y="5991"/>
                  </a:lnTo>
                  <a:lnTo>
                    <a:pt x="2991" y="5979"/>
                  </a:lnTo>
                  <a:lnTo>
                    <a:pt x="2967" y="5964"/>
                  </a:lnTo>
                  <a:lnTo>
                    <a:pt x="2921" y="5936"/>
                  </a:lnTo>
                  <a:lnTo>
                    <a:pt x="2915" y="5940"/>
                  </a:lnTo>
                  <a:lnTo>
                    <a:pt x="2901" y="5949"/>
                  </a:lnTo>
                  <a:lnTo>
                    <a:pt x="2881" y="5962"/>
                  </a:lnTo>
                  <a:lnTo>
                    <a:pt x="2871" y="5968"/>
                  </a:lnTo>
                  <a:lnTo>
                    <a:pt x="2870" y="6006"/>
                  </a:lnTo>
                  <a:lnTo>
                    <a:pt x="2870" y="6027"/>
                  </a:lnTo>
                  <a:lnTo>
                    <a:pt x="2870" y="6054"/>
                  </a:lnTo>
                  <a:lnTo>
                    <a:pt x="2869" y="6074"/>
                  </a:lnTo>
                  <a:lnTo>
                    <a:pt x="2831" y="6136"/>
                  </a:lnTo>
                  <a:lnTo>
                    <a:pt x="2813" y="6163"/>
                  </a:lnTo>
                  <a:lnTo>
                    <a:pt x="2807" y="6168"/>
                  </a:lnTo>
                  <a:lnTo>
                    <a:pt x="2786" y="6182"/>
                  </a:lnTo>
                  <a:lnTo>
                    <a:pt x="2757" y="6171"/>
                  </a:lnTo>
                  <a:lnTo>
                    <a:pt x="2753" y="6169"/>
                  </a:lnTo>
                  <a:lnTo>
                    <a:pt x="2734" y="6161"/>
                  </a:lnTo>
                  <a:lnTo>
                    <a:pt x="2717" y="6153"/>
                  </a:lnTo>
                  <a:lnTo>
                    <a:pt x="2696" y="6141"/>
                  </a:lnTo>
                  <a:lnTo>
                    <a:pt x="2634" y="6104"/>
                  </a:lnTo>
                  <a:lnTo>
                    <a:pt x="2627" y="6101"/>
                  </a:lnTo>
                  <a:lnTo>
                    <a:pt x="2609" y="6090"/>
                  </a:lnTo>
                  <a:lnTo>
                    <a:pt x="2606" y="6085"/>
                  </a:lnTo>
                  <a:lnTo>
                    <a:pt x="2578" y="6039"/>
                  </a:lnTo>
                  <a:lnTo>
                    <a:pt x="2573" y="6032"/>
                  </a:lnTo>
                  <a:lnTo>
                    <a:pt x="2553" y="6000"/>
                  </a:lnTo>
                  <a:lnTo>
                    <a:pt x="2548" y="5995"/>
                  </a:lnTo>
                  <a:lnTo>
                    <a:pt x="2540" y="5988"/>
                  </a:lnTo>
                  <a:lnTo>
                    <a:pt x="2425" y="5897"/>
                  </a:lnTo>
                  <a:lnTo>
                    <a:pt x="2374" y="5863"/>
                  </a:lnTo>
                  <a:lnTo>
                    <a:pt x="2356" y="5851"/>
                  </a:lnTo>
                  <a:lnTo>
                    <a:pt x="2288" y="5831"/>
                  </a:lnTo>
                  <a:lnTo>
                    <a:pt x="2252" y="5769"/>
                  </a:lnTo>
                  <a:lnTo>
                    <a:pt x="2226" y="5725"/>
                  </a:lnTo>
                  <a:lnTo>
                    <a:pt x="2202" y="5670"/>
                  </a:lnTo>
                  <a:lnTo>
                    <a:pt x="2199" y="5662"/>
                  </a:lnTo>
                  <a:lnTo>
                    <a:pt x="2246" y="5629"/>
                  </a:lnTo>
                  <a:lnTo>
                    <a:pt x="2255" y="5590"/>
                  </a:lnTo>
                  <a:lnTo>
                    <a:pt x="2263" y="5557"/>
                  </a:lnTo>
                  <a:lnTo>
                    <a:pt x="2264" y="5552"/>
                  </a:lnTo>
                  <a:lnTo>
                    <a:pt x="2254" y="5516"/>
                  </a:lnTo>
                  <a:lnTo>
                    <a:pt x="2248" y="5495"/>
                  </a:lnTo>
                  <a:lnTo>
                    <a:pt x="2234" y="5492"/>
                  </a:lnTo>
                  <a:lnTo>
                    <a:pt x="2216" y="5488"/>
                  </a:lnTo>
                  <a:lnTo>
                    <a:pt x="2083" y="5453"/>
                  </a:lnTo>
                  <a:lnTo>
                    <a:pt x="1987" y="5460"/>
                  </a:lnTo>
                  <a:lnTo>
                    <a:pt x="1802" y="5533"/>
                  </a:lnTo>
                  <a:lnTo>
                    <a:pt x="1708" y="5585"/>
                  </a:lnTo>
                  <a:lnTo>
                    <a:pt x="1700" y="5590"/>
                  </a:lnTo>
                  <a:lnTo>
                    <a:pt x="1672" y="5606"/>
                  </a:lnTo>
                  <a:lnTo>
                    <a:pt x="1574" y="5763"/>
                  </a:lnTo>
                  <a:lnTo>
                    <a:pt x="1565" y="5778"/>
                  </a:lnTo>
                  <a:lnTo>
                    <a:pt x="1484" y="5901"/>
                  </a:lnTo>
                  <a:lnTo>
                    <a:pt x="1452" y="5950"/>
                  </a:lnTo>
                  <a:lnTo>
                    <a:pt x="1426" y="5954"/>
                  </a:lnTo>
                  <a:lnTo>
                    <a:pt x="1392" y="5960"/>
                  </a:lnTo>
                  <a:lnTo>
                    <a:pt x="1357" y="5965"/>
                  </a:lnTo>
                  <a:lnTo>
                    <a:pt x="1314" y="5995"/>
                  </a:lnTo>
                  <a:lnTo>
                    <a:pt x="1305" y="6001"/>
                  </a:lnTo>
                  <a:lnTo>
                    <a:pt x="1252" y="6036"/>
                  </a:lnTo>
                  <a:lnTo>
                    <a:pt x="1154" y="6159"/>
                  </a:lnTo>
                  <a:lnTo>
                    <a:pt x="1120" y="6201"/>
                  </a:lnTo>
                  <a:lnTo>
                    <a:pt x="1101" y="6224"/>
                  </a:lnTo>
                  <a:lnTo>
                    <a:pt x="1083" y="6294"/>
                  </a:lnTo>
                  <a:lnTo>
                    <a:pt x="1081" y="6304"/>
                  </a:lnTo>
                  <a:lnTo>
                    <a:pt x="1080" y="6309"/>
                  </a:lnTo>
                  <a:lnTo>
                    <a:pt x="1076" y="6323"/>
                  </a:lnTo>
                  <a:lnTo>
                    <a:pt x="1072" y="6340"/>
                  </a:lnTo>
                  <a:lnTo>
                    <a:pt x="1043" y="6349"/>
                  </a:lnTo>
                  <a:lnTo>
                    <a:pt x="953" y="6378"/>
                  </a:lnTo>
                  <a:lnTo>
                    <a:pt x="933" y="6372"/>
                  </a:lnTo>
                  <a:lnTo>
                    <a:pt x="939" y="6351"/>
                  </a:lnTo>
                  <a:lnTo>
                    <a:pt x="953" y="6306"/>
                  </a:lnTo>
                  <a:lnTo>
                    <a:pt x="955" y="6297"/>
                  </a:lnTo>
                  <a:lnTo>
                    <a:pt x="954" y="6287"/>
                  </a:lnTo>
                  <a:lnTo>
                    <a:pt x="882" y="6273"/>
                  </a:lnTo>
                  <a:lnTo>
                    <a:pt x="875" y="6272"/>
                  </a:lnTo>
                  <a:lnTo>
                    <a:pt x="845" y="6266"/>
                  </a:lnTo>
                  <a:lnTo>
                    <a:pt x="841" y="6265"/>
                  </a:lnTo>
                  <a:lnTo>
                    <a:pt x="817" y="6273"/>
                  </a:lnTo>
                  <a:lnTo>
                    <a:pt x="758" y="6290"/>
                  </a:lnTo>
                  <a:lnTo>
                    <a:pt x="691" y="6311"/>
                  </a:lnTo>
                  <a:lnTo>
                    <a:pt x="651" y="6327"/>
                  </a:lnTo>
                  <a:lnTo>
                    <a:pt x="645" y="6329"/>
                  </a:lnTo>
                  <a:lnTo>
                    <a:pt x="641" y="6331"/>
                  </a:lnTo>
                  <a:lnTo>
                    <a:pt x="637" y="6333"/>
                  </a:lnTo>
                  <a:lnTo>
                    <a:pt x="616" y="6341"/>
                  </a:lnTo>
                  <a:lnTo>
                    <a:pt x="536" y="6374"/>
                  </a:lnTo>
                  <a:lnTo>
                    <a:pt x="529" y="6378"/>
                  </a:lnTo>
                  <a:lnTo>
                    <a:pt x="521" y="6394"/>
                  </a:lnTo>
                  <a:lnTo>
                    <a:pt x="486" y="6468"/>
                  </a:lnTo>
                  <a:lnTo>
                    <a:pt x="483" y="6477"/>
                  </a:lnTo>
                  <a:lnTo>
                    <a:pt x="502" y="6517"/>
                  </a:lnTo>
                  <a:lnTo>
                    <a:pt x="516" y="6526"/>
                  </a:lnTo>
                  <a:lnTo>
                    <a:pt x="551" y="6551"/>
                  </a:lnTo>
                  <a:lnTo>
                    <a:pt x="559" y="6556"/>
                  </a:lnTo>
                  <a:lnTo>
                    <a:pt x="545" y="6592"/>
                  </a:lnTo>
                  <a:lnTo>
                    <a:pt x="475" y="6617"/>
                  </a:lnTo>
                  <a:lnTo>
                    <a:pt x="468" y="6619"/>
                  </a:lnTo>
                  <a:lnTo>
                    <a:pt x="297" y="6630"/>
                  </a:lnTo>
                  <a:lnTo>
                    <a:pt x="237" y="6577"/>
                  </a:lnTo>
                  <a:lnTo>
                    <a:pt x="249" y="6554"/>
                  </a:lnTo>
                  <a:lnTo>
                    <a:pt x="257" y="6540"/>
                  </a:lnTo>
                  <a:lnTo>
                    <a:pt x="278" y="6500"/>
                  </a:lnTo>
                  <a:lnTo>
                    <a:pt x="332" y="6396"/>
                  </a:lnTo>
                  <a:lnTo>
                    <a:pt x="358" y="6298"/>
                  </a:lnTo>
                  <a:lnTo>
                    <a:pt x="334" y="6255"/>
                  </a:lnTo>
                  <a:lnTo>
                    <a:pt x="253" y="6251"/>
                  </a:lnTo>
                  <a:lnTo>
                    <a:pt x="235" y="6242"/>
                  </a:lnTo>
                  <a:lnTo>
                    <a:pt x="197" y="6219"/>
                  </a:lnTo>
                  <a:lnTo>
                    <a:pt x="192" y="6217"/>
                  </a:lnTo>
                  <a:lnTo>
                    <a:pt x="177" y="6208"/>
                  </a:lnTo>
                  <a:lnTo>
                    <a:pt x="167" y="6202"/>
                  </a:lnTo>
                  <a:lnTo>
                    <a:pt x="131" y="6161"/>
                  </a:lnTo>
                  <a:lnTo>
                    <a:pt x="108" y="6135"/>
                  </a:lnTo>
                  <a:lnTo>
                    <a:pt x="100" y="6126"/>
                  </a:lnTo>
                  <a:lnTo>
                    <a:pt x="94" y="6119"/>
                  </a:lnTo>
                  <a:lnTo>
                    <a:pt x="91" y="6116"/>
                  </a:lnTo>
                  <a:lnTo>
                    <a:pt x="80" y="6103"/>
                  </a:lnTo>
                  <a:lnTo>
                    <a:pt x="78" y="6084"/>
                  </a:lnTo>
                  <a:lnTo>
                    <a:pt x="77" y="6070"/>
                  </a:lnTo>
                  <a:lnTo>
                    <a:pt x="73" y="6019"/>
                  </a:lnTo>
                  <a:lnTo>
                    <a:pt x="71" y="5999"/>
                  </a:lnTo>
                  <a:lnTo>
                    <a:pt x="70" y="5986"/>
                  </a:lnTo>
                  <a:lnTo>
                    <a:pt x="67" y="5959"/>
                  </a:lnTo>
                  <a:lnTo>
                    <a:pt x="97" y="5934"/>
                  </a:lnTo>
                  <a:lnTo>
                    <a:pt x="129" y="5934"/>
                  </a:lnTo>
                  <a:lnTo>
                    <a:pt x="158" y="5817"/>
                  </a:lnTo>
                  <a:lnTo>
                    <a:pt x="159" y="5795"/>
                  </a:lnTo>
                  <a:lnTo>
                    <a:pt x="159" y="5789"/>
                  </a:lnTo>
                  <a:lnTo>
                    <a:pt x="159" y="5782"/>
                  </a:lnTo>
                  <a:lnTo>
                    <a:pt x="139" y="5741"/>
                  </a:lnTo>
                  <a:lnTo>
                    <a:pt x="132" y="5730"/>
                  </a:lnTo>
                  <a:lnTo>
                    <a:pt x="74" y="5683"/>
                  </a:lnTo>
                  <a:lnTo>
                    <a:pt x="67" y="5678"/>
                  </a:lnTo>
                  <a:lnTo>
                    <a:pt x="62" y="5674"/>
                  </a:lnTo>
                  <a:lnTo>
                    <a:pt x="22" y="5643"/>
                  </a:lnTo>
                  <a:lnTo>
                    <a:pt x="0" y="5557"/>
                  </a:lnTo>
                  <a:lnTo>
                    <a:pt x="0" y="5526"/>
                  </a:lnTo>
                  <a:lnTo>
                    <a:pt x="0" y="5520"/>
                  </a:lnTo>
                  <a:lnTo>
                    <a:pt x="1" y="5470"/>
                  </a:lnTo>
                  <a:lnTo>
                    <a:pt x="1" y="5465"/>
                  </a:lnTo>
                  <a:lnTo>
                    <a:pt x="2" y="5440"/>
                  </a:lnTo>
                  <a:lnTo>
                    <a:pt x="3" y="5380"/>
                  </a:lnTo>
                  <a:lnTo>
                    <a:pt x="5" y="5369"/>
                  </a:lnTo>
                  <a:lnTo>
                    <a:pt x="11" y="5325"/>
                  </a:lnTo>
                  <a:lnTo>
                    <a:pt x="38" y="5138"/>
                  </a:lnTo>
                  <a:lnTo>
                    <a:pt x="58" y="5012"/>
                  </a:lnTo>
                  <a:lnTo>
                    <a:pt x="63" y="4983"/>
                  </a:lnTo>
                  <a:lnTo>
                    <a:pt x="64" y="4978"/>
                  </a:lnTo>
                  <a:lnTo>
                    <a:pt x="85" y="4956"/>
                  </a:lnTo>
                  <a:lnTo>
                    <a:pt x="98" y="4941"/>
                  </a:lnTo>
                  <a:lnTo>
                    <a:pt x="114" y="4924"/>
                  </a:lnTo>
                  <a:lnTo>
                    <a:pt x="209" y="4911"/>
                  </a:lnTo>
                  <a:lnTo>
                    <a:pt x="223" y="4909"/>
                  </a:lnTo>
                  <a:lnTo>
                    <a:pt x="255" y="4940"/>
                  </a:lnTo>
                  <a:lnTo>
                    <a:pt x="263" y="4947"/>
                  </a:lnTo>
                  <a:lnTo>
                    <a:pt x="280" y="4964"/>
                  </a:lnTo>
                  <a:lnTo>
                    <a:pt x="314" y="4996"/>
                  </a:lnTo>
                  <a:lnTo>
                    <a:pt x="324" y="5005"/>
                  </a:lnTo>
                  <a:lnTo>
                    <a:pt x="335" y="5055"/>
                  </a:lnTo>
                  <a:lnTo>
                    <a:pt x="341" y="5080"/>
                  </a:lnTo>
                  <a:lnTo>
                    <a:pt x="352" y="5124"/>
                  </a:lnTo>
                  <a:lnTo>
                    <a:pt x="368" y="5123"/>
                  </a:lnTo>
                  <a:lnTo>
                    <a:pt x="409" y="5123"/>
                  </a:lnTo>
                  <a:lnTo>
                    <a:pt x="419" y="5122"/>
                  </a:lnTo>
                  <a:lnTo>
                    <a:pt x="435" y="5097"/>
                  </a:lnTo>
                  <a:lnTo>
                    <a:pt x="440" y="5090"/>
                  </a:lnTo>
                  <a:lnTo>
                    <a:pt x="452" y="5071"/>
                  </a:lnTo>
                  <a:lnTo>
                    <a:pt x="462" y="5055"/>
                  </a:lnTo>
                  <a:lnTo>
                    <a:pt x="466" y="5048"/>
                  </a:lnTo>
                  <a:lnTo>
                    <a:pt x="469" y="5044"/>
                  </a:lnTo>
                  <a:lnTo>
                    <a:pt x="478" y="5029"/>
                  </a:lnTo>
                  <a:lnTo>
                    <a:pt x="488" y="5014"/>
                  </a:lnTo>
                  <a:lnTo>
                    <a:pt x="488" y="5007"/>
                  </a:lnTo>
                  <a:lnTo>
                    <a:pt x="491" y="4927"/>
                  </a:lnTo>
                  <a:lnTo>
                    <a:pt x="491" y="4914"/>
                  </a:lnTo>
                  <a:lnTo>
                    <a:pt x="492" y="4907"/>
                  </a:lnTo>
                  <a:lnTo>
                    <a:pt x="492" y="4897"/>
                  </a:lnTo>
                  <a:lnTo>
                    <a:pt x="490" y="4882"/>
                  </a:lnTo>
                  <a:lnTo>
                    <a:pt x="487" y="4846"/>
                  </a:lnTo>
                  <a:lnTo>
                    <a:pt x="480" y="4780"/>
                  </a:lnTo>
                  <a:lnTo>
                    <a:pt x="478" y="4765"/>
                  </a:lnTo>
                  <a:lnTo>
                    <a:pt x="436" y="4695"/>
                  </a:lnTo>
                  <a:lnTo>
                    <a:pt x="427" y="4659"/>
                  </a:lnTo>
                  <a:lnTo>
                    <a:pt x="425" y="4603"/>
                  </a:lnTo>
                  <a:lnTo>
                    <a:pt x="430" y="4593"/>
                  </a:lnTo>
                  <a:lnTo>
                    <a:pt x="438" y="4577"/>
                  </a:lnTo>
                  <a:lnTo>
                    <a:pt x="443" y="4565"/>
                  </a:lnTo>
                  <a:lnTo>
                    <a:pt x="476" y="4547"/>
                  </a:lnTo>
                  <a:lnTo>
                    <a:pt x="537" y="4512"/>
                  </a:lnTo>
                  <a:lnTo>
                    <a:pt x="540" y="4510"/>
                  </a:lnTo>
                  <a:lnTo>
                    <a:pt x="752" y="4427"/>
                  </a:lnTo>
                  <a:lnTo>
                    <a:pt x="826" y="4403"/>
                  </a:lnTo>
                  <a:lnTo>
                    <a:pt x="825" y="4398"/>
                  </a:lnTo>
                  <a:lnTo>
                    <a:pt x="813" y="4314"/>
                  </a:lnTo>
                  <a:lnTo>
                    <a:pt x="802" y="4239"/>
                  </a:lnTo>
                  <a:lnTo>
                    <a:pt x="794" y="4182"/>
                  </a:lnTo>
                  <a:lnTo>
                    <a:pt x="793" y="4175"/>
                  </a:lnTo>
                  <a:lnTo>
                    <a:pt x="811" y="4142"/>
                  </a:lnTo>
                  <a:lnTo>
                    <a:pt x="827" y="4114"/>
                  </a:lnTo>
                  <a:lnTo>
                    <a:pt x="515" y="4149"/>
                  </a:lnTo>
                  <a:lnTo>
                    <a:pt x="509" y="4147"/>
                  </a:lnTo>
                  <a:lnTo>
                    <a:pt x="466" y="4062"/>
                  </a:lnTo>
                  <a:lnTo>
                    <a:pt x="453" y="4013"/>
                  </a:lnTo>
                  <a:lnTo>
                    <a:pt x="469" y="3981"/>
                  </a:lnTo>
                  <a:lnTo>
                    <a:pt x="598" y="3870"/>
                  </a:lnTo>
                  <a:lnTo>
                    <a:pt x="622" y="3854"/>
                  </a:lnTo>
                  <a:lnTo>
                    <a:pt x="676" y="3818"/>
                  </a:lnTo>
                  <a:lnTo>
                    <a:pt x="704" y="3801"/>
                  </a:lnTo>
                  <a:lnTo>
                    <a:pt x="732" y="3791"/>
                  </a:lnTo>
                  <a:lnTo>
                    <a:pt x="771" y="3780"/>
                  </a:lnTo>
                  <a:lnTo>
                    <a:pt x="777" y="3779"/>
                  </a:lnTo>
                  <a:lnTo>
                    <a:pt x="866" y="3784"/>
                  </a:lnTo>
                  <a:lnTo>
                    <a:pt x="899" y="3858"/>
                  </a:lnTo>
                  <a:lnTo>
                    <a:pt x="904" y="3902"/>
                  </a:lnTo>
                  <a:lnTo>
                    <a:pt x="917" y="3902"/>
                  </a:lnTo>
                  <a:lnTo>
                    <a:pt x="929" y="3897"/>
                  </a:lnTo>
                  <a:lnTo>
                    <a:pt x="953" y="3885"/>
                  </a:lnTo>
                  <a:lnTo>
                    <a:pt x="965" y="3880"/>
                  </a:lnTo>
                  <a:lnTo>
                    <a:pt x="989" y="3841"/>
                  </a:lnTo>
                  <a:lnTo>
                    <a:pt x="1025" y="3779"/>
                  </a:lnTo>
                  <a:lnTo>
                    <a:pt x="1047" y="3744"/>
                  </a:lnTo>
                  <a:lnTo>
                    <a:pt x="1104" y="3651"/>
                  </a:lnTo>
                  <a:lnTo>
                    <a:pt x="1111" y="3640"/>
                  </a:lnTo>
                  <a:lnTo>
                    <a:pt x="1141" y="3590"/>
                  </a:lnTo>
                  <a:lnTo>
                    <a:pt x="1290" y="3455"/>
                  </a:lnTo>
                  <a:lnTo>
                    <a:pt x="1429" y="3428"/>
                  </a:lnTo>
                  <a:lnTo>
                    <a:pt x="1717" y="3402"/>
                  </a:lnTo>
                  <a:lnTo>
                    <a:pt x="1760" y="3436"/>
                  </a:lnTo>
                  <a:lnTo>
                    <a:pt x="1796" y="3463"/>
                  </a:lnTo>
                  <a:lnTo>
                    <a:pt x="1806" y="3466"/>
                  </a:lnTo>
                  <a:lnTo>
                    <a:pt x="1819" y="3469"/>
                  </a:lnTo>
                  <a:lnTo>
                    <a:pt x="1832" y="3460"/>
                  </a:lnTo>
                  <a:lnTo>
                    <a:pt x="1839" y="3454"/>
                  </a:lnTo>
                  <a:lnTo>
                    <a:pt x="1842" y="3452"/>
                  </a:lnTo>
                  <a:lnTo>
                    <a:pt x="1844" y="3432"/>
                  </a:lnTo>
                  <a:lnTo>
                    <a:pt x="1855" y="3332"/>
                  </a:lnTo>
                  <a:lnTo>
                    <a:pt x="1839" y="3289"/>
                  </a:lnTo>
                  <a:lnTo>
                    <a:pt x="1816" y="3269"/>
                  </a:lnTo>
                  <a:lnTo>
                    <a:pt x="1805" y="3260"/>
                  </a:lnTo>
                  <a:lnTo>
                    <a:pt x="1782" y="3241"/>
                  </a:lnTo>
                  <a:lnTo>
                    <a:pt x="1773" y="3217"/>
                  </a:lnTo>
                  <a:lnTo>
                    <a:pt x="1771" y="3210"/>
                  </a:lnTo>
                  <a:lnTo>
                    <a:pt x="1764" y="3191"/>
                  </a:lnTo>
                  <a:lnTo>
                    <a:pt x="1770" y="3130"/>
                  </a:lnTo>
                  <a:lnTo>
                    <a:pt x="1775" y="3113"/>
                  </a:lnTo>
                  <a:lnTo>
                    <a:pt x="1795" y="3048"/>
                  </a:lnTo>
                  <a:lnTo>
                    <a:pt x="1804" y="3044"/>
                  </a:lnTo>
                  <a:lnTo>
                    <a:pt x="1835" y="3034"/>
                  </a:lnTo>
                  <a:lnTo>
                    <a:pt x="1862" y="3024"/>
                  </a:lnTo>
                  <a:lnTo>
                    <a:pt x="1892" y="3014"/>
                  </a:lnTo>
                  <a:lnTo>
                    <a:pt x="1916" y="3000"/>
                  </a:lnTo>
                  <a:lnTo>
                    <a:pt x="1993" y="2957"/>
                  </a:lnTo>
                  <a:lnTo>
                    <a:pt x="2002" y="2952"/>
                  </a:lnTo>
                  <a:lnTo>
                    <a:pt x="2047" y="2904"/>
                  </a:lnTo>
                  <a:lnTo>
                    <a:pt x="2089" y="2859"/>
                  </a:lnTo>
                  <a:lnTo>
                    <a:pt x="2090" y="2838"/>
                  </a:lnTo>
                  <a:lnTo>
                    <a:pt x="2091" y="2795"/>
                  </a:lnTo>
                  <a:lnTo>
                    <a:pt x="2093" y="2724"/>
                  </a:lnTo>
                  <a:lnTo>
                    <a:pt x="2096" y="2622"/>
                  </a:lnTo>
                  <a:lnTo>
                    <a:pt x="2112" y="2591"/>
                  </a:lnTo>
                  <a:lnTo>
                    <a:pt x="2119" y="2579"/>
                  </a:lnTo>
                  <a:lnTo>
                    <a:pt x="2125" y="2569"/>
                  </a:lnTo>
                  <a:lnTo>
                    <a:pt x="2183" y="2500"/>
                  </a:lnTo>
                  <a:lnTo>
                    <a:pt x="2209" y="2469"/>
                  </a:lnTo>
                  <a:lnTo>
                    <a:pt x="2475" y="2396"/>
                  </a:lnTo>
                  <a:lnTo>
                    <a:pt x="2495" y="2391"/>
                  </a:lnTo>
                  <a:lnTo>
                    <a:pt x="2509" y="2391"/>
                  </a:lnTo>
                  <a:lnTo>
                    <a:pt x="2936" y="2400"/>
                  </a:lnTo>
                  <a:lnTo>
                    <a:pt x="2946" y="2403"/>
                  </a:lnTo>
                  <a:lnTo>
                    <a:pt x="2957" y="2406"/>
                  </a:lnTo>
                  <a:lnTo>
                    <a:pt x="3016" y="2422"/>
                  </a:lnTo>
                  <a:lnTo>
                    <a:pt x="3151" y="2459"/>
                  </a:lnTo>
                  <a:lnTo>
                    <a:pt x="3166" y="2464"/>
                  </a:lnTo>
                  <a:lnTo>
                    <a:pt x="3173" y="2467"/>
                  </a:lnTo>
                  <a:lnTo>
                    <a:pt x="3224" y="2496"/>
                  </a:lnTo>
                  <a:lnTo>
                    <a:pt x="3237" y="2503"/>
                  </a:lnTo>
                  <a:lnTo>
                    <a:pt x="3249" y="2523"/>
                  </a:lnTo>
                  <a:lnTo>
                    <a:pt x="3370" y="2815"/>
                  </a:lnTo>
                  <a:lnTo>
                    <a:pt x="3378" y="2846"/>
                  </a:lnTo>
                  <a:lnTo>
                    <a:pt x="3385" y="2875"/>
                  </a:lnTo>
                  <a:lnTo>
                    <a:pt x="3469" y="2948"/>
                  </a:lnTo>
                  <a:lnTo>
                    <a:pt x="3559" y="2905"/>
                  </a:lnTo>
                  <a:lnTo>
                    <a:pt x="3570" y="2899"/>
                  </a:lnTo>
                  <a:lnTo>
                    <a:pt x="3577" y="2896"/>
                  </a:lnTo>
                  <a:lnTo>
                    <a:pt x="3592" y="2836"/>
                  </a:lnTo>
                  <a:lnTo>
                    <a:pt x="3651" y="2689"/>
                  </a:lnTo>
                  <a:lnTo>
                    <a:pt x="3653" y="2684"/>
                  </a:lnTo>
                  <a:lnTo>
                    <a:pt x="3663" y="2661"/>
                  </a:lnTo>
                  <a:lnTo>
                    <a:pt x="3671" y="2640"/>
                  </a:lnTo>
                  <a:lnTo>
                    <a:pt x="3730" y="2496"/>
                  </a:lnTo>
                  <a:lnTo>
                    <a:pt x="3864" y="2356"/>
                  </a:lnTo>
                  <a:lnTo>
                    <a:pt x="3875" y="2350"/>
                  </a:lnTo>
                  <a:lnTo>
                    <a:pt x="3882" y="2346"/>
                  </a:lnTo>
                  <a:lnTo>
                    <a:pt x="4109" y="2229"/>
                  </a:lnTo>
                  <a:lnTo>
                    <a:pt x="4137" y="2214"/>
                  </a:lnTo>
                  <a:lnTo>
                    <a:pt x="4142" y="2212"/>
                  </a:lnTo>
                  <a:lnTo>
                    <a:pt x="4153" y="2211"/>
                  </a:lnTo>
                  <a:lnTo>
                    <a:pt x="4164" y="2210"/>
                  </a:lnTo>
                  <a:lnTo>
                    <a:pt x="4335" y="2198"/>
                  </a:lnTo>
                  <a:lnTo>
                    <a:pt x="4435" y="2201"/>
                  </a:lnTo>
                  <a:lnTo>
                    <a:pt x="4506" y="2228"/>
                  </a:lnTo>
                  <a:lnTo>
                    <a:pt x="4567" y="2205"/>
                  </a:lnTo>
                  <a:lnTo>
                    <a:pt x="4669" y="2165"/>
                  </a:lnTo>
                  <a:lnTo>
                    <a:pt x="4879" y="2113"/>
                  </a:lnTo>
                  <a:lnTo>
                    <a:pt x="4901" y="2107"/>
                  </a:lnTo>
                  <a:lnTo>
                    <a:pt x="4922" y="2102"/>
                  </a:lnTo>
                  <a:lnTo>
                    <a:pt x="4931" y="2099"/>
                  </a:lnTo>
                  <a:lnTo>
                    <a:pt x="4942" y="2096"/>
                  </a:lnTo>
                  <a:lnTo>
                    <a:pt x="5053" y="2062"/>
                  </a:lnTo>
                  <a:lnTo>
                    <a:pt x="5130" y="2021"/>
                  </a:lnTo>
                  <a:lnTo>
                    <a:pt x="5148" y="2010"/>
                  </a:lnTo>
                  <a:lnTo>
                    <a:pt x="5296" y="1918"/>
                  </a:lnTo>
                  <a:lnTo>
                    <a:pt x="5393" y="1765"/>
                  </a:lnTo>
                  <a:lnTo>
                    <a:pt x="5575" y="1647"/>
                  </a:lnTo>
                  <a:lnTo>
                    <a:pt x="5623" y="1615"/>
                  </a:lnTo>
                  <a:lnTo>
                    <a:pt x="5654" y="1595"/>
                  </a:lnTo>
                  <a:lnTo>
                    <a:pt x="5832" y="1571"/>
                  </a:lnTo>
                  <a:lnTo>
                    <a:pt x="5879" y="1542"/>
                  </a:lnTo>
                  <a:lnTo>
                    <a:pt x="5996" y="1430"/>
                  </a:lnTo>
                  <a:lnTo>
                    <a:pt x="6069" y="1323"/>
                  </a:lnTo>
                  <a:lnTo>
                    <a:pt x="6153" y="1199"/>
                  </a:lnTo>
                  <a:lnTo>
                    <a:pt x="6177" y="1171"/>
                  </a:lnTo>
                  <a:lnTo>
                    <a:pt x="6185" y="1174"/>
                  </a:lnTo>
                  <a:lnTo>
                    <a:pt x="6190" y="1177"/>
                  </a:lnTo>
                  <a:lnTo>
                    <a:pt x="6209" y="1175"/>
                  </a:lnTo>
                  <a:lnTo>
                    <a:pt x="6228" y="1171"/>
                  </a:lnTo>
                  <a:lnTo>
                    <a:pt x="6250" y="1163"/>
                  </a:lnTo>
                  <a:lnTo>
                    <a:pt x="6261" y="1157"/>
                  </a:lnTo>
                  <a:lnTo>
                    <a:pt x="6284" y="1145"/>
                  </a:lnTo>
                  <a:lnTo>
                    <a:pt x="6291" y="1142"/>
                  </a:lnTo>
                  <a:lnTo>
                    <a:pt x="6611" y="972"/>
                  </a:lnTo>
                  <a:lnTo>
                    <a:pt x="6619" y="968"/>
                  </a:lnTo>
                  <a:lnTo>
                    <a:pt x="6623" y="961"/>
                  </a:lnTo>
                  <a:lnTo>
                    <a:pt x="6626" y="948"/>
                  </a:lnTo>
                  <a:lnTo>
                    <a:pt x="6719" y="812"/>
                  </a:lnTo>
                  <a:lnTo>
                    <a:pt x="6896" y="678"/>
                  </a:lnTo>
                  <a:lnTo>
                    <a:pt x="6957" y="632"/>
                  </a:lnTo>
                  <a:lnTo>
                    <a:pt x="7090" y="664"/>
                  </a:lnTo>
                  <a:lnTo>
                    <a:pt x="7102" y="698"/>
                  </a:lnTo>
                  <a:lnTo>
                    <a:pt x="7046" y="812"/>
                  </a:lnTo>
                  <a:lnTo>
                    <a:pt x="7035" y="835"/>
                  </a:lnTo>
                  <a:lnTo>
                    <a:pt x="6970" y="919"/>
                  </a:lnTo>
                  <a:lnTo>
                    <a:pt x="6970" y="932"/>
                  </a:lnTo>
                  <a:lnTo>
                    <a:pt x="6974" y="949"/>
                  </a:lnTo>
                  <a:lnTo>
                    <a:pt x="6995" y="950"/>
                  </a:lnTo>
                  <a:lnTo>
                    <a:pt x="7032" y="934"/>
                  </a:lnTo>
                  <a:lnTo>
                    <a:pt x="7062" y="918"/>
                  </a:lnTo>
                  <a:lnTo>
                    <a:pt x="7096" y="894"/>
                  </a:lnTo>
                  <a:lnTo>
                    <a:pt x="7128" y="866"/>
                  </a:lnTo>
                  <a:lnTo>
                    <a:pt x="7147" y="847"/>
                  </a:lnTo>
                  <a:lnTo>
                    <a:pt x="7196" y="784"/>
                  </a:lnTo>
                  <a:lnTo>
                    <a:pt x="7205" y="770"/>
                  </a:lnTo>
                  <a:lnTo>
                    <a:pt x="7229" y="738"/>
                  </a:lnTo>
                  <a:lnTo>
                    <a:pt x="7233" y="728"/>
                  </a:lnTo>
                  <a:lnTo>
                    <a:pt x="7235" y="718"/>
                  </a:lnTo>
                  <a:lnTo>
                    <a:pt x="7236" y="714"/>
                  </a:lnTo>
                  <a:lnTo>
                    <a:pt x="7237" y="707"/>
                  </a:lnTo>
                  <a:lnTo>
                    <a:pt x="7242" y="681"/>
                  </a:lnTo>
                  <a:lnTo>
                    <a:pt x="7242" y="676"/>
                  </a:lnTo>
                  <a:lnTo>
                    <a:pt x="7241" y="671"/>
                  </a:lnTo>
                  <a:lnTo>
                    <a:pt x="7235" y="660"/>
                  </a:lnTo>
                  <a:lnTo>
                    <a:pt x="7232" y="653"/>
                  </a:lnTo>
                  <a:lnTo>
                    <a:pt x="7234" y="642"/>
                  </a:lnTo>
                  <a:lnTo>
                    <a:pt x="7238" y="637"/>
                  </a:lnTo>
                  <a:lnTo>
                    <a:pt x="7246" y="629"/>
                  </a:lnTo>
                  <a:lnTo>
                    <a:pt x="7252" y="623"/>
                  </a:lnTo>
                  <a:lnTo>
                    <a:pt x="7294" y="580"/>
                  </a:lnTo>
                  <a:lnTo>
                    <a:pt x="7310" y="562"/>
                  </a:lnTo>
                  <a:lnTo>
                    <a:pt x="7322" y="546"/>
                  </a:lnTo>
                  <a:lnTo>
                    <a:pt x="7333" y="523"/>
                  </a:lnTo>
                  <a:lnTo>
                    <a:pt x="7341" y="507"/>
                  </a:lnTo>
                  <a:lnTo>
                    <a:pt x="7348" y="497"/>
                  </a:lnTo>
                  <a:lnTo>
                    <a:pt x="7370" y="483"/>
                  </a:lnTo>
                  <a:lnTo>
                    <a:pt x="7390" y="480"/>
                  </a:lnTo>
                  <a:lnTo>
                    <a:pt x="7437" y="498"/>
                  </a:lnTo>
                  <a:lnTo>
                    <a:pt x="7460" y="507"/>
                  </a:lnTo>
                  <a:lnTo>
                    <a:pt x="7657" y="381"/>
                  </a:lnTo>
                  <a:lnTo>
                    <a:pt x="7751" y="280"/>
                  </a:lnTo>
                  <a:lnTo>
                    <a:pt x="7801" y="227"/>
                  </a:lnTo>
                  <a:lnTo>
                    <a:pt x="7880" y="98"/>
                  </a:lnTo>
                  <a:lnTo>
                    <a:pt x="7889" y="44"/>
                  </a:lnTo>
                  <a:lnTo>
                    <a:pt x="7893" y="37"/>
                  </a:lnTo>
                  <a:lnTo>
                    <a:pt x="7896" y="32"/>
                  </a:lnTo>
                  <a:lnTo>
                    <a:pt x="7899" y="26"/>
                  </a:lnTo>
                  <a:lnTo>
                    <a:pt x="7907" y="21"/>
                  </a:lnTo>
                  <a:lnTo>
                    <a:pt x="7913" y="16"/>
                  </a:lnTo>
                  <a:lnTo>
                    <a:pt x="7935" y="0"/>
                  </a:lnTo>
                  <a:lnTo>
                    <a:pt x="7944" y="0"/>
                  </a:lnTo>
                  <a:lnTo>
                    <a:pt x="7950" y="6"/>
                  </a:lnTo>
                  <a:lnTo>
                    <a:pt x="7958" y="19"/>
                  </a:lnTo>
                  <a:lnTo>
                    <a:pt x="7962" y="23"/>
                  </a:lnTo>
                  <a:lnTo>
                    <a:pt x="7972" y="29"/>
                  </a:lnTo>
                  <a:lnTo>
                    <a:pt x="7984" y="33"/>
                  </a:lnTo>
                  <a:lnTo>
                    <a:pt x="7992" y="34"/>
                  </a:lnTo>
                  <a:lnTo>
                    <a:pt x="8004" y="42"/>
                  </a:lnTo>
                  <a:lnTo>
                    <a:pt x="8022" y="5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7002899" y="2181280"/>
              <a:ext cx="333" cy="631"/>
            </a:xfrm>
            <a:custGeom>
              <a:avLst/>
              <a:pathLst>
                <a:path w="333" h="631">
                  <a:moveTo>
                    <a:pt x="217" y="12"/>
                  </a:moveTo>
                  <a:lnTo>
                    <a:pt x="280" y="123"/>
                  </a:lnTo>
                  <a:lnTo>
                    <a:pt x="324" y="240"/>
                  </a:lnTo>
                  <a:lnTo>
                    <a:pt x="327" y="249"/>
                  </a:lnTo>
                  <a:lnTo>
                    <a:pt x="329" y="256"/>
                  </a:lnTo>
                  <a:lnTo>
                    <a:pt x="331" y="269"/>
                  </a:lnTo>
                  <a:lnTo>
                    <a:pt x="332" y="381"/>
                  </a:lnTo>
                  <a:lnTo>
                    <a:pt x="333" y="442"/>
                  </a:lnTo>
                  <a:lnTo>
                    <a:pt x="333" y="450"/>
                  </a:lnTo>
                  <a:lnTo>
                    <a:pt x="333" y="462"/>
                  </a:lnTo>
                  <a:lnTo>
                    <a:pt x="267" y="618"/>
                  </a:lnTo>
                  <a:lnTo>
                    <a:pt x="262" y="627"/>
                  </a:lnTo>
                  <a:lnTo>
                    <a:pt x="256" y="631"/>
                  </a:lnTo>
                  <a:lnTo>
                    <a:pt x="222" y="623"/>
                  </a:lnTo>
                  <a:lnTo>
                    <a:pt x="207" y="610"/>
                  </a:lnTo>
                  <a:lnTo>
                    <a:pt x="198" y="606"/>
                  </a:lnTo>
                  <a:lnTo>
                    <a:pt x="176" y="591"/>
                  </a:lnTo>
                  <a:lnTo>
                    <a:pt x="154" y="566"/>
                  </a:lnTo>
                  <a:lnTo>
                    <a:pt x="43" y="308"/>
                  </a:lnTo>
                  <a:lnTo>
                    <a:pt x="18" y="243"/>
                  </a:lnTo>
                  <a:lnTo>
                    <a:pt x="5" y="199"/>
                  </a:lnTo>
                  <a:lnTo>
                    <a:pt x="0" y="104"/>
                  </a:lnTo>
                  <a:lnTo>
                    <a:pt x="13" y="49"/>
                  </a:lnTo>
                  <a:lnTo>
                    <a:pt x="48" y="23"/>
                  </a:lnTo>
                  <a:lnTo>
                    <a:pt x="64" y="18"/>
                  </a:lnTo>
                  <a:lnTo>
                    <a:pt x="85" y="14"/>
                  </a:lnTo>
                  <a:lnTo>
                    <a:pt x="96" y="13"/>
                  </a:lnTo>
                  <a:lnTo>
                    <a:pt x="108" y="15"/>
                  </a:lnTo>
                  <a:lnTo>
                    <a:pt x="114" y="22"/>
                  </a:lnTo>
                  <a:lnTo>
                    <a:pt x="124" y="23"/>
                  </a:lnTo>
                  <a:lnTo>
                    <a:pt x="154" y="13"/>
                  </a:lnTo>
                  <a:lnTo>
                    <a:pt x="160" y="11"/>
                  </a:lnTo>
                  <a:lnTo>
                    <a:pt x="172" y="0"/>
                  </a:lnTo>
                  <a:lnTo>
                    <a:pt x="207" y="0"/>
                  </a:lnTo>
                  <a:lnTo>
                    <a:pt x="217" y="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7000275" y="2180817"/>
              <a:ext cx="362" cy="422"/>
            </a:xfrm>
            <a:custGeom>
              <a:avLst/>
              <a:pathLst>
                <a:path w="362" h="422">
                  <a:moveTo>
                    <a:pt x="262" y="422"/>
                  </a:moveTo>
                  <a:lnTo>
                    <a:pt x="242" y="420"/>
                  </a:lnTo>
                  <a:lnTo>
                    <a:pt x="199" y="410"/>
                  </a:lnTo>
                  <a:lnTo>
                    <a:pt x="186" y="406"/>
                  </a:lnTo>
                  <a:lnTo>
                    <a:pt x="179" y="402"/>
                  </a:lnTo>
                  <a:lnTo>
                    <a:pt x="173" y="401"/>
                  </a:lnTo>
                  <a:lnTo>
                    <a:pt x="164" y="399"/>
                  </a:lnTo>
                  <a:lnTo>
                    <a:pt x="137" y="385"/>
                  </a:lnTo>
                  <a:lnTo>
                    <a:pt x="131" y="383"/>
                  </a:lnTo>
                  <a:lnTo>
                    <a:pt x="116" y="375"/>
                  </a:lnTo>
                  <a:lnTo>
                    <a:pt x="103" y="368"/>
                  </a:lnTo>
                  <a:lnTo>
                    <a:pt x="95" y="358"/>
                  </a:lnTo>
                  <a:lnTo>
                    <a:pt x="91" y="356"/>
                  </a:lnTo>
                  <a:lnTo>
                    <a:pt x="86" y="350"/>
                  </a:lnTo>
                  <a:lnTo>
                    <a:pt x="0" y="188"/>
                  </a:lnTo>
                  <a:lnTo>
                    <a:pt x="0" y="164"/>
                  </a:lnTo>
                  <a:lnTo>
                    <a:pt x="29" y="7"/>
                  </a:lnTo>
                  <a:lnTo>
                    <a:pt x="31" y="0"/>
                  </a:lnTo>
                  <a:lnTo>
                    <a:pt x="56" y="1"/>
                  </a:lnTo>
                  <a:lnTo>
                    <a:pt x="77" y="11"/>
                  </a:lnTo>
                  <a:lnTo>
                    <a:pt x="92" y="22"/>
                  </a:lnTo>
                  <a:lnTo>
                    <a:pt x="142" y="72"/>
                  </a:lnTo>
                  <a:lnTo>
                    <a:pt x="160" y="88"/>
                  </a:lnTo>
                  <a:lnTo>
                    <a:pt x="195" y="120"/>
                  </a:lnTo>
                  <a:lnTo>
                    <a:pt x="235" y="158"/>
                  </a:lnTo>
                  <a:lnTo>
                    <a:pt x="256" y="177"/>
                  </a:lnTo>
                  <a:lnTo>
                    <a:pt x="267" y="188"/>
                  </a:lnTo>
                  <a:lnTo>
                    <a:pt x="286" y="205"/>
                  </a:lnTo>
                  <a:lnTo>
                    <a:pt x="303" y="220"/>
                  </a:lnTo>
                  <a:lnTo>
                    <a:pt x="346" y="260"/>
                  </a:lnTo>
                  <a:lnTo>
                    <a:pt x="360" y="279"/>
                  </a:lnTo>
                  <a:lnTo>
                    <a:pt x="362" y="309"/>
                  </a:lnTo>
                  <a:lnTo>
                    <a:pt x="329" y="384"/>
                  </a:lnTo>
                  <a:lnTo>
                    <a:pt x="323" y="392"/>
                  </a:lnTo>
                  <a:lnTo>
                    <a:pt x="305" y="409"/>
                  </a:lnTo>
                  <a:lnTo>
                    <a:pt x="283" y="420"/>
                  </a:lnTo>
                  <a:lnTo>
                    <a:pt x="262" y="4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7002334" y="2181042"/>
              <a:ext cx="414" cy="613"/>
            </a:xfrm>
            <a:custGeom>
              <a:avLst/>
              <a:pathLst>
                <a:path w="414" h="613">
                  <a:moveTo>
                    <a:pt x="400" y="127"/>
                  </a:moveTo>
                  <a:lnTo>
                    <a:pt x="289" y="407"/>
                  </a:lnTo>
                  <a:lnTo>
                    <a:pt x="95" y="599"/>
                  </a:lnTo>
                  <a:lnTo>
                    <a:pt x="86" y="610"/>
                  </a:lnTo>
                  <a:lnTo>
                    <a:pt x="79" y="613"/>
                  </a:lnTo>
                  <a:lnTo>
                    <a:pt x="66" y="609"/>
                  </a:lnTo>
                  <a:lnTo>
                    <a:pt x="51" y="595"/>
                  </a:lnTo>
                  <a:lnTo>
                    <a:pt x="37" y="551"/>
                  </a:lnTo>
                  <a:lnTo>
                    <a:pt x="28" y="525"/>
                  </a:lnTo>
                  <a:lnTo>
                    <a:pt x="22" y="507"/>
                  </a:lnTo>
                  <a:lnTo>
                    <a:pt x="20" y="499"/>
                  </a:lnTo>
                  <a:lnTo>
                    <a:pt x="1" y="443"/>
                  </a:lnTo>
                  <a:lnTo>
                    <a:pt x="0" y="425"/>
                  </a:lnTo>
                  <a:lnTo>
                    <a:pt x="4" y="383"/>
                  </a:lnTo>
                  <a:lnTo>
                    <a:pt x="50" y="234"/>
                  </a:lnTo>
                  <a:lnTo>
                    <a:pt x="72" y="186"/>
                  </a:lnTo>
                  <a:lnTo>
                    <a:pt x="119" y="115"/>
                  </a:lnTo>
                  <a:lnTo>
                    <a:pt x="126" y="105"/>
                  </a:lnTo>
                  <a:lnTo>
                    <a:pt x="131" y="100"/>
                  </a:lnTo>
                  <a:lnTo>
                    <a:pt x="150" y="83"/>
                  </a:lnTo>
                  <a:lnTo>
                    <a:pt x="157" y="68"/>
                  </a:lnTo>
                  <a:lnTo>
                    <a:pt x="164" y="60"/>
                  </a:lnTo>
                  <a:lnTo>
                    <a:pt x="171" y="58"/>
                  </a:lnTo>
                  <a:lnTo>
                    <a:pt x="200" y="78"/>
                  </a:lnTo>
                  <a:lnTo>
                    <a:pt x="214" y="93"/>
                  </a:lnTo>
                  <a:lnTo>
                    <a:pt x="225" y="101"/>
                  </a:lnTo>
                  <a:lnTo>
                    <a:pt x="233" y="113"/>
                  </a:lnTo>
                  <a:lnTo>
                    <a:pt x="254" y="135"/>
                  </a:lnTo>
                  <a:lnTo>
                    <a:pt x="261" y="136"/>
                  </a:lnTo>
                  <a:lnTo>
                    <a:pt x="270" y="134"/>
                  </a:lnTo>
                  <a:lnTo>
                    <a:pt x="290" y="126"/>
                  </a:lnTo>
                  <a:lnTo>
                    <a:pt x="299" y="120"/>
                  </a:lnTo>
                  <a:lnTo>
                    <a:pt x="307" y="108"/>
                  </a:lnTo>
                  <a:lnTo>
                    <a:pt x="312" y="97"/>
                  </a:lnTo>
                  <a:lnTo>
                    <a:pt x="319" y="88"/>
                  </a:lnTo>
                  <a:lnTo>
                    <a:pt x="321" y="77"/>
                  </a:lnTo>
                  <a:lnTo>
                    <a:pt x="329" y="37"/>
                  </a:lnTo>
                  <a:lnTo>
                    <a:pt x="336" y="14"/>
                  </a:lnTo>
                  <a:lnTo>
                    <a:pt x="338" y="9"/>
                  </a:lnTo>
                  <a:lnTo>
                    <a:pt x="346" y="2"/>
                  </a:lnTo>
                  <a:lnTo>
                    <a:pt x="359" y="0"/>
                  </a:lnTo>
                  <a:lnTo>
                    <a:pt x="410" y="16"/>
                  </a:lnTo>
                  <a:lnTo>
                    <a:pt x="414" y="41"/>
                  </a:lnTo>
                  <a:lnTo>
                    <a:pt x="413" y="67"/>
                  </a:lnTo>
                  <a:lnTo>
                    <a:pt x="412" y="84"/>
                  </a:lnTo>
                  <a:lnTo>
                    <a:pt x="412" y="96"/>
                  </a:lnTo>
                  <a:lnTo>
                    <a:pt x="404" y="115"/>
                  </a:lnTo>
                  <a:lnTo>
                    <a:pt x="402" y="121"/>
                  </a:lnTo>
                  <a:lnTo>
                    <a:pt x="400" y="1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6991072" y="2179757"/>
              <a:ext cx="462" cy="585"/>
            </a:xfrm>
            <a:custGeom>
              <a:avLst/>
              <a:pathLst>
                <a:path w="462" h="585">
                  <a:moveTo>
                    <a:pt x="252" y="561"/>
                  </a:moveTo>
                  <a:lnTo>
                    <a:pt x="189" y="585"/>
                  </a:lnTo>
                  <a:lnTo>
                    <a:pt x="184" y="582"/>
                  </a:lnTo>
                  <a:lnTo>
                    <a:pt x="108" y="493"/>
                  </a:lnTo>
                  <a:lnTo>
                    <a:pt x="96" y="476"/>
                  </a:lnTo>
                  <a:lnTo>
                    <a:pt x="0" y="318"/>
                  </a:lnTo>
                  <a:lnTo>
                    <a:pt x="4" y="299"/>
                  </a:lnTo>
                  <a:lnTo>
                    <a:pt x="7" y="293"/>
                  </a:lnTo>
                  <a:lnTo>
                    <a:pt x="7" y="287"/>
                  </a:lnTo>
                  <a:lnTo>
                    <a:pt x="8" y="281"/>
                  </a:lnTo>
                  <a:lnTo>
                    <a:pt x="71" y="51"/>
                  </a:lnTo>
                  <a:lnTo>
                    <a:pt x="85" y="25"/>
                  </a:lnTo>
                  <a:lnTo>
                    <a:pt x="102" y="15"/>
                  </a:lnTo>
                  <a:lnTo>
                    <a:pt x="147" y="9"/>
                  </a:lnTo>
                  <a:lnTo>
                    <a:pt x="220" y="0"/>
                  </a:lnTo>
                  <a:lnTo>
                    <a:pt x="398" y="0"/>
                  </a:lnTo>
                  <a:lnTo>
                    <a:pt x="404" y="0"/>
                  </a:lnTo>
                  <a:lnTo>
                    <a:pt x="420" y="20"/>
                  </a:lnTo>
                  <a:lnTo>
                    <a:pt x="422" y="34"/>
                  </a:lnTo>
                  <a:lnTo>
                    <a:pt x="414" y="131"/>
                  </a:lnTo>
                  <a:lnTo>
                    <a:pt x="394" y="310"/>
                  </a:lnTo>
                  <a:lnTo>
                    <a:pt x="397" y="315"/>
                  </a:lnTo>
                  <a:lnTo>
                    <a:pt x="453" y="416"/>
                  </a:lnTo>
                  <a:lnTo>
                    <a:pt x="462" y="447"/>
                  </a:lnTo>
                  <a:lnTo>
                    <a:pt x="458" y="451"/>
                  </a:lnTo>
                  <a:lnTo>
                    <a:pt x="392" y="509"/>
                  </a:lnTo>
                  <a:lnTo>
                    <a:pt x="328" y="533"/>
                  </a:lnTo>
                  <a:lnTo>
                    <a:pt x="311" y="539"/>
                  </a:lnTo>
                  <a:lnTo>
                    <a:pt x="252" y="56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7001154" y="2180376"/>
              <a:ext cx="587" cy="697"/>
            </a:xfrm>
            <a:custGeom>
              <a:avLst/>
              <a:pathLst>
                <a:path w="587" h="697">
                  <a:moveTo>
                    <a:pt x="562" y="613"/>
                  </a:moveTo>
                  <a:lnTo>
                    <a:pt x="492" y="664"/>
                  </a:lnTo>
                  <a:lnTo>
                    <a:pt x="490" y="671"/>
                  </a:lnTo>
                  <a:lnTo>
                    <a:pt x="486" y="684"/>
                  </a:lnTo>
                  <a:lnTo>
                    <a:pt x="435" y="695"/>
                  </a:lnTo>
                  <a:lnTo>
                    <a:pt x="414" y="697"/>
                  </a:lnTo>
                  <a:lnTo>
                    <a:pt x="372" y="653"/>
                  </a:lnTo>
                  <a:lnTo>
                    <a:pt x="368" y="645"/>
                  </a:lnTo>
                  <a:lnTo>
                    <a:pt x="366" y="638"/>
                  </a:lnTo>
                  <a:lnTo>
                    <a:pt x="361" y="636"/>
                  </a:lnTo>
                  <a:lnTo>
                    <a:pt x="352" y="632"/>
                  </a:lnTo>
                  <a:lnTo>
                    <a:pt x="344" y="629"/>
                  </a:lnTo>
                  <a:lnTo>
                    <a:pt x="340" y="633"/>
                  </a:lnTo>
                  <a:lnTo>
                    <a:pt x="344" y="640"/>
                  </a:lnTo>
                  <a:lnTo>
                    <a:pt x="347" y="646"/>
                  </a:lnTo>
                  <a:lnTo>
                    <a:pt x="343" y="650"/>
                  </a:lnTo>
                  <a:lnTo>
                    <a:pt x="335" y="652"/>
                  </a:lnTo>
                  <a:lnTo>
                    <a:pt x="331" y="650"/>
                  </a:lnTo>
                  <a:lnTo>
                    <a:pt x="320" y="648"/>
                  </a:lnTo>
                  <a:lnTo>
                    <a:pt x="305" y="642"/>
                  </a:lnTo>
                  <a:lnTo>
                    <a:pt x="301" y="638"/>
                  </a:lnTo>
                  <a:lnTo>
                    <a:pt x="293" y="634"/>
                  </a:lnTo>
                  <a:lnTo>
                    <a:pt x="282" y="624"/>
                  </a:lnTo>
                  <a:lnTo>
                    <a:pt x="276" y="623"/>
                  </a:lnTo>
                  <a:lnTo>
                    <a:pt x="268" y="634"/>
                  </a:lnTo>
                  <a:lnTo>
                    <a:pt x="262" y="643"/>
                  </a:lnTo>
                  <a:lnTo>
                    <a:pt x="249" y="654"/>
                  </a:lnTo>
                  <a:lnTo>
                    <a:pt x="238" y="660"/>
                  </a:lnTo>
                  <a:lnTo>
                    <a:pt x="238" y="666"/>
                  </a:lnTo>
                  <a:lnTo>
                    <a:pt x="240" y="674"/>
                  </a:lnTo>
                  <a:lnTo>
                    <a:pt x="237" y="679"/>
                  </a:lnTo>
                  <a:lnTo>
                    <a:pt x="232" y="681"/>
                  </a:lnTo>
                  <a:lnTo>
                    <a:pt x="225" y="682"/>
                  </a:lnTo>
                  <a:lnTo>
                    <a:pt x="218" y="683"/>
                  </a:lnTo>
                  <a:lnTo>
                    <a:pt x="208" y="682"/>
                  </a:lnTo>
                  <a:lnTo>
                    <a:pt x="201" y="682"/>
                  </a:lnTo>
                  <a:lnTo>
                    <a:pt x="168" y="662"/>
                  </a:lnTo>
                  <a:lnTo>
                    <a:pt x="126" y="545"/>
                  </a:lnTo>
                  <a:lnTo>
                    <a:pt x="124" y="541"/>
                  </a:lnTo>
                  <a:lnTo>
                    <a:pt x="117" y="521"/>
                  </a:lnTo>
                  <a:lnTo>
                    <a:pt x="110" y="499"/>
                  </a:lnTo>
                  <a:lnTo>
                    <a:pt x="85" y="423"/>
                  </a:lnTo>
                  <a:lnTo>
                    <a:pt x="83" y="416"/>
                  </a:lnTo>
                  <a:lnTo>
                    <a:pt x="7" y="181"/>
                  </a:lnTo>
                  <a:lnTo>
                    <a:pt x="0" y="159"/>
                  </a:lnTo>
                  <a:lnTo>
                    <a:pt x="2" y="142"/>
                  </a:lnTo>
                  <a:lnTo>
                    <a:pt x="50" y="68"/>
                  </a:lnTo>
                  <a:lnTo>
                    <a:pt x="53" y="63"/>
                  </a:lnTo>
                  <a:lnTo>
                    <a:pt x="57" y="60"/>
                  </a:lnTo>
                  <a:lnTo>
                    <a:pt x="61" y="58"/>
                  </a:lnTo>
                  <a:lnTo>
                    <a:pt x="79" y="59"/>
                  </a:lnTo>
                  <a:lnTo>
                    <a:pt x="126" y="60"/>
                  </a:lnTo>
                  <a:lnTo>
                    <a:pt x="132" y="59"/>
                  </a:lnTo>
                  <a:lnTo>
                    <a:pt x="147" y="54"/>
                  </a:lnTo>
                  <a:lnTo>
                    <a:pt x="159" y="49"/>
                  </a:lnTo>
                  <a:lnTo>
                    <a:pt x="203" y="19"/>
                  </a:lnTo>
                  <a:lnTo>
                    <a:pt x="226" y="8"/>
                  </a:lnTo>
                  <a:lnTo>
                    <a:pt x="257" y="0"/>
                  </a:lnTo>
                  <a:lnTo>
                    <a:pt x="314" y="16"/>
                  </a:lnTo>
                  <a:lnTo>
                    <a:pt x="342" y="24"/>
                  </a:lnTo>
                  <a:lnTo>
                    <a:pt x="407" y="51"/>
                  </a:lnTo>
                  <a:lnTo>
                    <a:pt x="575" y="348"/>
                  </a:lnTo>
                  <a:lnTo>
                    <a:pt x="577" y="357"/>
                  </a:lnTo>
                  <a:lnTo>
                    <a:pt x="584" y="393"/>
                  </a:lnTo>
                  <a:lnTo>
                    <a:pt x="587" y="448"/>
                  </a:lnTo>
                  <a:lnTo>
                    <a:pt x="587" y="455"/>
                  </a:lnTo>
                  <a:lnTo>
                    <a:pt x="585" y="563"/>
                  </a:lnTo>
                  <a:lnTo>
                    <a:pt x="585" y="573"/>
                  </a:lnTo>
                  <a:lnTo>
                    <a:pt x="571" y="605"/>
                  </a:lnTo>
                  <a:lnTo>
                    <a:pt x="562" y="61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7002887" y="2180474"/>
              <a:ext cx="290" cy="451"/>
            </a:xfrm>
            <a:custGeom>
              <a:avLst/>
              <a:pathLst>
                <a:path w="290" h="451">
                  <a:moveTo>
                    <a:pt x="290" y="133"/>
                  </a:moveTo>
                  <a:lnTo>
                    <a:pt x="241" y="407"/>
                  </a:lnTo>
                  <a:lnTo>
                    <a:pt x="240" y="414"/>
                  </a:lnTo>
                  <a:lnTo>
                    <a:pt x="200" y="441"/>
                  </a:lnTo>
                  <a:lnTo>
                    <a:pt x="184" y="451"/>
                  </a:lnTo>
                  <a:lnTo>
                    <a:pt x="180" y="448"/>
                  </a:lnTo>
                  <a:lnTo>
                    <a:pt x="172" y="450"/>
                  </a:lnTo>
                  <a:lnTo>
                    <a:pt x="144" y="447"/>
                  </a:lnTo>
                  <a:lnTo>
                    <a:pt x="135" y="446"/>
                  </a:lnTo>
                  <a:lnTo>
                    <a:pt x="131" y="439"/>
                  </a:lnTo>
                  <a:lnTo>
                    <a:pt x="124" y="429"/>
                  </a:lnTo>
                  <a:lnTo>
                    <a:pt x="120" y="425"/>
                  </a:lnTo>
                  <a:lnTo>
                    <a:pt x="118" y="421"/>
                  </a:lnTo>
                  <a:lnTo>
                    <a:pt x="111" y="413"/>
                  </a:lnTo>
                  <a:lnTo>
                    <a:pt x="102" y="404"/>
                  </a:lnTo>
                  <a:lnTo>
                    <a:pt x="98" y="399"/>
                  </a:lnTo>
                  <a:lnTo>
                    <a:pt x="89" y="396"/>
                  </a:lnTo>
                  <a:lnTo>
                    <a:pt x="80" y="394"/>
                  </a:lnTo>
                  <a:lnTo>
                    <a:pt x="76" y="396"/>
                  </a:lnTo>
                  <a:lnTo>
                    <a:pt x="71" y="394"/>
                  </a:lnTo>
                  <a:lnTo>
                    <a:pt x="67" y="384"/>
                  </a:lnTo>
                  <a:lnTo>
                    <a:pt x="63" y="383"/>
                  </a:lnTo>
                  <a:lnTo>
                    <a:pt x="56" y="384"/>
                  </a:lnTo>
                  <a:lnTo>
                    <a:pt x="50" y="384"/>
                  </a:lnTo>
                  <a:lnTo>
                    <a:pt x="41" y="387"/>
                  </a:lnTo>
                  <a:lnTo>
                    <a:pt x="36" y="385"/>
                  </a:lnTo>
                  <a:lnTo>
                    <a:pt x="15" y="324"/>
                  </a:lnTo>
                  <a:lnTo>
                    <a:pt x="3" y="246"/>
                  </a:lnTo>
                  <a:lnTo>
                    <a:pt x="1" y="207"/>
                  </a:lnTo>
                  <a:lnTo>
                    <a:pt x="0" y="182"/>
                  </a:lnTo>
                  <a:lnTo>
                    <a:pt x="5" y="170"/>
                  </a:lnTo>
                  <a:lnTo>
                    <a:pt x="9" y="165"/>
                  </a:lnTo>
                  <a:lnTo>
                    <a:pt x="13" y="160"/>
                  </a:lnTo>
                  <a:lnTo>
                    <a:pt x="20" y="150"/>
                  </a:lnTo>
                  <a:lnTo>
                    <a:pt x="24" y="139"/>
                  </a:lnTo>
                  <a:lnTo>
                    <a:pt x="23" y="130"/>
                  </a:lnTo>
                  <a:lnTo>
                    <a:pt x="21" y="125"/>
                  </a:lnTo>
                  <a:lnTo>
                    <a:pt x="22" y="117"/>
                  </a:lnTo>
                  <a:lnTo>
                    <a:pt x="21" y="109"/>
                  </a:lnTo>
                  <a:lnTo>
                    <a:pt x="20" y="103"/>
                  </a:lnTo>
                  <a:lnTo>
                    <a:pt x="16" y="97"/>
                  </a:lnTo>
                  <a:lnTo>
                    <a:pt x="19" y="92"/>
                  </a:lnTo>
                  <a:lnTo>
                    <a:pt x="19" y="86"/>
                  </a:lnTo>
                  <a:lnTo>
                    <a:pt x="14" y="68"/>
                  </a:lnTo>
                  <a:lnTo>
                    <a:pt x="16" y="59"/>
                  </a:lnTo>
                  <a:lnTo>
                    <a:pt x="19" y="48"/>
                  </a:lnTo>
                  <a:lnTo>
                    <a:pt x="20" y="41"/>
                  </a:lnTo>
                  <a:lnTo>
                    <a:pt x="21" y="34"/>
                  </a:lnTo>
                  <a:lnTo>
                    <a:pt x="38" y="32"/>
                  </a:lnTo>
                  <a:lnTo>
                    <a:pt x="185" y="19"/>
                  </a:lnTo>
                  <a:lnTo>
                    <a:pt x="194" y="10"/>
                  </a:lnTo>
                  <a:lnTo>
                    <a:pt x="201" y="3"/>
                  </a:lnTo>
                  <a:lnTo>
                    <a:pt x="235" y="0"/>
                  </a:lnTo>
                  <a:lnTo>
                    <a:pt x="260" y="15"/>
                  </a:lnTo>
                  <a:lnTo>
                    <a:pt x="282" y="40"/>
                  </a:lnTo>
                  <a:lnTo>
                    <a:pt x="285" y="62"/>
                  </a:lnTo>
                  <a:lnTo>
                    <a:pt x="285" y="69"/>
                  </a:lnTo>
                  <a:lnTo>
                    <a:pt x="285" y="76"/>
                  </a:lnTo>
                  <a:lnTo>
                    <a:pt x="285" y="84"/>
                  </a:lnTo>
                  <a:lnTo>
                    <a:pt x="282" y="101"/>
                  </a:lnTo>
                  <a:lnTo>
                    <a:pt x="281" y="106"/>
                  </a:lnTo>
                  <a:lnTo>
                    <a:pt x="288" y="122"/>
                  </a:lnTo>
                  <a:lnTo>
                    <a:pt x="290" y="13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6992024" y="2179414"/>
              <a:ext cx="1491" cy="1650"/>
            </a:xfrm>
            <a:custGeom>
              <a:avLst/>
              <a:pathLst>
                <a:path w="1491" h="1650">
                  <a:moveTo>
                    <a:pt x="960" y="12"/>
                  </a:moveTo>
                  <a:lnTo>
                    <a:pt x="1004" y="24"/>
                  </a:lnTo>
                  <a:lnTo>
                    <a:pt x="1038" y="24"/>
                  </a:lnTo>
                  <a:lnTo>
                    <a:pt x="1091" y="24"/>
                  </a:lnTo>
                  <a:lnTo>
                    <a:pt x="1098" y="27"/>
                  </a:lnTo>
                  <a:lnTo>
                    <a:pt x="1144" y="124"/>
                  </a:lnTo>
                  <a:lnTo>
                    <a:pt x="1162" y="185"/>
                  </a:lnTo>
                  <a:lnTo>
                    <a:pt x="1161" y="228"/>
                  </a:lnTo>
                  <a:lnTo>
                    <a:pt x="1159" y="285"/>
                  </a:lnTo>
                  <a:lnTo>
                    <a:pt x="1169" y="396"/>
                  </a:lnTo>
                  <a:lnTo>
                    <a:pt x="1180" y="431"/>
                  </a:lnTo>
                  <a:lnTo>
                    <a:pt x="1208" y="521"/>
                  </a:lnTo>
                  <a:lnTo>
                    <a:pt x="1211" y="529"/>
                  </a:lnTo>
                  <a:lnTo>
                    <a:pt x="1285" y="729"/>
                  </a:lnTo>
                  <a:lnTo>
                    <a:pt x="1306" y="802"/>
                  </a:lnTo>
                  <a:lnTo>
                    <a:pt x="1491" y="1434"/>
                  </a:lnTo>
                  <a:lnTo>
                    <a:pt x="1428" y="1513"/>
                  </a:lnTo>
                  <a:lnTo>
                    <a:pt x="1409" y="1536"/>
                  </a:lnTo>
                  <a:lnTo>
                    <a:pt x="1353" y="1588"/>
                  </a:lnTo>
                  <a:lnTo>
                    <a:pt x="1311" y="1592"/>
                  </a:lnTo>
                  <a:lnTo>
                    <a:pt x="1204" y="1600"/>
                  </a:lnTo>
                  <a:lnTo>
                    <a:pt x="1194" y="1601"/>
                  </a:lnTo>
                  <a:lnTo>
                    <a:pt x="1184" y="1602"/>
                  </a:lnTo>
                  <a:lnTo>
                    <a:pt x="1175" y="1602"/>
                  </a:lnTo>
                  <a:lnTo>
                    <a:pt x="1159" y="1603"/>
                  </a:lnTo>
                  <a:lnTo>
                    <a:pt x="1124" y="1604"/>
                  </a:lnTo>
                  <a:lnTo>
                    <a:pt x="1112" y="1605"/>
                  </a:lnTo>
                  <a:lnTo>
                    <a:pt x="1049" y="1608"/>
                  </a:lnTo>
                  <a:lnTo>
                    <a:pt x="971" y="1552"/>
                  </a:lnTo>
                  <a:lnTo>
                    <a:pt x="959" y="1551"/>
                  </a:lnTo>
                  <a:lnTo>
                    <a:pt x="885" y="1562"/>
                  </a:lnTo>
                  <a:lnTo>
                    <a:pt x="626" y="1600"/>
                  </a:lnTo>
                  <a:lnTo>
                    <a:pt x="575" y="1648"/>
                  </a:lnTo>
                  <a:lnTo>
                    <a:pt x="498" y="1650"/>
                  </a:lnTo>
                  <a:lnTo>
                    <a:pt x="481" y="1612"/>
                  </a:lnTo>
                  <a:lnTo>
                    <a:pt x="476" y="1601"/>
                  </a:lnTo>
                  <a:lnTo>
                    <a:pt x="466" y="1578"/>
                  </a:lnTo>
                  <a:lnTo>
                    <a:pt x="439" y="1520"/>
                  </a:lnTo>
                  <a:lnTo>
                    <a:pt x="419" y="1486"/>
                  </a:lnTo>
                  <a:lnTo>
                    <a:pt x="413" y="1476"/>
                  </a:lnTo>
                  <a:lnTo>
                    <a:pt x="398" y="1451"/>
                  </a:lnTo>
                  <a:lnTo>
                    <a:pt x="391" y="1440"/>
                  </a:lnTo>
                  <a:lnTo>
                    <a:pt x="427" y="1330"/>
                  </a:lnTo>
                  <a:lnTo>
                    <a:pt x="451" y="1254"/>
                  </a:lnTo>
                  <a:lnTo>
                    <a:pt x="454" y="1244"/>
                  </a:lnTo>
                  <a:lnTo>
                    <a:pt x="456" y="1239"/>
                  </a:lnTo>
                  <a:lnTo>
                    <a:pt x="459" y="1234"/>
                  </a:lnTo>
                  <a:lnTo>
                    <a:pt x="462" y="1231"/>
                  </a:lnTo>
                  <a:lnTo>
                    <a:pt x="528" y="1119"/>
                  </a:lnTo>
                  <a:lnTo>
                    <a:pt x="531" y="1112"/>
                  </a:lnTo>
                  <a:lnTo>
                    <a:pt x="478" y="957"/>
                  </a:lnTo>
                  <a:lnTo>
                    <a:pt x="451" y="916"/>
                  </a:lnTo>
                  <a:lnTo>
                    <a:pt x="440" y="897"/>
                  </a:lnTo>
                  <a:lnTo>
                    <a:pt x="412" y="878"/>
                  </a:lnTo>
                  <a:lnTo>
                    <a:pt x="400" y="876"/>
                  </a:lnTo>
                  <a:lnTo>
                    <a:pt x="376" y="872"/>
                  </a:lnTo>
                  <a:lnTo>
                    <a:pt x="355" y="868"/>
                  </a:lnTo>
                  <a:lnTo>
                    <a:pt x="350" y="867"/>
                  </a:lnTo>
                  <a:lnTo>
                    <a:pt x="342" y="866"/>
                  </a:lnTo>
                  <a:lnTo>
                    <a:pt x="262" y="853"/>
                  </a:lnTo>
                  <a:lnTo>
                    <a:pt x="245" y="850"/>
                  </a:lnTo>
                  <a:lnTo>
                    <a:pt x="203" y="844"/>
                  </a:lnTo>
                  <a:lnTo>
                    <a:pt x="217" y="724"/>
                  </a:lnTo>
                  <a:lnTo>
                    <a:pt x="222" y="675"/>
                  </a:lnTo>
                  <a:lnTo>
                    <a:pt x="179" y="556"/>
                  </a:lnTo>
                  <a:lnTo>
                    <a:pt x="176" y="552"/>
                  </a:lnTo>
                  <a:lnTo>
                    <a:pt x="107" y="555"/>
                  </a:lnTo>
                  <a:lnTo>
                    <a:pt x="93" y="556"/>
                  </a:lnTo>
                  <a:lnTo>
                    <a:pt x="87" y="550"/>
                  </a:lnTo>
                  <a:lnTo>
                    <a:pt x="54" y="515"/>
                  </a:lnTo>
                  <a:lnTo>
                    <a:pt x="35" y="482"/>
                  </a:lnTo>
                  <a:lnTo>
                    <a:pt x="33" y="467"/>
                  </a:lnTo>
                  <a:lnTo>
                    <a:pt x="3" y="253"/>
                  </a:lnTo>
                  <a:lnTo>
                    <a:pt x="0" y="224"/>
                  </a:lnTo>
                  <a:lnTo>
                    <a:pt x="45" y="177"/>
                  </a:lnTo>
                  <a:lnTo>
                    <a:pt x="65" y="168"/>
                  </a:lnTo>
                  <a:lnTo>
                    <a:pt x="83" y="164"/>
                  </a:lnTo>
                  <a:lnTo>
                    <a:pt x="96" y="162"/>
                  </a:lnTo>
                  <a:lnTo>
                    <a:pt x="124" y="155"/>
                  </a:lnTo>
                  <a:lnTo>
                    <a:pt x="137" y="151"/>
                  </a:lnTo>
                  <a:lnTo>
                    <a:pt x="146" y="147"/>
                  </a:lnTo>
                  <a:lnTo>
                    <a:pt x="220" y="102"/>
                  </a:lnTo>
                  <a:lnTo>
                    <a:pt x="256" y="88"/>
                  </a:lnTo>
                  <a:lnTo>
                    <a:pt x="365" y="42"/>
                  </a:lnTo>
                  <a:lnTo>
                    <a:pt x="411" y="39"/>
                  </a:lnTo>
                  <a:lnTo>
                    <a:pt x="421" y="62"/>
                  </a:lnTo>
                  <a:lnTo>
                    <a:pt x="420" y="90"/>
                  </a:lnTo>
                  <a:lnTo>
                    <a:pt x="426" y="93"/>
                  </a:lnTo>
                  <a:lnTo>
                    <a:pt x="433" y="92"/>
                  </a:lnTo>
                  <a:lnTo>
                    <a:pt x="451" y="92"/>
                  </a:lnTo>
                  <a:lnTo>
                    <a:pt x="461" y="92"/>
                  </a:lnTo>
                  <a:lnTo>
                    <a:pt x="476" y="91"/>
                  </a:lnTo>
                  <a:lnTo>
                    <a:pt x="509" y="90"/>
                  </a:lnTo>
                  <a:lnTo>
                    <a:pt x="534" y="90"/>
                  </a:lnTo>
                  <a:lnTo>
                    <a:pt x="556" y="89"/>
                  </a:lnTo>
                  <a:lnTo>
                    <a:pt x="575" y="88"/>
                  </a:lnTo>
                  <a:lnTo>
                    <a:pt x="598" y="88"/>
                  </a:lnTo>
                  <a:lnTo>
                    <a:pt x="609" y="87"/>
                  </a:lnTo>
                  <a:lnTo>
                    <a:pt x="646" y="86"/>
                  </a:lnTo>
                  <a:lnTo>
                    <a:pt x="656" y="86"/>
                  </a:lnTo>
                  <a:lnTo>
                    <a:pt x="668" y="85"/>
                  </a:lnTo>
                  <a:lnTo>
                    <a:pt x="676" y="80"/>
                  </a:lnTo>
                  <a:lnTo>
                    <a:pt x="723" y="53"/>
                  </a:lnTo>
                  <a:lnTo>
                    <a:pt x="796" y="7"/>
                  </a:lnTo>
                  <a:lnTo>
                    <a:pt x="833" y="0"/>
                  </a:lnTo>
                  <a:lnTo>
                    <a:pt x="916" y="3"/>
                  </a:lnTo>
                  <a:lnTo>
                    <a:pt x="927" y="6"/>
                  </a:lnTo>
                  <a:lnTo>
                    <a:pt x="960" y="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6984392" y="2178592"/>
              <a:ext cx="347" cy="639"/>
            </a:xfrm>
            <a:custGeom>
              <a:avLst/>
              <a:pathLst>
                <a:path w="347" h="639">
                  <a:moveTo>
                    <a:pt x="289" y="633"/>
                  </a:moveTo>
                  <a:lnTo>
                    <a:pt x="228" y="639"/>
                  </a:lnTo>
                  <a:lnTo>
                    <a:pt x="195" y="573"/>
                  </a:lnTo>
                  <a:lnTo>
                    <a:pt x="122" y="293"/>
                  </a:lnTo>
                  <a:lnTo>
                    <a:pt x="0" y="70"/>
                  </a:lnTo>
                  <a:lnTo>
                    <a:pt x="16" y="12"/>
                  </a:lnTo>
                  <a:lnTo>
                    <a:pt x="116" y="0"/>
                  </a:lnTo>
                  <a:lnTo>
                    <a:pt x="252" y="126"/>
                  </a:lnTo>
                  <a:lnTo>
                    <a:pt x="347" y="383"/>
                  </a:lnTo>
                  <a:lnTo>
                    <a:pt x="342" y="572"/>
                  </a:lnTo>
                  <a:lnTo>
                    <a:pt x="289" y="63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7000090" y="2178891"/>
              <a:ext cx="352" cy="998"/>
            </a:xfrm>
            <a:custGeom>
              <a:avLst/>
              <a:pathLst>
                <a:path w="352" h="998">
                  <a:moveTo>
                    <a:pt x="243" y="7"/>
                  </a:moveTo>
                  <a:lnTo>
                    <a:pt x="247" y="16"/>
                  </a:lnTo>
                  <a:lnTo>
                    <a:pt x="257" y="10"/>
                  </a:lnTo>
                  <a:lnTo>
                    <a:pt x="270" y="19"/>
                  </a:lnTo>
                  <a:lnTo>
                    <a:pt x="266" y="45"/>
                  </a:lnTo>
                  <a:lnTo>
                    <a:pt x="260" y="76"/>
                  </a:lnTo>
                  <a:lnTo>
                    <a:pt x="255" y="82"/>
                  </a:lnTo>
                  <a:lnTo>
                    <a:pt x="251" y="86"/>
                  </a:lnTo>
                  <a:lnTo>
                    <a:pt x="247" y="92"/>
                  </a:lnTo>
                  <a:lnTo>
                    <a:pt x="241" y="97"/>
                  </a:lnTo>
                  <a:lnTo>
                    <a:pt x="233" y="94"/>
                  </a:lnTo>
                  <a:lnTo>
                    <a:pt x="229" y="85"/>
                  </a:lnTo>
                  <a:lnTo>
                    <a:pt x="223" y="84"/>
                  </a:lnTo>
                  <a:lnTo>
                    <a:pt x="215" y="87"/>
                  </a:lnTo>
                  <a:lnTo>
                    <a:pt x="205" y="100"/>
                  </a:lnTo>
                  <a:lnTo>
                    <a:pt x="231" y="186"/>
                  </a:lnTo>
                  <a:lnTo>
                    <a:pt x="238" y="212"/>
                  </a:lnTo>
                  <a:lnTo>
                    <a:pt x="276" y="335"/>
                  </a:lnTo>
                  <a:lnTo>
                    <a:pt x="286" y="369"/>
                  </a:lnTo>
                  <a:lnTo>
                    <a:pt x="294" y="398"/>
                  </a:lnTo>
                  <a:lnTo>
                    <a:pt x="314" y="550"/>
                  </a:lnTo>
                  <a:lnTo>
                    <a:pt x="352" y="846"/>
                  </a:lnTo>
                  <a:lnTo>
                    <a:pt x="340" y="968"/>
                  </a:lnTo>
                  <a:lnTo>
                    <a:pt x="325" y="992"/>
                  </a:lnTo>
                  <a:lnTo>
                    <a:pt x="320" y="998"/>
                  </a:lnTo>
                  <a:lnTo>
                    <a:pt x="309" y="993"/>
                  </a:lnTo>
                  <a:lnTo>
                    <a:pt x="306" y="990"/>
                  </a:lnTo>
                  <a:lnTo>
                    <a:pt x="303" y="982"/>
                  </a:lnTo>
                  <a:lnTo>
                    <a:pt x="302" y="977"/>
                  </a:lnTo>
                  <a:lnTo>
                    <a:pt x="301" y="970"/>
                  </a:lnTo>
                  <a:lnTo>
                    <a:pt x="293" y="969"/>
                  </a:lnTo>
                  <a:lnTo>
                    <a:pt x="288" y="975"/>
                  </a:lnTo>
                  <a:lnTo>
                    <a:pt x="280" y="981"/>
                  </a:lnTo>
                  <a:lnTo>
                    <a:pt x="270" y="972"/>
                  </a:lnTo>
                  <a:lnTo>
                    <a:pt x="202" y="786"/>
                  </a:lnTo>
                  <a:lnTo>
                    <a:pt x="189" y="751"/>
                  </a:lnTo>
                  <a:lnTo>
                    <a:pt x="173" y="676"/>
                  </a:lnTo>
                  <a:lnTo>
                    <a:pt x="173" y="659"/>
                  </a:lnTo>
                  <a:lnTo>
                    <a:pt x="169" y="647"/>
                  </a:lnTo>
                  <a:lnTo>
                    <a:pt x="74" y="476"/>
                  </a:lnTo>
                  <a:lnTo>
                    <a:pt x="27" y="415"/>
                  </a:lnTo>
                  <a:lnTo>
                    <a:pt x="24" y="411"/>
                  </a:lnTo>
                  <a:lnTo>
                    <a:pt x="13" y="396"/>
                  </a:lnTo>
                  <a:lnTo>
                    <a:pt x="0" y="378"/>
                  </a:lnTo>
                  <a:lnTo>
                    <a:pt x="18" y="333"/>
                  </a:lnTo>
                  <a:lnTo>
                    <a:pt x="100" y="126"/>
                  </a:lnTo>
                  <a:lnTo>
                    <a:pt x="107" y="121"/>
                  </a:lnTo>
                  <a:lnTo>
                    <a:pt x="118" y="116"/>
                  </a:lnTo>
                  <a:lnTo>
                    <a:pt x="124" y="105"/>
                  </a:lnTo>
                  <a:lnTo>
                    <a:pt x="128" y="88"/>
                  </a:lnTo>
                  <a:lnTo>
                    <a:pt x="130" y="77"/>
                  </a:lnTo>
                  <a:lnTo>
                    <a:pt x="132" y="67"/>
                  </a:lnTo>
                  <a:lnTo>
                    <a:pt x="143" y="59"/>
                  </a:lnTo>
                  <a:lnTo>
                    <a:pt x="153" y="58"/>
                  </a:lnTo>
                  <a:lnTo>
                    <a:pt x="170" y="54"/>
                  </a:lnTo>
                  <a:lnTo>
                    <a:pt x="174" y="51"/>
                  </a:lnTo>
                  <a:lnTo>
                    <a:pt x="184" y="41"/>
                  </a:lnTo>
                  <a:lnTo>
                    <a:pt x="191" y="29"/>
                  </a:lnTo>
                  <a:lnTo>
                    <a:pt x="195" y="20"/>
                  </a:lnTo>
                  <a:lnTo>
                    <a:pt x="226" y="0"/>
                  </a:lnTo>
                  <a:lnTo>
                    <a:pt x="235" y="2"/>
                  </a:lnTo>
                  <a:lnTo>
                    <a:pt x="243" y="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7001345" y="2178824"/>
              <a:ext cx="349" cy="501"/>
            </a:xfrm>
            <a:custGeom>
              <a:avLst/>
              <a:pathLst>
                <a:path w="349" h="501">
                  <a:moveTo>
                    <a:pt x="128" y="54"/>
                  </a:moveTo>
                  <a:lnTo>
                    <a:pt x="133" y="60"/>
                  </a:lnTo>
                  <a:lnTo>
                    <a:pt x="137" y="59"/>
                  </a:lnTo>
                  <a:lnTo>
                    <a:pt x="142" y="43"/>
                  </a:lnTo>
                  <a:lnTo>
                    <a:pt x="148" y="36"/>
                  </a:lnTo>
                  <a:lnTo>
                    <a:pt x="158" y="36"/>
                  </a:lnTo>
                  <a:lnTo>
                    <a:pt x="168" y="40"/>
                  </a:lnTo>
                  <a:lnTo>
                    <a:pt x="172" y="42"/>
                  </a:lnTo>
                  <a:lnTo>
                    <a:pt x="181" y="46"/>
                  </a:lnTo>
                  <a:lnTo>
                    <a:pt x="213" y="61"/>
                  </a:lnTo>
                  <a:lnTo>
                    <a:pt x="225" y="68"/>
                  </a:lnTo>
                  <a:lnTo>
                    <a:pt x="245" y="78"/>
                  </a:lnTo>
                  <a:lnTo>
                    <a:pt x="329" y="145"/>
                  </a:lnTo>
                  <a:lnTo>
                    <a:pt x="340" y="157"/>
                  </a:lnTo>
                  <a:lnTo>
                    <a:pt x="342" y="177"/>
                  </a:lnTo>
                  <a:lnTo>
                    <a:pt x="344" y="213"/>
                  </a:lnTo>
                  <a:lnTo>
                    <a:pt x="347" y="242"/>
                  </a:lnTo>
                  <a:lnTo>
                    <a:pt x="349" y="260"/>
                  </a:lnTo>
                  <a:lnTo>
                    <a:pt x="349" y="267"/>
                  </a:lnTo>
                  <a:lnTo>
                    <a:pt x="348" y="275"/>
                  </a:lnTo>
                  <a:lnTo>
                    <a:pt x="319" y="446"/>
                  </a:lnTo>
                  <a:lnTo>
                    <a:pt x="314" y="475"/>
                  </a:lnTo>
                  <a:lnTo>
                    <a:pt x="310" y="498"/>
                  </a:lnTo>
                  <a:lnTo>
                    <a:pt x="305" y="500"/>
                  </a:lnTo>
                  <a:lnTo>
                    <a:pt x="274" y="501"/>
                  </a:lnTo>
                  <a:lnTo>
                    <a:pt x="257" y="489"/>
                  </a:lnTo>
                  <a:lnTo>
                    <a:pt x="256" y="478"/>
                  </a:lnTo>
                  <a:lnTo>
                    <a:pt x="257" y="470"/>
                  </a:lnTo>
                  <a:lnTo>
                    <a:pt x="260" y="464"/>
                  </a:lnTo>
                  <a:lnTo>
                    <a:pt x="259" y="459"/>
                  </a:lnTo>
                  <a:lnTo>
                    <a:pt x="256" y="454"/>
                  </a:lnTo>
                  <a:lnTo>
                    <a:pt x="251" y="447"/>
                  </a:lnTo>
                  <a:lnTo>
                    <a:pt x="209" y="353"/>
                  </a:lnTo>
                  <a:lnTo>
                    <a:pt x="202" y="330"/>
                  </a:lnTo>
                  <a:lnTo>
                    <a:pt x="197" y="319"/>
                  </a:lnTo>
                  <a:lnTo>
                    <a:pt x="103" y="273"/>
                  </a:lnTo>
                  <a:lnTo>
                    <a:pt x="84" y="264"/>
                  </a:lnTo>
                  <a:lnTo>
                    <a:pt x="64" y="247"/>
                  </a:lnTo>
                  <a:lnTo>
                    <a:pt x="49" y="235"/>
                  </a:lnTo>
                  <a:lnTo>
                    <a:pt x="0" y="194"/>
                  </a:lnTo>
                  <a:lnTo>
                    <a:pt x="1" y="175"/>
                  </a:lnTo>
                  <a:lnTo>
                    <a:pt x="8" y="68"/>
                  </a:lnTo>
                  <a:lnTo>
                    <a:pt x="13" y="54"/>
                  </a:lnTo>
                  <a:lnTo>
                    <a:pt x="18" y="46"/>
                  </a:lnTo>
                  <a:lnTo>
                    <a:pt x="19" y="41"/>
                  </a:lnTo>
                  <a:lnTo>
                    <a:pt x="21" y="35"/>
                  </a:lnTo>
                  <a:lnTo>
                    <a:pt x="36" y="32"/>
                  </a:lnTo>
                  <a:lnTo>
                    <a:pt x="64" y="27"/>
                  </a:lnTo>
                  <a:lnTo>
                    <a:pt x="62" y="6"/>
                  </a:lnTo>
                  <a:lnTo>
                    <a:pt x="69" y="0"/>
                  </a:lnTo>
                  <a:lnTo>
                    <a:pt x="73" y="1"/>
                  </a:lnTo>
                  <a:lnTo>
                    <a:pt x="81" y="7"/>
                  </a:lnTo>
                  <a:lnTo>
                    <a:pt x="93" y="10"/>
                  </a:lnTo>
                  <a:lnTo>
                    <a:pt x="97" y="21"/>
                  </a:lnTo>
                  <a:lnTo>
                    <a:pt x="107" y="31"/>
                  </a:lnTo>
                  <a:lnTo>
                    <a:pt x="111" y="35"/>
                  </a:lnTo>
                  <a:lnTo>
                    <a:pt x="125" y="49"/>
                  </a:lnTo>
                  <a:lnTo>
                    <a:pt x="128" y="5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7000572" y="2178675"/>
              <a:ext cx="1039" cy="1685"/>
            </a:xfrm>
            <a:custGeom>
              <a:avLst/>
              <a:pathLst>
                <a:path w="1039" h="1685">
                  <a:moveTo>
                    <a:pt x="652" y="365"/>
                  </a:moveTo>
                  <a:lnTo>
                    <a:pt x="720" y="470"/>
                  </a:lnTo>
                  <a:lnTo>
                    <a:pt x="727" y="475"/>
                  </a:lnTo>
                  <a:lnTo>
                    <a:pt x="732" y="483"/>
                  </a:lnTo>
                  <a:lnTo>
                    <a:pt x="765" y="599"/>
                  </a:lnTo>
                  <a:lnTo>
                    <a:pt x="778" y="669"/>
                  </a:lnTo>
                  <a:lnTo>
                    <a:pt x="778" y="705"/>
                  </a:lnTo>
                  <a:lnTo>
                    <a:pt x="778" y="720"/>
                  </a:lnTo>
                  <a:lnTo>
                    <a:pt x="778" y="889"/>
                  </a:lnTo>
                  <a:lnTo>
                    <a:pt x="822" y="910"/>
                  </a:lnTo>
                  <a:lnTo>
                    <a:pt x="849" y="922"/>
                  </a:lnTo>
                  <a:lnTo>
                    <a:pt x="893" y="942"/>
                  </a:lnTo>
                  <a:lnTo>
                    <a:pt x="902" y="948"/>
                  </a:lnTo>
                  <a:lnTo>
                    <a:pt x="1005" y="1010"/>
                  </a:lnTo>
                  <a:lnTo>
                    <a:pt x="1016" y="1020"/>
                  </a:lnTo>
                  <a:lnTo>
                    <a:pt x="1022" y="1031"/>
                  </a:lnTo>
                  <a:lnTo>
                    <a:pt x="1034" y="1064"/>
                  </a:lnTo>
                  <a:lnTo>
                    <a:pt x="1039" y="1077"/>
                  </a:lnTo>
                  <a:lnTo>
                    <a:pt x="1036" y="1299"/>
                  </a:lnTo>
                  <a:lnTo>
                    <a:pt x="931" y="1604"/>
                  </a:lnTo>
                  <a:lnTo>
                    <a:pt x="906" y="1643"/>
                  </a:lnTo>
                  <a:lnTo>
                    <a:pt x="894" y="1656"/>
                  </a:lnTo>
                  <a:lnTo>
                    <a:pt x="872" y="1680"/>
                  </a:lnTo>
                  <a:lnTo>
                    <a:pt x="824" y="1684"/>
                  </a:lnTo>
                  <a:lnTo>
                    <a:pt x="811" y="1685"/>
                  </a:lnTo>
                  <a:lnTo>
                    <a:pt x="787" y="1677"/>
                  </a:lnTo>
                  <a:lnTo>
                    <a:pt x="783" y="1674"/>
                  </a:lnTo>
                  <a:lnTo>
                    <a:pt x="761" y="1664"/>
                  </a:lnTo>
                  <a:lnTo>
                    <a:pt x="740" y="1658"/>
                  </a:lnTo>
                  <a:lnTo>
                    <a:pt x="644" y="1628"/>
                  </a:lnTo>
                  <a:lnTo>
                    <a:pt x="594" y="1631"/>
                  </a:lnTo>
                  <a:lnTo>
                    <a:pt x="446" y="1639"/>
                  </a:lnTo>
                  <a:lnTo>
                    <a:pt x="428" y="1640"/>
                  </a:lnTo>
                  <a:lnTo>
                    <a:pt x="390" y="1621"/>
                  </a:lnTo>
                  <a:lnTo>
                    <a:pt x="381" y="1617"/>
                  </a:lnTo>
                  <a:lnTo>
                    <a:pt x="266" y="1528"/>
                  </a:lnTo>
                  <a:lnTo>
                    <a:pt x="202" y="1458"/>
                  </a:lnTo>
                  <a:lnTo>
                    <a:pt x="194" y="1441"/>
                  </a:lnTo>
                  <a:lnTo>
                    <a:pt x="180" y="1411"/>
                  </a:lnTo>
                  <a:lnTo>
                    <a:pt x="175" y="1401"/>
                  </a:lnTo>
                  <a:lnTo>
                    <a:pt x="130" y="1304"/>
                  </a:lnTo>
                  <a:lnTo>
                    <a:pt x="113" y="1263"/>
                  </a:lnTo>
                  <a:lnTo>
                    <a:pt x="111" y="1242"/>
                  </a:lnTo>
                  <a:lnTo>
                    <a:pt x="114" y="1235"/>
                  </a:lnTo>
                  <a:lnTo>
                    <a:pt x="128" y="1213"/>
                  </a:lnTo>
                  <a:lnTo>
                    <a:pt x="137" y="1198"/>
                  </a:lnTo>
                  <a:lnTo>
                    <a:pt x="138" y="1187"/>
                  </a:lnTo>
                  <a:lnTo>
                    <a:pt x="140" y="1180"/>
                  </a:lnTo>
                  <a:lnTo>
                    <a:pt x="139" y="1171"/>
                  </a:lnTo>
                  <a:lnTo>
                    <a:pt x="129" y="1147"/>
                  </a:lnTo>
                  <a:lnTo>
                    <a:pt x="149" y="1126"/>
                  </a:lnTo>
                  <a:lnTo>
                    <a:pt x="180" y="1094"/>
                  </a:lnTo>
                  <a:lnTo>
                    <a:pt x="224" y="1045"/>
                  </a:lnTo>
                  <a:lnTo>
                    <a:pt x="232" y="1030"/>
                  </a:lnTo>
                  <a:lnTo>
                    <a:pt x="238" y="1022"/>
                  </a:lnTo>
                  <a:lnTo>
                    <a:pt x="246" y="1005"/>
                  </a:lnTo>
                  <a:lnTo>
                    <a:pt x="230" y="892"/>
                  </a:lnTo>
                  <a:lnTo>
                    <a:pt x="218" y="802"/>
                  </a:lnTo>
                  <a:lnTo>
                    <a:pt x="204" y="733"/>
                  </a:lnTo>
                  <a:lnTo>
                    <a:pt x="201" y="719"/>
                  </a:lnTo>
                  <a:lnTo>
                    <a:pt x="195" y="689"/>
                  </a:lnTo>
                  <a:lnTo>
                    <a:pt x="194" y="684"/>
                  </a:lnTo>
                  <a:lnTo>
                    <a:pt x="194" y="673"/>
                  </a:lnTo>
                  <a:lnTo>
                    <a:pt x="185" y="639"/>
                  </a:lnTo>
                  <a:lnTo>
                    <a:pt x="166" y="545"/>
                  </a:lnTo>
                  <a:lnTo>
                    <a:pt x="150" y="461"/>
                  </a:lnTo>
                  <a:lnTo>
                    <a:pt x="140" y="415"/>
                  </a:lnTo>
                  <a:lnTo>
                    <a:pt x="27" y="216"/>
                  </a:lnTo>
                  <a:lnTo>
                    <a:pt x="19" y="160"/>
                  </a:lnTo>
                  <a:lnTo>
                    <a:pt x="15" y="135"/>
                  </a:lnTo>
                  <a:lnTo>
                    <a:pt x="9" y="99"/>
                  </a:lnTo>
                  <a:lnTo>
                    <a:pt x="0" y="33"/>
                  </a:lnTo>
                  <a:lnTo>
                    <a:pt x="2" y="27"/>
                  </a:lnTo>
                  <a:lnTo>
                    <a:pt x="6" y="13"/>
                  </a:lnTo>
                  <a:lnTo>
                    <a:pt x="14" y="10"/>
                  </a:lnTo>
                  <a:lnTo>
                    <a:pt x="32" y="4"/>
                  </a:lnTo>
                  <a:lnTo>
                    <a:pt x="44" y="0"/>
                  </a:lnTo>
                  <a:lnTo>
                    <a:pt x="86" y="1"/>
                  </a:lnTo>
                  <a:lnTo>
                    <a:pt x="176" y="23"/>
                  </a:lnTo>
                  <a:lnTo>
                    <a:pt x="195" y="30"/>
                  </a:lnTo>
                  <a:lnTo>
                    <a:pt x="198" y="40"/>
                  </a:lnTo>
                  <a:lnTo>
                    <a:pt x="214" y="87"/>
                  </a:lnTo>
                  <a:lnTo>
                    <a:pt x="220" y="113"/>
                  </a:lnTo>
                  <a:lnTo>
                    <a:pt x="222" y="137"/>
                  </a:lnTo>
                  <a:lnTo>
                    <a:pt x="224" y="157"/>
                  </a:lnTo>
                  <a:lnTo>
                    <a:pt x="216" y="169"/>
                  </a:lnTo>
                  <a:lnTo>
                    <a:pt x="202" y="173"/>
                  </a:lnTo>
                  <a:lnTo>
                    <a:pt x="195" y="188"/>
                  </a:lnTo>
                  <a:lnTo>
                    <a:pt x="191" y="201"/>
                  </a:lnTo>
                  <a:lnTo>
                    <a:pt x="198" y="209"/>
                  </a:lnTo>
                  <a:lnTo>
                    <a:pt x="198" y="219"/>
                  </a:lnTo>
                  <a:lnTo>
                    <a:pt x="189" y="228"/>
                  </a:lnTo>
                  <a:lnTo>
                    <a:pt x="184" y="228"/>
                  </a:lnTo>
                  <a:lnTo>
                    <a:pt x="182" y="223"/>
                  </a:lnTo>
                  <a:lnTo>
                    <a:pt x="173" y="229"/>
                  </a:lnTo>
                  <a:lnTo>
                    <a:pt x="140" y="292"/>
                  </a:lnTo>
                  <a:lnTo>
                    <a:pt x="164" y="327"/>
                  </a:lnTo>
                  <a:lnTo>
                    <a:pt x="172" y="326"/>
                  </a:lnTo>
                  <a:lnTo>
                    <a:pt x="184" y="323"/>
                  </a:lnTo>
                  <a:lnTo>
                    <a:pt x="188" y="320"/>
                  </a:lnTo>
                  <a:lnTo>
                    <a:pt x="236" y="302"/>
                  </a:lnTo>
                  <a:lnTo>
                    <a:pt x="280" y="218"/>
                  </a:lnTo>
                  <a:lnTo>
                    <a:pt x="291" y="198"/>
                  </a:lnTo>
                  <a:lnTo>
                    <a:pt x="297" y="185"/>
                  </a:lnTo>
                  <a:lnTo>
                    <a:pt x="307" y="165"/>
                  </a:lnTo>
                  <a:lnTo>
                    <a:pt x="341" y="95"/>
                  </a:lnTo>
                  <a:lnTo>
                    <a:pt x="348" y="80"/>
                  </a:lnTo>
                  <a:lnTo>
                    <a:pt x="352" y="71"/>
                  </a:lnTo>
                  <a:lnTo>
                    <a:pt x="357" y="62"/>
                  </a:lnTo>
                  <a:lnTo>
                    <a:pt x="363" y="52"/>
                  </a:lnTo>
                  <a:lnTo>
                    <a:pt x="394" y="36"/>
                  </a:lnTo>
                  <a:lnTo>
                    <a:pt x="414" y="26"/>
                  </a:lnTo>
                  <a:lnTo>
                    <a:pt x="430" y="17"/>
                  </a:lnTo>
                  <a:lnTo>
                    <a:pt x="454" y="11"/>
                  </a:lnTo>
                  <a:lnTo>
                    <a:pt x="468" y="7"/>
                  </a:lnTo>
                  <a:lnTo>
                    <a:pt x="476" y="10"/>
                  </a:lnTo>
                  <a:lnTo>
                    <a:pt x="482" y="13"/>
                  </a:lnTo>
                  <a:lnTo>
                    <a:pt x="496" y="19"/>
                  </a:lnTo>
                  <a:lnTo>
                    <a:pt x="657" y="111"/>
                  </a:lnTo>
                  <a:lnTo>
                    <a:pt x="666" y="126"/>
                  </a:lnTo>
                  <a:lnTo>
                    <a:pt x="669" y="133"/>
                  </a:lnTo>
                  <a:lnTo>
                    <a:pt x="665" y="139"/>
                  </a:lnTo>
                  <a:lnTo>
                    <a:pt x="661" y="185"/>
                  </a:lnTo>
                  <a:lnTo>
                    <a:pt x="659" y="215"/>
                  </a:lnTo>
                  <a:lnTo>
                    <a:pt x="650" y="334"/>
                  </a:lnTo>
                  <a:lnTo>
                    <a:pt x="652" y="36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6980552" y="2176687"/>
              <a:ext cx="1433" cy="1135"/>
            </a:xfrm>
            <a:custGeom>
              <a:avLst/>
              <a:pathLst>
                <a:path w="1433" h="1135">
                  <a:moveTo>
                    <a:pt x="700" y="212"/>
                  </a:moveTo>
                  <a:lnTo>
                    <a:pt x="777" y="234"/>
                  </a:lnTo>
                  <a:lnTo>
                    <a:pt x="885" y="236"/>
                  </a:lnTo>
                  <a:lnTo>
                    <a:pt x="910" y="212"/>
                  </a:lnTo>
                  <a:lnTo>
                    <a:pt x="930" y="165"/>
                  </a:lnTo>
                  <a:lnTo>
                    <a:pt x="966" y="142"/>
                  </a:lnTo>
                  <a:lnTo>
                    <a:pt x="1027" y="175"/>
                  </a:lnTo>
                  <a:lnTo>
                    <a:pt x="1053" y="197"/>
                  </a:lnTo>
                  <a:lnTo>
                    <a:pt x="1171" y="348"/>
                  </a:lnTo>
                  <a:lnTo>
                    <a:pt x="1179" y="417"/>
                  </a:lnTo>
                  <a:lnTo>
                    <a:pt x="1199" y="524"/>
                  </a:lnTo>
                  <a:lnTo>
                    <a:pt x="1242" y="634"/>
                  </a:lnTo>
                  <a:lnTo>
                    <a:pt x="1278" y="673"/>
                  </a:lnTo>
                  <a:lnTo>
                    <a:pt x="1323" y="716"/>
                  </a:lnTo>
                  <a:lnTo>
                    <a:pt x="1368" y="720"/>
                  </a:lnTo>
                  <a:lnTo>
                    <a:pt x="1389" y="755"/>
                  </a:lnTo>
                  <a:lnTo>
                    <a:pt x="1423" y="854"/>
                  </a:lnTo>
                  <a:lnTo>
                    <a:pt x="1433" y="909"/>
                  </a:lnTo>
                  <a:lnTo>
                    <a:pt x="1427" y="1080"/>
                  </a:lnTo>
                  <a:lnTo>
                    <a:pt x="1410" y="1112"/>
                  </a:lnTo>
                  <a:lnTo>
                    <a:pt x="1398" y="1118"/>
                  </a:lnTo>
                  <a:lnTo>
                    <a:pt x="1324" y="1135"/>
                  </a:lnTo>
                  <a:lnTo>
                    <a:pt x="1043" y="1070"/>
                  </a:lnTo>
                  <a:lnTo>
                    <a:pt x="934" y="1035"/>
                  </a:lnTo>
                  <a:lnTo>
                    <a:pt x="807" y="960"/>
                  </a:lnTo>
                  <a:lnTo>
                    <a:pt x="665" y="862"/>
                  </a:lnTo>
                  <a:lnTo>
                    <a:pt x="621" y="783"/>
                  </a:lnTo>
                  <a:lnTo>
                    <a:pt x="620" y="705"/>
                  </a:lnTo>
                  <a:lnTo>
                    <a:pt x="557" y="657"/>
                  </a:lnTo>
                  <a:lnTo>
                    <a:pt x="445" y="582"/>
                  </a:lnTo>
                  <a:lnTo>
                    <a:pt x="266" y="498"/>
                  </a:lnTo>
                  <a:lnTo>
                    <a:pt x="179" y="458"/>
                  </a:lnTo>
                  <a:lnTo>
                    <a:pt x="112" y="434"/>
                  </a:lnTo>
                  <a:lnTo>
                    <a:pt x="59" y="431"/>
                  </a:lnTo>
                  <a:lnTo>
                    <a:pt x="27" y="419"/>
                  </a:lnTo>
                  <a:lnTo>
                    <a:pt x="4" y="380"/>
                  </a:lnTo>
                  <a:lnTo>
                    <a:pt x="0" y="333"/>
                  </a:lnTo>
                  <a:lnTo>
                    <a:pt x="29" y="273"/>
                  </a:lnTo>
                  <a:lnTo>
                    <a:pt x="43" y="266"/>
                  </a:lnTo>
                  <a:lnTo>
                    <a:pt x="189" y="211"/>
                  </a:lnTo>
                  <a:lnTo>
                    <a:pt x="217" y="211"/>
                  </a:lnTo>
                  <a:lnTo>
                    <a:pt x="265" y="220"/>
                  </a:lnTo>
                  <a:lnTo>
                    <a:pt x="267" y="272"/>
                  </a:lnTo>
                  <a:lnTo>
                    <a:pt x="293" y="316"/>
                  </a:lnTo>
                  <a:lnTo>
                    <a:pt x="305" y="327"/>
                  </a:lnTo>
                  <a:lnTo>
                    <a:pt x="331" y="329"/>
                  </a:lnTo>
                  <a:lnTo>
                    <a:pt x="381" y="321"/>
                  </a:lnTo>
                  <a:lnTo>
                    <a:pt x="435" y="284"/>
                  </a:lnTo>
                  <a:lnTo>
                    <a:pt x="457" y="265"/>
                  </a:lnTo>
                  <a:lnTo>
                    <a:pt x="476" y="213"/>
                  </a:lnTo>
                  <a:lnTo>
                    <a:pt x="479" y="103"/>
                  </a:lnTo>
                  <a:lnTo>
                    <a:pt x="482" y="57"/>
                  </a:lnTo>
                  <a:lnTo>
                    <a:pt x="512" y="21"/>
                  </a:lnTo>
                  <a:lnTo>
                    <a:pt x="580" y="0"/>
                  </a:lnTo>
                  <a:lnTo>
                    <a:pt x="637" y="19"/>
                  </a:lnTo>
                  <a:lnTo>
                    <a:pt x="660" y="40"/>
                  </a:lnTo>
                  <a:lnTo>
                    <a:pt x="674" y="87"/>
                  </a:lnTo>
                  <a:lnTo>
                    <a:pt x="671" y="119"/>
                  </a:lnTo>
                  <a:lnTo>
                    <a:pt x="658" y="149"/>
                  </a:lnTo>
                  <a:lnTo>
                    <a:pt x="659" y="174"/>
                  </a:lnTo>
                  <a:lnTo>
                    <a:pt x="668" y="191"/>
                  </a:lnTo>
                  <a:lnTo>
                    <a:pt x="700" y="2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6973893" y="2176049"/>
              <a:ext cx="1991" cy="2330"/>
            </a:xfrm>
            <a:custGeom>
              <a:avLst/>
              <a:pathLst>
                <a:path w="1991" h="2330">
                  <a:moveTo>
                    <a:pt x="1754" y="211"/>
                  </a:moveTo>
                  <a:lnTo>
                    <a:pt x="1822" y="252"/>
                  </a:lnTo>
                  <a:lnTo>
                    <a:pt x="1860" y="274"/>
                  </a:lnTo>
                  <a:lnTo>
                    <a:pt x="1871" y="278"/>
                  </a:lnTo>
                  <a:lnTo>
                    <a:pt x="1910" y="257"/>
                  </a:lnTo>
                  <a:lnTo>
                    <a:pt x="1968" y="275"/>
                  </a:lnTo>
                  <a:lnTo>
                    <a:pt x="1991" y="392"/>
                  </a:lnTo>
                  <a:lnTo>
                    <a:pt x="1920" y="514"/>
                  </a:lnTo>
                  <a:lnTo>
                    <a:pt x="1891" y="533"/>
                  </a:lnTo>
                  <a:lnTo>
                    <a:pt x="1856" y="545"/>
                  </a:lnTo>
                  <a:lnTo>
                    <a:pt x="1799" y="592"/>
                  </a:lnTo>
                  <a:lnTo>
                    <a:pt x="1788" y="647"/>
                  </a:lnTo>
                  <a:lnTo>
                    <a:pt x="1799" y="721"/>
                  </a:lnTo>
                  <a:lnTo>
                    <a:pt x="1815" y="763"/>
                  </a:lnTo>
                  <a:lnTo>
                    <a:pt x="1852" y="806"/>
                  </a:lnTo>
                  <a:lnTo>
                    <a:pt x="1873" y="813"/>
                  </a:lnTo>
                  <a:lnTo>
                    <a:pt x="1944" y="987"/>
                  </a:lnTo>
                  <a:lnTo>
                    <a:pt x="1947" y="1003"/>
                  </a:lnTo>
                  <a:lnTo>
                    <a:pt x="1937" y="1018"/>
                  </a:lnTo>
                  <a:lnTo>
                    <a:pt x="1866" y="1076"/>
                  </a:lnTo>
                  <a:lnTo>
                    <a:pt x="1685" y="1219"/>
                  </a:lnTo>
                  <a:lnTo>
                    <a:pt x="1625" y="1253"/>
                  </a:lnTo>
                  <a:lnTo>
                    <a:pt x="1555" y="1274"/>
                  </a:lnTo>
                  <a:lnTo>
                    <a:pt x="1480" y="1274"/>
                  </a:lnTo>
                  <a:lnTo>
                    <a:pt x="1449" y="1292"/>
                  </a:lnTo>
                  <a:lnTo>
                    <a:pt x="1415" y="1336"/>
                  </a:lnTo>
                  <a:lnTo>
                    <a:pt x="1394" y="1375"/>
                  </a:lnTo>
                  <a:lnTo>
                    <a:pt x="1347" y="1502"/>
                  </a:lnTo>
                  <a:lnTo>
                    <a:pt x="1347" y="1570"/>
                  </a:lnTo>
                  <a:lnTo>
                    <a:pt x="1350" y="1594"/>
                  </a:lnTo>
                  <a:lnTo>
                    <a:pt x="1358" y="1605"/>
                  </a:lnTo>
                  <a:lnTo>
                    <a:pt x="1415" y="1611"/>
                  </a:lnTo>
                  <a:lnTo>
                    <a:pt x="1435" y="1625"/>
                  </a:lnTo>
                  <a:lnTo>
                    <a:pt x="1447" y="1650"/>
                  </a:lnTo>
                  <a:lnTo>
                    <a:pt x="1453" y="1695"/>
                  </a:lnTo>
                  <a:lnTo>
                    <a:pt x="1447" y="1739"/>
                  </a:lnTo>
                  <a:lnTo>
                    <a:pt x="1378" y="1888"/>
                  </a:lnTo>
                  <a:lnTo>
                    <a:pt x="1370" y="1901"/>
                  </a:lnTo>
                  <a:lnTo>
                    <a:pt x="1359" y="1911"/>
                  </a:lnTo>
                  <a:lnTo>
                    <a:pt x="1307" y="1944"/>
                  </a:lnTo>
                  <a:lnTo>
                    <a:pt x="1243" y="1961"/>
                  </a:lnTo>
                  <a:lnTo>
                    <a:pt x="1205" y="1964"/>
                  </a:lnTo>
                  <a:lnTo>
                    <a:pt x="1193" y="1958"/>
                  </a:lnTo>
                  <a:lnTo>
                    <a:pt x="1168" y="1898"/>
                  </a:lnTo>
                  <a:lnTo>
                    <a:pt x="1132" y="1869"/>
                  </a:lnTo>
                  <a:lnTo>
                    <a:pt x="1117" y="1865"/>
                  </a:lnTo>
                  <a:lnTo>
                    <a:pt x="1105" y="1868"/>
                  </a:lnTo>
                  <a:lnTo>
                    <a:pt x="920" y="1935"/>
                  </a:lnTo>
                  <a:lnTo>
                    <a:pt x="883" y="1957"/>
                  </a:lnTo>
                  <a:lnTo>
                    <a:pt x="781" y="2036"/>
                  </a:lnTo>
                  <a:lnTo>
                    <a:pt x="743" y="2074"/>
                  </a:lnTo>
                  <a:lnTo>
                    <a:pt x="722" y="2106"/>
                  </a:lnTo>
                  <a:lnTo>
                    <a:pt x="721" y="2126"/>
                  </a:lnTo>
                  <a:lnTo>
                    <a:pt x="748" y="2213"/>
                  </a:lnTo>
                  <a:lnTo>
                    <a:pt x="745" y="2252"/>
                  </a:lnTo>
                  <a:lnTo>
                    <a:pt x="737" y="2279"/>
                  </a:lnTo>
                  <a:lnTo>
                    <a:pt x="702" y="2319"/>
                  </a:lnTo>
                  <a:lnTo>
                    <a:pt x="659" y="2330"/>
                  </a:lnTo>
                  <a:lnTo>
                    <a:pt x="603" y="2326"/>
                  </a:lnTo>
                  <a:lnTo>
                    <a:pt x="476" y="2273"/>
                  </a:lnTo>
                  <a:lnTo>
                    <a:pt x="255" y="2157"/>
                  </a:lnTo>
                  <a:lnTo>
                    <a:pt x="179" y="2111"/>
                  </a:lnTo>
                  <a:lnTo>
                    <a:pt x="159" y="2096"/>
                  </a:lnTo>
                  <a:lnTo>
                    <a:pt x="155" y="2086"/>
                  </a:lnTo>
                  <a:lnTo>
                    <a:pt x="0" y="1572"/>
                  </a:lnTo>
                  <a:lnTo>
                    <a:pt x="12" y="1462"/>
                  </a:lnTo>
                  <a:lnTo>
                    <a:pt x="149" y="630"/>
                  </a:lnTo>
                  <a:lnTo>
                    <a:pt x="238" y="567"/>
                  </a:lnTo>
                  <a:lnTo>
                    <a:pt x="263" y="572"/>
                  </a:lnTo>
                  <a:lnTo>
                    <a:pt x="259" y="514"/>
                  </a:lnTo>
                  <a:lnTo>
                    <a:pt x="261" y="503"/>
                  </a:lnTo>
                  <a:lnTo>
                    <a:pt x="284" y="414"/>
                  </a:lnTo>
                  <a:lnTo>
                    <a:pt x="376" y="439"/>
                  </a:lnTo>
                  <a:lnTo>
                    <a:pt x="406" y="471"/>
                  </a:lnTo>
                  <a:lnTo>
                    <a:pt x="427" y="542"/>
                  </a:lnTo>
                  <a:lnTo>
                    <a:pt x="430" y="605"/>
                  </a:lnTo>
                  <a:lnTo>
                    <a:pt x="505" y="620"/>
                  </a:lnTo>
                  <a:lnTo>
                    <a:pt x="724" y="624"/>
                  </a:lnTo>
                  <a:lnTo>
                    <a:pt x="829" y="602"/>
                  </a:lnTo>
                  <a:lnTo>
                    <a:pt x="1012" y="432"/>
                  </a:lnTo>
                  <a:lnTo>
                    <a:pt x="960" y="308"/>
                  </a:lnTo>
                  <a:lnTo>
                    <a:pt x="951" y="175"/>
                  </a:lnTo>
                  <a:lnTo>
                    <a:pt x="957" y="148"/>
                  </a:lnTo>
                  <a:lnTo>
                    <a:pt x="966" y="140"/>
                  </a:lnTo>
                  <a:lnTo>
                    <a:pt x="1093" y="80"/>
                  </a:lnTo>
                  <a:lnTo>
                    <a:pt x="1110" y="76"/>
                  </a:lnTo>
                  <a:lnTo>
                    <a:pt x="1143" y="82"/>
                  </a:lnTo>
                  <a:lnTo>
                    <a:pt x="1183" y="106"/>
                  </a:lnTo>
                  <a:lnTo>
                    <a:pt x="1204" y="143"/>
                  </a:lnTo>
                  <a:lnTo>
                    <a:pt x="1229" y="157"/>
                  </a:lnTo>
                  <a:lnTo>
                    <a:pt x="1329" y="176"/>
                  </a:lnTo>
                  <a:lnTo>
                    <a:pt x="1424" y="193"/>
                  </a:lnTo>
                  <a:lnTo>
                    <a:pt x="1446" y="189"/>
                  </a:lnTo>
                  <a:lnTo>
                    <a:pt x="1457" y="175"/>
                  </a:lnTo>
                  <a:lnTo>
                    <a:pt x="1452" y="100"/>
                  </a:lnTo>
                  <a:lnTo>
                    <a:pt x="1473" y="62"/>
                  </a:lnTo>
                  <a:lnTo>
                    <a:pt x="1505" y="45"/>
                  </a:lnTo>
                  <a:lnTo>
                    <a:pt x="1600" y="3"/>
                  </a:lnTo>
                  <a:lnTo>
                    <a:pt x="1664" y="0"/>
                  </a:lnTo>
                  <a:lnTo>
                    <a:pt x="1654" y="21"/>
                  </a:lnTo>
                  <a:lnTo>
                    <a:pt x="1641" y="76"/>
                  </a:lnTo>
                  <a:lnTo>
                    <a:pt x="1671" y="125"/>
                  </a:lnTo>
                  <a:lnTo>
                    <a:pt x="1754" y="2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6982607" y="2173175"/>
              <a:ext cx="433" cy="463"/>
            </a:xfrm>
            <a:custGeom>
              <a:avLst/>
              <a:pathLst>
                <a:path w="433" h="463">
                  <a:moveTo>
                    <a:pt x="321" y="463"/>
                  </a:moveTo>
                  <a:lnTo>
                    <a:pt x="315" y="463"/>
                  </a:lnTo>
                  <a:lnTo>
                    <a:pt x="239" y="393"/>
                  </a:lnTo>
                  <a:lnTo>
                    <a:pt x="0" y="159"/>
                  </a:lnTo>
                  <a:lnTo>
                    <a:pt x="34" y="88"/>
                  </a:lnTo>
                  <a:lnTo>
                    <a:pt x="104" y="10"/>
                  </a:lnTo>
                  <a:lnTo>
                    <a:pt x="135" y="0"/>
                  </a:lnTo>
                  <a:lnTo>
                    <a:pt x="319" y="174"/>
                  </a:lnTo>
                  <a:lnTo>
                    <a:pt x="433" y="323"/>
                  </a:lnTo>
                  <a:lnTo>
                    <a:pt x="358" y="420"/>
                  </a:lnTo>
                  <a:lnTo>
                    <a:pt x="321" y="4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7013574" y="2175735"/>
              <a:ext cx="678" cy="708"/>
            </a:xfrm>
            <a:custGeom>
              <a:avLst/>
              <a:pathLst>
                <a:path w="678" h="708">
                  <a:moveTo>
                    <a:pt x="486" y="6"/>
                  </a:moveTo>
                  <a:lnTo>
                    <a:pt x="494" y="7"/>
                  </a:lnTo>
                  <a:lnTo>
                    <a:pt x="499" y="7"/>
                  </a:lnTo>
                  <a:lnTo>
                    <a:pt x="507" y="6"/>
                  </a:lnTo>
                  <a:lnTo>
                    <a:pt x="582" y="16"/>
                  </a:lnTo>
                  <a:lnTo>
                    <a:pt x="618" y="24"/>
                  </a:lnTo>
                  <a:lnTo>
                    <a:pt x="661" y="35"/>
                  </a:lnTo>
                  <a:lnTo>
                    <a:pt x="670" y="38"/>
                  </a:lnTo>
                  <a:lnTo>
                    <a:pt x="678" y="49"/>
                  </a:lnTo>
                  <a:lnTo>
                    <a:pt x="677" y="56"/>
                  </a:lnTo>
                  <a:lnTo>
                    <a:pt x="628" y="148"/>
                  </a:lnTo>
                  <a:lnTo>
                    <a:pt x="587" y="218"/>
                  </a:lnTo>
                  <a:lnTo>
                    <a:pt x="576" y="243"/>
                  </a:lnTo>
                  <a:lnTo>
                    <a:pt x="498" y="420"/>
                  </a:lnTo>
                  <a:lnTo>
                    <a:pt x="525" y="448"/>
                  </a:lnTo>
                  <a:lnTo>
                    <a:pt x="528" y="454"/>
                  </a:lnTo>
                  <a:lnTo>
                    <a:pt x="525" y="463"/>
                  </a:lnTo>
                  <a:lnTo>
                    <a:pt x="504" y="490"/>
                  </a:lnTo>
                  <a:lnTo>
                    <a:pt x="494" y="501"/>
                  </a:lnTo>
                  <a:lnTo>
                    <a:pt x="338" y="624"/>
                  </a:lnTo>
                  <a:lnTo>
                    <a:pt x="327" y="661"/>
                  </a:lnTo>
                  <a:lnTo>
                    <a:pt x="319" y="669"/>
                  </a:lnTo>
                  <a:lnTo>
                    <a:pt x="309" y="676"/>
                  </a:lnTo>
                  <a:lnTo>
                    <a:pt x="295" y="676"/>
                  </a:lnTo>
                  <a:lnTo>
                    <a:pt x="284" y="667"/>
                  </a:lnTo>
                  <a:lnTo>
                    <a:pt x="282" y="663"/>
                  </a:lnTo>
                  <a:lnTo>
                    <a:pt x="256" y="639"/>
                  </a:lnTo>
                  <a:lnTo>
                    <a:pt x="231" y="622"/>
                  </a:lnTo>
                  <a:lnTo>
                    <a:pt x="200" y="622"/>
                  </a:lnTo>
                  <a:lnTo>
                    <a:pt x="192" y="625"/>
                  </a:lnTo>
                  <a:lnTo>
                    <a:pt x="151" y="645"/>
                  </a:lnTo>
                  <a:lnTo>
                    <a:pt x="139" y="654"/>
                  </a:lnTo>
                  <a:lnTo>
                    <a:pt x="127" y="676"/>
                  </a:lnTo>
                  <a:lnTo>
                    <a:pt x="114" y="699"/>
                  </a:lnTo>
                  <a:lnTo>
                    <a:pt x="65" y="708"/>
                  </a:lnTo>
                  <a:lnTo>
                    <a:pt x="47" y="704"/>
                  </a:lnTo>
                  <a:lnTo>
                    <a:pt x="43" y="703"/>
                  </a:lnTo>
                  <a:lnTo>
                    <a:pt x="29" y="701"/>
                  </a:lnTo>
                  <a:lnTo>
                    <a:pt x="13" y="696"/>
                  </a:lnTo>
                  <a:lnTo>
                    <a:pt x="0" y="655"/>
                  </a:lnTo>
                  <a:lnTo>
                    <a:pt x="4" y="621"/>
                  </a:lnTo>
                  <a:lnTo>
                    <a:pt x="8" y="616"/>
                  </a:lnTo>
                  <a:lnTo>
                    <a:pt x="187" y="332"/>
                  </a:lnTo>
                  <a:lnTo>
                    <a:pt x="201" y="309"/>
                  </a:lnTo>
                  <a:lnTo>
                    <a:pt x="306" y="148"/>
                  </a:lnTo>
                  <a:lnTo>
                    <a:pt x="330" y="132"/>
                  </a:lnTo>
                  <a:lnTo>
                    <a:pt x="335" y="130"/>
                  </a:lnTo>
                  <a:lnTo>
                    <a:pt x="343" y="124"/>
                  </a:lnTo>
                  <a:lnTo>
                    <a:pt x="402" y="69"/>
                  </a:lnTo>
                  <a:lnTo>
                    <a:pt x="432" y="41"/>
                  </a:lnTo>
                  <a:lnTo>
                    <a:pt x="448" y="24"/>
                  </a:lnTo>
                  <a:lnTo>
                    <a:pt x="452" y="22"/>
                  </a:lnTo>
                  <a:lnTo>
                    <a:pt x="460" y="13"/>
                  </a:lnTo>
                  <a:lnTo>
                    <a:pt x="464" y="6"/>
                  </a:lnTo>
                  <a:lnTo>
                    <a:pt x="470" y="0"/>
                  </a:lnTo>
                  <a:lnTo>
                    <a:pt x="477" y="1"/>
                  </a:lnTo>
                  <a:lnTo>
                    <a:pt x="482" y="3"/>
                  </a:lnTo>
                  <a:lnTo>
                    <a:pt x="486" y="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6982725" y="2172568"/>
              <a:ext cx="527" cy="613"/>
            </a:xfrm>
            <a:custGeom>
              <a:avLst/>
              <a:pathLst>
                <a:path w="527" h="613">
                  <a:moveTo>
                    <a:pt x="402" y="257"/>
                  </a:moveTo>
                  <a:lnTo>
                    <a:pt x="513" y="344"/>
                  </a:lnTo>
                  <a:lnTo>
                    <a:pt x="526" y="378"/>
                  </a:lnTo>
                  <a:lnTo>
                    <a:pt x="527" y="581"/>
                  </a:lnTo>
                  <a:lnTo>
                    <a:pt x="465" y="613"/>
                  </a:lnTo>
                  <a:lnTo>
                    <a:pt x="445" y="613"/>
                  </a:lnTo>
                  <a:lnTo>
                    <a:pt x="294" y="527"/>
                  </a:lnTo>
                  <a:lnTo>
                    <a:pt x="284" y="518"/>
                  </a:lnTo>
                  <a:lnTo>
                    <a:pt x="95" y="315"/>
                  </a:lnTo>
                  <a:lnTo>
                    <a:pt x="77" y="300"/>
                  </a:lnTo>
                  <a:lnTo>
                    <a:pt x="58" y="300"/>
                  </a:lnTo>
                  <a:lnTo>
                    <a:pt x="20" y="217"/>
                  </a:lnTo>
                  <a:lnTo>
                    <a:pt x="3" y="128"/>
                  </a:lnTo>
                  <a:lnTo>
                    <a:pt x="0" y="110"/>
                  </a:lnTo>
                  <a:lnTo>
                    <a:pt x="14" y="65"/>
                  </a:lnTo>
                  <a:lnTo>
                    <a:pt x="36" y="35"/>
                  </a:lnTo>
                  <a:lnTo>
                    <a:pt x="73" y="0"/>
                  </a:lnTo>
                  <a:lnTo>
                    <a:pt x="86" y="11"/>
                  </a:lnTo>
                  <a:lnTo>
                    <a:pt x="147" y="131"/>
                  </a:lnTo>
                  <a:lnTo>
                    <a:pt x="254" y="184"/>
                  </a:lnTo>
                  <a:lnTo>
                    <a:pt x="402" y="25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7002611" y="2174039"/>
              <a:ext cx="518" cy="931"/>
            </a:xfrm>
            <a:custGeom>
              <a:avLst/>
              <a:pathLst>
                <a:path w="518" h="931">
                  <a:moveTo>
                    <a:pt x="258" y="3"/>
                  </a:moveTo>
                  <a:lnTo>
                    <a:pt x="267" y="5"/>
                  </a:lnTo>
                  <a:lnTo>
                    <a:pt x="271" y="6"/>
                  </a:lnTo>
                  <a:lnTo>
                    <a:pt x="391" y="45"/>
                  </a:lnTo>
                  <a:lnTo>
                    <a:pt x="400" y="57"/>
                  </a:lnTo>
                  <a:lnTo>
                    <a:pt x="403" y="64"/>
                  </a:lnTo>
                  <a:lnTo>
                    <a:pt x="409" y="73"/>
                  </a:lnTo>
                  <a:lnTo>
                    <a:pt x="413" y="81"/>
                  </a:lnTo>
                  <a:lnTo>
                    <a:pt x="422" y="101"/>
                  </a:lnTo>
                  <a:lnTo>
                    <a:pt x="428" y="113"/>
                  </a:lnTo>
                  <a:lnTo>
                    <a:pt x="432" y="124"/>
                  </a:lnTo>
                  <a:lnTo>
                    <a:pt x="517" y="435"/>
                  </a:lnTo>
                  <a:lnTo>
                    <a:pt x="518" y="450"/>
                  </a:lnTo>
                  <a:lnTo>
                    <a:pt x="516" y="465"/>
                  </a:lnTo>
                  <a:lnTo>
                    <a:pt x="514" y="593"/>
                  </a:lnTo>
                  <a:lnTo>
                    <a:pt x="514" y="598"/>
                  </a:lnTo>
                  <a:lnTo>
                    <a:pt x="427" y="784"/>
                  </a:lnTo>
                  <a:lnTo>
                    <a:pt x="406" y="828"/>
                  </a:lnTo>
                  <a:lnTo>
                    <a:pt x="402" y="836"/>
                  </a:lnTo>
                  <a:lnTo>
                    <a:pt x="396" y="849"/>
                  </a:lnTo>
                  <a:lnTo>
                    <a:pt x="329" y="918"/>
                  </a:lnTo>
                  <a:lnTo>
                    <a:pt x="313" y="923"/>
                  </a:lnTo>
                  <a:lnTo>
                    <a:pt x="292" y="931"/>
                  </a:lnTo>
                  <a:lnTo>
                    <a:pt x="259" y="929"/>
                  </a:lnTo>
                  <a:lnTo>
                    <a:pt x="241" y="924"/>
                  </a:lnTo>
                  <a:lnTo>
                    <a:pt x="211" y="902"/>
                  </a:lnTo>
                  <a:lnTo>
                    <a:pt x="194" y="883"/>
                  </a:lnTo>
                  <a:lnTo>
                    <a:pt x="190" y="875"/>
                  </a:lnTo>
                  <a:lnTo>
                    <a:pt x="185" y="863"/>
                  </a:lnTo>
                  <a:lnTo>
                    <a:pt x="171" y="637"/>
                  </a:lnTo>
                  <a:lnTo>
                    <a:pt x="167" y="596"/>
                  </a:lnTo>
                  <a:lnTo>
                    <a:pt x="165" y="572"/>
                  </a:lnTo>
                  <a:lnTo>
                    <a:pt x="159" y="508"/>
                  </a:lnTo>
                  <a:lnTo>
                    <a:pt x="156" y="477"/>
                  </a:lnTo>
                  <a:lnTo>
                    <a:pt x="132" y="381"/>
                  </a:lnTo>
                  <a:lnTo>
                    <a:pt x="99" y="329"/>
                  </a:lnTo>
                  <a:lnTo>
                    <a:pt x="92" y="317"/>
                  </a:lnTo>
                  <a:lnTo>
                    <a:pt x="89" y="310"/>
                  </a:lnTo>
                  <a:lnTo>
                    <a:pt x="89" y="305"/>
                  </a:lnTo>
                  <a:lnTo>
                    <a:pt x="86" y="295"/>
                  </a:lnTo>
                  <a:lnTo>
                    <a:pt x="82" y="282"/>
                  </a:lnTo>
                  <a:lnTo>
                    <a:pt x="79" y="276"/>
                  </a:lnTo>
                  <a:lnTo>
                    <a:pt x="70" y="275"/>
                  </a:lnTo>
                  <a:lnTo>
                    <a:pt x="59" y="278"/>
                  </a:lnTo>
                  <a:lnTo>
                    <a:pt x="43" y="282"/>
                  </a:lnTo>
                  <a:lnTo>
                    <a:pt x="8" y="255"/>
                  </a:lnTo>
                  <a:lnTo>
                    <a:pt x="0" y="249"/>
                  </a:lnTo>
                  <a:lnTo>
                    <a:pt x="4" y="239"/>
                  </a:lnTo>
                  <a:lnTo>
                    <a:pt x="8" y="236"/>
                  </a:lnTo>
                  <a:lnTo>
                    <a:pt x="9" y="230"/>
                  </a:lnTo>
                  <a:lnTo>
                    <a:pt x="14" y="222"/>
                  </a:lnTo>
                  <a:lnTo>
                    <a:pt x="19" y="218"/>
                  </a:lnTo>
                  <a:lnTo>
                    <a:pt x="20" y="210"/>
                  </a:lnTo>
                  <a:lnTo>
                    <a:pt x="177" y="44"/>
                  </a:lnTo>
                  <a:lnTo>
                    <a:pt x="181" y="41"/>
                  </a:lnTo>
                  <a:lnTo>
                    <a:pt x="192" y="32"/>
                  </a:lnTo>
                  <a:lnTo>
                    <a:pt x="201" y="28"/>
                  </a:lnTo>
                  <a:lnTo>
                    <a:pt x="205" y="22"/>
                  </a:lnTo>
                  <a:lnTo>
                    <a:pt x="214" y="21"/>
                  </a:lnTo>
                  <a:lnTo>
                    <a:pt x="227" y="13"/>
                  </a:lnTo>
                  <a:lnTo>
                    <a:pt x="229" y="6"/>
                  </a:lnTo>
                  <a:lnTo>
                    <a:pt x="234" y="2"/>
                  </a:lnTo>
                  <a:lnTo>
                    <a:pt x="239" y="1"/>
                  </a:lnTo>
                  <a:lnTo>
                    <a:pt x="243" y="0"/>
                  </a:lnTo>
                  <a:lnTo>
                    <a:pt x="248" y="0"/>
                  </a:lnTo>
                  <a:lnTo>
                    <a:pt x="258" y="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7012745" y="2174541"/>
              <a:ext cx="1377" cy="1012"/>
            </a:xfrm>
            <a:custGeom>
              <a:avLst/>
              <a:pathLst>
                <a:path w="1377" h="1012">
                  <a:moveTo>
                    <a:pt x="660" y="94"/>
                  </a:moveTo>
                  <a:lnTo>
                    <a:pt x="830" y="294"/>
                  </a:lnTo>
                  <a:lnTo>
                    <a:pt x="836" y="301"/>
                  </a:lnTo>
                  <a:lnTo>
                    <a:pt x="881" y="304"/>
                  </a:lnTo>
                  <a:lnTo>
                    <a:pt x="931" y="307"/>
                  </a:lnTo>
                  <a:lnTo>
                    <a:pt x="1086" y="315"/>
                  </a:lnTo>
                  <a:lnTo>
                    <a:pt x="1096" y="309"/>
                  </a:lnTo>
                  <a:lnTo>
                    <a:pt x="1107" y="306"/>
                  </a:lnTo>
                  <a:lnTo>
                    <a:pt x="1115" y="302"/>
                  </a:lnTo>
                  <a:lnTo>
                    <a:pt x="1123" y="292"/>
                  </a:lnTo>
                  <a:lnTo>
                    <a:pt x="1129" y="283"/>
                  </a:lnTo>
                  <a:lnTo>
                    <a:pt x="1134" y="279"/>
                  </a:lnTo>
                  <a:lnTo>
                    <a:pt x="1137" y="276"/>
                  </a:lnTo>
                  <a:lnTo>
                    <a:pt x="1185" y="245"/>
                  </a:lnTo>
                  <a:lnTo>
                    <a:pt x="1206" y="232"/>
                  </a:lnTo>
                  <a:lnTo>
                    <a:pt x="1223" y="230"/>
                  </a:lnTo>
                  <a:lnTo>
                    <a:pt x="1248" y="226"/>
                  </a:lnTo>
                  <a:lnTo>
                    <a:pt x="1283" y="222"/>
                  </a:lnTo>
                  <a:lnTo>
                    <a:pt x="1296" y="220"/>
                  </a:lnTo>
                  <a:lnTo>
                    <a:pt x="1301" y="225"/>
                  </a:lnTo>
                  <a:lnTo>
                    <a:pt x="1374" y="296"/>
                  </a:lnTo>
                  <a:lnTo>
                    <a:pt x="1377" y="309"/>
                  </a:lnTo>
                  <a:lnTo>
                    <a:pt x="1377" y="325"/>
                  </a:lnTo>
                  <a:lnTo>
                    <a:pt x="1373" y="384"/>
                  </a:lnTo>
                  <a:lnTo>
                    <a:pt x="1372" y="394"/>
                  </a:lnTo>
                  <a:lnTo>
                    <a:pt x="1370" y="399"/>
                  </a:lnTo>
                  <a:lnTo>
                    <a:pt x="1365" y="418"/>
                  </a:lnTo>
                  <a:lnTo>
                    <a:pt x="1203" y="771"/>
                  </a:lnTo>
                  <a:lnTo>
                    <a:pt x="1191" y="770"/>
                  </a:lnTo>
                  <a:lnTo>
                    <a:pt x="1184" y="760"/>
                  </a:lnTo>
                  <a:lnTo>
                    <a:pt x="1182" y="752"/>
                  </a:lnTo>
                  <a:lnTo>
                    <a:pt x="1177" y="741"/>
                  </a:lnTo>
                  <a:lnTo>
                    <a:pt x="1170" y="739"/>
                  </a:lnTo>
                  <a:lnTo>
                    <a:pt x="1165" y="742"/>
                  </a:lnTo>
                  <a:lnTo>
                    <a:pt x="1157" y="746"/>
                  </a:lnTo>
                  <a:lnTo>
                    <a:pt x="1107" y="757"/>
                  </a:lnTo>
                  <a:lnTo>
                    <a:pt x="1057" y="753"/>
                  </a:lnTo>
                  <a:lnTo>
                    <a:pt x="1019" y="751"/>
                  </a:lnTo>
                  <a:lnTo>
                    <a:pt x="988" y="747"/>
                  </a:lnTo>
                  <a:lnTo>
                    <a:pt x="974" y="743"/>
                  </a:lnTo>
                  <a:lnTo>
                    <a:pt x="960" y="739"/>
                  </a:lnTo>
                  <a:lnTo>
                    <a:pt x="934" y="732"/>
                  </a:lnTo>
                  <a:lnTo>
                    <a:pt x="924" y="729"/>
                  </a:lnTo>
                  <a:lnTo>
                    <a:pt x="912" y="726"/>
                  </a:lnTo>
                  <a:lnTo>
                    <a:pt x="685" y="750"/>
                  </a:lnTo>
                  <a:lnTo>
                    <a:pt x="651" y="773"/>
                  </a:lnTo>
                  <a:lnTo>
                    <a:pt x="640" y="801"/>
                  </a:lnTo>
                  <a:lnTo>
                    <a:pt x="632" y="825"/>
                  </a:lnTo>
                  <a:lnTo>
                    <a:pt x="627" y="841"/>
                  </a:lnTo>
                  <a:lnTo>
                    <a:pt x="617" y="855"/>
                  </a:lnTo>
                  <a:lnTo>
                    <a:pt x="539" y="918"/>
                  </a:lnTo>
                  <a:lnTo>
                    <a:pt x="535" y="921"/>
                  </a:lnTo>
                  <a:lnTo>
                    <a:pt x="528" y="927"/>
                  </a:lnTo>
                  <a:lnTo>
                    <a:pt x="488" y="958"/>
                  </a:lnTo>
                  <a:lnTo>
                    <a:pt x="424" y="986"/>
                  </a:lnTo>
                  <a:lnTo>
                    <a:pt x="364" y="1012"/>
                  </a:lnTo>
                  <a:lnTo>
                    <a:pt x="330" y="1011"/>
                  </a:lnTo>
                  <a:lnTo>
                    <a:pt x="303" y="993"/>
                  </a:lnTo>
                  <a:lnTo>
                    <a:pt x="235" y="880"/>
                  </a:lnTo>
                  <a:lnTo>
                    <a:pt x="206" y="832"/>
                  </a:lnTo>
                  <a:lnTo>
                    <a:pt x="198" y="807"/>
                  </a:lnTo>
                  <a:lnTo>
                    <a:pt x="187" y="775"/>
                  </a:lnTo>
                  <a:lnTo>
                    <a:pt x="180" y="738"/>
                  </a:lnTo>
                  <a:lnTo>
                    <a:pt x="180" y="689"/>
                  </a:lnTo>
                  <a:lnTo>
                    <a:pt x="179" y="669"/>
                  </a:lnTo>
                  <a:lnTo>
                    <a:pt x="178" y="648"/>
                  </a:lnTo>
                  <a:lnTo>
                    <a:pt x="177" y="620"/>
                  </a:lnTo>
                  <a:lnTo>
                    <a:pt x="167" y="593"/>
                  </a:lnTo>
                  <a:lnTo>
                    <a:pt x="160" y="573"/>
                  </a:lnTo>
                  <a:lnTo>
                    <a:pt x="140" y="402"/>
                  </a:lnTo>
                  <a:lnTo>
                    <a:pt x="134" y="391"/>
                  </a:lnTo>
                  <a:lnTo>
                    <a:pt x="125" y="389"/>
                  </a:lnTo>
                  <a:lnTo>
                    <a:pt x="85" y="378"/>
                  </a:lnTo>
                  <a:lnTo>
                    <a:pt x="75" y="378"/>
                  </a:lnTo>
                  <a:lnTo>
                    <a:pt x="41" y="397"/>
                  </a:lnTo>
                  <a:lnTo>
                    <a:pt x="26" y="392"/>
                  </a:lnTo>
                  <a:lnTo>
                    <a:pt x="10" y="358"/>
                  </a:lnTo>
                  <a:lnTo>
                    <a:pt x="8" y="342"/>
                  </a:lnTo>
                  <a:lnTo>
                    <a:pt x="0" y="291"/>
                  </a:lnTo>
                  <a:lnTo>
                    <a:pt x="0" y="283"/>
                  </a:lnTo>
                  <a:lnTo>
                    <a:pt x="0" y="273"/>
                  </a:lnTo>
                  <a:lnTo>
                    <a:pt x="14" y="256"/>
                  </a:lnTo>
                  <a:lnTo>
                    <a:pt x="88" y="209"/>
                  </a:lnTo>
                  <a:lnTo>
                    <a:pt x="99" y="204"/>
                  </a:lnTo>
                  <a:lnTo>
                    <a:pt x="111" y="200"/>
                  </a:lnTo>
                  <a:lnTo>
                    <a:pt x="131" y="191"/>
                  </a:lnTo>
                  <a:lnTo>
                    <a:pt x="154" y="186"/>
                  </a:lnTo>
                  <a:lnTo>
                    <a:pt x="179" y="180"/>
                  </a:lnTo>
                  <a:lnTo>
                    <a:pt x="184" y="176"/>
                  </a:lnTo>
                  <a:lnTo>
                    <a:pt x="190" y="168"/>
                  </a:lnTo>
                  <a:lnTo>
                    <a:pt x="195" y="157"/>
                  </a:lnTo>
                  <a:lnTo>
                    <a:pt x="200" y="149"/>
                  </a:lnTo>
                  <a:lnTo>
                    <a:pt x="205" y="138"/>
                  </a:lnTo>
                  <a:lnTo>
                    <a:pt x="221" y="129"/>
                  </a:lnTo>
                  <a:lnTo>
                    <a:pt x="257" y="132"/>
                  </a:lnTo>
                  <a:lnTo>
                    <a:pt x="301" y="136"/>
                  </a:lnTo>
                  <a:lnTo>
                    <a:pt x="311" y="137"/>
                  </a:lnTo>
                  <a:lnTo>
                    <a:pt x="325" y="157"/>
                  </a:lnTo>
                  <a:lnTo>
                    <a:pt x="360" y="180"/>
                  </a:lnTo>
                  <a:lnTo>
                    <a:pt x="382" y="190"/>
                  </a:lnTo>
                  <a:lnTo>
                    <a:pt x="395" y="191"/>
                  </a:lnTo>
                  <a:lnTo>
                    <a:pt x="418" y="187"/>
                  </a:lnTo>
                  <a:lnTo>
                    <a:pt x="437" y="177"/>
                  </a:lnTo>
                  <a:lnTo>
                    <a:pt x="476" y="136"/>
                  </a:lnTo>
                  <a:lnTo>
                    <a:pt x="483" y="129"/>
                  </a:lnTo>
                  <a:lnTo>
                    <a:pt x="593" y="0"/>
                  </a:lnTo>
                  <a:lnTo>
                    <a:pt x="610" y="23"/>
                  </a:lnTo>
                  <a:lnTo>
                    <a:pt x="640" y="66"/>
                  </a:lnTo>
                  <a:lnTo>
                    <a:pt x="644" y="71"/>
                  </a:lnTo>
                  <a:lnTo>
                    <a:pt x="649" y="78"/>
                  </a:lnTo>
                  <a:lnTo>
                    <a:pt x="656" y="85"/>
                  </a:lnTo>
                  <a:lnTo>
                    <a:pt x="660" y="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7002705" y="2173235"/>
              <a:ext cx="316" cy="390"/>
            </a:xfrm>
            <a:custGeom>
              <a:avLst/>
              <a:pathLst>
                <a:path w="316" h="390">
                  <a:moveTo>
                    <a:pt x="245" y="168"/>
                  </a:moveTo>
                  <a:lnTo>
                    <a:pt x="239" y="184"/>
                  </a:lnTo>
                  <a:lnTo>
                    <a:pt x="235" y="183"/>
                  </a:lnTo>
                  <a:lnTo>
                    <a:pt x="196" y="246"/>
                  </a:lnTo>
                  <a:lnTo>
                    <a:pt x="121" y="341"/>
                  </a:lnTo>
                  <a:lnTo>
                    <a:pt x="94" y="365"/>
                  </a:lnTo>
                  <a:lnTo>
                    <a:pt x="89" y="370"/>
                  </a:lnTo>
                  <a:lnTo>
                    <a:pt x="91" y="378"/>
                  </a:lnTo>
                  <a:lnTo>
                    <a:pt x="83" y="390"/>
                  </a:lnTo>
                  <a:lnTo>
                    <a:pt x="71" y="378"/>
                  </a:lnTo>
                  <a:lnTo>
                    <a:pt x="40" y="292"/>
                  </a:lnTo>
                  <a:lnTo>
                    <a:pt x="0" y="178"/>
                  </a:lnTo>
                  <a:lnTo>
                    <a:pt x="43" y="47"/>
                  </a:lnTo>
                  <a:lnTo>
                    <a:pt x="113" y="13"/>
                  </a:lnTo>
                  <a:lnTo>
                    <a:pt x="121" y="10"/>
                  </a:lnTo>
                  <a:lnTo>
                    <a:pt x="152" y="0"/>
                  </a:lnTo>
                  <a:lnTo>
                    <a:pt x="161" y="1"/>
                  </a:lnTo>
                  <a:lnTo>
                    <a:pt x="196" y="6"/>
                  </a:lnTo>
                  <a:lnTo>
                    <a:pt x="307" y="32"/>
                  </a:lnTo>
                  <a:lnTo>
                    <a:pt x="316" y="45"/>
                  </a:lnTo>
                  <a:lnTo>
                    <a:pt x="313" y="53"/>
                  </a:lnTo>
                  <a:lnTo>
                    <a:pt x="265" y="133"/>
                  </a:lnTo>
                  <a:lnTo>
                    <a:pt x="247" y="164"/>
                  </a:lnTo>
                  <a:lnTo>
                    <a:pt x="245" y="16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7000385" y="2172295"/>
              <a:ext cx="992" cy="959"/>
            </a:xfrm>
            <a:custGeom>
              <a:avLst/>
              <a:pathLst>
                <a:path w="992" h="959">
                  <a:moveTo>
                    <a:pt x="682" y="667"/>
                  </a:moveTo>
                  <a:lnTo>
                    <a:pt x="661" y="668"/>
                  </a:lnTo>
                  <a:lnTo>
                    <a:pt x="656" y="667"/>
                  </a:lnTo>
                  <a:lnTo>
                    <a:pt x="647" y="665"/>
                  </a:lnTo>
                  <a:lnTo>
                    <a:pt x="635" y="664"/>
                  </a:lnTo>
                  <a:lnTo>
                    <a:pt x="619" y="675"/>
                  </a:lnTo>
                  <a:lnTo>
                    <a:pt x="615" y="680"/>
                  </a:lnTo>
                  <a:lnTo>
                    <a:pt x="610" y="693"/>
                  </a:lnTo>
                  <a:lnTo>
                    <a:pt x="581" y="775"/>
                  </a:lnTo>
                  <a:lnTo>
                    <a:pt x="578" y="783"/>
                  </a:lnTo>
                  <a:lnTo>
                    <a:pt x="573" y="793"/>
                  </a:lnTo>
                  <a:lnTo>
                    <a:pt x="565" y="797"/>
                  </a:lnTo>
                  <a:lnTo>
                    <a:pt x="561" y="794"/>
                  </a:lnTo>
                  <a:lnTo>
                    <a:pt x="549" y="791"/>
                  </a:lnTo>
                  <a:lnTo>
                    <a:pt x="536" y="793"/>
                  </a:lnTo>
                  <a:lnTo>
                    <a:pt x="519" y="792"/>
                  </a:lnTo>
                  <a:lnTo>
                    <a:pt x="513" y="789"/>
                  </a:lnTo>
                  <a:lnTo>
                    <a:pt x="492" y="768"/>
                  </a:lnTo>
                  <a:lnTo>
                    <a:pt x="480" y="758"/>
                  </a:lnTo>
                  <a:lnTo>
                    <a:pt x="453" y="742"/>
                  </a:lnTo>
                  <a:lnTo>
                    <a:pt x="448" y="736"/>
                  </a:lnTo>
                  <a:lnTo>
                    <a:pt x="445" y="731"/>
                  </a:lnTo>
                  <a:lnTo>
                    <a:pt x="291" y="887"/>
                  </a:lnTo>
                  <a:lnTo>
                    <a:pt x="286" y="890"/>
                  </a:lnTo>
                  <a:lnTo>
                    <a:pt x="192" y="932"/>
                  </a:lnTo>
                  <a:lnTo>
                    <a:pt x="155" y="949"/>
                  </a:lnTo>
                  <a:lnTo>
                    <a:pt x="142" y="955"/>
                  </a:lnTo>
                  <a:lnTo>
                    <a:pt x="136" y="957"/>
                  </a:lnTo>
                  <a:lnTo>
                    <a:pt x="131" y="959"/>
                  </a:lnTo>
                  <a:lnTo>
                    <a:pt x="121" y="955"/>
                  </a:lnTo>
                  <a:lnTo>
                    <a:pt x="93" y="941"/>
                  </a:lnTo>
                  <a:lnTo>
                    <a:pt x="86" y="937"/>
                  </a:lnTo>
                  <a:lnTo>
                    <a:pt x="72" y="921"/>
                  </a:lnTo>
                  <a:lnTo>
                    <a:pt x="69" y="917"/>
                  </a:lnTo>
                  <a:lnTo>
                    <a:pt x="64" y="912"/>
                  </a:lnTo>
                  <a:lnTo>
                    <a:pt x="52" y="899"/>
                  </a:lnTo>
                  <a:lnTo>
                    <a:pt x="27" y="870"/>
                  </a:lnTo>
                  <a:lnTo>
                    <a:pt x="19" y="860"/>
                  </a:lnTo>
                  <a:lnTo>
                    <a:pt x="0" y="835"/>
                  </a:lnTo>
                  <a:lnTo>
                    <a:pt x="21" y="664"/>
                  </a:lnTo>
                  <a:lnTo>
                    <a:pt x="27" y="627"/>
                  </a:lnTo>
                  <a:lnTo>
                    <a:pt x="32" y="625"/>
                  </a:lnTo>
                  <a:lnTo>
                    <a:pt x="94" y="610"/>
                  </a:lnTo>
                  <a:lnTo>
                    <a:pt x="156" y="595"/>
                  </a:lnTo>
                  <a:lnTo>
                    <a:pt x="230" y="587"/>
                  </a:lnTo>
                  <a:lnTo>
                    <a:pt x="243" y="631"/>
                  </a:lnTo>
                  <a:lnTo>
                    <a:pt x="257" y="681"/>
                  </a:lnTo>
                  <a:lnTo>
                    <a:pt x="274" y="698"/>
                  </a:lnTo>
                  <a:lnTo>
                    <a:pt x="279" y="704"/>
                  </a:lnTo>
                  <a:lnTo>
                    <a:pt x="316" y="709"/>
                  </a:lnTo>
                  <a:lnTo>
                    <a:pt x="321" y="710"/>
                  </a:lnTo>
                  <a:lnTo>
                    <a:pt x="367" y="678"/>
                  </a:lnTo>
                  <a:lnTo>
                    <a:pt x="384" y="654"/>
                  </a:lnTo>
                  <a:lnTo>
                    <a:pt x="452" y="559"/>
                  </a:lnTo>
                  <a:lnTo>
                    <a:pt x="455" y="555"/>
                  </a:lnTo>
                  <a:lnTo>
                    <a:pt x="518" y="421"/>
                  </a:lnTo>
                  <a:lnTo>
                    <a:pt x="526" y="405"/>
                  </a:lnTo>
                  <a:lnTo>
                    <a:pt x="563" y="326"/>
                  </a:lnTo>
                  <a:lnTo>
                    <a:pt x="565" y="291"/>
                  </a:lnTo>
                  <a:lnTo>
                    <a:pt x="534" y="147"/>
                  </a:lnTo>
                  <a:lnTo>
                    <a:pt x="502" y="74"/>
                  </a:lnTo>
                  <a:lnTo>
                    <a:pt x="494" y="60"/>
                  </a:lnTo>
                  <a:lnTo>
                    <a:pt x="487" y="48"/>
                  </a:lnTo>
                  <a:lnTo>
                    <a:pt x="493" y="40"/>
                  </a:lnTo>
                  <a:lnTo>
                    <a:pt x="514" y="5"/>
                  </a:lnTo>
                  <a:lnTo>
                    <a:pt x="523" y="0"/>
                  </a:lnTo>
                  <a:lnTo>
                    <a:pt x="566" y="6"/>
                  </a:lnTo>
                  <a:lnTo>
                    <a:pt x="707" y="82"/>
                  </a:lnTo>
                  <a:lnTo>
                    <a:pt x="711" y="85"/>
                  </a:lnTo>
                  <a:lnTo>
                    <a:pt x="743" y="116"/>
                  </a:lnTo>
                  <a:lnTo>
                    <a:pt x="752" y="123"/>
                  </a:lnTo>
                  <a:lnTo>
                    <a:pt x="764" y="137"/>
                  </a:lnTo>
                  <a:lnTo>
                    <a:pt x="983" y="405"/>
                  </a:lnTo>
                  <a:lnTo>
                    <a:pt x="992" y="416"/>
                  </a:lnTo>
                  <a:lnTo>
                    <a:pt x="991" y="421"/>
                  </a:lnTo>
                  <a:lnTo>
                    <a:pt x="988" y="430"/>
                  </a:lnTo>
                  <a:lnTo>
                    <a:pt x="867" y="551"/>
                  </a:lnTo>
                  <a:lnTo>
                    <a:pt x="798" y="620"/>
                  </a:lnTo>
                  <a:lnTo>
                    <a:pt x="791" y="626"/>
                  </a:lnTo>
                  <a:lnTo>
                    <a:pt x="755" y="647"/>
                  </a:lnTo>
                  <a:lnTo>
                    <a:pt x="702" y="657"/>
                  </a:lnTo>
                  <a:lnTo>
                    <a:pt x="682" y="6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6974595" y="2169431"/>
              <a:ext cx="1118" cy="1262"/>
            </a:xfrm>
            <a:custGeom>
              <a:avLst/>
              <a:pathLst>
                <a:path w="1118" h="1262">
                  <a:moveTo>
                    <a:pt x="1063" y="504"/>
                  </a:moveTo>
                  <a:lnTo>
                    <a:pt x="271" y="1262"/>
                  </a:lnTo>
                  <a:lnTo>
                    <a:pt x="141" y="1039"/>
                  </a:lnTo>
                  <a:lnTo>
                    <a:pt x="0" y="793"/>
                  </a:lnTo>
                  <a:lnTo>
                    <a:pt x="0" y="787"/>
                  </a:lnTo>
                  <a:lnTo>
                    <a:pt x="40" y="750"/>
                  </a:lnTo>
                  <a:lnTo>
                    <a:pt x="342" y="468"/>
                  </a:lnTo>
                  <a:lnTo>
                    <a:pt x="483" y="325"/>
                  </a:lnTo>
                  <a:lnTo>
                    <a:pt x="828" y="0"/>
                  </a:lnTo>
                  <a:lnTo>
                    <a:pt x="1073" y="374"/>
                  </a:lnTo>
                  <a:lnTo>
                    <a:pt x="1118" y="443"/>
                  </a:lnTo>
                  <a:lnTo>
                    <a:pt x="1063" y="5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7000855" y="2171792"/>
              <a:ext cx="531" cy="643"/>
            </a:xfrm>
            <a:custGeom>
              <a:avLst/>
              <a:pathLst>
                <a:path w="531" h="643">
                  <a:moveTo>
                    <a:pt x="531" y="168"/>
                  </a:moveTo>
                  <a:lnTo>
                    <a:pt x="495" y="573"/>
                  </a:lnTo>
                  <a:lnTo>
                    <a:pt x="475" y="617"/>
                  </a:lnTo>
                  <a:lnTo>
                    <a:pt x="454" y="630"/>
                  </a:lnTo>
                  <a:lnTo>
                    <a:pt x="441" y="639"/>
                  </a:lnTo>
                  <a:lnTo>
                    <a:pt x="437" y="640"/>
                  </a:lnTo>
                  <a:lnTo>
                    <a:pt x="432" y="643"/>
                  </a:lnTo>
                  <a:lnTo>
                    <a:pt x="305" y="562"/>
                  </a:lnTo>
                  <a:lnTo>
                    <a:pt x="207" y="490"/>
                  </a:lnTo>
                  <a:lnTo>
                    <a:pt x="10" y="381"/>
                  </a:lnTo>
                  <a:lnTo>
                    <a:pt x="9" y="374"/>
                  </a:lnTo>
                  <a:lnTo>
                    <a:pt x="12" y="366"/>
                  </a:lnTo>
                  <a:lnTo>
                    <a:pt x="11" y="349"/>
                  </a:lnTo>
                  <a:lnTo>
                    <a:pt x="6" y="296"/>
                  </a:lnTo>
                  <a:lnTo>
                    <a:pt x="6" y="287"/>
                  </a:lnTo>
                  <a:lnTo>
                    <a:pt x="0" y="216"/>
                  </a:lnTo>
                  <a:lnTo>
                    <a:pt x="5" y="195"/>
                  </a:lnTo>
                  <a:lnTo>
                    <a:pt x="13" y="183"/>
                  </a:lnTo>
                  <a:lnTo>
                    <a:pt x="16" y="179"/>
                  </a:lnTo>
                  <a:lnTo>
                    <a:pt x="30" y="164"/>
                  </a:lnTo>
                  <a:lnTo>
                    <a:pt x="38" y="158"/>
                  </a:lnTo>
                  <a:lnTo>
                    <a:pt x="44" y="149"/>
                  </a:lnTo>
                  <a:lnTo>
                    <a:pt x="48" y="136"/>
                  </a:lnTo>
                  <a:lnTo>
                    <a:pt x="60" y="117"/>
                  </a:lnTo>
                  <a:lnTo>
                    <a:pt x="72" y="114"/>
                  </a:lnTo>
                  <a:lnTo>
                    <a:pt x="85" y="111"/>
                  </a:lnTo>
                  <a:lnTo>
                    <a:pt x="158" y="165"/>
                  </a:lnTo>
                  <a:lnTo>
                    <a:pt x="214" y="270"/>
                  </a:lnTo>
                  <a:lnTo>
                    <a:pt x="216" y="274"/>
                  </a:lnTo>
                  <a:lnTo>
                    <a:pt x="235" y="318"/>
                  </a:lnTo>
                  <a:lnTo>
                    <a:pt x="238" y="328"/>
                  </a:lnTo>
                  <a:lnTo>
                    <a:pt x="239" y="333"/>
                  </a:lnTo>
                  <a:lnTo>
                    <a:pt x="241" y="339"/>
                  </a:lnTo>
                  <a:lnTo>
                    <a:pt x="243" y="344"/>
                  </a:lnTo>
                  <a:lnTo>
                    <a:pt x="240" y="360"/>
                  </a:lnTo>
                  <a:lnTo>
                    <a:pt x="242" y="388"/>
                  </a:lnTo>
                  <a:lnTo>
                    <a:pt x="270" y="402"/>
                  </a:lnTo>
                  <a:lnTo>
                    <a:pt x="282" y="402"/>
                  </a:lnTo>
                  <a:lnTo>
                    <a:pt x="288" y="402"/>
                  </a:lnTo>
                  <a:lnTo>
                    <a:pt x="301" y="400"/>
                  </a:lnTo>
                  <a:lnTo>
                    <a:pt x="349" y="373"/>
                  </a:lnTo>
                  <a:lnTo>
                    <a:pt x="369" y="353"/>
                  </a:lnTo>
                  <a:lnTo>
                    <a:pt x="394" y="320"/>
                  </a:lnTo>
                  <a:lnTo>
                    <a:pt x="398" y="314"/>
                  </a:lnTo>
                  <a:lnTo>
                    <a:pt x="418" y="277"/>
                  </a:lnTo>
                  <a:lnTo>
                    <a:pt x="431" y="249"/>
                  </a:lnTo>
                  <a:lnTo>
                    <a:pt x="434" y="234"/>
                  </a:lnTo>
                  <a:lnTo>
                    <a:pt x="434" y="228"/>
                  </a:lnTo>
                  <a:lnTo>
                    <a:pt x="430" y="221"/>
                  </a:lnTo>
                  <a:lnTo>
                    <a:pt x="410" y="185"/>
                  </a:lnTo>
                  <a:lnTo>
                    <a:pt x="393" y="139"/>
                  </a:lnTo>
                  <a:lnTo>
                    <a:pt x="395" y="134"/>
                  </a:lnTo>
                  <a:lnTo>
                    <a:pt x="393" y="125"/>
                  </a:lnTo>
                  <a:lnTo>
                    <a:pt x="395" y="115"/>
                  </a:lnTo>
                  <a:lnTo>
                    <a:pt x="399" y="101"/>
                  </a:lnTo>
                  <a:lnTo>
                    <a:pt x="403" y="86"/>
                  </a:lnTo>
                  <a:lnTo>
                    <a:pt x="404" y="69"/>
                  </a:lnTo>
                  <a:lnTo>
                    <a:pt x="401" y="62"/>
                  </a:lnTo>
                  <a:lnTo>
                    <a:pt x="400" y="52"/>
                  </a:lnTo>
                  <a:lnTo>
                    <a:pt x="402" y="44"/>
                  </a:lnTo>
                  <a:lnTo>
                    <a:pt x="402" y="35"/>
                  </a:lnTo>
                  <a:lnTo>
                    <a:pt x="410" y="20"/>
                  </a:lnTo>
                  <a:lnTo>
                    <a:pt x="437" y="7"/>
                  </a:lnTo>
                  <a:lnTo>
                    <a:pt x="453" y="3"/>
                  </a:lnTo>
                  <a:lnTo>
                    <a:pt x="466" y="0"/>
                  </a:lnTo>
                  <a:lnTo>
                    <a:pt x="473" y="11"/>
                  </a:lnTo>
                  <a:lnTo>
                    <a:pt x="507" y="96"/>
                  </a:lnTo>
                  <a:lnTo>
                    <a:pt x="519" y="127"/>
                  </a:lnTo>
                  <a:lnTo>
                    <a:pt x="521" y="131"/>
                  </a:lnTo>
                  <a:lnTo>
                    <a:pt x="522" y="137"/>
                  </a:lnTo>
                  <a:lnTo>
                    <a:pt x="527" y="154"/>
                  </a:lnTo>
                  <a:lnTo>
                    <a:pt x="531" y="16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7000021" y="2171021"/>
              <a:ext cx="1129" cy="1012"/>
            </a:xfrm>
            <a:custGeom>
              <a:avLst/>
              <a:pathLst>
                <a:path w="1129" h="1012">
                  <a:moveTo>
                    <a:pt x="401" y="198"/>
                  </a:moveTo>
                  <a:lnTo>
                    <a:pt x="673" y="226"/>
                  </a:lnTo>
                  <a:lnTo>
                    <a:pt x="678" y="226"/>
                  </a:lnTo>
                  <a:lnTo>
                    <a:pt x="694" y="219"/>
                  </a:lnTo>
                  <a:lnTo>
                    <a:pt x="703" y="214"/>
                  </a:lnTo>
                  <a:lnTo>
                    <a:pt x="710" y="210"/>
                  </a:lnTo>
                  <a:lnTo>
                    <a:pt x="717" y="206"/>
                  </a:lnTo>
                  <a:lnTo>
                    <a:pt x="720" y="199"/>
                  </a:lnTo>
                  <a:lnTo>
                    <a:pt x="724" y="188"/>
                  </a:lnTo>
                  <a:lnTo>
                    <a:pt x="726" y="180"/>
                  </a:lnTo>
                  <a:lnTo>
                    <a:pt x="728" y="171"/>
                  </a:lnTo>
                  <a:lnTo>
                    <a:pt x="741" y="169"/>
                  </a:lnTo>
                  <a:lnTo>
                    <a:pt x="750" y="177"/>
                  </a:lnTo>
                  <a:lnTo>
                    <a:pt x="754" y="189"/>
                  </a:lnTo>
                  <a:lnTo>
                    <a:pt x="770" y="197"/>
                  </a:lnTo>
                  <a:lnTo>
                    <a:pt x="794" y="204"/>
                  </a:lnTo>
                  <a:lnTo>
                    <a:pt x="816" y="210"/>
                  </a:lnTo>
                  <a:lnTo>
                    <a:pt x="835" y="209"/>
                  </a:lnTo>
                  <a:lnTo>
                    <a:pt x="853" y="207"/>
                  </a:lnTo>
                  <a:lnTo>
                    <a:pt x="903" y="202"/>
                  </a:lnTo>
                  <a:lnTo>
                    <a:pt x="935" y="198"/>
                  </a:lnTo>
                  <a:lnTo>
                    <a:pt x="978" y="192"/>
                  </a:lnTo>
                  <a:lnTo>
                    <a:pt x="1082" y="220"/>
                  </a:lnTo>
                  <a:lnTo>
                    <a:pt x="1129" y="235"/>
                  </a:lnTo>
                  <a:lnTo>
                    <a:pt x="1123" y="243"/>
                  </a:lnTo>
                  <a:lnTo>
                    <a:pt x="1081" y="299"/>
                  </a:lnTo>
                  <a:lnTo>
                    <a:pt x="1073" y="301"/>
                  </a:lnTo>
                  <a:lnTo>
                    <a:pt x="1063" y="306"/>
                  </a:lnTo>
                  <a:lnTo>
                    <a:pt x="979" y="339"/>
                  </a:lnTo>
                  <a:lnTo>
                    <a:pt x="970" y="343"/>
                  </a:lnTo>
                  <a:lnTo>
                    <a:pt x="966" y="344"/>
                  </a:lnTo>
                  <a:lnTo>
                    <a:pt x="959" y="347"/>
                  </a:lnTo>
                  <a:lnTo>
                    <a:pt x="749" y="393"/>
                  </a:lnTo>
                  <a:lnTo>
                    <a:pt x="745" y="396"/>
                  </a:lnTo>
                  <a:lnTo>
                    <a:pt x="735" y="416"/>
                  </a:lnTo>
                  <a:lnTo>
                    <a:pt x="732" y="424"/>
                  </a:lnTo>
                  <a:lnTo>
                    <a:pt x="727" y="437"/>
                  </a:lnTo>
                  <a:lnTo>
                    <a:pt x="722" y="442"/>
                  </a:lnTo>
                  <a:lnTo>
                    <a:pt x="717" y="443"/>
                  </a:lnTo>
                  <a:lnTo>
                    <a:pt x="703" y="444"/>
                  </a:lnTo>
                  <a:lnTo>
                    <a:pt x="690" y="447"/>
                  </a:lnTo>
                  <a:lnTo>
                    <a:pt x="665" y="454"/>
                  </a:lnTo>
                  <a:lnTo>
                    <a:pt x="656" y="457"/>
                  </a:lnTo>
                  <a:lnTo>
                    <a:pt x="650" y="464"/>
                  </a:lnTo>
                  <a:lnTo>
                    <a:pt x="644" y="464"/>
                  </a:lnTo>
                  <a:lnTo>
                    <a:pt x="636" y="461"/>
                  </a:lnTo>
                  <a:lnTo>
                    <a:pt x="632" y="457"/>
                  </a:lnTo>
                  <a:lnTo>
                    <a:pt x="627" y="443"/>
                  </a:lnTo>
                  <a:lnTo>
                    <a:pt x="627" y="429"/>
                  </a:lnTo>
                  <a:lnTo>
                    <a:pt x="625" y="420"/>
                  </a:lnTo>
                  <a:lnTo>
                    <a:pt x="617" y="406"/>
                  </a:lnTo>
                  <a:lnTo>
                    <a:pt x="611" y="401"/>
                  </a:lnTo>
                  <a:lnTo>
                    <a:pt x="604" y="392"/>
                  </a:lnTo>
                  <a:lnTo>
                    <a:pt x="481" y="287"/>
                  </a:lnTo>
                  <a:lnTo>
                    <a:pt x="461" y="282"/>
                  </a:lnTo>
                  <a:lnTo>
                    <a:pt x="455" y="283"/>
                  </a:lnTo>
                  <a:lnTo>
                    <a:pt x="449" y="285"/>
                  </a:lnTo>
                  <a:lnTo>
                    <a:pt x="441" y="290"/>
                  </a:lnTo>
                  <a:lnTo>
                    <a:pt x="435" y="295"/>
                  </a:lnTo>
                  <a:lnTo>
                    <a:pt x="432" y="299"/>
                  </a:lnTo>
                  <a:lnTo>
                    <a:pt x="423" y="308"/>
                  </a:lnTo>
                  <a:lnTo>
                    <a:pt x="419" y="308"/>
                  </a:lnTo>
                  <a:lnTo>
                    <a:pt x="409" y="304"/>
                  </a:lnTo>
                  <a:lnTo>
                    <a:pt x="397" y="301"/>
                  </a:lnTo>
                  <a:lnTo>
                    <a:pt x="360" y="299"/>
                  </a:lnTo>
                  <a:lnTo>
                    <a:pt x="354" y="306"/>
                  </a:lnTo>
                  <a:lnTo>
                    <a:pt x="286" y="381"/>
                  </a:lnTo>
                  <a:lnTo>
                    <a:pt x="279" y="456"/>
                  </a:lnTo>
                  <a:lnTo>
                    <a:pt x="282" y="494"/>
                  </a:lnTo>
                  <a:lnTo>
                    <a:pt x="283" y="505"/>
                  </a:lnTo>
                  <a:lnTo>
                    <a:pt x="485" y="720"/>
                  </a:lnTo>
                  <a:lnTo>
                    <a:pt x="572" y="792"/>
                  </a:lnTo>
                  <a:lnTo>
                    <a:pt x="578" y="797"/>
                  </a:lnTo>
                  <a:lnTo>
                    <a:pt x="584" y="802"/>
                  </a:lnTo>
                  <a:lnTo>
                    <a:pt x="613" y="827"/>
                  </a:lnTo>
                  <a:lnTo>
                    <a:pt x="682" y="820"/>
                  </a:lnTo>
                  <a:lnTo>
                    <a:pt x="691" y="821"/>
                  </a:lnTo>
                  <a:lnTo>
                    <a:pt x="694" y="823"/>
                  </a:lnTo>
                  <a:lnTo>
                    <a:pt x="705" y="825"/>
                  </a:lnTo>
                  <a:lnTo>
                    <a:pt x="709" y="822"/>
                  </a:lnTo>
                  <a:lnTo>
                    <a:pt x="714" y="810"/>
                  </a:lnTo>
                  <a:lnTo>
                    <a:pt x="730" y="819"/>
                  </a:lnTo>
                  <a:lnTo>
                    <a:pt x="736" y="822"/>
                  </a:lnTo>
                  <a:lnTo>
                    <a:pt x="742" y="844"/>
                  </a:lnTo>
                  <a:lnTo>
                    <a:pt x="744" y="854"/>
                  </a:lnTo>
                  <a:lnTo>
                    <a:pt x="746" y="862"/>
                  </a:lnTo>
                  <a:lnTo>
                    <a:pt x="750" y="878"/>
                  </a:lnTo>
                  <a:lnTo>
                    <a:pt x="748" y="885"/>
                  </a:lnTo>
                  <a:lnTo>
                    <a:pt x="710" y="1012"/>
                  </a:lnTo>
                  <a:lnTo>
                    <a:pt x="588" y="947"/>
                  </a:lnTo>
                  <a:lnTo>
                    <a:pt x="583" y="939"/>
                  </a:lnTo>
                  <a:lnTo>
                    <a:pt x="560" y="907"/>
                  </a:lnTo>
                  <a:lnTo>
                    <a:pt x="541" y="882"/>
                  </a:lnTo>
                  <a:lnTo>
                    <a:pt x="533" y="870"/>
                  </a:lnTo>
                  <a:lnTo>
                    <a:pt x="497" y="821"/>
                  </a:lnTo>
                  <a:lnTo>
                    <a:pt x="490" y="818"/>
                  </a:lnTo>
                  <a:lnTo>
                    <a:pt x="485" y="825"/>
                  </a:lnTo>
                  <a:lnTo>
                    <a:pt x="469" y="859"/>
                  </a:lnTo>
                  <a:lnTo>
                    <a:pt x="449" y="869"/>
                  </a:lnTo>
                  <a:lnTo>
                    <a:pt x="397" y="876"/>
                  </a:lnTo>
                  <a:lnTo>
                    <a:pt x="393" y="868"/>
                  </a:lnTo>
                  <a:lnTo>
                    <a:pt x="388" y="866"/>
                  </a:lnTo>
                  <a:lnTo>
                    <a:pt x="374" y="875"/>
                  </a:lnTo>
                  <a:lnTo>
                    <a:pt x="299" y="930"/>
                  </a:lnTo>
                  <a:lnTo>
                    <a:pt x="18" y="972"/>
                  </a:lnTo>
                  <a:lnTo>
                    <a:pt x="0" y="896"/>
                  </a:lnTo>
                  <a:lnTo>
                    <a:pt x="52" y="738"/>
                  </a:lnTo>
                  <a:lnTo>
                    <a:pt x="57" y="737"/>
                  </a:lnTo>
                  <a:lnTo>
                    <a:pt x="97" y="722"/>
                  </a:lnTo>
                  <a:lnTo>
                    <a:pt x="164" y="728"/>
                  </a:lnTo>
                  <a:lnTo>
                    <a:pt x="218" y="744"/>
                  </a:lnTo>
                  <a:lnTo>
                    <a:pt x="248" y="738"/>
                  </a:lnTo>
                  <a:lnTo>
                    <a:pt x="284" y="731"/>
                  </a:lnTo>
                  <a:lnTo>
                    <a:pt x="300" y="728"/>
                  </a:lnTo>
                  <a:lnTo>
                    <a:pt x="314" y="721"/>
                  </a:lnTo>
                  <a:lnTo>
                    <a:pt x="321" y="713"/>
                  </a:lnTo>
                  <a:lnTo>
                    <a:pt x="323" y="703"/>
                  </a:lnTo>
                  <a:lnTo>
                    <a:pt x="317" y="694"/>
                  </a:lnTo>
                  <a:lnTo>
                    <a:pt x="170" y="407"/>
                  </a:lnTo>
                  <a:lnTo>
                    <a:pt x="148" y="336"/>
                  </a:lnTo>
                  <a:lnTo>
                    <a:pt x="143" y="320"/>
                  </a:lnTo>
                  <a:lnTo>
                    <a:pt x="96" y="161"/>
                  </a:lnTo>
                  <a:lnTo>
                    <a:pt x="91" y="138"/>
                  </a:lnTo>
                  <a:lnTo>
                    <a:pt x="89" y="130"/>
                  </a:lnTo>
                  <a:lnTo>
                    <a:pt x="87" y="116"/>
                  </a:lnTo>
                  <a:lnTo>
                    <a:pt x="85" y="101"/>
                  </a:lnTo>
                  <a:lnTo>
                    <a:pt x="94" y="75"/>
                  </a:lnTo>
                  <a:lnTo>
                    <a:pt x="155" y="17"/>
                  </a:lnTo>
                  <a:lnTo>
                    <a:pt x="170" y="5"/>
                  </a:lnTo>
                  <a:lnTo>
                    <a:pt x="181" y="3"/>
                  </a:lnTo>
                  <a:lnTo>
                    <a:pt x="207" y="0"/>
                  </a:lnTo>
                  <a:lnTo>
                    <a:pt x="260" y="18"/>
                  </a:lnTo>
                  <a:lnTo>
                    <a:pt x="270" y="32"/>
                  </a:lnTo>
                  <a:lnTo>
                    <a:pt x="276" y="47"/>
                  </a:lnTo>
                  <a:lnTo>
                    <a:pt x="275" y="73"/>
                  </a:lnTo>
                  <a:lnTo>
                    <a:pt x="272" y="76"/>
                  </a:lnTo>
                  <a:lnTo>
                    <a:pt x="256" y="92"/>
                  </a:lnTo>
                  <a:lnTo>
                    <a:pt x="254" y="101"/>
                  </a:lnTo>
                  <a:lnTo>
                    <a:pt x="252" y="110"/>
                  </a:lnTo>
                  <a:lnTo>
                    <a:pt x="250" y="116"/>
                  </a:lnTo>
                  <a:lnTo>
                    <a:pt x="259" y="146"/>
                  </a:lnTo>
                  <a:lnTo>
                    <a:pt x="262" y="156"/>
                  </a:lnTo>
                  <a:lnTo>
                    <a:pt x="289" y="186"/>
                  </a:lnTo>
                  <a:lnTo>
                    <a:pt x="401" y="1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7005383" y="2171119"/>
              <a:ext cx="630" cy="684"/>
            </a:xfrm>
            <a:custGeom>
              <a:avLst/>
              <a:pathLst>
                <a:path w="630" h="684">
                  <a:moveTo>
                    <a:pt x="203" y="238"/>
                  </a:moveTo>
                  <a:lnTo>
                    <a:pt x="210" y="258"/>
                  </a:lnTo>
                  <a:lnTo>
                    <a:pt x="213" y="274"/>
                  </a:lnTo>
                  <a:lnTo>
                    <a:pt x="213" y="287"/>
                  </a:lnTo>
                  <a:lnTo>
                    <a:pt x="214" y="308"/>
                  </a:lnTo>
                  <a:lnTo>
                    <a:pt x="215" y="317"/>
                  </a:lnTo>
                  <a:lnTo>
                    <a:pt x="235" y="357"/>
                  </a:lnTo>
                  <a:lnTo>
                    <a:pt x="392" y="486"/>
                  </a:lnTo>
                  <a:lnTo>
                    <a:pt x="429" y="508"/>
                  </a:lnTo>
                  <a:lnTo>
                    <a:pt x="441" y="509"/>
                  </a:lnTo>
                  <a:lnTo>
                    <a:pt x="451" y="505"/>
                  </a:lnTo>
                  <a:lnTo>
                    <a:pt x="458" y="500"/>
                  </a:lnTo>
                  <a:lnTo>
                    <a:pt x="496" y="477"/>
                  </a:lnTo>
                  <a:lnTo>
                    <a:pt x="531" y="483"/>
                  </a:lnTo>
                  <a:lnTo>
                    <a:pt x="603" y="505"/>
                  </a:lnTo>
                  <a:lnTo>
                    <a:pt x="607" y="506"/>
                  </a:lnTo>
                  <a:lnTo>
                    <a:pt x="624" y="529"/>
                  </a:lnTo>
                  <a:lnTo>
                    <a:pt x="630" y="548"/>
                  </a:lnTo>
                  <a:lnTo>
                    <a:pt x="627" y="555"/>
                  </a:lnTo>
                  <a:lnTo>
                    <a:pt x="623" y="559"/>
                  </a:lnTo>
                  <a:lnTo>
                    <a:pt x="568" y="642"/>
                  </a:lnTo>
                  <a:lnTo>
                    <a:pt x="524" y="664"/>
                  </a:lnTo>
                  <a:lnTo>
                    <a:pt x="493" y="672"/>
                  </a:lnTo>
                  <a:lnTo>
                    <a:pt x="456" y="681"/>
                  </a:lnTo>
                  <a:lnTo>
                    <a:pt x="445" y="683"/>
                  </a:lnTo>
                  <a:lnTo>
                    <a:pt x="410" y="684"/>
                  </a:lnTo>
                  <a:lnTo>
                    <a:pt x="380" y="678"/>
                  </a:lnTo>
                  <a:lnTo>
                    <a:pt x="321" y="656"/>
                  </a:lnTo>
                  <a:lnTo>
                    <a:pt x="295" y="637"/>
                  </a:lnTo>
                  <a:lnTo>
                    <a:pt x="272" y="623"/>
                  </a:lnTo>
                  <a:lnTo>
                    <a:pt x="243" y="596"/>
                  </a:lnTo>
                  <a:lnTo>
                    <a:pt x="225" y="582"/>
                  </a:lnTo>
                  <a:lnTo>
                    <a:pt x="201" y="568"/>
                  </a:lnTo>
                  <a:lnTo>
                    <a:pt x="179" y="553"/>
                  </a:lnTo>
                  <a:lnTo>
                    <a:pt x="167" y="549"/>
                  </a:lnTo>
                  <a:lnTo>
                    <a:pt x="145" y="548"/>
                  </a:lnTo>
                  <a:lnTo>
                    <a:pt x="132" y="551"/>
                  </a:lnTo>
                  <a:lnTo>
                    <a:pt x="114" y="557"/>
                  </a:lnTo>
                  <a:lnTo>
                    <a:pt x="103" y="560"/>
                  </a:lnTo>
                  <a:lnTo>
                    <a:pt x="97" y="560"/>
                  </a:lnTo>
                  <a:lnTo>
                    <a:pt x="75" y="542"/>
                  </a:lnTo>
                  <a:lnTo>
                    <a:pt x="30" y="461"/>
                  </a:lnTo>
                  <a:lnTo>
                    <a:pt x="18" y="440"/>
                  </a:lnTo>
                  <a:lnTo>
                    <a:pt x="18" y="434"/>
                  </a:lnTo>
                  <a:lnTo>
                    <a:pt x="13" y="363"/>
                  </a:lnTo>
                  <a:lnTo>
                    <a:pt x="17" y="342"/>
                  </a:lnTo>
                  <a:lnTo>
                    <a:pt x="19" y="321"/>
                  </a:lnTo>
                  <a:lnTo>
                    <a:pt x="19" y="289"/>
                  </a:lnTo>
                  <a:lnTo>
                    <a:pt x="24" y="267"/>
                  </a:lnTo>
                  <a:lnTo>
                    <a:pt x="23" y="256"/>
                  </a:lnTo>
                  <a:lnTo>
                    <a:pt x="17" y="244"/>
                  </a:lnTo>
                  <a:lnTo>
                    <a:pt x="7" y="235"/>
                  </a:lnTo>
                  <a:lnTo>
                    <a:pt x="3" y="235"/>
                  </a:lnTo>
                  <a:lnTo>
                    <a:pt x="0" y="187"/>
                  </a:lnTo>
                  <a:lnTo>
                    <a:pt x="2" y="177"/>
                  </a:lnTo>
                  <a:lnTo>
                    <a:pt x="7" y="154"/>
                  </a:lnTo>
                  <a:lnTo>
                    <a:pt x="8" y="136"/>
                  </a:lnTo>
                  <a:lnTo>
                    <a:pt x="11" y="113"/>
                  </a:lnTo>
                  <a:lnTo>
                    <a:pt x="14" y="100"/>
                  </a:lnTo>
                  <a:lnTo>
                    <a:pt x="15" y="86"/>
                  </a:lnTo>
                  <a:lnTo>
                    <a:pt x="18" y="71"/>
                  </a:lnTo>
                  <a:lnTo>
                    <a:pt x="34" y="60"/>
                  </a:lnTo>
                  <a:lnTo>
                    <a:pt x="42" y="58"/>
                  </a:lnTo>
                  <a:lnTo>
                    <a:pt x="49" y="54"/>
                  </a:lnTo>
                  <a:lnTo>
                    <a:pt x="102" y="35"/>
                  </a:lnTo>
                  <a:lnTo>
                    <a:pt x="115" y="23"/>
                  </a:lnTo>
                  <a:lnTo>
                    <a:pt x="135" y="10"/>
                  </a:lnTo>
                  <a:lnTo>
                    <a:pt x="157" y="0"/>
                  </a:lnTo>
                  <a:lnTo>
                    <a:pt x="184" y="150"/>
                  </a:lnTo>
                  <a:lnTo>
                    <a:pt x="186" y="164"/>
                  </a:lnTo>
                  <a:lnTo>
                    <a:pt x="195" y="190"/>
                  </a:lnTo>
                  <a:lnTo>
                    <a:pt x="201" y="213"/>
                  </a:lnTo>
                  <a:lnTo>
                    <a:pt x="203" y="227"/>
                  </a:lnTo>
                  <a:lnTo>
                    <a:pt x="203" y="2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7021204" y="2172605"/>
              <a:ext cx="571" cy="602"/>
            </a:xfrm>
            <a:custGeom>
              <a:avLst/>
              <a:pathLst>
                <a:path w="571" h="602">
                  <a:moveTo>
                    <a:pt x="356" y="130"/>
                  </a:moveTo>
                  <a:lnTo>
                    <a:pt x="370" y="141"/>
                  </a:lnTo>
                  <a:lnTo>
                    <a:pt x="465" y="130"/>
                  </a:lnTo>
                  <a:lnTo>
                    <a:pt x="469" y="130"/>
                  </a:lnTo>
                  <a:lnTo>
                    <a:pt x="480" y="128"/>
                  </a:lnTo>
                  <a:lnTo>
                    <a:pt x="503" y="123"/>
                  </a:lnTo>
                  <a:lnTo>
                    <a:pt x="532" y="132"/>
                  </a:lnTo>
                  <a:lnTo>
                    <a:pt x="547" y="149"/>
                  </a:lnTo>
                  <a:lnTo>
                    <a:pt x="554" y="157"/>
                  </a:lnTo>
                  <a:lnTo>
                    <a:pt x="562" y="167"/>
                  </a:lnTo>
                  <a:lnTo>
                    <a:pt x="571" y="240"/>
                  </a:lnTo>
                  <a:lnTo>
                    <a:pt x="567" y="257"/>
                  </a:lnTo>
                  <a:lnTo>
                    <a:pt x="556" y="282"/>
                  </a:lnTo>
                  <a:lnTo>
                    <a:pt x="514" y="317"/>
                  </a:lnTo>
                  <a:lnTo>
                    <a:pt x="506" y="320"/>
                  </a:lnTo>
                  <a:lnTo>
                    <a:pt x="490" y="317"/>
                  </a:lnTo>
                  <a:lnTo>
                    <a:pt x="461" y="298"/>
                  </a:lnTo>
                  <a:lnTo>
                    <a:pt x="291" y="363"/>
                  </a:lnTo>
                  <a:lnTo>
                    <a:pt x="277" y="378"/>
                  </a:lnTo>
                  <a:lnTo>
                    <a:pt x="221" y="436"/>
                  </a:lnTo>
                  <a:lnTo>
                    <a:pt x="129" y="532"/>
                  </a:lnTo>
                  <a:lnTo>
                    <a:pt x="126" y="578"/>
                  </a:lnTo>
                  <a:lnTo>
                    <a:pt x="100" y="597"/>
                  </a:lnTo>
                  <a:lnTo>
                    <a:pt x="63" y="602"/>
                  </a:lnTo>
                  <a:lnTo>
                    <a:pt x="44" y="598"/>
                  </a:lnTo>
                  <a:lnTo>
                    <a:pt x="26" y="583"/>
                  </a:lnTo>
                  <a:lnTo>
                    <a:pt x="0" y="422"/>
                  </a:lnTo>
                  <a:lnTo>
                    <a:pt x="5" y="353"/>
                  </a:lnTo>
                  <a:lnTo>
                    <a:pt x="7" y="295"/>
                  </a:lnTo>
                  <a:lnTo>
                    <a:pt x="6" y="282"/>
                  </a:lnTo>
                  <a:lnTo>
                    <a:pt x="13" y="237"/>
                  </a:lnTo>
                  <a:lnTo>
                    <a:pt x="49" y="175"/>
                  </a:lnTo>
                  <a:lnTo>
                    <a:pt x="55" y="160"/>
                  </a:lnTo>
                  <a:lnTo>
                    <a:pt x="108" y="98"/>
                  </a:lnTo>
                  <a:lnTo>
                    <a:pt x="128" y="79"/>
                  </a:lnTo>
                  <a:lnTo>
                    <a:pt x="150" y="56"/>
                  </a:lnTo>
                  <a:lnTo>
                    <a:pt x="169" y="35"/>
                  </a:lnTo>
                  <a:lnTo>
                    <a:pt x="201" y="12"/>
                  </a:lnTo>
                  <a:lnTo>
                    <a:pt x="247" y="0"/>
                  </a:lnTo>
                  <a:lnTo>
                    <a:pt x="256" y="11"/>
                  </a:lnTo>
                  <a:lnTo>
                    <a:pt x="296" y="66"/>
                  </a:lnTo>
                  <a:lnTo>
                    <a:pt x="346" y="116"/>
                  </a:lnTo>
                  <a:lnTo>
                    <a:pt x="356" y="13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7013449" y="2169478"/>
              <a:ext cx="770" cy="1171"/>
            </a:xfrm>
            <a:custGeom>
              <a:avLst/>
              <a:pathLst>
                <a:path w="770" h="1171">
                  <a:moveTo>
                    <a:pt x="200" y="75"/>
                  </a:moveTo>
                  <a:lnTo>
                    <a:pt x="205" y="78"/>
                  </a:lnTo>
                  <a:lnTo>
                    <a:pt x="220" y="72"/>
                  </a:lnTo>
                  <a:lnTo>
                    <a:pt x="224" y="73"/>
                  </a:lnTo>
                  <a:lnTo>
                    <a:pt x="232" y="74"/>
                  </a:lnTo>
                  <a:lnTo>
                    <a:pt x="239" y="80"/>
                  </a:lnTo>
                  <a:lnTo>
                    <a:pt x="266" y="141"/>
                  </a:lnTo>
                  <a:lnTo>
                    <a:pt x="277" y="182"/>
                  </a:lnTo>
                  <a:lnTo>
                    <a:pt x="276" y="191"/>
                  </a:lnTo>
                  <a:lnTo>
                    <a:pt x="268" y="196"/>
                  </a:lnTo>
                  <a:lnTo>
                    <a:pt x="246" y="207"/>
                  </a:lnTo>
                  <a:lnTo>
                    <a:pt x="226" y="209"/>
                  </a:lnTo>
                  <a:lnTo>
                    <a:pt x="197" y="223"/>
                  </a:lnTo>
                  <a:lnTo>
                    <a:pt x="205" y="247"/>
                  </a:lnTo>
                  <a:lnTo>
                    <a:pt x="213" y="253"/>
                  </a:lnTo>
                  <a:lnTo>
                    <a:pt x="217" y="255"/>
                  </a:lnTo>
                  <a:lnTo>
                    <a:pt x="224" y="271"/>
                  </a:lnTo>
                  <a:lnTo>
                    <a:pt x="231" y="280"/>
                  </a:lnTo>
                  <a:lnTo>
                    <a:pt x="238" y="297"/>
                  </a:lnTo>
                  <a:lnTo>
                    <a:pt x="245" y="304"/>
                  </a:lnTo>
                  <a:lnTo>
                    <a:pt x="260" y="321"/>
                  </a:lnTo>
                  <a:lnTo>
                    <a:pt x="287" y="342"/>
                  </a:lnTo>
                  <a:lnTo>
                    <a:pt x="290" y="345"/>
                  </a:lnTo>
                  <a:lnTo>
                    <a:pt x="463" y="417"/>
                  </a:lnTo>
                  <a:lnTo>
                    <a:pt x="587" y="469"/>
                  </a:lnTo>
                  <a:lnTo>
                    <a:pt x="676" y="578"/>
                  </a:lnTo>
                  <a:lnTo>
                    <a:pt x="696" y="651"/>
                  </a:lnTo>
                  <a:lnTo>
                    <a:pt x="702" y="674"/>
                  </a:lnTo>
                  <a:lnTo>
                    <a:pt x="718" y="734"/>
                  </a:lnTo>
                  <a:lnTo>
                    <a:pt x="735" y="797"/>
                  </a:lnTo>
                  <a:lnTo>
                    <a:pt x="745" y="833"/>
                  </a:lnTo>
                  <a:lnTo>
                    <a:pt x="755" y="873"/>
                  </a:lnTo>
                  <a:lnTo>
                    <a:pt x="764" y="906"/>
                  </a:lnTo>
                  <a:lnTo>
                    <a:pt x="760" y="957"/>
                  </a:lnTo>
                  <a:lnTo>
                    <a:pt x="760" y="963"/>
                  </a:lnTo>
                  <a:lnTo>
                    <a:pt x="757" y="996"/>
                  </a:lnTo>
                  <a:lnTo>
                    <a:pt x="754" y="1034"/>
                  </a:lnTo>
                  <a:lnTo>
                    <a:pt x="749" y="1095"/>
                  </a:lnTo>
                  <a:lnTo>
                    <a:pt x="749" y="1123"/>
                  </a:lnTo>
                  <a:lnTo>
                    <a:pt x="759" y="1128"/>
                  </a:lnTo>
                  <a:lnTo>
                    <a:pt x="770" y="1134"/>
                  </a:lnTo>
                  <a:lnTo>
                    <a:pt x="767" y="1146"/>
                  </a:lnTo>
                  <a:lnTo>
                    <a:pt x="763" y="1161"/>
                  </a:lnTo>
                  <a:lnTo>
                    <a:pt x="761" y="1168"/>
                  </a:lnTo>
                  <a:lnTo>
                    <a:pt x="740" y="1171"/>
                  </a:lnTo>
                  <a:lnTo>
                    <a:pt x="742" y="1163"/>
                  </a:lnTo>
                  <a:lnTo>
                    <a:pt x="735" y="1161"/>
                  </a:lnTo>
                  <a:lnTo>
                    <a:pt x="729" y="1164"/>
                  </a:lnTo>
                  <a:lnTo>
                    <a:pt x="712" y="1153"/>
                  </a:lnTo>
                  <a:lnTo>
                    <a:pt x="654" y="1110"/>
                  </a:lnTo>
                  <a:lnTo>
                    <a:pt x="650" y="1103"/>
                  </a:lnTo>
                  <a:lnTo>
                    <a:pt x="646" y="1096"/>
                  </a:lnTo>
                  <a:lnTo>
                    <a:pt x="648" y="1088"/>
                  </a:lnTo>
                  <a:lnTo>
                    <a:pt x="654" y="1080"/>
                  </a:lnTo>
                  <a:lnTo>
                    <a:pt x="651" y="1076"/>
                  </a:lnTo>
                  <a:lnTo>
                    <a:pt x="644" y="1075"/>
                  </a:lnTo>
                  <a:lnTo>
                    <a:pt x="639" y="1072"/>
                  </a:lnTo>
                  <a:lnTo>
                    <a:pt x="636" y="1068"/>
                  </a:lnTo>
                  <a:lnTo>
                    <a:pt x="634" y="1053"/>
                  </a:lnTo>
                  <a:lnTo>
                    <a:pt x="630" y="1049"/>
                  </a:lnTo>
                  <a:lnTo>
                    <a:pt x="625" y="1049"/>
                  </a:lnTo>
                  <a:lnTo>
                    <a:pt x="613" y="1049"/>
                  </a:lnTo>
                  <a:lnTo>
                    <a:pt x="608" y="1049"/>
                  </a:lnTo>
                  <a:lnTo>
                    <a:pt x="599" y="999"/>
                  </a:lnTo>
                  <a:lnTo>
                    <a:pt x="596" y="920"/>
                  </a:lnTo>
                  <a:lnTo>
                    <a:pt x="564" y="803"/>
                  </a:lnTo>
                  <a:lnTo>
                    <a:pt x="527" y="665"/>
                  </a:lnTo>
                  <a:lnTo>
                    <a:pt x="498" y="608"/>
                  </a:lnTo>
                  <a:lnTo>
                    <a:pt x="473" y="574"/>
                  </a:lnTo>
                  <a:lnTo>
                    <a:pt x="462" y="568"/>
                  </a:lnTo>
                  <a:lnTo>
                    <a:pt x="456" y="567"/>
                  </a:lnTo>
                  <a:lnTo>
                    <a:pt x="438" y="559"/>
                  </a:lnTo>
                  <a:lnTo>
                    <a:pt x="431" y="555"/>
                  </a:lnTo>
                  <a:lnTo>
                    <a:pt x="402" y="545"/>
                  </a:lnTo>
                  <a:lnTo>
                    <a:pt x="383" y="541"/>
                  </a:lnTo>
                  <a:lnTo>
                    <a:pt x="367" y="540"/>
                  </a:lnTo>
                  <a:lnTo>
                    <a:pt x="339" y="538"/>
                  </a:lnTo>
                  <a:lnTo>
                    <a:pt x="330" y="541"/>
                  </a:lnTo>
                  <a:lnTo>
                    <a:pt x="334" y="548"/>
                  </a:lnTo>
                  <a:lnTo>
                    <a:pt x="331" y="552"/>
                  </a:lnTo>
                  <a:lnTo>
                    <a:pt x="310" y="552"/>
                  </a:lnTo>
                  <a:lnTo>
                    <a:pt x="289" y="557"/>
                  </a:lnTo>
                  <a:lnTo>
                    <a:pt x="242" y="582"/>
                  </a:lnTo>
                  <a:lnTo>
                    <a:pt x="137" y="621"/>
                  </a:lnTo>
                  <a:lnTo>
                    <a:pt x="130" y="624"/>
                  </a:lnTo>
                  <a:lnTo>
                    <a:pt x="116" y="628"/>
                  </a:lnTo>
                  <a:lnTo>
                    <a:pt x="25" y="356"/>
                  </a:lnTo>
                  <a:lnTo>
                    <a:pt x="12" y="317"/>
                  </a:lnTo>
                  <a:lnTo>
                    <a:pt x="0" y="279"/>
                  </a:lnTo>
                  <a:lnTo>
                    <a:pt x="1" y="250"/>
                  </a:lnTo>
                  <a:lnTo>
                    <a:pt x="6" y="156"/>
                  </a:lnTo>
                  <a:lnTo>
                    <a:pt x="12" y="143"/>
                  </a:lnTo>
                  <a:lnTo>
                    <a:pt x="129" y="16"/>
                  </a:lnTo>
                  <a:lnTo>
                    <a:pt x="156" y="3"/>
                  </a:lnTo>
                  <a:lnTo>
                    <a:pt x="164" y="0"/>
                  </a:lnTo>
                  <a:lnTo>
                    <a:pt x="172" y="1"/>
                  </a:lnTo>
                  <a:lnTo>
                    <a:pt x="179" y="9"/>
                  </a:lnTo>
                  <a:lnTo>
                    <a:pt x="185" y="28"/>
                  </a:lnTo>
                  <a:lnTo>
                    <a:pt x="200" y="7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7016578" y="2169435"/>
              <a:ext cx="312" cy="500"/>
            </a:xfrm>
            <a:custGeom>
              <a:avLst/>
              <a:pathLst>
                <a:path w="312" h="500">
                  <a:moveTo>
                    <a:pt x="272" y="450"/>
                  </a:moveTo>
                  <a:lnTo>
                    <a:pt x="210" y="493"/>
                  </a:lnTo>
                  <a:lnTo>
                    <a:pt x="199" y="500"/>
                  </a:lnTo>
                  <a:lnTo>
                    <a:pt x="169" y="490"/>
                  </a:lnTo>
                  <a:lnTo>
                    <a:pt x="161" y="483"/>
                  </a:lnTo>
                  <a:lnTo>
                    <a:pt x="151" y="478"/>
                  </a:lnTo>
                  <a:lnTo>
                    <a:pt x="146" y="476"/>
                  </a:lnTo>
                  <a:lnTo>
                    <a:pt x="134" y="462"/>
                  </a:lnTo>
                  <a:lnTo>
                    <a:pt x="126" y="461"/>
                  </a:lnTo>
                  <a:lnTo>
                    <a:pt x="122" y="461"/>
                  </a:lnTo>
                  <a:lnTo>
                    <a:pt x="113" y="458"/>
                  </a:lnTo>
                  <a:lnTo>
                    <a:pt x="103" y="450"/>
                  </a:lnTo>
                  <a:lnTo>
                    <a:pt x="23" y="385"/>
                  </a:lnTo>
                  <a:lnTo>
                    <a:pt x="16" y="375"/>
                  </a:lnTo>
                  <a:lnTo>
                    <a:pt x="12" y="369"/>
                  </a:lnTo>
                  <a:lnTo>
                    <a:pt x="4" y="362"/>
                  </a:lnTo>
                  <a:lnTo>
                    <a:pt x="0" y="357"/>
                  </a:lnTo>
                  <a:lnTo>
                    <a:pt x="1" y="347"/>
                  </a:lnTo>
                  <a:lnTo>
                    <a:pt x="1" y="337"/>
                  </a:lnTo>
                  <a:lnTo>
                    <a:pt x="0" y="319"/>
                  </a:lnTo>
                  <a:lnTo>
                    <a:pt x="0" y="294"/>
                  </a:lnTo>
                  <a:lnTo>
                    <a:pt x="1" y="274"/>
                  </a:lnTo>
                  <a:lnTo>
                    <a:pt x="0" y="262"/>
                  </a:lnTo>
                  <a:lnTo>
                    <a:pt x="12" y="157"/>
                  </a:lnTo>
                  <a:lnTo>
                    <a:pt x="23" y="101"/>
                  </a:lnTo>
                  <a:lnTo>
                    <a:pt x="86" y="66"/>
                  </a:lnTo>
                  <a:lnTo>
                    <a:pt x="77" y="56"/>
                  </a:lnTo>
                  <a:lnTo>
                    <a:pt x="77" y="46"/>
                  </a:lnTo>
                  <a:lnTo>
                    <a:pt x="76" y="27"/>
                  </a:lnTo>
                  <a:lnTo>
                    <a:pt x="71" y="13"/>
                  </a:lnTo>
                  <a:lnTo>
                    <a:pt x="71" y="8"/>
                  </a:lnTo>
                  <a:lnTo>
                    <a:pt x="85" y="0"/>
                  </a:lnTo>
                  <a:lnTo>
                    <a:pt x="100" y="0"/>
                  </a:lnTo>
                  <a:lnTo>
                    <a:pt x="129" y="13"/>
                  </a:lnTo>
                  <a:lnTo>
                    <a:pt x="146" y="24"/>
                  </a:lnTo>
                  <a:lnTo>
                    <a:pt x="163" y="60"/>
                  </a:lnTo>
                  <a:lnTo>
                    <a:pt x="168" y="67"/>
                  </a:lnTo>
                  <a:lnTo>
                    <a:pt x="186" y="85"/>
                  </a:lnTo>
                  <a:lnTo>
                    <a:pt x="210" y="101"/>
                  </a:lnTo>
                  <a:lnTo>
                    <a:pt x="216" y="109"/>
                  </a:lnTo>
                  <a:lnTo>
                    <a:pt x="306" y="369"/>
                  </a:lnTo>
                  <a:lnTo>
                    <a:pt x="312" y="391"/>
                  </a:lnTo>
                  <a:lnTo>
                    <a:pt x="312" y="396"/>
                  </a:lnTo>
                  <a:lnTo>
                    <a:pt x="310" y="403"/>
                  </a:lnTo>
                  <a:lnTo>
                    <a:pt x="305" y="412"/>
                  </a:lnTo>
                  <a:lnTo>
                    <a:pt x="272" y="45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6972844" y="2163476"/>
              <a:ext cx="4400" cy="6749"/>
            </a:xfrm>
            <a:custGeom>
              <a:avLst/>
              <a:pathLst>
                <a:path w="4400" h="6749">
                  <a:moveTo>
                    <a:pt x="2121" y="405"/>
                  </a:moveTo>
                  <a:lnTo>
                    <a:pt x="2236" y="592"/>
                  </a:lnTo>
                  <a:lnTo>
                    <a:pt x="2333" y="533"/>
                  </a:lnTo>
                  <a:lnTo>
                    <a:pt x="2346" y="531"/>
                  </a:lnTo>
                  <a:lnTo>
                    <a:pt x="2354" y="538"/>
                  </a:lnTo>
                  <a:lnTo>
                    <a:pt x="2468" y="745"/>
                  </a:lnTo>
                  <a:lnTo>
                    <a:pt x="2468" y="760"/>
                  </a:lnTo>
                  <a:lnTo>
                    <a:pt x="2221" y="917"/>
                  </a:lnTo>
                  <a:lnTo>
                    <a:pt x="2225" y="937"/>
                  </a:lnTo>
                  <a:lnTo>
                    <a:pt x="2394" y="1237"/>
                  </a:lnTo>
                  <a:lnTo>
                    <a:pt x="2405" y="1237"/>
                  </a:lnTo>
                  <a:lnTo>
                    <a:pt x="2457" y="1202"/>
                  </a:lnTo>
                  <a:lnTo>
                    <a:pt x="2451" y="1156"/>
                  </a:lnTo>
                  <a:lnTo>
                    <a:pt x="2460" y="1136"/>
                  </a:lnTo>
                  <a:lnTo>
                    <a:pt x="2484" y="1117"/>
                  </a:lnTo>
                  <a:lnTo>
                    <a:pt x="2597" y="1051"/>
                  </a:lnTo>
                  <a:lnTo>
                    <a:pt x="2620" y="1050"/>
                  </a:lnTo>
                  <a:lnTo>
                    <a:pt x="2649" y="1070"/>
                  </a:lnTo>
                  <a:lnTo>
                    <a:pt x="2930" y="1587"/>
                  </a:lnTo>
                  <a:lnTo>
                    <a:pt x="2995" y="1686"/>
                  </a:lnTo>
                  <a:lnTo>
                    <a:pt x="3264" y="2169"/>
                  </a:lnTo>
                  <a:lnTo>
                    <a:pt x="3441" y="2526"/>
                  </a:lnTo>
                  <a:lnTo>
                    <a:pt x="3402" y="2573"/>
                  </a:lnTo>
                  <a:lnTo>
                    <a:pt x="3378" y="2572"/>
                  </a:lnTo>
                  <a:lnTo>
                    <a:pt x="3334" y="2554"/>
                  </a:lnTo>
                  <a:lnTo>
                    <a:pt x="3312" y="2559"/>
                  </a:lnTo>
                  <a:lnTo>
                    <a:pt x="3309" y="2568"/>
                  </a:lnTo>
                  <a:lnTo>
                    <a:pt x="3329" y="2602"/>
                  </a:lnTo>
                  <a:lnTo>
                    <a:pt x="3374" y="2665"/>
                  </a:lnTo>
                  <a:lnTo>
                    <a:pt x="3392" y="2678"/>
                  </a:lnTo>
                  <a:lnTo>
                    <a:pt x="3511" y="2714"/>
                  </a:lnTo>
                  <a:lnTo>
                    <a:pt x="3532" y="2713"/>
                  </a:lnTo>
                  <a:lnTo>
                    <a:pt x="3552" y="2782"/>
                  </a:lnTo>
                  <a:lnTo>
                    <a:pt x="3543" y="2793"/>
                  </a:lnTo>
                  <a:lnTo>
                    <a:pt x="3256" y="2897"/>
                  </a:lnTo>
                  <a:lnTo>
                    <a:pt x="3262" y="2923"/>
                  </a:lnTo>
                  <a:lnTo>
                    <a:pt x="3291" y="3006"/>
                  </a:lnTo>
                  <a:lnTo>
                    <a:pt x="3305" y="3012"/>
                  </a:lnTo>
                  <a:lnTo>
                    <a:pt x="3392" y="3004"/>
                  </a:lnTo>
                  <a:lnTo>
                    <a:pt x="3590" y="2933"/>
                  </a:lnTo>
                  <a:lnTo>
                    <a:pt x="3607" y="2935"/>
                  </a:lnTo>
                  <a:lnTo>
                    <a:pt x="3650" y="2945"/>
                  </a:lnTo>
                  <a:lnTo>
                    <a:pt x="3823" y="3463"/>
                  </a:lnTo>
                  <a:lnTo>
                    <a:pt x="3992" y="4285"/>
                  </a:lnTo>
                  <a:lnTo>
                    <a:pt x="4103" y="5012"/>
                  </a:lnTo>
                  <a:lnTo>
                    <a:pt x="4169" y="5323"/>
                  </a:lnTo>
                  <a:lnTo>
                    <a:pt x="4217" y="5555"/>
                  </a:lnTo>
                  <a:lnTo>
                    <a:pt x="4336" y="6100"/>
                  </a:lnTo>
                  <a:lnTo>
                    <a:pt x="4348" y="6157"/>
                  </a:lnTo>
                  <a:lnTo>
                    <a:pt x="4385" y="6341"/>
                  </a:lnTo>
                  <a:lnTo>
                    <a:pt x="4392" y="6509"/>
                  </a:lnTo>
                  <a:lnTo>
                    <a:pt x="4400" y="6699"/>
                  </a:lnTo>
                  <a:lnTo>
                    <a:pt x="4391" y="6732"/>
                  </a:lnTo>
                  <a:lnTo>
                    <a:pt x="4362" y="6745"/>
                  </a:lnTo>
                  <a:lnTo>
                    <a:pt x="4353" y="6749"/>
                  </a:lnTo>
                  <a:lnTo>
                    <a:pt x="4313" y="6735"/>
                  </a:lnTo>
                  <a:lnTo>
                    <a:pt x="4148" y="6439"/>
                  </a:lnTo>
                  <a:lnTo>
                    <a:pt x="3922" y="6110"/>
                  </a:lnTo>
                  <a:lnTo>
                    <a:pt x="3504" y="5489"/>
                  </a:lnTo>
                  <a:lnTo>
                    <a:pt x="3383" y="5222"/>
                  </a:lnTo>
                  <a:lnTo>
                    <a:pt x="3311" y="5032"/>
                  </a:lnTo>
                  <a:lnTo>
                    <a:pt x="3055" y="4018"/>
                  </a:lnTo>
                  <a:lnTo>
                    <a:pt x="3048" y="3990"/>
                  </a:lnTo>
                  <a:lnTo>
                    <a:pt x="2987" y="3710"/>
                  </a:lnTo>
                  <a:lnTo>
                    <a:pt x="2942" y="3604"/>
                  </a:lnTo>
                  <a:lnTo>
                    <a:pt x="2834" y="3425"/>
                  </a:lnTo>
                  <a:lnTo>
                    <a:pt x="2836" y="3414"/>
                  </a:lnTo>
                  <a:lnTo>
                    <a:pt x="2872" y="3392"/>
                  </a:lnTo>
                  <a:lnTo>
                    <a:pt x="3194" y="3125"/>
                  </a:lnTo>
                  <a:lnTo>
                    <a:pt x="3197" y="3118"/>
                  </a:lnTo>
                  <a:lnTo>
                    <a:pt x="3178" y="3096"/>
                  </a:lnTo>
                  <a:lnTo>
                    <a:pt x="3174" y="3092"/>
                  </a:lnTo>
                  <a:lnTo>
                    <a:pt x="3163" y="3097"/>
                  </a:lnTo>
                  <a:lnTo>
                    <a:pt x="2835" y="3373"/>
                  </a:lnTo>
                  <a:lnTo>
                    <a:pt x="2810" y="3388"/>
                  </a:lnTo>
                  <a:lnTo>
                    <a:pt x="2311" y="2796"/>
                  </a:lnTo>
                  <a:lnTo>
                    <a:pt x="2037" y="2485"/>
                  </a:lnTo>
                  <a:lnTo>
                    <a:pt x="2019" y="2462"/>
                  </a:lnTo>
                  <a:lnTo>
                    <a:pt x="1858" y="2254"/>
                  </a:lnTo>
                  <a:lnTo>
                    <a:pt x="1686" y="2030"/>
                  </a:lnTo>
                  <a:lnTo>
                    <a:pt x="1670" y="2015"/>
                  </a:lnTo>
                  <a:lnTo>
                    <a:pt x="1650" y="1994"/>
                  </a:lnTo>
                  <a:lnTo>
                    <a:pt x="1431" y="1771"/>
                  </a:lnTo>
                  <a:lnTo>
                    <a:pt x="1032" y="1461"/>
                  </a:lnTo>
                  <a:lnTo>
                    <a:pt x="1020" y="1452"/>
                  </a:lnTo>
                  <a:lnTo>
                    <a:pt x="803" y="1308"/>
                  </a:lnTo>
                  <a:lnTo>
                    <a:pt x="784" y="1307"/>
                  </a:lnTo>
                  <a:lnTo>
                    <a:pt x="741" y="1340"/>
                  </a:lnTo>
                  <a:lnTo>
                    <a:pt x="583" y="1319"/>
                  </a:lnTo>
                  <a:lnTo>
                    <a:pt x="547" y="1305"/>
                  </a:lnTo>
                  <a:lnTo>
                    <a:pt x="274" y="1051"/>
                  </a:lnTo>
                  <a:lnTo>
                    <a:pt x="215" y="984"/>
                  </a:lnTo>
                  <a:lnTo>
                    <a:pt x="86" y="705"/>
                  </a:lnTo>
                  <a:lnTo>
                    <a:pt x="29" y="566"/>
                  </a:lnTo>
                  <a:lnTo>
                    <a:pt x="74" y="444"/>
                  </a:lnTo>
                  <a:lnTo>
                    <a:pt x="19" y="246"/>
                  </a:lnTo>
                  <a:lnTo>
                    <a:pt x="16" y="227"/>
                  </a:lnTo>
                  <a:lnTo>
                    <a:pt x="0" y="137"/>
                  </a:lnTo>
                  <a:lnTo>
                    <a:pt x="18" y="117"/>
                  </a:lnTo>
                  <a:lnTo>
                    <a:pt x="54" y="106"/>
                  </a:lnTo>
                  <a:lnTo>
                    <a:pt x="196" y="123"/>
                  </a:lnTo>
                  <a:lnTo>
                    <a:pt x="299" y="161"/>
                  </a:lnTo>
                  <a:lnTo>
                    <a:pt x="335" y="191"/>
                  </a:lnTo>
                  <a:lnTo>
                    <a:pt x="389" y="219"/>
                  </a:lnTo>
                  <a:lnTo>
                    <a:pt x="468" y="260"/>
                  </a:lnTo>
                  <a:lnTo>
                    <a:pt x="762" y="366"/>
                  </a:lnTo>
                  <a:lnTo>
                    <a:pt x="940" y="438"/>
                  </a:lnTo>
                  <a:lnTo>
                    <a:pt x="1027" y="545"/>
                  </a:lnTo>
                  <a:lnTo>
                    <a:pt x="1367" y="271"/>
                  </a:lnTo>
                  <a:lnTo>
                    <a:pt x="1722" y="0"/>
                  </a:lnTo>
                  <a:lnTo>
                    <a:pt x="1735" y="4"/>
                  </a:lnTo>
                  <a:lnTo>
                    <a:pt x="2121" y="4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7013858" y="2166131"/>
              <a:ext cx="176" cy="349"/>
            </a:xfrm>
            <a:custGeom>
              <a:avLst/>
              <a:pathLst>
                <a:path w="176" h="349">
                  <a:moveTo>
                    <a:pt x="120" y="0"/>
                  </a:moveTo>
                  <a:lnTo>
                    <a:pt x="152" y="0"/>
                  </a:lnTo>
                  <a:lnTo>
                    <a:pt x="162" y="11"/>
                  </a:lnTo>
                  <a:lnTo>
                    <a:pt x="173" y="23"/>
                  </a:lnTo>
                  <a:lnTo>
                    <a:pt x="170" y="269"/>
                  </a:lnTo>
                  <a:lnTo>
                    <a:pt x="174" y="285"/>
                  </a:lnTo>
                  <a:lnTo>
                    <a:pt x="176" y="308"/>
                  </a:lnTo>
                  <a:lnTo>
                    <a:pt x="159" y="332"/>
                  </a:lnTo>
                  <a:lnTo>
                    <a:pt x="115" y="348"/>
                  </a:lnTo>
                  <a:lnTo>
                    <a:pt x="79" y="349"/>
                  </a:lnTo>
                  <a:lnTo>
                    <a:pt x="55" y="332"/>
                  </a:lnTo>
                  <a:lnTo>
                    <a:pt x="48" y="329"/>
                  </a:lnTo>
                  <a:lnTo>
                    <a:pt x="1" y="283"/>
                  </a:lnTo>
                  <a:lnTo>
                    <a:pt x="0" y="261"/>
                  </a:lnTo>
                  <a:lnTo>
                    <a:pt x="13" y="191"/>
                  </a:lnTo>
                  <a:lnTo>
                    <a:pt x="6" y="118"/>
                  </a:lnTo>
                  <a:lnTo>
                    <a:pt x="7" y="30"/>
                  </a:lnTo>
                  <a:lnTo>
                    <a:pt x="45" y="3"/>
                  </a:lnTo>
                  <a:lnTo>
                    <a:pt x="120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7012168" y="2165784"/>
              <a:ext cx="473" cy="522"/>
            </a:xfrm>
            <a:custGeom>
              <a:avLst/>
              <a:pathLst>
                <a:path w="473" h="522">
                  <a:moveTo>
                    <a:pt x="237" y="33"/>
                  </a:moveTo>
                  <a:lnTo>
                    <a:pt x="252" y="40"/>
                  </a:lnTo>
                  <a:lnTo>
                    <a:pt x="260" y="40"/>
                  </a:lnTo>
                  <a:lnTo>
                    <a:pt x="270" y="49"/>
                  </a:lnTo>
                  <a:lnTo>
                    <a:pt x="285" y="61"/>
                  </a:lnTo>
                  <a:lnTo>
                    <a:pt x="291" y="67"/>
                  </a:lnTo>
                  <a:lnTo>
                    <a:pt x="300" y="71"/>
                  </a:lnTo>
                  <a:lnTo>
                    <a:pt x="314" y="75"/>
                  </a:lnTo>
                  <a:lnTo>
                    <a:pt x="323" y="73"/>
                  </a:lnTo>
                  <a:lnTo>
                    <a:pt x="333" y="69"/>
                  </a:lnTo>
                  <a:lnTo>
                    <a:pt x="348" y="63"/>
                  </a:lnTo>
                  <a:lnTo>
                    <a:pt x="363" y="59"/>
                  </a:lnTo>
                  <a:lnTo>
                    <a:pt x="374" y="58"/>
                  </a:lnTo>
                  <a:lnTo>
                    <a:pt x="379" y="59"/>
                  </a:lnTo>
                  <a:lnTo>
                    <a:pt x="391" y="64"/>
                  </a:lnTo>
                  <a:lnTo>
                    <a:pt x="400" y="68"/>
                  </a:lnTo>
                  <a:lnTo>
                    <a:pt x="406" y="72"/>
                  </a:lnTo>
                  <a:lnTo>
                    <a:pt x="412" y="75"/>
                  </a:lnTo>
                  <a:lnTo>
                    <a:pt x="422" y="73"/>
                  </a:lnTo>
                  <a:lnTo>
                    <a:pt x="430" y="73"/>
                  </a:lnTo>
                  <a:lnTo>
                    <a:pt x="446" y="80"/>
                  </a:lnTo>
                  <a:lnTo>
                    <a:pt x="452" y="87"/>
                  </a:lnTo>
                  <a:lnTo>
                    <a:pt x="459" y="96"/>
                  </a:lnTo>
                  <a:lnTo>
                    <a:pt x="473" y="137"/>
                  </a:lnTo>
                  <a:lnTo>
                    <a:pt x="472" y="157"/>
                  </a:lnTo>
                  <a:lnTo>
                    <a:pt x="450" y="199"/>
                  </a:lnTo>
                  <a:lnTo>
                    <a:pt x="281" y="409"/>
                  </a:lnTo>
                  <a:lnTo>
                    <a:pt x="267" y="426"/>
                  </a:lnTo>
                  <a:lnTo>
                    <a:pt x="256" y="439"/>
                  </a:lnTo>
                  <a:lnTo>
                    <a:pt x="170" y="498"/>
                  </a:lnTo>
                  <a:lnTo>
                    <a:pt x="159" y="504"/>
                  </a:lnTo>
                  <a:lnTo>
                    <a:pt x="147" y="504"/>
                  </a:lnTo>
                  <a:lnTo>
                    <a:pt x="136" y="503"/>
                  </a:lnTo>
                  <a:lnTo>
                    <a:pt x="125" y="497"/>
                  </a:lnTo>
                  <a:lnTo>
                    <a:pt x="117" y="504"/>
                  </a:lnTo>
                  <a:lnTo>
                    <a:pt x="86" y="522"/>
                  </a:lnTo>
                  <a:lnTo>
                    <a:pt x="72" y="519"/>
                  </a:lnTo>
                  <a:lnTo>
                    <a:pt x="63" y="504"/>
                  </a:lnTo>
                  <a:lnTo>
                    <a:pt x="57" y="498"/>
                  </a:lnTo>
                  <a:lnTo>
                    <a:pt x="48" y="491"/>
                  </a:lnTo>
                  <a:lnTo>
                    <a:pt x="35" y="490"/>
                  </a:lnTo>
                  <a:lnTo>
                    <a:pt x="8" y="485"/>
                  </a:lnTo>
                  <a:lnTo>
                    <a:pt x="2" y="485"/>
                  </a:lnTo>
                  <a:lnTo>
                    <a:pt x="0" y="468"/>
                  </a:lnTo>
                  <a:lnTo>
                    <a:pt x="6" y="443"/>
                  </a:lnTo>
                  <a:lnTo>
                    <a:pt x="12" y="430"/>
                  </a:lnTo>
                  <a:lnTo>
                    <a:pt x="27" y="417"/>
                  </a:lnTo>
                  <a:lnTo>
                    <a:pt x="34" y="410"/>
                  </a:lnTo>
                  <a:lnTo>
                    <a:pt x="35" y="398"/>
                  </a:lnTo>
                  <a:lnTo>
                    <a:pt x="31" y="390"/>
                  </a:lnTo>
                  <a:lnTo>
                    <a:pt x="31" y="381"/>
                  </a:lnTo>
                  <a:lnTo>
                    <a:pt x="28" y="363"/>
                  </a:lnTo>
                  <a:lnTo>
                    <a:pt x="30" y="358"/>
                  </a:lnTo>
                  <a:lnTo>
                    <a:pt x="32" y="354"/>
                  </a:lnTo>
                  <a:lnTo>
                    <a:pt x="36" y="342"/>
                  </a:lnTo>
                  <a:lnTo>
                    <a:pt x="40" y="335"/>
                  </a:lnTo>
                  <a:lnTo>
                    <a:pt x="44" y="327"/>
                  </a:lnTo>
                  <a:lnTo>
                    <a:pt x="52" y="314"/>
                  </a:lnTo>
                  <a:lnTo>
                    <a:pt x="57" y="307"/>
                  </a:lnTo>
                  <a:lnTo>
                    <a:pt x="63" y="297"/>
                  </a:lnTo>
                  <a:lnTo>
                    <a:pt x="68" y="292"/>
                  </a:lnTo>
                  <a:lnTo>
                    <a:pt x="79" y="276"/>
                  </a:lnTo>
                  <a:lnTo>
                    <a:pt x="83" y="265"/>
                  </a:lnTo>
                  <a:lnTo>
                    <a:pt x="92" y="251"/>
                  </a:lnTo>
                  <a:lnTo>
                    <a:pt x="103" y="229"/>
                  </a:lnTo>
                  <a:lnTo>
                    <a:pt x="106" y="219"/>
                  </a:lnTo>
                  <a:lnTo>
                    <a:pt x="111" y="193"/>
                  </a:lnTo>
                  <a:lnTo>
                    <a:pt x="113" y="177"/>
                  </a:lnTo>
                  <a:lnTo>
                    <a:pt x="128" y="146"/>
                  </a:lnTo>
                  <a:lnTo>
                    <a:pt x="195" y="4"/>
                  </a:lnTo>
                  <a:lnTo>
                    <a:pt x="200" y="0"/>
                  </a:lnTo>
                  <a:lnTo>
                    <a:pt x="206" y="0"/>
                  </a:lnTo>
                  <a:lnTo>
                    <a:pt x="215" y="4"/>
                  </a:lnTo>
                  <a:lnTo>
                    <a:pt x="222" y="12"/>
                  </a:lnTo>
                  <a:lnTo>
                    <a:pt x="227" y="22"/>
                  </a:lnTo>
                  <a:lnTo>
                    <a:pt x="237" y="3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7013807" y="2165669"/>
              <a:ext cx="228" cy="462"/>
            </a:xfrm>
            <a:custGeom>
              <a:avLst/>
              <a:pathLst>
                <a:path w="228" h="462">
                  <a:moveTo>
                    <a:pt x="171" y="462"/>
                  </a:moveTo>
                  <a:lnTo>
                    <a:pt x="110" y="447"/>
                  </a:lnTo>
                  <a:lnTo>
                    <a:pt x="72" y="422"/>
                  </a:lnTo>
                  <a:lnTo>
                    <a:pt x="0" y="420"/>
                  </a:lnTo>
                  <a:lnTo>
                    <a:pt x="2" y="316"/>
                  </a:lnTo>
                  <a:lnTo>
                    <a:pt x="3" y="248"/>
                  </a:lnTo>
                  <a:lnTo>
                    <a:pt x="91" y="242"/>
                  </a:lnTo>
                  <a:lnTo>
                    <a:pt x="96" y="240"/>
                  </a:lnTo>
                  <a:lnTo>
                    <a:pt x="101" y="234"/>
                  </a:lnTo>
                  <a:lnTo>
                    <a:pt x="103" y="221"/>
                  </a:lnTo>
                  <a:lnTo>
                    <a:pt x="100" y="205"/>
                  </a:lnTo>
                  <a:lnTo>
                    <a:pt x="96" y="145"/>
                  </a:lnTo>
                  <a:lnTo>
                    <a:pt x="91" y="120"/>
                  </a:lnTo>
                  <a:lnTo>
                    <a:pt x="70" y="39"/>
                  </a:lnTo>
                  <a:lnTo>
                    <a:pt x="81" y="23"/>
                  </a:lnTo>
                  <a:lnTo>
                    <a:pt x="89" y="21"/>
                  </a:lnTo>
                  <a:lnTo>
                    <a:pt x="93" y="16"/>
                  </a:lnTo>
                  <a:lnTo>
                    <a:pt x="115" y="0"/>
                  </a:lnTo>
                  <a:lnTo>
                    <a:pt x="124" y="0"/>
                  </a:lnTo>
                  <a:lnTo>
                    <a:pt x="128" y="4"/>
                  </a:lnTo>
                  <a:lnTo>
                    <a:pt x="134" y="14"/>
                  </a:lnTo>
                  <a:lnTo>
                    <a:pt x="205" y="235"/>
                  </a:lnTo>
                  <a:lnTo>
                    <a:pt x="225" y="351"/>
                  </a:lnTo>
                  <a:lnTo>
                    <a:pt x="227" y="407"/>
                  </a:lnTo>
                  <a:lnTo>
                    <a:pt x="228" y="433"/>
                  </a:lnTo>
                  <a:lnTo>
                    <a:pt x="210" y="457"/>
                  </a:lnTo>
                  <a:lnTo>
                    <a:pt x="171" y="46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7011422" y="2163969"/>
              <a:ext cx="566" cy="295"/>
            </a:xfrm>
            <a:custGeom>
              <a:avLst/>
              <a:pathLst>
                <a:path w="566" h="295">
                  <a:moveTo>
                    <a:pt x="450" y="273"/>
                  </a:moveTo>
                  <a:lnTo>
                    <a:pt x="439" y="281"/>
                  </a:lnTo>
                  <a:lnTo>
                    <a:pt x="428" y="285"/>
                  </a:lnTo>
                  <a:lnTo>
                    <a:pt x="417" y="286"/>
                  </a:lnTo>
                  <a:lnTo>
                    <a:pt x="406" y="284"/>
                  </a:lnTo>
                  <a:lnTo>
                    <a:pt x="391" y="279"/>
                  </a:lnTo>
                  <a:lnTo>
                    <a:pt x="378" y="279"/>
                  </a:lnTo>
                  <a:lnTo>
                    <a:pt x="363" y="276"/>
                  </a:lnTo>
                  <a:lnTo>
                    <a:pt x="341" y="268"/>
                  </a:lnTo>
                  <a:lnTo>
                    <a:pt x="334" y="272"/>
                  </a:lnTo>
                  <a:lnTo>
                    <a:pt x="329" y="277"/>
                  </a:lnTo>
                  <a:lnTo>
                    <a:pt x="325" y="286"/>
                  </a:lnTo>
                  <a:lnTo>
                    <a:pt x="318" y="287"/>
                  </a:lnTo>
                  <a:lnTo>
                    <a:pt x="307" y="295"/>
                  </a:lnTo>
                  <a:lnTo>
                    <a:pt x="295" y="293"/>
                  </a:lnTo>
                  <a:lnTo>
                    <a:pt x="279" y="292"/>
                  </a:lnTo>
                  <a:lnTo>
                    <a:pt x="266" y="290"/>
                  </a:lnTo>
                  <a:lnTo>
                    <a:pt x="259" y="285"/>
                  </a:lnTo>
                  <a:lnTo>
                    <a:pt x="251" y="278"/>
                  </a:lnTo>
                  <a:lnTo>
                    <a:pt x="244" y="273"/>
                  </a:lnTo>
                  <a:lnTo>
                    <a:pt x="239" y="273"/>
                  </a:lnTo>
                  <a:lnTo>
                    <a:pt x="229" y="282"/>
                  </a:lnTo>
                  <a:lnTo>
                    <a:pt x="217" y="287"/>
                  </a:lnTo>
                  <a:lnTo>
                    <a:pt x="206" y="291"/>
                  </a:lnTo>
                  <a:lnTo>
                    <a:pt x="194" y="294"/>
                  </a:lnTo>
                  <a:lnTo>
                    <a:pt x="179" y="295"/>
                  </a:lnTo>
                  <a:lnTo>
                    <a:pt x="165" y="293"/>
                  </a:lnTo>
                  <a:lnTo>
                    <a:pt x="149" y="287"/>
                  </a:lnTo>
                  <a:lnTo>
                    <a:pt x="138" y="280"/>
                  </a:lnTo>
                  <a:lnTo>
                    <a:pt x="135" y="272"/>
                  </a:lnTo>
                  <a:lnTo>
                    <a:pt x="127" y="265"/>
                  </a:lnTo>
                  <a:lnTo>
                    <a:pt x="123" y="262"/>
                  </a:lnTo>
                  <a:lnTo>
                    <a:pt x="105" y="256"/>
                  </a:lnTo>
                  <a:lnTo>
                    <a:pt x="101" y="257"/>
                  </a:lnTo>
                  <a:lnTo>
                    <a:pt x="98" y="264"/>
                  </a:lnTo>
                  <a:lnTo>
                    <a:pt x="96" y="272"/>
                  </a:lnTo>
                  <a:lnTo>
                    <a:pt x="82" y="280"/>
                  </a:lnTo>
                  <a:lnTo>
                    <a:pt x="29" y="268"/>
                  </a:lnTo>
                  <a:lnTo>
                    <a:pt x="12" y="258"/>
                  </a:lnTo>
                  <a:lnTo>
                    <a:pt x="1" y="238"/>
                  </a:lnTo>
                  <a:lnTo>
                    <a:pt x="1" y="224"/>
                  </a:lnTo>
                  <a:lnTo>
                    <a:pt x="5" y="211"/>
                  </a:lnTo>
                  <a:lnTo>
                    <a:pt x="9" y="199"/>
                  </a:lnTo>
                  <a:lnTo>
                    <a:pt x="9" y="186"/>
                  </a:lnTo>
                  <a:lnTo>
                    <a:pt x="4" y="172"/>
                  </a:lnTo>
                  <a:lnTo>
                    <a:pt x="0" y="161"/>
                  </a:lnTo>
                  <a:lnTo>
                    <a:pt x="0" y="153"/>
                  </a:lnTo>
                  <a:lnTo>
                    <a:pt x="5" y="147"/>
                  </a:lnTo>
                  <a:lnTo>
                    <a:pt x="161" y="60"/>
                  </a:lnTo>
                  <a:lnTo>
                    <a:pt x="169" y="56"/>
                  </a:lnTo>
                  <a:lnTo>
                    <a:pt x="436" y="2"/>
                  </a:lnTo>
                  <a:lnTo>
                    <a:pt x="460" y="0"/>
                  </a:lnTo>
                  <a:lnTo>
                    <a:pt x="476" y="4"/>
                  </a:lnTo>
                  <a:lnTo>
                    <a:pt x="487" y="24"/>
                  </a:lnTo>
                  <a:lnTo>
                    <a:pt x="492" y="39"/>
                  </a:lnTo>
                  <a:lnTo>
                    <a:pt x="503" y="44"/>
                  </a:lnTo>
                  <a:lnTo>
                    <a:pt x="515" y="47"/>
                  </a:lnTo>
                  <a:lnTo>
                    <a:pt x="529" y="56"/>
                  </a:lnTo>
                  <a:lnTo>
                    <a:pt x="540" y="67"/>
                  </a:lnTo>
                  <a:lnTo>
                    <a:pt x="553" y="75"/>
                  </a:lnTo>
                  <a:lnTo>
                    <a:pt x="562" y="82"/>
                  </a:lnTo>
                  <a:lnTo>
                    <a:pt x="566" y="94"/>
                  </a:lnTo>
                  <a:lnTo>
                    <a:pt x="566" y="109"/>
                  </a:lnTo>
                  <a:lnTo>
                    <a:pt x="562" y="119"/>
                  </a:lnTo>
                  <a:lnTo>
                    <a:pt x="450" y="2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7049425" y="2166752"/>
              <a:ext cx="185" cy="118"/>
            </a:xfrm>
            <a:custGeom>
              <a:avLst/>
              <a:pathLst>
                <a:path w="185" h="118">
                  <a:moveTo>
                    <a:pt x="160" y="17"/>
                  </a:moveTo>
                  <a:lnTo>
                    <a:pt x="170" y="32"/>
                  </a:lnTo>
                  <a:lnTo>
                    <a:pt x="179" y="45"/>
                  </a:lnTo>
                  <a:lnTo>
                    <a:pt x="184" y="53"/>
                  </a:lnTo>
                  <a:lnTo>
                    <a:pt x="185" y="59"/>
                  </a:lnTo>
                  <a:lnTo>
                    <a:pt x="170" y="72"/>
                  </a:lnTo>
                  <a:lnTo>
                    <a:pt x="157" y="82"/>
                  </a:lnTo>
                  <a:lnTo>
                    <a:pt x="148" y="94"/>
                  </a:lnTo>
                  <a:lnTo>
                    <a:pt x="139" y="103"/>
                  </a:lnTo>
                  <a:lnTo>
                    <a:pt x="114" y="113"/>
                  </a:lnTo>
                  <a:lnTo>
                    <a:pt x="98" y="116"/>
                  </a:lnTo>
                  <a:lnTo>
                    <a:pt x="80" y="118"/>
                  </a:lnTo>
                  <a:lnTo>
                    <a:pt x="69" y="116"/>
                  </a:lnTo>
                  <a:lnTo>
                    <a:pt x="57" y="117"/>
                  </a:lnTo>
                  <a:lnTo>
                    <a:pt x="41" y="117"/>
                  </a:lnTo>
                  <a:lnTo>
                    <a:pt x="37" y="116"/>
                  </a:lnTo>
                  <a:lnTo>
                    <a:pt x="27" y="110"/>
                  </a:lnTo>
                  <a:lnTo>
                    <a:pt x="22" y="105"/>
                  </a:lnTo>
                  <a:lnTo>
                    <a:pt x="19" y="96"/>
                  </a:lnTo>
                  <a:lnTo>
                    <a:pt x="8" y="88"/>
                  </a:lnTo>
                  <a:lnTo>
                    <a:pt x="4" y="84"/>
                  </a:lnTo>
                  <a:lnTo>
                    <a:pt x="0" y="73"/>
                  </a:lnTo>
                  <a:lnTo>
                    <a:pt x="0" y="67"/>
                  </a:lnTo>
                  <a:lnTo>
                    <a:pt x="5" y="62"/>
                  </a:lnTo>
                  <a:lnTo>
                    <a:pt x="19" y="55"/>
                  </a:lnTo>
                  <a:lnTo>
                    <a:pt x="27" y="52"/>
                  </a:lnTo>
                  <a:lnTo>
                    <a:pt x="33" y="51"/>
                  </a:lnTo>
                  <a:lnTo>
                    <a:pt x="40" y="49"/>
                  </a:lnTo>
                  <a:lnTo>
                    <a:pt x="49" y="45"/>
                  </a:lnTo>
                  <a:lnTo>
                    <a:pt x="55" y="41"/>
                  </a:lnTo>
                  <a:lnTo>
                    <a:pt x="50" y="33"/>
                  </a:lnTo>
                  <a:lnTo>
                    <a:pt x="44" y="29"/>
                  </a:lnTo>
                  <a:lnTo>
                    <a:pt x="42" y="22"/>
                  </a:lnTo>
                  <a:lnTo>
                    <a:pt x="45" y="18"/>
                  </a:lnTo>
                  <a:lnTo>
                    <a:pt x="47" y="13"/>
                  </a:lnTo>
                  <a:lnTo>
                    <a:pt x="55" y="5"/>
                  </a:lnTo>
                  <a:lnTo>
                    <a:pt x="65" y="3"/>
                  </a:lnTo>
                  <a:lnTo>
                    <a:pt x="70" y="2"/>
                  </a:lnTo>
                  <a:lnTo>
                    <a:pt x="75" y="8"/>
                  </a:lnTo>
                  <a:lnTo>
                    <a:pt x="82" y="10"/>
                  </a:lnTo>
                  <a:lnTo>
                    <a:pt x="87" y="8"/>
                  </a:lnTo>
                  <a:lnTo>
                    <a:pt x="93" y="2"/>
                  </a:lnTo>
                  <a:lnTo>
                    <a:pt x="101" y="3"/>
                  </a:lnTo>
                  <a:lnTo>
                    <a:pt x="106" y="3"/>
                  </a:lnTo>
                  <a:lnTo>
                    <a:pt x="109" y="0"/>
                  </a:lnTo>
                  <a:lnTo>
                    <a:pt x="113" y="0"/>
                  </a:lnTo>
                  <a:lnTo>
                    <a:pt x="122" y="0"/>
                  </a:lnTo>
                  <a:lnTo>
                    <a:pt x="137" y="1"/>
                  </a:lnTo>
                  <a:lnTo>
                    <a:pt x="150" y="6"/>
                  </a:lnTo>
                  <a:lnTo>
                    <a:pt x="155" y="10"/>
                  </a:lnTo>
                  <a:lnTo>
                    <a:pt x="160" y="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7024775" y="2163139"/>
              <a:ext cx="850" cy="1048"/>
            </a:xfrm>
            <a:custGeom>
              <a:avLst/>
              <a:pathLst>
                <a:path w="850" h="1048">
                  <a:moveTo>
                    <a:pt x="721" y="161"/>
                  </a:moveTo>
                  <a:lnTo>
                    <a:pt x="733" y="164"/>
                  </a:lnTo>
                  <a:lnTo>
                    <a:pt x="752" y="137"/>
                  </a:lnTo>
                  <a:lnTo>
                    <a:pt x="792" y="168"/>
                  </a:lnTo>
                  <a:lnTo>
                    <a:pt x="808" y="189"/>
                  </a:lnTo>
                  <a:lnTo>
                    <a:pt x="816" y="207"/>
                  </a:lnTo>
                  <a:lnTo>
                    <a:pt x="850" y="285"/>
                  </a:lnTo>
                  <a:lnTo>
                    <a:pt x="847" y="312"/>
                  </a:lnTo>
                  <a:lnTo>
                    <a:pt x="844" y="331"/>
                  </a:lnTo>
                  <a:lnTo>
                    <a:pt x="687" y="1048"/>
                  </a:lnTo>
                  <a:lnTo>
                    <a:pt x="661" y="1034"/>
                  </a:lnTo>
                  <a:lnTo>
                    <a:pt x="458" y="922"/>
                  </a:lnTo>
                  <a:lnTo>
                    <a:pt x="56" y="633"/>
                  </a:lnTo>
                  <a:lnTo>
                    <a:pt x="45" y="622"/>
                  </a:lnTo>
                  <a:lnTo>
                    <a:pt x="40" y="615"/>
                  </a:lnTo>
                  <a:lnTo>
                    <a:pt x="0" y="434"/>
                  </a:lnTo>
                  <a:lnTo>
                    <a:pt x="0" y="425"/>
                  </a:lnTo>
                  <a:lnTo>
                    <a:pt x="1" y="356"/>
                  </a:lnTo>
                  <a:lnTo>
                    <a:pt x="3" y="327"/>
                  </a:lnTo>
                  <a:lnTo>
                    <a:pt x="160" y="99"/>
                  </a:lnTo>
                  <a:lnTo>
                    <a:pt x="171" y="86"/>
                  </a:lnTo>
                  <a:lnTo>
                    <a:pt x="189" y="69"/>
                  </a:lnTo>
                  <a:lnTo>
                    <a:pt x="193" y="65"/>
                  </a:lnTo>
                  <a:lnTo>
                    <a:pt x="208" y="52"/>
                  </a:lnTo>
                  <a:lnTo>
                    <a:pt x="333" y="0"/>
                  </a:lnTo>
                  <a:lnTo>
                    <a:pt x="468" y="8"/>
                  </a:lnTo>
                  <a:lnTo>
                    <a:pt x="465" y="38"/>
                  </a:lnTo>
                  <a:lnTo>
                    <a:pt x="463" y="68"/>
                  </a:lnTo>
                  <a:lnTo>
                    <a:pt x="701" y="154"/>
                  </a:lnTo>
                  <a:lnTo>
                    <a:pt x="716" y="159"/>
                  </a:lnTo>
                  <a:lnTo>
                    <a:pt x="721" y="16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7034561" y="2162712"/>
              <a:ext cx="397" cy="302"/>
            </a:xfrm>
            <a:custGeom>
              <a:avLst/>
              <a:pathLst>
                <a:path w="397" h="302">
                  <a:moveTo>
                    <a:pt x="374" y="89"/>
                  </a:moveTo>
                  <a:lnTo>
                    <a:pt x="397" y="239"/>
                  </a:lnTo>
                  <a:lnTo>
                    <a:pt x="393" y="266"/>
                  </a:lnTo>
                  <a:lnTo>
                    <a:pt x="380" y="278"/>
                  </a:lnTo>
                  <a:lnTo>
                    <a:pt x="361" y="293"/>
                  </a:lnTo>
                  <a:lnTo>
                    <a:pt x="356" y="299"/>
                  </a:lnTo>
                  <a:lnTo>
                    <a:pt x="349" y="300"/>
                  </a:lnTo>
                  <a:lnTo>
                    <a:pt x="340" y="295"/>
                  </a:lnTo>
                  <a:lnTo>
                    <a:pt x="333" y="283"/>
                  </a:lnTo>
                  <a:lnTo>
                    <a:pt x="331" y="274"/>
                  </a:lnTo>
                  <a:lnTo>
                    <a:pt x="323" y="261"/>
                  </a:lnTo>
                  <a:lnTo>
                    <a:pt x="314" y="255"/>
                  </a:lnTo>
                  <a:lnTo>
                    <a:pt x="305" y="254"/>
                  </a:lnTo>
                  <a:lnTo>
                    <a:pt x="298" y="251"/>
                  </a:lnTo>
                  <a:lnTo>
                    <a:pt x="296" y="241"/>
                  </a:lnTo>
                  <a:lnTo>
                    <a:pt x="280" y="224"/>
                  </a:lnTo>
                  <a:lnTo>
                    <a:pt x="271" y="218"/>
                  </a:lnTo>
                  <a:lnTo>
                    <a:pt x="265" y="218"/>
                  </a:lnTo>
                  <a:lnTo>
                    <a:pt x="254" y="228"/>
                  </a:lnTo>
                  <a:lnTo>
                    <a:pt x="250" y="238"/>
                  </a:lnTo>
                  <a:lnTo>
                    <a:pt x="248" y="257"/>
                  </a:lnTo>
                  <a:lnTo>
                    <a:pt x="239" y="268"/>
                  </a:lnTo>
                  <a:lnTo>
                    <a:pt x="228" y="275"/>
                  </a:lnTo>
                  <a:lnTo>
                    <a:pt x="222" y="278"/>
                  </a:lnTo>
                  <a:lnTo>
                    <a:pt x="213" y="285"/>
                  </a:lnTo>
                  <a:lnTo>
                    <a:pt x="191" y="302"/>
                  </a:lnTo>
                  <a:lnTo>
                    <a:pt x="159" y="287"/>
                  </a:lnTo>
                  <a:lnTo>
                    <a:pt x="12" y="221"/>
                  </a:lnTo>
                  <a:lnTo>
                    <a:pt x="0" y="210"/>
                  </a:lnTo>
                  <a:lnTo>
                    <a:pt x="0" y="201"/>
                  </a:lnTo>
                  <a:lnTo>
                    <a:pt x="3" y="138"/>
                  </a:lnTo>
                  <a:lnTo>
                    <a:pt x="5" y="126"/>
                  </a:lnTo>
                  <a:lnTo>
                    <a:pt x="123" y="34"/>
                  </a:lnTo>
                  <a:lnTo>
                    <a:pt x="151" y="18"/>
                  </a:lnTo>
                  <a:lnTo>
                    <a:pt x="160" y="18"/>
                  </a:lnTo>
                  <a:lnTo>
                    <a:pt x="164" y="16"/>
                  </a:lnTo>
                  <a:lnTo>
                    <a:pt x="176" y="3"/>
                  </a:lnTo>
                  <a:lnTo>
                    <a:pt x="189" y="0"/>
                  </a:lnTo>
                  <a:lnTo>
                    <a:pt x="202" y="0"/>
                  </a:lnTo>
                  <a:lnTo>
                    <a:pt x="214" y="1"/>
                  </a:lnTo>
                  <a:lnTo>
                    <a:pt x="219" y="0"/>
                  </a:lnTo>
                  <a:lnTo>
                    <a:pt x="309" y="4"/>
                  </a:lnTo>
                  <a:lnTo>
                    <a:pt x="334" y="12"/>
                  </a:lnTo>
                  <a:lnTo>
                    <a:pt x="344" y="15"/>
                  </a:lnTo>
                  <a:lnTo>
                    <a:pt x="358" y="35"/>
                  </a:lnTo>
                  <a:lnTo>
                    <a:pt x="374" y="8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7031533" y="2160836"/>
              <a:ext cx="379" cy="649"/>
            </a:xfrm>
            <a:custGeom>
              <a:avLst/>
              <a:pathLst>
                <a:path w="379" h="649">
                  <a:moveTo>
                    <a:pt x="188" y="460"/>
                  </a:moveTo>
                  <a:lnTo>
                    <a:pt x="148" y="490"/>
                  </a:lnTo>
                  <a:lnTo>
                    <a:pt x="143" y="492"/>
                  </a:lnTo>
                  <a:lnTo>
                    <a:pt x="126" y="488"/>
                  </a:lnTo>
                  <a:lnTo>
                    <a:pt x="117" y="486"/>
                  </a:lnTo>
                  <a:lnTo>
                    <a:pt x="111" y="489"/>
                  </a:lnTo>
                  <a:lnTo>
                    <a:pt x="105" y="495"/>
                  </a:lnTo>
                  <a:lnTo>
                    <a:pt x="102" y="506"/>
                  </a:lnTo>
                  <a:lnTo>
                    <a:pt x="94" y="516"/>
                  </a:lnTo>
                  <a:lnTo>
                    <a:pt x="79" y="528"/>
                  </a:lnTo>
                  <a:lnTo>
                    <a:pt x="70" y="548"/>
                  </a:lnTo>
                  <a:lnTo>
                    <a:pt x="99" y="586"/>
                  </a:lnTo>
                  <a:lnTo>
                    <a:pt x="87" y="605"/>
                  </a:lnTo>
                  <a:lnTo>
                    <a:pt x="58" y="649"/>
                  </a:lnTo>
                  <a:lnTo>
                    <a:pt x="40" y="649"/>
                  </a:lnTo>
                  <a:lnTo>
                    <a:pt x="13" y="648"/>
                  </a:lnTo>
                  <a:lnTo>
                    <a:pt x="6" y="638"/>
                  </a:lnTo>
                  <a:lnTo>
                    <a:pt x="0" y="593"/>
                  </a:lnTo>
                  <a:lnTo>
                    <a:pt x="18" y="575"/>
                  </a:lnTo>
                  <a:lnTo>
                    <a:pt x="28" y="554"/>
                  </a:lnTo>
                  <a:lnTo>
                    <a:pt x="37" y="535"/>
                  </a:lnTo>
                  <a:lnTo>
                    <a:pt x="46" y="514"/>
                  </a:lnTo>
                  <a:lnTo>
                    <a:pt x="49" y="509"/>
                  </a:lnTo>
                  <a:lnTo>
                    <a:pt x="58" y="493"/>
                  </a:lnTo>
                  <a:lnTo>
                    <a:pt x="60" y="483"/>
                  </a:lnTo>
                  <a:lnTo>
                    <a:pt x="62" y="297"/>
                  </a:lnTo>
                  <a:lnTo>
                    <a:pt x="59" y="254"/>
                  </a:lnTo>
                  <a:lnTo>
                    <a:pt x="42" y="191"/>
                  </a:lnTo>
                  <a:lnTo>
                    <a:pt x="14" y="137"/>
                  </a:lnTo>
                  <a:lnTo>
                    <a:pt x="14" y="124"/>
                  </a:lnTo>
                  <a:lnTo>
                    <a:pt x="25" y="102"/>
                  </a:lnTo>
                  <a:lnTo>
                    <a:pt x="27" y="88"/>
                  </a:lnTo>
                  <a:lnTo>
                    <a:pt x="31" y="76"/>
                  </a:lnTo>
                  <a:lnTo>
                    <a:pt x="120" y="25"/>
                  </a:lnTo>
                  <a:lnTo>
                    <a:pt x="221" y="0"/>
                  </a:lnTo>
                  <a:lnTo>
                    <a:pt x="272" y="9"/>
                  </a:lnTo>
                  <a:lnTo>
                    <a:pt x="302" y="16"/>
                  </a:lnTo>
                  <a:lnTo>
                    <a:pt x="329" y="32"/>
                  </a:lnTo>
                  <a:lnTo>
                    <a:pt x="344" y="43"/>
                  </a:lnTo>
                  <a:lnTo>
                    <a:pt x="359" y="72"/>
                  </a:lnTo>
                  <a:lnTo>
                    <a:pt x="377" y="153"/>
                  </a:lnTo>
                  <a:lnTo>
                    <a:pt x="379" y="163"/>
                  </a:lnTo>
                  <a:lnTo>
                    <a:pt x="370" y="173"/>
                  </a:lnTo>
                  <a:lnTo>
                    <a:pt x="325" y="197"/>
                  </a:lnTo>
                  <a:lnTo>
                    <a:pt x="254" y="226"/>
                  </a:lnTo>
                  <a:lnTo>
                    <a:pt x="245" y="232"/>
                  </a:lnTo>
                  <a:lnTo>
                    <a:pt x="226" y="240"/>
                  </a:lnTo>
                  <a:lnTo>
                    <a:pt x="196" y="250"/>
                  </a:lnTo>
                  <a:lnTo>
                    <a:pt x="181" y="256"/>
                  </a:lnTo>
                  <a:lnTo>
                    <a:pt x="182" y="306"/>
                  </a:lnTo>
                  <a:lnTo>
                    <a:pt x="184" y="319"/>
                  </a:lnTo>
                  <a:lnTo>
                    <a:pt x="175" y="393"/>
                  </a:lnTo>
                  <a:lnTo>
                    <a:pt x="174" y="405"/>
                  </a:lnTo>
                  <a:lnTo>
                    <a:pt x="176" y="415"/>
                  </a:lnTo>
                  <a:lnTo>
                    <a:pt x="187" y="420"/>
                  </a:lnTo>
                  <a:lnTo>
                    <a:pt x="195" y="428"/>
                  </a:lnTo>
                  <a:lnTo>
                    <a:pt x="199" y="438"/>
                  </a:lnTo>
                  <a:lnTo>
                    <a:pt x="201" y="448"/>
                  </a:lnTo>
                  <a:lnTo>
                    <a:pt x="188" y="46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7282374" y="2197329"/>
              <a:ext cx="427" cy="453"/>
            </a:xfrm>
            <a:custGeom>
              <a:avLst/>
              <a:pathLst>
                <a:path w="427" h="453">
                  <a:moveTo>
                    <a:pt x="190" y="453"/>
                  </a:moveTo>
                  <a:lnTo>
                    <a:pt x="170" y="451"/>
                  </a:lnTo>
                  <a:lnTo>
                    <a:pt x="159" y="445"/>
                  </a:lnTo>
                  <a:lnTo>
                    <a:pt x="154" y="439"/>
                  </a:lnTo>
                  <a:lnTo>
                    <a:pt x="146" y="427"/>
                  </a:lnTo>
                  <a:lnTo>
                    <a:pt x="133" y="412"/>
                  </a:lnTo>
                  <a:lnTo>
                    <a:pt x="125" y="398"/>
                  </a:lnTo>
                  <a:lnTo>
                    <a:pt x="122" y="387"/>
                  </a:lnTo>
                  <a:lnTo>
                    <a:pt x="113" y="283"/>
                  </a:lnTo>
                  <a:lnTo>
                    <a:pt x="110" y="273"/>
                  </a:lnTo>
                  <a:lnTo>
                    <a:pt x="103" y="252"/>
                  </a:lnTo>
                  <a:lnTo>
                    <a:pt x="94" y="235"/>
                  </a:lnTo>
                  <a:lnTo>
                    <a:pt x="86" y="228"/>
                  </a:lnTo>
                  <a:lnTo>
                    <a:pt x="74" y="220"/>
                  </a:lnTo>
                  <a:lnTo>
                    <a:pt x="64" y="215"/>
                  </a:lnTo>
                  <a:lnTo>
                    <a:pt x="57" y="210"/>
                  </a:lnTo>
                  <a:lnTo>
                    <a:pt x="51" y="201"/>
                  </a:lnTo>
                  <a:lnTo>
                    <a:pt x="49" y="197"/>
                  </a:lnTo>
                  <a:lnTo>
                    <a:pt x="40" y="179"/>
                  </a:lnTo>
                  <a:lnTo>
                    <a:pt x="21" y="154"/>
                  </a:lnTo>
                  <a:lnTo>
                    <a:pt x="10" y="140"/>
                  </a:lnTo>
                  <a:lnTo>
                    <a:pt x="5" y="133"/>
                  </a:lnTo>
                  <a:lnTo>
                    <a:pt x="0" y="124"/>
                  </a:lnTo>
                  <a:lnTo>
                    <a:pt x="1" y="115"/>
                  </a:lnTo>
                  <a:lnTo>
                    <a:pt x="3" y="111"/>
                  </a:lnTo>
                  <a:lnTo>
                    <a:pt x="10" y="102"/>
                  </a:lnTo>
                  <a:lnTo>
                    <a:pt x="13" y="98"/>
                  </a:lnTo>
                  <a:lnTo>
                    <a:pt x="18" y="92"/>
                  </a:lnTo>
                  <a:lnTo>
                    <a:pt x="32" y="87"/>
                  </a:lnTo>
                  <a:lnTo>
                    <a:pt x="41" y="84"/>
                  </a:lnTo>
                  <a:lnTo>
                    <a:pt x="56" y="80"/>
                  </a:lnTo>
                  <a:lnTo>
                    <a:pt x="86" y="82"/>
                  </a:lnTo>
                  <a:lnTo>
                    <a:pt x="92" y="82"/>
                  </a:lnTo>
                  <a:lnTo>
                    <a:pt x="100" y="82"/>
                  </a:lnTo>
                  <a:lnTo>
                    <a:pt x="304" y="6"/>
                  </a:lnTo>
                  <a:lnTo>
                    <a:pt x="332" y="2"/>
                  </a:lnTo>
                  <a:lnTo>
                    <a:pt x="360" y="0"/>
                  </a:lnTo>
                  <a:lnTo>
                    <a:pt x="381" y="11"/>
                  </a:lnTo>
                  <a:lnTo>
                    <a:pt x="402" y="33"/>
                  </a:lnTo>
                  <a:lnTo>
                    <a:pt x="405" y="54"/>
                  </a:lnTo>
                  <a:lnTo>
                    <a:pt x="419" y="155"/>
                  </a:lnTo>
                  <a:lnTo>
                    <a:pt x="422" y="173"/>
                  </a:lnTo>
                  <a:lnTo>
                    <a:pt x="427" y="289"/>
                  </a:lnTo>
                  <a:lnTo>
                    <a:pt x="415" y="321"/>
                  </a:lnTo>
                  <a:lnTo>
                    <a:pt x="413" y="328"/>
                  </a:lnTo>
                  <a:lnTo>
                    <a:pt x="395" y="380"/>
                  </a:lnTo>
                  <a:lnTo>
                    <a:pt x="391" y="385"/>
                  </a:lnTo>
                  <a:lnTo>
                    <a:pt x="387" y="390"/>
                  </a:lnTo>
                  <a:lnTo>
                    <a:pt x="190" y="45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7278362" y="2191584"/>
              <a:ext cx="3928" cy="3731"/>
            </a:xfrm>
            <a:custGeom>
              <a:avLst/>
              <a:pathLst>
                <a:path w="3928" h="3731">
                  <a:moveTo>
                    <a:pt x="2752" y="291"/>
                  </a:moveTo>
                  <a:lnTo>
                    <a:pt x="2716" y="401"/>
                  </a:lnTo>
                  <a:lnTo>
                    <a:pt x="2698" y="429"/>
                  </a:lnTo>
                  <a:lnTo>
                    <a:pt x="2694" y="436"/>
                  </a:lnTo>
                  <a:lnTo>
                    <a:pt x="2648" y="485"/>
                  </a:lnTo>
                  <a:lnTo>
                    <a:pt x="2649" y="492"/>
                  </a:lnTo>
                  <a:lnTo>
                    <a:pt x="2674" y="828"/>
                  </a:lnTo>
                  <a:lnTo>
                    <a:pt x="2687" y="854"/>
                  </a:lnTo>
                  <a:lnTo>
                    <a:pt x="2735" y="907"/>
                  </a:lnTo>
                  <a:lnTo>
                    <a:pt x="2775" y="933"/>
                  </a:lnTo>
                  <a:lnTo>
                    <a:pt x="2785" y="940"/>
                  </a:lnTo>
                  <a:lnTo>
                    <a:pt x="2840" y="978"/>
                  </a:lnTo>
                  <a:lnTo>
                    <a:pt x="2883" y="1017"/>
                  </a:lnTo>
                  <a:lnTo>
                    <a:pt x="2958" y="1112"/>
                  </a:lnTo>
                  <a:lnTo>
                    <a:pt x="2961" y="1115"/>
                  </a:lnTo>
                  <a:lnTo>
                    <a:pt x="2955" y="1120"/>
                  </a:lnTo>
                  <a:lnTo>
                    <a:pt x="2933" y="1114"/>
                  </a:lnTo>
                  <a:lnTo>
                    <a:pt x="2878" y="1098"/>
                  </a:lnTo>
                  <a:lnTo>
                    <a:pt x="2753" y="1116"/>
                  </a:lnTo>
                  <a:lnTo>
                    <a:pt x="2734" y="1119"/>
                  </a:lnTo>
                  <a:lnTo>
                    <a:pt x="2589" y="1202"/>
                  </a:lnTo>
                  <a:lnTo>
                    <a:pt x="2580" y="1208"/>
                  </a:lnTo>
                  <a:lnTo>
                    <a:pt x="2558" y="1238"/>
                  </a:lnTo>
                  <a:lnTo>
                    <a:pt x="2490" y="1360"/>
                  </a:lnTo>
                  <a:lnTo>
                    <a:pt x="2483" y="1421"/>
                  </a:lnTo>
                  <a:lnTo>
                    <a:pt x="2481" y="1435"/>
                  </a:lnTo>
                  <a:lnTo>
                    <a:pt x="2492" y="1541"/>
                  </a:lnTo>
                  <a:lnTo>
                    <a:pt x="2493" y="1547"/>
                  </a:lnTo>
                  <a:lnTo>
                    <a:pt x="2495" y="1563"/>
                  </a:lnTo>
                  <a:lnTo>
                    <a:pt x="2510" y="1595"/>
                  </a:lnTo>
                  <a:lnTo>
                    <a:pt x="2577" y="1736"/>
                  </a:lnTo>
                  <a:lnTo>
                    <a:pt x="2649" y="1888"/>
                  </a:lnTo>
                  <a:lnTo>
                    <a:pt x="2655" y="1901"/>
                  </a:lnTo>
                  <a:lnTo>
                    <a:pt x="2654" y="1909"/>
                  </a:lnTo>
                  <a:lnTo>
                    <a:pt x="2654" y="1972"/>
                  </a:lnTo>
                  <a:lnTo>
                    <a:pt x="2654" y="1984"/>
                  </a:lnTo>
                  <a:lnTo>
                    <a:pt x="2674" y="2003"/>
                  </a:lnTo>
                  <a:lnTo>
                    <a:pt x="2871" y="2180"/>
                  </a:lnTo>
                  <a:lnTo>
                    <a:pt x="2881" y="2188"/>
                  </a:lnTo>
                  <a:lnTo>
                    <a:pt x="2937" y="2234"/>
                  </a:lnTo>
                  <a:lnTo>
                    <a:pt x="3013" y="2287"/>
                  </a:lnTo>
                  <a:lnTo>
                    <a:pt x="3191" y="2396"/>
                  </a:lnTo>
                  <a:lnTo>
                    <a:pt x="3245" y="2422"/>
                  </a:lnTo>
                  <a:lnTo>
                    <a:pt x="3281" y="2432"/>
                  </a:lnTo>
                  <a:lnTo>
                    <a:pt x="3302" y="2439"/>
                  </a:lnTo>
                  <a:lnTo>
                    <a:pt x="3393" y="2466"/>
                  </a:lnTo>
                  <a:lnTo>
                    <a:pt x="3425" y="2475"/>
                  </a:lnTo>
                  <a:lnTo>
                    <a:pt x="3440" y="2483"/>
                  </a:lnTo>
                  <a:lnTo>
                    <a:pt x="3494" y="2508"/>
                  </a:lnTo>
                  <a:lnTo>
                    <a:pt x="3508" y="2515"/>
                  </a:lnTo>
                  <a:lnTo>
                    <a:pt x="3595" y="2575"/>
                  </a:lnTo>
                  <a:lnTo>
                    <a:pt x="3613" y="2588"/>
                  </a:lnTo>
                  <a:lnTo>
                    <a:pt x="3733" y="2672"/>
                  </a:lnTo>
                  <a:lnTo>
                    <a:pt x="3791" y="2712"/>
                  </a:lnTo>
                  <a:lnTo>
                    <a:pt x="3827" y="2742"/>
                  </a:lnTo>
                  <a:lnTo>
                    <a:pt x="3842" y="2765"/>
                  </a:lnTo>
                  <a:lnTo>
                    <a:pt x="3854" y="2783"/>
                  </a:lnTo>
                  <a:lnTo>
                    <a:pt x="3900" y="2856"/>
                  </a:lnTo>
                  <a:lnTo>
                    <a:pt x="3928" y="2993"/>
                  </a:lnTo>
                  <a:lnTo>
                    <a:pt x="3924" y="2997"/>
                  </a:lnTo>
                  <a:lnTo>
                    <a:pt x="3857" y="3080"/>
                  </a:lnTo>
                  <a:lnTo>
                    <a:pt x="3827" y="3100"/>
                  </a:lnTo>
                  <a:lnTo>
                    <a:pt x="3799" y="3119"/>
                  </a:lnTo>
                  <a:lnTo>
                    <a:pt x="3756" y="3187"/>
                  </a:lnTo>
                  <a:lnTo>
                    <a:pt x="3753" y="3201"/>
                  </a:lnTo>
                  <a:lnTo>
                    <a:pt x="3726" y="3324"/>
                  </a:lnTo>
                  <a:lnTo>
                    <a:pt x="3689" y="3476"/>
                  </a:lnTo>
                  <a:lnTo>
                    <a:pt x="3682" y="3497"/>
                  </a:lnTo>
                  <a:lnTo>
                    <a:pt x="3673" y="3526"/>
                  </a:lnTo>
                  <a:lnTo>
                    <a:pt x="3663" y="3559"/>
                  </a:lnTo>
                  <a:lnTo>
                    <a:pt x="3643" y="3621"/>
                  </a:lnTo>
                  <a:lnTo>
                    <a:pt x="3609" y="3653"/>
                  </a:lnTo>
                  <a:lnTo>
                    <a:pt x="3590" y="3665"/>
                  </a:lnTo>
                  <a:lnTo>
                    <a:pt x="3529" y="3691"/>
                  </a:lnTo>
                  <a:lnTo>
                    <a:pt x="3463" y="3714"/>
                  </a:lnTo>
                  <a:lnTo>
                    <a:pt x="3412" y="3723"/>
                  </a:lnTo>
                  <a:lnTo>
                    <a:pt x="3371" y="3731"/>
                  </a:lnTo>
                  <a:lnTo>
                    <a:pt x="3360" y="3728"/>
                  </a:lnTo>
                  <a:lnTo>
                    <a:pt x="3346" y="3724"/>
                  </a:lnTo>
                  <a:lnTo>
                    <a:pt x="3327" y="3719"/>
                  </a:lnTo>
                  <a:lnTo>
                    <a:pt x="3302" y="3712"/>
                  </a:lnTo>
                  <a:lnTo>
                    <a:pt x="3292" y="3709"/>
                  </a:lnTo>
                  <a:lnTo>
                    <a:pt x="3272" y="3689"/>
                  </a:lnTo>
                  <a:lnTo>
                    <a:pt x="3215" y="3634"/>
                  </a:lnTo>
                  <a:lnTo>
                    <a:pt x="3196" y="3591"/>
                  </a:lnTo>
                  <a:lnTo>
                    <a:pt x="3143" y="3576"/>
                  </a:lnTo>
                  <a:lnTo>
                    <a:pt x="3123" y="3570"/>
                  </a:lnTo>
                  <a:lnTo>
                    <a:pt x="3079" y="3574"/>
                  </a:lnTo>
                  <a:lnTo>
                    <a:pt x="3055" y="3577"/>
                  </a:lnTo>
                  <a:lnTo>
                    <a:pt x="3020" y="3580"/>
                  </a:lnTo>
                  <a:lnTo>
                    <a:pt x="2786" y="3603"/>
                  </a:lnTo>
                  <a:lnTo>
                    <a:pt x="2707" y="3388"/>
                  </a:lnTo>
                  <a:lnTo>
                    <a:pt x="2679" y="3346"/>
                  </a:lnTo>
                  <a:lnTo>
                    <a:pt x="2652" y="3307"/>
                  </a:lnTo>
                  <a:lnTo>
                    <a:pt x="2564" y="3178"/>
                  </a:lnTo>
                  <a:lnTo>
                    <a:pt x="2524" y="3119"/>
                  </a:lnTo>
                  <a:lnTo>
                    <a:pt x="2434" y="2988"/>
                  </a:lnTo>
                  <a:lnTo>
                    <a:pt x="2431" y="2985"/>
                  </a:lnTo>
                  <a:lnTo>
                    <a:pt x="2257" y="2807"/>
                  </a:lnTo>
                  <a:lnTo>
                    <a:pt x="2202" y="2766"/>
                  </a:lnTo>
                  <a:lnTo>
                    <a:pt x="2086" y="2681"/>
                  </a:lnTo>
                  <a:lnTo>
                    <a:pt x="2081" y="2677"/>
                  </a:lnTo>
                  <a:lnTo>
                    <a:pt x="2068" y="2672"/>
                  </a:lnTo>
                  <a:lnTo>
                    <a:pt x="1980" y="2638"/>
                  </a:lnTo>
                  <a:lnTo>
                    <a:pt x="1913" y="2616"/>
                  </a:lnTo>
                  <a:lnTo>
                    <a:pt x="1904" y="2615"/>
                  </a:lnTo>
                  <a:lnTo>
                    <a:pt x="1788" y="2606"/>
                  </a:lnTo>
                  <a:lnTo>
                    <a:pt x="1761" y="2604"/>
                  </a:lnTo>
                  <a:lnTo>
                    <a:pt x="1738" y="2616"/>
                  </a:lnTo>
                  <a:lnTo>
                    <a:pt x="1680" y="2643"/>
                  </a:lnTo>
                  <a:lnTo>
                    <a:pt x="1658" y="2653"/>
                  </a:lnTo>
                  <a:lnTo>
                    <a:pt x="1653" y="2655"/>
                  </a:lnTo>
                  <a:lnTo>
                    <a:pt x="1645" y="2658"/>
                  </a:lnTo>
                  <a:lnTo>
                    <a:pt x="1609" y="2671"/>
                  </a:lnTo>
                  <a:lnTo>
                    <a:pt x="1546" y="2694"/>
                  </a:lnTo>
                  <a:lnTo>
                    <a:pt x="1511" y="2688"/>
                  </a:lnTo>
                  <a:lnTo>
                    <a:pt x="1500" y="2686"/>
                  </a:lnTo>
                  <a:lnTo>
                    <a:pt x="1470" y="2675"/>
                  </a:lnTo>
                  <a:lnTo>
                    <a:pt x="1454" y="2668"/>
                  </a:lnTo>
                  <a:lnTo>
                    <a:pt x="1436" y="2661"/>
                  </a:lnTo>
                  <a:lnTo>
                    <a:pt x="1413" y="2649"/>
                  </a:lnTo>
                  <a:lnTo>
                    <a:pt x="1354" y="2617"/>
                  </a:lnTo>
                  <a:lnTo>
                    <a:pt x="1341" y="2610"/>
                  </a:lnTo>
                  <a:lnTo>
                    <a:pt x="1075" y="2304"/>
                  </a:lnTo>
                  <a:lnTo>
                    <a:pt x="1066" y="2277"/>
                  </a:lnTo>
                  <a:lnTo>
                    <a:pt x="1064" y="2271"/>
                  </a:lnTo>
                  <a:lnTo>
                    <a:pt x="1050" y="2206"/>
                  </a:lnTo>
                  <a:lnTo>
                    <a:pt x="1028" y="2147"/>
                  </a:lnTo>
                  <a:lnTo>
                    <a:pt x="1007" y="2109"/>
                  </a:lnTo>
                  <a:lnTo>
                    <a:pt x="962" y="2073"/>
                  </a:lnTo>
                  <a:lnTo>
                    <a:pt x="917" y="2036"/>
                  </a:lnTo>
                  <a:lnTo>
                    <a:pt x="901" y="2023"/>
                  </a:lnTo>
                  <a:lnTo>
                    <a:pt x="895" y="2024"/>
                  </a:lnTo>
                  <a:lnTo>
                    <a:pt x="812" y="1990"/>
                  </a:lnTo>
                  <a:lnTo>
                    <a:pt x="806" y="1984"/>
                  </a:lnTo>
                  <a:lnTo>
                    <a:pt x="774" y="1958"/>
                  </a:lnTo>
                  <a:lnTo>
                    <a:pt x="461" y="1693"/>
                  </a:lnTo>
                  <a:lnTo>
                    <a:pt x="449" y="1618"/>
                  </a:lnTo>
                  <a:lnTo>
                    <a:pt x="441" y="1567"/>
                  </a:lnTo>
                  <a:lnTo>
                    <a:pt x="429" y="1491"/>
                  </a:lnTo>
                  <a:lnTo>
                    <a:pt x="426" y="1486"/>
                  </a:lnTo>
                  <a:lnTo>
                    <a:pt x="327" y="1338"/>
                  </a:lnTo>
                  <a:lnTo>
                    <a:pt x="322" y="1331"/>
                  </a:lnTo>
                  <a:lnTo>
                    <a:pt x="347" y="1239"/>
                  </a:lnTo>
                  <a:lnTo>
                    <a:pt x="362" y="1183"/>
                  </a:lnTo>
                  <a:lnTo>
                    <a:pt x="385" y="1098"/>
                  </a:lnTo>
                  <a:lnTo>
                    <a:pt x="436" y="932"/>
                  </a:lnTo>
                  <a:lnTo>
                    <a:pt x="445" y="905"/>
                  </a:lnTo>
                  <a:lnTo>
                    <a:pt x="447" y="897"/>
                  </a:lnTo>
                  <a:lnTo>
                    <a:pt x="447" y="890"/>
                  </a:lnTo>
                  <a:lnTo>
                    <a:pt x="444" y="862"/>
                  </a:lnTo>
                  <a:lnTo>
                    <a:pt x="393" y="681"/>
                  </a:lnTo>
                  <a:lnTo>
                    <a:pt x="389" y="673"/>
                  </a:lnTo>
                  <a:lnTo>
                    <a:pt x="343" y="575"/>
                  </a:lnTo>
                  <a:lnTo>
                    <a:pt x="341" y="570"/>
                  </a:lnTo>
                  <a:lnTo>
                    <a:pt x="336" y="568"/>
                  </a:lnTo>
                  <a:lnTo>
                    <a:pt x="280" y="542"/>
                  </a:lnTo>
                  <a:lnTo>
                    <a:pt x="277" y="538"/>
                  </a:lnTo>
                  <a:lnTo>
                    <a:pt x="194" y="450"/>
                  </a:lnTo>
                  <a:lnTo>
                    <a:pt x="178" y="433"/>
                  </a:lnTo>
                  <a:lnTo>
                    <a:pt x="13" y="259"/>
                  </a:lnTo>
                  <a:lnTo>
                    <a:pt x="6" y="251"/>
                  </a:lnTo>
                  <a:lnTo>
                    <a:pt x="0" y="223"/>
                  </a:lnTo>
                  <a:lnTo>
                    <a:pt x="19" y="129"/>
                  </a:lnTo>
                  <a:lnTo>
                    <a:pt x="28" y="120"/>
                  </a:lnTo>
                  <a:lnTo>
                    <a:pt x="77" y="72"/>
                  </a:lnTo>
                  <a:lnTo>
                    <a:pt x="147" y="37"/>
                  </a:lnTo>
                  <a:lnTo>
                    <a:pt x="154" y="34"/>
                  </a:lnTo>
                  <a:lnTo>
                    <a:pt x="172" y="25"/>
                  </a:lnTo>
                  <a:lnTo>
                    <a:pt x="227" y="0"/>
                  </a:lnTo>
                  <a:lnTo>
                    <a:pt x="234" y="3"/>
                  </a:lnTo>
                  <a:lnTo>
                    <a:pt x="252" y="15"/>
                  </a:lnTo>
                  <a:lnTo>
                    <a:pt x="254" y="25"/>
                  </a:lnTo>
                  <a:lnTo>
                    <a:pt x="256" y="42"/>
                  </a:lnTo>
                  <a:lnTo>
                    <a:pt x="286" y="66"/>
                  </a:lnTo>
                  <a:lnTo>
                    <a:pt x="355" y="119"/>
                  </a:lnTo>
                  <a:lnTo>
                    <a:pt x="469" y="201"/>
                  </a:lnTo>
                  <a:lnTo>
                    <a:pt x="480" y="206"/>
                  </a:lnTo>
                  <a:lnTo>
                    <a:pt x="502" y="215"/>
                  </a:lnTo>
                  <a:lnTo>
                    <a:pt x="520" y="215"/>
                  </a:lnTo>
                  <a:lnTo>
                    <a:pt x="586" y="211"/>
                  </a:lnTo>
                  <a:lnTo>
                    <a:pt x="603" y="211"/>
                  </a:lnTo>
                  <a:lnTo>
                    <a:pt x="718" y="205"/>
                  </a:lnTo>
                  <a:lnTo>
                    <a:pt x="787" y="202"/>
                  </a:lnTo>
                  <a:lnTo>
                    <a:pt x="792" y="200"/>
                  </a:lnTo>
                  <a:lnTo>
                    <a:pt x="1012" y="141"/>
                  </a:lnTo>
                  <a:lnTo>
                    <a:pt x="1028" y="136"/>
                  </a:lnTo>
                  <a:lnTo>
                    <a:pt x="1366" y="183"/>
                  </a:lnTo>
                  <a:lnTo>
                    <a:pt x="1385" y="180"/>
                  </a:lnTo>
                  <a:lnTo>
                    <a:pt x="1394" y="178"/>
                  </a:lnTo>
                  <a:lnTo>
                    <a:pt x="1676" y="132"/>
                  </a:lnTo>
                  <a:lnTo>
                    <a:pt x="1713" y="128"/>
                  </a:lnTo>
                  <a:lnTo>
                    <a:pt x="1759" y="123"/>
                  </a:lnTo>
                  <a:lnTo>
                    <a:pt x="1843" y="115"/>
                  </a:lnTo>
                  <a:lnTo>
                    <a:pt x="1908" y="108"/>
                  </a:lnTo>
                  <a:lnTo>
                    <a:pt x="2189" y="97"/>
                  </a:lnTo>
                  <a:lnTo>
                    <a:pt x="2217" y="98"/>
                  </a:lnTo>
                  <a:lnTo>
                    <a:pt x="2246" y="121"/>
                  </a:lnTo>
                  <a:lnTo>
                    <a:pt x="2254" y="137"/>
                  </a:lnTo>
                  <a:lnTo>
                    <a:pt x="2255" y="144"/>
                  </a:lnTo>
                  <a:lnTo>
                    <a:pt x="2258" y="171"/>
                  </a:lnTo>
                  <a:lnTo>
                    <a:pt x="2276" y="195"/>
                  </a:lnTo>
                  <a:lnTo>
                    <a:pt x="2296" y="212"/>
                  </a:lnTo>
                  <a:lnTo>
                    <a:pt x="2304" y="219"/>
                  </a:lnTo>
                  <a:lnTo>
                    <a:pt x="2312" y="225"/>
                  </a:lnTo>
                  <a:lnTo>
                    <a:pt x="2317" y="226"/>
                  </a:lnTo>
                  <a:lnTo>
                    <a:pt x="2341" y="226"/>
                  </a:lnTo>
                  <a:lnTo>
                    <a:pt x="2348" y="224"/>
                  </a:lnTo>
                  <a:lnTo>
                    <a:pt x="2374" y="210"/>
                  </a:lnTo>
                  <a:lnTo>
                    <a:pt x="2430" y="178"/>
                  </a:lnTo>
                  <a:lnTo>
                    <a:pt x="2437" y="173"/>
                  </a:lnTo>
                  <a:lnTo>
                    <a:pt x="2511" y="120"/>
                  </a:lnTo>
                  <a:lnTo>
                    <a:pt x="2544" y="91"/>
                  </a:lnTo>
                  <a:lnTo>
                    <a:pt x="2637" y="9"/>
                  </a:lnTo>
                  <a:lnTo>
                    <a:pt x="2697" y="92"/>
                  </a:lnTo>
                  <a:lnTo>
                    <a:pt x="2720" y="124"/>
                  </a:lnTo>
                  <a:lnTo>
                    <a:pt x="2744" y="157"/>
                  </a:lnTo>
                  <a:lnTo>
                    <a:pt x="2751" y="184"/>
                  </a:lnTo>
                  <a:lnTo>
                    <a:pt x="2761" y="220"/>
                  </a:lnTo>
                  <a:lnTo>
                    <a:pt x="2759" y="236"/>
                  </a:lnTo>
                  <a:lnTo>
                    <a:pt x="2758" y="241"/>
                  </a:lnTo>
                  <a:lnTo>
                    <a:pt x="2757" y="256"/>
                  </a:lnTo>
                  <a:lnTo>
                    <a:pt x="2752" y="29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7039395" y="2155629"/>
              <a:ext cx="147" cy="151"/>
            </a:xfrm>
            <a:custGeom>
              <a:avLst/>
              <a:pathLst>
                <a:path w="147" h="151">
                  <a:moveTo>
                    <a:pt x="59" y="151"/>
                  </a:moveTo>
                  <a:lnTo>
                    <a:pt x="29" y="151"/>
                  </a:lnTo>
                  <a:lnTo>
                    <a:pt x="25" y="149"/>
                  </a:lnTo>
                  <a:lnTo>
                    <a:pt x="15" y="145"/>
                  </a:lnTo>
                  <a:lnTo>
                    <a:pt x="8" y="141"/>
                  </a:lnTo>
                  <a:lnTo>
                    <a:pt x="0" y="132"/>
                  </a:lnTo>
                  <a:lnTo>
                    <a:pt x="0" y="125"/>
                  </a:lnTo>
                  <a:lnTo>
                    <a:pt x="5" y="117"/>
                  </a:lnTo>
                  <a:lnTo>
                    <a:pt x="11" y="109"/>
                  </a:lnTo>
                  <a:lnTo>
                    <a:pt x="12" y="101"/>
                  </a:lnTo>
                  <a:lnTo>
                    <a:pt x="16" y="91"/>
                  </a:lnTo>
                  <a:lnTo>
                    <a:pt x="24" y="83"/>
                  </a:lnTo>
                  <a:lnTo>
                    <a:pt x="42" y="62"/>
                  </a:lnTo>
                  <a:lnTo>
                    <a:pt x="44" y="56"/>
                  </a:lnTo>
                  <a:lnTo>
                    <a:pt x="44" y="46"/>
                  </a:lnTo>
                  <a:lnTo>
                    <a:pt x="45" y="36"/>
                  </a:lnTo>
                  <a:lnTo>
                    <a:pt x="50" y="31"/>
                  </a:lnTo>
                  <a:lnTo>
                    <a:pt x="54" y="26"/>
                  </a:lnTo>
                  <a:lnTo>
                    <a:pt x="54" y="21"/>
                  </a:lnTo>
                  <a:lnTo>
                    <a:pt x="54" y="9"/>
                  </a:lnTo>
                  <a:lnTo>
                    <a:pt x="56" y="3"/>
                  </a:lnTo>
                  <a:lnTo>
                    <a:pt x="63" y="0"/>
                  </a:lnTo>
                  <a:lnTo>
                    <a:pt x="70" y="2"/>
                  </a:lnTo>
                  <a:lnTo>
                    <a:pt x="75" y="10"/>
                  </a:lnTo>
                  <a:lnTo>
                    <a:pt x="78" y="23"/>
                  </a:lnTo>
                  <a:lnTo>
                    <a:pt x="80" y="31"/>
                  </a:lnTo>
                  <a:lnTo>
                    <a:pt x="88" y="45"/>
                  </a:lnTo>
                  <a:lnTo>
                    <a:pt x="101" y="58"/>
                  </a:lnTo>
                  <a:lnTo>
                    <a:pt x="106" y="69"/>
                  </a:lnTo>
                  <a:lnTo>
                    <a:pt x="111" y="81"/>
                  </a:lnTo>
                  <a:lnTo>
                    <a:pt x="128" y="106"/>
                  </a:lnTo>
                  <a:lnTo>
                    <a:pt x="137" y="122"/>
                  </a:lnTo>
                  <a:lnTo>
                    <a:pt x="143" y="132"/>
                  </a:lnTo>
                  <a:lnTo>
                    <a:pt x="147" y="139"/>
                  </a:lnTo>
                  <a:lnTo>
                    <a:pt x="147" y="144"/>
                  </a:lnTo>
                  <a:lnTo>
                    <a:pt x="144" y="149"/>
                  </a:lnTo>
                  <a:lnTo>
                    <a:pt x="139" y="150"/>
                  </a:lnTo>
                  <a:lnTo>
                    <a:pt x="120" y="150"/>
                  </a:lnTo>
                  <a:lnTo>
                    <a:pt x="94" y="148"/>
                  </a:lnTo>
                  <a:lnTo>
                    <a:pt x="79" y="149"/>
                  </a:lnTo>
                  <a:lnTo>
                    <a:pt x="59" y="1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7234120" y="2179763"/>
              <a:ext cx="1394" cy="1477"/>
            </a:xfrm>
            <a:custGeom>
              <a:avLst/>
              <a:pathLst>
                <a:path w="1394" h="1477">
                  <a:moveTo>
                    <a:pt x="267" y="1477"/>
                  </a:moveTo>
                  <a:lnTo>
                    <a:pt x="208" y="1474"/>
                  </a:lnTo>
                  <a:lnTo>
                    <a:pt x="158" y="1462"/>
                  </a:lnTo>
                  <a:lnTo>
                    <a:pt x="107" y="1445"/>
                  </a:lnTo>
                  <a:lnTo>
                    <a:pt x="92" y="1440"/>
                  </a:lnTo>
                  <a:lnTo>
                    <a:pt x="82" y="1436"/>
                  </a:lnTo>
                  <a:lnTo>
                    <a:pt x="73" y="1430"/>
                  </a:lnTo>
                  <a:lnTo>
                    <a:pt x="45" y="1409"/>
                  </a:lnTo>
                  <a:lnTo>
                    <a:pt x="33" y="1400"/>
                  </a:lnTo>
                  <a:lnTo>
                    <a:pt x="21" y="1380"/>
                  </a:lnTo>
                  <a:lnTo>
                    <a:pt x="6" y="1354"/>
                  </a:lnTo>
                  <a:lnTo>
                    <a:pt x="5" y="1347"/>
                  </a:lnTo>
                  <a:lnTo>
                    <a:pt x="2" y="1325"/>
                  </a:lnTo>
                  <a:lnTo>
                    <a:pt x="0" y="1303"/>
                  </a:lnTo>
                  <a:lnTo>
                    <a:pt x="13" y="1219"/>
                  </a:lnTo>
                  <a:lnTo>
                    <a:pt x="22" y="1197"/>
                  </a:lnTo>
                  <a:lnTo>
                    <a:pt x="26" y="1186"/>
                  </a:lnTo>
                  <a:lnTo>
                    <a:pt x="31" y="1177"/>
                  </a:lnTo>
                  <a:lnTo>
                    <a:pt x="49" y="1146"/>
                  </a:lnTo>
                  <a:lnTo>
                    <a:pt x="61" y="1125"/>
                  </a:lnTo>
                  <a:lnTo>
                    <a:pt x="64" y="1120"/>
                  </a:lnTo>
                  <a:lnTo>
                    <a:pt x="104" y="1075"/>
                  </a:lnTo>
                  <a:lnTo>
                    <a:pt x="144" y="1049"/>
                  </a:lnTo>
                  <a:lnTo>
                    <a:pt x="172" y="1030"/>
                  </a:lnTo>
                  <a:lnTo>
                    <a:pt x="184" y="1022"/>
                  </a:lnTo>
                  <a:lnTo>
                    <a:pt x="244" y="979"/>
                  </a:lnTo>
                  <a:lnTo>
                    <a:pt x="264" y="964"/>
                  </a:lnTo>
                  <a:lnTo>
                    <a:pt x="294" y="905"/>
                  </a:lnTo>
                  <a:lnTo>
                    <a:pt x="345" y="748"/>
                  </a:lnTo>
                  <a:lnTo>
                    <a:pt x="365" y="622"/>
                  </a:lnTo>
                  <a:lnTo>
                    <a:pt x="335" y="513"/>
                  </a:lnTo>
                  <a:lnTo>
                    <a:pt x="322" y="468"/>
                  </a:lnTo>
                  <a:lnTo>
                    <a:pt x="317" y="438"/>
                  </a:lnTo>
                  <a:lnTo>
                    <a:pt x="313" y="406"/>
                  </a:lnTo>
                  <a:lnTo>
                    <a:pt x="544" y="185"/>
                  </a:lnTo>
                  <a:lnTo>
                    <a:pt x="552" y="178"/>
                  </a:lnTo>
                  <a:lnTo>
                    <a:pt x="560" y="174"/>
                  </a:lnTo>
                  <a:lnTo>
                    <a:pt x="569" y="170"/>
                  </a:lnTo>
                  <a:lnTo>
                    <a:pt x="626" y="144"/>
                  </a:lnTo>
                  <a:lnTo>
                    <a:pt x="641" y="137"/>
                  </a:lnTo>
                  <a:lnTo>
                    <a:pt x="851" y="46"/>
                  </a:lnTo>
                  <a:lnTo>
                    <a:pt x="861" y="42"/>
                  </a:lnTo>
                  <a:lnTo>
                    <a:pt x="939" y="12"/>
                  </a:lnTo>
                  <a:lnTo>
                    <a:pt x="953" y="8"/>
                  </a:lnTo>
                  <a:lnTo>
                    <a:pt x="985" y="0"/>
                  </a:lnTo>
                  <a:lnTo>
                    <a:pt x="1032" y="0"/>
                  </a:lnTo>
                  <a:lnTo>
                    <a:pt x="1039" y="2"/>
                  </a:lnTo>
                  <a:lnTo>
                    <a:pt x="1097" y="28"/>
                  </a:lnTo>
                  <a:lnTo>
                    <a:pt x="1111" y="38"/>
                  </a:lnTo>
                  <a:lnTo>
                    <a:pt x="1346" y="220"/>
                  </a:lnTo>
                  <a:lnTo>
                    <a:pt x="1361" y="235"/>
                  </a:lnTo>
                  <a:lnTo>
                    <a:pt x="1376" y="253"/>
                  </a:lnTo>
                  <a:lnTo>
                    <a:pt x="1379" y="264"/>
                  </a:lnTo>
                  <a:lnTo>
                    <a:pt x="1394" y="332"/>
                  </a:lnTo>
                  <a:lnTo>
                    <a:pt x="1385" y="396"/>
                  </a:lnTo>
                  <a:lnTo>
                    <a:pt x="1377" y="446"/>
                  </a:lnTo>
                  <a:lnTo>
                    <a:pt x="1355" y="519"/>
                  </a:lnTo>
                  <a:lnTo>
                    <a:pt x="1312" y="591"/>
                  </a:lnTo>
                  <a:lnTo>
                    <a:pt x="1288" y="617"/>
                  </a:lnTo>
                  <a:lnTo>
                    <a:pt x="1254" y="647"/>
                  </a:lnTo>
                  <a:lnTo>
                    <a:pt x="1234" y="660"/>
                  </a:lnTo>
                  <a:lnTo>
                    <a:pt x="1185" y="688"/>
                  </a:lnTo>
                  <a:lnTo>
                    <a:pt x="1025" y="780"/>
                  </a:lnTo>
                  <a:lnTo>
                    <a:pt x="910" y="846"/>
                  </a:lnTo>
                  <a:lnTo>
                    <a:pt x="805" y="940"/>
                  </a:lnTo>
                  <a:lnTo>
                    <a:pt x="781" y="962"/>
                  </a:lnTo>
                  <a:lnTo>
                    <a:pt x="702" y="1066"/>
                  </a:lnTo>
                  <a:lnTo>
                    <a:pt x="680" y="1099"/>
                  </a:lnTo>
                  <a:lnTo>
                    <a:pt x="674" y="1126"/>
                  </a:lnTo>
                  <a:lnTo>
                    <a:pt x="652" y="1171"/>
                  </a:lnTo>
                  <a:lnTo>
                    <a:pt x="645" y="1186"/>
                  </a:lnTo>
                  <a:lnTo>
                    <a:pt x="630" y="1209"/>
                  </a:lnTo>
                  <a:lnTo>
                    <a:pt x="626" y="1216"/>
                  </a:lnTo>
                  <a:lnTo>
                    <a:pt x="599" y="1257"/>
                  </a:lnTo>
                  <a:lnTo>
                    <a:pt x="590" y="1265"/>
                  </a:lnTo>
                  <a:lnTo>
                    <a:pt x="577" y="1277"/>
                  </a:lnTo>
                  <a:lnTo>
                    <a:pt x="556" y="1298"/>
                  </a:lnTo>
                  <a:lnTo>
                    <a:pt x="451" y="1386"/>
                  </a:lnTo>
                  <a:lnTo>
                    <a:pt x="369" y="1443"/>
                  </a:lnTo>
                  <a:lnTo>
                    <a:pt x="357" y="1452"/>
                  </a:lnTo>
                  <a:lnTo>
                    <a:pt x="315" y="1464"/>
                  </a:lnTo>
                  <a:lnTo>
                    <a:pt x="292" y="1470"/>
                  </a:lnTo>
                  <a:lnTo>
                    <a:pt x="267" y="147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7230640" y="2168349"/>
              <a:ext cx="2116" cy="2753"/>
            </a:xfrm>
            <a:custGeom>
              <a:avLst/>
              <a:pathLst>
                <a:path w="2116" h="2753">
                  <a:moveTo>
                    <a:pt x="546" y="281"/>
                  </a:moveTo>
                  <a:lnTo>
                    <a:pt x="609" y="356"/>
                  </a:lnTo>
                  <a:lnTo>
                    <a:pt x="655" y="436"/>
                  </a:lnTo>
                  <a:lnTo>
                    <a:pt x="690" y="545"/>
                  </a:lnTo>
                  <a:lnTo>
                    <a:pt x="762" y="685"/>
                  </a:lnTo>
                  <a:lnTo>
                    <a:pt x="873" y="848"/>
                  </a:lnTo>
                  <a:lnTo>
                    <a:pt x="978" y="1029"/>
                  </a:lnTo>
                  <a:lnTo>
                    <a:pt x="1071" y="1196"/>
                  </a:lnTo>
                  <a:lnTo>
                    <a:pt x="1150" y="1369"/>
                  </a:lnTo>
                  <a:lnTo>
                    <a:pt x="1161" y="1430"/>
                  </a:lnTo>
                  <a:lnTo>
                    <a:pt x="1392" y="1717"/>
                  </a:lnTo>
                  <a:lnTo>
                    <a:pt x="1530" y="1887"/>
                  </a:lnTo>
                  <a:lnTo>
                    <a:pt x="2116" y="2667"/>
                  </a:lnTo>
                  <a:lnTo>
                    <a:pt x="2115" y="2677"/>
                  </a:lnTo>
                  <a:lnTo>
                    <a:pt x="2086" y="2722"/>
                  </a:lnTo>
                  <a:lnTo>
                    <a:pt x="2052" y="2744"/>
                  </a:lnTo>
                  <a:lnTo>
                    <a:pt x="2023" y="2753"/>
                  </a:lnTo>
                  <a:lnTo>
                    <a:pt x="2005" y="2749"/>
                  </a:lnTo>
                  <a:lnTo>
                    <a:pt x="1916" y="2706"/>
                  </a:lnTo>
                  <a:lnTo>
                    <a:pt x="1719" y="2573"/>
                  </a:lnTo>
                  <a:lnTo>
                    <a:pt x="1598" y="2418"/>
                  </a:lnTo>
                  <a:lnTo>
                    <a:pt x="1579" y="2270"/>
                  </a:lnTo>
                  <a:lnTo>
                    <a:pt x="1571" y="2256"/>
                  </a:lnTo>
                  <a:lnTo>
                    <a:pt x="1502" y="2146"/>
                  </a:lnTo>
                  <a:lnTo>
                    <a:pt x="892" y="1314"/>
                  </a:lnTo>
                  <a:lnTo>
                    <a:pt x="779" y="1175"/>
                  </a:lnTo>
                  <a:lnTo>
                    <a:pt x="662" y="1016"/>
                  </a:lnTo>
                  <a:lnTo>
                    <a:pt x="640" y="984"/>
                  </a:lnTo>
                  <a:lnTo>
                    <a:pt x="585" y="887"/>
                  </a:lnTo>
                  <a:lnTo>
                    <a:pt x="406" y="601"/>
                  </a:lnTo>
                  <a:lnTo>
                    <a:pt x="326" y="487"/>
                  </a:lnTo>
                  <a:lnTo>
                    <a:pt x="133" y="244"/>
                  </a:lnTo>
                  <a:lnTo>
                    <a:pt x="80" y="205"/>
                  </a:lnTo>
                  <a:lnTo>
                    <a:pt x="57" y="201"/>
                  </a:lnTo>
                  <a:lnTo>
                    <a:pt x="26" y="209"/>
                  </a:lnTo>
                  <a:lnTo>
                    <a:pt x="0" y="109"/>
                  </a:lnTo>
                  <a:lnTo>
                    <a:pt x="29" y="59"/>
                  </a:lnTo>
                  <a:lnTo>
                    <a:pt x="76" y="0"/>
                  </a:lnTo>
                  <a:lnTo>
                    <a:pt x="133" y="23"/>
                  </a:lnTo>
                  <a:lnTo>
                    <a:pt x="347" y="124"/>
                  </a:lnTo>
                  <a:lnTo>
                    <a:pt x="461" y="201"/>
                  </a:lnTo>
                  <a:lnTo>
                    <a:pt x="546" y="28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7278712" y="2166610"/>
              <a:ext cx="88" cy="92"/>
            </a:xfrm>
            <a:custGeom>
              <a:avLst/>
              <a:pathLst>
                <a:path w="88" h="92">
                  <a:moveTo>
                    <a:pt x="82" y="81"/>
                  </a:moveTo>
                  <a:lnTo>
                    <a:pt x="79" y="87"/>
                  </a:lnTo>
                  <a:lnTo>
                    <a:pt x="73" y="88"/>
                  </a:lnTo>
                  <a:lnTo>
                    <a:pt x="68" y="85"/>
                  </a:lnTo>
                  <a:lnTo>
                    <a:pt x="63" y="83"/>
                  </a:lnTo>
                  <a:lnTo>
                    <a:pt x="57" y="82"/>
                  </a:lnTo>
                  <a:lnTo>
                    <a:pt x="56" y="90"/>
                  </a:lnTo>
                  <a:lnTo>
                    <a:pt x="51" y="92"/>
                  </a:lnTo>
                  <a:lnTo>
                    <a:pt x="45" y="91"/>
                  </a:lnTo>
                  <a:lnTo>
                    <a:pt x="35" y="88"/>
                  </a:lnTo>
                  <a:lnTo>
                    <a:pt x="31" y="86"/>
                  </a:lnTo>
                  <a:lnTo>
                    <a:pt x="25" y="81"/>
                  </a:lnTo>
                  <a:lnTo>
                    <a:pt x="19" y="77"/>
                  </a:lnTo>
                  <a:lnTo>
                    <a:pt x="12" y="76"/>
                  </a:lnTo>
                  <a:lnTo>
                    <a:pt x="6" y="71"/>
                  </a:lnTo>
                  <a:lnTo>
                    <a:pt x="3" y="64"/>
                  </a:lnTo>
                  <a:lnTo>
                    <a:pt x="0" y="55"/>
                  </a:lnTo>
                  <a:lnTo>
                    <a:pt x="0" y="49"/>
                  </a:lnTo>
                  <a:lnTo>
                    <a:pt x="4" y="45"/>
                  </a:lnTo>
                  <a:lnTo>
                    <a:pt x="8" y="43"/>
                  </a:lnTo>
                  <a:lnTo>
                    <a:pt x="17" y="39"/>
                  </a:lnTo>
                  <a:lnTo>
                    <a:pt x="23" y="32"/>
                  </a:lnTo>
                  <a:lnTo>
                    <a:pt x="27" y="27"/>
                  </a:lnTo>
                  <a:lnTo>
                    <a:pt x="30" y="19"/>
                  </a:lnTo>
                  <a:lnTo>
                    <a:pt x="38" y="12"/>
                  </a:lnTo>
                  <a:lnTo>
                    <a:pt x="46" y="7"/>
                  </a:lnTo>
                  <a:lnTo>
                    <a:pt x="50" y="6"/>
                  </a:lnTo>
                  <a:lnTo>
                    <a:pt x="63" y="0"/>
                  </a:lnTo>
                  <a:lnTo>
                    <a:pt x="67" y="0"/>
                  </a:lnTo>
                  <a:lnTo>
                    <a:pt x="75" y="6"/>
                  </a:lnTo>
                  <a:lnTo>
                    <a:pt x="78" y="12"/>
                  </a:lnTo>
                  <a:lnTo>
                    <a:pt x="76" y="17"/>
                  </a:lnTo>
                  <a:lnTo>
                    <a:pt x="72" y="21"/>
                  </a:lnTo>
                  <a:lnTo>
                    <a:pt x="67" y="25"/>
                  </a:lnTo>
                  <a:lnTo>
                    <a:pt x="63" y="30"/>
                  </a:lnTo>
                  <a:lnTo>
                    <a:pt x="63" y="36"/>
                  </a:lnTo>
                  <a:lnTo>
                    <a:pt x="67" y="38"/>
                  </a:lnTo>
                  <a:lnTo>
                    <a:pt x="76" y="40"/>
                  </a:lnTo>
                  <a:lnTo>
                    <a:pt x="80" y="44"/>
                  </a:lnTo>
                  <a:lnTo>
                    <a:pt x="84" y="46"/>
                  </a:lnTo>
                  <a:lnTo>
                    <a:pt x="84" y="52"/>
                  </a:lnTo>
                  <a:lnTo>
                    <a:pt x="86" y="57"/>
                  </a:lnTo>
                  <a:lnTo>
                    <a:pt x="88" y="62"/>
                  </a:lnTo>
                  <a:lnTo>
                    <a:pt x="87" y="68"/>
                  </a:lnTo>
                  <a:lnTo>
                    <a:pt x="84" y="75"/>
                  </a:lnTo>
                  <a:lnTo>
                    <a:pt x="82" y="8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7277002" y="2165640"/>
              <a:ext cx="1764" cy="1912"/>
            </a:xfrm>
            <a:custGeom>
              <a:avLst/>
              <a:pathLst>
                <a:path w="1764" h="1912">
                  <a:moveTo>
                    <a:pt x="1740" y="105"/>
                  </a:moveTo>
                  <a:lnTo>
                    <a:pt x="1751" y="256"/>
                  </a:lnTo>
                  <a:lnTo>
                    <a:pt x="1763" y="431"/>
                  </a:lnTo>
                  <a:lnTo>
                    <a:pt x="1764" y="449"/>
                  </a:lnTo>
                  <a:lnTo>
                    <a:pt x="1763" y="527"/>
                  </a:lnTo>
                  <a:lnTo>
                    <a:pt x="1755" y="555"/>
                  </a:lnTo>
                  <a:lnTo>
                    <a:pt x="1753" y="562"/>
                  </a:lnTo>
                  <a:lnTo>
                    <a:pt x="1733" y="632"/>
                  </a:lnTo>
                  <a:lnTo>
                    <a:pt x="1730" y="642"/>
                  </a:lnTo>
                  <a:lnTo>
                    <a:pt x="1701" y="744"/>
                  </a:lnTo>
                  <a:lnTo>
                    <a:pt x="1683" y="792"/>
                  </a:lnTo>
                  <a:lnTo>
                    <a:pt x="1624" y="947"/>
                  </a:lnTo>
                  <a:lnTo>
                    <a:pt x="1602" y="1005"/>
                  </a:lnTo>
                  <a:lnTo>
                    <a:pt x="1625" y="1003"/>
                  </a:lnTo>
                  <a:lnTo>
                    <a:pt x="1657" y="1011"/>
                  </a:lnTo>
                  <a:lnTo>
                    <a:pt x="1677" y="1024"/>
                  </a:lnTo>
                  <a:lnTo>
                    <a:pt x="1679" y="1042"/>
                  </a:lnTo>
                  <a:lnTo>
                    <a:pt x="1671" y="1051"/>
                  </a:lnTo>
                  <a:lnTo>
                    <a:pt x="1654" y="1058"/>
                  </a:lnTo>
                  <a:lnTo>
                    <a:pt x="1631" y="1063"/>
                  </a:lnTo>
                  <a:lnTo>
                    <a:pt x="1618" y="1110"/>
                  </a:lnTo>
                  <a:lnTo>
                    <a:pt x="1618" y="1127"/>
                  </a:lnTo>
                  <a:lnTo>
                    <a:pt x="1612" y="1140"/>
                  </a:lnTo>
                  <a:lnTo>
                    <a:pt x="1568" y="1149"/>
                  </a:lnTo>
                  <a:lnTo>
                    <a:pt x="1542" y="1138"/>
                  </a:lnTo>
                  <a:lnTo>
                    <a:pt x="1514" y="1127"/>
                  </a:lnTo>
                  <a:lnTo>
                    <a:pt x="1485" y="1122"/>
                  </a:lnTo>
                  <a:lnTo>
                    <a:pt x="1457" y="1132"/>
                  </a:lnTo>
                  <a:lnTo>
                    <a:pt x="1413" y="1178"/>
                  </a:lnTo>
                  <a:lnTo>
                    <a:pt x="1401" y="1182"/>
                  </a:lnTo>
                  <a:lnTo>
                    <a:pt x="1394" y="1206"/>
                  </a:lnTo>
                  <a:lnTo>
                    <a:pt x="1363" y="1276"/>
                  </a:lnTo>
                  <a:lnTo>
                    <a:pt x="1326" y="1411"/>
                  </a:lnTo>
                  <a:lnTo>
                    <a:pt x="1357" y="1441"/>
                  </a:lnTo>
                  <a:lnTo>
                    <a:pt x="1427" y="1475"/>
                  </a:lnTo>
                  <a:lnTo>
                    <a:pt x="1433" y="1477"/>
                  </a:lnTo>
                  <a:lnTo>
                    <a:pt x="1450" y="1495"/>
                  </a:lnTo>
                  <a:lnTo>
                    <a:pt x="1556" y="1763"/>
                  </a:lnTo>
                  <a:lnTo>
                    <a:pt x="1585" y="1834"/>
                  </a:lnTo>
                  <a:lnTo>
                    <a:pt x="1530" y="1875"/>
                  </a:lnTo>
                  <a:lnTo>
                    <a:pt x="1446" y="1885"/>
                  </a:lnTo>
                  <a:lnTo>
                    <a:pt x="1226" y="1912"/>
                  </a:lnTo>
                  <a:lnTo>
                    <a:pt x="1179" y="1822"/>
                  </a:lnTo>
                  <a:lnTo>
                    <a:pt x="1177" y="1818"/>
                  </a:lnTo>
                  <a:lnTo>
                    <a:pt x="1131" y="1723"/>
                  </a:lnTo>
                  <a:lnTo>
                    <a:pt x="1126" y="1713"/>
                  </a:lnTo>
                  <a:lnTo>
                    <a:pt x="1116" y="1691"/>
                  </a:lnTo>
                  <a:lnTo>
                    <a:pt x="1108" y="1685"/>
                  </a:lnTo>
                  <a:lnTo>
                    <a:pt x="905" y="1515"/>
                  </a:lnTo>
                  <a:lnTo>
                    <a:pt x="901" y="1511"/>
                  </a:lnTo>
                  <a:lnTo>
                    <a:pt x="888" y="1504"/>
                  </a:lnTo>
                  <a:lnTo>
                    <a:pt x="866" y="1492"/>
                  </a:lnTo>
                  <a:lnTo>
                    <a:pt x="839" y="1477"/>
                  </a:lnTo>
                  <a:lnTo>
                    <a:pt x="826" y="1470"/>
                  </a:lnTo>
                  <a:lnTo>
                    <a:pt x="822" y="1468"/>
                  </a:lnTo>
                  <a:lnTo>
                    <a:pt x="813" y="1464"/>
                  </a:lnTo>
                  <a:lnTo>
                    <a:pt x="805" y="1461"/>
                  </a:lnTo>
                  <a:lnTo>
                    <a:pt x="764" y="1445"/>
                  </a:lnTo>
                  <a:lnTo>
                    <a:pt x="742" y="1436"/>
                  </a:lnTo>
                  <a:lnTo>
                    <a:pt x="722" y="1428"/>
                  </a:lnTo>
                  <a:lnTo>
                    <a:pt x="716" y="1425"/>
                  </a:lnTo>
                  <a:lnTo>
                    <a:pt x="711" y="1423"/>
                  </a:lnTo>
                  <a:lnTo>
                    <a:pt x="681" y="1411"/>
                  </a:lnTo>
                  <a:lnTo>
                    <a:pt x="643" y="1396"/>
                  </a:lnTo>
                  <a:lnTo>
                    <a:pt x="569" y="1395"/>
                  </a:lnTo>
                  <a:lnTo>
                    <a:pt x="538" y="1394"/>
                  </a:lnTo>
                  <a:lnTo>
                    <a:pt x="404" y="1377"/>
                  </a:lnTo>
                  <a:lnTo>
                    <a:pt x="394" y="1375"/>
                  </a:lnTo>
                  <a:lnTo>
                    <a:pt x="380" y="1373"/>
                  </a:lnTo>
                  <a:lnTo>
                    <a:pt x="374" y="1371"/>
                  </a:lnTo>
                  <a:lnTo>
                    <a:pt x="342" y="1356"/>
                  </a:lnTo>
                  <a:lnTo>
                    <a:pt x="334" y="1352"/>
                  </a:lnTo>
                  <a:lnTo>
                    <a:pt x="331" y="1343"/>
                  </a:lnTo>
                  <a:lnTo>
                    <a:pt x="352" y="1298"/>
                  </a:lnTo>
                  <a:lnTo>
                    <a:pt x="368" y="1265"/>
                  </a:lnTo>
                  <a:lnTo>
                    <a:pt x="375" y="1250"/>
                  </a:lnTo>
                  <a:lnTo>
                    <a:pt x="380" y="1239"/>
                  </a:lnTo>
                  <a:lnTo>
                    <a:pt x="384" y="1224"/>
                  </a:lnTo>
                  <a:lnTo>
                    <a:pt x="386" y="1216"/>
                  </a:lnTo>
                  <a:lnTo>
                    <a:pt x="400" y="1162"/>
                  </a:lnTo>
                  <a:lnTo>
                    <a:pt x="402" y="1155"/>
                  </a:lnTo>
                  <a:lnTo>
                    <a:pt x="425" y="916"/>
                  </a:lnTo>
                  <a:lnTo>
                    <a:pt x="429" y="870"/>
                  </a:lnTo>
                  <a:lnTo>
                    <a:pt x="370" y="748"/>
                  </a:lnTo>
                  <a:lnTo>
                    <a:pt x="318" y="673"/>
                  </a:lnTo>
                  <a:lnTo>
                    <a:pt x="301" y="651"/>
                  </a:lnTo>
                  <a:lnTo>
                    <a:pt x="128" y="426"/>
                  </a:lnTo>
                  <a:lnTo>
                    <a:pt x="112" y="405"/>
                  </a:lnTo>
                  <a:lnTo>
                    <a:pt x="108" y="401"/>
                  </a:lnTo>
                  <a:lnTo>
                    <a:pt x="61" y="339"/>
                  </a:lnTo>
                  <a:lnTo>
                    <a:pt x="55" y="329"/>
                  </a:lnTo>
                  <a:lnTo>
                    <a:pt x="45" y="316"/>
                  </a:lnTo>
                  <a:lnTo>
                    <a:pt x="34" y="299"/>
                  </a:lnTo>
                  <a:lnTo>
                    <a:pt x="26" y="288"/>
                  </a:lnTo>
                  <a:lnTo>
                    <a:pt x="1" y="229"/>
                  </a:lnTo>
                  <a:lnTo>
                    <a:pt x="0" y="219"/>
                  </a:lnTo>
                  <a:lnTo>
                    <a:pt x="0" y="204"/>
                  </a:lnTo>
                  <a:lnTo>
                    <a:pt x="3" y="189"/>
                  </a:lnTo>
                  <a:lnTo>
                    <a:pt x="7" y="174"/>
                  </a:lnTo>
                  <a:lnTo>
                    <a:pt x="29" y="76"/>
                  </a:lnTo>
                  <a:lnTo>
                    <a:pt x="34" y="69"/>
                  </a:lnTo>
                  <a:lnTo>
                    <a:pt x="53" y="42"/>
                  </a:lnTo>
                  <a:lnTo>
                    <a:pt x="145" y="46"/>
                  </a:lnTo>
                  <a:lnTo>
                    <a:pt x="164" y="47"/>
                  </a:lnTo>
                  <a:lnTo>
                    <a:pt x="171" y="47"/>
                  </a:lnTo>
                  <a:lnTo>
                    <a:pt x="227" y="52"/>
                  </a:lnTo>
                  <a:lnTo>
                    <a:pt x="274" y="68"/>
                  </a:lnTo>
                  <a:lnTo>
                    <a:pt x="301" y="85"/>
                  </a:lnTo>
                  <a:lnTo>
                    <a:pt x="323" y="98"/>
                  </a:lnTo>
                  <a:lnTo>
                    <a:pt x="333" y="104"/>
                  </a:lnTo>
                  <a:lnTo>
                    <a:pt x="350" y="107"/>
                  </a:lnTo>
                  <a:lnTo>
                    <a:pt x="404" y="117"/>
                  </a:lnTo>
                  <a:lnTo>
                    <a:pt x="536" y="140"/>
                  </a:lnTo>
                  <a:lnTo>
                    <a:pt x="557" y="138"/>
                  </a:lnTo>
                  <a:lnTo>
                    <a:pt x="628" y="132"/>
                  </a:lnTo>
                  <a:lnTo>
                    <a:pt x="764" y="29"/>
                  </a:lnTo>
                  <a:lnTo>
                    <a:pt x="802" y="7"/>
                  </a:lnTo>
                  <a:lnTo>
                    <a:pt x="890" y="0"/>
                  </a:lnTo>
                  <a:lnTo>
                    <a:pt x="903" y="0"/>
                  </a:lnTo>
                  <a:lnTo>
                    <a:pt x="1001" y="6"/>
                  </a:lnTo>
                  <a:lnTo>
                    <a:pt x="1030" y="7"/>
                  </a:lnTo>
                  <a:lnTo>
                    <a:pt x="1025" y="40"/>
                  </a:lnTo>
                  <a:lnTo>
                    <a:pt x="1028" y="60"/>
                  </a:lnTo>
                  <a:lnTo>
                    <a:pt x="1069" y="104"/>
                  </a:lnTo>
                  <a:lnTo>
                    <a:pt x="1092" y="113"/>
                  </a:lnTo>
                  <a:lnTo>
                    <a:pt x="1127" y="126"/>
                  </a:lnTo>
                  <a:lnTo>
                    <a:pt x="1303" y="116"/>
                  </a:lnTo>
                  <a:lnTo>
                    <a:pt x="1311" y="115"/>
                  </a:lnTo>
                  <a:lnTo>
                    <a:pt x="1317" y="115"/>
                  </a:lnTo>
                  <a:lnTo>
                    <a:pt x="1335" y="113"/>
                  </a:lnTo>
                  <a:lnTo>
                    <a:pt x="1431" y="94"/>
                  </a:lnTo>
                  <a:lnTo>
                    <a:pt x="1441" y="91"/>
                  </a:lnTo>
                  <a:lnTo>
                    <a:pt x="1607" y="30"/>
                  </a:lnTo>
                  <a:lnTo>
                    <a:pt x="1618" y="26"/>
                  </a:lnTo>
                  <a:lnTo>
                    <a:pt x="1627" y="22"/>
                  </a:lnTo>
                  <a:lnTo>
                    <a:pt x="1739" y="84"/>
                  </a:lnTo>
                  <a:lnTo>
                    <a:pt x="1740" y="1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7115528" y="2139962"/>
              <a:ext cx="282" cy="363"/>
            </a:xfrm>
            <a:custGeom>
              <a:avLst/>
              <a:pathLst>
                <a:path w="282" h="363">
                  <a:moveTo>
                    <a:pt x="272" y="12"/>
                  </a:moveTo>
                  <a:lnTo>
                    <a:pt x="282" y="43"/>
                  </a:lnTo>
                  <a:lnTo>
                    <a:pt x="277" y="57"/>
                  </a:lnTo>
                  <a:lnTo>
                    <a:pt x="214" y="233"/>
                  </a:lnTo>
                  <a:lnTo>
                    <a:pt x="209" y="247"/>
                  </a:lnTo>
                  <a:lnTo>
                    <a:pt x="161" y="348"/>
                  </a:lnTo>
                  <a:lnTo>
                    <a:pt x="147" y="362"/>
                  </a:lnTo>
                  <a:lnTo>
                    <a:pt x="132" y="362"/>
                  </a:lnTo>
                  <a:lnTo>
                    <a:pt x="128" y="362"/>
                  </a:lnTo>
                  <a:lnTo>
                    <a:pt x="124" y="362"/>
                  </a:lnTo>
                  <a:lnTo>
                    <a:pt x="115" y="363"/>
                  </a:lnTo>
                  <a:lnTo>
                    <a:pt x="108" y="361"/>
                  </a:lnTo>
                  <a:lnTo>
                    <a:pt x="100" y="355"/>
                  </a:lnTo>
                  <a:lnTo>
                    <a:pt x="96" y="352"/>
                  </a:lnTo>
                  <a:lnTo>
                    <a:pt x="91" y="352"/>
                  </a:lnTo>
                  <a:lnTo>
                    <a:pt x="83" y="351"/>
                  </a:lnTo>
                  <a:lnTo>
                    <a:pt x="75" y="348"/>
                  </a:lnTo>
                  <a:lnTo>
                    <a:pt x="13" y="289"/>
                  </a:lnTo>
                  <a:lnTo>
                    <a:pt x="4" y="236"/>
                  </a:lnTo>
                  <a:lnTo>
                    <a:pt x="3" y="230"/>
                  </a:lnTo>
                  <a:lnTo>
                    <a:pt x="0" y="214"/>
                  </a:lnTo>
                  <a:lnTo>
                    <a:pt x="3" y="190"/>
                  </a:lnTo>
                  <a:lnTo>
                    <a:pt x="8" y="184"/>
                  </a:lnTo>
                  <a:lnTo>
                    <a:pt x="174" y="20"/>
                  </a:lnTo>
                  <a:lnTo>
                    <a:pt x="181" y="13"/>
                  </a:lnTo>
                  <a:lnTo>
                    <a:pt x="200" y="3"/>
                  </a:lnTo>
                  <a:lnTo>
                    <a:pt x="204" y="4"/>
                  </a:lnTo>
                  <a:lnTo>
                    <a:pt x="208" y="5"/>
                  </a:lnTo>
                  <a:lnTo>
                    <a:pt x="213" y="6"/>
                  </a:lnTo>
                  <a:lnTo>
                    <a:pt x="217" y="6"/>
                  </a:lnTo>
                  <a:lnTo>
                    <a:pt x="238" y="0"/>
                  </a:lnTo>
                  <a:lnTo>
                    <a:pt x="253" y="0"/>
                  </a:lnTo>
                  <a:lnTo>
                    <a:pt x="272" y="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7116227" y="2139218"/>
              <a:ext cx="224" cy="377"/>
            </a:xfrm>
            <a:custGeom>
              <a:avLst/>
              <a:pathLst>
                <a:path w="224" h="377">
                  <a:moveTo>
                    <a:pt x="160" y="8"/>
                  </a:moveTo>
                  <a:lnTo>
                    <a:pt x="172" y="16"/>
                  </a:lnTo>
                  <a:lnTo>
                    <a:pt x="188" y="56"/>
                  </a:lnTo>
                  <a:lnTo>
                    <a:pt x="220" y="160"/>
                  </a:lnTo>
                  <a:lnTo>
                    <a:pt x="224" y="215"/>
                  </a:lnTo>
                  <a:lnTo>
                    <a:pt x="219" y="238"/>
                  </a:lnTo>
                  <a:lnTo>
                    <a:pt x="191" y="275"/>
                  </a:lnTo>
                  <a:lnTo>
                    <a:pt x="151" y="313"/>
                  </a:lnTo>
                  <a:lnTo>
                    <a:pt x="65" y="372"/>
                  </a:lnTo>
                  <a:lnTo>
                    <a:pt x="59" y="377"/>
                  </a:lnTo>
                  <a:lnTo>
                    <a:pt x="40" y="372"/>
                  </a:lnTo>
                  <a:lnTo>
                    <a:pt x="17" y="349"/>
                  </a:lnTo>
                  <a:lnTo>
                    <a:pt x="17" y="303"/>
                  </a:lnTo>
                  <a:lnTo>
                    <a:pt x="6" y="277"/>
                  </a:lnTo>
                  <a:lnTo>
                    <a:pt x="0" y="263"/>
                  </a:lnTo>
                  <a:lnTo>
                    <a:pt x="2" y="223"/>
                  </a:lnTo>
                  <a:lnTo>
                    <a:pt x="10" y="176"/>
                  </a:lnTo>
                  <a:lnTo>
                    <a:pt x="15" y="162"/>
                  </a:lnTo>
                  <a:lnTo>
                    <a:pt x="16" y="156"/>
                  </a:lnTo>
                  <a:lnTo>
                    <a:pt x="11" y="147"/>
                  </a:lnTo>
                  <a:lnTo>
                    <a:pt x="4" y="131"/>
                  </a:lnTo>
                  <a:lnTo>
                    <a:pt x="6" y="92"/>
                  </a:lnTo>
                  <a:lnTo>
                    <a:pt x="38" y="28"/>
                  </a:lnTo>
                  <a:lnTo>
                    <a:pt x="68" y="6"/>
                  </a:lnTo>
                  <a:lnTo>
                    <a:pt x="87" y="0"/>
                  </a:lnTo>
                  <a:lnTo>
                    <a:pt x="93" y="1"/>
                  </a:lnTo>
                  <a:lnTo>
                    <a:pt x="129" y="9"/>
                  </a:lnTo>
                  <a:lnTo>
                    <a:pt x="160" y="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7108439" y="2130396"/>
              <a:ext cx="259" cy="453"/>
            </a:xfrm>
            <a:custGeom>
              <a:avLst/>
              <a:pathLst>
                <a:path w="259" h="453">
                  <a:moveTo>
                    <a:pt x="46" y="445"/>
                  </a:moveTo>
                  <a:lnTo>
                    <a:pt x="22" y="453"/>
                  </a:lnTo>
                  <a:lnTo>
                    <a:pt x="13" y="449"/>
                  </a:lnTo>
                  <a:lnTo>
                    <a:pt x="8" y="371"/>
                  </a:lnTo>
                  <a:lnTo>
                    <a:pt x="6" y="337"/>
                  </a:lnTo>
                  <a:lnTo>
                    <a:pt x="9" y="315"/>
                  </a:lnTo>
                  <a:lnTo>
                    <a:pt x="13" y="294"/>
                  </a:lnTo>
                  <a:lnTo>
                    <a:pt x="7" y="274"/>
                  </a:lnTo>
                  <a:lnTo>
                    <a:pt x="0" y="243"/>
                  </a:lnTo>
                  <a:lnTo>
                    <a:pt x="8" y="222"/>
                  </a:lnTo>
                  <a:lnTo>
                    <a:pt x="14" y="205"/>
                  </a:lnTo>
                  <a:lnTo>
                    <a:pt x="23" y="182"/>
                  </a:lnTo>
                  <a:lnTo>
                    <a:pt x="114" y="97"/>
                  </a:lnTo>
                  <a:lnTo>
                    <a:pt x="128" y="84"/>
                  </a:lnTo>
                  <a:lnTo>
                    <a:pt x="133" y="81"/>
                  </a:lnTo>
                  <a:lnTo>
                    <a:pt x="142" y="78"/>
                  </a:lnTo>
                  <a:lnTo>
                    <a:pt x="153" y="65"/>
                  </a:lnTo>
                  <a:lnTo>
                    <a:pt x="169" y="53"/>
                  </a:lnTo>
                  <a:lnTo>
                    <a:pt x="177" y="52"/>
                  </a:lnTo>
                  <a:lnTo>
                    <a:pt x="181" y="43"/>
                  </a:lnTo>
                  <a:lnTo>
                    <a:pt x="219" y="0"/>
                  </a:lnTo>
                  <a:lnTo>
                    <a:pt x="230" y="2"/>
                  </a:lnTo>
                  <a:lnTo>
                    <a:pt x="240" y="15"/>
                  </a:lnTo>
                  <a:lnTo>
                    <a:pt x="251" y="64"/>
                  </a:lnTo>
                  <a:lnTo>
                    <a:pt x="259" y="98"/>
                  </a:lnTo>
                  <a:lnTo>
                    <a:pt x="256" y="122"/>
                  </a:lnTo>
                  <a:lnTo>
                    <a:pt x="256" y="140"/>
                  </a:lnTo>
                  <a:lnTo>
                    <a:pt x="251" y="150"/>
                  </a:lnTo>
                  <a:lnTo>
                    <a:pt x="249" y="164"/>
                  </a:lnTo>
                  <a:lnTo>
                    <a:pt x="127" y="370"/>
                  </a:lnTo>
                  <a:lnTo>
                    <a:pt x="46" y="4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7102437" y="2130266"/>
              <a:ext cx="8087" cy="4084"/>
            </a:xfrm>
            <a:custGeom>
              <a:avLst/>
              <a:pathLst>
                <a:path w="8087" h="4084">
                  <a:moveTo>
                    <a:pt x="7145" y="226"/>
                  </a:moveTo>
                  <a:lnTo>
                    <a:pt x="7176" y="311"/>
                  </a:lnTo>
                  <a:lnTo>
                    <a:pt x="7229" y="458"/>
                  </a:lnTo>
                  <a:lnTo>
                    <a:pt x="7233" y="464"/>
                  </a:lnTo>
                  <a:lnTo>
                    <a:pt x="7239" y="481"/>
                  </a:lnTo>
                  <a:lnTo>
                    <a:pt x="7233" y="625"/>
                  </a:lnTo>
                  <a:lnTo>
                    <a:pt x="7228" y="638"/>
                  </a:lnTo>
                  <a:lnTo>
                    <a:pt x="7219" y="645"/>
                  </a:lnTo>
                  <a:lnTo>
                    <a:pt x="7214" y="647"/>
                  </a:lnTo>
                  <a:lnTo>
                    <a:pt x="7205" y="644"/>
                  </a:lnTo>
                  <a:lnTo>
                    <a:pt x="7196" y="643"/>
                  </a:lnTo>
                  <a:lnTo>
                    <a:pt x="7057" y="679"/>
                  </a:lnTo>
                  <a:lnTo>
                    <a:pt x="7032" y="741"/>
                  </a:lnTo>
                  <a:lnTo>
                    <a:pt x="6967" y="861"/>
                  </a:lnTo>
                  <a:lnTo>
                    <a:pt x="6963" y="879"/>
                  </a:lnTo>
                  <a:lnTo>
                    <a:pt x="6958" y="897"/>
                  </a:lnTo>
                  <a:lnTo>
                    <a:pt x="6944" y="953"/>
                  </a:lnTo>
                  <a:lnTo>
                    <a:pt x="6946" y="974"/>
                  </a:lnTo>
                  <a:lnTo>
                    <a:pt x="7014" y="1114"/>
                  </a:lnTo>
                  <a:lnTo>
                    <a:pt x="7053" y="1180"/>
                  </a:lnTo>
                  <a:lnTo>
                    <a:pt x="7057" y="1187"/>
                  </a:lnTo>
                  <a:lnTo>
                    <a:pt x="7081" y="1209"/>
                  </a:lnTo>
                  <a:lnTo>
                    <a:pt x="7144" y="1237"/>
                  </a:lnTo>
                  <a:lnTo>
                    <a:pt x="7178" y="1250"/>
                  </a:lnTo>
                  <a:lnTo>
                    <a:pt x="7345" y="1237"/>
                  </a:lnTo>
                  <a:lnTo>
                    <a:pt x="7359" y="1228"/>
                  </a:lnTo>
                  <a:lnTo>
                    <a:pt x="7371" y="1215"/>
                  </a:lnTo>
                  <a:lnTo>
                    <a:pt x="7459" y="1135"/>
                  </a:lnTo>
                  <a:lnTo>
                    <a:pt x="7613" y="1034"/>
                  </a:lnTo>
                  <a:lnTo>
                    <a:pt x="7622" y="1028"/>
                  </a:lnTo>
                  <a:lnTo>
                    <a:pt x="7639" y="1038"/>
                  </a:lnTo>
                  <a:lnTo>
                    <a:pt x="7653" y="1058"/>
                  </a:lnTo>
                  <a:lnTo>
                    <a:pt x="7720" y="1287"/>
                  </a:lnTo>
                  <a:lnTo>
                    <a:pt x="7718" y="1317"/>
                  </a:lnTo>
                  <a:lnTo>
                    <a:pt x="7720" y="1329"/>
                  </a:lnTo>
                  <a:lnTo>
                    <a:pt x="7716" y="1376"/>
                  </a:lnTo>
                  <a:lnTo>
                    <a:pt x="7789" y="1535"/>
                  </a:lnTo>
                  <a:lnTo>
                    <a:pt x="7840" y="1556"/>
                  </a:lnTo>
                  <a:lnTo>
                    <a:pt x="8013" y="1632"/>
                  </a:lnTo>
                  <a:lnTo>
                    <a:pt x="8065" y="1683"/>
                  </a:lnTo>
                  <a:lnTo>
                    <a:pt x="8074" y="1705"/>
                  </a:lnTo>
                  <a:lnTo>
                    <a:pt x="8078" y="1709"/>
                  </a:lnTo>
                  <a:lnTo>
                    <a:pt x="8087" y="1735"/>
                  </a:lnTo>
                  <a:lnTo>
                    <a:pt x="8083" y="1776"/>
                  </a:lnTo>
                  <a:lnTo>
                    <a:pt x="8067" y="1778"/>
                  </a:lnTo>
                  <a:lnTo>
                    <a:pt x="7974" y="1732"/>
                  </a:lnTo>
                  <a:lnTo>
                    <a:pt x="7965" y="1731"/>
                  </a:lnTo>
                  <a:lnTo>
                    <a:pt x="7945" y="1727"/>
                  </a:lnTo>
                  <a:lnTo>
                    <a:pt x="7928" y="1739"/>
                  </a:lnTo>
                  <a:lnTo>
                    <a:pt x="7906" y="1769"/>
                  </a:lnTo>
                  <a:lnTo>
                    <a:pt x="7894" y="1792"/>
                  </a:lnTo>
                  <a:lnTo>
                    <a:pt x="7884" y="1813"/>
                  </a:lnTo>
                  <a:lnTo>
                    <a:pt x="7882" y="1825"/>
                  </a:lnTo>
                  <a:lnTo>
                    <a:pt x="7877" y="1829"/>
                  </a:lnTo>
                  <a:lnTo>
                    <a:pt x="7867" y="1850"/>
                  </a:lnTo>
                  <a:lnTo>
                    <a:pt x="7865" y="1856"/>
                  </a:lnTo>
                  <a:lnTo>
                    <a:pt x="7861" y="1861"/>
                  </a:lnTo>
                  <a:lnTo>
                    <a:pt x="7848" y="1888"/>
                  </a:lnTo>
                  <a:lnTo>
                    <a:pt x="7706" y="1795"/>
                  </a:lnTo>
                  <a:lnTo>
                    <a:pt x="7636" y="1719"/>
                  </a:lnTo>
                  <a:lnTo>
                    <a:pt x="7613" y="1712"/>
                  </a:lnTo>
                  <a:lnTo>
                    <a:pt x="7597" y="1713"/>
                  </a:lnTo>
                  <a:lnTo>
                    <a:pt x="7581" y="1719"/>
                  </a:lnTo>
                  <a:lnTo>
                    <a:pt x="7568" y="1727"/>
                  </a:lnTo>
                  <a:lnTo>
                    <a:pt x="7548" y="1733"/>
                  </a:lnTo>
                  <a:lnTo>
                    <a:pt x="7534" y="1739"/>
                  </a:lnTo>
                  <a:lnTo>
                    <a:pt x="7447" y="1794"/>
                  </a:lnTo>
                  <a:lnTo>
                    <a:pt x="7425" y="1820"/>
                  </a:lnTo>
                  <a:lnTo>
                    <a:pt x="7392" y="1859"/>
                  </a:lnTo>
                  <a:lnTo>
                    <a:pt x="7345" y="1942"/>
                  </a:lnTo>
                  <a:lnTo>
                    <a:pt x="7331" y="1968"/>
                  </a:lnTo>
                  <a:lnTo>
                    <a:pt x="7326" y="1988"/>
                  </a:lnTo>
                  <a:lnTo>
                    <a:pt x="7313" y="2055"/>
                  </a:lnTo>
                  <a:lnTo>
                    <a:pt x="7311" y="2086"/>
                  </a:lnTo>
                  <a:lnTo>
                    <a:pt x="7308" y="2127"/>
                  </a:lnTo>
                  <a:lnTo>
                    <a:pt x="7317" y="2172"/>
                  </a:lnTo>
                  <a:lnTo>
                    <a:pt x="7376" y="2232"/>
                  </a:lnTo>
                  <a:lnTo>
                    <a:pt x="7419" y="2242"/>
                  </a:lnTo>
                  <a:lnTo>
                    <a:pt x="7437" y="2272"/>
                  </a:lnTo>
                  <a:lnTo>
                    <a:pt x="7443" y="2295"/>
                  </a:lnTo>
                  <a:lnTo>
                    <a:pt x="7447" y="2308"/>
                  </a:lnTo>
                  <a:lnTo>
                    <a:pt x="7453" y="2329"/>
                  </a:lnTo>
                  <a:lnTo>
                    <a:pt x="7467" y="2374"/>
                  </a:lnTo>
                  <a:lnTo>
                    <a:pt x="7480" y="2420"/>
                  </a:lnTo>
                  <a:lnTo>
                    <a:pt x="7479" y="2436"/>
                  </a:lnTo>
                  <a:lnTo>
                    <a:pt x="7422" y="2551"/>
                  </a:lnTo>
                  <a:lnTo>
                    <a:pt x="7407" y="2557"/>
                  </a:lnTo>
                  <a:lnTo>
                    <a:pt x="7388" y="2564"/>
                  </a:lnTo>
                  <a:lnTo>
                    <a:pt x="7333" y="2568"/>
                  </a:lnTo>
                  <a:lnTo>
                    <a:pt x="7320" y="2575"/>
                  </a:lnTo>
                  <a:lnTo>
                    <a:pt x="7311" y="2603"/>
                  </a:lnTo>
                  <a:lnTo>
                    <a:pt x="7314" y="2633"/>
                  </a:lnTo>
                  <a:lnTo>
                    <a:pt x="7343" y="2695"/>
                  </a:lnTo>
                  <a:lnTo>
                    <a:pt x="7370" y="2714"/>
                  </a:lnTo>
                  <a:lnTo>
                    <a:pt x="7443" y="2762"/>
                  </a:lnTo>
                  <a:lnTo>
                    <a:pt x="7454" y="2765"/>
                  </a:lnTo>
                  <a:lnTo>
                    <a:pt x="7471" y="2779"/>
                  </a:lnTo>
                  <a:lnTo>
                    <a:pt x="7474" y="2796"/>
                  </a:lnTo>
                  <a:lnTo>
                    <a:pt x="7487" y="2820"/>
                  </a:lnTo>
                  <a:lnTo>
                    <a:pt x="7489" y="2830"/>
                  </a:lnTo>
                  <a:lnTo>
                    <a:pt x="7532" y="2841"/>
                  </a:lnTo>
                  <a:lnTo>
                    <a:pt x="7563" y="2827"/>
                  </a:lnTo>
                  <a:lnTo>
                    <a:pt x="7570" y="2826"/>
                  </a:lnTo>
                  <a:lnTo>
                    <a:pt x="7582" y="2822"/>
                  </a:lnTo>
                  <a:lnTo>
                    <a:pt x="7591" y="2823"/>
                  </a:lnTo>
                  <a:lnTo>
                    <a:pt x="7604" y="2830"/>
                  </a:lnTo>
                  <a:lnTo>
                    <a:pt x="7692" y="3012"/>
                  </a:lnTo>
                  <a:lnTo>
                    <a:pt x="7700" y="3031"/>
                  </a:lnTo>
                  <a:lnTo>
                    <a:pt x="7700" y="3049"/>
                  </a:lnTo>
                  <a:lnTo>
                    <a:pt x="7701" y="3073"/>
                  </a:lnTo>
                  <a:lnTo>
                    <a:pt x="7698" y="3084"/>
                  </a:lnTo>
                  <a:lnTo>
                    <a:pt x="7697" y="3117"/>
                  </a:lnTo>
                  <a:lnTo>
                    <a:pt x="7697" y="3135"/>
                  </a:lnTo>
                  <a:lnTo>
                    <a:pt x="7696" y="3154"/>
                  </a:lnTo>
                  <a:lnTo>
                    <a:pt x="7670" y="3301"/>
                  </a:lnTo>
                  <a:lnTo>
                    <a:pt x="7661" y="3356"/>
                  </a:lnTo>
                  <a:lnTo>
                    <a:pt x="7654" y="3393"/>
                  </a:lnTo>
                  <a:lnTo>
                    <a:pt x="7636" y="3468"/>
                  </a:lnTo>
                  <a:lnTo>
                    <a:pt x="7601" y="3613"/>
                  </a:lnTo>
                  <a:lnTo>
                    <a:pt x="7553" y="3660"/>
                  </a:lnTo>
                  <a:lnTo>
                    <a:pt x="7543" y="3670"/>
                  </a:lnTo>
                  <a:lnTo>
                    <a:pt x="7520" y="3694"/>
                  </a:lnTo>
                  <a:lnTo>
                    <a:pt x="7492" y="3721"/>
                  </a:lnTo>
                  <a:lnTo>
                    <a:pt x="7450" y="3763"/>
                  </a:lnTo>
                  <a:lnTo>
                    <a:pt x="7433" y="3778"/>
                  </a:lnTo>
                  <a:lnTo>
                    <a:pt x="7403" y="3784"/>
                  </a:lnTo>
                  <a:lnTo>
                    <a:pt x="7389" y="3787"/>
                  </a:lnTo>
                  <a:lnTo>
                    <a:pt x="7378" y="3778"/>
                  </a:lnTo>
                  <a:lnTo>
                    <a:pt x="7376" y="3767"/>
                  </a:lnTo>
                  <a:lnTo>
                    <a:pt x="7370" y="3753"/>
                  </a:lnTo>
                  <a:lnTo>
                    <a:pt x="7363" y="3747"/>
                  </a:lnTo>
                  <a:lnTo>
                    <a:pt x="7359" y="3739"/>
                  </a:lnTo>
                  <a:lnTo>
                    <a:pt x="7316" y="3719"/>
                  </a:lnTo>
                  <a:lnTo>
                    <a:pt x="7305" y="3717"/>
                  </a:lnTo>
                  <a:lnTo>
                    <a:pt x="7296" y="3715"/>
                  </a:lnTo>
                  <a:lnTo>
                    <a:pt x="7279" y="3717"/>
                  </a:lnTo>
                  <a:lnTo>
                    <a:pt x="7262" y="3719"/>
                  </a:lnTo>
                  <a:lnTo>
                    <a:pt x="7149" y="3809"/>
                  </a:lnTo>
                  <a:lnTo>
                    <a:pt x="7112" y="3860"/>
                  </a:lnTo>
                  <a:lnTo>
                    <a:pt x="7101" y="3917"/>
                  </a:lnTo>
                  <a:lnTo>
                    <a:pt x="7080" y="3977"/>
                  </a:lnTo>
                  <a:lnTo>
                    <a:pt x="7043" y="4046"/>
                  </a:lnTo>
                  <a:lnTo>
                    <a:pt x="7030" y="4059"/>
                  </a:lnTo>
                  <a:lnTo>
                    <a:pt x="7020" y="4064"/>
                  </a:lnTo>
                  <a:lnTo>
                    <a:pt x="6997" y="4076"/>
                  </a:lnTo>
                  <a:lnTo>
                    <a:pt x="6984" y="4082"/>
                  </a:lnTo>
                  <a:lnTo>
                    <a:pt x="6974" y="4084"/>
                  </a:lnTo>
                  <a:lnTo>
                    <a:pt x="6851" y="4018"/>
                  </a:lnTo>
                  <a:lnTo>
                    <a:pt x="6837" y="4002"/>
                  </a:lnTo>
                  <a:lnTo>
                    <a:pt x="6821" y="3901"/>
                  </a:lnTo>
                  <a:lnTo>
                    <a:pt x="6822" y="3887"/>
                  </a:lnTo>
                  <a:lnTo>
                    <a:pt x="6824" y="3878"/>
                  </a:lnTo>
                  <a:lnTo>
                    <a:pt x="6824" y="3860"/>
                  </a:lnTo>
                  <a:lnTo>
                    <a:pt x="6821" y="3838"/>
                  </a:lnTo>
                  <a:lnTo>
                    <a:pt x="6829" y="3815"/>
                  </a:lnTo>
                  <a:lnTo>
                    <a:pt x="6834" y="3815"/>
                  </a:lnTo>
                  <a:lnTo>
                    <a:pt x="6838" y="3815"/>
                  </a:lnTo>
                  <a:lnTo>
                    <a:pt x="6854" y="3816"/>
                  </a:lnTo>
                  <a:lnTo>
                    <a:pt x="6864" y="3808"/>
                  </a:lnTo>
                  <a:lnTo>
                    <a:pt x="6871" y="3786"/>
                  </a:lnTo>
                  <a:lnTo>
                    <a:pt x="6871" y="3774"/>
                  </a:lnTo>
                  <a:lnTo>
                    <a:pt x="6846" y="3737"/>
                  </a:lnTo>
                  <a:lnTo>
                    <a:pt x="6785" y="3673"/>
                  </a:lnTo>
                  <a:lnTo>
                    <a:pt x="6764" y="3651"/>
                  </a:lnTo>
                  <a:lnTo>
                    <a:pt x="6636" y="3607"/>
                  </a:lnTo>
                  <a:lnTo>
                    <a:pt x="6616" y="3606"/>
                  </a:lnTo>
                  <a:lnTo>
                    <a:pt x="6603" y="3605"/>
                  </a:lnTo>
                  <a:lnTo>
                    <a:pt x="6590" y="3613"/>
                  </a:lnTo>
                  <a:lnTo>
                    <a:pt x="6571" y="3622"/>
                  </a:lnTo>
                  <a:lnTo>
                    <a:pt x="6524" y="3632"/>
                  </a:lnTo>
                  <a:lnTo>
                    <a:pt x="6472" y="3647"/>
                  </a:lnTo>
                  <a:lnTo>
                    <a:pt x="6411" y="3678"/>
                  </a:lnTo>
                  <a:lnTo>
                    <a:pt x="6342" y="3723"/>
                  </a:lnTo>
                  <a:lnTo>
                    <a:pt x="6270" y="3805"/>
                  </a:lnTo>
                  <a:lnTo>
                    <a:pt x="6264" y="3823"/>
                  </a:lnTo>
                  <a:lnTo>
                    <a:pt x="6260" y="3836"/>
                  </a:lnTo>
                  <a:lnTo>
                    <a:pt x="6250" y="3846"/>
                  </a:lnTo>
                  <a:lnTo>
                    <a:pt x="6246" y="3851"/>
                  </a:lnTo>
                  <a:lnTo>
                    <a:pt x="6239" y="3860"/>
                  </a:lnTo>
                  <a:lnTo>
                    <a:pt x="6106" y="3933"/>
                  </a:lnTo>
                  <a:lnTo>
                    <a:pt x="6095" y="3926"/>
                  </a:lnTo>
                  <a:lnTo>
                    <a:pt x="6093" y="3913"/>
                  </a:lnTo>
                  <a:lnTo>
                    <a:pt x="6086" y="3896"/>
                  </a:lnTo>
                  <a:lnTo>
                    <a:pt x="6091" y="3887"/>
                  </a:lnTo>
                  <a:lnTo>
                    <a:pt x="6094" y="3876"/>
                  </a:lnTo>
                  <a:lnTo>
                    <a:pt x="6094" y="3862"/>
                  </a:lnTo>
                  <a:lnTo>
                    <a:pt x="6097" y="3852"/>
                  </a:lnTo>
                  <a:lnTo>
                    <a:pt x="6102" y="3849"/>
                  </a:lnTo>
                  <a:lnTo>
                    <a:pt x="6111" y="3844"/>
                  </a:lnTo>
                  <a:lnTo>
                    <a:pt x="6116" y="3845"/>
                  </a:lnTo>
                  <a:lnTo>
                    <a:pt x="6129" y="3856"/>
                  </a:lnTo>
                  <a:lnTo>
                    <a:pt x="6143" y="3856"/>
                  </a:lnTo>
                  <a:lnTo>
                    <a:pt x="6154" y="3847"/>
                  </a:lnTo>
                  <a:lnTo>
                    <a:pt x="6159" y="3833"/>
                  </a:lnTo>
                  <a:lnTo>
                    <a:pt x="6166" y="3815"/>
                  </a:lnTo>
                  <a:lnTo>
                    <a:pt x="6173" y="3802"/>
                  </a:lnTo>
                  <a:lnTo>
                    <a:pt x="6177" y="3786"/>
                  </a:lnTo>
                  <a:lnTo>
                    <a:pt x="6178" y="3773"/>
                  </a:lnTo>
                  <a:lnTo>
                    <a:pt x="6177" y="3768"/>
                  </a:lnTo>
                  <a:lnTo>
                    <a:pt x="6177" y="3508"/>
                  </a:lnTo>
                  <a:lnTo>
                    <a:pt x="6170" y="3496"/>
                  </a:lnTo>
                  <a:lnTo>
                    <a:pt x="6124" y="3440"/>
                  </a:lnTo>
                  <a:lnTo>
                    <a:pt x="6075" y="3391"/>
                  </a:lnTo>
                  <a:lnTo>
                    <a:pt x="6045" y="3370"/>
                  </a:lnTo>
                  <a:lnTo>
                    <a:pt x="5988" y="3345"/>
                  </a:lnTo>
                  <a:lnTo>
                    <a:pt x="5668" y="3230"/>
                  </a:lnTo>
                  <a:lnTo>
                    <a:pt x="5630" y="3223"/>
                  </a:lnTo>
                  <a:lnTo>
                    <a:pt x="5623" y="3223"/>
                  </a:lnTo>
                  <a:lnTo>
                    <a:pt x="5520" y="3206"/>
                  </a:lnTo>
                  <a:lnTo>
                    <a:pt x="5508" y="3204"/>
                  </a:lnTo>
                  <a:lnTo>
                    <a:pt x="5470" y="3199"/>
                  </a:lnTo>
                  <a:lnTo>
                    <a:pt x="5316" y="3205"/>
                  </a:lnTo>
                  <a:lnTo>
                    <a:pt x="5213" y="3221"/>
                  </a:lnTo>
                  <a:lnTo>
                    <a:pt x="5028" y="3267"/>
                  </a:lnTo>
                  <a:lnTo>
                    <a:pt x="5000" y="3275"/>
                  </a:lnTo>
                  <a:lnTo>
                    <a:pt x="4911" y="3296"/>
                  </a:lnTo>
                  <a:lnTo>
                    <a:pt x="4868" y="3306"/>
                  </a:lnTo>
                  <a:lnTo>
                    <a:pt x="4758" y="3333"/>
                  </a:lnTo>
                  <a:lnTo>
                    <a:pt x="4746" y="3336"/>
                  </a:lnTo>
                  <a:lnTo>
                    <a:pt x="4740" y="3337"/>
                  </a:lnTo>
                  <a:lnTo>
                    <a:pt x="4725" y="3341"/>
                  </a:lnTo>
                  <a:lnTo>
                    <a:pt x="4657" y="3367"/>
                  </a:lnTo>
                  <a:lnTo>
                    <a:pt x="4608" y="3385"/>
                  </a:lnTo>
                  <a:lnTo>
                    <a:pt x="4594" y="3391"/>
                  </a:lnTo>
                  <a:lnTo>
                    <a:pt x="4584" y="3395"/>
                  </a:lnTo>
                  <a:lnTo>
                    <a:pt x="4541" y="3411"/>
                  </a:lnTo>
                  <a:lnTo>
                    <a:pt x="4477" y="3448"/>
                  </a:lnTo>
                  <a:lnTo>
                    <a:pt x="4393" y="3503"/>
                  </a:lnTo>
                  <a:lnTo>
                    <a:pt x="4335" y="3551"/>
                  </a:lnTo>
                  <a:lnTo>
                    <a:pt x="4328" y="3559"/>
                  </a:lnTo>
                  <a:lnTo>
                    <a:pt x="4320" y="3596"/>
                  </a:lnTo>
                  <a:lnTo>
                    <a:pt x="4305" y="3608"/>
                  </a:lnTo>
                  <a:lnTo>
                    <a:pt x="4299" y="3611"/>
                  </a:lnTo>
                  <a:lnTo>
                    <a:pt x="4232" y="3607"/>
                  </a:lnTo>
                  <a:lnTo>
                    <a:pt x="4155" y="3609"/>
                  </a:lnTo>
                  <a:lnTo>
                    <a:pt x="4117" y="3606"/>
                  </a:lnTo>
                  <a:lnTo>
                    <a:pt x="4080" y="3591"/>
                  </a:lnTo>
                  <a:lnTo>
                    <a:pt x="4071" y="3579"/>
                  </a:lnTo>
                  <a:lnTo>
                    <a:pt x="4063" y="3567"/>
                  </a:lnTo>
                  <a:lnTo>
                    <a:pt x="4049" y="3549"/>
                  </a:lnTo>
                  <a:lnTo>
                    <a:pt x="3899" y="3473"/>
                  </a:lnTo>
                  <a:lnTo>
                    <a:pt x="3821" y="3451"/>
                  </a:lnTo>
                  <a:lnTo>
                    <a:pt x="3786" y="3460"/>
                  </a:lnTo>
                  <a:lnTo>
                    <a:pt x="3755" y="3468"/>
                  </a:lnTo>
                  <a:lnTo>
                    <a:pt x="3744" y="3468"/>
                  </a:lnTo>
                  <a:lnTo>
                    <a:pt x="3714" y="3468"/>
                  </a:lnTo>
                  <a:lnTo>
                    <a:pt x="3682" y="3468"/>
                  </a:lnTo>
                  <a:lnTo>
                    <a:pt x="3660" y="3461"/>
                  </a:lnTo>
                  <a:lnTo>
                    <a:pt x="3611" y="3443"/>
                  </a:lnTo>
                  <a:lnTo>
                    <a:pt x="3595" y="3436"/>
                  </a:lnTo>
                  <a:lnTo>
                    <a:pt x="3557" y="3407"/>
                  </a:lnTo>
                  <a:lnTo>
                    <a:pt x="3523" y="3381"/>
                  </a:lnTo>
                  <a:lnTo>
                    <a:pt x="3501" y="3364"/>
                  </a:lnTo>
                  <a:lnTo>
                    <a:pt x="3456" y="3330"/>
                  </a:lnTo>
                  <a:lnTo>
                    <a:pt x="3393" y="3282"/>
                  </a:lnTo>
                  <a:lnTo>
                    <a:pt x="3341" y="3235"/>
                  </a:lnTo>
                  <a:lnTo>
                    <a:pt x="3350" y="3181"/>
                  </a:lnTo>
                  <a:lnTo>
                    <a:pt x="3353" y="3058"/>
                  </a:lnTo>
                  <a:lnTo>
                    <a:pt x="3353" y="3039"/>
                  </a:lnTo>
                  <a:lnTo>
                    <a:pt x="3325" y="3017"/>
                  </a:lnTo>
                  <a:lnTo>
                    <a:pt x="3239" y="2977"/>
                  </a:lnTo>
                  <a:lnTo>
                    <a:pt x="3198" y="2967"/>
                  </a:lnTo>
                  <a:lnTo>
                    <a:pt x="3150" y="2957"/>
                  </a:lnTo>
                  <a:lnTo>
                    <a:pt x="3044" y="2954"/>
                  </a:lnTo>
                  <a:lnTo>
                    <a:pt x="2863" y="2951"/>
                  </a:lnTo>
                  <a:lnTo>
                    <a:pt x="2840" y="2950"/>
                  </a:lnTo>
                  <a:lnTo>
                    <a:pt x="2521" y="2932"/>
                  </a:lnTo>
                  <a:lnTo>
                    <a:pt x="2469" y="2929"/>
                  </a:lnTo>
                  <a:lnTo>
                    <a:pt x="2323" y="2920"/>
                  </a:lnTo>
                  <a:lnTo>
                    <a:pt x="2310" y="2920"/>
                  </a:lnTo>
                  <a:lnTo>
                    <a:pt x="2280" y="2918"/>
                  </a:lnTo>
                  <a:lnTo>
                    <a:pt x="2256" y="2916"/>
                  </a:lnTo>
                  <a:lnTo>
                    <a:pt x="2242" y="2915"/>
                  </a:lnTo>
                  <a:lnTo>
                    <a:pt x="2236" y="2915"/>
                  </a:lnTo>
                  <a:lnTo>
                    <a:pt x="2207" y="2914"/>
                  </a:lnTo>
                  <a:lnTo>
                    <a:pt x="2196" y="2908"/>
                  </a:lnTo>
                  <a:lnTo>
                    <a:pt x="2187" y="2904"/>
                  </a:lnTo>
                  <a:lnTo>
                    <a:pt x="2175" y="2904"/>
                  </a:lnTo>
                  <a:lnTo>
                    <a:pt x="2163" y="2904"/>
                  </a:lnTo>
                  <a:lnTo>
                    <a:pt x="2110" y="2889"/>
                  </a:lnTo>
                  <a:lnTo>
                    <a:pt x="2085" y="2882"/>
                  </a:lnTo>
                  <a:lnTo>
                    <a:pt x="2029" y="2867"/>
                  </a:lnTo>
                  <a:lnTo>
                    <a:pt x="2017" y="2864"/>
                  </a:lnTo>
                  <a:lnTo>
                    <a:pt x="1624" y="2912"/>
                  </a:lnTo>
                  <a:lnTo>
                    <a:pt x="1373" y="2955"/>
                  </a:lnTo>
                  <a:lnTo>
                    <a:pt x="1321" y="2956"/>
                  </a:lnTo>
                  <a:lnTo>
                    <a:pt x="1229" y="2958"/>
                  </a:lnTo>
                  <a:lnTo>
                    <a:pt x="1153" y="2959"/>
                  </a:lnTo>
                  <a:lnTo>
                    <a:pt x="1141" y="2959"/>
                  </a:lnTo>
                  <a:lnTo>
                    <a:pt x="1114" y="2957"/>
                  </a:lnTo>
                  <a:lnTo>
                    <a:pt x="1103" y="2953"/>
                  </a:lnTo>
                  <a:lnTo>
                    <a:pt x="1088" y="2949"/>
                  </a:lnTo>
                  <a:lnTo>
                    <a:pt x="1079" y="2949"/>
                  </a:lnTo>
                  <a:lnTo>
                    <a:pt x="986" y="2929"/>
                  </a:lnTo>
                  <a:lnTo>
                    <a:pt x="974" y="2924"/>
                  </a:lnTo>
                  <a:lnTo>
                    <a:pt x="951" y="2919"/>
                  </a:lnTo>
                  <a:lnTo>
                    <a:pt x="905" y="2910"/>
                  </a:lnTo>
                  <a:lnTo>
                    <a:pt x="898" y="2906"/>
                  </a:lnTo>
                  <a:lnTo>
                    <a:pt x="885" y="2896"/>
                  </a:lnTo>
                  <a:lnTo>
                    <a:pt x="865" y="2884"/>
                  </a:lnTo>
                  <a:lnTo>
                    <a:pt x="856" y="2880"/>
                  </a:lnTo>
                  <a:lnTo>
                    <a:pt x="831" y="2878"/>
                  </a:lnTo>
                  <a:lnTo>
                    <a:pt x="797" y="2864"/>
                  </a:lnTo>
                  <a:lnTo>
                    <a:pt x="762" y="2864"/>
                  </a:lnTo>
                  <a:lnTo>
                    <a:pt x="740" y="2864"/>
                  </a:lnTo>
                  <a:lnTo>
                    <a:pt x="729" y="2864"/>
                  </a:lnTo>
                  <a:lnTo>
                    <a:pt x="703" y="2845"/>
                  </a:lnTo>
                  <a:lnTo>
                    <a:pt x="687" y="2818"/>
                  </a:lnTo>
                  <a:lnTo>
                    <a:pt x="685" y="2811"/>
                  </a:lnTo>
                  <a:lnTo>
                    <a:pt x="677" y="2801"/>
                  </a:lnTo>
                  <a:lnTo>
                    <a:pt x="637" y="2771"/>
                  </a:lnTo>
                  <a:lnTo>
                    <a:pt x="627" y="2767"/>
                  </a:lnTo>
                  <a:lnTo>
                    <a:pt x="473" y="2762"/>
                  </a:lnTo>
                  <a:lnTo>
                    <a:pt x="415" y="2760"/>
                  </a:lnTo>
                  <a:lnTo>
                    <a:pt x="352" y="2758"/>
                  </a:lnTo>
                  <a:lnTo>
                    <a:pt x="312" y="2755"/>
                  </a:lnTo>
                  <a:lnTo>
                    <a:pt x="270" y="2752"/>
                  </a:lnTo>
                  <a:lnTo>
                    <a:pt x="243" y="2750"/>
                  </a:lnTo>
                  <a:lnTo>
                    <a:pt x="231" y="2749"/>
                  </a:lnTo>
                  <a:lnTo>
                    <a:pt x="216" y="2748"/>
                  </a:lnTo>
                  <a:lnTo>
                    <a:pt x="135" y="2698"/>
                  </a:lnTo>
                  <a:lnTo>
                    <a:pt x="121" y="2694"/>
                  </a:lnTo>
                  <a:lnTo>
                    <a:pt x="51" y="2659"/>
                  </a:lnTo>
                  <a:lnTo>
                    <a:pt x="46" y="2647"/>
                  </a:lnTo>
                  <a:lnTo>
                    <a:pt x="44" y="2639"/>
                  </a:lnTo>
                  <a:lnTo>
                    <a:pt x="34" y="2621"/>
                  </a:lnTo>
                  <a:lnTo>
                    <a:pt x="26" y="2602"/>
                  </a:lnTo>
                  <a:lnTo>
                    <a:pt x="24" y="2592"/>
                  </a:lnTo>
                  <a:lnTo>
                    <a:pt x="25" y="2568"/>
                  </a:lnTo>
                  <a:lnTo>
                    <a:pt x="21" y="2544"/>
                  </a:lnTo>
                  <a:lnTo>
                    <a:pt x="16" y="2526"/>
                  </a:lnTo>
                  <a:lnTo>
                    <a:pt x="0" y="2475"/>
                  </a:lnTo>
                  <a:lnTo>
                    <a:pt x="0" y="2463"/>
                  </a:lnTo>
                  <a:lnTo>
                    <a:pt x="1" y="2445"/>
                  </a:lnTo>
                  <a:lnTo>
                    <a:pt x="6" y="2411"/>
                  </a:lnTo>
                  <a:lnTo>
                    <a:pt x="11" y="2390"/>
                  </a:lnTo>
                  <a:lnTo>
                    <a:pt x="16" y="2366"/>
                  </a:lnTo>
                  <a:lnTo>
                    <a:pt x="38" y="2283"/>
                  </a:lnTo>
                  <a:lnTo>
                    <a:pt x="56" y="2250"/>
                  </a:lnTo>
                  <a:lnTo>
                    <a:pt x="62" y="2238"/>
                  </a:lnTo>
                  <a:lnTo>
                    <a:pt x="178" y="2018"/>
                  </a:lnTo>
                  <a:lnTo>
                    <a:pt x="349" y="1755"/>
                  </a:lnTo>
                  <a:lnTo>
                    <a:pt x="471" y="1693"/>
                  </a:lnTo>
                  <a:lnTo>
                    <a:pt x="681" y="1587"/>
                  </a:lnTo>
                  <a:lnTo>
                    <a:pt x="756" y="1530"/>
                  </a:lnTo>
                  <a:lnTo>
                    <a:pt x="963" y="1375"/>
                  </a:lnTo>
                  <a:lnTo>
                    <a:pt x="1082" y="1215"/>
                  </a:lnTo>
                  <a:lnTo>
                    <a:pt x="1117" y="1191"/>
                  </a:lnTo>
                  <a:lnTo>
                    <a:pt x="1543" y="977"/>
                  </a:lnTo>
                  <a:lnTo>
                    <a:pt x="1571" y="989"/>
                  </a:lnTo>
                  <a:lnTo>
                    <a:pt x="1591" y="997"/>
                  </a:lnTo>
                  <a:lnTo>
                    <a:pt x="1600" y="1001"/>
                  </a:lnTo>
                  <a:lnTo>
                    <a:pt x="1694" y="1057"/>
                  </a:lnTo>
                  <a:lnTo>
                    <a:pt x="1699" y="1062"/>
                  </a:lnTo>
                  <a:lnTo>
                    <a:pt x="1703" y="1066"/>
                  </a:lnTo>
                  <a:lnTo>
                    <a:pt x="1718" y="1088"/>
                  </a:lnTo>
                  <a:lnTo>
                    <a:pt x="1729" y="1109"/>
                  </a:lnTo>
                  <a:lnTo>
                    <a:pt x="1736" y="1120"/>
                  </a:lnTo>
                  <a:lnTo>
                    <a:pt x="1807" y="1171"/>
                  </a:lnTo>
                  <a:lnTo>
                    <a:pt x="1827" y="1173"/>
                  </a:lnTo>
                  <a:lnTo>
                    <a:pt x="1905" y="1167"/>
                  </a:lnTo>
                  <a:lnTo>
                    <a:pt x="2001" y="1159"/>
                  </a:lnTo>
                  <a:lnTo>
                    <a:pt x="2115" y="1140"/>
                  </a:lnTo>
                  <a:lnTo>
                    <a:pt x="2290" y="1339"/>
                  </a:lnTo>
                  <a:lnTo>
                    <a:pt x="2300" y="1353"/>
                  </a:lnTo>
                  <a:lnTo>
                    <a:pt x="2327" y="1468"/>
                  </a:lnTo>
                  <a:lnTo>
                    <a:pt x="2381" y="1616"/>
                  </a:lnTo>
                  <a:lnTo>
                    <a:pt x="2385" y="1620"/>
                  </a:lnTo>
                  <a:lnTo>
                    <a:pt x="2424" y="1734"/>
                  </a:lnTo>
                  <a:lnTo>
                    <a:pt x="2468" y="1774"/>
                  </a:lnTo>
                  <a:lnTo>
                    <a:pt x="2587" y="1859"/>
                  </a:lnTo>
                  <a:lnTo>
                    <a:pt x="2662" y="1913"/>
                  </a:lnTo>
                  <a:lnTo>
                    <a:pt x="2723" y="1986"/>
                  </a:lnTo>
                  <a:lnTo>
                    <a:pt x="2794" y="2106"/>
                  </a:lnTo>
                  <a:lnTo>
                    <a:pt x="2959" y="2143"/>
                  </a:lnTo>
                  <a:lnTo>
                    <a:pt x="3091" y="2164"/>
                  </a:lnTo>
                  <a:lnTo>
                    <a:pt x="3132" y="2170"/>
                  </a:lnTo>
                  <a:lnTo>
                    <a:pt x="3163" y="2168"/>
                  </a:lnTo>
                  <a:lnTo>
                    <a:pt x="3198" y="2143"/>
                  </a:lnTo>
                  <a:lnTo>
                    <a:pt x="3221" y="2126"/>
                  </a:lnTo>
                  <a:lnTo>
                    <a:pt x="3209" y="2012"/>
                  </a:lnTo>
                  <a:lnTo>
                    <a:pt x="3210" y="1948"/>
                  </a:lnTo>
                  <a:lnTo>
                    <a:pt x="3211" y="1889"/>
                  </a:lnTo>
                  <a:lnTo>
                    <a:pt x="3231" y="1843"/>
                  </a:lnTo>
                  <a:lnTo>
                    <a:pt x="3258" y="1786"/>
                  </a:lnTo>
                  <a:lnTo>
                    <a:pt x="3261" y="1777"/>
                  </a:lnTo>
                  <a:lnTo>
                    <a:pt x="3304" y="1757"/>
                  </a:lnTo>
                  <a:lnTo>
                    <a:pt x="3357" y="1745"/>
                  </a:lnTo>
                  <a:lnTo>
                    <a:pt x="3484" y="1739"/>
                  </a:lnTo>
                  <a:lnTo>
                    <a:pt x="3579" y="1700"/>
                  </a:lnTo>
                  <a:lnTo>
                    <a:pt x="3618" y="1602"/>
                  </a:lnTo>
                  <a:lnTo>
                    <a:pt x="3671" y="1469"/>
                  </a:lnTo>
                  <a:lnTo>
                    <a:pt x="3775" y="1416"/>
                  </a:lnTo>
                  <a:lnTo>
                    <a:pt x="3925" y="1330"/>
                  </a:lnTo>
                  <a:lnTo>
                    <a:pt x="3994" y="1243"/>
                  </a:lnTo>
                  <a:lnTo>
                    <a:pt x="4005" y="1218"/>
                  </a:lnTo>
                  <a:lnTo>
                    <a:pt x="4084" y="989"/>
                  </a:lnTo>
                  <a:lnTo>
                    <a:pt x="4090" y="968"/>
                  </a:lnTo>
                  <a:lnTo>
                    <a:pt x="4086" y="861"/>
                  </a:lnTo>
                  <a:lnTo>
                    <a:pt x="4108" y="788"/>
                  </a:lnTo>
                  <a:lnTo>
                    <a:pt x="4159" y="714"/>
                  </a:lnTo>
                  <a:lnTo>
                    <a:pt x="4255" y="616"/>
                  </a:lnTo>
                  <a:lnTo>
                    <a:pt x="4377" y="553"/>
                  </a:lnTo>
                  <a:lnTo>
                    <a:pt x="4578" y="450"/>
                  </a:lnTo>
                  <a:lnTo>
                    <a:pt x="4733" y="399"/>
                  </a:lnTo>
                  <a:lnTo>
                    <a:pt x="5032" y="402"/>
                  </a:lnTo>
                  <a:lnTo>
                    <a:pt x="5052" y="405"/>
                  </a:lnTo>
                  <a:lnTo>
                    <a:pt x="5082" y="436"/>
                  </a:lnTo>
                  <a:lnTo>
                    <a:pt x="5099" y="453"/>
                  </a:lnTo>
                  <a:lnTo>
                    <a:pt x="5165" y="523"/>
                  </a:lnTo>
                  <a:lnTo>
                    <a:pt x="5301" y="713"/>
                  </a:lnTo>
                  <a:lnTo>
                    <a:pt x="5315" y="737"/>
                  </a:lnTo>
                  <a:lnTo>
                    <a:pt x="5323" y="891"/>
                  </a:lnTo>
                  <a:lnTo>
                    <a:pt x="5337" y="940"/>
                  </a:lnTo>
                  <a:lnTo>
                    <a:pt x="5346" y="961"/>
                  </a:lnTo>
                  <a:lnTo>
                    <a:pt x="5348" y="966"/>
                  </a:lnTo>
                  <a:lnTo>
                    <a:pt x="5440" y="1018"/>
                  </a:lnTo>
                  <a:lnTo>
                    <a:pt x="5499" y="1043"/>
                  </a:lnTo>
                  <a:lnTo>
                    <a:pt x="5687" y="1111"/>
                  </a:lnTo>
                  <a:lnTo>
                    <a:pt x="5708" y="1100"/>
                  </a:lnTo>
                  <a:lnTo>
                    <a:pt x="5815" y="1037"/>
                  </a:lnTo>
                  <a:lnTo>
                    <a:pt x="5827" y="1030"/>
                  </a:lnTo>
                  <a:lnTo>
                    <a:pt x="6145" y="842"/>
                  </a:lnTo>
                  <a:lnTo>
                    <a:pt x="6204" y="806"/>
                  </a:lnTo>
                  <a:lnTo>
                    <a:pt x="6223" y="784"/>
                  </a:lnTo>
                  <a:lnTo>
                    <a:pt x="6246" y="744"/>
                  </a:lnTo>
                  <a:lnTo>
                    <a:pt x="6259" y="723"/>
                  </a:lnTo>
                  <a:lnTo>
                    <a:pt x="6260" y="718"/>
                  </a:lnTo>
                  <a:lnTo>
                    <a:pt x="6290" y="665"/>
                  </a:lnTo>
                  <a:lnTo>
                    <a:pt x="6315" y="621"/>
                  </a:lnTo>
                  <a:lnTo>
                    <a:pt x="6342" y="559"/>
                  </a:lnTo>
                  <a:lnTo>
                    <a:pt x="6350" y="542"/>
                  </a:lnTo>
                  <a:lnTo>
                    <a:pt x="6357" y="520"/>
                  </a:lnTo>
                  <a:lnTo>
                    <a:pt x="6364" y="495"/>
                  </a:lnTo>
                  <a:lnTo>
                    <a:pt x="6366" y="479"/>
                  </a:lnTo>
                  <a:lnTo>
                    <a:pt x="6367" y="472"/>
                  </a:lnTo>
                  <a:lnTo>
                    <a:pt x="6357" y="438"/>
                  </a:lnTo>
                  <a:lnTo>
                    <a:pt x="6454" y="283"/>
                  </a:lnTo>
                  <a:lnTo>
                    <a:pt x="6468" y="277"/>
                  </a:lnTo>
                  <a:lnTo>
                    <a:pt x="6513" y="260"/>
                  </a:lnTo>
                  <a:lnTo>
                    <a:pt x="6539" y="254"/>
                  </a:lnTo>
                  <a:lnTo>
                    <a:pt x="6662" y="226"/>
                  </a:lnTo>
                  <a:lnTo>
                    <a:pt x="6685" y="232"/>
                  </a:lnTo>
                  <a:lnTo>
                    <a:pt x="6698" y="245"/>
                  </a:lnTo>
                  <a:lnTo>
                    <a:pt x="6807" y="245"/>
                  </a:lnTo>
                  <a:lnTo>
                    <a:pt x="6831" y="231"/>
                  </a:lnTo>
                  <a:lnTo>
                    <a:pt x="6837" y="223"/>
                  </a:lnTo>
                  <a:lnTo>
                    <a:pt x="6962" y="32"/>
                  </a:lnTo>
                  <a:lnTo>
                    <a:pt x="6984" y="14"/>
                  </a:lnTo>
                  <a:lnTo>
                    <a:pt x="6997" y="9"/>
                  </a:lnTo>
                  <a:lnTo>
                    <a:pt x="7019" y="0"/>
                  </a:lnTo>
                  <a:lnTo>
                    <a:pt x="7032" y="0"/>
                  </a:lnTo>
                  <a:lnTo>
                    <a:pt x="7055" y="0"/>
                  </a:lnTo>
                  <a:lnTo>
                    <a:pt x="7081" y="6"/>
                  </a:lnTo>
                  <a:lnTo>
                    <a:pt x="7095" y="9"/>
                  </a:lnTo>
                  <a:lnTo>
                    <a:pt x="7106" y="23"/>
                  </a:lnTo>
                  <a:lnTo>
                    <a:pt x="7125" y="168"/>
                  </a:lnTo>
                  <a:lnTo>
                    <a:pt x="7133" y="191"/>
                  </a:lnTo>
                  <a:lnTo>
                    <a:pt x="7145" y="2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7197759" y="2141843"/>
              <a:ext cx="1434" cy="1448"/>
            </a:xfrm>
            <a:custGeom>
              <a:avLst/>
              <a:pathLst>
                <a:path w="1434" h="1448">
                  <a:moveTo>
                    <a:pt x="1269" y="738"/>
                  </a:moveTo>
                  <a:lnTo>
                    <a:pt x="1252" y="873"/>
                  </a:lnTo>
                  <a:lnTo>
                    <a:pt x="1246" y="918"/>
                  </a:lnTo>
                  <a:lnTo>
                    <a:pt x="1229" y="918"/>
                  </a:lnTo>
                  <a:lnTo>
                    <a:pt x="1149" y="854"/>
                  </a:lnTo>
                  <a:lnTo>
                    <a:pt x="1133" y="849"/>
                  </a:lnTo>
                  <a:lnTo>
                    <a:pt x="1049" y="850"/>
                  </a:lnTo>
                  <a:lnTo>
                    <a:pt x="1007" y="852"/>
                  </a:lnTo>
                  <a:lnTo>
                    <a:pt x="989" y="853"/>
                  </a:lnTo>
                  <a:lnTo>
                    <a:pt x="967" y="866"/>
                  </a:lnTo>
                  <a:lnTo>
                    <a:pt x="965" y="870"/>
                  </a:lnTo>
                  <a:lnTo>
                    <a:pt x="960" y="880"/>
                  </a:lnTo>
                  <a:lnTo>
                    <a:pt x="955" y="891"/>
                  </a:lnTo>
                  <a:lnTo>
                    <a:pt x="953" y="896"/>
                  </a:lnTo>
                  <a:lnTo>
                    <a:pt x="950" y="905"/>
                  </a:lnTo>
                  <a:lnTo>
                    <a:pt x="948" y="909"/>
                  </a:lnTo>
                  <a:lnTo>
                    <a:pt x="946" y="913"/>
                  </a:lnTo>
                  <a:lnTo>
                    <a:pt x="944" y="918"/>
                  </a:lnTo>
                  <a:lnTo>
                    <a:pt x="941" y="922"/>
                  </a:lnTo>
                  <a:lnTo>
                    <a:pt x="927" y="937"/>
                  </a:lnTo>
                  <a:lnTo>
                    <a:pt x="922" y="942"/>
                  </a:lnTo>
                  <a:lnTo>
                    <a:pt x="916" y="947"/>
                  </a:lnTo>
                  <a:lnTo>
                    <a:pt x="910" y="953"/>
                  </a:lnTo>
                  <a:lnTo>
                    <a:pt x="903" y="958"/>
                  </a:lnTo>
                  <a:lnTo>
                    <a:pt x="895" y="963"/>
                  </a:lnTo>
                  <a:lnTo>
                    <a:pt x="817" y="1011"/>
                  </a:lnTo>
                  <a:lnTo>
                    <a:pt x="758" y="1067"/>
                  </a:lnTo>
                  <a:lnTo>
                    <a:pt x="748" y="1077"/>
                  </a:lnTo>
                  <a:lnTo>
                    <a:pt x="731" y="1116"/>
                  </a:lnTo>
                  <a:lnTo>
                    <a:pt x="729" y="1122"/>
                  </a:lnTo>
                  <a:lnTo>
                    <a:pt x="728" y="1132"/>
                  </a:lnTo>
                  <a:lnTo>
                    <a:pt x="727" y="1144"/>
                  </a:lnTo>
                  <a:lnTo>
                    <a:pt x="726" y="1163"/>
                  </a:lnTo>
                  <a:lnTo>
                    <a:pt x="724" y="1179"/>
                  </a:lnTo>
                  <a:lnTo>
                    <a:pt x="725" y="1187"/>
                  </a:lnTo>
                  <a:lnTo>
                    <a:pt x="727" y="1191"/>
                  </a:lnTo>
                  <a:lnTo>
                    <a:pt x="728" y="1210"/>
                  </a:lnTo>
                  <a:lnTo>
                    <a:pt x="746" y="1270"/>
                  </a:lnTo>
                  <a:lnTo>
                    <a:pt x="741" y="1448"/>
                  </a:lnTo>
                  <a:lnTo>
                    <a:pt x="558" y="1330"/>
                  </a:lnTo>
                  <a:lnTo>
                    <a:pt x="526" y="1309"/>
                  </a:lnTo>
                  <a:lnTo>
                    <a:pt x="486" y="1283"/>
                  </a:lnTo>
                  <a:lnTo>
                    <a:pt x="430" y="1107"/>
                  </a:lnTo>
                  <a:lnTo>
                    <a:pt x="402" y="979"/>
                  </a:lnTo>
                  <a:lnTo>
                    <a:pt x="403" y="964"/>
                  </a:lnTo>
                  <a:lnTo>
                    <a:pt x="408" y="837"/>
                  </a:lnTo>
                  <a:lnTo>
                    <a:pt x="404" y="802"/>
                  </a:lnTo>
                  <a:lnTo>
                    <a:pt x="399" y="783"/>
                  </a:lnTo>
                  <a:lnTo>
                    <a:pt x="376" y="754"/>
                  </a:lnTo>
                  <a:lnTo>
                    <a:pt x="370" y="745"/>
                  </a:lnTo>
                  <a:lnTo>
                    <a:pt x="355" y="726"/>
                  </a:lnTo>
                  <a:lnTo>
                    <a:pt x="337" y="702"/>
                  </a:lnTo>
                  <a:lnTo>
                    <a:pt x="205" y="566"/>
                  </a:lnTo>
                  <a:lnTo>
                    <a:pt x="180" y="540"/>
                  </a:lnTo>
                  <a:lnTo>
                    <a:pt x="155" y="515"/>
                  </a:lnTo>
                  <a:lnTo>
                    <a:pt x="147" y="501"/>
                  </a:lnTo>
                  <a:lnTo>
                    <a:pt x="141" y="493"/>
                  </a:lnTo>
                  <a:lnTo>
                    <a:pt x="133" y="484"/>
                  </a:lnTo>
                  <a:lnTo>
                    <a:pt x="122" y="475"/>
                  </a:lnTo>
                  <a:lnTo>
                    <a:pt x="106" y="464"/>
                  </a:lnTo>
                  <a:lnTo>
                    <a:pt x="99" y="459"/>
                  </a:lnTo>
                  <a:lnTo>
                    <a:pt x="81" y="443"/>
                  </a:lnTo>
                  <a:lnTo>
                    <a:pt x="0" y="350"/>
                  </a:lnTo>
                  <a:lnTo>
                    <a:pt x="1" y="304"/>
                  </a:lnTo>
                  <a:lnTo>
                    <a:pt x="16" y="276"/>
                  </a:lnTo>
                  <a:lnTo>
                    <a:pt x="21" y="274"/>
                  </a:lnTo>
                  <a:lnTo>
                    <a:pt x="183" y="213"/>
                  </a:lnTo>
                  <a:lnTo>
                    <a:pt x="327" y="192"/>
                  </a:lnTo>
                  <a:lnTo>
                    <a:pt x="381" y="184"/>
                  </a:lnTo>
                  <a:lnTo>
                    <a:pt x="391" y="181"/>
                  </a:lnTo>
                  <a:lnTo>
                    <a:pt x="418" y="172"/>
                  </a:lnTo>
                  <a:lnTo>
                    <a:pt x="586" y="120"/>
                  </a:lnTo>
                  <a:lnTo>
                    <a:pt x="593" y="120"/>
                  </a:lnTo>
                  <a:lnTo>
                    <a:pt x="635" y="113"/>
                  </a:lnTo>
                  <a:lnTo>
                    <a:pt x="678" y="97"/>
                  </a:lnTo>
                  <a:lnTo>
                    <a:pt x="682" y="95"/>
                  </a:lnTo>
                  <a:lnTo>
                    <a:pt x="700" y="89"/>
                  </a:lnTo>
                  <a:lnTo>
                    <a:pt x="709" y="85"/>
                  </a:lnTo>
                  <a:lnTo>
                    <a:pt x="715" y="83"/>
                  </a:lnTo>
                  <a:lnTo>
                    <a:pt x="736" y="74"/>
                  </a:lnTo>
                  <a:lnTo>
                    <a:pt x="802" y="54"/>
                  </a:lnTo>
                  <a:lnTo>
                    <a:pt x="931" y="43"/>
                  </a:lnTo>
                  <a:lnTo>
                    <a:pt x="953" y="42"/>
                  </a:lnTo>
                  <a:lnTo>
                    <a:pt x="980" y="38"/>
                  </a:lnTo>
                  <a:lnTo>
                    <a:pt x="1032" y="26"/>
                  </a:lnTo>
                  <a:lnTo>
                    <a:pt x="1061" y="18"/>
                  </a:lnTo>
                  <a:lnTo>
                    <a:pt x="1069" y="16"/>
                  </a:lnTo>
                  <a:lnTo>
                    <a:pt x="1073" y="15"/>
                  </a:lnTo>
                  <a:lnTo>
                    <a:pt x="1099" y="6"/>
                  </a:lnTo>
                  <a:lnTo>
                    <a:pt x="1104" y="4"/>
                  </a:lnTo>
                  <a:lnTo>
                    <a:pt x="1123" y="0"/>
                  </a:lnTo>
                  <a:lnTo>
                    <a:pt x="1174" y="0"/>
                  </a:lnTo>
                  <a:lnTo>
                    <a:pt x="1324" y="32"/>
                  </a:lnTo>
                  <a:lnTo>
                    <a:pt x="1417" y="78"/>
                  </a:lnTo>
                  <a:lnTo>
                    <a:pt x="1434" y="86"/>
                  </a:lnTo>
                  <a:lnTo>
                    <a:pt x="1408" y="142"/>
                  </a:lnTo>
                  <a:lnTo>
                    <a:pt x="1393" y="176"/>
                  </a:lnTo>
                  <a:lnTo>
                    <a:pt x="1380" y="198"/>
                  </a:lnTo>
                  <a:lnTo>
                    <a:pt x="1338" y="232"/>
                  </a:lnTo>
                  <a:lnTo>
                    <a:pt x="1300" y="278"/>
                  </a:lnTo>
                  <a:lnTo>
                    <a:pt x="1274" y="345"/>
                  </a:lnTo>
                  <a:lnTo>
                    <a:pt x="1271" y="362"/>
                  </a:lnTo>
                  <a:lnTo>
                    <a:pt x="1270" y="372"/>
                  </a:lnTo>
                  <a:lnTo>
                    <a:pt x="1270" y="383"/>
                  </a:lnTo>
                  <a:lnTo>
                    <a:pt x="1271" y="392"/>
                  </a:lnTo>
                  <a:lnTo>
                    <a:pt x="1274" y="438"/>
                  </a:lnTo>
                  <a:lnTo>
                    <a:pt x="1274" y="465"/>
                  </a:lnTo>
                  <a:lnTo>
                    <a:pt x="1266" y="484"/>
                  </a:lnTo>
                  <a:lnTo>
                    <a:pt x="1261" y="497"/>
                  </a:lnTo>
                  <a:lnTo>
                    <a:pt x="1258" y="506"/>
                  </a:lnTo>
                  <a:lnTo>
                    <a:pt x="1255" y="518"/>
                  </a:lnTo>
                  <a:lnTo>
                    <a:pt x="1254" y="531"/>
                  </a:lnTo>
                  <a:lnTo>
                    <a:pt x="1255" y="547"/>
                  </a:lnTo>
                  <a:lnTo>
                    <a:pt x="1257" y="554"/>
                  </a:lnTo>
                  <a:lnTo>
                    <a:pt x="1258" y="561"/>
                  </a:lnTo>
                  <a:lnTo>
                    <a:pt x="1258" y="569"/>
                  </a:lnTo>
                  <a:lnTo>
                    <a:pt x="1251" y="578"/>
                  </a:lnTo>
                  <a:lnTo>
                    <a:pt x="1238" y="587"/>
                  </a:lnTo>
                  <a:lnTo>
                    <a:pt x="1230" y="600"/>
                  </a:lnTo>
                  <a:lnTo>
                    <a:pt x="1223" y="616"/>
                  </a:lnTo>
                  <a:lnTo>
                    <a:pt x="1217" y="635"/>
                  </a:lnTo>
                  <a:lnTo>
                    <a:pt x="1213" y="649"/>
                  </a:lnTo>
                  <a:lnTo>
                    <a:pt x="1211" y="658"/>
                  </a:lnTo>
                  <a:lnTo>
                    <a:pt x="1243" y="699"/>
                  </a:lnTo>
                  <a:lnTo>
                    <a:pt x="1269" y="733"/>
                  </a:lnTo>
                  <a:lnTo>
                    <a:pt x="1269" y="7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7222396" y="2145558"/>
              <a:ext cx="355" cy="702"/>
            </a:xfrm>
            <a:custGeom>
              <a:avLst/>
              <a:pathLst>
                <a:path w="355" h="702">
                  <a:moveTo>
                    <a:pt x="59" y="702"/>
                  </a:moveTo>
                  <a:lnTo>
                    <a:pt x="7" y="697"/>
                  </a:lnTo>
                  <a:lnTo>
                    <a:pt x="0" y="669"/>
                  </a:lnTo>
                  <a:lnTo>
                    <a:pt x="4" y="592"/>
                  </a:lnTo>
                  <a:lnTo>
                    <a:pt x="20" y="530"/>
                  </a:lnTo>
                  <a:lnTo>
                    <a:pt x="38" y="496"/>
                  </a:lnTo>
                  <a:lnTo>
                    <a:pt x="86" y="409"/>
                  </a:lnTo>
                  <a:lnTo>
                    <a:pt x="232" y="169"/>
                  </a:lnTo>
                  <a:lnTo>
                    <a:pt x="301" y="70"/>
                  </a:lnTo>
                  <a:lnTo>
                    <a:pt x="339" y="16"/>
                  </a:lnTo>
                  <a:lnTo>
                    <a:pt x="355" y="0"/>
                  </a:lnTo>
                  <a:lnTo>
                    <a:pt x="353" y="13"/>
                  </a:lnTo>
                  <a:lnTo>
                    <a:pt x="345" y="84"/>
                  </a:lnTo>
                  <a:lnTo>
                    <a:pt x="336" y="147"/>
                  </a:lnTo>
                  <a:lnTo>
                    <a:pt x="334" y="163"/>
                  </a:lnTo>
                  <a:lnTo>
                    <a:pt x="333" y="169"/>
                  </a:lnTo>
                  <a:lnTo>
                    <a:pt x="330" y="181"/>
                  </a:lnTo>
                  <a:lnTo>
                    <a:pt x="326" y="199"/>
                  </a:lnTo>
                  <a:lnTo>
                    <a:pt x="321" y="220"/>
                  </a:lnTo>
                  <a:lnTo>
                    <a:pt x="87" y="678"/>
                  </a:lnTo>
                  <a:lnTo>
                    <a:pt x="80" y="692"/>
                  </a:lnTo>
                  <a:lnTo>
                    <a:pt x="59" y="7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7201687" y="2139929"/>
              <a:ext cx="376" cy="405"/>
            </a:xfrm>
            <a:custGeom>
              <a:avLst/>
              <a:pathLst>
                <a:path w="376" h="405">
                  <a:moveTo>
                    <a:pt x="292" y="34"/>
                  </a:moveTo>
                  <a:lnTo>
                    <a:pt x="314" y="46"/>
                  </a:lnTo>
                  <a:lnTo>
                    <a:pt x="332" y="40"/>
                  </a:lnTo>
                  <a:lnTo>
                    <a:pt x="349" y="37"/>
                  </a:lnTo>
                  <a:lnTo>
                    <a:pt x="356" y="36"/>
                  </a:lnTo>
                  <a:lnTo>
                    <a:pt x="363" y="38"/>
                  </a:lnTo>
                  <a:lnTo>
                    <a:pt x="371" y="96"/>
                  </a:lnTo>
                  <a:lnTo>
                    <a:pt x="376" y="125"/>
                  </a:lnTo>
                  <a:lnTo>
                    <a:pt x="374" y="131"/>
                  </a:lnTo>
                  <a:lnTo>
                    <a:pt x="369" y="133"/>
                  </a:lnTo>
                  <a:lnTo>
                    <a:pt x="358" y="138"/>
                  </a:lnTo>
                  <a:lnTo>
                    <a:pt x="343" y="146"/>
                  </a:lnTo>
                  <a:lnTo>
                    <a:pt x="329" y="150"/>
                  </a:lnTo>
                  <a:lnTo>
                    <a:pt x="321" y="154"/>
                  </a:lnTo>
                  <a:lnTo>
                    <a:pt x="277" y="185"/>
                  </a:lnTo>
                  <a:lnTo>
                    <a:pt x="263" y="193"/>
                  </a:lnTo>
                  <a:lnTo>
                    <a:pt x="257" y="201"/>
                  </a:lnTo>
                  <a:lnTo>
                    <a:pt x="148" y="346"/>
                  </a:lnTo>
                  <a:lnTo>
                    <a:pt x="138" y="393"/>
                  </a:lnTo>
                  <a:lnTo>
                    <a:pt x="73" y="399"/>
                  </a:lnTo>
                  <a:lnTo>
                    <a:pt x="0" y="405"/>
                  </a:lnTo>
                  <a:lnTo>
                    <a:pt x="48" y="281"/>
                  </a:lnTo>
                  <a:lnTo>
                    <a:pt x="71" y="235"/>
                  </a:lnTo>
                  <a:lnTo>
                    <a:pt x="78" y="210"/>
                  </a:lnTo>
                  <a:lnTo>
                    <a:pt x="81" y="190"/>
                  </a:lnTo>
                  <a:lnTo>
                    <a:pt x="85" y="165"/>
                  </a:lnTo>
                  <a:lnTo>
                    <a:pt x="86" y="116"/>
                  </a:lnTo>
                  <a:lnTo>
                    <a:pt x="104" y="103"/>
                  </a:lnTo>
                  <a:lnTo>
                    <a:pt x="116" y="90"/>
                  </a:lnTo>
                  <a:lnTo>
                    <a:pt x="146" y="64"/>
                  </a:lnTo>
                  <a:lnTo>
                    <a:pt x="163" y="54"/>
                  </a:lnTo>
                  <a:lnTo>
                    <a:pt x="169" y="50"/>
                  </a:lnTo>
                  <a:lnTo>
                    <a:pt x="201" y="35"/>
                  </a:lnTo>
                  <a:lnTo>
                    <a:pt x="206" y="30"/>
                  </a:lnTo>
                  <a:lnTo>
                    <a:pt x="217" y="13"/>
                  </a:lnTo>
                  <a:lnTo>
                    <a:pt x="221" y="9"/>
                  </a:lnTo>
                  <a:lnTo>
                    <a:pt x="257" y="0"/>
                  </a:lnTo>
                  <a:lnTo>
                    <a:pt x="269" y="2"/>
                  </a:lnTo>
                  <a:lnTo>
                    <a:pt x="269" y="14"/>
                  </a:lnTo>
                  <a:lnTo>
                    <a:pt x="271" y="20"/>
                  </a:lnTo>
                  <a:lnTo>
                    <a:pt x="292" y="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7205399" y="2140435"/>
              <a:ext cx="498" cy="390"/>
            </a:xfrm>
            <a:custGeom>
              <a:avLst/>
              <a:pathLst>
                <a:path w="498" h="390">
                  <a:moveTo>
                    <a:pt x="481" y="23"/>
                  </a:moveTo>
                  <a:lnTo>
                    <a:pt x="498" y="40"/>
                  </a:lnTo>
                  <a:lnTo>
                    <a:pt x="496" y="60"/>
                  </a:lnTo>
                  <a:lnTo>
                    <a:pt x="494" y="89"/>
                  </a:lnTo>
                  <a:lnTo>
                    <a:pt x="463" y="257"/>
                  </a:lnTo>
                  <a:lnTo>
                    <a:pt x="446" y="345"/>
                  </a:lnTo>
                  <a:lnTo>
                    <a:pt x="441" y="343"/>
                  </a:lnTo>
                  <a:lnTo>
                    <a:pt x="434" y="342"/>
                  </a:lnTo>
                  <a:lnTo>
                    <a:pt x="427" y="343"/>
                  </a:lnTo>
                  <a:lnTo>
                    <a:pt x="422" y="345"/>
                  </a:lnTo>
                  <a:lnTo>
                    <a:pt x="407" y="351"/>
                  </a:lnTo>
                  <a:lnTo>
                    <a:pt x="396" y="360"/>
                  </a:lnTo>
                  <a:lnTo>
                    <a:pt x="390" y="363"/>
                  </a:lnTo>
                  <a:lnTo>
                    <a:pt x="359" y="371"/>
                  </a:lnTo>
                  <a:lnTo>
                    <a:pt x="348" y="376"/>
                  </a:lnTo>
                  <a:lnTo>
                    <a:pt x="336" y="384"/>
                  </a:lnTo>
                  <a:lnTo>
                    <a:pt x="311" y="390"/>
                  </a:lnTo>
                  <a:lnTo>
                    <a:pt x="259" y="380"/>
                  </a:lnTo>
                  <a:lnTo>
                    <a:pt x="244" y="372"/>
                  </a:lnTo>
                  <a:lnTo>
                    <a:pt x="232" y="360"/>
                  </a:lnTo>
                  <a:lnTo>
                    <a:pt x="213" y="342"/>
                  </a:lnTo>
                  <a:lnTo>
                    <a:pt x="189" y="337"/>
                  </a:lnTo>
                  <a:lnTo>
                    <a:pt x="173" y="334"/>
                  </a:lnTo>
                  <a:lnTo>
                    <a:pt x="156" y="330"/>
                  </a:lnTo>
                  <a:lnTo>
                    <a:pt x="135" y="324"/>
                  </a:lnTo>
                  <a:lnTo>
                    <a:pt x="100" y="303"/>
                  </a:lnTo>
                  <a:lnTo>
                    <a:pt x="11" y="206"/>
                  </a:lnTo>
                  <a:lnTo>
                    <a:pt x="2" y="196"/>
                  </a:lnTo>
                  <a:lnTo>
                    <a:pt x="0" y="173"/>
                  </a:lnTo>
                  <a:lnTo>
                    <a:pt x="6" y="97"/>
                  </a:lnTo>
                  <a:lnTo>
                    <a:pt x="12" y="94"/>
                  </a:lnTo>
                  <a:lnTo>
                    <a:pt x="174" y="23"/>
                  </a:lnTo>
                  <a:lnTo>
                    <a:pt x="199" y="18"/>
                  </a:lnTo>
                  <a:lnTo>
                    <a:pt x="214" y="16"/>
                  </a:lnTo>
                  <a:lnTo>
                    <a:pt x="278" y="2"/>
                  </a:lnTo>
                  <a:lnTo>
                    <a:pt x="284" y="0"/>
                  </a:lnTo>
                  <a:lnTo>
                    <a:pt x="323" y="0"/>
                  </a:lnTo>
                  <a:lnTo>
                    <a:pt x="329" y="6"/>
                  </a:lnTo>
                  <a:lnTo>
                    <a:pt x="333" y="10"/>
                  </a:lnTo>
                  <a:lnTo>
                    <a:pt x="338" y="12"/>
                  </a:lnTo>
                  <a:lnTo>
                    <a:pt x="380" y="20"/>
                  </a:lnTo>
                  <a:lnTo>
                    <a:pt x="420" y="24"/>
                  </a:lnTo>
                  <a:lnTo>
                    <a:pt x="429" y="26"/>
                  </a:lnTo>
                  <a:lnTo>
                    <a:pt x="439" y="26"/>
                  </a:lnTo>
                  <a:lnTo>
                    <a:pt x="449" y="26"/>
                  </a:lnTo>
                  <a:lnTo>
                    <a:pt x="456" y="25"/>
                  </a:lnTo>
                  <a:lnTo>
                    <a:pt x="462" y="24"/>
                  </a:lnTo>
                  <a:lnTo>
                    <a:pt x="467" y="22"/>
                  </a:lnTo>
                  <a:lnTo>
                    <a:pt x="481" y="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7107090" y="2126320"/>
              <a:ext cx="732" cy="659"/>
            </a:xfrm>
            <a:custGeom>
              <a:avLst/>
              <a:pathLst>
                <a:path w="732" h="659">
                  <a:moveTo>
                    <a:pt x="614" y="135"/>
                  </a:moveTo>
                  <a:lnTo>
                    <a:pt x="667" y="188"/>
                  </a:lnTo>
                  <a:lnTo>
                    <a:pt x="676" y="205"/>
                  </a:lnTo>
                  <a:lnTo>
                    <a:pt x="699" y="251"/>
                  </a:lnTo>
                  <a:lnTo>
                    <a:pt x="703" y="275"/>
                  </a:lnTo>
                  <a:lnTo>
                    <a:pt x="732" y="476"/>
                  </a:lnTo>
                  <a:lnTo>
                    <a:pt x="729" y="487"/>
                  </a:lnTo>
                  <a:lnTo>
                    <a:pt x="689" y="566"/>
                  </a:lnTo>
                  <a:lnTo>
                    <a:pt x="681" y="576"/>
                  </a:lnTo>
                  <a:lnTo>
                    <a:pt x="657" y="607"/>
                  </a:lnTo>
                  <a:lnTo>
                    <a:pt x="582" y="659"/>
                  </a:lnTo>
                  <a:lnTo>
                    <a:pt x="561" y="644"/>
                  </a:lnTo>
                  <a:lnTo>
                    <a:pt x="561" y="610"/>
                  </a:lnTo>
                  <a:lnTo>
                    <a:pt x="544" y="586"/>
                  </a:lnTo>
                  <a:lnTo>
                    <a:pt x="525" y="574"/>
                  </a:lnTo>
                  <a:lnTo>
                    <a:pt x="505" y="564"/>
                  </a:lnTo>
                  <a:lnTo>
                    <a:pt x="490" y="561"/>
                  </a:lnTo>
                  <a:lnTo>
                    <a:pt x="481" y="562"/>
                  </a:lnTo>
                  <a:lnTo>
                    <a:pt x="389" y="541"/>
                  </a:lnTo>
                  <a:lnTo>
                    <a:pt x="266" y="516"/>
                  </a:lnTo>
                  <a:lnTo>
                    <a:pt x="208" y="499"/>
                  </a:lnTo>
                  <a:lnTo>
                    <a:pt x="152" y="482"/>
                  </a:lnTo>
                  <a:lnTo>
                    <a:pt x="120" y="455"/>
                  </a:lnTo>
                  <a:lnTo>
                    <a:pt x="110" y="448"/>
                  </a:lnTo>
                  <a:lnTo>
                    <a:pt x="47" y="374"/>
                  </a:lnTo>
                  <a:lnTo>
                    <a:pt x="24" y="341"/>
                  </a:lnTo>
                  <a:lnTo>
                    <a:pt x="19" y="309"/>
                  </a:lnTo>
                  <a:lnTo>
                    <a:pt x="15" y="280"/>
                  </a:lnTo>
                  <a:lnTo>
                    <a:pt x="2" y="172"/>
                  </a:lnTo>
                  <a:lnTo>
                    <a:pt x="11" y="125"/>
                  </a:lnTo>
                  <a:lnTo>
                    <a:pt x="10" y="109"/>
                  </a:lnTo>
                  <a:lnTo>
                    <a:pt x="0" y="98"/>
                  </a:lnTo>
                  <a:lnTo>
                    <a:pt x="16" y="79"/>
                  </a:lnTo>
                  <a:lnTo>
                    <a:pt x="43" y="84"/>
                  </a:lnTo>
                  <a:lnTo>
                    <a:pt x="62" y="83"/>
                  </a:lnTo>
                  <a:lnTo>
                    <a:pt x="139" y="43"/>
                  </a:lnTo>
                  <a:lnTo>
                    <a:pt x="264" y="8"/>
                  </a:lnTo>
                  <a:lnTo>
                    <a:pt x="304" y="1"/>
                  </a:lnTo>
                  <a:lnTo>
                    <a:pt x="321" y="0"/>
                  </a:lnTo>
                  <a:lnTo>
                    <a:pt x="440" y="4"/>
                  </a:lnTo>
                  <a:lnTo>
                    <a:pt x="485" y="11"/>
                  </a:lnTo>
                  <a:lnTo>
                    <a:pt x="557" y="80"/>
                  </a:lnTo>
                  <a:lnTo>
                    <a:pt x="562" y="84"/>
                  </a:lnTo>
                  <a:lnTo>
                    <a:pt x="614" y="1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7105461" y="2126050"/>
              <a:ext cx="846" cy="707"/>
            </a:xfrm>
            <a:custGeom>
              <a:avLst/>
              <a:pathLst>
                <a:path w="846" h="707">
                  <a:moveTo>
                    <a:pt x="790" y="178"/>
                  </a:moveTo>
                  <a:lnTo>
                    <a:pt x="846" y="323"/>
                  </a:lnTo>
                  <a:lnTo>
                    <a:pt x="841" y="411"/>
                  </a:lnTo>
                  <a:lnTo>
                    <a:pt x="833" y="423"/>
                  </a:lnTo>
                  <a:lnTo>
                    <a:pt x="827" y="430"/>
                  </a:lnTo>
                  <a:lnTo>
                    <a:pt x="816" y="435"/>
                  </a:lnTo>
                  <a:lnTo>
                    <a:pt x="803" y="439"/>
                  </a:lnTo>
                  <a:lnTo>
                    <a:pt x="799" y="440"/>
                  </a:lnTo>
                  <a:lnTo>
                    <a:pt x="773" y="449"/>
                  </a:lnTo>
                  <a:lnTo>
                    <a:pt x="726" y="465"/>
                  </a:lnTo>
                  <a:lnTo>
                    <a:pt x="583" y="687"/>
                  </a:lnTo>
                  <a:lnTo>
                    <a:pt x="427" y="707"/>
                  </a:lnTo>
                  <a:lnTo>
                    <a:pt x="434" y="697"/>
                  </a:lnTo>
                  <a:lnTo>
                    <a:pt x="444" y="688"/>
                  </a:lnTo>
                  <a:lnTo>
                    <a:pt x="450" y="677"/>
                  </a:lnTo>
                  <a:lnTo>
                    <a:pt x="449" y="627"/>
                  </a:lnTo>
                  <a:lnTo>
                    <a:pt x="443" y="616"/>
                  </a:lnTo>
                  <a:lnTo>
                    <a:pt x="439" y="607"/>
                  </a:lnTo>
                  <a:lnTo>
                    <a:pt x="426" y="585"/>
                  </a:lnTo>
                  <a:lnTo>
                    <a:pt x="423" y="579"/>
                  </a:lnTo>
                  <a:lnTo>
                    <a:pt x="412" y="569"/>
                  </a:lnTo>
                  <a:lnTo>
                    <a:pt x="392" y="553"/>
                  </a:lnTo>
                  <a:lnTo>
                    <a:pt x="380" y="547"/>
                  </a:lnTo>
                  <a:lnTo>
                    <a:pt x="354" y="535"/>
                  </a:lnTo>
                  <a:lnTo>
                    <a:pt x="328" y="527"/>
                  </a:lnTo>
                  <a:lnTo>
                    <a:pt x="306" y="523"/>
                  </a:lnTo>
                  <a:lnTo>
                    <a:pt x="277" y="516"/>
                  </a:lnTo>
                  <a:lnTo>
                    <a:pt x="229" y="509"/>
                  </a:lnTo>
                  <a:lnTo>
                    <a:pt x="195" y="505"/>
                  </a:lnTo>
                  <a:lnTo>
                    <a:pt x="168" y="504"/>
                  </a:lnTo>
                  <a:lnTo>
                    <a:pt x="160" y="504"/>
                  </a:lnTo>
                  <a:lnTo>
                    <a:pt x="139" y="500"/>
                  </a:lnTo>
                  <a:lnTo>
                    <a:pt x="124" y="501"/>
                  </a:lnTo>
                  <a:lnTo>
                    <a:pt x="119" y="501"/>
                  </a:lnTo>
                  <a:lnTo>
                    <a:pt x="110" y="502"/>
                  </a:lnTo>
                  <a:lnTo>
                    <a:pt x="0" y="144"/>
                  </a:lnTo>
                  <a:lnTo>
                    <a:pt x="4" y="138"/>
                  </a:lnTo>
                  <a:lnTo>
                    <a:pt x="15" y="134"/>
                  </a:lnTo>
                  <a:lnTo>
                    <a:pt x="24" y="121"/>
                  </a:lnTo>
                  <a:lnTo>
                    <a:pt x="29" y="107"/>
                  </a:lnTo>
                  <a:lnTo>
                    <a:pt x="46" y="90"/>
                  </a:lnTo>
                  <a:lnTo>
                    <a:pt x="57" y="84"/>
                  </a:lnTo>
                  <a:lnTo>
                    <a:pt x="71" y="84"/>
                  </a:lnTo>
                  <a:lnTo>
                    <a:pt x="86" y="85"/>
                  </a:lnTo>
                  <a:lnTo>
                    <a:pt x="101" y="80"/>
                  </a:lnTo>
                  <a:lnTo>
                    <a:pt x="109" y="71"/>
                  </a:lnTo>
                  <a:lnTo>
                    <a:pt x="119" y="67"/>
                  </a:lnTo>
                  <a:lnTo>
                    <a:pt x="130" y="66"/>
                  </a:lnTo>
                  <a:lnTo>
                    <a:pt x="143" y="71"/>
                  </a:lnTo>
                  <a:lnTo>
                    <a:pt x="152" y="85"/>
                  </a:lnTo>
                  <a:lnTo>
                    <a:pt x="181" y="132"/>
                  </a:lnTo>
                  <a:lnTo>
                    <a:pt x="279" y="177"/>
                  </a:lnTo>
                  <a:lnTo>
                    <a:pt x="368" y="195"/>
                  </a:lnTo>
                  <a:lnTo>
                    <a:pt x="404" y="195"/>
                  </a:lnTo>
                  <a:lnTo>
                    <a:pt x="458" y="192"/>
                  </a:lnTo>
                  <a:lnTo>
                    <a:pt x="475" y="183"/>
                  </a:lnTo>
                  <a:lnTo>
                    <a:pt x="506" y="140"/>
                  </a:lnTo>
                  <a:lnTo>
                    <a:pt x="540" y="74"/>
                  </a:lnTo>
                  <a:lnTo>
                    <a:pt x="543" y="55"/>
                  </a:lnTo>
                  <a:lnTo>
                    <a:pt x="544" y="51"/>
                  </a:lnTo>
                  <a:lnTo>
                    <a:pt x="553" y="28"/>
                  </a:lnTo>
                  <a:lnTo>
                    <a:pt x="570" y="18"/>
                  </a:lnTo>
                  <a:lnTo>
                    <a:pt x="583" y="4"/>
                  </a:lnTo>
                  <a:lnTo>
                    <a:pt x="589" y="0"/>
                  </a:lnTo>
                  <a:lnTo>
                    <a:pt x="639" y="7"/>
                  </a:lnTo>
                  <a:lnTo>
                    <a:pt x="663" y="24"/>
                  </a:lnTo>
                  <a:lnTo>
                    <a:pt x="720" y="90"/>
                  </a:lnTo>
                  <a:lnTo>
                    <a:pt x="730" y="101"/>
                  </a:lnTo>
                  <a:lnTo>
                    <a:pt x="773" y="150"/>
                  </a:lnTo>
                  <a:lnTo>
                    <a:pt x="784" y="163"/>
                  </a:lnTo>
                  <a:lnTo>
                    <a:pt x="790" y="17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7201337" y="2139596"/>
              <a:ext cx="287" cy="238"/>
            </a:xfrm>
            <a:custGeom>
              <a:avLst/>
              <a:pathLst>
                <a:path w="287" h="238">
                  <a:moveTo>
                    <a:pt x="247" y="13"/>
                  </a:moveTo>
                  <a:lnTo>
                    <a:pt x="263" y="52"/>
                  </a:lnTo>
                  <a:lnTo>
                    <a:pt x="286" y="104"/>
                  </a:lnTo>
                  <a:lnTo>
                    <a:pt x="287" y="111"/>
                  </a:lnTo>
                  <a:lnTo>
                    <a:pt x="286" y="145"/>
                  </a:lnTo>
                  <a:lnTo>
                    <a:pt x="278" y="238"/>
                  </a:lnTo>
                  <a:lnTo>
                    <a:pt x="179" y="230"/>
                  </a:lnTo>
                  <a:lnTo>
                    <a:pt x="60" y="189"/>
                  </a:lnTo>
                  <a:lnTo>
                    <a:pt x="28" y="135"/>
                  </a:lnTo>
                  <a:lnTo>
                    <a:pt x="24" y="128"/>
                  </a:lnTo>
                  <a:lnTo>
                    <a:pt x="0" y="84"/>
                  </a:lnTo>
                  <a:lnTo>
                    <a:pt x="0" y="79"/>
                  </a:lnTo>
                  <a:lnTo>
                    <a:pt x="4" y="17"/>
                  </a:lnTo>
                  <a:lnTo>
                    <a:pt x="4" y="6"/>
                  </a:lnTo>
                  <a:lnTo>
                    <a:pt x="60" y="0"/>
                  </a:lnTo>
                  <a:lnTo>
                    <a:pt x="95" y="10"/>
                  </a:lnTo>
                  <a:lnTo>
                    <a:pt x="141" y="24"/>
                  </a:lnTo>
                  <a:lnTo>
                    <a:pt x="154" y="22"/>
                  </a:lnTo>
                  <a:lnTo>
                    <a:pt x="165" y="18"/>
                  </a:lnTo>
                  <a:lnTo>
                    <a:pt x="226" y="1"/>
                  </a:lnTo>
                  <a:lnTo>
                    <a:pt x="238" y="2"/>
                  </a:lnTo>
                  <a:lnTo>
                    <a:pt x="247" y="1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7207600" y="2140018"/>
              <a:ext cx="513" cy="831"/>
            </a:xfrm>
            <a:custGeom>
              <a:avLst/>
              <a:pathLst>
                <a:path w="513" h="831">
                  <a:moveTo>
                    <a:pt x="492" y="43"/>
                  </a:moveTo>
                  <a:lnTo>
                    <a:pt x="513" y="72"/>
                  </a:lnTo>
                  <a:lnTo>
                    <a:pt x="513" y="97"/>
                  </a:lnTo>
                  <a:lnTo>
                    <a:pt x="481" y="274"/>
                  </a:lnTo>
                  <a:lnTo>
                    <a:pt x="473" y="297"/>
                  </a:lnTo>
                  <a:lnTo>
                    <a:pt x="462" y="311"/>
                  </a:lnTo>
                  <a:lnTo>
                    <a:pt x="444" y="335"/>
                  </a:lnTo>
                  <a:lnTo>
                    <a:pt x="432" y="351"/>
                  </a:lnTo>
                  <a:lnTo>
                    <a:pt x="390" y="375"/>
                  </a:lnTo>
                  <a:lnTo>
                    <a:pt x="376" y="382"/>
                  </a:lnTo>
                  <a:lnTo>
                    <a:pt x="326" y="430"/>
                  </a:lnTo>
                  <a:lnTo>
                    <a:pt x="322" y="438"/>
                  </a:lnTo>
                  <a:lnTo>
                    <a:pt x="317" y="462"/>
                  </a:lnTo>
                  <a:lnTo>
                    <a:pt x="316" y="469"/>
                  </a:lnTo>
                  <a:lnTo>
                    <a:pt x="314" y="474"/>
                  </a:lnTo>
                  <a:lnTo>
                    <a:pt x="312" y="478"/>
                  </a:lnTo>
                  <a:lnTo>
                    <a:pt x="308" y="482"/>
                  </a:lnTo>
                  <a:lnTo>
                    <a:pt x="303" y="488"/>
                  </a:lnTo>
                  <a:lnTo>
                    <a:pt x="290" y="501"/>
                  </a:lnTo>
                  <a:lnTo>
                    <a:pt x="286" y="507"/>
                  </a:lnTo>
                  <a:lnTo>
                    <a:pt x="276" y="526"/>
                  </a:lnTo>
                  <a:lnTo>
                    <a:pt x="275" y="548"/>
                  </a:lnTo>
                  <a:lnTo>
                    <a:pt x="277" y="555"/>
                  </a:lnTo>
                  <a:lnTo>
                    <a:pt x="285" y="571"/>
                  </a:lnTo>
                  <a:lnTo>
                    <a:pt x="287" y="577"/>
                  </a:lnTo>
                  <a:lnTo>
                    <a:pt x="299" y="674"/>
                  </a:lnTo>
                  <a:lnTo>
                    <a:pt x="296" y="683"/>
                  </a:lnTo>
                  <a:lnTo>
                    <a:pt x="256" y="823"/>
                  </a:lnTo>
                  <a:lnTo>
                    <a:pt x="254" y="830"/>
                  </a:lnTo>
                  <a:lnTo>
                    <a:pt x="245" y="831"/>
                  </a:lnTo>
                  <a:lnTo>
                    <a:pt x="235" y="819"/>
                  </a:lnTo>
                  <a:lnTo>
                    <a:pt x="232" y="814"/>
                  </a:lnTo>
                  <a:lnTo>
                    <a:pt x="227" y="808"/>
                  </a:lnTo>
                  <a:lnTo>
                    <a:pt x="191" y="764"/>
                  </a:lnTo>
                  <a:lnTo>
                    <a:pt x="54" y="583"/>
                  </a:lnTo>
                  <a:lnTo>
                    <a:pt x="39" y="562"/>
                  </a:lnTo>
                  <a:lnTo>
                    <a:pt x="31" y="553"/>
                  </a:lnTo>
                  <a:lnTo>
                    <a:pt x="80" y="444"/>
                  </a:lnTo>
                  <a:lnTo>
                    <a:pt x="97" y="357"/>
                  </a:lnTo>
                  <a:lnTo>
                    <a:pt x="100" y="335"/>
                  </a:lnTo>
                  <a:lnTo>
                    <a:pt x="99" y="330"/>
                  </a:lnTo>
                  <a:lnTo>
                    <a:pt x="94" y="323"/>
                  </a:lnTo>
                  <a:lnTo>
                    <a:pt x="88" y="317"/>
                  </a:lnTo>
                  <a:lnTo>
                    <a:pt x="61" y="295"/>
                  </a:lnTo>
                  <a:lnTo>
                    <a:pt x="56" y="288"/>
                  </a:lnTo>
                  <a:lnTo>
                    <a:pt x="50" y="282"/>
                  </a:lnTo>
                  <a:lnTo>
                    <a:pt x="46" y="279"/>
                  </a:lnTo>
                  <a:lnTo>
                    <a:pt x="19" y="248"/>
                  </a:lnTo>
                  <a:lnTo>
                    <a:pt x="0" y="215"/>
                  </a:lnTo>
                  <a:lnTo>
                    <a:pt x="0" y="196"/>
                  </a:lnTo>
                  <a:lnTo>
                    <a:pt x="3" y="189"/>
                  </a:lnTo>
                  <a:lnTo>
                    <a:pt x="9" y="166"/>
                  </a:lnTo>
                  <a:lnTo>
                    <a:pt x="23" y="114"/>
                  </a:lnTo>
                  <a:lnTo>
                    <a:pt x="38" y="90"/>
                  </a:lnTo>
                  <a:lnTo>
                    <a:pt x="62" y="68"/>
                  </a:lnTo>
                  <a:lnTo>
                    <a:pt x="90" y="57"/>
                  </a:lnTo>
                  <a:lnTo>
                    <a:pt x="96" y="55"/>
                  </a:lnTo>
                  <a:lnTo>
                    <a:pt x="103" y="54"/>
                  </a:lnTo>
                  <a:lnTo>
                    <a:pt x="122" y="54"/>
                  </a:lnTo>
                  <a:lnTo>
                    <a:pt x="127" y="53"/>
                  </a:lnTo>
                  <a:lnTo>
                    <a:pt x="133" y="52"/>
                  </a:lnTo>
                  <a:lnTo>
                    <a:pt x="139" y="51"/>
                  </a:lnTo>
                  <a:lnTo>
                    <a:pt x="145" y="48"/>
                  </a:lnTo>
                  <a:lnTo>
                    <a:pt x="152" y="45"/>
                  </a:lnTo>
                  <a:lnTo>
                    <a:pt x="185" y="27"/>
                  </a:lnTo>
                  <a:lnTo>
                    <a:pt x="189" y="24"/>
                  </a:lnTo>
                  <a:lnTo>
                    <a:pt x="212" y="6"/>
                  </a:lnTo>
                  <a:lnTo>
                    <a:pt x="229" y="0"/>
                  </a:lnTo>
                  <a:lnTo>
                    <a:pt x="243" y="0"/>
                  </a:lnTo>
                  <a:lnTo>
                    <a:pt x="249" y="2"/>
                  </a:lnTo>
                  <a:lnTo>
                    <a:pt x="295" y="20"/>
                  </a:lnTo>
                  <a:lnTo>
                    <a:pt x="301" y="22"/>
                  </a:lnTo>
                  <a:lnTo>
                    <a:pt x="307" y="23"/>
                  </a:lnTo>
                  <a:lnTo>
                    <a:pt x="314" y="23"/>
                  </a:lnTo>
                  <a:lnTo>
                    <a:pt x="322" y="24"/>
                  </a:lnTo>
                  <a:lnTo>
                    <a:pt x="338" y="23"/>
                  </a:lnTo>
                  <a:lnTo>
                    <a:pt x="401" y="9"/>
                  </a:lnTo>
                  <a:lnTo>
                    <a:pt x="411" y="8"/>
                  </a:lnTo>
                  <a:lnTo>
                    <a:pt x="427" y="9"/>
                  </a:lnTo>
                  <a:lnTo>
                    <a:pt x="492" y="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7115686" y="2125093"/>
              <a:ext cx="408" cy="468"/>
            </a:xfrm>
            <a:custGeom>
              <a:avLst/>
              <a:pathLst>
                <a:path w="408" h="468">
                  <a:moveTo>
                    <a:pt x="332" y="356"/>
                  </a:moveTo>
                  <a:lnTo>
                    <a:pt x="323" y="368"/>
                  </a:lnTo>
                  <a:lnTo>
                    <a:pt x="304" y="374"/>
                  </a:lnTo>
                  <a:lnTo>
                    <a:pt x="298" y="367"/>
                  </a:lnTo>
                  <a:lnTo>
                    <a:pt x="287" y="362"/>
                  </a:lnTo>
                  <a:lnTo>
                    <a:pt x="211" y="368"/>
                  </a:lnTo>
                  <a:lnTo>
                    <a:pt x="149" y="374"/>
                  </a:lnTo>
                  <a:lnTo>
                    <a:pt x="104" y="383"/>
                  </a:lnTo>
                  <a:lnTo>
                    <a:pt x="101" y="392"/>
                  </a:lnTo>
                  <a:lnTo>
                    <a:pt x="97" y="397"/>
                  </a:lnTo>
                  <a:lnTo>
                    <a:pt x="84" y="421"/>
                  </a:lnTo>
                  <a:lnTo>
                    <a:pt x="80" y="433"/>
                  </a:lnTo>
                  <a:lnTo>
                    <a:pt x="64" y="459"/>
                  </a:lnTo>
                  <a:lnTo>
                    <a:pt x="55" y="464"/>
                  </a:lnTo>
                  <a:lnTo>
                    <a:pt x="34" y="468"/>
                  </a:lnTo>
                  <a:lnTo>
                    <a:pt x="18" y="464"/>
                  </a:lnTo>
                  <a:lnTo>
                    <a:pt x="13" y="450"/>
                  </a:lnTo>
                  <a:lnTo>
                    <a:pt x="21" y="434"/>
                  </a:lnTo>
                  <a:lnTo>
                    <a:pt x="33" y="411"/>
                  </a:lnTo>
                  <a:lnTo>
                    <a:pt x="33" y="389"/>
                  </a:lnTo>
                  <a:lnTo>
                    <a:pt x="10" y="350"/>
                  </a:lnTo>
                  <a:lnTo>
                    <a:pt x="0" y="337"/>
                  </a:lnTo>
                  <a:lnTo>
                    <a:pt x="0" y="311"/>
                  </a:lnTo>
                  <a:lnTo>
                    <a:pt x="11" y="303"/>
                  </a:lnTo>
                  <a:lnTo>
                    <a:pt x="20" y="299"/>
                  </a:lnTo>
                  <a:lnTo>
                    <a:pt x="28" y="288"/>
                  </a:lnTo>
                  <a:lnTo>
                    <a:pt x="26" y="279"/>
                  </a:lnTo>
                  <a:lnTo>
                    <a:pt x="23" y="273"/>
                  </a:lnTo>
                  <a:lnTo>
                    <a:pt x="24" y="258"/>
                  </a:lnTo>
                  <a:lnTo>
                    <a:pt x="23" y="246"/>
                  </a:lnTo>
                  <a:lnTo>
                    <a:pt x="213" y="3"/>
                  </a:lnTo>
                  <a:lnTo>
                    <a:pt x="216" y="0"/>
                  </a:lnTo>
                  <a:lnTo>
                    <a:pt x="241" y="6"/>
                  </a:lnTo>
                  <a:lnTo>
                    <a:pt x="324" y="45"/>
                  </a:lnTo>
                  <a:lnTo>
                    <a:pt x="351" y="67"/>
                  </a:lnTo>
                  <a:lnTo>
                    <a:pt x="364" y="96"/>
                  </a:lnTo>
                  <a:lnTo>
                    <a:pt x="398" y="171"/>
                  </a:lnTo>
                  <a:lnTo>
                    <a:pt x="400" y="177"/>
                  </a:lnTo>
                  <a:lnTo>
                    <a:pt x="404" y="186"/>
                  </a:lnTo>
                  <a:lnTo>
                    <a:pt x="405" y="211"/>
                  </a:lnTo>
                  <a:lnTo>
                    <a:pt x="408" y="221"/>
                  </a:lnTo>
                  <a:lnTo>
                    <a:pt x="407" y="242"/>
                  </a:lnTo>
                  <a:lnTo>
                    <a:pt x="406" y="251"/>
                  </a:lnTo>
                  <a:lnTo>
                    <a:pt x="399" y="268"/>
                  </a:lnTo>
                  <a:lnTo>
                    <a:pt x="357" y="323"/>
                  </a:lnTo>
                  <a:lnTo>
                    <a:pt x="342" y="343"/>
                  </a:lnTo>
                  <a:lnTo>
                    <a:pt x="332" y="35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7116642" y="2124657"/>
              <a:ext cx="825" cy="458"/>
            </a:xfrm>
            <a:custGeom>
              <a:avLst/>
              <a:pathLst>
                <a:path w="825" h="458">
                  <a:moveTo>
                    <a:pt x="672" y="224"/>
                  </a:moveTo>
                  <a:lnTo>
                    <a:pt x="553" y="235"/>
                  </a:lnTo>
                  <a:lnTo>
                    <a:pt x="510" y="224"/>
                  </a:lnTo>
                  <a:lnTo>
                    <a:pt x="453" y="217"/>
                  </a:lnTo>
                  <a:lnTo>
                    <a:pt x="398" y="227"/>
                  </a:lnTo>
                  <a:lnTo>
                    <a:pt x="386" y="239"/>
                  </a:lnTo>
                  <a:lnTo>
                    <a:pt x="379" y="296"/>
                  </a:lnTo>
                  <a:lnTo>
                    <a:pt x="376" y="311"/>
                  </a:lnTo>
                  <a:lnTo>
                    <a:pt x="339" y="431"/>
                  </a:lnTo>
                  <a:lnTo>
                    <a:pt x="316" y="447"/>
                  </a:lnTo>
                  <a:lnTo>
                    <a:pt x="277" y="451"/>
                  </a:lnTo>
                  <a:lnTo>
                    <a:pt x="216" y="424"/>
                  </a:lnTo>
                  <a:lnTo>
                    <a:pt x="207" y="421"/>
                  </a:lnTo>
                  <a:lnTo>
                    <a:pt x="193" y="421"/>
                  </a:lnTo>
                  <a:lnTo>
                    <a:pt x="179" y="433"/>
                  </a:lnTo>
                  <a:lnTo>
                    <a:pt x="168" y="441"/>
                  </a:lnTo>
                  <a:lnTo>
                    <a:pt x="142" y="448"/>
                  </a:lnTo>
                  <a:lnTo>
                    <a:pt x="129" y="446"/>
                  </a:lnTo>
                  <a:lnTo>
                    <a:pt x="118" y="451"/>
                  </a:lnTo>
                  <a:lnTo>
                    <a:pt x="104" y="458"/>
                  </a:lnTo>
                  <a:lnTo>
                    <a:pt x="66" y="457"/>
                  </a:lnTo>
                  <a:lnTo>
                    <a:pt x="45" y="450"/>
                  </a:lnTo>
                  <a:lnTo>
                    <a:pt x="42" y="437"/>
                  </a:lnTo>
                  <a:lnTo>
                    <a:pt x="37" y="427"/>
                  </a:lnTo>
                  <a:lnTo>
                    <a:pt x="29" y="413"/>
                  </a:lnTo>
                  <a:lnTo>
                    <a:pt x="24" y="395"/>
                  </a:lnTo>
                  <a:lnTo>
                    <a:pt x="0" y="370"/>
                  </a:lnTo>
                  <a:lnTo>
                    <a:pt x="2" y="330"/>
                  </a:lnTo>
                  <a:lnTo>
                    <a:pt x="151" y="102"/>
                  </a:lnTo>
                  <a:lnTo>
                    <a:pt x="302" y="63"/>
                  </a:lnTo>
                  <a:lnTo>
                    <a:pt x="427" y="31"/>
                  </a:lnTo>
                  <a:lnTo>
                    <a:pt x="513" y="8"/>
                  </a:lnTo>
                  <a:lnTo>
                    <a:pt x="805" y="0"/>
                  </a:lnTo>
                  <a:lnTo>
                    <a:pt x="819" y="9"/>
                  </a:lnTo>
                  <a:lnTo>
                    <a:pt x="825" y="22"/>
                  </a:lnTo>
                  <a:lnTo>
                    <a:pt x="811" y="102"/>
                  </a:lnTo>
                  <a:lnTo>
                    <a:pt x="797" y="122"/>
                  </a:lnTo>
                  <a:lnTo>
                    <a:pt x="733" y="195"/>
                  </a:lnTo>
                  <a:lnTo>
                    <a:pt x="672" y="22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7223799" y="2140233"/>
              <a:ext cx="433" cy="901"/>
            </a:xfrm>
            <a:custGeom>
              <a:avLst/>
              <a:pathLst>
                <a:path w="433" h="901">
                  <a:moveTo>
                    <a:pt x="88" y="858"/>
                  </a:moveTo>
                  <a:lnTo>
                    <a:pt x="71" y="901"/>
                  </a:lnTo>
                  <a:lnTo>
                    <a:pt x="22" y="842"/>
                  </a:lnTo>
                  <a:lnTo>
                    <a:pt x="5" y="822"/>
                  </a:lnTo>
                  <a:lnTo>
                    <a:pt x="0" y="791"/>
                  </a:lnTo>
                  <a:lnTo>
                    <a:pt x="6" y="752"/>
                  </a:lnTo>
                  <a:lnTo>
                    <a:pt x="71" y="624"/>
                  </a:lnTo>
                  <a:lnTo>
                    <a:pt x="171" y="428"/>
                  </a:lnTo>
                  <a:lnTo>
                    <a:pt x="258" y="241"/>
                  </a:lnTo>
                  <a:lnTo>
                    <a:pt x="277" y="191"/>
                  </a:lnTo>
                  <a:lnTo>
                    <a:pt x="286" y="140"/>
                  </a:lnTo>
                  <a:lnTo>
                    <a:pt x="290" y="123"/>
                  </a:lnTo>
                  <a:lnTo>
                    <a:pt x="317" y="67"/>
                  </a:lnTo>
                  <a:lnTo>
                    <a:pt x="331" y="47"/>
                  </a:lnTo>
                  <a:lnTo>
                    <a:pt x="345" y="28"/>
                  </a:lnTo>
                  <a:lnTo>
                    <a:pt x="357" y="17"/>
                  </a:lnTo>
                  <a:lnTo>
                    <a:pt x="367" y="9"/>
                  </a:lnTo>
                  <a:lnTo>
                    <a:pt x="385" y="4"/>
                  </a:lnTo>
                  <a:lnTo>
                    <a:pt x="409" y="0"/>
                  </a:lnTo>
                  <a:lnTo>
                    <a:pt x="422" y="0"/>
                  </a:lnTo>
                  <a:lnTo>
                    <a:pt x="433" y="3"/>
                  </a:lnTo>
                  <a:lnTo>
                    <a:pt x="426" y="6"/>
                  </a:lnTo>
                  <a:lnTo>
                    <a:pt x="405" y="13"/>
                  </a:lnTo>
                  <a:lnTo>
                    <a:pt x="374" y="51"/>
                  </a:lnTo>
                  <a:lnTo>
                    <a:pt x="371" y="55"/>
                  </a:lnTo>
                  <a:lnTo>
                    <a:pt x="341" y="93"/>
                  </a:lnTo>
                  <a:lnTo>
                    <a:pt x="284" y="297"/>
                  </a:lnTo>
                  <a:lnTo>
                    <a:pt x="224" y="606"/>
                  </a:lnTo>
                  <a:lnTo>
                    <a:pt x="201" y="657"/>
                  </a:lnTo>
                  <a:lnTo>
                    <a:pt x="149" y="738"/>
                  </a:lnTo>
                  <a:lnTo>
                    <a:pt x="141" y="751"/>
                  </a:lnTo>
                  <a:lnTo>
                    <a:pt x="88" y="8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7201929" y="2135144"/>
              <a:ext cx="897" cy="596"/>
            </a:xfrm>
            <a:custGeom>
              <a:avLst/>
              <a:pathLst>
                <a:path w="897" h="596">
                  <a:moveTo>
                    <a:pt x="880" y="340"/>
                  </a:moveTo>
                  <a:lnTo>
                    <a:pt x="848" y="364"/>
                  </a:lnTo>
                  <a:lnTo>
                    <a:pt x="843" y="355"/>
                  </a:lnTo>
                  <a:lnTo>
                    <a:pt x="836" y="350"/>
                  </a:lnTo>
                  <a:lnTo>
                    <a:pt x="830" y="348"/>
                  </a:lnTo>
                  <a:lnTo>
                    <a:pt x="821" y="346"/>
                  </a:lnTo>
                  <a:lnTo>
                    <a:pt x="807" y="349"/>
                  </a:lnTo>
                  <a:lnTo>
                    <a:pt x="797" y="353"/>
                  </a:lnTo>
                  <a:lnTo>
                    <a:pt x="789" y="356"/>
                  </a:lnTo>
                  <a:lnTo>
                    <a:pt x="784" y="359"/>
                  </a:lnTo>
                  <a:lnTo>
                    <a:pt x="777" y="362"/>
                  </a:lnTo>
                  <a:lnTo>
                    <a:pt x="771" y="364"/>
                  </a:lnTo>
                  <a:lnTo>
                    <a:pt x="736" y="381"/>
                  </a:lnTo>
                  <a:lnTo>
                    <a:pt x="727" y="383"/>
                  </a:lnTo>
                  <a:lnTo>
                    <a:pt x="718" y="383"/>
                  </a:lnTo>
                  <a:lnTo>
                    <a:pt x="711" y="380"/>
                  </a:lnTo>
                  <a:lnTo>
                    <a:pt x="696" y="371"/>
                  </a:lnTo>
                  <a:lnTo>
                    <a:pt x="678" y="364"/>
                  </a:lnTo>
                  <a:lnTo>
                    <a:pt x="662" y="357"/>
                  </a:lnTo>
                  <a:lnTo>
                    <a:pt x="642" y="354"/>
                  </a:lnTo>
                  <a:lnTo>
                    <a:pt x="632" y="354"/>
                  </a:lnTo>
                  <a:lnTo>
                    <a:pt x="613" y="355"/>
                  </a:lnTo>
                  <a:lnTo>
                    <a:pt x="579" y="335"/>
                  </a:lnTo>
                  <a:lnTo>
                    <a:pt x="574" y="329"/>
                  </a:lnTo>
                  <a:lnTo>
                    <a:pt x="569" y="323"/>
                  </a:lnTo>
                  <a:lnTo>
                    <a:pt x="566" y="320"/>
                  </a:lnTo>
                  <a:lnTo>
                    <a:pt x="558" y="320"/>
                  </a:lnTo>
                  <a:lnTo>
                    <a:pt x="524" y="329"/>
                  </a:lnTo>
                  <a:lnTo>
                    <a:pt x="433" y="381"/>
                  </a:lnTo>
                  <a:lnTo>
                    <a:pt x="361" y="424"/>
                  </a:lnTo>
                  <a:lnTo>
                    <a:pt x="336" y="448"/>
                  </a:lnTo>
                  <a:lnTo>
                    <a:pt x="327" y="457"/>
                  </a:lnTo>
                  <a:lnTo>
                    <a:pt x="288" y="494"/>
                  </a:lnTo>
                  <a:lnTo>
                    <a:pt x="280" y="502"/>
                  </a:lnTo>
                  <a:lnTo>
                    <a:pt x="265" y="553"/>
                  </a:lnTo>
                  <a:lnTo>
                    <a:pt x="201" y="596"/>
                  </a:lnTo>
                  <a:lnTo>
                    <a:pt x="192" y="591"/>
                  </a:lnTo>
                  <a:lnTo>
                    <a:pt x="183" y="587"/>
                  </a:lnTo>
                  <a:lnTo>
                    <a:pt x="176" y="585"/>
                  </a:lnTo>
                  <a:lnTo>
                    <a:pt x="150" y="575"/>
                  </a:lnTo>
                  <a:lnTo>
                    <a:pt x="99" y="537"/>
                  </a:lnTo>
                  <a:lnTo>
                    <a:pt x="33" y="485"/>
                  </a:lnTo>
                  <a:lnTo>
                    <a:pt x="29" y="482"/>
                  </a:lnTo>
                  <a:lnTo>
                    <a:pt x="9" y="463"/>
                  </a:lnTo>
                  <a:lnTo>
                    <a:pt x="0" y="432"/>
                  </a:lnTo>
                  <a:lnTo>
                    <a:pt x="16" y="395"/>
                  </a:lnTo>
                  <a:lnTo>
                    <a:pt x="24" y="375"/>
                  </a:lnTo>
                  <a:lnTo>
                    <a:pt x="25" y="363"/>
                  </a:lnTo>
                  <a:lnTo>
                    <a:pt x="42" y="320"/>
                  </a:lnTo>
                  <a:lnTo>
                    <a:pt x="82" y="315"/>
                  </a:lnTo>
                  <a:lnTo>
                    <a:pt x="109" y="325"/>
                  </a:lnTo>
                  <a:lnTo>
                    <a:pt x="150" y="358"/>
                  </a:lnTo>
                  <a:lnTo>
                    <a:pt x="185" y="365"/>
                  </a:lnTo>
                  <a:lnTo>
                    <a:pt x="191" y="364"/>
                  </a:lnTo>
                  <a:lnTo>
                    <a:pt x="199" y="363"/>
                  </a:lnTo>
                  <a:lnTo>
                    <a:pt x="215" y="358"/>
                  </a:lnTo>
                  <a:lnTo>
                    <a:pt x="232" y="349"/>
                  </a:lnTo>
                  <a:lnTo>
                    <a:pt x="253" y="338"/>
                  </a:lnTo>
                  <a:lnTo>
                    <a:pt x="265" y="330"/>
                  </a:lnTo>
                  <a:lnTo>
                    <a:pt x="270" y="323"/>
                  </a:lnTo>
                  <a:lnTo>
                    <a:pt x="335" y="266"/>
                  </a:lnTo>
                  <a:lnTo>
                    <a:pt x="344" y="254"/>
                  </a:lnTo>
                  <a:lnTo>
                    <a:pt x="347" y="249"/>
                  </a:lnTo>
                  <a:lnTo>
                    <a:pt x="351" y="242"/>
                  </a:lnTo>
                  <a:lnTo>
                    <a:pt x="421" y="116"/>
                  </a:lnTo>
                  <a:lnTo>
                    <a:pt x="461" y="107"/>
                  </a:lnTo>
                  <a:lnTo>
                    <a:pt x="465" y="107"/>
                  </a:lnTo>
                  <a:lnTo>
                    <a:pt x="470" y="105"/>
                  </a:lnTo>
                  <a:lnTo>
                    <a:pt x="550" y="74"/>
                  </a:lnTo>
                  <a:lnTo>
                    <a:pt x="627" y="45"/>
                  </a:lnTo>
                  <a:lnTo>
                    <a:pt x="648" y="32"/>
                  </a:lnTo>
                  <a:lnTo>
                    <a:pt x="657" y="28"/>
                  </a:lnTo>
                  <a:lnTo>
                    <a:pt x="665" y="24"/>
                  </a:lnTo>
                  <a:lnTo>
                    <a:pt x="677" y="14"/>
                  </a:lnTo>
                  <a:lnTo>
                    <a:pt x="718" y="8"/>
                  </a:lnTo>
                  <a:lnTo>
                    <a:pt x="756" y="6"/>
                  </a:lnTo>
                  <a:lnTo>
                    <a:pt x="766" y="6"/>
                  </a:lnTo>
                  <a:lnTo>
                    <a:pt x="778" y="0"/>
                  </a:lnTo>
                  <a:lnTo>
                    <a:pt x="788" y="4"/>
                  </a:lnTo>
                  <a:lnTo>
                    <a:pt x="829" y="52"/>
                  </a:lnTo>
                  <a:lnTo>
                    <a:pt x="843" y="72"/>
                  </a:lnTo>
                  <a:lnTo>
                    <a:pt x="852" y="91"/>
                  </a:lnTo>
                  <a:lnTo>
                    <a:pt x="890" y="195"/>
                  </a:lnTo>
                  <a:lnTo>
                    <a:pt x="897" y="232"/>
                  </a:lnTo>
                  <a:lnTo>
                    <a:pt x="895" y="246"/>
                  </a:lnTo>
                  <a:lnTo>
                    <a:pt x="880" y="34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7194049" y="2133504"/>
              <a:ext cx="647" cy="598"/>
            </a:xfrm>
            <a:custGeom>
              <a:avLst/>
              <a:pathLst>
                <a:path w="647" h="598">
                  <a:moveTo>
                    <a:pt x="414" y="541"/>
                  </a:moveTo>
                  <a:lnTo>
                    <a:pt x="206" y="598"/>
                  </a:lnTo>
                  <a:lnTo>
                    <a:pt x="194" y="596"/>
                  </a:lnTo>
                  <a:lnTo>
                    <a:pt x="180" y="596"/>
                  </a:lnTo>
                  <a:lnTo>
                    <a:pt x="175" y="597"/>
                  </a:lnTo>
                  <a:lnTo>
                    <a:pt x="168" y="591"/>
                  </a:lnTo>
                  <a:lnTo>
                    <a:pt x="161" y="590"/>
                  </a:lnTo>
                  <a:lnTo>
                    <a:pt x="144" y="587"/>
                  </a:lnTo>
                  <a:lnTo>
                    <a:pt x="59" y="570"/>
                  </a:lnTo>
                  <a:lnTo>
                    <a:pt x="29" y="550"/>
                  </a:lnTo>
                  <a:lnTo>
                    <a:pt x="19" y="525"/>
                  </a:lnTo>
                  <a:lnTo>
                    <a:pt x="1" y="440"/>
                  </a:lnTo>
                  <a:lnTo>
                    <a:pt x="0" y="422"/>
                  </a:lnTo>
                  <a:lnTo>
                    <a:pt x="2" y="419"/>
                  </a:lnTo>
                  <a:lnTo>
                    <a:pt x="12" y="385"/>
                  </a:lnTo>
                  <a:lnTo>
                    <a:pt x="48" y="363"/>
                  </a:lnTo>
                  <a:lnTo>
                    <a:pt x="75" y="346"/>
                  </a:lnTo>
                  <a:lnTo>
                    <a:pt x="106" y="340"/>
                  </a:lnTo>
                  <a:lnTo>
                    <a:pt x="113" y="335"/>
                  </a:lnTo>
                  <a:lnTo>
                    <a:pt x="118" y="329"/>
                  </a:lnTo>
                  <a:lnTo>
                    <a:pt x="121" y="325"/>
                  </a:lnTo>
                  <a:lnTo>
                    <a:pt x="124" y="321"/>
                  </a:lnTo>
                  <a:lnTo>
                    <a:pt x="126" y="317"/>
                  </a:lnTo>
                  <a:lnTo>
                    <a:pt x="128" y="312"/>
                  </a:lnTo>
                  <a:lnTo>
                    <a:pt x="163" y="224"/>
                  </a:lnTo>
                  <a:lnTo>
                    <a:pt x="165" y="219"/>
                  </a:lnTo>
                  <a:lnTo>
                    <a:pt x="178" y="174"/>
                  </a:lnTo>
                  <a:lnTo>
                    <a:pt x="180" y="169"/>
                  </a:lnTo>
                  <a:lnTo>
                    <a:pt x="182" y="160"/>
                  </a:lnTo>
                  <a:lnTo>
                    <a:pt x="183" y="155"/>
                  </a:lnTo>
                  <a:lnTo>
                    <a:pt x="183" y="150"/>
                  </a:lnTo>
                  <a:lnTo>
                    <a:pt x="183" y="133"/>
                  </a:lnTo>
                  <a:lnTo>
                    <a:pt x="180" y="13"/>
                  </a:lnTo>
                  <a:lnTo>
                    <a:pt x="189" y="0"/>
                  </a:lnTo>
                  <a:lnTo>
                    <a:pt x="210" y="1"/>
                  </a:lnTo>
                  <a:lnTo>
                    <a:pt x="264" y="23"/>
                  </a:lnTo>
                  <a:lnTo>
                    <a:pt x="578" y="195"/>
                  </a:lnTo>
                  <a:lnTo>
                    <a:pt x="620" y="231"/>
                  </a:lnTo>
                  <a:lnTo>
                    <a:pt x="624" y="238"/>
                  </a:lnTo>
                  <a:lnTo>
                    <a:pt x="631" y="248"/>
                  </a:lnTo>
                  <a:lnTo>
                    <a:pt x="635" y="261"/>
                  </a:lnTo>
                  <a:lnTo>
                    <a:pt x="637" y="267"/>
                  </a:lnTo>
                  <a:lnTo>
                    <a:pt x="641" y="273"/>
                  </a:lnTo>
                  <a:lnTo>
                    <a:pt x="645" y="277"/>
                  </a:lnTo>
                  <a:lnTo>
                    <a:pt x="646" y="285"/>
                  </a:lnTo>
                  <a:lnTo>
                    <a:pt x="647" y="292"/>
                  </a:lnTo>
                  <a:lnTo>
                    <a:pt x="517" y="482"/>
                  </a:lnTo>
                  <a:lnTo>
                    <a:pt x="510" y="492"/>
                  </a:lnTo>
                  <a:lnTo>
                    <a:pt x="503" y="499"/>
                  </a:lnTo>
                  <a:lnTo>
                    <a:pt x="453" y="522"/>
                  </a:lnTo>
                  <a:lnTo>
                    <a:pt x="450" y="527"/>
                  </a:lnTo>
                  <a:lnTo>
                    <a:pt x="446" y="529"/>
                  </a:lnTo>
                  <a:lnTo>
                    <a:pt x="441" y="528"/>
                  </a:lnTo>
                  <a:lnTo>
                    <a:pt x="418" y="539"/>
                  </a:lnTo>
                  <a:lnTo>
                    <a:pt x="414" y="5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7200704" y="2134163"/>
              <a:ext cx="1103" cy="1905"/>
            </a:xfrm>
            <a:custGeom>
              <a:avLst/>
              <a:pathLst>
                <a:path w="1103" h="1905">
                  <a:moveTo>
                    <a:pt x="416" y="277"/>
                  </a:moveTo>
                  <a:lnTo>
                    <a:pt x="427" y="281"/>
                  </a:lnTo>
                  <a:lnTo>
                    <a:pt x="434" y="282"/>
                  </a:lnTo>
                  <a:lnTo>
                    <a:pt x="440" y="281"/>
                  </a:lnTo>
                  <a:lnTo>
                    <a:pt x="445" y="278"/>
                  </a:lnTo>
                  <a:lnTo>
                    <a:pt x="448" y="275"/>
                  </a:lnTo>
                  <a:lnTo>
                    <a:pt x="454" y="271"/>
                  </a:lnTo>
                  <a:lnTo>
                    <a:pt x="459" y="269"/>
                  </a:lnTo>
                  <a:lnTo>
                    <a:pt x="466" y="266"/>
                  </a:lnTo>
                  <a:lnTo>
                    <a:pt x="470" y="267"/>
                  </a:lnTo>
                  <a:lnTo>
                    <a:pt x="476" y="273"/>
                  </a:lnTo>
                  <a:lnTo>
                    <a:pt x="482" y="276"/>
                  </a:lnTo>
                  <a:lnTo>
                    <a:pt x="489" y="282"/>
                  </a:lnTo>
                  <a:lnTo>
                    <a:pt x="499" y="289"/>
                  </a:lnTo>
                  <a:lnTo>
                    <a:pt x="535" y="315"/>
                  </a:lnTo>
                  <a:lnTo>
                    <a:pt x="539" y="319"/>
                  </a:lnTo>
                  <a:lnTo>
                    <a:pt x="543" y="323"/>
                  </a:lnTo>
                  <a:lnTo>
                    <a:pt x="546" y="326"/>
                  </a:lnTo>
                  <a:lnTo>
                    <a:pt x="549" y="328"/>
                  </a:lnTo>
                  <a:lnTo>
                    <a:pt x="555" y="330"/>
                  </a:lnTo>
                  <a:lnTo>
                    <a:pt x="560" y="331"/>
                  </a:lnTo>
                  <a:lnTo>
                    <a:pt x="564" y="330"/>
                  </a:lnTo>
                  <a:lnTo>
                    <a:pt x="569" y="329"/>
                  </a:lnTo>
                  <a:lnTo>
                    <a:pt x="574" y="326"/>
                  </a:lnTo>
                  <a:lnTo>
                    <a:pt x="585" y="314"/>
                  </a:lnTo>
                  <a:lnTo>
                    <a:pt x="664" y="225"/>
                  </a:lnTo>
                  <a:lnTo>
                    <a:pt x="668" y="223"/>
                  </a:lnTo>
                  <a:lnTo>
                    <a:pt x="675" y="213"/>
                  </a:lnTo>
                  <a:lnTo>
                    <a:pt x="782" y="377"/>
                  </a:lnTo>
                  <a:lnTo>
                    <a:pt x="835" y="649"/>
                  </a:lnTo>
                  <a:lnTo>
                    <a:pt x="839" y="725"/>
                  </a:lnTo>
                  <a:lnTo>
                    <a:pt x="839" y="731"/>
                  </a:lnTo>
                  <a:lnTo>
                    <a:pt x="836" y="904"/>
                  </a:lnTo>
                  <a:lnTo>
                    <a:pt x="818" y="1030"/>
                  </a:lnTo>
                  <a:lnTo>
                    <a:pt x="811" y="1073"/>
                  </a:lnTo>
                  <a:lnTo>
                    <a:pt x="825" y="1110"/>
                  </a:lnTo>
                  <a:lnTo>
                    <a:pt x="853" y="1138"/>
                  </a:lnTo>
                  <a:lnTo>
                    <a:pt x="894" y="1155"/>
                  </a:lnTo>
                  <a:lnTo>
                    <a:pt x="928" y="1158"/>
                  </a:lnTo>
                  <a:lnTo>
                    <a:pt x="977" y="1154"/>
                  </a:lnTo>
                  <a:lnTo>
                    <a:pt x="1005" y="1141"/>
                  </a:lnTo>
                  <a:lnTo>
                    <a:pt x="1023" y="1133"/>
                  </a:lnTo>
                  <a:lnTo>
                    <a:pt x="1048" y="1122"/>
                  </a:lnTo>
                  <a:lnTo>
                    <a:pt x="1064" y="1138"/>
                  </a:lnTo>
                  <a:lnTo>
                    <a:pt x="1070" y="1154"/>
                  </a:lnTo>
                  <a:lnTo>
                    <a:pt x="1074" y="1159"/>
                  </a:lnTo>
                  <a:lnTo>
                    <a:pt x="1082" y="1169"/>
                  </a:lnTo>
                  <a:lnTo>
                    <a:pt x="1086" y="1173"/>
                  </a:lnTo>
                  <a:lnTo>
                    <a:pt x="1090" y="1175"/>
                  </a:lnTo>
                  <a:lnTo>
                    <a:pt x="1100" y="1187"/>
                  </a:lnTo>
                  <a:lnTo>
                    <a:pt x="1103" y="1199"/>
                  </a:lnTo>
                  <a:lnTo>
                    <a:pt x="1103" y="1205"/>
                  </a:lnTo>
                  <a:lnTo>
                    <a:pt x="1100" y="1223"/>
                  </a:lnTo>
                  <a:lnTo>
                    <a:pt x="1095" y="1243"/>
                  </a:lnTo>
                  <a:lnTo>
                    <a:pt x="1077" y="1271"/>
                  </a:lnTo>
                  <a:lnTo>
                    <a:pt x="1063" y="1278"/>
                  </a:lnTo>
                  <a:lnTo>
                    <a:pt x="1042" y="1290"/>
                  </a:lnTo>
                  <a:lnTo>
                    <a:pt x="1010" y="1308"/>
                  </a:lnTo>
                  <a:lnTo>
                    <a:pt x="977" y="1325"/>
                  </a:lnTo>
                  <a:lnTo>
                    <a:pt x="958" y="1335"/>
                  </a:lnTo>
                  <a:lnTo>
                    <a:pt x="914" y="1324"/>
                  </a:lnTo>
                  <a:lnTo>
                    <a:pt x="878" y="1331"/>
                  </a:lnTo>
                  <a:lnTo>
                    <a:pt x="819" y="1378"/>
                  </a:lnTo>
                  <a:lnTo>
                    <a:pt x="803" y="1415"/>
                  </a:lnTo>
                  <a:lnTo>
                    <a:pt x="799" y="1470"/>
                  </a:lnTo>
                  <a:lnTo>
                    <a:pt x="807" y="1544"/>
                  </a:lnTo>
                  <a:lnTo>
                    <a:pt x="817" y="1640"/>
                  </a:lnTo>
                  <a:lnTo>
                    <a:pt x="819" y="1660"/>
                  </a:lnTo>
                  <a:lnTo>
                    <a:pt x="876" y="1777"/>
                  </a:lnTo>
                  <a:lnTo>
                    <a:pt x="722" y="1824"/>
                  </a:lnTo>
                  <a:lnTo>
                    <a:pt x="713" y="1816"/>
                  </a:lnTo>
                  <a:lnTo>
                    <a:pt x="701" y="1808"/>
                  </a:lnTo>
                  <a:lnTo>
                    <a:pt x="695" y="1805"/>
                  </a:lnTo>
                  <a:lnTo>
                    <a:pt x="690" y="1803"/>
                  </a:lnTo>
                  <a:lnTo>
                    <a:pt x="664" y="1793"/>
                  </a:lnTo>
                  <a:lnTo>
                    <a:pt x="659" y="1792"/>
                  </a:lnTo>
                  <a:lnTo>
                    <a:pt x="654" y="1791"/>
                  </a:lnTo>
                  <a:lnTo>
                    <a:pt x="645" y="1790"/>
                  </a:lnTo>
                  <a:lnTo>
                    <a:pt x="636" y="1789"/>
                  </a:lnTo>
                  <a:lnTo>
                    <a:pt x="604" y="1790"/>
                  </a:lnTo>
                  <a:lnTo>
                    <a:pt x="598" y="1791"/>
                  </a:lnTo>
                  <a:lnTo>
                    <a:pt x="593" y="1792"/>
                  </a:lnTo>
                  <a:lnTo>
                    <a:pt x="586" y="1794"/>
                  </a:lnTo>
                  <a:lnTo>
                    <a:pt x="579" y="1796"/>
                  </a:lnTo>
                  <a:lnTo>
                    <a:pt x="563" y="1803"/>
                  </a:lnTo>
                  <a:lnTo>
                    <a:pt x="555" y="1807"/>
                  </a:lnTo>
                  <a:lnTo>
                    <a:pt x="549" y="1810"/>
                  </a:lnTo>
                  <a:lnTo>
                    <a:pt x="543" y="1814"/>
                  </a:lnTo>
                  <a:lnTo>
                    <a:pt x="539" y="1817"/>
                  </a:lnTo>
                  <a:lnTo>
                    <a:pt x="536" y="1820"/>
                  </a:lnTo>
                  <a:lnTo>
                    <a:pt x="533" y="1824"/>
                  </a:lnTo>
                  <a:lnTo>
                    <a:pt x="530" y="1828"/>
                  </a:lnTo>
                  <a:lnTo>
                    <a:pt x="527" y="1831"/>
                  </a:lnTo>
                  <a:lnTo>
                    <a:pt x="520" y="1834"/>
                  </a:lnTo>
                  <a:lnTo>
                    <a:pt x="511" y="1838"/>
                  </a:lnTo>
                  <a:lnTo>
                    <a:pt x="505" y="1842"/>
                  </a:lnTo>
                  <a:lnTo>
                    <a:pt x="495" y="1850"/>
                  </a:lnTo>
                  <a:lnTo>
                    <a:pt x="488" y="1854"/>
                  </a:lnTo>
                  <a:lnTo>
                    <a:pt x="480" y="1855"/>
                  </a:lnTo>
                  <a:lnTo>
                    <a:pt x="463" y="1856"/>
                  </a:lnTo>
                  <a:lnTo>
                    <a:pt x="450" y="1849"/>
                  </a:lnTo>
                  <a:lnTo>
                    <a:pt x="443" y="1844"/>
                  </a:lnTo>
                  <a:lnTo>
                    <a:pt x="434" y="1840"/>
                  </a:lnTo>
                  <a:lnTo>
                    <a:pt x="422" y="1836"/>
                  </a:lnTo>
                  <a:lnTo>
                    <a:pt x="410" y="1833"/>
                  </a:lnTo>
                  <a:lnTo>
                    <a:pt x="396" y="1833"/>
                  </a:lnTo>
                  <a:lnTo>
                    <a:pt x="381" y="1835"/>
                  </a:lnTo>
                  <a:lnTo>
                    <a:pt x="371" y="1839"/>
                  </a:lnTo>
                  <a:lnTo>
                    <a:pt x="361" y="1843"/>
                  </a:lnTo>
                  <a:lnTo>
                    <a:pt x="357" y="1846"/>
                  </a:lnTo>
                  <a:lnTo>
                    <a:pt x="351" y="1851"/>
                  </a:lnTo>
                  <a:lnTo>
                    <a:pt x="337" y="1856"/>
                  </a:lnTo>
                  <a:lnTo>
                    <a:pt x="326" y="1857"/>
                  </a:lnTo>
                  <a:lnTo>
                    <a:pt x="303" y="1861"/>
                  </a:lnTo>
                  <a:lnTo>
                    <a:pt x="284" y="1864"/>
                  </a:lnTo>
                  <a:lnTo>
                    <a:pt x="272" y="1867"/>
                  </a:lnTo>
                  <a:lnTo>
                    <a:pt x="262" y="1867"/>
                  </a:lnTo>
                  <a:lnTo>
                    <a:pt x="240" y="1867"/>
                  </a:lnTo>
                  <a:lnTo>
                    <a:pt x="234" y="1867"/>
                  </a:lnTo>
                  <a:lnTo>
                    <a:pt x="220" y="1867"/>
                  </a:lnTo>
                  <a:lnTo>
                    <a:pt x="203" y="1868"/>
                  </a:lnTo>
                  <a:lnTo>
                    <a:pt x="195" y="1873"/>
                  </a:lnTo>
                  <a:lnTo>
                    <a:pt x="187" y="1880"/>
                  </a:lnTo>
                  <a:lnTo>
                    <a:pt x="181" y="1886"/>
                  </a:lnTo>
                  <a:lnTo>
                    <a:pt x="174" y="1892"/>
                  </a:lnTo>
                  <a:lnTo>
                    <a:pt x="165" y="1897"/>
                  </a:lnTo>
                  <a:lnTo>
                    <a:pt x="161" y="1899"/>
                  </a:lnTo>
                  <a:lnTo>
                    <a:pt x="158" y="1902"/>
                  </a:lnTo>
                  <a:lnTo>
                    <a:pt x="154" y="1903"/>
                  </a:lnTo>
                  <a:lnTo>
                    <a:pt x="150" y="1905"/>
                  </a:lnTo>
                  <a:lnTo>
                    <a:pt x="146" y="1905"/>
                  </a:lnTo>
                  <a:lnTo>
                    <a:pt x="141" y="1904"/>
                  </a:lnTo>
                  <a:lnTo>
                    <a:pt x="139" y="1898"/>
                  </a:lnTo>
                  <a:lnTo>
                    <a:pt x="136" y="1890"/>
                  </a:lnTo>
                  <a:lnTo>
                    <a:pt x="135" y="1884"/>
                  </a:lnTo>
                  <a:lnTo>
                    <a:pt x="134" y="1877"/>
                  </a:lnTo>
                  <a:lnTo>
                    <a:pt x="131" y="1871"/>
                  </a:lnTo>
                  <a:lnTo>
                    <a:pt x="128" y="1866"/>
                  </a:lnTo>
                  <a:lnTo>
                    <a:pt x="123" y="1859"/>
                  </a:lnTo>
                  <a:lnTo>
                    <a:pt x="118" y="1853"/>
                  </a:lnTo>
                  <a:lnTo>
                    <a:pt x="112" y="1848"/>
                  </a:lnTo>
                  <a:lnTo>
                    <a:pt x="105" y="1842"/>
                  </a:lnTo>
                  <a:lnTo>
                    <a:pt x="96" y="1837"/>
                  </a:lnTo>
                  <a:lnTo>
                    <a:pt x="89" y="1833"/>
                  </a:lnTo>
                  <a:lnTo>
                    <a:pt x="83" y="1832"/>
                  </a:lnTo>
                  <a:lnTo>
                    <a:pt x="69" y="1828"/>
                  </a:lnTo>
                  <a:lnTo>
                    <a:pt x="57" y="1826"/>
                  </a:lnTo>
                  <a:lnTo>
                    <a:pt x="48" y="1825"/>
                  </a:lnTo>
                  <a:lnTo>
                    <a:pt x="38" y="1820"/>
                  </a:lnTo>
                  <a:lnTo>
                    <a:pt x="16" y="1801"/>
                  </a:lnTo>
                  <a:lnTo>
                    <a:pt x="0" y="1779"/>
                  </a:lnTo>
                  <a:lnTo>
                    <a:pt x="27" y="1730"/>
                  </a:lnTo>
                  <a:lnTo>
                    <a:pt x="80" y="1676"/>
                  </a:lnTo>
                  <a:lnTo>
                    <a:pt x="104" y="1651"/>
                  </a:lnTo>
                  <a:lnTo>
                    <a:pt x="111" y="1645"/>
                  </a:lnTo>
                  <a:lnTo>
                    <a:pt x="121" y="1626"/>
                  </a:lnTo>
                  <a:lnTo>
                    <a:pt x="123" y="1621"/>
                  </a:lnTo>
                  <a:lnTo>
                    <a:pt x="130" y="1580"/>
                  </a:lnTo>
                  <a:lnTo>
                    <a:pt x="161" y="1542"/>
                  </a:lnTo>
                  <a:lnTo>
                    <a:pt x="183" y="1513"/>
                  </a:lnTo>
                  <a:lnTo>
                    <a:pt x="210" y="1479"/>
                  </a:lnTo>
                  <a:lnTo>
                    <a:pt x="214" y="1476"/>
                  </a:lnTo>
                  <a:lnTo>
                    <a:pt x="216" y="1473"/>
                  </a:lnTo>
                  <a:lnTo>
                    <a:pt x="219" y="1468"/>
                  </a:lnTo>
                  <a:lnTo>
                    <a:pt x="281" y="1412"/>
                  </a:lnTo>
                  <a:lnTo>
                    <a:pt x="294" y="1400"/>
                  </a:lnTo>
                  <a:lnTo>
                    <a:pt x="298" y="1391"/>
                  </a:lnTo>
                  <a:lnTo>
                    <a:pt x="301" y="1384"/>
                  </a:lnTo>
                  <a:lnTo>
                    <a:pt x="306" y="1372"/>
                  </a:lnTo>
                  <a:lnTo>
                    <a:pt x="310" y="1364"/>
                  </a:lnTo>
                  <a:lnTo>
                    <a:pt x="310" y="1359"/>
                  </a:lnTo>
                  <a:lnTo>
                    <a:pt x="310" y="1347"/>
                  </a:lnTo>
                  <a:lnTo>
                    <a:pt x="300" y="1098"/>
                  </a:lnTo>
                  <a:lnTo>
                    <a:pt x="291" y="1010"/>
                  </a:lnTo>
                  <a:lnTo>
                    <a:pt x="273" y="828"/>
                  </a:lnTo>
                  <a:lnTo>
                    <a:pt x="325" y="504"/>
                  </a:lnTo>
                  <a:lnTo>
                    <a:pt x="336" y="474"/>
                  </a:lnTo>
                  <a:lnTo>
                    <a:pt x="337" y="468"/>
                  </a:lnTo>
                  <a:lnTo>
                    <a:pt x="339" y="464"/>
                  </a:lnTo>
                  <a:lnTo>
                    <a:pt x="343" y="442"/>
                  </a:lnTo>
                  <a:lnTo>
                    <a:pt x="345" y="424"/>
                  </a:lnTo>
                  <a:lnTo>
                    <a:pt x="345" y="418"/>
                  </a:lnTo>
                  <a:lnTo>
                    <a:pt x="347" y="413"/>
                  </a:lnTo>
                  <a:lnTo>
                    <a:pt x="348" y="407"/>
                  </a:lnTo>
                  <a:lnTo>
                    <a:pt x="346" y="399"/>
                  </a:lnTo>
                  <a:lnTo>
                    <a:pt x="345" y="392"/>
                  </a:lnTo>
                  <a:lnTo>
                    <a:pt x="345" y="386"/>
                  </a:lnTo>
                  <a:lnTo>
                    <a:pt x="342" y="380"/>
                  </a:lnTo>
                  <a:lnTo>
                    <a:pt x="338" y="376"/>
                  </a:lnTo>
                  <a:lnTo>
                    <a:pt x="213" y="172"/>
                  </a:lnTo>
                  <a:lnTo>
                    <a:pt x="198" y="159"/>
                  </a:lnTo>
                  <a:lnTo>
                    <a:pt x="185" y="149"/>
                  </a:lnTo>
                  <a:lnTo>
                    <a:pt x="175" y="142"/>
                  </a:lnTo>
                  <a:lnTo>
                    <a:pt x="168" y="134"/>
                  </a:lnTo>
                  <a:lnTo>
                    <a:pt x="155" y="126"/>
                  </a:lnTo>
                  <a:lnTo>
                    <a:pt x="130" y="107"/>
                  </a:lnTo>
                  <a:lnTo>
                    <a:pt x="117" y="85"/>
                  </a:lnTo>
                  <a:lnTo>
                    <a:pt x="122" y="75"/>
                  </a:lnTo>
                  <a:lnTo>
                    <a:pt x="142" y="41"/>
                  </a:lnTo>
                  <a:lnTo>
                    <a:pt x="147" y="30"/>
                  </a:lnTo>
                  <a:lnTo>
                    <a:pt x="151" y="20"/>
                  </a:lnTo>
                  <a:lnTo>
                    <a:pt x="157" y="8"/>
                  </a:lnTo>
                  <a:lnTo>
                    <a:pt x="180" y="3"/>
                  </a:lnTo>
                  <a:lnTo>
                    <a:pt x="190" y="0"/>
                  </a:lnTo>
                  <a:lnTo>
                    <a:pt x="248" y="0"/>
                  </a:lnTo>
                  <a:lnTo>
                    <a:pt x="282" y="2"/>
                  </a:lnTo>
                  <a:lnTo>
                    <a:pt x="290" y="4"/>
                  </a:lnTo>
                  <a:lnTo>
                    <a:pt x="296" y="8"/>
                  </a:lnTo>
                  <a:lnTo>
                    <a:pt x="302" y="15"/>
                  </a:lnTo>
                  <a:lnTo>
                    <a:pt x="394" y="119"/>
                  </a:lnTo>
                  <a:lnTo>
                    <a:pt x="398" y="123"/>
                  </a:lnTo>
                  <a:lnTo>
                    <a:pt x="414" y="191"/>
                  </a:lnTo>
                  <a:lnTo>
                    <a:pt x="415" y="212"/>
                  </a:lnTo>
                  <a:lnTo>
                    <a:pt x="417" y="230"/>
                  </a:lnTo>
                  <a:lnTo>
                    <a:pt x="417" y="241"/>
                  </a:lnTo>
                  <a:lnTo>
                    <a:pt x="416" y="247"/>
                  </a:lnTo>
                  <a:lnTo>
                    <a:pt x="416" y="258"/>
                  </a:lnTo>
                  <a:lnTo>
                    <a:pt x="416" y="27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7125693" y="2119047"/>
              <a:ext cx="466" cy="580"/>
            </a:xfrm>
            <a:custGeom>
              <a:avLst/>
              <a:pathLst>
                <a:path w="466" h="580">
                  <a:moveTo>
                    <a:pt x="453" y="576"/>
                  </a:moveTo>
                  <a:lnTo>
                    <a:pt x="437" y="580"/>
                  </a:lnTo>
                  <a:lnTo>
                    <a:pt x="385" y="573"/>
                  </a:lnTo>
                  <a:lnTo>
                    <a:pt x="353" y="568"/>
                  </a:lnTo>
                  <a:lnTo>
                    <a:pt x="307" y="569"/>
                  </a:lnTo>
                  <a:lnTo>
                    <a:pt x="234" y="580"/>
                  </a:lnTo>
                  <a:lnTo>
                    <a:pt x="223" y="580"/>
                  </a:lnTo>
                  <a:lnTo>
                    <a:pt x="206" y="568"/>
                  </a:lnTo>
                  <a:lnTo>
                    <a:pt x="190" y="564"/>
                  </a:lnTo>
                  <a:lnTo>
                    <a:pt x="174" y="558"/>
                  </a:lnTo>
                  <a:lnTo>
                    <a:pt x="147" y="546"/>
                  </a:lnTo>
                  <a:lnTo>
                    <a:pt x="102" y="523"/>
                  </a:lnTo>
                  <a:lnTo>
                    <a:pt x="29" y="472"/>
                  </a:lnTo>
                  <a:lnTo>
                    <a:pt x="0" y="401"/>
                  </a:lnTo>
                  <a:lnTo>
                    <a:pt x="0" y="388"/>
                  </a:lnTo>
                  <a:lnTo>
                    <a:pt x="15" y="381"/>
                  </a:lnTo>
                  <a:lnTo>
                    <a:pt x="20" y="376"/>
                  </a:lnTo>
                  <a:lnTo>
                    <a:pt x="41" y="375"/>
                  </a:lnTo>
                  <a:lnTo>
                    <a:pt x="138" y="372"/>
                  </a:lnTo>
                  <a:lnTo>
                    <a:pt x="225" y="250"/>
                  </a:lnTo>
                  <a:lnTo>
                    <a:pt x="210" y="230"/>
                  </a:lnTo>
                  <a:lnTo>
                    <a:pt x="192" y="207"/>
                  </a:lnTo>
                  <a:lnTo>
                    <a:pt x="181" y="184"/>
                  </a:lnTo>
                  <a:lnTo>
                    <a:pt x="150" y="82"/>
                  </a:lnTo>
                  <a:lnTo>
                    <a:pt x="143" y="61"/>
                  </a:lnTo>
                  <a:lnTo>
                    <a:pt x="159" y="45"/>
                  </a:lnTo>
                  <a:lnTo>
                    <a:pt x="235" y="1"/>
                  </a:lnTo>
                  <a:lnTo>
                    <a:pt x="244" y="0"/>
                  </a:lnTo>
                  <a:lnTo>
                    <a:pt x="249" y="8"/>
                  </a:lnTo>
                  <a:lnTo>
                    <a:pt x="257" y="19"/>
                  </a:lnTo>
                  <a:lnTo>
                    <a:pt x="253" y="31"/>
                  </a:lnTo>
                  <a:lnTo>
                    <a:pt x="244" y="38"/>
                  </a:lnTo>
                  <a:lnTo>
                    <a:pt x="239" y="48"/>
                  </a:lnTo>
                  <a:lnTo>
                    <a:pt x="232" y="63"/>
                  </a:lnTo>
                  <a:lnTo>
                    <a:pt x="228" y="90"/>
                  </a:lnTo>
                  <a:lnTo>
                    <a:pt x="233" y="117"/>
                  </a:lnTo>
                  <a:lnTo>
                    <a:pt x="239" y="120"/>
                  </a:lnTo>
                  <a:lnTo>
                    <a:pt x="261" y="130"/>
                  </a:lnTo>
                  <a:lnTo>
                    <a:pt x="270" y="132"/>
                  </a:lnTo>
                  <a:lnTo>
                    <a:pt x="313" y="190"/>
                  </a:lnTo>
                  <a:lnTo>
                    <a:pt x="344" y="226"/>
                  </a:lnTo>
                  <a:lnTo>
                    <a:pt x="390" y="336"/>
                  </a:lnTo>
                  <a:lnTo>
                    <a:pt x="466" y="535"/>
                  </a:lnTo>
                  <a:lnTo>
                    <a:pt x="465" y="560"/>
                  </a:lnTo>
                  <a:lnTo>
                    <a:pt x="461" y="571"/>
                  </a:lnTo>
                  <a:lnTo>
                    <a:pt x="453" y="57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7201553" y="2129724"/>
              <a:ext cx="1341" cy="652"/>
            </a:xfrm>
            <a:custGeom>
              <a:avLst/>
              <a:pathLst>
                <a:path w="1341" h="652">
                  <a:moveTo>
                    <a:pt x="749" y="501"/>
                  </a:moveTo>
                  <a:lnTo>
                    <a:pt x="717" y="503"/>
                  </a:lnTo>
                  <a:lnTo>
                    <a:pt x="713" y="502"/>
                  </a:lnTo>
                  <a:lnTo>
                    <a:pt x="709" y="502"/>
                  </a:lnTo>
                  <a:lnTo>
                    <a:pt x="702" y="502"/>
                  </a:lnTo>
                  <a:lnTo>
                    <a:pt x="690" y="505"/>
                  </a:lnTo>
                  <a:lnTo>
                    <a:pt x="683" y="505"/>
                  </a:lnTo>
                  <a:lnTo>
                    <a:pt x="673" y="504"/>
                  </a:lnTo>
                  <a:lnTo>
                    <a:pt x="658" y="501"/>
                  </a:lnTo>
                  <a:lnTo>
                    <a:pt x="651" y="501"/>
                  </a:lnTo>
                  <a:lnTo>
                    <a:pt x="644" y="500"/>
                  </a:lnTo>
                  <a:lnTo>
                    <a:pt x="622" y="500"/>
                  </a:lnTo>
                  <a:lnTo>
                    <a:pt x="575" y="507"/>
                  </a:lnTo>
                  <a:lnTo>
                    <a:pt x="542" y="512"/>
                  </a:lnTo>
                  <a:lnTo>
                    <a:pt x="331" y="544"/>
                  </a:lnTo>
                  <a:lnTo>
                    <a:pt x="241" y="577"/>
                  </a:lnTo>
                  <a:lnTo>
                    <a:pt x="210" y="620"/>
                  </a:lnTo>
                  <a:lnTo>
                    <a:pt x="192" y="634"/>
                  </a:lnTo>
                  <a:lnTo>
                    <a:pt x="157" y="642"/>
                  </a:lnTo>
                  <a:lnTo>
                    <a:pt x="112" y="652"/>
                  </a:lnTo>
                  <a:lnTo>
                    <a:pt x="88" y="650"/>
                  </a:lnTo>
                  <a:lnTo>
                    <a:pt x="62" y="636"/>
                  </a:lnTo>
                  <a:lnTo>
                    <a:pt x="55" y="629"/>
                  </a:lnTo>
                  <a:lnTo>
                    <a:pt x="50" y="624"/>
                  </a:lnTo>
                  <a:lnTo>
                    <a:pt x="43" y="620"/>
                  </a:lnTo>
                  <a:lnTo>
                    <a:pt x="23" y="604"/>
                  </a:lnTo>
                  <a:lnTo>
                    <a:pt x="6" y="573"/>
                  </a:lnTo>
                  <a:lnTo>
                    <a:pt x="0" y="549"/>
                  </a:lnTo>
                  <a:lnTo>
                    <a:pt x="0" y="511"/>
                  </a:lnTo>
                  <a:lnTo>
                    <a:pt x="4" y="500"/>
                  </a:lnTo>
                  <a:lnTo>
                    <a:pt x="9" y="480"/>
                  </a:lnTo>
                  <a:lnTo>
                    <a:pt x="11" y="474"/>
                  </a:lnTo>
                  <a:lnTo>
                    <a:pt x="14" y="463"/>
                  </a:lnTo>
                  <a:lnTo>
                    <a:pt x="17" y="458"/>
                  </a:lnTo>
                  <a:lnTo>
                    <a:pt x="20" y="453"/>
                  </a:lnTo>
                  <a:lnTo>
                    <a:pt x="27" y="439"/>
                  </a:lnTo>
                  <a:lnTo>
                    <a:pt x="29" y="433"/>
                  </a:lnTo>
                  <a:lnTo>
                    <a:pt x="30" y="427"/>
                  </a:lnTo>
                  <a:lnTo>
                    <a:pt x="31" y="421"/>
                  </a:lnTo>
                  <a:lnTo>
                    <a:pt x="31" y="415"/>
                  </a:lnTo>
                  <a:lnTo>
                    <a:pt x="31" y="408"/>
                  </a:lnTo>
                  <a:lnTo>
                    <a:pt x="30" y="403"/>
                  </a:lnTo>
                  <a:lnTo>
                    <a:pt x="29" y="397"/>
                  </a:lnTo>
                  <a:lnTo>
                    <a:pt x="27" y="391"/>
                  </a:lnTo>
                  <a:lnTo>
                    <a:pt x="26" y="386"/>
                  </a:lnTo>
                  <a:lnTo>
                    <a:pt x="25" y="377"/>
                  </a:lnTo>
                  <a:lnTo>
                    <a:pt x="24" y="372"/>
                  </a:lnTo>
                  <a:lnTo>
                    <a:pt x="23" y="366"/>
                  </a:lnTo>
                  <a:lnTo>
                    <a:pt x="22" y="350"/>
                  </a:lnTo>
                  <a:lnTo>
                    <a:pt x="25" y="323"/>
                  </a:lnTo>
                  <a:lnTo>
                    <a:pt x="30" y="308"/>
                  </a:lnTo>
                  <a:lnTo>
                    <a:pt x="47" y="294"/>
                  </a:lnTo>
                  <a:lnTo>
                    <a:pt x="77" y="287"/>
                  </a:lnTo>
                  <a:lnTo>
                    <a:pt x="104" y="290"/>
                  </a:lnTo>
                  <a:lnTo>
                    <a:pt x="126" y="299"/>
                  </a:lnTo>
                  <a:lnTo>
                    <a:pt x="139" y="312"/>
                  </a:lnTo>
                  <a:lnTo>
                    <a:pt x="143" y="321"/>
                  </a:lnTo>
                  <a:lnTo>
                    <a:pt x="162" y="383"/>
                  </a:lnTo>
                  <a:lnTo>
                    <a:pt x="182" y="459"/>
                  </a:lnTo>
                  <a:lnTo>
                    <a:pt x="199" y="490"/>
                  </a:lnTo>
                  <a:lnTo>
                    <a:pt x="229" y="509"/>
                  </a:lnTo>
                  <a:lnTo>
                    <a:pt x="250" y="513"/>
                  </a:lnTo>
                  <a:lnTo>
                    <a:pt x="298" y="506"/>
                  </a:lnTo>
                  <a:lnTo>
                    <a:pt x="317" y="504"/>
                  </a:lnTo>
                  <a:lnTo>
                    <a:pt x="326" y="498"/>
                  </a:lnTo>
                  <a:lnTo>
                    <a:pt x="331" y="489"/>
                  </a:lnTo>
                  <a:lnTo>
                    <a:pt x="363" y="455"/>
                  </a:lnTo>
                  <a:lnTo>
                    <a:pt x="454" y="354"/>
                  </a:lnTo>
                  <a:lnTo>
                    <a:pt x="456" y="344"/>
                  </a:lnTo>
                  <a:lnTo>
                    <a:pt x="459" y="319"/>
                  </a:lnTo>
                  <a:lnTo>
                    <a:pt x="459" y="312"/>
                  </a:lnTo>
                  <a:lnTo>
                    <a:pt x="573" y="230"/>
                  </a:lnTo>
                  <a:lnTo>
                    <a:pt x="773" y="108"/>
                  </a:lnTo>
                  <a:lnTo>
                    <a:pt x="786" y="100"/>
                  </a:lnTo>
                  <a:lnTo>
                    <a:pt x="820" y="92"/>
                  </a:lnTo>
                  <a:lnTo>
                    <a:pt x="828" y="92"/>
                  </a:lnTo>
                  <a:lnTo>
                    <a:pt x="920" y="79"/>
                  </a:lnTo>
                  <a:lnTo>
                    <a:pt x="1041" y="79"/>
                  </a:lnTo>
                  <a:lnTo>
                    <a:pt x="1046" y="75"/>
                  </a:lnTo>
                  <a:lnTo>
                    <a:pt x="1052" y="69"/>
                  </a:lnTo>
                  <a:lnTo>
                    <a:pt x="1056" y="64"/>
                  </a:lnTo>
                  <a:lnTo>
                    <a:pt x="1059" y="59"/>
                  </a:lnTo>
                  <a:lnTo>
                    <a:pt x="1062" y="53"/>
                  </a:lnTo>
                  <a:lnTo>
                    <a:pt x="1068" y="39"/>
                  </a:lnTo>
                  <a:lnTo>
                    <a:pt x="1074" y="24"/>
                  </a:lnTo>
                  <a:lnTo>
                    <a:pt x="1083" y="10"/>
                  </a:lnTo>
                  <a:lnTo>
                    <a:pt x="1107" y="0"/>
                  </a:lnTo>
                  <a:lnTo>
                    <a:pt x="1130" y="13"/>
                  </a:lnTo>
                  <a:lnTo>
                    <a:pt x="1147" y="25"/>
                  </a:lnTo>
                  <a:lnTo>
                    <a:pt x="1181" y="51"/>
                  </a:lnTo>
                  <a:lnTo>
                    <a:pt x="1216" y="75"/>
                  </a:lnTo>
                  <a:lnTo>
                    <a:pt x="1220" y="77"/>
                  </a:lnTo>
                  <a:lnTo>
                    <a:pt x="1229" y="81"/>
                  </a:lnTo>
                  <a:lnTo>
                    <a:pt x="1233" y="83"/>
                  </a:lnTo>
                  <a:lnTo>
                    <a:pt x="1237" y="85"/>
                  </a:lnTo>
                  <a:lnTo>
                    <a:pt x="1242" y="89"/>
                  </a:lnTo>
                  <a:lnTo>
                    <a:pt x="1250" y="99"/>
                  </a:lnTo>
                  <a:lnTo>
                    <a:pt x="1255" y="104"/>
                  </a:lnTo>
                  <a:lnTo>
                    <a:pt x="1261" y="108"/>
                  </a:lnTo>
                  <a:lnTo>
                    <a:pt x="1266" y="110"/>
                  </a:lnTo>
                  <a:lnTo>
                    <a:pt x="1272" y="112"/>
                  </a:lnTo>
                  <a:lnTo>
                    <a:pt x="1310" y="124"/>
                  </a:lnTo>
                  <a:lnTo>
                    <a:pt x="1317" y="126"/>
                  </a:lnTo>
                  <a:lnTo>
                    <a:pt x="1332" y="135"/>
                  </a:lnTo>
                  <a:lnTo>
                    <a:pt x="1341" y="152"/>
                  </a:lnTo>
                  <a:lnTo>
                    <a:pt x="1340" y="177"/>
                  </a:lnTo>
                  <a:lnTo>
                    <a:pt x="1334" y="191"/>
                  </a:lnTo>
                  <a:lnTo>
                    <a:pt x="1324" y="196"/>
                  </a:lnTo>
                  <a:lnTo>
                    <a:pt x="1251" y="211"/>
                  </a:lnTo>
                  <a:lnTo>
                    <a:pt x="1245" y="211"/>
                  </a:lnTo>
                  <a:lnTo>
                    <a:pt x="1191" y="215"/>
                  </a:lnTo>
                  <a:lnTo>
                    <a:pt x="1097" y="252"/>
                  </a:lnTo>
                  <a:lnTo>
                    <a:pt x="1091" y="256"/>
                  </a:lnTo>
                  <a:lnTo>
                    <a:pt x="1085" y="260"/>
                  </a:lnTo>
                  <a:lnTo>
                    <a:pt x="1060" y="277"/>
                  </a:lnTo>
                  <a:lnTo>
                    <a:pt x="1026" y="300"/>
                  </a:lnTo>
                  <a:lnTo>
                    <a:pt x="939" y="369"/>
                  </a:lnTo>
                  <a:lnTo>
                    <a:pt x="932" y="374"/>
                  </a:lnTo>
                  <a:lnTo>
                    <a:pt x="927" y="379"/>
                  </a:lnTo>
                  <a:lnTo>
                    <a:pt x="922" y="383"/>
                  </a:lnTo>
                  <a:lnTo>
                    <a:pt x="912" y="391"/>
                  </a:lnTo>
                  <a:lnTo>
                    <a:pt x="907" y="394"/>
                  </a:lnTo>
                  <a:lnTo>
                    <a:pt x="889" y="409"/>
                  </a:lnTo>
                  <a:lnTo>
                    <a:pt x="885" y="412"/>
                  </a:lnTo>
                  <a:lnTo>
                    <a:pt x="882" y="415"/>
                  </a:lnTo>
                  <a:lnTo>
                    <a:pt x="878" y="417"/>
                  </a:lnTo>
                  <a:lnTo>
                    <a:pt x="861" y="431"/>
                  </a:lnTo>
                  <a:lnTo>
                    <a:pt x="857" y="434"/>
                  </a:lnTo>
                  <a:lnTo>
                    <a:pt x="839" y="448"/>
                  </a:lnTo>
                  <a:lnTo>
                    <a:pt x="749" y="5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7131878" y="2117308"/>
              <a:ext cx="688" cy="433"/>
            </a:xfrm>
            <a:custGeom>
              <a:avLst/>
              <a:pathLst>
                <a:path w="688" h="433">
                  <a:moveTo>
                    <a:pt x="158" y="8"/>
                  </a:moveTo>
                  <a:lnTo>
                    <a:pt x="161" y="17"/>
                  </a:lnTo>
                  <a:lnTo>
                    <a:pt x="438" y="47"/>
                  </a:lnTo>
                  <a:lnTo>
                    <a:pt x="506" y="86"/>
                  </a:lnTo>
                  <a:lnTo>
                    <a:pt x="528" y="99"/>
                  </a:lnTo>
                  <a:lnTo>
                    <a:pt x="607" y="145"/>
                  </a:lnTo>
                  <a:lnTo>
                    <a:pt x="616" y="151"/>
                  </a:lnTo>
                  <a:lnTo>
                    <a:pt x="620" y="156"/>
                  </a:lnTo>
                  <a:lnTo>
                    <a:pt x="637" y="169"/>
                  </a:lnTo>
                  <a:lnTo>
                    <a:pt x="642" y="173"/>
                  </a:lnTo>
                  <a:lnTo>
                    <a:pt x="654" y="203"/>
                  </a:lnTo>
                  <a:lnTo>
                    <a:pt x="688" y="345"/>
                  </a:lnTo>
                  <a:lnTo>
                    <a:pt x="686" y="357"/>
                  </a:lnTo>
                  <a:lnTo>
                    <a:pt x="682" y="366"/>
                  </a:lnTo>
                  <a:lnTo>
                    <a:pt x="675" y="364"/>
                  </a:lnTo>
                  <a:lnTo>
                    <a:pt x="666" y="361"/>
                  </a:lnTo>
                  <a:lnTo>
                    <a:pt x="659" y="362"/>
                  </a:lnTo>
                  <a:lnTo>
                    <a:pt x="647" y="362"/>
                  </a:lnTo>
                  <a:lnTo>
                    <a:pt x="641" y="354"/>
                  </a:lnTo>
                  <a:lnTo>
                    <a:pt x="640" y="346"/>
                  </a:lnTo>
                  <a:lnTo>
                    <a:pt x="638" y="340"/>
                  </a:lnTo>
                  <a:lnTo>
                    <a:pt x="634" y="331"/>
                  </a:lnTo>
                  <a:lnTo>
                    <a:pt x="629" y="325"/>
                  </a:lnTo>
                  <a:lnTo>
                    <a:pt x="617" y="321"/>
                  </a:lnTo>
                  <a:lnTo>
                    <a:pt x="609" y="317"/>
                  </a:lnTo>
                  <a:lnTo>
                    <a:pt x="595" y="311"/>
                  </a:lnTo>
                  <a:lnTo>
                    <a:pt x="581" y="310"/>
                  </a:lnTo>
                  <a:lnTo>
                    <a:pt x="573" y="304"/>
                  </a:lnTo>
                  <a:lnTo>
                    <a:pt x="536" y="267"/>
                  </a:lnTo>
                  <a:lnTo>
                    <a:pt x="381" y="368"/>
                  </a:lnTo>
                  <a:lnTo>
                    <a:pt x="371" y="386"/>
                  </a:lnTo>
                  <a:lnTo>
                    <a:pt x="366" y="395"/>
                  </a:lnTo>
                  <a:lnTo>
                    <a:pt x="359" y="398"/>
                  </a:lnTo>
                  <a:lnTo>
                    <a:pt x="349" y="396"/>
                  </a:lnTo>
                  <a:lnTo>
                    <a:pt x="344" y="391"/>
                  </a:lnTo>
                  <a:lnTo>
                    <a:pt x="338" y="391"/>
                  </a:lnTo>
                  <a:lnTo>
                    <a:pt x="321" y="397"/>
                  </a:lnTo>
                  <a:lnTo>
                    <a:pt x="313" y="401"/>
                  </a:lnTo>
                  <a:lnTo>
                    <a:pt x="304" y="403"/>
                  </a:lnTo>
                  <a:lnTo>
                    <a:pt x="290" y="397"/>
                  </a:lnTo>
                  <a:lnTo>
                    <a:pt x="279" y="397"/>
                  </a:lnTo>
                  <a:lnTo>
                    <a:pt x="262" y="407"/>
                  </a:lnTo>
                  <a:lnTo>
                    <a:pt x="244" y="414"/>
                  </a:lnTo>
                  <a:lnTo>
                    <a:pt x="223" y="433"/>
                  </a:lnTo>
                  <a:lnTo>
                    <a:pt x="206" y="425"/>
                  </a:lnTo>
                  <a:lnTo>
                    <a:pt x="197" y="425"/>
                  </a:lnTo>
                  <a:lnTo>
                    <a:pt x="188" y="426"/>
                  </a:lnTo>
                  <a:lnTo>
                    <a:pt x="175" y="388"/>
                  </a:lnTo>
                  <a:lnTo>
                    <a:pt x="135" y="253"/>
                  </a:lnTo>
                  <a:lnTo>
                    <a:pt x="101" y="202"/>
                  </a:lnTo>
                  <a:lnTo>
                    <a:pt x="81" y="171"/>
                  </a:lnTo>
                  <a:lnTo>
                    <a:pt x="35" y="99"/>
                  </a:lnTo>
                  <a:lnTo>
                    <a:pt x="24" y="74"/>
                  </a:lnTo>
                  <a:lnTo>
                    <a:pt x="23" y="64"/>
                  </a:lnTo>
                  <a:lnTo>
                    <a:pt x="21" y="53"/>
                  </a:lnTo>
                  <a:lnTo>
                    <a:pt x="15" y="39"/>
                  </a:lnTo>
                  <a:lnTo>
                    <a:pt x="4" y="25"/>
                  </a:lnTo>
                  <a:lnTo>
                    <a:pt x="0" y="7"/>
                  </a:lnTo>
                  <a:lnTo>
                    <a:pt x="4" y="0"/>
                  </a:lnTo>
                  <a:lnTo>
                    <a:pt x="12" y="0"/>
                  </a:lnTo>
                  <a:lnTo>
                    <a:pt x="139" y="13"/>
                  </a:lnTo>
                  <a:lnTo>
                    <a:pt x="144" y="8"/>
                  </a:lnTo>
                  <a:lnTo>
                    <a:pt x="152" y="7"/>
                  </a:lnTo>
                  <a:lnTo>
                    <a:pt x="158" y="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7130901" y="2117050"/>
              <a:ext cx="416" cy="428"/>
            </a:xfrm>
            <a:custGeom>
              <a:avLst/>
              <a:pathLst>
                <a:path w="416" h="428">
                  <a:moveTo>
                    <a:pt x="305" y="176"/>
                  </a:moveTo>
                  <a:lnTo>
                    <a:pt x="321" y="234"/>
                  </a:lnTo>
                  <a:lnTo>
                    <a:pt x="331" y="250"/>
                  </a:lnTo>
                  <a:lnTo>
                    <a:pt x="337" y="252"/>
                  </a:lnTo>
                  <a:lnTo>
                    <a:pt x="342" y="249"/>
                  </a:lnTo>
                  <a:lnTo>
                    <a:pt x="347" y="246"/>
                  </a:lnTo>
                  <a:lnTo>
                    <a:pt x="355" y="252"/>
                  </a:lnTo>
                  <a:lnTo>
                    <a:pt x="359" y="257"/>
                  </a:lnTo>
                  <a:lnTo>
                    <a:pt x="368" y="267"/>
                  </a:lnTo>
                  <a:lnTo>
                    <a:pt x="386" y="293"/>
                  </a:lnTo>
                  <a:lnTo>
                    <a:pt x="405" y="326"/>
                  </a:lnTo>
                  <a:lnTo>
                    <a:pt x="416" y="383"/>
                  </a:lnTo>
                  <a:lnTo>
                    <a:pt x="408" y="428"/>
                  </a:lnTo>
                  <a:lnTo>
                    <a:pt x="380" y="422"/>
                  </a:lnTo>
                  <a:lnTo>
                    <a:pt x="280" y="400"/>
                  </a:lnTo>
                  <a:lnTo>
                    <a:pt x="274" y="395"/>
                  </a:lnTo>
                  <a:lnTo>
                    <a:pt x="270" y="390"/>
                  </a:lnTo>
                  <a:lnTo>
                    <a:pt x="262" y="380"/>
                  </a:lnTo>
                  <a:lnTo>
                    <a:pt x="254" y="371"/>
                  </a:lnTo>
                  <a:lnTo>
                    <a:pt x="248" y="366"/>
                  </a:lnTo>
                  <a:lnTo>
                    <a:pt x="250" y="341"/>
                  </a:lnTo>
                  <a:lnTo>
                    <a:pt x="253" y="336"/>
                  </a:lnTo>
                  <a:lnTo>
                    <a:pt x="253" y="326"/>
                  </a:lnTo>
                  <a:lnTo>
                    <a:pt x="252" y="314"/>
                  </a:lnTo>
                  <a:lnTo>
                    <a:pt x="252" y="308"/>
                  </a:lnTo>
                  <a:lnTo>
                    <a:pt x="235" y="251"/>
                  </a:lnTo>
                  <a:lnTo>
                    <a:pt x="218" y="234"/>
                  </a:lnTo>
                  <a:lnTo>
                    <a:pt x="122" y="184"/>
                  </a:lnTo>
                  <a:lnTo>
                    <a:pt x="101" y="167"/>
                  </a:lnTo>
                  <a:lnTo>
                    <a:pt x="91" y="162"/>
                  </a:lnTo>
                  <a:lnTo>
                    <a:pt x="78" y="162"/>
                  </a:lnTo>
                  <a:lnTo>
                    <a:pt x="23" y="177"/>
                  </a:lnTo>
                  <a:lnTo>
                    <a:pt x="14" y="169"/>
                  </a:lnTo>
                  <a:lnTo>
                    <a:pt x="6" y="162"/>
                  </a:lnTo>
                  <a:lnTo>
                    <a:pt x="0" y="158"/>
                  </a:lnTo>
                  <a:lnTo>
                    <a:pt x="1" y="143"/>
                  </a:lnTo>
                  <a:lnTo>
                    <a:pt x="9" y="127"/>
                  </a:lnTo>
                  <a:lnTo>
                    <a:pt x="24" y="101"/>
                  </a:lnTo>
                  <a:lnTo>
                    <a:pt x="34" y="84"/>
                  </a:lnTo>
                  <a:lnTo>
                    <a:pt x="42" y="69"/>
                  </a:lnTo>
                  <a:lnTo>
                    <a:pt x="58" y="63"/>
                  </a:lnTo>
                  <a:lnTo>
                    <a:pt x="249" y="0"/>
                  </a:lnTo>
                  <a:lnTo>
                    <a:pt x="255" y="2"/>
                  </a:lnTo>
                  <a:lnTo>
                    <a:pt x="257" y="7"/>
                  </a:lnTo>
                  <a:lnTo>
                    <a:pt x="288" y="39"/>
                  </a:lnTo>
                  <a:lnTo>
                    <a:pt x="289" y="49"/>
                  </a:lnTo>
                  <a:lnTo>
                    <a:pt x="283" y="80"/>
                  </a:lnTo>
                  <a:lnTo>
                    <a:pt x="303" y="118"/>
                  </a:lnTo>
                  <a:lnTo>
                    <a:pt x="308" y="132"/>
                  </a:lnTo>
                  <a:lnTo>
                    <a:pt x="305" y="17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7132470" y="2116782"/>
              <a:ext cx="317" cy="216"/>
            </a:xfrm>
            <a:custGeom>
              <a:avLst/>
              <a:pathLst>
                <a:path w="317" h="216">
                  <a:moveTo>
                    <a:pt x="273" y="212"/>
                  </a:moveTo>
                  <a:lnTo>
                    <a:pt x="246" y="216"/>
                  </a:lnTo>
                  <a:lnTo>
                    <a:pt x="220" y="211"/>
                  </a:lnTo>
                  <a:lnTo>
                    <a:pt x="19" y="132"/>
                  </a:lnTo>
                  <a:lnTo>
                    <a:pt x="1" y="80"/>
                  </a:lnTo>
                  <a:lnTo>
                    <a:pt x="0" y="50"/>
                  </a:lnTo>
                  <a:lnTo>
                    <a:pt x="8" y="10"/>
                  </a:lnTo>
                  <a:lnTo>
                    <a:pt x="11" y="5"/>
                  </a:lnTo>
                  <a:lnTo>
                    <a:pt x="20" y="0"/>
                  </a:lnTo>
                  <a:lnTo>
                    <a:pt x="278" y="0"/>
                  </a:lnTo>
                  <a:lnTo>
                    <a:pt x="292" y="2"/>
                  </a:lnTo>
                  <a:lnTo>
                    <a:pt x="300" y="5"/>
                  </a:lnTo>
                  <a:lnTo>
                    <a:pt x="306" y="13"/>
                  </a:lnTo>
                  <a:lnTo>
                    <a:pt x="309" y="22"/>
                  </a:lnTo>
                  <a:lnTo>
                    <a:pt x="317" y="147"/>
                  </a:lnTo>
                  <a:lnTo>
                    <a:pt x="286" y="200"/>
                  </a:lnTo>
                  <a:lnTo>
                    <a:pt x="273" y="2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7130362" y="2116247"/>
              <a:ext cx="293" cy="725"/>
            </a:xfrm>
            <a:custGeom>
              <a:avLst/>
              <a:pathLst>
                <a:path w="293" h="725">
                  <a:moveTo>
                    <a:pt x="198" y="721"/>
                  </a:moveTo>
                  <a:lnTo>
                    <a:pt x="183" y="725"/>
                  </a:lnTo>
                  <a:lnTo>
                    <a:pt x="179" y="722"/>
                  </a:lnTo>
                  <a:lnTo>
                    <a:pt x="181" y="715"/>
                  </a:lnTo>
                  <a:lnTo>
                    <a:pt x="177" y="708"/>
                  </a:lnTo>
                  <a:lnTo>
                    <a:pt x="177" y="700"/>
                  </a:lnTo>
                  <a:lnTo>
                    <a:pt x="168" y="693"/>
                  </a:lnTo>
                  <a:lnTo>
                    <a:pt x="165" y="685"/>
                  </a:lnTo>
                  <a:lnTo>
                    <a:pt x="158" y="678"/>
                  </a:lnTo>
                  <a:lnTo>
                    <a:pt x="148" y="677"/>
                  </a:lnTo>
                  <a:lnTo>
                    <a:pt x="145" y="670"/>
                  </a:lnTo>
                  <a:lnTo>
                    <a:pt x="139" y="666"/>
                  </a:lnTo>
                  <a:lnTo>
                    <a:pt x="115" y="658"/>
                  </a:lnTo>
                  <a:lnTo>
                    <a:pt x="104" y="645"/>
                  </a:lnTo>
                  <a:lnTo>
                    <a:pt x="101" y="635"/>
                  </a:lnTo>
                  <a:lnTo>
                    <a:pt x="95" y="615"/>
                  </a:lnTo>
                  <a:lnTo>
                    <a:pt x="89" y="604"/>
                  </a:lnTo>
                  <a:lnTo>
                    <a:pt x="86" y="597"/>
                  </a:lnTo>
                  <a:lnTo>
                    <a:pt x="79" y="559"/>
                  </a:lnTo>
                  <a:lnTo>
                    <a:pt x="77" y="552"/>
                  </a:lnTo>
                  <a:lnTo>
                    <a:pt x="74" y="532"/>
                  </a:lnTo>
                  <a:lnTo>
                    <a:pt x="77" y="528"/>
                  </a:lnTo>
                  <a:lnTo>
                    <a:pt x="81" y="520"/>
                  </a:lnTo>
                  <a:lnTo>
                    <a:pt x="80" y="512"/>
                  </a:lnTo>
                  <a:lnTo>
                    <a:pt x="78" y="501"/>
                  </a:lnTo>
                  <a:lnTo>
                    <a:pt x="82" y="492"/>
                  </a:lnTo>
                  <a:lnTo>
                    <a:pt x="78" y="481"/>
                  </a:lnTo>
                  <a:lnTo>
                    <a:pt x="75" y="471"/>
                  </a:lnTo>
                  <a:lnTo>
                    <a:pt x="62" y="443"/>
                  </a:lnTo>
                  <a:lnTo>
                    <a:pt x="59" y="422"/>
                  </a:lnTo>
                  <a:lnTo>
                    <a:pt x="50" y="396"/>
                  </a:lnTo>
                  <a:lnTo>
                    <a:pt x="48" y="388"/>
                  </a:lnTo>
                  <a:lnTo>
                    <a:pt x="42" y="374"/>
                  </a:lnTo>
                  <a:lnTo>
                    <a:pt x="37" y="365"/>
                  </a:lnTo>
                  <a:lnTo>
                    <a:pt x="26" y="342"/>
                  </a:lnTo>
                  <a:lnTo>
                    <a:pt x="10" y="224"/>
                  </a:lnTo>
                  <a:lnTo>
                    <a:pt x="12" y="214"/>
                  </a:lnTo>
                  <a:lnTo>
                    <a:pt x="8" y="208"/>
                  </a:lnTo>
                  <a:lnTo>
                    <a:pt x="14" y="194"/>
                  </a:lnTo>
                  <a:lnTo>
                    <a:pt x="15" y="185"/>
                  </a:lnTo>
                  <a:lnTo>
                    <a:pt x="15" y="165"/>
                  </a:lnTo>
                  <a:lnTo>
                    <a:pt x="8" y="139"/>
                  </a:lnTo>
                  <a:lnTo>
                    <a:pt x="0" y="108"/>
                  </a:lnTo>
                  <a:lnTo>
                    <a:pt x="7" y="92"/>
                  </a:lnTo>
                  <a:lnTo>
                    <a:pt x="7" y="86"/>
                  </a:lnTo>
                  <a:lnTo>
                    <a:pt x="22" y="46"/>
                  </a:lnTo>
                  <a:lnTo>
                    <a:pt x="26" y="33"/>
                  </a:lnTo>
                  <a:lnTo>
                    <a:pt x="50" y="10"/>
                  </a:lnTo>
                  <a:lnTo>
                    <a:pt x="54" y="9"/>
                  </a:lnTo>
                  <a:lnTo>
                    <a:pt x="61" y="0"/>
                  </a:lnTo>
                  <a:lnTo>
                    <a:pt x="72" y="2"/>
                  </a:lnTo>
                  <a:lnTo>
                    <a:pt x="97" y="30"/>
                  </a:lnTo>
                  <a:lnTo>
                    <a:pt x="145" y="139"/>
                  </a:lnTo>
                  <a:lnTo>
                    <a:pt x="149" y="146"/>
                  </a:lnTo>
                  <a:lnTo>
                    <a:pt x="178" y="247"/>
                  </a:lnTo>
                  <a:lnTo>
                    <a:pt x="179" y="259"/>
                  </a:lnTo>
                  <a:lnTo>
                    <a:pt x="180" y="270"/>
                  </a:lnTo>
                  <a:lnTo>
                    <a:pt x="177" y="289"/>
                  </a:lnTo>
                  <a:lnTo>
                    <a:pt x="177" y="311"/>
                  </a:lnTo>
                  <a:lnTo>
                    <a:pt x="165" y="454"/>
                  </a:lnTo>
                  <a:lnTo>
                    <a:pt x="207" y="521"/>
                  </a:lnTo>
                  <a:lnTo>
                    <a:pt x="253" y="594"/>
                  </a:lnTo>
                  <a:lnTo>
                    <a:pt x="269" y="596"/>
                  </a:lnTo>
                  <a:lnTo>
                    <a:pt x="293" y="620"/>
                  </a:lnTo>
                  <a:lnTo>
                    <a:pt x="291" y="631"/>
                  </a:lnTo>
                  <a:lnTo>
                    <a:pt x="275" y="671"/>
                  </a:lnTo>
                  <a:lnTo>
                    <a:pt x="260" y="684"/>
                  </a:lnTo>
                  <a:lnTo>
                    <a:pt x="245" y="693"/>
                  </a:lnTo>
                  <a:lnTo>
                    <a:pt x="198" y="72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7133827" y="2115676"/>
              <a:ext cx="341" cy="212"/>
            </a:xfrm>
            <a:custGeom>
              <a:avLst/>
              <a:pathLst>
                <a:path w="341" h="212">
                  <a:moveTo>
                    <a:pt x="333" y="84"/>
                  </a:moveTo>
                  <a:lnTo>
                    <a:pt x="318" y="100"/>
                  </a:lnTo>
                  <a:lnTo>
                    <a:pt x="301" y="112"/>
                  </a:lnTo>
                  <a:lnTo>
                    <a:pt x="288" y="117"/>
                  </a:lnTo>
                  <a:lnTo>
                    <a:pt x="274" y="118"/>
                  </a:lnTo>
                  <a:lnTo>
                    <a:pt x="263" y="116"/>
                  </a:lnTo>
                  <a:lnTo>
                    <a:pt x="259" y="117"/>
                  </a:lnTo>
                  <a:lnTo>
                    <a:pt x="254" y="120"/>
                  </a:lnTo>
                  <a:lnTo>
                    <a:pt x="249" y="125"/>
                  </a:lnTo>
                  <a:lnTo>
                    <a:pt x="244" y="134"/>
                  </a:lnTo>
                  <a:lnTo>
                    <a:pt x="240" y="150"/>
                  </a:lnTo>
                  <a:lnTo>
                    <a:pt x="236" y="156"/>
                  </a:lnTo>
                  <a:lnTo>
                    <a:pt x="228" y="160"/>
                  </a:lnTo>
                  <a:lnTo>
                    <a:pt x="218" y="163"/>
                  </a:lnTo>
                  <a:lnTo>
                    <a:pt x="205" y="163"/>
                  </a:lnTo>
                  <a:lnTo>
                    <a:pt x="194" y="167"/>
                  </a:lnTo>
                  <a:lnTo>
                    <a:pt x="181" y="167"/>
                  </a:lnTo>
                  <a:lnTo>
                    <a:pt x="169" y="166"/>
                  </a:lnTo>
                  <a:lnTo>
                    <a:pt x="155" y="167"/>
                  </a:lnTo>
                  <a:lnTo>
                    <a:pt x="147" y="167"/>
                  </a:lnTo>
                  <a:lnTo>
                    <a:pt x="139" y="166"/>
                  </a:lnTo>
                  <a:lnTo>
                    <a:pt x="131" y="161"/>
                  </a:lnTo>
                  <a:lnTo>
                    <a:pt x="123" y="158"/>
                  </a:lnTo>
                  <a:lnTo>
                    <a:pt x="116" y="159"/>
                  </a:lnTo>
                  <a:lnTo>
                    <a:pt x="109" y="164"/>
                  </a:lnTo>
                  <a:lnTo>
                    <a:pt x="95" y="175"/>
                  </a:lnTo>
                  <a:lnTo>
                    <a:pt x="86" y="185"/>
                  </a:lnTo>
                  <a:lnTo>
                    <a:pt x="82" y="193"/>
                  </a:lnTo>
                  <a:lnTo>
                    <a:pt x="69" y="201"/>
                  </a:lnTo>
                  <a:lnTo>
                    <a:pt x="55" y="205"/>
                  </a:lnTo>
                  <a:lnTo>
                    <a:pt x="39" y="208"/>
                  </a:lnTo>
                  <a:lnTo>
                    <a:pt x="27" y="212"/>
                  </a:lnTo>
                  <a:lnTo>
                    <a:pt x="16" y="212"/>
                  </a:lnTo>
                  <a:lnTo>
                    <a:pt x="11" y="209"/>
                  </a:lnTo>
                  <a:lnTo>
                    <a:pt x="4" y="201"/>
                  </a:lnTo>
                  <a:lnTo>
                    <a:pt x="0" y="191"/>
                  </a:lnTo>
                  <a:lnTo>
                    <a:pt x="0" y="177"/>
                  </a:lnTo>
                  <a:lnTo>
                    <a:pt x="14" y="154"/>
                  </a:lnTo>
                  <a:lnTo>
                    <a:pt x="29" y="139"/>
                  </a:lnTo>
                  <a:lnTo>
                    <a:pt x="48" y="121"/>
                  </a:lnTo>
                  <a:lnTo>
                    <a:pt x="64" y="99"/>
                  </a:lnTo>
                  <a:lnTo>
                    <a:pt x="74" y="89"/>
                  </a:lnTo>
                  <a:lnTo>
                    <a:pt x="84" y="81"/>
                  </a:lnTo>
                  <a:lnTo>
                    <a:pt x="100" y="72"/>
                  </a:lnTo>
                  <a:lnTo>
                    <a:pt x="122" y="69"/>
                  </a:lnTo>
                  <a:lnTo>
                    <a:pt x="146" y="72"/>
                  </a:lnTo>
                  <a:lnTo>
                    <a:pt x="152" y="76"/>
                  </a:lnTo>
                  <a:lnTo>
                    <a:pt x="160" y="76"/>
                  </a:lnTo>
                  <a:lnTo>
                    <a:pt x="170" y="74"/>
                  </a:lnTo>
                  <a:lnTo>
                    <a:pt x="175" y="72"/>
                  </a:lnTo>
                  <a:lnTo>
                    <a:pt x="177" y="67"/>
                  </a:lnTo>
                  <a:lnTo>
                    <a:pt x="182" y="60"/>
                  </a:lnTo>
                  <a:lnTo>
                    <a:pt x="188" y="52"/>
                  </a:lnTo>
                  <a:lnTo>
                    <a:pt x="198" y="44"/>
                  </a:lnTo>
                  <a:lnTo>
                    <a:pt x="215" y="37"/>
                  </a:lnTo>
                  <a:lnTo>
                    <a:pt x="234" y="35"/>
                  </a:lnTo>
                  <a:lnTo>
                    <a:pt x="245" y="34"/>
                  </a:lnTo>
                  <a:lnTo>
                    <a:pt x="249" y="31"/>
                  </a:lnTo>
                  <a:lnTo>
                    <a:pt x="253" y="28"/>
                  </a:lnTo>
                  <a:lnTo>
                    <a:pt x="262" y="13"/>
                  </a:lnTo>
                  <a:lnTo>
                    <a:pt x="276" y="3"/>
                  </a:lnTo>
                  <a:lnTo>
                    <a:pt x="300" y="0"/>
                  </a:lnTo>
                  <a:lnTo>
                    <a:pt x="313" y="1"/>
                  </a:lnTo>
                  <a:lnTo>
                    <a:pt x="322" y="5"/>
                  </a:lnTo>
                  <a:lnTo>
                    <a:pt x="326" y="8"/>
                  </a:lnTo>
                  <a:lnTo>
                    <a:pt x="329" y="12"/>
                  </a:lnTo>
                  <a:lnTo>
                    <a:pt x="331" y="17"/>
                  </a:lnTo>
                  <a:lnTo>
                    <a:pt x="333" y="28"/>
                  </a:lnTo>
                  <a:lnTo>
                    <a:pt x="333" y="36"/>
                  </a:lnTo>
                  <a:lnTo>
                    <a:pt x="333" y="49"/>
                  </a:lnTo>
                  <a:lnTo>
                    <a:pt x="336" y="54"/>
                  </a:lnTo>
                  <a:lnTo>
                    <a:pt x="339" y="58"/>
                  </a:lnTo>
                  <a:lnTo>
                    <a:pt x="341" y="63"/>
                  </a:lnTo>
                  <a:lnTo>
                    <a:pt x="341" y="68"/>
                  </a:lnTo>
                  <a:lnTo>
                    <a:pt x="339" y="76"/>
                  </a:lnTo>
                  <a:lnTo>
                    <a:pt x="333" y="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7220568" y="2128602"/>
              <a:ext cx="3624" cy="2849"/>
            </a:xfrm>
            <a:custGeom>
              <a:avLst/>
              <a:pathLst>
                <a:path w="3624" h="2849">
                  <a:moveTo>
                    <a:pt x="3624" y="508"/>
                  </a:moveTo>
                  <a:lnTo>
                    <a:pt x="3553" y="552"/>
                  </a:lnTo>
                  <a:lnTo>
                    <a:pt x="3497" y="510"/>
                  </a:lnTo>
                  <a:lnTo>
                    <a:pt x="3359" y="505"/>
                  </a:lnTo>
                  <a:lnTo>
                    <a:pt x="3260" y="510"/>
                  </a:lnTo>
                  <a:lnTo>
                    <a:pt x="3185" y="521"/>
                  </a:lnTo>
                  <a:lnTo>
                    <a:pt x="2976" y="678"/>
                  </a:lnTo>
                  <a:lnTo>
                    <a:pt x="2932" y="721"/>
                  </a:lnTo>
                  <a:lnTo>
                    <a:pt x="2672" y="918"/>
                  </a:lnTo>
                  <a:lnTo>
                    <a:pt x="2651" y="923"/>
                  </a:lnTo>
                  <a:lnTo>
                    <a:pt x="2617" y="948"/>
                  </a:lnTo>
                  <a:lnTo>
                    <a:pt x="2549" y="1014"/>
                  </a:lnTo>
                  <a:lnTo>
                    <a:pt x="2464" y="1182"/>
                  </a:lnTo>
                  <a:lnTo>
                    <a:pt x="2464" y="1196"/>
                  </a:lnTo>
                  <a:lnTo>
                    <a:pt x="2509" y="1208"/>
                  </a:lnTo>
                  <a:lnTo>
                    <a:pt x="2552" y="1194"/>
                  </a:lnTo>
                  <a:lnTo>
                    <a:pt x="2640" y="1183"/>
                  </a:lnTo>
                  <a:lnTo>
                    <a:pt x="2667" y="1273"/>
                  </a:lnTo>
                  <a:lnTo>
                    <a:pt x="2617" y="1422"/>
                  </a:lnTo>
                  <a:lnTo>
                    <a:pt x="2610" y="1435"/>
                  </a:lnTo>
                  <a:lnTo>
                    <a:pt x="2575" y="1469"/>
                  </a:lnTo>
                  <a:lnTo>
                    <a:pt x="2557" y="1461"/>
                  </a:lnTo>
                  <a:lnTo>
                    <a:pt x="2472" y="1404"/>
                  </a:lnTo>
                  <a:lnTo>
                    <a:pt x="2356" y="1398"/>
                  </a:lnTo>
                  <a:lnTo>
                    <a:pt x="2121" y="1396"/>
                  </a:lnTo>
                  <a:lnTo>
                    <a:pt x="2197" y="1472"/>
                  </a:lnTo>
                  <a:lnTo>
                    <a:pt x="2325" y="1489"/>
                  </a:lnTo>
                  <a:lnTo>
                    <a:pt x="2376" y="1503"/>
                  </a:lnTo>
                  <a:lnTo>
                    <a:pt x="2389" y="1525"/>
                  </a:lnTo>
                  <a:lnTo>
                    <a:pt x="2427" y="1587"/>
                  </a:lnTo>
                  <a:lnTo>
                    <a:pt x="2361" y="1889"/>
                  </a:lnTo>
                  <a:lnTo>
                    <a:pt x="2348" y="1897"/>
                  </a:lnTo>
                  <a:lnTo>
                    <a:pt x="2287" y="1927"/>
                  </a:lnTo>
                  <a:lnTo>
                    <a:pt x="2216" y="1961"/>
                  </a:lnTo>
                  <a:lnTo>
                    <a:pt x="2048" y="1966"/>
                  </a:lnTo>
                  <a:lnTo>
                    <a:pt x="2011" y="1959"/>
                  </a:lnTo>
                  <a:lnTo>
                    <a:pt x="1986" y="1925"/>
                  </a:lnTo>
                  <a:lnTo>
                    <a:pt x="1986" y="1919"/>
                  </a:lnTo>
                  <a:lnTo>
                    <a:pt x="2017" y="1874"/>
                  </a:lnTo>
                  <a:lnTo>
                    <a:pt x="2114" y="1870"/>
                  </a:lnTo>
                  <a:lnTo>
                    <a:pt x="2179" y="1836"/>
                  </a:lnTo>
                  <a:lnTo>
                    <a:pt x="2194" y="1820"/>
                  </a:lnTo>
                  <a:lnTo>
                    <a:pt x="2197" y="1805"/>
                  </a:lnTo>
                  <a:lnTo>
                    <a:pt x="2181" y="1777"/>
                  </a:lnTo>
                  <a:lnTo>
                    <a:pt x="2104" y="1647"/>
                  </a:lnTo>
                  <a:lnTo>
                    <a:pt x="2037" y="1560"/>
                  </a:lnTo>
                  <a:lnTo>
                    <a:pt x="1977" y="1565"/>
                  </a:lnTo>
                  <a:lnTo>
                    <a:pt x="1964" y="1574"/>
                  </a:lnTo>
                  <a:lnTo>
                    <a:pt x="1955" y="1609"/>
                  </a:lnTo>
                  <a:lnTo>
                    <a:pt x="2005" y="1616"/>
                  </a:lnTo>
                  <a:lnTo>
                    <a:pt x="2010" y="1627"/>
                  </a:lnTo>
                  <a:lnTo>
                    <a:pt x="2013" y="1690"/>
                  </a:lnTo>
                  <a:lnTo>
                    <a:pt x="2014" y="1762"/>
                  </a:lnTo>
                  <a:lnTo>
                    <a:pt x="1953" y="1852"/>
                  </a:lnTo>
                  <a:lnTo>
                    <a:pt x="1941" y="1865"/>
                  </a:lnTo>
                  <a:lnTo>
                    <a:pt x="1860" y="1929"/>
                  </a:lnTo>
                  <a:lnTo>
                    <a:pt x="1746" y="2009"/>
                  </a:lnTo>
                  <a:lnTo>
                    <a:pt x="1692" y="2031"/>
                  </a:lnTo>
                  <a:lnTo>
                    <a:pt x="1607" y="2053"/>
                  </a:lnTo>
                  <a:lnTo>
                    <a:pt x="1601" y="2054"/>
                  </a:lnTo>
                  <a:lnTo>
                    <a:pt x="1595" y="2052"/>
                  </a:lnTo>
                  <a:lnTo>
                    <a:pt x="1505" y="2031"/>
                  </a:lnTo>
                  <a:lnTo>
                    <a:pt x="1412" y="1994"/>
                  </a:lnTo>
                  <a:lnTo>
                    <a:pt x="1403" y="1980"/>
                  </a:lnTo>
                  <a:lnTo>
                    <a:pt x="1404" y="1969"/>
                  </a:lnTo>
                  <a:lnTo>
                    <a:pt x="1413" y="1943"/>
                  </a:lnTo>
                  <a:lnTo>
                    <a:pt x="1438" y="1917"/>
                  </a:lnTo>
                  <a:lnTo>
                    <a:pt x="1436" y="1904"/>
                  </a:lnTo>
                  <a:lnTo>
                    <a:pt x="1373" y="1802"/>
                  </a:lnTo>
                  <a:lnTo>
                    <a:pt x="1362" y="1797"/>
                  </a:lnTo>
                  <a:lnTo>
                    <a:pt x="1330" y="1787"/>
                  </a:lnTo>
                  <a:lnTo>
                    <a:pt x="1308" y="1785"/>
                  </a:lnTo>
                  <a:lnTo>
                    <a:pt x="1294" y="1791"/>
                  </a:lnTo>
                  <a:lnTo>
                    <a:pt x="1071" y="1947"/>
                  </a:lnTo>
                  <a:lnTo>
                    <a:pt x="1014" y="1998"/>
                  </a:lnTo>
                  <a:lnTo>
                    <a:pt x="999" y="2015"/>
                  </a:lnTo>
                  <a:lnTo>
                    <a:pt x="917" y="2121"/>
                  </a:lnTo>
                  <a:lnTo>
                    <a:pt x="910" y="2139"/>
                  </a:lnTo>
                  <a:lnTo>
                    <a:pt x="825" y="2338"/>
                  </a:lnTo>
                  <a:lnTo>
                    <a:pt x="829" y="2375"/>
                  </a:lnTo>
                  <a:lnTo>
                    <a:pt x="880" y="2474"/>
                  </a:lnTo>
                  <a:lnTo>
                    <a:pt x="902" y="2620"/>
                  </a:lnTo>
                  <a:lnTo>
                    <a:pt x="905" y="2769"/>
                  </a:lnTo>
                  <a:lnTo>
                    <a:pt x="876" y="2810"/>
                  </a:lnTo>
                  <a:lnTo>
                    <a:pt x="865" y="2813"/>
                  </a:lnTo>
                  <a:lnTo>
                    <a:pt x="732" y="2847"/>
                  </a:lnTo>
                  <a:lnTo>
                    <a:pt x="641" y="2849"/>
                  </a:lnTo>
                  <a:lnTo>
                    <a:pt x="551" y="2841"/>
                  </a:lnTo>
                  <a:lnTo>
                    <a:pt x="502" y="2804"/>
                  </a:lnTo>
                  <a:lnTo>
                    <a:pt x="495" y="2784"/>
                  </a:lnTo>
                  <a:lnTo>
                    <a:pt x="542" y="2601"/>
                  </a:lnTo>
                  <a:lnTo>
                    <a:pt x="552" y="2567"/>
                  </a:lnTo>
                  <a:lnTo>
                    <a:pt x="592" y="2447"/>
                  </a:lnTo>
                  <a:lnTo>
                    <a:pt x="610" y="2437"/>
                  </a:lnTo>
                  <a:lnTo>
                    <a:pt x="692" y="2439"/>
                  </a:lnTo>
                  <a:lnTo>
                    <a:pt x="706" y="2428"/>
                  </a:lnTo>
                  <a:lnTo>
                    <a:pt x="711" y="2420"/>
                  </a:lnTo>
                  <a:lnTo>
                    <a:pt x="713" y="2414"/>
                  </a:lnTo>
                  <a:lnTo>
                    <a:pt x="708" y="2404"/>
                  </a:lnTo>
                  <a:lnTo>
                    <a:pt x="655" y="2379"/>
                  </a:lnTo>
                  <a:lnTo>
                    <a:pt x="647" y="2376"/>
                  </a:lnTo>
                  <a:lnTo>
                    <a:pt x="603" y="2375"/>
                  </a:lnTo>
                  <a:lnTo>
                    <a:pt x="557" y="2385"/>
                  </a:lnTo>
                  <a:lnTo>
                    <a:pt x="497" y="2410"/>
                  </a:lnTo>
                  <a:lnTo>
                    <a:pt x="430" y="2446"/>
                  </a:lnTo>
                  <a:lnTo>
                    <a:pt x="330" y="2573"/>
                  </a:lnTo>
                  <a:lnTo>
                    <a:pt x="241" y="2707"/>
                  </a:lnTo>
                  <a:lnTo>
                    <a:pt x="171" y="2671"/>
                  </a:lnTo>
                  <a:lnTo>
                    <a:pt x="111" y="2643"/>
                  </a:lnTo>
                  <a:lnTo>
                    <a:pt x="34" y="2530"/>
                  </a:lnTo>
                  <a:lnTo>
                    <a:pt x="0" y="2444"/>
                  </a:lnTo>
                  <a:lnTo>
                    <a:pt x="28" y="2326"/>
                  </a:lnTo>
                  <a:lnTo>
                    <a:pt x="121" y="2215"/>
                  </a:lnTo>
                  <a:lnTo>
                    <a:pt x="307" y="2015"/>
                  </a:lnTo>
                  <a:lnTo>
                    <a:pt x="578" y="1728"/>
                  </a:lnTo>
                  <a:lnTo>
                    <a:pt x="1014" y="1413"/>
                  </a:lnTo>
                  <a:lnTo>
                    <a:pt x="1198" y="1320"/>
                  </a:lnTo>
                  <a:lnTo>
                    <a:pt x="1604" y="1042"/>
                  </a:lnTo>
                  <a:lnTo>
                    <a:pt x="1639" y="1018"/>
                  </a:lnTo>
                  <a:lnTo>
                    <a:pt x="1856" y="856"/>
                  </a:lnTo>
                  <a:lnTo>
                    <a:pt x="1886" y="819"/>
                  </a:lnTo>
                  <a:lnTo>
                    <a:pt x="1974" y="755"/>
                  </a:lnTo>
                  <a:lnTo>
                    <a:pt x="2235" y="571"/>
                  </a:lnTo>
                  <a:lnTo>
                    <a:pt x="2387" y="473"/>
                  </a:lnTo>
                  <a:lnTo>
                    <a:pt x="2540" y="371"/>
                  </a:lnTo>
                  <a:lnTo>
                    <a:pt x="2693" y="247"/>
                  </a:lnTo>
                  <a:lnTo>
                    <a:pt x="2791" y="137"/>
                  </a:lnTo>
                  <a:lnTo>
                    <a:pt x="2901" y="69"/>
                  </a:lnTo>
                  <a:lnTo>
                    <a:pt x="3109" y="0"/>
                  </a:lnTo>
                  <a:lnTo>
                    <a:pt x="3121" y="3"/>
                  </a:lnTo>
                  <a:lnTo>
                    <a:pt x="3271" y="47"/>
                  </a:lnTo>
                  <a:lnTo>
                    <a:pt x="3339" y="84"/>
                  </a:lnTo>
                  <a:lnTo>
                    <a:pt x="3467" y="160"/>
                  </a:lnTo>
                  <a:lnTo>
                    <a:pt x="3552" y="247"/>
                  </a:lnTo>
                  <a:lnTo>
                    <a:pt x="3559" y="257"/>
                  </a:lnTo>
                  <a:lnTo>
                    <a:pt x="3622" y="363"/>
                  </a:lnTo>
                  <a:lnTo>
                    <a:pt x="3624" y="50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7226106" y="2128492"/>
              <a:ext cx="406" cy="324"/>
            </a:xfrm>
            <a:custGeom>
              <a:avLst/>
              <a:pathLst>
                <a:path w="406" h="324">
                  <a:moveTo>
                    <a:pt x="151" y="317"/>
                  </a:moveTo>
                  <a:lnTo>
                    <a:pt x="123" y="312"/>
                  </a:lnTo>
                  <a:lnTo>
                    <a:pt x="84" y="295"/>
                  </a:lnTo>
                  <a:lnTo>
                    <a:pt x="80" y="291"/>
                  </a:lnTo>
                  <a:lnTo>
                    <a:pt x="59" y="273"/>
                  </a:lnTo>
                  <a:lnTo>
                    <a:pt x="30" y="235"/>
                  </a:lnTo>
                  <a:lnTo>
                    <a:pt x="25" y="228"/>
                  </a:lnTo>
                  <a:lnTo>
                    <a:pt x="13" y="133"/>
                  </a:lnTo>
                  <a:lnTo>
                    <a:pt x="0" y="24"/>
                  </a:lnTo>
                  <a:lnTo>
                    <a:pt x="24" y="0"/>
                  </a:lnTo>
                  <a:lnTo>
                    <a:pt x="110" y="21"/>
                  </a:lnTo>
                  <a:lnTo>
                    <a:pt x="120" y="24"/>
                  </a:lnTo>
                  <a:lnTo>
                    <a:pt x="128" y="26"/>
                  </a:lnTo>
                  <a:lnTo>
                    <a:pt x="141" y="29"/>
                  </a:lnTo>
                  <a:lnTo>
                    <a:pt x="205" y="65"/>
                  </a:lnTo>
                  <a:lnTo>
                    <a:pt x="310" y="123"/>
                  </a:lnTo>
                  <a:lnTo>
                    <a:pt x="313" y="125"/>
                  </a:lnTo>
                  <a:lnTo>
                    <a:pt x="349" y="149"/>
                  </a:lnTo>
                  <a:lnTo>
                    <a:pt x="374" y="188"/>
                  </a:lnTo>
                  <a:lnTo>
                    <a:pt x="398" y="225"/>
                  </a:lnTo>
                  <a:lnTo>
                    <a:pt x="406" y="247"/>
                  </a:lnTo>
                  <a:lnTo>
                    <a:pt x="377" y="303"/>
                  </a:lnTo>
                  <a:lnTo>
                    <a:pt x="357" y="319"/>
                  </a:lnTo>
                  <a:lnTo>
                    <a:pt x="326" y="324"/>
                  </a:lnTo>
                  <a:lnTo>
                    <a:pt x="211" y="324"/>
                  </a:lnTo>
                  <a:lnTo>
                    <a:pt x="156" y="318"/>
                  </a:lnTo>
                  <a:lnTo>
                    <a:pt x="151" y="3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7202801" y="2124826"/>
              <a:ext cx="5886" cy="4482"/>
            </a:xfrm>
            <a:custGeom>
              <a:avLst/>
              <a:pathLst>
                <a:path w="5886" h="4482">
                  <a:moveTo>
                    <a:pt x="4454" y="143"/>
                  </a:moveTo>
                  <a:lnTo>
                    <a:pt x="4459" y="169"/>
                  </a:lnTo>
                  <a:lnTo>
                    <a:pt x="4474" y="252"/>
                  </a:lnTo>
                  <a:lnTo>
                    <a:pt x="4476" y="298"/>
                  </a:lnTo>
                  <a:lnTo>
                    <a:pt x="4444" y="340"/>
                  </a:lnTo>
                  <a:lnTo>
                    <a:pt x="4438" y="349"/>
                  </a:lnTo>
                  <a:lnTo>
                    <a:pt x="4433" y="358"/>
                  </a:lnTo>
                  <a:lnTo>
                    <a:pt x="4415" y="401"/>
                  </a:lnTo>
                  <a:lnTo>
                    <a:pt x="4412" y="435"/>
                  </a:lnTo>
                  <a:lnTo>
                    <a:pt x="4416" y="444"/>
                  </a:lnTo>
                  <a:lnTo>
                    <a:pt x="4559" y="768"/>
                  </a:lnTo>
                  <a:lnTo>
                    <a:pt x="4571" y="796"/>
                  </a:lnTo>
                  <a:lnTo>
                    <a:pt x="4622" y="855"/>
                  </a:lnTo>
                  <a:lnTo>
                    <a:pt x="4669" y="890"/>
                  </a:lnTo>
                  <a:lnTo>
                    <a:pt x="4737" y="904"/>
                  </a:lnTo>
                  <a:lnTo>
                    <a:pt x="4899" y="819"/>
                  </a:lnTo>
                  <a:lnTo>
                    <a:pt x="4915" y="794"/>
                  </a:lnTo>
                  <a:lnTo>
                    <a:pt x="4935" y="747"/>
                  </a:lnTo>
                  <a:lnTo>
                    <a:pt x="4947" y="718"/>
                  </a:lnTo>
                  <a:lnTo>
                    <a:pt x="4942" y="607"/>
                  </a:lnTo>
                  <a:lnTo>
                    <a:pt x="4939" y="525"/>
                  </a:lnTo>
                  <a:lnTo>
                    <a:pt x="5040" y="461"/>
                  </a:lnTo>
                  <a:lnTo>
                    <a:pt x="5104" y="571"/>
                  </a:lnTo>
                  <a:lnTo>
                    <a:pt x="5224" y="781"/>
                  </a:lnTo>
                  <a:lnTo>
                    <a:pt x="5237" y="802"/>
                  </a:lnTo>
                  <a:lnTo>
                    <a:pt x="5244" y="818"/>
                  </a:lnTo>
                  <a:lnTo>
                    <a:pt x="5400" y="1109"/>
                  </a:lnTo>
                  <a:lnTo>
                    <a:pt x="5403" y="1212"/>
                  </a:lnTo>
                  <a:lnTo>
                    <a:pt x="5409" y="1370"/>
                  </a:lnTo>
                  <a:lnTo>
                    <a:pt x="5380" y="1379"/>
                  </a:lnTo>
                  <a:lnTo>
                    <a:pt x="5372" y="1408"/>
                  </a:lnTo>
                  <a:lnTo>
                    <a:pt x="5360" y="1518"/>
                  </a:lnTo>
                  <a:lnTo>
                    <a:pt x="5356" y="1540"/>
                  </a:lnTo>
                  <a:lnTo>
                    <a:pt x="5355" y="1551"/>
                  </a:lnTo>
                  <a:lnTo>
                    <a:pt x="5357" y="1572"/>
                  </a:lnTo>
                  <a:lnTo>
                    <a:pt x="5462" y="1899"/>
                  </a:lnTo>
                  <a:lnTo>
                    <a:pt x="5471" y="1931"/>
                  </a:lnTo>
                  <a:lnTo>
                    <a:pt x="5492" y="1966"/>
                  </a:lnTo>
                  <a:lnTo>
                    <a:pt x="5531" y="2005"/>
                  </a:lnTo>
                  <a:lnTo>
                    <a:pt x="5544" y="2017"/>
                  </a:lnTo>
                  <a:lnTo>
                    <a:pt x="5554" y="2025"/>
                  </a:lnTo>
                  <a:lnTo>
                    <a:pt x="5565" y="2036"/>
                  </a:lnTo>
                  <a:lnTo>
                    <a:pt x="5574" y="2045"/>
                  </a:lnTo>
                  <a:lnTo>
                    <a:pt x="5587" y="2058"/>
                  </a:lnTo>
                  <a:lnTo>
                    <a:pt x="5593" y="2064"/>
                  </a:lnTo>
                  <a:lnTo>
                    <a:pt x="5604" y="2075"/>
                  </a:lnTo>
                  <a:lnTo>
                    <a:pt x="5613" y="2086"/>
                  </a:lnTo>
                  <a:lnTo>
                    <a:pt x="5668" y="2111"/>
                  </a:lnTo>
                  <a:lnTo>
                    <a:pt x="5680" y="2113"/>
                  </a:lnTo>
                  <a:lnTo>
                    <a:pt x="5686" y="2114"/>
                  </a:lnTo>
                  <a:lnTo>
                    <a:pt x="5693" y="2116"/>
                  </a:lnTo>
                  <a:lnTo>
                    <a:pt x="5709" y="2120"/>
                  </a:lnTo>
                  <a:lnTo>
                    <a:pt x="5723" y="2123"/>
                  </a:lnTo>
                  <a:lnTo>
                    <a:pt x="5783" y="2143"/>
                  </a:lnTo>
                  <a:lnTo>
                    <a:pt x="5839" y="2170"/>
                  </a:lnTo>
                  <a:lnTo>
                    <a:pt x="5859" y="2177"/>
                  </a:lnTo>
                  <a:lnTo>
                    <a:pt x="5870" y="2185"/>
                  </a:lnTo>
                  <a:lnTo>
                    <a:pt x="5886" y="2378"/>
                  </a:lnTo>
                  <a:lnTo>
                    <a:pt x="5872" y="2394"/>
                  </a:lnTo>
                  <a:lnTo>
                    <a:pt x="5829" y="2407"/>
                  </a:lnTo>
                  <a:lnTo>
                    <a:pt x="5571" y="2481"/>
                  </a:lnTo>
                  <a:lnTo>
                    <a:pt x="5547" y="2487"/>
                  </a:lnTo>
                  <a:lnTo>
                    <a:pt x="5539" y="2487"/>
                  </a:lnTo>
                  <a:lnTo>
                    <a:pt x="5275" y="2558"/>
                  </a:lnTo>
                  <a:lnTo>
                    <a:pt x="5220" y="2545"/>
                  </a:lnTo>
                  <a:lnTo>
                    <a:pt x="5179" y="2514"/>
                  </a:lnTo>
                  <a:lnTo>
                    <a:pt x="5140" y="2440"/>
                  </a:lnTo>
                  <a:lnTo>
                    <a:pt x="5133" y="2429"/>
                  </a:lnTo>
                  <a:lnTo>
                    <a:pt x="5134" y="2412"/>
                  </a:lnTo>
                  <a:lnTo>
                    <a:pt x="5173" y="2375"/>
                  </a:lnTo>
                  <a:lnTo>
                    <a:pt x="5202" y="2362"/>
                  </a:lnTo>
                  <a:lnTo>
                    <a:pt x="5231" y="2343"/>
                  </a:lnTo>
                  <a:lnTo>
                    <a:pt x="5238" y="2319"/>
                  </a:lnTo>
                  <a:lnTo>
                    <a:pt x="5233" y="2298"/>
                  </a:lnTo>
                  <a:lnTo>
                    <a:pt x="5224" y="2265"/>
                  </a:lnTo>
                  <a:lnTo>
                    <a:pt x="5220" y="2247"/>
                  </a:lnTo>
                  <a:lnTo>
                    <a:pt x="5204" y="2194"/>
                  </a:lnTo>
                  <a:lnTo>
                    <a:pt x="5044" y="2117"/>
                  </a:lnTo>
                  <a:lnTo>
                    <a:pt x="4941" y="2087"/>
                  </a:lnTo>
                  <a:lnTo>
                    <a:pt x="4907" y="2090"/>
                  </a:lnTo>
                  <a:lnTo>
                    <a:pt x="4869" y="2093"/>
                  </a:lnTo>
                  <a:lnTo>
                    <a:pt x="4809" y="2113"/>
                  </a:lnTo>
                  <a:lnTo>
                    <a:pt x="4715" y="2168"/>
                  </a:lnTo>
                  <a:lnTo>
                    <a:pt x="4684" y="2171"/>
                  </a:lnTo>
                  <a:lnTo>
                    <a:pt x="4673" y="2170"/>
                  </a:lnTo>
                  <a:lnTo>
                    <a:pt x="4668" y="2169"/>
                  </a:lnTo>
                  <a:lnTo>
                    <a:pt x="4657" y="2167"/>
                  </a:lnTo>
                  <a:lnTo>
                    <a:pt x="4636" y="2165"/>
                  </a:lnTo>
                  <a:lnTo>
                    <a:pt x="4623" y="2165"/>
                  </a:lnTo>
                  <a:lnTo>
                    <a:pt x="4604" y="2164"/>
                  </a:lnTo>
                  <a:lnTo>
                    <a:pt x="4596" y="2162"/>
                  </a:lnTo>
                  <a:lnTo>
                    <a:pt x="4583" y="2157"/>
                  </a:lnTo>
                  <a:lnTo>
                    <a:pt x="4555" y="2151"/>
                  </a:lnTo>
                  <a:lnTo>
                    <a:pt x="4543" y="2148"/>
                  </a:lnTo>
                  <a:lnTo>
                    <a:pt x="4528" y="2146"/>
                  </a:lnTo>
                  <a:lnTo>
                    <a:pt x="4470" y="2144"/>
                  </a:lnTo>
                  <a:lnTo>
                    <a:pt x="4453" y="2143"/>
                  </a:lnTo>
                  <a:lnTo>
                    <a:pt x="4445" y="2144"/>
                  </a:lnTo>
                  <a:lnTo>
                    <a:pt x="4433" y="2145"/>
                  </a:lnTo>
                  <a:lnTo>
                    <a:pt x="4419" y="2143"/>
                  </a:lnTo>
                  <a:lnTo>
                    <a:pt x="4390" y="2141"/>
                  </a:lnTo>
                  <a:lnTo>
                    <a:pt x="4365" y="2140"/>
                  </a:lnTo>
                  <a:lnTo>
                    <a:pt x="4317" y="2144"/>
                  </a:lnTo>
                  <a:lnTo>
                    <a:pt x="4297" y="2149"/>
                  </a:lnTo>
                  <a:lnTo>
                    <a:pt x="4284" y="2152"/>
                  </a:lnTo>
                  <a:lnTo>
                    <a:pt x="4261" y="2154"/>
                  </a:lnTo>
                  <a:lnTo>
                    <a:pt x="4237" y="2156"/>
                  </a:lnTo>
                  <a:lnTo>
                    <a:pt x="4212" y="2156"/>
                  </a:lnTo>
                  <a:lnTo>
                    <a:pt x="4169" y="2156"/>
                  </a:lnTo>
                  <a:lnTo>
                    <a:pt x="4143" y="2157"/>
                  </a:lnTo>
                  <a:lnTo>
                    <a:pt x="4111" y="2158"/>
                  </a:lnTo>
                  <a:lnTo>
                    <a:pt x="4033" y="2166"/>
                  </a:lnTo>
                  <a:lnTo>
                    <a:pt x="3927" y="2224"/>
                  </a:lnTo>
                  <a:lnTo>
                    <a:pt x="3876" y="2261"/>
                  </a:lnTo>
                  <a:lnTo>
                    <a:pt x="3824" y="2315"/>
                  </a:lnTo>
                  <a:lnTo>
                    <a:pt x="3798" y="2357"/>
                  </a:lnTo>
                  <a:lnTo>
                    <a:pt x="3427" y="2719"/>
                  </a:lnTo>
                  <a:lnTo>
                    <a:pt x="3335" y="2783"/>
                  </a:lnTo>
                  <a:lnTo>
                    <a:pt x="3332" y="2791"/>
                  </a:lnTo>
                  <a:lnTo>
                    <a:pt x="3328" y="2799"/>
                  </a:lnTo>
                  <a:lnTo>
                    <a:pt x="3320" y="2802"/>
                  </a:lnTo>
                  <a:lnTo>
                    <a:pt x="3302" y="2806"/>
                  </a:lnTo>
                  <a:lnTo>
                    <a:pt x="3067" y="2969"/>
                  </a:lnTo>
                  <a:lnTo>
                    <a:pt x="2874" y="3101"/>
                  </a:lnTo>
                  <a:lnTo>
                    <a:pt x="2796" y="3152"/>
                  </a:lnTo>
                  <a:lnTo>
                    <a:pt x="2788" y="3159"/>
                  </a:lnTo>
                  <a:lnTo>
                    <a:pt x="2783" y="3160"/>
                  </a:lnTo>
                  <a:lnTo>
                    <a:pt x="2776" y="3165"/>
                  </a:lnTo>
                  <a:lnTo>
                    <a:pt x="2750" y="3215"/>
                  </a:lnTo>
                  <a:lnTo>
                    <a:pt x="2745" y="3226"/>
                  </a:lnTo>
                  <a:lnTo>
                    <a:pt x="2713" y="3315"/>
                  </a:lnTo>
                  <a:lnTo>
                    <a:pt x="2680" y="3364"/>
                  </a:lnTo>
                  <a:lnTo>
                    <a:pt x="2633" y="3435"/>
                  </a:lnTo>
                  <a:lnTo>
                    <a:pt x="2547" y="3502"/>
                  </a:lnTo>
                  <a:lnTo>
                    <a:pt x="2483" y="3555"/>
                  </a:lnTo>
                  <a:lnTo>
                    <a:pt x="2460" y="3597"/>
                  </a:lnTo>
                  <a:lnTo>
                    <a:pt x="2438" y="3709"/>
                  </a:lnTo>
                  <a:lnTo>
                    <a:pt x="2464" y="3760"/>
                  </a:lnTo>
                  <a:lnTo>
                    <a:pt x="2488" y="3802"/>
                  </a:lnTo>
                  <a:lnTo>
                    <a:pt x="2512" y="3843"/>
                  </a:lnTo>
                  <a:lnTo>
                    <a:pt x="2566" y="3842"/>
                  </a:lnTo>
                  <a:lnTo>
                    <a:pt x="2579" y="3842"/>
                  </a:lnTo>
                  <a:lnTo>
                    <a:pt x="2591" y="3841"/>
                  </a:lnTo>
                  <a:lnTo>
                    <a:pt x="2631" y="3840"/>
                  </a:lnTo>
                  <a:lnTo>
                    <a:pt x="2638" y="3837"/>
                  </a:lnTo>
                  <a:lnTo>
                    <a:pt x="2642" y="3834"/>
                  </a:lnTo>
                  <a:lnTo>
                    <a:pt x="2647" y="3829"/>
                  </a:lnTo>
                  <a:lnTo>
                    <a:pt x="2673" y="3812"/>
                  </a:lnTo>
                  <a:lnTo>
                    <a:pt x="2702" y="3821"/>
                  </a:lnTo>
                  <a:lnTo>
                    <a:pt x="2712" y="3834"/>
                  </a:lnTo>
                  <a:lnTo>
                    <a:pt x="2715" y="3856"/>
                  </a:lnTo>
                  <a:lnTo>
                    <a:pt x="2713" y="3869"/>
                  </a:lnTo>
                  <a:lnTo>
                    <a:pt x="2691" y="3973"/>
                  </a:lnTo>
                  <a:lnTo>
                    <a:pt x="2664" y="3992"/>
                  </a:lnTo>
                  <a:lnTo>
                    <a:pt x="2628" y="4018"/>
                  </a:lnTo>
                  <a:lnTo>
                    <a:pt x="2619" y="4024"/>
                  </a:lnTo>
                  <a:lnTo>
                    <a:pt x="2564" y="4053"/>
                  </a:lnTo>
                  <a:lnTo>
                    <a:pt x="2571" y="4255"/>
                  </a:lnTo>
                  <a:lnTo>
                    <a:pt x="2573" y="4281"/>
                  </a:lnTo>
                  <a:lnTo>
                    <a:pt x="2572" y="4297"/>
                  </a:lnTo>
                  <a:lnTo>
                    <a:pt x="2574" y="4361"/>
                  </a:lnTo>
                  <a:lnTo>
                    <a:pt x="2576" y="4406"/>
                  </a:lnTo>
                  <a:lnTo>
                    <a:pt x="2566" y="4431"/>
                  </a:lnTo>
                  <a:lnTo>
                    <a:pt x="2556" y="4456"/>
                  </a:lnTo>
                  <a:lnTo>
                    <a:pt x="2516" y="4463"/>
                  </a:lnTo>
                  <a:lnTo>
                    <a:pt x="2485" y="4454"/>
                  </a:lnTo>
                  <a:lnTo>
                    <a:pt x="2372" y="4414"/>
                  </a:lnTo>
                  <a:lnTo>
                    <a:pt x="2340" y="4403"/>
                  </a:lnTo>
                  <a:lnTo>
                    <a:pt x="2328" y="4397"/>
                  </a:lnTo>
                  <a:lnTo>
                    <a:pt x="2249" y="4297"/>
                  </a:lnTo>
                  <a:lnTo>
                    <a:pt x="2197" y="4225"/>
                  </a:lnTo>
                  <a:lnTo>
                    <a:pt x="2121" y="4233"/>
                  </a:lnTo>
                  <a:lnTo>
                    <a:pt x="1909" y="4255"/>
                  </a:lnTo>
                  <a:lnTo>
                    <a:pt x="1840" y="4271"/>
                  </a:lnTo>
                  <a:lnTo>
                    <a:pt x="1828" y="4280"/>
                  </a:lnTo>
                  <a:lnTo>
                    <a:pt x="1828" y="4289"/>
                  </a:lnTo>
                  <a:lnTo>
                    <a:pt x="1839" y="4301"/>
                  </a:lnTo>
                  <a:lnTo>
                    <a:pt x="1840" y="4306"/>
                  </a:lnTo>
                  <a:lnTo>
                    <a:pt x="1838" y="4314"/>
                  </a:lnTo>
                  <a:lnTo>
                    <a:pt x="1799" y="4344"/>
                  </a:lnTo>
                  <a:lnTo>
                    <a:pt x="1793" y="4345"/>
                  </a:lnTo>
                  <a:lnTo>
                    <a:pt x="1714" y="4382"/>
                  </a:lnTo>
                  <a:lnTo>
                    <a:pt x="1706" y="4388"/>
                  </a:lnTo>
                  <a:lnTo>
                    <a:pt x="1685" y="4398"/>
                  </a:lnTo>
                  <a:lnTo>
                    <a:pt x="1663" y="4403"/>
                  </a:lnTo>
                  <a:lnTo>
                    <a:pt x="1657" y="4404"/>
                  </a:lnTo>
                  <a:lnTo>
                    <a:pt x="1640" y="4399"/>
                  </a:lnTo>
                  <a:lnTo>
                    <a:pt x="1621" y="4395"/>
                  </a:lnTo>
                  <a:lnTo>
                    <a:pt x="1596" y="4394"/>
                  </a:lnTo>
                  <a:lnTo>
                    <a:pt x="1568" y="4400"/>
                  </a:lnTo>
                  <a:lnTo>
                    <a:pt x="1545" y="4403"/>
                  </a:lnTo>
                  <a:lnTo>
                    <a:pt x="1522" y="4405"/>
                  </a:lnTo>
                  <a:lnTo>
                    <a:pt x="1502" y="4403"/>
                  </a:lnTo>
                  <a:lnTo>
                    <a:pt x="1487" y="4399"/>
                  </a:lnTo>
                  <a:lnTo>
                    <a:pt x="1467" y="4396"/>
                  </a:lnTo>
                  <a:lnTo>
                    <a:pt x="1451" y="4396"/>
                  </a:lnTo>
                  <a:lnTo>
                    <a:pt x="1432" y="4400"/>
                  </a:lnTo>
                  <a:lnTo>
                    <a:pt x="1413" y="4416"/>
                  </a:lnTo>
                  <a:lnTo>
                    <a:pt x="1407" y="4426"/>
                  </a:lnTo>
                  <a:lnTo>
                    <a:pt x="1405" y="4444"/>
                  </a:lnTo>
                  <a:lnTo>
                    <a:pt x="1396" y="4454"/>
                  </a:lnTo>
                  <a:lnTo>
                    <a:pt x="1383" y="4463"/>
                  </a:lnTo>
                  <a:lnTo>
                    <a:pt x="1353" y="4474"/>
                  </a:lnTo>
                  <a:lnTo>
                    <a:pt x="1331" y="4482"/>
                  </a:lnTo>
                  <a:lnTo>
                    <a:pt x="1273" y="4477"/>
                  </a:lnTo>
                  <a:lnTo>
                    <a:pt x="1213" y="4457"/>
                  </a:lnTo>
                  <a:lnTo>
                    <a:pt x="1174" y="4431"/>
                  </a:lnTo>
                  <a:lnTo>
                    <a:pt x="1145" y="4375"/>
                  </a:lnTo>
                  <a:lnTo>
                    <a:pt x="1143" y="4349"/>
                  </a:lnTo>
                  <a:lnTo>
                    <a:pt x="1138" y="4286"/>
                  </a:lnTo>
                  <a:lnTo>
                    <a:pt x="1136" y="4265"/>
                  </a:lnTo>
                  <a:lnTo>
                    <a:pt x="1140" y="4236"/>
                  </a:lnTo>
                  <a:lnTo>
                    <a:pt x="1173" y="4176"/>
                  </a:lnTo>
                  <a:lnTo>
                    <a:pt x="1227" y="4108"/>
                  </a:lnTo>
                  <a:lnTo>
                    <a:pt x="1238" y="4097"/>
                  </a:lnTo>
                  <a:lnTo>
                    <a:pt x="1252" y="4077"/>
                  </a:lnTo>
                  <a:lnTo>
                    <a:pt x="1259" y="4061"/>
                  </a:lnTo>
                  <a:lnTo>
                    <a:pt x="1261" y="4050"/>
                  </a:lnTo>
                  <a:lnTo>
                    <a:pt x="1262" y="4043"/>
                  </a:lnTo>
                  <a:lnTo>
                    <a:pt x="1261" y="4030"/>
                  </a:lnTo>
                  <a:lnTo>
                    <a:pt x="1259" y="4023"/>
                  </a:lnTo>
                  <a:lnTo>
                    <a:pt x="1255" y="4006"/>
                  </a:lnTo>
                  <a:lnTo>
                    <a:pt x="1246" y="3962"/>
                  </a:lnTo>
                  <a:lnTo>
                    <a:pt x="1242" y="3949"/>
                  </a:lnTo>
                  <a:lnTo>
                    <a:pt x="1238" y="3943"/>
                  </a:lnTo>
                  <a:lnTo>
                    <a:pt x="1232" y="3917"/>
                  </a:lnTo>
                  <a:lnTo>
                    <a:pt x="1224" y="3884"/>
                  </a:lnTo>
                  <a:lnTo>
                    <a:pt x="1217" y="3855"/>
                  </a:lnTo>
                  <a:lnTo>
                    <a:pt x="1211" y="3849"/>
                  </a:lnTo>
                  <a:lnTo>
                    <a:pt x="1204" y="3841"/>
                  </a:lnTo>
                  <a:lnTo>
                    <a:pt x="1125" y="3755"/>
                  </a:lnTo>
                  <a:lnTo>
                    <a:pt x="1097" y="3738"/>
                  </a:lnTo>
                  <a:lnTo>
                    <a:pt x="1092" y="3735"/>
                  </a:lnTo>
                  <a:lnTo>
                    <a:pt x="1086" y="3732"/>
                  </a:lnTo>
                  <a:lnTo>
                    <a:pt x="1068" y="3721"/>
                  </a:lnTo>
                  <a:lnTo>
                    <a:pt x="1054" y="3715"/>
                  </a:lnTo>
                  <a:lnTo>
                    <a:pt x="1041" y="3709"/>
                  </a:lnTo>
                  <a:lnTo>
                    <a:pt x="1027" y="3703"/>
                  </a:lnTo>
                  <a:lnTo>
                    <a:pt x="1013" y="3697"/>
                  </a:lnTo>
                  <a:lnTo>
                    <a:pt x="1006" y="3695"/>
                  </a:lnTo>
                  <a:lnTo>
                    <a:pt x="1001" y="3693"/>
                  </a:lnTo>
                  <a:lnTo>
                    <a:pt x="994" y="3691"/>
                  </a:lnTo>
                  <a:lnTo>
                    <a:pt x="949" y="3678"/>
                  </a:lnTo>
                  <a:lnTo>
                    <a:pt x="941" y="3675"/>
                  </a:lnTo>
                  <a:lnTo>
                    <a:pt x="933" y="3673"/>
                  </a:lnTo>
                  <a:lnTo>
                    <a:pt x="924" y="3671"/>
                  </a:lnTo>
                  <a:lnTo>
                    <a:pt x="905" y="3668"/>
                  </a:lnTo>
                  <a:lnTo>
                    <a:pt x="885" y="3663"/>
                  </a:lnTo>
                  <a:lnTo>
                    <a:pt x="879" y="3663"/>
                  </a:lnTo>
                  <a:lnTo>
                    <a:pt x="872" y="3662"/>
                  </a:lnTo>
                  <a:lnTo>
                    <a:pt x="865" y="3662"/>
                  </a:lnTo>
                  <a:lnTo>
                    <a:pt x="860" y="3661"/>
                  </a:lnTo>
                  <a:lnTo>
                    <a:pt x="854" y="3661"/>
                  </a:lnTo>
                  <a:lnTo>
                    <a:pt x="835" y="3670"/>
                  </a:lnTo>
                  <a:lnTo>
                    <a:pt x="825" y="3685"/>
                  </a:lnTo>
                  <a:lnTo>
                    <a:pt x="789" y="3740"/>
                  </a:lnTo>
                  <a:lnTo>
                    <a:pt x="752" y="3760"/>
                  </a:lnTo>
                  <a:lnTo>
                    <a:pt x="737" y="3763"/>
                  </a:lnTo>
                  <a:lnTo>
                    <a:pt x="723" y="3764"/>
                  </a:lnTo>
                  <a:lnTo>
                    <a:pt x="633" y="3783"/>
                  </a:lnTo>
                  <a:lnTo>
                    <a:pt x="610" y="3785"/>
                  </a:lnTo>
                  <a:lnTo>
                    <a:pt x="596" y="3775"/>
                  </a:lnTo>
                  <a:lnTo>
                    <a:pt x="584" y="3759"/>
                  </a:lnTo>
                  <a:lnTo>
                    <a:pt x="576" y="3747"/>
                  </a:lnTo>
                  <a:lnTo>
                    <a:pt x="568" y="3740"/>
                  </a:lnTo>
                  <a:lnTo>
                    <a:pt x="546" y="3712"/>
                  </a:lnTo>
                  <a:lnTo>
                    <a:pt x="469" y="3567"/>
                  </a:lnTo>
                  <a:lnTo>
                    <a:pt x="484" y="3538"/>
                  </a:lnTo>
                  <a:lnTo>
                    <a:pt x="489" y="3532"/>
                  </a:lnTo>
                  <a:lnTo>
                    <a:pt x="492" y="3525"/>
                  </a:lnTo>
                  <a:lnTo>
                    <a:pt x="500" y="3510"/>
                  </a:lnTo>
                  <a:lnTo>
                    <a:pt x="503" y="3504"/>
                  </a:lnTo>
                  <a:lnTo>
                    <a:pt x="503" y="3499"/>
                  </a:lnTo>
                  <a:lnTo>
                    <a:pt x="501" y="3491"/>
                  </a:lnTo>
                  <a:lnTo>
                    <a:pt x="501" y="3487"/>
                  </a:lnTo>
                  <a:lnTo>
                    <a:pt x="498" y="3477"/>
                  </a:lnTo>
                  <a:lnTo>
                    <a:pt x="495" y="3471"/>
                  </a:lnTo>
                  <a:lnTo>
                    <a:pt x="491" y="3461"/>
                  </a:lnTo>
                  <a:lnTo>
                    <a:pt x="489" y="3457"/>
                  </a:lnTo>
                  <a:lnTo>
                    <a:pt x="485" y="3446"/>
                  </a:lnTo>
                  <a:lnTo>
                    <a:pt x="481" y="3434"/>
                  </a:lnTo>
                  <a:lnTo>
                    <a:pt x="478" y="3426"/>
                  </a:lnTo>
                  <a:lnTo>
                    <a:pt x="339" y="3144"/>
                  </a:lnTo>
                  <a:lnTo>
                    <a:pt x="327" y="3116"/>
                  </a:lnTo>
                  <a:lnTo>
                    <a:pt x="320" y="3105"/>
                  </a:lnTo>
                  <a:lnTo>
                    <a:pt x="312" y="3100"/>
                  </a:lnTo>
                  <a:lnTo>
                    <a:pt x="287" y="3086"/>
                  </a:lnTo>
                  <a:lnTo>
                    <a:pt x="282" y="3084"/>
                  </a:lnTo>
                  <a:lnTo>
                    <a:pt x="278" y="3083"/>
                  </a:lnTo>
                  <a:lnTo>
                    <a:pt x="265" y="3080"/>
                  </a:lnTo>
                  <a:lnTo>
                    <a:pt x="253" y="3079"/>
                  </a:lnTo>
                  <a:lnTo>
                    <a:pt x="247" y="3080"/>
                  </a:lnTo>
                  <a:lnTo>
                    <a:pt x="246" y="3088"/>
                  </a:lnTo>
                  <a:lnTo>
                    <a:pt x="238" y="3093"/>
                  </a:lnTo>
                  <a:lnTo>
                    <a:pt x="216" y="3103"/>
                  </a:lnTo>
                  <a:lnTo>
                    <a:pt x="185" y="3117"/>
                  </a:lnTo>
                  <a:lnTo>
                    <a:pt x="174" y="3122"/>
                  </a:lnTo>
                  <a:lnTo>
                    <a:pt x="162" y="3128"/>
                  </a:lnTo>
                  <a:lnTo>
                    <a:pt x="147" y="3132"/>
                  </a:lnTo>
                  <a:lnTo>
                    <a:pt x="120" y="3145"/>
                  </a:lnTo>
                  <a:lnTo>
                    <a:pt x="86" y="3159"/>
                  </a:lnTo>
                  <a:lnTo>
                    <a:pt x="0" y="3103"/>
                  </a:lnTo>
                  <a:lnTo>
                    <a:pt x="11" y="3002"/>
                  </a:lnTo>
                  <a:lnTo>
                    <a:pt x="8" y="2978"/>
                  </a:lnTo>
                  <a:lnTo>
                    <a:pt x="4" y="2951"/>
                  </a:lnTo>
                  <a:lnTo>
                    <a:pt x="1" y="2942"/>
                  </a:lnTo>
                  <a:lnTo>
                    <a:pt x="0" y="2936"/>
                  </a:lnTo>
                  <a:lnTo>
                    <a:pt x="1" y="2930"/>
                  </a:lnTo>
                  <a:lnTo>
                    <a:pt x="4" y="2926"/>
                  </a:lnTo>
                  <a:lnTo>
                    <a:pt x="19" y="2894"/>
                  </a:lnTo>
                  <a:lnTo>
                    <a:pt x="28" y="2870"/>
                  </a:lnTo>
                  <a:lnTo>
                    <a:pt x="32" y="2852"/>
                  </a:lnTo>
                  <a:lnTo>
                    <a:pt x="46" y="2814"/>
                  </a:lnTo>
                  <a:lnTo>
                    <a:pt x="74" y="2779"/>
                  </a:lnTo>
                  <a:lnTo>
                    <a:pt x="205" y="2625"/>
                  </a:lnTo>
                  <a:lnTo>
                    <a:pt x="207" y="2608"/>
                  </a:lnTo>
                  <a:lnTo>
                    <a:pt x="213" y="2588"/>
                  </a:lnTo>
                  <a:lnTo>
                    <a:pt x="218" y="2569"/>
                  </a:lnTo>
                  <a:lnTo>
                    <a:pt x="219" y="2561"/>
                  </a:lnTo>
                  <a:lnTo>
                    <a:pt x="247" y="2459"/>
                  </a:lnTo>
                  <a:lnTo>
                    <a:pt x="264" y="2434"/>
                  </a:lnTo>
                  <a:lnTo>
                    <a:pt x="287" y="2441"/>
                  </a:lnTo>
                  <a:lnTo>
                    <a:pt x="299" y="2474"/>
                  </a:lnTo>
                  <a:lnTo>
                    <a:pt x="366" y="2653"/>
                  </a:lnTo>
                  <a:lnTo>
                    <a:pt x="384" y="2700"/>
                  </a:lnTo>
                  <a:lnTo>
                    <a:pt x="380" y="2771"/>
                  </a:lnTo>
                  <a:lnTo>
                    <a:pt x="380" y="2776"/>
                  </a:lnTo>
                  <a:lnTo>
                    <a:pt x="381" y="2793"/>
                  </a:lnTo>
                  <a:lnTo>
                    <a:pt x="377" y="2820"/>
                  </a:lnTo>
                  <a:lnTo>
                    <a:pt x="377" y="2831"/>
                  </a:lnTo>
                  <a:lnTo>
                    <a:pt x="374" y="2861"/>
                  </a:lnTo>
                  <a:lnTo>
                    <a:pt x="353" y="2958"/>
                  </a:lnTo>
                  <a:lnTo>
                    <a:pt x="370" y="3034"/>
                  </a:lnTo>
                  <a:lnTo>
                    <a:pt x="432" y="3079"/>
                  </a:lnTo>
                  <a:lnTo>
                    <a:pt x="532" y="3119"/>
                  </a:lnTo>
                  <a:lnTo>
                    <a:pt x="538" y="3120"/>
                  </a:lnTo>
                  <a:lnTo>
                    <a:pt x="550" y="3122"/>
                  </a:lnTo>
                  <a:lnTo>
                    <a:pt x="559" y="3126"/>
                  </a:lnTo>
                  <a:lnTo>
                    <a:pt x="566" y="3131"/>
                  </a:lnTo>
                  <a:lnTo>
                    <a:pt x="580" y="3135"/>
                  </a:lnTo>
                  <a:lnTo>
                    <a:pt x="596" y="3141"/>
                  </a:lnTo>
                  <a:lnTo>
                    <a:pt x="600" y="3145"/>
                  </a:lnTo>
                  <a:lnTo>
                    <a:pt x="604" y="3195"/>
                  </a:lnTo>
                  <a:lnTo>
                    <a:pt x="606" y="3200"/>
                  </a:lnTo>
                  <a:lnTo>
                    <a:pt x="605" y="3208"/>
                  </a:lnTo>
                  <a:lnTo>
                    <a:pt x="616" y="3320"/>
                  </a:lnTo>
                  <a:lnTo>
                    <a:pt x="612" y="3338"/>
                  </a:lnTo>
                  <a:lnTo>
                    <a:pt x="605" y="3353"/>
                  </a:lnTo>
                  <a:lnTo>
                    <a:pt x="589" y="3372"/>
                  </a:lnTo>
                  <a:lnTo>
                    <a:pt x="566" y="3393"/>
                  </a:lnTo>
                  <a:lnTo>
                    <a:pt x="537" y="3411"/>
                  </a:lnTo>
                  <a:lnTo>
                    <a:pt x="518" y="3425"/>
                  </a:lnTo>
                  <a:lnTo>
                    <a:pt x="510" y="3439"/>
                  </a:lnTo>
                  <a:lnTo>
                    <a:pt x="515" y="3464"/>
                  </a:lnTo>
                  <a:lnTo>
                    <a:pt x="518" y="3477"/>
                  </a:lnTo>
                  <a:lnTo>
                    <a:pt x="522" y="3487"/>
                  </a:lnTo>
                  <a:lnTo>
                    <a:pt x="524" y="3492"/>
                  </a:lnTo>
                  <a:lnTo>
                    <a:pt x="524" y="3497"/>
                  </a:lnTo>
                  <a:lnTo>
                    <a:pt x="522" y="3503"/>
                  </a:lnTo>
                  <a:lnTo>
                    <a:pt x="520" y="3511"/>
                  </a:lnTo>
                  <a:lnTo>
                    <a:pt x="520" y="3522"/>
                  </a:lnTo>
                  <a:lnTo>
                    <a:pt x="531" y="3545"/>
                  </a:lnTo>
                  <a:lnTo>
                    <a:pt x="572" y="3593"/>
                  </a:lnTo>
                  <a:lnTo>
                    <a:pt x="587" y="3605"/>
                  </a:lnTo>
                  <a:lnTo>
                    <a:pt x="600" y="3610"/>
                  </a:lnTo>
                  <a:lnTo>
                    <a:pt x="607" y="3613"/>
                  </a:lnTo>
                  <a:lnTo>
                    <a:pt x="613" y="3617"/>
                  </a:lnTo>
                  <a:lnTo>
                    <a:pt x="615" y="3624"/>
                  </a:lnTo>
                  <a:lnTo>
                    <a:pt x="618" y="3634"/>
                  </a:lnTo>
                  <a:lnTo>
                    <a:pt x="621" y="3639"/>
                  </a:lnTo>
                  <a:lnTo>
                    <a:pt x="652" y="3649"/>
                  </a:lnTo>
                  <a:lnTo>
                    <a:pt x="707" y="3652"/>
                  </a:lnTo>
                  <a:lnTo>
                    <a:pt x="713" y="3651"/>
                  </a:lnTo>
                  <a:lnTo>
                    <a:pt x="723" y="3649"/>
                  </a:lnTo>
                  <a:lnTo>
                    <a:pt x="730" y="3647"/>
                  </a:lnTo>
                  <a:lnTo>
                    <a:pt x="734" y="3646"/>
                  </a:lnTo>
                  <a:lnTo>
                    <a:pt x="750" y="3642"/>
                  </a:lnTo>
                  <a:lnTo>
                    <a:pt x="770" y="3631"/>
                  </a:lnTo>
                  <a:lnTo>
                    <a:pt x="775" y="3625"/>
                  </a:lnTo>
                  <a:lnTo>
                    <a:pt x="777" y="3617"/>
                  </a:lnTo>
                  <a:lnTo>
                    <a:pt x="777" y="3610"/>
                  </a:lnTo>
                  <a:lnTo>
                    <a:pt x="773" y="3604"/>
                  </a:lnTo>
                  <a:lnTo>
                    <a:pt x="849" y="3524"/>
                  </a:lnTo>
                  <a:lnTo>
                    <a:pt x="952" y="3438"/>
                  </a:lnTo>
                  <a:lnTo>
                    <a:pt x="1005" y="3431"/>
                  </a:lnTo>
                  <a:lnTo>
                    <a:pt x="1029" y="3442"/>
                  </a:lnTo>
                  <a:lnTo>
                    <a:pt x="1055" y="3446"/>
                  </a:lnTo>
                  <a:lnTo>
                    <a:pt x="1089" y="3438"/>
                  </a:lnTo>
                  <a:lnTo>
                    <a:pt x="1119" y="3422"/>
                  </a:lnTo>
                  <a:lnTo>
                    <a:pt x="1141" y="3411"/>
                  </a:lnTo>
                  <a:lnTo>
                    <a:pt x="1178" y="3410"/>
                  </a:lnTo>
                  <a:lnTo>
                    <a:pt x="1183" y="3424"/>
                  </a:lnTo>
                  <a:lnTo>
                    <a:pt x="1210" y="3509"/>
                  </a:lnTo>
                  <a:lnTo>
                    <a:pt x="1197" y="3621"/>
                  </a:lnTo>
                  <a:lnTo>
                    <a:pt x="1184" y="3676"/>
                  </a:lnTo>
                  <a:lnTo>
                    <a:pt x="1229" y="3802"/>
                  </a:lnTo>
                  <a:lnTo>
                    <a:pt x="1239" y="3819"/>
                  </a:lnTo>
                  <a:lnTo>
                    <a:pt x="1248" y="3842"/>
                  </a:lnTo>
                  <a:lnTo>
                    <a:pt x="1254" y="3858"/>
                  </a:lnTo>
                  <a:lnTo>
                    <a:pt x="1259" y="3869"/>
                  </a:lnTo>
                  <a:lnTo>
                    <a:pt x="1263" y="3889"/>
                  </a:lnTo>
                  <a:lnTo>
                    <a:pt x="1266" y="3904"/>
                  </a:lnTo>
                  <a:lnTo>
                    <a:pt x="1323" y="3889"/>
                  </a:lnTo>
                  <a:lnTo>
                    <a:pt x="1348" y="3881"/>
                  </a:lnTo>
                  <a:lnTo>
                    <a:pt x="1373" y="3872"/>
                  </a:lnTo>
                  <a:lnTo>
                    <a:pt x="1427" y="3855"/>
                  </a:lnTo>
                  <a:lnTo>
                    <a:pt x="1441" y="3842"/>
                  </a:lnTo>
                  <a:lnTo>
                    <a:pt x="1447" y="3835"/>
                  </a:lnTo>
                  <a:lnTo>
                    <a:pt x="1485" y="3794"/>
                  </a:lnTo>
                  <a:lnTo>
                    <a:pt x="1539" y="3661"/>
                  </a:lnTo>
                  <a:lnTo>
                    <a:pt x="1540" y="3652"/>
                  </a:lnTo>
                  <a:lnTo>
                    <a:pt x="1543" y="3612"/>
                  </a:lnTo>
                  <a:lnTo>
                    <a:pt x="1543" y="3602"/>
                  </a:lnTo>
                  <a:lnTo>
                    <a:pt x="1542" y="3597"/>
                  </a:lnTo>
                  <a:lnTo>
                    <a:pt x="1540" y="3592"/>
                  </a:lnTo>
                  <a:lnTo>
                    <a:pt x="1538" y="3584"/>
                  </a:lnTo>
                  <a:lnTo>
                    <a:pt x="1536" y="3579"/>
                  </a:lnTo>
                  <a:lnTo>
                    <a:pt x="1532" y="3576"/>
                  </a:lnTo>
                  <a:lnTo>
                    <a:pt x="1525" y="3573"/>
                  </a:lnTo>
                  <a:lnTo>
                    <a:pt x="1518" y="3571"/>
                  </a:lnTo>
                  <a:lnTo>
                    <a:pt x="1513" y="3571"/>
                  </a:lnTo>
                  <a:lnTo>
                    <a:pt x="1503" y="3543"/>
                  </a:lnTo>
                  <a:lnTo>
                    <a:pt x="1504" y="3518"/>
                  </a:lnTo>
                  <a:lnTo>
                    <a:pt x="1507" y="3500"/>
                  </a:lnTo>
                  <a:lnTo>
                    <a:pt x="1506" y="3494"/>
                  </a:lnTo>
                  <a:lnTo>
                    <a:pt x="1506" y="3490"/>
                  </a:lnTo>
                  <a:lnTo>
                    <a:pt x="1506" y="3484"/>
                  </a:lnTo>
                  <a:lnTo>
                    <a:pt x="1507" y="3475"/>
                  </a:lnTo>
                  <a:lnTo>
                    <a:pt x="1506" y="3470"/>
                  </a:lnTo>
                  <a:lnTo>
                    <a:pt x="1516" y="3424"/>
                  </a:lnTo>
                  <a:lnTo>
                    <a:pt x="1525" y="3407"/>
                  </a:lnTo>
                  <a:lnTo>
                    <a:pt x="1529" y="3407"/>
                  </a:lnTo>
                  <a:lnTo>
                    <a:pt x="1535" y="3406"/>
                  </a:lnTo>
                  <a:lnTo>
                    <a:pt x="1544" y="3406"/>
                  </a:lnTo>
                  <a:lnTo>
                    <a:pt x="1549" y="3403"/>
                  </a:lnTo>
                  <a:lnTo>
                    <a:pt x="1580" y="3390"/>
                  </a:lnTo>
                  <a:lnTo>
                    <a:pt x="1588" y="3388"/>
                  </a:lnTo>
                  <a:lnTo>
                    <a:pt x="1594" y="3382"/>
                  </a:lnTo>
                  <a:lnTo>
                    <a:pt x="1599" y="3380"/>
                  </a:lnTo>
                  <a:lnTo>
                    <a:pt x="1847" y="3439"/>
                  </a:lnTo>
                  <a:lnTo>
                    <a:pt x="1975" y="3573"/>
                  </a:lnTo>
                  <a:lnTo>
                    <a:pt x="1982" y="3586"/>
                  </a:lnTo>
                  <a:lnTo>
                    <a:pt x="1986" y="3588"/>
                  </a:lnTo>
                  <a:lnTo>
                    <a:pt x="1997" y="3597"/>
                  </a:lnTo>
                  <a:lnTo>
                    <a:pt x="2022" y="3618"/>
                  </a:lnTo>
                  <a:lnTo>
                    <a:pt x="2066" y="3637"/>
                  </a:lnTo>
                  <a:lnTo>
                    <a:pt x="2079" y="3643"/>
                  </a:lnTo>
                  <a:lnTo>
                    <a:pt x="2101" y="3641"/>
                  </a:lnTo>
                  <a:lnTo>
                    <a:pt x="2108" y="3642"/>
                  </a:lnTo>
                  <a:lnTo>
                    <a:pt x="2115" y="3639"/>
                  </a:lnTo>
                  <a:lnTo>
                    <a:pt x="2209" y="3510"/>
                  </a:lnTo>
                  <a:lnTo>
                    <a:pt x="2215" y="3504"/>
                  </a:lnTo>
                  <a:lnTo>
                    <a:pt x="2228" y="3485"/>
                  </a:lnTo>
                  <a:lnTo>
                    <a:pt x="2233" y="3475"/>
                  </a:lnTo>
                  <a:lnTo>
                    <a:pt x="2234" y="3462"/>
                  </a:lnTo>
                  <a:lnTo>
                    <a:pt x="2233" y="3428"/>
                  </a:lnTo>
                  <a:lnTo>
                    <a:pt x="2223" y="3415"/>
                  </a:lnTo>
                  <a:lnTo>
                    <a:pt x="2201" y="3402"/>
                  </a:lnTo>
                  <a:lnTo>
                    <a:pt x="2163" y="3375"/>
                  </a:lnTo>
                  <a:lnTo>
                    <a:pt x="2145" y="3345"/>
                  </a:lnTo>
                  <a:lnTo>
                    <a:pt x="2131" y="3321"/>
                  </a:lnTo>
                  <a:lnTo>
                    <a:pt x="2120" y="3302"/>
                  </a:lnTo>
                  <a:lnTo>
                    <a:pt x="2117" y="3299"/>
                  </a:lnTo>
                  <a:lnTo>
                    <a:pt x="2105" y="3282"/>
                  </a:lnTo>
                  <a:lnTo>
                    <a:pt x="2102" y="3277"/>
                  </a:lnTo>
                  <a:lnTo>
                    <a:pt x="2102" y="3271"/>
                  </a:lnTo>
                  <a:lnTo>
                    <a:pt x="2095" y="3243"/>
                  </a:lnTo>
                  <a:lnTo>
                    <a:pt x="2092" y="3236"/>
                  </a:lnTo>
                  <a:lnTo>
                    <a:pt x="2091" y="3231"/>
                  </a:lnTo>
                  <a:lnTo>
                    <a:pt x="2082" y="3216"/>
                  </a:lnTo>
                  <a:lnTo>
                    <a:pt x="2078" y="3212"/>
                  </a:lnTo>
                  <a:lnTo>
                    <a:pt x="2073" y="3205"/>
                  </a:lnTo>
                  <a:lnTo>
                    <a:pt x="2070" y="3202"/>
                  </a:lnTo>
                  <a:lnTo>
                    <a:pt x="2068" y="3198"/>
                  </a:lnTo>
                  <a:lnTo>
                    <a:pt x="2073" y="3146"/>
                  </a:lnTo>
                  <a:lnTo>
                    <a:pt x="2083" y="3133"/>
                  </a:lnTo>
                  <a:lnTo>
                    <a:pt x="2087" y="3130"/>
                  </a:lnTo>
                  <a:lnTo>
                    <a:pt x="2091" y="3126"/>
                  </a:lnTo>
                  <a:lnTo>
                    <a:pt x="2094" y="3123"/>
                  </a:lnTo>
                  <a:lnTo>
                    <a:pt x="2102" y="3112"/>
                  </a:lnTo>
                  <a:lnTo>
                    <a:pt x="2112" y="3097"/>
                  </a:lnTo>
                  <a:lnTo>
                    <a:pt x="2123" y="3083"/>
                  </a:lnTo>
                  <a:lnTo>
                    <a:pt x="2154" y="3091"/>
                  </a:lnTo>
                  <a:lnTo>
                    <a:pt x="2192" y="3120"/>
                  </a:lnTo>
                  <a:lnTo>
                    <a:pt x="2209" y="3122"/>
                  </a:lnTo>
                  <a:lnTo>
                    <a:pt x="2223" y="3122"/>
                  </a:lnTo>
                  <a:lnTo>
                    <a:pt x="2233" y="3121"/>
                  </a:lnTo>
                  <a:lnTo>
                    <a:pt x="2239" y="3119"/>
                  </a:lnTo>
                  <a:lnTo>
                    <a:pt x="2372" y="3050"/>
                  </a:lnTo>
                  <a:lnTo>
                    <a:pt x="2381" y="3046"/>
                  </a:lnTo>
                  <a:lnTo>
                    <a:pt x="2383" y="3039"/>
                  </a:lnTo>
                  <a:lnTo>
                    <a:pt x="2359" y="2717"/>
                  </a:lnTo>
                  <a:lnTo>
                    <a:pt x="2355" y="2713"/>
                  </a:lnTo>
                  <a:lnTo>
                    <a:pt x="2248" y="2601"/>
                  </a:lnTo>
                  <a:lnTo>
                    <a:pt x="2148" y="2547"/>
                  </a:lnTo>
                  <a:lnTo>
                    <a:pt x="2036" y="2503"/>
                  </a:lnTo>
                  <a:lnTo>
                    <a:pt x="1955" y="2498"/>
                  </a:lnTo>
                  <a:lnTo>
                    <a:pt x="1922" y="2519"/>
                  </a:lnTo>
                  <a:lnTo>
                    <a:pt x="1913" y="2524"/>
                  </a:lnTo>
                  <a:lnTo>
                    <a:pt x="1904" y="2527"/>
                  </a:lnTo>
                  <a:lnTo>
                    <a:pt x="1837" y="2557"/>
                  </a:lnTo>
                  <a:lnTo>
                    <a:pt x="1752" y="2634"/>
                  </a:lnTo>
                  <a:lnTo>
                    <a:pt x="1650" y="2689"/>
                  </a:lnTo>
                  <a:lnTo>
                    <a:pt x="1636" y="2691"/>
                  </a:lnTo>
                  <a:lnTo>
                    <a:pt x="1361" y="2733"/>
                  </a:lnTo>
                  <a:lnTo>
                    <a:pt x="1229" y="2784"/>
                  </a:lnTo>
                  <a:lnTo>
                    <a:pt x="1130" y="2763"/>
                  </a:lnTo>
                  <a:lnTo>
                    <a:pt x="1058" y="2739"/>
                  </a:lnTo>
                  <a:lnTo>
                    <a:pt x="943" y="2663"/>
                  </a:lnTo>
                  <a:lnTo>
                    <a:pt x="923" y="2656"/>
                  </a:lnTo>
                  <a:lnTo>
                    <a:pt x="836" y="2623"/>
                  </a:lnTo>
                  <a:lnTo>
                    <a:pt x="819" y="2616"/>
                  </a:lnTo>
                  <a:lnTo>
                    <a:pt x="785" y="2418"/>
                  </a:lnTo>
                  <a:lnTo>
                    <a:pt x="806" y="2350"/>
                  </a:lnTo>
                  <a:lnTo>
                    <a:pt x="832" y="2323"/>
                  </a:lnTo>
                  <a:lnTo>
                    <a:pt x="871" y="2338"/>
                  </a:lnTo>
                  <a:lnTo>
                    <a:pt x="878" y="2342"/>
                  </a:lnTo>
                  <a:lnTo>
                    <a:pt x="948" y="2364"/>
                  </a:lnTo>
                  <a:lnTo>
                    <a:pt x="1020" y="2388"/>
                  </a:lnTo>
                  <a:lnTo>
                    <a:pt x="1215" y="2451"/>
                  </a:lnTo>
                  <a:lnTo>
                    <a:pt x="1333" y="2409"/>
                  </a:lnTo>
                  <a:lnTo>
                    <a:pt x="1488" y="2033"/>
                  </a:lnTo>
                  <a:lnTo>
                    <a:pt x="1378" y="1923"/>
                  </a:lnTo>
                  <a:lnTo>
                    <a:pt x="1345" y="1891"/>
                  </a:lnTo>
                  <a:lnTo>
                    <a:pt x="1322" y="1868"/>
                  </a:lnTo>
                  <a:lnTo>
                    <a:pt x="1314" y="1862"/>
                  </a:lnTo>
                  <a:lnTo>
                    <a:pt x="1280" y="1828"/>
                  </a:lnTo>
                  <a:lnTo>
                    <a:pt x="1175" y="1946"/>
                  </a:lnTo>
                  <a:lnTo>
                    <a:pt x="1154" y="1960"/>
                  </a:lnTo>
                  <a:lnTo>
                    <a:pt x="1139" y="1969"/>
                  </a:lnTo>
                  <a:lnTo>
                    <a:pt x="1104" y="1992"/>
                  </a:lnTo>
                  <a:lnTo>
                    <a:pt x="1087" y="2002"/>
                  </a:lnTo>
                  <a:lnTo>
                    <a:pt x="987" y="2067"/>
                  </a:lnTo>
                  <a:lnTo>
                    <a:pt x="947" y="2068"/>
                  </a:lnTo>
                  <a:lnTo>
                    <a:pt x="769" y="2071"/>
                  </a:lnTo>
                  <a:lnTo>
                    <a:pt x="760" y="2058"/>
                  </a:lnTo>
                  <a:lnTo>
                    <a:pt x="739" y="2059"/>
                  </a:lnTo>
                  <a:lnTo>
                    <a:pt x="704" y="2061"/>
                  </a:lnTo>
                  <a:lnTo>
                    <a:pt x="678" y="2063"/>
                  </a:lnTo>
                  <a:lnTo>
                    <a:pt x="707" y="2018"/>
                  </a:lnTo>
                  <a:lnTo>
                    <a:pt x="717" y="1999"/>
                  </a:lnTo>
                  <a:lnTo>
                    <a:pt x="724" y="1987"/>
                  </a:lnTo>
                  <a:lnTo>
                    <a:pt x="732" y="1976"/>
                  </a:lnTo>
                  <a:lnTo>
                    <a:pt x="735" y="1971"/>
                  </a:lnTo>
                  <a:lnTo>
                    <a:pt x="737" y="1960"/>
                  </a:lnTo>
                  <a:lnTo>
                    <a:pt x="739" y="1954"/>
                  </a:lnTo>
                  <a:lnTo>
                    <a:pt x="740" y="1949"/>
                  </a:lnTo>
                  <a:lnTo>
                    <a:pt x="827" y="1777"/>
                  </a:lnTo>
                  <a:lnTo>
                    <a:pt x="974" y="1588"/>
                  </a:lnTo>
                  <a:lnTo>
                    <a:pt x="1000" y="1546"/>
                  </a:lnTo>
                  <a:lnTo>
                    <a:pt x="1008" y="1525"/>
                  </a:lnTo>
                  <a:lnTo>
                    <a:pt x="1009" y="1520"/>
                  </a:lnTo>
                  <a:lnTo>
                    <a:pt x="1006" y="1491"/>
                  </a:lnTo>
                  <a:lnTo>
                    <a:pt x="975" y="1402"/>
                  </a:lnTo>
                  <a:lnTo>
                    <a:pt x="925" y="1326"/>
                  </a:lnTo>
                  <a:lnTo>
                    <a:pt x="803" y="1151"/>
                  </a:lnTo>
                  <a:lnTo>
                    <a:pt x="792" y="1086"/>
                  </a:lnTo>
                  <a:lnTo>
                    <a:pt x="802" y="1072"/>
                  </a:lnTo>
                  <a:lnTo>
                    <a:pt x="1110" y="1070"/>
                  </a:lnTo>
                  <a:lnTo>
                    <a:pt x="1285" y="1069"/>
                  </a:lnTo>
                  <a:lnTo>
                    <a:pt x="1319" y="1058"/>
                  </a:lnTo>
                  <a:lnTo>
                    <a:pt x="1364" y="1044"/>
                  </a:lnTo>
                  <a:lnTo>
                    <a:pt x="1377" y="1034"/>
                  </a:lnTo>
                  <a:lnTo>
                    <a:pt x="1559" y="867"/>
                  </a:lnTo>
                  <a:lnTo>
                    <a:pt x="1563" y="863"/>
                  </a:lnTo>
                  <a:lnTo>
                    <a:pt x="1568" y="858"/>
                  </a:lnTo>
                  <a:lnTo>
                    <a:pt x="1572" y="852"/>
                  </a:lnTo>
                  <a:lnTo>
                    <a:pt x="1574" y="848"/>
                  </a:lnTo>
                  <a:lnTo>
                    <a:pt x="1612" y="829"/>
                  </a:lnTo>
                  <a:lnTo>
                    <a:pt x="1714" y="913"/>
                  </a:lnTo>
                  <a:lnTo>
                    <a:pt x="1722" y="928"/>
                  </a:lnTo>
                  <a:lnTo>
                    <a:pt x="1728" y="945"/>
                  </a:lnTo>
                  <a:lnTo>
                    <a:pt x="1733" y="964"/>
                  </a:lnTo>
                  <a:lnTo>
                    <a:pt x="1735" y="988"/>
                  </a:lnTo>
                  <a:lnTo>
                    <a:pt x="1734" y="1000"/>
                  </a:lnTo>
                  <a:lnTo>
                    <a:pt x="1731" y="1014"/>
                  </a:lnTo>
                  <a:lnTo>
                    <a:pt x="1729" y="1020"/>
                  </a:lnTo>
                  <a:lnTo>
                    <a:pt x="1728" y="1026"/>
                  </a:lnTo>
                  <a:lnTo>
                    <a:pt x="1728" y="1033"/>
                  </a:lnTo>
                  <a:lnTo>
                    <a:pt x="1726" y="1039"/>
                  </a:lnTo>
                  <a:lnTo>
                    <a:pt x="1722" y="1045"/>
                  </a:lnTo>
                  <a:lnTo>
                    <a:pt x="1668" y="1094"/>
                  </a:lnTo>
                  <a:lnTo>
                    <a:pt x="1650" y="1105"/>
                  </a:lnTo>
                  <a:lnTo>
                    <a:pt x="1635" y="1115"/>
                  </a:lnTo>
                  <a:lnTo>
                    <a:pt x="1595" y="1163"/>
                  </a:lnTo>
                  <a:lnTo>
                    <a:pt x="1603" y="1309"/>
                  </a:lnTo>
                  <a:lnTo>
                    <a:pt x="1723" y="1591"/>
                  </a:lnTo>
                  <a:lnTo>
                    <a:pt x="1726" y="1597"/>
                  </a:lnTo>
                  <a:lnTo>
                    <a:pt x="1732" y="1600"/>
                  </a:lnTo>
                  <a:lnTo>
                    <a:pt x="1735" y="1606"/>
                  </a:lnTo>
                  <a:lnTo>
                    <a:pt x="1736" y="1612"/>
                  </a:lnTo>
                  <a:lnTo>
                    <a:pt x="1742" y="1621"/>
                  </a:lnTo>
                  <a:lnTo>
                    <a:pt x="1781" y="1649"/>
                  </a:lnTo>
                  <a:lnTo>
                    <a:pt x="1810" y="1650"/>
                  </a:lnTo>
                  <a:lnTo>
                    <a:pt x="1875" y="1639"/>
                  </a:lnTo>
                  <a:lnTo>
                    <a:pt x="2053" y="1599"/>
                  </a:lnTo>
                  <a:lnTo>
                    <a:pt x="2170" y="1550"/>
                  </a:lnTo>
                  <a:lnTo>
                    <a:pt x="2257" y="1478"/>
                  </a:lnTo>
                  <a:lnTo>
                    <a:pt x="2270" y="1463"/>
                  </a:lnTo>
                  <a:lnTo>
                    <a:pt x="2274" y="1457"/>
                  </a:lnTo>
                  <a:lnTo>
                    <a:pt x="2272" y="1452"/>
                  </a:lnTo>
                  <a:lnTo>
                    <a:pt x="2221" y="1344"/>
                  </a:lnTo>
                  <a:lnTo>
                    <a:pt x="2202" y="1189"/>
                  </a:lnTo>
                  <a:lnTo>
                    <a:pt x="2204" y="1183"/>
                  </a:lnTo>
                  <a:lnTo>
                    <a:pt x="2208" y="1178"/>
                  </a:lnTo>
                  <a:lnTo>
                    <a:pt x="2216" y="1169"/>
                  </a:lnTo>
                  <a:lnTo>
                    <a:pt x="2219" y="1161"/>
                  </a:lnTo>
                  <a:lnTo>
                    <a:pt x="2221" y="1155"/>
                  </a:lnTo>
                  <a:lnTo>
                    <a:pt x="2239" y="1145"/>
                  </a:lnTo>
                  <a:lnTo>
                    <a:pt x="2244" y="1136"/>
                  </a:lnTo>
                  <a:lnTo>
                    <a:pt x="2248" y="1127"/>
                  </a:lnTo>
                  <a:lnTo>
                    <a:pt x="2255" y="1124"/>
                  </a:lnTo>
                  <a:lnTo>
                    <a:pt x="2270" y="1122"/>
                  </a:lnTo>
                  <a:lnTo>
                    <a:pt x="2281" y="1116"/>
                  </a:lnTo>
                  <a:lnTo>
                    <a:pt x="2287" y="1107"/>
                  </a:lnTo>
                  <a:lnTo>
                    <a:pt x="2292" y="1100"/>
                  </a:lnTo>
                  <a:lnTo>
                    <a:pt x="2300" y="1097"/>
                  </a:lnTo>
                  <a:lnTo>
                    <a:pt x="2308" y="1098"/>
                  </a:lnTo>
                  <a:lnTo>
                    <a:pt x="2335" y="1101"/>
                  </a:lnTo>
                  <a:lnTo>
                    <a:pt x="2372" y="1103"/>
                  </a:lnTo>
                  <a:lnTo>
                    <a:pt x="2520" y="1070"/>
                  </a:lnTo>
                  <a:lnTo>
                    <a:pt x="2533" y="1050"/>
                  </a:lnTo>
                  <a:lnTo>
                    <a:pt x="2539" y="1020"/>
                  </a:lnTo>
                  <a:lnTo>
                    <a:pt x="2568" y="705"/>
                  </a:lnTo>
                  <a:lnTo>
                    <a:pt x="2422" y="526"/>
                  </a:lnTo>
                  <a:lnTo>
                    <a:pt x="2406" y="512"/>
                  </a:lnTo>
                  <a:lnTo>
                    <a:pt x="2391" y="503"/>
                  </a:lnTo>
                  <a:lnTo>
                    <a:pt x="2379" y="447"/>
                  </a:lnTo>
                  <a:lnTo>
                    <a:pt x="2379" y="412"/>
                  </a:lnTo>
                  <a:lnTo>
                    <a:pt x="2379" y="404"/>
                  </a:lnTo>
                  <a:lnTo>
                    <a:pt x="2381" y="400"/>
                  </a:lnTo>
                  <a:lnTo>
                    <a:pt x="2383" y="396"/>
                  </a:lnTo>
                  <a:lnTo>
                    <a:pt x="2389" y="385"/>
                  </a:lnTo>
                  <a:lnTo>
                    <a:pt x="2395" y="375"/>
                  </a:lnTo>
                  <a:lnTo>
                    <a:pt x="2406" y="373"/>
                  </a:lnTo>
                  <a:lnTo>
                    <a:pt x="2443" y="367"/>
                  </a:lnTo>
                  <a:lnTo>
                    <a:pt x="2464" y="367"/>
                  </a:lnTo>
                  <a:lnTo>
                    <a:pt x="2474" y="357"/>
                  </a:lnTo>
                  <a:lnTo>
                    <a:pt x="2479" y="347"/>
                  </a:lnTo>
                  <a:lnTo>
                    <a:pt x="2479" y="335"/>
                  </a:lnTo>
                  <a:lnTo>
                    <a:pt x="2479" y="327"/>
                  </a:lnTo>
                  <a:lnTo>
                    <a:pt x="2478" y="309"/>
                  </a:lnTo>
                  <a:lnTo>
                    <a:pt x="2478" y="303"/>
                  </a:lnTo>
                  <a:lnTo>
                    <a:pt x="2478" y="296"/>
                  </a:lnTo>
                  <a:lnTo>
                    <a:pt x="2478" y="288"/>
                  </a:lnTo>
                  <a:lnTo>
                    <a:pt x="2478" y="277"/>
                  </a:lnTo>
                  <a:lnTo>
                    <a:pt x="2478" y="269"/>
                  </a:lnTo>
                  <a:lnTo>
                    <a:pt x="2479" y="261"/>
                  </a:lnTo>
                  <a:lnTo>
                    <a:pt x="2481" y="246"/>
                  </a:lnTo>
                  <a:lnTo>
                    <a:pt x="2488" y="182"/>
                  </a:lnTo>
                  <a:lnTo>
                    <a:pt x="2666" y="184"/>
                  </a:lnTo>
                  <a:lnTo>
                    <a:pt x="2674" y="184"/>
                  </a:lnTo>
                  <a:lnTo>
                    <a:pt x="2680" y="182"/>
                  </a:lnTo>
                  <a:lnTo>
                    <a:pt x="2743" y="177"/>
                  </a:lnTo>
                  <a:lnTo>
                    <a:pt x="2755" y="177"/>
                  </a:lnTo>
                  <a:lnTo>
                    <a:pt x="2757" y="192"/>
                  </a:lnTo>
                  <a:lnTo>
                    <a:pt x="2775" y="345"/>
                  </a:lnTo>
                  <a:lnTo>
                    <a:pt x="2779" y="346"/>
                  </a:lnTo>
                  <a:lnTo>
                    <a:pt x="2815" y="375"/>
                  </a:lnTo>
                  <a:lnTo>
                    <a:pt x="2857" y="390"/>
                  </a:lnTo>
                  <a:lnTo>
                    <a:pt x="2912" y="391"/>
                  </a:lnTo>
                  <a:lnTo>
                    <a:pt x="2978" y="371"/>
                  </a:lnTo>
                  <a:lnTo>
                    <a:pt x="3073" y="339"/>
                  </a:lnTo>
                  <a:lnTo>
                    <a:pt x="3101" y="302"/>
                  </a:lnTo>
                  <a:lnTo>
                    <a:pt x="3101" y="287"/>
                  </a:lnTo>
                  <a:lnTo>
                    <a:pt x="3083" y="232"/>
                  </a:lnTo>
                  <a:lnTo>
                    <a:pt x="3053" y="138"/>
                  </a:lnTo>
                  <a:lnTo>
                    <a:pt x="3103" y="129"/>
                  </a:lnTo>
                  <a:lnTo>
                    <a:pt x="3142" y="120"/>
                  </a:lnTo>
                  <a:lnTo>
                    <a:pt x="3234" y="116"/>
                  </a:lnTo>
                  <a:lnTo>
                    <a:pt x="3250" y="122"/>
                  </a:lnTo>
                  <a:lnTo>
                    <a:pt x="3285" y="133"/>
                  </a:lnTo>
                  <a:lnTo>
                    <a:pt x="3310" y="138"/>
                  </a:lnTo>
                  <a:lnTo>
                    <a:pt x="3382" y="143"/>
                  </a:lnTo>
                  <a:lnTo>
                    <a:pt x="3425" y="133"/>
                  </a:lnTo>
                  <a:lnTo>
                    <a:pt x="3432" y="131"/>
                  </a:lnTo>
                  <a:lnTo>
                    <a:pt x="3442" y="131"/>
                  </a:lnTo>
                  <a:lnTo>
                    <a:pt x="3448" y="135"/>
                  </a:lnTo>
                  <a:lnTo>
                    <a:pt x="3456" y="142"/>
                  </a:lnTo>
                  <a:lnTo>
                    <a:pt x="3458" y="210"/>
                  </a:lnTo>
                  <a:lnTo>
                    <a:pt x="3438" y="240"/>
                  </a:lnTo>
                  <a:lnTo>
                    <a:pt x="3381" y="274"/>
                  </a:lnTo>
                  <a:lnTo>
                    <a:pt x="3328" y="290"/>
                  </a:lnTo>
                  <a:lnTo>
                    <a:pt x="3323" y="294"/>
                  </a:lnTo>
                  <a:lnTo>
                    <a:pt x="3314" y="307"/>
                  </a:lnTo>
                  <a:lnTo>
                    <a:pt x="3307" y="324"/>
                  </a:lnTo>
                  <a:lnTo>
                    <a:pt x="3301" y="346"/>
                  </a:lnTo>
                  <a:lnTo>
                    <a:pt x="3299" y="357"/>
                  </a:lnTo>
                  <a:lnTo>
                    <a:pt x="3265" y="388"/>
                  </a:lnTo>
                  <a:lnTo>
                    <a:pt x="3253" y="415"/>
                  </a:lnTo>
                  <a:lnTo>
                    <a:pt x="3219" y="823"/>
                  </a:lnTo>
                  <a:lnTo>
                    <a:pt x="3218" y="832"/>
                  </a:lnTo>
                  <a:lnTo>
                    <a:pt x="3210" y="1015"/>
                  </a:lnTo>
                  <a:lnTo>
                    <a:pt x="3222" y="1349"/>
                  </a:lnTo>
                  <a:lnTo>
                    <a:pt x="3242" y="1361"/>
                  </a:lnTo>
                  <a:lnTo>
                    <a:pt x="3355" y="1296"/>
                  </a:lnTo>
                  <a:lnTo>
                    <a:pt x="3382" y="1281"/>
                  </a:lnTo>
                  <a:lnTo>
                    <a:pt x="3427" y="1208"/>
                  </a:lnTo>
                  <a:lnTo>
                    <a:pt x="3486" y="1106"/>
                  </a:lnTo>
                  <a:lnTo>
                    <a:pt x="3575" y="897"/>
                  </a:lnTo>
                  <a:lnTo>
                    <a:pt x="3577" y="889"/>
                  </a:lnTo>
                  <a:lnTo>
                    <a:pt x="3579" y="885"/>
                  </a:lnTo>
                  <a:lnTo>
                    <a:pt x="3580" y="880"/>
                  </a:lnTo>
                  <a:lnTo>
                    <a:pt x="3586" y="825"/>
                  </a:lnTo>
                  <a:lnTo>
                    <a:pt x="3581" y="801"/>
                  </a:lnTo>
                  <a:lnTo>
                    <a:pt x="3575" y="779"/>
                  </a:lnTo>
                  <a:lnTo>
                    <a:pt x="3563" y="736"/>
                  </a:lnTo>
                  <a:lnTo>
                    <a:pt x="3542" y="677"/>
                  </a:lnTo>
                  <a:lnTo>
                    <a:pt x="3535" y="632"/>
                  </a:lnTo>
                  <a:lnTo>
                    <a:pt x="3549" y="610"/>
                  </a:lnTo>
                  <a:lnTo>
                    <a:pt x="3709" y="474"/>
                  </a:lnTo>
                  <a:lnTo>
                    <a:pt x="3715" y="473"/>
                  </a:lnTo>
                  <a:lnTo>
                    <a:pt x="3722" y="472"/>
                  </a:lnTo>
                  <a:lnTo>
                    <a:pt x="3732" y="472"/>
                  </a:lnTo>
                  <a:lnTo>
                    <a:pt x="3742" y="469"/>
                  </a:lnTo>
                  <a:lnTo>
                    <a:pt x="3784" y="462"/>
                  </a:lnTo>
                  <a:lnTo>
                    <a:pt x="3799" y="467"/>
                  </a:lnTo>
                  <a:lnTo>
                    <a:pt x="3804" y="472"/>
                  </a:lnTo>
                  <a:lnTo>
                    <a:pt x="3809" y="479"/>
                  </a:lnTo>
                  <a:lnTo>
                    <a:pt x="3817" y="489"/>
                  </a:lnTo>
                  <a:lnTo>
                    <a:pt x="3863" y="583"/>
                  </a:lnTo>
                  <a:lnTo>
                    <a:pt x="3866" y="590"/>
                  </a:lnTo>
                  <a:lnTo>
                    <a:pt x="3862" y="599"/>
                  </a:lnTo>
                  <a:lnTo>
                    <a:pt x="3817" y="702"/>
                  </a:lnTo>
                  <a:lnTo>
                    <a:pt x="3780" y="738"/>
                  </a:lnTo>
                  <a:lnTo>
                    <a:pt x="3775" y="743"/>
                  </a:lnTo>
                  <a:lnTo>
                    <a:pt x="3738" y="772"/>
                  </a:lnTo>
                  <a:lnTo>
                    <a:pt x="3729" y="803"/>
                  </a:lnTo>
                  <a:lnTo>
                    <a:pt x="3741" y="834"/>
                  </a:lnTo>
                  <a:lnTo>
                    <a:pt x="3802" y="986"/>
                  </a:lnTo>
                  <a:lnTo>
                    <a:pt x="3836" y="1011"/>
                  </a:lnTo>
                  <a:lnTo>
                    <a:pt x="3856" y="1026"/>
                  </a:lnTo>
                  <a:lnTo>
                    <a:pt x="3929" y="985"/>
                  </a:lnTo>
                  <a:lnTo>
                    <a:pt x="3942" y="978"/>
                  </a:lnTo>
                  <a:lnTo>
                    <a:pt x="3954" y="964"/>
                  </a:lnTo>
                  <a:lnTo>
                    <a:pt x="3957" y="948"/>
                  </a:lnTo>
                  <a:lnTo>
                    <a:pt x="3965" y="892"/>
                  </a:lnTo>
                  <a:lnTo>
                    <a:pt x="3885" y="851"/>
                  </a:lnTo>
                  <a:lnTo>
                    <a:pt x="3913" y="762"/>
                  </a:lnTo>
                  <a:lnTo>
                    <a:pt x="3917" y="749"/>
                  </a:lnTo>
                  <a:lnTo>
                    <a:pt x="3924" y="720"/>
                  </a:lnTo>
                  <a:lnTo>
                    <a:pt x="3929" y="708"/>
                  </a:lnTo>
                  <a:lnTo>
                    <a:pt x="3943" y="680"/>
                  </a:lnTo>
                  <a:lnTo>
                    <a:pt x="3953" y="663"/>
                  </a:lnTo>
                  <a:lnTo>
                    <a:pt x="3955" y="655"/>
                  </a:lnTo>
                  <a:lnTo>
                    <a:pt x="3952" y="648"/>
                  </a:lnTo>
                  <a:lnTo>
                    <a:pt x="3953" y="640"/>
                  </a:lnTo>
                  <a:lnTo>
                    <a:pt x="3957" y="627"/>
                  </a:lnTo>
                  <a:lnTo>
                    <a:pt x="3958" y="617"/>
                  </a:lnTo>
                  <a:lnTo>
                    <a:pt x="3960" y="609"/>
                  </a:lnTo>
                  <a:lnTo>
                    <a:pt x="3972" y="600"/>
                  </a:lnTo>
                  <a:lnTo>
                    <a:pt x="3985" y="596"/>
                  </a:lnTo>
                  <a:lnTo>
                    <a:pt x="4020" y="592"/>
                  </a:lnTo>
                  <a:lnTo>
                    <a:pt x="4023" y="590"/>
                  </a:lnTo>
                  <a:lnTo>
                    <a:pt x="4029" y="588"/>
                  </a:lnTo>
                  <a:lnTo>
                    <a:pt x="4055" y="578"/>
                  </a:lnTo>
                  <a:lnTo>
                    <a:pt x="4064" y="560"/>
                  </a:lnTo>
                  <a:lnTo>
                    <a:pt x="4063" y="486"/>
                  </a:lnTo>
                  <a:lnTo>
                    <a:pt x="4063" y="441"/>
                  </a:lnTo>
                  <a:lnTo>
                    <a:pt x="4068" y="390"/>
                  </a:lnTo>
                  <a:lnTo>
                    <a:pt x="4073" y="384"/>
                  </a:lnTo>
                  <a:lnTo>
                    <a:pt x="4105" y="357"/>
                  </a:lnTo>
                  <a:lnTo>
                    <a:pt x="4114" y="345"/>
                  </a:lnTo>
                  <a:lnTo>
                    <a:pt x="4132" y="315"/>
                  </a:lnTo>
                  <a:lnTo>
                    <a:pt x="4133" y="310"/>
                  </a:lnTo>
                  <a:lnTo>
                    <a:pt x="4179" y="116"/>
                  </a:lnTo>
                  <a:lnTo>
                    <a:pt x="4175" y="119"/>
                  </a:lnTo>
                  <a:lnTo>
                    <a:pt x="4168" y="123"/>
                  </a:lnTo>
                  <a:lnTo>
                    <a:pt x="4158" y="129"/>
                  </a:lnTo>
                  <a:lnTo>
                    <a:pt x="4150" y="131"/>
                  </a:lnTo>
                  <a:lnTo>
                    <a:pt x="4130" y="137"/>
                  </a:lnTo>
                  <a:lnTo>
                    <a:pt x="4123" y="139"/>
                  </a:lnTo>
                  <a:lnTo>
                    <a:pt x="4107" y="144"/>
                  </a:lnTo>
                  <a:lnTo>
                    <a:pt x="4094" y="148"/>
                  </a:lnTo>
                  <a:lnTo>
                    <a:pt x="4082" y="145"/>
                  </a:lnTo>
                  <a:lnTo>
                    <a:pt x="4072" y="143"/>
                  </a:lnTo>
                  <a:lnTo>
                    <a:pt x="4064" y="144"/>
                  </a:lnTo>
                  <a:lnTo>
                    <a:pt x="4057" y="143"/>
                  </a:lnTo>
                  <a:lnTo>
                    <a:pt x="4067" y="124"/>
                  </a:lnTo>
                  <a:lnTo>
                    <a:pt x="4109" y="96"/>
                  </a:lnTo>
                  <a:lnTo>
                    <a:pt x="4203" y="14"/>
                  </a:lnTo>
                  <a:lnTo>
                    <a:pt x="4247" y="0"/>
                  </a:lnTo>
                  <a:lnTo>
                    <a:pt x="4374" y="58"/>
                  </a:lnTo>
                  <a:lnTo>
                    <a:pt x="4385" y="62"/>
                  </a:lnTo>
                  <a:lnTo>
                    <a:pt x="4396" y="69"/>
                  </a:lnTo>
                  <a:lnTo>
                    <a:pt x="4402" y="78"/>
                  </a:lnTo>
                  <a:lnTo>
                    <a:pt x="4405" y="85"/>
                  </a:lnTo>
                  <a:lnTo>
                    <a:pt x="4404" y="93"/>
                  </a:lnTo>
                  <a:lnTo>
                    <a:pt x="4407" y="99"/>
                  </a:lnTo>
                  <a:lnTo>
                    <a:pt x="4413" y="105"/>
                  </a:lnTo>
                  <a:lnTo>
                    <a:pt x="4423" y="113"/>
                  </a:lnTo>
                  <a:lnTo>
                    <a:pt x="4439" y="123"/>
                  </a:lnTo>
                  <a:lnTo>
                    <a:pt x="4445" y="131"/>
                  </a:lnTo>
                  <a:lnTo>
                    <a:pt x="4454" y="1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7204951" y="2124282"/>
              <a:ext cx="653" cy="581"/>
            </a:xfrm>
            <a:custGeom>
              <a:avLst/>
              <a:pathLst>
                <a:path w="653" h="581">
                  <a:moveTo>
                    <a:pt x="523" y="74"/>
                  </a:moveTo>
                  <a:lnTo>
                    <a:pt x="537" y="77"/>
                  </a:lnTo>
                  <a:lnTo>
                    <a:pt x="542" y="78"/>
                  </a:lnTo>
                  <a:lnTo>
                    <a:pt x="548" y="78"/>
                  </a:lnTo>
                  <a:lnTo>
                    <a:pt x="553" y="79"/>
                  </a:lnTo>
                  <a:lnTo>
                    <a:pt x="559" y="80"/>
                  </a:lnTo>
                  <a:lnTo>
                    <a:pt x="566" y="82"/>
                  </a:lnTo>
                  <a:lnTo>
                    <a:pt x="572" y="85"/>
                  </a:lnTo>
                  <a:lnTo>
                    <a:pt x="577" y="87"/>
                  </a:lnTo>
                  <a:lnTo>
                    <a:pt x="582" y="88"/>
                  </a:lnTo>
                  <a:lnTo>
                    <a:pt x="587" y="88"/>
                  </a:lnTo>
                  <a:lnTo>
                    <a:pt x="593" y="89"/>
                  </a:lnTo>
                  <a:lnTo>
                    <a:pt x="599" y="88"/>
                  </a:lnTo>
                  <a:lnTo>
                    <a:pt x="605" y="87"/>
                  </a:lnTo>
                  <a:lnTo>
                    <a:pt x="611" y="86"/>
                  </a:lnTo>
                  <a:lnTo>
                    <a:pt x="625" y="85"/>
                  </a:lnTo>
                  <a:lnTo>
                    <a:pt x="637" y="100"/>
                  </a:lnTo>
                  <a:lnTo>
                    <a:pt x="641" y="137"/>
                  </a:lnTo>
                  <a:lnTo>
                    <a:pt x="651" y="234"/>
                  </a:lnTo>
                  <a:lnTo>
                    <a:pt x="652" y="242"/>
                  </a:lnTo>
                  <a:lnTo>
                    <a:pt x="653" y="343"/>
                  </a:lnTo>
                  <a:lnTo>
                    <a:pt x="653" y="352"/>
                  </a:lnTo>
                  <a:lnTo>
                    <a:pt x="645" y="367"/>
                  </a:lnTo>
                  <a:lnTo>
                    <a:pt x="608" y="426"/>
                  </a:lnTo>
                  <a:lnTo>
                    <a:pt x="501" y="521"/>
                  </a:lnTo>
                  <a:lnTo>
                    <a:pt x="492" y="523"/>
                  </a:lnTo>
                  <a:lnTo>
                    <a:pt x="480" y="522"/>
                  </a:lnTo>
                  <a:lnTo>
                    <a:pt x="388" y="538"/>
                  </a:lnTo>
                  <a:lnTo>
                    <a:pt x="335" y="553"/>
                  </a:lnTo>
                  <a:lnTo>
                    <a:pt x="316" y="569"/>
                  </a:lnTo>
                  <a:lnTo>
                    <a:pt x="312" y="576"/>
                  </a:lnTo>
                  <a:lnTo>
                    <a:pt x="281" y="581"/>
                  </a:lnTo>
                  <a:lnTo>
                    <a:pt x="259" y="556"/>
                  </a:lnTo>
                  <a:lnTo>
                    <a:pt x="248" y="543"/>
                  </a:lnTo>
                  <a:lnTo>
                    <a:pt x="242" y="527"/>
                  </a:lnTo>
                  <a:lnTo>
                    <a:pt x="234" y="508"/>
                  </a:lnTo>
                  <a:lnTo>
                    <a:pt x="232" y="503"/>
                  </a:lnTo>
                  <a:lnTo>
                    <a:pt x="248" y="466"/>
                  </a:lnTo>
                  <a:lnTo>
                    <a:pt x="238" y="453"/>
                  </a:lnTo>
                  <a:lnTo>
                    <a:pt x="217" y="443"/>
                  </a:lnTo>
                  <a:lnTo>
                    <a:pt x="163" y="418"/>
                  </a:lnTo>
                  <a:lnTo>
                    <a:pt x="171" y="401"/>
                  </a:lnTo>
                  <a:lnTo>
                    <a:pt x="127" y="381"/>
                  </a:lnTo>
                  <a:lnTo>
                    <a:pt x="123" y="378"/>
                  </a:lnTo>
                  <a:lnTo>
                    <a:pt x="103" y="361"/>
                  </a:lnTo>
                  <a:lnTo>
                    <a:pt x="29" y="298"/>
                  </a:lnTo>
                  <a:lnTo>
                    <a:pt x="12" y="265"/>
                  </a:lnTo>
                  <a:lnTo>
                    <a:pt x="3" y="248"/>
                  </a:lnTo>
                  <a:lnTo>
                    <a:pt x="0" y="241"/>
                  </a:lnTo>
                  <a:lnTo>
                    <a:pt x="2" y="219"/>
                  </a:lnTo>
                  <a:lnTo>
                    <a:pt x="2" y="205"/>
                  </a:lnTo>
                  <a:lnTo>
                    <a:pt x="11" y="201"/>
                  </a:lnTo>
                  <a:lnTo>
                    <a:pt x="37" y="207"/>
                  </a:lnTo>
                  <a:lnTo>
                    <a:pt x="76" y="230"/>
                  </a:lnTo>
                  <a:lnTo>
                    <a:pt x="89" y="229"/>
                  </a:lnTo>
                  <a:lnTo>
                    <a:pt x="94" y="229"/>
                  </a:lnTo>
                  <a:lnTo>
                    <a:pt x="114" y="226"/>
                  </a:lnTo>
                  <a:lnTo>
                    <a:pt x="148" y="222"/>
                  </a:lnTo>
                  <a:lnTo>
                    <a:pt x="176" y="221"/>
                  </a:lnTo>
                  <a:lnTo>
                    <a:pt x="203" y="215"/>
                  </a:lnTo>
                  <a:lnTo>
                    <a:pt x="219" y="199"/>
                  </a:lnTo>
                  <a:lnTo>
                    <a:pt x="313" y="100"/>
                  </a:lnTo>
                  <a:lnTo>
                    <a:pt x="326" y="86"/>
                  </a:lnTo>
                  <a:lnTo>
                    <a:pt x="351" y="59"/>
                  </a:lnTo>
                  <a:lnTo>
                    <a:pt x="385" y="0"/>
                  </a:lnTo>
                  <a:lnTo>
                    <a:pt x="429" y="27"/>
                  </a:lnTo>
                  <a:lnTo>
                    <a:pt x="433" y="29"/>
                  </a:lnTo>
                  <a:lnTo>
                    <a:pt x="437" y="31"/>
                  </a:lnTo>
                  <a:lnTo>
                    <a:pt x="441" y="35"/>
                  </a:lnTo>
                  <a:lnTo>
                    <a:pt x="447" y="39"/>
                  </a:lnTo>
                  <a:lnTo>
                    <a:pt x="456" y="44"/>
                  </a:lnTo>
                  <a:lnTo>
                    <a:pt x="462" y="46"/>
                  </a:lnTo>
                  <a:lnTo>
                    <a:pt x="466" y="48"/>
                  </a:lnTo>
                  <a:lnTo>
                    <a:pt x="470" y="50"/>
                  </a:lnTo>
                  <a:lnTo>
                    <a:pt x="475" y="54"/>
                  </a:lnTo>
                  <a:lnTo>
                    <a:pt x="482" y="59"/>
                  </a:lnTo>
                  <a:lnTo>
                    <a:pt x="488" y="62"/>
                  </a:lnTo>
                  <a:lnTo>
                    <a:pt x="495" y="65"/>
                  </a:lnTo>
                  <a:lnTo>
                    <a:pt x="499" y="67"/>
                  </a:lnTo>
                  <a:lnTo>
                    <a:pt x="504" y="69"/>
                  </a:lnTo>
                  <a:lnTo>
                    <a:pt x="508" y="70"/>
                  </a:lnTo>
                  <a:lnTo>
                    <a:pt x="514" y="71"/>
                  </a:lnTo>
                  <a:lnTo>
                    <a:pt x="518" y="72"/>
                  </a:lnTo>
                  <a:lnTo>
                    <a:pt x="523" y="7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7199955" y="2123107"/>
              <a:ext cx="2939" cy="3928"/>
            </a:xfrm>
            <a:custGeom>
              <a:avLst/>
              <a:pathLst>
                <a:path w="2939" h="3928">
                  <a:moveTo>
                    <a:pt x="1958" y="59"/>
                  </a:moveTo>
                  <a:lnTo>
                    <a:pt x="1967" y="63"/>
                  </a:lnTo>
                  <a:lnTo>
                    <a:pt x="1991" y="66"/>
                  </a:lnTo>
                  <a:lnTo>
                    <a:pt x="1998" y="66"/>
                  </a:lnTo>
                  <a:lnTo>
                    <a:pt x="2007" y="70"/>
                  </a:lnTo>
                  <a:lnTo>
                    <a:pt x="2013" y="95"/>
                  </a:lnTo>
                  <a:lnTo>
                    <a:pt x="2012" y="136"/>
                  </a:lnTo>
                  <a:lnTo>
                    <a:pt x="1989" y="197"/>
                  </a:lnTo>
                  <a:lnTo>
                    <a:pt x="2012" y="231"/>
                  </a:lnTo>
                  <a:lnTo>
                    <a:pt x="2108" y="296"/>
                  </a:lnTo>
                  <a:lnTo>
                    <a:pt x="2135" y="299"/>
                  </a:lnTo>
                  <a:lnTo>
                    <a:pt x="2153" y="300"/>
                  </a:lnTo>
                  <a:lnTo>
                    <a:pt x="2164" y="295"/>
                  </a:lnTo>
                  <a:lnTo>
                    <a:pt x="2176" y="267"/>
                  </a:lnTo>
                  <a:lnTo>
                    <a:pt x="2196" y="252"/>
                  </a:lnTo>
                  <a:lnTo>
                    <a:pt x="2212" y="246"/>
                  </a:lnTo>
                  <a:lnTo>
                    <a:pt x="2217" y="246"/>
                  </a:lnTo>
                  <a:lnTo>
                    <a:pt x="2222" y="248"/>
                  </a:lnTo>
                  <a:lnTo>
                    <a:pt x="2224" y="259"/>
                  </a:lnTo>
                  <a:lnTo>
                    <a:pt x="2225" y="265"/>
                  </a:lnTo>
                  <a:lnTo>
                    <a:pt x="2227" y="274"/>
                  </a:lnTo>
                  <a:lnTo>
                    <a:pt x="2226" y="281"/>
                  </a:lnTo>
                  <a:lnTo>
                    <a:pt x="2228" y="296"/>
                  </a:lnTo>
                  <a:lnTo>
                    <a:pt x="2230" y="304"/>
                  </a:lnTo>
                  <a:lnTo>
                    <a:pt x="2235" y="311"/>
                  </a:lnTo>
                  <a:lnTo>
                    <a:pt x="2304" y="366"/>
                  </a:lnTo>
                  <a:lnTo>
                    <a:pt x="2314" y="376"/>
                  </a:lnTo>
                  <a:lnTo>
                    <a:pt x="2378" y="409"/>
                  </a:lnTo>
                  <a:lnTo>
                    <a:pt x="2416" y="426"/>
                  </a:lnTo>
                  <a:lnTo>
                    <a:pt x="2441" y="436"/>
                  </a:lnTo>
                  <a:lnTo>
                    <a:pt x="2487" y="442"/>
                  </a:lnTo>
                  <a:lnTo>
                    <a:pt x="2508" y="447"/>
                  </a:lnTo>
                  <a:lnTo>
                    <a:pt x="2586" y="460"/>
                  </a:lnTo>
                  <a:lnTo>
                    <a:pt x="2625" y="459"/>
                  </a:lnTo>
                  <a:lnTo>
                    <a:pt x="2665" y="451"/>
                  </a:lnTo>
                  <a:lnTo>
                    <a:pt x="2806" y="383"/>
                  </a:lnTo>
                  <a:lnTo>
                    <a:pt x="2822" y="378"/>
                  </a:lnTo>
                  <a:lnTo>
                    <a:pt x="2879" y="371"/>
                  </a:lnTo>
                  <a:lnTo>
                    <a:pt x="2898" y="370"/>
                  </a:lnTo>
                  <a:lnTo>
                    <a:pt x="2929" y="368"/>
                  </a:lnTo>
                  <a:lnTo>
                    <a:pt x="2939" y="368"/>
                  </a:lnTo>
                  <a:lnTo>
                    <a:pt x="2933" y="389"/>
                  </a:lnTo>
                  <a:lnTo>
                    <a:pt x="2906" y="447"/>
                  </a:lnTo>
                  <a:lnTo>
                    <a:pt x="2882" y="496"/>
                  </a:lnTo>
                  <a:lnTo>
                    <a:pt x="2810" y="647"/>
                  </a:lnTo>
                  <a:lnTo>
                    <a:pt x="2802" y="659"/>
                  </a:lnTo>
                  <a:lnTo>
                    <a:pt x="2790" y="666"/>
                  </a:lnTo>
                  <a:lnTo>
                    <a:pt x="2780" y="673"/>
                  </a:lnTo>
                  <a:lnTo>
                    <a:pt x="2770" y="682"/>
                  </a:lnTo>
                  <a:lnTo>
                    <a:pt x="2764" y="685"/>
                  </a:lnTo>
                  <a:lnTo>
                    <a:pt x="2754" y="692"/>
                  </a:lnTo>
                  <a:lnTo>
                    <a:pt x="2741" y="678"/>
                  </a:lnTo>
                  <a:lnTo>
                    <a:pt x="2729" y="664"/>
                  </a:lnTo>
                  <a:lnTo>
                    <a:pt x="2702" y="657"/>
                  </a:lnTo>
                  <a:lnTo>
                    <a:pt x="2697" y="662"/>
                  </a:lnTo>
                  <a:lnTo>
                    <a:pt x="2619" y="685"/>
                  </a:lnTo>
                  <a:lnTo>
                    <a:pt x="2510" y="719"/>
                  </a:lnTo>
                  <a:lnTo>
                    <a:pt x="2459" y="748"/>
                  </a:lnTo>
                  <a:lnTo>
                    <a:pt x="2436" y="793"/>
                  </a:lnTo>
                  <a:lnTo>
                    <a:pt x="2427" y="811"/>
                  </a:lnTo>
                  <a:lnTo>
                    <a:pt x="2395" y="822"/>
                  </a:lnTo>
                  <a:lnTo>
                    <a:pt x="2377" y="822"/>
                  </a:lnTo>
                  <a:lnTo>
                    <a:pt x="2346" y="817"/>
                  </a:lnTo>
                  <a:lnTo>
                    <a:pt x="2208" y="805"/>
                  </a:lnTo>
                  <a:lnTo>
                    <a:pt x="2191" y="796"/>
                  </a:lnTo>
                  <a:lnTo>
                    <a:pt x="2158" y="781"/>
                  </a:lnTo>
                  <a:lnTo>
                    <a:pt x="2116" y="772"/>
                  </a:lnTo>
                  <a:lnTo>
                    <a:pt x="2091" y="771"/>
                  </a:lnTo>
                  <a:lnTo>
                    <a:pt x="2040" y="802"/>
                  </a:lnTo>
                  <a:lnTo>
                    <a:pt x="1972" y="858"/>
                  </a:lnTo>
                  <a:lnTo>
                    <a:pt x="1958" y="882"/>
                  </a:lnTo>
                  <a:lnTo>
                    <a:pt x="1956" y="886"/>
                  </a:lnTo>
                  <a:lnTo>
                    <a:pt x="1952" y="891"/>
                  </a:lnTo>
                  <a:lnTo>
                    <a:pt x="1931" y="949"/>
                  </a:lnTo>
                  <a:lnTo>
                    <a:pt x="1921" y="988"/>
                  </a:lnTo>
                  <a:lnTo>
                    <a:pt x="2013" y="1158"/>
                  </a:lnTo>
                  <a:lnTo>
                    <a:pt x="2048" y="1209"/>
                  </a:lnTo>
                  <a:lnTo>
                    <a:pt x="2065" y="1233"/>
                  </a:lnTo>
                  <a:lnTo>
                    <a:pt x="2066" y="1241"/>
                  </a:lnTo>
                  <a:lnTo>
                    <a:pt x="2090" y="1485"/>
                  </a:lnTo>
                  <a:lnTo>
                    <a:pt x="2089" y="1497"/>
                  </a:lnTo>
                  <a:lnTo>
                    <a:pt x="2088" y="1505"/>
                  </a:lnTo>
                  <a:lnTo>
                    <a:pt x="2087" y="1515"/>
                  </a:lnTo>
                  <a:lnTo>
                    <a:pt x="2087" y="1523"/>
                  </a:lnTo>
                  <a:lnTo>
                    <a:pt x="2086" y="1527"/>
                  </a:lnTo>
                  <a:lnTo>
                    <a:pt x="2085" y="1537"/>
                  </a:lnTo>
                  <a:lnTo>
                    <a:pt x="2083" y="1546"/>
                  </a:lnTo>
                  <a:lnTo>
                    <a:pt x="2082" y="1551"/>
                  </a:lnTo>
                  <a:lnTo>
                    <a:pt x="2071" y="1600"/>
                  </a:lnTo>
                  <a:lnTo>
                    <a:pt x="2060" y="1604"/>
                  </a:lnTo>
                  <a:lnTo>
                    <a:pt x="2029" y="1615"/>
                  </a:lnTo>
                  <a:lnTo>
                    <a:pt x="2021" y="1645"/>
                  </a:lnTo>
                  <a:lnTo>
                    <a:pt x="2019" y="1655"/>
                  </a:lnTo>
                  <a:lnTo>
                    <a:pt x="2018" y="1661"/>
                  </a:lnTo>
                  <a:lnTo>
                    <a:pt x="2014" y="1669"/>
                  </a:lnTo>
                  <a:lnTo>
                    <a:pt x="2047" y="1756"/>
                  </a:lnTo>
                  <a:lnTo>
                    <a:pt x="2069" y="1783"/>
                  </a:lnTo>
                  <a:lnTo>
                    <a:pt x="2077" y="1792"/>
                  </a:lnTo>
                  <a:lnTo>
                    <a:pt x="2085" y="1797"/>
                  </a:lnTo>
                  <a:lnTo>
                    <a:pt x="2088" y="1801"/>
                  </a:lnTo>
                  <a:lnTo>
                    <a:pt x="2091" y="1810"/>
                  </a:lnTo>
                  <a:lnTo>
                    <a:pt x="2092" y="1824"/>
                  </a:lnTo>
                  <a:lnTo>
                    <a:pt x="2136" y="1926"/>
                  </a:lnTo>
                  <a:lnTo>
                    <a:pt x="2140" y="1937"/>
                  </a:lnTo>
                  <a:lnTo>
                    <a:pt x="2140" y="1944"/>
                  </a:lnTo>
                  <a:lnTo>
                    <a:pt x="2142" y="2053"/>
                  </a:lnTo>
                  <a:lnTo>
                    <a:pt x="2143" y="2079"/>
                  </a:lnTo>
                  <a:lnTo>
                    <a:pt x="2133" y="2103"/>
                  </a:lnTo>
                  <a:lnTo>
                    <a:pt x="2086" y="2214"/>
                  </a:lnTo>
                  <a:lnTo>
                    <a:pt x="2084" y="2222"/>
                  </a:lnTo>
                  <a:lnTo>
                    <a:pt x="2082" y="2231"/>
                  </a:lnTo>
                  <a:lnTo>
                    <a:pt x="2078" y="2240"/>
                  </a:lnTo>
                  <a:lnTo>
                    <a:pt x="2074" y="2248"/>
                  </a:lnTo>
                  <a:lnTo>
                    <a:pt x="2068" y="2259"/>
                  </a:lnTo>
                  <a:lnTo>
                    <a:pt x="2065" y="2265"/>
                  </a:lnTo>
                  <a:lnTo>
                    <a:pt x="2063" y="2271"/>
                  </a:lnTo>
                  <a:lnTo>
                    <a:pt x="2061" y="2277"/>
                  </a:lnTo>
                  <a:lnTo>
                    <a:pt x="2055" y="2286"/>
                  </a:lnTo>
                  <a:lnTo>
                    <a:pt x="2020" y="2369"/>
                  </a:lnTo>
                  <a:lnTo>
                    <a:pt x="2011" y="2390"/>
                  </a:lnTo>
                  <a:lnTo>
                    <a:pt x="1998" y="2399"/>
                  </a:lnTo>
                  <a:lnTo>
                    <a:pt x="1988" y="2400"/>
                  </a:lnTo>
                  <a:lnTo>
                    <a:pt x="1939" y="2408"/>
                  </a:lnTo>
                  <a:lnTo>
                    <a:pt x="1930" y="2409"/>
                  </a:lnTo>
                  <a:lnTo>
                    <a:pt x="1899" y="2380"/>
                  </a:lnTo>
                  <a:lnTo>
                    <a:pt x="1826" y="2392"/>
                  </a:lnTo>
                  <a:lnTo>
                    <a:pt x="1727" y="2494"/>
                  </a:lnTo>
                  <a:lnTo>
                    <a:pt x="1727" y="2512"/>
                  </a:lnTo>
                  <a:lnTo>
                    <a:pt x="1733" y="2521"/>
                  </a:lnTo>
                  <a:lnTo>
                    <a:pt x="1739" y="2528"/>
                  </a:lnTo>
                  <a:lnTo>
                    <a:pt x="1755" y="2547"/>
                  </a:lnTo>
                  <a:lnTo>
                    <a:pt x="1766" y="2561"/>
                  </a:lnTo>
                  <a:lnTo>
                    <a:pt x="1774" y="2577"/>
                  </a:lnTo>
                  <a:lnTo>
                    <a:pt x="1779" y="2584"/>
                  </a:lnTo>
                  <a:lnTo>
                    <a:pt x="1782" y="2591"/>
                  </a:lnTo>
                  <a:lnTo>
                    <a:pt x="1788" y="2601"/>
                  </a:lnTo>
                  <a:lnTo>
                    <a:pt x="1792" y="2608"/>
                  </a:lnTo>
                  <a:lnTo>
                    <a:pt x="1794" y="2613"/>
                  </a:lnTo>
                  <a:lnTo>
                    <a:pt x="1795" y="2618"/>
                  </a:lnTo>
                  <a:lnTo>
                    <a:pt x="1796" y="2624"/>
                  </a:lnTo>
                  <a:lnTo>
                    <a:pt x="1796" y="2632"/>
                  </a:lnTo>
                  <a:lnTo>
                    <a:pt x="1797" y="2643"/>
                  </a:lnTo>
                  <a:lnTo>
                    <a:pt x="1797" y="2649"/>
                  </a:lnTo>
                  <a:lnTo>
                    <a:pt x="1800" y="2667"/>
                  </a:lnTo>
                  <a:lnTo>
                    <a:pt x="1802" y="2674"/>
                  </a:lnTo>
                  <a:lnTo>
                    <a:pt x="1812" y="2694"/>
                  </a:lnTo>
                  <a:lnTo>
                    <a:pt x="1860" y="2757"/>
                  </a:lnTo>
                  <a:lnTo>
                    <a:pt x="1883" y="2786"/>
                  </a:lnTo>
                  <a:lnTo>
                    <a:pt x="1883" y="2841"/>
                  </a:lnTo>
                  <a:lnTo>
                    <a:pt x="1867" y="2880"/>
                  </a:lnTo>
                  <a:lnTo>
                    <a:pt x="1861" y="2885"/>
                  </a:lnTo>
                  <a:lnTo>
                    <a:pt x="1857" y="2888"/>
                  </a:lnTo>
                  <a:lnTo>
                    <a:pt x="1851" y="2893"/>
                  </a:lnTo>
                  <a:lnTo>
                    <a:pt x="1846" y="2897"/>
                  </a:lnTo>
                  <a:lnTo>
                    <a:pt x="1830" y="2910"/>
                  </a:lnTo>
                  <a:lnTo>
                    <a:pt x="1818" y="2918"/>
                  </a:lnTo>
                  <a:lnTo>
                    <a:pt x="1791" y="2919"/>
                  </a:lnTo>
                  <a:lnTo>
                    <a:pt x="1759" y="2920"/>
                  </a:lnTo>
                  <a:lnTo>
                    <a:pt x="1755" y="2920"/>
                  </a:lnTo>
                  <a:lnTo>
                    <a:pt x="1748" y="2920"/>
                  </a:lnTo>
                  <a:lnTo>
                    <a:pt x="1709" y="2940"/>
                  </a:lnTo>
                  <a:lnTo>
                    <a:pt x="1709" y="3053"/>
                  </a:lnTo>
                  <a:lnTo>
                    <a:pt x="1726" y="3202"/>
                  </a:lnTo>
                  <a:lnTo>
                    <a:pt x="1759" y="3441"/>
                  </a:lnTo>
                  <a:lnTo>
                    <a:pt x="1779" y="3496"/>
                  </a:lnTo>
                  <a:lnTo>
                    <a:pt x="1823" y="3545"/>
                  </a:lnTo>
                  <a:lnTo>
                    <a:pt x="1847" y="3551"/>
                  </a:lnTo>
                  <a:lnTo>
                    <a:pt x="1858" y="3551"/>
                  </a:lnTo>
                  <a:lnTo>
                    <a:pt x="1879" y="3552"/>
                  </a:lnTo>
                  <a:lnTo>
                    <a:pt x="1889" y="3551"/>
                  </a:lnTo>
                  <a:lnTo>
                    <a:pt x="1919" y="3551"/>
                  </a:lnTo>
                  <a:lnTo>
                    <a:pt x="1943" y="3566"/>
                  </a:lnTo>
                  <a:lnTo>
                    <a:pt x="1948" y="3576"/>
                  </a:lnTo>
                  <a:lnTo>
                    <a:pt x="1950" y="3582"/>
                  </a:lnTo>
                  <a:lnTo>
                    <a:pt x="1950" y="3591"/>
                  </a:lnTo>
                  <a:lnTo>
                    <a:pt x="1946" y="3600"/>
                  </a:lnTo>
                  <a:lnTo>
                    <a:pt x="1881" y="3692"/>
                  </a:lnTo>
                  <a:lnTo>
                    <a:pt x="1873" y="3700"/>
                  </a:lnTo>
                  <a:lnTo>
                    <a:pt x="1869" y="3704"/>
                  </a:lnTo>
                  <a:lnTo>
                    <a:pt x="1861" y="3712"/>
                  </a:lnTo>
                  <a:lnTo>
                    <a:pt x="1828" y="3725"/>
                  </a:lnTo>
                  <a:lnTo>
                    <a:pt x="1707" y="3716"/>
                  </a:lnTo>
                  <a:lnTo>
                    <a:pt x="1701" y="3716"/>
                  </a:lnTo>
                  <a:lnTo>
                    <a:pt x="1592" y="3674"/>
                  </a:lnTo>
                  <a:lnTo>
                    <a:pt x="1496" y="3642"/>
                  </a:lnTo>
                  <a:lnTo>
                    <a:pt x="1424" y="3618"/>
                  </a:lnTo>
                  <a:lnTo>
                    <a:pt x="1239" y="3557"/>
                  </a:lnTo>
                  <a:lnTo>
                    <a:pt x="1183" y="3541"/>
                  </a:lnTo>
                  <a:lnTo>
                    <a:pt x="1154" y="3538"/>
                  </a:lnTo>
                  <a:lnTo>
                    <a:pt x="1146" y="3537"/>
                  </a:lnTo>
                  <a:lnTo>
                    <a:pt x="1137" y="3537"/>
                  </a:lnTo>
                  <a:lnTo>
                    <a:pt x="1132" y="3537"/>
                  </a:lnTo>
                  <a:lnTo>
                    <a:pt x="1124" y="3540"/>
                  </a:lnTo>
                  <a:lnTo>
                    <a:pt x="1119" y="3543"/>
                  </a:lnTo>
                  <a:lnTo>
                    <a:pt x="1109" y="3545"/>
                  </a:lnTo>
                  <a:lnTo>
                    <a:pt x="1103" y="3545"/>
                  </a:lnTo>
                  <a:lnTo>
                    <a:pt x="1091" y="3549"/>
                  </a:lnTo>
                  <a:lnTo>
                    <a:pt x="1086" y="3553"/>
                  </a:lnTo>
                  <a:lnTo>
                    <a:pt x="1080" y="3557"/>
                  </a:lnTo>
                  <a:lnTo>
                    <a:pt x="1073" y="3559"/>
                  </a:lnTo>
                  <a:lnTo>
                    <a:pt x="1068" y="3561"/>
                  </a:lnTo>
                  <a:lnTo>
                    <a:pt x="1063" y="3565"/>
                  </a:lnTo>
                  <a:lnTo>
                    <a:pt x="1057" y="3567"/>
                  </a:lnTo>
                  <a:lnTo>
                    <a:pt x="1052" y="3569"/>
                  </a:lnTo>
                  <a:lnTo>
                    <a:pt x="1045" y="3568"/>
                  </a:lnTo>
                  <a:lnTo>
                    <a:pt x="1035" y="3569"/>
                  </a:lnTo>
                  <a:lnTo>
                    <a:pt x="1029" y="3569"/>
                  </a:lnTo>
                  <a:lnTo>
                    <a:pt x="1016" y="3572"/>
                  </a:lnTo>
                  <a:lnTo>
                    <a:pt x="993" y="3587"/>
                  </a:lnTo>
                  <a:lnTo>
                    <a:pt x="989" y="3590"/>
                  </a:lnTo>
                  <a:lnTo>
                    <a:pt x="937" y="3640"/>
                  </a:lnTo>
                  <a:lnTo>
                    <a:pt x="935" y="3667"/>
                  </a:lnTo>
                  <a:lnTo>
                    <a:pt x="934" y="3681"/>
                  </a:lnTo>
                  <a:lnTo>
                    <a:pt x="933" y="3699"/>
                  </a:lnTo>
                  <a:lnTo>
                    <a:pt x="914" y="3742"/>
                  </a:lnTo>
                  <a:lnTo>
                    <a:pt x="905" y="3754"/>
                  </a:lnTo>
                  <a:lnTo>
                    <a:pt x="850" y="3782"/>
                  </a:lnTo>
                  <a:lnTo>
                    <a:pt x="791" y="3768"/>
                  </a:lnTo>
                  <a:lnTo>
                    <a:pt x="785" y="3766"/>
                  </a:lnTo>
                  <a:lnTo>
                    <a:pt x="751" y="3757"/>
                  </a:lnTo>
                  <a:lnTo>
                    <a:pt x="696" y="3747"/>
                  </a:lnTo>
                  <a:lnTo>
                    <a:pt x="665" y="3735"/>
                  </a:lnTo>
                  <a:lnTo>
                    <a:pt x="652" y="3730"/>
                  </a:lnTo>
                  <a:lnTo>
                    <a:pt x="598" y="3710"/>
                  </a:lnTo>
                  <a:lnTo>
                    <a:pt x="518" y="3707"/>
                  </a:lnTo>
                  <a:lnTo>
                    <a:pt x="474" y="3722"/>
                  </a:lnTo>
                  <a:lnTo>
                    <a:pt x="460" y="3727"/>
                  </a:lnTo>
                  <a:lnTo>
                    <a:pt x="449" y="3742"/>
                  </a:lnTo>
                  <a:lnTo>
                    <a:pt x="445" y="3775"/>
                  </a:lnTo>
                  <a:lnTo>
                    <a:pt x="433" y="3802"/>
                  </a:lnTo>
                  <a:lnTo>
                    <a:pt x="423" y="3821"/>
                  </a:lnTo>
                  <a:lnTo>
                    <a:pt x="373" y="3882"/>
                  </a:lnTo>
                  <a:lnTo>
                    <a:pt x="355" y="3896"/>
                  </a:lnTo>
                  <a:lnTo>
                    <a:pt x="344" y="3906"/>
                  </a:lnTo>
                  <a:lnTo>
                    <a:pt x="339" y="3906"/>
                  </a:lnTo>
                  <a:lnTo>
                    <a:pt x="333" y="3905"/>
                  </a:lnTo>
                  <a:lnTo>
                    <a:pt x="327" y="3904"/>
                  </a:lnTo>
                  <a:lnTo>
                    <a:pt x="316" y="3903"/>
                  </a:lnTo>
                  <a:lnTo>
                    <a:pt x="310" y="3901"/>
                  </a:lnTo>
                  <a:lnTo>
                    <a:pt x="305" y="3900"/>
                  </a:lnTo>
                  <a:lnTo>
                    <a:pt x="301" y="3900"/>
                  </a:lnTo>
                  <a:lnTo>
                    <a:pt x="283" y="3897"/>
                  </a:lnTo>
                  <a:lnTo>
                    <a:pt x="278" y="3897"/>
                  </a:lnTo>
                  <a:lnTo>
                    <a:pt x="272" y="3896"/>
                  </a:lnTo>
                  <a:lnTo>
                    <a:pt x="263" y="3895"/>
                  </a:lnTo>
                  <a:lnTo>
                    <a:pt x="256" y="3895"/>
                  </a:lnTo>
                  <a:lnTo>
                    <a:pt x="249" y="3896"/>
                  </a:lnTo>
                  <a:lnTo>
                    <a:pt x="243" y="3899"/>
                  </a:lnTo>
                  <a:lnTo>
                    <a:pt x="237" y="3905"/>
                  </a:lnTo>
                  <a:lnTo>
                    <a:pt x="232" y="3908"/>
                  </a:lnTo>
                  <a:lnTo>
                    <a:pt x="224" y="3914"/>
                  </a:lnTo>
                  <a:lnTo>
                    <a:pt x="220" y="3915"/>
                  </a:lnTo>
                  <a:lnTo>
                    <a:pt x="215" y="3918"/>
                  </a:lnTo>
                  <a:lnTo>
                    <a:pt x="211" y="3920"/>
                  </a:lnTo>
                  <a:lnTo>
                    <a:pt x="200" y="3924"/>
                  </a:lnTo>
                  <a:lnTo>
                    <a:pt x="171" y="3928"/>
                  </a:lnTo>
                  <a:lnTo>
                    <a:pt x="151" y="3920"/>
                  </a:lnTo>
                  <a:lnTo>
                    <a:pt x="148" y="3918"/>
                  </a:lnTo>
                  <a:lnTo>
                    <a:pt x="143" y="3916"/>
                  </a:lnTo>
                  <a:lnTo>
                    <a:pt x="140" y="3914"/>
                  </a:lnTo>
                  <a:lnTo>
                    <a:pt x="135" y="3911"/>
                  </a:lnTo>
                  <a:lnTo>
                    <a:pt x="128" y="3906"/>
                  </a:lnTo>
                  <a:lnTo>
                    <a:pt x="123" y="3903"/>
                  </a:lnTo>
                  <a:lnTo>
                    <a:pt x="119" y="3901"/>
                  </a:lnTo>
                  <a:lnTo>
                    <a:pt x="111" y="3897"/>
                  </a:lnTo>
                  <a:lnTo>
                    <a:pt x="105" y="3894"/>
                  </a:lnTo>
                  <a:lnTo>
                    <a:pt x="97" y="3892"/>
                  </a:lnTo>
                  <a:lnTo>
                    <a:pt x="91" y="3890"/>
                  </a:lnTo>
                  <a:lnTo>
                    <a:pt x="83" y="3887"/>
                  </a:lnTo>
                  <a:lnTo>
                    <a:pt x="76" y="3886"/>
                  </a:lnTo>
                  <a:lnTo>
                    <a:pt x="70" y="3883"/>
                  </a:lnTo>
                  <a:lnTo>
                    <a:pt x="62" y="3881"/>
                  </a:lnTo>
                  <a:lnTo>
                    <a:pt x="57" y="3881"/>
                  </a:lnTo>
                  <a:lnTo>
                    <a:pt x="46" y="3879"/>
                  </a:lnTo>
                  <a:lnTo>
                    <a:pt x="39" y="3877"/>
                  </a:lnTo>
                  <a:lnTo>
                    <a:pt x="18" y="3866"/>
                  </a:lnTo>
                  <a:lnTo>
                    <a:pt x="6" y="3847"/>
                  </a:lnTo>
                  <a:lnTo>
                    <a:pt x="0" y="3812"/>
                  </a:lnTo>
                  <a:lnTo>
                    <a:pt x="18" y="3762"/>
                  </a:lnTo>
                  <a:lnTo>
                    <a:pt x="27" y="3746"/>
                  </a:lnTo>
                  <a:lnTo>
                    <a:pt x="31" y="3741"/>
                  </a:lnTo>
                  <a:lnTo>
                    <a:pt x="35" y="3734"/>
                  </a:lnTo>
                  <a:lnTo>
                    <a:pt x="40" y="3726"/>
                  </a:lnTo>
                  <a:lnTo>
                    <a:pt x="44" y="3716"/>
                  </a:lnTo>
                  <a:lnTo>
                    <a:pt x="56" y="3702"/>
                  </a:lnTo>
                  <a:lnTo>
                    <a:pt x="61" y="3695"/>
                  </a:lnTo>
                  <a:lnTo>
                    <a:pt x="63" y="3691"/>
                  </a:lnTo>
                  <a:lnTo>
                    <a:pt x="67" y="3687"/>
                  </a:lnTo>
                  <a:lnTo>
                    <a:pt x="70" y="3682"/>
                  </a:lnTo>
                  <a:lnTo>
                    <a:pt x="75" y="3679"/>
                  </a:lnTo>
                  <a:lnTo>
                    <a:pt x="79" y="3676"/>
                  </a:lnTo>
                  <a:lnTo>
                    <a:pt x="85" y="3672"/>
                  </a:lnTo>
                  <a:lnTo>
                    <a:pt x="94" y="3667"/>
                  </a:lnTo>
                  <a:lnTo>
                    <a:pt x="97" y="3666"/>
                  </a:lnTo>
                  <a:lnTo>
                    <a:pt x="103" y="3663"/>
                  </a:lnTo>
                  <a:lnTo>
                    <a:pt x="109" y="3659"/>
                  </a:lnTo>
                  <a:lnTo>
                    <a:pt x="112" y="3657"/>
                  </a:lnTo>
                  <a:lnTo>
                    <a:pt x="120" y="3653"/>
                  </a:lnTo>
                  <a:lnTo>
                    <a:pt x="188" y="3625"/>
                  </a:lnTo>
                  <a:lnTo>
                    <a:pt x="194" y="3623"/>
                  </a:lnTo>
                  <a:lnTo>
                    <a:pt x="200" y="3621"/>
                  </a:lnTo>
                  <a:lnTo>
                    <a:pt x="204" y="3619"/>
                  </a:lnTo>
                  <a:lnTo>
                    <a:pt x="210" y="3617"/>
                  </a:lnTo>
                  <a:lnTo>
                    <a:pt x="216" y="3615"/>
                  </a:lnTo>
                  <a:lnTo>
                    <a:pt x="221" y="3613"/>
                  </a:lnTo>
                  <a:lnTo>
                    <a:pt x="254" y="3596"/>
                  </a:lnTo>
                  <a:lnTo>
                    <a:pt x="358" y="3544"/>
                  </a:lnTo>
                  <a:lnTo>
                    <a:pt x="363" y="3541"/>
                  </a:lnTo>
                  <a:lnTo>
                    <a:pt x="369" y="3538"/>
                  </a:lnTo>
                  <a:lnTo>
                    <a:pt x="376" y="3535"/>
                  </a:lnTo>
                  <a:lnTo>
                    <a:pt x="382" y="3531"/>
                  </a:lnTo>
                  <a:lnTo>
                    <a:pt x="391" y="3525"/>
                  </a:lnTo>
                  <a:lnTo>
                    <a:pt x="400" y="3517"/>
                  </a:lnTo>
                  <a:lnTo>
                    <a:pt x="405" y="3510"/>
                  </a:lnTo>
                  <a:lnTo>
                    <a:pt x="409" y="3504"/>
                  </a:lnTo>
                  <a:lnTo>
                    <a:pt x="413" y="3498"/>
                  </a:lnTo>
                  <a:lnTo>
                    <a:pt x="417" y="3493"/>
                  </a:lnTo>
                  <a:lnTo>
                    <a:pt x="421" y="3486"/>
                  </a:lnTo>
                  <a:lnTo>
                    <a:pt x="426" y="3480"/>
                  </a:lnTo>
                  <a:lnTo>
                    <a:pt x="430" y="3475"/>
                  </a:lnTo>
                  <a:lnTo>
                    <a:pt x="432" y="3470"/>
                  </a:lnTo>
                  <a:lnTo>
                    <a:pt x="435" y="3464"/>
                  </a:lnTo>
                  <a:lnTo>
                    <a:pt x="437" y="3458"/>
                  </a:lnTo>
                  <a:lnTo>
                    <a:pt x="473" y="3401"/>
                  </a:lnTo>
                  <a:lnTo>
                    <a:pt x="519" y="3312"/>
                  </a:lnTo>
                  <a:lnTo>
                    <a:pt x="520" y="3306"/>
                  </a:lnTo>
                  <a:lnTo>
                    <a:pt x="520" y="3299"/>
                  </a:lnTo>
                  <a:lnTo>
                    <a:pt x="523" y="3278"/>
                  </a:lnTo>
                  <a:lnTo>
                    <a:pt x="528" y="3272"/>
                  </a:lnTo>
                  <a:lnTo>
                    <a:pt x="531" y="3268"/>
                  </a:lnTo>
                  <a:lnTo>
                    <a:pt x="535" y="3263"/>
                  </a:lnTo>
                  <a:lnTo>
                    <a:pt x="541" y="3256"/>
                  </a:lnTo>
                  <a:lnTo>
                    <a:pt x="554" y="3250"/>
                  </a:lnTo>
                  <a:lnTo>
                    <a:pt x="562" y="3246"/>
                  </a:lnTo>
                  <a:lnTo>
                    <a:pt x="568" y="3243"/>
                  </a:lnTo>
                  <a:lnTo>
                    <a:pt x="577" y="3238"/>
                  </a:lnTo>
                  <a:lnTo>
                    <a:pt x="607" y="3242"/>
                  </a:lnTo>
                  <a:lnTo>
                    <a:pt x="629" y="3256"/>
                  </a:lnTo>
                  <a:lnTo>
                    <a:pt x="752" y="3368"/>
                  </a:lnTo>
                  <a:lnTo>
                    <a:pt x="791" y="3423"/>
                  </a:lnTo>
                  <a:lnTo>
                    <a:pt x="792" y="3433"/>
                  </a:lnTo>
                  <a:lnTo>
                    <a:pt x="792" y="3448"/>
                  </a:lnTo>
                  <a:lnTo>
                    <a:pt x="810" y="3461"/>
                  </a:lnTo>
                  <a:lnTo>
                    <a:pt x="818" y="3462"/>
                  </a:lnTo>
                  <a:lnTo>
                    <a:pt x="824" y="3462"/>
                  </a:lnTo>
                  <a:lnTo>
                    <a:pt x="831" y="3463"/>
                  </a:lnTo>
                  <a:lnTo>
                    <a:pt x="838" y="3464"/>
                  </a:lnTo>
                  <a:lnTo>
                    <a:pt x="842" y="3465"/>
                  </a:lnTo>
                  <a:lnTo>
                    <a:pt x="848" y="3467"/>
                  </a:lnTo>
                  <a:lnTo>
                    <a:pt x="855" y="3469"/>
                  </a:lnTo>
                  <a:lnTo>
                    <a:pt x="865" y="3470"/>
                  </a:lnTo>
                  <a:lnTo>
                    <a:pt x="886" y="3469"/>
                  </a:lnTo>
                  <a:lnTo>
                    <a:pt x="899" y="3467"/>
                  </a:lnTo>
                  <a:lnTo>
                    <a:pt x="917" y="3467"/>
                  </a:lnTo>
                  <a:lnTo>
                    <a:pt x="924" y="3469"/>
                  </a:lnTo>
                  <a:lnTo>
                    <a:pt x="929" y="3471"/>
                  </a:lnTo>
                  <a:lnTo>
                    <a:pt x="939" y="3474"/>
                  </a:lnTo>
                  <a:lnTo>
                    <a:pt x="944" y="3476"/>
                  </a:lnTo>
                  <a:lnTo>
                    <a:pt x="950" y="3477"/>
                  </a:lnTo>
                  <a:lnTo>
                    <a:pt x="959" y="3479"/>
                  </a:lnTo>
                  <a:lnTo>
                    <a:pt x="966" y="3479"/>
                  </a:lnTo>
                  <a:lnTo>
                    <a:pt x="980" y="3479"/>
                  </a:lnTo>
                  <a:lnTo>
                    <a:pt x="987" y="3479"/>
                  </a:lnTo>
                  <a:lnTo>
                    <a:pt x="991" y="3478"/>
                  </a:lnTo>
                  <a:lnTo>
                    <a:pt x="996" y="3478"/>
                  </a:lnTo>
                  <a:lnTo>
                    <a:pt x="1001" y="3477"/>
                  </a:lnTo>
                  <a:lnTo>
                    <a:pt x="1005" y="3475"/>
                  </a:lnTo>
                  <a:lnTo>
                    <a:pt x="1008" y="3473"/>
                  </a:lnTo>
                  <a:lnTo>
                    <a:pt x="1014" y="3469"/>
                  </a:lnTo>
                  <a:lnTo>
                    <a:pt x="1021" y="3467"/>
                  </a:lnTo>
                  <a:lnTo>
                    <a:pt x="1027" y="3463"/>
                  </a:lnTo>
                  <a:lnTo>
                    <a:pt x="1034" y="3458"/>
                  </a:lnTo>
                  <a:lnTo>
                    <a:pt x="1040" y="3455"/>
                  </a:lnTo>
                  <a:lnTo>
                    <a:pt x="1046" y="3451"/>
                  </a:lnTo>
                  <a:lnTo>
                    <a:pt x="1051" y="3447"/>
                  </a:lnTo>
                  <a:lnTo>
                    <a:pt x="1055" y="3445"/>
                  </a:lnTo>
                  <a:lnTo>
                    <a:pt x="1059" y="3441"/>
                  </a:lnTo>
                  <a:lnTo>
                    <a:pt x="1063" y="3438"/>
                  </a:lnTo>
                  <a:lnTo>
                    <a:pt x="1066" y="3435"/>
                  </a:lnTo>
                  <a:lnTo>
                    <a:pt x="1073" y="3429"/>
                  </a:lnTo>
                  <a:lnTo>
                    <a:pt x="1077" y="3427"/>
                  </a:lnTo>
                  <a:lnTo>
                    <a:pt x="1081" y="3424"/>
                  </a:lnTo>
                  <a:lnTo>
                    <a:pt x="1086" y="3420"/>
                  </a:lnTo>
                  <a:lnTo>
                    <a:pt x="1089" y="3418"/>
                  </a:lnTo>
                  <a:lnTo>
                    <a:pt x="1092" y="3413"/>
                  </a:lnTo>
                  <a:lnTo>
                    <a:pt x="1099" y="3407"/>
                  </a:lnTo>
                  <a:lnTo>
                    <a:pt x="1269" y="3263"/>
                  </a:lnTo>
                  <a:lnTo>
                    <a:pt x="1280" y="3245"/>
                  </a:lnTo>
                  <a:lnTo>
                    <a:pt x="1359" y="3111"/>
                  </a:lnTo>
                  <a:lnTo>
                    <a:pt x="1370" y="3097"/>
                  </a:lnTo>
                  <a:lnTo>
                    <a:pt x="1378" y="3083"/>
                  </a:lnTo>
                  <a:lnTo>
                    <a:pt x="1387" y="3061"/>
                  </a:lnTo>
                  <a:lnTo>
                    <a:pt x="1390" y="3052"/>
                  </a:lnTo>
                  <a:lnTo>
                    <a:pt x="1395" y="3038"/>
                  </a:lnTo>
                  <a:lnTo>
                    <a:pt x="1394" y="3028"/>
                  </a:lnTo>
                  <a:lnTo>
                    <a:pt x="1401" y="2998"/>
                  </a:lnTo>
                  <a:lnTo>
                    <a:pt x="1420" y="2771"/>
                  </a:lnTo>
                  <a:lnTo>
                    <a:pt x="1421" y="2764"/>
                  </a:lnTo>
                  <a:lnTo>
                    <a:pt x="1422" y="2753"/>
                  </a:lnTo>
                  <a:lnTo>
                    <a:pt x="1423" y="2739"/>
                  </a:lnTo>
                  <a:lnTo>
                    <a:pt x="1424" y="2732"/>
                  </a:lnTo>
                  <a:lnTo>
                    <a:pt x="1423" y="2724"/>
                  </a:lnTo>
                  <a:lnTo>
                    <a:pt x="1422" y="2713"/>
                  </a:lnTo>
                  <a:lnTo>
                    <a:pt x="1415" y="2677"/>
                  </a:lnTo>
                  <a:lnTo>
                    <a:pt x="1407" y="2653"/>
                  </a:lnTo>
                  <a:lnTo>
                    <a:pt x="1404" y="2647"/>
                  </a:lnTo>
                  <a:lnTo>
                    <a:pt x="1399" y="2634"/>
                  </a:lnTo>
                  <a:lnTo>
                    <a:pt x="1393" y="2623"/>
                  </a:lnTo>
                  <a:lnTo>
                    <a:pt x="1282" y="2517"/>
                  </a:lnTo>
                  <a:lnTo>
                    <a:pt x="1275" y="2511"/>
                  </a:lnTo>
                  <a:lnTo>
                    <a:pt x="1254" y="2496"/>
                  </a:lnTo>
                  <a:lnTo>
                    <a:pt x="1187" y="2448"/>
                  </a:lnTo>
                  <a:lnTo>
                    <a:pt x="1182" y="2445"/>
                  </a:lnTo>
                  <a:lnTo>
                    <a:pt x="1177" y="2443"/>
                  </a:lnTo>
                  <a:lnTo>
                    <a:pt x="1172" y="2441"/>
                  </a:lnTo>
                  <a:lnTo>
                    <a:pt x="1166" y="2439"/>
                  </a:lnTo>
                  <a:lnTo>
                    <a:pt x="1159" y="2437"/>
                  </a:lnTo>
                  <a:lnTo>
                    <a:pt x="1154" y="2435"/>
                  </a:lnTo>
                  <a:lnTo>
                    <a:pt x="1099" y="2429"/>
                  </a:lnTo>
                  <a:lnTo>
                    <a:pt x="1090" y="2425"/>
                  </a:lnTo>
                  <a:lnTo>
                    <a:pt x="1083" y="2422"/>
                  </a:lnTo>
                  <a:lnTo>
                    <a:pt x="1080" y="2420"/>
                  </a:lnTo>
                  <a:lnTo>
                    <a:pt x="1075" y="2419"/>
                  </a:lnTo>
                  <a:lnTo>
                    <a:pt x="1069" y="2418"/>
                  </a:lnTo>
                  <a:lnTo>
                    <a:pt x="1064" y="2416"/>
                  </a:lnTo>
                  <a:lnTo>
                    <a:pt x="1058" y="2413"/>
                  </a:lnTo>
                  <a:lnTo>
                    <a:pt x="1054" y="2411"/>
                  </a:lnTo>
                  <a:lnTo>
                    <a:pt x="1048" y="2409"/>
                  </a:lnTo>
                  <a:lnTo>
                    <a:pt x="1044" y="2407"/>
                  </a:lnTo>
                  <a:lnTo>
                    <a:pt x="1039" y="2406"/>
                  </a:lnTo>
                  <a:lnTo>
                    <a:pt x="1034" y="2405"/>
                  </a:lnTo>
                  <a:lnTo>
                    <a:pt x="1028" y="2404"/>
                  </a:lnTo>
                  <a:lnTo>
                    <a:pt x="1023" y="2404"/>
                  </a:lnTo>
                  <a:lnTo>
                    <a:pt x="1018" y="2404"/>
                  </a:lnTo>
                  <a:lnTo>
                    <a:pt x="1014" y="2405"/>
                  </a:lnTo>
                  <a:lnTo>
                    <a:pt x="1010" y="2405"/>
                  </a:lnTo>
                  <a:lnTo>
                    <a:pt x="996" y="2402"/>
                  </a:lnTo>
                  <a:lnTo>
                    <a:pt x="985" y="2392"/>
                  </a:lnTo>
                  <a:lnTo>
                    <a:pt x="977" y="2383"/>
                  </a:lnTo>
                  <a:lnTo>
                    <a:pt x="974" y="2380"/>
                  </a:lnTo>
                  <a:lnTo>
                    <a:pt x="970" y="2378"/>
                  </a:lnTo>
                  <a:lnTo>
                    <a:pt x="962" y="2372"/>
                  </a:lnTo>
                  <a:lnTo>
                    <a:pt x="1005" y="2211"/>
                  </a:lnTo>
                  <a:lnTo>
                    <a:pt x="1029" y="2183"/>
                  </a:lnTo>
                  <a:lnTo>
                    <a:pt x="1041" y="2180"/>
                  </a:lnTo>
                  <a:lnTo>
                    <a:pt x="1048" y="2178"/>
                  </a:lnTo>
                  <a:lnTo>
                    <a:pt x="1058" y="2175"/>
                  </a:lnTo>
                  <a:lnTo>
                    <a:pt x="1072" y="2175"/>
                  </a:lnTo>
                  <a:lnTo>
                    <a:pt x="1108" y="2174"/>
                  </a:lnTo>
                  <a:lnTo>
                    <a:pt x="1127" y="2184"/>
                  </a:lnTo>
                  <a:lnTo>
                    <a:pt x="1139" y="2213"/>
                  </a:lnTo>
                  <a:lnTo>
                    <a:pt x="1134" y="2240"/>
                  </a:lnTo>
                  <a:lnTo>
                    <a:pt x="1132" y="2251"/>
                  </a:lnTo>
                  <a:lnTo>
                    <a:pt x="1140" y="2282"/>
                  </a:lnTo>
                  <a:lnTo>
                    <a:pt x="1173" y="2332"/>
                  </a:lnTo>
                  <a:lnTo>
                    <a:pt x="1207" y="2355"/>
                  </a:lnTo>
                  <a:lnTo>
                    <a:pt x="1213" y="2356"/>
                  </a:lnTo>
                  <a:lnTo>
                    <a:pt x="1220" y="2356"/>
                  </a:lnTo>
                  <a:lnTo>
                    <a:pt x="1225" y="2356"/>
                  </a:lnTo>
                  <a:lnTo>
                    <a:pt x="1229" y="2356"/>
                  </a:lnTo>
                  <a:lnTo>
                    <a:pt x="1235" y="2356"/>
                  </a:lnTo>
                  <a:lnTo>
                    <a:pt x="1240" y="2356"/>
                  </a:lnTo>
                  <a:lnTo>
                    <a:pt x="1248" y="2356"/>
                  </a:lnTo>
                  <a:lnTo>
                    <a:pt x="1254" y="2354"/>
                  </a:lnTo>
                  <a:lnTo>
                    <a:pt x="1265" y="2353"/>
                  </a:lnTo>
                  <a:lnTo>
                    <a:pt x="1333" y="2333"/>
                  </a:lnTo>
                  <a:lnTo>
                    <a:pt x="1363" y="2317"/>
                  </a:lnTo>
                  <a:lnTo>
                    <a:pt x="1391" y="2302"/>
                  </a:lnTo>
                  <a:lnTo>
                    <a:pt x="1409" y="2290"/>
                  </a:lnTo>
                  <a:lnTo>
                    <a:pt x="1422" y="2272"/>
                  </a:lnTo>
                  <a:lnTo>
                    <a:pt x="1430" y="2230"/>
                  </a:lnTo>
                  <a:lnTo>
                    <a:pt x="1429" y="2208"/>
                  </a:lnTo>
                  <a:lnTo>
                    <a:pt x="1416" y="2173"/>
                  </a:lnTo>
                  <a:lnTo>
                    <a:pt x="1413" y="2165"/>
                  </a:lnTo>
                  <a:lnTo>
                    <a:pt x="1405" y="2158"/>
                  </a:lnTo>
                  <a:lnTo>
                    <a:pt x="1391" y="2145"/>
                  </a:lnTo>
                  <a:lnTo>
                    <a:pt x="1370" y="2125"/>
                  </a:lnTo>
                  <a:lnTo>
                    <a:pt x="1371" y="2120"/>
                  </a:lnTo>
                  <a:lnTo>
                    <a:pt x="1370" y="2108"/>
                  </a:lnTo>
                  <a:lnTo>
                    <a:pt x="1368" y="2095"/>
                  </a:lnTo>
                  <a:lnTo>
                    <a:pt x="1363" y="2080"/>
                  </a:lnTo>
                  <a:lnTo>
                    <a:pt x="1360" y="2057"/>
                  </a:lnTo>
                  <a:lnTo>
                    <a:pt x="1361" y="2013"/>
                  </a:lnTo>
                  <a:lnTo>
                    <a:pt x="1373" y="1979"/>
                  </a:lnTo>
                  <a:lnTo>
                    <a:pt x="1395" y="1919"/>
                  </a:lnTo>
                  <a:lnTo>
                    <a:pt x="1415" y="1865"/>
                  </a:lnTo>
                  <a:lnTo>
                    <a:pt x="1422" y="1861"/>
                  </a:lnTo>
                  <a:lnTo>
                    <a:pt x="1428" y="1857"/>
                  </a:lnTo>
                  <a:lnTo>
                    <a:pt x="1431" y="1852"/>
                  </a:lnTo>
                  <a:lnTo>
                    <a:pt x="1435" y="1844"/>
                  </a:lnTo>
                  <a:lnTo>
                    <a:pt x="1444" y="1822"/>
                  </a:lnTo>
                  <a:lnTo>
                    <a:pt x="1446" y="1817"/>
                  </a:lnTo>
                  <a:lnTo>
                    <a:pt x="1449" y="1808"/>
                  </a:lnTo>
                  <a:lnTo>
                    <a:pt x="1451" y="1800"/>
                  </a:lnTo>
                  <a:lnTo>
                    <a:pt x="1452" y="1794"/>
                  </a:lnTo>
                  <a:lnTo>
                    <a:pt x="1454" y="1782"/>
                  </a:lnTo>
                  <a:lnTo>
                    <a:pt x="1455" y="1774"/>
                  </a:lnTo>
                  <a:lnTo>
                    <a:pt x="1456" y="1765"/>
                  </a:lnTo>
                  <a:lnTo>
                    <a:pt x="1456" y="1759"/>
                  </a:lnTo>
                  <a:lnTo>
                    <a:pt x="1458" y="1749"/>
                  </a:lnTo>
                  <a:lnTo>
                    <a:pt x="1474" y="1717"/>
                  </a:lnTo>
                  <a:lnTo>
                    <a:pt x="1493" y="1704"/>
                  </a:lnTo>
                  <a:lnTo>
                    <a:pt x="1538" y="1699"/>
                  </a:lnTo>
                  <a:lnTo>
                    <a:pt x="1557" y="1692"/>
                  </a:lnTo>
                  <a:lnTo>
                    <a:pt x="1563" y="1688"/>
                  </a:lnTo>
                  <a:lnTo>
                    <a:pt x="1566" y="1686"/>
                  </a:lnTo>
                  <a:lnTo>
                    <a:pt x="1572" y="1679"/>
                  </a:lnTo>
                  <a:lnTo>
                    <a:pt x="1575" y="1676"/>
                  </a:lnTo>
                  <a:lnTo>
                    <a:pt x="1582" y="1668"/>
                  </a:lnTo>
                  <a:lnTo>
                    <a:pt x="1593" y="1647"/>
                  </a:lnTo>
                  <a:lnTo>
                    <a:pt x="1599" y="1624"/>
                  </a:lnTo>
                  <a:lnTo>
                    <a:pt x="1602" y="1609"/>
                  </a:lnTo>
                  <a:lnTo>
                    <a:pt x="1599" y="1593"/>
                  </a:lnTo>
                  <a:lnTo>
                    <a:pt x="1594" y="1580"/>
                  </a:lnTo>
                  <a:lnTo>
                    <a:pt x="1587" y="1569"/>
                  </a:lnTo>
                  <a:lnTo>
                    <a:pt x="1534" y="1505"/>
                  </a:lnTo>
                  <a:lnTo>
                    <a:pt x="1406" y="1461"/>
                  </a:lnTo>
                  <a:lnTo>
                    <a:pt x="1372" y="1432"/>
                  </a:lnTo>
                  <a:lnTo>
                    <a:pt x="1366" y="1429"/>
                  </a:lnTo>
                  <a:lnTo>
                    <a:pt x="1358" y="1426"/>
                  </a:lnTo>
                  <a:lnTo>
                    <a:pt x="1349" y="1421"/>
                  </a:lnTo>
                  <a:lnTo>
                    <a:pt x="1326" y="1405"/>
                  </a:lnTo>
                  <a:lnTo>
                    <a:pt x="1308" y="1375"/>
                  </a:lnTo>
                  <a:lnTo>
                    <a:pt x="1305" y="1368"/>
                  </a:lnTo>
                  <a:lnTo>
                    <a:pt x="1302" y="1361"/>
                  </a:lnTo>
                  <a:lnTo>
                    <a:pt x="1298" y="1355"/>
                  </a:lnTo>
                  <a:lnTo>
                    <a:pt x="1287" y="1337"/>
                  </a:lnTo>
                  <a:lnTo>
                    <a:pt x="1277" y="1324"/>
                  </a:lnTo>
                  <a:lnTo>
                    <a:pt x="1265" y="1306"/>
                  </a:lnTo>
                  <a:lnTo>
                    <a:pt x="1263" y="1248"/>
                  </a:lnTo>
                  <a:lnTo>
                    <a:pt x="1298" y="1206"/>
                  </a:lnTo>
                  <a:lnTo>
                    <a:pt x="1307" y="1200"/>
                  </a:lnTo>
                  <a:lnTo>
                    <a:pt x="1312" y="1198"/>
                  </a:lnTo>
                  <a:lnTo>
                    <a:pt x="1338" y="1179"/>
                  </a:lnTo>
                  <a:lnTo>
                    <a:pt x="1363" y="1162"/>
                  </a:lnTo>
                  <a:lnTo>
                    <a:pt x="1404" y="1121"/>
                  </a:lnTo>
                  <a:lnTo>
                    <a:pt x="1407" y="1118"/>
                  </a:lnTo>
                  <a:lnTo>
                    <a:pt x="1410" y="1114"/>
                  </a:lnTo>
                  <a:lnTo>
                    <a:pt x="1413" y="1108"/>
                  </a:lnTo>
                  <a:lnTo>
                    <a:pt x="1416" y="1101"/>
                  </a:lnTo>
                  <a:lnTo>
                    <a:pt x="1417" y="1093"/>
                  </a:lnTo>
                  <a:lnTo>
                    <a:pt x="1419" y="1082"/>
                  </a:lnTo>
                  <a:lnTo>
                    <a:pt x="1419" y="1074"/>
                  </a:lnTo>
                  <a:lnTo>
                    <a:pt x="1419" y="1067"/>
                  </a:lnTo>
                  <a:lnTo>
                    <a:pt x="1419" y="1062"/>
                  </a:lnTo>
                  <a:lnTo>
                    <a:pt x="1420" y="1048"/>
                  </a:lnTo>
                  <a:lnTo>
                    <a:pt x="1420" y="1038"/>
                  </a:lnTo>
                  <a:lnTo>
                    <a:pt x="1419" y="1028"/>
                  </a:lnTo>
                  <a:lnTo>
                    <a:pt x="1414" y="1017"/>
                  </a:lnTo>
                  <a:lnTo>
                    <a:pt x="1398" y="984"/>
                  </a:lnTo>
                  <a:lnTo>
                    <a:pt x="1394" y="976"/>
                  </a:lnTo>
                  <a:lnTo>
                    <a:pt x="1355" y="932"/>
                  </a:lnTo>
                  <a:lnTo>
                    <a:pt x="1354" y="918"/>
                  </a:lnTo>
                  <a:lnTo>
                    <a:pt x="1353" y="912"/>
                  </a:lnTo>
                  <a:lnTo>
                    <a:pt x="1336" y="809"/>
                  </a:lnTo>
                  <a:lnTo>
                    <a:pt x="1339" y="787"/>
                  </a:lnTo>
                  <a:lnTo>
                    <a:pt x="1351" y="777"/>
                  </a:lnTo>
                  <a:lnTo>
                    <a:pt x="1359" y="761"/>
                  </a:lnTo>
                  <a:lnTo>
                    <a:pt x="1364" y="741"/>
                  </a:lnTo>
                  <a:lnTo>
                    <a:pt x="1366" y="731"/>
                  </a:lnTo>
                  <a:lnTo>
                    <a:pt x="1372" y="720"/>
                  </a:lnTo>
                  <a:lnTo>
                    <a:pt x="1375" y="709"/>
                  </a:lnTo>
                  <a:lnTo>
                    <a:pt x="1377" y="701"/>
                  </a:lnTo>
                  <a:lnTo>
                    <a:pt x="1380" y="678"/>
                  </a:lnTo>
                  <a:lnTo>
                    <a:pt x="1382" y="671"/>
                  </a:lnTo>
                  <a:lnTo>
                    <a:pt x="1382" y="659"/>
                  </a:lnTo>
                  <a:lnTo>
                    <a:pt x="1382" y="651"/>
                  </a:lnTo>
                  <a:lnTo>
                    <a:pt x="1384" y="642"/>
                  </a:lnTo>
                  <a:lnTo>
                    <a:pt x="1390" y="634"/>
                  </a:lnTo>
                  <a:lnTo>
                    <a:pt x="1396" y="626"/>
                  </a:lnTo>
                  <a:lnTo>
                    <a:pt x="1402" y="610"/>
                  </a:lnTo>
                  <a:lnTo>
                    <a:pt x="1406" y="596"/>
                  </a:lnTo>
                  <a:lnTo>
                    <a:pt x="1439" y="570"/>
                  </a:lnTo>
                  <a:lnTo>
                    <a:pt x="1458" y="573"/>
                  </a:lnTo>
                  <a:lnTo>
                    <a:pt x="1470" y="583"/>
                  </a:lnTo>
                  <a:lnTo>
                    <a:pt x="1483" y="595"/>
                  </a:lnTo>
                  <a:lnTo>
                    <a:pt x="1499" y="599"/>
                  </a:lnTo>
                  <a:lnTo>
                    <a:pt x="1510" y="597"/>
                  </a:lnTo>
                  <a:lnTo>
                    <a:pt x="1518" y="593"/>
                  </a:lnTo>
                  <a:lnTo>
                    <a:pt x="1533" y="583"/>
                  </a:lnTo>
                  <a:lnTo>
                    <a:pt x="1538" y="577"/>
                  </a:lnTo>
                  <a:lnTo>
                    <a:pt x="1542" y="574"/>
                  </a:lnTo>
                  <a:lnTo>
                    <a:pt x="1544" y="568"/>
                  </a:lnTo>
                  <a:lnTo>
                    <a:pt x="1629" y="334"/>
                  </a:lnTo>
                  <a:lnTo>
                    <a:pt x="1637" y="279"/>
                  </a:lnTo>
                  <a:lnTo>
                    <a:pt x="1637" y="272"/>
                  </a:lnTo>
                  <a:lnTo>
                    <a:pt x="1637" y="264"/>
                  </a:lnTo>
                  <a:lnTo>
                    <a:pt x="1638" y="257"/>
                  </a:lnTo>
                  <a:lnTo>
                    <a:pt x="1641" y="248"/>
                  </a:lnTo>
                  <a:lnTo>
                    <a:pt x="1647" y="228"/>
                  </a:lnTo>
                  <a:lnTo>
                    <a:pt x="1651" y="220"/>
                  </a:lnTo>
                  <a:lnTo>
                    <a:pt x="1656" y="208"/>
                  </a:lnTo>
                  <a:lnTo>
                    <a:pt x="1661" y="197"/>
                  </a:lnTo>
                  <a:lnTo>
                    <a:pt x="1664" y="187"/>
                  </a:lnTo>
                  <a:lnTo>
                    <a:pt x="1665" y="178"/>
                  </a:lnTo>
                  <a:lnTo>
                    <a:pt x="1667" y="169"/>
                  </a:lnTo>
                  <a:lnTo>
                    <a:pt x="1705" y="64"/>
                  </a:lnTo>
                  <a:lnTo>
                    <a:pt x="1713" y="43"/>
                  </a:lnTo>
                  <a:lnTo>
                    <a:pt x="1732" y="25"/>
                  </a:lnTo>
                  <a:lnTo>
                    <a:pt x="1754" y="21"/>
                  </a:lnTo>
                  <a:lnTo>
                    <a:pt x="1833" y="10"/>
                  </a:lnTo>
                  <a:lnTo>
                    <a:pt x="1904" y="0"/>
                  </a:lnTo>
                  <a:lnTo>
                    <a:pt x="1910" y="6"/>
                  </a:lnTo>
                  <a:lnTo>
                    <a:pt x="1923" y="22"/>
                  </a:lnTo>
                  <a:lnTo>
                    <a:pt x="1937" y="39"/>
                  </a:lnTo>
                  <a:lnTo>
                    <a:pt x="1951" y="53"/>
                  </a:lnTo>
                  <a:lnTo>
                    <a:pt x="1958" y="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7201734" y="2122828"/>
              <a:ext cx="417" cy="330"/>
            </a:xfrm>
            <a:custGeom>
              <a:avLst/>
              <a:pathLst>
                <a:path w="417" h="330">
                  <a:moveTo>
                    <a:pt x="360" y="11"/>
                  </a:moveTo>
                  <a:lnTo>
                    <a:pt x="364" y="12"/>
                  </a:lnTo>
                  <a:lnTo>
                    <a:pt x="371" y="11"/>
                  </a:lnTo>
                  <a:lnTo>
                    <a:pt x="378" y="10"/>
                  </a:lnTo>
                  <a:lnTo>
                    <a:pt x="385" y="12"/>
                  </a:lnTo>
                  <a:lnTo>
                    <a:pt x="413" y="32"/>
                  </a:lnTo>
                  <a:lnTo>
                    <a:pt x="415" y="58"/>
                  </a:lnTo>
                  <a:lnTo>
                    <a:pt x="417" y="78"/>
                  </a:lnTo>
                  <a:lnTo>
                    <a:pt x="397" y="173"/>
                  </a:lnTo>
                  <a:lnTo>
                    <a:pt x="397" y="179"/>
                  </a:lnTo>
                  <a:lnTo>
                    <a:pt x="395" y="184"/>
                  </a:lnTo>
                  <a:lnTo>
                    <a:pt x="391" y="190"/>
                  </a:lnTo>
                  <a:lnTo>
                    <a:pt x="348" y="250"/>
                  </a:lnTo>
                  <a:lnTo>
                    <a:pt x="296" y="310"/>
                  </a:lnTo>
                  <a:lnTo>
                    <a:pt x="291" y="314"/>
                  </a:lnTo>
                  <a:lnTo>
                    <a:pt x="286" y="316"/>
                  </a:lnTo>
                  <a:lnTo>
                    <a:pt x="281" y="318"/>
                  </a:lnTo>
                  <a:lnTo>
                    <a:pt x="273" y="319"/>
                  </a:lnTo>
                  <a:lnTo>
                    <a:pt x="268" y="322"/>
                  </a:lnTo>
                  <a:lnTo>
                    <a:pt x="256" y="325"/>
                  </a:lnTo>
                  <a:lnTo>
                    <a:pt x="247" y="327"/>
                  </a:lnTo>
                  <a:lnTo>
                    <a:pt x="238" y="330"/>
                  </a:lnTo>
                  <a:lnTo>
                    <a:pt x="235" y="325"/>
                  </a:lnTo>
                  <a:lnTo>
                    <a:pt x="229" y="256"/>
                  </a:lnTo>
                  <a:lnTo>
                    <a:pt x="131" y="127"/>
                  </a:lnTo>
                  <a:lnTo>
                    <a:pt x="121" y="122"/>
                  </a:lnTo>
                  <a:lnTo>
                    <a:pt x="116" y="122"/>
                  </a:lnTo>
                  <a:lnTo>
                    <a:pt x="72" y="156"/>
                  </a:lnTo>
                  <a:lnTo>
                    <a:pt x="45" y="150"/>
                  </a:lnTo>
                  <a:lnTo>
                    <a:pt x="38" y="144"/>
                  </a:lnTo>
                  <a:lnTo>
                    <a:pt x="37" y="140"/>
                  </a:lnTo>
                  <a:lnTo>
                    <a:pt x="38" y="131"/>
                  </a:lnTo>
                  <a:lnTo>
                    <a:pt x="35" y="124"/>
                  </a:lnTo>
                  <a:lnTo>
                    <a:pt x="31" y="120"/>
                  </a:lnTo>
                  <a:lnTo>
                    <a:pt x="26" y="116"/>
                  </a:lnTo>
                  <a:lnTo>
                    <a:pt x="23" y="113"/>
                  </a:lnTo>
                  <a:lnTo>
                    <a:pt x="17" y="107"/>
                  </a:lnTo>
                  <a:lnTo>
                    <a:pt x="1" y="72"/>
                  </a:lnTo>
                  <a:lnTo>
                    <a:pt x="0" y="59"/>
                  </a:lnTo>
                  <a:lnTo>
                    <a:pt x="6" y="48"/>
                  </a:lnTo>
                  <a:lnTo>
                    <a:pt x="17" y="46"/>
                  </a:lnTo>
                  <a:lnTo>
                    <a:pt x="29" y="45"/>
                  </a:lnTo>
                  <a:lnTo>
                    <a:pt x="36" y="45"/>
                  </a:lnTo>
                  <a:lnTo>
                    <a:pt x="43" y="46"/>
                  </a:lnTo>
                  <a:lnTo>
                    <a:pt x="48" y="48"/>
                  </a:lnTo>
                  <a:lnTo>
                    <a:pt x="59" y="48"/>
                  </a:lnTo>
                  <a:lnTo>
                    <a:pt x="67" y="47"/>
                  </a:lnTo>
                  <a:lnTo>
                    <a:pt x="73" y="45"/>
                  </a:lnTo>
                  <a:lnTo>
                    <a:pt x="80" y="40"/>
                  </a:lnTo>
                  <a:lnTo>
                    <a:pt x="84" y="35"/>
                  </a:lnTo>
                  <a:lnTo>
                    <a:pt x="112" y="30"/>
                  </a:lnTo>
                  <a:lnTo>
                    <a:pt x="239" y="9"/>
                  </a:lnTo>
                  <a:lnTo>
                    <a:pt x="277" y="5"/>
                  </a:lnTo>
                  <a:lnTo>
                    <a:pt x="333" y="0"/>
                  </a:lnTo>
                  <a:lnTo>
                    <a:pt x="338" y="0"/>
                  </a:lnTo>
                  <a:lnTo>
                    <a:pt x="347" y="2"/>
                  </a:lnTo>
                  <a:lnTo>
                    <a:pt x="352" y="5"/>
                  </a:lnTo>
                  <a:lnTo>
                    <a:pt x="360" y="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7121336" y="2110750"/>
              <a:ext cx="501" cy="391"/>
            </a:xfrm>
            <a:custGeom>
              <a:avLst/>
              <a:pathLst>
                <a:path w="501" h="391">
                  <a:moveTo>
                    <a:pt x="480" y="223"/>
                  </a:moveTo>
                  <a:lnTo>
                    <a:pt x="400" y="383"/>
                  </a:lnTo>
                  <a:lnTo>
                    <a:pt x="393" y="390"/>
                  </a:lnTo>
                  <a:lnTo>
                    <a:pt x="382" y="391"/>
                  </a:lnTo>
                  <a:lnTo>
                    <a:pt x="354" y="378"/>
                  </a:lnTo>
                  <a:lnTo>
                    <a:pt x="299" y="353"/>
                  </a:lnTo>
                  <a:lnTo>
                    <a:pt x="286" y="346"/>
                  </a:lnTo>
                  <a:lnTo>
                    <a:pt x="271" y="339"/>
                  </a:lnTo>
                  <a:lnTo>
                    <a:pt x="251" y="329"/>
                  </a:lnTo>
                  <a:lnTo>
                    <a:pt x="242" y="328"/>
                  </a:lnTo>
                  <a:lnTo>
                    <a:pt x="235" y="327"/>
                  </a:lnTo>
                  <a:lnTo>
                    <a:pt x="192" y="311"/>
                  </a:lnTo>
                  <a:lnTo>
                    <a:pt x="174" y="304"/>
                  </a:lnTo>
                  <a:lnTo>
                    <a:pt x="139" y="292"/>
                  </a:lnTo>
                  <a:lnTo>
                    <a:pt x="60" y="263"/>
                  </a:lnTo>
                  <a:lnTo>
                    <a:pt x="51" y="250"/>
                  </a:lnTo>
                  <a:lnTo>
                    <a:pt x="47" y="247"/>
                  </a:lnTo>
                  <a:lnTo>
                    <a:pt x="32" y="238"/>
                  </a:lnTo>
                  <a:lnTo>
                    <a:pt x="25" y="235"/>
                  </a:lnTo>
                  <a:lnTo>
                    <a:pt x="18" y="232"/>
                  </a:lnTo>
                  <a:lnTo>
                    <a:pt x="11" y="219"/>
                  </a:lnTo>
                  <a:lnTo>
                    <a:pt x="16" y="174"/>
                  </a:lnTo>
                  <a:lnTo>
                    <a:pt x="21" y="148"/>
                  </a:lnTo>
                  <a:lnTo>
                    <a:pt x="11" y="110"/>
                  </a:lnTo>
                  <a:lnTo>
                    <a:pt x="8" y="83"/>
                  </a:lnTo>
                  <a:lnTo>
                    <a:pt x="3" y="64"/>
                  </a:lnTo>
                  <a:lnTo>
                    <a:pt x="2" y="51"/>
                  </a:lnTo>
                  <a:lnTo>
                    <a:pt x="0" y="28"/>
                  </a:lnTo>
                  <a:lnTo>
                    <a:pt x="11" y="23"/>
                  </a:lnTo>
                  <a:lnTo>
                    <a:pt x="41" y="9"/>
                  </a:lnTo>
                  <a:lnTo>
                    <a:pt x="139" y="0"/>
                  </a:lnTo>
                  <a:lnTo>
                    <a:pt x="245" y="37"/>
                  </a:lnTo>
                  <a:lnTo>
                    <a:pt x="251" y="38"/>
                  </a:lnTo>
                  <a:lnTo>
                    <a:pt x="294" y="54"/>
                  </a:lnTo>
                  <a:lnTo>
                    <a:pt x="304" y="58"/>
                  </a:lnTo>
                  <a:lnTo>
                    <a:pt x="388" y="108"/>
                  </a:lnTo>
                  <a:lnTo>
                    <a:pt x="425" y="127"/>
                  </a:lnTo>
                  <a:lnTo>
                    <a:pt x="448" y="142"/>
                  </a:lnTo>
                  <a:lnTo>
                    <a:pt x="497" y="172"/>
                  </a:lnTo>
                  <a:lnTo>
                    <a:pt x="501" y="180"/>
                  </a:lnTo>
                  <a:lnTo>
                    <a:pt x="480" y="2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7203175" y="2121864"/>
              <a:ext cx="2364" cy="2418"/>
            </a:xfrm>
            <a:custGeom>
              <a:avLst/>
              <a:pathLst>
                <a:path w="2364" h="2418">
                  <a:moveTo>
                    <a:pt x="1520" y="244"/>
                  </a:moveTo>
                  <a:lnTo>
                    <a:pt x="1576" y="260"/>
                  </a:lnTo>
                  <a:lnTo>
                    <a:pt x="1608" y="262"/>
                  </a:lnTo>
                  <a:lnTo>
                    <a:pt x="1613" y="262"/>
                  </a:lnTo>
                  <a:lnTo>
                    <a:pt x="1623" y="261"/>
                  </a:lnTo>
                  <a:lnTo>
                    <a:pt x="1635" y="260"/>
                  </a:lnTo>
                  <a:lnTo>
                    <a:pt x="1645" y="258"/>
                  </a:lnTo>
                  <a:lnTo>
                    <a:pt x="1653" y="257"/>
                  </a:lnTo>
                  <a:lnTo>
                    <a:pt x="1659" y="255"/>
                  </a:lnTo>
                  <a:lnTo>
                    <a:pt x="1673" y="250"/>
                  </a:lnTo>
                  <a:lnTo>
                    <a:pt x="1692" y="243"/>
                  </a:lnTo>
                  <a:lnTo>
                    <a:pt x="1877" y="252"/>
                  </a:lnTo>
                  <a:lnTo>
                    <a:pt x="2033" y="371"/>
                  </a:lnTo>
                  <a:lnTo>
                    <a:pt x="2125" y="624"/>
                  </a:lnTo>
                  <a:lnTo>
                    <a:pt x="2154" y="744"/>
                  </a:lnTo>
                  <a:lnTo>
                    <a:pt x="2138" y="795"/>
                  </a:lnTo>
                  <a:lnTo>
                    <a:pt x="2163" y="875"/>
                  </a:lnTo>
                  <a:lnTo>
                    <a:pt x="2212" y="934"/>
                  </a:lnTo>
                  <a:lnTo>
                    <a:pt x="2237" y="970"/>
                  </a:lnTo>
                  <a:lnTo>
                    <a:pt x="2278" y="1015"/>
                  </a:lnTo>
                  <a:lnTo>
                    <a:pt x="2364" y="1079"/>
                  </a:lnTo>
                  <a:lnTo>
                    <a:pt x="2362" y="1087"/>
                  </a:lnTo>
                  <a:lnTo>
                    <a:pt x="2345" y="1170"/>
                  </a:lnTo>
                  <a:lnTo>
                    <a:pt x="2337" y="1205"/>
                  </a:lnTo>
                  <a:lnTo>
                    <a:pt x="2291" y="1267"/>
                  </a:lnTo>
                  <a:lnTo>
                    <a:pt x="2278" y="1284"/>
                  </a:lnTo>
                  <a:lnTo>
                    <a:pt x="2130" y="1249"/>
                  </a:lnTo>
                  <a:lnTo>
                    <a:pt x="2095" y="1240"/>
                  </a:lnTo>
                  <a:lnTo>
                    <a:pt x="2046" y="1231"/>
                  </a:lnTo>
                  <a:lnTo>
                    <a:pt x="2022" y="1231"/>
                  </a:lnTo>
                  <a:lnTo>
                    <a:pt x="1924" y="1282"/>
                  </a:lnTo>
                  <a:lnTo>
                    <a:pt x="1925" y="1298"/>
                  </a:lnTo>
                  <a:lnTo>
                    <a:pt x="1924" y="1303"/>
                  </a:lnTo>
                  <a:lnTo>
                    <a:pt x="1922" y="1337"/>
                  </a:lnTo>
                  <a:lnTo>
                    <a:pt x="1922" y="1378"/>
                  </a:lnTo>
                  <a:lnTo>
                    <a:pt x="1921" y="1383"/>
                  </a:lnTo>
                  <a:lnTo>
                    <a:pt x="1918" y="1401"/>
                  </a:lnTo>
                  <a:lnTo>
                    <a:pt x="1953" y="1494"/>
                  </a:lnTo>
                  <a:lnTo>
                    <a:pt x="1962" y="1523"/>
                  </a:lnTo>
                  <a:lnTo>
                    <a:pt x="1898" y="1562"/>
                  </a:lnTo>
                  <a:lnTo>
                    <a:pt x="1794" y="1586"/>
                  </a:lnTo>
                  <a:lnTo>
                    <a:pt x="1789" y="1668"/>
                  </a:lnTo>
                  <a:lnTo>
                    <a:pt x="1859" y="1810"/>
                  </a:lnTo>
                  <a:lnTo>
                    <a:pt x="1967" y="1914"/>
                  </a:lnTo>
                  <a:lnTo>
                    <a:pt x="2027" y="1927"/>
                  </a:lnTo>
                  <a:lnTo>
                    <a:pt x="2032" y="1925"/>
                  </a:lnTo>
                  <a:lnTo>
                    <a:pt x="2072" y="1900"/>
                  </a:lnTo>
                  <a:lnTo>
                    <a:pt x="2076" y="1894"/>
                  </a:lnTo>
                  <a:lnTo>
                    <a:pt x="2103" y="1861"/>
                  </a:lnTo>
                  <a:lnTo>
                    <a:pt x="2110" y="1854"/>
                  </a:lnTo>
                  <a:lnTo>
                    <a:pt x="2113" y="1850"/>
                  </a:lnTo>
                  <a:lnTo>
                    <a:pt x="2116" y="1836"/>
                  </a:lnTo>
                  <a:lnTo>
                    <a:pt x="2121" y="1825"/>
                  </a:lnTo>
                  <a:lnTo>
                    <a:pt x="2133" y="1813"/>
                  </a:lnTo>
                  <a:lnTo>
                    <a:pt x="2139" y="1808"/>
                  </a:lnTo>
                  <a:lnTo>
                    <a:pt x="2147" y="1796"/>
                  </a:lnTo>
                  <a:lnTo>
                    <a:pt x="2160" y="1789"/>
                  </a:lnTo>
                  <a:lnTo>
                    <a:pt x="2183" y="1793"/>
                  </a:lnTo>
                  <a:lnTo>
                    <a:pt x="2280" y="1824"/>
                  </a:lnTo>
                  <a:lnTo>
                    <a:pt x="2293" y="1831"/>
                  </a:lnTo>
                  <a:lnTo>
                    <a:pt x="2292" y="1855"/>
                  </a:lnTo>
                  <a:lnTo>
                    <a:pt x="2285" y="1923"/>
                  </a:lnTo>
                  <a:lnTo>
                    <a:pt x="2261" y="1961"/>
                  </a:lnTo>
                  <a:lnTo>
                    <a:pt x="2187" y="1978"/>
                  </a:lnTo>
                  <a:lnTo>
                    <a:pt x="2171" y="1973"/>
                  </a:lnTo>
                  <a:lnTo>
                    <a:pt x="2163" y="1970"/>
                  </a:lnTo>
                  <a:lnTo>
                    <a:pt x="2156" y="1968"/>
                  </a:lnTo>
                  <a:lnTo>
                    <a:pt x="2137" y="1972"/>
                  </a:lnTo>
                  <a:lnTo>
                    <a:pt x="2115" y="1987"/>
                  </a:lnTo>
                  <a:lnTo>
                    <a:pt x="2110" y="1997"/>
                  </a:lnTo>
                  <a:lnTo>
                    <a:pt x="2106" y="2005"/>
                  </a:lnTo>
                  <a:lnTo>
                    <a:pt x="2102" y="2015"/>
                  </a:lnTo>
                  <a:lnTo>
                    <a:pt x="2098" y="2017"/>
                  </a:lnTo>
                  <a:lnTo>
                    <a:pt x="2052" y="2052"/>
                  </a:lnTo>
                  <a:lnTo>
                    <a:pt x="2034" y="2068"/>
                  </a:lnTo>
                  <a:lnTo>
                    <a:pt x="1988" y="2113"/>
                  </a:lnTo>
                  <a:lnTo>
                    <a:pt x="1982" y="2140"/>
                  </a:lnTo>
                  <a:lnTo>
                    <a:pt x="2064" y="2302"/>
                  </a:lnTo>
                  <a:lnTo>
                    <a:pt x="2053" y="2306"/>
                  </a:lnTo>
                  <a:lnTo>
                    <a:pt x="2049" y="2310"/>
                  </a:lnTo>
                  <a:lnTo>
                    <a:pt x="2046" y="2314"/>
                  </a:lnTo>
                  <a:lnTo>
                    <a:pt x="2042" y="2319"/>
                  </a:lnTo>
                  <a:lnTo>
                    <a:pt x="2039" y="2324"/>
                  </a:lnTo>
                  <a:lnTo>
                    <a:pt x="2036" y="2328"/>
                  </a:lnTo>
                  <a:lnTo>
                    <a:pt x="2030" y="2330"/>
                  </a:lnTo>
                  <a:lnTo>
                    <a:pt x="2024" y="2331"/>
                  </a:lnTo>
                  <a:lnTo>
                    <a:pt x="2018" y="2332"/>
                  </a:lnTo>
                  <a:lnTo>
                    <a:pt x="2012" y="2333"/>
                  </a:lnTo>
                  <a:lnTo>
                    <a:pt x="2006" y="2333"/>
                  </a:lnTo>
                  <a:lnTo>
                    <a:pt x="2002" y="2333"/>
                  </a:lnTo>
                  <a:lnTo>
                    <a:pt x="1997" y="2332"/>
                  </a:lnTo>
                  <a:lnTo>
                    <a:pt x="1991" y="2332"/>
                  </a:lnTo>
                  <a:lnTo>
                    <a:pt x="1985" y="2333"/>
                  </a:lnTo>
                  <a:lnTo>
                    <a:pt x="1978" y="2335"/>
                  </a:lnTo>
                  <a:lnTo>
                    <a:pt x="1816" y="2359"/>
                  </a:lnTo>
                  <a:lnTo>
                    <a:pt x="1811" y="2356"/>
                  </a:lnTo>
                  <a:lnTo>
                    <a:pt x="1805" y="2354"/>
                  </a:lnTo>
                  <a:lnTo>
                    <a:pt x="1798" y="2351"/>
                  </a:lnTo>
                  <a:lnTo>
                    <a:pt x="1793" y="2348"/>
                  </a:lnTo>
                  <a:lnTo>
                    <a:pt x="1776" y="2341"/>
                  </a:lnTo>
                  <a:lnTo>
                    <a:pt x="1769" y="2337"/>
                  </a:lnTo>
                  <a:lnTo>
                    <a:pt x="1763" y="2334"/>
                  </a:lnTo>
                  <a:lnTo>
                    <a:pt x="1757" y="2331"/>
                  </a:lnTo>
                  <a:lnTo>
                    <a:pt x="1724" y="2316"/>
                  </a:lnTo>
                  <a:lnTo>
                    <a:pt x="1718" y="2315"/>
                  </a:lnTo>
                  <a:lnTo>
                    <a:pt x="1712" y="2314"/>
                  </a:lnTo>
                  <a:lnTo>
                    <a:pt x="1707" y="2314"/>
                  </a:lnTo>
                  <a:lnTo>
                    <a:pt x="1702" y="2314"/>
                  </a:lnTo>
                  <a:lnTo>
                    <a:pt x="1697" y="2314"/>
                  </a:lnTo>
                  <a:lnTo>
                    <a:pt x="1692" y="2314"/>
                  </a:lnTo>
                  <a:lnTo>
                    <a:pt x="1686" y="2315"/>
                  </a:lnTo>
                  <a:lnTo>
                    <a:pt x="1679" y="2316"/>
                  </a:lnTo>
                  <a:lnTo>
                    <a:pt x="1672" y="2317"/>
                  </a:lnTo>
                  <a:lnTo>
                    <a:pt x="1665" y="2317"/>
                  </a:lnTo>
                  <a:lnTo>
                    <a:pt x="1660" y="2318"/>
                  </a:lnTo>
                  <a:lnTo>
                    <a:pt x="1656" y="2318"/>
                  </a:lnTo>
                  <a:lnTo>
                    <a:pt x="1652" y="2318"/>
                  </a:lnTo>
                  <a:lnTo>
                    <a:pt x="1647" y="2318"/>
                  </a:lnTo>
                  <a:lnTo>
                    <a:pt x="1640" y="2317"/>
                  </a:lnTo>
                  <a:lnTo>
                    <a:pt x="1630" y="2317"/>
                  </a:lnTo>
                  <a:lnTo>
                    <a:pt x="1572" y="2337"/>
                  </a:lnTo>
                  <a:lnTo>
                    <a:pt x="1554" y="2350"/>
                  </a:lnTo>
                  <a:lnTo>
                    <a:pt x="1547" y="2364"/>
                  </a:lnTo>
                  <a:lnTo>
                    <a:pt x="1531" y="2394"/>
                  </a:lnTo>
                  <a:lnTo>
                    <a:pt x="1498" y="2418"/>
                  </a:lnTo>
                  <a:lnTo>
                    <a:pt x="1467" y="2411"/>
                  </a:lnTo>
                  <a:lnTo>
                    <a:pt x="1461" y="2411"/>
                  </a:lnTo>
                  <a:lnTo>
                    <a:pt x="1448" y="2398"/>
                  </a:lnTo>
                  <a:lnTo>
                    <a:pt x="1474" y="2291"/>
                  </a:lnTo>
                  <a:lnTo>
                    <a:pt x="1541" y="2112"/>
                  </a:lnTo>
                  <a:lnTo>
                    <a:pt x="1583" y="2065"/>
                  </a:lnTo>
                  <a:lnTo>
                    <a:pt x="1620" y="2030"/>
                  </a:lnTo>
                  <a:lnTo>
                    <a:pt x="1654" y="2007"/>
                  </a:lnTo>
                  <a:lnTo>
                    <a:pt x="1679" y="1984"/>
                  </a:lnTo>
                  <a:lnTo>
                    <a:pt x="1707" y="1950"/>
                  </a:lnTo>
                  <a:lnTo>
                    <a:pt x="1715" y="1937"/>
                  </a:lnTo>
                  <a:lnTo>
                    <a:pt x="1725" y="1920"/>
                  </a:lnTo>
                  <a:lnTo>
                    <a:pt x="1726" y="1916"/>
                  </a:lnTo>
                  <a:lnTo>
                    <a:pt x="1727" y="1911"/>
                  </a:lnTo>
                  <a:lnTo>
                    <a:pt x="1727" y="1906"/>
                  </a:lnTo>
                  <a:lnTo>
                    <a:pt x="1727" y="1898"/>
                  </a:lnTo>
                  <a:lnTo>
                    <a:pt x="1728" y="1892"/>
                  </a:lnTo>
                  <a:lnTo>
                    <a:pt x="1730" y="1882"/>
                  </a:lnTo>
                  <a:lnTo>
                    <a:pt x="1731" y="1875"/>
                  </a:lnTo>
                  <a:lnTo>
                    <a:pt x="1731" y="1860"/>
                  </a:lnTo>
                  <a:lnTo>
                    <a:pt x="1731" y="1855"/>
                  </a:lnTo>
                  <a:lnTo>
                    <a:pt x="1730" y="1847"/>
                  </a:lnTo>
                  <a:lnTo>
                    <a:pt x="1729" y="1840"/>
                  </a:lnTo>
                  <a:lnTo>
                    <a:pt x="1688" y="1638"/>
                  </a:lnTo>
                  <a:lnTo>
                    <a:pt x="1684" y="1626"/>
                  </a:lnTo>
                  <a:lnTo>
                    <a:pt x="1682" y="1621"/>
                  </a:lnTo>
                  <a:lnTo>
                    <a:pt x="1679" y="1615"/>
                  </a:lnTo>
                  <a:lnTo>
                    <a:pt x="1667" y="1598"/>
                  </a:lnTo>
                  <a:lnTo>
                    <a:pt x="1664" y="1593"/>
                  </a:lnTo>
                  <a:lnTo>
                    <a:pt x="1660" y="1589"/>
                  </a:lnTo>
                  <a:lnTo>
                    <a:pt x="1656" y="1583"/>
                  </a:lnTo>
                  <a:lnTo>
                    <a:pt x="1443" y="1324"/>
                  </a:lnTo>
                  <a:lnTo>
                    <a:pt x="1378" y="1256"/>
                  </a:lnTo>
                  <a:lnTo>
                    <a:pt x="1256" y="1130"/>
                  </a:lnTo>
                  <a:lnTo>
                    <a:pt x="1214" y="1090"/>
                  </a:lnTo>
                  <a:lnTo>
                    <a:pt x="1213" y="1085"/>
                  </a:lnTo>
                  <a:lnTo>
                    <a:pt x="1214" y="1076"/>
                  </a:lnTo>
                  <a:lnTo>
                    <a:pt x="1214" y="1069"/>
                  </a:lnTo>
                  <a:lnTo>
                    <a:pt x="1208" y="1050"/>
                  </a:lnTo>
                  <a:lnTo>
                    <a:pt x="1198" y="1032"/>
                  </a:lnTo>
                  <a:lnTo>
                    <a:pt x="1195" y="1022"/>
                  </a:lnTo>
                  <a:lnTo>
                    <a:pt x="1199" y="1013"/>
                  </a:lnTo>
                  <a:lnTo>
                    <a:pt x="1210" y="1009"/>
                  </a:lnTo>
                  <a:lnTo>
                    <a:pt x="1224" y="1008"/>
                  </a:lnTo>
                  <a:lnTo>
                    <a:pt x="1228" y="1005"/>
                  </a:lnTo>
                  <a:lnTo>
                    <a:pt x="1231" y="1002"/>
                  </a:lnTo>
                  <a:lnTo>
                    <a:pt x="1241" y="989"/>
                  </a:lnTo>
                  <a:lnTo>
                    <a:pt x="1243" y="982"/>
                  </a:lnTo>
                  <a:lnTo>
                    <a:pt x="1242" y="965"/>
                  </a:lnTo>
                  <a:lnTo>
                    <a:pt x="1225" y="846"/>
                  </a:lnTo>
                  <a:lnTo>
                    <a:pt x="1181" y="723"/>
                  </a:lnTo>
                  <a:lnTo>
                    <a:pt x="1176" y="715"/>
                  </a:lnTo>
                  <a:lnTo>
                    <a:pt x="1171" y="711"/>
                  </a:lnTo>
                  <a:lnTo>
                    <a:pt x="1157" y="689"/>
                  </a:lnTo>
                  <a:lnTo>
                    <a:pt x="1153" y="686"/>
                  </a:lnTo>
                  <a:lnTo>
                    <a:pt x="1148" y="686"/>
                  </a:lnTo>
                  <a:lnTo>
                    <a:pt x="1047" y="659"/>
                  </a:lnTo>
                  <a:lnTo>
                    <a:pt x="1041" y="657"/>
                  </a:lnTo>
                  <a:lnTo>
                    <a:pt x="1033" y="655"/>
                  </a:lnTo>
                  <a:lnTo>
                    <a:pt x="1029" y="654"/>
                  </a:lnTo>
                  <a:lnTo>
                    <a:pt x="889" y="651"/>
                  </a:lnTo>
                  <a:lnTo>
                    <a:pt x="884" y="650"/>
                  </a:lnTo>
                  <a:lnTo>
                    <a:pt x="874" y="649"/>
                  </a:lnTo>
                  <a:lnTo>
                    <a:pt x="864" y="650"/>
                  </a:lnTo>
                  <a:lnTo>
                    <a:pt x="857" y="650"/>
                  </a:lnTo>
                  <a:lnTo>
                    <a:pt x="837" y="650"/>
                  </a:lnTo>
                  <a:lnTo>
                    <a:pt x="832" y="650"/>
                  </a:lnTo>
                  <a:lnTo>
                    <a:pt x="775" y="666"/>
                  </a:lnTo>
                  <a:lnTo>
                    <a:pt x="766" y="673"/>
                  </a:lnTo>
                  <a:lnTo>
                    <a:pt x="762" y="677"/>
                  </a:lnTo>
                  <a:lnTo>
                    <a:pt x="758" y="680"/>
                  </a:lnTo>
                  <a:lnTo>
                    <a:pt x="753" y="684"/>
                  </a:lnTo>
                  <a:lnTo>
                    <a:pt x="745" y="691"/>
                  </a:lnTo>
                  <a:lnTo>
                    <a:pt x="739" y="695"/>
                  </a:lnTo>
                  <a:lnTo>
                    <a:pt x="732" y="699"/>
                  </a:lnTo>
                  <a:lnTo>
                    <a:pt x="728" y="702"/>
                  </a:lnTo>
                  <a:lnTo>
                    <a:pt x="722" y="705"/>
                  </a:lnTo>
                  <a:lnTo>
                    <a:pt x="711" y="711"/>
                  </a:lnTo>
                  <a:lnTo>
                    <a:pt x="706" y="715"/>
                  </a:lnTo>
                  <a:lnTo>
                    <a:pt x="703" y="719"/>
                  </a:lnTo>
                  <a:lnTo>
                    <a:pt x="699" y="724"/>
                  </a:lnTo>
                  <a:lnTo>
                    <a:pt x="692" y="729"/>
                  </a:lnTo>
                  <a:lnTo>
                    <a:pt x="684" y="730"/>
                  </a:lnTo>
                  <a:lnTo>
                    <a:pt x="677" y="733"/>
                  </a:lnTo>
                  <a:lnTo>
                    <a:pt x="669" y="737"/>
                  </a:lnTo>
                  <a:lnTo>
                    <a:pt x="661" y="741"/>
                  </a:lnTo>
                  <a:lnTo>
                    <a:pt x="654" y="745"/>
                  </a:lnTo>
                  <a:lnTo>
                    <a:pt x="638" y="759"/>
                  </a:lnTo>
                  <a:lnTo>
                    <a:pt x="632" y="769"/>
                  </a:lnTo>
                  <a:lnTo>
                    <a:pt x="628" y="778"/>
                  </a:lnTo>
                  <a:lnTo>
                    <a:pt x="624" y="784"/>
                  </a:lnTo>
                  <a:lnTo>
                    <a:pt x="614" y="802"/>
                  </a:lnTo>
                  <a:lnTo>
                    <a:pt x="614" y="815"/>
                  </a:lnTo>
                  <a:lnTo>
                    <a:pt x="614" y="820"/>
                  </a:lnTo>
                  <a:lnTo>
                    <a:pt x="613" y="825"/>
                  </a:lnTo>
                  <a:lnTo>
                    <a:pt x="612" y="836"/>
                  </a:lnTo>
                  <a:lnTo>
                    <a:pt x="609" y="863"/>
                  </a:lnTo>
                  <a:lnTo>
                    <a:pt x="601" y="900"/>
                  </a:lnTo>
                  <a:lnTo>
                    <a:pt x="588" y="923"/>
                  </a:lnTo>
                  <a:lnTo>
                    <a:pt x="571" y="955"/>
                  </a:lnTo>
                  <a:lnTo>
                    <a:pt x="523" y="1018"/>
                  </a:lnTo>
                  <a:lnTo>
                    <a:pt x="447" y="1100"/>
                  </a:lnTo>
                  <a:lnTo>
                    <a:pt x="296" y="955"/>
                  </a:lnTo>
                  <a:lnTo>
                    <a:pt x="137" y="877"/>
                  </a:lnTo>
                  <a:lnTo>
                    <a:pt x="124" y="871"/>
                  </a:lnTo>
                  <a:lnTo>
                    <a:pt x="105" y="850"/>
                  </a:lnTo>
                  <a:lnTo>
                    <a:pt x="49" y="787"/>
                  </a:lnTo>
                  <a:lnTo>
                    <a:pt x="38" y="762"/>
                  </a:lnTo>
                  <a:lnTo>
                    <a:pt x="35" y="740"/>
                  </a:lnTo>
                  <a:lnTo>
                    <a:pt x="30" y="732"/>
                  </a:lnTo>
                  <a:lnTo>
                    <a:pt x="5" y="681"/>
                  </a:lnTo>
                  <a:lnTo>
                    <a:pt x="0" y="648"/>
                  </a:lnTo>
                  <a:lnTo>
                    <a:pt x="77" y="501"/>
                  </a:lnTo>
                  <a:lnTo>
                    <a:pt x="157" y="391"/>
                  </a:lnTo>
                  <a:lnTo>
                    <a:pt x="173" y="384"/>
                  </a:lnTo>
                  <a:lnTo>
                    <a:pt x="355" y="307"/>
                  </a:lnTo>
                  <a:lnTo>
                    <a:pt x="424" y="292"/>
                  </a:lnTo>
                  <a:lnTo>
                    <a:pt x="430" y="291"/>
                  </a:lnTo>
                  <a:lnTo>
                    <a:pt x="441" y="291"/>
                  </a:lnTo>
                  <a:lnTo>
                    <a:pt x="449" y="291"/>
                  </a:lnTo>
                  <a:lnTo>
                    <a:pt x="457" y="291"/>
                  </a:lnTo>
                  <a:lnTo>
                    <a:pt x="465" y="293"/>
                  </a:lnTo>
                  <a:lnTo>
                    <a:pt x="471" y="293"/>
                  </a:lnTo>
                  <a:lnTo>
                    <a:pt x="508" y="287"/>
                  </a:lnTo>
                  <a:lnTo>
                    <a:pt x="530" y="284"/>
                  </a:lnTo>
                  <a:lnTo>
                    <a:pt x="571" y="277"/>
                  </a:lnTo>
                  <a:lnTo>
                    <a:pt x="624" y="264"/>
                  </a:lnTo>
                  <a:lnTo>
                    <a:pt x="634" y="260"/>
                  </a:lnTo>
                  <a:lnTo>
                    <a:pt x="640" y="258"/>
                  </a:lnTo>
                  <a:lnTo>
                    <a:pt x="668" y="251"/>
                  </a:lnTo>
                  <a:lnTo>
                    <a:pt x="837" y="208"/>
                  </a:lnTo>
                  <a:lnTo>
                    <a:pt x="843" y="206"/>
                  </a:lnTo>
                  <a:lnTo>
                    <a:pt x="854" y="205"/>
                  </a:lnTo>
                  <a:lnTo>
                    <a:pt x="861" y="205"/>
                  </a:lnTo>
                  <a:lnTo>
                    <a:pt x="872" y="199"/>
                  </a:lnTo>
                  <a:lnTo>
                    <a:pt x="892" y="196"/>
                  </a:lnTo>
                  <a:lnTo>
                    <a:pt x="911" y="193"/>
                  </a:lnTo>
                  <a:lnTo>
                    <a:pt x="981" y="162"/>
                  </a:lnTo>
                  <a:lnTo>
                    <a:pt x="994" y="156"/>
                  </a:lnTo>
                  <a:lnTo>
                    <a:pt x="1014" y="146"/>
                  </a:lnTo>
                  <a:lnTo>
                    <a:pt x="1026" y="136"/>
                  </a:lnTo>
                  <a:lnTo>
                    <a:pt x="1038" y="127"/>
                  </a:lnTo>
                  <a:lnTo>
                    <a:pt x="1041" y="124"/>
                  </a:lnTo>
                  <a:lnTo>
                    <a:pt x="1071" y="88"/>
                  </a:lnTo>
                  <a:lnTo>
                    <a:pt x="1077" y="78"/>
                  </a:lnTo>
                  <a:lnTo>
                    <a:pt x="1077" y="72"/>
                  </a:lnTo>
                  <a:lnTo>
                    <a:pt x="1079" y="63"/>
                  </a:lnTo>
                  <a:lnTo>
                    <a:pt x="1093" y="54"/>
                  </a:lnTo>
                  <a:lnTo>
                    <a:pt x="1103" y="53"/>
                  </a:lnTo>
                  <a:lnTo>
                    <a:pt x="1114" y="48"/>
                  </a:lnTo>
                  <a:lnTo>
                    <a:pt x="1120" y="46"/>
                  </a:lnTo>
                  <a:lnTo>
                    <a:pt x="1128" y="39"/>
                  </a:lnTo>
                  <a:lnTo>
                    <a:pt x="1131" y="35"/>
                  </a:lnTo>
                  <a:lnTo>
                    <a:pt x="1134" y="31"/>
                  </a:lnTo>
                  <a:lnTo>
                    <a:pt x="1141" y="24"/>
                  </a:lnTo>
                  <a:lnTo>
                    <a:pt x="1146" y="21"/>
                  </a:lnTo>
                  <a:lnTo>
                    <a:pt x="1151" y="20"/>
                  </a:lnTo>
                  <a:lnTo>
                    <a:pt x="1155" y="19"/>
                  </a:lnTo>
                  <a:lnTo>
                    <a:pt x="1160" y="17"/>
                  </a:lnTo>
                  <a:lnTo>
                    <a:pt x="1170" y="15"/>
                  </a:lnTo>
                  <a:lnTo>
                    <a:pt x="1176" y="13"/>
                  </a:lnTo>
                  <a:lnTo>
                    <a:pt x="1183" y="11"/>
                  </a:lnTo>
                  <a:lnTo>
                    <a:pt x="1187" y="9"/>
                  </a:lnTo>
                  <a:lnTo>
                    <a:pt x="1191" y="7"/>
                  </a:lnTo>
                  <a:lnTo>
                    <a:pt x="1195" y="4"/>
                  </a:lnTo>
                  <a:lnTo>
                    <a:pt x="1207" y="0"/>
                  </a:lnTo>
                  <a:lnTo>
                    <a:pt x="1225" y="5"/>
                  </a:lnTo>
                  <a:lnTo>
                    <a:pt x="1304" y="46"/>
                  </a:lnTo>
                  <a:lnTo>
                    <a:pt x="1324" y="57"/>
                  </a:lnTo>
                  <a:lnTo>
                    <a:pt x="1340" y="77"/>
                  </a:lnTo>
                  <a:lnTo>
                    <a:pt x="1374" y="119"/>
                  </a:lnTo>
                  <a:lnTo>
                    <a:pt x="1380" y="127"/>
                  </a:lnTo>
                  <a:lnTo>
                    <a:pt x="1386" y="159"/>
                  </a:lnTo>
                  <a:lnTo>
                    <a:pt x="1388" y="176"/>
                  </a:lnTo>
                  <a:lnTo>
                    <a:pt x="1409" y="199"/>
                  </a:lnTo>
                  <a:lnTo>
                    <a:pt x="1415" y="202"/>
                  </a:lnTo>
                  <a:lnTo>
                    <a:pt x="1446" y="218"/>
                  </a:lnTo>
                  <a:lnTo>
                    <a:pt x="1452" y="221"/>
                  </a:lnTo>
                  <a:lnTo>
                    <a:pt x="1462" y="226"/>
                  </a:lnTo>
                  <a:lnTo>
                    <a:pt x="1477" y="232"/>
                  </a:lnTo>
                  <a:lnTo>
                    <a:pt x="1500" y="239"/>
                  </a:lnTo>
                  <a:lnTo>
                    <a:pt x="1516" y="243"/>
                  </a:lnTo>
                  <a:lnTo>
                    <a:pt x="1520" y="2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7204933" y="2118430"/>
              <a:ext cx="1001" cy="1100"/>
            </a:xfrm>
            <a:custGeom>
              <a:avLst/>
              <a:pathLst>
                <a:path w="1001" h="1100">
                  <a:moveTo>
                    <a:pt x="884" y="629"/>
                  </a:moveTo>
                  <a:lnTo>
                    <a:pt x="726" y="654"/>
                  </a:lnTo>
                  <a:lnTo>
                    <a:pt x="640" y="646"/>
                  </a:lnTo>
                  <a:lnTo>
                    <a:pt x="618" y="627"/>
                  </a:lnTo>
                  <a:lnTo>
                    <a:pt x="610" y="621"/>
                  </a:lnTo>
                  <a:lnTo>
                    <a:pt x="604" y="619"/>
                  </a:lnTo>
                  <a:lnTo>
                    <a:pt x="573" y="628"/>
                  </a:lnTo>
                  <a:lnTo>
                    <a:pt x="551" y="641"/>
                  </a:lnTo>
                  <a:lnTo>
                    <a:pt x="544" y="650"/>
                  </a:lnTo>
                  <a:lnTo>
                    <a:pt x="395" y="818"/>
                  </a:lnTo>
                  <a:lnTo>
                    <a:pt x="380" y="844"/>
                  </a:lnTo>
                  <a:lnTo>
                    <a:pt x="371" y="861"/>
                  </a:lnTo>
                  <a:lnTo>
                    <a:pt x="366" y="869"/>
                  </a:lnTo>
                  <a:lnTo>
                    <a:pt x="364" y="873"/>
                  </a:lnTo>
                  <a:lnTo>
                    <a:pt x="361" y="881"/>
                  </a:lnTo>
                  <a:lnTo>
                    <a:pt x="355" y="893"/>
                  </a:lnTo>
                  <a:lnTo>
                    <a:pt x="350" y="909"/>
                  </a:lnTo>
                  <a:lnTo>
                    <a:pt x="348" y="913"/>
                  </a:lnTo>
                  <a:lnTo>
                    <a:pt x="346" y="918"/>
                  </a:lnTo>
                  <a:lnTo>
                    <a:pt x="340" y="930"/>
                  </a:lnTo>
                  <a:lnTo>
                    <a:pt x="337" y="936"/>
                  </a:lnTo>
                  <a:lnTo>
                    <a:pt x="334" y="943"/>
                  </a:lnTo>
                  <a:lnTo>
                    <a:pt x="319" y="992"/>
                  </a:lnTo>
                  <a:lnTo>
                    <a:pt x="317" y="997"/>
                  </a:lnTo>
                  <a:lnTo>
                    <a:pt x="307" y="1005"/>
                  </a:lnTo>
                  <a:lnTo>
                    <a:pt x="268" y="1035"/>
                  </a:lnTo>
                  <a:lnTo>
                    <a:pt x="213" y="1100"/>
                  </a:lnTo>
                  <a:lnTo>
                    <a:pt x="211" y="1090"/>
                  </a:lnTo>
                  <a:lnTo>
                    <a:pt x="208" y="1081"/>
                  </a:lnTo>
                  <a:lnTo>
                    <a:pt x="205" y="1072"/>
                  </a:lnTo>
                  <a:lnTo>
                    <a:pt x="200" y="1058"/>
                  </a:lnTo>
                  <a:lnTo>
                    <a:pt x="192" y="1038"/>
                  </a:lnTo>
                  <a:lnTo>
                    <a:pt x="189" y="1029"/>
                  </a:lnTo>
                  <a:lnTo>
                    <a:pt x="188" y="1024"/>
                  </a:lnTo>
                  <a:lnTo>
                    <a:pt x="182" y="1009"/>
                  </a:lnTo>
                  <a:lnTo>
                    <a:pt x="169" y="970"/>
                  </a:lnTo>
                  <a:lnTo>
                    <a:pt x="166" y="959"/>
                  </a:lnTo>
                  <a:lnTo>
                    <a:pt x="161" y="944"/>
                  </a:lnTo>
                  <a:lnTo>
                    <a:pt x="159" y="938"/>
                  </a:lnTo>
                  <a:lnTo>
                    <a:pt x="154" y="926"/>
                  </a:lnTo>
                  <a:lnTo>
                    <a:pt x="143" y="905"/>
                  </a:lnTo>
                  <a:lnTo>
                    <a:pt x="137" y="894"/>
                  </a:lnTo>
                  <a:lnTo>
                    <a:pt x="121" y="872"/>
                  </a:lnTo>
                  <a:lnTo>
                    <a:pt x="118" y="869"/>
                  </a:lnTo>
                  <a:lnTo>
                    <a:pt x="109" y="858"/>
                  </a:lnTo>
                  <a:lnTo>
                    <a:pt x="105" y="854"/>
                  </a:lnTo>
                  <a:lnTo>
                    <a:pt x="98" y="849"/>
                  </a:lnTo>
                  <a:lnTo>
                    <a:pt x="93" y="846"/>
                  </a:lnTo>
                  <a:lnTo>
                    <a:pt x="88" y="842"/>
                  </a:lnTo>
                  <a:lnTo>
                    <a:pt x="78" y="833"/>
                  </a:lnTo>
                  <a:lnTo>
                    <a:pt x="68" y="830"/>
                  </a:lnTo>
                  <a:lnTo>
                    <a:pt x="61" y="829"/>
                  </a:lnTo>
                  <a:lnTo>
                    <a:pt x="51" y="832"/>
                  </a:lnTo>
                  <a:lnTo>
                    <a:pt x="44" y="833"/>
                  </a:lnTo>
                  <a:lnTo>
                    <a:pt x="32" y="833"/>
                  </a:lnTo>
                  <a:lnTo>
                    <a:pt x="9" y="820"/>
                  </a:lnTo>
                  <a:lnTo>
                    <a:pt x="0" y="795"/>
                  </a:lnTo>
                  <a:lnTo>
                    <a:pt x="2" y="771"/>
                  </a:lnTo>
                  <a:lnTo>
                    <a:pt x="14" y="742"/>
                  </a:lnTo>
                  <a:lnTo>
                    <a:pt x="18" y="735"/>
                  </a:lnTo>
                  <a:lnTo>
                    <a:pt x="21" y="729"/>
                  </a:lnTo>
                  <a:lnTo>
                    <a:pt x="23" y="724"/>
                  </a:lnTo>
                  <a:lnTo>
                    <a:pt x="27" y="716"/>
                  </a:lnTo>
                  <a:lnTo>
                    <a:pt x="31" y="709"/>
                  </a:lnTo>
                  <a:lnTo>
                    <a:pt x="34" y="702"/>
                  </a:lnTo>
                  <a:lnTo>
                    <a:pt x="38" y="693"/>
                  </a:lnTo>
                  <a:lnTo>
                    <a:pt x="42" y="681"/>
                  </a:lnTo>
                  <a:lnTo>
                    <a:pt x="44" y="675"/>
                  </a:lnTo>
                  <a:lnTo>
                    <a:pt x="46" y="666"/>
                  </a:lnTo>
                  <a:lnTo>
                    <a:pt x="49" y="657"/>
                  </a:lnTo>
                  <a:lnTo>
                    <a:pt x="51" y="652"/>
                  </a:lnTo>
                  <a:lnTo>
                    <a:pt x="54" y="645"/>
                  </a:lnTo>
                  <a:lnTo>
                    <a:pt x="56" y="638"/>
                  </a:lnTo>
                  <a:lnTo>
                    <a:pt x="69" y="618"/>
                  </a:lnTo>
                  <a:lnTo>
                    <a:pt x="77" y="610"/>
                  </a:lnTo>
                  <a:lnTo>
                    <a:pt x="83" y="604"/>
                  </a:lnTo>
                  <a:lnTo>
                    <a:pt x="90" y="598"/>
                  </a:lnTo>
                  <a:lnTo>
                    <a:pt x="95" y="592"/>
                  </a:lnTo>
                  <a:lnTo>
                    <a:pt x="100" y="587"/>
                  </a:lnTo>
                  <a:lnTo>
                    <a:pt x="110" y="576"/>
                  </a:lnTo>
                  <a:lnTo>
                    <a:pt x="122" y="569"/>
                  </a:lnTo>
                  <a:lnTo>
                    <a:pt x="129" y="567"/>
                  </a:lnTo>
                  <a:lnTo>
                    <a:pt x="140" y="561"/>
                  </a:lnTo>
                  <a:lnTo>
                    <a:pt x="149" y="555"/>
                  </a:lnTo>
                  <a:lnTo>
                    <a:pt x="162" y="550"/>
                  </a:lnTo>
                  <a:lnTo>
                    <a:pt x="166" y="547"/>
                  </a:lnTo>
                  <a:lnTo>
                    <a:pt x="175" y="541"/>
                  </a:lnTo>
                  <a:lnTo>
                    <a:pt x="192" y="535"/>
                  </a:lnTo>
                  <a:lnTo>
                    <a:pt x="198" y="533"/>
                  </a:lnTo>
                  <a:lnTo>
                    <a:pt x="204" y="532"/>
                  </a:lnTo>
                  <a:lnTo>
                    <a:pt x="210" y="529"/>
                  </a:lnTo>
                  <a:lnTo>
                    <a:pt x="217" y="527"/>
                  </a:lnTo>
                  <a:lnTo>
                    <a:pt x="225" y="522"/>
                  </a:lnTo>
                  <a:lnTo>
                    <a:pt x="231" y="518"/>
                  </a:lnTo>
                  <a:lnTo>
                    <a:pt x="237" y="513"/>
                  </a:lnTo>
                  <a:lnTo>
                    <a:pt x="243" y="506"/>
                  </a:lnTo>
                  <a:lnTo>
                    <a:pt x="429" y="232"/>
                  </a:lnTo>
                  <a:lnTo>
                    <a:pt x="475" y="161"/>
                  </a:lnTo>
                  <a:lnTo>
                    <a:pt x="478" y="155"/>
                  </a:lnTo>
                  <a:lnTo>
                    <a:pt x="481" y="150"/>
                  </a:lnTo>
                  <a:lnTo>
                    <a:pt x="484" y="145"/>
                  </a:lnTo>
                  <a:lnTo>
                    <a:pt x="488" y="139"/>
                  </a:lnTo>
                  <a:lnTo>
                    <a:pt x="494" y="125"/>
                  </a:lnTo>
                  <a:lnTo>
                    <a:pt x="495" y="118"/>
                  </a:lnTo>
                  <a:lnTo>
                    <a:pt x="496" y="113"/>
                  </a:lnTo>
                  <a:lnTo>
                    <a:pt x="524" y="0"/>
                  </a:lnTo>
                  <a:lnTo>
                    <a:pt x="588" y="36"/>
                  </a:lnTo>
                  <a:lnTo>
                    <a:pt x="902" y="264"/>
                  </a:lnTo>
                  <a:lnTo>
                    <a:pt x="910" y="270"/>
                  </a:lnTo>
                  <a:lnTo>
                    <a:pt x="918" y="277"/>
                  </a:lnTo>
                  <a:lnTo>
                    <a:pt x="926" y="285"/>
                  </a:lnTo>
                  <a:lnTo>
                    <a:pt x="965" y="336"/>
                  </a:lnTo>
                  <a:lnTo>
                    <a:pt x="967" y="342"/>
                  </a:lnTo>
                  <a:lnTo>
                    <a:pt x="979" y="398"/>
                  </a:lnTo>
                  <a:lnTo>
                    <a:pt x="987" y="447"/>
                  </a:lnTo>
                  <a:lnTo>
                    <a:pt x="989" y="452"/>
                  </a:lnTo>
                  <a:lnTo>
                    <a:pt x="989" y="460"/>
                  </a:lnTo>
                  <a:lnTo>
                    <a:pt x="1001" y="538"/>
                  </a:lnTo>
                  <a:lnTo>
                    <a:pt x="998" y="543"/>
                  </a:lnTo>
                  <a:lnTo>
                    <a:pt x="884" y="62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7225766" y="2121547"/>
              <a:ext cx="558" cy="1722"/>
            </a:xfrm>
            <a:custGeom>
              <a:avLst/>
              <a:pathLst>
                <a:path w="558" h="1722">
                  <a:moveTo>
                    <a:pt x="41" y="1721"/>
                  </a:moveTo>
                  <a:lnTo>
                    <a:pt x="34" y="1722"/>
                  </a:lnTo>
                  <a:lnTo>
                    <a:pt x="6" y="1651"/>
                  </a:lnTo>
                  <a:lnTo>
                    <a:pt x="0" y="1575"/>
                  </a:lnTo>
                  <a:lnTo>
                    <a:pt x="3" y="1525"/>
                  </a:lnTo>
                  <a:lnTo>
                    <a:pt x="5" y="1478"/>
                  </a:lnTo>
                  <a:lnTo>
                    <a:pt x="29" y="1078"/>
                  </a:lnTo>
                  <a:lnTo>
                    <a:pt x="33" y="1048"/>
                  </a:lnTo>
                  <a:lnTo>
                    <a:pt x="46" y="915"/>
                  </a:lnTo>
                  <a:lnTo>
                    <a:pt x="55" y="877"/>
                  </a:lnTo>
                  <a:lnTo>
                    <a:pt x="78" y="805"/>
                  </a:lnTo>
                  <a:lnTo>
                    <a:pt x="94" y="788"/>
                  </a:lnTo>
                  <a:lnTo>
                    <a:pt x="174" y="615"/>
                  </a:lnTo>
                  <a:lnTo>
                    <a:pt x="180" y="602"/>
                  </a:lnTo>
                  <a:lnTo>
                    <a:pt x="208" y="534"/>
                  </a:lnTo>
                  <a:lnTo>
                    <a:pt x="242" y="448"/>
                  </a:lnTo>
                  <a:lnTo>
                    <a:pt x="281" y="353"/>
                  </a:lnTo>
                  <a:lnTo>
                    <a:pt x="297" y="312"/>
                  </a:lnTo>
                  <a:lnTo>
                    <a:pt x="315" y="268"/>
                  </a:lnTo>
                  <a:lnTo>
                    <a:pt x="346" y="212"/>
                  </a:lnTo>
                  <a:lnTo>
                    <a:pt x="385" y="139"/>
                  </a:lnTo>
                  <a:lnTo>
                    <a:pt x="428" y="74"/>
                  </a:lnTo>
                  <a:lnTo>
                    <a:pt x="445" y="58"/>
                  </a:lnTo>
                  <a:lnTo>
                    <a:pt x="495" y="10"/>
                  </a:lnTo>
                  <a:lnTo>
                    <a:pt x="514" y="0"/>
                  </a:lnTo>
                  <a:lnTo>
                    <a:pt x="537" y="1"/>
                  </a:lnTo>
                  <a:lnTo>
                    <a:pt x="550" y="14"/>
                  </a:lnTo>
                  <a:lnTo>
                    <a:pt x="554" y="29"/>
                  </a:lnTo>
                  <a:lnTo>
                    <a:pt x="558" y="44"/>
                  </a:lnTo>
                  <a:lnTo>
                    <a:pt x="555" y="66"/>
                  </a:lnTo>
                  <a:lnTo>
                    <a:pt x="533" y="129"/>
                  </a:lnTo>
                  <a:lnTo>
                    <a:pt x="442" y="228"/>
                  </a:lnTo>
                  <a:lnTo>
                    <a:pt x="423" y="253"/>
                  </a:lnTo>
                  <a:lnTo>
                    <a:pt x="391" y="311"/>
                  </a:lnTo>
                  <a:lnTo>
                    <a:pt x="273" y="539"/>
                  </a:lnTo>
                  <a:lnTo>
                    <a:pt x="192" y="725"/>
                  </a:lnTo>
                  <a:lnTo>
                    <a:pt x="164" y="806"/>
                  </a:lnTo>
                  <a:lnTo>
                    <a:pt x="155" y="842"/>
                  </a:lnTo>
                  <a:lnTo>
                    <a:pt x="149" y="901"/>
                  </a:lnTo>
                  <a:lnTo>
                    <a:pt x="144" y="1015"/>
                  </a:lnTo>
                  <a:lnTo>
                    <a:pt x="143" y="1039"/>
                  </a:lnTo>
                  <a:lnTo>
                    <a:pt x="136" y="1207"/>
                  </a:lnTo>
                  <a:lnTo>
                    <a:pt x="135" y="1222"/>
                  </a:lnTo>
                  <a:lnTo>
                    <a:pt x="85" y="1538"/>
                  </a:lnTo>
                  <a:lnTo>
                    <a:pt x="41" y="172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7226428" y="2119192"/>
              <a:ext cx="583" cy="919"/>
            </a:xfrm>
            <a:custGeom>
              <a:avLst/>
              <a:pathLst>
                <a:path w="583" h="919">
                  <a:moveTo>
                    <a:pt x="422" y="919"/>
                  </a:moveTo>
                  <a:lnTo>
                    <a:pt x="0" y="915"/>
                  </a:lnTo>
                  <a:lnTo>
                    <a:pt x="110" y="0"/>
                  </a:lnTo>
                  <a:lnTo>
                    <a:pt x="583" y="64"/>
                  </a:lnTo>
                  <a:lnTo>
                    <a:pt x="507" y="697"/>
                  </a:lnTo>
                  <a:lnTo>
                    <a:pt x="491" y="838"/>
                  </a:lnTo>
                  <a:lnTo>
                    <a:pt x="488" y="865"/>
                  </a:lnTo>
                  <a:lnTo>
                    <a:pt x="461" y="902"/>
                  </a:lnTo>
                  <a:lnTo>
                    <a:pt x="422" y="9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7229331" y="2114754"/>
              <a:ext cx="798" cy="624"/>
            </a:xfrm>
            <a:custGeom>
              <a:avLst/>
              <a:pathLst>
                <a:path w="798" h="624">
                  <a:moveTo>
                    <a:pt x="421" y="120"/>
                  </a:moveTo>
                  <a:lnTo>
                    <a:pt x="520" y="144"/>
                  </a:lnTo>
                  <a:lnTo>
                    <a:pt x="556" y="135"/>
                  </a:lnTo>
                  <a:lnTo>
                    <a:pt x="595" y="134"/>
                  </a:lnTo>
                  <a:lnTo>
                    <a:pt x="623" y="141"/>
                  </a:lnTo>
                  <a:lnTo>
                    <a:pt x="674" y="153"/>
                  </a:lnTo>
                  <a:lnTo>
                    <a:pt x="726" y="166"/>
                  </a:lnTo>
                  <a:lnTo>
                    <a:pt x="772" y="218"/>
                  </a:lnTo>
                  <a:lnTo>
                    <a:pt x="786" y="233"/>
                  </a:lnTo>
                  <a:lnTo>
                    <a:pt x="798" y="246"/>
                  </a:lnTo>
                  <a:lnTo>
                    <a:pt x="798" y="254"/>
                  </a:lnTo>
                  <a:lnTo>
                    <a:pt x="798" y="294"/>
                  </a:lnTo>
                  <a:lnTo>
                    <a:pt x="778" y="317"/>
                  </a:lnTo>
                  <a:lnTo>
                    <a:pt x="695" y="386"/>
                  </a:lnTo>
                  <a:lnTo>
                    <a:pt x="692" y="395"/>
                  </a:lnTo>
                  <a:lnTo>
                    <a:pt x="655" y="500"/>
                  </a:lnTo>
                  <a:lnTo>
                    <a:pt x="640" y="542"/>
                  </a:lnTo>
                  <a:lnTo>
                    <a:pt x="602" y="624"/>
                  </a:lnTo>
                  <a:lnTo>
                    <a:pt x="575" y="598"/>
                  </a:lnTo>
                  <a:lnTo>
                    <a:pt x="530" y="553"/>
                  </a:lnTo>
                  <a:lnTo>
                    <a:pt x="494" y="507"/>
                  </a:lnTo>
                  <a:lnTo>
                    <a:pt x="433" y="426"/>
                  </a:lnTo>
                  <a:lnTo>
                    <a:pt x="260" y="346"/>
                  </a:lnTo>
                  <a:lnTo>
                    <a:pt x="253" y="343"/>
                  </a:lnTo>
                  <a:lnTo>
                    <a:pt x="120" y="282"/>
                  </a:lnTo>
                  <a:lnTo>
                    <a:pt x="66" y="254"/>
                  </a:lnTo>
                  <a:lnTo>
                    <a:pt x="37" y="239"/>
                  </a:lnTo>
                  <a:lnTo>
                    <a:pt x="0" y="114"/>
                  </a:lnTo>
                  <a:lnTo>
                    <a:pt x="27" y="9"/>
                  </a:lnTo>
                  <a:lnTo>
                    <a:pt x="30" y="0"/>
                  </a:lnTo>
                  <a:lnTo>
                    <a:pt x="99" y="18"/>
                  </a:lnTo>
                  <a:lnTo>
                    <a:pt x="162" y="36"/>
                  </a:lnTo>
                  <a:lnTo>
                    <a:pt x="283" y="78"/>
                  </a:lnTo>
                  <a:lnTo>
                    <a:pt x="386" y="111"/>
                  </a:lnTo>
                  <a:lnTo>
                    <a:pt x="410" y="117"/>
                  </a:lnTo>
                  <a:lnTo>
                    <a:pt x="421" y="1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7148753" y="2092788"/>
              <a:ext cx="407" cy="870"/>
            </a:xfrm>
            <a:custGeom>
              <a:avLst/>
              <a:pathLst>
                <a:path w="407" h="870">
                  <a:moveTo>
                    <a:pt x="294" y="641"/>
                  </a:moveTo>
                  <a:lnTo>
                    <a:pt x="347" y="692"/>
                  </a:lnTo>
                  <a:lnTo>
                    <a:pt x="390" y="696"/>
                  </a:lnTo>
                  <a:lnTo>
                    <a:pt x="407" y="727"/>
                  </a:lnTo>
                  <a:lnTo>
                    <a:pt x="329" y="835"/>
                  </a:lnTo>
                  <a:lnTo>
                    <a:pt x="204" y="870"/>
                  </a:lnTo>
                  <a:lnTo>
                    <a:pt x="169" y="866"/>
                  </a:lnTo>
                  <a:lnTo>
                    <a:pt x="144" y="824"/>
                  </a:lnTo>
                  <a:lnTo>
                    <a:pt x="68" y="475"/>
                  </a:lnTo>
                  <a:lnTo>
                    <a:pt x="0" y="81"/>
                  </a:lnTo>
                  <a:lnTo>
                    <a:pt x="30" y="14"/>
                  </a:lnTo>
                  <a:lnTo>
                    <a:pt x="90" y="0"/>
                  </a:lnTo>
                  <a:lnTo>
                    <a:pt x="138" y="7"/>
                  </a:lnTo>
                  <a:lnTo>
                    <a:pt x="296" y="128"/>
                  </a:lnTo>
                  <a:lnTo>
                    <a:pt x="401" y="298"/>
                  </a:lnTo>
                  <a:lnTo>
                    <a:pt x="396" y="345"/>
                  </a:lnTo>
                  <a:lnTo>
                    <a:pt x="307" y="361"/>
                  </a:lnTo>
                  <a:lnTo>
                    <a:pt x="259" y="383"/>
                  </a:lnTo>
                  <a:lnTo>
                    <a:pt x="224" y="440"/>
                  </a:lnTo>
                  <a:lnTo>
                    <a:pt x="211" y="516"/>
                  </a:lnTo>
                  <a:lnTo>
                    <a:pt x="223" y="560"/>
                  </a:lnTo>
                  <a:lnTo>
                    <a:pt x="294" y="6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7145689" y="2090835"/>
              <a:ext cx="625" cy="655"/>
            </a:xfrm>
            <a:custGeom>
              <a:avLst/>
              <a:pathLst>
                <a:path w="625" h="655">
                  <a:moveTo>
                    <a:pt x="625" y="321"/>
                  </a:moveTo>
                  <a:lnTo>
                    <a:pt x="614" y="417"/>
                  </a:lnTo>
                  <a:lnTo>
                    <a:pt x="587" y="492"/>
                  </a:lnTo>
                  <a:lnTo>
                    <a:pt x="541" y="551"/>
                  </a:lnTo>
                  <a:lnTo>
                    <a:pt x="480" y="611"/>
                  </a:lnTo>
                  <a:lnTo>
                    <a:pt x="374" y="650"/>
                  </a:lnTo>
                  <a:lnTo>
                    <a:pt x="342" y="653"/>
                  </a:lnTo>
                  <a:lnTo>
                    <a:pt x="295" y="597"/>
                  </a:lnTo>
                  <a:lnTo>
                    <a:pt x="283" y="593"/>
                  </a:lnTo>
                  <a:lnTo>
                    <a:pt x="272" y="594"/>
                  </a:lnTo>
                  <a:lnTo>
                    <a:pt x="266" y="607"/>
                  </a:lnTo>
                  <a:lnTo>
                    <a:pt x="286" y="644"/>
                  </a:lnTo>
                  <a:lnTo>
                    <a:pt x="280" y="655"/>
                  </a:lnTo>
                  <a:lnTo>
                    <a:pt x="241" y="649"/>
                  </a:lnTo>
                  <a:lnTo>
                    <a:pt x="202" y="640"/>
                  </a:lnTo>
                  <a:lnTo>
                    <a:pt x="161" y="623"/>
                  </a:lnTo>
                  <a:lnTo>
                    <a:pt x="111" y="585"/>
                  </a:lnTo>
                  <a:lnTo>
                    <a:pt x="79" y="550"/>
                  </a:lnTo>
                  <a:lnTo>
                    <a:pt x="49" y="510"/>
                  </a:lnTo>
                  <a:lnTo>
                    <a:pt x="50" y="494"/>
                  </a:lnTo>
                  <a:lnTo>
                    <a:pt x="68" y="449"/>
                  </a:lnTo>
                  <a:lnTo>
                    <a:pt x="66" y="420"/>
                  </a:lnTo>
                  <a:lnTo>
                    <a:pt x="40" y="357"/>
                  </a:lnTo>
                  <a:lnTo>
                    <a:pt x="16" y="304"/>
                  </a:lnTo>
                  <a:lnTo>
                    <a:pt x="0" y="302"/>
                  </a:lnTo>
                  <a:lnTo>
                    <a:pt x="7" y="237"/>
                  </a:lnTo>
                  <a:lnTo>
                    <a:pt x="57" y="137"/>
                  </a:lnTo>
                  <a:lnTo>
                    <a:pt x="82" y="107"/>
                  </a:lnTo>
                  <a:lnTo>
                    <a:pt x="92" y="96"/>
                  </a:lnTo>
                  <a:lnTo>
                    <a:pt x="159" y="45"/>
                  </a:lnTo>
                  <a:lnTo>
                    <a:pt x="191" y="30"/>
                  </a:lnTo>
                  <a:lnTo>
                    <a:pt x="229" y="12"/>
                  </a:lnTo>
                  <a:lnTo>
                    <a:pt x="305" y="0"/>
                  </a:lnTo>
                  <a:lnTo>
                    <a:pt x="397" y="9"/>
                  </a:lnTo>
                  <a:lnTo>
                    <a:pt x="393" y="17"/>
                  </a:lnTo>
                  <a:lnTo>
                    <a:pt x="397" y="17"/>
                  </a:lnTo>
                  <a:lnTo>
                    <a:pt x="470" y="45"/>
                  </a:lnTo>
                  <a:lnTo>
                    <a:pt x="497" y="70"/>
                  </a:lnTo>
                  <a:lnTo>
                    <a:pt x="551" y="118"/>
                  </a:lnTo>
                  <a:lnTo>
                    <a:pt x="578" y="154"/>
                  </a:lnTo>
                  <a:lnTo>
                    <a:pt x="610" y="221"/>
                  </a:lnTo>
                  <a:lnTo>
                    <a:pt x="625" y="32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7139655" y="2089904"/>
              <a:ext cx="831" cy="243"/>
            </a:xfrm>
            <a:custGeom>
              <a:avLst/>
              <a:pathLst>
                <a:path w="831" h="243">
                  <a:moveTo>
                    <a:pt x="396" y="242"/>
                  </a:moveTo>
                  <a:lnTo>
                    <a:pt x="169" y="243"/>
                  </a:lnTo>
                  <a:lnTo>
                    <a:pt x="46" y="179"/>
                  </a:lnTo>
                  <a:lnTo>
                    <a:pt x="0" y="131"/>
                  </a:lnTo>
                  <a:lnTo>
                    <a:pt x="32" y="85"/>
                  </a:lnTo>
                  <a:lnTo>
                    <a:pt x="332" y="17"/>
                  </a:lnTo>
                  <a:lnTo>
                    <a:pt x="423" y="12"/>
                  </a:lnTo>
                  <a:lnTo>
                    <a:pt x="751" y="0"/>
                  </a:lnTo>
                  <a:lnTo>
                    <a:pt x="828" y="23"/>
                  </a:lnTo>
                  <a:lnTo>
                    <a:pt x="831" y="53"/>
                  </a:lnTo>
                  <a:lnTo>
                    <a:pt x="829" y="72"/>
                  </a:lnTo>
                  <a:lnTo>
                    <a:pt x="764" y="114"/>
                  </a:lnTo>
                  <a:lnTo>
                    <a:pt x="396" y="24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7234606" y="2103967"/>
              <a:ext cx="2083" cy="1227"/>
            </a:xfrm>
            <a:custGeom>
              <a:avLst/>
              <a:pathLst>
                <a:path w="2083" h="1227">
                  <a:moveTo>
                    <a:pt x="107" y="1227"/>
                  </a:moveTo>
                  <a:lnTo>
                    <a:pt x="49" y="1223"/>
                  </a:lnTo>
                  <a:lnTo>
                    <a:pt x="11" y="1196"/>
                  </a:lnTo>
                  <a:lnTo>
                    <a:pt x="0" y="1161"/>
                  </a:lnTo>
                  <a:lnTo>
                    <a:pt x="4" y="1121"/>
                  </a:lnTo>
                  <a:lnTo>
                    <a:pt x="426" y="87"/>
                  </a:lnTo>
                  <a:lnTo>
                    <a:pt x="457" y="52"/>
                  </a:lnTo>
                  <a:lnTo>
                    <a:pt x="462" y="45"/>
                  </a:lnTo>
                  <a:lnTo>
                    <a:pt x="494" y="32"/>
                  </a:lnTo>
                  <a:lnTo>
                    <a:pt x="505" y="32"/>
                  </a:lnTo>
                  <a:lnTo>
                    <a:pt x="509" y="31"/>
                  </a:lnTo>
                  <a:lnTo>
                    <a:pt x="518" y="31"/>
                  </a:lnTo>
                  <a:lnTo>
                    <a:pt x="522" y="30"/>
                  </a:lnTo>
                  <a:lnTo>
                    <a:pt x="543" y="30"/>
                  </a:lnTo>
                  <a:lnTo>
                    <a:pt x="592" y="29"/>
                  </a:lnTo>
                  <a:lnTo>
                    <a:pt x="646" y="28"/>
                  </a:lnTo>
                  <a:lnTo>
                    <a:pt x="696" y="27"/>
                  </a:lnTo>
                  <a:lnTo>
                    <a:pt x="740" y="26"/>
                  </a:lnTo>
                  <a:lnTo>
                    <a:pt x="788" y="25"/>
                  </a:lnTo>
                  <a:lnTo>
                    <a:pt x="840" y="24"/>
                  </a:lnTo>
                  <a:lnTo>
                    <a:pt x="890" y="23"/>
                  </a:lnTo>
                  <a:lnTo>
                    <a:pt x="1083" y="19"/>
                  </a:lnTo>
                  <a:lnTo>
                    <a:pt x="1268" y="15"/>
                  </a:lnTo>
                  <a:lnTo>
                    <a:pt x="1475" y="11"/>
                  </a:lnTo>
                  <a:lnTo>
                    <a:pt x="1866" y="4"/>
                  </a:lnTo>
                  <a:lnTo>
                    <a:pt x="2083" y="0"/>
                  </a:lnTo>
                  <a:lnTo>
                    <a:pt x="2063" y="47"/>
                  </a:lnTo>
                  <a:lnTo>
                    <a:pt x="1904" y="428"/>
                  </a:lnTo>
                  <a:lnTo>
                    <a:pt x="1894" y="452"/>
                  </a:lnTo>
                  <a:lnTo>
                    <a:pt x="1879" y="475"/>
                  </a:lnTo>
                  <a:lnTo>
                    <a:pt x="1829" y="532"/>
                  </a:lnTo>
                  <a:lnTo>
                    <a:pt x="1819" y="536"/>
                  </a:lnTo>
                  <a:lnTo>
                    <a:pt x="1754" y="561"/>
                  </a:lnTo>
                  <a:lnTo>
                    <a:pt x="1723" y="581"/>
                  </a:lnTo>
                  <a:lnTo>
                    <a:pt x="1690" y="617"/>
                  </a:lnTo>
                  <a:lnTo>
                    <a:pt x="1668" y="658"/>
                  </a:lnTo>
                  <a:lnTo>
                    <a:pt x="1546" y="984"/>
                  </a:lnTo>
                  <a:lnTo>
                    <a:pt x="1467" y="1101"/>
                  </a:lnTo>
                  <a:lnTo>
                    <a:pt x="1439" y="1125"/>
                  </a:lnTo>
                  <a:lnTo>
                    <a:pt x="1403" y="1156"/>
                  </a:lnTo>
                  <a:lnTo>
                    <a:pt x="1367" y="1177"/>
                  </a:lnTo>
                  <a:lnTo>
                    <a:pt x="1313" y="1193"/>
                  </a:lnTo>
                  <a:lnTo>
                    <a:pt x="1304" y="1195"/>
                  </a:lnTo>
                  <a:lnTo>
                    <a:pt x="1294" y="1198"/>
                  </a:lnTo>
                  <a:lnTo>
                    <a:pt x="1279" y="1203"/>
                  </a:lnTo>
                  <a:lnTo>
                    <a:pt x="1266" y="1203"/>
                  </a:lnTo>
                  <a:lnTo>
                    <a:pt x="1243" y="1203"/>
                  </a:lnTo>
                  <a:lnTo>
                    <a:pt x="1201" y="1204"/>
                  </a:lnTo>
                  <a:lnTo>
                    <a:pt x="1128" y="1206"/>
                  </a:lnTo>
                  <a:lnTo>
                    <a:pt x="1064" y="1208"/>
                  </a:lnTo>
                  <a:lnTo>
                    <a:pt x="1059" y="1208"/>
                  </a:lnTo>
                  <a:lnTo>
                    <a:pt x="1054" y="1208"/>
                  </a:lnTo>
                  <a:lnTo>
                    <a:pt x="1046" y="1208"/>
                  </a:lnTo>
                  <a:lnTo>
                    <a:pt x="1042" y="1208"/>
                  </a:lnTo>
                  <a:lnTo>
                    <a:pt x="1037" y="1208"/>
                  </a:lnTo>
                  <a:lnTo>
                    <a:pt x="1032" y="1208"/>
                  </a:lnTo>
                  <a:lnTo>
                    <a:pt x="1026" y="1208"/>
                  </a:lnTo>
                  <a:lnTo>
                    <a:pt x="1022" y="1209"/>
                  </a:lnTo>
                  <a:lnTo>
                    <a:pt x="1016" y="1209"/>
                  </a:lnTo>
                  <a:lnTo>
                    <a:pt x="1011" y="1209"/>
                  </a:lnTo>
                  <a:lnTo>
                    <a:pt x="1006" y="1209"/>
                  </a:lnTo>
                  <a:lnTo>
                    <a:pt x="1001" y="1209"/>
                  </a:lnTo>
                  <a:lnTo>
                    <a:pt x="995" y="1209"/>
                  </a:lnTo>
                  <a:lnTo>
                    <a:pt x="991" y="1209"/>
                  </a:lnTo>
                  <a:lnTo>
                    <a:pt x="986" y="1209"/>
                  </a:lnTo>
                  <a:lnTo>
                    <a:pt x="981" y="1210"/>
                  </a:lnTo>
                  <a:lnTo>
                    <a:pt x="977" y="1210"/>
                  </a:lnTo>
                  <a:lnTo>
                    <a:pt x="973" y="1210"/>
                  </a:lnTo>
                  <a:lnTo>
                    <a:pt x="968" y="1210"/>
                  </a:lnTo>
                  <a:lnTo>
                    <a:pt x="961" y="1210"/>
                  </a:lnTo>
                  <a:lnTo>
                    <a:pt x="955" y="1210"/>
                  </a:lnTo>
                  <a:lnTo>
                    <a:pt x="951" y="1210"/>
                  </a:lnTo>
                  <a:lnTo>
                    <a:pt x="947" y="1210"/>
                  </a:lnTo>
                  <a:lnTo>
                    <a:pt x="942" y="1210"/>
                  </a:lnTo>
                  <a:lnTo>
                    <a:pt x="938" y="1211"/>
                  </a:lnTo>
                  <a:lnTo>
                    <a:pt x="932" y="1211"/>
                  </a:lnTo>
                  <a:lnTo>
                    <a:pt x="925" y="1211"/>
                  </a:lnTo>
                  <a:lnTo>
                    <a:pt x="921" y="1211"/>
                  </a:lnTo>
                  <a:lnTo>
                    <a:pt x="916" y="1211"/>
                  </a:lnTo>
                  <a:lnTo>
                    <a:pt x="912" y="1211"/>
                  </a:lnTo>
                  <a:lnTo>
                    <a:pt x="906" y="1211"/>
                  </a:lnTo>
                  <a:lnTo>
                    <a:pt x="901" y="1211"/>
                  </a:lnTo>
                  <a:lnTo>
                    <a:pt x="896" y="1212"/>
                  </a:lnTo>
                  <a:lnTo>
                    <a:pt x="890" y="1212"/>
                  </a:lnTo>
                  <a:lnTo>
                    <a:pt x="885" y="1212"/>
                  </a:lnTo>
                  <a:lnTo>
                    <a:pt x="880" y="1212"/>
                  </a:lnTo>
                  <a:lnTo>
                    <a:pt x="875" y="1212"/>
                  </a:lnTo>
                  <a:lnTo>
                    <a:pt x="869" y="1212"/>
                  </a:lnTo>
                  <a:lnTo>
                    <a:pt x="863" y="1212"/>
                  </a:lnTo>
                  <a:lnTo>
                    <a:pt x="856" y="1212"/>
                  </a:lnTo>
                  <a:lnTo>
                    <a:pt x="851" y="1213"/>
                  </a:lnTo>
                  <a:lnTo>
                    <a:pt x="846" y="1213"/>
                  </a:lnTo>
                  <a:lnTo>
                    <a:pt x="838" y="1213"/>
                  </a:lnTo>
                  <a:lnTo>
                    <a:pt x="831" y="1213"/>
                  </a:lnTo>
                  <a:lnTo>
                    <a:pt x="823" y="1213"/>
                  </a:lnTo>
                  <a:lnTo>
                    <a:pt x="816" y="1213"/>
                  </a:lnTo>
                  <a:lnTo>
                    <a:pt x="809" y="1214"/>
                  </a:lnTo>
                  <a:lnTo>
                    <a:pt x="804" y="1214"/>
                  </a:lnTo>
                  <a:lnTo>
                    <a:pt x="799" y="1214"/>
                  </a:lnTo>
                  <a:lnTo>
                    <a:pt x="107" y="12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7140912" y="2089449"/>
              <a:ext cx="1592" cy="645"/>
            </a:xfrm>
            <a:custGeom>
              <a:avLst/>
              <a:pathLst>
                <a:path w="1592" h="645">
                  <a:moveTo>
                    <a:pt x="813" y="642"/>
                  </a:moveTo>
                  <a:lnTo>
                    <a:pt x="768" y="645"/>
                  </a:lnTo>
                  <a:lnTo>
                    <a:pt x="188" y="514"/>
                  </a:lnTo>
                  <a:lnTo>
                    <a:pt x="123" y="483"/>
                  </a:lnTo>
                  <a:lnTo>
                    <a:pt x="0" y="391"/>
                  </a:lnTo>
                  <a:lnTo>
                    <a:pt x="3" y="378"/>
                  </a:lnTo>
                  <a:lnTo>
                    <a:pt x="195" y="275"/>
                  </a:lnTo>
                  <a:lnTo>
                    <a:pt x="711" y="17"/>
                  </a:lnTo>
                  <a:lnTo>
                    <a:pt x="799" y="0"/>
                  </a:lnTo>
                  <a:lnTo>
                    <a:pt x="820" y="8"/>
                  </a:lnTo>
                  <a:lnTo>
                    <a:pt x="867" y="30"/>
                  </a:lnTo>
                  <a:lnTo>
                    <a:pt x="1578" y="153"/>
                  </a:lnTo>
                  <a:lnTo>
                    <a:pt x="1592" y="176"/>
                  </a:lnTo>
                  <a:lnTo>
                    <a:pt x="1533" y="432"/>
                  </a:lnTo>
                  <a:lnTo>
                    <a:pt x="1491" y="462"/>
                  </a:lnTo>
                  <a:lnTo>
                    <a:pt x="1336" y="466"/>
                  </a:lnTo>
                  <a:lnTo>
                    <a:pt x="813" y="64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7149452" y="2090378"/>
              <a:ext cx="536" cy="512"/>
            </a:xfrm>
            <a:custGeom>
              <a:avLst/>
              <a:pathLst>
                <a:path w="536" h="512">
                  <a:moveTo>
                    <a:pt x="250" y="323"/>
                  </a:moveTo>
                  <a:lnTo>
                    <a:pt x="370" y="359"/>
                  </a:lnTo>
                  <a:lnTo>
                    <a:pt x="489" y="337"/>
                  </a:lnTo>
                  <a:lnTo>
                    <a:pt x="536" y="347"/>
                  </a:lnTo>
                  <a:lnTo>
                    <a:pt x="524" y="457"/>
                  </a:lnTo>
                  <a:lnTo>
                    <a:pt x="345" y="512"/>
                  </a:lnTo>
                  <a:lnTo>
                    <a:pt x="273" y="474"/>
                  </a:lnTo>
                  <a:lnTo>
                    <a:pt x="178" y="403"/>
                  </a:lnTo>
                  <a:lnTo>
                    <a:pt x="5" y="137"/>
                  </a:lnTo>
                  <a:lnTo>
                    <a:pt x="0" y="91"/>
                  </a:lnTo>
                  <a:lnTo>
                    <a:pt x="90" y="0"/>
                  </a:lnTo>
                  <a:lnTo>
                    <a:pt x="231" y="31"/>
                  </a:lnTo>
                  <a:lnTo>
                    <a:pt x="234" y="54"/>
                  </a:lnTo>
                  <a:lnTo>
                    <a:pt x="205" y="110"/>
                  </a:lnTo>
                  <a:lnTo>
                    <a:pt x="192" y="168"/>
                  </a:lnTo>
                  <a:lnTo>
                    <a:pt x="208" y="254"/>
                  </a:lnTo>
                  <a:lnTo>
                    <a:pt x="250" y="3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7145394" y="2087766"/>
              <a:ext cx="685" cy="732"/>
            </a:xfrm>
            <a:custGeom>
              <a:avLst/>
              <a:pathLst>
                <a:path w="685" h="732">
                  <a:moveTo>
                    <a:pt x="685" y="515"/>
                  </a:moveTo>
                  <a:lnTo>
                    <a:pt x="612" y="646"/>
                  </a:lnTo>
                  <a:lnTo>
                    <a:pt x="482" y="732"/>
                  </a:lnTo>
                  <a:lnTo>
                    <a:pt x="482" y="668"/>
                  </a:lnTo>
                  <a:lnTo>
                    <a:pt x="421" y="607"/>
                  </a:lnTo>
                  <a:lnTo>
                    <a:pt x="385" y="589"/>
                  </a:lnTo>
                  <a:lnTo>
                    <a:pt x="189" y="571"/>
                  </a:lnTo>
                  <a:lnTo>
                    <a:pt x="0" y="477"/>
                  </a:lnTo>
                  <a:lnTo>
                    <a:pt x="16" y="293"/>
                  </a:lnTo>
                  <a:lnTo>
                    <a:pt x="94" y="68"/>
                  </a:lnTo>
                  <a:lnTo>
                    <a:pt x="274" y="0"/>
                  </a:lnTo>
                  <a:lnTo>
                    <a:pt x="315" y="2"/>
                  </a:lnTo>
                  <a:lnTo>
                    <a:pt x="652" y="371"/>
                  </a:lnTo>
                  <a:lnTo>
                    <a:pt x="685" y="5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7139684" y="2086801"/>
              <a:ext cx="772" cy="621"/>
            </a:xfrm>
            <a:custGeom>
              <a:avLst/>
              <a:pathLst>
                <a:path w="772" h="621">
                  <a:moveTo>
                    <a:pt x="560" y="300"/>
                  </a:moveTo>
                  <a:lnTo>
                    <a:pt x="541" y="322"/>
                  </a:lnTo>
                  <a:lnTo>
                    <a:pt x="519" y="332"/>
                  </a:lnTo>
                  <a:lnTo>
                    <a:pt x="499" y="326"/>
                  </a:lnTo>
                  <a:lnTo>
                    <a:pt x="464" y="311"/>
                  </a:lnTo>
                  <a:lnTo>
                    <a:pt x="410" y="289"/>
                  </a:lnTo>
                  <a:lnTo>
                    <a:pt x="404" y="287"/>
                  </a:lnTo>
                  <a:lnTo>
                    <a:pt x="389" y="330"/>
                  </a:lnTo>
                  <a:lnTo>
                    <a:pt x="450" y="365"/>
                  </a:lnTo>
                  <a:lnTo>
                    <a:pt x="507" y="410"/>
                  </a:lnTo>
                  <a:lnTo>
                    <a:pt x="589" y="455"/>
                  </a:lnTo>
                  <a:lnTo>
                    <a:pt x="660" y="475"/>
                  </a:lnTo>
                  <a:lnTo>
                    <a:pt x="670" y="478"/>
                  </a:lnTo>
                  <a:lnTo>
                    <a:pt x="720" y="498"/>
                  </a:lnTo>
                  <a:lnTo>
                    <a:pt x="717" y="507"/>
                  </a:lnTo>
                  <a:lnTo>
                    <a:pt x="712" y="534"/>
                  </a:lnTo>
                  <a:lnTo>
                    <a:pt x="727" y="544"/>
                  </a:lnTo>
                  <a:lnTo>
                    <a:pt x="731" y="546"/>
                  </a:lnTo>
                  <a:lnTo>
                    <a:pt x="730" y="554"/>
                  </a:lnTo>
                  <a:lnTo>
                    <a:pt x="728" y="565"/>
                  </a:lnTo>
                  <a:lnTo>
                    <a:pt x="754" y="583"/>
                  </a:lnTo>
                  <a:lnTo>
                    <a:pt x="770" y="598"/>
                  </a:lnTo>
                  <a:lnTo>
                    <a:pt x="772" y="606"/>
                  </a:lnTo>
                  <a:lnTo>
                    <a:pt x="766" y="621"/>
                  </a:lnTo>
                  <a:lnTo>
                    <a:pt x="752" y="620"/>
                  </a:lnTo>
                  <a:lnTo>
                    <a:pt x="713" y="599"/>
                  </a:lnTo>
                  <a:lnTo>
                    <a:pt x="668" y="584"/>
                  </a:lnTo>
                  <a:lnTo>
                    <a:pt x="586" y="555"/>
                  </a:lnTo>
                  <a:lnTo>
                    <a:pt x="570" y="546"/>
                  </a:lnTo>
                  <a:lnTo>
                    <a:pt x="531" y="525"/>
                  </a:lnTo>
                  <a:lnTo>
                    <a:pt x="503" y="510"/>
                  </a:lnTo>
                  <a:lnTo>
                    <a:pt x="454" y="483"/>
                  </a:lnTo>
                  <a:lnTo>
                    <a:pt x="374" y="428"/>
                  </a:lnTo>
                  <a:lnTo>
                    <a:pt x="256" y="326"/>
                  </a:lnTo>
                  <a:lnTo>
                    <a:pt x="252" y="322"/>
                  </a:lnTo>
                  <a:lnTo>
                    <a:pt x="242" y="311"/>
                  </a:lnTo>
                  <a:lnTo>
                    <a:pt x="190" y="255"/>
                  </a:lnTo>
                  <a:lnTo>
                    <a:pt x="177" y="242"/>
                  </a:lnTo>
                  <a:lnTo>
                    <a:pt x="156" y="219"/>
                  </a:lnTo>
                  <a:lnTo>
                    <a:pt x="94" y="142"/>
                  </a:lnTo>
                  <a:lnTo>
                    <a:pt x="2" y="33"/>
                  </a:lnTo>
                  <a:lnTo>
                    <a:pt x="0" y="28"/>
                  </a:lnTo>
                  <a:lnTo>
                    <a:pt x="1" y="18"/>
                  </a:lnTo>
                  <a:lnTo>
                    <a:pt x="13" y="6"/>
                  </a:lnTo>
                  <a:lnTo>
                    <a:pt x="78" y="6"/>
                  </a:lnTo>
                  <a:lnTo>
                    <a:pt x="112" y="5"/>
                  </a:lnTo>
                  <a:lnTo>
                    <a:pt x="162" y="0"/>
                  </a:lnTo>
                  <a:lnTo>
                    <a:pt x="176" y="0"/>
                  </a:lnTo>
                  <a:lnTo>
                    <a:pt x="184" y="2"/>
                  </a:lnTo>
                  <a:lnTo>
                    <a:pt x="187" y="5"/>
                  </a:lnTo>
                  <a:lnTo>
                    <a:pt x="205" y="16"/>
                  </a:lnTo>
                  <a:lnTo>
                    <a:pt x="261" y="44"/>
                  </a:lnTo>
                  <a:lnTo>
                    <a:pt x="316" y="59"/>
                  </a:lnTo>
                  <a:lnTo>
                    <a:pt x="343" y="71"/>
                  </a:lnTo>
                  <a:lnTo>
                    <a:pt x="333" y="105"/>
                  </a:lnTo>
                  <a:lnTo>
                    <a:pt x="442" y="161"/>
                  </a:lnTo>
                  <a:lnTo>
                    <a:pt x="537" y="238"/>
                  </a:lnTo>
                  <a:lnTo>
                    <a:pt x="543" y="266"/>
                  </a:lnTo>
                  <a:lnTo>
                    <a:pt x="560" y="288"/>
                  </a:lnTo>
                  <a:lnTo>
                    <a:pt x="560" y="30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7151509" y="2087898"/>
              <a:ext cx="2146" cy="2078"/>
            </a:xfrm>
            <a:custGeom>
              <a:avLst/>
              <a:pathLst>
                <a:path w="2146" h="2078">
                  <a:moveTo>
                    <a:pt x="1856" y="298"/>
                  </a:moveTo>
                  <a:lnTo>
                    <a:pt x="2025" y="409"/>
                  </a:lnTo>
                  <a:lnTo>
                    <a:pt x="2146" y="424"/>
                  </a:lnTo>
                  <a:lnTo>
                    <a:pt x="2118" y="679"/>
                  </a:lnTo>
                  <a:lnTo>
                    <a:pt x="1949" y="1329"/>
                  </a:lnTo>
                  <a:lnTo>
                    <a:pt x="1883" y="1324"/>
                  </a:lnTo>
                  <a:lnTo>
                    <a:pt x="1856" y="1250"/>
                  </a:lnTo>
                  <a:lnTo>
                    <a:pt x="1758" y="1204"/>
                  </a:lnTo>
                  <a:lnTo>
                    <a:pt x="1661" y="1202"/>
                  </a:lnTo>
                  <a:lnTo>
                    <a:pt x="1505" y="1252"/>
                  </a:lnTo>
                  <a:lnTo>
                    <a:pt x="1394" y="1332"/>
                  </a:lnTo>
                  <a:lnTo>
                    <a:pt x="1329" y="1422"/>
                  </a:lnTo>
                  <a:lnTo>
                    <a:pt x="1292" y="1501"/>
                  </a:lnTo>
                  <a:lnTo>
                    <a:pt x="781" y="1754"/>
                  </a:lnTo>
                  <a:lnTo>
                    <a:pt x="691" y="1840"/>
                  </a:lnTo>
                  <a:lnTo>
                    <a:pt x="531" y="2078"/>
                  </a:lnTo>
                  <a:lnTo>
                    <a:pt x="497" y="2073"/>
                  </a:lnTo>
                  <a:lnTo>
                    <a:pt x="83" y="1887"/>
                  </a:lnTo>
                  <a:lnTo>
                    <a:pt x="48" y="1854"/>
                  </a:lnTo>
                  <a:lnTo>
                    <a:pt x="0" y="1779"/>
                  </a:lnTo>
                  <a:lnTo>
                    <a:pt x="290" y="1658"/>
                  </a:lnTo>
                  <a:lnTo>
                    <a:pt x="312" y="1563"/>
                  </a:lnTo>
                  <a:lnTo>
                    <a:pt x="304" y="1459"/>
                  </a:lnTo>
                  <a:lnTo>
                    <a:pt x="196" y="1199"/>
                  </a:lnTo>
                  <a:lnTo>
                    <a:pt x="275" y="1050"/>
                  </a:lnTo>
                  <a:lnTo>
                    <a:pt x="301" y="1029"/>
                  </a:lnTo>
                  <a:lnTo>
                    <a:pt x="326" y="1029"/>
                  </a:lnTo>
                  <a:lnTo>
                    <a:pt x="380" y="1082"/>
                  </a:lnTo>
                  <a:lnTo>
                    <a:pt x="334" y="1082"/>
                  </a:lnTo>
                  <a:lnTo>
                    <a:pt x="312" y="1058"/>
                  </a:lnTo>
                  <a:lnTo>
                    <a:pt x="292" y="1063"/>
                  </a:lnTo>
                  <a:lnTo>
                    <a:pt x="272" y="1118"/>
                  </a:lnTo>
                  <a:lnTo>
                    <a:pt x="291" y="1163"/>
                  </a:lnTo>
                  <a:lnTo>
                    <a:pt x="416" y="1162"/>
                  </a:lnTo>
                  <a:lnTo>
                    <a:pt x="564" y="1103"/>
                  </a:lnTo>
                  <a:lnTo>
                    <a:pt x="641" y="714"/>
                  </a:lnTo>
                  <a:lnTo>
                    <a:pt x="663" y="380"/>
                  </a:lnTo>
                  <a:lnTo>
                    <a:pt x="687" y="273"/>
                  </a:lnTo>
                  <a:lnTo>
                    <a:pt x="764" y="196"/>
                  </a:lnTo>
                  <a:lnTo>
                    <a:pt x="832" y="161"/>
                  </a:lnTo>
                  <a:lnTo>
                    <a:pt x="1325" y="0"/>
                  </a:lnTo>
                  <a:lnTo>
                    <a:pt x="1502" y="22"/>
                  </a:lnTo>
                  <a:lnTo>
                    <a:pt x="1856" y="2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7145883" y="2083206"/>
              <a:ext cx="5058" cy="5967"/>
            </a:xfrm>
            <a:custGeom>
              <a:avLst/>
              <a:pathLst>
                <a:path w="5058" h="5967">
                  <a:moveTo>
                    <a:pt x="3352" y="560"/>
                  </a:moveTo>
                  <a:lnTo>
                    <a:pt x="3410" y="582"/>
                  </a:lnTo>
                  <a:lnTo>
                    <a:pt x="3644" y="586"/>
                  </a:lnTo>
                  <a:lnTo>
                    <a:pt x="4040" y="764"/>
                  </a:lnTo>
                  <a:lnTo>
                    <a:pt x="3985" y="875"/>
                  </a:lnTo>
                  <a:lnTo>
                    <a:pt x="3859" y="976"/>
                  </a:lnTo>
                  <a:lnTo>
                    <a:pt x="3831" y="1017"/>
                  </a:lnTo>
                  <a:lnTo>
                    <a:pt x="3815" y="1074"/>
                  </a:lnTo>
                  <a:lnTo>
                    <a:pt x="3821" y="1153"/>
                  </a:lnTo>
                  <a:lnTo>
                    <a:pt x="3978" y="1358"/>
                  </a:lnTo>
                  <a:lnTo>
                    <a:pt x="3986" y="1519"/>
                  </a:lnTo>
                  <a:lnTo>
                    <a:pt x="3964" y="1603"/>
                  </a:lnTo>
                  <a:lnTo>
                    <a:pt x="3937" y="1665"/>
                  </a:lnTo>
                  <a:lnTo>
                    <a:pt x="3887" y="1725"/>
                  </a:lnTo>
                  <a:lnTo>
                    <a:pt x="3831" y="1755"/>
                  </a:lnTo>
                  <a:lnTo>
                    <a:pt x="3659" y="1798"/>
                  </a:lnTo>
                  <a:lnTo>
                    <a:pt x="3628" y="1848"/>
                  </a:lnTo>
                  <a:lnTo>
                    <a:pt x="3627" y="1912"/>
                  </a:lnTo>
                  <a:lnTo>
                    <a:pt x="3660" y="1949"/>
                  </a:lnTo>
                  <a:lnTo>
                    <a:pt x="3684" y="1952"/>
                  </a:lnTo>
                  <a:lnTo>
                    <a:pt x="3877" y="1862"/>
                  </a:lnTo>
                  <a:lnTo>
                    <a:pt x="4010" y="1756"/>
                  </a:lnTo>
                  <a:lnTo>
                    <a:pt x="4295" y="1370"/>
                  </a:lnTo>
                  <a:lnTo>
                    <a:pt x="4299" y="1295"/>
                  </a:lnTo>
                  <a:lnTo>
                    <a:pt x="4231" y="1089"/>
                  </a:lnTo>
                  <a:lnTo>
                    <a:pt x="4176" y="859"/>
                  </a:lnTo>
                  <a:lnTo>
                    <a:pt x="4192" y="834"/>
                  </a:lnTo>
                  <a:lnTo>
                    <a:pt x="4597" y="1058"/>
                  </a:lnTo>
                  <a:lnTo>
                    <a:pt x="4790" y="1187"/>
                  </a:lnTo>
                  <a:lnTo>
                    <a:pt x="4919" y="1378"/>
                  </a:lnTo>
                  <a:lnTo>
                    <a:pt x="4902" y="1482"/>
                  </a:lnTo>
                  <a:lnTo>
                    <a:pt x="4909" y="2049"/>
                  </a:lnTo>
                  <a:lnTo>
                    <a:pt x="4925" y="2398"/>
                  </a:lnTo>
                  <a:lnTo>
                    <a:pt x="4944" y="2815"/>
                  </a:lnTo>
                  <a:lnTo>
                    <a:pt x="5013" y="3206"/>
                  </a:lnTo>
                  <a:lnTo>
                    <a:pt x="5058" y="3276"/>
                  </a:lnTo>
                  <a:lnTo>
                    <a:pt x="5010" y="3494"/>
                  </a:lnTo>
                  <a:lnTo>
                    <a:pt x="4865" y="3803"/>
                  </a:lnTo>
                  <a:lnTo>
                    <a:pt x="4802" y="3911"/>
                  </a:lnTo>
                  <a:lnTo>
                    <a:pt x="4764" y="3927"/>
                  </a:lnTo>
                  <a:lnTo>
                    <a:pt x="4733" y="3919"/>
                  </a:lnTo>
                  <a:lnTo>
                    <a:pt x="4613" y="3830"/>
                  </a:lnTo>
                  <a:lnTo>
                    <a:pt x="4245" y="4390"/>
                  </a:lnTo>
                  <a:lnTo>
                    <a:pt x="3856" y="4736"/>
                  </a:lnTo>
                  <a:lnTo>
                    <a:pt x="3181" y="5279"/>
                  </a:lnTo>
                  <a:lnTo>
                    <a:pt x="2735" y="5672"/>
                  </a:lnTo>
                  <a:lnTo>
                    <a:pt x="2659" y="5761"/>
                  </a:lnTo>
                  <a:lnTo>
                    <a:pt x="2586" y="5896"/>
                  </a:lnTo>
                  <a:lnTo>
                    <a:pt x="2532" y="5967"/>
                  </a:lnTo>
                  <a:lnTo>
                    <a:pt x="2024" y="5799"/>
                  </a:lnTo>
                  <a:lnTo>
                    <a:pt x="1878" y="5691"/>
                  </a:lnTo>
                  <a:lnTo>
                    <a:pt x="1489" y="5662"/>
                  </a:lnTo>
                  <a:lnTo>
                    <a:pt x="1352" y="5677"/>
                  </a:lnTo>
                  <a:lnTo>
                    <a:pt x="1091" y="5490"/>
                  </a:lnTo>
                  <a:lnTo>
                    <a:pt x="722" y="5424"/>
                  </a:lnTo>
                  <a:lnTo>
                    <a:pt x="594" y="5277"/>
                  </a:lnTo>
                  <a:lnTo>
                    <a:pt x="261" y="4741"/>
                  </a:lnTo>
                  <a:lnTo>
                    <a:pt x="113" y="4565"/>
                  </a:lnTo>
                  <a:lnTo>
                    <a:pt x="24" y="4424"/>
                  </a:lnTo>
                  <a:lnTo>
                    <a:pt x="0" y="4255"/>
                  </a:lnTo>
                  <a:lnTo>
                    <a:pt x="18" y="4139"/>
                  </a:lnTo>
                  <a:lnTo>
                    <a:pt x="163" y="3588"/>
                  </a:lnTo>
                  <a:lnTo>
                    <a:pt x="161" y="3583"/>
                  </a:lnTo>
                  <a:lnTo>
                    <a:pt x="149" y="3539"/>
                  </a:lnTo>
                  <a:lnTo>
                    <a:pt x="115" y="3255"/>
                  </a:lnTo>
                  <a:lnTo>
                    <a:pt x="193" y="2732"/>
                  </a:lnTo>
                  <a:lnTo>
                    <a:pt x="264" y="2556"/>
                  </a:lnTo>
                  <a:lnTo>
                    <a:pt x="454" y="2163"/>
                  </a:lnTo>
                  <a:lnTo>
                    <a:pt x="591" y="1661"/>
                  </a:lnTo>
                  <a:lnTo>
                    <a:pt x="587" y="1628"/>
                  </a:lnTo>
                  <a:lnTo>
                    <a:pt x="835" y="849"/>
                  </a:lnTo>
                  <a:lnTo>
                    <a:pt x="1052" y="585"/>
                  </a:lnTo>
                  <a:lnTo>
                    <a:pt x="1191" y="445"/>
                  </a:lnTo>
                  <a:lnTo>
                    <a:pt x="1323" y="268"/>
                  </a:lnTo>
                  <a:lnTo>
                    <a:pt x="1384" y="212"/>
                  </a:lnTo>
                  <a:lnTo>
                    <a:pt x="1758" y="199"/>
                  </a:lnTo>
                  <a:lnTo>
                    <a:pt x="2599" y="61"/>
                  </a:lnTo>
                  <a:lnTo>
                    <a:pt x="2642" y="50"/>
                  </a:lnTo>
                  <a:lnTo>
                    <a:pt x="2701" y="11"/>
                  </a:lnTo>
                  <a:lnTo>
                    <a:pt x="2751" y="0"/>
                  </a:lnTo>
                  <a:lnTo>
                    <a:pt x="2858" y="8"/>
                  </a:lnTo>
                  <a:lnTo>
                    <a:pt x="2899" y="32"/>
                  </a:lnTo>
                  <a:lnTo>
                    <a:pt x="3111" y="308"/>
                  </a:lnTo>
                  <a:lnTo>
                    <a:pt x="3352" y="56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7154060" y="2084611"/>
              <a:ext cx="7519" cy="6225"/>
            </a:xfrm>
            <a:custGeom>
              <a:avLst/>
              <a:pathLst>
                <a:path w="7519" h="6225">
                  <a:moveTo>
                    <a:pt x="5954" y="820"/>
                  </a:moveTo>
                  <a:lnTo>
                    <a:pt x="5996" y="838"/>
                  </a:lnTo>
                  <a:lnTo>
                    <a:pt x="6168" y="808"/>
                  </a:lnTo>
                  <a:lnTo>
                    <a:pt x="6411" y="814"/>
                  </a:lnTo>
                  <a:lnTo>
                    <a:pt x="6588" y="834"/>
                  </a:lnTo>
                  <a:lnTo>
                    <a:pt x="6625" y="838"/>
                  </a:lnTo>
                  <a:lnTo>
                    <a:pt x="6614" y="863"/>
                  </a:lnTo>
                  <a:lnTo>
                    <a:pt x="6599" y="899"/>
                  </a:lnTo>
                  <a:lnTo>
                    <a:pt x="6579" y="945"/>
                  </a:lnTo>
                  <a:lnTo>
                    <a:pt x="6560" y="991"/>
                  </a:lnTo>
                  <a:lnTo>
                    <a:pt x="6539" y="1040"/>
                  </a:lnTo>
                  <a:lnTo>
                    <a:pt x="6535" y="1049"/>
                  </a:lnTo>
                  <a:lnTo>
                    <a:pt x="6533" y="1188"/>
                  </a:lnTo>
                  <a:lnTo>
                    <a:pt x="6540" y="1220"/>
                  </a:lnTo>
                  <a:lnTo>
                    <a:pt x="6557" y="1291"/>
                  </a:lnTo>
                  <a:lnTo>
                    <a:pt x="6589" y="1373"/>
                  </a:lnTo>
                  <a:lnTo>
                    <a:pt x="6826" y="1911"/>
                  </a:lnTo>
                  <a:lnTo>
                    <a:pt x="6851" y="1968"/>
                  </a:lnTo>
                  <a:lnTo>
                    <a:pt x="6940" y="2079"/>
                  </a:lnTo>
                  <a:lnTo>
                    <a:pt x="7065" y="2143"/>
                  </a:lnTo>
                  <a:lnTo>
                    <a:pt x="7071" y="2224"/>
                  </a:lnTo>
                  <a:lnTo>
                    <a:pt x="7074" y="2297"/>
                  </a:lnTo>
                  <a:lnTo>
                    <a:pt x="7067" y="2429"/>
                  </a:lnTo>
                  <a:lnTo>
                    <a:pt x="7064" y="2497"/>
                  </a:lnTo>
                  <a:lnTo>
                    <a:pt x="7065" y="2513"/>
                  </a:lnTo>
                  <a:lnTo>
                    <a:pt x="7073" y="2624"/>
                  </a:lnTo>
                  <a:lnTo>
                    <a:pt x="7085" y="2785"/>
                  </a:lnTo>
                  <a:lnTo>
                    <a:pt x="7160" y="3150"/>
                  </a:lnTo>
                  <a:lnTo>
                    <a:pt x="7171" y="3170"/>
                  </a:lnTo>
                  <a:lnTo>
                    <a:pt x="7256" y="3317"/>
                  </a:lnTo>
                  <a:lnTo>
                    <a:pt x="7339" y="3388"/>
                  </a:lnTo>
                  <a:lnTo>
                    <a:pt x="7370" y="3380"/>
                  </a:lnTo>
                  <a:lnTo>
                    <a:pt x="7386" y="3376"/>
                  </a:lnTo>
                  <a:lnTo>
                    <a:pt x="7414" y="3368"/>
                  </a:lnTo>
                  <a:lnTo>
                    <a:pt x="7428" y="3364"/>
                  </a:lnTo>
                  <a:lnTo>
                    <a:pt x="7476" y="3352"/>
                  </a:lnTo>
                  <a:lnTo>
                    <a:pt x="7507" y="3374"/>
                  </a:lnTo>
                  <a:lnTo>
                    <a:pt x="7509" y="3380"/>
                  </a:lnTo>
                  <a:lnTo>
                    <a:pt x="7514" y="3403"/>
                  </a:lnTo>
                  <a:lnTo>
                    <a:pt x="7519" y="3425"/>
                  </a:lnTo>
                  <a:lnTo>
                    <a:pt x="7514" y="3527"/>
                  </a:lnTo>
                  <a:lnTo>
                    <a:pt x="7514" y="3534"/>
                  </a:lnTo>
                  <a:lnTo>
                    <a:pt x="7508" y="3649"/>
                  </a:lnTo>
                  <a:lnTo>
                    <a:pt x="7506" y="3679"/>
                  </a:lnTo>
                  <a:lnTo>
                    <a:pt x="7501" y="3775"/>
                  </a:lnTo>
                  <a:lnTo>
                    <a:pt x="7500" y="3788"/>
                  </a:lnTo>
                  <a:lnTo>
                    <a:pt x="7419" y="3830"/>
                  </a:lnTo>
                  <a:lnTo>
                    <a:pt x="7410" y="3829"/>
                  </a:lnTo>
                  <a:lnTo>
                    <a:pt x="7384" y="3821"/>
                  </a:lnTo>
                  <a:lnTo>
                    <a:pt x="7357" y="3790"/>
                  </a:lnTo>
                  <a:lnTo>
                    <a:pt x="7327" y="3760"/>
                  </a:lnTo>
                  <a:lnTo>
                    <a:pt x="7270" y="3753"/>
                  </a:lnTo>
                  <a:lnTo>
                    <a:pt x="7192" y="3775"/>
                  </a:lnTo>
                  <a:lnTo>
                    <a:pt x="7104" y="3843"/>
                  </a:lnTo>
                  <a:lnTo>
                    <a:pt x="7055" y="3909"/>
                  </a:lnTo>
                  <a:lnTo>
                    <a:pt x="7024" y="3950"/>
                  </a:lnTo>
                  <a:lnTo>
                    <a:pt x="7016" y="3976"/>
                  </a:lnTo>
                  <a:lnTo>
                    <a:pt x="7000" y="4029"/>
                  </a:lnTo>
                  <a:lnTo>
                    <a:pt x="7007" y="4046"/>
                  </a:lnTo>
                  <a:lnTo>
                    <a:pt x="7012" y="4057"/>
                  </a:lnTo>
                  <a:lnTo>
                    <a:pt x="7043" y="4126"/>
                  </a:lnTo>
                  <a:lnTo>
                    <a:pt x="7140" y="4274"/>
                  </a:lnTo>
                  <a:lnTo>
                    <a:pt x="7177" y="4330"/>
                  </a:lnTo>
                  <a:lnTo>
                    <a:pt x="7141" y="4409"/>
                  </a:lnTo>
                  <a:lnTo>
                    <a:pt x="7082" y="4487"/>
                  </a:lnTo>
                  <a:lnTo>
                    <a:pt x="7073" y="4499"/>
                  </a:lnTo>
                  <a:lnTo>
                    <a:pt x="7060" y="4516"/>
                  </a:lnTo>
                  <a:lnTo>
                    <a:pt x="6840" y="4712"/>
                  </a:lnTo>
                  <a:lnTo>
                    <a:pt x="6628" y="4900"/>
                  </a:lnTo>
                  <a:lnTo>
                    <a:pt x="6524" y="4957"/>
                  </a:lnTo>
                  <a:lnTo>
                    <a:pt x="6307" y="5075"/>
                  </a:lnTo>
                  <a:lnTo>
                    <a:pt x="6293" y="5083"/>
                  </a:lnTo>
                  <a:lnTo>
                    <a:pt x="6155" y="5157"/>
                  </a:lnTo>
                  <a:lnTo>
                    <a:pt x="6135" y="5168"/>
                  </a:lnTo>
                  <a:lnTo>
                    <a:pt x="6123" y="5203"/>
                  </a:lnTo>
                  <a:lnTo>
                    <a:pt x="6075" y="5251"/>
                  </a:lnTo>
                  <a:lnTo>
                    <a:pt x="6036" y="5268"/>
                  </a:lnTo>
                  <a:lnTo>
                    <a:pt x="5768" y="5300"/>
                  </a:lnTo>
                  <a:lnTo>
                    <a:pt x="5742" y="5293"/>
                  </a:lnTo>
                  <a:lnTo>
                    <a:pt x="5759" y="5237"/>
                  </a:lnTo>
                  <a:lnTo>
                    <a:pt x="5992" y="5152"/>
                  </a:lnTo>
                  <a:lnTo>
                    <a:pt x="6022" y="4995"/>
                  </a:lnTo>
                  <a:lnTo>
                    <a:pt x="5925" y="4738"/>
                  </a:lnTo>
                  <a:lnTo>
                    <a:pt x="5788" y="4581"/>
                  </a:lnTo>
                  <a:lnTo>
                    <a:pt x="5547" y="4460"/>
                  </a:lnTo>
                  <a:lnTo>
                    <a:pt x="5310" y="4395"/>
                  </a:lnTo>
                  <a:lnTo>
                    <a:pt x="5217" y="4370"/>
                  </a:lnTo>
                  <a:lnTo>
                    <a:pt x="5136" y="4348"/>
                  </a:lnTo>
                  <a:lnTo>
                    <a:pt x="5116" y="4343"/>
                  </a:lnTo>
                  <a:lnTo>
                    <a:pt x="5112" y="4337"/>
                  </a:lnTo>
                  <a:lnTo>
                    <a:pt x="5078" y="4279"/>
                  </a:lnTo>
                  <a:lnTo>
                    <a:pt x="5067" y="4262"/>
                  </a:lnTo>
                  <a:lnTo>
                    <a:pt x="5034" y="4206"/>
                  </a:lnTo>
                  <a:lnTo>
                    <a:pt x="4978" y="4174"/>
                  </a:lnTo>
                  <a:lnTo>
                    <a:pt x="4811" y="4075"/>
                  </a:lnTo>
                  <a:lnTo>
                    <a:pt x="4771" y="4064"/>
                  </a:lnTo>
                  <a:lnTo>
                    <a:pt x="4710" y="4048"/>
                  </a:lnTo>
                  <a:lnTo>
                    <a:pt x="4693" y="4046"/>
                  </a:lnTo>
                  <a:lnTo>
                    <a:pt x="4520" y="4032"/>
                  </a:lnTo>
                  <a:lnTo>
                    <a:pt x="4185" y="4054"/>
                  </a:lnTo>
                  <a:lnTo>
                    <a:pt x="4142" y="4064"/>
                  </a:lnTo>
                  <a:lnTo>
                    <a:pt x="3718" y="4166"/>
                  </a:lnTo>
                  <a:lnTo>
                    <a:pt x="3232" y="4399"/>
                  </a:lnTo>
                  <a:lnTo>
                    <a:pt x="3029" y="4522"/>
                  </a:lnTo>
                  <a:lnTo>
                    <a:pt x="2981" y="4551"/>
                  </a:lnTo>
                  <a:lnTo>
                    <a:pt x="2778" y="4701"/>
                  </a:lnTo>
                  <a:lnTo>
                    <a:pt x="2763" y="4718"/>
                  </a:lnTo>
                  <a:lnTo>
                    <a:pt x="2572" y="4940"/>
                  </a:lnTo>
                  <a:lnTo>
                    <a:pt x="2383" y="5231"/>
                  </a:lnTo>
                  <a:lnTo>
                    <a:pt x="2339" y="5299"/>
                  </a:lnTo>
                  <a:lnTo>
                    <a:pt x="2317" y="5340"/>
                  </a:lnTo>
                  <a:lnTo>
                    <a:pt x="2286" y="5400"/>
                  </a:lnTo>
                  <a:lnTo>
                    <a:pt x="2277" y="5417"/>
                  </a:lnTo>
                  <a:lnTo>
                    <a:pt x="2233" y="5502"/>
                  </a:lnTo>
                  <a:lnTo>
                    <a:pt x="2219" y="5555"/>
                  </a:lnTo>
                  <a:lnTo>
                    <a:pt x="2174" y="5813"/>
                  </a:lnTo>
                  <a:lnTo>
                    <a:pt x="2172" y="5821"/>
                  </a:lnTo>
                  <a:lnTo>
                    <a:pt x="2032" y="6106"/>
                  </a:lnTo>
                  <a:lnTo>
                    <a:pt x="2021" y="6111"/>
                  </a:lnTo>
                  <a:lnTo>
                    <a:pt x="1982" y="6132"/>
                  </a:lnTo>
                  <a:lnTo>
                    <a:pt x="1976" y="6135"/>
                  </a:lnTo>
                  <a:lnTo>
                    <a:pt x="1914" y="6168"/>
                  </a:lnTo>
                  <a:lnTo>
                    <a:pt x="1908" y="6171"/>
                  </a:lnTo>
                  <a:lnTo>
                    <a:pt x="1768" y="6217"/>
                  </a:lnTo>
                  <a:lnTo>
                    <a:pt x="1732" y="6219"/>
                  </a:lnTo>
                  <a:lnTo>
                    <a:pt x="1701" y="6220"/>
                  </a:lnTo>
                  <a:lnTo>
                    <a:pt x="1650" y="6223"/>
                  </a:lnTo>
                  <a:lnTo>
                    <a:pt x="1623" y="6225"/>
                  </a:lnTo>
                  <a:lnTo>
                    <a:pt x="1613" y="6207"/>
                  </a:lnTo>
                  <a:lnTo>
                    <a:pt x="1561" y="6118"/>
                  </a:lnTo>
                  <a:lnTo>
                    <a:pt x="1553" y="6113"/>
                  </a:lnTo>
                  <a:lnTo>
                    <a:pt x="1460" y="6059"/>
                  </a:lnTo>
                  <a:lnTo>
                    <a:pt x="1090" y="5844"/>
                  </a:lnTo>
                  <a:lnTo>
                    <a:pt x="865" y="5766"/>
                  </a:lnTo>
                  <a:lnTo>
                    <a:pt x="590" y="5565"/>
                  </a:lnTo>
                  <a:lnTo>
                    <a:pt x="575" y="5548"/>
                  </a:lnTo>
                  <a:lnTo>
                    <a:pt x="568" y="5539"/>
                  </a:lnTo>
                  <a:lnTo>
                    <a:pt x="500" y="5481"/>
                  </a:lnTo>
                  <a:lnTo>
                    <a:pt x="106" y="5140"/>
                  </a:lnTo>
                  <a:lnTo>
                    <a:pt x="91" y="5122"/>
                  </a:lnTo>
                  <a:lnTo>
                    <a:pt x="11" y="5025"/>
                  </a:lnTo>
                  <a:lnTo>
                    <a:pt x="0" y="5012"/>
                  </a:lnTo>
                  <a:lnTo>
                    <a:pt x="7" y="4997"/>
                  </a:lnTo>
                  <a:lnTo>
                    <a:pt x="19" y="4971"/>
                  </a:lnTo>
                  <a:lnTo>
                    <a:pt x="28" y="4953"/>
                  </a:lnTo>
                  <a:lnTo>
                    <a:pt x="75" y="4946"/>
                  </a:lnTo>
                  <a:lnTo>
                    <a:pt x="90" y="4943"/>
                  </a:lnTo>
                  <a:lnTo>
                    <a:pt x="128" y="4938"/>
                  </a:lnTo>
                  <a:lnTo>
                    <a:pt x="152" y="4934"/>
                  </a:lnTo>
                  <a:lnTo>
                    <a:pt x="319" y="4909"/>
                  </a:lnTo>
                  <a:lnTo>
                    <a:pt x="405" y="4896"/>
                  </a:lnTo>
                  <a:lnTo>
                    <a:pt x="423" y="4893"/>
                  </a:lnTo>
                  <a:lnTo>
                    <a:pt x="858" y="4806"/>
                  </a:lnTo>
                  <a:lnTo>
                    <a:pt x="1143" y="4473"/>
                  </a:lnTo>
                  <a:lnTo>
                    <a:pt x="1184" y="4305"/>
                  </a:lnTo>
                  <a:lnTo>
                    <a:pt x="1201" y="4233"/>
                  </a:lnTo>
                  <a:lnTo>
                    <a:pt x="1209" y="4203"/>
                  </a:lnTo>
                  <a:lnTo>
                    <a:pt x="1208" y="4173"/>
                  </a:lnTo>
                  <a:lnTo>
                    <a:pt x="1200" y="3928"/>
                  </a:lnTo>
                  <a:lnTo>
                    <a:pt x="1196" y="3806"/>
                  </a:lnTo>
                  <a:lnTo>
                    <a:pt x="1015" y="3327"/>
                  </a:lnTo>
                  <a:lnTo>
                    <a:pt x="937" y="2944"/>
                  </a:lnTo>
                  <a:lnTo>
                    <a:pt x="940" y="2939"/>
                  </a:lnTo>
                  <a:lnTo>
                    <a:pt x="963" y="2903"/>
                  </a:lnTo>
                  <a:lnTo>
                    <a:pt x="882" y="2848"/>
                  </a:lnTo>
                  <a:lnTo>
                    <a:pt x="863" y="2835"/>
                  </a:lnTo>
                  <a:lnTo>
                    <a:pt x="849" y="2826"/>
                  </a:lnTo>
                  <a:lnTo>
                    <a:pt x="824" y="2809"/>
                  </a:lnTo>
                  <a:lnTo>
                    <a:pt x="804" y="2801"/>
                  </a:lnTo>
                  <a:lnTo>
                    <a:pt x="773" y="2788"/>
                  </a:lnTo>
                  <a:lnTo>
                    <a:pt x="730" y="2770"/>
                  </a:lnTo>
                  <a:lnTo>
                    <a:pt x="675" y="2732"/>
                  </a:lnTo>
                  <a:lnTo>
                    <a:pt x="491" y="2600"/>
                  </a:lnTo>
                  <a:lnTo>
                    <a:pt x="404" y="2538"/>
                  </a:lnTo>
                  <a:lnTo>
                    <a:pt x="415" y="2504"/>
                  </a:lnTo>
                  <a:lnTo>
                    <a:pt x="470" y="2330"/>
                  </a:lnTo>
                  <a:lnTo>
                    <a:pt x="475" y="2322"/>
                  </a:lnTo>
                  <a:lnTo>
                    <a:pt x="549" y="2179"/>
                  </a:lnTo>
                  <a:lnTo>
                    <a:pt x="639" y="2108"/>
                  </a:lnTo>
                  <a:lnTo>
                    <a:pt x="665" y="2088"/>
                  </a:lnTo>
                  <a:lnTo>
                    <a:pt x="969" y="1852"/>
                  </a:lnTo>
                  <a:lnTo>
                    <a:pt x="1268" y="1679"/>
                  </a:lnTo>
                  <a:lnTo>
                    <a:pt x="1276" y="1675"/>
                  </a:lnTo>
                  <a:lnTo>
                    <a:pt x="1310" y="1680"/>
                  </a:lnTo>
                  <a:lnTo>
                    <a:pt x="1327" y="1682"/>
                  </a:lnTo>
                  <a:lnTo>
                    <a:pt x="1366" y="1688"/>
                  </a:lnTo>
                  <a:lnTo>
                    <a:pt x="1376" y="1690"/>
                  </a:lnTo>
                  <a:lnTo>
                    <a:pt x="1496" y="1756"/>
                  </a:lnTo>
                  <a:lnTo>
                    <a:pt x="1620" y="1849"/>
                  </a:lnTo>
                  <a:lnTo>
                    <a:pt x="2008" y="2247"/>
                  </a:lnTo>
                  <a:lnTo>
                    <a:pt x="2050" y="2290"/>
                  </a:lnTo>
                  <a:lnTo>
                    <a:pt x="2355" y="2527"/>
                  </a:lnTo>
                  <a:lnTo>
                    <a:pt x="2395" y="2558"/>
                  </a:lnTo>
                  <a:lnTo>
                    <a:pt x="2728" y="2736"/>
                  </a:lnTo>
                  <a:lnTo>
                    <a:pt x="2816" y="2783"/>
                  </a:lnTo>
                  <a:lnTo>
                    <a:pt x="3364" y="2902"/>
                  </a:lnTo>
                  <a:lnTo>
                    <a:pt x="3527" y="2937"/>
                  </a:lnTo>
                  <a:lnTo>
                    <a:pt x="3588" y="2938"/>
                  </a:lnTo>
                  <a:lnTo>
                    <a:pt x="3822" y="2943"/>
                  </a:lnTo>
                  <a:lnTo>
                    <a:pt x="3826" y="2939"/>
                  </a:lnTo>
                  <a:lnTo>
                    <a:pt x="4093" y="2670"/>
                  </a:lnTo>
                  <a:lnTo>
                    <a:pt x="4154" y="2562"/>
                  </a:lnTo>
                  <a:lnTo>
                    <a:pt x="4193" y="2436"/>
                  </a:lnTo>
                  <a:lnTo>
                    <a:pt x="4173" y="2258"/>
                  </a:lnTo>
                  <a:lnTo>
                    <a:pt x="4171" y="2237"/>
                  </a:lnTo>
                  <a:lnTo>
                    <a:pt x="4177" y="2202"/>
                  </a:lnTo>
                  <a:lnTo>
                    <a:pt x="4222" y="1959"/>
                  </a:lnTo>
                  <a:lnTo>
                    <a:pt x="4255" y="1936"/>
                  </a:lnTo>
                  <a:lnTo>
                    <a:pt x="4506" y="1641"/>
                  </a:lnTo>
                  <a:lnTo>
                    <a:pt x="4528" y="1574"/>
                  </a:lnTo>
                  <a:lnTo>
                    <a:pt x="4507" y="1444"/>
                  </a:lnTo>
                  <a:lnTo>
                    <a:pt x="4473" y="1236"/>
                  </a:lnTo>
                  <a:lnTo>
                    <a:pt x="4473" y="1228"/>
                  </a:lnTo>
                  <a:lnTo>
                    <a:pt x="4473" y="1150"/>
                  </a:lnTo>
                  <a:lnTo>
                    <a:pt x="4474" y="925"/>
                  </a:lnTo>
                  <a:lnTo>
                    <a:pt x="4825" y="673"/>
                  </a:lnTo>
                  <a:lnTo>
                    <a:pt x="4830" y="670"/>
                  </a:lnTo>
                  <a:lnTo>
                    <a:pt x="5106" y="496"/>
                  </a:lnTo>
                  <a:lnTo>
                    <a:pt x="5148" y="454"/>
                  </a:lnTo>
                  <a:lnTo>
                    <a:pt x="5165" y="410"/>
                  </a:lnTo>
                  <a:lnTo>
                    <a:pt x="5171" y="391"/>
                  </a:lnTo>
                  <a:lnTo>
                    <a:pt x="5152" y="306"/>
                  </a:lnTo>
                  <a:lnTo>
                    <a:pt x="5148" y="100"/>
                  </a:lnTo>
                  <a:lnTo>
                    <a:pt x="5387" y="15"/>
                  </a:lnTo>
                  <a:lnTo>
                    <a:pt x="5402" y="9"/>
                  </a:lnTo>
                  <a:lnTo>
                    <a:pt x="5429" y="0"/>
                  </a:lnTo>
                  <a:lnTo>
                    <a:pt x="5438" y="1"/>
                  </a:lnTo>
                  <a:lnTo>
                    <a:pt x="5573" y="36"/>
                  </a:lnTo>
                  <a:lnTo>
                    <a:pt x="5661" y="121"/>
                  </a:lnTo>
                  <a:lnTo>
                    <a:pt x="5690" y="169"/>
                  </a:lnTo>
                  <a:lnTo>
                    <a:pt x="5755" y="276"/>
                  </a:lnTo>
                  <a:lnTo>
                    <a:pt x="5771" y="352"/>
                  </a:lnTo>
                  <a:lnTo>
                    <a:pt x="5782" y="403"/>
                  </a:lnTo>
                  <a:lnTo>
                    <a:pt x="5805" y="513"/>
                  </a:lnTo>
                  <a:lnTo>
                    <a:pt x="5876" y="691"/>
                  </a:lnTo>
                  <a:lnTo>
                    <a:pt x="5954" y="8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7154533" y="2082479"/>
              <a:ext cx="3221" cy="1730"/>
            </a:xfrm>
            <a:custGeom>
              <a:avLst/>
              <a:pathLst>
                <a:path w="3221" h="1730">
                  <a:moveTo>
                    <a:pt x="1295" y="302"/>
                  </a:moveTo>
                  <a:lnTo>
                    <a:pt x="1309" y="318"/>
                  </a:lnTo>
                  <a:lnTo>
                    <a:pt x="1392" y="296"/>
                  </a:lnTo>
                  <a:lnTo>
                    <a:pt x="1493" y="270"/>
                  </a:lnTo>
                  <a:lnTo>
                    <a:pt x="1986" y="334"/>
                  </a:lnTo>
                  <a:lnTo>
                    <a:pt x="1992" y="338"/>
                  </a:lnTo>
                  <a:lnTo>
                    <a:pt x="1999" y="343"/>
                  </a:lnTo>
                  <a:lnTo>
                    <a:pt x="2007" y="337"/>
                  </a:lnTo>
                  <a:lnTo>
                    <a:pt x="2024" y="341"/>
                  </a:lnTo>
                  <a:lnTo>
                    <a:pt x="2152" y="362"/>
                  </a:lnTo>
                  <a:lnTo>
                    <a:pt x="2200" y="369"/>
                  </a:lnTo>
                  <a:lnTo>
                    <a:pt x="2294" y="387"/>
                  </a:lnTo>
                  <a:lnTo>
                    <a:pt x="2499" y="426"/>
                  </a:lnTo>
                  <a:lnTo>
                    <a:pt x="2598" y="399"/>
                  </a:lnTo>
                  <a:lnTo>
                    <a:pt x="2606" y="401"/>
                  </a:lnTo>
                  <a:lnTo>
                    <a:pt x="2622" y="460"/>
                  </a:lnTo>
                  <a:lnTo>
                    <a:pt x="2632" y="468"/>
                  </a:lnTo>
                  <a:lnTo>
                    <a:pt x="2758" y="492"/>
                  </a:lnTo>
                  <a:lnTo>
                    <a:pt x="2770" y="496"/>
                  </a:lnTo>
                  <a:lnTo>
                    <a:pt x="2934" y="538"/>
                  </a:lnTo>
                  <a:lnTo>
                    <a:pt x="3059" y="561"/>
                  </a:lnTo>
                  <a:lnTo>
                    <a:pt x="3169" y="625"/>
                  </a:lnTo>
                  <a:lnTo>
                    <a:pt x="3206" y="698"/>
                  </a:lnTo>
                  <a:lnTo>
                    <a:pt x="3218" y="753"/>
                  </a:lnTo>
                  <a:lnTo>
                    <a:pt x="3221" y="764"/>
                  </a:lnTo>
                  <a:lnTo>
                    <a:pt x="3205" y="776"/>
                  </a:lnTo>
                  <a:lnTo>
                    <a:pt x="3119" y="842"/>
                  </a:lnTo>
                  <a:lnTo>
                    <a:pt x="3021" y="859"/>
                  </a:lnTo>
                  <a:lnTo>
                    <a:pt x="2672" y="915"/>
                  </a:lnTo>
                  <a:lnTo>
                    <a:pt x="2521" y="860"/>
                  </a:lnTo>
                  <a:lnTo>
                    <a:pt x="2517" y="903"/>
                  </a:lnTo>
                  <a:lnTo>
                    <a:pt x="2512" y="910"/>
                  </a:lnTo>
                  <a:lnTo>
                    <a:pt x="2491" y="912"/>
                  </a:lnTo>
                  <a:lnTo>
                    <a:pt x="2304" y="843"/>
                  </a:lnTo>
                  <a:lnTo>
                    <a:pt x="2212" y="809"/>
                  </a:lnTo>
                  <a:lnTo>
                    <a:pt x="2204" y="805"/>
                  </a:lnTo>
                  <a:lnTo>
                    <a:pt x="2192" y="837"/>
                  </a:lnTo>
                  <a:lnTo>
                    <a:pt x="2231" y="855"/>
                  </a:lnTo>
                  <a:lnTo>
                    <a:pt x="2452" y="932"/>
                  </a:lnTo>
                  <a:lnTo>
                    <a:pt x="2465" y="942"/>
                  </a:lnTo>
                  <a:lnTo>
                    <a:pt x="2468" y="950"/>
                  </a:lnTo>
                  <a:lnTo>
                    <a:pt x="2683" y="1021"/>
                  </a:lnTo>
                  <a:lnTo>
                    <a:pt x="2891" y="986"/>
                  </a:lnTo>
                  <a:lnTo>
                    <a:pt x="3109" y="949"/>
                  </a:lnTo>
                  <a:lnTo>
                    <a:pt x="3117" y="976"/>
                  </a:lnTo>
                  <a:lnTo>
                    <a:pt x="2676" y="1349"/>
                  </a:lnTo>
                  <a:lnTo>
                    <a:pt x="2596" y="1418"/>
                  </a:lnTo>
                  <a:lnTo>
                    <a:pt x="2473" y="1524"/>
                  </a:lnTo>
                  <a:lnTo>
                    <a:pt x="2345" y="1607"/>
                  </a:lnTo>
                  <a:lnTo>
                    <a:pt x="2307" y="1632"/>
                  </a:lnTo>
                  <a:lnTo>
                    <a:pt x="2281" y="1643"/>
                  </a:lnTo>
                  <a:lnTo>
                    <a:pt x="2223" y="1667"/>
                  </a:lnTo>
                  <a:lnTo>
                    <a:pt x="2210" y="1672"/>
                  </a:lnTo>
                  <a:lnTo>
                    <a:pt x="2202" y="1674"/>
                  </a:lnTo>
                  <a:lnTo>
                    <a:pt x="2032" y="1730"/>
                  </a:lnTo>
                  <a:lnTo>
                    <a:pt x="1943" y="1729"/>
                  </a:lnTo>
                  <a:lnTo>
                    <a:pt x="1879" y="1727"/>
                  </a:lnTo>
                  <a:lnTo>
                    <a:pt x="1838" y="1719"/>
                  </a:lnTo>
                  <a:lnTo>
                    <a:pt x="1804" y="1710"/>
                  </a:lnTo>
                  <a:lnTo>
                    <a:pt x="1802" y="1690"/>
                  </a:lnTo>
                  <a:lnTo>
                    <a:pt x="1964" y="1355"/>
                  </a:lnTo>
                  <a:lnTo>
                    <a:pt x="1963" y="1345"/>
                  </a:lnTo>
                  <a:lnTo>
                    <a:pt x="1793" y="1476"/>
                  </a:lnTo>
                  <a:lnTo>
                    <a:pt x="1701" y="1469"/>
                  </a:lnTo>
                  <a:lnTo>
                    <a:pt x="1428" y="1448"/>
                  </a:lnTo>
                  <a:lnTo>
                    <a:pt x="1422" y="1447"/>
                  </a:lnTo>
                  <a:lnTo>
                    <a:pt x="1171" y="1392"/>
                  </a:lnTo>
                  <a:lnTo>
                    <a:pt x="1076" y="1314"/>
                  </a:lnTo>
                  <a:lnTo>
                    <a:pt x="1067" y="1288"/>
                  </a:lnTo>
                  <a:lnTo>
                    <a:pt x="1044" y="1225"/>
                  </a:lnTo>
                  <a:lnTo>
                    <a:pt x="1057" y="1192"/>
                  </a:lnTo>
                  <a:lnTo>
                    <a:pt x="1035" y="1163"/>
                  </a:lnTo>
                  <a:lnTo>
                    <a:pt x="951" y="1048"/>
                  </a:lnTo>
                  <a:lnTo>
                    <a:pt x="814" y="960"/>
                  </a:lnTo>
                  <a:lnTo>
                    <a:pt x="685" y="876"/>
                  </a:lnTo>
                  <a:lnTo>
                    <a:pt x="681" y="874"/>
                  </a:lnTo>
                  <a:lnTo>
                    <a:pt x="599" y="839"/>
                  </a:lnTo>
                  <a:lnTo>
                    <a:pt x="582" y="832"/>
                  </a:lnTo>
                  <a:lnTo>
                    <a:pt x="572" y="827"/>
                  </a:lnTo>
                  <a:lnTo>
                    <a:pt x="532" y="810"/>
                  </a:lnTo>
                  <a:lnTo>
                    <a:pt x="514" y="803"/>
                  </a:lnTo>
                  <a:lnTo>
                    <a:pt x="428" y="949"/>
                  </a:lnTo>
                  <a:lnTo>
                    <a:pt x="188" y="819"/>
                  </a:lnTo>
                  <a:lnTo>
                    <a:pt x="0" y="632"/>
                  </a:lnTo>
                  <a:lnTo>
                    <a:pt x="47" y="381"/>
                  </a:lnTo>
                  <a:lnTo>
                    <a:pt x="472" y="112"/>
                  </a:lnTo>
                  <a:lnTo>
                    <a:pt x="574" y="48"/>
                  </a:lnTo>
                  <a:lnTo>
                    <a:pt x="691" y="26"/>
                  </a:lnTo>
                  <a:lnTo>
                    <a:pt x="959" y="1"/>
                  </a:lnTo>
                  <a:lnTo>
                    <a:pt x="977" y="0"/>
                  </a:lnTo>
                  <a:lnTo>
                    <a:pt x="1066" y="34"/>
                  </a:lnTo>
                  <a:lnTo>
                    <a:pt x="1266" y="267"/>
                  </a:lnTo>
                  <a:lnTo>
                    <a:pt x="1295" y="3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7172835" y="2071189"/>
              <a:ext cx="474" cy="280"/>
            </a:xfrm>
            <a:custGeom>
              <a:avLst/>
              <a:pathLst>
                <a:path w="474" h="280">
                  <a:moveTo>
                    <a:pt x="465" y="226"/>
                  </a:moveTo>
                  <a:lnTo>
                    <a:pt x="442" y="259"/>
                  </a:lnTo>
                  <a:lnTo>
                    <a:pt x="407" y="277"/>
                  </a:lnTo>
                  <a:lnTo>
                    <a:pt x="385" y="280"/>
                  </a:lnTo>
                  <a:lnTo>
                    <a:pt x="369" y="276"/>
                  </a:lnTo>
                  <a:lnTo>
                    <a:pt x="351" y="261"/>
                  </a:lnTo>
                  <a:lnTo>
                    <a:pt x="324" y="238"/>
                  </a:lnTo>
                  <a:lnTo>
                    <a:pt x="309" y="231"/>
                  </a:lnTo>
                  <a:lnTo>
                    <a:pt x="10" y="249"/>
                  </a:lnTo>
                  <a:lnTo>
                    <a:pt x="0" y="164"/>
                  </a:lnTo>
                  <a:lnTo>
                    <a:pt x="8" y="134"/>
                  </a:lnTo>
                  <a:lnTo>
                    <a:pt x="41" y="117"/>
                  </a:lnTo>
                  <a:lnTo>
                    <a:pt x="68" y="115"/>
                  </a:lnTo>
                  <a:lnTo>
                    <a:pt x="129" y="104"/>
                  </a:lnTo>
                  <a:lnTo>
                    <a:pt x="172" y="77"/>
                  </a:lnTo>
                  <a:lnTo>
                    <a:pt x="303" y="16"/>
                  </a:lnTo>
                  <a:lnTo>
                    <a:pt x="311" y="10"/>
                  </a:lnTo>
                  <a:lnTo>
                    <a:pt x="340" y="3"/>
                  </a:lnTo>
                  <a:lnTo>
                    <a:pt x="352" y="0"/>
                  </a:lnTo>
                  <a:lnTo>
                    <a:pt x="370" y="2"/>
                  </a:lnTo>
                  <a:lnTo>
                    <a:pt x="382" y="20"/>
                  </a:lnTo>
                  <a:lnTo>
                    <a:pt x="467" y="172"/>
                  </a:lnTo>
                  <a:lnTo>
                    <a:pt x="474" y="206"/>
                  </a:lnTo>
                  <a:lnTo>
                    <a:pt x="465" y="2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7182731" y="2062052"/>
              <a:ext cx="317" cy="518"/>
            </a:xfrm>
            <a:custGeom>
              <a:avLst/>
              <a:pathLst>
                <a:path w="317" h="518">
                  <a:moveTo>
                    <a:pt x="243" y="516"/>
                  </a:moveTo>
                  <a:lnTo>
                    <a:pt x="211" y="518"/>
                  </a:lnTo>
                  <a:lnTo>
                    <a:pt x="131" y="487"/>
                  </a:lnTo>
                  <a:lnTo>
                    <a:pt x="114" y="456"/>
                  </a:lnTo>
                  <a:lnTo>
                    <a:pt x="114" y="409"/>
                  </a:lnTo>
                  <a:lnTo>
                    <a:pt x="105" y="343"/>
                  </a:lnTo>
                  <a:lnTo>
                    <a:pt x="101" y="330"/>
                  </a:lnTo>
                  <a:lnTo>
                    <a:pt x="68" y="275"/>
                  </a:lnTo>
                  <a:lnTo>
                    <a:pt x="34" y="186"/>
                  </a:lnTo>
                  <a:lnTo>
                    <a:pt x="27" y="176"/>
                  </a:lnTo>
                  <a:lnTo>
                    <a:pt x="5" y="120"/>
                  </a:lnTo>
                  <a:lnTo>
                    <a:pt x="0" y="90"/>
                  </a:lnTo>
                  <a:lnTo>
                    <a:pt x="0" y="45"/>
                  </a:lnTo>
                  <a:lnTo>
                    <a:pt x="8" y="22"/>
                  </a:lnTo>
                  <a:lnTo>
                    <a:pt x="37" y="0"/>
                  </a:lnTo>
                  <a:lnTo>
                    <a:pt x="62" y="0"/>
                  </a:lnTo>
                  <a:lnTo>
                    <a:pt x="139" y="29"/>
                  </a:lnTo>
                  <a:lnTo>
                    <a:pt x="162" y="37"/>
                  </a:lnTo>
                  <a:lnTo>
                    <a:pt x="188" y="57"/>
                  </a:lnTo>
                  <a:lnTo>
                    <a:pt x="203" y="65"/>
                  </a:lnTo>
                  <a:lnTo>
                    <a:pt x="238" y="88"/>
                  </a:lnTo>
                  <a:lnTo>
                    <a:pt x="241" y="101"/>
                  </a:lnTo>
                  <a:lnTo>
                    <a:pt x="231" y="111"/>
                  </a:lnTo>
                  <a:lnTo>
                    <a:pt x="213" y="127"/>
                  </a:lnTo>
                  <a:lnTo>
                    <a:pt x="200" y="165"/>
                  </a:lnTo>
                  <a:lnTo>
                    <a:pt x="191" y="200"/>
                  </a:lnTo>
                  <a:lnTo>
                    <a:pt x="197" y="239"/>
                  </a:lnTo>
                  <a:lnTo>
                    <a:pt x="219" y="277"/>
                  </a:lnTo>
                  <a:lnTo>
                    <a:pt x="259" y="314"/>
                  </a:lnTo>
                  <a:lnTo>
                    <a:pt x="291" y="349"/>
                  </a:lnTo>
                  <a:lnTo>
                    <a:pt x="312" y="394"/>
                  </a:lnTo>
                  <a:lnTo>
                    <a:pt x="317" y="414"/>
                  </a:lnTo>
                  <a:lnTo>
                    <a:pt x="312" y="425"/>
                  </a:lnTo>
                  <a:lnTo>
                    <a:pt x="300" y="471"/>
                  </a:lnTo>
                  <a:lnTo>
                    <a:pt x="243" y="51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7199072" y="2064085"/>
              <a:ext cx="654" cy="391"/>
            </a:xfrm>
            <a:custGeom>
              <a:avLst/>
              <a:pathLst>
                <a:path w="654" h="391">
                  <a:moveTo>
                    <a:pt x="465" y="331"/>
                  </a:moveTo>
                  <a:lnTo>
                    <a:pt x="430" y="391"/>
                  </a:lnTo>
                  <a:lnTo>
                    <a:pt x="295" y="341"/>
                  </a:lnTo>
                  <a:lnTo>
                    <a:pt x="9" y="85"/>
                  </a:lnTo>
                  <a:lnTo>
                    <a:pt x="0" y="42"/>
                  </a:lnTo>
                  <a:lnTo>
                    <a:pt x="15" y="21"/>
                  </a:lnTo>
                  <a:lnTo>
                    <a:pt x="109" y="0"/>
                  </a:lnTo>
                  <a:lnTo>
                    <a:pt x="378" y="27"/>
                  </a:lnTo>
                  <a:lnTo>
                    <a:pt x="519" y="66"/>
                  </a:lnTo>
                  <a:lnTo>
                    <a:pt x="613" y="123"/>
                  </a:lnTo>
                  <a:lnTo>
                    <a:pt x="654" y="176"/>
                  </a:lnTo>
                  <a:lnTo>
                    <a:pt x="622" y="336"/>
                  </a:lnTo>
                  <a:lnTo>
                    <a:pt x="497" y="319"/>
                  </a:lnTo>
                  <a:lnTo>
                    <a:pt x="465" y="3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7183235" y="2060212"/>
              <a:ext cx="323" cy="408"/>
            </a:xfrm>
            <a:custGeom>
              <a:avLst/>
              <a:pathLst>
                <a:path w="323" h="408">
                  <a:moveTo>
                    <a:pt x="159" y="408"/>
                  </a:moveTo>
                  <a:lnTo>
                    <a:pt x="65" y="402"/>
                  </a:lnTo>
                  <a:lnTo>
                    <a:pt x="0" y="203"/>
                  </a:lnTo>
                  <a:lnTo>
                    <a:pt x="163" y="57"/>
                  </a:lnTo>
                  <a:lnTo>
                    <a:pt x="261" y="0"/>
                  </a:lnTo>
                  <a:lnTo>
                    <a:pt x="318" y="79"/>
                  </a:lnTo>
                  <a:lnTo>
                    <a:pt x="323" y="119"/>
                  </a:lnTo>
                  <a:lnTo>
                    <a:pt x="303" y="205"/>
                  </a:lnTo>
                  <a:lnTo>
                    <a:pt x="269" y="264"/>
                  </a:lnTo>
                  <a:lnTo>
                    <a:pt x="159" y="40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7185414" y="2059330"/>
              <a:ext cx="2401" cy="3463"/>
            </a:xfrm>
            <a:custGeom>
              <a:avLst/>
              <a:pathLst>
                <a:path w="2401" h="3463">
                  <a:moveTo>
                    <a:pt x="2161" y="477"/>
                  </a:moveTo>
                  <a:lnTo>
                    <a:pt x="2150" y="496"/>
                  </a:lnTo>
                  <a:lnTo>
                    <a:pt x="2138" y="521"/>
                  </a:lnTo>
                  <a:lnTo>
                    <a:pt x="2107" y="585"/>
                  </a:lnTo>
                  <a:lnTo>
                    <a:pt x="2059" y="650"/>
                  </a:lnTo>
                  <a:lnTo>
                    <a:pt x="2056" y="654"/>
                  </a:lnTo>
                  <a:lnTo>
                    <a:pt x="1984" y="743"/>
                  </a:lnTo>
                  <a:lnTo>
                    <a:pt x="1934" y="776"/>
                  </a:lnTo>
                  <a:lnTo>
                    <a:pt x="1919" y="786"/>
                  </a:lnTo>
                  <a:lnTo>
                    <a:pt x="1904" y="795"/>
                  </a:lnTo>
                  <a:lnTo>
                    <a:pt x="1890" y="795"/>
                  </a:lnTo>
                  <a:lnTo>
                    <a:pt x="1833" y="796"/>
                  </a:lnTo>
                  <a:lnTo>
                    <a:pt x="1771" y="781"/>
                  </a:lnTo>
                  <a:lnTo>
                    <a:pt x="1727" y="755"/>
                  </a:lnTo>
                  <a:lnTo>
                    <a:pt x="1673" y="770"/>
                  </a:lnTo>
                  <a:lnTo>
                    <a:pt x="1633" y="818"/>
                  </a:lnTo>
                  <a:lnTo>
                    <a:pt x="1573" y="943"/>
                  </a:lnTo>
                  <a:lnTo>
                    <a:pt x="1515" y="1063"/>
                  </a:lnTo>
                  <a:lnTo>
                    <a:pt x="1494" y="1148"/>
                  </a:lnTo>
                  <a:lnTo>
                    <a:pt x="1490" y="1175"/>
                  </a:lnTo>
                  <a:lnTo>
                    <a:pt x="1485" y="1303"/>
                  </a:lnTo>
                  <a:lnTo>
                    <a:pt x="1490" y="1369"/>
                  </a:lnTo>
                  <a:lnTo>
                    <a:pt x="1505" y="1441"/>
                  </a:lnTo>
                  <a:lnTo>
                    <a:pt x="1518" y="1481"/>
                  </a:lnTo>
                  <a:lnTo>
                    <a:pt x="1533" y="1505"/>
                  </a:lnTo>
                  <a:lnTo>
                    <a:pt x="1545" y="1517"/>
                  </a:lnTo>
                  <a:lnTo>
                    <a:pt x="1555" y="1527"/>
                  </a:lnTo>
                  <a:lnTo>
                    <a:pt x="1574" y="1545"/>
                  </a:lnTo>
                  <a:lnTo>
                    <a:pt x="1598" y="1565"/>
                  </a:lnTo>
                  <a:lnTo>
                    <a:pt x="1628" y="1565"/>
                  </a:lnTo>
                  <a:lnTo>
                    <a:pt x="1645" y="1565"/>
                  </a:lnTo>
                  <a:lnTo>
                    <a:pt x="1709" y="1545"/>
                  </a:lnTo>
                  <a:lnTo>
                    <a:pt x="1731" y="1543"/>
                  </a:lnTo>
                  <a:lnTo>
                    <a:pt x="1749" y="1542"/>
                  </a:lnTo>
                  <a:lnTo>
                    <a:pt x="1772" y="1563"/>
                  </a:lnTo>
                  <a:lnTo>
                    <a:pt x="1792" y="1593"/>
                  </a:lnTo>
                  <a:lnTo>
                    <a:pt x="1800" y="1670"/>
                  </a:lnTo>
                  <a:lnTo>
                    <a:pt x="1763" y="1701"/>
                  </a:lnTo>
                  <a:lnTo>
                    <a:pt x="1747" y="1703"/>
                  </a:lnTo>
                  <a:lnTo>
                    <a:pt x="1728" y="1705"/>
                  </a:lnTo>
                  <a:lnTo>
                    <a:pt x="1699" y="1695"/>
                  </a:lnTo>
                  <a:lnTo>
                    <a:pt x="1682" y="1703"/>
                  </a:lnTo>
                  <a:lnTo>
                    <a:pt x="1653" y="1745"/>
                  </a:lnTo>
                  <a:lnTo>
                    <a:pt x="1634" y="1783"/>
                  </a:lnTo>
                  <a:lnTo>
                    <a:pt x="1610" y="1861"/>
                  </a:lnTo>
                  <a:lnTo>
                    <a:pt x="1603" y="1923"/>
                  </a:lnTo>
                  <a:lnTo>
                    <a:pt x="1604" y="1939"/>
                  </a:lnTo>
                  <a:lnTo>
                    <a:pt x="1606" y="1955"/>
                  </a:lnTo>
                  <a:lnTo>
                    <a:pt x="1611" y="1970"/>
                  </a:lnTo>
                  <a:lnTo>
                    <a:pt x="1629" y="2017"/>
                  </a:lnTo>
                  <a:lnTo>
                    <a:pt x="1639" y="2044"/>
                  </a:lnTo>
                  <a:lnTo>
                    <a:pt x="1655" y="2065"/>
                  </a:lnTo>
                  <a:lnTo>
                    <a:pt x="1668" y="2082"/>
                  </a:lnTo>
                  <a:lnTo>
                    <a:pt x="1680" y="2091"/>
                  </a:lnTo>
                  <a:lnTo>
                    <a:pt x="1703" y="2092"/>
                  </a:lnTo>
                  <a:lnTo>
                    <a:pt x="1728" y="2086"/>
                  </a:lnTo>
                  <a:lnTo>
                    <a:pt x="1745" y="2082"/>
                  </a:lnTo>
                  <a:lnTo>
                    <a:pt x="1829" y="2062"/>
                  </a:lnTo>
                  <a:lnTo>
                    <a:pt x="1836" y="2060"/>
                  </a:lnTo>
                  <a:lnTo>
                    <a:pt x="1860" y="2049"/>
                  </a:lnTo>
                  <a:lnTo>
                    <a:pt x="1903" y="2019"/>
                  </a:lnTo>
                  <a:lnTo>
                    <a:pt x="1935" y="2029"/>
                  </a:lnTo>
                  <a:lnTo>
                    <a:pt x="1940" y="2032"/>
                  </a:lnTo>
                  <a:lnTo>
                    <a:pt x="1958" y="2048"/>
                  </a:lnTo>
                  <a:lnTo>
                    <a:pt x="1957" y="2057"/>
                  </a:lnTo>
                  <a:lnTo>
                    <a:pt x="1957" y="2076"/>
                  </a:lnTo>
                  <a:lnTo>
                    <a:pt x="1933" y="2157"/>
                  </a:lnTo>
                  <a:lnTo>
                    <a:pt x="1928" y="2165"/>
                  </a:lnTo>
                  <a:lnTo>
                    <a:pt x="1922" y="2172"/>
                  </a:lnTo>
                  <a:lnTo>
                    <a:pt x="1913" y="2185"/>
                  </a:lnTo>
                  <a:lnTo>
                    <a:pt x="1891" y="2224"/>
                  </a:lnTo>
                  <a:lnTo>
                    <a:pt x="1879" y="2228"/>
                  </a:lnTo>
                  <a:lnTo>
                    <a:pt x="1866" y="2233"/>
                  </a:lnTo>
                  <a:lnTo>
                    <a:pt x="1798" y="2211"/>
                  </a:lnTo>
                  <a:lnTo>
                    <a:pt x="1778" y="2204"/>
                  </a:lnTo>
                  <a:lnTo>
                    <a:pt x="1766" y="2203"/>
                  </a:lnTo>
                  <a:lnTo>
                    <a:pt x="1758" y="2203"/>
                  </a:lnTo>
                  <a:lnTo>
                    <a:pt x="1753" y="2203"/>
                  </a:lnTo>
                  <a:lnTo>
                    <a:pt x="1746" y="2201"/>
                  </a:lnTo>
                  <a:lnTo>
                    <a:pt x="1736" y="2200"/>
                  </a:lnTo>
                  <a:lnTo>
                    <a:pt x="1698" y="2205"/>
                  </a:lnTo>
                  <a:lnTo>
                    <a:pt x="1692" y="2206"/>
                  </a:lnTo>
                  <a:lnTo>
                    <a:pt x="1681" y="2209"/>
                  </a:lnTo>
                  <a:lnTo>
                    <a:pt x="1675" y="2217"/>
                  </a:lnTo>
                  <a:lnTo>
                    <a:pt x="1596" y="2262"/>
                  </a:lnTo>
                  <a:lnTo>
                    <a:pt x="1551" y="2314"/>
                  </a:lnTo>
                  <a:lnTo>
                    <a:pt x="1542" y="2334"/>
                  </a:lnTo>
                  <a:lnTo>
                    <a:pt x="1537" y="2344"/>
                  </a:lnTo>
                  <a:lnTo>
                    <a:pt x="1519" y="2419"/>
                  </a:lnTo>
                  <a:lnTo>
                    <a:pt x="1517" y="2430"/>
                  </a:lnTo>
                  <a:lnTo>
                    <a:pt x="1510" y="2461"/>
                  </a:lnTo>
                  <a:lnTo>
                    <a:pt x="1503" y="2494"/>
                  </a:lnTo>
                  <a:lnTo>
                    <a:pt x="1491" y="2552"/>
                  </a:lnTo>
                  <a:lnTo>
                    <a:pt x="1473" y="2578"/>
                  </a:lnTo>
                  <a:lnTo>
                    <a:pt x="1451" y="2590"/>
                  </a:lnTo>
                  <a:lnTo>
                    <a:pt x="1405" y="2600"/>
                  </a:lnTo>
                  <a:lnTo>
                    <a:pt x="1399" y="2602"/>
                  </a:lnTo>
                  <a:lnTo>
                    <a:pt x="1390" y="2604"/>
                  </a:lnTo>
                  <a:lnTo>
                    <a:pt x="1379" y="2610"/>
                  </a:lnTo>
                  <a:lnTo>
                    <a:pt x="1374" y="2618"/>
                  </a:lnTo>
                  <a:lnTo>
                    <a:pt x="1361" y="2655"/>
                  </a:lnTo>
                  <a:lnTo>
                    <a:pt x="1353" y="2711"/>
                  </a:lnTo>
                  <a:lnTo>
                    <a:pt x="1340" y="2752"/>
                  </a:lnTo>
                  <a:lnTo>
                    <a:pt x="1321" y="2794"/>
                  </a:lnTo>
                  <a:lnTo>
                    <a:pt x="1303" y="2828"/>
                  </a:lnTo>
                  <a:lnTo>
                    <a:pt x="1295" y="2851"/>
                  </a:lnTo>
                  <a:lnTo>
                    <a:pt x="1292" y="2865"/>
                  </a:lnTo>
                  <a:lnTo>
                    <a:pt x="1290" y="2875"/>
                  </a:lnTo>
                  <a:lnTo>
                    <a:pt x="1289" y="2950"/>
                  </a:lnTo>
                  <a:lnTo>
                    <a:pt x="1289" y="2957"/>
                  </a:lnTo>
                  <a:lnTo>
                    <a:pt x="1291" y="2995"/>
                  </a:lnTo>
                  <a:lnTo>
                    <a:pt x="1291" y="3009"/>
                  </a:lnTo>
                  <a:lnTo>
                    <a:pt x="1286" y="3032"/>
                  </a:lnTo>
                  <a:lnTo>
                    <a:pt x="1264" y="3058"/>
                  </a:lnTo>
                  <a:lnTo>
                    <a:pt x="1260" y="3063"/>
                  </a:lnTo>
                  <a:lnTo>
                    <a:pt x="1256" y="3064"/>
                  </a:lnTo>
                  <a:lnTo>
                    <a:pt x="1233" y="3069"/>
                  </a:lnTo>
                  <a:lnTo>
                    <a:pt x="1211" y="3073"/>
                  </a:lnTo>
                  <a:lnTo>
                    <a:pt x="1184" y="3079"/>
                  </a:lnTo>
                  <a:lnTo>
                    <a:pt x="1175" y="3084"/>
                  </a:lnTo>
                  <a:lnTo>
                    <a:pt x="1135" y="3102"/>
                  </a:lnTo>
                  <a:lnTo>
                    <a:pt x="1113" y="3125"/>
                  </a:lnTo>
                  <a:lnTo>
                    <a:pt x="1102" y="3170"/>
                  </a:lnTo>
                  <a:lnTo>
                    <a:pt x="1106" y="3203"/>
                  </a:lnTo>
                  <a:lnTo>
                    <a:pt x="1107" y="3219"/>
                  </a:lnTo>
                  <a:lnTo>
                    <a:pt x="1118" y="3245"/>
                  </a:lnTo>
                  <a:lnTo>
                    <a:pt x="1131" y="3277"/>
                  </a:lnTo>
                  <a:lnTo>
                    <a:pt x="1171" y="3317"/>
                  </a:lnTo>
                  <a:lnTo>
                    <a:pt x="1212" y="3369"/>
                  </a:lnTo>
                  <a:lnTo>
                    <a:pt x="1218" y="3375"/>
                  </a:lnTo>
                  <a:lnTo>
                    <a:pt x="1223" y="3376"/>
                  </a:lnTo>
                  <a:lnTo>
                    <a:pt x="1234" y="3387"/>
                  </a:lnTo>
                  <a:lnTo>
                    <a:pt x="1236" y="3416"/>
                  </a:lnTo>
                  <a:lnTo>
                    <a:pt x="1192" y="3445"/>
                  </a:lnTo>
                  <a:lnTo>
                    <a:pt x="1069" y="3463"/>
                  </a:lnTo>
                  <a:lnTo>
                    <a:pt x="1036" y="3463"/>
                  </a:lnTo>
                  <a:lnTo>
                    <a:pt x="982" y="3462"/>
                  </a:lnTo>
                  <a:lnTo>
                    <a:pt x="950" y="3452"/>
                  </a:lnTo>
                  <a:lnTo>
                    <a:pt x="943" y="3422"/>
                  </a:lnTo>
                  <a:lnTo>
                    <a:pt x="942" y="3409"/>
                  </a:lnTo>
                  <a:lnTo>
                    <a:pt x="934" y="3326"/>
                  </a:lnTo>
                  <a:lnTo>
                    <a:pt x="943" y="3288"/>
                  </a:lnTo>
                  <a:lnTo>
                    <a:pt x="945" y="3277"/>
                  </a:lnTo>
                  <a:lnTo>
                    <a:pt x="966" y="3254"/>
                  </a:lnTo>
                  <a:lnTo>
                    <a:pt x="972" y="3248"/>
                  </a:lnTo>
                  <a:lnTo>
                    <a:pt x="1007" y="3238"/>
                  </a:lnTo>
                  <a:lnTo>
                    <a:pt x="1009" y="3233"/>
                  </a:lnTo>
                  <a:lnTo>
                    <a:pt x="1012" y="3223"/>
                  </a:lnTo>
                  <a:lnTo>
                    <a:pt x="1015" y="3208"/>
                  </a:lnTo>
                  <a:lnTo>
                    <a:pt x="1014" y="3179"/>
                  </a:lnTo>
                  <a:lnTo>
                    <a:pt x="1001" y="3147"/>
                  </a:lnTo>
                  <a:lnTo>
                    <a:pt x="977" y="3111"/>
                  </a:lnTo>
                  <a:lnTo>
                    <a:pt x="956" y="3091"/>
                  </a:lnTo>
                  <a:lnTo>
                    <a:pt x="953" y="3088"/>
                  </a:lnTo>
                  <a:lnTo>
                    <a:pt x="929" y="3051"/>
                  </a:lnTo>
                  <a:lnTo>
                    <a:pt x="866" y="2986"/>
                  </a:lnTo>
                  <a:lnTo>
                    <a:pt x="785" y="2871"/>
                  </a:lnTo>
                  <a:lnTo>
                    <a:pt x="764" y="2796"/>
                  </a:lnTo>
                  <a:lnTo>
                    <a:pt x="754" y="2741"/>
                  </a:lnTo>
                  <a:lnTo>
                    <a:pt x="716" y="2672"/>
                  </a:lnTo>
                  <a:lnTo>
                    <a:pt x="661" y="2619"/>
                  </a:lnTo>
                  <a:lnTo>
                    <a:pt x="618" y="2586"/>
                  </a:lnTo>
                  <a:lnTo>
                    <a:pt x="566" y="2561"/>
                  </a:lnTo>
                  <a:lnTo>
                    <a:pt x="471" y="2521"/>
                  </a:lnTo>
                  <a:lnTo>
                    <a:pt x="444" y="2511"/>
                  </a:lnTo>
                  <a:lnTo>
                    <a:pt x="399" y="2501"/>
                  </a:lnTo>
                  <a:lnTo>
                    <a:pt x="355" y="2495"/>
                  </a:lnTo>
                  <a:lnTo>
                    <a:pt x="256" y="2473"/>
                  </a:lnTo>
                  <a:lnTo>
                    <a:pt x="219" y="2463"/>
                  </a:lnTo>
                  <a:lnTo>
                    <a:pt x="127" y="2418"/>
                  </a:lnTo>
                  <a:lnTo>
                    <a:pt x="99" y="2401"/>
                  </a:lnTo>
                  <a:lnTo>
                    <a:pt x="71" y="2379"/>
                  </a:lnTo>
                  <a:lnTo>
                    <a:pt x="44" y="2358"/>
                  </a:lnTo>
                  <a:lnTo>
                    <a:pt x="33" y="2343"/>
                  </a:lnTo>
                  <a:lnTo>
                    <a:pt x="25" y="2336"/>
                  </a:lnTo>
                  <a:lnTo>
                    <a:pt x="0" y="2277"/>
                  </a:lnTo>
                  <a:lnTo>
                    <a:pt x="2" y="2254"/>
                  </a:lnTo>
                  <a:lnTo>
                    <a:pt x="4" y="2229"/>
                  </a:lnTo>
                  <a:lnTo>
                    <a:pt x="11" y="2210"/>
                  </a:lnTo>
                  <a:lnTo>
                    <a:pt x="18" y="2204"/>
                  </a:lnTo>
                  <a:lnTo>
                    <a:pt x="23" y="2200"/>
                  </a:lnTo>
                  <a:lnTo>
                    <a:pt x="59" y="2200"/>
                  </a:lnTo>
                  <a:lnTo>
                    <a:pt x="273" y="2260"/>
                  </a:lnTo>
                  <a:lnTo>
                    <a:pt x="283" y="2267"/>
                  </a:lnTo>
                  <a:lnTo>
                    <a:pt x="296" y="2276"/>
                  </a:lnTo>
                  <a:lnTo>
                    <a:pt x="302" y="2292"/>
                  </a:lnTo>
                  <a:lnTo>
                    <a:pt x="314" y="2318"/>
                  </a:lnTo>
                  <a:lnTo>
                    <a:pt x="317" y="2322"/>
                  </a:lnTo>
                  <a:lnTo>
                    <a:pt x="349" y="2374"/>
                  </a:lnTo>
                  <a:lnTo>
                    <a:pt x="363" y="2380"/>
                  </a:lnTo>
                  <a:lnTo>
                    <a:pt x="381" y="2390"/>
                  </a:lnTo>
                  <a:lnTo>
                    <a:pt x="395" y="2397"/>
                  </a:lnTo>
                  <a:lnTo>
                    <a:pt x="419" y="2402"/>
                  </a:lnTo>
                  <a:lnTo>
                    <a:pt x="452" y="2411"/>
                  </a:lnTo>
                  <a:lnTo>
                    <a:pt x="484" y="2417"/>
                  </a:lnTo>
                  <a:lnTo>
                    <a:pt x="609" y="2428"/>
                  </a:lnTo>
                  <a:lnTo>
                    <a:pt x="670" y="2430"/>
                  </a:lnTo>
                  <a:lnTo>
                    <a:pt x="715" y="2429"/>
                  </a:lnTo>
                  <a:lnTo>
                    <a:pt x="815" y="2430"/>
                  </a:lnTo>
                  <a:lnTo>
                    <a:pt x="829" y="2429"/>
                  </a:lnTo>
                  <a:lnTo>
                    <a:pt x="880" y="2403"/>
                  </a:lnTo>
                  <a:lnTo>
                    <a:pt x="899" y="2388"/>
                  </a:lnTo>
                  <a:lnTo>
                    <a:pt x="919" y="2371"/>
                  </a:lnTo>
                  <a:lnTo>
                    <a:pt x="968" y="2337"/>
                  </a:lnTo>
                  <a:lnTo>
                    <a:pt x="977" y="2327"/>
                  </a:lnTo>
                  <a:lnTo>
                    <a:pt x="980" y="2322"/>
                  </a:lnTo>
                  <a:lnTo>
                    <a:pt x="992" y="2303"/>
                  </a:lnTo>
                  <a:lnTo>
                    <a:pt x="998" y="2285"/>
                  </a:lnTo>
                  <a:lnTo>
                    <a:pt x="1013" y="2253"/>
                  </a:lnTo>
                  <a:lnTo>
                    <a:pt x="1017" y="2228"/>
                  </a:lnTo>
                  <a:lnTo>
                    <a:pt x="1033" y="2158"/>
                  </a:lnTo>
                  <a:lnTo>
                    <a:pt x="1048" y="2076"/>
                  </a:lnTo>
                  <a:lnTo>
                    <a:pt x="1049" y="2058"/>
                  </a:lnTo>
                  <a:lnTo>
                    <a:pt x="1057" y="1995"/>
                  </a:lnTo>
                  <a:lnTo>
                    <a:pt x="1060" y="1965"/>
                  </a:lnTo>
                  <a:lnTo>
                    <a:pt x="1060" y="1959"/>
                  </a:lnTo>
                  <a:lnTo>
                    <a:pt x="1056" y="1952"/>
                  </a:lnTo>
                  <a:lnTo>
                    <a:pt x="1048" y="1933"/>
                  </a:lnTo>
                  <a:lnTo>
                    <a:pt x="1041" y="1922"/>
                  </a:lnTo>
                  <a:lnTo>
                    <a:pt x="1036" y="1890"/>
                  </a:lnTo>
                  <a:lnTo>
                    <a:pt x="1028" y="1842"/>
                  </a:lnTo>
                  <a:lnTo>
                    <a:pt x="1024" y="1824"/>
                  </a:lnTo>
                  <a:lnTo>
                    <a:pt x="1014" y="1780"/>
                  </a:lnTo>
                  <a:lnTo>
                    <a:pt x="998" y="1741"/>
                  </a:lnTo>
                  <a:lnTo>
                    <a:pt x="971" y="1693"/>
                  </a:lnTo>
                  <a:lnTo>
                    <a:pt x="942" y="1653"/>
                  </a:lnTo>
                  <a:lnTo>
                    <a:pt x="886" y="1579"/>
                  </a:lnTo>
                  <a:lnTo>
                    <a:pt x="830" y="1527"/>
                  </a:lnTo>
                  <a:lnTo>
                    <a:pt x="799" y="1505"/>
                  </a:lnTo>
                  <a:lnTo>
                    <a:pt x="768" y="1465"/>
                  </a:lnTo>
                  <a:lnTo>
                    <a:pt x="748" y="1438"/>
                  </a:lnTo>
                  <a:lnTo>
                    <a:pt x="740" y="1424"/>
                  </a:lnTo>
                  <a:lnTo>
                    <a:pt x="733" y="1388"/>
                  </a:lnTo>
                  <a:lnTo>
                    <a:pt x="729" y="1370"/>
                  </a:lnTo>
                  <a:lnTo>
                    <a:pt x="719" y="1351"/>
                  </a:lnTo>
                  <a:lnTo>
                    <a:pt x="699" y="1311"/>
                  </a:lnTo>
                  <a:lnTo>
                    <a:pt x="660" y="1251"/>
                  </a:lnTo>
                  <a:lnTo>
                    <a:pt x="652" y="1237"/>
                  </a:lnTo>
                  <a:lnTo>
                    <a:pt x="643" y="1225"/>
                  </a:lnTo>
                  <a:lnTo>
                    <a:pt x="639" y="1208"/>
                  </a:lnTo>
                  <a:lnTo>
                    <a:pt x="630" y="1161"/>
                  </a:lnTo>
                  <a:lnTo>
                    <a:pt x="620" y="1102"/>
                  </a:lnTo>
                  <a:lnTo>
                    <a:pt x="619" y="1091"/>
                  </a:lnTo>
                  <a:lnTo>
                    <a:pt x="612" y="1048"/>
                  </a:lnTo>
                  <a:lnTo>
                    <a:pt x="613" y="1042"/>
                  </a:lnTo>
                  <a:lnTo>
                    <a:pt x="625" y="1047"/>
                  </a:lnTo>
                  <a:lnTo>
                    <a:pt x="663" y="1060"/>
                  </a:lnTo>
                  <a:lnTo>
                    <a:pt x="696" y="1069"/>
                  </a:lnTo>
                  <a:lnTo>
                    <a:pt x="738" y="1072"/>
                  </a:lnTo>
                  <a:lnTo>
                    <a:pt x="755" y="1069"/>
                  </a:lnTo>
                  <a:lnTo>
                    <a:pt x="800" y="1068"/>
                  </a:lnTo>
                  <a:lnTo>
                    <a:pt x="892" y="1033"/>
                  </a:lnTo>
                  <a:lnTo>
                    <a:pt x="925" y="999"/>
                  </a:lnTo>
                  <a:lnTo>
                    <a:pt x="925" y="989"/>
                  </a:lnTo>
                  <a:lnTo>
                    <a:pt x="927" y="902"/>
                  </a:lnTo>
                  <a:lnTo>
                    <a:pt x="982" y="791"/>
                  </a:lnTo>
                  <a:lnTo>
                    <a:pt x="1081" y="692"/>
                  </a:lnTo>
                  <a:lnTo>
                    <a:pt x="1094" y="678"/>
                  </a:lnTo>
                  <a:lnTo>
                    <a:pt x="1108" y="672"/>
                  </a:lnTo>
                  <a:lnTo>
                    <a:pt x="1194" y="635"/>
                  </a:lnTo>
                  <a:lnTo>
                    <a:pt x="1295" y="529"/>
                  </a:lnTo>
                  <a:lnTo>
                    <a:pt x="1353" y="448"/>
                  </a:lnTo>
                  <a:lnTo>
                    <a:pt x="1359" y="439"/>
                  </a:lnTo>
                  <a:lnTo>
                    <a:pt x="1400" y="429"/>
                  </a:lnTo>
                  <a:lnTo>
                    <a:pt x="1434" y="437"/>
                  </a:lnTo>
                  <a:lnTo>
                    <a:pt x="1483" y="449"/>
                  </a:lnTo>
                  <a:lnTo>
                    <a:pt x="1538" y="464"/>
                  </a:lnTo>
                  <a:lnTo>
                    <a:pt x="1567" y="472"/>
                  </a:lnTo>
                  <a:lnTo>
                    <a:pt x="1571" y="474"/>
                  </a:lnTo>
                  <a:lnTo>
                    <a:pt x="1689" y="453"/>
                  </a:lnTo>
                  <a:lnTo>
                    <a:pt x="1738" y="444"/>
                  </a:lnTo>
                  <a:lnTo>
                    <a:pt x="1843" y="423"/>
                  </a:lnTo>
                  <a:lnTo>
                    <a:pt x="1859" y="425"/>
                  </a:lnTo>
                  <a:lnTo>
                    <a:pt x="1877" y="430"/>
                  </a:lnTo>
                  <a:lnTo>
                    <a:pt x="1890" y="436"/>
                  </a:lnTo>
                  <a:lnTo>
                    <a:pt x="1917" y="446"/>
                  </a:lnTo>
                  <a:lnTo>
                    <a:pt x="1957" y="455"/>
                  </a:lnTo>
                  <a:lnTo>
                    <a:pt x="1977" y="435"/>
                  </a:lnTo>
                  <a:lnTo>
                    <a:pt x="1998" y="413"/>
                  </a:lnTo>
                  <a:lnTo>
                    <a:pt x="2028" y="376"/>
                  </a:lnTo>
                  <a:lnTo>
                    <a:pt x="2040" y="361"/>
                  </a:lnTo>
                  <a:lnTo>
                    <a:pt x="2064" y="308"/>
                  </a:lnTo>
                  <a:lnTo>
                    <a:pt x="2131" y="200"/>
                  </a:lnTo>
                  <a:lnTo>
                    <a:pt x="2134" y="194"/>
                  </a:lnTo>
                  <a:lnTo>
                    <a:pt x="2139" y="184"/>
                  </a:lnTo>
                  <a:lnTo>
                    <a:pt x="2144" y="174"/>
                  </a:lnTo>
                  <a:lnTo>
                    <a:pt x="2155" y="160"/>
                  </a:lnTo>
                  <a:lnTo>
                    <a:pt x="2172" y="139"/>
                  </a:lnTo>
                  <a:lnTo>
                    <a:pt x="2244" y="73"/>
                  </a:lnTo>
                  <a:lnTo>
                    <a:pt x="2309" y="31"/>
                  </a:lnTo>
                  <a:lnTo>
                    <a:pt x="2328" y="18"/>
                  </a:lnTo>
                  <a:lnTo>
                    <a:pt x="2345" y="7"/>
                  </a:lnTo>
                  <a:lnTo>
                    <a:pt x="2374" y="0"/>
                  </a:lnTo>
                  <a:lnTo>
                    <a:pt x="2384" y="5"/>
                  </a:lnTo>
                  <a:lnTo>
                    <a:pt x="2393" y="33"/>
                  </a:lnTo>
                  <a:lnTo>
                    <a:pt x="2394" y="70"/>
                  </a:lnTo>
                  <a:lnTo>
                    <a:pt x="2401" y="157"/>
                  </a:lnTo>
                  <a:lnTo>
                    <a:pt x="2401" y="180"/>
                  </a:lnTo>
                  <a:lnTo>
                    <a:pt x="2401" y="195"/>
                  </a:lnTo>
                  <a:lnTo>
                    <a:pt x="2387" y="216"/>
                  </a:lnTo>
                  <a:lnTo>
                    <a:pt x="2372" y="238"/>
                  </a:lnTo>
                  <a:lnTo>
                    <a:pt x="2361" y="265"/>
                  </a:lnTo>
                  <a:lnTo>
                    <a:pt x="2366" y="312"/>
                  </a:lnTo>
                  <a:lnTo>
                    <a:pt x="2392" y="391"/>
                  </a:lnTo>
                  <a:lnTo>
                    <a:pt x="2392" y="400"/>
                  </a:lnTo>
                  <a:lnTo>
                    <a:pt x="2392" y="408"/>
                  </a:lnTo>
                  <a:lnTo>
                    <a:pt x="2374" y="417"/>
                  </a:lnTo>
                  <a:lnTo>
                    <a:pt x="2340" y="413"/>
                  </a:lnTo>
                  <a:lnTo>
                    <a:pt x="2299" y="413"/>
                  </a:lnTo>
                  <a:lnTo>
                    <a:pt x="2275" y="412"/>
                  </a:lnTo>
                  <a:lnTo>
                    <a:pt x="2233" y="418"/>
                  </a:lnTo>
                  <a:lnTo>
                    <a:pt x="2220" y="421"/>
                  </a:lnTo>
                  <a:lnTo>
                    <a:pt x="2200" y="437"/>
                  </a:lnTo>
                  <a:lnTo>
                    <a:pt x="2196" y="441"/>
                  </a:lnTo>
                  <a:lnTo>
                    <a:pt x="2183" y="452"/>
                  </a:lnTo>
                  <a:lnTo>
                    <a:pt x="2161" y="47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7195891" y="2058184"/>
              <a:ext cx="412" cy="523"/>
            </a:xfrm>
            <a:custGeom>
              <a:avLst/>
              <a:pathLst>
                <a:path w="412" h="523">
                  <a:moveTo>
                    <a:pt x="189" y="281"/>
                  </a:moveTo>
                  <a:lnTo>
                    <a:pt x="289" y="379"/>
                  </a:lnTo>
                  <a:lnTo>
                    <a:pt x="332" y="340"/>
                  </a:lnTo>
                  <a:lnTo>
                    <a:pt x="405" y="334"/>
                  </a:lnTo>
                  <a:lnTo>
                    <a:pt x="412" y="351"/>
                  </a:lnTo>
                  <a:lnTo>
                    <a:pt x="344" y="462"/>
                  </a:lnTo>
                  <a:lnTo>
                    <a:pt x="258" y="523"/>
                  </a:lnTo>
                  <a:lnTo>
                    <a:pt x="86" y="495"/>
                  </a:lnTo>
                  <a:lnTo>
                    <a:pt x="0" y="447"/>
                  </a:lnTo>
                  <a:lnTo>
                    <a:pt x="4" y="306"/>
                  </a:lnTo>
                  <a:lnTo>
                    <a:pt x="44" y="63"/>
                  </a:lnTo>
                  <a:lnTo>
                    <a:pt x="117" y="0"/>
                  </a:lnTo>
                  <a:lnTo>
                    <a:pt x="164" y="21"/>
                  </a:lnTo>
                  <a:lnTo>
                    <a:pt x="216" y="184"/>
                  </a:lnTo>
                  <a:lnTo>
                    <a:pt x="189" y="28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7182433" y="2055873"/>
              <a:ext cx="467" cy="444"/>
            </a:xfrm>
            <a:custGeom>
              <a:avLst/>
              <a:pathLst>
                <a:path w="467" h="444">
                  <a:moveTo>
                    <a:pt x="224" y="417"/>
                  </a:moveTo>
                  <a:lnTo>
                    <a:pt x="143" y="444"/>
                  </a:lnTo>
                  <a:lnTo>
                    <a:pt x="14" y="344"/>
                  </a:lnTo>
                  <a:lnTo>
                    <a:pt x="0" y="317"/>
                  </a:lnTo>
                  <a:lnTo>
                    <a:pt x="20" y="119"/>
                  </a:lnTo>
                  <a:lnTo>
                    <a:pt x="100" y="48"/>
                  </a:lnTo>
                  <a:lnTo>
                    <a:pt x="256" y="0"/>
                  </a:lnTo>
                  <a:lnTo>
                    <a:pt x="457" y="141"/>
                  </a:lnTo>
                  <a:lnTo>
                    <a:pt x="467" y="170"/>
                  </a:lnTo>
                  <a:lnTo>
                    <a:pt x="395" y="336"/>
                  </a:lnTo>
                  <a:lnTo>
                    <a:pt x="335" y="415"/>
                  </a:lnTo>
                  <a:lnTo>
                    <a:pt x="224" y="4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7181521" y="2055620"/>
              <a:ext cx="408" cy="660"/>
            </a:xfrm>
            <a:custGeom>
              <a:avLst/>
              <a:pathLst>
                <a:path w="408" h="660">
                  <a:moveTo>
                    <a:pt x="164" y="414"/>
                  </a:moveTo>
                  <a:lnTo>
                    <a:pt x="65" y="660"/>
                  </a:lnTo>
                  <a:lnTo>
                    <a:pt x="26" y="649"/>
                  </a:lnTo>
                  <a:lnTo>
                    <a:pt x="0" y="445"/>
                  </a:lnTo>
                  <a:lnTo>
                    <a:pt x="40" y="356"/>
                  </a:lnTo>
                  <a:lnTo>
                    <a:pt x="315" y="10"/>
                  </a:lnTo>
                  <a:lnTo>
                    <a:pt x="408" y="0"/>
                  </a:lnTo>
                  <a:lnTo>
                    <a:pt x="394" y="161"/>
                  </a:lnTo>
                  <a:lnTo>
                    <a:pt x="245" y="310"/>
                  </a:lnTo>
                  <a:lnTo>
                    <a:pt x="164" y="41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7295334" y="2070472"/>
              <a:ext cx="974" cy="665"/>
            </a:xfrm>
            <a:custGeom>
              <a:avLst/>
              <a:pathLst>
                <a:path w="974" h="665">
                  <a:moveTo>
                    <a:pt x="325" y="624"/>
                  </a:moveTo>
                  <a:lnTo>
                    <a:pt x="248" y="613"/>
                  </a:lnTo>
                  <a:lnTo>
                    <a:pt x="119" y="567"/>
                  </a:lnTo>
                  <a:lnTo>
                    <a:pt x="73" y="532"/>
                  </a:lnTo>
                  <a:lnTo>
                    <a:pt x="23" y="457"/>
                  </a:lnTo>
                  <a:lnTo>
                    <a:pt x="0" y="369"/>
                  </a:lnTo>
                  <a:lnTo>
                    <a:pt x="15" y="301"/>
                  </a:lnTo>
                  <a:lnTo>
                    <a:pt x="19" y="298"/>
                  </a:lnTo>
                  <a:lnTo>
                    <a:pt x="89" y="239"/>
                  </a:lnTo>
                  <a:lnTo>
                    <a:pt x="358" y="13"/>
                  </a:lnTo>
                  <a:lnTo>
                    <a:pt x="442" y="0"/>
                  </a:lnTo>
                  <a:lnTo>
                    <a:pt x="463" y="0"/>
                  </a:lnTo>
                  <a:lnTo>
                    <a:pt x="474" y="1"/>
                  </a:lnTo>
                  <a:lnTo>
                    <a:pt x="485" y="2"/>
                  </a:lnTo>
                  <a:lnTo>
                    <a:pt x="493" y="3"/>
                  </a:lnTo>
                  <a:lnTo>
                    <a:pt x="508" y="7"/>
                  </a:lnTo>
                  <a:lnTo>
                    <a:pt x="523" y="11"/>
                  </a:lnTo>
                  <a:lnTo>
                    <a:pt x="575" y="27"/>
                  </a:lnTo>
                  <a:lnTo>
                    <a:pt x="604" y="36"/>
                  </a:lnTo>
                  <a:lnTo>
                    <a:pt x="631" y="45"/>
                  </a:lnTo>
                  <a:lnTo>
                    <a:pt x="666" y="67"/>
                  </a:lnTo>
                  <a:lnTo>
                    <a:pt x="738" y="137"/>
                  </a:lnTo>
                  <a:lnTo>
                    <a:pt x="974" y="472"/>
                  </a:lnTo>
                  <a:lnTo>
                    <a:pt x="972" y="610"/>
                  </a:lnTo>
                  <a:lnTo>
                    <a:pt x="942" y="636"/>
                  </a:lnTo>
                  <a:lnTo>
                    <a:pt x="906" y="651"/>
                  </a:lnTo>
                  <a:lnTo>
                    <a:pt x="878" y="662"/>
                  </a:lnTo>
                  <a:lnTo>
                    <a:pt x="838" y="665"/>
                  </a:lnTo>
                  <a:lnTo>
                    <a:pt x="499" y="638"/>
                  </a:lnTo>
                  <a:lnTo>
                    <a:pt x="325" y="62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7204545" y="2055293"/>
              <a:ext cx="406" cy="354"/>
            </a:xfrm>
            <a:custGeom>
              <a:avLst/>
              <a:pathLst>
                <a:path w="406" h="354">
                  <a:moveTo>
                    <a:pt x="357" y="353"/>
                  </a:moveTo>
                  <a:lnTo>
                    <a:pt x="333" y="354"/>
                  </a:lnTo>
                  <a:lnTo>
                    <a:pt x="69" y="277"/>
                  </a:lnTo>
                  <a:lnTo>
                    <a:pt x="38" y="259"/>
                  </a:lnTo>
                  <a:lnTo>
                    <a:pt x="0" y="189"/>
                  </a:lnTo>
                  <a:lnTo>
                    <a:pt x="156" y="13"/>
                  </a:lnTo>
                  <a:lnTo>
                    <a:pt x="300" y="0"/>
                  </a:lnTo>
                  <a:lnTo>
                    <a:pt x="406" y="235"/>
                  </a:lnTo>
                  <a:lnTo>
                    <a:pt x="398" y="293"/>
                  </a:lnTo>
                  <a:lnTo>
                    <a:pt x="357" y="35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7206365" y="2053626"/>
              <a:ext cx="373" cy="226"/>
            </a:xfrm>
            <a:custGeom>
              <a:avLst/>
              <a:pathLst>
                <a:path w="373" h="226">
                  <a:moveTo>
                    <a:pt x="348" y="206"/>
                  </a:moveTo>
                  <a:lnTo>
                    <a:pt x="307" y="226"/>
                  </a:lnTo>
                  <a:lnTo>
                    <a:pt x="58" y="184"/>
                  </a:lnTo>
                  <a:lnTo>
                    <a:pt x="27" y="162"/>
                  </a:lnTo>
                  <a:lnTo>
                    <a:pt x="1" y="107"/>
                  </a:lnTo>
                  <a:lnTo>
                    <a:pt x="0" y="43"/>
                  </a:lnTo>
                  <a:lnTo>
                    <a:pt x="181" y="0"/>
                  </a:lnTo>
                  <a:lnTo>
                    <a:pt x="268" y="28"/>
                  </a:lnTo>
                  <a:lnTo>
                    <a:pt x="359" y="109"/>
                  </a:lnTo>
                  <a:lnTo>
                    <a:pt x="373" y="178"/>
                  </a:lnTo>
                  <a:lnTo>
                    <a:pt x="348" y="2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7198731" y="2052484"/>
              <a:ext cx="5271" cy="4193"/>
            </a:xfrm>
            <a:custGeom>
              <a:avLst/>
              <a:pathLst>
                <a:path w="5271" h="4193">
                  <a:moveTo>
                    <a:pt x="1572" y="807"/>
                  </a:moveTo>
                  <a:lnTo>
                    <a:pt x="1749" y="880"/>
                  </a:lnTo>
                  <a:lnTo>
                    <a:pt x="1851" y="864"/>
                  </a:lnTo>
                  <a:lnTo>
                    <a:pt x="1927" y="804"/>
                  </a:lnTo>
                  <a:lnTo>
                    <a:pt x="1937" y="776"/>
                  </a:lnTo>
                  <a:lnTo>
                    <a:pt x="1918" y="705"/>
                  </a:lnTo>
                  <a:lnTo>
                    <a:pt x="1870" y="688"/>
                  </a:lnTo>
                  <a:lnTo>
                    <a:pt x="1853" y="716"/>
                  </a:lnTo>
                  <a:lnTo>
                    <a:pt x="1822" y="701"/>
                  </a:lnTo>
                  <a:lnTo>
                    <a:pt x="1826" y="628"/>
                  </a:lnTo>
                  <a:lnTo>
                    <a:pt x="1905" y="566"/>
                  </a:lnTo>
                  <a:lnTo>
                    <a:pt x="2116" y="693"/>
                  </a:lnTo>
                  <a:lnTo>
                    <a:pt x="2144" y="724"/>
                  </a:lnTo>
                  <a:lnTo>
                    <a:pt x="2158" y="1316"/>
                  </a:lnTo>
                  <a:lnTo>
                    <a:pt x="2129" y="1406"/>
                  </a:lnTo>
                  <a:lnTo>
                    <a:pt x="2110" y="1429"/>
                  </a:lnTo>
                  <a:lnTo>
                    <a:pt x="2103" y="1580"/>
                  </a:lnTo>
                  <a:lnTo>
                    <a:pt x="2165" y="1688"/>
                  </a:lnTo>
                  <a:lnTo>
                    <a:pt x="2306" y="1844"/>
                  </a:lnTo>
                  <a:lnTo>
                    <a:pt x="2644" y="2110"/>
                  </a:lnTo>
                  <a:lnTo>
                    <a:pt x="3136" y="2402"/>
                  </a:lnTo>
                  <a:lnTo>
                    <a:pt x="3593" y="2555"/>
                  </a:lnTo>
                  <a:lnTo>
                    <a:pt x="3819" y="2584"/>
                  </a:lnTo>
                  <a:lnTo>
                    <a:pt x="3872" y="2576"/>
                  </a:lnTo>
                  <a:lnTo>
                    <a:pt x="3951" y="2537"/>
                  </a:lnTo>
                  <a:lnTo>
                    <a:pt x="3963" y="2473"/>
                  </a:lnTo>
                  <a:lnTo>
                    <a:pt x="3971" y="2345"/>
                  </a:lnTo>
                  <a:lnTo>
                    <a:pt x="4023" y="2173"/>
                  </a:lnTo>
                  <a:lnTo>
                    <a:pt x="4072" y="2151"/>
                  </a:lnTo>
                  <a:lnTo>
                    <a:pt x="4096" y="2162"/>
                  </a:lnTo>
                  <a:lnTo>
                    <a:pt x="4107" y="2202"/>
                  </a:lnTo>
                  <a:lnTo>
                    <a:pt x="4137" y="2321"/>
                  </a:lnTo>
                  <a:lnTo>
                    <a:pt x="4181" y="2397"/>
                  </a:lnTo>
                  <a:lnTo>
                    <a:pt x="4203" y="2400"/>
                  </a:lnTo>
                  <a:lnTo>
                    <a:pt x="4259" y="2384"/>
                  </a:lnTo>
                  <a:lnTo>
                    <a:pt x="4320" y="2372"/>
                  </a:lnTo>
                  <a:lnTo>
                    <a:pt x="4376" y="2389"/>
                  </a:lnTo>
                  <a:lnTo>
                    <a:pt x="4400" y="2412"/>
                  </a:lnTo>
                  <a:lnTo>
                    <a:pt x="4404" y="2477"/>
                  </a:lnTo>
                  <a:lnTo>
                    <a:pt x="4415" y="2533"/>
                  </a:lnTo>
                  <a:lnTo>
                    <a:pt x="4439" y="2548"/>
                  </a:lnTo>
                  <a:lnTo>
                    <a:pt x="4463" y="2555"/>
                  </a:lnTo>
                  <a:lnTo>
                    <a:pt x="4517" y="2542"/>
                  </a:lnTo>
                  <a:lnTo>
                    <a:pt x="4574" y="2493"/>
                  </a:lnTo>
                  <a:lnTo>
                    <a:pt x="4615" y="2460"/>
                  </a:lnTo>
                  <a:lnTo>
                    <a:pt x="4633" y="2459"/>
                  </a:lnTo>
                  <a:lnTo>
                    <a:pt x="4739" y="2439"/>
                  </a:lnTo>
                  <a:lnTo>
                    <a:pt x="4783" y="2356"/>
                  </a:lnTo>
                  <a:lnTo>
                    <a:pt x="4799" y="2283"/>
                  </a:lnTo>
                  <a:lnTo>
                    <a:pt x="4900" y="2211"/>
                  </a:lnTo>
                  <a:lnTo>
                    <a:pt x="5076" y="2152"/>
                  </a:lnTo>
                  <a:lnTo>
                    <a:pt x="5258" y="2245"/>
                  </a:lnTo>
                  <a:lnTo>
                    <a:pt x="5271" y="2301"/>
                  </a:lnTo>
                  <a:lnTo>
                    <a:pt x="5264" y="2335"/>
                  </a:lnTo>
                  <a:lnTo>
                    <a:pt x="5233" y="2348"/>
                  </a:lnTo>
                  <a:lnTo>
                    <a:pt x="5109" y="2321"/>
                  </a:lnTo>
                  <a:lnTo>
                    <a:pt x="5027" y="2331"/>
                  </a:lnTo>
                  <a:lnTo>
                    <a:pt x="4987" y="2371"/>
                  </a:lnTo>
                  <a:lnTo>
                    <a:pt x="4959" y="2438"/>
                  </a:lnTo>
                  <a:lnTo>
                    <a:pt x="4958" y="2486"/>
                  </a:lnTo>
                  <a:lnTo>
                    <a:pt x="4998" y="2534"/>
                  </a:lnTo>
                  <a:lnTo>
                    <a:pt x="5078" y="2551"/>
                  </a:lnTo>
                  <a:lnTo>
                    <a:pt x="5180" y="2588"/>
                  </a:lnTo>
                  <a:lnTo>
                    <a:pt x="5199" y="2616"/>
                  </a:lnTo>
                  <a:lnTo>
                    <a:pt x="5199" y="2621"/>
                  </a:lnTo>
                  <a:lnTo>
                    <a:pt x="5142" y="2695"/>
                  </a:lnTo>
                  <a:lnTo>
                    <a:pt x="5007" y="2767"/>
                  </a:lnTo>
                  <a:lnTo>
                    <a:pt x="4770" y="2738"/>
                  </a:lnTo>
                  <a:lnTo>
                    <a:pt x="4764" y="2734"/>
                  </a:lnTo>
                  <a:lnTo>
                    <a:pt x="4744" y="2738"/>
                  </a:lnTo>
                  <a:lnTo>
                    <a:pt x="4667" y="2698"/>
                  </a:lnTo>
                  <a:lnTo>
                    <a:pt x="4598" y="2627"/>
                  </a:lnTo>
                  <a:lnTo>
                    <a:pt x="4545" y="2608"/>
                  </a:lnTo>
                  <a:lnTo>
                    <a:pt x="4449" y="2626"/>
                  </a:lnTo>
                  <a:lnTo>
                    <a:pt x="4402" y="2649"/>
                  </a:lnTo>
                  <a:lnTo>
                    <a:pt x="4161" y="2817"/>
                  </a:lnTo>
                  <a:lnTo>
                    <a:pt x="3852" y="3263"/>
                  </a:lnTo>
                  <a:lnTo>
                    <a:pt x="3826" y="3360"/>
                  </a:lnTo>
                  <a:lnTo>
                    <a:pt x="3848" y="3409"/>
                  </a:lnTo>
                  <a:lnTo>
                    <a:pt x="3913" y="3407"/>
                  </a:lnTo>
                  <a:lnTo>
                    <a:pt x="4102" y="3449"/>
                  </a:lnTo>
                  <a:lnTo>
                    <a:pt x="4341" y="3775"/>
                  </a:lnTo>
                  <a:lnTo>
                    <a:pt x="4371" y="3975"/>
                  </a:lnTo>
                  <a:lnTo>
                    <a:pt x="4373" y="3986"/>
                  </a:lnTo>
                  <a:lnTo>
                    <a:pt x="4390" y="4101"/>
                  </a:lnTo>
                  <a:lnTo>
                    <a:pt x="4295" y="4140"/>
                  </a:lnTo>
                  <a:lnTo>
                    <a:pt x="3980" y="4193"/>
                  </a:lnTo>
                  <a:lnTo>
                    <a:pt x="3741" y="4192"/>
                  </a:lnTo>
                  <a:lnTo>
                    <a:pt x="3289" y="4115"/>
                  </a:lnTo>
                  <a:lnTo>
                    <a:pt x="2889" y="3797"/>
                  </a:lnTo>
                  <a:lnTo>
                    <a:pt x="2702" y="3567"/>
                  </a:lnTo>
                  <a:lnTo>
                    <a:pt x="2699" y="3320"/>
                  </a:lnTo>
                  <a:lnTo>
                    <a:pt x="2664" y="3270"/>
                  </a:lnTo>
                  <a:lnTo>
                    <a:pt x="1833" y="2950"/>
                  </a:lnTo>
                  <a:lnTo>
                    <a:pt x="1747" y="2960"/>
                  </a:lnTo>
                  <a:lnTo>
                    <a:pt x="1684" y="2921"/>
                  </a:lnTo>
                  <a:lnTo>
                    <a:pt x="1381" y="2603"/>
                  </a:lnTo>
                  <a:lnTo>
                    <a:pt x="1290" y="2558"/>
                  </a:lnTo>
                  <a:lnTo>
                    <a:pt x="1132" y="2516"/>
                  </a:lnTo>
                  <a:lnTo>
                    <a:pt x="841" y="2475"/>
                  </a:lnTo>
                  <a:lnTo>
                    <a:pt x="616" y="2470"/>
                  </a:lnTo>
                  <a:lnTo>
                    <a:pt x="491" y="2499"/>
                  </a:lnTo>
                  <a:lnTo>
                    <a:pt x="229" y="2383"/>
                  </a:lnTo>
                  <a:lnTo>
                    <a:pt x="176" y="2134"/>
                  </a:lnTo>
                  <a:lnTo>
                    <a:pt x="196" y="1919"/>
                  </a:lnTo>
                  <a:lnTo>
                    <a:pt x="344" y="1819"/>
                  </a:lnTo>
                  <a:lnTo>
                    <a:pt x="380" y="1775"/>
                  </a:lnTo>
                  <a:lnTo>
                    <a:pt x="415" y="1686"/>
                  </a:lnTo>
                  <a:lnTo>
                    <a:pt x="365" y="1481"/>
                  </a:lnTo>
                  <a:lnTo>
                    <a:pt x="214" y="1283"/>
                  </a:lnTo>
                  <a:lnTo>
                    <a:pt x="169" y="1242"/>
                  </a:lnTo>
                  <a:lnTo>
                    <a:pt x="119" y="1238"/>
                  </a:lnTo>
                  <a:lnTo>
                    <a:pt x="111" y="1272"/>
                  </a:lnTo>
                  <a:lnTo>
                    <a:pt x="93" y="1277"/>
                  </a:lnTo>
                  <a:lnTo>
                    <a:pt x="0" y="1189"/>
                  </a:lnTo>
                  <a:lnTo>
                    <a:pt x="62" y="955"/>
                  </a:lnTo>
                  <a:lnTo>
                    <a:pt x="96" y="962"/>
                  </a:lnTo>
                  <a:lnTo>
                    <a:pt x="171" y="1030"/>
                  </a:lnTo>
                  <a:lnTo>
                    <a:pt x="308" y="1188"/>
                  </a:lnTo>
                  <a:lnTo>
                    <a:pt x="317" y="1225"/>
                  </a:lnTo>
                  <a:lnTo>
                    <a:pt x="379" y="1264"/>
                  </a:lnTo>
                  <a:lnTo>
                    <a:pt x="493" y="1262"/>
                  </a:lnTo>
                  <a:lnTo>
                    <a:pt x="656" y="1208"/>
                  </a:lnTo>
                  <a:lnTo>
                    <a:pt x="697" y="1178"/>
                  </a:lnTo>
                  <a:lnTo>
                    <a:pt x="743" y="1072"/>
                  </a:lnTo>
                  <a:lnTo>
                    <a:pt x="826" y="682"/>
                  </a:lnTo>
                  <a:lnTo>
                    <a:pt x="1089" y="695"/>
                  </a:lnTo>
                  <a:lnTo>
                    <a:pt x="1154" y="634"/>
                  </a:lnTo>
                  <a:lnTo>
                    <a:pt x="1113" y="471"/>
                  </a:lnTo>
                  <a:lnTo>
                    <a:pt x="1088" y="436"/>
                  </a:lnTo>
                  <a:lnTo>
                    <a:pt x="1094" y="320"/>
                  </a:lnTo>
                  <a:lnTo>
                    <a:pt x="1196" y="53"/>
                  </a:lnTo>
                  <a:lnTo>
                    <a:pt x="1241" y="0"/>
                  </a:lnTo>
                  <a:lnTo>
                    <a:pt x="1272" y="0"/>
                  </a:lnTo>
                  <a:lnTo>
                    <a:pt x="1402" y="154"/>
                  </a:lnTo>
                  <a:lnTo>
                    <a:pt x="1447" y="352"/>
                  </a:lnTo>
                  <a:lnTo>
                    <a:pt x="1448" y="517"/>
                  </a:lnTo>
                  <a:lnTo>
                    <a:pt x="1433" y="542"/>
                  </a:lnTo>
                  <a:lnTo>
                    <a:pt x="1416" y="634"/>
                  </a:lnTo>
                  <a:lnTo>
                    <a:pt x="1435" y="698"/>
                  </a:lnTo>
                  <a:lnTo>
                    <a:pt x="1484" y="751"/>
                  </a:lnTo>
                  <a:lnTo>
                    <a:pt x="1572" y="80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7204455" y="2053186"/>
              <a:ext cx="434" cy="269"/>
            </a:xfrm>
            <a:custGeom>
              <a:avLst/>
              <a:pathLst>
                <a:path w="434" h="269">
                  <a:moveTo>
                    <a:pt x="422" y="166"/>
                  </a:moveTo>
                  <a:lnTo>
                    <a:pt x="253" y="269"/>
                  </a:lnTo>
                  <a:lnTo>
                    <a:pt x="63" y="217"/>
                  </a:lnTo>
                  <a:lnTo>
                    <a:pt x="0" y="155"/>
                  </a:lnTo>
                  <a:lnTo>
                    <a:pt x="7" y="118"/>
                  </a:lnTo>
                  <a:lnTo>
                    <a:pt x="141" y="17"/>
                  </a:lnTo>
                  <a:lnTo>
                    <a:pt x="300" y="0"/>
                  </a:lnTo>
                  <a:lnTo>
                    <a:pt x="370" y="46"/>
                  </a:lnTo>
                  <a:lnTo>
                    <a:pt x="429" y="147"/>
                  </a:lnTo>
                  <a:lnTo>
                    <a:pt x="434" y="158"/>
                  </a:lnTo>
                  <a:lnTo>
                    <a:pt x="422" y="1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7204114" y="2052772"/>
              <a:ext cx="344" cy="389"/>
            </a:xfrm>
            <a:custGeom>
              <a:avLst/>
              <a:pathLst>
                <a:path w="344" h="389">
                  <a:moveTo>
                    <a:pt x="341" y="155"/>
                  </a:moveTo>
                  <a:lnTo>
                    <a:pt x="262" y="389"/>
                  </a:lnTo>
                  <a:lnTo>
                    <a:pt x="179" y="313"/>
                  </a:lnTo>
                  <a:lnTo>
                    <a:pt x="89" y="202"/>
                  </a:lnTo>
                  <a:lnTo>
                    <a:pt x="0" y="62"/>
                  </a:lnTo>
                  <a:lnTo>
                    <a:pt x="1" y="32"/>
                  </a:lnTo>
                  <a:lnTo>
                    <a:pt x="21" y="15"/>
                  </a:lnTo>
                  <a:lnTo>
                    <a:pt x="114" y="0"/>
                  </a:lnTo>
                  <a:lnTo>
                    <a:pt x="263" y="57"/>
                  </a:lnTo>
                  <a:lnTo>
                    <a:pt x="344" y="113"/>
                  </a:lnTo>
                  <a:lnTo>
                    <a:pt x="341" y="1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7205879" y="2052487"/>
              <a:ext cx="398" cy="222"/>
            </a:xfrm>
            <a:custGeom>
              <a:avLst/>
              <a:pathLst>
                <a:path w="398" h="222">
                  <a:moveTo>
                    <a:pt x="365" y="123"/>
                  </a:moveTo>
                  <a:lnTo>
                    <a:pt x="120" y="222"/>
                  </a:lnTo>
                  <a:lnTo>
                    <a:pt x="24" y="190"/>
                  </a:lnTo>
                  <a:lnTo>
                    <a:pt x="0" y="144"/>
                  </a:lnTo>
                  <a:lnTo>
                    <a:pt x="2" y="104"/>
                  </a:lnTo>
                  <a:lnTo>
                    <a:pt x="46" y="32"/>
                  </a:lnTo>
                  <a:lnTo>
                    <a:pt x="187" y="0"/>
                  </a:lnTo>
                  <a:lnTo>
                    <a:pt x="377" y="28"/>
                  </a:lnTo>
                  <a:lnTo>
                    <a:pt x="398" y="56"/>
                  </a:lnTo>
                  <a:lnTo>
                    <a:pt x="365" y="1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7203793" y="2052072"/>
              <a:ext cx="341" cy="320"/>
            </a:xfrm>
            <a:custGeom>
              <a:avLst/>
              <a:pathLst>
                <a:path w="341" h="320">
                  <a:moveTo>
                    <a:pt x="273" y="232"/>
                  </a:moveTo>
                  <a:lnTo>
                    <a:pt x="8" y="320"/>
                  </a:lnTo>
                  <a:lnTo>
                    <a:pt x="0" y="243"/>
                  </a:lnTo>
                  <a:lnTo>
                    <a:pt x="52" y="7"/>
                  </a:lnTo>
                  <a:lnTo>
                    <a:pt x="218" y="0"/>
                  </a:lnTo>
                  <a:lnTo>
                    <a:pt x="341" y="63"/>
                  </a:lnTo>
                  <a:lnTo>
                    <a:pt x="273" y="23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7201560" y="2051533"/>
              <a:ext cx="589" cy="670"/>
            </a:xfrm>
            <a:custGeom>
              <a:avLst/>
              <a:pathLst>
                <a:path w="589" h="670">
                  <a:moveTo>
                    <a:pt x="586" y="531"/>
                  </a:moveTo>
                  <a:lnTo>
                    <a:pt x="574" y="568"/>
                  </a:lnTo>
                  <a:lnTo>
                    <a:pt x="396" y="527"/>
                  </a:lnTo>
                  <a:lnTo>
                    <a:pt x="259" y="565"/>
                  </a:lnTo>
                  <a:lnTo>
                    <a:pt x="202" y="608"/>
                  </a:lnTo>
                  <a:lnTo>
                    <a:pt x="152" y="670"/>
                  </a:lnTo>
                  <a:lnTo>
                    <a:pt x="53" y="592"/>
                  </a:lnTo>
                  <a:lnTo>
                    <a:pt x="16" y="527"/>
                  </a:lnTo>
                  <a:lnTo>
                    <a:pt x="0" y="390"/>
                  </a:lnTo>
                  <a:lnTo>
                    <a:pt x="14" y="360"/>
                  </a:lnTo>
                  <a:lnTo>
                    <a:pt x="94" y="341"/>
                  </a:lnTo>
                  <a:lnTo>
                    <a:pt x="171" y="295"/>
                  </a:lnTo>
                  <a:lnTo>
                    <a:pt x="226" y="70"/>
                  </a:lnTo>
                  <a:lnTo>
                    <a:pt x="121" y="32"/>
                  </a:lnTo>
                  <a:lnTo>
                    <a:pt x="114" y="20"/>
                  </a:lnTo>
                  <a:lnTo>
                    <a:pt x="152" y="0"/>
                  </a:lnTo>
                  <a:lnTo>
                    <a:pt x="276" y="30"/>
                  </a:lnTo>
                  <a:lnTo>
                    <a:pt x="589" y="320"/>
                  </a:lnTo>
                  <a:lnTo>
                    <a:pt x="586" y="5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7195641" y="2049210"/>
              <a:ext cx="600" cy="351"/>
            </a:xfrm>
            <a:custGeom>
              <a:avLst/>
              <a:pathLst>
                <a:path w="600" h="351">
                  <a:moveTo>
                    <a:pt x="546" y="351"/>
                  </a:moveTo>
                  <a:lnTo>
                    <a:pt x="453" y="349"/>
                  </a:lnTo>
                  <a:lnTo>
                    <a:pt x="182" y="221"/>
                  </a:lnTo>
                  <a:lnTo>
                    <a:pt x="54" y="115"/>
                  </a:lnTo>
                  <a:lnTo>
                    <a:pt x="0" y="71"/>
                  </a:lnTo>
                  <a:lnTo>
                    <a:pt x="12" y="21"/>
                  </a:lnTo>
                  <a:lnTo>
                    <a:pt x="46" y="0"/>
                  </a:lnTo>
                  <a:lnTo>
                    <a:pt x="169" y="38"/>
                  </a:lnTo>
                  <a:lnTo>
                    <a:pt x="268" y="90"/>
                  </a:lnTo>
                  <a:lnTo>
                    <a:pt x="530" y="246"/>
                  </a:lnTo>
                  <a:lnTo>
                    <a:pt x="600" y="317"/>
                  </a:lnTo>
                  <a:lnTo>
                    <a:pt x="581" y="342"/>
                  </a:lnTo>
                  <a:lnTo>
                    <a:pt x="546" y="3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7191658" y="2048148"/>
              <a:ext cx="262" cy="383"/>
            </a:xfrm>
            <a:custGeom>
              <a:avLst/>
              <a:pathLst>
                <a:path w="262" h="383">
                  <a:moveTo>
                    <a:pt x="109" y="379"/>
                  </a:moveTo>
                  <a:lnTo>
                    <a:pt x="54" y="383"/>
                  </a:lnTo>
                  <a:lnTo>
                    <a:pt x="21" y="297"/>
                  </a:lnTo>
                  <a:lnTo>
                    <a:pt x="0" y="160"/>
                  </a:lnTo>
                  <a:lnTo>
                    <a:pt x="6" y="123"/>
                  </a:lnTo>
                  <a:lnTo>
                    <a:pt x="90" y="17"/>
                  </a:lnTo>
                  <a:lnTo>
                    <a:pt x="123" y="0"/>
                  </a:lnTo>
                  <a:lnTo>
                    <a:pt x="252" y="42"/>
                  </a:lnTo>
                  <a:lnTo>
                    <a:pt x="262" y="80"/>
                  </a:lnTo>
                  <a:lnTo>
                    <a:pt x="262" y="152"/>
                  </a:lnTo>
                  <a:lnTo>
                    <a:pt x="246" y="196"/>
                  </a:lnTo>
                  <a:lnTo>
                    <a:pt x="129" y="357"/>
                  </a:lnTo>
                  <a:lnTo>
                    <a:pt x="109" y="37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7211004" y="2050566"/>
              <a:ext cx="351" cy="526"/>
            </a:xfrm>
            <a:custGeom>
              <a:avLst/>
              <a:pathLst>
                <a:path w="351" h="526">
                  <a:moveTo>
                    <a:pt x="206" y="492"/>
                  </a:moveTo>
                  <a:lnTo>
                    <a:pt x="111" y="526"/>
                  </a:lnTo>
                  <a:lnTo>
                    <a:pt x="94" y="520"/>
                  </a:lnTo>
                  <a:lnTo>
                    <a:pt x="12" y="267"/>
                  </a:lnTo>
                  <a:lnTo>
                    <a:pt x="0" y="190"/>
                  </a:lnTo>
                  <a:lnTo>
                    <a:pt x="17" y="124"/>
                  </a:lnTo>
                  <a:lnTo>
                    <a:pt x="89" y="0"/>
                  </a:lnTo>
                  <a:lnTo>
                    <a:pt x="171" y="5"/>
                  </a:lnTo>
                  <a:lnTo>
                    <a:pt x="318" y="174"/>
                  </a:lnTo>
                  <a:lnTo>
                    <a:pt x="351" y="398"/>
                  </a:lnTo>
                  <a:lnTo>
                    <a:pt x="206" y="49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7199750" y="2048416"/>
              <a:ext cx="864" cy="932"/>
            </a:xfrm>
            <a:custGeom>
              <a:avLst/>
              <a:pathLst>
                <a:path w="864" h="932">
                  <a:moveTo>
                    <a:pt x="864" y="842"/>
                  </a:moveTo>
                  <a:lnTo>
                    <a:pt x="858" y="881"/>
                  </a:lnTo>
                  <a:lnTo>
                    <a:pt x="836" y="910"/>
                  </a:lnTo>
                  <a:lnTo>
                    <a:pt x="783" y="932"/>
                  </a:lnTo>
                  <a:lnTo>
                    <a:pt x="623" y="922"/>
                  </a:lnTo>
                  <a:lnTo>
                    <a:pt x="610" y="910"/>
                  </a:lnTo>
                  <a:lnTo>
                    <a:pt x="590" y="861"/>
                  </a:lnTo>
                  <a:lnTo>
                    <a:pt x="516" y="806"/>
                  </a:lnTo>
                  <a:lnTo>
                    <a:pt x="419" y="823"/>
                  </a:lnTo>
                  <a:lnTo>
                    <a:pt x="271" y="809"/>
                  </a:lnTo>
                  <a:lnTo>
                    <a:pt x="0" y="733"/>
                  </a:lnTo>
                  <a:lnTo>
                    <a:pt x="177" y="294"/>
                  </a:lnTo>
                  <a:lnTo>
                    <a:pt x="281" y="198"/>
                  </a:lnTo>
                  <a:lnTo>
                    <a:pt x="500" y="96"/>
                  </a:lnTo>
                  <a:lnTo>
                    <a:pt x="686" y="32"/>
                  </a:lnTo>
                  <a:lnTo>
                    <a:pt x="834" y="0"/>
                  </a:lnTo>
                  <a:lnTo>
                    <a:pt x="839" y="14"/>
                  </a:lnTo>
                  <a:lnTo>
                    <a:pt x="716" y="498"/>
                  </a:lnTo>
                  <a:lnTo>
                    <a:pt x="741" y="647"/>
                  </a:lnTo>
                  <a:lnTo>
                    <a:pt x="814" y="716"/>
                  </a:lnTo>
                  <a:lnTo>
                    <a:pt x="845" y="770"/>
                  </a:lnTo>
                  <a:lnTo>
                    <a:pt x="864" y="84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7208303" y="2048858"/>
              <a:ext cx="921" cy="1561"/>
            </a:xfrm>
            <a:custGeom>
              <a:avLst/>
              <a:pathLst>
                <a:path w="921" h="1561">
                  <a:moveTo>
                    <a:pt x="619" y="353"/>
                  </a:moveTo>
                  <a:lnTo>
                    <a:pt x="580" y="394"/>
                  </a:lnTo>
                  <a:lnTo>
                    <a:pt x="556" y="388"/>
                  </a:lnTo>
                  <a:lnTo>
                    <a:pt x="513" y="347"/>
                  </a:lnTo>
                  <a:lnTo>
                    <a:pt x="436" y="354"/>
                  </a:lnTo>
                  <a:lnTo>
                    <a:pt x="397" y="390"/>
                  </a:lnTo>
                  <a:lnTo>
                    <a:pt x="366" y="557"/>
                  </a:lnTo>
                  <a:lnTo>
                    <a:pt x="381" y="674"/>
                  </a:lnTo>
                  <a:lnTo>
                    <a:pt x="457" y="857"/>
                  </a:lnTo>
                  <a:lnTo>
                    <a:pt x="574" y="984"/>
                  </a:lnTo>
                  <a:lnTo>
                    <a:pt x="683" y="1009"/>
                  </a:lnTo>
                  <a:lnTo>
                    <a:pt x="740" y="957"/>
                  </a:lnTo>
                  <a:lnTo>
                    <a:pt x="794" y="930"/>
                  </a:lnTo>
                  <a:lnTo>
                    <a:pt x="873" y="912"/>
                  </a:lnTo>
                  <a:lnTo>
                    <a:pt x="895" y="945"/>
                  </a:lnTo>
                  <a:lnTo>
                    <a:pt x="921" y="999"/>
                  </a:lnTo>
                  <a:lnTo>
                    <a:pt x="911" y="1089"/>
                  </a:lnTo>
                  <a:lnTo>
                    <a:pt x="895" y="1120"/>
                  </a:lnTo>
                  <a:lnTo>
                    <a:pt x="876" y="1140"/>
                  </a:lnTo>
                  <a:lnTo>
                    <a:pt x="857" y="1138"/>
                  </a:lnTo>
                  <a:lnTo>
                    <a:pt x="801" y="1100"/>
                  </a:lnTo>
                  <a:lnTo>
                    <a:pt x="736" y="1052"/>
                  </a:lnTo>
                  <a:lnTo>
                    <a:pt x="689" y="1061"/>
                  </a:lnTo>
                  <a:lnTo>
                    <a:pt x="663" y="1084"/>
                  </a:lnTo>
                  <a:lnTo>
                    <a:pt x="644" y="1128"/>
                  </a:lnTo>
                  <a:lnTo>
                    <a:pt x="625" y="1205"/>
                  </a:lnTo>
                  <a:lnTo>
                    <a:pt x="600" y="1223"/>
                  </a:lnTo>
                  <a:lnTo>
                    <a:pt x="569" y="1213"/>
                  </a:lnTo>
                  <a:lnTo>
                    <a:pt x="429" y="1205"/>
                  </a:lnTo>
                  <a:lnTo>
                    <a:pt x="340" y="1247"/>
                  </a:lnTo>
                  <a:lnTo>
                    <a:pt x="261" y="1299"/>
                  </a:lnTo>
                  <a:lnTo>
                    <a:pt x="202" y="1359"/>
                  </a:lnTo>
                  <a:lnTo>
                    <a:pt x="188" y="1402"/>
                  </a:lnTo>
                  <a:lnTo>
                    <a:pt x="181" y="1511"/>
                  </a:lnTo>
                  <a:lnTo>
                    <a:pt x="165" y="1547"/>
                  </a:lnTo>
                  <a:lnTo>
                    <a:pt x="83" y="1561"/>
                  </a:lnTo>
                  <a:lnTo>
                    <a:pt x="15" y="1520"/>
                  </a:lnTo>
                  <a:lnTo>
                    <a:pt x="11" y="1503"/>
                  </a:lnTo>
                  <a:lnTo>
                    <a:pt x="29" y="1441"/>
                  </a:lnTo>
                  <a:lnTo>
                    <a:pt x="73" y="1325"/>
                  </a:lnTo>
                  <a:lnTo>
                    <a:pt x="94" y="1294"/>
                  </a:lnTo>
                  <a:lnTo>
                    <a:pt x="154" y="1276"/>
                  </a:lnTo>
                  <a:lnTo>
                    <a:pt x="254" y="1222"/>
                  </a:lnTo>
                  <a:lnTo>
                    <a:pt x="283" y="1168"/>
                  </a:lnTo>
                  <a:lnTo>
                    <a:pt x="294" y="1154"/>
                  </a:lnTo>
                  <a:lnTo>
                    <a:pt x="307" y="1116"/>
                  </a:lnTo>
                  <a:lnTo>
                    <a:pt x="306" y="1056"/>
                  </a:lnTo>
                  <a:lnTo>
                    <a:pt x="287" y="1015"/>
                  </a:lnTo>
                  <a:lnTo>
                    <a:pt x="248" y="986"/>
                  </a:lnTo>
                  <a:lnTo>
                    <a:pt x="78" y="923"/>
                  </a:lnTo>
                  <a:lnTo>
                    <a:pt x="24" y="903"/>
                  </a:lnTo>
                  <a:lnTo>
                    <a:pt x="0" y="783"/>
                  </a:lnTo>
                  <a:lnTo>
                    <a:pt x="4" y="580"/>
                  </a:lnTo>
                  <a:lnTo>
                    <a:pt x="19" y="537"/>
                  </a:lnTo>
                  <a:lnTo>
                    <a:pt x="29" y="517"/>
                  </a:lnTo>
                  <a:lnTo>
                    <a:pt x="96" y="473"/>
                  </a:lnTo>
                  <a:lnTo>
                    <a:pt x="157" y="468"/>
                  </a:lnTo>
                  <a:lnTo>
                    <a:pt x="205" y="435"/>
                  </a:lnTo>
                  <a:lnTo>
                    <a:pt x="228" y="401"/>
                  </a:lnTo>
                  <a:lnTo>
                    <a:pt x="247" y="316"/>
                  </a:lnTo>
                  <a:lnTo>
                    <a:pt x="211" y="289"/>
                  </a:lnTo>
                  <a:lnTo>
                    <a:pt x="212" y="255"/>
                  </a:lnTo>
                  <a:lnTo>
                    <a:pt x="493" y="0"/>
                  </a:lnTo>
                  <a:lnTo>
                    <a:pt x="524" y="5"/>
                  </a:lnTo>
                  <a:lnTo>
                    <a:pt x="573" y="95"/>
                  </a:lnTo>
                  <a:lnTo>
                    <a:pt x="619" y="35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7208691" y="2047233"/>
              <a:ext cx="1455" cy="1037"/>
            </a:xfrm>
            <a:custGeom>
              <a:avLst/>
              <a:pathLst>
                <a:path w="1455" h="1037">
                  <a:moveTo>
                    <a:pt x="1155" y="228"/>
                  </a:moveTo>
                  <a:lnTo>
                    <a:pt x="1126" y="233"/>
                  </a:lnTo>
                  <a:lnTo>
                    <a:pt x="1087" y="240"/>
                  </a:lnTo>
                  <a:lnTo>
                    <a:pt x="1055" y="221"/>
                  </a:lnTo>
                  <a:lnTo>
                    <a:pt x="1039" y="231"/>
                  </a:lnTo>
                  <a:lnTo>
                    <a:pt x="1032" y="246"/>
                  </a:lnTo>
                  <a:lnTo>
                    <a:pt x="1033" y="299"/>
                  </a:lnTo>
                  <a:lnTo>
                    <a:pt x="1064" y="404"/>
                  </a:lnTo>
                  <a:lnTo>
                    <a:pt x="1086" y="452"/>
                  </a:lnTo>
                  <a:lnTo>
                    <a:pt x="1143" y="495"/>
                  </a:lnTo>
                  <a:lnTo>
                    <a:pt x="1221" y="536"/>
                  </a:lnTo>
                  <a:lnTo>
                    <a:pt x="1284" y="535"/>
                  </a:lnTo>
                  <a:lnTo>
                    <a:pt x="1349" y="521"/>
                  </a:lnTo>
                  <a:lnTo>
                    <a:pt x="1363" y="524"/>
                  </a:lnTo>
                  <a:lnTo>
                    <a:pt x="1446" y="628"/>
                  </a:lnTo>
                  <a:lnTo>
                    <a:pt x="1455" y="659"/>
                  </a:lnTo>
                  <a:lnTo>
                    <a:pt x="1437" y="691"/>
                  </a:lnTo>
                  <a:lnTo>
                    <a:pt x="1235" y="771"/>
                  </a:lnTo>
                  <a:lnTo>
                    <a:pt x="1177" y="831"/>
                  </a:lnTo>
                  <a:lnTo>
                    <a:pt x="1168" y="836"/>
                  </a:lnTo>
                  <a:lnTo>
                    <a:pt x="1147" y="848"/>
                  </a:lnTo>
                  <a:lnTo>
                    <a:pt x="852" y="952"/>
                  </a:lnTo>
                  <a:lnTo>
                    <a:pt x="392" y="1037"/>
                  </a:lnTo>
                  <a:lnTo>
                    <a:pt x="294" y="1021"/>
                  </a:lnTo>
                  <a:lnTo>
                    <a:pt x="94" y="873"/>
                  </a:lnTo>
                  <a:lnTo>
                    <a:pt x="0" y="574"/>
                  </a:lnTo>
                  <a:lnTo>
                    <a:pt x="0" y="549"/>
                  </a:lnTo>
                  <a:lnTo>
                    <a:pt x="6" y="528"/>
                  </a:lnTo>
                  <a:lnTo>
                    <a:pt x="37" y="492"/>
                  </a:lnTo>
                  <a:lnTo>
                    <a:pt x="204" y="519"/>
                  </a:lnTo>
                  <a:lnTo>
                    <a:pt x="359" y="494"/>
                  </a:lnTo>
                  <a:lnTo>
                    <a:pt x="443" y="480"/>
                  </a:lnTo>
                  <a:lnTo>
                    <a:pt x="459" y="436"/>
                  </a:lnTo>
                  <a:lnTo>
                    <a:pt x="455" y="391"/>
                  </a:lnTo>
                  <a:lnTo>
                    <a:pt x="435" y="375"/>
                  </a:lnTo>
                  <a:lnTo>
                    <a:pt x="367" y="348"/>
                  </a:lnTo>
                  <a:lnTo>
                    <a:pt x="277" y="299"/>
                  </a:lnTo>
                  <a:lnTo>
                    <a:pt x="231" y="285"/>
                  </a:lnTo>
                  <a:lnTo>
                    <a:pt x="222" y="266"/>
                  </a:lnTo>
                  <a:lnTo>
                    <a:pt x="241" y="206"/>
                  </a:lnTo>
                  <a:lnTo>
                    <a:pt x="335" y="174"/>
                  </a:lnTo>
                  <a:lnTo>
                    <a:pt x="520" y="217"/>
                  </a:lnTo>
                  <a:lnTo>
                    <a:pt x="584" y="266"/>
                  </a:lnTo>
                  <a:lnTo>
                    <a:pt x="610" y="285"/>
                  </a:lnTo>
                  <a:lnTo>
                    <a:pt x="710" y="337"/>
                  </a:lnTo>
                  <a:lnTo>
                    <a:pt x="820" y="308"/>
                  </a:lnTo>
                  <a:lnTo>
                    <a:pt x="906" y="283"/>
                  </a:lnTo>
                  <a:lnTo>
                    <a:pt x="925" y="252"/>
                  </a:lnTo>
                  <a:lnTo>
                    <a:pt x="925" y="226"/>
                  </a:lnTo>
                  <a:lnTo>
                    <a:pt x="921" y="187"/>
                  </a:lnTo>
                  <a:lnTo>
                    <a:pt x="891" y="178"/>
                  </a:lnTo>
                  <a:lnTo>
                    <a:pt x="874" y="141"/>
                  </a:lnTo>
                  <a:lnTo>
                    <a:pt x="875" y="97"/>
                  </a:lnTo>
                  <a:lnTo>
                    <a:pt x="893" y="68"/>
                  </a:lnTo>
                  <a:lnTo>
                    <a:pt x="907" y="54"/>
                  </a:lnTo>
                  <a:lnTo>
                    <a:pt x="966" y="16"/>
                  </a:lnTo>
                  <a:lnTo>
                    <a:pt x="1030" y="0"/>
                  </a:lnTo>
                  <a:lnTo>
                    <a:pt x="1184" y="73"/>
                  </a:lnTo>
                  <a:lnTo>
                    <a:pt x="1223" y="165"/>
                  </a:lnTo>
                  <a:lnTo>
                    <a:pt x="1222" y="187"/>
                  </a:lnTo>
                  <a:lnTo>
                    <a:pt x="1155" y="22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7196765" y="2044422"/>
              <a:ext cx="496" cy="419"/>
            </a:xfrm>
            <a:custGeom>
              <a:avLst/>
              <a:pathLst>
                <a:path w="496" h="419">
                  <a:moveTo>
                    <a:pt x="404" y="331"/>
                  </a:moveTo>
                  <a:lnTo>
                    <a:pt x="493" y="368"/>
                  </a:lnTo>
                  <a:lnTo>
                    <a:pt x="496" y="372"/>
                  </a:lnTo>
                  <a:lnTo>
                    <a:pt x="495" y="391"/>
                  </a:lnTo>
                  <a:lnTo>
                    <a:pt x="466" y="401"/>
                  </a:lnTo>
                  <a:lnTo>
                    <a:pt x="436" y="419"/>
                  </a:lnTo>
                  <a:lnTo>
                    <a:pt x="411" y="416"/>
                  </a:lnTo>
                  <a:lnTo>
                    <a:pt x="394" y="403"/>
                  </a:lnTo>
                  <a:lnTo>
                    <a:pt x="370" y="370"/>
                  </a:lnTo>
                  <a:lnTo>
                    <a:pt x="365" y="348"/>
                  </a:lnTo>
                  <a:lnTo>
                    <a:pt x="353" y="331"/>
                  </a:lnTo>
                  <a:lnTo>
                    <a:pt x="342" y="326"/>
                  </a:lnTo>
                  <a:lnTo>
                    <a:pt x="312" y="322"/>
                  </a:lnTo>
                  <a:lnTo>
                    <a:pt x="93" y="328"/>
                  </a:lnTo>
                  <a:lnTo>
                    <a:pt x="3" y="315"/>
                  </a:lnTo>
                  <a:lnTo>
                    <a:pt x="0" y="300"/>
                  </a:lnTo>
                  <a:lnTo>
                    <a:pt x="74" y="118"/>
                  </a:lnTo>
                  <a:lnTo>
                    <a:pt x="131" y="82"/>
                  </a:lnTo>
                  <a:lnTo>
                    <a:pt x="167" y="57"/>
                  </a:lnTo>
                  <a:lnTo>
                    <a:pt x="211" y="17"/>
                  </a:lnTo>
                  <a:lnTo>
                    <a:pt x="242" y="0"/>
                  </a:lnTo>
                  <a:lnTo>
                    <a:pt x="251" y="0"/>
                  </a:lnTo>
                  <a:lnTo>
                    <a:pt x="261" y="12"/>
                  </a:lnTo>
                  <a:lnTo>
                    <a:pt x="256" y="20"/>
                  </a:lnTo>
                  <a:lnTo>
                    <a:pt x="243" y="47"/>
                  </a:lnTo>
                  <a:lnTo>
                    <a:pt x="219" y="85"/>
                  </a:lnTo>
                  <a:lnTo>
                    <a:pt x="206" y="107"/>
                  </a:lnTo>
                  <a:lnTo>
                    <a:pt x="287" y="236"/>
                  </a:lnTo>
                  <a:lnTo>
                    <a:pt x="352" y="296"/>
                  </a:lnTo>
                  <a:lnTo>
                    <a:pt x="404" y="3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7207266" y="2045133"/>
              <a:ext cx="408" cy="1009"/>
            </a:xfrm>
            <a:custGeom>
              <a:avLst/>
              <a:pathLst>
                <a:path w="408" h="1009">
                  <a:moveTo>
                    <a:pt x="260" y="996"/>
                  </a:moveTo>
                  <a:lnTo>
                    <a:pt x="194" y="1009"/>
                  </a:lnTo>
                  <a:lnTo>
                    <a:pt x="118" y="935"/>
                  </a:lnTo>
                  <a:lnTo>
                    <a:pt x="23" y="784"/>
                  </a:lnTo>
                  <a:lnTo>
                    <a:pt x="4" y="632"/>
                  </a:lnTo>
                  <a:lnTo>
                    <a:pt x="21" y="548"/>
                  </a:lnTo>
                  <a:lnTo>
                    <a:pt x="87" y="462"/>
                  </a:lnTo>
                  <a:lnTo>
                    <a:pt x="132" y="421"/>
                  </a:lnTo>
                  <a:lnTo>
                    <a:pt x="135" y="391"/>
                  </a:lnTo>
                  <a:lnTo>
                    <a:pt x="114" y="359"/>
                  </a:lnTo>
                  <a:lnTo>
                    <a:pt x="77" y="333"/>
                  </a:lnTo>
                  <a:lnTo>
                    <a:pt x="41" y="318"/>
                  </a:lnTo>
                  <a:lnTo>
                    <a:pt x="23" y="294"/>
                  </a:lnTo>
                  <a:lnTo>
                    <a:pt x="21" y="242"/>
                  </a:lnTo>
                  <a:lnTo>
                    <a:pt x="0" y="61"/>
                  </a:lnTo>
                  <a:lnTo>
                    <a:pt x="3" y="28"/>
                  </a:lnTo>
                  <a:lnTo>
                    <a:pt x="9" y="18"/>
                  </a:lnTo>
                  <a:lnTo>
                    <a:pt x="31" y="2"/>
                  </a:lnTo>
                  <a:lnTo>
                    <a:pt x="76" y="0"/>
                  </a:lnTo>
                  <a:lnTo>
                    <a:pt x="202" y="13"/>
                  </a:lnTo>
                  <a:lnTo>
                    <a:pt x="281" y="22"/>
                  </a:lnTo>
                  <a:lnTo>
                    <a:pt x="297" y="31"/>
                  </a:lnTo>
                  <a:lnTo>
                    <a:pt x="341" y="76"/>
                  </a:lnTo>
                  <a:lnTo>
                    <a:pt x="399" y="218"/>
                  </a:lnTo>
                  <a:lnTo>
                    <a:pt x="408" y="283"/>
                  </a:lnTo>
                  <a:lnTo>
                    <a:pt x="388" y="374"/>
                  </a:lnTo>
                  <a:lnTo>
                    <a:pt x="346" y="385"/>
                  </a:lnTo>
                  <a:lnTo>
                    <a:pt x="303" y="418"/>
                  </a:lnTo>
                  <a:lnTo>
                    <a:pt x="259" y="501"/>
                  </a:lnTo>
                  <a:lnTo>
                    <a:pt x="249" y="558"/>
                  </a:lnTo>
                  <a:lnTo>
                    <a:pt x="279" y="688"/>
                  </a:lnTo>
                  <a:lnTo>
                    <a:pt x="295" y="784"/>
                  </a:lnTo>
                  <a:lnTo>
                    <a:pt x="285" y="828"/>
                  </a:lnTo>
                  <a:lnTo>
                    <a:pt x="260" y="99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7288308" y="2056765"/>
              <a:ext cx="728" cy="490"/>
            </a:xfrm>
            <a:custGeom>
              <a:avLst/>
              <a:pathLst>
                <a:path w="728" h="490">
                  <a:moveTo>
                    <a:pt x="265" y="455"/>
                  </a:moveTo>
                  <a:lnTo>
                    <a:pt x="162" y="490"/>
                  </a:lnTo>
                  <a:lnTo>
                    <a:pt x="154" y="483"/>
                  </a:lnTo>
                  <a:lnTo>
                    <a:pt x="84" y="398"/>
                  </a:lnTo>
                  <a:lnTo>
                    <a:pt x="0" y="192"/>
                  </a:lnTo>
                  <a:lnTo>
                    <a:pt x="0" y="165"/>
                  </a:lnTo>
                  <a:lnTo>
                    <a:pt x="12" y="115"/>
                  </a:lnTo>
                  <a:lnTo>
                    <a:pt x="254" y="0"/>
                  </a:lnTo>
                  <a:lnTo>
                    <a:pt x="290" y="3"/>
                  </a:lnTo>
                  <a:lnTo>
                    <a:pt x="392" y="47"/>
                  </a:lnTo>
                  <a:lnTo>
                    <a:pt x="649" y="175"/>
                  </a:lnTo>
                  <a:lnTo>
                    <a:pt x="728" y="247"/>
                  </a:lnTo>
                  <a:lnTo>
                    <a:pt x="265" y="4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7212765" y="2044250"/>
              <a:ext cx="412" cy="508"/>
            </a:xfrm>
            <a:custGeom>
              <a:avLst/>
              <a:pathLst>
                <a:path w="412" h="508">
                  <a:moveTo>
                    <a:pt x="300" y="391"/>
                  </a:moveTo>
                  <a:lnTo>
                    <a:pt x="329" y="405"/>
                  </a:lnTo>
                  <a:lnTo>
                    <a:pt x="366" y="398"/>
                  </a:lnTo>
                  <a:lnTo>
                    <a:pt x="383" y="397"/>
                  </a:lnTo>
                  <a:lnTo>
                    <a:pt x="412" y="419"/>
                  </a:lnTo>
                  <a:lnTo>
                    <a:pt x="412" y="443"/>
                  </a:lnTo>
                  <a:lnTo>
                    <a:pt x="376" y="476"/>
                  </a:lnTo>
                  <a:lnTo>
                    <a:pt x="188" y="508"/>
                  </a:lnTo>
                  <a:lnTo>
                    <a:pt x="165" y="477"/>
                  </a:lnTo>
                  <a:lnTo>
                    <a:pt x="109" y="343"/>
                  </a:lnTo>
                  <a:lnTo>
                    <a:pt x="110" y="336"/>
                  </a:lnTo>
                  <a:lnTo>
                    <a:pt x="112" y="281"/>
                  </a:lnTo>
                  <a:lnTo>
                    <a:pt x="108" y="230"/>
                  </a:lnTo>
                  <a:lnTo>
                    <a:pt x="98" y="188"/>
                  </a:lnTo>
                  <a:lnTo>
                    <a:pt x="66" y="110"/>
                  </a:lnTo>
                  <a:lnTo>
                    <a:pt x="20" y="99"/>
                  </a:lnTo>
                  <a:lnTo>
                    <a:pt x="4" y="93"/>
                  </a:lnTo>
                  <a:lnTo>
                    <a:pt x="0" y="81"/>
                  </a:lnTo>
                  <a:lnTo>
                    <a:pt x="10" y="27"/>
                  </a:lnTo>
                  <a:lnTo>
                    <a:pt x="31" y="0"/>
                  </a:lnTo>
                  <a:lnTo>
                    <a:pt x="87" y="2"/>
                  </a:lnTo>
                  <a:lnTo>
                    <a:pt x="135" y="33"/>
                  </a:lnTo>
                  <a:lnTo>
                    <a:pt x="166" y="76"/>
                  </a:lnTo>
                  <a:lnTo>
                    <a:pt x="173" y="92"/>
                  </a:lnTo>
                  <a:lnTo>
                    <a:pt x="175" y="120"/>
                  </a:lnTo>
                  <a:lnTo>
                    <a:pt x="229" y="256"/>
                  </a:lnTo>
                  <a:lnTo>
                    <a:pt x="243" y="326"/>
                  </a:lnTo>
                  <a:lnTo>
                    <a:pt x="253" y="346"/>
                  </a:lnTo>
                  <a:lnTo>
                    <a:pt x="300" y="39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7221874" y="2050832"/>
              <a:ext cx="75793" cy="149029"/>
            </a:xfrm>
            <a:custGeom>
              <a:avLst/>
              <a:pathLst>
                <a:path w="75793" h="149029">
                  <a:moveTo>
                    <a:pt x="59853" y="273"/>
                  </a:moveTo>
                  <a:lnTo>
                    <a:pt x="59866" y="313"/>
                  </a:lnTo>
                  <a:lnTo>
                    <a:pt x="60060" y="345"/>
                  </a:lnTo>
                  <a:lnTo>
                    <a:pt x="60144" y="361"/>
                  </a:lnTo>
                  <a:lnTo>
                    <a:pt x="60158" y="365"/>
                  </a:lnTo>
                  <a:lnTo>
                    <a:pt x="60198" y="384"/>
                  </a:lnTo>
                  <a:lnTo>
                    <a:pt x="60225" y="398"/>
                  </a:lnTo>
                  <a:lnTo>
                    <a:pt x="60283" y="428"/>
                  </a:lnTo>
                  <a:lnTo>
                    <a:pt x="60316" y="448"/>
                  </a:lnTo>
                  <a:lnTo>
                    <a:pt x="60330" y="457"/>
                  </a:lnTo>
                  <a:lnTo>
                    <a:pt x="60399" y="501"/>
                  </a:lnTo>
                  <a:lnTo>
                    <a:pt x="60553" y="605"/>
                  </a:lnTo>
                  <a:lnTo>
                    <a:pt x="61009" y="914"/>
                  </a:lnTo>
                  <a:lnTo>
                    <a:pt x="61050" y="944"/>
                  </a:lnTo>
                  <a:lnTo>
                    <a:pt x="61067" y="958"/>
                  </a:lnTo>
                  <a:lnTo>
                    <a:pt x="61086" y="976"/>
                  </a:lnTo>
                  <a:lnTo>
                    <a:pt x="61226" y="1122"/>
                  </a:lnTo>
                  <a:lnTo>
                    <a:pt x="61361" y="1262"/>
                  </a:lnTo>
                  <a:lnTo>
                    <a:pt x="61388" y="1292"/>
                  </a:lnTo>
                  <a:lnTo>
                    <a:pt x="61414" y="1322"/>
                  </a:lnTo>
                  <a:lnTo>
                    <a:pt x="61422" y="1333"/>
                  </a:lnTo>
                  <a:lnTo>
                    <a:pt x="61529" y="1491"/>
                  </a:lnTo>
                  <a:lnTo>
                    <a:pt x="61561" y="1538"/>
                  </a:lnTo>
                  <a:lnTo>
                    <a:pt x="61653" y="1742"/>
                  </a:lnTo>
                  <a:lnTo>
                    <a:pt x="61662" y="1763"/>
                  </a:lnTo>
                  <a:lnTo>
                    <a:pt x="61664" y="1770"/>
                  </a:lnTo>
                  <a:lnTo>
                    <a:pt x="61719" y="2107"/>
                  </a:lnTo>
                  <a:lnTo>
                    <a:pt x="61720" y="2114"/>
                  </a:lnTo>
                  <a:lnTo>
                    <a:pt x="61721" y="2121"/>
                  </a:lnTo>
                  <a:lnTo>
                    <a:pt x="61721" y="2130"/>
                  </a:lnTo>
                  <a:lnTo>
                    <a:pt x="61721" y="2153"/>
                  </a:lnTo>
                  <a:lnTo>
                    <a:pt x="61707" y="2370"/>
                  </a:lnTo>
                  <a:lnTo>
                    <a:pt x="61706" y="2387"/>
                  </a:lnTo>
                  <a:lnTo>
                    <a:pt x="61700" y="2421"/>
                  </a:lnTo>
                  <a:lnTo>
                    <a:pt x="61696" y="2436"/>
                  </a:lnTo>
                  <a:lnTo>
                    <a:pt x="61692" y="2447"/>
                  </a:lnTo>
                  <a:lnTo>
                    <a:pt x="61687" y="2456"/>
                  </a:lnTo>
                  <a:lnTo>
                    <a:pt x="61684" y="2460"/>
                  </a:lnTo>
                  <a:lnTo>
                    <a:pt x="61681" y="2472"/>
                  </a:lnTo>
                  <a:lnTo>
                    <a:pt x="61677" y="2498"/>
                  </a:lnTo>
                  <a:lnTo>
                    <a:pt x="61673" y="2521"/>
                  </a:lnTo>
                  <a:lnTo>
                    <a:pt x="61670" y="2556"/>
                  </a:lnTo>
                  <a:lnTo>
                    <a:pt x="61674" y="2597"/>
                  </a:lnTo>
                  <a:lnTo>
                    <a:pt x="61679" y="2613"/>
                  </a:lnTo>
                  <a:lnTo>
                    <a:pt x="61699" y="2645"/>
                  </a:lnTo>
                  <a:lnTo>
                    <a:pt x="61708" y="2657"/>
                  </a:lnTo>
                  <a:lnTo>
                    <a:pt x="61751" y="2712"/>
                  </a:lnTo>
                  <a:lnTo>
                    <a:pt x="61797" y="2763"/>
                  </a:lnTo>
                  <a:lnTo>
                    <a:pt x="61909" y="2878"/>
                  </a:lnTo>
                  <a:lnTo>
                    <a:pt x="61919" y="2955"/>
                  </a:lnTo>
                  <a:lnTo>
                    <a:pt x="61901" y="3020"/>
                  </a:lnTo>
                  <a:lnTo>
                    <a:pt x="61997" y="2971"/>
                  </a:lnTo>
                  <a:lnTo>
                    <a:pt x="62008" y="2966"/>
                  </a:lnTo>
                  <a:lnTo>
                    <a:pt x="62348" y="2883"/>
                  </a:lnTo>
                  <a:lnTo>
                    <a:pt x="62353" y="2885"/>
                  </a:lnTo>
                  <a:lnTo>
                    <a:pt x="62358" y="2888"/>
                  </a:lnTo>
                  <a:lnTo>
                    <a:pt x="62359" y="2893"/>
                  </a:lnTo>
                  <a:lnTo>
                    <a:pt x="62387" y="3057"/>
                  </a:lnTo>
                  <a:lnTo>
                    <a:pt x="62298" y="3246"/>
                  </a:lnTo>
                  <a:lnTo>
                    <a:pt x="62287" y="3276"/>
                  </a:lnTo>
                  <a:lnTo>
                    <a:pt x="62281" y="3304"/>
                  </a:lnTo>
                  <a:lnTo>
                    <a:pt x="62284" y="3331"/>
                  </a:lnTo>
                  <a:lnTo>
                    <a:pt x="62295" y="3360"/>
                  </a:lnTo>
                  <a:lnTo>
                    <a:pt x="62323" y="3436"/>
                  </a:lnTo>
                  <a:lnTo>
                    <a:pt x="62338" y="3468"/>
                  </a:lnTo>
                  <a:lnTo>
                    <a:pt x="62344" y="3481"/>
                  </a:lnTo>
                  <a:lnTo>
                    <a:pt x="62357" y="3507"/>
                  </a:lnTo>
                  <a:lnTo>
                    <a:pt x="62383" y="3553"/>
                  </a:lnTo>
                  <a:lnTo>
                    <a:pt x="62415" y="3606"/>
                  </a:lnTo>
                  <a:lnTo>
                    <a:pt x="62431" y="3632"/>
                  </a:lnTo>
                  <a:lnTo>
                    <a:pt x="62495" y="3724"/>
                  </a:lnTo>
                  <a:lnTo>
                    <a:pt x="62545" y="3785"/>
                  </a:lnTo>
                  <a:lnTo>
                    <a:pt x="62563" y="3805"/>
                  </a:lnTo>
                  <a:lnTo>
                    <a:pt x="62673" y="3914"/>
                  </a:lnTo>
                  <a:lnTo>
                    <a:pt x="62759" y="3992"/>
                  </a:lnTo>
                  <a:lnTo>
                    <a:pt x="62833" y="4051"/>
                  </a:lnTo>
                  <a:lnTo>
                    <a:pt x="63050" y="4205"/>
                  </a:lnTo>
                  <a:lnTo>
                    <a:pt x="63109" y="4240"/>
                  </a:lnTo>
                  <a:lnTo>
                    <a:pt x="63141" y="4248"/>
                  </a:lnTo>
                  <a:lnTo>
                    <a:pt x="63157" y="4252"/>
                  </a:lnTo>
                  <a:lnTo>
                    <a:pt x="63188" y="4254"/>
                  </a:lnTo>
                  <a:lnTo>
                    <a:pt x="63296" y="4261"/>
                  </a:lnTo>
                  <a:lnTo>
                    <a:pt x="63388" y="4267"/>
                  </a:lnTo>
                  <a:lnTo>
                    <a:pt x="63787" y="4057"/>
                  </a:lnTo>
                  <a:lnTo>
                    <a:pt x="63926" y="3975"/>
                  </a:lnTo>
                  <a:lnTo>
                    <a:pt x="64092" y="3754"/>
                  </a:lnTo>
                  <a:lnTo>
                    <a:pt x="64094" y="3742"/>
                  </a:lnTo>
                  <a:lnTo>
                    <a:pt x="64101" y="3733"/>
                  </a:lnTo>
                  <a:lnTo>
                    <a:pt x="64113" y="3720"/>
                  </a:lnTo>
                  <a:lnTo>
                    <a:pt x="64123" y="3710"/>
                  </a:lnTo>
                  <a:lnTo>
                    <a:pt x="64178" y="3661"/>
                  </a:lnTo>
                  <a:lnTo>
                    <a:pt x="64223" y="3623"/>
                  </a:lnTo>
                  <a:lnTo>
                    <a:pt x="64235" y="3615"/>
                  </a:lnTo>
                  <a:lnTo>
                    <a:pt x="64278" y="3611"/>
                  </a:lnTo>
                  <a:lnTo>
                    <a:pt x="64279" y="3620"/>
                  </a:lnTo>
                  <a:lnTo>
                    <a:pt x="64279" y="3647"/>
                  </a:lnTo>
                  <a:lnTo>
                    <a:pt x="64279" y="3688"/>
                  </a:lnTo>
                  <a:lnTo>
                    <a:pt x="64251" y="3735"/>
                  </a:lnTo>
                  <a:lnTo>
                    <a:pt x="64228" y="3772"/>
                  </a:lnTo>
                  <a:lnTo>
                    <a:pt x="64103" y="3969"/>
                  </a:lnTo>
                  <a:lnTo>
                    <a:pt x="64009" y="4197"/>
                  </a:lnTo>
                  <a:lnTo>
                    <a:pt x="63996" y="4230"/>
                  </a:lnTo>
                  <a:lnTo>
                    <a:pt x="63740" y="4546"/>
                  </a:lnTo>
                  <a:lnTo>
                    <a:pt x="63713" y="4604"/>
                  </a:lnTo>
                  <a:lnTo>
                    <a:pt x="63705" y="4622"/>
                  </a:lnTo>
                  <a:lnTo>
                    <a:pt x="63699" y="4646"/>
                  </a:lnTo>
                  <a:lnTo>
                    <a:pt x="63695" y="4662"/>
                  </a:lnTo>
                  <a:lnTo>
                    <a:pt x="63691" y="4680"/>
                  </a:lnTo>
                  <a:lnTo>
                    <a:pt x="63689" y="4693"/>
                  </a:lnTo>
                  <a:lnTo>
                    <a:pt x="63681" y="4764"/>
                  </a:lnTo>
                  <a:lnTo>
                    <a:pt x="63683" y="4784"/>
                  </a:lnTo>
                  <a:lnTo>
                    <a:pt x="63692" y="4817"/>
                  </a:lnTo>
                  <a:lnTo>
                    <a:pt x="63732" y="4912"/>
                  </a:lnTo>
                  <a:lnTo>
                    <a:pt x="63752" y="4959"/>
                  </a:lnTo>
                  <a:lnTo>
                    <a:pt x="63759" y="4974"/>
                  </a:lnTo>
                  <a:lnTo>
                    <a:pt x="63767" y="4990"/>
                  </a:lnTo>
                  <a:lnTo>
                    <a:pt x="63783" y="5018"/>
                  </a:lnTo>
                  <a:lnTo>
                    <a:pt x="63809" y="5059"/>
                  </a:lnTo>
                  <a:lnTo>
                    <a:pt x="63823" y="5079"/>
                  </a:lnTo>
                  <a:lnTo>
                    <a:pt x="63837" y="5101"/>
                  </a:lnTo>
                  <a:lnTo>
                    <a:pt x="63847" y="5116"/>
                  </a:lnTo>
                  <a:lnTo>
                    <a:pt x="63860" y="5129"/>
                  </a:lnTo>
                  <a:lnTo>
                    <a:pt x="63887" y="5157"/>
                  </a:lnTo>
                  <a:lnTo>
                    <a:pt x="63927" y="5191"/>
                  </a:lnTo>
                  <a:lnTo>
                    <a:pt x="63938" y="5197"/>
                  </a:lnTo>
                  <a:lnTo>
                    <a:pt x="63947" y="5199"/>
                  </a:lnTo>
                  <a:lnTo>
                    <a:pt x="64019" y="5177"/>
                  </a:lnTo>
                  <a:lnTo>
                    <a:pt x="64135" y="5158"/>
                  </a:lnTo>
                  <a:lnTo>
                    <a:pt x="64151" y="5167"/>
                  </a:lnTo>
                  <a:lnTo>
                    <a:pt x="64277" y="5246"/>
                  </a:lnTo>
                  <a:lnTo>
                    <a:pt x="64303" y="5264"/>
                  </a:lnTo>
                  <a:lnTo>
                    <a:pt x="64398" y="5324"/>
                  </a:lnTo>
                  <a:lnTo>
                    <a:pt x="64428" y="5343"/>
                  </a:lnTo>
                  <a:lnTo>
                    <a:pt x="64431" y="5346"/>
                  </a:lnTo>
                  <a:lnTo>
                    <a:pt x="64546" y="5420"/>
                  </a:lnTo>
                  <a:lnTo>
                    <a:pt x="64555" y="5425"/>
                  </a:lnTo>
                  <a:lnTo>
                    <a:pt x="64559" y="5435"/>
                  </a:lnTo>
                  <a:lnTo>
                    <a:pt x="64560" y="5459"/>
                  </a:lnTo>
                  <a:lnTo>
                    <a:pt x="64561" y="5479"/>
                  </a:lnTo>
                  <a:lnTo>
                    <a:pt x="64561" y="5485"/>
                  </a:lnTo>
                  <a:lnTo>
                    <a:pt x="64561" y="5507"/>
                  </a:lnTo>
                  <a:lnTo>
                    <a:pt x="64561" y="5514"/>
                  </a:lnTo>
                  <a:lnTo>
                    <a:pt x="64560" y="5592"/>
                  </a:lnTo>
                  <a:lnTo>
                    <a:pt x="64534" y="5695"/>
                  </a:lnTo>
                  <a:lnTo>
                    <a:pt x="64523" y="5705"/>
                  </a:lnTo>
                  <a:lnTo>
                    <a:pt x="64522" y="5710"/>
                  </a:lnTo>
                  <a:lnTo>
                    <a:pt x="64488" y="5826"/>
                  </a:lnTo>
                  <a:lnTo>
                    <a:pt x="64487" y="5833"/>
                  </a:lnTo>
                  <a:lnTo>
                    <a:pt x="64491" y="5849"/>
                  </a:lnTo>
                  <a:lnTo>
                    <a:pt x="64497" y="5865"/>
                  </a:lnTo>
                  <a:lnTo>
                    <a:pt x="64507" y="5877"/>
                  </a:lnTo>
                  <a:lnTo>
                    <a:pt x="64519" y="5883"/>
                  </a:lnTo>
                  <a:lnTo>
                    <a:pt x="64579" y="5901"/>
                  </a:lnTo>
                  <a:lnTo>
                    <a:pt x="64652" y="5909"/>
                  </a:lnTo>
                  <a:lnTo>
                    <a:pt x="64971" y="5889"/>
                  </a:lnTo>
                  <a:lnTo>
                    <a:pt x="65185" y="5877"/>
                  </a:lnTo>
                  <a:lnTo>
                    <a:pt x="65194" y="5879"/>
                  </a:lnTo>
                  <a:lnTo>
                    <a:pt x="65242" y="5896"/>
                  </a:lnTo>
                  <a:lnTo>
                    <a:pt x="65343" y="5931"/>
                  </a:lnTo>
                  <a:lnTo>
                    <a:pt x="65387" y="5946"/>
                  </a:lnTo>
                  <a:lnTo>
                    <a:pt x="65404" y="5965"/>
                  </a:lnTo>
                  <a:lnTo>
                    <a:pt x="65478" y="6048"/>
                  </a:lnTo>
                  <a:lnTo>
                    <a:pt x="65498" y="6101"/>
                  </a:lnTo>
                  <a:lnTo>
                    <a:pt x="65503" y="6145"/>
                  </a:lnTo>
                  <a:lnTo>
                    <a:pt x="65514" y="6155"/>
                  </a:lnTo>
                  <a:lnTo>
                    <a:pt x="65534" y="6170"/>
                  </a:lnTo>
                  <a:lnTo>
                    <a:pt x="65850" y="6223"/>
                  </a:lnTo>
                  <a:lnTo>
                    <a:pt x="65888" y="6229"/>
                  </a:lnTo>
                  <a:lnTo>
                    <a:pt x="66133" y="6318"/>
                  </a:lnTo>
                  <a:lnTo>
                    <a:pt x="66143" y="6332"/>
                  </a:lnTo>
                  <a:lnTo>
                    <a:pt x="66211" y="6426"/>
                  </a:lnTo>
                  <a:lnTo>
                    <a:pt x="66239" y="6465"/>
                  </a:lnTo>
                  <a:lnTo>
                    <a:pt x="66259" y="6504"/>
                  </a:lnTo>
                  <a:lnTo>
                    <a:pt x="66277" y="6595"/>
                  </a:lnTo>
                  <a:lnTo>
                    <a:pt x="66279" y="6607"/>
                  </a:lnTo>
                  <a:lnTo>
                    <a:pt x="66286" y="6658"/>
                  </a:lnTo>
                  <a:lnTo>
                    <a:pt x="66296" y="6726"/>
                  </a:lnTo>
                  <a:lnTo>
                    <a:pt x="66252" y="6776"/>
                  </a:lnTo>
                  <a:lnTo>
                    <a:pt x="66159" y="6850"/>
                  </a:lnTo>
                  <a:lnTo>
                    <a:pt x="66063" y="6924"/>
                  </a:lnTo>
                  <a:lnTo>
                    <a:pt x="65951" y="6981"/>
                  </a:lnTo>
                  <a:lnTo>
                    <a:pt x="65869" y="6929"/>
                  </a:lnTo>
                  <a:lnTo>
                    <a:pt x="65806" y="7229"/>
                  </a:lnTo>
                  <a:lnTo>
                    <a:pt x="65783" y="7338"/>
                  </a:lnTo>
                  <a:lnTo>
                    <a:pt x="65789" y="7341"/>
                  </a:lnTo>
                  <a:lnTo>
                    <a:pt x="65798" y="7347"/>
                  </a:lnTo>
                  <a:lnTo>
                    <a:pt x="65856" y="7382"/>
                  </a:lnTo>
                  <a:lnTo>
                    <a:pt x="65883" y="7337"/>
                  </a:lnTo>
                  <a:lnTo>
                    <a:pt x="65962" y="7202"/>
                  </a:lnTo>
                  <a:lnTo>
                    <a:pt x="66017" y="7108"/>
                  </a:lnTo>
                  <a:lnTo>
                    <a:pt x="66159" y="7009"/>
                  </a:lnTo>
                  <a:lnTo>
                    <a:pt x="66466" y="6813"/>
                  </a:lnTo>
                  <a:lnTo>
                    <a:pt x="66541" y="6681"/>
                  </a:lnTo>
                  <a:lnTo>
                    <a:pt x="66612" y="6581"/>
                  </a:lnTo>
                  <a:lnTo>
                    <a:pt x="66640" y="6547"/>
                  </a:lnTo>
                  <a:lnTo>
                    <a:pt x="66675" y="6516"/>
                  </a:lnTo>
                  <a:lnTo>
                    <a:pt x="66718" y="6479"/>
                  </a:lnTo>
                  <a:lnTo>
                    <a:pt x="66957" y="6310"/>
                  </a:lnTo>
                  <a:lnTo>
                    <a:pt x="67034" y="6291"/>
                  </a:lnTo>
                  <a:lnTo>
                    <a:pt x="67038" y="6293"/>
                  </a:lnTo>
                  <a:lnTo>
                    <a:pt x="67067" y="6309"/>
                  </a:lnTo>
                  <a:lnTo>
                    <a:pt x="67264" y="6482"/>
                  </a:lnTo>
                  <a:lnTo>
                    <a:pt x="67390" y="6580"/>
                  </a:lnTo>
                  <a:lnTo>
                    <a:pt x="67589" y="6737"/>
                  </a:lnTo>
                  <a:lnTo>
                    <a:pt x="67643" y="6766"/>
                  </a:lnTo>
                  <a:lnTo>
                    <a:pt x="67732" y="6814"/>
                  </a:lnTo>
                  <a:lnTo>
                    <a:pt x="67758" y="6827"/>
                  </a:lnTo>
                  <a:lnTo>
                    <a:pt x="67885" y="6771"/>
                  </a:lnTo>
                  <a:lnTo>
                    <a:pt x="67836" y="6704"/>
                  </a:lnTo>
                  <a:lnTo>
                    <a:pt x="67832" y="6669"/>
                  </a:lnTo>
                  <a:lnTo>
                    <a:pt x="67920" y="6633"/>
                  </a:lnTo>
                  <a:lnTo>
                    <a:pt x="67932" y="6632"/>
                  </a:lnTo>
                  <a:lnTo>
                    <a:pt x="67975" y="6629"/>
                  </a:lnTo>
                  <a:lnTo>
                    <a:pt x="67983" y="6628"/>
                  </a:lnTo>
                  <a:lnTo>
                    <a:pt x="68335" y="6605"/>
                  </a:lnTo>
                  <a:lnTo>
                    <a:pt x="68367" y="6649"/>
                  </a:lnTo>
                  <a:lnTo>
                    <a:pt x="68370" y="6667"/>
                  </a:lnTo>
                  <a:lnTo>
                    <a:pt x="68218" y="6849"/>
                  </a:lnTo>
                  <a:lnTo>
                    <a:pt x="68149" y="6927"/>
                  </a:lnTo>
                  <a:lnTo>
                    <a:pt x="68149" y="6955"/>
                  </a:lnTo>
                  <a:lnTo>
                    <a:pt x="68164" y="7053"/>
                  </a:lnTo>
                  <a:lnTo>
                    <a:pt x="68167" y="7073"/>
                  </a:lnTo>
                  <a:lnTo>
                    <a:pt x="68170" y="7090"/>
                  </a:lnTo>
                  <a:lnTo>
                    <a:pt x="68171" y="7094"/>
                  </a:lnTo>
                  <a:lnTo>
                    <a:pt x="68182" y="7116"/>
                  </a:lnTo>
                  <a:lnTo>
                    <a:pt x="68194" y="7142"/>
                  </a:lnTo>
                  <a:lnTo>
                    <a:pt x="68200" y="7150"/>
                  </a:lnTo>
                  <a:lnTo>
                    <a:pt x="68203" y="7153"/>
                  </a:lnTo>
                  <a:lnTo>
                    <a:pt x="68219" y="7164"/>
                  </a:lnTo>
                  <a:lnTo>
                    <a:pt x="68245" y="7180"/>
                  </a:lnTo>
                  <a:lnTo>
                    <a:pt x="68369" y="7259"/>
                  </a:lnTo>
                  <a:lnTo>
                    <a:pt x="68382" y="7267"/>
                  </a:lnTo>
                  <a:lnTo>
                    <a:pt x="68387" y="7270"/>
                  </a:lnTo>
                  <a:lnTo>
                    <a:pt x="68393" y="7273"/>
                  </a:lnTo>
                  <a:lnTo>
                    <a:pt x="68419" y="7278"/>
                  </a:lnTo>
                  <a:lnTo>
                    <a:pt x="68489" y="7284"/>
                  </a:lnTo>
                  <a:lnTo>
                    <a:pt x="68507" y="7282"/>
                  </a:lnTo>
                  <a:lnTo>
                    <a:pt x="68541" y="7275"/>
                  </a:lnTo>
                  <a:lnTo>
                    <a:pt x="68733" y="7236"/>
                  </a:lnTo>
                  <a:lnTo>
                    <a:pt x="68841" y="7215"/>
                  </a:lnTo>
                  <a:lnTo>
                    <a:pt x="68893" y="7235"/>
                  </a:lnTo>
                  <a:lnTo>
                    <a:pt x="68943" y="7254"/>
                  </a:lnTo>
                  <a:lnTo>
                    <a:pt x="68872" y="7304"/>
                  </a:lnTo>
                  <a:lnTo>
                    <a:pt x="68829" y="7381"/>
                  </a:lnTo>
                  <a:lnTo>
                    <a:pt x="68813" y="7409"/>
                  </a:lnTo>
                  <a:lnTo>
                    <a:pt x="68796" y="7466"/>
                  </a:lnTo>
                  <a:lnTo>
                    <a:pt x="68796" y="7476"/>
                  </a:lnTo>
                  <a:lnTo>
                    <a:pt x="68798" y="7487"/>
                  </a:lnTo>
                  <a:lnTo>
                    <a:pt x="68809" y="7550"/>
                  </a:lnTo>
                  <a:lnTo>
                    <a:pt x="68818" y="7596"/>
                  </a:lnTo>
                  <a:lnTo>
                    <a:pt x="68823" y="7617"/>
                  </a:lnTo>
                  <a:lnTo>
                    <a:pt x="68843" y="7702"/>
                  </a:lnTo>
                  <a:lnTo>
                    <a:pt x="68845" y="7709"/>
                  </a:lnTo>
                  <a:lnTo>
                    <a:pt x="68848" y="7716"/>
                  </a:lnTo>
                  <a:lnTo>
                    <a:pt x="68853" y="7724"/>
                  </a:lnTo>
                  <a:lnTo>
                    <a:pt x="68899" y="7770"/>
                  </a:lnTo>
                  <a:lnTo>
                    <a:pt x="68911" y="7778"/>
                  </a:lnTo>
                  <a:lnTo>
                    <a:pt x="68918" y="7781"/>
                  </a:lnTo>
                  <a:lnTo>
                    <a:pt x="68934" y="7784"/>
                  </a:lnTo>
                  <a:lnTo>
                    <a:pt x="69028" y="7796"/>
                  </a:lnTo>
                  <a:lnTo>
                    <a:pt x="69035" y="7797"/>
                  </a:lnTo>
                  <a:lnTo>
                    <a:pt x="69055" y="7797"/>
                  </a:lnTo>
                  <a:lnTo>
                    <a:pt x="69063" y="7796"/>
                  </a:lnTo>
                  <a:lnTo>
                    <a:pt x="69070" y="7795"/>
                  </a:lnTo>
                  <a:lnTo>
                    <a:pt x="69076" y="7792"/>
                  </a:lnTo>
                  <a:lnTo>
                    <a:pt x="69080" y="7790"/>
                  </a:lnTo>
                  <a:lnTo>
                    <a:pt x="69180" y="7712"/>
                  </a:lnTo>
                  <a:lnTo>
                    <a:pt x="69221" y="7655"/>
                  </a:lnTo>
                  <a:lnTo>
                    <a:pt x="69221" y="7645"/>
                  </a:lnTo>
                  <a:lnTo>
                    <a:pt x="69270" y="7573"/>
                  </a:lnTo>
                  <a:lnTo>
                    <a:pt x="69414" y="7515"/>
                  </a:lnTo>
                  <a:lnTo>
                    <a:pt x="69418" y="7514"/>
                  </a:lnTo>
                  <a:lnTo>
                    <a:pt x="69481" y="7493"/>
                  </a:lnTo>
                  <a:lnTo>
                    <a:pt x="69555" y="7498"/>
                  </a:lnTo>
                  <a:lnTo>
                    <a:pt x="69911" y="7522"/>
                  </a:lnTo>
                  <a:lnTo>
                    <a:pt x="69923" y="7523"/>
                  </a:lnTo>
                  <a:lnTo>
                    <a:pt x="69938" y="7524"/>
                  </a:lnTo>
                  <a:lnTo>
                    <a:pt x="69971" y="7531"/>
                  </a:lnTo>
                  <a:lnTo>
                    <a:pt x="70057" y="7557"/>
                  </a:lnTo>
                  <a:lnTo>
                    <a:pt x="70532" y="7711"/>
                  </a:lnTo>
                  <a:lnTo>
                    <a:pt x="70550" y="7721"/>
                  </a:lnTo>
                  <a:lnTo>
                    <a:pt x="70561" y="7727"/>
                  </a:lnTo>
                  <a:lnTo>
                    <a:pt x="70569" y="7731"/>
                  </a:lnTo>
                  <a:lnTo>
                    <a:pt x="70573" y="7732"/>
                  </a:lnTo>
                  <a:lnTo>
                    <a:pt x="70577" y="7734"/>
                  </a:lnTo>
                  <a:lnTo>
                    <a:pt x="70582" y="7735"/>
                  </a:lnTo>
                  <a:lnTo>
                    <a:pt x="70619" y="7745"/>
                  </a:lnTo>
                  <a:lnTo>
                    <a:pt x="70626" y="7746"/>
                  </a:lnTo>
                  <a:lnTo>
                    <a:pt x="70632" y="7746"/>
                  </a:lnTo>
                  <a:lnTo>
                    <a:pt x="70654" y="7745"/>
                  </a:lnTo>
                  <a:lnTo>
                    <a:pt x="71039" y="7699"/>
                  </a:lnTo>
                  <a:lnTo>
                    <a:pt x="71373" y="7698"/>
                  </a:lnTo>
                  <a:lnTo>
                    <a:pt x="71489" y="7763"/>
                  </a:lnTo>
                  <a:lnTo>
                    <a:pt x="71551" y="7798"/>
                  </a:lnTo>
                  <a:lnTo>
                    <a:pt x="71646" y="7841"/>
                  </a:lnTo>
                  <a:lnTo>
                    <a:pt x="71864" y="7862"/>
                  </a:lnTo>
                  <a:lnTo>
                    <a:pt x="71877" y="7861"/>
                  </a:lnTo>
                  <a:lnTo>
                    <a:pt x="71885" y="7860"/>
                  </a:lnTo>
                  <a:lnTo>
                    <a:pt x="71895" y="7860"/>
                  </a:lnTo>
                  <a:lnTo>
                    <a:pt x="71912" y="7858"/>
                  </a:lnTo>
                  <a:lnTo>
                    <a:pt x="72167" y="7788"/>
                  </a:lnTo>
                  <a:lnTo>
                    <a:pt x="72235" y="7769"/>
                  </a:lnTo>
                  <a:lnTo>
                    <a:pt x="72248" y="7765"/>
                  </a:lnTo>
                  <a:lnTo>
                    <a:pt x="72325" y="7736"/>
                  </a:lnTo>
                  <a:lnTo>
                    <a:pt x="72512" y="7649"/>
                  </a:lnTo>
                  <a:lnTo>
                    <a:pt x="72539" y="7610"/>
                  </a:lnTo>
                  <a:lnTo>
                    <a:pt x="72551" y="7574"/>
                  </a:lnTo>
                  <a:lnTo>
                    <a:pt x="72560" y="7556"/>
                  </a:lnTo>
                  <a:lnTo>
                    <a:pt x="72583" y="7543"/>
                  </a:lnTo>
                  <a:lnTo>
                    <a:pt x="72607" y="7529"/>
                  </a:lnTo>
                  <a:lnTo>
                    <a:pt x="72783" y="7462"/>
                  </a:lnTo>
                  <a:lnTo>
                    <a:pt x="72843" y="7439"/>
                  </a:lnTo>
                  <a:lnTo>
                    <a:pt x="72862" y="7432"/>
                  </a:lnTo>
                  <a:lnTo>
                    <a:pt x="72875" y="7432"/>
                  </a:lnTo>
                  <a:lnTo>
                    <a:pt x="72883" y="7436"/>
                  </a:lnTo>
                  <a:lnTo>
                    <a:pt x="72888" y="7441"/>
                  </a:lnTo>
                  <a:lnTo>
                    <a:pt x="72901" y="7460"/>
                  </a:lnTo>
                  <a:lnTo>
                    <a:pt x="72903" y="7464"/>
                  </a:lnTo>
                  <a:lnTo>
                    <a:pt x="72907" y="7475"/>
                  </a:lnTo>
                  <a:lnTo>
                    <a:pt x="72840" y="7667"/>
                  </a:lnTo>
                  <a:lnTo>
                    <a:pt x="72837" y="7676"/>
                  </a:lnTo>
                  <a:lnTo>
                    <a:pt x="72826" y="7694"/>
                  </a:lnTo>
                  <a:lnTo>
                    <a:pt x="72715" y="7840"/>
                  </a:lnTo>
                  <a:lnTo>
                    <a:pt x="72774" y="8121"/>
                  </a:lnTo>
                  <a:lnTo>
                    <a:pt x="72785" y="8125"/>
                  </a:lnTo>
                  <a:lnTo>
                    <a:pt x="72792" y="8131"/>
                  </a:lnTo>
                  <a:lnTo>
                    <a:pt x="72829" y="8233"/>
                  </a:lnTo>
                  <a:lnTo>
                    <a:pt x="72832" y="8245"/>
                  </a:lnTo>
                  <a:lnTo>
                    <a:pt x="72834" y="8263"/>
                  </a:lnTo>
                  <a:lnTo>
                    <a:pt x="72843" y="8489"/>
                  </a:lnTo>
                  <a:lnTo>
                    <a:pt x="72844" y="8516"/>
                  </a:lnTo>
                  <a:lnTo>
                    <a:pt x="72813" y="8547"/>
                  </a:lnTo>
                  <a:lnTo>
                    <a:pt x="72790" y="8537"/>
                  </a:lnTo>
                  <a:lnTo>
                    <a:pt x="72777" y="8538"/>
                  </a:lnTo>
                  <a:lnTo>
                    <a:pt x="72758" y="8542"/>
                  </a:lnTo>
                  <a:lnTo>
                    <a:pt x="72735" y="8553"/>
                  </a:lnTo>
                  <a:lnTo>
                    <a:pt x="72718" y="8564"/>
                  </a:lnTo>
                  <a:lnTo>
                    <a:pt x="72704" y="8575"/>
                  </a:lnTo>
                  <a:lnTo>
                    <a:pt x="72674" y="8633"/>
                  </a:lnTo>
                  <a:lnTo>
                    <a:pt x="72666" y="8648"/>
                  </a:lnTo>
                  <a:lnTo>
                    <a:pt x="72643" y="8701"/>
                  </a:lnTo>
                  <a:lnTo>
                    <a:pt x="72630" y="8734"/>
                  </a:lnTo>
                  <a:lnTo>
                    <a:pt x="72624" y="8753"/>
                  </a:lnTo>
                  <a:lnTo>
                    <a:pt x="72581" y="8883"/>
                  </a:lnTo>
                  <a:lnTo>
                    <a:pt x="72474" y="9208"/>
                  </a:lnTo>
                  <a:lnTo>
                    <a:pt x="72459" y="9352"/>
                  </a:lnTo>
                  <a:lnTo>
                    <a:pt x="72459" y="9365"/>
                  </a:lnTo>
                  <a:lnTo>
                    <a:pt x="72461" y="9377"/>
                  </a:lnTo>
                  <a:lnTo>
                    <a:pt x="72529" y="9718"/>
                  </a:lnTo>
                  <a:lnTo>
                    <a:pt x="72595" y="9807"/>
                  </a:lnTo>
                  <a:lnTo>
                    <a:pt x="72602" y="9810"/>
                  </a:lnTo>
                  <a:lnTo>
                    <a:pt x="72787" y="9907"/>
                  </a:lnTo>
                  <a:lnTo>
                    <a:pt x="72877" y="9994"/>
                  </a:lnTo>
                  <a:lnTo>
                    <a:pt x="73134" y="10296"/>
                  </a:lnTo>
                  <a:lnTo>
                    <a:pt x="73138" y="10301"/>
                  </a:lnTo>
                  <a:lnTo>
                    <a:pt x="73158" y="10327"/>
                  </a:lnTo>
                  <a:lnTo>
                    <a:pt x="73166" y="10344"/>
                  </a:lnTo>
                  <a:lnTo>
                    <a:pt x="73169" y="10358"/>
                  </a:lnTo>
                  <a:lnTo>
                    <a:pt x="73167" y="10386"/>
                  </a:lnTo>
                  <a:lnTo>
                    <a:pt x="73163" y="10408"/>
                  </a:lnTo>
                  <a:lnTo>
                    <a:pt x="73111" y="10691"/>
                  </a:lnTo>
                  <a:lnTo>
                    <a:pt x="73028" y="10916"/>
                  </a:lnTo>
                  <a:lnTo>
                    <a:pt x="73024" y="10927"/>
                  </a:lnTo>
                  <a:lnTo>
                    <a:pt x="73026" y="11085"/>
                  </a:lnTo>
                  <a:lnTo>
                    <a:pt x="73027" y="11142"/>
                  </a:lnTo>
                  <a:lnTo>
                    <a:pt x="73027" y="11173"/>
                  </a:lnTo>
                  <a:lnTo>
                    <a:pt x="73028" y="11209"/>
                  </a:lnTo>
                  <a:lnTo>
                    <a:pt x="73029" y="11259"/>
                  </a:lnTo>
                  <a:lnTo>
                    <a:pt x="73031" y="11300"/>
                  </a:lnTo>
                  <a:lnTo>
                    <a:pt x="73034" y="11313"/>
                  </a:lnTo>
                  <a:lnTo>
                    <a:pt x="73070" y="11391"/>
                  </a:lnTo>
                  <a:lnTo>
                    <a:pt x="73144" y="11546"/>
                  </a:lnTo>
                  <a:lnTo>
                    <a:pt x="73195" y="11643"/>
                  </a:lnTo>
                  <a:lnTo>
                    <a:pt x="73212" y="11669"/>
                  </a:lnTo>
                  <a:lnTo>
                    <a:pt x="73266" y="11744"/>
                  </a:lnTo>
                  <a:lnTo>
                    <a:pt x="73287" y="11770"/>
                  </a:lnTo>
                  <a:lnTo>
                    <a:pt x="73330" y="11823"/>
                  </a:lnTo>
                  <a:lnTo>
                    <a:pt x="73391" y="11889"/>
                  </a:lnTo>
                  <a:lnTo>
                    <a:pt x="73401" y="11940"/>
                  </a:lnTo>
                  <a:lnTo>
                    <a:pt x="73316" y="12102"/>
                  </a:lnTo>
                  <a:lnTo>
                    <a:pt x="73369" y="12130"/>
                  </a:lnTo>
                  <a:lnTo>
                    <a:pt x="73688" y="12247"/>
                  </a:lnTo>
                  <a:lnTo>
                    <a:pt x="73709" y="12251"/>
                  </a:lnTo>
                  <a:lnTo>
                    <a:pt x="73722" y="12252"/>
                  </a:lnTo>
                  <a:lnTo>
                    <a:pt x="73755" y="12250"/>
                  </a:lnTo>
                  <a:lnTo>
                    <a:pt x="73877" y="12242"/>
                  </a:lnTo>
                  <a:lnTo>
                    <a:pt x="74274" y="12155"/>
                  </a:lnTo>
                  <a:lnTo>
                    <a:pt x="74506" y="12089"/>
                  </a:lnTo>
                  <a:lnTo>
                    <a:pt x="74581" y="12051"/>
                  </a:lnTo>
                  <a:lnTo>
                    <a:pt x="74702" y="11994"/>
                  </a:lnTo>
                  <a:lnTo>
                    <a:pt x="74744" y="11989"/>
                  </a:lnTo>
                  <a:lnTo>
                    <a:pt x="74893" y="11986"/>
                  </a:lnTo>
                  <a:lnTo>
                    <a:pt x="75396" y="12185"/>
                  </a:lnTo>
                  <a:lnTo>
                    <a:pt x="75400" y="12190"/>
                  </a:lnTo>
                  <a:lnTo>
                    <a:pt x="75402" y="12196"/>
                  </a:lnTo>
                  <a:lnTo>
                    <a:pt x="75402" y="12205"/>
                  </a:lnTo>
                  <a:lnTo>
                    <a:pt x="75395" y="12246"/>
                  </a:lnTo>
                  <a:lnTo>
                    <a:pt x="75383" y="12322"/>
                  </a:lnTo>
                  <a:lnTo>
                    <a:pt x="75383" y="12329"/>
                  </a:lnTo>
                  <a:lnTo>
                    <a:pt x="75392" y="12471"/>
                  </a:lnTo>
                  <a:lnTo>
                    <a:pt x="75393" y="12498"/>
                  </a:lnTo>
                  <a:lnTo>
                    <a:pt x="75409" y="12546"/>
                  </a:lnTo>
                  <a:lnTo>
                    <a:pt x="75412" y="12549"/>
                  </a:lnTo>
                  <a:lnTo>
                    <a:pt x="75422" y="12559"/>
                  </a:lnTo>
                  <a:lnTo>
                    <a:pt x="75428" y="12562"/>
                  </a:lnTo>
                  <a:lnTo>
                    <a:pt x="75438" y="12566"/>
                  </a:lnTo>
                  <a:lnTo>
                    <a:pt x="75445" y="12568"/>
                  </a:lnTo>
                  <a:lnTo>
                    <a:pt x="75451" y="12569"/>
                  </a:lnTo>
                  <a:lnTo>
                    <a:pt x="75463" y="12567"/>
                  </a:lnTo>
                  <a:lnTo>
                    <a:pt x="75478" y="12557"/>
                  </a:lnTo>
                  <a:lnTo>
                    <a:pt x="75492" y="12544"/>
                  </a:lnTo>
                  <a:lnTo>
                    <a:pt x="75567" y="12461"/>
                  </a:lnTo>
                  <a:lnTo>
                    <a:pt x="75584" y="12440"/>
                  </a:lnTo>
                  <a:lnTo>
                    <a:pt x="75605" y="12412"/>
                  </a:lnTo>
                  <a:lnTo>
                    <a:pt x="75663" y="12367"/>
                  </a:lnTo>
                  <a:lnTo>
                    <a:pt x="75699" y="12370"/>
                  </a:lnTo>
                  <a:lnTo>
                    <a:pt x="75748" y="12388"/>
                  </a:lnTo>
                  <a:lnTo>
                    <a:pt x="75779" y="12470"/>
                  </a:lnTo>
                  <a:lnTo>
                    <a:pt x="75793" y="12714"/>
                  </a:lnTo>
                  <a:lnTo>
                    <a:pt x="75782" y="12848"/>
                  </a:lnTo>
                  <a:lnTo>
                    <a:pt x="75729" y="12946"/>
                  </a:lnTo>
                  <a:lnTo>
                    <a:pt x="75713" y="12959"/>
                  </a:lnTo>
                  <a:lnTo>
                    <a:pt x="75650" y="13002"/>
                  </a:lnTo>
                  <a:lnTo>
                    <a:pt x="75639" y="13006"/>
                  </a:lnTo>
                  <a:lnTo>
                    <a:pt x="75621" y="13016"/>
                  </a:lnTo>
                  <a:lnTo>
                    <a:pt x="75409" y="13161"/>
                  </a:lnTo>
                  <a:lnTo>
                    <a:pt x="75358" y="13196"/>
                  </a:lnTo>
                  <a:lnTo>
                    <a:pt x="75272" y="13255"/>
                  </a:lnTo>
                  <a:lnTo>
                    <a:pt x="74919" y="13452"/>
                  </a:lnTo>
                  <a:lnTo>
                    <a:pt x="74674" y="13693"/>
                  </a:lnTo>
                  <a:lnTo>
                    <a:pt x="74493" y="13798"/>
                  </a:lnTo>
                  <a:lnTo>
                    <a:pt x="74475" y="13802"/>
                  </a:lnTo>
                  <a:lnTo>
                    <a:pt x="74347" y="13832"/>
                  </a:lnTo>
                  <a:lnTo>
                    <a:pt x="74340" y="13831"/>
                  </a:lnTo>
                  <a:lnTo>
                    <a:pt x="74322" y="13829"/>
                  </a:lnTo>
                  <a:lnTo>
                    <a:pt x="74317" y="13829"/>
                  </a:lnTo>
                  <a:lnTo>
                    <a:pt x="74311" y="13829"/>
                  </a:lnTo>
                  <a:lnTo>
                    <a:pt x="74304" y="13829"/>
                  </a:lnTo>
                  <a:lnTo>
                    <a:pt x="74223" y="13836"/>
                  </a:lnTo>
                  <a:lnTo>
                    <a:pt x="74132" y="13849"/>
                  </a:lnTo>
                  <a:lnTo>
                    <a:pt x="74122" y="13852"/>
                  </a:lnTo>
                  <a:lnTo>
                    <a:pt x="74117" y="13854"/>
                  </a:lnTo>
                  <a:lnTo>
                    <a:pt x="74110" y="13858"/>
                  </a:lnTo>
                  <a:lnTo>
                    <a:pt x="74083" y="13872"/>
                  </a:lnTo>
                  <a:lnTo>
                    <a:pt x="73923" y="13954"/>
                  </a:lnTo>
                  <a:lnTo>
                    <a:pt x="73712" y="14064"/>
                  </a:lnTo>
                  <a:lnTo>
                    <a:pt x="73190" y="14308"/>
                  </a:lnTo>
                  <a:lnTo>
                    <a:pt x="73142" y="14330"/>
                  </a:lnTo>
                  <a:lnTo>
                    <a:pt x="73129" y="14336"/>
                  </a:lnTo>
                  <a:lnTo>
                    <a:pt x="72994" y="14421"/>
                  </a:lnTo>
                  <a:lnTo>
                    <a:pt x="72974" y="14434"/>
                  </a:lnTo>
                  <a:lnTo>
                    <a:pt x="72957" y="14447"/>
                  </a:lnTo>
                  <a:lnTo>
                    <a:pt x="72944" y="14459"/>
                  </a:lnTo>
                  <a:lnTo>
                    <a:pt x="72926" y="14480"/>
                  </a:lnTo>
                  <a:lnTo>
                    <a:pt x="72898" y="14519"/>
                  </a:lnTo>
                  <a:lnTo>
                    <a:pt x="72893" y="14525"/>
                  </a:lnTo>
                  <a:lnTo>
                    <a:pt x="72886" y="14536"/>
                  </a:lnTo>
                  <a:lnTo>
                    <a:pt x="72830" y="14622"/>
                  </a:lnTo>
                  <a:lnTo>
                    <a:pt x="72825" y="14632"/>
                  </a:lnTo>
                  <a:lnTo>
                    <a:pt x="72654" y="14944"/>
                  </a:lnTo>
                  <a:lnTo>
                    <a:pt x="72647" y="14962"/>
                  </a:lnTo>
                  <a:lnTo>
                    <a:pt x="72369" y="15253"/>
                  </a:lnTo>
                  <a:lnTo>
                    <a:pt x="72310" y="15295"/>
                  </a:lnTo>
                  <a:lnTo>
                    <a:pt x="72127" y="15428"/>
                  </a:lnTo>
                  <a:lnTo>
                    <a:pt x="72121" y="15433"/>
                  </a:lnTo>
                  <a:lnTo>
                    <a:pt x="72117" y="15438"/>
                  </a:lnTo>
                  <a:lnTo>
                    <a:pt x="72114" y="15443"/>
                  </a:lnTo>
                  <a:lnTo>
                    <a:pt x="72111" y="15448"/>
                  </a:lnTo>
                  <a:lnTo>
                    <a:pt x="72108" y="15454"/>
                  </a:lnTo>
                  <a:lnTo>
                    <a:pt x="72105" y="15459"/>
                  </a:lnTo>
                  <a:lnTo>
                    <a:pt x="72103" y="15464"/>
                  </a:lnTo>
                  <a:lnTo>
                    <a:pt x="72101" y="15470"/>
                  </a:lnTo>
                  <a:lnTo>
                    <a:pt x="72099" y="15476"/>
                  </a:lnTo>
                  <a:lnTo>
                    <a:pt x="72088" y="15526"/>
                  </a:lnTo>
                  <a:lnTo>
                    <a:pt x="72087" y="15535"/>
                  </a:lnTo>
                  <a:lnTo>
                    <a:pt x="72086" y="15545"/>
                  </a:lnTo>
                  <a:lnTo>
                    <a:pt x="72085" y="15549"/>
                  </a:lnTo>
                  <a:lnTo>
                    <a:pt x="71871" y="15640"/>
                  </a:lnTo>
                  <a:lnTo>
                    <a:pt x="71720" y="15704"/>
                  </a:lnTo>
                  <a:lnTo>
                    <a:pt x="71530" y="15848"/>
                  </a:lnTo>
                  <a:lnTo>
                    <a:pt x="71527" y="15851"/>
                  </a:lnTo>
                  <a:lnTo>
                    <a:pt x="71524" y="15855"/>
                  </a:lnTo>
                  <a:lnTo>
                    <a:pt x="71500" y="15887"/>
                  </a:lnTo>
                  <a:lnTo>
                    <a:pt x="71476" y="15923"/>
                  </a:lnTo>
                  <a:lnTo>
                    <a:pt x="71429" y="15994"/>
                  </a:lnTo>
                  <a:lnTo>
                    <a:pt x="71426" y="15998"/>
                  </a:lnTo>
                  <a:lnTo>
                    <a:pt x="71424" y="16002"/>
                  </a:lnTo>
                  <a:lnTo>
                    <a:pt x="71422" y="16008"/>
                  </a:lnTo>
                  <a:lnTo>
                    <a:pt x="71396" y="16120"/>
                  </a:lnTo>
                  <a:lnTo>
                    <a:pt x="71395" y="16125"/>
                  </a:lnTo>
                  <a:lnTo>
                    <a:pt x="71394" y="16132"/>
                  </a:lnTo>
                  <a:lnTo>
                    <a:pt x="71393" y="16138"/>
                  </a:lnTo>
                  <a:lnTo>
                    <a:pt x="71393" y="16145"/>
                  </a:lnTo>
                  <a:lnTo>
                    <a:pt x="71394" y="16152"/>
                  </a:lnTo>
                  <a:lnTo>
                    <a:pt x="71395" y="16157"/>
                  </a:lnTo>
                  <a:lnTo>
                    <a:pt x="71397" y="16164"/>
                  </a:lnTo>
                  <a:lnTo>
                    <a:pt x="71400" y="16172"/>
                  </a:lnTo>
                  <a:lnTo>
                    <a:pt x="71406" y="16180"/>
                  </a:lnTo>
                  <a:lnTo>
                    <a:pt x="71439" y="16201"/>
                  </a:lnTo>
                  <a:lnTo>
                    <a:pt x="71443" y="16204"/>
                  </a:lnTo>
                  <a:lnTo>
                    <a:pt x="71465" y="16252"/>
                  </a:lnTo>
                  <a:lnTo>
                    <a:pt x="71464" y="16305"/>
                  </a:lnTo>
                  <a:lnTo>
                    <a:pt x="71366" y="16691"/>
                  </a:lnTo>
                  <a:lnTo>
                    <a:pt x="71364" y="16697"/>
                  </a:lnTo>
                  <a:lnTo>
                    <a:pt x="71361" y="16704"/>
                  </a:lnTo>
                  <a:lnTo>
                    <a:pt x="71358" y="16710"/>
                  </a:lnTo>
                  <a:lnTo>
                    <a:pt x="71353" y="16716"/>
                  </a:lnTo>
                  <a:lnTo>
                    <a:pt x="71348" y="16722"/>
                  </a:lnTo>
                  <a:lnTo>
                    <a:pt x="71281" y="16791"/>
                  </a:lnTo>
                  <a:lnTo>
                    <a:pt x="71054" y="17022"/>
                  </a:lnTo>
                  <a:lnTo>
                    <a:pt x="70910" y="17169"/>
                  </a:lnTo>
                  <a:lnTo>
                    <a:pt x="70334" y="17754"/>
                  </a:lnTo>
                  <a:lnTo>
                    <a:pt x="70306" y="17769"/>
                  </a:lnTo>
                  <a:lnTo>
                    <a:pt x="70231" y="17807"/>
                  </a:lnTo>
                  <a:lnTo>
                    <a:pt x="70224" y="17810"/>
                  </a:lnTo>
                  <a:lnTo>
                    <a:pt x="70218" y="17812"/>
                  </a:lnTo>
                  <a:lnTo>
                    <a:pt x="70212" y="17813"/>
                  </a:lnTo>
                  <a:lnTo>
                    <a:pt x="70205" y="17812"/>
                  </a:lnTo>
                  <a:lnTo>
                    <a:pt x="70200" y="17813"/>
                  </a:lnTo>
                  <a:lnTo>
                    <a:pt x="70195" y="17815"/>
                  </a:lnTo>
                  <a:lnTo>
                    <a:pt x="70188" y="17817"/>
                  </a:lnTo>
                  <a:lnTo>
                    <a:pt x="70096" y="17856"/>
                  </a:lnTo>
                  <a:lnTo>
                    <a:pt x="70090" y="17859"/>
                  </a:lnTo>
                  <a:lnTo>
                    <a:pt x="70085" y="17863"/>
                  </a:lnTo>
                  <a:lnTo>
                    <a:pt x="70077" y="17868"/>
                  </a:lnTo>
                  <a:lnTo>
                    <a:pt x="70069" y="17875"/>
                  </a:lnTo>
                  <a:lnTo>
                    <a:pt x="70062" y="17882"/>
                  </a:lnTo>
                  <a:lnTo>
                    <a:pt x="70056" y="17888"/>
                  </a:lnTo>
                  <a:lnTo>
                    <a:pt x="70036" y="17918"/>
                  </a:lnTo>
                  <a:lnTo>
                    <a:pt x="69787" y="18337"/>
                  </a:lnTo>
                  <a:lnTo>
                    <a:pt x="69493" y="18758"/>
                  </a:lnTo>
                  <a:lnTo>
                    <a:pt x="69461" y="18805"/>
                  </a:lnTo>
                  <a:lnTo>
                    <a:pt x="69425" y="18892"/>
                  </a:lnTo>
                  <a:lnTo>
                    <a:pt x="69382" y="18997"/>
                  </a:lnTo>
                  <a:lnTo>
                    <a:pt x="69377" y="19019"/>
                  </a:lnTo>
                  <a:lnTo>
                    <a:pt x="69389" y="19073"/>
                  </a:lnTo>
                  <a:lnTo>
                    <a:pt x="69402" y="19088"/>
                  </a:lnTo>
                  <a:lnTo>
                    <a:pt x="69414" y="19102"/>
                  </a:lnTo>
                  <a:lnTo>
                    <a:pt x="69418" y="19136"/>
                  </a:lnTo>
                  <a:lnTo>
                    <a:pt x="69417" y="19209"/>
                  </a:lnTo>
                  <a:lnTo>
                    <a:pt x="69417" y="19219"/>
                  </a:lnTo>
                  <a:lnTo>
                    <a:pt x="69385" y="19302"/>
                  </a:lnTo>
                  <a:lnTo>
                    <a:pt x="69201" y="19795"/>
                  </a:lnTo>
                  <a:lnTo>
                    <a:pt x="69180" y="19853"/>
                  </a:lnTo>
                  <a:lnTo>
                    <a:pt x="69127" y="20005"/>
                  </a:lnTo>
                  <a:lnTo>
                    <a:pt x="69123" y="20017"/>
                  </a:lnTo>
                  <a:lnTo>
                    <a:pt x="69116" y="20111"/>
                  </a:lnTo>
                  <a:lnTo>
                    <a:pt x="69116" y="20119"/>
                  </a:lnTo>
                  <a:lnTo>
                    <a:pt x="69116" y="20124"/>
                  </a:lnTo>
                  <a:lnTo>
                    <a:pt x="69058" y="20402"/>
                  </a:lnTo>
                  <a:lnTo>
                    <a:pt x="69027" y="20541"/>
                  </a:lnTo>
                  <a:lnTo>
                    <a:pt x="69024" y="20557"/>
                  </a:lnTo>
                  <a:lnTo>
                    <a:pt x="69020" y="20573"/>
                  </a:lnTo>
                  <a:lnTo>
                    <a:pt x="69007" y="20637"/>
                  </a:lnTo>
                  <a:lnTo>
                    <a:pt x="68982" y="20787"/>
                  </a:lnTo>
                  <a:lnTo>
                    <a:pt x="68971" y="20851"/>
                  </a:lnTo>
                  <a:lnTo>
                    <a:pt x="68952" y="20982"/>
                  </a:lnTo>
                  <a:lnTo>
                    <a:pt x="68914" y="21248"/>
                  </a:lnTo>
                  <a:lnTo>
                    <a:pt x="68856" y="21666"/>
                  </a:lnTo>
                  <a:lnTo>
                    <a:pt x="68844" y="21758"/>
                  </a:lnTo>
                  <a:lnTo>
                    <a:pt x="68838" y="21811"/>
                  </a:lnTo>
                  <a:lnTo>
                    <a:pt x="68829" y="21887"/>
                  </a:lnTo>
                  <a:lnTo>
                    <a:pt x="68799" y="22158"/>
                  </a:lnTo>
                  <a:lnTo>
                    <a:pt x="68793" y="22269"/>
                  </a:lnTo>
                  <a:lnTo>
                    <a:pt x="68783" y="22500"/>
                  </a:lnTo>
                  <a:lnTo>
                    <a:pt x="68779" y="22608"/>
                  </a:lnTo>
                  <a:lnTo>
                    <a:pt x="68775" y="22779"/>
                  </a:lnTo>
                  <a:lnTo>
                    <a:pt x="68775" y="22830"/>
                  </a:lnTo>
                  <a:lnTo>
                    <a:pt x="68779" y="23046"/>
                  </a:lnTo>
                  <a:lnTo>
                    <a:pt x="68781" y="23191"/>
                  </a:lnTo>
                  <a:lnTo>
                    <a:pt x="68790" y="23359"/>
                  </a:lnTo>
                  <a:lnTo>
                    <a:pt x="68799" y="23487"/>
                  </a:lnTo>
                  <a:lnTo>
                    <a:pt x="68812" y="23641"/>
                  </a:lnTo>
                  <a:lnTo>
                    <a:pt x="68822" y="23722"/>
                  </a:lnTo>
                  <a:lnTo>
                    <a:pt x="68848" y="23917"/>
                  </a:lnTo>
                  <a:lnTo>
                    <a:pt x="68857" y="23974"/>
                  </a:lnTo>
                  <a:lnTo>
                    <a:pt x="68898" y="24201"/>
                  </a:lnTo>
                  <a:lnTo>
                    <a:pt x="68917" y="24288"/>
                  </a:lnTo>
                  <a:lnTo>
                    <a:pt x="68931" y="24356"/>
                  </a:lnTo>
                  <a:lnTo>
                    <a:pt x="68940" y="24396"/>
                  </a:lnTo>
                  <a:lnTo>
                    <a:pt x="68974" y="24521"/>
                  </a:lnTo>
                  <a:lnTo>
                    <a:pt x="68998" y="24593"/>
                  </a:lnTo>
                  <a:lnTo>
                    <a:pt x="69080" y="24803"/>
                  </a:lnTo>
                  <a:lnTo>
                    <a:pt x="69096" y="24844"/>
                  </a:lnTo>
                  <a:lnTo>
                    <a:pt x="69115" y="24887"/>
                  </a:lnTo>
                  <a:lnTo>
                    <a:pt x="69154" y="24974"/>
                  </a:lnTo>
                  <a:lnTo>
                    <a:pt x="69226" y="25132"/>
                  </a:lnTo>
                  <a:lnTo>
                    <a:pt x="69282" y="25249"/>
                  </a:lnTo>
                  <a:lnTo>
                    <a:pt x="69286" y="25258"/>
                  </a:lnTo>
                  <a:lnTo>
                    <a:pt x="69311" y="25310"/>
                  </a:lnTo>
                  <a:lnTo>
                    <a:pt x="69335" y="25364"/>
                  </a:lnTo>
                  <a:lnTo>
                    <a:pt x="69382" y="25487"/>
                  </a:lnTo>
                  <a:lnTo>
                    <a:pt x="69384" y="25509"/>
                  </a:lnTo>
                  <a:lnTo>
                    <a:pt x="69385" y="25542"/>
                  </a:lnTo>
                  <a:lnTo>
                    <a:pt x="69382" y="25552"/>
                  </a:lnTo>
                  <a:lnTo>
                    <a:pt x="69249" y="25579"/>
                  </a:lnTo>
                  <a:lnTo>
                    <a:pt x="69216" y="25615"/>
                  </a:lnTo>
                  <a:lnTo>
                    <a:pt x="69189" y="25633"/>
                  </a:lnTo>
                  <a:lnTo>
                    <a:pt x="69152" y="25657"/>
                  </a:lnTo>
                  <a:lnTo>
                    <a:pt x="69131" y="25668"/>
                  </a:lnTo>
                  <a:lnTo>
                    <a:pt x="69099" y="25684"/>
                  </a:lnTo>
                  <a:lnTo>
                    <a:pt x="69080" y="25692"/>
                  </a:lnTo>
                  <a:lnTo>
                    <a:pt x="68967" y="25742"/>
                  </a:lnTo>
                  <a:lnTo>
                    <a:pt x="68940" y="25753"/>
                  </a:lnTo>
                  <a:lnTo>
                    <a:pt x="68849" y="25789"/>
                  </a:lnTo>
                  <a:lnTo>
                    <a:pt x="68844" y="25823"/>
                  </a:lnTo>
                  <a:lnTo>
                    <a:pt x="68965" y="25860"/>
                  </a:lnTo>
                  <a:lnTo>
                    <a:pt x="68979" y="25864"/>
                  </a:lnTo>
                  <a:lnTo>
                    <a:pt x="69003" y="25868"/>
                  </a:lnTo>
                  <a:lnTo>
                    <a:pt x="69017" y="25871"/>
                  </a:lnTo>
                  <a:lnTo>
                    <a:pt x="69031" y="25872"/>
                  </a:lnTo>
                  <a:lnTo>
                    <a:pt x="69044" y="25873"/>
                  </a:lnTo>
                  <a:lnTo>
                    <a:pt x="69054" y="25873"/>
                  </a:lnTo>
                  <a:lnTo>
                    <a:pt x="69063" y="25872"/>
                  </a:lnTo>
                  <a:lnTo>
                    <a:pt x="69072" y="25871"/>
                  </a:lnTo>
                  <a:lnTo>
                    <a:pt x="69093" y="25867"/>
                  </a:lnTo>
                  <a:lnTo>
                    <a:pt x="69109" y="25863"/>
                  </a:lnTo>
                  <a:lnTo>
                    <a:pt x="69118" y="25861"/>
                  </a:lnTo>
                  <a:lnTo>
                    <a:pt x="69129" y="25861"/>
                  </a:lnTo>
                  <a:lnTo>
                    <a:pt x="69146" y="25861"/>
                  </a:lnTo>
                  <a:lnTo>
                    <a:pt x="69166" y="25863"/>
                  </a:lnTo>
                  <a:lnTo>
                    <a:pt x="69185" y="25866"/>
                  </a:lnTo>
                  <a:lnTo>
                    <a:pt x="69200" y="25869"/>
                  </a:lnTo>
                  <a:lnTo>
                    <a:pt x="69210" y="25872"/>
                  </a:lnTo>
                  <a:lnTo>
                    <a:pt x="69269" y="25895"/>
                  </a:lnTo>
                  <a:lnTo>
                    <a:pt x="69288" y="25903"/>
                  </a:lnTo>
                  <a:lnTo>
                    <a:pt x="69299" y="25908"/>
                  </a:lnTo>
                  <a:lnTo>
                    <a:pt x="69309" y="25913"/>
                  </a:lnTo>
                  <a:lnTo>
                    <a:pt x="69333" y="25929"/>
                  </a:lnTo>
                  <a:lnTo>
                    <a:pt x="69338" y="25933"/>
                  </a:lnTo>
                  <a:lnTo>
                    <a:pt x="69342" y="25938"/>
                  </a:lnTo>
                  <a:lnTo>
                    <a:pt x="69346" y="25943"/>
                  </a:lnTo>
                  <a:lnTo>
                    <a:pt x="69386" y="25998"/>
                  </a:lnTo>
                  <a:lnTo>
                    <a:pt x="69440" y="25969"/>
                  </a:lnTo>
                  <a:lnTo>
                    <a:pt x="69464" y="26122"/>
                  </a:lnTo>
                  <a:lnTo>
                    <a:pt x="69474" y="26187"/>
                  </a:lnTo>
                  <a:lnTo>
                    <a:pt x="69476" y="26293"/>
                  </a:lnTo>
                  <a:lnTo>
                    <a:pt x="69479" y="26448"/>
                  </a:lnTo>
                  <a:lnTo>
                    <a:pt x="69481" y="26556"/>
                  </a:lnTo>
                  <a:lnTo>
                    <a:pt x="69485" y="26700"/>
                  </a:lnTo>
                  <a:lnTo>
                    <a:pt x="69502" y="27019"/>
                  </a:lnTo>
                  <a:lnTo>
                    <a:pt x="69511" y="27155"/>
                  </a:lnTo>
                  <a:lnTo>
                    <a:pt x="69529" y="27381"/>
                  </a:lnTo>
                  <a:lnTo>
                    <a:pt x="69537" y="27444"/>
                  </a:lnTo>
                  <a:lnTo>
                    <a:pt x="69555" y="27573"/>
                  </a:lnTo>
                  <a:lnTo>
                    <a:pt x="69575" y="27705"/>
                  </a:lnTo>
                  <a:lnTo>
                    <a:pt x="69597" y="27834"/>
                  </a:lnTo>
                  <a:lnTo>
                    <a:pt x="69603" y="27867"/>
                  </a:lnTo>
                  <a:lnTo>
                    <a:pt x="69616" y="27942"/>
                  </a:lnTo>
                  <a:lnTo>
                    <a:pt x="69627" y="27993"/>
                  </a:lnTo>
                  <a:lnTo>
                    <a:pt x="69631" y="28014"/>
                  </a:lnTo>
                  <a:lnTo>
                    <a:pt x="69683" y="28256"/>
                  </a:lnTo>
                  <a:lnTo>
                    <a:pt x="69715" y="28373"/>
                  </a:lnTo>
                  <a:lnTo>
                    <a:pt x="69719" y="28389"/>
                  </a:lnTo>
                  <a:lnTo>
                    <a:pt x="69783" y="28616"/>
                  </a:lnTo>
                  <a:lnTo>
                    <a:pt x="69850" y="28820"/>
                  </a:lnTo>
                  <a:lnTo>
                    <a:pt x="69883" y="28904"/>
                  </a:lnTo>
                  <a:lnTo>
                    <a:pt x="69892" y="28927"/>
                  </a:lnTo>
                  <a:lnTo>
                    <a:pt x="69900" y="28950"/>
                  </a:lnTo>
                  <a:lnTo>
                    <a:pt x="69924" y="29015"/>
                  </a:lnTo>
                  <a:lnTo>
                    <a:pt x="69998" y="29236"/>
                  </a:lnTo>
                  <a:lnTo>
                    <a:pt x="70001" y="29258"/>
                  </a:lnTo>
                  <a:lnTo>
                    <a:pt x="70008" y="29319"/>
                  </a:lnTo>
                  <a:lnTo>
                    <a:pt x="70038" y="29343"/>
                  </a:lnTo>
                  <a:lnTo>
                    <a:pt x="70060" y="29369"/>
                  </a:lnTo>
                  <a:lnTo>
                    <a:pt x="70161" y="29575"/>
                  </a:lnTo>
                  <a:lnTo>
                    <a:pt x="70266" y="29782"/>
                  </a:lnTo>
                  <a:lnTo>
                    <a:pt x="70334" y="29906"/>
                  </a:lnTo>
                  <a:lnTo>
                    <a:pt x="70345" y="29921"/>
                  </a:lnTo>
                  <a:lnTo>
                    <a:pt x="70378" y="29967"/>
                  </a:lnTo>
                  <a:lnTo>
                    <a:pt x="70424" y="30021"/>
                  </a:lnTo>
                  <a:lnTo>
                    <a:pt x="70579" y="30204"/>
                  </a:lnTo>
                  <a:lnTo>
                    <a:pt x="70600" y="30230"/>
                  </a:lnTo>
                  <a:lnTo>
                    <a:pt x="71162" y="30381"/>
                  </a:lnTo>
                  <a:lnTo>
                    <a:pt x="71190" y="30387"/>
                  </a:lnTo>
                  <a:lnTo>
                    <a:pt x="71195" y="30390"/>
                  </a:lnTo>
                  <a:lnTo>
                    <a:pt x="71213" y="30407"/>
                  </a:lnTo>
                  <a:lnTo>
                    <a:pt x="71362" y="30597"/>
                  </a:lnTo>
                  <a:lnTo>
                    <a:pt x="71381" y="30625"/>
                  </a:lnTo>
                  <a:lnTo>
                    <a:pt x="71395" y="30644"/>
                  </a:lnTo>
                  <a:lnTo>
                    <a:pt x="71385" y="30645"/>
                  </a:lnTo>
                  <a:lnTo>
                    <a:pt x="71145" y="30661"/>
                  </a:lnTo>
                  <a:lnTo>
                    <a:pt x="70946" y="30593"/>
                  </a:lnTo>
                  <a:lnTo>
                    <a:pt x="70847" y="30551"/>
                  </a:lnTo>
                  <a:lnTo>
                    <a:pt x="70766" y="30515"/>
                  </a:lnTo>
                  <a:lnTo>
                    <a:pt x="70743" y="30492"/>
                  </a:lnTo>
                  <a:lnTo>
                    <a:pt x="70669" y="30417"/>
                  </a:lnTo>
                  <a:lnTo>
                    <a:pt x="70623" y="30409"/>
                  </a:lnTo>
                  <a:lnTo>
                    <a:pt x="70613" y="30407"/>
                  </a:lnTo>
                  <a:lnTo>
                    <a:pt x="70383" y="30452"/>
                  </a:lnTo>
                  <a:lnTo>
                    <a:pt x="70368" y="30469"/>
                  </a:lnTo>
                  <a:lnTo>
                    <a:pt x="70356" y="30485"/>
                  </a:lnTo>
                  <a:lnTo>
                    <a:pt x="70289" y="30639"/>
                  </a:lnTo>
                  <a:lnTo>
                    <a:pt x="70291" y="30646"/>
                  </a:lnTo>
                  <a:lnTo>
                    <a:pt x="70327" y="30755"/>
                  </a:lnTo>
                  <a:lnTo>
                    <a:pt x="70350" y="30777"/>
                  </a:lnTo>
                  <a:lnTo>
                    <a:pt x="70411" y="30834"/>
                  </a:lnTo>
                  <a:lnTo>
                    <a:pt x="70492" y="30907"/>
                  </a:lnTo>
                  <a:lnTo>
                    <a:pt x="70498" y="30914"/>
                  </a:lnTo>
                  <a:lnTo>
                    <a:pt x="70529" y="31027"/>
                  </a:lnTo>
                  <a:lnTo>
                    <a:pt x="70561" y="31184"/>
                  </a:lnTo>
                  <a:lnTo>
                    <a:pt x="70595" y="31201"/>
                  </a:lnTo>
                  <a:lnTo>
                    <a:pt x="70628" y="31218"/>
                  </a:lnTo>
                  <a:lnTo>
                    <a:pt x="70742" y="31200"/>
                  </a:lnTo>
                  <a:lnTo>
                    <a:pt x="70802" y="31193"/>
                  </a:lnTo>
                  <a:lnTo>
                    <a:pt x="70843" y="31193"/>
                  </a:lnTo>
                  <a:lnTo>
                    <a:pt x="70882" y="31237"/>
                  </a:lnTo>
                  <a:lnTo>
                    <a:pt x="70892" y="31250"/>
                  </a:lnTo>
                  <a:lnTo>
                    <a:pt x="71027" y="31455"/>
                  </a:lnTo>
                  <a:lnTo>
                    <a:pt x="71063" y="31525"/>
                  </a:lnTo>
                  <a:lnTo>
                    <a:pt x="71061" y="31531"/>
                  </a:lnTo>
                  <a:lnTo>
                    <a:pt x="71057" y="31534"/>
                  </a:lnTo>
                  <a:lnTo>
                    <a:pt x="70937" y="31582"/>
                  </a:lnTo>
                  <a:lnTo>
                    <a:pt x="70870" y="31594"/>
                  </a:lnTo>
                  <a:lnTo>
                    <a:pt x="70850" y="31598"/>
                  </a:lnTo>
                  <a:lnTo>
                    <a:pt x="70809" y="31637"/>
                  </a:lnTo>
                  <a:lnTo>
                    <a:pt x="70806" y="31640"/>
                  </a:lnTo>
                  <a:lnTo>
                    <a:pt x="70802" y="31646"/>
                  </a:lnTo>
                  <a:lnTo>
                    <a:pt x="70796" y="31656"/>
                  </a:lnTo>
                  <a:lnTo>
                    <a:pt x="70781" y="31687"/>
                  </a:lnTo>
                  <a:lnTo>
                    <a:pt x="70776" y="31700"/>
                  </a:lnTo>
                  <a:lnTo>
                    <a:pt x="70773" y="31710"/>
                  </a:lnTo>
                  <a:lnTo>
                    <a:pt x="70770" y="31722"/>
                  </a:lnTo>
                  <a:lnTo>
                    <a:pt x="70767" y="31736"/>
                  </a:lnTo>
                  <a:lnTo>
                    <a:pt x="70765" y="31748"/>
                  </a:lnTo>
                  <a:lnTo>
                    <a:pt x="70765" y="31754"/>
                  </a:lnTo>
                  <a:lnTo>
                    <a:pt x="70765" y="31894"/>
                  </a:lnTo>
                  <a:lnTo>
                    <a:pt x="70780" y="32141"/>
                  </a:lnTo>
                  <a:lnTo>
                    <a:pt x="70801" y="32490"/>
                  </a:lnTo>
                  <a:lnTo>
                    <a:pt x="70802" y="32509"/>
                  </a:lnTo>
                  <a:lnTo>
                    <a:pt x="70803" y="32515"/>
                  </a:lnTo>
                  <a:lnTo>
                    <a:pt x="70853" y="32849"/>
                  </a:lnTo>
                  <a:lnTo>
                    <a:pt x="70854" y="32861"/>
                  </a:lnTo>
                  <a:lnTo>
                    <a:pt x="70926" y="33487"/>
                  </a:lnTo>
                  <a:lnTo>
                    <a:pt x="70879" y="33619"/>
                  </a:lnTo>
                  <a:lnTo>
                    <a:pt x="70876" y="33624"/>
                  </a:lnTo>
                  <a:lnTo>
                    <a:pt x="70770" y="33766"/>
                  </a:lnTo>
                  <a:lnTo>
                    <a:pt x="70766" y="33768"/>
                  </a:lnTo>
                  <a:lnTo>
                    <a:pt x="70736" y="33775"/>
                  </a:lnTo>
                  <a:lnTo>
                    <a:pt x="70612" y="33796"/>
                  </a:lnTo>
                  <a:lnTo>
                    <a:pt x="70598" y="33797"/>
                  </a:lnTo>
                  <a:lnTo>
                    <a:pt x="70593" y="33797"/>
                  </a:lnTo>
                  <a:lnTo>
                    <a:pt x="70589" y="33797"/>
                  </a:lnTo>
                  <a:lnTo>
                    <a:pt x="70585" y="33797"/>
                  </a:lnTo>
                  <a:lnTo>
                    <a:pt x="69930" y="34032"/>
                  </a:lnTo>
                  <a:lnTo>
                    <a:pt x="69856" y="34038"/>
                  </a:lnTo>
                  <a:lnTo>
                    <a:pt x="69851" y="34039"/>
                  </a:lnTo>
                  <a:lnTo>
                    <a:pt x="69847" y="34040"/>
                  </a:lnTo>
                  <a:lnTo>
                    <a:pt x="69843" y="34041"/>
                  </a:lnTo>
                  <a:lnTo>
                    <a:pt x="69800" y="34053"/>
                  </a:lnTo>
                  <a:lnTo>
                    <a:pt x="69788" y="34056"/>
                  </a:lnTo>
                  <a:lnTo>
                    <a:pt x="69748" y="34069"/>
                  </a:lnTo>
                  <a:lnTo>
                    <a:pt x="69738" y="34074"/>
                  </a:lnTo>
                  <a:lnTo>
                    <a:pt x="69729" y="34079"/>
                  </a:lnTo>
                  <a:lnTo>
                    <a:pt x="69722" y="34083"/>
                  </a:lnTo>
                  <a:lnTo>
                    <a:pt x="69717" y="34087"/>
                  </a:lnTo>
                  <a:lnTo>
                    <a:pt x="69706" y="34097"/>
                  </a:lnTo>
                  <a:lnTo>
                    <a:pt x="69687" y="34124"/>
                  </a:lnTo>
                  <a:lnTo>
                    <a:pt x="69676" y="34144"/>
                  </a:lnTo>
                  <a:lnTo>
                    <a:pt x="69656" y="34191"/>
                  </a:lnTo>
                  <a:lnTo>
                    <a:pt x="69648" y="34210"/>
                  </a:lnTo>
                  <a:lnTo>
                    <a:pt x="69621" y="34280"/>
                  </a:lnTo>
                  <a:lnTo>
                    <a:pt x="69619" y="34290"/>
                  </a:lnTo>
                  <a:lnTo>
                    <a:pt x="69590" y="34409"/>
                  </a:lnTo>
                  <a:lnTo>
                    <a:pt x="69587" y="34426"/>
                  </a:lnTo>
                  <a:lnTo>
                    <a:pt x="69577" y="34479"/>
                  </a:lnTo>
                  <a:lnTo>
                    <a:pt x="69571" y="34530"/>
                  </a:lnTo>
                  <a:lnTo>
                    <a:pt x="69562" y="34607"/>
                  </a:lnTo>
                  <a:lnTo>
                    <a:pt x="69558" y="34650"/>
                  </a:lnTo>
                  <a:lnTo>
                    <a:pt x="69556" y="34680"/>
                  </a:lnTo>
                  <a:lnTo>
                    <a:pt x="69556" y="34721"/>
                  </a:lnTo>
                  <a:lnTo>
                    <a:pt x="69560" y="34838"/>
                  </a:lnTo>
                  <a:lnTo>
                    <a:pt x="69560" y="34852"/>
                  </a:lnTo>
                  <a:lnTo>
                    <a:pt x="69569" y="34926"/>
                  </a:lnTo>
                  <a:lnTo>
                    <a:pt x="69573" y="34947"/>
                  </a:lnTo>
                  <a:lnTo>
                    <a:pt x="69576" y="34964"/>
                  </a:lnTo>
                  <a:lnTo>
                    <a:pt x="69579" y="34975"/>
                  </a:lnTo>
                  <a:lnTo>
                    <a:pt x="69590" y="35008"/>
                  </a:lnTo>
                  <a:lnTo>
                    <a:pt x="69598" y="35028"/>
                  </a:lnTo>
                  <a:lnTo>
                    <a:pt x="69604" y="35042"/>
                  </a:lnTo>
                  <a:lnTo>
                    <a:pt x="69615" y="35062"/>
                  </a:lnTo>
                  <a:lnTo>
                    <a:pt x="69621" y="35071"/>
                  </a:lnTo>
                  <a:lnTo>
                    <a:pt x="69626" y="35079"/>
                  </a:lnTo>
                  <a:lnTo>
                    <a:pt x="69631" y="35086"/>
                  </a:lnTo>
                  <a:lnTo>
                    <a:pt x="69639" y="35092"/>
                  </a:lnTo>
                  <a:lnTo>
                    <a:pt x="69645" y="35097"/>
                  </a:lnTo>
                  <a:lnTo>
                    <a:pt x="69655" y="35105"/>
                  </a:lnTo>
                  <a:lnTo>
                    <a:pt x="69660" y="35107"/>
                  </a:lnTo>
                  <a:lnTo>
                    <a:pt x="69667" y="35110"/>
                  </a:lnTo>
                  <a:lnTo>
                    <a:pt x="69858" y="35157"/>
                  </a:lnTo>
                  <a:lnTo>
                    <a:pt x="69926" y="35156"/>
                  </a:lnTo>
                  <a:lnTo>
                    <a:pt x="69935" y="35161"/>
                  </a:lnTo>
                  <a:lnTo>
                    <a:pt x="70021" y="35239"/>
                  </a:lnTo>
                  <a:lnTo>
                    <a:pt x="70081" y="35710"/>
                  </a:lnTo>
                  <a:lnTo>
                    <a:pt x="69985" y="35883"/>
                  </a:lnTo>
                  <a:lnTo>
                    <a:pt x="69981" y="35885"/>
                  </a:lnTo>
                  <a:lnTo>
                    <a:pt x="69771" y="35988"/>
                  </a:lnTo>
                  <a:lnTo>
                    <a:pt x="69766" y="35991"/>
                  </a:lnTo>
                  <a:lnTo>
                    <a:pt x="69760" y="35995"/>
                  </a:lnTo>
                  <a:lnTo>
                    <a:pt x="69753" y="36001"/>
                  </a:lnTo>
                  <a:lnTo>
                    <a:pt x="69733" y="36018"/>
                  </a:lnTo>
                  <a:lnTo>
                    <a:pt x="69703" y="36046"/>
                  </a:lnTo>
                  <a:lnTo>
                    <a:pt x="69693" y="36058"/>
                  </a:lnTo>
                  <a:lnTo>
                    <a:pt x="69657" y="36103"/>
                  </a:lnTo>
                  <a:lnTo>
                    <a:pt x="69641" y="36125"/>
                  </a:lnTo>
                  <a:lnTo>
                    <a:pt x="69635" y="36135"/>
                  </a:lnTo>
                  <a:lnTo>
                    <a:pt x="69629" y="36149"/>
                  </a:lnTo>
                  <a:lnTo>
                    <a:pt x="69626" y="36156"/>
                  </a:lnTo>
                  <a:lnTo>
                    <a:pt x="69623" y="36161"/>
                  </a:lnTo>
                  <a:lnTo>
                    <a:pt x="69620" y="36167"/>
                  </a:lnTo>
                  <a:lnTo>
                    <a:pt x="69615" y="36175"/>
                  </a:lnTo>
                  <a:lnTo>
                    <a:pt x="69564" y="36245"/>
                  </a:lnTo>
                  <a:lnTo>
                    <a:pt x="69561" y="36248"/>
                  </a:lnTo>
                  <a:lnTo>
                    <a:pt x="69557" y="36252"/>
                  </a:lnTo>
                  <a:lnTo>
                    <a:pt x="69553" y="36254"/>
                  </a:lnTo>
                  <a:lnTo>
                    <a:pt x="69254" y="36425"/>
                  </a:lnTo>
                  <a:lnTo>
                    <a:pt x="69166" y="36468"/>
                  </a:lnTo>
                  <a:lnTo>
                    <a:pt x="69050" y="36521"/>
                  </a:lnTo>
                  <a:lnTo>
                    <a:pt x="69039" y="36526"/>
                  </a:lnTo>
                  <a:lnTo>
                    <a:pt x="68915" y="36623"/>
                  </a:lnTo>
                  <a:lnTo>
                    <a:pt x="68873" y="36657"/>
                  </a:lnTo>
                  <a:lnTo>
                    <a:pt x="68865" y="36671"/>
                  </a:lnTo>
                  <a:lnTo>
                    <a:pt x="68859" y="36750"/>
                  </a:lnTo>
                  <a:lnTo>
                    <a:pt x="68856" y="36792"/>
                  </a:lnTo>
                  <a:lnTo>
                    <a:pt x="68856" y="36800"/>
                  </a:lnTo>
                  <a:lnTo>
                    <a:pt x="68857" y="36807"/>
                  </a:lnTo>
                  <a:lnTo>
                    <a:pt x="68860" y="36821"/>
                  </a:lnTo>
                  <a:lnTo>
                    <a:pt x="68818" y="37039"/>
                  </a:lnTo>
                  <a:lnTo>
                    <a:pt x="68662" y="37272"/>
                  </a:lnTo>
                  <a:lnTo>
                    <a:pt x="68682" y="37276"/>
                  </a:lnTo>
                  <a:lnTo>
                    <a:pt x="68669" y="37316"/>
                  </a:lnTo>
                  <a:lnTo>
                    <a:pt x="68667" y="37322"/>
                  </a:lnTo>
                  <a:lnTo>
                    <a:pt x="68664" y="37326"/>
                  </a:lnTo>
                  <a:lnTo>
                    <a:pt x="68661" y="37332"/>
                  </a:lnTo>
                  <a:lnTo>
                    <a:pt x="68651" y="37347"/>
                  </a:lnTo>
                  <a:lnTo>
                    <a:pt x="68638" y="37364"/>
                  </a:lnTo>
                  <a:lnTo>
                    <a:pt x="68625" y="37379"/>
                  </a:lnTo>
                  <a:lnTo>
                    <a:pt x="68592" y="37415"/>
                  </a:lnTo>
                  <a:lnTo>
                    <a:pt x="68498" y="37505"/>
                  </a:lnTo>
                  <a:lnTo>
                    <a:pt x="68386" y="37603"/>
                  </a:lnTo>
                  <a:lnTo>
                    <a:pt x="68373" y="37613"/>
                  </a:lnTo>
                  <a:lnTo>
                    <a:pt x="68362" y="37621"/>
                  </a:lnTo>
                  <a:lnTo>
                    <a:pt x="68343" y="37634"/>
                  </a:lnTo>
                  <a:lnTo>
                    <a:pt x="68307" y="37658"/>
                  </a:lnTo>
                  <a:lnTo>
                    <a:pt x="68292" y="37669"/>
                  </a:lnTo>
                  <a:lnTo>
                    <a:pt x="68278" y="37681"/>
                  </a:lnTo>
                  <a:lnTo>
                    <a:pt x="68263" y="37695"/>
                  </a:lnTo>
                  <a:lnTo>
                    <a:pt x="68210" y="37747"/>
                  </a:lnTo>
                  <a:lnTo>
                    <a:pt x="68174" y="37789"/>
                  </a:lnTo>
                  <a:lnTo>
                    <a:pt x="68124" y="37857"/>
                  </a:lnTo>
                  <a:lnTo>
                    <a:pt x="68121" y="37860"/>
                  </a:lnTo>
                  <a:lnTo>
                    <a:pt x="68093" y="37906"/>
                  </a:lnTo>
                  <a:lnTo>
                    <a:pt x="68084" y="37920"/>
                  </a:lnTo>
                  <a:lnTo>
                    <a:pt x="68074" y="37938"/>
                  </a:lnTo>
                  <a:lnTo>
                    <a:pt x="68064" y="37958"/>
                  </a:lnTo>
                  <a:lnTo>
                    <a:pt x="68055" y="37979"/>
                  </a:lnTo>
                  <a:lnTo>
                    <a:pt x="67951" y="38227"/>
                  </a:lnTo>
                  <a:lnTo>
                    <a:pt x="67934" y="38269"/>
                  </a:lnTo>
                  <a:lnTo>
                    <a:pt x="67932" y="38276"/>
                  </a:lnTo>
                  <a:lnTo>
                    <a:pt x="67803" y="38656"/>
                  </a:lnTo>
                  <a:lnTo>
                    <a:pt x="67779" y="38730"/>
                  </a:lnTo>
                  <a:lnTo>
                    <a:pt x="67768" y="38772"/>
                  </a:lnTo>
                  <a:lnTo>
                    <a:pt x="67739" y="38912"/>
                  </a:lnTo>
                  <a:lnTo>
                    <a:pt x="67710" y="39056"/>
                  </a:lnTo>
                  <a:lnTo>
                    <a:pt x="67686" y="39180"/>
                  </a:lnTo>
                  <a:lnTo>
                    <a:pt x="67651" y="39428"/>
                  </a:lnTo>
                  <a:lnTo>
                    <a:pt x="67646" y="39462"/>
                  </a:lnTo>
                  <a:lnTo>
                    <a:pt x="67640" y="39521"/>
                  </a:lnTo>
                  <a:lnTo>
                    <a:pt x="67602" y="40030"/>
                  </a:lnTo>
                  <a:lnTo>
                    <a:pt x="67597" y="40098"/>
                  </a:lnTo>
                  <a:lnTo>
                    <a:pt x="67583" y="40369"/>
                  </a:lnTo>
                  <a:lnTo>
                    <a:pt x="67429" y="40849"/>
                  </a:lnTo>
                  <a:lnTo>
                    <a:pt x="67257" y="41272"/>
                  </a:lnTo>
                  <a:lnTo>
                    <a:pt x="67254" y="41279"/>
                  </a:lnTo>
                  <a:lnTo>
                    <a:pt x="67245" y="41301"/>
                  </a:lnTo>
                  <a:lnTo>
                    <a:pt x="67050" y="41831"/>
                  </a:lnTo>
                  <a:lnTo>
                    <a:pt x="67037" y="41869"/>
                  </a:lnTo>
                  <a:lnTo>
                    <a:pt x="66978" y="42071"/>
                  </a:lnTo>
                  <a:lnTo>
                    <a:pt x="66964" y="42119"/>
                  </a:lnTo>
                  <a:lnTo>
                    <a:pt x="66959" y="42144"/>
                  </a:lnTo>
                  <a:lnTo>
                    <a:pt x="66955" y="42167"/>
                  </a:lnTo>
                  <a:lnTo>
                    <a:pt x="66948" y="42211"/>
                  </a:lnTo>
                  <a:lnTo>
                    <a:pt x="66948" y="42223"/>
                  </a:lnTo>
                  <a:lnTo>
                    <a:pt x="66946" y="42274"/>
                  </a:lnTo>
                  <a:lnTo>
                    <a:pt x="66946" y="42300"/>
                  </a:lnTo>
                  <a:lnTo>
                    <a:pt x="66964" y="42393"/>
                  </a:lnTo>
                  <a:lnTo>
                    <a:pt x="67020" y="42690"/>
                  </a:lnTo>
                  <a:lnTo>
                    <a:pt x="67025" y="42715"/>
                  </a:lnTo>
                  <a:lnTo>
                    <a:pt x="67036" y="42794"/>
                  </a:lnTo>
                  <a:lnTo>
                    <a:pt x="67042" y="42831"/>
                  </a:lnTo>
                  <a:lnTo>
                    <a:pt x="67045" y="42857"/>
                  </a:lnTo>
                  <a:lnTo>
                    <a:pt x="67051" y="42936"/>
                  </a:lnTo>
                  <a:lnTo>
                    <a:pt x="67053" y="42971"/>
                  </a:lnTo>
                  <a:lnTo>
                    <a:pt x="67054" y="42978"/>
                  </a:lnTo>
                  <a:lnTo>
                    <a:pt x="67055" y="43007"/>
                  </a:lnTo>
                  <a:lnTo>
                    <a:pt x="67054" y="43043"/>
                  </a:lnTo>
                  <a:lnTo>
                    <a:pt x="67054" y="43058"/>
                  </a:lnTo>
                  <a:lnTo>
                    <a:pt x="67052" y="43091"/>
                  </a:lnTo>
                  <a:lnTo>
                    <a:pt x="67050" y="43125"/>
                  </a:lnTo>
                  <a:lnTo>
                    <a:pt x="67039" y="43215"/>
                  </a:lnTo>
                  <a:lnTo>
                    <a:pt x="67015" y="43386"/>
                  </a:lnTo>
                  <a:lnTo>
                    <a:pt x="67012" y="43399"/>
                  </a:lnTo>
                  <a:lnTo>
                    <a:pt x="67011" y="43406"/>
                  </a:lnTo>
                  <a:lnTo>
                    <a:pt x="67009" y="43416"/>
                  </a:lnTo>
                  <a:lnTo>
                    <a:pt x="67002" y="43448"/>
                  </a:lnTo>
                  <a:lnTo>
                    <a:pt x="66990" y="43508"/>
                  </a:lnTo>
                  <a:lnTo>
                    <a:pt x="66967" y="43538"/>
                  </a:lnTo>
                  <a:lnTo>
                    <a:pt x="66956" y="43552"/>
                  </a:lnTo>
                  <a:lnTo>
                    <a:pt x="66927" y="43585"/>
                  </a:lnTo>
                  <a:lnTo>
                    <a:pt x="66869" y="43598"/>
                  </a:lnTo>
                  <a:lnTo>
                    <a:pt x="66812" y="43599"/>
                  </a:lnTo>
                  <a:lnTo>
                    <a:pt x="66782" y="43581"/>
                  </a:lnTo>
                  <a:lnTo>
                    <a:pt x="66743" y="43547"/>
                  </a:lnTo>
                  <a:lnTo>
                    <a:pt x="66732" y="43538"/>
                  </a:lnTo>
                  <a:lnTo>
                    <a:pt x="66712" y="43526"/>
                  </a:lnTo>
                  <a:lnTo>
                    <a:pt x="66616" y="43483"/>
                  </a:lnTo>
                  <a:lnTo>
                    <a:pt x="66574" y="43470"/>
                  </a:lnTo>
                  <a:lnTo>
                    <a:pt x="66555" y="43465"/>
                  </a:lnTo>
                  <a:lnTo>
                    <a:pt x="66532" y="43462"/>
                  </a:lnTo>
                  <a:lnTo>
                    <a:pt x="66519" y="43464"/>
                  </a:lnTo>
                  <a:lnTo>
                    <a:pt x="66513" y="43467"/>
                  </a:lnTo>
                  <a:lnTo>
                    <a:pt x="66490" y="43512"/>
                  </a:lnTo>
                  <a:lnTo>
                    <a:pt x="66211" y="44329"/>
                  </a:lnTo>
                  <a:lnTo>
                    <a:pt x="66186" y="44378"/>
                  </a:lnTo>
                  <a:lnTo>
                    <a:pt x="66170" y="44415"/>
                  </a:lnTo>
                  <a:lnTo>
                    <a:pt x="66099" y="44587"/>
                  </a:lnTo>
                  <a:lnTo>
                    <a:pt x="66088" y="44614"/>
                  </a:lnTo>
                  <a:lnTo>
                    <a:pt x="66043" y="44750"/>
                  </a:lnTo>
                  <a:lnTo>
                    <a:pt x="66032" y="44787"/>
                  </a:lnTo>
                  <a:lnTo>
                    <a:pt x="66007" y="44887"/>
                  </a:lnTo>
                  <a:lnTo>
                    <a:pt x="65933" y="45264"/>
                  </a:lnTo>
                  <a:lnTo>
                    <a:pt x="65928" y="45302"/>
                  </a:lnTo>
                  <a:lnTo>
                    <a:pt x="65924" y="45332"/>
                  </a:lnTo>
                  <a:lnTo>
                    <a:pt x="65811" y="45571"/>
                  </a:lnTo>
                  <a:lnTo>
                    <a:pt x="65505" y="45917"/>
                  </a:lnTo>
                  <a:lnTo>
                    <a:pt x="65298" y="46123"/>
                  </a:lnTo>
                  <a:lnTo>
                    <a:pt x="65289" y="46128"/>
                  </a:lnTo>
                  <a:lnTo>
                    <a:pt x="65219" y="46161"/>
                  </a:lnTo>
                  <a:lnTo>
                    <a:pt x="65183" y="46177"/>
                  </a:lnTo>
                  <a:lnTo>
                    <a:pt x="65152" y="46190"/>
                  </a:lnTo>
                  <a:lnTo>
                    <a:pt x="65147" y="46192"/>
                  </a:lnTo>
                  <a:lnTo>
                    <a:pt x="65123" y="46200"/>
                  </a:lnTo>
                  <a:lnTo>
                    <a:pt x="65113" y="46202"/>
                  </a:lnTo>
                  <a:lnTo>
                    <a:pt x="65080" y="46206"/>
                  </a:lnTo>
                  <a:lnTo>
                    <a:pt x="65051" y="46201"/>
                  </a:lnTo>
                  <a:lnTo>
                    <a:pt x="65001" y="46193"/>
                  </a:lnTo>
                  <a:lnTo>
                    <a:pt x="64996" y="46194"/>
                  </a:lnTo>
                  <a:lnTo>
                    <a:pt x="64988" y="46197"/>
                  </a:lnTo>
                  <a:lnTo>
                    <a:pt x="64978" y="46201"/>
                  </a:lnTo>
                  <a:lnTo>
                    <a:pt x="64969" y="46205"/>
                  </a:lnTo>
                  <a:lnTo>
                    <a:pt x="64962" y="46209"/>
                  </a:lnTo>
                  <a:lnTo>
                    <a:pt x="64921" y="46233"/>
                  </a:lnTo>
                  <a:lnTo>
                    <a:pt x="64907" y="46242"/>
                  </a:lnTo>
                  <a:lnTo>
                    <a:pt x="64892" y="46254"/>
                  </a:lnTo>
                  <a:lnTo>
                    <a:pt x="64877" y="46265"/>
                  </a:lnTo>
                  <a:lnTo>
                    <a:pt x="64837" y="46300"/>
                  </a:lnTo>
                  <a:lnTo>
                    <a:pt x="64822" y="46314"/>
                  </a:lnTo>
                  <a:lnTo>
                    <a:pt x="64808" y="46329"/>
                  </a:lnTo>
                  <a:lnTo>
                    <a:pt x="64795" y="46344"/>
                  </a:lnTo>
                  <a:lnTo>
                    <a:pt x="64779" y="46364"/>
                  </a:lnTo>
                  <a:lnTo>
                    <a:pt x="64768" y="46379"/>
                  </a:lnTo>
                  <a:lnTo>
                    <a:pt x="64704" y="46466"/>
                  </a:lnTo>
                  <a:lnTo>
                    <a:pt x="64676" y="46509"/>
                  </a:lnTo>
                  <a:lnTo>
                    <a:pt x="64670" y="46519"/>
                  </a:lnTo>
                  <a:lnTo>
                    <a:pt x="64651" y="46550"/>
                  </a:lnTo>
                  <a:lnTo>
                    <a:pt x="64589" y="46661"/>
                  </a:lnTo>
                  <a:lnTo>
                    <a:pt x="64572" y="46692"/>
                  </a:lnTo>
                  <a:lnTo>
                    <a:pt x="64532" y="46770"/>
                  </a:lnTo>
                  <a:lnTo>
                    <a:pt x="64529" y="46778"/>
                  </a:lnTo>
                  <a:lnTo>
                    <a:pt x="64527" y="46786"/>
                  </a:lnTo>
                  <a:lnTo>
                    <a:pt x="64524" y="46813"/>
                  </a:lnTo>
                  <a:lnTo>
                    <a:pt x="64523" y="46822"/>
                  </a:lnTo>
                  <a:lnTo>
                    <a:pt x="64523" y="46847"/>
                  </a:lnTo>
                  <a:lnTo>
                    <a:pt x="64465" y="47001"/>
                  </a:lnTo>
                  <a:lnTo>
                    <a:pt x="64451" y="47014"/>
                  </a:lnTo>
                  <a:lnTo>
                    <a:pt x="64437" y="47027"/>
                  </a:lnTo>
                  <a:lnTo>
                    <a:pt x="64406" y="47056"/>
                  </a:lnTo>
                  <a:lnTo>
                    <a:pt x="64384" y="47073"/>
                  </a:lnTo>
                  <a:lnTo>
                    <a:pt x="64378" y="47077"/>
                  </a:lnTo>
                  <a:lnTo>
                    <a:pt x="64214" y="47160"/>
                  </a:lnTo>
                  <a:lnTo>
                    <a:pt x="64021" y="47312"/>
                  </a:lnTo>
                  <a:lnTo>
                    <a:pt x="63725" y="47544"/>
                  </a:lnTo>
                  <a:lnTo>
                    <a:pt x="63695" y="47569"/>
                  </a:lnTo>
                  <a:lnTo>
                    <a:pt x="63595" y="47632"/>
                  </a:lnTo>
                  <a:lnTo>
                    <a:pt x="63584" y="47637"/>
                  </a:lnTo>
                  <a:lnTo>
                    <a:pt x="63577" y="47639"/>
                  </a:lnTo>
                  <a:lnTo>
                    <a:pt x="63572" y="47639"/>
                  </a:lnTo>
                  <a:lnTo>
                    <a:pt x="63558" y="47638"/>
                  </a:lnTo>
                  <a:lnTo>
                    <a:pt x="63549" y="47639"/>
                  </a:lnTo>
                  <a:lnTo>
                    <a:pt x="63536" y="47643"/>
                  </a:lnTo>
                  <a:lnTo>
                    <a:pt x="63501" y="47656"/>
                  </a:lnTo>
                  <a:lnTo>
                    <a:pt x="63455" y="47679"/>
                  </a:lnTo>
                  <a:lnTo>
                    <a:pt x="63257" y="47774"/>
                  </a:lnTo>
                  <a:lnTo>
                    <a:pt x="63219" y="47805"/>
                  </a:lnTo>
                  <a:lnTo>
                    <a:pt x="63214" y="47809"/>
                  </a:lnTo>
                  <a:lnTo>
                    <a:pt x="63191" y="47833"/>
                  </a:lnTo>
                  <a:lnTo>
                    <a:pt x="63152" y="47877"/>
                  </a:lnTo>
                  <a:lnTo>
                    <a:pt x="63135" y="47898"/>
                  </a:lnTo>
                  <a:lnTo>
                    <a:pt x="62877" y="48314"/>
                  </a:lnTo>
                  <a:lnTo>
                    <a:pt x="62862" y="48341"/>
                  </a:lnTo>
                  <a:lnTo>
                    <a:pt x="62838" y="48389"/>
                  </a:lnTo>
                  <a:lnTo>
                    <a:pt x="62735" y="48636"/>
                  </a:lnTo>
                  <a:lnTo>
                    <a:pt x="62705" y="48719"/>
                  </a:lnTo>
                  <a:lnTo>
                    <a:pt x="62678" y="48812"/>
                  </a:lnTo>
                  <a:lnTo>
                    <a:pt x="62659" y="48892"/>
                  </a:lnTo>
                  <a:lnTo>
                    <a:pt x="62629" y="49063"/>
                  </a:lnTo>
                  <a:lnTo>
                    <a:pt x="62620" y="49118"/>
                  </a:lnTo>
                  <a:lnTo>
                    <a:pt x="62616" y="49157"/>
                  </a:lnTo>
                  <a:lnTo>
                    <a:pt x="62614" y="49194"/>
                  </a:lnTo>
                  <a:lnTo>
                    <a:pt x="62612" y="49247"/>
                  </a:lnTo>
                  <a:lnTo>
                    <a:pt x="62611" y="49266"/>
                  </a:lnTo>
                  <a:lnTo>
                    <a:pt x="62610" y="49326"/>
                  </a:lnTo>
                  <a:lnTo>
                    <a:pt x="62611" y="49354"/>
                  </a:lnTo>
                  <a:lnTo>
                    <a:pt x="62613" y="49413"/>
                  </a:lnTo>
                  <a:lnTo>
                    <a:pt x="62615" y="49438"/>
                  </a:lnTo>
                  <a:lnTo>
                    <a:pt x="62618" y="49489"/>
                  </a:lnTo>
                  <a:lnTo>
                    <a:pt x="62627" y="49563"/>
                  </a:lnTo>
                  <a:lnTo>
                    <a:pt x="62631" y="49584"/>
                  </a:lnTo>
                  <a:lnTo>
                    <a:pt x="62653" y="49665"/>
                  </a:lnTo>
                  <a:lnTo>
                    <a:pt x="62662" y="49699"/>
                  </a:lnTo>
                  <a:lnTo>
                    <a:pt x="62668" y="49721"/>
                  </a:lnTo>
                  <a:lnTo>
                    <a:pt x="62674" y="49739"/>
                  </a:lnTo>
                  <a:lnTo>
                    <a:pt x="62684" y="49768"/>
                  </a:lnTo>
                  <a:lnTo>
                    <a:pt x="62693" y="49795"/>
                  </a:lnTo>
                  <a:lnTo>
                    <a:pt x="62702" y="49815"/>
                  </a:lnTo>
                  <a:lnTo>
                    <a:pt x="62765" y="49955"/>
                  </a:lnTo>
                  <a:lnTo>
                    <a:pt x="62803" y="50024"/>
                  </a:lnTo>
                  <a:lnTo>
                    <a:pt x="62834" y="50140"/>
                  </a:lnTo>
                  <a:lnTo>
                    <a:pt x="62873" y="50446"/>
                  </a:lnTo>
                  <a:lnTo>
                    <a:pt x="62875" y="50470"/>
                  </a:lnTo>
                  <a:lnTo>
                    <a:pt x="62878" y="50498"/>
                  </a:lnTo>
                  <a:lnTo>
                    <a:pt x="62884" y="50562"/>
                  </a:lnTo>
                  <a:lnTo>
                    <a:pt x="62884" y="50592"/>
                  </a:lnTo>
                  <a:lnTo>
                    <a:pt x="62883" y="50619"/>
                  </a:lnTo>
                  <a:lnTo>
                    <a:pt x="62877" y="50657"/>
                  </a:lnTo>
                  <a:lnTo>
                    <a:pt x="62866" y="50726"/>
                  </a:lnTo>
                  <a:lnTo>
                    <a:pt x="62862" y="50750"/>
                  </a:lnTo>
                  <a:lnTo>
                    <a:pt x="62845" y="50827"/>
                  </a:lnTo>
                  <a:lnTo>
                    <a:pt x="62840" y="50850"/>
                  </a:lnTo>
                  <a:lnTo>
                    <a:pt x="62816" y="50934"/>
                  </a:lnTo>
                  <a:lnTo>
                    <a:pt x="62810" y="50948"/>
                  </a:lnTo>
                  <a:lnTo>
                    <a:pt x="62800" y="50967"/>
                  </a:lnTo>
                  <a:lnTo>
                    <a:pt x="62768" y="51028"/>
                  </a:lnTo>
                  <a:lnTo>
                    <a:pt x="62541" y="51433"/>
                  </a:lnTo>
                  <a:lnTo>
                    <a:pt x="62538" y="51439"/>
                  </a:lnTo>
                  <a:lnTo>
                    <a:pt x="62503" y="51501"/>
                  </a:lnTo>
                  <a:lnTo>
                    <a:pt x="62477" y="51540"/>
                  </a:lnTo>
                  <a:lnTo>
                    <a:pt x="62460" y="51565"/>
                  </a:lnTo>
                  <a:lnTo>
                    <a:pt x="62423" y="51616"/>
                  </a:lnTo>
                  <a:lnTo>
                    <a:pt x="62372" y="51671"/>
                  </a:lnTo>
                  <a:lnTo>
                    <a:pt x="62342" y="51700"/>
                  </a:lnTo>
                  <a:lnTo>
                    <a:pt x="62302" y="51738"/>
                  </a:lnTo>
                  <a:lnTo>
                    <a:pt x="62254" y="51779"/>
                  </a:lnTo>
                  <a:lnTo>
                    <a:pt x="62206" y="51820"/>
                  </a:lnTo>
                  <a:lnTo>
                    <a:pt x="62160" y="51854"/>
                  </a:lnTo>
                  <a:lnTo>
                    <a:pt x="62099" y="51898"/>
                  </a:lnTo>
                  <a:lnTo>
                    <a:pt x="62006" y="51956"/>
                  </a:lnTo>
                  <a:lnTo>
                    <a:pt x="61946" y="51993"/>
                  </a:lnTo>
                  <a:lnTo>
                    <a:pt x="61925" y="52004"/>
                  </a:lnTo>
                  <a:lnTo>
                    <a:pt x="61899" y="52018"/>
                  </a:lnTo>
                  <a:lnTo>
                    <a:pt x="61865" y="52041"/>
                  </a:lnTo>
                  <a:lnTo>
                    <a:pt x="61754" y="52116"/>
                  </a:lnTo>
                  <a:lnTo>
                    <a:pt x="61700" y="52156"/>
                  </a:lnTo>
                  <a:lnTo>
                    <a:pt x="61657" y="52189"/>
                  </a:lnTo>
                  <a:lnTo>
                    <a:pt x="61615" y="52224"/>
                  </a:lnTo>
                  <a:lnTo>
                    <a:pt x="61580" y="52255"/>
                  </a:lnTo>
                  <a:lnTo>
                    <a:pt x="61503" y="52339"/>
                  </a:lnTo>
                  <a:lnTo>
                    <a:pt x="61469" y="52380"/>
                  </a:lnTo>
                  <a:lnTo>
                    <a:pt x="61433" y="52429"/>
                  </a:lnTo>
                  <a:lnTo>
                    <a:pt x="61378" y="52509"/>
                  </a:lnTo>
                  <a:lnTo>
                    <a:pt x="61358" y="52543"/>
                  </a:lnTo>
                  <a:lnTo>
                    <a:pt x="61334" y="52585"/>
                  </a:lnTo>
                  <a:lnTo>
                    <a:pt x="61313" y="52623"/>
                  </a:lnTo>
                  <a:lnTo>
                    <a:pt x="61292" y="52665"/>
                  </a:lnTo>
                  <a:lnTo>
                    <a:pt x="61250" y="52748"/>
                  </a:lnTo>
                  <a:lnTo>
                    <a:pt x="61246" y="52759"/>
                  </a:lnTo>
                  <a:lnTo>
                    <a:pt x="61203" y="52863"/>
                  </a:lnTo>
                  <a:lnTo>
                    <a:pt x="61201" y="52868"/>
                  </a:lnTo>
                  <a:lnTo>
                    <a:pt x="61161" y="52936"/>
                  </a:lnTo>
                  <a:lnTo>
                    <a:pt x="61142" y="52970"/>
                  </a:lnTo>
                  <a:lnTo>
                    <a:pt x="61131" y="52988"/>
                  </a:lnTo>
                  <a:lnTo>
                    <a:pt x="61117" y="53018"/>
                  </a:lnTo>
                  <a:lnTo>
                    <a:pt x="61099" y="53058"/>
                  </a:lnTo>
                  <a:lnTo>
                    <a:pt x="61085" y="53093"/>
                  </a:lnTo>
                  <a:lnTo>
                    <a:pt x="61066" y="53149"/>
                  </a:lnTo>
                  <a:lnTo>
                    <a:pt x="61032" y="53259"/>
                  </a:lnTo>
                  <a:lnTo>
                    <a:pt x="61026" y="53283"/>
                  </a:lnTo>
                  <a:lnTo>
                    <a:pt x="61019" y="53316"/>
                  </a:lnTo>
                  <a:lnTo>
                    <a:pt x="61005" y="53386"/>
                  </a:lnTo>
                  <a:lnTo>
                    <a:pt x="60989" y="53468"/>
                  </a:lnTo>
                  <a:lnTo>
                    <a:pt x="60983" y="53511"/>
                  </a:lnTo>
                  <a:lnTo>
                    <a:pt x="60971" y="53610"/>
                  </a:lnTo>
                  <a:lnTo>
                    <a:pt x="60968" y="53653"/>
                  </a:lnTo>
                  <a:lnTo>
                    <a:pt x="60964" y="53733"/>
                  </a:lnTo>
                  <a:lnTo>
                    <a:pt x="60964" y="53840"/>
                  </a:lnTo>
                  <a:lnTo>
                    <a:pt x="60965" y="53887"/>
                  </a:lnTo>
                  <a:lnTo>
                    <a:pt x="60975" y="54030"/>
                  </a:lnTo>
                  <a:lnTo>
                    <a:pt x="60986" y="54163"/>
                  </a:lnTo>
                  <a:lnTo>
                    <a:pt x="60989" y="54192"/>
                  </a:lnTo>
                  <a:lnTo>
                    <a:pt x="60996" y="54225"/>
                  </a:lnTo>
                  <a:lnTo>
                    <a:pt x="61004" y="54258"/>
                  </a:lnTo>
                  <a:lnTo>
                    <a:pt x="61100" y="54618"/>
                  </a:lnTo>
                  <a:lnTo>
                    <a:pt x="61112" y="54662"/>
                  </a:lnTo>
                  <a:lnTo>
                    <a:pt x="61117" y="54675"/>
                  </a:lnTo>
                  <a:lnTo>
                    <a:pt x="61176" y="54836"/>
                  </a:lnTo>
                  <a:lnTo>
                    <a:pt x="61192" y="54878"/>
                  </a:lnTo>
                  <a:lnTo>
                    <a:pt x="61386" y="55322"/>
                  </a:lnTo>
                  <a:lnTo>
                    <a:pt x="61407" y="55368"/>
                  </a:lnTo>
                  <a:lnTo>
                    <a:pt x="61423" y="55404"/>
                  </a:lnTo>
                  <a:lnTo>
                    <a:pt x="61459" y="55472"/>
                  </a:lnTo>
                  <a:lnTo>
                    <a:pt x="61498" y="55537"/>
                  </a:lnTo>
                  <a:lnTo>
                    <a:pt x="61524" y="55575"/>
                  </a:lnTo>
                  <a:lnTo>
                    <a:pt x="61570" y="55638"/>
                  </a:lnTo>
                  <a:lnTo>
                    <a:pt x="61641" y="55733"/>
                  </a:lnTo>
                  <a:lnTo>
                    <a:pt x="61686" y="55793"/>
                  </a:lnTo>
                  <a:lnTo>
                    <a:pt x="61709" y="55819"/>
                  </a:lnTo>
                  <a:lnTo>
                    <a:pt x="61736" y="55849"/>
                  </a:lnTo>
                  <a:lnTo>
                    <a:pt x="61788" y="55903"/>
                  </a:lnTo>
                  <a:lnTo>
                    <a:pt x="61831" y="55940"/>
                  </a:lnTo>
                  <a:lnTo>
                    <a:pt x="61841" y="55948"/>
                  </a:lnTo>
                  <a:lnTo>
                    <a:pt x="61921" y="56003"/>
                  </a:lnTo>
                  <a:lnTo>
                    <a:pt x="61948" y="56018"/>
                  </a:lnTo>
                  <a:lnTo>
                    <a:pt x="61991" y="56040"/>
                  </a:lnTo>
                  <a:lnTo>
                    <a:pt x="62013" y="56051"/>
                  </a:lnTo>
                  <a:lnTo>
                    <a:pt x="62024" y="56058"/>
                  </a:lnTo>
                  <a:lnTo>
                    <a:pt x="62031" y="56064"/>
                  </a:lnTo>
                  <a:lnTo>
                    <a:pt x="62036" y="56069"/>
                  </a:lnTo>
                  <a:lnTo>
                    <a:pt x="62043" y="56078"/>
                  </a:lnTo>
                  <a:lnTo>
                    <a:pt x="62049" y="56088"/>
                  </a:lnTo>
                  <a:lnTo>
                    <a:pt x="62053" y="56097"/>
                  </a:lnTo>
                  <a:lnTo>
                    <a:pt x="62056" y="56104"/>
                  </a:lnTo>
                  <a:lnTo>
                    <a:pt x="62092" y="56195"/>
                  </a:lnTo>
                  <a:lnTo>
                    <a:pt x="62098" y="56209"/>
                  </a:lnTo>
                  <a:lnTo>
                    <a:pt x="62101" y="56217"/>
                  </a:lnTo>
                  <a:lnTo>
                    <a:pt x="62123" y="56280"/>
                  </a:lnTo>
                  <a:lnTo>
                    <a:pt x="62178" y="56489"/>
                  </a:lnTo>
                  <a:lnTo>
                    <a:pt x="62183" y="56510"/>
                  </a:lnTo>
                  <a:lnTo>
                    <a:pt x="62184" y="56524"/>
                  </a:lnTo>
                  <a:lnTo>
                    <a:pt x="62184" y="56539"/>
                  </a:lnTo>
                  <a:lnTo>
                    <a:pt x="62182" y="56553"/>
                  </a:lnTo>
                  <a:lnTo>
                    <a:pt x="62180" y="56565"/>
                  </a:lnTo>
                  <a:lnTo>
                    <a:pt x="62166" y="56606"/>
                  </a:lnTo>
                  <a:lnTo>
                    <a:pt x="62161" y="56621"/>
                  </a:lnTo>
                  <a:lnTo>
                    <a:pt x="62095" y="56753"/>
                  </a:lnTo>
                  <a:lnTo>
                    <a:pt x="62018" y="56903"/>
                  </a:lnTo>
                  <a:lnTo>
                    <a:pt x="61926" y="57073"/>
                  </a:lnTo>
                  <a:lnTo>
                    <a:pt x="61780" y="57205"/>
                  </a:lnTo>
                  <a:lnTo>
                    <a:pt x="61700" y="57393"/>
                  </a:lnTo>
                  <a:lnTo>
                    <a:pt x="61607" y="57522"/>
                  </a:lnTo>
                  <a:lnTo>
                    <a:pt x="61448" y="57637"/>
                  </a:lnTo>
                  <a:lnTo>
                    <a:pt x="61291" y="57776"/>
                  </a:lnTo>
                  <a:lnTo>
                    <a:pt x="61149" y="57903"/>
                  </a:lnTo>
                  <a:lnTo>
                    <a:pt x="61138" y="57912"/>
                  </a:lnTo>
                  <a:lnTo>
                    <a:pt x="61132" y="57917"/>
                  </a:lnTo>
                  <a:lnTo>
                    <a:pt x="61075" y="57967"/>
                  </a:lnTo>
                  <a:lnTo>
                    <a:pt x="61034" y="58002"/>
                  </a:lnTo>
                  <a:lnTo>
                    <a:pt x="61014" y="58020"/>
                  </a:lnTo>
                  <a:lnTo>
                    <a:pt x="60893" y="58208"/>
                  </a:lnTo>
                  <a:lnTo>
                    <a:pt x="60686" y="58533"/>
                  </a:lnTo>
                  <a:lnTo>
                    <a:pt x="60667" y="58593"/>
                  </a:lnTo>
                  <a:lnTo>
                    <a:pt x="60613" y="58773"/>
                  </a:lnTo>
                  <a:lnTo>
                    <a:pt x="60599" y="58861"/>
                  </a:lnTo>
                  <a:lnTo>
                    <a:pt x="60599" y="58974"/>
                  </a:lnTo>
                  <a:lnTo>
                    <a:pt x="60602" y="58986"/>
                  </a:lnTo>
                  <a:lnTo>
                    <a:pt x="60608" y="59008"/>
                  </a:lnTo>
                  <a:lnTo>
                    <a:pt x="60642" y="59143"/>
                  </a:lnTo>
                  <a:lnTo>
                    <a:pt x="60683" y="59234"/>
                  </a:lnTo>
                  <a:lnTo>
                    <a:pt x="60686" y="59242"/>
                  </a:lnTo>
                  <a:lnTo>
                    <a:pt x="60720" y="59292"/>
                  </a:lnTo>
                  <a:lnTo>
                    <a:pt x="60737" y="59317"/>
                  </a:lnTo>
                  <a:lnTo>
                    <a:pt x="60745" y="59343"/>
                  </a:lnTo>
                  <a:lnTo>
                    <a:pt x="60761" y="59408"/>
                  </a:lnTo>
                  <a:lnTo>
                    <a:pt x="60763" y="59412"/>
                  </a:lnTo>
                  <a:lnTo>
                    <a:pt x="60806" y="59808"/>
                  </a:lnTo>
                  <a:lnTo>
                    <a:pt x="60793" y="59863"/>
                  </a:lnTo>
                  <a:lnTo>
                    <a:pt x="60746" y="59945"/>
                  </a:lnTo>
                  <a:lnTo>
                    <a:pt x="60735" y="59965"/>
                  </a:lnTo>
                  <a:lnTo>
                    <a:pt x="60714" y="60069"/>
                  </a:lnTo>
                  <a:lnTo>
                    <a:pt x="60698" y="60148"/>
                  </a:lnTo>
                  <a:lnTo>
                    <a:pt x="60697" y="60233"/>
                  </a:lnTo>
                  <a:lnTo>
                    <a:pt x="60686" y="60323"/>
                  </a:lnTo>
                  <a:lnTo>
                    <a:pt x="60664" y="60377"/>
                  </a:lnTo>
                  <a:lnTo>
                    <a:pt x="60662" y="60383"/>
                  </a:lnTo>
                  <a:lnTo>
                    <a:pt x="60634" y="60416"/>
                  </a:lnTo>
                  <a:lnTo>
                    <a:pt x="60619" y="60459"/>
                  </a:lnTo>
                  <a:lnTo>
                    <a:pt x="60581" y="60582"/>
                  </a:lnTo>
                  <a:lnTo>
                    <a:pt x="60577" y="60592"/>
                  </a:lnTo>
                  <a:lnTo>
                    <a:pt x="60570" y="60635"/>
                  </a:lnTo>
                  <a:lnTo>
                    <a:pt x="60534" y="60865"/>
                  </a:lnTo>
                  <a:lnTo>
                    <a:pt x="60530" y="60896"/>
                  </a:lnTo>
                  <a:lnTo>
                    <a:pt x="60529" y="60938"/>
                  </a:lnTo>
                  <a:lnTo>
                    <a:pt x="60529" y="60955"/>
                  </a:lnTo>
                  <a:lnTo>
                    <a:pt x="60528" y="61013"/>
                  </a:lnTo>
                  <a:lnTo>
                    <a:pt x="60528" y="61035"/>
                  </a:lnTo>
                  <a:lnTo>
                    <a:pt x="60528" y="61063"/>
                  </a:lnTo>
                  <a:lnTo>
                    <a:pt x="60528" y="61092"/>
                  </a:lnTo>
                  <a:lnTo>
                    <a:pt x="60527" y="61112"/>
                  </a:lnTo>
                  <a:lnTo>
                    <a:pt x="60527" y="61120"/>
                  </a:lnTo>
                  <a:lnTo>
                    <a:pt x="60554" y="61368"/>
                  </a:lnTo>
                  <a:lnTo>
                    <a:pt x="60542" y="61495"/>
                  </a:lnTo>
                  <a:lnTo>
                    <a:pt x="60524" y="61687"/>
                  </a:lnTo>
                  <a:lnTo>
                    <a:pt x="60503" y="61911"/>
                  </a:lnTo>
                  <a:lnTo>
                    <a:pt x="60446" y="62254"/>
                  </a:lnTo>
                  <a:lnTo>
                    <a:pt x="60297" y="63004"/>
                  </a:lnTo>
                  <a:lnTo>
                    <a:pt x="60295" y="63013"/>
                  </a:lnTo>
                  <a:lnTo>
                    <a:pt x="60265" y="63134"/>
                  </a:lnTo>
                  <a:lnTo>
                    <a:pt x="60262" y="63144"/>
                  </a:lnTo>
                  <a:lnTo>
                    <a:pt x="60252" y="63178"/>
                  </a:lnTo>
                  <a:lnTo>
                    <a:pt x="60246" y="63197"/>
                  </a:lnTo>
                  <a:lnTo>
                    <a:pt x="60209" y="63327"/>
                  </a:lnTo>
                  <a:lnTo>
                    <a:pt x="60183" y="63416"/>
                  </a:lnTo>
                  <a:lnTo>
                    <a:pt x="60109" y="63672"/>
                  </a:lnTo>
                  <a:lnTo>
                    <a:pt x="60104" y="63687"/>
                  </a:lnTo>
                  <a:lnTo>
                    <a:pt x="60096" y="63707"/>
                  </a:lnTo>
                  <a:lnTo>
                    <a:pt x="60069" y="63781"/>
                  </a:lnTo>
                  <a:lnTo>
                    <a:pt x="60045" y="63846"/>
                  </a:lnTo>
                  <a:lnTo>
                    <a:pt x="60011" y="63902"/>
                  </a:lnTo>
                  <a:lnTo>
                    <a:pt x="59989" y="63938"/>
                  </a:lnTo>
                  <a:lnTo>
                    <a:pt x="59964" y="64006"/>
                  </a:lnTo>
                  <a:lnTo>
                    <a:pt x="59960" y="64018"/>
                  </a:lnTo>
                  <a:lnTo>
                    <a:pt x="59932" y="64141"/>
                  </a:lnTo>
                  <a:lnTo>
                    <a:pt x="59908" y="64248"/>
                  </a:lnTo>
                  <a:lnTo>
                    <a:pt x="59903" y="64268"/>
                  </a:lnTo>
                  <a:lnTo>
                    <a:pt x="59901" y="64280"/>
                  </a:lnTo>
                  <a:lnTo>
                    <a:pt x="59894" y="64308"/>
                  </a:lnTo>
                  <a:lnTo>
                    <a:pt x="59887" y="64339"/>
                  </a:lnTo>
                  <a:lnTo>
                    <a:pt x="59869" y="64382"/>
                  </a:lnTo>
                  <a:lnTo>
                    <a:pt x="59844" y="64375"/>
                  </a:lnTo>
                  <a:lnTo>
                    <a:pt x="59836" y="64377"/>
                  </a:lnTo>
                  <a:lnTo>
                    <a:pt x="59825" y="64379"/>
                  </a:lnTo>
                  <a:lnTo>
                    <a:pt x="59802" y="64384"/>
                  </a:lnTo>
                  <a:lnTo>
                    <a:pt x="59797" y="64389"/>
                  </a:lnTo>
                  <a:lnTo>
                    <a:pt x="59790" y="64395"/>
                  </a:lnTo>
                  <a:lnTo>
                    <a:pt x="59780" y="64404"/>
                  </a:lnTo>
                  <a:lnTo>
                    <a:pt x="59765" y="64464"/>
                  </a:lnTo>
                  <a:lnTo>
                    <a:pt x="59762" y="64494"/>
                  </a:lnTo>
                  <a:lnTo>
                    <a:pt x="59756" y="64580"/>
                  </a:lnTo>
                  <a:lnTo>
                    <a:pt x="59734" y="64698"/>
                  </a:lnTo>
                  <a:lnTo>
                    <a:pt x="59711" y="64766"/>
                  </a:lnTo>
                  <a:lnTo>
                    <a:pt x="59688" y="64832"/>
                  </a:lnTo>
                  <a:lnTo>
                    <a:pt x="59676" y="64856"/>
                  </a:lnTo>
                  <a:lnTo>
                    <a:pt x="59636" y="64932"/>
                  </a:lnTo>
                  <a:lnTo>
                    <a:pt x="59621" y="64960"/>
                  </a:lnTo>
                  <a:lnTo>
                    <a:pt x="59594" y="64989"/>
                  </a:lnTo>
                  <a:lnTo>
                    <a:pt x="59572" y="65013"/>
                  </a:lnTo>
                  <a:lnTo>
                    <a:pt x="59557" y="65029"/>
                  </a:lnTo>
                  <a:lnTo>
                    <a:pt x="59472" y="65130"/>
                  </a:lnTo>
                  <a:lnTo>
                    <a:pt x="59442" y="65172"/>
                  </a:lnTo>
                  <a:lnTo>
                    <a:pt x="59438" y="65182"/>
                  </a:lnTo>
                  <a:lnTo>
                    <a:pt x="59436" y="65188"/>
                  </a:lnTo>
                  <a:lnTo>
                    <a:pt x="59422" y="65222"/>
                  </a:lnTo>
                  <a:lnTo>
                    <a:pt x="59413" y="65242"/>
                  </a:lnTo>
                  <a:lnTo>
                    <a:pt x="59403" y="65277"/>
                  </a:lnTo>
                  <a:lnTo>
                    <a:pt x="59367" y="65392"/>
                  </a:lnTo>
                  <a:lnTo>
                    <a:pt x="59345" y="65464"/>
                  </a:lnTo>
                  <a:lnTo>
                    <a:pt x="59339" y="65486"/>
                  </a:lnTo>
                  <a:lnTo>
                    <a:pt x="59328" y="65520"/>
                  </a:lnTo>
                  <a:lnTo>
                    <a:pt x="59319" y="65551"/>
                  </a:lnTo>
                  <a:lnTo>
                    <a:pt x="59310" y="65579"/>
                  </a:lnTo>
                  <a:lnTo>
                    <a:pt x="59306" y="65593"/>
                  </a:lnTo>
                  <a:lnTo>
                    <a:pt x="59305" y="65599"/>
                  </a:lnTo>
                  <a:lnTo>
                    <a:pt x="59304" y="65605"/>
                  </a:lnTo>
                  <a:lnTo>
                    <a:pt x="59302" y="65619"/>
                  </a:lnTo>
                  <a:lnTo>
                    <a:pt x="59298" y="65642"/>
                  </a:lnTo>
                  <a:lnTo>
                    <a:pt x="59297" y="65648"/>
                  </a:lnTo>
                  <a:lnTo>
                    <a:pt x="59277" y="65775"/>
                  </a:lnTo>
                  <a:lnTo>
                    <a:pt x="59275" y="65782"/>
                  </a:lnTo>
                  <a:lnTo>
                    <a:pt x="59274" y="65804"/>
                  </a:lnTo>
                  <a:lnTo>
                    <a:pt x="59272" y="65824"/>
                  </a:lnTo>
                  <a:lnTo>
                    <a:pt x="59271" y="65833"/>
                  </a:lnTo>
                  <a:lnTo>
                    <a:pt x="59270" y="65848"/>
                  </a:lnTo>
                  <a:lnTo>
                    <a:pt x="59215" y="66520"/>
                  </a:lnTo>
                  <a:lnTo>
                    <a:pt x="59215" y="66552"/>
                  </a:lnTo>
                  <a:lnTo>
                    <a:pt x="59216" y="66597"/>
                  </a:lnTo>
                  <a:lnTo>
                    <a:pt x="59217" y="66677"/>
                  </a:lnTo>
                  <a:lnTo>
                    <a:pt x="59217" y="66682"/>
                  </a:lnTo>
                  <a:lnTo>
                    <a:pt x="59218" y="66731"/>
                  </a:lnTo>
                  <a:lnTo>
                    <a:pt x="59218" y="66773"/>
                  </a:lnTo>
                  <a:lnTo>
                    <a:pt x="59220" y="66931"/>
                  </a:lnTo>
                  <a:lnTo>
                    <a:pt x="59222" y="66964"/>
                  </a:lnTo>
                  <a:lnTo>
                    <a:pt x="59233" y="67193"/>
                  </a:lnTo>
                  <a:lnTo>
                    <a:pt x="59234" y="67212"/>
                  </a:lnTo>
                  <a:lnTo>
                    <a:pt x="59237" y="67231"/>
                  </a:lnTo>
                  <a:lnTo>
                    <a:pt x="59251" y="67303"/>
                  </a:lnTo>
                  <a:lnTo>
                    <a:pt x="59252" y="67309"/>
                  </a:lnTo>
                  <a:lnTo>
                    <a:pt x="59262" y="67314"/>
                  </a:lnTo>
                  <a:lnTo>
                    <a:pt x="59272" y="67312"/>
                  </a:lnTo>
                  <a:lnTo>
                    <a:pt x="59284" y="67310"/>
                  </a:lnTo>
                  <a:lnTo>
                    <a:pt x="59295" y="67319"/>
                  </a:lnTo>
                  <a:lnTo>
                    <a:pt x="59298" y="67322"/>
                  </a:lnTo>
                  <a:lnTo>
                    <a:pt x="59300" y="67326"/>
                  </a:lnTo>
                  <a:lnTo>
                    <a:pt x="59306" y="67336"/>
                  </a:lnTo>
                  <a:lnTo>
                    <a:pt x="59319" y="67390"/>
                  </a:lnTo>
                  <a:lnTo>
                    <a:pt x="59323" y="67405"/>
                  </a:lnTo>
                  <a:lnTo>
                    <a:pt x="59319" y="67421"/>
                  </a:lnTo>
                  <a:lnTo>
                    <a:pt x="59285" y="67560"/>
                  </a:lnTo>
                  <a:lnTo>
                    <a:pt x="59281" y="67576"/>
                  </a:lnTo>
                  <a:lnTo>
                    <a:pt x="59239" y="67695"/>
                  </a:lnTo>
                  <a:lnTo>
                    <a:pt x="59214" y="67766"/>
                  </a:lnTo>
                  <a:lnTo>
                    <a:pt x="59203" y="67798"/>
                  </a:lnTo>
                  <a:lnTo>
                    <a:pt x="59199" y="67808"/>
                  </a:lnTo>
                  <a:lnTo>
                    <a:pt x="59090" y="68116"/>
                  </a:lnTo>
                  <a:lnTo>
                    <a:pt x="59088" y="68122"/>
                  </a:lnTo>
                  <a:lnTo>
                    <a:pt x="59063" y="68185"/>
                  </a:lnTo>
                  <a:lnTo>
                    <a:pt x="59061" y="68190"/>
                  </a:lnTo>
                  <a:lnTo>
                    <a:pt x="59021" y="68278"/>
                  </a:lnTo>
                  <a:lnTo>
                    <a:pt x="59018" y="68284"/>
                  </a:lnTo>
                  <a:lnTo>
                    <a:pt x="58982" y="68320"/>
                  </a:lnTo>
                  <a:lnTo>
                    <a:pt x="58980" y="68324"/>
                  </a:lnTo>
                  <a:lnTo>
                    <a:pt x="58974" y="68335"/>
                  </a:lnTo>
                  <a:lnTo>
                    <a:pt x="58966" y="68351"/>
                  </a:lnTo>
                  <a:lnTo>
                    <a:pt x="58962" y="68358"/>
                  </a:lnTo>
                  <a:lnTo>
                    <a:pt x="58957" y="68368"/>
                  </a:lnTo>
                  <a:lnTo>
                    <a:pt x="58873" y="68537"/>
                  </a:lnTo>
                  <a:lnTo>
                    <a:pt x="58866" y="68551"/>
                  </a:lnTo>
                  <a:lnTo>
                    <a:pt x="58861" y="68569"/>
                  </a:lnTo>
                  <a:lnTo>
                    <a:pt x="58838" y="68669"/>
                  </a:lnTo>
                  <a:lnTo>
                    <a:pt x="58835" y="68681"/>
                  </a:lnTo>
                  <a:lnTo>
                    <a:pt x="58824" y="68721"/>
                  </a:lnTo>
                  <a:lnTo>
                    <a:pt x="58816" y="68751"/>
                  </a:lnTo>
                  <a:lnTo>
                    <a:pt x="58812" y="68758"/>
                  </a:lnTo>
                  <a:lnTo>
                    <a:pt x="58731" y="68887"/>
                  </a:lnTo>
                  <a:lnTo>
                    <a:pt x="58724" y="68896"/>
                  </a:lnTo>
                  <a:lnTo>
                    <a:pt x="58699" y="68928"/>
                  </a:lnTo>
                  <a:lnTo>
                    <a:pt x="58668" y="68939"/>
                  </a:lnTo>
                  <a:lnTo>
                    <a:pt x="58631" y="68943"/>
                  </a:lnTo>
                  <a:lnTo>
                    <a:pt x="58613" y="68950"/>
                  </a:lnTo>
                  <a:lnTo>
                    <a:pt x="58561" y="68972"/>
                  </a:lnTo>
                  <a:lnTo>
                    <a:pt x="58553" y="68981"/>
                  </a:lnTo>
                  <a:lnTo>
                    <a:pt x="58548" y="68986"/>
                  </a:lnTo>
                  <a:lnTo>
                    <a:pt x="58546" y="68990"/>
                  </a:lnTo>
                  <a:lnTo>
                    <a:pt x="58523" y="69030"/>
                  </a:lnTo>
                  <a:lnTo>
                    <a:pt x="58519" y="69036"/>
                  </a:lnTo>
                  <a:lnTo>
                    <a:pt x="58427" y="69237"/>
                  </a:lnTo>
                  <a:lnTo>
                    <a:pt x="58420" y="69256"/>
                  </a:lnTo>
                  <a:lnTo>
                    <a:pt x="58396" y="69458"/>
                  </a:lnTo>
                  <a:lnTo>
                    <a:pt x="58390" y="69570"/>
                  </a:lnTo>
                  <a:lnTo>
                    <a:pt x="58391" y="69626"/>
                  </a:lnTo>
                  <a:lnTo>
                    <a:pt x="58417" y="69875"/>
                  </a:lnTo>
                  <a:lnTo>
                    <a:pt x="58433" y="69969"/>
                  </a:lnTo>
                  <a:lnTo>
                    <a:pt x="58436" y="69975"/>
                  </a:lnTo>
                  <a:lnTo>
                    <a:pt x="58450" y="70007"/>
                  </a:lnTo>
                  <a:lnTo>
                    <a:pt x="58462" y="70036"/>
                  </a:lnTo>
                  <a:lnTo>
                    <a:pt x="58505" y="70075"/>
                  </a:lnTo>
                  <a:lnTo>
                    <a:pt x="58483" y="70317"/>
                  </a:lnTo>
                  <a:lnTo>
                    <a:pt x="58440" y="70462"/>
                  </a:lnTo>
                  <a:lnTo>
                    <a:pt x="58423" y="70518"/>
                  </a:lnTo>
                  <a:lnTo>
                    <a:pt x="58389" y="70635"/>
                  </a:lnTo>
                  <a:lnTo>
                    <a:pt x="58360" y="70734"/>
                  </a:lnTo>
                  <a:lnTo>
                    <a:pt x="58353" y="70759"/>
                  </a:lnTo>
                  <a:lnTo>
                    <a:pt x="58330" y="70837"/>
                  </a:lnTo>
                  <a:lnTo>
                    <a:pt x="58323" y="70863"/>
                  </a:lnTo>
                  <a:lnTo>
                    <a:pt x="58321" y="70871"/>
                  </a:lnTo>
                  <a:lnTo>
                    <a:pt x="58307" y="70942"/>
                  </a:lnTo>
                  <a:lnTo>
                    <a:pt x="58300" y="70974"/>
                  </a:lnTo>
                  <a:lnTo>
                    <a:pt x="58283" y="71060"/>
                  </a:lnTo>
                  <a:lnTo>
                    <a:pt x="58276" y="71116"/>
                  </a:lnTo>
                  <a:lnTo>
                    <a:pt x="58274" y="71132"/>
                  </a:lnTo>
                  <a:lnTo>
                    <a:pt x="58272" y="71155"/>
                  </a:lnTo>
                  <a:lnTo>
                    <a:pt x="58271" y="71160"/>
                  </a:lnTo>
                  <a:lnTo>
                    <a:pt x="58287" y="71184"/>
                  </a:lnTo>
                  <a:lnTo>
                    <a:pt x="58292" y="71192"/>
                  </a:lnTo>
                  <a:lnTo>
                    <a:pt x="58298" y="71200"/>
                  </a:lnTo>
                  <a:lnTo>
                    <a:pt x="58301" y="71205"/>
                  </a:lnTo>
                  <a:lnTo>
                    <a:pt x="58303" y="71221"/>
                  </a:lnTo>
                  <a:lnTo>
                    <a:pt x="58229" y="71544"/>
                  </a:lnTo>
                  <a:lnTo>
                    <a:pt x="58201" y="71585"/>
                  </a:lnTo>
                  <a:lnTo>
                    <a:pt x="58190" y="71595"/>
                  </a:lnTo>
                  <a:lnTo>
                    <a:pt x="58156" y="71628"/>
                  </a:lnTo>
                  <a:lnTo>
                    <a:pt x="58151" y="71641"/>
                  </a:lnTo>
                  <a:lnTo>
                    <a:pt x="58114" y="71743"/>
                  </a:lnTo>
                  <a:lnTo>
                    <a:pt x="58099" y="71783"/>
                  </a:lnTo>
                  <a:lnTo>
                    <a:pt x="58106" y="71834"/>
                  </a:lnTo>
                  <a:lnTo>
                    <a:pt x="58129" y="71884"/>
                  </a:lnTo>
                  <a:lnTo>
                    <a:pt x="58141" y="71901"/>
                  </a:lnTo>
                  <a:lnTo>
                    <a:pt x="58181" y="71961"/>
                  </a:lnTo>
                  <a:lnTo>
                    <a:pt x="58180" y="71990"/>
                  </a:lnTo>
                  <a:lnTo>
                    <a:pt x="58178" y="72002"/>
                  </a:lnTo>
                  <a:lnTo>
                    <a:pt x="58170" y="72033"/>
                  </a:lnTo>
                  <a:lnTo>
                    <a:pt x="58141" y="72099"/>
                  </a:lnTo>
                  <a:lnTo>
                    <a:pt x="58126" y="72110"/>
                  </a:lnTo>
                  <a:lnTo>
                    <a:pt x="58102" y="72113"/>
                  </a:lnTo>
                  <a:lnTo>
                    <a:pt x="58077" y="72116"/>
                  </a:lnTo>
                  <a:lnTo>
                    <a:pt x="58052" y="72119"/>
                  </a:lnTo>
                  <a:lnTo>
                    <a:pt x="58039" y="72127"/>
                  </a:lnTo>
                  <a:lnTo>
                    <a:pt x="58004" y="72146"/>
                  </a:lnTo>
                  <a:lnTo>
                    <a:pt x="57998" y="72149"/>
                  </a:lnTo>
                  <a:lnTo>
                    <a:pt x="57980" y="72165"/>
                  </a:lnTo>
                  <a:lnTo>
                    <a:pt x="57972" y="72171"/>
                  </a:lnTo>
                  <a:lnTo>
                    <a:pt x="57942" y="72197"/>
                  </a:lnTo>
                  <a:lnTo>
                    <a:pt x="57913" y="72239"/>
                  </a:lnTo>
                  <a:lnTo>
                    <a:pt x="57898" y="72276"/>
                  </a:lnTo>
                  <a:lnTo>
                    <a:pt x="57870" y="72342"/>
                  </a:lnTo>
                  <a:lnTo>
                    <a:pt x="57862" y="72371"/>
                  </a:lnTo>
                  <a:lnTo>
                    <a:pt x="57842" y="72449"/>
                  </a:lnTo>
                  <a:lnTo>
                    <a:pt x="57710" y="73036"/>
                  </a:lnTo>
                  <a:lnTo>
                    <a:pt x="57708" y="73042"/>
                  </a:lnTo>
                  <a:lnTo>
                    <a:pt x="57690" y="73149"/>
                  </a:lnTo>
                  <a:lnTo>
                    <a:pt x="57675" y="73240"/>
                  </a:lnTo>
                  <a:lnTo>
                    <a:pt x="57670" y="73270"/>
                  </a:lnTo>
                  <a:lnTo>
                    <a:pt x="57669" y="73276"/>
                  </a:lnTo>
                  <a:lnTo>
                    <a:pt x="57660" y="73438"/>
                  </a:lnTo>
                  <a:lnTo>
                    <a:pt x="57653" y="73556"/>
                  </a:lnTo>
                  <a:lnTo>
                    <a:pt x="57652" y="73566"/>
                  </a:lnTo>
                  <a:lnTo>
                    <a:pt x="57645" y="73797"/>
                  </a:lnTo>
                  <a:lnTo>
                    <a:pt x="57642" y="74093"/>
                  </a:lnTo>
                  <a:lnTo>
                    <a:pt x="57643" y="74131"/>
                  </a:lnTo>
                  <a:lnTo>
                    <a:pt x="57643" y="74408"/>
                  </a:lnTo>
                  <a:lnTo>
                    <a:pt x="57645" y="74455"/>
                  </a:lnTo>
                  <a:lnTo>
                    <a:pt x="57649" y="74553"/>
                  </a:lnTo>
                  <a:lnTo>
                    <a:pt x="57643" y="74596"/>
                  </a:lnTo>
                  <a:lnTo>
                    <a:pt x="57635" y="74646"/>
                  </a:lnTo>
                  <a:lnTo>
                    <a:pt x="57633" y="74659"/>
                  </a:lnTo>
                  <a:lnTo>
                    <a:pt x="57572" y="74900"/>
                  </a:lnTo>
                  <a:lnTo>
                    <a:pt x="57541" y="75031"/>
                  </a:lnTo>
                  <a:lnTo>
                    <a:pt x="57503" y="75187"/>
                  </a:lnTo>
                  <a:lnTo>
                    <a:pt x="57497" y="75284"/>
                  </a:lnTo>
                  <a:lnTo>
                    <a:pt x="57512" y="75387"/>
                  </a:lnTo>
                  <a:lnTo>
                    <a:pt x="57513" y="75399"/>
                  </a:lnTo>
                  <a:lnTo>
                    <a:pt x="57508" y="75411"/>
                  </a:lnTo>
                  <a:lnTo>
                    <a:pt x="57489" y="75460"/>
                  </a:lnTo>
                  <a:lnTo>
                    <a:pt x="57475" y="75495"/>
                  </a:lnTo>
                  <a:lnTo>
                    <a:pt x="57358" y="75749"/>
                  </a:lnTo>
                  <a:lnTo>
                    <a:pt x="57319" y="75835"/>
                  </a:lnTo>
                  <a:lnTo>
                    <a:pt x="57302" y="75849"/>
                  </a:lnTo>
                  <a:lnTo>
                    <a:pt x="57283" y="75874"/>
                  </a:lnTo>
                  <a:lnTo>
                    <a:pt x="57237" y="75938"/>
                  </a:lnTo>
                  <a:lnTo>
                    <a:pt x="57216" y="75969"/>
                  </a:lnTo>
                  <a:lnTo>
                    <a:pt x="57212" y="75977"/>
                  </a:lnTo>
                  <a:lnTo>
                    <a:pt x="56961" y="76444"/>
                  </a:lnTo>
                  <a:lnTo>
                    <a:pt x="56948" y="76469"/>
                  </a:lnTo>
                  <a:lnTo>
                    <a:pt x="56911" y="76617"/>
                  </a:lnTo>
                  <a:lnTo>
                    <a:pt x="56910" y="76625"/>
                  </a:lnTo>
                  <a:lnTo>
                    <a:pt x="56902" y="76667"/>
                  </a:lnTo>
                  <a:lnTo>
                    <a:pt x="56889" y="76737"/>
                  </a:lnTo>
                  <a:lnTo>
                    <a:pt x="56879" y="76793"/>
                  </a:lnTo>
                  <a:lnTo>
                    <a:pt x="56807" y="77116"/>
                  </a:lnTo>
                  <a:lnTo>
                    <a:pt x="56806" y="77123"/>
                  </a:lnTo>
                  <a:lnTo>
                    <a:pt x="56803" y="77131"/>
                  </a:lnTo>
                  <a:lnTo>
                    <a:pt x="56759" y="77300"/>
                  </a:lnTo>
                  <a:lnTo>
                    <a:pt x="56715" y="77470"/>
                  </a:lnTo>
                  <a:lnTo>
                    <a:pt x="56693" y="77504"/>
                  </a:lnTo>
                  <a:lnTo>
                    <a:pt x="56691" y="77517"/>
                  </a:lnTo>
                  <a:lnTo>
                    <a:pt x="56663" y="77656"/>
                  </a:lnTo>
                  <a:lnTo>
                    <a:pt x="56662" y="77661"/>
                  </a:lnTo>
                  <a:lnTo>
                    <a:pt x="56633" y="77863"/>
                  </a:lnTo>
                  <a:lnTo>
                    <a:pt x="56630" y="77886"/>
                  </a:lnTo>
                  <a:lnTo>
                    <a:pt x="56624" y="77927"/>
                  </a:lnTo>
                  <a:lnTo>
                    <a:pt x="56619" y="77963"/>
                  </a:lnTo>
                  <a:lnTo>
                    <a:pt x="56619" y="77970"/>
                  </a:lnTo>
                  <a:lnTo>
                    <a:pt x="56619" y="77982"/>
                  </a:lnTo>
                  <a:lnTo>
                    <a:pt x="56622" y="78055"/>
                  </a:lnTo>
                  <a:lnTo>
                    <a:pt x="56622" y="78062"/>
                  </a:lnTo>
                  <a:lnTo>
                    <a:pt x="56657" y="78233"/>
                  </a:lnTo>
                  <a:lnTo>
                    <a:pt x="56669" y="78346"/>
                  </a:lnTo>
                  <a:lnTo>
                    <a:pt x="56672" y="78378"/>
                  </a:lnTo>
                  <a:lnTo>
                    <a:pt x="56673" y="78390"/>
                  </a:lnTo>
                  <a:lnTo>
                    <a:pt x="56695" y="78640"/>
                  </a:lnTo>
                  <a:lnTo>
                    <a:pt x="56704" y="78743"/>
                  </a:lnTo>
                  <a:lnTo>
                    <a:pt x="56703" y="78820"/>
                  </a:lnTo>
                  <a:lnTo>
                    <a:pt x="56702" y="78840"/>
                  </a:lnTo>
                  <a:lnTo>
                    <a:pt x="56703" y="78847"/>
                  </a:lnTo>
                  <a:lnTo>
                    <a:pt x="56713" y="78953"/>
                  </a:lnTo>
                  <a:lnTo>
                    <a:pt x="56721" y="79049"/>
                  </a:lnTo>
                  <a:lnTo>
                    <a:pt x="56723" y="79064"/>
                  </a:lnTo>
                  <a:lnTo>
                    <a:pt x="56762" y="79167"/>
                  </a:lnTo>
                  <a:lnTo>
                    <a:pt x="56765" y="79176"/>
                  </a:lnTo>
                  <a:lnTo>
                    <a:pt x="56775" y="79177"/>
                  </a:lnTo>
                  <a:lnTo>
                    <a:pt x="56821" y="79185"/>
                  </a:lnTo>
                  <a:lnTo>
                    <a:pt x="56828" y="79187"/>
                  </a:lnTo>
                  <a:lnTo>
                    <a:pt x="56871" y="79174"/>
                  </a:lnTo>
                  <a:lnTo>
                    <a:pt x="56904" y="79147"/>
                  </a:lnTo>
                  <a:lnTo>
                    <a:pt x="56934" y="79135"/>
                  </a:lnTo>
                  <a:lnTo>
                    <a:pt x="56953" y="79130"/>
                  </a:lnTo>
                  <a:lnTo>
                    <a:pt x="57064" y="79288"/>
                  </a:lnTo>
                  <a:lnTo>
                    <a:pt x="57068" y="79298"/>
                  </a:lnTo>
                  <a:lnTo>
                    <a:pt x="56992" y="79476"/>
                  </a:lnTo>
                  <a:lnTo>
                    <a:pt x="56985" y="79492"/>
                  </a:lnTo>
                  <a:lnTo>
                    <a:pt x="56980" y="79505"/>
                  </a:lnTo>
                  <a:lnTo>
                    <a:pt x="56872" y="79651"/>
                  </a:lnTo>
                  <a:lnTo>
                    <a:pt x="56850" y="79704"/>
                  </a:lnTo>
                  <a:lnTo>
                    <a:pt x="56840" y="79728"/>
                  </a:lnTo>
                  <a:lnTo>
                    <a:pt x="56618" y="80270"/>
                  </a:lnTo>
                  <a:lnTo>
                    <a:pt x="56610" y="80293"/>
                  </a:lnTo>
                  <a:lnTo>
                    <a:pt x="56554" y="80464"/>
                  </a:lnTo>
                  <a:lnTo>
                    <a:pt x="56535" y="80520"/>
                  </a:lnTo>
                  <a:lnTo>
                    <a:pt x="56480" y="80738"/>
                  </a:lnTo>
                  <a:lnTo>
                    <a:pt x="56419" y="81020"/>
                  </a:lnTo>
                  <a:lnTo>
                    <a:pt x="56378" y="81386"/>
                  </a:lnTo>
                  <a:lnTo>
                    <a:pt x="56286" y="81639"/>
                  </a:lnTo>
                  <a:lnTo>
                    <a:pt x="56132" y="82063"/>
                  </a:lnTo>
                  <a:lnTo>
                    <a:pt x="56124" y="82083"/>
                  </a:lnTo>
                  <a:lnTo>
                    <a:pt x="56068" y="82238"/>
                  </a:lnTo>
                  <a:lnTo>
                    <a:pt x="55921" y="82640"/>
                  </a:lnTo>
                  <a:lnTo>
                    <a:pt x="55869" y="82782"/>
                  </a:lnTo>
                  <a:lnTo>
                    <a:pt x="55727" y="83172"/>
                  </a:lnTo>
                  <a:lnTo>
                    <a:pt x="55661" y="83354"/>
                  </a:lnTo>
                  <a:lnTo>
                    <a:pt x="55605" y="83506"/>
                  </a:lnTo>
                  <a:lnTo>
                    <a:pt x="55571" y="83601"/>
                  </a:lnTo>
                  <a:lnTo>
                    <a:pt x="55530" y="83739"/>
                  </a:lnTo>
                  <a:lnTo>
                    <a:pt x="55524" y="83760"/>
                  </a:lnTo>
                  <a:lnTo>
                    <a:pt x="55518" y="83779"/>
                  </a:lnTo>
                  <a:lnTo>
                    <a:pt x="55518" y="83786"/>
                  </a:lnTo>
                  <a:lnTo>
                    <a:pt x="55508" y="83944"/>
                  </a:lnTo>
                  <a:lnTo>
                    <a:pt x="55506" y="83959"/>
                  </a:lnTo>
                  <a:lnTo>
                    <a:pt x="55502" y="83984"/>
                  </a:lnTo>
                  <a:lnTo>
                    <a:pt x="55489" y="84064"/>
                  </a:lnTo>
                  <a:lnTo>
                    <a:pt x="55466" y="84212"/>
                  </a:lnTo>
                  <a:lnTo>
                    <a:pt x="55449" y="84271"/>
                  </a:lnTo>
                  <a:lnTo>
                    <a:pt x="55434" y="84323"/>
                  </a:lnTo>
                  <a:lnTo>
                    <a:pt x="55432" y="84327"/>
                  </a:lnTo>
                  <a:lnTo>
                    <a:pt x="55412" y="84514"/>
                  </a:lnTo>
                  <a:lnTo>
                    <a:pt x="55323" y="85352"/>
                  </a:lnTo>
                  <a:lnTo>
                    <a:pt x="55317" y="85407"/>
                  </a:lnTo>
                  <a:lnTo>
                    <a:pt x="55267" y="85880"/>
                  </a:lnTo>
                  <a:lnTo>
                    <a:pt x="55232" y="86204"/>
                  </a:lnTo>
                  <a:lnTo>
                    <a:pt x="55192" y="86584"/>
                  </a:lnTo>
                  <a:lnTo>
                    <a:pt x="55191" y="86609"/>
                  </a:lnTo>
                  <a:lnTo>
                    <a:pt x="55187" y="86616"/>
                  </a:lnTo>
                  <a:lnTo>
                    <a:pt x="55058" y="86851"/>
                  </a:lnTo>
                  <a:lnTo>
                    <a:pt x="54913" y="86989"/>
                  </a:lnTo>
                  <a:lnTo>
                    <a:pt x="54870" y="86965"/>
                  </a:lnTo>
                  <a:lnTo>
                    <a:pt x="54842" y="86961"/>
                  </a:lnTo>
                  <a:lnTo>
                    <a:pt x="54804" y="86958"/>
                  </a:lnTo>
                  <a:lnTo>
                    <a:pt x="54758" y="86956"/>
                  </a:lnTo>
                  <a:lnTo>
                    <a:pt x="54745" y="86962"/>
                  </a:lnTo>
                  <a:lnTo>
                    <a:pt x="54720" y="86972"/>
                  </a:lnTo>
                  <a:lnTo>
                    <a:pt x="54703" y="86979"/>
                  </a:lnTo>
                  <a:lnTo>
                    <a:pt x="54621" y="87025"/>
                  </a:lnTo>
                  <a:lnTo>
                    <a:pt x="54543" y="87069"/>
                  </a:lnTo>
                  <a:lnTo>
                    <a:pt x="54479" y="87125"/>
                  </a:lnTo>
                  <a:lnTo>
                    <a:pt x="54296" y="87351"/>
                  </a:lnTo>
                  <a:lnTo>
                    <a:pt x="54286" y="87366"/>
                  </a:lnTo>
                  <a:lnTo>
                    <a:pt x="54145" y="87579"/>
                  </a:lnTo>
                  <a:lnTo>
                    <a:pt x="54138" y="87593"/>
                  </a:lnTo>
                  <a:lnTo>
                    <a:pt x="53963" y="87920"/>
                  </a:lnTo>
                  <a:lnTo>
                    <a:pt x="53954" y="87937"/>
                  </a:lnTo>
                  <a:lnTo>
                    <a:pt x="53816" y="88162"/>
                  </a:lnTo>
                  <a:lnTo>
                    <a:pt x="53808" y="88176"/>
                  </a:lnTo>
                  <a:lnTo>
                    <a:pt x="53799" y="88196"/>
                  </a:lnTo>
                  <a:lnTo>
                    <a:pt x="53763" y="88278"/>
                  </a:lnTo>
                  <a:lnTo>
                    <a:pt x="53760" y="88287"/>
                  </a:lnTo>
                  <a:lnTo>
                    <a:pt x="53753" y="88307"/>
                  </a:lnTo>
                  <a:lnTo>
                    <a:pt x="53737" y="88355"/>
                  </a:lnTo>
                  <a:lnTo>
                    <a:pt x="53732" y="88375"/>
                  </a:lnTo>
                  <a:lnTo>
                    <a:pt x="53726" y="88396"/>
                  </a:lnTo>
                  <a:lnTo>
                    <a:pt x="53725" y="88400"/>
                  </a:lnTo>
                  <a:lnTo>
                    <a:pt x="53708" y="88463"/>
                  </a:lnTo>
                  <a:lnTo>
                    <a:pt x="53511" y="89187"/>
                  </a:lnTo>
                  <a:lnTo>
                    <a:pt x="53509" y="89196"/>
                  </a:lnTo>
                  <a:lnTo>
                    <a:pt x="53483" y="89289"/>
                  </a:lnTo>
                  <a:lnTo>
                    <a:pt x="53453" y="89399"/>
                  </a:lnTo>
                  <a:lnTo>
                    <a:pt x="53422" y="89529"/>
                  </a:lnTo>
                  <a:lnTo>
                    <a:pt x="53410" y="89578"/>
                  </a:lnTo>
                  <a:lnTo>
                    <a:pt x="53401" y="89634"/>
                  </a:lnTo>
                  <a:lnTo>
                    <a:pt x="53398" y="89668"/>
                  </a:lnTo>
                  <a:lnTo>
                    <a:pt x="53392" y="89774"/>
                  </a:lnTo>
                  <a:lnTo>
                    <a:pt x="53351" y="90020"/>
                  </a:lnTo>
                  <a:lnTo>
                    <a:pt x="53280" y="90300"/>
                  </a:lnTo>
                  <a:lnTo>
                    <a:pt x="53264" y="90332"/>
                  </a:lnTo>
                  <a:lnTo>
                    <a:pt x="53249" y="90344"/>
                  </a:lnTo>
                  <a:lnTo>
                    <a:pt x="53240" y="90351"/>
                  </a:lnTo>
                  <a:lnTo>
                    <a:pt x="53222" y="90389"/>
                  </a:lnTo>
                  <a:lnTo>
                    <a:pt x="53195" y="90478"/>
                  </a:lnTo>
                  <a:lnTo>
                    <a:pt x="53198" y="90566"/>
                  </a:lnTo>
                  <a:lnTo>
                    <a:pt x="53232" y="90700"/>
                  </a:lnTo>
                  <a:lnTo>
                    <a:pt x="53249" y="90754"/>
                  </a:lnTo>
                  <a:lnTo>
                    <a:pt x="53288" y="90746"/>
                  </a:lnTo>
                  <a:lnTo>
                    <a:pt x="53353" y="90707"/>
                  </a:lnTo>
                  <a:lnTo>
                    <a:pt x="53364" y="90705"/>
                  </a:lnTo>
                  <a:lnTo>
                    <a:pt x="53376" y="90716"/>
                  </a:lnTo>
                  <a:lnTo>
                    <a:pt x="53379" y="90720"/>
                  </a:lnTo>
                  <a:lnTo>
                    <a:pt x="53391" y="90731"/>
                  </a:lnTo>
                  <a:lnTo>
                    <a:pt x="53415" y="90764"/>
                  </a:lnTo>
                  <a:lnTo>
                    <a:pt x="53418" y="90769"/>
                  </a:lnTo>
                  <a:lnTo>
                    <a:pt x="53423" y="90777"/>
                  </a:lnTo>
                  <a:lnTo>
                    <a:pt x="53428" y="90801"/>
                  </a:lnTo>
                  <a:lnTo>
                    <a:pt x="53429" y="90812"/>
                  </a:lnTo>
                  <a:lnTo>
                    <a:pt x="53318" y="90985"/>
                  </a:lnTo>
                  <a:lnTo>
                    <a:pt x="53150" y="91172"/>
                  </a:lnTo>
                  <a:lnTo>
                    <a:pt x="53114" y="91212"/>
                  </a:lnTo>
                  <a:lnTo>
                    <a:pt x="53080" y="91248"/>
                  </a:lnTo>
                  <a:lnTo>
                    <a:pt x="53014" y="91316"/>
                  </a:lnTo>
                  <a:lnTo>
                    <a:pt x="53006" y="91324"/>
                  </a:lnTo>
                  <a:lnTo>
                    <a:pt x="52986" y="91345"/>
                  </a:lnTo>
                  <a:lnTo>
                    <a:pt x="52973" y="91357"/>
                  </a:lnTo>
                  <a:lnTo>
                    <a:pt x="52962" y="91369"/>
                  </a:lnTo>
                  <a:lnTo>
                    <a:pt x="52957" y="91373"/>
                  </a:lnTo>
                  <a:lnTo>
                    <a:pt x="52936" y="91373"/>
                  </a:lnTo>
                  <a:lnTo>
                    <a:pt x="52929" y="91363"/>
                  </a:lnTo>
                  <a:lnTo>
                    <a:pt x="52906" y="91364"/>
                  </a:lnTo>
                  <a:lnTo>
                    <a:pt x="52902" y="91364"/>
                  </a:lnTo>
                  <a:lnTo>
                    <a:pt x="52798" y="91384"/>
                  </a:lnTo>
                  <a:lnTo>
                    <a:pt x="52765" y="91401"/>
                  </a:lnTo>
                  <a:lnTo>
                    <a:pt x="52739" y="91427"/>
                  </a:lnTo>
                  <a:lnTo>
                    <a:pt x="52566" y="91598"/>
                  </a:lnTo>
                  <a:lnTo>
                    <a:pt x="52548" y="91616"/>
                  </a:lnTo>
                  <a:lnTo>
                    <a:pt x="52541" y="91626"/>
                  </a:lnTo>
                  <a:lnTo>
                    <a:pt x="52529" y="91644"/>
                  </a:lnTo>
                  <a:lnTo>
                    <a:pt x="52501" y="91747"/>
                  </a:lnTo>
                  <a:lnTo>
                    <a:pt x="52490" y="91808"/>
                  </a:lnTo>
                  <a:lnTo>
                    <a:pt x="52488" y="91843"/>
                  </a:lnTo>
                  <a:lnTo>
                    <a:pt x="52486" y="91860"/>
                  </a:lnTo>
                  <a:lnTo>
                    <a:pt x="52474" y="92014"/>
                  </a:lnTo>
                  <a:lnTo>
                    <a:pt x="52475" y="92054"/>
                  </a:lnTo>
                  <a:lnTo>
                    <a:pt x="52480" y="92109"/>
                  </a:lnTo>
                  <a:lnTo>
                    <a:pt x="52485" y="92178"/>
                  </a:lnTo>
                  <a:lnTo>
                    <a:pt x="52487" y="92189"/>
                  </a:lnTo>
                  <a:lnTo>
                    <a:pt x="52522" y="92380"/>
                  </a:lnTo>
                  <a:lnTo>
                    <a:pt x="52525" y="92393"/>
                  </a:lnTo>
                  <a:lnTo>
                    <a:pt x="52542" y="92487"/>
                  </a:lnTo>
                  <a:lnTo>
                    <a:pt x="52549" y="92519"/>
                  </a:lnTo>
                  <a:lnTo>
                    <a:pt x="52578" y="92627"/>
                  </a:lnTo>
                  <a:lnTo>
                    <a:pt x="52597" y="92693"/>
                  </a:lnTo>
                  <a:lnTo>
                    <a:pt x="52600" y="92701"/>
                  </a:lnTo>
                  <a:lnTo>
                    <a:pt x="52721" y="92976"/>
                  </a:lnTo>
                  <a:lnTo>
                    <a:pt x="52890" y="93330"/>
                  </a:lnTo>
                  <a:lnTo>
                    <a:pt x="52912" y="93377"/>
                  </a:lnTo>
                  <a:lnTo>
                    <a:pt x="52922" y="93445"/>
                  </a:lnTo>
                  <a:lnTo>
                    <a:pt x="52904" y="93538"/>
                  </a:lnTo>
                  <a:lnTo>
                    <a:pt x="52816" y="93929"/>
                  </a:lnTo>
                  <a:lnTo>
                    <a:pt x="52814" y="93935"/>
                  </a:lnTo>
                  <a:lnTo>
                    <a:pt x="52758" y="94011"/>
                  </a:lnTo>
                  <a:lnTo>
                    <a:pt x="52668" y="94092"/>
                  </a:lnTo>
                  <a:lnTo>
                    <a:pt x="52652" y="94107"/>
                  </a:lnTo>
                  <a:lnTo>
                    <a:pt x="52636" y="94139"/>
                  </a:lnTo>
                  <a:lnTo>
                    <a:pt x="52622" y="94188"/>
                  </a:lnTo>
                  <a:lnTo>
                    <a:pt x="52614" y="94251"/>
                  </a:lnTo>
                  <a:lnTo>
                    <a:pt x="52603" y="94584"/>
                  </a:lnTo>
                  <a:lnTo>
                    <a:pt x="52606" y="94725"/>
                  </a:lnTo>
                  <a:lnTo>
                    <a:pt x="52608" y="94731"/>
                  </a:lnTo>
                  <a:lnTo>
                    <a:pt x="52633" y="94823"/>
                  </a:lnTo>
                  <a:lnTo>
                    <a:pt x="52651" y="94892"/>
                  </a:lnTo>
                  <a:lnTo>
                    <a:pt x="52662" y="94927"/>
                  </a:lnTo>
                  <a:lnTo>
                    <a:pt x="52716" y="95039"/>
                  </a:lnTo>
                  <a:lnTo>
                    <a:pt x="52744" y="95075"/>
                  </a:lnTo>
                  <a:lnTo>
                    <a:pt x="52861" y="95188"/>
                  </a:lnTo>
                  <a:lnTo>
                    <a:pt x="52934" y="95228"/>
                  </a:lnTo>
                  <a:lnTo>
                    <a:pt x="52983" y="95250"/>
                  </a:lnTo>
                  <a:lnTo>
                    <a:pt x="52995" y="95255"/>
                  </a:lnTo>
                  <a:lnTo>
                    <a:pt x="52999" y="95256"/>
                  </a:lnTo>
                  <a:lnTo>
                    <a:pt x="53003" y="95258"/>
                  </a:lnTo>
                  <a:lnTo>
                    <a:pt x="53009" y="95259"/>
                  </a:lnTo>
                  <a:lnTo>
                    <a:pt x="53023" y="95261"/>
                  </a:lnTo>
                  <a:lnTo>
                    <a:pt x="53027" y="95264"/>
                  </a:lnTo>
                  <a:lnTo>
                    <a:pt x="53030" y="95270"/>
                  </a:lnTo>
                  <a:lnTo>
                    <a:pt x="53037" y="95282"/>
                  </a:lnTo>
                  <a:lnTo>
                    <a:pt x="53041" y="95286"/>
                  </a:lnTo>
                  <a:lnTo>
                    <a:pt x="53047" y="95292"/>
                  </a:lnTo>
                  <a:lnTo>
                    <a:pt x="53053" y="95295"/>
                  </a:lnTo>
                  <a:lnTo>
                    <a:pt x="53069" y="95296"/>
                  </a:lnTo>
                  <a:lnTo>
                    <a:pt x="53082" y="95294"/>
                  </a:lnTo>
                  <a:lnTo>
                    <a:pt x="53088" y="95293"/>
                  </a:lnTo>
                  <a:lnTo>
                    <a:pt x="53092" y="95294"/>
                  </a:lnTo>
                  <a:lnTo>
                    <a:pt x="53111" y="95300"/>
                  </a:lnTo>
                  <a:lnTo>
                    <a:pt x="53116" y="95305"/>
                  </a:lnTo>
                  <a:lnTo>
                    <a:pt x="53117" y="95310"/>
                  </a:lnTo>
                  <a:lnTo>
                    <a:pt x="53114" y="95315"/>
                  </a:lnTo>
                  <a:lnTo>
                    <a:pt x="53103" y="95322"/>
                  </a:lnTo>
                  <a:lnTo>
                    <a:pt x="53097" y="95327"/>
                  </a:lnTo>
                  <a:lnTo>
                    <a:pt x="53096" y="95335"/>
                  </a:lnTo>
                  <a:lnTo>
                    <a:pt x="53098" y="95350"/>
                  </a:lnTo>
                  <a:lnTo>
                    <a:pt x="53095" y="95354"/>
                  </a:lnTo>
                  <a:lnTo>
                    <a:pt x="53081" y="95355"/>
                  </a:lnTo>
                  <a:lnTo>
                    <a:pt x="53077" y="95356"/>
                  </a:lnTo>
                  <a:lnTo>
                    <a:pt x="53073" y="95357"/>
                  </a:lnTo>
                  <a:lnTo>
                    <a:pt x="53061" y="95365"/>
                  </a:lnTo>
                  <a:lnTo>
                    <a:pt x="52849" y="95623"/>
                  </a:lnTo>
                  <a:lnTo>
                    <a:pt x="52842" y="95633"/>
                  </a:lnTo>
                  <a:lnTo>
                    <a:pt x="52821" y="95652"/>
                  </a:lnTo>
                  <a:lnTo>
                    <a:pt x="52742" y="95696"/>
                  </a:lnTo>
                  <a:lnTo>
                    <a:pt x="52708" y="95706"/>
                  </a:lnTo>
                  <a:lnTo>
                    <a:pt x="52684" y="95701"/>
                  </a:lnTo>
                  <a:lnTo>
                    <a:pt x="52629" y="95658"/>
                  </a:lnTo>
                  <a:lnTo>
                    <a:pt x="52592" y="95608"/>
                  </a:lnTo>
                  <a:lnTo>
                    <a:pt x="52584" y="95597"/>
                  </a:lnTo>
                  <a:lnTo>
                    <a:pt x="52522" y="95567"/>
                  </a:lnTo>
                  <a:lnTo>
                    <a:pt x="52510" y="95574"/>
                  </a:lnTo>
                  <a:lnTo>
                    <a:pt x="52446" y="95683"/>
                  </a:lnTo>
                  <a:lnTo>
                    <a:pt x="52420" y="95726"/>
                  </a:lnTo>
                  <a:lnTo>
                    <a:pt x="52413" y="95738"/>
                  </a:lnTo>
                  <a:lnTo>
                    <a:pt x="52303" y="95951"/>
                  </a:lnTo>
                  <a:lnTo>
                    <a:pt x="52060" y="96348"/>
                  </a:lnTo>
                  <a:lnTo>
                    <a:pt x="52034" y="96391"/>
                  </a:lnTo>
                  <a:lnTo>
                    <a:pt x="52008" y="96422"/>
                  </a:lnTo>
                  <a:lnTo>
                    <a:pt x="51988" y="96447"/>
                  </a:lnTo>
                  <a:lnTo>
                    <a:pt x="51973" y="96465"/>
                  </a:lnTo>
                  <a:lnTo>
                    <a:pt x="51765" y="96481"/>
                  </a:lnTo>
                  <a:lnTo>
                    <a:pt x="51702" y="96486"/>
                  </a:lnTo>
                  <a:lnTo>
                    <a:pt x="51632" y="96491"/>
                  </a:lnTo>
                  <a:lnTo>
                    <a:pt x="51623" y="96492"/>
                  </a:lnTo>
                  <a:lnTo>
                    <a:pt x="51587" y="96494"/>
                  </a:lnTo>
                  <a:lnTo>
                    <a:pt x="51477" y="96494"/>
                  </a:lnTo>
                  <a:lnTo>
                    <a:pt x="51471" y="96494"/>
                  </a:lnTo>
                  <a:lnTo>
                    <a:pt x="51438" y="96487"/>
                  </a:lnTo>
                  <a:lnTo>
                    <a:pt x="51434" y="96484"/>
                  </a:lnTo>
                  <a:lnTo>
                    <a:pt x="51405" y="96464"/>
                  </a:lnTo>
                  <a:lnTo>
                    <a:pt x="51367" y="96467"/>
                  </a:lnTo>
                  <a:lnTo>
                    <a:pt x="51324" y="96495"/>
                  </a:lnTo>
                  <a:lnTo>
                    <a:pt x="51210" y="96600"/>
                  </a:lnTo>
                  <a:lnTo>
                    <a:pt x="51082" y="96804"/>
                  </a:lnTo>
                  <a:lnTo>
                    <a:pt x="51040" y="96900"/>
                  </a:lnTo>
                  <a:lnTo>
                    <a:pt x="51028" y="96926"/>
                  </a:lnTo>
                  <a:lnTo>
                    <a:pt x="51001" y="96986"/>
                  </a:lnTo>
                  <a:lnTo>
                    <a:pt x="50913" y="97199"/>
                  </a:lnTo>
                  <a:lnTo>
                    <a:pt x="50893" y="97247"/>
                  </a:lnTo>
                  <a:lnTo>
                    <a:pt x="50673" y="97681"/>
                  </a:lnTo>
                  <a:lnTo>
                    <a:pt x="50641" y="97772"/>
                  </a:lnTo>
                  <a:lnTo>
                    <a:pt x="50585" y="98015"/>
                  </a:lnTo>
                  <a:lnTo>
                    <a:pt x="50570" y="98080"/>
                  </a:lnTo>
                  <a:lnTo>
                    <a:pt x="50544" y="98246"/>
                  </a:lnTo>
                  <a:lnTo>
                    <a:pt x="50541" y="98290"/>
                  </a:lnTo>
                  <a:lnTo>
                    <a:pt x="50552" y="98393"/>
                  </a:lnTo>
                  <a:lnTo>
                    <a:pt x="50555" y="98427"/>
                  </a:lnTo>
                  <a:lnTo>
                    <a:pt x="50559" y="98466"/>
                  </a:lnTo>
                  <a:lnTo>
                    <a:pt x="50471" y="98712"/>
                  </a:lnTo>
                  <a:lnTo>
                    <a:pt x="50438" y="98806"/>
                  </a:lnTo>
                  <a:lnTo>
                    <a:pt x="50313" y="99153"/>
                  </a:lnTo>
                  <a:lnTo>
                    <a:pt x="50307" y="99171"/>
                  </a:lnTo>
                  <a:lnTo>
                    <a:pt x="50281" y="99243"/>
                  </a:lnTo>
                  <a:lnTo>
                    <a:pt x="50275" y="99259"/>
                  </a:lnTo>
                  <a:lnTo>
                    <a:pt x="50154" y="99599"/>
                  </a:lnTo>
                  <a:lnTo>
                    <a:pt x="50152" y="99604"/>
                  </a:lnTo>
                  <a:lnTo>
                    <a:pt x="50110" y="99721"/>
                  </a:lnTo>
                  <a:lnTo>
                    <a:pt x="50108" y="99727"/>
                  </a:lnTo>
                  <a:lnTo>
                    <a:pt x="50077" y="99814"/>
                  </a:lnTo>
                  <a:lnTo>
                    <a:pt x="50038" y="99923"/>
                  </a:lnTo>
                  <a:lnTo>
                    <a:pt x="49652" y="101001"/>
                  </a:lnTo>
                  <a:lnTo>
                    <a:pt x="49430" y="101483"/>
                  </a:lnTo>
                  <a:lnTo>
                    <a:pt x="49400" y="101546"/>
                  </a:lnTo>
                  <a:lnTo>
                    <a:pt x="49295" y="101746"/>
                  </a:lnTo>
                  <a:lnTo>
                    <a:pt x="49281" y="101771"/>
                  </a:lnTo>
                  <a:lnTo>
                    <a:pt x="49254" y="101817"/>
                  </a:lnTo>
                  <a:lnTo>
                    <a:pt x="49231" y="101857"/>
                  </a:lnTo>
                  <a:lnTo>
                    <a:pt x="49203" y="101906"/>
                  </a:lnTo>
                  <a:lnTo>
                    <a:pt x="48942" y="102204"/>
                  </a:lnTo>
                  <a:lnTo>
                    <a:pt x="48767" y="102470"/>
                  </a:lnTo>
                  <a:lnTo>
                    <a:pt x="48615" y="102620"/>
                  </a:lnTo>
                  <a:lnTo>
                    <a:pt x="48594" y="102641"/>
                  </a:lnTo>
                  <a:lnTo>
                    <a:pt x="48551" y="102683"/>
                  </a:lnTo>
                  <a:lnTo>
                    <a:pt x="48525" y="102690"/>
                  </a:lnTo>
                  <a:lnTo>
                    <a:pt x="48443" y="102703"/>
                  </a:lnTo>
                  <a:lnTo>
                    <a:pt x="48379" y="102719"/>
                  </a:lnTo>
                  <a:lnTo>
                    <a:pt x="48351" y="102734"/>
                  </a:lnTo>
                  <a:lnTo>
                    <a:pt x="48293" y="102774"/>
                  </a:lnTo>
                  <a:lnTo>
                    <a:pt x="48165" y="102935"/>
                  </a:lnTo>
                  <a:lnTo>
                    <a:pt x="48148" y="102966"/>
                  </a:lnTo>
                  <a:lnTo>
                    <a:pt x="48135" y="102992"/>
                  </a:lnTo>
                  <a:lnTo>
                    <a:pt x="48123" y="103015"/>
                  </a:lnTo>
                  <a:lnTo>
                    <a:pt x="48109" y="103041"/>
                  </a:lnTo>
                  <a:lnTo>
                    <a:pt x="48054" y="103212"/>
                  </a:lnTo>
                  <a:lnTo>
                    <a:pt x="48023" y="103331"/>
                  </a:lnTo>
                  <a:lnTo>
                    <a:pt x="48019" y="103350"/>
                  </a:lnTo>
                  <a:lnTo>
                    <a:pt x="48005" y="103420"/>
                  </a:lnTo>
                  <a:lnTo>
                    <a:pt x="47997" y="103461"/>
                  </a:lnTo>
                  <a:lnTo>
                    <a:pt x="47987" y="103514"/>
                  </a:lnTo>
                  <a:lnTo>
                    <a:pt x="47268" y="104857"/>
                  </a:lnTo>
                  <a:lnTo>
                    <a:pt x="47120" y="105199"/>
                  </a:lnTo>
                  <a:lnTo>
                    <a:pt x="46997" y="105477"/>
                  </a:lnTo>
                  <a:lnTo>
                    <a:pt x="46946" y="105593"/>
                  </a:lnTo>
                  <a:lnTo>
                    <a:pt x="46930" y="105607"/>
                  </a:lnTo>
                  <a:lnTo>
                    <a:pt x="46575" y="105909"/>
                  </a:lnTo>
                  <a:lnTo>
                    <a:pt x="46478" y="105966"/>
                  </a:lnTo>
                  <a:lnTo>
                    <a:pt x="46424" y="106030"/>
                  </a:lnTo>
                  <a:lnTo>
                    <a:pt x="46399" y="106059"/>
                  </a:lnTo>
                  <a:lnTo>
                    <a:pt x="46381" y="106096"/>
                  </a:lnTo>
                  <a:lnTo>
                    <a:pt x="46375" y="106110"/>
                  </a:lnTo>
                  <a:lnTo>
                    <a:pt x="46370" y="106123"/>
                  </a:lnTo>
                  <a:lnTo>
                    <a:pt x="46362" y="106144"/>
                  </a:lnTo>
                  <a:lnTo>
                    <a:pt x="46358" y="106153"/>
                  </a:lnTo>
                  <a:lnTo>
                    <a:pt x="46335" y="106212"/>
                  </a:lnTo>
                  <a:lnTo>
                    <a:pt x="46329" y="106227"/>
                  </a:lnTo>
                  <a:lnTo>
                    <a:pt x="46314" y="106265"/>
                  </a:lnTo>
                  <a:lnTo>
                    <a:pt x="46301" y="106298"/>
                  </a:lnTo>
                  <a:lnTo>
                    <a:pt x="46283" y="106373"/>
                  </a:lnTo>
                  <a:lnTo>
                    <a:pt x="46281" y="106424"/>
                  </a:lnTo>
                  <a:lnTo>
                    <a:pt x="46288" y="106438"/>
                  </a:lnTo>
                  <a:lnTo>
                    <a:pt x="46306" y="106473"/>
                  </a:lnTo>
                  <a:lnTo>
                    <a:pt x="46301" y="106502"/>
                  </a:lnTo>
                  <a:lnTo>
                    <a:pt x="46280" y="106539"/>
                  </a:lnTo>
                  <a:lnTo>
                    <a:pt x="46269" y="106549"/>
                  </a:lnTo>
                  <a:lnTo>
                    <a:pt x="46260" y="106558"/>
                  </a:lnTo>
                  <a:lnTo>
                    <a:pt x="46240" y="106577"/>
                  </a:lnTo>
                  <a:lnTo>
                    <a:pt x="46224" y="106592"/>
                  </a:lnTo>
                  <a:lnTo>
                    <a:pt x="46217" y="106599"/>
                  </a:lnTo>
                  <a:lnTo>
                    <a:pt x="46213" y="106601"/>
                  </a:lnTo>
                  <a:lnTo>
                    <a:pt x="46177" y="106623"/>
                  </a:lnTo>
                  <a:lnTo>
                    <a:pt x="46162" y="106631"/>
                  </a:lnTo>
                  <a:lnTo>
                    <a:pt x="46031" y="106553"/>
                  </a:lnTo>
                  <a:lnTo>
                    <a:pt x="46016" y="106528"/>
                  </a:lnTo>
                  <a:lnTo>
                    <a:pt x="46010" y="106518"/>
                  </a:lnTo>
                  <a:lnTo>
                    <a:pt x="45990" y="106498"/>
                  </a:lnTo>
                  <a:lnTo>
                    <a:pt x="45925" y="106482"/>
                  </a:lnTo>
                  <a:lnTo>
                    <a:pt x="45845" y="106494"/>
                  </a:lnTo>
                  <a:lnTo>
                    <a:pt x="45809" y="106509"/>
                  </a:lnTo>
                  <a:lnTo>
                    <a:pt x="45787" y="106518"/>
                  </a:lnTo>
                  <a:lnTo>
                    <a:pt x="45764" y="106527"/>
                  </a:lnTo>
                  <a:lnTo>
                    <a:pt x="45563" y="106597"/>
                  </a:lnTo>
                  <a:lnTo>
                    <a:pt x="45317" y="106639"/>
                  </a:lnTo>
                  <a:lnTo>
                    <a:pt x="45160" y="106745"/>
                  </a:lnTo>
                  <a:lnTo>
                    <a:pt x="45124" y="106769"/>
                  </a:lnTo>
                  <a:lnTo>
                    <a:pt x="45113" y="106777"/>
                  </a:lnTo>
                  <a:lnTo>
                    <a:pt x="45059" y="106814"/>
                  </a:lnTo>
                  <a:lnTo>
                    <a:pt x="44899" y="106926"/>
                  </a:lnTo>
                  <a:lnTo>
                    <a:pt x="44679" y="107143"/>
                  </a:lnTo>
                  <a:lnTo>
                    <a:pt x="44660" y="107170"/>
                  </a:lnTo>
                  <a:lnTo>
                    <a:pt x="44544" y="107330"/>
                  </a:lnTo>
                  <a:lnTo>
                    <a:pt x="44530" y="107349"/>
                  </a:lnTo>
                  <a:lnTo>
                    <a:pt x="44516" y="107388"/>
                  </a:lnTo>
                  <a:lnTo>
                    <a:pt x="44385" y="107968"/>
                  </a:lnTo>
                  <a:lnTo>
                    <a:pt x="44376" y="108010"/>
                  </a:lnTo>
                  <a:lnTo>
                    <a:pt x="44403" y="108136"/>
                  </a:lnTo>
                  <a:lnTo>
                    <a:pt x="44441" y="108215"/>
                  </a:lnTo>
                  <a:lnTo>
                    <a:pt x="44466" y="108253"/>
                  </a:lnTo>
                  <a:lnTo>
                    <a:pt x="44485" y="108260"/>
                  </a:lnTo>
                  <a:lnTo>
                    <a:pt x="44586" y="108442"/>
                  </a:lnTo>
                  <a:lnTo>
                    <a:pt x="44714" y="108724"/>
                  </a:lnTo>
                  <a:lnTo>
                    <a:pt x="44759" y="108848"/>
                  </a:lnTo>
                  <a:lnTo>
                    <a:pt x="44770" y="108882"/>
                  </a:lnTo>
                  <a:lnTo>
                    <a:pt x="44773" y="108895"/>
                  </a:lnTo>
                  <a:lnTo>
                    <a:pt x="44854" y="109161"/>
                  </a:lnTo>
                  <a:lnTo>
                    <a:pt x="44932" y="109528"/>
                  </a:lnTo>
                  <a:lnTo>
                    <a:pt x="44935" y="109564"/>
                  </a:lnTo>
                  <a:lnTo>
                    <a:pt x="44930" y="109607"/>
                  </a:lnTo>
                  <a:lnTo>
                    <a:pt x="44924" y="109626"/>
                  </a:lnTo>
                  <a:lnTo>
                    <a:pt x="44837" y="109736"/>
                  </a:lnTo>
                  <a:lnTo>
                    <a:pt x="44824" y="109744"/>
                  </a:lnTo>
                  <a:lnTo>
                    <a:pt x="44779" y="109771"/>
                  </a:lnTo>
                  <a:lnTo>
                    <a:pt x="44732" y="109800"/>
                  </a:lnTo>
                  <a:lnTo>
                    <a:pt x="44720" y="109807"/>
                  </a:lnTo>
                  <a:lnTo>
                    <a:pt x="44710" y="109814"/>
                  </a:lnTo>
                  <a:lnTo>
                    <a:pt x="44683" y="109830"/>
                  </a:lnTo>
                  <a:lnTo>
                    <a:pt x="44650" y="109850"/>
                  </a:lnTo>
                  <a:lnTo>
                    <a:pt x="44601" y="109852"/>
                  </a:lnTo>
                  <a:lnTo>
                    <a:pt x="44561" y="109830"/>
                  </a:lnTo>
                  <a:lnTo>
                    <a:pt x="44530" y="109813"/>
                  </a:lnTo>
                  <a:lnTo>
                    <a:pt x="44494" y="109821"/>
                  </a:lnTo>
                  <a:lnTo>
                    <a:pt x="44466" y="109838"/>
                  </a:lnTo>
                  <a:lnTo>
                    <a:pt x="44329" y="109945"/>
                  </a:lnTo>
                  <a:lnTo>
                    <a:pt x="44278" y="110010"/>
                  </a:lnTo>
                  <a:lnTo>
                    <a:pt x="44247" y="110066"/>
                  </a:lnTo>
                  <a:lnTo>
                    <a:pt x="44217" y="110120"/>
                  </a:lnTo>
                  <a:lnTo>
                    <a:pt x="44154" y="110274"/>
                  </a:lnTo>
                  <a:lnTo>
                    <a:pt x="44139" y="110337"/>
                  </a:lnTo>
                  <a:lnTo>
                    <a:pt x="44127" y="110430"/>
                  </a:lnTo>
                  <a:lnTo>
                    <a:pt x="44108" y="110835"/>
                  </a:lnTo>
                  <a:lnTo>
                    <a:pt x="44072" y="111001"/>
                  </a:lnTo>
                  <a:lnTo>
                    <a:pt x="44055" y="111082"/>
                  </a:lnTo>
                  <a:lnTo>
                    <a:pt x="43986" y="111215"/>
                  </a:lnTo>
                  <a:lnTo>
                    <a:pt x="43935" y="111314"/>
                  </a:lnTo>
                  <a:lnTo>
                    <a:pt x="43906" y="111346"/>
                  </a:lnTo>
                  <a:lnTo>
                    <a:pt x="43857" y="111398"/>
                  </a:lnTo>
                  <a:lnTo>
                    <a:pt x="43820" y="111438"/>
                  </a:lnTo>
                  <a:lnTo>
                    <a:pt x="43799" y="111451"/>
                  </a:lnTo>
                  <a:lnTo>
                    <a:pt x="43791" y="111455"/>
                  </a:lnTo>
                  <a:lnTo>
                    <a:pt x="43624" y="111555"/>
                  </a:lnTo>
                  <a:lnTo>
                    <a:pt x="43453" y="111649"/>
                  </a:lnTo>
                  <a:lnTo>
                    <a:pt x="43349" y="111698"/>
                  </a:lnTo>
                  <a:lnTo>
                    <a:pt x="43306" y="111726"/>
                  </a:lnTo>
                  <a:lnTo>
                    <a:pt x="43259" y="111767"/>
                  </a:lnTo>
                  <a:lnTo>
                    <a:pt x="43237" y="111787"/>
                  </a:lnTo>
                  <a:lnTo>
                    <a:pt x="43163" y="111865"/>
                  </a:lnTo>
                  <a:lnTo>
                    <a:pt x="43031" y="112043"/>
                  </a:lnTo>
                  <a:lnTo>
                    <a:pt x="43024" y="112049"/>
                  </a:lnTo>
                  <a:lnTo>
                    <a:pt x="42982" y="112089"/>
                  </a:lnTo>
                  <a:lnTo>
                    <a:pt x="42945" y="112118"/>
                  </a:lnTo>
                  <a:lnTo>
                    <a:pt x="42828" y="112210"/>
                  </a:lnTo>
                  <a:lnTo>
                    <a:pt x="42736" y="112303"/>
                  </a:lnTo>
                  <a:lnTo>
                    <a:pt x="42557" y="112488"/>
                  </a:lnTo>
                  <a:lnTo>
                    <a:pt x="42468" y="112579"/>
                  </a:lnTo>
                  <a:lnTo>
                    <a:pt x="42413" y="112649"/>
                  </a:lnTo>
                  <a:lnTo>
                    <a:pt x="42390" y="112689"/>
                  </a:lnTo>
                  <a:lnTo>
                    <a:pt x="42358" y="112746"/>
                  </a:lnTo>
                  <a:lnTo>
                    <a:pt x="42334" y="112778"/>
                  </a:lnTo>
                  <a:lnTo>
                    <a:pt x="42314" y="112805"/>
                  </a:lnTo>
                  <a:lnTo>
                    <a:pt x="42301" y="112821"/>
                  </a:lnTo>
                  <a:lnTo>
                    <a:pt x="42281" y="112848"/>
                  </a:lnTo>
                  <a:lnTo>
                    <a:pt x="42117" y="113012"/>
                  </a:lnTo>
                  <a:lnTo>
                    <a:pt x="42088" y="113041"/>
                  </a:lnTo>
                  <a:lnTo>
                    <a:pt x="42002" y="113101"/>
                  </a:lnTo>
                  <a:lnTo>
                    <a:pt x="41969" y="113124"/>
                  </a:lnTo>
                  <a:lnTo>
                    <a:pt x="41939" y="113142"/>
                  </a:lnTo>
                  <a:lnTo>
                    <a:pt x="41840" y="113202"/>
                  </a:lnTo>
                  <a:lnTo>
                    <a:pt x="41797" y="113212"/>
                  </a:lnTo>
                  <a:lnTo>
                    <a:pt x="41729" y="113228"/>
                  </a:lnTo>
                  <a:lnTo>
                    <a:pt x="41622" y="113284"/>
                  </a:lnTo>
                  <a:lnTo>
                    <a:pt x="41596" y="113302"/>
                  </a:lnTo>
                  <a:lnTo>
                    <a:pt x="41400" y="113435"/>
                  </a:lnTo>
                  <a:lnTo>
                    <a:pt x="41177" y="113582"/>
                  </a:lnTo>
                  <a:lnTo>
                    <a:pt x="41127" y="113600"/>
                  </a:lnTo>
                  <a:lnTo>
                    <a:pt x="41107" y="113606"/>
                  </a:lnTo>
                  <a:lnTo>
                    <a:pt x="41090" y="113613"/>
                  </a:lnTo>
                  <a:lnTo>
                    <a:pt x="41011" y="113624"/>
                  </a:lnTo>
                  <a:lnTo>
                    <a:pt x="41007" y="113624"/>
                  </a:lnTo>
                  <a:lnTo>
                    <a:pt x="40959" y="113631"/>
                  </a:lnTo>
                  <a:lnTo>
                    <a:pt x="40903" y="113639"/>
                  </a:lnTo>
                  <a:lnTo>
                    <a:pt x="40820" y="113667"/>
                  </a:lnTo>
                  <a:lnTo>
                    <a:pt x="40721" y="113718"/>
                  </a:lnTo>
                  <a:lnTo>
                    <a:pt x="40654" y="113752"/>
                  </a:lnTo>
                  <a:lnTo>
                    <a:pt x="40384" y="113892"/>
                  </a:lnTo>
                  <a:lnTo>
                    <a:pt x="40309" y="113942"/>
                  </a:lnTo>
                  <a:lnTo>
                    <a:pt x="40248" y="113985"/>
                  </a:lnTo>
                  <a:lnTo>
                    <a:pt x="40115" y="114095"/>
                  </a:lnTo>
                  <a:lnTo>
                    <a:pt x="40073" y="114140"/>
                  </a:lnTo>
                  <a:lnTo>
                    <a:pt x="39972" y="114250"/>
                  </a:lnTo>
                  <a:lnTo>
                    <a:pt x="39906" y="114321"/>
                  </a:lnTo>
                  <a:lnTo>
                    <a:pt x="39745" y="114510"/>
                  </a:lnTo>
                  <a:lnTo>
                    <a:pt x="39679" y="114586"/>
                  </a:lnTo>
                  <a:lnTo>
                    <a:pt x="39674" y="114591"/>
                  </a:lnTo>
                  <a:lnTo>
                    <a:pt x="39575" y="114673"/>
                  </a:lnTo>
                  <a:lnTo>
                    <a:pt x="39509" y="114724"/>
                  </a:lnTo>
                  <a:lnTo>
                    <a:pt x="39457" y="114764"/>
                  </a:lnTo>
                  <a:lnTo>
                    <a:pt x="39422" y="114790"/>
                  </a:lnTo>
                  <a:lnTo>
                    <a:pt x="39339" y="114854"/>
                  </a:lnTo>
                  <a:lnTo>
                    <a:pt x="39220" y="114916"/>
                  </a:lnTo>
                  <a:lnTo>
                    <a:pt x="39160" y="114947"/>
                  </a:lnTo>
                  <a:lnTo>
                    <a:pt x="39015" y="115014"/>
                  </a:lnTo>
                  <a:lnTo>
                    <a:pt x="38957" y="115040"/>
                  </a:lnTo>
                  <a:lnTo>
                    <a:pt x="38835" y="115092"/>
                  </a:lnTo>
                  <a:lnTo>
                    <a:pt x="38776" y="115117"/>
                  </a:lnTo>
                  <a:lnTo>
                    <a:pt x="38694" y="115162"/>
                  </a:lnTo>
                  <a:lnTo>
                    <a:pt x="38640" y="115200"/>
                  </a:lnTo>
                  <a:lnTo>
                    <a:pt x="38572" y="115260"/>
                  </a:lnTo>
                  <a:lnTo>
                    <a:pt x="38540" y="115289"/>
                  </a:lnTo>
                  <a:lnTo>
                    <a:pt x="38513" y="115322"/>
                  </a:lnTo>
                  <a:lnTo>
                    <a:pt x="38484" y="115357"/>
                  </a:lnTo>
                  <a:lnTo>
                    <a:pt x="38416" y="115442"/>
                  </a:lnTo>
                  <a:lnTo>
                    <a:pt x="38400" y="115464"/>
                  </a:lnTo>
                  <a:lnTo>
                    <a:pt x="38305" y="115593"/>
                  </a:lnTo>
                  <a:lnTo>
                    <a:pt x="38253" y="115677"/>
                  </a:lnTo>
                  <a:lnTo>
                    <a:pt x="38223" y="115725"/>
                  </a:lnTo>
                  <a:lnTo>
                    <a:pt x="38125" y="115931"/>
                  </a:lnTo>
                  <a:lnTo>
                    <a:pt x="38056" y="116094"/>
                  </a:lnTo>
                  <a:lnTo>
                    <a:pt x="37969" y="116333"/>
                  </a:lnTo>
                  <a:lnTo>
                    <a:pt x="37962" y="116353"/>
                  </a:lnTo>
                  <a:lnTo>
                    <a:pt x="37896" y="116537"/>
                  </a:lnTo>
                  <a:lnTo>
                    <a:pt x="37796" y="116886"/>
                  </a:lnTo>
                  <a:lnTo>
                    <a:pt x="37785" y="116933"/>
                  </a:lnTo>
                  <a:lnTo>
                    <a:pt x="37765" y="117016"/>
                  </a:lnTo>
                  <a:lnTo>
                    <a:pt x="37759" y="117045"/>
                  </a:lnTo>
                  <a:lnTo>
                    <a:pt x="37735" y="117147"/>
                  </a:lnTo>
                  <a:lnTo>
                    <a:pt x="37692" y="117332"/>
                  </a:lnTo>
                  <a:lnTo>
                    <a:pt x="37660" y="117491"/>
                  </a:lnTo>
                  <a:lnTo>
                    <a:pt x="37639" y="117688"/>
                  </a:lnTo>
                  <a:lnTo>
                    <a:pt x="37635" y="117725"/>
                  </a:lnTo>
                  <a:lnTo>
                    <a:pt x="37596" y="118077"/>
                  </a:lnTo>
                  <a:lnTo>
                    <a:pt x="37564" y="118375"/>
                  </a:lnTo>
                  <a:lnTo>
                    <a:pt x="37556" y="118446"/>
                  </a:lnTo>
                  <a:lnTo>
                    <a:pt x="37535" y="118536"/>
                  </a:lnTo>
                  <a:lnTo>
                    <a:pt x="37520" y="118602"/>
                  </a:lnTo>
                  <a:lnTo>
                    <a:pt x="37503" y="118678"/>
                  </a:lnTo>
                  <a:lnTo>
                    <a:pt x="37432" y="118801"/>
                  </a:lnTo>
                  <a:lnTo>
                    <a:pt x="37145" y="119131"/>
                  </a:lnTo>
                  <a:lnTo>
                    <a:pt x="37074" y="119196"/>
                  </a:lnTo>
                  <a:lnTo>
                    <a:pt x="37021" y="119245"/>
                  </a:lnTo>
                  <a:lnTo>
                    <a:pt x="36786" y="119418"/>
                  </a:lnTo>
                  <a:lnTo>
                    <a:pt x="36728" y="119480"/>
                  </a:lnTo>
                  <a:lnTo>
                    <a:pt x="36663" y="119550"/>
                  </a:lnTo>
                  <a:lnTo>
                    <a:pt x="36633" y="119583"/>
                  </a:lnTo>
                  <a:lnTo>
                    <a:pt x="36602" y="119625"/>
                  </a:lnTo>
                  <a:lnTo>
                    <a:pt x="36558" y="119702"/>
                  </a:lnTo>
                  <a:lnTo>
                    <a:pt x="36512" y="119780"/>
                  </a:lnTo>
                  <a:lnTo>
                    <a:pt x="36402" y="120031"/>
                  </a:lnTo>
                  <a:lnTo>
                    <a:pt x="36363" y="120132"/>
                  </a:lnTo>
                  <a:lnTo>
                    <a:pt x="36346" y="120175"/>
                  </a:lnTo>
                  <a:lnTo>
                    <a:pt x="36315" y="120255"/>
                  </a:lnTo>
                  <a:lnTo>
                    <a:pt x="36235" y="120493"/>
                  </a:lnTo>
                  <a:lnTo>
                    <a:pt x="36226" y="120522"/>
                  </a:lnTo>
                  <a:lnTo>
                    <a:pt x="36183" y="120667"/>
                  </a:lnTo>
                  <a:lnTo>
                    <a:pt x="36137" y="120821"/>
                  </a:lnTo>
                  <a:lnTo>
                    <a:pt x="36120" y="120890"/>
                  </a:lnTo>
                  <a:lnTo>
                    <a:pt x="36097" y="120990"/>
                  </a:lnTo>
                  <a:lnTo>
                    <a:pt x="36084" y="121034"/>
                  </a:lnTo>
                  <a:lnTo>
                    <a:pt x="36017" y="121269"/>
                  </a:lnTo>
                  <a:lnTo>
                    <a:pt x="35971" y="121416"/>
                  </a:lnTo>
                  <a:lnTo>
                    <a:pt x="35906" y="121627"/>
                  </a:lnTo>
                  <a:lnTo>
                    <a:pt x="35698" y="122208"/>
                  </a:lnTo>
                  <a:lnTo>
                    <a:pt x="35659" y="122311"/>
                  </a:lnTo>
                  <a:lnTo>
                    <a:pt x="35625" y="122399"/>
                  </a:lnTo>
                  <a:lnTo>
                    <a:pt x="35613" y="122431"/>
                  </a:lnTo>
                  <a:lnTo>
                    <a:pt x="35609" y="122441"/>
                  </a:lnTo>
                  <a:lnTo>
                    <a:pt x="35524" y="122793"/>
                  </a:lnTo>
                  <a:lnTo>
                    <a:pt x="35434" y="123148"/>
                  </a:lnTo>
                  <a:lnTo>
                    <a:pt x="35372" y="123392"/>
                  </a:lnTo>
                  <a:lnTo>
                    <a:pt x="35282" y="123730"/>
                  </a:lnTo>
                  <a:lnTo>
                    <a:pt x="35267" y="123797"/>
                  </a:lnTo>
                  <a:lnTo>
                    <a:pt x="35211" y="124044"/>
                  </a:lnTo>
                  <a:lnTo>
                    <a:pt x="35136" y="124383"/>
                  </a:lnTo>
                  <a:lnTo>
                    <a:pt x="35131" y="124409"/>
                  </a:lnTo>
                  <a:lnTo>
                    <a:pt x="35119" y="124448"/>
                  </a:lnTo>
                  <a:lnTo>
                    <a:pt x="35044" y="124702"/>
                  </a:lnTo>
                  <a:lnTo>
                    <a:pt x="34876" y="125142"/>
                  </a:lnTo>
                  <a:lnTo>
                    <a:pt x="34815" y="125329"/>
                  </a:lnTo>
                  <a:lnTo>
                    <a:pt x="34691" y="125703"/>
                  </a:lnTo>
                  <a:lnTo>
                    <a:pt x="34581" y="126028"/>
                  </a:lnTo>
                  <a:lnTo>
                    <a:pt x="34561" y="126087"/>
                  </a:lnTo>
                  <a:lnTo>
                    <a:pt x="34559" y="126091"/>
                  </a:lnTo>
                  <a:lnTo>
                    <a:pt x="34543" y="126119"/>
                  </a:lnTo>
                  <a:lnTo>
                    <a:pt x="34456" y="126222"/>
                  </a:lnTo>
                  <a:lnTo>
                    <a:pt x="34425" y="126270"/>
                  </a:lnTo>
                  <a:lnTo>
                    <a:pt x="34393" y="126336"/>
                  </a:lnTo>
                  <a:lnTo>
                    <a:pt x="34384" y="126362"/>
                  </a:lnTo>
                  <a:lnTo>
                    <a:pt x="34318" y="126563"/>
                  </a:lnTo>
                  <a:lnTo>
                    <a:pt x="34303" y="126610"/>
                  </a:lnTo>
                  <a:lnTo>
                    <a:pt x="34252" y="126766"/>
                  </a:lnTo>
                  <a:lnTo>
                    <a:pt x="34229" y="126870"/>
                  </a:lnTo>
                  <a:lnTo>
                    <a:pt x="34225" y="126886"/>
                  </a:lnTo>
                  <a:lnTo>
                    <a:pt x="34218" y="126921"/>
                  </a:lnTo>
                  <a:lnTo>
                    <a:pt x="34217" y="126935"/>
                  </a:lnTo>
                  <a:lnTo>
                    <a:pt x="34216" y="126966"/>
                  </a:lnTo>
                  <a:lnTo>
                    <a:pt x="34197" y="127060"/>
                  </a:lnTo>
                  <a:lnTo>
                    <a:pt x="34196" y="127065"/>
                  </a:lnTo>
                  <a:lnTo>
                    <a:pt x="34155" y="127166"/>
                  </a:lnTo>
                  <a:lnTo>
                    <a:pt x="34137" y="127211"/>
                  </a:lnTo>
                  <a:lnTo>
                    <a:pt x="34072" y="127293"/>
                  </a:lnTo>
                  <a:lnTo>
                    <a:pt x="34037" y="127337"/>
                  </a:lnTo>
                  <a:lnTo>
                    <a:pt x="33931" y="127558"/>
                  </a:lnTo>
                  <a:lnTo>
                    <a:pt x="33862" y="127763"/>
                  </a:lnTo>
                  <a:lnTo>
                    <a:pt x="33849" y="127822"/>
                  </a:lnTo>
                  <a:lnTo>
                    <a:pt x="33836" y="127888"/>
                  </a:lnTo>
                  <a:lnTo>
                    <a:pt x="33822" y="127957"/>
                  </a:lnTo>
                  <a:lnTo>
                    <a:pt x="33781" y="128164"/>
                  </a:lnTo>
                  <a:lnTo>
                    <a:pt x="33727" y="128432"/>
                  </a:lnTo>
                  <a:lnTo>
                    <a:pt x="33714" y="128512"/>
                  </a:lnTo>
                  <a:lnTo>
                    <a:pt x="33695" y="128627"/>
                  </a:lnTo>
                  <a:lnTo>
                    <a:pt x="33697" y="128663"/>
                  </a:lnTo>
                  <a:lnTo>
                    <a:pt x="33698" y="128668"/>
                  </a:lnTo>
                  <a:lnTo>
                    <a:pt x="33696" y="128677"/>
                  </a:lnTo>
                  <a:lnTo>
                    <a:pt x="33692" y="128696"/>
                  </a:lnTo>
                  <a:lnTo>
                    <a:pt x="33691" y="128704"/>
                  </a:lnTo>
                  <a:lnTo>
                    <a:pt x="33681" y="128731"/>
                  </a:lnTo>
                  <a:lnTo>
                    <a:pt x="33658" y="128795"/>
                  </a:lnTo>
                  <a:lnTo>
                    <a:pt x="33651" y="128814"/>
                  </a:lnTo>
                  <a:lnTo>
                    <a:pt x="33619" y="128857"/>
                  </a:lnTo>
                  <a:lnTo>
                    <a:pt x="33581" y="128887"/>
                  </a:lnTo>
                  <a:lnTo>
                    <a:pt x="33508" y="128947"/>
                  </a:lnTo>
                  <a:lnTo>
                    <a:pt x="33471" y="128997"/>
                  </a:lnTo>
                  <a:lnTo>
                    <a:pt x="33465" y="129006"/>
                  </a:lnTo>
                  <a:lnTo>
                    <a:pt x="33421" y="129107"/>
                  </a:lnTo>
                  <a:lnTo>
                    <a:pt x="33298" y="129426"/>
                  </a:lnTo>
                  <a:lnTo>
                    <a:pt x="33249" y="129605"/>
                  </a:lnTo>
                  <a:lnTo>
                    <a:pt x="33243" y="129624"/>
                  </a:lnTo>
                  <a:lnTo>
                    <a:pt x="33213" y="129734"/>
                  </a:lnTo>
                  <a:lnTo>
                    <a:pt x="33204" y="129737"/>
                  </a:lnTo>
                  <a:lnTo>
                    <a:pt x="33201" y="129743"/>
                  </a:lnTo>
                  <a:lnTo>
                    <a:pt x="33175" y="129789"/>
                  </a:lnTo>
                  <a:lnTo>
                    <a:pt x="33133" y="129865"/>
                  </a:lnTo>
                  <a:lnTo>
                    <a:pt x="33130" y="129874"/>
                  </a:lnTo>
                  <a:lnTo>
                    <a:pt x="33116" y="129931"/>
                  </a:lnTo>
                  <a:lnTo>
                    <a:pt x="33103" y="129984"/>
                  </a:lnTo>
                  <a:lnTo>
                    <a:pt x="33075" y="130172"/>
                  </a:lnTo>
                  <a:lnTo>
                    <a:pt x="33066" y="130280"/>
                  </a:lnTo>
                  <a:lnTo>
                    <a:pt x="33050" y="130461"/>
                  </a:lnTo>
                  <a:lnTo>
                    <a:pt x="33045" y="130532"/>
                  </a:lnTo>
                  <a:lnTo>
                    <a:pt x="33015" y="131037"/>
                  </a:lnTo>
                  <a:lnTo>
                    <a:pt x="33013" y="131136"/>
                  </a:lnTo>
                  <a:lnTo>
                    <a:pt x="33010" y="131286"/>
                  </a:lnTo>
                  <a:lnTo>
                    <a:pt x="33009" y="131341"/>
                  </a:lnTo>
                  <a:lnTo>
                    <a:pt x="33004" y="131659"/>
                  </a:lnTo>
                  <a:lnTo>
                    <a:pt x="33002" y="131737"/>
                  </a:lnTo>
                  <a:lnTo>
                    <a:pt x="33001" y="131834"/>
                  </a:lnTo>
                  <a:lnTo>
                    <a:pt x="33005" y="132144"/>
                  </a:lnTo>
                  <a:lnTo>
                    <a:pt x="33006" y="132211"/>
                  </a:lnTo>
                  <a:lnTo>
                    <a:pt x="33010" y="132304"/>
                  </a:lnTo>
                  <a:lnTo>
                    <a:pt x="33023" y="132489"/>
                  </a:lnTo>
                  <a:lnTo>
                    <a:pt x="33058" y="132983"/>
                  </a:lnTo>
                  <a:lnTo>
                    <a:pt x="33059" y="132995"/>
                  </a:lnTo>
                  <a:lnTo>
                    <a:pt x="33069" y="133762"/>
                  </a:lnTo>
                  <a:lnTo>
                    <a:pt x="33096" y="135811"/>
                  </a:lnTo>
                  <a:lnTo>
                    <a:pt x="33097" y="135832"/>
                  </a:lnTo>
                  <a:lnTo>
                    <a:pt x="33128" y="138176"/>
                  </a:lnTo>
                  <a:lnTo>
                    <a:pt x="33132" y="138434"/>
                  </a:lnTo>
                  <a:lnTo>
                    <a:pt x="32792" y="138858"/>
                  </a:lnTo>
                  <a:lnTo>
                    <a:pt x="32806" y="138933"/>
                  </a:lnTo>
                  <a:lnTo>
                    <a:pt x="32809" y="138951"/>
                  </a:lnTo>
                  <a:lnTo>
                    <a:pt x="32826" y="139110"/>
                  </a:lnTo>
                  <a:lnTo>
                    <a:pt x="32852" y="139230"/>
                  </a:lnTo>
                  <a:lnTo>
                    <a:pt x="32889" y="139403"/>
                  </a:lnTo>
                  <a:lnTo>
                    <a:pt x="32915" y="139498"/>
                  </a:lnTo>
                  <a:lnTo>
                    <a:pt x="32975" y="139633"/>
                  </a:lnTo>
                  <a:lnTo>
                    <a:pt x="33025" y="139743"/>
                  </a:lnTo>
                  <a:lnTo>
                    <a:pt x="33050" y="139759"/>
                  </a:lnTo>
                  <a:lnTo>
                    <a:pt x="33131" y="139782"/>
                  </a:lnTo>
                  <a:lnTo>
                    <a:pt x="33144" y="139786"/>
                  </a:lnTo>
                  <a:lnTo>
                    <a:pt x="33200" y="139812"/>
                  </a:lnTo>
                  <a:lnTo>
                    <a:pt x="33217" y="139824"/>
                  </a:lnTo>
                  <a:lnTo>
                    <a:pt x="33282" y="139870"/>
                  </a:lnTo>
                  <a:lnTo>
                    <a:pt x="33303" y="139886"/>
                  </a:lnTo>
                  <a:lnTo>
                    <a:pt x="33329" y="139914"/>
                  </a:lnTo>
                  <a:lnTo>
                    <a:pt x="33357" y="139947"/>
                  </a:lnTo>
                  <a:lnTo>
                    <a:pt x="33339" y="139983"/>
                  </a:lnTo>
                  <a:lnTo>
                    <a:pt x="33305" y="140053"/>
                  </a:lnTo>
                  <a:lnTo>
                    <a:pt x="33301" y="140061"/>
                  </a:lnTo>
                  <a:lnTo>
                    <a:pt x="32990" y="140698"/>
                  </a:lnTo>
                  <a:lnTo>
                    <a:pt x="32988" y="140702"/>
                  </a:lnTo>
                  <a:lnTo>
                    <a:pt x="32987" y="140726"/>
                  </a:lnTo>
                  <a:lnTo>
                    <a:pt x="32979" y="141026"/>
                  </a:lnTo>
                  <a:lnTo>
                    <a:pt x="32978" y="141073"/>
                  </a:lnTo>
                  <a:lnTo>
                    <a:pt x="32995" y="141217"/>
                  </a:lnTo>
                  <a:lnTo>
                    <a:pt x="33014" y="141263"/>
                  </a:lnTo>
                  <a:lnTo>
                    <a:pt x="33021" y="141275"/>
                  </a:lnTo>
                  <a:lnTo>
                    <a:pt x="33055" y="141336"/>
                  </a:lnTo>
                  <a:lnTo>
                    <a:pt x="33069" y="141454"/>
                  </a:lnTo>
                  <a:lnTo>
                    <a:pt x="33069" y="141467"/>
                  </a:lnTo>
                  <a:lnTo>
                    <a:pt x="33079" y="141881"/>
                  </a:lnTo>
                  <a:lnTo>
                    <a:pt x="33079" y="141912"/>
                  </a:lnTo>
                  <a:lnTo>
                    <a:pt x="33078" y="141921"/>
                  </a:lnTo>
                  <a:lnTo>
                    <a:pt x="33078" y="141973"/>
                  </a:lnTo>
                  <a:lnTo>
                    <a:pt x="33078" y="142015"/>
                  </a:lnTo>
                  <a:lnTo>
                    <a:pt x="33077" y="142144"/>
                  </a:lnTo>
                  <a:lnTo>
                    <a:pt x="33071" y="142237"/>
                  </a:lnTo>
                  <a:lnTo>
                    <a:pt x="33074" y="142292"/>
                  </a:lnTo>
                  <a:lnTo>
                    <a:pt x="33110" y="142451"/>
                  </a:lnTo>
                  <a:lnTo>
                    <a:pt x="33113" y="142460"/>
                  </a:lnTo>
                  <a:lnTo>
                    <a:pt x="33117" y="142471"/>
                  </a:lnTo>
                  <a:lnTo>
                    <a:pt x="33219" y="142732"/>
                  </a:lnTo>
                  <a:lnTo>
                    <a:pt x="33221" y="142736"/>
                  </a:lnTo>
                  <a:lnTo>
                    <a:pt x="33265" y="142849"/>
                  </a:lnTo>
                  <a:lnTo>
                    <a:pt x="33272" y="142866"/>
                  </a:lnTo>
                  <a:lnTo>
                    <a:pt x="33305" y="142928"/>
                  </a:lnTo>
                  <a:lnTo>
                    <a:pt x="33352" y="142994"/>
                  </a:lnTo>
                  <a:lnTo>
                    <a:pt x="33354" y="143007"/>
                  </a:lnTo>
                  <a:lnTo>
                    <a:pt x="33334" y="143037"/>
                  </a:lnTo>
                  <a:lnTo>
                    <a:pt x="33211" y="143106"/>
                  </a:lnTo>
                  <a:lnTo>
                    <a:pt x="33203" y="143110"/>
                  </a:lnTo>
                  <a:lnTo>
                    <a:pt x="33174" y="143126"/>
                  </a:lnTo>
                  <a:lnTo>
                    <a:pt x="33125" y="143151"/>
                  </a:lnTo>
                  <a:lnTo>
                    <a:pt x="33102" y="143163"/>
                  </a:lnTo>
                  <a:lnTo>
                    <a:pt x="33091" y="143173"/>
                  </a:lnTo>
                  <a:lnTo>
                    <a:pt x="32988" y="143264"/>
                  </a:lnTo>
                  <a:lnTo>
                    <a:pt x="32905" y="143337"/>
                  </a:lnTo>
                  <a:lnTo>
                    <a:pt x="32859" y="143428"/>
                  </a:lnTo>
                  <a:lnTo>
                    <a:pt x="32858" y="143489"/>
                  </a:lnTo>
                  <a:lnTo>
                    <a:pt x="32858" y="143530"/>
                  </a:lnTo>
                  <a:lnTo>
                    <a:pt x="32857" y="143535"/>
                  </a:lnTo>
                  <a:lnTo>
                    <a:pt x="32824" y="143736"/>
                  </a:lnTo>
                  <a:lnTo>
                    <a:pt x="32801" y="143769"/>
                  </a:lnTo>
                  <a:lnTo>
                    <a:pt x="32489" y="144227"/>
                  </a:lnTo>
                  <a:lnTo>
                    <a:pt x="32423" y="144424"/>
                  </a:lnTo>
                  <a:lnTo>
                    <a:pt x="32404" y="144465"/>
                  </a:lnTo>
                  <a:lnTo>
                    <a:pt x="32370" y="144508"/>
                  </a:lnTo>
                  <a:lnTo>
                    <a:pt x="32366" y="144512"/>
                  </a:lnTo>
                  <a:lnTo>
                    <a:pt x="32360" y="144520"/>
                  </a:lnTo>
                  <a:lnTo>
                    <a:pt x="32310" y="144563"/>
                  </a:lnTo>
                  <a:lnTo>
                    <a:pt x="32198" y="144612"/>
                  </a:lnTo>
                  <a:lnTo>
                    <a:pt x="32150" y="144636"/>
                  </a:lnTo>
                  <a:lnTo>
                    <a:pt x="32049" y="144697"/>
                  </a:lnTo>
                  <a:lnTo>
                    <a:pt x="31961" y="144779"/>
                  </a:lnTo>
                  <a:lnTo>
                    <a:pt x="31838" y="144847"/>
                  </a:lnTo>
                  <a:lnTo>
                    <a:pt x="31594" y="144966"/>
                  </a:lnTo>
                  <a:lnTo>
                    <a:pt x="31577" y="144971"/>
                  </a:lnTo>
                  <a:lnTo>
                    <a:pt x="31512" y="144965"/>
                  </a:lnTo>
                  <a:lnTo>
                    <a:pt x="31459" y="144959"/>
                  </a:lnTo>
                  <a:lnTo>
                    <a:pt x="31396" y="144960"/>
                  </a:lnTo>
                  <a:lnTo>
                    <a:pt x="31310" y="145000"/>
                  </a:lnTo>
                  <a:lnTo>
                    <a:pt x="31256" y="145059"/>
                  </a:lnTo>
                  <a:lnTo>
                    <a:pt x="31245" y="145097"/>
                  </a:lnTo>
                  <a:lnTo>
                    <a:pt x="31210" y="145219"/>
                  </a:lnTo>
                  <a:lnTo>
                    <a:pt x="31177" y="145394"/>
                  </a:lnTo>
                  <a:lnTo>
                    <a:pt x="31192" y="145447"/>
                  </a:lnTo>
                  <a:lnTo>
                    <a:pt x="31227" y="145554"/>
                  </a:lnTo>
                  <a:lnTo>
                    <a:pt x="31222" y="145677"/>
                  </a:lnTo>
                  <a:lnTo>
                    <a:pt x="31216" y="145733"/>
                  </a:lnTo>
                  <a:lnTo>
                    <a:pt x="31195" y="145881"/>
                  </a:lnTo>
                  <a:lnTo>
                    <a:pt x="31124" y="146069"/>
                  </a:lnTo>
                  <a:lnTo>
                    <a:pt x="31090" y="146173"/>
                  </a:lnTo>
                  <a:lnTo>
                    <a:pt x="31056" y="146318"/>
                  </a:lnTo>
                  <a:lnTo>
                    <a:pt x="31046" y="146395"/>
                  </a:lnTo>
                  <a:lnTo>
                    <a:pt x="31067" y="146682"/>
                  </a:lnTo>
                  <a:lnTo>
                    <a:pt x="31073" y="146714"/>
                  </a:lnTo>
                  <a:lnTo>
                    <a:pt x="31230" y="147142"/>
                  </a:lnTo>
                  <a:lnTo>
                    <a:pt x="31346" y="147438"/>
                  </a:lnTo>
                  <a:lnTo>
                    <a:pt x="31368" y="147486"/>
                  </a:lnTo>
                  <a:lnTo>
                    <a:pt x="31438" y="147517"/>
                  </a:lnTo>
                  <a:lnTo>
                    <a:pt x="31498" y="147568"/>
                  </a:lnTo>
                  <a:lnTo>
                    <a:pt x="31583" y="147680"/>
                  </a:lnTo>
                  <a:lnTo>
                    <a:pt x="31606" y="147754"/>
                  </a:lnTo>
                  <a:lnTo>
                    <a:pt x="31663" y="147863"/>
                  </a:lnTo>
                  <a:lnTo>
                    <a:pt x="31751" y="148020"/>
                  </a:lnTo>
                  <a:lnTo>
                    <a:pt x="31803" y="148103"/>
                  </a:lnTo>
                  <a:lnTo>
                    <a:pt x="31857" y="148158"/>
                  </a:lnTo>
                  <a:lnTo>
                    <a:pt x="31868" y="148350"/>
                  </a:lnTo>
                  <a:lnTo>
                    <a:pt x="31847" y="148399"/>
                  </a:lnTo>
                  <a:lnTo>
                    <a:pt x="31833" y="148476"/>
                  </a:lnTo>
                  <a:lnTo>
                    <a:pt x="31834" y="148499"/>
                  </a:lnTo>
                  <a:lnTo>
                    <a:pt x="31879" y="148634"/>
                  </a:lnTo>
                  <a:lnTo>
                    <a:pt x="31935" y="148740"/>
                  </a:lnTo>
                  <a:lnTo>
                    <a:pt x="31977" y="148792"/>
                  </a:lnTo>
                  <a:lnTo>
                    <a:pt x="32003" y="148790"/>
                  </a:lnTo>
                  <a:lnTo>
                    <a:pt x="32021" y="148800"/>
                  </a:lnTo>
                  <a:lnTo>
                    <a:pt x="32053" y="148836"/>
                  </a:lnTo>
                  <a:lnTo>
                    <a:pt x="32058" y="148861"/>
                  </a:lnTo>
                  <a:lnTo>
                    <a:pt x="32055" y="148874"/>
                  </a:lnTo>
                  <a:lnTo>
                    <a:pt x="31998" y="148933"/>
                  </a:lnTo>
                  <a:lnTo>
                    <a:pt x="31936" y="148979"/>
                  </a:lnTo>
                  <a:lnTo>
                    <a:pt x="31848" y="149021"/>
                  </a:lnTo>
                  <a:lnTo>
                    <a:pt x="31809" y="149029"/>
                  </a:lnTo>
                  <a:lnTo>
                    <a:pt x="31586" y="149016"/>
                  </a:lnTo>
                  <a:lnTo>
                    <a:pt x="31542" y="149007"/>
                  </a:lnTo>
                  <a:lnTo>
                    <a:pt x="31455" y="148948"/>
                  </a:lnTo>
                  <a:lnTo>
                    <a:pt x="31390" y="148881"/>
                  </a:lnTo>
                  <a:lnTo>
                    <a:pt x="31375" y="148860"/>
                  </a:lnTo>
                  <a:lnTo>
                    <a:pt x="31325" y="148596"/>
                  </a:lnTo>
                  <a:lnTo>
                    <a:pt x="31327" y="148399"/>
                  </a:lnTo>
                  <a:lnTo>
                    <a:pt x="31322" y="148310"/>
                  </a:lnTo>
                  <a:lnTo>
                    <a:pt x="31245" y="148242"/>
                  </a:lnTo>
                  <a:lnTo>
                    <a:pt x="31167" y="148242"/>
                  </a:lnTo>
                  <a:lnTo>
                    <a:pt x="31040" y="148219"/>
                  </a:lnTo>
                  <a:lnTo>
                    <a:pt x="30968" y="148195"/>
                  </a:lnTo>
                  <a:lnTo>
                    <a:pt x="30907" y="148156"/>
                  </a:lnTo>
                  <a:lnTo>
                    <a:pt x="30867" y="148114"/>
                  </a:lnTo>
                  <a:lnTo>
                    <a:pt x="30836" y="148063"/>
                  </a:lnTo>
                  <a:lnTo>
                    <a:pt x="30777" y="147882"/>
                  </a:lnTo>
                  <a:lnTo>
                    <a:pt x="30745" y="147825"/>
                  </a:lnTo>
                  <a:lnTo>
                    <a:pt x="30720" y="147808"/>
                  </a:lnTo>
                  <a:lnTo>
                    <a:pt x="30649" y="147748"/>
                  </a:lnTo>
                  <a:lnTo>
                    <a:pt x="30503" y="147600"/>
                  </a:lnTo>
                  <a:lnTo>
                    <a:pt x="30428" y="147505"/>
                  </a:lnTo>
                  <a:lnTo>
                    <a:pt x="30401" y="147441"/>
                  </a:lnTo>
                  <a:lnTo>
                    <a:pt x="30354" y="147363"/>
                  </a:lnTo>
                  <a:lnTo>
                    <a:pt x="30267" y="147343"/>
                  </a:lnTo>
                  <a:lnTo>
                    <a:pt x="30169" y="147393"/>
                  </a:lnTo>
                  <a:lnTo>
                    <a:pt x="30032" y="147414"/>
                  </a:lnTo>
                  <a:lnTo>
                    <a:pt x="29920" y="147387"/>
                  </a:lnTo>
                  <a:lnTo>
                    <a:pt x="29547" y="147255"/>
                  </a:lnTo>
                  <a:lnTo>
                    <a:pt x="29501" y="147254"/>
                  </a:lnTo>
                  <a:lnTo>
                    <a:pt x="29468" y="147240"/>
                  </a:lnTo>
                  <a:lnTo>
                    <a:pt x="28823" y="146912"/>
                  </a:lnTo>
                  <a:lnTo>
                    <a:pt x="28397" y="146605"/>
                  </a:lnTo>
                  <a:lnTo>
                    <a:pt x="28297" y="146460"/>
                  </a:lnTo>
                  <a:lnTo>
                    <a:pt x="28261" y="146404"/>
                  </a:lnTo>
                  <a:lnTo>
                    <a:pt x="28217" y="146322"/>
                  </a:lnTo>
                  <a:lnTo>
                    <a:pt x="28188" y="146299"/>
                  </a:lnTo>
                  <a:lnTo>
                    <a:pt x="28062" y="146302"/>
                  </a:lnTo>
                  <a:lnTo>
                    <a:pt x="27985" y="146318"/>
                  </a:lnTo>
                  <a:lnTo>
                    <a:pt x="27767" y="146415"/>
                  </a:lnTo>
                  <a:lnTo>
                    <a:pt x="27711" y="146459"/>
                  </a:lnTo>
                  <a:lnTo>
                    <a:pt x="27427" y="146760"/>
                  </a:lnTo>
                  <a:lnTo>
                    <a:pt x="27385" y="146828"/>
                  </a:lnTo>
                  <a:lnTo>
                    <a:pt x="27365" y="147071"/>
                  </a:lnTo>
                  <a:lnTo>
                    <a:pt x="27394" y="147168"/>
                  </a:lnTo>
                  <a:lnTo>
                    <a:pt x="27444" y="147389"/>
                  </a:lnTo>
                  <a:lnTo>
                    <a:pt x="27458" y="147498"/>
                  </a:lnTo>
                  <a:lnTo>
                    <a:pt x="27456" y="147507"/>
                  </a:lnTo>
                  <a:lnTo>
                    <a:pt x="27389" y="147755"/>
                  </a:lnTo>
                  <a:lnTo>
                    <a:pt x="27155" y="148021"/>
                  </a:lnTo>
                  <a:lnTo>
                    <a:pt x="27111" y="148034"/>
                  </a:lnTo>
                  <a:lnTo>
                    <a:pt x="27041" y="148051"/>
                  </a:lnTo>
                  <a:lnTo>
                    <a:pt x="26765" y="148083"/>
                  </a:lnTo>
                  <a:lnTo>
                    <a:pt x="26741" y="148083"/>
                  </a:lnTo>
                  <a:lnTo>
                    <a:pt x="26682" y="148064"/>
                  </a:lnTo>
                  <a:lnTo>
                    <a:pt x="26583" y="147989"/>
                  </a:lnTo>
                  <a:lnTo>
                    <a:pt x="26543" y="147946"/>
                  </a:lnTo>
                  <a:lnTo>
                    <a:pt x="26391" y="147677"/>
                  </a:lnTo>
                  <a:lnTo>
                    <a:pt x="26115" y="147402"/>
                  </a:lnTo>
                  <a:lnTo>
                    <a:pt x="26087" y="147388"/>
                  </a:lnTo>
                  <a:lnTo>
                    <a:pt x="26077" y="147374"/>
                  </a:lnTo>
                  <a:lnTo>
                    <a:pt x="26047" y="147172"/>
                  </a:lnTo>
                  <a:lnTo>
                    <a:pt x="26047" y="147138"/>
                  </a:lnTo>
                  <a:lnTo>
                    <a:pt x="26096" y="146835"/>
                  </a:lnTo>
                  <a:lnTo>
                    <a:pt x="26116" y="146617"/>
                  </a:lnTo>
                  <a:lnTo>
                    <a:pt x="26127" y="146392"/>
                  </a:lnTo>
                  <a:lnTo>
                    <a:pt x="26133" y="146201"/>
                  </a:lnTo>
                  <a:lnTo>
                    <a:pt x="26127" y="146053"/>
                  </a:lnTo>
                  <a:lnTo>
                    <a:pt x="26138" y="146006"/>
                  </a:lnTo>
                  <a:lnTo>
                    <a:pt x="26225" y="145798"/>
                  </a:lnTo>
                  <a:lnTo>
                    <a:pt x="26240" y="145804"/>
                  </a:lnTo>
                  <a:lnTo>
                    <a:pt x="26266" y="145738"/>
                  </a:lnTo>
                  <a:lnTo>
                    <a:pt x="26234" y="145549"/>
                  </a:lnTo>
                  <a:lnTo>
                    <a:pt x="26215" y="145435"/>
                  </a:lnTo>
                  <a:lnTo>
                    <a:pt x="26183" y="145315"/>
                  </a:lnTo>
                  <a:lnTo>
                    <a:pt x="26164" y="145279"/>
                  </a:lnTo>
                  <a:lnTo>
                    <a:pt x="26140" y="145239"/>
                  </a:lnTo>
                  <a:lnTo>
                    <a:pt x="26088" y="145169"/>
                  </a:lnTo>
                  <a:lnTo>
                    <a:pt x="25955" y="145000"/>
                  </a:lnTo>
                  <a:lnTo>
                    <a:pt x="25607" y="144580"/>
                  </a:lnTo>
                  <a:lnTo>
                    <a:pt x="25561" y="144507"/>
                  </a:lnTo>
                  <a:lnTo>
                    <a:pt x="25546" y="144484"/>
                  </a:lnTo>
                  <a:lnTo>
                    <a:pt x="25523" y="144448"/>
                  </a:lnTo>
                  <a:lnTo>
                    <a:pt x="25486" y="144389"/>
                  </a:lnTo>
                  <a:lnTo>
                    <a:pt x="25461" y="144348"/>
                  </a:lnTo>
                  <a:lnTo>
                    <a:pt x="25421" y="144285"/>
                  </a:lnTo>
                  <a:lnTo>
                    <a:pt x="25364" y="144122"/>
                  </a:lnTo>
                  <a:lnTo>
                    <a:pt x="25361" y="144107"/>
                  </a:lnTo>
                  <a:lnTo>
                    <a:pt x="25295" y="143930"/>
                  </a:lnTo>
                  <a:lnTo>
                    <a:pt x="25260" y="143837"/>
                  </a:lnTo>
                  <a:lnTo>
                    <a:pt x="25243" y="143800"/>
                  </a:lnTo>
                  <a:lnTo>
                    <a:pt x="25224" y="143758"/>
                  </a:lnTo>
                  <a:lnTo>
                    <a:pt x="25161" y="143622"/>
                  </a:lnTo>
                  <a:lnTo>
                    <a:pt x="25149" y="143597"/>
                  </a:lnTo>
                  <a:lnTo>
                    <a:pt x="25133" y="143565"/>
                  </a:lnTo>
                  <a:lnTo>
                    <a:pt x="25130" y="143551"/>
                  </a:lnTo>
                  <a:lnTo>
                    <a:pt x="25100" y="143412"/>
                  </a:lnTo>
                  <a:lnTo>
                    <a:pt x="25099" y="143400"/>
                  </a:lnTo>
                  <a:lnTo>
                    <a:pt x="25095" y="143332"/>
                  </a:lnTo>
                  <a:lnTo>
                    <a:pt x="25120" y="143190"/>
                  </a:lnTo>
                  <a:lnTo>
                    <a:pt x="25132" y="143154"/>
                  </a:lnTo>
                  <a:lnTo>
                    <a:pt x="25150" y="143096"/>
                  </a:lnTo>
                  <a:lnTo>
                    <a:pt x="25263" y="142915"/>
                  </a:lnTo>
                  <a:lnTo>
                    <a:pt x="25285" y="142891"/>
                  </a:lnTo>
                  <a:lnTo>
                    <a:pt x="25440" y="142777"/>
                  </a:lnTo>
                  <a:lnTo>
                    <a:pt x="25465" y="142764"/>
                  </a:lnTo>
                  <a:lnTo>
                    <a:pt x="25538" y="142724"/>
                  </a:lnTo>
                  <a:lnTo>
                    <a:pt x="25566" y="142690"/>
                  </a:lnTo>
                  <a:lnTo>
                    <a:pt x="25574" y="142654"/>
                  </a:lnTo>
                  <a:lnTo>
                    <a:pt x="25565" y="142629"/>
                  </a:lnTo>
                  <a:lnTo>
                    <a:pt x="25548" y="142607"/>
                  </a:lnTo>
                  <a:lnTo>
                    <a:pt x="25509" y="142581"/>
                  </a:lnTo>
                  <a:lnTo>
                    <a:pt x="25484" y="142565"/>
                  </a:lnTo>
                  <a:lnTo>
                    <a:pt x="25453" y="142469"/>
                  </a:lnTo>
                  <a:lnTo>
                    <a:pt x="25444" y="142422"/>
                  </a:lnTo>
                  <a:lnTo>
                    <a:pt x="25448" y="142397"/>
                  </a:lnTo>
                  <a:lnTo>
                    <a:pt x="25458" y="142332"/>
                  </a:lnTo>
                  <a:lnTo>
                    <a:pt x="25472" y="142285"/>
                  </a:lnTo>
                  <a:lnTo>
                    <a:pt x="25486" y="142237"/>
                  </a:lnTo>
                  <a:lnTo>
                    <a:pt x="25543" y="142132"/>
                  </a:lnTo>
                  <a:lnTo>
                    <a:pt x="25571" y="142093"/>
                  </a:lnTo>
                  <a:lnTo>
                    <a:pt x="25605" y="142067"/>
                  </a:lnTo>
                  <a:lnTo>
                    <a:pt x="25654" y="142070"/>
                  </a:lnTo>
                  <a:lnTo>
                    <a:pt x="25673" y="142083"/>
                  </a:lnTo>
                  <a:lnTo>
                    <a:pt x="25713" y="142109"/>
                  </a:lnTo>
                  <a:lnTo>
                    <a:pt x="25783" y="142108"/>
                  </a:lnTo>
                  <a:lnTo>
                    <a:pt x="25828" y="142098"/>
                  </a:lnTo>
                  <a:lnTo>
                    <a:pt x="25842" y="142088"/>
                  </a:lnTo>
                  <a:lnTo>
                    <a:pt x="25850" y="142083"/>
                  </a:lnTo>
                  <a:lnTo>
                    <a:pt x="25899" y="142050"/>
                  </a:lnTo>
                  <a:lnTo>
                    <a:pt x="25904" y="142027"/>
                  </a:lnTo>
                  <a:lnTo>
                    <a:pt x="25909" y="142003"/>
                  </a:lnTo>
                  <a:lnTo>
                    <a:pt x="25917" y="141804"/>
                  </a:lnTo>
                  <a:lnTo>
                    <a:pt x="25918" y="141776"/>
                  </a:lnTo>
                  <a:lnTo>
                    <a:pt x="25919" y="141747"/>
                  </a:lnTo>
                  <a:lnTo>
                    <a:pt x="25920" y="141738"/>
                  </a:lnTo>
                  <a:lnTo>
                    <a:pt x="25923" y="141624"/>
                  </a:lnTo>
                  <a:lnTo>
                    <a:pt x="25894" y="141461"/>
                  </a:lnTo>
                  <a:lnTo>
                    <a:pt x="25859" y="141343"/>
                  </a:lnTo>
                  <a:lnTo>
                    <a:pt x="25803" y="141154"/>
                  </a:lnTo>
                  <a:lnTo>
                    <a:pt x="25687" y="140921"/>
                  </a:lnTo>
                  <a:lnTo>
                    <a:pt x="25677" y="140891"/>
                  </a:lnTo>
                  <a:lnTo>
                    <a:pt x="25676" y="140863"/>
                  </a:lnTo>
                  <a:lnTo>
                    <a:pt x="25701" y="140807"/>
                  </a:lnTo>
                  <a:lnTo>
                    <a:pt x="25719" y="140784"/>
                  </a:lnTo>
                  <a:lnTo>
                    <a:pt x="25736" y="140773"/>
                  </a:lnTo>
                  <a:lnTo>
                    <a:pt x="25780" y="140751"/>
                  </a:lnTo>
                  <a:lnTo>
                    <a:pt x="25933" y="140709"/>
                  </a:lnTo>
                  <a:lnTo>
                    <a:pt x="25987" y="140685"/>
                  </a:lnTo>
                  <a:lnTo>
                    <a:pt x="26259" y="140567"/>
                  </a:lnTo>
                  <a:lnTo>
                    <a:pt x="26276" y="140529"/>
                  </a:lnTo>
                  <a:lnTo>
                    <a:pt x="26319" y="140378"/>
                  </a:lnTo>
                  <a:lnTo>
                    <a:pt x="26315" y="140364"/>
                  </a:lnTo>
                  <a:lnTo>
                    <a:pt x="26262" y="140145"/>
                  </a:lnTo>
                  <a:lnTo>
                    <a:pt x="26167" y="139756"/>
                  </a:lnTo>
                  <a:lnTo>
                    <a:pt x="26145" y="139670"/>
                  </a:lnTo>
                  <a:lnTo>
                    <a:pt x="26088" y="139434"/>
                  </a:lnTo>
                  <a:lnTo>
                    <a:pt x="26028" y="139192"/>
                  </a:lnTo>
                  <a:lnTo>
                    <a:pt x="25994" y="139051"/>
                  </a:lnTo>
                  <a:lnTo>
                    <a:pt x="25981" y="138998"/>
                  </a:lnTo>
                  <a:lnTo>
                    <a:pt x="25236" y="135961"/>
                  </a:lnTo>
                  <a:lnTo>
                    <a:pt x="25121" y="135494"/>
                  </a:lnTo>
                  <a:lnTo>
                    <a:pt x="25088" y="135360"/>
                  </a:lnTo>
                  <a:lnTo>
                    <a:pt x="25057" y="135294"/>
                  </a:lnTo>
                  <a:lnTo>
                    <a:pt x="25015" y="135206"/>
                  </a:lnTo>
                  <a:lnTo>
                    <a:pt x="24936" y="135061"/>
                  </a:lnTo>
                  <a:lnTo>
                    <a:pt x="24897" y="135006"/>
                  </a:lnTo>
                  <a:lnTo>
                    <a:pt x="24874" y="134980"/>
                  </a:lnTo>
                  <a:lnTo>
                    <a:pt x="24849" y="134952"/>
                  </a:lnTo>
                  <a:lnTo>
                    <a:pt x="24831" y="134940"/>
                  </a:lnTo>
                  <a:lnTo>
                    <a:pt x="24816" y="134912"/>
                  </a:lnTo>
                  <a:lnTo>
                    <a:pt x="24798" y="134867"/>
                  </a:lnTo>
                  <a:lnTo>
                    <a:pt x="24762" y="134775"/>
                  </a:lnTo>
                  <a:lnTo>
                    <a:pt x="24720" y="134635"/>
                  </a:lnTo>
                  <a:lnTo>
                    <a:pt x="24698" y="134570"/>
                  </a:lnTo>
                  <a:lnTo>
                    <a:pt x="24668" y="134479"/>
                  </a:lnTo>
                  <a:lnTo>
                    <a:pt x="24656" y="134451"/>
                  </a:lnTo>
                  <a:lnTo>
                    <a:pt x="24618" y="134364"/>
                  </a:lnTo>
                  <a:lnTo>
                    <a:pt x="24581" y="134298"/>
                  </a:lnTo>
                  <a:lnTo>
                    <a:pt x="24555" y="134251"/>
                  </a:lnTo>
                  <a:lnTo>
                    <a:pt x="24502" y="134180"/>
                  </a:lnTo>
                  <a:lnTo>
                    <a:pt x="24372" y="134009"/>
                  </a:lnTo>
                  <a:lnTo>
                    <a:pt x="24369" y="134005"/>
                  </a:lnTo>
                  <a:lnTo>
                    <a:pt x="24343" y="133970"/>
                  </a:lnTo>
                  <a:lnTo>
                    <a:pt x="24063" y="133670"/>
                  </a:lnTo>
                  <a:lnTo>
                    <a:pt x="24013" y="133628"/>
                  </a:lnTo>
                  <a:lnTo>
                    <a:pt x="23891" y="133532"/>
                  </a:lnTo>
                  <a:lnTo>
                    <a:pt x="23840" y="133499"/>
                  </a:lnTo>
                  <a:lnTo>
                    <a:pt x="23814" y="133483"/>
                  </a:lnTo>
                  <a:lnTo>
                    <a:pt x="23806" y="133486"/>
                  </a:lnTo>
                  <a:lnTo>
                    <a:pt x="23769" y="133463"/>
                  </a:lnTo>
                  <a:lnTo>
                    <a:pt x="23745" y="133445"/>
                  </a:lnTo>
                  <a:lnTo>
                    <a:pt x="23701" y="133390"/>
                  </a:lnTo>
                  <a:lnTo>
                    <a:pt x="23690" y="133297"/>
                  </a:lnTo>
                  <a:lnTo>
                    <a:pt x="23694" y="133251"/>
                  </a:lnTo>
                  <a:lnTo>
                    <a:pt x="23733" y="133089"/>
                  </a:lnTo>
                  <a:lnTo>
                    <a:pt x="23759" y="132980"/>
                  </a:lnTo>
                  <a:lnTo>
                    <a:pt x="23801" y="132906"/>
                  </a:lnTo>
                  <a:lnTo>
                    <a:pt x="23801" y="132877"/>
                  </a:lnTo>
                  <a:lnTo>
                    <a:pt x="23800" y="132801"/>
                  </a:lnTo>
                  <a:lnTo>
                    <a:pt x="23788" y="132757"/>
                  </a:lnTo>
                  <a:lnTo>
                    <a:pt x="23757" y="132642"/>
                  </a:lnTo>
                  <a:lnTo>
                    <a:pt x="23659" y="132277"/>
                  </a:lnTo>
                  <a:lnTo>
                    <a:pt x="23607" y="132154"/>
                  </a:lnTo>
                  <a:lnTo>
                    <a:pt x="23571" y="132068"/>
                  </a:lnTo>
                  <a:lnTo>
                    <a:pt x="23556" y="132048"/>
                  </a:lnTo>
                  <a:lnTo>
                    <a:pt x="23549" y="132039"/>
                  </a:lnTo>
                  <a:lnTo>
                    <a:pt x="23538" y="132024"/>
                  </a:lnTo>
                  <a:lnTo>
                    <a:pt x="23523" y="131992"/>
                  </a:lnTo>
                  <a:lnTo>
                    <a:pt x="23514" y="131963"/>
                  </a:lnTo>
                  <a:lnTo>
                    <a:pt x="23508" y="131943"/>
                  </a:lnTo>
                  <a:lnTo>
                    <a:pt x="23496" y="131901"/>
                  </a:lnTo>
                  <a:lnTo>
                    <a:pt x="23462" y="131782"/>
                  </a:lnTo>
                  <a:lnTo>
                    <a:pt x="23456" y="131752"/>
                  </a:lnTo>
                  <a:lnTo>
                    <a:pt x="23454" y="131746"/>
                  </a:lnTo>
                  <a:lnTo>
                    <a:pt x="23437" y="131487"/>
                  </a:lnTo>
                  <a:lnTo>
                    <a:pt x="23448" y="131338"/>
                  </a:lnTo>
                  <a:lnTo>
                    <a:pt x="23443" y="131294"/>
                  </a:lnTo>
                  <a:lnTo>
                    <a:pt x="23429" y="131236"/>
                  </a:lnTo>
                  <a:lnTo>
                    <a:pt x="23387" y="131157"/>
                  </a:lnTo>
                  <a:lnTo>
                    <a:pt x="23298" y="131046"/>
                  </a:lnTo>
                  <a:lnTo>
                    <a:pt x="23268" y="131009"/>
                  </a:lnTo>
                  <a:lnTo>
                    <a:pt x="23264" y="131000"/>
                  </a:lnTo>
                  <a:lnTo>
                    <a:pt x="23238" y="130949"/>
                  </a:lnTo>
                  <a:lnTo>
                    <a:pt x="23187" y="130812"/>
                  </a:lnTo>
                  <a:lnTo>
                    <a:pt x="23133" y="130739"/>
                  </a:lnTo>
                  <a:lnTo>
                    <a:pt x="22960" y="130523"/>
                  </a:lnTo>
                  <a:lnTo>
                    <a:pt x="22646" y="130186"/>
                  </a:lnTo>
                  <a:lnTo>
                    <a:pt x="22606" y="130146"/>
                  </a:lnTo>
                  <a:lnTo>
                    <a:pt x="22502" y="130041"/>
                  </a:lnTo>
                  <a:lnTo>
                    <a:pt x="22436" y="129987"/>
                  </a:lnTo>
                  <a:lnTo>
                    <a:pt x="22394" y="129972"/>
                  </a:lnTo>
                  <a:lnTo>
                    <a:pt x="22329" y="129910"/>
                  </a:lnTo>
                  <a:lnTo>
                    <a:pt x="22314" y="129895"/>
                  </a:lnTo>
                  <a:lnTo>
                    <a:pt x="22080" y="129672"/>
                  </a:lnTo>
                  <a:lnTo>
                    <a:pt x="22035" y="129615"/>
                  </a:lnTo>
                  <a:lnTo>
                    <a:pt x="22033" y="129610"/>
                  </a:lnTo>
                  <a:lnTo>
                    <a:pt x="22029" y="129603"/>
                  </a:lnTo>
                  <a:lnTo>
                    <a:pt x="22027" y="129599"/>
                  </a:lnTo>
                  <a:lnTo>
                    <a:pt x="21964" y="129470"/>
                  </a:lnTo>
                  <a:lnTo>
                    <a:pt x="21946" y="129426"/>
                  </a:lnTo>
                  <a:lnTo>
                    <a:pt x="21888" y="129288"/>
                  </a:lnTo>
                  <a:lnTo>
                    <a:pt x="21871" y="129240"/>
                  </a:lnTo>
                  <a:lnTo>
                    <a:pt x="21852" y="129157"/>
                  </a:lnTo>
                  <a:lnTo>
                    <a:pt x="21846" y="129132"/>
                  </a:lnTo>
                  <a:lnTo>
                    <a:pt x="21822" y="129063"/>
                  </a:lnTo>
                  <a:lnTo>
                    <a:pt x="21809" y="129024"/>
                  </a:lnTo>
                  <a:lnTo>
                    <a:pt x="21785" y="128984"/>
                  </a:lnTo>
                  <a:lnTo>
                    <a:pt x="21722" y="128881"/>
                  </a:lnTo>
                  <a:lnTo>
                    <a:pt x="21681" y="128828"/>
                  </a:lnTo>
                  <a:lnTo>
                    <a:pt x="21661" y="128808"/>
                  </a:lnTo>
                  <a:lnTo>
                    <a:pt x="21623" y="128768"/>
                  </a:lnTo>
                  <a:lnTo>
                    <a:pt x="21593" y="128725"/>
                  </a:lnTo>
                  <a:lnTo>
                    <a:pt x="21580" y="128707"/>
                  </a:lnTo>
                  <a:lnTo>
                    <a:pt x="21526" y="128630"/>
                  </a:lnTo>
                  <a:lnTo>
                    <a:pt x="21515" y="128590"/>
                  </a:lnTo>
                  <a:lnTo>
                    <a:pt x="21516" y="128557"/>
                  </a:lnTo>
                  <a:lnTo>
                    <a:pt x="21495" y="128531"/>
                  </a:lnTo>
                  <a:lnTo>
                    <a:pt x="21378" y="128389"/>
                  </a:lnTo>
                  <a:lnTo>
                    <a:pt x="21248" y="128255"/>
                  </a:lnTo>
                  <a:lnTo>
                    <a:pt x="21203" y="128209"/>
                  </a:lnTo>
                  <a:lnTo>
                    <a:pt x="21194" y="128201"/>
                  </a:lnTo>
                  <a:lnTo>
                    <a:pt x="21034" y="128069"/>
                  </a:lnTo>
                  <a:lnTo>
                    <a:pt x="20941" y="127992"/>
                  </a:lnTo>
                  <a:lnTo>
                    <a:pt x="20920" y="127977"/>
                  </a:lnTo>
                  <a:lnTo>
                    <a:pt x="20516" y="127664"/>
                  </a:lnTo>
                  <a:lnTo>
                    <a:pt x="20430" y="127605"/>
                  </a:lnTo>
                  <a:lnTo>
                    <a:pt x="20149" y="127403"/>
                  </a:lnTo>
                  <a:lnTo>
                    <a:pt x="20150" y="127398"/>
                  </a:lnTo>
                  <a:lnTo>
                    <a:pt x="19782" y="127144"/>
                  </a:lnTo>
                  <a:lnTo>
                    <a:pt x="19700" y="127095"/>
                  </a:lnTo>
                  <a:lnTo>
                    <a:pt x="19681" y="127083"/>
                  </a:lnTo>
                  <a:lnTo>
                    <a:pt x="19299" y="126862"/>
                  </a:lnTo>
                  <a:lnTo>
                    <a:pt x="19189" y="126799"/>
                  </a:lnTo>
                  <a:lnTo>
                    <a:pt x="19163" y="126784"/>
                  </a:lnTo>
                  <a:lnTo>
                    <a:pt x="18903" y="126634"/>
                  </a:lnTo>
                  <a:lnTo>
                    <a:pt x="18894" y="126630"/>
                  </a:lnTo>
                  <a:lnTo>
                    <a:pt x="18586" y="126447"/>
                  </a:lnTo>
                  <a:lnTo>
                    <a:pt x="18483" y="126397"/>
                  </a:lnTo>
                  <a:lnTo>
                    <a:pt x="18311" y="126315"/>
                  </a:lnTo>
                  <a:lnTo>
                    <a:pt x="18189" y="126229"/>
                  </a:lnTo>
                  <a:lnTo>
                    <a:pt x="18119" y="126179"/>
                  </a:lnTo>
                  <a:lnTo>
                    <a:pt x="18061" y="126138"/>
                  </a:lnTo>
                  <a:lnTo>
                    <a:pt x="17987" y="126086"/>
                  </a:lnTo>
                  <a:lnTo>
                    <a:pt x="17947" y="126057"/>
                  </a:lnTo>
                  <a:lnTo>
                    <a:pt x="17924" y="126043"/>
                  </a:lnTo>
                  <a:lnTo>
                    <a:pt x="17874" y="126012"/>
                  </a:lnTo>
                  <a:lnTo>
                    <a:pt x="17561" y="125837"/>
                  </a:lnTo>
                  <a:lnTo>
                    <a:pt x="17271" y="125685"/>
                  </a:lnTo>
                  <a:lnTo>
                    <a:pt x="17124" y="125597"/>
                  </a:lnTo>
                  <a:lnTo>
                    <a:pt x="17041" y="125546"/>
                  </a:lnTo>
                  <a:lnTo>
                    <a:pt x="16799" y="125395"/>
                  </a:lnTo>
                  <a:lnTo>
                    <a:pt x="16688" y="125317"/>
                  </a:lnTo>
                  <a:lnTo>
                    <a:pt x="16650" y="125290"/>
                  </a:lnTo>
                  <a:lnTo>
                    <a:pt x="16640" y="125283"/>
                  </a:lnTo>
                  <a:lnTo>
                    <a:pt x="16486" y="125173"/>
                  </a:lnTo>
                  <a:lnTo>
                    <a:pt x="16080" y="124876"/>
                  </a:lnTo>
                  <a:lnTo>
                    <a:pt x="16034" y="124806"/>
                  </a:lnTo>
                  <a:lnTo>
                    <a:pt x="15956" y="124714"/>
                  </a:lnTo>
                  <a:lnTo>
                    <a:pt x="15877" y="124622"/>
                  </a:lnTo>
                  <a:lnTo>
                    <a:pt x="15807" y="124544"/>
                  </a:lnTo>
                  <a:lnTo>
                    <a:pt x="15772" y="124516"/>
                  </a:lnTo>
                  <a:lnTo>
                    <a:pt x="15725" y="124460"/>
                  </a:lnTo>
                  <a:lnTo>
                    <a:pt x="15713" y="124447"/>
                  </a:lnTo>
                  <a:lnTo>
                    <a:pt x="15710" y="124442"/>
                  </a:lnTo>
                  <a:lnTo>
                    <a:pt x="15689" y="124413"/>
                  </a:lnTo>
                  <a:lnTo>
                    <a:pt x="15671" y="124387"/>
                  </a:lnTo>
                  <a:lnTo>
                    <a:pt x="15629" y="124330"/>
                  </a:lnTo>
                  <a:lnTo>
                    <a:pt x="15614" y="124309"/>
                  </a:lnTo>
                  <a:lnTo>
                    <a:pt x="15571" y="124227"/>
                  </a:lnTo>
                  <a:lnTo>
                    <a:pt x="15558" y="124202"/>
                  </a:lnTo>
                  <a:lnTo>
                    <a:pt x="15502" y="124144"/>
                  </a:lnTo>
                  <a:lnTo>
                    <a:pt x="15463" y="124050"/>
                  </a:lnTo>
                  <a:lnTo>
                    <a:pt x="15434" y="123980"/>
                  </a:lnTo>
                  <a:lnTo>
                    <a:pt x="15419" y="123945"/>
                  </a:lnTo>
                  <a:lnTo>
                    <a:pt x="15384" y="123860"/>
                  </a:lnTo>
                  <a:lnTo>
                    <a:pt x="15372" y="123832"/>
                  </a:lnTo>
                  <a:lnTo>
                    <a:pt x="15145" y="123646"/>
                  </a:lnTo>
                  <a:lnTo>
                    <a:pt x="15124" y="123635"/>
                  </a:lnTo>
                  <a:lnTo>
                    <a:pt x="15051" y="123597"/>
                  </a:lnTo>
                  <a:lnTo>
                    <a:pt x="15035" y="123589"/>
                  </a:lnTo>
                  <a:lnTo>
                    <a:pt x="15021" y="123582"/>
                  </a:lnTo>
                  <a:lnTo>
                    <a:pt x="15015" y="123579"/>
                  </a:lnTo>
                  <a:lnTo>
                    <a:pt x="14835" y="123531"/>
                  </a:lnTo>
                  <a:lnTo>
                    <a:pt x="14709" y="123498"/>
                  </a:lnTo>
                  <a:lnTo>
                    <a:pt x="14669" y="123487"/>
                  </a:lnTo>
                  <a:lnTo>
                    <a:pt x="14631" y="123483"/>
                  </a:lnTo>
                  <a:lnTo>
                    <a:pt x="14639" y="123555"/>
                  </a:lnTo>
                  <a:lnTo>
                    <a:pt x="14641" y="123577"/>
                  </a:lnTo>
                  <a:lnTo>
                    <a:pt x="14645" y="123616"/>
                  </a:lnTo>
                  <a:lnTo>
                    <a:pt x="14647" y="123630"/>
                  </a:lnTo>
                  <a:lnTo>
                    <a:pt x="14635" y="123660"/>
                  </a:lnTo>
                  <a:lnTo>
                    <a:pt x="14632" y="123669"/>
                  </a:lnTo>
                  <a:lnTo>
                    <a:pt x="14623" y="123669"/>
                  </a:lnTo>
                  <a:lnTo>
                    <a:pt x="14614" y="123669"/>
                  </a:lnTo>
                  <a:lnTo>
                    <a:pt x="14558" y="123668"/>
                  </a:lnTo>
                  <a:lnTo>
                    <a:pt x="14544" y="123664"/>
                  </a:lnTo>
                  <a:lnTo>
                    <a:pt x="14440" y="123631"/>
                  </a:lnTo>
                  <a:lnTo>
                    <a:pt x="14345" y="123597"/>
                  </a:lnTo>
                  <a:lnTo>
                    <a:pt x="14155" y="123505"/>
                  </a:lnTo>
                  <a:lnTo>
                    <a:pt x="14089" y="123473"/>
                  </a:lnTo>
                  <a:lnTo>
                    <a:pt x="14050" y="123454"/>
                  </a:lnTo>
                  <a:lnTo>
                    <a:pt x="13947" y="123404"/>
                  </a:lnTo>
                  <a:lnTo>
                    <a:pt x="13585" y="123115"/>
                  </a:lnTo>
                  <a:lnTo>
                    <a:pt x="13575" y="123107"/>
                  </a:lnTo>
                  <a:lnTo>
                    <a:pt x="13389" y="122958"/>
                  </a:lnTo>
                  <a:lnTo>
                    <a:pt x="13384" y="122954"/>
                  </a:lnTo>
                  <a:lnTo>
                    <a:pt x="13284" y="122875"/>
                  </a:lnTo>
                  <a:lnTo>
                    <a:pt x="12740" y="122440"/>
                  </a:lnTo>
                  <a:lnTo>
                    <a:pt x="12648" y="122356"/>
                  </a:lnTo>
                  <a:lnTo>
                    <a:pt x="12540" y="122276"/>
                  </a:lnTo>
                  <a:lnTo>
                    <a:pt x="12350" y="122135"/>
                  </a:lnTo>
                  <a:lnTo>
                    <a:pt x="12291" y="122203"/>
                  </a:lnTo>
                  <a:lnTo>
                    <a:pt x="12188" y="122245"/>
                  </a:lnTo>
                  <a:lnTo>
                    <a:pt x="11825" y="121903"/>
                  </a:lnTo>
                  <a:lnTo>
                    <a:pt x="11549" y="121642"/>
                  </a:lnTo>
                  <a:lnTo>
                    <a:pt x="11347" y="121457"/>
                  </a:lnTo>
                  <a:lnTo>
                    <a:pt x="11220" y="121304"/>
                  </a:lnTo>
                  <a:lnTo>
                    <a:pt x="11361" y="121170"/>
                  </a:lnTo>
                  <a:lnTo>
                    <a:pt x="11367" y="121108"/>
                  </a:lnTo>
                  <a:lnTo>
                    <a:pt x="11173" y="120947"/>
                  </a:lnTo>
                  <a:lnTo>
                    <a:pt x="10972" y="120779"/>
                  </a:lnTo>
                  <a:lnTo>
                    <a:pt x="10950" y="120771"/>
                  </a:lnTo>
                  <a:lnTo>
                    <a:pt x="10781" y="120540"/>
                  </a:lnTo>
                  <a:lnTo>
                    <a:pt x="10828" y="120478"/>
                  </a:lnTo>
                  <a:lnTo>
                    <a:pt x="10870" y="120423"/>
                  </a:lnTo>
                  <a:lnTo>
                    <a:pt x="10932" y="120373"/>
                  </a:lnTo>
                  <a:lnTo>
                    <a:pt x="11086" y="120420"/>
                  </a:lnTo>
                  <a:lnTo>
                    <a:pt x="11144" y="120501"/>
                  </a:lnTo>
                  <a:lnTo>
                    <a:pt x="11270" y="120688"/>
                  </a:lnTo>
                  <a:lnTo>
                    <a:pt x="11360" y="120822"/>
                  </a:lnTo>
                  <a:lnTo>
                    <a:pt x="11357" y="120878"/>
                  </a:lnTo>
                  <a:lnTo>
                    <a:pt x="11409" y="120937"/>
                  </a:lnTo>
                  <a:lnTo>
                    <a:pt x="11563" y="120898"/>
                  </a:lnTo>
                  <a:lnTo>
                    <a:pt x="11670" y="120815"/>
                  </a:lnTo>
                  <a:lnTo>
                    <a:pt x="11761" y="120798"/>
                  </a:lnTo>
                  <a:lnTo>
                    <a:pt x="11807" y="120702"/>
                  </a:lnTo>
                  <a:lnTo>
                    <a:pt x="11763" y="120668"/>
                  </a:lnTo>
                  <a:lnTo>
                    <a:pt x="11755" y="120662"/>
                  </a:lnTo>
                  <a:lnTo>
                    <a:pt x="11751" y="120659"/>
                  </a:lnTo>
                  <a:lnTo>
                    <a:pt x="11461" y="120436"/>
                  </a:lnTo>
                  <a:lnTo>
                    <a:pt x="11386" y="120379"/>
                  </a:lnTo>
                  <a:lnTo>
                    <a:pt x="11038" y="120112"/>
                  </a:lnTo>
                  <a:lnTo>
                    <a:pt x="10935" y="119974"/>
                  </a:lnTo>
                  <a:lnTo>
                    <a:pt x="10906" y="119937"/>
                  </a:lnTo>
                  <a:lnTo>
                    <a:pt x="10786" y="119777"/>
                  </a:lnTo>
                  <a:lnTo>
                    <a:pt x="10781" y="119769"/>
                  </a:lnTo>
                  <a:lnTo>
                    <a:pt x="10635" y="119575"/>
                  </a:lnTo>
                  <a:lnTo>
                    <a:pt x="10597" y="119517"/>
                  </a:lnTo>
                  <a:lnTo>
                    <a:pt x="10590" y="119507"/>
                  </a:lnTo>
                  <a:lnTo>
                    <a:pt x="10544" y="119446"/>
                  </a:lnTo>
                  <a:lnTo>
                    <a:pt x="10516" y="119408"/>
                  </a:lnTo>
                  <a:lnTo>
                    <a:pt x="10423" y="119284"/>
                  </a:lnTo>
                  <a:lnTo>
                    <a:pt x="10209" y="119001"/>
                  </a:lnTo>
                  <a:lnTo>
                    <a:pt x="10137" y="118938"/>
                  </a:lnTo>
                  <a:lnTo>
                    <a:pt x="10115" y="118918"/>
                  </a:lnTo>
                  <a:lnTo>
                    <a:pt x="9771" y="118308"/>
                  </a:lnTo>
                  <a:lnTo>
                    <a:pt x="9745" y="118229"/>
                  </a:lnTo>
                  <a:lnTo>
                    <a:pt x="9740" y="118213"/>
                  </a:lnTo>
                  <a:lnTo>
                    <a:pt x="9575" y="117918"/>
                  </a:lnTo>
                  <a:lnTo>
                    <a:pt x="9505" y="117794"/>
                  </a:lnTo>
                  <a:lnTo>
                    <a:pt x="9573" y="117754"/>
                  </a:lnTo>
                  <a:lnTo>
                    <a:pt x="9796" y="117871"/>
                  </a:lnTo>
                  <a:lnTo>
                    <a:pt x="9892" y="117922"/>
                  </a:lnTo>
                  <a:lnTo>
                    <a:pt x="10060" y="117828"/>
                  </a:lnTo>
                  <a:lnTo>
                    <a:pt x="10042" y="117819"/>
                  </a:lnTo>
                  <a:lnTo>
                    <a:pt x="9816" y="117701"/>
                  </a:lnTo>
                  <a:lnTo>
                    <a:pt x="9925" y="117472"/>
                  </a:lnTo>
                  <a:lnTo>
                    <a:pt x="9925" y="117457"/>
                  </a:lnTo>
                  <a:lnTo>
                    <a:pt x="9918" y="117439"/>
                  </a:lnTo>
                  <a:lnTo>
                    <a:pt x="9885" y="117445"/>
                  </a:lnTo>
                  <a:lnTo>
                    <a:pt x="9861" y="117432"/>
                  </a:lnTo>
                  <a:lnTo>
                    <a:pt x="9877" y="117398"/>
                  </a:lnTo>
                  <a:lnTo>
                    <a:pt x="9862" y="117391"/>
                  </a:lnTo>
                  <a:lnTo>
                    <a:pt x="9865" y="117385"/>
                  </a:lnTo>
                  <a:lnTo>
                    <a:pt x="9845" y="117373"/>
                  </a:lnTo>
                  <a:lnTo>
                    <a:pt x="9827" y="117377"/>
                  </a:lnTo>
                  <a:lnTo>
                    <a:pt x="9810" y="117382"/>
                  </a:lnTo>
                  <a:lnTo>
                    <a:pt x="9810" y="117389"/>
                  </a:lnTo>
                  <a:lnTo>
                    <a:pt x="9818" y="117403"/>
                  </a:lnTo>
                  <a:lnTo>
                    <a:pt x="9828" y="117409"/>
                  </a:lnTo>
                  <a:lnTo>
                    <a:pt x="9814" y="117441"/>
                  </a:lnTo>
                  <a:lnTo>
                    <a:pt x="9805" y="117437"/>
                  </a:lnTo>
                  <a:lnTo>
                    <a:pt x="9764" y="117519"/>
                  </a:lnTo>
                  <a:lnTo>
                    <a:pt x="9435" y="117348"/>
                  </a:lnTo>
                  <a:lnTo>
                    <a:pt x="9407" y="117358"/>
                  </a:lnTo>
                  <a:lnTo>
                    <a:pt x="9291" y="117399"/>
                  </a:lnTo>
                  <a:lnTo>
                    <a:pt x="8917" y="117493"/>
                  </a:lnTo>
                  <a:lnTo>
                    <a:pt x="8890" y="117479"/>
                  </a:lnTo>
                  <a:lnTo>
                    <a:pt x="8887" y="117461"/>
                  </a:lnTo>
                  <a:lnTo>
                    <a:pt x="8886" y="117450"/>
                  </a:lnTo>
                  <a:lnTo>
                    <a:pt x="8897" y="117363"/>
                  </a:lnTo>
                  <a:lnTo>
                    <a:pt x="8891" y="117328"/>
                  </a:lnTo>
                  <a:lnTo>
                    <a:pt x="8880" y="117281"/>
                  </a:lnTo>
                  <a:lnTo>
                    <a:pt x="8788" y="117007"/>
                  </a:lnTo>
                  <a:lnTo>
                    <a:pt x="8693" y="116820"/>
                  </a:lnTo>
                  <a:lnTo>
                    <a:pt x="8641" y="116740"/>
                  </a:lnTo>
                  <a:lnTo>
                    <a:pt x="8598" y="116706"/>
                  </a:lnTo>
                  <a:lnTo>
                    <a:pt x="8592" y="116701"/>
                  </a:lnTo>
                  <a:lnTo>
                    <a:pt x="8565" y="116689"/>
                  </a:lnTo>
                  <a:lnTo>
                    <a:pt x="8525" y="116653"/>
                  </a:lnTo>
                  <a:lnTo>
                    <a:pt x="8519" y="116647"/>
                  </a:lnTo>
                  <a:lnTo>
                    <a:pt x="8513" y="116634"/>
                  </a:lnTo>
                  <a:lnTo>
                    <a:pt x="8380" y="116338"/>
                  </a:lnTo>
                  <a:lnTo>
                    <a:pt x="8342" y="116242"/>
                  </a:lnTo>
                  <a:lnTo>
                    <a:pt x="8330" y="116175"/>
                  </a:lnTo>
                  <a:lnTo>
                    <a:pt x="8313" y="116045"/>
                  </a:lnTo>
                  <a:lnTo>
                    <a:pt x="8313" y="116041"/>
                  </a:lnTo>
                  <a:lnTo>
                    <a:pt x="8312" y="116034"/>
                  </a:lnTo>
                  <a:lnTo>
                    <a:pt x="8310" y="116024"/>
                  </a:lnTo>
                  <a:lnTo>
                    <a:pt x="8304" y="115927"/>
                  </a:lnTo>
                  <a:lnTo>
                    <a:pt x="8292" y="115755"/>
                  </a:lnTo>
                  <a:lnTo>
                    <a:pt x="8295" y="115737"/>
                  </a:lnTo>
                  <a:lnTo>
                    <a:pt x="8298" y="115725"/>
                  </a:lnTo>
                  <a:lnTo>
                    <a:pt x="8334" y="115532"/>
                  </a:lnTo>
                  <a:lnTo>
                    <a:pt x="8342" y="115492"/>
                  </a:lnTo>
                  <a:lnTo>
                    <a:pt x="8362" y="115453"/>
                  </a:lnTo>
                  <a:lnTo>
                    <a:pt x="8378" y="115429"/>
                  </a:lnTo>
                  <a:lnTo>
                    <a:pt x="8386" y="115417"/>
                  </a:lnTo>
                  <a:lnTo>
                    <a:pt x="8421" y="115366"/>
                  </a:lnTo>
                  <a:lnTo>
                    <a:pt x="8428" y="115354"/>
                  </a:lnTo>
                  <a:lnTo>
                    <a:pt x="8518" y="115230"/>
                  </a:lnTo>
                  <a:lnTo>
                    <a:pt x="8530" y="115226"/>
                  </a:lnTo>
                  <a:lnTo>
                    <a:pt x="8565" y="115220"/>
                  </a:lnTo>
                  <a:lnTo>
                    <a:pt x="8608" y="115212"/>
                  </a:lnTo>
                  <a:lnTo>
                    <a:pt x="8628" y="115219"/>
                  </a:lnTo>
                  <a:lnTo>
                    <a:pt x="8641" y="115210"/>
                  </a:lnTo>
                  <a:lnTo>
                    <a:pt x="8653" y="115199"/>
                  </a:lnTo>
                  <a:lnTo>
                    <a:pt x="8673" y="115181"/>
                  </a:lnTo>
                  <a:lnTo>
                    <a:pt x="8712" y="115130"/>
                  </a:lnTo>
                  <a:lnTo>
                    <a:pt x="8730" y="115107"/>
                  </a:lnTo>
                  <a:lnTo>
                    <a:pt x="8734" y="115102"/>
                  </a:lnTo>
                  <a:lnTo>
                    <a:pt x="8740" y="115093"/>
                  </a:lnTo>
                  <a:lnTo>
                    <a:pt x="8784" y="115036"/>
                  </a:lnTo>
                  <a:lnTo>
                    <a:pt x="8796" y="115023"/>
                  </a:lnTo>
                  <a:lnTo>
                    <a:pt x="8828" y="114990"/>
                  </a:lnTo>
                  <a:lnTo>
                    <a:pt x="8844" y="114973"/>
                  </a:lnTo>
                  <a:lnTo>
                    <a:pt x="9044" y="114761"/>
                  </a:lnTo>
                  <a:lnTo>
                    <a:pt x="9051" y="114761"/>
                  </a:lnTo>
                  <a:lnTo>
                    <a:pt x="9234" y="114556"/>
                  </a:lnTo>
                  <a:lnTo>
                    <a:pt x="9202" y="114259"/>
                  </a:lnTo>
                  <a:lnTo>
                    <a:pt x="9232" y="114036"/>
                  </a:lnTo>
                  <a:lnTo>
                    <a:pt x="9236" y="113604"/>
                  </a:lnTo>
                  <a:lnTo>
                    <a:pt x="9236" y="113594"/>
                  </a:lnTo>
                  <a:lnTo>
                    <a:pt x="9237" y="113554"/>
                  </a:lnTo>
                  <a:lnTo>
                    <a:pt x="9207" y="113540"/>
                  </a:lnTo>
                  <a:lnTo>
                    <a:pt x="9195" y="113535"/>
                  </a:lnTo>
                  <a:lnTo>
                    <a:pt x="9170" y="113524"/>
                  </a:lnTo>
                  <a:lnTo>
                    <a:pt x="9146" y="113512"/>
                  </a:lnTo>
                  <a:lnTo>
                    <a:pt x="8988" y="113441"/>
                  </a:lnTo>
                  <a:lnTo>
                    <a:pt x="8924" y="113457"/>
                  </a:lnTo>
                  <a:lnTo>
                    <a:pt x="8864" y="113472"/>
                  </a:lnTo>
                  <a:lnTo>
                    <a:pt x="8825" y="113499"/>
                  </a:lnTo>
                  <a:lnTo>
                    <a:pt x="8806" y="113628"/>
                  </a:lnTo>
                  <a:lnTo>
                    <a:pt x="8804" y="113643"/>
                  </a:lnTo>
                  <a:lnTo>
                    <a:pt x="8778" y="113819"/>
                  </a:lnTo>
                  <a:lnTo>
                    <a:pt x="8735" y="113787"/>
                  </a:lnTo>
                  <a:lnTo>
                    <a:pt x="8725" y="113779"/>
                  </a:lnTo>
                  <a:lnTo>
                    <a:pt x="8551" y="113322"/>
                  </a:lnTo>
                  <a:lnTo>
                    <a:pt x="8545" y="113306"/>
                  </a:lnTo>
                  <a:lnTo>
                    <a:pt x="8546" y="113279"/>
                  </a:lnTo>
                  <a:lnTo>
                    <a:pt x="8556" y="113267"/>
                  </a:lnTo>
                  <a:lnTo>
                    <a:pt x="8552" y="113243"/>
                  </a:lnTo>
                  <a:lnTo>
                    <a:pt x="8547" y="113215"/>
                  </a:lnTo>
                  <a:lnTo>
                    <a:pt x="8524" y="113079"/>
                  </a:lnTo>
                  <a:lnTo>
                    <a:pt x="8520" y="113053"/>
                  </a:lnTo>
                  <a:lnTo>
                    <a:pt x="8504" y="113035"/>
                  </a:lnTo>
                  <a:lnTo>
                    <a:pt x="8491" y="113020"/>
                  </a:lnTo>
                  <a:lnTo>
                    <a:pt x="8489" y="113017"/>
                  </a:lnTo>
                  <a:lnTo>
                    <a:pt x="8470" y="112983"/>
                  </a:lnTo>
                  <a:lnTo>
                    <a:pt x="8463" y="112969"/>
                  </a:lnTo>
                  <a:lnTo>
                    <a:pt x="8457" y="112958"/>
                  </a:lnTo>
                  <a:lnTo>
                    <a:pt x="8440" y="112927"/>
                  </a:lnTo>
                  <a:lnTo>
                    <a:pt x="8313" y="112685"/>
                  </a:lnTo>
                  <a:lnTo>
                    <a:pt x="8303" y="112665"/>
                  </a:lnTo>
                  <a:lnTo>
                    <a:pt x="8285" y="112631"/>
                  </a:lnTo>
                  <a:lnTo>
                    <a:pt x="8256" y="112573"/>
                  </a:lnTo>
                  <a:lnTo>
                    <a:pt x="8231" y="112525"/>
                  </a:lnTo>
                  <a:lnTo>
                    <a:pt x="8094" y="112197"/>
                  </a:lnTo>
                  <a:lnTo>
                    <a:pt x="8100" y="112179"/>
                  </a:lnTo>
                  <a:lnTo>
                    <a:pt x="8104" y="112165"/>
                  </a:lnTo>
                  <a:lnTo>
                    <a:pt x="8091" y="112101"/>
                  </a:lnTo>
                  <a:lnTo>
                    <a:pt x="8087" y="112081"/>
                  </a:lnTo>
                  <a:lnTo>
                    <a:pt x="8036" y="111964"/>
                  </a:lnTo>
                  <a:lnTo>
                    <a:pt x="8034" y="111960"/>
                  </a:lnTo>
                  <a:lnTo>
                    <a:pt x="7936" y="111764"/>
                  </a:lnTo>
                  <a:lnTo>
                    <a:pt x="7870" y="111632"/>
                  </a:lnTo>
                  <a:lnTo>
                    <a:pt x="7850" y="111594"/>
                  </a:lnTo>
                  <a:lnTo>
                    <a:pt x="7811" y="111522"/>
                  </a:lnTo>
                  <a:lnTo>
                    <a:pt x="7808" y="111516"/>
                  </a:lnTo>
                  <a:lnTo>
                    <a:pt x="7644" y="111145"/>
                  </a:lnTo>
                  <a:lnTo>
                    <a:pt x="7643" y="111129"/>
                  </a:lnTo>
                  <a:lnTo>
                    <a:pt x="7640" y="111078"/>
                  </a:lnTo>
                  <a:lnTo>
                    <a:pt x="7639" y="111063"/>
                  </a:lnTo>
                  <a:lnTo>
                    <a:pt x="7405" y="110479"/>
                  </a:lnTo>
                  <a:lnTo>
                    <a:pt x="7388" y="110438"/>
                  </a:lnTo>
                  <a:lnTo>
                    <a:pt x="7186" y="109940"/>
                  </a:lnTo>
                  <a:lnTo>
                    <a:pt x="7159" y="109880"/>
                  </a:lnTo>
                  <a:lnTo>
                    <a:pt x="7140" y="109838"/>
                  </a:lnTo>
                  <a:lnTo>
                    <a:pt x="7048" y="109637"/>
                  </a:lnTo>
                  <a:lnTo>
                    <a:pt x="7040" y="109620"/>
                  </a:lnTo>
                  <a:lnTo>
                    <a:pt x="6971" y="109417"/>
                  </a:lnTo>
                  <a:lnTo>
                    <a:pt x="6959" y="109382"/>
                  </a:lnTo>
                  <a:lnTo>
                    <a:pt x="6960" y="109348"/>
                  </a:lnTo>
                  <a:lnTo>
                    <a:pt x="6940" y="109301"/>
                  </a:lnTo>
                  <a:lnTo>
                    <a:pt x="6926" y="109267"/>
                  </a:lnTo>
                  <a:lnTo>
                    <a:pt x="6862" y="109153"/>
                  </a:lnTo>
                  <a:lnTo>
                    <a:pt x="6858" y="109147"/>
                  </a:lnTo>
                  <a:lnTo>
                    <a:pt x="6837" y="109131"/>
                  </a:lnTo>
                  <a:lnTo>
                    <a:pt x="6817" y="109135"/>
                  </a:lnTo>
                  <a:lnTo>
                    <a:pt x="6565" y="109187"/>
                  </a:lnTo>
                  <a:lnTo>
                    <a:pt x="6491" y="109192"/>
                  </a:lnTo>
                  <a:lnTo>
                    <a:pt x="6485" y="109171"/>
                  </a:lnTo>
                  <a:lnTo>
                    <a:pt x="6483" y="109166"/>
                  </a:lnTo>
                  <a:lnTo>
                    <a:pt x="6439" y="108911"/>
                  </a:lnTo>
                  <a:lnTo>
                    <a:pt x="6462" y="108893"/>
                  </a:lnTo>
                  <a:lnTo>
                    <a:pt x="6676" y="108854"/>
                  </a:lnTo>
                  <a:lnTo>
                    <a:pt x="6689" y="108835"/>
                  </a:lnTo>
                  <a:lnTo>
                    <a:pt x="6693" y="108814"/>
                  </a:lnTo>
                  <a:lnTo>
                    <a:pt x="6699" y="108789"/>
                  </a:lnTo>
                  <a:lnTo>
                    <a:pt x="6701" y="108732"/>
                  </a:lnTo>
                  <a:lnTo>
                    <a:pt x="6703" y="108688"/>
                  </a:lnTo>
                  <a:lnTo>
                    <a:pt x="6690" y="108638"/>
                  </a:lnTo>
                  <a:lnTo>
                    <a:pt x="6673" y="108590"/>
                  </a:lnTo>
                  <a:lnTo>
                    <a:pt x="6622" y="108453"/>
                  </a:lnTo>
                  <a:lnTo>
                    <a:pt x="6591" y="108370"/>
                  </a:lnTo>
                  <a:lnTo>
                    <a:pt x="6581" y="108342"/>
                  </a:lnTo>
                  <a:lnTo>
                    <a:pt x="6483" y="108017"/>
                  </a:lnTo>
                  <a:lnTo>
                    <a:pt x="6325" y="107551"/>
                  </a:lnTo>
                  <a:lnTo>
                    <a:pt x="6319" y="107536"/>
                  </a:lnTo>
                  <a:lnTo>
                    <a:pt x="6314" y="107519"/>
                  </a:lnTo>
                  <a:lnTo>
                    <a:pt x="6246" y="107320"/>
                  </a:lnTo>
                  <a:lnTo>
                    <a:pt x="6235" y="107288"/>
                  </a:lnTo>
                  <a:lnTo>
                    <a:pt x="6218" y="107276"/>
                  </a:lnTo>
                  <a:lnTo>
                    <a:pt x="6167" y="107285"/>
                  </a:lnTo>
                  <a:lnTo>
                    <a:pt x="6082" y="107350"/>
                  </a:lnTo>
                  <a:lnTo>
                    <a:pt x="5962" y="106953"/>
                  </a:lnTo>
                  <a:lnTo>
                    <a:pt x="5998" y="106906"/>
                  </a:lnTo>
                  <a:lnTo>
                    <a:pt x="6090" y="106786"/>
                  </a:lnTo>
                  <a:lnTo>
                    <a:pt x="6081" y="106722"/>
                  </a:lnTo>
                  <a:lnTo>
                    <a:pt x="6073" y="106666"/>
                  </a:lnTo>
                  <a:lnTo>
                    <a:pt x="6068" y="106634"/>
                  </a:lnTo>
                  <a:lnTo>
                    <a:pt x="6064" y="106603"/>
                  </a:lnTo>
                  <a:lnTo>
                    <a:pt x="6061" y="106593"/>
                  </a:lnTo>
                  <a:lnTo>
                    <a:pt x="6053" y="106560"/>
                  </a:lnTo>
                  <a:lnTo>
                    <a:pt x="6030" y="106465"/>
                  </a:lnTo>
                  <a:lnTo>
                    <a:pt x="5962" y="106232"/>
                  </a:lnTo>
                  <a:lnTo>
                    <a:pt x="5882" y="105981"/>
                  </a:lnTo>
                  <a:lnTo>
                    <a:pt x="5712" y="105536"/>
                  </a:lnTo>
                  <a:lnTo>
                    <a:pt x="5678" y="105447"/>
                  </a:lnTo>
                  <a:lnTo>
                    <a:pt x="5658" y="105397"/>
                  </a:lnTo>
                  <a:lnTo>
                    <a:pt x="5611" y="105280"/>
                  </a:lnTo>
                  <a:lnTo>
                    <a:pt x="5561" y="105148"/>
                  </a:lnTo>
                  <a:lnTo>
                    <a:pt x="5524" y="105018"/>
                  </a:lnTo>
                  <a:lnTo>
                    <a:pt x="5446" y="104737"/>
                  </a:lnTo>
                  <a:lnTo>
                    <a:pt x="5421" y="104645"/>
                  </a:lnTo>
                  <a:lnTo>
                    <a:pt x="5414" y="104619"/>
                  </a:lnTo>
                  <a:lnTo>
                    <a:pt x="5412" y="104611"/>
                  </a:lnTo>
                  <a:lnTo>
                    <a:pt x="5401" y="104564"/>
                  </a:lnTo>
                  <a:lnTo>
                    <a:pt x="5367" y="104422"/>
                  </a:lnTo>
                  <a:lnTo>
                    <a:pt x="5365" y="104407"/>
                  </a:lnTo>
                  <a:lnTo>
                    <a:pt x="5356" y="104354"/>
                  </a:lnTo>
                  <a:lnTo>
                    <a:pt x="5366" y="104205"/>
                  </a:lnTo>
                  <a:lnTo>
                    <a:pt x="5375" y="104144"/>
                  </a:lnTo>
                  <a:lnTo>
                    <a:pt x="5380" y="104113"/>
                  </a:lnTo>
                  <a:lnTo>
                    <a:pt x="5398" y="103988"/>
                  </a:lnTo>
                  <a:lnTo>
                    <a:pt x="5401" y="103968"/>
                  </a:lnTo>
                  <a:lnTo>
                    <a:pt x="5404" y="103949"/>
                  </a:lnTo>
                  <a:lnTo>
                    <a:pt x="5406" y="103935"/>
                  </a:lnTo>
                  <a:lnTo>
                    <a:pt x="5409" y="103916"/>
                  </a:lnTo>
                  <a:lnTo>
                    <a:pt x="5412" y="103773"/>
                  </a:lnTo>
                  <a:lnTo>
                    <a:pt x="5412" y="103734"/>
                  </a:lnTo>
                  <a:lnTo>
                    <a:pt x="5412" y="103725"/>
                  </a:lnTo>
                  <a:lnTo>
                    <a:pt x="5413" y="103699"/>
                  </a:lnTo>
                  <a:lnTo>
                    <a:pt x="5413" y="103677"/>
                  </a:lnTo>
                  <a:lnTo>
                    <a:pt x="5412" y="103656"/>
                  </a:lnTo>
                  <a:lnTo>
                    <a:pt x="5408" y="103609"/>
                  </a:lnTo>
                  <a:lnTo>
                    <a:pt x="5407" y="103594"/>
                  </a:lnTo>
                  <a:lnTo>
                    <a:pt x="5380" y="103418"/>
                  </a:lnTo>
                  <a:lnTo>
                    <a:pt x="5302" y="103031"/>
                  </a:lnTo>
                  <a:lnTo>
                    <a:pt x="5281" y="102951"/>
                  </a:lnTo>
                  <a:lnTo>
                    <a:pt x="5261" y="102894"/>
                  </a:lnTo>
                  <a:lnTo>
                    <a:pt x="5225" y="102791"/>
                  </a:lnTo>
                  <a:lnTo>
                    <a:pt x="5077" y="102471"/>
                  </a:lnTo>
                  <a:lnTo>
                    <a:pt x="5014" y="102347"/>
                  </a:lnTo>
                  <a:lnTo>
                    <a:pt x="4955" y="102239"/>
                  </a:lnTo>
                  <a:lnTo>
                    <a:pt x="4944" y="102217"/>
                  </a:lnTo>
                  <a:lnTo>
                    <a:pt x="4937" y="102203"/>
                  </a:lnTo>
                  <a:lnTo>
                    <a:pt x="4839" y="102005"/>
                  </a:lnTo>
                  <a:lnTo>
                    <a:pt x="4815" y="101956"/>
                  </a:lnTo>
                  <a:lnTo>
                    <a:pt x="4712" y="101749"/>
                  </a:lnTo>
                  <a:lnTo>
                    <a:pt x="4698" y="101719"/>
                  </a:lnTo>
                  <a:lnTo>
                    <a:pt x="4681" y="101686"/>
                  </a:lnTo>
                  <a:lnTo>
                    <a:pt x="4677" y="101677"/>
                  </a:lnTo>
                  <a:lnTo>
                    <a:pt x="4671" y="101664"/>
                  </a:lnTo>
                  <a:lnTo>
                    <a:pt x="4658" y="101638"/>
                  </a:lnTo>
                  <a:lnTo>
                    <a:pt x="4568" y="101519"/>
                  </a:lnTo>
                  <a:lnTo>
                    <a:pt x="4411" y="101312"/>
                  </a:lnTo>
                  <a:lnTo>
                    <a:pt x="4343" y="101231"/>
                  </a:lnTo>
                  <a:lnTo>
                    <a:pt x="4151" y="101036"/>
                  </a:lnTo>
                  <a:lnTo>
                    <a:pt x="4103" y="101000"/>
                  </a:lnTo>
                  <a:lnTo>
                    <a:pt x="4093" y="100911"/>
                  </a:lnTo>
                  <a:lnTo>
                    <a:pt x="4069" y="100857"/>
                  </a:lnTo>
                  <a:lnTo>
                    <a:pt x="4047" y="100834"/>
                  </a:lnTo>
                  <a:lnTo>
                    <a:pt x="4035" y="100821"/>
                  </a:lnTo>
                  <a:lnTo>
                    <a:pt x="3976" y="100785"/>
                  </a:lnTo>
                  <a:lnTo>
                    <a:pt x="3929" y="100772"/>
                  </a:lnTo>
                  <a:lnTo>
                    <a:pt x="3843" y="100721"/>
                  </a:lnTo>
                  <a:lnTo>
                    <a:pt x="3768" y="100663"/>
                  </a:lnTo>
                  <a:lnTo>
                    <a:pt x="3468" y="100403"/>
                  </a:lnTo>
                  <a:lnTo>
                    <a:pt x="3225" y="100193"/>
                  </a:lnTo>
                  <a:lnTo>
                    <a:pt x="3162" y="100138"/>
                  </a:lnTo>
                  <a:lnTo>
                    <a:pt x="2924" y="99931"/>
                  </a:lnTo>
                  <a:lnTo>
                    <a:pt x="2859" y="99874"/>
                  </a:lnTo>
                  <a:lnTo>
                    <a:pt x="2832" y="99855"/>
                  </a:lnTo>
                  <a:lnTo>
                    <a:pt x="2801" y="99833"/>
                  </a:lnTo>
                  <a:lnTo>
                    <a:pt x="2759" y="99802"/>
                  </a:lnTo>
                  <a:lnTo>
                    <a:pt x="2688" y="99750"/>
                  </a:lnTo>
                  <a:lnTo>
                    <a:pt x="2255" y="99465"/>
                  </a:lnTo>
                  <a:lnTo>
                    <a:pt x="1952" y="99266"/>
                  </a:lnTo>
                  <a:lnTo>
                    <a:pt x="1775" y="99149"/>
                  </a:lnTo>
                  <a:lnTo>
                    <a:pt x="1619" y="99047"/>
                  </a:lnTo>
                  <a:lnTo>
                    <a:pt x="1541" y="99008"/>
                  </a:lnTo>
                  <a:lnTo>
                    <a:pt x="1319" y="98931"/>
                  </a:lnTo>
                  <a:lnTo>
                    <a:pt x="1226" y="98873"/>
                  </a:lnTo>
                  <a:lnTo>
                    <a:pt x="1221" y="98851"/>
                  </a:lnTo>
                  <a:lnTo>
                    <a:pt x="1238" y="98817"/>
                  </a:lnTo>
                  <a:lnTo>
                    <a:pt x="1297" y="98702"/>
                  </a:lnTo>
                  <a:lnTo>
                    <a:pt x="1301" y="98687"/>
                  </a:lnTo>
                  <a:lnTo>
                    <a:pt x="1323" y="98598"/>
                  </a:lnTo>
                  <a:lnTo>
                    <a:pt x="1293" y="98466"/>
                  </a:lnTo>
                  <a:lnTo>
                    <a:pt x="1290" y="98455"/>
                  </a:lnTo>
                  <a:lnTo>
                    <a:pt x="1261" y="98421"/>
                  </a:lnTo>
                  <a:lnTo>
                    <a:pt x="1228" y="98382"/>
                  </a:lnTo>
                  <a:lnTo>
                    <a:pt x="1214" y="98366"/>
                  </a:lnTo>
                  <a:lnTo>
                    <a:pt x="1123" y="98444"/>
                  </a:lnTo>
                  <a:lnTo>
                    <a:pt x="1075" y="98485"/>
                  </a:lnTo>
                  <a:lnTo>
                    <a:pt x="1011" y="98539"/>
                  </a:lnTo>
                  <a:lnTo>
                    <a:pt x="1007" y="98544"/>
                  </a:lnTo>
                  <a:lnTo>
                    <a:pt x="1002" y="98562"/>
                  </a:lnTo>
                  <a:lnTo>
                    <a:pt x="980" y="98577"/>
                  </a:lnTo>
                  <a:lnTo>
                    <a:pt x="947" y="98585"/>
                  </a:lnTo>
                  <a:lnTo>
                    <a:pt x="755" y="98489"/>
                  </a:lnTo>
                  <a:lnTo>
                    <a:pt x="699" y="98397"/>
                  </a:lnTo>
                  <a:lnTo>
                    <a:pt x="652" y="98319"/>
                  </a:lnTo>
                  <a:lnTo>
                    <a:pt x="632" y="98268"/>
                  </a:lnTo>
                  <a:lnTo>
                    <a:pt x="620" y="98237"/>
                  </a:lnTo>
                  <a:lnTo>
                    <a:pt x="593" y="98236"/>
                  </a:lnTo>
                  <a:lnTo>
                    <a:pt x="379" y="98116"/>
                  </a:lnTo>
                  <a:lnTo>
                    <a:pt x="255" y="98067"/>
                  </a:lnTo>
                  <a:lnTo>
                    <a:pt x="233" y="98070"/>
                  </a:lnTo>
                  <a:lnTo>
                    <a:pt x="207" y="98162"/>
                  </a:lnTo>
                  <a:lnTo>
                    <a:pt x="249" y="98211"/>
                  </a:lnTo>
                  <a:lnTo>
                    <a:pt x="194" y="98283"/>
                  </a:lnTo>
                  <a:lnTo>
                    <a:pt x="142" y="98250"/>
                  </a:lnTo>
                  <a:lnTo>
                    <a:pt x="48" y="97815"/>
                  </a:lnTo>
                  <a:lnTo>
                    <a:pt x="43" y="97649"/>
                  </a:lnTo>
                  <a:lnTo>
                    <a:pt x="123" y="97276"/>
                  </a:lnTo>
                  <a:lnTo>
                    <a:pt x="136" y="97242"/>
                  </a:lnTo>
                  <a:lnTo>
                    <a:pt x="125" y="97240"/>
                  </a:lnTo>
                  <a:lnTo>
                    <a:pt x="74" y="97230"/>
                  </a:lnTo>
                  <a:lnTo>
                    <a:pt x="68" y="97137"/>
                  </a:lnTo>
                  <a:lnTo>
                    <a:pt x="47" y="96817"/>
                  </a:lnTo>
                  <a:lnTo>
                    <a:pt x="10" y="96775"/>
                  </a:lnTo>
                  <a:lnTo>
                    <a:pt x="5" y="96664"/>
                  </a:lnTo>
                  <a:lnTo>
                    <a:pt x="3" y="96478"/>
                  </a:lnTo>
                  <a:lnTo>
                    <a:pt x="2" y="96465"/>
                  </a:lnTo>
                  <a:lnTo>
                    <a:pt x="0" y="96320"/>
                  </a:lnTo>
                  <a:lnTo>
                    <a:pt x="0" y="96263"/>
                  </a:lnTo>
                  <a:lnTo>
                    <a:pt x="23" y="96208"/>
                  </a:lnTo>
                  <a:lnTo>
                    <a:pt x="72" y="96093"/>
                  </a:lnTo>
                  <a:lnTo>
                    <a:pt x="150" y="96000"/>
                  </a:lnTo>
                  <a:lnTo>
                    <a:pt x="173" y="95916"/>
                  </a:lnTo>
                  <a:lnTo>
                    <a:pt x="199" y="95778"/>
                  </a:lnTo>
                  <a:lnTo>
                    <a:pt x="221" y="95726"/>
                  </a:lnTo>
                  <a:lnTo>
                    <a:pt x="260" y="95671"/>
                  </a:lnTo>
                  <a:lnTo>
                    <a:pt x="301" y="95630"/>
                  </a:lnTo>
                  <a:lnTo>
                    <a:pt x="347" y="95598"/>
                  </a:lnTo>
                  <a:lnTo>
                    <a:pt x="518" y="95524"/>
                  </a:lnTo>
                  <a:lnTo>
                    <a:pt x="572" y="95509"/>
                  </a:lnTo>
                  <a:lnTo>
                    <a:pt x="581" y="95514"/>
                  </a:lnTo>
                  <a:lnTo>
                    <a:pt x="589" y="95520"/>
                  </a:lnTo>
                  <a:lnTo>
                    <a:pt x="595" y="95529"/>
                  </a:lnTo>
                  <a:lnTo>
                    <a:pt x="599" y="95540"/>
                  </a:lnTo>
                  <a:lnTo>
                    <a:pt x="549" y="95547"/>
                  </a:lnTo>
                  <a:lnTo>
                    <a:pt x="536" y="95551"/>
                  </a:lnTo>
                  <a:lnTo>
                    <a:pt x="365" y="95677"/>
                  </a:lnTo>
                  <a:lnTo>
                    <a:pt x="342" y="95712"/>
                  </a:lnTo>
                  <a:lnTo>
                    <a:pt x="276" y="95820"/>
                  </a:lnTo>
                  <a:lnTo>
                    <a:pt x="175" y="96029"/>
                  </a:lnTo>
                  <a:lnTo>
                    <a:pt x="171" y="96086"/>
                  </a:lnTo>
                  <a:lnTo>
                    <a:pt x="181" y="96098"/>
                  </a:lnTo>
                  <a:lnTo>
                    <a:pt x="212" y="96082"/>
                  </a:lnTo>
                  <a:lnTo>
                    <a:pt x="583" y="95789"/>
                  </a:lnTo>
                  <a:lnTo>
                    <a:pt x="596" y="95779"/>
                  </a:lnTo>
                  <a:lnTo>
                    <a:pt x="639" y="95747"/>
                  </a:lnTo>
                  <a:lnTo>
                    <a:pt x="652" y="95739"/>
                  </a:lnTo>
                  <a:lnTo>
                    <a:pt x="657" y="95736"/>
                  </a:lnTo>
                  <a:lnTo>
                    <a:pt x="664" y="95732"/>
                  </a:lnTo>
                  <a:lnTo>
                    <a:pt x="670" y="95728"/>
                  </a:lnTo>
                  <a:lnTo>
                    <a:pt x="677" y="95724"/>
                  </a:lnTo>
                  <a:lnTo>
                    <a:pt x="712" y="95702"/>
                  </a:lnTo>
                  <a:lnTo>
                    <a:pt x="1347" y="95373"/>
                  </a:lnTo>
                  <a:lnTo>
                    <a:pt x="1461" y="95314"/>
                  </a:lnTo>
                  <a:lnTo>
                    <a:pt x="1844" y="95274"/>
                  </a:lnTo>
                  <a:lnTo>
                    <a:pt x="1868" y="95277"/>
                  </a:lnTo>
                  <a:lnTo>
                    <a:pt x="1901" y="95227"/>
                  </a:lnTo>
                  <a:lnTo>
                    <a:pt x="1942" y="95167"/>
                  </a:lnTo>
                  <a:lnTo>
                    <a:pt x="1906" y="95057"/>
                  </a:lnTo>
                  <a:lnTo>
                    <a:pt x="1900" y="95019"/>
                  </a:lnTo>
                  <a:lnTo>
                    <a:pt x="1909" y="94959"/>
                  </a:lnTo>
                  <a:lnTo>
                    <a:pt x="1929" y="94899"/>
                  </a:lnTo>
                  <a:lnTo>
                    <a:pt x="1947" y="94848"/>
                  </a:lnTo>
                  <a:lnTo>
                    <a:pt x="1967" y="94790"/>
                  </a:lnTo>
                  <a:lnTo>
                    <a:pt x="1973" y="94780"/>
                  </a:lnTo>
                  <a:lnTo>
                    <a:pt x="1969" y="94764"/>
                  </a:lnTo>
                  <a:lnTo>
                    <a:pt x="1961" y="94728"/>
                  </a:lnTo>
                  <a:lnTo>
                    <a:pt x="1954" y="94713"/>
                  </a:lnTo>
                  <a:lnTo>
                    <a:pt x="1906" y="94529"/>
                  </a:lnTo>
                  <a:lnTo>
                    <a:pt x="1915" y="94477"/>
                  </a:lnTo>
                  <a:lnTo>
                    <a:pt x="1915" y="94468"/>
                  </a:lnTo>
                  <a:lnTo>
                    <a:pt x="1916" y="94384"/>
                  </a:lnTo>
                  <a:lnTo>
                    <a:pt x="1906" y="94381"/>
                  </a:lnTo>
                  <a:lnTo>
                    <a:pt x="1585" y="94387"/>
                  </a:lnTo>
                  <a:lnTo>
                    <a:pt x="1563" y="93199"/>
                  </a:lnTo>
                  <a:lnTo>
                    <a:pt x="1556" y="93178"/>
                  </a:lnTo>
                  <a:lnTo>
                    <a:pt x="1550" y="93157"/>
                  </a:lnTo>
                  <a:lnTo>
                    <a:pt x="1509" y="93140"/>
                  </a:lnTo>
                  <a:lnTo>
                    <a:pt x="1457" y="93099"/>
                  </a:lnTo>
                  <a:lnTo>
                    <a:pt x="1363" y="92957"/>
                  </a:lnTo>
                  <a:lnTo>
                    <a:pt x="1346" y="92903"/>
                  </a:lnTo>
                  <a:lnTo>
                    <a:pt x="1318" y="92758"/>
                  </a:lnTo>
                  <a:lnTo>
                    <a:pt x="1298" y="92652"/>
                  </a:lnTo>
                  <a:lnTo>
                    <a:pt x="1292" y="92623"/>
                  </a:lnTo>
                  <a:lnTo>
                    <a:pt x="1307" y="92605"/>
                  </a:lnTo>
                  <a:lnTo>
                    <a:pt x="1374" y="92522"/>
                  </a:lnTo>
                  <a:lnTo>
                    <a:pt x="1411" y="92475"/>
                  </a:lnTo>
                  <a:lnTo>
                    <a:pt x="1544" y="92188"/>
                  </a:lnTo>
                  <a:lnTo>
                    <a:pt x="1608" y="92048"/>
                  </a:lnTo>
                  <a:lnTo>
                    <a:pt x="1620" y="92022"/>
                  </a:lnTo>
                  <a:lnTo>
                    <a:pt x="1655" y="91945"/>
                  </a:lnTo>
                  <a:lnTo>
                    <a:pt x="1713" y="91820"/>
                  </a:lnTo>
                  <a:lnTo>
                    <a:pt x="1725" y="91778"/>
                  </a:lnTo>
                  <a:lnTo>
                    <a:pt x="1732" y="91724"/>
                  </a:lnTo>
                  <a:lnTo>
                    <a:pt x="1736" y="91690"/>
                  </a:lnTo>
                  <a:lnTo>
                    <a:pt x="1746" y="91639"/>
                  </a:lnTo>
                  <a:lnTo>
                    <a:pt x="1754" y="91596"/>
                  </a:lnTo>
                  <a:lnTo>
                    <a:pt x="1781" y="91525"/>
                  </a:lnTo>
                  <a:lnTo>
                    <a:pt x="1800" y="91527"/>
                  </a:lnTo>
                  <a:lnTo>
                    <a:pt x="1807" y="91527"/>
                  </a:lnTo>
                  <a:lnTo>
                    <a:pt x="1833" y="91526"/>
                  </a:lnTo>
                  <a:lnTo>
                    <a:pt x="1846" y="91530"/>
                  </a:lnTo>
                  <a:lnTo>
                    <a:pt x="1877" y="91539"/>
                  </a:lnTo>
                  <a:lnTo>
                    <a:pt x="1917" y="91571"/>
                  </a:lnTo>
                  <a:lnTo>
                    <a:pt x="1972" y="91626"/>
                  </a:lnTo>
                  <a:lnTo>
                    <a:pt x="2022" y="91633"/>
                  </a:lnTo>
                  <a:lnTo>
                    <a:pt x="2029" y="91587"/>
                  </a:lnTo>
                  <a:lnTo>
                    <a:pt x="2050" y="91425"/>
                  </a:lnTo>
                  <a:lnTo>
                    <a:pt x="2064" y="91319"/>
                  </a:lnTo>
                  <a:lnTo>
                    <a:pt x="1965" y="91296"/>
                  </a:lnTo>
                  <a:lnTo>
                    <a:pt x="1933" y="91288"/>
                  </a:lnTo>
                  <a:lnTo>
                    <a:pt x="1897" y="91283"/>
                  </a:lnTo>
                  <a:lnTo>
                    <a:pt x="1800" y="91311"/>
                  </a:lnTo>
                  <a:lnTo>
                    <a:pt x="1778" y="91310"/>
                  </a:lnTo>
                  <a:lnTo>
                    <a:pt x="1773" y="91310"/>
                  </a:lnTo>
                  <a:lnTo>
                    <a:pt x="1755" y="91310"/>
                  </a:lnTo>
                  <a:lnTo>
                    <a:pt x="1734" y="91298"/>
                  </a:lnTo>
                  <a:lnTo>
                    <a:pt x="1719" y="91279"/>
                  </a:lnTo>
                  <a:lnTo>
                    <a:pt x="1807" y="91145"/>
                  </a:lnTo>
                  <a:lnTo>
                    <a:pt x="1815" y="91125"/>
                  </a:lnTo>
                  <a:lnTo>
                    <a:pt x="1821" y="91110"/>
                  </a:lnTo>
                  <a:lnTo>
                    <a:pt x="1823" y="91102"/>
                  </a:lnTo>
                  <a:lnTo>
                    <a:pt x="1837" y="91030"/>
                  </a:lnTo>
                  <a:lnTo>
                    <a:pt x="1843" y="90999"/>
                  </a:lnTo>
                  <a:lnTo>
                    <a:pt x="1854" y="90877"/>
                  </a:lnTo>
                  <a:lnTo>
                    <a:pt x="1848" y="90814"/>
                  </a:lnTo>
                  <a:lnTo>
                    <a:pt x="1821" y="90727"/>
                  </a:lnTo>
                  <a:lnTo>
                    <a:pt x="1803" y="90667"/>
                  </a:lnTo>
                  <a:lnTo>
                    <a:pt x="1814" y="90435"/>
                  </a:lnTo>
                  <a:lnTo>
                    <a:pt x="1814" y="90428"/>
                  </a:lnTo>
                  <a:lnTo>
                    <a:pt x="1828" y="90422"/>
                  </a:lnTo>
                  <a:lnTo>
                    <a:pt x="1891" y="90396"/>
                  </a:lnTo>
                  <a:lnTo>
                    <a:pt x="1909" y="90416"/>
                  </a:lnTo>
                  <a:lnTo>
                    <a:pt x="1967" y="90496"/>
                  </a:lnTo>
                  <a:lnTo>
                    <a:pt x="1973" y="90503"/>
                  </a:lnTo>
                  <a:lnTo>
                    <a:pt x="1974" y="90526"/>
                  </a:lnTo>
                  <a:lnTo>
                    <a:pt x="1957" y="90548"/>
                  </a:lnTo>
                  <a:lnTo>
                    <a:pt x="1951" y="90556"/>
                  </a:lnTo>
                  <a:lnTo>
                    <a:pt x="1948" y="90570"/>
                  </a:lnTo>
                  <a:lnTo>
                    <a:pt x="1929" y="90747"/>
                  </a:lnTo>
                  <a:lnTo>
                    <a:pt x="1924" y="90830"/>
                  </a:lnTo>
                  <a:lnTo>
                    <a:pt x="1934" y="90849"/>
                  </a:lnTo>
                  <a:lnTo>
                    <a:pt x="1957" y="90866"/>
                  </a:lnTo>
                  <a:lnTo>
                    <a:pt x="1979" y="90870"/>
                  </a:lnTo>
                  <a:lnTo>
                    <a:pt x="1999" y="90873"/>
                  </a:lnTo>
                  <a:lnTo>
                    <a:pt x="2059" y="90894"/>
                  </a:lnTo>
                  <a:lnTo>
                    <a:pt x="2120" y="90914"/>
                  </a:lnTo>
                  <a:lnTo>
                    <a:pt x="2137" y="90926"/>
                  </a:lnTo>
                  <a:lnTo>
                    <a:pt x="2151" y="90947"/>
                  </a:lnTo>
                  <a:lnTo>
                    <a:pt x="2160" y="90976"/>
                  </a:lnTo>
                  <a:lnTo>
                    <a:pt x="2161" y="91044"/>
                  </a:lnTo>
                  <a:lnTo>
                    <a:pt x="2163" y="91147"/>
                  </a:lnTo>
                  <a:lnTo>
                    <a:pt x="2185" y="91148"/>
                  </a:lnTo>
                  <a:lnTo>
                    <a:pt x="2207" y="91148"/>
                  </a:lnTo>
                  <a:lnTo>
                    <a:pt x="2305" y="91125"/>
                  </a:lnTo>
                  <a:lnTo>
                    <a:pt x="2333" y="90989"/>
                  </a:lnTo>
                  <a:lnTo>
                    <a:pt x="2337" y="90949"/>
                  </a:lnTo>
                  <a:lnTo>
                    <a:pt x="2347" y="90866"/>
                  </a:lnTo>
                  <a:lnTo>
                    <a:pt x="2349" y="90854"/>
                  </a:lnTo>
                  <a:lnTo>
                    <a:pt x="2342" y="90769"/>
                  </a:lnTo>
                  <a:lnTo>
                    <a:pt x="2336" y="90690"/>
                  </a:lnTo>
                  <a:lnTo>
                    <a:pt x="2335" y="90681"/>
                  </a:lnTo>
                  <a:lnTo>
                    <a:pt x="2319" y="90571"/>
                  </a:lnTo>
                  <a:lnTo>
                    <a:pt x="2314" y="90556"/>
                  </a:lnTo>
                  <a:lnTo>
                    <a:pt x="2307" y="90538"/>
                  </a:lnTo>
                  <a:lnTo>
                    <a:pt x="2299" y="90511"/>
                  </a:lnTo>
                  <a:lnTo>
                    <a:pt x="2301" y="90495"/>
                  </a:lnTo>
                  <a:lnTo>
                    <a:pt x="2304" y="90479"/>
                  </a:lnTo>
                  <a:lnTo>
                    <a:pt x="2314" y="90420"/>
                  </a:lnTo>
                  <a:lnTo>
                    <a:pt x="2319" y="90385"/>
                  </a:lnTo>
                  <a:lnTo>
                    <a:pt x="2323" y="90366"/>
                  </a:lnTo>
                  <a:lnTo>
                    <a:pt x="2325" y="90352"/>
                  </a:lnTo>
                  <a:lnTo>
                    <a:pt x="2507" y="89991"/>
                  </a:lnTo>
                  <a:lnTo>
                    <a:pt x="2519" y="89975"/>
                  </a:lnTo>
                  <a:lnTo>
                    <a:pt x="2587" y="89884"/>
                  </a:lnTo>
                  <a:lnTo>
                    <a:pt x="2617" y="89854"/>
                  </a:lnTo>
                  <a:lnTo>
                    <a:pt x="2695" y="89776"/>
                  </a:lnTo>
                  <a:lnTo>
                    <a:pt x="2802" y="89677"/>
                  </a:lnTo>
                  <a:lnTo>
                    <a:pt x="2809" y="89670"/>
                  </a:lnTo>
                  <a:lnTo>
                    <a:pt x="2819" y="89638"/>
                  </a:lnTo>
                  <a:lnTo>
                    <a:pt x="2852" y="89536"/>
                  </a:lnTo>
                  <a:lnTo>
                    <a:pt x="2849" y="89506"/>
                  </a:lnTo>
                  <a:lnTo>
                    <a:pt x="2814" y="89452"/>
                  </a:lnTo>
                  <a:lnTo>
                    <a:pt x="2788" y="89433"/>
                  </a:lnTo>
                  <a:lnTo>
                    <a:pt x="2742" y="89412"/>
                  </a:lnTo>
                  <a:lnTo>
                    <a:pt x="2727" y="89405"/>
                  </a:lnTo>
                  <a:lnTo>
                    <a:pt x="2719" y="89395"/>
                  </a:lnTo>
                  <a:lnTo>
                    <a:pt x="2702" y="89327"/>
                  </a:lnTo>
                  <a:lnTo>
                    <a:pt x="2722" y="89210"/>
                  </a:lnTo>
                  <a:lnTo>
                    <a:pt x="2725" y="89196"/>
                  </a:lnTo>
                  <a:lnTo>
                    <a:pt x="2783" y="89089"/>
                  </a:lnTo>
                  <a:lnTo>
                    <a:pt x="2813" y="89034"/>
                  </a:lnTo>
                  <a:lnTo>
                    <a:pt x="2863" y="88971"/>
                  </a:lnTo>
                  <a:lnTo>
                    <a:pt x="2909" y="88944"/>
                  </a:lnTo>
                  <a:lnTo>
                    <a:pt x="2933" y="88940"/>
                  </a:lnTo>
                  <a:lnTo>
                    <a:pt x="2993" y="88928"/>
                  </a:lnTo>
                  <a:lnTo>
                    <a:pt x="3021" y="88923"/>
                  </a:lnTo>
                  <a:lnTo>
                    <a:pt x="3069" y="88895"/>
                  </a:lnTo>
                  <a:lnTo>
                    <a:pt x="3147" y="88842"/>
                  </a:lnTo>
                  <a:lnTo>
                    <a:pt x="3160" y="88834"/>
                  </a:lnTo>
                  <a:lnTo>
                    <a:pt x="3168" y="88821"/>
                  </a:lnTo>
                  <a:lnTo>
                    <a:pt x="3176" y="88808"/>
                  </a:lnTo>
                  <a:lnTo>
                    <a:pt x="3121" y="88743"/>
                  </a:lnTo>
                  <a:lnTo>
                    <a:pt x="3092" y="88724"/>
                  </a:lnTo>
                  <a:lnTo>
                    <a:pt x="3064" y="88705"/>
                  </a:lnTo>
                  <a:lnTo>
                    <a:pt x="2935" y="88799"/>
                  </a:lnTo>
                  <a:lnTo>
                    <a:pt x="2902" y="88823"/>
                  </a:lnTo>
                  <a:lnTo>
                    <a:pt x="2852" y="88859"/>
                  </a:lnTo>
                  <a:lnTo>
                    <a:pt x="2787" y="88906"/>
                  </a:lnTo>
                  <a:lnTo>
                    <a:pt x="2722" y="88938"/>
                  </a:lnTo>
                  <a:lnTo>
                    <a:pt x="2664" y="88945"/>
                  </a:lnTo>
                  <a:lnTo>
                    <a:pt x="2636" y="88945"/>
                  </a:lnTo>
                  <a:lnTo>
                    <a:pt x="2592" y="88941"/>
                  </a:lnTo>
                  <a:lnTo>
                    <a:pt x="2562" y="88932"/>
                  </a:lnTo>
                  <a:lnTo>
                    <a:pt x="2533" y="88921"/>
                  </a:lnTo>
                  <a:lnTo>
                    <a:pt x="2508" y="88909"/>
                  </a:lnTo>
                  <a:lnTo>
                    <a:pt x="2378" y="88841"/>
                  </a:lnTo>
                  <a:lnTo>
                    <a:pt x="2370" y="88836"/>
                  </a:lnTo>
                  <a:lnTo>
                    <a:pt x="2360" y="88820"/>
                  </a:lnTo>
                  <a:lnTo>
                    <a:pt x="2337" y="88746"/>
                  </a:lnTo>
                  <a:lnTo>
                    <a:pt x="2332" y="88691"/>
                  </a:lnTo>
                  <a:lnTo>
                    <a:pt x="2321" y="88479"/>
                  </a:lnTo>
                  <a:lnTo>
                    <a:pt x="2320" y="88421"/>
                  </a:lnTo>
                  <a:lnTo>
                    <a:pt x="2343" y="88032"/>
                  </a:lnTo>
                  <a:lnTo>
                    <a:pt x="2353" y="87965"/>
                  </a:lnTo>
                  <a:lnTo>
                    <a:pt x="2356" y="87942"/>
                  </a:lnTo>
                  <a:lnTo>
                    <a:pt x="2366" y="87897"/>
                  </a:lnTo>
                  <a:lnTo>
                    <a:pt x="2374" y="87874"/>
                  </a:lnTo>
                  <a:lnTo>
                    <a:pt x="2390" y="87852"/>
                  </a:lnTo>
                  <a:lnTo>
                    <a:pt x="2407" y="87826"/>
                  </a:lnTo>
                  <a:lnTo>
                    <a:pt x="2429" y="87806"/>
                  </a:lnTo>
                  <a:lnTo>
                    <a:pt x="2468" y="87790"/>
                  </a:lnTo>
                  <a:lnTo>
                    <a:pt x="2490" y="87786"/>
                  </a:lnTo>
                  <a:lnTo>
                    <a:pt x="2549" y="87782"/>
                  </a:lnTo>
                  <a:lnTo>
                    <a:pt x="2558" y="87781"/>
                  </a:lnTo>
                  <a:lnTo>
                    <a:pt x="2648" y="87777"/>
                  </a:lnTo>
                  <a:lnTo>
                    <a:pt x="2659" y="87781"/>
                  </a:lnTo>
                  <a:lnTo>
                    <a:pt x="2671" y="87787"/>
                  </a:lnTo>
                  <a:lnTo>
                    <a:pt x="2686" y="87799"/>
                  </a:lnTo>
                  <a:lnTo>
                    <a:pt x="2689" y="87802"/>
                  </a:lnTo>
                  <a:lnTo>
                    <a:pt x="2681" y="87838"/>
                  </a:lnTo>
                  <a:lnTo>
                    <a:pt x="3042" y="87853"/>
                  </a:lnTo>
                  <a:lnTo>
                    <a:pt x="3065" y="87763"/>
                  </a:lnTo>
                  <a:lnTo>
                    <a:pt x="3070" y="87740"/>
                  </a:lnTo>
                  <a:lnTo>
                    <a:pt x="3077" y="87715"/>
                  </a:lnTo>
                  <a:lnTo>
                    <a:pt x="3076" y="87685"/>
                  </a:lnTo>
                  <a:lnTo>
                    <a:pt x="3075" y="87647"/>
                  </a:lnTo>
                  <a:lnTo>
                    <a:pt x="3054" y="87626"/>
                  </a:lnTo>
                  <a:lnTo>
                    <a:pt x="2994" y="87597"/>
                  </a:lnTo>
                  <a:lnTo>
                    <a:pt x="2963" y="87583"/>
                  </a:lnTo>
                  <a:lnTo>
                    <a:pt x="2892" y="87575"/>
                  </a:lnTo>
                  <a:lnTo>
                    <a:pt x="2872" y="87572"/>
                  </a:lnTo>
                  <a:lnTo>
                    <a:pt x="2859" y="87590"/>
                  </a:lnTo>
                  <a:lnTo>
                    <a:pt x="2849" y="87602"/>
                  </a:lnTo>
                  <a:lnTo>
                    <a:pt x="2788" y="87603"/>
                  </a:lnTo>
                  <a:lnTo>
                    <a:pt x="2764" y="87595"/>
                  </a:lnTo>
                  <a:lnTo>
                    <a:pt x="2705" y="87576"/>
                  </a:lnTo>
                  <a:lnTo>
                    <a:pt x="2700" y="87574"/>
                  </a:lnTo>
                  <a:lnTo>
                    <a:pt x="2693" y="87563"/>
                  </a:lnTo>
                  <a:lnTo>
                    <a:pt x="2743" y="87459"/>
                  </a:lnTo>
                  <a:lnTo>
                    <a:pt x="2817" y="87328"/>
                  </a:lnTo>
                  <a:lnTo>
                    <a:pt x="2922" y="87132"/>
                  </a:lnTo>
                  <a:lnTo>
                    <a:pt x="3041" y="86837"/>
                  </a:lnTo>
                  <a:lnTo>
                    <a:pt x="3112" y="86571"/>
                  </a:lnTo>
                  <a:lnTo>
                    <a:pt x="3124" y="86488"/>
                  </a:lnTo>
                  <a:lnTo>
                    <a:pt x="3251" y="86492"/>
                  </a:lnTo>
                  <a:lnTo>
                    <a:pt x="3320" y="86415"/>
                  </a:lnTo>
                  <a:lnTo>
                    <a:pt x="3389" y="86339"/>
                  </a:lnTo>
                  <a:lnTo>
                    <a:pt x="3402" y="86321"/>
                  </a:lnTo>
                  <a:lnTo>
                    <a:pt x="3419" y="86287"/>
                  </a:lnTo>
                  <a:lnTo>
                    <a:pt x="3478" y="86169"/>
                  </a:lnTo>
                  <a:lnTo>
                    <a:pt x="3482" y="86160"/>
                  </a:lnTo>
                  <a:lnTo>
                    <a:pt x="3523" y="86076"/>
                  </a:lnTo>
                  <a:lnTo>
                    <a:pt x="3571" y="85978"/>
                  </a:lnTo>
                  <a:lnTo>
                    <a:pt x="3589" y="85928"/>
                  </a:lnTo>
                  <a:lnTo>
                    <a:pt x="3588" y="85882"/>
                  </a:lnTo>
                  <a:lnTo>
                    <a:pt x="3586" y="85878"/>
                  </a:lnTo>
                  <a:lnTo>
                    <a:pt x="3554" y="85862"/>
                  </a:lnTo>
                  <a:lnTo>
                    <a:pt x="3497" y="85847"/>
                  </a:lnTo>
                  <a:lnTo>
                    <a:pt x="3488" y="85815"/>
                  </a:lnTo>
                  <a:lnTo>
                    <a:pt x="3494" y="85784"/>
                  </a:lnTo>
                  <a:lnTo>
                    <a:pt x="3516" y="85753"/>
                  </a:lnTo>
                  <a:lnTo>
                    <a:pt x="3488" y="85737"/>
                  </a:lnTo>
                  <a:lnTo>
                    <a:pt x="3450" y="85744"/>
                  </a:lnTo>
                  <a:lnTo>
                    <a:pt x="3422" y="85765"/>
                  </a:lnTo>
                  <a:lnTo>
                    <a:pt x="3406" y="85759"/>
                  </a:lnTo>
                  <a:lnTo>
                    <a:pt x="3395" y="85706"/>
                  </a:lnTo>
                  <a:lnTo>
                    <a:pt x="3367" y="85690"/>
                  </a:lnTo>
                  <a:lnTo>
                    <a:pt x="3240" y="85643"/>
                  </a:lnTo>
                  <a:lnTo>
                    <a:pt x="3227" y="85612"/>
                  </a:lnTo>
                  <a:lnTo>
                    <a:pt x="3302" y="85418"/>
                  </a:lnTo>
                  <a:lnTo>
                    <a:pt x="3320" y="85371"/>
                  </a:lnTo>
                  <a:lnTo>
                    <a:pt x="3508" y="85074"/>
                  </a:lnTo>
                  <a:lnTo>
                    <a:pt x="3587" y="84902"/>
                  </a:lnTo>
                  <a:lnTo>
                    <a:pt x="3618" y="84799"/>
                  </a:lnTo>
                  <a:lnTo>
                    <a:pt x="3731" y="84555"/>
                  </a:lnTo>
                  <a:lnTo>
                    <a:pt x="3772" y="84533"/>
                  </a:lnTo>
                  <a:lnTo>
                    <a:pt x="3827" y="84533"/>
                  </a:lnTo>
                  <a:lnTo>
                    <a:pt x="3860" y="84521"/>
                  </a:lnTo>
                  <a:lnTo>
                    <a:pt x="3951" y="84380"/>
                  </a:lnTo>
                  <a:lnTo>
                    <a:pt x="3998" y="84383"/>
                  </a:lnTo>
                  <a:lnTo>
                    <a:pt x="4003" y="84399"/>
                  </a:lnTo>
                  <a:lnTo>
                    <a:pt x="3918" y="84518"/>
                  </a:lnTo>
                  <a:lnTo>
                    <a:pt x="3915" y="84571"/>
                  </a:lnTo>
                  <a:lnTo>
                    <a:pt x="3948" y="84608"/>
                  </a:lnTo>
                  <a:lnTo>
                    <a:pt x="3926" y="84658"/>
                  </a:lnTo>
                  <a:lnTo>
                    <a:pt x="3645" y="84924"/>
                  </a:lnTo>
                  <a:lnTo>
                    <a:pt x="3667" y="84959"/>
                  </a:lnTo>
                  <a:lnTo>
                    <a:pt x="3693" y="84968"/>
                  </a:lnTo>
                  <a:lnTo>
                    <a:pt x="3827" y="85015"/>
                  </a:lnTo>
                  <a:lnTo>
                    <a:pt x="3852" y="85012"/>
                  </a:lnTo>
                  <a:lnTo>
                    <a:pt x="3887" y="84998"/>
                  </a:lnTo>
                  <a:lnTo>
                    <a:pt x="3886" y="84993"/>
                  </a:lnTo>
                  <a:lnTo>
                    <a:pt x="3923" y="84913"/>
                  </a:lnTo>
                  <a:lnTo>
                    <a:pt x="3934" y="84888"/>
                  </a:lnTo>
                  <a:lnTo>
                    <a:pt x="3952" y="84844"/>
                  </a:lnTo>
                  <a:lnTo>
                    <a:pt x="3992" y="84749"/>
                  </a:lnTo>
                  <a:lnTo>
                    <a:pt x="4036" y="84676"/>
                  </a:lnTo>
                  <a:lnTo>
                    <a:pt x="4186" y="84691"/>
                  </a:lnTo>
                  <a:lnTo>
                    <a:pt x="4197" y="84692"/>
                  </a:lnTo>
                  <a:lnTo>
                    <a:pt x="4205" y="84736"/>
                  </a:lnTo>
                  <a:lnTo>
                    <a:pt x="4243" y="84939"/>
                  </a:lnTo>
                  <a:lnTo>
                    <a:pt x="4339" y="85014"/>
                  </a:lnTo>
                  <a:lnTo>
                    <a:pt x="4356" y="85027"/>
                  </a:lnTo>
                  <a:lnTo>
                    <a:pt x="4434" y="85044"/>
                  </a:lnTo>
                  <a:lnTo>
                    <a:pt x="4468" y="85026"/>
                  </a:lnTo>
                  <a:lnTo>
                    <a:pt x="4609" y="84815"/>
                  </a:lnTo>
                  <a:lnTo>
                    <a:pt x="4609" y="84301"/>
                  </a:lnTo>
                  <a:lnTo>
                    <a:pt x="4609" y="84218"/>
                  </a:lnTo>
                  <a:lnTo>
                    <a:pt x="4504" y="84217"/>
                  </a:lnTo>
                  <a:lnTo>
                    <a:pt x="4409" y="84217"/>
                  </a:lnTo>
                  <a:lnTo>
                    <a:pt x="4323" y="84216"/>
                  </a:lnTo>
                  <a:lnTo>
                    <a:pt x="4312" y="84195"/>
                  </a:lnTo>
                  <a:lnTo>
                    <a:pt x="4329" y="84130"/>
                  </a:lnTo>
                  <a:lnTo>
                    <a:pt x="4301" y="84122"/>
                  </a:lnTo>
                  <a:lnTo>
                    <a:pt x="4033" y="84122"/>
                  </a:lnTo>
                  <a:lnTo>
                    <a:pt x="3965" y="83968"/>
                  </a:lnTo>
                  <a:lnTo>
                    <a:pt x="3775" y="83969"/>
                  </a:lnTo>
                  <a:lnTo>
                    <a:pt x="3708" y="83969"/>
                  </a:lnTo>
                  <a:lnTo>
                    <a:pt x="3707" y="83867"/>
                  </a:lnTo>
                  <a:lnTo>
                    <a:pt x="4468" y="83863"/>
                  </a:lnTo>
                  <a:lnTo>
                    <a:pt x="4632" y="83854"/>
                  </a:lnTo>
                  <a:lnTo>
                    <a:pt x="4734" y="83849"/>
                  </a:lnTo>
                  <a:lnTo>
                    <a:pt x="4813" y="83712"/>
                  </a:lnTo>
                  <a:lnTo>
                    <a:pt x="4935" y="83498"/>
                  </a:lnTo>
                  <a:lnTo>
                    <a:pt x="4883" y="83430"/>
                  </a:lnTo>
                  <a:lnTo>
                    <a:pt x="4879" y="83425"/>
                  </a:lnTo>
                  <a:lnTo>
                    <a:pt x="4876" y="83406"/>
                  </a:lnTo>
                  <a:lnTo>
                    <a:pt x="4819" y="83063"/>
                  </a:lnTo>
                  <a:lnTo>
                    <a:pt x="4806" y="82983"/>
                  </a:lnTo>
                  <a:lnTo>
                    <a:pt x="4799" y="82946"/>
                  </a:lnTo>
                  <a:lnTo>
                    <a:pt x="4781" y="82923"/>
                  </a:lnTo>
                  <a:lnTo>
                    <a:pt x="4574" y="82997"/>
                  </a:lnTo>
                  <a:lnTo>
                    <a:pt x="4561" y="83160"/>
                  </a:lnTo>
                  <a:lnTo>
                    <a:pt x="4493" y="83228"/>
                  </a:lnTo>
                  <a:lnTo>
                    <a:pt x="4482" y="83230"/>
                  </a:lnTo>
                  <a:lnTo>
                    <a:pt x="4477" y="83215"/>
                  </a:lnTo>
                  <a:lnTo>
                    <a:pt x="4475" y="83210"/>
                  </a:lnTo>
                  <a:lnTo>
                    <a:pt x="4448" y="83136"/>
                  </a:lnTo>
                  <a:lnTo>
                    <a:pt x="4442" y="83110"/>
                  </a:lnTo>
                  <a:lnTo>
                    <a:pt x="4430" y="83058"/>
                  </a:lnTo>
                  <a:lnTo>
                    <a:pt x="4396" y="82917"/>
                  </a:lnTo>
                  <a:lnTo>
                    <a:pt x="4348" y="82540"/>
                  </a:lnTo>
                  <a:lnTo>
                    <a:pt x="4350" y="82526"/>
                  </a:lnTo>
                  <a:lnTo>
                    <a:pt x="4400" y="82182"/>
                  </a:lnTo>
                  <a:lnTo>
                    <a:pt x="4451" y="82140"/>
                  </a:lnTo>
                  <a:lnTo>
                    <a:pt x="4487" y="82133"/>
                  </a:lnTo>
                  <a:lnTo>
                    <a:pt x="4533" y="82092"/>
                  </a:lnTo>
                  <a:lnTo>
                    <a:pt x="4647" y="81992"/>
                  </a:lnTo>
                  <a:lnTo>
                    <a:pt x="4640" y="81945"/>
                  </a:lnTo>
                  <a:lnTo>
                    <a:pt x="4638" y="81932"/>
                  </a:lnTo>
                  <a:lnTo>
                    <a:pt x="4579" y="81937"/>
                  </a:lnTo>
                  <a:lnTo>
                    <a:pt x="4510" y="81964"/>
                  </a:lnTo>
                  <a:lnTo>
                    <a:pt x="4347" y="81967"/>
                  </a:lnTo>
                  <a:lnTo>
                    <a:pt x="4257" y="81950"/>
                  </a:lnTo>
                  <a:lnTo>
                    <a:pt x="4246" y="81932"/>
                  </a:lnTo>
                  <a:lnTo>
                    <a:pt x="4253" y="81753"/>
                  </a:lnTo>
                  <a:lnTo>
                    <a:pt x="4256" y="81745"/>
                  </a:lnTo>
                  <a:lnTo>
                    <a:pt x="4283" y="81663"/>
                  </a:lnTo>
                  <a:lnTo>
                    <a:pt x="4295" y="81629"/>
                  </a:lnTo>
                  <a:lnTo>
                    <a:pt x="4315" y="81576"/>
                  </a:lnTo>
                  <a:lnTo>
                    <a:pt x="4319" y="81565"/>
                  </a:lnTo>
                  <a:lnTo>
                    <a:pt x="4343" y="81501"/>
                  </a:lnTo>
                  <a:lnTo>
                    <a:pt x="4347" y="81491"/>
                  </a:lnTo>
                  <a:lnTo>
                    <a:pt x="4355" y="81470"/>
                  </a:lnTo>
                  <a:lnTo>
                    <a:pt x="4358" y="81462"/>
                  </a:lnTo>
                  <a:lnTo>
                    <a:pt x="4371" y="81439"/>
                  </a:lnTo>
                  <a:lnTo>
                    <a:pt x="4431" y="81330"/>
                  </a:lnTo>
                  <a:lnTo>
                    <a:pt x="4583" y="81121"/>
                  </a:lnTo>
                  <a:lnTo>
                    <a:pt x="4558" y="81093"/>
                  </a:lnTo>
                  <a:lnTo>
                    <a:pt x="4531" y="81060"/>
                  </a:lnTo>
                  <a:lnTo>
                    <a:pt x="4391" y="80920"/>
                  </a:lnTo>
                  <a:lnTo>
                    <a:pt x="4314" y="80844"/>
                  </a:lnTo>
                  <a:lnTo>
                    <a:pt x="4299" y="80848"/>
                  </a:lnTo>
                  <a:lnTo>
                    <a:pt x="4294" y="80849"/>
                  </a:lnTo>
                  <a:lnTo>
                    <a:pt x="4281" y="80852"/>
                  </a:lnTo>
                  <a:lnTo>
                    <a:pt x="4176" y="80906"/>
                  </a:lnTo>
                  <a:lnTo>
                    <a:pt x="4156" y="80915"/>
                  </a:lnTo>
                  <a:lnTo>
                    <a:pt x="4108" y="80943"/>
                  </a:lnTo>
                  <a:lnTo>
                    <a:pt x="3956" y="81033"/>
                  </a:lnTo>
                  <a:lnTo>
                    <a:pt x="3952" y="81036"/>
                  </a:lnTo>
                  <a:lnTo>
                    <a:pt x="3854" y="81094"/>
                  </a:lnTo>
                  <a:lnTo>
                    <a:pt x="3773" y="80929"/>
                  </a:lnTo>
                  <a:lnTo>
                    <a:pt x="3816" y="80822"/>
                  </a:lnTo>
                  <a:lnTo>
                    <a:pt x="4000" y="80644"/>
                  </a:lnTo>
                  <a:lnTo>
                    <a:pt x="4220" y="80568"/>
                  </a:lnTo>
                  <a:lnTo>
                    <a:pt x="4225" y="80554"/>
                  </a:lnTo>
                  <a:lnTo>
                    <a:pt x="4275" y="80399"/>
                  </a:lnTo>
                  <a:lnTo>
                    <a:pt x="4279" y="80387"/>
                  </a:lnTo>
                  <a:lnTo>
                    <a:pt x="4292" y="80349"/>
                  </a:lnTo>
                  <a:lnTo>
                    <a:pt x="4298" y="80330"/>
                  </a:lnTo>
                  <a:lnTo>
                    <a:pt x="4295" y="80326"/>
                  </a:lnTo>
                  <a:lnTo>
                    <a:pt x="4293" y="80322"/>
                  </a:lnTo>
                  <a:lnTo>
                    <a:pt x="4216" y="80228"/>
                  </a:lnTo>
                  <a:lnTo>
                    <a:pt x="4184" y="80205"/>
                  </a:lnTo>
                  <a:lnTo>
                    <a:pt x="4179" y="80192"/>
                  </a:lnTo>
                  <a:lnTo>
                    <a:pt x="4168" y="80163"/>
                  </a:lnTo>
                  <a:lnTo>
                    <a:pt x="4218" y="80072"/>
                  </a:lnTo>
                  <a:lnTo>
                    <a:pt x="4241" y="80031"/>
                  </a:lnTo>
                  <a:lnTo>
                    <a:pt x="4253" y="80016"/>
                  </a:lnTo>
                  <a:lnTo>
                    <a:pt x="4335" y="79952"/>
                  </a:lnTo>
                  <a:lnTo>
                    <a:pt x="4382" y="79912"/>
                  </a:lnTo>
                  <a:lnTo>
                    <a:pt x="4391" y="79857"/>
                  </a:lnTo>
                  <a:lnTo>
                    <a:pt x="4410" y="79760"/>
                  </a:lnTo>
                  <a:lnTo>
                    <a:pt x="4458" y="79676"/>
                  </a:lnTo>
                  <a:lnTo>
                    <a:pt x="4471" y="79658"/>
                  </a:lnTo>
                  <a:lnTo>
                    <a:pt x="4554" y="79601"/>
                  </a:lnTo>
                  <a:lnTo>
                    <a:pt x="4575" y="79586"/>
                  </a:lnTo>
                  <a:lnTo>
                    <a:pt x="4641" y="79501"/>
                  </a:lnTo>
                  <a:lnTo>
                    <a:pt x="4672" y="79349"/>
                  </a:lnTo>
                  <a:lnTo>
                    <a:pt x="4622" y="79198"/>
                  </a:lnTo>
                  <a:lnTo>
                    <a:pt x="4599" y="79117"/>
                  </a:lnTo>
                  <a:lnTo>
                    <a:pt x="4562" y="79071"/>
                  </a:lnTo>
                  <a:lnTo>
                    <a:pt x="4050" y="79226"/>
                  </a:lnTo>
                  <a:lnTo>
                    <a:pt x="3759" y="79315"/>
                  </a:lnTo>
                  <a:lnTo>
                    <a:pt x="3685" y="79326"/>
                  </a:lnTo>
                  <a:lnTo>
                    <a:pt x="3546" y="79329"/>
                  </a:lnTo>
                  <a:lnTo>
                    <a:pt x="3496" y="79319"/>
                  </a:lnTo>
                  <a:lnTo>
                    <a:pt x="3461" y="79305"/>
                  </a:lnTo>
                  <a:lnTo>
                    <a:pt x="3403" y="79260"/>
                  </a:lnTo>
                  <a:lnTo>
                    <a:pt x="3287" y="79118"/>
                  </a:lnTo>
                  <a:lnTo>
                    <a:pt x="3257" y="79049"/>
                  </a:lnTo>
                  <a:lnTo>
                    <a:pt x="3249" y="79017"/>
                  </a:lnTo>
                  <a:lnTo>
                    <a:pt x="3242" y="78989"/>
                  </a:lnTo>
                  <a:lnTo>
                    <a:pt x="3237" y="78648"/>
                  </a:lnTo>
                  <a:lnTo>
                    <a:pt x="3229" y="78105"/>
                  </a:lnTo>
                  <a:lnTo>
                    <a:pt x="3247" y="78045"/>
                  </a:lnTo>
                  <a:lnTo>
                    <a:pt x="3303" y="77982"/>
                  </a:lnTo>
                  <a:lnTo>
                    <a:pt x="3365" y="77946"/>
                  </a:lnTo>
                  <a:lnTo>
                    <a:pt x="3396" y="77935"/>
                  </a:lnTo>
                  <a:lnTo>
                    <a:pt x="3479" y="77924"/>
                  </a:lnTo>
                  <a:lnTo>
                    <a:pt x="4121" y="78047"/>
                  </a:lnTo>
                  <a:lnTo>
                    <a:pt x="4125" y="78048"/>
                  </a:lnTo>
                  <a:lnTo>
                    <a:pt x="4132" y="78049"/>
                  </a:lnTo>
                  <a:lnTo>
                    <a:pt x="4132" y="78003"/>
                  </a:lnTo>
                  <a:lnTo>
                    <a:pt x="4138" y="77997"/>
                  </a:lnTo>
                  <a:lnTo>
                    <a:pt x="4145" y="77997"/>
                  </a:lnTo>
                  <a:lnTo>
                    <a:pt x="4262" y="77998"/>
                  </a:lnTo>
                  <a:lnTo>
                    <a:pt x="4479" y="78015"/>
                  </a:lnTo>
                  <a:lnTo>
                    <a:pt x="4546" y="78021"/>
                  </a:lnTo>
                  <a:lnTo>
                    <a:pt x="4574" y="78014"/>
                  </a:lnTo>
                  <a:lnTo>
                    <a:pt x="4626" y="77996"/>
                  </a:lnTo>
                  <a:lnTo>
                    <a:pt x="4633" y="77992"/>
                  </a:lnTo>
                  <a:lnTo>
                    <a:pt x="4675" y="77885"/>
                  </a:lnTo>
                  <a:lnTo>
                    <a:pt x="4693" y="77840"/>
                  </a:lnTo>
                  <a:lnTo>
                    <a:pt x="4693" y="77835"/>
                  </a:lnTo>
                  <a:lnTo>
                    <a:pt x="4690" y="77779"/>
                  </a:lnTo>
                  <a:lnTo>
                    <a:pt x="4689" y="77762"/>
                  </a:lnTo>
                  <a:lnTo>
                    <a:pt x="4688" y="77751"/>
                  </a:lnTo>
                  <a:lnTo>
                    <a:pt x="4680" y="77741"/>
                  </a:lnTo>
                  <a:lnTo>
                    <a:pt x="4617" y="77673"/>
                  </a:lnTo>
                  <a:lnTo>
                    <a:pt x="4605" y="77660"/>
                  </a:lnTo>
                  <a:lnTo>
                    <a:pt x="4595" y="77650"/>
                  </a:lnTo>
                  <a:lnTo>
                    <a:pt x="4565" y="77631"/>
                  </a:lnTo>
                  <a:lnTo>
                    <a:pt x="4521" y="77604"/>
                  </a:lnTo>
                  <a:lnTo>
                    <a:pt x="4505" y="77594"/>
                  </a:lnTo>
                  <a:lnTo>
                    <a:pt x="4445" y="77557"/>
                  </a:lnTo>
                  <a:lnTo>
                    <a:pt x="4434" y="77404"/>
                  </a:lnTo>
                  <a:lnTo>
                    <a:pt x="4428" y="77376"/>
                  </a:lnTo>
                  <a:lnTo>
                    <a:pt x="4407" y="77261"/>
                  </a:lnTo>
                  <a:lnTo>
                    <a:pt x="4397" y="77209"/>
                  </a:lnTo>
                  <a:lnTo>
                    <a:pt x="4266" y="77105"/>
                  </a:lnTo>
                  <a:lnTo>
                    <a:pt x="4203" y="77029"/>
                  </a:lnTo>
                  <a:lnTo>
                    <a:pt x="4082" y="76828"/>
                  </a:lnTo>
                  <a:lnTo>
                    <a:pt x="4065" y="76776"/>
                  </a:lnTo>
                  <a:lnTo>
                    <a:pt x="4016" y="76629"/>
                  </a:lnTo>
                  <a:lnTo>
                    <a:pt x="4017" y="76620"/>
                  </a:lnTo>
                  <a:lnTo>
                    <a:pt x="4048" y="76290"/>
                  </a:lnTo>
                  <a:lnTo>
                    <a:pt x="4067" y="76083"/>
                  </a:lnTo>
                  <a:lnTo>
                    <a:pt x="4090" y="76048"/>
                  </a:lnTo>
                  <a:lnTo>
                    <a:pt x="4111" y="76005"/>
                  </a:lnTo>
                  <a:lnTo>
                    <a:pt x="4156" y="75829"/>
                  </a:lnTo>
                  <a:lnTo>
                    <a:pt x="4156" y="75820"/>
                  </a:lnTo>
                  <a:lnTo>
                    <a:pt x="4157" y="75814"/>
                  </a:lnTo>
                  <a:lnTo>
                    <a:pt x="4164" y="75727"/>
                  </a:lnTo>
                  <a:lnTo>
                    <a:pt x="4174" y="75671"/>
                  </a:lnTo>
                  <a:lnTo>
                    <a:pt x="4176" y="75660"/>
                  </a:lnTo>
                  <a:lnTo>
                    <a:pt x="4153" y="75646"/>
                  </a:lnTo>
                  <a:lnTo>
                    <a:pt x="4086" y="75607"/>
                  </a:lnTo>
                  <a:lnTo>
                    <a:pt x="4076" y="75587"/>
                  </a:lnTo>
                  <a:lnTo>
                    <a:pt x="4079" y="75123"/>
                  </a:lnTo>
                  <a:lnTo>
                    <a:pt x="4103" y="74793"/>
                  </a:lnTo>
                  <a:lnTo>
                    <a:pt x="4115" y="74766"/>
                  </a:lnTo>
                  <a:lnTo>
                    <a:pt x="4172" y="74714"/>
                  </a:lnTo>
                  <a:lnTo>
                    <a:pt x="4194" y="74694"/>
                  </a:lnTo>
                  <a:lnTo>
                    <a:pt x="4233" y="74658"/>
                  </a:lnTo>
                  <a:lnTo>
                    <a:pt x="4278" y="74650"/>
                  </a:lnTo>
                  <a:lnTo>
                    <a:pt x="4301" y="74669"/>
                  </a:lnTo>
                  <a:lnTo>
                    <a:pt x="4309" y="74676"/>
                  </a:lnTo>
                  <a:lnTo>
                    <a:pt x="4337" y="74680"/>
                  </a:lnTo>
                  <a:lnTo>
                    <a:pt x="4393" y="74700"/>
                  </a:lnTo>
                  <a:lnTo>
                    <a:pt x="4360" y="74667"/>
                  </a:lnTo>
                  <a:lnTo>
                    <a:pt x="4355" y="74661"/>
                  </a:lnTo>
                  <a:lnTo>
                    <a:pt x="4336" y="74637"/>
                  </a:lnTo>
                  <a:lnTo>
                    <a:pt x="4326" y="74624"/>
                  </a:lnTo>
                  <a:lnTo>
                    <a:pt x="4281" y="74567"/>
                  </a:lnTo>
                  <a:lnTo>
                    <a:pt x="4218" y="74545"/>
                  </a:lnTo>
                  <a:lnTo>
                    <a:pt x="4211" y="74542"/>
                  </a:lnTo>
                  <a:lnTo>
                    <a:pt x="4121" y="74510"/>
                  </a:lnTo>
                  <a:lnTo>
                    <a:pt x="4097" y="74501"/>
                  </a:lnTo>
                  <a:lnTo>
                    <a:pt x="4091" y="74496"/>
                  </a:lnTo>
                  <a:lnTo>
                    <a:pt x="4092" y="74307"/>
                  </a:lnTo>
                  <a:lnTo>
                    <a:pt x="4095" y="74106"/>
                  </a:lnTo>
                  <a:lnTo>
                    <a:pt x="4095" y="74080"/>
                  </a:lnTo>
                  <a:lnTo>
                    <a:pt x="4094" y="73883"/>
                  </a:lnTo>
                  <a:lnTo>
                    <a:pt x="4086" y="73871"/>
                  </a:lnTo>
                  <a:lnTo>
                    <a:pt x="3976" y="73726"/>
                  </a:lnTo>
                  <a:lnTo>
                    <a:pt x="4002" y="73622"/>
                  </a:lnTo>
                  <a:lnTo>
                    <a:pt x="4009" y="73593"/>
                  </a:lnTo>
                  <a:lnTo>
                    <a:pt x="4014" y="73573"/>
                  </a:lnTo>
                  <a:lnTo>
                    <a:pt x="4033" y="73499"/>
                  </a:lnTo>
                  <a:lnTo>
                    <a:pt x="4099" y="73169"/>
                  </a:lnTo>
                  <a:lnTo>
                    <a:pt x="4129" y="72766"/>
                  </a:lnTo>
                  <a:lnTo>
                    <a:pt x="4136" y="72668"/>
                  </a:lnTo>
                  <a:lnTo>
                    <a:pt x="4108" y="72641"/>
                  </a:lnTo>
                  <a:lnTo>
                    <a:pt x="4102" y="72614"/>
                  </a:lnTo>
                  <a:lnTo>
                    <a:pt x="4114" y="72563"/>
                  </a:lnTo>
                  <a:lnTo>
                    <a:pt x="4183" y="72266"/>
                  </a:lnTo>
                  <a:lnTo>
                    <a:pt x="4234" y="72165"/>
                  </a:lnTo>
                  <a:lnTo>
                    <a:pt x="4261" y="72133"/>
                  </a:lnTo>
                  <a:lnTo>
                    <a:pt x="4359" y="71962"/>
                  </a:lnTo>
                  <a:lnTo>
                    <a:pt x="4368" y="71937"/>
                  </a:lnTo>
                  <a:lnTo>
                    <a:pt x="4378" y="71910"/>
                  </a:lnTo>
                  <a:lnTo>
                    <a:pt x="4397" y="71883"/>
                  </a:lnTo>
                  <a:lnTo>
                    <a:pt x="4431" y="71834"/>
                  </a:lnTo>
                  <a:lnTo>
                    <a:pt x="4569" y="71634"/>
                  </a:lnTo>
                  <a:lnTo>
                    <a:pt x="4623" y="71448"/>
                  </a:lnTo>
                  <a:lnTo>
                    <a:pt x="4746" y="71206"/>
                  </a:lnTo>
                  <a:lnTo>
                    <a:pt x="4750" y="71198"/>
                  </a:lnTo>
                  <a:lnTo>
                    <a:pt x="4885" y="70866"/>
                  </a:lnTo>
                  <a:lnTo>
                    <a:pt x="4930" y="70777"/>
                  </a:lnTo>
                  <a:lnTo>
                    <a:pt x="5013" y="70666"/>
                  </a:lnTo>
                  <a:lnTo>
                    <a:pt x="5041" y="70637"/>
                  </a:lnTo>
                  <a:lnTo>
                    <a:pt x="5052" y="70626"/>
                  </a:lnTo>
                  <a:lnTo>
                    <a:pt x="5153" y="70523"/>
                  </a:lnTo>
                  <a:lnTo>
                    <a:pt x="5209" y="70430"/>
                  </a:lnTo>
                  <a:lnTo>
                    <a:pt x="5276" y="70320"/>
                  </a:lnTo>
                  <a:lnTo>
                    <a:pt x="5410" y="70127"/>
                  </a:lnTo>
                  <a:lnTo>
                    <a:pt x="5435" y="70100"/>
                  </a:lnTo>
                  <a:lnTo>
                    <a:pt x="5551" y="70027"/>
                  </a:lnTo>
                  <a:lnTo>
                    <a:pt x="5591" y="70026"/>
                  </a:lnTo>
                  <a:lnTo>
                    <a:pt x="5640" y="70044"/>
                  </a:lnTo>
                  <a:lnTo>
                    <a:pt x="5707" y="70087"/>
                  </a:lnTo>
                  <a:lnTo>
                    <a:pt x="5785" y="70085"/>
                  </a:lnTo>
                  <a:lnTo>
                    <a:pt x="5865" y="70032"/>
                  </a:lnTo>
                  <a:lnTo>
                    <a:pt x="5856" y="69922"/>
                  </a:lnTo>
                  <a:lnTo>
                    <a:pt x="5478" y="69853"/>
                  </a:lnTo>
                  <a:lnTo>
                    <a:pt x="5404" y="69839"/>
                  </a:lnTo>
                  <a:lnTo>
                    <a:pt x="5352" y="69841"/>
                  </a:lnTo>
                  <a:lnTo>
                    <a:pt x="5269" y="69827"/>
                  </a:lnTo>
                  <a:lnTo>
                    <a:pt x="5260" y="69825"/>
                  </a:lnTo>
                  <a:lnTo>
                    <a:pt x="5241" y="69812"/>
                  </a:lnTo>
                  <a:lnTo>
                    <a:pt x="5212" y="69793"/>
                  </a:lnTo>
                  <a:lnTo>
                    <a:pt x="5193" y="69775"/>
                  </a:lnTo>
                  <a:lnTo>
                    <a:pt x="5179" y="69736"/>
                  </a:lnTo>
                  <a:lnTo>
                    <a:pt x="5251" y="69122"/>
                  </a:lnTo>
                  <a:lnTo>
                    <a:pt x="5258" y="69071"/>
                  </a:lnTo>
                  <a:lnTo>
                    <a:pt x="5337" y="68429"/>
                  </a:lnTo>
                  <a:lnTo>
                    <a:pt x="5339" y="68420"/>
                  </a:lnTo>
                  <a:lnTo>
                    <a:pt x="5375" y="68253"/>
                  </a:lnTo>
                  <a:lnTo>
                    <a:pt x="5579" y="67637"/>
                  </a:lnTo>
                  <a:lnTo>
                    <a:pt x="5611" y="67599"/>
                  </a:lnTo>
                  <a:lnTo>
                    <a:pt x="5638" y="67590"/>
                  </a:lnTo>
                  <a:lnTo>
                    <a:pt x="6412" y="67568"/>
                  </a:lnTo>
                  <a:lnTo>
                    <a:pt x="6418" y="67522"/>
                  </a:lnTo>
                  <a:lnTo>
                    <a:pt x="6424" y="67476"/>
                  </a:lnTo>
                  <a:lnTo>
                    <a:pt x="6422" y="67463"/>
                  </a:lnTo>
                  <a:lnTo>
                    <a:pt x="6384" y="67203"/>
                  </a:lnTo>
                  <a:lnTo>
                    <a:pt x="6362" y="67130"/>
                  </a:lnTo>
                  <a:lnTo>
                    <a:pt x="6344" y="67069"/>
                  </a:lnTo>
                  <a:lnTo>
                    <a:pt x="6343" y="67045"/>
                  </a:lnTo>
                  <a:lnTo>
                    <a:pt x="6353" y="67018"/>
                  </a:lnTo>
                  <a:lnTo>
                    <a:pt x="6761" y="66484"/>
                  </a:lnTo>
                  <a:lnTo>
                    <a:pt x="6696" y="66455"/>
                  </a:lnTo>
                  <a:lnTo>
                    <a:pt x="6829" y="66290"/>
                  </a:lnTo>
                  <a:lnTo>
                    <a:pt x="6977" y="66137"/>
                  </a:lnTo>
                  <a:lnTo>
                    <a:pt x="7057" y="66071"/>
                  </a:lnTo>
                  <a:lnTo>
                    <a:pt x="7157" y="66023"/>
                  </a:lnTo>
                  <a:lnTo>
                    <a:pt x="7253" y="66004"/>
                  </a:lnTo>
                  <a:lnTo>
                    <a:pt x="7254" y="65983"/>
                  </a:lnTo>
                  <a:lnTo>
                    <a:pt x="7093" y="65970"/>
                  </a:lnTo>
                  <a:lnTo>
                    <a:pt x="6993" y="65981"/>
                  </a:lnTo>
                  <a:lnTo>
                    <a:pt x="6892" y="66023"/>
                  </a:lnTo>
                  <a:lnTo>
                    <a:pt x="6837" y="66059"/>
                  </a:lnTo>
                  <a:lnTo>
                    <a:pt x="6798" y="66094"/>
                  </a:lnTo>
                  <a:lnTo>
                    <a:pt x="6605" y="66330"/>
                  </a:lnTo>
                  <a:lnTo>
                    <a:pt x="6283" y="66769"/>
                  </a:lnTo>
                  <a:lnTo>
                    <a:pt x="6177" y="66943"/>
                  </a:lnTo>
                  <a:lnTo>
                    <a:pt x="6082" y="67166"/>
                  </a:lnTo>
                  <a:lnTo>
                    <a:pt x="6043" y="67233"/>
                  </a:lnTo>
                  <a:lnTo>
                    <a:pt x="5989" y="67299"/>
                  </a:lnTo>
                  <a:lnTo>
                    <a:pt x="5915" y="67363"/>
                  </a:lnTo>
                  <a:lnTo>
                    <a:pt x="5824" y="67413"/>
                  </a:lnTo>
                  <a:lnTo>
                    <a:pt x="5768" y="67433"/>
                  </a:lnTo>
                  <a:lnTo>
                    <a:pt x="5654" y="67462"/>
                  </a:lnTo>
                  <a:lnTo>
                    <a:pt x="5502" y="67473"/>
                  </a:lnTo>
                  <a:lnTo>
                    <a:pt x="5471" y="67473"/>
                  </a:lnTo>
                  <a:lnTo>
                    <a:pt x="5280" y="67476"/>
                  </a:lnTo>
                  <a:lnTo>
                    <a:pt x="5258" y="67476"/>
                  </a:lnTo>
                  <a:lnTo>
                    <a:pt x="5178" y="67475"/>
                  </a:lnTo>
                  <a:lnTo>
                    <a:pt x="5166" y="67446"/>
                  </a:lnTo>
                  <a:lnTo>
                    <a:pt x="5020" y="67094"/>
                  </a:lnTo>
                  <a:lnTo>
                    <a:pt x="5064" y="67017"/>
                  </a:lnTo>
                  <a:lnTo>
                    <a:pt x="5073" y="67006"/>
                  </a:lnTo>
                  <a:lnTo>
                    <a:pt x="5175" y="66890"/>
                  </a:lnTo>
                  <a:lnTo>
                    <a:pt x="5209" y="66823"/>
                  </a:lnTo>
                  <a:lnTo>
                    <a:pt x="5214" y="66813"/>
                  </a:lnTo>
                  <a:lnTo>
                    <a:pt x="5248" y="66745"/>
                  </a:lnTo>
                  <a:lnTo>
                    <a:pt x="5255" y="66732"/>
                  </a:lnTo>
                  <a:lnTo>
                    <a:pt x="5514" y="66220"/>
                  </a:lnTo>
                  <a:lnTo>
                    <a:pt x="5735" y="65759"/>
                  </a:lnTo>
                  <a:lnTo>
                    <a:pt x="5648" y="65723"/>
                  </a:lnTo>
                  <a:lnTo>
                    <a:pt x="5348" y="65653"/>
                  </a:lnTo>
                  <a:lnTo>
                    <a:pt x="5336" y="65650"/>
                  </a:lnTo>
                  <a:lnTo>
                    <a:pt x="5386" y="65517"/>
                  </a:lnTo>
                  <a:lnTo>
                    <a:pt x="5390" y="65472"/>
                  </a:lnTo>
                  <a:lnTo>
                    <a:pt x="5495" y="65430"/>
                  </a:lnTo>
                  <a:lnTo>
                    <a:pt x="5509" y="65424"/>
                  </a:lnTo>
                  <a:lnTo>
                    <a:pt x="5558" y="65404"/>
                  </a:lnTo>
                  <a:lnTo>
                    <a:pt x="5654" y="65331"/>
                  </a:lnTo>
                  <a:lnTo>
                    <a:pt x="5682" y="65310"/>
                  </a:lnTo>
                  <a:lnTo>
                    <a:pt x="5999" y="65067"/>
                  </a:lnTo>
                  <a:lnTo>
                    <a:pt x="6244" y="64912"/>
                  </a:lnTo>
                  <a:lnTo>
                    <a:pt x="6392" y="64819"/>
                  </a:lnTo>
                  <a:lnTo>
                    <a:pt x="6565" y="64710"/>
                  </a:lnTo>
                  <a:lnTo>
                    <a:pt x="6909" y="64784"/>
                  </a:lnTo>
                  <a:lnTo>
                    <a:pt x="6969" y="64797"/>
                  </a:lnTo>
                  <a:lnTo>
                    <a:pt x="7032" y="64811"/>
                  </a:lnTo>
                  <a:lnTo>
                    <a:pt x="7217" y="64850"/>
                  </a:lnTo>
                  <a:lnTo>
                    <a:pt x="7263" y="64841"/>
                  </a:lnTo>
                  <a:lnTo>
                    <a:pt x="7273" y="64831"/>
                  </a:lnTo>
                  <a:lnTo>
                    <a:pt x="7282" y="64750"/>
                  </a:lnTo>
                  <a:lnTo>
                    <a:pt x="7260" y="64541"/>
                  </a:lnTo>
                  <a:lnTo>
                    <a:pt x="7239" y="64505"/>
                  </a:lnTo>
                  <a:lnTo>
                    <a:pt x="7144" y="64472"/>
                  </a:lnTo>
                  <a:lnTo>
                    <a:pt x="7135" y="64461"/>
                  </a:lnTo>
                  <a:lnTo>
                    <a:pt x="7140" y="64439"/>
                  </a:lnTo>
                  <a:lnTo>
                    <a:pt x="7155" y="64374"/>
                  </a:lnTo>
                  <a:lnTo>
                    <a:pt x="7157" y="64364"/>
                  </a:lnTo>
                  <a:lnTo>
                    <a:pt x="7193" y="64268"/>
                  </a:lnTo>
                  <a:lnTo>
                    <a:pt x="7214" y="64213"/>
                  </a:lnTo>
                  <a:lnTo>
                    <a:pt x="7253" y="64227"/>
                  </a:lnTo>
                  <a:lnTo>
                    <a:pt x="7342" y="64265"/>
                  </a:lnTo>
                  <a:lnTo>
                    <a:pt x="7387" y="64284"/>
                  </a:lnTo>
                  <a:lnTo>
                    <a:pt x="7830" y="64473"/>
                  </a:lnTo>
                  <a:lnTo>
                    <a:pt x="7833" y="64477"/>
                  </a:lnTo>
                  <a:lnTo>
                    <a:pt x="7900" y="64555"/>
                  </a:lnTo>
                  <a:lnTo>
                    <a:pt x="7895" y="64605"/>
                  </a:lnTo>
                  <a:lnTo>
                    <a:pt x="7905" y="64654"/>
                  </a:lnTo>
                  <a:lnTo>
                    <a:pt x="7907" y="64666"/>
                  </a:lnTo>
                  <a:lnTo>
                    <a:pt x="7934" y="64674"/>
                  </a:lnTo>
                  <a:lnTo>
                    <a:pt x="7961" y="64681"/>
                  </a:lnTo>
                  <a:lnTo>
                    <a:pt x="8008" y="64681"/>
                  </a:lnTo>
                  <a:lnTo>
                    <a:pt x="8036" y="64675"/>
                  </a:lnTo>
                  <a:lnTo>
                    <a:pt x="8045" y="64674"/>
                  </a:lnTo>
                  <a:lnTo>
                    <a:pt x="8089" y="64643"/>
                  </a:lnTo>
                  <a:lnTo>
                    <a:pt x="8170" y="64377"/>
                  </a:lnTo>
                  <a:lnTo>
                    <a:pt x="8222" y="64285"/>
                  </a:lnTo>
                  <a:lnTo>
                    <a:pt x="8278" y="64183"/>
                  </a:lnTo>
                  <a:lnTo>
                    <a:pt x="8284" y="64173"/>
                  </a:lnTo>
                  <a:lnTo>
                    <a:pt x="8291" y="64170"/>
                  </a:lnTo>
                  <a:lnTo>
                    <a:pt x="8306" y="64166"/>
                  </a:lnTo>
                  <a:lnTo>
                    <a:pt x="8487" y="64111"/>
                  </a:lnTo>
                  <a:lnTo>
                    <a:pt x="8538" y="64102"/>
                  </a:lnTo>
                  <a:lnTo>
                    <a:pt x="8619" y="64107"/>
                  </a:lnTo>
                  <a:lnTo>
                    <a:pt x="8682" y="64122"/>
                  </a:lnTo>
                  <a:lnTo>
                    <a:pt x="8754" y="64017"/>
                  </a:lnTo>
                  <a:lnTo>
                    <a:pt x="8757" y="64012"/>
                  </a:lnTo>
                  <a:lnTo>
                    <a:pt x="8852" y="63873"/>
                  </a:lnTo>
                  <a:lnTo>
                    <a:pt x="8842" y="63853"/>
                  </a:lnTo>
                  <a:lnTo>
                    <a:pt x="8776" y="63721"/>
                  </a:lnTo>
                  <a:lnTo>
                    <a:pt x="8693" y="63667"/>
                  </a:lnTo>
                  <a:lnTo>
                    <a:pt x="8625" y="63622"/>
                  </a:lnTo>
                  <a:lnTo>
                    <a:pt x="8566" y="63577"/>
                  </a:lnTo>
                  <a:lnTo>
                    <a:pt x="8470" y="63505"/>
                  </a:lnTo>
                  <a:lnTo>
                    <a:pt x="8446" y="63476"/>
                  </a:lnTo>
                  <a:lnTo>
                    <a:pt x="8443" y="63471"/>
                  </a:lnTo>
                  <a:lnTo>
                    <a:pt x="8302" y="63179"/>
                  </a:lnTo>
                  <a:lnTo>
                    <a:pt x="8304" y="63173"/>
                  </a:lnTo>
                  <a:lnTo>
                    <a:pt x="8375" y="62986"/>
                  </a:lnTo>
                  <a:lnTo>
                    <a:pt x="8571" y="63091"/>
                  </a:lnTo>
                  <a:lnTo>
                    <a:pt x="8593" y="63095"/>
                  </a:lnTo>
                  <a:lnTo>
                    <a:pt x="8748" y="63020"/>
                  </a:lnTo>
                  <a:lnTo>
                    <a:pt x="8765" y="62979"/>
                  </a:lnTo>
                  <a:lnTo>
                    <a:pt x="8794" y="62836"/>
                  </a:lnTo>
                  <a:lnTo>
                    <a:pt x="8824" y="62816"/>
                  </a:lnTo>
                  <a:lnTo>
                    <a:pt x="8901" y="62765"/>
                  </a:lnTo>
                  <a:lnTo>
                    <a:pt x="8913" y="62757"/>
                  </a:lnTo>
                  <a:lnTo>
                    <a:pt x="9027" y="62802"/>
                  </a:lnTo>
                  <a:lnTo>
                    <a:pt x="9046" y="62809"/>
                  </a:lnTo>
                  <a:lnTo>
                    <a:pt x="9221" y="62780"/>
                  </a:lnTo>
                  <a:lnTo>
                    <a:pt x="9237" y="62777"/>
                  </a:lnTo>
                  <a:lnTo>
                    <a:pt x="9255" y="62774"/>
                  </a:lnTo>
                  <a:lnTo>
                    <a:pt x="9322" y="62722"/>
                  </a:lnTo>
                  <a:lnTo>
                    <a:pt x="9506" y="62552"/>
                  </a:lnTo>
                  <a:lnTo>
                    <a:pt x="9716" y="62359"/>
                  </a:lnTo>
                  <a:lnTo>
                    <a:pt x="9723" y="62352"/>
                  </a:lnTo>
                  <a:lnTo>
                    <a:pt x="9735" y="62257"/>
                  </a:lnTo>
                  <a:lnTo>
                    <a:pt x="9767" y="62140"/>
                  </a:lnTo>
                  <a:lnTo>
                    <a:pt x="9776" y="62106"/>
                  </a:lnTo>
                  <a:lnTo>
                    <a:pt x="9794" y="62071"/>
                  </a:lnTo>
                  <a:lnTo>
                    <a:pt x="9887" y="61940"/>
                  </a:lnTo>
                  <a:lnTo>
                    <a:pt x="9935" y="61892"/>
                  </a:lnTo>
                  <a:lnTo>
                    <a:pt x="9988" y="61813"/>
                  </a:lnTo>
                  <a:lnTo>
                    <a:pt x="10016" y="61757"/>
                  </a:lnTo>
                  <a:lnTo>
                    <a:pt x="10047" y="61646"/>
                  </a:lnTo>
                  <a:lnTo>
                    <a:pt x="10056" y="61613"/>
                  </a:lnTo>
                  <a:lnTo>
                    <a:pt x="10057" y="61608"/>
                  </a:lnTo>
                  <a:lnTo>
                    <a:pt x="10086" y="61496"/>
                  </a:lnTo>
                  <a:lnTo>
                    <a:pt x="10099" y="61459"/>
                  </a:lnTo>
                  <a:lnTo>
                    <a:pt x="10258" y="61203"/>
                  </a:lnTo>
                  <a:lnTo>
                    <a:pt x="10380" y="60992"/>
                  </a:lnTo>
                  <a:lnTo>
                    <a:pt x="10397" y="60955"/>
                  </a:lnTo>
                  <a:lnTo>
                    <a:pt x="10466" y="60786"/>
                  </a:lnTo>
                  <a:lnTo>
                    <a:pt x="10495" y="60717"/>
                  </a:lnTo>
                  <a:lnTo>
                    <a:pt x="10498" y="60709"/>
                  </a:lnTo>
                  <a:lnTo>
                    <a:pt x="10515" y="60667"/>
                  </a:lnTo>
                  <a:lnTo>
                    <a:pt x="10559" y="60560"/>
                  </a:lnTo>
                  <a:lnTo>
                    <a:pt x="10663" y="60299"/>
                  </a:lnTo>
                  <a:lnTo>
                    <a:pt x="10684" y="60246"/>
                  </a:lnTo>
                  <a:lnTo>
                    <a:pt x="10747" y="60102"/>
                  </a:lnTo>
                  <a:lnTo>
                    <a:pt x="10803" y="59970"/>
                  </a:lnTo>
                  <a:lnTo>
                    <a:pt x="10902" y="59767"/>
                  </a:lnTo>
                  <a:lnTo>
                    <a:pt x="10916" y="59736"/>
                  </a:lnTo>
                  <a:lnTo>
                    <a:pt x="10930" y="59704"/>
                  </a:lnTo>
                  <a:lnTo>
                    <a:pt x="10425" y="59608"/>
                  </a:lnTo>
                  <a:lnTo>
                    <a:pt x="10403" y="59591"/>
                  </a:lnTo>
                  <a:lnTo>
                    <a:pt x="10389" y="59571"/>
                  </a:lnTo>
                  <a:lnTo>
                    <a:pt x="10381" y="59545"/>
                  </a:lnTo>
                  <a:lnTo>
                    <a:pt x="10383" y="59509"/>
                  </a:lnTo>
                  <a:lnTo>
                    <a:pt x="11042" y="58402"/>
                  </a:lnTo>
                  <a:lnTo>
                    <a:pt x="11098" y="58220"/>
                  </a:lnTo>
                  <a:lnTo>
                    <a:pt x="11105" y="58200"/>
                  </a:lnTo>
                  <a:lnTo>
                    <a:pt x="11228" y="57833"/>
                  </a:lnTo>
                  <a:lnTo>
                    <a:pt x="11312" y="57584"/>
                  </a:lnTo>
                  <a:lnTo>
                    <a:pt x="11329" y="57531"/>
                  </a:lnTo>
                  <a:lnTo>
                    <a:pt x="11375" y="57394"/>
                  </a:lnTo>
                  <a:lnTo>
                    <a:pt x="11392" y="57373"/>
                  </a:lnTo>
                  <a:lnTo>
                    <a:pt x="11431" y="57355"/>
                  </a:lnTo>
                  <a:lnTo>
                    <a:pt x="11925" y="57342"/>
                  </a:lnTo>
                  <a:lnTo>
                    <a:pt x="11977" y="57337"/>
                  </a:lnTo>
                  <a:lnTo>
                    <a:pt x="12020" y="57285"/>
                  </a:lnTo>
                  <a:lnTo>
                    <a:pt x="12031" y="57239"/>
                  </a:lnTo>
                  <a:lnTo>
                    <a:pt x="12035" y="57223"/>
                  </a:lnTo>
                  <a:lnTo>
                    <a:pt x="12110" y="56903"/>
                  </a:lnTo>
                  <a:lnTo>
                    <a:pt x="12113" y="56828"/>
                  </a:lnTo>
                  <a:lnTo>
                    <a:pt x="12114" y="56819"/>
                  </a:lnTo>
                  <a:lnTo>
                    <a:pt x="12115" y="56797"/>
                  </a:lnTo>
                  <a:lnTo>
                    <a:pt x="12122" y="56777"/>
                  </a:lnTo>
                  <a:lnTo>
                    <a:pt x="12148" y="56737"/>
                  </a:lnTo>
                  <a:lnTo>
                    <a:pt x="12202" y="56653"/>
                  </a:lnTo>
                  <a:lnTo>
                    <a:pt x="12316" y="56391"/>
                  </a:lnTo>
                  <a:lnTo>
                    <a:pt x="12395" y="56212"/>
                  </a:lnTo>
                  <a:lnTo>
                    <a:pt x="12484" y="56010"/>
                  </a:lnTo>
                  <a:lnTo>
                    <a:pt x="12492" y="55997"/>
                  </a:lnTo>
                  <a:lnTo>
                    <a:pt x="12854" y="55493"/>
                  </a:lnTo>
                  <a:lnTo>
                    <a:pt x="12859" y="55481"/>
                  </a:lnTo>
                  <a:lnTo>
                    <a:pt x="12867" y="55462"/>
                  </a:lnTo>
                  <a:lnTo>
                    <a:pt x="12871" y="55453"/>
                  </a:lnTo>
                  <a:lnTo>
                    <a:pt x="12887" y="55359"/>
                  </a:lnTo>
                  <a:lnTo>
                    <a:pt x="12903" y="55296"/>
                  </a:lnTo>
                  <a:lnTo>
                    <a:pt x="12969" y="55163"/>
                  </a:lnTo>
                  <a:lnTo>
                    <a:pt x="13056" y="55112"/>
                  </a:lnTo>
                  <a:lnTo>
                    <a:pt x="13062" y="55108"/>
                  </a:lnTo>
                  <a:lnTo>
                    <a:pt x="13088" y="55097"/>
                  </a:lnTo>
                  <a:lnTo>
                    <a:pt x="13105" y="55090"/>
                  </a:lnTo>
                  <a:lnTo>
                    <a:pt x="13118" y="55083"/>
                  </a:lnTo>
                  <a:lnTo>
                    <a:pt x="13348" y="54960"/>
                  </a:lnTo>
                  <a:lnTo>
                    <a:pt x="13640" y="54803"/>
                  </a:lnTo>
                  <a:lnTo>
                    <a:pt x="13861" y="54676"/>
                  </a:lnTo>
                  <a:lnTo>
                    <a:pt x="14111" y="54548"/>
                  </a:lnTo>
                  <a:lnTo>
                    <a:pt x="14220" y="54492"/>
                  </a:lnTo>
                  <a:lnTo>
                    <a:pt x="14249" y="54476"/>
                  </a:lnTo>
                  <a:lnTo>
                    <a:pt x="14349" y="54422"/>
                  </a:lnTo>
                  <a:lnTo>
                    <a:pt x="14332" y="54354"/>
                  </a:lnTo>
                  <a:lnTo>
                    <a:pt x="14329" y="54336"/>
                  </a:lnTo>
                  <a:lnTo>
                    <a:pt x="14329" y="54295"/>
                  </a:lnTo>
                  <a:lnTo>
                    <a:pt x="14347" y="54183"/>
                  </a:lnTo>
                  <a:lnTo>
                    <a:pt x="14351" y="54153"/>
                  </a:lnTo>
                  <a:lnTo>
                    <a:pt x="14376" y="54084"/>
                  </a:lnTo>
                  <a:lnTo>
                    <a:pt x="14477" y="53800"/>
                  </a:lnTo>
                  <a:lnTo>
                    <a:pt x="14482" y="53790"/>
                  </a:lnTo>
                  <a:lnTo>
                    <a:pt x="14489" y="53782"/>
                  </a:lnTo>
                  <a:lnTo>
                    <a:pt x="14499" y="53772"/>
                  </a:lnTo>
                  <a:lnTo>
                    <a:pt x="14514" y="53758"/>
                  </a:lnTo>
                  <a:lnTo>
                    <a:pt x="14537" y="53744"/>
                  </a:lnTo>
                  <a:lnTo>
                    <a:pt x="14564" y="53732"/>
                  </a:lnTo>
                  <a:lnTo>
                    <a:pt x="14583" y="53725"/>
                  </a:lnTo>
                  <a:lnTo>
                    <a:pt x="14595" y="53721"/>
                  </a:lnTo>
                  <a:lnTo>
                    <a:pt x="14615" y="53710"/>
                  </a:lnTo>
                  <a:lnTo>
                    <a:pt x="14635" y="53695"/>
                  </a:lnTo>
                  <a:lnTo>
                    <a:pt x="14655" y="53678"/>
                  </a:lnTo>
                  <a:lnTo>
                    <a:pt x="14662" y="53665"/>
                  </a:lnTo>
                  <a:lnTo>
                    <a:pt x="14675" y="53631"/>
                  </a:lnTo>
                  <a:lnTo>
                    <a:pt x="14701" y="53563"/>
                  </a:lnTo>
                  <a:lnTo>
                    <a:pt x="14734" y="53460"/>
                  </a:lnTo>
                  <a:lnTo>
                    <a:pt x="14754" y="53403"/>
                  </a:lnTo>
                  <a:lnTo>
                    <a:pt x="14759" y="53389"/>
                  </a:lnTo>
                  <a:lnTo>
                    <a:pt x="14859" y="53279"/>
                  </a:lnTo>
                  <a:lnTo>
                    <a:pt x="14898" y="53241"/>
                  </a:lnTo>
                  <a:lnTo>
                    <a:pt x="14920" y="53220"/>
                  </a:lnTo>
                  <a:lnTo>
                    <a:pt x="14971" y="53187"/>
                  </a:lnTo>
                  <a:lnTo>
                    <a:pt x="15148" y="53164"/>
                  </a:lnTo>
                  <a:lnTo>
                    <a:pt x="15394" y="52959"/>
                  </a:lnTo>
                  <a:lnTo>
                    <a:pt x="15426" y="52779"/>
                  </a:lnTo>
                  <a:lnTo>
                    <a:pt x="15408" y="52770"/>
                  </a:lnTo>
                  <a:lnTo>
                    <a:pt x="15348" y="52738"/>
                  </a:lnTo>
                  <a:lnTo>
                    <a:pt x="15280" y="52702"/>
                  </a:lnTo>
                  <a:lnTo>
                    <a:pt x="15277" y="52698"/>
                  </a:lnTo>
                  <a:lnTo>
                    <a:pt x="15276" y="52692"/>
                  </a:lnTo>
                  <a:lnTo>
                    <a:pt x="15278" y="52677"/>
                  </a:lnTo>
                  <a:lnTo>
                    <a:pt x="15287" y="52628"/>
                  </a:lnTo>
                  <a:lnTo>
                    <a:pt x="15312" y="52513"/>
                  </a:lnTo>
                  <a:lnTo>
                    <a:pt x="15425" y="51996"/>
                  </a:lnTo>
                  <a:lnTo>
                    <a:pt x="15537" y="51497"/>
                  </a:lnTo>
                  <a:lnTo>
                    <a:pt x="15540" y="51493"/>
                  </a:lnTo>
                  <a:lnTo>
                    <a:pt x="15549" y="51487"/>
                  </a:lnTo>
                  <a:lnTo>
                    <a:pt x="15665" y="51418"/>
                  </a:lnTo>
                  <a:lnTo>
                    <a:pt x="15524" y="51413"/>
                  </a:lnTo>
                  <a:lnTo>
                    <a:pt x="15468" y="51413"/>
                  </a:lnTo>
                  <a:lnTo>
                    <a:pt x="15304" y="51418"/>
                  </a:lnTo>
                  <a:lnTo>
                    <a:pt x="15293" y="51418"/>
                  </a:lnTo>
                  <a:lnTo>
                    <a:pt x="15238" y="51420"/>
                  </a:lnTo>
                  <a:lnTo>
                    <a:pt x="15054" y="51425"/>
                  </a:lnTo>
                  <a:lnTo>
                    <a:pt x="14944" y="51428"/>
                  </a:lnTo>
                  <a:lnTo>
                    <a:pt x="14890" y="51428"/>
                  </a:lnTo>
                  <a:lnTo>
                    <a:pt x="14858" y="51429"/>
                  </a:lnTo>
                  <a:lnTo>
                    <a:pt x="14850" y="51429"/>
                  </a:lnTo>
                  <a:lnTo>
                    <a:pt x="14817" y="51429"/>
                  </a:lnTo>
                  <a:lnTo>
                    <a:pt x="14779" y="51430"/>
                  </a:lnTo>
                  <a:lnTo>
                    <a:pt x="14767" y="51470"/>
                  </a:lnTo>
                  <a:lnTo>
                    <a:pt x="14740" y="51591"/>
                  </a:lnTo>
                  <a:lnTo>
                    <a:pt x="14730" y="51637"/>
                  </a:lnTo>
                  <a:lnTo>
                    <a:pt x="14577" y="52295"/>
                  </a:lnTo>
                  <a:lnTo>
                    <a:pt x="14573" y="52308"/>
                  </a:lnTo>
                  <a:lnTo>
                    <a:pt x="14569" y="52318"/>
                  </a:lnTo>
                  <a:lnTo>
                    <a:pt x="14566" y="52324"/>
                  </a:lnTo>
                  <a:lnTo>
                    <a:pt x="14555" y="52337"/>
                  </a:lnTo>
                  <a:lnTo>
                    <a:pt x="14520" y="52382"/>
                  </a:lnTo>
                  <a:lnTo>
                    <a:pt x="14427" y="52497"/>
                  </a:lnTo>
                  <a:lnTo>
                    <a:pt x="14421" y="52503"/>
                  </a:lnTo>
                  <a:lnTo>
                    <a:pt x="14398" y="52520"/>
                  </a:lnTo>
                  <a:lnTo>
                    <a:pt x="14379" y="52530"/>
                  </a:lnTo>
                  <a:lnTo>
                    <a:pt x="14359" y="52536"/>
                  </a:lnTo>
                  <a:lnTo>
                    <a:pt x="14349" y="52537"/>
                  </a:lnTo>
                  <a:lnTo>
                    <a:pt x="14325" y="52538"/>
                  </a:lnTo>
                  <a:lnTo>
                    <a:pt x="14236" y="52541"/>
                  </a:lnTo>
                  <a:lnTo>
                    <a:pt x="14218" y="52541"/>
                  </a:lnTo>
                  <a:lnTo>
                    <a:pt x="14189" y="52541"/>
                  </a:lnTo>
                  <a:lnTo>
                    <a:pt x="14161" y="52543"/>
                  </a:lnTo>
                  <a:lnTo>
                    <a:pt x="14147" y="52546"/>
                  </a:lnTo>
                  <a:lnTo>
                    <a:pt x="14122" y="52553"/>
                  </a:lnTo>
                  <a:lnTo>
                    <a:pt x="14101" y="52562"/>
                  </a:lnTo>
                  <a:lnTo>
                    <a:pt x="14088" y="52568"/>
                  </a:lnTo>
                  <a:lnTo>
                    <a:pt x="14066" y="52582"/>
                  </a:lnTo>
                  <a:lnTo>
                    <a:pt x="14058" y="52588"/>
                  </a:lnTo>
                  <a:lnTo>
                    <a:pt x="14048" y="52596"/>
                  </a:lnTo>
                  <a:lnTo>
                    <a:pt x="14034" y="52609"/>
                  </a:lnTo>
                  <a:lnTo>
                    <a:pt x="14016" y="52630"/>
                  </a:lnTo>
                  <a:lnTo>
                    <a:pt x="14004" y="52649"/>
                  </a:lnTo>
                  <a:lnTo>
                    <a:pt x="13994" y="52665"/>
                  </a:lnTo>
                  <a:lnTo>
                    <a:pt x="13986" y="52683"/>
                  </a:lnTo>
                  <a:lnTo>
                    <a:pt x="13979" y="52699"/>
                  </a:lnTo>
                  <a:lnTo>
                    <a:pt x="13973" y="52718"/>
                  </a:lnTo>
                  <a:lnTo>
                    <a:pt x="13967" y="52746"/>
                  </a:lnTo>
                  <a:lnTo>
                    <a:pt x="13966" y="52763"/>
                  </a:lnTo>
                  <a:lnTo>
                    <a:pt x="13966" y="52777"/>
                  </a:lnTo>
                  <a:lnTo>
                    <a:pt x="13965" y="52803"/>
                  </a:lnTo>
                  <a:lnTo>
                    <a:pt x="13961" y="52820"/>
                  </a:lnTo>
                  <a:lnTo>
                    <a:pt x="13951" y="52834"/>
                  </a:lnTo>
                  <a:lnTo>
                    <a:pt x="13946" y="52840"/>
                  </a:lnTo>
                  <a:lnTo>
                    <a:pt x="13922" y="52855"/>
                  </a:lnTo>
                  <a:lnTo>
                    <a:pt x="13916" y="52856"/>
                  </a:lnTo>
                  <a:lnTo>
                    <a:pt x="13910" y="52857"/>
                  </a:lnTo>
                  <a:lnTo>
                    <a:pt x="13419" y="52867"/>
                  </a:lnTo>
                  <a:lnTo>
                    <a:pt x="13370" y="52867"/>
                  </a:lnTo>
                  <a:lnTo>
                    <a:pt x="13349" y="52866"/>
                  </a:lnTo>
                  <a:lnTo>
                    <a:pt x="13339" y="52864"/>
                  </a:lnTo>
                  <a:lnTo>
                    <a:pt x="13328" y="52859"/>
                  </a:lnTo>
                  <a:lnTo>
                    <a:pt x="13316" y="52852"/>
                  </a:lnTo>
                  <a:lnTo>
                    <a:pt x="13306" y="52841"/>
                  </a:lnTo>
                  <a:lnTo>
                    <a:pt x="13296" y="52828"/>
                  </a:lnTo>
                  <a:lnTo>
                    <a:pt x="13290" y="52813"/>
                  </a:lnTo>
                  <a:lnTo>
                    <a:pt x="13285" y="52794"/>
                  </a:lnTo>
                  <a:lnTo>
                    <a:pt x="13285" y="52783"/>
                  </a:lnTo>
                  <a:lnTo>
                    <a:pt x="13287" y="52770"/>
                  </a:lnTo>
                  <a:lnTo>
                    <a:pt x="13291" y="52758"/>
                  </a:lnTo>
                  <a:lnTo>
                    <a:pt x="13318" y="52715"/>
                  </a:lnTo>
                  <a:lnTo>
                    <a:pt x="13385" y="52613"/>
                  </a:lnTo>
                  <a:lnTo>
                    <a:pt x="14177" y="51464"/>
                  </a:lnTo>
                  <a:lnTo>
                    <a:pt x="14278" y="51420"/>
                  </a:lnTo>
                  <a:lnTo>
                    <a:pt x="14308" y="51418"/>
                  </a:lnTo>
                  <a:lnTo>
                    <a:pt x="14313" y="51418"/>
                  </a:lnTo>
                  <a:lnTo>
                    <a:pt x="14323" y="51415"/>
                  </a:lnTo>
                  <a:lnTo>
                    <a:pt x="14573" y="51326"/>
                  </a:lnTo>
                  <a:lnTo>
                    <a:pt x="14637" y="51280"/>
                  </a:lnTo>
                  <a:lnTo>
                    <a:pt x="14646" y="51269"/>
                  </a:lnTo>
                  <a:lnTo>
                    <a:pt x="14650" y="51258"/>
                  </a:lnTo>
                  <a:lnTo>
                    <a:pt x="14652" y="51254"/>
                  </a:lnTo>
                  <a:lnTo>
                    <a:pt x="14652" y="51236"/>
                  </a:lnTo>
                  <a:lnTo>
                    <a:pt x="14652" y="51170"/>
                  </a:lnTo>
                  <a:lnTo>
                    <a:pt x="14698" y="51100"/>
                  </a:lnTo>
                  <a:lnTo>
                    <a:pt x="14789" y="50972"/>
                  </a:lnTo>
                  <a:lnTo>
                    <a:pt x="14974" y="50716"/>
                  </a:lnTo>
                  <a:lnTo>
                    <a:pt x="14981" y="50684"/>
                  </a:lnTo>
                  <a:lnTo>
                    <a:pt x="14983" y="50672"/>
                  </a:lnTo>
                  <a:lnTo>
                    <a:pt x="14983" y="50667"/>
                  </a:lnTo>
                  <a:lnTo>
                    <a:pt x="14983" y="50659"/>
                  </a:lnTo>
                  <a:lnTo>
                    <a:pt x="14816" y="50535"/>
                  </a:lnTo>
                  <a:lnTo>
                    <a:pt x="14868" y="50459"/>
                  </a:lnTo>
                  <a:lnTo>
                    <a:pt x="14927" y="50371"/>
                  </a:lnTo>
                  <a:lnTo>
                    <a:pt x="15010" y="50249"/>
                  </a:lnTo>
                  <a:lnTo>
                    <a:pt x="15187" y="49991"/>
                  </a:lnTo>
                  <a:lnTo>
                    <a:pt x="15195" y="49981"/>
                  </a:lnTo>
                  <a:lnTo>
                    <a:pt x="15204" y="49973"/>
                  </a:lnTo>
                  <a:lnTo>
                    <a:pt x="15214" y="49967"/>
                  </a:lnTo>
                  <a:lnTo>
                    <a:pt x="15222" y="49962"/>
                  </a:lnTo>
                  <a:lnTo>
                    <a:pt x="15231" y="49960"/>
                  </a:lnTo>
                  <a:lnTo>
                    <a:pt x="15244" y="49958"/>
                  </a:lnTo>
                  <a:lnTo>
                    <a:pt x="15262" y="49957"/>
                  </a:lnTo>
                  <a:lnTo>
                    <a:pt x="15292" y="49957"/>
                  </a:lnTo>
                  <a:lnTo>
                    <a:pt x="15447" y="49955"/>
                  </a:lnTo>
                  <a:lnTo>
                    <a:pt x="15659" y="49952"/>
                  </a:lnTo>
                  <a:lnTo>
                    <a:pt x="16342" y="49943"/>
                  </a:lnTo>
                  <a:lnTo>
                    <a:pt x="16364" y="49941"/>
                  </a:lnTo>
                  <a:lnTo>
                    <a:pt x="16373" y="49937"/>
                  </a:lnTo>
                  <a:lnTo>
                    <a:pt x="16445" y="49899"/>
                  </a:lnTo>
                  <a:lnTo>
                    <a:pt x="16499" y="49867"/>
                  </a:lnTo>
                  <a:lnTo>
                    <a:pt x="16504" y="49862"/>
                  </a:lnTo>
                  <a:lnTo>
                    <a:pt x="16520" y="49847"/>
                  </a:lnTo>
                  <a:lnTo>
                    <a:pt x="16526" y="49840"/>
                  </a:lnTo>
                  <a:lnTo>
                    <a:pt x="16530" y="49835"/>
                  </a:lnTo>
                  <a:lnTo>
                    <a:pt x="16580" y="49771"/>
                  </a:lnTo>
                  <a:lnTo>
                    <a:pt x="16608" y="49734"/>
                  </a:lnTo>
                  <a:lnTo>
                    <a:pt x="16674" y="49647"/>
                  </a:lnTo>
                  <a:lnTo>
                    <a:pt x="16647" y="49628"/>
                  </a:lnTo>
                  <a:lnTo>
                    <a:pt x="16607" y="49608"/>
                  </a:lnTo>
                  <a:lnTo>
                    <a:pt x="16486" y="49547"/>
                  </a:lnTo>
                  <a:lnTo>
                    <a:pt x="16471" y="49539"/>
                  </a:lnTo>
                  <a:lnTo>
                    <a:pt x="16469" y="49534"/>
                  </a:lnTo>
                  <a:lnTo>
                    <a:pt x="16478" y="49519"/>
                  </a:lnTo>
                  <a:lnTo>
                    <a:pt x="16491" y="49499"/>
                  </a:lnTo>
                  <a:lnTo>
                    <a:pt x="16534" y="49433"/>
                  </a:lnTo>
                  <a:lnTo>
                    <a:pt x="16592" y="49351"/>
                  </a:lnTo>
                  <a:lnTo>
                    <a:pt x="16649" y="49271"/>
                  </a:lnTo>
                  <a:lnTo>
                    <a:pt x="16786" y="49125"/>
                  </a:lnTo>
                  <a:lnTo>
                    <a:pt x="16865" y="49041"/>
                  </a:lnTo>
                  <a:lnTo>
                    <a:pt x="17049" y="48821"/>
                  </a:lnTo>
                  <a:lnTo>
                    <a:pt x="17100" y="48727"/>
                  </a:lnTo>
                  <a:lnTo>
                    <a:pt x="17155" y="48621"/>
                  </a:lnTo>
                  <a:lnTo>
                    <a:pt x="17164" y="48603"/>
                  </a:lnTo>
                  <a:lnTo>
                    <a:pt x="17199" y="48522"/>
                  </a:lnTo>
                  <a:lnTo>
                    <a:pt x="17199" y="48516"/>
                  </a:lnTo>
                  <a:lnTo>
                    <a:pt x="17199" y="48509"/>
                  </a:lnTo>
                  <a:lnTo>
                    <a:pt x="17200" y="48498"/>
                  </a:lnTo>
                  <a:lnTo>
                    <a:pt x="17222" y="48446"/>
                  </a:lnTo>
                  <a:lnTo>
                    <a:pt x="17312" y="48303"/>
                  </a:lnTo>
                  <a:lnTo>
                    <a:pt x="17318" y="48300"/>
                  </a:lnTo>
                  <a:lnTo>
                    <a:pt x="17360" y="48225"/>
                  </a:lnTo>
                  <a:lnTo>
                    <a:pt x="17478" y="48011"/>
                  </a:lnTo>
                  <a:lnTo>
                    <a:pt x="17484" y="47981"/>
                  </a:lnTo>
                  <a:lnTo>
                    <a:pt x="17489" y="47910"/>
                  </a:lnTo>
                  <a:lnTo>
                    <a:pt x="17288" y="47830"/>
                  </a:lnTo>
                  <a:lnTo>
                    <a:pt x="17281" y="47828"/>
                  </a:lnTo>
                  <a:lnTo>
                    <a:pt x="17229" y="47807"/>
                  </a:lnTo>
                  <a:lnTo>
                    <a:pt x="17225" y="47805"/>
                  </a:lnTo>
                  <a:lnTo>
                    <a:pt x="17117" y="47761"/>
                  </a:lnTo>
                  <a:lnTo>
                    <a:pt x="16997" y="47712"/>
                  </a:lnTo>
                  <a:lnTo>
                    <a:pt x="16991" y="47710"/>
                  </a:lnTo>
                  <a:lnTo>
                    <a:pt x="16696" y="47590"/>
                  </a:lnTo>
                  <a:lnTo>
                    <a:pt x="16618" y="47482"/>
                  </a:lnTo>
                  <a:lnTo>
                    <a:pt x="16690" y="47428"/>
                  </a:lnTo>
                  <a:lnTo>
                    <a:pt x="16782" y="47358"/>
                  </a:lnTo>
                  <a:lnTo>
                    <a:pt x="16838" y="47212"/>
                  </a:lnTo>
                  <a:lnTo>
                    <a:pt x="16901" y="47047"/>
                  </a:lnTo>
                  <a:lnTo>
                    <a:pt x="16933" y="46962"/>
                  </a:lnTo>
                  <a:lnTo>
                    <a:pt x="16947" y="46925"/>
                  </a:lnTo>
                  <a:lnTo>
                    <a:pt x="17035" y="46689"/>
                  </a:lnTo>
                  <a:lnTo>
                    <a:pt x="17095" y="46528"/>
                  </a:lnTo>
                  <a:lnTo>
                    <a:pt x="17099" y="46518"/>
                  </a:lnTo>
                  <a:lnTo>
                    <a:pt x="17122" y="46469"/>
                  </a:lnTo>
                  <a:lnTo>
                    <a:pt x="17526" y="45610"/>
                  </a:lnTo>
                  <a:lnTo>
                    <a:pt x="17583" y="45458"/>
                  </a:lnTo>
                  <a:lnTo>
                    <a:pt x="17723" y="45088"/>
                  </a:lnTo>
                  <a:lnTo>
                    <a:pt x="17728" y="45086"/>
                  </a:lnTo>
                  <a:lnTo>
                    <a:pt x="17924" y="45184"/>
                  </a:lnTo>
                  <a:lnTo>
                    <a:pt x="17930" y="45187"/>
                  </a:lnTo>
                  <a:lnTo>
                    <a:pt x="17950" y="45146"/>
                  </a:lnTo>
                  <a:lnTo>
                    <a:pt x="17997" y="45044"/>
                  </a:lnTo>
                  <a:lnTo>
                    <a:pt x="18004" y="45028"/>
                  </a:lnTo>
                  <a:lnTo>
                    <a:pt x="18124" y="44761"/>
                  </a:lnTo>
                  <a:lnTo>
                    <a:pt x="18204" y="44577"/>
                  </a:lnTo>
                  <a:lnTo>
                    <a:pt x="18249" y="44473"/>
                  </a:lnTo>
                  <a:lnTo>
                    <a:pt x="18301" y="44497"/>
                  </a:lnTo>
                  <a:lnTo>
                    <a:pt x="18315" y="44503"/>
                  </a:lnTo>
                  <a:lnTo>
                    <a:pt x="18335" y="44513"/>
                  </a:lnTo>
                  <a:lnTo>
                    <a:pt x="18373" y="44530"/>
                  </a:lnTo>
                  <a:lnTo>
                    <a:pt x="18190" y="45035"/>
                  </a:lnTo>
                  <a:lnTo>
                    <a:pt x="18198" y="45117"/>
                  </a:lnTo>
                  <a:lnTo>
                    <a:pt x="18147" y="45255"/>
                  </a:lnTo>
                  <a:lnTo>
                    <a:pt x="18143" y="45268"/>
                  </a:lnTo>
                  <a:lnTo>
                    <a:pt x="18135" y="45289"/>
                  </a:lnTo>
                  <a:lnTo>
                    <a:pt x="18083" y="45432"/>
                  </a:lnTo>
                  <a:lnTo>
                    <a:pt x="18028" y="45583"/>
                  </a:lnTo>
                  <a:lnTo>
                    <a:pt x="17986" y="45699"/>
                  </a:lnTo>
                  <a:lnTo>
                    <a:pt x="17971" y="45736"/>
                  </a:lnTo>
                  <a:lnTo>
                    <a:pt x="17948" y="45799"/>
                  </a:lnTo>
                  <a:lnTo>
                    <a:pt x="17860" y="45973"/>
                  </a:lnTo>
                  <a:lnTo>
                    <a:pt x="17856" y="45973"/>
                  </a:lnTo>
                  <a:lnTo>
                    <a:pt x="17727" y="45924"/>
                  </a:lnTo>
                  <a:lnTo>
                    <a:pt x="17692" y="45911"/>
                  </a:lnTo>
                  <a:lnTo>
                    <a:pt x="17680" y="45906"/>
                  </a:lnTo>
                  <a:lnTo>
                    <a:pt x="17631" y="45887"/>
                  </a:lnTo>
                  <a:lnTo>
                    <a:pt x="17560" y="45855"/>
                  </a:lnTo>
                  <a:lnTo>
                    <a:pt x="17529" y="45938"/>
                  </a:lnTo>
                  <a:lnTo>
                    <a:pt x="17286" y="46593"/>
                  </a:lnTo>
                  <a:lnTo>
                    <a:pt x="17099" y="47146"/>
                  </a:lnTo>
                  <a:lnTo>
                    <a:pt x="17115" y="47153"/>
                  </a:lnTo>
                  <a:lnTo>
                    <a:pt x="17237" y="47203"/>
                  </a:lnTo>
                  <a:lnTo>
                    <a:pt x="17317" y="47236"/>
                  </a:lnTo>
                  <a:lnTo>
                    <a:pt x="17325" y="47212"/>
                  </a:lnTo>
                  <a:lnTo>
                    <a:pt x="17441" y="46898"/>
                  </a:lnTo>
                  <a:lnTo>
                    <a:pt x="17466" y="46828"/>
                  </a:lnTo>
                  <a:lnTo>
                    <a:pt x="17497" y="46743"/>
                  </a:lnTo>
                  <a:lnTo>
                    <a:pt x="17615" y="46417"/>
                  </a:lnTo>
                  <a:lnTo>
                    <a:pt x="17639" y="46427"/>
                  </a:lnTo>
                  <a:lnTo>
                    <a:pt x="17744" y="46470"/>
                  </a:lnTo>
                  <a:lnTo>
                    <a:pt x="17802" y="46495"/>
                  </a:lnTo>
                  <a:lnTo>
                    <a:pt x="18003" y="46880"/>
                  </a:lnTo>
                  <a:lnTo>
                    <a:pt x="18057" y="46896"/>
                  </a:lnTo>
                  <a:lnTo>
                    <a:pt x="18151" y="46801"/>
                  </a:lnTo>
                  <a:lnTo>
                    <a:pt x="18158" y="46791"/>
                  </a:lnTo>
                  <a:lnTo>
                    <a:pt x="18163" y="46779"/>
                  </a:lnTo>
                  <a:lnTo>
                    <a:pt x="18097" y="46688"/>
                  </a:lnTo>
                  <a:lnTo>
                    <a:pt x="17978" y="46346"/>
                  </a:lnTo>
                  <a:lnTo>
                    <a:pt x="17994" y="46302"/>
                  </a:lnTo>
                  <a:lnTo>
                    <a:pt x="18014" y="46248"/>
                  </a:lnTo>
                  <a:lnTo>
                    <a:pt x="18219" y="45707"/>
                  </a:lnTo>
                  <a:lnTo>
                    <a:pt x="18580" y="44752"/>
                  </a:lnTo>
                  <a:lnTo>
                    <a:pt x="18720" y="44809"/>
                  </a:lnTo>
                  <a:lnTo>
                    <a:pt x="18792" y="44948"/>
                  </a:lnTo>
                  <a:lnTo>
                    <a:pt x="18777" y="44988"/>
                  </a:lnTo>
                  <a:lnTo>
                    <a:pt x="18635" y="45363"/>
                  </a:lnTo>
                  <a:lnTo>
                    <a:pt x="18611" y="45429"/>
                  </a:lnTo>
                  <a:lnTo>
                    <a:pt x="18614" y="45438"/>
                  </a:lnTo>
                  <a:lnTo>
                    <a:pt x="18658" y="45528"/>
                  </a:lnTo>
                  <a:lnTo>
                    <a:pt x="18673" y="45533"/>
                  </a:lnTo>
                  <a:lnTo>
                    <a:pt x="18697" y="45532"/>
                  </a:lnTo>
                  <a:lnTo>
                    <a:pt x="18702" y="45531"/>
                  </a:lnTo>
                  <a:lnTo>
                    <a:pt x="18718" y="45525"/>
                  </a:lnTo>
                  <a:lnTo>
                    <a:pt x="18797" y="45430"/>
                  </a:lnTo>
                  <a:lnTo>
                    <a:pt x="18801" y="45424"/>
                  </a:lnTo>
                  <a:lnTo>
                    <a:pt x="18864" y="45247"/>
                  </a:lnTo>
                  <a:lnTo>
                    <a:pt x="18874" y="45216"/>
                  </a:lnTo>
                  <a:lnTo>
                    <a:pt x="18957" y="44892"/>
                  </a:lnTo>
                  <a:lnTo>
                    <a:pt x="18918" y="44817"/>
                  </a:lnTo>
                  <a:lnTo>
                    <a:pt x="18890" y="44763"/>
                  </a:lnTo>
                  <a:lnTo>
                    <a:pt x="18847" y="44680"/>
                  </a:lnTo>
                  <a:lnTo>
                    <a:pt x="18795" y="44577"/>
                  </a:lnTo>
                  <a:lnTo>
                    <a:pt x="18828" y="44482"/>
                  </a:lnTo>
                  <a:lnTo>
                    <a:pt x="19229" y="44428"/>
                  </a:lnTo>
                  <a:lnTo>
                    <a:pt x="19200" y="44294"/>
                  </a:lnTo>
                  <a:lnTo>
                    <a:pt x="18773" y="44350"/>
                  </a:lnTo>
                  <a:lnTo>
                    <a:pt x="18685" y="44349"/>
                  </a:lnTo>
                  <a:lnTo>
                    <a:pt x="18628" y="44251"/>
                  </a:lnTo>
                  <a:lnTo>
                    <a:pt x="18650" y="44200"/>
                  </a:lnTo>
                  <a:lnTo>
                    <a:pt x="18652" y="44180"/>
                  </a:lnTo>
                  <a:lnTo>
                    <a:pt x="18668" y="44021"/>
                  </a:lnTo>
                  <a:lnTo>
                    <a:pt x="18651" y="44011"/>
                  </a:lnTo>
                  <a:lnTo>
                    <a:pt x="18485" y="43917"/>
                  </a:lnTo>
                  <a:lnTo>
                    <a:pt x="18607" y="43802"/>
                  </a:lnTo>
                  <a:lnTo>
                    <a:pt x="18778" y="43641"/>
                  </a:lnTo>
                  <a:lnTo>
                    <a:pt x="18862" y="43450"/>
                  </a:lnTo>
                  <a:lnTo>
                    <a:pt x="18937" y="43277"/>
                  </a:lnTo>
                  <a:lnTo>
                    <a:pt x="18988" y="43169"/>
                  </a:lnTo>
                  <a:lnTo>
                    <a:pt x="18992" y="43169"/>
                  </a:lnTo>
                  <a:lnTo>
                    <a:pt x="18999" y="43173"/>
                  </a:lnTo>
                  <a:lnTo>
                    <a:pt x="19059" y="43208"/>
                  </a:lnTo>
                  <a:lnTo>
                    <a:pt x="19211" y="43298"/>
                  </a:lnTo>
                  <a:lnTo>
                    <a:pt x="19319" y="43362"/>
                  </a:lnTo>
                  <a:lnTo>
                    <a:pt x="19431" y="43429"/>
                  </a:lnTo>
                  <a:lnTo>
                    <a:pt x="19661" y="43567"/>
                  </a:lnTo>
                  <a:lnTo>
                    <a:pt x="19689" y="43568"/>
                  </a:lnTo>
                  <a:lnTo>
                    <a:pt x="19713" y="43568"/>
                  </a:lnTo>
                  <a:lnTo>
                    <a:pt x="19797" y="43505"/>
                  </a:lnTo>
                  <a:lnTo>
                    <a:pt x="19833" y="43451"/>
                  </a:lnTo>
                  <a:lnTo>
                    <a:pt x="19870" y="43285"/>
                  </a:lnTo>
                  <a:lnTo>
                    <a:pt x="19973" y="42699"/>
                  </a:lnTo>
                  <a:lnTo>
                    <a:pt x="19949" y="42623"/>
                  </a:lnTo>
                  <a:lnTo>
                    <a:pt x="19930" y="42571"/>
                  </a:lnTo>
                  <a:lnTo>
                    <a:pt x="19906" y="42522"/>
                  </a:lnTo>
                  <a:lnTo>
                    <a:pt x="19966" y="42387"/>
                  </a:lnTo>
                  <a:lnTo>
                    <a:pt x="20010" y="42271"/>
                  </a:lnTo>
                  <a:lnTo>
                    <a:pt x="20139" y="42013"/>
                  </a:lnTo>
                  <a:lnTo>
                    <a:pt x="20358" y="41580"/>
                  </a:lnTo>
                  <a:lnTo>
                    <a:pt x="20401" y="41518"/>
                  </a:lnTo>
                  <a:lnTo>
                    <a:pt x="20417" y="41498"/>
                  </a:lnTo>
                  <a:lnTo>
                    <a:pt x="20432" y="41481"/>
                  </a:lnTo>
                  <a:lnTo>
                    <a:pt x="20449" y="41466"/>
                  </a:lnTo>
                  <a:lnTo>
                    <a:pt x="20464" y="41456"/>
                  </a:lnTo>
                  <a:lnTo>
                    <a:pt x="20499" y="41432"/>
                  </a:lnTo>
                  <a:lnTo>
                    <a:pt x="20507" y="41428"/>
                  </a:lnTo>
                  <a:lnTo>
                    <a:pt x="20514" y="41427"/>
                  </a:lnTo>
                  <a:lnTo>
                    <a:pt x="20521" y="41431"/>
                  </a:lnTo>
                  <a:lnTo>
                    <a:pt x="20530" y="41436"/>
                  </a:lnTo>
                  <a:lnTo>
                    <a:pt x="20571" y="41384"/>
                  </a:lnTo>
                  <a:lnTo>
                    <a:pt x="20613" y="41331"/>
                  </a:lnTo>
                  <a:lnTo>
                    <a:pt x="20691" y="41248"/>
                  </a:lnTo>
                  <a:lnTo>
                    <a:pt x="20734" y="41203"/>
                  </a:lnTo>
                  <a:lnTo>
                    <a:pt x="20889" y="41040"/>
                  </a:lnTo>
                  <a:lnTo>
                    <a:pt x="21025" y="40870"/>
                  </a:lnTo>
                  <a:lnTo>
                    <a:pt x="21106" y="40769"/>
                  </a:lnTo>
                  <a:lnTo>
                    <a:pt x="21094" y="40686"/>
                  </a:lnTo>
                  <a:lnTo>
                    <a:pt x="21059" y="40624"/>
                  </a:lnTo>
                  <a:lnTo>
                    <a:pt x="21055" y="40586"/>
                  </a:lnTo>
                  <a:lnTo>
                    <a:pt x="21052" y="40509"/>
                  </a:lnTo>
                  <a:lnTo>
                    <a:pt x="21055" y="40488"/>
                  </a:lnTo>
                  <a:lnTo>
                    <a:pt x="21062" y="40449"/>
                  </a:lnTo>
                  <a:lnTo>
                    <a:pt x="21066" y="40427"/>
                  </a:lnTo>
                  <a:lnTo>
                    <a:pt x="21069" y="40413"/>
                  </a:lnTo>
                  <a:lnTo>
                    <a:pt x="21072" y="40404"/>
                  </a:lnTo>
                  <a:lnTo>
                    <a:pt x="21262" y="39972"/>
                  </a:lnTo>
                  <a:lnTo>
                    <a:pt x="21295" y="39926"/>
                  </a:lnTo>
                  <a:lnTo>
                    <a:pt x="21351" y="39778"/>
                  </a:lnTo>
                  <a:lnTo>
                    <a:pt x="21373" y="39688"/>
                  </a:lnTo>
                  <a:lnTo>
                    <a:pt x="21394" y="39605"/>
                  </a:lnTo>
                  <a:lnTo>
                    <a:pt x="21506" y="39459"/>
                  </a:lnTo>
                  <a:lnTo>
                    <a:pt x="21690" y="39217"/>
                  </a:lnTo>
                  <a:lnTo>
                    <a:pt x="21741" y="39141"/>
                  </a:lnTo>
                  <a:lnTo>
                    <a:pt x="21746" y="39132"/>
                  </a:lnTo>
                  <a:lnTo>
                    <a:pt x="21783" y="39059"/>
                  </a:lnTo>
                  <a:lnTo>
                    <a:pt x="21841" y="38946"/>
                  </a:lnTo>
                  <a:lnTo>
                    <a:pt x="21995" y="38649"/>
                  </a:lnTo>
                  <a:lnTo>
                    <a:pt x="21999" y="38641"/>
                  </a:lnTo>
                  <a:lnTo>
                    <a:pt x="22002" y="38637"/>
                  </a:lnTo>
                  <a:lnTo>
                    <a:pt x="22008" y="38633"/>
                  </a:lnTo>
                  <a:lnTo>
                    <a:pt x="22134" y="38569"/>
                  </a:lnTo>
                  <a:lnTo>
                    <a:pt x="22186" y="38513"/>
                  </a:lnTo>
                  <a:lnTo>
                    <a:pt x="22250" y="38443"/>
                  </a:lnTo>
                  <a:lnTo>
                    <a:pt x="22260" y="38429"/>
                  </a:lnTo>
                  <a:lnTo>
                    <a:pt x="22290" y="38378"/>
                  </a:lnTo>
                  <a:lnTo>
                    <a:pt x="22321" y="38325"/>
                  </a:lnTo>
                  <a:lnTo>
                    <a:pt x="22334" y="38304"/>
                  </a:lnTo>
                  <a:lnTo>
                    <a:pt x="22457" y="38053"/>
                  </a:lnTo>
                  <a:lnTo>
                    <a:pt x="22563" y="37821"/>
                  </a:lnTo>
                  <a:lnTo>
                    <a:pt x="22595" y="37776"/>
                  </a:lnTo>
                  <a:lnTo>
                    <a:pt x="22702" y="37621"/>
                  </a:lnTo>
                  <a:lnTo>
                    <a:pt x="22751" y="37550"/>
                  </a:lnTo>
                  <a:lnTo>
                    <a:pt x="22774" y="37517"/>
                  </a:lnTo>
                  <a:lnTo>
                    <a:pt x="22776" y="37513"/>
                  </a:lnTo>
                  <a:lnTo>
                    <a:pt x="22789" y="37503"/>
                  </a:lnTo>
                  <a:lnTo>
                    <a:pt x="22797" y="37497"/>
                  </a:lnTo>
                  <a:lnTo>
                    <a:pt x="22820" y="37478"/>
                  </a:lnTo>
                  <a:lnTo>
                    <a:pt x="22828" y="37472"/>
                  </a:lnTo>
                  <a:lnTo>
                    <a:pt x="22867" y="37467"/>
                  </a:lnTo>
                  <a:lnTo>
                    <a:pt x="22993" y="37452"/>
                  </a:lnTo>
                  <a:lnTo>
                    <a:pt x="23028" y="37447"/>
                  </a:lnTo>
                  <a:lnTo>
                    <a:pt x="23051" y="37461"/>
                  </a:lnTo>
                  <a:lnTo>
                    <a:pt x="23107" y="37389"/>
                  </a:lnTo>
                  <a:lnTo>
                    <a:pt x="23511" y="36878"/>
                  </a:lnTo>
                  <a:lnTo>
                    <a:pt x="23524" y="36857"/>
                  </a:lnTo>
                  <a:lnTo>
                    <a:pt x="23573" y="36781"/>
                  </a:lnTo>
                  <a:lnTo>
                    <a:pt x="23620" y="36709"/>
                  </a:lnTo>
                  <a:lnTo>
                    <a:pt x="23783" y="36457"/>
                  </a:lnTo>
                  <a:lnTo>
                    <a:pt x="23787" y="36451"/>
                  </a:lnTo>
                  <a:lnTo>
                    <a:pt x="24306" y="35572"/>
                  </a:lnTo>
                  <a:lnTo>
                    <a:pt x="24352" y="35480"/>
                  </a:lnTo>
                  <a:lnTo>
                    <a:pt x="24490" y="35205"/>
                  </a:lnTo>
                  <a:lnTo>
                    <a:pt x="24545" y="35094"/>
                  </a:lnTo>
                  <a:lnTo>
                    <a:pt x="24617" y="34960"/>
                  </a:lnTo>
                  <a:lnTo>
                    <a:pt x="25074" y="34105"/>
                  </a:lnTo>
                  <a:lnTo>
                    <a:pt x="25162" y="33940"/>
                  </a:lnTo>
                  <a:lnTo>
                    <a:pt x="25212" y="33804"/>
                  </a:lnTo>
                  <a:lnTo>
                    <a:pt x="25314" y="33524"/>
                  </a:lnTo>
                  <a:lnTo>
                    <a:pt x="25317" y="33512"/>
                  </a:lnTo>
                  <a:lnTo>
                    <a:pt x="25433" y="33112"/>
                  </a:lnTo>
                  <a:lnTo>
                    <a:pt x="25439" y="33063"/>
                  </a:lnTo>
                  <a:lnTo>
                    <a:pt x="25441" y="33038"/>
                  </a:lnTo>
                  <a:lnTo>
                    <a:pt x="25441" y="33031"/>
                  </a:lnTo>
                  <a:lnTo>
                    <a:pt x="25595" y="32655"/>
                  </a:lnTo>
                  <a:lnTo>
                    <a:pt x="25597" y="32649"/>
                  </a:lnTo>
                  <a:lnTo>
                    <a:pt x="25638" y="32549"/>
                  </a:lnTo>
                  <a:lnTo>
                    <a:pt x="25780" y="32239"/>
                  </a:lnTo>
                  <a:lnTo>
                    <a:pt x="25837" y="32109"/>
                  </a:lnTo>
                  <a:lnTo>
                    <a:pt x="25870" y="32034"/>
                  </a:lnTo>
                  <a:lnTo>
                    <a:pt x="25875" y="32020"/>
                  </a:lnTo>
                  <a:lnTo>
                    <a:pt x="25900" y="31924"/>
                  </a:lnTo>
                  <a:lnTo>
                    <a:pt x="25971" y="31737"/>
                  </a:lnTo>
                  <a:lnTo>
                    <a:pt x="26077" y="31248"/>
                  </a:lnTo>
                  <a:lnTo>
                    <a:pt x="26079" y="31244"/>
                  </a:lnTo>
                  <a:lnTo>
                    <a:pt x="26080" y="31240"/>
                  </a:lnTo>
                  <a:lnTo>
                    <a:pt x="26086" y="31229"/>
                  </a:lnTo>
                  <a:lnTo>
                    <a:pt x="26309" y="30778"/>
                  </a:lnTo>
                  <a:lnTo>
                    <a:pt x="26393" y="30622"/>
                  </a:lnTo>
                  <a:lnTo>
                    <a:pt x="26518" y="30412"/>
                  </a:lnTo>
                  <a:lnTo>
                    <a:pt x="26527" y="30397"/>
                  </a:lnTo>
                  <a:lnTo>
                    <a:pt x="26537" y="30380"/>
                  </a:lnTo>
                  <a:lnTo>
                    <a:pt x="26540" y="30375"/>
                  </a:lnTo>
                  <a:lnTo>
                    <a:pt x="26545" y="30369"/>
                  </a:lnTo>
                  <a:lnTo>
                    <a:pt x="26550" y="30362"/>
                  </a:lnTo>
                  <a:lnTo>
                    <a:pt x="26556" y="30356"/>
                  </a:lnTo>
                  <a:lnTo>
                    <a:pt x="26597" y="30314"/>
                  </a:lnTo>
                  <a:lnTo>
                    <a:pt x="26601" y="30310"/>
                  </a:lnTo>
                  <a:lnTo>
                    <a:pt x="26607" y="30305"/>
                  </a:lnTo>
                  <a:lnTo>
                    <a:pt x="26621" y="30294"/>
                  </a:lnTo>
                  <a:lnTo>
                    <a:pt x="26624" y="30292"/>
                  </a:lnTo>
                  <a:lnTo>
                    <a:pt x="26654" y="30273"/>
                  </a:lnTo>
                  <a:lnTo>
                    <a:pt x="26660" y="30270"/>
                  </a:lnTo>
                  <a:lnTo>
                    <a:pt x="26671" y="30265"/>
                  </a:lnTo>
                  <a:lnTo>
                    <a:pt x="26972" y="30142"/>
                  </a:lnTo>
                  <a:lnTo>
                    <a:pt x="26983" y="30137"/>
                  </a:lnTo>
                  <a:lnTo>
                    <a:pt x="26988" y="30136"/>
                  </a:lnTo>
                  <a:lnTo>
                    <a:pt x="27092" y="30123"/>
                  </a:lnTo>
                  <a:lnTo>
                    <a:pt x="27400" y="30084"/>
                  </a:lnTo>
                  <a:lnTo>
                    <a:pt x="27681" y="30039"/>
                  </a:lnTo>
                  <a:lnTo>
                    <a:pt x="27685" y="30037"/>
                  </a:lnTo>
                  <a:lnTo>
                    <a:pt x="27718" y="30019"/>
                  </a:lnTo>
                  <a:lnTo>
                    <a:pt x="27725" y="30017"/>
                  </a:lnTo>
                  <a:lnTo>
                    <a:pt x="27792" y="30020"/>
                  </a:lnTo>
                  <a:lnTo>
                    <a:pt x="27885" y="30032"/>
                  </a:lnTo>
                  <a:lnTo>
                    <a:pt x="27899" y="30037"/>
                  </a:lnTo>
                  <a:lnTo>
                    <a:pt x="28054" y="30099"/>
                  </a:lnTo>
                  <a:lnTo>
                    <a:pt x="28072" y="30108"/>
                  </a:lnTo>
                  <a:lnTo>
                    <a:pt x="28154" y="30165"/>
                  </a:lnTo>
                  <a:lnTo>
                    <a:pt x="28169" y="30175"/>
                  </a:lnTo>
                  <a:lnTo>
                    <a:pt x="28176" y="30182"/>
                  </a:lnTo>
                  <a:lnTo>
                    <a:pt x="28198" y="30205"/>
                  </a:lnTo>
                  <a:lnTo>
                    <a:pt x="28205" y="30217"/>
                  </a:lnTo>
                  <a:lnTo>
                    <a:pt x="28213" y="30232"/>
                  </a:lnTo>
                  <a:lnTo>
                    <a:pt x="28223" y="30244"/>
                  </a:lnTo>
                  <a:lnTo>
                    <a:pt x="28241" y="30266"/>
                  </a:lnTo>
                  <a:lnTo>
                    <a:pt x="28256" y="30275"/>
                  </a:lnTo>
                  <a:lnTo>
                    <a:pt x="28270" y="30280"/>
                  </a:lnTo>
                  <a:lnTo>
                    <a:pt x="28293" y="30283"/>
                  </a:lnTo>
                  <a:lnTo>
                    <a:pt x="28410" y="30243"/>
                  </a:lnTo>
                  <a:lnTo>
                    <a:pt x="28413" y="30210"/>
                  </a:lnTo>
                  <a:lnTo>
                    <a:pt x="28357" y="30144"/>
                  </a:lnTo>
                  <a:lnTo>
                    <a:pt x="28318" y="30096"/>
                  </a:lnTo>
                  <a:lnTo>
                    <a:pt x="28301" y="30069"/>
                  </a:lnTo>
                  <a:lnTo>
                    <a:pt x="28293" y="30053"/>
                  </a:lnTo>
                  <a:lnTo>
                    <a:pt x="28288" y="30039"/>
                  </a:lnTo>
                  <a:lnTo>
                    <a:pt x="28286" y="30030"/>
                  </a:lnTo>
                  <a:lnTo>
                    <a:pt x="28283" y="30019"/>
                  </a:lnTo>
                  <a:lnTo>
                    <a:pt x="28284" y="30001"/>
                  </a:lnTo>
                  <a:lnTo>
                    <a:pt x="28285" y="29988"/>
                  </a:lnTo>
                  <a:lnTo>
                    <a:pt x="28278" y="29975"/>
                  </a:lnTo>
                  <a:lnTo>
                    <a:pt x="28251" y="29930"/>
                  </a:lnTo>
                  <a:lnTo>
                    <a:pt x="28136" y="29811"/>
                  </a:lnTo>
                  <a:lnTo>
                    <a:pt x="28076" y="29754"/>
                  </a:lnTo>
                  <a:lnTo>
                    <a:pt x="28029" y="29715"/>
                  </a:lnTo>
                  <a:lnTo>
                    <a:pt x="27997" y="29691"/>
                  </a:lnTo>
                  <a:lnTo>
                    <a:pt x="27955" y="29661"/>
                  </a:lnTo>
                  <a:lnTo>
                    <a:pt x="27929" y="29648"/>
                  </a:lnTo>
                  <a:lnTo>
                    <a:pt x="27887" y="29631"/>
                  </a:lnTo>
                  <a:lnTo>
                    <a:pt x="27861" y="29624"/>
                  </a:lnTo>
                  <a:lnTo>
                    <a:pt x="27846" y="29620"/>
                  </a:lnTo>
                  <a:lnTo>
                    <a:pt x="27819" y="29608"/>
                  </a:lnTo>
                  <a:lnTo>
                    <a:pt x="27786" y="29591"/>
                  </a:lnTo>
                  <a:lnTo>
                    <a:pt x="27781" y="29587"/>
                  </a:lnTo>
                  <a:lnTo>
                    <a:pt x="27775" y="29579"/>
                  </a:lnTo>
                  <a:lnTo>
                    <a:pt x="27773" y="29571"/>
                  </a:lnTo>
                  <a:lnTo>
                    <a:pt x="27775" y="29565"/>
                  </a:lnTo>
                  <a:lnTo>
                    <a:pt x="27778" y="29559"/>
                  </a:lnTo>
                  <a:lnTo>
                    <a:pt x="27793" y="29532"/>
                  </a:lnTo>
                  <a:lnTo>
                    <a:pt x="27816" y="29493"/>
                  </a:lnTo>
                  <a:lnTo>
                    <a:pt x="27908" y="29337"/>
                  </a:lnTo>
                  <a:lnTo>
                    <a:pt x="27912" y="29329"/>
                  </a:lnTo>
                  <a:lnTo>
                    <a:pt x="27915" y="29324"/>
                  </a:lnTo>
                  <a:lnTo>
                    <a:pt x="27982" y="29178"/>
                  </a:lnTo>
                  <a:lnTo>
                    <a:pt x="28091" y="28818"/>
                  </a:lnTo>
                  <a:lnTo>
                    <a:pt x="28099" y="28789"/>
                  </a:lnTo>
                  <a:lnTo>
                    <a:pt x="28201" y="28649"/>
                  </a:lnTo>
                  <a:lnTo>
                    <a:pt x="28566" y="28207"/>
                  </a:lnTo>
                  <a:lnTo>
                    <a:pt x="28592" y="28175"/>
                  </a:lnTo>
                  <a:lnTo>
                    <a:pt x="28680" y="28075"/>
                  </a:lnTo>
                  <a:lnTo>
                    <a:pt x="28706" y="27996"/>
                  </a:lnTo>
                  <a:lnTo>
                    <a:pt x="28716" y="27964"/>
                  </a:lnTo>
                  <a:lnTo>
                    <a:pt x="28720" y="27955"/>
                  </a:lnTo>
                  <a:lnTo>
                    <a:pt x="28728" y="27947"/>
                  </a:lnTo>
                  <a:lnTo>
                    <a:pt x="28736" y="27941"/>
                  </a:lnTo>
                  <a:lnTo>
                    <a:pt x="28771" y="27925"/>
                  </a:lnTo>
                  <a:lnTo>
                    <a:pt x="28809" y="27908"/>
                  </a:lnTo>
                  <a:lnTo>
                    <a:pt x="28831" y="27899"/>
                  </a:lnTo>
                  <a:lnTo>
                    <a:pt x="28842" y="27895"/>
                  </a:lnTo>
                  <a:lnTo>
                    <a:pt x="28849" y="27893"/>
                  </a:lnTo>
                  <a:lnTo>
                    <a:pt x="28896" y="27883"/>
                  </a:lnTo>
                  <a:lnTo>
                    <a:pt x="28920" y="27879"/>
                  </a:lnTo>
                  <a:lnTo>
                    <a:pt x="29008" y="27864"/>
                  </a:lnTo>
                  <a:lnTo>
                    <a:pt x="29084" y="27858"/>
                  </a:lnTo>
                  <a:lnTo>
                    <a:pt x="29160" y="27852"/>
                  </a:lnTo>
                  <a:lnTo>
                    <a:pt x="29185" y="27848"/>
                  </a:lnTo>
                  <a:lnTo>
                    <a:pt x="29222" y="27843"/>
                  </a:lnTo>
                  <a:lnTo>
                    <a:pt x="29275" y="27832"/>
                  </a:lnTo>
                  <a:lnTo>
                    <a:pt x="29287" y="27830"/>
                  </a:lnTo>
                  <a:lnTo>
                    <a:pt x="29373" y="27813"/>
                  </a:lnTo>
                  <a:lnTo>
                    <a:pt x="29460" y="27795"/>
                  </a:lnTo>
                  <a:lnTo>
                    <a:pt x="29674" y="27750"/>
                  </a:lnTo>
                  <a:lnTo>
                    <a:pt x="29731" y="27737"/>
                  </a:lnTo>
                  <a:lnTo>
                    <a:pt x="29736" y="27733"/>
                  </a:lnTo>
                  <a:lnTo>
                    <a:pt x="29740" y="27730"/>
                  </a:lnTo>
                  <a:lnTo>
                    <a:pt x="29757" y="27719"/>
                  </a:lnTo>
                  <a:lnTo>
                    <a:pt x="29764" y="27715"/>
                  </a:lnTo>
                  <a:lnTo>
                    <a:pt x="29773" y="27711"/>
                  </a:lnTo>
                  <a:lnTo>
                    <a:pt x="29891" y="27667"/>
                  </a:lnTo>
                  <a:lnTo>
                    <a:pt x="29934" y="27653"/>
                  </a:lnTo>
                  <a:lnTo>
                    <a:pt x="29969" y="27641"/>
                  </a:lnTo>
                  <a:lnTo>
                    <a:pt x="30080" y="27605"/>
                  </a:lnTo>
                  <a:lnTo>
                    <a:pt x="30089" y="27604"/>
                  </a:lnTo>
                  <a:lnTo>
                    <a:pt x="30173" y="27596"/>
                  </a:lnTo>
                  <a:lnTo>
                    <a:pt x="30186" y="27595"/>
                  </a:lnTo>
                  <a:lnTo>
                    <a:pt x="30507" y="27469"/>
                  </a:lnTo>
                  <a:lnTo>
                    <a:pt x="30620" y="27416"/>
                  </a:lnTo>
                  <a:lnTo>
                    <a:pt x="30671" y="27307"/>
                  </a:lnTo>
                  <a:lnTo>
                    <a:pt x="30721" y="27225"/>
                  </a:lnTo>
                  <a:lnTo>
                    <a:pt x="30752" y="27178"/>
                  </a:lnTo>
                  <a:lnTo>
                    <a:pt x="30779" y="27145"/>
                  </a:lnTo>
                  <a:lnTo>
                    <a:pt x="30797" y="27124"/>
                  </a:lnTo>
                  <a:lnTo>
                    <a:pt x="30801" y="27120"/>
                  </a:lnTo>
                  <a:lnTo>
                    <a:pt x="30819" y="27106"/>
                  </a:lnTo>
                  <a:lnTo>
                    <a:pt x="30848" y="27085"/>
                  </a:lnTo>
                  <a:lnTo>
                    <a:pt x="30879" y="27060"/>
                  </a:lnTo>
                  <a:lnTo>
                    <a:pt x="30926" y="27021"/>
                  </a:lnTo>
                  <a:lnTo>
                    <a:pt x="30939" y="27010"/>
                  </a:lnTo>
                  <a:lnTo>
                    <a:pt x="30945" y="27005"/>
                  </a:lnTo>
                  <a:lnTo>
                    <a:pt x="30953" y="26998"/>
                  </a:lnTo>
                  <a:lnTo>
                    <a:pt x="31008" y="26948"/>
                  </a:lnTo>
                  <a:lnTo>
                    <a:pt x="31145" y="26822"/>
                  </a:lnTo>
                  <a:lnTo>
                    <a:pt x="31240" y="26736"/>
                  </a:lnTo>
                  <a:lnTo>
                    <a:pt x="31354" y="26626"/>
                  </a:lnTo>
                  <a:lnTo>
                    <a:pt x="31793" y="26184"/>
                  </a:lnTo>
                  <a:lnTo>
                    <a:pt x="31880" y="25863"/>
                  </a:lnTo>
                  <a:lnTo>
                    <a:pt x="31891" y="25819"/>
                  </a:lnTo>
                  <a:lnTo>
                    <a:pt x="31917" y="25600"/>
                  </a:lnTo>
                  <a:lnTo>
                    <a:pt x="31934" y="25458"/>
                  </a:lnTo>
                  <a:lnTo>
                    <a:pt x="31941" y="25438"/>
                  </a:lnTo>
                  <a:lnTo>
                    <a:pt x="32002" y="25250"/>
                  </a:lnTo>
                  <a:lnTo>
                    <a:pt x="32021" y="25194"/>
                  </a:lnTo>
                  <a:lnTo>
                    <a:pt x="32023" y="25187"/>
                  </a:lnTo>
                  <a:lnTo>
                    <a:pt x="32025" y="25183"/>
                  </a:lnTo>
                  <a:lnTo>
                    <a:pt x="32030" y="25176"/>
                  </a:lnTo>
                  <a:lnTo>
                    <a:pt x="32035" y="25167"/>
                  </a:lnTo>
                  <a:lnTo>
                    <a:pt x="32043" y="25157"/>
                  </a:lnTo>
                  <a:lnTo>
                    <a:pt x="32048" y="25152"/>
                  </a:lnTo>
                  <a:lnTo>
                    <a:pt x="32054" y="25146"/>
                  </a:lnTo>
                  <a:lnTo>
                    <a:pt x="32067" y="25135"/>
                  </a:lnTo>
                  <a:lnTo>
                    <a:pt x="32079" y="25126"/>
                  </a:lnTo>
                  <a:lnTo>
                    <a:pt x="32087" y="25121"/>
                  </a:lnTo>
                  <a:lnTo>
                    <a:pt x="32109" y="25104"/>
                  </a:lnTo>
                  <a:lnTo>
                    <a:pt x="32141" y="25079"/>
                  </a:lnTo>
                  <a:lnTo>
                    <a:pt x="32199" y="25032"/>
                  </a:lnTo>
                  <a:lnTo>
                    <a:pt x="32328" y="24922"/>
                  </a:lnTo>
                  <a:lnTo>
                    <a:pt x="32361" y="24893"/>
                  </a:lnTo>
                  <a:lnTo>
                    <a:pt x="32396" y="24863"/>
                  </a:lnTo>
                  <a:lnTo>
                    <a:pt x="32447" y="24818"/>
                  </a:lnTo>
                  <a:lnTo>
                    <a:pt x="32475" y="24792"/>
                  </a:lnTo>
                  <a:lnTo>
                    <a:pt x="32576" y="24696"/>
                  </a:lnTo>
                  <a:lnTo>
                    <a:pt x="32621" y="24653"/>
                  </a:lnTo>
                  <a:lnTo>
                    <a:pt x="32642" y="24632"/>
                  </a:lnTo>
                  <a:lnTo>
                    <a:pt x="32666" y="24603"/>
                  </a:lnTo>
                  <a:lnTo>
                    <a:pt x="32750" y="24529"/>
                  </a:lnTo>
                  <a:lnTo>
                    <a:pt x="32842" y="24448"/>
                  </a:lnTo>
                  <a:lnTo>
                    <a:pt x="32982" y="24336"/>
                  </a:lnTo>
                  <a:lnTo>
                    <a:pt x="33068" y="24276"/>
                  </a:lnTo>
                  <a:lnTo>
                    <a:pt x="33171" y="24207"/>
                  </a:lnTo>
                  <a:lnTo>
                    <a:pt x="33197" y="24199"/>
                  </a:lnTo>
                  <a:lnTo>
                    <a:pt x="33346" y="24215"/>
                  </a:lnTo>
                  <a:lnTo>
                    <a:pt x="33449" y="24178"/>
                  </a:lnTo>
                  <a:lnTo>
                    <a:pt x="33465" y="24173"/>
                  </a:lnTo>
                  <a:lnTo>
                    <a:pt x="33493" y="24129"/>
                  </a:lnTo>
                  <a:lnTo>
                    <a:pt x="33504" y="24103"/>
                  </a:lnTo>
                  <a:lnTo>
                    <a:pt x="33514" y="24079"/>
                  </a:lnTo>
                  <a:lnTo>
                    <a:pt x="33524" y="24051"/>
                  </a:lnTo>
                  <a:lnTo>
                    <a:pt x="33565" y="23915"/>
                  </a:lnTo>
                  <a:lnTo>
                    <a:pt x="33573" y="23888"/>
                  </a:lnTo>
                  <a:lnTo>
                    <a:pt x="33579" y="23864"/>
                  </a:lnTo>
                  <a:lnTo>
                    <a:pt x="33583" y="23835"/>
                  </a:lnTo>
                  <a:lnTo>
                    <a:pt x="33585" y="23818"/>
                  </a:lnTo>
                  <a:lnTo>
                    <a:pt x="33592" y="23742"/>
                  </a:lnTo>
                  <a:lnTo>
                    <a:pt x="33601" y="23653"/>
                  </a:lnTo>
                  <a:lnTo>
                    <a:pt x="33604" y="23646"/>
                  </a:lnTo>
                  <a:lnTo>
                    <a:pt x="33698" y="23440"/>
                  </a:lnTo>
                  <a:lnTo>
                    <a:pt x="33736" y="23405"/>
                  </a:lnTo>
                  <a:lnTo>
                    <a:pt x="33745" y="23403"/>
                  </a:lnTo>
                  <a:lnTo>
                    <a:pt x="33756" y="23399"/>
                  </a:lnTo>
                  <a:lnTo>
                    <a:pt x="33766" y="23396"/>
                  </a:lnTo>
                  <a:lnTo>
                    <a:pt x="33787" y="23379"/>
                  </a:lnTo>
                  <a:lnTo>
                    <a:pt x="33812" y="23357"/>
                  </a:lnTo>
                  <a:lnTo>
                    <a:pt x="33829" y="23338"/>
                  </a:lnTo>
                  <a:lnTo>
                    <a:pt x="33836" y="23325"/>
                  </a:lnTo>
                  <a:lnTo>
                    <a:pt x="33845" y="23308"/>
                  </a:lnTo>
                  <a:lnTo>
                    <a:pt x="33849" y="23294"/>
                  </a:lnTo>
                  <a:lnTo>
                    <a:pt x="33855" y="23276"/>
                  </a:lnTo>
                  <a:lnTo>
                    <a:pt x="33860" y="23256"/>
                  </a:lnTo>
                  <a:lnTo>
                    <a:pt x="33873" y="23186"/>
                  </a:lnTo>
                  <a:lnTo>
                    <a:pt x="33881" y="23144"/>
                  </a:lnTo>
                  <a:lnTo>
                    <a:pt x="33887" y="23104"/>
                  </a:lnTo>
                  <a:lnTo>
                    <a:pt x="33888" y="23095"/>
                  </a:lnTo>
                  <a:lnTo>
                    <a:pt x="33913" y="22844"/>
                  </a:lnTo>
                  <a:lnTo>
                    <a:pt x="33928" y="22691"/>
                  </a:lnTo>
                  <a:lnTo>
                    <a:pt x="34022" y="21927"/>
                  </a:lnTo>
                  <a:lnTo>
                    <a:pt x="34024" y="21902"/>
                  </a:lnTo>
                  <a:lnTo>
                    <a:pt x="34002" y="21813"/>
                  </a:lnTo>
                  <a:lnTo>
                    <a:pt x="33997" y="21791"/>
                  </a:lnTo>
                  <a:lnTo>
                    <a:pt x="33985" y="21778"/>
                  </a:lnTo>
                  <a:lnTo>
                    <a:pt x="33777" y="21774"/>
                  </a:lnTo>
                  <a:lnTo>
                    <a:pt x="33778" y="21653"/>
                  </a:lnTo>
                  <a:lnTo>
                    <a:pt x="33780" y="21556"/>
                  </a:lnTo>
                  <a:lnTo>
                    <a:pt x="33857" y="21557"/>
                  </a:lnTo>
                  <a:lnTo>
                    <a:pt x="33923" y="21558"/>
                  </a:lnTo>
                  <a:lnTo>
                    <a:pt x="34013" y="21578"/>
                  </a:lnTo>
                  <a:lnTo>
                    <a:pt x="34040" y="21532"/>
                  </a:lnTo>
                  <a:lnTo>
                    <a:pt x="34093" y="21440"/>
                  </a:lnTo>
                  <a:lnTo>
                    <a:pt x="34097" y="21423"/>
                  </a:lnTo>
                  <a:lnTo>
                    <a:pt x="34074" y="21415"/>
                  </a:lnTo>
                  <a:lnTo>
                    <a:pt x="34045" y="21405"/>
                  </a:lnTo>
                  <a:lnTo>
                    <a:pt x="33971" y="21378"/>
                  </a:lnTo>
                  <a:lnTo>
                    <a:pt x="33933" y="21388"/>
                  </a:lnTo>
                  <a:lnTo>
                    <a:pt x="33897" y="21404"/>
                  </a:lnTo>
                  <a:lnTo>
                    <a:pt x="33880" y="21412"/>
                  </a:lnTo>
                  <a:lnTo>
                    <a:pt x="33812" y="21445"/>
                  </a:lnTo>
                  <a:lnTo>
                    <a:pt x="33779" y="21445"/>
                  </a:lnTo>
                  <a:lnTo>
                    <a:pt x="33751" y="21445"/>
                  </a:lnTo>
                  <a:lnTo>
                    <a:pt x="33740" y="21441"/>
                  </a:lnTo>
                  <a:lnTo>
                    <a:pt x="33730" y="21437"/>
                  </a:lnTo>
                  <a:lnTo>
                    <a:pt x="33715" y="21428"/>
                  </a:lnTo>
                  <a:lnTo>
                    <a:pt x="33540" y="21322"/>
                  </a:lnTo>
                  <a:lnTo>
                    <a:pt x="33535" y="21316"/>
                  </a:lnTo>
                  <a:lnTo>
                    <a:pt x="33531" y="21298"/>
                  </a:lnTo>
                  <a:lnTo>
                    <a:pt x="33531" y="21293"/>
                  </a:lnTo>
                  <a:lnTo>
                    <a:pt x="33532" y="21272"/>
                  </a:lnTo>
                  <a:lnTo>
                    <a:pt x="33533" y="21267"/>
                  </a:lnTo>
                  <a:lnTo>
                    <a:pt x="33541" y="21231"/>
                  </a:lnTo>
                  <a:lnTo>
                    <a:pt x="33601" y="21065"/>
                  </a:lnTo>
                  <a:lnTo>
                    <a:pt x="33795" y="20618"/>
                  </a:lnTo>
                  <a:lnTo>
                    <a:pt x="33801" y="20604"/>
                  </a:lnTo>
                  <a:lnTo>
                    <a:pt x="33930" y="20385"/>
                  </a:lnTo>
                  <a:lnTo>
                    <a:pt x="34097" y="19949"/>
                  </a:lnTo>
                  <a:lnTo>
                    <a:pt x="34160" y="19928"/>
                  </a:lnTo>
                  <a:lnTo>
                    <a:pt x="34248" y="19899"/>
                  </a:lnTo>
                  <a:lnTo>
                    <a:pt x="34262" y="19881"/>
                  </a:lnTo>
                  <a:lnTo>
                    <a:pt x="34265" y="19875"/>
                  </a:lnTo>
                  <a:lnTo>
                    <a:pt x="34278" y="19851"/>
                  </a:lnTo>
                  <a:lnTo>
                    <a:pt x="34281" y="19844"/>
                  </a:lnTo>
                  <a:lnTo>
                    <a:pt x="34312" y="19754"/>
                  </a:lnTo>
                  <a:lnTo>
                    <a:pt x="34315" y="19744"/>
                  </a:lnTo>
                  <a:lnTo>
                    <a:pt x="34331" y="19694"/>
                  </a:lnTo>
                  <a:lnTo>
                    <a:pt x="34363" y="19669"/>
                  </a:lnTo>
                  <a:lnTo>
                    <a:pt x="34439" y="19680"/>
                  </a:lnTo>
                  <a:lnTo>
                    <a:pt x="34476" y="19712"/>
                  </a:lnTo>
                  <a:lnTo>
                    <a:pt x="34486" y="19731"/>
                  </a:lnTo>
                  <a:lnTo>
                    <a:pt x="34499" y="19756"/>
                  </a:lnTo>
                  <a:lnTo>
                    <a:pt x="34569" y="19881"/>
                  </a:lnTo>
                  <a:lnTo>
                    <a:pt x="34572" y="19887"/>
                  </a:lnTo>
                  <a:lnTo>
                    <a:pt x="34595" y="19912"/>
                  </a:lnTo>
                  <a:lnTo>
                    <a:pt x="34624" y="19938"/>
                  </a:lnTo>
                  <a:lnTo>
                    <a:pt x="34636" y="19950"/>
                  </a:lnTo>
                  <a:lnTo>
                    <a:pt x="34648" y="19959"/>
                  </a:lnTo>
                  <a:lnTo>
                    <a:pt x="34689" y="19968"/>
                  </a:lnTo>
                  <a:lnTo>
                    <a:pt x="34842" y="19992"/>
                  </a:lnTo>
                  <a:lnTo>
                    <a:pt x="34898" y="20001"/>
                  </a:lnTo>
                  <a:lnTo>
                    <a:pt x="34903" y="20001"/>
                  </a:lnTo>
                  <a:lnTo>
                    <a:pt x="34956" y="20010"/>
                  </a:lnTo>
                  <a:lnTo>
                    <a:pt x="34960" y="20005"/>
                  </a:lnTo>
                  <a:lnTo>
                    <a:pt x="34966" y="19997"/>
                  </a:lnTo>
                  <a:lnTo>
                    <a:pt x="34973" y="19986"/>
                  </a:lnTo>
                  <a:lnTo>
                    <a:pt x="34950" y="19957"/>
                  </a:lnTo>
                  <a:lnTo>
                    <a:pt x="34916" y="19914"/>
                  </a:lnTo>
                  <a:lnTo>
                    <a:pt x="34888" y="19881"/>
                  </a:lnTo>
                  <a:lnTo>
                    <a:pt x="34883" y="19875"/>
                  </a:lnTo>
                  <a:lnTo>
                    <a:pt x="34882" y="19870"/>
                  </a:lnTo>
                  <a:lnTo>
                    <a:pt x="34864" y="19828"/>
                  </a:lnTo>
                  <a:lnTo>
                    <a:pt x="34859" y="19816"/>
                  </a:lnTo>
                  <a:lnTo>
                    <a:pt x="34864" y="19778"/>
                  </a:lnTo>
                  <a:lnTo>
                    <a:pt x="34869" y="19673"/>
                  </a:lnTo>
                  <a:lnTo>
                    <a:pt x="34862" y="19649"/>
                  </a:lnTo>
                  <a:lnTo>
                    <a:pt x="34845" y="19584"/>
                  </a:lnTo>
                  <a:lnTo>
                    <a:pt x="34812" y="19559"/>
                  </a:lnTo>
                  <a:lnTo>
                    <a:pt x="34791" y="19544"/>
                  </a:lnTo>
                  <a:lnTo>
                    <a:pt x="34726" y="19496"/>
                  </a:lnTo>
                  <a:lnTo>
                    <a:pt x="34702" y="19478"/>
                  </a:lnTo>
                  <a:lnTo>
                    <a:pt x="34697" y="19475"/>
                  </a:lnTo>
                  <a:lnTo>
                    <a:pt x="34671" y="19456"/>
                  </a:lnTo>
                  <a:lnTo>
                    <a:pt x="34667" y="19453"/>
                  </a:lnTo>
                  <a:lnTo>
                    <a:pt x="34664" y="19446"/>
                  </a:lnTo>
                  <a:lnTo>
                    <a:pt x="34637" y="19383"/>
                  </a:lnTo>
                  <a:lnTo>
                    <a:pt x="34637" y="19373"/>
                  </a:lnTo>
                  <a:lnTo>
                    <a:pt x="34636" y="19352"/>
                  </a:lnTo>
                  <a:lnTo>
                    <a:pt x="34636" y="19344"/>
                  </a:lnTo>
                  <a:lnTo>
                    <a:pt x="34642" y="19330"/>
                  </a:lnTo>
                  <a:lnTo>
                    <a:pt x="34650" y="19310"/>
                  </a:lnTo>
                  <a:lnTo>
                    <a:pt x="34676" y="19284"/>
                  </a:lnTo>
                  <a:lnTo>
                    <a:pt x="34759" y="19200"/>
                  </a:lnTo>
                  <a:lnTo>
                    <a:pt x="34764" y="19196"/>
                  </a:lnTo>
                  <a:lnTo>
                    <a:pt x="34767" y="19193"/>
                  </a:lnTo>
                  <a:lnTo>
                    <a:pt x="34797" y="19166"/>
                  </a:lnTo>
                  <a:lnTo>
                    <a:pt x="34810" y="19155"/>
                  </a:lnTo>
                  <a:lnTo>
                    <a:pt x="34823" y="19143"/>
                  </a:lnTo>
                  <a:lnTo>
                    <a:pt x="34887" y="19079"/>
                  </a:lnTo>
                  <a:lnTo>
                    <a:pt x="34902" y="19065"/>
                  </a:lnTo>
                  <a:lnTo>
                    <a:pt x="34914" y="19049"/>
                  </a:lnTo>
                  <a:lnTo>
                    <a:pt x="34935" y="19023"/>
                  </a:lnTo>
                  <a:lnTo>
                    <a:pt x="35094" y="18794"/>
                  </a:lnTo>
                  <a:lnTo>
                    <a:pt x="35104" y="18778"/>
                  </a:lnTo>
                  <a:lnTo>
                    <a:pt x="35111" y="18764"/>
                  </a:lnTo>
                  <a:lnTo>
                    <a:pt x="35116" y="18754"/>
                  </a:lnTo>
                  <a:lnTo>
                    <a:pt x="35275" y="18449"/>
                  </a:lnTo>
                  <a:lnTo>
                    <a:pt x="35305" y="18389"/>
                  </a:lnTo>
                  <a:lnTo>
                    <a:pt x="35311" y="18375"/>
                  </a:lnTo>
                  <a:lnTo>
                    <a:pt x="35337" y="18276"/>
                  </a:lnTo>
                  <a:lnTo>
                    <a:pt x="35348" y="18234"/>
                  </a:lnTo>
                  <a:lnTo>
                    <a:pt x="35353" y="18214"/>
                  </a:lnTo>
                  <a:lnTo>
                    <a:pt x="35434" y="18028"/>
                  </a:lnTo>
                  <a:lnTo>
                    <a:pt x="35479" y="17938"/>
                  </a:lnTo>
                  <a:lnTo>
                    <a:pt x="35500" y="17900"/>
                  </a:lnTo>
                  <a:lnTo>
                    <a:pt x="35570" y="17794"/>
                  </a:lnTo>
                  <a:lnTo>
                    <a:pt x="35581" y="17779"/>
                  </a:lnTo>
                  <a:lnTo>
                    <a:pt x="35690" y="17623"/>
                  </a:lnTo>
                  <a:lnTo>
                    <a:pt x="35693" y="17618"/>
                  </a:lnTo>
                  <a:lnTo>
                    <a:pt x="35721" y="17579"/>
                  </a:lnTo>
                  <a:lnTo>
                    <a:pt x="35726" y="17571"/>
                  </a:lnTo>
                  <a:lnTo>
                    <a:pt x="35781" y="17501"/>
                  </a:lnTo>
                  <a:lnTo>
                    <a:pt x="35815" y="17458"/>
                  </a:lnTo>
                  <a:lnTo>
                    <a:pt x="35843" y="17421"/>
                  </a:lnTo>
                  <a:lnTo>
                    <a:pt x="35870" y="17377"/>
                  </a:lnTo>
                  <a:lnTo>
                    <a:pt x="35918" y="17284"/>
                  </a:lnTo>
                  <a:lnTo>
                    <a:pt x="35935" y="17216"/>
                  </a:lnTo>
                  <a:lnTo>
                    <a:pt x="35935" y="17205"/>
                  </a:lnTo>
                  <a:lnTo>
                    <a:pt x="35927" y="17055"/>
                  </a:lnTo>
                  <a:lnTo>
                    <a:pt x="35920" y="16990"/>
                  </a:lnTo>
                  <a:lnTo>
                    <a:pt x="35994" y="16719"/>
                  </a:lnTo>
                  <a:lnTo>
                    <a:pt x="35998" y="16704"/>
                  </a:lnTo>
                  <a:lnTo>
                    <a:pt x="36001" y="16698"/>
                  </a:lnTo>
                  <a:lnTo>
                    <a:pt x="36004" y="16689"/>
                  </a:lnTo>
                  <a:lnTo>
                    <a:pt x="36013" y="16669"/>
                  </a:lnTo>
                  <a:lnTo>
                    <a:pt x="36064" y="16572"/>
                  </a:lnTo>
                  <a:lnTo>
                    <a:pt x="36220" y="16272"/>
                  </a:lnTo>
                  <a:lnTo>
                    <a:pt x="36508" y="15973"/>
                  </a:lnTo>
                  <a:lnTo>
                    <a:pt x="36532" y="15950"/>
                  </a:lnTo>
                  <a:lnTo>
                    <a:pt x="36547" y="15937"/>
                  </a:lnTo>
                  <a:lnTo>
                    <a:pt x="36584" y="15905"/>
                  </a:lnTo>
                  <a:lnTo>
                    <a:pt x="36607" y="15886"/>
                  </a:lnTo>
                  <a:lnTo>
                    <a:pt x="36671" y="15832"/>
                  </a:lnTo>
                  <a:lnTo>
                    <a:pt x="36676" y="15827"/>
                  </a:lnTo>
                  <a:lnTo>
                    <a:pt x="36718" y="15793"/>
                  </a:lnTo>
                  <a:lnTo>
                    <a:pt x="36720" y="15769"/>
                  </a:lnTo>
                  <a:lnTo>
                    <a:pt x="36730" y="15652"/>
                  </a:lnTo>
                  <a:lnTo>
                    <a:pt x="36732" y="15641"/>
                  </a:lnTo>
                  <a:lnTo>
                    <a:pt x="36752" y="15594"/>
                  </a:lnTo>
                  <a:lnTo>
                    <a:pt x="36789" y="15512"/>
                  </a:lnTo>
                  <a:lnTo>
                    <a:pt x="36806" y="15472"/>
                  </a:lnTo>
                  <a:lnTo>
                    <a:pt x="36815" y="15453"/>
                  </a:lnTo>
                  <a:lnTo>
                    <a:pt x="36820" y="15441"/>
                  </a:lnTo>
                  <a:lnTo>
                    <a:pt x="36862" y="15356"/>
                  </a:lnTo>
                  <a:lnTo>
                    <a:pt x="36869" y="15344"/>
                  </a:lnTo>
                  <a:lnTo>
                    <a:pt x="36879" y="15334"/>
                  </a:lnTo>
                  <a:lnTo>
                    <a:pt x="36890" y="15326"/>
                  </a:lnTo>
                  <a:lnTo>
                    <a:pt x="36928" y="15296"/>
                  </a:lnTo>
                  <a:lnTo>
                    <a:pt x="36962" y="15276"/>
                  </a:lnTo>
                  <a:lnTo>
                    <a:pt x="37060" y="15209"/>
                  </a:lnTo>
                  <a:lnTo>
                    <a:pt x="37163" y="15134"/>
                  </a:lnTo>
                  <a:lnTo>
                    <a:pt x="37170" y="15129"/>
                  </a:lnTo>
                  <a:lnTo>
                    <a:pt x="37200" y="15102"/>
                  </a:lnTo>
                  <a:lnTo>
                    <a:pt x="37237" y="15056"/>
                  </a:lnTo>
                  <a:lnTo>
                    <a:pt x="37244" y="15045"/>
                  </a:lnTo>
                  <a:lnTo>
                    <a:pt x="37251" y="15037"/>
                  </a:lnTo>
                  <a:lnTo>
                    <a:pt x="37270" y="15010"/>
                  </a:lnTo>
                  <a:lnTo>
                    <a:pt x="37287" y="14987"/>
                  </a:lnTo>
                  <a:lnTo>
                    <a:pt x="37297" y="14972"/>
                  </a:lnTo>
                  <a:lnTo>
                    <a:pt x="37309" y="14952"/>
                  </a:lnTo>
                  <a:lnTo>
                    <a:pt x="37323" y="14928"/>
                  </a:lnTo>
                  <a:lnTo>
                    <a:pt x="37336" y="14901"/>
                  </a:lnTo>
                  <a:lnTo>
                    <a:pt x="37340" y="14890"/>
                  </a:lnTo>
                  <a:lnTo>
                    <a:pt x="37344" y="14879"/>
                  </a:lnTo>
                  <a:lnTo>
                    <a:pt x="37345" y="14872"/>
                  </a:lnTo>
                  <a:lnTo>
                    <a:pt x="37345" y="14862"/>
                  </a:lnTo>
                  <a:lnTo>
                    <a:pt x="37346" y="14852"/>
                  </a:lnTo>
                  <a:lnTo>
                    <a:pt x="37349" y="14837"/>
                  </a:lnTo>
                  <a:lnTo>
                    <a:pt x="37357" y="14805"/>
                  </a:lnTo>
                  <a:lnTo>
                    <a:pt x="37361" y="14795"/>
                  </a:lnTo>
                  <a:lnTo>
                    <a:pt x="37369" y="14782"/>
                  </a:lnTo>
                  <a:lnTo>
                    <a:pt x="37404" y="14735"/>
                  </a:lnTo>
                  <a:lnTo>
                    <a:pt x="37498" y="14610"/>
                  </a:lnTo>
                  <a:lnTo>
                    <a:pt x="37526" y="14581"/>
                  </a:lnTo>
                  <a:lnTo>
                    <a:pt x="37605" y="14497"/>
                  </a:lnTo>
                  <a:lnTo>
                    <a:pt x="37672" y="14425"/>
                  </a:lnTo>
                  <a:lnTo>
                    <a:pt x="37683" y="14411"/>
                  </a:lnTo>
                  <a:lnTo>
                    <a:pt x="37751" y="14322"/>
                  </a:lnTo>
                  <a:lnTo>
                    <a:pt x="37766" y="14300"/>
                  </a:lnTo>
                  <a:lnTo>
                    <a:pt x="37804" y="14165"/>
                  </a:lnTo>
                  <a:lnTo>
                    <a:pt x="37809" y="14143"/>
                  </a:lnTo>
                  <a:lnTo>
                    <a:pt x="37810" y="14138"/>
                  </a:lnTo>
                  <a:lnTo>
                    <a:pt x="37813" y="14126"/>
                  </a:lnTo>
                  <a:lnTo>
                    <a:pt x="37845" y="13963"/>
                  </a:lnTo>
                  <a:lnTo>
                    <a:pt x="37845" y="13931"/>
                  </a:lnTo>
                  <a:lnTo>
                    <a:pt x="37845" y="13916"/>
                  </a:lnTo>
                  <a:lnTo>
                    <a:pt x="37844" y="13894"/>
                  </a:lnTo>
                  <a:lnTo>
                    <a:pt x="37838" y="13838"/>
                  </a:lnTo>
                  <a:lnTo>
                    <a:pt x="37798" y="13699"/>
                  </a:lnTo>
                  <a:lnTo>
                    <a:pt x="37776" y="13636"/>
                  </a:lnTo>
                  <a:lnTo>
                    <a:pt x="37770" y="13618"/>
                  </a:lnTo>
                  <a:lnTo>
                    <a:pt x="37767" y="13609"/>
                  </a:lnTo>
                  <a:lnTo>
                    <a:pt x="37767" y="13604"/>
                  </a:lnTo>
                  <a:lnTo>
                    <a:pt x="38112" y="12944"/>
                  </a:lnTo>
                  <a:lnTo>
                    <a:pt x="38151" y="12871"/>
                  </a:lnTo>
                  <a:lnTo>
                    <a:pt x="38403" y="12567"/>
                  </a:lnTo>
                  <a:lnTo>
                    <a:pt x="38516" y="12432"/>
                  </a:lnTo>
                  <a:lnTo>
                    <a:pt x="38550" y="12392"/>
                  </a:lnTo>
                  <a:lnTo>
                    <a:pt x="38607" y="12308"/>
                  </a:lnTo>
                  <a:lnTo>
                    <a:pt x="38611" y="12211"/>
                  </a:lnTo>
                  <a:lnTo>
                    <a:pt x="38619" y="12145"/>
                  </a:lnTo>
                  <a:lnTo>
                    <a:pt x="38620" y="12132"/>
                  </a:lnTo>
                  <a:lnTo>
                    <a:pt x="38632" y="12107"/>
                  </a:lnTo>
                  <a:lnTo>
                    <a:pt x="38653" y="12062"/>
                  </a:lnTo>
                  <a:lnTo>
                    <a:pt x="38660" y="12047"/>
                  </a:lnTo>
                  <a:lnTo>
                    <a:pt x="38677" y="12023"/>
                  </a:lnTo>
                  <a:lnTo>
                    <a:pt x="38687" y="12011"/>
                  </a:lnTo>
                  <a:lnTo>
                    <a:pt x="38694" y="12004"/>
                  </a:lnTo>
                  <a:lnTo>
                    <a:pt x="39151" y="11478"/>
                  </a:lnTo>
                  <a:lnTo>
                    <a:pt x="39178" y="11451"/>
                  </a:lnTo>
                  <a:lnTo>
                    <a:pt x="39222" y="11407"/>
                  </a:lnTo>
                  <a:lnTo>
                    <a:pt x="39233" y="11397"/>
                  </a:lnTo>
                  <a:lnTo>
                    <a:pt x="39252" y="11383"/>
                  </a:lnTo>
                  <a:lnTo>
                    <a:pt x="39487" y="11267"/>
                  </a:lnTo>
                  <a:lnTo>
                    <a:pt x="39513" y="11255"/>
                  </a:lnTo>
                  <a:lnTo>
                    <a:pt x="39536" y="11247"/>
                  </a:lnTo>
                  <a:lnTo>
                    <a:pt x="39602" y="11225"/>
                  </a:lnTo>
                  <a:lnTo>
                    <a:pt x="39633" y="11215"/>
                  </a:lnTo>
                  <a:lnTo>
                    <a:pt x="39842" y="11166"/>
                  </a:lnTo>
                  <a:lnTo>
                    <a:pt x="39886" y="11152"/>
                  </a:lnTo>
                  <a:lnTo>
                    <a:pt x="40082" y="11086"/>
                  </a:lnTo>
                  <a:lnTo>
                    <a:pt x="40474" y="10798"/>
                  </a:lnTo>
                  <a:lnTo>
                    <a:pt x="40551" y="10726"/>
                  </a:lnTo>
                  <a:lnTo>
                    <a:pt x="40674" y="10613"/>
                  </a:lnTo>
                  <a:lnTo>
                    <a:pt x="40806" y="10506"/>
                  </a:lnTo>
                  <a:lnTo>
                    <a:pt x="40833" y="10486"/>
                  </a:lnTo>
                  <a:lnTo>
                    <a:pt x="40855" y="10471"/>
                  </a:lnTo>
                  <a:lnTo>
                    <a:pt x="40972" y="10395"/>
                  </a:lnTo>
                  <a:lnTo>
                    <a:pt x="41097" y="10263"/>
                  </a:lnTo>
                  <a:lnTo>
                    <a:pt x="41145" y="10231"/>
                  </a:lnTo>
                  <a:lnTo>
                    <a:pt x="41170" y="10215"/>
                  </a:lnTo>
                  <a:lnTo>
                    <a:pt x="41183" y="10208"/>
                  </a:lnTo>
                  <a:lnTo>
                    <a:pt x="41193" y="10203"/>
                  </a:lnTo>
                  <a:lnTo>
                    <a:pt x="41740" y="9983"/>
                  </a:lnTo>
                  <a:lnTo>
                    <a:pt x="41864" y="9935"/>
                  </a:lnTo>
                  <a:lnTo>
                    <a:pt x="41939" y="9907"/>
                  </a:lnTo>
                  <a:lnTo>
                    <a:pt x="42013" y="9880"/>
                  </a:lnTo>
                  <a:lnTo>
                    <a:pt x="42033" y="9872"/>
                  </a:lnTo>
                  <a:lnTo>
                    <a:pt x="42104" y="9848"/>
                  </a:lnTo>
                  <a:lnTo>
                    <a:pt x="42148" y="9837"/>
                  </a:lnTo>
                  <a:lnTo>
                    <a:pt x="42517" y="9750"/>
                  </a:lnTo>
                  <a:lnTo>
                    <a:pt x="42723" y="9704"/>
                  </a:lnTo>
                  <a:lnTo>
                    <a:pt x="42843" y="9677"/>
                  </a:lnTo>
                  <a:lnTo>
                    <a:pt x="42986" y="9648"/>
                  </a:lnTo>
                  <a:lnTo>
                    <a:pt x="43001" y="9645"/>
                  </a:lnTo>
                  <a:lnTo>
                    <a:pt x="43103" y="9625"/>
                  </a:lnTo>
                  <a:lnTo>
                    <a:pt x="43171" y="9612"/>
                  </a:lnTo>
                  <a:lnTo>
                    <a:pt x="43377" y="9539"/>
                  </a:lnTo>
                  <a:lnTo>
                    <a:pt x="43543" y="9468"/>
                  </a:lnTo>
                  <a:lnTo>
                    <a:pt x="43626" y="9428"/>
                  </a:lnTo>
                  <a:lnTo>
                    <a:pt x="43670" y="9409"/>
                  </a:lnTo>
                  <a:lnTo>
                    <a:pt x="43706" y="9393"/>
                  </a:lnTo>
                  <a:lnTo>
                    <a:pt x="43768" y="9371"/>
                  </a:lnTo>
                  <a:lnTo>
                    <a:pt x="43790" y="9364"/>
                  </a:lnTo>
                  <a:lnTo>
                    <a:pt x="43813" y="9359"/>
                  </a:lnTo>
                  <a:lnTo>
                    <a:pt x="43957" y="9316"/>
                  </a:lnTo>
                  <a:lnTo>
                    <a:pt x="44197" y="9092"/>
                  </a:lnTo>
                  <a:lnTo>
                    <a:pt x="44296" y="9038"/>
                  </a:lnTo>
                  <a:lnTo>
                    <a:pt x="44364" y="9005"/>
                  </a:lnTo>
                  <a:lnTo>
                    <a:pt x="44386" y="8994"/>
                  </a:lnTo>
                  <a:lnTo>
                    <a:pt x="44390" y="8993"/>
                  </a:lnTo>
                  <a:lnTo>
                    <a:pt x="44398" y="8991"/>
                  </a:lnTo>
                  <a:lnTo>
                    <a:pt x="44503" y="8948"/>
                  </a:lnTo>
                  <a:lnTo>
                    <a:pt x="44575" y="8899"/>
                  </a:lnTo>
                  <a:lnTo>
                    <a:pt x="44874" y="8653"/>
                  </a:lnTo>
                  <a:lnTo>
                    <a:pt x="44889" y="8641"/>
                  </a:lnTo>
                  <a:lnTo>
                    <a:pt x="44900" y="8633"/>
                  </a:lnTo>
                  <a:lnTo>
                    <a:pt x="44909" y="8626"/>
                  </a:lnTo>
                  <a:lnTo>
                    <a:pt x="44920" y="8620"/>
                  </a:lnTo>
                  <a:lnTo>
                    <a:pt x="45030" y="8560"/>
                  </a:lnTo>
                  <a:lnTo>
                    <a:pt x="45048" y="8552"/>
                  </a:lnTo>
                  <a:lnTo>
                    <a:pt x="45058" y="8548"/>
                  </a:lnTo>
                  <a:lnTo>
                    <a:pt x="45176" y="8501"/>
                  </a:lnTo>
                  <a:lnTo>
                    <a:pt x="45201" y="8494"/>
                  </a:lnTo>
                  <a:lnTo>
                    <a:pt x="45228" y="8486"/>
                  </a:lnTo>
                  <a:lnTo>
                    <a:pt x="45239" y="8473"/>
                  </a:lnTo>
                  <a:lnTo>
                    <a:pt x="45267" y="8437"/>
                  </a:lnTo>
                  <a:lnTo>
                    <a:pt x="45272" y="8431"/>
                  </a:lnTo>
                  <a:lnTo>
                    <a:pt x="45398" y="8344"/>
                  </a:lnTo>
                  <a:lnTo>
                    <a:pt x="45404" y="8340"/>
                  </a:lnTo>
                  <a:lnTo>
                    <a:pt x="45461" y="8320"/>
                  </a:lnTo>
                  <a:lnTo>
                    <a:pt x="45692" y="8268"/>
                  </a:lnTo>
                  <a:lnTo>
                    <a:pt x="45716" y="8264"/>
                  </a:lnTo>
                  <a:lnTo>
                    <a:pt x="45773" y="8253"/>
                  </a:lnTo>
                  <a:lnTo>
                    <a:pt x="45927" y="8223"/>
                  </a:lnTo>
                  <a:lnTo>
                    <a:pt x="45965" y="8215"/>
                  </a:lnTo>
                  <a:lnTo>
                    <a:pt x="45970" y="8214"/>
                  </a:lnTo>
                  <a:lnTo>
                    <a:pt x="45994" y="8209"/>
                  </a:lnTo>
                  <a:lnTo>
                    <a:pt x="46112" y="8180"/>
                  </a:lnTo>
                  <a:lnTo>
                    <a:pt x="46123" y="8176"/>
                  </a:lnTo>
                  <a:lnTo>
                    <a:pt x="46307" y="8114"/>
                  </a:lnTo>
                  <a:lnTo>
                    <a:pt x="46475" y="8058"/>
                  </a:lnTo>
                  <a:lnTo>
                    <a:pt x="46569" y="7966"/>
                  </a:lnTo>
                  <a:lnTo>
                    <a:pt x="46648" y="7932"/>
                  </a:lnTo>
                  <a:lnTo>
                    <a:pt x="46680" y="7930"/>
                  </a:lnTo>
                  <a:lnTo>
                    <a:pt x="46737" y="7944"/>
                  </a:lnTo>
                  <a:lnTo>
                    <a:pt x="46859" y="7890"/>
                  </a:lnTo>
                  <a:lnTo>
                    <a:pt x="47212" y="7771"/>
                  </a:lnTo>
                  <a:lnTo>
                    <a:pt x="47245" y="7763"/>
                  </a:lnTo>
                  <a:lnTo>
                    <a:pt x="47271" y="7762"/>
                  </a:lnTo>
                  <a:lnTo>
                    <a:pt x="47401" y="7796"/>
                  </a:lnTo>
                  <a:lnTo>
                    <a:pt x="47443" y="7813"/>
                  </a:lnTo>
                  <a:lnTo>
                    <a:pt x="47469" y="7831"/>
                  </a:lnTo>
                  <a:lnTo>
                    <a:pt x="47502" y="7848"/>
                  </a:lnTo>
                  <a:lnTo>
                    <a:pt x="47562" y="7869"/>
                  </a:lnTo>
                  <a:lnTo>
                    <a:pt x="47571" y="7872"/>
                  </a:lnTo>
                  <a:lnTo>
                    <a:pt x="47608" y="7885"/>
                  </a:lnTo>
                  <a:lnTo>
                    <a:pt x="47634" y="7892"/>
                  </a:lnTo>
                  <a:lnTo>
                    <a:pt x="47656" y="7897"/>
                  </a:lnTo>
                  <a:lnTo>
                    <a:pt x="47701" y="7907"/>
                  </a:lnTo>
                  <a:lnTo>
                    <a:pt x="47933" y="7944"/>
                  </a:lnTo>
                  <a:lnTo>
                    <a:pt x="48027" y="7959"/>
                  </a:lnTo>
                  <a:lnTo>
                    <a:pt x="48049" y="7962"/>
                  </a:lnTo>
                  <a:lnTo>
                    <a:pt x="48098" y="7965"/>
                  </a:lnTo>
                  <a:lnTo>
                    <a:pt x="48145" y="7968"/>
                  </a:lnTo>
                  <a:lnTo>
                    <a:pt x="48161" y="7969"/>
                  </a:lnTo>
                  <a:lnTo>
                    <a:pt x="48219" y="7971"/>
                  </a:lnTo>
                  <a:lnTo>
                    <a:pt x="48263" y="7970"/>
                  </a:lnTo>
                  <a:lnTo>
                    <a:pt x="48278" y="7969"/>
                  </a:lnTo>
                  <a:lnTo>
                    <a:pt x="48291" y="7967"/>
                  </a:lnTo>
                  <a:lnTo>
                    <a:pt x="48318" y="7962"/>
                  </a:lnTo>
                  <a:lnTo>
                    <a:pt x="48419" y="7941"/>
                  </a:lnTo>
                  <a:lnTo>
                    <a:pt x="48427" y="7939"/>
                  </a:lnTo>
                  <a:lnTo>
                    <a:pt x="48437" y="7935"/>
                  </a:lnTo>
                  <a:lnTo>
                    <a:pt x="48452" y="7929"/>
                  </a:lnTo>
                  <a:lnTo>
                    <a:pt x="48461" y="7924"/>
                  </a:lnTo>
                  <a:lnTo>
                    <a:pt x="48471" y="7919"/>
                  </a:lnTo>
                  <a:lnTo>
                    <a:pt x="48533" y="7883"/>
                  </a:lnTo>
                  <a:lnTo>
                    <a:pt x="48589" y="7847"/>
                  </a:lnTo>
                  <a:lnTo>
                    <a:pt x="48592" y="7836"/>
                  </a:lnTo>
                  <a:lnTo>
                    <a:pt x="48602" y="7815"/>
                  </a:lnTo>
                  <a:lnTo>
                    <a:pt x="48622" y="7778"/>
                  </a:lnTo>
                  <a:lnTo>
                    <a:pt x="48676" y="7735"/>
                  </a:lnTo>
                  <a:lnTo>
                    <a:pt x="48744" y="7703"/>
                  </a:lnTo>
                  <a:lnTo>
                    <a:pt x="48758" y="7697"/>
                  </a:lnTo>
                  <a:lnTo>
                    <a:pt x="48789" y="7688"/>
                  </a:lnTo>
                  <a:lnTo>
                    <a:pt x="48804" y="7684"/>
                  </a:lnTo>
                  <a:lnTo>
                    <a:pt x="48849" y="7684"/>
                  </a:lnTo>
                  <a:lnTo>
                    <a:pt x="48970" y="7586"/>
                  </a:lnTo>
                  <a:lnTo>
                    <a:pt x="48974" y="7582"/>
                  </a:lnTo>
                  <a:lnTo>
                    <a:pt x="48983" y="7577"/>
                  </a:lnTo>
                  <a:lnTo>
                    <a:pt x="49002" y="7578"/>
                  </a:lnTo>
                  <a:lnTo>
                    <a:pt x="49132" y="7585"/>
                  </a:lnTo>
                  <a:lnTo>
                    <a:pt x="49156" y="7586"/>
                  </a:lnTo>
                  <a:lnTo>
                    <a:pt x="49166" y="7588"/>
                  </a:lnTo>
                  <a:lnTo>
                    <a:pt x="49174" y="7599"/>
                  </a:lnTo>
                  <a:lnTo>
                    <a:pt x="49180" y="7626"/>
                  </a:lnTo>
                  <a:lnTo>
                    <a:pt x="49181" y="7637"/>
                  </a:lnTo>
                  <a:lnTo>
                    <a:pt x="49184" y="7659"/>
                  </a:lnTo>
                  <a:lnTo>
                    <a:pt x="49191" y="7705"/>
                  </a:lnTo>
                  <a:lnTo>
                    <a:pt x="49438" y="7710"/>
                  </a:lnTo>
                  <a:lnTo>
                    <a:pt x="49499" y="7711"/>
                  </a:lnTo>
                  <a:lnTo>
                    <a:pt x="49524" y="7710"/>
                  </a:lnTo>
                  <a:lnTo>
                    <a:pt x="49620" y="7700"/>
                  </a:lnTo>
                  <a:lnTo>
                    <a:pt x="49664" y="7694"/>
                  </a:lnTo>
                  <a:lnTo>
                    <a:pt x="49715" y="7686"/>
                  </a:lnTo>
                  <a:lnTo>
                    <a:pt x="50006" y="7640"/>
                  </a:lnTo>
                  <a:lnTo>
                    <a:pt x="50102" y="7620"/>
                  </a:lnTo>
                  <a:lnTo>
                    <a:pt x="50160" y="7608"/>
                  </a:lnTo>
                  <a:lnTo>
                    <a:pt x="50185" y="7600"/>
                  </a:lnTo>
                  <a:lnTo>
                    <a:pt x="50199" y="7595"/>
                  </a:lnTo>
                  <a:lnTo>
                    <a:pt x="50549" y="7470"/>
                  </a:lnTo>
                  <a:lnTo>
                    <a:pt x="50713" y="7411"/>
                  </a:lnTo>
                  <a:lnTo>
                    <a:pt x="50796" y="7374"/>
                  </a:lnTo>
                  <a:lnTo>
                    <a:pt x="50845" y="7352"/>
                  </a:lnTo>
                  <a:lnTo>
                    <a:pt x="50898" y="7326"/>
                  </a:lnTo>
                  <a:lnTo>
                    <a:pt x="51128" y="7217"/>
                  </a:lnTo>
                  <a:lnTo>
                    <a:pt x="51426" y="7067"/>
                  </a:lnTo>
                  <a:lnTo>
                    <a:pt x="51565" y="6968"/>
                  </a:lnTo>
                  <a:lnTo>
                    <a:pt x="51684" y="6883"/>
                  </a:lnTo>
                  <a:lnTo>
                    <a:pt x="51702" y="6870"/>
                  </a:lnTo>
                  <a:lnTo>
                    <a:pt x="52244" y="6650"/>
                  </a:lnTo>
                  <a:lnTo>
                    <a:pt x="52252" y="6646"/>
                  </a:lnTo>
                  <a:lnTo>
                    <a:pt x="52222" y="6524"/>
                  </a:lnTo>
                  <a:lnTo>
                    <a:pt x="52195" y="6454"/>
                  </a:lnTo>
                  <a:lnTo>
                    <a:pt x="52428" y="6151"/>
                  </a:lnTo>
                  <a:lnTo>
                    <a:pt x="52576" y="5993"/>
                  </a:lnTo>
                  <a:lnTo>
                    <a:pt x="52662" y="6076"/>
                  </a:lnTo>
                  <a:lnTo>
                    <a:pt x="52751" y="6166"/>
                  </a:lnTo>
                  <a:lnTo>
                    <a:pt x="52846" y="6090"/>
                  </a:lnTo>
                  <a:lnTo>
                    <a:pt x="52885" y="6049"/>
                  </a:lnTo>
                  <a:lnTo>
                    <a:pt x="52886" y="6040"/>
                  </a:lnTo>
                  <a:lnTo>
                    <a:pt x="52911" y="5993"/>
                  </a:lnTo>
                  <a:lnTo>
                    <a:pt x="52985" y="5912"/>
                  </a:lnTo>
                  <a:lnTo>
                    <a:pt x="53087" y="5801"/>
                  </a:lnTo>
                  <a:lnTo>
                    <a:pt x="53210" y="5705"/>
                  </a:lnTo>
                  <a:lnTo>
                    <a:pt x="53219" y="5698"/>
                  </a:lnTo>
                  <a:lnTo>
                    <a:pt x="53228" y="5693"/>
                  </a:lnTo>
                  <a:lnTo>
                    <a:pt x="53236" y="5688"/>
                  </a:lnTo>
                  <a:lnTo>
                    <a:pt x="53248" y="5683"/>
                  </a:lnTo>
                  <a:lnTo>
                    <a:pt x="53261" y="5679"/>
                  </a:lnTo>
                  <a:lnTo>
                    <a:pt x="53272" y="5678"/>
                  </a:lnTo>
                  <a:lnTo>
                    <a:pt x="53284" y="5679"/>
                  </a:lnTo>
                  <a:lnTo>
                    <a:pt x="53292" y="5683"/>
                  </a:lnTo>
                  <a:lnTo>
                    <a:pt x="53297" y="5688"/>
                  </a:lnTo>
                  <a:lnTo>
                    <a:pt x="53536" y="5917"/>
                  </a:lnTo>
                  <a:lnTo>
                    <a:pt x="53541" y="5918"/>
                  </a:lnTo>
                  <a:lnTo>
                    <a:pt x="53628" y="5950"/>
                  </a:lnTo>
                  <a:lnTo>
                    <a:pt x="53652" y="5959"/>
                  </a:lnTo>
                  <a:lnTo>
                    <a:pt x="53658" y="5961"/>
                  </a:lnTo>
                  <a:lnTo>
                    <a:pt x="53885" y="6043"/>
                  </a:lnTo>
                  <a:lnTo>
                    <a:pt x="53906" y="6052"/>
                  </a:lnTo>
                  <a:lnTo>
                    <a:pt x="53918" y="6057"/>
                  </a:lnTo>
                  <a:lnTo>
                    <a:pt x="53927" y="6063"/>
                  </a:lnTo>
                  <a:lnTo>
                    <a:pt x="53936" y="6071"/>
                  </a:lnTo>
                  <a:lnTo>
                    <a:pt x="53950" y="6082"/>
                  </a:lnTo>
                  <a:lnTo>
                    <a:pt x="54014" y="6138"/>
                  </a:lnTo>
                  <a:lnTo>
                    <a:pt x="54033" y="6155"/>
                  </a:lnTo>
                  <a:lnTo>
                    <a:pt x="54046" y="6167"/>
                  </a:lnTo>
                  <a:lnTo>
                    <a:pt x="54235" y="6344"/>
                  </a:lnTo>
                  <a:lnTo>
                    <a:pt x="54266" y="6392"/>
                  </a:lnTo>
                  <a:lnTo>
                    <a:pt x="54332" y="6495"/>
                  </a:lnTo>
                  <a:lnTo>
                    <a:pt x="54355" y="6530"/>
                  </a:lnTo>
                  <a:lnTo>
                    <a:pt x="54438" y="6666"/>
                  </a:lnTo>
                  <a:lnTo>
                    <a:pt x="54440" y="6670"/>
                  </a:lnTo>
                  <a:lnTo>
                    <a:pt x="54544" y="6889"/>
                  </a:lnTo>
                  <a:lnTo>
                    <a:pt x="54546" y="6898"/>
                  </a:lnTo>
                  <a:lnTo>
                    <a:pt x="54545" y="6903"/>
                  </a:lnTo>
                  <a:lnTo>
                    <a:pt x="54542" y="6912"/>
                  </a:lnTo>
                  <a:lnTo>
                    <a:pt x="54542" y="6917"/>
                  </a:lnTo>
                  <a:lnTo>
                    <a:pt x="54625" y="7226"/>
                  </a:lnTo>
                  <a:lnTo>
                    <a:pt x="54691" y="7472"/>
                  </a:lnTo>
                  <a:lnTo>
                    <a:pt x="54694" y="7480"/>
                  </a:lnTo>
                  <a:lnTo>
                    <a:pt x="54724" y="7553"/>
                  </a:lnTo>
                  <a:lnTo>
                    <a:pt x="54771" y="7663"/>
                  </a:lnTo>
                  <a:lnTo>
                    <a:pt x="54842" y="7800"/>
                  </a:lnTo>
                  <a:lnTo>
                    <a:pt x="54863" y="7794"/>
                  </a:lnTo>
                  <a:lnTo>
                    <a:pt x="54905" y="7781"/>
                  </a:lnTo>
                  <a:lnTo>
                    <a:pt x="54930" y="7774"/>
                  </a:lnTo>
                  <a:lnTo>
                    <a:pt x="54952" y="7767"/>
                  </a:lnTo>
                  <a:lnTo>
                    <a:pt x="55027" y="7745"/>
                  </a:lnTo>
                  <a:lnTo>
                    <a:pt x="55016" y="7625"/>
                  </a:lnTo>
                  <a:lnTo>
                    <a:pt x="55015" y="7619"/>
                  </a:lnTo>
                  <a:lnTo>
                    <a:pt x="55012" y="7610"/>
                  </a:lnTo>
                  <a:lnTo>
                    <a:pt x="54978" y="7540"/>
                  </a:lnTo>
                  <a:lnTo>
                    <a:pt x="54947" y="7394"/>
                  </a:lnTo>
                  <a:lnTo>
                    <a:pt x="54889" y="7118"/>
                  </a:lnTo>
                  <a:lnTo>
                    <a:pt x="54857" y="6778"/>
                  </a:lnTo>
                  <a:lnTo>
                    <a:pt x="54830" y="6600"/>
                  </a:lnTo>
                  <a:lnTo>
                    <a:pt x="54804" y="6502"/>
                  </a:lnTo>
                  <a:lnTo>
                    <a:pt x="54796" y="6472"/>
                  </a:lnTo>
                  <a:lnTo>
                    <a:pt x="54790" y="6455"/>
                  </a:lnTo>
                  <a:lnTo>
                    <a:pt x="54783" y="6433"/>
                  </a:lnTo>
                  <a:lnTo>
                    <a:pt x="54778" y="6421"/>
                  </a:lnTo>
                  <a:lnTo>
                    <a:pt x="54750" y="6362"/>
                  </a:lnTo>
                  <a:lnTo>
                    <a:pt x="54605" y="6076"/>
                  </a:lnTo>
                  <a:lnTo>
                    <a:pt x="54412" y="5810"/>
                  </a:lnTo>
                  <a:lnTo>
                    <a:pt x="54356" y="5758"/>
                  </a:lnTo>
                  <a:lnTo>
                    <a:pt x="54322" y="5729"/>
                  </a:lnTo>
                  <a:lnTo>
                    <a:pt x="54312" y="5720"/>
                  </a:lnTo>
                  <a:lnTo>
                    <a:pt x="54299" y="5711"/>
                  </a:lnTo>
                  <a:lnTo>
                    <a:pt x="54288" y="5704"/>
                  </a:lnTo>
                  <a:lnTo>
                    <a:pt x="54264" y="5689"/>
                  </a:lnTo>
                  <a:lnTo>
                    <a:pt x="54099" y="5585"/>
                  </a:lnTo>
                  <a:lnTo>
                    <a:pt x="54035" y="5545"/>
                  </a:lnTo>
                  <a:lnTo>
                    <a:pt x="53921" y="5473"/>
                  </a:lnTo>
                  <a:lnTo>
                    <a:pt x="53882" y="5449"/>
                  </a:lnTo>
                  <a:lnTo>
                    <a:pt x="53850" y="5429"/>
                  </a:lnTo>
                  <a:lnTo>
                    <a:pt x="53590" y="5319"/>
                  </a:lnTo>
                  <a:lnTo>
                    <a:pt x="53393" y="5236"/>
                  </a:lnTo>
                  <a:lnTo>
                    <a:pt x="53368" y="5225"/>
                  </a:lnTo>
                  <a:lnTo>
                    <a:pt x="53301" y="5190"/>
                  </a:lnTo>
                  <a:lnTo>
                    <a:pt x="52936" y="5003"/>
                  </a:lnTo>
                  <a:lnTo>
                    <a:pt x="52927" y="4998"/>
                  </a:lnTo>
                  <a:lnTo>
                    <a:pt x="52922" y="4971"/>
                  </a:lnTo>
                  <a:lnTo>
                    <a:pt x="52920" y="4936"/>
                  </a:lnTo>
                  <a:lnTo>
                    <a:pt x="52921" y="4929"/>
                  </a:lnTo>
                  <a:lnTo>
                    <a:pt x="52922" y="4919"/>
                  </a:lnTo>
                  <a:lnTo>
                    <a:pt x="52924" y="4914"/>
                  </a:lnTo>
                  <a:lnTo>
                    <a:pt x="53002" y="4855"/>
                  </a:lnTo>
                  <a:lnTo>
                    <a:pt x="53008" y="4852"/>
                  </a:lnTo>
                  <a:lnTo>
                    <a:pt x="53018" y="4848"/>
                  </a:lnTo>
                  <a:lnTo>
                    <a:pt x="53027" y="4845"/>
                  </a:lnTo>
                  <a:lnTo>
                    <a:pt x="53037" y="4842"/>
                  </a:lnTo>
                  <a:lnTo>
                    <a:pt x="53042" y="4840"/>
                  </a:lnTo>
                  <a:lnTo>
                    <a:pt x="53304" y="4766"/>
                  </a:lnTo>
                  <a:lnTo>
                    <a:pt x="53311" y="4764"/>
                  </a:lnTo>
                  <a:lnTo>
                    <a:pt x="53421" y="4737"/>
                  </a:lnTo>
                  <a:lnTo>
                    <a:pt x="53405" y="4683"/>
                  </a:lnTo>
                  <a:lnTo>
                    <a:pt x="53396" y="4654"/>
                  </a:lnTo>
                  <a:lnTo>
                    <a:pt x="53311" y="4620"/>
                  </a:lnTo>
                  <a:lnTo>
                    <a:pt x="53260" y="4555"/>
                  </a:lnTo>
                  <a:lnTo>
                    <a:pt x="53437" y="4245"/>
                  </a:lnTo>
                  <a:lnTo>
                    <a:pt x="53506" y="4242"/>
                  </a:lnTo>
                  <a:lnTo>
                    <a:pt x="53530" y="4241"/>
                  </a:lnTo>
                  <a:lnTo>
                    <a:pt x="53556" y="4240"/>
                  </a:lnTo>
                  <a:lnTo>
                    <a:pt x="53728" y="4020"/>
                  </a:lnTo>
                  <a:lnTo>
                    <a:pt x="53754" y="3984"/>
                  </a:lnTo>
                  <a:lnTo>
                    <a:pt x="53756" y="3976"/>
                  </a:lnTo>
                  <a:lnTo>
                    <a:pt x="53816" y="3865"/>
                  </a:lnTo>
                  <a:lnTo>
                    <a:pt x="53930" y="3689"/>
                  </a:lnTo>
                  <a:lnTo>
                    <a:pt x="53936" y="3682"/>
                  </a:lnTo>
                  <a:lnTo>
                    <a:pt x="53940" y="3678"/>
                  </a:lnTo>
                  <a:lnTo>
                    <a:pt x="53944" y="3675"/>
                  </a:lnTo>
                  <a:lnTo>
                    <a:pt x="53949" y="3672"/>
                  </a:lnTo>
                  <a:lnTo>
                    <a:pt x="53954" y="3668"/>
                  </a:lnTo>
                  <a:lnTo>
                    <a:pt x="54006" y="3640"/>
                  </a:lnTo>
                  <a:lnTo>
                    <a:pt x="54014" y="3637"/>
                  </a:lnTo>
                  <a:lnTo>
                    <a:pt x="54022" y="3633"/>
                  </a:lnTo>
                  <a:lnTo>
                    <a:pt x="54029" y="3630"/>
                  </a:lnTo>
                  <a:lnTo>
                    <a:pt x="54039" y="3626"/>
                  </a:lnTo>
                  <a:lnTo>
                    <a:pt x="54046" y="3623"/>
                  </a:lnTo>
                  <a:lnTo>
                    <a:pt x="54052" y="3621"/>
                  </a:lnTo>
                  <a:lnTo>
                    <a:pt x="54058" y="3620"/>
                  </a:lnTo>
                  <a:lnTo>
                    <a:pt x="54063" y="3619"/>
                  </a:lnTo>
                  <a:lnTo>
                    <a:pt x="54086" y="3611"/>
                  </a:lnTo>
                  <a:lnTo>
                    <a:pt x="54108" y="3599"/>
                  </a:lnTo>
                  <a:lnTo>
                    <a:pt x="54117" y="3594"/>
                  </a:lnTo>
                  <a:lnTo>
                    <a:pt x="54127" y="3587"/>
                  </a:lnTo>
                  <a:lnTo>
                    <a:pt x="54147" y="3566"/>
                  </a:lnTo>
                  <a:lnTo>
                    <a:pt x="54151" y="3562"/>
                  </a:lnTo>
                  <a:lnTo>
                    <a:pt x="54155" y="3557"/>
                  </a:lnTo>
                  <a:lnTo>
                    <a:pt x="54159" y="3553"/>
                  </a:lnTo>
                  <a:lnTo>
                    <a:pt x="54163" y="3548"/>
                  </a:lnTo>
                  <a:lnTo>
                    <a:pt x="54166" y="3543"/>
                  </a:lnTo>
                  <a:lnTo>
                    <a:pt x="54170" y="3537"/>
                  </a:lnTo>
                  <a:lnTo>
                    <a:pt x="54174" y="3532"/>
                  </a:lnTo>
                  <a:lnTo>
                    <a:pt x="54203" y="3488"/>
                  </a:lnTo>
                  <a:lnTo>
                    <a:pt x="54213" y="3471"/>
                  </a:lnTo>
                  <a:lnTo>
                    <a:pt x="54220" y="3458"/>
                  </a:lnTo>
                  <a:lnTo>
                    <a:pt x="54223" y="3452"/>
                  </a:lnTo>
                  <a:lnTo>
                    <a:pt x="54225" y="3447"/>
                  </a:lnTo>
                  <a:lnTo>
                    <a:pt x="54227" y="3441"/>
                  </a:lnTo>
                  <a:lnTo>
                    <a:pt x="54229" y="3435"/>
                  </a:lnTo>
                  <a:lnTo>
                    <a:pt x="54231" y="3428"/>
                  </a:lnTo>
                  <a:lnTo>
                    <a:pt x="54234" y="3417"/>
                  </a:lnTo>
                  <a:lnTo>
                    <a:pt x="54236" y="3405"/>
                  </a:lnTo>
                  <a:lnTo>
                    <a:pt x="54238" y="3397"/>
                  </a:lnTo>
                  <a:lnTo>
                    <a:pt x="54238" y="3389"/>
                  </a:lnTo>
                  <a:lnTo>
                    <a:pt x="54239" y="3383"/>
                  </a:lnTo>
                  <a:lnTo>
                    <a:pt x="54239" y="3378"/>
                  </a:lnTo>
                  <a:lnTo>
                    <a:pt x="54239" y="3372"/>
                  </a:lnTo>
                  <a:lnTo>
                    <a:pt x="54237" y="3237"/>
                  </a:lnTo>
                  <a:lnTo>
                    <a:pt x="54277" y="3118"/>
                  </a:lnTo>
                  <a:lnTo>
                    <a:pt x="54368" y="2848"/>
                  </a:lnTo>
                  <a:lnTo>
                    <a:pt x="54386" y="2794"/>
                  </a:lnTo>
                  <a:lnTo>
                    <a:pt x="54391" y="2782"/>
                  </a:lnTo>
                  <a:lnTo>
                    <a:pt x="54417" y="2756"/>
                  </a:lnTo>
                  <a:lnTo>
                    <a:pt x="54424" y="2735"/>
                  </a:lnTo>
                  <a:lnTo>
                    <a:pt x="54439" y="2682"/>
                  </a:lnTo>
                  <a:lnTo>
                    <a:pt x="54571" y="2340"/>
                  </a:lnTo>
                  <a:lnTo>
                    <a:pt x="54573" y="2334"/>
                  </a:lnTo>
                  <a:lnTo>
                    <a:pt x="54576" y="2329"/>
                  </a:lnTo>
                  <a:lnTo>
                    <a:pt x="54578" y="2324"/>
                  </a:lnTo>
                  <a:lnTo>
                    <a:pt x="54636" y="2211"/>
                  </a:lnTo>
                  <a:lnTo>
                    <a:pt x="54639" y="2207"/>
                  </a:lnTo>
                  <a:lnTo>
                    <a:pt x="54655" y="2185"/>
                  </a:lnTo>
                  <a:lnTo>
                    <a:pt x="54660" y="2178"/>
                  </a:lnTo>
                  <a:lnTo>
                    <a:pt x="54666" y="2171"/>
                  </a:lnTo>
                  <a:lnTo>
                    <a:pt x="54678" y="2161"/>
                  </a:lnTo>
                  <a:lnTo>
                    <a:pt x="54686" y="2154"/>
                  </a:lnTo>
                  <a:lnTo>
                    <a:pt x="54705" y="2139"/>
                  </a:lnTo>
                  <a:lnTo>
                    <a:pt x="54710" y="2136"/>
                  </a:lnTo>
                  <a:lnTo>
                    <a:pt x="54715" y="2133"/>
                  </a:lnTo>
                  <a:lnTo>
                    <a:pt x="54721" y="2129"/>
                  </a:lnTo>
                  <a:lnTo>
                    <a:pt x="54726" y="2127"/>
                  </a:lnTo>
                  <a:lnTo>
                    <a:pt x="54730" y="2125"/>
                  </a:lnTo>
                  <a:lnTo>
                    <a:pt x="54757" y="2114"/>
                  </a:lnTo>
                  <a:lnTo>
                    <a:pt x="54762" y="2112"/>
                  </a:lnTo>
                  <a:lnTo>
                    <a:pt x="54780" y="2107"/>
                  </a:lnTo>
                  <a:lnTo>
                    <a:pt x="54785" y="2105"/>
                  </a:lnTo>
                  <a:lnTo>
                    <a:pt x="54792" y="2104"/>
                  </a:lnTo>
                  <a:lnTo>
                    <a:pt x="54800" y="2103"/>
                  </a:lnTo>
                  <a:lnTo>
                    <a:pt x="54812" y="2102"/>
                  </a:lnTo>
                  <a:lnTo>
                    <a:pt x="54817" y="2103"/>
                  </a:lnTo>
                  <a:lnTo>
                    <a:pt x="54822" y="2105"/>
                  </a:lnTo>
                  <a:lnTo>
                    <a:pt x="54829" y="2107"/>
                  </a:lnTo>
                  <a:lnTo>
                    <a:pt x="54836" y="2111"/>
                  </a:lnTo>
                  <a:lnTo>
                    <a:pt x="54842" y="2114"/>
                  </a:lnTo>
                  <a:lnTo>
                    <a:pt x="54846" y="2117"/>
                  </a:lnTo>
                  <a:lnTo>
                    <a:pt x="54851" y="2122"/>
                  </a:lnTo>
                  <a:lnTo>
                    <a:pt x="54854" y="2126"/>
                  </a:lnTo>
                  <a:lnTo>
                    <a:pt x="54859" y="2131"/>
                  </a:lnTo>
                  <a:lnTo>
                    <a:pt x="54863" y="2136"/>
                  </a:lnTo>
                  <a:lnTo>
                    <a:pt x="54870" y="2145"/>
                  </a:lnTo>
                  <a:lnTo>
                    <a:pt x="54873" y="2149"/>
                  </a:lnTo>
                  <a:lnTo>
                    <a:pt x="54886" y="2165"/>
                  </a:lnTo>
                  <a:lnTo>
                    <a:pt x="54889" y="2168"/>
                  </a:lnTo>
                  <a:lnTo>
                    <a:pt x="54892" y="2171"/>
                  </a:lnTo>
                  <a:lnTo>
                    <a:pt x="54896" y="2173"/>
                  </a:lnTo>
                  <a:lnTo>
                    <a:pt x="54900" y="2177"/>
                  </a:lnTo>
                  <a:lnTo>
                    <a:pt x="54907" y="2180"/>
                  </a:lnTo>
                  <a:lnTo>
                    <a:pt x="54911" y="2182"/>
                  </a:lnTo>
                  <a:lnTo>
                    <a:pt x="54916" y="2183"/>
                  </a:lnTo>
                  <a:lnTo>
                    <a:pt x="54920" y="2183"/>
                  </a:lnTo>
                  <a:lnTo>
                    <a:pt x="54927" y="2184"/>
                  </a:lnTo>
                  <a:lnTo>
                    <a:pt x="54954" y="2185"/>
                  </a:lnTo>
                  <a:lnTo>
                    <a:pt x="54960" y="2185"/>
                  </a:lnTo>
                  <a:lnTo>
                    <a:pt x="54964" y="2185"/>
                  </a:lnTo>
                  <a:lnTo>
                    <a:pt x="54988" y="2183"/>
                  </a:lnTo>
                  <a:lnTo>
                    <a:pt x="54992" y="2183"/>
                  </a:lnTo>
                  <a:lnTo>
                    <a:pt x="55076" y="2169"/>
                  </a:lnTo>
                  <a:lnTo>
                    <a:pt x="55080" y="2168"/>
                  </a:lnTo>
                  <a:lnTo>
                    <a:pt x="55225" y="2132"/>
                  </a:lnTo>
                  <a:lnTo>
                    <a:pt x="55299" y="2100"/>
                  </a:lnTo>
                  <a:lnTo>
                    <a:pt x="55302" y="2098"/>
                  </a:lnTo>
                  <a:lnTo>
                    <a:pt x="55308" y="2095"/>
                  </a:lnTo>
                  <a:lnTo>
                    <a:pt x="55314" y="2091"/>
                  </a:lnTo>
                  <a:lnTo>
                    <a:pt x="55319" y="2087"/>
                  </a:lnTo>
                  <a:lnTo>
                    <a:pt x="55365" y="2054"/>
                  </a:lnTo>
                  <a:lnTo>
                    <a:pt x="55420" y="2013"/>
                  </a:lnTo>
                  <a:lnTo>
                    <a:pt x="55425" y="2008"/>
                  </a:lnTo>
                  <a:lnTo>
                    <a:pt x="55432" y="2002"/>
                  </a:lnTo>
                  <a:lnTo>
                    <a:pt x="55484" y="1954"/>
                  </a:lnTo>
                  <a:lnTo>
                    <a:pt x="55489" y="1949"/>
                  </a:lnTo>
                  <a:lnTo>
                    <a:pt x="55540" y="1893"/>
                  </a:lnTo>
                  <a:lnTo>
                    <a:pt x="55546" y="1884"/>
                  </a:lnTo>
                  <a:lnTo>
                    <a:pt x="55549" y="1879"/>
                  </a:lnTo>
                  <a:lnTo>
                    <a:pt x="55551" y="1874"/>
                  </a:lnTo>
                  <a:lnTo>
                    <a:pt x="55553" y="1869"/>
                  </a:lnTo>
                  <a:lnTo>
                    <a:pt x="55555" y="1863"/>
                  </a:lnTo>
                  <a:lnTo>
                    <a:pt x="55556" y="1856"/>
                  </a:lnTo>
                  <a:lnTo>
                    <a:pt x="55546" y="1814"/>
                  </a:lnTo>
                  <a:lnTo>
                    <a:pt x="55531" y="1777"/>
                  </a:lnTo>
                  <a:lnTo>
                    <a:pt x="55668" y="1430"/>
                  </a:lnTo>
                  <a:lnTo>
                    <a:pt x="55714" y="1384"/>
                  </a:lnTo>
                  <a:lnTo>
                    <a:pt x="55732" y="1370"/>
                  </a:lnTo>
                  <a:lnTo>
                    <a:pt x="55759" y="1351"/>
                  </a:lnTo>
                  <a:lnTo>
                    <a:pt x="55781" y="1336"/>
                  </a:lnTo>
                  <a:lnTo>
                    <a:pt x="55812" y="1315"/>
                  </a:lnTo>
                  <a:lnTo>
                    <a:pt x="55960" y="1220"/>
                  </a:lnTo>
                  <a:lnTo>
                    <a:pt x="56070" y="1153"/>
                  </a:lnTo>
                  <a:lnTo>
                    <a:pt x="56381" y="963"/>
                  </a:lnTo>
                  <a:lnTo>
                    <a:pt x="56466" y="935"/>
                  </a:lnTo>
                  <a:lnTo>
                    <a:pt x="56558" y="907"/>
                  </a:lnTo>
                  <a:lnTo>
                    <a:pt x="56694" y="865"/>
                  </a:lnTo>
                  <a:lnTo>
                    <a:pt x="56765" y="823"/>
                  </a:lnTo>
                  <a:lnTo>
                    <a:pt x="56768" y="820"/>
                  </a:lnTo>
                  <a:lnTo>
                    <a:pt x="56788" y="807"/>
                  </a:lnTo>
                  <a:lnTo>
                    <a:pt x="56867" y="746"/>
                  </a:lnTo>
                  <a:lnTo>
                    <a:pt x="56872" y="742"/>
                  </a:lnTo>
                  <a:lnTo>
                    <a:pt x="56893" y="724"/>
                  </a:lnTo>
                  <a:lnTo>
                    <a:pt x="56896" y="721"/>
                  </a:lnTo>
                  <a:lnTo>
                    <a:pt x="56900" y="716"/>
                  </a:lnTo>
                  <a:lnTo>
                    <a:pt x="56903" y="712"/>
                  </a:lnTo>
                  <a:lnTo>
                    <a:pt x="56917" y="674"/>
                  </a:lnTo>
                  <a:lnTo>
                    <a:pt x="56919" y="642"/>
                  </a:lnTo>
                  <a:lnTo>
                    <a:pt x="56908" y="637"/>
                  </a:lnTo>
                  <a:lnTo>
                    <a:pt x="56902" y="630"/>
                  </a:lnTo>
                  <a:lnTo>
                    <a:pt x="56894" y="619"/>
                  </a:lnTo>
                  <a:lnTo>
                    <a:pt x="56864" y="521"/>
                  </a:lnTo>
                  <a:lnTo>
                    <a:pt x="56856" y="453"/>
                  </a:lnTo>
                  <a:lnTo>
                    <a:pt x="56859" y="448"/>
                  </a:lnTo>
                  <a:lnTo>
                    <a:pt x="56880" y="411"/>
                  </a:lnTo>
                  <a:lnTo>
                    <a:pt x="56909" y="373"/>
                  </a:lnTo>
                  <a:lnTo>
                    <a:pt x="56945" y="373"/>
                  </a:lnTo>
                  <a:lnTo>
                    <a:pt x="56990" y="406"/>
                  </a:lnTo>
                  <a:lnTo>
                    <a:pt x="56989" y="413"/>
                  </a:lnTo>
                  <a:lnTo>
                    <a:pt x="56985" y="420"/>
                  </a:lnTo>
                  <a:lnTo>
                    <a:pt x="56981" y="425"/>
                  </a:lnTo>
                  <a:lnTo>
                    <a:pt x="56978" y="430"/>
                  </a:lnTo>
                  <a:lnTo>
                    <a:pt x="56974" y="435"/>
                  </a:lnTo>
                  <a:lnTo>
                    <a:pt x="56970" y="439"/>
                  </a:lnTo>
                  <a:lnTo>
                    <a:pt x="56968" y="444"/>
                  </a:lnTo>
                  <a:lnTo>
                    <a:pt x="56966" y="451"/>
                  </a:lnTo>
                  <a:lnTo>
                    <a:pt x="56966" y="455"/>
                  </a:lnTo>
                  <a:lnTo>
                    <a:pt x="56966" y="460"/>
                  </a:lnTo>
                  <a:lnTo>
                    <a:pt x="56966" y="465"/>
                  </a:lnTo>
                  <a:lnTo>
                    <a:pt x="56974" y="518"/>
                  </a:lnTo>
                  <a:lnTo>
                    <a:pt x="56977" y="526"/>
                  </a:lnTo>
                  <a:lnTo>
                    <a:pt x="57004" y="585"/>
                  </a:lnTo>
                  <a:lnTo>
                    <a:pt x="57010" y="590"/>
                  </a:lnTo>
                  <a:lnTo>
                    <a:pt x="57015" y="595"/>
                  </a:lnTo>
                  <a:lnTo>
                    <a:pt x="57019" y="597"/>
                  </a:lnTo>
                  <a:lnTo>
                    <a:pt x="57022" y="600"/>
                  </a:lnTo>
                  <a:lnTo>
                    <a:pt x="57028" y="603"/>
                  </a:lnTo>
                  <a:lnTo>
                    <a:pt x="57034" y="605"/>
                  </a:lnTo>
                  <a:lnTo>
                    <a:pt x="57127" y="637"/>
                  </a:lnTo>
                  <a:lnTo>
                    <a:pt x="57133" y="639"/>
                  </a:lnTo>
                  <a:lnTo>
                    <a:pt x="57139" y="640"/>
                  </a:lnTo>
                  <a:lnTo>
                    <a:pt x="57145" y="642"/>
                  </a:lnTo>
                  <a:lnTo>
                    <a:pt x="57151" y="643"/>
                  </a:lnTo>
                  <a:lnTo>
                    <a:pt x="57158" y="644"/>
                  </a:lnTo>
                  <a:lnTo>
                    <a:pt x="57184" y="649"/>
                  </a:lnTo>
                  <a:lnTo>
                    <a:pt x="57191" y="649"/>
                  </a:lnTo>
                  <a:lnTo>
                    <a:pt x="57199" y="649"/>
                  </a:lnTo>
                  <a:lnTo>
                    <a:pt x="57205" y="649"/>
                  </a:lnTo>
                  <a:lnTo>
                    <a:pt x="57209" y="649"/>
                  </a:lnTo>
                  <a:lnTo>
                    <a:pt x="57222" y="647"/>
                  </a:lnTo>
                  <a:lnTo>
                    <a:pt x="57264" y="642"/>
                  </a:lnTo>
                  <a:lnTo>
                    <a:pt x="57315" y="636"/>
                  </a:lnTo>
                  <a:lnTo>
                    <a:pt x="57550" y="607"/>
                  </a:lnTo>
                  <a:lnTo>
                    <a:pt x="57556" y="606"/>
                  </a:lnTo>
                  <a:lnTo>
                    <a:pt x="57637" y="573"/>
                  </a:lnTo>
                  <a:lnTo>
                    <a:pt x="57649" y="566"/>
                  </a:lnTo>
                  <a:lnTo>
                    <a:pt x="57657" y="561"/>
                  </a:lnTo>
                  <a:lnTo>
                    <a:pt x="57789" y="467"/>
                  </a:lnTo>
                  <a:lnTo>
                    <a:pt x="57794" y="462"/>
                  </a:lnTo>
                  <a:lnTo>
                    <a:pt x="57798" y="456"/>
                  </a:lnTo>
                  <a:lnTo>
                    <a:pt x="57869" y="323"/>
                  </a:lnTo>
                  <a:lnTo>
                    <a:pt x="57873" y="309"/>
                  </a:lnTo>
                  <a:lnTo>
                    <a:pt x="57858" y="250"/>
                  </a:lnTo>
                  <a:lnTo>
                    <a:pt x="57856" y="244"/>
                  </a:lnTo>
                  <a:lnTo>
                    <a:pt x="57853" y="240"/>
                  </a:lnTo>
                  <a:lnTo>
                    <a:pt x="57831" y="223"/>
                  </a:lnTo>
                  <a:lnTo>
                    <a:pt x="57807" y="194"/>
                  </a:lnTo>
                  <a:lnTo>
                    <a:pt x="57804" y="190"/>
                  </a:lnTo>
                  <a:lnTo>
                    <a:pt x="57803" y="185"/>
                  </a:lnTo>
                  <a:lnTo>
                    <a:pt x="57802" y="179"/>
                  </a:lnTo>
                  <a:lnTo>
                    <a:pt x="57801" y="172"/>
                  </a:lnTo>
                  <a:lnTo>
                    <a:pt x="57801" y="165"/>
                  </a:lnTo>
                  <a:lnTo>
                    <a:pt x="57802" y="160"/>
                  </a:lnTo>
                  <a:lnTo>
                    <a:pt x="57836" y="112"/>
                  </a:lnTo>
                  <a:lnTo>
                    <a:pt x="57910" y="12"/>
                  </a:lnTo>
                  <a:lnTo>
                    <a:pt x="57950" y="0"/>
                  </a:lnTo>
                  <a:lnTo>
                    <a:pt x="57969" y="2"/>
                  </a:lnTo>
                  <a:lnTo>
                    <a:pt x="57972" y="3"/>
                  </a:lnTo>
                  <a:lnTo>
                    <a:pt x="58017" y="39"/>
                  </a:lnTo>
                  <a:lnTo>
                    <a:pt x="58048" y="79"/>
                  </a:lnTo>
                  <a:lnTo>
                    <a:pt x="58049" y="84"/>
                  </a:lnTo>
                  <a:lnTo>
                    <a:pt x="58052" y="108"/>
                  </a:lnTo>
                  <a:lnTo>
                    <a:pt x="58052" y="113"/>
                  </a:lnTo>
                  <a:lnTo>
                    <a:pt x="58049" y="117"/>
                  </a:lnTo>
                  <a:lnTo>
                    <a:pt x="58044" y="124"/>
                  </a:lnTo>
                  <a:lnTo>
                    <a:pt x="58033" y="137"/>
                  </a:lnTo>
                  <a:lnTo>
                    <a:pt x="58025" y="146"/>
                  </a:lnTo>
                  <a:lnTo>
                    <a:pt x="58029" y="165"/>
                  </a:lnTo>
                  <a:lnTo>
                    <a:pt x="58035" y="186"/>
                  </a:lnTo>
                  <a:lnTo>
                    <a:pt x="58046" y="202"/>
                  </a:lnTo>
                  <a:lnTo>
                    <a:pt x="58057" y="216"/>
                  </a:lnTo>
                  <a:lnTo>
                    <a:pt x="58070" y="230"/>
                  </a:lnTo>
                  <a:lnTo>
                    <a:pt x="58168" y="281"/>
                  </a:lnTo>
                  <a:lnTo>
                    <a:pt x="58189" y="290"/>
                  </a:lnTo>
                  <a:lnTo>
                    <a:pt x="58287" y="327"/>
                  </a:lnTo>
                  <a:lnTo>
                    <a:pt x="58434" y="355"/>
                  </a:lnTo>
                  <a:lnTo>
                    <a:pt x="58440" y="356"/>
                  </a:lnTo>
                  <a:lnTo>
                    <a:pt x="58446" y="356"/>
                  </a:lnTo>
                  <a:lnTo>
                    <a:pt x="58451" y="357"/>
                  </a:lnTo>
                  <a:lnTo>
                    <a:pt x="58463" y="356"/>
                  </a:lnTo>
                  <a:lnTo>
                    <a:pt x="58849" y="334"/>
                  </a:lnTo>
                  <a:lnTo>
                    <a:pt x="58862" y="333"/>
                  </a:lnTo>
                  <a:lnTo>
                    <a:pt x="59007" y="316"/>
                  </a:lnTo>
                  <a:lnTo>
                    <a:pt x="59052" y="309"/>
                  </a:lnTo>
                  <a:lnTo>
                    <a:pt x="59103" y="260"/>
                  </a:lnTo>
                  <a:lnTo>
                    <a:pt x="59102" y="185"/>
                  </a:lnTo>
                  <a:lnTo>
                    <a:pt x="59147" y="117"/>
                  </a:lnTo>
                  <a:lnTo>
                    <a:pt x="59165" y="99"/>
                  </a:lnTo>
                  <a:lnTo>
                    <a:pt x="59337" y="47"/>
                  </a:lnTo>
                  <a:lnTo>
                    <a:pt x="59341" y="46"/>
                  </a:lnTo>
                  <a:lnTo>
                    <a:pt x="59370" y="42"/>
                  </a:lnTo>
                  <a:lnTo>
                    <a:pt x="59480" y="29"/>
                  </a:lnTo>
                  <a:lnTo>
                    <a:pt x="59485" y="30"/>
                  </a:lnTo>
                  <a:lnTo>
                    <a:pt x="59517" y="48"/>
                  </a:lnTo>
                  <a:lnTo>
                    <a:pt x="59526" y="53"/>
                  </a:lnTo>
                  <a:lnTo>
                    <a:pt x="59583" y="89"/>
                  </a:lnTo>
                  <a:lnTo>
                    <a:pt x="59853" y="2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7215516" y="2037208"/>
              <a:ext cx="1239" cy="1059"/>
            </a:xfrm>
            <a:custGeom>
              <a:avLst/>
              <a:pathLst>
                <a:path w="1239" h="1059">
                  <a:moveTo>
                    <a:pt x="1143" y="601"/>
                  </a:moveTo>
                  <a:lnTo>
                    <a:pt x="1239" y="741"/>
                  </a:lnTo>
                  <a:lnTo>
                    <a:pt x="1236" y="791"/>
                  </a:lnTo>
                  <a:lnTo>
                    <a:pt x="1193" y="873"/>
                  </a:lnTo>
                  <a:lnTo>
                    <a:pt x="1109" y="981"/>
                  </a:lnTo>
                  <a:lnTo>
                    <a:pt x="977" y="1059"/>
                  </a:lnTo>
                  <a:lnTo>
                    <a:pt x="611" y="935"/>
                  </a:lnTo>
                  <a:lnTo>
                    <a:pt x="387" y="972"/>
                  </a:lnTo>
                  <a:lnTo>
                    <a:pt x="41" y="854"/>
                  </a:lnTo>
                  <a:lnTo>
                    <a:pt x="10" y="794"/>
                  </a:lnTo>
                  <a:lnTo>
                    <a:pt x="0" y="634"/>
                  </a:lnTo>
                  <a:lnTo>
                    <a:pt x="23" y="107"/>
                  </a:lnTo>
                  <a:lnTo>
                    <a:pt x="25" y="102"/>
                  </a:lnTo>
                  <a:lnTo>
                    <a:pt x="53" y="69"/>
                  </a:lnTo>
                  <a:lnTo>
                    <a:pt x="184" y="98"/>
                  </a:lnTo>
                  <a:lnTo>
                    <a:pt x="272" y="147"/>
                  </a:lnTo>
                  <a:lnTo>
                    <a:pt x="292" y="192"/>
                  </a:lnTo>
                  <a:lnTo>
                    <a:pt x="345" y="329"/>
                  </a:lnTo>
                  <a:lnTo>
                    <a:pt x="392" y="391"/>
                  </a:lnTo>
                  <a:lnTo>
                    <a:pt x="402" y="396"/>
                  </a:lnTo>
                  <a:lnTo>
                    <a:pt x="467" y="388"/>
                  </a:lnTo>
                  <a:lnTo>
                    <a:pt x="567" y="355"/>
                  </a:lnTo>
                  <a:lnTo>
                    <a:pt x="681" y="238"/>
                  </a:lnTo>
                  <a:lnTo>
                    <a:pt x="733" y="201"/>
                  </a:lnTo>
                  <a:lnTo>
                    <a:pt x="750" y="197"/>
                  </a:lnTo>
                  <a:lnTo>
                    <a:pt x="763" y="214"/>
                  </a:lnTo>
                  <a:lnTo>
                    <a:pt x="764" y="235"/>
                  </a:lnTo>
                  <a:lnTo>
                    <a:pt x="734" y="308"/>
                  </a:lnTo>
                  <a:lnTo>
                    <a:pt x="640" y="522"/>
                  </a:lnTo>
                  <a:lnTo>
                    <a:pt x="632" y="550"/>
                  </a:lnTo>
                  <a:lnTo>
                    <a:pt x="639" y="568"/>
                  </a:lnTo>
                  <a:lnTo>
                    <a:pt x="672" y="593"/>
                  </a:lnTo>
                  <a:lnTo>
                    <a:pt x="720" y="618"/>
                  </a:lnTo>
                  <a:lnTo>
                    <a:pt x="772" y="632"/>
                  </a:lnTo>
                  <a:lnTo>
                    <a:pt x="885" y="632"/>
                  </a:lnTo>
                  <a:lnTo>
                    <a:pt x="931" y="589"/>
                  </a:lnTo>
                  <a:lnTo>
                    <a:pt x="901" y="405"/>
                  </a:lnTo>
                  <a:lnTo>
                    <a:pt x="852" y="262"/>
                  </a:lnTo>
                  <a:lnTo>
                    <a:pt x="854" y="154"/>
                  </a:lnTo>
                  <a:lnTo>
                    <a:pt x="874" y="41"/>
                  </a:lnTo>
                  <a:lnTo>
                    <a:pt x="933" y="0"/>
                  </a:lnTo>
                  <a:lnTo>
                    <a:pt x="992" y="23"/>
                  </a:lnTo>
                  <a:lnTo>
                    <a:pt x="992" y="59"/>
                  </a:lnTo>
                  <a:lnTo>
                    <a:pt x="1143" y="6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7204011" y="2034092"/>
              <a:ext cx="568" cy="719"/>
            </a:xfrm>
            <a:custGeom>
              <a:avLst/>
              <a:pathLst>
                <a:path w="568" h="719">
                  <a:moveTo>
                    <a:pt x="174" y="704"/>
                  </a:moveTo>
                  <a:lnTo>
                    <a:pt x="73" y="719"/>
                  </a:lnTo>
                  <a:lnTo>
                    <a:pt x="0" y="632"/>
                  </a:lnTo>
                  <a:lnTo>
                    <a:pt x="6" y="597"/>
                  </a:lnTo>
                  <a:lnTo>
                    <a:pt x="68" y="486"/>
                  </a:lnTo>
                  <a:lnTo>
                    <a:pt x="393" y="29"/>
                  </a:lnTo>
                  <a:lnTo>
                    <a:pt x="533" y="0"/>
                  </a:lnTo>
                  <a:lnTo>
                    <a:pt x="568" y="7"/>
                  </a:lnTo>
                  <a:lnTo>
                    <a:pt x="491" y="261"/>
                  </a:lnTo>
                  <a:lnTo>
                    <a:pt x="305" y="560"/>
                  </a:lnTo>
                  <a:lnTo>
                    <a:pt x="174" y="7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7207369" y="2034731"/>
              <a:ext cx="2199" cy="1311"/>
            </a:xfrm>
            <a:custGeom>
              <a:avLst/>
              <a:pathLst>
                <a:path w="2199" h="1311">
                  <a:moveTo>
                    <a:pt x="2199" y="817"/>
                  </a:moveTo>
                  <a:lnTo>
                    <a:pt x="2194" y="1040"/>
                  </a:lnTo>
                  <a:lnTo>
                    <a:pt x="2076" y="1180"/>
                  </a:lnTo>
                  <a:lnTo>
                    <a:pt x="1984" y="1236"/>
                  </a:lnTo>
                  <a:lnTo>
                    <a:pt x="1884" y="1231"/>
                  </a:lnTo>
                  <a:lnTo>
                    <a:pt x="1835" y="1214"/>
                  </a:lnTo>
                  <a:lnTo>
                    <a:pt x="1745" y="1157"/>
                  </a:lnTo>
                  <a:lnTo>
                    <a:pt x="1718" y="1108"/>
                  </a:lnTo>
                  <a:lnTo>
                    <a:pt x="1556" y="956"/>
                  </a:lnTo>
                  <a:lnTo>
                    <a:pt x="1533" y="951"/>
                  </a:lnTo>
                  <a:lnTo>
                    <a:pt x="1440" y="992"/>
                  </a:lnTo>
                  <a:lnTo>
                    <a:pt x="1241" y="1145"/>
                  </a:lnTo>
                  <a:lnTo>
                    <a:pt x="1006" y="1193"/>
                  </a:lnTo>
                  <a:lnTo>
                    <a:pt x="860" y="1193"/>
                  </a:lnTo>
                  <a:lnTo>
                    <a:pt x="819" y="1203"/>
                  </a:lnTo>
                  <a:lnTo>
                    <a:pt x="728" y="1294"/>
                  </a:lnTo>
                  <a:lnTo>
                    <a:pt x="594" y="1125"/>
                  </a:lnTo>
                  <a:lnTo>
                    <a:pt x="533" y="1130"/>
                  </a:lnTo>
                  <a:lnTo>
                    <a:pt x="443" y="1270"/>
                  </a:lnTo>
                  <a:lnTo>
                    <a:pt x="390" y="1308"/>
                  </a:lnTo>
                  <a:lnTo>
                    <a:pt x="347" y="1311"/>
                  </a:lnTo>
                  <a:lnTo>
                    <a:pt x="329" y="1277"/>
                  </a:lnTo>
                  <a:lnTo>
                    <a:pt x="285" y="1115"/>
                  </a:lnTo>
                  <a:lnTo>
                    <a:pt x="223" y="1010"/>
                  </a:lnTo>
                  <a:lnTo>
                    <a:pt x="179" y="943"/>
                  </a:lnTo>
                  <a:lnTo>
                    <a:pt x="131" y="898"/>
                  </a:lnTo>
                  <a:lnTo>
                    <a:pt x="49" y="843"/>
                  </a:lnTo>
                  <a:lnTo>
                    <a:pt x="0" y="775"/>
                  </a:lnTo>
                  <a:lnTo>
                    <a:pt x="7" y="735"/>
                  </a:lnTo>
                  <a:lnTo>
                    <a:pt x="146" y="514"/>
                  </a:lnTo>
                  <a:lnTo>
                    <a:pt x="468" y="292"/>
                  </a:lnTo>
                  <a:lnTo>
                    <a:pt x="543" y="282"/>
                  </a:lnTo>
                  <a:lnTo>
                    <a:pt x="582" y="331"/>
                  </a:lnTo>
                  <a:lnTo>
                    <a:pt x="583" y="367"/>
                  </a:lnTo>
                  <a:lnTo>
                    <a:pt x="484" y="579"/>
                  </a:lnTo>
                  <a:lnTo>
                    <a:pt x="510" y="641"/>
                  </a:lnTo>
                  <a:lnTo>
                    <a:pt x="590" y="702"/>
                  </a:lnTo>
                  <a:lnTo>
                    <a:pt x="825" y="707"/>
                  </a:lnTo>
                  <a:lnTo>
                    <a:pt x="981" y="564"/>
                  </a:lnTo>
                  <a:lnTo>
                    <a:pt x="1143" y="470"/>
                  </a:lnTo>
                  <a:lnTo>
                    <a:pt x="1449" y="384"/>
                  </a:lnTo>
                  <a:lnTo>
                    <a:pt x="1563" y="385"/>
                  </a:lnTo>
                  <a:lnTo>
                    <a:pt x="1748" y="304"/>
                  </a:lnTo>
                  <a:lnTo>
                    <a:pt x="1876" y="162"/>
                  </a:lnTo>
                  <a:lnTo>
                    <a:pt x="1948" y="54"/>
                  </a:lnTo>
                  <a:lnTo>
                    <a:pt x="2053" y="0"/>
                  </a:lnTo>
                  <a:lnTo>
                    <a:pt x="2154" y="8"/>
                  </a:lnTo>
                  <a:lnTo>
                    <a:pt x="2183" y="53"/>
                  </a:lnTo>
                  <a:lnTo>
                    <a:pt x="2151" y="146"/>
                  </a:lnTo>
                  <a:lnTo>
                    <a:pt x="2081" y="289"/>
                  </a:lnTo>
                  <a:lnTo>
                    <a:pt x="2076" y="371"/>
                  </a:lnTo>
                  <a:lnTo>
                    <a:pt x="2090" y="449"/>
                  </a:lnTo>
                  <a:lnTo>
                    <a:pt x="2154" y="611"/>
                  </a:lnTo>
                  <a:lnTo>
                    <a:pt x="2180" y="660"/>
                  </a:lnTo>
                  <a:lnTo>
                    <a:pt x="2199" y="8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7206751" y="2034328"/>
              <a:ext cx="872" cy="856"/>
            </a:xfrm>
            <a:custGeom>
              <a:avLst/>
              <a:pathLst>
                <a:path w="872" h="856">
                  <a:moveTo>
                    <a:pt x="588" y="739"/>
                  </a:moveTo>
                  <a:lnTo>
                    <a:pt x="533" y="741"/>
                  </a:lnTo>
                  <a:lnTo>
                    <a:pt x="461" y="724"/>
                  </a:lnTo>
                  <a:lnTo>
                    <a:pt x="403" y="720"/>
                  </a:lnTo>
                  <a:lnTo>
                    <a:pt x="363" y="727"/>
                  </a:lnTo>
                  <a:lnTo>
                    <a:pt x="273" y="729"/>
                  </a:lnTo>
                  <a:lnTo>
                    <a:pt x="219" y="747"/>
                  </a:lnTo>
                  <a:lnTo>
                    <a:pt x="183" y="769"/>
                  </a:lnTo>
                  <a:lnTo>
                    <a:pt x="163" y="823"/>
                  </a:lnTo>
                  <a:lnTo>
                    <a:pt x="117" y="856"/>
                  </a:lnTo>
                  <a:lnTo>
                    <a:pt x="90" y="845"/>
                  </a:lnTo>
                  <a:lnTo>
                    <a:pt x="49" y="813"/>
                  </a:lnTo>
                  <a:lnTo>
                    <a:pt x="3" y="753"/>
                  </a:lnTo>
                  <a:lnTo>
                    <a:pt x="0" y="728"/>
                  </a:lnTo>
                  <a:lnTo>
                    <a:pt x="14" y="688"/>
                  </a:lnTo>
                  <a:lnTo>
                    <a:pt x="19" y="644"/>
                  </a:lnTo>
                  <a:lnTo>
                    <a:pt x="53" y="576"/>
                  </a:lnTo>
                  <a:lnTo>
                    <a:pt x="110" y="395"/>
                  </a:lnTo>
                  <a:lnTo>
                    <a:pt x="145" y="244"/>
                  </a:lnTo>
                  <a:lnTo>
                    <a:pt x="414" y="19"/>
                  </a:lnTo>
                  <a:lnTo>
                    <a:pt x="460" y="0"/>
                  </a:lnTo>
                  <a:lnTo>
                    <a:pt x="477" y="3"/>
                  </a:lnTo>
                  <a:lnTo>
                    <a:pt x="511" y="66"/>
                  </a:lnTo>
                  <a:lnTo>
                    <a:pt x="583" y="161"/>
                  </a:lnTo>
                  <a:lnTo>
                    <a:pt x="656" y="258"/>
                  </a:lnTo>
                  <a:lnTo>
                    <a:pt x="691" y="362"/>
                  </a:lnTo>
                  <a:lnTo>
                    <a:pt x="800" y="429"/>
                  </a:lnTo>
                  <a:lnTo>
                    <a:pt x="852" y="450"/>
                  </a:lnTo>
                  <a:lnTo>
                    <a:pt x="855" y="454"/>
                  </a:lnTo>
                  <a:lnTo>
                    <a:pt x="869" y="473"/>
                  </a:lnTo>
                  <a:lnTo>
                    <a:pt x="872" y="522"/>
                  </a:lnTo>
                  <a:lnTo>
                    <a:pt x="802" y="610"/>
                  </a:lnTo>
                  <a:lnTo>
                    <a:pt x="588" y="73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7203400" y="2034081"/>
              <a:ext cx="2293" cy="2225"/>
            </a:xfrm>
            <a:custGeom>
              <a:avLst/>
              <a:pathLst>
                <a:path w="2293" h="2225">
                  <a:moveTo>
                    <a:pt x="2127" y="318"/>
                  </a:moveTo>
                  <a:lnTo>
                    <a:pt x="1872" y="633"/>
                  </a:lnTo>
                  <a:lnTo>
                    <a:pt x="1879" y="692"/>
                  </a:lnTo>
                  <a:lnTo>
                    <a:pt x="1941" y="820"/>
                  </a:lnTo>
                  <a:lnTo>
                    <a:pt x="1867" y="1082"/>
                  </a:lnTo>
                  <a:lnTo>
                    <a:pt x="1495" y="1543"/>
                  </a:lnTo>
                  <a:lnTo>
                    <a:pt x="1015" y="1942"/>
                  </a:lnTo>
                  <a:lnTo>
                    <a:pt x="976" y="2075"/>
                  </a:lnTo>
                  <a:lnTo>
                    <a:pt x="945" y="2111"/>
                  </a:lnTo>
                  <a:lnTo>
                    <a:pt x="798" y="2213"/>
                  </a:lnTo>
                  <a:lnTo>
                    <a:pt x="681" y="2225"/>
                  </a:lnTo>
                  <a:lnTo>
                    <a:pt x="268" y="2045"/>
                  </a:lnTo>
                  <a:lnTo>
                    <a:pt x="8" y="1893"/>
                  </a:lnTo>
                  <a:lnTo>
                    <a:pt x="0" y="1871"/>
                  </a:lnTo>
                  <a:lnTo>
                    <a:pt x="1" y="1733"/>
                  </a:lnTo>
                  <a:lnTo>
                    <a:pt x="264" y="1434"/>
                  </a:lnTo>
                  <a:lnTo>
                    <a:pt x="349" y="1459"/>
                  </a:lnTo>
                  <a:lnTo>
                    <a:pt x="370" y="1496"/>
                  </a:lnTo>
                  <a:lnTo>
                    <a:pt x="362" y="1534"/>
                  </a:lnTo>
                  <a:lnTo>
                    <a:pt x="344" y="1722"/>
                  </a:lnTo>
                  <a:lnTo>
                    <a:pt x="335" y="1758"/>
                  </a:lnTo>
                  <a:lnTo>
                    <a:pt x="300" y="1795"/>
                  </a:lnTo>
                  <a:lnTo>
                    <a:pt x="283" y="1849"/>
                  </a:lnTo>
                  <a:lnTo>
                    <a:pt x="286" y="1891"/>
                  </a:lnTo>
                  <a:lnTo>
                    <a:pt x="346" y="1948"/>
                  </a:lnTo>
                  <a:lnTo>
                    <a:pt x="445" y="1974"/>
                  </a:lnTo>
                  <a:lnTo>
                    <a:pt x="497" y="1933"/>
                  </a:lnTo>
                  <a:lnTo>
                    <a:pt x="618" y="1749"/>
                  </a:lnTo>
                  <a:lnTo>
                    <a:pt x="696" y="1650"/>
                  </a:lnTo>
                  <a:lnTo>
                    <a:pt x="718" y="1606"/>
                  </a:lnTo>
                  <a:lnTo>
                    <a:pt x="737" y="1570"/>
                  </a:lnTo>
                  <a:lnTo>
                    <a:pt x="754" y="1399"/>
                  </a:lnTo>
                  <a:lnTo>
                    <a:pt x="1130" y="927"/>
                  </a:lnTo>
                  <a:lnTo>
                    <a:pt x="1193" y="887"/>
                  </a:lnTo>
                  <a:lnTo>
                    <a:pt x="1344" y="696"/>
                  </a:lnTo>
                  <a:lnTo>
                    <a:pt x="1399" y="642"/>
                  </a:lnTo>
                  <a:lnTo>
                    <a:pt x="1592" y="588"/>
                  </a:lnTo>
                  <a:lnTo>
                    <a:pt x="1663" y="579"/>
                  </a:lnTo>
                  <a:lnTo>
                    <a:pt x="1750" y="606"/>
                  </a:lnTo>
                  <a:lnTo>
                    <a:pt x="1850" y="551"/>
                  </a:lnTo>
                  <a:lnTo>
                    <a:pt x="1907" y="465"/>
                  </a:lnTo>
                  <a:lnTo>
                    <a:pt x="2036" y="303"/>
                  </a:lnTo>
                  <a:lnTo>
                    <a:pt x="2052" y="250"/>
                  </a:lnTo>
                  <a:lnTo>
                    <a:pt x="2261" y="3"/>
                  </a:lnTo>
                  <a:lnTo>
                    <a:pt x="2278" y="0"/>
                  </a:lnTo>
                  <a:lnTo>
                    <a:pt x="2293" y="41"/>
                  </a:lnTo>
                  <a:lnTo>
                    <a:pt x="2282" y="68"/>
                  </a:lnTo>
                  <a:lnTo>
                    <a:pt x="2127" y="31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7207865" y="2034722"/>
              <a:ext cx="8212" cy="11792"/>
            </a:xfrm>
            <a:custGeom>
              <a:avLst/>
              <a:pathLst>
                <a:path w="8212" h="11792">
                  <a:moveTo>
                    <a:pt x="3737" y="1319"/>
                  </a:moveTo>
                  <a:lnTo>
                    <a:pt x="3817" y="1796"/>
                  </a:lnTo>
                  <a:lnTo>
                    <a:pt x="4163" y="2393"/>
                  </a:lnTo>
                  <a:lnTo>
                    <a:pt x="4259" y="2484"/>
                  </a:lnTo>
                  <a:lnTo>
                    <a:pt x="4303" y="2487"/>
                  </a:lnTo>
                  <a:lnTo>
                    <a:pt x="4432" y="2443"/>
                  </a:lnTo>
                  <a:lnTo>
                    <a:pt x="4676" y="2279"/>
                  </a:lnTo>
                  <a:lnTo>
                    <a:pt x="4758" y="2211"/>
                  </a:lnTo>
                  <a:lnTo>
                    <a:pt x="4757" y="2173"/>
                  </a:lnTo>
                  <a:lnTo>
                    <a:pt x="4868" y="2073"/>
                  </a:lnTo>
                  <a:lnTo>
                    <a:pt x="5065" y="1996"/>
                  </a:lnTo>
                  <a:lnTo>
                    <a:pt x="5287" y="2047"/>
                  </a:lnTo>
                  <a:lnTo>
                    <a:pt x="5435" y="2335"/>
                  </a:lnTo>
                  <a:lnTo>
                    <a:pt x="6114" y="2745"/>
                  </a:lnTo>
                  <a:lnTo>
                    <a:pt x="6242" y="2747"/>
                  </a:lnTo>
                  <a:lnTo>
                    <a:pt x="6300" y="2772"/>
                  </a:lnTo>
                  <a:lnTo>
                    <a:pt x="6323" y="2805"/>
                  </a:lnTo>
                  <a:lnTo>
                    <a:pt x="6368" y="2935"/>
                  </a:lnTo>
                  <a:lnTo>
                    <a:pt x="6368" y="3016"/>
                  </a:lnTo>
                  <a:lnTo>
                    <a:pt x="6312" y="3109"/>
                  </a:lnTo>
                  <a:lnTo>
                    <a:pt x="6291" y="3136"/>
                  </a:lnTo>
                  <a:lnTo>
                    <a:pt x="6199" y="3139"/>
                  </a:lnTo>
                  <a:lnTo>
                    <a:pt x="5934" y="3579"/>
                  </a:lnTo>
                  <a:lnTo>
                    <a:pt x="5818" y="3611"/>
                  </a:lnTo>
                  <a:lnTo>
                    <a:pt x="5742" y="3616"/>
                  </a:lnTo>
                  <a:lnTo>
                    <a:pt x="5725" y="3637"/>
                  </a:lnTo>
                  <a:lnTo>
                    <a:pt x="6011" y="3914"/>
                  </a:lnTo>
                  <a:lnTo>
                    <a:pt x="6266" y="4120"/>
                  </a:lnTo>
                  <a:lnTo>
                    <a:pt x="6672" y="4404"/>
                  </a:lnTo>
                  <a:lnTo>
                    <a:pt x="6990" y="4480"/>
                  </a:lnTo>
                  <a:lnTo>
                    <a:pt x="7359" y="4536"/>
                  </a:lnTo>
                  <a:lnTo>
                    <a:pt x="7595" y="4499"/>
                  </a:lnTo>
                  <a:lnTo>
                    <a:pt x="7769" y="4451"/>
                  </a:lnTo>
                  <a:lnTo>
                    <a:pt x="7829" y="4362"/>
                  </a:lnTo>
                  <a:lnTo>
                    <a:pt x="8078" y="4237"/>
                  </a:lnTo>
                  <a:lnTo>
                    <a:pt x="8169" y="4269"/>
                  </a:lnTo>
                  <a:lnTo>
                    <a:pt x="8212" y="4364"/>
                  </a:lnTo>
                  <a:lnTo>
                    <a:pt x="7762" y="5120"/>
                  </a:lnTo>
                  <a:lnTo>
                    <a:pt x="7558" y="5321"/>
                  </a:lnTo>
                  <a:lnTo>
                    <a:pt x="7255" y="5560"/>
                  </a:lnTo>
                  <a:lnTo>
                    <a:pt x="7099" y="5658"/>
                  </a:lnTo>
                  <a:lnTo>
                    <a:pt x="7017" y="5679"/>
                  </a:lnTo>
                  <a:lnTo>
                    <a:pt x="7003" y="5656"/>
                  </a:lnTo>
                  <a:lnTo>
                    <a:pt x="7096" y="5292"/>
                  </a:lnTo>
                  <a:lnTo>
                    <a:pt x="7078" y="5203"/>
                  </a:lnTo>
                  <a:lnTo>
                    <a:pt x="6875" y="5064"/>
                  </a:lnTo>
                  <a:lnTo>
                    <a:pt x="6543" y="4968"/>
                  </a:lnTo>
                  <a:lnTo>
                    <a:pt x="6224" y="4995"/>
                  </a:lnTo>
                  <a:lnTo>
                    <a:pt x="6128" y="5051"/>
                  </a:lnTo>
                  <a:lnTo>
                    <a:pt x="5995" y="5225"/>
                  </a:lnTo>
                  <a:lnTo>
                    <a:pt x="5855" y="5363"/>
                  </a:lnTo>
                  <a:lnTo>
                    <a:pt x="5583" y="5472"/>
                  </a:lnTo>
                  <a:lnTo>
                    <a:pt x="5462" y="5358"/>
                  </a:lnTo>
                  <a:lnTo>
                    <a:pt x="5364" y="5415"/>
                  </a:lnTo>
                  <a:lnTo>
                    <a:pt x="5334" y="5444"/>
                  </a:lnTo>
                  <a:lnTo>
                    <a:pt x="5168" y="5867"/>
                  </a:lnTo>
                  <a:lnTo>
                    <a:pt x="5071" y="6154"/>
                  </a:lnTo>
                  <a:lnTo>
                    <a:pt x="5078" y="6377"/>
                  </a:lnTo>
                  <a:lnTo>
                    <a:pt x="5109" y="6474"/>
                  </a:lnTo>
                  <a:lnTo>
                    <a:pt x="5148" y="6730"/>
                  </a:lnTo>
                  <a:lnTo>
                    <a:pt x="5075" y="6976"/>
                  </a:lnTo>
                  <a:lnTo>
                    <a:pt x="5096" y="7298"/>
                  </a:lnTo>
                  <a:lnTo>
                    <a:pt x="5079" y="7358"/>
                  </a:lnTo>
                  <a:lnTo>
                    <a:pt x="5088" y="7445"/>
                  </a:lnTo>
                  <a:lnTo>
                    <a:pt x="5119" y="7503"/>
                  </a:lnTo>
                  <a:lnTo>
                    <a:pt x="5172" y="7544"/>
                  </a:lnTo>
                  <a:lnTo>
                    <a:pt x="5255" y="7561"/>
                  </a:lnTo>
                  <a:lnTo>
                    <a:pt x="5285" y="7553"/>
                  </a:lnTo>
                  <a:lnTo>
                    <a:pt x="5420" y="7534"/>
                  </a:lnTo>
                  <a:lnTo>
                    <a:pt x="5480" y="7517"/>
                  </a:lnTo>
                  <a:lnTo>
                    <a:pt x="5553" y="7525"/>
                  </a:lnTo>
                  <a:lnTo>
                    <a:pt x="5643" y="7545"/>
                  </a:lnTo>
                  <a:lnTo>
                    <a:pt x="5747" y="7561"/>
                  </a:lnTo>
                  <a:lnTo>
                    <a:pt x="5829" y="7603"/>
                  </a:lnTo>
                  <a:lnTo>
                    <a:pt x="5873" y="7627"/>
                  </a:lnTo>
                  <a:lnTo>
                    <a:pt x="5909" y="7650"/>
                  </a:lnTo>
                  <a:lnTo>
                    <a:pt x="5920" y="7688"/>
                  </a:lnTo>
                  <a:lnTo>
                    <a:pt x="5924" y="7734"/>
                  </a:lnTo>
                  <a:lnTo>
                    <a:pt x="5924" y="7744"/>
                  </a:lnTo>
                  <a:lnTo>
                    <a:pt x="5860" y="7819"/>
                  </a:lnTo>
                  <a:lnTo>
                    <a:pt x="5838" y="7893"/>
                  </a:lnTo>
                  <a:lnTo>
                    <a:pt x="5819" y="7986"/>
                  </a:lnTo>
                  <a:lnTo>
                    <a:pt x="5823" y="8008"/>
                  </a:lnTo>
                  <a:lnTo>
                    <a:pt x="5839" y="8068"/>
                  </a:lnTo>
                  <a:lnTo>
                    <a:pt x="5850" y="8088"/>
                  </a:lnTo>
                  <a:lnTo>
                    <a:pt x="5892" y="8118"/>
                  </a:lnTo>
                  <a:lnTo>
                    <a:pt x="6142" y="8143"/>
                  </a:lnTo>
                  <a:lnTo>
                    <a:pt x="6374" y="8009"/>
                  </a:lnTo>
                  <a:lnTo>
                    <a:pt x="6379" y="8002"/>
                  </a:lnTo>
                  <a:lnTo>
                    <a:pt x="6421" y="7935"/>
                  </a:lnTo>
                  <a:lnTo>
                    <a:pt x="6462" y="7920"/>
                  </a:lnTo>
                  <a:lnTo>
                    <a:pt x="6528" y="7937"/>
                  </a:lnTo>
                  <a:lnTo>
                    <a:pt x="6590" y="7978"/>
                  </a:lnTo>
                  <a:lnTo>
                    <a:pt x="6653" y="8019"/>
                  </a:lnTo>
                  <a:lnTo>
                    <a:pt x="6758" y="8067"/>
                  </a:lnTo>
                  <a:lnTo>
                    <a:pt x="6860" y="8076"/>
                  </a:lnTo>
                  <a:lnTo>
                    <a:pt x="7069" y="8040"/>
                  </a:lnTo>
                  <a:lnTo>
                    <a:pt x="7113" y="8006"/>
                  </a:lnTo>
                  <a:lnTo>
                    <a:pt x="7143" y="8001"/>
                  </a:lnTo>
                  <a:lnTo>
                    <a:pt x="7186" y="8022"/>
                  </a:lnTo>
                  <a:lnTo>
                    <a:pt x="7217" y="8418"/>
                  </a:lnTo>
                  <a:lnTo>
                    <a:pt x="7212" y="8495"/>
                  </a:lnTo>
                  <a:lnTo>
                    <a:pt x="7046" y="8754"/>
                  </a:lnTo>
                  <a:lnTo>
                    <a:pt x="6964" y="8985"/>
                  </a:lnTo>
                  <a:lnTo>
                    <a:pt x="6931" y="9185"/>
                  </a:lnTo>
                  <a:lnTo>
                    <a:pt x="6912" y="9207"/>
                  </a:lnTo>
                  <a:lnTo>
                    <a:pt x="6714" y="9196"/>
                  </a:lnTo>
                  <a:lnTo>
                    <a:pt x="6605" y="9164"/>
                  </a:lnTo>
                  <a:lnTo>
                    <a:pt x="6621" y="9031"/>
                  </a:lnTo>
                  <a:lnTo>
                    <a:pt x="6576" y="8777"/>
                  </a:lnTo>
                  <a:lnTo>
                    <a:pt x="6401" y="8618"/>
                  </a:lnTo>
                  <a:lnTo>
                    <a:pt x="6090" y="8519"/>
                  </a:lnTo>
                  <a:lnTo>
                    <a:pt x="5756" y="8531"/>
                  </a:lnTo>
                  <a:lnTo>
                    <a:pt x="5487" y="8686"/>
                  </a:lnTo>
                  <a:lnTo>
                    <a:pt x="5362" y="8772"/>
                  </a:lnTo>
                  <a:lnTo>
                    <a:pt x="5353" y="8836"/>
                  </a:lnTo>
                  <a:lnTo>
                    <a:pt x="5247" y="8928"/>
                  </a:lnTo>
                  <a:lnTo>
                    <a:pt x="4970" y="9023"/>
                  </a:lnTo>
                  <a:lnTo>
                    <a:pt x="4711" y="9094"/>
                  </a:lnTo>
                  <a:lnTo>
                    <a:pt x="4529" y="9124"/>
                  </a:lnTo>
                  <a:lnTo>
                    <a:pt x="4040" y="9588"/>
                  </a:lnTo>
                  <a:lnTo>
                    <a:pt x="3980" y="9632"/>
                  </a:lnTo>
                  <a:lnTo>
                    <a:pt x="3475" y="9864"/>
                  </a:lnTo>
                  <a:lnTo>
                    <a:pt x="3378" y="9868"/>
                  </a:lnTo>
                  <a:lnTo>
                    <a:pt x="3309" y="9896"/>
                  </a:lnTo>
                  <a:lnTo>
                    <a:pt x="2955" y="10446"/>
                  </a:lnTo>
                  <a:lnTo>
                    <a:pt x="2948" y="10567"/>
                  </a:lnTo>
                  <a:lnTo>
                    <a:pt x="3041" y="10898"/>
                  </a:lnTo>
                  <a:lnTo>
                    <a:pt x="3395" y="11124"/>
                  </a:lnTo>
                  <a:lnTo>
                    <a:pt x="3521" y="11037"/>
                  </a:lnTo>
                  <a:lnTo>
                    <a:pt x="3463" y="10964"/>
                  </a:lnTo>
                  <a:lnTo>
                    <a:pt x="3466" y="10910"/>
                  </a:lnTo>
                  <a:lnTo>
                    <a:pt x="3658" y="10869"/>
                  </a:lnTo>
                  <a:lnTo>
                    <a:pt x="3696" y="10870"/>
                  </a:lnTo>
                  <a:lnTo>
                    <a:pt x="4019" y="11033"/>
                  </a:lnTo>
                  <a:lnTo>
                    <a:pt x="4082" y="11198"/>
                  </a:lnTo>
                  <a:lnTo>
                    <a:pt x="4078" y="11230"/>
                  </a:lnTo>
                  <a:lnTo>
                    <a:pt x="3853" y="11444"/>
                  </a:lnTo>
                  <a:lnTo>
                    <a:pt x="3823" y="11574"/>
                  </a:lnTo>
                  <a:lnTo>
                    <a:pt x="3749" y="11773"/>
                  </a:lnTo>
                  <a:lnTo>
                    <a:pt x="3722" y="11792"/>
                  </a:lnTo>
                  <a:lnTo>
                    <a:pt x="3613" y="11792"/>
                  </a:lnTo>
                  <a:lnTo>
                    <a:pt x="2908" y="11466"/>
                  </a:lnTo>
                  <a:lnTo>
                    <a:pt x="2724" y="11283"/>
                  </a:lnTo>
                  <a:lnTo>
                    <a:pt x="2697" y="11167"/>
                  </a:lnTo>
                  <a:lnTo>
                    <a:pt x="2689" y="11148"/>
                  </a:lnTo>
                  <a:lnTo>
                    <a:pt x="2693" y="11145"/>
                  </a:lnTo>
                  <a:lnTo>
                    <a:pt x="2682" y="11070"/>
                  </a:lnTo>
                  <a:lnTo>
                    <a:pt x="2449" y="10858"/>
                  </a:lnTo>
                  <a:lnTo>
                    <a:pt x="2322" y="10806"/>
                  </a:lnTo>
                  <a:lnTo>
                    <a:pt x="1624" y="10676"/>
                  </a:lnTo>
                  <a:lnTo>
                    <a:pt x="1587" y="10626"/>
                  </a:lnTo>
                  <a:lnTo>
                    <a:pt x="1579" y="10544"/>
                  </a:lnTo>
                  <a:lnTo>
                    <a:pt x="1529" y="10435"/>
                  </a:lnTo>
                  <a:lnTo>
                    <a:pt x="1424" y="10311"/>
                  </a:lnTo>
                  <a:lnTo>
                    <a:pt x="1378" y="10281"/>
                  </a:lnTo>
                  <a:lnTo>
                    <a:pt x="1354" y="10274"/>
                  </a:lnTo>
                  <a:lnTo>
                    <a:pt x="1345" y="10266"/>
                  </a:lnTo>
                  <a:lnTo>
                    <a:pt x="1212" y="10172"/>
                  </a:lnTo>
                  <a:lnTo>
                    <a:pt x="1170" y="10142"/>
                  </a:lnTo>
                  <a:lnTo>
                    <a:pt x="1148" y="10100"/>
                  </a:lnTo>
                  <a:lnTo>
                    <a:pt x="1141" y="10047"/>
                  </a:lnTo>
                  <a:lnTo>
                    <a:pt x="1132" y="10008"/>
                  </a:lnTo>
                  <a:lnTo>
                    <a:pt x="1107" y="9973"/>
                  </a:lnTo>
                  <a:lnTo>
                    <a:pt x="1100" y="9931"/>
                  </a:lnTo>
                  <a:lnTo>
                    <a:pt x="1101" y="9879"/>
                  </a:lnTo>
                  <a:lnTo>
                    <a:pt x="1106" y="9875"/>
                  </a:lnTo>
                  <a:lnTo>
                    <a:pt x="1107" y="9840"/>
                  </a:lnTo>
                  <a:lnTo>
                    <a:pt x="1121" y="9793"/>
                  </a:lnTo>
                  <a:lnTo>
                    <a:pt x="1150" y="9723"/>
                  </a:lnTo>
                  <a:lnTo>
                    <a:pt x="1158" y="9713"/>
                  </a:lnTo>
                  <a:lnTo>
                    <a:pt x="1168" y="9699"/>
                  </a:lnTo>
                  <a:lnTo>
                    <a:pt x="1295" y="9643"/>
                  </a:lnTo>
                  <a:lnTo>
                    <a:pt x="1344" y="9597"/>
                  </a:lnTo>
                  <a:lnTo>
                    <a:pt x="1186" y="9367"/>
                  </a:lnTo>
                  <a:lnTo>
                    <a:pt x="1101" y="9302"/>
                  </a:lnTo>
                  <a:lnTo>
                    <a:pt x="1044" y="9346"/>
                  </a:lnTo>
                  <a:lnTo>
                    <a:pt x="875" y="9539"/>
                  </a:lnTo>
                  <a:lnTo>
                    <a:pt x="871" y="9544"/>
                  </a:lnTo>
                  <a:lnTo>
                    <a:pt x="820" y="9720"/>
                  </a:lnTo>
                  <a:lnTo>
                    <a:pt x="753" y="9769"/>
                  </a:lnTo>
                  <a:lnTo>
                    <a:pt x="629" y="9826"/>
                  </a:lnTo>
                  <a:lnTo>
                    <a:pt x="574" y="9731"/>
                  </a:lnTo>
                  <a:lnTo>
                    <a:pt x="566" y="9701"/>
                  </a:lnTo>
                  <a:lnTo>
                    <a:pt x="561" y="9697"/>
                  </a:lnTo>
                  <a:lnTo>
                    <a:pt x="557" y="9700"/>
                  </a:lnTo>
                  <a:lnTo>
                    <a:pt x="531" y="9710"/>
                  </a:lnTo>
                  <a:lnTo>
                    <a:pt x="518" y="9703"/>
                  </a:lnTo>
                  <a:lnTo>
                    <a:pt x="516" y="9692"/>
                  </a:lnTo>
                  <a:lnTo>
                    <a:pt x="523" y="9684"/>
                  </a:lnTo>
                  <a:lnTo>
                    <a:pt x="533" y="9670"/>
                  </a:lnTo>
                  <a:lnTo>
                    <a:pt x="530" y="9655"/>
                  </a:lnTo>
                  <a:lnTo>
                    <a:pt x="524" y="9649"/>
                  </a:lnTo>
                  <a:lnTo>
                    <a:pt x="511" y="9631"/>
                  </a:lnTo>
                  <a:lnTo>
                    <a:pt x="493" y="9612"/>
                  </a:lnTo>
                  <a:lnTo>
                    <a:pt x="487" y="9583"/>
                  </a:lnTo>
                  <a:lnTo>
                    <a:pt x="480" y="9555"/>
                  </a:lnTo>
                  <a:lnTo>
                    <a:pt x="478" y="9518"/>
                  </a:lnTo>
                  <a:lnTo>
                    <a:pt x="478" y="9497"/>
                  </a:lnTo>
                  <a:lnTo>
                    <a:pt x="472" y="9480"/>
                  </a:lnTo>
                  <a:lnTo>
                    <a:pt x="463" y="9476"/>
                  </a:lnTo>
                  <a:lnTo>
                    <a:pt x="444" y="9463"/>
                  </a:lnTo>
                  <a:lnTo>
                    <a:pt x="428" y="9456"/>
                  </a:lnTo>
                  <a:lnTo>
                    <a:pt x="406" y="9465"/>
                  </a:lnTo>
                  <a:lnTo>
                    <a:pt x="379" y="9490"/>
                  </a:lnTo>
                  <a:lnTo>
                    <a:pt x="368" y="9500"/>
                  </a:lnTo>
                  <a:lnTo>
                    <a:pt x="371" y="9512"/>
                  </a:lnTo>
                  <a:lnTo>
                    <a:pt x="385" y="9556"/>
                  </a:lnTo>
                  <a:lnTo>
                    <a:pt x="383" y="9563"/>
                  </a:lnTo>
                  <a:lnTo>
                    <a:pt x="378" y="9564"/>
                  </a:lnTo>
                  <a:lnTo>
                    <a:pt x="373" y="9553"/>
                  </a:lnTo>
                  <a:lnTo>
                    <a:pt x="344" y="9520"/>
                  </a:lnTo>
                  <a:lnTo>
                    <a:pt x="320" y="9492"/>
                  </a:lnTo>
                  <a:lnTo>
                    <a:pt x="298" y="9487"/>
                  </a:lnTo>
                  <a:lnTo>
                    <a:pt x="246" y="9499"/>
                  </a:lnTo>
                  <a:lnTo>
                    <a:pt x="241" y="9505"/>
                  </a:lnTo>
                  <a:lnTo>
                    <a:pt x="242" y="9522"/>
                  </a:lnTo>
                  <a:lnTo>
                    <a:pt x="233" y="9527"/>
                  </a:lnTo>
                  <a:lnTo>
                    <a:pt x="181" y="9405"/>
                  </a:lnTo>
                  <a:lnTo>
                    <a:pt x="214" y="9373"/>
                  </a:lnTo>
                  <a:lnTo>
                    <a:pt x="244" y="9345"/>
                  </a:lnTo>
                  <a:lnTo>
                    <a:pt x="268" y="9373"/>
                  </a:lnTo>
                  <a:lnTo>
                    <a:pt x="273" y="9379"/>
                  </a:lnTo>
                  <a:lnTo>
                    <a:pt x="295" y="9400"/>
                  </a:lnTo>
                  <a:lnTo>
                    <a:pt x="321" y="9373"/>
                  </a:lnTo>
                  <a:lnTo>
                    <a:pt x="410" y="9283"/>
                  </a:lnTo>
                  <a:lnTo>
                    <a:pt x="405" y="9272"/>
                  </a:lnTo>
                  <a:lnTo>
                    <a:pt x="401" y="9268"/>
                  </a:lnTo>
                  <a:lnTo>
                    <a:pt x="394" y="9251"/>
                  </a:lnTo>
                  <a:lnTo>
                    <a:pt x="390" y="9237"/>
                  </a:lnTo>
                  <a:lnTo>
                    <a:pt x="391" y="9231"/>
                  </a:lnTo>
                  <a:lnTo>
                    <a:pt x="403" y="9230"/>
                  </a:lnTo>
                  <a:lnTo>
                    <a:pt x="409" y="9224"/>
                  </a:lnTo>
                  <a:lnTo>
                    <a:pt x="421" y="9192"/>
                  </a:lnTo>
                  <a:lnTo>
                    <a:pt x="423" y="9129"/>
                  </a:lnTo>
                  <a:lnTo>
                    <a:pt x="417" y="9085"/>
                  </a:lnTo>
                  <a:lnTo>
                    <a:pt x="402" y="9073"/>
                  </a:lnTo>
                  <a:lnTo>
                    <a:pt x="401" y="9065"/>
                  </a:lnTo>
                  <a:lnTo>
                    <a:pt x="402" y="9058"/>
                  </a:lnTo>
                  <a:lnTo>
                    <a:pt x="416" y="9038"/>
                  </a:lnTo>
                  <a:lnTo>
                    <a:pt x="445" y="9006"/>
                  </a:lnTo>
                  <a:lnTo>
                    <a:pt x="453" y="9007"/>
                  </a:lnTo>
                  <a:lnTo>
                    <a:pt x="453" y="8991"/>
                  </a:lnTo>
                  <a:lnTo>
                    <a:pt x="469" y="8958"/>
                  </a:lnTo>
                  <a:lnTo>
                    <a:pt x="470" y="8920"/>
                  </a:lnTo>
                  <a:lnTo>
                    <a:pt x="456" y="8883"/>
                  </a:lnTo>
                  <a:lnTo>
                    <a:pt x="453" y="8857"/>
                  </a:lnTo>
                  <a:lnTo>
                    <a:pt x="456" y="8852"/>
                  </a:lnTo>
                  <a:lnTo>
                    <a:pt x="468" y="8832"/>
                  </a:lnTo>
                  <a:lnTo>
                    <a:pt x="491" y="8806"/>
                  </a:lnTo>
                  <a:lnTo>
                    <a:pt x="494" y="8798"/>
                  </a:lnTo>
                  <a:lnTo>
                    <a:pt x="498" y="8769"/>
                  </a:lnTo>
                  <a:lnTo>
                    <a:pt x="515" y="8741"/>
                  </a:lnTo>
                  <a:lnTo>
                    <a:pt x="541" y="8714"/>
                  </a:lnTo>
                  <a:lnTo>
                    <a:pt x="553" y="8687"/>
                  </a:lnTo>
                  <a:lnTo>
                    <a:pt x="569" y="8665"/>
                  </a:lnTo>
                  <a:lnTo>
                    <a:pt x="570" y="8661"/>
                  </a:lnTo>
                  <a:lnTo>
                    <a:pt x="572" y="8644"/>
                  </a:lnTo>
                  <a:lnTo>
                    <a:pt x="588" y="8625"/>
                  </a:lnTo>
                  <a:lnTo>
                    <a:pt x="613" y="8615"/>
                  </a:lnTo>
                  <a:lnTo>
                    <a:pt x="625" y="8602"/>
                  </a:lnTo>
                  <a:lnTo>
                    <a:pt x="645" y="8593"/>
                  </a:lnTo>
                  <a:lnTo>
                    <a:pt x="660" y="8583"/>
                  </a:lnTo>
                  <a:lnTo>
                    <a:pt x="670" y="8571"/>
                  </a:lnTo>
                  <a:lnTo>
                    <a:pt x="673" y="8552"/>
                  </a:lnTo>
                  <a:lnTo>
                    <a:pt x="675" y="8538"/>
                  </a:lnTo>
                  <a:lnTo>
                    <a:pt x="684" y="8525"/>
                  </a:lnTo>
                  <a:lnTo>
                    <a:pt x="697" y="8527"/>
                  </a:lnTo>
                  <a:lnTo>
                    <a:pt x="701" y="8550"/>
                  </a:lnTo>
                  <a:lnTo>
                    <a:pt x="710" y="8556"/>
                  </a:lnTo>
                  <a:lnTo>
                    <a:pt x="733" y="8545"/>
                  </a:lnTo>
                  <a:lnTo>
                    <a:pt x="743" y="8554"/>
                  </a:lnTo>
                  <a:lnTo>
                    <a:pt x="732" y="8567"/>
                  </a:lnTo>
                  <a:lnTo>
                    <a:pt x="707" y="8590"/>
                  </a:lnTo>
                  <a:lnTo>
                    <a:pt x="707" y="8599"/>
                  </a:lnTo>
                  <a:lnTo>
                    <a:pt x="723" y="8627"/>
                  </a:lnTo>
                  <a:lnTo>
                    <a:pt x="743" y="8627"/>
                  </a:lnTo>
                  <a:lnTo>
                    <a:pt x="756" y="8633"/>
                  </a:lnTo>
                  <a:lnTo>
                    <a:pt x="778" y="8642"/>
                  </a:lnTo>
                  <a:lnTo>
                    <a:pt x="787" y="8633"/>
                  </a:lnTo>
                  <a:lnTo>
                    <a:pt x="791" y="8612"/>
                  </a:lnTo>
                  <a:lnTo>
                    <a:pt x="777" y="8577"/>
                  </a:lnTo>
                  <a:lnTo>
                    <a:pt x="779" y="8567"/>
                  </a:lnTo>
                  <a:lnTo>
                    <a:pt x="790" y="8552"/>
                  </a:lnTo>
                  <a:lnTo>
                    <a:pt x="792" y="8540"/>
                  </a:lnTo>
                  <a:lnTo>
                    <a:pt x="785" y="8529"/>
                  </a:lnTo>
                  <a:lnTo>
                    <a:pt x="747" y="8500"/>
                  </a:lnTo>
                  <a:lnTo>
                    <a:pt x="715" y="8476"/>
                  </a:lnTo>
                  <a:lnTo>
                    <a:pt x="712" y="8464"/>
                  </a:lnTo>
                  <a:lnTo>
                    <a:pt x="717" y="8442"/>
                  </a:lnTo>
                  <a:lnTo>
                    <a:pt x="750" y="8382"/>
                  </a:lnTo>
                  <a:lnTo>
                    <a:pt x="770" y="8353"/>
                  </a:lnTo>
                  <a:lnTo>
                    <a:pt x="804" y="8332"/>
                  </a:lnTo>
                  <a:lnTo>
                    <a:pt x="808" y="8328"/>
                  </a:lnTo>
                  <a:lnTo>
                    <a:pt x="829" y="8310"/>
                  </a:lnTo>
                  <a:lnTo>
                    <a:pt x="838" y="8301"/>
                  </a:lnTo>
                  <a:lnTo>
                    <a:pt x="841" y="8281"/>
                  </a:lnTo>
                  <a:lnTo>
                    <a:pt x="856" y="8268"/>
                  </a:lnTo>
                  <a:lnTo>
                    <a:pt x="880" y="8249"/>
                  </a:lnTo>
                  <a:lnTo>
                    <a:pt x="904" y="8240"/>
                  </a:lnTo>
                  <a:lnTo>
                    <a:pt x="916" y="8233"/>
                  </a:lnTo>
                  <a:lnTo>
                    <a:pt x="939" y="8166"/>
                  </a:lnTo>
                  <a:lnTo>
                    <a:pt x="932" y="8137"/>
                  </a:lnTo>
                  <a:lnTo>
                    <a:pt x="919" y="8126"/>
                  </a:lnTo>
                  <a:lnTo>
                    <a:pt x="905" y="8137"/>
                  </a:lnTo>
                  <a:lnTo>
                    <a:pt x="884" y="8159"/>
                  </a:lnTo>
                  <a:lnTo>
                    <a:pt x="874" y="8162"/>
                  </a:lnTo>
                  <a:lnTo>
                    <a:pt x="860" y="8158"/>
                  </a:lnTo>
                  <a:lnTo>
                    <a:pt x="850" y="8157"/>
                  </a:lnTo>
                  <a:lnTo>
                    <a:pt x="845" y="8168"/>
                  </a:lnTo>
                  <a:lnTo>
                    <a:pt x="833" y="8186"/>
                  </a:lnTo>
                  <a:lnTo>
                    <a:pt x="825" y="8194"/>
                  </a:lnTo>
                  <a:lnTo>
                    <a:pt x="825" y="8206"/>
                  </a:lnTo>
                  <a:lnTo>
                    <a:pt x="825" y="8220"/>
                  </a:lnTo>
                  <a:lnTo>
                    <a:pt x="812" y="8227"/>
                  </a:lnTo>
                  <a:lnTo>
                    <a:pt x="802" y="8220"/>
                  </a:lnTo>
                  <a:lnTo>
                    <a:pt x="790" y="8215"/>
                  </a:lnTo>
                  <a:lnTo>
                    <a:pt x="770" y="8226"/>
                  </a:lnTo>
                  <a:lnTo>
                    <a:pt x="740" y="8256"/>
                  </a:lnTo>
                  <a:lnTo>
                    <a:pt x="731" y="8270"/>
                  </a:lnTo>
                  <a:lnTo>
                    <a:pt x="717" y="8288"/>
                  </a:lnTo>
                  <a:lnTo>
                    <a:pt x="710" y="8299"/>
                  </a:lnTo>
                  <a:lnTo>
                    <a:pt x="705" y="8305"/>
                  </a:lnTo>
                  <a:lnTo>
                    <a:pt x="674" y="8326"/>
                  </a:lnTo>
                  <a:lnTo>
                    <a:pt x="639" y="8351"/>
                  </a:lnTo>
                  <a:lnTo>
                    <a:pt x="606" y="8366"/>
                  </a:lnTo>
                  <a:lnTo>
                    <a:pt x="587" y="8370"/>
                  </a:lnTo>
                  <a:lnTo>
                    <a:pt x="580" y="8381"/>
                  </a:lnTo>
                  <a:lnTo>
                    <a:pt x="582" y="8419"/>
                  </a:lnTo>
                  <a:lnTo>
                    <a:pt x="579" y="8424"/>
                  </a:lnTo>
                  <a:lnTo>
                    <a:pt x="568" y="8415"/>
                  </a:lnTo>
                  <a:lnTo>
                    <a:pt x="541" y="8407"/>
                  </a:lnTo>
                  <a:lnTo>
                    <a:pt x="523" y="8412"/>
                  </a:lnTo>
                  <a:lnTo>
                    <a:pt x="509" y="8437"/>
                  </a:lnTo>
                  <a:lnTo>
                    <a:pt x="504" y="8459"/>
                  </a:lnTo>
                  <a:lnTo>
                    <a:pt x="490" y="8472"/>
                  </a:lnTo>
                  <a:lnTo>
                    <a:pt x="471" y="8477"/>
                  </a:lnTo>
                  <a:lnTo>
                    <a:pt x="463" y="8477"/>
                  </a:lnTo>
                  <a:lnTo>
                    <a:pt x="445" y="8476"/>
                  </a:lnTo>
                  <a:lnTo>
                    <a:pt x="426" y="8465"/>
                  </a:lnTo>
                  <a:lnTo>
                    <a:pt x="420" y="8469"/>
                  </a:lnTo>
                  <a:lnTo>
                    <a:pt x="409" y="8504"/>
                  </a:lnTo>
                  <a:lnTo>
                    <a:pt x="436" y="8540"/>
                  </a:lnTo>
                  <a:lnTo>
                    <a:pt x="442" y="8562"/>
                  </a:lnTo>
                  <a:lnTo>
                    <a:pt x="426" y="8594"/>
                  </a:lnTo>
                  <a:lnTo>
                    <a:pt x="413" y="8602"/>
                  </a:lnTo>
                  <a:lnTo>
                    <a:pt x="409" y="8625"/>
                  </a:lnTo>
                  <a:lnTo>
                    <a:pt x="378" y="8648"/>
                  </a:lnTo>
                  <a:lnTo>
                    <a:pt x="322" y="8713"/>
                  </a:lnTo>
                  <a:lnTo>
                    <a:pt x="314" y="8726"/>
                  </a:lnTo>
                  <a:lnTo>
                    <a:pt x="310" y="8758"/>
                  </a:lnTo>
                  <a:lnTo>
                    <a:pt x="323" y="8776"/>
                  </a:lnTo>
                  <a:lnTo>
                    <a:pt x="321" y="8785"/>
                  </a:lnTo>
                  <a:lnTo>
                    <a:pt x="306" y="8787"/>
                  </a:lnTo>
                  <a:lnTo>
                    <a:pt x="214" y="8869"/>
                  </a:lnTo>
                  <a:lnTo>
                    <a:pt x="209" y="8873"/>
                  </a:lnTo>
                  <a:lnTo>
                    <a:pt x="197" y="8876"/>
                  </a:lnTo>
                  <a:lnTo>
                    <a:pt x="175" y="8875"/>
                  </a:lnTo>
                  <a:lnTo>
                    <a:pt x="119" y="8814"/>
                  </a:lnTo>
                  <a:lnTo>
                    <a:pt x="49" y="8736"/>
                  </a:lnTo>
                  <a:lnTo>
                    <a:pt x="36" y="8744"/>
                  </a:lnTo>
                  <a:lnTo>
                    <a:pt x="29" y="8729"/>
                  </a:lnTo>
                  <a:lnTo>
                    <a:pt x="17" y="8735"/>
                  </a:lnTo>
                  <a:lnTo>
                    <a:pt x="2" y="8690"/>
                  </a:lnTo>
                  <a:lnTo>
                    <a:pt x="42" y="8677"/>
                  </a:lnTo>
                  <a:lnTo>
                    <a:pt x="70" y="8603"/>
                  </a:lnTo>
                  <a:lnTo>
                    <a:pt x="84" y="8569"/>
                  </a:lnTo>
                  <a:lnTo>
                    <a:pt x="86" y="8561"/>
                  </a:lnTo>
                  <a:lnTo>
                    <a:pt x="86" y="8553"/>
                  </a:lnTo>
                  <a:lnTo>
                    <a:pt x="68" y="8549"/>
                  </a:lnTo>
                  <a:lnTo>
                    <a:pt x="72" y="8531"/>
                  </a:lnTo>
                  <a:lnTo>
                    <a:pt x="79" y="8526"/>
                  </a:lnTo>
                  <a:lnTo>
                    <a:pt x="84" y="8522"/>
                  </a:lnTo>
                  <a:lnTo>
                    <a:pt x="92" y="8508"/>
                  </a:lnTo>
                  <a:lnTo>
                    <a:pt x="94" y="8501"/>
                  </a:lnTo>
                  <a:lnTo>
                    <a:pt x="97" y="8495"/>
                  </a:lnTo>
                  <a:lnTo>
                    <a:pt x="1" y="8389"/>
                  </a:lnTo>
                  <a:lnTo>
                    <a:pt x="0" y="8270"/>
                  </a:lnTo>
                  <a:lnTo>
                    <a:pt x="45" y="8201"/>
                  </a:lnTo>
                  <a:lnTo>
                    <a:pt x="159" y="7971"/>
                  </a:lnTo>
                  <a:lnTo>
                    <a:pt x="284" y="7676"/>
                  </a:lnTo>
                  <a:lnTo>
                    <a:pt x="280" y="7526"/>
                  </a:lnTo>
                  <a:lnTo>
                    <a:pt x="243" y="7486"/>
                  </a:lnTo>
                  <a:lnTo>
                    <a:pt x="145" y="7459"/>
                  </a:lnTo>
                  <a:lnTo>
                    <a:pt x="174" y="7366"/>
                  </a:lnTo>
                  <a:lnTo>
                    <a:pt x="397" y="7187"/>
                  </a:lnTo>
                  <a:lnTo>
                    <a:pt x="634" y="7087"/>
                  </a:lnTo>
                  <a:lnTo>
                    <a:pt x="735" y="7116"/>
                  </a:lnTo>
                  <a:lnTo>
                    <a:pt x="768" y="7190"/>
                  </a:lnTo>
                  <a:lnTo>
                    <a:pt x="902" y="7143"/>
                  </a:lnTo>
                  <a:lnTo>
                    <a:pt x="912" y="7003"/>
                  </a:lnTo>
                  <a:lnTo>
                    <a:pt x="854" y="6750"/>
                  </a:lnTo>
                  <a:lnTo>
                    <a:pt x="902" y="6719"/>
                  </a:lnTo>
                  <a:lnTo>
                    <a:pt x="1137" y="6699"/>
                  </a:lnTo>
                  <a:lnTo>
                    <a:pt x="1320" y="6716"/>
                  </a:lnTo>
                  <a:lnTo>
                    <a:pt x="1361" y="6735"/>
                  </a:lnTo>
                  <a:lnTo>
                    <a:pt x="1508" y="6933"/>
                  </a:lnTo>
                  <a:lnTo>
                    <a:pt x="1894" y="6729"/>
                  </a:lnTo>
                  <a:lnTo>
                    <a:pt x="1985" y="6708"/>
                  </a:lnTo>
                  <a:lnTo>
                    <a:pt x="2266" y="6865"/>
                  </a:lnTo>
                  <a:lnTo>
                    <a:pt x="2305" y="6904"/>
                  </a:lnTo>
                  <a:lnTo>
                    <a:pt x="2319" y="6934"/>
                  </a:lnTo>
                  <a:lnTo>
                    <a:pt x="2340" y="6979"/>
                  </a:lnTo>
                  <a:lnTo>
                    <a:pt x="2346" y="6992"/>
                  </a:lnTo>
                  <a:lnTo>
                    <a:pt x="2409" y="7048"/>
                  </a:lnTo>
                  <a:lnTo>
                    <a:pt x="2415" y="7048"/>
                  </a:lnTo>
                  <a:lnTo>
                    <a:pt x="2427" y="7047"/>
                  </a:lnTo>
                  <a:lnTo>
                    <a:pt x="2475" y="7045"/>
                  </a:lnTo>
                  <a:lnTo>
                    <a:pt x="2501" y="7039"/>
                  </a:lnTo>
                  <a:lnTo>
                    <a:pt x="2521" y="7043"/>
                  </a:lnTo>
                  <a:lnTo>
                    <a:pt x="2529" y="7047"/>
                  </a:lnTo>
                  <a:lnTo>
                    <a:pt x="2572" y="7094"/>
                  </a:lnTo>
                  <a:lnTo>
                    <a:pt x="2605" y="7092"/>
                  </a:lnTo>
                  <a:lnTo>
                    <a:pt x="2629" y="7089"/>
                  </a:lnTo>
                  <a:lnTo>
                    <a:pt x="2637" y="7087"/>
                  </a:lnTo>
                  <a:lnTo>
                    <a:pt x="2657" y="7075"/>
                  </a:lnTo>
                  <a:lnTo>
                    <a:pt x="2667" y="7049"/>
                  </a:lnTo>
                  <a:lnTo>
                    <a:pt x="2671" y="6998"/>
                  </a:lnTo>
                  <a:lnTo>
                    <a:pt x="2658" y="6976"/>
                  </a:lnTo>
                  <a:lnTo>
                    <a:pt x="2638" y="6936"/>
                  </a:lnTo>
                  <a:lnTo>
                    <a:pt x="2636" y="6931"/>
                  </a:lnTo>
                  <a:lnTo>
                    <a:pt x="2632" y="6911"/>
                  </a:lnTo>
                  <a:lnTo>
                    <a:pt x="2636" y="6761"/>
                  </a:lnTo>
                  <a:lnTo>
                    <a:pt x="2639" y="6646"/>
                  </a:lnTo>
                  <a:lnTo>
                    <a:pt x="2391" y="6562"/>
                  </a:lnTo>
                  <a:lnTo>
                    <a:pt x="2180" y="6538"/>
                  </a:lnTo>
                  <a:lnTo>
                    <a:pt x="2043" y="6522"/>
                  </a:lnTo>
                  <a:lnTo>
                    <a:pt x="1933" y="6486"/>
                  </a:lnTo>
                  <a:lnTo>
                    <a:pt x="1446" y="6225"/>
                  </a:lnTo>
                  <a:lnTo>
                    <a:pt x="1440" y="6185"/>
                  </a:lnTo>
                  <a:lnTo>
                    <a:pt x="1576" y="5822"/>
                  </a:lnTo>
                  <a:lnTo>
                    <a:pt x="1596" y="5100"/>
                  </a:lnTo>
                  <a:lnTo>
                    <a:pt x="1588" y="4849"/>
                  </a:lnTo>
                  <a:lnTo>
                    <a:pt x="1571" y="4787"/>
                  </a:lnTo>
                  <a:lnTo>
                    <a:pt x="1426" y="4368"/>
                  </a:lnTo>
                  <a:lnTo>
                    <a:pt x="1268" y="3983"/>
                  </a:lnTo>
                  <a:lnTo>
                    <a:pt x="1086" y="3821"/>
                  </a:lnTo>
                  <a:lnTo>
                    <a:pt x="953" y="3731"/>
                  </a:lnTo>
                  <a:lnTo>
                    <a:pt x="770" y="3715"/>
                  </a:lnTo>
                  <a:lnTo>
                    <a:pt x="612" y="3525"/>
                  </a:lnTo>
                  <a:lnTo>
                    <a:pt x="675" y="3364"/>
                  </a:lnTo>
                  <a:lnTo>
                    <a:pt x="454" y="2959"/>
                  </a:lnTo>
                  <a:lnTo>
                    <a:pt x="424" y="2878"/>
                  </a:lnTo>
                  <a:lnTo>
                    <a:pt x="425" y="2786"/>
                  </a:lnTo>
                  <a:lnTo>
                    <a:pt x="451" y="2739"/>
                  </a:lnTo>
                  <a:lnTo>
                    <a:pt x="488" y="2803"/>
                  </a:lnTo>
                  <a:lnTo>
                    <a:pt x="531" y="2805"/>
                  </a:lnTo>
                  <a:lnTo>
                    <a:pt x="654" y="2801"/>
                  </a:lnTo>
                  <a:lnTo>
                    <a:pt x="748" y="2749"/>
                  </a:lnTo>
                  <a:lnTo>
                    <a:pt x="1087" y="2082"/>
                  </a:lnTo>
                  <a:lnTo>
                    <a:pt x="1078" y="1998"/>
                  </a:lnTo>
                  <a:lnTo>
                    <a:pt x="1373" y="1784"/>
                  </a:lnTo>
                  <a:lnTo>
                    <a:pt x="1434" y="1760"/>
                  </a:lnTo>
                  <a:lnTo>
                    <a:pt x="1460" y="1778"/>
                  </a:lnTo>
                  <a:lnTo>
                    <a:pt x="1507" y="1903"/>
                  </a:lnTo>
                  <a:lnTo>
                    <a:pt x="1468" y="1995"/>
                  </a:lnTo>
                  <a:lnTo>
                    <a:pt x="1489" y="2027"/>
                  </a:lnTo>
                  <a:lnTo>
                    <a:pt x="1544" y="2049"/>
                  </a:lnTo>
                  <a:lnTo>
                    <a:pt x="1571" y="2046"/>
                  </a:lnTo>
                  <a:lnTo>
                    <a:pt x="1790" y="1878"/>
                  </a:lnTo>
                  <a:lnTo>
                    <a:pt x="1962" y="1677"/>
                  </a:lnTo>
                  <a:lnTo>
                    <a:pt x="1973" y="1625"/>
                  </a:lnTo>
                  <a:lnTo>
                    <a:pt x="1961" y="1552"/>
                  </a:lnTo>
                  <a:lnTo>
                    <a:pt x="1986" y="1400"/>
                  </a:lnTo>
                  <a:lnTo>
                    <a:pt x="2443" y="894"/>
                  </a:lnTo>
                  <a:lnTo>
                    <a:pt x="2476" y="885"/>
                  </a:lnTo>
                  <a:lnTo>
                    <a:pt x="2591" y="1032"/>
                  </a:lnTo>
                  <a:lnTo>
                    <a:pt x="2621" y="1283"/>
                  </a:lnTo>
                  <a:lnTo>
                    <a:pt x="2687" y="1589"/>
                  </a:lnTo>
                  <a:lnTo>
                    <a:pt x="2777" y="1611"/>
                  </a:lnTo>
                  <a:lnTo>
                    <a:pt x="2923" y="1564"/>
                  </a:lnTo>
                  <a:lnTo>
                    <a:pt x="2959" y="1491"/>
                  </a:lnTo>
                  <a:lnTo>
                    <a:pt x="2886" y="1401"/>
                  </a:lnTo>
                  <a:lnTo>
                    <a:pt x="2818" y="1226"/>
                  </a:lnTo>
                  <a:lnTo>
                    <a:pt x="2807" y="1133"/>
                  </a:lnTo>
                  <a:lnTo>
                    <a:pt x="2903" y="896"/>
                  </a:lnTo>
                  <a:lnTo>
                    <a:pt x="3126" y="646"/>
                  </a:lnTo>
                  <a:lnTo>
                    <a:pt x="3427" y="364"/>
                  </a:lnTo>
                  <a:lnTo>
                    <a:pt x="3558" y="303"/>
                  </a:lnTo>
                  <a:lnTo>
                    <a:pt x="4377" y="0"/>
                  </a:lnTo>
                  <a:lnTo>
                    <a:pt x="4460" y="25"/>
                  </a:lnTo>
                  <a:lnTo>
                    <a:pt x="4470" y="116"/>
                  </a:lnTo>
                  <a:lnTo>
                    <a:pt x="4092" y="641"/>
                  </a:lnTo>
                  <a:lnTo>
                    <a:pt x="3971" y="778"/>
                  </a:lnTo>
                  <a:lnTo>
                    <a:pt x="3925" y="775"/>
                  </a:lnTo>
                  <a:lnTo>
                    <a:pt x="3851" y="839"/>
                  </a:lnTo>
                  <a:lnTo>
                    <a:pt x="3755" y="998"/>
                  </a:lnTo>
                  <a:lnTo>
                    <a:pt x="3736" y="1194"/>
                  </a:lnTo>
                  <a:lnTo>
                    <a:pt x="3737" y="13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7206449" y="2033930"/>
              <a:ext cx="742" cy="614"/>
            </a:xfrm>
            <a:custGeom>
              <a:avLst/>
              <a:pathLst>
                <a:path w="742" h="614">
                  <a:moveTo>
                    <a:pt x="723" y="73"/>
                  </a:moveTo>
                  <a:lnTo>
                    <a:pt x="540" y="274"/>
                  </a:lnTo>
                  <a:lnTo>
                    <a:pt x="521" y="287"/>
                  </a:lnTo>
                  <a:lnTo>
                    <a:pt x="467" y="295"/>
                  </a:lnTo>
                  <a:lnTo>
                    <a:pt x="323" y="352"/>
                  </a:lnTo>
                  <a:lnTo>
                    <a:pt x="265" y="387"/>
                  </a:lnTo>
                  <a:lnTo>
                    <a:pt x="222" y="464"/>
                  </a:lnTo>
                  <a:lnTo>
                    <a:pt x="192" y="518"/>
                  </a:lnTo>
                  <a:lnTo>
                    <a:pt x="185" y="522"/>
                  </a:lnTo>
                  <a:lnTo>
                    <a:pt x="26" y="614"/>
                  </a:lnTo>
                  <a:lnTo>
                    <a:pt x="0" y="593"/>
                  </a:lnTo>
                  <a:lnTo>
                    <a:pt x="5" y="450"/>
                  </a:lnTo>
                  <a:lnTo>
                    <a:pt x="128" y="237"/>
                  </a:lnTo>
                  <a:lnTo>
                    <a:pt x="148" y="219"/>
                  </a:lnTo>
                  <a:lnTo>
                    <a:pt x="166" y="211"/>
                  </a:lnTo>
                  <a:lnTo>
                    <a:pt x="236" y="204"/>
                  </a:lnTo>
                  <a:lnTo>
                    <a:pt x="257" y="213"/>
                  </a:lnTo>
                  <a:lnTo>
                    <a:pt x="362" y="177"/>
                  </a:lnTo>
                  <a:lnTo>
                    <a:pt x="406" y="168"/>
                  </a:lnTo>
                  <a:lnTo>
                    <a:pt x="454" y="164"/>
                  </a:lnTo>
                  <a:lnTo>
                    <a:pt x="517" y="137"/>
                  </a:lnTo>
                  <a:lnTo>
                    <a:pt x="548" y="116"/>
                  </a:lnTo>
                  <a:lnTo>
                    <a:pt x="628" y="48"/>
                  </a:lnTo>
                  <a:lnTo>
                    <a:pt x="654" y="13"/>
                  </a:lnTo>
                  <a:lnTo>
                    <a:pt x="669" y="7"/>
                  </a:lnTo>
                  <a:lnTo>
                    <a:pt x="696" y="0"/>
                  </a:lnTo>
                  <a:lnTo>
                    <a:pt x="736" y="18"/>
                  </a:lnTo>
                  <a:lnTo>
                    <a:pt x="742" y="42"/>
                  </a:lnTo>
                  <a:lnTo>
                    <a:pt x="723" y="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7207618" y="2030240"/>
              <a:ext cx="492" cy="447"/>
            </a:xfrm>
            <a:custGeom>
              <a:avLst/>
              <a:pathLst>
                <a:path w="492" h="447">
                  <a:moveTo>
                    <a:pt x="386" y="447"/>
                  </a:moveTo>
                  <a:lnTo>
                    <a:pt x="269" y="444"/>
                  </a:lnTo>
                  <a:lnTo>
                    <a:pt x="113" y="386"/>
                  </a:lnTo>
                  <a:lnTo>
                    <a:pt x="36" y="274"/>
                  </a:lnTo>
                  <a:lnTo>
                    <a:pt x="0" y="109"/>
                  </a:lnTo>
                  <a:lnTo>
                    <a:pt x="95" y="0"/>
                  </a:lnTo>
                  <a:lnTo>
                    <a:pt x="370" y="71"/>
                  </a:lnTo>
                  <a:lnTo>
                    <a:pt x="492" y="141"/>
                  </a:lnTo>
                  <a:lnTo>
                    <a:pt x="432" y="407"/>
                  </a:lnTo>
                  <a:lnTo>
                    <a:pt x="386" y="44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7218966" y="2021191"/>
              <a:ext cx="1081" cy="1225"/>
            </a:xfrm>
            <a:custGeom>
              <a:avLst/>
              <a:pathLst>
                <a:path w="1081" h="1225">
                  <a:moveTo>
                    <a:pt x="756" y="361"/>
                  </a:moveTo>
                  <a:lnTo>
                    <a:pt x="769" y="410"/>
                  </a:lnTo>
                  <a:lnTo>
                    <a:pt x="806" y="409"/>
                  </a:lnTo>
                  <a:lnTo>
                    <a:pt x="886" y="364"/>
                  </a:lnTo>
                  <a:lnTo>
                    <a:pt x="898" y="271"/>
                  </a:lnTo>
                  <a:lnTo>
                    <a:pt x="992" y="257"/>
                  </a:lnTo>
                  <a:lnTo>
                    <a:pt x="1081" y="342"/>
                  </a:lnTo>
                  <a:lnTo>
                    <a:pt x="1071" y="397"/>
                  </a:lnTo>
                  <a:lnTo>
                    <a:pt x="947" y="606"/>
                  </a:lnTo>
                  <a:lnTo>
                    <a:pt x="900" y="655"/>
                  </a:lnTo>
                  <a:lnTo>
                    <a:pt x="575" y="954"/>
                  </a:lnTo>
                  <a:lnTo>
                    <a:pt x="130" y="1225"/>
                  </a:lnTo>
                  <a:lnTo>
                    <a:pt x="66" y="1223"/>
                  </a:lnTo>
                  <a:lnTo>
                    <a:pt x="0" y="1167"/>
                  </a:lnTo>
                  <a:lnTo>
                    <a:pt x="11" y="1132"/>
                  </a:lnTo>
                  <a:lnTo>
                    <a:pt x="353" y="625"/>
                  </a:lnTo>
                  <a:lnTo>
                    <a:pt x="376" y="590"/>
                  </a:lnTo>
                  <a:lnTo>
                    <a:pt x="419" y="398"/>
                  </a:lnTo>
                  <a:lnTo>
                    <a:pt x="486" y="109"/>
                  </a:lnTo>
                  <a:lnTo>
                    <a:pt x="564" y="36"/>
                  </a:lnTo>
                  <a:lnTo>
                    <a:pt x="639" y="0"/>
                  </a:lnTo>
                  <a:lnTo>
                    <a:pt x="681" y="20"/>
                  </a:lnTo>
                  <a:lnTo>
                    <a:pt x="686" y="76"/>
                  </a:lnTo>
                  <a:lnTo>
                    <a:pt x="679" y="118"/>
                  </a:lnTo>
                  <a:lnTo>
                    <a:pt x="668" y="183"/>
                  </a:lnTo>
                  <a:lnTo>
                    <a:pt x="671" y="236"/>
                  </a:lnTo>
                  <a:lnTo>
                    <a:pt x="743" y="341"/>
                  </a:lnTo>
                  <a:lnTo>
                    <a:pt x="756" y="36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7217564" y="2020952"/>
              <a:ext cx="943" cy="625"/>
            </a:xfrm>
            <a:custGeom>
              <a:avLst/>
              <a:pathLst>
                <a:path w="943" h="625">
                  <a:moveTo>
                    <a:pt x="421" y="607"/>
                  </a:moveTo>
                  <a:lnTo>
                    <a:pt x="379" y="625"/>
                  </a:lnTo>
                  <a:lnTo>
                    <a:pt x="170" y="393"/>
                  </a:lnTo>
                  <a:lnTo>
                    <a:pt x="54" y="247"/>
                  </a:lnTo>
                  <a:lnTo>
                    <a:pt x="9" y="158"/>
                  </a:lnTo>
                  <a:lnTo>
                    <a:pt x="0" y="83"/>
                  </a:lnTo>
                  <a:lnTo>
                    <a:pt x="35" y="42"/>
                  </a:lnTo>
                  <a:lnTo>
                    <a:pt x="110" y="32"/>
                  </a:lnTo>
                  <a:lnTo>
                    <a:pt x="442" y="32"/>
                  </a:lnTo>
                  <a:lnTo>
                    <a:pt x="566" y="49"/>
                  </a:lnTo>
                  <a:lnTo>
                    <a:pt x="773" y="46"/>
                  </a:lnTo>
                  <a:lnTo>
                    <a:pt x="856" y="29"/>
                  </a:lnTo>
                  <a:lnTo>
                    <a:pt x="915" y="0"/>
                  </a:lnTo>
                  <a:lnTo>
                    <a:pt x="943" y="42"/>
                  </a:lnTo>
                  <a:lnTo>
                    <a:pt x="942" y="124"/>
                  </a:lnTo>
                  <a:lnTo>
                    <a:pt x="680" y="389"/>
                  </a:lnTo>
                  <a:lnTo>
                    <a:pt x="421" y="60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7206224" y="2014743"/>
              <a:ext cx="506" cy="439"/>
            </a:xfrm>
            <a:custGeom>
              <a:avLst/>
              <a:pathLst>
                <a:path w="506" h="439">
                  <a:moveTo>
                    <a:pt x="445" y="417"/>
                  </a:moveTo>
                  <a:lnTo>
                    <a:pt x="404" y="439"/>
                  </a:lnTo>
                  <a:lnTo>
                    <a:pt x="382" y="434"/>
                  </a:lnTo>
                  <a:lnTo>
                    <a:pt x="328" y="387"/>
                  </a:lnTo>
                  <a:lnTo>
                    <a:pt x="327" y="374"/>
                  </a:lnTo>
                  <a:lnTo>
                    <a:pt x="203" y="283"/>
                  </a:lnTo>
                  <a:lnTo>
                    <a:pt x="0" y="83"/>
                  </a:lnTo>
                  <a:lnTo>
                    <a:pt x="104" y="0"/>
                  </a:lnTo>
                  <a:lnTo>
                    <a:pt x="474" y="36"/>
                  </a:lnTo>
                  <a:lnTo>
                    <a:pt x="506" y="52"/>
                  </a:lnTo>
                  <a:lnTo>
                    <a:pt x="445" y="4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7202703" y="2014324"/>
              <a:ext cx="4275" cy="3241"/>
            </a:xfrm>
            <a:custGeom>
              <a:avLst/>
              <a:pathLst>
                <a:path w="4275" h="3241">
                  <a:moveTo>
                    <a:pt x="2310" y="187"/>
                  </a:moveTo>
                  <a:lnTo>
                    <a:pt x="2551" y="388"/>
                  </a:lnTo>
                  <a:lnTo>
                    <a:pt x="3297" y="593"/>
                  </a:lnTo>
                  <a:lnTo>
                    <a:pt x="3381" y="630"/>
                  </a:lnTo>
                  <a:lnTo>
                    <a:pt x="3675" y="852"/>
                  </a:lnTo>
                  <a:lnTo>
                    <a:pt x="3741" y="962"/>
                  </a:lnTo>
                  <a:lnTo>
                    <a:pt x="3607" y="981"/>
                  </a:lnTo>
                  <a:lnTo>
                    <a:pt x="3581" y="1126"/>
                  </a:lnTo>
                  <a:lnTo>
                    <a:pt x="3837" y="1741"/>
                  </a:lnTo>
                  <a:lnTo>
                    <a:pt x="3930" y="1877"/>
                  </a:lnTo>
                  <a:lnTo>
                    <a:pt x="4217" y="1766"/>
                  </a:lnTo>
                  <a:lnTo>
                    <a:pt x="4275" y="2523"/>
                  </a:lnTo>
                  <a:lnTo>
                    <a:pt x="4254" y="2669"/>
                  </a:lnTo>
                  <a:lnTo>
                    <a:pt x="3960" y="2946"/>
                  </a:lnTo>
                  <a:lnTo>
                    <a:pt x="3830" y="3037"/>
                  </a:lnTo>
                  <a:lnTo>
                    <a:pt x="3210" y="3070"/>
                  </a:lnTo>
                  <a:lnTo>
                    <a:pt x="3002" y="3025"/>
                  </a:lnTo>
                  <a:lnTo>
                    <a:pt x="2733" y="2988"/>
                  </a:lnTo>
                  <a:lnTo>
                    <a:pt x="2267" y="3001"/>
                  </a:lnTo>
                  <a:lnTo>
                    <a:pt x="1884" y="3079"/>
                  </a:lnTo>
                  <a:lnTo>
                    <a:pt x="1595" y="3167"/>
                  </a:lnTo>
                  <a:lnTo>
                    <a:pt x="1357" y="3240"/>
                  </a:lnTo>
                  <a:lnTo>
                    <a:pt x="1281" y="3241"/>
                  </a:lnTo>
                  <a:lnTo>
                    <a:pt x="1156" y="3201"/>
                  </a:lnTo>
                  <a:lnTo>
                    <a:pt x="1057" y="3147"/>
                  </a:lnTo>
                  <a:lnTo>
                    <a:pt x="787" y="2920"/>
                  </a:lnTo>
                  <a:lnTo>
                    <a:pt x="742" y="2817"/>
                  </a:lnTo>
                  <a:lnTo>
                    <a:pt x="735" y="2790"/>
                  </a:lnTo>
                  <a:lnTo>
                    <a:pt x="712" y="2748"/>
                  </a:lnTo>
                  <a:lnTo>
                    <a:pt x="638" y="2637"/>
                  </a:lnTo>
                  <a:lnTo>
                    <a:pt x="629" y="2623"/>
                  </a:lnTo>
                  <a:lnTo>
                    <a:pt x="603" y="2600"/>
                  </a:lnTo>
                  <a:lnTo>
                    <a:pt x="486" y="2508"/>
                  </a:lnTo>
                  <a:lnTo>
                    <a:pt x="459" y="2465"/>
                  </a:lnTo>
                  <a:lnTo>
                    <a:pt x="324" y="2256"/>
                  </a:lnTo>
                  <a:lnTo>
                    <a:pt x="105" y="2210"/>
                  </a:lnTo>
                  <a:lnTo>
                    <a:pt x="53" y="2188"/>
                  </a:lnTo>
                  <a:lnTo>
                    <a:pt x="0" y="2097"/>
                  </a:lnTo>
                  <a:lnTo>
                    <a:pt x="624" y="1143"/>
                  </a:lnTo>
                  <a:lnTo>
                    <a:pt x="1007" y="635"/>
                  </a:lnTo>
                  <a:lnTo>
                    <a:pt x="1213" y="472"/>
                  </a:lnTo>
                  <a:lnTo>
                    <a:pt x="1776" y="191"/>
                  </a:lnTo>
                  <a:lnTo>
                    <a:pt x="1858" y="178"/>
                  </a:lnTo>
                  <a:lnTo>
                    <a:pt x="1957" y="223"/>
                  </a:lnTo>
                  <a:lnTo>
                    <a:pt x="1926" y="155"/>
                  </a:lnTo>
                  <a:lnTo>
                    <a:pt x="2000" y="0"/>
                  </a:lnTo>
                  <a:lnTo>
                    <a:pt x="2187" y="55"/>
                  </a:lnTo>
                  <a:lnTo>
                    <a:pt x="2234" y="88"/>
                  </a:lnTo>
                  <a:lnTo>
                    <a:pt x="2310" y="1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7207265" y="2013768"/>
              <a:ext cx="958" cy="1278"/>
            </a:xfrm>
            <a:custGeom>
              <a:avLst/>
              <a:pathLst>
                <a:path w="958" h="1278">
                  <a:moveTo>
                    <a:pt x="537" y="1272"/>
                  </a:moveTo>
                  <a:lnTo>
                    <a:pt x="490" y="1278"/>
                  </a:lnTo>
                  <a:lnTo>
                    <a:pt x="483" y="1267"/>
                  </a:lnTo>
                  <a:lnTo>
                    <a:pt x="490" y="1124"/>
                  </a:lnTo>
                  <a:lnTo>
                    <a:pt x="505" y="1093"/>
                  </a:lnTo>
                  <a:lnTo>
                    <a:pt x="472" y="924"/>
                  </a:lnTo>
                  <a:lnTo>
                    <a:pt x="415" y="836"/>
                  </a:lnTo>
                  <a:lnTo>
                    <a:pt x="1" y="545"/>
                  </a:lnTo>
                  <a:lnTo>
                    <a:pt x="0" y="528"/>
                  </a:lnTo>
                  <a:lnTo>
                    <a:pt x="36" y="360"/>
                  </a:lnTo>
                  <a:lnTo>
                    <a:pt x="446" y="22"/>
                  </a:lnTo>
                  <a:lnTo>
                    <a:pt x="501" y="0"/>
                  </a:lnTo>
                  <a:lnTo>
                    <a:pt x="598" y="11"/>
                  </a:lnTo>
                  <a:lnTo>
                    <a:pt x="795" y="84"/>
                  </a:lnTo>
                  <a:lnTo>
                    <a:pt x="854" y="135"/>
                  </a:lnTo>
                  <a:lnTo>
                    <a:pt x="958" y="305"/>
                  </a:lnTo>
                  <a:lnTo>
                    <a:pt x="916" y="363"/>
                  </a:lnTo>
                  <a:lnTo>
                    <a:pt x="848" y="370"/>
                  </a:lnTo>
                  <a:lnTo>
                    <a:pt x="689" y="348"/>
                  </a:lnTo>
                  <a:lnTo>
                    <a:pt x="618" y="423"/>
                  </a:lnTo>
                  <a:lnTo>
                    <a:pt x="538" y="566"/>
                  </a:lnTo>
                  <a:lnTo>
                    <a:pt x="516" y="691"/>
                  </a:lnTo>
                  <a:lnTo>
                    <a:pt x="583" y="885"/>
                  </a:lnTo>
                  <a:lnTo>
                    <a:pt x="604" y="1214"/>
                  </a:lnTo>
                  <a:lnTo>
                    <a:pt x="591" y="1260"/>
                  </a:lnTo>
                  <a:lnTo>
                    <a:pt x="537" y="12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7205117" y="2012471"/>
              <a:ext cx="2300" cy="1756"/>
            </a:xfrm>
            <a:custGeom>
              <a:avLst/>
              <a:pathLst>
                <a:path w="2300" h="1756">
                  <a:moveTo>
                    <a:pt x="1402" y="646"/>
                  </a:moveTo>
                  <a:lnTo>
                    <a:pt x="1532" y="716"/>
                  </a:lnTo>
                  <a:lnTo>
                    <a:pt x="1647" y="643"/>
                  </a:lnTo>
                  <a:lnTo>
                    <a:pt x="1850" y="634"/>
                  </a:lnTo>
                  <a:lnTo>
                    <a:pt x="2250" y="721"/>
                  </a:lnTo>
                  <a:lnTo>
                    <a:pt x="2300" y="747"/>
                  </a:lnTo>
                  <a:lnTo>
                    <a:pt x="2280" y="789"/>
                  </a:lnTo>
                  <a:lnTo>
                    <a:pt x="2235" y="818"/>
                  </a:lnTo>
                  <a:lnTo>
                    <a:pt x="2123" y="821"/>
                  </a:lnTo>
                  <a:lnTo>
                    <a:pt x="2081" y="778"/>
                  </a:lnTo>
                  <a:lnTo>
                    <a:pt x="2047" y="796"/>
                  </a:lnTo>
                  <a:lnTo>
                    <a:pt x="1909" y="970"/>
                  </a:lnTo>
                  <a:lnTo>
                    <a:pt x="1816" y="1201"/>
                  </a:lnTo>
                  <a:lnTo>
                    <a:pt x="1844" y="1415"/>
                  </a:lnTo>
                  <a:lnTo>
                    <a:pt x="1896" y="1466"/>
                  </a:lnTo>
                  <a:lnTo>
                    <a:pt x="1903" y="1512"/>
                  </a:lnTo>
                  <a:lnTo>
                    <a:pt x="1889" y="1679"/>
                  </a:lnTo>
                  <a:lnTo>
                    <a:pt x="1468" y="1756"/>
                  </a:lnTo>
                  <a:lnTo>
                    <a:pt x="1465" y="1692"/>
                  </a:lnTo>
                  <a:lnTo>
                    <a:pt x="1445" y="1639"/>
                  </a:lnTo>
                  <a:lnTo>
                    <a:pt x="1371" y="1571"/>
                  </a:lnTo>
                  <a:lnTo>
                    <a:pt x="1286" y="1518"/>
                  </a:lnTo>
                  <a:lnTo>
                    <a:pt x="697" y="1376"/>
                  </a:lnTo>
                  <a:lnTo>
                    <a:pt x="480" y="1266"/>
                  </a:lnTo>
                  <a:lnTo>
                    <a:pt x="379" y="1098"/>
                  </a:lnTo>
                  <a:lnTo>
                    <a:pt x="246" y="980"/>
                  </a:lnTo>
                  <a:lnTo>
                    <a:pt x="102" y="877"/>
                  </a:lnTo>
                  <a:lnTo>
                    <a:pt x="75" y="878"/>
                  </a:lnTo>
                  <a:lnTo>
                    <a:pt x="28" y="813"/>
                  </a:lnTo>
                  <a:lnTo>
                    <a:pt x="0" y="708"/>
                  </a:lnTo>
                  <a:lnTo>
                    <a:pt x="60" y="350"/>
                  </a:lnTo>
                  <a:lnTo>
                    <a:pt x="48" y="323"/>
                  </a:lnTo>
                  <a:lnTo>
                    <a:pt x="73" y="101"/>
                  </a:lnTo>
                  <a:lnTo>
                    <a:pt x="85" y="71"/>
                  </a:lnTo>
                  <a:lnTo>
                    <a:pt x="119" y="43"/>
                  </a:lnTo>
                  <a:lnTo>
                    <a:pt x="400" y="0"/>
                  </a:lnTo>
                  <a:lnTo>
                    <a:pt x="654" y="8"/>
                  </a:lnTo>
                  <a:lnTo>
                    <a:pt x="992" y="64"/>
                  </a:lnTo>
                  <a:lnTo>
                    <a:pt x="1049" y="133"/>
                  </a:lnTo>
                  <a:lnTo>
                    <a:pt x="1051" y="237"/>
                  </a:lnTo>
                  <a:lnTo>
                    <a:pt x="1108" y="350"/>
                  </a:lnTo>
                  <a:lnTo>
                    <a:pt x="1151" y="403"/>
                  </a:lnTo>
                  <a:lnTo>
                    <a:pt x="1402" y="64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7216993" y="2012452"/>
              <a:ext cx="2165" cy="1642"/>
            </a:xfrm>
            <a:custGeom>
              <a:avLst/>
              <a:pathLst>
                <a:path w="2165" h="1642">
                  <a:moveTo>
                    <a:pt x="662" y="323"/>
                  </a:moveTo>
                  <a:lnTo>
                    <a:pt x="574" y="469"/>
                  </a:lnTo>
                  <a:lnTo>
                    <a:pt x="565" y="558"/>
                  </a:lnTo>
                  <a:lnTo>
                    <a:pt x="605" y="617"/>
                  </a:lnTo>
                  <a:lnTo>
                    <a:pt x="611" y="621"/>
                  </a:lnTo>
                  <a:lnTo>
                    <a:pt x="656" y="607"/>
                  </a:lnTo>
                  <a:lnTo>
                    <a:pt x="796" y="605"/>
                  </a:lnTo>
                  <a:lnTo>
                    <a:pt x="844" y="601"/>
                  </a:lnTo>
                  <a:lnTo>
                    <a:pt x="914" y="607"/>
                  </a:lnTo>
                  <a:lnTo>
                    <a:pt x="1004" y="693"/>
                  </a:lnTo>
                  <a:lnTo>
                    <a:pt x="1018" y="770"/>
                  </a:lnTo>
                  <a:lnTo>
                    <a:pt x="1029" y="917"/>
                  </a:lnTo>
                  <a:lnTo>
                    <a:pt x="1089" y="920"/>
                  </a:lnTo>
                  <a:lnTo>
                    <a:pt x="1332" y="746"/>
                  </a:lnTo>
                  <a:lnTo>
                    <a:pt x="1329" y="626"/>
                  </a:lnTo>
                  <a:lnTo>
                    <a:pt x="1341" y="474"/>
                  </a:lnTo>
                  <a:lnTo>
                    <a:pt x="1508" y="371"/>
                  </a:lnTo>
                  <a:lnTo>
                    <a:pt x="1545" y="338"/>
                  </a:lnTo>
                  <a:lnTo>
                    <a:pt x="1627" y="305"/>
                  </a:lnTo>
                  <a:lnTo>
                    <a:pt x="1989" y="303"/>
                  </a:lnTo>
                  <a:lnTo>
                    <a:pt x="2157" y="371"/>
                  </a:lnTo>
                  <a:lnTo>
                    <a:pt x="2165" y="401"/>
                  </a:lnTo>
                  <a:lnTo>
                    <a:pt x="2054" y="734"/>
                  </a:lnTo>
                  <a:lnTo>
                    <a:pt x="1884" y="908"/>
                  </a:lnTo>
                  <a:lnTo>
                    <a:pt x="1274" y="1392"/>
                  </a:lnTo>
                  <a:lnTo>
                    <a:pt x="1128" y="1413"/>
                  </a:lnTo>
                  <a:lnTo>
                    <a:pt x="1094" y="1352"/>
                  </a:lnTo>
                  <a:lnTo>
                    <a:pt x="1096" y="1327"/>
                  </a:lnTo>
                  <a:lnTo>
                    <a:pt x="1085" y="1309"/>
                  </a:lnTo>
                  <a:lnTo>
                    <a:pt x="1047" y="1297"/>
                  </a:lnTo>
                  <a:lnTo>
                    <a:pt x="972" y="1316"/>
                  </a:lnTo>
                  <a:lnTo>
                    <a:pt x="853" y="1356"/>
                  </a:lnTo>
                  <a:lnTo>
                    <a:pt x="798" y="1427"/>
                  </a:lnTo>
                  <a:lnTo>
                    <a:pt x="765" y="1470"/>
                  </a:lnTo>
                  <a:lnTo>
                    <a:pt x="778" y="1512"/>
                  </a:lnTo>
                  <a:lnTo>
                    <a:pt x="757" y="1565"/>
                  </a:lnTo>
                  <a:lnTo>
                    <a:pt x="721" y="1615"/>
                  </a:lnTo>
                  <a:lnTo>
                    <a:pt x="631" y="1642"/>
                  </a:lnTo>
                  <a:lnTo>
                    <a:pt x="584" y="1635"/>
                  </a:lnTo>
                  <a:lnTo>
                    <a:pt x="551" y="1612"/>
                  </a:lnTo>
                  <a:lnTo>
                    <a:pt x="560" y="1579"/>
                  </a:lnTo>
                  <a:lnTo>
                    <a:pt x="569" y="1538"/>
                  </a:lnTo>
                  <a:lnTo>
                    <a:pt x="589" y="1504"/>
                  </a:lnTo>
                  <a:lnTo>
                    <a:pt x="584" y="1479"/>
                  </a:lnTo>
                  <a:lnTo>
                    <a:pt x="575" y="1465"/>
                  </a:lnTo>
                  <a:lnTo>
                    <a:pt x="553" y="1452"/>
                  </a:lnTo>
                  <a:lnTo>
                    <a:pt x="539" y="1453"/>
                  </a:lnTo>
                  <a:lnTo>
                    <a:pt x="439" y="1457"/>
                  </a:lnTo>
                  <a:lnTo>
                    <a:pt x="302" y="1492"/>
                  </a:lnTo>
                  <a:lnTo>
                    <a:pt x="45" y="1361"/>
                  </a:lnTo>
                  <a:lnTo>
                    <a:pt x="0" y="1308"/>
                  </a:lnTo>
                  <a:lnTo>
                    <a:pt x="64" y="1118"/>
                  </a:lnTo>
                  <a:lnTo>
                    <a:pt x="237" y="961"/>
                  </a:lnTo>
                  <a:lnTo>
                    <a:pt x="330" y="760"/>
                  </a:lnTo>
                  <a:lnTo>
                    <a:pt x="391" y="348"/>
                  </a:lnTo>
                  <a:lnTo>
                    <a:pt x="371" y="315"/>
                  </a:lnTo>
                  <a:lnTo>
                    <a:pt x="308" y="324"/>
                  </a:lnTo>
                  <a:lnTo>
                    <a:pt x="241" y="256"/>
                  </a:lnTo>
                  <a:lnTo>
                    <a:pt x="286" y="0"/>
                  </a:lnTo>
                  <a:lnTo>
                    <a:pt x="408" y="22"/>
                  </a:lnTo>
                  <a:lnTo>
                    <a:pt x="733" y="148"/>
                  </a:lnTo>
                  <a:lnTo>
                    <a:pt x="752" y="241"/>
                  </a:lnTo>
                  <a:lnTo>
                    <a:pt x="662" y="3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7219179" y="2009690"/>
              <a:ext cx="1920" cy="1954"/>
            </a:xfrm>
            <a:custGeom>
              <a:avLst/>
              <a:pathLst>
                <a:path w="1920" h="1954">
                  <a:moveTo>
                    <a:pt x="1376" y="112"/>
                  </a:moveTo>
                  <a:lnTo>
                    <a:pt x="1397" y="199"/>
                  </a:lnTo>
                  <a:lnTo>
                    <a:pt x="1472" y="153"/>
                  </a:lnTo>
                  <a:lnTo>
                    <a:pt x="1481" y="150"/>
                  </a:lnTo>
                  <a:lnTo>
                    <a:pt x="1528" y="159"/>
                  </a:lnTo>
                  <a:lnTo>
                    <a:pt x="1559" y="173"/>
                  </a:lnTo>
                  <a:lnTo>
                    <a:pt x="1572" y="180"/>
                  </a:lnTo>
                  <a:lnTo>
                    <a:pt x="1599" y="482"/>
                  </a:lnTo>
                  <a:lnTo>
                    <a:pt x="1608" y="476"/>
                  </a:lnTo>
                  <a:lnTo>
                    <a:pt x="1712" y="431"/>
                  </a:lnTo>
                  <a:lnTo>
                    <a:pt x="1761" y="422"/>
                  </a:lnTo>
                  <a:lnTo>
                    <a:pt x="1865" y="429"/>
                  </a:lnTo>
                  <a:lnTo>
                    <a:pt x="1899" y="432"/>
                  </a:lnTo>
                  <a:lnTo>
                    <a:pt x="1911" y="439"/>
                  </a:lnTo>
                  <a:lnTo>
                    <a:pt x="1920" y="457"/>
                  </a:lnTo>
                  <a:lnTo>
                    <a:pt x="1893" y="627"/>
                  </a:lnTo>
                  <a:lnTo>
                    <a:pt x="1888" y="640"/>
                  </a:lnTo>
                  <a:lnTo>
                    <a:pt x="1845" y="686"/>
                  </a:lnTo>
                  <a:lnTo>
                    <a:pt x="1798" y="727"/>
                  </a:lnTo>
                  <a:lnTo>
                    <a:pt x="1771" y="891"/>
                  </a:lnTo>
                  <a:lnTo>
                    <a:pt x="1779" y="1000"/>
                  </a:lnTo>
                  <a:lnTo>
                    <a:pt x="1773" y="1038"/>
                  </a:lnTo>
                  <a:lnTo>
                    <a:pt x="1765" y="1047"/>
                  </a:lnTo>
                  <a:lnTo>
                    <a:pt x="1699" y="1029"/>
                  </a:lnTo>
                  <a:lnTo>
                    <a:pt x="1614" y="823"/>
                  </a:lnTo>
                  <a:lnTo>
                    <a:pt x="1597" y="782"/>
                  </a:lnTo>
                  <a:lnTo>
                    <a:pt x="1596" y="708"/>
                  </a:lnTo>
                  <a:lnTo>
                    <a:pt x="1580" y="696"/>
                  </a:lnTo>
                  <a:lnTo>
                    <a:pt x="1488" y="676"/>
                  </a:lnTo>
                  <a:lnTo>
                    <a:pt x="1444" y="677"/>
                  </a:lnTo>
                  <a:lnTo>
                    <a:pt x="1424" y="684"/>
                  </a:lnTo>
                  <a:lnTo>
                    <a:pt x="1339" y="846"/>
                  </a:lnTo>
                  <a:lnTo>
                    <a:pt x="1322" y="843"/>
                  </a:lnTo>
                  <a:lnTo>
                    <a:pt x="1298" y="830"/>
                  </a:lnTo>
                  <a:lnTo>
                    <a:pt x="1295" y="826"/>
                  </a:lnTo>
                  <a:lnTo>
                    <a:pt x="1259" y="827"/>
                  </a:lnTo>
                  <a:lnTo>
                    <a:pt x="1234" y="831"/>
                  </a:lnTo>
                  <a:lnTo>
                    <a:pt x="1207" y="838"/>
                  </a:lnTo>
                  <a:lnTo>
                    <a:pt x="1177" y="852"/>
                  </a:lnTo>
                  <a:lnTo>
                    <a:pt x="1132" y="877"/>
                  </a:lnTo>
                  <a:lnTo>
                    <a:pt x="957" y="1044"/>
                  </a:lnTo>
                  <a:lnTo>
                    <a:pt x="905" y="1031"/>
                  </a:lnTo>
                  <a:lnTo>
                    <a:pt x="918" y="899"/>
                  </a:lnTo>
                  <a:lnTo>
                    <a:pt x="829" y="856"/>
                  </a:lnTo>
                  <a:lnTo>
                    <a:pt x="705" y="861"/>
                  </a:lnTo>
                  <a:lnTo>
                    <a:pt x="399" y="1013"/>
                  </a:lnTo>
                  <a:lnTo>
                    <a:pt x="269" y="1155"/>
                  </a:lnTo>
                  <a:lnTo>
                    <a:pt x="227" y="1342"/>
                  </a:lnTo>
                  <a:lnTo>
                    <a:pt x="261" y="1594"/>
                  </a:lnTo>
                  <a:lnTo>
                    <a:pt x="308" y="1774"/>
                  </a:lnTo>
                  <a:lnTo>
                    <a:pt x="304" y="1865"/>
                  </a:lnTo>
                  <a:lnTo>
                    <a:pt x="270" y="1898"/>
                  </a:lnTo>
                  <a:lnTo>
                    <a:pt x="66" y="1954"/>
                  </a:lnTo>
                  <a:lnTo>
                    <a:pt x="31" y="1935"/>
                  </a:lnTo>
                  <a:lnTo>
                    <a:pt x="0" y="1563"/>
                  </a:lnTo>
                  <a:lnTo>
                    <a:pt x="43" y="1519"/>
                  </a:lnTo>
                  <a:lnTo>
                    <a:pt x="112" y="1266"/>
                  </a:lnTo>
                  <a:lnTo>
                    <a:pt x="147" y="1068"/>
                  </a:lnTo>
                  <a:lnTo>
                    <a:pt x="113" y="997"/>
                  </a:lnTo>
                  <a:lnTo>
                    <a:pt x="70" y="837"/>
                  </a:lnTo>
                  <a:lnTo>
                    <a:pt x="64" y="748"/>
                  </a:lnTo>
                  <a:lnTo>
                    <a:pt x="499" y="536"/>
                  </a:lnTo>
                  <a:lnTo>
                    <a:pt x="545" y="536"/>
                  </a:lnTo>
                  <a:lnTo>
                    <a:pt x="571" y="582"/>
                  </a:lnTo>
                  <a:lnTo>
                    <a:pt x="637" y="596"/>
                  </a:lnTo>
                  <a:lnTo>
                    <a:pt x="678" y="583"/>
                  </a:lnTo>
                  <a:lnTo>
                    <a:pt x="1062" y="75"/>
                  </a:lnTo>
                  <a:lnTo>
                    <a:pt x="1144" y="0"/>
                  </a:lnTo>
                  <a:lnTo>
                    <a:pt x="1322" y="12"/>
                  </a:lnTo>
                  <a:lnTo>
                    <a:pt x="1376" y="1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7220326" y="2009117"/>
              <a:ext cx="438" cy="414"/>
            </a:xfrm>
            <a:custGeom>
              <a:avLst/>
              <a:pathLst>
                <a:path w="438" h="414">
                  <a:moveTo>
                    <a:pt x="426" y="67"/>
                  </a:moveTo>
                  <a:lnTo>
                    <a:pt x="358" y="194"/>
                  </a:lnTo>
                  <a:lnTo>
                    <a:pt x="301" y="274"/>
                  </a:lnTo>
                  <a:lnTo>
                    <a:pt x="275" y="286"/>
                  </a:lnTo>
                  <a:lnTo>
                    <a:pt x="178" y="323"/>
                  </a:lnTo>
                  <a:lnTo>
                    <a:pt x="112" y="388"/>
                  </a:lnTo>
                  <a:lnTo>
                    <a:pt x="91" y="409"/>
                  </a:lnTo>
                  <a:lnTo>
                    <a:pt x="37" y="414"/>
                  </a:lnTo>
                  <a:lnTo>
                    <a:pt x="30" y="414"/>
                  </a:lnTo>
                  <a:lnTo>
                    <a:pt x="2" y="382"/>
                  </a:lnTo>
                  <a:lnTo>
                    <a:pt x="0" y="346"/>
                  </a:lnTo>
                  <a:lnTo>
                    <a:pt x="35" y="236"/>
                  </a:lnTo>
                  <a:lnTo>
                    <a:pt x="49" y="206"/>
                  </a:lnTo>
                  <a:lnTo>
                    <a:pt x="106" y="87"/>
                  </a:lnTo>
                  <a:lnTo>
                    <a:pt x="109" y="80"/>
                  </a:lnTo>
                  <a:lnTo>
                    <a:pt x="137" y="73"/>
                  </a:lnTo>
                  <a:lnTo>
                    <a:pt x="161" y="79"/>
                  </a:lnTo>
                  <a:lnTo>
                    <a:pt x="178" y="81"/>
                  </a:lnTo>
                  <a:lnTo>
                    <a:pt x="318" y="2"/>
                  </a:lnTo>
                  <a:lnTo>
                    <a:pt x="324" y="0"/>
                  </a:lnTo>
                  <a:lnTo>
                    <a:pt x="332" y="1"/>
                  </a:lnTo>
                  <a:lnTo>
                    <a:pt x="423" y="18"/>
                  </a:lnTo>
                  <a:lnTo>
                    <a:pt x="438" y="31"/>
                  </a:lnTo>
                  <a:lnTo>
                    <a:pt x="426" y="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7219670" y="2007667"/>
              <a:ext cx="538" cy="793"/>
            </a:xfrm>
            <a:custGeom>
              <a:avLst/>
              <a:pathLst>
                <a:path w="538" h="793">
                  <a:moveTo>
                    <a:pt x="179" y="793"/>
                  </a:moveTo>
                  <a:lnTo>
                    <a:pt x="112" y="785"/>
                  </a:lnTo>
                  <a:lnTo>
                    <a:pt x="17" y="652"/>
                  </a:lnTo>
                  <a:lnTo>
                    <a:pt x="0" y="544"/>
                  </a:lnTo>
                  <a:lnTo>
                    <a:pt x="304" y="83"/>
                  </a:lnTo>
                  <a:lnTo>
                    <a:pt x="327" y="59"/>
                  </a:lnTo>
                  <a:lnTo>
                    <a:pt x="403" y="30"/>
                  </a:lnTo>
                  <a:lnTo>
                    <a:pt x="465" y="0"/>
                  </a:lnTo>
                  <a:lnTo>
                    <a:pt x="497" y="63"/>
                  </a:lnTo>
                  <a:lnTo>
                    <a:pt x="538" y="379"/>
                  </a:lnTo>
                  <a:lnTo>
                    <a:pt x="460" y="645"/>
                  </a:lnTo>
                  <a:lnTo>
                    <a:pt x="419" y="695"/>
                  </a:lnTo>
                  <a:lnTo>
                    <a:pt x="291" y="785"/>
                  </a:lnTo>
                  <a:lnTo>
                    <a:pt x="179" y="7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7355972" y="2029984"/>
              <a:ext cx="1345" cy="719"/>
            </a:xfrm>
            <a:custGeom>
              <a:avLst/>
              <a:pathLst>
                <a:path w="1345" h="719">
                  <a:moveTo>
                    <a:pt x="847" y="67"/>
                  </a:moveTo>
                  <a:lnTo>
                    <a:pt x="874" y="80"/>
                  </a:lnTo>
                  <a:lnTo>
                    <a:pt x="948" y="93"/>
                  </a:lnTo>
                  <a:lnTo>
                    <a:pt x="954" y="93"/>
                  </a:lnTo>
                  <a:lnTo>
                    <a:pt x="966" y="94"/>
                  </a:lnTo>
                  <a:lnTo>
                    <a:pt x="983" y="94"/>
                  </a:lnTo>
                  <a:lnTo>
                    <a:pt x="1024" y="97"/>
                  </a:lnTo>
                  <a:lnTo>
                    <a:pt x="1073" y="99"/>
                  </a:lnTo>
                  <a:lnTo>
                    <a:pt x="1117" y="114"/>
                  </a:lnTo>
                  <a:lnTo>
                    <a:pt x="1137" y="127"/>
                  </a:lnTo>
                  <a:lnTo>
                    <a:pt x="1156" y="140"/>
                  </a:lnTo>
                  <a:lnTo>
                    <a:pt x="1181" y="163"/>
                  </a:lnTo>
                  <a:lnTo>
                    <a:pt x="1202" y="178"/>
                  </a:lnTo>
                  <a:lnTo>
                    <a:pt x="1211" y="186"/>
                  </a:lnTo>
                  <a:lnTo>
                    <a:pt x="1243" y="213"/>
                  </a:lnTo>
                  <a:lnTo>
                    <a:pt x="1251" y="219"/>
                  </a:lnTo>
                  <a:lnTo>
                    <a:pt x="1263" y="231"/>
                  </a:lnTo>
                  <a:lnTo>
                    <a:pt x="1298" y="267"/>
                  </a:lnTo>
                  <a:lnTo>
                    <a:pt x="1322" y="301"/>
                  </a:lnTo>
                  <a:lnTo>
                    <a:pt x="1326" y="307"/>
                  </a:lnTo>
                  <a:lnTo>
                    <a:pt x="1344" y="341"/>
                  </a:lnTo>
                  <a:lnTo>
                    <a:pt x="1345" y="355"/>
                  </a:lnTo>
                  <a:lnTo>
                    <a:pt x="1345" y="359"/>
                  </a:lnTo>
                  <a:lnTo>
                    <a:pt x="1344" y="366"/>
                  </a:lnTo>
                  <a:lnTo>
                    <a:pt x="1343" y="372"/>
                  </a:lnTo>
                  <a:lnTo>
                    <a:pt x="1339" y="392"/>
                  </a:lnTo>
                  <a:lnTo>
                    <a:pt x="1336" y="396"/>
                  </a:lnTo>
                  <a:lnTo>
                    <a:pt x="1310" y="425"/>
                  </a:lnTo>
                  <a:lnTo>
                    <a:pt x="1303" y="431"/>
                  </a:lnTo>
                  <a:lnTo>
                    <a:pt x="1265" y="449"/>
                  </a:lnTo>
                  <a:lnTo>
                    <a:pt x="1215" y="462"/>
                  </a:lnTo>
                  <a:lnTo>
                    <a:pt x="1203" y="465"/>
                  </a:lnTo>
                  <a:lnTo>
                    <a:pt x="1174" y="472"/>
                  </a:lnTo>
                  <a:lnTo>
                    <a:pt x="1145" y="473"/>
                  </a:lnTo>
                  <a:lnTo>
                    <a:pt x="1140" y="473"/>
                  </a:lnTo>
                  <a:lnTo>
                    <a:pt x="1053" y="470"/>
                  </a:lnTo>
                  <a:lnTo>
                    <a:pt x="1038" y="465"/>
                  </a:lnTo>
                  <a:lnTo>
                    <a:pt x="1015" y="462"/>
                  </a:lnTo>
                  <a:lnTo>
                    <a:pt x="991" y="460"/>
                  </a:lnTo>
                  <a:lnTo>
                    <a:pt x="981" y="460"/>
                  </a:lnTo>
                  <a:lnTo>
                    <a:pt x="971" y="462"/>
                  </a:lnTo>
                  <a:lnTo>
                    <a:pt x="943" y="468"/>
                  </a:lnTo>
                  <a:lnTo>
                    <a:pt x="899" y="468"/>
                  </a:lnTo>
                  <a:lnTo>
                    <a:pt x="894" y="468"/>
                  </a:lnTo>
                  <a:lnTo>
                    <a:pt x="835" y="461"/>
                  </a:lnTo>
                  <a:lnTo>
                    <a:pt x="796" y="456"/>
                  </a:lnTo>
                  <a:lnTo>
                    <a:pt x="786" y="453"/>
                  </a:lnTo>
                  <a:lnTo>
                    <a:pt x="769" y="450"/>
                  </a:lnTo>
                  <a:lnTo>
                    <a:pt x="752" y="447"/>
                  </a:lnTo>
                  <a:lnTo>
                    <a:pt x="729" y="442"/>
                  </a:lnTo>
                  <a:lnTo>
                    <a:pt x="711" y="446"/>
                  </a:lnTo>
                  <a:lnTo>
                    <a:pt x="702" y="448"/>
                  </a:lnTo>
                  <a:lnTo>
                    <a:pt x="647" y="489"/>
                  </a:lnTo>
                  <a:lnTo>
                    <a:pt x="641" y="492"/>
                  </a:lnTo>
                  <a:lnTo>
                    <a:pt x="622" y="504"/>
                  </a:lnTo>
                  <a:lnTo>
                    <a:pt x="616" y="507"/>
                  </a:lnTo>
                  <a:lnTo>
                    <a:pt x="603" y="514"/>
                  </a:lnTo>
                  <a:lnTo>
                    <a:pt x="545" y="541"/>
                  </a:lnTo>
                  <a:lnTo>
                    <a:pt x="540" y="543"/>
                  </a:lnTo>
                  <a:lnTo>
                    <a:pt x="506" y="559"/>
                  </a:lnTo>
                  <a:lnTo>
                    <a:pt x="489" y="569"/>
                  </a:lnTo>
                  <a:lnTo>
                    <a:pt x="477" y="583"/>
                  </a:lnTo>
                  <a:lnTo>
                    <a:pt x="455" y="602"/>
                  </a:lnTo>
                  <a:lnTo>
                    <a:pt x="414" y="618"/>
                  </a:lnTo>
                  <a:lnTo>
                    <a:pt x="399" y="626"/>
                  </a:lnTo>
                  <a:lnTo>
                    <a:pt x="353" y="644"/>
                  </a:lnTo>
                  <a:lnTo>
                    <a:pt x="315" y="660"/>
                  </a:lnTo>
                  <a:lnTo>
                    <a:pt x="301" y="662"/>
                  </a:lnTo>
                  <a:lnTo>
                    <a:pt x="288" y="665"/>
                  </a:lnTo>
                  <a:lnTo>
                    <a:pt x="276" y="670"/>
                  </a:lnTo>
                  <a:lnTo>
                    <a:pt x="271" y="673"/>
                  </a:lnTo>
                  <a:lnTo>
                    <a:pt x="261" y="686"/>
                  </a:lnTo>
                  <a:lnTo>
                    <a:pt x="255" y="694"/>
                  </a:lnTo>
                  <a:lnTo>
                    <a:pt x="234" y="714"/>
                  </a:lnTo>
                  <a:lnTo>
                    <a:pt x="226" y="719"/>
                  </a:lnTo>
                  <a:lnTo>
                    <a:pt x="219" y="719"/>
                  </a:lnTo>
                  <a:lnTo>
                    <a:pt x="216" y="714"/>
                  </a:lnTo>
                  <a:lnTo>
                    <a:pt x="205" y="706"/>
                  </a:lnTo>
                  <a:lnTo>
                    <a:pt x="191" y="705"/>
                  </a:lnTo>
                  <a:lnTo>
                    <a:pt x="174" y="705"/>
                  </a:lnTo>
                  <a:lnTo>
                    <a:pt x="162" y="705"/>
                  </a:lnTo>
                  <a:lnTo>
                    <a:pt x="148" y="705"/>
                  </a:lnTo>
                  <a:lnTo>
                    <a:pt x="138" y="705"/>
                  </a:lnTo>
                  <a:lnTo>
                    <a:pt x="128" y="705"/>
                  </a:lnTo>
                  <a:lnTo>
                    <a:pt x="119" y="704"/>
                  </a:lnTo>
                  <a:lnTo>
                    <a:pt x="109" y="701"/>
                  </a:lnTo>
                  <a:lnTo>
                    <a:pt x="96" y="682"/>
                  </a:lnTo>
                  <a:lnTo>
                    <a:pt x="88" y="679"/>
                  </a:lnTo>
                  <a:lnTo>
                    <a:pt x="81" y="676"/>
                  </a:lnTo>
                  <a:lnTo>
                    <a:pt x="69" y="684"/>
                  </a:lnTo>
                  <a:lnTo>
                    <a:pt x="58" y="684"/>
                  </a:lnTo>
                  <a:lnTo>
                    <a:pt x="52" y="678"/>
                  </a:lnTo>
                  <a:lnTo>
                    <a:pt x="51" y="674"/>
                  </a:lnTo>
                  <a:lnTo>
                    <a:pt x="50" y="667"/>
                  </a:lnTo>
                  <a:lnTo>
                    <a:pt x="47" y="647"/>
                  </a:lnTo>
                  <a:lnTo>
                    <a:pt x="44" y="641"/>
                  </a:lnTo>
                  <a:lnTo>
                    <a:pt x="42" y="636"/>
                  </a:lnTo>
                  <a:lnTo>
                    <a:pt x="38" y="630"/>
                  </a:lnTo>
                  <a:lnTo>
                    <a:pt x="30" y="621"/>
                  </a:lnTo>
                  <a:lnTo>
                    <a:pt x="24" y="610"/>
                  </a:lnTo>
                  <a:lnTo>
                    <a:pt x="14" y="591"/>
                  </a:lnTo>
                  <a:lnTo>
                    <a:pt x="10" y="574"/>
                  </a:lnTo>
                  <a:lnTo>
                    <a:pt x="1" y="540"/>
                  </a:lnTo>
                  <a:lnTo>
                    <a:pt x="1" y="532"/>
                  </a:lnTo>
                  <a:lnTo>
                    <a:pt x="1" y="520"/>
                  </a:lnTo>
                  <a:lnTo>
                    <a:pt x="0" y="515"/>
                  </a:lnTo>
                  <a:lnTo>
                    <a:pt x="0" y="503"/>
                  </a:lnTo>
                  <a:lnTo>
                    <a:pt x="3" y="477"/>
                  </a:lnTo>
                  <a:lnTo>
                    <a:pt x="8" y="455"/>
                  </a:lnTo>
                  <a:lnTo>
                    <a:pt x="25" y="411"/>
                  </a:lnTo>
                  <a:lnTo>
                    <a:pt x="36" y="383"/>
                  </a:lnTo>
                  <a:lnTo>
                    <a:pt x="60" y="342"/>
                  </a:lnTo>
                  <a:lnTo>
                    <a:pt x="78" y="324"/>
                  </a:lnTo>
                  <a:lnTo>
                    <a:pt x="99" y="303"/>
                  </a:lnTo>
                  <a:lnTo>
                    <a:pt x="109" y="293"/>
                  </a:lnTo>
                  <a:lnTo>
                    <a:pt x="143" y="267"/>
                  </a:lnTo>
                  <a:lnTo>
                    <a:pt x="163" y="252"/>
                  </a:lnTo>
                  <a:lnTo>
                    <a:pt x="167" y="250"/>
                  </a:lnTo>
                  <a:lnTo>
                    <a:pt x="196" y="228"/>
                  </a:lnTo>
                  <a:lnTo>
                    <a:pt x="204" y="220"/>
                  </a:lnTo>
                  <a:lnTo>
                    <a:pt x="213" y="212"/>
                  </a:lnTo>
                  <a:lnTo>
                    <a:pt x="227" y="199"/>
                  </a:lnTo>
                  <a:lnTo>
                    <a:pt x="240" y="186"/>
                  </a:lnTo>
                  <a:lnTo>
                    <a:pt x="258" y="174"/>
                  </a:lnTo>
                  <a:lnTo>
                    <a:pt x="275" y="163"/>
                  </a:lnTo>
                  <a:lnTo>
                    <a:pt x="291" y="153"/>
                  </a:lnTo>
                  <a:lnTo>
                    <a:pt x="298" y="149"/>
                  </a:lnTo>
                  <a:lnTo>
                    <a:pt x="306" y="144"/>
                  </a:lnTo>
                  <a:lnTo>
                    <a:pt x="328" y="133"/>
                  </a:lnTo>
                  <a:lnTo>
                    <a:pt x="370" y="112"/>
                  </a:lnTo>
                  <a:lnTo>
                    <a:pt x="425" y="86"/>
                  </a:lnTo>
                  <a:lnTo>
                    <a:pt x="454" y="70"/>
                  </a:lnTo>
                  <a:lnTo>
                    <a:pt x="462" y="66"/>
                  </a:lnTo>
                  <a:lnTo>
                    <a:pt x="527" y="41"/>
                  </a:lnTo>
                  <a:lnTo>
                    <a:pt x="533" y="39"/>
                  </a:lnTo>
                  <a:lnTo>
                    <a:pt x="549" y="33"/>
                  </a:lnTo>
                  <a:lnTo>
                    <a:pt x="597" y="19"/>
                  </a:lnTo>
                  <a:lnTo>
                    <a:pt x="607" y="17"/>
                  </a:lnTo>
                  <a:lnTo>
                    <a:pt x="668" y="7"/>
                  </a:lnTo>
                  <a:lnTo>
                    <a:pt x="684" y="4"/>
                  </a:lnTo>
                  <a:lnTo>
                    <a:pt x="713" y="0"/>
                  </a:lnTo>
                  <a:lnTo>
                    <a:pt x="728" y="1"/>
                  </a:lnTo>
                  <a:lnTo>
                    <a:pt x="741" y="2"/>
                  </a:lnTo>
                  <a:lnTo>
                    <a:pt x="748" y="5"/>
                  </a:lnTo>
                  <a:lnTo>
                    <a:pt x="759" y="13"/>
                  </a:lnTo>
                  <a:lnTo>
                    <a:pt x="772" y="21"/>
                  </a:lnTo>
                  <a:lnTo>
                    <a:pt x="780" y="26"/>
                  </a:lnTo>
                  <a:lnTo>
                    <a:pt x="824" y="58"/>
                  </a:lnTo>
                  <a:lnTo>
                    <a:pt x="830" y="60"/>
                  </a:lnTo>
                  <a:lnTo>
                    <a:pt x="847" y="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7215842" y="2001483"/>
              <a:ext cx="372" cy="475"/>
            </a:xfrm>
            <a:custGeom>
              <a:avLst/>
              <a:pathLst>
                <a:path w="372" h="475">
                  <a:moveTo>
                    <a:pt x="263" y="362"/>
                  </a:moveTo>
                  <a:lnTo>
                    <a:pt x="0" y="475"/>
                  </a:lnTo>
                  <a:lnTo>
                    <a:pt x="51" y="377"/>
                  </a:lnTo>
                  <a:lnTo>
                    <a:pt x="92" y="88"/>
                  </a:lnTo>
                  <a:lnTo>
                    <a:pt x="119" y="9"/>
                  </a:lnTo>
                  <a:lnTo>
                    <a:pt x="139" y="0"/>
                  </a:lnTo>
                  <a:lnTo>
                    <a:pt x="269" y="93"/>
                  </a:lnTo>
                  <a:lnTo>
                    <a:pt x="372" y="266"/>
                  </a:lnTo>
                  <a:lnTo>
                    <a:pt x="338" y="315"/>
                  </a:lnTo>
                  <a:lnTo>
                    <a:pt x="263" y="36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7216760" y="2001518"/>
              <a:ext cx="539" cy="703"/>
            </a:xfrm>
            <a:custGeom>
              <a:avLst/>
              <a:pathLst>
                <a:path w="539" h="703">
                  <a:moveTo>
                    <a:pt x="179" y="677"/>
                  </a:moveTo>
                  <a:lnTo>
                    <a:pt x="135" y="703"/>
                  </a:lnTo>
                  <a:lnTo>
                    <a:pt x="21" y="621"/>
                  </a:lnTo>
                  <a:lnTo>
                    <a:pt x="0" y="595"/>
                  </a:lnTo>
                  <a:lnTo>
                    <a:pt x="20" y="573"/>
                  </a:lnTo>
                  <a:lnTo>
                    <a:pt x="130" y="495"/>
                  </a:lnTo>
                  <a:lnTo>
                    <a:pt x="356" y="145"/>
                  </a:lnTo>
                  <a:lnTo>
                    <a:pt x="354" y="117"/>
                  </a:lnTo>
                  <a:lnTo>
                    <a:pt x="354" y="81"/>
                  </a:lnTo>
                  <a:lnTo>
                    <a:pt x="360" y="56"/>
                  </a:lnTo>
                  <a:lnTo>
                    <a:pt x="376" y="42"/>
                  </a:lnTo>
                  <a:lnTo>
                    <a:pt x="466" y="0"/>
                  </a:lnTo>
                  <a:lnTo>
                    <a:pt x="532" y="4"/>
                  </a:lnTo>
                  <a:lnTo>
                    <a:pt x="539" y="21"/>
                  </a:lnTo>
                  <a:lnTo>
                    <a:pt x="532" y="41"/>
                  </a:lnTo>
                  <a:lnTo>
                    <a:pt x="458" y="106"/>
                  </a:lnTo>
                  <a:lnTo>
                    <a:pt x="408" y="150"/>
                  </a:lnTo>
                  <a:lnTo>
                    <a:pt x="404" y="180"/>
                  </a:lnTo>
                  <a:lnTo>
                    <a:pt x="432" y="207"/>
                  </a:lnTo>
                  <a:lnTo>
                    <a:pt x="464" y="253"/>
                  </a:lnTo>
                  <a:lnTo>
                    <a:pt x="479" y="286"/>
                  </a:lnTo>
                  <a:lnTo>
                    <a:pt x="471" y="308"/>
                  </a:lnTo>
                  <a:lnTo>
                    <a:pt x="424" y="341"/>
                  </a:lnTo>
                  <a:lnTo>
                    <a:pt x="352" y="376"/>
                  </a:lnTo>
                  <a:lnTo>
                    <a:pt x="343" y="394"/>
                  </a:lnTo>
                  <a:lnTo>
                    <a:pt x="354" y="408"/>
                  </a:lnTo>
                  <a:lnTo>
                    <a:pt x="400" y="432"/>
                  </a:lnTo>
                  <a:lnTo>
                    <a:pt x="431" y="448"/>
                  </a:lnTo>
                  <a:lnTo>
                    <a:pt x="436" y="455"/>
                  </a:lnTo>
                  <a:lnTo>
                    <a:pt x="437" y="514"/>
                  </a:lnTo>
                  <a:lnTo>
                    <a:pt x="346" y="581"/>
                  </a:lnTo>
                  <a:lnTo>
                    <a:pt x="339" y="585"/>
                  </a:lnTo>
                  <a:lnTo>
                    <a:pt x="321" y="583"/>
                  </a:lnTo>
                  <a:lnTo>
                    <a:pt x="294" y="591"/>
                  </a:lnTo>
                  <a:lnTo>
                    <a:pt x="227" y="607"/>
                  </a:lnTo>
                  <a:lnTo>
                    <a:pt x="211" y="620"/>
                  </a:lnTo>
                  <a:lnTo>
                    <a:pt x="194" y="646"/>
                  </a:lnTo>
                  <a:lnTo>
                    <a:pt x="179" y="67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7238609" y="2003317"/>
              <a:ext cx="1626" cy="1224"/>
            </a:xfrm>
            <a:custGeom>
              <a:avLst/>
              <a:pathLst>
                <a:path w="1626" h="1224">
                  <a:moveTo>
                    <a:pt x="541" y="288"/>
                  </a:moveTo>
                  <a:lnTo>
                    <a:pt x="526" y="311"/>
                  </a:lnTo>
                  <a:lnTo>
                    <a:pt x="497" y="330"/>
                  </a:lnTo>
                  <a:lnTo>
                    <a:pt x="478" y="430"/>
                  </a:lnTo>
                  <a:lnTo>
                    <a:pt x="470" y="556"/>
                  </a:lnTo>
                  <a:lnTo>
                    <a:pt x="621" y="617"/>
                  </a:lnTo>
                  <a:lnTo>
                    <a:pt x="872" y="579"/>
                  </a:lnTo>
                  <a:lnTo>
                    <a:pt x="889" y="562"/>
                  </a:lnTo>
                  <a:lnTo>
                    <a:pt x="895" y="501"/>
                  </a:lnTo>
                  <a:lnTo>
                    <a:pt x="891" y="391"/>
                  </a:lnTo>
                  <a:lnTo>
                    <a:pt x="936" y="305"/>
                  </a:lnTo>
                  <a:lnTo>
                    <a:pt x="997" y="249"/>
                  </a:lnTo>
                  <a:lnTo>
                    <a:pt x="1033" y="232"/>
                  </a:lnTo>
                  <a:lnTo>
                    <a:pt x="1069" y="230"/>
                  </a:lnTo>
                  <a:lnTo>
                    <a:pt x="1174" y="245"/>
                  </a:lnTo>
                  <a:lnTo>
                    <a:pt x="1200" y="261"/>
                  </a:lnTo>
                  <a:lnTo>
                    <a:pt x="1206" y="274"/>
                  </a:lnTo>
                  <a:lnTo>
                    <a:pt x="1203" y="319"/>
                  </a:lnTo>
                  <a:lnTo>
                    <a:pt x="1149" y="432"/>
                  </a:lnTo>
                  <a:lnTo>
                    <a:pt x="1281" y="561"/>
                  </a:lnTo>
                  <a:lnTo>
                    <a:pt x="1288" y="562"/>
                  </a:lnTo>
                  <a:lnTo>
                    <a:pt x="1324" y="548"/>
                  </a:lnTo>
                  <a:lnTo>
                    <a:pt x="1374" y="515"/>
                  </a:lnTo>
                  <a:lnTo>
                    <a:pt x="1415" y="463"/>
                  </a:lnTo>
                  <a:lnTo>
                    <a:pt x="1443" y="475"/>
                  </a:lnTo>
                  <a:lnTo>
                    <a:pt x="1598" y="694"/>
                  </a:lnTo>
                  <a:lnTo>
                    <a:pt x="1626" y="770"/>
                  </a:lnTo>
                  <a:lnTo>
                    <a:pt x="1610" y="824"/>
                  </a:lnTo>
                  <a:lnTo>
                    <a:pt x="1555" y="832"/>
                  </a:lnTo>
                  <a:lnTo>
                    <a:pt x="1219" y="809"/>
                  </a:lnTo>
                  <a:lnTo>
                    <a:pt x="1180" y="879"/>
                  </a:lnTo>
                  <a:lnTo>
                    <a:pt x="1127" y="930"/>
                  </a:lnTo>
                  <a:lnTo>
                    <a:pt x="1032" y="999"/>
                  </a:lnTo>
                  <a:lnTo>
                    <a:pt x="851" y="1115"/>
                  </a:lnTo>
                  <a:lnTo>
                    <a:pt x="582" y="1224"/>
                  </a:lnTo>
                  <a:lnTo>
                    <a:pt x="478" y="1110"/>
                  </a:lnTo>
                  <a:lnTo>
                    <a:pt x="475" y="1084"/>
                  </a:lnTo>
                  <a:lnTo>
                    <a:pt x="486" y="1058"/>
                  </a:lnTo>
                  <a:lnTo>
                    <a:pt x="534" y="1026"/>
                  </a:lnTo>
                  <a:lnTo>
                    <a:pt x="630" y="862"/>
                  </a:lnTo>
                  <a:lnTo>
                    <a:pt x="658" y="799"/>
                  </a:lnTo>
                  <a:lnTo>
                    <a:pt x="665" y="747"/>
                  </a:lnTo>
                  <a:lnTo>
                    <a:pt x="621" y="641"/>
                  </a:lnTo>
                  <a:lnTo>
                    <a:pt x="580" y="603"/>
                  </a:lnTo>
                  <a:lnTo>
                    <a:pt x="458" y="565"/>
                  </a:lnTo>
                  <a:lnTo>
                    <a:pt x="409" y="618"/>
                  </a:lnTo>
                  <a:lnTo>
                    <a:pt x="332" y="568"/>
                  </a:lnTo>
                  <a:lnTo>
                    <a:pt x="338" y="468"/>
                  </a:lnTo>
                  <a:lnTo>
                    <a:pt x="306" y="276"/>
                  </a:lnTo>
                  <a:lnTo>
                    <a:pt x="263" y="252"/>
                  </a:lnTo>
                  <a:lnTo>
                    <a:pt x="181" y="296"/>
                  </a:lnTo>
                  <a:lnTo>
                    <a:pt x="134" y="424"/>
                  </a:lnTo>
                  <a:lnTo>
                    <a:pt x="96" y="493"/>
                  </a:lnTo>
                  <a:lnTo>
                    <a:pt x="41" y="554"/>
                  </a:lnTo>
                  <a:lnTo>
                    <a:pt x="7" y="550"/>
                  </a:lnTo>
                  <a:lnTo>
                    <a:pt x="0" y="492"/>
                  </a:lnTo>
                  <a:lnTo>
                    <a:pt x="0" y="300"/>
                  </a:lnTo>
                  <a:lnTo>
                    <a:pt x="19" y="273"/>
                  </a:lnTo>
                  <a:lnTo>
                    <a:pt x="289" y="14"/>
                  </a:lnTo>
                  <a:lnTo>
                    <a:pt x="421" y="0"/>
                  </a:lnTo>
                  <a:lnTo>
                    <a:pt x="496" y="139"/>
                  </a:lnTo>
                  <a:lnTo>
                    <a:pt x="541" y="28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7362888" y="2022804"/>
              <a:ext cx="451" cy="417"/>
            </a:xfrm>
            <a:custGeom>
              <a:avLst/>
              <a:pathLst>
                <a:path w="451" h="417">
                  <a:moveTo>
                    <a:pt x="276" y="417"/>
                  </a:moveTo>
                  <a:lnTo>
                    <a:pt x="132" y="415"/>
                  </a:lnTo>
                  <a:lnTo>
                    <a:pt x="95" y="402"/>
                  </a:lnTo>
                  <a:lnTo>
                    <a:pt x="69" y="394"/>
                  </a:lnTo>
                  <a:lnTo>
                    <a:pt x="26" y="344"/>
                  </a:lnTo>
                  <a:lnTo>
                    <a:pt x="17" y="327"/>
                  </a:lnTo>
                  <a:lnTo>
                    <a:pt x="9" y="310"/>
                  </a:lnTo>
                  <a:lnTo>
                    <a:pt x="0" y="268"/>
                  </a:lnTo>
                  <a:lnTo>
                    <a:pt x="8" y="235"/>
                  </a:lnTo>
                  <a:lnTo>
                    <a:pt x="16" y="185"/>
                  </a:lnTo>
                  <a:lnTo>
                    <a:pt x="25" y="151"/>
                  </a:lnTo>
                  <a:lnTo>
                    <a:pt x="33" y="134"/>
                  </a:lnTo>
                  <a:lnTo>
                    <a:pt x="42" y="117"/>
                  </a:lnTo>
                  <a:lnTo>
                    <a:pt x="50" y="101"/>
                  </a:lnTo>
                  <a:lnTo>
                    <a:pt x="59" y="84"/>
                  </a:lnTo>
                  <a:lnTo>
                    <a:pt x="68" y="67"/>
                  </a:lnTo>
                  <a:lnTo>
                    <a:pt x="102" y="42"/>
                  </a:lnTo>
                  <a:lnTo>
                    <a:pt x="128" y="25"/>
                  </a:lnTo>
                  <a:lnTo>
                    <a:pt x="145" y="17"/>
                  </a:lnTo>
                  <a:lnTo>
                    <a:pt x="162" y="8"/>
                  </a:lnTo>
                  <a:lnTo>
                    <a:pt x="171" y="2"/>
                  </a:lnTo>
                  <a:lnTo>
                    <a:pt x="179" y="0"/>
                  </a:lnTo>
                  <a:lnTo>
                    <a:pt x="218" y="2"/>
                  </a:lnTo>
                  <a:lnTo>
                    <a:pt x="266" y="16"/>
                  </a:lnTo>
                  <a:lnTo>
                    <a:pt x="292" y="32"/>
                  </a:lnTo>
                  <a:lnTo>
                    <a:pt x="402" y="153"/>
                  </a:lnTo>
                  <a:lnTo>
                    <a:pt x="419" y="186"/>
                  </a:lnTo>
                  <a:lnTo>
                    <a:pt x="434" y="203"/>
                  </a:lnTo>
                  <a:lnTo>
                    <a:pt x="439" y="220"/>
                  </a:lnTo>
                  <a:lnTo>
                    <a:pt x="445" y="236"/>
                  </a:lnTo>
                  <a:lnTo>
                    <a:pt x="451" y="266"/>
                  </a:lnTo>
                  <a:lnTo>
                    <a:pt x="448" y="326"/>
                  </a:lnTo>
                  <a:lnTo>
                    <a:pt x="433" y="348"/>
                  </a:lnTo>
                  <a:lnTo>
                    <a:pt x="406" y="383"/>
                  </a:lnTo>
                  <a:lnTo>
                    <a:pt x="380" y="400"/>
                  </a:lnTo>
                  <a:lnTo>
                    <a:pt x="354" y="408"/>
                  </a:lnTo>
                  <a:lnTo>
                    <a:pt x="311" y="417"/>
                  </a:lnTo>
                  <a:lnTo>
                    <a:pt x="285" y="417"/>
                  </a:lnTo>
                  <a:lnTo>
                    <a:pt x="276" y="4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7225480" y="1998303"/>
              <a:ext cx="502" cy="489"/>
            </a:xfrm>
            <a:custGeom>
              <a:avLst/>
              <a:pathLst>
                <a:path w="502" h="489">
                  <a:moveTo>
                    <a:pt x="180" y="489"/>
                  </a:moveTo>
                  <a:lnTo>
                    <a:pt x="70" y="487"/>
                  </a:lnTo>
                  <a:lnTo>
                    <a:pt x="1" y="171"/>
                  </a:lnTo>
                  <a:lnTo>
                    <a:pt x="0" y="162"/>
                  </a:lnTo>
                  <a:lnTo>
                    <a:pt x="16" y="136"/>
                  </a:lnTo>
                  <a:lnTo>
                    <a:pt x="137" y="105"/>
                  </a:lnTo>
                  <a:lnTo>
                    <a:pt x="193" y="103"/>
                  </a:lnTo>
                  <a:lnTo>
                    <a:pt x="312" y="86"/>
                  </a:lnTo>
                  <a:lnTo>
                    <a:pt x="398" y="7"/>
                  </a:lnTo>
                  <a:lnTo>
                    <a:pt x="454" y="0"/>
                  </a:lnTo>
                  <a:lnTo>
                    <a:pt x="502" y="46"/>
                  </a:lnTo>
                  <a:lnTo>
                    <a:pt x="477" y="177"/>
                  </a:lnTo>
                  <a:lnTo>
                    <a:pt x="288" y="451"/>
                  </a:lnTo>
                  <a:lnTo>
                    <a:pt x="219" y="483"/>
                  </a:lnTo>
                  <a:lnTo>
                    <a:pt x="180" y="48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7221428" y="1997045"/>
              <a:ext cx="1581" cy="1445"/>
            </a:xfrm>
            <a:custGeom>
              <a:avLst/>
              <a:pathLst>
                <a:path w="1581" h="1445">
                  <a:moveTo>
                    <a:pt x="1581" y="310"/>
                  </a:moveTo>
                  <a:lnTo>
                    <a:pt x="1579" y="501"/>
                  </a:lnTo>
                  <a:lnTo>
                    <a:pt x="1503" y="674"/>
                  </a:lnTo>
                  <a:lnTo>
                    <a:pt x="1475" y="720"/>
                  </a:lnTo>
                  <a:lnTo>
                    <a:pt x="1388" y="970"/>
                  </a:lnTo>
                  <a:lnTo>
                    <a:pt x="1449" y="1027"/>
                  </a:lnTo>
                  <a:lnTo>
                    <a:pt x="1440" y="1090"/>
                  </a:lnTo>
                  <a:lnTo>
                    <a:pt x="1231" y="1278"/>
                  </a:lnTo>
                  <a:lnTo>
                    <a:pt x="1191" y="1242"/>
                  </a:lnTo>
                  <a:lnTo>
                    <a:pt x="1132" y="1142"/>
                  </a:lnTo>
                  <a:lnTo>
                    <a:pt x="886" y="1016"/>
                  </a:lnTo>
                  <a:lnTo>
                    <a:pt x="823" y="1022"/>
                  </a:lnTo>
                  <a:lnTo>
                    <a:pt x="775" y="1050"/>
                  </a:lnTo>
                  <a:lnTo>
                    <a:pt x="703" y="1175"/>
                  </a:lnTo>
                  <a:lnTo>
                    <a:pt x="671" y="1279"/>
                  </a:lnTo>
                  <a:lnTo>
                    <a:pt x="633" y="1343"/>
                  </a:lnTo>
                  <a:lnTo>
                    <a:pt x="548" y="1433"/>
                  </a:lnTo>
                  <a:lnTo>
                    <a:pt x="437" y="1445"/>
                  </a:lnTo>
                  <a:lnTo>
                    <a:pt x="159" y="1444"/>
                  </a:lnTo>
                  <a:lnTo>
                    <a:pt x="149" y="1437"/>
                  </a:lnTo>
                  <a:lnTo>
                    <a:pt x="68" y="1326"/>
                  </a:lnTo>
                  <a:lnTo>
                    <a:pt x="0" y="1122"/>
                  </a:lnTo>
                  <a:lnTo>
                    <a:pt x="172" y="1092"/>
                  </a:lnTo>
                  <a:lnTo>
                    <a:pt x="252" y="1060"/>
                  </a:lnTo>
                  <a:lnTo>
                    <a:pt x="423" y="604"/>
                  </a:lnTo>
                  <a:lnTo>
                    <a:pt x="424" y="588"/>
                  </a:lnTo>
                  <a:lnTo>
                    <a:pt x="414" y="551"/>
                  </a:lnTo>
                  <a:lnTo>
                    <a:pt x="388" y="501"/>
                  </a:lnTo>
                  <a:lnTo>
                    <a:pt x="399" y="425"/>
                  </a:lnTo>
                  <a:lnTo>
                    <a:pt x="473" y="367"/>
                  </a:lnTo>
                  <a:lnTo>
                    <a:pt x="565" y="296"/>
                  </a:lnTo>
                  <a:lnTo>
                    <a:pt x="662" y="260"/>
                  </a:lnTo>
                  <a:lnTo>
                    <a:pt x="794" y="212"/>
                  </a:lnTo>
                  <a:lnTo>
                    <a:pt x="893" y="231"/>
                  </a:lnTo>
                  <a:lnTo>
                    <a:pt x="942" y="258"/>
                  </a:lnTo>
                  <a:lnTo>
                    <a:pt x="993" y="308"/>
                  </a:lnTo>
                  <a:lnTo>
                    <a:pt x="1042" y="393"/>
                  </a:lnTo>
                  <a:lnTo>
                    <a:pt x="1080" y="419"/>
                  </a:lnTo>
                  <a:lnTo>
                    <a:pt x="1148" y="427"/>
                  </a:lnTo>
                  <a:lnTo>
                    <a:pt x="1201" y="411"/>
                  </a:lnTo>
                  <a:lnTo>
                    <a:pt x="1270" y="350"/>
                  </a:lnTo>
                  <a:lnTo>
                    <a:pt x="1296" y="158"/>
                  </a:lnTo>
                  <a:lnTo>
                    <a:pt x="1274" y="136"/>
                  </a:lnTo>
                  <a:lnTo>
                    <a:pt x="1275" y="82"/>
                  </a:lnTo>
                  <a:lnTo>
                    <a:pt x="1370" y="2"/>
                  </a:lnTo>
                  <a:lnTo>
                    <a:pt x="1383" y="0"/>
                  </a:lnTo>
                  <a:lnTo>
                    <a:pt x="1458" y="0"/>
                  </a:lnTo>
                  <a:lnTo>
                    <a:pt x="1471" y="5"/>
                  </a:lnTo>
                  <a:lnTo>
                    <a:pt x="1505" y="32"/>
                  </a:lnTo>
                  <a:lnTo>
                    <a:pt x="1573" y="140"/>
                  </a:lnTo>
                  <a:lnTo>
                    <a:pt x="1581" y="31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7212692" y="1994915"/>
              <a:ext cx="587" cy="480"/>
            </a:xfrm>
            <a:custGeom>
              <a:avLst/>
              <a:pathLst>
                <a:path w="587" h="480">
                  <a:moveTo>
                    <a:pt x="554" y="207"/>
                  </a:moveTo>
                  <a:lnTo>
                    <a:pt x="523" y="244"/>
                  </a:lnTo>
                  <a:lnTo>
                    <a:pt x="494" y="281"/>
                  </a:lnTo>
                  <a:lnTo>
                    <a:pt x="488" y="299"/>
                  </a:lnTo>
                  <a:lnTo>
                    <a:pt x="486" y="340"/>
                  </a:lnTo>
                  <a:lnTo>
                    <a:pt x="504" y="383"/>
                  </a:lnTo>
                  <a:lnTo>
                    <a:pt x="508" y="405"/>
                  </a:lnTo>
                  <a:lnTo>
                    <a:pt x="493" y="480"/>
                  </a:lnTo>
                  <a:lnTo>
                    <a:pt x="438" y="477"/>
                  </a:lnTo>
                  <a:lnTo>
                    <a:pt x="422" y="457"/>
                  </a:lnTo>
                  <a:lnTo>
                    <a:pt x="398" y="449"/>
                  </a:lnTo>
                  <a:lnTo>
                    <a:pt x="345" y="435"/>
                  </a:lnTo>
                  <a:lnTo>
                    <a:pt x="265" y="405"/>
                  </a:lnTo>
                  <a:lnTo>
                    <a:pt x="228" y="403"/>
                  </a:lnTo>
                  <a:lnTo>
                    <a:pt x="160" y="407"/>
                  </a:lnTo>
                  <a:lnTo>
                    <a:pt x="149" y="402"/>
                  </a:lnTo>
                  <a:lnTo>
                    <a:pt x="0" y="216"/>
                  </a:lnTo>
                  <a:lnTo>
                    <a:pt x="10" y="196"/>
                  </a:lnTo>
                  <a:lnTo>
                    <a:pt x="67" y="145"/>
                  </a:lnTo>
                  <a:lnTo>
                    <a:pt x="73" y="144"/>
                  </a:lnTo>
                  <a:lnTo>
                    <a:pt x="79" y="146"/>
                  </a:lnTo>
                  <a:lnTo>
                    <a:pt x="88" y="147"/>
                  </a:lnTo>
                  <a:lnTo>
                    <a:pt x="122" y="148"/>
                  </a:lnTo>
                  <a:lnTo>
                    <a:pt x="175" y="146"/>
                  </a:lnTo>
                  <a:lnTo>
                    <a:pt x="205" y="147"/>
                  </a:lnTo>
                  <a:lnTo>
                    <a:pt x="283" y="138"/>
                  </a:lnTo>
                  <a:lnTo>
                    <a:pt x="361" y="108"/>
                  </a:lnTo>
                  <a:lnTo>
                    <a:pt x="411" y="74"/>
                  </a:lnTo>
                  <a:lnTo>
                    <a:pt x="508" y="39"/>
                  </a:lnTo>
                  <a:lnTo>
                    <a:pt x="561" y="1"/>
                  </a:lnTo>
                  <a:lnTo>
                    <a:pt x="581" y="0"/>
                  </a:lnTo>
                  <a:lnTo>
                    <a:pt x="587" y="6"/>
                  </a:lnTo>
                  <a:lnTo>
                    <a:pt x="580" y="50"/>
                  </a:lnTo>
                  <a:lnTo>
                    <a:pt x="556" y="187"/>
                  </a:lnTo>
                  <a:lnTo>
                    <a:pt x="554" y="20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7220275" y="1995781"/>
              <a:ext cx="500" cy="840"/>
            </a:xfrm>
            <a:custGeom>
              <a:avLst/>
              <a:pathLst>
                <a:path w="500" h="840">
                  <a:moveTo>
                    <a:pt x="22" y="839"/>
                  </a:moveTo>
                  <a:lnTo>
                    <a:pt x="0" y="840"/>
                  </a:lnTo>
                  <a:lnTo>
                    <a:pt x="1" y="796"/>
                  </a:lnTo>
                  <a:lnTo>
                    <a:pt x="40" y="732"/>
                  </a:lnTo>
                  <a:lnTo>
                    <a:pt x="48" y="727"/>
                  </a:lnTo>
                  <a:lnTo>
                    <a:pt x="68" y="718"/>
                  </a:lnTo>
                  <a:lnTo>
                    <a:pt x="89" y="708"/>
                  </a:lnTo>
                  <a:lnTo>
                    <a:pt x="195" y="462"/>
                  </a:lnTo>
                  <a:lnTo>
                    <a:pt x="204" y="439"/>
                  </a:lnTo>
                  <a:lnTo>
                    <a:pt x="217" y="370"/>
                  </a:lnTo>
                  <a:lnTo>
                    <a:pt x="216" y="361"/>
                  </a:lnTo>
                  <a:lnTo>
                    <a:pt x="203" y="211"/>
                  </a:lnTo>
                  <a:lnTo>
                    <a:pt x="181" y="193"/>
                  </a:lnTo>
                  <a:lnTo>
                    <a:pt x="157" y="174"/>
                  </a:lnTo>
                  <a:lnTo>
                    <a:pt x="148" y="73"/>
                  </a:lnTo>
                  <a:lnTo>
                    <a:pt x="192" y="0"/>
                  </a:lnTo>
                  <a:lnTo>
                    <a:pt x="228" y="0"/>
                  </a:lnTo>
                  <a:lnTo>
                    <a:pt x="323" y="15"/>
                  </a:lnTo>
                  <a:lnTo>
                    <a:pt x="339" y="24"/>
                  </a:lnTo>
                  <a:lnTo>
                    <a:pt x="465" y="256"/>
                  </a:lnTo>
                  <a:lnTo>
                    <a:pt x="500" y="341"/>
                  </a:lnTo>
                  <a:lnTo>
                    <a:pt x="479" y="416"/>
                  </a:lnTo>
                  <a:lnTo>
                    <a:pt x="326" y="658"/>
                  </a:lnTo>
                  <a:lnTo>
                    <a:pt x="285" y="705"/>
                  </a:lnTo>
                  <a:lnTo>
                    <a:pt x="228" y="759"/>
                  </a:lnTo>
                  <a:lnTo>
                    <a:pt x="163" y="818"/>
                  </a:lnTo>
                  <a:lnTo>
                    <a:pt x="141" y="837"/>
                  </a:lnTo>
                  <a:lnTo>
                    <a:pt x="22" y="83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7225593" y="1996195"/>
              <a:ext cx="649" cy="649"/>
            </a:xfrm>
            <a:custGeom>
              <a:avLst/>
              <a:pathLst>
                <a:path w="649" h="649">
                  <a:moveTo>
                    <a:pt x="416" y="649"/>
                  </a:moveTo>
                  <a:lnTo>
                    <a:pt x="29" y="630"/>
                  </a:lnTo>
                  <a:lnTo>
                    <a:pt x="17" y="608"/>
                  </a:lnTo>
                  <a:lnTo>
                    <a:pt x="0" y="530"/>
                  </a:lnTo>
                  <a:lnTo>
                    <a:pt x="30" y="481"/>
                  </a:lnTo>
                  <a:lnTo>
                    <a:pt x="124" y="417"/>
                  </a:lnTo>
                  <a:lnTo>
                    <a:pt x="159" y="382"/>
                  </a:lnTo>
                  <a:lnTo>
                    <a:pt x="182" y="336"/>
                  </a:lnTo>
                  <a:lnTo>
                    <a:pt x="179" y="260"/>
                  </a:lnTo>
                  <a:lnTo>
                    <a:pt x="289" y="39"/>
                  </a:lnTo>
                  <a:lnTo>
                    <a:pt x="360" y="0"/>
                  </a:lnTo>
                  <a:lnTo>
                    <a:pt x="372" y="0"/>
                  </a:lnTo>
                  <a:lnTo>
                    <a:pt x="585" y="290"/>
                  </a:lnTo>
                  <a:lnTo>
                    <a:pt x="649" y="436"/>
                  </a:lnTo>
                  <a:lnTo>
                    <a:pt x="416" y="64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7212490" y="1993443"/>
              <a:ext cx="411" cy="388"/>
            </a:xfrm>
            <a:custGeom>
              <a:avLst/>
              <a:pathLst>
                <a:path w="411" h="388">
                  <a:moveTo>
                    <a:pt x="302" y="382"/>
                  </a:moveTo>
                  <a:lnTo>
                    <a:pt x="32" y="388"/>
                  </a:lnTo>
                  <a:lnTo>
                    <a:pt x="0" y="334"/>
                  </a:lnTo>
                  <a:lnTo>
                    <a:pt x="6" y="291"/>
                  </a:lnTo>
                  <a:lnTo>
                    <a:pt x="95" y="60"/>
                  </a:lnTo>
                  <a:lnTo>
                    <a:pt x="107" y="41"/>
                  </a:lnTo>
                  <a:lnTo>
                    <a:pt x="171" y="4"/>
                  </a:lnTo>
                  <a:lnTo>
                    <a:pt x="218" y="0"/>
                  </a:lnTo>
                  <a:lnTo>
                    <a:pt x="371" y="162"/>
                  </a:lnTo>
                  <a:lnTo>
                    <a:pt x="411" y="248"/>
                  </a:lnTo>
                  <a:lnTo>
                    <a:pt x="406" y="267"/>
                  </a:lnTo>
                  <a:lnTo>
                    <a:pt x="302" y="3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7226069" y="1995450"/>
              <a:ext cx="601" cy="419"/>
            </a:xfrm>
            <a:custGeom>
              <a:avLst/>
              <a:pathLst>
                <a:path w="601" h="419">
                  <a:moveTo>
                    <a:pt x="255" y="418"/>
                  </a:moveTo>
                  <a:lnTo>
                    <a:pt x="120" y="419"/>
                  </a:lnTo>
                  <a:lnTo>
                    <a:pt x="46" y="396"/>
                  </a:lnTo>
                  <a:lnTo>
                    <a:pt x="2" y="348"/>
                  </a:lnTo>
                  <a:lnTo>
                    <a:pt x="0" y="337"/>
                  </a:lnTo>
                  <a:lnTo>
                    <a:pt x="54" y="227"/>
                  </a:lnTo>
                  <a:lnTo>
                    <a:pt x="105" y="182"/>
                  </a:lnTo>
                  <a:lnTo>
                    <a:pt x="205" y="174"/>
                  </a:lnTo>
                  <a:lnTo>
                    <a:pt x="326" y="82"/>
                  </a:lnTo>
                  <a:lnTo>
                    <a:pt x="343" y="15"/>
                  </a:lnTo>
                  <a:lnTo>
                    <a:pt x="389" y="0"/>
                  </a:lnTo>
                  <a:lnTo>
                    <a:pt x="464" y="28"/>
                  </a:lnTo>
                  <a:lnTo>
                    <a:pt x="601" y="256"/>
                  </a:lnTo>
                  <a:lnTo>
                    <a:pt x="536" y="375"/>
                  </a:lnTo>
                  <a:lnTo>
                    <a:pt x="255" y="41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7211083" y="1992475"/>
              <a:ext cx="2248" cy="1177"/>
            </a:xfrm>
            <a:custGeom>
              <a:avLst/>
              <a:pathLst>
                <a:path w="2248" h="1177">
                  <a:moveTo>
                    <a:pt x="2021" y="709"/>
                  </a:moveTo>
                  <a:lnTo>
                    <a:pt x="1899" y="743"/>
                  </a:lnTo>
                  <a:lnTo>
                    <a:pt x="1894" y="725"/>
                  </a:lnTo>
                  <a:lnTo>
                    <a:pt x="1843" y="699"/>
                  </a:lnTo>
                  <a:lnTo>
                    <a:pt x="1564" y="698"/>
                  </a:lnTo>
                  <a:lnTo>
                    <a:pt x="1096" y="949"/>
                  </a:lnTo>
                  <a:lnTo>
                    <a:pt x="639" y="1176"/>
                  </a:lnTo>
                  <a:lnTo>
                    <a:pt x="599" y="1177"/>
                  </a:lnTo>
                  <a:lnTo>
                    <a:pt x="487" y="951"/>
                  </a:lnTo>
                  <a:lnTo>
                    <a:pt x="308" y="955"/>
                  </a:lnTo>
                  <a:lnTo>
                    <a:pt x="153" y="874"/>
                  </a:lnTo>
                  <a:lnTo>
                    <a:pt x="87" y="817"/>
                  </a:lnTo>
                  <a:lnTo>
                    <a:pt x="0" y="448"/>
                  </a:lnTo>
                  <a:lnTo>
                    <a:pt x="6" y="408"/>
                  </a:lnTo>
                  <a:lnTo>
                    <a:pt x="24" y="386"/>
                  </a:lnTo>
                  <a:lnTo>
                    <a:pt x="430" y="234"/>
                  </a:lnTo>
                  <a:lnTo>
                    <a:pt x="1374" y="0"/>
                  </a:lnTo>
                  <a:lnTo>
                    <a:pt x="1540" y="25"/>
                  </a:lnTo>
                  <a:lnTo>
                    <a:pt x="1981" y="145"/>
                  </a:lnTo>
                  <a:lnTo>
                    <a:pt x="2186" y="283"/>
                  </a:lnTo>
                  <a:lnTo>
                    <a:pt x="2248" y="352"/>
                  </a:lnTo>
                  <a:lnTo>
                    <a:pt x="2021" y="7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7224919" y="1993536"/>
              <a:ext cx="1950" cy="2254"/>
            </a:xfrm>
            <a:custGeom>
              <a:avLst/>
              <a:pathLst>
                <a:path w="1950" h="2254">
                  <a:moveTo>
                    <a:pt x="1656" y="1291"/>
                  </a:moveTo>
                  <a:lnTo>
                    <a:pt x="1434" y="1423"/>
                  </a:lnTo>
                  <a:lnTo>
                    <a:pt x="1314" y="1448"/>
                  </a:lnTo>
                  <a:lnTo>
                    <a:pt x="1303" y="1367"/>
                  </a:lnTo>
                  <a:lnTo>
                    <a:pt x="1287" y="1355"/>
                  </a:lnTo>
                  <a:lnTo>
                    <a:pt x="1247" y="1351"/>
                  </a:lnTo>
                  <a:lnTo>
                    <a:pt x="1209" y="1359"/>
                  </a:lnTo>
                  <a:lnTo>
                    <a:pt x="1169" y="1375"/>
                  </a:lnTo>
                  <a:lnTo>
                    <a:pt x="1155" y="1387"/>
                  </a:lnTo>
                  <a:lnTo>
                    <a:pt x="1076" y="1585"/>
                  </a:lnTo>
                  <a:lnTo>
                    <a:pt x="1061" y="1689"/>
                  </a:lnTo>
                  <a:lnTo>
                    <a:pt x="1092" y="1808"/>
                  </a:lnTo>
                  <a:lnTo>
                    <a:pt x="1114" y="1849"/>
                  </a:lnTo>
                  <a:lnTo>
                    <a:pt x="1028" y="1956"/>
                  </a:lnTo>
                  <a:lnTo>
                    <a:pt x="782" y="2162"/>
                  </a:lnTo>
                  <a:lnTo>
                    <a:pt x="629" y="2249"/>
                  </a:lnTo>
                  <a:lnTo>
                    <a:pt x="598" y="2254"/>
                  </a:lnTo>
                  <a:lnTo>
                    <a:pt x="539" y="2221"/>
                  </a:lnTo>
                  <a:lnTo>
                    <a:pt x="239" y="1942"/>
                  </a:lnTo>
                  <a:lnTo>
                    <a:pt x="8" y="1683"/>
                  </a:lnTo>
                  <a:lnTo>
                    <a:pt x="0" y="1651"/>
                  </a:lnTo>
                  <a:lnTo>
                    <a:pt x="22" y="1567"/>
                  </a:lnTo>
                  <a:lnTo>
                    <a:pt x="343" y="1281"/>
                  </a:lnTo>
                  <a:lnTo>
                    <a:pt x="381" y="1264"/>
                  </a:lnTo>
                  <a:lnTo>
                    <a:pt x="448" y="1260"/>
                  </a:lnTo>
                  <a:lnTo>
                    <a:pt x="460" y="1266"/>
                  </a:lnTo>
                  <a:lnTo>
                    <a:pt x="486" y="1303"/>
                  </a:lnTo>
                  <a:lnTo>
                    <a:pt x="784" y="1132"/>
                  </a:lnTo>
                  <a:lnTo>
                    <a:pt x="807" y="1098"/>
                  </a:lnTo>
                  <a:lnTo>
                    <a:pt x="848" y="907"/>
                  </a:lnTo>
                  <a:lnTo>
                    <a:pt x="944" y="595"/>
                  </a:lnTo>
                  <a:lnTo>
                    <a:pt x="988" y="537"/>
                  </a:lnTo>
                  <a:lnTo>
                    <a:pt x="1027" y="515"/>
                  </a:lnTo>
                  <a:lnTo>
                    <a:pt x="1093" y="496"/>
                  </a:lnTo>
                  <a:lnTo>
                    <a:pt x="1290" y="259"/>
                  </a:lnTo>
                  <a:lnTo>
                    <a:pt x="1291" y="244"/>
                  </a:lnTo>
                  <a:lnTo>
                    <a:pt x="1271" y="224"/>
                  </a:lnTo>
                  <a:lnTo>
                    <a:pt x="1284" y="175"/>
                  </a:lnTo>
                  <a:lnTo>
                    <a:pt x="1322" y="94"/>
                  </a:lnTo>
                  <a:lnTo>
                    <a:pt x="1352" y="63"/>
                  </a:lnTo>
                  <a:lnTo>
                    <a:pt x="1482" y="0"/>
                  </a:lnTo>
                  <a:lnTo>
                    <a:pt x="1726" y="42"/>
                  </a:lnTo>
                  <a:lnTo>
                    <a:pt x="1916" y="245"/>
                  </a:lnTo>
                  <a:lnTo>
                    <a:pt x="1938" y="305"/>
                  </a:lnTo>
                  <a:lnTo>
                    <a:pt x="1950" y="514"/>
                  </a:lnTo>
                  <a:lnTo>
                    <a:pt x="1919" y="740"/>
                  </a:lnTo>
                  <a:lnTo>
                    <a:pt x="1769" y="1122"/>
                  </a:lnTo>
                  <a:lnTo>
                    <a:pt x="1707" y="1243"/>
                  </a:lnTo>
                  <a:lnTo>
                    <a:pt x="1656" y="129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7217160" y="1991614"/>
              <a:ext cx="448" cy="316"/>
            </a:xfrm>
            <a:custGeom>
              <a:avLst/>
              <a:pathLst>
                <a:path w="448" h="316">
                  <a:moveTo>
                    <a:pt x="350" y="11"/>
                  </a:moveTo>
                  <a:lnTo>
                    <a:pt x="448" y="168"/>
                  </a:lnTo>
                  <a:lnTo>
                    <a:pt x="442" y="236"/>
                  </a:lnTo>
                  <a:lnTo>
                    <a:pt x="407" y="290"/>
                  </a:lnTo>
                  <a:lnTo>
                    <a:pt x="285" y="316"/>
                  </a:lnTo>
                  <a:lnTo>
                    <a:pt x="258" y="303"/>
                  </a:lnTo>
                  <a:lnTo>
                    <a:pt x="197" y="197"/>
                  </a:lnTo>
                  <a:lnTo>
                    <a:pt x="122" y="232"/>
                  </a:lnTo>
                  <a:lnTo>
                    <a:pt x="29" y="174"/>
                  </a:lnTo>
                  <a:lnTo>
                    <a:pt x="0" y="13"/>
                  </a:lnTo>
                  <a:lnTo>
                    <a:pt x="32" y="0"/>
                  </a:lnTo>
                  <a:lnTo>
                    <a:pt x="72" y="69"/>
                  </a:lnTo>
                  <a:lnTo>
                    <a:pt x="147" y="83"/>
                  </a:lnTo>
                  <a:lnTo>
                    <a:pt x="332" y="8"/>
                  </a:lnTo>
                  <a:lnTo>
                    <a:pt x="350" y="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7207085" y="1990293"/>
              <a:ext cx="3994" cy="1936"/>
            </a:xfrm>
            <a:custGeom>
              <a:avLst/>
              <a:pathLst>
                <a:path w="3994" h="1936">
                  <a:moveTo>
                    <a:pt x="3813" y="667"/>
                  </a:moveTo>
                  <a:lnTo>
                    <a:pt x="3588" y="860"/>
                  </a:lnTo>
                  <a:lnTo>
                    <a:pt x="3341" y="914"/>
                  </a:lnTo>
                  <a:lnTo>
                    <a:pt x="3193" y="910"/>
                  </a:lnTo>
                  <a:lnTo>
                    <a:pt x="3108" y="883"/>
                  </a:lnTo>
                  <a:lnTo>
                    <a:pt x="2949" y="975"/>
                  </a:lnTo>
                  <a:lnTo>
                    <a:pt x="2736" y="1120"/>
                  </a:lnTo>
                  <a:lnTo>
                    <a:pt x="2559" y="1338"/>
                  </a:lnTo>
                  <a:lnTo>
                    <a:pt x="2537" y="1522"/>
                  </a:lnTo>
                  <a:lnTo>
                    <a:pt x="2461" y="1623"/>
                  </a:lnTo>
                  <a:lnTo>
                    <a:pt x="2171" y="1753"/>
                  </a:lnTo>
                  <a:lnTo>
                    <a:pt x="1398" y="1907"/>
                  </a:lnTo>
                  <a:lnTo>
                    <a:pt x="1335" y="1907"/>
                  </a:lnTo>
                  <a:lnTo>
                    <a:pt x="1223" y="1874"/>
                  </a:lnTo>
                  <a:lnTo>
                    <a:pt x="715" y="1897"/>
                  </a:lnTo>
                  <a:lnTo>
                    <a:pt x="504" y="1936"/>
                  </a:lnTo>
                  <a:lnTo>
                    <a:pt x="459" y="1896"/>
                  </a:lnTo>
                  <a:lnTo>
                    <a:pt x="382" y="1824"/>
                  </a:lnTo>
                  <a:lnTo>
                    <a:pt x="260" y="1643"/>
                  </a:lnTo>
                  <a:lnTo>
                    <a:pt x="153" y="1420"/>
                  </a:lnTo>
                  <a:lnTo>
                    <a:pt x="89" y="1217"/>
                  </a:lnTo>
                  <a:lnTo>
                    <a:pt x="52" y="1048"/>
                  </a:lnTo>
                  <a:lnTo>
                    <a:pt x="2" y="866"/>
                  </a:lnTo>
                  <a:lnTo>
                    <a:pt x="0" y="820"/>
                  </a:lnTo>
                  <a:lnTo>
                    <a:pt x="36" y="760"/>
                  </a:lnTo>
                  <a:lnTo>
                    <a:pt x="176" y="625"/>
                  </a:lnTo>
                  <a:lnTo>
                    <a:pt x="245" y="575"/>
                  </a:lnTo>
                  <a:lnTo>
                    <a:pt x="352" y="445"/>
                  </a:lnTo>
                  <a:lnTo>
                    <a:pt x="593" y="287"/>
                  </a:lnTo>
                  <a:lnTo>
                    <a:pt x="746" y="253"/>
                  </a:lnTo>
                  <a:lnTo>
                    <a:pt x="1183" y="354"/>
                  </a:lnTo>
                  <a:lnTo>
                    <a:pt x="1189" y="354"/>
                  </a:lnTo>
                  <a:lnTo>
                    <a:pt x="1196" y="356"/>
                  </a:lnTo>
                  <a:lnTo>
                    <a:pt x="1946" y="565"/>
                  </a:lnTo>
                  <a:lnTo>
                    <a:pt x="2574" y="497"/>
                  </a:lnTo>
                  <a:lnTo>
                    <a:pt x="2859" y="436"/>
                  </a:lnTo>
                  <a:lnTo>
                    <a:pt x="3067" y="239"/>
                  </a:lnTo>
                  <a:lnTo>
                    <a:pt x="3095" y="196"/>
                  </a:lnTo>
                  <a:lnTo>
                    <a:pt x="3094" y="121"/>
                  </a:lnTo>
                  <a:lnTo>
                    <a:pt x="3161" y="92"/>
                  </a:lnTo>
                  <a:lnTo>
                    <a:pt x="3491" y="0"/>
                  </a:lnTo>
                  <a:lnTo>
                    <a:pt x="3771" y="49"/>
                  </a:lnTo>
                  <a:lnTo>
                    <a:pt x="3930" y="195"/>
                  </a:lnTo>
                  <a:lnTo>
                    <a:pt x="3994" y="368"/>
                  </a:lnTo>
                  <a:lnTo>
                    <a:pt x="3813" y="6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7212523" y="1990020"/>
              <a:ext cx="1133" cy="787"/>
            </a:xfrm>
            <a:custGeom>
              <a:avLst/>
              <a:pathLst>
                <a:path w="1133" h="787">
                  <a:moveTo>
                    <a:pt x="1133" y="427"/>
                  </a:moveTo>
                  <a:lnTo>
                    <a:pt x="1097" y="519"/>
                  </a:lnTo>
                  <a:lnTo>
                    <a:pt x="887" y="674"/>
                  </a:lnTo>
                  <a:lnTo>
                    <a:pt x="704" y="787"/>
                  </a:lnTo>
                  <a:lnTo>
                    <a:pt x="641" y="784"/>
                  </a:lnTo>
                  <a:lnTo>
                    <a:pt x="704" y="654"/>
                  </a:lnTo>
                  <a:lnTo>
                    <a:pt x="680" y="521"/>
                  </a:lnTo>
                  <a:lnTo>
                    <a:pt x="541" y="379"/>
                  </a:lnTo>
                  <a:lnTo>
                    <a:pt x="473" y="375"/>
                  </a:lnTo>
                  <a:lnTo>
                    <a:pt x="389" y="418"/>
                  </a:lnTo>
                  <a:lnTo>
                    <a:pt x="359" y="416"/>
                  </a:lnTo>
                  <a:lnTo>
                    <a:pt x="169" y="320"/>
                  </a:lnTo>
                  <a:lnTo>
                    <a:pt x="0" y="145"/>
                  </a:lnTo>
                  <a:lnTo>
                    <a:pt x="20" y="24"/>
                  </a:lnTo>
                  <a:lnTo>
                    <a:pt x="216" y="0"/>
                  </a:lnTo>
                  <a:lnTo>
                    <a:pt x="321" y="22"/>
                  </a:lnTo>
                  <a:lnTo>
                    <a:pt x="999" y="305"/>
                  </a:lnTo>
                  <a:lnTo>
                    <a:pt x="1133" y="4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7211721" y="1989801"/>
              <a:ext cx="572" cy="533"/>
            </a:xfrm>
            <a:custGeom>
              <a:avLst/>
              <a:pathLst>
                <a:path w="572" h="533">
                  <a:moveTo>
                    <a:pt x="51" y="531"/>
                  </a:moveTo>
                  <a:lnTo>
                    <a:pt x="25" y="533"/>
                  </a:lnTo>
                  <a:lnTo>
                    <a:pt x="0" y="516"/>
                  </a:lnTo>
                  <a:lnTo>
                    <a:pt x="13" y="295"/>
                  </a:lnTo>
                  <a:lnTo>
                    <a:pt x="61" y="178"/>
                  </a:lnTo>
                  <a:lnTo>
                    <a:pt x="225" y="37"/>
                  </a:lnTo>
                  <a:lnTo>
                    <a:pt x="300" y="0"/>
                  </a:lnTo>
                  <a:lnTo>
                    <a:pt x="492" y="36"/>
                  </a:lnTo>
                  <a:lnTo>
                    <a:pt x="572" y="221"/>
                  </a:lnTo>
                  <a:lnTo>
                    <a:pt x="542" y="268"/>
                  </a:lnTo>
                  <a:lnTo>
                    <a:pt x="484" y="307"/>
                  </a:lnTo>
                  <a:lnTo>
                    <a:pt x="280" y="415"/>
                  </a:lnTo>
                  <a:lnTo>
                    <a:pt x="269" y="430"/>
                  </a:lnTo>
                  <a:lnTo>
                    <a:pt x="51" y="5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7206031" y="1988022"/>
              <a:ext cx="1295" cy="1214"/>
            </a:xfrm>
            <a:custGeom>
              <a:avLst/>
              <a:pathLst>
                <a:path w="1295" h="1214">
                  <a:moveTo>
                    <a:pt x="1295" y="371"/>
                  </a:moveTo>
                  <a:lnTo>
                    <a:pt x="1173" y="534"/>
                  </a:lnTo>
                  <a:lnTo>
                    <a:pt x="1111" y="529"/>
                  </a:lnTo>
                  <a:lnTo>
                    <a:pt x="1018" y="487"/>
                  </a:lnTo>
                  <a:lnTo>
                    <a:pt x="552" y="590"/>
                  </a:lnTo>
                  <a:lnTo>
                    <a:pt x="501" y="651"/>
                  </a:lnTo>
                  <a:lnTo>
                    <a:pt x="495" y="691"/>
                  </a:lnTo>
                  <a:lnTo>
                    <a:pt x="558" y="665"/>
                  </a:lnTo>
                  <a:lnTo>
                    <a:pt x="759" y="621"/>
                  </a:lnTo>
                  <a:lnTo>
                    <a:pt x="1036" y="585"/>
                  </a:lnTo>
                  <a:lnTo>
                    <a:pt x="1085" y="594"/>
                  </a:lnTo>
                  <a:lnTo>
                    <a:pt x="1167" y="771"/>
                  </a:lnTo>
                  <a:lnTo>
                    <a:pt x="1079" y="1149"/>
                  </a:lnTo>
                  <a:lnTo>
                    <a:pt x="1031" y="1198"/>
                  </a:lnTo>
                  <a:lnTo>
                    <a:pt x="952" y="1214"/>
                  </a:lnTo>
                  <a:lnTo>
                    <a:pt x="598" y="1144"/>
                  </a:lnTo>
                  <a:lnTo>
                    <a:pt x="580" y="1101"/>
                  </a:lnTo>
                  <a:lnTo>
                    <a:pt x="562" y="925"/>
                  </a:lnTo>
                  <a:lnTo>
                    <a:pt x="525" y="900"/>
                  </a:lnTo>
                  <a:lnTo>
                    <a:pt x="455" y="855"/>
                  </a:lnTo>
                  <a:lnTo>
                    <a:pt x="438" y="877"/>
                  </a:lnTo>
                  <a:lnTo>
                    <a:pt x="378" y="885"/>
                  </a:lnTo>
                  <a:lnTo>
                    <a:pt x="375" y="890"/>
                  </a:lnTo>
                  <a:lnTo>
                    <a:pt x="319" y="937"/>
                  </a:lnTo>
                  <a:lnTo>
                    <a:pt x="278" y="955"/>
                  </a:lnTo>
                  <a:lnTo>
                    <a:pt x="265" y="949"/>
                  </a:lnTo>
                  <a:lnTo>
                    <a:pt x="231" y="833"/>
                  </a:lnTo>
                  <a:lnTo>
                    <a:pt x="182" y="721"/>
                  </a:lnTo>
                  <a:lnTo>
                    <a:pt x="169" y="703"/>
                  </a:lnTo>
                  <a:lnTo>
                    <a:pt x="129" y="701"/>
                  </a:lnTo>
                  <a:lnTo>
                    <a:pt x="118" y="710"/>
                  </a:lnTo>
                  <a:lnTo>
                    <a:pt x="127" y="766"/>
                  </a:lnTo>
                  <a:lnTo>
                    <a:pt x="157" y="817"/>
                  </a:lnTo>
                  <a:lnTo>
                    <a:pt x="228" y="1045"/>
                  </a:lnTo>
                  <a:lnTo>
                    <a:pt x="223" y="1099"/>
                  </a:lnTo>
                  <a:lnTo>
                    <a:pt x="165" y="1179"/>
                  </a:lnTo>
                  <a:lnTo>
                    <a:pt x="128" y="1198"/>
                  </a:lnTo>
                  <a:lnTo>
                    <a:pt x="88" y="1135"/>
                  </a:lnTo>
                  <a:lnTo>
                    <a:pt x="34" y="974"/>
                  </a:lnTo>
                  <a:lnTo>
                    <a:pt x="0" y="779"/>
                  </a:lnTo>
                  <a:lnTo>
                    <a:pt x="9" y="733"/>
                  </a:lnTo>
                  <a:lnTo>
                    <a:pt x="96" y="627"/>
                  </a:lnTo>
                  <a:lnTo>
                    <a:pt x="104" y="566"/>
                  </a:lnTo>
                  <a:lnTo>
                    <a:pt x="167" y="570"/>
                  </a:lnTo>
                  <a:lnTo>
                    <a:pt x="209" y="429"/>
                  </a:lnTo>
                  <a:lnTo>
                    <a:pt x="379" y="261"/>
                  </a:lnTo>
                  <a:lnTo>
                    <a:pt x="719" y="28"/>
                  </a:lnTo>
                  <a:lnTo>
                    <a:pt x="790" y="0"/>
                  </a:lnTo>
                  <a:lnTo>
                    <a:pt x="1004" y="147"/>
                  </a:lnTo>
                  <a:lnTo>
                    <a:pt x="1294" y="347"/>
                  </a:lnTo>
                  <a:lnTo>
                    <a:pt x="1295" y="3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7216741" y="1989597"/>
              <a:ext cx="1721" cy="1425"/>
            </a:xfrm>
            <a:custGeom>
              <a:avLst/>
              <a:pathLst>
                <a:path w="1721" h="1425">
                  <a:moveTo>
                    <a:pt x="1424" y="21"/>
                  </a:moveTo>
                  <a:lnTo>
                    <a:pt x="1557" y="77"/>
                  </a:lnTo>
                  <a:lnTo>
                    <a:pt x="1598" y="71"/>
                  </a:lnTo>
                  <a:lnTo>
                    <a:pt x="1647" y="72"/>
                  </a:lnTo>
                  <a:lnTo>
                    <a:pt x="1693" y="111"/>
                  </a:lnTo>
                  <a:lnTo>
                    <a:pt x="1721" y="172"/>
                  </a:lnTo>
                  <a:lnTo>
                    <a:pt x="1716" y="180"/>
                  </a:lnTo>
                  <a:lnTo>
                    <a:pt x="1619" y="230"/>
                  </a:lnTo>
                  <a:lnTo>
                    <a:pt x="1569" y="277"/>
                  </a:lnTo>
                  <a:lnTo>
                    <a:pt x="1523" y="336"/>
                  </a:lnTo>
                  <a:lnTo>
                    <a:pt x="1446" y="497"/>
                  </a:lnTo>
                  <a:lnTo>
                    <a:pt x="1345" y="613"/>
                  </a:lnTo>
                  <a:lnTo>
                    <a:pt x="1283" y="642"/>
                  </a:lnTo>
                  <a:lnTo>
                    <a:pt x="1219" y="708"/>
                  </a:lnTo>
                  <a:lnTo>
                    <a:pt x="1182" y="850"/>
                  </a:lnTo>
                  <a:lnTo>
                    <a:pt x="1181" y="875"/>
                  </a:lnTo>
                  <a:lnTo>
                    <a:pt x="1178" y="878"/>
                  </a:lnTo>
                  <a:lnTo>
                    <a:pt x="1175" y="936"/>
                  </a:lnTo>
                  <a:lnTo>
                    <a:pt x="1187" y="996"/>
                  </a:lnTo>
                  <a:lnTo>
                    <a:pt x="1233" y="1027"/>
                  </a:lnTo>
                  <a:lnTo>
                    <a:pt x="1279" y="1039"/>
                  </a:lnTo>
                  <a:lnTo>
                    <a:pt x="1444" y="1195"/>
                  </a:lnTo>
                  <a:lnTo>
                    <a:pt x="1525" y="1322"/>
                  </a:lnTo>
                  <a:lnTo>
                    <a:pt x="1548" y="1413"/>
                  </a:lnTo>
                  <a:lnTo>
                    <a:pt x="1529" y="1425"/>
                  </a:lnTo>
                  <a:lnTo>
                    <a:pt x="1245" y="1322"/>
                  </a:lnTo>
                  <a:lnTo>
                    <a:pt x="1187" y="1169"/>
                  </a:lnTo>
                  <a:lnTo>
                    <a:pt x="1124" y="1116"/>
                  </a:lnTo>
                  <a:lnTo>
                    <a:pt x="1058" y="1099"/>
                  </a:lnTo>
                  <a:lnTo>
                    <a:pt x="999" y="1126"/>
                  </a:lnTo>
                  <a:lnTo>
                    <a:pt x="982" y="1186"/>
                  </a:lnTo>
                  <a:lnTo>
                    <a:pt x="952" y="1226"/>
                  </a:lnTo>
                  <a:lnTo>
                    <a:pt x="910" y="1255"/>
                  </a:lnTo>
                  <a:lnTo>
                    <a:pt x="856" y="1253"/>
                  </a:lnTo>
                  <a:lnTo>
                    <a:pt x="812" y="1243"/>
                  </a:lnTo>
                  <a:lnTo>
                    <a:pt x="800" y="1240"/>
                  </a:lnTo>
                  <a:lnTo>
                    <a:pt x="796" y="1238"/>
                  </a:lnTo>
                  <a:lnTo>
                    <a:pt x="790" y="1213"/>
                  </a:lnTo>
                  <a:lnTo>
                    <a:pt x="782" y="1178"/>
                  </a:lnTo>
                  <a:lnTo>
                    <a:pt x="826" y="1117"/>
                  </a:lnTo>
                  <a:lnTo>
                    <a:pt x="824" y="1104"/>
                  </a:lnTo>
                  <a:lnTo>
                    <a:pt x="821" y="1094"/>
                  </a:lnTo>
                  <a:lnTo>
                    <a:pt x="821" y="1085"/>
                  </a:lnTo>
                  <a:lnTo>
                    <a:pt x="823" y="1075"/>
                  </a:lnTo>
                  <a:lnTo>
                    <a:pt x="795" y="913"/>
                  </a:lnTo>
                  <a:lnTo>
                    <a:pt x="791" y="882"/>
                  </a:lnTo>
                  <a:lnTo>
                    <a:pt x="788" y="865"/>
                  </a:lnTo>
                  <a:lnTo>
                    <a:pt x="778" y="867"/>
                  </a:lnTo>
                  <a:lnTo>
                    <a:pt x="773" y="865"/>
                  </a:lnTo>
                  <a:lnTo>
                    <a:pt x="773" y="859"/>
                  </a:lnTo>
                  <a:lnTo>
                    <a:pt x="779" y="853"/>
                  </a:lnTo>
                  <a:lnTo>
                    <a:pt x="785" y="848"/>
                  </a:lnTo>
                  <a:lnTo>
                    <a:pt x="788" y="843"/>
                  </a:lnTo>
                  <a:lnTo>
                    <a:pt x="791" y="837"/>
                  </a:lnTo>
                  <a:lnTo>
                    <a:pt x="793" y="826"/>
                  </a:lnTo>
                  <a:lnTo>
                    <a:pt x="794" y="815"/>
                  </a:lnTo>
                  <a:lnTo>
                    <a:pt x="793" y="808"/>
                  </a:lnTo>
                  <a:lnTo>
                    <a:pt x="789" y="800"/>
                  </a:lnTo>
                  <a:lnTo>
                    <a:pt x="786" y="795"/>
                  </a:lnTo>
                  <a:lnTo>
                    <a:pt x="782" y="791"/>
                  </a:lnTo>
                  <a:lnTo>
                    <a:pt x="777" y="786"/>
                  </a:lnTo>
                  <a:lnTo>
                    <a:pt x="744" y="754"/>
                  </a:lnTo>
                  <a:lnTo>
                    <a:pt x="733" y="747"/>
                  </a:lnTo>
                  <a:lnTo>
                    <a:pt x="725" y="744"/>
                  </a:lnTo>
                  <a:lnTo>
                    <a:pt x="718" y="742"/>
                  </a:lnTo>
                  <a:lnTo>
                    <a:pt x="711" y="743"/>
                  </a:lnTo>
                  <a:lnTo>
                    <a:pt x="667" y="735"/>
                  </a:lnTo>
                  <a:lnTo>
                    <a:pt x="570" y="777"/>
                  </a:lnTo>
                  <a:lnTo>
                    <a:pt x="379" y="801"/>
                  </a:lnTo>
                  <a:lnTo>
                    <a:pt x="100" y="581"/>
                  </a:lnTo>
                  <a:lnTo>
                    <a:pt x="0" y="417"/>
                  </a:lnTo>
                  <a:lnTo>
                    <a:pt x="9" y="234"/>
                  </a:lnTo>
                  <a:lnTo>
                    <a:pt x="70" y="153"/>
                  </a:lnTo>
                  <a:lnTo>
                    <a:pt x="441" y="83"/>
                  </a:lnTo>
                  <a:lnTo>
                    <a:pt x="534" y="163"/>
                  </a:lnTo>
                  <a:lnTo>
                    <a:pt x="997" y="169"/>
                  </a:lnTo>
                  <a:lnTo>
                    <a:pt x="1147" y="144"/>
                  </a:lnTo>
                  <a:lnTo>
                    <a:pt x="1221" y="91"/>
                  </a:lnTo>
                  <a:lnTo>
                    <a:pt x="1246" y="32"/>
                  </a:lnTo>
                  <a:lnTo>
                    <a:pt x="1332" y="0"/>
                  </a:lnTo>
                  <a:lnTo>
                    <a:pt x="1424" y="2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7206428" y="1987483"/>
              <a:ext cx="563" cy="391"/>
            </a:xfrm>
            <a:custGeom>
              <a:avLst/>
              <a:pathLst>
                <a:path w="563" h="391">
                  <a:moveTo>
                    <a:pt x="112" y="114"/>
                  </a:moveTo>
                  <a:lnTo>
                    <a:pt x="122" y="129"/>
                  </a:lnTo>
                  <a:lnTo>
                    <a:pt x="139" y="130"/>
                  </a:lnTo>
                  <a:lnTo>
                    <a:pt x="185" y="110"/>
                  </a:lnTo>
                  <a:lnTo>
                    <a:pt x="220" y="91"/>
                  </a:lnTo>
                  <a:lnTo>
                    <a:pt x="237" y="75"/>
                  </a:lnTo>
                  <a:lnTo>
                    <a:pt x="248" y="62"/>
                  </a:lnTo>
                  <a:lnTo>
                    <a:pt x="257" y="58"/>
                  </a:lnTo>
                  <a:lnTo>
                    <a:pt x="271" y="61"/>
                  </a:lnTo>
                  <a:lnTo>
                    <a:pt x="291" y="78"/>
                  </a:lnTo>
                  <a:lnTo>
                    <a:pt x="331" y="93"/>
                  </a:lnTo>
                  <a:lnTo>
                    <a:pt x="364" y="100"/>
                  </a:lnTo>
                  <a:lnTo>
                    <a:pt x="401" y="111"/>
                  </a:lnTo>
                  <a:lnTo>
                    <a:pt x="432" y="107"/>
                  </a:lnTo>
                  <a:lnTo>
                    <a:pt x="489" y="95"/>
                  </a:lnTo>
                  <a:lnTo>
                    <a:pt x="520" y="88"/>
                  </a:lnTo>
                  <a:lnTo>
                    <a:pt x="544" y="82"/>
                  </a:lnTo>
                  <a:lnTo>
                    <a:pt x="563" y="88"/>
                  </a:lnTo>
                  <a:lnTo>
                    <a:pt x="563" y="99"/>
                  </a:lnTo>
                  <a:lnTo>
                    <a:pt x="559" y="114"/>
                  </a:lnTo>
                  <a:lnTo>
                    <a:pt x="543" y="123"/>
                  </a:lnTo>
                  <a:lnTo>
                    <a:pt x="451" y="177"/>
                  </a:lnTo>
                  <a:lnTo>
                    <a:pt x="444" y="194"/>
                  </a:lnTo>
                  <a:lnTo>
                    <a:pt x="445" y="206"/>
                  </a:lnTo>
                  <a:lnTo>
                    <a:pt x="455" y="220"/>
                  </a:lnTo>
                  <a:lnTo>
                    <a:pt x="459" y="226"/>
                  </a:lnTo>
                  <a:lnTo>
                    <a:pt x="463" y="231"/>
                  </a:lnTo>
                  <a:lnTo>
                    <a:pt x="465" y="250"/>
                  </a:lnTo>
                  <a:lnTo>
                    <a:pt x="461" y="267"/>
                  </a:lnTo>
                  <a:lnTo>
                    <a:pt x="454" y="274"/>
                  </a:lnTo>
                  <a:lnTo>
                    <a:pt x="416" y="278"/>
                  </a:lnTo>
                  <a:lnTo>
                    <a:pt x="186" y="313"/>
                  </a:lnTo>
                  <a:lnTo>
                    <a:pt x="164" y="325"/>
                  </a:lnTo>
                  <a:lnTo>
                    <a:pt x="110" y="391"/>
                  </a:lnTo>
                  <a:lnTo>
                    <a:pt x="65" y="387"/>
                  </a:lnTo>
                  <a:lnTo>
                    <a:pt x="16" y="353"/>
                  </a:lnTo>
                  <a:lnTo>
                    <a:pt x="6" y="316"/>
                  </a:lnTo>
                  <a:lnTo>
                    <a:pt x="6" y="292"/>
                  </a:lnTo>
                  <a:lnTo>
                    <a:pt x="10" y="260"/>
                  </a:lnTo>
                  <a:lnTo>
                    <a:pt x="25" y="195"/>
                  </a:lnTo>
                  <a:lnTo>
                    <a:pt x="32" y="149"/>
                  </a:lnTo>
                  <a:lnTo>
                    <a:pt x="28" y="112"/>
                  </a:lnTo>
                  <a:lnTo>
                    <a:pt x="8" y="71"/>
                  </a:lnTo>
                  <a:lnTo>
                    <a:pt x="0" y="44"/>
                  </a:lnTo>
                  <a:lnTo>
                    <a:pt x="3" y="17"/>
                  </a:lnTo>
                  <a:lnTo>
                    <a:pt x="9" y="13"/>
                  </a:lnTo>
                  <a:lnTo>
                    <a:pt x="21" y="4"/>
                  </a:lnTo>
                  <a:lnTo>
                    <a:pt x="41" y="0"/>
                  </a:lnTo>
                  <a:lnTo>
                    <a:pt x="59" y="3"/>
                  </a:lnTo>
                  <a:lnTo>
                    <a:pt x="71" y="9"/>
                  </a:lnTo>
                  <a:lnTo>
                    <a:pt x="116" y="28"/>
                  </a:lnTo>
                  <a:lnTo>
                    <a:pt x="123" y="58"/>
                  </a:lnTo>
                  <a:lnTo>
                    <a:pt x="115" y="90"/>
                  </a:lnTo>
                  <a:lnTo>
                    <a:pt x="112" y="11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7233890" y="1991656"/>
              <a:ext cx="745" cy="506"/>
            </a:xfrm>
            <a:custGeom>
              <a:avLst/>
              <a:pathLst>
                <a:path w="745" h="506">
                  <a:moveTo>
                    <a:pt x="640" y="506"/>
                  </a:moveTo>
                  <a:lnTo>
                    <a:pt x="492" y="486"/>
                  </a:lnTo>
                  <a:lnTo>
                    <a:pt x="46" y="371"/>
                  </a:lnTo>
                  <a:lnTo>
                    <a:pt x="14" y="275"/>
                  </a:lnTo>
                  <a:lnTo>
                    <a:pt x="0" y="197"/>
                  </a:lnTo>
                  <a:lnTo>
                    <a:pt x="2" y="163"/>
                  </a:lnTo>
                  <a:lnTo>
                    <a:pt x="162" y="10"/>
                  </a:lnTo>
                  <a:lnTo>
                    <a:pt x="203" y="0"/>
                  </a:lnTo>
                  <a:lnTo>
                    <a:pt x="331" y="4"/>
                  </a:lnTo>
                  <a:lnTo>
                    <a:pt x="359" y="4"/>
                  </a:lnTo>
                  <a:lnTo>
                    <a:pt x="449" y="111"/>
                  </a:lnTo>
                  <a:lnTo>
                    <a:pt x="741" y="217"/>
                  </a:lnTo>
                  <a:lnTo>
                    <a:pt x="745" y="312"/>
                  </a:lnTo>
                  <a:lnTo>
                    <a:pt x="698" y="475"/>
                  </a:lnTo>
                  <a:lnTo>
                    <a:pt x="674" y="497"/>
                  </a:lnTo>
                  <a:lnTo>
                    <a:pt x="640" y="5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7232748" y="1991361"/>
              <a:ext cx="400" cy="266"/>
            </a:xfrm>
            <a:custGeom>
              <a:avLst/>
              <a:pathLst>
                <a:path w="400" h="266">
                  <a:moveTo>
                    <a:pt x="296" y="219"/>
                  </a:moveTo>
                  <a:lnTo>
                    <a:pt x="39" y="266"/>
                  </a:lnTo>
                  <a:lnTo>
                    <a:pt x="0" y="213"/>
                  </a:lnTo>
                  <a:lnTo>
                    <a:pt x="1" y="169"/>
                  </a:lnTo>
                  <a:lnTo>
                    <a:pt x="134" y="13"/>
                  </a:lnTo>
                  <a:lnTo>
                    <a:pt x="278" y="0"/>
                  </a:lnTo>
                  <a:lnTo>
                    <a:pt x="388" y="49"/>
                  </a:lnTo>
                  <a:lnTo>
                    <a:pt x="400" y="113"/>
                  </a:lnTo>
                  <a:lnTo>
                    <a:pt x="369" y="161"/>
                  </a:lnTo>
                  <a:lnTo>
                    <a:pt x="363" y="165"/>
                  </a:lnTo>
                  <a:lnTo>
                    <a:pt x="296" y="2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7206660" y="1986938"/>
              <a:ext cx="401" cy="385"/>
            </a:xfrm>
            <a:custGeom>
              <a:avLst/>
              <a:pathLst>
                <a:path w="401" h="385">
                  <a:moveTo>
                    <a:pt x="167" y="385"/>
                  </a:moveTo>
                  <a:lnTo>
                    <a:pt x="67" y="379"/>
                  </a:lnTo>
                  <a:lnTo>
                    <a:pt x="40" y="353"/>
                  </a:lnTo>
                  <a:lnTo>
                    <a:pt x="0" y="130"/>
                  </a:lnTo>
                  <a:lnTo>
                    <a:pt x="218" y="0"/>
                  </a:lnTo>
                  <a:lnTo>
                    <a:pt x="241" y="1"/>
                  </a:lnTo>
                  <a:lnTo>
                    <a:pt x="334" y="77"/>
                  </a:lnTo>
                  <a:lnTo>
                    <a:pt x="396" y="159"/>
                  </a:lnTo>
                  <a:lnTo>
                    <a:pt x="401" y="228"/>
                  </a:lnTo>
                  <a:lnTo>
                    <a:pt x="293" y="348"/>
                  </a:lnTo>
                  <a:lnTo>
                    <a:pt x="167" y="3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7225016" y="1989505"/>
              <a:ext cx="741" cy="510"/>
            </a:xfrm>
            <a:custGeom>
              <a:avLst/>
              <a:pathLst>
                <a:path w="741" h="510">
                  <a:moveTo>
                    <a:pt x="619" y="471"/>
                  </a:moveTo>
                  <a:lnTo>
                    <a:pt x="537" y="510"/>
                  </a:lnTo>
                  <a:lnTo>
                    <a:pt x="517" y="505"/>
                  </a:lnTo>
                  <a:lnTo>
                    <a:pt x="160" y="302"/>
                  </a:lnTo>
                  <a:lnTo>
                    <a:pt x="15" y="130"/>
                  </a:lnTo>
                  <a:lnTo>
                    <a:pt x="3" y="112"/>
                  </a:lnTo>
                  <a:lnTo>
                    <a:pt x="0" y="90"/>
                  </a:lnTo>
                  <a:lnTo>
                    <a:pt x="4" y="57"/>
                  </a:lnTo>
                  <a:lnTo>
                    <a:pt x="138" y="0"/>
                  </a:lnTo>
                  <a:lnTo>
                    <a:pt x="449" y="28"/>
                  </a:lnTo>
                  <a:lnTo>
                    <a:pt x="509" y="45"/>
                  </a:lnTo>
                  <a:lnTo>
                    <a:pt x="528" y="56"/>
                  </a:lnTo>
                  <a:lnTo>
                    <a:pt x="727" y="204"/>
                  </a:lnTo>
                  <a:lnTo>
                    <a:pt x="730" y="217"/>
                  </a:lnTo>
                  <a:lnTo>
                    <a:pt x="741" y="286"/>
                  </a:lnTo>
                  <a:lnTo>
                    <a:pt x="712" y="358"/>
                  </a:lnTo>
                  <a:lnTo>
                    <a:pt x="664" y="437"/>
                  </a:lnTo>
                  <a:lnTo>
                    <a:pt x="619" y="4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7204282" y="1985907"/>
              <a:ext cx="1116" cy="1282"/>
            </a:xfrm>
            <a:custGeom>
              <a:avLst/>
              <a:pathLst>
                <a:path w="1116" h="1282">
                  <a:moveTo>
                    <a:pt x="1112" y="306"/>
                  </a:moveTo>
                  <a:lnTo>
                    <a:pt x="1019" y="397"/>
                  </a:lnTo>
                  <a:lnTo>
                    <a:pt x="967" y="371"/>
                  </a:lnTo>
                  <a:lnTo>
                    <a:pt x="945" y="393"/>
                  </a:lnTo>
                  <a:lnTo>
                    <a:pt x="879" y="564"/>
                  </a:lnTo>
                  <a:lnTo>
                    <a:pt x="889" y="647"/>
                  </a:lnTo>
                  <a:lnTo>
                    <a:pt x="860" y="805"/>
                  </a:lnTo>
                  <a:lnTo>
                    <a:pt x="656" y="1146"/>
                  </a:lnTo>
                  <a:lnTo>
                    <a:pt x="596" y="1203"/>
                  </a:lnTo>
                  <a:lnTo>
                    <a:pt x="509" y="1238"/>
                  </a:lnTo>
                  <a:lnTo>
                    <a:pt x="322" y="1282"/>
                  </a:lnTo>
                  <a:lnTo>
                    <a:pt x="184" y="1258"/>
                  </a:lnTo>
                  <a:lnTo>
                    <a:pt x="31" y="1182"/>
                  </a:lnTo>
                  <a:lnTo>
                    <a:pt x="13" y="1162"/>
                  </a:lnTo>
                  <a:lnTo>
                    <a:pt x="0" y="1128"/>
                  </a:lnTo>
                  <a:lnTo>
                    <a:pt x="20" y="989"/>
                  </a:lnTo>
                  <a:lnTo>
                    <a:pt x="165" y="806"/>
                  </a:lnTo>
                  <a:lnTo>
                    <a:pt x="239" y="638"/>
                  </a:lnTo>
                  <a:lnTo>
                    <a:pt x="342" y="234"/>
                  </a:lnTo>
                  <a:lnTo>
                    <a:pt x="371" y="53"/>
                  </a:lnTo>
                  <a:lnTo>
                    <a:pt x="389" y="35"/>
                  </a:lnTo>
                  <a:lnTo>
                    <a:pt x="546" y="0"/>
                  </a:lnTo>
                  <a:lnTo>
                    <a:pt x="1015" y="112"/>
                  </a:lnTo>
                  <a:lnTo>
                    <a:pt x="1068" y="128"/>
                  </a:lnTo>
                  <a:lnTo>
                    <a:pt x="1094" y="152"/>
                  </a:lnTo>
                  <a:lnTo>
                    <a:pt x="1116" y="236"/>
                  </a:lnTo>
                  <a:lnTo>
                    <a:pt x="1112" y="3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7235130" y="1990067"/>
              <a:ext cx="289" cy="384"/>
            </a:xfrm>
            <a:custGeom>
              <a:avLst/>
              <a:pathLst>
                <a:path w="289" h="384">
                  <a:moveTo>
                    <a:pt x="244" y="77"/>
                  </a:moveTo>
                  <a:lnTo>
                    <a:pt x="283" y="195"/>
                  </a:lnTo>
                  <a:lnTo>
                    <a:pt x="289" y="248"/>
                  </a:lnTo>
                  <a:lnTo>
                    <a:pt x="215" y="370"/>
                  </a:lnTo>
                  <a:lnTo>
                    <a:pt x="175" y="384"/>
                  </a:lnTo>
                  <a:lnTo>
                    <a:pt x="82" y="381"/>
                  </a:lnTo>
                  <a:lnTo>
                    <a:pt x="12" y="359"/>
                  </a:lnTo>
                  <a:lnTo>
                    <a:pt x="9" y="336"/>
                  </a:lnTo>
                  <a:lnTo>
                    <a:pt x="25" y="307"/>
                  </a:lnTo>
                  <a:lnTo>
                    <a:pt x="43" y="293"/>
                  </a:lnTo>
                  <a:lnTo>
                    <a:pt x="119" y="270"/>
                  </a:lnTo>
                  <a:lnTo>
                    <a:pt x="164" y="163"/>
                  </a:lnTo>
                  <a:lnTo>
                    <a:pt x="155" y="115"/>
                  </a:lnTo>
                  <a:lnTo>
                    <a:pt x="115" y="82"/>
                  </a:lnTo>
                  <a:lnTo>
                    <a:pt x="87" y="72"/>
                  </a:lnTo>
                  <a:lnTo>
                    <a:pt x="6" y="81"/>
                  </a:lnTo>
                  <a:lnTo>
                    <a:pt x="0" y="68"/>
                  </a:lnTo>
                  <a:lnTo>
                    <a:pt x="0" y="56"/>
                  </a:lnTo>
                  <a:lnTo>
                    <a:pt x="9" y="44"/>
                  </a:lnTo>
                  <a:lnTo>
                    <a:pt x="42" y="12"/>
                  </a:lnTo>
                  <a:lnTo>
                    <a:pt x="62" y="1"/>
                  </a:lnTo>
                  <a:lnTo>
                    <a:pt x="156" y="0"/>
                  </a:lnTo>
                  <a:lnTo>
                    <a:pt x="183" y="12"/>
                  </a:lnTo>
                  <a:lnTo>
                    <a:pt x="225" y="45"/>
                  </a:lnTo>
                  <a:lnTo>
                    <a:pt x="244" y="7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7233656" y="1988978"/>
              <a:ext cx="971" cy="574"/>
            </a:xfrm>
            <a:custGeom>
              <a:avLst/>
              <a:pathLst>
                <a:path w="971" h="574">
                  <a:moveTo>
                    <a:pt x="651" y="195"/>
                  </a:moveTo>
                  <a:lnTo>
                    <a:pt x="790" y="264"/>
                  </a:lnTo>
                  <a:lnTo>
                    <a:pt x="905" y="275"/>
                  </a:lnTo>
                  <a:lnTo>
                    <a:pt x="935" y="284"/>
                  </a:lnTo>
                  <a:lnTo>
                    <a:pt x="964" y="341"/>
                  </a:lnTo>
                  <a:lnTo>
                    <a:pt x="970" y="377"/>
                  </a:lnTo>
                  <a:lnTo>
                    <a:pt x="971" y="382"/>
                  </a:lnTo>
                  <a:lnTo>
                    <a:pt x="968" y="388"/>
                  </a:lnTo>
                  <a:lnTo>
                    <a:pt x="964" y="395"/>
                  </a:lnTo>
                  <a:lnTo>
                    <a:pt x="962" y="399"/>
                  </a:lnTo>
                  <a:lnTo>
                    <a:pt x="948" y="411"/>
                  </a:lnTo>
                  <a:lnTo>
                    <a:pt x="879" y="438"/>
                  </a:lnTo>
                  <a:lnTo>
                    <a:pt x="828" y="448"/>
                  </a:lnTo>
                  <a:lnTo>
                    <a:pt x="775" y="436"/>
                  </a:lnTo>
                  <a:lnTo>
                    <a:pt x="756" y="422"/>
                  </a:lnTo>
                  <a:lnTo>
                    <a:pt x="630" y="436"/>
                  </a:lnTo>
                  <a:lnTo>
                    <a:pt x="421" y="513"/>
                  </a:lnTo>
                  <a:lnTo>
                    <a:pt x="231" y="574"/>
                  </a:lnTo>
                  <a:lnTo>
                    <a:pt x="75" y="523"/>
                  </a:lnTo>
                  <a:lnTo>
                    <a:pt x="3" y="483"/>
                  </a:lnTo>
                  <a:lnTo>
                    <a:pt x="0" y="458"/>
                  </a:lnTo>
                  <a:lnTo>
                    <a:pt x="54" y="341"/>
                  </a:lnTo>
                  <a:lnTo>
                    <a:pt x="93" y="310"/>
                  </a:lnTo>
                  <a:lnTo>
                    <a:pt x="120" y="296"/>
                  </a:lnTo>
                  <a:lnTo>
                    <a:pt x="139" y="285"/>
                  </a:lnTo>
                  <a:lnTo>
                    <a:pt x="321" y="255"/>
                  </a:lnTo>
                  <a:lnTo>
                    <a:pt x="344" y="165"/>
                  </a:lnTo>
                  <a:lnTo>
                    <a:pt x="361" y="132"/>
                  </a:lnTo>
                  <a:lnTo>
                    <a:pt x="503" y="0"/>
                  </a:lnTo>
                  <a:lnTo>
                    <a:pt x="545" y="8"/>
                  </a:lnTo>
                  <a:lnTo>
                    <a:pt x="561" y="21"/>
                  </a:lnTo>
                  <a:lnTo>
                    <a:pt x="566" y="70"/>
                  </a:lnTo>
                  <a:lnTo>
                    <a:pt x="569" y="103"/>
                  </a:lnTo>
                  <a:lnTo>
                    <a:pt x="651" y="1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7225709" y="1984776"/>
              <a:ext cx="911" cy="415"/>
            </a:xfrm>
            <a:custGeom>
              <a:avLst/>
              <a:pathLst>
                <a:path w="911" h="415">
                  <a:moveTo>
                    <a:pt x="858" y="289"/>
                  </a:moveTo>
                  <a:lnTo>
                    <a:pt x="723" y="358"/>
                  </a:lnTo>
                  <a:lnTo>
                    <a:pt x="648" y="386"/>
                  </a:lnTo>
                  <a:lnTo>
                    <a:pt x="137" y="415"/>
                  </a:lnTo>
                  <a:lnTo>
                    <a:pt x="7" y="329"/>
                  </a:lnTo>
                  <a:lnTo>
                    <a:pt x="0" y="317"/>
                  </a:lnTo>
                  <a:lnTo>
                    <a:pt x="1" y="305"/>
                  </a:lnTo>
                  <a:lnTo>
                    <a:pt x="77" y="239"/>
                  </a:lnTo>
                  <a:lnTo>
                    <a:pt x="215" y="184"/>
                  </a:lnTo>
                  <a:lnTo>
                    <a:pt x="292" y="238"/>
                  </a:lnTo>
                  <a:lnTo>
                    <a:pt x="355" y="263"/>
                  </a:lnTo>
                  <a:lnTo>
                    <a:pt x="519" y="219"/>
                  </a:lnTo>
                  <a:lnTo>
                    <a:pt x="541" y="202"/>
                  </a:lnTo>
                  <a:lnTo>
                    <a:pt x="742" y="43"/>
                  </a:lnTo>
                  <a:lnTo>
                    <a:pt x="745" y="29"/>
                  </a:lnTo>
                  <a:lnTo>
                    <a:pt x="777" y="13"/>
                  </a:lnTo>
                  <a:lnTo>
                    <a:pt x="791" y="7"/>
                  </a:lnTo>
                  <a:lnTo>
                    <a:pt x="806" y="4"/>
                  </a:lnTo>
                  <a:lnTo>
                    <a:pt x="837" y="0"/>
                  </a:lnTo>
                  <a:lnTo>
                    <a:pt x="841" y="4"/>
                  </a:lnTo>
                  <a:lnTo>
                    <a:pt x="848" y="24"/>
                  </a:lnTo>
                  <a:lnTo>
                    <a:pt x="853" y="40"/>
                  </a:lnTo>
                  <a:lnTo>
                    <a:pt x="911" y="215"/>
                  </a:lnTo>
                  <a:lnTo>
                    <a:pt x="858" y="28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7224845" y="1983559"/>
              <a:ext cx="673" cy="223"/>
            </a:xfrm>
            <a:custGeom>
              <a:avLst/>
              <a:pathLst>
                <a:path w="673" h="223">
                  <a:moveTo>
                    <a:pt x="622" y="92"/>
                  </a:moveTo>
                  <a:lnTo>
                    <a:pt x="561" y="127"/>
                  </a:lnTo>
                  <a:lnTo>
                    <a:pt x="348" y="187"/>
                  </a:lnTo>
                  <a:lnTo>
                    <a:pt x="328" y="190"/>
                  </a:lnTo>
                  <a:lnTo>
                    <a:pt x="0" y="223"/>
                  </a:lnTo>
                  <a:lnTo>
                    <a:pt x="18" y="155"/>
                  </a:lnTo>
                  <a:lnTo>
                    <a:pt x="27" y="147"/>
                  </a:lnTo>
                  <a:lnTo>
                    <a:pt x="167" y="87"/>
                  </a:lnTo>
                  <a:lnTo>
                    <a:pt x="289" y="69"/>
                  </a:lnTo>
                  <a:lnTo>
                    <a:pt x="312" y="87"/>
                  </a:lnTo>
                  <a:lnTo>
                    <a:pt x="331" y="86"/>
                  </a:lnTo>
                  <a:lnTo>
                    <a:pt x="444" y="62"/>
                  </a:lnTo>
                  <a:lnTo>
                    <a:pt x="604" y="5"/>
                  </a:lnTo>
                  <a:lnTo>
                    <a:pt x="609" y="3"/>
                  </a:lnTo>
                  <a:lnTo>
                    <a:pt x="623" y="2"/>
                  </a:lnTo>
                  <a:lnTo>
                    <a:pt x="631" y="1"/>
                  </a:lnTo>
                  <a:lnTo>
                    <a:pt x="642" y="0"/>
                  </a:lnTo>
                  <a:lnTo>
                    <a:pt x="649" y="3"/>
                  </a:lnTo>
                  <a:lnTo>
                    <a:pt x="659" y="9"/>
                  </a:lnTo>
                  <a:lnTo>
                    <a:pt x="666" y="13"/>
                  </a:lnTo>
                  <a:lnTo>
                    <a:pt x="673" y="28"/>
                  </a:lnTo>
                  <a:lnTo>
                    <a:pt x="622" y="9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7228652" y="1981145"/>
              <a:ext cx="541" cy="600"/>
            </a:xfrm>
            <a:custGeom>
              <a:avLst/>
              <a:pathLst>
                <a:path w="541" h="600">
                  <a:moveTo>
                    <a:pt x="327" y="566"/>
                  </a:moveTo>
                  <a:lnTo>
                    <a:pt x="229" y="600"/>
                  </a:lnTo>
                  <a:lnTo>
                    <a:pt x="179" y="592"/>
                  </a:lnTo>
                  <a:lnTo>
                    <a:pt x="152" y="579"/>
                  </a:lnTo>
                  <a:lnTo>
                    <a:pt x="0" y="355"/>
                  </a:lnTo>
                  <a:lnTo>
                    <a:pt x="11" y="198"/>
                  </a:lnTo>
                  <a:lnTo>
                    <a:pt x="23" y="186"/>
                  </a:lnTo>
                  <a:lnTo>
                    <a:pt x="188" y="101"/>
                  </a:lnTo>
                  <a:lnTo>
                    <a:pt x="451" y="5"/>
                  </a:lnTo>
                  <a:lnTo>
                    <a:pt x="490" y="0"/>
                  </a:lnTo>
                  <a:lnTo>
                    <a:pt x="532" y="42"/>
                  </a:lnTo>
                  <a:lnTo>
                    <a:pt x="541" y="347"/>
                  </a:lnTo>
                  <a:lnTo>
                    <a:pt x="485" y="446"/>
                  </a:lnTo>
                  <a:lnTo>
                    <a:pt x="327" y="5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7229888" y="1979045"/>
              <a:ext cx="830" cy="886"/>
            </a:xfrm>
            <a:custGeom>
              <a:avLst/>
              <a:pathLst>
                <a:path w="830" h="886">
                  <a:moveTo>
                    <a:pt x="806" y="46"/>
                  </a:moveTo>
                  <a:lnTo>
                    <a:pt x="533" y="324"/>
                  </a:lnTo>
                  <a:lnTo>
                    <a:pt x="447" y="356"/>
                  </a:lnTo>
                  <a:lnTo>
                    <a:pt x="380" y="368"/>
                  </a:lnTo>
                  <a:lnTo>
                    <a:pt x="340" y="386"/>
                  </a:lnTo>
                  <a:lnTo>
                    <a:pt x="328" y="420"/>
                  </a:lnTo>
                  <a:lnTo>
                    <a:pt x="335" y="450"/>
                  </a:lnTo>
                  <a:lnTo>
                    <a:pt x="410" y="475"/>
                  </a:lnTo>
                  <a:lnTo>
                    <a:pt x="643" y="475"/>
                  </a:lnTo>
                  <a:lnTo>
                    <a:pt x="670" y="473"/>
                  </a:lnTo>
                  <a:lnTo>
                    <a:pt x="724" y="440"/>
                  </a:lnTo>
                  <a:lnTo>
                    <a:pt x="747" y="405"/>
                  </a:lnTo>
                  <a:lnTo>
                    <a:pt x="801" y="411"/>
                  </a:lnTo>
                  <a:lnTo>
                    <a:pt x="829" y="439"/>
                  </a:lnTo>
                  <a:lnTo>
                    <a:pt x="830" y="503"/>
                  </a:lnTo>
                  <a:lnTo>
                    <a:pt x="815" y="554"/>
                  </a:lnTo>
                  <a:lnTo>
                    <a:pt x="693" y="720"/>
                  </a:lnTo>
                  <a:lnTo>
                    <a:pt x="654" y="737"/>
                  </a:lnTo>
                  <a:lnTo>
                    <a:pt x="571" y="702"/>
                  </a:lnTo>
                  <a:lnTo>
                    <a:pt x="520" y="669"/>
                  </a:lnTo>
                  <a:lnTo>
                    <a:pt x="488" y="647"/>
                  </a:lnTo>
                  <a:lnTo>
                    <a:pt x="479" y="645"/>
                  </a:lnTo>
                  <a:lnTo>
                    <a:pt x="378" y="690"/>
                  </a:lnTo>
                  <a:lnTo>
                    <a:pt x="255" y="799"/>
                  </a:lnTo>
                  <a:lnTo>
                    <a:pt x="181" y="843"/>
                  </a:lnTo>
                  <a:lnTo>
                    <a:pt x="148" y="867"/>
                  </a:lnTo>
                  <a:lnTo>
                    <a:pt x="125" y="883"/>
                  </a:lnTo>
                  <a:lnTo>
                    <a:pt x="94" y="886"/>
                  </a:lnTo>
                  <a:lnTo>
                    <a:pt x="33" y="877"/>
                  </a:lnTo>
                  <a:lnTo>
                    <a:pt x="10" y="855"/>
                  </a:lnTo>
                  <a:lnTo>
                    <a:pt x="0" y="795"/>
                  </a:lnTo>
                  <a:lnTo>
                    <a:pt x="92" y="427"/>
                  </a:lnTo>
                  <a:lnTo>
                    <a:pt x="75" y="378"/>
                  </a:lnTo>
                  <a:lnTo>
                    <a:pt x="42" y="132"/>
                  </a:lnTo>
                  <a:lnTo>
                    <a:pt x="47" y="47"/>
                  </a:lnTo>
                  <a:lnTo>
                    <a:pt x="106" y="0"/>
                  </a:lnTo>
                  <a:lnTo>
                    <a:pt x="119" y="0"/>
                  </a:lnTo>
                  <a:lnTo>
                    <a:pt x="198" y="75"/>
                  </a:lnTo>
                  <a:lnTo>
                    <a:pt x="376" y="183"/>
                  </a:lnTo>
                  <a:lnTo>
                    <a:pt x="461" y="216"/>
                  </a:lnTo>
                  <a:lnTo>
                    <a:pt x="465" y="150"/>
                  </a:lnTo>
                  <a:lnTo>
                    <a:pt x="494" y="39"/>
                  </a:lnTo>
                  <a:lnTo>
                    <a:pt x="523" y="30"/>
                  </a:lnTo>
                  <a:lnTo>
                    <a:pt x="798" y="6"/>
                  </a:lnTo>
                  <a:lnTo>
                    <a:pt x="810" y="18"/>
                  </a:lnTo>
                  <a:lnTo>
                    <a:pt x="806" y="4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7231299" y="1978857"/>
              <a:ext cx="1368" cy="719"/>
            </a:xfrm>
            <a:custGeom>
              <a:avLst/>
              <a:pathLst>
                <a:path w="1368" h="719">
                  <a:moveTo>
                    <a:pt x="1119" y="719"/>
                  </a:moveTo>
                  <a:lnTo>
                    <a:pt x="841" y="681"/>
                  </a:lnTo>
                  <a:lnTo>
                    <a:pt x="432" y="604"/>
                  </a:lnTo>
                  <a:lnTo>
                    <a:pt x="303" y="563"/>
                  </a:lnTo>
                  <a:lnTo>
                    <a:pt x="65" y="409"/>
                  </a:lnTo>
                  <a:lnTo>
                    <a:pt x="0" y="344"/>
                  </a:lnTo>
                  <a:lnTo>
                    <a:pt x="2" y="310"/>
                  </a:lnTo>
                  <a:lnTo>
                    <a:pt x="58" y="255"/>
                  </a:lnTo>
                  <a:lnTo>
                    <a:pt x="61" y="251"/>
                  </a:lnTo>
                  <a:lnTo>
                    <a:pt x="101" y="242"/>
                  </a:lnTo>
                  <a:lnTo>
                    <a:pt x="485" y="154"/>
                  </a:lnTo>
                  <a:lnTo>
                    <a:pt x="642" y="132"/>
                  </a:lnTo>
                  <a:lnTo>
                    <a:pt x="662" y="126"/>
                  </a:lnTo>
                  <a:lnTo>
                    <a:pt x="673" y="67"/>
                  </a:lnTo>
                  <a:lnTo>
                    <a:pt x="679" y="41"/>
                  </a:lnTo>
                  <a:lnTo>
                    <a:pt x="690" y="36"/>
                  </a:lnTo>
                  <a:lnTo>
                    <a:pt x="758" y="6"/>
                  </a:lnTo>
                  <a:lnTo>
                    <a:pt x="874" y="0"/>
                  </a:lnTo>
                  <a:lnTo>
                    <a:pt x="958" y="8"/>
                  </a:lnTo>
                  <a:lnTo>
                    <a:pt x="1265" y="83"/>
                  </a:lnTo>
                  <a:lnTo>
                    <a:pt x="1368" y="273"/>
                  </a:lnTo>
                  <a:lnTo>
                    <a:pt x="1358" y="319"/>
                  </a:lnTo>
                  <a:lnTo>
                    <a:pt x="1246" y="341"/>
                  </a:lnTo>
                  <a:lnTo>
                    <a:pt x="1135" y="515"/>
                  </a:lnTo>
                  <a:lnTo>
                    <a:pt x="1125" y="591"/>
                  </a:lnTo>
                  <a:lnTo>
                    <a:pt x="1160" y="645"/>
                  </a:lnTo>
                  <a:lnTo>
                    <a:pt x="1158" y="689"/>
                  </a:lnTo>
                  <a:lnTo>
                    <a:pt x="1139" y="711"/>
                  </a:lnTo>
                  <a:lnTo>
                    <a:pt x="1119" y="7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7234912" y="1977946"/>
              <a:ext cx="581" cy="246"/>
            </a:xfrm>
            <a:custGeom>
              <a:avLst/>
              <a:pathLst>
                <a:path w="581" h="246">
                  <a:moveTo>
                    <a:pt x="12" y="235"/>
                  </a:moveTo>
                  <a:lnTo>
                    <a:pt x="3" y="234"/>
                  </a:lnTo>
                  <a:lnTo>
                    <a:pt x="3" y="230"/>
                  </a:lnTo>
                  <a:lnTo>
                    <a:pt x="0" y="166"/>
                  </a:lnTo>
                  <a:lnTo>
                    <a:pt x="26" y="116"/>
                  </a:lnTo>
                  <a:lnTo>
                    <a:pt x="38" y="109"/>
                  </a:lnTo>
                  <a:lnTo>
                    <a:pt x="188" y="15"/>
                  </a:lnTo>
                  <a:lnTo>
                    <a:pt x="249" y="0"/>
                  </a:lnTo>
                  <a:lnTo>
                    <a:pt x="353" y="11"/>
                  </a:lnTo>
                  <a:lnTo>
                    <a:pt x="456" y="26"/>
                  </a:lnTo>
                  <a:lnTo>
                    <a:pt x="560" y="52"/>
                  </a:lnTo>
                  <a:lnTo>
                    <a:pt x="565" y="61"/>
                  </a:lnTo>
                  <a:lnTo>
                    <a:pt x="581" y="129"/>
                  </a:lnTo>
                  <a:lnTo>
                    <a:pt x="580" y="135"/>
                  </a:lnTo>
                  <a:lnTo>
                    <a:pt x="578" y="144"/>
                  </a:lnTo>
                  <a:lnTo>
                    <a:pt x="577" y="152"/>
                  </a:lnTo>
                  <a:lnTo>
                    <a:pt x="572" y="154"/>
                  </a:lnTo>
                  <a:lnTo>
                    <a:pt x="559" y="158"/>
                  </a:lnTo>
                  <a:lnTo>
                    <a:pt x="130" y="246"/>
                  </a:lnTo>
                  <a:lnTo>
                    <a:pt x="28" y="237"/>
                  </a:lnTo>
                  <a:lnTo>
                    <a:pt x="12" y="2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7232797" y="1977580"/>
              <a:ext cx="2781" cy="2148"/>
            </a:xfrm>
            <a:custGeom>
              <a:avLst/>
              <a:pathLst>
                <a:path w="2781" h="2148">
                  <a:moveTo>
                    <a:pt x="1445" y="102"/>
                  </a:moveTo>
                  <a:lnTo>
                    <a:pt x="1440" y="159"/>
                  </a:lnTo>
                  <a:lnTo>
                    <a:pt x="1418" y="173"/>
                  </a:lnTo>
                  <a:lnTo>
                    <a:pt x="1400" y="216"/>
                  </a:lnTo>
                  <a:lnTo>
                    <a:pt x="1398" y="281"/>
                  </a:lnTo>
                  <a:lnTo>
                    <a:pt x="1410" y="313"/>
                  </a:lnTo>
                  <a:lnTo>
                    <a:pt x="1475" y="363"/>
                  </a:lnTo>
                  <a:lnTo>
                    <a:pt x="1516" y="369"/>
                  </a:lnTo>
                  <a:lnTo>
                    <a:pt x="1559" y="357"/>
                  </a:lnTo>
                  <a:lnTo>
                    <a:pt x="1581" y="328"/>
                  </a:lnTo>
                  <a:lnTo>
                    <a:pt x="1620" y="296"/>
                  </a:lnTo>
                  <a:lnTo>
                    <a:pt x="1677" y="296"/>
                  </a:lnTo>
                  <a:lnTo>
                    <a:pt x="1749" y="311"/>
                  </a:lnTo>
                  <a:lnTo>
                    <a:pt x="2006" y="662"/>
                  </a:lnTo>
                  <a:lnTo>
                    <a:pt x="2004" y="826"/>
                  </a:lnTo>
                  <a:lnTo>
                    <a:pt x="1996" y="870"/>
                  </a:lnTo>
                  <a:lnTo>
                    <a:pt x="2080" y="1343"/>
                  </a:lnTo>
                  <a:lnTo>
                    <a:pt x="2101" y="1432"/>
                  </a:lnTo>
                  <a:lnTo>
                    <a:pt x="2122" y="1455"/>
                  </a:lnTo>
                  <a:lnTo>
                    <a:pt x="2219" y="1497"/>
                  </a:lnTo>
                  <a:lnTo>
                    <a:pt x="2400" y="1539"/>
                  </a:lnTo>
                  <a:lnTo>
                    <a:pt x="2580" y="1568"/>
                  </a:lnTo>
                  <a:lnTo>
                    <a:pt x="2609" y="1572"/>
                  </a:lnTo>
                  <a:lnTo>
                    <a:pt x="2700" y="1586"/>
                  </a:lnTo>
                  <a:lnTo>
                    <a:pt x="2728" y="1594"/>
                  </a:lnTo>
                  <a:lnTo>
                    <a:pt x="2766" y="1633"/>
                  </a:lnTo>
                  <a:lnTo>
                    <a:pt x="2781" y="1679"/>
                  </a:lnTo>
                  <a:lnTo>
                    <a:pt x="2780" y="1732"/>
                  </a:lnTo>
                  <a:lnTo>
                    <a:pt x="2769" y="1738"/>
                  </a:lnTo>
                  <a:lnTo>
                    <a:pt x="2726" y="1741"/>
                  </a:lnTo>
                  <a:lnTo>
                    <a:pt x="2491" y="1722"/>
                  </a:lnTo>
                  <a:lnTo>
                    <a:pt x="2424" y="1671"/>
                  </a:lnTo>
                  <a:lnTo>
                    <a:pt x="2363" y="1634"/>
                  </a:lnTo>
                  <a:lnTo>
                    <a:pt x="2331" y="1622"/>
                  </a:lnTo>
                  <a:lnTo>
                    <a:pt x="2113" y="1634"/>
                  </a:lnTo>
                  <a:lnTo>
                    <a:pt x="1867" y="1828"/>
                  </a:lnTo>
                  <a:lnTo>
                    <a:pt x="1848" y="1913"/>
                  </a:lnTo>
                  <a:lnTo>
                    <a:pt x="1829" y="1957"/>
                  </a:lnTo>
                  <a:lnTo>
                    <a:pt x="1815" y="1975"/>
                  </a:lnTo>
                  <a:lnTo>
                    <a:pt x="1709" y="2048"/>
                  </a:lnTo>
                  <a:lnTo>
                    <a:pt x="1569" y="2129"/>
                  </a:lnTo>
                  <a:lnTo>
                    <a:pt x="1504" y="2141"/>
                  </a:lnTo>
                  <a:lnTo>
                    <a:pt x="1355" y="2148"/>
                  </a:lnTo>
                  <a:lnTo>
                    <a:pt x="1200" y="2089"/>
                  </a:lnTo>
                  <a:lnTo>
                    <a:pt x="816" y="1919"/>
                  </a:lnTo>
                  <a:lnTo>
                    <a:pt x="705" y="1849"/>
                  </a:lnTo>
                  <a:lnTo>
                    <a:pt x="358" y="1562"/>
                  </a:lnTo>
                  <a:lnTo>
                    <a:pt x="69" y="1280"/>
                  </a:lnTo>
                  <a:lnTo>
                    <a:pt x="21" y="1199"/>
                  </a:lnTo>
                  <a:lnTo>
                    <a:pt x="22" y="1165"/>
                  </a:lnTo>
                  <a:lnTo>
                    <a:pt x="51" y="1006"/>
                  </a:lnTo>
                  <a:lnTo>
                    <a:pt x="119" y="872"/>
                  </a:lnTo>
                  <a:lnTo>
                    <a:pt x="146" y="668"/>
                  </a:lnTo>
                  <a:lnTo>
                    <a:pt x="129" y="625"/>
                  </a:lnTo>
                  <a:lnTo>
                    <a:pt x="92" y="609"/>
                  </a:lnTo>
                  <a:lnTo>
                    <a:pt x="50" y="601"/>
                  </a:lnTo>
                  <a:lnTo>
                    <a:pt x="0" y="562"/>
                  </a:lnTo>
                  <a:lnTo>
                    <a:pt x="93" y="380"/>
                  </a:lnTo>
                  <a:lnTo>
                    <a:pt x="96" y="377"/>
                  </a:lnTo>
                  <a:lnTo>
                    <a:pt x="188" y="380"/>
                  </a:lnTo>
                  <a:lnTo>
                    <a:pt x="206" y="381"/>
                  </a:lnTo>
                  <a:lnTo>
                    <a:pt x="447" y="228"/>
                  </a:lnTo>
                  <a:lnTo>
                    <a:pt x="698" y="68"/>
                  </a:lnTo>
                  <a:lnTo>
                    <a:pt x="762" y="35"/>
                  </a:lnTo>
                  <a:lnTo>
                    <a:pt x="846" y="21"/>
                  </a:lnTo>
                  <a:lnTo>
                    <a:pt x="905" y="34"/>
                  </a:lnTo>
                  <a:lnTo>
                    <a:pt x="949" y="45"/>
                  </a:lnTo>
                  <a:lnTo>
                    <a:pt x="1020" y="43"/>
                  </a:lnTo>
                  <a:lnTo>
                    <a:pt x="1098" y="15"/>
                  </a:lnTo>
                  <a:lnTo>
                    <a:pt x="1205" y="0"/>
                  </a:lnTo>
                  <a:lnTo>
                    <a:pt x="1324" y="40"/>
                  </a:lnTo>
                  <a:lnTo>
                    <a:pt x="1445" y="1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7247827" y="1976553"/>
              <a:ext cx="541" cy="788"/>
            </a:xfrm>
            <a:custGeom>
              <a:avLst/>
              <a:pathLst>
                <a:path w="541" h="788">
                  <a:moveTo>
                    <a:pt x="483" y="290"/>
                  </a:moveTo>
                  <a:lnTo>
                    <a:pt x="329" y="335"/>
                  </a:lnTo>
                  <a:lnTo>
                    <a:pt x="283" y="315"/>
                  </a:lnTo>
                  <a:lnTo>
                    <a:pt x="262" y="285"/>
                  </a:lnTo>
                  <a:lnTo>
                    <a:pt x="228" y="291"/>
                  </a:lnTo>
                  <a:lnTo>
                    <a:pt x="206" y="316"/>
                  </a:lnTo>
                  <a:lnTo>
                    <a:pt x="201" y="324"/>
                  </a:lnTo>
                  <a:lnTo>
                    <a:pt x="203" y="363"/>
                  </a:lnTo>
                  <a:lnTo>
                    <a:pt x="233" y="573"/>
                  </a:lnTo>
                  <a:lnTo>
                    <a:pt x="318" y="636"/>
                  </a:lnTo>
                  <a:lnTo>
                    <a:pt x="327" y="707"/>
                  </a:lnTo>
                  <a:lnTo>
                    <a:pt x="152" y="788"/>
                  </a:lnTo>
                  <a:lnTo>
                    <a:pt x="37" y="723"/>
                  </a:lnTo>
                  <a:lnTo>
                    <a:pt x="14" y="706"/>
                  </a:lnTo>
                  <a:lnTo>
                    <a:pt x="2" y="687"/>
                  </a:lnTo>
                  <a:lnTo>
                    <a:pt x="0" y="616"/>
                  </a:lnTo>
                  <a:lnTo>
                    <a:pt x="27" y="604"/>
                  </a:lnTo>
                  <a:lnTo>
                    <a:pt x="76" y="596"/>
                  </a:lnTo>
                  <a:lnTo>
                    <a:pt x="120" y="569"/>
                  </a:lnTo>
                  <a:lnTo>
                    <a:pt x="130" y="547"/>
                  </a:lnTo>
                  <a:lnTo>
                    <a:pt x="101" y="424"/>
                  </a:lnTo>
                  <a:lnTo>
                    <a:pt x="23" y="317"/>
                  </a:lnTo>
                  <a:lnTo>
                    <a:pt x="146" y="68"/>
                  </a:lnTo>
                  <a:lnTo>
                    <a:pt x="248" y="15"/>
                  </a:lnTo>
                  <a:lnTo>
                    <a:pt x="250" y="11"/>
                  </a:lnTo>
                  <a:lnTo>
                    <a:pt x="300" y="0"/>
                  </a:lnTo>
                  <a:lnTo>
                    <a:pt x="452" y="57"/>
                  </a:lnTo>
                  <a:lnTo>
                    <a:pt x="541" y="214"/>
                  </a:lnTo>
                  <a:lnTo>
                    <a:pt x="524" y="245"/>
                  </a:lnTo>
                  <a:lnTo>
                    <a:pt x="483" y="29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7247182" y="1975827"/>
              <a:ext cx="484" cy="653"/>
            </a:xfrm>
            <a:custGeom>
              <a:avLst/>
              <a:pathLst>
                <a:path w="484" h="653">
                  <a:moveTo>
                    <a:pt x="96" y="652"/>
                  </a:moveTo>
                  <a:lnTo>
                    <a:pt x="15" y="653"/>
                  </a:lnTo>
                  <a:lnTo>
                    <a:pt x="1" y="645"/>
                  </a:lnTo>
                  <a:lnTo>
                    <a:pt x="0" y="308"/>
                  </a:lnTo>
                  <a:lnTo>
                    <a:pt x="65" y="91"/>
                  </a:lnTo>
                  <a:lnTo>
                    <a:pt x="119" y="8"/>
                  </a:lnTo>
                  <a:lnTo>
                    <a:pt x="147" y="0"/>
                  </a:lnTo>
                  <a:lnTo>
                    <a:pt x="158" y="2"/>
                  </a:lnTo>
                  <a:lnTo>
                    <a:pt x="173" y="8"/>
                  </a:lnTo>
                  <a:lnTo>
                    <a:pt x="182" y="20"/>
                  </a:lnTo>
                  <a:lnTo>
                    <a:pt x="271" y="66"/>
                  </a:lnTo>
                  <a:lnTo>
                    <a:pt x="477" y="132"/>
                  </a:lnTo>
                  <a:lnTo>
                    <a:pt x="484" y="150"/>
                  </a:lnTo>
                  <a:lnTo>
                    <a:pt x="483" y="165"/>
                  </a:lnTo>
                  <a:lnTo>
                    <a:pt x="428" y="211"/>
                  </a:lnTo>
                  <a:lnTo>
                    <a:pt x="210" y="438"/>
                  </a:lnTo>
                  <a:lnTo>
                    <a:pt x="200" y="452"/>
                  </a:lnTo>
                  <a:lnTo>
                    <a:pt x="182" y="546"/>
                  </a:lnTo>
                  <a:lnTo>
                    <a:pt x="158" y="625"/>
                  </a:lnTo>
                  <a:lnTo>
                    <a:pt x="96" y="65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7235994" y="1971622"/>
              <a:ext cx="740" cy="406"/>
            </a:xfrm>
            <a:custGeom>
              <a:avLst/>
              <a:pathLst>
                <a:path w="740" h="406">
                  <a:moveTo>
                    <a:pt x="365" y="344"/>
                  </a:moveTo>
                  <a:lnTo>
                    <a:pt x="14" y="406"/>
                  </a:lnTo>
                  <a:lnTo>
                    <a:pt x="0" y="387"/>
                  </a:lnTo>
                  <a:lnTo>
                    <a:pt x="1" y="361"/>
                  </a:lnTo>
                  <a:lnTo>
                    <a:pt x="35" y="296"/>
                  </a:lnTo>
                  <a:lnTo>
                    <a:pt x="175" y="149"/>
                  </a:lnTo>
                  <a:lnTo>
                    <a:pt x="212" y="127"/>
                  </a:lnTo>
                  <a:lnTo>
                    <a:pt x="360" y="57"/>
                  </a:lnTo>
                  <a:lnTo>
                    <a:pt x="397" y="46"/>
                  </a:lnTo>
                  <a:lnTo>
                    <a:pt x="445" y="38"/>
                  </a:lnTo>
                  <a:lnTo>
                    <a:pt x="495" y="45"/>
                  </a:lnTo>
                  <a:lnTo>
                    <a:pt x="631" y="41"/>
                  </a:lnTo>
                  <a:lnTo>
                    <a:pt x="665" y="10"/>
                  </a:lnTo>
                  <a:lnTo>
                    <a:pt x="677" y="0"/>
                  </a:lnTo>
                  <a:lnTo>
                    <a:pt x="733" y="9"/>
                  </a:lnTo>
                  <a:lnTo>
                    <a:pt x="740" y="22"/>
                  </a:lnTo>
                  <a:lnTo>
                    <a:pt x="737" y="38"/>
                  </a:lnTo>
                  <a:lnTo>
                    <a:pt x="661" y="158"/>
                  </a:lnTo>
                  <a:lnTo>
                    <a:pt x="591" y="239"/>
                  </a:lnTo>
                  <a:lnTo>
                    <a:pt x="365" y="3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7238407" y="1969089"/>
              <a:ext cx="795" cy="946"/>
            </a:xfrm>
            <a:custGeom>
              <a:avLst/>
              <a:pathLst>
                <a:path w="795" h="946">
                  <a:moveTo>
                    <a:pt x="681" y="611"/>
                  </a:moveTo>
                  <a:lnTo>
                    <a:pt x="779" y="818"/>
                  </a:lnTo>
                  <a:lnTo>
                    <a:pt x="795" y="915"/>
                  </a:lnTo>
                  <a:lnTo>
                    <a:pt x="795" y="923"/>
                  </a:lnTo>
                  <a:lnTo>
                    <a:pt x="776" y="946"/>
                  </a:lnTo>
                  <a:lnTo>
                    <a:pt x="722" y="929"/>
                  </a:lnTo>
                  <a:lnTo>
                    <a:pt x="659" y="897"/>
                  </a:lnTo>
                  <a:lnTo>
                    <a:pt x="618" y="806"/>
                  </a:lnTo>
                  <a:lnTo>
                    <a:pt x="602" y="742"/>
                  </a:lnTo>
                  <a:lnTo>
                    <a:pt x="602" y="696"/>
                  </a:lnTo>
                  <a:lnTo>
                    <a:pt x="576" y="669"/>
                  </a:lnTo>
                  <a:lnTo>
                    <a:pt x="501" y="632"/>
                  </a:lnTo>
                  <a:lnTo>
                    <a:pt x="399" y="608"/>
                  </a:lnTo>
                  <a:lnTo>
                    <a:pt x="212" y="602"/>
                  </a:lnTo>
                  <a:lnTo>
                    <a:pt x="157" y="646"/>
                  </a:lnTo>
                  <a:lnTo>
                    <a:pt x="59" y="559"/>
                  </a:lnTo>
                  <a:lnTo>
                    <a:pt x="23" y="357"/>
                  </a:lnTo>
                  <a:lnTo>
                    <a:pt x="0" y="172"/>
                  </a:lnTo>
                  <a:lnTo>
                    <a:pt x="58" y="29"/>
                  </a:lnTo>
                  <a:lnTo>
                    <a:pt x="74" y="16"/>
                  </a:lnTo>
                  <a:lnTo>
                    <a:pt x="103" y="5"/>
                  </a:lnTo>
                  <a:lnTo>
                    <a:pt x="109" y="5"/>
                  </a:lnTo>
                  <a:lnTo>
                    <a:pt x="184" y="0"/>
                  </a:lnTo>
                  <a:lnTo>
                    <a:pt x="203" y="13"/>
                  </a:lnTo>
                  <a:lnTo>
                    <a:pt x="317" y="103"/>
                  </a:lnTo>
                  <a:lnTo>
                    <a:pt x="358" y="162"/>
                  </a:lnTo>
                  <a:lnTo>
                    <a:pt x="349" y="187"/>
                  </a:lnTo>
                  <a:lnTo>
                    <a:pt x="355" y="233"/>
                  </a:lnTo>
                  <a:lnTo>
                    <a:pt x="463" y="420"/>
                  </a:lnTo>
                  <a:lnTo>
                    <a:pt x="546" y="494"/>
                  </a:lnTo>
                  <a:lnTo>
                    <a:pt x="593" y="518"/>
                  </a:lnTo>
                  <a:lnTo>
                    <a:pt x="681" y="6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7240292" y="1968277"/>
              <a:ext cx="859" cy="1502"/>
            </a:xfrm>
            <a:custGeom>
              <a:avLst/>
              <a:pathLst>
                <a:path w="859" h="1502">
                  <a:moveTo>
                    <a:pt x="353" y="763"/>
                  </a:moveTo>
                  <a:lnTo>
                    <a:pt x="334" y="860"/>
                  </a:lnTo>
                  <a:lnTo>
                    <a:pt x="337" y="879"/>
                  </a:lnTo>
                  <a:lnTo>
                    <a:pt x="364" y="924"/>
                  </a:lnTo>
                  <a:lnTo>
                    <a:pt x="448" y="876"/>
                  </a:lnTo>
                  <a:lnTo>
                    <a:pt x="462" y="875"/>
                  </a:lnTo>
                  <a:lnTo>
                    <a:pt x="560" y="945"/>
                  </a:lnTo>
                  <a:lnTo>
                    <a:pt x="663" y="1062"/>
                  </a:lnTo>
                  <a:lnTo>
                    <a:pt x="650" y="1137"/>
                  </a:lnTo>
                  <a:lnTo>
                    <a:pt x="558" y="1404"/>
                  </a:lnTo>
                  <a:lnTo>
                    <a:pt x="490" y="1455"/>
                  </a:lnTo>
                  <a:lnTo>
                    <a:pt x="395" y="1502"/>
                  </a:lnTo>
                  <a:lnTo>
                    <a:pt x="143" y="1388"/>
                  </a:lnTo>
                  <a:lnTo>
                    <a:pt x="101" y="1362"/>
                  </a:lnTo>
                  <a:lnTo>
                    <a:pt x="20" y="1275"/>
                  </a:lnTo>
                  <a:lnTo>
                    <a:pt x="10" y="1220"/>
                  </a:lnTo>
                  <a:lnTo>
                    <a:pt x="0" y="887"/>
                  </a:lnTo>
                  <a:lnTo>
                    <a:pt x="123" y="753"/>
                  </a:lnTo>
                  <a:lnTo>
                    <a:pt x="171" y="746"/>
                  </a:lnTo>
                  <a:lnTo>
                    <a:pt x="217" y="761"/>
                  </a:lnTo>
                  <a:lnTo>
                    <a:pt x="234" y="752"/>
                  </a:lnTo>
                  <a:lnTo>
                    <a:pt x="258" y="683"/>
                  </a:lnTo>
                  <a:lnTo>
                    <a:pt x="302" y="308"/>
                  </a:lnTo>
                  <a:lnTo>
                    <a:pt x="307" y="123"/>
                  </a:lnTo>
                  <a:lnTo>
                    <a:pt x="321" y="8"/>
                  </a:lnTo>
                  <a:lnTo>
                    <a:pt x="384" y="0"/>
                  </a:lnTo>
                  <a:lnTo>
                    <a:pt x="458" y="19"/>
                  </a:lnTo>
                  <a:lnTo>
                    <a:pt x="580" y="78"/>
                  </a:lnTo>
                  <a:lnTo>
                    <a:pt x="635" y="112"/>
                  </a:lnTo>
                  <a:lnTo>
                    <a:pt x="859" y="431"/>
                  </a:lnTo>
                  <a:lnTo>
                    <a:pt x="849" y="454"/>
                  </a:lnTo>
                  <a:lnTo>
                    <a:pt x="622" y="651"/>
                  </a:lnTo>
                  <a:lnTo>
                    <a:pt x="395" y="712"/>
                  </a:lnTo>
                  <a:lnTo>
                    <a:pt x="353" y="7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7231093" y="1965380"/>
              <a:ext cx="235" cy="390"/>
            </a:xfrm>
            <a:custGeom>
              <a:avLst/>
              <a:pathLst>
                <a:path w="235" h="390">
                  <a:moveTo>
                    <a:pt x="149" y="385"/>
                  </a:moveTo>
                  <a:lnTo>
                    <a:pt x="127" y="390"/>
                  </a:lnTo>
                  <a:lnTo>
                    <a:pt x="99" y="384"/>
                  </a:lnTo>
                  <a:lnTo>
                    <a:pt x="47" y="343"/>
                  </a:lnTo>
                  <a:lnTo>
                    <a:pt x="30" y="318"/>
                  </a:lnTo>
                  <a:lnTo>
                    <a:pt x="2" y="244"/>
                  </a:lnTo>
                  <a:lnTo>
                    <a:pt x="0" y="224"/>
                  </a:lnTo>
                  <a:lnTo>
                    <a:pt x="73" y="66"/>
                  </a:lnTo>
                  <a:lnTo>
                    <a:pt x="104" y="33"/>
                  </a:lnTo>
                  <a:lnTo>
                    <a:pt x="175" y="0"/>
                  </a:lnTo>
                  <a:lnTo>
                    <a:pt x="199" y="13"/>
                  </a:lnTo>
                  <a:lnTo>
                    <a:pt x="235" y="215"/>
                  </a:lnTo>
                  <a:lnTo>
                    <a:pt x="223" y="310"/>
                  </a:lnTo>
                  <a:lnTo>
                    <a:pt x="204" y="336"/>
                  </a:lnTo>
                  <a:lnTo>
                    <a:pt x="149" y="3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7241691" y="1965473"/>
              <a:ext cx="525" cy="331"/>
            </a:xfrm>
            <a:custGeom>
              <a:avLst/>
              <a:pathLst>
                <a:path w="525" h="331">
                  <a:moveTo>
                    <a:pt x="176" y="326"/>
                  </a:moveTo>
                  <a:lnTo>
                    <a:pt x="144" y="331"/>
                  </a:lnTo>
                  <a:lnTo>
                    <a:pt x="79" y="287"/>
                  </a:lnTo>
                  <a:lnTo>
                    <a:pt x="52" y="240"/>
                  </a:lnTo>
                  <a:lnTo>
                    <a:pt x="38" y="205"/>
                  </a:lnTo>
                  <a:lnTo>
                    <a:pt x="0" y="21"/>
                  </a:lnTo>
                  <a:lnTo>
                    <a:pt x="15" y="2"/>
                  </a:lnTo>
                  <a:lnTo>
                    <a:pt x="34" y="0"/>
                  </a:lnTo>
                  <a:lnTo>
                    <a:pt x="512" y="71"/>
                  </a:lnTo>
                  <a:lnTo>
                    <a:pt x="522" y="79"/>
                  </a:lnTo>
                  <a:lnTo>
                    <a:pt x="525" y="117"/>
                  </a:lnTo>
                  <a:lnTo>
                    <a:pt x="197" y="314"/>
                  </a:lnTo>
                  <a:lnTo>
                    <a:pt x="176" y="3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7242868" y="1960913"/>
              <a:ext cx="767" cy="677"/>
            </a:xfrm>
            <a:custGeom>
              <a:avLst/>
              <a:pathLst>
                <a:path w="767" h="677">
                  <a:moveTo>
                    <a:pt x="745" y="111"/>
                  </a:moveTo>
                  <a:lnTo>
                    <a:pt x="567" y="363"/>
                  </a:lnTo>
                  <a:lnTo>
                    <a:pt x="516" y="378"/>
                  </a:lnTo>
                  <a:lnTo>
                    <a:pt x="458" y="381"/>
                  </a:lnTo>
                  <a:lnTo>
                    <a:pt x="367" y="362"/>
                  </a:lnTo>
                  <a:lnTo>
                    <a:pt x="290" y="665"/>
                  </a:lnTo>
                  <a:lnTo>
                    <a:pt x="284" y="671"/>
                  </a:lnTo>
                  <a:lnTo>
                    <a:pt x="263" y="677"/>
                  </a:lnTo>
                  <a:lnTo>
                    <a:pt x="110" y="624"/>
                  </a:lnTo>
                  <a:lnTo>
                    <a:pt x="100" y="609"/>
                  </a:lnTo>
                  <a:lnTo>
                    <a:pt x="0" y="310"/>
                  </a:lnTo>
                  <a:lnTo>
                    <a:pt x="1" y="257"/>
                  </a:lnTo>
                  <a:lnTo>
                    <a:pt x="30" y="224"/>
                  </a:lnTo>
                  <a:lnTo>
                    <a:pt x="160" y="149"/>
                  </a:lnTo>
                  <a:lnTo>
                    <a:pt x="236" y="147"/>
                  </a:lnTo>
                  <a:lnTo>
                    <a:pt x="235" y="193"/>
                  </a:lnTo>
                  <a:lnTo>
                    <a:pt x="270" y="217"/>
                  </a:lnTo>
                  <a:lnTo>
                    <a:pt x="291" y="220"/>
                  </a:lnTo>
                  <a:lnTo>
                    <a:pt x="354" y="170"/>
                  </a:lnTo>
                  <a:lnTo>
                    <a:pt x="392" y="114"/>
                  </a:lnTo>
                  <a:lnTo>
                    <a:pt x="385" y="72"/>
                  </a:lnTo>
                  <a:lnTo>
                    <a:pt x="501" y="0"/>
                  </a:lnTo>
                  <a:lnTo>
                    <a:pt x="750" y="33"/>
                  </a:lnTo>
                  <a:lnTo>
                    <a:pt x="764" y="43"/>
                  </a:lnTo>
                  <a:lnTo>
                    <a:pt x="767" y="54"/>
                  </a:lnTo>
                  <a:lnTo>
                    <a:pt x="745" y="1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7261822" y="1957198"/>
              <a:ext cx="575" cy="401"/>
            </a:xfrm>
            <a:custGeom>
              <a:avLst/>
              <a:pathLst>
                <a:path w="575" h="401">
                  <a:moveTo>
                    <a:pt x="551" y="358"/>
                  </a:moveTo>
                  <a:lnTo>
                    <a:pt x="411" y="401"/>
                  </a:lnTo>
                  <a:lnTo>
                    <a:pt x="392" y="393"/>
                  </a:lnTo>
                  <a:lnTo>
                    <a:pt x="351" y="374"/>
                  </a:lnTo>
                  <a:lnTo>
                    <a:pt x="3" y="76"/>
                  </a:lnTo>
                  <a:lnTo>
                    <a:pt x="0" y="65"/>
                  </a:lnTo>
                  <a:lnTo>
                    <a:pt x="5" y="53"/>
                  </a:lnTo>
                  <a:lnTo>
                    <a:pt x="34" y="20"/>
                  </a:lnTo>
                  <a:lnTo>
                    <a:pt x="93" y="0"/>
                  </a:lnTo>
                  <a:lnTo>
                    <a:pt x="458" y="77"/>
                  </a:lnTo>
                  <a:lnTo>
                    <a:pt x="525" y="164"/>
                  </a:lnTo>
                  <a:lnTo>
                    <a:pt x="575" y="253"/>
                  </a:lnTo>
                  <a:lnTo>
                    <a:pt x="551" y="3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7263079" y="1955434"/>
              <a:ext cx="555" cy="415"/>
            </a:xfrm>
            <a:custGeom>
              <a:avLst/>
              <a:pathLst>
                <a:path w="555" h="415">
                  <a:moveTo>
                    <a:pt x="307" y="415"/>
                  </a:moveTo>
                  <a:lnTo>
                    <a:pt x="194" y="405"/>
                  </a:lnTo>
                  <a:lnTo>
                    <a:pt x="112" y="374"/>
                  </a:lnTo>
                  <a:lnTo>
                    <a:pt x="94" y="355"/>
                  </a:lnTo>
                  <a:lnTo>
                    <a:pt x="0" y="37"/>
                  </a:lnTo>
                  <a:lnTo>
                    <a:pt x="0" y="22"/>
                  </a:lnTo>
                  <a:lnTo>
                    <a:pt x="19" y="0"/>
                  </a:lnTo>
                  <a:lnTo>
                    <a:pt x="60" y="2"/>
                  </a:lnTo>
                  <a:lnTo>
                    <a:pt x="141" y="27"/>
                  </a:lnTo>
                  <a:lnTo>
                    <a:pt x="346" y="120"/>
                  </a:lnTo>
                  <a:lnTo>
                    <a:pt x="459" y="204"/>
                  </a:lnTo>
                  <a:lnTo>
                    <a:pt x="555" y="325"/>
                  </a:lnTo>
                  <a:lnTo>
                    <a:pt x="540" y="367"/>
                  </a:lnTo>
                  <a:lnTo>
                    <a:pt x="360" y="414"/>
                  </a:lnTo>
                  <a:lnTo>
                    <a:pt x="307" y="4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7263764" y="1955461"/>
              <a:ext cx="386" cy="284"/>
            </a:xfrm>
            <a:custGeom>
              <a:avLst/>
              <a:pathLst>
                <a:path w="386" h="284">
                  <a:moveTo>
                    <a:pt x="384" y="239"/>
                  </a:moveTo>
                  <a:lnTo>
                    <a:pt x="281" y="284"/>
                  </a:lnTo>
                  <a:lnTo>
                    <a:pt x="39" y="156"/>
                  </a:lnTo>
                  <a:lnTo>
                    <a:pt x="0" y="106"/>
                  </a:lnTo>
                  <a:lnTo>
                    <a:pt x="34" y="6"/>
                  </a:lnTo>
                  <a:lnTo>
                    <a:pt x="42" y="0"/>
                  </a:lnTo>
                  <a:lnTo>
                    <a:pt x="352" y="98"/>
                  </a:lnTo>
                  <a:lnTo>
                    <a:pt x="374" y="114"/>
                  </a:lnTo>
                  <a:lnTo>
                    <a:pt x="386" y="142"/>
                  </a:lnTo>
                  <a:lnTo>
                    <a:pt x="384" y="23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7260804" y="1954987"/>
              <a:ext cx="2367" cy="1740"/>
            </a:xfrm>
            <a:custGeom>
              <a:avLst/>
              <a:pathLst>
                <a:path w="2367" h="1740">
                  <a:moveTo>
                    <a:pt x="545" y="29"/>
                  </a:moveTo>
                  <a:lnTo>
                    <a:pt x="558" y="36"/>
                  </a:lnTo>
                  <a:lnTo>
                    <a:pt x="592" y="34"/>
                  </a:lnTo>
                  <a:lnTo>
                    <a:pt x="620" y="65"/>
                  </a:lnTo>
                  <a:lnTo>
                    <a:pt x="693" y="170"/>
                  </a:lnTo>
                  <a:lnTo>
                    <a:pt x="713" y="239"/>
                  </a:lnTo>
                  <a:lnTo>
                    <a:pt x="724" y="255"/>
                  </a:lnTo>
                  <a:lnTo>
                    <a:pt x="796" y="271"/>
                  </a:lnTo>
                  <a:lnTo>
                    <a:pt x="877" y="329"/>
                  </a:lnTo>
                  <a:lnTo>
                    <a:pt x="983" y="403"/>
                  </a:lnTo>
                  <a:lnTo>
                    <a:pt x="1172" y="455"/>
                  </a:lnTo>
                  <a:lnTo>
                    <a:pt x="1378" y="532"/>
                  </a:lnTo>
                  <a:lnTo>
                    <a:pt x="1413" y="577"/>
                  </a:lnTo>
                  <a:lnTo>
                    <a:pt x="1546" y="850"/>
                  </a:lnTo>
                  <a:lnTo>
                    <a:pt x="1917" y="1043"/>
                  </a:lnTo>
                  <a:lnTo>
                    <a:pt x="2015" y="1115"/>
                  </a:lnTo>
                  <a:lnTo>
                    <a:pt x="2059" y="1156"/>
                  </a:lnTo>
                  <a:lnTo>
                    <a:pt x="2166" y="1277"/>
                  </a:lnTo>
                  <a:lnTo>
                    <a:pt x="2188" y="1330"/>
                  </a:lnTo>
                  <a:lnTo>
                    <a:pt x="2181" y="1347"/>
                  </a:lnTo>
                  <a:lnTo>
                    <a:pt x="2114" y="1406"/>
                  </a:lnTo>
                  <a:lnTo>
                    <a:pt x="2237" y="1581"/>
                  </a:lnTo>
                  <a:lnTo>
                    <a:pt x="2364" y="1701"/>
                  </a:lnTo>
                  <a:lnTo>
                    <a:pt x="2367" y="1711"/>
                  </a:lnTo>
                  <a:lnTo>
                    <a:pt x="2345" y="1734"/>
                  </a:lnTo>
                  <a:lnTo>
                    <a:pt x="2331" y="1740"/>
                  </a:lnTo>
                  <a:lnTo>
                    <a:pt x="2176" y="1705"/>
                  </a:lnTo>
                  <a:lnTo>
                    <a:pt x="2053" y="1629"/>
                  </a:lnTo>
                  <a:lnTo>
                    <a:pt x="2028" y="1599"/>
                  </a:lnTo>
                  <a:lnTo>
                    <a:pt x="2016" y="1561"/>
                  </a:lnTo>
                  <a:lnTo>
                    <a:pt x="1569" y="1149"/>
                  </a:lnTo>
                  <a:lnTo>
                    <a:pt x="1434" y="1033"/>
                  </a:lnTo>
                  <a:lnTo>
                    <a:pt x="1400" y="1012"/>
                  </a:lnTo>
                  <a:lnTo>
                    <a:pt x="1387" y="1034"/>
                  </a:lnTo>
                  <a:lnTo>
                    <a:pt x="1477" y="1184"/>
                  </a:lnTo>
                  <a:lnTo>
                    <a:pt x="1508" y="1197"/>
                  </a:lnTo>
                  <a:lnTo>
                    <a:pt x="1539" y="1224"/>
                  </a:lnTo>
                  <a:lnTo>
                    <a:pt x="1690" y="1412"/>
                  </a:lnTo>
                  <a:lnTo>
                    <a:pt x="1698" y="1432"/>
                  </a:lnTo>
                  <a:lnTo>
                    <a:pt x="1697" y="1456"/>
                  </a:lnTo>
                  <a:lnTo>
                    <a:pt x="1621" y="1445"/>
                  </a:lnTo>
                  <a:lnTo>
                    <a:pt x="1592" y="1432"/>
                  </a:lnTo>
                  <a:lnTo>
                    <a:pt x="998" y="1129"/>
                  </a:lnTo>
                  <a:lnTo>
                    <a:pt x="641" y="936"/>
                  </a:lnTo>
                  <a:lnTo>
                    <a:pt x="623" y="949"/>
                  </a:lnTo>
                  <a:lnTo>
                    <a:pt x="541" y="1075"/>
                  </a:lnTo>
                  <a:lnTo>
                    <a:pt x="528" y="1116"/>
                  </a:lnTo>
                  <a:lnTo>
                    <a:pt x="620" y="1305"/>
                  </a:lnTo>
                  <a:lnTo>
                    <a:pt x="652" y="1341"/>
                  </a:lnTo>
                  <a:lnTo>
                    <a:pt x="682" y="1356"/>
                  </a:lnTo>
                  <a:lnTo>
                    <a:pt x="708" y="1378"/>
                  </a:lnTo>
                  <a:lnTo>
                    <a:pt x="813" y="1523"/>
                  </a:lnTo>
                  <a:lnTo>
                    <a:pt x="862" y="1656"/>
                  </a:lnTo>
                  <a:lnTo>
                    <a:pt x="854" y="1698"/>
                  </a:lnTo>
                  <a:lnTo>
                    <a:pt x="841" y="1718"/>
                  </a:lnTo>
                  <a:lnTo>
                    <a:pt x="826" y="1726"/>
                  </a:lnTo>
                  <a:lnTo>
                    <a:pt x="756" y="1712"/>
                  </a:lnTo>
                  <a:lnTo>
                    <a:pt x="616" y="1611"/>
                  </a:lnTo>
                  <a:lnTo>
                    <a:pt x="591" y="1582"/>
                  </a:lnTo>
                  <a:lnTo>
                    <a:pt x="555" y="1523"/>
                  </a:lnTo>
                  <a:lnTo>
                    <a:pt x="543" y="1478"/>
                  </a:lnTo>
                  <a:lnTo>
                    <a:pt x="335" y="1285"/>
                  </a:lnTo>
                  <a:lnTo>
                    <a:pt x="125" y="1175"/>
                  </a:lnTo>
                  <a:lnTo>
                    <a:pt x="27" y="1113"/>
                  </a:lnTo>
                  <a:lnTo>
                    <a:pt x="11" y="1096"/>
                  </a:lnTo>
                  <a:lnTo>
                    <a:pt x="3" y="1077"/>
                  </a:lnTo>
                  <a:lnTo>
                    <a:pt x="0" y="1010"/>
                  </a:lnTo>
                  <a:lnTo>
                    <a:pt x="84" y="928"/>
                  </a:lnTo>
                  <a:lnTo>
                    <a:pt x="133" y="894"/>
                  </a:lnTo>
                  <a:lnTo>
                    <a:pt x="174" y="886"/>
                  </a:lnTo>
                  <a:lnTo>
                    <a:pt x="207" y="904"/>
                  </a:lnTo>
                  <a:lnTo>
                    <a:pt x="349" y="948"/>
                  </a:lnTo>
                  <a:lnTo>
                    <a:pt x="406" y="955"/>
                  </a:lnTo>
                  <a:lnTo>
                    <a:pt x="440" y="922"/>
                  </a:lnTo>
                  <a:lnTo>
                    <a:pt x="445" y="877"/>
                  </a:lnTo>
                  <a:lnTo>
                    <a:pt x="439" y="841"/>
                  </a:lnTo>
                  <a:lnTo>
                    <a:pt x="362" y="674"/>
                  </a:lnTo>
                  <a:lnTo>
                    <a:pt x="266" y="424"/>
                  </a:lnTo>
                  <a:lnTo>
                    <a:pt x="298" y="408"/>
                  </a:lnTo>
                  <a:lnTo>
                    <a:pt x="327" y="406"/>
                  </a:lnTo>
                  <a:lnTo>
                    <a:pt x="525" y="444"/>
                  </a:lnTo>
                  <a:lnTo>
                    <a:pt x="694" y="535"/>
                  </a:lnTo>
                  <a:lnTo>
                    <a:pt x="732" y="568"/>
                  </a:lnTo>
                  <a:lnTo>
                    <a:pt x="801" y="609"/>
                  </a:lnTo>
                  <a:lnTo>
                    <a:pt x="868" y="640"/>
                  </a:lnTo>
                  <a:lnTo>
                    <a:pt x="955" y="648"/>
                  </a:lnTo>
                  <a:lnTo>
                    <a:pt x="967" y="611"/>
                  </a:lnTo>
                  <a:lnTo>
                    <a:pt x="951" y="506"/>
                  </a:lnTo>
                  <a:lnTo>
                    <a:pt x="926" y="471"/>
                  </a:lnTo>
                  <a:lnTo>
                    <a:pt x="889" y="454"/>
                  </a:lnTo>
                  <a:lnTo>
                    <a:pt x="819" y="446"/>
                  </a:lnTo>
                  <a:lnTo>
                    <a:pt x="718" y="371"/>
                  </a:lnTo>
                  <a:lnTo>
                    <a:pt x="674" y="343"/>
                  </a:lnTo>
                  <a:lnTo>
                    <a:pt x="671" y="321"/>
                  </a:lnTo>
                  <a:lnTo>
                    <a:pt x="687" y="272"/>
                  </a:lnTo>
                  <a:lnTo>
                    <a:pt x="692" y="266"/>
                  </a:lnTo>
                  <a:lnTo>
                    <a:pt x="690" y="249"/>
                  </a:lnTo>
                  <a:lnTo>
                    <a:pt x="681" y="232"/>
                  </a:lnTo>
                  <a:lnTo>
                    <a:pt x="667" y="222"/>
                  </a:lnTo>
                  <a:lnTo>
                    <a:pt x="544" y="175"/>
                  </a:lnTo>
                  <a:lnTo>
                    <a:pt x="434" y="119"/>
                  </a:lnTo>
                  <a:lnTo>
                    <a:pt x="417" y="99"/>
                  </a:lnTo>
                  <a:lnTo>
                    <a:pt x="399" y="59"/>
                  </a:lnTo>
                  <a:lnTo>
                    <a:pt x="348" y="13"/>
                  </a:lnTo>
                  <a:lnTo>
                    <a:pt x="344" y="7"/>
                  </a:lnTo>
                  <a:lnTo>
                    <a:pt x="348" y="0"/>
                  </a:lnTo>
                  <a:lnTo>
                    <a:pt x="496" y="22"/>
                  </a:lnTo>
                  <a:lnTo>
                    <a:pt x="532" y="20"/>
                  </a:lnTo>
                  <a:lnTo>
                    <a:pt x="545" y="2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7262267" y="1954550"/>
              <a:ext cx="360" cy="313"/>
            </a:xfrm>
            <a:custGeom>
              <a:avLst/>
              <a:pathLst>
                <a:path w="360" h="313">
                  <a:moveTo>
                    <a:pt x="311" y="311"/>
                  </a:moveTo>
                  <a:lnTo>
                    <a:pt x="275" y="313"/>
                  </a:lnTo>
                  <a:lnTo>
                    <a:pt x="100" y="224"/>
                  </a:lnTo>
                  <a:lnTo>
                    <a:pt x="0" y="74"/>
                  </a:lnTo>
                  <a:lnTo>
                    <a:pt x="74" y="20"/>
                  </a:lnTo>
                  <a:lnTo>
                    <a:pt x="196" y="1"/>
                  </a:lnTo>
                  <a:lnTo>
                    <a:pt x="238" y="0"/>
                  </a:lnTo>
                  <a:lnTo>
                    <a:pt x="283" y="23"/>
                  </a:lnTo>
                  <a:lnTo>
                    <a:pt x="360" y="124"/>
                  </a:lnTo>
                  <a:lnTo>
                    <a:pt x="332" y="291"/>
                  </a:lnTo>
                  <a:lnTo>
                    <a:pt x="311" y="3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7252118" y="1947726"/>
              <a:ext cx="564" cy="550"/>
            </a:xfrm>
            <a:custGeom>
              <a:avLst/>
              <a:pathLst>
                <a:path w="564" h="550">
                  <a:moveTo>
                    <a:pt x="564" y="75"/>
                  </a:moveTo>
                  <a:lnTo>
                    <a:pt x="452" y="159"/>
                  </a:lnTo>
                  <a:lnTo>
                    <a:pt x="385" y="143"/>
                  </a:lnTo>
                  <a:lnTo>
                    <a:pt x="311" y="172"/>
                  </a:lnTo>
                  <a:lnTo>
                    <a:pt x="249" y="209"/>
                  </a:lnTo>
                  <a:lnTo>
                    <a:pt x="216" y="274"/>
                  </a:lnTo>
                  <a:lnTo>
                    <a:pt x="195" y="352"/>
                  </a:lnTo>
                  <a:lnTo>
                    <a:pt x="99" y="507"/>
                  </a:lnTo>
                  <a:lnTo>
                    <a:pt x="52" y="548"/>
                  </a:lnTo>
                  <a:lnTo>
                    <a:pt x="7" y="550"/>
                  </a:lnTo>
                  <a:lnTo>
                    <a:pt x="0" y="515"/>
                  </a:lnTo>
                  <a:lnTo>
                    <a:pt x="3" y="311"/>
                  </a:lnTo>
                  <a:lnTo>
                    <a:pt x="15" y="214"/>
                  </a:lnTo>
                  <a:lnTo>
                    <a:pt x="74" y="170"/>
                  </a:lnTo>
                  <a:lnTo>
                    <a:pt x="275" y="45"/>
                  </a:lnTo>
                  <a:lnTo>
                    <a:pt x="424" y="0"/>
                  </a:lnTo>
                  <a:lnTo>
                    <a:pt x="547" y="35"/>
                  </a:lnTo>
                  <a:lnTo>
                    <a:pt x="557" y="44"/>
                  </a:lnTo>
                  <a:lnTo>
                    <a:pt x="564" y="7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7267320" y="1949123"/>
              <a:ext cx="423" cy="472"/>
            </a:xfrm>
            <a:custGeom>
              <a:avLst/>
              <a:pathLst>
                <a:path w="423" h="472">
                  <a:moveTo>
                    <a:pt x="226" y="472"/>
                  </a:moveTo>
                  <a:lnTo>
                    <a:pt x="192" y="469"/>
                  </a:lnTo>
                  <a:lnTo>
                    <a:pt x="2" y="255"/>
                  </a:lnTo>
                  <a:lnTo>
                    <a:pt x="0" y="229"/>
                  </a:lnTo>
                  <a:lnTo>
                    <a:pt x="12" y="189"/>
                  </a:lnTo>
                  <a:lnTo>
                    <a:pt x="102" y="52"/>
                  </a:lnTo>
                  <a:lnTo>
                    <a:pt x="155" y="24"/>
                  </a:lnTo>
                  <a:lnTo>
                    <a:pt x="267" y="0"/>
                  </a:lnTo>
                  <a:lnTo>
                    <a:pt x="414" y="56"/>
                  </a:lnTo>
                  <a:lnTo>
                    <a:pt x="423" y="64"/>
                  </a:lnTo>
                  <a:lnTo>
                    <a:pt x="363" y="377"/>
                  </a:lnTo>
                  <a:lnTo>
                    <a:pt x="301" y="438"/>
                  </a:lnTo>
                  <a:lnTo>
                    <a:pt x="265" y="461"/>
                  </a:lnTo>
                  <a:lnTo>
                    <a:pt x="226" y="4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7266832" y="1949020"/>
              <a:ext cx="456" cy="561"/>
            </a:xfrm>
            <a:custGeom>
              <a:avLst/>
              <a:pathLst>
                <a:path w="456" h="561">
                  <a:moveTo>
                    <a:pt x="50" y="561"/>
                  </a:moveTo>
                  <a:lnTo>
                    <a:pt x="35" y="561"/>
                  </a:lnTo>
                  <a:lnTo>
                    <a:pt x="0" y="463"/>
                  </a:lnTo>
                  <a:lnTo>
                    <a:pt x="0" y="445"/>
                  </a:lnTo>
                  <a:lnTo>
                    <a:pt x="179" y="78"/>
                  </a:lnTo>
                  <a:lnTo>
                    <a:pt x="191" y="66"/>
                  </a:lnTo>
                  <a:lnTo>
                    <a:pt x="321" y="0"/>
                  </a:lnTo>
                  <a:lnTo>
                    <a:pt x="453" y="33"/>
                  </a:lnTo>
                  <a:lnTo>
                    <a:pt x="456" y="40"/>
                  </a:lnTo>
                  <a:lnTo>
                    <a:pt x="359" y="239"/>
                  </a:lnTo>
                  <a:lnTo>
                    <a:pt x="198" y="487"/>
                  </a:lnTo>
                  <a:lnTo>
                    <a:pt x="180" y="501"/>
                  </a:lnTo>
                  <a:lnTo>
                    <a:pt x="116" y="532"/>
                  </a:lnTo>
                  <a:lnTo>
                    <a:pt x="50" y="56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7265348" y="1948525"/>
              <a:ext cx="447" cy="348"/>
            </a:xfrm>
            <a:custGeom>
              <a:avLst/>
              <a:pathLst>
                <a:path w="447" h="348">
                  <a:moveTo>
                    <a:pt x="222" y="330"/>
                  </a:moveTo>
                  <a:lnTo>
                    <a:pt x="120" y="348"/>
                  </a:lnTo>
                  <a:lnTo>
                    <a:pt x="79" y="336"/>
                  </a:lnTo>
                  <a:lnTo>
                    <a:pt x="1" y="252"/>
                  </a:lnTo>
                  <a:lnTo>
                    <a:pt x="0" y="237"/>
                  </a:lnTo>
                  <a:lnTo>
                    <a:pt x="17" y="163"/>
                  </a:lnTo>
                  <a:lnTo>
                    <a:pt x="83" y="72"/>
                  </a:lnTo>
                  <a:lnTo>
                    <a:pt x="107" y="52"/>
                  </a:lnTo>
                  <a:lnTo>
                    <a:pt x="140" y="38"/>
                  </a:lnTo>
                  <a:lnTo>
                    <a:pt x="247" y="6"/>
                  </a:lnTo>
                  <a:lnTo>
                    <a:pt x="288" y="0"/>
                  </a:lnTo>
                  <a:lnTo>
                    <a:pt x="330" y="3"/>
                  </a:lnTo>
                  <a:lnTo>
                    <a:pt x="360" y="27"/>
                  </a:lnTo>
                  <a:lnTo>
                    <a:pt x="433" y="117"/>
                  </a:lnTo>
                  <a:lnTo>
                    <a:pt x="447" y="138"/>
                  </a:lnTo>
                  <a:lnTo>
                    <a:pt x="446" y="150"/>
                  </a:lnTo>
                  <a:lnTo>
                    <a:pt x="222" y="33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7252364" y="1946085"/>
              <a:ext cx="515" cy="536"/>
            </a:xfrm>
            <a:custGeom>
              <a:avLst/>
              <a:pathLst>
                <a:path w="515" h="536">
                  <a:moveTo>
                    <a:pt x="321" y="536"/>
                  </a:moveTo>
                  <a:lnTo>
                    <a:pt x="303" y="536"/>
                  </a:lnTo>
                  <a:lnTo>
                    <a:pt x="154" y="364"/>
                  </a:lnTo>
                  <a:lnTo>
                    <a:pt x="0" y="105"/>
                  </a:lnTo>
                  <a:lnTo>
                    <a:pt x="50" y="31"/>
                  </a:lnTo>
                  <a:lnTo>
                    <a:pt x="95" y="2"/>
                  </a:lnTo>
                  <a:lnTo>
                    <a:pt x="114" y="0"/>
                  </a:lnTo>
                  <a:lnTo>
                    <a:pt x="274" y="74"/>
                  </a:lnTo>
                  <a:lnTo>
                    <a:pt x="303" y="100"/>
                  </a:lnTo>
                  <a:lnTo>
                    <a:pt x="454" y="266"/>
                  </a:lnTo>
                  <a:lnTo>
                    <a:pt x="515" y="456"/>
                  </a:lnTo>
                  <a:lnTo>
                    <a:pt x="509" y="466"/>
                  </a:lnTo>
                  <a:lnTo>
                    <a:pt x="462" y="497"/>
                  </a:lnTo>
                  <a:lnTo>
                    <a:pt x="321" y="53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7266463" y="1948453"/>
              <a:ext cx="976" cy="782"/>
            </a:xfrm>
            <a:custGeom>
              <a:avLst/>
              <a:pathLst>
                <a:path w="976" h="782">
                  <a:moveTo>
                    <a:pt x="269" y="757"/>
                  </a:moveTo>
                  <a:lnTo>
                    <a:pt x="96" y="782"/>
                  </a:lnTo>
                  <a:lnTo>
                    <a:pt x="0" y="592"/>
                  </a:lnTo>
                  <a:lnTo>
                    <a:pt x="15" y="493"/>
                  </a:lnTo>
                  <a:lnTo>
                    <a:pt x="114" y="396"/>
                  </a:lnTo>
                  <a:lnTo>
                    <a:pt x="152" y="377"/>
                  </a:lnTo>
                  <a:lnTo>
                    <a:pt x="341" y="317"/>
                  </a:lnTo>
                  <a:lnTo>
                    <a:pt x="372" y="315"/>
                  </a:lnTo>
                  <a:lnTo>
                    <a:pt x="410" y="196"/>
                  </a:lnTo>
                  <a:lnTo>
                    <a:pt x="498" y="48"/>
                  </a:lnTo>
                  <a:lnTo>
                    <a:pt x="521" y="31"/>
                  </a:lnTo>
                  <a:lnTo>
                    <a:pt x="617" y="0"/>
                  </a:lnTo>
                  <a:lnTo>
                    <a:pt x="890" y="4"/>
                  </a:lnTo>
                  <a:lnTo>
                    <a:pt x="917" y="6"/>
                  </a:lnTo>
                  <a:lnTo>
                    <a:pt x="962" y="38"/>
                  </a:lnTo>
                  <a:lnTo>
                    <a:pt x="976" y="85"/>
                  </a:lnTo>
                  <a:lnTo>
                    <a:pt x="748" y="403"/>
                  </a:lnTo>
                  <a:lnTo>
                    <a:pt x="532" y="613"/>
                  </a:lnTo>
                  <a:lnTo>
                    <a:pt x="487" y="643"/>
                  </a:lnTo>
                  <a:lnTo>
                    <a:pt x="269" y="75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7257710" y="1946825"/>
              <a:ext cx="718" cy="1114"/>
            </a:xfrm>
            <a:custGeom>
              <a:avLst/>
              <a:pathLst>
                <a:path w="718" h="1114">
                  <a:moveTo>
                    <a:pt x="715" y="315"/>
                  </a:moveTo>
                  <a:lnTo>
                    <a:pt x="718" y="432"/>
                  </a:lnTo>
                  <a:lnTo>
                    <a:pt x="688" y="643"/>
                  </a:lnTo>
                  <a:lnTo>
                    <a:pt x="617" y="761"/>
                  </a:lnTo>
                  <a:lnTo>
                    <a:pt x="263" y="1057"/>
                  </a:lnTo>
                  <a:lnTo>
                    <a:pt x="169" y="1096"/>
                  </a:lnTo>
                  <a:lnTo>
                    <a:pt x="90" y="1114"/>
                  </a:lnTo>
                  <a:lnTo>
                    <a:pt x="78" y="1072"/>
                  </a:lnTo>
                  <a:lnTo>
                    <a:pt x="169" y="981"/>
                  </a:lnTo>
                  <a:lnTo>
                    <a:pt x="198" y="916"/>
                  </a:lnTo>
                  <a:lnTo>
                    <a:pt x="168" y="773"/>
                  </a:lnTo>
                  <a:lnTo>
                    <a:pt x="113" y="748"/>
                  </a:lnTo>
                  <a:lnTo>
                    <a:pt x="63" y="676"/>
                  </a:lnTo>
                  <a:lnTo>
                    <a:pt x="4" y="503"/>
                  </a:lnTo>
                  <a:lnTo>
                    <a:pt x="0" y="380"/>
                  </a:lnTo>
                  <a:lnTo>
                    <a:pt x="22" y="309"/>
                  </a:lnTo>
                  <a:lnTo>
                    <a:pt x="61" y="266"/>
                  </a:lnTo>
                  <a:lnTo>
                    <a:pt x="74" y="266"/>
                  </a:lnTo>
                  <a:lnTo>
                    <a:pt x="126" y="300"/>
                  </a:lnTo>
                  <a:lnTo>
                    <a:pt x="174" y="313"/>
                  </a:lnTo>
                  <a:lnTo>
                    <a:pt x="302" y="330"/>
                  </a:lnTo>
                  <a:lnTo>
                    <a:pt x="450" y="182"/>
                  </a:lnTo>
                  <a:lnTo>
                    <a:pt x="422" y="50"/>
                  </a:lnTo>
                  <a:lnTo>
                    <a:pt x="427" y="0"/>
                  </a:lnTo>
                  <a:lnTo>
                    <a:pt x="458" y="0"/>
                  </a:lnTo>
                  <a:lnTo>
                    <a:pt x="493" y="20"/>
                  </a:lnTo>
                  <a:lnTo>
                    <a:pt x="582" y="115"/>
                  </a:lnTo>
                  <a:lnTo>
                    <a:pt x="662" y="223"/>
                  </a:lnTo>
                  <a:lnTo>
                    <a:pt x="715" y="3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7251683" y="1945735"/>
              <a:ext cx="421" cy="307"/>
            </a:xfrm>
            <a:custGeom>
              <a:avLst/>
              <a:pathLst>
                <a:path w="421" h="307">
                  <a:moveTo>
                    <a:pt x="116" y="290"/>
                  </a:moveTo>
                  <a:lnTo>
                    <a:pt x="57" y="307"/>
                  </a:lnTo>
                  <a:lnTo>
                    <a:pt x="35" y="293"/>
                  </a:lnTo>
                  <a:lnTo>
                    <a:pt x="3" y="250"/>
                  </a:lnTo>
                  <a:lnTo>
                    <a:pt x="0" y="227"/>
                  </a:lnTo>
                  <a:lnTo>
                    <a:pt x="8" y="204"/>
                  </a:lnTo>
                  <a:lnTo>
                    <a:pt x="47" y="145"/>
                  </a:lnTo>
                  <a:lnTo>
                    <a:pt x="156" y="42"/>
                  </a:lnTo>
                  <a:lnTo>
                    <a:pt x="192" y="25"/>
                  </a:lnTo>
                  <a:lnTo>
                    <a:pt x="336" y="0"/>
                  </a:lnTo>
                  <a:lnTo>
                    <a:pt x="377" y="0"/>
                  </a:lnTo>
                  <a:lnTo>
                    <a:pt x="421" y="60"/>
                  </a:lnTo>
                  <a:lnTo>
                    <a:pt x="418" y="75"/>
                  </a:lnTo>
                  <a:lnTo>
                    <a:pt x="373" y="108"/>
                  </a:lnTo>
                  <a:lnTo>
                    <a:pt x="314" y="112"/>
                  </a:lnTo>
                  <a:lnTo>
                    <a:pt x="230" y="179"/>
                  </a:lnTo>
                  <a:lnTo>
                    <a:pt x="167" y="252"/>
                  </a:lnTo>
                  <a:lnTo>
                    <a:pt x="116" y="29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7255159" y="1945510"/>
              <a:ext cx="373" cy="403"/>
            </a:xfrm>
            <a:custGeom>
              <a:avLst/>
              <a:pathLst>
                <a:path w="373" h="403">
                  <a:moveTo>
                    <a:pt x="363" y="350"/>
                  </a:moveTo>
                  <a:lnTo>
                    <a:pt x="309" y="403"/>
                  </a:lnTo>
                  <a:lnTo>
                    <a:pt x="11" y="231"/>
                  </a:lnTo>
                  <a:lnTo>
                    <a:pt x="0" y="219"/>
                  </a:lnTo>
                  <a:lnTo>
                    <a:pt x="0" y="207"/>
                  </a:lnTo>
                  <a:lnTo>
                    <a:pt x="56" y="169"/>
                  </a:lnTo>
                  <a:lnTo>
                    <a:pt x="132" y="18"/>
                  </a:lnTo>
                  <a:lnTo>
                    <a:pt x="151" y="0"/>
                  </a:lnTo>
                  <a:lnTo>
                    <a:pt x="220" y="0"/>
                  </a:lnTo>
                  <a:lnTo>
                    <a:pt x="351" y="23"/>
                  </a:lnTo>
                  <a:lnTo>
                    <a:pt x="372" y="34"/>
                  </a:lnTo>
                  <a:lnTo>
                    <a:pt x="373" y="70"/>
                  </a:lnTo>
                  <a:lnTo>
                    <a:pt x="324" y="109"/>
                  </a:lnTo>
                  <a:lnTo>
                    <a:pt x="272" y="233"/>
                  </a:lnTo>
                  <a:lnTo>
                    <a:pt x="349" y="325"/>
                  </a:lnTo>
                  <a:lnTo>
                    <a:pt x="360" y="329"/>
                  </a:lnTo>
                  <a:lnTo>
                    <a:pt x="363" y="35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7254609" y="1945022"/>
              <a:ext cx="550" cy="280"/>
            </a:xfrm>
            <a:custGeom>
              <a:avLst/>
              <a:pathLst>
                <a:path w="550" h="280">
                  <a:moveTo>
                    <a:pt x="249" y="268"/>
                  </a:moveTo>
                  <a:lnTo>
                    <a:pt x="24" y="280"/>
                  </a:lnTo>
                  <a:lnTo>
                    <a:pt x="0" y="257"/>
                  </a:lnTo>
                  <a:lnTo>
                    <a:pt x="12" y="175"/>
                  </a:lnTo>
                  <a:lnTo>
                    <a:pt x="29" y="136"/>
                  </a:lnTo>
                  <a:lnTo>
                    <a:pt x="71" y="104"/>
                  </a:lnTo>
                  <a:lnTo>
                    <a:pt x="338" y="0"/>
                  </a:lnTo>
                  <a:lnTo>
                    <a:pt x="523" y="13"/>
                  </a:lnTo>
                  <a:lnTo>
                    <a:pt x="550" y="23"/>
                  </a:lnTo>
                  <a:lnTo>
                    <a:pt x="548" y="40"/>
                  </a:lnTo>
                  <a:lnTo>
                    <a:pt x="494" y="127"/>
                  </a:lnTo>
                  <a:lnTo>
                    <a:pt x="403" y="201"/>
                  </a:lnTo>
                  <a:lnTo>
                    <a:pt x="333" y="236"/>
                  </a:lnTo>
                  <a:lnTo>
                    <a:pt x="249" y="26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7264552" y="1942789"/>
              <a:ext cx="331" cy="349"/>
            </a:xfrm>
            <a:custGeom>
              <a:avLst/>
              <a:pathLst>
                <a:path w="331" h="349">
                  <a:moveTo>
                    <a:pt x="177" y="308"/>
                  </a:moveTo>
                  <a:lnTo>
                    <a:pt x="39" y="349"/>
                  </a:lnTo>
                  <a:lnTo>
                    <a:pt x="31" y="345"/>
                  </a:lnTo>
                  <a:lnTo>
                    <a:pt x="8" y="225"/>
                  </a:lnTo>
                  <a:lnTo>
                    <a:pt x="0" y="131"/>
                  </a:lnTo>
                  <a:lnTo>
                    <a:pt x="1" y="98"/>
                  </a:lnTo>
                  <a:lnTo>
                    <a:pt x="21" y="69"/>
                  </a:lnTo>
                  <a:lnTo>
                    <a:pt x="94" y="0"/>
                  </a:lnTo>
                  <a:lnTo>
                    <a:pt x="105" y="1"/>
                  </a:lnTo>
                  <a:lnTo>
                    <a:pt x="289" y="19"/>
                  </a:lnTo>
                  <a:lnTo>
                    <a:pt x="311" y="22"/>
                  </a:lnTo>
                  <a:lnTo>
                    <a:pt x="331" y="50"/>
                  </a:lnTo>
                  <a:lnTo>
                    <a:pt x="281" y="232"/>
                  </a:lnTo>
                  <a:lnTo>
                    <a:pt x="265" y="264"/>
                  </a:lnTo>
                  <a:lnTo>
                    <a:pt x="197" y="298"/>
                  </a:lnTo>
                  <a:lnTo>
                    <a:pt x="177" y="30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7263960" y="1942684"/>
              <a:ext cx="531" cy="485"/>
            </a:xfrm>
            <a:custGeom>
              <a:avLst/>
              <a:pathLst>
                <a:path w="531" h="485">
                  <a:moveTo>
                    <a:pt x="142" y="485"/>
                  </a:moveTo>
                  <a:lnTo>
                    <a:pt x="76" y="475"/>
                  </a:lnTo>
                  <a:lnTo>
                    <a:pt x="15" y="364"/>
                  </a:lnTo>
                  <a:lnTo>
                    <a:pt x="0" y="196"/>
                  </a:lnTo>
                  <a:lnTo>
                    <a:pt x="28" y="117"/>
                  </a:lnTo>
                  <a:lnTo>
                    <a:pt x="119" y="77"/>
                  </a:lnTo>
                  <a:lnTo>
                    <a:pt x="274" y="9"/>
                  </a:lnTo>
                  <a:lnTo>
                    <a:pt x="309" y="0"/>
                  </a:lnTo>
                  <a:lnTo>
                    <a:pt x="335" y="0"/>
                  </a:lnTo>
                  <a:lnTo>
                    <a:pt x="476" y="112"/>
                  </a:lnTo>
                  <a:lnTo>
                    <a:pt x="485" y="124"/>
                  </a:lnTo>
                  <a:lnTo>
                    <a:pt x="510" y="156"/>
                  </a:lnTo>
                  <a:lnTo>
                    <a:pt x="531" y="265"/>
                  </a:lnTo>
                  <a:lnTo>
                    <a:pt x="413" y="371"/>
                  </a:lnTo>
                  <a:lnTo>
                    <a:pt x="349" y="406"/>
                  </a:lnTo>
                  <a:lnTo>
                    <a:pt x="142" y="4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7263984" y="1942176"/>
              <a:ext cx="731" cy="400"/>
            </a:xfrm>
            <a:custGeom>
              <a:avLst/>
              <a:pathLst>
                <a:path w="731" h="400">
                  <a:moveTo>
                    <a:pt x="228" y="400"/>
                  </a:moveTo>
                  <a:lnTo>
                    <a:pt x="7" y="381"/>
                  </a:lnTo>
                  <a:lnTo>
                    <a:pt x="0" y="371"/>
                  </a:lnTo>
                  <a:lnTo>
                    <a:pt x="8" y="205"/>
                  </a:lnTo>
                  <a:lnTo>
                    <a:pt x="78" y="134"/>
                  </a:lnTo>
                  <a:lnTo>
                    <a:pt x="91" y="120"/>
                  </a:lnTo>
                  <a:lnTo>
                    <a:pt x="155" y="75"/>
                  </a:lnTo>
                  <a:lnTo>
                    <a:pt x="246" y="9"/>
                  </a:lnTo>
                  <a:lnTo>
                    <a:pt x="259" y="0"/>
                  </a:lnTo>
                  <a:lnTo>
                    <a:pt x="265" y="2"/>
                  </a:lnTo>
                  <a:lnTo>
                    <a:pt x="273" y="5"/>
                  </a:lnTo>
                  <a:lnTo>
                    <a:pt x="528" y="103"/>
                  </a:lnTo>
                  <a:lnTo>
                    <a:pt x="727" y="205"/>
                  </a:lnTo>
                  <a:lnTo>
                    <a:pt x="729" y="212"/>
                  </a:lnTo>
                  <a:lnTo>
                    <a:pt x="731" y="223"/>
                  </a:lnTo>
                  <a:lnTo>
                    <a:pt x="673" y="319"/>
                  </a:lnTo>
                  <a:lnTo>
                    <a:pt x="653" y="328"/>
                  </a:lnTo>
                  <a:lnTo>
                    <a:pt x="649" y="328"/>
                  </a:lnTo>
                  <a:lnTo>
                    <a:pt x="242" y="397"/>
                  </a:lnTo>
                  <a:lnTo>
                    <a:pt x="228" y="40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7261780" y="1941451"/>
              <a:ext cx="840" cy="740"/>
            </a:xfrm>
            <a:custGeom>
              <a:avLst/>
              <a:pathLst>
                <a:path w="840" h="740">
                  <a:moveTo>
                    <a:pt x="569" y="738"/>
                  </a:moveTo>
                  <a:lnTo>
                    <a:pt x="293" y="740"/>
                  </a:lnTo>
                  <a:lnTo>
                    <a:pt x="56" y="668"/>
                  </a:lnTo>
                  <a:lnTo>
                    <a:pt x="0" y="631"/>
                  </a:lnTo>
                  <a:lnTo>
                    <a:pt x="0" y="626"/>
                  </a:lnTo>
                  <a:lnTo>
                    <a:pt x="4" y="614"/>
                  </a:lnTo>
                  <a:lnTo>
                    <a:pt x="63" y="525"/>
                  </a:lnTo>
                  <a:lnTo>
                    <a:pt x="146" y="497"/>
                  </a:lnTo>
                  <a:lnTo>
                    <a:pt x="192" y="491"/>
                  </a:lnTo>
                  <a:lnTo>
                    <a:pt x="260" y="472"/>
                  </a:lnTo>
                  <a:lnTo>
                    <a:pt x="286" y="459"/>
                  </a:lnTo>
                  <a:lnTo>
                    <a:pt x="308" y="407"/>
                  </a:lnTo>
                  <a:lnTo>
                    <a:pt x="325" y="263"/>
                  </a:lnTo>
                  <a:lnTo>
                    <a:pt x="308" y="153"/>
                  </a:lnTo>
                  <a:lnTo>
                    <a:pt x="313" y="139"/>
                  </a:lnTo>
                  <a:lnTo>
                    <a:pt x="373" y="74"/>
                  </a:lnTo>
                  <a:lnTo>
                    <a:pt x="379" y="67"/>
                  </a:lnTo>
                  <a:lnTo>
                    <a:pt x="575" y="2"/>
                  </a:lnTo>
                  <a:lnTo>
                    <a:pt x="630" y="0"/>
                  </a:lnTo>
                  <a:lnTo>
                    <a:pt x="651" y="12"/>
                  </a:lnTo>
                  <a:lnTo>
                    <a:pt x="784" y="188"/>
                  </a:lnTo>
                  <a:lnTo>
                    <a:pt x="812" y="253"/>
                  </a:lnTo>
                  <a:lnTo>
                    <a:pt x="830" y="342"/>
                  </a:lnTo>
                  <a:lnTo>
                    <a:pt x="840" y="395"/>
                  </a:lnTo>
                  <a:lnTo>
                    <a:pt x="804" y="542"/>
                  </a:lnTo>
                  <a:lnTo>
                    <a:pt x="755" y="603"/>
                  </a:lnTo>
                  <a:lnTo>
                    <a:pt x="659" y="701"/>
                  </a:lnTo>
                  <a:lnTo>
                    <a:pt x="617" y="731"/>
                  </a:lnTo>
                  <a:lnTo>
                    <a:pt x="569" y="7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7263977" y="1940415"/>
              <a:ext cx="1008" cy="1279"/>
            </a:xfrm>
            <a:custGeom>
              <a:avLst/>
              <a:pathLst>
                <a:path w="1008" h="1279">
                  <a:moveTo>
                    <a:pt x="443" y="1106"/>
                  </a:moveTo>
                  <a:lnTo>
                    <a:pt x="123" y="1279"/>
                  </a:lnTo>
                  <a:lnTo>
                    <a:pt x="39" y="1236"/>
                  </a:lnTo>
                  <a:lnTo>
                    <a:pt x="24" y="1207"/>
                  </a:lnTo>
                  <a:lnTo>
                    <a:pt x="0" y="1059"/>
                  </a:lnTo>
                  <a:lnTo>
                    <a:pt x="0" y="1030"/>
                  </a:lnTo>
                  <a:lnTo>
                    <a:pt x="17" y="1001"/>
                  </a:lnTo>
                  <a:lnTo>
                    <a:pt x="32" y="989"/>
                  </a:lnTo>
                  <a:lnTo>
                    <a:pt x="104" y="970"/>
                  </a:lnTo>
                  <a:lnTo>
                    <a:pt x="111" y="946"/>
                  </a:lnTo>
                  <a:lnTo>
                    <a:pt x="107" y="938"/>
                  </a:lnTo>
                  <a:lnTo>
                    <a:pt x="13" y="822"/>
                  </a:lnTo>
                  <a:lnTo>
                    <a:pt x="14" y="811"/>
                  </a:lnTo>
                  <a:lnTo>
                    <a:pt x="20" y="771"/>
                  </a:lnTo>
                  <a:lnTo>
                    <a:pt x="30" y="757"/>
                  </a:lnTo>
                  <a:lnTo>
                    <a:pt x="100" y="761"/>
                  </a:lnTo>
                  <a:lnTo>
                    <a:pt x="371" y="672"/>
                  </a:lnTo>
                  <a:lnTo>
                    <a:pt x="386" y="665"/>
                  </a:lnTo>
                  <a:lnTo>
                    <a:pt x="662" y="319"/>
                  </a:lnTo>
                  <a:lnTo>
                    <a:pt x="662" y="298"/>
                  </a:lnTo>
                  <a:lnTo>
                    <a:pt x="809" y="137"/>
                  </a:lnTo>
                  <a:lnTo>
                    <a:pt x="960" y="3"/>
                  </a:lnTo>
                  <a:lnTo>
                    <a:pt x="989" y="0"/>
                  </a:lnTo>
                  <a:lnTo>
                    <a:pt x="1008" y="21"/>
                  </a:lnTo>
                  <a:lnTo>
                    <a:pt x="1008" y="34"/>
                  </a:lnTo>
                  <a:lnTo>
                    <a:pt x="971" y="134"/>
                  </a:lnTo>
                  <a:lnTo>
                    <a:pt x="898" y="207"/>
                  </a:lnTo>
                  <a:lnTo>
                    <a:pt x="844" y="235"/>
                  </a:lnTo>
                  <a:lnTo>
                    <a:pt x="766" y="407"/>
                  </a:lnTo>
                  <a:lnTo>
                    <a:pt x="755" y="498"/>
                  </a:lnTo>
                  <a:lnTo>
                    <a:pt x="745" y="576"/>
                  </a:lnTo>
                  <a:lnTo>
                    <a:pt x="721" y="664"/>
                  </a:lnTo>
                  <a:lnTo>
                    <a:pt x="520" y="1043"/>
                  </a:lnTo>
                  <a:lnTo>
                    <a:pt x="492" y="1073"/>
                  </a:lnTo>
                  <a:lnTo>
                    <a:pt x="443" y="11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7267169" y="1940104"/>
              <a:ext cx="428" cy="311"/>
            </a:xfrm>
            <a:custGeom>
              <a:avLst/>
              <a:pathLst>
                <a:path w="428" h="311">
                  <a:moveTo>
                    <a:pt x="224" y="260"/>
                  </a:moveTo>
                  <a:lnTo>
                    <a:pt x="98" y="311"/>
                  </a:lnTo>
                  <a:lnTo>
                    <a:pt x="62" y="301"/>
                  </a:lnTo>
                  <a:lnTo>
                    <a:pt x="38" y="284"/>
                  </a:lnTo>
                  <a:lnTo>
                    <a:pt x="0" y="154"/>
                  </a:lnTo>
                  <a:lnTo>
                    <a:pt x="23" y="125"/>
                  </a:lnTo>
                  <a:lnTo>
                    <a:pt x="168" y="112"/>
                  </a:lnTo>
                  <a:lnTo>
                    <a:pt x="366" y="16"/>
                  </a:lnTo>
                  <a:lnTo>
                    <a:pt x="392" y="0"/>
                  </a:lnTo>
                  <a:lnTo>
                    <a:pt x="428" y="5"/>
                  </a:lnTo>
                  <a:lnTo>
                    <a:pt x="419" y="102"/>
                  </a:lnTo>
                  <a:lnTo>
                    <a:pt x="334" y="203"/>
                  </a:lnTo>
                  <a:lnTo>
                    <a:pt x="224" y="26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7259726" y="1937826"/>
              <a:ext cx="2636" cy="1702"/>
            </a:xfrm>
            <a:custGeom>
              <a:avLst/>
              <a:pathLst>
                <a:path w="2636" h="1702">
                  <a:moveTo>
                    <a:pt x="1254" y="118"/>
                  </a:moveTo>
                  <a:lnTo>
                    <a:pt x="1233" y="206"/>
                  </a:lnTo>
                  <a:lnTo>
                    <a:pt x="1224" y="282"/>
                  </a:lnTo>
                  <a:lnTo>
                    <a:pt x="1337" y="545"/>
                  </a:lnTo>
                  <a:lnTo>
                    <a:pt x="1378" y="571"/>
                  </a:lnTo>
                  <a:lnTo>
                    <a:pt x="1678" y="711"/>
                  </a:lnTo>
                  <a:lnTo>
                    <a:pt x="1846" y="705"/>
                  </a:lnTo>
                  <a:lnTo>
                    <a:pt x="1891" y="695"/>
                  </a:lnTo>
                  <a:lnTo>
                    <a:pt x="1968" y="655"/>
                  </a:lnTo>
                  <a:lnTo>
                    <a:pt x="2018" y="608"/>
                  </a:lnTo>
                  <a:lnTo>
                    <a:pt x="2172" y="511"/>
                  </a:lnTo>
                  <a:lnTo>
                    <a:pt x="2586" y="442"/>
                  </a:lnTo>
                  <a:lnTo>
                    <a:pt x="2627" y="437"/>
                  </a:lnTo>
                  <a:lnTo>
                    <a:pt x="2636" y="444"/>
                  </a:lnTo>
                  <a:lnTo>
                    <a:pt x="2629" y="476"/>
                  </a:lnTo>
                  <a:lnTo>
                    <a:pt x="2229" y="884"/>
                  </a:lnTo>
                  <a:lnTo>
                    <a:pt x="2079" y="981"/>
                  </a:lnTo>
                  <a:lnTo>
                    <a:pt x="1998" y="1003"/>
                  </a:lnTo>
                  <a:lnTo>
                    <a:pt x="1931" y="1030"/>
                  </a:lnTo>
                  <a:lnTo>
                    <a:pt x="1870" y="1071"/>
                  </a:lnTo>
                  <a:lnTo>
                    <a:pt x="1849" y="1132"/>
                  </a:lnTo>
                  <a:lnTo>
                    <a:pt x="1853" y="1191"/>
                  </a:lnTo>
                  <a:lnTo>
                    <a:pt x="1861" y="1201"/>
                  </a:lnTo>
                  <a:lnTo>
                    <a:pt x="1871" y="1201"/>
                  </a:lnTo>
                  <a:lnTo>
                    <a:pt x="1891" y="1189"/>
                  </a:lnTo>
                  <a:lnTo>
                    <a:pt x="1920" y="1186"/>
                  </a:lnTo>
                  <a:lnTo>
                    <a:pt x="1990" y="1246"/>
                  </a:lnTo>
                  <a:lnTo>
                    <a:pt x="1923" y="1383"/>
                  </a:lnTo>
                  <a:lnTo>
                    <a:pt x="1777" y="1497"/>
                  </a:lnTo>
                  <a:lnTo>
                    <a:pt x="1710" y="1493"/>
                  </a:lnTo>
                  <a:lnTo>
                    <a:pt x="1677" y="1469"/>
                  </a:lnTo>
                  <a:lnTo>
                    <a:pt x="1655" y="1248"/>
                  </a:lnTo>
                  <a:lnTo>
                    <a:pt x="1461" y="1234"/>
                  </a:lnTo>
                  <a:lnTo>
                    <a:pt x="1194" y="1095"/>
                  </a:lnTo>
                  <a:lnTo>
                    <a:pt x="1117" y="1088"/>
                  </a:lnTo>
                  <a:lnTo>
                    <a:pt x="1080" y="1092"/>
                  </a:lnTo>
                  <a:lnTo>
                    <a:pt x="870" y="1149"/>
                  </a:lnTo>
                  <a:lnTo>
                    <a:pt x="542" y="1270"/>
                  </a:lnTo>
                  <a:lnTo>
                    <a:pt x="520" y="1288"/>
                  </a:lnTo>
                  <a:lnTo>
                    <a:pt x="373" y="1483"/>
                  </a:lnTo>
                  <a:lnTo>
                    <a:pt x="265" y="1702"/>
                  </a:lnTo>
                  <a:lnTo>
                    <a:pt x="49" y="1552"/>
                  </a:lnTo>
                  <a:lnTo>
                    <a:pt x="29" y="1515"/>
                  </a:lnTo>
                  <a:lnTo>
                    <a:pt x="4" y="1424"/>
                  </a:lnTo>
                  <a:lnTo>
                    <a:pt x="0" y="1352"/>
                  </a:lnTo>
                  <a:lnTo>
                    <a:pt x="71" y="1266"/>
                  </a:lnTo>
                  <a:lnTo>
                    <a:pt x="114" y="1273"/>
                  </a:lnTo>
                  <a:lnTo>
                    <a:pt x="147" y="1296"/>
                  </a:lnTo>
                  <a:lnTo>
                    <a:pt x="193" y="1312"/>
                  </a:lnTo>
                  <a:lnTo>
                    <a:pt x="271" y="1232"/>
                  </a:lnTo>
                  <a:lnTo>
                    <a:pt x="336" y="906"/>
                  </a:lnTo>
                  <a:lnTo>
                    <a:pt x="324" y="753"/>
                  </a:lnTo>
                  <a:lnTo>
                    <a:pt x="311" y="725"/>
                  </a:lnTo>
                  <a:lnTo>
                    <a:pt x="273" y="683"/>
                  </a:lnTo>
                  <a:lnTo>
                    <a:pt x="223" y="514"/>
                  </a:lnTo>
                  <a:lnTo>
                    <a:pt x="232" y="501"/>
                  </a:lnTo>
                  <a:lnTo>
                    <a:pt x="273" y="478"/>
                  </a:lnTo>
                  <a:lnTo>
                    <a:pt x="354" y="490"/>
                  </a:lnTo>
                  <a:lnTo>
                    <a:pt x="417" y="500"/>
                  </a:lnTo>
                  <a:lnTo>
                    <a:pt x="471" y="529"/>
                  </a:lnTo>
                  <a:lnTo>
                    <a:pt x="597" y="496"/>
                  </a:lnTo>
                  <a:lnTo>
                    <a:pt x="648" y="292"/>
                  </a:lnTo>
                  <a:lnTo>
                    <a:pt x="686" y="16"/>
                  </a:lnTo>
                  <a:lnTo>
                    <a:pt x="719" y="0"/>
                  </a:lnTo>
                  <a:lnTo>
                    <a:pt x="734" y="36"/>
                  </a:lnTo>
                  <a:lnTo>
                    <a:pt x="757" y="70"/>
                  </a:lnTo>
                  <a:lnTo>
                    <a:pt x="943" y="100"/>
                  </a:lnTo>
                  <a:lnTo>
                    <a:pt x="981" y="58"/>
                  </a:lnTo>
                  <a:lnTo>
                    <a:pt x="1032" y="22"/>
                  </a:lnTo>
                  <a:lnTo>
                    <a:pt x="1050" y="20"/>
                  </a:lnTo>
                  <a:lnTo>
                    <a:pt x="1072" y="26"/>
                  </a:lnTo>
                  <a:lnTo>
                    <a:pt x="1155" y="49"/>
                  </a:lnTo>
                  <a:lnTo>
                    <a:pt x="1185" y="63"/>
                  </a:lnTo>
                  <a:lnTo>
                    <a:pt x="1254" y="11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7262489" y="1938585"/>
              <a:ext cx="4028" cy="2030"/>
            </a:xfrm>
            <a:custGeom>
              <a:avLst/>
              <a:pathLst>
                <a:path w="4028" h="2030">
                  <a:moveTo>
                    <a:pt x="3895" y="111"/>
                  </a:moveTo>
                  <a:lnTo>
                    <a:pt x="4028" y="391"/>
                  </a:lnTo>
                  <a:lnTo>
                    <a:pt x="4016" y="431"/>
                  </a:lnTo>
                  <a:lnTo>
                    <a:pt x="3925" y="569"/>
                  </a:lnTo>
                  <a:lnTo>
                    <a:pt x="3687" y="861"/>
                  </a:lnTo>
                  <a:lnTo>
                    <a:pt x="3650" y="895"/>
                  </a:lnTo>
                  <a:lnTo>
                    <a:pt x="3543" y="828"/>
                  </a:lnTo>
                  <a:lnTo>
                    <a:pt x="3408" y="708"/>
                  </a:lnTo>
                  <a:lnTo>
                    <a:pt x="3372" y="673"/>
                  </a:lnTo>
                  <a:lnTo>
                    <a:pt x="3327" y="625"/>
                  </a:lnTo>
                  <a:lnTo>
                    <a:pt x="3158" y="624"/>
                  </a:lnTo>
                  <a:lnTo>
                    <a:pt x="3137" y="631"/>
                  </a:lnTo>
                  <a:lnTo>
                    <a:pt x="3090" y="662"/>
                  </a:lnTo>
                  <a:lnTo>
                    <a:pt x="3075" y="685"/>
                  </a:lnTo>
                  <a:lnTo>
                    <a:pt x="3074" y="703"/>
                  </a:lnTo>
                  <a:lnTo>
                    <a:pt x="3093" y="732"/>
                  </a:lnTo>
                  <a:lnTo>
                    <a:pt x="3271" y="896"/>
                  </a:lnTo>
                  <a:lnTo>
                    <a:pt x="3302" y="913"/>
                  </a:lnTo>
                  <a:lnTo>
                    <a:pt x="3319" y="983"/>
                  </a:lnTo>
                  <a:lnTo>
                    <a:pt x="3257" y="1078"/>
                  </a:lnTo>
                  <a:lnTo>
                    <a:pt x="3173" y="1181"/>
                  </a:lnTo>
                  <a:lnTo>
                    <a:pt x="3164" y="1206"/>
                  </a:lnTo>
                  <a:lnTo>
                    <a:pt x="3144" y="1696"/>
                  </a:lnTo>
                  <a:lnTo>
                    <a:pt x="3151" y="1717"/>
                  </a:lnTo>
                  <a:lnTo>
                    <a:pt x="3170" y="1733"/>
                  </a:lnTo>
                  <a:lnTo>
                    <a:pt x="3245" y="1733"/>
                  </a:lnTo>
                  <a:lnTo>
                    <a:pt x="3380" y="1689"/>
                  </a:lnTo>
                  <a:lnTo>
                    <a:pt x="3468" y="1689"/>
                  </a:lnTo>
                  <a:lnTo>
                    <a:pt x="3477" y="1710"/>
                  </a:lnTo>
                  <a:lnTo>
                    <a:pt x="3460" y="1780"/>
                  </a:lnTo>
                  <a:lnTo>
                    <a:pt x="3270" y="1958"/>
                  </a:lnTo>
                  <a:lnTo>
                    <a:pt x="3096" y="2027"/>
                  </a:lnTo>
                  <a:lnTo>
                    <a:pt x="3074" y="2030"/>
                  </a:lnTo>
                  <a:lnTo>
                    <a:pt x="3023" y="2025"/>
                  </a:lnTo>
                  <a:lnTo>
                    <a:pt x="2728" y="1787"/>
                  </a:lnTo>
                  <a:lnTo>
                    <a:pt x="2692" y="1638"/>
                  </a:lnTo>
                  <a:lnTo>
                    <a:pt x="2684" y="1625"/>
                  </a:lnTo>
                  <a:lnTo>
                    <a:pt x="2630" y="1590"/>
                  </a:lnTo>
                  <a:lnTo>
                    <a:pt x="2216" y="1726"/>
                  </a:lnTo>
                  <a:lnTo>
                    <a:pt x="1799" y="1931"/>
                  </a:lnTo>
                  <a:lnTo>
                    <a:pt x="1438" y="1933"/>
                  </a:lnTo>
                  <a:lnTo>
                    <a:pt x="1214" y="1909"/>
                  </a:lnTo>
                  <a:lnTo>
                    <a:pt x="937" y="1771"/>
                  </a:lnTo>
                  <a:lnTo>
                    <a:pt x="925" y="1770"/>
                  </a:lnTo>
                  <a:lnTo>
                    <a:pt x="762" y="1814"/>
                  </a:lnTo>
                  <a:lnTo>
                    <a:pt x="645" y="1868"/>
                  </a:lnTo>
                  <a:lnTo>
                    <a:pt x="427" y="1807"/>
                  </a:lnTo>
                  <a:lnTo>
                    <a:pt x="133" y="1803"/>
                  </a:lnTo>
                  <a:lnTo>
                    <a:pt x="71" y="1809"/>
                  </a:lnTo>
                  <a:lnTo>
                    <a:pt x="17" y="1793"/>
                  </a:lnTo>
                  <a:lnTo>
                    <a:pt x="13" y="1788"/>
                  </a:lnTo>
                  <a:lnTo>
                    <a:pt x="0" y="1741"/>
                  </a:lnTo>
                  <a:lnTo>
                    <a:pt x="135" y="1653"/>
                  </a:lnTo>
                  <a:lnTo>
                    <a:pt x="202" y="1631"/>
                  </a:lnTo>
                  <a:lnTo>
                    <a:pt x="299" y="1599"/>
                  </a:lnTo>
                  <a:lnTo>
                    <a:pt x="327" y="1594"/>
                  </a:lnTo>
                  <a:lnTo>
                    <a:pt x="440" y="1552"/>
                  </a:lnTo>
                  <a:lnTo>
                    <a:pt x="441" y="1497"/>
                  </a:lnTo>
                  <a:lnTo>
                    <a:pt x="341" y="1469"/>
                  </a:lnTo>
                  <a:lnTo>
                    <a:pt x="260" y="1455"/>
                  </a:lnTo>
                  <a:lnTo>
                    <a:pt x="179" y="1418"/>
                  </a:lnTo>
                  <a:lnTo>
                    <a:pt x="130" y="1370"/>
                  </a:lnTo>
                  <a:lnTo>
                    <a:pt x="141" y="1348"/>
                  </a:lnTo>
                  <a:lnTo>
                    <a:pt x="148" y="1344"/>
                  </a:lnTo>
                  <a:lnTo>
                    <a:pt x="517" y="1253"/>
                  </a:lnTo>
                  <a:lnTo>
                    <a:pt x="707" y="1214"/>
                  </a:lnTo>
                  <a:lnTo>
                    <a:pt x="789" y="1099"/>
                  </a:lnTo>
                  <a:lnTo>
                    <a:pt x="806" y="1071"/>
                  </a:lnTo>
                  <a:lnTo>
                    <a:pt x="857" y="986"/>
                  </a:lnTo>
                  <a:lnTo>
                    <a:pt x="946" y="897"/>
                  </a:lnTo>
                  <a:lnTo>
                    <a:pt x="1173" y="787"/>
                  </a:lnTo>
                  <a:lnTo>
                    <a:pt x="1256" y="741"/>
                  </a:lnTo>
                  <a:lnTo>
                    <a:pt x="1311" y="701"/>
                  </a:lnTo>
                  <a:lnTo>
                    <a:pt x="1336" y="661"/>
                  </a:lnTo>
                  <a:lnTo>
                    <a:pt x="1340" y="599"/>
                  </a:lnTo>
                  <a:lnTo>
                    <a:pt x="1279" y="565"/>
                  </a:lnTo>
                  <a:lnTo>
                    <a:pt x="1269" y="517"/>
                  </a:lnTo>
                  <a:lnTo>
                    <a:pt x="1322" y="458"/>
                  </a:lnTo>
                  <a:lnTo>
                    <a:pt x="1529" y="355"/>
                  </a:lnTo>
                  <a:lnTo>
                    <a:pt x="1913" y="202"/>
                  </a:lnTo>
                  <a:lnTo>
                    <a:pt x="2487" y="339"/>
                  </a:lnTo>
                  <a:lnTo>
                    <a:pt x="2522" y="272"/>
                  </a:lnTo>
                  <a:lnTo>
                    <a:pt x="2715" y="81"/>
                  </a:lnTo>
                  <a:lnTo>
                    <a:pt x="3037" y="0"/>
                  </a:lnTo>
                  <a:lnTo>
                    <a:pt x="3331" y="71"/>
                  </a:lnTo>
                  <a:lnTo>
                    <a:pt x="3384" y="77"/>
                  </a:lnTo>
                  <a:lnTo>
                    <a:pt x="3447" y="94"/>
                  </a:lnTo>
                  <a:lnTo>
                    <a:pt x="3476" y="102"/>
                  </a:lnTo>
                  <a:lnTo>
                    <a:pt x="3558" y="157"/>
                  </a:lnTo>
                  <a:lnTo>
                    <a:pt x="3562" y="160"/>
                  </a:lnTo>
                  <a:lnTo>
                    <a:pt x="3641" y="159"/>
                  </a:lnTo>
                  <a:lnTo>
                    <a:pt x="3660" y="153"/>
                  </a:lnTo>
                  <a:lnTo>
                    <a:pt x="3796" y="112"/>
                  </a:lnTo>
                  <a:lnTo>
                    <a:pt x="3895" y="1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7264649" y="1937949"/>
              <a:ext cx="1135" cy="698"/>
            </a:xfrm>
            <a:custGeom>
              <a:avLst/>
              <a:pathLst>
                <a:path w="1135" h="698">
                  <a:moveTo>
                    <a:pt x="74" y="698"/>
                  </a:moveTo>
                  <a:lnTo>
                    <a:pt x="21" y="690"/>
                  </a:lnTo>
                  <a:lnTo>
                    <a:pt x="0" y="680"/>
                  </a:lnTo>
                  <a:lnTo>
                    <a:pt x="9" y="622"/>
                  </a:lnTo>
                  <a:lnTo>
                    <a:pt x="18" y="610"/>
                  </a:lnTo>
                  <a:lnTo>
                    <a:pt x="157" y="441"/>
                  </a:lnTo>
                  <a:lnTo>
                    <a:pt x="252" y="371"/>
                  </a:lnTo>
                  <a:lnTo>
                    <a:pt x="290" y="239"/>
                  </a:lnTo>
                  <a:lnTo>
                    <a:pt x="309" y="185"/>
                  </a:lnTo>
                  <a:lnTo>
                    <a:pt x="369" y="108"/>
                  </a:lnTo>
                  <a:lnTo>
                    <a:pt x="501" y="66"/>
                  </a:lnTo>
                  <a:lnTo>
                    <a:pt x="861" y="39"/>
                  </a:lnTo>
                  <a:lnTo>
                    <a:pt x="1036" y="0"/>
                  </a:lnTo>
                  <a:lnTo>
                    <a:pt x="1095" y="6"/>
                  </a:lnTo>
                  <a:lnTo>
                    <a:pt x="1126" y="23"/>
                  </a:lnTo>
                  <a:lnTo>
                    <a:pt x="1132" y="43"/>
                  </a:lnTo>
                  <a:lnTo>
                    <a:pt x="1135" y="112"/>
                  </a:lnTo>
                  <a:lnTo>
                    <a:pt x="1108" y="147"/>
                  </a:lnTo>
                  <a:lnTo>
                    <a:pt x="932" y="322"/>
                  </a:lnTo>
                  <a:lnTo>
                    <a:pt x="377" y="588"/>
                  </a:lnTo>
                  <a:lnTo>
                    <a:pt x="74" y="6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7262989" y="1936532"/>
              <a:ext cx="1744" cy="1759"/>
            </a:xfrm>
            <a:custGeom>
              <a:avLst/>
              <a:pathLst>
                <a:path w="1744" h="1759">
                  <a:moveTo>
                    <a:pt x="1743" y="546"/>
                  </a:moveTo>
                  <a:lnTo>
                    <a:pt x="1729" y="570"/>
                  </a:lnTo>
                  <a:lnTo>
                    <a:pt x="1702" y="587"/>
                  </a:lnTo>
                  <a:lnTo>
                    <a:pt x="1657" y="594"/>
                  </a:lnTo>
                  <a:lnTo>
                    <a:pt x="1568" y="702"/>
                  </a:lnTo>
                  <a:lnTo>
                    <a:pt x="1543" y="929"/>
                  </a:lnTo>
                  <a:lnTo>
                    <a:pt x="1431" y="1323"/>
                  </a:lnTo>
                  <a:lnTo>
                    <a:pt x="1418" y="1344"/>
                  </a:lnTo>
                  <a:lnTo>
                    <a:pt x="258" y="1759"/>
                  </a:lnTo>
                  <a:lnTo>
                    <a:pt x="206" y="1750"/>
                  </a:lnTo>
                  <a:lnTo>
                    <a:pt x="59" y="1689"/>
                  </a:lnTo>
                  <a:lnTo>
                    <a:pt x="0" y="1558"/>
                  </a:lnTo>
                  <a:lnTo>
                    <a:pt x="92" y="1403"/>
                  </a:lnTo>
                  <a:lnTo>
                    <a:pt x="400" y="1097"/>
                  </a:lnTo>
                  <a:lnTo>
                    <a:pt x="664" y="1000"/>
                  </a:lnTo>
                  <a:lnTo>
                    <a:pt x="757" y="947"/>
                  </a:lnTo>
                  <a:lnTo>
                    <a:pt x="767" y="905"/>
                  </a:lnTo>
                  <a:lnTo>
                    <a:pt x="769" y="893"/>
                  </a:lnTo>
                  <a:lnTo>
                    <a:pt x="755" y="872"/>
                  </a:lnTo>
                  <a:lnTo>
                    <a:pt x="730" y="835"/>
                  </a:lnTo>
                  <a:lnTo>
                    <a:pt x="674" y="801"/>
                  </a:lnTo>
                  <a:lnTo>
                    <a:pt x="548" y="594"/>
                  </a:lnTo>
                  <a:lnTo>
                    <a:pt x="652" y="451"/>
                  </a:lnTo>
                  <a:lnTo>
                    <a:pt x="761" y="386"/>
                  </a:lnTo>
                  <a:lnTo>
                    <a:pt x="829" y="398"/>
                  </a:lnTo>
                  <a:lnTo>
                    <a:pt x="1099" y="264"/>
                  </a:lnTo>
                  <a:lnTo>
                    <a:pt x="1171" y="188"/>
                  </a:lnTo>
                  <a:lnTo>
                    <a:pt x="1208" y="136"/>
                  </a:lnTo>
                  <a:lnTo>
                    <a:pt x="1275" y="62"/>
                  </a:lnTo>
                  <a:lnTo>
                    <a:pt x="1399" y="10"/>
                  </a:lnTo>
                  <a:lnTo>
                    <a:pt x="1465" y="0"/>
                  </a:lnTo>
                  <a:lnTo>
                    <a:pt x="1494" y="2"/>
                  </a:lnTo>
                  <a:lnTo>
                    <a:pt x="1512" y="15"/>
                  </a:lnTo>
                  <a:lnTo>
                    <a:pt x="1520" y="21"/>
                  </a:lnTo>
                  <a:lnTo>
                    <a:pt x="1510" y="71"/>
                  </a:lnTo>
                  <a:lnTo>
                    <a:pt x="1508" y="81"/>
                  </a:lnTo>
                  <a:lnTo>
                    <a:pt x="1503" y="200"/>
                  </a:lnTo>
                  <a:lnTo>
                    <a:pt x="1537" y="272"/>
                  </a:lnTo>
                  <a:lnTo>
                    <a:pt x="1590" y="299"/>
                  </a:lnTo>
                  <a:lnTo>
                    <a:pt x="1603" y="305"/>
                  </a:lnTo>
                  <a:lnTo>
                    <a:pt x="1731" y="351"/>
                  </a:lnTo>
                  <a:lnTo>
                    <a:pt x="1744" y="359"/>
                  </a:lnTo>
                  <a:lnTo>
                    <a:pt x="1743" y="54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7263103" y="1935850"/>
              <a:ext cx="591" cy="675"/>
            </a:xfrm>
            <a:custGeom>
              <a:avLst/>
              <a:pathLst>
                <a:path w="591" h="675">
                  <a:moveTo>
                    <a:pt x="468" y="424"/>
                  </a:moveTo>
                  <a:lnTo>
                    <a:pt x="206" y="675"/>
                  </a:lnTo>
                  <a:lnTo>
                    <a:pt x="107" y="611"/>
                  </a:lnTo>
                  <a:lnTo>
                    <a:pt x="0" y="507"/>
                  </a:lnTo>
                  <a:lnTo>
                    <a:pt x="11" y="458"/>
                  </a:lnTo>
                  <a:lnTo>
                    <a:pt x="155" y="145"/>
                  </a:lnTo>
                  <a:lnTo>
                    <a:pt x="240" y="91"/>
                  </a:lnTo>
                  <a:lnTo>
                    <a:pt x="585" y="0"/>
                  </a:lnTo>
                  <a:lnTo>
                    <a:pt x="591" y="61"/>
                  </a:lnTo>
                  <a:lnTo>
                    <a:pt x="468" y="42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7260476" y="1933070"/>
              <a:ext cx="3818" cy="1991"/>
            </a:xfrm>
            <a:custGeom>
              <a:avLst/>
              <a:pathLst>
                <a:path w="3818" h="1991">
                  <a:moveTo>
                    <a:pt x="3425" y="701"/>
                  </a:moveTo>
                  <a:lnTo>
                    <a:pt x="3707" y="765"/>
                  </a:lnTo>
                  <a:lnTo>
                    <a:pt x="3745" y="766"/>
                  </a:lnTo>
                  <a:lnTo>
                    <a:pt x="3805" y="833"/>
                  </a:lnTo>
                  <a:lnTo>
                    <a:pt x="3816" y="846"/>
                  </a:lnTo>
                  <a:lnTo>
                    <a:pt x="3818" y="982"/>
                  </a:lnTo>
                  <a:lnTo>
                    <a:pt x="3801" y="1020"/>
                  </a:lnTo>
                  <a:lnTo>
                    <a:pt x="3768" y="1097"/>
                  </a:lnTo>
                  <a:lnTo>
                    <a:pt x="3770" y="1265"/>
                  </a:lnTo>
                  <a:lnTo>
                    <a:pt x="3779" y="1279"/>
                  </a:lnTo>
                  <a:lnTo>
                    <a:pt x="3779" y="1354"/>
                  </a:lnTo>
                  <a:lnTo>
                    <a:pt x="3768" y="1369"/>
                  </a:lnTo>
                  <a:lnTo>
                    <a:pt x="3717" y="1409"/>
                  </a:lnTo>
                  <a:lnTo>
                    <a:pt x="3606" y="1455"/>
                  </a:lnTo>
                  <a:lnTo>
                    <a:pt x="3550" y="1471"/>
                  </a:lnTo>
                  <a:lnTo>
                    <a:pt x="3489" y="1477"/>
                  </a:lnTo>
                  <a:lnTo>
                    <a:pt x="3339" y="1538"/>
                  </a:lnTo>
                  <a:lnTo>
                    <a:pt x="3188" y="1658"/>
                  </a:lnTo>
                  <a:lnTo>
                    <a:pt x="2843" y="1757"/>
                  </a:lnTo>
                  <a:lnTo>
                    <a:pt x="2577" y="1792"/>
                  </a:lnTo>
                  <a:lnTo>
                    <a:pt x="2506" y="1764"/>
                  </a:lnTo>
                  <a:lnTo>
                    <a:pt x="2444" y="1723"/>
                  </a:lnTo>
                  <a:lnTo>
                    <a:pt x="2383" y="1718"/>
                  </a:lnTo>
                  <a:lnTo>
                    <a:pt x="2359" y="1721"/>
                  </a:lnTo>
                  <a:lnTo>
                    <a:pt x="2320" y="1740"/>
                  </a:lnTo>
                  <a:lnTo>
                    <a:pt x="2293" y="1855"/>
                  </a:lnTo>
                  <a:lnTo>
                    <a:pt x="2199" y="1974"/>
                  </a:lnTo>
                  <a:lnTo>
                    <a:pt x="2174" y="1991"/>
                  </a:lnTo>
                  <a:lnTo>
                    <a:pt x="2032" y="1898"/>
                  </a:lnTo>
                  <a:lnTo>
                    <a:pt x="1977" y="1810"/>
                  </a:lnTo>
                  <a:lnTo>
                    <a:pt x="1947" y="1705"/>
                  </a:lnTo>
                  <a:lnTo>
                    <a:pt x="1939" y="1654"/>
                  </a:lnTo>
                  <a:lnTo>
                    <a:pt x="1931" y="1602"/>
                  </a:lnTo>
                  <a:lnTo>
                    <a:pt x="1361" y="1350"/>
                  </a:lnTo>
                  <a:lnTo>
                    <a:pt x="972" y="1357"/>
                  </a:lnTo>
                  <a:lnTo>
                    <a:pt x="631" y="1440"/>
                  </a:lnTo>
                  <a:lnTo>
                    <a:pt x="472" y="1614"/>
                  </a:lnTo>
                  <a:lnTo>
                    <a:pt x="340" y="1666"/>
                  </a:lnTo>
                  <a:lnTo>
                    <a:pt x="186" y="1696"/>
                  </a:lnTo>
                  <a:lnTo>
                    <a:pt x="155" y="1673"/>
                  </a:lnTo>
                  <a:lnTo>
                    <a:pt x="110" y="1597"/>
                  </a:lnTo>
                  <a:lnTo>
                    <a:pt x="0" y="1171"/>
                  </a:lnTo>
                  <a:lnTo>
                    <a:pt x="123" y="933"/>
                  </a:lnTo>
                  <a:lnTo>
                    <a:pt x="252" y="813"/>
                  </a:lnTo>
                  <a:lnTo>
                    <a:pt x="544" y="676"/>
                  </a:lnTo>
                  <a:lnTo>
                    <a:pt x="701" y="554"/>
                  </a:lnTo>
                  <a:lnTo>
                    <a:pt x="802" y="493"/>
                  </a:lnTo>
                  <a:lnTo>
                    <a:pt x="809" y="488"/>
                  </a:lnTo>
                  <a:lnTo>
                    <a:pt x="991" y="369"/>
                  </a:lnTo>
                  <a:lnTo>
                    <a:pt x="997" y="364"/>
                  </a:lnTo>
                  <a:lnTo>
                    <a:pt x="1011" y="348"/>
                  </a:lnTo>
                  <a:lnTo>
                    <a:pt x="1064" y="283"/>
                  </a:lnTo>
                  <a:lnTo>
                    <a:pt x="1087" y="160"/>
                  </a:lnTo>
                  <a:lnTo>
                    <a:pt x="1095" y="146"/>
                  </a:lnTo>
                  <a:lnTo>
                    <a:pt x="1392" y="0"/>
                  </a:lnTo>
                  <a:lnTo>
                    <a:pt x="1407" y="3"/>
                  </a:lnTo>
                  <a:lnTo>
                    <a:pt x="1428" y="23"/>
                  </a:lnTo>
                  <a:lnTo>
                    <a:pt x="1421" y="89"/>
                  </a:lnTo>
                  <a:lnTo>
                    <a:pt x="1396" y="109"/>
                  </a:lnTo>
                  <a:lnTo>
                    <a:pt x="1354" y="181"/>
                  </a:lnTo>
                  <a:lnTo>
                    <a:pt x="1303" y="298"/>
                  </a:lnTo>
                  <a:lnTo>
                    <a:pt x="1301" y="312"/>
                  </a:lnTo>
                  <a:lnTo>
                    <a:pt x="1311" y="335"/>
                  </a:lnTo>
                  <a:lnTo>
                    <a:pt x="1392" y="432"/>
                  </a:lnTo>
                  <a:lnTo>
                    <a:pt x="1419" y="447"/>
                  </a:lnTo>
                  <a:lnTo>
                    <a:pt x="1448" y="441"/>
                  </a:lnTo>
                  <a:lnTo>
                    <a:pt x="1762" y="372"/>
                  </a:lnTo>
                  <a:lnTo>
                    <a:pt x="1892" y="327"/>
                  </a:lnTo>
                  <a:lnTo>
                    <a:pt x="1952" y="282"/>
                  </a:lnTo>
                  <a:lnTo>
                    <a:pt x="2104" y="225"/>
                  </a:lnTo>
                  <a:lnTo>
                    <a:pt x="2660" y="236"/>
                  </a:lnTo>
                  <a:lnTo>
                    <a:pt x="2818" y="135"/>
                  </a:lnTo>
                  <a:lnTo>
                    <a:pt x="3028" y="69"/>
                  </a:lnTo>
                  <a:lnTo>
                    <a:pt x="3181" y="99"/>
                  </a:lnTo>
                  <a:lnTo>
                    <a:pt x="3198" y="295"/>
                  </a:lnTo>
                  <a:lnTo>
                    <a:pt x="3209" y="334"/>
                  </a:lnTo>
                  <a:lnTo>
                    <a:pt x="3425" y="7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7260555" y="1932051"/>
              <a:ext cx="1801" cy="1115"/>
            </a:xfrm>
            <a:custGeom>
              <a:avLst/>
              <a:pathLst>
                <a:path w="1801" h="1115">
                  <a:moveTo>
                    <a:pt x="1349" y="6"/>
                  </a:moveTo>
                  <a:lnTo>
                    <a:pt x="1532" y="189"/>
                  </a:lnTo>
                  <a:lnTo>
                    <a:pt x="1632" y="86"/>
                  </a:lnTo>
                  <a:lnTo>
                    <a:pt x="1654" y="75"/>
                  </a:lnTo>
                  <a:lnTo>
                    <a:pt x="1662" y="77"/>
                  </a:lnTo>
                  <a:lnTo>
                    <a:pt x="1668" y="78"/>
                  </a:lnTo>
                  <a:lnTo>
                    <a:pt x="1797" y="228"/>
                  </a:lnTo>
                  <a:lnTo>
                    <a:pt x="1801" y="262"/>
                  </a:lnTo>
                  <a:lnTo>
                    <a:pt x="1770" y="358"/>
                  </a:lnTo>
                  <a:lnTo>
                    <a:pt x="1755" y="369"/>
                  </a:lnTo>
                  <a:lnTo>
                    <a:pt x="1631" y="449"/>
                  </a:lnTo>
                  <a:lnTo>
                    <a:pt x="1591" y="459"/>
                  </a:lnTo>
                  <a:lnTo>
                    <a:pt x="1583" y="461"/>
                  </a:lnTo>
                  <a:lnTo>
                    <a:pt x="1465" y="492"/>
                  </a:lnTo>
                  <a:lnTo>
                    <a:pt x="1431" y="515"/>
                  </a:lnTo>
                  <a:lnTo>
                    <a:pt x="1354" y="588"/>
                  </a:lnTo>
                  <a:lnTo>
                    <a:pt x="1084" y="798"/>
                  </a:lnTo>
                  <a:lnTo>
                    <a:pt x="997" y="844"/>
                  </a:lnTo>
                  <a:lnTo>
                    <a:pt x="880" y="859"/>
                  </a:lnTo>
                  <a:lnTo>
                    <a:pt x="625" y="907"/>
                  </a:lnTo>
                  <a:lnTo>
                    <a:pt x="448" y="1021"/>
                  </a:lnTo>
                  <a:lnTo>
                    <a:pt x="371" y="1060"/>
                  </a:lnTo>
                  <a:lnTo>
                    <a:pt x="169" y="1100"/>
                  </a:lnTo>
                  <a:lnTo>
                    <a:pt x="0" y="1115"/>
                  </a:lnTo>
                  <a:lnTo>
                    <a:pt x="0" y="1082"/>
                  </a:lnTo>
                  <a:lnTo>
                    <a:pt x="11" y="854"/>
                  </a:lnTo>
                  <a:lnTo>
                    <a:pt x="101" y="790"/>
                  </a:lnTo>
                  <a:lnTo>
                    <a:pt x="357" y="628"/>
                  </a:lnTo>
                  <a:lnTo>
                    <a:pt x="454" y="610"/>
                  </a:lnTo>
                  <a:lnTo>
                    <a:pt x="664" y="461"/>
                  </a:lnTo>
                  <a:lnTo>
                    <a:pt x="1117" y="181"/>
                  </a:lnTo>
                  <a:lnTo>
                    <a:pt x="1268" y="54"/>
                  </a:lnTo>
                  <a:lnTo>
                    <a:pt x="1304" y="11"/>
                  </a:lnTo>
                  <a:lnTo>
                    <a:pt x="1338" y="0"/>
                  </a:lnTo>
                  <a:lnTo>
                    <a:pt x="1349" y="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7265608" y="1932416"/>
              <a:ext cx="2557" cy="1532"/>
            </a:xfrm>
            <a:custGeom>
              <a:avLst/>
              <a:pathLst>
                <a:path w="2557" h="1532">
                  <a:moveTo>
                    <a:pt x="2479" y="406"/>
                  </a:moveTo>
                  <a:lnTo>
                    <a:pt x="1823" y="671"/>
                  </a:lnTo>
                  <a:lnTo>
                    <a:pt x="1790" y="679"/>
                  </a:lnTo>
                  <a:lnTo>
                    <a:pt x="1682" y="630"/>
                  </a:lnTo>
                  <a:lnTo>
                    <a:pt x="1666" y="629"/>
                  </a:lnTo>
                  <a:lnTo>
                    <a:pt x="1509" y="749"/>
                  </a:lnTo>
                  <a:lnTo>
                    <a:pt x="1433" y="854"/>
                  </a:lnTo>
                  <a:lnTo>
                    <a:pt x="1153" y="885"/>
                  </a:lnTo>
                  <a:lnTo>
                    <a:pt x="1108" y="835"/>
                  </a:lnTo>
                  <a:lnTo>
                    <a:pt x="1077" y="831"/>
                  </a:lnTo>
                  <a:lnTo>
                    <a:pt x="830" y="890"/>
                  </a:lnTo>
                  <a:lnTo>
                    <a:pt x="765" y="963"/>
                  </a:lnTo>
                  <a:lnTo>
                    <a:pt x="752" y="1000"/>
                  </a:lnTo>
                  <a:lnTo>
                    <a:pt x="738" y="1056"/>
                  </a:lnTo>
                  <a:lnTo>
                    <a:pt x="746" y="1078"/>
                  </a:lnTo>
                  <a:lnTo>
                    <a:pt x="751" y="1079"/>
                  </a:lnTo>
                  <a:lnTo>
                    <a:pt x="818" y="1145"/>
                  </a:lnTo>
                  <a:lnTo>
                    <a:pt x="745" y="1319"/>
                  </a:lnTo>
                  <a:lnTo>
                    <a:pt x="605" y="1467"/>
                  </a:lnTo>
                  <a:lnTo>
                    <a:pt x="541" y="1511"/>
                  </a:lnTo>
                  <a:lnTo>
                    <a:pt x="496" y="1532"/>
                  </a:lnTo>
                  <a:lnTo>
                    <a:pt x="480" y="1523"/>
                  </a:lnTo>
                  <a:lnTo>
                    <a:pt x="412" y="1433"/>
                  </a:lnTo>
                  <a:lnTo>
                    <a:pt x="361" y="1267"/>
                  </a:lnTo>
                  <a:lnTo>
                    <a:pt x="388" y="1211"/>
                  </a:lnTo>
                  <a:lnTo>
                    <a:pt x="397" y="1184"/>
                  </a:lnTo>
                  <a:lnTo>
                    <a:pt x="407" y="1151"/>
                  </a:lnTo>
                  <a:lnTo>
                    <a:pt x="410" y="1136"/>
                  </a:lnTo>
                  <a:lnTo>
                    <a:pt x="388" y="1082"/>
                  </a:lnTo>
                  <a:lnTo>
                    <a:pt x="259" y="943"/>
                  </a:lnTo>
                  <a:lnTo>
                    <a:pt x="209" y="926"/>
                  </a:lnTo>
                  <a:lnTo>
                    <a:pt x="173" y="945"/>
                  </a:lnTo>
                  <a:lnTo>
                    <a:pt x="156" y="963"/>
                  </a:lnTo>
                  <a:lnTo>
                    <a:pt x="117" y="987"/>
                  </a:lnTo>
                  <a:lnTo>
                    <a:pt x="70" y="1001"/>
                  </a:lnTo>
                  <a:lnTo>
                    <a:pt x="46" y="971"/>
                  </a:lnTo>
                  <a:lnTo>
                    <a:pt x="0" y="867"/>
                  </a:lnTo>
                  <a:lnTo>
                    <a:pt x="3" y="813"/>
                  </a:lnTo>
                  <a:lnTo>
                    <a:pt x="40" y="702"/>
                  </a:lnTo>
                  <a:lnTo>
                    <a:pt x="86" y="605"/>
                  </a:lnTo>
                  <a:lnTo>
                    <a:pt x="120" y="538"/>
                  </a:lnTo>
                  <a:lnTo>
                    <a:pt x="165" y="481"/>
                  </a:lnTo>
                  <a:lnTo>
                    <a:pt x="242" y="415"/>
                  </a:lnTo>
                  <a:lnTo>
                    <a:pt x="446" y="294"/>
                  </a:lnTo>
                  <a:lnTo>
                    <a:pt x="631" y="195"/>
                  </a:lnTo>
                  <a:lnTo>
                    <a:pt x="767" y="97"/>
                  </a:lnTo>
                  <a:lnTo>
                    <a:pt x="771" y="95"/>
                  </a:lnTo>
                  <a:lnTo>
                    <a:pt x="837" y="63"/>
                  </a:lnTo>
                  <a:lnTo>
                    <a:pt x="883" y="17"/>
                  </a:lnTo>
                  <a:lnTo>
                    <a:pt x="904" y="8"/>
                  </a:lnTo>
                  <a:lnTo>
                    <a:pt x="915" y="6"/>
                  </a:lnTo>
                  <a:lnTo>
                    <a:pt x="920" y="9"/>
                  </a:lnTo>
                  <a:lnTo>
                    <a:pt x="962" y="0"/>
                  </a:lnTo>
                  <a:lnTo>
                    <a:pt x="967" y="15"/>
                  </a:lnTo>
                  <a:lnTo>
                    <a:pt x="925" y="72"/>
                  </a:lnTo>
                  <a:lnTo>
                    <a:pt x="921" y="96"/>
                  </a:lnTo>
                  <a:lnTo>
                    <a:pt x="860" y="158"/>
                  </a:lnTo>
                  <a:lnTo>
                    <a:pt x="818" y="222"/>
                  </a:lnTo>
                  <a:lnTo>
                    <a:pt x="829" y="240"/>
                  </a:lnTo>
                  <a:lnTo>
                    <a:pt x="1133" y="246"/>
                  </a:lnTo>
                  <a:lnTo>
                    <a:pt x="1524" y="334"/>
                  </a:lnTo>
                  <a:lnTo>
                    <a:pt x="1660" y="415"/>
                  </a:lnTo>
                  <a:lnTo>
                    <a:pt x="1838" y="456"/>
                  </a:lnTo>
                  <a:lnTo>
                    <a:pt x="1878" y="458"/>
                  </a:lnTo>
                  <a:lnTo>
                    <a:pt x="2094" y="409"/>
                  </a:lnTo>
                  <a:lnTo>
                    <a:pt x="2273" y="299"/>
                  </a:lnTo>
                  <a:lnTo>
                    <a:pt x="2546" y="241"/>
                  </a:lnTo>
                  <a:lnTo>
                    <a:pt x="2557" y="252"/>
                  </a:lnTo>
                  <a:lnTo>
                    <a:pt x="2540" y="365"/>
                  </a:lnTo>
                  <a:lnTo>
                    <a:pt x="2479" y="4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7264558" y="1931427"/>
              <a:ext cx="766" cy="391"/>
            </a:xfrm>
            <a:custGeom>
              <a:avLst/>
              <a:pathLst>
                <a:path w="766" h="391">
                  <a:moveTo>
                    <a:pt x="766" y="19"/>
                  </a:moveTo>
                  <a:lnTo>
                    <a:pt x="677" y="101"/>
                  </a:lnTo>
                  <a:lnTo>
                    <a:pt x="600" y="156"/>
                  </a:lnTo>
                  <a:lnTo>
                    <a:pt x="535" y="186"/>
                  </a:lnTo>
                  <a:lnTo>
                    <a:pt x="510" y="189"/>
                  </a:lnTo>
                  <a:lnTo>
                    <a:pt x="467" y="196"/>
                  </a:lnTo>
                  <a:lnTo>
                    <a:pt x="342" y="231"/>
                  </a:lnTo>
                  <a:lnTo>
                    <a:pt x="175" y="297"/>
                  </a:lnTo>
                  <a:lnTo>
                    <a:pt x="126" y="319"/>
                  </a:lnTo>
                  <a:lnTo>
                    <a:pt x="75" y="372"/>
                  </a:lnTo>
                  <a:lnTo>
                    <a:pt x="48" y="389"/>
                  </a:lnTo>
                  <a:lnTo>
                    <a:pt x="31" y="391"/>
                  </a:lnTo>
                  <a:lnTo>
                    <a:pt x="3" y="367"/>
                  </a:lnTo>
                  <a:lnTo>
                    <a:pt x="0" y="348"/>
                  </a:lnTo>
                  <a:lnTo>
                    <a:pt x="16" y="304"/>
                  </a:lnTo>
                  <a:lnTo>
                    <a:pt x="24" y="285"/>
                  </a:lnTo>
                  <a:lnTo>
                    <a:pt x="170" y="118"/>
                  </a:lnTo>
                  <a:lnTo>
                    <a:pt x="456" y="16"/>
                  </a:lnTo>
                  <a:lnTo>
                    <a:pt x="511" y="11"/>
                  </a:lnTo>
                  <a:lnTo>
                    <a:pt x="523" y="19"/>
                  </a:lnTo>
                  <a:lnTo>
                    <a:pt x="527" y="47"/>
                  </a:lnTo>
                  <a:lnTo>
                    <a:pt x="562" y="57"/>
                  </a:lnTo>
                  <a:lnTo>
                    <a:pt x="617" y="35"/>
                  </a:lnTo>
                  <a:lnTo>
                    <a:pt x="660" y="8"/>
                  </a:lnTo>
                  <a:lnTo>
                    <a:pt x="683" y="0"/>
                  </a:lnTo>
                  <a:lnTo>
                    <a:pt x="752" y="0"/>
                  </a:lnTo>
                  <a:lnTo>
                    <a:pt x="766" y="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7268611" y="1930169"/>
              <a:ext cx="396" cy="442"/>
            </a:xfrm>
            <a:custGeom>
              <a:avLst/>
              <a:pathLst>
                <a:path w="396" h="442">
                  <a:moveTo>
                    <a:pt x="325" y="343"/>
                  </a:moveTo>
                  <a:lnTo>
                    <a:pt x="117" y="442"/>
                  </a:lnTo>
                  <a:lnTo>
                    <a:pt x="40" y="385"/>
                  </a:lnTo>
                  <a:lnTo>
                    <a:pt x="24" y="373"/>
                  </a:lnTo>
                  <a:lnTo>
                    <a:pt x="0" y="336"/>
                  </a:lnTo>
                  <a:lnTo>
                    <a:pt x="1" y="317"/>
                  </a:lnTo>
                  <a:lnTo>
                    <a:pt x="5" y="271"/>
                  </a:lnTo>
                  <a:lnTo>
                    <a:pt x="103" y="85"/>
                  </a:lnTo>
                  <a:lnTo>
                    <a:pt x="139" y="35"/>
                  </a:lnTo>
                  <a:lnTo>
                    <a:pt x="158" y="25"/>
                  </a:lnTo>
                  <a:lnTo>
                    <a:pt x="331" y="0"/>
                  </a:lnTo>
                  <a:lnTo>
                    <a:pt x="369" y="14"/>
                  </a:lnTo>
                  <a:lnTo>
                    <a:pt x="382" y="37"/>
                  </a:lnTo>
                  <a:lnTo>
                    <a:pt x="396" y="259"/>
                  </a:lnTo>
                  <a:lnTo>
                    <a:pt x="380" y="297"/>
                  </a:lnTo>
                  <a:lnTo>
                    <a:pt x="339" y="336"/>
                  </a:lnTo>
                  <a:lnTo>
                    <a:pt x="325" y="3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7269763" y="1929586"/>
              <a:ext cx="529" cy="271"/>
            </a:xfrm>
            <a:custGeom>
              <a:avLst/>
              <a:pathLst>
                <a:path w="529" h="271">
                  <a:moveTo>
                    <a:pt x="335" y="186"/>
                  </a:moveTo>
                  <a:lnTo>
                    <a:pt x="75" y="271"/>
                  </a:lnTo>
                  <a:lnTo>
                    <a:pt x="46" y="249"/>
                  </a:lnTo>
                  <a:lnTo>
                    <a:pt x="0" y="169"/>
                  </a:lnTo>
                  <a:lnTo>
                    <a:pt x="3" y="127"/>
                  </a:lnTo>
                  <a:lnTo>
                    <a:pt x="7" y="117"/>
                  </a:lnTo>
                  <a:lnTo>
                    <a:pt x="16" y="107"/>
                  </a:lnTo>
                  <a:lnTo>
                    <a:pt x="36" y="90"/>
                  </a:lnTo>
                  <a:lnTo>
                    <a:pt x="63" y="71"/>
                  </a:lnTo>
                  <a:lnTo>
                    <a:pt x="89" y="58"/>
                  </a:lnTo>
                  <a:lnTo>
                    <a:pt x="119" y="45"/>
                  </a:lnTo>
                  <a:lnTo>
                    <a:pt x="125" y="43"/>
                  </a:lnTo>
                  <a:lnTo>
                    <a:pt x="176" y="26"/>
                  </a:lnTo>
                  <a:lnTo>
                    <a:pt x="262" y="10"/>
                  </a:lnTo>
                  <a:lnTo>
                    <a:pt x="386" y="0"/>
                  </a:lnTo>
                  <a:lnTo>
                    <a:pt x="453" y="1"/>
                  </a:lnTo>
                  <a:lnTo>
                    <a:pt x="469" y="3"/>
                  </a:lnTo>
                  <a:lnTo>
                    <a:pt x="513" y="6"/>
                  </a:lnTo>
                  <a:lnTo>
                    <a:pt x="523" y="19"/>
                  </a:lnTo>
                  <a:lnTo>
                    <a:pt x="529" y="33"/>
                  </a:lnTo>
                  <a:lnTo>
                    <a:pt x="528" y="43"/>
                  </a:lnTo>
                  <a:lnTo>
                    <a:pt x="525" y="58"/>
                  </a:lnTo>
                  <a:lnTo>
                    <a:pt x="486" y="94"/>
                  </a:lnTo>
                  <a:lnTo>
                    <a:pt x="477" y="102"/>
                  </a:lnTo>
                  <a:lnTo>
                    <a:pt x="335" y="18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7274555" y="1929896"/>
              <a:ext cx="497" cy="293"/>
            </a:xfrm>
            <a:custGeom>
              <a:avLst/>
              <a:pathLst>
                <a:path w="497" h="293">
                  <a:moveTo>
                    <a:pt x="173" y="293"/>
                  </a:moveTo>
                  <a:lnTo>
                    <a:pt x="0" y="279"/>
                  </a:lnTo>
                  <a:lnTo>
                    <a:pt x="0" y="243"/>
                  </a:lnTo>
                  <a:lnTo>
                    <a:pt x="28" y="197"/>
                  </a:lnTo>
                  <a:lnTo>
                    <a:pt x="86" y="182"/>
                  </a:lnTo>
                  <a:lnTo>
                    <a:pt x="127" y="163"/>
                  </a:lnTo>
                  <a:lnTo>
                    <a:pt x="290" y="90"/>
                  </a:lnTo>
                  <a:lnTo>
                    <a:pt x="469" y="0"/>
                  </a:lnTo>
                  <a:lnTo>
                    <a:pt x="484" y="0"/>
                  </a:lnTo>
                  <a:lnTo>
                    <a:pt x="489" y="11"/>
                  </a:lnTo>
                  <a:lnTo>
                    <a:pt x="497" y="155"/>
                  </a:lnTo>
                  <a:lnTo>
                    <a:pt x="496" y="197"/>
                  </a:lnTo>
                  <a:lnTo>
                    <a:pt x="493" y="236"/>
                  </a:lnTo>
                  <a:lnTo>
                    <a:pt x="486" y="266"/>
                  </a:lnTo>
                  <a:lnTo>
                    <a:pt x="408" y="278"/>
                  </a:lnTo>
                  <a:lnTo>
                    <a:pt x="173" y="2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7274411" y="1927948"/>
              <a:ext cx="475" cy="1014"/>
            </a:xfrm>
            <a:custGeom>
              <a:avLst/>
              <a:pathLst>
                <a:path w="475" h="1014">
                  <a:moveTo>
                    <a:pt x="205" y="985"/>
                  </a:moveTo>
                  <a:lnTo>
                    <a:pt x="113" y="1014"/>
                  </a:lnTo>
                  <a:lnTo>
                    <a:pt x="106" y="1009"/>
                  </a:lnTo>
                  <a:lnTo>
                    <a:pt x="83" y="932"/>
                  </a:lnTo>
                  <a:lnTo>
                    <a:pt x="68" y="839"/>
                  </a:lnTo>
                  <a:lnTo>
                    <a:pt x="89" y="563"/>
                  </a:lnTo>
                  <a:lnTo>
                    <a:pt x="0" y="393"/>
                  </a:lnTo>
                  <a:lnTo>
                    <a:pt x="30" y="313"/>
                  </a:lnTo>
                  <a:lnTo>
                    <a:pt x="116" y="189"/>
                  </a:lnTo>
                  <a:lnTo>
                    <a:pt x="178" y="127"/>
                  </a:lnTo>
                  <a:lnTo>
                    <a:pt x="299" y="29"/>
                  </a:lnTo>
                  <a:lnTo>
                    <a:pt x="334" y="0"/>
                  </a:lnTo>
                  <a:lnTo>
                    <a:pt x="327" y="58"/>
                  </a:lnTo>
                  <a:lnTo>
                    <a:pt x="324" y="88"/>
                  </a:lnTo>
                  <a:lnTo>
                    <a:pt x="343" y="222"/>
                  </a:lnTo>
                  <a:lnTo>
                    <a:pt x="367" y="394"/>
                  </a:lnTo>
                  <a:lnTo>
                    <a:pt x="437" y="511"/>
                  </a:lnTo>
                  <a:lnTo>
                    <a:pt x="475" y="574"/>
                  </a:lnTo>
                  <a:lnTo>
                    <a:pt x="470" y="640"/>
                  </a:lnTo>
                  <a:lnTo>
                    <a:pt x="461" y="771"/>
                  </a:lnTo>
                  <a:lnTo>
                    <a:pt x="420" y="848"/>
                  </a:lnTo>
                  <a:lnTo>
                    <a:pt x="384" y="895"/>
                  </a:lnTo>
                  <a:lnTo>
                    <a:pt x="302" y="944"/>
                  </a:lnTo>
                  <a:lnTo>
                    <a:pt x="205" y="9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7272180" y="1927592"/>
              <a:ext cx="1159" cy="903"/>
            </a:xfrm>
            <a:custGeom>
              <a:avLst/>
              <a:pathLst>
                <a:path w="1159" h="903">
                  <a:moveTo>
                    <a:pt x="1020" y="493"/>
                  </a:moveTo>
                  <a:lnTo>
                    <a:pt x="466" y="867"/>
                  </a:lnTo>
                  <a:lnTo>
                    <a:pt x="426" y="869"/>
                  </a:lnTo>
                  <a:lnTo>
                    <a:pt x="394" y="861"/>
                  </a:lnTo>
                  <a:lnTo>
                    <a:pt x="193" y="831"/>
                  </a:lnTo>
                  <a:lnTo>
                    <a:pt x="113" y="903"/>
                  </a:lnTo>
                  <a:lnTo>
                    <a:pt x="96" y="901"/>
                  </a:lnTo>
                  <a:lnTo>
                    <a:pt x="0" y="757"/>
                  </a:lnTo>
                  <a:lnTo>
                    <a:pt x="12" y="719"/>
                  </a:lnTo>
                  <a:lnTo>
                    <a:pt x="115" y="631"/>
                  </a:lnTo>
                  <a:lnTo>
                    <a:pt x="412" y="565"/>
                  </a:lnTo>
                  <a:lnTo>
                    <a:pt x="433" y="575"/>
                  </a:lnTo>
                  <a:lnTo>
                    <a:pt x="435" y="590"/>
                  </a:lnTo>
                  <a:lnTo>
                    <a:pt x="512" y="591"/>
                  </a:lnTo>
                  <a:lnTo>
                    <a:pt x="528" y="591"/>
                  </a:lnTo>
                  <a:lnTo>
                    <a:pt x="691" y="524"/>
                  </a:lnTo>
                  <a:lnTo>
                    <a:pt x="995" y="163"/>
                  </a:lnTo>
                  <a:lnTo>
                    <a:pt x="1096" y="9"/>
                  </a:lnTo>
                  <a:lnTo>
                    <a:pt x="1128" y="0"/>
                  </a:lnTo>
                  <a:lnTo>
                    <a:pt x="1147" y="4"/>
                  </a:lnTo>
                  <a:lnTo>
                    <a:pt x="1159" y="15"/>
                  </a:lnTo>
                  <a:lnTo>
                    <a:pt x="1158" y="55"/>
                  </a:lnTo>
                  <a:lnTo>
                    <a:pt x="1148" y="109"/>
                  </a:lnTo>
                  <a:lnTo>
                    <a:pt x="1088" y="397"/>
                  </a:lnTo>
                  <a:lnTo>
                    <a:pt x="1020" y="4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7278300" y="1927914"/>
              <a:ext cx="1157" cy="1241"/>
            </a:xfrm>
            <a:custGeom>
              <a:avLst/>
              <a:pathLst>
                <a:path w="1157" h="1241">
                  <a:moveTo>
                    <a:pt x="1010" y="527"/>
                  </a:moveTo>
                  <a:lnTo>
                    <a:pt x="914" y="649"/>
                  </a:lnTo>
                  <a:lnTo>
                    <a:pt x="886" y="670"/>
                  </a:lnTo>
                  <a:lnTo>
                    <a:pt x="865" y="670"/>
                  </a:lnTo>
                  <a:lnTo>
                    <a:pt x="706" y="544"/>
                  </a:lnTo>
                  <a:lnTo>
                    <a:pt x="535" y="527"/>
                  </a:lnTo>
                  <a:lnTo>
                    <a:pt x="507" y="559"/>
                  </a:lnTo>
                  <a:lnTo>
                    <a:pt x="477" y="613"/>
                  </a:lnTo>
                  <a:lnTo>
                    <a:pt x="376" y="794"/>
                  </a:lnTo>
                  <a:lnTo>
                    <a:pt x="344" y="893"/>
                  </a:lnTo>
                  <a:lnTo>
                    <a:pt x="324" y="954"/>
                  </a:lnTo>
                  <a:lnTo>
                    <a:pt x="325" y="978"/>
                  </a:lnTo>
                  <a:lnTo>
                    <a:pt x="327" y="1022"/>
                  </a:lnTo>
                  <a:lnTo>
                    <a:pt x="316" y="1060"/>
                  </a:lnTo>
                  <a:lnTo>
                    <a:pt x="295" y="1078"/>
                  </a:lnTo>
                  <a:lnTo>
                    <a:pt x="122" y="1227"/>
                  </a:lnTo>
                  <a:lnTo>
                    <a:pt x="93" y="1236"/>
                  </a:lnTo>
                  <a:lnTo>
                    <a:pt x="65" y="1241"/>
                  </a:lnTo>
                  <a:lnTo>
                    <a:pt x="5" y="1216"/>
                  </a:lnTo>
                  <a:lnTo>
                    <a:pt x="0" y="1192"/>
                  </a:lnTo>
                  <a:lnTo>
                    <a:pt x="3" y="1054"/>
                  </a:lnTo>
                  <a:lnTo>
                    <a:pt x="78" y="854"/>
                  </a:lnTo>
                  <a:lnTo>
                    <a:pt x="140" y="727"/>
                  </a:lnTo>
                  <a:lnTo>
                    <a:pt x="270" y="535"/>
                  </a:lnTo>
                  <a:lnTo>
                    <a:pt x="366" y="458"/>
                  </a:lnTo>
                  <a:lnTo>
                    <a:pt x="378" y="462"/>
                  </a:lnTo>
                  <a:lnTo>
                    <a:pt x="400" y="488"/>
                  </a:lnTo>
                  <a:lnTo>
                    <a:pt x="441" y="492"/>
                  </a:lnTo>
                  <a:lnTo>
                    <a:pt x="674" y="405"/>
                  </a:lnTo>
                  <a:lnTo>
                    <a:pt x="708" y="360"/>
                  </a:lnTo>
                  <a:lnTo>
                    <a:pt x="786" y="215"/>
                  </a:lnTo>
                  <a:lnTo>
                    <a:pt x="807" y="136"/>
                  </a:lnTo>
                  <a:lnTo>
                    <a:pt x="819" y="88"/>
                  </a:lnTo>
                  <a:lnTo>
                    <a:pt x="911" y="15"/>
                  </a:lnTo>
                  <a:lnTo>
                    <a:pt x="927" y="12"/>
                  </a:lnTo>
                  <a:lnTo>
                    <a:pt x="946" y="0"/>
                  </a:lnTo>
                  <a:lnTo>
                    <a:pt x="966" y="0"/>
                  </a:lnTo>
                  <a:lnTo>
                    <a:pt x="970" y="6"/>
                  </a:lnTo>
                  <a:lnTo>
                    <a:pt x="1157" y="286"/>
                  </a:lnTo>
                  <a:lnTo>
                    <a:pt x="1155" y="317"/>
                  </a:lnTo>
                  <a:lnTo>
                    <a:pt x="1018" y="516"/>
                  </a:lnTo>
                  <a:lnTo>
                    <a:pt x="1010" y="5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7273829" y="1926695"/>
              <a:ext cx="674" cy="458"/>
            </a:xfrm>
            <a:custGeom>
              <a:avLst/>
              <a:pathLst>
                <a:path w="674" h="458">
                  <a:moveTo>
                    <a:pt x="414" y="366"/>
                  </a:moveTo>
                  <a:lnTo>
                    <a:pt x="130" y="458"/>
                  </a:lnTo>
                  <a:lnTo>
                    <a:pt x="41" y="451"/>
                  </a:lnTo>
                  <a:lnTo>
                    <a:pt x="13" y="433"/>
                  </a:lnTo>
                  <a:lnTo>
                    <a:pt x="0" y="411"/>
                  </a:lnTo>
                  <a:lnTo>
                    <a:pt x="0" y="393"/>
                  </a:lnTo>
                  <a:lnTo>
                    <a:pt x="53" y="361"/>
                  </a:lnTo>
                  <a:lnTo>
                    <a:pt x="97" y="354"/>
                  </a:lnTo>
                  <a:lnTo>
                    <a:pt x="112" y="367"/>
                  </a:lnTo>
                  <a:lnTo>
                    <a:pt x="158" y="376"/>
                  </a:lnTo>
                  <a:lnTo>
                    <a:pt x="212" y="349"/>
                  </a:lnTo>
                  <a:lnTo>
                    <a:pt x="283" y="312"/>
                  </a:lnTo>
                  <a:lnTo>
                    <a:pt x="490" y="110"/>
                  </a:lnTo>
                  <a:lnTo>
                    <a:pt x="562" y="31"/>
                  </a:lnTo>
                  <a:lnTo>
                    <a:pt x="602" y="1"/>
                  </a:lnTo>
                  <a:lnTo>
                    <a:pt x="609" y="0"/>
                  </a:lnTo>
                  <a:lnTo>
                    <a:pt x="639" y="0"/>
                  </a:lnTo>
                  <a:lnTo>
                    <a:pt x="655" y="1"/>
                  </a:lnTo>
                  <a:lnTo>
                    <a:pt x="661" y="3"/>
                  </a:lnTo>
                  <a:lnTo>
                    <a:pt x="674" y="17"/>
                  </a:lnTo>
                  <a:lnTo>
                    <a:pt x="673" y="30"/>
                  </a:lnTo>
                  <a:lnTo>
                    <a:pt x="664" y="52"/>
                  </a:lnTo>
                  <a:lnTo>
                    <a:pt x="546" y="207"/>
                  </a:lnTo>
                  <a:lnTo>
                    <a:pt x="437" y="350"/>
                  </a:lnTo>
                  <a:lnTo>
                    <a:pt x="414" y="3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7264614" y="1924704"/>
              <a:ext cx="566" cy="606"/>
            </a:xfrm>
            <a:custGeom>
              <a:avLst/>
              <a:pathLst>
                <a:path w="566" h="606">
                  <a:moveTo>
                    <a:pt x="247" y="603"/>
                  </a:moveTo>
                  <a:lnTo>
                    <a:pt x="36" y="584"/>
                  </a:lnTo>
                  <a:lnTo>
                    <a:pt x="0" y="551"/>
                  </a:lnTo>
                  <a:lnTo>
                    <a:pt x="34" y="316"/>
                  </a:lnTo>
                  <a:lnTo>
                    <a:pt x="46" y="292"/>
                  </a:lnTo>
                  <a:lnTo>
                    <a:pt x="150" y="72"/>
                  </a:lnTo>
                  <a:lnTo>
                    <a:pt x="174" y="43"/>
                  </a:lnTo>
                  <a:lnTo>
                    <a:pt x="276" y="2"/>
                  </a:lnTo>
                  <a:lnTo>
                    <a:pt x="306" y="0"/>
                  </a:lnTo>
                  <a:lnTo>
                    <a:pt x="312" y="7"/>
                  </a:lnTo>
                  <a:lnTo>
                    <a:pt x="420" y="145"/>
                  </a:lnTo>
                  <a:lnTo>
                    <a:pt x="408" y="180"/>
                  </a:lnTo>
                  <a:lnTo>
                    <a:pt x="428" y="364"/>
                  </a:lnTo>
                  <a:lnTo>
                    <a:pt x="525" y="486"/>
                  </a:lnTo>
                  <a:lnTo>
                    <a:pt x="565" y="511"/>
                  </a:lnTo>
                  <a:lnTo>
                    <a:pt x="566" y="519"/>
                  </a:lnTo>
                  <a:lnTo>
                    <a:pt x="492" y="561"/>
                  </a:lnTo>
                  <a:lnTo>
                    <a:pt x="473" y="569"/>
                  </a:lnTo>
                  <a:lnTo>
                    <a:pt x="412" y="585"/>
                  </a:lnTo>
                  <a:lnTo>
                    <a:pt x="307" y="605"/>
                  </a:lnTo>
                  <a:lnTo>
                    <a:pt x="296" y="606"/>
                  </a:lnTo>
                  <a:lnTo>
                    <a:pt x="247" y="60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7264903" y="1921991"/>
              <a:ext cx="1084" cy="1326"/>
            </a:xfrm>
            <a:custGeom>
              <a:avLst/>
              <a:pathLst>
                <a:path w="1084" h="1326">
                  <a:moveTo>
                    <a:pt x="287" y="1325"/>
                  </a:moveTo>
                  <a:lnTo>
                    <a:pt x="238" y="1326"/>
                  </a:lnTo>
                  <a:lnTo>
                    <a:pt x="200" y="1299"/>
                  </a:lnTo>
                  <a:lnTo>
                    <a:pt x="165" y="1180"/>
                  </a:lnTo>
                  <a:lnTo>
                    <a:pt x="122" y="828"/>
                  </a:lnTo>
                  <a:lnTo>
                    <a:pt x="107" y="758"/>
                  </a:lnTo>
                  <a:lnTo>
                    <a:pt x="70" y="587"/>
                  </a:lnTo>
                  <a:lnTo>
                    <a:pt x="43" y="571"/>
                  </a:lnTo>
                  <a:lnTo>
                    <a:pt x="20" y="535"/>
                  </a:lnTo>
                  <a:lnTo>
                    <a:pt x="0" y="499"/>
                  </a:lnTo>
                  <a:lnTo>
                    <a:pt x="7" y="473"/>
                  </a:lnTo>
                  <a:lnTo>
                    <a:pt x="524" y="110"/>
                  </a:lnTo>
                  <a:lnTo>
                    <a:pt x="659" y="41"/>
                  </a:lnTo>
                  <a:lnTo>
                    <a:pt x="677" y="33"/>
                  </a:lnTo>
                  <a:lnTo>
                    <a:pt x="863" y="17"/>
                  </a:lnTo>
                  <a:lnTo>
                    <a:pt x="919" y="11"/>
                  </a:lnTo>
                  <a:lnTo>
                    <a:pt x="993" y="0"/>
                  </a:lnTo>
                  <a:lnTo>
                    <a:pt x="1084" y="65"/>
                  </a:lnTo>
                  <a:lnTo>
                    <a:pt x="949" y="617"/>
                  </a:lnTo>
                  <a:lnTo>
                    <a:pt x="916" y="697"/>
                  </a:lnTo>
                  <a:lnTo>
                    <a:pt x="864" y="806"/>
                  </a:lnTo>
                  <a:lnTo>
                    <a:pt x="653" y="1163"/>
                  </a:lnTo>
                  <a:lnTo>
                    <a:pt x="287" y="13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7265288" y="1921312"/>
              <a:ext cx="406" cy="427"/>
            </a:xfrm>
            <a:custGeom>
              <a:avLst/>
              <a:pathLst>
                <a:path w="406" h="427">
                  <a:moveTo>
                    <a:pt x="89" y="427"/>
                  </a:moveTo>
                  <a:lnTo>
                    <a:pt x="25" y="422"/>
                  </a:lnTo>
                  <a:lnTo>
                    <a:pt x="0" y="414"/>
                  </a:lnTo>
                  <a:lnTo>
                    <a:pt x="28" y="166"/>
                  </a:lnTo>
                  <a:lnTo>
                    <a:pt x="44" y="39"/>
                  </a:lnTo>
                  <a:lnTo>
                    <a:pt x="75" y="21"/>
                  </a:lnTo>
                  <a:lnTo>
                    <a:pt x="92" y="12"/>
                  </a:lnTo>
                  <a:lnTo>
                    <a:pt x="269" y="0"/>
                  </a:lnTo>
                  <a:lnTo>
                    <a:pt x="273" y="1"/>
                  </a:lnTo>
                  <a:lnTo>
                    <a:pt x="300" y="53"/>
                  </a:lnTo>
                  <a:lnTo>
                    <a:pt x="406" y="325"/>
                  </a:lnTo>
                  <a:lnTo>
                    <a:pt x="347" y="389"/>
                  </a:lnTo>
                  <a:lnTo>
                    <a:pt x="305" y="405"/>
                  </a:lnTo>
                  <a:lnTo>
                    <a:pt x="89" y="4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7264159" y="1920852"/>
              <a:ext cx="273" cy="475"/>
            </a:xfrm>
            <a:custGeom>
              <a:avLst/>
              <a:pathLst>
                <a:path w="273" h="475">
                  <a:moveTo>
                    <a:pt x="273" y="104"/>
                  </a:moveTo>
                  <a:lnTo>
                    <a:pt x="214" y="285"/>
                  </a:lnTo>
                  <a:lnTo>
                    <a:pt x="178" y="269"/>
                  </a:lnTo>
                  <a:lnTo>
                    <a:pt x="174" y="273"/>
                  </a:lnTo>
                  <a:lnTo>
                    <a:pt x="105" y="419"/>
                  </a:lnTo>
                  <a:lnTo>
                    <a:pt x="99" y="463"/>
                  </a:lnTo>
                  <a:lnTo>
                    <a:pt x="89" y="472"/>
                  </a:lnTo>
                  <a:lnTo>
                    <a:pt x="72" y="475"/>
                  </a:lnTo>
                  <a:lnTo>
                    <a:pt x="39" y="460"/>
                  </a:lnTo>
                  <a:lnTo>
                    <a:pt x="10" y="422"/>
                  </a:lnTo>
                  <a:lnTo>
                    <a:pt x="0" y="358"/>
                  </a:lnTo>
                  <a:lnTo>
                    <a:pt x="25" y="74"/>
                  </a:lnTo>
                  <a:lnTo>
                    <a:pt x="44" y="35"/>
                  </a:lnTo>
                  <a:lnTo>
                    <a:pt x="64" y="14"/>
                  </a:lnTo>
                  <a:lnTo>
                    <a:pt x="97" y="0"/>
                  </a:lnTo>
                  <a:lnTo>
                    <a:pt x="234" y="19"/>
                  </a:lnTo>
                  <a:lnTo>
                    <a:pt x="261" y="51"/>
                  </a:lnTo>
                  <a:lnTo>
                    <a:pt x="273" y="1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7264798" y="1920654"/>
              <a:ext cx="576" cy="556"/>
            </a:xfrm>
            <a:custGeom>
              <a:avLst/>
              <a:pathLst>
                <a:path w="576" h="556">
                  <a:moveTo>
                    <a:pt x="404" y="541"/>
                  </a:moveTo>
                  <a:lnTo>
                    <a:pt x="267" y="556"/>
                  </a:lnTo>
                  <a:lnTo>
                    <a:pt x="213" y="528"/>
                  </a:lnTo>
                  <a:lnTo>
                    <a:pt x="83" y="375"/>
                  </a:lnTo>
                  <a:lnTo>
                    <a:pt x="19" y="263"/>
                  </a:lnTo>
                  <a:lnTo>
                    <a:pt x="0" y="90"/>
                  </a:lnTo>
                  <a:lnTo>
                    <a:pt x="47" y="17"/>
                  </a:lnTo>
                  <a:lnTo>
                    <a:pt x="117" y="0"/>
                  </a:lnTo>
                  <a:lnTo>
                    <a:pt x="231" y="58"/>
                  </a:lnTo>
                  <a:lnTo>
                    <a:pt x="520" y="310"/>
                  </a:lnTo>
                  <a:lnTo>
                    <a:pt x="576" y="479"/>
                  </a:lnTo>
                  <a:lnTo>
                    <a:pt x="404" y="5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7283338" y="1922191"/>
              <a:ext cx="538" cy="487"/>
            </a:xfrm>
            <a:custGeom>
              <a:avLst/>
              <a:pathLst>
                <a:path w="538" h="487">
                  <a:moveTo>
                    <a:pt x="439" y="407"/>
                  </a:moveTo>
                  <a:lnTo>
                    <a:pt x="238" y="487"/>
                  </a:lnTo>
                  <a:lnTo>
                    <a:pt x="221" y="484"/>
                  </a:lnTo>
                  <a:lnTo>
                    <a:pt x="197" y="461"/>
                  </a:lnTo>
                  <a:lnTo>
                    <a:pt x="151" y="448"/>
                  </a:lnTo>
                  <a:lnTo>
                    <a:pt x="60" y="445"/>
                  </a:lnTo>
                  <a:lnTo>
                    <a:pt x="7" y="464"/>
                  </a:lnTo>
                  <a:lnTo>
                    <a:pt x="0" y="453"/>
                  </a:lnTo>
                  <a:lnTo>
                    <a:pt x="24" y="248"/>
                  </a:lnTo>
                  <a:lnTo>
                    <a:pt x="53" y="194"/>
                  </a:lnTo>
                  <a:lnTo>
                    <a:pt x="91" y="154"/>
                  </a:lnTo>
                  <a:lnTo>
                    <a:pt x="428" y="0"/>
                  </a:lnTo>
                  <a:lnTo>
                    <a:pt x="445" y="0"/>
                  </a:lnTo>
                  <a:lnTo>
                    <a:pt x="513" y="20"/>
                  </a:lnTo>
                  <a:lnTo>
                    <a:pt x="518" y="23"/>
                  </a:lnTo>
                  <a:lnTo>
                    <a:pt x="538" y="47"/>
                  </a:lnTo>
                  <a:lnTo>
                    <a:pt x="465" y="390"/>
                  </a:lnTo>
                  <a:lnTo>
                    <a:pt x="439" y="40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7265635" y="1917022"/>
              <a:ext cx="1282" cy="1384"/>
            </a:xfrm>
            <a:custGeom>
              <a:avLst/>
              <a:pathLst>
                <a:path w="1282" h="1384">
                  <a:moveTo>
                    <a:pt x="713" y="1384"/>
                  </a:moveTo>
                  <a:lnTo>
                    <a:pt x="609" y="1374"/>
                  </a:lnTo>
                  <a:lnTo>
                    <a:pt x="467" y="1257"/>
                  </a:lnTo>
                  <a:lnTo>
                    <a:pt x="25" y="765"/>
                  </a:lnTo>
                  <a:lnTo>
                    <a:pt x="19" y="750"/>
                  </a:lnTo>
                  <a:lnTo>
                    <a:pt x="0" y="658"/>
                  </a:lnTo>
                  <a:lnTo>
                    <a:pt x="49" y="519"/>
                  </a:lnTo>
                  <a:lnTo>
                    <a:pt x="154" y="298"/>
                  </a:lnTo>
                  <a:lnTo>
                    <a:pt x="173" y="273"/>
                  </a:lnTo>
                  <a:lnTo>
                    <a:pt x="225" y="227"/>
                  </a:lnTo>
                  <a:lnTo>
                    <a:pt x="629" y="5"/>
                  </a:lnTo>
                  <a:lnTo>
                    <a:pt x="654" y="0"/>
                  </a:lnTo>
                  <a:lnTo>
                    <a:pt x="711" y="10"/>
                  </a:lnTo>
                  <a:lnTo>
                    <a:pt x="735" y="26"/>
                  </a:lnTo>
                  <a:lnTo>
                    <a:pt x="767" y="54"/>
                  </a:lnTo>
                  <a:lnTo>
                    <a:pt x="796" y="83"/>
                  </a:lnTo>
                  <a:lnTo>
                    <a:pt x="834" y="127"/>
                  </a:lnTo>
                  <a:lnTo>
                    <a:pt x="913" y="220"/>
                  </a:lnTo>
                  <a:lnTo>
                    <a:pt x="985" y="367"/>
                  </a:lnTo>
                  <a:lnTo>
                    <a:pt x="1156" y="698"/>
                  </a:lnTo>
                  <a:lnTo>
                    <a:pt x="1265" y="874"/>
                  </a:lnTo>
                  <a:lnTo>
                    <a:pt x="1282" y="977"/>
                  </a:lnTo>
                  <a:lnTo>
                    <a:pt x="1277" y="1075"/>
                  </a:lnTo>
                  <a:lnTo>
                    <a:pt x="1262" y="1089"/>
                  </a:lnTo>
                  <a:lnTo>
                    <a:pt x="1015" y="1217"/>
                  </a:lnTo>
                  <a:lnTo>
                    <a:pt x="1029" y="1284"/>
                  </a:lnTo>
                  <a:lnTo>
                    <a:pt x="1011" y="1305"/>
                  </a:lnTo>
                  <a:lnTo>
                    <a:pt x="923" y="1371"/>
                  </a:lnTo>
                  <a:lnTo>
                    <a:pt x="887" y="1384"/>
                  </a:lnTo>
                  <a:lnTo>
                    <a:pt x="713" y="13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7285076" y="1919697"/>
              <a:ext cx="467" cy="702"/>
            </a:xfrm>
            <a:custGeom>
              <a:avLst/>
              <a:pathLst>
                <a:path w="467" h="702">
                  <a:moveTo>
                    <a:pt x="422" y="671"/>
                  </a:moveTo>
                  <a:lnTo>
                    <a:pt x="390" y="702"/>
                  </a:lnTo>
                  <a:lnTo>
                    <a:pt x="82" y="552"/>
                  </a:lnTo>
                  <a:lnTo>
                    <a:pt x="21" y="396"/>
                  </a:lnTo>
                  <a:lnTo>
                    <a:pt x="0" y="205"/>
                  </a:lnTo>
                  <a:lnTo>
                    <a:pt x="8" y="178"/>
                  </a:lnTo>
                  <a:lnTo>
                    <a:pt x="50" y="145"/>
                  </a:lnTo>
                  <a:lnTo>
                    <a:pt x="312" y="22"/>
                  </a:lnTo>
                  <a:lnTo>
                    <a:pt x="353" y="4"/>
                  </a:lnTo>
                  <a:lnTo>
                    <a:pt x="376" y="0"/>
                  </a:lnTo>
                  <a:lnTo>
                    <a:pt x="389" y="50"/>
                  </a:lnTo>
                  <a:lnTo>
                    <a:pt x="467" y="360"/>
                  </a:lnTo>
                  <a:lnTo>
                    <a:pt x="451" y="568"/>
                  </a:lnTo>
                  <a:lnTo>
                    <a:pt x="426" y="663"/>
                  </a:lnTo>
                  <a:lnTo>
                    <a:pt x="422" y="6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7266532" y="1916582"/>
              <a:ext cx="565" cy="1017"/>
            </a:xfrm>
            <a:custGeom>
              <a:avLst/>
              <a:pathLst>
                <a:path w="565" h="1017">
                  <a:moveTo>
                    <a:pt x="565" y="524"/>
                  </a:moveTo>
                  <a:lnTo>
                    <a:pt x="523" y="966"/>
                  </a:lnTo>
                  <a:lnTo>
                    <a:pt x="516" y="998"/>
                  </a:lnTo>
                  <a:lnTo>
                    <a:pt x="507" y="1011"/>
                  </a:lnTo>
                  <a:lnTo>
                    <a:pt x="485" y="1017"/>
                  </a:lnTo>
                  <a:lnTo>
                    <a:pt x="406" y="1009"/>
                  </a:lnTo>
                  <a:lnTo>
                    <a:pt x="378" y="971"/>
                  </a:lnTo>
                  <a:lnTo>
                    <a:pt x="355" y="882"/>
                  </a:lnTo>
                  <a:lnTo>
                    <a:pt x="361" y="763"/>
                  </a:lnTo>
                  <a:lnTo>
                    <a:pt x="324" y="604"/>
                  </a:lnTo>
                  <a:lnTo>
                    <a:pt x="273" y="574"/>
                  </a:lnTo>
                  <a:lnTo>
                    <a:pt x="138" y="595"/>
                  </a:lnTo>
                  <a:lnTo>
                    <a:pt x="44" y="347"/>
                  </a:lnTo>
                  <a:lnTo>
                    <a:pt x="50" y="287"/>
                  </a:lnTo>
                  <a:lnTo>
                    <a:pt x="30" y="205"/>
                  </a:lnTo>
                  <a:lnTo>
                    <a:pt x="8" y="180"/>
                  </a:lnTo>
                  <a:lnTo>
                    <a:pt x="0" y="159"/>
                  </a:lnTo>
                  <a:lnTo>
                    <a:pt x="2" y="132"/>
                  </a:lnTo>
                  <a:lnTo>
                    <a:pt x="62" y="50"/>
                  </a:lnTo>
                  <a:lnTo>
                    <a:pt x="100" y="31"/>
                  </a:lnTo>
                  <a:lnTo>
                    <a:pt x="194" y="0"/>
                  </a:lnTo>
                  <a:lnTo>
                    <a:pt x="238" y="8"/>
                  </a:lnTo>
                  <a:lnTo>
                    <a:pt x="393" y="100"/>
                  </a:lnTo>
                  <a:lnTo>
                    <a:pt x="454" y="179"/>
                  </a:lnTo>
                  <a:lnTo>
                    <a:pt x="492" y="228"/>
                  </a:lnTo>
                  <a:lnTo>
                    <a:pt x="542" y="314"/>
                  </a:lnTo>
                  <a:lnTo>
                    <a:pt x="564" y="486"/>
                  </a:lnTo>
                  <a:lnTo>
                    <a:pt x="565" y="52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7284327" y="1919400"/>
              <a:ext cx="241" cy="402"/>
            </a:xfrm>
            <a:custGeom>
              <a:avLst/>
              <a:pathLst>
                <a:path w="241" h="402">
                  <a:moveTo>
                    <a:pt x="143" y="385"/>
                  </a:moveTo>
                  <a:lnTo>
                    <a:pt x="85" y="402"/>
                  </a:lnTo>
                  <a:lnTo>
                    <a:pt x="0" y="379"/>
                  </a:lnTo>
                  <a:lnTo>
                    <a:pt x="0" y="342"/>
                  </a:lnTo>
                  <a:lnTo>
                    <a:pt x="28" y="301"/>
                  </a:lnTo>
                  <a:lnTo>
                    <a:pt x="59" y="255"/>
                  </a:lnTo>
                  <a:lnTo>
                    <a:pt x="48" y="209"/>
                  </a:lnTo>
                  <a:lnTo>
                    <a:pt x="19" y="129"/>
                  </a:lnTo>
                  <a:lnTo>
                    <a:pt x="27" y="104"/>
                  </a:lnTo>
                  <a:lnTo>
                    <a:pt x="33" y="92"/>
                  </a:lnTo>
                  <a:lnTo>
                    <a:pt x="65" y="40"/>
                  </a:lnTo>
                  <a:lnTo>
                    <a:pt x="89" y="18"/>
                  </a:lnTo>
                  <a:lnTo>
                    <a:pt x="169" y="0"/>
                  </a:lnTo>
                  <a:lnTo>
                    <a:pt x="236" y="4"/>
                  </a:lnTo>
                  <a:lnTo>
                    <a:pt x="240" y="13"/>
                  </a:lnTo>
                  <a:lnTo>
                    <a:pt x="241" y="272"/>
                  </a:lnTo>
                  <a:lnTo>
                    <a:pt x="143" y="3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7283856" y="1919156"/>
              <a:ext cx="356" cy="426"/>
            </a:xfrm>
            <a:custGeom>
              <a:avLst/>
              <a:pathLst>
                <a:path w="356" h="426">
                  <a:moveTo>
                    <a:pt x="102" y="419"/>
                  </a:moveTo>
                  <a:lnTo>
                    <a:pt x="61" y="426"/>
                  </a:lnTo>
                  <a:lnTo>
                    <a:pt x="53" y="423"/>
                  </a:lnTo>
                  <a:lnTo>
                    <a:pt x="16" y="407"/>
                  </a:lnTo>
                  <a:lnTo>
                    <a:pt x="4" y="401"/>
                  </a:lnTo>
                  <a:lnTo>
                    <a:pt x="0" y="395"/>
                  </a:lnTo>
                  <a:lnTo>
                    <a:pt x="39" y="251"/>
                  </a:lnTo>
                  <a:lnTo>
                    <a:pt x="174" y="33"/>
                  </a:lnTo>
                  <a:lnTo>
                    <a:pt x="200" y="0"/>
                  </a:lnTo>
                  <a:lnTo>
                    <a:pt x="280" y="46"/>
                  </a:lnTo>
                  <a:lnTo>
                    <a:pt x="356" y="92"/>
                  </a:lnTo>
                  <a:lnTo>
                    <a:pt x="336" y="197"/>
                  </a:lnTo>
                  <a:lnTo>
                    <a:pt x="333" y="212"/>
                  </a:lnTo>
                  <a:lnTo>
                    <a:pt x="216" y="373"/>
                  </a:lnTo>
                  <a:lnTo>
                    <a:pt x="194" y="385"/>
                  </a:lnTo>
                  <a:lnTo>
                    <a:pt x="102" y="4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7283734" y="1916385"/>
              <a:ext cx="623" cy="686"/>
            </a:xfrm>
            <a:custGeom>
              <a:avLst/>
              <a:pathLst>
                <a:path w="623" h="686">
                  <a:moveTo>
                    <a:pt x="91" y="682"/>
                  </a:moveTo>
                  <a:lnTo>
                    <a:pt x="33" y="686"/>
                  </a:lnTo>
                  <a:lnTo>
                    <a:pt x="5" y="679"/>
                  </a:lnTo>
                  <a:lnTo>
                    <a:pt x="0" y="668"/>
                  </a:lnTo>
                  <a:lnTo>
                    <a:pt x="12" y="643"/>
                  </a:lnTo>
                  <a:lnTo>
                    <a:pt x="135" y="583"/>
                  </a:lnTo>
                  <a:lnTo>
                    <a:pt x="184" y="570"/>
                  </a:lnTo>
                  <a:lnTo>
                    <a:pt x="423" y="261"/>
                  </a:lnTo>
                  <a:lnTo>
                    <a:pt x="428" y="242"/>
                  </a:lnTo>
                  <a:lnTo>
                    <a:pt x="488" y="131"/>
                  </a:lnTo>
                  <a:lnTo>
                    <a:pt x="542" y="33"/>
                  </a:lnTo>
                  <a:lnTo>
                    <a:pt x="559" y="14"/>
                  </a:lnTo>
                  <a:lnTo>
                    <a:pt x="573" y="0"/>
                  </a:lnTo>
                  <a:lnTo>
                    <a:pt x="579" y="0"/>
                  </a:lnTo>
                  <a:lnTo>
                    <a:pt x="584" y="0"/>
                  </a:lnTo>
                  <a:lnTo>
                    <a:pt x="623" y="1"/>
                  </a:lnTo>
                  <a:lnTo>
                    <a:pt x="548" y="359"/>
                  </a:lnTo>
                  <a:lnTo>
                    <a:pt x="526" y="384"/>
                  </a:lnTo>
                  <a:lnTo>
                    <a:pt x="465" y="444"/>
                  </a:lnTo>
                  <a:lnTo>
                    <a:pt x="274" y="594"/>
                  </a:lnTo>
                  <a:lnTo>
                    <a:pt x="143" y="670"/>
                  </a:lnTo>
                  <a:lnTo>
                    <a:pt x="91" y="6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7285095" y="1915977"/>
              <a:ext cx="461" cy="282"/>
            </a:xfrm>
            <a:custGeom>
              <a:avLst/>
              <a:pathLst>
                <a:path w="461" h="282">
                  <a:moveTo>
                    <a:pt x="270" y="282"/>
                  </a:moveTo>
                  <a:lnTo>
                    <a:pt x="214" y="274"/>
                  </a:lnTo>
                  <a:lnTo>
                    <a:pt x="0" y="120"/>
                  </a:lnTo>
                  <a:lnTo>
                    <a:pt x="2" y="111"/>
                  </a:lnTo>
                  <a:lnTo>
                    <a:pt x="159" y="25"/>
                  </a:lnTo>
                  <a:lnTo>
                    <a:pt x="178" y="22"/>
                  </a:lnTo>
                  <a:lnTo>
                    <a:pt x="320" y="0"/>
                  </a:lnTo>
                  <a:lnTo>
                    <a:pt x="405" y="63"/>
                  </a:lnTo>
                  <a:lnTo>
                    <a:pt x="461" y="219"/>
                  </a:lnTo>
                  <a:lnTo>
                    <a:pt x="434" y="249"/>
                  </a:lnTo>
                  <a:lnTo>
                    <a:pt x="375" y="261"/>
                  </a:lnTo>
                  <a:lnTo>
                    <a:pt x="270" y="2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7285409" y="1915520"/>
              <a:ext cx="363" cy="439"/>
            </a:xfrm>
            <a:custGeom>
              <a:avLst/>
              <a:pathLst>
                <a:path w="363" h="439">
                  <a:moveTo>
                    <a:pt x="252" y="353"/>
                  </a:moveTo>
                  <a:lnTo>
                    <a:pt x="17" y="439"/>
                  </a:lnTo>
                  <a:lnTo>
                    <a:pt x="0" y="418"/>
                  </a:lnTo>
                  <a:lnTo>
                    <a:pt x="14" y="343"/>
                  </a:lnTo>
                  <a:lnTo>
                    <a:pt x="23" y="341"/>
                  </a:lnTo>
                  <a:lnTo>
                    <a:pt x="46" y="331"/>
                  </a:lnTo>
                  <a:lnTo>
                    <a:pt x="112" y="249"/>
                  </a:lnTo>
                  <a:lnTo>
                    <a:pt x="175" y="119"/>
                  </a:lnTo>
                  <a:lnTo>
                    <a:pt x="171" y="0"/>
                  </a:lnTo>
                  <a:lnTo>
                    <a:pt x="363" y="173"/>
                  </a:lnTo>
                  <a:lnTo>
                    <a:pt x="363" y="228"/>
                  </a:lnTo>
                  <a:lnTo>
                    <a:pt x="337" y="265"/>
                  </a:lnTo>
                  <a:lnTo>
                    <a:pt x="252" y="35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7286865" y="1915614"/>
              <a:ext cx="321" cy="330"/>
            </a:xfrm>
            <a:custGeom>
              <a:avLst/>
              <a:pathLst>
                <a:path w="321" h="330">
                  <a:moveTo>
                    <a:pt x="75" y="324"/>
                  </a:moveTo>
                  <a:lnTo>
                    <a:pt x="54" y="322"/>
                  </a:lnTo>
                  <a:lnTo>
                    <a:pt x="30" y="306"/>
                  </a:lnTo>
                  <a:lnTo>
                    <a:pt x="7" y="266"/>
                  </a:lnTo>
                  <a:lnTo>
                    <a:pt x="0" y="227"/>
                  </a:lnTo>
                  <a:lnTo>
                    <a:pt x="44" y="123"/>
                  </a:lnTo>
                  <a:lnTo>
                    <a:pt x="65" y="77"/>
                  </a:lnTo>
                  <a:lnTo>
                    <a:pt x="138" y="27"/>
                  </a:lnTo>
                  <a:lnTo>
                    <a:pt x="204" y="0"/>
                  </a:lnTo>
                  <a:lnTo>
                    <a:pt x="217" y="0"/>
                  </a:lnTo>
                  <a:lnTo>
                    <a:pt x="266" y="53"/>
                  </a:lnTo>
                  <a:lnTo>
                    <a:pt x="318" y="112"/>
                  </a:lnTo>
                  <a:lnTo>
                    <a:pt x="320" y="172"/>
                  </a:lnTo>
                  <a:lnTo>
                    <a:pt x="321" y="234"/>
                  </a:lnTo>
                  <a:lnTo>
                    <a:pt x="239" y="304"/>
                  </a:lnTo>
                  <a:lnTo>
                    <a:pt x="135" y="330"/>
                  </a:lnTo>
                  <a:lnTo>
                    <a:pt x="75" y="32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7284443" y="1914223"/>
              <a:ext cx="456" cy="482"/>
            </a:xfrm>
            <a:custGeom>
              <a:avLst/>
              <a:pathLst>
                <a:path w="456" h="482">
                  <a:moveTo>
                    <a:pt x="99" y="482"/>
                  </a:moveTo>
                  <a:lnTo>
                    <a:pt x="86" y="481"/>
                  </a:lnTo>
                  <a:lnTo>
                    <a:pt x="19" y="388"/>
                  </a:lnTo>
                  <a:lnTo>
                    <a:pt x="0" y="288"/>
                  </a:lnTo>
                  <a:lnTo>
                    <a:pt x="28" y="261"/>
                  </a:lnTo>
                  <a:lnTo>
                    <a:pt x="349" y="50"/>
                  </a:lnTo>
                  <a:lnTo>
                    <a:pt x="444" y="0"/>
                  </a:lnTo>
                  <a:lnTo>
                    <a:pt x="450" y="21"/>
                  </a:lnTo>
                  <a:lnTo>
                    <a:pt x="456" y="49"/>
                  </a:lnTo>
                  <a:lnTo>
                    <a:pt x="440" y="82"/>
                  </a:lnTo>
                  <a:lnTo>
                    <a:pt x="280" y="372"/>
                  </a:lnTo>
                  <a:lnTo>
                    <a:pt x="200" y="471"/>
                  </a:lnTo>
                  <a:lnTo>
                    <a:pt x="185" y="481"/>
                  </a:lnTo>
                  <a:lnTo>
                    <a:pt x="153" y="481"/>
                  </a:lnTo>
                  <a:lnTo>
                    <a:pt x="99" y="4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7284854" y="1914216"/>
              <a:ext cx="699" cy="458"/>
            </a:xfrm>
            <a:custGeom>
              <a:avLst/>
              <a:pathLst>
                <a:path w="699" h="458">
                  <a:moveTo>
                    <a:pt x="699" y="305"/>
                  </a:moveTo>
                  <a:lnTo>
                    <a:pt x="697" y="346"/>
                  </a:lnTo>
                  <a:lnTo>
                    <a:pt x="693" y="433"/>
                  </a:lnTo>
                  <a:lnTo>
                    <a:pt x="690" y="439"/>
                  </a:lnTo>
                  <a:lnTo>
                    <a:pt x="683" y="449"/>
                  </a:lnTo>
                  <a:lnTo>
                    <a:pt x="673" y="456"/>
                  </a:lnTo>
                  <a:lnTo>
                    <a:pt x="668" y="458"/>
                  </a:lnTo>
                  <a:lnTo>
                    <a:pt x="539" y="433"/>
                  </a:lnTo>
                  <a:lnTo>
                    <a:pt x="468" y="344"/>
                  </a:lnTo>
                  <a:lnTo>
                    <a:pt x="293" y="271"/>
                  </a:lnTo>
                  <a:lnTo>
                    <a:pt x="174" y="256"/>
                  </a:lnTo>
                  <a:lnTo>
                    <a:pt x="136" y="281"/>
                  </a:lnTo>
                  <a:lnTo>
                    <a:pt x="121" y="310"/>
                  </a:lnTo>
                  <a:lnTo>
                    <a:pt x="106" y="363"/>
                  </a:lnTo>
                  <a:lnTo>
                    <a:pt x="68" y="384"/>
                  </a:lnTo>
                  <a:lnTo>
                    <a:pt x="11" y="320"/>
                  </a:lnTo>
                  <a:lnTo>
                    <a:pt x="0" y="272"/>
                  </a:lnTo>
                  <a:lnTo>
                    <a:pt x="6" y="236"/>
                  </a:lnTo>
                  <a:lnTo>
                    <a:pt x="25" y="158"/>
                  </a:lnTo>
                  <a:lnTo>
                    <a:pt x="57" y="113"/>
                  </a:lnTo>
                  <a:lnTo>
                    <a:pt x="80" y="97"/>
                  </a:lnTo>
                  <a:lnTo>
                    <a:pt x="143" y="67"/>
                  </a:lnTo>
                  <a:lnTo>
                    <a:pt x="267" y="9"/>
                  </a:lnTo>
                  <a:lnTo>
                    <a:pt x="325" y="0"/>
                  </a:lnTo>
                  <a:lnTo>
                    <a:pt x="341" y="0"/>
                  </a:lnTo>
                  <a:lnTo>
                    <a:pt x="646" y="209"/>
                  </a:lnTo>
                  <a:lnTo>
                    <a:pt x="699" y="3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7284152" y="1913811"/>
              <a:ext cx="790" cy="333"/>
            </a:xfrm>
            <a:custGeom>
              <a:avLst/>
              <a:pathLst>
                <a:path w="790" h="333">
                  <a:moveTo>
                    <a:pt x="178" y="293"/>
                  </a:moveTo>
                  <a:lnTo>
                    <a:pt x="78" y="282"/>
                  </a:lnTo>
                  <a:lnTo>
                    <a:pt x="19" y="262"/>
                  </a:lnTo>
                  <a:lnTo>
                    <a:pt x="0" y="207"/>
                  </a:lnTo>
                  <a:lnTo>
                    <a:pt x="7" y="187"/>
                  </a:lnTo>
                  <a:lnTo>
                    <a:pt x="58" y="146"/>
                  </a:lnTo>
                  <a:lnTo>
                    <a:pt x="74" y="134"/>
                  </a:lnTo>
                  <a:lnTo>
                    <a:pt x="326" y="15"/>
                  </a:lnTo>
                  <a:lnTo>
                    <a:pt x="407" y="0"/>
                  </a:lnTo>
                  <a:lnTo>
                    <a:pt x="482" y="13"/>
                  </a:lnTo>
                  <a:lnTo>
                    <a:pt x="630" y="80"/>
                  </a:lnTo>
                  <a:lnTo>
                    <a:pt x="639" y="84"/>
                  </a:lnTo>
                  <a:lnTo>
                    <a:pt x="790" y="163"/>
                  </a:lnTo>
                  <a:lnTo>
                    <a:pt x="696" y="268"/>
                  </a:lnTo>
                  <a:lnTo>
                    <a:pt x="498" y="326"/>
                  </a:lnTo>
                  <a:lnTo>
                    <a:pt x="451" y="333"/>
                  </a:lnTo>
                  <a:lnTo>
                    <a:pt x="285" y="311"/>
                  </a:lnTo>
                  <a:lnTo>
                    <a:pt x="178" y="2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7283599" y="1913422"/>
              <a:ext cx="1321" cy="325"/>
            </a:xfrm>
            <a:custGeom>
              <a:avLst/>
              <a:pathLst>
                <a:path w="1321" h="325">
                  <a:moveTo>
                    <a:pt x="1321" y="248"/>
                  </a:moveTo>
                  <a:lnTo>
                    <a:pt x="1319" y="256"/>
                  </a:lnTo>
                  <a:lnTo>
                    <a:pt x="1303" y="266"/>
                  </a:lnTo>
                  <a:lnTo>
                    <a:pt x="1190" y="275"/>
                  </a:lnTo>
                  <a:lnTo>
                    <a:pt x="1159" y="276"/>
                  </a:lnTo>
                  <a:lnTo>
                    <a:pt x="1063" y="251"/>
                  </a:lnTo>
                  <a:lnTo>
                    <a:pt x="1007" y="215"/>
                  </a:lnTo>
                  <a:lnTo>
                    <a:pt x="988" y="194"/>
                  </a:lnTo>
                  <a:lnTo>
                    <a:pt x="435" y="214"/>
                  </a:lnTo>
                  <a:lnTo>
                    <a:pt x="353" y="249"/>
                  </a:lnTo>
                  <a:lnTo>
                    <a:pt x="337" y="287"/>
                  </a:lnTo>
                  <a:lnTo>
                    <a:pt x="314" y="312"/>
                  </a:lnTo>
                  <a:lnTo>
                    <a:pt x="291" y="323"/>
                  </a:lnTo>
                  <a:lnTo>
                    <a:pt x="264" y="325"/>
                  </a:lnTo>
                  <a:lnTo>
                    <a:pt x="0" y="194"/>
                  </a:lnTo>
                  <a:lnTo>
                    <a:pt x="54" y="7"/>
                  </a:lnTo>
                  <a:lnTo>
                    <a:pt x="64" y="0"/>
                  </a:lnTo>
                  <a:lnTo>
                    <a:pt x="289" y="44"/>
                  </a:lnTo>
                  <a:lnTo>
                    <a:pt x="456" y="97"/>
                  </a:lnTo>
                  <a:lnTo>
                    <a:pt x="564" y="122"/>
                  </a:lnTo>
                  <a:lnTo>
                    <a:pt x="799" y="129"/>
                  </a:lnTo>
                  <a:lnTo>
                    <a:pt x="945" y="123"/>
                  </a:lnTo>
                  <a:lnTo>
                    <a:pt x="1072" y="99"/>
                  </a:lnTo>
                  <a:lnTo>
                    <a:pt x="1181" y="101"/>
                  </a:lnTo>
                  <a:lnTo>
                    <a:pt x="1315" y="207"/>
                  </a:lnTo>
                  <a:lnTo>
                    <a:pt x="1321" y="2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7294066" y="1915002"/>
              <a:ext cx="395" cy="383"/>
            </a:xfrm>
            <a:custGeom>
              <a:avLst/>
              <a:pathLst>
                <a:path w="395" h="383">
                  <a:moveTo>
                    <a:pt x="156" y="343"/>
                  </a:moveTo>
                  <a:lnTo>
                    <a:pt x="66" y="383"/>
                  </a:lnTo>
                  <a:lnTo>
                    <a:pt x="33" y="373"/>
                  </a:lnTo>
                  <a:lnTo>
                    <a:pt x="0" y="286"/>
                  </a:lnTo>
                  <a:lnTo>
                    <a:pt x="81" y="89"/>
                  </a:lnTo>
                  <a:lnTo>
                    <a:pt x="127" y="25"/>
                  </a:lnTo>
                  <a:lnTo>
                    <a:pt x="167" y="8"/>
                  </a:lnTo>
                  <a:lnTo>
                    <a:pt x="227" y="0"/>
                  </a:lnTo>
                  <a:lnTo>
                    <a:pt x="395" y="45"/>
                  </a:lnTo>
                  <a:lnTo>
                    <a:pt x="156" y="3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7282637" y="1910840"/>
              <a:ext cx="1723" cy="1551"/>
            </a:xfrm>
            <a:custGeom>
              <a:avLst/>
              <a:pathLst>
                <a:path w="1723" h="1551">
                  <a:moveTo>
                    <a:pt x="1004" y="873"/>
                  </a:moveTo>
                  <a:lnTo>
                    <a:pt x="1009" y="886"/>
                  </a:lnTo>
                  <a:lnTo>
                    <a:pt x="1002" y="893"/>
                  </a:lnTo>
                  <a:lnTo>
                    <a:pt x="993" y="899"/>
                  </a:lnTo>
                  <a:lnTo>
                    <a:pt x="981" y="910"/>
                  </a:lnTo>
                  <a:lnTo>
                    <a:pt x="972" y="925"/>
                  </a:lnTo>
                  <a:lnTo>
                    <a:pt x="965" y="935"/>
                  </a:lnTo>
                  <a:lnTo>
                    <a:pt x="957" y="937"/>
                  </a:lnTo>
                  <a:lnTo>
                    <a:pt x="949" y="937"/>
                  </a:lnTo>
                  <a:lnTo>
                    <a:pt x="941" y="934"/>
                  </a:lnTo>
                  <a:lnTo>
                    <a:pt x="932" y="929"/>
                  </a:lnTo>
                  <a:lnTo>
                    <a:pt x="917" y="913"/>
                  </a:lnTo>
                  <a:lnTo>
                    <a:pt x="914" y="908"/>
                  </a:lnTo>
                  <a:lnTo>
                    <a:pt x="909" y="907"/>
                  </a:lnTo>
                  <a:lnTo>
                    <a:pt x="903" y="901"/>
                  </a:lnTo>
                  <a:lnTo>
                    <a:pt x="896" y="898"/>
                  </a:lnTo>
                  <a:lnTo>
                    <a:pt x="888" y="887"/>
                  </a:lnTo>
                  <a:lnTo>
                    <a:pt x="882" y="872"/>
                  </a:lnTo>
                  <a:lnTo>
                    <a:pt x="871" y="857"/>
                  </a:lnTo>
                  <a:lnTo>
                    <a:pt x="856" y="856"/>
                  </a:lnTo>
                  <a:lnTo>
                    <a:pt x="849" y="860"/>
                  </a:lnTo>
                  <a:lnTo>
                    <a:pt x="840" y="863"/>
                  </a:lnTo>
                  <a:lnTo>
                    <a:pt x="833" y="862"/>
                  </a:lnTo>
                  <a:lnTo>
                    <a:pt x="820" y="860"/>
                  </a:lnTo>
                  <a:lnTo>
                    <a:pt x="808" y="866"/>
                  </a:lnTo>
                  <a:lnTo>
                    <a:pt x="800" y="868"/>
                  </a:lnTo>
                  <a:lnTo>
                    <a:pt x="792" y="866"/>
                  </a:lnTo>
                  <a:lnTo>
                    <a:pt x="785" y="866"/>
                  </a:lnTo>
                  <a:lnTo>
                    <a:pt x="780" y="867"/>
                  </a:lnTo>
                  <a:lnTo>
                    <a:pt x="777" y="875"/>
                  </a:lnTo>
                  <a:lnTo>
                    <a:pt x="781" y="881"/>
                  </a:lnTo>
                  <a:lnTo>
                    <a:pt x="790" y="886"/>
                  </a:lnTo>
                  <a:lnTo>
                    <a:pt x="816" y="893"/>
                  </a:lnTo>
                  <a:lnTo>
                    <a:pt x="822" y="893"/>
                  </a:lnTo>
                  <a:lnTo>
                    <a:pt x="827" y="895"/>
                  </a:lnTo>
                  <a:lnTo>
                    <a:pt x="832" y="895"/>
                  </a:lnTo>
                  <a:lnTo>
                    <a:pt x="836" y="903"/>
                  </a:lnTo>
                  <a:lnTo>
                    <a:pt x="829" y="908"/>
                  </a:lnTo>
                  <a:lnTo>
                    <a:pt x="825" y="909"/>
                  </a:lnTo>
                  <a:lnTo>
                    <a:pt x="819" y="913"/>
                  </a:lnTo>
                  <a:lnTo>
                    <a:pt x="805" y="918"/>
                  </a:lnTo>
                  <a:lnTo>
                    <a:pt x="790" y="913"/>
                  </a:lnTo>
                  <a:lnTo>
                    <a:pt x="767" y="922"/>
                  </a:lnTo>
                  <a:lnTo>
                    <a:pt x="755" y="929"/>
                  </a:lnTo>
                  <a:lnTo>
                    <a:pt x="752" y="936"/>
                  </a:lnTo>
                  <a:lnTo>
                    <a:pt x="756" y="945"/>
                  </a:lnTo>
                  <a:lnTo>
                    <a:pt x="765" y="946"/>
                  </a:lnTo>
                  <a:lnTo>
                    <a:pt x="773" y="950"/>
                  </a:lnTo>
                  <a:lnTo>
                    <a:pt x="780" y="965"/>
                  </a:lnTo>
                  <a:lnTo>
                    <a:pt x="785" y="972"/>
                  </a:lnTo>
                  <a:lnTo>
                    <a:pt x="806" y="985"/>
                  </a:lnTo>
                  <a:lnTo>
                    <a:pt x="821" y="989"/>
                  </a:lnTo>
                  <a:lnTo>
                    <a:pt x="841" y="990"/>
                  </a:lnTo>
                  <a:lnTo>
                    <a:pt x="870" y="994"/>
                  </a:lnTo>
                  <a:lnTo>
                    <a:pt x="877" y="1001"/>
                  </a:lnTo>
                  <a:lnTo>
                    <a:pt x="886" y="1007"/>
                  </a:lnTo>
                  <a:lnTo>
                    <a:pt x="899" y="1014"/>
                  </a:lnTo>
                  <a:lnTo>
                    <a:pt x="904" y="1022"/>
                  </a:lnTo>
                  <a:lnTo>
                    <a:pt x="909" y="1032"/>
                  </a:lnTo>
                  <a:lnTo>
                    <a:pt x="913" y="1037"/>
                  </a:lnTo>
                  <a:lnTo>
                    <a:pt x="917" y="1038"/>
                  </a:lnTo>
                  <a:lnTo>
                    <a:pt x="924" y="1039"/>
                  </a:lnTo>
                  <a:lnTo>
                    <a:pt x="930" y="1039"/>
                  </a:lnTo>
                  <a:lnTo>
                    <a:pt x="939" y="1038"/>
                  </a:lnTo>
                  <a:lnTo>
                    <a:pt x="946" y="1037"/>
                  </a:lnTo>
                  <a:lnTo>
                    <a:pt x="957" y="1032"/>
                  </a:lnTo>
                  <a:lnTo>
                    <a:pt x="969" y="1025"/>
                  </a:lnTo>
                  <a:lnTo>
                    <a:pt x="978" y="1030"/>
                  </a:lnTo>
                  <a:lnTo>
                    <a:pt x="982" y="1038"/>
                  </a:lnTo>
                  <a:lnTo>
                    <a:pt x="987" y="1058"/>
                  </a:lnTo>
                  <a:lnTo>
                    <a:pt x="990" y="1064"/>
                  </a:lnTo>
                  <a:lnTo>
                    <a:pt x="997" y="1067"/>
                  </a:lnTo>
                  <a:lnTo>
                    <a:pt x="1020" y="1067"/>
                  </a:lnTo>
                  <a:lnTo>
                    <a:pt x="1036" y="1062"/>
                  </a:lnTo>
                  <a:lnTo>
                    <a:pt x="1048" y="1060"/>
                  </a:lnTo>
                  <a:lnTo>
                    <a:pt x="1053" y="1065"/>
                  </a:lnTo>
                  <a:lnTo>
                    <a:pt x="1057" y="1076"/>
                  </a:lnTo>
                  <a:lnTo>
                    <a:pt x="1064" y="1096"/>
                  </a:lnTo>
                  <a:lnTo>
                    <a:pt x="1067" y="1110"/>
                  </a:lnTo>
                  <a:lnTo>
                    <a:pt x="1069" y="1127"/>
                  </a:lnTo>
                  <a:lnTo>
                    <a:pt x="1067" y="1140"/>
                  </a:lnTo>
                  <a:lnTo>
                    <a:pt x="1061" y="1158"/>
                  </a:lnTo>
                  <a:lnTo>
                    <a:pt x="1060" y="1164"/>
                  </a:lnTo>
                  <a:lnTo>
                    <a:pt x="1058" y="1170"/>
                  </a:lnTo>
                  <a:lnTo>
                    <a:pt x="1058" y="1178"/>
                  </a:lnTo>
                  <a:lnTo>
                    <a:pt x="1062" y="1189"/>
                  </a:lnTo>
                  <a:lnTo>
                    <a:pt x="1069" y="1192"/>
                  </a:lnTo>
                  <a:lnTo>
                    <a:pt x="1076" y="1189"/>
                  </a:lnTo>
                  <a:lnTo>
                    <a:pt x="1084" y="1183"/>
                  </a:lnTo>
                  <a:lnTo>
                    <a:pt x="1092" y="1176"/>
                  </a:lnTo>
                  <a:lnTo>
                    <a:pt x="1109" y="1169"/>
                  </a:lnTo>
                  <a:lnTo>
                    <a:pt x="1123" y="1162"/>
                  </a:lnTo>
                  <a:lnTo>
                    <a:pt x="1147" y="1131"/>
                  </a:lnTo>
                  <a:lnTo>
                    <a:pt x="1155" y="1104"/>
                  </a:lnTo>
                  <a:lnTo>
                    <a:pt x="1158" y="1074"/>
                  </a:lnTo>
                  <a:lnTo>
                    <a:pt x="1164" y="1072"/>
                  </a:lnTo>
                  <a:lnTo>
                    <a:pt x="1172" y="1079"/>
                  </a:lnTo>
                  <a:lnTo>
                    <a:pt x="1179" y="1083"/>
                  </a:lnTo>
                  <a:lnTo>
                    <a:pt x="1185" y="1085"/>
                  </a:lnTo>
                  <a:lnTo>
                    <a:pt x="1191" y="1086"/>
                  </a:lnTo>
                  <a:lnTo>
                    <a:pt x="1200" y="1085"/>
                  </a:lnTo>
                  <a:lnTo>
                    <a:pt x="1211" y="1079"/>
                  </a:lnTo>
                  <a:lnTo>
                    <a:pt x="1217" y="1074"/>
                  </a:lnTo>
                  <a:lnTo>
                    <a:pt x="1227" y="1081"/>
                  </a:lnTo>
                  <a:lnTo>
                    <a:pt x="1244" y="1084"/>
                  </a:lnTo>
                  <a:lnTo>
                    <a:pt x="1264" y="1083"/>
                  </a:lnTo>
                  <a:lnTo>
                    <a:pt x="1271" y="1090"/>
                  </a:lnTo>
                  <a:lnTo>
                    <a:pt x="1281" y="1072"/>
                  </a:lnTo>
                  <a:lnTo>
                    <a:pt x="1289" y="1049"/>
                  </a:lnTo>
                  <a:lnTo>
                    <a:pt x="1300" y="1036"/>
                  </a:lnTo>
                  <a:lnTo>
                    <a:pt x="1306" y="1028"/>
                  </a:lnTo>
                  <a:lnTo>
                    <a:pt x="1312" y="1026"/>
                  </a:lnTo>
                  <a:lnTo>
                    <a:pt x="1320" y="1027"/>
                  </a:lnTo>
                  <a:lnTo>
                    <a:pt x="1330" y="1030"/>
                  </a:lnTo>
                  <a:lnTo>
                    <a:pt x="1339" y="1036"/>
                  </a:lnTo>
                  <a:lnTo>
                    <a:pt x="1349" y="1045"/>
                  </a:lnTo>
                  <a:lnTo>
                    <a:pt x="1354" y="1048"/>
                  </a:lnTo>
                  <a:lnTo>
                    <a:pt x="1369" y="1055"/>
                  </a:lnTo>
                  <a:lnTo>
                    <a:pt x="1373" y="1067"/>
                  </a:lnTo>
                  <a:lnTo>
                    <a:pt x="1375" y="1079"/>
                  </a:lnTo>
                  <a:lnTo>
                    <a:pt x="1376" y="1088"/>
                  </a:lnTo>
                  <a:lnTo>
                    <a:pt x="1380" y="1090"/>
                  </a:lnTo>
                  <a:lnTo>
                    <a:pt x="1394" y="1092"/>
                  </a:lnTo>
                  <a:lnTo>
                    <a:pt x="1408" y="1092"/>
                  </a:lnTo>
                  <a:lnTo>
                    <a:pt x="1414" y="1090"/>
                  </a:lnTo>
                  <a:lnTo>
                    <a:pt x="1422" y="1088"/>
                  </a:lnTo>
                  <a:lnTo>
                    <a:pt x="1437" y="1088"/>
                  </a:lnTo>
                  <a:lnTo>
                    <a:pt x="1450" y="1090"/>
                  </a:lnTo>
                  <a:lnTo>
                    <a:pt x="1457" y="1091"/>
                  </a:lnTo>
                  <a:lnTo>
                    <a:pt x="1470" y="1096"/>
                  </a:lnTo>
                  <a:lnTo>
                    <a:pt x="1486" y="1099"/>
                  </a:lnTo>
                  <a:lnTo>
                    <a:pt x="1493" y="1095"/>
                  </a:lnTo>
                  <a:lnTo>
                    <a:pt x="1509" y="1090"/>
                  </a:lnTo>
                  <a:lnTo>
                    <a:pt x="1519" y="1092"/>
                  </a:lnTo>
                  <a:lnTo>
                    <a:pt x="1538" y="1108"/>
                  </a:lnTo>
                  <a:lnTo>
                    <a:pt x="1540" y="1117"/>
                  </a:lnTo>
                  <a:lnTo>
                    <a:pt x="1533" y="1126"/>
                  </a:lnTo>
                  <a:lnTo>
                    <a:pt x="1529" y="1141"/>
                  </a:lnTo>
                  <a:lnTo>
                    <a:pt x="1522" y="1159"/>
                  </a:lnTo>
                  <a:lnTo>
                    <a:pt x="1511" y="1171"/>
                  </a:lnTo>
                  <a:lnTo>
                    <a:pt x="1501" y="1183"/>
                  </a:lnTo>
                  <a:lnTo>
                    <a:pt x="1484" y="1190"/>
                  </a:lnTo>
                  <a:lnTo>
                    <a:pt x="1472" y="1195"/>
                  </a:lnTo>
                  <a:lnTo>
                    <a:pt x="1461" y="1203"/>
                  </a:lnTo>
                  <a:lnTo>
                    <a:pt x="1457" y="1221"/>
                  </a:lnTo>
                  <a:lnTo>
                    <a:pt x="1459" y="1231"/>
                  </a:lnTo>
                  <a:lnTo>
                    <a:pt x="1464" y="1235"/>
                  </a:lnTo>
                  <a:lnTo>
                    <a:pt x="1472" y="1227"/>
                  </a:lnTo>
                  <a:lnTo>
                    <a:pt x="1483" y="1233"/>
                  </a:lnTo>
                  <a:lnTo>
                    <a:pt x="1503" y="1230"/>
                  </a:lnTo>
                  <a:lnTo>
                    <a:pt x="1513" y="1220"/>
                  </a:lnTo>
                  <a:lnTo>
                    <a:pt x="1519" y="1217"/>
                  </a:lnTo>
                  <a:lnTo>
                    <a:pt x="1535" y="1225"/>
                  </a:lnTo>
                  <a:lnTo>
                    <a:pt x="1548" y="1234"/>
                  </a:lnTo>
                  <a:lnTo>
                    <a:pt x="1555" y="1235"/>
                  </a:lnTo>
                  <a:lnTo>
                    <a:pt x="1567" y="1232"/>
                  </a:lnTo>
                  <a:lnTo>
                    <a:pt x="1580" y="1230"/>
                  </a:lnTo>
                  <a:lnTo>
                    <a:pt x="1599" y="1233"/>
                  </a:lnTo>
                  <a:lnTo>
                    <a:pt x="1615" y="1241"/>
                  </a:lnTo>
                  <a:lnTo>
                    <a:pt x="1635" y="1252"/>
                  </a:lnTo>
                  <a:lnTo>
                    <a:pt x="1662" y="1264"/>
                  </a:lnTo>
                  <a:lnTo>
                    <a:pt x="1689" y="1273"/>
                  </a:lnTo>
                  <a:lnTo>
                    <a:pt x="1708" y="1279"/>
                  </a:lnTo>
                  <a:lnTo>
                    <a:pt x="1720" y="1285"/>
                  </a:lnTo>
                  <a:lnTo>
                    <a:pt x="1722" y="1302"/>
                  </a:lnTo>
                  <a:lnTo>
                    <a:pt x="1722" y="1319"/>
                  </a:lnTo>
                  <a:lnTo>
                    <a:pt x="1723" y="1338"/>
                  </a:lnTo>
                  <a:lnTo>
                    <a:pt x="1717" y="1357"/>
                  </a:lnTo>
                  <a:lnTo>
                    <a:pt x="1703" y="1357"/>
                  </a:lnTo>
                  <a:lnTo>
                    <a:pt x="1697" y="1359"/>
                  </a:lnTo>
                  <a:lnTo>
                    <a:pt x="1688" y="1365"/>
                  </a:lnTo>
                  <a:lnTo>
                    <a:pt x="1683" y="1372"/>
                  </a:lnTo>
                  <a:lnTo>
                    <a:pt x="1680" y="1385"/>
                  </a:lnTo>
                  <a:lnTo>
                    <a:pt x="1679" y="1397"/>
                  </a:lnTo>
                  <a:lnTo>
                    <a:pt x="1672" y="1412"/>
                  </a:lnTo>
                  <a:lnTo>
                    <a:pt x="1657" y="1434"/>
                  </a:lnTo>
                  <a:lnTo>
                    <a:pt x="1650" y="1437"/>
                  </a:lnTo>
                  <a:lnTo>
                    <a:pt x="1635" y="1435"/>
                  </a:lnTo>
                  <a:lnTo>
                    <a:pt x="1625" y="1429"/>
                  </a:lnTo>
                  <a:lnTo>
                    <a:pt x="1608" y="1417"/>
                  </a:lnTo>
                  <a:lnTo>
                    <a:pt x="1599" y="1412"/>
                  </a:lnTo>
                  <a:lnTo>
                    <a:pt x="1591" y="1409"/>
                  </a:lnTo>
                  <a:lnTo>
                    <a:pt x="1587" y="1409"/>
                  </a:lnTo>
                  <a:lnTo>
                    <a:pt x="1580" y="1411"/>
                  </a:lnTo>
                  <a:lnTo>
                    <a:pt x="1573" y="1417"/>
                  </a:lnTo>
                  <a:lnTo>
                    <a:pt x="1566" y="1422"/>
                  </a:lnTo>
                  <a:lnTo>
                    <a:pt x="1560" y="1424"/>
                  </a:lnTo>
                  <a:lnTo>
                    <a:pt x="1550" y="1427"/>
                  </a:lnTo>
                  <a:lnTo>
                    <a:pt x="1534" y="1416"/>
                  </a:lnTo>
                  <a:lnTo>
                    <a:pt x="1533" y="1429"/>
                  </a:lnTo>
                  <a:lnTo>
                    <a:pt x="1521" y="1431"/>
                  </a:lnTo>
                  <a:lnTo>
                    <a:pt x="1510" y="1433"/>
                  </a:lnTo>
                  <a:lnTo>
                    <a:pt x="1505" y="1441"/>
                  </a:lnTo>
                  <a:lnTo>
                    <a:pt x="1507" y="1450"/>
                  </a:lnTo>
                  <a:lnTo>
                    <a:pt x="1514" y="1454"/>
                  </a:lnTo>
                  <a:lnTo>
                    <a:pt x="1531" y="1457"/>
                  </a:lnTo>
                  <a:lnTo>
                    <a:pt x="1553" y="1456"/>
                  </a:lnTo>
                  <a:lnTo>
                    <a:pt x="1569" y="1456"/>
                  </a:lnTo>
                  <a:lnTo>
                    <a:pt x="1573" y="1462"/>
                  </a:lnTo>
                  <a:lnTo>
                    <a:pt x="1573" y="1470"/>
                  </a:lnTo>
                  <a:lnTo>
                    <a:pt x="1573" y="1480"/>
                  </a:lnTo>
                  <a:lnTo>
                    <a:pt x="1580" y="1489"/>
                  </a:lnTo>
                  <a:lnTo>
                    <a:pt x="1589" y="1495"/>
                  </a:lnTo>
                  <a:lnTo>
                    <a:pt x="1595" y="1508"/>
                  </a:lnTo>
                  <a:lnTo>
                    <a:pt x="1593" y="1517"/>
                  </a:lnTo>
                  <a:lnTo>
                    <a:pt x="1584" y="1526"/>
                  </a:lnTo>
                  <a:lnTo>
                    <a:pt x="1572" y="1538"/>
                  </a:lnTo>
                  <a:lnTo>
                    <a:pt x="1557" y="1547"/>
                  </a:lnTo>
                  <a:lnTo>
                    <a:pt x="1524" y="1551"/>
                  </a:lnTo>
                  <a:lnTo>
                    <a:pt x="1435" y="1526"/>
                  </a:lnTo>
                  <a:lnTo>
                    <a:pt x="1250" y="1492"/>
                  </a:lnTo>
                  <a:lnTo>
                    <a:pt x="1066" y="1453"/>
                  </a:lnTo>
                  <a:lnTo>
                    <a:pt x="1006" y="1440"/>
                  </a:lnTo>
                  <a:lnTo>
                    <a:pt x="991" y="1436"/>
                  </a:lnTo>
                  <a:lnTo>
                    <a:pt x="979" y="1429"/>
                  </a:lnTo>
                  <a:lnTo>
                    <a:pt x="968" y="1412"/>
                  </a:lnTo>
                  <a:lnTo>
                    <a:pt x="960" y="1409"/>
                  </a:lnTo>
                  <a:lnTo>
                    <a:pt x="957" y="1406"/>
                  </a:lnTo>
                  <a:lnTo>
                    <a:pt x="952" y="1406"/>
                  </a:lnTo>
                  <a:lnTo>
                    <a:pt x="937" y="1410"/>
                  </a:lnTo>
                  <a:lnTo>
                    <a:pt x="921" y="1422"/>
                  </a:lnTo>
                  <a:lnTo>
                    <a:pt x="913" y="1428"/>
                  </a:lnTo>
                  <a:lnTo>
                    <a:pt x="898" y="1423"/>
                  </a:lnTo>
                  <a:lnTo>
                    <a:pt x="892" y="1423"/>
                  </a:lnTo>
                  <a:lnTo>
                    <a:pt x="882" y="1420"/>
                  </a:lnTo>
                  <a:lnTo>
                    <a:pt x="875" y="1420"/>
                  </a:lnTo>
                  <a:lnTo>
                    <a:pt x="870" y="1422"/>
                  </a:lnTo>
                  <a:lnTo>
                    <a:pt x="864" y="1423"/>
                  </a:lnTo>
                  <a:lnTo>
                    <a:pt x="859" y="1420"/>
                  </a:lnTo>
                  <a:lnTo>
                    <a:pt x="858" y="1413"/>
                  </a:lnTo>
                  <a:lnTo>
                    <a:pt x="857" y="1405"/>
                  </a:lnTo>
                  <a:lnTo>
                    <a:pt x="858" y="1395"/>
                  </a:lnTo>
                  <a:lnTo>
                    <a:pt x="858" y="1389"/>
                  </a:lnTo>
                  <a:lnTo>
                    <a:pt x="858" y="1385"/>
                  </a:lnTo>
                  <a:lnTo>
                    <a:pt x="860" y="1379"/>
                  </a:lnTo>
                  <a:lnTo>
                    <a:pt x="860" y="1372"/>
                  </a:lnTo>
                  <a:lnTo>
                    <a:pt x="860" y="1367"/>
                  </a:lnTo>
                  <a:lnTo>
                    <a:pt x="857" y="1358"/>
                  </a:lnTo>
                  <a:lnTo>
                    <a:pt x="852" y="1353"/>
                  </a:lnTo>
                  <a:lnTo>
                    <a:pt x="829" y="1358"/>
                  </a:lnTo>
                  <a:lnTo>
                    <a:pt x="815" y="1370"/>
                  </a:lnTo>
                  <a:lnTo>
                    <a:pt x="798" y="1381"/>
                  </a:lnTo>
                  <a:lnTo>
                    <a:pt x="787" y="1379"/>
                  </a:lnTo>
                  <a:lnTo>
                    <a:pt x="770" y="1370"/>
                  </a:lnTo>
                  <a:lnTo>
                    <a:pt x="758" y="1368"/>
                  </a:lnTo>
                  <a:lnTo>
                    <a:pt x="747" y="1352"/>
                  </a:lnTo>
                  <a:lnTo>
                    <a:pt x="738" y="1327"/>
                  </a:lnTo>
                  <a:lnTo>
                    <a:pt x="727" y="1313"/>
                  </a:lnTo>
                  <a:lnTo>
                    <a:pt x="698" y="1288"/>
                  </a:lnTo>
                  <a:lnTo>
                    <a:pt x="679" y="1270"/>
                  </a:lnTo>
                  <a:lnTo>
                    <a:pt x="651" y="1254"/>
                  </a:lnTo>
                  <a:lnTo>
                    <a:pt x="631" y="1249"/>
                  </a:lnTo>
                  <a:lnTo>
                    <a:pt x="605" y="1248"/>
                  </a:lnTo>
                  <a:lnTo>
                    <a:pt x="587" y="1250"/>
                  </a:lnTo>
                  <a:lnTo>
                    <a:pt x="573" y="1245"/>
                  </a:lnTo>
                  <a:lnTo>
                    <a:pt x="550" y="1237"/>
                  </a:lnTo>
                  <a:lnTo>
                    <a:pt x="530" y="1245"/>
                  </a:lnTo>
                  <a:lnTo>
                    <a:pt x="513" y="1245"/>
                  </a:lnTo>
                  <a:lnTo>
                    <a:pt x="493" y="1244"/>
                  </a:lnTo>
                  <a:lnTo>
                    <a:pt x="444" y="1271"/>
                  </a:lnTo>
                  <a:lnTo>
                    <a:pt x="364" y="1218"/>
                  </a:lnTo>
                  <a:lnTo>
                    <a:pt x="202" y="1108"/>
                  </a:lnTo>
                  <a:lnTo>
                    <a:pt x="128" y="1057"/>
                  </a:lnTo>
                  <a:lnTo>
                    <a:pt x="230" y="1010"/>
                  </a:lnTo>
                  <a:lnTo>
                    <a:pt x="183" y="964"/>
                  </a:lnTo>
                  <a:lnTo>
                    <a:pt x="204" y="940"/>
                  </a:lnTo>
                  <a:lnTo>
                    <a:pt x="160" y="902"/>
                  </a:lnTo>
                  <a:lnTo>
                    <a:pt x="180" y="873"/>
                  </a:lnTo>
                  <a:lnTo>
                    <a:pt x="140" y="837"/>
                  </a:lnTo>
                  <a:lnTo>
                    <a:pt x="143" y="819"/>
                  </a:lnTo>
                  <a:lnTo>
                    <a:pt x="172" y="795"/>
                  </a:lnTo>
                  <a:lnTo>
                    <a:pt x="157" y="772"/>
                  </a:lnTo>
                  <a:lnTo>
                    <a:pt x="172" y="760"/>
                  </a:lnTo>
                  <a:lnTo>
                    <a:pt x="286" y="727"/>
                  </a:lnTo>
                  <a:lnTo>
                    <a:pt x="281" y="701"/>
                  </a:lnTo>
                  <a:lnTo>
                    <a:pt x="254" y="664"/>
                  </a:lnTo>
                  <a:lnTo>
                    <a:pt x="0" y="316"/>
                  </a:lnTo>
                  <a:lnTo>
                    <a:pt x="4" y="283"/>
                  </a:lnTo>
                  <a:lnTo>
                    <a:pt x="17" y="226"/>
                  </a:lnTo>
                  <a:lnTo>
                    <a:pt x="30" y="171"/>
                  </a:lnTo>
                  <a:lnTo>
                    <a:pt x="49" y="150"/>
                  </a:lnTo>
                  <a:lnTo>
                    <a:pt x="100" y="106"/>
                  </a:lnTo>
                  <a:lnTo>
                    <a:pt x="374" y="23"/>
                  </a:lnTo>
                  <a:lnTo>
                    <a:pt x="452" y="0"/>
                  </a:lnTo>
                  <a:lnTo>
                    <a:pt x="538" y="30"/>
                  </a:lnTo>
                  <a:lnTo>
                    <a:pt x="759" y="164"/>
                  </a:lnTo>
                  <a:lnTo>
                    <a:pt x="998" y="310"/>
                  </a:lnTo>
                  <a:lnTo>
                    <a:pt x="1022" y="343"/>
                  </a:lnTo>
                  <a:lnTo>
                    <a:pt x="849" y="493"/>
                  </a:lnTo>
                  <a:lnTo>
                    <a:pt x="811" y="527"/>
                  </a:lnTo>
                  <a:lnTo>
                    <a:pt x="823" y="535"/>
                  </a:lnTo>
                  <a:lnTo>
                    <a:pt x="834" y="545"/>
                  </a:lnTo>
                  <a:lnTo>
                    <a:pt x="848" y="554"/>
                  </a:lnTo>
                  <a:lnTo>
                    <a:pt x="865" y="560"/>
                  </a:lnTo>
                  <a:lnTo>
                    <a:pt x="883" y="576"/>
                  </a:lnTo>
                  <a:lnTo>
                    <a:pt x="889" y="587"/>
                  </a:lnTo>
                  <a:lnTo>
                    <a:pt x="893" y="602"/>
                  </a:lnTo>
                  <a:lnTo>
                    <a:pt x="899" y="621"/>
                  </a:lnTo>
                  <a:lnTo>
                    <a:pt x="914" y="645"/>
                  </a:lnTo>
                  <a:lnTo>
                    <a:pt x="946" y="706"/>
                  </a:lnTo>
                  <a:lnTo>
                    <a:pt x="962" y="726"/>
                  </a:lnTo>
                  <a:lnTo>
                    <a:pt x="972" y="744"/>
                  </a:lnTo>
                  <a:lnTo>
                    <a:pt x="972" y="760"/>
                  </a:lnTo>
                  <a:lnTo>
                    <a:pt x="976" y="766"/>
                  </a:lnTo>
                  <a:lnTo>
                    <a:pt x="987" y="778"/>
                  </a:lnTo>
                  <a:lnTo>
                    <a:pt x="993" y="787"/>
                  </a:lnTo>
                  <a:lnTo>
                    <a:pt x="1002" y="793"/>
                  </a:lnTo>
                  <a:lnTo>
                    <a:pt x="1016" y="802"/>
                  </a:lnTo>
                  <a:lnTo>
                    <a:pt x="1021" y="813"/>
                  </a:lnTo>
                  <a:lnTo>
                    <a:pt x="1020" y="828"/>
                  </a:lnTo>
                  <a:lnTo>
                    <a:pt x="1015" y="840"/>
                  </a:lnTo>
                  <a:lnTo>
                    <a:pt x="1004" y="859"/>
                  </a:lnTo>
                  <a:lnTo>
                    <a:pt x="1004" y="8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7292738" y="1912074"/>
              <a:ext cx="1734" cy="1480"/>
            </a:xfrm>
            <a:custGeom>
              <a:avLst/>
              <a:pathLst>
                <a:path w="1734" h="1480">
                  <a:moveTo>
                    <a:pt x="1026" y="980"/>
                  </a:moveTo>
                  <a:lnTo>
                    <a:pt x="851" y="1156"/>
                  </a:lnTo>
                  <a:lnTo>
                    <a:pt x="717" y="1325"/>
                  </a:lnTo>
                  <a:lnTo>
                    <a:pt x="513" y="1284"/>
                  </a:lnTo>
                  <a:lnTo>
                    <a:pt x="518" y="1190"/>
                  </a:lnTo>
                  <a:lnTo>
                    <a:pt x="500" y="1093"/>
                  </a:lnTo>
                  <a:lnTo>
                    <a:pt x="448" y="1071"/>
                  </a:lnTo>
                  <a:lnTo>
                    <a:pt x="401" y="1099"/>
                  </a:lnTo>
                  <a:lnTo>
                    <a:pt x="343" y="1199"/>
                  </a:lnTo>
                  <a:lnTo>
                    <a:pt x="183" y="1480"/>
                  </a:lnTo>
                  <a:lnTo>
                    <a:pt x="100" y="1465"/>
                  </a:lnTo>
                  <a:lnTo>
                    <a:pt x="0" y="1446"/>
                  </a:lnTo>
                  <a:lnTo>
                    <a:pt x="116" y="1353"/>
                  </a:lnTo>
                  <a:lnTo>
                    <a:pt x="198" y="1196"/>
                  </a:lnTo>
                  <a:lnTo>
                    <a:pt x="164" y="1005"/>
                  </a:lnTo>
                  <a:lnTo>
                    <a:pt x="171" y="987"/>
                  </a:lnTo>
                  <a:lnTo>
                    <a:pt x="187" y="953"/>
                  </a:lnTo>
                  <a:lnTo>
                    <a:pt x="345" y="811"/>
                  </a:lnTo>
                  <a:lnTo>
                    <a:pt x="545" y="649"/>
                  </a:lnTo>
                  <a:lnTo>
                    <a:pt x="897" y="579"/>
                  </a:lnTo>
                  <a:lnTo>
                    <a:pt x="979" y="565"/>
                  </a:lnTo>
                  <a:lnTo>
                    <a:pt x="1266" y="549"/>
                  </a:lnTo>
                  <a:lnTo>
                    <a:pt x="1272" y="549"/>
                  </a:lnTo>
                  <a:lnTo>
                    <a:pt x="1365" y="543"/>
                  </a:lnTo>
                  <a:lnTo>
                    <a:pt x="1609" y="473"/>
                  </a:lnTo>
                  <a:lnTo>
                    <a:pt x="1614" y="469"/>
                  </a:lnTo>
                  <a:lnTo>
                    <a:pt x="1621" y="464"/>
                  </a:lnTo>
                  <a:lnTo>
                    <a:pt x="1626" y="460"/>
                  </a:lnTo>
                  <a:lnTo>
                    <a:pt x="1666" y="388"/>
                  </a:lnTo>
                  <a:lnTo>
                    <a:pt x="1667" y="359"/>
                  </a:lnTo>
                  <a:lnTo>
                    <a:pt x="1641" y="328"/>
                  </a:lnTo>
                  <a:lnTo>
                    <a:pt x="1613" y="320"/>
                  </a:lnTo>
                  <a:lnTo>
                    <a:pt x="1583" y="297"/>
                  </a:lnTo>
                  <a:lnTo>
                    <a:pt x="1546" y="248"/>
                  </a:lnTo>
                  <a:lnTo>
                    <a:pt x="1544" y="239"/>
                  </a:lnTo>
                  <a:lnTo>
                    <a:pt x="1554" y="152"/>
                  </a:lnTo>
                  <a:lnTo>
                    <a:pt x="1568" y="29"/>
                  </a:lnTo>
                  <a:lnTo>
                    <a:pt x="1592" y="15"/>
                  </a:lnTo>
                  <a:lnTo>
                    <a:pt x="1617" y="2"/>
                  </a:lnTo>
                  <a:lnTo>
                    <a:pt x="1627" y="0"/>
                  </a:lnTo>
                  <a:lnTo>
                    <a:pt x="1674" y="13"/>
                  </a:lnTo>
                  <a:lnTo>
                    <a:pt x="1689" y="17"/>
                  </a:lnTo>
                  <a:lnTo>
                    <a:pt x="1734" y="56"/>
                  </a:lnTo>
                  <a:lnTo>
                    <a:pt x="1720" y="285"/>
                  </a:lnTo>
                  <a:lnTo>
                    <a:pt x="1718" y="310"/>
                  </a:lnTo>
                  <a:lnTo>
                    <a:pt x="1716" y="351"/>
                  </a:lnTo>
                  <a:lnTo>
                    <a:pt x="1696" y="508"/>
                  </a:lnTo>
                  <a:lnTo>
                    <a:pt x="1560" y="733"/>
                  </a:lnTo>
                  <a:lnTo>
                    <a:pt x="1506" y="789"/>
                  </a:lnTo>
                  <a:lnTo>
                    <a:pt x="1495" y="801"/>
                  </a:lnTo>
                  <a:lnTo>
                    <a:pt x="1312" y="922"/>
                  </a:lnTo>
                  <a:lnTo>
                    <a:pt x="1177" y="938"/>
                  </a:lnTo>
                  <a:lnTo>
                    <a:pt x="1163" y="939"/>
                  </a:lnTo>
                  <a:lnTo>
                    <a:pt x="1026" y="98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7292572" y="1909907"/>
              <a:ext cx="1749" cy="1724"/>
            </a:xfrm>
            <a:custGeom>
              <a:avLst/>
              <a:pathLst>
                <a:path w="1749" h="1724">
                  <a:moveTo>
                    <a:pt x="791" y="203"/>
                  </a:moveTo>
                  <a:lnTo>
                    <a:pt x="807" y="272"/>
                  </a:lnTo>
                  <a:lnTo>
                    <a:pt x="977" y="572"/>
                  </a:lnTo>
                  <a:lnTo>
                    <a:pt x="984" y="584"/>
                  </a:lnTo>
                  <a:lnTo>
                    <a:pt x="1030" y="642"/>
                  </a:lnTo>
                  <a:lnTo>
                    <a:pt x="1070" y="662"/>
                  </a:lnTo>
                  <a:lnTo>
                    <a:pt x="1105" y="680"/>
                  </a:lnTo>
                  <a:lnTo>
                    <a:pt x="1244" y="702"/>
                  </a:lnTo>
                  <a:lnTo>
                    <a:pt x="1276" y="695"/>
                  </a:lnTo>
                  <a:lnTo>
                    <a:pt x="1326" y="684"/>
                  </a:lnTo>
                  <a:lnTo>
                    <a:pt x="1367" y="650"/>
                  </a:lnTo>
                  <a:lnTo>
                    <a:pt x="1404" y="601"/>
                  </a:lnTo>
                  <a:lnTo>
                    <a:pt x="1525" y="640"/>
                  </a:lnTo>
                  <a:lnTo>
                    <a:pt x="1749" y="734"/>
                  </a:lnTo>
                  <a:lnTo>
                    <a:pt x="1442" y="1093"/>
                  </a:lnTo>
                  <a:lnTo>
                    <a:pt x="1199" y="1334"/>
                  </a:lnTo>
                  <a:lnTo>
                    <a:pt x="982" y="1536"/>
                  </a:lnTo>
                  <a:lnTo>
                    <a:pt x="884" y="1571"/>
                  </a:lnTo>
                  <a:lnTo>
                    <a:pt x="372" y="1724"/>
                  </a:lnTo>
                  <a:lnTo>
                    <a:pt x="253" y="1689"/>
                  </a:lnTo>
                  <a:lnTo>
                    <a:pt x="221" y="1669"/>
                  </a:lnTo>
                  <a:lnTo>
                    <a:pt x="195" y="1649"/>
                  </a:lnTo>
                  <a:lnTo>
                    <a:pt x="163" y="1599"/>
                  </a:lnTo>
                  <a:lnTo>
                    <a:pt x="142" y="1564"/>
                  </a:lnTo>
                  <a:lnTo>
                    <a:pt x="529" y="1281"/>
                  </a:lnTo>
                  <a:lnTo>
                    <a:pt x="572" y="1243"/>
                  </a:lnTo>
                  <a:lnTo>
                    <a:pt x="639" y="1108"/>
                  </a:lnTo>
                  <a:lnTo>
                    <a:pt x="526" y="925"/>
                  </a:lnTo>
                  <a:lnTo>
                    <a:pt x="522" y="906"/>
                  </a:lnTo>
                  <a:lnTo>
                    <a:pt x="733" y="708"/>
                  </a:lnTo>
                  <a:lnTo>
                    <a:pt x="741" y="677"/>
                  </a:lnTo>
                  <a:lnTo>
                    <a:pt x="731" y="659"/>
                  </a:lnTo>
                  <a:lnTo>
                    <a:pt x="696" y="637"/>
                  </a:lnTo>
                  <a:lnTo>
                    <a:pt x="334" y="668"/>
                  </a:lnTo>
                  <a:lnTo>
                    <a:pt x="205" y="734"/>
                  </a:lnTo>
                  <a:lnTo>
                    <a:pt x="43" y="796"/>
                  </a:lnTo>
                  <a:lnTo>
                    <a:pt x="25" y="786"/>
                  </a:lnTo>
                  <a:lnTo>
                    <a:pt x="0" y="610"/>
                  </a:lnTo>
                  <a:lnTo>
                    <a:pt x="8" y="569"/>
                  </a:lnTo>
                  <a:lnTo>
                    <a:pt x="53" y="535"/>
                  </a:lnTo>
                  <a:lnTo>
                    <a:pt x="188" y="554"/>
                  </a:lnTo>
                  <a:lnTo>
                    <a:pt x="225" y="572"/>
                  </a:lnTo>
                  <a:lnTo>
                    <a:pt x="245" y="592"/>
                  </a:lnTo>
                  <a:lnTo>
                    <a:pt x="275" y="597"/>
                  </a:lnTo>
                  <a:lnTo>
                    <a:pt x="370" y="588"/>
                  </a:lnTo>
                  <a:lnTo>
                    <a:pt x="417" y="577"/>
                  </a:lnTo>
                  <a:lnTo>
                    <a:pt x="713" y="307"/>
                  </a:lnTo>
                  <a:lnTo>
                    <a:pt x="721" y="271"/>
                  </a:lnTo>
                  <a:lnTo>
                    <a:pt x="721" y="230"/>
                  </a:lnTo>
                  <a:lnTo>
                    <a:pt x="672" y="192"/>
                  </a:lnTo>
                  <a:lnTo>
                    <a:pt x="630" y="186"/>
                  </a:lnTo>
                  <a:lnTo>
                    <a:pt x="589" y="148"/>
                  </a:lnTo>
                  <a:lnTo>
                    <a:pt x="608" y="119"/>
                  </a:lnTo>
                  <a:lnTo>
                    <a:pt x="639" y="93"/>
                  </a:lnTo>
                  <a:lnTo>
                    <a:pt x="906" y="13"/>
                  </a:lnTo>
                  <a:lnTo>
                    <a:pt x="943" y="11"/>
                  </a:lnTo>
                  <a:lnTo>
                    <a:pt x="978" y="1"/>
                  </a:lnTo>
                  <a:lnTo>
                    <a:pt x="987" y="0"/>
                  </a:lnTo>
                  <a:lnTo>
                    <a:pt x="1002" y="1"/>
                  </a:lnTo>
                  <a:lnTo>
                    <a:pt x="1015" y="9"/>
                  </a:lnTo>
                  <a:lnTo>
                    <a:pt x="1018" y="13"/>
                  </a:lnTo>
                  <a:lnTo>
                    <a:pt x="1019" y="19"/>
                  </a:lnTo>
                  <a:lnTo>
                    <a:pt x="1019" y="59"/>
                  </a:lnTo>
                  <a:lnTo>
                    <a:pt x="1016" y="63"/>
                  </a:lnTo>
                  <a:lnTo>
                    <a:pt x="990" y="83"/>
                  </a:lnTo>
                  <a:lnTo>
                    <a:pt x="932" y="125"/>
                  </a:lnTo>
                  <a:lnTo>
                    <a:pt x="817" y="189"/>
                  </a:lnTo>
                  <a:lnTo>
                    <a:pt x="791" y="20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7290159" y="1905976"/>
              <a:ext cx="445" cy="282"/>
            </a:xfrm>
            <a:custGeom>
              <a:avLst/>
              <a:pathLst>
                <a:path w="445" h="282">
                  <a:moveTo>
                    <a:pt x="146" y="255"/>
                  </a:moveTo>
                  <a:lnTo>
                    <a:pt x="67" y="282"/>
                  </a:lnTo>
                  <a:lnTo>
                    <a:pt x="32" y="254"/>
                  </a:lnTo>
                  <a:lnTo>
                    <a:pt x="0" y="198"/>
                  </a:lnTo>
                  <a:lnTo>
                    <a:pt x="42" y="147"/>
                  </a:lnTo>
                  <a:lnTo>
                    <a:pt x="127" y="85"/>
                  </a:lnTo>
                  <a:lnTo>
                    <a:pt x="131" y="83"/>
                  </a:lnTo>
                  <a:lnTo>
                    <a:pt x="245" y="23"/>
                  </a:lnTo>
                  <a:lnTo>
                    <a:pt x="325" y="6"/>
                  </a:lnTo>
                  <a:lnTo>
                    <a:pt x="336" y="0"/>
                  </a:lnTo>
                  <a:lnTo>
                    <a:pt x="348" y="4"/>
                  </a:lnTo>
                  <a:lnTo>
                    <a:pt x="439" y="41"/>
                  </a:lnTo>
                  <a:lnTo>
                    <a:pt x="444" y="55"/>
                  </a:lnTo>
                  <a:lnTo>
                    <a:pt x="445" y="115"/>
                  </a:lnTo>
                  <a:lnTo>
                    <a:pt x="439" y="126"/>
                  </a:lnTo>
                  <a:lnTo>
                    <a:pt x="146" y="2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7290013" y="1905614"/>
              <a:ext cx="716" cy="495"/>
            </a:xfrm>
            <a:custGeom>
              <a:avLst/>
              <a:pathLst>
                <a:path w="716" h="495">
                  <a:moveTo>
                    <a:pt x="677" y="240"/>
                  </a:moveTo>
                  <a:lnTo>
                    <a:pt x="600" y="323"/>
                  </a:lnTo>
                  <a:lnTo>
                    <a:pt x="571" y="330"/>
                  </a:lnTo>
                  <a:lnTo>
                    <a:pt x="556" y="324"/>
                  </a:lnTo>
                  <a:lnTo>
                    <a:pt x="503" y="296"/>
                  </a:lnTo>
                  <a:lnTo>
                    <a:pt x="499" y="276"/>
                  </a:lnTo>
                  <a:lnTo>
                    <a:pt x="389" y="287"/>
                  </a:lnTo>
                  <a:lnTo>
                    <a:pt x="213" y="422"/>
                  </a:lnTo>
                  <a:lnTo>
                    <a:pt x="75" y="481"/>
                  </a:lnTo>
                  <a:lnTo>
                    <a:pt x="12" y="495"/>
                  </a:lnTo>
                  <a:lnTo>
                    <a:pt x="0" y="436"/>
                  </a:lnTo>
                  <a:lnTo>
                    <a:pt x="81" y="266"/>
                  </a:lnTo>
                  <a:lnTo>
                    <a:pt x="115" y="258"/>
                  </a:lnTo>
                  <a:lnTo>
                    <a:pt x="269" y="256"/>
                  </a:lnTo>
                  <a:lnTo>
                    <a:pt x="278" y="255"/>
                  </a:lnTo>
                  <a:lnTo>
                    <a:pt x="299" y="230"/>
                  </a:lnTo>
                  <a:lnTo>
                    <a:pt x="351" y="173"/>
                  </a:lnTo>
                  <a:lnTo>
                    <a:pt x="368" y="108"/>
                  </a:lnTo>
                  <a:lnTo>
                    <a:pt x="371" y="98"/>
                  </a:lnTo>
                  <a:lnTo>
                    <a:pt x="396" y="0"/>
                  </a:lnTo>
                  <a:lnTo>
                    <a:pt x="562" y="30"/>
                  </a:lnTo>
                  <a:lnTo>
                    <a:pt x="716" y="115"/>
                  </a:lnTo>
                  <a:lnTo>
                    <a:pt x="693" y="195"/>
                  </a:lnTo>
                  <a:lnTo>
                    <a:pt x="677" y="24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7288410" y="1901451"/>
              <a:ext cx="1712" cy="1196"/>
            </a:xfrm>
            <a:custGeom>
              <a:avLst/>
              <a:pathLst>
                <a:path w="1712" h="1196">
                  <a:moveTo>
                    <a:pt x="1708" y="283"/>
                  </a:moveTo>
                  <a:lnTo>
                    <a:pt x="1681" y="293"/>
                  </a:lnTo>
                  <a:lnTo>
                    <a:pt x="1671" y="294"/>
                  </a:lnTo>
                  <a:lnTo>
                    <a:pt x="1668" y="286"/>
                  </a:lnTo>
                  <a:lnTo>
                    <a:pt x="1607" y="301"/>
                  </a:lnTo>
                  <a:lnTo>
                    <a:pt x="1379" y="458"/>
                  </a:lnTo>
                  <a:lnTo>
                    <a:pt x="1307" y="653"/>
                  </a:lnTo>
                  <a:lnTo>
                    <a:pt x="1298" y="676"/>
                  </a:lnTo>
                  <a:lnTo>
                    <a:pt x="1274" y="760"/>
                  </a:lnTo>
                  <a:lnTo>
                    <a:pt x="1277" y="771"/>
                  </a:lnTo>
                  <a:lnTo>
                    <a:pt x="1292" y="819"/>
                  </a:lnTo>
                  <a:lnTo>
                    <a:pt x="1274" y="904"/>
                  </a:lnTo>
                  <a:lnTo>
                    <a:pt x="1221" y="1031"/>
                  </a:lnTo>
                  <a:lnTo>
                    <a:pt x="1165" y="1113"/>
                  </a:lnTo>
                  <a:lnTo>
                    <a:pt x="1151" y="1127"/>
                  </a:lnTo>
                  <a:lnTo>
                    <a:pt x="1132" y="1142"/>
                  </a:lnTo>
                  <a:lnTo>
                    <a:pt x="1119" y="1149"/>
                  </a:lnTo>
                  <a:lnTo>
                    <a:pt x="932" y="1196"/>
                  </a:lnTo>
                  <a:lnTo>
                    <a:pt x="869" y="1161"/>
                  </a:lnTo>
                  <a:lnTo>
                    <a:pt x="722" y="1003"/>
                  </a:lnTo>
                  <a:lnTo>
                    <a:pt x="693" y="953"/>
                  </a:lnTo>
                  <a:lnTo>
                    <a:pt x="590" y="776"/>
                  </a:lnTo>
                  <a:lnTo>
                    <a:pt x="323" y="643"/>
                  </a:lnTo>
                  <a:lnTo>
                    <a:pt x="224" y="630"/>
                  </a:lnTo>
                  <a:lnTo>
                    <a:pt x="163" y="632"/>
                  </a:lnTo>
                  <a:lnTo>
                    <a:pt x="134" y="647"/>
                  </a:lnTo>
                  <a:lnTo>
                    <a:pt x="123" y="680"/>
                  </a:lnTo>
                  <a:lnTo>
                    <a:pt x="27" y="616"/>
                  </a:lnTo>
                  <a:lnTo>
                    <a:pt x="0" y="410"/>
                  </a:lnTo>
                  <a:lnTo>
                    <a:pt x="52" y="78"/>
                  </a:lnTo>
                  <a:lnTo>
                    <a:pt x="61" y="65"/>
                  </a:lnTo>
                  <a:lnTo>
                    <a:pt x="90" y="61"/>
                  </a:lnTo>
                  <a:lnTo>
                    <a:pt x="318" y="107"/>
                  </a:lnTo>
                  <a:lnTo>
                    <a:pt x="466" y="146"/>
                  </a:lnTo>
                  <a:lnTo>
                    <a:pt x="554" y="238"/>
                  </a:lnTo>
                  <a:lnTo>
                    <a:pt x="603" y="319"/>
                  </a:lnTo>
                  <a:lnTo>
                    <a:pt x="607" y="340"/>
                  </a:lnTo>
                  <a:lnTo>
                    <a:pt x="576" y="357"/>
                  </a:lnTo>
                  <a:lnTo>
                    <a:pt x="554" y="339"/>
                  </a:lnTo>
                  <a:lnTo>
                    <a:pt x="405" y="518"/>
                  </a:lnTo>
                  <a:lnTo>
                    <a:pt x="1027" y="729"/>
                  </a:lnTo>
                  <a:lnTo>
                    <a:pt x="1051" y="737"/>
                  </a:lnTo>
                  <a:lnTo>
                    <a:pt x="1066" y="730"/>
                  </a:lnTo>
                  <a:lnTo>
                    <a:pt x="1115" y="592"/>
                  </a:lnTo>
                  <a:lnTo>
                    <a:pt x="1204" y="491"/>
                  </a:lnTo>
                  <a:lnTo>
                    <a:pt x="1217" y="476"/>
                  </a:lnTo>
                  <a:lnTo>
                    <a:pt x="1477" y="231"/>
                  </a:lnTo>
                  <a:lnTo>
                    <a:pt x="1578" y="99"/>
                  </a:lnTo>
                  <a:lnTo>
                    <a:pt x="1654" y="0"/>
                  </a:lnTo>
                  <a:lnTo>
                    <a:pt x="1656" y="3"/>
                  </a:lnTo>
                  <a:lnTo>
                    <a:pt x="1699" y="157"/>
                  </a:lnTo>
                  <a:lnTo>
                    <a:pt x="1712" y="270"/>
                  </a:lnTo>
                  <a:lnTo>
                    <a:pt x="1708" y="2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7294195" y="1900791"/>
              <a:ext cx="1116" cy="669"/>
            </a:xfrm>
            <a:custGeom>
              <a:avLst/>
              <a:pathLst>
                <a:path w="1116" h="669">
                  <a:moveTo>
                    <a:pt x="467" y="563"/>
                  </a:moveTo>
                  <a:lnTo>
                    <a:pt x="309" y="669"/>
                  </a:lnTo>
                  <a:lnTo>
                    <a:pt x="250" y="626"/>
                  </a:lnTo>
                  <a:lnTo>
                    <a:pt x="0" y="282"/>
                  </a:lnTo>
                  <a:lnTo>
                    <a:pt x="0" y="275"/>
                  </a:lnTo>
                  <a:lnTo>
                    <a:pt x="115" y="174"/>
                  </a:lnTo>
                  <a:lnTo>
                    <a:pt x="125" y="165"/>
                  </a:lnTo>
                  <a:lnTo>
                    <a:pt x="312" y="135"/>
                  </a:lnTo>
                  <a:lnTo>
                    <a:pt x="580" y="160"/>
                  </a:lnTo>
                  <a:lnTo>
                    <a:pt x="687" y="116"/>
                  </a:lnTo>
                  <a:lnTo>
                    <a:pt x="690" y="86"/>
                  </a:lnTo>
                  <a:lnTo>
                    <a:pt x="771" y="37"/>
                  </a:lnTo>
                  <a:lnTo>
                    <a:pt x="1063" y="0"/>
                  </a:lnTo>
                  <a:lnTo>
                    <a:pt x="1079" y="8"/>
                  </a:lnTo>
                  <a:lnTo>
                    <a:pt x="1112" y="29"/>
                  </a:lnTo>
                  <a:lnTo>
                    <a:pt x="1116" y="37"/>
                  </a:lnTo>
                  <a:lnTo>
                    <a:pt x="1116" y="45"/>
                  </a:lnTo>
                  <a:lnTo>
                    <a:pt x="1033" y="135"/>
                  </a:lnTo>
                  <a:lnTo>
                    <a:pt x="769" y="354"/>
                  </a:lnTo>
                  <a:lnTo>
                    <a:pt x="572" y="490"/>
                  </a:lnTo>
                  <a:lnTo>
                    <a:pt x="467" y="5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7291623" y="1899496"/>
              <a:ext cx="1285" cy="1191"/>
            </a:xfrm>
            <a:custGeom>
              <a:avLst/>
              <a:pathLst>
                <a:path w="1285" h="1191">
                  <a:moveTo>
                    <a:pt x="1233" y="154"/>
                  </a:moveTo>
                  <a:lnTo>
                    <a:pt x="1103" y="299"/>
                  </a:lnTo>
                  <a:lnTo>
                    <a:pt x="992" y="380"/>
                  </a:lnTo>
                  <a:lnTo>
                    <a:pt x="941" y="377"/>
                  </a:lnTo>
                  <a:lnTo>
                    <a:pt x="884" y="356"/>
                  </a:lnTo>
                  <a:lnTo>
                    <a:pt x="875" y="358"/>
                  </a:lnTo>
                  <a:lnTo>
                    <a:pt x="836" y="386"/>
                  </a:lnTo>
                  <a:lnTo>
                    <a:pt x="611" y="583"/>
                  </a:lnTo>
                  <a:lnTo>
                    <a:pt x="605" y="589"/>
                  </a:lnTo>
                  <a:lnTo>
                    <a:pt x="616" y="616"/>
                  </a:lnTo>
                  <a:lnTo>
                    <a:pt x="677" y="617"/>
                  </a:lnTo>
                  <a:lnTo>
                    <a:pt x="866" y="686"/>
                  </a:lnTo>
                  <a:lnTo>
                    <a:pt x="942" y="779"/>
                  </a:lnTo>
                  <a:lnTo>
                    <a:pt x="1000" y="922"/>
                  </a:lnTo>
                  <a:lnTo>
                    <a:pt x="981" y="985"/>
                  </a:lnTo>
                  <a:lnTo>
                    <a:pt x="582" y="1191"/>
                  </a:lnTo>
                  <a:lnTo>
                    <a:pt x="439" y="1176"/>
                  </a:lnTo>
                  <a:lnTo>
                    <a:pt x="429" y="1168"/>
                  </a:lnTo>
                  <a:lnTo>
                    <a:pt x="425" y="1105"/>
                  </a:lnTo>
                  <a:lnTo>
                    <a:pt x="433" y="1082"/>
                  </a:lnTo>
                  <a:lnTo>
                    <a:pt x="490" y="1033"/>
                  </a:lnTo>
                  <a:lnTo>
                    <a:pt x="502" y="1026"/>
                  </a:lnTo>
                  <a:lnTo>
                    <a:pt x="546" y="1008"/>
                  </a:lnTo>
                  <a:lnTo>
                    <a:pt x="537" y="948"/>
                  </a:lnTo>
                  <a:lnTo>
                    <a:pt x="530" y="939"/>
                  </a:lnTo>
                  <a:lnTo>
                    <a:pt x="330" y="894"/>
                  </a:lnTo>
                  <a:lnTo>
                    <a:pt x="256" y="903"/>
                  </a:lnTo>
                  <a:lnTo>
                    <a:pt x="172" y="970"/>
                  </a:lnTo>
                  <a:lnTo>
                    <a:pt x="138" y="977"/>
                  </a:lnTo>
                  <a:lnTo>
                    <a:pt x="41" y="974"/>
                  </a:lnTo>
                  <a:lnTo>
                    <a:pt x="21" y="965"/>
                  </a:lnTo>
                  <a:lnTo>
                    <a:pt x="221" y="751"/>
                  </a:lnTo>
                  <a:lnTo>
                    <a:pt x="368" y="682"/>
                  </a:lnTo>
                  <a:lnTo>
                    <a:pt x="379" y="663"/>
                  </a:lnTo>
                  <a:lnTo>
                    <a:pt x="387" y="635"/>
                  </a:lnTo>
                  <a:lnTo>
                    <a:pt x="388" y="628"/>
                  </a:lnTo>
                  <a:lnTo>
                    <a:pt x="389" y="617"/>
                  </a:lnTo>
                  <a:lnTo>
                    <a:pt x="390" y="555"/>
                  </a:lnTo>
                  <a:lnTo>
                    <a:pt x="391" y="544"/>
                  </a:lnTo>
                  <a:lnTo>
                    <a:pt x="388" y="533"/>
                  </a:lnTo>
                  <a:lnTo>
                    <a:pt x="374" y="487"/>
                  </a:lnTo>
                  <a:lnTo>
                    <a:pt x="369" y="481"/>
                  </a:lnTo>
                  <a:lnTo>
                    <a:pt x="200" y="316"/>
                  </a:lnTo>
                  <a:lnTo>
                    <a:pt x="184" y="312"/>
                  </a:lnTo>
                  <a:lnTo>
                    <a:pt x="59" y="345"/>
                  </a:lnTo>
                  <a:lnTo>
                    <a:pt x="38" y="369"/>
                  </a:lnTo>
                  <a:lnTo>
                    <a:pt x="4" y="377"/>
                  </a:lnTo>
                  <a:lnTo>
                    <a:pt x="0" y="370"/>
                  </a:lnTo>
                  <a:lnTo>
                    <a:pt x="32" y="296"/>
                  </a:lnTo>
                  <a:lnTo>
                    <a:pt x="293" y="56"/>
                  </a:lnTo>
                  <a:lnTo>
                    <a:pt x="455" y="25"/>
                  </a:lnTo>
                  <a:lnTo>
                    <a:pt x="467" y="71"/>
                  </a:lnTo>
                  <a:lnTo>
                    <a:pt x="475" y="105"/>
                  </a:lnTo>
                  <a:lnTo>
                    <a:pt x="601" y="195"/>
                  </a:lnTo>
                  <a:lnTo>
                    <a:pt x="944" y="120"/>
                  </a:lnTo>
                  <a:lnTo>
                    <a:pt x="1137" y="71"/>
                  </a:lnTo>
                  <a:lnTo>
                    <a:pt x="1134" y="57"/>
                  </a:lnTo>
                  <a:lnTo>
                    <a:pt x="1163" y="32"/>
                  </a:lnTo>
                  <a:lnTo>
                    <a:pt x="1267" y="0"/>
                  </a:lnTo>
                  <a:lnTo>
                    <a:pt x="1280" y="1"/>
                  </a:lnTo>
                  <a:lnTo>
                    <a:pt x="1285" y="22"/>
                  </a:lnTo>
                  <a:lnTo>
                    <a:pt x="1233" y="15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7290471" y="1898711"/>
              <a:ext cx="475" cy="572"/>
            </a:xfrm>
            <a:custGeom>
              <a:avLst/>
              <a:pathLst>
                <a:path w="475" h="572">
                  <a:moveTo>
                    <a:pt x="153" y="544"/>
                  </a:moveTo>
                  <a:lnTo>
                    <a:pt x="102" y="572"/>
                  </a:lnTo>
                  <a:lnTo>
                    <a:pt x="0" y="482"/>
                  </a:lnTo>
                  <a:lnTo>
                    <a:pt x="86" y="424"/>
                  </a:lnTo>
                  <a:lnTo>
                    <a:pt x="143" y="369"/>
                  </a:lnTo>
                  <a:lnTo>
                    <a:pt x="150" y="297"/>
                  </a:lnTo>
                  <a:lnTo>
                    <a:pt x="124" y="196"/>
                  </a:lnTo>
                  <a:lnTo>
                    <a:pt x="159" y="97"/>
                  </a:lnTo>
                  <a:lnTo>
                    <a:pt x="331" y="15"/>
                  </a:lnTo>
                  <a:lnTo>
                    <a:pt x="363" y="0"/>
                  </a:lnTo>
                  <a:lnTo>
                    <a:pt x="432" y="17"/>
                  </a:lnTo>
                  <a:lnTo>
                    <a:pt x="460" y="24"/>
                  </a:lnTo>
                  <a:lnTo>
                    <a:pt x="475" y="51"/>
                  </a:lnTo>
                  <a:lnTo>
                    <a:pt x="269" y="453"/>
                  </a:lnTo>
                  <a:lnTo>
                    <a:pt x="153" y="5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7292909" y="1898986"/>
              <a:ext cx="941" cy="530"/>
            </a:xfrm>
            <a:custGeom>
              <a:avLst/>
              <a:pathLst>
                <a:path w="941" h="530">
                  <a:moveTo>
                    <a:pt x="575" y="14"/>
                  </a:moveTo>
                  <a:lnTo>
                    <a:pt x="614" y="39"/>
                  </a:lnTo>
                  <a:lnTo>
                    <a:pt x="893" y="74"/>
                  </a:lnTo>
                  <a:lnTo>
                    <a:pt x="917" y="81"/>
                  </a:lnTo>
                  <a:lnTo>
                    <a:pt x="930" y="85"/>
                  </a:lnTo>
                  <a:lnTo>
                    <a:pt x="941" y="106"/>
                  </a:lnTo>
                  <a:lnTo>
                    <a:pt x="933" y="126"/>
                  </a:lnTo>
                  <a:lnTo>
                    <a:pt x="870" y="151"/>
                  </a:lnTo>
                  <a:lnTo>
                    <a:pt x="584" y="179"/>
                  </a:lnTo>
                  <a:lnTo>
                    <a:pt x="473" y="281"/>
                  </a:lnTo>
                  <a:lnTo>
                    <a:pt x="466" y="293"/>
                  </a:lnTo>
                  <a:lnTo>
                    <a:pt x="452" y="315"/>
                  </a:lnTo>
                  <a:lnTo>
                    <a:pt x="512" y="345"/>
                  </a:lnTo>
                  <a:lnTo>
                    <a:pt x="729" y="366"/>
                  </a:lnTo>
                  <a:lnTo>
                    <a:pt x="760" y="380"/>
                  </a:lnTo>
                  <a:lnTo>
                    <a:pt x="766" y="406"/>
                  </a:lnTo>
                  <a:lnTo>
                    <a:pt x="663" y="481"/>
                  </a:lnTo>
                  <a:lnTo>
                    <a:pt x="615" y="476"/>
                  </a:lnTo>
                  <a:lnTo>
                    <a:pt x="586" y="457"/>
                  </a:lnTo>
                  <a:lnTo>
                    <a:pt x="492" y="418"/>
                  </a:lnTo>
                  <a:lnTo>
                    <a:pt x="428" y="413"/>
                  </a:lnTo>
                  <a:lnTo>
                    <a:pt x="363" y="447"/>
                  </a:lnTo>
                  <a:lnTo>
                    <a:pt x="144" y="507"/>
                  </a:lnTo>
                  <a:lnTo>
                    <a:pt x="37" y="530"/>
                  </a:lnTo>
                  <a:lnTo>
                    <a:pt x="20" y="525"/>
                  </a:lnTo>
                  <a:lnTo>
                    <a:pt x="8" y="519"/>
                  </a:lnTo>
                  <a:lnTo>
                    <a:pt x="2" y="512"/>
                  </a:lnTo>
                  <a:lnTo>
                    <a:pt x="0" y="506"/>
                  </a:lnTo>
                  <a:lnTo>
                    <a:pt x="7" y="464"/>
                  </a:lnTo>
                  <a:lnTo>
                    <a:pt x="32" y="441"/>
                  </a:lnTo>
                  <a:lnTo>
                    <a:pt x="146" y="388"/>
                  </a:lnTo>
                  <a:lnTo>
                    <a:pt x="204" y="386"/>
                  </a:lnTo>
                  <a:lnTo>
                    <a:pt x="277" y="372"/>
                  </a:lnTo>
                  <a:lnTo>
                    <a:pt x="395" y="220"/>
                  </a:lnTo>
                  <a:lnTo>
                    <a:pt x="433" y="118"/>
                  </a:lnTo>
                  <a:lnTo>
                    <a:pt x="449" y="77"/>
                  </a:lnTo>
                  <a:lnTo>
                    <a:pt x="493" y="12"/>
                  </a:lnTo>
                  <a:lnTo>
                    <a:pt x="538" y="0"/>
                  </a:lnTo>
                  <a:lnTo>
                    <a:pt x="543" y="1"/>
                  </a:lnTo>
                  <a:lnTo>
                    <a:pt x="566" y="8"/>
                  </a:lnTo>
                  <a:lnTo>
                    <a:pt x="575" y="1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7291251" y="1896757"/>
              <a:ext cx="1483" cy="1863"/>
            </a:xfrm>
            <a:custGeom>
              <a:avLst/>
              <a:pathLst>
                <a:path w="1483" h="1863">
                  <a:moveTo>
                    <a:pt x="1288" y="220"/>
                  </a:moveTo>
                  <a:lnTo>
                    <a:pt x="1483" y="557"/>
                  </a:lnTo>
                  <a:lnTo>
                    <a:pt x="1483" y="573"/>
                  </a:lnTo>
                  <a:lnTo>
                    <a:pt x="1449" y="603"/>
                  </a:lnTo>
                  <a:lnTo>
                    <a:pt x="1355" y="618"/>
                  </a:lnTo>
                  <a:lnTo>
                    <a:pt x="1150" y="585"/>
                  </a:lnTo>
                  <a:lnTo>
                    <a:pt x="1098" y="576"/>
                  </a:lnTo>
                  <a:lnTo>
                    <a:pt x="1052" y="577"/>
                  </a:lnTo>
                  <a:lnTo>
                    <a:pt x="1044" y="582"/>
                  </a:lnTo>
                  <a:lnTo>
                    <a:pt x="1007" y="633"/>
                  </a:lnTo>
                  <a:lnTo>
                    <a:pt x="999" y="662"/>
                  </a:lnTo>
                  <a:lnTo>
                    <a:pt x="911" y="1254"/>
                  </a:lnTo>
                  <a:lnTo>
                    <a:pt x="955" y="1280"/>
                  </a:lnTo>
                  <a:lnTo>
                    <a:pt x="964" y="1323"/>
                  </a:lnTo>
                  <a:lnTo>
                    <a:pt x="754" y="1491"/>
                  </a:lnTo>
                  <a:lnTo>
                    <a:pt x="747" y="1497"/>
                  </a:lnTo>
                  <a:lnTo>
                    <a:pt x="184" y="1838"/>
                  </a:lnTo>
                  <a:lnTo>
                    <a:pt x="117" y="1863"/>
                  </a:lnTo>
                  <a:lnTo>
                    <a:pt x="43" y="1857"/>
                  </a:lnTo>
                  <a:lnTo>
                    <a:pt x="0" y="1841"/>
                  </a:lnTo>
                  <a:lnTo>
                    <a:pt x="0" y="1809"/>
                  </a:lnTo>
                  <a:lnTo>
                    <a:pt x="4" y="1697"/>
                  </a:lnTo>
                  <a:lnTo>
                    <a:pt x="90" y="1666"/>
                  </a:lnTo>
                  <a:lnTo>
                    <a:pt x="142" y="1659"/>
                  </a:lnTo>
                  <a:lnTo>
                    <a:pt x="155" y="1664"/>
                  </a:lnTo>
                  <a:lnTo>
                    <a:pt x="157" y="1677"/>
                  </a:lnTo>
                  <a:lnTo>
                    <a:pt x="182" y="1699"/>
                  </a:lnTo>
                  <a:lnTo>
                    <a:pt x="199" y="1704"/>
                  </a:lnTo>
                  <a:lnTo>
                    <a:pt x="220" y="1699"/>
                  </a:lnTo>
                  <a:lnTo>
                    <a:pt x="224" y="1696"/>
                  </a:lnTo>
                  <a:lnTo>
                    <a:pt x="405" y="1546"/>
                  </a:lnTo>
                  <a:lnTo>
                    <a:pt x="426" y="1528"/>
                  </a:lnTo>
                  <a:lnTo>
                    <a:pt x="433" y="1516"/>
                  </a:lnTo>
                  <a:lnTo>
                    <a:pt x="451" y="1488"/>
                  </a:lnTo>
                  <a:lnTo>
                    <a:pt x="745" y="824"/>
                  </a:lnTo>
                  <a:lnTo>
                    <a:pt x="746" y="378"/>
                  </a:lnTo>
                  <a:lnTo>
                    <a:pt x="670" y="375"/>
                  </a:lnTo>
                  <a:lnTo>
                    <a:pt x="537" y="310"/>
                  </a:lnTo>
                  <a:lnTo>
                    <a:pt x="532" y="308"/>
                  </a:lnTo>
                  <a:lnTo>
                    <a:pt x="517" y="293"/>
                  </a:lnTo>
                  <a:lnTo>
                    <a:pt x="518" y="255"/>
                  </a:lnTo>
                  <a:lnTo>
                    <a:pt x="929" y="3"/>
                  </a:lnTo>
                  <a:lnTo>
                    <a:pt x="969" y="0"/>
                  </a:lnTo>
                  <a:lnTo>
                    <a:pt x="1107" y="20"/>
                  </a:lnTo>
                  <a:lnTo>
                    <a:pt x="1123" y="23"/>
                  </a:lnTo>
                  <a:lnTo>
                    <a:pt x="1157" y="32"/>
                  </a:lnTo>
                  <a:lnTo>
                    <a:pt x="1288" y="2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7284418" y="1892819"/>
              <a:ext cx="1716" cy="913"/>
            </a:xfrm>
            <a:custGeom>
              <a:avLst/>
              <a:pathLst>
                <a:path w="1716" h="913">
                  <a:moveTo>
                    <a:pt x="1705" y="223"/>
                  </a:moveTo>
                  <a:lnTo>
                    <a:pt x="1716" y="693"/>
                  </a:lnTo>
                  <a:lnTo>
                    <a:pt x="1395" y="829"/>
                  </a:lnTo>
                  <a:lnTo>
                    <a:pt x="1195" y="913"/>
                  </a:lnTo>
                  <a:lnTo>
                    <a:pt x="1107" y="616"/>
                  </a:lnTo>
                  <a:lnTo>
                    <a:pt x="1086" y="601"/>
                  </a:lnTo>
                  <a:lnTo>
                    <a:pt x="785" y="455"/>
                  </a:lnTo>
                  <a:lnTo>
                    <a:pt x="628" y="532"/>
                  </a:lnTo>
                  <a:lnTo>
                    <a:pt x="595" y="675"/>
                  </a:lnTo>
                  <a:lnTo>
                    <a:pt x="594" y="838"/>
                  </a:lnTo>
                  <a:lnTo>
                    <a:pt x="562" y="834"/>
                  </a:lnTo>
                  <a:lnTo>
                    <a:pt x="426" y="818"/>
                  </a:lnTo>
                  <a:lnTo>
                    <a:pt x="124" y="638"/>
                  </a:lnTo>
                  <a:lnTo>
                    <a:pt x="78" y="592"/>
                  </a:lnTo>
                  <a:lnTo>
                    <a:pt x="3" y="473"/>
                  </a:lnTo>
                  <a:lnTo>
                    <a:pt x="0" y="443"/>
                  </a:lnTo>
                  <a:lnTo>
                    <a:pt x="24" y="399"/>
                  </a:lnTo>
                  <a:lnTo>
                    <a:pt x="51" y="381"/>
                  </a:lnTo>
                  <a:lnTo>
                    <a:pt x="154" y="343"/>
                  </a:lnTo>
                  <a:lnTo>
                    <a:pt x="262" y="306"/>
                  </a:lnTo>
                  <a:lnTo>
                    <a:pt x="387" y="267"/>
                  </a:lnTo>
                  <a:lnTo>
                    <a:pt x="547" y="206"/>
                  </a:lnTo>
                  <a:lnTo>
                    <a:pt x="591" y="185"/>
                  </a:lnTo>
                  <a:lnTo>
                    <a:pt x="609" y="176"/>
                  </a:lnTo>
                  <a:lnTo>
                    <a:pt x="727" y="91"/>
                  </a:lnTo>
                  <a:lnTo>
                    <a:pt x="837" y="35"/>
                  </a:lnTo>
                  <a:lnTo>
                    <a:pt x="924" y="0"/>
                  </a:lnTo>
                  <a:lnTo>
                    <a:pt x="1285" y="28"/>
                  </a:lnTo>
                  <a:lnTo>
                    <a:pt x="1570" y="99"/>
                  </a:lnTo>
                  <a:lnTo>
                    <a:pt x="1705" y="2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7306406" y="1894553"/>
              <a:ext cx="511" cy="441"/>
            </a:xfrm>
            <a:custGeom>
              <a:avLst/>
              <a:pathLst>
                <a:path w="511" h="441">
                  <a:moveTo>
                    <a:pt x="137" y="439"/>
                  </a:moveTo>
                  <a:lnTo>
                    <a:pt x="104" y="439"/>
                  </a:lnTo>
                  <a:lnTo>
                    <a:pt x="96" y="436"/>
                  </a:lnTo>
                  <a:lnTo>
                    <a:pt x="92" y="434"/>
                  </a:lnTo>
                  <a:lnTo>
                    <a:pt x="0" y="272"/>
                  </a:lnTo>
                  <a:lnTo>
                    <a:pt x="10" y="212"/>
                  </a:lnTo>
                  <a:lnTo>
                    <a:pt x="56" y="127"/>
                  </a:lnTo>
                  <a:lnTo>
                    <a:pt x="90" y="108"/>
                  </a:lnTo>
                  <a:lnTo>
                    <a:pt x="454" y="0"/>
                  </a:lnTo>
                  <a:lnTo>
                    <a:pt x="485" y="15"/>
                  </a:lnTo>
                  <a:lnTo>
                    <a:pt x="500" y="43"/>
                  </a:lnTo>
                  <a:lnTo>
                    <a:pt x="511" y="94"/>
                  </a:lnTo>
                  <a:lnTo>
                    <a:pt x="432" y="346"/>
                  </a:lnTo>
                  <a:lnTo>
                    <a:pt x="393" y="391"/>
                  </a:lnTo>
                  <a:lnTo>
                    <a:pt x="320" y="441"/>
                  </a:lnTo>
                  <a:lnTo>
                    <a:pt x="137" y="43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7307505" y="1893470"/>
              <a:ext cx="310" cy="366"/>
            </a:xfrm>
            <a:custGeom>
              <a:avLst/>
              <a:pathLst>
                <a:path w="310" h="366">
                  <a:moveTo>
                    <a:pt x="254" y="366"/>
                  </a:moveTo>
                  <a:lnTo>
                    <a:pt x="73" y="363"/>
                  </a:lnTo>
                  <a:lnTo>
                    <a:pt x="5" y="346"/>
                  </a:lnTo>
                  <a:lnTo>
                    <a:pt x="53" y="304"/>
                  </a:lnTo>
                  <a:lnTo>
                    <a:pt x="51" y="259"/>
                  </a:lnTo>
                  <a:lnTo>
                    <a:pt x="0" y="105"/>
                  </a:lnTo>
                  <a:lnTo>
                    <a:pt x="68" y="4"/>
                  </a:lnTo>
                  <a:lnTo>
                    <a:pt x="105" y="0"/>
                  </a:lnTo>
                  <a:lnTo>
                    <a:pt x="164" y="6"/>
                  </a:lnTo>
                  <a:lnTo>
                    <a:pt x="179" y="11"/>
                  </a:lnTo>
                  <a:lnTo>
                    <a:pt x="244" y="46"/>
                  </a:lnTo>
                  <a:lnTo>
                    <a:pt x="302" y="78"/>
                  </a:lnTo>
                  <a:lnTo>
                    <a:pt x="310" y="133"/>
                  </a:lnTo>
                  <a:lnTo>
                    <a:pt x="291" y="282"/>
                  </a:lnTo>
                  <a:lnTo>
                    <a:pt x="254" y="3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7284340" y="1885773"/>
              <a:ext cx="811" cy="436"/>
            </a:xfrm>
            <a:custGeom>
              <a:avLst/>
              <a:pathLst>
                <a:path w="811" h="436">
                  <a:moveTo>
                    <a:pt x="811" y="183"/>
                  </a:moveTo>
                  <a:lnTo>
                    <a:pt x="786" y="331"/>
                  </a:lnTo>
                  <a:lnTo>
                    <a:pt x="719" y="406"/>
                  </a:lnTo>
                  <a:lnTo>
                    <a:pt x="668" y="432"/>
                  </a:lnTo>
                  <a:lnTo>
                    <a:pt x="638" y="436"/>
                  </a:lnTo>
                  <a:lnTo>
                    <a:pt x="513" y="406"/>
                  </a:lnTo>
                  <a:lnTo>
                    <a:pt x="331" y="263"/>
                  </a:lnTo>
                  <a:lnTo>
                    <a:pt x="168" y="198"/>
                  </a:lnTo>
                  <a:lnTo>
                    <a:pt x="136" y="196"/>
                  </a:lnTo>
                  <a:lnTo>
                    <a:pt x="123" y="193"/>
                  </a:lnTo>
                  <a:lnTo>
                    <a:pt x="65" y="148"/>
                  </a:lnTo>
                  <a:lnTo>
                    <a:pt x="9" y="34"/>
                  </a:lnTo>
                  <a:lnTo>
                    <a:pt x="0" y="1"/>
                  </a:lnTo>
                  <a:lnTo>
                    <a:pt x="307" y="0"/>
                  </a:lnTo>
                  <a:lnTo>
                    <a:pt x="462" y="11"/>
                  </a:lnTo>
                  <a:lnTo>
                    <a:pt x="811" y="1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7294850" y="1886567"/>
              <a:ext cx="866" cy="535"/>
            </a:xfrm>
            <a:custGeom>
              <a:avLst/>
              <a:pathLst>
                <a:path w="866" h="535">
                  <a:moveTo>
                    <a:pt x="354" y="353"/>
                  </a:moveTo>
                  <a:lnTo>
                    <a:pt x="392" y="454"/>
                  </a:lnTo>
                  <a:lnTo>
                    <a:pt x="387" y="494"/>
                  </a:lnTo>
                  <a:lnTo>
                    <a:pt x="264" y="534"/>
                  </a:lnTo>
                  <a:lnTo>
                    <a:pt x="236" y="535"/>
                  </a:lnTo>
                  <a:lnTo>
                    <a:pt x="223" y="520"/>
                  </a:lnTo>
                  <a:lnTo>
                    <a:pt x="241" y="448"/>
                  </a:lnTo>
                  <a:lnTo>
                    <a:pt x="235" y="411"/>
                  </a:lnTo>
                  <a:lnTo>
                    <a:pt x="171" y="377"/>
                  </a:lnTo>
                  <a:lnTo>
                    <a:pt x="99" y="373"/>
                  </a:lnTo>
                  <a:lnTo>
                    <a:pt x="59" y="407"/>
                  </a:lnTo>
                  <a:lnTo>
                    <a:pt x="41" y="415"/>
                  </a:lnTo>
                  <a:lnTo>
                    <a:pt x="27" y="416"/>
                  </a:lnTo>
                  <a:lnTo>
                    <a:pt x="2" y="396"/>
                  </a:lnTo>
                  <a:lnTo>
                    <a:pt x="0" y="374"/>
                  </a:lnTo>
                  <a:lnTo>
                    <a:pt x="11" y="229"/>
                  </a:lnTo>
                  <a:lnTo>
                    <a:pt x="663" y="8"/>
                  </a:lnTo>
                  <a:lnTo>
                    <a:pt x="739" y="2"/>
                  </a:lnTo>
                  <a:lnTo>
                    <a:pt x="764" y="0"/>
                  </a:lnTo>
                  <a:lnTo>
                    <a:pt x="815" y="5"/>
                  </a:lnTo>
                  <a:lnTo>
                    <a:pt x="855" y="35"/>
                  </a:lnTo>
                  <a:lnTo>
                    <a:pt x="866" y="63"/>
                  </a:lnTo>
                  <a:lnTo>
                    <a:pt x="859" y="95"/>
                  </a:lnTo>
                  <a:lnTo>
                    <a:pt x="509" y="263"/>
                  </a:lnTo>
                  <a:lnTo>
                    <a:pt x="369" y="324"/>
                  </a:lnTo>
                  <a:lnTo>
                    <a:pt x="354" y="35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7285788" y="1884538"/>
              <a:ext cx="526" cy="597"/>
            </a:xfrm>
            <a:custGeom>
              <a:avLst/>
              <a:pathLst>
                <a:path w="526" h="597">
                  <a:moveTo>
                    <a:pt x="327" y="284"/>
                  </a:moveTo>
                  <a:lnTo>
                    <a:pt x="469" y="352"/>
                  </a:lnTo>
                  <a:lnTo>
                    <a:pt x="526" y="405"/>
                  </a:lnTo>
                  <a:lnTo>
                    <a:pt x="523" y="428"/>
                  </a:lnTo>
                  <a:lnTo>
                    <a:pt x="499" y="486"/>
                  </a:lnTo>
                  <a:lnTo>
                    <a:pt x="490" y="509"/>
                  </a:lnTo>
                  <a:lnTo>
                    <a:pt x="457" y="584"/>
                  </a:lnTo>
                  <a:lnTo>
                    <a:pt x="439" y="597"/>
                  </a:lnTo>
                  <a:lnTo>
                    <a:pt x="423" y="596"/>
                  </a:lnTo>
                  <a:lnTo>
                    <a:pt x="395" y="575"/>
                  </a:lnTo>
                  <a:lnTo>
                    <a:pt x="395" y="563"/>
                  </a:lnTo>
                  <a:lnTo>
                    <a:pt x="427" y="498"/>
                  </a:lnTo>
                  <a:lnTo>
                    <a:pt x="406" y="458"/>
                  </a:lnTo>
                  <a:lnTo>
                    <a:pt x="339" y="365"/>
                  </a:lnTo>
                  <a:lnTo>
                    <a:pt x="211" y="322"/>
                  </a:lnTo>
                  <a:lnTo>
                    <a:pt x="132" y="295"/>
                  </a:lnTo>
                  <a:lnTo>
                    <a:pt x="47" y="302"/>
                  </a:lnTo>
                  <a:lnTo>
                    <a:pt x="0" y="260"/>
                  </a:lnTo>
                  <a:lnTo>
                    <a:pt x="5" y="175"/>
                  </a:lnTo>
                  <a:lnTo>
                    <a:pt x="9" y="99"/>
                  </a:lnTo>
                  <a:lnTo>
                    <a:pt x="28" y="72"/>
                  </a:lnTo>
                  <a:lnTo>
                    <a:pt x="93" y="19"/>
                  </a:lnTo>
                  <a:lnTo>
                    <a:pt x="135" y="0"/>
                  </a:lnTo>
                  <a:lnTo>
                    <a:pt x="170" y="13"/>
                  </a:lnTo>
                  <a:lnTo>
                    <a:pt x="183" y="34"/>
                  </a:lnTo>
                  <a:lnTo>
                    <a:pt x="187" y="57"/>
                  </a:lnTo>
                  <a:lnTo>
                    <a:pt x="158" y="172"/>
                  </a:lnTo>
                  <a:lnTo>
                    <a:pt x="166" y="198"/>
                  </a:lnTo>
                  <a:lnTo>
                    <a:pt x="274" y="275"/>
                  </a:lnTo>
                  <a:lnTo>
                    <a:pt x="327" y="2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7285260" y="1883768"/>
              <a:ext cx="556" cy="731"/>
            </a:xfrm>
            <a:custGeom>
              <a:avLst/>
              <a:pathLst>
                <a:path w="556" h="731">
                  <a:moveTo>
                    <a:pt x="457" y="731"/>
                  </a:moveTo>
                  <a:lnTo>
                    <a:pt x="389" y="727"/>
                  </a:lnTo>
                  <a:lnTo>
                    <a:pt x="217" y="616"/>
                  </a:lnTo>
                  <a:lnTo>
                    <a:pt x="196" y="574"/>
                  </a:lnTo>
                  <a:lnTo>
                    <a:pt x="39" y="221"/>
                  </a:lnTo>
                  <a:lnTo>
                    <a:pt x="0" y="67"/>
                  </a:lnTo>
                  <a:lnTo>
                    <a:pt x="14" y="30"/>
                  </a:lnTo>
                  <a:lnTo>
                    <a:pt x="61" y="12"/>
                  </a:lnTo>
                  <a:lnTo>
                    <a:pt x="271" y="0"/>
                  </a:lnTo>
                  <a:lnTo>
                    <a:pt x="329" y="26"/>
                  </a:lnTo>
                  <a:lnTo>
                    <a:pt x="454" y="168"/>
                  </a:lnTo>
                  <a:lnTo>
                    <a:pt x="466" y="181"/>
                  </a:lnTo>
                  <a:lnTo>
                    <a:pt x="556" y="434"/>
                  </a:lnTo>
                  <a:lnTo>
                    <a:pt x="551" y="655"/>
                  </a:lnTo>
                  <a:lnTo>
                    <a:pt x="542" y="693"/>
                  </a:lnTo>
                  <a:lnTo>
                    <a:pt x="457" y="7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7289430" y="1884272"/>
              <a:ext cx="2011" cy="2059"/>
            </a:xfrm>
            <a:custGeom>
              <a:avLst/>
              <a:pathLst>
                <a:path w="2011" h="2059">
                  <a:moveTo>
                    <a:pt x="1465" y="138"/>
                  </a:moveTo>
                  <a:lnTo>
                    <a:pt x="1624" y="249"/>
                  </a:lnTo>
                  <a:lnTo>
                    <a:pt x="1999" y="610"/>
                  </a:lnTo>
                  <a:lnTo>
                    <a:pt x="2011" y="646"/>
                  </a:lnTo>
                  <a:lnTo>
                    <a:pt x="2003" y="655"/>
                  </a:lnTo>
                  <a:lnTo>
                    <a:pt x="1930" y="688"/>
                  </a:lnTo>
                  <a:lnTo>
                    <a:pt x="1890" y="694"/>
                  </a:lnTo>
                  <a:lnTo>
                    <a:pt x="1833" y="673"/>
                  </a:lnTo>
                  <a:lnTo>
                    <a:pt x="1799" y="639"/>
                  </a:lnTo>
                  <a:lnTo>
                    <a:pt x="1669" y="605"/>
                  </a:lnTo>
                  <a:lnTo>
                    <a:pt x="1552" y="628"/>
                  </a:lnTo>
                  <a:lnTo>
                    <a:pt x="1465" y="659"/>
                  </a:lnTo>
                  <a:lnTo>
                    <a:pt x="1462" y="704"/>
                  </a:lnTo>
                  <a:lnTo>
                    <a:pt x="1569" y="946"/>
                  </a:lnTo>
                  <a:lnTo>
                    <a:pt x="1592" y="970"/>
                  </a:lnTo>
                  <a:lnTo>
                    <a:pt x="1661" y="996"/>
                  </a:lnTo>
                  <a:lnTo>
                    <a:pt x="1727" y="995"/>
                  </a:lnTo>
                  <a:lnTo>
                    <a:pt x="1856" y="992"/>
                  </a:lnTo>
                  <a:lnTo>
                    <a:pt x="1877" y="1002"/>
                  </a:lnTo>
                  <a:lnTo>
                    <a:pt x="1957" y="1086"/>
                  </a:lnTo>
                  <a:lnTo>
                    <a:pt x="1964" y="1107"/>
                  </a:lnTo>
                  <a:lnTo>
                    <a:pt x="1962" y="1113"/>
                  </a:lnTo>
                  <a:lnTo>
                    <a:pt x="1815" y="1232"/>
                  </a:lnTo>
                  <a:lnTo>
                    <a:pt x="1715" y="1221"/>
                  </a:lnTo>
                  <a:lnTo>
                    <a:pt x="1661" y="1241"/>
                  </a:lnTo>
                  <a:lnTo>
                    <a:pt x="1594" y="1335"/>
                  </a:lnTo>
                  <a:lnTo>
                    <a:pt x="1592" y="1383"/>
                  </a:lnTo>
                  <a:lnTo>
                    <a:pt x="1622" y="1603"/>
                  </a:lnTo>
                  <a:lnTo>
                    <a:pt x="1639" y="1731"/>
                  </a:lnTo>
                  <a:lnTo>
                    <a:pt x="1725" y="1745"/>
                  </a:lnTo>
                  <a:lnTo>
                    <a:pt x="1842" y="1796"/>
                  </a:lnTo>
                  <a:lnTo>
                    <a:pt x="1845" y="1801"/>
                  </a:lnTo>
                  <a:lnTo>
                    <a:pt x="1842" y="1811"/>
                  </a:lnTo>
                  <a:lnTo>
                    <a:pt x="1788" y="1916"/>
                  </a:lnTo>
                  <a:lnTo>
                    <a:pt x="1636" y="2055"/>
                  </a:lnTo>
                  <a:lnTo>
                    <a:pt x="1616" y="2059"/>
                  </a:lnTo>
                  <a:lnTo>
                    <a:pt x="1542" y="2057"/>
                  </a:lnTo>
                  <a:lnTo>
                    <a:pt x="1297" y="2049"/>
                  </a:lnTo>
                  <a:lnTo>
                    <a:pt x="1124" y="1948"/>
                  </a:lnTo>
                  <a:lnTo>
                    <a:pt x="1120" y="1937"/>
                  </a:lnTo>
                  <a:lnTo>
                    <a:pt x="1140" y="1786"/>
                  </a:lnTo>
                  <a:lnTo>
                    <a:pt x="1190" y="1677"/>
                  </a:lnTo>
                  <a:lnTo>
                    <a:pt x="1193" y="1669"/>
                  </a:lnTo>
                  <a:lnTo>
                    <a:pt x="1182" y="1622"/>
                  </a:lnTo>
                  <a:lnTo>
                    <a:pt x="1154" y="1573"/>
                  </a:lnTo>
                  <a:lnTo>
                    <a:pt x="1128" y="1546"/>
                  </a:lnTo>
                  <a:lnTo>
                    <a:pt x="1094" y="1523"/>
                  </a:lnTo>
                  <a:lnTo>
                    <a:pt x="1035" y="1516"/>
                  </a:lnTo>
                  <a:lnTo>
                    <a:pt x="905" y="1525"/>
                  </a:lnTo>
                  <a:lnTo>
                    <a:pt x="819" y="1530"/>
                  </a:lnTo>
                  <a:lnTo>
                    <a:pt x="766" y="1592"/>
                  </a:lnTo>
                  <a:lnTo>
                    <a:pt x="682" y="1629"/>
                  </a:lnTo>
                  <a:lnTo>
                    <a:pt x="638" y="1600"/>
                  </a:lnTo>
                  <a:lnTo>
                    <a:pt x="366" y="1304"/>
                  </a:lnTo>
                  <a:lnTo>
                    <a:pt x="302" y="1201"/>
                  </a:lnTo>
                  <a:lnTo>
                    <a:pt x="165" y="1147"/>
                  </a:lnTo>
                  <a:lnTo>
                    <a:pt x="40" y="1030"/>
                  </a:lnTo>
                  <a:lnTo>
                    <a:pt x="18" y="1004"/>
                  </a:lnTo>
                  <a:lnTo>
                    <a:pt x="0" y="885"/>
                  </a:lnTo>
                  <a:lnTo>
                    <a:pt x="77" y="854"/>
                  </a:lnTo>
                  <a:lnTo>
                    <a:pt x="85" y="853"/>
                  </a:lnTo>
                  <a:lnTo>
                    <a:pt x="17" y="224"/>
                  </a:lnTo>
                  <a:lnTo>
                    <a:pt x="28" y="145"/>
                  </a:lnTo>
                  <a:lnTo>
                    <a:pt x="65" y="82"/>
                  </a:lnTo>
                  <a:lnTo>
                    <a:pt x="98" y="61"/>
                  </a:lnTo>
                  <a:lnTo>
                    <a:pt x="744" y="41"/>
                  </a:lnTo>
                  <a:lnTo>
                    <a:pt x="881" y="96"/>
                  </a:lnTo>
                  <a:lnTo>
                    <a:pt x="902" y="81"/>
                  </a:lnTo>
                  <a:lnTo>
                    <a:pt x="1046" y="35"/>
                  </a:lnTo>
                  <a:lnTo>
                    <a:pt x="1159" y="0"/>
                  </a:lnTo>
                  <a:lnTo>
                    <a:pt x="1399" y="108"/>
                  </a:lnTo>
                  <a:lnTo>
                    <a:pt x="1465" y="1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7289143" y="1882018"/>
              <a:ext cx="4162" cy="2828"/>
            </a:xfrm>
            <a:custGeom>
              <a:avLst/>
              <a:pathLst>
                <a:path w="4162" h="2828">
                  <a:moveTo>
                    <a:pt x="3387" y="721"/>
                  </a:moveTo>
                  <a:lnTo>
                    <a:pt x="3293" y="921"/>
                  </a:lnTo>
                  <a:lnTo>
                    <a:pt x="3273" y="919"/>
                  </a:lnTo>
                  <a:lnTo>
                    <a:pt x="3271" y="962"/>
                  </a:lnTo>
                  <a:lnTo>
                    <a:pt x="3284" y="1005"/>
                  </a:lnTo>
                  <a:lnTo>
                    <a:pt x="3376" y="1130"/>
                  </a:lnTo>
                  <a:lnTo>
                    <a:pt x="3428" y="1167"/>
                  </a:lnTo>
                  <a:lnTo>
                    <a:pt x="3482" y="1205"/>
                  </a:lnTo>
                  <a:lnTo>
                    <a:pt x="3512" y="1227"/>
                  </a:lnTo>
                  <a:lnTo>
                    <a:pt x="3671" y="1251"/>
                  </a:lnTo>
                  <a:lnTo>
                    <a:pt x="3837" y="1265"/>
                  </a:lnTo>
                  <a:lnTo>
                    <a:pt x="3849" y="1258"/>
                  </a:lnTo>
                  <a:lnTo>
                    <a:pt x="3892" y="1254"/>
                  </a:lnTo>
                  <a:lnTo>
                    <a:pt x="3959" y="1284"/>
                  </a:lnTo>
                  <a:lnTo>
                    <a:pt x="4025" y="1330"/>
                  </a:lnTo>
                  <a:lnTo>
                    <a:pt x="4065" y="1376"/>
                  </a:lnTo>
                  <a:lnTo>
                    <a:pt x="4077" y="1401"/>
                  </a:lnTo>
                  <a:lnTo>
                    <a:pt x="4154" y="1576"/>
                  </a:lnTo>
                  <a:lnTo>
                    <a:pt x="4162" y="1641"/>
                  </a:lnTo>
                  <a:lnTo>
                    <a:pt x="4159" y="1657"/>
                  </a:lnTo>
                  <a:lnTo>
                    <a:pt x="4047" y="1752"/>
                  </a:lnTo>
                  <a:lnTo>
                    <a:pt x="3998" y="1749"/>
                  </a:lnTo>
                  <a:lnTo>
                    <a:pt x="3910" y="1744"/>
                  </a:lnTo>
                  <a:lnTo>
                    <a:pt x="3819" y="1719"/>
                  </a:lnTo>
                  <a:lnTo>
                    <a:pt x="3764" y="1769"/>
                  </a:lnTo>
                  <a:lnTo>
                    <a:pt x="3760" y="1865"/>
                  </a:lnTo>
                  <a:lnTo>
                    <a:pt x="3782" y="1952"/>
                  </a:lnTo>
                  <a:lnTo>
                    <a:pt x="3781" y="1978"/>
                  </a:lnTo>
                  <a:lnTo>
                    <a:pt x="3778" y="2036"/>
                  </a:lnTo>
                  <a:lnTo>
                    <a:pt x="3786" y="2140"/>
                  </a:lnTo>
                  <a:lnTo>
                    <a:pt x="3760" y="2209"/>
                  </a:lnTo>
                  <a:lnTo>
                    <a:pt x="3587" y="2682"/>
                  </a:lnTo>
                  <a:lnTo>
                    <a:pt x="3547" y="2753"/>
                  </a:lnTo>
                  <a:lnTo>
                    <a:pt x="3316" y="2828"/>
                  </a:lnTo>
                  <a:lnTo>
                    <a:pt x="3088" y="2795"/>
                  </a:lnTo>
                  <a:lnTo>
                    <a:pt x="3018" y="2715"/>
                  </a:lnTo>
                  <a:lnTo>
                    <a:pt x="3043" y="2589"/>
                  </a:lnTo>
                  <a:lnTo>
                    <a:pt x="2876" y="2599"/>
                  </a:lnTo>
                  <a:lnTo>
                    <a:pt x="2395" y="2613"/>
                  </a:lnTo>
                  <a:lnTo>
                    <a:pt x="2275" y="2616"/>
                  </a:lnTo>
                  <a:lnTo>
                    <a:pt x="2172" y="2561"/>
                  </a:lnTo>
                  <a:lnTo>
                    <a:pt x="2120" y="2529"/>
                  </a:lnTo>
                  <a:lnTo>
                    <a:pt x="1914" y="2335"/>
                  </a:lnTo>
                  <a:lnTo>
                    <a:pt x="1913" y="2320"/>
                  </a:lnTo>
                  <a:lnTo>
                    <a:pt x="1935" y="2281"/>
                  </a:lnTo>
                  <a:lnTo>
                    <a:pt x="1944" y="2264"/>
                  </a:lnTo>
                  <a:lnTo>
                    <a:pt x="1962" y="2200"/>
                  </a:lnTo>
                  <a:lnTo>
                    <a:pt x="1951" y="2135"/>
                  </a:lnTo>
                  <a:lnTo>
                    <a:pt x="1920" y="2041"/>
                  </a:lnTo>
                  <a:lnTo>
                    <a:pt x="1824" y="1979"/>
                  </a:lnTo>
                  <a:lnTo>
                    <a:pt x="1750" y="1940"/>
                  </a:lnTo>
                  <a:lnTo>
                    <a:pt x="1687" y="1911"/>
                  </a:lnTo>
                  <a:lnTo>
                    <a:pt x="1287" y="1729"/>
                  </a:lnTo>
                  <a:lnTo>
                    <a:pt x="1254" y="1714"/>
                  </a:lnTo>
                  <a:lnTo>
                    <a:pt x="1120" y="1656"/>
                  </a:lnTo>
                  <a:lnTo>
                    <a:pt x="948" y="1620"/>
                  </a:lnTo>
                  <a:lnTo>
                    <a:pt x="912" y="1617"/>
                  </a:lnTo>
                  <a:lnTo>
                    <a:pt x="520" y="1577"/>
                  </a:lnTo>
                  <a:lnTo>
                    <a:pt x="489" y="1579"/>
                  </a:lnTo>
                  <a:lnTo>
                    <a:pt x="339" y="1618"/>
                  </a:lnTo>
                  <a:lnTo>
                    <a:pt x="201" y="1724"/>
                  </a:lnTo>
                  <a:lnTo>
                    <a:pt x="196" y="1722"/>
                  </a:lnTo>
                  <a:lnTo>
                    <a:pt x="170" y="1701"/>
                  </a:lnTo>
                  <a:lnTo>
                    <a:pt x="127" y="1568"/>
                  </a:lnTo>
                  <a:lnTo>
                    <a:pt x="0" y="1073"/>
                  </a:lnTo>
                  <a:lnTo>
                    <a:pt x="5" y="1057"/>
                  </a:lnTo>
                  <a:lnTo>
                    <a:pt x="9" y="1041"/>
                  </a:lnTo>
                  <a:lnTo>
                    <a:pt x="31" y="999"/>
                  </a:lnTo>
                  <a:lnTo>
                    <a:pt x="98" y="870"/>
                  </a:lnTo>
                  <a:lnTo>
                    <a:pt x="91" y="694"/>
                  </a:lnTo>
                  <a:lnTo>
                    <a:pt x="93" y="413"/>
                  </a:lnTo>
                  <a:lnTo>
                    <a:pt x="103" y="357"/>
                  </a:lnTo>
                  <a:lnTo>
                    <a:pt x="116" y="283"/>
                  </a:lnTo>
                  <a:lnTo>
                    <a:pt x="139" y="249"/>
                  </a:lnTo>
                  <a:lnTo>
                    <a:pt x="250" y="135"/>
                  </a:lnTo>
                  <a:lnTo>
                    <a:pt x="790" y="0"/>
                  </a:lnTo>
                  <a:lnTo>
                    <a:pt x="847" y="4"/>
                  </a:lnTo>
                  <a:lnTo>
                    <a:pt x="1242" y="97"/>
                  </a:lnTo>
                  <a:lnTo>
                    <a:pt x="1250" y="108"/>
                  </a:lnTo>
                  <a:lnTo>
                    <a:pt x="1402" y="307"/>
                  </a:lnTo>
                  <a:lnTo>
                    <a:pt x="1449" y="368"/>
                  </a:lnTo>
                  <a:lnTo>
                    <a:pt x="1597" y="423"/>
                  </a:lnTo>
                  <a:lnTo>
                    <a:pt x="1834" y="489"/>
                  </a:lnTo>
                  <a:lnTo>
                    <a:pt x="1969" y="518"/>
                  </a:lnTo>
                  <a:lnTo>
                    <a:pt x="2153" y="520"/>
                  </a:lnTo>
                  <a:lnTo>
                    <a:pt x="2189" y="516"/>
                  </a:lnTo>
                  <a:lnTo>
                    <a:pt x="2465" y="482"/>
                  </a:lnTo>
                  <a:lnTo>
                    <a:pt x="2830" y="426"/>
                  </a:lnTo>
                  <a:lnTo>
                    <a:pt x="3060" y="391"/>
                  </a:lnTo>
                  <a:lnTo>
                    <a:pt x="3098" y="385"/>
                  </a:lnTo>
                  <a:lnTo>
                    <a:pt x="3153" y="376"/>
                  </a:lnTo>
                  <a:lnTo>
                    <a:pt x="3299" y="365"/>
                  </a:lnTo>
                  <a:lnTo>
                    <a:pt x="3382" y="372"/>
                  </a:lnTo>
                  <a:lnTo>
                    <a:pt x="3406" y="381"/>
                  </a:lnTo>
                  <a:lnTo>
                    <a:pt x="3429" y="401"/>
                  </a:lnTo>
                  <a:lnTo>
                    <a:pt x="3439" y="426"/>
                  </a:lnTo>
                  <a:lnTo>
                    <a:pt x="3468" y="506"/>
                  </a:lnTo>
                  <a:lnTo>
                    <a:pt x="3468" y="534"/>
                  </a:lnTo>
                  <a:lnTo>
                    <a:pt x="3410" y="666"/>
                  </a:lnTo>
                  <a:lnTo>
                    <a:pt x="3387" y="72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7281764" y="1880009"/>
              <a:ext cx="328" cy="290"/>
            </a:xfrm>
            <a:custGeom>
              <a:avLst/>
              <a:pathLst>
                <a:path w="328" h="290">
                  <a:moveTo>
                    <a:pt x="213" y="287"/>
                  </a:moveTo>
                  <a:lnTo>
                    <a:pt x="147" y="290"/>
                  </a:lnTo>
                  <a:lnTo>
                    <a:pt x="125" y="279"/>
                  </a:lnTo>
                  <a:lnTo>
                    <a:pt x="0" y="218"/>
                  </a:lnTo>
                  <a:lnTo>
                    <a:pt x="48" y="130"/>
                  </a:lnTo>
                  <a:lnTo>
                    <a:pt x="218" y="7"/>
                  </a:lnTo>
                  <a:lnTo>
                    <a:pt x="265" y="0"/>
                  </a:lnTo>
                  <a:lnTo>
                    <a:pt x="323" y="9"/>
                  </a:lnTo>
                  <a:lnTo>
                    <a:pt x="328" y="27"/>
                  </a:lnTo>
                  <a:lnTo>
                    <a:pt x="313" y="104"/>
                  </a:lnTo>
                  <a:lnTo>
                    <a:pt x="274" y="260"/>
                  </a:lnTo>
                  <a:lnTo>
                    <a:pt x="256" y="276"/>
                  </a:lnTo>
                  <a:lnTo>
                    <a:pt x="213" y="2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7292049" y="1881302"/>
              <a:ext cx="792" cy="345"/>
            </a:xfrm>
            <a:custGeom>
              <a:avLst/>
              <a:pathLst>
                <a:path w="792" h="345">
                  <a:moveTo>
                    <a:pt x="298" y="337"/>
                  </a:moveTo>
                  <a:lnTo>
                    <a:pt x="32" y="301"/>
                  </a:lnTo>
                  <a:lnTo>
                    <a:pt x="0" y="258"/>
                  </a:lnTo>
                  <a:lnTo>
                    <a:pt x="117" y="125"/>
                  </a:lnTo>
                  <a:lnTo>
                    <a:pt x="217" y="41"/>
                  </a:lnTo>
                  <a:lnTo>
                    <a:pt x="278" y="11"/>
                  </a:lnTo>
                  <a:lnTo>
                    <a:pt x="337" y="0"/>
                  </a:lnTo>
                  <a:lnTo>
                    <a:pt x="456" y="4"/>
                  </a:lnTo>
                  <a:lnTo>
                    <a:pt x="645" y="41"/>
                  </a:lnTo>
                  <a:lnTo>
                    <a:pt x="703" y="71"/>
                  </a:lnTo>
                  <a:lnTo>
                    <a:pt x="773" y="130"/>
                  </a:lnTo>
                  <a:lnTo>
                    <a:pt x="792" y="175"/>
                  </a:lnTo>
                  <a:lnTo>
                    <a:pt x="779" y="220"/>
                  </a:lnTo>
                  <a:lnTo>
                    <a:pt x="738" y="286"/>
                  </a:lnTo>
                  <a:lnTo>
                    <a:pt x="697" y="313"/>
                  </a:lnTo>
                  <a:lnTo>
                    <a:pt x="521" y="345"/>
                  </a:lnTo>
                  <a:lnTo>
                    <a:pt x="298" y="3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7293119" y="1881249"/>
              <a:ext cx="792" cy="340"/>
            </a:xfrm>
            <a:custGeom>
              <a:avLst/>
              <a:pathLst>
                <a:path w="792" h="340">
                  <a:moveTo>
                    <a:pt x="147" y="315"/>
                  </a:moveTo>
                  <a:lnTo>
                    <a:pt x="6" y="340"/>
                  </a:lnTo>
                  <a:lnTo>
                    <a:pt x="5" y="324"/>
                  </a:lnTo>
                  <a:lnTo>
                    <a:pt x="0" y="259"/>
                  </a:lnTo>
                  <a:lnTo>
                    <a:pt x="9" y="234"/>
                  </a:lnTo>
                  <a:lnTo>
                    <a:pt x="293" y="61"/>
                  </a:lnTo>
                  <a:lnTo>
                    <a:pt x="493" y="38"/>
                  </a:lnTo>
                  <a:lnTo>
                    <a:pt x="659" y="0"/>
                  </a:lnTo>
                  <a:lnTo>
                    <a:pt x="766" y="34"/>
                  </a:lnTo>
                  <a:lnTo>
                    <a:pt x="787" y="56"/>
                  </a:lnTo>
                  <a:lnTo>
                    <a:pt x="792" y="74"/>
                  </a:lnTo>
                  <a:lnTo>
                    <a:pt x="379" y="265"/>
                  </a:lnTo>
                  <a:lnTo>
                    <a:pt x="147" y="3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7292558" y="1880603"/>
              <a:ext cx="4454" cy="5849"/>
            </a:xfrm>
            <a:custGeom>
              <a:avLst/>
              <a:pathLst>
                <a:path w="4454" h="5849">
                  <a:moveTo>
                    <a:pt x="4304" y="1556"/>
                  </a:moveTo>
                  <a:lnTo>
                    <a:pt x="4257" y="1598"/>
                  </a:lnTo>
                  <a:lnTo>
                    <a:pt x="4172" y="1577"/>
                  </a:lnTo>
                  <a:lnTo>
                    <a:pt x="4131" y="1550"/>
                  </a:lnTo>
                  <a:lnTo>
                    <a:pt x="4112" y="1546"/>
                  </a:lnTo>
                  <a:lnTo>
                    <a:pt x="4079" y="1552"/>
                  </a:lnTo>
                  <a:lnTo>
                    <a:pt x="4047" y="1598"/>
                  </a:lnTo>
                  <a:lnTo>
                    <a:pt x="4009" y="1821"/>
                  </a:lnTo>
                  <a:lnTo>
                    <a:pt x="4009" y="1931"/>
                  </a:lnTo>
                  <a:lnTo>
                    <a:pt x="4018" y="1980"/>
                  </a:lnTo>
                  <a:lnTo>
                    <a:pt x="4077" y="2123"/>
                  </a:lnTo>
                  <a:lnTo>
                    <a:pt x="4116" y="2133"/>
                  </a:lnTo>
                  <a:lnTo>
                    <a:pt x="4236" y="2142"/>
                  </a:lnTo>
                  <a:lnTo>
                    <a:pt x="4322" y="2312"/>
                  </a:lnTo>
                  <a:lnTo>
                    <a:pt x="4158" y="2477"/>
                  </a:lnTo>
                  <a:lnTo>
                    <a:pt x="4144" y="2501"/>
                  </a:lnTo>
                  <a:lnTo>
                    <a:pt x="4139" y="2523"/>
                  </a:lnTo>
                  <a:lnTo>
                    <a:pt x="4284" y="2679"/>
                  </a:lnTo>
                  <a:lnTo>
                    <a:pt x="4348" y="2760"/>
                  </a:lnTo>
                  <a:lnTo>
                    <a:pt x="4454" y="3091"/>
                  </a:lnTo>
                  <a:lnTo>
                    <a:pt x="4451" y="3293"/>
                  </a:lnTo>
                  <a:lnTo>
                    <a:pt x="4442" y="3330"/>
                  </a:lnTo>
                  <a:lnTo>
                    <a:pt x="4414" y="3374"/>
                  </a:lnTo>
                  <a:lnTo>
                    <a:pt x="4281" y="3466"/>
                  </a:lnTo>
                  <a:lnTo>
                    <a:pt x="4173" y="3484"/>
                  </a:lnTo>
                  <a:lnTo>
                    <a:pt x="4152" y="3474"/>
                  </a:lnTo>
                  <a:lnTo>
                    <a:pt x="4136" y="3473"/>
                  </a:lnTo>
                  <a:lnTo>
                    <a:pt x="4130" y="3476"/>
                  </a:lnTo>
                  <a:lnTo>
                    <a:pt x="4069" y="3501"/>
                  </a:lnTo>
                  <a:lnTo>
                    <a:pt x="3804" y="3663"/>
                  </a:lnTo>
                  <a:lnTo>
                    <a:pt x="3509" y="3844"/>
                  </a:lnTo>
                  <a:lnTo>
                    <a:pt x="3508" y="3877"/>
                  </a:lnTo>
                  <a:lnTo>
                    <a:pt x="3633" y="4004"/>
                  </a:lnTo>
                  <a:lnTo>
                    <a:pt x="3661" y="4025"/>
                  </a:lnTo>
                  <a:lnTo>
                    <a:pt x="3697" y="4039"/>
                  </a:lnTo>
                  <a:lnTo>
                    <a:pt x="3952" y="4027"/>
                  </a:lnTo>
                  <a:lnTo>
                    <a:pt x="4056" y="3987"/>
                  </a:lnTo>
                  <a:lnTo>
                    <a:pt x="4176" y="3987"/>
                  </a:lnTo>
                  <a:lnTo>
                    <a:pt x="4256" y="4009"/>
                  </a:lnTo>
                  <a:lnTo>
                    <a:pt x="4274" y="4019"/>
                  </a:lnTo>
                  <a:lnTo>
                    <a:pt x="4345" y="4170"/>
                  </a:lnTo>
                  <a:lnTo>
                    <a:pt x="4345" y="4185"/>
                  </a:lnTo>
                  <a:lnTo>
                    <a:pt x="4299" y="4221"/>
                  </a:lnTo>
                  <a:lnTo>
                    <a:pt x="3997" y="4428"/>
                  </a:lnTo>
                  <a:lnTo>
                    <a:pt x="3953" y="4452"/>
                  </a:lnTo>
                  <a:lnTo>
                    <a:pt x="3855" y="4448"/>
                  </a:lnTo>
                  <a:lnTo>
                    <a:pt x="3741" y="4449"/>
                  </a:lnTo>
                  <a:lnTo>
                    <a:pt x="3529" y="4581"/>
                  </a:lnTo>
                  <a:lnTo>
                    <a:pt x="3526" y="4589"/>
                  </a:lnTo>
                  <a:lnTo>
                    <a:pt x="3593" y="4683"/>
                  </a:lnTo>
                  <a:lnTo>
                    <a:pt x="3623" y="4825"/>
                  </a:lnTo>
                  <a:lnTo>
                    <a:pt x="3556" y="5042"/>
                  </a:lnTo>
                  <a:lnTo>
                    <a:pt x="3425" y="5090"/>
                  </a:lnTo>
                  <a:lnTo>
                    <a:pt x="3419" y="5219"/>
                  </a:lnTo>
                  <a:lnTo>
                    <a:pt x="3427" y="5376"/>
                  </a:lnTo>
                  <a:lnTo>
                    <a:pt x="3433" y="5490"/>
                  </a:lnTo>
                  <a:lnTo>
                    <a:pt x="3483" y="5583"/>
                  </a:lnTo>
                  <a:lnTo>
                    <a:pt x="3105" y="5838"/>
                  </a:lnTo>
                  <a:lnTo>
                    <a:pt x="3036" y="5849"/>
                  </a:lnTo>
                  <a:lnTo>
                    <a:pt x="2927" y="5802"/>
                  </a:lnTo>
                  <a:lnTo>
                    <a:pt x="2915" y="5790"/>
                  </a:lnTo>
                  <a:lnTo>
                    <a:pt x="2920" y="5774"/>
                  </a:lnTo>
                  <a:lnTo>
                    <a:pt x="2983" y="5753"/>
                  </a:lnTo>
                  <a:lnTo>
                    <a:pt x="3012" y="5750"/>
                  </a:lnTo>
                  <a:lnTo>
                    <a:pt x="3080" y="5645"/>
                  </a:lnTo>
                  <a:lnTo>
                    <a:pt x="3083" y="5629"/>
                  </a:lnTo>
                  <a:lnTo>
                    <a:pt x="3045" y="5549"/>
                  </a:lnTo>
                  <a:lnTo>
                    <a:pt x="2836" y="5537"/>
                  </a:lnTo>
                  <a:lnTo>
                    <a:pt x="2779" y="5545"/>
                  </a:lnTo>
                  <a:lnTo>
                    <a:pt x="2770" y="5578"/>
                  </a:lnTo>
                  <a:lnTo>
                    <a:pt x="2745" y="5625"/>
                  </a:lnTo>
                  <a:lnTo>
                    <a:pt x="2658" y="5663"/>
                  </a:lnTo>
                  <a:lnTo>
                    <a:pt x="2417" y="5613"/>
                  </a:lnTo>
                  <a:lnTo>
                    <a:pt x="2401" y="5604"/>
                  </a:lnTo>
                  <a:lnTo>
                    <a:pt x="2372" y="5550"/>
                  </a:lnTo>
                  <a:lnTo>
                    <a:pt x="2371" y="5537"/>
                  </a:lnTo>
                  <a:lnTo>
                    <a:pt x="2433" y="5485"/>
                  </a:lnTo>
                  <a:lnTo>
                    <a:pt x="2494" y="5433"/>
                  </a:lnTo>
                  <a:lnTo>
                    <a:pt x="2500" y="5408"/>
                  </a:lnTo>
                  <a:lnTo>
                    <a:pt x="2492" y="5302"/>
                  </a:lnTo>
                  <a:lnTo>
                    <a:pt x="2460" y="4839"/>
                  </a:lnTo>
                  <a:lnTo>
                    <a:pt x="2453" y="4816"/>
                  </a:lnTo>
                  <a:lnTo>
                    <a:pt x="2431" y="4793"/>
                  </a:lnTo>
                  <a:lnTo>
                    <a:pt x="2327" y="4706"/>
                  </a:lnTo>
                  <a:lnTo>
                    <a:pt x="2234" y="4678"/>
                  </a:lnTo>
                  <a:lnTo>
                    <a:pt x="1715" y="4563"/>
                  </a:lnTo>
                  <a:lnTo>
                    <a:pt x="1669" y="4570"/>
                  </a:lnTo>
                  <a:lnTo>
                    <a:pt x="1518" y="4755"/>
                  </a:lnTo>
                  <a:lnTo>
                    <a:pt x="1331" y="4895"/>
                  </a:lnTo>
                  <a:lnTo>
                    <a:pt x="1296" y="4917"/>
                  </a:lnTo>
                  <a:lnTo>
                    <a:pt x="1283" y="4913"/>
                  </a:lnTo>
                  <a:lnTo>
                    <a:pt x="1275" y="4906"/>
                  </a:lnTo>
                  <a:lnTo>
                    <a:pt x="1224" y="4861"/>
                  </a:lnTo>
                  <a:lnTo>
                    <a:pt x="1218" y="4813"/>
                  </a:lnTo>
                  <a:lnTo>
                    <a:pt x="1244" y="4755"/>
                  </a:lnTo>
                  <a:lnTo>
                    <a:pt x="1407" y="4599"/>
                  </a:lnTo>
                  <a:lnTo>
                    <a:pt x="1507" y="4477"/>
                  </a:lnTo>
                  <a:lnTo>
                    <a:pt x="1564" y="4290"/>
                  </a:lnTo>
                  <a:lnTo>
                    <a:pt x="1541" y="4179"/>
                  </a:lnTo>
                  <a:lnTo>
                    <a:pt x="1487" y="4100"/>
                  </a:lnTo>
                  <a:lnTo>
                    <a:pt x="1402" y="4096"/>
                  </a:lnTo>
                  <a:lnTo>
                    <a:pt x="1354" y="4059"/>
                  </a:lnTo>
                  <a:lnTo>
                    <a:pt x="1284" y="3949"/>
                  </a:lnTo>
                  <a:lnTo>
                    <a:pt x="976" y="3339"/>
                  </a:lnTo>
                  <a:lnTo>
                    <a:pt x="867" y="3233"/>
                  </a:lnTo>
                  <a:lnTo>
                    <a:pt x="852" y="3218"/>
                  </a:lnTo>
                  <a:lnTo>
                    <a:pt x="800" y="3065"/>
                  </a:lnTo>
                  <a:lnTo>
                    <a:pt x="807" y="3011"/>
                  </a:lnTo>
                  <a:lnTo>
                    <a:pt x="829" y="2992"/>
                  </a:lnTo>
                  <a:lnTo>
                    <a:pt x="857" y="2999"/>
                  </a:lnTo>
                  <a:lnTo>
                    <a:pt x="874" y="2986"/>
                  </a:lnTo>
                  <a:lnTo>
                    <a:pt x="907" y="2948"/>
                  </a:lnTo>
                  <a:lnTo>
                    <a:pt x="931" y="2894"/>
                  </a:lnTo>
                  <a:lnTo>
                    <a:pt x="842" y="2751"/>
                  </a:lnTo>
                  <a:lnTo>
                    <a:pt x="833" y="2735"/>
                  </a:lnTo>
                  <a:lnTo>
                    <a:pt x="595" y="2531"/>
                  </a:lnTo>
                  <a:lnTo>
                    <a:pt x="562" y="2514"/>
                  </a:lnTo>
                  <a:lnTo>
                    <a:pt x="364" y="2450"/>
                  </a:lnTo>
                  <a:lnTo>
                    <a:pt x="30" y="2398"/>
                  </a:lnTo>
                  <a:lnTo>
                    <a:pt x="5" y="2375"/>
                  </a:lnTo>
                  <a:lnTo>
                    <a:pt x="0" y="2362"/>
                  </a:lnTo>
                  <a:lnTo>
                    <a:pt x="135" y="2180"/>
                  </a:lnTo>
                  <a:lnTo>
                    <a:pt x="201" y="2121"/>
                  </a:lnTo>
                  <a:lnTo>
                    <a:pt x="234" y="1984"/>
                  </a:lnTo>
                  <a:lnTo>
                    <a:pt x="242" y="1855"/>
                  </a:lnTo>
                  <a:lnTo>
                    <a:pt x="251" y="1810"/>
                  </a:lnTo>
                  <a:lnTo>
                    <a:pt x="291" y="1751"/>
                  </a:lnTo>
                  <a:lnTo>
                    <a:pt x="376" y="1656"/>
                  </a:lnTo>
                  <a:lnTo>
                    <a:pt x="779" y="1407"/>
                  </a:lnTo>
                  <a:lnTo>
                    <a:pt x="1220" y="1187"/>
                  </a:lnTo>
                  <a:lnTo>
                    <a:pt x="1336" y="1133"/>
                  </a:lnTo>
                  <a:lnTo>
                    <a:pt x="1351" y="1126"/>
                  </a:lnTo>
                  <a:lnTo>
                    <a:pt x="1559" y="1041"/>
                  </a:lnTo>
                  <a:lnTo>
                    <a:pt x="1645" y="995"/>
                  </a:lnTo>
                  <a:lnTo>
                    <a:pt x="1871" y="858"/>
                  </a:lnTo>
                  <a:lnTo>
                    <a:pt x="2137" y="657"/>
                  </a:lnTo>
                  <a:lnTo>
                    <a:pt x="2257" y="484"/>
                  </a:lnTo>
                  <a:lnTo>
                    <a:pt x="2402" y="245"/>
                  </a:lnTo>
                  <a:lnTo>
                    <a:pt x="2385" y="190"/>
                  </a:lnTo>
                  <a:lnTo>
                    <a:pt x="2543" y="80"/>
                  </a:lnTo>
                  <a:lnTo>
                    <a:pt x="2631" y="33"/>
                  </a:lnTo>
                  <a:lnTo>
                    <a:pt x="2675" y="13"/>
                  </a:lnTo>
                  <a:lnTo>
                    <a:pt x="2707" y="3"/>
                  </a:lnTo>
                  <a:lnTo>
                    <a:pt x="2742" y="0"/>
                  </a:lnTo>
                  <a:lnTo>
                    <a:pt x="2907" y="0"/>
                  </a:lnTo>
                  <a:lnTo>
                    <a:pt x="2955" y="6"/>
                  </a:lnTo>
                  <a:lnTo>
                    <a:pt x="3054" y="164"/>
                  </a:lnTo>
                  <a:lnTo>
                    <a:pt x="3087" y="217"/>
                  </a:lnTo>
                  <a:lnTo>
                    <a:pt x="3173" y="354"/>
                  </a:lnTo>
                  <a:lnTo>
                    <a:pt x="3294" y="529"/>
                  </a:lnTo>
                  <a:lnTo>
                    <a:pt x="3423" y="718"/>
                  </a:lnTo>
                  <a:lnTo>
                    <a:pt x="3445" y="744"/>
                  </a:lnTo>
                  <a:lnTo>
                    <a:pt x="3593" y="876"/>
                  </a:lnTo>
                  <a:lnTo>
                    <a:pt x="3902" y="1105"/>
                  </a:lnTo>
                  <a:lnTo>
                    <a:pt x="4039" y="1197"/>
                  </a:lnTo>
                  <a:lnTo>
                    <a:pt x="4075" y="1206"/>
                  </a:lnTo>
                  <a:lnTo>
                    <a:pt x="4088" y="1220"/>
                  </a:lnTo>
                  <a:lnTo>
                    <a:pt x="4183" y="1328"/>
                  </a:lnTo>
                  <a:lnTo>
                    <a:pt x="4271" y="1479"/>
                  </a:lnTo>
                  <a:lnTo>
                    <a:pt x="4294" y="1518"/>
                  </a:lnTo>
                  <a:lnTo>
                    <a:pt x="4304" y="155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7295694" y="1880217"/>
              <a:ext cx="1102" cy="1231"/>
            </a:xfrm>
            <a:custGeom>
              <a:avLst/>
              <a:pathLst>
                <a:path w="1102" h="1231">
                  <a:moveTo>
                    <a:pt x="790" y="616"/>
                  </a:moveTo>
                  <a:lnTo>
                    <a:pt x="856" y="655"/>
                  </a:lnTo>
                  <a:lnTo>
                    <a:pt x="944" y="669"/>
                  </a:lnTo>
                  <a:lnTo>
                    <a:pt x="948" y="670"/>
                  </a:lnTo>
                  <a:lnTo>
                    <a:pt x="966" y="669"/>
                  </a:lnTo>
                  <a:lnTo>
                    <a:pt x="1081" y="664"/>
                  </a:lnTo>
                  <a:lnTo>
                    <a:pt x="1102" y="678"/>
                  </a:lnTo>
                  <a:lnTo>
                    <a:pt x="1084" y="1084"/>
                  </a:lnTo>
                  <a:lnTo>
                    <a:pt x="1081" y="1150"/>
                  </a:lnTo>
                  <a:lnTo>
                    <a:pt x="1024" y="1210"/>
                  </a:lnTo>
                  <a:lnTo>
                    <a:pt x="956" y="1231"/>
                  </a:lnTo>
                  <a:lnTo>
                    <a:pt x="860" y="1216"/>
                  </a:lnTo>
                  <a:lnTo>
                    <a:pt x="772" y="1177"/>
                  </a:lnTo>
                  <a:lnTo>
                    <a:pt x="743" y="1164"/>
                  </a:lnTo>
                  <a:lnTo>
                    <a:pt x="600" y="1061"/>
                  </a:lnTo>
                  <a:lnTo>
                    <a:pt x="579" y="1039"/>
                  </a:lnTo>
                  <a:lnTo>
                    <a:pt x="405" y="818"/>
                  </a:lnTo>
                  <a:lnTo>
                    <a:pt x="191" y="528"/>
                  </a:lnTo>
                  <a:lnTo>
                    <a:pt x="140" y="436"/>
                  </a:lnTo>
                  <a:lnTo>
                    <a:pt x="13" y="373"/>
                  </a:lnTo>
                  <a:lnTo>
                    <a:pt x="0" y="333"/>
                  </a:lnTo>
                  <a:lnTo>
                    <a:pt x="0" y="220"/>
                  </a:lnTo>
                  <a:lnTo>
                    <a:pt x="16" y="189"/>
                  </a:lnTo>
                  <a:lnTo>
                    <a:pt x="56" y="172"/>
                  </a:lnTo>
                  <a:lnTo>
                    <a:pt x="203" y="111"/>
                  </a:lnTo>
                  <a:lnTo>
                    <a:pt x="329" y="58"/>
                  </a:lnTo>
                  <a:lnTo>
                    <a:pt x="556" y="0"/>
                  </a:lnTo>
                  <a:lnTo>
                    <a:pt x="775" y="63"/>
                  </a:lnTo>
                  <a:lnTo>
                    <a:pt x="771" y="156"/>
                  </a:lnTo>
                  <a:lnTo>
                    <a:pt x="727" y="237"/>
                  </a:lnTo>
                  <a:lnTo>
                    <a:pt x="704" y="305"/>
                  </a:lnTo>
                  <a:lnTo>
                    <a:pt x="703" y="471"/>
                  </a:lnTo>
                  <a:lnTo>
                    <a:pt x="722" y="518"/>
                  </a:lnTo>
                  <a:lnTo>
                    <a:pt x="790" y="61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7295706" y="1879259"/>
              <a:ext cx="604" cy="750"/>
            </a:xfrm>
            <a:custGeom>
              <a:avLst/>
              <a:pathLst>
                <a:path w="604" h="750">
                  <a:moveTo>
                    <a:pt x="73" y="744"/>
                  </a:moveTo>
                  <a:lnTo>
                    <a:pt x="24" y="737"/>
                  </a:lnTo>
                  <a:lnTo>
                    <a:pt x="0" y="725"/>
                  </a:lnTo>
                  <a:lnTo>
                    <a:pt x="3" y="78"/>
                  </a:lnTo>
                  <a:lnTo>
                    <a:pt x="7" y="52"/>
                  </a:lnTo>
                  <a:lnTo>
                    <a:pt x="112" y="0"/>
                  </a:lnTo>
                  <a:lnTo>
                    <a:pt x="224" y="16"/>
                  </a:lnTo>
                  <a:lnTo>
                    <a:pt x="290" y="22"/>
                  </a:lnTo>
                  <a:lnTo>
                    <a:pt x="352" y="19"/>
                  </a:lnTo>
                  <a:lnTo>
                    <a:pt x="364" y="44"/>
                  </a:lnTo>
                  <a:lnTo>
                    <a:pt x="366" y="91"/>
                  </a:lnTo>
                  <a:lnTo>
                    <a:pt x="355" y="255"/>
                  </a:lnTo>
                  <a:lnTo>
                    <a:pt x="343" y="426"/>
                  </a:lnTo>
                  <a:lnTo>
                    <a:pt x="604" y="683"/>
                  </a:lnTo>
                  <a:lnTo>
                    <a:pt x="525" y="750"/>
                  </a:lnTo>
                  <a:lnTo>
                    <a:pt x="228" y="746"/>
                  </a:lnTo>
                  <a:lnTo>
                    <a:pt x="73" y="7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7298115" y="1879507"/>
              <a:ext cx="2252" cy="2411"/>
            </a:xfrm>
            <a:custGeom>
              <a:avLst/>
              <a:pathLst>
                <a:path w="2252" h="2411">
                  <a:moveTo>
                    <a:pt x="1106" y="996"/>
                  </a:moveTo>
                  <a:lnTo>
                    <a:pt x="1084" y="1072"/>
                  </a:lnTo>
                  <a:lnTo>
                    <a:pt x="1088" y="1178"/>
                  </a:lnTo>
                  <a:lnTo>
                    <a:pt x="1120" y="1306"/>
                  </a:lnTo>
                  <a:lnTo>
                    <a:pt x="1136" y="1345"/>
                  </a:lnTo>
                  <a:lnTo>
                    <a:pt x="1226" y="1480"/>
                  </a:lnTo>
                  <a:lnTo>
                    <a:pt x="1296" y="1516"/>
                  </a:lnTo>
                  <a:lnTo>
                    <a:pt x="1384" y="1550"/>
                  </a:lnTo>
                  <a:lnTo>
                    <a:pt x="1520" y="1556"/>
                  </a:lnTo>
                  <a:lnTo>
                    <a:pt x="1573" y="1540"/>
                  </a:lnTo>
                  <a:lnTo>
                    <a:pt x="1789" y="1472"/>
                  </a:lnTo>
                  <a:lnTo>
                    <a:pt x="1989" y="1410"/>
                  </a:lnTo>
                  <a:lnTo>
                    <a:pt x="2209" y="1342"/>
                  </a:lnTo>
                  <a:lnTo>
                    <a:pt x="2221" y="1343"/>
                  </a:lnTo>
                  <a:lnTo>
                    <a:pt x="2252" y="1381"/>
                  </a:lnTo>
                  <a:lnTo>
                    <a:pt x="2199" y="1474"/>
                  </a:lnTo>
                  <a:lnTo>
                    <a:pt x="2016" y="1715"/>
                  </a:lnTo>
                  <a:lnTo>
                    <a:pt x="1934" y="1824"/>
                  </a:lnTo>
                  <a:lnTo>
                    <a:pt x="1778" y="1966"/>
                  </a:lnTo>
                  <a:lnTo>
                    <a:pt x="1581" y="2110"/>
                  </a:lnTo>
                  <a:lnTo>
                    <a:pt x="1333" y="2109"/>
                  </a:lnTo>
                  <a:lnTo>
                    <a:pt x="1307" y="2013"/>
                  </a:lnTo>
                  <a:lnTo>
                    <a:pt x="1323" y="1906"/>
                  </a:lnTo>
                  <a:lnTo>
                    <a:pt x="1289" y="1783"/>
                  </a:lnTo>
                  <a:lnTo>
                    <a:pt x="1102" y="1713"/>
                  </a:lnTo>
                  <a:lnTo>
                    <a:pt x="1058" y="1704"/>
                  </a:lnTo>
                  <a:lnTo>
                    <a:pt x="1016" y="1726"/>
                  </a:lnTo>
                  <a:lnTo>
                    <a:pt x="883" y="1920"/>
                  </a:lnTo>
                  <a:lnTo>
                    <a:pt x="887" y="1975"/>
                  </a:lnTo>
                  <a:lnTo>
                    <a:pt x="928" y="2119"/>
                  </a:lnTo>
                  <a:lnTo>
                    <a:pt x="843" y="2314"/>
                  </a:lnTo>
                  <a:lnTo>
                    <a:pt x="802" y="2368"/>
                  </a:lnTo>
                  <a:lnTo>
                    <a:pt x="19" y="2411"/>
                  </a:lnTo>
                  <a:lnTo>
                    <a:pt x="18" y="2263"/>
                  </a:lnTo>
                  <a:lnTo>
                    <a:pt x="79" y="2206"/>
                  </a:lnTo>
                  <a:lnTo>
                    <a:pt x="99" y="2163"/>
                  </a:lnTo>
                  <a:lnTo>
                    <a:pt x="102" y="2159"/>
                  </a:lnTo>
                  <a:lnTo>
                    <a:pt x="147" y="1831"/>
                  </a:lnTo>
                  <a:lnTo>
                    <a:pt x="28" y="1719"/>
                  </a:lnTo>
                  <a:lnTo>
                    <a:pt x="26" y="1715"/>
                  </a:lnTo>
                  <a:lnTo>
                    <a:pt x="0" y="1620"/>
                  </a:lnTo>
                  <a:lnTo>
                    <a:pt x="6" y="1596"/>
                  </a:lnTo>
                  <a:lnTo>
                    <a:pt x="108" y="1529"/>
                  </a:lnTo>
                  <a:lnTo>
                    <a:pt x="134" y="1519"/>
                  </a:lnTo>
                  <a:lnTo>
                    <a:pt x="233" y="1576"/>
                  </a:lnTo>
                  <a:lnTo>
                    <a:pt x="272" y="1604"/>
                  </a:lnTo>
                  <a:lnTo>
                    <a:pt x="326" y="1659"/>
                  </a:lnTo>
                  <a:lnTo>
                    <a:pt x="564" y="1579"/>
                  </a:lnTo>
                  <a:lnTo>
                    <a:pt x="924" y="1319"/>
                  </a:lnTo>
                  <a:lnTo>
                    <a:pt x="926" y="1313"/>
                  </a:lnTo>
                  <a:lnTo>
                    <a:pt x="966" y="1178"/>
                  </a:lnTo>
                  <a:lnTo>
                    <a:pt x="976" y="1093"/>
                  </a:lnTo>
                  <a:lnTo>
                    <a:pt x="945" y="999"/>
                  </a:lnTo>
                  <a:lnTo>
                    <a:pt x="921" y="991"/>
                  </a:lnTo>
                  <a:lnTo>
                    <a:pt x="799" y="951"/>
                  </a:lnTo>
                  <a:lnTo>
                    <a:pt x="723" y="940"/>
                  </a:lnTo>
                  <a:lnTo>
                    <a:pt x="663" y="929"/>
                  </a:lnTo>
                  <a:lnTo>
                    <a:pt x="656" y="910"/>
                  </a:lnTo>
                  <a:lnTo>
                    <a:pt x="654" y="850"/>
                  </a:lnTo>
                  <a:lnTo>
                    <a:pt x="767" y="523"/>
                  </a:lnTo>
                  <a:lnTo>
                    <a:pt x="773" y="478"/>
                  </a:lnTo>
                  <a:lnTo>
                    <a:pt x="773" y="462"/>
                  </a:lnTo>
                  <a:lnTo>
                    <a:pt x="778" y="216"/>
                  </a:lnTo>
                  <a:lnTo>
                    <a:pt x="791" y="64"/>
                  </a:lnTo>
                  <a:lnTo>
                    <a:pt x="862" y="1"/>
                  </a:lnTo>
                  <a:lnTo>
                    <a:pt x="872" y="0"/>
                  </a:lnTo>
                  <a:lnTo>
                    <a:pt x="923" y="44"/>
                  </a:lnTo>
                  <a:lnTo>
                    <a:pt x="1127" y="258"/>
                  </a:lnTo>
                  <a:lnTo>
                    <a:pt x="1241" y="378"/>
                  </a:lnTo>
                  <a:lnTo>
                    <a:pt x="1591" y="843"/>
                  </a:lnTo>
                  <a:lnTo>
                    <a:pt x="1550" y="867"/>
                  </a:lnTo>
                  <a:lnTo>
                    <a:pt x="1534" y="869"/>
                  </a:lnTo>
                  <a:lnTo>
                    <a:pt x="1454" y="859"/>
                  </a:lnTo>
                  <a:lnTo>
                    <a:pt x="1164" y="938"/>
                  </a:lnTo>
                  <a:lnTo>
                    <a:pt x="1106" y="99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7296900" y="1878573"/>
              <a:ext cx="672" cy="422"/>
            </a:xfrm>
            <a:custGeom>
              <a:avLst/>
              <a:pathLst>
                <a:path w="672" h="422">
                  <a:moveTo>
                    <a:pt x="496" y="422"/>
                  </a:moveTo>
                  <a:lnTo>
                    <a:pt x="435" y="419"/>
                  </a:lnTo>
                  <a:lnTo>
                    <a:pt x="400" y="399"/>
                  </a:lnTo>
                  <a:lnTo>
                    <a:pt x="303" y="327"/>
                  </a:lnTo>
                  <a:lnTo>
                    <a:pt x="1" y="88"/>
                  </a:lnTo>
                  <a:lnTo>
                    <a:pt x="0" y="52"/>
                  </a:lnTo>
                  <a:lnTo>
                    <a:pt x="30" y="25"/>
                  </a:lnTo>
                  <a:lnTo>
                    <a:pt x="117" y="0"/>
                  </a:lnTo>
                  <a:lnTo>
                    <a:pt x="359" y="49"/>
                  </a:lnTo>
                  <a:lnTo>
                    <a:pt x="438" y="66"/>
                  </a:lnTo>
                  <a:lnTo>
                    <a:pt x="666" y="280"/>
                  </a:lnTo>
                  <a:lnTo>
                    <a:pt x="672" y="306"/>
                  </a:lnTo>
                  <a:lnTo>
                    <a:pt x="565" y="418"/>
                  </a:lnTo>
                  <a:lnTo>
                    <a:pt x="517" y="421"/>
                  </a:lnTo>
                  <a:lnTo>
                    <a:pt x="496" y="4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7297578" y="1878347"/>
              <a:ext cx="452" cy="459"/>
            </a:xfrm>
            <a:custGeom>
              <a:avLst/>
              <a:pathLst>
                <a:path w="452" h="459">
                  <a:moveTo>
                    <a:pt x="342" y="405"/>
                  </a:moveTo>
                  <a:lnTo>
                    <a:pt x="273" y="459"/>
                  </a:lnTo>
                  <a:lnTo>
                    <a:pt x="117" y="382"/>
                  </a:lnTo>
                  <a:lnTo>
                    <a:pt x="8" y="267"/>
                  </a:lnTo>
                  <a:lnTo>
                    <a:pt x="0" y="234"/>
                  </a:lnTo>
                  <a:lnTo>
                    <a:pt x="1" y="136"/>
                  </a:lnTo>
                  <a:lnTo>
                    <a:pt x="46" y="90"/>
                  </a:lnTo>
                  <a:lnTo>
                    <a:pt x="178" y="35"/>
                  </a:lnTo>
                  <a:lnTo>
                    <a:pt x="265" y="0"/>
                  </a:lnTo>
                  <a:lnTo>
                    <a:pt x="452" y="11"/>
                  </a:lnTo>
                  <a:lnTo>
                    <a:pt x="441" y="102"/>
                  </a:lnTo>
                  <a:lnTo>
                    <a:pt x="432" y="178"/>
                  </a:lnTo>
                  <a:lnTo>
                    <a:pt x="368" y="368"/>
                  </a:lnTo>
                  <a:lnTo>
                    <a:pt x="342" y="4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7289463" y="1874857"/>
              <a:ext cx="476" cy="1383"/>
            </a:xfrm>
            <a:custGeom>
              <a:avLst/>
              <a:pathLst>
                <a:path w="476" h="1383">
                  <a:moveTo>
                    <a:pt x="225" y="1363"/>
                  </a:moveTo>
                  <a:lnTo>
                    <a:pt x="181" y="1383"/>
                  </a:lnTo>
                  <a:lnTo>
                    <a:pt x="163" y="1377"/>
                  </a:lnTo>
                  <a:lnTo>
                    <a:pt x="153" y="1224"/>
                  </a:lnTo>
                  <a:lnTo>
                    <a:pt x="123" y="1103"/>
                  </a:lnTo>
                  <a:lnTo>
                    <a:pt x="48" y="920"/>
                  </a:lnTo>
                  <a:lnTo>
                    <a:pt x="34" y="894"/>
                  </a:lnTo>
                  <a:lnTo>
                    <a:pt x="1" y="833"/>
                  </a:lnTo>
                  <a:lnTo>
                    <a:pt x="0" y="805"/>
                  </a:lnTo>
                  <a:lnTo>
                    <a:pt x="40" y="688"/>
                  </a:lnTo>
                  <a:lnTo>
                    <a:pt x="84" y="654"/>
                  </a:lnTo>
                  <a:lnTo>
                    <a:pt x="138" y="591"/>
                  </a:lnTo>
                  <a:lnTo>
                    <a:pt x="203" y="435"/>
                  </a:lnTo>
                  <a:lnTo>
                    <a:pt x="239" y="224"/>
                  </a:lnTo>
                  <a:lnTo>
                    <a:pt x="231" y="47"/>
                  </a:lnTo>
                  <a:lnTo>
                    <a:pt x="317" y="0"/>
                  </a:lnTo>
                  <a:lnTo>
                    <a:pt x="337" y="10"/>
                  </a:lnTo>
                  <a:lnTo>
                    <a:pt x="361" y="649"/>
                  </a:lnTo>
                  <a:lnTo>
                    <a:pt x="434" y="773"/>
                  </a:lnTo>
                  <a:lnTo>
                    <a:pt x="449" y="798"/>
                  </a:lnTo>
                  <a:lnTo>
                    <a:pt x="468" y="868"/>
                  </a:lnTo>
                  <a:lnTo>
                    <a:pt x="476" y="930"/>
                  </a:lnTo>
                  <a:lnTo>
                    <a:pt x="467" y="985"/>
                  </a:lnTo>
                  <a:lnTo>
                    <a:pt x="358" y="1202"/>
                  </a:lnTo>
                  <a:lnTo>
                    <a:pt x="332" y="1242"/>
                  </a:lnTo>
                  <a:lnTo>
                    <a:pt x="266" y="1335"/>
                  </a:lnTo>
                  <a:lnTo>
                    <a:pt x="225" y="13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7296425" y="1873344"/>
              <a:ext cx="551" cy="641"/>
            </a:xfrm>
            <a:custGeom>
              <a:avLst/>
              <a:pathLst>
                <a:path w="551" h="641">
                  <a:moveTo>
                    <a:pt x="314" y="639"/>
                  </a:moveTo>
                  <a:lnTo>
                    <a:pt x="300" y="641"/>
                  </a:lnTo>
                  <a:lnTo>
                    <a:pt x="207" y="602"/>
                  </a:lnTo>
                  <a:lnTo>
                    <a:pt x="22" y="377"/>
                  </a:lnTo>
                  <a:lnTo>
                    <a:pt x="0" y="328"/>
                  </a:lnTo>
                  <a:lnTo>
                    <a:pt x="145" y="165"/>
                  </a:lnTo>
                  <a:lnTo>
                    <a:pt x="181" y="124"/>
                  </a:lnTo>
                  <a:lnTo>
                    <a:pt x="444" y="4"/>
                  </a:lnTo>
                  <a:lnTo>
                    <a:pt x="509" y="0"/>
                  </a:lnTo>
                  <a:lnTo>
                    <a:pt x="535" y="21"/>
                  </a:lnTo>
                  <a:lnTo>
                    <a:pt x="551" y="55"/>
                  </a:lnTo>
                  <a:lnTo>
                    <a:pt x="547" y="63"/>
                  </a:lnTo>
                  <a:lnTo>
                    <a:pt x="343" y="177"/>
                  </a:lnTo>
                  <a:lnTo>
                    <a:pt x="246" y="197"/>
                  </a:lnTo>
                  <a:lnTo>
                    <a:pt x="238" y="207"/>
                  </a:lnTo>
                  <a:lnTo>
                    <a:pt x="222" y="258"/>
                  </a:lnTo>
                  <a:lnTo>
                    <a:pt x="214" y="320"/>
                  </a:lnTo>
                  <a:lnTo>
                    <a:pt x="236" y="378"/>
                  </a:lnTo>
                  <a:lnTo>
                    <a:pt x="365" y="444"/>
                  </a:lnTo>
                  <a:lnTo>
                    <a:pt x="511" y="484"/>
                  </a:lnTo>
                  <a:lnTo>
                    <a:pt x="514" y="499"/>
                  </a:lnTo>
                  <a:lnTo>
                    <a:pt x="407" y="616"/>
                  </a:lnTo>
                  <a:lnTo>
                    <a:pt x="368" y="632"/>
                  </a:lnTo>
                  <a:lnTo>
                    <a:pt x="314" y="63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7297606" y="1870531"/>
              <a:ext cx="624" cy="329"/>
            </a:xfrm>
            <a:custGeom>
              <a:avLst/>
              <a:pathLst>
                <a:path w="624" h="329">
                  <a:moveTo>
                    <a:pt x="511" y="329"/>
                  </a:moveTo>
                  <a:lnTo>
                    <a:pt x="144" y="325"/>
                  </a:lnTo>
                  <a:lnTo>
                    <a:pt x="83" y="299"/>
                  </a:lnTo>
                  <a:lnTo>
                    <a:pt x="22" y="165"/>
                  </a:lnTo>
                  <a:lnTo>
                    <a:pt x="0" y="101"/>
                  </a:lnTo>
                  <a:lnTo>
                    <a:pt x="0" y="94"/>
                  </a:lnTo>
                  <a:lnTo>
                    <a:pt x="44" y="42"/>
                  </a:lnTo>
                  <a:lnTo>
                    <a:pt x="85" y="20"/>
                  </a:lnTo>
                  <a:lnTo>
                    <a:pt x="154" y="0"/>
                  </a:lnTo>
                  <a:lnTo>
                    <a:pt x="309" y="12"/>
                  </a:lnTo>
                  <a:lnTo>
                    <a:pt x="546" y="88"/>
                  </a:lnTo>
                  <a:lnTo>
                    <a:pt x="620" y="132"/>
                  </a:lnTo>
                  <a:lnTo>
                    <a:pt x="624" y="144"/>
                  </a:lnTo>
                  <a:lnTo>
                    <a:pt x="511" y="32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7306106" y="1871961"/>
              <a:ext cx="356" cy="255"/>
            </a:xfrm>
            <a:custGeom>
              <a:avLst/>
              <a:pathLst>
                <a:path w="356" h="255">
                  <a:moveTo>
                    <a:pt x="253" y="255"/>
                  </a:moveTo>
                  <a:lnTo>
                    <a:pt x="197" y="249"/>
                  </a:lnTo>
                  <a:lnTo>
                    <a:pt x="0" y="175"/>
                  </a:lnTo>
                  <a:lnTo>
                    <a:pt x="0" y="159"/>
                  </a:lnTo>
                  <a:lnTo>
                    <a:pt x="5" y="151"/>
                  </a:lnTo>
                  <a:lnTo>
                    <a:pt x="70" y="69"/>
                  </a:lnTo>
                  <a:lnTo>
                    <a:pt x="103" y="39"/>
                  </a:lnTo>
                  <a:lnTo>
                    <a:pt x="147" y="34"/>
                  </a:lnTo>
                  <a:lnTo>
                    <a:pt x="166" y="13"/>
                  </a:lnTo>
                  <a:lnTo>
                    <a:pt x="201" y="0"/>
                  </a:lnTo>
                  <a:lnTo>
                    <a:pt x="212" y="1"/>
                  </a:lnTo>
                  <a:lnTo>
                    <a:pt x="247" y="6"/>
                  </a:lnTo>
                  <a:lnTo>
                    <a:pt x="252" y="8"/>
                  </a:lnTo>
                  <a:lnTo>
                    <a:pt x="278" y="18"/>
                  </a:lnTo>
                  <a:lnTo>
                    <a:pt x="298" y="27"/>
                  </a:lnTo>
                  <a:lnTo>
                    <a:pt x="310" y="35"/>
                  </a:lnTo>
                  <a:lnTo>
                    <a:pt x="317" y="43"/>
                  </a:lnTo>
                  <a:lnTo>
                    <a:pt x="343" y="118"/>
                  </a:lnTo>
                  <a:lnTo>
                    <a:pt x="356" y="159"/>
                  </a:lnTo>
                  <a:lnTo>
                    <a:pt x="331" y="198"/>
                  </a:lnTo>
                  <a:lnTo>
                    <a:pt x="306" y="232"/>
                  </a:lnTo>
                  <a:lnTo>
                    <a:pt x="253" y="2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7304231" y="1870810"/>
              <a:ext cx="439" cy="266"/>
            </a:xfrm>
            <a:custGeom>
              <a:avLst/>
              <a:pathLst>
                <a:path w="439" h="266">
                  <a:moveTo>
                    <a:pt x="230" y="265"/>
                  </a:moveTo>
                  <a:lnTo>
                    <a:pt x="12" y="266"/>
                  </a:lnTo>
                  <a:lnTo>
                    <a:pt x="0" y="250"/>
                  </a:lnTo>
                  <a:lnTo>
                    <a:pt x="19" y="171"/>
                  </a:lnTo>
                  <a:lnTo>
                    <a:pt x="39" y="122"/>
                  </a:lnTo>
                  <a:lnTo>
                    <a:pt x="206" y="15"/>
                  </a:lnTo>
                  <a:lnTo>
                    <a:pt x="252" y="0"/>
                  </a:lnTo>
                  <a:lnTo>
                    <a:pt x="311" y="22"/>
                  </a:lnTo>
                  <a:lnTo>
                    <a:pt x="366" y="70"/>
                  </a:lnTo>
                  <a:lnTo>
                    <a:pt x="385" y="106"/>
                  </a:lnTo>
                  <a:lnTo>
                    <a:pt x="439" y="234"/>
                  </a:lnTo>
                  <a:lnTo>
                    <a:pt x="432" y="256"/>
                  </a:lnTo>
                  <a:lnTo>
                    <a:pt x="428" y="259"/>
                  </a:lnTo>
                  <a:lnTo>
                    <a:pt x="416" y="263"/>
                  </a:lnTo>
                  <a:lnTo>
                    <a:pt x="247" y="265"/>
                  </a:lnTo>
                  <a:lnTo>
                    <a:pt x="230" y="26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7281314" y="1866897"/>
              <a:ext cx="438" cy="299"/>
            </a:xfrm>
            <a:custGeom>
              <a:avLst/>
              <a:pathLst>
                <a:path w="438" h="299">
                  <a:moveTo>
                    <a:pt x="120" y="284"/>
                  </a:moveTo>
                  <a:lnTo>
                    <a:pt x="13" y="299"/>
                  </a:lnTo>
                  <a:lnTo>
                    <a:pt x="0" y="224"/>
                  </a:lnTo>
                  <a:lnTo>
                    <a:pt x="3" y="206"/>
                  </a:lnTo>
                  <a:lnTo>
                    <a:pt x="25" y="173"/>
                  </a:lnTo>
                  <a:lnTo>
                    <a:pt x="236" y="40"/>
                  </a:lnTo>
                  <a:lnTo>
                    <a:pt x="277" y="22"/>
                  </a:lnTo>
                  <a:lnTo>
                    <a:pt x="407" y="0"/>
                  </a:lnTo>
                  <a:lnTo>
                    <a:pt x="425" y="1"/>
                  </a:lnTo>
                  <a:lnTo>
                    <a:pt x="428" y="14"/>
                  </a:lnTo>
                  <a:lnTo>
                    <a:pt x="438" y="61"/>
                  </a:lnTo>
                  <a:lnTo>
                    <a:pt x="384" y="162"/>
                  </a:lnTo>
                  <a:lnTo>
                    <a:pt x="120" y="2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7281795" y="1866352"/>
              <a:ext cx="864" cy="600"/>
            </a:xfrm>
            <a:custGeom>
              <a:avLst/>
              <a:pathLst>
                <a:path w="864" h="600">
                  <a:moveTo>
                    <a:pt x="67" y="600"/>
                  </a:moveTo>
                  <a:lnTo>
                    <a:pt x="49" y="600"/>
                  </a:lnTo>
                  <a:lnTo>
                    <a:pt x="46" y="597"/>
                  </a:lnTo>
                  <a:lnTo>
                    <a:pt x="0" y="513"/>
                  </a:lnTo>
                  <a:lnTo>
                    <a:pt x="6" y="469"/>
                  </a:lnTo>
                  <a:lnTo>
                    <a:pt x="258" y="215"/>
                  </a:lnTo>
                  <a:lnTo>
                    <a:pt x="364" y="90"/>
                  </a:lnTo>
                  <a:lnTo>
                    <a:pt x="473" y="19"/>
                  </a:lnTo>
                  <a:lnTo>
                    <a:pt x="650" y="46"/>
                  </a:lnTo>
                  <a:lnTo>
                    <a:pt x="728" y="11"/>
                  </a:lnTo>
                  <a:lnTo>
                    <a:pt x="765" y="0"/>
                  </a:lnTo>
                  <a:lnTo>
                    <a:pt x="864" y="20"/>
                  </a:lnTo>
                  <a:lnTo>
                    <a:pt x="779" y="126"/>
                  </a:lnTo>
                  <a:lnTo>
                    <a:pt x="709" y="188"/>
                  </a:lnTo>
                  <a:lnTo>
                    <a:pt x="67" y="60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7280546" y="1865331"/>
              <a:ext cx="1126" cy="616"/>
            </a:xfrm>
            <a:custGeom>
              <a:avLst/>
              <a:pathLst>
                <a:path w="1126" h="616">
                  <a:moveTo>
                    <a:pt x="719" y="211"/>
                  </a:moveTo>
                  <a:lnTo>
                    <a:pt x="877" y="345"/>
                  </a:lnTo>
                  <a:lnTo>
                    <a:pt x="986" y="363"/>
                  </a:lnTo>
                  <a:lnTo>
                    <a:pt x="1044" y="329"/>
                  </a:lnTo>
                  <a:lnTo>
                    <a:pt x="1126" y="369"/>
                  </a:lnTo>
                  <a:lnTo>
                    <a:pt x="1114" y="579"/>
                  </a:lnTo>
                  <a:lnTo>
                    <a:pt x="1095" y="598"/>
                  </a:lnTo>
                  <a:lnTo>
                    <a:pt x="1053" y="616"/>
                  </a:lnTo>
                  <a:lnTo>
                    <a:pt x="1010" y="613"/>
                  </a:lnTo>
                  <a:lnTo>
                    <a:pt x="772" y="549"/>
                  </a:lnTo>
                  <a:lnTo>
                    <a:pt x="646" y="485"/>
                  </a:lnTo>
                  <a:lnTo>
                    <a:pt x="605" y="443"/>
                  </a:lnTo>
                  <a:lnTo>
                    <a:pt x="357" y="298"/>
                  </a:lnTo>
                  <a:lnTo>
                    <a:pt x="347" y="307"/>
                  </a:lnTo>
                  <a:lnTo>
                    <a:pt x="306" y="344"/>
                  </a:lnTo>
                  <a:lnTo>
                    <a:pt x="252" y="372"/>
                  </a:lnTo>
                  <a:lnTo>
                    <a:pt x="204" y="393"/>
                  </a:lnTo>
                  <a:lnTo>
                    <a:pt x="155" y="377"/>
                  </a:lnTo>
                  <a:lnTo>
                    <a:pt x="55" y="345"/>
                  </a:lnTo>
                  <a:lnTo>
                    <a:pt x="0" y="321"/>
                  </a:lnTo>
                  <a:lnTo>
                    <a:pt x="1" y="316"/>
                  </a:lnTo>
                  <a:lnTo>
                    <a:pt x="30" y="250"/>
                  </a:lnTo>
                  <a:lnTo>
                    <a:pt x="93" y="169"/>
                  </a:lnTo>
                  <a:lnTo>
                    <a:pt x="210" y="41"/>
                  </a:lnTo>
                  <a:lnTo>
                    <a:pt x="407" y="15"/>
                  </a:lnTo>
                  <a:lnTo>
                    <a:pt x="601" y="0"/>
                  </a:lnTo>
                  <a:lnTo>
                    <a:pt x="688" y="2"/>
                  </a:lnTo>
                  <a:lnTo>
                    <a:pt x="695" y="20"/>
                  </a:lnTo>
                  <a:lnTo>
                    <a:pt x="698" y="30"/>
                  </a:lnTo>
                  <a:lnTo>
                    <a:pt x="745" y="153"/>
                  </a:lnTo>
                  <a:lnTo>
                    <a:pt x="716" y="198"/>
                  </a:lnTo>
                  <a:lnTo>
                    <a:pt x="719" y="2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7304404" y="1869352"/>
              <a:ext cx="1860" cy="1360"/>
            </a:xfrm>
            <a:custGeom>
              <a:avLst/>
              <a:pathLst>
                <a:path w="1860" h="1360">
                  <a:moveTo>
                    <a:pt x="1825" y="217"/>
                  </a:moveTo>
                  <a:lnTo>
                    <a:pt x="1853" y="250"/>
                  </a:lnTo>
                  <a:lnTo>
                    <a:pt x="1858" y="260"/>
                  </a:lnTo>
                  <a:lnTo>
                    <a:pt x="1860" y="272"/>
                  </a:lnTo>
                  <a:lnTo>
                    <a:pt x="1838" y="405"/>
                  </a:lnTo>
                  <a:lnTo>
                    <a:pt x="1835" y="421"/>
                  </a:lnTo>
                  <a:lnTo>
                    <a:pt x="1791" y="435"/>
                  </a:lnTo>
                  <a:lnTo>
                    <a:pt x="1280" y="423"/>
                  </a:lnTo>
                  <a:lnTo>
                    <a:pt x="1253" y="408"/>
                  </a:lnTo>
                  <a:lnTo>
                    <a:pt x="1187" y="322"/>
                  </a:lnTo>
                  <a:lnTo>
                    <a:pt x="1110" y="349"/>
                  </a:lnTo>
                  <a:lnTo>
                    <a:pt x="951" y="450"/>
                  </a:lnTo>
                  <a:lnTo>
                    <a:pt x="939" y="457"/>
                  </a:lnTo>
                  <a:lnTo>
                    <a:pt x="929" y="485"/>
                  </a:lnTo>
                  <a:lnTo>
                    <a:pt x="960" y="564"/>
                  </a:lnTo>
                  <a:lnTo>
                    <a:pt x="995" y="567"/>
                  </a:lnTo>
                  <a:lnTo>
                    <a:pt x="1029" y="579"/>
                  </a:lnTo>
                  <a:lnTo>
                    <a:pt x="1114" y="644"/>
                  </a:lnTo>
                  <a:lnTo>
                    <a:pt x="1118" y="653"/>
                  </a:lnTo>
                  <a:lnTo>
                    <a:pt x="1047" y="740"/>
                  </a:lnTo>
                  <a:lnTo>
                    <a:pt x="737" y="1070"/>
                  </a:lnTo>
                  <a:lnTo>
                    <a:pt x="714" y="1087"/>
                  </a:lnTo>
                  <a:lnTo>
                    <a:pt x="686" y="1098"/>
                  </a:lnTo>
                  <a:lnTo>
                    <a:pt x="604" y="1107"/>
                  </a:lnTo>
                  <a:lnTo>
                    <a:pt x="564" y="1101"/>
                  </a:lnTo>
                  <a:lnTo>
                    <a:pt x="483" y="1036"/>
                  </a:lnTo>
                  <a:lnTo>
                    <a:pt x="477" y="1016"/>
                  </a:lnTo>
                  <a:lnTo>
                    <a:pt x="324" y="1000"/>
                  </a:lnTo>
                  <a:lnTo>
                    <a:pt x="250" y="1129"/>
                  </a:lnTo>
                  <a:lnTo>
                    <a:pt x="234" y="1185"/>
                  </a:lnTo>
                  <a:lnTo>
                    <a:pt x="188" y="1339"/>
                  </a:lnTo>
                  <a:lnTo>
                    <a:pt x="180" y="1347"/>
                  </a:lnTo>
                  <a:lnTo>
                    <a:pt x="164" y="1360"/>
                  </a:lnTo>
                  <a:lnTo>
                    <a:pt x="93" y="1333"/>
                  </a:lnTo>
                  <a:lnTo>
                    <a:pt x="50" y="1270"/>
                  </a:lnTo>
                  <a:lnTo>
                    <a:pt x="43" y="1251"/>
                  </a:lnTo>
                  <a:lnTo>
                    <a:pt x="0" y="907"/>
                  </a:lnTo>
                  <a:lnTo>
                    <a:pt x="1" y="839"/>
                  </a:lnTo>
                  <a:lnTo>
                    <a:pt x="68" y="656"/>
                  </a:lnTo>
                  <a:lnTo>
                    <a:pt x="79" y="651"/>
                  </a:lnTo>
                  <a:lnTo>
                    <a:pt x="203" y="667"/>
                  </a:lnTo>
                  <a:lnTo>
                    <a:pt x="307" y="731"/>
                  </a:lnTo>
                  <a:lnTo>
                    <a:pt x="357" y="799"/>
                  </a:lnTo>
                  <a:lnTo>
                    <a:pt x="410" y="808"/>
                  </a:lnTo>
                  <a:lnTo>
                    <a:pt x="675" y="710"/>
                  </a:lnTo>
                  <a:lnTo>
                    <a:pt x="768" y="644"/>
                  </a:lnTo>
                  <a:lnTo>
                    <a:pt x="899" y="436"/>
                  </a:lnTo>
                  <a:lnTo>
                    <a:pt x="910" y="420"/>
                  </a:lnTo>
                  <a:lnTo>
                    <a:pt x="923" y="382"/>
                  </a:lnTo>
                  <a:lnTo>
                    <a:pt x="915" y="365"/>
                  </a:lnTo>
                  <a:lnTo>
                    <a:pt x="890" y="354"/>
                  </a:lnTo>
                  <a:lnTo>
                    <a:pt x="863" y="351"/>
                  </a:lnTo>
                  <a:lnTo>
                    <a:pt x="839" y="323"/>
                  </a:lnTo>
                  <a:lnTo>
                    <a:pt x="781" y="195"/>
                  </a:lnTo>
                  <a:lnTo>
                    <a:pt x="787" y="181"/>
                  </a:lnTo>
                  <a:lnTo>
                    <a:pt x="797" y="163"/>
                  </a:lnTo>
                  <a:lnTo>
                    <a:pt x="923" y="110"/>
                  </a:lnTo>
                  <a:lnTo>
                    <a:pt x="1002" y="78"/>
                  </a:lnTo>
                  <a:lnTo>
                    <a:pt x="1015" y="79"/>
                  </a:lnTo>
                  <a:lnTo>
                    <a:pt x="1031" y="91"/>
                  </a:lnTo>
                  <a:lnTo>
                    <a:pt x="1103" y="81"/>
                  </a:lnTo>
                  <a:lnTo>
                    <a:pt x="1154" y="48"/>
                  </a:lnTo>
                  <a:lnTo>
                    <a:pt x="1209" y="8"/>
                  </a:lnTo>
                  <a:lnTo>
                    <a:pt x="1255" y="0"/>
                  </a:lnTo>
                  <a:lnTo>
                    <a:pt x="1310" y="5"/>
                  </a:lnTo>
                  <a:lnTo>
                    <a:pt x="1714" y="107"/>
                  </a:lnTo>
                  <a:lnTo>
                    <a:pt x="1757" y="136"/>
                  </a:lnTo>
                  <a:lnTo>
                    <a:pt x="1825" y="2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7296707" y="1867731"/>
              <a:ext cx="529" cy="352"/>
            </a:xfrm>
            <a:custGeom>
              <a:avLst/>
              <a:pathLst>
                <a:path w="529" h="352">
                  <a:moveTo>
                    <a:pt x="404" y="350"/>
                  </a:moveTo>
                  <a:lnTo>
                    <a:pt x="382" y="352"/>
                  </a:lnTo>
                  <a:lnTo>
                    <a:pt x="288" y="319"/>
                  </a:lnTo>
                  <a:lnTo>
                    <a:pt x="142" y="223"/>
                  </a:lnTo>
                  <a:lnTo>
                    <a:pt x="8" y="56"/>
                  </a:lnTo>
                  <a:lnTo>
                    <a:pt x="0" y="30"/>
                  </a:lnTo>
                  <a:lnTo>
                    <a:pt x="50" y="5"/>
                  </a:lnTo>
                  <a:lnTo>
                    <a:pt x="131" y="0"/>
                  </a:lnTo>
                  <a:lnTo>
                    <a:pt x="326" y="58"/>
                  </a:lnTo>
                  <a:lnTo>
                    <a:pt x="528" y="267"/>
                  </a:lnTo>
                  <a:lnTo>
                    <a:pt x="529" y="276"/>
                  </a:lnTo>
                  <a:lnTo>
                    <a:pt x="528" y="304"/>
                  </a:lnTo>
                  <a:lnTo>
                    <a:pt x="526" y="309"/>
                  </a:lnTo>
                  <a:lnTo>
                    <a:pt x="502" y="332"/>
                  </a:lnTo>
                  <a:lnTo>
                    <a:pt x="462" y="340"/>
                  </a:lnTo>
                  <a:lnTo>
                    <a:pt x="404" y="35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7281376" y="1865059"/>
              <a:ext cx="315" cy="327"/>
            </a:xfrm>
            <a:custGeom>
              <a:avLst/>
              <a:pathLst>
                <a:path w="315" h="327">
                  <a:moveTo>
                    <a:pt x="222" y="327"/>
                  </a:moveTo>
                  <a:lnTo>
                    <a:pt x="124" y="323"/>
                  </a:lnTo>
                  <a:lnTo>
                    <a:pt x="66" y="313"/>
                  </a:lnTo>
                  <a:lnTo>
                    <a:pt x="5" y="261"/>
                  </a:lnTo>
                  <a:lnTo>
                    <a:pt x="0" y="222"/>
                  </a:lnTo>
                  <a:lnTo>
                    <a:pt x="12" y="143"/>
                  </a:lnTo>
                  <a:lnTo>
                    <a:pt x="128" y="0"/>
                  </a:lnTo>
                  <a:lnTo>
                    <a:pt x="299" y="64"/>
                  </a:lnTo>
                  <a:lnTo>
                    <a:pt x="309" y="67"/>
                  </a:lnTo>
                  <a:lnTo>
                    <a:pt x="313" y="72"/>
                  </a:lnTo>
                  <a:lnTo>
                    <a:pt x="315" y="127"/>
                  </a:lnTo>
                  <a:lnTo>
                    <a:pt x="298" y="211"/>
                  </a:lnTo>
                  <a:lnTo>
                    <a:pt x="294" y="228"/>
                  </a:lnTo>
                  <a:lnTo>
                    <a:pt x="289" y="235"/>
                  </a:lnTo>
                  <a:lnTo>
                    <a:pt x="231" y="315"/>
                  </a:lnTo>
                  <a:lnTo>
                    <a:pt x="222" y="3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7282641" y="1865014"/>
              <a:ext cx="444" cy="248"/>
            </a:xfrm>
            <a:custGeom>
              <a:avLst/>
              <a:pathLst>
                <a:path w="444" h="248">
                  <a:moveTo>
                    <a:pt x="289" y="227"/>
                  </a:moveTo>
                  <a:lnTo>
                    <a:pt x="68" y="248"/>
                  </a:lnTo>
                  <a:lnTo>
                    <a:pt x="47" y="240"/>
                  </a:lnTo>
                  <a:lnTo>
                    <a:pt x="0" y="223"/>
                  </a:lnTo>
                  <a:lnTo>
                    <a:pt x="0" y="206"/>
                  </a:lnTo>
                  <a:lnTo>
                    <a:pt x="115" y="0"/>
                  </a:lnTo>
                  <a:lnTo>
                    <a:pt x="317" y="16"/>
                  </a:lnTo>
                  <a:lnTo>
                    <a:pt x="353" y="25"/>
                  </a:lnTo>
                  <a:lnTo>
                    <a:pt x="391" y="60"/>
                  </a:lnTo>
                  <a:lnTo>
                    <a:pt x="439" y="140"/>
                  </a:lnTo>
                  <a:lnTo>
                    <a:pt x="444" y="198"/>
                  </a:lnTo>
                  <a:lnTo>
                    <a:pt x="423" y="208"/>
                  </a:lnTo>
                  <a:lnTo>
                    <a:pt x="293" y="226"/>
                  </a:lnTo>
                  <a:lnTo>
                    <a:pt x="289" y="2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7284393" y="1864982"/>
              <a:ext cx="299" cy="326"/>
            </a:xfrm>
            <a:custGeom>
              <a:avLst/>
              <a:pathLst>
                <a:path w="299" h="326">
                  <a:moveTo>
                    <a:pt x="200" y="310"/>
                  </a:moveTo>
                  <a:lnTo>
                    <a:pt x="156" y="326"/>
                  </a:lnTo>
                  <a:lnTo>
                    <a:pt x="61" y="246"/>
                  </a:lnTo>
                  <a:lnTo>
                    <a:pt x="54" y="240"/>
                  </a:lnTo>
                  <a:lnTo>
                    <a:pt x="22" y="212"/>
                  </a:lnTo>
                  <a:lnTo>
                    <a:pt x="8" y="200"/>
                  </a:lnTo>
                  <a:lnTo>
                    <a:pt x="0" y="75"/>
                  </a:lnTo>
                  <a:lnTo>
                    <a:pt x="57" y="10"/>
                  </a:lnTo>
                  <a:lnTo>
                    <a:pt x="60" y="3"/>
                  </a:lnTo>
                  <a:lnTo>
                    <a:pt x="82" y="0"/>
                  </a:lnTo>
                  <a:lnTo>
                    <a:pt x="166" y="27"/>
                  </a:lnTo>
                  <a:lnTo>
                    <a:pt x="175" y="36"/>
                  </a:lnTo>
                  <a:lnTo>
                    <a:pt x="200" y="71"/>
                  </a:lnTo>
                  <a:lnTo>
                    <a:pt x="299" y="217"/>
                  </a:lnTo>
                  <a:lnTo>
                    <a:pt x="299" y="223"/>
                  </a:lnTo>
                  <a:lnTo>
                    <a:pt x="299" y="234"/>
                  </a:lnTo>
                  <a:lnTo>
                    <a:pt x="297" y="240"/>
                  </a:lnTo>
                  <a:lnTo>
                    <a:pt x="278" y="268"/>
                  </a:lnTo>
                  <a:lnTo>
                    <a:pt x="200" y="31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7304593" y="1868243"/>
              <a:ext cx="535" cy="521"/>
            </a:xfrm>
            <a:custGeom>
              <a:avLst/>
              <a:pathLst>
                <a:path w="535" h="521">
                  <a:moveTo>
                    <a:pt x="424" y="473"/>
                  </a:moveTo>
                  <a:lnTo>
                    <a:pt x="297" y="521"/>
                  </a:lnTo>
                  <a:lnTo>
                    <a:pt x="221" y="487"/>
                  </a:lnTo>
                  <a:lnTo>
                    <a:pt x="30" y="400"/>
                  </a:lnTo>
                  <a:lnTo>
                    <a:pt x="13" y="386"/>
                  </a:lnTo>
                  <a:lnTo>
                    <a:pt x="0" y="343"/>
                  </a:lnTo>
                  <a:lnTo>
                    <a:pt x="50" y="170"/>
                  </a:lnTo>
                  <a:lnTo>
                    <a:pt x="85" y="147"/>
                  </a:lnTo>
                  <a:lnTo>
                    <a:pt x="224" y="112"/>
                  </a:lnTo>
                  <a:lnTo>
                    <a:pt x="224" y="88"/>
                  </a:lnTo>
                  <a:lnTo>
                    <a:pt x="232" y="68"/>
                  </a:lnTo>
                  <a:lnTo>
                    <a:pt x="276" y="28"/>
                  </a:lnTo>
                  <a:lnTo>
                    <a:pt x="284" y="23"/>
                  </a:lnTo>
                  <a:lnTo>
                    <a:pt x="401" y="0"/>
                  </a:lnTo>
                  <a:lnTo>
                    <a:pt x="532" y="115"/>
                  </a:lnTo>
                  <a:lnTo>
                    <a:pt x="535" y="122"/>
                  </a:lnTo>
                  <a:lnTo>
                    <a:pt x="438" y="461"/>
                  </a:lnTo>
                  <a:lnTo>
                    <a:pt x="435" y="465"/>
                  </a:lnTo>
                  <a:lnTo>
                    <a:pt x="424" y="4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7296620" y="1866279"/>
              <a:ext cx="815" cy="568"/>
            </a:xfrm>
            <a:custGeom>
              <a:avLst/>
              <a:pathLst>
                <a:path w="815" h="568">
                  <a:moveTo>
                    <a:pt x="815" y="262"/>
                  </a:moveTo>
                  <a:lnTo>
                    <a:pt x="749" y="311"/>
                  </a:lnTo>
                  <a:lnTo>
                    <a:pt x="733" y="316"/>
                  </a:lnTo>
                  <a:lnTo>
                    <a:pt x="704" y="302"/>
                  </a:lnTo>
                  <a:lnTo>
                    <a:pt x="685" y="289"/>
                  </a:lnTo>
                  <a:lnTo>
                    <a:pt x="637" y="271"/>
                  </a:lnTo>
                  <a:lnTo>
                    <a:pt x="439" y="213"/>
                  </a:lnTo>
                  <a:lnTo>
                    <a:pt x="296" y="208"/>
                  </a:lnTo>
                  <a:lnTo>
                    <a:pt x="251" y="231"/>
                  </a:lnTo>
                  <a:lnTo>
                    <a:pt x="181" y="564"/>
                  </a:lnTo>
                  <a:lnTo>
                    <a:pt x="157" y="568"/>
                  </a:lnTo>
                  <a:lnTo>
                    <a:pt x="14" y="452"/>
                  </a:lnTo>
                  <a:lnTo>
                    <a:pt x="0" y="382"/>
                  </a:lnTo>
                  <a:lnTo>
                    <a:pt x="3" y="215"/>
                  </a:lnTo>
                  <a:lnTo>
                    <a:pt x="389" y="36"/>
                  </a:lnTo>
                  <a:lnTo>
                    <a:pt x="514" y="0"/>
                  </a:lnTo>
                  <a:lnTo>
                    <a:pt x="531" y="1"/>
                  </a:lnTo>
                  <a:lnTo>
                    <a:pt x="629" y="10"/>
                  </a:lnTo>
                  <a:lnTo>
                    <a:pt x="737" y="101"/>
                  </a:lnTo>
                  <a:lnTo>
                    <a:pt x="777" y="164"/>
                  </a:lnTo>
                  <a:lnTo>
                    <a:pt x="796" y="196"/>
                  </a:lnTo>
                  <a:lnTo>
                    <a:pt x="815" y="26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7284745" y="1864320"/>
              <a:ext cx="1130" cy="649"/>
            </a:xfrm>
            <a:custGeom>
              <a:avLst/>
              <a:pathLst>
                <a:path w="1130" h="649">
                  <a:moveTo>
                    <a:pt x="914" y="0"/>
                  </a:moveTo>
                  <a:lnTo>
                    <a:pt x="938" y="83"/>
                  </a:lnTo>
                  <a:lnTo>
                    <a:pt x="1036" y="150"/>
                  </a:lnTo>
                  <a:lnTo>
                    <a:pt x="1103" y="149"/>
                  </a:lnTo>
                  <a:lnTo>
                    <a:pt x="1130" y="281"/>
                  </a:lnTo>
                  <a:lnTo>
                    <a:pt x="1083" y="452"/>
                  </a:lnTo>
                  <a:lnTo>
                    <a:pt x="1015" y="532"/>
                  </a:lnTo>
                  <a:lnTo>
                    <a:pt x="902" y="559"/>
                  </a:lnTo>
                  <a:lnTo>
                    <a:pt x="480" y="642"/>
                  </a:lnTo>
                  <a:lnTo>
                    <a:pt x="442" y="649"/>
                  </a:lnTo>
                  <a:lnTo>
                    <a:pt x="180" y="598"/>
                  </a:lnTo>
                  <a:lnTo>
                    <a:pt x="171" y="597"/>
                  </a:lnTo>
                  <a:lnTo>
                    <a:pt x="0" y="445"/>
                  </a:lnTo>
                  <a:lnTo>
                    <a:pt x="17" y="386"/>
                  </a:lnTo>
                  <a:lnTo>
                    <a:pt x="164" y="283"/>
                  </a:lnTo>
                  <a:lnTo>
                    <a:pt x="671" y="7"/>
                  </a:lnTo>
                  <a:lnTo>
                    <a:pt x="709" y="6"/>
                  </a:lnTo>
                  <a:lnTo>
                    <a:pt x="758" y="13"/>
                  </a:lnTo>
                  <a:lnTo>
                    <a:pt x="781" y="29"/>
                  </a:lnTo>
                  <a:lnTo>
                    <a:pt x="870" y="17"/>
                  </a:lnTo>
                  <a:lnTo>
                    <a:pt x="914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7287567" y="1862190"/>
              <a:ext cx="504" cy="255"/>
            </a:xfrm>
            <a:custGeom>
              <a:avLst/>
              <a:pathLst>
                <a:path w="504" h="255">
                  <a:moveTo>
                    <a:pt x="80" y="254"/>
                  </a:moveTo>
                  <a:lnTo>
                    <a:pt x="68" y="255"/>
                  </a:lnTo>
                  <a:lnTo>
                    <a:pt x="41" y="241"/>
                  </a:lnTo>
                  <a:lnTo>
                    <a:pt x="0" y="188"/>
                  </a:lnTo>
                  <a:lnTo>
                    <a:pt x="8" y="171"/>
                  </a:lnTo>
                  <a:lnTo>
                    <a:pt x="33" y="154"/>
                  </a:lnTo>
                  <a:lnTo>
                    <a:pt x="73" y="127"/>
                  </a:lnTo>
                  <a:lnTo>
                    <a:pt x="93" y="115"/>
                  </a:lnTo>
                  <a:lnTo>
                    <a:pt x="225" y="51"/>
                  </a:lnTo>
                  <a:lnTo>
                    <a:pt x="390" y="0"/>
                  </a:lnTo>
                  <a:lnTo>
                    <a:pt x="486" y="12"/>
                  </a:lnTo>
                  <a:lnTo>
                    <a:pt x="498" y="23"/>
                  </a:lnTo>
                  <a:lnTo>
                    <a:pt x="504" y="43"/>
                  </a:lnTo>
                  <a:lnTo>
                    <a:pt x="485" y="83"/>
                  </a:lnTo>
                  <a:lnTo>
                    <a:pt x="377" y="195"/>
                  </a:lnTo>
                  <a:lnTo>
                    <a:pt x="285" y="214"/>
                  </a:lnTo>
                  <a:lnTo>
                    <a:pt x="125" y="235"/>
                  </a:lnTo>
                  <a:lnTo>
                    <a:pt x="80" y="25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7298349" y="1861240"/>
              <a:ext cx="539" cy="821"/>
            </a:xfrm>
            <a:custGeom>
              <a:avLst/>
              <a:pathLst>
                <a:path w="539" h="821">
                  <a:moveTo>
                    <a:pt x="188" y="816"/>
                  </a:moveTo>
                  <a:lnTo>
                    <a:pt x="143" y="821"/>
                  </a:lnTo>
                  <a:lnTo>
                    <a:pt x="38" y="774"/>
                  </a:lnTo>
                  <a:lnTo>
                    <a:pt x="0" y="699"/>
                  </a:lnTo>
                  <a:lnTo>
                    <a:pt x="0" y="687"/>
                  </a:lnTo>
                  <a:lnTo>
                    <a:pt x="48" y="263"/>
                  </a:lnTo>
                  <a:lnTo>
                    <a:pt x="65" y="212"/>
                  </a:lnTo>
                  <a:lnTo>
                    <a:pt x="218" y="16"/>
                  </a:lnTo>
                  <a:lnTo>
                    <a:pt x="333" y="0"/>
                  </a:lnTo>
                  <a:lnTo>
                    <a:pt x="449" y="43"/>
                  </a:lnTo>
                  <a:lnTo>
                    <a:pt x="499" y="101"/>
                  </a:lnTo>
                  <a:lnTo>
                    <a:pt x="539" y="422"/>
                  </a:lnTo>
                  <a:lnTo>
                    <a:pt x="513" y="475"/>
                  </a:lnTo>
                  <a:lnTo>
                    <a:pt x="277" y="764"/>
                  </a:lnTo>
                  <a:lnTo>
                    <a:pt x="188" y="81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7297557" y="1861020"/>
              <a:ext cx="316" cy="392"/>
            </a:xfrm>
            <a:custGeom>
              <a:avLst/>
              <a:pathLst>
                <a:path w="316" h="392">
                  <a:moveTo>
                    <a:pt x="153" y="340"/>
                  </a:moveTo>
                  <a:lnTo>
                    <a:pt x="92" y="392"/>
                  </a:lnTo>
                  <a:lnTo>
                    <a:pt x="12" y="345"/>
                  </a:lnTo>
                  <a:lnTo>
                    <a:pt x="0" y="304"/>
                  </a:lnTo>
                  <a:lnTo>
                    <a:pt x="19" y="214"/>
                  </a:lnTo>
                  <a:lnTo>
                    <a:pt x="75" y="102"/>
                  </a:lnTo>
                  <a:lnTo>
                    <a:pt x="118" y="36"/>
                  </a:lnTo>
                  <a:lnTo>
                    <a:pt x="185" y="0"/>
                  </a:lnTo>
                  <a:lnTo>
                    <a:pt x="267" y="59"/>
                  </a:lnTo>
                  <a:lnTo>
                    <a:pt x="300" y="90"/>
                  </a:lnTo>
                  <a:lnTo>
                    <a:pt x="312" y="147"/>
                  </a:lnTo>
                  <a:lnTo>
                    <a:pt x="316" y="185"/>
                  </a:lnTo>
                  <a:lnTo>
                    <a:pt x="202" y="295"/>
                  </a:lnTo>
                  <a:lnTo>
                    <a:pt x="153" y="34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7303159" y="1861508"/>
              <a:ext cx="541" cy="474"/>
            </a:xfrm>
            <a:custGeom>
              <a:avLst/>
              <a:pathLst>
                <a:path w="541" h="474">
                  <a:moveTo>
                    <a:pt x="109" y="474"/>
                  </a:moveTo>
                  <a:lnTo>
                    <a:pt x="17" y="459"/>
                  </a:lnTo>
                  <a:lnTo>
                    <a:pt x="15" y="453"/>
                  </a:lnTo>
                  <a:lnTo>
                    <a:pt x="0" y="422"/>
                  </a:lnTo>
                  <a:lnTo>
                    <a:pt x="3" y="363"/>
                  </a:lnTo>
                  <a:lnTo>
                    <a:pt x="261" y="47"/>
                  </a:lnTo>
                  <a:lnTo>
                    <a:pt x="358" y="12"/>
                  </a:lnTo>
                  <a:lnTo>
                    <a:pt x="398" y="4"/>
                  </a:lnTo>
                  <a:lnTo>
                    <a:pt x="419" y="0"/>
                  </a:lnTo>
                  <a:lnTo>
                    <a:pt x="471" y="7"/>
                  </a:lnTo>
                  <a:lnTo>
                    <a:pt x="530" y="16"/>
                  </a:lnTo>
                  <a:lnTo>
                    <a:pt x="541" y="30"/>
                  </a:lnTo>
                  <a:lnTo>
                    <a:pt x="533" y="60"/>
                  </a:lnTo>
                  <a:lnTo>
                    <a:pt x="401" y="394"/>
                  </a:lnTo>
                  <a:lnTo>
                    <a:pt x="384" y="415"/>
                  </a:lnTo>
                  <a:lnTo>
                    <a:pt x="357" y="435"/>
                  </a:lnTo>
                  <a:lnTo>
                    <a:pt x="109" y="47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7305754" y="1860581"/>
              <a:ext cx="674" cy="417"/>
            </a:xfrm>
            <a:custGeom>
              <a:avLst/>
              <a:pathLst>
                <a:path w="674" h="417">
                  <a:moveTo>
                    <a:pt x="272" y="408"/>
                  </a:moveTo>
                  <a:lnTo>
                    <a:pt x="187" y="417"/>
                  </a:lnTo>
                  <a:lnTo>
                    <a:pt x="137" y="405"/>
                  </a:lnTo>
                  <a:lnTo>
                    <a:pt x="111" y="387"/>
                  </a:lnTo>
                  <a:lnTo>
                    <a:pt x="0" y="202"/>
                  </a:lnTo>
                  <a:lnTo>
                    <a:pt x="1" y="175"/>
                  </a:lnTo>
                  <a:lnTo>
                    <a:pt x="77" y="70"/>
                  </a:lnTo>
                  <a:lnTo>
                    <a:pt x="217" y="0"/>
                  </a:lnTo>
                  <a:lnTo>
                    <a:pt x="264" y="0"/>
                  </a:lnTo>
                  <a:lnTo>
                    <a:pt x="588" y="144"/>
                  </a:lnTo>
                  <a:lnTo>
                    <a:pt x="674" y="227"/>
                  </a:lnTo>
                  <a:lnTo>
                    <a:pt x="661" y="284"/>
                  </a:lnTo>
                  <a:lnTo>
                    <a:pt x="654" y="290"/>
                  </a:lnTo>
                  <a:lnTo>
                    <a:pt x="272" y="40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7306391" y="1859529"/>
              <a:ext cx="624" cy="384"/>
            </a:xfrm>
            <a:custGeom>
              <a:avLst/>
              <a:pathLst>
                <a:path w="624" h="384">
                  <a:moveTo>
                    <a:pt x="601" y="384"/>
                  </a:moveTo>
                  <a:lnTo>
                    <a:pt x="558" y="377"/>
                  </a:lnTo>
                  <a:lnTo>
                    <a:pt x="435" y="314"/>
                  </a:lnTo>
                  <a:lnTo>
                    <a:pt x="394" y="292"/>
                  </a:lnTo>
                  <a:lnTo>
                    <a:pt x="35" y="106"/>
                  </a:lnTo>
                  <a:lnTo>
                    <a:pt x="0" y="62"/>
                  </a:lnTo>
                  <a:lnTo>
                    <a:pt x="0" y="58"/>
                  </a:lnTo>
                  <a:lnTo>
                    <a:pt x="40" y="15"/>
                  </a:lnTo>
                  <a:lnTo>
                    <a:pt x="53" y="3"/>
                  </a:lnTo>
                  <a:lnTo>
                    <a:pt x="70" y="0"/>
                  </a:lnTo>
                  <a:lnTo>
                    <a:pt x="85" y="1"/>
                  </a:lnTo>
                  <a:lnTo>
                    <a:pt x="510" y="119"/>
                  </a:lnTo>
                  <a:lnTo>
                    <a:pt x="530" y="144"/>
                  </a:lnTo>
                  <a:lnTo>
                    <a:pt x="624" y="345"/>
                  </a:lnTo>
                  <a:lnTo>
                    <a:pt x="601" y="3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7306530" y="1858761"/>
              <a:ext cx="355" cy="446"/>
            </a:xfrm>
            <a:custGeom>
              <a:avLst/>
              <a:pathLst>
                <a:path w="355" h="446">
                  <a:moveTo>
                    <a:pt x="338" y="401"/>
                  </a:moveTo>
                  <a:lnTo>
                    <a:pt x="170" y="446"/>
                  </a:lnTo>
                  <a:lnTo>
                    <a:pt x="146" y="434"/>
                  </a:lnTo>
                  <a:lnTo>
                    <a:pt x="77" y="373"/>
                  </a:lnTo>
                  <a:lnTo>
                    <a:pt x="50" y="348"/>
                  </a:lnTo>
                  <a:lnTo>
                    <a:pt x="4" y="240"/>
                  </a:lnTo>
                  <a:lnTo>
                    <a:pt x="0" y="51"/>
                  </a:lnTo>
                  <a:lnTo>
                    <a:pt x="75" y="0"/>
                  </a:lnTo>
                  <a:lnTo>
                    <a:pt x="89" y="90"/>
                  </a:lnTo>
                  <a:lnTo>
                    <a:pt x="317" y="243"/>
                  </a:lnTo>
                  <a:lnTo>
                    <a:pt x="340" y="267"/>
                  </a:lnTo>
                  <a:lnTo>
                    <a:pt x="355" y="311"/>
                  </a:lnTo>
                  <a:lnTo>
                    <a:pt x="338" y="4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7305764" y="1858326"/>
              <a:ext cx="619" cy="295"/>
            </a:xfrm>
            <a:custGeom>
              <a:avLst/>
              <a:pathLst>
                <a:path w="619" h="295">
                  <a:moveTo>
                    <a:pt x="619" y="194"/>
                  </a:moveTo>
                  <a:lnTo>
                    <a:pt x="611" y="223"/>
                  </a:lnTo>
                  <a:lnTo>
                    <a:pt x="588" y="235"/>
                  </a:lnTo>
                  <a:lnTo>
                    <a:pt x="565" y="235"/>
                  </a:lnTo>
                  <a:lnTo>
                    <a:pt x="501" y="209"/>
                  </a:lnTo>
                  <a:lnTo>
                    <a:pt x="423" y="184"/>
                  </a:lnTo>
                  <a:lnTo>
                    <a:pt x="357" y="207"/>
                  </a:lnTo>
                  <a:lnTo>
                    <a:pt x="197" y="295"/>
                  </a:lnTo>
                  <a:lnTo>
                    <a:pt x="121" y="291"/>
                  </a:lnTo>
                  <a:lnTo>
                    <a:pt x="0" y="152"/>
                  </a:lnTo>
                  <a:lnTo>
                    <a:pt x="24" y="92"/>
                  </a:lnTo>
                  <a:lnTo>
                    <a:pt x="161" y="17"/>
                  </a:lnTo>
                  <a:lnTo>
                    <a:pt x="199" y="12"/>
                  </a:lnTo>
                  <a:lnTo>
                    <a:pt x="497" y="0"/>
                  </a:lnTo>
                  <a:lnTo>
                    <a:pt x="528" y="7"/>
                  </a:lnTo>
                  <a:lnTo>
                    <a:pt x="579" y="35"/>
                  </a:lnTo>
                  <a:lnTo>
                    <a:pt x="615" y="144"/>
                  </a:lnTo>
                  <a:lnTo>
                    <a:pt x="619" y="1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7305533" y="1857240"/>
              <a:ext cx="2889" cy="1772"/>
            </a:xfrm>
            <a:custGeom>
              <a:avLst/>
              <a:pathLst>
                <a:path w="2889" h="1772">
                  <a:moveTo>
                    <a:pt x="811" y="323"/>
                  </a:moveTo>
                  <a:lnTo>
                    <a:pt x="842" y="530"/>
                  </a:lnTo>
                  <a:lnTo>
                    <a:pt x="868" y="654"/>
                  </a:lnTo>
                  <a:lnTo>
                    <a:pt x="1086" y="817"/>
                  </a:lnTo>
                  <a:lnTo>
                    <a:pt x="1363" y="909"/>
                  </a:lnTo>
                  <a:lnTo>
                    <a:pt x="1555" y="973"/>
                  </a:lnTo>
                  <a:lnTo>
                    <a:pt x="1667" y="1022"/>
                  </a:lnTo>
                  <a:lnTo>
                    <a:pt x="2048" y="1205"/>
                  </a:lnTo>
                  <a:lnTo>
                    <a:pt x="2080" y="1223"/>
                  </a:lnTo>
                  <a:lnTo>
                    <a:pt x="2236" y="1269"/>
                  </a:lnTo>
                  <a:lnTo>
                    <a:pt x="2296" y="1236"/>
                  </a:lnTo>
                  <a:lnTo>
                    <a:pt x="2312" y="1213"/>
                  </a:lnTo>
                  <a:lnTo>
                    <a:pt x="2382" y="1189"/>
                  </a:lnTo>
                  <a:lnTo>
                    <a:pt x="2605" y="1179"/>
                  </a:lnTo>
                  <a:lnTo>
                    <a:pt x="2843" y="1207"/>
                  </a:lnTo>
                  <a:lnTo>
                    <a:pt x="2882" y="1282"/>
                  </a:lnTo>
                  <a:lnTo>
                    <a:pt x="2889" y="1347"/>
                  </a:lnTo>
                  <a:lnTo>
                    <a:pt x="2886" y="1384"/>
                  </a:lnTo>
                  <a:lnTo>
                    <a:pt x="2845" y="1350"/>
                  </a:lnTo>
                  <a:lnTo>
                    <a:pt x="2755" y="1304"/>
                  </a:lnTo>
                  <a:lnTo>
                    <a:pt x="2724" y="1307"/>
                  </a:lnTo>
                  <a:lnTo>
                    <a:pt x="2703" y="1466"/>
                  </a:lnTo>
                  <a:lnTo>
                    <a:pt x="2695" y="1597"/>
                  </a:lnTo>
                  <a:lnTo>
                    <a:pt x="2721" y="1659"/>
                  </a:lnTo>
                  <a:lnTo>
                    <a:pt x="2782" y="1718"/>
                  </a:lnTo>
                  <a:lnTo>
                    <a:pt x="2783" y="1749"/>
                  </a:lnTo>
                  <a:lnTo>
                    <a:pt x="2775" y="1757"/>
                  </a:lnTo>
                  <a:lnTo>
                    <a:pt x="2761" y="1772"/>
                  </a:lnTo>
                  <a:lnTo>
                    <a:pt x="2651" y="1760"/>
                  </a:lnTo>
                  <a:lnTo>
                    <a:pt x="2562" y="1715"/>
                  </a:lnTo>
                  <a:lnTo>
                    <a:pt x="2558" y="1708"/>
                  </a:lnTo>
                  <a:lnTo>
                    <a:pt x="2529" y="1647"/>
                  </a:lnTo>
                  <a:lnTo>
                    <a:pt x="2556" y="1631"/>
                  </a:lnTo>
                  <a:lnTo>
                    <a:pt x="2599" y="1621"/>
                  </a:lnTo>
                  <a:lnTo>
                    <a:pt x="2593" y="1575"/>
                  </a:lnTo>
                  <a:lnTo>
                    <a:pt x="2460" y="1330"/>
                  </a:lnTo>
                  <a:lnTo>
                    <a:pt x="2449" y="1322"/>
                  </a:lnTo>
                  <a:lnTo>
                    <a:pt x="2289" y="1310"/>
                  </a:lnTo>
                  <a:lnTo>
                    <a:pt x="2136" y="1352"/>
                  </a:lnTo>
                  <a:lnTo>
                    <a:pt x="1717" y="1250"/>
                  </a:lnTo>
                  <a:lnTo>
                    <a:pt x="1550" y="1356"/>
                  </a:lnTo>
                  <a:lnTo>
                    <a:pt x="1474" y="1385"/>
                  </a:lnTo>
                  <a:lnTo>
                    <a:pt x="1387" y="1352"/>
                  </a:lnTo>
                  <a:lnTo>
                    <a:pt x="1276" y="1308"/>
                  </a:lnTo>
                  <a:lnTo>
                    <a:pt x="1105" y="1230"/>
                  </a:lnTo>
                  <a:lnTo>
                    <a:pt x="1101" y="1190"/>
                  </a:lnTo>
                  <a:lnTo>
                    <a:pt x="1093" y="1175"/>
                  </a:lnTo>
                  <a:lnTo>
                    <a:pt x="1041" y="1113"/>
                  </a:lnTo>
                  <a:lnTo>
                    <a:pt x="912" y="1002"/>
                  </a:lnTo>
                  <a:lnTo>
                    <a:pt x="701" y="839"/>
                  </a:lnTo>
                  <a:lnTo>
                    <a:pt x="679" y="837"/>
                  </a:lnTo>
                  <a:lnTo>
                    <a:pt x="675" y="842"/>
                  </a:lnTo>
                  <a:lnTo>
                    <a:pt x="657" y="888"/>
                  </a:lnTo>
                  <a:lnTo>
                    <a:pt x="597" y="879"/>
                  </a:lnTo>
                  <a:lnTo>
                    <a:pt x="525" y="864"/>
                  </a:lnTo>
                  <a:lnTo>
                    <a:pt x="495" y="851"/>
                  </a:lnTo>
                  <a:lnTo>
                    <a:pt x="265" y="709"/>
                  </a:lnTo>
                  <a:lnTo>
                    <a:pt x="199" y="664"/>
                  </a:lnTo>
                  <a:lnTo>
                    <a:pt x="123" y="588"/>
                  </a:lnTo>
                  <a:lnTo>
                    <a:pt x="50" y="417"/>
                  </a:lnTo>
                  <a:lnTo>
                    <a:pt x="51" y="179"/>
                  </a:lnTo>
                  <a:lnTo>
                    <a:pt x="13" y="124"/>
                  </a:lnTo>
                  <a:lnTo>
                    <a:pt x="0" y="91"/>
                  </a:lnTo>
                  <a:lnTo>
                    <a:pt x="72" y="62"/>
                  </a:lnTo>
                  <a:lnTo>
                    <a:pt x="197" y="45"/>
                  </a:lnTo>
                  <a:lnTo>
                    <a:pt x="232" y="48"/>
                  </a:lnTo>
                  <a:lnTo>
                    <a:pt x="332" y="103"/>
                  </a:lnTo>
                  <a:lnTo>
                    <a:pt x="338" y="208"/>
                  </a:lnTo>
                  <a:lnTo>
                    <a:pt x="410" y="262"/>
                  </a:lnTo>
                  <a:lnTo>
                    <a:pt x="752" y="287"/>
                  </a:lnTo>
                  <a:lnTo>
                    <a:pt x="777" y="279"/>
                  </a:lnTo>
                  <a:lnTo>
                    <a:pt x="780" y="275"/>
                  </a:lnTo>
                  <a:lnTo>
                    <a:pt x="848" y="162"/>
                  </a:lnTo>
                  <a:lnTo>
                    <a:pt x="872" y="122"/>
                  </a:lnTo>
                  <a:lnTo>
                    <a:pt x="883" y="38"/>
                  </a:lnTo>
                  <a:lnTo>
                    <a:pt x="883" y="34"/>
                  </a:lnTo>
                  <a:lnTo>
                    <a:pt x="879" y="19"/>
                  </a:lnTo>
                  <a:lnTo>
                    <a:pt x="965" y="0"/>
                  </a:lnTo>
                  <a:lnTo>
                    <a:pt x="1052" y="16"/>
                  </a:lnTo>
                  <a:lnTo>
                    <a:pt x="1105" y="95"/>
                  </a:lnTo>
                  <a:lnTo>
                    <a:pt x="1084" y="170"/>
                  </a:lnTo>
                  <a:lnTo>
                    <a:pt x="959" y="206"/>
                  </a:lnTo>
                  <a:lnTo>
                    <a:pt x="932" y="207"/>
                  </a:lnTo>
                  <a:lnTo>
                    <a:pt x="884" y="232"/>
                  </a:lnTo>
                  <a:lnTo>
                    <a:pt x="822" y="276"/>
                  </a:lnTo>
                  <a:lnTo>
                    <a:pt x="811" y="3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7305158" y="1856719"/>
              <a:ext cx="884" cy="444"/>
            </a:xfrm>
            <a:custGeom>
              <a:avLst/>
              <a:pathLst>
                <a:path w="884" h="444">
                  <a:moveTo>
                    <a:pt x="228" y="30"/>
                  </a:moveTo>
                  <a:lnTo>
                    <a:pt x="309" y="73"/>
                  </a:lnTo>
                  <a:lnTo>
                    <a:pt x="514" y="107"/>
                  </a:lnTo>
                  <a:lnTo>
                    <a:pt x="639" y="110"/>
                  </a:lnTo>
                  <a:lnTo>
                    <a:pt x="841" y="179"/>
                  </a:lnTo>
                  <a:lnTo>
                    <a:pt x="882" y="225"/>
                  </a:lnTo>
                  <a:lnTo>
                    <a:pt x="884" y="282"/>
                  </a:lnTo>
                  <a:lnTo>
                    <a:pt x="881" y="319"/>
                  </a:lnTo>
                  <a:lnTo>
                    <a:pt x="875" y="395"/>
                  </a:lnTo>
                  <a:lnTo>
                    <a:pt x="829" y="444"/>
                  </a:lnTo>
                  <a:lnTo>
                    <a:pt x="737" y="440"/>
                  </a:lnTo>
                  <a:lnTo>
                    <a:pt x="442" y="351"/>
                  </a:lnTo>
                  <a:lnTo>
                    <a:pt x="65" y="156"/>
                  </a:lnTo>
                  <a:lnTo>
                    <a:pt x="0" y="71"/>
                  </a:lnTo>
                  <a:lnTo>
                    <a:pt x="17" y="36"/>
                  </a:lnTo>
                  <a:lnTo>
                    <a:pt x="75" y="0"/>
                  </a:lnTo>
                  <a:lnTo>
                    <a:pt x="108" y="0"/>
                  </a:lnTo>
                  <a:lnTo>
                    <a:pt x="129" y="0"/>
                  </a:lnTo>
                  <a:lnTo>
                    <a:pt x="228" y="3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7297991" y="1855334"/>
              <a:ext cx="1208" cy="2021"/>
            </a:xfrm>
            <a:custGeom>
              <a:avLst/>
              <a:pathLst>
                <a:path w="1208" h="2021">
                  <a:moveTo>
                    <a:pt x="422" y="2011"/>
                  </a:moveTo>
                  <a:lnTo>
                    <a:pt x="377" y="2021"/>
                  </a:lnTo>
                  <a:lnTo>
                    <a:pt x="325" y="2012"/>
                  </a:lnTo>
                  <a:lnTo>
                    <a:pt x="256" y="1956"/>
                  </a:lnTo>
                  <a:lnTo>
                    <a:pt x="139" y="1684"/>
                  </a:lnTo>
                  <a:lnTo>
                    <a:pt x="153" y="1464"/>
                  </a:lnTo>
                  <a:lnTo>
                    <a:pt x="170" y="1333"/>
                  </a:lnTo>
                  <a:lnTo>
                    <a:pt x="77" y="929"/>
                  </a:lnTo>
                  <a:lnTo>
                    <a:pt x="0" y="787"/>
                  </a:lnTo>
                  <a:lnTo>
                    <a:pt x="0" y="777"/>
                  </a:lnTo>
                  <a:lnTo>
                    <a:pt x="49" y="634"/>
                  </a:lnTo>
                  <a:lnTo>
                    <a:pt x="235" y="399"/>
                  </a:lnTo>
                  <a:lnTo>
                    <a:pt x="481" y="206"/>
                  </a:lnTo>
                  <a:lnTo>
                    <a:pt x="549" y="170"/>
                  </a:lnTo>
                  <a:lnTo>
                    <a:pt x="796" y="51"/>
                  </a:lnTo>
                  <a:lnTo>
                    <a:pt x="906" y="0"/>
                  </a:lnTo>
                  <a:lnTo>
                    <a:pt x="914" y="1"/>
                  </a:lnTo>
                  <a:lnTo>
                    <a:pt x="956" y="35"/>
                  </a:lnTo>
                  <a:lnTo>
                    <a:pt x="1108" y="201"/>
                  </a:lnTo>
                  <a:lnTo>
                    <a:pt x="1176" y="275"/>
                  </a:lnTo>
                  <a:lnTo>
                    <a:pt x="1208" y="619"/>
                  </a:lnTo>
                  <a:lnTo>
                    <a:pt x="1204" y="663"/>
                  </a:lnTo>
                  <a:lnTo>
                    <a:pt x="1122" y="721"/>
                  </a:lnTo>
                  <a:lnTo>
                    <a:pt x="1057" y="733"/>
                  </a:lnTo>
                  <a:lnTo>
                    <a:pt x="1012" y="735"/>
                  </a:lnTo>
                  <a:lnTo>
                    <a:pt x="720" y="920"/>
                  </a:lnTo>
                  <a:lnTo>
                    <a:pt x="671" y="976"/>
                  </a:lnTo>
                  <a:lnTo>
                    <a:pt x="673" y="1020"/>
                  </a:lnTo>
                  <a:lnTo>
                    <a:pt x="677" y="1095"/>
                  </a:lnTo>
                  <a:lnTo>
                    <a:pt x="682" y="1201"/>
                  </a:lnTo>
                  <a:lnTo>
                    <a:pt x="557" y="1409"/>
                  </a:lnTo>
                  <a:lnTo>
                    <a:pt x="481" y="1408"/>
                  </a:lnTo>
                  <a:lnTo>
                    <a:pt x="494" y="1688"/>
                  </a:lnTo>
                  <a:lnTo>
                    <a:pt x="524" y="1775"/>
                  </a:lnTo>
                  <a:lnTo>
                    <a:pt x="529" y="1864"/>
                  </a:lnTo>
                  <a:lnTo>
                    <a:pt x="422" y="20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7306226" y="1856169"/>
              <a:ext cx="609" cy="454"/>
            </a:xfrm>
            <a:custGeom>
              <a:avLst/>
              <a:pathLst>
                <a:path w="609" h="454">
                  <a:moveTo>
                    <a:pt x="589" y="454"/>
                  </a:moveTo>
                  <a:lnTo>
                    <a:pt x="546" y="452"/>
                  </a:lnTo>
                  <a:lnTo>
                    <a:pt x="426" y="387"/>
                  </a:lnTo>
                  <a:lnTo>
                    <a:pt x="243" y="312"/>
                  </a:lnTo>
                  <a:lnTo>
                    <a:pt x="25" y="127"/>
                  </a:lnTo>
                  <a:lnTo>
                    <a:pt x="0" y="100"/>
                  </a:lnTo>
                  <a:lnTo>
                    <a:pt x="12" y="76"/>
                  </a:lnTo>
                  <a:lnTo>
                    <a:pt x="37" y="34"/>
                  </a:lnTo>
                  <a:lnTo>
                    <a:pt x="46" y="28"/>
                  </a:lnTo>
                  <a:lnTo>
                    <a:pt x="132" y="0"/>
                  </a:lnTo>
                  <a:lnTo>
                    <a:pt x="270" y="26"/>
                  </a:lnTo>
                  <a:lnTo>
                    <a:pt x="321" y="55"/>
                  </a:lnTo>
                  <a:lnTo>
                    <a:pt x="398" y="131"/>
                  </a:lnTo>
                  <a:lnTo>
                    <a:pt x="599" y="400"/>
                  </a:lnTo>
                  <a:lnTo>
                    <a:pt x="609" y="422"/>
                  </a:lnTo>
                  <a:lnTo>
                    <a:pt x="604" y="439"/>
                  </a:lnTo>
                  <a:lnTo>
                    <a:pt x="589" y="45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7304837" y="1855100"/>
              <a:ext cx="467" cy="411"/>
            </a:xfrm>
            <a:custGeom>
              <a:avLst/>
              <a:pathLst>
                <a:path w="467" h="411">
                  <a:moveTo>
                    <a:pt x="91" y="411"/>
                  </a:moveTo>
                  <a:lnTo>
                    <a:pt x="30" y="411"/>
                  </a:lnTo>
                  <a:lnTo>
                    <a:pt x="21" y="402"/>
                  </a:lnTo>
                  <a:lnTo>
                    <a:pt x="0" y="366"/>
                  </a:lnTo>
                  <a:lnTo>
                    <a:pt x="166" y="0"/>
                  </a:lnTo>
                  <a:lnTo>
                    <a:pt x="333" y="6"/>
                  </a:lnTo>
                  <a:lnTo>
                    <a:pt x="390" y="8"/>
                  </a:lnTo>
                  <a:lnTo>
                    <a:pt x="416" y="44"/>
                  </a:lnTo>
                  <a:lnTo>
                    <a:pt x="467" y="234"/>
                  </a:lnTo>
                  <a:lnTo>
                    <a:pt x="464" y="245"/>
                  </a:lnTo>
                  <a:lnTo>
                    <a:pt x="331" y="339"/>
                  </a:lnTo>
                  <a:lnTo>
                    <a:pt x="91" y="4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7299506" y="1853964"/>
              <a:ext cx="6124" cy="6106"/>
            </a:xfrm>
            <a:custGeom>
              <a:avLst/>
              <a:pathLst>
                <a:path w="6124" h="6106">
                  <a:moveTo>
                    <a:pt x="3264" y="778"/>
                  </a:moveTo>
                  <a:lnTo>
                    <a:pt x="3245" y="889"/>
                  </a:lnTo>
                  <a:lnTo>
                    <a:pt x="3224" y="964"/>
                  </a:lnTo>
                  <a:lnTo>
                    <a:pt x="3198" y="1004"/>
                  </a:lnTo>
                  <a:lnTo>
                    <a:pt x="3171" y="1020"/>
                  </a:lnTo>
                  <a:lnTo>
                    <a:pt x="3112" y="1287"/>
                  </a:lnTo>
                  <a:lnTo>
                    <a:pt x="3113" y="1304"/>
                  </a:lnTo>
                  <a:lnTo>
                    <a:pt x="3124" y="1584"/>
                  </a:lnTo>
                  <a:lnTo>
                    <a:pt x="3450" y="1916"/>
                  </a:lnTo>
                  <a:lnTo>
                    <a:pt x="3476" y="1967"/>
                  </a:lnTo>
                  <a:lnTo>
                    <a:pt x="3500" y="2016"/>
                  </a:lnTo>
                  <a:lnTo>
                    <a:pt x="3596" y="2205"/>
                  </a:lnTo>
                  <a:lnTo>
                    <a:pt x="3604" y="2221"/>
                  </a:lnTo>
                  <a:lnTo>
                    <a:pt x="3909" y="2649"/>
                  </a:lnTo>
                  <a:lnTo>
                    <a:pt x="4173" y="2696"/>
                  </a:lnTo>
                  <a:lnTo>
                    <a:pt x="4674" y="2876"/>
                  </a:lnTo>
                  <a:lnTo>
                    <a:pt x="4857" y="3048"/>
                  </a:lnTo>
                  <a:lnTo>
                    <a:pt x="4849" y="2992"/>
                  </a:lnTo>
                  <a:lnTo>
                    <a:pt x="4848" y="2986"/>
                  </a:lnTo>
                  <a:lnTo>
                    <a:pt x="4877" y="2982"/>
                  </a:lnTo>
                  <a:lnTo>
                    <a:pt x="4880" y="2975"/>
                  </a:lnTo>
                  <a:lnTo>
                    <a:pt x="4877" y="2966"/>
                  </a:lnTo>
                  <a:lnTo>
                    <a:pt x="4873" y="2962"/>
                  </a:lnTo>
                  <a:lnTo>
                    <a:pt x="4869" y="2961"/>
                  </a:lnTo>
                  <a:lnTo>
                    <a:pt x="4861" y="2962"/>
                  </a:lnTo>
                  <a:lnTo>
                    <a:pt x="4836" y="2954"/>
                  </a:lnTo>
                  <a:lnTo>
                    <a:pt x="4756" y="2870"/>
                  </a:lnTo>
                  <a:lnTo>
                    <a:pt x="4757" y="2863"/>
                  </a:lnTo>
                  <a:lnTo>
                    <a:pt x="4841" y="2798"/>
                  </a:lnTo>
                  <a:lnTo>
                    <a:pt x="4849" y="2792"/>
                  </a:lnTo>
                  <a:lnTo>
                    <a:pt x="4854" y="2795"/>
                  </a:lnTo>
                  <a:lnTo>
                    <a:pt x="4858" y="2792"/>
                  </a:lnTo>
                  <a:lnTo>
                    <a:pt x="4870" y="2783"/>
                  </a:lnTo>
                  <a:lnTo>
                    <a:pt x="4874" y="2786"/>
                  </a:lnTo>
                  <a:lnTo>
                    <a:pt x="4881" y="2791"/>
                  </a:lnTo>
                  <a:lnTo>
                    <a:pt x="4884" y="2787"/>
                  </a:lnTo>
                  <a:lnTo>
                    <a:pt x="5014" y="2913"/>
                  </a:lnTo>
                  <a:lnTo>
                    <a:pt x="5116" y="3014"/>
                  </a:lnTo>
                  <a:lnTo>
                    <a:pt x="5265" y="3158"/>
                  </a:lnTo>
                  <a:lnTo>
                    <a:pt x="5287" y="3179"/>
                  </a:lnTo>
                  <a:lnTo>
                    <a:pt x="5236" y="3307"/>
                  </a:lnTo>
                  <a:lnTo>
                    <a:pt x="5503" y="3444"/>
                  </a:lnTo>
                  <a:lnTo>
                    <a:pt x="5678" y="3496"/>
                  </a:lnTo>
                  <a:lnTo>
                    <a:pt x="5716" y="3519"/>
                  </a:lnTo>
                  <a:lnTo>
                    <a:pt x="5753" y="3669"/>
                  </a:lnTo>
                  <a:lnTo>
                    <a:pt x="5808" y="3888"/>
                  </a:lnTo>
                  <a:lnTo>
                    <a:pt x="5811" y="4006"/>
                  </a:lnTo>
                  <a:lnTo>
                    <a:pt x="6124" y="4382"/>
                  </a:lnTo>
                  <a:lnTo>
                    <a:pt x="6122" y="4402"/>
                  </a:lnTo>
                  <a:lnTo>
                    <a:pt x="6045" y="4458"/>
                  </a:lnTo>
                  <a:lnTo>
                    <a:pt x="5992" y="4453"/>
                  </a:lnTo>
                  <a:lnTo>
                    <a:pt x="5946" y="4431"/>
                  </a:lnTo>
                  <a:lnTo>
                    <a:pt x="5913" y="4416"/>
                  </a:lnTo>
                  <a:lnTo>
                    <a:pt x="5862" y="4410"/>
                  </a:lnTo>
                  <a:lnTo>
                    <a:pt x="5830" y="4428"/>
                  </a:lnTo>
                  <a:lnTo>
                    <a:pt x="5728" y="4619"/>
                  </a:lnTo>
                  <a:lnTo>
                    <a:pt x="5691" y="4800"/>
                  </a:lnTo>
                  <a:lnTo>
                    <a:pt x="5738" y="4904"/>
                  </a:lnTo>
                  <a:lnTo>
                    <a:pt x="5737" y="4923"/>
                  </a:lnTo>
                  <a:lnTo>
                    <a:pt x="5732" y="5087"/>
                  </a:lnTo>
                  <a:lnTo>
                    <a:pt x="5625" y="5290"/>
                  </a:lnTo>
                  <a:lnTo>
                    <a:pt x="5526" y="5427"/>
                  </a:lnTo>
                  <a:lnTo>
                    <a:pt x="5510" y="5449"/>
                  </a:lnTo>
                  <a:lnTo>
                    <a:pt x="5381" y="5627"/>
                  </a:lnTo>
                  <a:lnTo>
                    <a:pt x="5234" y="5808"/>
                  </a:lnTo>
                  <a:lnTo>
                    <a:pt x="5233" y="5812"/>
                  </a:lnTo>
                  <a:lnTo>
                    <a:pt x="5213" y="5877"/>
                  </a:lnTo>
                  <a:lnTo>
                    <a:pt x="5199" y="6018"/>
                  </a:lnTo>
                  <a:lnTo>
                    <a:pt x="5163" y="6036"/>
                  </a:lnTo>
                  <a:lnTo>
                    <a:pt x="4936" y="6106"/>
                  </a:lnTo>
                  <a:lnTo>
                    <a:pt x="4876" y="6096"/>
                  </a:lnTo>
                  <a:lnTo>
                    <a:pt x="4861" y="6027"/>
                  </a:lnTo>
                  <a:lnTo>
                    <a:pt x="4869" y="5959"/>
                  </a:lnTo>
                  <a:lnTo>
                    <a:pt x="4874" y="5916"/>
                  </a:lnTo>
                  <a:lnTo>
                    <a:pt x="4887" y="5816"/>
                  </a:lnTo>
                  <a:lnTo>
                    <a:pt x="4898" y="5726"/>
                  </a:lnTo>
                  <a:lnTo>
                    <a:pt x="5000" y="5542"/>
                  </a:lnTo>
                  <a:lnTo>
                    <a:pt x="5017" y="5517"/>
                  </a:lnTo>
                  <a:lnTo>
                    <a:pt x="5097" y="5398"/>
                  </a:lnTo>
                  <a:lnTo>
                    <a:pt x="5004" y="5211"/>
                  </a:lnTo>
                  <a:lnTo>
                    <a:pt x="4972" y="5190"/>
                  </a:lnTo>
                  <a:lnTo>
                    <a:pt x="4951" y="5200"/>
                  </a:lnTo>
                  <a:lnTo>
                    <a:pt x="4654" y="5329"/>
                  </a:lnTo>
                  <a:lnTo>
                    <a:pt x="4532" y="5441"/>
                  </a:lnTo>
                  <a:lnTo>
                    <a:pt x="4512" y="5459"/>
                  </a:lnTo>
                  <a:lnTo>
                    <a:pt x="4511" y="5466"/>
                  </a:lnTo>
                  <a:lnTo>
                    <a:pt x="4474" y="5609"/>
                  </a:lnTo>
                  <a:lnTo>
                    <a:pt x="4442" y="5680"/>
                  </a:lnTo>
                  <a:lnTo>
                    <a:pt x="4371" y="5733"/>
                  </a:lnTo>
                  <a:lnTo>
                    <a:pt x="4340" y="5742"/>
                  </a:lnTo>
                  <a:lnTo>
                    <a:pt x="4318" y="5748"/>
                  </a:lnTo>
                  <a:lnTo>
                    <a:pt x="4230" y="5759"/>
                  </a:lnTo>
                  <a:lnTo>
                    <a:pt x="4093" y="5752"/>
                  </a:lnTo>
                  <a:lnTo>
                    <a:pt x="4001" y="5723"/>
                  </a:lnTo>
                  <a:lnTo>
                    <a:pt x="3972" y="5702"/>
                  </a:lnTo>
                  <a:lnTo>
                    <a:pt x="3962" y="5696"/>
                  </a:lnTo>
                  <a:lnTo>
                    <a:pt x="3948" y="5686"/>
                  </a:lnTo>
                  <a:lnTo>
                    <a:pt x="3991" y="5613"/>
                  </a:lnTo>
                  <a:lnTo>
                    <a:pt x="4038" y="5592"/>
                  </a:lnTo>
                  <a:lnTo>
                    <a:pt x="4075" y="5592"/>
                  </a:lnTo>
                  <a:lnTo>
                    <a:pt x="4166" y="5591"/>
                  </a:lnTo>
                  <a:lnTo>
                    <a:pt x="4204" y="5474"/>
                  </a:lnTo>
                  <a:lnTo>
                    <a:pt x="3976" y="5193"/>
                  </a:lnTo>
                  <a:lnTo>
                    <a:pt x="3962" y="5187"/>
                  </a:lnTo>
                  <a:lnTo>
                    <a:pt x="3837" y="5239"/>
                  </a:lnTo>
                  <a:lnTo>
                    <a:pt x="3805" y="5259"/>
                  </a:lnTo>
                  <a:lnTo>
                    <a:pt x="3705" y="5463"/>
                  </a:lnTo>
                  <a:lnTo>
                    <a:pt x="3581" y="5604"/>
                  </a:lnTo>
                  <a:lnTo>
                    <a:pt x="3542" y="5642"/>
                  </a:lnTo>
                  <a:lnTo>
                    <a:pt x="3525" y="5659"/>
                  </a:lnTo>
                  <a:lnTo>
                    <a:pt x="3468" y="5657"/>
                  </a:lnTo>
                  <a:lnTo>
                    <a:pt x="3383" y="5607"/>
                  </a:lnTo>
                  <a:lnTo>
                    <a:pt x="3342" y="5547"/>
                  </a:lnTo>
                  <a:lnTo>
                    <a:pt x="3344" y="5472"/>
                  </a:lnTo>
                  <a:lnTo>
                    <a:pt x="3388" y="5423"/>
                  </a:lnTo>
                  <a:lnTo>
                    <a:pt x="3463" y="5339"/>
                  </a:lnTo>
                  <a:lnTo>
                    <a:pt x="3482" y="5267"/>
                  </a:lnTo>
                  <a:lnTo>
                    <a:pt x="3511" y="5107"/>
                  </a:lnTo>
                  <a:lnTo>
                    <a:pt x="3503" y="5020"/>
                  </a:lnTo>
                  <a:lnTo>
                    <a:pt x="3473" y="4996"/>
                  </a:lnTo>
                  <a:lnTo>
                    <a:pt x="3436" y="5020"/>
                  </a:lnTo>
                  <a:lnTo>
                    <a:pt x="3394" y="5088"/>
                  </a:lnTo>
                  <a:lnTo>
                    <a:pt x="3412" y="5107"/>
                  </a:lnTo>
                  <a:lnTo>
                    <a:pt x="3391" y="5147"/>
                  </a:lnTo>
                  <a:lnTo>
                    <a:pt x="3293" y="5218"/>
                  </a:lnTo>
                  <a:lnTo>
                    <a:pt x="3275" y="5220"/>
                  </a:lnTo>
                  <a:lnTo>
                    <a:pt x="3165" y="5191"/>
                  </a:lnTo>
                  <a:lnTo>
                    <a:pt x="3130" y="5147"/>
                  </a:lnTo>
                  <a:lnTo>
                    <a:pt x="3130" y="5135"/>
                  </a:lnTo>
                  <a:lnTo>
                    <a:pt x="3221" y="5026"/>
                  </a:lnTo>
                  <a:lnTo>
                    <a:pt x="3285" y="4950"/>
                  </a:lnTo>
                  <a:lnTo>
                    <a:pt x="3332" y="4866"/>
                  </a:lnTo>
                  <a:lnTo>
                    <a:pt x="3327" y="4851"/>
                  </a:lnTo>
                  <a:lnTo>
                    <a:pt x="2974" y="4114"/>
                  </a:lnTo>
                  <a:lnTo>
                    <a:pt x="2825" y="3978"/>
                  </a:lnTo>
                  <a:lnTo>
                    <a:pt x="2803" y="3992"/>
                  </a:lnTo>
                  <a:lnTo>
                    <a:pt x="2678" y="3991"/>
                  </a:lnTo>
                  <a:lnTo>
                    <a:pt x="2420" y="3971"/>
                  </a:lnTo>
                  <a:lnTo>
                    <a:pt x="2377" y="3941"/>
                  </a:lnTo>
                  <a:lnTo>
                    <a:pt x="2391" y="3740"/>
                  </a:lnTo>
                  <a:lnTo>
                    <a:pt x="2280" y="3160"/>
                  </a:lnTo>
                  <a:lnTo>
                    <a:pt x="1798" y="3026"/>
                  </a:lnTo>
                  <a:lnTo>
                    <a:pt x="1593" y="3153"/>
                  </a:lnTo>
                  <a:lnTo>
                    <a:pt x="1175" y="3566"/>
                  </a:lnTo>
                  <a:lnTo>
                    <a:pt x="979" y="3784"/>
                  </a:lnTo>
                  <a:lnTo>
                    <a:pt x="916" y="3784"/>
                  </a:lnTo>
                  <a:lnTo>
                    <a:pt x="730" y="3583"/>
                  </a:lnTo>
                  <a:lnTo>
                    <a:pt x="270" y="3426"/>
                  </a:lnTo>
                  <a:lnTo>
                    <a:pt x="152" y="3418"/>
                  </a:lnTo>
                  <a:lnTo>
                    <a:pt x="97" y="3427"/>
                  </a:lnTo>
                  <a:lnTo>
                    <a:pt x="74" y="3415"/>
                  </a:lnTo>
                  <a:lnTo>
                    <a:pt x="66" y="3410"/>
                  </a:lnTo>
                  <a:lnTo>
                    <a:pt x="32" y="3365"/>
                  </a:lnTo>
                  <a:lnTo>
                    <a:pt x="17" y="3318"/>
                  </a:lnTo>
                  <a:lnTo>
                    <a:pt x="0" y="3263"/>
                  </a:lnTo>
                  <a:lnTo>
                    <a:pt x="20" y="3080"/>
                  </a:lnTo>
                  <a:lnTo>
                    <a:pt x="153" y="2868"/>
                  </a:lnTo>
                  <a:lnTo>
                    <a:pt x="315" y="2554"/>
                  </a:lnTo>
                  <a:lnTo>
                    <a:pt x="356" y="2410"/>
                  </a:lnTo>
                  <a:lnTo>
                    <a:pt x="410" y="2264"/>
                  </a:lnTo>
                  <a:lnTo>
                    <a:pt x="590" y="1783"/>
                  </a:lnTo>
                  <a:lnTo>
                    <a:pt x="616" y="1761"/>
                  </a:lnTo>
                  <a:lnTo>
                    <a:pt x="694" y="1667"/>
                  </a:lnTo>
                  <a:lnTo>
                    <a:pt x="737" y="1512"/>
                  </a:lnTo>
                  <a:lnTo>
                    <a:pt x="822" y="1046"/>
                  </a:lnTo>
                  <a:lnTo>
                    <a:pt x="781" y="830"/>
                  </a:lnTo>
                  <a:lnTo>
                    <a:pt x="843" y="742"/>
                  </a:lnTo>
                  <a:lnTo>
                    <a:pt x="863" y="724"/>
                  </a:lnTo>
                  <a:lnTo>
                    <a:pt x="1019" y="598"/>
                  </a:lnTo>
                  <a:lnTo>
                    <a:pt x="1104" y="531"/>
                  </a:lnTo>
                  <a:lnTo>
                    <a:pt x="1272" y="463"/>
                  </a:lnTo>
                  <a:lnTo>
                    <a:pt x="1389" y="513"/>
                  </a:lnTo>
                  <a:lnTo>
                    <a:pt x="1626" y="547"/>
                  </a:lnTo>
                  <a:lnTo>
                    <a:pt x="1861" y="521"/>
                  </a:lnTo>
                  <a:lnTo>
                    <a:pt x="2239" y="391"/>
                  </a:lnTo>
                  <a:lnTo>
                    <a:pt x="2265" y="381"/>
                  </a:lnTo>
                  <a:lnTo>
                    <a:pt x="2348" y="348"/>
                  </a:lnTo>
                  <a:lnTo>
                    <a:pt x="2399" y="327"/>
                  </a:lnTo>
                  <a:lnTo>
                    <a:pt x="2582" y="158"/>
                  </a:lnTo>
                  <a:lnTo>
                    <a:pt x="2626" y="88"/>
                  </a:lnTo>
                  <a:lnTo>
                    <a:pt x="2629" y="83"/>
                  </a:lnTo>
                  <a:lnTo>
                    <a:pt x="2631" y="44"/>
                  </a:lnTo>
                  <a:lnTo>
                    <a:pt x="2782" y="3"/>
                  </a:lnTo>
                  <a:lnTo>
                    <a:pt x="2822" y="0"/>
                  </a:lnTo>
                  <a:lnTo>
                    <a:pt x="2930" y="8"/>
                  </a:lnTo>
                  <a:lnTo>
                    <a:pt x="2943" y="14"/>
                  </a:lnTo>
                  <a:lnTo>
                    <a:pt x="2986" y="74"/>
                  </a:lnTo>
                  <a:lnTo>
                    <a:pt x="3196" y="585"/>
                  </a:lnTo>
                  <a:lnTo>
                    <a:pt x="3201" y="600"/>
                  </a:lnTo>
                  <a:lnTo>
                    <a:pt x="3264" y="77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7305907" y="1854321"/>
              <a:ext cx="3654" cy="2349"/>
            </a:xfrm>
            <a:custGeom>
              <a:avLst/>
              <a:pathLst>
                <a:path w="3654" h="2349">
                  <a:moveTo>
                    <a:pt x="1163" y="279"/>
                  </a:moveTo>
                  <a:lnTo>
                    <a:pt x="1390" y="323"/>
                  </a:lnTo>
                  <a:lnTo>
                    <a:pt x="1562" y="334"/>
                  </a:lnTo>
                  <a:lnTo>
                    <a:pt x="1654" y="443"/>
                  </a:lnTo>
                  <a:lnTo>
                    <a:pt x="1621" y="668"/>
                  </a:lnTo>
                  <a:lnTo>
                    <a:pt x="1395" y="823"/>
                  </a:lnTo>
                  <a:lnTo>
                    <a:pt x="1223" y="1039"/>
                  </a:lnTo>
                  <a:lnTo>
                    <a:pt x="1131" y="1154"/>
                  </a:lnTo>
                  <a:lnTo>
                    <a:pt x="1148" y="1202"/>
                  </a:lnTo>
                  <a:lnTo>
                    <a:pt x="1214" y="1252"/>
                  </a:lnTo>
                  <a:lnTo>
                    <a:pt x="1229" y="1263"/>
                  </a:lnTo>
                  <a:lnTo>
                    <a:pt x="1479" y="1455"/>
                  </a:lnTo>
                  <a:lnTo>
                    <a:pt x="1639" y="1569"/>
                  </a:lnTo>
                  <a:lnTo>
                    <a:pt x="1857" y="1555"/>
                  </a:lnTo>
                  <a:lnTo>
                    <a:pt x="2075" y="1557"/>
                  </a:lnTo>
                  <a:lnTo>
                    <a:pt x="2105" y="1558"/>
                  </a:lnTo>
                  <a:lnTo>
                    <a:pt x="2571" y="1714"/>
                  </a:lnTo>
                  <a:lnTo>
                    <a:pt x="2733" y="1782"/>
                  </a:lnTo>
                  <a:lnTo>
                    <a:pt x="2853" y="1832"/>
                  </a:lnTo>
                  <a:lnTo>
                    <a:pt x="2907" y="1709"/>
                  </a:lnTo>
                  <a:lnTo>
                    <a:pt x="3145" y="1671"/>
                  </a:lnTo>
                  <a:lnTo>
                    <a:pt x="3304" y="1695"/>
                  </a:lnTo>
                  <a:lnTo>
                    <a:pt x="3470" y="1720"/>
                  </a:lnTo>
                  <a:lnTo>
                    <a:pt x="3481" y="1729"/>
                  </a:lnTo>
                  <a:lnTo>
                    <a:pt x="3530" y="1770"/>
                  </a:lnTo>
                  <a:lnTo>
                    <a:pt x="3654" y="1987"/>
                  </a:lnTo>
                  <a:lnTo>
                    <a:pt x="3637" y="2191"/>
                  </a:lnTo>
                  <a:lnTo>
                    <a:pt x="3583" y="2251"/>
                  </a:lnTo>
                  <a:lnTo>
                    <a:pt x="3561" y="2266"/>
                  </a:lnTo>
                  <a:lnTo>
                    <a:pt x="3445" y="2256"/>
                  </a:lnTo>
                  <a:lnTo>
                    <a:pt x="3174" y="2217"/>
                  </a:lnTo>
                  <a:lnTo>
                    <a:pt x="2997" y="2142"/>
                  </a:lnTo>
                  <a:lnTo>
                    <a:pt x="2968" y="2131"/>
                  </a:lnTo>
                  <a:lnTo>
                    <a:pt x="2832" y="2204"/>
                  </a:lnTo>
                  <a:lnTo>
                    <a:pt x="2717" y="2326"/>
                  </a:lnTo>
                  <a:lnTo>
                    <a:pt x="2704" y="2349"/>
                  </a:lnTo>
                  <a:lnTo>
                    <a:pt x="2317" y="2202"/>
                  </a:lnTo>
                  <a:lnTo>
                    <a:pt x="2001" y="2035"/>
                  </a:lnTo>
                  <a:lnTo>
                    <a:pt x="1752" y="2011"/>
                  </a:lnTo>
                  <a:lnTo>
                    <a:pt x="1737" y="2017"/>
                  </a:lnTo>
                  <a:lnTo>
                    <a:pt x="1730" y="2042"/>
                  </a:lnTo>
                  <a:lnTo>
                    <a:pt x="1751" y="2150"/>
                  </a:lnTo>
                  <a:lnTo>
                    <a:pt x="1741" y="2191"/>
                  </a:lnTo>
                  <a:lnTo>
                    <a:pt x="1726" y="2194"/>
                  </a:lnTo>
                  <a:lnTo>
                    <a:pt x="1703" y="2201"/>
                  </a:lnTo>
                  <a:lnTo>
                    <a:pt x="1616" y="2179"/>
                  </a:lnTo>
                  <a:lnTo>
                    <a:pt x="1176" y="1825"/>
                  </a:lnTo>
                  <a:lnTo>
                    <a:pt x="1139" y="1811"/>
                  </a:lnTo>
                  <a:lnTo>
                    <a:pt x="410" y="1097"/>
                  </a:lnTo>
                  <a:lnTo>
                    <a:pt x="357" y="1045"/>
                  </a:lnTo>
                  <a:lnTo>
                    <a:pt x="56" y="722"/>
                  </a:lnTo>
                  <a:lnTo>
                    <a:pt x="17" y="663"/>
                  </a:lnTo>
                  <a:lnTo>
                    <a:pt x="0" y="623"/>
                  </a:lnTo>
                  <a:lnTo>
                    <a:pt x="0" y="569"/>
                  </a:lnTo>
                  <a:lnTo>
                    <a:pt x="0" y="541"/>
                  </a:lnTo>
                  <a:lnTo>
                    <a:pt x="32" y="412"/>
                  </a:lnTo>
                  <a:lnTo>
                    <a:pt x="130" y="325"/>
                  </a:lnTo>
                  <a:lnTo>
                    <a:pt x="342" y="192"/>
                  </a:lnTo>
                  <a:lnTo>
                    <a:pt x="570" y="92"/>
                  </a:lnTo>
                  <a:lnTo>
                    <a:pt x="668" y="49"/>
                  </a:lnTo>
                  <a:lnTo>
                    <a:pt x="804" y="0"/>
                  </a:lnTo>
                  <a:lnTo>
                    <a:pt x="1062" y="45"/>
                  </a:lnTo>
                  <a:lnTo>
                    <a:pt x="1139" y="67"/>
                  </a:lnTo>
                  <a:lnTo>
                    <a:pt x="1158" y="101"/>
                  </a:lnTo>
                  <a:lnTo>
                    <a:pt x="1158" y="136"/>
                  </a:lnTo>
                  <a:lnTo>
                    <a:pt x="1135" y="140"/>
                  </a:lnTo>
                  <a:lnTo>
                    <a:pt x="1155" y="258"/>
                  </a:lnTo>
                  <a:lnTo>
                    <a:pt x="1163" y="27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7304250" y="1853716"/>
              <a:ext cx="992" cy="472"/>
            </a:xfrm>
            <a:custGeom>
              <a:avLst/>
              <a:pathLst>
                <a:path w="992" h="472">
                  <a:moveTo>
                    <a:pt x="820" y="51"/>
                  </a:moveTo>
                  <a:lnTo>
                    <a:pt x="992" y="276"/>
                  </a:lnTo>
                  <a:lnTo>
                    <a:pt x="920" y="460"/>
                  </a:lnTo>
                  <a:lnTo>
                    <a:pt x="881" y="469"/>
                  </a:lnTo>
                  <a:lnTo>
                    <a:pt x="836" y="472"/>
                  </a:lnTo>
                  <a:lnTo>
                    <a:pt x="684" y="436"/>
                  </a:lnTo>
                  <a:lnTo>
                    <a:pt x="336" y="354"/>
                  </a:lnTo>
                  <a:lnTo>
                    <a:pt x="123" y="198"/>
                  </a:lnTo>
                  <a:lnTo>
                    <a:pt x="102" y="170"/>
                  </a:lnTo>
                  <a:lnTo>
                    <a:pt x="67" y="117"/>
                  </a:lnTo>
                  <a:lnTo>
                    <a:pt x="31" y="77"/>
                  </a:lnTo>
                  <a:lnTo>
                    <a:pt x="0" y="36"/>
                  </a:lnTo>
                  <a:lnTo>
                    <a:pt x="3" y="25"/>
                  </a:lnTo>
                  <a:lnTo>
                    <a:pt x="53" y="0"/>
                  </a:lnTo>
                  <a:lnTo>
                    <a:pt x="85" y="8"/>
                  </a:lnTo>
                  <a:lnTo>
                    <a:pt x="413" y="97"/>
                  </a:lnTo>
                  <a:lnTo>
                    <a:pt x="681" y="88"/>
                  </a:lnTo>
                  <a:lnTo>
                    <a:pt x="677" y="77"/>
                  </a:lnTo>
                  <a:lnTo>
                    <a:pt x="687" y="61"/>
                  </a:lnTo>
                  <a:lnTo>
                    <a:pt x="731" y="29"/>
                  </a:lnTo>
                  <a:lnTo>
                    <a:pt x="775" y="24"/>
                  </a:lnTo>
                  <a:lnTo>
                    <a:pt x="820" y="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7294620" y="1852619"/>
              <a:ext cx="4256" cy="3301"/>
            </a:xfrm>
            <a:custGeom>
              <a:avLst/>
              <a:pathLst>
                <a:path w="4256" h="3301">
                  <a:moveTo>
                    <a:pt x="4008" y="890"/>
                  </a:moveTo>
                  <a:lnTo>
                    <a:pt x="3778" y="1271"/>
                  </a:lnTo>
                  <a:lnTo>
                    <a:pt x="3645" y="1360"/>
                  </a:lnTo>
                  <a:lnTo>
                    <a:pt x="3362" y="1928"/>
                  </a:lnTo>
                  <a:lnTo>
                    <a:pt x="3266" y="2105"/>
                  </a:lnTo>
                  <a:lnTo>
                    <a:pt x="3107" y="2308"/>
                  </a:lnTo>
                  <a:lnTo>
                    <a:pt x="2978" y="2444"/>
                  </a:lnTo>
                  <a:lnTo>
                    <a:pt x="2914" y="2496"/>
                  </a:lnTo>
                  <a:lnTo>
                    <a:pt x="2884" y="2510"/>
                  </a:lnTo>
                  <a:lnTo>
                    <a:pt x="2800" y="2576"/>
                  </a:lnTo>
                  <a:lnTo>
                    <a:pt x="2717" y="2621"/>
                  </a:lnTo>
                  <a:lnTo>
                    <a:pt x="261" y="3176"/>
                  </a:lnTo>
                  <a:lnTo>
                    <a:pt x="169" y="3183"/>
                  </a:lnTo>
                  <a:lnTo>
                    <a:pt x="169" y="3259"/>
                  </a:lnTo>
                  <a:lnTo>
                    <a:pt x="138" y="3297"/>
                  </a:lnTo>
                  <a:lnTo>
                    <a:pt x="48" y="3301"/>
                  </a:lnTo>
                  <a:lnTo>
                    <a:pt x="14" y="3286"/>
                  </a:lnTo>
                  <a:lnTo>
                    <a:pt x="0" y="3251"/>
                  </a:lnTo>
                  <a:lnTo>
                    <a:pt x="1" y="3018"/>
                  </a:lnTo>
                  <a:lnTo>
                    <a:pt x="17" y="2988"/>
                  </a:lnTo>
                  <a:lnTo>
                    <a:pt x="48" y="2976"/>
                  </a:lnTo>
                  <a:lnTo>
                    <a:pt x="124" y="2976"/>
                  </a:lnTo>
                  <a:lnTo>
                    <a:pt x="179" y="2986"/>
                  </a:lnTo>
                  <a:lnTo>
                    <a:pt x="404" y="2657"/>
                  </a:lnTo>
                  <a:lnTo>
                    <a:pt x="767" y="2125"/>
                  </a:lnTo>
                  <a:lnTo>
                    <a:pt x="774" y="2118"/>
                  </a:lnTo>
                  <a:lnTo>
                    <a:pt x="784" y="2110"/>
                  </a:lnTo>
                  <a:lnTo>
                    <a:pt x="792" y="2103"/>
                  </a:lnTo>
                  <a:lnTo>
                    <a:pt x="983" y="2037"/>
                  </a:lnTo>
                  <a:lnTo>
                    <a:pt x="1563" y="1420"/>
                  </a:lnTo>
                  <a:lnTo>
                    <a:pt x="1960" y="987"/>
                  </a:lnTo>
                  <a:lnTo>
                    <a:pt x="2202" y="755"/>
                  </a:lnTo>
                  <a:lnTo>
                    <a:pt x="2267" y="704"/>
                  </a:lnTo>
                  <a:lnTo>
                    <a:pt x="2302" y="723"/>
                  </a:lnTo>
                  <a:lnTo>
                    <a:pt x="2560" y="553"/>
                  </a:lnTo>
                  <a:lnTo>
                    <a:pt x="2856" y="395"/>
                  </a:lnTo>
                  <a:lnTo>
                    <a:pt x="3321" y="181"/>
                  </a:lnTo>
                  <a:lnTo>
                    <a:pt x="3467" y="126"/>
                  </a:lnTo>
                  <a:lnTo>
                    <a:pt x="3627" y="65"/>
                  </a:lnTo>
                  <a:lnTo>
                    <a:pt x="3959" y="0"/>
                  </a:lnTo>
                  <a:lnTo>
                    <a:pt x="3980" y="3"/>
                  </a:lnTo>
                  <a:lnTo>
                    <a:pt x="4081" y="59"/>
                  </a:lnTo>
                  <a:lnTo>
                    <a:pt x="4164" y="135"/>
                  </a:lnTo>
                  <a:lnTo>
                    <a:pt x="4238" y="267"/>
                  </a:lnTo>
                  <a:lnTo>
                    <a:pt x="4252" y="351"/>
                  </a:lnTo>
                  <a:lnTo>
                    <a:pt x="4256" y="515"/>
                  </a:lnTo>
                  <a:lnTo>
                    <a:pt x="4256" y="540"/>
                  </a:lnTo>
                  <a:lnTo>
                    <a:pt x="4251" y="641"/>
                  </a:lnTo>
                  <a:lnTo>
                    <a:pt x="4226" y="705"/>
                  </a:lnTo>
                  <a:lnTo>
                    <a:pt x="4180" y="723"/>
                  </a:lnTo>
                  <a:lnTo>
                    <a:pt x="4116" y="765"/>
                  </a:lnTo>
                  <a:lnTo>
                    <a:pt x="4008" y="89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7303760" y="1853320"/>
              <a:ext cx="672" cy="388"/>
            </a:xfrm>
            <a:custGeom>
              <a:avLst/>
              <a:pathLst>
                <a:path w="672" h="388">
                  <a:moveTo>
                    <a:pt x="345" y="387"/>
                  </a:moveTo>
                  <a:lnTo>
                    <a:pt x="320" y="388"/>
                  </a:lnTo>
                  <a:lnTo>
                    <a:pt x="65" y="205"/>
                  </a:lnTo>
                  <a:lnTo>
                    <a:pt x="0" y="138"/>
                  </a:lnTo>
                  <a:lnTo>
                    <a:pt x="0" y="99"/>
                  </a:lnTo>
                  <a:lnTo>
                    <a:pt x="10" y="84"/>
                  </a:lnTo>
                  <a:lnTo>
                    <a:pt x="128" y="2"/>
                  </a:lnTo>
                  <a:lnTo>
                    <a:pt x="141" y="0"/>
                  </a:lnTo>
                  <a:lnTo>
                    <a:pt x="449" y="48"/>
                  </a:lnTo>
                  <a:lnTo>
                    <a:pt x="672" y="141"/>
                  </a:lnTo>
                  <a:lnTo>
                    <a:pt x="645" y="208"/>
                  </a:lnTo>
                  <a:lnTo>
                    <a:pt x="429" y="350"/>
                  </a:lnTo>
                  <a:lnTo>
                    <a:pt x="345" y="3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7306154" y="1853183"/>
              <a:ext cx="577" cy="402"/>
            </a:xfrm>
            <a:custGeom>
              <a:avLst/>
              <a:pathLst>
                <a:path w="577" h="402">
                  <a:moveTo>
                    <a:pt x="547" y="402"/>
                  </a:moveTo>
                  <a:lnTo>
                    <a:pt x="187" y="356"/>
                  </a:lnTo>
                  <a:lnTo>
                    <a:pt x="132" y="340"/>
                  </a:lnTo>
                  <a:lnTo>
                    <a:pt x="47" y="293"/>
                  </a:lnTo>
                  <a:lnTo>
                    <a:pt x="40" y="283"/>
                  </a:lnTo>
                  <a:lnTo>
                    <a:pt x="20" y="253"/>
                  </a:lnTo>
                  <a:lnTo>
                    <a:pt x="0" y="224"/>
                  </a:lnTo>
                  <a:lnTo>
                    <a:pt x="7" y="204"/>
                  </a:lnTo>
                  <a:lnTo>
                    <a:pt x="19" y="175"/>
                  </a:lnTo>
                  <a:lnTo>
                    <a:pt x="71" y="87"/>
                  </a:lnTo>
                  <a:lnTo>
                    <a:pt x="122" y="16"/>
                  </a:lnTo>
                  <a:lnTo>
                    <a:pt x="162" y="0"/>
                  </a:lnTo>
                  <a:lnTo>
                    <a:pt x="207" y="3"/>
                  </a:lnTo>
                  <a:lnTo>
                    <a:pt x="403" y="103"/>
                  </a:lnTo>
                  <a:lnTo>
                    <a:pt x="577" y="303"/>
                  </a:lnTo>
                  <a:lnTo>
                    <a:pt x="577" y="340"/>
                  </a:lnTo>
                  <a:lnTo>
                    <a:pt x="572" y="352"/>
                  </a:lnTo>
                  <a:lnTo>
                    <a:pt x="551" y="398"/>
                  </a:lnTo>
                  <a:lnTo>
                    <a:pt x="547" y="4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7304701" y="1852769"/>
              <a:ext cx="631" cy="510"/>
            </a:xfrm>
            <a:custGeom>
              <a:avLst/>
              <a:pathLst>
                <a:path w="631" h="510">
                  <a:moveTo>
                    <a:pt x="477" y="486"/>
                  </a:moveTo>
                  <a:lnTo>
                    <a:pt x="407" y="510"/>
                  </a:lnTo>
                  <a:lnTo>
                    <a:pt x="281" y="454"/>
                  </a:lnTo>
                  <a:lnTo>
                    <a:pt x="176" y="379"/>
                  </a:lnTo>
                  <a:lnTo>
                    <a:pt x="30" y="228"/>
                  </a:lnTo>
                  <a:lnTo>
                    <a:pt x="0" y="112"/>
                  </a:lnTo>
                  <a:lnTo>
                    <a:pt x="53" y="89"/>
                  </a:lnTo>
                  <a:lnTo>
                    <a:pt x="83" y="76"/>
                  </a:lnTo>
                  <a:lnTo>
                    <a:pt x="196" y="28"/>
                  </a:lnTo>
                  <a:lnTo>
                    <a:pt x="320" y="0"/>
                  </a:lnTo>
                  <a:lnTo>
                    <a:pt x="497" y="93"/>
                  </a:lnTo>
                  <a:lnTo>
                    <a:pt x="561" y="145"/>
                  </a:lnTo>
                  <a:lnTo>
                    <a:pt x="596" y="184"/>
                  </a:lnTo>
                  <a:lnTo>
                    <a:pt x="631" y="271"/>
                  </a:lnTo>
                  <a:lnTo>
                    <a:pt x="609" y="322"/>
                  </a:lnTo>
                  <a:lnTo>
                    <a:pt x="477" y="48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7306132" y="1851511"/>
              <a:ext cx="4036" cy="3463"/>
            </a:xfrm>
            <a:custGeom>
              <a:avLst/>
              <a:pathLst>
                <a:path w="4036" h="3463">
                  <a:moveTo>
                    <a:pt x="2698" y="334"/>
                  </a:moveTo>
                  <a:lnTo>
                    <a:pt x="2743" y="363"/>
                  </a:lnTo>
                  <a:lnTo>
                    <a:pt x="3003" y="584"/>
                  </a:lnTo>
                  <a:lnTo>
                    <a:pt x="3006" y="608"/>
                  </a:lnTo>
                  <a:lnTo>
                    <a:pt x="3144" y="692"/>
                  </a:lnTo>
                  <a:lnTo>
                    <a:pt x="3318" y="753"/>
                  </a:lnTo>
                  <a:lnTo>
                    <a:pt x="3552" y="782"/>
                  </a:lnTo>
                  <a:lnTo>
                    <a:pt x="3636" y="771"/>
                  </a:lnTo>
                  <a:lnTo>
                    <a:pt x="3674" y="795"/>
                  </a:lnTo>
                  <a:lnTo>
                    <a:pt x="3848" y="1117"/>
                  </a:lnTo>
                  <a:lnTo>
                    <a:pt x="3853" y="1138"/>
                  </a:lnTo>
                  <a:lnTo>
                    <a:pt x="3845" y="1171"/>
                  </a:lnTo>
                  <a:lnTo>
                    <a:pt x="3841" y="1188"/>
                  </a:lnTo>
                  <a:lnTo>
                    <a:pt x="3791" y="1216"/>
                  </a:lnTo>
                  <a:lnTo>
                    <a:pt x="3730" y="1234"/>
                  </a:lnTo>
                  <a:lnTo>
                    <a:pt x="3700" y="1231"/>
                  </a:lnTo>
                  <a:lnTo>
                    <a:pt x="3647" y="1212"/>
                  </a:lnTo>
                  <a:lnTo>
                    <a:pt x="3540" y="1104"/>
                  </a:lnTo>
                  <a:lnTo>
                    <a:pt x="3378" y="975"/>
                  </a:lnTo>
                  <a:lnTo>
                    <a:pt x="3366" y="971"/>
                  </a:lnTo>
                  <a:lnTo>
                    <a:pt x="3337" y="977"/>
                  </a:lnTo>
                  <a:lnTo>
                    <a:pt x="2951" y="1130"/>
                  </a:lnTo>
                  <a:lnTo>
                    <a:pt x="2919" y="1143"/>
                  </a:lnTo>
                  <a:lnTo>
                    <a:pt x="2875" y="1194"/>
                  </a:lnTo>
                  <a:lnTo>
                    <a:pt x="2772" y="1397"/>
                  </a:lnTo>
                  <a:lnTo>
                    <a:pt x="2770" y="1416"/>
                  </a:lnTo>
                  <a:lnTo>
                    <a:pt x="2752" y="1574"/>
                  </a:lnTo>
                  <a:lnTo>
                    <a:pt x="2864" y="1611"/>
                  </a:lnTo>
                  <a:lnTo>
                    <a:pt x="3035" y="1584"/>
                  </a:lnTo>
                  <a:lnTo>
                    <a:pt x="3068" y="1584"/>
                  </a:lnTo>
                  <a:lnTo>
                    <a:pt x="3314" y="1654"/>
                  </a:lnTo>
                  <a:lnTo>
                    <a:pt x="3359" y="1687"/>
                  </a:lnTo>
                  <a:lnTo>
                    <a:pt x="3448" y="1775"/>
                  </a:lnTo>
                  <a:lnTo>
                    <a:pt x="3475" y="1821"/>
                  </a:lnTo>
                  <a:lnTo>
                    <a:pt x="3400" y="2050"/>
                  </a:lnTo>
                  <a:lnTo>
                    <a:pt x="3195" y="2050"/>
                  </a:lnTo>
                  <a:lnTo>
                    <a:pt x="3173" y="2075"/>
                  </a:lnTo>
                  <a:lnTo>
                    <a:pt x="3207" y="2284"/>
                  </a:lnTo>
                  <a:lnTo>
                    <a:pt x="3242" y="2357"/>
                  </a:lnTo>
                  <a:lnTo>
                    <a:pt x="3523" y="2758"/>
                  </a:lnTo>
                  <a:lnTo>
                    <a:pt x="3549" y="2784"/>
                  </a:lnTo>
                  <a:lnTo>
                    <a:pt x="3568" y="2798"/>
                  </a:lnTo>
                  <a:lnTo>
                    <a:pt x="3606" y="2809"/>
                  </a:lnTo>
                  <a:lnTo>
                    <a:pt x="3615" y="2811"/>
                  </a:lnTo>
                  <a:lnTo>
                    <a:pt x="3642" y="2808"/>
                  </a:lnTo>
                  <a:lnTo>
                    <a:pt x="3662" y="2796"/>
                  </a:lnTo>
                  <a:lnTo>
                    <a:pt x="3754" y="2811"/>
                  </a:lnTo>
                  <a:lnTo>
                    <a:pt x="3894" y="2871"/>
                  </a:lnTo>
                  <a:lnTo>
                    <a:pt x="3911" y="2885"/>
                  </a:lnTo>
                  <a:lnTo>
                    <a:pt x="3949" y="2922"/>
                  </a:lnTo>
                  <a:lnTo>
                    <a:pt x="4011" y="2989"/>
                  </a:lnTo>
                  <a:lnTo>
                    <a:pt x="4036" y="3025"/>
                  </a:lnTo>
                  <a:lnTo>
                    <a:pt x="3949" y="3148"/>
                  </a:lnTo>
                  <a:lnTo>
                    <a:pt x="3580" y="3253"/>
                  </a:lnTo>
                  <a:lnTo>
                    <a:pt x="3600" y="3346"/>
                  </a:lnTo>
                  <a:lnTo>
                    <a:pt x="3608" y="3421"/>
                  </a:lnTo>
                  <a:lnTo>
                    <a:pt x="3584" y="3448"/>
                  </a:lnTo>
                  <a:lnTo>
                    <a:pt x="3558" y="3452"/>
                  </a:lnTo>
                  <a:lnTo>
                    <a:pt x="3470" y="3463"/>
                  </a:lnTo>
                  <a:lnTo>
                    <a:pt x="3460" y="3463"/>
                  </a:lnTo>
                  <a:lnTo>
                    <a:pt x="3388" y="3440"/>
                  </a:lnTo>
                  <a:lnTo>
                    <a:pt x="3346" y="3404"/>
                  </a:lnTo>
                  <a:lnTo>
                    <a:pt x="3039" y="3116"/>
                  </a:lnTo>
                  <a:lnTo>
                    <a:pt x="2934" y="3017"/>
                  </a:lnTo>
                  <a:lnTo>
                    <a:pt x="2675" y="2918"/>
                  </a:lnTo>
                  <a:lnTo>
                    <a:pt x="2609" y="2949"/>
                  </a:lnTo>
                  <a:lnTo>
                    <a:pt x="2556" y="2935"/>
                  </a:lnTo>
                  <a:lnTo>
                    <a:pt x="2431" y="2885"/>
                  </a:lnTo>
                  <a:lnTo>
                    <a:pt x="2329" y="2827"/>
                  </a:lnTo>
                  <a:lnTo>
                    <a:pt x="2244" y="2770"/>
                  </a:lnTo>
                  <a:lnTo>
                    <a:pt x="2173" y="2706"/>
                  </a:lnTo>
                  <a:lnTo>
                    <a:pt x="2134" y="2672"/>
                  </a:lnTo>
                  <a:lnTo>
                    <a:pt x="1825" y="2394"/>
                  </a:lnTo>
                  <a:lnTo>
                    <a:pt x="1779" y="2358"/>
                  </a:lnTo>
                  <a:lnTo>
                    <a:pt x="1502" y="2142"/>
                  </a:lnTo>
                  <a:lnTo>
                    <a:pt x="1475" y="2120"/>
                  </a:lnTo>
                  <a:lnTo>
                    <a:pt x="1211" y="1933"/>
                  </a:lnTo>
                  <a:lnTo>
                    <a:pt x="1153" y="1883"/>
                  </a:lnTo>
                  <a:lnTo>
                    <a:pt x="1062" y="1775"/>
                  </a:lnTo>
                  <a:lnTo>
                    <a:pt x="1076" y="1703"/>
                  </a:lnTo>
                  <a:lnTo>
                    <a:pt x="1012" y="1521"/>
                  </a:lnTo>
                  <a:lnTo>
                    <a:pt x="944" y="1327"/>
                  </a:lnTo>
                  <a:lnTo>
                    <a:pt x="632" y="1012"/>
                  </a:lnTo>
                  <a:lnTo>
                    <a:pt x="419" y="1005"/>
                  </a:lnTo>
                  <a:lnTo>
                    <a:pt x="338" y="1002"/>
                  </a:lnTo>
                  <a:lnTo>
                    <a:pt x="27" y="648"/>
                  </a:lnTo>
                  <a:lnTo>
                    <a:pt x="0" y="493"/>
                  </a:lnTo>
                  <a:lnTo>
                    <a:pt x="166" y="316"/>
                  </a:lnTo>
                  <a:lnTo>
                    <a:pt x="209" y="271"/>
                  </a:lnTo>
                  <a:lnTo>
                    <a:pt x="370" y="149"/>
                  </a:lnTo>
                  <a:lnTo>
                    <a:pt x="407" y="128"/>
                  </a:lnTo>
                  <a:lnTo>
                    <a:pt x="438" y="114"/>
                  </a:lnTo>
                  <a:lnTo>
                    <a:pt x="473" y="100"/>
                  </a:lnTo>
                  <a:lnTo>
                    <a:pt x="594" y="50"/>
                  </a:lnTo>
                  <a:lnTo>
                    <a:pt x="881" y="0"/>
                  </a:lnTo>
                  <a:lnTo>
                    <a:pt x="1410" y="25"/>
                  </a:lnTo>
                  <a:lnTo>
                    <a:pt x="1586" y="108"/>
                  </a:lnTo>
                  <a:lnTo>
                    <a:pt x="1946" y="209"/>
                  </a:lnTo>
                  <a:lnTo>
                    <a:pt x="2059" y="201"/>
                  </a:lnTo>
                  <a:lnTo>
                    <a:pt x="2088" y="186"/>
                  </a:lnTo>
                  <a:lnTo>
                    <a:pt x="2169" y="146"/>
                  </a:lnTo>
                  <a:lnTo>
                    <a:pt x="2253" y="128"/>
                  </a:lnTo>
                  <a:lnTo>
                    <a:pt x="2375" y="131"/>
                  </a:lnTo>
                  <a:lnTo>
                    <a:pt x="2698" y="3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7309838" y="1851822"/>
              <a:ext cx="441" cy="625"/>
            </a:xfrm>
            <a:custGeom>
              <a:avLst/>
              <a:pathLst>
                <a:path w="441" h="625">
                  <a:moveTo>
                    <a:pt x="332" y="625"/>
                  </a:moveTo>
                  <a:lnTo>
                    <a:pt x="327" y="624"/>
                  </a:lnTo>
                  <a:lnTo>
                    <a:pt x="320" y="617"/>
                  </a:lnTo>
                  <a:lnTo>
                    <a:pt x="244" y="517"/>
                  </a:lnTo>
                  <a:lnTo>
                    <a:pt x="188" y="425"/>
                  </a:lnTo>
                  <a:lnTo>
                    <a:pt x="152" y="274"/>
                  </a:lnTo>
                  <a:lnTo>
                    <a:pt x="128" y="216"/>
                  </a:lnTo>
                  <a:lnTo>
                    <a:pt x="105" y="170"/>
                  </a:lnTo>
                  <a:lnTo>
                    <a:pt x="26" y="97"/>
                  </a:lnTo>
                  <a:lnTo>
                    <a:pt x="4" y="77"/>
                  </a:lnTo>
                  <a:lnTo>
                    <a:pt x="0" y="53"/>
                  </a:lnTo>
                  <a:lnTo>
                    <a:pt x="17" y="31"/>
                  </a:lnTo>
                  <a:lnTo>
                    <a:pt x="93" y="8"/>
                  </a:lnTo>
                  <a:lnTo>
                    <a:pt x="173" y="0"/>
                  </a:lnTo>
                  <a:lnTo>
                    <a:pt x="250" y="96"/>
                  </a:lnTo>
                  <a:lnTo>
                    <a:pt x="266" y="116"/>
                  </a:lnTo>
                  <a:lnTo>
                    <a:pt x="359" y="233"/>
                  </a:lnTo>
                  <a:lnTo>
                    <a:pt x="393" y="285"/>
                  </a:lnTo>
                  <a:lnTo>
                    <a:pt x="401" y="298"/>
                  </a:lnTo>
                  <a:lnTo>
                    <a:pt x="441" y="385"/>
                  </a:lnTo>
                  <a:lnTo>
                    <a:pt x="412" y="504"/>
                  </a:lnTo>
                  <a:lnTo>
                    <a:pt x="350" y="625"/>
                  </a:lnTo>
                  <a:lnTo>
                    <a:pt x="332" y="6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7298046" y="1849582"/>
              <a:ext cx="451" cy="652"/>
            </a:xfrm>
            <a:custGeom>
              <a:avLst/>
              <a:pathLst>
                <a:path w="451" h="652">
                  <a:moveTo>
                    <a:pt x="448" y="85"/>
                  </a:moveTo>
                  <a:lnTo>
                    <a:pt x="451" y="133"/>
                  </a:lnTo>
                  <a:lnTo>
                    <a:pt x="442" y="258"/>
                  </a:lnTo>
                  <a:lnTo>
                    <a:pt x="395" y="398"/>
                  </a:lnTo>
                  <a:lnTo>
                    <a:pt x="334" y="491"/>
                  </a:lnTo>
                  <a:lnTo>
                    <a:pt x="197" y="625"/>
                  </a:lnTo>
                  <a:lnTo>
                    <a:pt x="112" y="652"/>
                  </a:lnTo>
                  <a:lnTo>
                    <a:pt x="87" y="648"/>
                  </a:lnTo>
                  <a:lnTo>
                    <a:pt x="75" y="635"/>
                  </a:lnTo>
                  <a:lnTo>
                    <a:pt x="51" y="582"/>
                  </a:lnTo>
                  <a:lnTo>
                    <a:pt x="17" y="354"/>
                  </a:lnTo>
                  <a:lnTo>
                    <a:pt x="0" y="182"/>
                  </a:lnTo>
                  <a:lnTo>
                    <a:pt x="6" y="13"/>
                  </a:lnTo>
                  <a:lnTo>
                    <a:pt x="26" y="6"/>
                  </a:lnTo>
                  <a:lnTo>
                    <a:pt x="98" y="31"/>
                  </a:lnTo>
                  <a:lnTo>
                    <a:pt x="168" y="46"/>
                  </a:lnTo>
                  <a:lnTo>
                    <a:pt x="355" y="0"/>
                  </a:lnTo>
                  <a:lnTo>
                    <a:pt x="405" y="1"/>
                  </a:lnTo>
                  <a:lnTo>
                    <a:pt x="415" y="8"/>
                  </a:lnTo>
                  <a:lnTo>
                    <a:pt x="448" y="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7297198" y="1849272"/>
              <a:ext cx="404" cy="335"/>
            </a:xfrm>
            <a:custGeom>
              <a:avLst/>
              <a:pathLst>
                <a:path w="404" h="335">
                  <a:moveTo>
                    <a:pt x="188" y="335"/>
                  </a:moveTo>
                  <a:lnTo>
                    <a:pt x="180" y="334"/>
                  </a:lnTo>
                  <a:lnTo>
                    <a:pt x="59" y="270"/>
                  </a:lnTo>
                  <a:lnTo>
                    <a:pt x="6" y="216"/>
                  </a:lnTo>
                  <a:lnTo>
                    <a:pt x="0" y="196"/>
                  </a:lnTo>
                  <a:lnTo>
                    <a:pt x="13" y="171"/>
                  </a:lnTo>
                  <a:lnTo>
                    <a:pt x="115" y="81"/>
                  </a:lnTo>
                  <a:lnTo>
                    <a:pt x="277" y="0"/>
                  </a:lnTo>
                  <a:lnTo>
                    <a:pt x="301" y="1"/>
                  </a:lnTo>
                  <a:lnTo>
                    <a:pt x="312" y="4"/>
                  </a:lnTo>
                  <a:lnTo>
                    <a:pt x="359" y="80"/>
                  </a:lnTo>
                  <a:lnTo>
                    <a:pt x="371" y="100"/>
                  </a:lnTo>
                  <a:lnTo>
                    <a:pt x="404" y="239"/>
                  </a:lnTo>
                  <a:lnTo>
                    <a:pt x="377" y="286"/>
                  </a:lnTo>
                  <a:lnTo>
                    <a:pt x="363" y="296"/>
                  </a:lnTo>
                  <a:lnTo>
                    <a:pt x="337" y="305"/>
                  </a:lnTo>
                  <a:lnTo>
                    <a:pt x="314" y="310"/>
                  </a:lnTo>
                  <a:lnTo>
                    <a:pt x="188" y="3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7311402" y="1851696"/>
              <a:ext cx="748" cy="708"/>
            </a:xfrm>
            <a:custGeom>
              <a:avLst/>
              <a:pathLst>
                <a:path w="748" h="708">
                  <a:moveTo>
                    <a:pt x="665" y="708"/>
                  </a:moveTo>
                  <a:lnTo>
                    <a:pt x="608" y="705"/>
                  </a:lnTo>
                  <a:lnTo>
                    <a:pt x="375" y="627"/>
                  </a:lnTo>
                  <a:lnTo>
                    <a:pt x="35" y="297"/>
                  </a:lnTo>
                  <a:lnTo>
                    <a:pt x="0" y="236"/>
                  </a:lnTo>
                  <a:lnTo>
                    <a:pt x="134" y="76"/>
                  </a:lnTo>
                  <a:lnTo>
                    <a:pt x="273" y="32"/>
                  </a:lnTo>
                  <a:lnTo>
                    <a:pt x="433" y="0"/>
                  </a:lnTo>
                  <a:lnTo>
                    <a:pt x="475" y="0"/>
                  </a:lnTo>
                  <a:lnTo>
                    <a:pt x="603" y="36"/>
                  </a:lnTo>
                  <a:lnTo>
                    <a:pt x="618" y="42"/>
                  </a:lnTo>
                  <a:lnTo>
                    <a:pt x="634" y="54"/>
                  </a:lnTo>
                  <a:lnTo>
                    <a:pt x="748" y="428"/>
                  </a:lnTo>
                  <a:lnTo>
                    <a:pt x="728" y="602"/>
                  </a:lnTo>
                  <a:lnTo>
                    <a:pt x="669" y="705"/>
                  </a:lnTo>
                  <a:lnTo>
                    <a:pt x="665" y="70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7297773" y="1849159"/>
              <a:ext cx="421" cy="310"/>
            </a:xfrm>
            <a:custGeom>
              <a:avLst/>
              <a:pathLst>
                <a:path w="421" h="310">
                  <a:moveTo>
                    <a:pt x="421" y="22"/>
                  </a:moveTo>
                  <a:lnTo>
                    <a:pt x="421" y="152"/>
                  </a:lnTo>
                  <a:lnTo>
                    <a:pt x="297" y="305"/>
                  </a:lnTo>
                  <a:lnTo>
                    <a:pt x="277" y="310"/>
                  </a:lnTo>
                  <a:lnTo>
                    <a:pt x="65" y="306"/>
                  </a:lnTo>
                  <a:lnTo>
                    <a:pt x="61" y="305"/>
                  </a:lnTo>
                  <a:lnTo>
                    <a:pt x="48" y="299"/>
                  </a:lnTo>
                  <a:lnTo>
                    <a:pt x="43" y="292"/>
                  </a:lnTo>
                  <a:lnTo>
                    <a:pt x="34" y="274"/>
                  </a:lnTo>
                  <a:lnTo>
                    <a:pt x="0" y="108"/>
                  </a:lnTo>
                  <a:lnTo>
                    <a:pt x="2" y="79"/>
                  </a:lnTo>
                  <a:lnTo>
                    <a:pt x="11" y="71"/>
                  </a:lnTo>
                  <a:lnTo>
                    <a:pt x="74" y="40"/>
                  </a:lnTo>
                  <a:lnTo>
                    <a:pt x="184" y="23"/>
                  </a:lnTo>
                  <a:lnTo>
                    <a:pt x="212" y="46"/>
                  </a:lnTo>
                  <a:lnTo>
                    <a:pt x="259" y="58"/>
                  </a:lnTo>
                  <a:lnTo>
                    <a:pt x="304" y="61"/>
                  </a:lnTo>
                  <a:lnTo>
                    <a:pt x="392" y="11"/>
                  </a:lnTo>
                  <a:lnTo>
                    <a:pt x="402" y="0"/>
                  </a:lnTo>
                  <a:lnTo>
                    <a:pt x="421" y="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7307346" y="1850234"/>
              <a:ext cx="886" cy="599"/>
            </a:xfrm>
            <a:custGeom>
              <a:avLst/>
              <a:pathLst>
                <a:path w="886" h="599">
                  <a:moveTo>
                    <a:pt x="417" y="584"/>
                  </a:moveTo>
                  <a:lnTo>
                    <a:pt x="202" y="599"/>
                  </a:lnTo>
                  <a:lnTo>
                    <a:pt x="79" y="399"/>
                  </a:lnTo>
                  <a:lnTo>
                    <a:pt x="60" y="364"/>
                  </a:lnTo>
                  <a:lnTo>
                    <a:pt x="30" y="307"/>
                  </a:lnTo>
                  <a:lnTo>
                    <a:pt x="0" y="82"/>
                  </a:lnTo>
                  <a:lnTo>
                    <a:pt x="59" y="31"/>
                  </a:lnTo>
                  <a:lnTo>
                    <a:pt x="97" y="13"/>
                  </a:lnTo>
                  <a:lnTo>
                    <a:pt x="349" y="0"/>
                  </a:lnTo>
                  <a:lnTo>
                    <a:pt x="390" y="9"/>
                  </a:lnTo>
                  <a:lnTo>
                    <a:pt x="477" y="25"/>
                  </a:lnTo>
                  <a:lnTo>
                    <a:pt x="640" y="154"/>
                  </a:lnTo>
                  <a:lnTo>
                    <a:pt x="886" y="351"/>
                  </a:lnTo>
                  <a:lnTo>
                    <a:pt x="879" y="379"/>
                  </a:lnTo>
                  <a:lnTo>
                    <a:pt x="784" y="507"/>
                  </a:lnTo>
                  <a:lnTo>
                    <a:pt x="728" y="538"/>
                  </a:lnTo>
                  <a:lnTo>
                    <a:pt x="714" y="542"/>
                  </a:lnTo>
                  <a:lnTo>
                    <a:pt x="451" y="581"/>
                  </a:lnTo>
                  <a:lnTo>
                    <a:pt x="417" y="5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7297749" y="1848471"/>
              <a:ext cx="681" cy="639"/>
            </a:xfrm>
            <a:custGeom>
              <a:avLst/>
              <a:pathLst>
                <a:path w="681" h="639">
                  <a:moveTo>
                    <a:pt x="601" y="600"/>
                  </a:moveTo>
                  <a:lnTo>
                    <a:pt x="441" y="639"/>
                  </a:lnTo>
                  <a:lnTo>
                    <a:pt x="417" y="635"/>
                  </a:lnTo>
                  <a:lnTo>
                    <a:pt x="281" y="611"/>
                  </a:lnTo>
                  <a:lnTo>
                    <a:pt x="143" y="545"/>
                  </a:lnTo>
                  <a:lnTo>
                    <a:pt x="50" y="460"/>
                  </a:lnTo>
                  <a:lnTo>
                    <a:pt x="4" y="351"/>
                  </a:lnTo>
                  <a:lnTo>
                    <a:pt x="0" y="280"/>
                  </a:lnTo>
                  <a:lnTo>
                    <a:pt x="11" y="146"/>
                  </a:lnTo>
                  <a:lnTo>
                    <a:pt x="135" y="27"/>
                  </a:lnTo>
                  <a:lnTo>
                    <a:pt x="163" y="9"/>
                  </a:lnTo>
                  <a:lnTo>
                    <a:pt x="173" y="4"/>
                  </a:lnTo>
                  <a:lnTo>
                    <a:pt x="190" y="1"/>
                  </a:lnTo>
                  <a:lnTo>
                    <a:pt x="198" y="0"/>
                  </a:lnTo>
                  <a:lnTo>
                    <a:pt x="219" y="5"/>
                  </a:lnTo>
                  <a:lnTo>
                    <a:pt x="258" y="15"/>
                  </a:lnTo>
                  <a:lnTo>
                    <a:pt x="548" y="166"/>
                  </a:lnTo>
                  <a:lnTo>
                    <a:pt x="664" y="327"/>
                  </a:lnTo>
                  <a:lnTo>
                    <a:pt x="681" y="425"/>
                  </a:lnTo>
                  <a:lnTo>
                    <a:pt x="674" y="501"/>
                  </a:lnTo>
                  <a:lnTo>
                    <a:pt x="608" y="595"/>
                  </a:lnTo>
                  <a:lnTo>
                    <a:pt x="601" y="60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7308451" y="1849919"/>
              <a:ext cx="2516" cy="1432"/>
            </a:xfrm>
            <a:custGeom>
              <a:avLst/>
              <a:pathLst>
                <a:path w="2516" h="1432">
                  <a:moveTo>
                    <a:pt x="2516" y="285"/>
                  </a:moveTo>
                  <a:lnTo>
                    <a:pt x="2481" y="480"/>
                  </a:lnTo>
                  <a:lnTo>
                    <a:pt x="2434" y="475"/>
                  </a:lnTo>
                  <a:lnTo>
                    <a:pt x="2402" y="462"/>
                  </a:lnTo>
                  <a:lnTo>
                    <a:pt x="2328" y="459"/>
                  </a:lnTo>
                  <a:lnTo>
                    <a:pt x="2322" y="459"/>
                  </a:lnTo>
                  <a:lnTo>
                    <a:pt x="2234" y="459"/>
                  </a:lnTo>
                  <a:lnTo>
                    <a:pt x="2106" y="548"/>
                  </a:lnTo>
                  <a:lnTo>
                    <a:pt x="2106" y="578"/>
                  </a:lnTo>
                  <a:lnTo>
                    <a:pt x="2139" y="665"/>
                  </a:lnTo>
                  <a:lnTo>
                    <a:pt x="2242" y="795"/>
                  </a:lnTo>
                  <a:lnTo>
                    <a:pt x="2250" y="929"/>
                  </a:lnTo>
                  <a:lnTo>
                    <a:pt x="2233" y="960"/>
                  </a:lnTo>
                  <a:lnTo>
                    <a:pt x="2221" y="983"/>
                  </a:lnTo>
                  <a:lnTo>
                    <a:pt x="2122" y="997"/>
                  </a:lnTo>
                  <a:lnTo>
                    <a:pt x="2098" y="1001"/>
                  </a:lnTo>
                  <a:lnTo>
                    <a:pt x="1874" y="977"/>
                  </a:lnTo>
                  <a:lnTo>
                    <a:pt x="1828" y="981"/>
                  </a:lnTo>
                  <a:lnTo>
                    <a:pt x="1721" y="1031"/>
                  </a:lnTo>
                  <a:lnTo>
                    <a:pt x="1704" y="1044"/>
                  </a:lnTo>
                  <a:lnTo>
                    <a:pt x="1695" y="1055"/>
                  </a:lnTo>
                  <a:lnTo>
                    <a:pt x="1633" y="1195"/>
                  </a:lnTo>
                  <a:lnTo>
                    <a:pt x="1438" y="1277"/>
                  </a:lnTo>
                  <a:lnTo>
                    <a:pt x="1363" y="1267"/>
                  </a:lnTo>
                  <a:lnTo>
                    <a:pt x="1236" y="1272"/>
                  </a:lnTo>
                  <a:lnTo>
                    <a:pt x="1060" y="1304"/>
                  </a:lnTo>
                  <a:lnTo>
                    <a:pt x="950" y="1391"/>
                  </a:lnTo>
                  <a:lnTo>
                    <a:pt x="897" y="1432"/>
                  </a:lnTo>
                  <a:lnTo>
                    <a:pt x="594" y="1362"/>
                  </a:lnTo>
                  <a:lnTo>
                    <a:pt x="532" y="1339"/>
                  </a:lnTo>
                  <a:lnTo>
                    <a:pt x="235" y="1195"/>
                  </a:lnTo>
                  <a:lnTo>
                    <a:pt x="176" y="1156"/>
                  </a:lnTo>
                  <a:lnTo>
                    <a:pt x="122" y="1101"/>
                  </a:lnTo>
                  <a:lnTo>
                    <a:pt x="24" y="923"/>
                  </a:lnTo>
                  <a:lnTo>
                    <a:pt x="0" y="450"/>
                  </a:lnTo>
                  <a:lnTo>
                    <a:pt x="8" y="436"/>
                  </a:lnTo>
                  <a:lnTo>
                    <a:pt x="180" y="322"/>
                  </a:lnTo>
                  <a:lnTo>
                    <a:pt x="718" y="0"/>
                  </a:lnTo>
                  <a:lnTo>
                    <a:pt x="725" y="0"/>
                  </a:lnTo>
                  <a:lnTo>
                    <a:pt x="1227" y="129"/>
                  </a:lnTo>
                  <a:lnTo>
                    <a:pt x="1257" y="187"/>
                  </a:lnTo>
                  <a:lnTo>
                    <a:pt x="1323" y="226"/>
                  </a:lnTo>
                  <a:lnTo>
                    <a:pt x="1538" y="308"/>
                  </a:lnTo>
                  <a:lnTo>
                    <a:pt x="1997" y="195"/>
                  </a:lnTo>
                  <a:lnTo>
                    <a:pt x="2017" y="155"/>
                  </a:lnTo>
                  <a:lnTo>
                    <a:pt x="2022" y="131"/>
                  </a:lnTo>
                  <a:lnTo>
                    <a:pt x="2030" y="121"/>
                  </a:lnTo>
                  <a:lnTo>
                    <a:pt x="2157" y="50"/>
                  </a:lnTo>
                  <a:lnTo>
                    <a:pt x="2178" y="53"/>
                  </a:lnTo>
                  <a:lnTo>
                    <a:pt x="2234" y="64"/>
                  </a:lnTo>
                  <a:lnTo>
                    <a:pt x="2508" y="264"/>
                  </a:lnTo>
                  <a:lnTo>
                    <a:pt x="2514" y="275"/>
                  </a:lnTo>
                  <a:lnTo>
                    <a:pt x="2516" y="2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7294676" y="1846915"/>
              <a:ext cx="2917" cy="2646"/>
            </a:xfrm>
            <a:custGeom>
              <a:avLst/>
              <a:pathLst>
                <a:path w="2917" h="2646">
                  <a:moveTo>
                    <a:pt x="951" y="2645"/>
                  </a:moveTo>
                  <a:lnTo>
                    <a:pt x="843" y="2646"/>
                  </a:lnTo>
                  <a:lnTo>
                    <a:pt x="828" y="2639"/>
                  </a:lnTo>
                  <a:lnTo>
                    <a:pt x="707" y="2537"/>
                  </a:lnTo>
                  <a:lnTo>
                    <a:pt x="679" y="2491"/>
                  </a:lnTo>
                  <a:lnTo>
                    <a:pt x="659" y="2438"/>
                  </a:lnTo>
                  <a:lnTo>
                    <a:pt x="623" y="2379"/>
                  </a:lnTo>
                  <a:lnTo>
                    <a:pt x="388" y="2070"/>
                  </a:lnTo>
                  <a:lnTo>
                    <a:pt x="240" y="1699"/>
                  </a:lnTo>
                  <a:lnTo>
                    <a:pt x="134" y="1410"/>
                  </a:lnTo>
                  <a:lnTo>
                    <a:pt x="0" y="1041"/>
                  </a:lnTo>
                  <a:lnTo>
                    <a:pt x="5" y="1018"/>
                  </a:lnTo>
                  <a:lnTo>
                    <a:pt x="546" y="658"/>
                  </a:lnTo>
                  <a:lnTo>
                    <a:pt x="642" y="602"/>
                  </a:lnTo>
                  <a:lnTo>
                    <a:pt x="784" y="518"/>
                  </a:lnTo>
                  <a:lnTo>
                    <a:pt x="939" y="426"/>
                  </a:lnTo>
                  <a:lnTo>
                    <a:pt x="1459" y="29"/>
                  </a:lnTo>
                  <a:lnTo>
                    <a:pt x="1537" y="0"/>
                  </a:lnTo>
                  <a:lnTo>
                    <a:pt x="1717" y="100"/>
                  </a:lnTo>
                  <a:lnTo>
                    <a:pt x="1996" y="399"/>
                  </a:lnTo>
                  <a:lnTo>
                    <a:pt x="2019" y="424"/>
                  </a:lnTo>
                  <a:lnTo>
                    <a:pt x="2119" y="606"/>
                  </a:lnTo>
                  <a:lnTo>
                    <a:pt x="2191" y="780"/>
                  </a:lnTo>
                  <a:lnTo>
                    <a:pt x="2208" y="807"/>
                  </a:lnTo>
                  <a:lnTo>
                    <a:pt x="2350" y="1026"/>
                  </a:lnTo>
                  <a:lnTo>
                    <a:pt x="2417" y="1039"/>
                  </a:lnTo>
                  <a:lnTo>
                    <a:pt x="2540" y="1121"/>
                  </a:lnTo>
                  <a:lnTo>
                    <a:pt x="2724" y="1272"/>
                  </a:lnTo>
                  <a:lnTo>
                    <a:pt x="2864" y="1417"/>
                  </a:lnTo>
                  <a:lnTo>
                    <a:pt x="2915" y="1478"/>
                  </a:lnTo>
                  <a:lnTo>
                    <a:pt x="2917" y="1513"/>
                  </a:lnTo>
                  <a:lnTo>
                    <a:pt x="2790" y="1844"/>
                  </a:lnTo>
                  <a:lnTo>
                    <a:pt x="2752" y="2028"/>
                  </a:lnTo>
                  <a:lnTo>
                    <a:pt x="2751" y="2193"/>
                  </a:lnTo>
                  <a:lnTo>
                    <a:pt x="2760" y="2233"/>
                  </a:lnTo>
                  <a:lnTo>
                    <a:pt x="2730" y="2248"/>
                  </a:lnTo>
                  <a:lnTo>
                    <a:pt x="2624" y="2278"/>
                  </a:lnTo>
                  <a:lnTo>
                    <a:pt x="2189" y="2399"/>
                  </a:lnTo>
                  <a:lnTo>
                    <a:pt x="2084" y="2421"/>
                  </a:lnTo>
                  <a:lnTo>
                    <a:pt x="1983" y="2441"/>
                  </a:lnTo>
                  <a:lnTo>
                    <a:pt x="1798" y="2427"/>
                  </a:lnTo>
                  <a:lnTo>
                    <a:pt x="1770" y="2429"/>
                  </a:lnTo>
                  <a:lnTo>
                    <a:pt x="1362" y="2455"/>
                  </a:lnTo>
                  <a:lnTo>
                    <a:pt x="1318" y="2463"/>
                  </a:lnTo>
                  <a:lnTo>
                    <a:pt x="1204" y="2499"/>
                  </a:lnTo>
                  <a:lnTo>
                    <a:pt x="1131" y="2588"/>
                  </a:lnTo>
                  <a:lnTo>
                    <a:pt x="1107" y="2607"/>
                  </a:lnTo>
                  <a:lnTo>
                    <a:pt x="951" y="26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7299642" y="1847165"/>
              <a:ext cx="280" cy="397"/>
            </a:xfrm>
            <a:custGeom>
              <a:avLst/>
              <a:pathLst>
                <a:path w="280" h="397">
                  <a:moveTo>
                    <a:pt x="203" y="345"/>
                  </a:moveTo>
                  <a:lnTo>
                    <a:pt x="121" y="397"/>
                  </a:lnTo>
                  <a:lnTo>
                    <a:pt x="73" y="359"/>
                  </a:lnTo>
                  <a:lnTo>
                    <a:pt x="43" y="308"/>
                  </a:lnTo>
                  <a:lnTo>
                    <a:pt x="10" y="211"/>
                  </a:lnTo>
                  <a:lnTo>
                    <a:pt x="0" y="129"/>
                  </a:lnTo>
                  <a:lnTo>
                    <a:pt x="127" y="0"/>
                  </a:lnTo>
                  <a:lnTo>
                    <a:pt x="241" y="0"/>
                  </a:lnTo>
                  <a:lnTo>
                    <a:pt x="257" y="5"/>
                  </a:lnTo>
                  <a:lnTo>
                    <a:pt x="266" y="13"/>
                  </a:lnTo>
                  <a:lnTo>
                    <a:pt x="280" y="33"/>
                  </a:lnTo>
                  <a:lnTo>
                    <a:pt x="263" y="230"/>
                  </a:lnTo>
                  <a:lnTo>
                    <a:pt x="260" y="274"/>
                  </a:lnTo>
                  <a:lnTo>
                    <a:pt x="203" y="3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7300597" y="1846737"/>
              <a:ext cx="737" cy="838"/>
            </a:xfrm>
            <a:custGeom>
              <a:avLst/>
              <a:pathLst>
                <a:path w="737" h="838">
                  <a:moveTo>
                    <a:pt x="585" y="556"/>
                  </a:moveTo>
                  <a:lnTo>
                    <a:pt x="682" y="605"/>
                  </a:lnTo>
                  <a:lnTo>
                    <a:pt x="720" y="600"/>
                  </a:lnTo>
                  <a:lnTo>
                    <a:pt x="726" y="596"/>
                  </a:lnTo>
                  <a:lnTo>
                    <a:pt x="737" y="589"/>
                  </a:lnTo>
                  <a:lnTo>
                    <a:pt x="732" y="607"/>
                  </a:lnTo>
                  <a:lnTo>
                    <a:pt x="723" y="628"/>
                  </a:lnTo>
                  <a:lnTo>
                    <a:pt x="622" y="718"/>
                  </a:lnTo>
                  <a:lnTo>
                    <a:pt x="351" y="801"/>
                  </a:lnTo>
                  <a:lnTo>
                    <a:pt x="257" y="806"/>
                  </a:lnTo>
                  <a:lnTo>
                    <a:pt x="234" y="827"/>
                  </a:lnTo>
                  <a:lnTo>
                    <a:pt x="127" y="838"/>
                  </a:lnTo>
                  <a:lnTo>
                    <a:pt x="95" y="756"/>
                  </a:lnTo>
                  <a:lnTo>
                    <a:pt x="3" y="523"/>
                  </a:lnTo>
                  <a:lnTo>
                    <a:pt x="0" y="306"/>
                  </a:lnTo>
                  <a:lnTo>
                    <a:pt x="5" y="252"/>
                  </a:lnTo>
                  <a:lnTo>
                    <a:pt x="28" y="206"/>
                  </a:lnTo>
                  <a:lnTo>
                    <a:pt x="106" y="99"/>
                  </a:lnTo>
                  <a:lnTo>
                    <a:pt x="374" y="0"/>
                  </a:lnTo>
                  <a:lnTo>
                    <a:pt x="532" y="123"/>
                  </a:lnTo>
                  <a:lnTo>
                    <a:pt x="536" y="204"/>
                  </a:lnTo>
                  <a:lnTo>
                    <a:pt x="507" y="384"/>
                  </a:lnTo>
                  <a:lnTo>
                    <a:pt x="514" y="488"/>
                  </a:lnTo>
                  <a:lnTo>
                    <a:pt x="585" y="55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7298686" y="1846366"/>
              <a:ext cx="1057" cy="1490"/>
            </a:xfrm>
            <a:custGeom>
              <a:avLst/>
              <a:pathLst>
                <a:path w="1057" h="1490">
                  <a:moveTo>
                    <a:pt x="439" y="1436"/>
                  </a:moveTo>
                  <a:lnTo>
                    <a:pt x="327" y="1490"/>
                  </a:lnTo>
                  <a:lnTo>
                    <a:pt x="61" y="1196"/>
                  </a:lnTo>
                  <a:lnTo>
                    <a:pt x="41" y="1168"/>
                  </a:lnTo>
                  <a:lnTo>
                    <a:pt x="26" y="1068"/>
                  </a:lnTo>
                  <a:lnTo>
                    <a:pt x="24" y="1040"/>
                  </a:lnTo>
                  <a:lnTo>
                    <a:pt x="13" y="674"/>
                  </a:lnTo>
                  <a:lnTo>
                    <a:pt x="6" y="671"/>
                  </a:lnTo>
                  <a:lnTo>
                    <a:pt x="0" y="532"/>
                  </a:lnTo>
                  <a:lnTo>
                    <a:pt x="33" y="428"/>
                  </a:lnTo>
                  <a:lnTo>
                    <a:pt x="43" y="396"/>
                  </a:lnTo>
                  <a:lnTo>
                    <a:pt x="528" y="5"/>
                  </a:lnTo>
                  <a:lnTo>
                    <a:pt x="551" y="0"/>
                  </a:lnTo>
                  <a:lnTo>
                    <a:pt x="561" y="1"/>
                  </a:lnTo>
                  <a:lnTo>
                    <a:pt x="755" y="37"/>
                  </a:lnTo>
                  <a:lnTo>
                    <a:pt x="848" y="75"/>
                  </a:lnTo>
                  <a:lnTo>
                    <a:pt x="1035" y="330"/>
                  </a:lnTo>
                  <a:lnTo>
                    <a:pt x="1057" y="460"/>
                  </a:lnTo>
                  <a:lnTo>
                    <a:pt x="943" y="776"/>
                  </a:lnTo>
                  <a:lnTo>
                    <a:pt x="852" y="928"/>
                  </a:lnTo>
                  <a:lnTo>
                    <a:pt x="693" y="1144"/>
                  </a:lnTo>
                  <a:lnTo>
                    <a:pt x="591" y="1283"/>
                  </a:lnTo>
                  <a:lnTo>
                    <a:pt x="481" y="1393"/>
                  </a:lnTo>
                  <a:lnTo>
                    <a:pt x="439" y="143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7300297" y="1846409"/>
              <a:ext cx="198" cy="614"/>
            </a:xfrm>
            <a:custGeom>
              <a:avLst/>
              <a:pathLst>
                <a:path w="198" h="614">
                  <a:moveTo>
                    <a:pt x="147" y="613"/>
                  </a:moveTo>
                  <a:lnTo>
                    <a:pt x="138" y="614"/>
                  </a:lnTo>
                  <a:lnTo>
                    <a:pt x="133" y="613"/>
                  </a:lnTo>
                  <a:lnTo>
                    <a:pt x="72" y="546"/>
                  </a:lnTo>
                  <a:lnTo>
                    <a:pt x="50" y="490"/>
                  </a:lnTo>
                  <a:lnTo>
                    <a:pt x="38" y="443"/>
                  </a:lnTo>
                  <a:lnTo>
                    <a:pt x="9" y="295"/>
                  </a:lnTo>
                  <a:lnTo>
                    <a:pt x="0" y="228"/>
                  </a:lnTo>
                  <a:lnTo>
                    <a:pt x="11" y="173"/>
                  </a:lnTo>
                  <a:lnTo>
                    <a:pt x="48" y="7"/>
                  </a:lnTo>
                  <a:lnTo>
                    <a:pt x="73" y="0"/>
                  </a:lnTo>
                  <a:lnTo>
                    <a:pt x="188" y="3"/>
                  </a:lnTo>
                  <a:lnTo>
                    <a:pt x="197" y="11"/>
                  </a:lnTo>
                  <a:lnTo>
                    <a:pt x="198" y="293"/>
                  </a:lnTo>
                  <a:lnTo>
                    <a:pt x="198" y="343"/>
                  </a:lnTo>
                  <a:lnTo>
                    <a:pt x="166" y="574"/>
                  </a:lnTo>
                  <a:lnTo>
                    <a:pt x="156" y="602"/>
                  </a:lnTo>
                  <a:lnTo>
                    <a:pt x="154" y="607"/>
                  </a:lnTo>
                  <a:lnTo>
                    <a:pt x="147" y="61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7308639" y="1847334"/>
              <a:ext cx="1028" cy="845"/>
            </a:xfrm>
            <a:custGeom>
              <a:avLst/>
              <a:pathLst>
                <a:path w="1028" h="845">
                  <a:moveTo>
                    <a:pt x="643" y="845"/>
                  </a:moveTo>
                  <a:lnTo>
                    <a:pt x="474" y="827"/>
                  </a:lnTo>
                  <a:lnTo>
                    <a:pt x="183" y="746"/>
                  </a:lnTo>
                  <a:lnTo>
                    <a:pt x="177" y="744"/>
                  </a:lnTo>
                  <a:lnTo>
                    <a:pt x="133" y="657"/>
                  </a:lnTo>
                  <a:lnTo>
                    <a:pt x="17" y="361"/>
                  </a:lnTo>
                  <a:lnTo>
                    <a:pt x="0" y="318"/>
                  </a:lnTo>
                  <a:lnTo>
                    <a:pt x="6" y="297"/>
                  </a:lnTo>
                  <a:lnTo>
                    <a:pt x="33" y="278"/>
                  </a:lnTo>
                  <a:lnTo>
                    <a:pt x="497" y="48"/>
                  </a:lnTo>
                  <a:lnTo>
                    <a:pt x="643" y="12"/>
                  </a:lnTo>
                  <a:lnTo>
                    <a:pt x="718" y="0"/>
                  </a:lnTo>
                  <a:lnTo>
                    <a:pt x="754" y="4"/>
                  </a:lnTo>
                  <a:lnTo>
                    <a:pt x="890" y="39"/>
                  </a:lnTo>
                  <a:lnTo>
                    <a:pt x="897" y="43"/>
                  </a:lnTo>
                  <a:lnTo>
                    <a:pt x="943" y="79"/>
                  </a:lnTo>
                  <a:lnTo>
                    <a:pt x="967" y="119"/>
                  </a:lnTo>
                  <a:lnTo>
                    <a:pt x="1013" y="274"/>
                  </a:lnTo>
                  <a:lnTo>
                    <a:pt x="1028" y="471"/>
                  </a:lnTo>
                  <a:lnTo>
                    <a:pt x="971" y="610"/>
                  </a:lnTo>
                  <a:lnTo>
                    <a:pt x="887" y="717"/>
                  </a:lnTo>
                  <a:lnTo>
                    <a:pt x="752" y="823"/>
                  </a:lnTo>
                  <a:lnTo>
                    <a:pt x="643" y="8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7302470" y="1846179"/>
              <a:ext cx="648" cy="316"/>
            </a:xfrm>
            <a:custGeom>
              <a:avLst/>
              <a:pathLst>
                <a:path w="648" h="316">
                  <a:moveTo>
                    <a:pt x="88" y="304"/>
                  </a:moveTo>
                  <a:lnTo>
                    <a:pt x="14" y="298"/>
                  </a:lnTo>
                  <a:lnTo>
                    <a:pt x="0" y="135"/>
                  </a:lnTo>
                  <a:lnTo>
                    <a:pt x="56" y="23"/>
                  </a:lnTo>
                  <a:lnTo>
                    <a:pt x="70" y="19"/>
                  </a:lnTo>
                  <a:lnTo>
                    <a:pt x="189" y="0"/>
                  </a:lnTo>
                  <a:lnTo>
                    <a:pt x="232" y="9"/>
                  </a:lnTo>
                  <a:lnTo>
                    <a:pt x="477" y="60"/>
                  </a:lnTo>
                  <a:lnTo>
                    <a:pt x="628" y="146"/>
                  </a:lnTo>
                  <a:lnTo>
                    <a:pt x="648" y="183"/>
                  </a:lnTo>
                  <a:lnTo>
                    <a:pt x="335" y="306"/>
                  </a:lnTo>
                  <a:lnTo>
                    <a:pt x="296" y="310"/>
                  </a:lnTo>
                  <a:lnTo>
                    <a:pt x="282" y="311"/>
                  </a:lnTo>
                  <a:lnTo>
                    <a:pt x="261" y="316"/>
                  </a:lnTo>
                  <a:lnTo>
                    <a:pt x="88" y="3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7302651" y="1846291"/>
              <a:ext cx="1407" cy="922"/>
            </a:xfrm>
            <a:custGeom>
              <a:avLst/>
              <a:pathLst>
                <a:path w="1407" h="922">
                  <a:moveTo>
                    <a:pt x="825" y="874"/>
                  </a:moveTo>
                  <a:lnTo>
                    <a:pt x="291" y="922"/>
                  </a:lnTo>
                  <a:lnTo>
                    <a:pt x="264" y="914"/>
                  </a:lnTo>
                  <a:lnTo>
                    <a:pt x="7" y="585"/>
                  </a:lnTo>
                  <a:lnTo>
                    <a:pt x="0" y="446"/>
                  </a:lnTo>
                  <a:lnTo>
                    <a:pt x="2" y="438"/>
                  </a:lnTo>
                  <a:lnTo>
                    <a:pt x="32" y="410"/>
                  </a:lnTo>
                  <a:lnTo>
                    <a:pt x="78" y="367"/>
                  </a:lnTo>
                  <a:lnTo>
                    <a:pt x="216" y="275"/>
                  </a:lnTo>
                  <a:lnTo>
                    <a:pt x="241" y="265"/>
                  </a:lnTo>
                  <a:lnTo>
                    <a:pt x="744" y="85"/>
                  </a:lnTo>
                  <a:lnTo>
                    <a:pt x="917" y="23"/>
                  </a:lnTo>
                  <a:lnTo>
                    <a:pt x="1082" y="0"/>
                  </a:lnTo>
                  <a:lnTo>
                    <a:pt x="1095" y="3"/>
                  </a:lnTo>
                  <a:lnTo>
                    <a:pt x="1112" y="16"/>
                  </a:lnTo>
                  <a:lnTo>
                    <a:pt x="1125" y="32"/>
                  </a:lnTo>
                  <a:lnTo>
                    <a:pt x="1210" y="151"/>
                  </a:lnTo>
                  <a:lnTo>
                    <a:pt x="1407" y="392"/>
                  </a:lnTo>
                  <a:lnTo>
                    <a:pt x="1405" y="505"/>
                  </a:lnTo>
                  <a:lnTo>
                    <a:pt x="1250" y="701"/>
                  </a:lnTo>
                  <a:lnTo>
                    <a:pt x="923" y="846"/>
                  </a:lnTo>
                  <a:lnTo>
                    <a:pt x="825" y="87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7305908" y="1846412"/>
              <a:ext cx="1429" cy="832"/>
            </a:xfrm>
            <a:custGeom>
              <a:avLst/>
              <a:pathLst>
                <a:path w="1429" h="832">
                  <a:moveTo>
                    <a:pt x="1404" y="806"/>
                  </a:moveTo>
                  <a:lnTo>
                    <a:pt x="1370" y="832"/>
                  </a:lnTo>
                  <a:lnTo>
                    <a:pt x="1346" y="824"/>
                  </a:lnTo>
                  <a:lnTo>
                    <a:pt x="915" y="741"/>
                  </a:lnTo>
                  <a:lnTo>
                    <a:pt x="705" y="672"/>
                  </a:lnTo>
                  <a:lnTo>
                    <a:pt x="668" y="660"/>
                  </a:lnTo>
                  <a:lnTo>
                    <a:pt x="554" y="524"/>
                  </a:lnTo>
                  <a:lnTo>
                    <a:pt x="462" y="434"/>
                  </a:lnTo>
                  <a:lnTo>
                    <a:pt x="458" y="431"/>
                  </a:lnTo>
                  <a:lnTo>
                    <a:pt x="287" y="296"/>
                  </a:lnTo>
                  <a:lnTo>
                    <a:pt x="200" y="250"/>
                  </a:lnTo>
                  <a:lnTo>
                    <a:pt x="195" y="245"/>
                  </a:lnTo>
                  <a:lnTo>
                    <a:pt x="0" y="69"/>
                  </a:lnTo>
                  <a:lnTo>
                    <a:pt x="22" y="7"/>
                  </a:lnTo>
                  <a:lnTo>
                    <a:pt x="31" y="0"/>
                  </a:lnTo>
                  <a:lnTo>
                    <a:pt x="343" y="33"/>
                  </a:lnTo>
                  <a:lnTo>
                    <a:pt x="644" y="126"/>
                  </a:lnTo>
                  <a:lnTo>
                    <a:pt x="743" y="178"/>
                  </a:lnTo>
                  <a:lnTo>
                    <a:pt x="897" y="273"/>
                  </a:lnTo>
                  <a:lnTo>
                    <a:pt x="1112" y="405"/>
                  </a:lnTo>
                  <a:lnTo>
                    <a:pt x="1224" y="459"/>
                  </a:lnTo>
                  <a:lnTo>
                    <a:pt x="1407" y="588"/>
                  </a:lnTo>
                  <a:lnTo>
                    <a:pt x="1429" y="705"/>
                  </a:lnTo>
                  <a:lnTo>
                    <a:pt x="1424" y="724"/>
                  </a:lnTo>
                  <a:lnTo>
                    <a:pt x="1404" y="8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7299181" y="1845279"/>
              <a:ext cx="456" cy="480"/>
            </a:xfrm>
            <a:custGeom>
              <a:avLst/>
              <a:pathLst>
                <a:path w="456" h="480">
                  <a:moveTo>
                    <a:pt x="342" y="460"/>
                  </a:moveTo>
                  <a:lnTo>
                    <a:pt x="284" y="480"/>
                  </a:lnTo>
                  <a:lnTo>
                    <a:pt x="18" y="367"/>
                  </a:lnTo>
                  <a:lnTo>
                    <a:pt x="2" y="342"/>
                  </a:lnTo>
                  <a:lnTo>
                    <a:pt x="0" y="335"/>
                  </a:lnTo>
                  <a:lnTo>
                    <a:pt x="18" y="233"/>
                  </a:lnTo>
                  <a:lnTo>
                    <a:pt x="210" y="8"/>
                  </a:lnTo>
                  <a:lnTo>
                    <a:pt x="239" y="5"/>
                  </a:lnTo>
                  <a:lnTo>
                    <a:pt x="314" y="0"/>
                  </a:lnTo>
                  <a:lnTo>
                    <a:pt x="413" y="79"/>
                  </a:lnTo>
                  <a:lnTo>
                    <a:pt x="456" y="358"/>
                  </a:lnTo>
                  <a:lnTo>
                    <a:pt x="451" y="419"/>
                  </a:lnTo>
                  <a:lnTo>
                    <a:pt x="445" y="424"/>
                  </a:lnTo>
                  <a:lnTo>
                    <a:pt x="372" y="426"/>
                  </a:lnTo>
                  <a:lnTo>
                    <a:pt x="342" y="46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7301718" y="1845678"/>
              <a:ext cx="723" cy="917"/>
            </a:xfrm>
            <a:custGeom>
              <a:avLst/>
              <a:pathLst>
                <a:path w="723" h="917">
                  <a:moveTo>
                    <a:pt x="319" y="905"/>
                  </a:moveTo>
                  <a:lnTo>
                    <a:pt x="123" y="917"/>
                  </a:lnTo>
                  <a:lnTo>
                    <a:pt x="51" y="850"/>
                  </a:lnTo>
                  <a:lnTo>
                    <a:pt x="56" y="813"/>
                  </a:lnTo>
                  <a:lnTo>
                    <a:pt x="11" y="712"/>
                  </a:lnTo>
                  <a:lnTo>
                    <a:pt x="0" y="692"/>
                  </a:lnTo>
                  <a:lnTo>
                    <a:pt x="16" y="580"/>
                  </a:lnTo>
                  <a:lnTo>
                    <a:pt x="66" y="305"/>
                  </a:lnTo>
                  <a:lnTo>
                    <a:pt x="114" y="156"/>
                  </a:lnTo>
                  <a:lnTo>
                    <a:pt x="125" y="119"/>
                  </a:lnTo>
                  <a:lnTo>
                    <a:pt x="169" y="80"/>
                  </a:lnTo>
                  <a:lnTo>
                    <a:pt x="282" y="0"/>
                  </a:lnTo>
                  <a:lnTo>
                    <a:pt x="356" y="22"/>
                  </a:lnTo>
                  <a:lnTo>
                    <a:pt x="429" y="44"/>
                  </a:lnTo>
                  <a:lnTo>
                    <a:pt x="665" y="131"/>
                  </a:lnTo>
                  <a:lnTo>
                    <a:pt x="723" y="277"/>
                  </a:lnTo>
                  <a:lnTo>
                    <a:pt x="705" y="437"/>
                  </a:lnTo>
                  <a:lnTo>
                    <a:pt x="647" y="769"/>
                  </a:lnTo>
                  <a:lnTo>
                    <a:pt x="633" y="813"/>
                  </a:lnTo>
                  <a:lnTo>
                    <a:pt x="560" y="872"/>
                  </a:lnTo>
                  <a:lnTo>
                    <a:pt x="486" y="882"/>
                  </a:lnTo>
                  <a:lnTo>
                    <a:pt x="319" y="9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7302672" y="1845401"/>
              <a:ext cx="453" cy="334"/>
            </a:xfrm>
            <a:custGeom>
              <a:avLst/>
              <a:pathLst>
                <a:path w="453" h="334">
                  <a:moveTo>
                    <a:pt x="345" y="334"/>
                  </a:moveTo>
                  <a:lnTo>
                    <a:pt x="301" y="334"/>
                  </a:lnTo>
                  <a:lnTo>
                    <a:pt x="254" y="318"/>
                  </a:lnTo>
                  <a:lnTo>
                    <a:pt x="123" y="229"/>
                  </a:lnTo>
                  <a:lnTo>
                    <a:pt x="15" y="155"/>
                  </a:lnTo>
                  <a:lnTo>
                    <a:pt x="0" y="134"/>
                  </a:lnTo>
                  <a:lnTo>
                    <a:pt x="5" y="113"/>
                  </a:lnTo>
                  <a:lnTo>
                    <a:pt x="330" y="0"/>
                  </a:lnTo>
                  <a:lnTo>
                    <a:pt x="430" y="23"/>
                  </a:lnTo>
                  <a:lnTo>
                    <a:pt x="453" y="65"/>
                  </a:lnTo>
                  <a:lnTo>
                    <a:pt x="356" y="320"/>
                  </a:lnTo>
                  <a:lnTo>
                    <a:pt x="345" y="3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7310297" y="1846745"/>
              <a:ext cx="4043" cy="5538"/>
            </a:xfrm>
            <a:custGeom>
              <a:avLst/>
              <a:pathLst>
                <a:path w="4043" h="5538">
                  <a:moveTo>
                    <a:pt x="3392" y="987"/>
                  </a:moveTo>
                  <a:lnTo>
                    <a:pt x="3501" y="1321"/>
                  </a:lnTo>
                  <a:lnTo>
                    <a:pt x="3511" y="1335"/>
                  </a:lnTo>
                  <a:lnTo>
                    <a:pt x="3575" y="1393"/>
                  </a:lnTo>
                  <a:lnTo>
                    <a:pt x="3634" y="1448"/>
                  </a:lnTo>
                  <a:lnTo>
                    <a:pt x="3723" y="1459"/>
                  </a:lnTo>
                  <a:lnTo>
                    <a:pt x="3784" y="1417"/>
                  </a:lnTo>
                  <a:lnTo>
                    <a:pt x="3826" y="1435"/>
                  </a:lnTo>
                  <a:lnTo>
                    <a:pt x="3870" y="1582"/>
                  </a:lnTo>
                  <a:lnTo>
                    <a:pt x="3859" y="1646"/>
                  </a:lnTo>
                  <a:lnTo>
                    <a:pt x="3830" y="1645"/>
                  </a:lnTo>
                  <a:lnTo>
                    <a:pt x="3412" y="1591"/>
                  </a:lnTo>
                  <a:lnTo>
                    <a:pt x="2938" y="1527"/>
                  </a:lnTo>
                  <a:lnTo>
                    <a:pt x="2921" y="1539"/>
                  </a:lnTo>
                  <a:lnTo>
                    <a:pt x="2867" y="1661"/>
                  </a:lnTo>
                  <a:lnTo>
                    <a:pt x="2866" y="1706"/>
                  </a:lnTo>
                  <a:lnTo>
                    <a:pt x="3042" y="1917"/>
                  </a:lnTo>
                  <a:lnTo>
                    <a:pt x="3186" y="1979"/>
                  </a:lnTo>
                  <a:lnTo>
                    <a:pt x="3212" y="1980"/>
                  </a:lnTo>
                  <a:lnTo>
                    <a:pt x="3299" y="1964"/>
                  </a:lnTo>
                  <a:lnTo>
                    <a:pt x="3404" y="1960"/>
                  </a:lnTo>
                  <a:lnTo>
                    <a:pt x="3842" y="2052"/>
                  </a:lnTo>
                  <a:lnTo>
                    <a:pt x="3873" y="2063"/>
                  </a:lnTo>
                  <a:lnTo>
                    <a:pt x="3960" y="2123"/>
                  </a:lnTo>
                  <a:lnTo>
                    <a:pt x="3957" y="2174"/>
                  </a:lnTo>
                  <a:lnTo>
                    <a:pt x="3936" y="2266"/>
                  </a:lnTo>
                  <a:lnTo>
                    <a:pt x="3890" y="2329"/>
                  </a:lnTo>
                  <a:lnTo>
                    <a:pt x="3840" y="2355"/>
                  </a:lnTo>
                  <a:lnTo>
                    <a:pt x="3784" y="2341"/>
                  </a:lnTo>
                  <a:lnTo>
                    <a:pt x="3713" y="2420"/>
                  </a:lnTo>
                  <a:lnTo>
                    <a:pt x="3637" y="2504"/>
                  </a:lnTo>
                  <a:lnTo>
                    <a:pt x="3631" y="2516"/>
                  </a:lnTo>
                  <a:lnTo>
                    <a:pt x="3631" y="2550"/>
                  </a:lnTo>
                  <a:lnTo>
                    <a:pt x="3677" y="2753"/>
                  </a:lnTo>
                  <a:lnTo>
                    <a:pt x="3740" y="2793"/>
                  </a:lnTo>
                  <a:lnTo>
                    <a:pt x="3852" y="2791"/>
                  </a:lnTo>
                  <a:lnTo>
                    <a:pt x="3923" y="2800"/>
                  </a:lnTo>
                  <a:lnTo>
                    <a:pt x="4043" y="2940"/>
                  </a:lnTo>
                  <a:lnTo>
                    <a:pt x="4023" y="2993"/>
                  </a:lnTo>
                  <a:lnTo>
                    <a:pt x="3929" y="3112"/>
                  </a:lnTo>
                  <a:lnTo>
                    <a:pt x="3793" y="3139"/>
                  </a:lnTo>
                  <a:lnTo>
                    <a:pt x="3745" y="3130"/>
                  </a:lnTo>
                  <a:lnTo>
                    <a:pt x="3631" y="3083"/>
                  </a:lnTo>
                  <a:lnTo>
                    <a:pt x="3572" y="3058"/>
                  </a:lnTo>
                  <a:lnTo>
                    <a:pt x="3517" y="3026"/>
                  </a:lnTo>
                  <a:lnTo>
                    <a:pt x="3513" y="3026"/>
                  </a:lnTo>
                  <a:lnTo>
                    <a:pt x="3485" y="3020"/>
                  </a:lnTo>
                  <a:lnTo>
                    <a:pt x="3408" y="3081"/>
                  </a:lnTo>
                  <a:lnTo>
                    <a:pt x="3341" y="3167"/>
                  </a:lnTo>
                  <a:lnTo>
                    <a:pt x="3292" y="3320"/>
                  </a:lnTo>
                  <a:lnTo>
                    <a:pt x="3200" y="3480"/>
                  </a:lnTo>
                  <a:lnTo>
                    <a:pt x="3092" y="3483"/>
                  </a:lnTo>
                  <a:lnTo>
                    <a:pt x="2997" y="3495"/>
                  </a:lnTo>
                  <a:lnTo>
                    <a:pt x="2899" y="3537"/>
                  </a:lnTo>
                  <a:lnTo>
                    <a:pt x="2736" y="3646"/>
                  </a:lnTo>
                  <a:lnTo>
                    <a:pt x="2659" y="3705"/>
                  </a:lnTo>
                  <a:lnTo>
                    <a:pt x="2585" y="3773"/>
                  </a:lnTo>
                  <a:lnTo>
                    <a:pt x="2502" y="3924"/>
                  </a:lnTo>
                  <a:lnTo>
                    <a:pt x="2492" y="3959"/>
                  </a:lnTo>
                  <a:lnTo>
                    <a:pt x="2460" y="4366"/>
                  </a:lnTo>
                  <a:lnTo>
                    <a:pt x="2458" y="4492"/>
                  </a:lnTo>
                  <a:lnTo>
                    <a:pt x="2465" y="4531"/>
                  </a:lnTo>
                  <a:lnTo>
                    <a:pt x="2497" y="4560"/>
                  </a:lnTo>
                  <a:lnTo>
                    <a:pt x="2547" y="4557"/>
                  </a:lnTo>
                  <a:lnTo>
                    <a:pt x="2849" y="4631"/>
                  </a:lnTo>
                  <a:lnTo>
                    <a:pt x="3184" y="4777"/>
                  </a:lnTo>
                  <a:lnTo>
                    <a:pt x="3234" y="4810"/>
                  </a:lnTo>
                  <a:lnTo>
                    <a:pt x="3243" y="4823"/>
                  </a:lnTo>
                  <a:lnTo>
                    <a:pt x="3249" y="4836"/>
                  </a:lnTo>
                  <a:lnTo>
                    <a:pt x="3251" y="4862"/>
                  </a:lnTo>
                  <a:lnTo>
                    <a:pt x="3196" y="5257"/>
                  </a:lnTo>
                  <a:lnTo>
                    <a:pt x="3277" y="5482"/>
                  </a:lnTo>
                  <a:lnTo>
                    <a:pt x="3272" y="5507"/>
                  </a:lnTo>
                  <a:lnTo>
                    <a:pt x="3269" y="5510"/>
                  </a:lnTo>
                  <a:lnTo>
                    <a:pt x="3223" y="5531"/>
                  </a:lnTo>
                  <a:lnTo>
                    <a:pt x="3069" y="5538"/>
                  </a:lnTo>
                  <a:lnTo>
                    <a:pt x="2910" y="5533"/>
                  </a:lnTo>
                  <a:lnTo>
                    <a:pt x="2853" y="5486"/>
                  </a:lnTo>
                  <a:lnTo>
                    <a:pt x="2754" y="5374"/>
                  </a:lnTo>
                  <a:lnTo>
                    <a:pt x="2590" y="5360"/>
                  </a:lnTo>
                  <a:lnTo>
                    <a:pt x="2394" y="5383"/>
                  </a:lnTo>
                  <a:lnTo>
                    <a:pt x="2332" y="5378"/>
                  </a:lnTo>
                  <a:lnTo>
                    <a:pt x="2216" y="5309"/>
                  </a:lnTo>
                  <a:lnTo>
                    <a:pt x="2131" y="5246"/>
                  </a:lnTo>
                  <a:lnTo>
                    <a:pt x="1886" y="4925"/>
                  </a:lnTo>
                  <a:lnTo>
                    <a:pt x="1830" y="4827"/>
                  </a:lnTo>
                  <a:lnTo>
                    <a:pt x="1805" y="4759"/>
                  </a:lnTo>
                  <a:lnTo>
                    <a:pt x="1771" y="4671"/>
                  </a:lnTo>
                  <a:lnTo>
                    <a:pt x="1694" y="4469"/>
                  </a:lnTo>
                  <a:lnTo>
                    <a:pt x="1522" y="4097"/>
                  </a:lnTo>
                  <a:lnTo>
                    <a:pt x="1522" y="4080"/>
                  </a:lnTo>
                  <a:lnTo>
                    <a:pt x="1528" y="4065"/>
                  </a:lnTo>
                  <a:lnTo>
                    <a:pt x="1598" y="4004"/>
                  </a:lnTo>
                  <a:lnTo>
                    <a:pt x="1655" y="3971"/>
                  </a:lnTo>
                  <a:lnTo>
                    <a:pt x="1703" y="3946"/>
                  </a:lnTo>
                  <a:lnTo>
                    <a:pt x="1751" y="3887"/>
                  </a:lnTo>
                  <a:lnTo>
                    <a:pt x="1891" y="3603"/>
                  </a:lnTo>
                  <a:lnTo>
                    <a:pt x="1914" y="3538"/>
                  </a:lnTo>
                  <a:lnTo>
                    <a:pt x="1922" y="3475"/>
                  </a:lnTo>
                  <a:lnTo>
                    <a:pt x="1920" y="3235"/>
                  </a:lnTo>
                  <a:lnTo>
                    <a:pt x="1787" y="3024"/>
                  </a:lnTo>
                  <a:lnTo>
                    <a:pt x="1630" y="2641"/>
                  </a:lnTo>
                  <a:lnTo>
                    <a:pt x="1585" y="2531"/>
                  </a:lnTo>
                  <a:lnTo>
                    <a:pt x="1563" y="2471"/>
                  </a:lnTo>
                  <a:lnTo>
                    <a:pt x="1547" y="2423"/>
                  </a:lnTo>
                  <a:lnTo>
                    <a:pt x="1537" y="2386"/>
                  </a:lnTo>
                  <a:lnTo>
                    <a:pt x="1513" y="2281"/>
                  </a:lnTo>
                  <a:lnTo>
                    <a:pt x="1506" y="2255"/>
                  </a:lnTo>
                  <a:lnTo>
                    <a:pt x="1507" y="2225"/>
                  </a:lnTo>
                  <a:lnTo>
                    <a:pt x="1091" y="2132"/>
                  </a:lnTo>
                  <a:lnTo>
                    <a:pt x="1026" y="2117"/>
                  </a:lnTo>
                  <a:lnTo>
                    <a:pt x="1003" y="2109"/>
                  </a:lnTo>
                  <a:lnTo>
                    <a:pt x="994" y="2103"/>
                  </a:lnTo>
                  <a:lnTo>
                    <a:pt x="981" y="2087"/>
                  </a:lnTo>
                  <a:lnTo>
                    <a:pt x="960" y="1881"/>
                  </a:lnTo>
                  <a:lnTo>
                    <a:pt x="955" y="1875"/>
                  </a:lnTo>
                  <a:lnTo>
                    <a:pt x="950" y="1868"/>
                  </a:lnTo>
                  <a:lnTo>
                    <a:pt x="891" y="1845"/>
                  </a:lnTo>
                  <a:lnTo>
                    <a:pt x="707" y="1772"/>
                  </a:lnTo>
                  <a:lnTo>
                    <a:pt x="646" y="1778"/>
                  </a:lnTo>
                  <a:lnTo>
                    <a:pt x="508" y="1793"/>
                  </a:lnTo>
                  <a:lnTo>
                    <a:pt x="494" y="1779"/>
                  </a:lnTo>
                  <a:lnTo>
                    <a:pt x="453" y="1741"/>
                  </a:lnTo>
                  <a:lnTo>
                    <a:pt x="440" y="1728"/>
                  </a:lnTo>
                  <a:lnTo>
                    <a:pt x="299" y="1596"/>
                  </a:lnTo>
                  <a:lnTo>
                    <a:pt x="42" y="1212"/>
                  </a:lnTo>
                  <a:lnTo>
                    <a:pt x="0" y="859"/>
                  </a:lnTo>
                  <a:lnTo>
                    <a:pt x="12" y="845"/>
                  </a:lnTo>
                  <a:lnTo>
                    <a:pt x="39" y="832"/>
                  </a:lnTo>
                  <a:lnTo>
                    <a:pt x="728" y="0"/>
                  </a:lnTo>
                  <a:lnTo>
                    <a:pt x="775" y="17"/>
                  </a:lnTo>
                  <a:lnTo>
                    <a:pt x="920" y="205"/>
                  </a:lnTo>
                  <a:lnTo>
                    <a:pt x="937" y="241"/>
                  </a:lnTo>
                  <a:lnTo>
                    <a:pt x="935" y="306"/>
                  </a:lnTo>
                  <a:lnTo>
                    <a:pt x="941" y="322"/>
                  </a:lnTo>
                  <a:lnTo>
                    <a:pt x="946" y="336"/>
                  </a:lnTo>
                  <a:lnTo>
                    <a:pt x="1303" y="242"/>
                  </a:lnTo>
                  <a:lnTo>
                    <a:pt x="1367" y="209"/>
                  </a:lnTo>
                  <a:lnTo>
                    <a:pt x="1407" y="189"/>
                  </a:lnTo>
                  <a:lnTo>
                    <a:pt x="1518" y="132"/>
                  </a:lnTo>
                  <a:lnTo>
                    <a:pt x="1563" y="144"/>
                  </a:lnTo>
                  <a:lnTo>
                    <a:pt x="1610" y="226"/>
                  </a:lnTo>
                  <a:lnTo>
                    <a:pt x="1610" y="274"/>
                  </a:lnTo>
                  <a:lnTo>
                    <a:pt x="2204" y="477"/>
                  </a:lnTo>
                  <a:lnTo>
                    <a:pt x="2243" y="512"/>
                  </a:lnTo>
                  <a:lnTo>
                    <a:pt x="2270" y="593"/>
                  </a:lnTo>
                  <a:lnTo>
                    <a:pt x="2311" y="674"/>
                  </a:lnTo>
                  <a:lnTo>
                    <a:pt x="2325" y="810"/>
                  </a:lnTo>
                  <a:lnTo>
                    <a:pt x="2341" y="810"/>
                  </a:lnTo>
                  <a:lnTo>
                    <a:pt x="2596" y="737"/>
                  </a:lnTo>
                  <a:lnTo>
                    <a:pt x="2984" y="627"/>
                  </a:lnTo>
                  <a:lnTo>
                    <a:pt x="3068" y="603"/>
                  </a:lnTo>
                  <a:lnTo>
                    <a:pt x="3104" y="584"/>
                  </a:lnTo>
                  <a:lnTo>
                    <a:pt x="3123" y="563"/>
                  </a:lnTo>
                  <a:lnTo>
                    <a:pt x="3161" y="483"/>
                  </a:lnTo>
                  <a:lnTo>
                    <a:pt x="3171" y="450"/>
                  </a:lnTo>
                  <a:lnTo>
                    <a:pt x="3272" y="428"/>
                  </a:lnTo>
                  <a:lnTo>
                    <a:pt x="3310" y="420"/>
                  </a:lnTo>
                  <a:lnTo>
                    <a:pt x="3480" y="397"/>
                  </a:lnTo>
                  <a:lnTo>
                    <a:pt x="3631" y="544"/>
                  </a:lnTo>
                  <a:lnTo>
                    <a:pt x="3632" y="549"/>
                  </a:lnTo>
                  <a:lnTo>
                    <a:pt x="3600" y="622"/>
                  </a:lnTo>
                  <a:lnTo>
                    <a:pt x="3568" y="632"/>
                  </a:lnTo>
                  <a:lnTo>
                    <a:pt x="3532" y="636"/>
                  </a:lnTo>
                  <a:lnTo>
                    <a:pt x="3459" y="672"/>
                  </a:lnTo>
                  <a:lnTo>
                    <a:pt x="3406" y="709"/>
                  </a:lnTo>
                  <a:lnTo>
                    <a:pt x="3389" y="755"/>
                  </a:lnTo>
                  <a:lnTo>
                    <a:pt x="3383" y="952"/>
                  </a:lnTo>
                  <a:lnTo>
                    <a:pt x="3392" y="9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7300227" y="1844799"/>
              <a:ext cx="1057" cy="1216"/>
            </a:xfrm>
            <a:custGeom>
              <a:avLst/>
              <a:pathLst>
                <a:path w="1057" h="1216">
                  <a:moveTo>
                    <a:pt x="1027" y="873"/>
                  </a:moveTo>
                  <a:lnTo>
                    <a:pt x="1057" y="974"/>
                  </a:lnTo>
                  <a:lnTo>
                    <a:pt x="961" y="1077"/>
                  </a:lnTo>
                  <a:lnTo>
                    <a:pt x="825" y="1130"/>
                  </a:lnTo>
                  <a:lnTo>
                    <a:pt x="769" y="1122"/>
                  </a:lnTo>
                  <a:lnTo>
                    <a:pt x="702" y="1086"/>
                  </a:lnTo>
                  <a:lnTo>
                    <a:pt x="668" y="1059"/>
                  </a:lnTo>
                  <a:lnTo>
                    <a:pt x="622" y="980"/>
                  </a:lnTo>
                  <a:lnTo>
                    <a:pt x="671" y="902"/>
                  </a:lnTo>
                  <a:lnTo>
                    <a:pt x="656" y="886"/>
                  </a:lnTo>
                  <a:lnTo>
                    <a:pt x="406" y="963"/>
                  </a:lnTo>
                  <a:lnTo>
                    <a:pt x="342" y="1043"/>
                  </a:lnTo>
                  <a:lnTo>
                    <a:pt x="262" y="1187"/>
                  </a:lnTo>
                  <a:lnTo>
                    <a:pt x="246" y="1200"/>
                  </a:lnTo>
                  <a:lnTo>
                    <a:pt x="165" y="1216"/>
                  </a:lnTo>
                  <a:lnTo>
                    <a:pt x="131" y="1201"/>
                  </a:lnTo>
                  <a:lnTo>
                    <a:pt x="93" y="1169"/>
                  </a:lnTo>
                  <a:lnTo>
                    <a:pt x="34" y="624"/>
                  </a:lnTo>
                  <a:lnTo>
                    <a:pt x="2" y="331"/>
                  </a:lnTo>
                  <a:lnTo>
                    <a:pt x="1" y="292"/>
                  </a:lnTo>
                  <a:lnTo>
                    <a:pt x="0" y="236"/>
                  </a:lnTo>
                  <a:lnTo>
                    <a:pt x="4" y="221"/>
                  </a:lnTo>
                  <a:lnTo>
                    <a:pt x="188" y="11"/>
                  </a:lnTo>
                  <a:lnTo>
                    <a:pt x="228" y="0"/>
                  </a:lnTo>
                  <a:lnTo>
                    <a:pt x="383" y="99"/>
                  </a:lnTo>
                  <a:lnTo>
                    <a:pt x="803" y="573"/>
                  </a:lnTo>
                  <a:lnTo>
                    <a:pt x="864" y="641"/>
                  </a:lnTo>
                  <a:lnTo>
                    <a:pt x="890" y="674"/>
                  </a:lnTo>
                  <a:lnTo>
                    <a:pt x="918" y="717"/>
                  </a:lnTo>
                  <a:lnTo>
                    <a:pt x="1027" y="8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7302996" y="1845314"/>
              <a:ext cx="2069" cy="1380"/>
            </a:xfrm>
            <a:custGeom>
              <a:avLst/>
              <a:pathLst>
                <a:path w="2069" h="1380">
                  <a:moveTo>
                    <a:pt x="1598" y="588"/>
                  </a:moveTo>
                  <a:lnTo>
                    <a:pt x="1960" y="1041"/>
                  </a:lnTo>
                  <a:lnTo>
                    <a:pt x="1974" y="1061"/>
                  </a:lnTo>
                  <a:lnTo>
                    <a:pt x="2069" y="1211"/>
                  </a:lnTo>
                  <a:lnTo>
                    <a:pt x="2059" y="1271"/>
                  </a:lnTo>
                  <a:lnTo>
                    <a:pt x="2054" y="1285"/>
                  </a:lnTo>
                  <a:lnTo>
                    <a:pt x="2032" y="1309"/>
                  </a:lnTo>
                  <a:lnTo>
                    <a:pt x="1896" y="1380"/>
                  </a:lnTo>
                  <a:lnTo>
                    <a:pt x="1616" y="1368"/>
                  </a:lnTo>
                  <a:lnTo>
                    <a:pt x="1555" y="1294"/>
                  </a:lnTo>
                  <a:lnTo>
                    <a:pt x="1481" y="1205"/>
                  </a:lnTo>
                  <a:lnTo>
                    <a:pt x="1378" y="1103"/>
                  </a:lnTo>
                  <a:lnTo>
                    <a:pt x="1294" y="1034"/>
                  </a:lnTo>
                  <a:lnTo>
                    <a:pt x="1117" y="926"/>
                  </a:lnTo>
                  <a:lnTo>
                    <a:pt x="922" y="850"/>
                  </a:lnTo>
                  <a:lnTo>
                    <a:pt x="771" y="791"/>
                  </a:lnTo>
                  <a:lnTo>
                    <a:pt x="458" y="724"/>
                  </a:lnTo>
                  <a:lnTo>
                    <a:pt x="305" y="757"/>
                  </a:lnTo>
                  <a:lnTo>
                    <a:pt x="257" y="780"/>
                  </a:lnTo>
                  <a:lnTo>
                    <a:pt x="148" y="810"/>
                  </a:lnTo>
                  <a:lnTo>
                    <a:pt x="37" y="825"/>
                  </a:lnTo>
                  <a:lnTo>
                    <a:pt x="8" y="775"/>
                  </a:lnTo>
                  <a:lnTo>
                    <a:pt x="0" y="720"/>
                  </a:lnTo>
                  <a:lnTo>
                    <a:pt x="11" y="616"/>
                  </a:lnTo>
                  <a:lnTo>
                    <a:pt x="19" y="599"/>
                  </a:lnTo>
                  <a:lnTo>
                    <a:pt x="49" y="585"/>
                  </a:lnTo>
                  <a:lnTo>
                    <a:pt x="101" y="572"/>
                  </a:lnTo>
                  <a:lnTo>
                    <a:pt x="144" y="576"/>
                  </a:lnTo>
                  <a:lnTo>
                    <a:pt x="265" y="518"/>
                  </a:lnTo>
                  <a:lnTo>
                    <a:pt x="455" y="427"/>
                  </a:lnTo>
                  <a:lnTo>
                    <a:pt x="591" y="325"/>
                  </a:lnTo>
                  <a:lnTo>
                    <a:pt x="790" y="72"/>
                  </a:lnTo>
                  <a:lnTo>
                    <a:pt x="809" y="46"/>
                  </a:lnTo>
                  <a:lnTo>
                    <a:pt x="852" y="19"/>
                  </a:lnTo>
                  <a:lnTo>
                    <a:pt x="976" y="0"/>
                  </a:lnTo>
                  <a:lnTo>
                    <a:pt x="988" y="2"/>
                  </a:lnTo>
                  <a:lnTo>
                    <a:pt x="1027" y="16"/>
                  </a:lnTo>
                  <a:lnTo>
                    <a:pt x="1037" y="23"/>
                  </a:lnTo>
                  <a:lnTo>
                    <a:pt x="1135" y="134"/>
                  </a:lnTo>
                  <a:lnTo>
                    <a:pt x="1154" y="162"/>
                  </a:lnTo>
                  <a:lnTo>
                    <a:pt x="1249" y="305"/>
                  </a:lnTo>
                  <a:lnTo>
                    <a:pt x="1328" y="407"/>
                  </a:lnTo>
                  <a:lnTo>
                    <a:pt x="1433" y="500"/>
                  </a:lnTo>
                  <a:lnTo>
                    <a:pt x="1521" y="559"/>
                  </a:lnTo>
                  <a:lnTo>
                    <a:pt x="1598" y="58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7314929" y="1847078"/>
              <a:ext cx="428" cy="968"/>
            </a:xfrm>
            <a:custGeom>
              <a:avLst/>
              <a:pathLst>
                <a:path w="428" h="968">
                  <a:moveTo>
                    <a:pt x="315" y="760"/>
                  </a:moveTo>
                  <a:lnTo>
                    <a:pt x="248" y="968"/>
                  </a:lnTo>
                  <a:lnTo>
                    <a:pt x="234" y="964"/>
                  </a:lnTo>
                  <a:lnTo>
                    <a:pt x="206" y="944"/>
                  </a:lnTo>
                  <a:lnTo>
                    <a:pt x="86" y="780"/>
                  </a:lnTo>
                  <a:lnTo>
                    <a:pt x="72" y="738"/>
                  </a:lnTo>
                  <a:lnTo>
                    <a:pt x="0" y="412"/>
                  </a:lnTo>
                  <a:lnTo>
                    <a:pt x="10" y="313"/>
                  </a:lnTo>
                  <a:lnTo>
                    <a:pt x="51" y="168"/>
                  </a:lnTo>
                  <a:lnTo>
                    <a:pt x="72" y="128"/>
                  </a:lnTo>
                  <a:lnTo>
                    <a:pt x="244" y="15"/>
                  </a:lnTo>
                  <a:lnTo>
                    <a:pt x="277" y="4"/>
                  </a:lnTo>
                  <a:lnTo>
                    <a:pt x="332" y="0"/>
                  </a:lnTo>
                  <a:lnTo>
                    <a:pt x="428" y="228"/>
                  </a:lnTo>
                  <a:lnTo>
                    <a:pt x="371" y="532"/>
                  </a:lnTo>
                  <a:lnTo>
                    <a:pt x="346" y="666"/>
                  </a:lnTo>
                  <a:lnTo>
                    <a:pt x="315" y="76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7301391" y="1844741"/>
              <a:ext cx="283" cy="309"/>
            </a:xfrm>
            <a:custGeom>
              <a:avLst/>
              <a:pathLst>
                <a:path w="283" h="309">
                  <a:moveTo>
                    <a:pt x="258" y="304"/>
                  </a:moveTo>
                  <a:lnTo>
                    <a:pt x="231" y="309"/>
                  </a:lnTo>
                  <a:lnTo>
                    <a:pt x="191" y="302"/>
                  </a:lnTo>
                  <a:lnTo>
                    <a:pt x="150" y="296"/>
                  </a:lnTo>
                  <a:lnTo>
                    <a:pt x="114" y="283"/>
                  </a:lnTo>
                  <a:lnTo>
                    <a:pt x="97" y="271"/>
                  </a:lnTo>
                  <a:lnTo>
                    <a:pt x="20" y="154"/>
                  </a:lnTo>
                  <a:lnTo>
                    <a:pt x="0" y="85"/>
                  </a:lnTo>
                  <a:lnTo>
                    <a:pt x="26" y="49"/>
                  </a:lnTo>
                  <a:lnTo>
                    <a:pt x="44" y="30"/>
                  </a:lnTo>
                  <a:lnTo>
                    <a:pt x="104" y="0"/>
                  </a:lnTo>
                  <a:lnTo>
                    <a:pt x="169" y="6"/>
                  </a:lnTo>
                  <a:lnTo>
                    <a:pt x="263" y="67"/>
                  </a:lnTo>
                  <a:lnTo>
                    <a:pt x="283" y="258"/>
                  </a:lnTo>
                  <a:lnTo>
                    <a:pt x="281" y="283"/>
                  </a:lnTo>
                  <a:lnTo>
                    <a:pt x="258" y="3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7314709" y="1846661"/>
              <a:ext cx="507" cy="459"/>
            </a:xfrm>
            <a:custGeom>
              <a:avLst/>
              <a:pathLst>
                <a:path w="507" h="459">
                  <a:moveTo>
                    <a:pt x="233" y="420"/>
                  </a:moveTo>
                  <a:lnTo>
                    <a:pt x="145" y="459"/>
                  </a:lnTo>
                  <a:lnTo>
                    <a:pt x="108" y="435"/>
                  </a:lnTo>
                  <a:lnTo>
                    <a:pt x="69" y="353"/>
                  </a:lnTo>
                  <a:lnTo>
                    <a:pt x="0" y="120"/>
                  </a:lnTo>
                  <a:lnTo>
                    <a:pt x="42" y="90"/>
                  </a:lnTo>
                  <a:lnTo>
                    <a:pt x="175" y="0"/>
                  </a:lnTo>
                  <a:lnTo>
                    <a:pt x="211" y="11"/>
                  </a:lnTo>
                  <a:lnTo>
                    <a:pt x="385" y="72"/>
                  </a:lnTo>
                  <a:lnTo>
                    <a:pt x="423" y="134"/>
                  </a:lnTo>
                  <a:lnTo>
                    <a:pt x="455" y="185"/>
                  </a:lnTo>
                  <a:lnTo>
                    <a:pt x="504" y="274"/>
                  </a:lnTo>
                  <a:lnTo>
                    <a:pt x="507" y="285"/>
                  </a:lnTo>
                  <a:lnTo>
                    <a:pt x="498" y="294"/>
                  </a:lnTo>
                  <a:lnTo>
                    <a:pt x="473" y="310"/>
                  </a:lnTo>
                  <a:lnTo>
                    <a:pt x="233" y="4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7314677" y="1845974"/>
              <a:ext cx="336" cy="394"/>
            </a:xfrm>
            <a:custGeom>
              <a:avLst/>
              <a:pathLst>
                <a:path w="336" h="394">
                  <a:moveTo>
                    <a:pt x="240" y="352"/>
                  </a:moveTo>
                  <a:lnTo>
                    <a:pt x="183" y="394"/>
                  </a:lnTo>
                  <a:lnTo>
                    <a:pt x="0" y="243"/>
                  </a:lnTo>
                  <a:lnTo>
                    <a:pt x="84" y="90"/>
                  </a:lnTo>
                  <a:lnTo>
                    <a:pt x="286" y="0"/>
                  </a:lnTo>
                  <a:lnTo>
                    <a:pt x="299" y="8"/>
                  </a:lnTo>
                  <a:lnTo>
                    <a:pt x="315" y="11"/>
                  </a:lnTo>
                  <a:lnTo>
                    <a:pt x="336" y="116"/>
                  </a:lnTo>
                  <a:lnTo>
                    <a:pt x="240" y="35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7290671" y="1841140"/>
              <a:ext cx="1155" cy="940"/>
            </a:xfrm>
            <a:custGeom>
              <a:avLst/>
              <a:pathLst>
                <a:path w="1155" h="940">
                  <a:moveTo>
                    <a:pt x="890" y="927"/>
                  </a:moveTo>
                  <a:lnTo>
                    <a:pt x="728" y="903"/>
                  </a:lnTo>
                  <a:lnTo>
                    <a:pt x="467" y="721"/>
                  </a:lnTo>
                  <a:lnTo>
                    <a:pt x="408" y="681"/>
                  </a:lnTo>
                  <a:lnTo>
                    <a:pt x="258" y="523"/>
                  </a:lnTo>
                  <a:lnTo>
                    <a:pt x="101" y="257"/>
                  </a:lnTo>
                  <a:lnTo>
                    <a:pt x="75" y="213"/>
                  </a:lnTo>
                  <a:lnTo>
                    <a:pt x="0" y="82"/>
                  </a:lnTo>
                  <a:lnTo>
                    <a:pt x="0" y="75"/>
                  </a:lnTo>
                  <a:lnTo>
                    <a:pt x="3" y="71"/>
                  </a:lnTo>
                  <a:lnTo>
                    <a:pt x="143" y="0"/>
                  </a:lnTo>
                  <a:lnTo>
                    <a:pt x="342" y="29"/>
                  </a:lnTo>
                  <a:lnTo>
                    <a:pt x="399" y="50"/>
                  </a:lnTo>
                  <a:lnTo>
                    <a:pt x="673" y="190"/>
                  </a:lnTo>
                  <a:lnTo>
                    <a:pt x="812" y="266"/>
                  </a:lnTo>
                  <a:lnTo>
                    <a:pt x="925" y="339"/>
                  </a:lnTo>
                  <a:lnTo>
                    <a:pt x="1144" y="652"/>
                  </a:lnTo>
                  <a:lnTo>
                    <a:pt x="1155" y="683"/>
                  </a:lnTo>
                  <a:lnTo>
                    <a:pt x="1142" y="768"/>
                  </a:lnTo>
                  <a:lnTo>
                    <a:pt x="1045" y="913"/>
                  </a:lnTo>
                  <a:lnTo>
                    <a:pt x="1014" y="940"/>
                  </a:lnTo>
                  <a:lnTo>
                    <a:pt x="890" y="9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7296145" y="1842019"/>
              <a:ext cx="364" cy="615"/>
            </a:xfrm>
            <a:custGeom>
              <a:avLst/>
              <a:pathLst>
                <a:path w="364" h="615">
                  <a:moveTo>
                    <a:pt x="258" y="605"/>
                  </a:moveTo>
                  <a:lnTo>
                    <a:pt x="176" y="615"/>
                  </a:lnTo>
                  <a:lnTo>
                    <a:pt x="144" y="599"/>
                  </a:lnTo>
                  <a:lnTo>
                    <a:pt x="42" y="493"/>
                  </a:lnTo>
                  <a:lnTo>
                    <a:pt x="21" y="347"/>
                  </a:lnTo>
                  <a:lnTo>
                    <a:pt x="0" y="198"/>
                  </a:lnTo>
                  <a:lnTo>
                    <a:pt x="32" y="144"/>
                  </a:lnTo>
                  <a:lnTo>
                    <a:pt x="37" y="139"/>
                  </a:lnTo>
                  <a:lnTo>
                    <a:pt x="135" y="37"/>
                  </a:lnTo>
                  <a:lnTo>
                    <a:pt x="173" y="9"/>
                  </a:lnTo>
                  <a:lnTo>
                    <a:pt x="208" y="0"/>
                  </a:lnTo>
                  <a:lnTo>
                    <a:pt x="285" y="12"/>
                  </a:lnTo>
                  <a:lnTo>
                    <a:pt x="334" y="43"/>
                  </a:lnTo>
                  <a:lnTo>
                    <a:pt x="364" y="91"/>
                  </a:lnTo>
                  <a:lnTo>
                    <a:pt x="356" y="326"/>
                  </a:lnTo>
                  <a:lnTo>
                    <a:pt x="333" y="442"/>
                  </a:lnTo>
                  <a:lnTo>
                    <a:pt x="317" y="489"/>
                  </a:lnTo>
                  <a:lnTo>
                    <a:pt x="287" y="577"/>
                  </a:lnTo>
                  <a:lnTo>
                    <a:pt x="273" y="597"/>
                  </a:lnTo>
                  <a:lnTo>
                    <a:pt x="258" y="6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7291328" y="1840368"/>
              <a:ext cx="3599" cy="5859"/>
            </a:xfrm>
            <a:custGeom>
              <a:avLst/>
              <a:pathLst>
                <a:path w="3599" h="5859">
                  <a:moveTo>
                    <a:pt x="917" y="95"/>
                  </a:moveTo>
                  <a:lnTo>
                    <a:pt x="885" y="143"/>
                  </a:lnTo>
                  <a:lnTo>
                    <a:pt x="870" y="166"/>
                  </a:lnTo>
                  <a:lnTo>
                    <a:pt x="1032" y="226"/>
                  </a:lnTo>
                  <a:lnTo>
                    <a:pt x="1040" y="222"/>
                  </a:lnTo>
                  <a:lnTo>
                    <a:pt x="1044" y="218"/>
                  </a:lnTo>
                  <a:lnTo>
                    <a:pt x="1055" y="220"/>
                  </a:lnTo>
                  <a:lnTo>
                    <a:pt x="1059" y="227"/>
                  </a:lnTo>
                  <a:lnTo>
                    <a:pt x="1065" y="235"/>
                  </a:lnTo>
                  <a:lnTo>
                    <a:pt x="1069" y="240"/>
                  </a:lnTo>
                  <a:lnTo>
                    <a:pt x="1332" y="341"/>
                  </a:lnTo>
                  <a:lnTo>
                    <a:pt x="1425" y="375"/>
                  </a:lnTo>
                  <a:lnTo>
                    <a:pt x="1558" y="427"/>
                  </a:lnTo>
                  <a:lnTo>
                    <a:pt x="1569" y="431"/>
                  </a:lnTo>
                  <a:lnTo>
                    <a:pt x="1575" y="432"/>
                  </a:lnTo>
                  <a:lnTo>
                    <a:pt x="1583" y="434"/>
                  </a:lnTo>
                  <a:lnTo>
                    <a:pt x="1587" y="442"/>
                  </a:lnTo>
                  <a:lnTo>
                    <a:pt x="1587" y="450"/>
                  </a:lnTo>
                  <a:lnTo>
                    <a:pt x="1584" y="456"/>
                  </a:lnTo>
                  <a:lnTo>
                    <a:pt x="1579" y="461"/>
                  </a:lnTo>
                  <a:lnTo>
                    <a:pt x="1573" y="464"/>
                  </a:lnTo>
                  <a:lnTo>
                    <a:pt x="1569" y="466"/>
                  </a:lnTo>
                  <a:lnTo>
                    <a:pt x="1557" y="473"/>
                  </a:lnTo>
                  <a:lnTo>
                    <a:pt x="1555" y="478"/>
                  </a:lnTo>
                  <a:lnTo>
                    <a:pt x="1557" y="484"/>
                  </a:lnTo>
                  <a:lnTo>
                    <a:pt x="1562" y="492"/>
                  </a:lnTo>
                  <a:lnTo>
                    <a:pt x="1566" y="498"/>
                  </a:lnTo>
                  <a:lnTo>
                    <a:pt x="1566" y="503"/>
                  </a:lnTo>
                  <a:lnTo>
                    <a:pt x="1564" y="508"/>
                  </a:lnTo>
                  <a:lnTo>
                    <a:pt x="1561" y="511"/>
                  </a:lnTo>
                  <a:lnTo>
                    <a:pt x="1557" y="515"/>
                  </a:lnTo>
                  <a:lnTo>
                    <a:pt x="1552" y="519"/>
                  </a:lnTo>
                  <a:lnTo>
                    <a:pt x="1549" y="526"/>
                  </a:lnTo>
                  <a:lnTo>
                    <a:pt x="1549" y="531"/>
                  </a:lnTo>
                  <a:lnTo>
                    <a:pt x="1553" y="536"/>
                  </a:lnTo>
                  <a:lnTo>
                    <a:pt x="1556" y="539"/>
                  </a:lnTo>
                  <a:lnTo>
                    <a:pt x="1567" y="544"/>
                  </a:lnTo>
                  <a:lnTo>
                    <a:pt x="1572" y="540"/>
                  </a:lnTo>
                  <a:lnTo>
                    <a:pt x="1580" y="539"/>
                  </a:lnTo>
                  <a:lnTo>
                    <a:pt x="1585" y="537"/>
                  </a:lnTo>
                  <a:lnTo>
                    <a:pt x="1590" y="534"/>
                  </a:lnTo>
                  <a:lnTo>
                    <a:pt x="1597" y="536"/>
                  </a:lnTo>
                  <a:lnTo>
                    <a:pt x="1601" y="539"/>
                  </a:lnTo>
                  <a:lnTo>
                    <a:pt x="1604" y="544"/>
                  </a:lnTo>
                  <a:lnTo>
                    <a:pt x="1606" y="551"/>
                  </a:lnTo>
                  <a:lnTo>
                    <a:pt x="1606" y="558"/>
                  </a:lnTo>
                  <a:lnTo>
                    <a:pt x="1608" y="567"/>
                  </a:lnTo>
                  <a:lnTo>
                    <a:pt x="1524" y="669"/>
                  </a:lnTo>
                  <a:lnTo>
                    <a:pt x="1514" y="679"/>
                  </a:lnTo>
                  <a:lnTo>
                    <a:pt x="1501" y="680"/>
                  </a:lnTo>
                  <a:lnTo>
                    <a:pt x="1494" y="677"/>
                  </a:lnTo>
                  <a:lnTo>
                    <a:pt x="1469" y="672"/>
                  </a:lnTo>
                  <a:lnTo>
                    <a:pt x="1462" y="675"/>
                  </a:lnTo>
                  <a:lnTo>
                    <a:pt x="1454" y="680"/>
                  </a:lnTo>
                  <a:lnTo>
                    <a:pt x="1474" y="679"/>
                  </a:lnTo>
                  <a:lnTo>
                    <a:pt x="1499" y="685"/>
                  </a:lnTo>
                  <a:lnTo>
                    <a:pt x="1520" y="693"/>
                  </a:lnTo>
                  <a:lnTo>
                    <a:pt x="1921" y="851"/>
                  </a:lnTo>
                  <a:lnTo>
                    <a:pt x="1989" y="956"/>
                  </a:lnTo>
                  <a:lnTo>
                    <a:pt x="1912" y="1151"/>
                  </a:lnTo>
                  <a:lnTo>
                    <a:pt x="2200" y="1507"/>
                  </a:lnTo>
                  <a:lnTo>
                    <a:pt x="2376" y="1796"/>
                  </a:lnTo>
                  <a:lnTo>
                    <a:pt x="2448" y="1900"/>
                  </a:lnTo>
                  <a:lnTo>
                    <a:pt x="2621" y="2111"/>
                  </a:lnTo>
                  <a:lnTo>
                    <a:pt x="2740" y="2086"/>
                  </a:lnTo>
                  <a:lnTo>
                    <a:pt x="2745" y="2084"/>
                  </a:lnTo>
                  <a:lnTo>
                    <a:pt x="2801" y="2064"/>
                  </a:lnTo>
                  <a:lnTo>
                    <a:pt x="2959" y="2054"/>
                  </a:lnTo>
                  <a:lnTo>
                    <a:pt x="3100" y="2148"/>
                  </a:lnTo>
                  <a:lnTo>
                    <a:pt x="3230" y="2279"/>
                  </a:lnTo>
                  <a:lnTo>
                    <a:pt x="3234" y="2299"/>
                  </a:lnTo>
                  <a:lnTo>
                    <a:pt x="3207" y="2416"/>
                  </a:lnTo>
                  <a:lnTo>
                    <a:pt x="3175" y="2514"/>
                  </a:lnTo>
                  <a:lnTo>
                    <a:pt x="3163" y="2592"/>
                  </a:lnTo>
                  <a:lnTo>
                    <a:pt x="3181" y="2762"/>
                  </a:lnTo>
                  <a:lnTo>
                    <a:pt x="3273" y="3163"/>
                  </a:lnTo>
                  <a:lnTo>
                    <a:pt x="3405" y="3661"/>
                  </a:lnTo>
                  <a:lnTo>
                    <a:pt x="3446" y="3815"/>
                  </a:lnTo>
                  <a:lnTo>
                    <a:pt x="3468" y="3868"/>
                  </a:lnTo>
                  <a:lnTo>
                    <a:pt x="3533" y="4024"/>
                  </a:lnTo>
                  <a:lnTo>
                    <a:pt x="3588" y="4158"/>
                  </a:lnTo>
                  <a:lnTo>
                    <a:pt x="3599" y="4441"/>
                  </a:lnTo>
                  <a:lnTo>
                    <a:pt x="3589" y="4485"/>
                  </a:lnTo>
                  <a:lnTo>
                    <a:pt x="3512" y="4569"/>
                  </a:lnTo>
                  <a:lnTo>
                    <a:pt x="3444" y="4619"/>
                  </a:lnTo>
                  <a:lnTo>
                    <a:pt x="3189" y="4775"/>
                  </a:lnTo>
                  <a:lnTo>
                    <a:pt x="2690" y="5081"/>
                  </a:lnTo>
                  <a:lnTo>
                    <a:pt x="2530" y="5144"/>
                  </a:lnTo>
                  <a:lnTo>
                    <a:pt x="2446" y="5162"/>
                  </a:lnTo>
                  <a:lnTo>
                    <a:pt x="2185" y="5246"/>
                  </a:lnTo>
                  <a:lnTo>
                    <a:pt x="2080" y="5295"/>
                  </a:lnTo>
                  <a:lnTo>
                    <a:pt x="1890" y="5450"/>
                  </a:lnTo>
                  <a:lnTo>
                    <a:pt x="1732" y="5578"/>
                  </a:lnTo>
                  <a:lnTo>
                    <a:pt x="1560" y="5751"/>
                  </a:lnTo>
                  <a:lnTo>
                    <a:pt x="1523" y="5765"/>
                  </a:lnTo>
                  <a:lnTo>
                    <a:pt x="1268" y="5859"/>
                  </a:lnTo>
                  <a:lnTo>
                    <a:pt x="1119" y="5836"/>
                  </a:lnTo>
                  <a:lnTo>
                    <a:pt x="1106" y="5839"/>
                  </a:lnTo>
                  <a:lnTo>
                    <a:pt x="905" y="5783"/>
                  </a:lnTo>
                  <a:lnTo>
                    <a:pt x="780" y="5738"/>
                  </a:lnTo>
                  <a:lnTo>
                    <a:pt x="649" y="5690"/>
                  </a:lnTo>
                  <a:lnTo>
                    <a:pt x="636" y="5688"/>
                  </a:lnTo>
                  <a:lnTo>
                    <a:pt x="584" y="5705"/>
                  </a:lnTo>
                  <a:lnTo>
                    <a:pt x="484" y="5705"/>
                  </a:lnTo>
                  <a:lnTo>
                    <a:pt x="497" y="5536"/>
                  </a:lnTo>
                  <a:lnTo>
                    <a:pt x="526" y="5465"/>
                  </a:lnTo>
                  <a:lnTo>
                    <a:pt x="527" y="5350"/>
                  </a:lnTo>
                  <a:lnTo>
                    <a:pt x="511" y="5287"/>
                  </a:lnTo>
                  <a:lnTo>
                    <a:pt x="405" y="5068"/>
                  </a:lnTo>
                  <a:lnTo>
                    <a:pt x="346" y="4984"/>
                  </a:lnTo>
                  <a:lnTo>
                    <a:pt x="289" y="4942"/>
                  </a:lnTo>
                  <a:lnTo>
                    <a:pt x="122" y="4839"/>
                  </a:lnTo>
                  <a:lnTo>
                    <a:pt x="130" y="4881"/>
                  </a:lnTo>
                  <a:lnTo>
                    <a:pt x="99" y="4896"/>
                  </a:lnTo>
                  <a:lnTo>
                    <a:pt x="28" y="4877"/>
                  </a:lnTo>
                  <a:lnTo>
                    <a:pt x="0" y="4788"/>
                  </a:lnTo>
                  <a:lnTo>
                    <a:pt x="23" y="4545"/>
                  </a:lnTo>
                  <a:lnTo>
                    <a:pt x="35" y="4501"/>
                  </a:lnTo>
                  <a:lnTo>
                    <a:pt x="313" y="4161"/>
                  </a:lnTo>
                  <a:lnTo>
                    <a:pt x="436" y="4116"/>
                  </a:lnTo>
                  <a:lnTo>
                    <a:pt x="418" y="3724"/>
                  </a:lnTo>
                  <a:lnTo>
                    <a:pt x="293" y="3068"/>
                  </a:lnTo>
                  <a:lnTo>
                    <a:pt x="288" y="3062"/>
                  </a:lnTo>
                  <a:lnTo>
                    <a:pt x="205" y="2965"/>
                  </a:lnTo>
                  <a:lnTo>
                    <a:pt x="190" y="2957"/>
                  </a:lnTo>
                  <a:lnTo>
                    <a:pt x="161" y="2890"/>
                  </a:lnTo>
                  <a:lnTo>
                    <a:pt x="101" y="2694"/>
                  </a:lnTo>
                  <a:lnTo>
                    <a:pt x="97" y="2628"/>
                  </a:lnTo>
                  <a:lnTo>
                    <a:pt x="83" y="2387"/>
                  </a:lnTo>
                  <a:lnTo>
                    <a:pt x="195" y="2091"/>
                  </a:lnTo>
                  <a:lnTo>
                    <a:pt x="490" y="1746"/>
                  </a:lnTo>
                  <a:lnTo>
                    <a:pt x="499" y="1751"/>
                  </a:lnTo>
                  <a:lnTo>
                    <a:pt x="524" y="1719"/>
                  </a:lnTo>
                  <a:lnTo>
                    <a:pt x="582" y="1624"/>
                  </a:lnTo>
                  <a:lnTo>
                    <a:pt x="621" y="1527"/>
                  </a:lnTo>
                  <a:lnTo>
                    <a:pt x="647" y="1423"/>
                  </a:lnTo>
                  <a:lnTo>
                    <a:pt x="643" y="1396"/>
                  </a:lnTo>
                  <a:lnTo>
                    <a:pt x="611" y="1313"/>
                  </a:lnTo>
                  <a:lnTo>
                    <a:pt x="590" y="1283"/>
                  </a:lnTo>
                  <a:lnTo>
                    <a:pt x="482" y="1124"/>
                  </a:lnTo>
                  <a:lnTo>
                    <a:pt x="470" y="969"/>
                  </a:lnTo>
                  <a:lnTo>
                    <a:pt x="500" y="891"/>
                  </a:lnTo>
                  <a:lnTo>
                    <a:pt x="511" y="863"/>
                  </a:lnTo>
                  <a:lnTo>
                    <a:pt x="518" y="853"/>
                  </a:lnTo>
                  <a:lnTo>
                    <a:pt x="450" y="429"/>
                  </a:lnTo>
                  <a:lnTo>
                    <a:pt x="442" y="375"/>
                  </a:lnTo>
                  <a:lnTo>
                    <a:pt x="444" y="334"/>
                  </a:lnTo>
                  <a:lnTo>
                    <a:pt x="449" y="317"/>
                  </a:lnTo>
                  <a:lnTo>
                    <a:pt x="462" y="266"/>
                  </a:lnTo>
                  <a:lnTo>
                    <a:pt x="467" y="218"/>
                  </a:lnTo>
                  <a:lnTo>
                    <a:pt x="467" y="178"/>
                  </a:lnTo>
                  <a:lnTo>
                    <a:pt x="457" y="116"/>
                  </a:lnTo>
                  <a:lnTo>
                    <a:pt x="446" y="67"/>
                  </a:lnTo>
                  <a:lnTo>
                    <a:pt x="445" y="59"/>
                  </a:lnTo>
                  <a:lnTo>
                    <a:pt x="449" y="51"/>
                  </a:lnTo>
                  <a:lnTo>
                    <a:pt x="457" y="46"/>
                  </a:lnTo>
                  <a:lnTo>
                    <a:pt x="487" y="49"/>
                  </a:lnTo>
                  <a:lnTo>
                    <a:pt x="494" y="51"/>
                  </a:lnTo>
                  <a:lnTo>
                    <a:pt x="501" y="53"/>
                  </a:lnTo>
                  <a:lnTo>
                    <a:pt x="504" y="43"/>
                  </a:lnTo>
                  <a:lnTo>
                    <a:pt x="522" y="24"/>
                  </a:lnTo>
                  <a:lnTo>
                    <a:pt x="533" y="15"/>
                  </a:lnTo>
                  <a:lnTo>
                    <a:pt x="564" y="4"/>
                  </a:lnTo>
                  <a:lnTo>
                    <a:pt x="610" y="0"/>
                  </a:lnTo>
                  <a:lnTo>
                    <a:pt x="677" y="7"/>
                  </a:lnTo>
                  <a:lnTo>
                    <a:pt x="871" y="42"/>
                  </a:lnTo>
                  <a:lnTo>
                    <a:pt x="893" y="54"/>
                  </a:lnTo>
                  <a:lnTo>
                    <a:pt x="911" y="64"/>
                  </a:lnTo>
                  <a:lnTo>
                    <a:pt x="917" y="73"/>
                  </a:lnTo>
                  <a:lnTo>
                    <a:pt x="918" y="85"/>
                  </a:lnTo>
                  <a:lnTo>
                    <a:pt x="918" y="90"/>
                  </a:lnTo>
                  <a:lnTo>
                    <a:pt x="917" y="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7296593" y="1841102"/>
              <a:ext cx="611" cy="744"/>
            </a:xfrm>
            <a:custGeom>
              <a:avLst/>
              <a:pathLst>
                <a:path w="611" h="744">
                  <a:moveTo>
                    <a:pt x="403" y="673"/>
                  </a:moveTo>
                  <a:lnTo>
                    <a:pt x="225" y="744"/>
                  </a:lnTo>
                  <a:lnTo>
                    <a:pt x="114" y="705"/>
                  </a:lnTo>
                  <a:lnTo>
                    <a:pt x="54" y="643"/>
                  </a:lnTo>
                  <a:lnTo>
                    <a:pt x="9" y="550"/>
                  </a:lnTo>
                  <a:lnTo>
                    <a:pt x="0" y="488"/>
                  </a:lnTo>
                  <a:lnTo>
                    <a:pt x="1" y="448"/>
                  </a:lnTo>
                  <a:lnTo>
                    <a:pt x="4" y="426"/>
                  </a:lnTo>
                  <a:lnTo>
                    <a:pt x="11" y="413"/>
                  </a:lnTo>
                  <a:lnTo>
                    <a:pt x="114" y="256"/>
                  </a:lnTo>
                  <a:lnTo>
                    <a:pt x="246" y="65"/>
                  </a:lnTo>
                  <a:lnTo>
                    <a:pt x="298" y="39"/>
                  </a:lnTo>
                  <a:lnTo>
                    <a:pt x="312" y="34"/>
                  </a:lnTo>
                  <a:lnTo>
                    <a:pt x="417" y="0"/>
                  </a:lnTo>
                  <a:lnTo>
                    <a:pt x="463" y="19"/>
                  </a:lnTo>
                  <a:lnTo>
                    <a:pt x="467" y="21"/>
                  </a:lnTo>
                  <a:lnTo>
                    <a:pt x="459" y="52"/>
                  </a:lnTo>
                  <a:lnTo>
                    <a:pt x="429" y="161"/>
                  </a:lnTo>
                  <a:lnTo>
                    <a:pt x="437" y="228"/>
                  </a:lnTo>
                  <a:lnTo>
                    <a:pt x="439" y="237"/>
                  </a:lnTo>
                  <a:lnTo>
                    <a:pt x="468" y="307"/>
                  </a:lnTo>
                  <a:lnTo>
                    <a:pt x="484" y="315"/>
                  </a:lnTo>
                  <a:lnTo>
                    <a:pt x="564" y="357"/>
                  </a:lnTo>
                  <a:lnTo>
                    <a:pt x="603" y="420"/>
                  </a:lnTo>
                  <a:lnTo>
                    <a:pt x="611" y="462"/>
                  </a:lnTo>
                  <a:lnTo>
                    <a:pt x="602" y="502"/>
                  </a:lnTo>
                  <a:lnTo>
                    <a:pt x="564" y="558"/>
                  </a:lnTo>
                  <a:lnTo>
                    <a:pt x="525" y="599"/>
                  </a:lnTo>
                  <a:lnTo>
                    <a:pt x="403" y="6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7311792" y="1843384"/>
              <a:ext cx="1885" cy="2590"/>
            </a:xfrm>
            <a:custGeom>
              <a:avLst/>
              <a:pathLst>
                <a:path w="1885" h="2590">
                  <a:moveTo>
                    <a:pt x="1313" y="349"/>
                  </a:moveTo>
                  <a:lnTo>
                    <a:pt x="1176" y="861"/>
                  </a:lnTo>
                  <a:lnTo>
                    <a:pt x="1189" y="1022"/>
                  </a:lnTo>
                  <a:lnTo>
                    <a:pt x="1236" y="1070"/>
                  </a:lnTo>
                  <a:lnTo>
                    <a:pt x="1278" y="1084"/>
                  </a:lnTo>
                  <a:lnTo>
                    <a:pt x="1518" y="1163"/>
                  </a:lnTo>
                  <a:lnTo>
                    <a:pt x="1538" y="1170"/>
                  </a:lnTo>
                  <a:lnTo>
                    <a:pt x="1605" y="1192"/>
                  </a:lnTo>
                  <a:lnTo>
                    <a:pt x="1615" y="1192"/>
                  </a:lnTo>
                  <a:lnTo>
                    <a:pt x="1742" y="1199"/>
                  </a:lnTo>
                  <a:lnTo>
                    <a:pt x="1857" y="1223"/>
                  </a:lnTo>
                  <a:lnTo>
                    <a:pt x="1885" y="1238"/>
                  </a:lnTo>
                  <a:lnTo>
                    <a:pt x="1841" y="1361"/>
                  </a:lnTo>
                  <a:lnTo>
                    <a:pt x="1803" y="1389"/>
                  </a:lnTo>
                  <a:lnTo>
                    <a:pt x="1706" y="1459"/>
                  </a:lnTo>
                  <a:lnTo>
                    <a:pt x="1625" y="1474"/>
                  </a:lnTo>
                  <a:lnTo>
                    <a:pt x="1467" y="1464"/>
                  </a:lnTo>
                  <a:lnTo>
                    <a:pt x="1449" y="1414"/>
                  </a:lnTo>
                  <a:lnTo>
                    <a:pt x="1418" y="1369"/>
                  </a:lnTo>
                  <a:lnTo>
                    <a:pt x="1323" y="1345"/>
                  </a:lnTo>
                  <a:lnTo>
                    <a:pt x="1038" y="1378"/>
                  </a:lnTo>
                  <a:lnTo>
                    <a:pt x="1012" y="1399"/>
                  </a:lnTo>
                  <a:lnTo>
                    <a:pt x="923" y="1575"/>
                  </a:lnTo>
                  <a:lnTo>
                    <a:pt x="775" y="1960"/>
                  </a:lnTo>
                  <a:lnTo>
                    <a:pt x="770" y="1972"/>
                  </a:lnTo>
                  <a:lnTo>
                    <a:pt x="788" y="2182"/>
                  </a:lnTo>
                  <a:lnTo>
                    <a:pt x="812" y="2220"/>
                  </a:lnTo>
                  <a:lnTo>
                    <a:pt x="882" y="2392"/>
                  </a:lnTo>
                  <a:lnTo>
                    <a:pt x="824" y="2448"/>
                  </a:lnTo>
                  <a:lnTo>
                    <a:pt x="595" y="2590"/>
                  </a:lnTo>
                  <a:lnTo>
                    <a:pt x="452" y="2561"/>
                  </a:lnTo>
                  <a:lnTo>
                    <a:pt x="296" y="2507"/>
                  </a:lnTo>
                  <a:lnTo>
                    <a:pt x="268" y="2482"/>
                  </a:lnTo>
                  <a:lnTo>
                    <a:pt x="79" y="2309"/>
                  </a:lnTo>
                  <a:lnTo>
                    <a:pt x="0" y="2149"/>
                  </a:lnTo>
                  <a:lnTo>
                    <a:pt x="0" y="2139"/>
                  </a:lnTo>
                  <a:lnTo>
                    <a:pt x="86" y="2190"/>
                  </a:lnTo>
                  <a:lnTo>
                    <a:pt x="142" y="2189"/>
                  </a:lnTo>
                  <a:lnTo>
                    <a:pt x="222" y="1708"/>
                  </a:lnTo>
                  <a:lnTo>
                    <a:pt x="271" y="1412"/>
                  </a:lnTo>
                  <a:lnTo>
                    <a:pt x="283" y="1326"/>
                  </a:lnTo>
                  <a:lnTo>
                    <a:pt x="355" y="1193"/>
                  </a:lnTo>
                  <a:lnTo>
                    <a:pt x="395" y="1204"/>
                  </a:lnTo>
                  <a:lnTo>
                    <a:pt x="417" y="1198"/>
                  </a:lnTo>
                  <a:lnTo>
                    <a:pt x="441" y="1174"/>
                  </a:lnTo>
                  <a:lnTo>
                    <a:pt x="445" y="1170"/>
                  </a:lnTo>
                  <a:lnTo>
                    <a:pt x="474" y="1068"/>
                  </a:lnTo>
                  <a:lnTo>
                    <a:pt x="584" y="679"/>
                  </a:lnTo>
                  <a:lnTo>
                    <a:pt x="581" y="637"/>
                  </a:lnTo>
                  <a:lnTo>
                    <a:pt x="527" y="567"/>
                  </a:lnTo>
                  <a:lnTo>
                    <a:pt x="456" y="420"/>
                  </a:lnTo>
                  <a:lnTo>
                    <a:pt x="790" y="357"/>
                  </a:lnTo>
                  <a:lnTo>
                    <a:pt x="835" y="378"/>
                  </a:lnTo>
                  <a:lnTo>
                    <a:pt x="938" y="429"/>
                  </a:lnTo>
                  <a:lnTo>
                    <a:pt x="1305" y="46"/>
                  </a:lnTo>
                  <a:lnTo>
                    <a:pt x="1356" y="0"/>
                  </a:lnTo>
                  <a:lnTo>
                    <a:pt x="1391" y="2"/>
                  </a:lnTo>
                  <a:lnTo>
                    <a:pt x="1437" y="32"/>
                  </a:lnTo>
                  <a:lnTo>
                    <a:pt x="1455" y="52"/>
                  </a:lnTo>
                  <a:lnTo>
                    <a:pt x="1498" y="230"/>
                  </a:lnTo>
                  <a:lnTo>
                    <a:pt x="1443" y="318"/>
                  </a:lnTo>
                  <a:lnTo>
                    <a:pt x="1377" y="318"/>
                  </a:lnTo>
                  <a:lnTo>
                    <a:pt x="1313" y="34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7296310" y="1840443"/>
              <a:ext cx="526" cy="580"/>
            </a:xfrm>
            <a:custGeom>
              <a:avLst/>
              <a:pathLst>
                <a:path w="526" h="580">
                  <a:moveTo>
                    <a:pt x="404" y="424"/>
                  </a:moveTo>
                  <a:lnTo>
                    <a:pt x="206" y="580"/>
                  </a:lnTo>
                  <a:lnTo>
                    <a:pt x="184" y="538"/>
                  </a:lnTo>
                  <a:lnTo>
                    <a:pt x="178" y="497"/>
                  </a:lnTo>
                  <a:lnTo>
                    <a:pt x="164" y="464"/>
                  </a:lnTo>
                  <a:lnTo>
                    <a:pt x="0" y="188"/>
                  </a:lnTo>
                  <a:lnTo>
                    <a:pt x="79" y="99"/>
                  </a:lnTo>
                  <a:lnTo>
                    <a:pt x="218" y="0"/>
                  </a:lnTo>
                  <a:lnTo>
                    <a:pt x="295" y="2"/>
                  </a:lnTo>
                  <a:lnTo>
                    <a:pt x="526" y="180"/>
                  </a:lnTo>
                  <a:lnTo>
                    <a:pt x="516" y="294"/>
                  </a:lnTo>
                  <a:lnTo>
                    <a:pt x="480" y="347"/>
                  </a:lnTo>
                  <a:lnTo>
                    <a:pt x="404" y="42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7292160" y="1839687"/>
              <a:ext cx="363" cy="523"/>
            </a:xfrm>
            <a:custGeom>
              <a:avLst/>
              <a:pathLst>
                <a:path w="363" h="523">
                  <a:moveTo>
                    <a:pt x="62" y="521"/>
                  </a:moveTo>
                  <a:lnTo>
                    <a:pt x="30" y="523"/>
                  </a:lnTo>
                  <a:lnTo>
                    <a:pt x="16" y="515"/>
                  </a:lnTo>
                  <a:lnTo>
                    <a:pt x="0" y="491"/>
                  </a:lnTo>
                  <a:lnTo>
                    <a:pt x="0" y="482"/>
                  </a:lnTo>
                  <a:lnTo>
                    <a:pt x="6" y="379"/>
                  </a:lnTo>
                  <a:lnTo>
                    <a:pt x="11" y="350"/>
                  </a:lnTo>
                  <a:lnTo>
                    <a:pt x="16" y="318"/>
                  </a:lnTo>
                  <a:lnTo>
                    <a:pt x="66" y="28"/>
                  </a:lnTo>
                  <a:lnTo>
                    <a:pt x="77" y="7"/>
                  </a:lnTo>
                  <a:lnTo>
                    <a:pt x="101" y="0"/>
                  </a:lnTo>
                  <a:lnTo>
                    <a:pt x="123" y="0"/>
                  </a:lnTo>
                  <a:lnTo>
                    <a:pt x="288" y="73"/>
                  </a:lnTo>
                  <a:lnTo>
                    <a:pt x="298" y="92"/>
                  </a:lnTo>
                  <a:lnTo>
                    <a:pt x="363" y="324"/>
                  </a:lnTo>
                  <a:lnTo>
                    <a:pt x="350" y="417"/>
                  </a:lnTo>
                  <a:lnTo>
                    <a:pt x="342" y="439"/>
                  </a:lnTo>
                  <a:lnTo>
                    <a:pt x="329" y="450"/>
                  </a:lnTo>
                  <a:lnTo>
                    <a:pt x="206" y="502"/>
                  </a:lnTo>
                  <a:lnTo>
                    <a:pt x="116" y="520"/>
                  </a:lnTo>
                  <a:lnTo>
                    <a:pt x="62" y="52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7313880" y="1843005"/>
              <a:ext cx="531" cy="831"/>
            </a:xfrm>
            <a:custGeom>
              <a:avLst/>
              <a:pathLst>
                <a:path w="531" h="831">
                  <a:moveTo>
                    <a:pt x="399" y="831"/>
                  </a:moveTo>
                  <a:lnTo>
                    <a:pt x="358" y="829"/>
                  </a:lnTo>
                  <a:lnTo>
                    <a:pt x="144" y="699"/>
                  </a:lnTo>
                  <a:lnTo>
                    <a:pt x="222" y="582"/>
                  </a:lnTo>
                  <a:lnTo>
                    <a:pt x="230" y="474"/>
                  </a:lnTo>
                  <a:lnTo>
                    <a:pt x="170" y="383"/>
                  </a:lnTo>
                  <a:lnTo>
                    <a:pt x="0" y="266"/>
                  </a:lnTo>
                  <a:lnTo>
                    <a:pt x="25" y="97"/>
                  </a:lnTo>
                  <a:lnTo>
                    <a:pt x="100" y="19"/>
                  </a:lnTo>
                  <a:lnTo>
                    <a:pt x="135" y="0"/>
                  </a:lnTo>
                  <a:lnTo>
                    <a:pt x="162" y="4"/>
                  </a:lnTo>
                  <a:lnTo>
                    <a:pt x="172" y="19"/>
                  </a:lnTo>
                  <a:lnTo>
                    <a:pt x="298" y="331"/>
                  </a:lnTo>
                  <a:lnTo>
                    <a:pt x="427" y="462"/>
                  </a:lnTo>
                  <a:lnTo>
                    <a:pt x="531" y="730"/>
                  </a:lnTo>
                  <a:lnTo>
                    <a:pt x="484" y="793"/>
                  </a:lnTo>
                  <a:lnTo>
                    <a:pt x="399" y="8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7294095" y="1839813"/>
              <a:ext cx="1964" cy="2085"/>
            </a:xfrm>
            <a:custGeom>
              <a:avLst/>
              <a:pathLst>
                <a:path w="1964" h="2085">
                  <a:moveTo>
                    <a:pt x="1642" y="1341"/>
                  </a:moveTo>
                  <a:lnTo>
                    <a:pt x="1555" y="1432"/>
                  </a:lnTo>
                  <a:lnTo>
                    <a:pt x="1415" y="1760"/>
                  </a:lnTo>
                  <a:lnTo>
                    <a:pt x="1407" y="1802"/>
                  </a:lnTo>
                  <a:lnTo>
                    <a:pt x="1419" y="1840"/>
                  </a:lnTo>
                  <a:lnTo>
                    <a:pt x="1449" y="1858"/>
                  </a:lnTo>
                  <a:lnTo>
                    <a:pt x="1455" y="1915"/>
                  </a:lnTo>
                  <a:lnTo>
                    <a:pt x="1414" y="2004"/>
                  </a:lnTo>
                  <a:lnTo>
                    <a:pt x="1385" y="2038"/>
                  </a:lnTo>
                  <a:lnTo>
                    <a:pt x="1337" y="2066"/>
                  </a:lnTo>
                  <a:lnTo>
                    <a:pt x="1291" y="2083"/>
                  </a:lnTo>
                  <a:lnTo>
                    <a:pt x="864" y="2085"/>
                  </a:lnTo>
                  <a:lnTo>
                    <a:pt x="752" y="2072"/>
                  </a:lnTo>
                  <a:lnTo>
                    <a:pt x="711" y="2029"/>
                  </a:lnTo>
                  <a:lnTo>
                    <a:pt x="704" y="1979"/>
                  </a:lnTo>
                  <a:lnTo>
                    <a:pt x="733" y="1947"/>
                  </a:lnTo>
                  <a:lnTo>
                    <a:pt x="754" y="1925"/>
                  </a:lnTo>
                  <a:lnTo>
                    <a:pt x="911" y="1804"/>
                  </a:lnTo>
                  <a:lnTo>
                    <a:pt x="914" y="1563"/>
                  </a:lnTo>
                  <a:lnTo>
                    <a:pt x="656" y="1299"/>
                  </a:lnTo>
                  <a:lnTo>
                    <a:pt x="380" y="1209"/>
                  </a:lnTo>
                  <a:lnTo>
                    <a:pt x="218" y="1249"/>
                  </a:lnTo>
                  <a:lnTo>
                    <a:pt x="162" y="1190"/>
                  </a:lnTo>
                  <a:lnTo>
                    <a:pt x="169" y="1117"/>
                  </a:lnTo>
                  <a:lnTo>
                    <a:pt x="18" y="990"/>
                  </a:lnTo>
                  <a:lnTo>
                    <a:pt x="0" y="871"/>
                  </a:lnTo>
                  <a:lnTo>
                    <a:pt x="6" y="850"/>
                  </a:lnTo>
                  <a:lnTo>
                    <a:pt x="10" y="842"/>
                  </a:lnTo>
                  <a:lnTo>
                    <a:pt x="77" y="768"/>
                  </a:lnTo>
                  <a:lnTo>
                    <a:pt x="410" y="399"/>
                  </a:lnTo>
                  <a:lnTo>
                    <a:pt x="1143" y="24"/>
                  </a:lnTo>
                  <a:lnTo>
                    <a:pt x="1211" y="8"/>
                  </a:lnTo>
                  <a:lnTo>
                    <a:pt x="1381" y="0"/>
                  </a:lnTo>
                  <a:lnTo>
                    <a:pt x="1452" y="5"/>
                  </a:lnTo>
                  <a:lnTo>
                    <a:pt x="1470" y="8"/>
                  </a:lnTo>
                  <a:lnTo>
                    <a:pt x="1501" y="67"/>
                  </a:lnTo>
                  <a:lnTo>
                    <a:pt x="1557" y="184"/>
                  </a:lnTo>
                  <a:lnTo>
                    <a:pt x="1661" y="269"/>
                  </a:lnTo>
                  <a:lnTo>
                    <a:pt x="1787" y="299"/>
                  </a:lnTo>
                  <a:lnTo>
                    <a:pt x="1962" y="373"/>
                  </a:lnTo>
                  <a:lnTo>
                    <a:pt x="1964" y="538"/>
                  </a:lnTo>
                  <a:lnTo>
                    <a:pt x="1767" y="1227"/>
                  </a:lnTo>
                  <a:lnTo>
                    <a:pt x="1761" y="1242"/>
                  </a:lnTo>
                  <a:lnTo>
                    <a:pt x="1734" y="1260"/>
                  </a:lnTo>
                  <a:lnTo>
                    <a:pt x="1642" y="13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7303278" y="1839259"/>
              <a:ext cx="496" cy="435"/>
            </a:xfrm>
            <a:custGeom>
              <a:avLst/>
              <a:pathLst>
                <a:path w="496" h="435">
                  <a:moveTo>
                    <a:pt x="174" y="215"/>
                  </a:moveTo>
                  <a:lnTo>
                    <a:pt x="229" y="244"/>
                  </a:lnTo>
                  <a:lnTo>
                    <a:pt x="338" y="221"/>
                  </a:lnTo>
                  <a:lnTo>
                    <a:pt x="488" y="350"/>
                  </a:lnTo>
                  <a:lnTo>
                    <a:pt x="496" y="370"/>
                  </a:lnTo>
                  <a:lnTo>
                    <a:pt x="487" y="381"/>
                  </a:lnTo>
                  <a:lnTo>
                    <a:pt x="405" y="435"/>
                  </a:lnTo>
                  <a:lnTo>
                    <a:pt x="344" y="433"/>
                  </a:lnTo>
                  <a:lnTo>
                    <a:pt x="70" y="213"/>
                  </a:lnTo>
                  <a:lnTo>
                    <a:pt x="8" y="152"/>
                  </a:lnTo>
                  <a:lnTo>
                    <a:pt x="1" y="134"/>
                  </a:lnTo>
                  <a:lnTo>
                    <a:pt x="0" y="34"/>
                  </a:lnTo>
                  <a:lnTo>
                    <a:pt x="27" y="0"/>
                  </a:lnTo>
                  <a:lnTo>
                    <a:pt x="45" y="10"/>
                  </a:lnTo>
                  <a:lnTo>
                    <a:pt x="47" y="34"/>
                  </a:lnTo>
                  <a:lnTo>
                    <a:pt x="66" y="65"/>
                  </a:lnTo>
                  <a:lnTo>
                    <a:pt x="174" y="2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7295153" y="1836803"/>
              <a:ext cx="15602" cy="10680"/>
            </a:xfrm>
            <a:custGeom>
              <a:avLst/>
              <a:pathLst>
                <a:path w="15602" h="10680">
                  <a:moveTo>
                    <a:pt x="1557" y="839"/>
                  </a:moveTo>
                  <a:lnTo>
                    <a:pt x="1587" y="866"/>
                  </a:lnTo>
                  <a:lnTo>
                    <a:pt x="1592" y="861"/>
                  </a:lnTo>
                  <a:lnTo>
                    <a:pt x="1735" y="742"/>
                  </a:lnTo>
                  <a:lnTo>
                    <a:pt x="1758" y="734"/>
                  </a:lnTo>
                  <a:lnTo>
                    <a:pt x="1773" y="734"/>
                  </a:lnTo>
                  <a:lnTo>
                    <a:pt x="1961" y="890"/>
                  </a:lnTo>
                  <a:lnTo>
                    <a:pt x="2040" y="946"/>
                  </a:lnTo>
                  <a:lnTo>
                    <a:pt x="2240" y="1052"/>
                  </a:lnTo>
                  <a:lnTo>
                    <a:pt x="2392" y="1098"/>
                  </a:lnTo>
                  <a:lnTo>
                    <a:pt x="2735" y="1157"/>
                  </a:lnTo>
                  <a:lnTo>
                    <a:pt x="2983" y="1233"/>
                  </a:lnTo>
                  <a:lnTo>
                    <a:pt x="3083" y="1275"/>
                  </a:lnTo>
                  <a:lnTo>
                    <a:pt x="3099" y="1282"/>
                  </a:lnTo>
                  <a:lnTo>
                    <a:pt x="3362" y="1401"/>
                  </a:lnTo>
                  <a:lnTo>
                    <a:pt x="3366" y="1405"/>
                  </a:lnTo>
                  <a:lnTo>
                    <a:pt x="3348" y="1453"/>
                  </a:lnTo>
                  <a:lnTo>
                    <a:pt x="3622" y="1590"/>
                  </a:lnTo>
                  <a:lnTo>
                    <a:pt x="4304" y="1649"/>
                  </a:lnTo>
                  <a:lnTo>
                    <a:pt x="4606" y="1565"/>
                  </a:lnTo>
                  <a:lnTo>
                    <a:pt x="5064" y="1436"/>
                  </a:lnTo>
                  <a:lnTo>
                    <a:pt x="5341" y="1359"/>
                  </a:lnTo>
                  <a:lnTo>
                    <a:pt x="5346" y="1358"/>
                  </a:lnTo>
                  <a:lnTo>
                    <a:pt x="5566" y="1293"/>
                  </a:lnTo>
                  <a:lnTo>
                    <a:pt x="5758" y="1237"/>
                  </a:lnTo>
                  <a:lnTo>
                    <a:pt x="5901" y="1201"/>
                  </a:lnTo>
                  <a:lnTo>
                    <a:pt x="5915" y="1200"/>
                  </a:lnTo>
                  <a:lnTo>
                    <a:pt x="6020" y="1186"/>
                  </a:lnTo>
                  <a:lnTo>
                    <a:pt x="6306" y="1178"/>
                  </a:lnTo>
                  <a:lnTo>
                    <a:pt x="6391" y="1183"/>
                  </a:lnTo>
                  <a:lnTo>
                    <a:pt x="6587" y="1253"/>
                  </a:lnTo>
                  <a:lnTo>
                    <a:pt x="6620" y="1276"/>
                  </a:lnTo>
                  <a:lnTo>
                    <a:pt x="6976" y="1577"/>
                  </a:lnTo>
                  <a:lnTo>
                    <a:pt x="6952" y="1677"/>
                  </a:lnTo>
                  <a:lnTo>
                    <a:pt x="6943" y="1713"/>
                  </a:lnTo>
                  <a:lnTo>
                    <a:pt x="6924" y="1850"/>
                  </a:lnTo>
                  <a:lnTo>
                    <a:pt x="6932" y="1864"/>
                  </a:lnTo>
                  <a:lnTo>
                    <a:pt x="6976" y="1943"/>
                  </a:lnTo>
                  <a:lnTo>
                    <a:pt x="7027" y="2016"/>
                  </a:lnTo>
                  <a:lnTo>
                    <a:pt x="7138" y="2051"/>
                  </a:lnTo>
                  <a:lnTo>
                    <a:pt x="7277" y="2130"/>
                  </a:lnTo>
                  <a:lnTo>
                    <a:pt x="7378" y="2215"/>
                  </a:lnTo>
                  <a:lnTo>
                    <a:pt x="7413" y="2248"/>
                  </a:lnTo>
                  <a:lnTo>
                    <a:pt x="7627" y="2489"/>
                  </a:lnTo>
                  <a:lnTo>
                    <a:pt x="7745" y="2721"/>
                  </a:lnTo>
                  <a:lnTo>
                    <a:pt x="7768" y="2766"/>
                  </a:lnTo>
                  <a:lnTo>
                    <a:pt x="7802" y="2810"/>
                  </a:lnTo>
                  <a:lnTo>
                    <a:pt x="7851" y="2872"/>
                  </a:lnTo>
                  <a:lnTo>
                    <a:pt x="7907" y="2910"/>
                  </a:lnTo>
                  <a:lnTo>
                    <a:pt x="7991" y="2967"/>
                  </a:lnTo>
                  <a:lnTo>
                    <a:pt x="8177" y="3084"/>
                  </a:lnTo>
                  <a:lnTo>
                    <a:pt x="8325" y="3177"/>
                  </a:lnTo>
                  <a:lnTo>
                    <a:pt x="8367" y="3178"/>
                  </a:lnTo>
                  <a:lnTo>
                    <a:pt x="8926" y="3179"/>
                  </a:lnTo>
                  <a:lnTo>
                    <a:pt x="9214" y="3235"/>
                  </a:lnTo>
                  <a:lnTo>
                    <a:pt x="9651" y="3283"/>
                  </a:lnTo>
                  <a:lnTo>
                    <a:pt x="10082" y="3293"/>
                  </a:lnTo>
                  <a:lnTo>
                    <a:pt x="10104" y="3289"/>
                  </a:lnTo>
                  <a:lnTo>
                    <a:pt x="10465" y="3309"/>
                  </a:lnTo>
                  <a:lnTo>
                    <a:pt x="10485" y="3310"/>
                  </a:lnTo>
                  <a:lnTo>
                    <a:pt x="10514" y="3312"/>
                  </a:lnTo>
                  <a:lnTo>
                    <a:pt x="11249" y="3345"/>
                  </a:lnTo>
                  <a:lnTo>
                    <a:pt x="11252" y="3339"/>
                  </a:lnTo>
                  <a:lnTo>
                    <a:pt x="11284" y="3254"/>
                  </a:lnTo>
                  <a:lnTo>
                    <a:pt x="11300" y="3256"/>
                  </a:lnTo>
                  <a:lnTo>
                    <a:pt x="11501" y="3381"/>
                  </a:lnTo>
                  <a:lnTo>
                    <a:pt x="11508" y="3386"/>
                  </a:lnTo>
                  <a:lnTo>
                    <a:pt x="11514" y="3382"/>
                  </a:lnTo>
                  <a:lnTo>
                    <a:pt x="11577" y="3345"/>
                  </a:lnTo>
                  <a:lnTo>
                    <a:pt x="11616" y="3321"/>
                  </a:lnTo>
                  <a:lnTo>
                    <a:pt x="11665" y="3301"/>
                  </a:lnTo>
                  <a:lnTo>
                    <a:pt x="11696" y="3314"/>
                  </a:lnTo>
                  <a:lnTo>
                    <a:pt x="11900" y="3449"/>
                  </a:lnTo>
                  <a:lnTo>
                    <a:pt x="12286" y="3704"/>
                  </a:lnTo>
                  <a:lnTo>
                    <a:pt x="12308" y="3719"/>
                  </a:lnTo>
                  <a:lnTo>
                    <a:pt x="12372" y="3716"/>
                  </a:lnTo>
                  <a:lnTo>
                    <a:pt x="12631" y="3661"/>
                  </a:lnTo>
                  <a:lnTo>
                    <a:pt x="13066" y="3569"/>
                  </a:lnTo>
                  <a:lnTo>
                    <a:pt x="13196" y="3556"/>
                  </a:lnTo>
                  <a:lnTo>
                    <a:pt x="13277" y="3567"/>
                  </a:lnTo>
                  <a:lnTo>
                    <a:pt x="13681" y="3621"/>
                  </a:lnTo>
                  <a:lnTo>
                    <a:pt x="13725" y="3626"/>
                  </a:lnTo>
                  <a:lnTo>
                    <a:pt x="13754" y="3676"/>
                  </a:lnTo>
                  <a:lnTo>
                    <a:pt x="13723" y="3746"/>
                  </a:lnTo>
                  <a:lnTo>
                    <a:pt x="13717" y="3796"/>
                  </a:lnTo>
                  <a:lnTo>
                    <a:pt x="13773" y="3796"/>
                  </a:lnTo>
                  <a:lnTo>
                    <a:pt x="13777" y="3816"/>
                  </a:lnTo>
                  <a:lnTo>
                    <a:pt x="13785" y="3801"/>
                  </a:lnTo>
                  <a:lnTo>
                    <a:pt x="13831" y="3801"/>
                  </a:lnTo>
                  <a:lnTo>
                    <a:pt x="13976" y="4024"/>
                  </a:lnTo>
                  <a:lnTo>
                    <a:pt x="14003" y="4066"/>
                  </a:lnTo>
                  <a:lnTo>
                    <a:pt x="14006" y="4181"/>
                  </a:lnTo>
                  <a:lnTo>
                    <a:pt x="13990" y="4195"/>
                  </a:lnTo>
                  <a:lnTo>
                    <a:pt x="13926" y="4678"/>
                  </a:lnTo>
                  <a:lnTo>
                    <a:pt x="13602" y="4674"/>
                  </a:lnTo>
                  <a:lnTo>
                    <a:pt x="13594" y="4680"/>
                  </a:lnTo>
                  <a:lnTo>
                    <a:pt x="13545" y="4746"/>
                  </a:lnTo>
                  <a:lnTo>
                    <a:pt x="13502" y="4784"/>
                  </a:lnTo>
                  <a:lnTo>
                    <a:pt x="13492" y="4781"/>
                  </a:lnTo>
                  <a:lnTo>
                    <a:pt x="13485" y="4759"/>
                  </a:lnTo>
                  <a:lnTo>
                    <a:pt x="13435" y="4744"/>
                  </a:lnTo>
                  <a:lnTo>
                    <a:pt x="13403" y="4743"/>
                  </a:lnTo>
                  <a:lnTo>
                    <a:pt x="13346" y="4757"/>
                  </a:lnTo>
                  <a:lnTo>
                    <a:pt x="13301" y="4720"/>
                  </a:lnTo>
                  <a:lnTo>
                    <a:pt x="13334" y="4584"/>
                  </a:lnTo>
                  <a:lnTo>
                    <a:pt x="13341" y="4571"/>
                  </a:lnTo>
                  <a:lnTo>
                    <a:pt x="13353" y="4549"/>
                  </a:lnTo>
                  <a:lnTo>
                    <a:pt x="13236" y="4556"/>
                  </a:lnTo>
                  <a:lnTo>
                    <a:pt x="13165" y="4561"/>
                  </a:lnTo>
                  <a:lnTo>
                    <a:pt x="13140" y="4560"/>
                  </a:lnTo>
                  <a:lnTo>
                    <a:pt x="13089" y="4559"/>
                  </a:lnTo>
                  <a:lnTo>
                    <a:pt x="12985" y="4563"/>
                  </a:lnTo>
                  <a:lnTo>
                    <a:pt x="12872" y="4572"/>
                  </a:lnTo>
                  <a:lnTo>
                    <a:pt x="12726" y="4583"/>
                  </a:lnTo>
                  <a:lnTo>
                    <a:pt x="12631" y="4588"/>
                  </a:lnTo>
                  <a:lnTo>
                    <a:pt x="12586" y="4597"/>
                  </a:lnTo>
                  <a:lnTo>
                    <a:pt x="12552" y="4607"/>
                  </a:lnTo>
                  <a:lnTo>
                    <a:pt x="12520" y="4624"/>
                  </a:lnTo>
                  <a:lnTo>
                    <a:pt x="12471" y="4656"/>
                  </a:lnTo>
                  <a:lnTo>
                    <a:pt x="12433" y="4682"/>
                  </a:lnTo>
                  <a:lnTo>
                    <a:pt x="12390" y="4710"/>
                  </a:lnTo>
                  <a:lnTo>
                    <a:pt x="12380" y="4722"/>
                  </a:lnTo>
                  <a:lnTo>
                    <a:pt x="12370" y="4730"/>
                  </a:lnTo>
                  <a:lnTo>
                    <a:pt x="12345" y="4747"/>
                  </a:lnTo>
                  <a:lnTo>
                    <a:pt x="12339" y="4753"/>
                  </a:lnTo>
                  <a:lnTo>
                    <a:pt x="12295" y="4788"/>
                  </a:lnTo>
                  <a:lnTo>
                    <a:pt x="12209" y="4857"/>
                  </a:lnTo>
                  <a:lnTo>
                    <a:pt x="12176" y="4979"/>
                  </a:lnTo>
                  <a:lnTo>
                    <a:pt x="12199" y="5171"/>
                  </a:lnTo>
                  <a:lnTo>
                    <a:pt x="12240" y="5198"/>
                  </a:lnTo>
                  <a:lnTo>
                    <a:pt x="12381" y="5257"/>
                  </a:lnTo>
                  <a:lnTo>
                    <a:pt x="12547" y="5327"/>
                  </a:lnTo>
                  <a:lnTo>
                    <a:pt x="12589" y="5319"/>
                  </a:lnTo>
                  <a:lnTo>
                    <a:pt x="12987" y="5243"/>
                  </a:lnTo>
                  <a:lnTo>
                    <a:pt x="13178" y="5237"/>
                  </a:lnTo>
                  <a:lnTo>
                    <a:pt x="13531" y="5225"/>
                  </a:lnTo>
                  <a:lnTo>
                    <a:pt x="13609" y="5222"/>
                  </a:lnTo>
                  <a:lnTo>
                    <a:pt x="13705" y="5389"/>
                  </a:lnTo>
                  <a:lnTo>
                    <a:pt x="13707" y="5396"/>
                  </a:lnTo>
                  <a:lnTo>
                    <a:pt x="13727" y="5468"/>
                  </a:lnTo>
                  <a:lnTo>
                    <a:pt x="13803" y="5621"/>
                  </a:lnTo>
                  <a:lnTo>
                    <a:pt x="14154" y="6143"/>
                  </a:lnTo>
                  <a:lnTo>
                    <a:pt x="14341" y="6405"/>
                  </a:lnTo>
                  <a:lnTo>
                    <a:pt x="14570" y="6502"/>
                  </a:lnTo>
                  <a:lnTo>
                    <a:pt x="14603" y="6516"/>
                  </a:lnTo>
                  <a:lnTo>
                    <a:pt x="14629" y="6519"/>
                  </a:lnTo>
                  <a:lnTo>
                    <a:pt x="14659" y="6507"/>
                  </a:lnTo>
                  <a:lnTo>
                    <a:pt x="14671" y="6508"/>
                  </a:lnTo>
                  <a:lnTo>
                    <a:pt x="14883" y="6678"/>
                  </a:lnTo>
                  <a:lnTo>
                    <a:pt x="15028" y="6937"/>
                  </a:lnTo>
                  <a:lnTo>
                    <a:pt x="15055" y="6999"/>
                  </a:lnTo>
                  <a:lnTo>
                    <a:pt x="15038" y="7070"/>
                  </a:lnTo>
                  <a:lnTo>
                    <a:pt x="15082" y="7175"/>
                  </a:lnTo>
                  <a:lnTo>
                    <a:pt x="15106" y="7207"/>
                  </a:lnTo>
                  <a:lnTo>
                    <a:pt x="15152" y="7242"/>
                  </a:lnTo>
                  <a:lnTo>
                    <a:pt x="15220" y="7277"/>
                  </a:lnTo>
                  <a:lnTo>
                    <a:pt x="15333" y="7303"/>
                  </a:lnTo>
                  <a:lnTo>
                    <a:pt x="15390" y="7295"/>
                  </a:lnTo>
                  <a:lnTo>
                    <a:pt x="15409" y="7287"/>
                  </a:lnTo>
                  <a:lnTo>
                    <a:pt x="15416" y="7286"/>
                  </a:lnTo>
                  <a:lnTo>
                    <a:pt x="15581" y="7241"/>
                  </a:lnTo>
                  <a:lnTo>
                    <a:pt x="15602" y="7404"/>
                  </a:lnTo>
                  <a:lnTo>
                    <a:pt x="15291" y="7543"/>
                  </a:lnTo>
                  <a:lnTo>
                    <a:pt x="15222" y="7716"/>
                  </a:lnTo>
                  <a:lnTo>
                    <a:pt x="15182" y="7848"/>
                  </a:lnTo>
                  <a:lnTo>
                    <a:pt x="15182" y="7875"/>
                  </a:lnTo>
                  <a:lnTo>
                    <a:pt x="15204" y="7955"/>
                  </a:lnTo>
                  <a:lnTo>
                    <a:pt x="15236" y="7991"/>
                  </a:lnTo>
                  <a:lnTo>
                    <a:pt x="15507" y="8146"/>
                  </a:lnTo>
                  <a:lnTo>
                    <a:pt x="15016" y="9392"/>
                  </a:lnTo>
                  <a:lnTo>
                    <a:pt x="14806" y="9928"/>
                  </a:lnTo>
                  <a:lnTo>
                    <a:pt x="14787" y="10200"/>
                  </a:lnTo>
                  <a:lnTo>
                    <a:pt x="14717" y="10427"/>
                  </a:lnTo>
                  <a:lnTo>
                    <a:pt x="14700" y="10483"/>
                  </a:lnTo>
                  <a:lnTo>
                    <a:pt x="14686" y="10528"/>
                  </a:lnTo>
                  <a:lnTo>
                    <a:pt x="14595" y="10491"/>
                  </a:lnTo>
                  <a:lnTo>
                    <a:pt x="14398" y="10443"/>
                  </a:lnTo>
                  <a:lnTo>
                    <a:pt x="14289" y="10445"/>
                  </a:lnTo>
                  <a:lnTo>
                    <a:pt x="14122" y="10460"/>
                  </a:lnTo>
                  <a:lnTo>
                    <a:pt x="14112" y="10461"/>
                  </a:lnTo>
                  <a:lnTo>
                    <a:pt x="14104" y="10461"/>
                  </a:lnTo>
                  <a:lnTo>
                    <a:pt x="14049" y="10473"/>
                  </a:lnTo>
                  <a:lnTo>
                    <a:pt x="13918" y="10501"/>
                  </a:lnTo>
                  <a:lnTo>
                    <a:pt x="13823" y="10534"/>
                  </a:lnTo>
                  <a:lnTo>
                    <a:pt x="13670" y="10612"/>
                  </a:lnTo>
                  <a:lnTo>
                    <a:pt x="13552" y="10654"/>
                  </a:lnTo>
                  <a:lnTo>
                    <a:pt x="13396" y="10680"/>
                  </a:lnTo>
                  <a:lnTo>
                    <a:pt x="13254" y="10662"/>
                  </a:lnTo>
                  <a:lnTo>
                    <a:pt x="13067" y="10584"/>
                  </a:lnTo>
                  <a:lnTo>
                    <a:pt x="12924" y="10471"/>
                  </a:lnTo>
                  <a:lnTo>
                    <a:pt x="12746" y="10331"/>
                  </a:lnTo>
                  <a:lnTo>
                    <a:pt x="12674" y="10273"/>
                  </a:lnTo>
                  <a:lnTo>
                    <a:pt x="12274" y="9958"/>
                  </a:lnTo>
                  <a:lnTo>
                    <a:pt x="12162" y="9885"/>
                  </a:lnTo>
                  <a:lnTo>
                    <a:pt x="12039" y="9809"/>
                  </a:lnTo>
                  <a:lnTo>
                    <a:pt x="11782" y="9649"/>
                  </a:lnTo>
                  <a:lnTo>
                    <a:pt x="11565" y="9525"/>
                  </a:lnTo>
                  <a:lnTo>
                    <a:pt x="11369" y="9445"/>
                  </a:lnTo>
                  <a:lnTo>
                    <a:pt x="10867" y="9238"/>
                  </a:lnTo>
                  <a:lnTo>
                    <a:pt x="10748" y="9191"/>
                  </a:lnTo>
                  <a:lnTo>
                    <a:pt x="10614" y="9139"/>
                  </a:lnTo>
                  <a:lnTo>
                    <a:pt x="9946" y="8908"/>
                  </a:lnTo>
                  <a:lnTo>
                    <a:pt x="9815" y="8869"/>
                  </a:lnTo>
                  <a:lnTo>
                    <a:pt x="9535" y="8743"/>
                  </a:lnTo>
                  <a:lnTo>
                    <a:pt x="9490" y="8717"/>
                  </a:lnTo>
                  <a:lnTo>
                    <a:pt x="9458" y="8699"/>
                  </a:lnTo>
                  <a:lnTo>
                    <a:pt x="9376" y="8640"/>
                  </a:lnTo>
                  <a:lnTo>
                    <a:pt x="9253" y="8514"/>
                  </a:lnTo>
                  <a:lnTo>
                    <a:pt x="9103" y="8415"/>
                  </a:lnTo>
                  <a:lnTo>
                    <a:pt x="8842" y="8340"/>
                  </a:lnTo>
                  <a:lnTo>
                    <a:pt x="8808" y="8338"/>
                  </a:lnTo>
                  <a:lnTo>
                    <a:pt x="8689" y="8369"/>
                  </a:lnTo>
                  <a:lnTo>
                    <a:pt x="8567" y="8400"/>
                  </a:lnTo>
                  <a:lnTo>
                    <a:pt x="8471" y="8446"/>
                  </a:lnTo>
                  <a:lnTo>
                    <a:pt x="8386" y="8459"/>
                  </a:lnTo>
                  <a:lnTo>
                    <a:pt x="8065" y="8505"/>
                  </a:lnTo>
                  <a:lnTo>
                    <a:pt x="7937" y="8464"/>
                  </a:lnTo>
                  <a:lnTo>
                    <a:pt x="7804" y="8455"/>
                  </a:lnTo>
                  <a:lnTo>
                    <a:pt x="7650" y="8474"/>
                  </a:lnTo>
                  <a:lnTo>
                    <a:pt x="7280" y="8537"/>
                  </a:lnTo>
                  <a:lnTo>
                    <a:pt x="7157" y="8539"/>
                  </a:lnTo>
                  <a:lnTo>
                    <a:pt x="7090" y="8503"/>
                  </a:lnTo>
                  <a:lnTo>
                    <a:pt x="7028" y="8426"/>
                  </a:lnTo>
                  <a:lnTo>
                    <a:pt x="6860" y="8084"/>
                  </a:lnTo>
                  <a:lnTo>
                    <a:pt x="6811" y="8006"/>
                  </a:lnTo>
                  <a:lnTo>
                    <a:pt x="6650" y="7805"/>
                  </a:lnTo>
                  <a:lnTo>
                    <a:pt x="6634" y="7792"/>
                  </a:lnTo>
                  <a:lnTo>
                    <a:pt x="6548" y="7753"/>
                  </a:lnTo>
                  <a:lnTo>
                    <a:pt x="6480" y="7722"/>
                  </a:lnTo>
                  <a:lnTo>
                    <a:pt x="6312" y="7680"/>
                  </a:lnTo>
                  <a:lnTo>
                    <a:pt x="5941" y="7681"/>
                  </a:lnTo>
                  <a:lnTo>
                    <a:pt x="5517" y="7635"/>
                  </a:lnTo>
                  <a:lnTo>
                    <a:pt x="5419" y="7609"/>
                  </a:lnTo>
                  <a:lnTo>
                    <a:pt x="5061" y="7615"/>
                  </a:lnTo>
                  <a:lnTo>
                    <a:pt x="5033" y="7625"/>
                  </a:lnTo>
                  <a:lnTo>
                    <a:pt x="4903" y="7667"/>
                  </a:lnTo>
                  <a:lnTo>
                    <a:pt x="4580" y="7836"/>
                  </a:lnTo>
                  <a:lnTo>
                    <a:pt x="4501" y="7900"/>
                  </a:lnTo>
                  <a:lnTo>
                    <a:pt x="4516" y="7906"/>
                  </a:lnTo>
                  <a:lnTo>
                    <a:pt x="4518" y="7914"/>
                  </a:lnTo>
                  <a:lnTo>
                    <a:pt x="4511" y="7957"/>
                  </a:lnTo>
                  <a:lnTo>
                    <a:pt x="4492" y="8021"/>
                  </a:lnTo>
                  <a:lnTo>
                    <a:pt x="4454" y="8074"/>
                  </a:lnTo>
                  <a:lnTo>
                    <a:pt x="4337" y="8130"/>
                  </a:lnTo>
                  <a:lnTo>
                    <a:pt x="4173" y="8175"/>
                  </a:lnTo>
                  <a:lnTo>
                    <a:pt x="4052" y="8193"/>
                  </a:lnTo>
                  <a:lnTo>
                    <a:pt x="4048" y="8194"/>
                  </a:lnTo>
                  <a:lnTo>
                    <a:pt x="4038" y="8194"/>
                  </a:lnTo>
                  <a:lnTo>
                    <a:pt x="4020" y="8202"/>
                  </a:lnTo>
                  <a:lnTo>
                    <a:pt x="4013" y="8207"/>
                  </a:lnTo>
                  <a:lnTo>
                    <a:pt x="3981" y="8231"/>
                  </a:lnTo>
                  <a:lnTo>
                    <a:pt x="3949" y="8264"/>
                  </a:lnTo>
                  <a:lnTo>
                    <a:pt x="3858" y="8398"/>
                  </a:lnTo>
                  <a:lnTo>
                    <a:pt x="3847" y="8405"/>
                  </a:lnTo>
                  <a:lnTo>
                    <a:pt x="3789" y="8404"/>
                  </a:lnTo>
                  <a:lnTo>
                    <a:pt x="3765" y="8404"/>
                  </a:lnTo>
                  <a:lnTo>
                    <a:pt x="3531" y="8364"/>
                  </a:lnTo>
                  <a:lnTo>
                    <a:pt x="3408" y="8294"/>
                  </a:lnTo>
                  <a:lnTo>
                    <a:pt x="3389" y="8274"/>
                  </a:lnTo>
                  <a:lnTo>
                    <a:pt x="3379" y="8228"/>
                  </a:lnTo>
                  <a:lnTo>
                    <a:pt x="3386" y="8216"/>
                  </a:lnTo>
                  <a:lnTo>
                    <a:pt x="3402" y="8205"/>
                  </a:lnTo>
                  <a:lnTo>
                    <a:pt x="3390" y="8123"/>
                  </a:lnTo>
                  <a:lnTo>
                    <a:pt x="3227" y="7648"/>
                  </a:lnTo>
                  <a:lnTo>
                    <a:pt x="3181" y="7536"/>
                  </a:lnTo>
                  <a:lnTo>
                    <a:pt x="2854" y="6957"/>
                  </a:lnTo>
                  <a:lnTo>
                    <a:pt x="2471" y="6433"/>
                  </a:lnTo>
                  <a:lnTo>
                    <a:pt x="2462" y="6420"/>
                  </a:lnTo>
                  <a:lnTo>
                    <a:pt x="2443" y="6394"/>
                  </a:lnTo>
                  <a:lnTo>
                    <a:pt x="2352" y="6287"/>
                  </a:lnTo>
                  <a:lnTo>
                    <a:pt x="2347" y="6284"/>
                  </a:lnTo>
                  <a:lnTo>
                    <a:pt x="2118" y="6095"/>
                  </a:lnTo>
                  <a:lnTo>
                    <a:pt x="2110" y="6089"/>
                  </a:lnTo>
                  <a:lnTo>
                    <a:pt x="2100" y="6083"/>
                  </a:lnTo>
                  <a:lnTo>
                    <a:pt x="1888" y="5962"/>
                  </a:lnTo>
                  <a:lnTo>
                    <a:pt x="1802" y="5865"/>
                  </a:lnTo>
                  <a:lnTo>
                    <a:pt x="1711" y="5738"/>
                  </a:lnTo>
                  <a:lnTo>
                    <a:pt x="1620" y="5588"/>
                  </a:lnTo>
                  <a:lnTo>
                    <a:pt x="1600" y="5382"/>
                  </a:lnTo>
                  <a:lnTo>
                    <a:pt x="1611" y="5297"/>
                  </a:lnTo>
                  <a:lnTo>
                    <a:pt x="1647" y="5208"/>
                  </a:lnTo>
                  <a:lnTo>
                    <a:pt x="1682" y="5161"/>
                  </a:lnTo>
                  <a:lnTo>
                    <a:pt x="1727" y="5105"/>
                  </a:lnTo>
                  <a:lnTo>
                    <a:pt x="1783" y="5074"/>
                  </a:lnTo>
                  <a:lnTo>
                    <a:pt x="1916" y="5020"/>
                  </a:lnTo>
                  <a:lnTo>
                    <a:pt x="1922" y="5016"/>
                  </a:lnTo>
                  <a:lnTo>
                    <a:pt x="1966" y="4982"/>
                  </a:lnTo>
                  <a:lnTo>
                    <a:pt x="2017" y="4943"/>
                  </a:lnTo>
                  <a:lnTo>
                    <a:pt x="2032" y="4927"/>
                  </a:lnTo>
                  <a:lnTo>
                    <a:pt x="2046" y="4911"/>
                  </a:lnTo>
                  <a:lnTo>
                    <a:pt x="2071" y="4869"/>
                  </a:lnTo>
                  <a:lnTo>
                    <a:pt x="2085" y="4845"/>
                  </a:lnTo>
                  <a:lnTo>
                    <a:pt x="2088" y="4841"/>
                  </a:lnTo>
                  <a:lnTo>
                    <a:pt x="2089" y="4834"/>
                  </a:lnTo>
                  <a:lnTo>
                    <a:pt x="2098" y="4794"/>
                  </a:lnTo>
                  <a:lnTo>
                    <a:pt x="2101" y="4779"/>
                  </a:lnTo>
                  <a:lnTo>
                    <a:pt x="2100" y="4756"/>
                  </a:lnTo>
                  <a:lnTo>
                    <a:pt x="2097" y="4711"/>
                  </a:lnTo>
                  <a:lnTo>
                    <a:pt x="2067" y="4646"/>
                  </a:lnTo>
                  <a:lnTo>
                    <a:pt x="2007" y="4596"/>
                  </a:lnTo>
                  <a:lnTo>
                    <a:pt x="2000" y="4590"/>
                  </a:lnTo>
                  <a:lnTo>
                    <a:pt x="1947" y="4568"/>
                  </a:lnTo>
                  <a:lnTo>
                    <a:pt x="1934" y="4539"/>
                  </a:lnTo>
                  <a:lnTo>
                    <a:pt x="1960" y="4474"/>
                  </a:lnTo>
                  <a:lnTo>
                    <a:pt x="1975" y="4436"/>
                  </a:lnTo>
                  <a:lnTo>
                    <a:pt x="1988" y="4373"/>
                  </a:lnTo>
                  <a:lnTo>
                    <a:pt x="1998" y="4319"/>
                  </a:lnTo>
                  <a:lnTo>
                    <a:pt x="1989" y="3815"/>
                  </a:lnTo>
                  <a:lnTo>
                    <a:pt x="1916" y="3541"/>
                  </a:lnTo>
                  <a:lnTo>
                    <a:pt x="1622" y="3143"/>
                  </a:lnTo>
                  <a:lnTo>
                    <a:pt x="1439" y="2939"/>
                  </a:lnTo>
                  <a:lnTo>
                    <a:pt x="1375" y="2843"/>
                  </a:lnTo>
                  <a:lnTo>
                    <a:pt x="1338" y="2799"/>
                  </a:lnTo>
                  <a:lnTo>
                    <a:pt x="1016" y="2420"/>
                  </a:lnTo>
                  <a:lnTo>
                    <a:pt x="771" y="2040"/>
                  </a:lnTo>
                  <a:lnTo>
                    <a:pt x="760" y="1960"/>
                  </a:lnTo>
                  <a:lnTo>
                    <a:pt x="767" y="1859"/>
                  </a:lnTo>
                  <a:lnTo>
                    <a:pt x="740" y="1844"/>
                  </a:lnTo>
                  <a:lnTo>
                    <a:pt x="674" y="1819"/>
                  </a:lnTo>
                  <a:lnTo>
                    <a:pt x="668" y="1784"/>
                  </a:lnTo>
                  <a:lnTo>
                    <a:pt x="658" y="1722"/>
                  </a:lnTo>
                  <a:lnTo>
                    <a:pt x="695" y="1711"/>
                  </a:lnTo>
                  <a:lnTo>
                    <a:pt x="746" y="1707"/>
                  </a:lnTo>
                  <a:lnTo>
                    <a:pt x="688" y="1630"/>
                  </a:lnTo>
                  <a:lnTo>
                    <a:pt x="540" y="1395"/>
                  </a:lnTo>
                  <a:lnTo>
                    <a:pt x="474" y="1327"/>
                  </a:lnTo>
                  <a:lnTo>
                    <a:pt x="281" y="1138"/>
                  </a:lnTo>
                  <a:lnTo>
                    <a:pt x="73" y="1027"/>
                  </a:lnTo>
                  <a:lnTo>
                    <a:pt x="31" y="983"/>
                  </a:lnTo>
                  <a:lnTo>
                    <a:pt x="0" y="761"/>
                  </a:lnTo>
                  <a:lnTo>
                    <a:pt x="88" y="542"/>
                  </a:lnTo>
                  <a:lnTo>
                    <a:pt x="103" y="520"/>
                  </a:lnTo>
                  <a:lnTo>
                    <a:pt x="316" y="362"/>
                  </a:lnTo>
                  <a:lnTo>
                    <a:pt x="352" y="305"/>
                  </a:lnTo>
                  <a:lnTo>
                    <a:pt x="550" y="0"/>
                  </a:lnTo>
                  <a:lnTo>
                    <a:pt x="559" y="2"/>
                  </a:lnTo>
                  <a:lnTo>
                    <a:pt x="603" y="15"/>
                  </a:lnTo>
                  <a:lnTo>
                    <a:pt x="670" y="35"/>
                  </a:lnTo>
                  <a:lnTo>
                    <a:pt x="1475" y="435"/>
                  </a:lnTo>
                  <a:lnTo>
                    <a:pt x="1575" y="554"/>
                  </a:lnTo>
                  <a:lnTo>
                    <a:pt x="1593" y="597"/>
                  </a:lnTo>
                  <a:lnTo>
                    <a:pt x="1529" y="748"/>
                  </a:lnTo>
                  <a:lnTo>
                    <a:pt x="1553" y="822"/>
                  </a:lnTo>
                  <a:lnTo>
                    <a:pt x="1557" y="83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7298176" y="1836085"/>
              <a:ext cx="1824" cy="1609"/>
            </a:xfrm>
            <a:custGeom>
              <a:avLst/>
              <a:pathLst>
                <a:path w="1824" h="1609">
                  <a:moveTo>
                    <a:pt x="1624" y="319"/>
                  </a:moveTo>
                  <a:lnTo>
                    <a:pt x="1734" y="429"/>
                  </a:lnTo>
                  <a:lnTo>
                    <a:pt x="1795" y="425"/>
                  </a:lnTo>
                  <a:lnTo>
                    <a:pt x="1824" y="500"/>
                  </a:lnTo>
                  <a:lnTo>
                    <a:pt x="1801" y="586"/>
                  </a:lnTo>
                  <a:lnTo>
                    <a:pt x="1745" y="798"/>
                  </a:lnTo>
                  <a:lnTo>
                    <a:pt x="1691" y="866"/>
                  </a:lnTo>
                  <a:lnTo>
                    <a:pt x="868" y="1470"/>
                  </a:lnTo>
                  <a:lnTo>
                    <a:pt x="773" y="1512"/>
                  </a:lnTo>
                  <a:lnTo>
                    <a:pt x="584" y="1595"/>
                  </a:lnTo>
                  <a:lnTo>
                    <a:pt x="531" y="1607"/>
                  </a:lnTo>
                  <a:lnTo>
                    <a:pt x="338" y="1609"/>
                  </a:lnTo>
                  <a:lnTo>
                    <a:pt x="319" y="1604"/>
                  </a:lnTo>
                  <a:lnTo>
                    <a:pt x="300" y="1568"/>
                  </a:lnTo>
                  <a:lnTo>
                    <a:pt x="292" y="1515"/>
                  </a:lnTo>
                  <a:lnTo>
                    <a:pt x="308" y="1481"/>
                  </a:lnTo>
                  <a:lnTo>
                    <a:pt x="326" y="1477"/>
                  </a:lnTo>
                  <a:lnTo>
                    <a:pt x="339" y="1397"/>
                  </a:lnTo>
                  <a:lnTo>
                    <a:pt x="337" y="1393"/>
                  </a:lnTo>
                  <a:lnTo>
                    <a:pt x="31" y="794"/>
                  </a:lnTo>
                  <a:lnTo>
                    <a:pt x="1" y="666"/>
                  </a:lnTo>
                  <a:lnTo>
                    <a:pt x="0" y="643"/>
                  </a:lnTo>
                  <a:lnTo>
                    <a:pt x="30" y="599"/>
                  </a:lnTo>
                  <a:lnTo>
                    <a:pt x="79" y="551"/>
                  </a:lnTo>
                  <a:lnTo>
                    <a:pt x="112" y="531"/>
                  </a:lnTo>
                  <a:lnTo>
                    <a:pt x="229" y="506"/>
                  </a:lnTo>
                  <a:lnTo>
                    <a:pt x="273" y="557"/>
                  </a:lnTo>
                  <a:lnTo>
                    <a:pt x="403" y="574"/>
                  </a:lnTo>
                  <a:lnTo>
                    <a:pt x="447" y="531"/>
                  </a:lnTo>
                  <a:lnTo>
                    <a:pt x="582" y="309"/>
                  </a:lnTo>
                  <a:lnTo>
                    <a:pt x="723" y="161"/>
                  </a:lnTo>
                  <a:lnTo>
                    <a:pt x="788" y="144"/>
                  </a:lnTo>
                  <a:lnTo>
                    <a:pt x="1061" y="74"/>
                  </a:lnTo>
                  <a:lnTo>
                    <a:pt x="1102" y="64"/>
                  </a:lnTo>
                  <a:lnTo>
                    <a:pt x="1297" y="15"/>
                  </a:lnTo>
                  <a:lnTo>
                    <a:pt x="1431" y="0"/>
                  </a:lnTo>
                  <a:lnTo>
                    <a:pt x="1413" y="43"/>
                  </a:lnTo>
                  <a:lnTo>
                    <a:pt x="1415" y="52"/>
                  </a:lnTo>
                  <a:lnTo>
                    <a:pt x="1433" y="80"/>
                  </a:lnTo>
                  <a:lnTo>
                    <a:pt x="1489" y="162"/>
                  </a:lnTo>
                  <a:lnTo>
                    <a:pt x="1619" y="314"/>
                  </a:lnTo>
                  <a:lnTo>
                    <a:pt x="1624" y="3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7303076" y="1836054"/>
              <a:ext cx="2611" cy="2694"/>
            </a:xfrm>
            <a:custGeom>
              <a:avLst/>
              <a:pathLst>
                <a:path w="2611" h="2694">
                  <a:moveTo>
                    <a:pt x="1290" y="375"/>
                  </a:moveTo>
                  <a:lnTo>
                    <a:pt x="1316" y="406"/>
                  </a:lnTo>
                  <a:lnTo>
                    <a:pt x="1361" y="403"/>
                  </a:lnTo>
                  <a:lnTo>
                    <a:pt x="1485" y="378"/>
                  </a:lnTo>
                  <a:lnTo>
                    <a:pt x="1510" y="353"/>
                  </a:lnTo>
                  <a:lnTo>
                    <a:pt x="1667" y="314"/>
                  </a:lnTo>
                  <a:lnTo>
                    <a:pt x="1782" y="317"/>
                  </a:lnTo>
                  <a:lnTo>
                    <a:pt x="1942" y="322"/>
                  </a:lnTo>
                  <a:lnTo>
                    <a:pt x="2000" y="364"/>
                  </a:lnTo>
                  <a:lnTo>
                    <a:pt x="2368" y="549"/>
                  </a:lnTo>
                  <a:lnTo>
                    <a:pt x="2424" y="530"/>
                  </a:lnTo>
                  <a:lnTo>
                    <a:pt x="2439" y="503"/>
                  </a:lnTo>
                  <a:lnTo>
                    <a:pt x="2438" y="489"/>
                  </a:lnTo>
                  <a:lnTo>
                    <a:pt x="2416" y="472"/>
                  </a:lnTo>
                  <a:lnTo>
                    <a:pt x="2407" y="407"/>
                  </a:lnTo>
                  <a:lnTo>
                    <a:pt x="2464" y="409"/>
                  </a:lnTo>
                  <a:lnTo>
                    <a:pt x="2491" y="419"/>
                  </a:lnTo>
                  <a:lnTo>
                    <a:pt x="2529" y="476"/>
                  </a:lnTo>
                  <a:lnTo>
                    <a:pt x="2537" y="505"/>
                  </a:lnTo>
                  <a:lnTo>
                    <a:pt x="2611" y="767"/>
                  </a:lnTo>
                  <a:lnTo>
                    <a:pt x="2588" y="775"/>
                  </a:lnTo>
                  <a:lnTo>
                    <a:pt x="2462" y="757"/>
                  </a:lnTo>
                  <a:lnTo>
                    <a:pt x="2449" y="746"/>
                  </a:lnTo>
                  <a:lnTo>
                    <a:pt x="2444" y="724"/>
                  </a:lnTo>
                  <a:lnTo>
                    <a:pt x="2436" y="715"/>
                  </a:lnTo>
                  <a:lnTo>
                    <a:pt x="2422" y="710"/>
                  </a:lnTo>
                  <a:lnTo>
                    <a:pt x="2393" y="715"/>
                  </a:lnTo>
                  <a:lnTo>
                    <a:pt x="2310" y="773"/>
                  </a:lnTo>
                  <a:lnTo>
                    <a:pt x="2287" y="796"/>
                  </a:lnTo>
                  <a:lnTo>
                    <a:pt x="2290" y="821"/>
                  </a:lnTo>
                  <a:lnTo>
                    <a:pt x="2297" y="834"/>
                  </a:lnTo>
                  <a:lnTo>
                    <a:pt x="2314" y="856"/>
                  </a:lnTo>
                  <a:lnTo>
                    <a:pt x="2332" y="909"/>
                  </a:lnTo>
                  <a:lnTo>
                    <a:pt x="2322" y="919"/>
                  </a:lnTo>
                  <a:lnTo>
                    <a:pt x="2293" y="919"/>
                  </a:lnTo>
                  <a:lnTo>
                    <a:pt x="2259" y="912"/>
                  </a:lnTo>
                  <a:lnTo>
                    <a:pt x="2232" y="912"/>
                  </a:lnTo>
                  <a:lnTo>
                    <a:pt x="2222" y="926"/>
                  </a:lnTo>
                  <a:lnTo>
                    <a:pt x="2221" y="942"/>
                  </a:lnTo>
                  <a:lnTo>
                    <a:pt x="2225" y="958"/>
                  </a:lnTo>
                  <a:lnTo>
                    <a:pt x="2237" y="978"/>
                  </a:lnTo>
                  <a:lnTo>
                    <a:pt x="2261" y="988"/>
                  </a:lnTo>
                  <a:lnTo>
                    <a:pt x="2277" y="998"/>
                  </a:lnTo>
                  <a:lnTo>
                    <a:pt x="2302" y="1004"/>
                  </a:lnTo>
                  <a:lnTo>
                    <a:pt x="2321" y="1005"/>
                  </a:lnTo>
                  <a:lnTo>
                    <a:pt x="2319" y="1017"/>
                  </a:lnTo>
                  <a:lnTo>
                    <a:pt x="2323" y="1023"/>
                  </a:lnTo>
                  <a:lnTo>
                    <a:pt x="2335" y="1030"/>
                  </a:lnTo>
                  <a:lnTo>
                    <a:pt x="2372" y="1033"/>
                  </a:lnTo>
                  <a:lnTo>
                    <a:pt x="2386" y="1040"/>
                  </a:lnTo>
                  <a:lnTo>
                    <a:pt x="2386" y="1045"/>
                  </a:lnTo>
                  <a:lnTo>
                    <a:pt x="2383" y="1052"/>
                  </a:lnTo>
                  <a:lnTo>
                    <a:pt x="2385" y="1056"/>
                  </a:lnTo>
                  <a:lnTo>
                    <a:pt x="2397" y="1062"/>
                  </a:lnTo>
                  <a:lnTo>
                    <a:pt x="2439" y="1067"/>
                  </a:lnTo>
                  <a:lnTo>
                    <a:pt x="2464" y="1074"/>
                  </a:lnTo>
                  <a:lnTo>
                    <a:pt x="2473" y="1085"/>
                  </a:lnTo>
                  <a:lnTo>
                    <a:pt x="2473" y="1095"/>
                  </a:lnTo>
                  <a:lnTo>
                    <a:pt x="2450" y="1116"/>
                  </a:lnTo>
                  <a:lnTo>
                    <a:pt x="2413" y="1147"/>
                  </a:lnTo>
                  <a:lnTo>
                    <a:pt x="2380" y="1177"/>
                  </a:lnTo>
                  <a:lnTo>
                    <a:pt x="2334" y="1203"/>
                  </a:lnTo>
                  <a:lnTo>
                    <a:pt x="2320" y="1200"/>
                  </a:lnTo>
                  <a:lnTo>
                    <a:pt x="2320" y="1194"/>
                  </a:lnTo>
                  <a:lnTo>
                    <a:pt x="2321" y="1188"/>
                  </a:lnTo>
                  <a:lnTo>
                    <a:pt x="2359" y="1152"/>
                  </a:lnTo>
                  <a:lnTo>
                    <a:pt x="2362" y="1139"/>
                  </a:lnTo>
                  <a:lnTo>
                    <a:pt x="2353" y="1126"/>
                  </a:lnTo>
                  <a:lnTo>
                    <a:pt x="2326" y="1100"/>
                  </a:lnTo>
                  <a:lnTo>
                    <a:pt x="2279" y="1074"/>
                  </a:lnTo>
                  <a:lnTo>
                    <a:pt x="2237" y="1074"/>
                  </a:lnTo>
                  <a:lnTo>
                    <a:pt x="2217" y="1094"/>
                  </a:lnTo>
                  <a:lnTo>
                    <a:pt x="2204" y="1130"/>
                  </a:lnTo>
                  <a:lnTo>
                    <a:pt x="2189" y="1133"/>
                  </a:lnTo>
                  <a:lnTo>
                    <a:pt x="2174" y="1121"/>
                  </a:lnTo>
                  <a:lnTo>
                    <a:pt x="2128" y="1089"/>
                  </a:lnTo>
                  <a:lnTo>
                    <a:pt x="2126" y="1070"/>
                  </a:lnTo>
                  <a:lnTo>
                    <a:pt x="2135" y="1049"/>
                  </a:lnTo>
                  <a:lnTo>
                    <a:pt x="2132" y="1036"/>
                  </a:lnTo>
                  <a:lnTo>
                    <a:pt x="2125" y="1031"/>
                  </a:lnTo>
                  <a:lnTo>
                    <a:pt x="2115" y="1016"/>
                  </a:lnTo>
                  <a:lnTo>
                    <a:pt x="2104" y="1011"/>
                  </a:lnTo>
                  <a:lnTo>
                    <a:pt x="2087" y="1009"/>
                  </a:lnTo>
                  <a:lnTo>
                    <a:pt x="2078" y="1009"/>
                  </a:lnTo>
                  <a:lnTo>
                    <a:pt x="2046" y="1019"/>
                  </a:lnTo>
                  <a:lnTo>
                    <a:pt x="2049" y="1037"/>
                  </a:lnTo>
                  <a:lnTo>
                    <a:pt x="2041" y="1048"/>
                  </a:lnTo>
                  <a:lnTo>
                    <a:pt x="2021" y="1055"/>
                  </a:lnTo>
                  <a:lnTo>
                    <a:pt x="2001" y="1059"/>
                  </a:lnTo>
                  <a:lnTo>
                    <a:pt x="2005" y="1067"/>
                  </a:lnTo>
                  <a:lnTo>
                    <a:pt x="1997" y="1073"/>
                  </a:lnTo>
                  <a:lnTo>
                    <a:pt x="1992" y="1067"/>
                  </a:lnTo>
                  <a:lnTo>
                    <a:pt x="1989" y="1060"/>
                  </a:lnTo>
                  <a:lnTo>
                    <a:pt x="1973" y="1051"/>
                  </a:lnTo>
                  <a:lnTo>
                    <a:pt x="1965" y="1049"/>
                  </a:lnTo>
                  <a:lnTo>
                    <a:pt x="1937" y="1052"/>
                  </a:lnTo>
                  <a:lnTo>
                    <a:pt x="1924" y="1056"/>
                  </a:lnTo>
                  <a:lnTo>
                    <a:pt x="1886" y="1073"/>
                  </a:lnTo>
                  <a:lnTo>
                    <a:pt x="1715" y="1246"/>
                  </a:lnTo>
                  <a:lnTo>
                    <a:pt x="1656" y="1307"/>
                  </a:lnTo>
                  <a:lnTo>
                    <a:pt x="1534" y="1448"/>
                  </a:lnTo>
                  <a:lnTo>
                    <a:pt x="1489" y="1501"/>
                  </a:lnTo>
                  <a:lnTo>
                    <a:pt x="1488" y="1549"/>
                  </a:lnTo>
                  <a:lnTo>
                    <a:pt x="1531" y="1623"/>
                  </a:lnTo>
                  <a:lnTo>
                    <a:pt x="1617" y="1669"/>
                  </a:lnTo>
                  <a:lnTo>
                    <a:pt x="1661" y="1682"/>
                  </a:lnTo>
                  <a:lnTo>
                    <a:pt x="1531" y="1934"/>
                  </a:lnTo>
                  <a:lnTo>
                    <a:pt x="1217" y="2164"/>
                  </a:lnTo>
                  <a:lnTo>
                    <a:pt x="1054" y="2496"/>
                  </a:lnTo>
                  <a:lnTo>
                    <a:pt x="979" y="2599"/>
                  </a:lnTo>
                  <a:lnTo>
                    <a:pt x="792" y="2694"/>
                  </a:lnTo>
                  <a:lnTo>
                    <a:pt x="745" y="2688"/>
                  </a:lnTo>
                  <a:lnTo>
                    <a:pt x="732" y="2684"/>
                  </a:lnTo>
                  <a:lnTo>
                    <a:pt x="633" y="2618"/>
                  </a:lnTo>
                  <a:lnTo>
                    <a:pt x="355" y="2361"/>
                  </a:lnTo>
                  <a:lnTo>
                    <a:pt x="323" y="2332"/>
                  </a:lnTo>
                  <a:lnTo>
                    <a:pt x="126" y="1970"/>
                  </a:lnTo>
                  <a:lnTo>
                    <a:pt x="109" y="1905"/>
                  </a:lnTo>
                  <a:lnTo>
                    <a:pt x="33" y="1617"/>
                  </a:lnTo>
                  <a:lnTo>
                    <a:pt x="7" y="1499"/>
                  </a:lnTo>
                  <a:lnTo>
                    <a:pt x="0" y="1465"/>
                  </a:lnTo>
                  <a:lnTo>
                    <a:pt x="79" y="1027"/>
                  </a:lnTo>
                  <a:lnTo>
                    <a:pt x="252" y="485"/>
                  </a:lnTo>
                  <a:lnTo>
                    <a:pt x="289" y="439"/>
                  </a:lnTo>
                  <a:lnTo>
                    <a:pt x="934" y="113"/>
                  </a:lnTo>
                  <a:lnTo>
                    <a:pt x="1255" y="0"/>
                  </a:lnTo>
                  <a:lnTo>
                    <a:pt x="1285" y="6"/>
                  </a:lnTo>
                  <a:lnTo>
                    <a:pt x="1294" y="18"/>
                  </a:lnTo>
                  <a:lnTo>
                    <a:pt x="1243" y="75"/>
                  </a:lnTo>
                  <a:lnTo>
                    <a:pt x="1252" y="175"/>
                  </a:lnTo>
                  <a:lnTo>
                    <a:pt x="1266" y="322"/>
                  </a:lnTo>
                  <a:lnTo>
                    <a:pt x="1290" y="37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7302402" y="1835075"/>
              <a:ext cx="886" cy="627"/>
            </a:xfrm>
            <a:custGeom>
              <a:avLst/>
              <a:pathLst>
                <a:path w="886" h="627">
                  <a:moveTo>
                    <a:pt x="93" y="627"/>
                  </a:moveTo>
                  <a:lnTo>
                    <a:pt x="3" y="612"/>
                  </a:lnTo>
                  <a:lnTo>
                    <a:pt x="0" y="336"/>
                  </a:lnTo>
                  <a:lnTo>
                    <a:pt x="4" y="309"/>
                  </a:lnTo>
                  <a:lnTo>
                    <a:pt x="14" y="277"/>
                  </a:lnTo>
                  <a:lnTo>
                    <a:pt x="25" y="247"/>
                  </a:lnTo>
                  <a:lnTo>
                    <a:pt x="44" y="223"/>
                  </a:lnTo>
                  <a:lnTo>
                    <a:pt x="83" y="181"/>
                  </a:lnTo>
                  <a:lnTo>
                    <a:pt x="125" y="150"/>
                  </a:lnTo>
                  <a:lnTo>
                    <a:pt x="323" y="22"/>
                  </a:lnTo>
                  <a:lnTo>
                    <a:pt x="548" y="0"/>
                  </a:lnTo>
                  <a:lnTo>
                    <a:pt x="745" y="78"/>
                  </a:lnTo>
                  <a:lnTo>
                    <a:pt x="886" y="186"/>
                  </a:lnTo>
                  <a:lnTo>
                    <a:pt x="853" y="233"/>
                  </a:lnTo>
                  <a:lnTo>
                    <a:pt x="644" y="260"/>
                  </a:lnTo>
                  <a:lnTo>
                    <a:pt x="530" y="319"/>
                  </a:lnTo>
                  <a:lnTo>
                    <a:pt x="483" y="392"/>
                  </a:lnTo>
                  <a:lnTo>
                    <a:pt x="466" y="437"/>
                  </a:lnTo>
                  <a:lnTo>
                    <a:pt x="393" y="492"/>
                  </a:lnTo>
                  <a:lnTo>
                    <a:pt x="93" y="6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7326814" y="1838564"/>
              <a:ext cx="1074" cy="804"/>
            </a:xfrm>
            <a:custGeom>
              <a:avLst/>
              <a:pathLst>
                <a:path w="1074" h="804">
                  <a:moveTo>
                    <a:pt x="832" y="711"/>
                  </a:moveTo>
                  <a:lnTo>
                    <a:pt x="793" y="715"/>
                  </a:lnTo>
                  <a:lnTo>
                    <a:pt x="727" y="708"/>
                  </a:lnTo>
                  <a:lnTo>
                    <a:pt x="639" y="693"/>
                  </a:lnTo>
                  <a:lnTo>
                    <a:pt x="573" y="670"/>
                  </a:lnTo>
                  <a:lnTo>
                    <a:pt x="427" y="696"/>
                  </a:lnTo>
                  <a:lnTo>
                    <a:pt x="376" y="762"/>
                  </a:lnTo>
                  <a:lnTo>
                    <a:pt x="393" y="804"/>
                  </a:lnTo>
                  <a:lnTo>
                    <a:pt x="324" y="796"/>
                  </a:lnTo>
                  <a:lnTo>
                    <a:pt x="287" y="785"/>
                  </a:lnTo>
                  <a:lnTo>
                    <a:pt x="227" y="739"/>
                  </a:lnTo>
                  <a:lnTo>
                    <a:pt x="59" y="502"/>
                  </a:lnTo>
                  <a:lnTo>
                    <a:pt x="24" y="419"/>
                  </a:lnTo>
                  <a:lnTo>
                    <a:pt x="19" y="352"/>
                  </a:lnTo>
                  <a:lnTo>
                    <a:pt x="0" y="94"/>
                  </a:lnTo>
                  <a:lnTo>
                    <a:pt x="84" y="7"/>
                  </a:lnTo>
                  <a:lnTo>
                    <a:pt x="87" y="0"/>
                  </a:lnTo>
                  <a:lnTo>
                    <a:pt x="143" y="19"/>
                  </a:lnTo>
                  <a:lnTo>
                    <a:pt x="513" y="161"/>
                  </a:lnTo>
                  <a:lnTo>
                    <a:pt x="733" y="289"/>
                  </a:lnTo>
                  <a:lnTo>
                    <a:pt x="1026" y="607"/>
                  </a:lnTo>
                  <a:lnTo>
                    <a:pt x="1073" y="658"/>
                  </a:lnTo>
                  <a:lnTo>
                    <a:pt x="1074" y="671"/>
                  </a:lnTo>
                  <a:lnTo>
                    <a:pt x="906" y="706"/>
                  </a:lnTo>
                  <a:lnTo>
                    <a:pt x="832" y="7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7304453" y="1834729"/>
              <a:ext cx="973" cy="745"/>
            </a:xfrm>
            <a:custGeom>
              <a:avLst/>
              <a:pathLst>
                <a:path w="973" h="745">
                  <a:moveTo>
                    <a:pt x="921" y="440"/>
                  </a:moveTo>
                  <a:lnTo>
                    <a:pt x="969" y="628"/>
                  </a:lnTo>
                  <a:lnTo>
                    <a:pt x="973" y="649"/>
                  </a:lnTo>
                  <a:lnTo>
                    <a:pt x="939" y="664"/>
                  </a:lnTo>
                  <a:lnTo>
                    <a:pt x="926" y="667"/>
                  </a:lnTo>
                  <a:lnTo>
                    <a:pt x="759" y="703"/>
                  </a:lnTo>
                  <a:lnTo>
                    <a:pt x="566" y="744"/>
                  </a:lnTo>
                  <a:lnTo>
                    <a:pt x="425" y="745"/>
                  </a:lnTo>
                  <a:lnTo>
                    <a:pt x="355" y="705"/>
                  </a:lnTo>
                  <a:lnTo>
                    <a:pt x="368" y="678"/>
                  </a:lnTo>
                  <a:lnTo>
                    <a:pt x="382" y="649"/>
                  </a:lnTo>
                  <a:lnTo>
                    <a:pt x="381" y="583"/>
                  </a:lnTo>
                  <a:lnTo>
                    <a:pt x="314" y="500"/>
                  </a:lnTo>
                  <a:lnTo>
                    <a:pt x="266" y="485"/>
                  </a:lnTo>
                  <a:lnTo>
                    <a:pt x="10" y="591"/>
                  </a:lnTo>
                  <a:lnTo>
                    <a:pt x="6" y="576"/>
                  </a:lnTo>
                  <a:lnTo>
                    <a:pt x="0" y="203"/>
                  </a:lnTo>
                  <a:lnTo>
                    <a:pt x="0" y="118"/>
                  </a:lnTo>
                  <a:lnTo>
                    <a:pt x="93" y="58"/>
                  </a:lnTo>
                  <a:lnTo>
                    <a:pt x="279" y="1"/>
                  </a:lnTo>
                  <a:lnTo>
                    <a:pt x="460" y="0"/>
                  </a:lnTo>
                  <a:lnTo>
                    <a:pt x="730" y="125"/>
                  </a:lnTo>
                  <a:lnTo>
                    <a:pt x="796" y="177"/>
                  </a:lnTo>
                  <a:lnTo>
                    <a:pt x="803" y="184"/>
                  </a:lnTo>
                  <a:lnTo>
                    <a:pt x="921" y="44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7306228" y="1834612"/>
              <a:ext cx="712" cy="658"/>
            </a:xfrm>
            <a:custGeom>
              <a:avLst/>
              <a:pathLst>
                <a:path w="712" h="658">
                  <a:moveTo>
                    <a:pt x="712" y="537"/>
                  </a:moveTo>
                  <a:lnTo>
                    <a:pt x="700" y="627"/>
                  </a:lnTo>
                  <a:lnTo>
                    <a:pt x="653" y="658"/>
                  </a:lnTo>
                  <a:lnTo>
                    <a:pt x="630" y="651"/>
                  </a:lnTo>
                  <a:lnTo>
                    <a:pt x="442" y="555"/>
                  </a:lnTo>
                  <a:lnTo>
                    <a:pt x="113" y="506"/>
                  </a:lnTo>
                  <a:lnTo>
                    <a:pt x="94" y="493"/>
                  </a:lnTo>
                  <a:lnTo>
                    <a:pt x="0" y="347"/>
                  </a:lnTo>
                  <a:lnTo>
                    <a:pt x="10" y="217"/>
                  </a:lnTo>
                  <a:lnTo>
                    <a:pt x="17" y="201"/>
                  </a:lnTo>
                  <a:lnTo>
                    <a:pt x="76" y="147"/>
                  </a:lnTo>
                  <a:lnTo>
                    <a:pt x="231" y="9"/>
                  </a:lnTo>
                  <a:lnTo>
                    <a:pt x="266" y="0"/>
                  </a:lnTo>
                  <a:lnTo>
                    <a:pt x="423" y="10"/>
                  </a:lnTo>
                  <a:lnTo>
                    <a:pt x="439" y="19"/>
                  </a:lnTo>
                  <a:lnTo>
                    <a:pt x="650" y="272"/>
                  </a:lnTo>
                  <a:lnTo>
                    <a:pt x="686" y="349"/>
                  </a:lnTo>
                  <a:lnTo>
                    <a:pt x="712" y="5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7305584" y="1834421"/>
              <a:ext cx="353" cy="317"/>
            </a:xfrm>
            <a:custGeom>
              <a:avLst/>
              <a:pathLst>
                <a:path w="353" h="317">
                  <a:moveTo>
                    <a:pt x="238" y="272"/>
                  </a:moveTo>
                  <a:lnTo>
                    <a:pt x="197" y="291"/>
                  </a:lnTo>
                  <a:lnTo>
                    <a:pt x="190" y="297"/>
                  </a:lnTo>
                  <a:lnTo>
                    <a:pt x="177" y="297"/>
                  </a:lnTo>
                  <a:lnTo>
                    <a:pt x="162" y="298"/>
                  </a:lnTo>
                  <a:lnTo>
                    <a:pt x="151" y="302"/>
                  </a:lnTo>
                  <a:lnTo>
                    <a:pt x="145" y="299"/>
                  </a:lnTo>
                  <a:lnTo>
                    <a:pt x="141" y="273"/>
                  </a:lnTo>
                  <a:lnTo>
                    <a:pt x="130" y="260"/>
                  </a:lnTo>
                  <a:lnTo>
                    <a:pt x="125" y="259"/>
                  </a:lnTo>
                  <a:lnTo>
                    <a:pt x="110" y="262"/>
                  </a:lnTo>
                  <a:lnTo>
                    <a:pt x="106" y="269"/>
                  </a:lnTo>
                  <a:lnTo>
                    <a:pt x="96" y="272"/>
                  </a:lnTo>
                  <a:lnTo>
                    <a:pt x="81" y="279"/>
                  </a:lnTo>
                  <a:lnTo>
                    <a:pt x="76" y="295"/>
                  </a:lnTo>
                  <a:lnTo>
                    <a:pt x="76" y="302"/>
                  </a:lnTo>
                  <a:lnTo>
                    <a:pt x="72" y="306"/>
                  </a:lnTo>
                  <a:lnTo>
                    <a:pt x="67" y="304"/>
                  </a:lnTo>
                  <a:lnTo>
                    <a:pt x="60" y="303"/>
                  </a:lnTo>
                  <a:lnTo>
                    <a:pt x="53" y="312"/>
                  </a:lnTo>
                  <a:lnTo>
                    <a:pt x="36" y="314"/>
                  </a:lnTo>
                  <a:lnTo>
                    <a:pt x="25" y="317"/>
                  </a:lnTo>
                  <a:lnTo>
                    <a:pt x="2" y="311"/>
                  </a:lnTo>
                  <a:lnTo>
                    <a:pt x="0" y="301"/>
                  </a:lnTo>
                  <a:lnTo>
                    <a:pt x="1" y="292"/>
                  </a:lnTo>
                  <a:lnTo>
                    <a:pt x="8" y="289"/>
                  </a:lnTo>
                  <a:lnTo>
                    <a:pt x="7" y="284"/>
                  </a:lnTo>
                  <a:lnTo>
                    <a:pt x="8" y="275"/>
                  </a:lnTo>
                  <a:lnTo>
                    <a:pt x="14" y="266"/>
                  </a:lnTo>
                  <a:lnTo>
                    <a:pt x="22" y="246"/>
                  </a:lnTo>
                  <a:lnTo>
                    <a:pt x="24" y="231"/>
                  </a:lnTo>
                  <a:lnTo>
                    <a:pt x="23" y="214"/>
                  </a:lnTo>
                  <a:lnTo>
                    <a:pt x="26" y="202"/>
                  </a:lnTo>
                  <a:lnTo>
                    <a:pt x="28" y="189"/>
                  </a:lnTo>
                  <a:lnTo>
                    <a:pt x="42" y="188"/>
                  </a:lnTo>
                  <a:lnTo>
                    <a:pt x="45" y="170"/>
                  </a:lnTo>
                  <a:lnTo>
                    <a:pt x="46" y="156"/>
                  </a:lnTo>
                  <a:lnTo>
                    <a:pt x="22" y="114"/>
                  </a:lnTo>
                  <a:lnTo>
                    <a:pt x="15" y="101"/>
                  </a:lnTo>
                  <a:lnTo>
                    <a:pt x="11" y="90"/>
                  </a:lnTo>
                  <a:lnTo>
                    <a:pt x="14" y="74"/>
                  </a:lnTo>
                  <a:lnTo>
                    <a:pt x="20" y="63"/>
                  </a:lnTo>
                  <a:lnTo>
                    <a:pt x="46" y="51"/>
                  </a:lnTo>
                  <a:lnTo>
                    <a:pt x="63" y="44"/>
                  </a:lnTo>
                  <a:lnTo>
                    <a:pt x="94" y="34"/>
                  </a:lnTo>
                  <a:lnTo>
                    <a:pt x="109" y="31"/>
                  </a:lnTo>
                  <a:lnTo>
                    <a:pt x="116" y="30"/>
                  </a:lnTo>
                  <a:lnTo>
                    <a:pt x="149" y="33"/>
                  </a:lnTo>
                  <a:lnTo>
                    <a:pt x="190" y="34"/>
                  </a:lnTo>
                  <a:lnTo>
                    <a:pt x="229" y="15"/>
                  </a:lnTo>
                  <a:lnTo>
                    <a:pt x="239" y="1"/>
                  </a:lnTo>
                  <a:lnTo>
                    <a:pt x="245" y="0"/>
                  </a:lnTo>
                  <a:lnTo>
                    <a:pt x="249" y="0"/>
                  </a:lnTo>
                  <a:lnTo>
                    <a:pt x="254" y="3"/>
                  </a:lnTo>
                  <a:lnTo>
                    <a:pt x="259" y="7"/>
                  </a:lnTo>
                  <a:lnTo>
                    <a:pt x="270" y="10"/>
                  </a:lnTo>
                  <a:lnTo>
                    <a:pt x="275" y="13"/>
                  </a:lnTo>
                  <a:lnTo>
                    <a:pt x="283" y="19"/>
                  </a:lnTo>
                  <a:lnTo>
                    <a:pt x="287" y="23"/>
                  </a:lnTo>
                  <a:lnTo>
                    <a:pt x="291" y="28"/>
                  </a:lnTo>
                  <a:lnTo>
                    <a:pt x="304" y="32"/>
                  </a:lnTo>
                  <a:lnTo>
                    <a:pt x="319" y="39"/>
                  </a:lnTo>
                  <a:lnTo>
                    <a:pt x="329" y="48"/>
                  </a:lnTo>
                  <a:lnTo>
                    <a:pt x="335" y="57"/>
                  </a:lnTo>
                  <a:lnTo>
                    <a:pt x="341" y="86"/>
                  </a:lnTo>
                  <a:lnTo>
                    <a:pt x="348" y="115"/>
                  </a:lnTo>
                  <a:lnTo>
                    <a:pt x="353" y="155"/>
                  </a:lnTo>
                  <a:lnTo>
                    <a:pt x="350" y="179"/>
                  </a:lnTo>
                  <a:lnTo>
                    <a:pt x="342" y="202"/>
                  </a:lnTo>
                  <a:lnTo>
                    <a:pt x="322" y="226"/>
                  </a:lnTo>
                  <a:lnTo>
                    <a:pt x="302" y="243"/>
                  </a:lnTo>
                  <a:lnTo>
                    <a:pt x="275" y="255"/>
                  </a:lnTo>
                  <a:lnTo>
                    <a:pt x="264" y="260"/>
                  </a:lnTo>
                  <a:lnTo>
                    <a:pt x="238" y="2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7310007" y="1834767"/>
              <a:ext cx="464" cy="361"/>
            </a:xfrm>
            <a:custGeom>
              <a:avLst/>
              <a:pathLst>
                <a:path w="464" h="361">
                  <a:moveTo>
                    <a:pt x="354" y="358"/>
                  </a:moveTo>
                  <a:lnTo>
                    <a:pt x="325" y="361"/>
                  </a:lnTo>
                  <a:lnTo>
                    <a:pt x="198" y="318"/>
                  </a:lnTo>
                  <a:lnTo>
                    <a:pt x="0" y="178"/>
                  </a:lnTo>
                  <a:lnTo>
                    <a:pt x="26" y="136"/>
                  </a:lnTo>
                  <a:lnTo>
                    <a:pt x="35" y="123"/>
                  </a:lnTo>
                  <a:lnTo>
                    <a:pt x="60" y="96"/>
                  </a:lnTo>
                  <a:lnTo>
                    <a:pt x="353" y="0"/>
                  </a:lnTo>
                  <a:lnTo>
                    <a:pt x="464" y="62"/>
                  </a:lnTo>
                  <a:lnTo>
                    <a:pt x="432" y="271"/>
                  </a:lnTo>
                  <a:lnTo>
                    <a:pt x="412" y="306"/>
                  </a:lnTo>
                  <a:lnTo>
                    <a:pt x="354" y="3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7325149" y="1836945"/>
              <a:ext cx="451" cy="483"/>
            </a:xfrm>
            <a:custGeom>
              <a:avLst/>
              <a:pathLst>
                <a:path w="451" h="483">
                  <a:moveTo>
                    <a:pt x="184" y="482"/>
                  </a:moveTo>
                  <a:lnTo>
                    <a:pt x="106" y="479"/>
                  </a:lnTo>
                  <a:lnTo>
                    <a:pt x="24" y="311"/>
                  </a:lnTo>
                  <a:lnTo>
                    <a:pt x="0" y="187"/>
                  </a:lnTo>
                  <a:lnTo>
                    <a:pt x="192" y="1"/>
                  </a:lnTo>
                  <a:lnTo>
                    <a:pt x="196" y="0"/>
                  </a:lnTo>
                  <a:lnTo>
                    <a:pt x="260" y="20"/>
                  </a:lnTo>
                  <a:lnTo>
                    <a:pt x="445" y="260"/>
                  </a:lnTo>
                  <a:lnTo>
                    <a:pt x="451" y="285"/>
                  </a:lnTo>
                  <a:lnTo>
                    <a:pt x="433" y="311"/>
                  </a:lnTo>
                  <a:lnTo>
                    <a:pt x="226" y="465"/>
                  </a:lnTo>
                  <a:lnTo>
                    <a:pt x="192" y="483"/>
                  </a:lnTo>
                  <a:lnTo>
                    <a:pt x="184" y="4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7320119" y="1835808"/>
              <a:ext cx="299" cy="486"/>
            </a:xfrm>
            <a:custGeom>
              <a:avLst/>
              <a:pathLst>
                <a:path w="299" h="486">
                  <a:moveTo>
                    <a:pt x="154" y="484"/>
                  </a:moveTo>
                  <a:lnTo>
                    <a:pt x="136" y="486"/>
                  </a:lnTo>
                  <a:lnTo>
                    <a:pt x="130" y="484"/>
                  </a:lnTo>
                  <a:lnTo>
                    <a:pt x="0" y="375"/>
                  </a:lnTo>
                  <a:lnTo>
                    <a:pt x="68" y="271"/>
                  </a:lnTo>
                  <a:lnTo>
                    <a:pt x="43" y="150"/>
                  </a:lnTo>
                  <a:lnTo>
                    <a:pt x="168" y="35"/>
                  </a:lnTo>
                  <a:lnTo>
                    <a:pt x="255" y="0"/>
                  </a:lnTo>
                  <a:lnTo>
                    <a:pt x="289" y="0"/>
                  </a:lnTo>
                  <a:lnTo>
                    <a:pt x="299" y="13"/>
                  </a:lnTo>
                  <a:lnTo>
                    <a:pt x="213" y="416"/>
                  </a:lnTo>
                  <a:lnTo>
                    <a:pt x="201" y="437"/>
                  </a:lnTo>
                  <a:lnTo>
                    <a:pt x="154" y="4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7315792" y="1834646"/>
              <a:ext cx="1156" cy="701"/>
            </a:xfrm>
            <a:custGeom>
              <a:avLst/>
              <a:pathLst>
                <a:path w="1156" h="701">
                  <a:moveTo>
                    <a:pt x="274" y="0"/>
                  </a:moveTo>
                  <a:lnTo>
                    <a:pt x="334" y="40"/>
                  </a:lnTo>
                  <a:lnTo>
                    <a:pt x="794" y="99"/>
                  </a:lnTo>
                  <a:lnTo>
                    <a:pt x="1105" y="240"/>
                  </a:lnTo>
                  <a:lnTo>
                    <a:pt x="1145" y="282"/>
                  </a:lnTo>
                  <a:lnTo>
                    <a:pt x="1156" y="335"/>
                  </a:lnTo>
                  <a:lnTo>
                    <a:pt x="1138" y="538"/>
                  </a:lnTo>
                  <a:lnTo>
                    <a:pt x="1125" y="686"/>
                  </a:lnTo>
                  <a:lnTo>
                    <a:pt x="1078" y="701"/>
                  </a:lnTo>
                  <a:lnTo>
                    <a:pt x="987" y="694"/>
                  </a:lnTo>
                  <a:lnTo>
                    <a:pt x="476" y="564"/>
                  </a:lnTo>
                  <a:lnTo>
                    <a:pt x="32" y="302"/>
                  </a:lnTo>
                  <a:lnTo>
                    <a:pt x="9" y="280"/>
                  </a:lnTo>
                  <a:lnTo>
                    <a:pt x="0" y="260"/>
                  </a:lnTo>
                  <a:lnTo>
                    <a:pt x="7" y="250"/>
                  </a:lnTo>
                  <a:lnTo>
                    <a:pt x="122" y="103"/>
                  </a:lnTo>
                  <a:lnTo>
                    <a:pt x="274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7294533" y="1830953"/>
              <a:ext cx="532" cy="407"/>
            </a:xfrm>
            <a:custGeom>
              <a:avLst/>
              <a:pathLst>
                <a:path w="532" h="407">
                  <a:moveTo>
                    <a:pt x="257" y="393"/>
                  </a:moveTo>
                  <a:lnTo>
                    <a:pt x="190" y="407"/>
                  </a:lnTo>
                  <a:lnTo>
                    <a:pt x="0" y="284"/>
                  </a:lnTo>
                  <a:lnTo>
                    <a:pt x="1" y="269"/>
                  </a:lnTo>
                  <a:lnTo>
                    <a:pt x="58" y="212"/>
                  </a:lnTo>
                  <a:lnTo>
                    <a:pt x="404" y="0"/>
                  </a:lnTo>
                  <a:lnTo>
                    <a:pt x="495" y="33"/>
                  </a:lnTo>
                  <a:lnTo>
                    <a:pt x="532" y="46"/>
                  </a:lnTo>
                  <a:lnTo>
                    <a:pt x="417" y="275"/>
                  </a:lnTo>
                  <a:lnTo>
                    <a:pt x="393" y="306"/>
                  </a:lnTo>
                  <a:lnTo>
                    <a:pt x="257" y="3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7322106" y="1835520"/>
              <a:ext cx="652" cy="1146"/>
            </a:xfrm>
            <a:custGeom>
              <a:avLst/>
              <a:pathLst>
                <a:path w="652" h="1146">
                  <a:moveTo>
                    <a:pt x="519" y="58"/>
                  </a:moveTo>
                  <a:lnTo>
                    <a:pt x="546" y="187"/>
                  </a:lnTo>
                  <a:lnTo>
                    <a:pt x="623" y="681"/>
                  </a:lnTo>
                  <a:lnTo>
                    <a:pt x="648" y="937"/>
                  </a:lnTo>
                  <a:lnTo>
                    <a:pt x="652" y="984"/>
                  </a:lnTo>
                  <a:lnTo>
                    <a:pt x="641" y="1118"/>
                  </a:lnTo>
                  <a:lnTo>
                    <a:pt x="621" y="1146"/>
                  </a:lnTo>
                  <a:lnTo>
                    <a:pt x="406" y="1095"/>
                  </a:lnTo>
                  <a:lnTo>
                    <a:pt x="373" y="1073"/>
                  </a:lnTo>
                  <a:lnTo>
                    <a:pt x="266" y="763"/>
                  </a:lnTo>
                  <a:lnTo>
                    <a:pt x="234" y="688"/>
                  </a:lnTo>
                  <a:lnTo>
                    <a:pt x="114" y="407"/>
                  </a:lnTo>
                  <a:lnTo>
                    <a:pt x="54" y="312"/>
                  </a:lnTo>
                  <a:lnTo>
                    <a:pt x="0" y="225"/>
                  </a:lnTo>
                  <a:lnTo>
                    <a:pt x="88" y="0"/>
                  </a:lnTo>
                  <a:lnTo>
                    <a:pt x="129" y="10"/>
                  </a:lnTo>
                  <a:lnTo>
                    <a:pt x="179" y="50"/>
                  </a:lnTo>
                  <a:lnTo>
                    <a:pt x="332" y="51"/>
                  </a:lnTo>
                  <a:lnTo>
                    <a:pt x="513" y="52"/>
                  </a:lnTo>
                  <a:lnTo>
                    <a:pt x="519" y="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7317449" y="1834658"/>
              <a:ext cx="505" cy="424"/>
            </a:xfrm>
            <a:custGeom>
              <a:avLst/>
              <a:pathLst>
                <a:path w="505" h="424">
                  <a:moveTo>
                    <a:pt x="505" y="98"/>
                  </a:moveTo>
                  <a:lnTo>
                    <a:pt x="457" y="301"/>
                  </a:lnTo>
                  <a:lnTo>
                    <a:pt x="363" y="412"/>
                  </a:lnTo>
                  <a:lnTo>
                    <a:pt x="301" y="424"/>
                  </a:lnTo>
                  <a:lnTo>
                    <a:pt x="285" y="412"/>
                  </a:lnTo>
                  <a:lnTo>
                    <a:pt x="269" y="320"/>
                  </a:lnTo>
                  <a:lnTo>
                    <a:pt x="284" y="306"/>
                  </a:lnTo>
                  <a:lnTo>
                    <a:pt x="315" y="293"/>
                  </a:lnTo>
                  <a:lnTo>
                    <a:pt x="337" y="259"/>
                  </a:lnTo>
                  <a:lnTo>
                    <a:pt x="338" y="253"/>
                  </a:lnTo>
                  <a:lnTo>
                    <a:pt x="322" y="176"/>
                  </a:lnTo>
                  <a:lnTo>
                    <a:pt x="149" y="60"/>
                  </a:lnTo>
                  <a:lnTo>
                    <a:pt x="124" y="64"/>
                  </a:lnTo>
                  <a:lnTo>
                    <a:pt x="111" y="66"/>
                  </a:lnTo>
                  <a:lnTo>
                    <a:pt x="34" y="81"/>
                  </a:lnTo>
                  <a:lnTo>
                    <a:pt x="0" y="38"/>
                  </a:lnTo>
                  <a:lnTo>
                    <a:pt x="1" y="23"/>
                  </a:lnTo>
                  <a:lnTo>
                    <a:pt x="21" y="6"/>
                  </a:lnTo>
                  <a:lnTo>
                    <a:pt x="68" y="0"/>
                  </a:lnTo>
                  <a:lnTo>
                    <a:pt x="252" y="22"/>
                  </a:lnTo>
                  <a:lnTo>
                    <a:pt x="329" y="31"/>
                  </a:lnTo>
                  <a:lnTo>
                    <a:pt x="495" y="51"/>
                  </a:lnTo>
                  <a:lnTo>
                    <a:pt x="505" y="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7323501" y="1835641"/>
              <a:ext cx="802" cy="1257"/>
            </a:xfrm>
            <a:custGeom>
              <a:avLst/>
              <a:pathLst>
                <a:path w="802" h="1257">
                  <a:moveTo>
                    <a:pt x="671" y="1248"/>
                  </a:moveTo>
                  <a:lnTo>
                    <a:pt x="640" y="1257"/>
                  </a:lnTo>
                  <a:lnTo>
                    <a:pt x="634" y="1255"/>
                  </a:lnTo>
                  <a:lnTo>
                    <a:pt x="567" y="939"/>
                  </a:lnTo>
                  <a:lnTo>
                    <a:pt x="347" y="821"/>
                  </a:lnTo>
                  <a:lnTo>
                    <a:pt x="27" y="289"/>
                  </a:lnTo>
                  <a:lnTo>
                    <a:pt x="25" y="283"/>
                  </a:lnTo>
                  <a:lnTo>
                    <a:pt x="0" y="43"/>
                  </a:lnTo>
                  <a:lnTo>
                    <a:pt x="9" y="0"/>
                  </a:lnTo>
                  <a:lnTo>
                    <a:pt x="18" y="0"/>
                  </a:lnTo>
                  <a:lnTo>
                    <a:pt x="335" y="69"/>
                  </a:lnTo>
                  <a:lnTo>
                    <a:pt x="503" y="121"/>
                  </a:lnTo>
                  <a:lnTo>
                    <a:pt x="711" y="390"/>
                  </a:lnTo>
                  <a:lnTo>
                    <a:pt x="802" y="909"/>
                  </a:lnTo>
                  <a:lnTo>
                    <a:pt x="737" y="1199"/>
                  </a:lnTo>
                  <a:lnTo>
                    <a:pt x="701" y="1240"/>
                  </a:lnTo>
                  <a:lnTo>
                    <a:pt x="671" y="12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7307360" y="1832979"/>
              <a:ext cx="2384" cy="1513"/>
            </a:xfrm>
            <a:custGeom>
              <a:avLst/>
              <a:pathLst>
                <a:path w="2384" h="1513">
                  <a:moveTo>
                    <a:pt x="1788" y="357"/>
                  </a:moveTo>
                  <a:lnTo>
                    <a:pt x="1818" y="371"/>
                  </a:lnTo>
                  <a:lnTo>
                    <a:pt x="1930" y="360"/>
                  </a:lnTo>
                  <a:lnTo>
                    <a:pt x="1980" y="319"/>
                  </a:lnTo>
                  <a:lnTo>
                    <a:pt x="2187" y="271"/>
                  </a:lnTo>
                  <a:lnTo>
                    <a:pt x="2384" y="545"/>
                  </a:lnTo>
                  <a:lnTo>
                    <a:pt x="2372" y="752"/>
                  </a:lnTo>
                  <a:lnTo>
                    <a:pt x="2353" y="809"/>
                  </a:lnTo>
                  <a:lnTo>
                    <a:pt x="2322" y="845"/>
                  </a:lnTo>
                  <a:lnTo>
                    <a:pt x="2273" y="855"/>
                  </a:lnTo>
                  <a:lnTo>
                    <a:pt x="1979" y="872"/>
                  </a:lnTo>
                  <a:lnTo>
                    <a:pt x="1760" y="867"/>
                  </a:lnTo>
                  <a:lnTo>
                    <a:pt x="1561" y="884"/>
                  </a:lnTo>
                  <a:lnTo>
                    <a:pt x="1425" y="896"/>
                  </a:lnTo>
                  <a:lnTo>
                    <a:pt x="990" y="976"/>
                  </a:lnTo>
                  <a:lnTo>
                    <a:pt x="732" y="1096"/>
                  </a:lnTo>
                  <a:lnTo>
                    <a:pt x="684" y="1130"/>
                  </a:lnTo>
                  <a:lnTo>
                    <a:pt x="518" y="1287"/>
                  </a:lnTo>
                  <a:lnTo>
                    <a:pt x="450" y="1380"/>
                  </a:lnTo>
                  <a:lnTo>
                    <a:pt x="236" y="1500"/>
                  </a:lnTo>
                  <a:lnTo>
                    <a:pt x="97" y="1513"/>
                  </a:lnTo>
                  <a:lnTo>
                    <a:pt x="73" y="1482"/>
                  </a:lnTo>
                  <a:lnTo>
                    <a:pt x="0" y="1328"/>
                  </a:lnTo>
                  <a:lnTo>
                    <a:pt x="18" y="807"/>
                  </a:lnTo>
                  <a:lnTo>
                    <a:pt x="31" y="663"/>
                  </a:lnTo>
                  <a:lnTo>
                    <a:pt x="96" y="467"/>
                  </a:lnTo>
                  <a:lnTo>
                    <a:pt x="281" y="126"/>
                  </a:lnTo>
                  <a:lnTo>
                    <a:pt x="344" y="51"/>
                  </a:lnTo>
                  <a:lnTo>
                    <a:pt x="358" y="45"/>
                  </a:lnTo>
                  <a:lnTo>
                    <a:pt x="574" y="28"/>
                  </a:lnTo>
                  <a:lnTo>
                    <a:pt x="732" y="16"/>
                  </a:lnTo>
                  <a:lnTo>
                    <a:pt x="880" y="20"/>
                  </a:lnTo>
                  <a:lnTo>
                    <a:pt x="1737" y="0"/>
                  </a:lnTo>
                  <a:lnTo>
                    <a:pt x="1732" y="85"/>
                  </a:lnTo>
                  <a:lnTo>
                    <a:pt x="1747" y="218"/>
                  </a:lnTo>
                  <a:lnTo>
                    <a:pt x="1765" y="324"/>
                  </a:lnTo>
                  <a:lnTo>
                    <a:pt x="1788" y="35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7324634" y="1835630"/>
              <a:ext cx="449" cy="940"/>
            </a:xfrm>
            <a:custGeom>
              <a:avLst/>
              <a:pathLst>
                <a:path w="449" h="940">
                  <a:moveTo>
                    <a:pt x="385" y="940"/>
                  </a:moveTo>
                  <a:lnTo>
                    <a:pt x="220" y="940"/>
                  </a:lnTo>
                  <a:lnTo>
                    <a:pt x="211" y="935"/>
                  </a:lnTo>
                  <a:lnTo>
                    <a:pt x="20" y="643"/>
                  </a:lnTo>
                  <a:lnTo>
                    <a:pt x="0" y="386"/>
                  </a:lnTo>
                  <a:lnTo>
                    <a:pt x="15" y="343"/>
                  </a:lnTo>
                  <a:lnTo>
                    <a:pt x="41" y="272"/>
                  </a:lnTo>
                  <a:lnTo>
                    <a:pt x="102" y="174"/>
                  </a:lnTo>
                  <a:lnTo>
                    <a:pt x="148" y="100"/>
                  </a:lnTo>
                  <a:lnTo>
                    <a:pt x="288" y="65"/>
                  </a:lnTo>
                  <a:lnTo>
                    <a:pt x="304" y="55"/>
                  </a:lnTo>
                  <a:lnTo>
                    <a:pt x="318" y="34"/>
                  </a:lnTo>
                  <a:lnTo>
                    <a:pt x="363" y="13"/>
                  </a:lnTo>
                  <a:lnTo>
                    <a:pt x="384" y="0"/>
                  </a:lnTo>
                  <a:lnTo>
                    <a:pt x="402" y="39"/>
                  </a:lnTo>
                  <a:lnTo>
                    <a:pt x="404" y="223"/>
                  </a:lnTo>
                  <a:lnTo>
                    <a:pt x="339" y="408"/>
                  </a:lnTo>
                  <a:lnTo>
                    <a:pt x="367" y="659"/>
                  </a:lnTo>
                  <a:lnTo>
                    <a:pt x="427" y="736"/>
                  </a:lnTo>
                  <a:lnTo>
                    <a:pt x="449" y="801"/>
                  </a:lnTo>
                  <a:lnTo>
                    <a:pt x="433" y="916"/>
                  </a:lnTo>
                  <a:lnTo>
                    <a:pt x="424" y="934"/>
                  </a:lnTo>
                  <a:lnTo>
                    <a:pt x="385" y="94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7308195" y="1832863"/>
              <a:ext cx="5548" cy="2065"/>
            </a:xfrm>
            <a:custGeom>
              <a:avLst/>
              <a:pathLst>
                <a:path w="5548" h="2065">
                  <a:moveTo>
                    <a:pt x="5024" y="28"/>
                  </a:moveTo>
                  <a:lnTo>
                    <a:pt x="5128" y="475"/>
                  </a:lnTo>
                  <a:lnTo>
                    <a:pt x="5129" y="497"/>
                  </a:lnTo>
                  <a:lnTo>
                    <a:pt x="5115" y="557"/>
                  </a:lnTo>
                  <a:lnTo>
                    <a:pt x="5182" y="784"/>
                  </a:lnTo>
                  <a:lnTo>
                    <a:pt x="5205" y="863"/>
                  </a:lnTo>
                  <a:lnTo>
                    <a:pt x="5296" y="859"/>
                  </a:lnTo>
                  <a:lnTo>
                    <a:pt x="5542" y="964"/>
                  </a:lnTo>
                  <a:lnTo>
                    <a:pt x="5548" y="1152"/>
                  </a:lnTo>
                  <a:lnTo>
                    <a:pt x="5400" y="1319"/>
                  </a:lnTo>
                  <a:lnTo>
                    <a:pt x="5255" y="1462"/>
                  </a:lnTo>
                  <a:lnTo>
                    <a:pt x="5220" y="1514"/>
                  </a:lnTo>
                  <a:lnTo>
                    <a:pt x="5114" y="1667"/>
                  </a:lnTo>
                  <a:lnTo>
                    <a:pt x="5137" y="1682"/>
                  </a:lnTo>
                  <a:lnTo>
                    <a:pt x="5142" y="1690"/>
                  </a:lnTo>
                  <a:lnTo>
                    <a:pt x="5137" y="1706"/>
                  </a:lnTo>
                  <a:lnTo>
                    <a:pt x="5107" y="1768"/>
                  </a:lnTo>
                  <a:lnTo>
                    <a:pt x="5013" y="1953"/>
                  </a:lnTo>
                  <a:lnTo>
                    <a:pt x="4702" y="2062"/>
                  </a:lnTo>
                  <a:lnTo>
                    <a:pt x="4695" y="2065"/>
                  </a:lnTo>
                  <a:lnTo>
                    <a:pt x="4673" y="2055"/>
                  </a:lnTo>
                  <a:lnTo>
                    <a:pt x="4605" y="1810"/>
                  </a:lnTo>
                  <a:lnTo>
                    <a:pt x="4612" y="1760"/>
                  </a:lnTo>
                  <a:lnTo>
                    <a:pt x="4620" y="1718"/>
                  </a:lnTo>
                  <a:lnTo>
                    <a:pt x="4625" y="1692"/>
                  </a:lnTo>
                  <a:lnTo>
                    <a:pt x="4659" y="1642"/>
                  </a:lnTo>
                  <a:lnTo>
                    <a:pt x="4737" y="1593"/>
                  </a:lnTo>
                  <a:lnTo>
                    <a:pt x="4735" y="1561"/>
                  </a:lnTo>
                  <a:lnTo>
                    <a:pt x="4689" y="1429"/>
                  </a:lnTo>
                  <a:lnTo>
                    <a:pt x="4615" y="1395"/>
                  </a:lnTo>
                  <a:lnTo>
                    <a:pt x="4568" y="1379"/>
                  </a:lnTo>
                  <a:lnTo>
                    <a:pt x="4239" y="1268"/>
                  </a:lnTo>
                  <a:lnTo>
                    <a:pt x="4233" y="1283"/>
                  </a:lnTo>
                  <a:lnTo>
                    <a:pt x="4223" y="1295"/>
                  </a:lnTo>
                  <a:lnTo>
                    <a:pt x="4216" y="1297"/>
                  </a:lnTo>
                  <a:lnTo>
                    <a:pt x="4209" y="1303"/>
                  </a:lnTo>
                  <a:lnTo>
                    <a:pt x="4204" y="1304"/>
                  </a:lnTo>
                  <a:lnTo>
                    <a:pt x="4191" y="1297"/>
                  </a:lnTo>
                  <a:lnTo>
                    <a:pt x="4164" y="1294"/>
                  </a:lnTo>
                  <a:lnTo>
                    <a:pt x="4152" y="1285"/>
                  </a:lnTo>
                  <a:lnTo>
                    <a:pt x="4136" y="1281"/>
                  </a:lnTo>
                  <a:lnTo>
                    <a:pt x="4124" y="1276"/>
                  </a:lnTo>
                  <a:lnTo>
                    <a:pt x="4116" y="1275"/>
                  </a:lnTo>
                  <a:lnTo>
                    <a:pt x="4110" y="1270"/>
                  </a:lnTo>
                  <a:lnTo>
                    <a:pt x="4103" y="1269"/>
                  </a:lnTo>
                  <a:lnTo>
                    <a:pt x="4094" y="1274"/>
                  </a:lnTo>
                  <a:lnTo>
                    <a:pt x="4090" y="1278"/>
                  </a:lnTo>
                  <a:lnTo>
                    <a:pt x="4091" y="1283"/>
                  </a:lnTo>
                  <a:lnTo>
                    <a:pt x="4089" y="1287"/>
                  </a:lnTo>
                  <a:lnTo>
                    <a:pt x="4100" y="1303"/>
                  </a:lnTo>
                  <a:lnTo>
                    <a:pt x="4110" y="1310"/>
                  </a:lnTo>
                  <a:lnTo>
                    <a:pt x="4114" y="1316"/>
                  </a:lnTo>
                  <a:lnTo>
                    <a:pt x="4119" y="1318"/>
                  </a:lnTo>
                  <a:lnTo>
                    <a:pt x="4126" y="1318"/>
                  </a:lnTo>
                  <a:lnTo>
                    <a:pt x="4128" y="1314"/>
                  </a:lnTo>
                  <a:lnTo>
                    <a:pt x="4134" y="1317"/>
                  </a:lnTo>
                  <a:lnTo>
                    <a:pt x="4144" y="1322"/>
                  </a:lnTo>
                  <a:lnTo>
                    <a:pt x="4153" y="1324"/>
                  </a:lnTo>
                  <a:lnTo>
                    <a:pt x="4155" y="1328"/>
                  </a:lnTo>
                  <a:lnTo>
                    <a:pt x="4157" y="1334"/>
                  </a:lnTo>
                  <a:lnTo>
                    <a:pt x="4164" y="1332"/>
                  </a:lnTo>
                  <a:lnTo>
                    <a:pt x="4166" y="1340"/>
                  </a:lnTo>
                  <a:lnTo>
                    <a:pt x="4176" y="1349"/>
                  </a:lnTo>
                  <a:lnTo>
                    <a:pt x="4187" y="1353"/>
                  </a:lnTo>
                  <a:lnTo>
                    <a:pt x="4188" y="1361"/>
                  </a:lnTo>
                  <a:lnTo>
                    <a:pt x="4185" y="1372"/>
                  </a:lnTo>
                  <a:lnTo>
                    <a:pt x="4185" y="1379"/>
                  </a:lnTo>
                  <a:lnTo>
                    <a:pt x="4188" y="1386"/>
                  </a:lnTo>
                  <a:lnTo>
                    <a:pt x="4188" y="1392"/>
                  </a:lnTo>
                  <a:lnTo>
                    <a:pt x="4185" y="1397"/>
                  </a:lnTo>
                  <a:lnTo>
                    <a:pt x="4184" y="1404"/>
                  </a:lnTo>
                  <a:lnTo>
                    <a:pt x="4180" y="1408"/>
                  </a:lnTo>
                  <a:lnTo>
                    <a:pt x="4176" y="1411"/>
                  </a:lnTo>
                  <a:lnTo>
                    <a:pt x="4172" y="1414"/>
                  </a:lnTo>
                  <a:lnTo>
                    <a:pt x="4170" y="1420"/>
                  </a:lnTo>
                  <a:lnTo>
                    <a:pt x="4155" y="1428"/>
                  </a:lnTo>
                  <a:lnTo>
                    <a:pt x="4147" y="1429"/>
                  </a:lnTo>
                  <a:lnTo>
                    <a:pt x="4141" y="1428"/>
                  </a:lnTo>
                  <a:lnTo>
                    <a:pt x="4138" y="1424"/>
                  </a:lnTo>
                  <a:lnTo>
                    <a:pt x="4134" y="1425"/>
                  </a:lnTo>
                  <a:lnTo>
                    <a:pt x="4127" y="1429"/>
                  </a:lnTo>
                  <a:lnTo>
                    <a:pt x="4127" y="1434"/>
                  </a:lnTo>
                  <a:lnTo>
                    <a:pt x="4123" y="1438"/>
                  </a:lnTo>
                  <a:lnTo>
                    <a:pt x="4102" y="1446"/>
                  </a:lnTo>
                  <a:lnTo>
                    <a:pt x="4097" y="1449"/>
                  </a:lnTo>
                  <a:lnTo>
                    <a:pt x="4092" y="1448"/>
                  </a:lnTo>
                  <a:lnTo>
                    <a:pt x="4089" y="1459"/>
                  </a:lnTo>
                  <a:lnTo>
                    <a:pt x="4084" y="1458"/>
                  </a:lnTo>
                  <a:lnTo>
                    <a:pt x="4078" y="1474"/>
                  </a:lnTo>
                  <a:lnTo>
                    <a:pt x="4080" y="1482"/>
                  </a:lnTo>
                  <a:lnTo>
                    <a:pt x="4092" y="1497"/>
                  </a:lnTo>
                  <a:lnTo>
                    <a:pt x="4096" y="1499"/>
                  </a:lnTo>
                  <a:lnTo>
                    <a:pt x="4105" y="1500"/>
                  </a:lnTo>
                  <a:lnTo>
                    <a:pt x="4119" y="1499"/>
                  </a:lnTo>
                  <a:lnTo>
                    <a:pt x="4125" y="1501"/>
                  </a:lnTo>
                  <a:lnTo>
                    <a:pt x="4167" y="1506"/>
                  </a:lnTo>
                  <a:lnTo>
                    <a:pt x="4182" y="1512"/>
                  </a:lnTo>
                  <a:lnTo>
                    <a:pt x="4209" y="1525"/>
                  </a:lnTo>
                  <a:lnTo>
                    <a:pt x="4215" y="1525"/>
                  </a:lnTo>
                  <a:lnTo>
                    <a:pt x="4217" y="1532"/>
                  </a:lnTo>
                  <a:lnTo>
                    <a:pt x="4224" y="1534"/>
                  </a:lnTo>
                  <a:lnTo>
                    <a:pt x="4228" y="1537"/>
                  </a:lnTo>
                  <a:lnTo>
                    <a:pt x="4234" y="1540"/>
                  </a:lnTo>
                  <a:lnTo>
                    <a:pt x="4238" y="1544"/>
                  </a:lnTo>
                  <a:lnTo>
                    <a:pt x="4254" y="1554"/>
                  </a:lnTo>
                  <a:lnTo>
                    <a:pt x="4250" y="1572"/>
                  </a:lnTo>
                  <a:lnTo>
                    <a:pt x="4244" y="1578"/>
                  </a:lnTo>
                  <a:lnTo>
                    <a:pt x="4241" y="1586"/>
                  </a:lnTo>
                  <a:lnTo>
                    <a:pt x="4244" y="1592"/>
                  </a:lnTo>
                  <a:lnTo>
                    <a:pt x="4229" y="1664"/>
                  </a:lnTo>
                  <a:lnTo>
                    <a:pt x="4223" y="1691"/>
                  </a:lnTo>
                  <a:lnTo>
                    <a:pt x="4215" y="1703"/>
                  </a:lnTo>
                  <a:lnTo>
                    <a:pt x="4199" y="1716"/>
                  </a:lnTo>
                  <a:lnTo>
                    <a:pt x="4186" y="1724"/>
                  </a:lnTo>
                  <a:lnTo>
                    <a:pt x="4170" y="1732"/>
                  </a:lnTo>
                  <a:lnTo>
                    <a:pt x="4166" y="1734"/>
                  </a:lnTo>
                  <a:lnTo>
                    <a:pt x="4158" y="1744"/>
                  </a:lnTo>
                  <a:lnTo>
                    <a:pt x="4142" y="1754"/>
                  </a:lnTo>
                  <a:lnTo>
                    <a:pt x="4126" y="1755"/>
                  </a:lnTo>
                  <a:lnTo>
                    <a:pt x="4119" y="1759"/>
                  </a:lnTo>
                  <a:lnTo>
                    <a:pt x="4121" y="1776"/>
                  </a:lnTo>
                  <a:lnTo>
                    <a:pt x="4126" y="1797"/>
                  </a:lnTo>
                  <a:lnTo>
                    <a:pt x="4121" y="1807"/>
                  </a:lnTo>
                  <a:lnTo>
                    <a:pt x="4113" y="1804"/>
                  </a:lnTo>
                  <a:lnTo>
                    <a:pt x="4108" y="1790"/>
                  </a:lnTo>
                  <a:lnTo>
                    <a:pt x="4107" y="1780"/>
                  </a:lnTo>
                  <a:lnTo>
                    <a:pt x="4105" y="1765"/>
                  </a:lnTo>
                  <a:lnTo>
                    <a:pt x="4089" y="1760"/>
                  </a:lnTo>
                  <a:lnTo>
                    <a:pt x="4072" y="1769"/>
                  </a:lnTo>
                  <a:lnTo>
                    <a:pt x="4063" y="1779"/>
                  </a:lnTo>
                  <a:lnTo>
                    <a:pt x="4054" y="1791"/>
                  </a:lnTo>
                  <a:lnTo>
                    <a:pt x="4026" y="1788"/>
                  </a:lnTo>
                  <a:lnTo>
                    <a:pt x="3189" y="1529"/>
                  </a:lnTo>
                  <a:lnTo>
                    <a:pt x="3152" y="1548"/>
                  </a:lnTo>
                  <a:lnTo>
                    <a:pt x="3132" y="1555"/>
                  </a:lnTo>
                  <a:lnTo>
                    <a:pt x="2767" y="1684"/>
                  </a:lnTo>
                  <a:lnTo>
                    <a:pt x="2715" y="1703"/>
                  </a:lnTo>
                  <a:lnTo>
                    <a:pt x="2154" y="1832"/>
                  </a:lnTo>
                  <a:lnTo>
                    <a:pt x="2006" y="1815"/>
                  </a:lnTo>
                  <a:lnTo>
                    <a:pt x="1758" y="1600"/>
                  </a:lnTo>
                  <a:lnTo>
                    <a:pt x="1657" y="1456"/>
                  </a:lnTo>
                  <a:lnTo>
                    <a:pt x="1386" y="1399"/>
                  </a:lnTo>
                  <a:lnTo>
                    <a:pt x="1239" y="1537"/>
                  </a:lnTo>
                  <a:lnTo>
                    <a:pt x="1182" y="1591"/>
                  </a:lnTo>
                  <a:lnTo>
                    <a:pt x="1186" y="1623"/>
                  </a:lnTo>
                  <a:lnTo>
                    <a:pt x="1197" y="1701"/>
                  </a:lnTo>
                  <a:lnTo>
                    <a:pt x="1231" y="1780"/>
                  </a:lnTo>
                  <a:lnTo>
                    <a:pt x="1139" y="1853"/>
                  </a:lnTo>
                  <a:lnTo>
                    <a:pt x="1115" y="1860"/>
                  </a:lnTo>
                  <a:lnTo>
                    <a:pt x="1108" y="1861"/>
                  </a:lnTo>
                  <a:lnTo>
                    <a:pt x="1068" y="1846"/>
                  </a:lnTo>
                  <a:lnTo>
                    <a:pt x="1061" y="1843"/>
                  </a:lnTo>
                  <a:lnTo>
                    <a:pt x="997" y="1810"/>
                  </a:lnTo>
                  <a:lnTo>
                    <a:pt x="747" y="1714"/>
                  </a:lnTo>
                  <a:lnTo>
                    <a:pt x="687" y="1792"/>
                  </a:lnTo>
                  <a:lnTo>
                    <a:pt x="631" y="1866"/>
                  </a:lnTo>
                  <a:lnTo>
                    <a:pt x="565" y="1910"/>
                  </a:lnTo>
                  <a:lnTo>
                    <a:pt x="524" y="1937"/>
                  </a:lnTo>
                  <a:lnTo>
                    <a:pt x="415" y="1979"/>
                  </a:lnTo>
                  <a:lnTo>
                    <a:pt x="360" y="1983"/>
                  </a:lnTo>
                  <a:lnTo>
                    <a:pt x="289" y="1937"/>
                  </a:lnTo>
                  <a:lnTo>
                    <a:pt x="0" y="1589"/>
                  </a:lnTo>
                  <a:lnTo>
                    <a:pt x="40" y="1464"/>
                  </a:lnTo>
                  <a:lnTo>
                    <a:pt x="173" y="1359"/>
                  </a:lnTo>
                  <a:lnTo>
                    <a:pt x="464" y="1284"/>
                  </a:lnTo>
                  <a:lnTo>
                    <a:pt x="468" y="1308"/>
                  </a:lnTo>
                  <a:lnTo>
                    <a:pt x="586" y="1298"/>
                  </a:lnTo>
                  <a:lnTo>
                    <a:pt x="662" y="1291"/>
                  </a:lnTo>
                  <a:lnTo>
                    <a:pt x="1567" y="1066"/>
                  </a:lnTo>
                  <a:lnTo>
                    <a:pt x="1642" y="1039"/>
                  </a:lnTo>
                  <a:lnTo>
                    <a:pt x="1674" y="1017"/>
                  </a:lnTo>
                  <a:lnTo>
                    <a:pt x="1733" y="958"/>
                  </a:lnTo>
                  <a:lnTo>
                    <a:pt x="1643" y="902"/>
                  </a:lnTo>
                  <a:lnTo>
                    <a:pt x="1857" y="387"/>
                  </a:lnTo>
                  <a:lnTo>
                    <a:pt x="1960" y="330"/>
                  </a:lnTo>
                  <a:lnTo>
                    <a:pt x="2126" y="239"/>
                  </a:lnTo>
                  <a:lnTo>
                    <a:pt x="2270" y="160"/>
                  </a:lnTo>
                  <a:lnTo>
                    <a:pt x="2522" y="219"/>
                  </a:lnTo>
                  <a:lnTo>
                    <a:pt x="2532" y="222"/>
                  </a:lnTo>
                  <a:lnTo>
                    <a:pt x="2598" y="230"/>
                  </a:lnTo>
                  <a:lnTo>
                    <a:pt x="2749" y="251"/>
                  </a:lnTo>
                  <a:lnTo>
                    <a:pt x="2881" y="237"/>
                  </a:lnTo>
                  <a:lnTo>
                    <a:pt x="2999" y="178"/>
                  </a:lnTo>
                  <a:lnTo>
                    <a:pt x="3039" y="155"/>
                  </a:lnTo>
                  <a:lnTo>
                    <a:pt x="3129" y="131"/>
                  </a:lnTo>
                  <a:lnTo>
                    <a:pt x="3406" y="87"/>
                  </a:lnTo>
                  <a:lnTo>
                    <a:pt x="3854" y="75"/>
                  </a:lnTo>
                  <a:lnTo>
                    <a:pt x="3975" y="86"/>
                  </a:lnTo>
                  <a:lnTo>
                    <a:pt x="4018" y="127"/>
                  </a:lnTo>
                  <a:lnTo>
                    <a:pt x="4031" y="173"/>
                  </a:lnTo>
                  <a:lnTo>
                    <a:pt x="4043" y="188"/>
                  </a:lnTo>
                  <a:lnTo>
                    <a:pt x="4076" y="201"/>
                  </a:lnTo>
                  <a:lnTo>
                    <a:pt x="4349" y="125"/>
                  </a:lnTo>
                  <a:lnTo>
                    <a:pt x="4367" y="118"/>
                  </a:lnTo>
                  <a:lnTo>
                    <a:pt x="4604" y="21"/>
                  </a:lnTo>
                  <a:lnTo>
                    <a:pt x="4799" y="0"/>
                  </a:lnTo>
                  <a:lnTo>
                    <a:pt x="5024" y="2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7311382" y="1832443"/>
              <a:ext cx="655" cy="290"/>
            </a:xfrm>
            <a:custGeom>
              <a:avLst/>
              <a:pathLst>
                <a:path w="655" h="290">
                  <a:moveTo>
                    <a:pt x="601" y="158"/>
                  </a:moveTo>
                  <a:lnTo>
                    <a:pt x="422" y="218"/>
                  </a:lnTo>
                  <a:lnTo>
                    <a:pt x="163" y="290"/>
                  </a:lnTo>
                  <a:lnTo>
                    <a:pt x="26" y="257"/>
                  </a:lnTo>
                  <a:lnTo>
                    <a:pt x="0" y="216"/>
                  </a:lnTo>
                  <a:lnTo>
                    <a:pt x="1" y="127"/>
                  </a:lnTo>
                  <a:lnTo>
                    <a:pt x="37" y="110"/>
                  </a:lnTo>
                  <a:lnTo>
                    <a:pt x="125" y="117"/>
                  </a:lnTo>
                  <a:lnTo>
                    <a:pt x="179" y="130"/>
                  </a:lnTo>
                  <a:lnTo>
                    <a:pt x="227" y="161"/>
                  </a:lnTo>
                  <a:lnTo>
                    <a:pt x="246" y="173"/>
                  </a:lnTo>
                  <a:lnTo>
                    <a:pt x="342" y="156"/>
                  </a:lnTo>
                  <a:lnTo>
                    <a:pt x="484" y="104"/>
                  </a:lnTo>
                  <a:lnTo>
                    <a:pt x="640" y="0"/>
                  </a:lnTo>
                  <a:lnTo>
                    <a:pt x="645" y="1"/>
                  </a:lnTo>
                  <a:lnTo>
                    <a:pt x="650" y="34"/>
                  </a:lnTo>
                  <a:lnTo>
                    <a:pt x="654" y="57"/>
                  </a:lnTo>
                  <a:lnTo>
                    <a:pt x="655" y="63"/>
                  </a:lnTo>
                  <a:lnTo>
                    <a:pt x="601" y="1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7295734" y="1829831"/>
              <a:ext cx="1334" cy="2154"/>
            </a:xfrm>
            <a:custGeom>
              <a:avLst/>
              <a:pathLst>
                <a:path w="1334" h="2154">
                  <a:moveTo>
                    <a:pt x="1098" y="618"/>
                  </a:moveTo>
                  <a:lnTo>
                    <a:pt x="858" y="790"/>
                  </a:lnTo>
                  <a:lnTo>
                    <a:pt x="774" y="1030"/>
                  </a:lnTo>
                  <a:lnTo>
                    <a:pt x="709" y="1214"/>
                  </a:lnTo>
                  <a:lnTo>
                    <a:pt x="694" y="1466"/>
                  </a:lnTo>
                  <a:lnTo>
                    <a:pt x="687" y="1580"/>
                  </a:lnTo>
                  <a:lnTo>
                    <a:pt x="636" y="1783"/>
                  </a:lnTo>
                  <a:lnTo>
                    <a:pt x="509" y="1880"/>
                  </a:lnTo>
                  <a:lnTo>
                    <a:pt x="283" y="2053"/>
                  </a:lnTo>
                  <a:lnTo>
                    <a:pt x="228" y="2154"/>
                  </a:lnTo>
                  <a:lnTo>
                    <a:pt x="111" y="2078"/>
                  </a:lnTo>
                  <a:lnTo>
                    <a:pt x="0" y="1589"/>
                  </a:lnTo>
                  <a:lnTo>
                    <a:pt x="49" y="1548"/>
                  </a:lnTo>
                  <a:lnTo>
                    <a:pt x="99" y="1543"/>
                  </a:lnTo>
                  <a:lnTo>
                    <a:pt x="168" y="1510"/>
                  </a:lnTo>
                  <a:lnTo>
                    <a:pt x="176" y="1505"/>
                  </a:lnTo>
                  <a:lnTo>
                    <a:pt x="192" y="1486"/>
                  </a:lnTo>
                  <a:lnTo>
                    <a:pt x="197" y="1480"/>
                  </a:lnTo>
                  <a:lnTo>
                    <a:pt x="176" y="1288"/>
                  </a:lnTo>
                  <a:lnTo>
                    <a:pt x="454" y="1062"/>
                  </a:lnTo>
                  <a:lnTo>
                    <a:pt x="461" y="1051"/>
                  </a:lnTo>
                  <a:lnTo>
                    <a:pt x="398" y="784"/>
                  </a:lnTo>
                  <a:lnTo>
                    <a:pt x="348" y="768"/>
                  </a:lnTo>
                  <a:lnTo>
                    <a:pt x="343" y="754"/>
                  </a:lnTo>
                  <a:lnTo>
                    <a:pt x="342" y="728"/>
                  </a:lnTo>
                  <a:lnTo>
                    <a:pt x="345" y="710"/>
                  </a:lnTo>
                  <a:lnTo>
                    <a:pt x="411" y="552"/>
                  </a:lnTo>
                  <a:lnTo>
                    <a:pt x="466" y="500"/>
                  </a:lnTo>
                  <a:lnTo>
                    <a:pt x="582" y="430"/>
                  </a:lnTo>
                  <a:lnTo>
                    <a:pt x="639" y="445"/>
                  </a:lnTo>
                  <a:lnTo>
                    <a:pt x="655" y="496"/>
                  </a:lnTo>
                  <a:lnTo>
                    <a:pt x="725" y="569"/>
                  </a:lnTo>
                  <a:lnTo>
                    <a:pt x="758" y="575"/>
                  </a:lnTo>
                  <a:lnTo>
                    <a:pt x="825" y="565"/>
                  </a:lnTo>
                  <a:lnTo>
                    <a:pt x="827" y="561"/>
                  </a:lnTo>
                  <a:lnTo>
                    <a:pt x="852" y="510"/>
                  </a:lnTo>
                  <a:lnTo>
                    <a:pt x="935" y="176"/>
                  </a:lnTo>
                  <a:lnTo>
                    <a:pt x="984" y="45"/>
                  </a:lnTo>
                  <a:lnTo>
                    <a:pt x="1121" y="0"/>
                  </a:lnTo>
                  <a:lnTo>
                    <a:pt x="1299" y="39"/>
                  </a:lnTo>
                  <a:lnTo>
                    <a:pt x="1307" y="42"/>
                  </a:lnTo>
                  <a:lnTo>
                    <a:pt x="1312" y="46"/>
                  </a:lnTo>
                  <a:lnTo>
                    <a:pt x="1332" y="82"/>
                  </a:lnTo>
                  <a:lnTo>
                    <a:pt x="1334" y="132"/>
                  </a:lnTo>
                  <a:lnTo>
                    <a:pt x="1331" y="148"/>
                  </a:lnTo>
                  <a:lnTo>
                    <a:pt x="1212" y="559"/>
                  </a:lnTo>
                  <a:lnTo>
                    <a:pt x="1133" y="605"/>
                  </a:lnTo>
                  <a:lnTo>
                    <a:pt x="1098" y="61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7299551" y="1829835"/>
              <a:ext cx="7428" cy="4839"/>
            </a:xfrm>
            <a:custGeom>
              <a:avLst/>
              <a:pathLst>
                <a:path w="7428" h="4839">
                  <a:moveTo>
                    <a:pt x="5317" y="595"/>
                  </a:moveTo>
                  <a:lnTo>
                    <a:pt x="5436" y="690"/>
                  </a:lnTo>
                  <a:lnTo>
                    <a:pt x="5479" y="694"/>
                  </a:lnTo>
                  <a:lnTo>
                    <a:pt x="5521" y="684"/>
                  </a:lnTo>
                  <a:lnTo>
                    <a:pt x="5629" y="656"/>
                  </a:lnTo>
                  <a:lnTo>
                    <a:pt x="5634" y="654"/>
                  </a:lnTo>
                  <a:lnTo>
                    <a:pt x="5653" y="616"/>
                  </a:lnTo>
                  <a:lnTo>
                    <a:pt x="5649" y="575"/>
                  </a:lnTo>
                  <a:lnTo>
                    <a:pt x="5659" y="553"/>
                  </a:lnTo>
                  <a:lnTo>
                    <a:pt x="5728" y="487"/>
                  </a:lnTo>
                  <a:lnTo>
                    <a:pt x="5904" y="430"/>
                  </a:lnTo>
                  <a:lnTo>
                    <a:pt x="6182" y="386"/>
                  </a:lnTo>
                  <a:lnTo>
                    <a:pt x="6282" y="388"/>
                  </a:lnTo>
                  <a:lnTo>
                    <a:pt x="6479" y="404"/>
                  </a:lnTo>
                  <a:lnTo>
                    <a:pt x="6551" y="414"/>
                  </a:lnTo>
                  <a:lnTo>
                    <a:pt x="6756" y="531"/>
                  </a:lnTo>
                  <a:lnTo>
                    <a:pt x="6767" y="546"/>
                  </a:lnTo>
                  <a:lnTo>
                    <a:pt x="6762" y="580"/>
                  </a:lnTo>
                  <a:lnTo>
                    <a:pt x="6753" y="597"/>
                  </a:lnTo>
                  <a:lnTo>
                    <a:pt x="6696" y="623"/>
                  </a:lnTo>
                  <a:lnTo>
                    <a:pt x="6628" y="642"/>
                  </a:lnTo>
                  <a:lnTo>
                    <a:pt x="6568" y="651"/>
                  </a:lnTo>
                  <a:lnTo>
                    <a:pt x="6504" y="679"/>
                  </a:lnTo>
                  <a:lnTo>
                    <a:pt x="6479" y="714"/>
                  </a:lnTo>
                  <a:lnTo>
                    <a:pt x="6470" y="741"/>
                  </a:lnTo>
                  <a:lnTo>
                    <a:pt x="6466" y="899"/>
                  </a:lnTo>
                  <a:lnTo>
                    <a:pt x="6526" y="1136"/>
                  </a:lnTo>
                  <a:lnTo>
                    <a:pt x="6555" y="1192"/>
                  </a:lnTo>
                  <a:lnTo>
                    <a:pt x="6686" y="1386"/>
                  </a:lnTo>
                  <a:lnTo>
                    <a:pt x="6862" y="1580"/>
                  </a:lnTo>
                  <a:lnTo>
                    <a:pt x="6963" y="1650"/>
                  </a:lnTo>
                  <a:lnTo>
                    <a:pt x="7113" y="1694"/>
                  </a:lnTo>
                  <a:lnTo>
                    <a:pt x="7136" y="1694"/>
                  </a:lnTo>
                  <a:lnTo>
                    <a:pt x="7148" y="1690"/>
                  </a:lnTo>
                  <a:lnTo>
                    <a:pt x="7189" y="1677"/>
                  </a:lnTo>
                  <a:lnTo>
                    <a:pt x="7283" y="1620"/>
                  </a:lnTo>
                  <a:lnTo>
                    <a:pt x="7309" y="1574"/>
                  </a:lnTo>
                  <a:lnTo>
                    <a:pt x="7312" y="1533"/>
                  </a:lnTo>
                  <a:lnTo>
                    <a:pt x="7334" y="1513"/>
                  </a:lnTo>
                  <a:lnTo>
                    <a:pt x="7341" y="1510"/>
                  </a:lnTo>
                  <a:lnTo>
                    <a:pt x="7375" y="1508"/>
                  </a:lnTo>
                  <a:lnTo>
                    <a:pt x="7428" y="1572"/>
                  </a:lnTo>
                  <a:lnTo>
                    <a:pt x="7422" y="1714"/>
                  </a:lnTo>
                  <a:lnTo>
                    <a:pt x="7187" y="1921"/>
                  </a:lnTo>
                  <a:lnTo>
                    <a:pt x="7088" y="1990"/>
                  </a:lnTo>
                  <a:lnTo>
                    <a:pt x="6727" y="2156"/>
                  </a:lnTo>
                  <a:lnTo>
                    <a:pt x="6692" y="2153"/>
                  </a:lnTo>
                  <a:lnTo>
                    <a:pt x="6694" y="2109"/>
                  </a:lnTo>
                  <a:lnTo>
                    <a:pt x="6665" y="2087"/>
                  </a:lnTo>
                  <a:lnTo>
                    <a:pt x="6516" y="2247"/>
                  </a:lnTo>
                  <a:lnTo>
                    <a:pt x="6926" y="2917"/>
                  </a:lnTo>
                  <a:lnTo>
                    <a:pt x="7038" y="2855"/>
                  </a:lnTo>
                  <a:lnTo>
                    <a:pt x="7108" y="2908"/>
                  </a:lnTo>
                  <a:lnTo>
                    <a:pt x="7128" y="2943"/>
                  </a:lnTo>
                  <a:lnTo>
                    <a:pt x="7100" y="3008"/>
                  </a:lnTo>
                  <a:lnTo>
                    <a:pt x="7027" y="3177"/>
                  </a:lnTo>
                  <a:lnTo>
                    <a:pt x="6988" y="3224"/>
                  </a:lnTo>
                  <a:lnTo>
                    <a:pt x="6980" y="3231"/>
                  </a:lnTo>
                  <a:lnTo>
                    <a:pt x="6956" y="3255"/>
                  </a:lnTo>
                  <a:lnTo>
                    <a:pt x="6928" y="3254"/>
                  </a:lnTo>
                  <a:lnTo>
                    <a:pt x="6891" y="3253"/>
                  </a:lnTo>
                  <a:lnTo>
                    <a:pt x="6857" y="3279"/>
                  </a:lnTo>
                  <a:lnTo>
                    <a:pt x="6771" y="3581"/>
                  </a:lnTo>
                  <a:lnTo>
                    <a:pt x="6730" y="4066"/>
                  </a:lnTo>
                  <a:lnTo>
                    <a:pt x="6742" y="4274"/>
                  </a:lnTo>
                  <a:lnTo>
                    <a:pt x="6836" y="4717"/>
                  </a:lnTo>
                  <a:lnTo>
                    <a:pt x="6822" y="4744"/>
                  </a:lnTo>
                  <a:lnTo>
                    <a:pt x="6676" y="4806"/>
                  </a:lnTo>
                  <a:lnTo>
                    <a:pt x="6533" y="4839"/>
                  </a:lnTo>
                  <a:lnTo>
                    <a:pt x="6516" y="4832"/>
                  </a:lnTo>
                  <a:lnTo>
                    <a:pt x="6448" y="4769"/>
                  </a:lnTo>
                  <a:lnTo>
                    <a:pt x="6435" y="4680"/>
                  </a:lnTo>
                  <a:lnTo>
                    <a:pt x="6408" y="4600"/>
                  </a:lnTo>
                  <a:lnTo>
                    <a:pt x="6387" y="4571"/>
                  </a:lnTo>
                  <a:lnTo>
                    <a:pt x="6367" y="4559"/>
                  </a:lnTo>
                  <a:lnTo>
                    <a:pt x="6283" y="4545"/>
                  </a:lnTo>
                  <a:lnTo>
                    <a:pt x="6215" y="4543"/>
                  </a:lnTo>
                  <a:lnTo>
                    <a:pt x="6183" y="4551"/>
                  </a:lnTo>
                  <a:lnTo>
                    <a:pt x="6025" y="4588"/>
                  </a:lnTo>
                  <a:lnTo>
                    <a:pt x="5960" y="4597"/>
                  </a:lnTo>
                  <a:lnTo>
                    <a:pt x="5840" y="4613"/>
                  </a:lnTo>
                  <a:lnTo>
                    <a:pt x="5788" y="4469"/>
                  </a:lnTo>
                  <a:lnTo>
                    <a:pt x="5739" y="4412"/>
                  </a:lnTo>
                  <a:lnTo>
                    <a:pt x="5480" y="4258"/>
                  </a:lnTo>
                  <a:lnTo>
                    <a:pt x="5411" y="4232"/>
                  </a:lnTo>
                  <a:lnTo>
                    <a:pt x="5110" y="4213"/>
                  </a:lnTo>
                  <a:lnTo>
                    <a:pt x="4940" y="4203"/>
                  </a:lnTo>
                  <a:lnTo>
                    <a:pt x="4347" y="4165"/>
                  </a:lnTo>
                  <a:lnTo>
                    <a:pt x="4301" y="4168"/>
                  </a:lnTo>
                  <a:lnTo>
                    <a:pt x="4281" y="4168"/>
                  </a:lnTo>
                  <a:lnTo>
                    <a:pt x="3860" y="4048"/>
                  </a:lnTo>
                  <a:lnTo>
                    <a:pt x="3515" y="3911"/>
                  </a:lnTo>
                  <a:lnTo>
                    <a:pt x="3447" y="3930"/>
                  </a:lnTo>
                  <a:lnTo>
                    <a:pt x="3228" y="3827"/>
                  </a:lnTo>
                  <a:lnTo>
                    <a:pt x="3093" y="3750"/>
                  </a:lnTo>
                  <a:lnTo>
                    <a:pt x="2384" y="3144"/>
                  </a:lnTo>
                  <a:lnTo>
                    <a:pt x="1956" y="2842"/>
                  </a:lnTo>
                  <a:lnTo>
                    <a:pt x="1819" y="2842"/>
                  </a:lnTo>
                  <a:lnTo>
                    <a:pt x="1229" y="2649"/>
                  </a:lnTo>
                  <a:lnTo>
                    <a:pt x="1128" y="2567"/>
                  </a:lnTo>
                  <a:lnTo>
                    <a:pt x="1106" y="2542"/>
                  </a:lnTo>
                  <a:lnTo>
                    <a:pt x="1052" y="2502"/>
                  </a:lnTo>
                  <a:lnTo>
                    <a:pt x="1037" y="2483"/>
                  </a:lnTo>
                  <a:lnTo>
                    <a:pt x="1039" y="2466"/>
                  </a:lnTo>
                  <a:lnTo>
                    <a:pt x="1032" y="2447"/>
                  </a:lnTo>
                  <a:lnTo>
                    <a:pt x="874" y="2345"/>
                  </a:lnTo>
                  <a:lnTo>
                    <a:pt x="845" y="2319"/>
                  </a:lnTo>
                  <a:lnTo>
                    <a:pt x="920" y="2247"/>
                  </a:lnTo>
                  <a:lnTo>
                    <a:pt x="942" y="2208"/>
                  </a:lnTo>
                  <a:lnTo>
                    <a:pt x="896" y="2192"/>
                  </a:lnTo>
                  <a:lnTo>
                    <a:pt x="865" y="2195"/>
                  </a:lnTo>
                  <a:lnTo>
                    <a:pt x="856" y="2209"/>
                  </a:lnTo>
                  <a:lnTo>
                    <a:pt x="826" y="2252"/>
                  </a:lnTo>
                  <a:lnTo>
                    <a:pt x="787" y="2272"/>
                  </a:lnTo>
                  <a:lnTo>
                    <a:pt x="605" y="2262"/>
                  </a:lnTo>
                  <a:lnTo>
                    <a:pt x="406" y="2170"/>
                  </a:lnTo>
                  <a:lnTo>
                    <a:pt x="352" y="2144"/>
                  </a:lnTo>
                  <a:lnTo>
                    <a:pt x="206" y="2037"/>
                  </a:lnTo>
                  <a:lnTo>
                    <a:pt x="15" y="1818"/>
                  </a:lnTo>
                  <a:lnTo>
                    <a:pt x="0" y="1787"/>
                  </a:lnTo>
                  <a:lnTo>
                    <a:pt x="26" y="1752"/>
                  </a:lnTo>
                  <a:lnTo>
                    <a:pt x="55" y="1734"/>
                  </a:lnTo>
                  <a:lnTo>
                    <a:pt x="203" y="1694"/>
                  </a:lnTo>
                  <a:lnTo>
                    <a:pt x="308" y="1710"/>
                  </a:lnTo>
                  <a:lnTo>
                    <a:pt x="620" y="1759"/>
                  </a:lnTo>
                  <a:lnTo>
                    <a:pt x="758" y="1780"/>
                  </a:lnTo>
                  <a:lnTo>
                    <a:pt x="746" y="1746"/>
                  </a:lnTo>
                  <a:lnTo>
                    <a:pt x="682" y="1631"/>
                  </a:lnTo>
                  <a:lnTo>
                    <a:pt x="675" y="1577"/>
                  </a:lnTo>
                  <a:lnTo>
                    <a:pt x="723" y="1553"/>
                  </a:lnTo>
                  <a:lnTo>
                    <a:pt x="780" y="1545"/>
                  </a:lnTo>
                  <a:lnTo>
                    <a:pt x="854" y="1592"/>
                  </a:lnTo>
                  <a:lnTo>
                    <a:pt x="948" y="1624"/>
                  </a:lnTo>
                  <a:lnTo>
                    <a:pt x="1508" y="1665"/>
                  </a:lnTo>
                  <a:lnTo>
                    <a:pt x="1694" y="1681"/>
                  </a:lnTo>
                  <a:lnTo>
                    <a:pt x="1740" y="1702"/>
                  </a:lnTo>
                  <a:lnTo>
                    <a:pt x="1745" y="1749"/>
                  </a:lnTo>
                  <a:lnTo>
                    <a:pt x="1758" y="1770"/>
                  </a:lnTo>
                  <a:lnTo>
                    <a:pt x="1811" y="1710"/>
                  </a:lnTo>
                  <a:lnTo>
                    <a:pt x="1864" y="1691"/>
                  </a:lnTo>
                  <a:lnTo>
                    <a:pt x="1883" y="1698"/>
                  </a:lnTo>
                  <a:lnTo>
                    <a:pt x="1912" y="1708"/>
                  </a:lnTo>
                  <a:lnTo>
                    <a:pt x="1942" y="1717"/>
                  </a:lnTo>
                  <a:lnTo>
                    <a:pt x="2077" y="1652"/>
                  </a:lnTo>
                  <a:lnTo>
                    <a:pt x="2137" y="1626"/>
                  </a:lnTo>
                  <a:lnTo>
                    <a:pt x="2146" y="1603"/>
                  </a:lnTo>
                  <a:lnTo>
                    <a:pt x="2107" y="1564"/>
                  </a:lnTo>
                  <a:lnTo>
                    <a:pt x="2068" y="1529"/>
                  </a:lnTo>
                  <a:lnTo>
                    <a:pt x="2285" y="1332"/>
                  </a:lnTo>
                  <a:lnTo>
                    <a:pt x="2403" y="1226"/>
                  </a:lnTo>
                  <a:lnTo>
                    <a:pt x="2452" y="1182"/>
                  </a:lnTo>
                  <a:lnTo>
                    <a:pt x="2535" y="1106"/>
                  </a:lnTo>
                  <a:lnTo>
                    <a:pt x="2601" y="1079"/>
                  </a:lnTo>
                  <a:lnTo>
                    <a:pt x="2644" y="1089"/>
                  </a:lnTo>
                  <a:lnTo>
                    <a:pt x="2765" y="1118"/>
                  </a:lnTo>
                  <a:lnTo>
                    <a:pt x="3148" y="1210"/>
                  </a:lnTo>
                  <a:lnTo>
                    <a:pt x="3457" y="1198"/>
                  </a:lnTo>
                  <a:lnTo>
                    <a:pt x="3511" y="1196"/>
                  </a:lnTo>
                  <a:lnTo>
                    <a:pt x="3651" y="1108"/>
                  </a:lnTo>
                  <a:lnTo>
                    <a:pt x="3696" y="1075"/>
                  </a:lnTo>
                  <a:lnTo>
                    <a:pt x="3721" y="1060"/>
                  </a:lnTo>
                  <a:lnTo>
                    <a:pt x="3770" y="1059"/>
                  </a:lnTo>
                  <a:lnTo>
                    <a:pt x="3824" y="1087"/>
                  </a:lnTo>
                  <a:lnTo>
                    <a:pt x="3843" y="1090"/>
                  </a:lnTo>
                  <a:lnTo>
                    <a:pt x="3867" y="1086"/>
                  </a:lnTo>
                  <a:lnTo>
                    <a:pt x="3930" y="1047"/>
                  </a:lnTo>
                  <a:lnTo>
                    <a:pt x="3959" y="1037"/>
                  </a:lnTo>
                  <a:lnTo>
                    <a:pt x="3975" y="1012"/>
                  </a:lnTo>
                  <a:lnTo>
                    <a:pt x="3983" y="921"/>
                  </a:lnTo>
                  <a:lnTo>
                    <a:pt x="3951" y="849"/>
                  </a:lnTo>
                  <a:lnTo>
                    <a:pt x="3968" y="823"/>
                  </a:lnTo>
                  <a:lnTo>
                    <a:pt x="4052" y="751"/>
                  </a:lnTo>
                  <a:lnTo>
                    <a:pt x="4371" y="487"/>
                  </a:lnTo>
                  <a:lnTo>
                    <a:pt x="4435" y="435"/>
                  </a:lnTo>
                  <a:lnTo>
                    <a:pt x="4531" y="361"/>
                  </a:lnTo>
                  <a:lnTo>
                    <a:pt x="4586" y="314"/>
                  </a:lnTo>
                  <a:lnTo>
                    <a:pt x="4805" y="126"/>
                  </a:lnTo>
                  <a:lnTo>
                    <a:pt x="4868" y="0"/>
                  </a:lnTo>
                  <a:lnTo>
                    <a:pt x="4916" y="8"/>
                  </a:lnTo>
                  <a:lnTo>
                    <a:pt x="5020" y="117"/>
                  </a:lnTo>
                  <a:lnTo>
                    <a:pt x="5103" y="206"/>
                  </a:lnTo>
                  <a:lnTo>
                    <a:pt x="5304" y="570"/>
                  </a:lnTo>
                  <a:lnTo>
                    <a:pt x="5317" y="5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7315569" y="1826821"/>
              <a:ext cx="388" cy="291"/>
            </a:xfrm>
            <a:custGeom>
              <a:avLst/>
              <a:pathLst>
                <a:path w="388" h="291">
                  <a:moveTo>
                    <a:pt x="244" y="291"/>
                  </a:moveTo>
                  <a:lnTo>
                    <a:pt x="109" y="269"/>
                  </a:lnTo>
                  <a:lnTo>
                    <a:pt x="48" y="253"/>
                  </a:lnTo>
                  <a:lnTo>
                    <a:pt x="32" y="236"/>
                  </a:lnTo>
                  <a:lnTo>
                    <a:pt x="0" y="104"/>
                  </a:lnTo>
                  <a:lnTo>
                    <a:pt x="1" y="81"/>
                  </a:lnTo>
                  <a:lnTo>
                    <a:pt x="26" y="61"/>
                  </a:lnTo>
                  <a:lnTo>
                    <a:pt x="55" y="58"/>
                  </a:lnTo>
                  <a:lnTo>
                    <a:pt x="370" y="0"/>
                  </a:lnTo>
                  <a:lnTo>
                    <a:pt x="388" y="58"/>
                  </a:lnTo>
                  <a:lnTo>
                    <a:pt x="340" y="203"/>
                  </a:lnTo>
                  <a:lnTo>
                    <a:pt x="310" y="266"/>
                  </a:lnTo>
                  <a:lnTo>
                    <a:pt x="244" y="29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7314905" y="1825543"/>
              <a:ext cx="1394" cy="1139"/>
            </a:xfrm>
            <a:custGeom>
              <a:avLst/>
              <a:pathLst>
                <a:path w="1394" h="1139">
                  <a:moveTo>
                    <a:pt x="1098" y="798"/>
                  </a:moveTo>
                  <a:lnTo>
                    <a:pt x="1100" y="804"/>
                  </a:lnTo>
                  <a:lnTo>
                    <a:pt x="1109" y="831"/>
                  </a:lnTo>
                  <a:lnTo>
                    <a:pt x="1113" y="844"/>
                  </a:lnTo>
                  <a:lnTo>
                    <a:pt x="1132" y="852"/>
                  </a:lnTo>
                  <a:lnTo>
                    <a:pt x="1150" y="859"/>
                  </a:lnTo>
                  <a:lnTo>
                    <a:pt x="1199" y="881"/>
                  </a:lnTo>
                  <a:lnTo>
                    <a:pt x="1206" y="884"/>
                  </a:lnTo>
                  <a:lnTo>
                    <a:pt x="1219" y="884"/>
                  </a:lnTo>
                  <a:lnTo>
                    <a:pt x="1241" y="883"/>
                  </a:lnTo>
                  <a:lnTo>
                    <a:pt x="1263" y="883"/>
                  </a:lnTo>
                  <a:lnTo>
                    <a:pt x="1297" y="876"/>
                  </a:lnTo>
                  <a:lnTo>
                    <a:pt x="1303" y="876"/>
                  </a:lnTo>
                  <a:lnTo>
                    <a:pt x="1323" y="884"/>
                  </a:lnTo>
                  <a:lnTo>
                    <a:pt x="1332" y="887"/>
                  </a:lnTo>
                  <a:lnTo>
                    <a:pt x="1340" y="899"/>
                  </a:lnTo>
                  <a:lnTo>
                    <a:pt x="1350" y="912"/>
                  </a:lnTo>
                  <a:lnTo>
                    <a:pt x="1394" y="972"/>
                  </a:lnTo>
                  <a:lnTo>
                    <a:pt x="1391" y="983"/>
                  </a:lnTo>
                  <a:lnTo>
                    <a:pt x="1357" y="1006"/>
                  </a:lnTo>
                  <a:lnTo>
                    <a:pt x="1156" y="1139"/>
                  </a:lnTo>
                  <a:lnTo>
                    <a:pt x="1034" y="1113"/>
                  </a:lnTo>
                  <a:lnTo>
                    <a:pt x="1031" y="1110"/>
                  </a:lnTo>
                  <a:lnTo>
                    <a:pt x="927" y="1013"/>
                  </a:lnTo>
                  <a:lnTo>
                    <a:pt x="896" y="985"/>
                  </a:lnTo>
                  <a:lnTo>
                    <a:pt x="873" y="958"/>
                  </a:lnTo>
                  <a:lnTo>
                    <a:pt x="740" y="1069"/>
                  </a:lnTo>
                  <a:lnTo>
                    <a:pt x="722" y="1062"/>
                  </a:lnTo>
                  <a:lnTo>
                    <a:pt x="469" y="801"/>
                  </a:lnTo>
                  <a:lnTo>
                    <a:pt x="347" y="675"/>
                  </a:lnTo>
                  <a:lnTo>
                    <a:pt x="223" y="762"/>
                  </a:lnTo>
                  <a:lnTo>
                    <a:pt x="165" y="789"/>
                  </a:lnTo>
                  <a:lnTo>
                    <a:pt x="77" y="793"/>
                  </a:lnTo>
                  <a:lnTo>
                    <a:pt x="0" y="677"/>
                  </a:lnTo>
                  <a:lnTo>
                    <a:pt x="0" y="622"/>
                  </a:lnTo>
                  <a:lnTo>
                    <a:pt x="41" y="601"/>
                  </a:lnTo>
                  <a:lnTo>
                    <a:pt x="118" y="609"/>
                  </a:lnTo>
                  <a:lnTo>
                    <a:pt x="135" y="611"/>
                  </a:lnTo>
                  <a:lnTo>
                    <a:pt x="266" y="606"/>
                  </a:lnTo>
                  <a:lnTo>
                    <a:pt x="335" y="604"/>
                  </a:lnTo>
                  <a:lnTo>
                    <a:pt x="396" y="559"/>
                  </a:lnTo>
                  <a:lnTo>
                    <a:pt x="402" y="553"/>
                  </a:lnTo>
                  <a:lnTo>
                    <a:pt x="399" y="385"/>
                  </a:lnTo>
                  <a:lnTo>
                    <a:pt x="518" y="231"/>
                  </a:lnTo>
                  <a:lnTo>
                    <a:pt x="595" y="132"/>
                  </a:lnTo>
                  <a:lnTo>
                    <a:pt x="686" y="14"/>
                  </a:lnTo>
                  <a:lnTo>
                    <a:pt x="698" y="0"/>
                  </a:lnTo>
                  <a:lnTo>
                    <a:pt x="748" y="20"/>
                  </a:lnTo>
                  <a:lnTo>
                    <a:pt x="756" y="26"/>
                  </a:lnTo>
                  <a:lnTo>
                    <a:pt x="891" y="127"/>
                  </a:lnTo>
                  <a:lnTo>
                    <a:pt x="967" y="183"/>
                  </a:lnTo>
                  <a:lnTo>
                    <a:pt x="957" y="206"/>
                  </a:lnTo>
                  <a:lnTo>
                    <a:pt x="894" y="255"/>
                  </a:lnTo>
                  <a:lnTo>
                    <a:pt x="859" y="325"/>
                  </a:lnTo>
                  <a:lnTo>
                    <a:pt x="858" y="422"/>
                  </a:lnTo>
                  <a:lnTo>
                    <a:pt x="872" y="448"/>
                  </a:lnTo>
                  <a:lnTo>
                    <a:pt x="883" y="458"/>
                  </a:lnTo>
                  <a:lnTo>
                    <a:pt x="1157" y="713"/>
                  </a:lnTo>
                  <a:lnTo>
                    <a:pt x="1161" y="717"/>
                  </a:lnTo>
                  <a:lnTo>
                    <a:pt x="1168" y="724"/>
                  </a:lnTo>
                  <a:lnTo>
                    <a:pt x="1154" y="740"/>
                  </a:lnTo>
                  <a:lnTo>
                    <a:pt x="1119" y="779"/>
                  </a:lnTo>
                  <a:lnTo>
                    <a:pt x="1102" y="795"/>
                  </a:lnTo>
                  <a:lnTo>
                    <a:pt x="1098" y="7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7308370" y="1823980"/>
              <a:ext cx="6094" cy="2908"/>
            </a:xfrm>
            <a:custGeom>
              <a:avLst/>
              <a:pathLst>
                <a:path w="6094" h="2908">
                  <a:moveTo>
                    <a:pt x="3937" y="264"/>
                  </a:moveTo>
                  <a:lnTo>
                    <a:pt x="3893" y="279"/>
                  </a:lnTo>
                  <a:lnTo>
                    <a:pt x="3840" y="291"/>
                  </a:lnTo>
                  <a:lnTo>
                    <a:pt x="3821" y="289"/>
                  </a:lnTo>
                  <a:lnTo>
                    <a:pt x="3813" y="269"/>
                  </a:lnTo>
                  <a:lnTo>
                    <a:pt x="3799" y="262"/>
                  </a:lnTo>
                  <a:lnTo>
                    <a:pt x="3669" y="257"/>
                  </a:lnTo>
                  <a:lnTo>
                    <a:pt x="3646" y="266"/>
                  </a:lnTo>
                  <a:lnTo>
                    <a:pt x="3584" y="312"/>
                  </a:lnTo>
                  <a:lnTo>
                    <a:pt x="3487" y="469"/>
                  </a:lnTo>
                  <a:lnTo>
                    <a:pt x="3468" y="508"/>
                  </a:lnTo>
                  <a:lnTo>
                    <a:pt x="3464" y="536"/>
                  </a:lnTo>
                  <a:lnTo>
                    <a:pt x="3463" y="627"/>
                  </a:lnTo>
                  <a:lnTo>
                    <a:pt x="3463" y="676"/>
                  </a:lnTo>
                  <a:lnTo>
                    <a:pt x="3468" y="702"/>
                  </a:lnTo>
                  <a:lnTo>
                    <a:pt x="3482" y="728"/>
                  </a:lnTo>
                  <a:lnTo>
                    <a:pt x="3511" y="761"/>
                  </a:lnTo>
                  <a:lnTo>
                    <a:pt x="3530" y="783"/>
                  </a:lnTo>
                  <a:lnTo>
                    <a:pt x="3627" y="858"/>
                  </a:lnTo>
                  <a:lnTo>
                    <a:pt x="3725" y="935"/>
                  </a:lnTo>
                  <a:lnTo>
                    <a:pt x="4089" y="1081"/>
                  </a:lnTo>
                  <a:lnTo>
                    <a:pt x="4186" y="1102"/>
                  </a:lnTo>
                  <a:lnTo>
                    <a:pt x="4225" y="1102"/>
                  </a:lnTo>
                  <a:lnTo>
                    <a:pt x="4280" y="1101"/>
                  </a:lnTo>
                  <a:lnTo>
                    <a:pt x="4294" y="1098"/>
                  </a:lnTo>
                  <a:lnTo>
                    <a:pt x="4326" y="1090"/>
                  </a:lnTo>
                  <a:lnTo>
                    <a:pt x="4368" y="1080"/>
                  </a:lnTo>
                  <a:lnTo>
                    <a:pt x="4393" y="1071"/>
                  </a:lnTo>
                  <a:lnTo>
                    <a:pt x="4467" y="1019"/>
                  </a:lnTo>
                  <a:lnTo>
                    <a:pt x="4513" y="973"/>
                  </a:lnTo>
                  <a:lnTo>
                    <a:pt x="4525" y="969"/>
                  </a:lnTo>
                  <a:lnTo>
                    <a:pt x="4554" y="961"/>
                  </a:lnTo>
                  <a:lnTo>
                    <a:pt x="4626" y="941"/>
                  </a:lnTo>
                  <a:lnTo>
                    <a:pt x="4713" y="989"/>
                  </a:lnTo>
                  <a:lnTo>
                    <a:pt x="5097" y="1138"/>
                  </a:lnTo>
                  <a:lnTo>
                    <a:pt x="5351" y="1200"/>
                  </a:lnTo>
                  <a:lnTo>
                    <a:pt x="5625" y="1533"/>
                  </a:lnTo>
                  <a:lnTo>
                    <a:pt x="5646" y="1679"/>
                  </a:lnTo>
                  <a:lnTo>
                    <a:pt x="5620" y="1867"/>
                  </a:lnTo>
                  <a:lnTo>
                    <a:pt x="5610" y="1930"/>
                  </a:lnTo>
                  <a:lnTo>
                    <a:pt x="5596" y="2016"/>
                  </a:lnTo>
                  <a:lnTo>
                    <a:pt x="5578" y="2027"/>
                  </a:lnTo>
                  <a:lnTo>
                    <a:pt x="5537" y="2006"/>
                  </a:lnTo>
                  <a:lnTo>
                    <a:pt x="5327" y="1882"/>
                  </a:lnTo>
                  <a:lnTo>
                    <a:pt x="5312" y="1888"/>
                  </a:lnTo>
                  <a:lnTo>
                    <a:pt x="5270" y="1948"/>
                  </a:lnTo>
                  <a:lnTo>
                    <a:pt x="5283" y="2100"/>
                  </a:lnTo>
                  <a:lnTo>
                    <a:pt x="5667" y="2421"/>
                  </a:lnTo>
                  <a:lnTo>
                    <a:pt x="5701" y="2450"/>
                  </a:lnTo>
                  <a:lnTo>
                    <a:pt x="5778" y="2514"/>
                  </a:lnTo>
                  <a:lnTo>
                    <a:pt x="5892" y="2609"/>
                  </a:lnTo>
                  <a:lnTo>
                    <a:pt x="5922" y="2593"/>
                  </a:lnTo>
                  <a:lnTo>
                    <a:pt x="5925" y="2576"/>
                  </a:lnTo>
                  <a:lnTo>
                    <a:pt x="5945" y="2551"/>
                  </a:lnTo>
                  <a:lnTo>
                    <a:pt x="5954" y="2549"/>
                  </a:lnTo>
                  <a:lnTo>
                    <a:pt x="5966" y="2556"/>
                  </a:lnTo>
                  <a:lnTo>
                    <a:pt x="6067" y="2661"/>
                  </a:lnTo>
                  <a:lnTo>
                    <a:pt x="6094" y="2746"/>
                  </a:lnTo>
                  <a:lnTo>
                    <a:pt x="6083" y="2766"/>
                  </a:lnTo>
                  <a:lnTo>
                    <a:pt x="6064" y="2777"/>
                  </a:lnTo>
                  <a:lnTo>
                    <a:pt x="5752" y="2908"/>
                  </a:lnTo>
                  <a:lnTo>
                    <a:pt x="5715" y="2894"/>
                  </a:lnTo>
                  <a:lnTo>
                    <a:pt x="5538" y="2828"/>
                  </a:lnTo>
                  <a:lnTo>
                    <a:pt x="5403" y="2786"/>
                  </a:lnTo>
                  <a:lnTo>
                    <a:pt x="5377" y="2778"/>
                  </a:lnTo>
                  <a:lnTo>
                    <a:pt x="5300" y="2754"/>
                  </a:lnTo>
                  <a:lnTo>
                    <a:pt x="5217" y="2729"/>
                  </a:lnTo>
                  <a:lnTo>
                    <a:pt x="5142" y="2705"/>
                  </a:lnTo>
                  <a:lnTo>
                    <a:pt x="5112" y="2696"/>
                  </a:lnTo>
                  <a:lnTo>
                    <a:pt x="5068" y="2682"/>
                  </a:lnTo>
                  <a:lnTo>
                    <a:pt x="5036" y="2673"/>
                  </a:lnTo>
                  <a:lnTo>
                    <a:pt x="4903" y="2600"/>
                  </a:lnTo>
                  <a:lnTo>
                    <a:pt x="4652" y="2404"/>
                  </a:lnTo>
                  <a:lnTo>
                    <a:pt x="4615" y="2321"/>
                  </a:lnTo>
                  <a:lnTo>
                    <a:pt x="4582" y="2247"/>
                  </a:lnTo>
                  <a:lnTo>
                    <a:pt x="4557" y="2218"/>
                  </a:lnTo>
                  <a:lnTo>
                    <a:pt x="4540" y="2215"/>
                  </a:lnTo>
                  <a:lnTo>
                    <a:pt x="4427" y="2221"/>
                  </a:lnTo>
                  <a:lnTo>
                    <a:pt x="3883" y="2287"/>
                  </a:lnTo>
                  <a:lnTo>
                    <a:pt x="3630" y="2359"/>
                  </a:lnTo>
                  <a:lnTo>
                    <a:pt x="3455" y="2540"/>
                  </a:lnTo>
                  <a:lnTo>
                    <a:pt x="3409" y="2559"/>
                  </a:lnTo>
                  <a:lnTo>
                    <a:pt x="3342" y="2552"/>
                  </a:lnTo>
                  <a:lnTo>
                    <a:pt x="3298" y="2524"/>
                  </a:lnTo>
                  <a:lnTo>
                    <a:pt x="3221" y="2435"/>
                  </a:lnTo>
                  <a:lnTo>
                    <a:pt x="3223" y="2430"/>
                  </a:lnTo>
                  <a:lnTo>
                    <a:pt x="3248" y="2374"/>
                  </a:lnTo>
                  <a:lnTo>
                    <a:pt x="3249" y="2330"/>
                  </a:lnTo>
                  <a:lnTo>
                    <a:pt x="3215" y="2294"/>
                  </a:lnTo>
                  <a:lnTo>
                    <a:pt x="3211" y="2290"/>
                  </a:lnTo>
                  <a:lnTo>
                    <a:pt x="3150" y="2265"/>
                  </a:lnTo>
                  <a:lnTo>
                    <a:pt x="3101" y="2247"/>
                  </a:lnTo>
                  <a:lnTo>
                    <a:pt x="3098" y="2231"/>
                  </a:lnTo>
                  <a:lnTo>
                    <a:pt x="3115" y="2213"/>
                  </a:lnTo>
                  <a:lnTo>
                    <a:pt x="3172" y="2183"/>
                  </a:lnTo>
                  <a:lnTo>
                    <a:pt x="3182" y="2178"/>
                  </a:lnTo>
                  <a:lnTo>
                    <a:pt x="3242" y="2149"/>
                  </a:lnTo>
                  <a:lnTo>
                    <a:pt x="3250" y="2130"/>
                  </a:lnTo>
                  <a:lnTo>
                    <a:pt x="3251" y="2091"/>
                  </a:lnTo>
                  <a:lnTo>
                    <a:pt x="3225" y="2002"/>
                  </a:lnTo>
                  <a:lnTo>
                    <a:pt x="3191" y="1984"/>
                  </a:lnTo>
                  <a:lnTo>
                    <a:pt x="3164" y="1985"/>
                  </a:lnTo>
                  <a:lnTo>
                    <a:pt x="3145" y="1992"/>
                  </a:lnTo>
                  <a:lnTo>
                    <a:pt x="3135" y="2028"/>
                  </a:lnTo>
                  <a:lnTo>
                    <a:pt x="3124" y="2066"/>
                  </a:lnTo>
                  <a:lnTo>
                    <a:pt x="3106" y="2078"/>
                  </a:lnTo>
                  <a:lnTo>
                    <a:pt x="3090" y="2076"/>
                  </a:lnTo>
                  <a:lnTo>
                    <a:pt x="3072" y="2052"/>
                  </a:lnTo>
                  <a:lnTo>
                    <a:pt x="3055" y="2023"/>
                  </a:lnTo>
                  <a:lnTo>
                    <a:pt x="3000" y="2001"/>
                  </a:lnTo>
                  <a:lnTo>
                    <a:pt x="2939" y="2001"/>
                  </a:lnTo>
                  <a:lnTo>
                    <a:pt x="2883" y="2004"/>
                  </a:lnTo>
                  <a:lnTo>
                    <a:pt x="2822" y="2032"/>
                  </a:lnTo>
                  <a:lnTo>
                    <a:pt x="2780" y="2036"/>
                  </a:lnTo>
                  <a:lnTo>
                    <a:pt x="2759" y="2035"/>
                  </a:lnTo>
                  <a:lnTo>
                    <a:pt x="2748" y="2021"/>
                  </a:lnTo>
                  <a:lnTo>
                    <a:pt x="2741" y="2004"/>
                  </a:lnTo>
                  <a:lnTo>
                    <a:pt x="2744" y="1990"/>
                  </a:lnTo>
                  <a:lnTo>
                    <a:pt x="2763" y="1970"/>
                  </a:lnTo>
                  <a:lnTo>
                    <a:pt x="2873" y="1916"/>
                  </a:lnTo>
                  <a:lnTo>
                    <a:pt x="2893" y="1884"/>
                  </a:lnTo>
                  <a:lnTo>
                    <a:pt x="2891" y="1856"/>
                  </a:lnTo>
                  <a:lnTo>
                    <a:pt x="2871" y="1831"/>
                  </a:lnTo>
                  <a:lnTo>
                    <a:pt x="2845" y="1820"/>
                  </a:lnTo>
                  <a:lnTo>
                    <a:pt x="2818" y="1826"/>
                  </a:lnTo>
                  <a:lnTo>
                    <a:pt x="2741" y="1870"/>
                  </a:lnTo>
                  <a:lnTo>
                    <a:pt x="2682" y="1872"/>
                  </a:lnTo>
                  <a:lnTo>
                    <a:pt x="2605" y="1945"/>
                  </a:lnTo>
                  <a:lnTo>
                    <a:pt x="2565" y="2001"/>
                  </a:lnTo>
                  <a:lnTo>
                    <a:pt x="2613" y="2131"/>
                  </a:lnTo>
                  <a:lnTo>
                    <a:pt x="2632" y="2181"/>
                  </a:lnTo>
                  <a:lnTo>
                    <a:pt x="2682" y="2271"/>
                  </a:lnTo>
                  <a:lnTo>
                    <a:pt x="2670" y="2332"/>
                  </a:lnTo>
                  <a:lnTo>
                    <a:pt x="2656" y="2406"/>
                  </a:lnTo>
                  <a:lnTo>
                    <a:pt x="2621" y="2507"/>
                  </a:lnTo>
                  <a:lnTo>
                    <a:pt x="2568" y="2596"/>
                  </a:lnTo>
                  <a:lnTo>
                    <a:pt x="2544" y="2668"/>
                  </a:lnTo>
                  <a:lnTo>
                    <a:pt x="2531" y="2672"/>
                  </a:lnTo>
                  <a:lnTo>
                    <a:pt x="2512" y="2677"/>
                  </a:lnTo>
                  <a:lnTo>
                    <a:pt x="1797" y="2764"/>
                  </a:lnTo>
                  <a:lnTo>
                    <a:pt x="1794" y="2781"/>
                  </a:lnTo>
                  <a:lnTo>
                    <a:pt x="1783" y="2791"/>
                  </a:lnTo>
                  <a:lnTo>
                    <a:pt x="1406" y="2834"/>
                  </a:lnTo>
                  <a:lnTo>
                    <a:pt x="1370" y="2825"/>
                  </a:lnTo>
                  <a:lnTo>
                    <a:pt x="1325" y="2814"/>
                  </a:lnTo>
                  <a:lnTo>
                    <a:pt x="1305" y="2809"/>
                  </a:lnTo>
                  <a:lnTo>
                    <a:pt x="1294" y="2800"/>
                  </a:lnTo>
                  <a:lnTo>
                    <a:pt x="1183" y="2695"/>
                  </a:lnTo>
                  <a:lnTo>
                    <a:pt x="1130" y="2644"/>
                  </a:lnTo>
                  <a:lnTo>
                    <a:pt x="1074" y="2590"/>
                  </a:lnTo>
                  <a:lnTo>
                    <a:pt x="527" y="2494"/>
                  </a:lnTo>
                  <a:lnTo>
                    <a:pt x="505" y="2485"/>
                  </a:lnTo>
                  <a:lnTo>
                    <a:pt x="181" y="2363"/>
                  </a:lnTo>
                  <a:lnTo>
                    <a:pt x="121" y="2327"/>
                  </a:lnTo>
                  <a:lnTo>
                    <a:pt x="220" y="2190"/>
                  </a:lnTo>
                  <a:lnTo>
                    <a:pt x="286" y="2019"/>
                  </a:lnTo>
                  <a:lnTo>
                    <a:pt x="205" y="1855"/>
                  </a:lnTo>
                  <a:lnTo>
                    <a:pt x="197" y="1837"/>
                  </a:lnTo>
                  <a:lnTo>
                    <a:pt x="161" y="1765"/>
                  </a:lnTo>
                  <a:lnTo>
                    <a:pt x="77" y="1543"/>
                  </a:lnTo>
                  <a:lnTo>
                    <a:pt x="33" y="1426"/>
                  </a:lnTo>
                  <a:lnTo>
                    <a:pt x="0" y="1309"/>
                  </a:lnTo>
                  <a:lnTo>
                    <a:pt x="48" y="1223"/>
                  </a:lnTo>
                  <a:lnTo>
                    <a:pt x="144" y="1050"/>
                  </a:lnTo>
                  <a:lnTo>
                    <a:pt x="256" y="873"/>
                  </a:lnTo>
                  <a:lnTo>
                    <a:pt x="259" y="868"/>
                  </a:lnTo>
                  <a:lnTo>
                    <a:pt x="288" y="822"/>
                  </a:lnTo>
                  <a:lnTo>
                    <a:pt x="291" y="817"/>
                  </a:lnTo>
                  <a:lnTo>
                    <a:pt x="160" y="605"/>
                  </a:lnTo>
                  <a:lnTo>
                    <a:pt x="144" y="560"/>
                  </a:lnTo>
                  <a:lnTo>
                    <a:pt x="102" y="438"/>
                  </a:lnTo>
                  <a:lnTo>
                    <a:pt x="83" y="384"/>
                  </a:lnTo>
                  <a:lnTo>
                    <a:pt x="71" y="350"/>
                  </a:lnTo>
                  <a:lnTo>
                    <a:pt x="48" y="284"/>
                  </a:lnTo>
                  <a:lnTo>
                    <a:pt x="17" y="197"/>
                  </a:lnTo>
                  <a:lnTo>
                    <a:pt x="0" y="98"/>
                  </a:lnTo>
                  <a:lnTo>
                    <a:pt x="184" y="46"/>
                  </a:lnTo>
                  <a:lnTo>
                    <a:pt x="281" y="103"/>
                  </a:lnTo>
                  <a:lnTo>
                    <a:pt x="386" y="216"/>
                  </a:lnTo>
                  <a:lnTo>
                    <a:pt x="651" y="452"/>
                  </a:lnTo>
                  <a:lnTo>
                    <a:pt x="875" y="530"/>
                  </a:lnTo>
                  <a:lnTo>
                    <a:pt x="959" y="560"/>
                  </a:lnTo>
                  <a:lnTo>
                    <a:pt x="1134" y="587"/>
                  </a:lnTo>
                  <a:lnTo>
                    <a:pt x="1188" y="596"/>
                  </a:lnTo>
                  <a:lnTo>
                    <a:pt x="1198" y="590"/>
                  </a:lnTo>
                  <a:lnTo>
                    <a:pt x="1235" y="566"/>
                  </a:lnTo>
                  <a:lnTo>
                    <a:pt x="1240" y="562"/>
                  </a:lnTo>
                  <a:lnTo>
                    <a:pt x="1313" y="438"/>
                  </a:lnTo>
                  <a:lnTo>
                    <a:pt x="1434" y="359"/>
                  </a:lnTo>
                  <a:lnTo>
                    <a:pt x="1655" y="392"/>
                  </a:lnTo>
                  <a:lnTo>
                    <a:pt x="1803" y="414"/>
                  </a:lnTo>
                  <a:lnTo>
                    <a:pt x="1880" y="527"/>
                  </a:lnTo>
                  <a:lnTo>
                    <a:pt x="1893" y="547"/>
                  </a:lnTo>
                  <a:lnTo>
                    <a:pt x="1906" y="565"/>
                  </a:lnTo>
                  <a:lnTo>
                    <a:pt x="1959" y="620"/>
                  </a:lnTo>
                  <a:lnTo>
                    <a:pt x="1987" y="633"/>
                  </a:lnTo>
                  <a:lnTo>
                    <a:pt x="2332" y="678"/>
                  </a:lnTo>
                  <a:lnTo>
                    <a:pt x="2469" y="716"/>
                  </a:lnTo>
                  <a:lnTo>
                    <a:pt x="2488" y="722"/>
                  </a:lnTo>
                  <a:lnTo>
                    <a:pt x="2516" y="729"/>
                  </a:lnTo>
                  <a:lnTo>
                    <a:pt x="2662" y="783"/>
                  </a:lnTo>
                  <a:lnTo>
                    <a:pt x="2680" y="805"/>
                  </a:lnTo>
                  <a:lnTo>
                    <a:pt x="2778" y="825"/>
                  </a:lnTo>
                  <a:lnTo>
                    <a:pt x="2832" y="797"/>
                  </a:lnTo>
                  <a:lnTo>
                    <a:pt x="2850" y="787"/>
                  </a:lnTo>
                  <a:lnTo>
                    <a:pt x="3126" y="592"/>
                  </a:lnTo>
                  <a:lnTo>
                    <a:pt x="3367" y="405"/>
                  </a:lnTo>
                  <a:lnTo>
                    <a:pt x="3463" y="212"/>
                  </a:lnTo>
                  <a:lnTo>
                    <a:pt x="3514" y="90"/>
                  </a:lnTo>
                  <a:lnTo>
                    <a:pt x="3588" y="0"/>
                  </a:lnTo>
                  <a:lnTo>
                    <a:pt x="3755" y="62"/>
                  </a:lnTo>
                  <a:lnTo>
                    <a:pt x="3773" y="69"/>
                  </a:lnTo>
                  <a:lnTo>
                    <a:pt x="3944" y="172"/>
                  </a:lnTo>
                  <a:lnTo>
                    <a:pt x="3974" y="234"/>
                  </a:lnTo>
                  <a:lnTo>
                    <a:pt x="3941" y="262"/>
                  </a:lnTo>
                  <a:lnTo>
                    <a:pt x="3937" y="2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7309227" y="1822911"/>
              <a:ext cx="865" cy="337"/>
            </a:xfrm>
            <a:custGeom>
              <a:avLst/>
              <a:pathLst>
                <a:path w="865" h="337">
                  <a:moveTo>
                    <a:pt x="359" y="211"/>
                  </a:moveTo>
                  <a:lnTo>
                    <a:pt x="427" y="244"/>
                  </a:lnTo>
                  <a:lnTo>
                    <a:pt x="508" y="256"/>
                  </a:lnTo>
                  <a:lnTo>
                    <a:pt x="564" y="245"/>
                  </a:lnTo>
                  <a:lnTo>
                    <a:pt x="627" y="219"/>
                  </a:lnTo>
                  <a:lnTo>
                    <a:pt x="686" y="203"/>
                  </a:lnTo>
                  <a:lnTo>
                    <a:pt x="812" y="205"/>
                  </a:lnTo>
                  <a:lnTo>
                    <a:pt x="861" y="231"/>
                  </a:lnTo>
                  <a:lnTo>
                    <a:pt x="865" y="252"/>
                  </a:lnTo>
                  <a:lnTo>
                    <a:pt x="833" y="275"/>
                  </a:lnTo>
                  <a:lnTo>
                    <a:pt x="813" y="277"/>
                  </a:lnTo>
                  <a:lnTo>
                    <a:pt x="792" y="264"/>
                  </a:lnTo>
                  <a:lnTo>
                    <a:pt x="764" y="247"/>
                  </a:lnTo>
                  <a:lnTo>
                    <a:pt x="737" y="237"/>
                  </a:lnTo>
                  <a:lnTo>
                    <a:pt x="707" y="233"/>
                  </a:lnTo>
                  <a:lnTo>
                    <a:pt x="651" y="266"/>
                  </a:lnTo>
                  <a:lnTo>
                    <a:pt x="572" y="285"/>
                  </a:lnTo>
                  <a:lnTo>
                    <a:pt x="526" y="289"/>
                  </a:lnTo>
                  <a:lnTo>
                    <a:pt x="456" y="331"/>
                  </a:lnTo>
                  <a:lnTo>
                    <a:pt x="419" y="337"/>
                  </a:lnTo>
                  <a:lnTo>
                    <a:pt x="388" y="317"/>
                  </a:lnTo>
                  <a:lnTo>
                    <a:pt x="266" y="247"/>
                  </a:lnTo>
                  <a:lnTo>
                    <a:pt x="54" y="144"/>
                  </a:lnTo>
                  <a:lnTo>
                    <a:pt x="0" y="30"/>
                  </a:lnTo>
                  <a:lnTo>
                    <a:pt x="34" y="4"/>
                  </a:lnTo>
                  <a:lnTo>
                    <a:pt x="55" y="0"/>
                  </a:lnTo>
                  <a:lnTo>
                    <a:pt x="70" y="0"/>
                  </a:lnTo>
                  <a:lnTo>
                    <a:pt x="131" y="90"/>
                  </a:lnTo>
                  <a:lnTo>
                    <a:pt x="155" y="113"/>
                  </a:lnTo>
                  <a:lnTo>
                    <a:pt x="173" y="122"/>
                  </a:lnTo>
                  <a:lnTo>
                    <a:pt x="198" y="135"/>
                  </a:lnTo>
                  <a:lnTo>
                    <a:pt x="307" y="169"/>
                  </a:lnTo>
                  <a:lnTo>
                    <a:pt x="342" y="183"/>
                  </a:lnTo>
                  <a:lnTo>
                    <a:pt x="359" y="2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7282792" y="1817968"/>
              <a:ext cx="738" cy="263"/>
            </a:xfrm>
            <a:custGeom>
              <a:avLst/>
              <a:pathLst>
                <a:path w="738" h="263">
                  <a:moveTo>
                    <a:pt x="513" y="78"/>
                  </a:moveTo>
                  <a:lnTo>
                    <a:pt x="595" y="104"/>
                  </a:lnTo>
                  <a:lnTo>
                    <a:pt x="653" y="102"/>
                  </a:lnTo>
                  <a:lnTo>
                    <a:pt x="728" y="98"/>
                  </a:lnTo>
                  <a:lnTo>
                    <a:pt x="738" y="108"/>
                  </a:lnTo>
                  <a:lnTo>
                    <a:pt x="737" y="133"/>
                  </a:lnTo>
                  <a:lnTo>
                    <a:pt x="729" y="141"/>
                  </a:lnTo>
                  <a:lnTo>
                    <a:pt x="717" y="153"/>
                  </a:lnTo>
                  <a:lnTo>
                    <a:pt x="698" y="157"/>
                  </a:lnTo>
                  <a:lnTo>
                    <a:pt x="457" y="196"/>
                  </a:lnTo>
                  <a:lnTo>
                    <a:pt x="331" y="213"/>
                  </a:lnTo>
                  <a:lnTo>
                    <a:pt x="191" y="238"/>
                  </a:lnTo>
                  <a:lnTo>
                    <a:pt x="45" y="263"/>
                  </a:lnTo>
                  <a:lnTo>
                    <a:pt x="13" y="251"/>
                  </a:lnTo>
                  <a:lnTo>
                    <a:pt x="0" y="218"/>
                  </a:lnTo>
                  <a:lnTo>
                    <a:pt x="37" y="186"/>
                  </a:lnTo>
                  <a:lnTo>
                    <a:pt x="94" y="176"/>
                  </a:lnTo>
                  <a:lnTo>
                    <a:pt x="101" y="167"/>
                  </a:lnTo>
                  <a:lnTo>
                    <a:pt x="195" y="149"/>
                  </a:lnTo>
                  <a:lnTo>
                    <a:pt x="294" y="110"/>
                  </a:lnTo>
                  <a:lnTo>
                    <a:pt x="359" y="17"/>
                  </a:lnTo>
                  <a:lnTo>
                    <a:pt x="368" y="6"/>
                  </a:lnTo>
                  <a:lnTo>
                    <a:pt x="404" y="0"/>
                  </a:lnTo>
                  <a:lnTo>
                    <a:pt x="427" y="10"/>
                  </a:lnTo>
                  <a:lnTo>
                    <a:pt x="445" y="28"/>
                  </a:lnTo>
                  <a:lnTo>
                    <a:pt x="464" y="49"/>
                  </a:lnTo>
                  <a:lnTo>
                    <a:pt x="491" y="65"/>
                  </a:lnTo>
                  <a:lnTo>
                    <a:pt x="513" y="7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7307460" y="1821753"/>
              <a:ext cx="770" cy="641"/>
            </a:xfrm>
            <a:custGeom>
              <a:avLst/>
              <a:pathLst>
                <a:path w="770" h="641">
                  <a:moveTo>
                    <a:pt x="261" y="632"/>
                  </a:moveTo>
                  <a:lnTo>
                    <a:pt x="148" y="641"/>
                  </a:lnTo>
                  <a:lnTo>
                    <a:pt x="54" y="618"/>
                  </a:lnTo>
                  <a:lnTo>
                    <a:pt x="40" y="610"/>
                  </a:lnTo>
                  <a:lnTo>
                    <a:pt x="8" y="592"/>
                  </a:lnTo>
                  <a:lnTo>
                    <a:pt x="0" y="582"/>
                  </a:lnTo>
                  <a:lnTo>
                    <a:pt x="27" y="361"/>
                  </a:lnTo>
                  <a:lnTo>
                    <a:pt x="51" y="327"/>
                  </a:lnTo>
                  <a:lnTo>
                    <a:pt x="212" y="170"/>
                  </a:lnTo>
                  <a:lnTo>
                    <a:pt x="386" y="35"/>
                  </a:lnTo>
                  <a:lnTo>
                    <a:pt x="467" y="0"/>
                  </a:lnTo>
                  <a:lnTo>
                    <a:pt x="660" y="31"/>
                  </a:lnTo>
                  <a:lnTo>
                    <a:pt x="684" y="34"/>
                  </a:lnTo>
                  <a:lnTo>
                    <a:pt x="763" y="70"/>
                  </a:lnTo>
                  <a:lnTo>
                    <a:pt x="770" y="103"/>
                  </a:lnTo>
                  <a:lnTo>
                    <a:pt x="761" y="126"/>
                  </a:lnTo>
                  <a:lnTo>
                    <a:pt x="694" y="175"/>
                  </a:lnTo>
                  <a:lnTo>
                    <a:pt x="658" y="266"/>
                  </a:lnTo>
                  <a:lnTo>
                    <a:pt x="615" y="377"/>
                  </a:lnTo>
                  <a:lnTo>
                    <a:pt x="659" y="475"/>
                  </a:lnTo>
                  <a:lnTo>
                    <a:pt x="654" y="530"/>
                  </a:lnTo>
                  <a:lnTo>
                    <a:pt x="646" y="544"/>
                  </a:lnTo>
                  <a:lnTo>
                    <a:pt x="636" y="566"/>
                  </a:lnTo>
                  <a:lnTo>
                    <a:pt x="570" y="599"/>
                  </a:lnTo>
                  <a:lnTo>
                    <a:pt x="526" y="612"/>
                  </a:lnTo>
                  <a:lnTo>
                    <a:pt x="450" y="635"/>
                  </a:lnTo>
                  <a:lnTo>
                    <a:pt x="374" y="640"/>
                  </a:lnTo>
                  <a:lnTo>
                    <a:pt x="303" y="628"/>
                  </a:lnTo>
                  <a:lnTo>
                    <a:pt x="261" y="63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7309790" y="1821715"/>
              <a:ext cx="1101" cy="916"/>
            </a:xfrm>
            <a:custGeom>
              <a:avLst/>
              <a:pathLst>
                <a:path w="1101" h="916">
                  <a:moveTo>
                    <a:pt x="1101" y="218"/>
                  </a:moveTo>
                  <a:lnTo>
                    <a:pt x="1056" y="604"/>
                  </a:lnTo>
                  <a:lnTo>
                    <a:pt x="973" y="845"/>
                  </a:lnTo>
                  <a:lnTo>
                    <a:pt x="928" y="903"/>
                  </a:lnTo>
                  <a:lnTo>
                    <a:pt x="864" y="916"/>
                  </a:lnTo>
                  <a:lnTo>
                    <a:pt x="785" y="912"/>
                  </a:lnTo>
                  <a:lnTo>
                    <a:pt x="688" y="882"/>
                  </a:lnTo>
                  <a:lnTo>
                    <a:pt x="614" y="839"/>
                  </a:lnTo>
                  <a:lnTo>
                    <a:pt x="539" y="780"/>
                  </a:lnTo>
                  <a:lnTo>
                    <a:pt x="518" y="726"/>
                  </a:lnTo>
                  <a:lnTo>
                    <a:pt x="356" y="554"/>
                  </a:lnTo>
                  <a:lnTo>
                    <a:pt x="210" y="486"/>
                  </a:lnTo>
                  <a:lnTo>
                    <a:pt x="125" y="515"/>
                  </a:lnTo>
                  <a:lnTo>
                    <a:pt x="110" y="533"/>
                  </a:lnTo>
                  <a:lnTo>
                    <a:pt x="106" y="555"/>
                  </a:lnTo>
                  <a:lnTo>
                    <a:pt x="86" y="563"/>
                  </a:lnTo>
                  <a:lnTo>
                    <a:pt x="7" y="454"/>
                  </a:lnTo>
                  <a:lnTo>
                    <a:pt x="0" y="425"/>
                  </a:lnTo>
                  <a:lnTo>
                    <a:pt x="0" y="392"/>
                  </a:lnTo>
                  <a:lnTo>
                    <a:pt x="44" y="310"/>
                  </a:lnTo>
                  <a:lnTo>
                    <a:pt x="124" y="282"/>
                  </a:lnTo>
                  <a:lnTo>
                    <a:pt x="144" y="280"/>
                  </a:lnTo>
                  <a:lnTo>
                    <a:pt x="277" y="266"/>
                  </a:lnTo>
                  <a:lnTo>
                    <a:pt x="280" y="273"/>
                  </a:lnTo>
                  <a:lnTo>
                    <a:pt x="269" y="321"/>
                  </a:lnTo>
                  <a:lnTo>
                    <a:pt x="249" y="375"/>
                  </a:lnTo>
                  <a:lnTo>
                    <a:pt x="259" y="404"/>
                  </a:lnTo>
                  <a:lnTo>
                    <a:pt x="352" y="445"/>
                  </a:lnTo>
                  <a:lnTo>
                    <a:pt x="514" y="465"/>
                  </a:lnTo>
                  <a:lnTo>
                    <a:pt x="548" y="469"/>
                  </a:lnTo>
                  <a:lnTo>
                    <a:pt x="591" y="468"/>
                  </a:lnTo>
                  <a:lnTo>
                    <a:pt x="666" y="453"/>
                  </a:lnTo>
                  <a:lnTo>
                    <a:pt x="776" y="388"/>
                  </a:lnTo>
                  <a:lnTo>
                    <a:pt x="853" y="295"/>
                  </a:lnTo>
                  <a:lnTo>
                    <a:pt x="859" y="221"/>
                  </a:lnTo>
                  <a:lnTo>
                    <a:pt x="871" y="90"/>
                  </a:lnTo>
                  <a:lnTo>
                    <a:pt x="920" y="13"/>
                  </a:lnTo>
                  <a:lnTo>
                    <a:pt x="964" y="1"/>
                  </a:lnTo>
                  <a:lnTo>
                    <a:pt x="971" y="0"/>
                  </a:lnTo>
                  <a:lnTo>
                    <a:pt x="1006" y="2"/>
                  </a:lnTo>
                  <a:lnTo>
                    <a:pt x="1032" y="5"/>
                  </a:lnTo>
                  <a:lnTo>
                    <a:pt x="1051" y="14"/>
                  </a:lnTo>
                  <a:lnTo>
                    <a:pt x="1086" y="34"/>
                  </a:lnTo>
                  <a:lnTo>
                    <a:pt x="1101" y="21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7299650" y="1818736"/>
              <a:ext cx="1355" cy="979"/>
            </a:xfrm>
            <a:custGeom>
              <a:avLst/>
              <a:pathLst>
                <a:path w="1355" h="979">
                  <a:moveTo>
                    <a:pt x="670" y="977"/>
                  </a:moveTo>
                  <a:lnTo>
                    <a:pt x="658" y="979"/>
                  </a:lnTo>
                  <a:lnTo>
                    <a:pt x="640" y="972"/>
                  </a:lnTo>
                  <a:lnTo>
                    <a:pt x="559" y="868"/>
                  </a:lnTo>
                  <a:lnTo>
                    <a:pt x="539" y="841"/>
                  </a:lnTo>
                  <a:lnTo>
                    <a:pt x="498" y="790"/>
                  </a:lnTo>
                  <a:lnTo>
                    <a:pt x="216" y="501"/>
                  </a:lnTo>
                  <a:lnTo>
                    <a:pt x="38" y="400"/>
                  </a:lnTo>
                  <a:lnTo>
                    <a:pt x="25" y="384"/>
                  </a:lnTo>
                  <a:lnTo>
                    <a:pt x="2" y="342"/>
                  </a:lnTo>
                  <a:lnTo>
                    <a:pt x="0" y="287"/>
                  </a:lnTo>
                  <a:lnTo>
                    <a:pt x="42" y="154"/>
                  </a:lnTo>
                  <a:lnTo>
                    <a:pt x="110" y="79"/>
                  </a:lnTo>
                  <a:lnTo>
                    <a:pt x="665" y="14"/>
                  </a:lnTo>
                  <a:lnTo>
                    <a:pt x="678" y="13"/>
                  </a:lnTo>
                  <a:lnTo>
                    <a:pt x="733" y="6"/>
                  </a:lnTo>
                  <a:lnTo>
                    <a:pt x="861" y="2"/>
                  </a:lnTo>
                  <a:lnTo>
                    <a:pt x="926" y="0"/>
                  </a:lnTo>
                  <a:lnTo>
                    <a:pt x="1041" y="3"/>
                  </a:lnTo>
                  <a:lnTo>
                    <a:pt x="1085" y="5"/>
                  </a:lnTo>
                  <a:lnTo>
                    <a:pt x="1296" y="81"/>
                  </a:lnTo>
                  <a:lnTo>
                    <a:pt x="1335" y="96"/>
                  </a:lnTo>
                  <a:lnTo>
                    <a:pt x="1355" y="137"/>
                  </a:lnTo>
                  <a:lnTo>
                    <a:pt x="1350" y="201"/>
                  </a:lnTo>
                  <a:lnTo>
                    <a:pt x="1336" y="221"/>
                  </a:lnTo>
                  <a:lnTo>
                    <a:pt x="1275" y="231"/>
                  </a:lnTo>
                  <a:lnTo>
                    <a:pt x="1226" y="238"/>
                  </a:lnTo>
                  <a:lnTo>
                    <a:pt x="1041" y="301"/>
                  </a:lnTo>
                  <a:lnTo>
                    <a:pt x="991" y="361"/>
                  </a:lnTo>
                  <a:lnTo>
                    <a:pt x="977" y="387"/>
                  </a:lnTo>
                  <a:lnTo>
                    <a:pt x="967" y="440"/>
                  </a:lnTo>
                  <a:lnTo>
                    <a:pt x="1087" y="527"/>
                  </a:lnTo>
                  <a:lnTo>
                    <a:pt x="1106" y="636"/>
                  </a:lnTo>
                  <a:lnTo>
                    <a:pt x="1088" y="690"/>
                  </a:lnTo>
                  <a:lnTo>
                    <a:pt x="879" y="935"/>
                  </a:lnTo>
                  <a:lnTo>
                    <a:pt x="670" y="97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7301467" y="1817972"/>
              <a:ext cx="1260" cy="699"/>
            </a:xfrm>
            <a:custGeom>
              <a:avLst/>
              <a:pathLst>
                <a:path w="1260" h="699">
                  <a:moveTo>
                    <a:pt x="1188" y="234"/>
                  </a:moveTo>
                  <a:lnTo>
                    <a:pt x="1180" y="339"/>
                  </a:lnTo>
                  <a:lnTo>
                    <a:pt x="1175" y="391"/>
                  </a:lnTo>
                  <a:lnTo>
                    <a:pt x="1254" y="489"/>
                  </a:lnTo>
                  <a:lnTo>
                    <a:pt x="1260" y="501"/>
                  </a:lnTo>
                  <a:lnTo>
                    <a:pt x="1241" y="590"/>
                  </a:lnTo>
                  <a:lnTo>
                    <a:pt x="1198" y="677"/>
                  </a:lnTo>
                  <a:lnTo>
                    <a:pt x="1188" y="688"/>
                  </a:lnTo>
                  <a:lnTo>
                    <a:pt x="1175" y="699"/>
                  </a:lnTo>
                  <a:lnTo>
                    <a:pt x="1099" y="678"/>
                  </a:lnTo>
                  <a:lnTo>
                    <a:pt x="1003" y="652"/>
                  </a:lnTo>
                  <a:lnTo>
                    <a:pt x="849" y="609"/>
                  </a:lnTo>
                  <a:lnTo>
                    <a:pt x="815" y="600"/>
                  </a:lnTo>
                  <a:lnTo>
                    <a:pt x="520" y="566"/>
                  </a:lnTo>
                  <a:lnTo>
                    <a:pt x="283" y="569"/>
                  </a:lnTo>
                  <a:lnTo>
                    <a:pt x="44" y="496"/>
                  </a:lnTo>
                  <a:lnTo>
                    <a:pt x="9" y="474"/>
                  </a:lnTo>
                  <a:lnTo>
                    <a:pt x="0" y="450"/>
                  </a:lnTo>
                  <a:lnTo>
                    <a:pt x="44" y="316"/>
                  </a:lnTo>
                  <a:lnTo>
                    <a:pt x="62" y="301"/>
                  </a:lnTo>
                  <a:lnTo>
                    <a:pt x="292" y="365"/>
                  </a:lnTo>
                  <a:lnTo>
                    <a:pt x="367" y="86"/>
                  </a:lnTo>
                  <a:lnTo>
                    <a:pt x="405" y="0"/>
                  </a:lnTo>
                  <a:lnTo>
                    <a:pt x="458" y="41"/>
                  </a:lnTo>
                  <a:lnTo>
                    <a:pt x="930" y="192"/>
                  </a:lnTo>
                  <a:lnTo>
                    <a:pt x="950" y="196"/>
                  </a:lnTo>
                  <a:lnTo>
                    <a:pt x="971" y="201"/>
                  </a:lnTo>
                  <a:lnTo>
                    <a:pt x="987" y="197"/>
                  </a:lnTo>
                  <a:lnTo>
                    <a:pt x="1110" y="170"/>
                  </a:lnTo>
                  <a:lnTo>
                    <a:pt x="1178" y="144"/>
                  </a:lnTo>
                  <a:lnTo>
                    <a:pt x="1195" y="99"/>
                  </a:lnTo>
                  <a:lnTo>
                    <a:pt x="1217" y="58"/>
                  </a:lnTo>
                  <a:lnTo>
                    <a:pt x="1241" y="60"/>
                  </a:lnTo>
                  <a:lnTo>
                    <a:pt x="1255" y="74"/>
                  </a:lnTo>
                  <a:lnTo>
                    <a:pt x="1256" y="94"/>
                  </a:lnTo>
                  <a:lnTo>
                    <a:pt x="1227" y="120"/>
                  </a:lnTo>
                  <a:lnTo>
                    <a:pt x="1213" y="186"/>
                  </a:lnTo>
                  <a:lnTo>
                    <a:pt x="1188" y="2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7302777" y="1817744"/>
              <a:ext cx="488" cy="289"/>
            </a:xfrm>
            <a:custGeom>
              <a:avLst/>
              <a:pathLst>
                <a:path w="488" h="289">
                  <a:moveTo>
                    <a:pt x="402" y="122"/>
                  </a:moveTo>
                  <a:lnTo>
                    <a:pt x="488" y="274"/>
                  </a:lnTo>
                  <a:lnTo>
                    <a:pt x="437" y="285"/>
                  </a:lnTo>
                  <a:lnTo>
                    <a:pt x="385" y="289"/>
                  </a:lnTo>
                  <a:lnTo>
                    <a:pt x="183" y="275"/>
                  </a:lnTo>
                  <a:lnTo>
                    <a:pt x="45" y="264"/>
                  </a:lnTo>
                  <a:lnTo>
                    <a:pt x="0" y="132"/>
                  </a:lnTo>
                  <a:lnTo>
                    <a:pt x="16" y="99"/>
                  </a:lnTo>
                  <a:lnTo>
                    <a:pt x="38" y="89"/>
                  </a:lnTo>
                  <a:lnTo>
                    <a:pt x="51" y="89"/>
                  </a:lnTo>
                  <a:lnTo>
                    <a:pt x="106" y="126"/>
                  </a:lnTo>
                  <a:lnTo>
                    <a:pt x="156" y="132"/>
                  </a:lnTo>
                  <a:lnTo>
                    <a:pt x="186" y="123"/>
                  </a:lnTo>
                  <a:lnTo>
                    <a:pt x="392" y="0"/>
                  </a:lnTo>
                  <a:lnTo>
                    <a:pt x="402" y="1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7310118" y="1818553"/>
              <a:ext cx="646" cy="394"/>
            </a:xfrm>
            <a:custGeom>
              <a:avLst/>
              <a:pathLst>
                <a:path w="646" h="394">
                  <a:moveTo>
                    <a:pt x="518" y="246"/>
                  </a:moveTo>
                  <a:lnTo>
                    <a:pt x="417" y="295"/>
                  </a:lnTo>
                  <a:lnTo>
                    <a:pt x="71" y="394"/>
                  </a:lnTo>
                  <a:lnTo>
                    <a:pt x="66" y="393"/>
                  </a:lnTo>
                  <a:lnTo>
                    <a:pt x="14" y="381"/>
                  </a:lnTo>
                  <a:lnTo>
                    <a:pt x="0" y="324"/>
                  </a:lnTo>
                  <a:lnTo>
                    <a:pt x="1" y="291"/>
                  </a:lnTo>
                  <a:lnTo>
                    <a:pt x="38" y="218"/>
                  </a:lnTo>
                  <a:lnTo>
                    <a:pt x="65" y="210"/>
                  </a:lnTo>
                  <a:lnTo>
                    <a:pt x="80" y="216"/>
                  </a:lnTo>
                  <a:lnTo>
                    <a:pt x="113" y="216"/>
                  </a:lnTo>
                  <a:lnTo>
                    <a:pt x="226" y="172"/>
                  </a:lnTo>
                  <a:lnTo>
                    <a:pt x="311" y="117"/>
                  </a:lnTo>
                  <a:lnTo>
                    <a:pt x="369" y="79"/>
                  </a:lnTo>
                  <a:lnTo>
                    <a:pt x="552" y="17"/>
                  </a:lnTo>
                  <a:lnTo>
                    <a:pt x="607" y="0"/>
                  </a:lnTo>
                  <a:lnTo>
                    <a:pt x="644" y="23"/>
                  </a:lnTo>
                  <a:lnTo>
                    <a:pt x="646" y="30"/>
                  </a:lnTo>
                  <a:lnTo>
                    <a:pt x="646" y="46"/>
                  </a:lnTo>
                  <a:lnTo>
                    <a:pt x="592" y="143"/>
                  </a:lnTo>
                  <a:lnTo>
                    <a:pt x="529" y="238"/>
                  </a:lnTo>
                  <a:lnTo>
                    <a:pt x="518" y="24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7311245" y="1818540"/>
              <a:ext cx="704" cy="537"/>
            </a:xfrm>
            <a:custGeom>
              <a:avLst/>
              <a:pathLst>
                <a:path w="704" h="537">
                  <a:moveTo>
                    <a:pt x="679" y="537"/>
                  </a:moveTo>
                  <a:lnTo>
                    <a:pt x="622" y="528"/>
                  </a:lnTo>
                  <a:lnTo>
                    <a:pt x="176" y="365"/>
                  </a:lnTo>
                  <a:lnTo>
                    <a:pt x="171" y="361"/>
                  </a:lnTo>
                  <a:lnTo>
                    <a:pt x="126" y="327"/>
                  </a:lnTo>
                  <a:lnTo>
                    <a:pt x="56" y="272"/>
                  </a:lnTo>
                  <a:lnTo>
                    <a:pt x="53" y="268"/>
                  </a:lnTo>
                  <a:lnTo>
                    <a:pt x="0" y="118"/>
                  </a:lnTo>
                  <a:lnTo>
                    <a:pt x="37" y="50"/>
                  </a:lnTo>
                  <a:lnTo>
                    <a:pt x="78" y="0"/>
                  </a:lnTo>
                  <a:lnTo>
                    <a:pt x="168" y="18"/>
                  </a:lnTo>
                  <a:lnTo>
                    <a:pt x="345" y="141"/>
                  </a:lnTo>
                  <a:lnTo>
                    <a:pt x="456" y="217"/>
                  </a:lnTo>
                  <a:lnTo>
                    <a:pt x="666" y="462"/>
                  </a:lnTo>
                  <a:lnTo>
                    <a:pt x="678" y="476"/>
                  </a:lnTo>
                  <a:lnTo>
                    <a:pt x="704" y="520"/>
                  </a:lnTo>
                  <a:lnTo>
                    <a:pt x="679" y="5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7299127" y="1816524"/>
              <a:ext cx="2640" cy="1934"/>
            </a:xfrm>
            <a:custGeom>
              <a:avLst/>
              <a:pathLst>
                <a:path w="2640" h="1934">
                  <a:moveTo>
                    <a:pt x="2565" y="1044"/>
                  </a:moveTo>
                  <a:lnTo>
                    <a:pt x="2607" y="1084"/>
                  </a:lnTo>
                  <a:lnTo>
                    <a:pt x="2612" y="1081"/>
                  </a:lnTo>
                  <a:lnTo>
                    <a:pt x="2635" y="1088"/>
                  </a:lnTo>
                  <a:lnTo>
                    <a:pt x="2640" y="1101"/>
                  </a:lnTo>
                  <a:lnTo>
                    <a:pt x="2584" y="1346"/>
                  </a:lnTo>
                  <a:lnTo>
                    <a:pt x="2486" y="1444"/>
                  </a:lnTo>
                  <a:lnTo>
                    <a:pt x="2375" y="1501"/>
                  </a:lnTo>
                  <a:lnTo>
                    <a:pt x="2309" y="1535"/>
                  </a:lnTo>
                  <a:lnTo>
                    <a:pt x="2268" y="1544"/>
                  </a:lnTo>
                  <a:lnTo>
                    <a:pt x="2248" y="1796"/>
                  </a:lnTo>
                  <a:lnTo>
                    <a:pt x="2168" y="1896"/>
                  </a:lnTo>
                  <a:lnTo>
                    <a:pt x="2141" y="1920"/>
                  </a:lnTo>
                  <a:lnTo>
                    <a:pt x="2111" y="1934"/>
                  </a:lnTo>
                  <a:lnTo>
                    <a:pt x="2005" y="1901"/>
                  </a:lnTo>
                  <a:lnTo>
                    <a:pt x="1122" y="1267"/>
                  </a:lnTo>
                  <a:lnTo>
                    <a:pt x="1109" y="1279"/>
                  </a:lnTo>
                  <a:lnTo>
                    <a:pt x="482" y="763"/>
                  </a:lnTo>
                  <a:lnTo>
                    <a:pt x="185" y="519"/>
                  </a:lnTo>
                  <a:lnTo>
                    <a:pt x="0" y="228"/>
                  </a:lnTo>
                  <a:lnTo>
                    <a:pt x="2" y="215"/>
                  </a:lnTo>
                  <a:lnTo>
                    <a:pt x="14" y="206"/>
                  </a:lnTo>
                  <a:lnTo>
                    <a:pt x="189" y="169"/>
                  </a:lnTo>
                  <a:lnTo>
                    <a:pt x="493" y="141"/>
                  </a:lnTo>
                  <a:lnTo>
                    <a:pt x="726" y="70"/>
                  </a:lnTo>
                  <a:lnTo>
                    <a:pt x="850" y="0"/>
                  </a:lnTo>
                  <a:lnTo>
                    <a:pt x="1199" y="61"/>
                  </a:lnTo>
                  <a:lnTo>
                    <a:pt x="1196" y="176"/>
                  </a:lnTo>
                  <a:lnTo>
                    <a:pt x="1222" y="231"/>
                  </a:lnTo>
                  <a:lnTo>
                    <a:pt x="1323" y="262"/>
                  </a:lnTo>
                  <a:lnTo>
                    <a:pt x="1417" y="294"/>
                  </a:lnTo>
                  <a:lnTo>
                    <a:pt x="1496" y="528"/>
                  </a:lnTo>
                  <a:lnTo>
                    <a:pt x="1934" y="742"/>
                  </a:lnTo>
                  <a:lnTo>
                    <a:pt x="2496" y="1005"/>
                  </a:lnTo>
                  <a:lnTo>
                    <a:pt x="2565" y="10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7298051" y="1815949"/>
              <a:ext cx="1272" cy="514"/>
            </a:xfrm>
            <a:custGeom>
              <a:avLst/>
              <a:pathLst>
                <a:path w="1272" h="514">
                  <a:moveTo>
                    <a:pt x="593" y="53"/>
                  </a:moveTo>
                  <a:lnTo>
                    <a:pt x="590" y="64"/>
                  </a:lnTo>
                  <a:lnTo>
                    <a:pt x="588" y="70"/>
                  </a:lnTo>
                  <a:lnTo>
                    <a:pt x="581" y="82"/>
                  </a:lnTo>
                  <a:lnTo>
                    <a:pt x="585" y="86"/>
                  </a:lnTo>
                  <a:lnTo>
                    <a:pt x="609" y="91"/>
                  </a:lnTo>
                  <a:lnTo>
                    <a:pt x="662" y="105"/>
                  </a:lnTo>
                  <a:lnTo>
                    <a:pt x="706" y="117"/>
                  </a:lnTo>
                  <a:lnTo>
                    <a:pt x="758" y="134"/>
                  </a:lnTo>
                  <a:lnTo>
                    <a:pt x="815" y="157"/>
                  </a:lnTo>
                  <a:lnTo>
                    <a:pt x="844" y="170"/>
                  </a:lnTo>
                  <a:lnTo>
                    <a:pt x="893" y="193"/>
                  </a:lnTo>
                  <a:lnTo>
                    <a:pt x="948" y="222"/>
                  </a:lnTo>
                  <a:lnTo>
                    <a:pt x="973" y="239"/>
                  </a:lnTo>
                  <a:lnTo>
                    <a:pt x="979" y="243"/>
                  </a:lnTo>
                  <a:lnTo>
                    <a:pt x="987" y="243"/>
                  </a:lnTo>
                  <a:lnTo>
                    <a:pt x="992" y="242"/>
                  </a:lnTo>
                  <a:lnTo>
                    <a:pt x="997" y="237"/>
                  </a:lnTo>
                  <a:lnTo>
                    <a:pt x="1004" y="234"/>
                  </a:lnTo>
                  <a:lnTo>
                    <a:pt x="1013" y="232"/>
                  </a:lnTo>
                  <a:lnTo>
                    <a:pt x="1024" y="233"/>
                  </a:lnTo>
                  <a:lnTo>
                    <a:pt x="1053" y="243"/>
                  </a:lnTo>
                  <a:lnTo>
                    <a:pt x="1062" y="248"/>
                  </a:lnTo>
                  <a:lnTo>
                    <a:pt x="1068" y="248"/>
                  </a:lnTo>
                  <a:lnTo>
                    <a:pt x="1073" y="247"/>
                  </a:lnTo>
                  <a:lnTo>
                    <a:pt x="1079" y="244"/>
                  </a:lnTo>
                  <a:lnTo>
                    <a:pt x="1083" y="241"/>
                  </a:lnTo>
                  <a:lnTo>
                    <a:pt x="1088" y="243"/>
                  </a:lnTo>
                  <a:lnTo>
                    <a:pt x="1093" y="250"/>
                  </a:lnTo>
                  <a:lnTo>
                    <a:pt x="1096" y="257"/>
                  </a:lnTo>
                  <a:lnTo>
                    <a:pt x="1105" y="263"/>
                  </a:lnTo>
                  <a:lnTo>
                    <a:pt x="1136" y="263"/>
                  </a:lnTo>
                  <a:lnTo>
                    <a:pt x="1154" y="263"/>
                  </a:lnTo>
                  <a:lnTo>
                    <a:pt x="1165" y="263"/>
                  </a:lnTo>
                  <a:lnTo>
                    <a:pt x="1187" y="264"/>
                  </a:lnTo>
                  <a:lnTo>
                    <a:pt x="1201" y="263"/>
                  </a:lnTo>
                  <a:lnTo>
                    <a:pt x="1207" y="265"/>
                  </a:lnTo>
                  <a:lnTo>
                    <a:pt x="1212" y="268"/>
                  </a:lnTo>
                  <a:lnTo>
                    <a:pt x="1232" y="271"/>
                  </a:lnTo>
                  <a:lnTo>
                    <a:pt x="1237" y="275"/>
                  </a:lnTo>
                  <a:lnTo>
                    <a:pt x="1244" y="273"/>
                  </a:lnTo>
                  <a:lnTo>
                    <a:pt x="1253" y="271"/>
                  </a:lnTo>
                  <a:lnTo>
                    <a:pt x="1269" y="270"/>
                  </a:lnTo>
                  <a:lnTo>
                    <a:pt x="1272" y="274"/>
                  </a:lnTo>
                  <a:lnTo>
                    <a:pt x="1267" y="280"/>
                  </a:lnTo>
                  <a:lnTo>
                    <a:pt x="1259" y="282"/>
                  </a:lnTo>
                  <a:lnTo>
                    <a:pt x="1249" y="283"/>
                  </a:lnTo>
                  <a:lnTo>
                    <a:pt x="1239" y="285"/>
                  </a:lnTo>
                  <a:lnTo>
                    <a:pt x="1232" y="284"/>
                  </a:lnTo>
                  <a:lnTo>
                    <a:pt x="1229" y="287"/>
                  </a:lnTo>
                  <a:lnTo>
                    <a:pt x="1220" y="289"/>
                  </a:lnTo>
                  <a:lnTo>
                    <a:pt x="1209" y="293"/>
                  </a:lnTo>
                  <a:lnTo>
                    <a:pt x="1192" y="294"/>
                  </a:lnTo>
                  <a:lnTo>
                    <a:pt x="1171" y="297"/>
                  </a:lnTo>
                  <a:lnTo>
                    <a:pt x="1150" y="302"/>
                  </a:lnTo>
                  <a:lnTo>
                    <a:pt x="1141" y="303"/>
                  </a:lnTo>
                  <a:lnTo>
                    <a:pt x="1136" y="305"/>
                  </a:lnTo>
                  <a:lnTo>
                    <a:pt x="1131" y="310"/>
                  </a:lnTo>
                  <a:lnTo>
                    <a:pt x="1127" y="317"/>
                  </a:lnTo>
                  <a:lnTo>
                    <a:pt x="1127" y="323"/>
                  </a:lnTo>
                  <a:lnTo>
                    <a:pt x="1129" y="333"/>
                  </a:lnTo>
                  <a:lnTo>
                    <a:pt x="1131" y="347"/>
                  </a:lnTo>
                  <a:lnTo>
                    <a:pt x="1135" y="358"/>
                  </a:lnTo>
                  <a:lnTo>
                    <a:pt x="1139" y="377"/>
                  </a:lnTo>
                  <a:lnTo>
                    <a:pt x="1159" y="413"/>
                  </a:lnTo>
                  <a:lnTo>
                    <a:pt x="1164" y="422"/>
                  </a:lnTo>
                  <a:lnTo>
                    <a:pt x="1174" y="436"/>
                  </a:lnTo>
                  <a:lnTo>
                    <a:pt x="1184" y="447"/>
                  </a:lnTo>
                  <a:lnTo>
                    <a:pt x="1191" y="457"/>
                  </a:lnTo>
                  <a:lnTo>
                    <a:pt x="1194" y="467"/>
                  </a:lnTo>
                  <a:lnTo>
                    <a:pt x="1193" y="475"/>
                  </a:lnTo>
                  <a:lnTo>
                    <a:pt x="1188" y="485"/>
                  </a:lnTo>
                  <a:lnTo>
                    <a:pt x="1183" y="496"/>
                  </a:lnTo>
                  <a:lnTo>
                    <a:pt x="1171" y="501"/>
                  </a:lnTo>
                  <a:lnTo>
                    <a:pt x="1155" y="505"/>
                  </a:lnTo>
                  <a:lnTo>
                    <a:pt x="1145" y="509"/>
                  </a:lnTo>
                  <a:lnTo>
                    <a:pt x="1136" y="512"/>
                  </a:lnTo>
                  <a:lnTo>
                    <a:pt x="1114" y="513"/>
                  </a:lnTo>
                  <a:lnTo>
                    <a:pt x="1106" y="514"/>
                  </a:lnTo>
                  <a:lnTo>
                    <a:pt x="1102" y="511"/>
                  </a:lnTo>
                  <a:lnTo>
                    <a:pt x="1095" y="507"/>
                  </a:lnTo>
                  <a:lnTo>
                    <a:pt x="1094" y="503"/>
                  </a:lnTo>
                  <a:lnTo>
                    <a:pt x="1090" y="498"/>
                  </a:lnTo>
                  <a:lnTo>
                    <a:pt x="1084" y="495"/>
                  </a:lnTo>
                  <a:lnTo>
                    <a:pt x="1062" y="486"/>
                  </a:lnTo>
                  <a:lnTo>
                    <a:pt x="1053" y="484"/>
                  </a:lnTo>
                  <a:lnTo>
                    <a:pt x="1040" y="480"/>
                  </a:lnTo>
                  <a:lnTo>
                    <a:pt x="1028" y="477"/>
                  </a:lnTo>
                  <a:lnTo>
                    <a:pt x="1016" y="475"/>
                  </a:lnTo>
                  <a:lnTo>
                    <a:pt x="991" y="469"/>
                  </a:lnTo>
                  <a:lnTo>
                    <a:pt x="963" y="458"/>
                  </a:lnTo>
                  <a:lnTo>
                    <a:pt x="955" y="453"/>
                  </a:lnTo>
                  <a:lnTo>
                    <a:pt x="945" y="452"/>
                  </a:lnTo>
                  <a:lnTo>
                    <a:pt x="937" y="453"/>
                  </a:lnTo>
                  <a:lnTo>
                    <a:pt x="932" y="456"/>
                  </a:lnTo>
                  <a:lnTo>
                    <a:pt x="928" y="462"/>
                  </a:lnTo>
                  <a:lnTo>
                    <a:pt x="922" y="463"/>
                  </a:lnTo>
                  <a:lnTo>
                    <a:pt x="0" y="202"/>
                  </a:lnTo>
                  <a:lnTo>
                    <a:pt x="46" y="49"/>
                  </a:lnTo>
                  <a:lnTo>
                    <a:pt x="42" y="44"/>
                  </a:lnTo>
                  <a:lnTo>
                    <a:pt x="42" y="38"/>
                  </a:lnTo>
                  <a:lnTo>
                    <a:pt x="40" y="31"/>
                  </a:lnTo>
                  <a:lnTo>
                    <a:pt x="39" y="27"/>
                  </a:lnTo>
                  <a:lnTo>
                    <a:pt x="34" y="18"/>
                  </a:lnTo>
                  <a:lnTo>
                    <a:pt x="36" y="10"/>
                  </a:lnTo>
                  <a:lnTo>
                    <a:pt x="38" y="4"/>
                  </a:lnTo>
                  <a:lnTo>
                    <a:pt x="44" y="0"/>
                  </a:lnTo>
                  <a:lnTo>
                    <a:pt x="53" y="0"/>
                  </a:lnTo>
                  <a:lnTo>
                    <a:pt x="56" y="3"/>
                  </a:lnTo>
                  <a:lnTo>
                    <a:pt x="58" y="9"/>
                  </a:lnTo>
                  <a:lnTo>
                    <a:pt x="56" y="16"/>
                  </a:lnTo>
                  <a:lnTo>
                    <a:pt x="62" y="15"/>
                  </a:lnTo>
                  <a:lnTo>
                    <a:pt x="68" y="16"/>
                  </a:lnTo>
                  <a:lnTo>
                    <a:pt x="73" y="19"/>
                  </a:lnTo>
                  <a:lnTo>
                    <a:pt x="75" y="23"/>
                  </a:lnTo>
                  <a:lnTo>
                    <a:pt x="79" y="25"/>
                  </a:lnTo>
                  <a:lnTo>
                    <a:pt x="87" y="31"/>
                  </a:lnTo>
                  <a:lnTo>
                    <a:pt x="91" y="33"/>
                  </a:lnTo>
                  <a:lnTo>
                    <a:pt x="104" y="30"/>
                  </a:lnTo>
                  <a:lnTo>
                    <a:pt x="112" y="28"/>
                  </a:lnTo>
                  <a:lnTo>
                    <a:pt x="123" y="30"/>
                  </a:lnTo>
                  <a:lnTo>
                    <a:pt x="128" y="32"/>
                  </a:lnTo>
                  <a:lnTo>
                    <a:pt x="183" y="53"/>
                  </a:lnTo>
                  <a:lnTo>
                    <a:pt x="222" y="67"/>
                  </a:lnTo>
                  <a:lnTo>
                    <a:pt x="228" y="61"/>
                  </a:lnTo>
                  <a:lnTo>
                    <a:pt x="233" y="54"/>
                  </a:lnTo>
                  <a:lnTo>
                    <a:pt x="238" y="50"/>
                  </a:lnTo>
                  <a:lnTo>
                    <a:pt x="256" y="49"/>
                  </a:lnTo>
                  <a:lnTo>
                    <a:pt x="271" y="37"/>
                  </a:lnTo>
                  <a:lnTo>
                    <a:pt x="275" y="30"/>
                  </a:lnTo>
                  <a:lnTo>
                    <a:pt x="282" y="25"/>
                  </a:lnTo>
                  <a:lnTo>
                    <a:pt x="292" y="23"/>
                  </a:lnTo>
                  <a:lnTo>
                    <a:pt x="300" y="24"/>
                  </a:lnTo>
                  <a:lnTo>
                    <a:pt x="312" y="22"/>
                  </a:lnTo>
                  <a:lnTo>
                    <a:pt x="324" y="20"/>
                  </a:lnTo>
                  <a:lnTo>
                    <a:pt x="346" y="20"/>
                  </a:lnTo>
                  <a:lnTo>
                    <a:pt x="377" y="18"/>
                  </a:lnTo>
                  <a:lnTo>
                    <a:pt x="423" y="12"/>
                  </a:lnTo>
                  <a:lnTo>
                    <a:pt x="432" y="9"/>
                  </a:lnTo>
                  <a:lnTo>
                    <a:pt x="440" y="11"/>
                  </a:lnTo>
                  <a:lnTo>
                    <a:pt x="445" y="11"/>
                  </a:lnTo>
                  <a:lnTo>
                    <a:pt x="452" y="9"/>
                  </a:lnTo>
                  <a:lnTo>
                    <a:pt x="460" y="6"/>
                  </a:lnTo>
                  <a:lnTo>
                    <a:pt x="467" y="6"/>
                  </a:lnTo>
                  <a:lnTo>
                    <a:pt x="474" y="9"/>
                  </a:lnTo>
                  <a:lnTo>
                    <a:pt x="491" y="19"/>
                  </a:lnTo>
                  <a:lnTo>
                    <a:pt x="500" y="26"/>
                  </a:lnTo>
                  <a:lnTo>
                    <a:pt x="505" y="30"/>
                  </a:lnTo>
                  <a:lnTo>
                    <a:pt x="509" y="35"/>
                  </a:lnTo>
                  <a:lnTo>
                    <a:pt x="511" y="39"/>
                  </a:lnTo>
                  <a:lnTo>
                    <a:pt x="516" y="46"/>
                  </a:lnTo>
                  <a:lnTo>
                    <a:pt x="522" y="44"/>
                  </a:lnTo>
                  <a:lnTo>
                    <a:pt x="528" y="38"/>
                  </a:lnTo>
                  <a:lnTo>
                    <a:pt x="533" y="29"/>
                  </a:lnTo>
                  <a:lnTo>
                    <a:pt x="538" y="24"/>
                  </a:lnTo>
                  <a:lnTo>
                    <a:pt x="544" y="22"/>
                  </a:lnTo>
                  <a:lnTo>
                    <a:pt x="551" y="16"/>
                  </a:lnTo>
                  <a:lnTo>
                    <a:pt x="555" y="12"/>
                  </a:lnTo>
                  <a:lnTo>
                    <a:pt x="560" y="18"/>
                  </a:lnTo>
                  <a:lnTo>
                    <a:pt x="566" y="19"/>
                  </a:lnTo>
                  <a:lnTo>
                    <a:pt x="572" y="22"/>
                  </a:lnTo>
                  <a:lnTo>
                    <a:pt x="579" y="26"/>
                  </a:lnTo>
                  <a:lnTo>
                    <a:pt x="584" y="28"/>
                  </a:lnTo>
                  <a:lnTo>
                    <a:pt x="591" y="41"/>
                  </a:lnTo>
                  <a:lnTo>
                    <a:pt x="593" y="48"/>
                  </a:lnTo>
                  <a:lnTo>
                    <a:pt x="593" y="5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7313878" y="1817519"/>
              <a:ext cx="333" cy="503"/>
            </a:xfrm>
            <a:custGeom>
              <a:avLst/>
              <a:pathLst>
                <a:path w="333" h="503">
                  <a:moveTo>
                    <a:pt x="93" y="501"/>
                  </a:moveTo>
                  <a:lnTo>
                    <a:pt x="79" y="503"/>
                  </a:lnTo>
                  <a:lnTo>
                    <a:pt x="9" y="453"/>
                  </a:lnTo>
                  <a:lnTo>
                    <a:pt x="1" y="441"/>
                  </a:lnTo>
                  <a:lnTo>
                    <a:pt x="0" y="436"/>
                  </a:lnTo>
                  <a:lnTo>
                    <a:pt x="71" y="96"/>
                  </a:lnTo>
                  <a:lnTo>
                    <a:pt x="108" y="27"/>
                  </a:lnTo>
                  <a:lnTo>
                    <a:pt x="115" y="14"/>
                  </a:lnTo>
                  <a:lnTo>
                    <a:pt x="268" y="0"/>
                  </a:lnTo>
                  <a:lnTo>
                    <a:pt x="321" y="4"/>
                  </a:lnTo>
                  <a:lnTo>
                    <a:pt x="331" y="15"/>
                  </a:lnTo>
                  <a:lnTo>
                    <a:pt x="333" y="91"/>
                  </a:lnTo>
                  <a:lnTo>
                    <a:pt x="307" y="205"/>
                  </a:lnTo>
                  <a:lnTo>
                    <a:pt x="303" y="222"/>
                  </a:lnTo>
                  <a:lnTo>
                    <a:pt x="93" y="5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7308227" y="1816307"/>
              <a:ext cx="735" cy="587"/>
            </a:xfrm>
            <a:custGeom>
              <a:avLst/>
              <a:pathLst>
                <a:path w="735" h="587">
                  <a:moveTo>
                    <a:pt x="665" y="448"/>
                  </a:moveTo>
                  <a:lnTo>
                    <a:pt x="656" y="452"/>
                  </a:lnTo>
                  <a:lnTo>
                    <a:pt x="595" y="474"/>
                  </a:lnTo>
                  <a:lnTo>
                    <a:pt x="558" y="472"/>
                  </a:lnTo>
                  <a:lnTo>
                    <a:pt x="547" y="465"/>
                  </a:lnTo>
                  <a:lnTo>
                    <a:pt x="519" y="442"/>
                  </a:lnTo>
                  <a:lnTo>
                    <a:pt x="482" y="419"/>
                  </a:lnTo>
                  <a:lnTo>
                    <a:pt x="457" y="436"/>
                  </a:lnTo>
                  <a:lnTo>
                    <a:pt x="435" y="478"/>
                  </a:lnTo>
                  <a:lnTo>
                    <a:pt x="440" y="494"/>
                  </a:lnTo>
                  <a:lnTo>
                    <a:pt x="426" y="506"/>
                  </a:lnTo>
                  <a:lnTo>
                    <a:pt x="361" y="557"/>
                  </a:lnTo>
                  <a:lnTo>
                    <a:pt x="278" y="587"/>
                  </a:lnTo>
                  <a:lnTo>
                    <a:pt x="169" y="577"/>
                  </a:lnTo>
                  <a:lnTo>
                    <a:pt x="70" y="568"/>
                  </a:lnTo>
                  <a:lnTo>
                    <a:pt x="1" y="554"/>
                  </a:lnTo>
                  <a:lnTo>
                    <a:pt x="0" y="532"/>
                  </a:lnTo>
                  <a:lnTo>
                    <a:pt x="5" y="523"/>
                  </a:lnTo>
                  <a:lnTo>
                    <a:pt x="12" y="512"/>
                  </a:lnTo>
                  <a:lnTo>
                    <a:pt x="63" y="431"/>
                  </a:lnTo>
                  <a:lnTo>
                    <a:pt x="76" y="410"/>
                  </a:lnTo>
                  <a:lnTo>
                    <a:pt x="94" y="386"/>
                  </a:lnTo>
                  <a:lnTo>
                    <a:pt x="262" y="151"/>
                  </a:lnTo>
                  <a:lnTo>
                    <a:pt x="286" y="118"/>
                  </a:lnTo>
                  <a:lnTo>
                    <a:pt x="316" y="92"/>
                  </a:lnTo>
                  <a:lnTo>
                    <a:pt x="463" y="0"/>
                  </a:lnTo>
                  <a:lnTo>
                    <a:pt x="489" y="2"/>
                  </a:lnTo>
                  <a:lnTo>
                    <a:pt x="578" y="11"/>
                  </a:lnTo>
                  <a:lnTo>
                    <a:pt x="593" y="19"/>
                  </a:lnTo>
                  <a:lnTo>
                    <a:pt x="670" y="148"/>
                  </a:lnTo>
                  <a:lnTo>
                    <a:pt x="735" y="258"/>
                  </a:lnTo>
                  <a:lnTo>
                    <a:pt x="665" y="4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7317312" y="1816374"/>
              <a:ext cx="371" cy="381"/>
            </a:xfrm>
            <a:custGeom>
              <a:avLst/>
              <a:pathLst>
                <a:path w="371" h="381">
                  <a:moveTo>
                    <a:pt x="335" y="372"/>
                  </a:moveTo>
                  <a:lnTo>
                    <a:pt x="312" y="381"/>
                  </a:lnTo>
                  <a:lnTo>
                    <a:pt x="125" y="284"/>
                  </a:lnTo>
                  <a:lnTo>
                    <a:pt x="49" y="211"/>
                  </a:lnTo>
                  <a:lnTo>
                    <a:pt x="0" y="62"/>
                  </a:lnTo>
                  <a:lnTo>
                    <a:pt x="97" y="0"/>
                  </a:lnTo>
                  <a:lnTo>
                    <a:pt x="124" y="0"/>
                  </a:lnTo>
                  <a:lnTo>
                    <a:pt x="186" y="71"/>
                  </a:lnTo>
                  <a:lnTo>
                    <a:pt x="276" y="157"/>
                  </a:lnTo>
                  <a:lnTo>
                    <a:pt x="301" y="181"/>
                  </a:lnTo>
                  <a:lnTo>
                    <a:pt x="369" y="235"/>
                  </a:lnTo>
                  <a:lnTo>
                    <a:pt x="371" y="272"/>
                  </a:lnTo>
                  <a:lnTo>
                    <a:pt x="355" y="356"/>
                  </a:lnTo>
                  <a:lnTo>
                    <a:pt x="335" y="3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7313306" y="1814830"/>
              <a:ext cx="993" cy="661"/>
            </a:xfrm>
            <a:custGeom>
              <a:avLst/>
              <a:pathLst>
                <a:path w="993" h="661">
                  <a:moveTo>
                    <a:pt x="615" y="284"/>
                  </a:moveTo>
                  <a:lnTo>
                    <a:pt x="660" y="294"/>
                  </a:lnTo>
                  <a:lnTo>
                    <a:pt x="674" y="243"/>
                  </a:lnTo>
                  <a:lnTo>
                    <a:pt x="685" y="227"/>
                  </a:lnTo>
                  <a:lnTo>
                    <a:pt x="760" y="233"/>
                  </a:lnTo>
                  <a:lnTo>
                    <a:pt x="977" y="431"/>
                  </a:lnTo>
                  <a:lnTo>
                    <a:pt x="991" y="444"/>
                  </a:lnTo>
                  <a:lnTo>
                    <a:pt x="993" y="461"/>
                  </a:lnTo>
                  <a:lnTo>
                    <a:pt x="983" y="479"/>
                  </a:lnTo>
                  <a:lnTo>
                    <a:pt x="835" y="568"/>
                  </a:lnTo>
                  <a:lnTo>
                    <a:pt x="714" y="608"/>
                  </a:lnTo>
                  <a:lnTo>
                    <a:pt x="682" y="619"/>
                  </a:lnTo>
                  <a:lnTo>
                    <a:pt x="676" y="617"/>
                  </a:lnTo>
                  <a:lnTo>
                    <a:pt x="647" y="654"/>
                  </a:lnTo>
                  <a:lnTo>
                    <a:pt x="624" y="661"/>
                  </a:lnTo>
                  <a:lnTo>
                    <a:pt x="601" y="658"/>
                  </a:lnTo>
                  <a:lnTo>
                    <a:pt x="468" y="620"/>
                  </a:lnTo>
                  <a:lnTo>
                    <a:pt x="354" y="596"/>
                  </a:lnTo>
                  <a:lnTo>
                    <a:pt x="357" y="571"/>
                  </a:lnTo>
                  <a:lnTo>
                    <a:pt x="367" y="513"/>
                  </a:lnTo>
                  <a:lnTo>
                    <a:pt x="352" y="524"/>
                  </a:lnTo>
                  <a:lnTo>
                    <a:pt x="323" y="560"/>
                  </a:lnTo>
                  <a:lnTo>
                    <a:pt x="301" y="588"/>
                  </a:lnTo>
                  <a:lnTo>
                    <a:pt x="269" y="619"/>
                  </a:lnTo>
                  <a:lnTo>
                    <a:pt x="246" y="637"/>
                  </a:lnTo>
                  <a:lnTo>
                    <a:pt x="219" y="646"/>
                  </a:lnTo>
                  <a:lnTo>
                    <a:pt x="197" y="644"/>
                  </a:lnTo>
                  <a:lnTo>
                    <a:pt x="174" y="635"/>
                  </a:lnTo>
                  <a:lnTo>
                    <a:pt x="113" y="593"/>
                  </a:lnTo>
                  <a:lnTo>
                    <a:pt x="9" y="566"/>
                  </a:lnTo>
                  <a:lnTo>
                    <a:pt x="5" y="563"/>
                  </a:lnTo>
                  <a:lnTo>
                    <a:pt x="0" y="553"/>
                  </a:lnTo>
                  <a:lnTo>
                    <a:pt x="83" y="495"/>
                  </a:lnTo>
                  <a:lnTo>
                    <a:pt x="156" y="425"/>
                  </a:lnTo>
                  <a:lnTo>
                    <a:pt x="181" y="387"/>
                  </a:lnTo>
                  <a:lnTo>
                    <a:pt x="208" y="228"/>
                  </a:lnTo>
                  <a:lnTo>
                    <a:pt x="200" y="193"/>
                  </a:lnTo>
                  <a:lnTo>
                    <a:pt x="212" y="146"/>
                  </a:lnTo>
                  <a:lnTo>
                    <a:pt x="485" y="14"/>
                  </a:lnTo>
                  <a:lnTo>
                    <a:pt x="566" y="0"/>
                  </a:lnTo>
                  <a:lnTo>
                    <a:pt x="642" y="8"/>
                  </a:lnTo>
                  <a:lnTo>
                    <a:pt x="588" y="96"/>
                  </a:lnTo>
                  <a:lnTo>
                    <a:pt x="554" y="200"/>
                  </a:lnTo>
                  <a:lnTo>
                    <a:pt x="573" y="267"/>
                  </a:lnTo>
                  <a:lnTo>
                    <a:pt x="615" y="2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7317732" y="1815369"/>
              <a:ext cx="827" cy="585"/>
            </a:xfrm>
            <a:custGeom>
              <a:avLst/>
              <a:pathLst>
                <a:path w="827" h="585">
                  <a:moveTo>
                    <a:pt x="796" y="400"/>
                  </a:moveTo>
                  <a:lnTo>
                    <a:pt x="811" y="456"/>
                  </a:lnTo>
                  <a:lnTo>
                    <a:pt x="827" y="515"/>
                  </a:lnTo>
                  <a:lnTo>
                    <a:pt x="823" y="530"/>
                  </a:lnTo>
                  <a:lnTo>
                    <a:pt x="801" y="556"/>
                  </a:lnTo>
                  <a:lnTo>
                    <a:pt x="793" y="561"/>
                  </a:lnTo>
                  <a:lnTo>
                    <a:pt x="745" y="580"/>
                  </a:lnTo>
                  <a:lnTo>
                    <a:pt x="733" y="585"/>
                  </a:lnTo>
                  <a:lnTo>
                    <a:pt x="526" y="414"/>
                  </a:lnTo>
                  <a:lnTo>
                    <a:pt x="353" y="350"/>
                  </a:lnTo>
                  <a:lnTo>
                    <a:pt x="341" y="374"/>
                  </a:lnTo>
                  <a:lnTo>
                    <a:pt x="269" y="417"/>
                  </a:lnTo>
                  <a:lnTo>
                    <a:pt x="146" y="295"/>
                  </a:lnTo>
                  <a:lnTo>
                    <a:pt x="28" y="143"/>
                  </a:lnTo>
                  <a:lnTo>
                    <a:pt x="0" y="86"/>
                  </a:lnTo>
                  <a:lnTo>
                    <a:pt x="18" y="28"/>
                  </a:lnTo>
                  <a:lnTo>
                    <a:pt x="360" y="0"/>
                  </a:lnTo>
                  <a:lnTo>
                    <a:pt x="364" y="2"/>
                  </a:lnTo>
                  <a:lnTo>
                    <a:pt x="399" y="72"/>
                  </a:lnTo>
                  <a:lnTo>
                    <a:pt x="460" y="223"/>
                  </a:lnTo>
                  <a:lnTo>
                    <a:pt x="531" y="296"/>
                  </a:lnTo>
                  <a:lnTo>
                    <a:pt x="710" y="373"/>
                  </a:lnTo>
                  <a:lnTo>
                    <a:pt x="743" y="380"/>
                  </a:lnTo>
                  <a:lnTo>
                    <a:pt x="796" y="40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7318643" y="1815242"/>
              <a:ext cx="1570" cy="1295"/>
            </a:xfrm>
            <a:custGeom>
              <a:avLst/>
              <a:pathLst>
                <a:path w="1570" h="1295">
                  <a:moveTo>
                    <a:pt x="1224" y="538"/>
                  </a:moveTo>
                  <a:lnTo>
                    <a:pt x="1241" y="542"/>
                  </a:lnTo>
                  <a:lnTo>
                    <a:pt x="1270" y="537"/>
                  </a:lnTo>
                  <a:lnTo>
                    <a:pt x="1337" y="435"/>
                  </a:lnTo>
                  <a:lnTo>
                    <a:pt x="1546" y="426"/>
                  </a:lnTo>
                  <a:lnTo>
                    <a:pt x="1570" y="479"/>
                  </a:lnTo>
                  <a:lnTo>
                    <a:pt x="1561" y="496"/>
                  </a:lnTo>
                  <a:lnTo>
                    <a:pt x="1337" y="767"/>
                  </a:lnTo>
                  <a:lnTo>
                    <a:pt x="1140" y="834"/>
                  </a:lnTo>
                  <a:lnTo>
                    <a:pt x="997" y="840"/>
                  </a:lnTo>
                  <a:lnTo>
                    <a:pt x="848" y="803"/>
                  </a:lnTo>
                  <a:lnTo>
                    <a:pt x="748" y="747"/>
                  </a:lnTo>
                  <a:lnTo>
                    <a:pt x="730" y="737"/>
                  </a:lnTo>
                  <a:lnTo>
                    <a:pt x="717" y="736"/>
                  </a:lnTo>
                  <a:lnTo>
                    <a:pt x="685" y="735"/>
                  </a:lnTo>
                  <a:lnTo>
                    <a:pt x="663" y="749"/>
                  </a:lnTo>
                  <a:lnTo>
                    <a:pt x="615" y="857"/>
                  </a:lnTo>
                  <a:lnTo>
                    <a:pt x="612" y="882"/>
                  </a:lnTo>
                  <a:lnTo>
                    <a:pt x="627" y="931"/>
                  </a:lnTo>
                  <a:lnTo>
                    <a:pt x="822" y="1135"/>
                  </a:lnTo>
                  <a:lnTo>
                    <a:pt x="857" y="1159"/>
                  </a:lnTo>
                  <a:lnTo>
                    <a:pt x="986" y="1248"/>
                  </a:lnTo>
                  <a:lnTo>
                    <a:pt x="942" y="1295"/>
                  </a:lnTo>
                  <a:lnTo>
                    <a:pt x="891" y="1286"/>
                  </a:lnTo>
                  <a:lnTo>
                    <a:pt x="770" y="1262"/>
                  </a:lnTo>
                  <a:lnTo>
                    <a:pt x="763" y="1260"/>
                  </a:lnTo>
                  <a:lnTo>
                    <a:pt x="690" y="1228"/>
                  </a:lnTo>
                  <a:lnTo>
                    <a:pt x="614" y="1132"/>
                  </a:lnTo>
                  <a:lnTo>
                    <a:pt x="257" y="1062"/>
                  </a:lnTo>
                  <a:lnTo>
                    <a:pt x="20" y="1016"/>
                  </a:lnTo>
                  <a:lnTo>
                    <a:pt x="6" y="1007"/>
                  </a:lnTo>
                  <a:lnTo>
                    <a:pt x="0" y="905"/>
                  </a:lnTo>
                  <a:lnTo>
                    <a:pt x="2" y="887"/>
                  </a:lnTo>
                  <a:lnTo>
                    <a:pt x="25" y="869"/>
                  </a:lnTo>
                  <a:lnTo>
                    <a:pt x="39" y="860"/>
                  </a:lnTo>
                  <a:lnTo>
                    <a:pt x="38" y="836"/>
                  </a:lnTo>
                  <a:lnTo>
                    <a:pt x="40" y="828"/>
                  </a:lnTo>
                  <a:lnTo>
                    <a:pt x="63" y="826"/>
                  </a:lnTo>
                  <a:lnTo>
                    <a:pt x="111" y="826"/>
                  </a:lnTo>
                  <a:lnTo>
                    <a:pt x="171" y="855"/>
                  </a:lnTo>
                  <a:lnTo>
                    <a:pt x="206" y="862"/>
                  </a:lnTo>
                  <a:lnTo>
                    <a:pt x="223" y="858"/>
                  </a:lnTo>
                  <a:lnTo>
                    <a:pt x="246" y="835"/>
                  </a:lnTo>
                  <a:lnTo>
                    <a:pt x="260" y="807"/>
                  </a:lnTo>
                  <a:lnTo>
                    <a:pt x="265" y="788"/>
                  </a:lnTo>
                  <a:lnTo>
                    <a:pt x="264" y="762"/>
                  </a:lnTo>
                  <a:lnTo>
                    <a:pt x="261" y="749"/>
                  </a:lnTo>
                  <a:lnTo>
                    <a:pt x="245" y="724"/>
                  </a:lnTo>
                  <a:lnTo>
                    <a:pt x="211" y="664"/>
                  </a:lnTo>
                  <a:lnTo>
                    <a:pt x="121" y="584"/>
                  </a:lnTo>
                  <a:lnTo>
                    <a:pt x="83" y="540"/>
                  </a:lnTo>
                  <a:lnTo>
                    <a:pt x="65" y="513"/>
                  </a:lnTo>
                  <a:lnTo>
                    <a:pt x="68" y="497"/>
                  </a:lnTo>
                  <a:lnTo>
                    <a:pt x="107" y="456"/>
                  </a:lnTo>
                  <a:lnTo>
                    <a:pt x="186" y="407"/>
                  </a:lnTo>
                  <a:lnTo>
                    <a:pt x="248" y="411"/>
                  </a:lnTo>
                  <a:lnTo>
                    <a:pt x="300" y="433"/>
                  </a:lnTo>
                  <a:lnTo>
                    <a:pt x="384" y="377"/>
                  </a:lnTo>
                  <a:lnTo>
                    <a:pt x="434" y="304"/>
                  </a:lnTo>
                  <a:lnTo>
                    <a:pt x="417" y="215"/>
                  </a:lnTo>
                  <a:lnTo>
                    <a:pt x="374" y="116"/>
                  </a:lnTo>
                  <a:lnTo>
                    <a:pt x="365" y="107"/>
                  </a:lnTo>
                  <a:lnTo>
                    <a:pt x="483" y="4"/>
                  </a:lnTo>
                  <a:lnTo>
                    <a:pt x="563" y="0"/>
                  </a:lnTo>
                  <a:lnTo>
                    <a:pt x="864" y="328"/>
                  </a:lnTo>
                  <a:lnTo>
                    <a:pt x="1220" y="536"/>
                  </a:lnTo>
                  <a:lnTo>
                    <a:pt x="1224" y="5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7313962" y="1812197"/>
              <a:ext cx="4338" cy="2641"/>
            </a:xfrm>
            <a:custGeom>
              <a:avLst/>
              <a:pathLst>
                <a:path w="4338" h="2641">
                  <a:moveTo>
                    <a:pt x="2200" y="1504"/>
                  </a:moveTo>
                  <a:lnTo>
                    <a:pt x="2274" y="1518"/>
                  </a:lnTo>
                  <a:lnTo>
                    <a:pt x="2422" y="1519"/>
                  </a:lnTo>
                  <a:lnTo>
                    <a:pt x="2661" y="1521"/>
                  </a:lnTo>
                  <a:lnTo>
                    <a:pt x="2921" y="1407"/>
                  </a:lnTo>
                  <a:lnTo>
                    <a:pt x="3091" y="1302"/>
                  </a:lnTo>
                  <a:lnTo>
                    <a:pt x="3088" y="1258"/>
                  </a:lnTo>
                  <a:lnTo>
                    <a:pt x="3087" y="1234"/>
                  </a:lnTo>
                  <a:lnTo>
                    <a:pt x="3082" y="1150"/>
                  </a:lnTo>
                  <a:lnTo>
                    <a:pt x="3118" y="1099"/>
                  </a:lnTo>
                  <a:lnTo>
                    <a:pt x="3172" y="1070"/>
                  </a:lnTo>
                  <a:lnTo>
                    <a:pt x="3392" y="1081"/>
                  </a:lnTo>
                  <a:lnTo>
                    <a:pt x="3376" y="1112"/>
                  </a:lnTo>
                  <a:lnTo>
                    <a:pt x="3361" y="1164"/>
                  </a:lnTo>
                  <a:lnTo>
                    <a:pt x="3370" y="1207"/>
                  </a:lnTo>
                  <a:lnTo>
                    <a:pt x="3390" y="1258"/>
                  </a:lnTo>
                  <a:lnTo>
                    <a:pt x="3420" y="1335"/>
                  </a:lnTo>
                  <a:lnTo>
                    <a:pt x="3483" y="1349"/>
                  </a:lnTo>
                  <a:lnTo>
                    <a:pt x="3532" y="1339"/>
                  </a:lnTo>
                  <a:lnTo>
                    <a:pt x="3582" y="1321"/>
                  </a:lnTo>
                  <a:lnTo>
                    <a:pt x="3621" y="1297"/>
                  </a:lnTo>
                  <a:lnTo>
                    <a:pt x="3634" y="1282"/>
                  </a:lnTo>
                  <a:lnTo>
                    <a:pt x="3647" y="1244"/>
                  </a:lnTo>
                  <a:lnTo>
                    <a:pt x="3648" y="1236"/>
                  </a:lnTo>
                  <a:lnTo>
                    <a:pt x="3649" y="1177"/>
                  </a:lnTo>
                  <a:lnTo>
                    <a:pt x="3891" y="940"/>
                  </a:lnTo>
                  <a:lnTo>
                    <a:pt x="3955" y="882"/>
                  </a:lnTo>
                  <a:lnTo>
                    <a:pt x="3983" y="880"/>
                  </a:lnTo>
                  <a:lnTo>
                    <a:pt x="4229" y="990"/>
                  </a:lnTo>
                  <a:lnTo>
                    <a:pt x="4237" y="995"/>
                  </a:lnTo>
                  <a:lnTo>
                    <a:pt x="4262" y="1032"/>
                  </a:lnTo>
                  <a:lnTo>
                    <a:pt x="4267" y="1063"/>
                  </a:lnTo>
                  <a:lnTo>
                    <a:pt x="4258" y="1101"/>
                  </a:lnTo>
                  <a:lnTo>
                    <a:pt x="4205" y="1146"/>
                  </a:lnTo>
                  <a:lnTo>
                    <a:pt x="4033" y="1243"/>
                  </a:lnTo>
                  <a:lnTo>
                    <a:pt x="4011" y="1240"/>
                  </a:lnTo>
                  <a:lnTo>
                    <a:pt x="3959" y="1190"/>
                  </a:lnTo>
                  <a:lnTo>
                    <a:pt x="3924" y="1193"/>
                  </a:lnTo>
                  <a:lnTo>
                    <a:pt x="3849" y="1219"/>
                  </a:lnTo>
                  <a:lnTo>
                    <a:pt x="3808" y="1276"/>
                  </a:lnTo>
                  <a:lnTo>
                    <a:pt x="3877" y="1477"/>
                  </a:lnTo>
                  <a:lnTo>
                    <a:pt x="3919" y="1600"/>
                  </a:lnTo>
                  <a:lnTo>
                    <a:pt x="3933" y="1623"/>
                  </a:lnTo>
                  <a:lnTo>
                    <a:pt x="3956" y="1637"/>
                  </a:lnTo>
                  <a:lnTo>
                    <a:pt x="4185" y="1677"/>
                  </a:lnTo>
                  <a:lnTo>
                    <a:pt x="4235" y="1686"/>
                  </a:lnTo>
                  <a:lnTo>
                    <a:pt x="4338" y="1768"/>
                  </a:lnTo>
                  <a:lnTo>
                    <a:pt x="4323" y="1793"/>
                  </a:lnTo>
                  <a:lnTo>
                    <a:pt x="4152" y="1991"/>
                  </a:lnTo>
                  <a:lnTo>
                    <a:pt x="3992" y="1878"/>
                  </a:lnTo>
                  <a:lnTo>
                    <a:pt x="3706" y="1745"/>
                  </a:lnTo>
                  <a:lnTo>
                    <a:pt x="3685" y="1741"/>
                  </a:lnTo>
                  <a:lnTo>
                    <a:pt x="3409" y="1775"/>
                  </a:lnTo>
                  <a:lnTo>
                    <a:pt x="3358" y="1781"/>
                  </a:lnTo>
                  <a:lnTo>
                    <a:pt x="3352" y="1784"/>
                  </a:lnTo>
                  <a:lnTo>
                    <a:pt x="3286" y="1824"/>
                  </a:lnTo>
                  <a:lnTo>
                    <a:pt x="3256" y="1870"/>
                  </a:lnTo>
                  <a:lnTo>
                    <a:pt x="2995" y="1943"/>
                  </a:lnTo>
                  <a:lnTo>
                    <a:pt x="2757" y="1863"/>
                  </a:lnTo>
                  <a:lnTo>
                    <a:pt x="2507" y="2096"/>
                  </a:lnTo>
                  <a:lnTo>
                    <a:pt x="2492" y="2096"/>
                  </a:lnTo>
                  <a:lnTo>
                    <a:pt x="2485" y="2093"/>
                  </a:lnTo>
                  <a:lnTo>
                    <a:pt x="2422" y="1996"/>
                  </a:lnTo>
                  <a:lnTo>
                    <a:pt x="2402" y="1964"/>
                  </a:lnTo>
                  <a:lnTo>
                    <a:pt x="2390" y="1901"/>
                  </a:lnTo>
                  <a:lnTo>
                    <a:pt x="2400" y="1867"/>
                  </a:lnTo>
                  <a:lnTo>
                    <a:pt x="2429" y="1838"/>
                  </a:lnTo>
                  <a:lnTo>
                    <a:pt x="2421" y="1808"/>
                  </a:lnTo>
                  <a:lnTo>
                    <a:pt x="2398" y="1785"/>
                  </a:lnTo>
                  <a:lnTo>
                    <a:pt x="2263" y="1780"/>
                  </a:lnTo>
                  <a:lnTo>
                    <a:pt x="2218" y="1784"/>
                  </a:lnTo>
                  <a:lnTo>
                    <a:pt x="1737" y="1945"/>
                  </a:lnTo>
                  <a:lnTo>
                    <a:pt x="1578" y="2054"/>
                  </a:lnTo>
                  <a:lnTo>
                    <a:pt x="1534" y="2101"/>
                  </a:lnTo>
                  <a:lnTo>
                    <a:pt x="1519" y="2123"/>
                  </a:lnTo>
                  <a:lnTo>
                    <a:pt x="1474" y="2188"/>
                  </a:lnTo>
                  <a:lnTo>
                    <a:pt x="1279" y="2180"/>
                  </a:lnTo>
                  <a:lnTo>
                    <a:pt x="1272" y="2178"/>
                  </a:lnTo>
                  <a:lnTo>
                    <a:pt x="1042" y="2098"/>
                  </a:lnTo>
                  <a:lnTo>
                    <a:pt x="712" y="2003"/>
                  </a:lnTo>
                  <a:lnTo>
                    <a:pt x="659" y="2001"/>
                  </a:lnTo>
                  <a:lnTo>
                    <a:pt x="636" y="2006"/>
                  </a:lnTo>
                  <a:lnTo>
                    <a:pt x="296" y="2193"/>
                  </a:lnTo>
                  <a:lnTo>
                    <a:pt x="157" y="2314"/>
                  </a:lnTo>
                  <a:lnTo>
                    <a:pt x="130" y="2337"/>
                  </a:lnTo>
                  <a:lnTo>
                    <a:pt x="106" y="2358"/>
                  </a:lnTo>
                  <a:lnTo>
                    <a:pt x="101" y="2390"/>
                  </a:lnTo>
                  <a:lnTo>
                    <a:pt x="114" y="2461"/>
                  </a:lnTo>
                  <a:lnTo>
                    <a:pt x="125" y="2470"/>
                  </a:lnTo>
                  <a:lnTo>
                    <a:pt x="145" y="2474"/>
                  </a:lnTo>
                  <a:lnTo>
                    <a:pt x="246" y="2493"/>
                  </a:lnTo>
                  <a:lnTo>
                    <a:pt x="243" y="2518"/>
                  </a:lnTo>
                  <a:lnTo>
                    <a:pt x="240" y="2554"/>
                  </a:lnTo>
                  <a:lnTo>
                    <a:pt x="208" y="2627"/>
                  </a:lnTo>
                  <a:lnTo>
                    <a:pt x="190" y="2635"/>
                  </a:lnTo>
                  <a:lnTo>
                    <a:pt x="167" y="2641"/>
                  </a:lnTo>
                  <a:lnTo>
                    <a:pt x="144" y="2640"/>
                  </a:lnTo>
                  <a:lnTo>
                    <a:pt x="56" y="2614"/>
                  </a:lnTo>
                  <a:lnTo>
                    <a:pt x="53" y="2598"/>
                  </a:lnTo>
                  <a:lnTo>
                    <a:pt x="0" y="2339"/>
                  </a:lnTo>
                  <a:lnTo>
                    <a:pt x="52" y="2013"/>
                  </a:lnTo>
                  <a:lnTo>
                    <a:pt x="129" y="1870"/>
                  </a:lnTo>
                  <a:lnTo>
                    <a:pt x="188" y="1790"/>
                  </a:lnTo>
                  <a:lnTo>
                    <a:pt x="260" y="1746"/>
                  </a:lnTo>
                  <a:lnTo>
                    <a:pt x="263" y="1748"/>
                  </a:lnTo>
                  <a:lnTo>
                    <a:pt x="282" y="1744"/>
                  </a:lnTo>
                  <a:lnTo>
                    <a:pt x="573" y="1567"/>
                  </a:lnTo>
                  <a:lnTo>
                    <a:pt x="701" y="1249"/>
                  </a:lnTo>
                  <a:lnTo>
                    <a:pt x="720" y="625"/>
                  </a:lnTo>
                  <a:lnTo>
                    <a:pt x="717" y="601"/>
                  </a:lnTo>
                  <a:lnTo>
                    <a:pt x="618" y="435"/>
                  </a:lnTo>
                  <a:lnTo>
                    <a:pt x="362" y="288"/>
                  </a:lnTo>
                  <a:lnTo>
                    <a:pt x="206" y="198"/>
                  </a:lnTo>
                  <a:lnTo>
                    <a:pt x="254" y="131"/>
                  </a:lnTo>
                  <a:lnTo>
                    <a:pt x="353" y="105"/>
                  </a:lnTo>
                  <a:lnTo>
                    <a:pt x="757" y="0"/>
                  </a:lnTo>
                  <a:lnTo>
                    <a:pt x="762" y="0"/>
                  </a:lnTo>
                  <a:lnTo>
                    <a:pt x="857" y="41"/>
                  </a:lnTo>
                  <a:lnTo>
                    <a:pt x="898" y="70"/>
                  </a:lnTo>
                  <a:lnTo>
                    <a:pt x="960" y="147"/>
                  </a:lnTo>
                  <a:lnTo>
                    <a:pt x="1121" y="387"/>
                  </a:lnTo>
                  <a:lnTo>
                    <a:pt x="1339" y="669"/>
                  </a:lnTo>
                  <a:lnTo>
                    <a:pt x="1516" y="842"/>
                  </a:lnTo>
                  <a:lnTo>
                    <a:pt x="1795" y="1048"/>
                  </a:lnTo>
                  <a:lnTo>
                    <a:pt x="1770" y="1126"/>
                  </a:lnTo>
                  <a:lnTo>
                    <a:pt x="1733" y="1154"/>
                  </a:lnTo>
                  <a:lnTo>
                    <a:pt x="1706" y="1226"/>
                  </a:lnTo>
                  <a:lnTo>
                    <a:pt x="1717" y="1260"/>
                  </a:lnTo>
                  <a:lnTo>
                    <a:pt x="1737" y="1288"/>
                  </a:lnTo>
                  <a:lnTo>
                    <a:pt x="1860" y="1360"/>
                  </a:lnTo>
                  <a:lnTo>
                    <a:pt x="2200" y="15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7312444" y="1811447"/>
              <a:ext cx="317" cy="830"/>
            </a:xfrm>
            <a:custGeom>
              <a:avLst/>
              <a:pathLst>
                <a:path w="317" h="830">
                  <a:moveTo>
                    <a:pt x="236" y="824"/>
                  </a:moveTo>
                  <a:lnTo>
                    <a:pt x="223" y="830"/>
                  </a:lnTo>
                  <a:lnTo>
                    <a:pt x="187" y="814"/>
                  </a:lnTo>
                  <a:lnTo>
                    <a:pt x="149" y="726"/>
                  </a:lnTo>
                  <a:lnTo>
                    <a:pt x="164" y="635"/>
                  </a:lnTo>
                  <a:lnTo>
                    <a:pt x="195" y="614"/>
                  </a:lnTo>
                  <a:lnTo>
                    <a:pt x="212" y="560"/>
                  </a:lnTo>
                  <a:lnTo>
                    <a:pt x="216" y="469"/>
                  </a:lnTo>
                  <a:lnTo>
                    <a:pt x="154" y="292"/>
                  </a:lnTo>
                  <a:lnTo>
                    <a:pt x="93" y="260"/>
                  </a:lnTo>
                  <a:lnTo>
                    <a:pt x="72" y="249"/>
                  </a:lnTo>
                  <a:lnTo>
                    <a:pt x="0" y="94"/>
                  </a:lnTo>
                  <a:lnTo>
                    <a:pt x="12" y="75"/>
                  </a:lnTo>
                  <a:lnTo>
                    <a:pt x="214" y="11"/>
                  </a:lnTo>
                  <a:lnTo>
                    <a:pt x="262" y="0"/>
                  </a:lnTo>
                  <a:lnTo>
                    <a:pt x="279" y="11"/>
                  </a:lnTo>
                  <a:lnTo>
                    <a:pt x="294" y="23"/>
                  </a:lnTo>
                  <a:lnTo>
                    <a:pt x="306" y="41"/>
                  </a:lnTo>
                  <a:lnTo>
                    <a:pt x="317" y="262"/>
                  </a:lnTo>
                  <a:lnTo>
                    <a:pt x="297" y="462"/>
                  </a:lnTo>
                  <a:lnTo>
                    <a:pt x="259" y="781"/>
                  </a:lnTo>
                  <a:lnTo>
                    <a:pt x="251" y="801"/>
                  </a:lnTo>
                  <a:lnTo>
                    <a:pt x="236" y="82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7314915" y="1811725"/>
              <a:ext cx="736" cy="531"/>
            </a:xfrm>
            <a:custGeom>
              <a:avLst/>
              <a:pathLst>
                <a:path w="736" h="531">
                  <a:moveTo>
                    <a:pt x="260" y="529"/>
                  </a:moveTo>
                  <a:lnTo>
                    <a:pt x="117" y="531"/>
                  </a:lnTo>
                  <a:lnTo>
                    <a:pt x="0" y="362"/>
                  </a:lnTo>
                  <a:lnTo>
                    <a:pt x="27" y="289"/>
                  </a:lnTo>
                  <a:lnTo>
                    <a:pt x="67" y="29"/>
                  </a:lnTo>
                  <a:lnTo>
                    <a:pt x="171" y="0"/>
                  </a:lnTo>
                  <a:lnTo>
                    <a:pt x="571" y="28"/>
                  </a:lnTo>
                  <a:lnTo>
                    <a:pt x="687" y="121"/>
                  </a:lnTo>
                  <a:lnTo>
                    <a:pt x="703" y="182"/>
                  </a:lnTo>
                  <a:lnTo>
                    <a:pt x="736" y="315"/>
                  </a:lnTo>
                  <a:lnTo>
                    <a:pt x="631" y="507"/>
                  </a:lnTo>
                  <a:lnTo>
                    <a:pt x="569" y="523"/>
                  </a:lnTo>
                  <a:lnTo>
                    <a:pt x="260" y="52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7326715" y="1812892"/>
              <a:ext cx="1579" cy="1450"/>
            </a:xfrm>
            <a:custGeom>
              <a:avLst/>
              <a:pathLst>
                <a:path w="1579" h="1450">
                  <a:moveTo>
                    <a:pt x="1579" y="330"/>
                  </a:moveTo>
                  <a:lnTo>
                    <a:pt x="1579" y="482"/>
                  </a:lnTo>
                  <a:lnTo>
                    <a:pt x="1543" y="497"/>
                  </a:lnTo>
                  <a:lnTo>
                    <a:pt x="1487" y="472"/>
                  </a:lnTo>
                  <a:lnTo>
                    <a:pt x="1491" y="431"/>
                  </a:lnTo>
                  <a:lnTo>
                    <a:pt x="1471" y="407"/>
                  </a:lnTo>
                  <a:lnTo>
                    <a:pt x="1422" y="346"/>
                  </a:lnTo>
                  <a:lnTo>
                    <a:pt x="1332" y="327"/>
                  </a:lnTo>
                  <a:lnTo>
                    <a:pt x="1282" y="335"/>
                  </a:lnTo>
                  <a:lnTo>
                    <a:pt x="1164" y="379"/>
                  </a:lnTo>
                  <a:lnTo>
                    <a:pt x="1106" y="441"/>
                  </a:lnTo>
                  <a:lnTo>
                    <a:pt x="1091" y="467"/>
                  </a:lnTo>
                  <a:lnTo>
                    <a:pt x="1008" y="614"/>
                  </a:lnTo>
                  <a:lnTo>
                    <a:pt x="1000" y="678"/>
                  </a:lnTo>
                  <a:lnTo>
                    <a:pt x="1245" y="1107"/>
                  </a:lnTo>
                  <a:lnTo>
                    <a:pt x="1278" y="1319"/>
                  </a:lnTo>
                  <a:lnTo>
                    <a:pt x="1275" y="1351"/>
                  </a:lnTo>
                  <a:lnTo>
                    <a:pt x="1268" y="1366"/>
                  </a:lnTo>
                  <a:lnTo>
                    <a:pt x="1080" y="1450"/>
                  </a:lnTo>
                  <a:lnTo>
                    <a:pt x="920" y="1446"/>
                  </a:lnTo>
                  <a:lnTo>
                    <a:pt x="874" y="1424"/>
                  </a:lnTo>
                  <a:lnTo>
                    <a:pt x="848" y="1404"/>
                  </a:lnTo>
                  <a:lnTo>
                    <a:pt x="844" y="1361"/>
                  </a:lnTo>
                  <a:lnTo>
                    <a:pt x="839" y="1323"/>
                  </a:lnTo>
                  <a:lnTo>
                    <a:pt x="893" y="1193"/>
                  </a:lnTo>
                  <a:lnTo>
                    <a:pt x="812" y="939"/>
                  </a:lnTo>
                  <a:lnTo>
                    <a:pt x="784" y="910"/>
                  </a:lnTo>
                  <a:lnTo>
                    <a:pt x="726" y="876"/>
                  </a:lnTo>
                  <a:lnTo>
                    <a:pt x="650" y="864"/>
                  </a:lnTo>
                  <a:lnTo>
                    <a:pt x="607" y="862"/>
                  </a:lnTo>
                  <a:lnTo>
                    <a:pt x="429" y="898"/>
                  </a:lnTo>
                  <a:lnTo>
                    <a:pt x="262" y="1022"/>
                  </a:lnTo>
                  <a:lnTo>
                    <a:pt x="249" y="1075"/>
                  </a:lnTo>
                  <a:lnTo>
                    <a:pt x="184" y="1133"/>
                  </a:lnTo>
                  <a:lnTo>
                    <a:pt x="153" y="1142"/>
                  </a:lnTo>
                  <a:lnTo>
                    <a:pt x="114" y="1149"/>
                  </a:lnTo>
                  <a:lnTo>
                    <a:pt x="100" y="1133"/>
                  </a:lnTo>
                  <a:lnTo>
                    <a:pt x="0" y="947"/>
                  </a:lnTo>
                  <a:lnTo>
                    <a:pt x="29" y="752"/>
                  </a:lnTo>
                  <a:lnTo>
                    <a:pt x="55" y="693"/>
                  </a:lnTo>
                  <a:lnTo>
                    <a:pt x="497" y="347"/>
                  </a:lnTo>
                  <a:lnTo>
                    <a:pt x="519" y="348"/>
                  </a:lnTo>
                  <a:lnTo>
                    <a:pt x="530" y="364"/>
                  </a:lnTo>
                  <a:lnTo>
                    <a:pt x="531" y="377"/>
                  </a:lnTo>
                  <a:lnTo>
                    <a:pt x="598" y="407"/>
                  </a:lnTo>
                  <a:lnTo>
                    <a:pt x="673" y="406"/>
                  </a:lnTo>
                  <a:lnTo>
                    <a:pt x="681" y="406"/>
                  </a:lnTo>
                  <a:lnTo>
                    <a:pt x="729" y="396"/>
                  </a:lnTo>
                  <a:lnTo>
                    <a:pt x="779" y="323"/>
                  </a:lnTo>
                  <a:lnTo>
                    <a:pt x="796" y="207"/>
                  </a:lnTo>
                  <a:lnTo>
                    <a:pt x="797" y="105"/>
                  </a:lnTo>
                  <a:lnTo>
                    <a:pt x="915" y="29"/>
                  </a:lnTo>
                  <a:lnTo>
                    <a:pt x="970" y="24"/>
                  </a:lnTo>
                  <a:lnTo>
                    <a:pt x="1266" y="0"/>
                  </a:lnTo>
                  <a:lnTo>
                    <a:pt x="1316" y="0"/>
                  </a:lnTo>
                  <a:lnTo>
                    <a:pt x="1374" y="23"/>
                  </a:lnTo>
                  <a:lnTo>
                    <a:pt x="1565" y="228"/>
                  </a:lnTo>
                  <a:lnTo>
                    <a:pt x="1579" y="33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7328674" y="1812806"/>
              <a:ext cx="1196" cy="1326"/>
            </a:xfrm>
            <a:custGeom>
              <a:avLst/>
              <a:pathLst>
                <a:path w="1196" h="1326">
                  <a:moveTo>
                    <a:pt x="966" y="230"/>
                  </a:moveTo>
                  <a:lnTo>
                    <a:pt x="1065" y="461"/>
                  </a:lnTo>
                  <a:lnTo>
                    <a:pt x="1107" y="620"/>
                  </a:lnTo>
                  <a:lnTo>
                    <a:pt x="1196" y="1144"/>
                  </a:lnTo>
                  <a:lnTo>
                    <a:pt x="1194" y="1156"/>
                  </a:lnTo>
                  <a:lnTo>
                    <a:pt x="1117" y="1290"/>
                  </a:lnTo>
                  <a:lnTo>
                    <a:pt x="1091" y="1305"/>
                  </a:lnTo>
                  <a:lnTo>
                    <a:pt x="1020" y="1326"/>
                  </a:lnTo>
                  <a:lnTo>
                    <a:pt x="1002" y="1314"/>
                  </a:lnTo>
                  <a:lnTo>
                    <a:pt x="871" y="1181"/>
                  </a:lnTo>
                  <a:lnTo>
                    <a:pt x="851" y="1113"/>
                  </a:lnTo>
                  <a:lnTo>
                    <a:pt x="860" y="1080"/>
                  </a:lnTo>
                  <a:lnTo>
                    <a:pt x="882" y="1054"/>
                  </a:lnTo>
                  <a:lnTo>
                    <a:pt x="883" y="1037"/>
                  </a:lnTo>
                  <a:lnTo>
                    <a:pt x="863" y="884"/>
                  </a:lnTo>
                  <a:lnTo>
                    <a:pt x="744" y="670"/>
                  </a:lnTo>
                  <a:lnTo>
                    <a:pt x="734" y="666"/>
                  </a:lnTo>
                  <a:lnTo>
                    <a:pt x="727" y="666"/>
                  </a:lnTo>
                  <a:lnTo>
                    <a:pt x="521" y="677"/>
                  </a:lnTo>
                  <a:lnTo>
                    <a:pt x="448" y="680"/>
                  </a:lnTo>
                  <a:lnTo>
                    <a:pt x="408" y="687"/>
                  </a:lnTo>
                  <a:lnTo>
                    <a:pt x="230" y="716"/>
                  </a:lnTo>
                  <a:lnTo>
                    <a:pt x="97" y="638"/>
                  </a:lnTo>
                  <a:lnTo>
                    <a:pt x="0" y="523"/>
                  </a:lnTo>
                  <a:lnTo>
                    <a:pt x="47" y="345"/>
                  </a:lnTo>
                  <a:lnTo>
                    <a:pt x="49" y="338"/>
                  </a:lnTo>
                  <a:lnTo>
                    <a:pt x="54" y="317"/>
                  </a:lnTo>
                  <a:lnTo>
                    <a:pt x="75" y="285"/>
                  </a:lnTo>
                  <a:lnTo>
                    <a:pt x="261" y="1"/>
                  </a:lnTo>
                  <a:lnTo>
                    <a:pt x="274" y="0"/>
                  </a:lnTo>
                  <a:lnTo>
                    <a:pt x="330" y="16"/>
                  </a:lnTo>
                  <a:lnTo>
                    <a:pt x="415" y="75"/>
                  </a:lnTo>
                  <a:lnTo>
                    <a:pt x="605" y="246"/>
                  </a:lnTo>
                  <a:lnTo>
                    <a:pt x="692" y="239"/>
                  </a:lnTo>
                  <a:lnTo>
                    <a:pt x="747" y="149"/>
                  </a:lnTo>
                  <a:lnTo>
                    <a:pt x="812" y="62"/>
                  </a:lnTo>
                  <a:lnTo>
                    <a:pt x="847" y="69"/>
                  </a:lnTo>
                  <a:lnTo>
                    <a:pt x="878" y="94"/>
                  </a:lnTo>
                  <a:lnTo>
                    <a:pt x="966" y="23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7327460" y="1810163"/>
              <a:ext cx="795" cy="673"/>
            </a:xfrm>
            <a:custGeom>
              <a:avLst/>
              <a:pathLst>
                <a:path w="795" h="673">
                  <a:moveTo>
                    <a:pt x="772" y="673"/>
                  </a:moveTo>
                  <a:lnTo>
                    <a:pt x="690" y="671"/>
                  </a:lnTo>
                  <a:lnTo>
                    <a:pt x="83" y="296"/>
                  </a:lnTo>
                  <a:lnTo>
                    <a:pt x="18" y="190"/>
                  </a:lnTo>
                  <a:lnTo>
                    <a:pt x="0" y="147"/>
                  </a:lnTo>
                  <a:lnTo>
                    <a:pt x="57" y="89"/>
                  </a:lnTo>
                  <a:lnTo>
                    <a:pt x="306" y="0"/>
                  </a:lnTo>
                  <a:lnTo>
                    <a:pt x="420" y="1"/>
                  </a:lnTo>
                  <a:lnTo>
                    <a:pt x="474" y="24"/>
                  </a:lnTo>
                  <a:lnTo>
                    <a:pt x="560" y="83"/>
                  </a:lnTo>
                  <a:lnTo>
                    <a:pt x="598" y="119"/>
                  </a:lnTo>
                  <a:lnTo>
                    <a:pt x="795" y="658"/>
                  </a:lnTo>
                  <a:lnTo>
                    <a:pt x="772" y="6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7326963" y="1809946"/>
              <a:ext cx="390" cy="325"/>
            </a:xfrm>
            <a:custGeom>
              <a:avLst/>
              <a:pathLst>
                <a:path w="390" h="325">
                  <a:moveTo>
                    <a:pt x="272" y="0"/>
                  </a:moveTo>
                  <a:lnTo>
                    <a:pt x="330" y="15"/>
                  </a:lnTo>
                  <a:lnTo>
                    <a:pt x="340" y="15"/>
                  </a:lnTo>
                  <a:lnTo>
                    <a:pt x="371" y="49"/>
                  </a:lnTo>
                  <a:lnTo>
                    <a:pt x="390" y="103"/>
                  </a:lnTo>
                  <a:lnTo>
                    <a:pt x="389" y="130"/>
                  </a:lnTo>
                  <a:lnTo>
                    <a:pt x="336" y="188"/>
                  </a:lnTo>
                  <a:lnTo>
                    <a:pt x="307" y="218"/>
                  </a:lnTo>
                  <a:lnTo>
                    <a:pt x="47" y="325"/>
                  </a:lnTo>
                  <a:lnTo>
                    <a:pt x="34" y="322"/>
                  </a:lnTo>
                  <a:lnTo>
                    <a:pt x="9" y="302"/>
                  </a:lnTo>
                  <a:lnTo>
                    <a:pt x="0" y="273"/>
                  </a:lnTo>
                  <a:lnTo>
                    <a:pt x="2" y="235"/>
                  </a:lnTo>
                  <a:lnTo>
                    <a:pt x="13" y="71"/>
                  </a:lnTo>
                  <a:lnTo>
                    <a:pt x="83" y="23"/>
                  </a:lnTo>
                  <a:lnTo>
                    <a:pt x="180" y="16"/>
                  </a:lnTo>
                  <a:lnTo>
                    <a:pt x="197" y="9"/>
                  </a:lnTo>
                  <a:lnTo>
                    <a:pt x="272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7321029" y="1808622"/>
              <a:ext cx="1180" cy="530"/>
            </a:xfrm>
            <a:custGeom>
              <a:avLst/>
              <a:pathLst>
                <a:path w="1180" h="530">
                  <a:moveTo>
                    <a:pt x="1037" y="255"/>
                  </a:moveTo>
                  <a:lnTo>
                    <a:pt x="1180" y="408"/>
                  </a:lnTo>
                  <a:lnTo>
                    <a:pt x="1177" y="426"/>
                  </a:lnTo>
                  <a:lnTo>
                    <a:pt x="1119" y="467"/>
                  </a:lnTo>
                  <a:lnTo>
                    <a:pt x="991" y="530"/>
                  </a:lnTo>
                  <a:lnTo>
                    <a:pt x="958" y="527"/>
                  </a:lnTo>
                  <a:lnTo>
                    <a:pt x="833" y="477"/>
                  </a:lnTo>
                  <a:lnTo>
                    <a:pt x="726" y="379"/>
                  </a:lnTo>
                  <a:lnTo>
                    <a:pt x="591" y="279"/>
                  </a:lnTo>
                  <a:lnTo>
                    <a:pt x="442" y="193"/>
                  </a:lnTo>
                  <a:lnTo>
                    <a:pt x="362" y="200"/>
                  </a:lnTo>
                  <a:lnTo>
                    <a:pt x="267" y="314"/>
                  </a:lnTo>
                  <a:lnTo>
                    <a:pt x="250" y="322"/>
                  </a:lnTo>
                  <a:lnTo>
                    <a:pt x="234" y="324"/>
                  </a:lnTo>
                  <a:lnTo>
                    <a:pt x="33" y="352"/>
                  </a:lnTo>
                  <a:lnTo>
                    <a:pt x="15" y="342"/>
                  </a:lnTo>
                  <a:lnTo>
                    <a:pt x="0" y="297"/>
                  </a:lnTo>
                  <a:lnTo>
                    <a:pt x="5" y="247"/>
                  </a:lnTo>
                  <a:lnTo>
                    <a:pt x="257" y="46"/>
                  </a:lnTo>
                  <a:lnTo>
                    <a:pt x="267" y="41"/>
                  </a:lnTo>
                  <a:lnTo>
                    <a:pt x="292" y="27"/>
                  </a:lnTo>
                  <a:lnTo>
                    <a:pt x="309" y="25"/>
                  </a:lnTo>
                  <a:lnTo>
                    <a:pt x="457" y="3"/>
                  </a:lnTo>
                  <a:lnTo>
                    <a:pt x="484" y="0"/>
                  </a:lnTo>
                  <a:lnTo>
                    <a:pt x="518" y="4"/>
                  </a:lnTo>
                  <a:lnTo>
                    <a:pt x="886" y="165"/>
                  </a:lnTo>
                  <a:lnTo>
                    <a:pt x="1037" y="2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7322262" y="1808577"/>
              <a:ext cx="520" cy="599"/>
            </a:xfrm>
            <a:custGeom>
              <a:avLst/>
              <a:pathLst>
                <a:path w="520" h="599">
                  <a:moveTo>
                    <a:pt x="296" y="586"/>
                  </a:moveTo>
                  <a:lnTo>
                    <a:pt x="267" y="599"/>
                  </a:lnTo>
                  <a:lnTo>
                    <a:pt x="213" y="572"/>
                  </a:lnTo>
                  <a:lnTo>
                    <a:pt x="147" y="540"/>
                  </a:lnTo>
                  <a:lnTo>
                    <a:pt x="0" y="442"/>
                  </a:lnTo>
                  <a:lnTo>
                    <a:pt x="10" y="411"/>
                  </a:lnTo>
                  <a:lnTo>
                    <a:pt x="63" y="331"/>
                  </a:lnTo>
                  <a:lnTo>
                    <a:pt x="208" y="326"/>
                  </a:lnTo>
                  <a:lnTo>
                    <a:pt x="87" y="43"/>
                  </a:lnTo>
                  <a:lnTo>
                    <a:pt x="98" y="26"/>
                  </a:lnTo>
                  <a:lnTo>
                    <a:pt x="142" y="11"/>
                  </a:lnTo>
                  <a:lnTo>
                    <a:pt x="154" y="3"/>
                  </a:lnTo>
                  <a:lnTo>
                    <a:pt x="160" y="1"/>
                  </a:lnTo>
                  <a:lnTo>
                    <a:pt x="173" y="0"/>
                  </a:lnTo>
                  <a:lnTo>
                    <a:pt x="184" y="3"/>
                  </a:lnTo>
                  <a:lnTo>
                    <a:pt x="382" y="149"/>
                  </a:lnTo>
                  <a:lnTo>
                    <a:pt x="475" y="267"/>
                  </a:lnTo>
                  <a:lnTo>
                    <a:pt x="514" y="316"/>
                  </a:lnTo>
                  <a:lnTo>
                    <a:pt x="520" y="385"/>
                  </a:lnTo>
                  <a:lnTo>
                    <a:pt x="296" y="58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7323240" y="1807097"/>
              <a:ext cx="1493" cy="972"/>
            </a:xfrm>
            <a:custGeom>
              <a:avLst/>
              <a:pathLst>
                <a:path w="1493" h="972">
                  <a:moveTo>
                    <a:pt x="958" y="567"/>
                  </a:moveTo>
                  <a:lnTo>
                    <a:pt x="998" y="580"/>
                  </a:lnTo>
                  <a:lnTo>
                    <a:pt x="1052" y="558"/>
                  </a:lnTo>
                  <a:lnTo>
                    <a:pt x="1079" y="532"/>
                  </a:lnTo>
                  <a:lnTo>
                    <a:pt x="1107" y="473"/>
                  </a:lnTo>
                  <a:lnTo>
                    <a:pt x="1126" y="387"/>
                  </a:lnTo>
                  <a:lnTo>
                    <a:pt x="1318" y="382"/>
                  </a:lnTo>
                  <a:lnTo>
                    <a:pt x="1460" y="478"/>
                  </a:lnTo>
                  <a:lnTo>
                    <a:pt x="1493" y="546"/>
                  </a:lnTo>
                  <a:lnTo>
                    <a:pt x="1486" y="639"/>
                  </a:lnTo>
                  <a:lnTo>
                    <a:pt x="1438" y="662"/>
                  </a:lnTo>
                  <a:lnTo>
                    <a:pt x="1390" y="672"/>
                  </a:lnTo>
                  <a:lnTo>
                    <a:pt x="1295" y="666"/>
                  </a:lnTo>
                  <a:lnTo>
                    <a:pt x="1182" y="680"/>
                  </a:lnTo>
                  <a:lnTo>
                    <a:pt x="1155" y="716"/>
                  </a:lnTo>
                  <a:lnTo>
                    <a:pt x="1128" y="897"/>
                  </a:lnTo>
                  <a:lnTo>
                    <a:pt x="1067" y="944"/>
                  </a:lnTo>
                  <a:lnTo>
                    <a:pt x="872" y="971"/>
                  </a:lnTo>
                  <a:lnTo>
                    <a:pt x="821" y="972"/>
                  </a:lnTo>
                  <a:lnTo>
                    <a:pt x="735" y="868"/>
                  </a:lnTo>
                  <a:lnTo>
                    <a:pt x="677" y="855"/>
                  </a:lnTo>
                  <a:lnTo>
                    <a:pt x="564" y="865"/>
                  </a:lnTo>
                  <a:lnTo>
                    <a:pt x="431" y="846"/>
                  </a:lnTo>
                  <a:lnTo>
                    <a:pt x="349" y="809"/>
                  </a:lnTo>
                  <a:lnTo>
                    <a:pt x="0" y="551"/>
                  </a:lnTo>
                  <a:lnTo>
                    <a:pt x="0" y="545"/>
                  </a:lnTo>
                  <a:lnTo>
                    <a:pt x="1" y="534"/>
                  </a:lnTo>
                  <a:lnTo>
                    <a:pt x="8" y="524"/>
                  </a:lnTo>
                  <a:lnTo>
                    <a:pt x="24" y="503"/>
                  </a:lnTo>
                  <a:lnTo>
                    <a:pt x="31" y="500"/>
                  </a:lnTo>
                  <a:lnTo>
                    <a:pt x="35" y="498"/>
                  </a:lnTo>
                  <a:lnTo>
                    <a:pt x="152" y="493"/>
                  </a:lnTo>
                  <a:lnTo>
                    <a:pt x="343" y="362"/>
                  </a:lnTo>
                  <a:lnTo>
                    <a:pt x="273" y="211"/>
                  </a:lnTo>
                  <a:lnTo>
                    <a:pt x="275" y="197"/>
                  </a:lnTo>
                  <a:lnTo>
                    <a:pt x="277" y="175"/>
                  </a:lnTo>
                  <a:lnTo>
                    <a:pt x="349" y="40"/>
                  </a:lnTo>
                  <a:lnTo>
                    <a:pt x="461" y="0"/>
                  </a:lnTo>
                  <a:lnTo>
                    <a:pt x="501" y="17"/>
                  </a:lnTo>
                  <a:lnTo>
                    <a:pt x="495" y="51"/>
                  </a:lnTo>
                  <a:lnTo>
                    <a:pt x="908" y="529"/>
                  </a:lnTo>
                  <a:lnTo>
                    <a:pt x="958" y="5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7274426" y="1733981"/>
              <a:ext cx="1306" cy="425"/>
            </a:xfrm>
            <a:custGeom>
              <a:avLst/>
              <a:pathLst>
                <a:path w="1306" h="425">
                  <a:moveTo>
                    <a:pt x="235" y="425"/>
                  </a:moveTo>
                  <a:lnTo>
                    <a:pt x="195" y="422"/>
                  </a:lnTo>
                  <a:lnTo>
                    <a:pt x="177" y="419"/>
                  </a:lnTo>
                  <a:lnTo>
                    <a:pt x="151" y="414"/>
                  </a:lnTo>
                  <a:lnTo>
                    <a:pt x="111" y="398"/>
                  </a:lnTo>
                  <a:lnTo>
                    <a:pt x="101" y="393"/>
                  </a:lnTo>
                  <a:lnTo>
                    <a:pt x="73" y="374"/>
                  </a:lnTo>
                  <a:lnTo>
                    <a:pt x="59" y="359"/>
                  </a:lnTo>
                  <a:lnTo>
                    <a:pt x="47" y="341"/>
                  </a:lnTo>
                  <a:lnTo>
                    <a:pt x="41" y="329"/>
                  </a:lnTo>
                  <a:lnTo>
                    <a:pt x="39" y="317"/>
                  </a:lnTo>
                  <a:lnTo>
                    <a:pt x="36" y="268"/>
                  </a:lnTo>
                  <a:lnTo>
                    <a:pt x="35" y="261"/>
                  </a:lnTo>
                  <a:lnTo>
                    <a:pt x="34" y="256"/>
                  </a:lnTo>
                  <a:lnTo>
                    <a:pt x="31" y="249"/>
                  </a:lnTo>
                  <a:lnTo>
                    <a:pt x="28" y="244"/>
                  </a:lnTo>
                  <a:lnTo>
                    <a:pt x="25" y="241"/>
                  </a:lnTo>
                  <a:lnTo>
                    <a:pt x="8" y="237"/>
                  </a:lnTo>
                  <a:lnTo>
                    <a:pt x="3" y="232"/>
                  </a:lnTo>
                  <a:lnTo>
                    <a:pt x="0" y="222"/>
                  </a:lnTo>
                  <a:lnTo>
                    <a:pt x="0" y="216"/>
                  </a:lnTo>
                  <a:lnTo>
                    <a:pt x="3" y="208"/>
                  </a:lnTo>
                  <a:lnTo>
                    <a:pt x="11" y="202"/>
                  </a:lnTo>
                  <a:lnTo>
                    <a:pt x="28" y="196"/>
                  </a:lnTo>
                  <a:lnTo>
                    <a:pt x="75" y="185"/>
                  </a:lnTo>
                  <a:lnTo>
                    <a:pt x="75" y="69"/>
                  </a:lnTo>
                  <a:lnTo>
                    <a:pt x="77" y="60"/>
                  </a:lnTo>
                  <a:lnTo>
                    <a:pt x="78" y="52"/>
                  </a:lnTo>
                  <a:lnTo>
                    <a:pt x="80" y="46"/>
                  </a:lnTo>
                  <a:lnTo>
                    <a:pt x="83" y="39"/>
                  </a:lnTo>
                  <a:lnTo>
                    <a:pt x="87" y="32"/>
                  </a:lnTo>
                  <a:lnTo>
                    <a:pt x="94" y="25"/>
                  </a:lnTo>
                  <a:lnTo>
                    <a:pt x="99" y="22"/>
                  </a:lnTo>
                  <a:lnTo>
                    <a:pt x="105" y="19"/>
                  </a:lnTo>
                  <a:lnTo>
                    <a:pt x="111" y="17"/>
                  </a:lnTo>
                  <a:lnTo>
                    <a:pt x="115" y="16"/>
                  </a:lnTo>
                  <a:lnTo>
                    <a:pt x="232" y="14"/>
                  </a:lnTo>
                  <a:lnTo>
                    <a:pt x="325" y="12"/>
                  </a:lnTo>
                  <a:lnTo>
                    <a:pt x="769" y="4"/>
                  </a:lnTo>
                  <a:lnTo>
                    <a:pt x="933" y="1"/>
                  </a:lnTo>
                  <a:lnTo>
                    <a:pt x="1034" y="0"/>
                  </a:lnTo>
                  <a:lnTo>
                    <a:pt x="1041" y="1"/>
                  </a:lnTo>
                  <a:lnTo>
                    <a:pt x="1274" y="91"/>
                  </a:lnTo>
                  <a:lnTo>
                    <a:pt x="1287" y="100"/>
                  </a:lnTo>
                  <a:lnTo>
                    <a:pt x="1296" y="112"/>
                  </a:lnTo>
                  <a:lnTo>
                    <a:pt x="1299" y="117"/>
                  </a:lnTo>
                  <a:lnTo>
                    <a:pt x="1302" y="128"/>
                  </a:lnTo>
                  <a:lnTo>
                    <a:pt x="1306" y="363"/>
                  </a:lnTo>
                  <a:lnTo>
                    <a:pt x="1304" y="380"/>
                  </a:lnTo>
                  <a:lnTo>
                    <a:pt x="1301" y="387"/>
                  </a:lnTo>
                  <a:lnTo>
                    <a:pt x="1292" y="398"/>
                  </a:lnTo>
                  <a:lnTo>
                    <a:pt x="1283" y="406"/>
                  </a:lnTo>
                  <a:lnTo>
                    <a:pt x="1269" y="412"/>
                  </a:lnTo>
                  <a:lnTo>
                    <a:pt x="1085" y="414"/>
                  </a:lnTo>
                  <a:lnTo>
                    <a:pt x="1002" y="415"/>
                  </a:lnTo>
                  <a:lnTo>
                    <a:pt x="982" y="416"/>
                  </a:lnTo>
                  <a:lnTo>
                    <a:pt x="976" y="416"/>
                  </a:lnTo>
                  <a:lnTo>
                    <a:pt x="733" y="419"/>
                  </a:lnTo>
                  <a:lnTo>
                    <a:pt x="726" y="419"/>
                  </a:lnTo>
                  <a:lnTo>
                    <a:pt x="338" y="424"/>
                  </a:lnTo>
                  <a:lnTo>
                    <a:pt x="245" y="425"/>
                  </a:lnTo>
                  <a:lnTo>
                    <a:pt x="235" y="4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7196403" y="1635595"/>
              <a:ext cx="4665" cy="1298"/>
            </a:xfrm>
            <a:custGeom>
              <a:avLst/>
              <a:pathLst>
                <a:path w="4665" h="1298">
                  <a:moveTo>
                    <a:pt x="2885" y="100"/>
                  </a:moveTo>
                  <a:lnTo>
                    <a:pt x="2922" y="167"/>
                  </a:lnTo>
                  <a:lnTo>
                    <a:pt x="2924" y="171"/>
                  </a:lnTo>
                  <a:lnTo>
                    <a:pt x="2924" y="203"/>
                  </a:lnTo>
                  <a:lnTo>
                    <a:pt x="2920" y="257"/>
                  </a:lnTo>
                  <a:lnTo>
                    <a:pt x="2916" y="263"/>
                  </a:lnTo>
                  <a:lnTo>
                    <a:pt x="2911" y="270"/>
                  </a:lnTo>
                  <a:lnTo>
                    <a:pt x="2906" y="281"/>
                  </a:lnTo>
                  <a:lnTo>
                    <a:pt x="2907" y="328"/>
                  </a:lnTo>
                  <a:lnTo>
                    <a:pt x="2909" y="333"/>
                  </a:lnTo>
                  <a:lnTo>
                    <a:pt x="2918" y="346"/>
                  </a:lnTo>
                  <a:lnTo>
                    <a:pt x="3020" y="450"/>
                  </a:lnTo>
                  <a:lnTo>
                    <a:pt x="3044" y="470"/>
                  </a:lnTo>
                  <a:lnTo>
                    <a:pt x="3086" y="505"/>
                  </a:lnTo>
                  <a:lnTo>
                    <a:pt x="3091" y="506"/>
                  </a:lnTo>
                  <a:lnTo>
                    <a:pt x="3316" y="560"/>
                  </a:lnTo>
                  <a:lnTo>
                    <a:pt x="3326" y="562"/>
                  </a:lnTo>
                  <a:lnTo>
                    <a:pt x="3335" y="564"/>
                  </a:lnTo>
                  <a:lnTo>
                    <a:pt x="3340" y="564"/>
                  </a:lnTo>
                  <a:lnTo>
                    <a:pt x="3345" y="564"/>
                  </a:lnTo>
                  <a:lnTo>
                    <a:pt x="3351" y="563"/>
                  </a:lnTo>
                  <a:lnTo>
                    <a:pt x="3395" y="545"/>
                  </a:lnTo>
                  <a:lnTo>
                    <a:pt x="3436" y="527"/>
                  </a:lnTo>
                  <a:lnTo>
                    <a:pt x="3442" y="526"/>
                  </a:lnTo>
                  <a:lnTo>
                    <a:pt x="3521" y="518"/>
                  </a:lnTo>
                  <a:lnTo>
                    <a:pt x="3675" y="518"/>
                  </a:lnTo>
                  <a:lnTo>
                    <a:pt x="3747" y="528"/>
                  </a:lnTo>
                  <a:lnTo>
                    <a:pt x="3752" y="529"/>
                  </a:lnTo>
                  <a:lnTo>
                    <a:pt x="4425" y="774"/>
                  </a:lnTo>
                  <a:lnTo>
                    <a:pt x="4515" y="814"/>
                  </a:lnTo>
                  <a:lnTo>
                    <a:pt x="4520" y="817"/>
                  </a:lnTo>
                  <a:lnTo>
                    <a:pt x="4613" y="878"/>
                  </a:lnTo>
                  <a:lnTo>
                    <a:pt x="4621" y="884"/>
                  </a:lnTo>
                  <a:lnTo>
                    <a:pt x="4628" y="888"/>
                  </a:lnTo>
                  <a:lnTo>
                    <a:pt x="4635" y="894"/>
                  </a:lnTo>
                  <a:lnTo>
                    <a:pt x="4643" y="905"/>
                  </a:lnTo>
                  <a:lnTo>
                    <a:pt x="4647" y="912"/>
                  </a:lnTo>
                  <a:lnTo>
                    <a:pt x="4665" y="968"/>
                  </a:lnTo>
                  <a:lnTo>
                    <a:pt x="4665" y="976"/>
                  </a:lnTo>
                  <a:lnTo>
                    <a:pt x="4663" y="983"/>
                  </a:lnTo>
                  <a:lnTo>
                    <a:pt x="4660" y="992"/>
                  </a:lnTo>
                  <a:lnTo>
                    <a:pt x="4647" y="1022"/>
                  </a:lnTo>
                  <a:lnTo>
                    <a:pt x="4635" y="1037"/>
                  </a:lnTo>
                  <a:lnTo>
                    <a:pt x="4625" y="1049"/>
                  </a:lnTo>
                  <a:lnTo>
                    <a:pt x="4619" y="1053"/>
                  </a:lnTo>
                  <a:lnTo>
                    <a:pt x="4116" y="1283"/>
                  </a:lnTo>
                  <a:lnTo>
                    <a:pt x="4104" y="1287"/>
                  </a:lnTo>
                  <a:lnTo>
                    <a:pt x="4067" y="1294"/>
                  </a:lnTo>
                  <a:lnTo>
                    <a:pt x="4058" y="1295"/>
                  </a:lnTo>
                  <a:lnTo>
                    <a:pt x="3986" y="1298"/>
                  </a:lnTo>
                  <a:lnTo>
                    <a:pt x="3870" y="1297"/>
                  </a:lnTo>
                  <a:lnTo>
                    <a:pt x="3855" y="1296"/>
                  </a:lnTo>
                  <a:lnTo>
                    <a:pt x="3372" y="1177"/>
                  </a:lnTo>
                  <a:lnTo>
                    <a:pt x="3267" y="1037"/>
                  </a:lnTo>
                  <a:lnTo>
                    <a:pt x="3258" y="969"/>
                  </a:lnTo>
                  <a:lnTo>
                    <a:pt x="3243" y="926"/>
                  </a:lnTo>
                  <a:lnTo>
                    <a:pt x="3235" y="910"/>
                  </a:lnTo>
                  <a:lnTo>
                    <a:pt x="3210" y="859"/>
                  </a:lnTo>
                  <a:lnTo>
                    <a:pt x="3151" y="763"/>
                  </a:lnTo>
                  <a:lnTo>
                    <a:pt x="3133" y="740"/>
                  </a:lnTo>
                  <a:lnTo>
                    <a:pt x="3115" y="724"/>
                  </a:lnTo>
                  <a:lnTo>
                    <a:pt x="3091" y="709"/>
                  </a:lnTo>
                  <a:lnTo>
                    <a:pt x="3070" y="701"/>
                  </a:lnTo>
                  <a:lnTo>
                    <a:pt x="2985" y="680"/>
                  </a:lnTo>
                  <a:lnTo>
                    <a:pt x="2858" y="649"/>
                  </a:lnTo>
                  <a:lnTo>
                    <a:pt x="2746" y="625"/>
                  </a:lnTo>
                  <a:lnTo>
                    <a:pt x="2508" y="445"/>
                  </a:lnTo>
                  <a:lnTo>
                    <a:pt x="2281" y="457"/>
                  </a:lnTo>
                  <a:lnTo>
                    <a:pt x="2282" y="624"/>
                  </a:lnTo>
                  <a:lnTo>
                    <a:pt x="2282" y="799"/>
                  </a:lnTo>
                  <a:lnTo>
                    <a:pt x="2269" y="800"/>
                  </a:lnTo>
                  <a:lnTo>
                    <a:pt x="927" y="887"/>
                  </a:lnTo>
                  <a:lnTo>
                    <a:pt x="737" y="887"/>
                  </a:lnTo>
                  <a:lnTo>
                    <a:pt x="470" y="711"/>
                  </a:lnTo>
                  <a:lnTo>
                    <a:pt x="60" y="743"/>
                  </a:lnTo>
                  <a:lnTo>
                    <a:pt x="6" y="707"/>
                  </a:lnTo>
                  <a:lnTo>
                    <a:pt x="0" y="617"/>
                  </a:lnTo>
                  <a:lnTo>
                    <a:pt x="2071" y="465"/>
                  </a:lnTo>
                  <a:lnTo>
                    <a:pt x="2538" y="417"/>
                  </a:lnTo>
                  <a:lnTo>
                    <a:pt x="2588" y="371"/>
                  </a:lnTo>
                  <a:lnTo>
                    <a:pt x="2635" y="273"/>
                  </a:lnTo>
                  <a:lnTo>
                    <a:pt x="2636" y="246"/>
                  </a:lnTo>
                  <a:lnTo>
                    <a:pt x="2635" y="227"/>
                  </a:lnTo>
                  <a:lnTo>
                    <a:pt x="2628" y="205"/>
                  </a:lnTo>
                  <a:lnTo>
                    <a:pt x="2575" y="141"/>
                  </a:lnTo>
                  <a:lnTo>
                    <a:pt x="2543" y="103"/>
                  </a:lnTo>
                  <a:lnTo>
                    <a:pt x="2528" y="102"/>
                  </a:lnTo>
                  <a:lnTo>
                    <a:pt x="2519" y="101"/>
                  </a:lnTo>
                  <a:lnTo>
                    <a:pt x="2506" y="98"/>
                  </a:lnTo>
                  <a:lnTo>
                    <a:pt x="2391" y="48"/>
                  </a:lnTo>
                  <a:lnTo>
                    <a:pt x="2424" y="6"/>
                  </a:lnTo>
                  <a:lnTo>
                    <a:pt x="2429" y="3"/>
                  </a:lnTo>
                  <a:lnTo>
                    <a:pt x="2552" y="0"/>
                  </a:lnTo>
                  <a:lnTo>
                    <a:pt x="2870" y="88"/>
                  </a:lnTo>
                  <a:lnTo>
                    <a:pt x="2885" y="10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7217405" y="1597993"/>
              <a:ext cx="417" cy="576"/>
            </a:xfrm>
            <a:custGeom>
              <a:avLst/>
              <a:pathLst>
                <a:path w="417" h="576">
                  <a:moveTo>
                    <a:pt x="125" y="576"/>
                  </a:moveTo>
                  <a:lnTo>
                    <a:pt x="108" y="576"/>
                  </a:lnTo>
                  <a:lnTo>
                    <a:pt x="78" y="557"/>
                  </a:lnTo>
                  <a:lnTo>
                    <a:pt x="0" y="456"/>
                  </a:lnTo>
                  <a:lnTo>
                    <a:pt x="8" y="404"/>
                  </a:lnTo>
                  <a:lnTo>
                    <a:pt x="114" y="219"/>
                  </a:lnTo>
                  <a:lnTo>
                    <a:pt x="159" y="151"/>
                  </a:lnTo>
                  <a:lnTo>
                    <a:pt x="325" y="25"/>
                  </a:lnTo>
                  <a:lnTo>
                    <a:pt x="373" y="0"/>
                  </a:lnTo>
                  <a:lnTo>
                    <a:pt x="415" y="62"/>
                  </a:lnTo>
                  <a:lnTo>
                    <a:pt x="417" y="80"/>
                  </a:lnTo>
                  <a:lnTo>
                    <a:pt x="196" y="523"/>
                  </a:lnTo>
                  <a:lnTo>
                    <a:pt x="174" y="551"/>
                  </a:lnTo>
                  <a:lnTo>
                    <a:pt x="125" y="57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7226387" y="1591365"/>
              <a:ext cx="1315" cy="1988"/>
            </a:xfrm>
            <a:custGeom>
              <a:avLst/>
              <a:pathLst>
                <a:path w="1315" h="1988">
                  <a:moveTo>
                    <a:pt x="524" y="1981"/>
                  </a:moveTo>
                  <a:lnTo>
                    <a:pt x="450" y="1988"/>
                  </a:lnTo>
                  <a:lnTo>
                    <a:pt x="354" y="1974"/>
                  </a:lnTo>
                  <a:lnTo>
                    <a:pt x="343" y="1971"/>
                  </a:lnTo>
                  <a:lnTo>
                    <a:pt x="208" y="1908"/>
                  </a:lnTo>
                  <a:lnTo>
                    <a:pt x="195" y="1902"/>
                  </a:lnTo>
                  <a:lnTo>
                    <a:pt x="175" y="1884"/>
                  </a:lnTo>
                  <a:lnTo>
                    <a:pt x="161" y="1872"/>
                  </a:lnTo>
                  <a:lnTo>
                    <a:pt x="128" y="1840"/>
                  </a:lnTo>
                  <a:lnTo>
                    <a:pt x="54" y="1767"/>
                  </a:lnTo>
                  <a:lnTo>
                    <a:pt x="40" y="1751"/>
                  </a:lnTo>
                  <a:lnTo>
                    <a:pt x="29" y="1726"/>
                  </a:lnTo>
                  <a:lnTo>
                    <a:pt x="16" y="1662"/>
                  </a:lnTo>
                  <a:lnTo>
                    <a:pt x="0" y="1538"/>
                  </a:lnTo>
                  <a:lnTo>
                    <a:pt x="29" y="1168"/>
                  </a:lnTo>
                  <a:lnTo>
                    <a:pt x="32" y="1159"/>
                  </a:lnTo>
                  <a:lnTo>
                    <a:pt x="50" y="1140"/>
                  </a:lnTo>
                  <a:lnTo>
                    <a:pt x="108" y="1100"/>
                  </a:lnTo>
                  <a:lnTo>
                    <a:pt x="459" y="632"/>
                  </a:lnTo>
                  <a:lnTo>
                    <a:pt x="509" y="564"/>
                  </a:lnTo>
                  <a:lnTo>
                    <a:pt x="562" y="478"/>
                  </a:lnTo>
                  <a:lnTo>
                    <a:pt x="596" y="406"/>
                  </a:lnTo>
                  <a:lnTo>
                    <a:pt x="598" y="395"/>
                  </a:lnTo>
                  <a:lnTo>
                    <a:pt x="598" y="349"/>
                  </a:lnTo>
                  <a:lnTo>
                    <a:pt x="599" y="282"/>
                  </a:lnTo>
                  <a:lnTo>
                    <a:pt x="614" y="176"/>
                  </a:lnTo>
                  <a:lnTo>
                    <a:pt x="620" y="160"/>
                  </a:lnTo>
                  <a:lnTo>
                    <a:pt x="648" y="117"/>
                  </a:lnTo>
                  <a:lnTo>
                    <a:pt x="661" y="108"/>
                  </a:lnTo>
                  <a:lnTo>
                    <a:pt x="898" y="2"/>
                  </a:lnTo>
                  <a:lnTo>
                    <a:pt x="910" y="0"/>
                  </a:lnTo>
                  <a:lnTo>
                    <a:pt x="919" y="4"/>
                  </a:lnTo>
                  <a:lnTo>
                    <a:pt x="922" y="18"/>
                  </a:lnTo>
                  <a:lnTo>
                    <a:pt x="920" y="39"/>
                  </a:lnTo>
                  <a:lnTo>
                    <a:pt x="917" y="53"/>
                  </a:lnTo>
                  <a:lnTo>
                    <a:pt x="912" y="67"/>
                  </a:lnTo>
                  <a:lnTo>
                    <a:pt x="842" y="235"/>
                  </a:lnTo>
                  <a:lnTo>
                    <a:pt x="803" y="440"/>
                  </a:lnTo>
                  <a:lnTo>
                    <a:pt x="805" y="449"/>
                  </a:lnTo>
                  <a:lnTo>
                    <a:pt x="947" y="963"/>
                  </a:lnTo>
                  <a:lnTo>
                    <a:pt x="1093" y="1111"/>
                  </a:lnTo>
                  <a:lnTo>
                    <a:pt x="1150" y="1138"/>
                  </a:lnTo>
                  <a:lnTo>
                    <a:pt x="1176" y="1165"/>
                  </a:lnTo>
                  <a:lnTo>
                    <a:pt x="1315" y="1367"/>
                  </a:lnTo>
                  <a:lnTo>
                    <a:pt x="1184" y="1620"/>
                  </a:lnTo>
                  <a:lnTo>
                    <a:pt x="1174" y="1627"/>
                  </a:lnTo>
                  <a:lnTo>
                    <a:pt x="524" y="198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7232365" y="1584387"/>
              <a:ext cx="258" cy="349"/>
            </a:xfrm>
            <a:custGeom>
              <a:avLst/>
              <a:pathLst>
                <a:path w="258" h="349">
                  <a:moveTo>
                    <a:pt x="42" y="0"/>
                  </a:moveTo>
                  <a:lnTo>
                    <a:pt x="60" y="7"/>
                  </a:lnTo>
                  <a:lnTo>
                    <a:pt x="85" y="9"/>
                  </a:lnTo>
                  <a:lnTo>
                    <a:pt x="180" y="88"/>
                  </a:lnTo>
                  <a:lnTo>
                    <a:pt x="253" y="188"/>
                  </a:lnTo>
                  <a:lnTo>
                    <a:pt x="258" y="200"/>
                  </a:lnTo>
                  <a:lnTo>
                    <a:pt x="256" y="220"/>
                  </a:lnTo>
                  <a:lnTo>
                    <a:pt x="252" y="242"/>
                  </a:lnTo>
                  <a:lnTo>
                    <a:pt x="248" y="250"/>
                  </a:lnTo>
                  <a:lnTo>
                    <a:pt x="243" y="258"/>
                  </a:lnTo>
                  <a:lnTo>
                    <a:pt x="229" y="269"/>
                  </a:lnTo>
                  <a:lnTo>
                    <a:pt x="137" y="326"/>
                  </a:lnTo>
                  <a:lnTo>
                    <a:pt x="94" y="347"/>
                  </a:lnTo>
                  <a:lnTo>
                    <a:pt x="81" y="349"/>
                  </a:lnTo>
                  <a:lnTo>
                    <a:pt x="76" y="349"/>
                  </a:lnTo>
                  <a:lnTo>
                    <a:pt x="54" y="348"/>
                  </a:lnTo>
                  <a:lnTo>
                    <a:pt x="45" y="346"/>
                  </a:lnTo>
                  <a:lnTo>
                    <a:pt x="39" y="339"/>
                  </a:lnTo>
                  <a:lnTo>
                    <a:pt x="22" y="306"/>
                  </a:lnTo>
                  <a:lnTo>
                    <a:pt x="6" y="204"/>
                  </a:lnTo>
                  <a:lnTo>
                    <a:pt x="1" y="109"/>
                  </a:lnTo>
                  <a:lnTo>
                    <a:pt x="0" y="48"/>
                  </a:lnTo>
                  <a:lnTo>
                    <a:pt x="3" y="29"/>
                  </a:lnTo>
                  <a:lnTo>
                    <a:pt x="9" y="14"/>
                  </a:lnTo>
                  <a:lnTo>
                    <a:pt x="23" y="4"/>
                  </a:lnTo>
                  <a:lnTo>
                    <a:pt x="42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7239404" y="1583693"/>
              <a:ext cx="237" cy="157"/>
            </a:xfrm>
            <a:custGeom>
              <a:avLst/>
              <a:pathLst>
                <a:path w="237" h="157">
                  <a:moveTo>
                    <a:pt x="73" y="152"/>
                  </a:moveTo>
                  <a:lnTo>
                    <a:pt x="23" y="145"/>
                  </a:lnTo>
                  <a:lnTo>
                    <a:pt x="8" y="130"/>
                  </a:lnTo>
                  <a:lnTo>
                    <a:pt x="1" y="110"/>
                  </a:lnTo>
                  <a:lnTo>
                    <a:pt x="0" y="102"/>
                  </a:lnTo>
                  <a:lnTo>
                    <a:pt x="0" y="65"/>
                  </a:lnTo>
                  <a:lnTo>
                    <a:pt x="3" y="52"/>
                  </a:lnTo>
                  <a:lnTo>
                    <a:pt x="28" y="24"/>
                  </a:lnTo>
                  <a:lnTo>
                    <a:pt x="47" y="12"/>
                  </a:lnTo>
                  <a:lnTo>
                    <a:pt x="67" y="3"/>
                  </a:lnTo>
                  <a:lnTo>
                    <a:pt x="92" y="0"/>
                  </a:lnTo>
                  <a:lnTo>
                    <a:pt x="110" y="2"/>
                  </a:lnTo>
                  <a:lnTo>
                    <a:pt x="210" y="45"/>
                  </a:lnTo>
                  <a:lnTo>
                    <a:pt x="228" y="58"/>
                  </a:lnTo>
                  <a:lnTo>
                    <a:pt x="234" y="75"/>
                  </a:lnTo>
                  <a:lnTo>
                    <a:pt x="237" y="125"/>
                  </a:lnTo>
                  <a:lnTo>
                    <a:pt x="229" y="148"/>
                  </a:lnTo>
                  <a:lnTo>
                    <a:pt x="209" y="157"/>
                  </a:lnTo>
                  <a:lnTo>
                    <a:pt x="131" y="157"/>
                  </a:lnTo>
                  <a:lnTo>
                    <a:pt x="73" y="15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7242711" y="1577762"/>
              <a:ext cx="534" cy="391"/>
            </a:xfrm>
            <a:custGeom>
              <a:avLst/>
              <a:pathLst>
                <a:path w="534" h="391">
                  <a:moveTo>
                    <a:pt x="374" y="391"/>
                  </a:moveTo>
                  <a:lnTo>
                    <a:pt x="327" y="390"/>
                  </a:lnTo>
                  <a:lnTo>
                    <a:pt x="311" y="344"/>
                  </a:lnTo>
                  <a:lnTo>
                    <a:pt x="293" y="330"/>
                  </a:lnTo>
                  <a:lnTo>
                    <a:pt x="233" y="321"/>
                  </a:lnTo>
                  <a:lnTo>
                    <a:pt x="206" y="317"/>
                  </a:lnTo>
                  <a:lnTo>
                    <a:pt x="184" y="314"/>
                  </a:lnTo>
                  <a:lnTo>
                    <a:pt x="168" y="311"/>
                  </a:lnTo>
                  <a:lnTo>
                    <a:pt x="126" y="305"/>
                  </a:lnTo>
                  <a:lnTo>
                    <a:pt x="51" y="290"/>
                  </a:lnTo>
                  <a:lnTo>
                    <a:pt x="3" y="281"/>
                  </a:lnTo>
                  <a:lnTo>
                    <a:pt x="0" y="266"/>
                  </a:lnTo>
                  <a:lnTo>
                    <a:pt x="8" y="251"/>
                  </a:lnTo>
                  <a:lnTo>
                    <a:pt x="42" y="242"/>
                  </a:lnTo>
                  <a:lnTo>
                    <a:pt x="128" y="220"/>
                  </a:lnTo>
                  <a:lnTo>
                    <a:pt x="143" y="218"/>
                  </a:lnTo>
                  <a:lnTo>
                    <a:pt x="165" y="219"/>
                  </a:lnTo>
                  <a:lnTo>
                    <a:pt x="178" y="217"/>
                  </a:lnTo>
                  <a:lnTo>
                    <a:pt x="186" y="210"/>
                  </a:lnTo>
                  <a:lnTo>
                    <a:pt x="194" y="202"/>
                  </a:lnTo>
                  <a:lnTo>
                    <a:pt x="197" y="195"/>
                  </a:lnTo>
                  <a:lnTo>
                    <a:pt x="207" y="168"/>
                  </a:lnTo>
                  <a:lnTo>
                    <a:pt x="207" y="156"/>
                  </a:lnTo>
                  <a:lnTo>
                    <a:pt x="206" y="129"/>
                  </a:lnTo>
                  <a:lnTo>
                    <a:pt x="202" y="116"/>
                  </a:lnTo>
                  <a:lnTo>
                    <a:pt x="200" y="103"/>
                  </a:lnTo>
                  <a:lnTo>
                    <a:pt x="199" y="89"/>
                  </a:lnTo>
                  <a:lnTo>
                    <a:pt x="199" y="80"/>
                  </a:lnTo>
                  <a:lnTo>
                    <a:pt x="202" y="66"/>
                  </a:lnTo>
                  <a:lnTo>
                    <a:pt x="214" y="36"/>
                  </a:lnTo>
                  <a:lnTo>
                    <a:pt x="220" y="27"/>
                  </a:lnTo>
                  <a:lnTo>
                    <a:pt x="229" y="22"/>
                  </a:lnTo>
                  <a:lnTo>
                    <a:pt x="248" y="11"/>
                  </a:lnTo>
                  <a:lnTo>
                    <a:pt x="252" y="9"/>
                  </a:lnTo>
                  <a:lnTo>
                    <a:pt x="281" y="0"/>
                  </a:lnTo>
                  <a:lnTo>
                    <a:pt x="333" y="5"/>
                  </a:lnTo>
                  <a:lnTo>
                    <a:pt x="370" y="20"/>
                  </a:lnTo>
                  <a:lnTo>
                    <a:pt x="381" y="27"/>
                  </a:lnTo>
                  <a:lnTo>
                    <a:pt x="379" y="42"/>
                  </a:lnTo>
                  <a:lnTo>
                    <a:pt x="378" y="54"/>
                  </a:lnTo>
                  <a:lnTo>
                    <a:pt x="366" y="67"/>
                  </a:lnTo>
                  <a:lnTo>
                    <a:pt x="343" y="89"/>
                  </a:lnTo>
                  <a:lnTo>
                    <a:pt x="307" y="114"/>
                  </a:lnTo>
                  <a:lnTo>
                    <a:pt x="298" y="117"/>
                  </a:lnTo>
                  <a:lnTo>
                    <a:pt x="294" y="124"/>
                  </a:lnTo>
                  <a:lnTo>
                    <a:pt x="293" y="134"/>
                  </a:lnTo>
                  <a:lnTo>
                    <a:pt x="295" y="146"/>
                  </a:lnTo>
                  <a:lnTo>
                    <a:pt x="303" y="192"/>
                  </a:lnTo>
                  <a:lnTo>
                    <a:pt x="330" y="198"/>
                  </a:lnTo>
                  <a:lnTo>
                    <a:pt x="345" y="202"/>
                  </a:lnTo>
                  <a:lnTo>
                    <a:pt x="375" y="209"/>
                  </a:lnTo>
                  <a:lnTo>
                    <a:pt x="486" y="245"/>
                  </a:lnTo>
                  <a:lnTo>
                    <a:pt x="501" y="250"/>
                  </a:lnTo>
                  <a:lnTo>
                    <a:pt x="523" y="264"/>
                  </a:lnTo>
                  <a:lnTo>
                    <a:pt x="534" y="309"/>
                  </a:lnTo>
                  <a:lnTo>
                    <a:pt x="523" y="344"/>
                  </a:lnTo>
                  <a:lnTo>
                    <a:pt x="390" y="366"/>
                  </a:lnTo>
                  <a:lnTo>
                    <a:pt x="374" y="39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7250002" y="1571646"/>
              <a:ext cx="330" cy="636"/>
            </a:xfrm>
            <a:custGeom>
              <a:avLst/>
              <a:pathLst>
                <a:path w="330" h="636">
                  <a:moveTo>
                    <a:pt x="306" y="636"/>
                  </a:moveTo>
                  <a:lnTo>
                    <a:pt x="291" y="636"/>
                  </a:lnTo>
                  <a:lnTo>
                    <a:pt x="124" y="560"/>
                  </a:lnTo>
                  <a:lnTo>
                    <a:pt x="31" y="468"/>
                  </a:lnTo>
                  <a:lnTo>
                    <a:pt x="0" y="372"/>
                  </a:lnTo>
                  <a:lnTo>
                    <a:pt x="1" y="348"/>
                  </a:lnTo>
                  <a:lnTo>
                    <a:pt x="94" y="67"/>
                  </a:lnTo>
                  <a:lnTo>
                    <a:pt x="97" y="51"/>
                  </a:lnTo>
                  <a:lnTo>
                    <a:pt x="107" y="34"/>
                  </a:lnTo>
                  <a:lnTo>
                    <a:pt x="126" y="6"/>
                  </a:lnTo>
                  <a:lnTo>
                    <a:pt x="137" y="1"/>
                  </a:lnTo>
                  <a:lnTo>
                    <a:pt x="148" y="0"/>
                  </a:lnTo>
                  <a:lnTo>
                    <a:pt x="161" y="8"/>
                  </a:lnTo>
                  <a:lnTo>
                    <a:pt x="168" y="16"/>
                  </a:lnTo>
                  <a:lnTo>
                    <a:pt x="171" y="27"/>
                  </a:lnTo>
                  <a:lnTo>
                    <a:pt x="180" y="119"/>
                  </a:lnTo>
                  <a:lnTo>
                    <a:pt x="188" y="214"/>
                  </a:lnTo>
                  <a:lnTo>
                    <a:pt x="193" y="262"/>
                  </a:lnTo>
                  <a:lnTo>
                    <a:pt x="198" y="277"/>
                  </a:lnTo>
                  <a:lnTo>
                    <a:pt x="256" y="420"/>
                  </a:lnTo>
                  <a:lnTo>
                    <a:pt x="274" y="433"/>
                  </a:lnTo>
                  <a:lnTo>
                    <a:pt x="312" y="460"/>
                  </a:lnTo>
                  <a:lnTo>
                    <a:pt x="314" y="473"/>
                  </a:lnTo>
                  <a:lnTo>
                    <a:pt x="326" y="564"/>
                  </a:lnTo>
                  <a:lnTo>
                    <a:pt x="330" y="617"/>
                  </a:lnTo>
                  <a:lnTo>
                    <a:pt x="323" y="627"/>
                  </a:lnTo>
                  <a:lnTo>
                    <a:pt x="315" y="632"/>
                  </a:lnTo>
                  <a:lnTo>
                    <a:pt x="306" y="63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7255972" y="1563699"/>
              <a:ext cx="446" cy="413"/>
            </a:xfrm>
            <a:custGeom>
              <a:avLst/>
              <a:pathLst>
                <a:path w="446" h="413">
                  <a:moveTo>
                    <a:pt x="44" y="412"/>
                  </a:moveTo>
                  <a:lnTo>
                    <a:pt x="28" y="412"/>
                  </a:lnTo>
                  <a:lnTo>
                    <a:pt x="3" y="394"/>
                  </a:lnTo>
                  <a:lnTo>
                    <a:pt x="0" y="388"/>
                  </a:lnTo>
                  <a:lnTo>
                    <a:pt x="4" y="380"/>
                  </a:lnTo>
                  <a:lnTo>
                    <a:pt x="18" y="358"/>
                  </a:lnTo>
                  <a:lnTo>
                    <a:pt x="24" y="353"/>
                  </a:lnTo>
                  <a:lnTo>
                    <a:pt x="32" y="351"/>
                  </a:lnTo>
                  <a:lnTo>
                    <a:pt x="51" y="344"/>
                  </a:lnTo>
                  <a:lnTo>
                    <a:pt x="58" y="341"/>
                  </a:lnTo>
                  <a:lnTo>
                    <a:pt x="65" y="338"/>
                  </a:lnTo>
                  <a:lnTo>
                    <a:pt x="91" y="326"/>
                  </a:lnTo>
                  <a:lnTo>
                    <a:pt x="118" y="288"/>
                  </a:lnTo>
                  <a:lnTo>
                    <a:pt x="133" y="267"/>
                  </a:lnTo>
                  <a:lnTo>
                    <a:pt x="135" y="233"/>
                  </a:lnTo>
                  <a:lnTo>
                    <a:pt x="131" y="213"/>
                  </a:lnTo>
                  <a:lnTo>
                    <a:pt x="116" y="181"/>
                  </a:lnTo>
                  <a:lnTo>
                    <a:pt x="88" y="115"/>
                  </a:lnTo>
                  <a:lnTo>
                    <a:pt x="91" y="108"/>
                  </a:lnTo>
                  <a:lnTo>
                    <a:pt x="203" y="54"/>
                  </a:lnTo>
                  <a:lnTo>
                    <a:pt x="318" y="20"/>
                  </a:lnTo>
                  <a:lnTo>
                    <a:pt x="360" y="8"/>
                  </a:lnTo>
                  <a:lnTo>
                    <a:pt x="401" y="0"/>
                  </a:lnTo>
                  <a:lnTo>
                    <a:pt x="406" y="0"/>
                  </a:lnTo>
                  <a:lnTo>
                    <a:pt x="428" y="18"/>
                  </a:lnTo>
                  <a:lnTo>
                    <a:pt x="443" y="41"/>
                  </a:lnTo>
                  <a:lnTo>
                    <a:pt x="446" y="64"/>
                  </a:lnTo>
                  <a:lnTo>
                    <a:pt x="438" y="79"/>
                  </a:lnTo>
                  <a:lnTo>
                    <a:pt x="389" y="164"/>
                  </a:lnTo>
                  <a:lnTo>
                    <a:pt x="311" y="247"/>
                  </a:lnTo>
                  <a:lnTo>
                    <a:pt x="302" y="257"/>
                  </a:lnTo>
                  <a:lnTo>
                    <a:pt x="214" y="349"/>
                  </a:lnTo>
                  <a:lnTo>
                    <a:pt x="199" y="360"/>
                  </a:lnTo>
                  <a:lnTo>
                    <a:pt x="187" y="367"/>
                  </a:lnTo>
                  <a:lnTo>
                    <a:pt x="109" y="402"/>
                  </a:lnTo>
                  <a:lnTo>
                    <a:pt x="70" y="413"/>
                  </a:lnTo>
                  <a:lnTo>
                    <a:pt x="44" y="4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7256964" y="1563438"/>
              <a:ext cx="1274" cy="411"/>
            </a:xfrm>
            <a:custGeom>
              <a:avLst/>
              <a:pathLst>
                <a:path w="1274" h="411">
                  <a:moveTo>
                    <a:pt x="1059" y="248"/>
                  </a:moveTo>
                  <a:lnTo>
                    <a:pt x="1007" y="245"/>
                  </a:lnTo>
                  <a:lnTo>
                    <a:pt x="990" y="241"/>
                  </a:lnTo>
                  <a:lnTo>
                    <a:pt x="970" y="244"/>
                  </a:lnTo>
                  <a:lnTo>
                    <a:pt x="956" y="255"/>
                  </a:lnTo>
                  <a:lnTo>
                    <a:pt x="942" y="272"/>
                  </a:lnTo>
                  <a:lnTo>
                    <a:pt x="932" y="302"/>
                  </a:lnTo>
                  <a:lnTo>
                    <a:pt x="933" y="313"/>
                  </a:lnTo>
                  <a:lnTo>
                    <a:pt x="931" y="343"/>
                  </a:lnTo>
                  <a:lnTo>
                    <a:pt x="919" y="374"/>
                  </a:lnTo>
                  <a:lnTo>
                    <a:pt x="908" y="377"/>
                  </a:lnTo>
                  <a:lnTo>
                    <a:pt x="877" y="385"/>
                  </a:lnTo>
                  <a:lnTo>
                    <a:pt x="742" y="354"/>
                  </a:lnTo>
                  <a:lnTo>
                    <a:pt x="725" y="322"/>
                  </a:lnTo>
                  <a:lnTo>
                    <a:pt x="714" y="303"/>
                  </a:lnTo>
                  <a:lnTo>
                    <a:pt x="693" y="287"/>
                  </a:lnTo>
                  <a:lnTo>
                    <a:pt x="672" y="283"/>
                  </a:lnTo>
                  <a:lnTo>
                    <a:pt x="609" y="286"/>
                  </a:lnTo>
                  <a:lnTo>
                    <a:pt x="539" y="312"/>
                  </a:lnTo>
                  <a:lnTo>
                    <a:pt x="494" y="335"/>
                  </a:lnTo>
                  <a:lnTo>
                    <a:pt x="432" y="393"/>
                  </a:lnTo>
                  <a:lnTo>
                    <a:pt x="375" y="406"/>
                  </a:lnTo>
                  <a:lnTo>
                    <a:pt x="313" y="372"/>
                  </a:lnTo>
                  <a:lnTo>
                    <a:pt x="206" y="389"/>
                  </a:lnTo>
                  <a:lnTo>
                    <a:pt x="133" y="411"/>
                  </a:lnTo>
                  <a:lnTo>
                    <a:pt x="27" y="372"/>
                  </a:lnTo>
                  <a:lnTo>
                    <a:pt x="0" y="331"/>
                  </a:lnTo>
                  <a:lnTo>
                    <a:pt x="19" y="258"/>
                  </a:lnTo>
                  <a:lnTo>
                    <a:pt x="45" y="237"/>
                  </a:lnTo>
                  <a:lnTo>
                    <a:pt x="61" y="231"/>
                  </a:lnTo>
                  <a:lnTo>
                    <a:pt x="116" y="201"/>
                  </a:lnTo>
                  <a:lnTo>
                    <a:pt x="138" y="158"/>
                  </a:lnTo>
                  <a:lnTo>
                    <a:pt x="173" y="94"/>
                  </a:lnTo>
                  <a:lnTo>
                    <a:pt x="187" y="77"/>
                  </a:lnTo>
                  <a:lnTo>
                    <a:pt x="198" y="72"/>
                  </a:lnTo>
                  <a:lnTo>
                    <a:pt x="260" y="44"/>
                  </a:lnTo>
                  <a:lnTo>
                    <a:pt x="273" y="39"/>
                  </a:lnTo>
                  <a:lnTo>
                    <a:pt x="298" y="63"/>
                  </a:lnTo>
                  <a:lnTo>
                    <a:pt x="318" y="81"/>
                  </a:lnTo>
                  <a:lnTo>
                    <a:pt x="396" y="135"/>
                  </a:lnTo>
                  <a:lnTo>
                    <a:pt x="436" y="150"/>
                  </a:lnTo>
                  <a:lnTo>
                    <a:pt x="468" y="157"/>
                  </a:lnTo>
                  <a:lnTo>
                    <a:pt x="687" y="204"/>
                  </a:lnTo>
                  <a:lnTo>
                    <a:pt x="814" y="202"/>
                  </a:lnTo>
                  <a:lnTo>
                    <a:pt x="885" y="189"/>
                  </a:lnTo>
                  <a:lnTo>
                    <a:pt x="939" y="160"/>
                  </a:lnTo>
                  <a:lnTo>
                    <a:pt x="963" y="142"/>
                  </a:lnTo>
                  <a:lnTo>
                    <a:pt x="982" y="112"/>
                  </a:lnTo>
                  <a:lnTo>
                    <a:pt x="985" y="103"/>
                  </a:lnTo>
                  <a:lnTo>
                    <a:pt x="999" y="55"/>
                  </a:lnTo>
                  <a:lnTo>
                    <a:pt x="1002" y="28"/>
                  </a:lnTo>
                  <a:lnTo>
                    <a:pt x="999" y="3"/>
                  </a:lnTo>
                  <a:lnTo>
                    <a:pt x="1010" y="0"/>
                  </a:lnTo>
                  <a:lnTo>
                    <a:pt x="1090" y="11"/>
                  </a:lnTo>
                  <a:lnTo>
                    <a:pt x="1204" y="84"/>
                  </a:lnTo>
                  <a:lnTo>
                    <a:pt x="1218" y="94"/>
                  </a:lnTo>
                  <a:lnTo>
                    <a:pt x="1271" y="163"/>
                  </a:lnTo>
                  <a:lnTo>
                    <a:pt x="1274" y="173"/>
                  </a:lnTo>
                  <a:lnTo>
                    <a:pt x="1240" y="230"/>
                  </a:lnTo>
                  <a:lnTo>
                    <a:pt x="1209" y="238"/>
                  </a:lnTo>
                  <a:lnTo>
                    <a:pt x="1186" y="242"/>
                  </a:lnTo>
                  <a:lnTo>
                    <a:pt x="1167" y="245"/>
                  </a:lnTo>
                  <a:lnTo>
                    <a:pt x="1130" y="251"/>
                  </a:lnTo>
                  <a:lnTo>
                    <a:pt x="1059" y="2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7282787" y="1550056"/>
              <a:ext cx="451" cy="728"/>
            </a:xfrm>
            <a:custGeom>
              <a:avLst/>
              <a:pathLst>
                <a:path w="451" h="728">
                  <a:moveTo>
                    <a:pt x="114" y="709"/>
                  </a:moveTo>
                  <a:lnTo>
                    <a:pt x="31" y="728"/>
                  </a:lnTo>
                  <a:lnTo>
                    <a:pt x="18" y="722"/>
                  </a:lnTo>
                  <a:lnTo>
                    <a:pt x="10" y="717"/>
                  </a:lnTo>
                  <a:lnTo>
                    <a:pt x="0" y="690"/>
                  </a:lnTo>
                  <a:lnTo>
                    <a:pt x="14" y="648"/>
                  </a:lnTo>
                  <a:lnTo>
                    <a:pt x="41" y="592"/>
                  </a:lnTo>
                  <a:lnTo>
                    <a:pt x="179" y="126"/>
                  </a:lnTo>
                  <a:lnTo>
                    <a:pt x="223" y="89"/>
                  </a:lnTo>
                  <a:lnTo>
                    <a:pt x="320" y="4"/>
                  </a:lnTo>
                  <a:lnTo>
                    <a:pt x="325" y="0"/>
                  </a:lnTo>
                  <a:lnTo>
                    <a:pt x="334" y="0"/>
                  </a:lnTo>
                  <a:lnTo>
                    <a:pt x="353" y="33"/>
                  </a:lnTo>
                  <a:lnTo>
                    <a:pt x="446" y="248"/>
                  </a:lnTo>
                  <a:lnTo>
                    <a:pt x="451" y="270"/>
                  </a:lnTo>
                  <a:lnTo>
                    <a:pt x="451" y="287"/>
                  </a:lnTo>
                  <a:lnTo>
                    <a:pt x="451" y="296"/>
                  </a:lnTo>
                  <a:lnTo>
                    <a:pt x="440" y="312"/>
                  </a:lnTo>
                  <a:lnTo>
                    <a:pt x="430" y="323"/>
                  </a:lnTo>
                  <a:lnTo>
                    <a:pt x="413" y="338"/>
                  </a:lnTo>
                  <a:lnTo>
                    <a:pt x="229" y="612"/>
                  </a:lnTo>
                  <a:lnTo>
                    <a:pt x="199" y="658"/>
                  </a:lnTo>
                  <a:lnTo>
                    <a:pt x="127" y="704"/>
                  </a:lnTo>
                  <a:lnTo>
                    <a:pt x="114" y="7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7307315" y="1548947"/>
              <a:ext cx="570" cy="396"/>
            </a:xfrm>
            <a:custGeom>
              <a:avLst/>
              <a:pathLst>
                <a:path w="570" h="396">
                  <a:moveTo>
                    <a:pt x="558" y="384"/>
                  </a:moveTo>
                  <a:lnTo>
                    <a:pt x="545" y="393"/>
                  </a:lnTo>
                  <a:lnTo>
                    <a:pt x="527" y="396"/>
                  </a:lnTo>
                  <a:lnTo>
                    <a:pt x="508" y="391"/>
                  </a:lnTo>
                  <a:lnTo>
                    <a:pt x="394" y="367"/>
                  </a:lnTo>
                  <a:lnTo>
                    <a:pt x="263" y="348"/>
                  </a:lnTo>
                  <a:lnTo>
                    <a:pt x="252" y="345"/>
                  </a:lnTo>
                  <a:lnTo>
                    <a:pt x="235" y="313"/>
                  </a:lnTo>
                  <a:lnTo>
                    <a:pt x="233" y="296"/>
                  </a:lnTo>
                  <a:lnTo>
                    <a:pt x="237" y="288"/>
                  </a:lnTo>
                  <a:lnTo>
                    <a:pt x="248" y="278"/>
                  </a:lnTo>
                  <a:lnTo>
                    <a:pt x="257" y="271"/>
                  </a:lnTo>
                  <a:lnTo>
                    <a:pt x="268" y="267"/>
                  </a:lnTo>
                  <a:lnTo>
                    <a:pt x="280" y="264"/>
                  </a:lnTo>
                  <a:lnTo>
                    <a:pt x="288" y="257"/>
                  </a:lnTo>
                  <a:lnTo>
                    <a:pt x="289" y="249"/>
                  </a:lnTo>
                  <a:lnTo>
                    <a:pt x="287" y="234"/>
                  </a:lnTo>
                  <a:lnTo>
                    <a:pt x="278" y="224"/>
                  </a:lnTo>
                  <a:lnTo>
                    <a:pt x="199" y="163"/>
                  </a:lnTo>
                  <a:lnTo>
                    <a:pt x="136" y="113"/>
                  </a:lnTo>
                  <a:lnTo>
                    <a:pt x="43" y="93"/>
                  </a:lnTo>
                  <a:lnTo>
                    <a:pt x="27" y="82"/>
                  </a:lnTo>
                  <a:lnTo>
                    <a:pt x="14" y="55"/>
                  </a:lnTo>
                  <a:lnTo>
                    <a:pt x="0" y="6"/>
                  </a:lnTo>
                  <a:lnTo>
                    <a:pt x="4" y="2"/>
                  </a:lnTo>
                  <a:lnTo>
                    <a:pt x="11" y="0"/>
                  </a:lnTo>
                  <a:lnTo>
                    <a:pt x="23" y="0"/>
                  </a:lnTo>
                  <a:lnTo>
                    <a:pt x="116" y="23"/>
                  </a:lnTo>
                  <a:lnTo>
                    <a:pt x="204" y="44"/>
                  </a:lnTo>
                  <a:lnTo>
                    <a:pt x="491" y="124"/>
                  </a:lnTo>
                  <a:lnTo>
                    <a:pt x="503" y="127"/>
                  </a:lnTo>
                  <a:lnTo>
                    <a:pt x="522" y="149"/>
                  </a:lnTo>
                  <a:lnTo>
                    <a:pt x="566" y="314"/>
                  </a:lnTo>
                  <a:lnTo>
                    <a:pt x="570" y="329"/>
                  </a:lnTo>
                  <a:lnTo>
                    <a:pt x="568" y="361"/>
                  </a:lnTo>
                  <a:lnTo>
                    <a:pt x="567" y="371"/>
                  </a:lnTo>
                  <a:lnTo>
                    <a:pt x="558" y="3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7213274" y="1524421"/>
              <a:ext cx="258" cy="296"/>
            </a:xfrm>
            <a:custGeom>
              <a:avLst/>
              <a:pathLst>
                <a:path w="258" h="296">
                  <a:moveTo>
                    <a:pt x="111" y="289"/>
                  </a:moveTo>
                  <a:lnTo>
                    <a:pt x="74" y="296"/>
                  </a:lnTo>
                  <a:lnTo>
                    <a:pt x="21" y="255"/>
                  </a:lnTo>
                  <a:lnTo>
                    <a:pt x="13" y="248"/>
                  </a:lnTo>
                  <a:lnTo>
                    <a:pt x="4" y="182"/>
                  </a:lnTo>
                  <a:lnTo>
                    <a:pt x="0" y="114"/>
                  </a:lnTo>
                  <a:lnTo>
                    <a:pt x="14" y="81"/>
                  </a:lnTo>
                  <a:lnTo>
                    <a:pt x="21" y="68"/>
                  </a:lnTo>
                  <a:lnTo>
                    <a:pt x="37" y="46"/>
                  </a:lnTo>
                  <a:lnTo>
                    <a:pt x="46" y="38"/>
                  </a:lnTo>
                  <a:lnTo>
                    <a:pt x="152" y="0"/>
                  </a:lnTo>
                  <a:lnTo>
                    <a:pt x="186" y="4"/>
                  </a:lnTo>
                  <a:lnTo>
                    <a:pt x="210" y="21"/>
                  </a:lnTo>
                  <a:lnTo>
                    <a:pt x="253" y="61"/>
                  </a:lnTo>
                  <a:lnTo>
                    <a:pt x="258" y="79"/>
                  </a:lnTo>
                  <a:lnTo>
                    <a:pt x="257" y="96"/>
                  </a:lnTo>
                  <a:lnTo>
                    <a:pt x="254" y="128"/>
                  </a:lnTo>
                  <a:lnTo>
                    <a:pt x="228" y="163"/>
                  </a:lnTo>
                  <a:lnTo>
                    <a:pt x="219" y="173"/>
                  </a:lnTo>
                  <a:lnTo>
                    <a:pt x="129" y="270"/>
                  </a:lnTo>
                  <a:lnTo>
                    <a:pt x="111" y="28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7281236" y="1516927"/>
              <a:ext cx="2920" cy="1868"/>
            </a:xfrm>
            <a:custGeom>
              <a:avLst/>
              <a:pathLst>
                <a:path w="2920" h="1868">
                  <a:moveTo>
                    <a:pt x="1889" y="1041"/>
                  </a:moveTo>
                  <a:lnTo>
                    <a:pt x="1626" y="1251"/>
                  </a:lnTo>
                  <a:lnTo>
                    <a:pt x="1595" y="1276"/>
                  </a:lnTo>
                  <a:lnTo>
                    <a:pt x="1191" y="1521"/>
                  </a:lnTo>
                  <a:lnTo>
                    <a:pt x="823" y="1620"/>
                  </a:lnTo>
                  <a:lnTo>
                    <a:pt x="387" y="1818"/>
                  </a:lnTo>
                  <a:lnTo>
                    <a:pt x="231" y="1868"/>
                  </a:lnTo>
                  <a:lnTo>
                    <a:pt x="0" y="1801"/>
                  </a:lnTo>
                  <a:lnTo>
                    <a:pt x="33" y="1721"/>
                  </a:lnTo>
                  <a:lnTo>
                    <a:pt x="68" y="1638"/>
                  </a:lnTo>
                  <a:lnTo>
                    <a:pt x="308" y="1387"/>
                  </a:lnTo>
                  <a:lnTo>
                    <a:pt x="343" y="1351"/>
                  </a:lnTo>
                  <a:lnTo>
                    <a:pt x="502" y="1186"/>
                  </a:lnTo>
                  <a:lnTo>
                    <a:pt x="511" y="1181"/>
                  </a:lnTo>
                  <a:lnTo>
                    <a:pt x="580" y="1143"/>
                  </a:lnTo>
                  <a:lnTo>
                    <a:pt x="663" y="1097"/>
                  </a:lnTo>
                  <a:lnTo>
                    <a:pt x="758" y="1045"/>
                  </a:lnTo>
                  <a:lnTo>
                    <a:pt x="791" y="1040"/>
                  </a:lnTo>
                  <a:lnTo>
                    <a:pt x="850" y="1031"/>
                  </a:lnTo>
                  <a:lnTo>
                    <a:pt x="895" y="1042"/>
                  </a:lnTo>
                  <a:lnTo>
                    <a:pt x="974" y="1021"/>
                  </a:lnTo>
                  <a:lnTo>
                    <a:pt x="1192" y="825"/>
                  </a:lnTo>
                  <a:lnTo>
                    <a:pt x="1223" y="797"/>
                  </a:lnTo>
                  <a:lnTo>
                    <a:pt x="1468" y="602"/>
                  </a:lnTo>
                  <a:lnTo>
                    <a:pt x="1504" y="591"/>
                  </a:lnTo>
                  <a:lnTo>
                    <a:pt x="1554" y="575"/>
                  </a:lnTo>
                  <a:lnTo>
                    <a:pt x="1585" y="578"/>
                  </a:lnTo>
                  <a:lnTo>
                    <a:pt x="1612" y="580"/>
                  </a:lnTo>
                  <a:lnTo>
                    <a:pt x="1771" y="531"/>
                  </a:lnTo>
                  <a:lnTo>
                    <a:pt x="1933" y="365"/>
                  </a:lnTo>
                  <a:lnTo>
                    <a:pt x="1967" y="332"/>
                  </a:lnTo>
                  <a:lnTo>
                    <a:pt x="2062" y="234"/>
                  </a:lnTo>
                  <a:lnTo>
                    <a:pt x="2188" y="106"/>
                  </a:lnTo>
                  <a:lnTo>
                    <a:pt x="2209" y="98"/>
                  </a:lnTo>
                  <a:lnTo>
                    <a:pt x="2275" y="74"/>
                  </a:lnTo>
                  <a:lnTo>
                    <a:pt x="2283" y="71"/>
                  </a:lnTo>
                  <a:lnTo>
                    <a:pt x="2322" y="57"/>
                  </a:lnTo>
                  <a:lnTo>
                    <a:pt x="2335" y="52"/>
                  </a:lnTo>
                  <a:lnTo>
                    <a:pt x="2428" y="18"/>
                  </a:lnTo>
                  <a:lnTo>
                    <a:pt x="2467" y="11"/>
                  </a:lnTo>
                  <a:lnTo>
                    <a:pt x="2528" y="0"/>
                  </a:lnTo>
                  <a:lnTo>
                    <a:pt x="2549" y="6"/>
                  </a:lnTo>
                  <a:lnTo>
                    <a:pt x="2589" y="18"/>
                  </a:lnTo>
                  <a:lnTo>
                    <a:pt x="2654" y="37"/>
                  </a:lnTo>
                  <a:lnTo>
                    <a:pt x="2683" y="50"/>
                  </a:lnTo>
                  <a:lnTo>
                    <a:pt x="2705" y="60"/>
                  </a:lnTo>
                  <a:lnTo>
                    <a:pt x="2920" y="160"/>
                  </a:lnTo>
                  <a:lnTo>
                    <a:pt x="2903" y="190"/>
                  </a:lnTo>
                  <a:lnTo>
                    <a:pt x="2870" y="246"/>
                  </a:lnTo>
                  <a:lnTo>
                    <a:pt x="2821" y="282"/>
                  </a:lnTo>
                  <a:lnTo>
                    <a:pt x="2797" y="300"/>
                  </a:lnTo>
                  <a:lnTo>
                    <a:pt x="2761" y="327"/>
                  </a:lnTo>
                  <a:lnTo>
                    <a:pt x="2735" y="346"/>
                  </a:lnTo>
                  <a:lnTo>
                    <a:pt x="2633" y="536"/>
                  </a:lnTo>
                  <a:lnTo>
                    <a:pt x="2565" y="701"/>
                  </a:lnTo>
                  <a:lnTo>
                    <a:pt x="1889" y="10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7190230" y="1503859"/>
              <a:ext cx="405" cy="184"/>
            </a:xfrm>
            <a:custGeom>
              <a:avLst/>
              <a:pathLst>
                <a:path w="405" h="184">
                  <a:moveTo>
                    <a:pt x="201" y="182"/>
                  </a:moveTo>
                  <a:lnTo>
                    <a:pt x="194" y="184"/>
                  </a:lnTo>
                  <a:lnTo>
                    <a:pt x="93" y="171"/>
                  </a:lnTo>
                  <a:lnTo>
                    <a:pt x="64" y="165"/>
                  </a:lnTo>
                  <a:lnTo>
                    <a:pt x="31" y="156"/>
                  </a:lnTo>
                  <a:lnTo>
                    <a:pt x="11" y="147"/>
                  </a:lnTo>
                  <a:lnTo>
                    <a:pt x="8" y="138"/>
                  </a:lnTo>
                  <a:lnTo>
                    <a:pt x="0" y="98"/>
                  </a:lnTo>
                  <a:lnTo>
                    <a:pt x="1" y="89"/>
                  </a:lnTo>
                  <a:lnTo>
                    <a:pt x="16" y="73"/>
                  </a:lnTo>
                  <a:lnTo>
                    <a:pt x="169" y="0"/>
                  </a:lnTo>
                  <a:lnTo>
                    <a:pt x="365" y="30"/>
                  </a:lnTo>
                  <a:lnTo>
                    <a:pt x="400" y="39"/>
                  </a:lnTo>
                  <a:lnTo>
                    <a:pt x="405" y="63"/>
                  </a:lnTo>
                  <a:lnTo>
                    <a:pt x="404" y="87"/>
                  </a:lnTo>
                  <a:lnTo>
                    <a:pt x="399" y="93"/>
                  </a:lnTo>
                  <a:lnTo>
                    <a:pt x="380" y="106"/>
                  </a:lnTo>
                  <a:lnTo>
                    <a:pt x="347" y="122"/>
                  </a:lnTo>
                  <a:lnTo>
                    <a:pt x="315" y="136"/>
                  </a:lnTo>
                  <a:lnTo>
                    <a:pt x="201" y="1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7191269" y="1502397"/>
              <a:ext cx="442" cy="386"/>
            </a:xfrm>
            <a:custGeom>
              <a:avLst/>
              <a:pathLst>
                <a:path w="442" h="386">
                  <a:moveTo>
                    <a:pt x="38" y="386"/>
                  </a:moveTo>
                  <a:lnTo>
                    <a:pt x="27" y="385"/>
                  </a:lnTo>
                  <a:lnTo>
                    <a:pt x="12" y="361"/>
                  </a:lnTo>
                  <a:lnTo>
                    <a:pt x="7" y="352"/>
                  </a:lnTo>
                  <a:lnTo>
                    <a:pt x="0" y="326"/>
                  </a:lnTo>
                  <a:lnTo>
                    <a:pt x="1" y="299"/>
                  </a:lnTo>
                  <a:lnTo>
                    <a:pt x="17" y="206"/>
                  </a:lnTo>
                  <a:lnTo>
                    <a:pt x="30" y="153"/>
                  </a:lnTo>
                  <a:lnTo>
                    <a:pt x="57" y="134"/>
                  </a:lnTo>
                  <a:lnTo>
                    <a:pt x="170" y="54"/>
                  </a:lnTo>
                  <a:lnTo>
                    <a:pt x="203" y="34"/>
                  </a:lnTo>
                  <a:lnTo>
                    <a:pt x="272" y="0"/>
                  </a:lnTo>
                  <a:lnTo>
                    <a:pt x="278" y="0"/>
                  </a:lnTo>
                  <a:lnTo>
                    <a:pt x="286" y="3"/>
                  </a:lnTo>
                  <a:lnTo>
                    <a:pt x="313" y="26"/>
                  </a:lnTo>
                  <a:lnTo>
                    <a:pt x="328" y="38"/>
                  </a:lnTo>
                  <a:lnTo>
                    <a:pt x="360" y="64"/>
                  </a:lnTo>
                  <a:lnTo>
                    <a:pt x="426" y="118"/>
                  </a:lnTo>
                  <a:lnTo>
                    <a:pt x="442" y="131"/>
                  </a:lnTo>
                  <a:lnTo>
                    <a:pt x="440" y="136"/>
                  </a:lnTo>
                  <a:lnTo>
                    <a:pt x="436" y="150"/>
                  </a:lnTo>
                  <a:lnTo>
                    <a:pt x="404" y="242"/>
                  </a:lnTo>
                  <a:lnTo>
                    <a:pt x="65" y="378"/>
                  </a:lnTo>
                  <a:lnTo>
                    <a:pt x="38" y="38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7278463" y="1513539"/>
              <a:ext cx="760" cy="527"/>
            </a:xfrm>
            <a:custGeom>
              <a:avLst/>
              <a:pathLst>
                <a:path w="760" h="527">
                  <a:moveTo>
                    <a:pt x="487" y="0"/>
                  </a:moveTo>
                  <a:lnTo>
                    <a:pt x="576" y="15"/>
                  </a:lnTo>
                  <a:lnTo>
                    <a:pt x="611" y="20"/>
                  </a:lnTo>
                  <a:lnTo>
                    <a:pt x="720" y="64"/>
                  </a:lnTo>
                  <a:lnTo>
                    <a:pt x="754" y="91"/>
                  </a:lnTo>
                  <a:lnTo>
                    <a:pt x="760" y="99"/>
                  </a:lnTo>
                  <a:lnTo>
                    <a:pt x="760" y="118"/>
                  </a:lnTo>
                  <a:lnTo>
                    <a:pt x="733" y="250"/>
                  </a:lnTo>
                  <a:lnTo>
                    <a:pt x="731" y="257"/>
                  </a:lnTo>
                  <a:lnTo>
                    <a:pt x="718" y="264"/>
                  </a:lnTo>
                  <a:lnTo>
                    <a:pt x="622" y="245"/>
                  </a:lnTo>
                  <a:lnTo>
                    <a:pt x="585" y="254"/>
                  </a:lnTo>
                  <a:lnTo>
                    <a:pt x="409" y="327"/>
                  </a:lnTo>
                  <a:lnTo>
                    <a:pt x="163" y="505"/>
                  </a:lnTo>
                  <a:lnTo>
                    <a:pt x="57" y="527"/>
                  </a:lnTo>
                  <a:lnTo>
                    <a:pt x="38" y="446"/>
                  </a:lnTo>
                  <a:lnTo>
                    <a:pt x="32" y="422"/>
                  </a:lnTo>
                  <a:lnTo>
                    <a:pt x="20" y="404"/>
                  </a:lnTo>
                  <a:lnTo>
                    <a:pt x="0" y="384"/>
                  </a:lnTo>
                  <a:lnTo>
                    <a:pt x="3" y="371"/>
                  </a:lnTo>
                  <a:lnTo>
                    <a:pt x="69" y="360"/>
                  </a:lnTo>
                  <a:lnTo>
                    <a:pt x="216" y="310"/>
                  </a:lnTo>
                  <a:lnTo>
                    <a:pt x="256" y="274"/>
                  </a:lnTo>
                  <a:lnTo>
                    <a:pt x="280" y="235"/>
                  </a:lnTo>
                  <a:lnTo>
                    <a:pt x="299" y="179"/>
                  </a:lnTo>
                  <a:lnTo>
                    <a:pt x="245" y="130"/>
                  </a:lnTo>
                  <a:lnTo>
                    <a:pt x="208" y="122"/>
                  </a:lnTo>
                  <a:lnTo>
                    <a:pt x="159" y="88"/>
                  </a:lnTo>
                  <a:lnTo>
                    <a:pt x="140" y="63"/>
                  </a:lnTo>
                  <a:lnTo>
                    <a:pt x="140" y="48"/>
                  </a:lnTo>
                  <a:lnTo>
                    <a:pt x="145" y="36"/>
                  </a:lnTo>
                  <a:lnTo>
                    <a:pt x="154" y="29"/>
                  </a:lnTo>
                  <a:lnTo>
                    <a:pt x="230" y="13"/>
                  </a:lnTo>
                  <a:lnTo>
                    <a:pt x="451" y="1"/>
                  </a:lnTo>
                  <a:lnTo>
                    <a:pt x="487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7304233" y="1515712"/>
              <a:ext cx="1587" cy="814"/>
            </a:xfrm>
            <a:custGeom>
              <a:avLst/>
              <a:pathLst>
                <a:path w="1587" h="814">
                  <a:moveTo>
                    <a:pt x="455" y="127"/>
                  </a:moveTo>
                  <a:lnTo>
                    <a:pt x="516" y="234"/>
                  </a:lnTo>
                  <a:lnTo>
                    <a:pt x="537" y="234"/>
                  </a:lnTo>
                  <a:lnTo>
                    <a:pt x="561" y="232"/>
                  </a:lnTo>
                  <a:lnTo>
                    <a:pt x="575" y="229"/>
                  </a:lnTo>
                  <a:lnTo>
                    <a:pt x="605" y="225"/>
                  </a:lnTo>
                  <a:lnTo>
                    <a:pt x="665" y="220"/>
                  </a:lnTo>
                  <a:lnTo>
                    <a:pt x="877" y="205"/>
                  </a:lnTo>
                  <a:lnTo>
                    <a:pt x="909" y="203"/>
                  </a:lnTo>
                  <a:lnTo>
                    <a:pt x="935" y="214"/>
                  </a:lnTo>
                  <a:lnTo>
                    <a:pt x="945" y="228"/>
                  </a:lnTo>
                  <a:lnTo>
                    <a:pt x="952" y="239"/>
                  </a:lnTo>
                  <a:lnTo>
                    <a:pt x="953" y="325"/>
                  </a:lnTo>
                  <a:lnTo>
                    <a:pt x="946" y="344"/>
                  </a:lnTo>
                  <a:lnTo>
                    <a:pt x="927" y="386"/>
                  </a:lnTo>
                  <a:lnTo>
                    <a:pt x="908" y="415"/>
                  </a:lnTo>
                  <a:lnTo>
                    <a:pt x="907" y="424"/>
                  </a:lnTo>
                  <a:lnTo>
                    <a:pt x="920" y="445"/>
                  </a:lnTo>
                  <a:lnTo>
                    <a:pt x="987" y="526"/>
                  </a:lnTo>
                  <a:lnTo>
                    <a:pt x="1010" y="550"/>
                  </a:lnTo>
                  <a:lnTo>
                    <a:pt x="1078" y="614"/>
                  </a:lnTo>
                  <a:lnTo>
                    <a:pt x="1089" y="623"/>
                  </a:lnTo>
                  <a:lnTo>
                    <a:pt x="1163" y="599"/>
                  </a:lnTo>
                  <a:lnTo>
                    <a:pt x="1183" y="592"/>
                  </a:lnTo>
                  <a:lnTo>
                    <a:pt x="1316" y="622"/>
                  </a:lnTo>
                  <a:lnTo>
                    <a:pt x="1481" y="705"/>
                  </a:lnTo>
                  <a:lnTo>
                    <a:pt x="1587" y="784"/>
                  </a:lnTo>
                  <a:lnTo>
                    <a:pt x="1576" y="811"/>
                  </a:lnTo>
                  <a:lnTo>
                    <a:pt x="1414" y="814"/>
                  </a:lnTo>
                  <a:lnTo>
                    <a:pt x="1251" y="792"/>
                  </a:lnTo>
                  <a:lnTo>
                    <a:pt x="1162" y="778"/>
                  </a:lnTo>
                  <a:lnTo>
                    <a:pt x="1036" y="759"/>
                  </a:lnTo>
                  <a:lnTo>
                    <a:pt x="846" y="731"/>
                  </a:lnTo>
                  <a:lnTo>
                    <a:pt x="768" y="729"/>
                  </a:lnTo>
                  <a:lnTo>
                    <a:pt x="733" y="730"/>
                  </a:lnTo>
                  <a:lnTo>
                    <a:pt x="687" y="737"/>
                  </a:lnTo>
                  <a:lnTo>
                    <a:pt x="635" y="743"/>
                  </a:lnTo>
                  <a:lnTo>
                    <a:pt x="487" y="744"/>
                  </a:lnTo>
                  <a:lnTo>
                    <a:pt x="0" y="612"/>
                  </a:lnTo>
                  <a:lnTo>
                    <a:pt x="4" y="502"/>
                  </a:lnTo>
                  <a:lnTo>
                    <a:pt x="103" y="404"/>
                  </a:lnTo>
                  <a:lnTo>
                    <a:pt x="209" y="288"/>
                  </a:lnTo>
                  <a:lnTo>
                    <a:pt x="219" y="229"/>
                  </a:lnTo>
                  <a:lnTo>
                    <a:pt x="210" y="208"/>
                  </a:lnTo>
                  <a:lnTo>
                    <a:pt x="238" y="101"/>
                  </a:lnTo>
                  <a:lnTo>
                    <a:pt x="327" y="0"/>
                  </a:lnTo>
                  <a:lnTo>
                    <a:pt x="375" y="0"/>
                  </a:lnTo>
                  <a:lnTo>
                    <a:pt x="386" y="8"/>
                  </a:lnTo>
                  <a:lnTo>
                    <a:pt x="442" y="105"/>
                  </a:lnTo>
                  <a:lnTo>
                    <a:pt x="455" y="1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7237213" y="1503806"/>
              <a:ext cx="891" cy="681"/>
            </a:xfrm>
            <a:custGeom>
              <a:avLst/>
              <a:pathLst>
                <a:path w="891" h="681">
                  <a:moveTo>
                    <a:pt x="855" y="173"/>
                  </a:moveTo>
                  <a:lnTo>
                    <a:pt x="760" y="371"/>
                  </a:lnTo>
                  <a:lnTo>
                    <a:pt x="746" y="400"/>
                  </a:lnTo>
                  <a:lnTo>
                    <a:pt x="736" y="407"/>
                  </a:lnTo>
                  <a:lnTo>
                    <a:pt x="723" y="408"/>
                  </a:lnTo>
                  <a:lnTo>
                    <a:pt x="699" y="416"/>
                  </a:lnTo>
                  <a:lnTo>
                    <a:pt x="639" y="475"/>
                  </a:lnTo>
                  <a:lnTo>
                    <a:pt x="628" y="495"/>
                  </a:lnTo>
                  <a:lnTo>
                    <a:pt x="612" y="530"/>
                  </a:lnTo>
                  <a:lnTo>
                    <a:pt x="621" y="562"/>
                  </a:lnTo>
                  <a:lnTo>
                    <a:pt x="638" y="621"/>
                  </a:lnTo>
                  <a:lnTo>
                    <a:pt x="650" y="649"/>
                  </a:lnTo>
                  <a:lnTo>
                    <a:pt x="648" y="661"/>
                  </a:lnTo>
                  <a:lnTo>
                    <a:pt x="556" y="681"/>
                  </a:lnTo>
                  <a:lnTo>
                    <a:pt x="265" y="666"/>
                  </a:lnTo>
                  <a:lnTo>
                    <a:pt x="260" y="656"/>
                  </a:lnTo>
                  <a:lnTo>
                    <a:pt x="201" y="522"/>
                  </a:lnTo>
                  <a:lnTo>
                    <a:pt x="134" y="458"/>
                  </a:lnTo>
                  <a:lnTo>
                    <a:pt x="30" y="213"/>
                  </a:lnTo>
                  <a:lnTo>
                    <a:pt x="0" y="154"/>
                  </a:lnTo>
                  <a:lnTo>
                    <a:pt x="99" y="106"/>
                  </a:lnTo>
                  <a:lnTo>
                    <a:pt x="144" y="100"/>
                  </a:lnTo>
                  <a:lnTo>
                    <a:pt x="173" y="142"/>
                  </a:lnTo>
                  <a:lnTo>
                    <a:pt x="200" y="159"/>
                  </a:lnTo>
                  <a:lnTo>
                    <a:pt x="218" y="163"/>
                  </a:lnTo>
                  <a:lnTo>
                    <a:pt x="240" y="162"/>
                  </a:lnTo>
                  <a:lnTo>
                    <a:pt x="263" y="161"/>
                  </a:lnTo>
                  <a:lnTo>
                    <a:pt x="287" y="159"/>
                  </a:lnTo>
                  <a:lnTo>
                    <a:pt x="306" y="149"/>
                  </a:lnTo>
                  <a:lnTo>
                    <a:pt x="327" y="126"/>
                  </a:lnTo>
                  <a:lnTo>
                    <a:pt x="330" y="118"/>
                  </a:lnTo>
                  <a:lnTo>
                    <a:pt x="348" y="105"/>
                  </a:lnTo>
                  <a:lnTo>
                    <a:pt x="358" y="97"/>
                  </a:lnTo>
                  <a:lnTo>
                    <a:pt x="649" y="2"/>
                  </a:lnTo>
                  <a:lnTo>
                    <a:pt x="664" y="0"/>
                  </a:lnTo>
                  <a:lnTo>
                    <a:pt x="808" y="52"/>
                  </a:lnTo>
                  <a:lnTo>
                    <a:pt x="883" y="105"/>
                  </a:lnTo>
                  <a:lnTo>
                    <a:pt x="891" y="114"/>
                  </a:lnTo>
                  <a:lnTo>
                    <a:pt x="855" y="1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7246236" y="1496565"/>
              <a:ext cx="771" cy="1027"/>
            </a:xfrm>
            <a:custGeom>
              <a:avLst/>
              <a:pathLst>
                <a:path w="771" h="1027">
                  <a:moveTo>
                    <a:pt x="688" y="0"/>
                  </a:moveTo>
                  <a:lnTo>
                    <a:pt x="703" y="2"/>
                  </a:lnTo>
                  <a:lnTo>
                    <a:pt x="707" y="2"/>
                  </a:lnTo>
                  <a:lnTo>
                    <a:pt x="714" y="10"/>
                  </a:lnTo>
                  <a:lnTo>
                    <a:pt x="725" y="35"/>
                  </a:lnTo>
                  <a:lnTo>
                    <a:pt x="732" y="64"/>
                  </a:lnTo>
                  <a:lnTo>
                    <a:pt x="735" y="84"/>
                  </a:lnTo>
                  <a:lnTo>
                    <a:pt x="768" y="240"/>
                  </a:lnTo>
                  <a:lnTo>
                    <a:pt x="771" y="254"/>
                  </a:lnTo>
                  <a:lnTo>
                    <a:pt x="764" y="389"/>
                  </a:lnTo>
                  <a:lnTo>
                    <a:pt x="761" y="402"/>
                  </a:lnTo>
                  <a:lnTo>
                    <a:pt x="725" y="579"/>
                  </a:lnTo>
                  <a:lnTo>
                    <a:pt x="637" y="836"/>
                  </a:lnTo>
                  <a:lnTo>
                    <a:pt x="620" y="888"/>
                  </a:lnTo>
                  <a:lnTo>
                    <a:pt x="605" y="900"/>
                  </a:lnTo>
                  <a:lnTo>
                    <a:pt x="588" y="915"/>
                  </a:lnTo>
                  <a:lnTo>
                    <a:pt x="575" y="923"/>
                  </a:lnTo>
                  <a:lnTo>
                    <a:pt x="452" y="1017"/>
                  </a:lnTo>
                  <a:lnTo>
                    <a:pt x="399" y="1027"/>
                  </a:lnTo>
                  <a:lnTo>
                    <a:pt x="156" y="1026"/>
                  </a:lnTo>
                  <a:lnTo>
                    <a:pt x="146" y="1027"/>
                  </a:lnTo>
                  <a:lnTo>
                    <a:pt x="86" y="969"/>
                  </a:lnTo>
                  <a:lnTo>
                    <a:pt x="72" y="949"/>
                  </a:lnTo>
                  <a:lnTo>
                    <a:pt x="88" y="914"/>
                  </a:lnTo>
                  <a:lnTo>
                    <a:pt x="100" y="886"/>
                  </a:lnTo>
                  <a:lnTo>
                    <a:pt x="106" y="872"/>
                  </a:lnTo>
                  <a:lnTo>
                    <a:pt x="108" y="867"/>
                  </a:lnTo>
                  <a:lnTo>
                    <a:pt x="116" y="854"/>
                  </a:lnTo>
                  <a:lnTo>
                    <a:pt x="127" y="844"/>
                  </a:lnTo>
                  <a:lnTo>
                    <a:pt x="164" y="815"/>
                  </a:lnTo>
                  <a:lnTo>
                    <a:pt x="256" y="772"/>
                  </a:lnTo>
                  <a:lnTo>
                    <a:pt x="311" y="735"/>
                  </a:lnTo>
                  <a:lnTo>
                    <a:pt x="326" y="711"/>
                  </a:lnTo>
                  <a:lnTo>
                    <a:pt x="338" y="688"/>
                  </a:lnTo>
                  <a:lnTo>
                    <a:pt x="346" y="659"/>
                  </a:lnTo>
                  <a:lnTo>
                    <a:pt x="350" y="649"/>
                  </a:lnTo>
                  <a:lnTo>
                    <a:pt x="356" y="624"/>
                  </a:lnTo>
                  <a:lnTo>
                    <a:pt x="358" y="606"/>
                  </a:lnTo>
                  <a:lnTo>
                    <a:pt x="358" y="590"/>
                  </a:lnTo>
                  <a:lnTo>
                    <a:pt x="352" y="572"/>
                  </a:lnTo>
                  <a:lnTo>
                    <a:pt x="343" y="543"/>
                  </a:lnTo>
                  <a:lnTo>
                    <a:pt x="340" y="532"/>
                  </a:lnTo>
                  <a:lnTo>
                    <a:pt x="311" y="472"/>
                  </a:lnTo>
                  <a:lnTo>
                    <a:pt x="274" y="415"/>
                  </a:lnTo>
                  <a:lnTo>
                    <a:pt x="205" y="375"/>
                  </a:lnTo>
                  <a:lnTo>
                    <a:pt x="153" y="367"/>
                  </a:lnTo>
                  <a:lnTo>
                    <a:pt x="76" y="395"/>
                  </a:lnTo>
                  <a:lnTo>
                    <a:pt x="51" y="404"/>
                  </a:lnTo>
                  <a:lnTo>
                    <a:pt x="30" y="412"/>
                  </a:lnTo>
                  <a:lnTo>
                    <a:pt x="18" y="416"/>
                  </a:lnTo>
                  <a:lnTo>
                    <a:pt x="0" y="401"/>
                  </a:lnTo>
                  <a:lnTo>
                    <a:pt x="0" y="364"/>
                  </a:lnTo>
                  <a:lnTo>
                    <a:pt x="36" y="241"/>
                  </a:lnTo>
                  <a:lnTo>
                    <a:pt x="44" y="228"/>
                  </a:lnTo>
                  <a:lnTo>
                    <a:pt x="59" y="214"/>
                  </a:lnTo>
                  <a:lnTo>
                    <a:pt x="69" y="204"/>
                  </a:lnTo>
                  <a:lnTo>
                    <a:pt x="80" y="202"/>
                  </a:lnTo>
                  <a:lnTo>
                    <a:pt x="92" y="205"/>
                  </a:lnTo>
                  <a:lnTo>
                    <a:pt x="129" y="226"/>
                  </a:lnTo>
                  <a:lnTo>
                    <a:pt x="144" y="243"/>
                  </a:lnTo>
                  <a:lnTo>
                    <a:pt x="151" y="277"/>
                  </a:lnTo>
                  <a:lnTo>
                    <a:pt x="156" y="299"/>
                  </a:lnTo>
                  <a:lnTo>
                    <a:pt x="160" y="313"/>
                  </a:lnTo>
                  <a:lnTo>
                    <a:pt x="229" y="343"/>
                  </a:lnTo>
                  <a:lnTo>
                    <a:pt x="236" y="346"/>
                  </a:lnTo>
                  <a:lnTo>
                    <a:pt x="247" y="351"/>
                  </a:lnTo>
                  <a:lnTo>
                    <a:pt x="279" y="365"/>
                  </a:lnTo>
                  <a:lnTo>
                    <a:pt x="323" y="367"/>
                  </a:lnTo>
                  <a:lnTo>
                    <a:pt x="382" y="336"/>
                  </a:lnTo>
                  <a:lnTo>
                    <a:pt x="412" y="320"/>
                  </a:lnTo>
                  <a:lnTo>
                    <a:pt x="447" y="301"/>
                  </a:lnTo>
                  <a:lnTo>
                    <a:pt x="532" y="256"/>
                  </a:lnTo>
                  <a:lnTo>
                    <a:pt x="540" y="252"/>
                  </a:lnTo>
                  <a:lnTo>
                    <a:pt x="592" y="232"/>
                  </a:lnTo>
                  <a:lnTo>
                    <a:pt x="600" y="71"/>
                  </a:lnTo>
                  <a:lnTo>
                    <a:pt x="600" y="59"/>
                  </a:lnTo>
                  <a:lnTo>
                    <a:pt x="598" y="53"/>
                  </a:lnTo>
                  <a:lnTo>
                    <a:pt x="595" y="42"/>
                  </a:lnTo>
                  <a:lnTo>
                    <a:pt x="593" y="34"/>
                  </a:lnTo>
                  <a:lnTo>
                    <a:pt x="596" y="28"/>
                  </a:lnTo>
                  <a:lnTo>
                    <a:pt x="606" y="21"/>
                  </a:lnTo>
                  <a:lnTo>
                    <a:pt x="613" y="16"/>
                  </a:lnTo>
                  <a:lnTo>
                    <a:pt x="634" y="5"/>
                  </a:lnTo>
                  <a:lnTo>
                    <a:pt x="650" y="5"/>
                  </a:lnTo>
                  <a:lnTo>
                    <a:pt x="664" y="0"/>
                  </a:lnTo>
                  <a:lnTo>
                    <a:pt x="688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7243465" y="1495192"/>
              <a:ext cx="1209" cy="1640"/>
            </a:xfrm>
            <a:custGeom>
              <a:avLst/>
              <a:pathLst>
                <a:path w="1209" h="1640">
                  <a:moveTo>
                    <a:pt x="853" y="148"/>
                  </a:moveTo>
                  <a:lnTo>
                    <a:pt x="885" y="155"/>
                  </a:lnTo>
                  <a:lnTo>
                    <a:pt x="926" y="157"/>
                  </a:lnTo>
                  <a:lnTo>
                    <a:pt x="947" y="157"/>
                  </a:lnTo>
                  <a:lnTo>
                    <a:pt x="1000" y="132"/>
                  </a:lnTo>
                  <a:lnTo>
                    <a:pt x="1005" y="124"/>
                  </a:lnTo>
                  <a:lnTo>
                    <a:pt x="1010" y="107"/>
                  </a:lnTo>
                  <a:lnTo>
                    <a:pt x="1018" y="85"/>
                  </a:lnTo>
                  <a:lnTo>
                    <a:pt x="1026" y="72"/>
                  </a:lnTo>
                  <a:lnTo>
                    <a:pt x="1031" y="71"/>
                  </a:lnTo>
                  <a:lnTo>
                    <a:pt x="1035" y="69"/>
                  </a:lnTo>
                  <a:lnTo>
                    <a:pt x="1044" y="69"/>
                  </a:lnTo>
                  <a:lnTo>
                    <a:pt x="1157" y="140"/>
                  </a:lnTo>
                  <a:lnTo>
                    <a:pt x="1173" y="151"/>
                  </a:lnTo>
                  <a:lnTo>
                    <a:pt x="1179" y="158"/>
                  </a:lnTo>
                  <a:lnTo>
                    <a:pt x="1188" y="170"/>
                  </a:lnTo>
                  <a:lnTo>
                    <a:pt x="1191" y="176"/>
                  </a:lnTo>
                  <a:lnTo>
                    <a:pt x="1195" y="187"/>
                  </a:lnTo>
                  <a:lnTo>
                    <a:pt x="1196" y="202"/>
                  </a:lnTo>
                  <a:lnTo>
                    <a:pt x="1203" y="278"/>
                  </a:lnTo>
                  <a:lnTo>
                    <a:pt x="1204" y="302"/>
                  </a:lnTo>
                  <a:lnTo>
                    <a:pt x="1203" y="334"/>
                  </a:lnTo>
                  <a:lnTo>
                    <a:pt x="1166" y="464"/>
                  </a:lnTo>
                  <a:lnTo>
                    <a:pt x="1158" y="495"/>
                  </a:lnTo>
                  <a:lnTo>
                    <a:pt x="1087" y="744"/>
                  </a:lnTo>
                  <a:lnTo>
                    <a:pt x="1060" y="843"/>
                  </a:lnTo>
                  <a:lnTo>
                    <a:pt x="1062" y="857"/>
                  </a:lnTo>
                  <a:lnTo>
                    <a:pt x="1095" y="914"/>
                  </a:lnTo>
                  <a:lnTo>
                    <a:pt x="1108" y="918"/>
                  </a:lnTo>
                  <a:lnTo>
                    <a:pt x="1126" y="916"/>
                  </a:lnTo>
                  <a:lnTo>
                    <a:pt x="1142" y="914"/>
                  </a:lnTo>
                  <a:lnTo>
                    <a:pt x="1152" y="919"/>
                  </a:lnTo>
                  <a:lnTo>
                    <a:pt x="1177" y="934"/>
                  </a:lnTo>
                  <a:lnTo>
                    <a:pt x="1187" y="947"/>
                  </a:lnTo>
                  <a:lnTo>
                    <a:pt x="1205" y="1050"/>
                  </a:lnTo>
                  <a:lnTo>
                    <a:pt x="1208" y="1086"/>
                  </a:lnTo>
                  <a:lnTo>
                    <a:pt x="1209" y="1092"/>
                  </a:lnTo>
                  <a:lnTo>
                    <a:pt x="1200" y="1152"/>
                  </a:lnTo>
                  <a:lnTo>
                    <a:pt x="1198" y="1353"/>
                  </a:lnTo>
                  <a:lnTo>
                    <a:pt x="1197" y="1386"/>
                  </a:lnTo>
                  <a:lnTo>
                    <a:pt x="1186" y="1398"/>
                  </a:lnTo>
                  <a:lnTo>
                    <a:pt x="1042" y="1583"/>
                  </a:lnTo>
                  <a:lnTo>
                    <a:pt x="1014" y="1618"/>
                  </a:lnTo>
                  <a:lnTo>
                    <a:pt x="992" y="1624"/>
                  </a:lnTo>
                  <a:lnTo>
                    <a:pt x="976" y="1633"/>
                  </a:lnTo>
                  <a:lnTo>
                    <a:pt x="961" y="1640"/>
                  </a:lnTo>
                  <a:lnTo>
                    <a:pt x="928" y="1625"/>
                  </a:lnTo>
                  <a:lnTo>
                    <a:pt x="848" y="1590"/>
                  </a:lnTo>
                  <a:lnTo>
                    <a:pt x="817" y="1577"/>
                  </a:lnTo>
                  <a:lnTo>
                    <a:pt x="326" y="1213"/>
                  </a:lnTo>
                  <a:lnTo>
                    <a:pt x="297" y="1198"/>
                  </a:lnTo>
                  <a:lnTo>
                    <a:pt x="235" y="1125"/>
                  </a:lnTo>
                  <a:lnTo>
                    <a:pt x="211" y="1095"/>
                  </a:lnTo>
                  <a:lnTo>
                    <a:pt x="171" y="1026"/>
                  </a:lnTo>
                  <a:lnTo>
                    <a:pt x="157" y="1000"/>
                  </a:lnTo>
                  <a:lnTo>
                    <a:pt x="133" y="948"/>
                  </a:lnTo>
                  <a:lnTo>
                    <a:pt x="106" y="886"/>
                  </a:lnTo>
                  <a:lnTo>
                    <a:pt x="52" y="810"/>
                  </a:lnTo>
                  <a:lnTo>
                    <a:pt x="27" y="780"/>
                  </a:lnTo>
                  <a:lnTo>
                    <a:pt x="18" y="769"/>
                  </a:lnTo>
                  <a:lnTo>
                    <a:pt x="4" y="699"/>
                  </a:lnTo>
                  <a:lnTo>
                    <a:pt x="0" y="671"/>
                  </a:lnTo>
                  <a:lnTo>
                    <a:pt x="0" y="605"/>
                  </a:lnTo>
                  <a:lnTo>
                    <a:pt x="10" y="540"/>
                  </a:lnTo>
                  <a:lnTo>
                    <a:pt x="114" y="285"/>
                  </a:lnTo>
                  <a:lnTo>
                    <a:pt x="142" y="266"/>
                  </a:lnTo>
                  <a:lnTo>
                    <a:pt x="277" y="177"/>
                  </a:lnTo>
                  <a:lnTo>
                    <a:pt x="371" y="114"/>
                  </a:lnTo>
                  <a:lnTo>
                    <a:pt x="475" y="69"/>
                  </a:lnTo>
                  <a:lnTo>
                    <a:pt x="626" y="3"/>
                  </a:lnTo>
                  <a:lnTo>
                    <a:pt x="677" y="0"/>
                  </a:lnTo>
                  <a:lnTo>
                    <a:pt x="770" y="94"/>
                  </a:lnTo>
                  <a:lnTo>
                    <a:pt x="837" y="141"/>
                  </a:lnTo>
                  <a:lnTo>
                    <a:pt x="853" y="1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7245167" y="1495361"/>
              <a:ext cx="562" cy="750"/>
            </a:xfrm>
            <a:custGeom>
              <a:avLst/>
              <a:pathLst>
                <a:path w="562" h="750">
                  <a:moveTo>
                    <a:pt x="433" y="627"/>
                  </a:moveTo>
                  <a:lnTo>
                    <a:pt x="388" y="691"/>
                  </a:lnTo>
                  <a:lnTo>
                    <a:pt x="362" y="702"/>
                  </a:lnTo>
                  <a:lnTo>
                    <a:pt x="233" y="748"/>
                  </a:lnTo>
                  <a:lnTo>
                    <a:pt x="224" y="750"/>
                  </a:lnTo>
                  <a:lnTo>
                    <a:pt x="214" y="747"/>
                  </a:lnTo>
                  <a:lnTo>
                    <a:pt x="172" y="717"/>
                  </a:lnTo>
                  <a:lnTo>
                    <a:pt x="160" y="702"/>
                  </a:lnTo>
                  <a:lnTo>
                    <a:pt x="146" y="687"/>
                  </a:lnTo>
                  <a:lnTo>
                    <a:pt x="122" y="663"/>
                  </a:lnTo>
                  <a:lnTo>
                    <a:pt x="99" y="649"/>
                  </a:lnTo>
                  <a:lnTo>
                    <a:pt x="72" y="640"/>
                  </a:lnTo>
                  <a:lnTo>
                    <a:pt x="34" y="642"/>
                  </a:lnTo>
                  <a:lnTo>
                    <a:pt x="20" y="642"/>
                  </a:lnTo>
                  <a:lnTo>
                    <a:pt x="0" y="601"/>
                  </a:lnTo>
                  <a:lnTo>
                    <a:pt x="0" y="577"/>
                  </a:lnTo>
                  <a:lnTo>
                    <a:pt x="1" y="559"/>
                  </a:lnTo>
                  <a:lnTo>
                    <a:pt x="10" y="534"/>
                  </a:lnTo>
                  <a:lnTo>
                    <a:pt x="19" y="519"/>
                  </a:lnTo>
                  <a:lnTo>
                    <a:pt x="58" y="509"/>
                  </a:lnTo>
                  <a:lnTo>
                    <a:pt x="85" y="502"/>
                  </a:lnTo>
                  <a:lnTo>
                    <a:pt x="126" y="483"/>
                  </a:lnTo>
                  <a:lnTo>
                    <a:pt x="156" y="461"/>
                  </a:lnTo>
                  <a:lnTo>
                    <a:pt x="170" y="440"/>
                  </a:lnTo>
                  <a:lnTo>
                    <a:pt x="160" y="358"/>
                  </a:lnTo>
                  <a:lnTo>
                    <a:pt x="175" y="190"/>
                  </a:lnTo>
                  <a:lnTo>
                    <a:pt x="176" y="178"/>
                  </a:lnTo>
                  <a:lnTo>
                    <a:pt x="187" y="141"/>
                  </a:lnTo>
                  <a:lnTo>
                    <a:pt x="190" y="133"/>
                  </a:lnTo>
                  <a:lnTo>
                    <a:pt x="212" y="87"/>
                  </a:lnTo>
                  <a:lnTo>
                    <a:pt x="220" y="75"/>
                  </a:lnTo>
                  <a:lnTo>
                    <a:pt x="340" y="2"/>
                  </a:lnTo>
                  <a:lnTo>
                    <a:pt x="358" y="0"/>
                  </a:lnTo>
                  <a:lnTo>
                    <a:pt x="397" y="7"/>
                  </a:lnTo>
                  <a:lnTo>
                    <a:pt x="404" y="23"/>
                  </a:lnTo>
                  <a:lnTo>
                    <a:pt x="448" y="133"/>
                  </a:lnTo>
                  <a:lnTo>
                    <a:pt x="492" y="167"/>
                  </a:lnTo>
                  <a:lnTo>
                    <a:pt x="548" y="184"/>
                  </a:lnTo>
                  <a:lnTo>
                    <a:pt x="559" y="192"/>
                  </a:lnTo>
                  <a:lnTo>
                    <a:pt x="562" y="210"/>
                  </a:lnTo>
                  <a:lnTo>
                    <a:pt x="562" y="228"/>
                  </a:lnTo>
                  <a:lnTo>
                    <a:pt x="548" y="307"/>
                  </a:lnTo>
                  <a:lnTo>
                    <a:pt x="538" y="334"/>
                  </a:lnTo>
                  <a:lnTo>
                    <a:pt x="441" y="609"/>
                  </a:lnTo>
                  <a:lnTo>
                    <a:pt x="438" y="616"/>
                  </a:lnTo>
                  <a:lnTo>
                    <a:pt x="433" y="6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7246780" y="1494712"/>
              <a:ext cx="3044" cy="4389"/>
            </a:xfrm>
            <a:custGeom>
              <a:avLst/>
              <a:pathLst>
                <a:path w="3044" h="4389">
                  <a:moveTo>
                    <a:pt x="729" y="100"/>
                  </a:moveTo>
                  <a:lnTo>
                    <a:pt x="881" y="204"/>
                  </a:lnTo>
                  <a:lnTo>
                    <a:pt x="1278" y="247"/>
                  </a:lnTo>
                  <a:lnTo>
                    <a:pt x="1320" y="252"/>
                  </a:lnTo>
                  <a:lnTo>
                    <a:pt x="1487" y="333"/>
                  </a:lnTo>
                  <a:lnTo>
                    <a:pt x="1642" y="579"/>
                  </a:lnTo>
                  <a:lnTo>
                    <a:pt x="1668" y="633"/>
                  </a:lnTo>
                  <a:lnTo>
                    <a:pt x="1674" y="656"/>
                  </a:lnTo>
                  <a:lnTo>
                    <a:pt x="1682" y="733"/>
                  </a:lnTo>
                  <a:lnTo>
                    <a:pt x="1688" y="802"/>
                  </a:lnTo>
                  <a:lnTo>
                    <a:pt x="1691" y="823"/>
                  </a:lnTo>
                  <a:lnTo>
                    <a:pt x="1700" y="863"/>
                  </a:lnTo>
                  <a:lnTo>
                    <a:pt x="1721" y="910"/>
                  </a:lnTo>
                  <a:lnTo>
                    <a:pt x="1758" y="951"/>
                  </a:lnTo>
                  <a:lnTo>
                    <a:pt x="1802" y="985"/>
                  </a:lnTo>
                  <a:lnTo>
                    <a:pt x="1845" y="1013"/>
                  </a:lnTo>
                  <a:lnTo>
                    <a:pt x="1910" y="1046"/>
                  </a:lnTo>
                  <a:lnTo>
                    <a:pt x="1932" y="1087"/>
                  </a:lnTo>
                  <a:lnTo>
                    <a:pt x="1903" y="1214"/>
                  </a:lnTo>
                  <a:lnTo>
                    <a:pt x="1889" y="1272"/>
                  </a:lnTo>
                  <a:lnTo>
                    <a:pt x="1842" y="1306"/>
                  </a:lnTo>
                  <a:lnTo>
                    <a:pt x="1735" y="1384"/>
                  </a:lnTo>
                  <a:lnTo>
                    <a:pt x="1705" y="1424"/>
                  </a:lnTo>
                  <a:lnTo>
                    <a:pt x="1670" y="1492"/>
                  </a:lnTo>
                  <a:lnTo>
                    <a:pt x="1666" y="1502"/>
                  </a:lnTo>
                  <a:lnTo>
                    <a:pt x="1663" y="1539"/>
                  </a:lnTo>
                  <a:lnTo>
                    <a:pt x="1671" y="1632"/>
                  </a:lnTo>
                  <a:lnTo>
                    <a:pt x="1682" y="1670"/>
                  </a:lnTo>
                  <a:lnTo>
                    <a:pt x="1733" y="1770"/>
                  </a:lnTo>
                  <a:lnTo>
                    <a:pt x="1772" y="1840"/>
                  </a:lnTo>
                  <a:lnTo>
                    <a:pt x="1790" y="1854"/>
                  </a:lnTo>
                  <a:lnTo>
                    <a:pt x="1823" y="1864"/>
                  </a:lnTo>
                  <a:lnTo>
                    <a:pt x="1871" y="1875"/>
                  </a:lnTo>
                  <a:lnTo>
                    <a:pt x="1898" y="1875"/>
                  </a:lnTo>
                  <a:lnTo>
                    <a:pt x="2254" y="1845"/>
                  </a:lnTo>
                  <a:lnTo>
                    <a:pt x="2310" y="1915"/>
                  </a:lnTo>
                  <a:lnTo>
                    <a:pt x="2637" y="2484"/>
                  </a:lnTo>
                  <a:lnTo>
                    <a:pt x="3010" y="3100"/>
                  </a:lnTo>
                  <a:lnTo>
                    <a:pt x="3044" y="3174"/>
                  </a:lnTo>
                  <a:lnTo>
                    <a:pt x="3001" y="3281"/>
                  </a:lnTo>
                  <a:lnTo>
                    <a:pt x="2940" y="3330"/>
                  </a:lnTo>
                  <a:lnTo>
                    <a:pt x="2908" y="3354"/>
                  </a:lnTo>
                  <a:lnTo>
                    <a:pt x="2890" y="3367"/>
                  </a:lnTo>
                  <a:lnTo>
                    <a:pt x="2877" y="3377"/>
                  </a:lnTo>
                  <a:lnTo>
                    <a:pt x="2874" y="3381"/>
                  </a:lnTo>
                  <a:lnTo>
                    <a:pt x="2864" y="3392"/>
                  </a:lnTo>
                  <a:lnTo>
                    <a:pt x="2851" y="3413"/>
                  </a:lnTo>
                  <a:lnTo>
                    <a:pt x="2841" y="3447"/>
                  </a:lnTo>
                  <a:lnTo>
                    <a:pt x="2804" y="3594"/>
                  </a:lnTo>
                  <a:lnTo>
                    <a:pt x="2800" y="3617"/>
                  </a:lnTo>
                  <a:lnTo>
                    <a:pt x="2804" y="3669"/>
                  </a:lnTo>
                  <a:lnTo>
                    <a:pt x="2821" y="3732"/>
                  </a:lnTo>
                  <a:lnTo>
                    <a:pt x="2845" y="3787"/>
                  </a:lnTo>
                  <a:lnTo>
                    <a:pt x="2870" y="3888"/>
                  </a:lnTo>
                  <a:lnTo>
                    <a:pt x="2906" y="3976"/>
                  </a:lnTo>
                  <a:lnTo>
                    <a:pt x="2955" y="4109"/>
                  </a:lnTo>
                  <a:lnTo>
                    <a:pt x="2972" y="4150"/>
                  </a:lnTo>
                  <a:lnTo>
                    <a:pt x="2980" y="4162"/>
                  </a:lnTo>
                  <a:lnTo>
                    <a:pt x="2995" y="4183"/>
                  </a:lnTo>
                  <a:lnTo>
                    <a:pt x="3001" y="4208"/>
                  </a:lnTo>
                  <a:lnTo>
                    <a:pt x="3029" y="4329"/>
                  </a:lnTo>
                  <a:lnTo>
                    <a:pt x="3019" y="4352"/>
                  </a:lnTo>
                  <a:lnTo>
                    <a:pt x="2816" y="4389"/>
                  </a:lnTo>
                  <a:lnTo>
                    <a:pt x="2710" y="4359"/>
                  </a:lnTo>
                  <a:lnTo>
                    <a:pt x="2665" y="4344"/>
                  </a:lnTo>
                  <a:lnTo>
                    <a:pt x="2629" y="4329"/>
                  </a:lnTo>
                  <a:lnTo>
                    <a:pt x="2599" y="4313"/>
                  </a:lnTo>
                  <a:lnTo>
                    <a:pt x="2521" y="4267"/>
                  </a:lnTo>
                  <a:lnTo>
                    <a:pt x="2504" y="4253"/>
                  </a:lnTo>
                  <a:lnTo>
                    <a:pt x="2473" y="4228"/>
                  </a:lnTo>
                  <a:lnTo>
                    <a:pt x="2440" y="4197"/>
                  </a:lnTo>
                  <a:lnTo>
                    <a:pt x="2252" y="3920"/>
                  </a:lnTo>
                  <a:lnTo>
                    <a:pt x="2183" y="3819"/>
                  </a:lnTo>
                  <a:lnTo>
                    <a:pt x="2097" y="3700"/>
                  </a:lnTo>
                  <a:lnTo>
                    <a:pt x="1769" y="3719"/>
                  </a:lnTo>
                  <a:lnTo>
                    <a:pt x="1708" y="3722"/>
                  </a:lnTo>
                  <a:lnTo>
                    <a:pt x="1577" y="3657"/>
                  </a:lnTo>
                  <a:lnTo>
                    <a:pt x="1395" y="3567"/>
                  </a:lnTo>
                  <a:lnTo>
                    <a:pt x="1366" y="3499"/>
                  </a:lnTo>
                  <a:lnTo>
                    <a:pt x="1363" y="3489"/>
                  </a:lnTo>
                  <a:lnTo>
                    <a:pt x="1365" y="3482"/>
                  </a:lnTo>
                  <a:lnTo>
                    <a:pt x="1374" y="3458"/>
                  </a:lnTo>
                  <a:lnTo>
                    <a:pt x="1385" y="3444"/>
                  </a:lnTo>
                  <a:lnTo>
                    <a:pt x="1398" y="3433"/>
                  </a:lnTo>
                  <a:lnTo>
                    <a:pt x="1419" y="3421"/>
                  </a:lnTo>
                  <a:lnTo>
                    <a:pt x="1424" y="3421"/>
                  </a:lnTo>
                  <a:lnTo>
                    <a:pt x="1462" y="3417"/>
                  </a:lnTo>
                  <a:lnTo>
                    <a:pt x="1551" y="3406"/>
                  </a:lnTo>
                  <a:lnTo>
                    <a:pt x="1665" y="3377"/>
                  </a:lnTo>
                  <a:lnTo>
                    <a:pt x="1779" y="3295"/>
                  </a:lnTo>
                  <a:lnTo>
                    <a:pt x="1791" y="3283"/>
                  </a:lnTo>
                  <a:lnTo>
                    <a:pt x="1800" y="3258"/>
                  </a:lnTo>
                  <a:lnTo>
                    <a:pt x="1812" y="3188"/>
                  </a:lnTo>
                  <a:lnTo>
                    <a:pt x="1811" y="3145"/>
                  </a:lnTo>
                  <a:lnTo>
                    <a:pt x="1798" y="3075"/>
                  </a:lnTo>
                  <a:lnTo>
                    <a:pt x="1746" y="2937"/>
                  </a:lnTo>
                  <a:lnTo>
                    <a:pt x="1737" y="2912"/>
                  </a:lnTo>
                  <a:lnTo>
                    <a:pt x="1633" y="2637"/>
                  </a:lnTo>
                  <a:lnTo>
                    <a:pt x="1535" y="2472"/>
                  </a:lnTo>
                  <a:lnTo>
                    <a:pt x="1522" y="2425"/>
                  </a:lnTo>
                  <a:lnTo>
                    <a:pt x="1528" y="2427"/>
                  </a:lnTo>
                  <a:lnTo>
                    <a:pt x="1543" y="2326"/>
                  </a:lnTo>
                  <a:lnTo>
                    <a:pt x="1595" y="2213"/>
                  </a:lnTo>
                  <a:lnTo>
                    <a:pt x="1732" y="2092"/>
                  </a:lnTo>
                  <a:lnTo>
                    <a:pt x="1741" y="2087"/>
                  </a:lnTo>
                  <a:lnTo>
                    <a:pt x="1794" y="2041"/>
                  </a:lnTo>
                  <a:lnTo>
                    <a:pt x="1817" y="2019"/>
                  </a:lnTo>
                  <a:lnTo>
                    <a:pt x="1825" y="1983"/>
                  </a:lnTo>
                  <a:lnTo>
                    <a:pt x="1809" y="1911"/>
                  </a:lnTo>
                  <a:lnTo>
                    <a:pt x="1774" y="1874"/>
                  </a:lnTo>
                  <a:lnTo>
                    <a:pt x="1744" y="1827"/>
                  </a:lnTo>
                  <a:lnTo>
                    <a:pt x="1695" y="1742"/>
                  </a:lnTo>
                  <a:lnTo>
                    <a:pt x="1684" y="1718"/>
                  </a:lnTo>
                  <a:lnTo>
                    <a:pt x="1664" y="1677"/>
                  </a:lnTo>
                  <a:lnTo>
                    <a:pt x="1650" y="1631"/>
                  </a:lnTo>
                  <a:lnTo>
                    <a:pt x="1644" y="1564"/>
                  </a:lnTo>
                  <a:lnTo>
                    <a:pt x="1643" y="1505"/>
                  </a:lnTo>
                  <a:lnTo>
                    <a:pt x="1643" y="1455"/>
                  </a:lnTo>
                  <a:lnTo>
                    <a:pt x="1637" y="1428"/>
                  </a:lnTo>
                  <a:lnTo>
                    <a:pt x="1627" y="1417"/>
                  </a:lnTo>
                  <a:lnTo>
                    <a:pt x="1515" y="1353"/>
                  </a:lnTo>
                  <a:lnTo>
                    <a:pt x="1463" y="1325"/>
                  </a:lnTo>
                  <a:lnTo>
                    <a:pt x="1435" y="1313"/>
                  </a:lnTo>
                  <a:lnTo>
                    <a:pt x="1344" y="1277"/>
                  </a:lnTo>
                  <a:lnTo>
                    <a:pt x="1336" y="1275"/>
                  </a:lnTo>
                  <a:lnTo>
                    <a:pt x="1293" y="1284"/>
                  </a:lnTo>
                  <a:lnTo>
                    <a:pt x="1220" y="1288"/>
                  </a:lnTo>
                  <a:lnTo>
                    <a:pt x="1092" y="1291"/>
                  </a:lnTo>
                  <a:lnTo>
                    <a:pt x="1067" y="1291"/>
                  </a:lnTo>
                  <a:lnTo>
                    <a:pt x="1023" y="1279"/>
                  </a:lnTo>
                  <a:lnTo>
                    <a:pt x="1001" y="1273"/>
                  </a:lnTo>
                  <a:lnTo>
                    <a:pt x="479" y="972"/>
                  </a:lnTo>
                  <a:lnTo>
                    <a:pt x="458" y="959"/>
                  </a:lnTo>
                  <a:lnTo>
                    <a:pt x="442" y="945"/>
                  </a:lnTo>
                  <a:lnTo>
                    <a:pt x="425" y="926"/>
                  </a:lnTo>
                  <a:lnTo>
                    <a:pt x="413" y="887"/>
                  </a:lnTo>
                  <a:lnTo>
                    <a:pt x="320" y="583"/>
                  </a:lnTo>
                  <a:lnTo>
                    <a:pt x="315" y="577"/>
                  </a:lnTo>
                  <a:lnTo>
                    <a:pt x="185" y="436"/>
                  </a:lnTo>
                  <a:lnTo>
                    <a:pt x="149" y="396"/>
                  </a:lnTo>
                  <a:lnTo>
                    <a:pt x="25" y="261"/>
                  </a:lnTo>
                  <a:lnTo>
                    <a:pt x="0" y="194"/>
                  </a:lnTo>
                  <a:lnTo>
                    <a:pt x="52" y="172"/>
                  </a:lnTo>
                  <a:lnTo>
                    <a:pt x="444" y="1"/>
                  </a:lnTo>
                  <a:lnTo>
                    <a:pt x="450" y="0"/>
                  </a:lnTo>
                  <a:lnTo>
                    <a:pt x="619" y="25"/>
                  </a:lnTo>
                  <a:lnTo>
                    <a:pt x="729" y="10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7256293" y="1492886"/>
              <a:ext cx="676" cy="693"/>
            </a:xfrm>
            <a:custGeom>
              <a:avLst/>
              <a:pathLst>
                <a:path w="676" h="693">
                  <a:moveTo>
                    <a:pt x="435" y="693"/>
                  </a:moveTo>
                  <a:lnTo>
                    <a:pt x="422" y="693"/>
                  </a:lnTo>
                  <a:lnTo>
                    <a:pt x="403" y="688"/>
                  </a:lnTo>
                  <a:lnTo>
                    <a:pt x="309" y="632"/>
                  </a:lnTo>
                  <a:lnTo>
                    <a:pt x="208" y="570"/>
                  </a:lnTo>
                  <a:lnTo>
                    <a:pt x="92" y="470"/>
                  </a:lnTo>
                  <a:lnTo>
                    <a:pt x="73" y="443"/>
                  </a:lnTo>
                  <a:lnTo>
                    <a:pt x="41" y="397"/>
                  </a:lnTo>
                  <a:lnTo>
                    <a:pt x="37" y="264"/>
                  </a:lnTo>
                  <a:lnTo>
                    <a:pt x="37" y="229"/>
                  </a:lnTo>
                  <a:lnTo>
                    <a:pt x="33" y="204"/>
                  </a:lnTo>
                  <a:lnTo>
                    <a:pt x="21" y="135"/>
                  </a:lnTo>
                  <a:lnTo>
                    <a:pt x="14" y="97"/>
                  </a:lnTo>
                  <a:lnTo>
                    <a:pt x="6" y="61"/>
                  </a:lnTo>
                  <a:lnTo>
                    <a:pt x="2" y="42"/>
                  </a:lnTo>
                  <a:lnTo>
                    <a:pt x="0" y="28"/>
                  </a:lnTo>
                  <a:lnTo>
                    <a:pt x="6" y="12"/>
                  </a:lnTo>
                  <a:lnTo>
                    <a:pt x="13" y="2"/>
                  </a:lnTo>
                  <a:lnTo>
                    <a:pt x="23" y="0"/>
                  </a:lnTo>
                  <a:lnTo>
                    <a:pt x="43" y="3"/>
                  </a:lnTo>
                  <a:lnTo>
                    <a:pt x="398" y="154"/>
                  </a:lnTo>
                  <a:lnTo>
                    <a:pt x="411" y="160"/>
                  </a:lnTo>
                  <a:lnTo>
                    <a:pt x="585" y="246"/>
                  </a:lnTo>
                  <a:lnTo>
                    <a:pt x="618" y="262"/>
                  </a:lnTo>
                  <a:lnTo>
                    <a:pt x="621" y="266"/>
                  </a:lnTo>
                  <a:lnTo>
                    <a:pt x="628" y="273"/>
                  </a:lnTo>
                  <a:lnTo>
                    <a:pt x="632" y="278"/>
                  </a:lnTo>
                  <a:lnTo>
                    <a:pt x="640" y="291"/>
                  </a:lnTo>
                  <a:lnTo>
                    <a:pt x="647" y="318"/>
                  </a:lnTo>
                  <a:lnTo>
                    <a:pt x="671" y="419"/>
                  </a:lnTo>
                  <a:lnTo>
                    <a:pt x="674" y="432"/>
                  </a:lnTo>
                  <a:lnTo>
                    <a:pt x="674" y="450"/>
                  </a:lnTo>
                  <a:lnTo>
                    <a:pt x="676" y="482"/>
                  </a:lnTo>
                  <a:lnTo>
                    <a:pt x="674" y="534"/>
                  </a:lnTo>
                  <a:lnTo>
                    <a:pt x="671" y="570"/>
                  </a:lnTo>
                  <a:lnTo>
                    <a:pt x="667" y="591"/>
                  </a:lnTo>
                  <a:lnTo>
                    <a:pt x="646" y="619"/>
                  </a:lnTo>
                  <a:lnTo>
                    <a:pt x="632" y="634"/>
                  </a:lnTo>
                  <a:lnTo>
                    <a:pt x="606" y="648"/>
                  </a:lnTo>
                  <a:lnTo>
                    <a:pt x="584" y="660"/>
                  </a:lnTo>
                  <a:lnTo>
                    <a:pt x="551" y="671"/>
                  </a:lnTo>
                  <a:lnTo>
                    <a:pt x="435" y="6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7244948" y="1488151"/>
              <a:ext cx="357" cy="445"/>
            </a:xfrm>
            <a:custGeom>
              <a:avLst/>
              <a:pathLst>
                <a:path w="357" h="445">
                  <a:moveTo>
                    <a:pt x="115" y="440"/>
                  </a:moveTo>
                  <a:lnTo>
                    <a:pt x="80" y="445"/>
                  </a:lnTo>
                  <a:lnTo>
                    <a:pt x="74" y="441"/>
                  </a:lnTo>
                  <a:lnTo>
                    <a:pt x="59" y="428"/>
                  </a:lnTo>
                  <a:lnTo>
                    <a:pt x="42" y="409"/>
                  </a:lnTo>
                  <a:lnTo>
                    <a:pt x="0" y="329"/>
                  </a:lnTo>
                  <a:lnTo>
                    <a:pt x="0" y="323"/>
                  </a:lnTo>
                  <a:lnTo>
                    <a:pt x="3" y="318"/>
                  </a:lnTo>
                  <a:lnTo>
                    <a:pt x="122" y="117"/>
                  </a:lnTo>
                  <a:lnTo>
                    <a:pt x="179" y="44"/>
                  </a:lnTo>
                  <a:lnTo>
                    <a:pt x="205" y="14"/>
                  </a:lnTo>
                  <a:lnTo>
                    <a:pt x="235" y="0"/>
                  </a:lnTo>
                  <a:lnTo>
                    <a:pt x="243" y="4"/>
                  </a:lnTo>
                  <a:lnTo>
                    <a:pt x="262" y="15"/>
                  </a:lnTo>
                  <a:lnTo>
                    <a:pt x="268" y="25"/>
                  </a:lnTo>
                  <a:lnTo>
                    <a:pt x="280" y="47"/>
                  </a:lnTo>
                  <a:lnTo>
                    <a:pt x="355" y="210"/>
                  </a:lnTo>
                  <a:lnTo>
                    <a:pt x="357" y="214"/>
                  </a:lnTo>
                  <a:lnTo>
                    <a:pt x="352" y="246"/>
                  </a:lnTo>
                  <a:lnTo>
                    <a:pt x="351" y="253"/>
                  </a:lnTo>
                  <a:lnTo>
                    <a:pt x="347" y="274"/>
                  </a:lnTo>
                  <a:lnTo>
                    <a:pt x="335" y="297"/>
                  </a:lnTo>
                  <a:lnTo>
                    <a:pt x="323" y="316"/>
                  </a:lnTo>
                  <a:lnTo>
                    <a:pt x="314" y="328"/>
                  </a:lnTo>
                  <a:lnTo>
                    <a:pt x="300" y="340"/>
                  </a:lnTo>
                  <a:lnTo>
                    <a:pt x="270" y="366"/>
                  </a:lnTo>
                  <a:lnTo>
                    <a:pt x="260" y="380"/>
                  </a:lnTo>
                  <a:lnTo>
                    <a:pt x="153" y="430"/>
                  </a:lnTo>
                  <a:lnTo>
                    <a:pt x="133" y="433"/>
                  </a:lnTo>
                  <a:lnTo>
                    <a:pt x="128" y="437"/>
                  </a:lnTo>
                  <a:lnTo>
                    <a:pt x="115" y="44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7248885" y="1485712"/>
              <a:ext cx="1706" cy="1851"/>
            </a:xfrm>
            <a:custGeom>
              <a:avLst/>
              <a:pathLst>
                <a:path w="1706" h="1851">
                  <a:moveTo>
                    <a:pt x="650" y="1305"/>
                  </a:moveTo>
                  <a:lnTo>
                    <a:pt x="674" y="1309"/>
                  </a:lnTo>
                  <a:lnTo>
                    <a:pt x="699" y="1308"/>
                  </a:lnTo>
                  <a:lnTo>
                    <a:pt x="726" y="1300"/>
                  </a:lnTo>
                  <a:lnTo>
                    <a:pt x="908" y="1248"/>
                  </a:lnTo>
                  <a:lnTo>
                    <a:pt x="1005" y="1251"/>
                  </a:lnTo>
                  <a:lnTo>
                    <a:pt x="1078" y="1253"/>
                  </a:lnTo>
                  <a:lnTo>
                    <a:pt x="1242" y="1259"/>
                  </a:lnTo>
                  <a:lnTo>
                    <a:pt x="1256" y="1259"/>
                  </a:lnTo>
                  <a:lnTo>
                    <a:pt x="1328" y="1291"/>
                  </a:lnTo>
                  <a:lnTo>
                    <a:pt x="1338" y="1302"/>
                  </a:lnTo>
                  <a:lnTo>
                    <a:pt x="1452" y="1431"/>
                  </a:lnTo>
                  <a:lnTo>
                    <a:pt x="1612" y="1580"/>
                  </a:lnTo>
                  <a:lnTo>
                    <a:pt x="1706" y="1684"/>
                  </a:lnTo>
                  <a:lnTo>
                    <a:pt x="1678" y="1802"/>
                  </a:lnTo>
                  <a:lnTo>
                    <a:pt x="1365" y="1825"/>
                  </a:lnTo>
                  <a:lnTo>
                    <a:pt x="1187" y="1840"/>
                  </a:lnTo>
                  <a:lnTo>
                    <a:pt x="1131" y="1831"/>
                  </a:lnTo>
                  <a:lnTo>
                    <a:pt x="1005" y="1811"/>
                  </a:lnTo>
                  <a:lnTo>
                    <a:pt x="889" y="1779"/>
                  </a:lnTo>
                  <a:lnTo>
                    <a:pt x="720" y="1733"/>
                  </a:lnTo>
                  <a:lnTo>
                    <a:pt x="605" y="1754"/>
                  </a:lnTo>
                  <a:lnTo>
                    <a:pt x="356" y="1841"/>
                  </a:lnTo>
                  <a:lnTo>
                    <a:pt x="276" y="1851"/>
                  </a:lnTo>
                  <a:lnTo>
                    <a:pt x="103" y="1793"/>
                  </a:lnTo>
                  <a:lnTo>
                    <a:pt x="77" y="1778"/>
                  </a:lnTo>
                  <a:lnTo>
                    <a:pt x="56" y="1761"/>
                  </a:lnTo>
                  <a:lnTo>
                    <a:pt x="40" y="1743"/>
                  </a:lnTo>
                  <a:lnTo>
                    <a:pt x="17" y="1701"/>
                  </a:lnTo>
                  <a:lnTo>
                    <a:pt x="0" y="1658"/>
                  </a:lnTo>
                  <a:lnTo>
                    <a:pt x="0" y="1596"/>
                  </a:lnTo>
                  <a:lnTo>
                    <a:pt x="7" y="1170"/>
                  </a:lnTo>
                  <a:lnTo>
                    <a:pt x="73" y="841"/>
                  </a:lnTo>
                  <a:lnTo>
                    <a:pt x="84" y="760"/>
                  </a:lnTo>
                  <a:lnTo>
                    <a:pt x="122" y="497"/>
                  </a:lnTo>
                  <a:lnTo>
                    <a:pt x="153" y="276"/>
                  </a:lnTo>
                  <a:lnTo>
                    <a:pt x="183" y="67"/>
                  </a:lnTo>
                  <a:lnTo>
                    <a:pt x="202" y="12"/>
                  </a:lnTo>
                  <a:lnTo>
                    <a:pt x="207" y="4"/>
                  </a:lnTo>
                  <a:lnTo>
                    <a:pt x="215" y="2"/>
                  </a:lnTo>
                  <a:lnTo>
                    <a:pt x="233" y="0"/>
                  </a:lnTo>
                  <a:lnTo>
                    <a:pt x="262" y="2"/>
                  </a:lnTo>
                  <a:lnTo>
                    <a:pt x="284" y="17"/>
                  </a:lnTo>
                  <a:lnTo>
                    <a:pt x="319" y="53"/>
                  </a:lnTo>
                  <a:lnTo>
                    <a:pt x="335" y="79"/>
                  </a:lnTo>
                  <a:lnTo>
                    <a:pt x="344" y="96"/>
                  </a:lnTo>
                  <a:lnTo>
                    <a:pt x="349" y="115"/>
                  </a:lnTo>
                  <a:lnTo>
                    <a:pt x="489" y="434"/>
                  </a:lnTo>
                  <a:lnTo>
                    <a:pt x="578" y="681"/>
                  </a:lnTo>
                  <a:lnTo>
                    <a:pt x="632" y="833"/>
                  </a:lnTo>
                  <a:lnTo>
                    <a:pt x="663" y="920"/>
                  </a:lnTo>
                  <a:lnTo>
                    <a:pt x="605" y="946"/>
                  </a:lnTo>
                  <a:lnTo>
                    <a:pt x="500" y="992"/>
                  </a:lnTo>
                  <a:lnTo>
                    <a:pt x="496" y="1001"/>
                  </a:lnTo>
                  <a:lnTo>
                    <a:pt x="497" y="1020"/>
                  </a:lnTo>
                  <a:lnTo>
                    <a:pt x="497" y="1031"/>
                  </a:lnTo>
                  <a:lnTo>
                    <a:pt x="506" y="1068"/>
                  </a:lnTo>
                  <a:lnTo>
                    <a:pt x="518" y="1114"/>
                  </a:lnTo>
                  <a:lnTo>
                    <a:pt x="524" y="1131"/>
                  </a:lnTo>
                  <a:lnTo>
                    <a:pt x="551" y="1198"/>
                  </a:lnTo>
                  <a:lnTo>
                    <a:pt x="560" y="1220"/>
                  </a:lnTo>
                  <a:lnTo>
                    <a:pt x="563" y="1225"/>
                  </a:lnTo>
                  <a:lnTo>
                    <a:pt x="601" y="1278"/>
                  </a:lnTo>
                  <a:lnTo>
                    <a:pt x="630" y="1300"/>
                  </a:lnTo>
                  <a:lnTo>
                    <a:pt x="650" y="13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7251173" y="1480560"/>
              <a:ext cx="1872" cy="1414"/>
            </a:xfrm>
            <a:custGeom>
              <a:avLst/>
              <a:pathLst>
                <a:path w="1872" h="1414">
                  <a:moveTo>
                    <a:pt x="1623" y="688"/>
                  </a:moveTo>
                  <a:lnTo>
                    <a:pt x="1400" y="802"/>
                  </a:lnTo>
                  <a:lnTo>
                    <a:pt x="1219" y="812"/>
                  </a:lnTo>
                  <a:lnTo>
                    <a:pt x="923" y="776"/>
                  </a:lnTo>
                  <a:lnTo>
                    <a:pt x="828" y="765"/>
                  </a:lnTo>
                  <a:lnTo>
                    <a:pt x="731" y="859"/>
                  </a:lnTo>
                  <a:lnTo>
                    <a:pt x="602" y="1126"/>
                  </a:lnTo>
                  <a:lnTo>
                    <a:pt x="583" y="1165"/>
                  </a:lnTo>
                  <a:lnTo>
                    <a:pt x="504" y="1268"/>
                  </a:lnTo>
                  <a:lnTo>
                    <a:pt x="275" y="1376"/>
                  </a:lnTo>
                  <a:lnTo>
                    <a:pt x="118" y="1414"/>
                  </a:lnTo>
                  <a:lnTo>
                    <a:pt x="76" y="1401"/>
                  </a:lnTo>
                  <a:lnTo>
                    <a:pt x="68" y="1383"/>
                  </a:lnTo>
                  <a:lnTo>
                    <a:pt x="1" y="1229"/>
                  </a:lnTo>
                  <a:lnTo>
                    <a:pt x="0" y="1219"/>
                  </a:lnTo>
                  <a:lnTo>
                    <a:pt x="3" y="1163"/>
                  </a:lnTo>
                  <a:lnTo>
                    <a:pt x="9" y="1144"/>
                  </a:lnTo>
                  <a:lnTo>
                    <a:pt x="15" y="1128"/>
                  </a:lnTo>
                  <a:lnTo>
                    <a:pt x="29" y="1119"/>
                  </a:lnTo>
                  <a:lnTo>
                    <a:pt x="45" y="1110"/>
                  </a:lnTo>
                  <a:lnTo>
                    <a:pt x="55" y="1107"/>
                  </a:lnTo>
                  <a:lnTo>
                    <a:pt x="86" y="1092"/>
                  </a:lnTo>
                  <a:lnTo>
                    <a:pt x="91" y="1090"/>
                  </a:lnTo>
                  <a:lnTo>
                    <a:pt x="213" y="1003"/>
                  </a:lnTo>
                  <a:lnTo>
                    <a:pt x="392" y="875"/>
                  </a:lnTo>
                  <a:lnTo>
                    <a:pt x="472" y="820"/>
                  </a:lnTo>
                  <a:lnTo>
                    <a:pt x="490" y="794"/>
                  </a:lnTo>
                  <a:lnTo>
                    <a:pt x="499" y="762"/>
                  </a:lnTo>
                  <a:lnTo>
                    <a:pt x="503" y="738"/>
                  </a:lnTo>
                  <a:lnTo>
                    <a:pt x="500" y="716"/>
                  </a:lnTo>
                  <a:lnTo>
                    <a:pt x="497" y="699"/>
                  </a:lnTo>
                  <a:lnTo>
                    <a:pt x="476" y="667"/>
                  </a:lnTo>
                  <a:lnTo>
                    <a:pt x="462" y="649"/>
                  </a:lnTo>
                  <a:lnTo>
                    <a:pt x="444" y="640"/>
                  </a:lnTo>
                  <a:lnTo>
                    <a:pt x="429" y="639"/>
                  </a:lnTo>
                  <a:lnTo>
                    <a:pt x="393" y="655"/>
                  </a:lnTo>
                  <a:lnTo>
                    <a:pt x="390" y="662"/>
                  </a:lnTo>
                  <a:lnTo>
                    <a:pt x="361" y="666"/>
                  </a:lnTo>
                  <a:lnTo>
                    <a:pt x="346" y="653"/>
                  </a:lnTo>
                  <a:lnTo>
                    <a:pt x="322" y="630"/>
                  </a:lnTo>
                  <a:lnTo>
                    <a:pt x="320" y="613"/>
                  </a:lnTo>
                  <a:lnTo>
                    <a:pt x="365" y="511"/>
                  </a:lnTo>
                  <a:lnTo>
                    <a:pt x="374" y="488"/>
                  </a:lnTo>
                  <a:lnTo>
                    <a:pt x="470" y="302"/>
                  </a:lnTo>
                  <a:lnTo>
                    <a:pt x="546" y="185"/>
                  </a:lnTo>
                  <a:lnTo>
                    <a:pt x="667" y="155"/>
                  </a:lnTo>
                  <a:lnTo>
                    <a:pt x="868" y="134"/>
                  </a:lnTo>
                  <a:lnTo>
                    <a:pt x="1050" y="78"/>
                  </a:lnTo>
                  <a:lnTo>
                    <a:pt x="1295" y="15"/>
                  </a:lnTo>
                  <a:lnTo>
                    <a:pt x="1342" y="0"/>
                  </a:lnTo>
                  <a:lnTo>
                    <a:pt x="1599" y="73"/>
                  </a:lnTo>
                  <a:lnTo>
                    <a:pt x="1676" y="138"/>
                  </a:lnTo>
                  <a:lnTo>
                    <a:pt x="1835" y="256"/>
                  </a:lnTo>
                  <a:lnTo>
                    <a:pt x="1851" y="273"/>
                  </a:lnTo>
                  <a:lnTo>
                    <a:pt x="1867" y="294"/>
                  </a:lnTo>
                  <a:lnTo>
                    <a:pt x="1872" y="322"/>
                  </a:lnTo>
                  <a:lnTo>
                    <a:pt x="1868" y="330"/>
                  </a:lnTo>
                  <a:lnTo>
                    <a:pt x="1793" y="347"/>
                  </a:lnTo>
                  <a:lnTo>
                    <a:pt x="1768" y="347"/>
                  </a:lnTo>
                  <a:lnTo>
                    <a:pt x="1707" y="390"/>
                  </a:lnTo>
                  <a:lnTo>
                    <a:pt x="1692" y="431"/>
                  </a:lnTo>
                  <a:lnTo>
                    <a:pt x="1691" y="501"/>
                  </a:lnTo>
                  <a:lnTo>
                    <a:pt x="1695" y="528"/>
                  </a:lnTo>
                  <a:lnTo>
                    <a:pt x="1697" y="535"/>
                  </a:lnTo>
                  <a:lnTo>
                    <a:pt x="1702" y="553"/>
                  </a:lnTo>
                  <a:lnTo>
                    <a:pt x="1713" y="573"/>
                  </a:lnTo>
                  <a:lnTo>
                    <a:pt x="1732" y="597"/>
                  </a:lnTo>
                  <a:lnTo>
                    <a:pt x="1738" y="610"/>
                  </a:lnTo>
                  <a:lnTo>
                    <a:pt x="1738" y="615"/>
                  </a:lnTo>
                  <a:lnTo>
                    <a:pt x="1673" y="663"/>
                  </a:lnTo>
                  <a:lnTo>
                    <a:pt x="1623" y="68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7252747" y="1478895"/>
              <a:ext cx="589" cy="846"/>
            </a:xfrm>
            <a:custGeom>
              <a:avLst/>
              <a:pathLst>
                <a:path w="589" h="846">
                  <a:moveTo>
                    <a:pt x="459" y="450"/>
                  </a:moveTo>
                  <a:lnTo>
                    <a:pt x="511" y="467"/>
                  </a:lnTo>
                  <a:lnTo>
                    <a:pt x="564" y="488"/>
                  </a:lnTo>
                  <a:lnTo>
                    <a:pt x="580" y="497"/>
                  </a:lnTo>
                  <a:lnTo>
                    <a:pt x="586" y="511"/>
                  </a:lnTo>
                  <a:lnTo>
                    <a:pt x="589" y="520"/>
                  </a:lnTo>
                  <a:lnTo>
                    <a:pt x="584" y="527"/>
                  </a:lnTo>
                  <a:lnTo>
                    <a:pt x="530" y="581"/>
                  </a:lnTo>
                  <a:lnTo>
                    <a:pt x="511" y="596"/>
                  </a:lnTo>
                  <a:lnTo>
                    <a:pt x="459" y="643"/>
                  </a:lnTo>
                  <a:lnTo>
                    <a:pt x="374" y="689"/>
                  </a:lnTo>
                  <a:lnTo>
                    <a:pt x="308" y="682"/>
                  </a:lnTo>
                  <a:lnTo>
                    <a:pt x="287" y="681"/>
                  </a:lnTo>
                  <a:lnTo>
                    <a:pt x="262" y="684"/>
                  </a:lnTo>
                  <a:lnTo>
                    <a:pt x="238" y="695"/>
                  </a:lnTo>
                  <a:lnTo>
                    <a:pt x="197" y="732"/>
                  </a:lnTo>
                  <a:lnTo>
                    <a:pt x="191" y="739"/>
                  </a:lnTo>
                  <a:lnTo>
                    <a:pt x="172" y="763"/>
                  </a:lnTo>
                  <a:lnTo>
                    <a:pt x="164" y="773"/>
                  </a:lnTo>
                  <a:lnTo>
                    <a:pt x="152" y="791"/>
                  </a:lnTo>
                  <a:lnTo>
                    <a:pt x="139" y="811"/>
                  </a:lnTo>
                  <a:lnTo>
                    <a:pt x="134" y="826"/>
                  </a:lnTo>
                  <a:lnTo>
                    <a:pt x="97" y="839"/>
                  </a:lnTo>
                  <a:lnTo>
                    <a:pt x="42" y="846"/>
                  </a:lnTo>
                  <a:lnTo>
                    <a:pt x="35" y="846"/>
                  </a:lnTo>
                  <a:lnTo>
                    <a:pt x="27" y="843"/>
                  </a:lnTo>
                  <a:lnTo>
                    <a:pt x="20" y="837"/>
                  </a:lnTo>
                  <a:lnTo>
                    <a:pt x="3" y="814"/>
                  </a:lnTo>
                  <a:lnTo>
                    <a:pt x="0" y="806"/>
                  </a:lnTo>
                  <a:lnTo>
                    <a:pt x="0" y="786"/>
                  </a:lnTo>
                  <a:lnTo>
                    <a:pt x="1" y="779"/>
                  </a:lnTo>
                  <a:lnTo>
                    <a:pt x="14" y="755"/>
                  </a:lnTo>
                  <a:lnTo>
                    <a:pt x="67" y="688"/>
                  </a:lnTo>
                  <a:lnTo>
                    <a:pt x="120" y="620"/>
                  </a:lnTo>
                  <a:lnTo>
                    <a:pt x="172" y="562"/>
                  </a:lnTo>
                  <a:lnTo>
                    <a:pt x="190" y="540"/>
                  </a:lnTo>
                  <a:lnTo>
                    <a:pt x="192" y="535"/>
                  </a:lnTo>
                  <a:lnTo>
                    <a:pt x="195" y="490"/>
                  </a:lnTo>
                  <a:lnTo>
                    <a:pt x="188" y="452"/>
                  </a:lnTo>
                  <a:lnTo>
                    <a:pt x="180" y="440"/>
                  </a:lnTo>
                  <a:lnTo>
                    <a:pt x="171" y="429"/>
                  </a:lnTo>
                  <a:lnTo>
                    <a:pt x="160" y="420"/>
                  </a:lnTo>
                  <a:lnTo>
                    <a:pt x="149" y="413"/>
                  </a:lnTo>
                  <a:lnTo>
                    <a:pt x="134" y="409"/>
                  </a:lnTo>
                  <a:lnTo>
                    <a:pt x="125" y="409"/>
                  </a:lnTo>
                  <a:lnTo>
                    <a:pt x="85" y="425"/>
                  </a:lnTo>
                  <a:lnTo>
                    <a:pt x="76" y="431"/>
                  </a:lnTo>
                  <a:lnTo>
                    <a:pt x="32" y="448"/>
                  </a:lnTo>
                  <a:lnTo>
                    <a:pt x="22" y="448"/>
                  </a:lnTo>
                  <a:lnTo>
                    <a:pt x="20" y="443"/>
                  </a:lnTo>
                  <a:lnTo>
                    <a:pt x="13" y="417"/>
                  </a:lnTo>
                  <a:lnTo>
                    <a:pt x="43" y="353"/>
                  </a:lnTo>
                  <a:lnTo>
                    <a:pt x="63" y="331"/>
                  </a:lnTo>
                  <a:lnTo>
                    <a:pt x="70" y="327"/>
                  </a:lnTo>
                  <a:lnTo>
                    <a:pt x="99" y="309"/>
                  </a:lnTo>
                  <a:lnTo>
                    <a:pt x="132" y="280"/>
                  </a:lnTo>
                  <a:lnTo>
                    <a:pt x="151" y="254"/>
                  </a:lnTo>
                  <a:lnTo>
                    <a:pt x="159" y="241"/>
                  </a:lnTo>
                  <a:lnTo>
                    <a:pt x="170" y="218"/>
                  </a:lnTo>
                  <a:lnTo>
                    <a:pt x="170" y="197"/>
                  </a:lnTo>
                  <a:lnTo>
                    <a:pt x="170" y="186"/>
                  </a:lnTo>
                  <a:lnTo>
                    <a:pt x="163" y="112"/>
                  </a:lnTo>
                  <a:lnTo>
                    <a:pt x="158" y="103"/>
                  </a:lnTo>
                  <a:lnTo>
                    <a:pt x="137" y="72"/>
                  </a:lnTo>
                  <a:lnTo>
                    <a:pt x="127" y="56"/>
                  </a:lnTo>
                  <a:lnTo>
                    <a:pt x="108" y="27"/>
                  </a:lnTo>
                  <a:lnTo>
                    <a:pt x="105" y="22"/>
                  </a:lnTo>
                  <a:lnTo>
                    <a:pt x="114" y="16"/>
                  </a:lnTo>
                  <a:lnTo>
                    <a:pt x="134" y="9"/>
                  </a:lnTo>
                  <a:lnTo>
                    <a:pt x="143" y="6"/>
                  </a:lnTo>
                  <a:lnTo>
                    <a:pt x="148" y="5"/>
                  </a:lnTo>
                  <a:lnTo>
                    <a:pt x="164" y="0"/>
                  </a:lnTo>
                  <a:lnTo>
                    <a:pt x="169" y="1"/>
                  </a:lnTo>
                  <a:lnTo>
                    <a:pt x="251" y="87"/>
                  </a:lnTo>
                  <a:lnTo>
                    <a:pt x="356" y="207"/>
                  </a:lnTo>
                  <a:lnTo>
                    <a:pt x="365" y="219"/>
                  </a:lnTo>
                  <a:lnTo>
                    <a:pt x="378" y="238"/>
                  </a:lnTo>
                  <a:lnTo>
                    <a:pt x="378" y="242"/>
                  </a:lnTo>
                  <a:lnTo>
                    <a:pt x="372" y="252"/>
                  </a:lnTo>
                  <a:lnTo>
                    <a:pt x="360" y="265"/>
                  </a:lnTo>
                  <a:lnTo>
                    <a:pt x="356" y="274"/>
                  </a:lnTo>
                  <a:lnTo>
                    <a:pt x="345" y="307"/>
                  </a:lnTo>
                  <a:lnTo>
                    <a:pt x="345" y="316"/>
                  </a:lnTo>
                  <a:lnTo>
                    <a:pt x="352" y="338"/>
                  </a:lnTo>
                  <a:lnTo>
                    <a:pt x="363" y="356"/>
                  </a:lnTo>
                  <a:lnTo>
                    <a:pt x="398" y="410"/>
                  </a:lnTo>
                  <a:lnTo>
                    <a:pt x="434" y="439"/>
                  </a:lnTo>
                  <a:lnTo>
                    <a:pt x="459" y="45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7254910" y="1478162"/>
              <a:ext cx="895" cy="1169"/>
            </a:xfrm>
            <a:custGeom>
              <a:avLst/>
              <a:pathLst>
                <a:path w="895" h="1169">
                  <a:moveTo>
                    <a:pt x="565" y="231"/>
                  </a:moveTo>
                  <a:lnTo>
                    <a:pt x="555" y="265"/>
                  </a:lnTo>
                  <a:lnTo>
                    <a:pt x="514" y="294"/>
                  </a:lnTo>
                  <a:lnTo>
                    <a:pt x="506" y="301"/>
                  </a:lnTo>
                  <a:lnTo>
                    <a:pt x="473" y="336"/>
                  </a:lnTo>
                  <a:lnTo>
                    <a:pt x="413" y="363"/>
                  </a:lnTo>
                  <a:lnTo>
                    <a:pt x="363" y="372"/>
                  </a:lnTo>
                  <a:lnTo>
                    <a:pt x="362" y="471"/>
                  </a:lnTo>
                  <a:lnTo>
                    <a:pt x="363" y="490"/>
                  </a:lnTo>
                  <a:lnTo>
                    <a:pt x="370" y="522"/>
                  </a:lnTo>
                  <a:lnTo>
                    <a:pt x="402" y="555"/>
                  </a:lnTo>
                  <a:lnTo>
                    <a:pt x="411" y="561"/>
                  </a:lnTo>
                  <a:lnTo>
                    <a:pt x="462" y="589"/>
                  </a:lnTo>
                  <a:lnTo>
                    <a:pt x="532" y="578"/>
                  </a:lnTo>
                  <a:lnTo>
                    <a:pt x="564" y="559"/>
                  </a:lnTo>
                  <a:lnTo>
                    <a:pt x="569" y="557"/>
                  </a:lnTo>
                  <a:lnTo>
                    <a:pt x="602" y="540"/>
                  </a:lnTo>
                  <a:lnTo>
                    <a:pt x="644" y="525"/>
                  </a:lnTo>
                  <a:lnTo>
                    <a:pt x="821" y="429"/>
                  </a:lnTo>
                  <a:lnTo>
                    <a:pt x="858" y="403"/>
                  </a:lnTo>
                  <a:lnTo>
                    <a:pt x="879" y="391"/>
                  </a:lnTo>
                  <a:lnTo>
                    <a:pt x="895" y="389"/>
                  </a:lnTo>
                  <a:lnTo>
                    <a:pt x="894" y="515"/>
                  </a:lnTo>
                  <a:lnTo>
                    <a:pt x="884" y="523"/>
                  </a:lnTo>
                  <a:lnTo>
                    <a:pt x="869" y="527"/>
                  </a:lnTo>
                  <a:lnTo>
                    <a:pt x="859" y="529"/>
                  </a:lnTo>
                  <a:lnTo>
                    <a:pt x="849" y="523"/>
                  </a:lnTo>
                  <a:lnTo>
                    <a:pt x="803" y="513"/>
                  </a:lnTo>
                  <a:lnTo>
                    <a:pt x="775" y="513"/>
                  </a:lnTo>
                  <a:lnTo>
                    <a:pt x="682" y="545"/>
                  </a:lnTo>
                  <a:lnTo>
                    <a:pt x="662" y="561"/>
                  </a:lnTo>
                  <a:lnTo>
                    <a:pt x="639" y="591"/>
                  </a:lnTo>
                  <a:lnTo>
                    <a:pt x="626" y="617"/>
                  </a:lnTo>
                  <a:lnTo>
                    <a:pt x="616" y="637"/>
                  </a:lnTo>
                  <a:lnTo>
                    <a:pt x="612" y="644"/>
                  </a:lnTo>
                  <a:lnTo>
                    <a:pt x="609" y="654"/>
                  </a:lnTo>
                  <a:lnTo>
                    <a:pt x="603" y="671"/>
                  </a:lnTo>
                  <a:lnTo>
                    <a:pt x="596" y="690"/>
                  </a:lnTo>
                  <a:lnTo>
                    <a:pt x="596" y="730"/>
                  </a:lnTo>
                  <a:lnTo>
                    <a:pt x="608" y="828"/>
                  </a:lnTo>
                  <a:lnTo>
                    <a:pt x="681" y="936"/>
                  </a:lnTo>
                  <a:lnTo>
                    <a:pt x="734" y="969"/>
                  </a:lnTo>
                  <a:lnTo>
                    <a:pt x="829" y="1052"/>
                  </a:lnTo>
                  <a:lnTo>
                    <a:pt x="883" y="1092"/>
                  </a:lnTo>
                  <a:lnTo>
                    <a:pt x="882" y="1098"/>
                  </a:lnTo>
                  <a:lnTo>
                    <a:pt x="847" y="1159"/>
                  </a:lnTo>
                  <a:lnTo>
                    <a:pt x="843" y="1162"/>
                  </a:lnTo>
                  <a:lnTo>
                    <a:pt x="833" y="1167"/>
                  </a:lnTo>
                  <a:lnTo>
                    <a:pt x="822" y="1168"/>
                  </a:lnTo>
                  <a:lnTo>
                    <a:pt x="777" y="1169"/>
                  </a:lnTo>
                  <a:lnTo>
                    <a:pt x="755" y="1167"/>
                  </a:lnTo>
                  <a:lnTo>
                    <a:pt x="747" y="1159"/>
                  </a:lnTo>
                  <a:lnTo>
                    <a:pt x="691" y="1097"/>
                  </a:lnTo>
                  <a:lnTo>
                    <a:pt x="679" y="1079"/>
                  </a:lnTo>
                  <a:lnTo>
                    <a:pt x="649" y="1029"/>
                  </a:lnTo>
                  <a:lnTo>
                    <a:pt x="632" y="993"/>
                  </a:lnTo>
                  <a:lnTo>
                    <a:pt x="614" y="960"/>
                  </a:lnTo>
                  <a:lnTo>
                    <a:pt x="598" y="939"/>
                  </a:lnTo>
                  <a:lnTo>
                    <a:pt x="587" y="926"/>
                  </a:lnTo>
                  <a:lnTo>
                    <a:pt x="552" y="907"/>
                  </a:lnTo>
                  <a:lnTo>
                    <a:pt x="515" y="892"/>
                  </a:lnTo>
                  <a:lnTo>
                    <a:pt x="484" y="888"/>
                  </a:lnTo>
                  <a:lnTo>
                    <a:pt x="422" y="877"/>
                  </a:lnTo>
                  <a:lnTo>
                    <a:pt x="380" y="813"/>
                  </a:lnTo>
                  <a:lnTo>
                    <a:pt x="321" y="733"/>
                  </a:lnTo>
                  <a:lnTo>
                    <a:pt x="255" y="635"/>
                  </a:lnTo>
                  <a:lnTo>
                    <a:pt x="236" y="610"/>
                  </a:lnTo>
                  <a:lnTo>
                    <a:pt x="175" y="566"/>
                  </a:lnTo>
                  <a:lnTo>
                    <a:pt x="85" y="502"/>
                  </a:lnTo>
                  <a:lnTo>
                    <a:pt x="80" y="494"/>
                  </a:lnTo>
                  <a:lnTo>
                    <a:pt x="69" y="475"/>
                  </a:lnTo>
                  <a:lnTo>
                    <a:pt x="45" y="429"/>
                  </a:lnTo>
                  <a:lnTo>
                    <a:pt x="37" y="410"/>
                  </a:lnTo>
                  <a:lnTo>
                    <a:pt x="32" y="396"/>
                  </a:lnTo>
                  <a:lnTo>
                    <a:pt x="0" y="315"/>
                  </a:lnTo>
                  <a:lnTo>
                    <a:pt x="16" y="276"/>
                  </a:lnTo>
                  <a:lnTo>
                    <a:pt x="77" y="137"/>
                  </a:lnTo>
                  <a:lnTo>
                    <a:pt x="91" y="122"/>
                  </a:lnTo>
                  <a:lnTo>
                    <a:pt x="117" y="120"/>
                  </a:lnTo>
                  <a:lnTo>
                    <a:pt x="288" y="105"/>
                  </a:lnTo>
                  <a:lnTo>
                    <a:pt x="312" y="104"/>
                  </a:lnTo>
                  <a:lnTo>
                    <a:pt x="333" y="114"/>
                  </a:lnTo>
                  <a:lnTo>
                    <a:pt x="333" y="121"/>
                  </a:lnTo>
                  <a:lnTo>
                    <a:pt x="320" y="140"/>
                  </a:lnTo>
                  <a:lnTo>
                    <a:pt x="309" y="155"/>
                  </a:lnTo>
                  <a:lnTo>
                    <a:pt x="309" y="175"/>
                  </a:lnTo>
                  <a:lnTo>
                    <a:pt x="331" y="196"/>
                  </a:lnTo>
                  <a:lnTo>
                    <a:pt x="352" y="204"/>
                  </a:lnTo>
                  <a:lnTo>
                    <a:pt x="370" y="208"/>
                  </a:lnTo>
                  <a:lnTo>
                    <a:pt x="419" y="198"/>
                  </a:lnTo>
                  <a:lnTo>
                    <a:pt x="478" y="177"/>
                  </a:lnTo>
                  <a:lnTo>
                    <a:pt x="492" y="171"/>
                  </a:lnTo>
                  <a:lnTo>
                    <a:pt x="497" y="162"/>
                  </a:lnTo>
                  <a:lnTo>
                    <a:pt x="516" y="102"/>
                  </a:lnTo>
                  <a:lnTo>
                    <a:pt x="519" y="86"/>
                  </a:lnTo>
                  <a:lnTo>
                    <a:pt x="528" y="75"/>
                  </a:lnTo>
                  <a:lnTo>
                    <a:pt x="577" y="34"/>
                  </a:lnTo>
                  <a:lnTo>
                    <a:pt x="609" y="13"/>
                  </a:lnTo>
                  <a:lnTo>
                    <a:pt x="625" y="3"/>
                  </a:lnTo>
                  <a:lnTo>
                    <a:pt x="633" y="0"/>
                  </a:lnTo>
                  <a:lnTo>
                    <a:pt x="656" y="5"/>
                  </a:lnTo>
                  <a:lnTo>
                    <a:pt x="669" y="25"/>
                  </a:lnTo>
                  <a:lnTo>
                    <a:pt x="680" y="43"/>
                  </a:lnTo>
                  <a:lnTo>
                    <a:pt x="682" y="48"/>
                  </a:lnTo>
                  <a:lnTo>
                    <a:pt x="650" y="82"/>
                  </a:lnTo>
                  <a:lnTo>
                    <a:pt x="621" y="103"/>
                  </a:lnTo>
                  <a:lnTo>
                    <a:pt x="564" y="147"/>
                  </a:lnTo>
                  <a:lnTo>
                    <a:pt x="561" y="152"/>
                  </a:lnTo>
                  <a:lnTo>
                    <a:pt x="555" y="170"/>
                  </a:lnTo>
                  <a:lnTo>
                    <a:pt x="555" y="179"/>
                  </a:lnTo>
                  <a:lnTo>
                    <a:pt x="565" y="2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7255039" y="1476937"/>
              <a:ext cx="1270" cy="755"/>
            </a:xfrm>
            <a:custGeom>
              <a:avLst/>
              <a:pathLst>
                <a:path w="1270" h="755">
                  <a:moveTo>
                    <a:pt x="1035" y="372"/>
                  </a:moveTo>
                  <a:lnTo>
                    <a:pt x="1100" y="399"/>
                  </a:lnTo>
                  <a:lnTo>
                    <a:pt x="1165" y="398"/>
                  </a:lnTo>
                  <a:lnTo>
                    <a:pt x="1170" y="399"/>
                  </a:lnTo>
                  <a:lnTo>
                    <a:pt x="1182" y="407"/>
                  </a:lnTo>
                  <a:lnTo>
                    <a:pt x="1270" y="656"/>
                  </a:lnTo>
                  <a:lnTo>
                    <a:pt x="1266" y="664"/>
                  </a:lnTo>
                  <a:lnTo>
                    <a:pt x="1249" y="680"/>
                  </a:lnTo>
                  <a:lnTo>
                    <a:pt x="1216" y="713"/>
                  </a:lnTo>
                  <a:lnTo>
                    <a:pt x="1153" y="713"/>
                  </a:lnTo>
                  <a:lnTo>
                    <a:pt x="1028" y="659"/>
                  </a:lnTo>
                  <a:lnTo>
                    <a:pt x="927" y="550"/>
                  </a:lnTo>
                  <a:lnTo>
                    <a:pt x="806" y="567"/>
                  </a:lnTo>
                  <a:lnTo>
                    <a:pt x="744" y="576"/>
                  </a:lnTo>
                  <a:lnTo>
                    <a:pt x="442" y="644"/>
                  </a:lnTo>
                  <a:lnTo>
                    <a:pt x="331" y="683"/>
                  </a:lnTo>
                  <a:lnTo>
                    <a:pt x="309" y="694"/>
                  </a:lnTo>
                  <a:lnTo>
                    <a:pt x="222" y="723"/>
                  </a:lnTo>
                  <a:lnTo>
                    <a:pt x="127" y="753"/>
                  </a:lnTo>
                  <a:lnTo>
                    <a:pt x="120" y="755"/>
                  </a:lnTo>
                  <a:lnTo>
                    <a:pt x="84" y="752"/>
                  </a:lnTo>
                  <a:lnTo>
                    <a:pt x="63" y="741"/>
                  </a:lnTo>
                  <a:lnTo>
                    <a:pt x="26" y="721"/>
                  </a:lnTo>
                  <a:lnTo>
                    <a:pt x="1" y="684"/>
                  </a:lnTo>
                  <a:lnTo>
                    <a:pt x="0" y="672"/>
                  </a:lnTo>
                  <a:lnTo>
                    <a:pt x="29" y="522"/>
                  </a:lnTo>
                  <a:lnTo>
                    <a:pt x="33" y="499"/>
                  </a:lnTo>
                  <a:lnTo>
                    <a:pt x="42" y="477"/>
                  </a:lnTo>
                  <a:lnTo>
                    <a:pt x="58" y="450"/>
                  </a:lnTo>
                  <a:lnTo>
                    <a:pt x="66" y="443"/>
                  </a:lnTo>
                  <a:lnTo>
                    <a:pt x="71" y="438"/>
                  </a:lnTo>
                  <a:lnTo>
                    <a:pt x="79" y="432"/>
                  </a:lnTo>
                  <a:lnTo>
                    <a:pt x="145" y="397"/>
                  </a:lnTo>
                  <a:lnTo>
                    <a:pt x="156" y="397"/>
                  </a:lnTo>
                  <a:lnTo>
                    <a:pt x="191" y="407"/>
                  </a:lnTo>
                  <a:lnTo>
                    <a:pt x="254" y="424"/>
                  </a:lnTo>
                  <a:lnTo>
                    <a:pt x="330" y="398"/>
                  </a:lnTo>
                  <a:lnTo>
                    <a:pt x="475" y="313"/>
                  </a:lnTo>
                  <a:lnTo>
                    <a:pt x="501" y="195"/>
                  </a:lnTo>
                  <a:lnTo>
                    <a:pt x="525" y="85"/>
                  </a:lnTo>
                  <a:lnTo>
                    <a:pt x="606" y="21"/>
                  </a:lnTo>
                  <a:lnTo>
                    <a:pt x="722" y="0"/>
                  </a:lnTo>
                  <a:lnTo>
                    <a:pt x="744" y="4"/>
                  </a:lnTo>
                  <a:lnTo>
                    <a:pt x="749" y="5"/>
                  </a:lnTo>
                  <a:lnTo>
                    <a:pt x="807" y="17"/>
                  </a:lnTo>
                  <a:lnTo>
                    <a:pt x="807" y="32"/>
                  </a:lnTo>
                  <a:lnTo>
                    <a:pt x="889" y="257"/>
                  </a:lnTo>
                  <a:lnTo>
                    <a:pt x="892" y="273"/>
                  </a:lnTo>
                  <a:lnTo>
                    <a:pt x="902" y="294"/>
                  </a:lnTo>
                  <a:lnTo>
                    <a:pt x="925" y="323"/>
                  </a:lnTo>
                  <a:lnTo>
                    <a:pt x="956" y="338"/>
                  </a:lnTo>
                  <a:lnTo>
                    <a:pt x="1035" y="3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7259918" y="1456251"/>
              <a:ext cx="674" cy="266"/>
            </a:xfrm>
            <a:custGeom>
              <a:avLst/>
              <a:pathLst>
                <a:path w="674" h="266">
                  <a:moveTo>
                    <a:pt x="535" y="87"/>
                  </a:moveTo>
                  <a:lnTo>
                    <a:pt x="597" y="105"/>
                  </a:lnTo>
                  <a:lnTo>
                    <a:pt x="601" y="105"/>
                  </a:lnTo>
                  <a:lnTo>
                    <a:pt x="612" y="100"/>
                  </a:lnTo>
                  <a:lnTo>
                    <a:pt x="666" y="152"/>
                  </a:lnTo>
                  <a:lnTo>
                    <a:pt x="670" y="157"/>
                  </a:lnTo>
                  <a:lnTo>
                    <a:pt x="674" y="177"/>
                  </a:lnTo>
                  <a:lnTo>
                    <a:pt x="673" y="182"/>
                  </a:lnTo>
                  <a:lnTo>
                    <a:pt x="668" y="188"/>
                  </a:lnTo>
                  <a:lnTo>
                    <a:pt x="656" y="187"/>
                  </a:lnTo>
                  <a:lnTo>
                    <a:pt x="630" y="172"/>
                  </a:lnTo>
                  <a:lnTo>
                    <a:pt x="627" y="168"/>
                  </a:lnTo>
                  <a:lnTo>
                    <a:pt x="620" y="150"/>
                  </a:lnTo>
                  <a:lnTo>
                    <a:pt x="612" y="141"/>
                  </a:lnTo>
                  <a:lnTo>
                    <a:pt x="604" y="136"/>
                  </a:lnTo>
                  <a:lnTo>
                    <a:pt x="586" y="130"/>
                  </a:lnTo>
                  <a:lnTo>
                    <a:pt x="573" y="131"/>
                  </a:lnTo>
                  <a:lnTo>
                    <a:pt x="517" y="144"/>
                  </a:lnTo>
                  <a:lnTo>
                    <a:pt x="474" y="143"/>
                  </a:lnTo>
                  <a:lnTo>
                    <a:pt x="437" y="131"/>
                  </a:lnTo>
                  <a:lnTo>
                    <a:pt x="425" y="130"/>
                  </a:lnTo>
                  <a:lnTo>
                    <a:pt x="413" y="131"/>
                  </a:lnTo>
                  <a:lnTo>
                    <a:pt x="347" y="141"/>
                  </a:lnTo>
                  <a:lnTo>
                    <a:pt x="332" y="146"/>
                  </a:lnTo>
                  <a:lnTo>
                    <a:pt x="316" y="157"/>
                  </a:lnTo>
                  <a:lnTo>
                    <a:pt x="277" y="193"/>
                  </a:lnTo>
                  <a:lnTo>
                    <a:pt x="201" y="217"/>
                  </a:lnTo>
                  <a:lnTo>
                    <a:pt x="164" y="256"/>
                  </a:lnTo>
                  <a:lnTo>
                    <a:pt x="132" y="266"/>
                  </a:lnTo>
                  <a:lnTo>
                    <a:pt x="124" y="262"/>
                  </a:lnTo>
                  <a:lnTo>
                    <a:pt x="91" y="232"/>
                  </a:lnTo>
                  <a:lnTo>
                    <a:pt x="88" y="228"/>
                  </a:lnTo>
                  <a:lnTo>
                    <a:pt x="106" y="215"/>
                  </a:lnTo>
                  <a:lnTo>
                    <a:pt x="110" y="210"/>
                  </a:lnTo>
                  <a:lnTo>
                    <a:pt x="110" y="204"/>
                  </a:lnTo>
                  <a:lnTo>
                    <a:pt x="108" y="196"/>
                  </a:lnTo>
                  <a:lnTo>
                    <a:pt x="100" y="184"/>
                  </a:lnTo>
                  <a:lnTo>
                    <a:pt x="82" y="167"/>
                  </a:lnTo>
                  <a:lnTo>
                    <a:pt x="74" y="164"/>
                  </a:lnTo>
                  <a:lnTo>
                    <a:pt x="56" y="161"/>
                  </a:lnTo>
                  <a:lnTo>
                    <a:pt x="45" y="158"/>
                  </a:lnTo>
                  <a:lnTo>
                    <a:pt x="10" y="137"/>
                  </a:lnTo>
                  <a:lnTo>
                    <a:pt x="1" y="127"/>
                  </a:lnTo>
                  <a:lnTo>
                    <a:pt x="0" y="122"/>
                  </a:lnTo>
                  <a:lnTo>
                    <a:pt x="3" y="117"/>
                  </a:lnTo>
                  <a:lnTo>
                    <a:pt x="39" y="113"/>
                  </a:lnTo>
                  <a:lnTo>
                    <a:pt x="69" y="117"/>
                  </a:lnTo>
                  <a:lnTo>
                    <a:pt x="73" y="120"/>
                  </a:lnTo>
                  <a:lnTo>
                    <a:pt x="78" y="123"/>
                  </a:lnTo>
                  <a:lnTo>
                    <a:pt x="91" y="124"/>
                  </a:lnTo>
                  <a:lnTo>
                    <a:pt x="105" y="122"/>
                  </a:lnTo>
                  <a:lnTo>
                    <a:pt x="114" y="118"/>
                  </a:lnTo>
                  <a:lnTo>
                    <a:pt x="158" y="90"/>
                  </a:lnTo>
                  <a:lnTo>
                    <a:pt x="175" y="83"/>
                  </a:lnTo>
                  <a:lnTo>
                    <a:pt x="187" y="82"/>
                  </a:lnTo>
                  <a:lnTo>
                    <a:pt x="226" y="86"/>
                  </a:lnTo>
                  <a:lnTo>
                    <a:pt x="239" y="85"/>
                  </a:lnTo>
                  <a:lnTo>
                    <a:pt x="254" y="78"/>
                  </a:lnTo>
                  <a:lnTo>
                    <a:pt x="266" y="63"/>
                  </a:lnTo>
                  <a:lnTo>
                    <a:pt x="270" y="60"/>
                  </a:lnTo>
                  <a:lnTo>
                    <a:pt x="321" y="49"/>
                  </a:lnTo>
                  <a:lnTo>
                    <a:pt x="339" y="44"/>
                  </a:lnTo>
                  <a:lnTo>
                    <a:pt x="350" y="39"/>
                  </a:lnTo>
                  <a:lnTo>
                    <a:pt x="366" y="27"/>
                  </a:lnTo>
                  <a:lnTo>
                    <a:pt x="374" y="15"/>
                  </a:lnTo>
                  <a:lnTo>
                    <a:pt x="382" y="7"/>
                  </a:lnTo>
                  <a:lnTo>
                    <a:pt x="391" y="1"/>
                  </a:lnTo>
                  <a:lnTo>
                    <a:pt x="399" y="0"/>
                  </a:lnTo>
                  <a:lnTo>
                    <a:pt x="410" y="2"/>
                  </a:lnTo>
                  <a:lnTo>
                    <a:pt x="452" y="38"/>
                  </a:lnTo>
                  <a:lnTo>
                    <a:pt x="504" y="67"/>
                  </a:lnTo>
                  <a:lnTo>
                    <a:pt x="535" y="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7175930" y="1445024"/>
              <a:ext cx="777" cy="948"/>
            </a:xfrm>
            <a:custGeom>
              <a:avLst/>
              <a:pathLst>
                <a:path w="777" h="948">
                  <a:moveTo>
                    <a:pt x="347" y="942"/>
                  </a:moveTo>
                  <a:lnTo>
                    <a:pt x="172" y="948"/>
                  </a:lnTo>
                  <a:lnTo>
                    <a:pt x="0" y="866"/>
                  </a:lnTo>
                  <a:lnTo>
                    <a:pt x="74" y="465"/>
                  </a:lnTo>
                  <a:lnTo>
                    <a:pt x="511" y="53"/>
                  </a:lnTo>
                  <a:lnTo>
                    <a:pt x="621" y="0"/>
                  </a:lnTo>
                  <a:lnTo>
                    <a:pt x="742" y="20"/>
                  </a:lnTo>
                  <a:lnTo>
                    <a:pt x="777" y="89"/>
                  </a:lnTo>
                  <a:lnTo>
                    <a:pt x="755" y="201"/>
                  </a:lnTo>
                  <a:lnTo>
                    <a:pt x="735" y="248"/>
                  </a:lnTo>
                  <a:lnTo>
                    <a:pt x="642" y="439"/>
                  </a:lnTo>
                  <a:lnTo>
                    <a:pt x="520" y="777"/>
                  </a:lnTo>
                  <a:lnTo>
                    <a:pt x="421" y="897"/>
                  </a:lnTo>
                  <a:lnTo>
                    <a:pt x="347" y="94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7174583" y="1443971"/>
              <a:ext cx="1126" cy="1306"/>
            </a:xfrm>
            <a:custGeom>
              <a:avLst/>
              <a:pathLst>
                <a:path w="1126" h="1306">
                  <a:moveTo>
                    <a:pt x="385" y="1306"/>
                  </a:moveTo>
                  <a:lnTo>
                    <a:pt x="204" y="1285"/>
                  </a:lnTo>
                  <a:lnTo>
                    <a:pt x="37" y="1139"/>
                  </a:lnTo>
                  <a:lnTo>
                    <a:pt x="0" y="912"/>
                  </a:lnTo>
                  <a:lnTo>
                    <a:pt x="43" y="719"/>
                  </a:lnTo>
                  <a:lnTo>
                    <a:pt x="212" y="475"/>
                  </a:lnTo>
                  <a:lnTo>
                    <a:pt x="387" y="322"/>
                  </a:lnTo>
                  <a:lnTo>
                    <a:pt x="903" y="4"/>
                  </a:lnTo>
                  <a:lnTo>
                    <a:pt x="964" y="0"/>
                  </a:lnTo>
                  <a:lnTo>
                    <a:pt x="1090" y="38"/>
                  </a:lnTo>
                  <a:lnTo>
                    <a:pt x="1126" y="214"/>
                  </a:lnTo>
                  <a:lnTo>
                    <a:pt x="1058" y="585"/>
                  </a:lnTo>
                  <a:lnTo>
                    <a:pt x="927" y="848"/>
                  </a:lnTo>
                  <a:lnTo>
                    <a:pt x="567" y="1201"/>
                  </a:lnTo>
                  <a:lnTo>
                    <a:pt x="385" y="13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7257985" y="1452515"/>
              <a:ext cx="506" cy="493"/>
            </a:xfrm>
            <a:custGeom>
              <a:avLst/>
              <a:pathLst>
                <a:path w="506" h="493">
                  <a:moveTo>
                    <a:pt x="422" y="493"/>
                  </a:moveTo>
                  <a:lnTo>
                    <a:pt x="376" y="492"/>
                  </a:lnTo>
                  <a:lnTo>
                    <a:pt x="342" y="476"/>
                  </a:lnTo>
                  <a:lnTo>
                    <a:pt x="259" y="432"/>
                  </a:lnTo>
                  <a:lnTo>
                    <a:pt x="205" y="389"/>
                  </a:lnTo>
                  <a:lnTo>
                    <a:pt x="114" y="317"/>
                  </a:lnTo>
                  <a:lnTo>
                    <a:pt x="88" y="286"/>
                  </a:lnTo>
                  <a:lnTo>
                    <a:pt x="28" y="198"/>
                  </a:lnTo>
                  <a:lnTo>
                    <a:pt x="9" y="168"/>
                  </a:lnTo>
                  <a:lnTo>
                    <a:pt x="0" y="153"/>
                  </a:lnTo>
                  <a:lnTo>
                    <a:pt x="7" y="131"/>
                  </a:lnTo>
                  <a:lnTo>
                    <a:pt x="23" y="105"/>
                  </a:lnTo>
                  <a:lnTo>
                    <a:pt x="59" y="80"/>
                  </a:lnTo>
                  <a:lnTo>
                    <a:pt x="77" y="71"/>
                  </a:lnTo>
                  <a:lnTo>
                    <a:pt x="90" y="64"/>
                  </a:lnTo>
                  <a:lnTo>
                    <a:pt x="100" y="50"/>
                  </a:lnTo>
                  <a:lnTo>
                    <a:pt x="113" y="20"/>
                  </a:lnTo>
                  <a:lnTo>
                    <a:pt x="127" y="6"/>
                  </a:lnTo>
                  <a:lnTo>
                    <a:pt x="148" y="0"/>
                  </a:lnTo>
                  <a:lnTo>
                    <a:pt x="167" y="6"/>
                  </a:lnTo>
                  <a:lnTo>
                    <a:pt x="198" y="20"/>
                  </a:lnTo>
                  <a:lnTo>
                    <a:pt x="223" y="45"/>
                  </a:lnTo>
                  <a:lnTo>
                    <a:pt x="236" y="73"/>
                  </a:lnTo>
                  <a:lnTo>
                    <a:pt x="263" y="95"/>
                  </a:lnTo>
                  <a:lnTo>
                    <a:pt x="318" y="109"/>
                  </a:lnTo>
                  <a:lnTo>
                    <a:pt x="349" y="117"/>
                  </a:lnTo>
                  <a:lnTo>
                    <a:pt x="393" y="123"/>
                  </a:lnTo>
                  <a:lnTo>
                    <a:pt x="431" y="136"/>
                  </a:lnTo>
                  <a:lnTo>
                    <a:pt x="455" y="156"/>
                  </a:lnTo>
                  <a:lnTo>
                    <a:pt x="478" y="195"/>
                  </a:lnTo>
                  <a:lnTo>
                    <a:pt x="480" y="203"/>
                  </a:lnTo>
                  <a:lnTo>
                    <a:pt x="502" y="270"/>
                  </a:lnTo>
                  <a:lnTo>
                    <a:pt x="505" y="313"/>
                  </a:lnTo>
                  <a:lnTo>
                    <a:pt x="506" y="330"/>
                  </a:lnTo>
                  <a:lnTo>
                    <a:pt x="498" y="379"/>
                  </a:lnTo>
                  <a:lnTo>
                    <a:pt x="484" y="418"/>
                  </a:lnTo>
                  <a:lnTo>
                    <a:pt x="468" y="450"/>
                  </a:lnTo>
                  <a:lnTo>
                    <a:pt x="460" y="460"/>
                  </a:lnTo>
                  <a:lnTo>
                    <a:pt x="452" y="470"/>
                  </a:lnTo>
                  <a:lnTo>
                    <a:pt x="440" y="481"/>
                  </a:lnTo>
                  <a:lnTo>
                    <a:pt x="422" y="4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7290671" y="1455257"/>
              <a:ext cx="734" cy="1380"/>
            </a:xfrm>
            <a:custGeom>
              <a:avLst/>
              <a:pathLst>
                <a:path w="734" h="1380">
                  <a:moveTo>
                    <a:pt x="630" y="52"/>
                  </a:moveTo>
                  <a:lnTo>
                    <a:pt x="635" y="68"/>
                  </a:lnTo>
                  <a:lnTo>
                    <a:pt x="637" y="76"/>
                  </a:lnTo>
                  <a:lnTo>
                    <a:pt x="636" y="81"/>
                  </a:lnTo>
                  <a:lnTo>
                    <a:pt x="631" y="104"/>
                  </a:lnTo>
                  <a:lnTo>
                    <a:pt x="596" y="157"/>
                  </a:lnTo>
                  <a:lnTo>
                    <a:pt x="566" y="222"/>
                  </a:lnTo>
                  <a:lnTo>
                    <a:pt x="528" y="303"/>
                  </a:lnTo>
                  <a:lnTo>
                    <a:pt x="492" y="348"/>
                  </a:lnTo>
                  <a:lnTo>
                    <a:pt x="458" y="391"/>
                  </a:lnTo>
                  <a:lnTo>
                    <a:pt x="426" y="430"/>
                  </a:lnTo>
                  <a:lnTo>
                    <a:pt x="414" y="456"/>
                  </a:lnTo>
                  <a:lnTo>
                    <a:pt x="411" y="465"/>
                  </a:lnTo>
                  <a:lnTo>
                    <a:pt x="404" y="515"/>
                  </a:lnTo>
                  <a:lnTo>
                    <a:pt x="404" y="534"/>
                  </a:lnTo>
                  <a:lnTo>
                    <a:pt x="405" y="549"/>
                  </a:lnTo>
                  <a:lnTo>
                    <a:pt x="408" y="562"/>
                  </a:lnTo>
                  <a:lnTo>
                    <a:pt x="415" y="577"/>
                  </a:lnTo>
                  <a:lnTo>
                    <a:pt x="428" y="600"/>
                  </a:lnTo>
                  <a:lnTo>
                    <a:pt x="433" y="605"/>
                  </a:lnTo>
                  <a:lnTo>
                    <a:pt x="442" y="612"/>
                  </a:lnTo>
                  <a:lnTo>
                    <a:pt x="458" y="620"/>
                  </a:lnTo>
                  <a:lnTo>
                    <a:pt x="472" y="626"/>
                  </a:lnTo>
                  <a:lnTo>
                    <a:pt x="501" y="632"/>
                  </a:lnTo>
                  <a:lnTo>
                    <a:pt x="504" y="638"/>
                  </a:lnTo>
                  <a:lnTo>
                    <a:pt x="719" y="938"/>
                  </a:lnTo>
                  <a:lnTo>
                    <a:pt x="734" y="959"/>
                  </a:lnTo>
                  <a:lnTo>
                    <a:pt x="734" y="969"/>
                  </a:lnTo>
                  <a:lnTo>
                    <a:pt x="730" y="974"/>
                  </a:lnTo>
                  <a:lnTo>
                    <a:pt x="442" y="1272"/>
                  </a:lnTo>
                  <a:lnTo>
                    <a:pt x="396" y="1317"/>
                  </a:lnTo>
                  <a:lnTo>
                    <a:pt x="386" y="1325"/>
                  </a:lnTo>
                  <a:lnTo>
                    <a:pt x="346" y="1350"/>
                  </a:lnTo>
                  <a:lnTo>
                    <a:pt x="328" y="1362"/>
                  </a:lnTo>
                  <a:lnTo>
                    <a:pt x="315" y="1368"/>
                  </a:lnTo>
                  <a:lnTo>
                    <a:pt x="289" y="1378"/>
                  </a:lnTo>
                  <a:lnTo>
                    <a:pt x="280" y="1380"/>
                  </a:lnTo>
                  <a:lnTo>
                    <a:pt x="275" y="1379"/>
                  </a:lnTo>
                  <a:lnTo>
                    <a:pt x="233" y="1356"/>
                  </a:lnTo>
                  <a:lnTo>
                    <a:pt x="230" y="1353"/>
                  </a:lnTo>
                  <a:lnTo>
                    <a:pt x="51" y="1211"/>
                  </a:lnTo>
                  <a:lnTo>
                    <a:pt x="48" y="1202"/>
                  </a:lnTo>
                  <a:lnTo>
                    <a:pt x="44" y="1191"/>
                  </a:lnTo>
                  <a:lnTo>
                    <a:pt x="0" y="1065"/>
                  </a:lnTo>
                  <a:lnTo>
                    <a:pt x="2" y="1023"/>
                  </a:lnTo>
                  <a:lnTo>
                    <a:pt x="24" y="654"/>
                  </a:lnTo>
                  <a:lnTo>
                    <a:pt x="19" y="648"/>
                  </a:lnTo>
                  <a:lnTo>
                    <a:pt x="14" y="638"/>
                  </a:lnTo>
                  <a:lnTo>
                    <a:pt x="11" y="626"/>
                  </a:lnTo>
                  <a:lnTo>
                    <a:pt x="10" y="619"/>
                  </a:lnTo>
                  <a:lnTo>
                    <a:pt x="14" y="611"/>
                  </a:lnTo>
                  <a:lnTo>
                    <a:pt x="37" y="606"/>
                  </a:lnTo>
                  <a:lnTo>
                    <a:pt x="68" y="606"/>
                  </a:lnTo>
                  <a:lnTo>
                    <a:pt x="75" y="607"/>
                  </a:lnTo>
                  <a:lnTo>
                    <a:pt x="80" y="609"/>
                  </a:lnTo>
                  <a:lnTo>
                    <a:pt x="95" y="613"/>
                  </a:lnTo>
                  <a:lnTo>
                    <a:pt x="113" y="610"/>
                  </a:lnTo>
                  <a:lnTo>
                    <a:pt x="186" y="597"/>
                  </a:lnTo>
                  <a:lnTo>
                    <a:pt x="258" y="587"/>
                  </a:lnTo>
                  <a:lnTo>
                    <a:pt x="296" y="582"/>
                  </a:lnTo>
                  <a:lnTo>
                    <a:pt x="331" y="578"/>
                  </a:lnTo>
                  <a:lnTo>
                    <a:pt x="337" y="577"/>
                  </a:lnTo>
                  <a:lnTo>
                    <a:pt x="344" y="575"/>
                  </a:lnTo>
                  <a:lnTo>
                    <a:pt x="350" y="572"/>
                  </a:lnTo>
                  <a:lnTo>
                    <a:pt x="355" y="567"/>
                  </a:lnTo>
                  <a:lnTo>
                    <a:pt x="361" y="558"/>
                  </a:lnTo>
                  <a:lnTo>
                    <a:pt x="368" y="544"/>
                  </a:lnTo>
                  <a:lnTo>
                    <a:pt x="373" y="531"/>
                  </a:lnTo>
                  <a:lnTo>
                    <a:pt x="377" y="515"/>
                  </a:lnTo>
                  <a:lnTo>
                    <a:pt x="380" y="491"/>
                  </a:lnTo>
                  <a:lnTo>
                    <a:pt x="380" y="475"/>
                  </a:lnTo>
                  <a:lnTo>
                    <a:pt x="378" y="463"/>
                  </a:lnTo>
                  <a:lnTo>
                    <a:pt x="368" y="422"/>
                  </a:lnTo>
                  <a:lnTo>
                    <a:pt x="364" y="412"/>
                  </a:lnTo>
                  <a:lnTo>
                    <a:pt x="354" y="396"/>
                  </a:lnTo>
                  <a:lnTo>
                    <a:pt x="343" y="382"/>
                  </a:lnTo>
                  <a:lnTo>
                    <a:pt x="336" y="375"/>
                  </a:lnTo>
                  <a:lnTo>
                    <a:pt x="332" y="371"/>
                  </a:lnTo>
                  <a:lnTo>
                    <a:pt x="323" y="365"/>
                  </a:lnTo>
                  <a:lnTo>
                    <a:pt x="315" y="361"/>
                  </a:lnTo>
                  <a:lnTo>
                    <a:pt x="307" y="359"/>
                  </a:lnTo>
                  <a:lnTo>
                    <a:pt x="241" y="348"/>
                  </a:lnTo>
                  <a:lnTo>
                    <a:pt x="168" y="339"/>
                  </a:lnTo>
                  <a:lnTo>
                    <a:pt x="141" y="337"/>
                  </a:lnTo>
                  <a:lnTo>
                    <a:pt x="110" y="338"/>
                  </a:lnTo>
                  <a:lnTo>
                    <a:pt x="99" y="337"/>
                  </a:lnTo>
                  <a:lnTo>
                    <a:pt x="95" y="335"/>
                  </a:lnTo>
                  <a:lnTo>
                    <a:pt x="69" y="283"/>
                  </a:lnTo>
                  <a:lnTo>
                    <a:pt x="160" y="53"/>
                  </a:lnTo>
                  <a:lnTo>
                    <a:pt x="167" y="37"/>
                  </a:lnTo>
                  <a:lnTo>
                    <a:pt x="222" y="0"/>
                  </a:lnTo>
                  <a:lnTo>
                    <a:pt x="227" y="0"/>
                  </a:lnTo>
                  <a:lnTo>
                    <a:pt x="234" y="0"/>
                  </a:lnTo>
                  <a:lnTo>
                    <a:pt x="242" y="3"/>
                  </a:lnTo>
                  <a:lnTo>
                    <a:pt x="249" y="7"/>
                  </a:lnTo>
                  <a:lnTo>
                    <a:pt x="271" y="10"/>
                  </a:lnTo>
                  <a:lnTo>
                    <a:pt x="286" y="11"/>
                  </a:lnTo>
                  <a:lnTo>
                    <a:pt x="329" y="16"/>
                  </a:lnTo>
                  <a:lnTo>
                    <a:pt x="354" y="19"/>
                  </a:lnTo>
                  <a:lnTo>
                    <a:pt x="386" y="13"/>
                  </a:lnTo>
                  <a:lnTo>
                    <a:pt x="400" y="9"/>
                  </a:lnTo>
                  <a:lnTo>
                    <a:pt x="425" y="5"/>
                  </a:lnTo>
                  <a:lnTo>
                    <a:pt x="444" y="4"/>
                  </a:lnTo>
                  <a:lnTo>
                    <a:pt x="492" y="9"/>
                  </a:lnTo>
                  <a:lnTo>
                    <a:pt x="523" y="13"/>
                  </a:lnTo>
                  <a:lnTo>
                    <a:pt x="616" y="38"/>
                  </a:lnTo>
                  <a:lnTo>
                    <a:pt x="621" y="41"/>
                  </a:lnTo>
                  <a:lnTo>
                    <a:pt x="626" y="45"/>
                  </a:lnTo>
                  <a:lnTo>
                    <a:pt x="630" y="5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7290930" y="1454260"/>
              <a:ext cx="438" cy="248"/>
            </a:xfrm>
            <a:custGeom>
              <a:avLst/>
              <a:pathLst>
                <a:path w="438" h="248">
                  <a:moveTo>
                    <a:pt x="339" y="182"/>
                  </a:moveTo>
                  <a:lnTo>
                    <a:pt x="322" y="199"/>
                  </a:lnTo>
                  <a:lnTo>
                    <a:pt x="309" y="212"/>
                  </a:lnTo>
                  <a:lnTo>
                    <a:pt x="287" y="235"/>
                  </a:lnTo>
                  <a:lnTo>
                    <a:pt x="278" y="242"/>
                  </a:lnTo>
                  <a:lnTo>
                    <a:pt x="272" y="245"/>
                  </a:lnTo>
                  <a:lnTo>
                    <a:pt x="266" y="247"/>
                  </a:lnTo>
                  <a:lnTo>
                    <a:pt x="253" y="248"/>
                  </a:lnTo>
                  <a:lnTo>
                    <a:pt x="249" y="247"/>
                  </a:lnTo>
                  <a:lnTo>
                    <a:pt x="239" y="234"/>
                  </a:lnTo>
                  <a:lnTo>
                    <a:pt x="207" y="204"/>
                  </a:lnTo>
                  <a:lnTo>
                    <a:pt x="192" y="192"/>
                  </a:lnTo>
                  <a:lnTo>
                    <a:pt x="170" y="177"/>
                  </a:lnTo>
                  <a:lnTo>
                    <a:pt x="157" y="170"/>
                  </a:lnTo>
                  <a:lnTo>
                    <a:pt x="150" y="168"/>
                  </a:lnTo>
                  <a:lnTo>
                    <a:pt x="100" y="161"/>
                  </a:lnTo>
                  <a:lnTo>
                    <a:pt x="44" y="149"/>
                  </a:lnTo>
                  <a:lnTo>
                    <a:pt x="34" y="142"/>
                  </a:lnTo>
                  <a:lnTo>
                    <a:pt x="28" y="138"/>
                  </a:lnTo>
                  <a:lnTo>
                    <a:pt x="17" y="129"/>
                  </a:lnTo>
                  <a:lnTo>
                    <a:pt x="10" y="103"/>
                  </a:lnTo>
                  <a:lnTo>
                    <a:pt x="0" y="67"/>
                  </a:lnTo>
                  <a:lnTo>
                    <a:pt x="5" y="56"/>
                  </a:lnTo>
                  <a:lnTo>
                    <a:pt x="11" y="45"/>
                  </a:lnTo>
                  <a:lnTo>
                    <a:pt x="99" y="7"/>
                  </a:lnTo>
                  <a:lnTo>
                    <a:pt x="107" y="4"/>
                  </a:lnTo>
                  <a:lnTo>
                    <a:pt x="114" y="2"/>
                  </a:lnTo>
                  <a:lnTo>
                    <a:pt x="118" y="1"/>
                  </a:lnTo>
                  <a:lnTo>
                    <a:pt x="133" y="0"/>
                  </a:lnTo>
                  <a:lnTo>
                    <a:pt x="284" y="7"/>
                  </a:lnTo>
                  <a:lnTo>
                    <a:pt x="290" y="7"/>
                  </a:lnTo>
                  <a:lnTo>
                    <a:pt x="409" y="15"/>
                  </a:lnTo>
                  <a:lnTo>
                    <a:pt x="416" y="16"/>
                  </a:lnTo>
                  <a:lnTo>
                    <a:pt x="423" y="21"/>
                  </a:lnTo>
                  <a:lnTo>
                    <a:pt x="427" y="24"/>
                  </a:lnTo>
                  <a:lnTo>
                    <a:pt x="437" y="47"/>
                  </a:lnTo>
                  <a:lnTo>
                    <a:pt x="438" y="53"/>
                  </a:lnTo>
                  <a:lnTo>
                    <a:pt x="438" y="60"/>
                  </a:lnTo>
                  <a:lnTo>
                    <a:pt x="437" y="65"/>
                  </a:lnTo>
                  <a:lnTo>
                    <a:pt x="434" y="71"/>
                  </a:lnTo>
                  <a:lnTo>
                    <a:pt x="402" y="111"/>
                  </a:lnTo>
                  <a:lnTo>
                    <a:pt x="397" y="117"/>
                  </a:lnTo>
                  <a:lnTo>
                    <a:pt x="377" y="142"/>
                  </a:lnTo>
                  <a:lnTo>
                    <a:pt x="364" y="157"/>
                  </a:lnTo>
                  <a:lnTo>
                    <a:pt x="339" y="1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7265012" y="1446474"/>
              <a:ext cx="713" cy="502"/>
            </a:xfrm>
            <a:custGeom>
              <a:avLst/>
              <a:pathLst>
                <a:path w="713" h="502">
                  <a:moveTo>
                    <a:pt x="713" y="286"/>
                  </a:moveTo>
                  <a:lnTo>
                    <a:pt x="688" y="404"/>
                  </a:lnTo>
                  <a:lnTo>
                    <a:pt x="576" y="408"/>
                  </a:lnTo>
                  <a:lnTo>
                    <a:pt x="564" y="357"/>
                  </a:lnTo>
                  <a:lnTo>
                    <a:pt x="556" y="321"/>
                  </a:lnTo>
                  <a:lnTo>
                    <a:pt x="543" y="302"/>
                  </a:lnTo>
                  <a:lnTo>
                    <a:pt x="506" y="280"/>
                  </a:lnTo>
                  <a:lnTo>
                    <a:pt x="481" y="272"/>
                  </a:lnTo>
                  <a:lnTo>
                    <a:pt x="415" y="267"/>
                  </a:lnTo>
                  <a:lnTo>
                    <a:pt x="385" y="270"/>
                  </a:lnTo>
                  <a:lnTo>
                    <a:pt x="362" y="280"/>
                  </a:lnTo>
                  <a:lnTo>
                    <a:pt x="339" y="293"/>
                  </a:lnTo>
                  <a:lnTo>
                    <a:pt x="194" y="491"/>
                  </a:lnTo>
                  <a:lnTo>
                    <a:pt x="161" y="502"/>
                  </a:lnTo>
                  <a:lnTo>
                    <a:pt x="142" y="496"/>
                  </a:lnTo>
                  <a:lnTo>
                    <a:pt x="100" y="481"/>
                  </a:lnTo>
                  <a:lnTo>
                    <a:pt x="62" y="468"/>
                  </a:lnTo>
                  <a:lnTo>
                    <a:pt x="0" y="357"/>
                  </a:lnTo>
                  <a:lnTo>
                    <a:pt x="4" y="290"/>
                  </a:lnTo>
                  <a:lnTo>
                    <a:pt x="8" y="237"/>
                  </a:lnTo>
                  <a:lnTo>
                    <a:pt x="82" y="181"/>
                  </a:lnTo>
                  <a:lnTo>
                    <a:pt x="156" y="126"/>
                  </a:lnTo>
                  <a:lnTo>
                    <a:pt x="211" y="99"/>
                  </a:lnTo>
                  <a:lnTo>
                    <a:pt x="413" y="0"/>
                  </a:lnTo>
                  <a:lnTo>
                    <a:pt x="520" y="55"/>
                  </a:lnTo>
                  <a:lnTo>
                    <a:pt x="663" y="181"/>
                  </a:lnTo>
                  <a:lnTo>
                    <a:pt x="713" y="28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7267528" y="1445887"/>
              <a:ext cx="399" cy="216"/>
            </a:xfrm>
            <a:custGeom>
              <a:avLst/>
              <a:pathLst>
                <a:path w="399" h="216">
                  <a:moveTo>
                    <a:pt x="384" y="207"/>
                  </a:moveTo>
                  <a:lnTo>
                    <a:pt x="293" y="210"/>
                  </a:lnTo>
                  <a:lnTo>
                    <a:pt x="266" y="206"/>
                  </a:lnTo>
                  <a:lnTo>
                    <a:pt x="235" y="206"/>
                  </a:lnTo>
                  <a:lnTo>
                    <a:pt x="193" y="211"/>
                  </a:lnTo>
                  <a:lnTo>
                    <a:pt x="169" y="214"/>
                  </a:lnTo>
                  <a:lnTo>
                    <a:pt x="142" y="216"/>
                  </a:lnTo>
                  <a:lnTo>
                    <a:pt x="125" y="216"/>
                  </a:lnTo>
                  <a:lnTo>
                    <a:pt x="88" y="195"/>
                  </a:lnTo>
                  <a:lnTo>
                    <a:pt x="55" y="169"/>
                  </a:lnTo>
                  <a:lnTo>
                    <a:pt x="31" y="153"/>
                  </a:lnTo>
                  <a:lnTo>
                    <a:pt x="28" y="142"/>
                  </a:lnTo>
                  <a:lnTo>
                    <a:pt x="24" y="119"/>
                  </a:lnTo>
                  <a:lnTo>
                    <a:pt x="18" y="108"/>
                  </a:lnTo>
                  <a:lnTo>
                    <a:pt x="9" y="97"/>
                  </a:lnTo>
                  <a:lnTo>
                    <a:pt x="1" y="92"/>
                  </a:lnTo>
                  <a:lnTo>
                    <a:pt x="0" y="86"/>
                  </a:lnTo>
                  <a:lnTo>
                    <a:pt x="4" y="74"/>
                  </a:lnTo>
                  <a:lnTo>
                    <a:pt x="14" y="50"/>
                  </a:lnTo>
                  <a:lnTo>
                    <a:pt x="54" y="40"/>
                  </a:lnTo>
                  <a:lnTo>
                    <a:pt x="226" y="0"/>
                  </a:lnTo>
                  <a:lnTo>
                    <a:pt x="271" y="5"/>
                  </a:lnTo>
                  <a:lnTo>
                    <a:pt x="331" y="12"/>
                  </a:lnTo>
                  <a:lnTo>
                    <a:pt x="341" y="13"/>
                  </a:lnTo>
                  <a:lnTo>
                    <a:pt x="348" y="23"/>
                  </a:lnTo>
                  <a:lnTo>
                    <a:pt x="360" y="41"/>
                  </a:lnTo>
                  <a:lnTo>
                    <a:pt x="370" y="55"/>
                  </a:lnTo>
                  <a:lnTo>
                    <a:pt x="379" y="62"/>
                  </a:lnTo>
                  <a:lnTo>
                    <a:pt x="385" y="75"/>
                  </a:lnTo>
                  <a:lnTo>
                    <a:pt x="384" y="106"/>
                  </a:lnTo>
                  <a:lnTo>
                    <a:pt x="385" y="115"/>
                  </a:lnTo>
                  <a:lnTo>
                    <a:pt x="393" y="135"/>
                  </a:lnTo>
                  <a:lnTo>
                    <a:pt x="399" y="155"/>
                  </a:lnTo>
                  <a:lnTo>
                    <a:pt x="397" y="180"/>
                  </a:lnTo>
                  <a:lnTo>
                    <a:pt x="384" y="20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7276132" y="1441712"/>
              <a:ext cx="1328" cy="782"/>
            </a:xfrm>
            <a:custGeom>
              <a:avLst/>
              <a:pathLst>
                <a:path w="1328" h="782">
                  <a:moveTo>
                    <a:pt x="569" y="17"/>
                  </a:moveTo>
                  <a:lnTo>
                    <a:pt x="592" y="75"/>
                  </a:lnTo>
                  <a:lnTo>
                    <a:pt x="594" y="83"/>
                  </a:lnTo>
                  <a:lnTo>
                    <a:pt x="618" y="142"/>
                  </a:lnTo>
                  <a:lnTo>
                    <a:pt x="628" y="168"/>
                  </a:lnTo>
                  <a:lnTo>
                    <a:pt x="645" y="219"/>
                  </a:lnTo>
                  <a:lnTo>
                    <a:pt x="689" y="251"/>
                  </a:lnTo>
                  <a:lnTo>
                    <a:pt x="694" y="255"/>
                  </a:lnTo>
                  <a:lnTo>
                    <a:pt x="728" y="280"/>
                  </a:lnTo>
                  <a:lnTo>
                    <a:pt x="800" y="333"/>
                  </a:lnTo>
                  <a:lnTo>
                    <a:pt x="836" y="350"/>
                  </a:lnTo>
                  <a:lnTo>
                    <a:pt x="866" y="363"/>
                  </a:lnTo>
                  <a:lnTo>
                    <a:pt x="905" y="381"/>
                  </a:lnTo>
                  <a:lnTo>
                    <a:pt x="937" y="395"/>
                  </a:lnTo>
                  <a:lnTo>
                    <a:pt x="1051" y="408"/>
                  </a:lnTo>
                  <a:lnTo>
                    <a:pt x="1070" y="417"/>
                  </a:lnTo>
                  <a:lnTo>
                    <a:pt x="1111" y="434"/>
                  </a:lnTo>
                  <a:lnTo>
                    <a:pt x="1149" y="450"/>
                  </a:lnTo>
                  <a:lnTo>
                    <a:pt x="1157" y="457"/>
                  </a:lnTo>
                  <a:lnTo>
                    <a:pt x="1182" y="477"/>
                  </a:lnTo>
                  <a:lnTo>
                    <a:pt x="1201" y="492"/>
                  </a:lnTo>
                  <a:lnTo>
                    <a:pt x="1206" y="496"/>
                  </a:lnTo>
                  <a:lnTo>
                    <a:pt x="1223" y="532"/>
                  </a:lnTo>
                  <a:lnTo>
                    <a:pt x="1255" y="602"/>
                  </a:lnTo>
                  <a:lnTo>
                    <a:pt x="1259" y="612"/>
                  </a:lnTo>
                  <a:lnTo>
                    <a:pt x="1278" y="652"/>
                  </a:lnTo>
                  <a:lnTo>
                    <a:pt x="1304" y="673"/>
                  </a:lnTo>
                  <a:lnTo>
                    <a:pt x="1307" y="676"/>
                  </a:lnTo>
                  <a:lnTo>
                    <a:pt x="1328" y="693"/>
                  </a:lnTo>
                  <a:lnTo>
                    <a:pt x="1328" y="737"/>
                  </a:lnTo>
                  <a:lnTo>
                    <a:pt x="1285" y="762"/>
                  </a:lnTo>
                  <a:lnTo>
                    <a:pt x="1267" y="772"/>
                  </a:lnTo>
                  <a:lnTo>
                    <a:pt x="1260" y="771"/>
                  </a:lnTo>
                  <a:lnTo>
                    <a:pt x="1186" y="763"/>
                  </a:lnTo>
                  <a:lnTo>
                    <a:pt x="1165" y="760"/>
                  </a:lnTo>
                  <a:lnTo>
                    <a:pt x="1117" y="782"/>
                  </a:lnTo>
                  <a:lnTo>
                    <a:pt x="1091" y="757"/>
                  </a:lnTo>
                  <a:lnTo>
                    <a:pt x="1082" y="748"/>
                  </a:lnTo>
                  <a:lnTo>
                    <a:pt x="1064" y="730"/>
                  </a:lnTo>
                  <a:lnTo>
                    <a:pt x="1020" y="724"/>
                  </a:lnTo>
                  <a:lnTo>
                    <a:pt x="995" y="697"/>
                  </a:lnTo>
                  <a:lnTo>
                    <a:pt x="938" y="635"/>
                  </a:lnTo>
                  <a:lnTo>
                    <a:pt x="937" y="586"/>
                  </a:lnTo>
                  <a:lnTo>
                    <a:pt x="936" y="562"/>
                  </a:lnTo>
                  <a:lnTo>
                    <a:pt x="924" y="510"/>
                  </a:lnTo>
                  <a:lnTo>
                    <a:pt x="913" y="489"/>
                  </a:lnTo>
                  <a:lnTo>
                    <a:pt x="898" y="467"/>
                  </a:lnTo>
                  <a:lnTo>
                    <a:pt x="885" y="452"/>
                  </a:lnTo>
                  <a:lnTo>
                    <a:pt x="865" y="425"/>
                  </a:lnTo>
                  <a:lnTo>
                    <a:pt x="855" y="417"/>
                  </a:lnTo>
                  <a:lnTo>
                    <a:pt x="846" y="412"/>
                  </a:lnTo>
                  <a:lnTo>
                    <a:pt x="806" y="407"/>
                  </a:lnTo>
                  <a:lnTo>
                    <a:pt x="792" y="405"/>
                  </a:lnTo>
                  <a:lnTo>
                    <a:pt x="668" y="327"/>
                  </a:lnTo>
                  <a:lnTo>
                    <a:pt x="652" y="307"/>
                  </a:lnTo>
                  <a:lnTo>
                    <a:pt x="558" y="194"/>
                  </a:lnTo>
                  <a:lnTo>
                    <a:pt x="515" y="144"/>
                  </a:lnTo>
                  <a:lnTo>
                    <a:pt x="445" y="117"/>
                  </a:lnTo>
                  <a:lnTo>
                    <a:pt x="416" y="105"/>
                  </a:lnTo>
                  <a:lnTo>
                    <a:pt x="375" y="94"/>
                  </a:lnTo>
                  <a:lnTo>
                    <a:pt x="341" y="85"/>
                  </a:lnTo>
                  <a:lnTo>
                    <a:pt x="288" y="106"/>
                  </a:lnTo>
                  <a:lnTo>
                    <a:pt x="283" y="105"/>
                  </a:lnTo>
                  <a:lnTo>
                    <a:pt x="273" y="99"/>
                  </a:lnTo>
                  <a:lnTo>
                    <a:pt x="258" y="89"/>
                  </a:lnTo>
                  <a:lnTo>
                    <a:pt x="245" y="83"/>
                  </a:lnTo>
                  <a:lnTo>
                    <a:pt x="240" y="80"/>
                  </a:lnTo>
                  <a:lnTo>
                    <a:pt x="235" y="78"/>
                  </a:lnTo>
                  <a:lnTo>
                    <a:pt x="229" y="76"/>
                  </a:lnTo>
                  <a:lnTo>
                    <a:pt x="222" y="73"/>
                  </a:lnTo>
                  <a:lnTo>
                    <a:pt x="218" y="71"/>
                  </a:lnTo>
                  <a:lnTo>
                    <a:pt x="213" y="71"/>
                  </a:lnTo>
                  <a:lnTo>
                    <a:pt x="206" y="73"/>
                  </a:lnTo>
                  <a:lnTo>
                    <a:pt x="198" y="75"/>
                  </a:lnTo>
                  <a:lnTo>
                    <a:pt x="189" y="75"/>
                  </a:lnTo>
                  <a:lnTo>
                    <a:pt x="181" y="75"/>
                  </a:lnTo>
                  <a:lnTo>
                    <a:pt x="169" y="77"/>
                  </a:lnTo>
                  <a:lnTo>
                    <a:pt x="162" y="79"/>
                  </a:lnTo>
                  <a:lnTo>
                    <a:pt x="158" y="81"/>
                  </a:lnTo>
                  <a:lnTo>
                    <a:pt x="154" y="84"/>
                  </a:lnTo>
                  <a:lnTo>
                    <a:pt x="149" y="90"/>
                  </a:lnTo>
                  <a:lnTo>
                    <a:pt x="145" y="94"/>
                  </a:lnTo>
                  <a:lnTo>
                    <a:pt x="138" y="98"/>
                  </a:lnTo>
                  <a:lnTo>
                    <a:pt x="104" y="114"/>
                  </a:lnTo>
                  <a:lnTo>
                    <a:pt x="80" y="125"/>
                  </a:lnTo>
                  <a:lnTo>
                    <a:pt x="61" y="119"/>
                  </a:lnTo>
                  <a:lnTo>
                    <a:pt x="28" y="84"/>
                  </a:lnTo>
                  <a:lnTo>
                    <a:pt x="16" y="71"/>
                  </a:lnTo>
                  <a:lnTo>
                    <a:pt x="7" y="62"/>
                  </a:lnTo>
                  <a:lnTo>
                    <a:pt x="2" y="59"/>
                  </a:lnTo>
                  <a:lnTo>
                    <a:pt x="0" y="52"/>
                  </a:lnTo>
                  <a:lnTo>
                    <a:pt x="8" y="44"/>
                  </a:lnTo>
                  <a:lnTo>
                    <a:pt x="15" y="42"/>
                  </a:lnTo>
                  <a:lnTo>
                    <a:pt x="25" y="42"/>
                  </a:lnTo>
                  <a:lnTo>
                    <a:pt x="34" y="43"/>
                  </a:lnTo>
                  <a:lnTo>
                    <a:pt x="42" y="43"/>
                  </a:lnTo>
                  <a:lnTo>
                    <a:pt x="49" y="44"/>
                  </a:lnTo>
                  <a:lnTo>
                    <a:pt x="60" y="45"/>
                  </a:lnTo>
                  <a:lnTo>
                    <a:pt x="73" y="43"/>
                  </a:lnTo>
                  <a:lnTo>
                    <a:pt x="83" y="41"/>
                  </a:lnTo>
                  <a:lnTo>
                    <a:pt x="90" y="42"/>
                  </a:lnTo>
                  <a:lnTo>
                    <a:pt x="101" y="38"/>
                  </a:lnTo>
                  <a:lnTo>
                    <a:pt x="107" y="37"/>
                  </a:lnTo>
                  <a:lnTo>
                    <a:pt x="112" y="44"/>
                  </a:lnTo>
                  <a:lnTo>
                    <a:pt x="118" y="53"/>
                  </a:lnTo>
                  <a:lnTo>
                    <a:pt x="124" y="63"/>
                  </a:lnTo>
                  <a:lnTo>
                    <a:pt x="126" y="68"/>
                  </a:lnTo>
                  <a:lnTo>
                    <a:pt x="256" y="54"/>
                  </a:lnTo>
                  <a:lnTo>
                    <a:pt x="335" y="10"/>
                  </a:lnTo>
                  <a:lnTo>
                    <a:pt x="343" y="13"/>
                  </a:lnTo>
                  <a:lnTo>
                    <a:pt x="425" y="42"/>
                  </a:lnTo>
                  <a:lnTo>
                    <a:pt x="451" y="31"/>
                  </a:lnTo>
                  <a:lnTo>
                    <a:pt x="471" y="22"/>
                  </a:lnTo>
                  <a:lnTo>
                    <a:pt x="499" y="10"/>
                  </a:lnTo>
                  <a:lnTo>
                    <a:pt x="519" y="2"/>
                  </a:lnTo>
                  <a:lnTo>
                    <a:pt x="545" y="0"/>
                  </a:lnTo>
                  <a:lnTo>
                    <a:pt x="569" y="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7280790" y="1442209"/>
              <a:ext cx="551" cy="351"/>
            </a:xfrm>
            <a:custGeom>
              <a:avLst/>
              <a:pathLst>
                <a:path w="551" h="351">
                  <a:moveTo>
                    <a:pt x="322" y="31"/>
                  </a:moveTo>
                  <a:lnTo>
                    <a:pt x="381" y="76"/>
                  </a:lnTo>
                  <a:lnTo>
                    <a:pt x="401" y="91"/>
                  </a:lnTo>
                  <a:lnTo>
                    <a:pt x="435" y="133"/>
                  </a:lnTo>
                  <a:lnTo>
                    <a:pt x="490" y="202"/>
                  </a:lnTo>
                  <a:lnTo>
                    <a:pt x="504" y="229"/>
                  </a:lnTo>
                  <a:lnTo>
                    <a:pt x="525" y="269"/>
                  </a:lnTo>
                  <a:lnTo>
                    <a:pt x="551" y="321"/>
                  </a:lnTo>
                  <a:lnTo>
                    <a:pt x="548" y="325"/>
                  </a:lnTo>
                  <a:lnTo>
                    <a:pt x="530" y="332"/>
                  </a:lnTo>
                  <a:lnTo>
                    <a:pt x="513" y="339"/>
                  </a:lnTo>
                  <a:lnTo>
                    <a:pt x="483" y="351"/>
                  </a:lnTo>
                  <a:lnTo>
                    <a:pt x="384" y="327"/>
                  </a:lnTo>
                  <a:lnTo>
                    <a:pt x="198" y="349"/>
                  </a:lnTo>
                  <a:lnTo>
                    <a:pt x="180" y="348"/>
                  </a:lnTo>
                  <a:lnTo>
                    <a:pt x="163" y="346"/>
                  </a:lnTo>
                  <a:lnTo>
                    <a:pt x="153" y="340"/>
                  </a:lnTo>
                  <a:lnTo>
                    <a:pt x="144" y="337"/>
                  </a:lnTo>
                  <a:lnTo>
                    <a:pt x="128" y="329"/>
                  </a:lnTo>
                  <a:lnTo>
                    <a:pt x="121" y="324"/>
                  </a:lnTo>
                  <a:lnTo>
                    <a:pt x="100" y="314"/>
                  </a:lnTo>
                  <a:lnTo>
                    <a:pt x="68" y="278"/>
                  </a:lnTo>
                  <a:lnTo>
                    <a:pt x="63" y="224"/>
                  </a:lnTo>
                  <a:lnTo>
                    <a:pt x="77" y="173"/>
                  </a:lnTo>
                  <a:lnTo>
                    <a:pt x="78" y="168"/>
                  </a:lnTo>
                  <a:lnTo>
                    <a:pt x="82" y="154"/>
                  </a:lnTo>
                  <a:lnTo>
                    <a:pt x="78" y="139"/>
                  </a:lnTo>
                  <a:lnTo>
                    <a:pt x="68" y="124"/>
                  </a:lnTo>
                  <a:lnTo>
                    <a:pt x="60" y="121"/>
                  </a:lnTo>
                  <a:lnTo>
                    <a:pt x="36" y="115"/>
                  </a:lnTo>
                  <a:lnTo>
                    <a:pt x="23" y="107"/>
                  </a:lnTo>
                  <a:lnTo>
                    <a:pt x="13" y="94"/>
                  </a:lnTo>
                  <a:lnTo>
                    <a:pt x="6" y="86"/>
                  </a:lnTo>
                  <a:lnTo>
                    <a:pt x="4" y="76"/>
                  </a:lnTo>
                  <a:lnTo>
                    <a:pt x="1" y="69"/>
                  </a:lnTo>
                  <a:lnTo>
                    <a:pt x="0" y="61"/>
                  </a:lnTo>
                  <a:lnTo>
                    <a:pt x="6" y="48"/>
                  </a:lnTo>
                  <a:lnTo>
                    <a:pt x="21" y="18"/>
                  </a:lnTo>
                  <a:lnTo>
                    <a:pt x="46" y="0"/>
                  </a:lnTo>
                  <a:lnTo>
                    <a:pt x="125" y="14"/>
                  </a:lnTo>
                  <a:lnTo>
                    <a:pt x="258" y="7"/>
                  </a:lnTo>
                  <a:lnTo>
                    <a:pt x="263" y="7"/>
                  </a:lnTo>
                  <a:lnTo>
                    <a:pt x="287" y="5"/>
                  </a:lnTo>
                  <a:lnTo>
                    <a:pt x="322" y="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7277644" y="1441595"/>
              <a:ext cx="615" cy="598"/>
            </a:xfrm>
            <a:custGeom>
              <a:avLst/>
              <a:pathLst>
                <a:path w="615" h="598">
                  <a:moveTo>
                    <a:pt x="311" y="551"/>
                  </a:moveTo>
                  <a:lnTo>
                    <a:pt x="286" y="598"/>
                  </a:lnTo>
                  <a:lnTo>
                    <a:pt x="249" y="589"/>
                  </a:lnTo>
                  <a:lnTo>
                    <a:pt x="175" y="528"/>
                  </a:lnTo>
                  <a:lnTo>
                    <a:pt x="169" y="523"/>
                  </a:lnTo>
                  <a:lnTo>
                    <a:pt x="164" y="519"/>
                  </a:lnTo>
                  <a:lnTo>
                    <a:pt x="97" y="398"/>
                  </a:lnTo>
                  <a:lnTo>
                    <a:pt x="11" y="343"/>
                  </a:lnTo>
                  <a:lnTo>
                    <a:pt x="0" y="337"/>
                  </a:lnTo>
                  <a:lnTo>
                    <a:pt x="2" y="321"/>
                  </a:lnTo>
                  <a:lnTo>
                    <a:pt x="4" y="266"/>
                  </a:lnTo>
                  <a:lnTo>
                    <a:pt x="46" y="218"/>
                  </a:lnTo>
                  <a:lnTo>
                    <a:pt x="69" y="180"/>
                  </a:lnTo>
                  <a:lnTo>
                    <a:pt x="72" y="175"/>
                  </a:lnTo>
                  <a:lnTo>
                    <a:pt x="207" y="189"/>
                  </a:lnTo>
                  <a:lnTo>
                    <a:pt x="312" y="177"/>
                  </a:lnTo>
                  <a:lnTo>
                    <a:pt x="404" y="100"/>
                  </a:lnTo>
                  <a:lnTo>
                    <a:pt x="404" y="86"/>
                  </a:lnTo>
                  <a:lnTo>
                    <a:pt x="409" y="62"/>
                  </a:lnTo>
                  <a:lnTo>
                    <a:pt x="415" y="43"/>
                  </a:lnTo>
                  <a:lnTo>
                    <a:pt x="474" y="0"/>
                  </a:lnTo>
                  <a:lnTo>
                    <a:pt x="544" y="10"/>
                  </a:lnTo>
                  <a:lnTo>
                    <a:pt x="607" y="91"/>
                  </a:lnTo>
                  <a:lnTo>
                    <a:pt x="615" y="102"/>
                  </a:lnTo>
                  <a:lnTo>
                    <a:pt x="614" y="166"/>
                  </a:lnTo>
                  <a:lnTo>
                    <a:pt x="565" y="195"/>
                  </a:lnTo>
                  <a:lnTo>
                    <a:pt x="486" y="243"/>
                  </a:lnTo>
                  <a:lnTo>
                    <a:pt x="460" y="259"/>
                  </a:lnTo>
                  <a:lnTo>
                    <a:pt x="410" y="290"/>
                  </a:lnTo>
                  <a:lnTo>
                    <a:pt x="392" y="309"/>
                  </a:lnTo>
                  <a:lnTo>
                    <a:pt x="378" y="322"/>
                  </a:lnTo>
                  <a:lnTo>
                    <a:pt x="352" y="350"/>
                  </a:lnTo>
                  <a:lnTo>
                    <a:pt x="328" y="420"/>
                  </a:lnTo>
                  <a:lnTo>
                    <a:pt x="323" y="435"/>
                  </a:lnTo>
                  <a:lnTo>
                    <a:pt x="305" y="489"/>
                  </a:lnTo>
                  <a:lnTo>
                    <a:pt x="325" y="527"/>
                  </a:lnTo>
                  <a:lnTo>
                    <a:pt x="311" y="5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7324687" y="1448524"/>
              <a:ext cx="2272" cy="1706"/>
            </a:xfrm>
            <a:custGeom>
              <a:avLst/>
              <a:pathLst>
                <a:path w="2272" h="1706">
                  <a:moveTo>
                    <a:pt x="963" y="654"/>
                  </a:moveTo>
                  <a:lnTo>
                    <a:pt x="1083" y="700"/>
                  </a:lnTo>
                  <a:lnTo>
                    <a:pt x="1231" y="696"/>
                  </a:lnTo>
                  <a:lnTo>
                    <a:pt x="1274" y="695"/>
                  </a:lnTo>
                  <a:lnTo>
                    <a:pt x="1377" y="586"/>
                  </a:lnTo>
                  <a:lnTo>
                    <a:pt x="1401" y="560"/>
                  </a:lnTo>
                  <a:lnTo>
                    <a:pt x="1722" y="648"/>
                  </a:lnTo>
                  <a:lnTo>
                    <a:pt x="1750" y="724"/>
                  </a:lnTo>
                  <a:lnTo>
                    <a:pt x="1766" y="766"/>
                  </a:lnTo>
                  <a:lnTo>
                    <a:pt x="1723" y="925"/>
                  </a:lnTo>
                  <a:lnTo>
                    <a:pt x="1728" y="940"/>
                  </a:lnTo>
                  <a:lnTo>
                    <a:pt x="1788" y="1111"/>
                  </a:lnTo>
                  <a:lnTo>
                    <a:pt x="1803" y="1154"/>
                  </a:lnTo>
                  <a:lnTo>
                    <a:pt x="1834" y="1197"/>
                  </a:lnTo>
                  <a:lnTo>
                    <a:pt x="1860" y="1203"/>
                  </a:lnTo>
                  <a:lnTo>
                    <a:pt x="1965" y="1226"/>
                  </a:lnTo>
                  <a:lnTo>
                    <a:pt x="2042" y="1227"/>
                  </a:lnTo>
                  <a:lnTo>
                    <a:pt x="2079" y="1211"/>
                  </a:lnTo>
                  <a:lnTo>
                    <a:pt x="2154" y="1177"/>
                  </a:lnTo>
                  <a:lnTo>
                    <a:pt x="2187" y="1213"/>
                  </a:lnTo>
                  <a:lnTo>
                    <a:pt x="2201" y="1228"/>
                  </a:lnTo>
                  <a:lnTo>
                    <a:pt x="2206" y="1244"/>
                  </a:lnTo>
                  <a:lnTo>
                    <a:pt x="2219" y="1280"/>
                  </a:lnTo>
                  <a:lnTo>
                    <a:pt x="2226" y="1298"/>
                  </a:lnTo>
                  <a:lnTo>
                    <a:pt x="2213" y="1329"/>
                  </a:lnTo>
                  <a:lnTo>
                    <a:pt x="2197" y="1368"/>
                  </a:lnTo>
                  <a:lnTo>
                    <a:pt x="2263" y="1507"/>
                  </a:lnTo>
                  <a:lnTo>
                    <a:pt x="2272" y="1524"/>
                  </a:lnTo>
                  <a:lnTo>
                    <a:pt x="2267" y="1552"/>
                  </a:lnTo>
                  <a:lnTo>
                    <a:pt x="2037" y="1706"/>
                  </a:lnTo>
                  <a:lnTo>
                    <a:pt x="2028" y="1703"/>
                  </a:lnTo>
                  <a:lnTo>
                    <a:pt x="1889" y="1654"/>
                  </a:lnTo>
                  <a:lnTo>
                    <a:pt x="1856" y="1643"/>
                  </a:lnTo>
                  <a:lnTo>
                    <a:pt x="1741" y="1603"/>
                  </a:lnTo>
                  <a:lnTo>
                    <a:pt x="1688" y="1584"/>
                  </a:lnTo>
                  <a:lnTo>
                    <a:pt x="1543" y="1580"/>
                  </a:lnTo>
                  <a:lnTo>
                    <a:pt x="1525" y="1580"/>
                  </a:lnTo>
                  <a:lnTo>
                    <a:pt x="1508" y="1575"/>
                  </a:lnTo>
                  <a:lnTo>
                    <a:pt x="1310" y="1469"/>
                  </a:lnTo>
                  <a:lnTo>
                    <a:pt x="1301" y="1464"/>
                  </a:lnTo>
                  <a:lnTo>
                    <a:pt x="1203" y="1412"/>
                  </a:lnTo>
                  <a:lnTo>
                    <a:pt x="1182" y="1401"/>
                  </a:lnTo>
                  <a:lnTo>
                    <a:pt x="1166" y="1403"/>
                  </a:lnTo>
                  <a:lnTo>
                    <a:pt x="1143" y="1417"/>
                  </a:lnTo>
                  <a:lnTo>
                    <a:pt x="1135" y="1432"/>
                  </a:lnTo>
                  <a:lnTo>
                    <a:pt x="1132" y="1438"/>
                  </a:lnTo>
                  <a:lnTo>
                    <a:pt x="1131" y="1461"/>
                  </a:lnTo>
                  <a:lnTo>
                    <a:pt x="1133" y="1484"/>
                  </a:lnTo>
                  <a:lnTo>
                    <a:pt x="1131" y="1489"/>
                  </a:lnTo>
                  <a:lnTo>
                    <a:pt x="1121" y="1506"/>
                  </a:lnTo>
                  <a:lnTo>
                    <a:pt x="1110" y="1520"/>
                  </a:lnTo>
                  <a:lnTo>
                    <a:pt x="1095" y="1530"/>
                  </a:lnTo>
                  <a:lnTo>
                    <a:pt x="1073" y="1547"/>
                  </a:lnTo>
                  <a:lnTo>
                    <a:pt x="1064" y="1551"/>
                  </a:lnTo>
                  <a:lnTo>
                    <a:pt x="1037" y="1526"/>
                  </a:lnTo>
                  <a:lnTo>
                    <a:pt x="990" y="1484"/>
                  </a:lnTo>
                  <a:lnTo>
                    <a:pt x="952" y="1450"/>
                  </a:lnTo>
                  <a:lnTo>
                    <a:pt x="916" y="1418"/>
                  </a:lnTo>
                  <a:lnTo>
                    <a:pt x="907" y="1409"/>
                  </a:lnTo>
                  <a:lnTo>
                    <a:pt x="866" y="1372"/>
                  </a:lnTo>
                  <a:lnTo>
                    <a:pt x="826" y="1337"/>
                  </a:lnTo>
                  <a:lnTo>
                    <a:pt x="671" y="1221"/>
                  </a:lnTo>
                  <a:lnTo>
                    <a:pt x="540" y="1110"/>
                  </a:lnTo>
                  <a:lnTo>
                    <a:pt x="516" y="1088"/>
                  </a:lnTo>
                  <a:lnTo>
                    <a:pt x="283" y="1099"/>
                  </a:lnTo>
                  <a:lnTo>
                    <a:pt x="279" y="1098"/>
                  </a:lnTo>
                  <a:lnTo>
                    <a:pt x="262" y="1066"/>
                  </a:lnTo>
                  <a:lnTo>
                    <a:pt x="247" y="1049"/>
                  </a:lnTo>
                  <a:lnTo>
                    <a:pt x="230" y="1017"/>
                  </a:lnTo>
                  <a:lnTo>
                    <a:pt x="213" y="984"/>
                  </a:lnTo>
                  <a:lnTo>
                    <a:pt x="187" y="965"/>
                  </a:lnTo>
                  <a:lnTo>
                    <a:pt x="183" y="951"/>
                  </a:lnTo>
                  <a:lnTo>
                    <a:pt x="184" y="945"/>
                  </a:lnTo>
                  <a:lnTo>
                    <a:pt x="190" y="938"/>
                  </a:lnTo>
                  <a:lnTo>
                    <a:pt x="202" y="936"/>
                  </a:lnTo>
                  <a:lnTo>
                    <a:pt x="240" y="937"/>
                  </a:lnTo>
                  <a:lnTo>
                    <a:pt x="364" y="941"/>
                  </a:lnTo>
                  <a:lnTo>
                    <a:pt x="382" y="941"/>
                  </a:lnTo>
                  <a:lnTo>
                    <a:pt x="405" y="942"/>
                  </a:lnTo>
                  <a:lnTo>
                    <a:pt x="437" y="943"/>
                  </a:lnTo>
                  <a:lnTo>
                    <a:pt x="486" y="944"/>
                  </a:lnTo>
                  <a:lnTo>
                    <a:pt x="563" y="946"/>
                  </a:lnTo>
                  <a:lnTo>
                    <a:pt x="586" y="947"/>
                  </a:lnTo>
                  <a:lnTo>
                    <a:pt x="592" y="943"/>
                  </a:lnTo>
                  <a:lnTo>
                    <a:pt x="602" y="933"/>
                  </a:lnTo>
                  <a:lnTo>
                    <a:pt x="610" y="916"/>
                  </a:lnTo>
                  <a:lnTo>
                    <a:pt x="608" y="903"/>
                  </a:lnTo>
                  <a:lnTo>
                    <a:pt x="610" y="897"/>
                  </a:lnTo>
                  <a:lnTo>
                    <a:pt x="615" y="891"/>
                  </a:lnTo>
                  <a:lnTo>
                    <a:pt x="619" y="874"/>
                  </a:lnTo>
                  <a:lnTo>
                    <a:pt x="617" y="863"/>
                  </a:lnTo>
                  <a:lnTo>
                    <a:pt x="614" y="852"/>
                  </a:lnTo>
                  <a:lnTo>
                    <a:pt x="552" y="773"/>
                  </a:lnTo>
                  <a:lnTo>
                    <a:pt x="499" y="775"/>
                  </a:lnTo>
                  <a:lnTo>
                    <a:pt x="451" y="777"/>
                  </a:lnTo>
                  <a:lnTo>
                    <a:pt x="411" y="697"/>
                  </a:lnTo>
                  <a:lnTo>
                    <a:pt x="399" y="673"/>
                  </a:lnTo>
                  <a:lnTo>
                    <a:pt x="360" y="595"/>
                  </a:lnTo>
                  <a:lnTo>
                    <a:pt x="343" y="561"/>
                  </a:lnTo>
                  <a:lnTo>
                    <a:pt x="314" y="505"/>
                  </a:lnTo>
                  <a:lnTo>
                    <a:pt x="295" y="495"/>
                  </a:lnTo>
                  <a:lnTo>
                    <a:pt x="262" y="476"/>
                  </a:lnTo>
                  <a:lnTo>
                    <a:pt x="112" y="394"/>
                  </a:lnTo>
                  <a:lnTo>
                    <a:pt x="13" y="287"/>
                  </a:lnTo>
                  <a:lnTo>
                    <a:pt x="0" y="272"/>
                  </a:lnTo>
                  <a:lnTo>
                    <a:pt x="79" y="225"/>
                  </a:lnTo>
                  <a:lnTo>
                    <a:pt x="102" y="211"/>
                  </a:lnTo>
                  <a:lnTo>
                    <a:pt x="126" y="212"/>
                  </a:lnTo>
                  <a:lnTo>
                    <a:pt x="199" y="215"/>
                  </a:lnTo>
                  <a:lnTo>
                    <a:pt x="264" y="217"/>
                  </a:lnTo>
                  <a:lnTo>
                    <a:pt x="292" y="219"/>
                  </a:lnTo>
                  <a:lnTo>
                    <a:pt x="301" y="219"/>
                  </a:lnTo>
                  <a:lnTo>
                    <a:pt x="428" y="63"/>
                  </a:lnTo>
                  <a:lnTo>
                    <a:pt x="690" y="0"/>
                  </a:lnTo>
                  <a:lnTo>
                    <a:pt x="778" y="101"/>
                  </a:lnTo>
                  <a:lnTo>
                    <a:pt x="855" y="299"/>
                  </a:lnTo>
                  <a:lnTo>
                    <a:pt x="870" y="490"/>
                  </a:lnTo>
                  <a:lnTo>
                    <a:pt x="918" y="574"/>
                  </a:lnTo>
                  <a:lnTo>
                    <a:pt x="963" y="65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7329007" y="1448100"/>
              <a:ext cx="895" cy="765"/>
            </a:xfrm>
            <a:custGeom>
              <a:avLst/>
              <a:pathLst>
                <a:path w="895" h="765">
                  <a:moveTo>
                    <a:pt x="886" y="429"/>
                  </a:moveTo>
                  <a:lnTo>
                    <a:pt x="895" y="465"/>
                  </a:lnTo>
                  <a:lnTo>
                    <a:pt x="869" y="513"/>
                  </a:lnTo>
                  <a:lnTo>
                    <a:pt x="859" y="530"/>
                  </a:lnTo>
                  <a:lnTo>
                    <a:pt x="826" y="541"/>
                  </a:lnTo>
                  <a:lnTo>
                    <a:pt x="746" y="566"/>
                  </a:lnTo>
                  <a:lnTo>
                    <a:pt x="716" y="576"/>
                  </a:lnTo>
                  <a:lnTo>
                    <a:pt x="266" y="765"/>
                  </a:lnTo>
                  <a:lnTo>
                    <a:pt x="233" y="751"/>
                  </a:lnTo>
                  <a:lnTo>
                    <a:pt x="124" y="699"/>
                  </a:lnTo>
                  <a:lnTo>
                    <a:pt x="117" y="696"/>
                  </a:lnTo>
                  <a:lnTo>
                    <a:pt x="75" y="676"/>
                  </a:lnTo>
                  <a:lnTo>
                    <a:pt x="69" y="671"/>
                  </a:lnTo>
                  <a:lnTo>
                    <a:pt x="45" y="652"/>
                  </a:lnTo>
                  <a:lnTo>
                    <a:pt x="0" y="616"/>
                  </a:lnTo>
                  <a:lnTo>
                    <a:pt x="23" y="500"/>
                  </a:lnTo>
                  <a:lnTo>
                    <a:pt x="40" y="467"/>
                  </a:lnTo>
                  <a:lnTo>
                    <a:pt x="90" y="375"/>
                  </a:lnTo>
                  <a:lnTo>
                    <a:pt x="78" y="338"/>
                  </a:lnTo>
                  <a:lnTo>
                    <a:pt x="73" y="336"/>
                  </a:lnTo>
                  <a:lnTo>
                    <a:pt x="68" y="331"/>
                  </a:lnTo>
                  <a:lnTo>
                    <a:pt x="64" y="325"/>
                  </a:lnTo>
                  <a:lnTo>
                    <a:pt x="61" y="318"/>
                  </a:lnTo>
                  <a:lnTo>
                    <a:pt x="56" y="310"/>
                  </a:lnTo>
                  <a:lnTo>
                    <a:pt x="48" y="304"/>
                  </a:lnTo>
                  <a:lnTo>
                    <a:pt x="44" y="301"/>
                  </a:lnTo>
                  <a:lnTo>
                    <a:pt x="43" y="297"/>
                  </a:lnTo>
                  <a:lnTo>
                    <a:pt x="47" y="293"/>
                  </a:lnTo>
                  <a:lnTo>
                    <a:pt x="54" y="290"/>
                  </a:lnTo>
                  <a:lnTo>
                    <a:pt x="62" y="284"/>
                  </a:lnTo>
                  <a:lnTo>
                    <a:pt x="66" y="279"/>
                  </a:lnTo>
                  <a:lnTo>
                    <a:pt x="68" y="272"/>
                  </a:lnTo>
                  <a:lnTo>
                    <a:pt x="69" y="264"/>
                  </a:lnTo>
                  <a:lnTo>
                    <a:pt x="70" y="257"/>
                  </a:lnTo>
                  <a:lnTo>
                    <a:pt x="77" y="254"/>
                  </a:lnTo>
                  <a:lnTo>
                    <a:pt x="83" y="254"/>
                  </a:lnTo>
                  <a:lnTo>
                    <a:pt x="94" y="256"/>
                  </a:lnTo>
                  <a:lnTo>
                    <a:pt x="111" y="260"/>
                  </a:lnTo>
                  <a:lnTo>
                    <a:pt x="124" y="265"/>
                  </a:lnTo>
                  <a:lnTo>
                    <a:pt x="134" y="271"/>
                  </a:lnTo>
                  <a:lnTo>
                    <a:pt x="143" y="278"/>
                  </a:lnTo>
                  <a:lnTo>
                    <a:pt x="161" y="292"/>
                  </a:lnTo>
                  <a:lnTo>
                    <a:pt x="193" y="314"/>
                  </a:lnTo>
                  <a:lnTo>
                    <a:pt x="220" y="331"/>
                  </a:lnTo>
                  <a:lnTo>
                    <a:pt x="231" y="340"/>
                  </a:lnTo>
                  <a:lnTo>
                    <a:pt x="237" y="349"/>
                  </a:lnTo>
                  <a:lnTo>
                    <a:pt x="244" y="355"/>
                  </a:lnTo>
                  <a:lnTo>
                    <a:pt x="250" y="358"/>
                  </a:lnTo>
                  <a:lnTo>
                    <a:pt x="276" y="360"/>
                  </a:lnTo>
                  <a:lnTo>
                    <a:pt x="347" y="327"/>
                  </a:lnTo>
                  <a:lnTo>
                    <a:pt x="356" y="322"/>
                  </a:lnTo>
                  <a:lnTo>
                    <a:pt x="364" y="319"/>
                  </a:lnTo>
                  <a:lnTo>
                    <a:pt x="377" y="301"/>
                  </a:lnTo>
                  <a:lnTo>
                    <a:pt x="431" y="225"/>
                  </a:lnTo>
                  <a:lnTo>
                    <a:pt x="444" y="206"/>
                  </a:lnTo>
                  <a:lnTo>
                    <a:pt x="454" y="164"/>
                  </a:lnTo>
                  <a:lnTo>
                    <a:pt x="443" y="151"/>
                  </a:lnTo>
                  <a:lnTo>
                    <a:pt x="400" y="98"/>
                  </a:lnTo>
                  <a:lnTo>
                    <a:pt x="394" y="91"/>
                  </a:lnTo>
                  <a:lnTo>
                    <a:pt x="373" y="58"/>
                  </a:lnTo>
                  <a:lnTo>
                    <a:pt x="370" y="53"/>
                  </a:lnTo>
                  <a:lnTo>
                    <a:pt x="367" y="48"/>
                  </a:lnTo>
                  <a:lnTo>
                    <a:pt x="367" y="39"/>
                  </a:lnTo>
                  <a:lnTo>
                    <a:pt x="367" y="28"/>
                  </a:lnTo>
                  <a:lnTo>
                    <a:pt x="368" y="20"/>
                  </a:lnTo>
                  <a:lnTo>
                    <a:pt x="399" y="10"/>
                  </a:lnTo>
                  <a:lnTo>
                    <a:pt x="408" y="8"/>
                  </a:lnTo>
                  <a:lnTo>
                    <a:pt x="433" y="0"/>
                  </a:lnTo>
                  <a:lnTo>
                    <a:pt x="495" y="34"/>
                  </a:lnTo>
                  <a:lnTo>
                    <a:pt x="580" y="80"/>
                  </a:lnTo>
                  <a:lnTo>
                    <a:pt x="755" y="175"/>
                  </a:lnTo>
                  <a:lnTo>
                    <a:pt x="777" y="210"/>
                  </a:lnTo>
                  <a:lnTo>
                    <a:pt x="785" y="224"/>
                  </a:lnTo>
                  <a:lnTo>
                    <a:pt x="843" y="315"/>
                  </a:lnTo>
                  <a:lnTo>
                    <a:pt x="853" y="332"/>
                  </a:lnTo>
                  <a:lnTo>
                    <a:pt x="863" y="348"/>
                  </a:lnTo>
                  <a:lnTo>
                    <a:pt x="867" y="360"/>
                  </a:lnTo>
                  <a:lnTo>
                    <a:pt x="886" y="42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7330304" y="1447616"/>
              <a:ext cx="1113" cy="837"/>
            </a:xfrm>
            <a:custGeom>
              <a:avLst/>
              <a:pathLst>
                <a:path w="1113" h="837">
                  <a:moveTo>
                    <a:pt x="245" y="64"/>
                  </a:moveTo>
                  <a:lnTo>
                    <a:pt x="372" y="152"/>
                  </a:lnTo>
                  <a:lnTo>
                    <a:pt x="448" y="233"/>
                  </a:lnTo>
                  <a:lnTo>
                    <a:pt x="566" y="281"/>
                  </a:lnTo>
                  <a:lnTo>
                    <a:pt x="578" y="286"/>
                  </a:lnTo>
                  <a:lnTo>
                    <a:pt x="592" y="291"/>
                  </a:lnTo>
                  <a:lnTo>
                    <a:pt x="598" y="292"/>
                  </a:lnTo>
                  <a:lnTo>
                    <a:pt x="607" y="290"/>
                  </a:lnTo>
                  <a:lnTo>
                    <a:pt x="614" y="286"/>
                  </a:lnTo>
                  <a:lnTo>
                    <a:pt x="695" y="228"/>
                  </a:lnTo>
                  <a:lnTo>
                    <a:pt x="712" y="216"/>
                  </a:lnTo>
                  <a:lnTo>
                    <a:pt x="718" y="211"/>
                  </a:lnTo>
                  <a:lnTo>
                    <a:pt x="768" y="215"/>
                  </a:lnTo>
                  <a:lnTo>
                    <a:pt x="775" y="244"/>
                  </a:lnTo>
                  <a:lnTo>
                    <a:pt x="787" y="321"/>
                  </a:lnTo>
                  <a:lnTo>
                    <a:pt x="791" y="345"/>
                  </a:lnTo>
                  <a:lnTo>
                    <a:pt x="856" y="292"/>
                  </a:lnTo>
                  <a:lnTo>
                    <a:pt x="907" y="271"/>
                  </a:lnTo>
                  <a:lnTo>
                    <a:pt x="917" y="267"/>
                  </a:lnTo>
                  <a:lnTo>
                    <a:pt x="930" y="262"/>
                  </a:lnTo>
                  <a:lnTo>
                    <a:pt x="964" y="247"/>
                  </a:lnTo>
                  <a:lnTo>
                    <a:pt x="973" y="236"/>
                  </a:lnTo>
                  <a:lnTo>
                    <a:pt x="975" y="228"/>
                  </a:lnTo>
                  <a:lnTo>
                    <a:pt x="973" y="216"/>
                  </a:lnTo>
                  <a:lnTo>
                    <a:pt x="964" y="201"/>
                  </a:lnTo>
                  <a:lnTo>
                    <a:pt x="946" y="183"/>
                  </a:lnTo>
                  <a:lnTo>
                    <a:pt x="941" y="171"/>
                  </a:lnTo>
                  <a:lnTo>
                    <a:pt x="945" y="166"/>
                  </a:lnTo>
                  <a:lnTo>
                    <a:pt x="950" y="166"/>
                  </a:lnTo>
                  <a:lnTo>
                    <a:pt x="974" y="169"/>
                  </a:lnTo>
                  <a:lnTo>
                    <a:pt x="997" y="173"/>
                  </a:lnTo>
                  <a:lnTo>
                    <a:pt x="1023" y="179"/>
                  </a:lnTo>
                  <a:lnTo>
                    <a:pt x="1046" y="192"/>
                  </a:lnTo>
                  <a:lnTo>
                    <a:pt x="1066" y="208"/>
                  </a:lnTo>
                  <a:lnTo>
                    <a:pt x="1077" y="217"/>
                  </a:lnTo>
                  <a:lnTo>
                    <a:pt x="1092" y="234"/>
                  </a:lnTo>
                  <a:lnTo>
                    <a:pt x="1097" y="245"/>
                  </a:lnTo>
                  <a:lnTo>
                    <a:pt x="1099" y="253"/>
                  </a:lnTo>
                  <a:lnTo>
                    <a:pt x="1104" y="278"/>
                  </a:lnTo>
                  <a:lnTo>
                    <a:pt x="1108" y="302"/>
                  </a:lnTo>
                  <a:lnTo>
                    <a:pt x="1109" y="308"/>
                  </a:lnTo>
                  <a:lnTo>
                    <a:pt x="1113" y="325"/>
                  </a:lnTo>
                  <a:lnTo>
                    <a:pt x="1095" y="358"/>
                  </a:lnTo>
                  <a:lnTo>
                    <a:pt x="1018" y="381"/>
                  </a:lnTo>
                  <a:lnTo>
                    <a:pt x="1022" y="425"/>
                  </a:lnTo>
                  <a:lnTo>
                    <a:pt x="1028" y="514"/>
                  </a:lnTo>
                  <a:lnTo>
                    <a:pt x="931" y="513"/>
                  </a:lnTo>
                  <a:lnTo>
                    <a:pt x="865" y="513"/>
                  </a:lnTo>
                  <a:lnTo>
                    <a:pt x="863" y="538"/>
                  </a:lnTo>
                  <a:lnTo>
                    <a:pt x="861" y="560"/>
                  </a:lnTo>
                  <a:lnTo>
                    <a:pt x="853" y="681"/>
                  </a:lnTo>
                  <a:lnTo>
                    <a:pt x="853" y="689"/>
                  </a:lnTo>
                  <a:lnTo>
                    <a:pt x="838" y="716"/>
                  </a:lnTo>
                  <a:lnTo>
                    <a:pt x="830" y="730"/>
                  </a:lnTo>
                  <a:lnTo>
                    <a:pt x="804" y="779"/>
                  </a:lnTo>
                  <a:lnTo>
                    <a:pt x="781" y="820"/>
                  </a:lnTo>
                  <a:lnTo>
                    <a:pt x="735" y="829"/>
                  </a:lnTo>
                  <a:lnTo>
                    <a:pt x="695" y="837"/>
                  </a:lnTo>
                  <a:lnTo>
                    <a:pt x="667" y="830"/>
                  </a:lnTo>
                  <a:lnTo>
                    <a:pt x="556" y="806"/>
                  </a:lnTo>
                  <a:lnTo>
                    <a:pt x="477" y="788"/>
                  </a:lnTo>
                  <a:lnTo>
                    <a:pt x="446" y="759"/>
                  </a:lnTo>
                  <a:lnTo>
                    <a:pt x="474" y="700"/>
                  </a:lnTo>
                  <a:lnTo>
                    <a:pt x="483" y="689"/>
                  </a:lnTo>
                  <a:lnTo>
                    <a:pt x="490" y="681"/>
                  </a:lnTo>
                  <a:lnTo>
                    <a:pt x="493" y="673"/>
                  </a:lnTo>
                  <a:lnTo>
                    <a:pt x="494" y="666"/>
                  </a:lnTo>
                  <a:lnTo>
                    <a:pt x="495" y="659"/>
                  </a:lnTo>
                  <a:lnTo>
                    <a:pt x="498" y="650"/>
                  </a:lnTo>
                  <a:lnTo>
                    <a:pt x="512" y="628"/>
                  </a:lnTo>
                  <a:lnTo>
                    <a:pt x="520" y="621"/>
                  </a:lnTo>
                  <a:lnTo>
                    <a:pt x="523" y="616"/>
                  </a:lnTo>
                  <a:lnTo>
                    <a:pt x="523" y="610"/>
                  </a:lnTo>
                  <a:lnTo>
                    <a:pt x="521" y="604"/>
                  </a:lnTo>
                  <a:lnTo>
                    <a:pt x="512" y="592"/>
                  </a:lnTo>
                  <a:lnTo>
                    <a:pt x="500" y="579"/>
                  </a:lnTo>
                  <a:lnTo>
                    <a:pt x="490" y="571"/>
                  </a:lnTo>
                  <a:lnTo>
                    <a:pt x="484" y="569"/>
                  </a:lnTo>
                  <a:lnTo>
                    <a:pt x="475" y="569"/>
                  </a:lnTo>
                  <a:lnTo>
                    <a:pt x="464" y="574"/>
                  </a:lnTo>
                  <a:lnTo>
                    <a:pt x="451" y="579"/>
                  </a:lnTo>
                  <a:lnTo>
                    <a:pt x="434" y="588"/>
                  </a:lnTo>
                  <a:lnTo>
                    <a:pt x="427" y="596"/>
                  </a:lnTo>
                  <a:lnTo>
                    <a:pt x="422" y="601"/>
                  </a:lnTo>
                  <a:lnTo>
                    <a:pt x="416" y="605"/>
                  </a:lnTo>
                  <a:lnTo>
                    <a:pt x="407" y="608"/>
                  </a:lnTo>
                  <a:lnTo>
                    <a:pt x="398" y="608"/>
                  </a:lnTo>
                  <a:lnTo>
                    <a:pt x="390" y="607"/>
                  </a:lnTo>
                  <a:lnTo>
                    <a:pt x="383" y="603"/>
                  </a:lnTo>
                  <a:lnTo>
                    <a:pt x="373" y="592"/>
                  </a:lnTo>
                  <a:lnTo>
                    <a:pt x="367" y="582"/>
                  </a:lnTo>
                  <a:lnTo>
                    <a:pt x="347" y="560"/>
                  </a:lnTo>
                  <a:lnTo>
                    <a:pt x="338" y="554"/>
                  </a:lnTo>
                  <a:lnTo>
                    <a:pt x="333" y="545"/>
                  </a:lnTo>
                  <a:lnTo>
                    <a:pt x="330" y="536"/>
                  </a:lnTo>
                  <a:lnTo>
                    <a:pt x="333" y="409"/>
                  </a:lnTo>
                  <a:lnTo>
                    <a:pt x="329" y="386"/>
                  </a:lnTo>
                  <a:lnTo>
                    <a:pt x="323" y="339"/>
                  </a:lnTo>
                  <a:lnTo>
                    <a:pt x="321" y="325"/>
                  </a:lnTo>
                  <a:lnTo>
                    <a:pt x="306" y="277"/>
                  </a:lnTo>
                  <a:lnTo>
                    <a:pt x="294" y="264"/>
                  </a:lnTo>
                  <a:lnTo>
                    <a:pt x="217" y="178"/>
                  </a:lnTo>
                  <a:lnTo>
                    <a:pt x="120" y="103"/>
                  </a:lnTo>
                  <a:lnTo>
                    <a:pt x="33" y="92"/>
                  </a:lnTo>
                  <a:lnTo>
                    <a:pt x="25" y="88"/>
                  </a:lnTo>
                  <a:lnTo>
                    <a:pt x="17" y="84"/>
                  </a:lnTo>
                  <a:lnTo>
                    <a:pt x="14" y="81"/>
                  </a:lnTo>
                  <a:lnTo>
                    <a:pt x="13" y="75"/>
                  </a:lnTo>
                  <a:lnTo>
                    <a:pt x="14" y="68"/>
                  </a:lnTo>
                  <a:lnTo>
                    <a:pt x="16" y="59"/>
                  </a:lnTo>
                  <a:lnTo>
                    <a:pt x="13" y="46"/>
                  </a:lnTo>
                  <a:lnTo>
                    <a:pt x="8" y="33"/>
                  </a:lnTo>
                  <a:lnTo>
                    <a:pt x="3" y="22"/>
                  </a:lnTo>
                  <a:lnTo>
                    <a:pt x="0" y="15"/>
                  </a:lnTo>
                  <a:lnTo>
                    <a:pt x="0" y="9"/>
                  </a:lnTo>
                  <a:lnTo>
                    <a:pt x="4" y="3"/>
                  </a:lnTo>
                  <a:lnTo>
                    <a:pt x="8" y="1"/>
                  </a:lnTo>
                  <a:lnTo>
                    <a:pt x="14" y="0"/>
                  </a:lnTo>
                  <a:lnTo>
                    <a:pt x="23" y="1"/>
                  </a:lnTo>
                  <a:lnTo>
                    <a:pt x="30" y="5"/>
                  </a:lnTo>
                  <a:lnTo>
                    <a:pt x="37" y="10"/>
                  </a:lnTo>
                  <a:lnTo>
                    <a:pt x="229" y="60"/>
                  </a:lnTo>
                  <a:lnTo>
                    <a:pt x="245" y="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7327605" y="1447223"/>
              <a:ext cx="731" cy="406"/>
            </a:xfrm>
            <a:custGeom>
              <a:avLst/>
              <a:pathLst>
                <a:path w="731" h="406">
                  <a:moveTo>
                    <a:pt x="447" y="110"/>
                  </a:moveTo>
                  <a:lnTo>
                    <a:pt x="470" y="122"/>
                  </a:lnTo>
                  <a:lnTo>
                    <a:pt x="494" y="135"/>
                  </a:lnTo>
                  <a:lnTo>
                    <a:pt x="554" y="168"/>
                  </a:lnTo>
                  <a:lnTo>
                    <a:pt x="585" y="177"/>
                  </a:lnTo>
                  <a:lnTo>
                    <a:pt x="667" y="202"/>
                  </a:lnTo>
                  <a:lnTo>
                    <a:pt x="682" y="206"/>
                  </a:lnTo>
                  <a:lnTo>
                    <a:pt x="722" y="247"/>
                  </a:lnTo>
                  <a:lnTo>
                    <a:pt x="731" y="280"/>
                  </a:lnTo>
                  <a:lnTo>
                    <a:pt x="711" y="292"/>
                  </a:lnTo>
                  <a:lnTo>
                    <a:pt x="699" y="299"/>
                  </a:lnTo>
                  <a:lnTo>
                    <a:pt x="617" y="349"/>
                  </a:lnTo>
                  <a:lnTo>
                    <a:pt x="599" y="360"/>
                  </a:lnTo>
                  <a:lnTo>
                    <a:pt x="567" y="346"/>
                  </a:lnTo>
                  <a:lnTo>
                    <a:pt x="564" y="340"/>
                  </a:lnTo>
                  <a:lnTo>
                    <a:pt x="552" y="335"/>
                  </a:lnTo>
                  <a:lnTo>
                    <a:pt x="541" y="331"/>
                  </a:lnTo>
                  <a:lnTo>
                    <a:pt x="526" y="328"/>
                  </a:lnTo>
                  <a:lnTo>
                    <a:pt x="513" y="328"/>
                  </a:lnTo>
                  <a:lnTo>
                    <a:pt x="499" y="332"/>
                  </a:lnTo>
                  <a:lnTo>
                    <a:pt x="471" y="354"/>
                  </a:lnTo>
                  <a:lnTo>
                    <a:pt x="458" y="366"/>
                  </a:lnTo>
                  <a:lnTo>
                    <a:pt x="430" y="389"/>
                  </a:lnTo>
                  <a:lnTo>
                    <a:pt x="408" y="399"/>
                  </a:lnTo>
                  <a:lnTo>
                    <a:pt x="382" y="406"/>
                  </a:lnTo>
                  <a:lnTo>
                    <a:pt x="371" y="406"/>
                  </a:lnTo>
                  <a:lnTo>
                    <a:pt x="365" y="403"/>
                  </a:lnTo>
                  <a:lnTo>
                    <a:pt x="357" y="395"/>
                  </a:lnTo>
                  <a:lnTo>
                    <a:pt x="351" y="389"/>
                  </a:lnTo>
                  <a:lnTo>
                    <a:pt x="346" y="382"/>
                  </a:lnTo>
                  <a:lnTo>
                    <a:pt x="340" y="365"/>
                  </a:lnTo>
                  <a:lnTo>
                    <a:pt x="338" y="361"/>
                  </a:lnTo>
                  <a:lnTo>
                    <a:pt x="338" y="357"/>
                  </a:lnTo>
                  <a:lnTo>
                    <a:pt x="343" y="345"/>
                  </a:lnTo>
                  <a:lnTo>
                    <a:pt x="343" y="334"/>
                  </a:lnTo>
                  <a:lnTo>
                    <a:pt x="338" y="328"/>
                  </a:lnTo>
                  <a:lnTo>
                    <a:pt x="333" y="326"/>
                  </a:lnTo>
                  <a:lnTo>
                    <a:pt x="293" y="305"/>
                  </a:lnTo>
                  <a:lnTo>
                    <a:pt x="255" y="286"/>
                  </a:lnTo>
                  <a:lnTo>
                    <a:pt x="221" y="280"/>
                  </a:lnTo>
                  <a:lnTo>
                    <a:pt x="202" y="277"/>
                  </a:lnTo>
                  <a:lnTo>
                    <a:pt x="177" y="273"/>
                  </a:lnTo>
                  <a:lnTo>
                    <a:pt x="129" y="245"/>
                  </a:lnTo>
                  <a:lnTo>
                    <a:pt x="89" y="127"/>
                  </a:lnTo>
                  <a:lnTo>
                    <a:pt x="62" y="77"/>
                  </a:lnTo>
                  <a:lnTo>
                    <a:pt x="17" y="73"/>
                  </a:lnTo>
                  <a:lnTo>
                    <a:pt x="3" y="71"/>
                  </a:lnTo>
                  <a:lnTo>
                    <a:pt x="1" y="64"/>
                  </a:lnTo>
                  <a:lnTo>
                    <a:pt x="3" y="57"/>
                  </a:lnTo>
                  <a:lnTo>
                    <a:pt x="0" y="37"/>
                  </a:lnTo>
                  <a:lnTo>
                    <a:pt x="0" y="26"/>
                  </a:lnTo>
                  <a:lnTo>
                    <a:pt x="8" y="20"/>
                  </a:lnTo>
                  <a:lnTo>
                    <a:pt x="39" y="0"/>
                  </a:lnTo>
                  <a:lnTo>
                    <a:pt x="57" y="9"/>
                  </a:lnTo>
                  <a:lnTo>
                    <a:pt x="144" y="58"/>
                  </a:lnTo>
                  <a:lnTo>
                    <a:pt x="149" y="59"/>
                  </a:lnTo>
                  <a:lnTo>
                    <a:pt x="179" y="66"/>
                  </a:lnTo>
                  <a:lnTo>
                    <a:pt x="251" y="82"/>
                  </a:lnTo>
                  <a:lnTo>
                    <a:pt x="296" y="93"/>
                  </a:lnTo>
                  <a:lnTo>
                    <a:pt x="311" y="91"/>
                  </a:lnTo>
                  <a:lnTo>
                    <a:pt x="337" y="84"/>
                  </a:lnTo>
                  <a:lnTo>
                    <a:pt x="344" y="79"/>
                  </a:lnTo>
                  <a:lnTo>
                    <a:pt x="351" y="75"/>
                  </a:lnTo>
                  <a:lnTo>
                    <a:pt x="351" y="65"/>
                  </a:lnTo>
                  <a:lnTo>
                    <a:pt x="350" y="58"/>
                  </a:lnTo>
                  <a:lnTo>
                    <a:pt x="346" y="43"/>
                  </a:lnTo>
                  <a:lnTo>
                    <a:pt x="345" y="24"/>
                  </a:lnTo>
                  <a:lnTo>
                    <a:pt x="349" y="16"/>
                  </a:lnTo>
                  <a:lnTo>
                    <a:pt x="356" y="9"/>
                  </a:lnTo>
                  <a:lnTo>
                    <a:pt x="366" y="6"/>
                  </a:lnTo>
                  <a:lnTo>
                    <a:pt x="376" y="6"/>
                  </a:lnTo>
                  <a:lnTo>
                    <a:pt x="384" y="8"/>
                  </a:lnTo>
                  <a:lnTo>
                    <a:pt x="391" y="12"/>
                  </a:lnTo>
                  <a:lnTo>
                    <a:pt x="394" y="16"/>
                  </a:lnTo>
                  <a:lnTo>
                    <a:pt x="394" y="23"/>
                  </a:lnTo>
                  <a:lnTo>
                    <a:pt x="395" y="36"/>
                  </a:lnTo>
                  <a:lnTo>
                    <a:pt x="395" y="49"/>
                  </a:lnTo>
                  <a:lnTo>
                    <a:pt x="396" y="57"/>
                  </a:lnTo>
                  <a:lnTo>
                    <a:pt x="400" y="70"/>
                  </a:lnTo>
                  <a:lnTo>
                    <a:pt x="408" y="79"/>
                  </a:lnTo>
                  <a:lnTo>
                    <a:pt x="414" y="84"/>
                  </a:lnTo>
                  <a:lnTo>
                    <a:pt x="447" y="11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7328408" y="1447103"/>
              <a:ext cx="691" cy="608"/>
            </a:xfrm>
            <a:custGeom>
              <a:avLst/>
              <a:pathLst>
                <a:path w="691" h="608">
                  <a:moveTo>
                    <a:pt x="468" y="272"/>
                  </a:moveTo>
                  <a:lnTo>
                    <a:pt x="509" y="289"/>
                  </a:lnTo>
                  <a:lnTo>
                    <a:pt x="575" y="249"/>
                  </a:lnTo>
                  <a:lnTo>
                    <a:pt x="582" y="245"/>
                  </a:lnTo>
                  <a:lnTo>
                    <a:pt x="609" y="229"/>
                  </a:lnTo>
                  <a:lnTo>
                    <a:pt x="638" y="246"/>
                  </a:lnTo>
                  <a:lnTo>
                    <a:pt x="653" y="255"/>
                  </a:lnTo>
                  <a:lnTo>
                    <a:pt x="691" y="299"/>
                  </a:lnTo>
                  <a:lnTo>
                    <a:pt x="689" y="304"/>
                  </a:lnTo>
                  <a:lnTo>
                    <a:pt x="596" y="372"/>
                  </a:lnTo>
                  <a:lnTo>
                    <a:pt x="571" y="406"/>
                  </a:lnTo>
                  <a:lnTo>
                    <a:pt x="574" y="417"/>
                  </a:lnTo>
                  <a:lnTo>
                    <a:pt x="583" y="443"/>
                  </a:lnTo>
                  <a:lnTo>
                    <a:pt x="626" y="480"/>
                  </a:lnTo>
                  <a:lnTo>
                    <a:pt x="621" y="510"/>
                  </a:lnTo>
                  <a:lnTo>
                    <a:pt x="617" y="529"/>
                  </a:lnTo>
                  <a:lnTo>
                    <a:pt x="608" y="575"/>
                  </a:lnTo>
                  <a:lnTo>
                    <a:pt x="607" y="582"/>
                  </a:lnTo>
                  <a:lnTo>
                    <a:pt x="567" y="608"/>
                  </a:lnTo>
                  <a:lnTo>
                    <a:pt x="510" y="578"/>
                  </a:lnTo>
                  <a:lnTo>
                    <a:pt x="455" y="521"/>
                  </a:lnTo>
                  <a:lnTo>
                    <a:pt x="453" y="514"/>
                  </a:lnTo>
                  <a:lnTo>
                    <a:pt x="429" y="431"/>
                  </a:lnTo>
                  <a:lnTo>
                    <a:pt x="410" y="399"/>
                  </a:lnTo>
                  <a:lnTo>
                    <a:pt x="344" y="390"/>
                  </a:lnTo>
                  <a:lnTo>
                    <a:pt x="251" y="377"/>
                  </a:lnTo>
                  <a:lnTo>
                    <a:pt x="235" y="381"/>
                  </a:lnTo>
                  <a:lnTo>
                    <a:pt x="193" y="393"/>
                  </a:lnTo>
                  <a:lnTo>
                    <a:pt x="185" y="395"/>
                  </a:lnTo>
                  <a:lnTo>
                    <a:pt x="152" y="359"/>
                  </a:lnTo>
                  <a:lnTo>
                    <a:pt x="132" y="336"/>
                  </a:lnTo>
                  <a:lnTo>
                    <a:pt x="118" y="321"/>
                  </a:lnTo>
                  <a:lnTo>
                    <a:pt x="101" y="297"/>
                  </a:lnTo>
                  <a:lnTo>
                    <a:pt x="85" y="273"/>
                  </a:lnTo>
                  <a:lnTo>
                    <a:pt x="8" y="242"/>
                  </a:lnTo>
                  <a:lnTo>
                    <a:pt x="7" y="227"/>
                  </a:lnTo>
                  <a:lnTo>
                    <a:pt x="0" y="105"/>
                  </a:lnTo>
                  <a:lnTo>
                    <a:pt x="7" y="81"/>
                  </a:lnTo>
                  <a:lnTo>
                    <a:pt x="213" y="4"/>
                  </a:lnTo>
                  <a:lnTo>
                    <a:pt x="226" y="0"/>
                  </a:lnTo>
                  <a:lnTo>
                    <a:pt x="261" y="6"/>
                  </a:lnTo>
                  <a:lnTo>
                    <a:pt x="272" y="9"/>
                  </a:lnTo>
                  <a:lnTo>
                    <a:pt x="323" y="52"/>
                  </a:lnTo>
                  <a:lnTo>
                    <a:pt x="360" y="129"/>
                  </a:lnTo>
                  <a:lnTo>
                    <a:pt x="364" y="136"/>
                  </a:lnTo>
                  <a:lnTo>
                    <a:pt x="420" y="190"/>
                  </a:lnTo>
                  <a:lnTo>
                    <a:pt x="432" y="203"/>
                  </a:lnTo>
                  <a:lnTo>
                    <a:pt x="447" y="249"/>
                  </a:lnTo>
                  <a:lnTo>
                    <a:pt x="452" y="265"/>
                  </a:lnTo>
                  <a:lnTo>
                    <a:pt x="468" y="2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7313018" y="1442753"/>
              <a:ext cx="899" cy="415"/>
            </a:xfrm>
            <a:custGeom>
              <a:avLst/>
              <a:pathLst>
                <a:path w="899" h="415">
                  <a:moveTo>
                    <a:pt x="418" y="43"/>
                  </a:moveTo>
                  <a:lnTo>
                    <a:pt x="484" y="98"/>
                  </a:lnTo>
                  <a:lnTo>
                    <a:pt x="506" y="135"/>
                  </a:lnTo>
                  <a:lnTo>
                    <a:pt x="504" y="152"/>
                  </a:lnTo>
                  <a:lnTo>
                    <a:pt x="503" y="161"/>
                  </a:lnTo>
                  <a:lnTo>
                    <a:pt x="553" y="187"/>
                  </a:lnTo>
                  <a:lnTo>
                    <a:pt x="559" y="191"/>
                  </a:lnTo>
                  <a:lnTo>
                    <a:pt x="566" y="194"/>
                  </a:lnTo>
                  <a:lnTo>
                    <a:pt x="574" y="199"/>
                  </a:lnTo>
                  <a:lnTo>
                    <a:pt x="603" y="225"/>
                  </a:lnTo>
                  <a:lnTo>
                    <a:pt x="606" y="231"/>
                  </a:lnTo>
                  <a:lnTo>
                    <a:pt x="614" y="254"/>
                  </a:lnTo>
                  <a:lnTo>
                    <a:pt x="616" y="262"/>
                  </a:lnTo>
                  <a:lnTo>
                    <a:pt x="617" y="268"/>
                  </a:lnTo>
                  <a:lnTo>
                    <a:pt x="615" y="274"/>
                  </a:lnTo>
                  <a:lnTo>
                    <a:pt x="615" y="283"/>
                  </a:lnTo>
                  <a:lnTo>
                    <a:pt x="616" y="290"/>
                  </a:lnTo>
                  <a:lnTo>
                    <a:pt x="630" y="302"/>
                  </a:lnTo>
                  <a:lnTo>
                    <a:pt x="636" y="305"/>
                  </a:lnTo>
                  <a:lnTo>
                    <a:pt x="647" y="309"/>
                  </a:lnTo>
                  <a:lnTo>
                    <a:pt x="661" y="307"/>
                  </a:lnTo>
                  <a:lnTo>
                    <a:pt x="675" y="302"/>
                  </a:lnTo>
                  <a:lnTo>
                    <a:pt x="706" y="285"/>
                  </a:lnTo>
                  <a:lnTo>
                    <a:pt x="716" y="277"/>
                  </a:lnTo>
                  <a:lnTo>
                    <a:pt x="722" y="274"/>
                  </a:lnTo>
                  <a:lnTo>
                    <a:pt x="727" y="273"/>
                  </a:lnTo>
                  <a:lnTo>
                    <a:pt x="747" y="279"/>
                  </a:lnTo>
                  <a:lnTo>
                    <a:pt x="830" y="314"/>
                  </a:lnTo>
                  <a:lnTo>
                    <a:pt x="867" y="333"/>
                  </a:lnTo>
                  <a:lnTo>
                    <a:pt x="881" y="381"/>
                  </a:lnTo>
                  <a:lnTo>
                    <a:pt x="894" y="406"/>
                  </a:lnTo>
                  <a:lnTo>
                    <a:pt x="899" y="415"/>
                  </a:lnTo>
                  <a:lnTo>
                    <a:pt x="874" y="415"/>
                  </a:lnTo>
                  <a:lnTo>
                    <a:pt x="864" y="415"/>
                  </a:lnTo>
                  <a:lnTo>
                    <a:pt x="823" y="409"/>
                  </a:lnTo>
                  <a:lnTo>
                    <a:pt x="762" y="385"/>
                  </a:lnTo>
                  <a:lnTo>
                    <a:pt x="745" y="378"/>
                  </a:lnTo>
                  <a:lnTo>
                    <a:pt x="664" y="364"/>
                  </a:lnTo>
                  <a:lnTo>
                    <a:pt x="610" y="354"/>
                  </a:lnTo>
                  <a:lnTo>
                    <a:pt x="604" y="351"/>
                  </a:lnTo>
                  <a:lnTo>
                    <a:pt x="472" y="290"/>
                  </a:lnTo>
                  <a:lnTo>
                    <a:pt x="459" y="284"/>
                  </a:lnTo>
                  <a:lnTo>
                    <a:pt x="383" y="251"/>
                  </a:lnTo>
                  <a:lnTo>
                    <a:pt x="299" y="219"/>
                  </a:lnTo>
                  <a:lnTo>
                    <a:pt x="271" y="215"/>
                  </a:lnTo>
                  <a:lnTo>
                    <a:pt x="235" y="210"/>
                  </a:lnTo>
                  <a:lnTo>
                    <a:pt x="170" y="201"/>
                  </a:lnTo>
                  <a:lnTo>
                    <a:pt x="54" y="182"/>
                  </a:lnTo>
                  <a:lnTo>
                    <a:pt x="14" y="165"/>
                  </a:lnTo>
                  <a:lnTo>
                    <a:pt x="4" y="152"/>
                  </a:lnTo>
                  <a:lnTo>
                    <a:pt x="0" y="143"/>
                  </a:lnTo>
                  <a:lnTo>
                    <a:pt x="0" y="135"/>
                  </a:lnTo>
                  <a:lnTo>
                    <a:pt x="0" y="126"/>
                  </a:lnTo>
                  <a:lnTo>
                    <a:pt x="3" y="120"/>
                  </a:lnTo>
                  <a:lnTo>
                    <a:pt x="11" y="115"/>
                  </a:lnTo>
                  <a:lnTo>
                    <a:pt x="24" y="106"/>
                  </a:lnTo>
                  <a:lnTo>
                    <a:pt x="42" y="94"/>
                  </a:lnTo>
                  <a:lnTo>
                    <a:pt x="120" y="89"/>
                  </a:lnTo>
                  <a:lnTo>
                    <a:pt x="135" y="88"/>
                  </a:lnTo>
                  <a:lnTo>
                    <a:pt x="186" y="55"/>
                  </a:lnTo>
                  <a:lnTo>
                    <a:pt x="214" y="33"/>
                  </a:lnTo>
                  <a:lnTo>
                    <a:pt x="245" y="41"/>
                  </a:lnTo>
                  <a:lnTo>
                    <a:pt x="286" y="49"/>
                  </a:lnTo>
                  <a:lnTo>
                    <a:pt x="330" y="0"/>
                  </a:lnTo>
                  <a:lnTo>
                    <a:pt x="353" y="1"/>
                  </a:lnTo>
                  <a:lnTo>
                    <a:pt x="369" y="11"/>
                  </a:lnTo>
                  <a:lnTo>
                    <a:pt x="394" y="28"/>
                  </a:lnTo>
                  <a:lnTo>
                    <a:pt x="418" y="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7309060" y="1441681"/>
              <a:ext cx="523" cy="349"/>
            </a:xfrm>
            <a:custGeom>
              <a:avLst/>
              <a:pathLst>
                <a:path w="523" h="349">
                  <a:moveTo>
                    <a:pt x="303" y="235"/>
                  </a:moveTo>
                  <a:lnTo>
                    <a:pt x="372" y="332"/>
                  </a:lnTo>
                  <a:lnTo>
                    <a:pt x="375" y="340"/>
                  </a:lnTo>
                  <a:lnTo>
                    <a:pt x="375" y="346"/>
                  </a:lnTo>
                  <a:lnTo>
                    <a:pt x="370" y="349"/>
                  </a:lnTo>
                  <a:lnTo>
                    <a:pt x="353" y="342"/>
                  </a:lnTo>
                  <a:lnTo>
                    <a:pt x="259" y="294"/>
                  </a:lnTo>
                  <a:lnTo>
                    <a:pt x="218" y="283"/>
                  </a:lnTo>
                  <a:lnTo>
                    <a:pt x="180" y="286"/>
                  </a:lnTo>
                  <a:lnTo>
                    <a:pt x="148" y="294"/>
                  </a:lnTo>
                  <a:lnTo>
                    <a:pt x="102" y="296"/>
                  </a:lnTo>
                  <a:lnTo>
                    <a:pt x="59" y="277"/>
                  </a:lnTo>
                  <a:lnTo>
                    <a:pt x="52" y="274"/>
                  </a:lnTo>
                  <a:lnTo>
                    <a:pt x="42" y="275"/>
                  </a:lnTo>
                  <a:lnTo>
                    <a:pt x="24" y="272"/>
                  </a:lnTo>
                  <a:lnTo>
                    <a:pt x="14" y="263"/>
                  </a:lnTo>
                  <a:lnTo>
                    <a:pt x="10" y="250"/>
                  </a:lnTo>
                  <a:lnTo>
                    <a:pt x="0" y="192"/>
                  </a:lnTo>
                  <a:lnTo>
                    <a:pt x="9" y="170"/>
                  </a:lnTo>
                  <a:lnTo>
                    <a:pt x="82" y="143"/>
                  </a:lnTo>
                  <a:lnTo>
                    <a:pt x="265" y="78"/>
                  </a:lnTo>
                  <a:lnTo>
                    <a:pt x="501" y="0"/>
                  </a:lnTo>
                  <a:lnTo>
                    <a:pt x="505" y="0"/>
                  </a:lnTo>
                  <a:lnTo>
                    <a:pt x="514" y="0"/>
                  </a:lnTo>
                  <a:lnTo>
                    <a:pt x="520" y="1"/>
                  </a:lnTo>
                  <a:lnTo>
                    <a:pt x="523" y="8"/>
                  </a:lnTo>
                  <a:lnTo>
                    <a:pt x="503" y="35"/>
                  </a:lnTo>
                  <a:lnTo>
                    <a:pt x="498" y="41"/>
                  </a:lnTo>
                  <a:lnTo>
                    <a:pt x="489" y="53"/>
                  </a:lnTo>
                  <a:lnTo>
                    <a:pt x="481" y="62"/>
                  </a:lnTo>
                  <a:lnTo>
                    <a:pt x="418" y="123"/>
                  </a:lnTo>
                  <a:lnTo>
                    <a:pt x="409" y="132"/>
                  </a:lnTo>
                  <a:lnTo>
                    <a:pt x="356" y="173"/>
                  </a:lnTo>
                  <a:lnTo>
                    <a:pt x="325" y="197"/>
                  </a:lnTo>
                  <a:lnTo>
                    <a:pt x="304" y="209"/>
                  </a:lnTo>
                  <a:lnTo>
                    <a:pt x="300" y="216"/>
                  </a:lnTo>
                  <a:lnTo>
                    <a:pt x="299" y="229"/>
                  </a:lnTo>
                  <a:lnTo>
                    <a:pt x="303" y="2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7341550" y="1446247"/>
              <a:ext cx="2354" cy="3241"/>
            </a:xfrm>
            <a:custGeom>
              <a:avLst/>
              <a:pathLst>
                <a:path w="2354" h="3241">
                  <a:moveTo>
                    <a:pt x="1614" y="797"/>
                  </a:moveTo>
                  <a:lnTo>
                    <a:pt x="1766" y="955"/>
                  </a:lnTo>
                  <a:lnTo>
                    <a:pt x="2028" y="1027"/>
                  </a:lnTo>
                  <a:lnTo>
                    <a:pt x="2041" y="1032"/>
                  </a:lnTo>
                  <a:lnTo>
                    <a:pt x="2046" y="1034"/>
                  </a:lnTo>
                  <a:lnTo>
                    <a:pt x="2146" y="1069"/>
                  </a:lnTo>
                  <a:lnTo>
                    <a:pt x="2151" y="1098"/>
                  </a:lnTo>
                  <a:lnTo>
                    <a:pt x="1980" y="1241"/>
                  </a:lnTo>
                  <a:lnTo>
                    <a:pt x="1964" y="1255"/>
                  </a:lnTo>
                  <a:lnTo>
                    <a:pt x="1956" y="1262"/>
                  </a:lnTo>
                  <a:lnTo>
                    <a:pt x="1962" y="1355"/>
                  </a:lnTo>
                  <a:lnTo>
                    <a:pt x="2074" y="1462"/>
                  </a:lnTo>
                  <a:lnTo>
                    <a:pt x="2114" y="1500"/>
                  </a:lnTo>
                  <a:lnTo>
                    <a:pt x="2138" y="1499"/>
                  </a:lnTo>
                  <a:lnTo>
                    <a:pt x="2164" y="1498"/>
                  </a:lnTo>
                  <a:lnTo>
                    <a:pt x="2215" y="1497"/>
                  </a:lnTo>
                  <a:lnTo>
                    <a:pt x="2234" y="1496"/>
                  </a:lnTo>
                  <a:lnTo>
                    <a:pt x="2306" y="1494"/>
                  </a:lnTo>
                  <a:lnTo>
                    <a:pt x="2323" y="1493"/>
                  </a:lnTo>
                  <a:lnTo>
                    <a:pt x="2354" y="1606"/>
                  </a:lnTo>
                  <a:lnTo>
                    <a:pt x="2349" y="1657"/>
                  </a:lnTo>
                  <a:lnTo>
                    <a:pt x="2348" y="1671"/>
                  </a:lnTo>
                  <a:lnTo>
                    <a:pt x="2332" y="1877"/>
                  </a:lnTo>
                  <a:lnTo>
                    <a:pt x="2325" y="1956"/>
                  </a:lnTo>
                  <a:lnTo>
                    <a:pt x="2231" y="2063"/>
                  </a:lnTo>
                  <a:lnTo>
                    <a:pt x="2185" y="2115"/>
                  </a:lnTo>
                  <a:lnTo>
                    <a:pt x="1998" y="2127"/>
                  </a:lnTo>
                  <a:lnTo>
                    <a:pt x="1896" y="2234"/>
                  </a:lnTo>
                  <a:lnTo>
                    <a:pt x="1388" y="2600"/>
                  </a:lnTo>
                  <a:lnTo>
                    <a:pt x="1313" y="2652"/>
                  </a:lnTo>
                  <a:lnTo>
                    <a:pt x="1284" y="2673"/>
                  </a:lnTo>
                  <a:lnTo>
                    <a:pt x="1267" y="2685"/>
                  </a:lnTo>
                  <a:lnTo>
                    <a:pt x="1249" y="2697"/>
                  </a:lnTo>
                  <a:lnTo>
                    <a:pt x="1126" y="2811"/>
                  </a:lnTo>
                  <a:lnTo>
                    <a:pt x="1114" y="2823"/>
                  </a:lnTo>
                  <a:lnTo>
                    <a:pt x="1055" y="2878"/>
                  </a:lnTo>
                  <a:lnTo>
                    <a:pt x="1041" y="2910"/>
                  </a:lnTo>
                  <a:lnTo>
                    <a:pt x="1031" y="2932"/>
                  </a:lnTo>
                  <a:lnTo>
                    <a:pt x="996" y="3007"/>
                  </a:lnTo>
                  <a:lnTo>
                    <a:pt x="989" y="3023"/>
                  </a:lnTo>
                  <a:lnTo>
                    <a:pt x="984" y="3034"/>
                  </a:lnTo>
                  <a:lnTo>
                    <a:pt x="980" y="3203"/>
                  </a:lnTo>
                  <a:lnTo>
                    <a:pt x="980" y="3217"/>
                  </a:lnTo>
                  <a:lnTo>
                    <a:pt x="937" y="3225"/>
                  </a:lnTo>
                  <a:lnTo>
                    <a:pt x="913" y="3229"/>
                  </a:lnTo>
                  <a:lnTo>
                    <a:pt x="875" y="3235"/>
                  </a:lnTo>
                  <a:lnTo>
                    <a:pt x="844" y="3241"/>
                  </a:lnTo>
                  <a:lnTo>
                    <a:pt x="756" y="3218"/>
                  </a:lnTo>
                  <a:lnTo>
                    <a:pt x="707" y="3206"/>
                  </a:lnTo>
                  <a:lnTo>
                    <a:pt x="667" y="3198"/>
                  </a:lnTo>
                  <a:lnTo>
                    <a:pt x="531" y="3171"/>
                  </a:lnTo>
                  <a:lnTo>
                    <a:pt x="349" y="2911"/>
                  </a:lnTo>
                  <a:lnTo>
                    <a:pt x="339" y="2897"/>
                  </a:lnTo>
                  <a:lnTo>
                    <a:pt x="264" y="2790"/>
                  </a:lnTo>
                  <a:lnTo>
                    <a:pt x="193" y="2596"/>
                  </a:lnTo>
                  <a:lnTo>
                    <a:pt x="175" y="2546"/>
                  </a:lnTo>
                  <a:lnTo>
                    <a:pt x="160" y="2503"/>
                  </a:lnTo>
                  <a:lnTo>
                    <a:pt x="127" y="2414"/>
                  </a:lnTo>
                  <a:lnTo>
                    <a:pt x="126" y="2407"/>
                  </a:lnTo>
                  <a:lnTo>
                    <a:pt x="162" y="2359"/>
                  </a:lnTo>
                  <a:lnTo>
                    <a:pt x="168" y="2351"/>
                  </a:lnTo>
                  <a:lnTo>
                    <a:pt x="215" y="2288"/>
                  </a:lnTo>
                  <a:lnTo>
                    <a:pt x="348" y="2113"/>
                  </a:lnTo>
                  <a:lnTo>
                    <a:pt x="390" y="1796"/>
                  </a:lnTo>
                  <a:lnTo>
                    <a:pt x="383" y="1771"/>
                  </a:lnTo>
                  <a:lnTo>
                    <a:pt x="371" y="1733"/>
                  </a:lnTo>
                  <a:lnTo>
                    <a:pt x="466" y="1642"/>
                  </a:lnTo>
                  <a:lnTo>
                    <a:pt x="472" y="1636"/>
                  </a:lnTo>
                  <a:lnTo>
                    <a:pt x="458" y="1504"/>
                  </a:lnTo>
                  <a:lnTo>
                    <a:pt x="443" y="1343"/>
                  </a:lnTo>
                  <a:lnTo>
                    <a:pt x="453" y="1338"/>
                  </a:lnTo>
                  <a:lnTo>
                    <a:pt x="489" y="1323"/>
                  </a:lnTo>
                  <a:lnTo>
                    <a:pt x="522" y="1310"/>
                  </a:lnTo>
                  <a:lnTo>
                    <a:pt x="538" y="1321"/>
                  </a:lnTo>
                  <a:lnTo>
                    <a:pt x="546" y="1326"/>
                  </a:lnTo>
                  <a:lnTo>
                    <a:pt x="556" y="1332"/>
                  </a:lnTo>
                  <a:lnTo>
                    <a:pt x="730" y="1449"/>
                  </a:lnTo>
                  <a:lnTo>
                    <a:pt x="756" y="1467"/>
                  </a:lnTo>
                  <a:lnTo>
                    <a:pt x="765" y="1548"/>
                  </a:lnTo>
                  <a:lnTo>
                    <a:pt x="768" y="1575"/>
                  </a:lnTo>
                  <a:lnTo>
                    <a:pt x="769" y="1587"/>
                  </a:lnTo>
                  <a:lnTo>
                    <a:pt x="774" y="1630"/>
                  </a:lnTo>
                  <a:lnTo>
                    <a:pt x="780" y="1690"/>
                  </a:lnTo>
                  <a:lnTo>
                    <a:pt x="785" y="1744"/>
                  </a:lnTo>
                  <a:lnTo>
                    <a:pt x="793" y="1819"/>
                  </a:lnTo>
                  <a:lnTo>
                    <a:pt x="938" y="1873"/>
                  </a:lnTo>
                  <a:lnTo>
                    <a:pt x="1015" y="1927"/>
                  </a:lnTo>
                  <a:lnTo>
                    <a:pt x="1109" y="1993"/>
                  </a:lnTo>
                  <a:lnTo>
                    <a:pt x="1122" y="1994"/>
                  </a:lnTo>
                  <a:lnTo>
                    <a:pt x="1137" y="1992"/>
                  </a:lnTo>
                  <a:lnTo>
                    <a:pt x="1147" y="1990"/>
                  </a:lnTo>
                  <a:lnTo>
                    <a:pt x="1157" y="1987"/>
                  </a:lnTo>
                  <a:lnTo>
                    <a:pt x="1167" y="1983"/>
                  </a:lnTo>
                  <a:lnTo>
                    <a:pt x="1175" y="1978"/>
                  </a:lnTo>
                  <a:lnTo>
                    <a:pt x="1184" y="1970"/>
                  </a:lnTo>
                  <a:lnTo>
                    <a:pt x="1211" y="1938"/>
                  </a:lnTo>
                  <a:lnTo>
                    <a:pt x="1218" y="1928"/>
                  </a:lnTo>
                  <a:lnTo>
                    <a:pt x="1224" y="1918"/>
                  </a:lnTo>
                  <a:lnTo>
                    <a:pt x="1227" y="1911"/>
                  </a:lnTo>
                  <a:lnTo>
                    <a:pt x="1229" y="1901"/>
                  </a:lnTo>
                  <a:lnTo>
                    <a:pt x="1230" y="1891"/>
                  </a:lnTo>
                  <a:lnTo>
                    <a:pt x="1230" y="1882"/>
                  </a:lnTo>
                  <a:lnTo>
                    <a:pt x="1227" y="1866"/>
                  </a:lnTo>
                  <a:lnTo>
                    <a:pt x="1224" y="1851"/>
                  </a:lnTo>
                  <a:lnTo>
                    <a:pt x="1221" y="1834"/>
                  </a:lnTo>
                  <a:lnTo>
                    <a:pt x="1173" y="1743"/>
                  </a:lnTo>
                  <a:lnTo>
                    <a:pt x="1092" y="1589"/>
                  </a:lnTo>
                  <a:lnTo>
                    <a:pt x="1106" y="1439"/>
                  </a:lnTo>
                  <a:lnTo>
                    <a:pt x="1108" y="1419"/>
                  </a:lnTo>
                  <a:lnTo>
                    <a:pt x="1109" y="1411"/>
                  </a:lnTo>
                  <a:lnTo>
                    <a:pt x="1138" y="1352"/>
                  </a:lnTo>
                  <a:lnTo>
                    <a:pt x="1163" y="1303"/>
                  </a:lnTo>
                  <a:lnTo>
                    <a:pt x="1127" y="1229"/>
                  </a:lnTo>
                  <a:lnTo>
                    <a:pt x="875" y="1071"/>
                  </a:lnTo>
                  <a:lnTo>
                    <a:pt x="868" y="1069"/>
                  </a:lnTo>
                  <a:lnTo>
                    <a:pt x="606" y="999"/>
                  </a:lnTo>
                  <a:lnTo>
                    <a:pt x="592" y="995"/>
                  </a:lnTo>
                  <a:lnTo>
                    <a:pt x="408" y="931"/>
                  </a:lnTo>
                  <a:lnTo>
                    <a:pt x="249" y="1023"/>
                  </a:lnTo>
                  <a:lnTo>
                    <a:pt x="225" y="1038"/>
                  </a:lnTo>
                  <a:lnTo>
                    <a:pt x="215" y="1043"/>
                  </a:lnTo>
                  <a:lnTo>
                    <a:pt x="178" y="1065"/>
                  </a:lnTo>
                  <a:lnTo>
                    <a:pt x="145" y="1084"/>
                  </a:lnTo>
                  <a:lnTo>
                    <a:pt x="48" y="1089"/>
                  </a:lnTo>
                  <a:lnTo>
                    <a:pt x="37" y="1073"/>
                  </a:lnTo>
                  <a:lnTo>
                    <a:pt x="22" y="1048"/>
                  </a:lnTo>
                  <a:lnTo>
                    <a:pt x="0" y="1012"/>
                  </a:lnTo>
                  <a:lnTo>
                    <a:pt x="4" y="941"/>
                  </a:lnTo>
                  <a:lnTo>
                    <a:pt x="59" y="903"/>
                  </a:lnTo>
                  <a:lnTo>
                    <a:pt x="166" y="829"/>
                  </a:lnTo>
                  <a:lnTo>
                    <a:pt x="126" y="732"/>
                  </a:lnTo>
                  <a:lnTo>
                    <a:pt x="51" y="588"/>
                  </a:lnTo>
                  <a:lnTo>
                    <a:pt x="127" y="524"/>
                  </a:lnTo>
                  <a:lnTo>
                    <a:pt x="199" y="542"/>
                  </a:lnTo>
                  <a:lnTo>
                    <a:pt x="204" y="544"/>
                  </a:lnTo>
                  <a:lnTo>
                    <a:pt x="220" y="548"/>
                  </a:lnTo>
                  <a:lnTo>
                    <a:pt x="509" y="622"/>
                  </a:lnTo>
                  <a:lnTo>
                    <a:pt x="566" y="649"/>
                  </a:lnTo>
                  <a:lnTo>
                    <a:pt x="696" y="711"/>
                  </a:lnTo>
                  <a:lnTo>
                    <a:pt x="740" y="732"/>
                  </a:lnTo>
                  <a:lnTo>
                    <a:pt x="772" y="739"/>
                  </a:lnTo>
                  <a:lnTo>
                    <a:pt x="882" y="761"/>
                  </a:lnTo>
                  <a:lnTo>
                    <a:pt x="1054" y="796"/>
                  </a:lnTo>
                  <a:lnTo>
                    <a:pt x="1077" y="800"/>
                  </a:lnTo>
                  <a:lnTo>
                    <a:pt x="1085" y="800"/>
                  </a:lnTo>
                  <a:lnTo>
                    <a:pt x="1177" y="793"/>
                  </a:lnTo>
                  <a:lnTo>
                    <a:pt x="1283" y="785"/>
                  </a:lnTo>
                  <a:lnTo>
                    <a:pt x="1415" y="609"/>
                  </a:lnTo>
                  <a:lnTo>
                    <a:pt x="1446" y="448"/>
                  </a:lnTo>
                  <a:lnTo>
                    <a:pt x="1393" y="291"/>
                  </a:lnTo>
                  <a:lnTo>
                    <a:pt x="1390" y="282"/>
                  </a:lnTo>
                  <a:lnTo>
                    <a:pt x="1378" y="245"/>
                  </a:lnTo>
                  <a:lnTo>
                    <a:pt x="1183" y="151"/>
                  </a:lnTo>
                  <a:lnTo>
                    <a:pt x="1186" y="142"/>
                  </a:lnTo>
                  <a:lnTo>
                    <a:pt x="1187" y="137"/>
                  </a:lnTo>
                  <a:lnTo>
                    <a:pt x="1186" y="125"/>
                  </a:lnTo>
                  <a:lnTo>
                    <a:pt x="1192" y="111"/>
                  </a:lnTo>
                  <a:lnTo>
                    <a:pt x="1199" y="96"/>
                  </a:lnTo>
                  <a:lnTo>
                    <a:pt x="1210" y="62"/>
                  </a:lnTo>
                  <a:lnTo>
                    <a:pt x="1213" y="51"/>
                  </a:lnTo>
                  <a:lnTo>
                    <a:pt x="1219" y="25"/>
                  </a:lnTo>
                  <a:lnTo>
                    <a:pt x="1226" y="0"/>
                  </a:lnTo>
                  <a:lnTo>
                    <a:pt x="1230" y="0"/>
                  </a:lnTo>
                  <a:lnTo>
                    <a:pt x="1238" y="6"/>
                  </a:lnTo>
                  <a:lnTo>
                    <a:pt x="1547" y="124"/>
                  </a:lnTo>
                  <a:lnTo>
                    <a:pt x="1599" y="196"/>
                  </a:lnTo>
                  <a:lnTo>
                    <a:pt x="1654" y="273"/>
                  </a:lnTo>
                  <a:lnTo>
                    <a:pt x="1676" y="303"/>
                  </a:lnTo>
                  <a:lnTo>
                    <a:pt x="1676" y="325"/>
                  </a:lnTo>
                  <a:lnTo>
                    <a:pt x="1677" y="337"/>
                  </a:lnTo>
                  <a:lnTo>
                    <a:pt x="1677" y="383"/>
                  </a:lnTo>
                  <a:lnTo>
                    <a:pt x="1555" y="599"/>
                  </a:lnTo>
                  <a:lnTo>
                    <a:pt x="1544" y="618"/>
                  </a:lnTo>
                  <a:lnTo>
                    <a:pt x="1517" y="665"/>
                  </a:lnTo>
                  <a:lnTo>
                    <a:pt x="1542" y="752"/>
                  </a:lnTo>
                  <a:lnTo>
                    <a:pt x="1614" y="79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7309666" y="1441118"/>
              <a:ext cx="3559" cy="3256"/>
            </a:xfrm>
            <a:custGeom>
              <a:avLst/>
              <a:pathLst>
                <a:path w="3559" h="3256">
                  <a:moveTo>
                    <a:pt x="3340" y="253"/>
                  </a:moveTo>
                  <a:lnTo>
                    <a:pt x="3185" y="334"/>
                  </a:lnTo>
                  <a:lnTo>
                    <a:pt x="3121" y="325"/>
                  </a:lnTo>
                  <a:lnTo>
                    <a:pt x="3106" y="301"/>
                  </a:lnTo>
                  <a:lnTo>
                    <a:pt x="3067" y="240"/>
                  </a:lnTo>
                  <a:lnTo>
                    <a:pt x="3039" y="237"/>
                  </a:lnTo>
                  <a:lnTo>
                    <a:pt x="3027" y="235"/>
                  </a:lnTo>
                  <a:lnTo>
                    <a:pt x="3017" y="234"/>
                  </a:lnTo>
                  <a:lnTo>
                    <a:pt x="3010" y="234"/>
                  </a:lnTo>
                  <a:lnTo>
                    <a:pt x="2985" y="241"/>
                  </a:lnTo>
                  <a:lnTo>
                    <a:pt x="2963" y="255"/>
                  </a:lnTo>
                  <a:lnTo>
                    <a:pt x="2793" y="501"/>
                  </a:lnTo>
                  <a:lnTo>
                    <a:pt x="2793" y="508"/>
                  </a:lnTo>
                  <a:lnTo>
                    <a:pt x="2796" y="512"/>
                  </a:lnTo>
                  <a:lnTo>
                    <a:pt x="2801" y="515"/>
                  </a:lnTo>
                  <a:lnTo>
                    <a:pt x="2802" y="521"/>
                  </a:lnTo>
                  <a:lnTo>
                    <a:pt x="2802" y="531"/>
                  </a:lnTo>
                  <a:lnTo>
                    <a:pt x="2802" y="537"/>
                  </a:lnTo>
                  <a:lnTo>
                    <a:pt x="2804" y="542"/>
                  </a:lnTo>
                  <a:lnTo>
                    <a:pt x="2803" y="551"/>
                  </a:lnTo>
                  <a:lnTo>
                    <a:pt x="2688" y="673"/>
                  </a:lnTo>
                  <a:lnTo>
                    <a:pt x="2672" y="690"/>
                  </a:lnTo>
                  <a:lnTo>
                    <a:pt x="2650" y="727"/>
                  </a:lnTo>
                  <a:lnTo>
                    <a:pt x="2603" y="864"/>
                  </a:lnTo>
                  <a:lnTo>
                    <a:pt x="2595" y="1101"/>
                  </a:lnTo>
                  <a:lnTo>
                    <a:pt x="2591" y="1156"/>
                  </a:lnTo>
                  <a:lnTo>
                    <a:pt x="2592" y="1191"/>
                  </a:lnTo>
                  <a:lnTo>
                    <a:pt x="2598" y="1217"/>
                  </a:lnTo>
                  <a:lnTo>
                    <a:pt x="2599" y="1230"/>
                  </a:lnTo>
                  <a:lnTo>
                    <a:pt x="2639" y="1259"/>
                  </a:lnTo>
                  <a:lnTo>
                    <a:pt x="2679" y="1304"/>
                  </a:lnTo>
                  <a:lnTo>
                    <a:pt x="2745" y="1379"/>
                  </a:lnTo>
                  <a:lnTo>
                    <a:pt x="2879" y="1551"/>
                  </a:lnTo>
                  <a:lnTo>
                    <a:pt x="2882" y="1557"/>
                  </a:lnTo>
                  <a:lnTo>
                    <a:pt x="2885" y="1561"/>
                  </a:lnTo>
                  <a:lnTo>
                    <a:pt x="2890" y="1563"/>
                  </a:lnTo>
                  <a:lnTo>
                    <a:pt x="2908" y="1595"/>
                  </a:lnTo>
                  <a:lnTo>
                    <a:pt x="2925" y="1633"/>
                  </a:lnTo>
                  <a:lnTo>
                    <a:pt x="2937" y="1649"/>
                  </a:lnTo>
                  <a:lnTo>
                    <a:pt x="2954" y="1676"/>
                  </a:lnTo>
                  <a:lnTo>
                    <a:pt x="3029" y="1817"/>
                  </a:lnTo>
                  <a:lnTo>
                    <a:pt x="3038" y="1890"/>
                  </a:lnTo>
                  <a:lnTo>
                    <a:pt x="2977" y="2040"/>
                  </a:lnTo>
                  <a:lnTo>
                    <a:pt x="2988" y="2057"/>
                  </a:lnTo>
                  <a:lnTo>
                    <a:pt x="2999" y="2073"/>
                  </a:lnTo>
                  <a:lnTo>
                    <a:pt x="3040" y="2132"/>
                  </a:lnTo>
                  <a:lnTo>
                    <a:pt x="3063" y="2166"/>
                  </a:lnTo>
                  <a:lnTo>
                    <a:pt x="3090" y="2174"/>
                  </a:lnTo>
                  <a:lnTo>
                    <a:pt x="3116" y="2180"/>
                  </a:lnTo>
                  <a:lnTo>
                    <a:pt x="3181" y="2198"/>
                  </a:lnTo>
                  <a:lnTo>
                    <a:pt x="3192" y="2201"/>
                  </a:lnTo>
                  <a:lnTo>
                    <a:pt x="3192" y="2229"/>
                  </a:lnTo>
                  <a:lnTo>
                    <a:pt x="3192" y="2289"/>
                  </a:lnTo>
                  <a:lnTo>
                    <a:pt x="3192" y="2306"/>
                  </a:lnTo>
                  <a:lnTo>
                    <a:pt x="3203" y="2374"/>
                  </a:lnTo>
                  <a:lnTo>
                    <a:pt x="3212" y="2436"/>
                  </a:lnTo>
                  <a:lnTo>
                    <a:pt x="3214" y="2447"/>
                  </a:lnTo>
                  <a:lnTo>
                    <a:pt x="3216" y="2460"/>
                  </a:lnTo>
                  <a:lnTo>
                    <a:pt x="3216" y="2465"/>
                  </a:lnTo>
                  <a:lnTo>
                    <a:pt x="3210" y="2472"/>
                  </a:lnTo>
                  <a:lnTo>
                    <a:pt x="3200" y="2476"/>
                  </a:lnTo>
                  <a:lnTo>
                    <a:pt x="3196" y="2479"/>
                  </a:lnTo>
                  <a:lnTo>
                    <a:pt x="3186" y="2486"/>
                  </a:lnTo>
                  <a:lnTo>
                    <a:pt x="3180" y="2487"/>
                  </a:lnTo>
                  <a:lnTo>
                    <a:pt x="3170" y="2487"/>
                  </a:lnTo>
                  <a:lnTo>
                    <a:pt x="3144" y="2486"/>
                  </a:lnTo>
                  <a:lnTo>
                    <a:pt x="3104" y="2490"/>
                  </a:lnTo>
                  <a:lnTo>
                    <a:pt x="3095" y="2489"/>
                  </a:lnTo>
                  <a:lnTo>
                    <a:pt x="3088" y="2486"/>
                  </a:lnTo>
                  <a:lnTo>
                    <a:pt x="3085" y="2482"/>
                  </a:lnTo>
                  <a:lnTo>
                    <a:pt x="3085" y="2477"/>
                  </a:lnTo>
                  <a:lnTo>
                    <a:pt x="3085" y="2470"/>
                  </a:lnTo>
                  <a:lnTo>
                    <a:pt x="3085" y="2460"/>
                  </a:lnTo>
                  <a:lnTo>
                    <a:pt x="3083" y="2453"/>
                  </a:lnTo>
                  <a:lnTo>
                    <a:pt x="3079" y="2449"/>
                  </a:lnTo>
                  <a:lnTo>
                    <a:pt x="3052" y="2433"/>
                  </a:lnTo>
                  <a:lnTo>
                    <a:pt x="3029" y="2424"/>
                  </a:lnTo>
                  <a:lnTo>
                    <a:pt x="3020" y="2422"/>
                  </a:lnTo>
                  <a:lnTo>
                    <a:pt x="3012" y="2419"/>
                  </a:lnTo>
                  <a:lnTo>
                    <a:pt x="2831" y="2375"/>
                  </a:lnTo>
                  <a:lnTo>
                    <a:pt x="2689" y="2273"/>
                  </a:lnTo>
                  <a:lnTo>
                    <a:pt x="2630" y="2230"/>
                  </a:lnTo>
                  <a:lnTo>
                    <a:pt x="2607" y="2221"/>
                  </a:lnTo>
                  <a:lnTo>
                    <a:pt x="2591" y="2217"/>
                  </a:lnTo>
                  <a:lnTo>
                    <a:pt x="2573" y="2215"/>
                  </a:lnTo>
                  <a:lnTo>
                    <a:pt x="2545" y="2217"/>
                  </a:lnTo>
                  <a:lnTo>
                    <a:pt x="2522" y="2219"/>
                  </a:lnTo>
                  <a:lnTo>
                    <a:pt x="2503" y="2226"/>
                  </a:lnTo>
                  <a:lnTo>
                    <a:pt x="2492" y="2230"/>
                  </a:lnTo>
                  <a:lnTo>
                    <a:pt x="2488" y="2233"/>
                  </a:lnTo>
                  <a:lnTo>
                    <a:pt x="2477" y="2243"/>
                  </a:lnTo>
                  <a:lnTo>
                    <a:pt x="2469" y="2255"/>
                  </a:lnTo>
                  <a:lnTo>
                    <a:pt x="2467" y="2263"/>
                  </a:lnTo>
                  <a:lnTo>
                    <a:pt x="2468" y="2281"/>
                  </a:lnTo>
                  <a:lnTo>
                    <a:pt x="2465" y="2290"/>
                  </a:lnTo>
                  <a:lnTo>
                    <a:pt x="2464" y="2299"/>
                  </a:lnTo>
                  <a:lnTo>
                    <a:pt x="2465" y="2303"/>
                  </a:lnTo>
                  <a:lnTo>
                    <a:pt x="2466" y="2308"/>
                  </a:lnTo>
                  <a:lnTo>
                    <a:pt x="2472" y="2311"/>
                  </a:lnTo>
                  <a:lnTo>
                    <a:pt x="2476" y="2312"/>
                  </a:lnTo>
                  <a:lnTo>
                    <a:pt x="2478" y="2317"/>
                  </a:lnTo>
                  <a:lnTo>
                    <a:pt x="2483" y="2326"/>
                  </a:lnTo>
                  <a:lnTo>
                    <a:pt x="2485" y="2331"/>
                  </a:lnTo>
                  <a:lnTo>
                    <a:pt x="2483" y="2336"/>
                  </a:lnTo>
                  <a:lnTo>
                    <a:pt x="2477" y="2336"/>
                  </a:lnTo>
                  <a:lnTo>
                    <a:pt x="2472" y="2334"/>
                  </a:lnTo>
                  <a:lnTo>
                    <a:pt x="2460" y="2334"/>
                  </a:lnTo>
                  <a:lnTo>
                    <a:pt x="2443" y="2331"/>
                  </a:lnTo>
                  <a:lnTo>
                    <a:pt x="2437" y="2330"/>
                  </a:lnTo>
                  <a:lnTo>
                    <a:pt x="2429" y="2323"/>
                  </a:lnTo>
                  <a:lnTo>
                    <a:pt x="2390" y="2286"/>
                  </a:lnTo>
                  <a:lnTo>
                    <a:pt x="2379" y="2275"/>
                  </a:lnTo>
                  <a:lnTo>
                    <a:pt x="2375" y="2268"/>
                  </a:lnTo>
                  <a:lnTo>
                    <a:pt x="2374" y="2263"/>
                  </a:lnTo>
                  <a:lnTo>
                    <a:pt x="2384" y="2230"/>
                  </a:lnTo>
                  <a:lnTo>
                    <a:pt x="2390" y="2206"/>
                  </a:lnTo>
                  <a:lnTo>
                    <a:pt x="2395" y="2195"/>
                  </a:lnTo>
                  <a:lnTo>
                    <a:pt x="2410" y="2175"/>
                  </a:lnTo>
                  <a:lnTo>
                    <a:pt x="2492" y="2137"/>
                  </a:lnTo>
                  <a:lnTo>
                    <a:pt x="2522" y="2122"/>
                  </a:lnTo>
                  <a:lnTo>
                    <a:pt x="2540" y="2113"/>
                  </a:lnTo>
                  <a:lnTo>
                    <a:pt x="2541" y="2107"/>
                  </a:lnTo>
                  <a:lnTo>
                    <a:pt x="2541" y="2102"/>
                  </a:lnTo>
                  <a:lnTo>
                    <a:pt x="2545" y="2078"/>
                  </a:lnTo>
                  <a:lnTo>
                    <a:pt x="2544" y="2059"/>
                  </a:lnTo>
                  <a:lnTo>
                    <a:pt x="2540" y="2038"/>
                  </a:lnTo>
                  <a:lnTo>
                    <a:pt x="2526" y="2008"/>
                  </a:lnTo>
                  <a:lnTo>
                    <a:pt x="2508" y="1978"/>
                  </a:lnTo>
                  <a:lnTo>
                    <a:pt x="2494" y="1952"/>
                  </a:lnTo>
                  <a:lnTo>
                    <a:pt x="2474" y="1937"/>
                  </a:lnTo>
                  <a:lnTo>
                    <a:pt x="2434" y="1922"/>
                  </a:lnTo>
                  <a:lnTo>
                    <a:pt x="2300" y="1871"/>
                  </a:lnTo>
                  <a:lnTo>
                    <a:pt x="2295" y="1872"/>
                  </a:lnTo>
                  <a:lnTo>
                    <a:pt x="2065" y="1900"/>
                  </a:lnTo>
                  <a:lnTo>
                    <a:pt x="2030" y="1905"/>
                  </a:lnTo>
                  <a:lnTo>
                    <a:pt x="1978" y="1919"/>
                  </a:lnTo>
                  <a:lnTo>
                    <a:pt x="1951" y="1929"/>
                  </a:lnTo>
                  <a:lnTo>
                    <a:pt x="1922" y="1943"/>
                  </a:lnTo>
                  <a:lnTo>
                    <a:pt x="1869" y="1975"/>
                  </a:lnTo>
                  <a:lnTo>
                    <a:pt x="1836" y="2003"/>
                  </a:lnTo>
                  <a:lnTo>
                    <a:pt x="1803" y="2040"/>
                  </a:lnTo>
                  <a:lnTo>
                    <a:pt x="1790" y="2061"/>
                  </a:lnTo>
                  <a:lnTo>
                    <a:pt x="1783" y="2087"/>
                  </a:lnTo>
                  <a:lnTo>
                    <a:pt x="1781" y="2112"/>
                  </a:lnTo>
                  <a:lnTo>
                    <a:pt x="1808" y="2138"/>
                  </a:lnTo>
                  <a:lnTo>
                    <a:pt x="1836" y="2164"/>
                  </a:lnTo>
                  <a:lnTo>
                    <a:pt x="1843" y="2173"/>
                  </a:lnTo>
                  <a:lnTo>
                    <a:pt x="1905" y="2249"/>
                  </a:lnTo>
                  <a:lnTo>
                    <a:pt x="1960" y="2338"/>
                  </a:lnTo>
                  <a:lnTo>
                    <a:pt x="1980" y="2371"/>
                  </a:lnTo>
                  <a:lnTo>
                    <a:pt x="1957" y="2410"/>
                  </a:lnTo>
                  <a:lnTo>
                    <a:pt x="1953" y="2417"/>
                  </a:lnTo>
                  <a:lnTo>
                    <a:pt x="1927" y="2435"/>
                  </a:lnTo>
                  <a:lnTo>
                    <a:pt x="1859" y="2482"/>
                  </a:lnTo>
                  <a:lnTo>
                    <a:pt x="1838" y="2496"/>
                  </a:lnTo>
                  <a:lnTo>
                    <a:pt x="1772" y="2542"/>
                  </a:lnTo>
                  <a:lnTo>
                    <a:pt x="1764" y="2623"/>
                  </a:lnTo>
                  <a:lnTo>
                    <a:pt x="1847" y="2646"/>
                  </a:lnTo>
                  <a:lnTo>
                    <a:pt x="1859" y="2749"/>
                  </a:lnTo>
                  <a:lnTo>
                    <a:pt x="1861" y="2767"/>
                  </a:lnTo>
                  <a:lnTo>
                    <a:pt x="1857" y="2771"/>
                  </a:lnTo>
                  <a:lnTo>
                    <a:pt x="1844" y="2779"/>
                  </a:lnTo>
                  <a:lnTo>
                    <a:pt x="1832" y="2787"/>
                  </a:lnTo>
                  <a:lnTo>
                    <a:pt x="1799" y="2808"/>
                  </a:lnTo>
                  <a:lnTo>
                    <a:pt x="1708" y="2868"/>
                  </a:lnTo>
                  <a:lnTo>
                    <a:pt x="1697" y="2874"/>
                  </a:lnTo>
                  <a:lnTo>
                    <a:pt x="1611" y="2926"/>
                  </a:lnTo>
                  <a:lnTo>
                    <a:pt x="1554" y="2960"/>
                  </a:lnTo>
                  <a:lnTo>
                    <a:pt x="1530" y="2974"/>
                  </a:lnTo>
                  <a:lnTo>
                    <a:pt x="1518" y="2981"/>
                  </a:lnTo>
                  <a:lnTo>
                    <a:pt x="1466" y="3010"/>
                  </a:lnTo>
                  <a:lnTo>
                    <a:pt x="1434" y="3028"/>
                  </a:lnTo>
                  <a:lnTo>
                    <a:pt x="1368" y="3064"/>
                  </a:lnTo>
                  <a:lnTo>
                    <a:pt x="1198" y="3210"/>
                  </a:lnTo>
                  <a:lnTo>
                    <a:pt x="1187" y="3212"/>
                  </a:lnTo>
                  <a:lnTo>
                    <a:pt x="1026" y="3248"/>
                  </a:lnTo>
                  <a:lnTo>
                    <a:pt x="988" y="3256"/>
                  </a:lnTo>
                  <a:lnTo>
                    <a:pt x="940" y="3233"/>
                  </a:lnTo>
                  <a:lnTo>
                    <a:pt x="828" y="3178"/>
                  </a:lnTo>
                  <a:lnTo>
                    <a:pt x="752" y="3020"/>
                  </a:lnTo>
                  <a:lnTo>
                    <a:pt x="748" y="3011"/>
                  </a:lnTo>
                  <a:lnTo>
                    <a:pt x="710" y="2956"/>
                  </a:lnTo>
                  <a:lnTo>
                    <a:pt x="695" y="2933"/>
                  </a:lnTo>
                  <a:lnTo>
                    <a:pt x="618" y="2820"/>
                  </a:lnTo>
                  <a:lnTo>
                    <a:pt x="583" y="2785"/>
                  </a:lnTo>
                  <a:lnTo>
                    <a:pt x="388" y="2590"/>
                  </a:lnTo>
                  <a:lnTo>
                    <a:pt x="363" y="2573"/>
                  </a:lnTo>
                  <a:lnTo>
                    <a:pt x="328" y="2557"/>
                  </a:lnTo>
                  <a:lnTo>
                    <a:pt x="215" y="2566"/>
                  </a:lnTo>
                  <a:lnTo>
                    <a:pt x="202" y="2567"/>
                  </a:lnTo>
                  <a:lnTo>
                    <a:pt x="185" y="2568"/>
                  </a:lnTo>
                  <a:lnTo>
                    <a:pt x="157" y="2549"/>
                  </a:lnTo>
                  <a:lnTo>
                    <a:pt x="152" y="2500"/>
                  </a:lnTo>
                  <a:lnTo>
                    <a:pt x="141" y="2377"/>
                  </a:lnTo>
                  <a:lnTo>
                    <a:pt x="140" y="2368"/>
                  </a:lnTo>
                  <a:lnTo>
                    <a:pt x="118" y="2126"/>
                  </a:lnTo>
                  <a:lnTo>
                    <a:pt x="121" y="2095"/>
                  </a:lnTo>
                  <a:lnTo>
                    <a:pt x="125" y="2056"/>
                  </a:lnTo>
                  <a:lnTo>
                    <a:pt x="234" y="2019"/>
                  </a:lnTo>
                  <a:lnTo>
                    <a:pt x="247" y="2017"/>
                  </a:lnTo>
                  <a:lnTo>
                    <a:pt x="258" y="2013"/>
                  </a:lnTo>
                  <a:lnTo>
                    <a:pt x="268" y="2000"/>
                  </a:lnTo>
                  <a:lnTo>
                    <a:pt x="271" y="1993"/>
                  </a:lnTo>
                  <a:lnTo>
                    <a:pt x="279" y="1968"/>
                  </a:lnTo>
                  <a:lnTo>
                    <a:pt x="282" y="1938"/>
                  </a:lnTo>
                  <a:lnTo>
                    <a:pt x="281" y="1917"/>
                  </a:lnTo>
                  <a:lnTo>
                    <a:pt x="277" y="1900"/>
                  </a:lnTo>
                  <a:lnTo>
                    <a:pt x="271" y="1876"/>
                  </a:lnTo>
                  <a:lnTo>
                    <a:pt x="250" y="1830"/>
                  </a:lnTo>
                  <a:lnTo>
                    <a:pt x="219" y="1790"/>
                  </a:lnTo>
                  <a:lnTo>
                    <a:pt x="187" y="1739"/>
                  </a:lnTo>
                  <a:lnTo>
                    <a:pt x="167" y="1708"/>
                  </a:lnTo>
                  <a:lnTo>
                    <a:pt x="144" y="1662"/>
                  </a:lnTo>
                  <a:lnTo>
                    <a:pt x="121" y="1621"/>
                  </a:lnTo>
                  <a:lnTo>
                    <a:pt x="91" y="1582"/>
                  </a:lnTo>
                  <a:lnTo>
                    <a:pt x="57" y="1545"/>
                  </a:lnTo>
                  <a:lnTo>
                    <a:pt x="34" y="1526"/>
                  </a:lnTo>
                  <a:lnTo>
                    <a:pt x="19" y="1517"/>
                  </a:lnTo>
                  <a:lnTo>
                    <a:pt x="11" y="1512"/>
                  </a:lnTo>
                  <a:lnTo>
                    <a:pt x="0" y="1499"/>
                  </a:lnTo>
                  <a:lnTo>
                    <a:pt x="0" y="1493"/>
                  </a:lnTo>
                  <a:lnTo>
                    <a:pt x="7" y="1489"/>
                  </a:lnTo>
                  <a:lnTo>
                    <a:pt x="20" y="1486"/>
                  </a:lnTo>
                  <a:lnTo>
                    <a:pt x="35" y="1486"/>
                  </a:lnTo>
                  <a:lnTo>
                    <a:pt x="47" y="1487"/>
                  </a:lnTo>
                  <a:lnTo>
                    <a:pt x="94" y="1489"/>
                  </a:lnTo>
                  <a:lnTo>
                    <a:pt x="108" y="1490"/>
                  </a:lnTo>
                  <a:lnTo>
                    <a:pt x="179" y="1496"/>
                  </a:lnTo>
                  <a:lnTo>
                    <a:pt x="236" y="1499"/>
                  </a:lnTo>
                  <a:lnTo>
                    <a:pt x="301" y="1500"/>
                  </a:lnTo>
                  <a:lnTo>
                    <a:pt x="393" y="1499"/>
                  </a:lnTo>
                  <a:lnTo>
                    <a:pt x="478" y="1492"/>
                  </a:lnTo>
                  <a:lnTo>
                    <a:pt x="496" y="1491"/>
                  </a:lnTo>
                  <a:lnTo>
                    <a:pt x="503" y="1491"/>
                  </a:lnTo>
                  <a:lnTo>
                    <a:pt x="508" y="1491"/>
                  </a:lnTo>
                  <a:lnTo>
                    <a:pt x="519" y="1489"/>
                  </a:lnTo>
                  <a:lnTo>
                    <a:pt x="523" y="1489"/>
                  </a:lnTo>
                  <a:lnTo>
                    <a:pt x="529" y="1491"/>
                  </a:lnTo>
                  <a:lnTo>
                    <a:pt x="562" y="1488"/>
                  </a:lnTo>
                  <a:lnTo>
                    <a:pt x="644" y="1477"/>
                  </a:lnTo>
                  <a:lnTo>
                    <a:pt x="718" y="1463"/>
                  </a:lnTo>
                  <a:lnTo>
                    <a:pt x="761" y="1454"/>
                  </a:lnTo>
                  <a:lnTo>
                    <a:pt x="797" y="1439"/>
                  </a:lnTo>
                  <a:lnTo>
                    <a:pt x="836" y="1419"/>
                  </a:lnTo>
                  <a:lnTo>
                    <a:pt x="848" y="1405"/>
                  </a:lnTo>
                  <a:lnTo>
                    <a:pt x="908" y="1336"/>
                  </a:lnTo>
                  <a:lnTo>
                    <a:pt x="921" y="1321"/>
                  </a:lnTo>
                  <a:lnTo>
                    <a:pt x="912" y="1267"/>
                  </a:lnTo>
                  <a:lnTo>
                    <a:pt x="910" y="1257"/>
                  </a:lnTo>
                  <a:lnTo>
                    <a:pt x="960" y="1174"/>
                  </a:lnTo>
                  <a:lnTo>
                    <a:pt x="982" y="1136"/>
                  </a:lnTo>
                  <a:lnTo>
                    <a:pt x="1049" y="1118"/>
                  </a:lnTo>
                  <a:lnTo>
                    <a:pt x="1175" y="1085"/>
                  </a:lnTo>
                  <a:lnTo>
                    <a:pt x="1274" y="973"/>
                  </a:lnTo>
                  <a:lnTo>
                    <a:pt x="1258" y="949"/>
                  </a:lnTo>
                  <a:lnTo>
                    <a:pt x="1099" y="710"/>
                  </a:lnTo>
                  <a:lnTo>
                    <a:pt x="1098" y="702"/>
                  </a:lnTo>
                  <a:lnTo>
                    <a:pt x="1098" y="697"/>
                  </a:lnTo>
                  <a:lnTo>
                    <a:pt x="1122" y="679"/>
                  </a:lnTo>
                  <a:lnTo>
                    <a:pt x="1202" y="652"/>
                  </a:lnTo>
                  <a:lnTo>
                    <a:pt x="1217" y="654"/>
                  </a:lnTo>
                  <a:lnTo>
                    <a:pt x="1235" y="656"/>
                  </a:lnTo>
                  <a:lnTo>
                    <a:pt x="1356" y="670"/>
                  </a:lnTo>
                  <a:lnTo>
                    <a:pt x="1405" y="675"/>
                  </a:lnTo>
                  <a:lnTo>
                    <a:pt x="1443" y="679"/>
                  </a:lnTo>
                  <a:lnTo>
                    <a:pt x="1477" y="682"/>
                  </a:lnTo>
                  <a:lnTo>
                    <a:pt x="1581" y="690"/>
                  </a:lnTo>
                  <a:lnTo>
                    <a:pt x="1716" y="702"/>
                  </a:lnTo>
                  <a:lnTo>
                    <a:pt x="1751" y="705"/>
                  </a:lnTo>
                  <a:lnTo>
                    <a:pt x="1804" y="710"/>
                  </a:lnTo>
                  <a:lnTo>
                    <a:pt x="1831" y="708"/>
                  </a:lnTo>
                  <a:lnTo>
                    <a:pt x="1859" y="703"/>
                  </a:lnTo>
                  <a:lnTo>
                    <a:pt x="1900" y="696"/>
                  </a:lnTo>
                  <a:lnTo>
                    <a:pt x="1994" y="675"/>
                  </a:lnTo>
                  <a:lnTo>
                    <a:pt x="2101" y="657"/>
                  </a:lnTo>
                  <a:lnTo>
                    <a:pt x="2170" y="645"/>
                  </a:lnTo>
                  <a:lnTo>
                    <a:pt x="2234" y="631"/>
                  </a:lnTo>
                  <a:lnTo>
                    <a:pt x="2307" y="611"/>
                  </a:lnTo>
                  <a:lnTo>
                    <a:pt x="2351" y="596"/>
                  </a:lnTo>
                  <a:lnTo>
                    <a:pt x="2382" y="585"/>
                  </a:lnTo>
                  <a:lnTo>
                    <a:pt x="2392" y="581"/>
                  </a:lnTo>
                  <a:lnTo>
                    <a:pt x="2407" y="574"/>
                  </a:lnTo>
                  <a:lnTo>
                    <a:pt x="2434" y="561"/>
                  </a:lnTo>
                  <a:lnTo>
                    <a:pt x="2475" y="537"/>
                  </a:lnTo>
                  <a:lnTo>
                    <a:pt x="2497" y="511"/>
                  </a:lnTo>
                  <a:lnTo>
                    <a:pt x="2488" y="458"/>
                  </a:lnTo>
                  <a:lnTo>
                    <a:pt x="2485" y="443"/>
                  </a:lnTo>
                  <a:lnTo>
                    <a:pt x="2483" y="434"/>
                  </a:lnTo>
                  <a:lnTo>
                    <a:pt x="2478" y="407"/>
                  </a:lnTo>
                  <a:lnTo>
                    <a:pt x="2465" y="367"/>
                  </a:lnTo>
                  <a:lnTo>
                    <a:pt x="2478" y="346"/>
                  </a:lnTo>
                  <a:lnTo>
                    <a:pt x="2524" y="336"/>
                  </a:lnTo>
                  <a:lnTo>
                    <a:pt x="2700" y="299"/>
                  </a:lnTo>
                  <a:lnTo>
                    <a:pt x="2733" y="290"/>
                  </a:lnTo>
                  <a:lnTo>
                    <a:pt x="2949" y="234"/>
                  </a:lnTo>
                  <a:lnTo>
                    <a:pt x="3028" y="199"/>
                  </a:lnTo>
                  <a:lnTo>
                    <a:pt x="3036" y="190"/>
                  </a:lnTo>
                  <a:lnTo>
                    <a:pt x="3063" y="164"/>
                  </a:lnTo>
                  <a:lnTo>
                    <a:pt x="3183" y="130"/>
                  </a:lnTo>
                  <a:lnTo>
                    <a:pt x="3194" y="125"/>
                  </a:lnTo>
                  <a:lnTo>
                    <a:pt x="3284" y="79"/>
                  </a:lnTo>
                  <a:lnTo>
                    <a:pt x="3321" y="60"/>
                  </a:lnTo>
                  <a:lnTo>
                    <a:pt x="3334" y="10"/>
                  </a:lnTo>
                  <a:lnTo>
                    <a:pt x="3342" y="5"/>
                  </a:lnTo>
                  <a:lnTo>
                    <a:pt x="3350" y="0"/>
                  </a:lnTo>
                  <a:lnTo>
                    <a:pt x="3376" y="0"/>
                  </a:lnTo>
                  <a:lnTo>
                    <a:pt x="3383" y="0"/>
                  </a:lnTo>
                  <a:lnTo>
                    <a:pt x="3535" y="24"/>
                  </a:lnTo>
                  <a:lnTo>
                    <a:pt x="3548" y="26"/>
                  </a:lnTo>
                  <a:lnTo>
                    <a:pt x="3553" y="29"/>
                  </a:lnTo>
                  <a:lnTo>
                    <a:pt x="3556" y="34"/>
                  </a:lnTo>
                  <a:lnTo>
                    <a:pt x="3557" y="45"/>
                  </a:lnTo>
                  <a:lnTo>
                    <a:pt x="3551" y="69"/>
                  </a:lnTo>
                  <a:lnTo>
                    <a:pt x="3551" y="81"/>
                  </a:lnTo>
                  <a:lnTo>
                    <a:pt x="3553" y="94"/>
                  </a:lnTo>
                  <a:lnTo>
                    <a:pt x="3559" y="129"/>
                  </a:lnTo>
                  <a:lnTo>
                    <a:pt x="3559" y="137"/>
                  </a:lnTo>
                  <a:lnTo>
                    <a:pt x="3557" y="148"/>
                  </a:lnTo>
                  <a:lnTo>
                    <a:pt x="3551" y="156"/>
                  </a:lnTo>
                  <a:lnTo>
                    <a:pt x="3472" y="192"/>
                  </a:lnTo>
                  <a:lnTo>
                    <a:pt x="3460" y="198"/>
                  </a:lnTo>
                  <a:lnTo>
                    <a:pt x="3418" y="217"/>
                  </a:lnTo>
                  <a:lnTo>
                    <a:pt x="3340" y="25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7313605" y="1440329"/>
              <a:ext cx="1198" cy="725"/>
            </a:xfrm>
            <a:custGeom>
              <a:avLst/>
              <a:pathLst>
                <a:path w="1198" h="725">
                  <a:moveTo>
                    <a:pt x="1161" y="449"/>
                  </a:moveTo>
                  <a:lnTo>
                    <a:pt x="1115" y="491"/>
                  </a:lnTo>
                  <a:lnTo>
                    <a:pt x="1094" y="505"/>
                  </a:lnTo>
                  <a:lnTo>
                    <a:pt x="1062" y="527"/>
                  </a:lnTo>
                  <a:lnTo>
                    <a:pt x="1041" y="528"/>
                  </a:lnTo>
                  <a:lnTo>
                    <a:pt x="1029" y="525"/>
                  </a:lnTo>
                  <a:lnTo>
                    <a:pt x="1020" y="518"/>
                  </a:lnTo>
                  <a:lnTo>
                    <a:pt x="1011" y="509"/>
                  </a:lnTo>
                  <a:lnTo>
                    <a:pt x="1002" y="501"/>
                  </a:lnTo>
                  <a:lnTo>
                    <a:pt x="996" y="496"/>
                  </a:lnTo>
                  <a:lnTo>
                    <a:pt x="996" y="488"/>
                  </a:lnTo>
                  <a:lnTo>
                    <a:pt x="996" y="477"/>
                  </a:lnTo>
                  <a:lnTo>
                    <a:pt x="994" y="469"/>
                  </a:lnTo>
                  <a:lnTo>
                    <a:pt x="986" y="464"/>
                  </a:lnTo>
                  <a:lnTo>
                    <a:pt x="967" y="454"/>
                  </a:lnTo>
                  <a:lnTo>
                    <a:pt x="954" y="451"/>
                  </a:lnTo>
                  <a:lnTo>
                    <a:pt x="903" y="450"/>
                  </a:lnTo>
                  <a:lnTo>
                    <a:pt x="875" y="452"/>
                  </a:lnTo>
                  <a:lnTo>
                    <a:pt x="863" y="461"/>
                  </a:lnTo>
                  <a:lnTo>
                    <a:pt x="852" y="469"/>
                  </a:lnTo>
                  <a:lnTo>
                    <a:pt x="840" y="483"/>
                  </a:lnTo>
                  <a:lnTo>
                    <a:pt x="833" y="495"/>
                  </a:lnTo>
                  <a:lnTo>
                    <a:pt x="828" y="506"/>
                  </a:lnTo>
                  <a:lnTo>
                    <a:pt x="822" y="513"/>
                  </a:lnTo>
                  <a:lnTo>
                    <a:pt x="795" y="524"/>
                  </a:lnTo>
                  <a:lnTo>
                    <a:pt x="717" y="524"/>
                  </a:lnTo>
                  <a:lnTo>
                    <a:pt x="609" y="557"/>
                  </a:lnTo>
                  <a:lnTo>
                    <a:pt x="562" y="593"/>
                  </a:lnTo>
                  <a:lnTo>
                    <a:pt x="583" y="638"/>
                  </a:lnTo>
                  <a:lnTo>
                    <a:pt x="574" y="670"/>
                  </a:lnTo>
                  <a:lnTo>
                    <a:pt x="565" y="700"/>
                  </a:lnTo>
                  <a:lnTo>
                    <a:pt x="556" y="708"/>
                  </a:lnTo>
                  <a:lnTo>
                    <a:pt x="540" y="725"/>
                  </a:lnTo>
                  <a:lnTo>
                    <a:pt x="532" y="724"/>
                  </a:lnTo>
                  <a:lnTo>
                    <a:pt x="494" y="718"/>
                  </a:lnTo>
                  <a:lnTo>
                    <a:pt x="491" y="714"/>
                  </a:lnTo>
                  <a:lnTo>
                    <a:pt x="490" y="708"/>
                  </a:lnTo>
                  <a:lnTo>
                    <a:pt x="487" y="703"/>
                  </a:lnTo>
                  <a:lnTo>
                    <a:pt x="481" y="674"/>
                  </a:lnTo>
                  <a:lnTo>
                    <a:pt x="478" y="662"/>
                  </a:lnTo>
                  <a:lnTo>
                    <a:pt x="469" y="617"/>
                  </a:lnTo>
                  <a:lnTo>
                    <a:pt x="461" y="581"/>
                  </a:lnTo>
                  <a:lnTo>
                    <a:pt x="458" y="565"/>
                  </a:lnTo>
                  <a:lnTo>
                    <a:pt x="454" y="545"/>
                  </a:lnTo>
                  <a:lnTo>
                    <a:pt x="393" y="467"/>
                  </a:lnTo>
                  <a:lnTo>
                    <a:pt x="382" y="466"/>
                  </a:lnTo>
                  <a:lnTo>
                    <a:pt x="373" y="465"/>
                  </a:lnTo>
                  <a:lnTo>
                    <a:pt x="345" y="461"/>
                  </a:lnTo>
                  <a:lnTo>
                    <a:pt x="304" y="456"/>
                  </a:lnTo>
                  <a:lnTo>
                    <a:pt x="249" y="449"/>
                  </a:lnTo>
                  <a:lnTo>
                    <a:pt x="227" y="461"/>
                  </a:lnTo>
                  <a:lnTo>
                    <a:pt x="219" y="476"/>
                  </a:lnTo>
                  <a:lnTo>
                    <a:pt x="212" y="490"/>
                  </a:lnTo>
                  <a:lnTo>
                    <a:pt x="184" y="545"/>
                  </a:lnTo>
                  <a:lnTo>
                    <a:pt x="131" y="546"/>
                  </a:lnTo>
                  <a:lnTo>
                    <a:pt x="4" y="489"/>
                  </a:lnTo>
                  <a:lnTo>
                    <a:pt x="0" y="485"/>
                  </a:lnTo>
                  <a:lnTo>
                    <a:pt x="0" y="479"/>
                  </a:lnTo>
                  <a:lnTo>
                    <a:pt x="0" y="473"/>
                  </a:lnTo>
                  <a:lnTo>
                    <a:pt x="7" y="465"/>
                  </a:lnTo>
                  <a:lnTo>
                    <a:pt x="13" y="460"/>
                  </a:lnTo>
                  <a:lnTo>
                    <a:pt x="16" y="455"/>
                  </a:lnTo>
                  <a:lnTo>
                    <a:pt x="25" y="444"/>
                  </a:lnTo>
                  <a:lnTo>
                    <a:pt x="167" y="359"/>
                  </a:lnTo>
                  <a:lnTo>
                    <a:pt x="227" y="304"/>
                  </a:lnTo>
                  <a:lnTo>
                    <a:pt x="240" y="292"/>
                  </a:lnTo>
                  <a:lnTo>
                    <a:pt x="321" y="217"/>
                  </a:lnTo>
                  <a:lnTo>
                    <a:pt x="345" y="195"/>
                  </a:lnTo>
                  <a:lnTo>
                    <a:pt x="357" y="192"/>
                  </a:lnTo>
                  <a:lnTo>
                    <a:pt x="366" y="187"/>
                  </a:lnTo>
                  <a:lnTo>
                    <a:pt x="403" y="164"/>
                  </a:lnTo>
                  <a:lnTo>
                    <a:pt x="447" y="136"/>
                  </a:lnTo>
                  <a:lnTo>
                    <a:pt x="499" y="104"/>
                  </a:lnTo>
                  <a:lnTo>
                    <a:pt x="541" y="68"/>
                  </a:lnTo>
                  <a:lnTo>
                    <a:pt x="565" y="46"/>
                  </a:lnTo>
                  <a:lnTo>
                    <a:pt x="591" y="36"/>
                  </a:lnTo>
                  <a:lnTo>
                    <a:pt x="633" y="17"/>
                  </a:lnTo>
                  <a:lnTo>
                    <a:pt x="652" y="8"/>
                  </a:lnTo>
                  <a:lnTo>
                    <a:pt x="658" y="5"/>
                  </a:lnTo>
                  <a:lnTo>
                    <a:pt x="664" y="1"/>
                  </a:lnTo>
                  <a:lnTo>
                    <a:pt x="673" y="0"/>
                  </a:lnTo>
                  <a:lnTo>
                    <a:pt x="682" y="1"/>
                  </a:lnTo>
                  <a:lnTo>
                    <a:pt x="942" y="60"/>
                  </a:lnTo>
                  <a:lnTo>
                    <a:pt x="1048" y="118"/>
                  </a:lnTo>
                  <a:lnTo>
                    <a:pt x="1022" y="146"/>
                  </a:lnTo>
                  <a:lnTo>
                    <a:pt x="1000" y="169"/>
                  </a:lnTo>
                  <a:lnTo>
                    <a:pt x="994" y="188"/>
                  </a:lnTo>
                  <a:lnTo>
                    <a:pt x="991" y="204"/>
                  </a:lnTo>
                  <a:lnTo>
                    <a:pt x="991" y="213"/>
                  </a:lnTo>
                  <a:lnTo>
                    <a:pt x="994" y="220"/>
                  </a:lnTo>
                  <a:lnTo>
                    <a:pt x="1025" y="245"/>
                  </a:lnTo>
                  <a:lnTo>
                    <a:pt x="1137" y="338"/>
                  </a:lnTo>
                  <a:lnTo>
                    <a:pt x="1174" y="369"/>
                  </a:lnTo>
                  <a:lnTo>
                    <a:pt x="1181" y="382"/>
                  </a:lnTo>
                  <a:lnTo>
                    <a:pt x="1198" y="415"/>
                  </a:lnTo>
                  <a:lnTo>
                    <a:pt x="1191" y="422"/>
                  </a:lnTo>
                  <a:lnTo>
                    <a:pt x="1161" y="44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7320192" y="1440838"/>
              <a:ext cx="914" cy="802"/>
            </a:xfrm>
            <a:custGeom>
              <a:avLst/>
              <a:pathLst>
                <a:path w="914" h="802">
                  <a:moveTo>
                    <a:pt x="910" y="273"/>
                  </a:moveTo>
                  <a:lnTo>
                    <a:pt x="914" y="379"/>
                  </a:lnTo>
                  <a:lnTo>
                    <a:pt x="890" y="400"/>
                  </a:lnTo>
                  <a:lnTo>
                    <a:pt x="871" y="416"/>
                  </a:lnTo>
                  <a:lnTo>
                    <a:pt x="827" y="454"/>
                  </a:lnTo>
                  <a:lnTo>
                    <a:pt x="816" y="465"/>
                  </a:lnTo>
                  <a:lnTo>
                    <a:pt x="784" y="496"/>
                  </a:lnTo>
                  <a:lnTo>
                    <a:pt x="751" y="528"/>
                  </a:lnTo>
                  <a:lnTo>
                    <a:pt x="727" y="535"/>
                  </a:lnTo>
                  <a:lnTo>
                    <a:pt x="707" y="541"/>
                  </a:lnTo>
                  <a:lnTo>
                    <a:pt x="588" y="580"/>
                  </a:lnTo>
                  <a:lnTo>
                    <a:pt x="532" y="628"/>
                  </a:lnTo>
                  <a:lnTo>
                    <a:pt x="519" y="630"/>
                  </a:lnTo>
                  <a:lnTo>
                    <a:pt x="501" y="630"/>
                  </a:lnTo>
                  <a:lnTo>
                    <a:pt x="496" y="632"/>
                  </a:lnTo>
                  <a:lnTo>
                    <a:pt x="490" y="632"/>
                  </a:lnTo>
                  <a:lnTo>
                    <a:pt x="483" y="633"/>
                  </a:lnTo>
                  <a:lnTo>
                    <a:pt x="474" y="631"/>
                  </a:lnTo>
                  <a:lnTo>
                    <a:pt x="465" y="628"/>
                  </a:lnTo>
                  <a:lnTo>
                    <a:pt x="446" y="618"/>
                  </a:lnTo>
                  <a:lnTo>
                    <a:pt x="414" y="602"/>
                  </a:lnTo>
                  <a:lnTo>
                    <a:pt x="402" y="595"/>
                  </a:lnTo>
                  <a:lnTo>
                    <a:pt x="395" y="595"/>
                  </a:lnTo>
                  <a:lnTo>
                    <a:pt x="389" y="597"/>
                  </a:lnTo>
                  <a:lnTo>
                    <a:pt x="384" y="600"/>
                  </a:lnTo>
                  <a:lnTo>
                    <a:pt x="378" y="604"/>
                  </a:lnTo>
                  <a:lnTo>
                    <a:pt x="371" y="609"/>
                  </a:lnTo>
                  <a:lnTo>
                    <a:pt x="363" y="616"/>
                  </a:lnTo>
                  <a:lnTo>
                    <a:pt x="356" y="621"/>
                  </a:lnTo>
                  <a:lnTo>
                    <a:pt x="349" y="623"/>
                  </a:lnTo>
                  <a:lnTo>
                    <a:pt x="343" y="626"/>
                  </a:lnTo>
                  <a:lnTo>
                    <a:pt x="337" y="629"/>
                  </a:lnTo>
                  <a:lnTo>
                    <a:pt x="330" y="634"/>
                  </a:lnTo>
                  <a:lnTo>
                    <a:pt x="316" y="651"/>
                  </a:lnTo>
                  <a:lnTo>
                    <a:pt x="312" y="661"/>
                  </a:lnTo>
                  <a:lnTo>
                    <a:pt x="309" y="668"/>
                  </a:lnTo>
                  <a:lnTo>
                    <a:pt x="309" y="676"/>
                  </a:lnTo>
                  <a:lnTo>
                    <a:pt x="316" y="691"/>
                  </a:lnTo>
                  <a:lnTo>
                    <a:pt x="322" y="709"/>
                  </a:lnTo>
                  <a:lnTo>
                    <a:pt x="329" y="716"/>
                  </a:lnTo>
                  <a:lnTo>
                    <a:pt x="352" y="730"/>
                  </a:lnTo>
                  <a:lnTo>
                    <a:pt x="366" y="750"/>
                  </a:lnTo>
                  <a:lnTo>
                    <a:pt x="371" y="760"/>
                  </a:lnTo>
                  <a:lnTo>
                    <a:pt x="372" y="766"/>
                  </a:lnTo>
                  <a:lnTo>
                    <a:pt x="370" y="773"/>
                  </a:lnTo>
                  <a:lnTo>
                    <a:pt x="362" y="785"/>
                  </a:lnTo>
                  <a:lnTo>
                    <a:pt x="350" y="788"/>
                  </a:lnTo>
                  <a:lnTo>
                    <a:pt x="305" y="799"/>
                  </a:lnTo>
                  <a:lnTo>
                    <a:pt x="293" y="802"/>
                  </a:lnTo>
                  <a:lnTo>
                    <a:pt x="199" y="774"/>
                  </a:lnTo>
                  <a:lnTo>
                    <a:pt x="191" y="772"/>
                  </a:lnTo>
                  <a:lnTo>
                    <a:pt x="179" y="758"/>
                  </a:lnTo>
                  <a:lnTo>
                    <a:pt x="173" y="751"/>
                  </a:lnTo>
                  <a:lnTo>
                    <a:pt x="186" y="684"/>
                  </a:lnTo>
                  <a:lnTo>
                    <a:pt x="183" y="677"/>
                  </a:lnTo>
                  <a:lnTo>
                    <a:pt x="176" y="675"/>
                  </a:lnTo>
                  <a:lnTo>
                    <a:pt x="102" y="655"/>
                  </a:lnTo>
                  <a:lnTo>
                    <a:pt x="4" y="618"/>
                  </a:lnTo>
                  <a:lnTo>
                    <a:pt x="2" y="602"/>
                  </a:lnTo>
                  <a:lnTo>
                    <a:pt x="0" y="582"/>
                  </a:lnTo>
                  <a:lnTo>
                    <a:pt x="36" y="566"/>
                  </a:lnTo>
                  <a:lnTo>
                    <a:pt x="45" y="562"/>
                  </a:lnTo>
                  <a:lnTo>
                    <a:pt x="66" y="550"/>
                  </a:lnTo>
                  <a:lnTo>
                    <a:pt x="116" y="519"/>
                  </a:lnTo>
                  <a:lnTo>
                    <a:pt x="156" y="495"/>
                  </a:lnTo>
                  <a:lnTo>
                    <a:pt x="172" y="512"/>
                  </a:lnTo>
                  <a:lnTo>
                    <a:pt x="218" y="564"/>
                  </a:lnTo>
                  <a:lnTo>
                    <a:pt x="224" y="568"/>
                  </a:lnTo>
                  <a:lnTo>
                    <a:pt x="232" y="569"/>
                  </a:lnTo>
                  <a:lnTo>
                    <a:pt x="244" y="569"/>
                  </a:lnTo>
                  <a:lnTo>
                    <a:pt x="265" y="562"/>
                  </a:lnTo>
                  <a:lnTo>
                    <a:pt x="282" y="552"/>
                  </a:lnTo>
                  <a:lnTo>
                    <a:pt x="298" y="539"/>
                  </a:lnTo>
                  <a:lnTo>
                    <a:pt x="301" y="536"/>
                  </a:lnTo>
                  <a:lnTo>
                    <a:pt x="304" y="528"/>
                  </a:lnTo>
                  <a:lnTo>
                    <a:pt x="326" y="479"/>
                  </a:lnTo>
                  <a:lnTo>
                    <a:pt x="340" y="447"/>
                  </a:lnTo>
                  <a:lnTo>
                    <a:pt x="340" y="387"/>
                  </a:lnTo>
                  <a:lnTo>
                    <a:pt x="340" y="346"/>
                  </a:lnTo>
                  <a:lnTo>
                    <a:pt x="339" y="329"/>
                  </a:lnTo>
                  <a:lnTo>
                    <a:pt x="319" y="283"/>
                  </a:lnTo>
                  <a:lnTo>
                    <a:pt x="330" y="251"/>
                  </a:lnTo>
                  <a:lnTo>
                    <a:pt x="357" y="246"/>
                  </a:lnTo>
                  <a:lnTo>
                    <a:pt x="379" y="236"/>
                  </a:lnTo>
                  <a:lnTo>
                    <a:pt x="402" y="219"/>
                  </a:lnTo>
                  <a:lnTo>
                    <a:pt x="417" y="203"/>
                  </a:lnTo>
                  <a:lnTo>
                    <a:pt x="421" y="199"/>
                  </a:lnTo>
                  <a:lnTo>
                    <a:pt x="426" y="189"/>
                  </a:lnTo>
                  <a:lnTo>
                    <a:pt x="436" y="172"/>
                  </a:lnTo>
                  <a:lnTo>
                    <a:pt x="444" y="162"/>
                  </a:lnTo>
                  <a:lnTo>
                    <a:pt x="447" y="155"/>
                  </a:lnTo>
                  <a:lnTo>
                    <a:pt x="449" y="149"/>
                  </a:lnTo>
                  <a:lnTo>
                    <a:pt x="455" y="146"/>
                  </a:lnTo>
                  <a:lnTo>
                    <a:pt x="460" y="146"/>
                  </a:lnTo>
                  <a:lnTo>
                    <a:pt x="464" y="149"/>
                  </a:lnTo>
                  <a:lnTo>
                    <a:pt x="479" y="156"/>
                  </a:lnTo>
                  <a:lnTo>
                    <a:pt x="482" y="159"/>
                  </a:lnTo>
                  <a:lnTo>
                    <a:pt x="484" y="164"/>
                  </a:lnTo>
                  <a:lnTo>
                    <a:pt x="486" y="169"/>
                  </a:lnTo>
                  <a:lnTo>
                    <a:pt x="495" y="202"/>
                  </a:lnTo>
                  <a:lnTo>
                    <a:pt x="507" y="241"/>
                  </a:lnTo>
                  <a:lnTo>
                    <a:pt x="509" y="247"/>
                  </a:lnTo>
                  <a:lnTo>
                    <a:pt x="521" y="263"/>
                  </a:lnTo>
                  <a:lnTo>
                    <a:pt x="526" y="266"/>
                  </a:lnTo>
                  <a:lnTo>
                    <a:pt x="535" y="267"/>
                  </a:lnTo>
                  <a:lnTo>
                    <a:pt x="546" y="267"/>
                  </a:lnTo>
                  <a:lnTo>
                    <a:pt x="585" y="260"/>
                  </a:lnTo>
                  <a:lnTo>
                    <a:pt x="615" y="252"/>
                  </a:lnTo>
                  <a:lnTo>
                    <a:pt x="643" y="242"/>
                  </a:lnTo>
                  <a:lnTo>
                    <a:pt x="669" y="229"/>
                  </a:lnTo>
                  <a:lnTo>
                    <a:pt x="694" y="215"/>
                  </a:lnTo>
                  <a:lnTo>
                    <a:pt x="718" y="186"/>
                  </a:lnTo>
                  <a:lnTo>
                    <a:pt x="732" y="132"/>
                  </a:lnTo>
                  <a:lnTo>
                    <a:pt x="733" y="125"/>
                  </a:lnTo>
                  <a:lnTo>
                    <a:pt x="728" y="109"/>
                  </a:lnTo>
                  <a:lnTo>
                    <a:pt x="722" y="105"/>
                  </a:lnTo>
                  <a:lnTo>
                    <a:pt x="720" y="95"/>
                  </a:lnTo>
                  <a:lnTo>
                    <a:pt x="711" y="85"/>
                  </a:lnTo>
                  <a:lnTo>
                    <a:pt x="705" y="78"/>
                  </a:lnTo>
                  <a:lnTo>
                    <a:pt x="699" y="75"/>
                  </a:lnTo>
                  <a:lnTo>
                    <a:pt x="693" y="73"/>
                  </a:lnTo>
                  <a:lnTo>
                    <a:pt x="689" y="70"/>
                  </a:lnTo>
                  <a:lnTo>
                    <a:pt x="681" y="65"/>
                  </a:lnTo>
                  <a:lnTo>
                    <a:pt x="670" y="63"/>
                  </a:lnTo>
                  <a:lnTo>
                    <a:pt x="656" y="54"/>
                  </a:lnTo>
                  <a:lnTo>
                    <a:pt x="652" y="47"/>
                  </a:lnTo>
                  <a:lnTo>
                    <a:pt x="648" y="38"/>
                  </a:lnTo>
                  <a:lnTo>
                    <a:pt x="647" y="24"/>
                  </a:lnTo>
                  <a:lnTo>
                    <a:pt x="650" y="18"/>
                  </a:lnTo>
                  <a:lnTo>
                    <a:pt x="654" y="17"/>
                  </a:lnTo>
                  <a:lnTo>
                    <a:pt x="658" y="16"/>
                  </a:lnTo>
                  <a:lnTo>
                    <a:pt x="684" y="13"/>
                  </a:lnTo>
                  <a:lnTo>
                    <a:pt x="760" y="0"/>
                  </a:lnTo>
                  <a:lnTo>
                    <a:pt x="769" y="21"/>
                  </a:lnTo>
                  <a:lnTo>
                    <a:pt x="809" y="123"/>
                  </a:lnTo>
                  <a:lnTo>
                    <a:pt x="814" y="134"/>
                  </a:lnTo>
                  <a:lnTo>
                    <a:pt x="823" y="157"/>
                  </a:lnTo>
                  <a:lnTo>
                    <a:pt x="830" y="169"/>
                  </a:lnTo>
                  <a:lnTo>
                    <a:pt x="846" y="195"/>
                  </a:lnTo>
                  <a:lnTo>
                    <a:pt x="853" y="207"/>
                  </a:lnTo>
                  <a:lnTo>
                    <a:pt x="861" y="220"/>
                  </a:lnTo>
                  <a:lnTo>
                    <a:pt x="908" y="263"/>
                  </a:lnTo>
                  <a:lnTo>
                    <a:pt x="910" y="2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7316485" y="1440329"/>
              <a:ext cx="2159" cy="589"/>
            </a:xfrm>
            <a:custGeom>
              <a:avLst/>
              <a:pathLst>
                <a:path w="2159" h="589">
                  <a:moveTo>
                    <a:pt x="2159" y="139"/>
                  </a:moveTo>
                  <a:lnTo>
                    <a:pt x="2154" y="279"/>
                  </a:lnTo>
                  <a:lnTo>
                    <a:pt x="2139" y="294"/>
                  </a:lnTo>
                  <a:lnTo>
                    <a:pt x="2131" y="302"/>
                  </a:lnTo>
                  <a:lnTo>
                    <a:pt x="2112" y="321"/>
                  </a:lnTo>
                  <a:lnTo>
                    <a:pt x="2098" y="335"/>
                  </a:lnTo>
                  <a:lnTo>
                    <a:pt x="2065" y="342"/>
                  </a:lnTo>
                  <a:lnTo>
                    <a:pt x="1950" y="367"/>
                  </a:lnTo>
                  <a:lnTo>
                    <a:pt x="1840" y="429"/>
                  </a:lnTo>
                  <a:lnTo>
                    <a:pt x="1711" y="519"/>
                  </a:lnTo>
                  <a:lnTo>
                    <a:pt x="1700" y="527"/>
                  </a:lnTo>
                  <a:lnTo>
                    <a:pt x="1482" y="560"/>
                  </a:lnTo>
                  <a:lnTo>
                    <a:pt x="1443" y="566"/>
                  </a:lnTo>
                  <a:lnTo>
                    <a:pt x="1425" y="568"/>
                  </a:lnTo>
                  <a:lnTo>
                    <a:pt x="1399" y="572"/>
                  </a:lnTo>
                  <a:lnTo>
                    <a:pt x="1185" y="564"/>
                  </a:lnTo>
                  <a:lnTo>
                    <a:pt x="1170" y="563"/>
                  </a:lnTo>
                  <a:lnTo>
                    <a:pt x="965" y="576"/>
                  </a:lnTo>
                  <a:lnTo>
                    <a:pt x="946" y="577"/>
                  </a:lnTo>
                  <a:lnTo>
                    <a:pt x="921" y="579"/>
                  </a:lnTo>
                  <a:lnTo>
                    <a:pt x="789" y="587"/>
                  </a:lnTo>
                  <a:lnTo>
                    <a:pt x="768" y="589"/>
                  </a:lnTo>
                  <a:lnTo>
                    <a:pt x="760" y="573"/>
                  </a:lnTo>
                  <a:lnTo>
                    <a:pt x="734" y="516"/>
                  </a:lnTo>
                  <a:lnTo>
                    <a:pt x="725" y="509"/>
                  </a:lnTo>
                  <a:lnTo>
                    <a:pt x="676" y="475"/>
                  </a:lnTo>
                  <a:lnTo>
                    <a:pt x="668" y="473"/>
                  </a:lnTo>
                  <a:lnTo>
                    <a:pt x="607" y="462"/>
                  </a:lnTo>
                  <a:lnTo>
                    <a:pt x="397" y="424"/>
                  </a:lnTo>
                  <a:lnTo>
                    <a:pt x="343" y="401"/>
                  </a:lnTo>
                  <a:lnTo>
                    <a:pt x="322" y="392"/>
                  </a:lnTo>
                  <a:lnTo>
                    <a:pt x="208" y="344"/>
                  </a:lnTo>
                  <a:lnTo>
                    <a:pt x="202" y="341"/>
                  </a:lnTo>
                  <a:lnTo>
                    <a:pt x="97" y="291"/>
                  </a:lnTo>
                  <a:lnTo>
                    <a:pt x="72" y="280"/>
                  </a:lnTo>
                  <a:lnTo>
                    <a:pt x="0" y="245"/>
                  </a:lnTo>
                  <a:lnTo>
                    <a:pt x="23" y="88"/>
                  </a:lnTo>
                  <a:lnTo>
                    <a:pt x="24" y="75"/>
                  </a:lnTo>
                  <a:lnTo>
                    <a:pt x="104" y="22"/>
                  </a:lnTo>
                  <a:lnTo>
                    <a:pt x="112" y="17"/>
                  </a:lnTo>
                  <a:lnTo>
                    <a:pt x="124" y="9"/>
                  </a:lnTo>
                  <a:lnTo>
                    <a:pt x="152" y="10"/>
                  </a:lnTo>
                  <a:lnTo>
                    <a:pt x="162" y="10"/>
                  </a:lnTo>
                  <a:lnTo>
                    <a:pt x="230" y="10"/>
                  </a:lnTo>
                  <a:lnTo>
                    <a:pt x="247" y="10"/>
                  </a:lnTo>
                  <a:lnTo>
                    <a:pt x="311" y="11"/>
                  </a:lnTo>
                  <a:lnTo>
                    <a:pt x="349" y="11"/>
                  </a:lnTo>
                  <a:lnTo>
                    <a:pt x="357" y="12"/>
                  </a:lnTo>
                  <a:lnTo>
                    <a:pt x="370" y="13"/>
                  </a:lnTo>
                  <a:lnTo>
                    <a:pt x="602" y="33"/>
                  </a:lnTo>
                  <a:lnTo>
                    <a:pt x="661" y="38"/>
                  </a:lnTo>
                  <a:lnTo>
                    <a:pt x="720" y="36"/>
                  </a:lnTo>
                  <a:lnTo>
                    <a:pt x="776" y="33"/>
                  </a:lnTo>
                  <a:lnTo>
                    <a:pt x="810" y="32"/>
                  </a:lnTo>
                  <a:lnTo>
                    <a:pt x="929" y="27"/>
                  </a:lnTo>
                  <a:lnTo>
                    <a:pt x="994" y="25"/>
                  </a:lnTo>
                  <a:lnTo>
                    <a:pt x="1016" y="24"/>
                  </a:lnTo>
                  <a:lnTo>
                    <a:pt x="1055" y="38"/>
                  </a:lnTo>
                  <a:lnTo>
                    <a:pt x="1098" y="54"/>
                  </a:lnTo>
                  <a:lnTo>
                    <a:pt x="1229" y="102"/>
                  </a:lnTo>
                  <a:lnTo>
                    <a:pt x="1259" y="110"/>
                  </a:lnTo>
                  <a:lnTo>
                    <a:pt x="1280" y="119"/>
                  </a:lnTo>
                  <a:lnTo>
                    <a:pt x="1296" y="126"/>
                  </a:lnTo>
                  <a:lnTo>
                    <a:pt x="1308" y="128"/>
                  </a:lnTo>
                  <a:lnTo>
                    <a:pt x="1326" y="132"/>
                  </a:lnTo>
                  <a:lnTo>
                    <a:pt x="1357" y="141"/>
                  </a:lnTo>
                  <a:lnTo>
                    <a:pt x="1450" y="146"/>
                  </a:lnTo>
                  <a:lnTo>
                    <a:pt x="1511" y="145"/>
                  </a:lnTo>
                  <a:lnTo>
                    <a:pt x="1554" y="144"/>
                  </a:lnTo>
                  <a:lnTo>
                    <a:pt x="1577" y="142"/>
                  </a:lnTo>
                  <a:lnTo>
                    <a:pt x="1596" y="140"/>
                  </a:lnTo>
                  <a:lnTo>
                    <a:pt x="1671" y="124"/>
                  </a:lnTo>
                  <a:lnTo>
                    <a:pt x="1731" y="110"/>
                  </a:lnTo>
                  <a:lnTo>
                    <a:pt x="1838" y="79"/>
                  </a:lnTo>
                  <a:lnTo>
                    <a:pt x="1938" y="41"/>
                  </a:lnTo>
                  <a:lnTo>
                    <a:pt x="2039" y="3"/>
                  </a:lnTo>
                  <a:lnTo>
                    <a:pt x="2057" y="0"/>
                  </a:lnTo>
                  <a:lnTo>
                    <a:pt x="2069" y="2"/>
                  </a:lnTo>
                  <a:lnTo>
                    <a:pt x="2079" y="9"/>
                  </a:lnTo>
                  <a:lnTo>
                    <a:pt x="2141" y="54"/>
                  </a:lnTo>
                  <a:lnTo>
                    <a:pt x="2147" y="79"/>
                  </a:lnTo>
                  <a:lnTo>
                    <a:pt x="2149" y="86"/>
                  </a:lnTo>
                  <a:lnTo>
                    <a:pt x="2157" y="121"/>
                  </a:lnTo>
                  <a:lnTo>
                    <a:pt x="2159" y="132"/>
                  </a:lnTo>
                  <a:lnTo>
                    <a:pt x="2159" y="13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7308418" y="1438436"/>
              <a:ext cx="792" cy="571"/>
            </a:xfrm>
            <a:custGeom>
              <a:avLst/>
              <a:pathLst>
                <a:path w="792" h="571">
                  <a:moveTo>
                    <a:pt x="762" y="146"/>
                  </a:moveTo>
                  <a:lnTo>
                    <a:pt x="779" y="205"/>
                  </a:lnTo>
                  <a:lnTo>
                    <a:pt x="792" y="247"/>
                  </a:lnTo>
                  <a:lnTo>
                    <a:pt x="791" y="254"/>
                  </a:lnTo>
                  <a:lnTo>
                    <a:pt x="790" y="283"/>
                  </a:lnTo>
                  <a:lnTo>
                    <a:pt x="779" y="306"/>
                  </a:lnTo>
                  <a:lnTo>
                    <a:pt x="688" y="354"/>
                  </a:lnTo>
                  <a:lnTo>
                    <a:pt x="666" y="366"/>
                  </a:lnTo>
                  <a:lnTo>
                    <a:pt x="651" y="374"/>
                  </a:lnTo>
                  <a:lnTo>
                    <a:pt x="652" y="387"/>
                  </a:lnTo>
                  <a:lnTo>
                    <a:pt x="654" y="411"/>
                  </a:lnTo>
                  <a:lnTo>
                    <a:pt x="648" y="422"/>
                  </a:lnTo>
                  <a:lnTo>
                    <a:pt x="544" y="500"/>
                  </a:lnTo>
                  <a:lnTo>
                    <a:pt x="508" y="526"/>
                  </a:lnTo>
                  <a:lnTo>
                    <a:pt x="459" y="571"/>
                  </a:lnTo>
                  <a:lnTo>
                    <a:pt x="405" y="570"/>
                  </a:lnTo>
                  <a:lnTo>
                    <a:pt x="394" y="570"/>
                  </a:lnTo>
                  <a:lnTo>
                    <a:pt x="389" y="570"/>
                  </a:lnTo>
                  <a:lnTo>
                    <a:pt x="384" y="567"/>
                  </a:lnTo>
                  <a:lnTo>
                    <a:pt x="379" y="563"/>
                  </a:lnTo>
                  <a:lnTo>
                    <a:pt x="375" y="555"/>
                  </a:lnTo>
                  <a:lnTo>
                    <a:pt x="373" y="545"/>
                  </a:lnTo>
                  <a:lnTo>
                    <a:pt x="370" y="531"/>
                  </a:lnTo>
                  <a:lnTo>
                    <a:pt x="396" y="508"/>
                  </a:lnTo>
                  <a:lnTo>
                    <a:pt x="406" y="499"/>
                  </a:lnTo>
                  <a:lnTo>
                    <a:pt x="429" y="478"/>
                  </a:lnTo>
                  <a:lnTo>
                    <a:pt x="425" y="462"/>
                  </a:lnTo>
                  <a:lnTo>
                    <a:pt x="415" y="426"/>
                  </a:lnTo>
                  <a:lnTo>
                    <a:pt x="410" y="405"/>
                  </a:lnTo>
                  <a:lnTo>
                    <a:pt x="301" y="359"/>
                  </a:lnTo>
                  <a:lnTo>
                    <a:pt x="290" y="370"/>
                  </a:lnTo>
                  <a:lnTo>
                    <a:pt x="273" y="388"/>
                  </a:lnTo>
                  <a:lnTo>
                    <a:pt x="262" y="389"/>
                  </a:lnTo>
                  <a:lnTo>
                    <a:pt x="250" y="388"/>
                  </a:lnTo>
                  <a:lnTo>
                    <a:pt x="239" y="386"/>
                  </a:lnTo>
                  <a:lnTo>
                    <a:pt x="232" y="383"/>
                  </a:lnTo>
                  <a:lnTo>
                    <a:pt x="188" y="347"/>
                  </a:lnTo>
                  <a:lnTo>
                    <a:pt x="163" y="328"/>
                  </a:lnTo>
                  <a:lnTo>
                    <a:pt x="157" y="322"/>
                  </a:lnTo>
                  <a:lnTo>
                    <a:pt x="84" y="264"/>
                  </a:lnTo>
                  <a:lnTo>
                    <a:pt x="74" y="256"/>
                  </a:lnTo>
                  <a:lnTo>
                    <a:pt x="60" y="233"/>
                  </a:lnTo>
                  <a:lnTo>
                    <a:pt x="47" y="213"/>
                  </a:lnTo>
                  <a:lnTo>
                    <a:pt x="54" y="196"/>
                  </a:lnTo>
                  <a:lnTo>
                    <a:pt x="89" y="115"/>
                  </a:lnTo>
                  <a:lnTo>
                    <a:pt x="105" y="96"/>
                  </a:lnTo>
                  <a:lnTo>
                    <a:pt x="112" y="88"/>
                  </a:lnTo>
                  <a:lnTo>
                    <a:pt x="26" y="48"/>
                  </a:lnTo>
                  <a:lnTo>
                    <a:pt x="17" y="45"/>
                  </a:lnTo>
                  <a:lnTo>
                    <a:pt x="8" y="43"/>
                  </a:lnTo>
                  <a:lnTo>
                    <a:pt x="5" y="40"/>
                  </a:lnTo>
                  <a:lnTo>
                    <a:pt x="1" y="35"/>
                  </a:lnTo>
                  <a:lnTo>
                    <a:pt x="0" y="26"/>
                  </a:lnTo>
                  <a:lnTo>
                    <a:pt x="0" y="20"/>
                  </a:lnTo>
                  <a:lnTo>
                    <a:pt x="3" y="14"/>
                  </a:lnTo>
                  <a:lnTo>
                    <a:pt x="11" y="1"/>
                  </a:lnTo>
                  <a:lnTo>
                    <a:pt x="37" y="1"/>
                  </a:lnTo>
                  <a:lnTo>
                    <a:pt x="66" y="0"/>
                  </a:lnTo>
                  <a:lnTo>
                    <a:pt x="230" y="39"/>
                  </a:lnTo>
                  <a:lnTo>
                    <a:pt x="267" y="48"/>
                  </a:lnTo>
                  <a:lnTo>
                    <a:pt x="282" y="52"/>
                  </a:lnTo>
                  <a:lnTo>
                    <a:pt x="390" y="91"/>
                  </a:lnTo>
                  <a:lnTo>
                    <a:pt x="412" y="99"/>
                  </a:lnTo>
                  <a:lnTo>
                    <a:pt x="534" y="162"/>
                  </a:lnTo>
                  <a:lnTo>
                    <a:pt x="552" y="165"/>
                  </a:lnTo>
                  <a:lnTo>
                    <a:pt x="580" y="165"/>
                  </a:lnTo>
                  <a:lnTo>
                    <a:pt x="594" y="164"/>
                  </a:lnTo>
                  <a:lnTo>
                    <a:pt x="600" y="163"/>
                  </a:lnTo>
                  <a:lnTo>
                    <a:pt x="604" y="162"/>
                  </a:lnTo>
                  <a:lnTo>
                    <a:pt x="708" y="108"/>
                  </a:lnTo>
                  <a:lnTo>
                    <a:pt x="715" y="101"/>
                  </a:lnTo>
                  <a:lnTo>
                    <a:pt x="726" y="88"/>
                  </a:lnTo>
                  <a:lnTo>
                    <a:pt x="733" y="80"/>
                  </a:lnTo>
                  <a:lnTo>
                    <a:pt x="738" y="76"/>
                  </a:lnTo>
                  <a:lnTo>
                    <a:pt x="745" y="76"/>
                  </a:lnTo>
                  <a:lnTo>
                    <a:pt x="750" y="79"/>
                  </a:lnTo>
                  <a:lnTo>
                    <a:pt x="751" y="86"/>
                  </a:lnTo>
                  <a:lnTo>
                    <a:pt x="754" y="98"/>
                  </a:lnTo>
                  <a:lnTo>
                    <a:pt x="762" y="14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7313634" y="1438809"/>
              <a:ext cx="1668" cy="742"/>
            </a:xfrm>
            <a:custGeom>
              <a:avLst/>
              <a:pathLst>
                <a:path w="1668" h="742">
                  <a:moveTo>
                    <a:pt x="728" y="185"/>
                  </a:moveTo>
                  <a:lnTo>
                    <a:pt x="756" y="209"/>
                  </a:lnTo>
                  <a:lnTo>
                    <a:pt x="783" y="248"/>
                  </a:lnTo>
                  <a:lnTo>
                    <a:pt x="818" y="297"/>
                  </a:lnTo>
                  <a:lnTo>
                    <a:pt x="829" y="311"/>
                  </a:lnTo>
                  <a:lnTo>
                    <a:pt x="838" y="324"/>
                  </a:lnTo>
                  <a:lnTo>
                    <a:pt x="847" y="328"/>
                  </a:lnTo>
                  <a:lnTo>
                    <a:pt x="911" y="339"/>
                  </a:lnTo>
                  <a:lnTo>
                    <a:pt x="953" y="345"/>
                  </a:lnTo>
                  <a:lnTo>
                    <a:pt x="1050" y="351"/>
                  </a:lnTo>
                  <a:lnTo>
                    <a:pt x="1111" y="350"/>
                  </a:lnTo>
                  <a:lnTo>
                    <a:pt x="1155" y="324"/>
                  </a:lnTo>
                  <a:lnTo>
                    <a:pt x="1186" y="339"/>
                  </a:lnTo>
                  <a:lnTo>
                    <a:pt x="1199" y="348"/>
                  </a:lnTo>
                  <a:lnTo>
                    <a:pt x="1213" y="355"/>
                  </a:lnTo>
                  <a:lnTo>
                    <a:pt x="1219" y="360"/>
                  </a:lnTo>
                  <a:lnTo>
                    <a:pt x="1221" y="369"/>
                  </a:lnTo>
                  <a:lnTo>
                    <a:pt x="1282" y="471"/>
                  </a:lnTo>
                  <a:lnTo>
                    <a:pt x="1296" y="495"/>
                  </a:lnTo>
                  <a:lnTo>
                    <a:pt x="1301" y="510"/>
                  </a:lnTo>
                  <a:lnTo>
                    <a:pt x="1322" y="521"/>
                  </a:lnTo>
                  <a:lnTo>
                    <a:pt x="1371" y="530"/>
                  </a:lnTo>
                  <a:lnTo>
                    <a:pt x="1474" y="547"/>
                  </a:lnTo>
                  <a:lnTo>
                    <a:pt x="1499" y="551"/>
                  </a:lnTo>
                  <a:lnTo>
                    <a:pt x="1536" y="557"/>
                  </a:lnTo>
                  <a:lnTo>
                    <a:pt x="1562" y="561"/>
                  </a:lnTo>
                  <a:lnTo>
                    <a:pt x="1647" y="614"/>
                  </a:lnTo>
                  <a:lnTo>
                    <a:pt x="1658" y="621"/>
                  </a:lnTo>
                  <a:lnTo>
                    <a:pt x="1668" y="637"/>
                  </a:lnTo>
                  <a:lnTo>
                    <a:pt x="1655" y="643"/>
                  </a:lnTo>
                  <a:lnTo>
                    <a:pt x="1650" y="645"/>
                  </a:lnTo>
                  <a:lnTo>
                    <a:pt x="1623" y="652"/>
                  </a:lnTo>
                  <a:lnTo>
                    <a:pt x="1613" y="655"/>
                  </a:lnTo>
                  <a:lnTo>
                    <a:pt x="1595" y="660"/>
                  </a:lnTo>
                  <a:lnTo>
                    <a:pt x="1561" y="662"/>
                  </a:lnTo>
                  <a:lnTo>
                    <a:pt x="1415" y="646"/>
                  </a:lnTo>
                  <a:lnTo>
                    <a:pt x="1363" y="618"/>
                  </a:lnTo>
                  <a:lnTo>
                    <a:pt x="1351" y="612"/>
                  </a:lnTo>
                  <a:lnTo>
                    <a:pt x="1314" y="621"/>
                  </a:lnTo>
                  <a:lnTo>
                    <a:pt x="1198" y="648"/>
                  </a:lnTo>
                  <a:lnTo>
                    <a:pt x="1136" y="673"/>
                  </a:lnTo>
                  <a:lnTo>
                    <a:pt x="1113" y="687"/>
                  </a:lnTo>
                  <a:lnTo>
                    <a:pt x="1104" y="697"/>
                  </a:lnTo>
                  <a:lnTo>
                    <a:pt x="1098" y="705"/>
                  </a:lnTo>
                  <a:lnTo>
                    <a:pt x="1097" y="715"/>
                  </a:lnTo>
                  <a:lnTo>
                    <a:pt x="1095" y="725"/>
                  </a:lnTo>
                  <a:lnTo>
                    <a:pt x="1062" y="740"/>
                  </a:lnTo>
                  <a:lnTo>
                    <a:pt x="1044" y="742"/>
                  </a:lnTo>
                  <a:lnTo>
                    <a:pt x="1011" y="738"/>
                  </a:lnTo>
                  <a:lnTo>
                    <a:pt x="992" y="731"/>
                  </a:lnTo>
                  <a:lnTo>
                    <a:pt x="984" y="723"/>
                  </a:lnTo>
                  <a:lnTo>
                    <a:pt x="981" y="713"/>
                  </a:lnTo>
                  <a:lnTo>
                    <a:pt x="981" y="699"/>
                  </a:lnTo>
                  <a:lnTo>
                    <a:pt x="982" y="684"/>
                  </a:lnTo>
                  <a:lnTo>
                    <a:pt x="987" y="675"/>
                  </a:lnTo>
                  <a:lnTo>
                    <a:pt x="998" y="667"/>
                  </a:lnTo>
                  <a:lnTo>
                    <a:pt x="1009" y="664"/>
                  </a:lnTo>
                  <a:lnTo>
                    <a:pt x="1016" y="660"/>
                  </a:lnTo>
                  <a:lnTo>
                    <a:pt x="1018" y="653"/>
                  </a:lnTo>
                  <a:lnTo>
                    <a:pt x="1013" y="642"/>
                  </a:lnTo>
                  <a:lnTo>
                    <a:pt x="933" y="562"/>
                  </a:lnTo>
                  <a:lnTo>
                    <a:pt x="817" y="487"/>
                  </a:lnTo>
                  <a:lnTo>
                    <a:pt x="676" y="450"/>
                  </a:lnTo>
                  <a:lnTo>
                    <a:pt x="661" y="446"/>
                  </a:lnTo>
                  <a:lnTo>
                    <a:pt x="620" y="401"/>
                  </a:lnTo>
                  <a:lnTo>
                    <a:pt x="613" y="391"/>
                  </a:lnTo>
                  <a:lnTo>
                    <a:pt x="567" y="327"/>
                  </a:lnTo>
                  <a:lnTo>
                    <a:pt x="497" y="311"/>
                  </a:lnTo>
                  <a:lnTo>
                    <a:pt x="485" y="309"/>
                  </a:lnTo>
                  <a:lnTo>
                    <a:pt x="370" y="270"/>
                  </a:lnTo>
                  <a:lnTo>
                    <a:pt x="363" y="264"/>
                  </a:lnTo>
                  <a:lnTo>
                    <a:pt x="353" y="253"/>
                  </a:lnTo>
                  <a:lnTo>
                    <a:pt x="346" y="243"/>
                  </a:lnTo>
                  <a:lnTo>
                    <a:pt x="338" y="232"/>
                  </a:lnTo>
                  <a:lnTo>
                    <a:pt x="327" y="222"/>
                  </a:lnTo>
                  <a:lnTo>
                    <a:pt x="306" y="212"/>
                  </a:lnTo>
                  <a:lnTo>
                    <a:pt x="294" y="206"/>
                  </a:lnTo>
                  <a:lnTo>
                    <a:pt x="289" y="200"/>
                  </a:lnTo>
                  <a:lnTo>
                    <a:pt x="285" y="194"/>
                  </a:lnTo>
                  <a:lnTo>
                    <a:pt x="231" y="183"/>
                  </a:lnTo>
                  <a:lnTo>
                    <a:pt x="205" y="180"/>
                  </a:lnTo>
                  <a:lnTo>
                    <a:pt x="182" y="183"/>
                  </a:lnTo>
                  <a:lnTo>
                    <a:pt x="111" y="193"/>
                  </a:lnTo>
                  <a:lnTo>
                    <a:pt x="43" y="203"/>
                  </a:lnTo>
                  <a:lnTo>
                    <a:pt x="33" y="204"/>
                  </a:lnTo>
                  <a:lnTo>
                    <a:pt x="26" y="202"/>
                  </a:lnTo>
                  <a:lnTo>
                    <a:pt x="1" y="165"/>
                  </a:lnTo>
                  <a:lnTo>
                    <a:pt x="0" y="159"/>
                  </a:lnTo>
                  <a:lnTo>
                    <a:pt x="0" y="152"/>
                  </a:lnTo>
                  <a:lnTo>
                    <a:pt x="4" y="149"/>
                  </a:lnTo>
                  <a:lnTo>
                    <a:pt x="24" y="139"/>
                  </a:lnTo>
                  <a:lnTo>
                    <a:pt x="32" y="136"/>
                  </a:lnTo>
                  <a:lnTo>
                    <a:pt x="42" y="131"/>
                  </a:lnTo>
                  <a:lnTo>
                    <a:pt x="73" y="116"/>
                  </a:lnTo>
                  <a:lnTo>
                    <a:pt x="80" y="94"/>
                  </a:lnTo>
                  <a:lnTo>
                    <a:pt x="83" y="83"/>
                  </a:lnTo>
                  <a:lnTo>
                    <a:pt x="82" y="75"/>
                  </a:lnTo>
                  <a:lnTo>
                    <a:pt x="74" y="62"/>
                  </a:lnTo>
                  <a:lnTo>
                    <a:pt x="58" y="44"/>
                  </a:lnTo>
                  <a:lnTo>
                    <a:pt x="46" y="29"/>
                  </a:lnTo>
                  <a:lnTo>
                    <a:pt x="40" y="16"/>
                  </a:lnTo>
                  <a:lnTo>
                    <a:pt x="39" y="9"/>
                  </a:lnTo>
                  <a:lnTo>
                    <a:pt x="43" y="3"/>
                  </a:lnTo>
                  <a:lnTo>
                    <a:pt x="55" y="0"/>
                  </a:lnTo>
                  <a:lnTo>
                    <a:pt x="71" y="0"/>
                  </a:lnTo>
                  <a:lnTo>
                    <a:pt x="78" y="5"/>
                  </a:lnTo>
                  <a:lnTo>
                    <a:pt x="85" y="10"/>
                  </a:lnTo>
                  <a:lnTo>
                    <a:pt x="98" y="16"/>
                  </a:lnTo>
                  <a:lnTo>
                    <a:pt x="149" y="36"/>
                  </a:lnTo>
                  <a:lnTo>
                    <a:pt x="170" y="43"/>
                  </a:lnTo>
                  <a:lnTo>
                    <a:pt x="206" y="46"/>
                  </a:lnTo>
                  <a:lnTo>
                    <a:pt x="211" y="47"/>
                  </a:lnTo>
                  <a:lnTo>
                    <a:pt x="223" y="52"/>
                  </a:lnTo>
                  <a:lnTo>
                    <a:pt x="235" y="57"/>
                  </a:lnTo>
                  <a:lnTo>
                    <a:pt x="271" y="100"/>
                  </a:lnTo>
                  <a:lnTo>
                    <a:pt x="274" y="104"/>
                  </a:lnTo>
                  <a:lnTo>
                    <a:pt x="278" y="110"/>
                  </a:lnTo>
                  <a:lnTo>
                    <a:pt x="304" y="132"/>
                  </a:lnTo>
                  <a:lnTo>
                    <a:pt x="308" y="135"/>
                  </a:lnTo>
                  <a:lnTo>
                    <a:pt x="421" y="140"/>
                  </a:lnTo>
                  <a:lnTo>
                    <a:pt x="497" y="131"/>
                  </a:lnTo>
                  <a:lnTo>
                    <a:pt x="530" y="127"/>
                  </a:lnTo>
                  <a:lnTo>
                    <a:pt x="540" y="126"/>
                  </a:lnTo>
                  <a:lnTo>
                    <a:pt x="558" y="82"/>
                  </a:lnTo>
                  <a:lnTo>
                    <a:pt x="569" y="78"/>
                  </a:lnTo>
                  <a:lnTo>
                    <a:pt x="594" y="72"/>
                  </a:lnTo>
                  <a:lnTo>
                    <a:pt x="622" y="78"/>
                  </a:lnTo>
                  <a:lnTo>
                    <a:pt x="700" y="121"/>
                  </a:lnTo>
                  <a:lnTo>
                    <a:pt x="714" y="173"/>
                  </a:lnTo>
                  <a:lnTo>
                    <a:pt x="728" y="1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7327232" y="1440601"/>
              <a:ext cx="1578" cy="502"/>
            </a:xfrm>
            <a:custGeom>
              <a:avLst/>
              <a:pathLst>
                <a:path w="1578" h="502">
                  <a:moveTo>
                    <a:pt x="1424" y="199"/>
                  </a:moveTo>
                  <a:lnTo>
                    <a:pt x="1405" y="272"/>
                  </a:lnTo>
                  <a:lnTo>
                    <a:pt x="1394" y="279"/>
                  </a:lnTo>
                  <a:lnTo>
                    <a:pt x="1390" y="281"/>
                  </a:lnTo>
                  <a:lnTo>
                    <a:pt x="1384" y="285"/>
                  </a:lnTo>
                  <a:lnTo>
                    <a:pt x="1364" y="299"/>
                  </a:lnTo>
                  <a:lnTo>
                    <a:pt x="1353" y="298"/>
                  </a:lnTo>
                  <a:lnTo>
                    <a:pt x="1348" y="298"/>
                  </a:lnTo>
                  <a:lnTo>
                    <a:pt x="1292" y="295"/>
                  </a:lnTo>
                  <a:lnTo>
                    <a:pt x="1224" y="264"/>
                  </a:lnTo>
                  <a:lnTo>
                    <a:pt x="1153" y="232"/>
                  </a:lnTo>
                  <a:lnTo>
                    <a:pt x="1024" y="237"/>
                  </a:lnTo>
                  <a:lnTo>
                    <a:pt x="1005" y="237"/>
                  </a:lnTo>
                  <a:lnTo>
                    <a:pt x="990" y="237"/>
                  </a:lnTo>
                  <a:lnTo>
                    <a:pt x="985" y="237"/>
                  </a:lnTo>
                  <a:lnTo>
                    <a:pt x="923" y="238"/>
                  </a:lnTo>
                  <a:lnTo>
                    <a:pt x="902" y="228"/>
                  </a:lnTo>
                  <a:lnTo>
                    <a:pt x="880" y="218"/>
                  </a:lnTo>
                  <a:lnTo>
                    <a:pt x="875" y="213"/>
                  </a:lnTo>
                  <a:lnTo>
                    <a:pt x="868" y="206"/>
                  </a:lnTo>
                  <a:lnTo>
                    <a:pt x="861" y="205"/>
                  </a:lnTo>
                  <a:lnTo>
                    <a:pt x="854" y="204"/>
                  </a:lnTo>
                  <a:lnTo>
                    <a:pt x="846" y="204"/>
                  </a:lnTo>
                  <a:lnTo>
                    <a:pt x="838" y="206"/>
                  </a:lnTo>
                  <a:lnTo>
                    <a:pt x="825" y="212"/>
                  </a:lnTo>
                  <a:lnTo>
                    <a:pt x="801" y="236"/>
                  </a:lnTo>
                  <a:lnTo>
                    <a:pt x="750" y="290"/>
                  </a:lnTo>
                  <a:lnTo>
                    <a:pt x="748" y="285"/>
                  </a:lnTo>
                  <a:lnTo>
                    <a:pt x="669" y="324"/>
                  </a:lnTo>
                  <a:lnTo>
                    <a:pt x="658" y="335"/>
                  </a:lnTo>
                  <a:lnTo>
                    <a:pt x="621" y="369"/>
                  </a:lnTo>
                  <a:lnTo>
                    <a:pt x="609" y="446"/>
                  </a:lnTo>
                  <a:lnTo>
                    <a:pt x="581" y="454"/>
                  </a:lnTo>
                  <a:lnTo>
                    <a:pt x="533" y="467"/>
                  </a:lnTo>
                  <a:lnTo>
                    <a:pt x="510" y="474"/>
                  </a:lnTo>
                  <a:lnTo>
                    <a:pt x="453" y="494"/>
                  </a:lnTo>
                  <a:lnTo>
                    <a:pt x="428" y="502"/>
                  </a:lnTo>
                  <a:lnTo>
                    <a:pt x="398" y="464"/>
                  </a:lnTo>
                  <a:lnTo>
                    <a:pt x="310" y="354"/>
                  </a:lnTo>
                  <a:lnTo>
                    <a:pt x="290" y="355"/>
                  </a:lnTo>
                  <a:lnTo>
                    <a:pt x="283" y="355"/>
                  </a:lnTo>
                  <a:lnTo>
                    <a:pt x="272" y="354"/>
                  </a:lnTo>
                  <a:lnTo>
                    <a:pt x="254" y="342"/>
                  </a:lnTo>
                  <a:lnTo>
                    <a:pt x="251" y="335"/>
                  </a:lnTo>
                  <a:lnTo>
                    <a:pt x="252" y="322"/>
                  </a:lnTo>
                  <a:lnTo>
                    <a:pt x="255" y="318"/>
                  </a:lnTo>
                  <a:lnTo>
                    <a:pt x="261" y="314"/>
                  </a:lnTo>
                  <a:lnTo>
                    <a:pt x="267" y="308"/>
                  </a:lnTo>
                  <a:lnTo>
                    <a:pt x="272" y="301"/>
                  </a:lnTo>
                  <a:lnTo>
                    <a:pt x="280" y="289"/>
                  </a:lnTo>
                  <a:lnTo>
                    <a:pt x="282" y="282"/>
                  </a:lnTo>
                  <a:lnTo>
                    <a:pt x="300" y="275"/>
                  </a:lnTo>
                  <a:lnTo>
                    <a:pt x="304" y="271"/>
                  </a:lnTo>
                  <a:lnTo>
                    <a:pt x="306" y="266"/>
                  </a:lnTo>
                  <a:lnTo>
                    <a:pt x="304" y="253"/>
                  </a:lnTo>
                  <a:lnTo>
                    <a:pt x="288" y="229"/>
                  </a:lnTo>
                  <a:lnTo>
                    <a:pt x="272" y="218"/>
                  </a:lnTo>
                  <a:lnTo>
                    <a:pt x="258" y="211"/>
                  </a:lnTo>
                  <a:lnTo>
                    <a:pt x="250" y="209"/>
                  </a:lnTo>
                  <a:lnTo>
                    <a:pt x="245" y="210"/>
                  </a:lnTo>
                  <a:lnTo>
                    <a:pt x="236" y="214"/>
                  </a:lnTo>
                  <a:lnTo>
                    <a:pt x="175" y="243"/>
                  </a:lnTo>
                  <a:lnTo>
                    <a:pt x="147" y="307"/>
                  </a:lnTo>
                  <a:lnTo>
                    <a:pt x="137" y="329"/>
                  </a:lnTo>
                  <a:lnTo>
                    <a:pt x="129" y="332"/>
                  </a:lnTo>
                  <a:lnTo>
                    <a:pt x="102" y="340"/>
                  </a:lnTo>
                  <a:lnTo>
                    <a:pt x="70" y="336"/>
                  </a:lnTo>
                  <a:lnTo>
                    <a:pt x="60" y="302"/>
                  </a:lnTo>
                  <a:lnTo>
                    <a:pt x="47" y="258"/>
                  </a:lnTo>
                  <a:lnTo>
                    <a:pt x="40" y="236"/>
                  </a:lnTo>
                  <a:lnTo>
                    <a:pt x="33" y="213"/>
                  </a:lnTo>
                  <a:lnTo>
                    <a:pt x="0" y="100"/>
                  </a:lnTo>
                  <a:lnTo>
                    <a:pt x="0" y="90"/>
                  </a:lnTo>
                  <a:lnTo>
                    <a:pt x="0" y="84"/>
                  </a:lnTo>
                  <a:lnTo>
                    <a:pt x="2" y="78"/>
                  </a:lnTo>
                  <a:lnTo>
                    <a:pt x="12" y="69"/>
                  </a:lnTo>
                  <a:lnTo>
                    <a:pt x="97" y="43"/>
                  </a:lnTo>
                  <a:lnTo>
                    <a:pt x="234" y="0"/>
                  </a:lnTo>
                  <a:lnTo>
                    <a:pt x="243" y="0"/>
                  </a:lnTo>
                  <a:lnTo>
                    <a:pt x="481" y="0"/>
                  </a:lnTo>
                  <a:lnTo>
                    <a:pt x="525" y="31"/>
                  </a:lnTo>
                  <a:lnTo>
                    <a:pt x="513" y="47"/>
                  </a:lnTo>
                  <a:lnTo>
                    <a:pt x="509" y="53"/>
                  </a:lnTo>
                  <a:lnTo>
                    <a:pt x="508" y="58"/>
                  </a:lnTo>
                  <a:lnTo>
                    <a:pt x="509" y="63"/>
                  </a:lnTo>
                  <a:lnTo>
                    <a:pt x="511" y="69"/>
                  </a:lnTo>
                  <a:lnTo>
                    <a:pt x="515" y="77"/>
                  </a:lnTo>
                  <a:lnTo>
                    <a:pt x="519" y="83"/>
                  </a:lnTo>
                  <a:lnTo>
                    <a:pt x="527" y="88"/>
                  </a:lnTo>
                  <a:lnTo>
                    <a:pt x="533" y="90"/>
                  </a:lnTo>
                  <a:lnTo>
                    <a:pt x="594" y="92"/>
                  </a:lnTo>
                  <a:lnTo>
                    <a:pt x="668" y="93"/>
                  </a:lnTo>
                  <a:lnTo>
                    <a:pt x="816" y="97"/>
                  </a:lnTo>
                  <a:lnTo>
                    <a:pt x="951" y="52"/>
                  </a:lnTo>
                  <a:lnTo>
                    <a:pt x="1173" y="34"/>
                  </a:lnTo>
                  <a:lnTo>
                    <a:pt x="1190" y="32"/>
                  </a:lnTo>
                  <a:lnTo>
                    <a:pt x="1221" y="29"/>
                  </a:lnTo>
                  <a:lnTo>
                    <a:pt x="1348" y="16"/>
                  </a:lnTo>
                  <a:lnTo>
                    <a:pt x="1452" y="33"/>
                  </a:lnTo>
                  <a:lnTo>
                    <a:pt x="1484" y="50"/>
                  </a:lnTo>
                  <a:lnTo>
                    <a:pt x="1525" y="83"/>
                  </a:lnTo>
                  <a:lnTo>
                    <a:pt x="1534" y="90"/>
                  </a:lnTo>
                  <a:lnTo>
                    <a:pt x="1539" y="95"/>
                  </a:lnTo>
                  <a:lnTo>
                    <a:pt x="1543" y="101"/>
                  </a:lnTo>
                  <a:lnTo>
                    <a:pt x="1550" y="106"/>
                  </a:lnTo>
                  <a:lnTo>
                    <a:pt x="1554" y="108"/>
                  </a:lnTo>
                  <a:lnTo>
                    <a:pt x="1556" y="113"/>
                  </a:lnTo>
                  <a:lnTo>
                    <a:pt x="1561" y="120"/>
                  </a:lnTo>
                  <a:lnTo>
                    <a:pt x="1570" y="124"/>
                  </a:lnTo>
                  <a:lnTo>
                    <a:pt x="1575" y="126"/>
                  </a:lnTo>
                  <a:lnTo>
                    <a:pt x="1578" y="133"/>
                  </a:lnTo>
                  <a:lnTo>
                    <a:pt x="1573" y="137"/>
                  </a:lnTo>
                  <a:lnTo>
                    <a:pt x="1526" y="161"/>
                  </a:lnTo>
                  <a:lnTo>
                    <a:pt x="1517" y="162"/>
                  </a:lnTo>
                  <a:lnTo>
                    <a:pt x="1511" y="164"/>
                  </a:lnTo>
                  <a:lnTo>
                    <a:pt x="1507" y="164"/>
                  </a:lnTo>
                  <a:lnTo>
                    <a:pt x="1430" y="178"/>
                  </a:lnTo>
                  <a:lnTo>
                    <a:pt x="1427" y="188"/>
                  </a:lnTo>
                  <a:lnTo>
                    <a:pt x="1424" y="19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7321748" y="1439842"/>
              <a:ext cx="4816" cy="1798"/>
            </a:xfrm>
            <a:custGeom>
              <a:avLst/>
              <a:pathLst>
                <a:path w="4816" h="1798">
                  <a:moveTo>
                    <a:pt x="4308" y="290"/>
                  </a:moveTo>
                  <a:lnTo>
                    <a:pt x="4292" y="434"/>
                  </a:lnTo>
                  <a:lnTo>
                    <a:pt x="4289" y="460"/>
                  </a:lnTo>
                  <a:lnTo>
                    <a:pt x="4294" y="464"/>
                  </a:lnTo>
                  <a:lnTo>
                    <a:pt x="4352" y="513"/>
                  </a:lnTo>
                  <a:lnTo>
                    <a:pt x="4366" y="516"/>
                  </a:lnTo>
                  <a:lnTo>
                    <a:pt x="4424" y="528"/>
                  </a:lnTo>
                  <a:lnTo>
                    <a:pt x="4546" y="551"/>
                  </a:lnTo>
                  <a:lnTo>
                    <a:pt x="4568" y="556"/>
                  </a:lnTo>
                  <a:lnTo>
                    <a:pt x="4706" y="583"/>
                  </a:lnTo>
                  <a:lnTo>
                    <a:pt x="4766" y="595"/>
                  </a:lnTo>
                  <a:lnTo>
                    <a:pt x="4816" y="615"/>
                  </a:lnTo>
                  <a:lnTo>
                    <a:pt x="4795" y="726"/>
                  </a:lnTo>
                  <a:lnTo>
                    <a:pt x="4792" y="743"/>
                  </a:lnTo>
                  <a:lnTo>
                    <a:pt x="4785" y="751"/>
                  </a:lnTo>
                  <a:lnTo>
                    <a:pt x="4752" y="783"/>
                  </a:lnTo>
                  <a:lnTo>
                    <a:pt x="4743" y="785"/>
                  </a:lnTo>
                  <a:lnTo>
                    <a:pt x="4436" y="886"/>
                  </a:lnTo>
                  <a:lnTo>
                    <a:pt x="4295" y="989"/>
                  </a:lnTo>
                  <a:lnTo>
                    <a:pt x="4257" y="1017"/>
                  </a:lnTo>
                  <a:lnTo>
                    <a:pt x="4116" y="1109"/>
                  </a:lnTo>
                  <a:lnTo>
                    <a:pt x="4055" y="1137"/>
                  </a:lnTo>
                  <a:lnTo>
                    <a:pt x="4017" y="990"/>
                  </a:lnTo>
                  <a:lnTo>
                    <a:pt x="3950" y="968"/>
                  </a:lnTo>
                  <a:lnTo>
                    <a:pt x="3938" y="964"/>
                  </a:lnTo>
                  <a:lnTo>
                    <a:pt x="3814" y="971"/>
                  </a:lnTo>
                  <a:lnTo>
                    <a:pt x="3792" y="994"/>
                  </a:lnTo>
                  <a:lnTo>
                    <a:pt x="3728" y="1062"/>
                  </a:lnTo>
                  <a:lnTo>
                    <a:pt x="3787" y="1146"/>
                  </a:lnTo>
                  <a:lnTo>
                    <a:pt x="3872" y="1265"/>
                  </a:lnTo>
                  <a:lnTo>
                    <a:pt x="3868" y="1285"/>
                  </a:lnTo>
                  <a:lnTo>
                    <a:pt x="3785" y="1357"/>
                  </a:lnTo>
                  <a:lnTo>
                    <a:pt x="3684" y="1446"/>
                  </a:lnTo>
                  <a:lnTo>
                    <a:pt x="3573" y="1423"/>
                  </a:lnTo>
                  <a:lnTo>
                    <a:pt x="3525" y="1402"/>
                  </a:lnTo>
                  <a:lnTo>
                    <a:pt x="3511" y="1396"/>
                  </a:lnTo>
                  <a:lnTo>
                    <a:pt x="3421" y="1357"/>
                  </a:lnTo>
                  <a:lnTo>
                    <a:pt x="3405" y="1359"/>
                  </a:lnTo>
                  <a:lnTo>
                    <a:pt x="3381" y="1363"/>
                  </a:lnTo>
                  <a:lnTo>
                    <a:pt x="3242" y="1382"/>
                  </a:lnTo>
                  <a:lnTo>
                    <a:pt x="3227" y="1384"/>
                  </a:lnTo>
                  <a:lnTo>
                    <a:pt x="3178" y="1415"/>
                  </a:lnTo>
                  <a:lnTo>
                    <a:pt x="3141" y="1439"/>
                  </a:lnTo>
                  <a:lnTo>
                    <a:pt x="3104" y="1462"/>
                  </a:lnTo>
                  <a:lnTo>
                    <a:pt x="3112" y="1572"/>
                  </a:lnTo>
                  <a:lnTo>
                    <a:pt x="3113" y="1593"/>
                  </a:lnTo>
                  <a:lnTo>
                    <a:pt x="3114" y="1606"/>
                  </a:lnTo>
                  <a:lnTo>
                    <a:pt x="3120" y="1609"/>
                  </a:lnTo>
                  <a:lnTo>
                    <a:pt x="3105" y="1620"/>
                  </a:lnTo>
                  <a:lnTo>
                    <a:pt x="2924" y="1752"/>
                  </a:lnTo>
                  <a:lnTo>
                    <a:pt x="2859" y="1767"/>
                  </a:lnTo>
                  <a:lnTo>
                    <a:pt x="2727" y="1798"/>
                  </a:lnTo>
                  <a:lnTo>
                    <a:pt x="2549" y="1717"/>
                  </a:lnTo>
                  <a:lnTo>
                    <a:pt x="2549" y="1669"/>
                  </a:lnTo>
                  <a:lnTo>
                    <a:pt x="2549" y="1565"/>
                  </a:lnTo>
                  <a:lnTo>
                    <a:pt x="2585" y="1519"/>
                  </a:lnTo>
                  <a:lnTo>
                    <a:pt x="2643" y="1445"/>
                  </a:lnTo>
                  <a:lnTo>
                    <a:pt x="2667" y="1414"/>
                  </a:lnTo>
                  <a:lnTo>
                    <a:pt x="2710" y="1361"/>
                  </a:lnTo>
                  <a:lnTo>
                    <a:pt x="2737" y="1326"/>
                  </a:lnTo>
                  <a:lnTo>
                    <a:pt x="2800" y="1246"/>
                  </a:lnTo>
                  <a:lnTo>
                    <a:pt x="2806" y="1234"/>
                  </a:lnTo>
                  <a:lnTo>
                    <a:pt x="2946" y="972"/>
                  </a:lnTo>
                  <a:lnTo>
                    <a:pt x="2999" y="973"/>
                  </a:lnTo>
                  <a:lnTo>
                    <a:pt x="3037" y="974"/>
                  </a:lnTo>
                  <a:lnTo>
                    <a:pt x="3041" y="971"/>
                  </a:lnTo>
                  <a:lnTo>
                    <a:pt x="3042" y="967"/>
                  </a:lnTo>
                  <a:lnTo>
                    <a:pt x="3047" y="963"/>
                  </a:lnTo>
                  <a:lnTo>
                    <a:pt x="3056" y="956"/>
                  </a:lnTo>
                  <a:lnTo>
                    <a:pt x="3061" y="950"/>
                  </a:lnTo>
                  <a:lnTo>
                    <a:pt x="3066" y="945"/>
                  </a:lnTo>
                  <a:lnTo>
                    <a:pt x="3071" y="926"/>
                  </a:lnTo>
                  <a:lnTo>
                    <a:pt x="3074" y="898"/>
                  </a:lnTo>
                  <a:lnTo>
                    <a:pt x="3067" y="857"/>
                  </a:lnTo>
                  <a:lnTo>
                    <a:pt x="3063" y="836"/>
                  </a:lnTo>
                  <a:lnTo>
                    <a:pt x="3056" y="821"/>
                  </a:lnTo>
                  <a:lnTo>
                    <a:pt x="3040" y="794"/>
                  </a:lnTo>
                  <a:lnTo>
                    <a:pt x="3009" y="752"/>
                  </a:lnTo>
                  <a:lnTo>
                    <a:pt x="2980" y="718"/>
                  </a:lnTo>
                  <a:lnTo>
                    <a:pt x="2955" y="688"/>
                  </a:lnTo>
                  <a:lnTo>
                    <a:pt x="2947" y="680"/>
                  </a:lnTo>
                  <a:lnTo>
                    <a:pt x="2898" y="661"/>
                  </a:lnTo>
                  <a:lnTo>
                    <a:pt x="2823" y="632"/>
                  </a:lnTo>
                  <a:lnTo>
                    <a:pt x="2757" y="619"/>
                  </a:lnTo>
                  <a:lnTo>
                    <a:pt x="2569" y="582"/>
                  </a:lnTo>
                  <a:lnTo>
                    <a:pt x="2549" y="580"/>
                  </a:lnTo>
                  <a:lnTo>
                    <a:pt x="2366" y="560"/>
                  </a:lnTo>
                  <a:lnTo>
                    <a:pt x="2207" y="557"/>
                  </a:lnTo>
                  <a:lnTo>
                    <a:pt x="2180" y="570"/>
                  </a:lnTo>
                  <a:lnTo>
                    <a:pt x="2099" y="610"/>
                  </a:lnTo>
                  <a:lnTo>
                    <a:pt x="2094" y="613"/>
                  </a:lnTo>
                  <a:lnTo>
                    <a:pt x="2063" y="631"/>
                  </a:lnTo>
                  <a:lnTo>
                    <a:pt x="1975" y="680"/>
                  </a:lnTo>
                  <a:lnTo>
                    <a:pt x="1743" y="608"/>
                  </a:lnTo>
                  <a:lnTo>
                    <a:pt x="1692" y="571"/>
                  </a:lnTo>
                  <a:lnTo>
                    <a:pt x="1684" y="566"/>
                  </a:lnTo>
                  <a:lnTo>
                    <a:pt x="1653" y="544"/>
                  </a:lnTo>
                  <a:lnTo>
                    <a:pt x="1554" y="541"/>
                  </a:lnTo>
                  <a:lnTo>
                    <a:pt x="1436" y="656"/>
                  </a:lnTo>
                  <a:lnTo>
                    <a:pt x="1360" y="731"/>
                  </a:lnTo>
                  <a:lnTo>
                    <a:pt x="1347" y="743"/>
                  </a:lnTo>
                  <a:lnTo>
                    <a:pt x="1306" y="728"/>
                  </a:lnTo>
                  <a:lnTo>
                    <a:pt x="1281" y="719"/>
                  </a:lnTo>
                  <a:lnTo>
                    <a:pt x="1277" y="714"/>
                  </a:lnTo>
                  <a:lnTo>
                    <a:pt x="1186" y="601"/>
                  </a:lnTo>
                  <a:lnTo>
                    <a:pt x="1110" y="606"/>
                  </a:lnTo>
                  <a:lnTo>
                    <a:pt x="1068" y="608"/>
                  </a:lnTo>
                  <a:lnTo>
                    <a:pt x="1059" y="609"/>
                  </a:lnTo>
                  <a:lnTo>
                    <a:pt x="1048" y="610"/>
                  </a:lnTo>
                  <a:lnTo>
                    <a:pt x="978" y="632"/>
                  </a:lnTo>
                  <a:lnTo>
                    <a:pt x="890" y="661"/>
                  </a:lnTo>
                  <a:lnTo>
                    <a:pt x="824" y="682"/>
                  </a:lnTo>
                  <a:lnTo>
                    <a:pt x="815" y="693"/>
                  </a:lnTo>
                  <a:lnTo>
                    <a:pt x="750" y="768"/>
                  </a:lnTo>
                  <a:lnTo>
                    <a:pt x="739" y="782"/>
                  </a:lnTo>
                  <a:lnTo>
                    <a:pt x="774" y="872"/>
                  </a:lnTo>
                  <a:lnTo>
                    <a:pt x="778" y="881"/>
                  </a:lnTo>
                  <a:lnTo>
                    <a:pt x="779" y="890"/>
                  </a:lnTo>
                  <a:lnTo>
                    <a:pt x="779" y="898"/>
                  </a:lnTo>
                  <a:lnTo>
                    <a:pt x="775" y="900"/>
                  </a:lnTo>
                  <a:lnTo>
                    <a:pt x="769" y="907"/>
                  </a:lnTo>
                  <a:lnTo>
                    <a:pt x="749" y="918"/>
                  </a:lnTo>
                  <a:lnTo>
                    <a:pt x="739" y="924"/>
                  </a:lnTo>
                  <a:lnTo>
                    <a:pt x="719" y="929"/>
                  </a:lnTo>
                  <a:lnTo>
                    <a:pt x="709" y="935"/>
                  </a:lnTo>
                  <a:lnTo>
                    <a:pt x="701" y="936"/>
                  </a:lnTo>
                  <a:lnTo>
                    <a:pt x="549" y="955"/>
                  </a:lnTo>
                  <a:lnTo>
                    <a:pt x="528" y="957"/>
                  </a:lnTo>
                  <a:lnTo>
                    <a:pt x="492" y="948"/>
                  </a:lnTo>
                  <a:lnTo>
                    <a:pt x="457" y="940"/>
                  </a:lnTo>
                  <a:lnTo>
                    <a:pt x="374" y="919"/>
                  </a:lnTo>
                  <a:lnTo>
                    <a:pt x="348" y="913"/>
                  </a:lnTo>
                  <a:lnTo>
                    <a:pt x="294" y="900"/>
                  </a:lnTo>
                  <a:lnTo>
                    <a:pt x="258" y="891"/>
                  </a:lnTo>
                  <a:lnTo>
                    <a:pt x="123" y="861"/>
                  </a:lnTo>
                  <a:lnTo>
                    <a:pt x="111" y="859"/>
                  </a:lnTo>
                  <a:lnTo>
                    <a:pt x="100" y="856"/>
                  </a:lnTo>
                  <a:lnTo>
                    <a:pt x="54" y="846"/>
                  </a:lnTo>
                  <a:lnTo>
                    <a:pt x="41" y="804"/>
                  </a:lnTo>
                  <a:lnTo>
                    <a:pt x="4" y="679"/>
                  </a:lnTo>
                  <a:lnTo>
                    <a:pt x="1" y="639"/>
                  </a:lnTo>
                  <a:lnTo>
                    <a:pt x="0" y="625"/>
                  </a:lnTo>
                  <a:lnTo>
                    <a:pt x="39" y="522"/>
                  </a:lnTo>
                  <a:lnTo>
                    <a:pt x="164" y="471"/>
                  </a:lnTo>
                  <a:lnTo>
                    <a:pt x="173" y="470"/>
                  </a:lnTo>
                  <a:lnTo>
                    <a:pt x="182" y="469"/>
                  </a:lnTo>
                  <a:lnTo>
                    <a:pt x="196" y="463"/>
                  </a:lnTo>
                  <a:lnTo>
                    <a:pt x="518" y="336"/>
                  </a:lnTo>
                  <a:lnTo>
                    <a:pt x="619" y="296"/>
                  </a:lnTo>
                  <a:lnTo>
                    <a:pt x="832" y="223"/>
                  </a:lnTo>
                  <a:lnTo>
                    <a:pt x="885" y="229"/>
                  </a:lnTo>
                  <a:lnTo>
                    <a:pt x="1047" y="248"/>
                  </a:lnTo>
                  <a:lnTo>
                    <a:pt x="1288" y="275"/>
                  </a:lnTo>
                  <a:lnTo>
                    <a:pt x="1300" y="276"/>
                  </a:lnTo>
                  <a:lnTo>
                    <a:pt x="1354" y="279"/>
                  </a:lnTo>
                  <a:lnTo>
                    <a:pt x="1445" y="284"/>
                  </a:lnTo>
                  <a:lnTo>
                    <a:pt x="1507" y="288"/>
                  </a:lnTo>
                  <a:lnTo>
                    <a:pt x="1662" y="296"/>
                  </a:lnTo>
                  <a:lnTo>
                    <a:pt x="1683" y="297"/>
                  </a:lnTo>
                  <a:lnTo>
                    <a:pt x="2082" y="241"/>
                  </a:lnTo>
                  <a:lnTo>
                    <a:pt x="2121" y="236"/>
                  </a:lnTo>
                  <a:lnTo>
                    <a:pt x="2125" y="235"/>
                  </a:lnTo>
                  <a:lnTo>
                    <a:pt x="2130" y="235"/>
                  </a:lnTo>
                  <a:lnTo>
                    <a:pt x="2134" y="235"/>
                  </a:lnTo>
                  <a:lnTo>
                    <a:pt x="2140" y="235"/>
                  </a:lnTo>
                  <a:lnTo>
                    <a:pt x="2146" y="236"/>
                  </a:lnTo>
                  <a:lnTo>
                    <a:pt x="2158" y="238"/>
                  </a:lnTo>
                  <a:lnTo>
                    <a:pt x="2165" y="238"/>
                  </a:lnTo>
                  <a:lnTo>
                    <a:pt x="2171" y="238"/>
                  </a:lnTo>
                  <a:lnTo>
                    <a:pt x="2194" y="247"/>
                  </a:lnTo>
                  <a:lnTo>
                    <a:pt x="2201" y="250"/>
                  </a:lnTo>
                  <a:lnTo>
                    <a:pt x="2525" y="147"/>
                  </a:lnTo>
                  <a:lnTo>
                    <a:pt x="2541" y="142"/>
                  </a:lnTo>
                  <a:lnTo>
                    <a:pt x="2756" y="100"/>
                  </a:lnTo>
                  <a:lnTo>
                    <a:pt x="2792" y="102"/>
                  </a:lnTo>
                  <a:lnTo>
                    <a:pt x="3079" y="121"/>
                  </a:lnTo>
                  <a:lnTo>
                    <a:pt x="3423" y="204"/>
                  </a:lnTo>
                  <a:lnTo>
                    <a:pt x="3432" y="206"/>
                  </a:lnTo>
                  <a:lnTo>
                    <a:pt x="3475" y="216"/>
                  </a:lnTo>
                  <a:lnTo>
                    <a:pt x="3624" y="271"/>
                  </a:lnTo>
                  <a:lnTo>
                    <a:pt x="3630" y="271"/>
                  </a:lnTo>
                  <a:lnTo>
                    <a:pt x="3636" y="269"/>
                  </a:lnTo>
                  <a:lnTo>
                    <a:pt x="3645" y="269"/>
                  </a:lnTo>
                  <a:lnTo>
                    <a:pt x="3657" y="269"/>
                  </a:lnTo>
                  <a:lnTo>
                    <a:pt x="3663" y="269"/>
                  </a:lnTo>
                  <a:lnTo>
                    <a:pt x="3668" y="267"/>
                  </a:lnTo>
                  <a:lnTo>
                    <a:pt x="3672" y="265"/>
                  </a:lnTo>
                  <a:lnTo>
                    <a:pt x="3688" y="263"/>
                  </a:lnTo>
                  <a:lnTo>
                    <a:pt x="3697" y="264"/>
                  </a:lnTo>
                  <a:lnTo>
                    <a:pt x="3743" y="187"/>
                  </a:lnTo>
                  <a:lnTo>
                    <a:pt x="3754" y="168"/>
                  </a:lnTo>
                  <a:lnTo>
                    <a:pt x="3794" y="100"/>
                  </a:lnTo>
                  <a:lnTo>
                    <a:pt x="3797" y="94"/>
                  </a:lnTo>
                  <a:lnTo>
                    <a:pt x="3956" y="43"/>
                  </a:lnTo>
                  <a:lnTo>
                    <a:pt x="4199" y="39"/>
                  </a:lnTo>
                  <a:lnTo>
                    <a:pt x="4272" y="6"/>
                  </a:lnTo>
                  <a:lnTo>
                    <a:pt x="4287" y="0"/>
                  </a:lnTo>
                  <a:lnTo>
                    <a:pt x="4337" y="35"/>
                  </a:lnTo>
                  <a:lnTo>
                    <a:pt x="4336" y="44"/>
                  </a:lnTo>
                  <a:lnTo>
                    <a:pt x="4308" y="29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7316695" y="1437272"/>
              <a:ext cx="7525" cy="2288"/>
            </a:xfrm>
            <a:custGeom>
              <a:avLst/>
              <a:pathLst>
                <a:path w="7525" h="2288">
                  <a:moveTo>
                    <a:pt x="1950" y="337"/>
                  </a:moveTo>
                  <a:lnTo>
                    <a:pt x="1931" y="336"/>
                  </a:lnTo>
                  <a:lnTo>
                    <a:pt x="1927" y="335"/>
                  </a:lnTo>
                  <a:lnTo>
                    <a:pt x="1920" y="334"/>
                  </a:lnTo>
                  <a:lnTo>
                    <a:pt x="1915" y="334"/>
                  </a:lnTo>
                  <a:lnTo>
                    <a:pt x="1910" y="338"/>
                  </a:lnTo>
                  <a:lnTo>
                    <a:pt x="1890" y="340"/>
                  </a:lnTo>
                  <a:lnTo>
                    <a:pt x="1885" y="342"/>
                  </a:lnTo>
                  <a:lnTo>
                    <a:pt x="1880" y="343"/>
                  </a:lnTo>
                  <a:lnTo>
                    <a:pt x="1868" y="341"/>
                  </a:lnTo>
                  <a:lnTo>
                    <a:pt x="1832" y="335"/>
                  </a:lnTo>
                  <a:lnTo>
                    <a:pt x="1821" y="336"/>
                  </a:lnTo>
                  <a:lnTo>
                    <a:pt x="1812" y="339"/>
                  </a:lnTo>
                  <a:lnTo>
                    <a:pt x="1807" y="341"/>
                  </a:lnTo>
                  <a:lnTo>
                    <a:pt x="1802" y="342"/>
                  </a:lnTo>
                  <a:lnTo>
                    <a:pt x="1793" y="342"/>
                  </a:lnTo>
                  <a:lnTo>
                    <a:pt x="1783" y="343"/>
                  </a:lnTo>
                  <a:lnTo>
                    <a:pt x="1775" y="345"/>
                  </a:lnTo>
                  <a:lnTo>
                    <a:pt x="1768" y="351"/>
                  </a:lnTo>
                  <a:lnTo>
                    <a:pt x="1763" y="354"/>
                  </a:lnTo>
                  <a:lnTo>
                    <a:pt x="1740" y="359"/>
                  </a:lnTo>
                  <a:lnTo>
                    <a:pt x="1717" y="373"/>
                  </a:lnTo>
                  <a:lnTo>
                    <a:pt x="1692" y="392"/>
                  </a:lnTo>
                  <a:lnTo>
                    <a:pt x="1690" y="397"/>
                  </a:lnTo>
                  <a:lnTo>
                    <a:pt x="1691" y="404"/>
                  </a:lnTo>
                  <a:lnTo>
                    <a:pt x="1692" y="412"/>
                  </a:lnTo>
                  <a:lnTo>
                    <a:pt x="1695" y="418"/>
                  </a:lnTo>
                  <a:lnTo>
                    <a:pt x="1703" y="425"/>
                  </a:lnTo>
                  <a:lnTo>
                    <a:pt x="1796" y="501"/>
                  </a:lnTo>
                  <a:lnTo>
                    <a:pt x="1831" y="529"/>
                  </a:lnTo>
                  <a:lnTo>
                    <a:pt x="1841" y="532"/>
                  </a:lnTo>
                  <a:lnTo>
                    <a:pt x="1846" y="531"/>
                  </a:lnTo>
                  <a:lnTo>
                    <a:pt x="1850" y="526"/>
                  </a:lnTo>
                  <a:lnTo>
                    <a:pt x="1852" y="521"/>
                  </a:lnTo>
                  <a:lnTo>
                    <a:pt x="1858" y="511"/>
                  </a:lnTo>
                  <a:lnTo>
                    <a:pt x="1915" y="485"/>
                  </a:lnTo>
                  <a:lnTo>
                    <a:pt x="1928" y="492"/>
                  </a:lnTo>
                  <a:lnTo>
                    <a:pt x="1966" y="515"/>
                  </a:lnTo>
                  <a:lnTo>
                    <a:pt x="1977" y="537"/>
                  </a:lnTo>
                  <a:lnTo>
                    <a:pt x="1998" y="581"/>
                  </a:lnTo>
                  <a:lnTo>
                    <a:pt x="2006" y="598"/>
                  </a:lnTo>
                  <a:lnTo>
                    <a:pt x="1981" y="612"/>
                  </a:lnTo>
                  <a:lnTo>
                    <a:pt x="1948" y="632"/>
                  </a:lnTo>
                  <a:lnTo>
                    <a:pt x="1924" y="646"/>
                  </a:lnTo>
                  <a:lnTo>
                    <a:pt x="1896" y="655"/>
                  </a:lnTo>
                  <a:lnTo>
                    <a:pt x="1860" y="666"/>
                  </a:lnTo>
                  <a:lnTo>
                    <a:pt x="1837" y="730"/>
                  </a:lnTo>
                  <a:lnTo>
                    <a:pt x="1831" y="747"/>
                  </a:lnTo>
                  <a:lnTo>
                    <a:pt x="1833" y="836"/>
                  </a:lnTo>
                  <a:lnTo>
                    <a:pt x="1869" y="846"/>
                  </a:lnTo>
                  <a:lnTo>
                    <a:pt x="2061" y="885"/>
                  </a:lnTo>
                  <a:lnTo>
                    <a:pt x="2104" y="891"/>
                  </a:lnTo>
                  <a:lnTo>
                    <a:pt x="2141" y="885"/>
                  </a:lnTo>
                  <a:lnTo>
                    <a:pt x="2171" y="874"/>
                  </a:lnTo>
                  <a:lnTo>
                    <a:pt x="2187" y="864"/>
                  </a:lnTo>
                  <a:lnTo>
                    <a:pt x="2210" y="846"/>
                  </a:lnTo>
                  <a:lnTo>
                    <a:pt x="2215" y="840"/>
                  </a:lnTo>
                  <a:lnTo>
                    <a:pt x="2215" y="834"/>
                  </a:lnTo>
                  <a:lnTo>
                    <a:pt x="2212" y="818"/>
                  </a:lnTo>
                  <a:lnTo>
                    <a:pt x="2210" y="806"/>
                  </a:lnTo>
                  <a:lnTo>
                    <a:pt x="2210" y="798"/>
                  </a:lnTo>
                  <a:lnTo>
                    <a:pt x="2211" y="791"/>
                  </a:lnTo>
                  <a:lnTo>
                    <a:pt x="2211" y="779"/>
                  </a:lnTo>
                  <a:lnTo>
                    <a:pt x="2212" y="768"/>
                  </a:lnTo>
                  <a:lnTo>
                    <a:pt x="2210" y="752"/>
                  </a:lnTo>
                  <a:lnTo>
                    <a:pt x="2208" y="739"/>
                  </a:lnTo>
                  <a:lnTo>
                    <a:pt x="2202" y="703"/>
                  </a:lnTo>
                  <a:lnTo>
                    <a:pt x="2198" y="670"/>
                  </a:lnTo>
                  <a:lnTo>
                    <a:pt x="2214" y="618"/>
                  </a:lnTo>
                  <a:lnTo>
                    <a:pt x="2219" y="602"/>
                  </a:lnTo>
                  <a:lnTo>
                    <a:pt x="2251" y="553"/>
                  </a:lnTo>
                  <a:lnTo>
                    <a:pt x="2303" y="523"/>
                  </a:lnTo>
                  <a:lnTo>
                    <a:pt x="2365" y="488"/>
                  </a:lnTo>
                  <a:lnTo>
                    <a:pt x="2442" y="431"/>
                  </a:lnTo>
                  <a:lnTo>
                    <a:pt x="2522" y="443"/>
                  </a:lnTo>
                  <a:lnTo>
                    <a:pt x="2615" y="556"/>
                  </a:lnTo>
                  <a:lnTo>
                    <a:pt x="2638" y="584"/>
                  </a:lnTo>
                  <a:lnTo>
                    <a:pt x="2833" y="766"/>
                  </a:lnTo>
                  <a:lnTo>
                    <a:pt x="2913" y="883"/>
                  </a:lnTo>
                  <a:lnTo>
                    <a:pt x="2930" y="907"/>
                  </a:lnTo>
                  <a:lnTo>
                    <a:pt x="2936" y="916"/>
                  </a:lnTo>
                  <a:lnTo>
                    <a:pt x="2950" y="937"/>
                  </a:lnTo>
                  <a:lnTo>
                    <a:pt x="2971" y="961"/>
                  </a:lnTo>
                  <a:lnTo>
                    <a:pt x="2992" y="975"/>
                  </a:lnTo>
                  <a:lnTo>
                    <a:pt x="3015" y="988"/>
                  </a:lnTo>
                  <a:lnTo>
                    <a:pt x="3049" y="1001"/>
                  </a:lnTo>
                  <a:lnTo>
                    <a:pt x="3083" y="1013"/>
                  </a:lnTo>
                  <a:lnTo>
                    <a:pt x="3107" y="1021"/>
                  </a:lnTo>
                  <a:lnTo>
                    <a:pt x="3117" y="1023"/>
                  </a:lnTo>
                  <a:lnTo>
                    <a:pt x="3139" y="1027"/>
                  </a:lnTo>
                  <a:lnTo>
                    <a:pt x="3165" y="1033"/>
                  </a:lnTo>
                  <a:lnTo>
                    <a:pt x="3180" y="1036"/>
                  </a:lnTo>
                  <a:lnTo>
                    <a:pt x="3203" y="1043"/>
                  </a:lnTo>
                  <a:lnTo>
                    <a:pt x="3208" y="1045"/>
                  </a:lnTo>
                  <a:lnTo>
                    <a:pt x="3212" y="1047"/>
                  </a:lnTo>
                  <a:lnTo>
                    <a:pt x="3220" y="1050"/>
                  </a:lnTo>
                  <a:lnTo>
                    <a:pt x="3227" y="1051"/>
                  </a:lnTo>
                  <a:lnTo>
                    <a:pt x="3237" y="1051"/>
                  </a:lnTo>
                  <a:lnTo>
                    <a:pt x="3242" y="1050"/>
                  </a:lnTo>
                  <a:lnTo>
                    <a:pt x="3247" y="1052"/>
                  </a:lnTo>
                  <a:lnTo>
                    <a:pt x="3252" y="1057"/>
                  </a:lnTo>
                  <a:lnTo>
                    <a:pt x="3263" y="1060"/>
                  </a:lnTo>
                  <a:lnTo>
                    <a:pt x="3293" y="1074"/>
                  </a:lnTo>
                  <a:lnTo>
                    <a:pt x="3323" y="1086"/>
                  </a:lnTo>
                  <a:lnTo>
                    <a:pt x="3354" y="1097"/>
                  </a:lnTo>
                  <a:lnTo>
                    <a:pt x="3362" y="1098"/>
                  </a:lnTo>
                  <a:lnTo>
                    <a:pt x="3394" y="1103"/>
                  </a:lnTo>
                  <a:lnTo>
                    <a:pt x="3416" y="1104"/>
                  </a:lnTo>
                  <a:lnTo>
                    <a:pt x="3430" y="1105"/>
                  </a:lnTo>
                  <a:lnTo>
                    <a:pt x="3442" y="1104"/>
                  </a:lnTo>
                  <a:lnTo>
                    <a:pt x="3448" y="1105"/>
                  </a:lnTo>
                  <a:lnTo>
                    <a:pt x="3452" y="1109"/>
                  </a:lnTo>
                  <a:lnTo>
                    <a:pt x="3458" y="1114"/>
                  </a:lnTo>
                  <a:lnTo>
                    <a:pt x="3470" y="1124"/>
                  </a:lnTo>
                  <a:lnTo>
                    <a:pt x="3484" y="1135"/>
                  </a:lnTo>
                  <a:lnTo>
                    <a:pt x="3509" y="1145"/>
                  </a:lnTo>
                  <a:lnTo>
                    <a:pt x="3543" y="1158"/>
                  </a:lnTo>
                  <a:lnTo>
                    <a:pt x="3551" y="1162"/>
                  </a:lnTo>
                  <a:lnTo>
                    <a:pt x="3554" y="1165"/>
                  </a:lnTo>
                  <a:lnTo>
                    <a:pt x="3558" y="1168"/>
                  </a:lnTo>
                  <a:lnTo>
                    <a:pt x="3565" y="1174"/>
                  </a:lnTo>
                  <a:lnTo>
                    <a:pt x="3588" y="1185"/>
                  </a:lnTo>
                  <a:lnTo>
                    <a:pt x="3608" y="1194"/>
                  </a:lnTo>
                  <a:lnTo>
                    <a:pt x="3627" y="1203"/>
                  </a:lnTo>
                  <a:lnTo>
                    <a:pt x="3653" y="1209"/>
                  </a:lnTo>
                  <a:lnTo>
                    <a:pt x="3709" y="1226"/>
                  </a:lnTo>
                  <a:lnTo>
                    <a:pt x="3749" y="1234"/>
                  </a:lnTo>
                  <a:lnTo>
                    <a:pt x="3800" y="1238"/>
                  </a:lnTo>
                  <a:lnTo>
                    <a:pt x="3858" y="1236"/>
                  </a:lnTo>
                  <a:lnTo>
                    <a:pt x="3914" y="1234"/>
                  </a:lnTo>
                  <a:lnTo>
                    <a:pt x="4020" y="1229"/>
                  </a:lnTo>
                  <a:lnTo>
                    <a:pt x="4044" y="1231"/>
                  </a:lnTo>
                  <a:lnTo>
                    <a:pt x="4067" y="1231"/>
                  </a:lnTo>
                  <a:lnTo>
                    <a:pt x="4126" y="1228"/>
                  </a:lnTo>
                  <a:lnTo>
                    <a:pt x="4131" y="1227"/>
                  </a:lnTo>
                  <a:lnTo>
                    <a:pt x="4195" y="1222"/>
                  </a:lnTo>
                  <a:lnTo>
                    <a:pt x="4200" y="1222"/>
                  </a:lnTo>
                  <a:lnTo>
                    <a:pt x="4237" y="1222"/>
                  </a:lnTo>
                  <a:lnTo>
                    <a:pt x="4282" y="1221"/>
                  </a:lnTo>
                  <a:lnTo>
                    <a:pt x="4304" y="1218"/>
                  </a:lnTo>
                  <a:lnTo>
                    <a:pt x="4370" y="1191"/>
                  </a:lnTo>
                  <a:lnTo>
                    <a:pt x="4398" y="1180"/>
                  </a:lnTo>
                  <a:lnTo>
                    <a:pt x="4872" y="1136"/>
                  </a:lnTo>
                  <a:lnTo>
                    <a:pt x="5017" y="1123"/>
                  </a:lnTo>
                  <a:lnTo>
                    <a:pt x="5118" y="1068"/>
                  </a:lnTo>
                  <a:lnTo>
                    <a:pt x="5187" y="979"/>
                  </a:lnTo>
                  <a:lnTo>
                    <a:pt x="5171" y="897"/>
                  </a:lnTo>
                  <a:lnTo>
                    <a:pt x="5169" y="886"/>
                  </a:lnTo>
                  <a:lnTo>
                    <a:pt x="5151" y="855"/>
                  </a:lnTo>
                  <a:lnTo>
                    <a:pt x="5138" y="832"/>
                  </a:lnTo>
                  <a:lnTo>
                    <a:pt x="5149" y="800"/>
                  </a:lnTo>
                  <a:lnTo>
                    <a:pt x="5156" y="800"/>
                  </a:lnTo>
                  <a:lnTo>
                    <a:pt x="5312" y="808"/>
                  </a:lnTo>
                  <a:lnTo>
                    <a:pt x="5346" y="810"/>
                  </a:lnTo>
                  <a:lnTo>
                    <a:pt x="5348" y="839"/>
                  </a:lnTo>
                  <a:lnTo>
                    <a:pt x="5349" y="846"/>
                  </a:lnTo>
                  <a:lnTo>
                    <a:pt x="5362" y="861"/>
                  </a:lnTo>
                  <a:lnTo>
                    <a:pt x="5374" y="871"/>
                  </a:lnTo>
                  <a:lnTo>
                    <a:pt x="5398" y="882"/>
                  </a:lnTo>
                  <a:lnTo>
                    <a:pt x="5422" y="886"/>
                  </a:lnTo>
                  <a:lnTo>
                    <a:pt x="5450" y="887"/>
                  </a:lnTo>
                  <a:lnTo>
                    <a:pt x="5474" y="883"/>
                  </a:lnTo>
                  <a:lnTo>
                    <a:pt x="5497" y="877"/>
                  </a:lnTo>
                  <a:lnTo>
                    <a:pt x="5518" y="868"/>
                  </a:lnTo>
                  <a:lnTo>
                    <a:pt x="5525" y="861"/>
                  </a:lnTo>
                  <a:lnTo>
                    <a:pt x="5530" y="853"/>
                  </a:lnTo>
                  <a:lnTo>
                    <a:pt x="5532" y="846"/>
                  </a:lnTo>
                  <a:lnTo>
                    <a:pt x="5531" y="841"/>
                  </a:lnTo>
                  <a:lnTo>
                    <a:pt x="5525" y="826"/>
                  </a:lnTo>
                  <a:lnTo>
                    <a:pt x="5533" y="813"/>
                  </a:lnTo>
                  <a:lnTo>
                    <a:pt x="5539" y="809"/>
                  </a:lnTo>
                  <a:lnTo>
                    <a:pt x="5550" y="808"/>
                  </a:lnTo>
                  <a:lnTo>
                    <a:pt x="5557" y="808"/>
                  </a:lnTo>
                  <a:lnTo>
                    <a:pt x="5577" y="825"/>
                  </a:lnTo>
                  <a:lnTo>
                    <a:pt x="5631" y="871"/>
                  </a:lnTo>
                  <a:lnTo>
                    <a:pt x="5638" y="876"/>
                  </a:lnTo>
                  <a:lnTo>
                    <a:pt x="5642" y="880"/>
                  </a:lnTo>
                  <a:lnTo>
                    <a:pt x="5702" y="931"/>
                  </a:lnTo>
                  <a:lnTo>
                    <a:pt x="5693" y="962"/>
                  </a:lnTo>
                  <a:lnTo>
                    <a:pt x="5685" y="985"/>
                  </a:lnTo>
                  <a:lnTo>
                    <a:pt x="5751" y="1105"/>
                  </a:lnTo>
                  <a:lnTo>
                    <a:pt x="5768" y="1125"/>
                  </a:lnTo>
                  <a:lnTo>
                    <a:pt x="5778" y="1137"/>
                  </a:lnTo>
                  <a:lnTo>
                    <a:pt x="5792" y="1153"/>
                  </a:lnTo>
                  <a:lnTo>
                    <a:pt x="5824" y="1176"/>
                  </a:lnTo>
                  <a:lnTo>
                    <a:pt x="5868" y="1197"/>
                  </a:lnTo>
                  <a:lnTo>
                    <a:pt x="6135" y="1325"/>
                  </a:lnTo>
                  <a:lnTo>
                    <a:pt x="6298" y="1405"/>
                  </a:lnTo>
                  <a:lnTo>
                    <a:pt x="6314" y="1413"/>
                  </a:lnTo>
                  <a:lnTo>
                    <a:pt x="6355" y="1434"/>
                  </a:lnTo>
                  <a:lnTo>
                    <a:pt x="6419" y="1466"/>
                  </a:lnTo>
                  <a:lnTo>
                    <a:pt x="6465" y="1488"/>
                  </a:lnTo>
                  <a:lnTo>
                    <a:pt x="6553" y="1489"/>
                  </a:lnTo>
                  <a:lnTo>
                    <a:pt x="6593" y="1459"/>
                  </a:lnTo>
                  <a:lnTo>
                    <a:pt x="6624" y="1436"/>
                  </a:lnTo>
                  <a:lnTo>
                    <a:pt x="6640" y="1430"/>
                  </a:lnTo>
                  <a:lnTo>
                    <a:pt x="6664" y="1426"/>
                  </a:lnTo>
                  <a:lnTo>
                    <a:pt x="6674" y="1426"/>
                  </a:lnTo>
                  <a:lnTo>
                    <a:pt x="6680" y="1423"/>
                  </a:lnTo>
                  <a:lnTo>
                    <a:pt x="6685" y="1423"/>
                  </a:lnTo>
                  <a:lnTo>
                    <a:pt x="6692" y="1427"/>
                  </a:lnTo>
                  <a:lnTo>
                    <a:pt x="6700" y="1432"/>
                  </a:lnTo>
                  <a:lnTo>
                    <a:pt x="6714" y="1437"/>
                  </a:lnTo>
                  <a:lnTo>
                    <a:pt x="6720" y="1441"/>
                  </a:lnTo>
                  <a:lnTo>
                    <a:pt x="6728" y="1448"/>
                  </a:lnTo>
                  <a:lnTo>
                    <a:pt x="6737" y="1461"/>
                  </a:lnTo>
                  <a:lnTo>
                    <a:pt x="6736" y="1533"/>
                  </a:lnTo>
                  <a:lnTo>
                    <a:pt x="6728" y="1554"/>
                  </a:lnTo>
                  <a:lnTo>
                    <a:pt x="6730" y="1571"/>
                  </a:lnTo>
                  <a:lnTo>
                    <a:pt x="6738" y="1587"/>
                  </a:lnTo>
                  <a:lnTo>
                    <a:pt x="6753" y="1599"/>
                  </a:lnTo>
                  <a:lnTo>
                    <a:pt x="6772" y="1609"/>
                  </a:lnTo>
                  <a:lnTo>
                    <a:pt x="6838" y="1634"/>
                  </a:lnTo>
                  <a:lnTo>
                    <a:pt x="6860" y="1642"/>
                  </a:lnTo>
                  <a:lnTo>
                    <a:pt x="6887" y="1645"/>
                  </a:lnTo>
                  <a:lnTo>
                    <a:pt x="6908" y="1647"/>
                  </a:lnTo>
                  <a:lnTo>
                    <a:pt x="6918" y="1648"/>
                  </a:lnTo>
                  <a:lnTo>
                    <a:pt x="6928" y="1647"/>
                  </a:lnTo>
                  <a:lnTo>
                    <a:pt x="6961" y="1638"/>
                  </a:lnTo>
                  <a:lnTo>
                    <a:pt x="6969" y="1628"/>
                  </a:lnTo>
                  <a:lnTo>
                    <a:pt x="6975" y="1617"/>
                  </a:lnTo>
                  <a:lnTo>
                    <a:pt x="6978" y="1611"/>
                  </a:lnTo>
                  <a:lnTo>
                    <a:pt x="6980" y="1604"/>
                  </a:lnTo>
                  <a:lnTo>
                    <a:pt x="6997" y="1581"/>
                  </a:lnTo>
                  <a:lnTo>
                    <a:pt x="7002" y="1570"/>
                  </a:lnTo>
                  <a:lnTo>
                    <a:pt x="7078" y="1563"/>
                  </a:lnTo>
                  <a:lnTo>
                    <a:pt x="7160" y="1603"/>
                  </a:lnTo>
                  <a:lnTo>
                    <a:pt x="7178" y="1612"/>
                  </a:lnTo>
                  <a:lnTo>
                    <a:pt x="7202" y="1607"/>
                  </a:lnTo>
                  <a:lnTo>
                    <a:pt x="7276" y="1593"/>
                  </a:lnTo>
                  <a:lnTo>
                    <a:pt x="7305" y="1519"/>
                  </a:lnTo>
                  <a:lnTo>
                    <a:pt x="7330" y="1483"/>
                  </a:lnTo>
                  <a:lnTo>
                    <a:pt x="7390" y="1494"/>
                  </a:lnTo>
                  <a:lnTo>
                    <a:pt x="7408" y="1520"/>
                  </a:lnTo>
                  <a:lnTo>
                    <a:pt x="7405" y="1531"/>
                  </a:lnTo>
                  <a:lnTo>
                    <a:pt x="7394" y="1587"/>
                  </a:lnTo>
                  <a:lnTo>
                    <a:pt x="7410" y="1639"/>
                  </a:lnTo>
                  <a:lnTo>
                    <a:pt x="7422" y="1651"/>
                  </a:lnTo>
                  <a:lnTo>
                    <a:pt x="7443" y="1662"/>
                  </a:lnTo>
                  <a:lnTo>
                    <a:pt x="7459" y="1666"/>
                  </a:lnTo>
                  <a:lnTo>
                    <a:pt x="7474" y="1665"/>
                  </a:lnTo>
                  <a:lnTo>
                    <a:pt x="7484" y="1661"/>
                  </a:lnTo>
                  <a:lnTo>
                    <a:pt x="7496" y="1656"/>
                  </a:lnTo>
                  <a:lnTo>
                    <a:pt x="7503" y="1655"/>
                  </a:lnTo>
                  <a:lnTo>
                    <a:pt x="7509" y="1657"/>
                  </a:lnTo>
                  <a:lnTo>
                    <a:pt x="7512" y="1662"/>
                  </a:lnTo>
                  <a:lnTo>
                    <a:pt x="7516" y="1667"/>
                  </a:lnTo>
                  <a:lnTo>
                    <a:pt x="7524" y="1674"/>
                  </a:lnTo>
                  <a:lnTo>
                    <a:pt x="7525" y="1682"/>
                  </a:lnTo>
                  <a:lnTo>
                    <a:pt x="7523" y="1705"/>
                  </a:lnTo>
                  <a:lnTo>
                    <a:pt x="7517" y="1713"/>
                  </a:lnTo>
                  <a:lnTo>
                    <a:pt x="7511" y="1715"/>
                  </a:lnTo>
                  <a:lnTo>
                    <a:pt x="7481" y="1723"/>
                  </a:lnTo>
                  <a:lnTo>
                    <a:pt x="7452" y="1729"/>
                  </a:lnTo>
                  <a:lnTo>
                    <a:pt x="7424" y="1738"/>
                  </a:lnTo>
                  <a:lnTo>
                    <a:pt x="7406" y="1739"/>
                  </a:lnTo>
                  <a:lnTo>
                    <a:pt x="7226" y="1723"/>
                  </a:lnTo>
                  <a:lnTo>
                    <a:pt x="7152" y="1709"/>
                  </a:lnTo>
                  <a:lnTo>
                    <a:pt x="7129" y="1723"/>
                  </a:lnTo>
                  <a:lnTo>
                    <a:pt x="6929" y="1843"/>
                  </a:lnTo>
                  <a:lnTo>
                    <a:pt x="6888" y="1928"/>
                  </a:lnTo>
                  <a:lnTo>
                    <a:pt x="6811" y="1986"/>
                  </a:lnTo>
                  <a:lnTo>
                    <a:pt x="6753" y="2030"/>
                  </a:lnTo>
                  <a:lnTo>
                    <a:pt x="6677" y="2133"/>
                  </a:lnTo>
                  <a:lnTo>
                    <a:pt x="6626" y="2154"/>
                  </a:lnTo>
                  <a:lnTo>
                    <a:pt x="6594" y="2168"/>
                  </a:lnTo>
                  <a:lnTo>
                    <a:pt x="6515" y="2201"/>
                  </a:lnTo>
                  <a:lnTo>
                    <a:pt x="6483" y="2212"/>
                  </a:lnTo>
                  <a:lnTo>
                    <a:pt x="6473" y="2212"/>
                  </a:lnTo>
                  <a:lnTo>
                    <a:pt x="6460" y="2213"/>
                  </a:lnTo>
                  <a:lnTo>
                    <a:pt x="6443" y="2205"/>
                  </a:lnTo>
                  <a:lnTo>
                    <a:pt x="6423" y="2192"/>
                  </a:lnTo>
                  <a:lnTo>
                    <a:pt x="6406" y="2181"/>
                  </a:lnTo>
                  <a:lnTo>
                    <a:pt x="6414" y="2176"/>
                  </a:lnTo>
                  <a:lnTo>
                    <a:pt x="6425" y="2167"/>
                  </a:lnTo>
                  <a:lnTo>
                    <a:pt x="6433" y="2161"/>
                  </a:lnTo>
                  <a:lnTo>
                    <a:pt x="6416" y="2137"/>
                  </a:lnTo>
                  <a:lnTo>
                    <a:pt x="6372" y="2093"/>
                  </a:lnTo>
                  <a:lnTo>
                    <a:pt x="6339" y="2058"/>
                  </a:lnTo>
                  <a:lnTo>
                    <a:pt x="6236" y="1975"/>
                  </a:lnTo>
                  <a:lnTo>
                    <a:pt x="6218" y="1958"/>
                  </a:lnTo>
                  <a:lnTo>
                    <a:pt x="6084" y="1896"/>
                  </a:lnTo>
                  <a:lnTo>
                    <a:pt x="5972" y="1845"/>
                  </a:lnTo>
                  <a:lnTo>
                    <a:pt x="5913" y="1822"/>
                  </a:lnTo>
                  <a:lnTo>
                    <a:pt x="5905" y="1819"/>
                  </a:lnTo>
                  <a:lnTo>
                    <a:pt x="5772" y="1767"/>
                  </a:lnTo>
                  <a:lnTo>
                    <a:pt x="5669" y="1777"/>
                  </a:lnTo>
                  <a:lnTo>
                    <a:pt x="5641" y="1780"/>
                  </a:lnTo>
                  <a:lnTo>
                    <a:pt x="5588" y="1785"/>
                  </a:lnTo>
                  <a:lnTo>
                    <a:pt x="5303" y="1794"/>
                  </a:lnTo>
                  <a:lnTo>
                    <a:pt x="5250" y="1796"/>
                  </a:lnTo>
                  <a:lnTo>
                    <a:pt x="5242" y="1796"/>
                  </a:lnTo>
                  <a:lnTo>
                    <a:pt x="5221" y="1792"/>
                  </a:lnTo>
                  <a:lnTo>
                    <a:pt x="5174" y="1781"/>
                  </a:lnTo>
                  <a:lnTo>
                    <a:pt x="5120" y="1760"/>
                  </a:lnTo>
                  <a:lnTo>
                    <a:pt x="5067" y="1747"/>
                  </a:lnTo>
                  <a:lnTo>
                    <a:pt x="5026" y="1739"/>
                  </a:lnTo>
                  <a:lnTo>
                    <a:pt x="4979" y="1733"/>
                  </a:lnTo>
                  <a:lnTo>
                    <a:pt x="4957" y="1732"/>
                  </a:lnTo>
                  <a:lnTo>
                    <a:pt x="4905" y="1763"/>
                  </a:lnTo>
                  <a:lnTo>
                    <a:pt x="4887" y="1774"/>
                  </a:lnTo>
                  <a:lnTo>
                    <a:pt x="4807" y="1775"/>
                  </a:lnTo>
                  <a:lnTo>
                    <a:pt x="4770" y="1755"/>
                  </a:lnTo>
                  <a:lnTo>
                    <a:pt x="4697" y="1713"/>
                  </a:lnTo>
                  <a:lnTo>
                    <a:pt x="4666" y="1695"/>
                  </a:lnTo>
                  <a:lnTo>
                    <a:pt x="4572" y="1641"/>
                  </a:lnTo>
                  <a:lnTo>
                    <a:pt x="4533" y="1629"/>
                  </a:lnTo>
                  <a:lnTo>
                    <a:pt x="4303" y="1563"/>
                  </a:lnTo>
                  <a:lnTo>
                    <a:pt x="4180" y="1557"/>
                  </a:lnTo>
                  <a:lnTo>
                    <a:pt x="4164" y="1557"/>
                  </a:lnTo>
                  <a:lnTo>
                    <a:pt x="4145" y="1556"/>
                  </a:lnTo>
                  <a:lnTo>
                    <a:pt x="4069" y="1552"/>
                  </a:lnTo>
                  <a:lnTo>
                    <a:pt x="4002" y="1549"/>
                  </a:lnTo>
                  <a:lnTo>
                    <a:pt x="3966" y="1550"/>
                  </a:lnTo>
                  <a:lnTo>
                    <a:pt x="3738" y="1538"/>
                  </a:lnTo>
                  <a:lnTo>
                    <a:pt x="3687" y="1531"/>
                  </a:lnTo>
                  <a:lnTo>
                    <a:pt x="3650" y="1526"/>
                  </a:lnTo>
                  <a:lnTo>
                    <a:pt x="3632" y="1526"/>
                  </a:lnTo>
                  <a:lnTo>
                    <a:pt x="3619" y="1526"/>
                  </a:lnTo>
                  <a:lnTo>
                    <a:pt x="3589" y="1537"/>
                  </a:lnTo>
                  <a:lnTo>
                    <a:pt x="3563" y="1546"/>
                  </a:lnTo>
                  <a:lnTo>
                    <a:pt x="3522" y="1561"/>
                  </a:lnTo>
                  <a:lnTo>
                    <a:pt x="3507" y="1572"/>
                  </a:lnTo>
                  <a:lnTo>
                    <a:pt x="3491" y="1588"/>
                  </a:lnTo>
                  <a:lnTo>
                    <a:pt x="3475" y="1606"/>
                  </a:lnTo>
                  <a:lnTo>
                    <a:pt x="3448" y="1649"/>
                  </a:lnTo>
                  <a:lnTo>
                    <a:pt x="3440" y="1664"/>
                  </a:lnTo>
                  <a:lnTo>
                    <a:pt x="3437" y="1674"/>
                  </a:lnTo>
                  <a:lnTo>
                    <a:pt x="3436" y="1686"/>
                  </a:lnTo>
                  <a:lnTo>
                    <a:pt x="3439" y="1698"/>
                  </a:lnTo>
                  <a:lnTo>
                    <a:pt x="3441" y="1705"/>
                  </a:lnTo>
                  <a:lnTo>
                    <a:pt x="3591" y="1818"/>
                  </a:lnTo>
                  <a:lnTo>
                    <a:pt x="3649" y="1822"/>
                  </a:lnTo>
                  <a:lnTo>
                    <a:pt x="3654" y="1827"/>
                  </a:lnTo>
                  <a:lnTo>
                    <a:pt x="3657" y="1835"/>
                  </a:lnTo>
                  <a:lnTo>
                    <a:pt x="3649" y="1892"/>
                  </a:lnTo>
                  <a:lnTo>
                    <a:pt x="3643" y="1912"/>
                  </a:lnTo>
                  <a:lnTo>
                    <a:pt x="3636" y="1914"/>
                  </a:lnTo>
                  <a:lnTo>
                    <a:pt x="3583" y="1926"/>
                  </a:lnTo>
                  <a:lnTo>
                    <a:pt x="3578" y="1927"/>
                  </a:lnTo>
                  <a:lnTo>
                    <a:pt x="3553" y="1936"/>
                  </a:lnTo>
                  <a:lnTo>
                    <a:pt x="3531" y="1946"/>
                  </a:lnTo>
                  <a:lnTo>
                    <a:pt x="3512" y="1956"/>
                  </a:lnTo>
                  <a:lnTo>
                    <a:pt x="3498" y="1967"/>
                  </a:lnTo>
                  <a:lnTo>
                    <a:pt x="3489" y="1975"/>
                  </a:lnTo>
                  <a:lnTo>
                    <a:pt x="3478" y="1992"/>
                  </a:lnTo>
                  <a:lnTo>
                    <a:pt x="3475" y="2010"/>
                  </a:lnTo>
                  <a:lnTo>
                    <a:pt x="3470" y="2035"/>
                  </a:lnTo>
                  <a:lnTo>
                    <a:pt x="3440" y="2183"/>
                  </a:lnTo>
                  <a:lnTo>
                    <a:pt x="3433" y="2194"/>
                  </a:lnTo>
                  <a:lnTo>
                    <a:pt x="3412" y="2223"/>
                  </a:lnTo>
                  <a:lnTo>
                    <a:pt x="3394" y="2229"/>
                  </a:lnTo>
                  <a:lnTo>
                    <a:pt x="3256" y="2278"/>
                  </a:lnTo>
                  <a:lnTo>
                    <a:pt x="3212" y="2288"/>
                  </a:lnTo>
                  <a:lnTo>
                    <a:pt x="3191" y="2272"/>
                  </a:lnTo>
                  <a:lnTo>
                    <a:pt x="3196" y="2259"/>
                  </a:lnTo>
                  <a:lnTo>
                    <a:pt x="3198" y="2252"/>
                  </a:lnTo>
                  <a:lnTo>
                    <a:pt x="3221" y="2185"/>
                  </a:lnTo>
                  <a:lnTo>
                    <a:pt x="3132" y="2095"/>
                  </a:lnTo>
                  <a:lnTo>
                    <a:pt x="3053" y="2008"/>
                  </a:lnTo>
                  <a:lnTo>
                    <a:pt x="3010" y="1957"/>
                  </a:lnTo>
                  <a:lnTo>
                    <a:pt x="2973" y="1913"/>
                  </a:lnTo>
                  <a:lnTo>
                    <a:pt x="2953" y="1895"/>
                  </a:lnTo>
                  <a:lnTo>
                    <a:pt x="2943" y="1885"/>
                  </a:lnTo>
                  <a:lnTo>
                    <a:pt x="2975" y="1860"/>
                  </a:lnTo>
                  <a:lnTo>
                    <a:pt x="3091" y="1774"/>
                  </a:lnTo>
                  <a:lnTo>
                    <a:pt x="3131" y="1710"/>
                  </a:lnTo>
                  <a:lnTo>
                    <a:pt x="3097" y="1644"/>
                  </a:lnTo>
                  <a:lnTo>
                    <a:pt x="3084" y="1622"/>
                  </a:lnTo>
                  <a:lnTo>
                    <a:pt x="3068" y="1602"/>
                  </a:lnTo>
                  <a:lnTo>
                    <a:pt x="3047" y="1581"/>
                  </a:lnTo>
                  <a:lnTo>
                    <a:pt x="3006" y="1549"/>
                  </a:lnTo>
                  <a:lnTo>
                    <a:pt x="2989" y="1534"/>
                  </a:lnTo>
                  <a:lnTo>
                    <a:pt x="2952" y="1512"/>
                  </a:lnTo>
                  <a:lnTo>
                    <a:pt x="2924" y="1501"/>
                  </a:lnTo>
                  <a:lnTo>
                    <a:pt x="2894" y="1490"/>
                  </a:lnTo>
                  <a:lnTo>
                    <a:pt x="2857" y="1477"/>
                  </a:lnTo>
                  <a:lnTo>
                    <a:pt x="2804" y="1464"/>
                  </a:lnTo>
                  <a:lnTo>
                    <a:pt x="2730" y="1443"/>
                  </a:lnTo>
                  <a:lnTo>
                    <a:pt x="2706" y="1436"/>
                  </a:lnTo>
                  <a:lnTo>
                    <a:pt x="2660" y="1423"/>
                  </a:lnTo>
                  <a:lnTo>
                    <a:pt x="2547" y="1420"/>
                  </a:lnTo>
                  <a:lnTo>
                    <a:pt x="2422" y="1433"/>
                  </a:lnTo>
                  <a:lnTo>
                    <a:pt x="2382" y="1427"/>
                  </a:lnTo>
                  <a:lnTo>
                    <a:pt x="2183" y="1397"/>
                  </a:lnTo>
                  <a:lnTo>
                    <a:pt x="2156" y="1379"/>
                  </a:lnTo>
                  <a:lnTo>
                    <a:pt x="2098" y="1339"/>
                  </a:lnTo>
                  <a:lnTo>
                    <a:pt x="2029" y="1298"/>
                  </a:lnTo>
                  <a:lnTo>
                    <a:pt x="1957" y="1256"/>
                  </a:lnTo>
                  <a:lnTo>
                    <a:pt x="1927" y="1220"/>
                  </a:lnTo>
                  <a:lnTo>
                    <a:pt x="1910" y="1198"/>
                  </a:lnTo>
                  <a:lnTo>
                    <a:pt x="1896" y="1181"/>
                  </a:lnTo>
                  <a:lnTo>
                    <a:pt x="1863" y="1173"/>
                  </a:lnTo>
                  <a:lnTo>
                    <a:pt x="1858" y="1172"/>
                  </a:lnTo>
                  <a:lnTo>
                    <a:pt x="1845" y="1169"/>
                  </a:lnTo>
                  <a:lnTo>
                    <a:pt x="1788" y="1154"/>
                  </a:lnTo>
                  <a:lnTo>
                    <a:pt x="1687" y="1128"/>
                  </a:lnTo>
                  <a:lnTo>
                    <a:pt x="1679" y="1125"/>
                  </a:lnTo>
                  <a:lnTo>
                    <a:pt x="1608" y="1106"/>
                  </a:lnTo>
                  <a:lnTo>
                    <a:pt x="1527" y="1029"/>
                  </a:lnTo>
                  <a:lnTo>
                    <a:pt x="1448" y="951"/>
                  </a:lnTo>
                  <a:lnTo>
                    <a:pt x="1415" y="919"/>
                  </a:lnTo>
                  <a:lnTo>
                    <a:pt x="1344" y="905"/>
                  </a:lnTo>
                  <a:lnTo>
                    <a:pt x="1295" y="902"/>
                  </a:lnTo>
                  <a:lnTo>
                    <a:pt x="1264" y="902"/>
                  </a:lnTo>
                  <a:lnTo>
                    <a:pt x="1251" y="899"/>
                  </a:lnTo>
                  <a:lnTo>
                    <a:pt x="1238" y="897"/>
                  </a:lnTo>
                  <a:lnTo>
                    <a:pt x="1230" y="896"/>
                  </a:lnTo>
                  <a:lnTo>
                    <a:pt x="1221" y="890"/>
                  </a:lnTo>
                  <a:lnTo>
                    <a:pt x="1162" y="838"/>
                  </a:lnTo>
                  <a:lnTo>
                    <a:pt x="1140" y="825"/>
                  </a:lnTo>
                  <a:lnTo>
                    <a:pt x="1128" y="818"/>
                  </a:lnTo>
                  <a:lnTo>
                    <a:pt x="1106" y="812"/>
                  </a:lnTo>
                  <a:lnTo>
                    <a:pt x="1075" y="806"/>
                  </a:lnTo>
                  <a:lnTo>
                    <a:pt x="1012" y="801"/>
                  </a:lnTo>
                  <a:lnTo>
                    <a:pt x="990" y="800"/>
                  </a:lnTo>
                  <a:lnTo>
                    <a:pt x="964" y="800"/>
                  </a:lnTo>
                  <a:lnTo>
                    <a:pt x="951" y="801"/>
                  </a:lnTo>
                  <a:lnTo>
                    <a:pt x="914" y="804"/>
                  </a:lnTo>
                  <a:lnTo>
                    <a:pt x="906" y="805"/>
                  </a:lnTo>
                  <a:lnTo>
                    <a:pt x="849" y="806"/>
                  </a:lnTo>
                  <a:lnTo>
                    <a:pt x="806" y="809"/>
                  </a:lnTo>
                  <a:lnTo>
                    <a:pt x="768" y="807"/>
                  </a:lnTo>
                  <a:lnTo>
                    <a:pt x="714" y="800"/>
                  </a:lnTo>
                  <a:lnTo>
                    <a:pt x="592" y="762"/>
                  </a:lnTo>
                  <a:lnTo>
                    <a:pt x="566" y="754"/>
                  </a:lnTo>
                  <a:lnTo>
                    <a:pt x="535" y="742"/>
                  </a:lnTo>
                  <a:lnTo>
                    <a:pt x="411" y="694"/>
                  </a:lnTo>
                  <a:lnTo>
                    <a:pt x="391" y="677"/>
                  </a:lnTo>
                  <a:lnTo>
                    <a:pt x="374" y="669"/>
                  </a:lnTo>
                  <a:lnTo>
                    <a:pt x="339" y="644"/>
                  </a:lnTo>
                  <a:lnTo>
                    <a:pt x="331" y="631"/>
                  </a:lnTo>
                  <a:lnTo>
                    <a:pt x="317" y="614"/>
                  </a:lnTo>
                  <a:lnTo>
                    <a:pt x="310" y="608"/>
                  </a:lnTo>
                  <a:lnTo>
                    <a:pt x="297" y="598"/>
                  </a:lnTo>
                  <a:lnTo>
                    <a:pt x="288" y="588"/>
                  </a:lnTo>
                  <a:lnTo>
                    <a:pt x="260" y="564"/>
                  </a:lnTo>
                  <a:lnTo>
                    <a:pt x="232" y="545"/>
                  </a:lnTo>
                  <a:lnTo>
                    <a:pt x="158" y="492"/>
                  </a:lnTo>
                  <a:lnTo>
                    <a:pt x="114" y="461"/>
                  </a:lnTo>
                  <a:lnTo>
                    <a:pt x="109" y="460"/>
                  </a:lnTo>
                  <a:lnTo>
                    <a:pt x="91" y="444"/>
                  </a:lnTo>
                  <a:lnTo>
                    <a:pt x="71" y="424"/>
                  </a:lnTo>
                  <a:lnTo>
                    <a:pt x="40" y="375"/>
                  </a:lnTo>
                  <a:lnTo>
                    <a:pt x="30" y="359"/>
                  </a:lnTo>
                  <a:lnTo>
                    <a:pt x="0" y="318"/>
                  </a:lnTo>
                  <a:lnTo>
                    <a:pt x="91" y="289"/>
                  </a:lnTo>
                  <a:lnTo>
                    <a:pt x="108" y="284"/>
                  </a:lnTo>
                  <a:lnTo>
                    <a:pt x="246" y="276"/>
                  </a:lnTo>
                  <a:lnTo>
                    <a:pt x="337" y="271"/>
                  </a:lnTo>
                  <a:lnTo>
                    <a:pt x="356" y="270"/>
                  </a:lnTo>
                  <a:lnTo>
                    <a:pt x="435" y="266"/>
                  </a:lnTo>
                  <a:lnTo>
                    <a:pt x="512" y="292"/>
                  </a:lnTo>
                  <a:lnTo>
                    <a:pt x="536" y="300"/>
                  </a:lnTo>
                  <a:lnTo>
                    <a:pt x="614" y="293"/>
                  </a:lnTo>
                  <a:lnTo>
                    <a:pt x="634" y="291"/>
                  </a:lnTo>
                  <a:lnTo>
                    <a:pt x="654" y="289"/>
                  </a:lnTo>
                  <a:lnTo>
                    <a:pt x="701" y="231"/>
                  </a:lnTo>
                  <a:lnTo>
                    <a:pt x="674" y="204"/>
                  </a:lnTo>
                  <a:lnTo>
                    <a:pt x="676" y="167"/>
                  </a:lnTo>
                  <a:lnTo>
                    <a:pt x="812" y="57"/>
                  </a:lnTo>
                  <a:lnTo>
                    <a:pt x="819" y="50"/>
                  </a:lnTo>
                  <a:lnTo>
                    <a:pt x="836" y="60"/>
                  </a:lnTo>
                  <a:lnTo>
                    <a:pt x="936" y="118"/>
                  </a:lnTo>
                  <a:lnTo>
                    <a:pt x="978" y="142"/>
                  </a:lnTo>
                  <a:lnTo>
                    <a:pt x="982" y="161"/>
                  </a:lnTo>
                  <a:lnTo>
                    <a:pt x="1005" y="264"/>
                  </a:lnTo>
                  <a:lnTo>
                    <a:pt x="995" y="297"/>
                  </a:lnTo>
                  <a:lnTo>
                    <a:pt x="986" y="326"/>
                  </a:lnTo>
                  <a:lnTo>
                    <a:pt x="1003" y="338"/>
                  </a:lnTo>
                  <a:lnTo>
                    <a:pt x="1015" y="351"/>
                  </a:lnTo>
                  <a:lnTo>
                    <a:pt x="1024" y="356"/>
                  </a:lnTo>
                  <a:lnTo>
                    <a:pt x="1039" y="361"/>
                  </a:lnTo>
                  <a:lnTo>
                    <a:pt x="1063" y="367"/>
                  </a:lnTo>
                  <a:lnTo>
                    <a:pt x="1087" y="372"/>
                  </a:lnTo>
                  <a:lnTo>
                    <a:pt x="1105" y="374"/>
                  </a:lnTo>
                  <a:lnTo>
                    <a:pt x="1117" y="374"/>
                  </a:lnTo>
                  <a:lnTo>
                    <a:pt x="1128" y="375"/>
                  </a:lnTo>
                  <a:lnTo>
                    <a:pt x="1140" y="374"/>
                  </a:lnTo>
                  <a:lnTo>
                    <a:pt x="1154" y="372"/>
                  </a:lnTo>
                  <a:lnTo>
                    <a:pt x="1327" y="362"/>
                  </a:lnTo>
                  <a:lnTo>
                    <a:pt x="1337" y="363"/>
                  </a:lnTo>
                  <a:lnTo>
                    <a:pt x="1346" y="361"/>
                  </a:lnTo>
                  <a:lnTo>
                    <a:pt x="1349" y="356"/>
                  </a:lnTo>
                  <a:lnTo>
                    <a:pt x="1353" y="340"/>
                  </a:lnTo>
                  <a:lnTo>
                    <a:pt x="1355" y="333"/>
                  </a:lnTo>
                  <a:lnTo>
                    <a:pt x="1354" y="327"/>
                  </a:lnTo>
                  <a:lnTo>
                    <a:pt x="1351" y="323"/>
                  </a:lnTo>
                  <a:lnTo>
                    <a:pt x="1347" y="320"/>
                  </a:lnTo>
                  <a:lnTo>
                    <a:pt x="1342" y="318"/>
                  </a:lnTo>
                  <a:lnTo>
                    <a:pt x="1339" y="315"/>
                  </a:lnTo>
                  <a:lnTo>
                    <a:pt x="1336" y="305"/>
                  </a:lnTo>
                  <a:lnTo>
                    <a:pt x="1326" y="295"/>
                  </a:lnTo>
                  <a:lnTo>
                    <a:pt x="1318" y="246"/>
                  </a:lnTo>
                  <a:lnTo>
                    <a:pt x="1366" y="191"/>
                  </a:lnTo>
                  <a:lnTo>
                    <a:pt x="1472" y="129"/>
                  </a:lnTo>
                  <a:lnTo>
                    <a:pt x="1511" y="106"/>
                  </a:lnTo>
                  <a:lnTo>
                    <a:pt x="1531" y="94"/>
                  </a:lnTo>
                  <a:lnTo>
                    <a:pt x="1573" y="45"/>
                  </a:lnTo>
                  <a:lnTo>
                    <a:pt x="1618" y="3"/>
                  </a:lnTo>
                  <a:lnTo>
                    <a:pt x="1742" y="0"/>
                  </a:lnTo>
                  <a:lnTo>
                    <a:pt x="1783" y="27"/>
                  </a:lnTo>
                  <a:lnTo>
                    <a:pt x="1805" y="42"/>
                  </a:lnTo>
                  <a:lnTo>
                    <a:pt x="1815" y="133"/>
                  </a:lnTo>
                  <a:lnTo>
                    <a:pt x="1836" y="203"/>
                  </a:lnTo>
                  <a:lnTo>
                    <a:pt x="1852" y="221"/>
                  </a:lnTo>
                  <a:lnTo>
                    <a:pt x="1870" y="238"/>
                  </a:lnTo>
                  <a:lnTo>
                    <a:pt x="1891" y="251"/>
                  </a:lnTo>
                  <a:lnTo>
                    <a:pt x="1897" y="254"/>
                  </a:lnTo>
                  <a:lnTo>
                    <a:pt x="1931" y="269"/>
                  </a:lnTo>
                  <a:lnTo>
                    <a:pt x="1960" y="281"/>
                  </a:lnTo>
                  <a:lnTo>
                    <a:pt x="1975" y="288"/>
                  </a:lnTo>
                  <a:lnTo>
                    <a:pt x="2000" y="298"/>
                  </a:lnTo>
                  <a:lnTo>
                    <a:pt x="2007" y="302"/>
                  </a:lnTo>
                  <a:lnTo>
                    <a:pt x="2008" y="308"/>
                  </a:lnTo>
                  <a:lnTo>
                    <a:pt x="2008" y="313"/>
                  </a:lnTo>
                  <a:lnTo>
                    <a:pt x="2011" y="320"/>
                  </a:lnTo>
                  <a:lnTo>
                    <a:pt x="2006" y="325"/>
                  </a:lnTo>
                  <a:lnTo>
                    <a:pt x="1992" y="330"/>
                  </a:lnTo>
                  <a:lnTo>
                    <a:pt x="1974" y="335"/>
                  </a:lnTo>
                  <a:lnTo>
                    <a:pt x="1950" y="3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7309872" y="1435577"/>
              <a:ext cx="1257" cy="832"/>
            </a:xfrm>
            <a:custGeom>
              <a:avLst/>
              <a:pathLst>
                <a:path w="1257" h="832">
                  <a:moveTo>
                    <a:pt x="903" y="3"/>
                  </a:moveTo>
                  <a:lnTo>
                    <a:pt x="991" y="67"/>
                  </a:lnTo>
                  <a:lnTo>
                    <a:pt x="1036" y="63"/>
                  </a:lnTo>
                  <a:lnTo>
                    <a:pt x="1163" y="50"/>
                  </a:lnTo>
                  <a:lnTo>
                    <a:pt x="1184" y="60"/>
                  </a:lnTo>
                  <a:lnTo>
                    <a:pt x="1196" y="74"/>
                  </a:lnTo>
                  <a:lnTo>
                    <a:pt x="1225" y="150"/>
                  </a:lnTo>
                  <a:lnTo>
                    <a:pt x="1257" y="297"/>
                  </a:lnTo>
                  <a:lnTo>
                    <a:pt x="1243" y="399"/>
                  </a:lnTo>
                  <a:lnTo>
                    <a:pt x="1221" y="447"/>
                  </a:lnTo>
                  <a:lnTo>
                    <a:pt x="1207" y="471"/>
                  </a:lnTo>
                  <a:lnTo>
                    <a:pt x="1128" y="565"/>
                  </a:lnTo>
                  <a:lnTo>
                    <a:pt x="1028" y="650"/>
                  </a:lnTo>
                  <a:lnTo>
                    <a:pt x="1010" y="659"/>
                  </a:lnTo>
                  <a:lnTo>
                    <a:pt x="987" y="668"/>
                  </a:lnTo>
                  <a:lnTo>
                    <a:pt x="962" y="673"/>
                  </a:lnTo>
                  <a:lnTo>
                    <a:pt x="955" y="673"/>
                  </a:lnTo>
                  <a:lnTo>
                    <a:pt x="948" y="676"/>
                  </a:lnTo>
                  <a:lnTo>
                    <a:pt x="948" y="681"/>
                  </a:lnTo>
                  <a:lnTo>
                    <a:pt x="943" y="687"/>
                  </a:lnTo>
                  <a:lnTo>
                    <a:pt x="936" y="688"/>
                  </a:lnTo>
                  <a:lnTo>
                    <a:pt x="929" y="688"/>
                  </a:lnTo>
                  <a:lnTo>
                    <a:pt x="923" y="686"/>
                  </a:lnTo>
                  <a:lnTo>
                    <a:pt x="921" y="680"/>
                  </a:lnTo>
                  <a:lnTo>
                    <a:pt x="915" y="674"/>
                  </a:lnTo>
                  <a:lnTo>
                    <a:pt x="907" y="670"/>
                  </a:lnTo>
                  <a:lnTo>
                    <a:pt x="903" y="669"/>
                  </a:lnTo>
                  <a:lnTo>
                    <a:pt x="898" y="669"/>
                  </a:lnTo>
                  <a:lnTo>
                    <a:pt x="891" y="666"/>
                  </a:lnTo>
                  <a:lnTo>
                    <a:pt x="889" y="663"/>
                  </a:lnTo>
                  <a:lnTo>
                    <a:pt x="887" y="657"/>
                  </a:lnTo>
                  <a:lnTo>
                    <a:pt x="882" y="652"/>
                  </a:lnTo>
                  <a:lnTo>
                    <a:pt x="877" y="648"/>
                  </a:lnTo>
                  <a:lnTo>
                    <a:pt x="872" y="644"/>
                  </a:lnTo>
                  <a:lnTo>
                    <a:pt x="855" y="633"/>
                  </a:lnTo>
                  <a:lnTo>
                    <a:pt x="847" y="628"/>
                  </a:lnTo>
                  <a:lnTo>
                    <a:pt x="735" y="557"/>
                  </a:lnTo>
                  <a:lnTo>
                    <a:pt x="712" y="542"/>
                  </a:lnTo>
                  <a:lnTo>
                    <a:pt x="708" y="546"/>
                  </a:lnTo>
                  <a:lnTo>
                    <a:pt x="703" y="589"/>
                  </a:lnTo>
                  <a:lnTo>
                    <a:pt x="615" y="693"/>
                  </a:lnTo>
                  <a:lnTo>
                    <a:pt x="564" y="649"/>
                  </a:lnTo>
                  <a:lnTo>
                    <a:pt x="554" y="644"/>
                  </a:lnTo>
                  <a:lnTo>
                    <a:pt x="524" y="624"/>
                  </a:lnTo>
                  <a:lnTo>
                    <a:pt x="447" y="610"/>
                  </a:lnTo>
                  <a:lnTo>
                    <a:pt x="408" y="832"/>
                  </a:lnTo>
                  <a:lnTo>
                    <a:pt x="0" y="777"/>
                  </a:lnTo>
                  <a:lnTo>
                    <a:pt x="53" y="471"/>
                  </a:lnTo>
                  <a:lnTo>
                    <a:pt x="71" y="369"/>
                  </a:lnTo>
                  <a:lnTo>
                    <a:pt x="90" y="264"/>
                  </a:lnTo>
                  <a:lnTo>
                    <a:pt x="110" y="151"/>
                  </a:lnTo>
                  <a:lnTo>
                    <a:pt x="119" y="101"/>
                  </a:lnTo>
                  <a:lnTo>
                    <a:pt x="126" y="92"/>
                  </a:lnTo>
                  <a:lnTo>
                    <a:pt x="158" y="66"/>
                  </a:lnTo>
                  <a:lnTo>
                    <a:pt x="203" y="45"/>
                  </a:lnTo>
                  <a:lnTo>
                    <a:pt x="235" y="35"/>
                  </a:lnTo>
                  <a:lnTo>
                    <a:pt x="277" y="34"/>
                  </a:lnTo>
                  <a:lnTo>
                    <a:pt x="334" y="44"/>
                  </a:lnTo>
                  <a:lnTo>
                    <a:pt x="362" y="58"/>
                  </a:lnTo>
                  <a:lnTo>
                    <a:pt x="387" y="149"/>
                  </a:lnTo>
                  <a:lnTo>
                    <a:pt x="413" y="244"/>
                  </a:lnTo>
                  <a:lnTo>
                    <a:pt x="424" y="284"/>
                  </a:lnTo>
                  <a:lnTo>
                    <a:pt x="432" y="284"/>
                  </a:lnTo>
                  <a:lnTo>
                    <a:pt x="469" y="286"/>
                  </a:lnTo>
                  <a:lnTo>
                    <a:pt x="486" y="285"/>
                  </a:lnTo>
                  <a:lnTo>
                    <a:pt x="507" y="283"/>
                  </a:lnTo>
                  <a:lnTo>
                    <a:pt x="501" y="183"/>
                  </a:lnTo>
                  <a:lnTo>
                    <a:pt x="514" y="127"/>
                  </a:lnTo>
                  <a:lnTo>
                    <a:pt x="653" y="74"/>
                  </a:lnTo>
                  <a:lnTo>
                    <a:pt x="809" y="20"/>
                  </a:lnTo>
                  <a:lnTo>
                    <a:pt x="868" y="0"/>
                  </a:lnTo>
                  <a:lnTo>
                    <a:pt x="885" y="0"/>
                  </a:lnTo>
                  <a:lnTo>
                    <a:pt x="903" y="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7335603" y="1439200"/>
              <a:ext cx="1099" cy="570"/>
            </a:xfrm>
            <a:custGeom>
              <a:avLst/>
              <a:pathLst>
                <a:path w="1099" h="570">
                  <a:moveTo>
                    <a:pt x="1097" y="142"/>
                  </a:moveTo>
                  <a:lnTo>
                    <a:pt x="1099" y="204"/>
                  </a:lnTo>
                  <a:lnTo>
                    <a:pt x="1076" y="217"/>
                  </a:lnTo>
                  <a:lnTo>
                    <a:pt x="1069" y="221"/>
                  </a:lnTo>
                  <a:lnTo>
                    <a:pt x="1049" y="232"/>
                  </a:lnTo>
                  <a:lnTo>
                    <a:pt x="930" y="189"/>
                  </a:lnTo>
                  <a:lnTo>
                    <a:pt x="902" y="179"/>
                  </a:lnTo>
                  <a:lnTo>
                    <a:pt x="843" y="185"/>
                  </a:lnTo>
                  <a:lnTo>
                    <a:pt x="837" y="193"/>
                  </a:lnTo>
                  <a:lnTo>
                    <a:pt x="832" y="202"/>
                  </a:lnTo>
                  <a:lnTo>
                    <a:pt x="830" y="208"/>
                  </a:lnTo>
                  <a:lnTo>
                    <a:pt x="830" y="213"/>
                  </a:lnTo>
                  <a:lnTo>
                    <a:pt x="831" y="229"/>
                  </a:lnTo>
                  <a:lnTo>
                    <a:pt x="836" y="245"/>
                  </a:lnTo>
                  <a:lnTo>
                    <a:pt x="848" y="274"/>
                  </a:lnTo>
                  <a:lnTo>
                    <a:pt x="860" y="300"/>
                  </a:lnTo>
                  <a:lnTo>
                    <a:pt x="865" y="309"/>
                  </a:lnTo>
                  <a:lnTo>
                    <a:pt x="874" y="317"/>
                  </a:lnTo>
                  <a:lnTo>
                    <a:pt x="877" y="322"/>
                  </a:lnTo>
                  <a:lnTo>
                    <a:pt x="877" y="354"/>
                  </a:lnTo>
                  <a:lnTo>
                    <a:pt x="860" y="422"/>
                  </a:lnTo>
                  <a:lnTo>
                    <a:pt x="849" y="430"/>
                  </a:lnTo>
                  <a:lnTo>
                    <a:pt x="837" y="438"/>
                  </a:lnTo>
                  <a:lnTo>
                    <a:pt x="791" y="470"/>
                  </a:lnTo>
                  <a:lnTo>
                    <a:pt x="772" y="482"/>
                  </a:lnTo>
                  <a:lnTo>
                    <a:pt x="658" y="556"/>
                  </a:lnTo>
                  <a:lnTo>
                    <a:pt x="644" y="565"/>
                  </a:lnTo>
                  <a:lnTo>
                    <a:pt x="600" y="570"/>
                  </a:lnTo>
                  <a:lnTo>
                    <a:pt x="572" y="503"/>
                  </a:lnTo>
                  <a:lnTo>
                    <a:pt x="469" y="449"/>
                  </a:lnTo>
                  <a:lnTo>
                    <a:pt x="422" y="445"/>
                  </a:lnTo>
                  <a:lnTo>
                    <a:pt x="295" y="437"/>
                  </a:lnTo>
                  <a:lnTo>
                    <a:pt x="285" y="436"/>
                  </a:lnTo>
                  <a:lnTo>
                    <a:pt x="182" y="421"/>
                  </a:lnTo>
                  <a:lnTo>
                    <a:pt x="160" y="418"/>
                  </a:lnTo>
                  <a:lnTo>
                    <a:pt x="153" y="415"/>
                  </a:lnTo>
                  <a:lnTo>
                    <a:pt x="101" y="393"/>
                  </a:lnTo>
                  <a:lnTo>
                    <a:pt x="56" y="373"/>
                  </a:lnTo>
                  <a:lnTo>
                    <a:pt x="17" y="332"/>
                  </a:lnTo>
                  <a:lnTo>
                    <a:pt x="0" y="247"/>
                  </a:lnTo>
                  <a:lnTo>
                    <a:pt x="5" y="243"/>
                  </a:lnTo>
                  <a:lnTo>
                    <a:pt x="11" y="240"/>
                  </a:lnTo>
                  <a:lnTo>
                    <a:pt x="24" y="234"/>
                  </a:lnTo>
                  <a:lnTo>
                    <a:pt x="180" y="169"/>
                  </a:lnTo>
                  <a:lnTo>
                    <a:pt x="206" y="158"/>
                  </a:lnTo>
                  <a:lnTo>
                    <a:pt x="481" y="0"/>
                  </a:lnTo>
                  <a:lnTo>
                    <a:pt x="518" y="9"/>
                  </a:lnTo>
                  <a:lnTo>
                    <a:pt x="626" y="35"/>
                  </a:lnTo>
                  <a:lnTo>
                    <a:pt x="671" y="68"/>
                  </a:lnTo>
                  <a:lnTo>
                    <a:pt x="690" y="82"/>
                  </a:lnTo>
                  <a:lnTo>
                    <a:pt x="712" y="98"/>
                  </a:lnTo>
                  <a:lnTo>
                    <a:pt x="717" y="102"/>
                  </a:lnTo>
                  <a:lnTo>
                    <a:pt x="743" y="103"/>
                  </a:lnTo>
                  <a:lnTo>
                    <a:pt x="755" y="103"/>
                  </a:lnTo>
                  <a:lnTo>
                    <a:pt x="794" y="81"/>
                  </a:lnTo>
                  <a:lnTo>
                    <a:pt x="801" y="77"/>
                  </a:lnTo>
                  <a:lnTo>
                    <a:pt x="849" y="51"/>
                  </a:lnTo>
                  <a:lnTo>
                    <a:pt x="894" y="26"/>
                  </a:lnTo>
                  <a:lnTo>
                    <a:pt x="902" y="24"/>
                  </a:lnTo>
                  <a:lnTo>
                    <a:pt x="938" y="15"/>
                  </a:lnTo>
                  <a:lnTo>
                    <a:pt x="997" y="61"/>
                  </a:lnTo>
                  <a:lnTo>
                    <a:pt x="1014" y="75"/>
                  </a:lnTo>
                  <a:lnTo>
                    <a:pt x="1025" y="84"/>
                  </a:lnTo>
                  <a:lnTo>
                    <a:pt x="1051" y="105"/>
                  </a:lnTo>
                  <a:lnTo>
                    <a:pt x="1060" y="112"/>
                  </a:lnTo>
                  <a:lnTo>
                    <a:pt x="1068" y="118"/>
                  </a:lnTo>
                  <a:lnTo>
                    <a:pt x="1097" y="14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7338163" y="1430686"/>
              <a:ext cx="1891" cy="1297"/>
            </a:xfrm>
            <a:custGeom>
              <a:avLst/>
              <a:pathLst>
                <a:path w="1891" h="1297">
                  <a:moveTo>
                    <a:pt x="432" y="209"/>
                  </a:moveTo>
                  <a:lnTo>
                    <a:pt x="443" y="212"/>
                  </a:lnTo>
                  <a:lnTo>
                    <a:pt x="461" y="215"/>
                  </a:lnTo>
                  <a:lnTo>
                    <a:pt x="485" y="220"/>
                  </a:lnTo>
                  <a:lnTo>
                    <a:pt x="509" y="223"/>
                  </a:lnTo>
                  <a:lnTo>
                    <a:pt x="537" y="226"/>
                  </a:lnTo>
                  <a:lnTo>
                    <a:pt x="557" y="227"/>
                  </a:lnTo>
                  <a:lnTo>
                    <a:pt x="586" y="228"/>
                  </a:lnTo>
                  <a:lnTo>
                    <a:pt x="598" y="227"/>
                  </a:lnTo>
                  <a:lnTo>
                    <a:pt x="609" y="228"/>
                  </a:lnTo>
                  <a:lnTo>
                    <a:pt x="641" y="237"/>
                  </a:lnTo>
                  <a:lnTo>
                    <a:pt x="658" y="243"/>
                  </a:lnTo>
                  <a:lnTo>
                    <a:pt x="683" y="257"/>
                  </a:lnTo>
                  <a:lnTo>
                    <a:pt x="706" y="274"/>
                  </a:lnTo>
                  <a:lnTo>
                    <a:pt x="723" y="283"/>
                  </a:lnTo>
                  <a:lnTo>
                    <a:pt x="744" y="291"/>
                  </a:lnTo>
                  <a:lnTo>
                    <a:pt x="762" y="295"/>
                  </a:lnTo>
                  <a:lnTo>
                    <a:pt x="781" y="301"/>
                  </a:lnTo>
                  <a:lnTo>
                    <a:pt x="802" y="304"/>
                  </a:lnTo>
                  <a:lnTo>
                    <a:pt x="864" y="314"/>
                  </a:lnTo>
                  <a:lnTo>
                    <a:pt x="952" y="315"/>
                  </a:lnTo>
                  <a:lnTo>
                    <a:pt x="1017" y="317"/>
                  </a:lnTo>
                  <a:lnTo>
                    <a:pt x="1178" y="309"/>
                  </a:lnTo>
                  <a:lnTo>
                    <a:pt x="1189" y="308"/>
                  </a:lnTo>
                  <a:lnTo>
                    <a:pt x="1249" y="299"/>
                  </a:lnTo>
                  <a:lnTo>
                    <a:pt x="1285" y="294"/>
                  </a:lnTo>
                  <a:lnTo>
                    <a:pt x="1300" y="298"/>
                  </a:lnTo>
                  <a:lnTo>
                    <a:pt x="1336" y="319"/>
                  </a:lnTo>
                  <a:lnTo>
                    <a:pt x="1381" y="357"/>
                  </a:lnTo>
                  <a:lnTo>
                    <a:pt x="1402" y="372"/>
                  </a:lnTo>
                  <a:lnTo>
                    <a:pt x="1412" y="380"/>
                  </a:lnTo>
                  <a:lnTo>
                    <a:pt x="1435" y="385"/>
                  </a:lnTo>
                  <a:lnTo>
                    <a:pt x="1579" y="445"/>
                  </a:lnTo>
                  <a:lnTo>
                    <a:pt x="1604" y="456"/>
                  </a:lnTo>
                  <a:lnTo>
                    <a:pt x="1772" y="570"/>
                  </a:lnTo>
                  <a:lnTo>
                    <a:pt x="1831" y="652"/>
                  </a:lnTo>
                  <a:lnTo>
                    <a:pt x="1848" y="675"/>
                  </a:lnTo>
                  <a:lnTo>
                    <a:pt x="1869" y="705"/>
                  </a:lnTo>
                  <a:lnTo>
                    <a:pt x="1891" y="735"/>
                  </a:lnTo>
                  <a:lnTo>
                    <a:pt x="1889" y="740"/>
                  </a:lnTo>
                  <a:lnTo>
                    <a:pt x="1885" y="743"/>
                  </a:lnTo>
                  <a:lnTo>
                    <a:pt x="1876" y="743"/>
                  </a:lnTo>
                  <a:lnTo>
                    <a:pt x="1864" y="742"/>
                  </a:lnTo>
                  <a:lnTo>
                    <a:pt x="1854" y="737"/>
                  </a:lnTo>
                  <a:lnTo>
                    <a:pt x="1817" y="717"/>
                  </a:lnTo>
                  <a:lnTo>
                    <a:pt x="1760" y="688"/>
                  </a:lnTo>
                  <a:lnTo>
                    <a:pt x="1639" y="627"/>
                  </a:lnTo>
                  <a:lnTo>
                    <a:pt x="1610" y="606"/>
                  </a:lnTo>
                  <a:lnTo>
                    <a:pt x="1601" y="598"/>
                  </a:lnTo>
                  <a:lnTo>
                    <a:pt x="1592" y="594"/>
                  </a:lnTo>
                  <a:lnTo>
                    <a:pt x="1582" y="592"/>
                  </a:lnTo>
                  <a:lnTo>
                    <a:pt x="1571" y="589"/>
                  </a:lnTo>
                  <a:lnTo>
                    <a:pt x="1561" y="591"/>
                  </a:lnTo>
                  <a:lnTo>
                    <a:pt x="1504" y="602"/>
                  </a:lnTo>
                  <a:lnTo>
                    <a:pt x="1460" y="612"/>
                  </a:lnTo>
                  <a:lnTo>
                    <a:pt x="1384" y="625"/>
                  </a:lnTo>
                  <a:lnTo>
                    <a:pt x="1345" y="632"/>
                  </a:lnTo>
                  <a:lnTo>
                    <a:pt x="1317" y="641"/>
                  </a:lnTo>
                  <a:lnTo>
                    <a:pt x="1274" y="661"/>
                  </a:lnTo>
                  <a:lnTo>
                    <a:pt x="1244" y="684"/>
                  </a:lnTo>
                  <a:lnTo>
                    <a:pt x="1216" y="708"/>
                  </a:lnTo>
                  <a:lnTo>
                    <a:pt x="1204" y="738"/>
                  </a:lnTo>
                  <a:lnTo>
                    <a:pt x="1166" y="828"/>
                  </a:lnTo>
                  <a:lnTo>
                    <a:pt x="1159" y="844"/>
                  </a:lnTo>
                  <a:lnTo>
                    <a:pt x="1168" y="864"/>
                  </a:lnTo>
                  <a:lnTo>
                    <a:pt x="1206" y="951"/>
                  </a:lnTo>
                  <a:lnTo>
                    <a:pt x="1280" y="1198"/>
                  </a:lnTo>
                  <a:lnTo>
                    <a:pt x="1282" y="1225"/>
                  </a:lnTo>
                  <a:lnTo>
                    <a:pt x="1286" y="1281"/>
                  </a:lnTo>
                  <a:lnTo>
                    <a:pt x="1283" y="1286"/>
                  </a:lnTo>
                  <a:lnTo>
                    <a:pt x="1280" y="1291"/>
                  </a:lnTo>
                  <a:lnTo>
                    <a:pt x="1260" y="1295"/>
                  </a:lnTo>
                  <a:lnTo>
                    <a:pt x="1242" y="1297"/>
                  </a:lnTo>
                  <a:lnTo>
                    <a:pt x="1228" y="1297"/>
                  </a:lnTo>
                  <a:lnTo>
                    <a:pt x="1194" y="1294"/>
                  </a:lnTo>
                  <a:lnTo>
                    <a:pt x="1145" y="1282"/>
                  </a:lnTo>
                  <a:lnTo>
                    <a:pt x="1106" y="1247"/>
                  </a:lnTo>
                  <a:lnTo>
                    <a:pt x="958" y="1226"/>
                  </a:lnTo>
                  <a:lnTo>
                    <a:pt x="915" y="1184"/>
                  </a:lnTo>
                  <a:lnTo>
                    <a:pt x="890" y="1084"/>
                  </a:lnTo>
                  <a:lnTo>
                    <a:pt x="860" y="962"/>
                  </a:lnTo>
                  <a:lnTo>
                    <a:pt x="864" y="944"/>
                  </a:lnTo>
                  <a:lnTo>
                    <a:pt x="858" y="935"/>
                  </a:lnTo>
                  <a:lnTo>
                    <a:pt x="847" y="924"/>
                  </a:lnTo>
                  <a:lnTo>
                    <a:pt x="830" y="916"/>
                  </a:lnTo>
                  <a:lnTo>
                    <a:pt x="775" y="911"/>
                  </a:lnTo>
                  <a:lnTo>
                    <a:pt x="692" y="904"/>
                  </a:lnTo>
                  <a:lnTo>
                    <a:pt x="659" y="901"/>
                  </a:lnTo>
                  <a:lnTo>
                    <a:pt x="643" y="902"/>
                  </a:lnTo>
                  <a:lnTo>
                    <a:pt x="632" y="906"/>
                  </a:lnTo>
                  <a:lnTo>
                    <a:pt x="625" y="916"/>
                  </a:lnTo>
                  <a:lnTo>
                    <a:pt x="621" y="931"/>
                  </a:lnTo>
                  <a:lnTo>
                    <a:pt x="592" y="1035"/>
                  </a:lnTo>
                  <a:lnTo>
                    <a:pt x="581" y="1073"/>
                  </a:lnTo>
                  <a:lnTo>
                    <a:pt x="568" y="1081"/>
                  </a:lnTo>
                  <a:lnTo>
                    <a:pt x="550" y="1082"/>
                  </a:lnTo>
                  <a:lnTo>
                    <a:pt x="534" y="1076"/>
                  </a:lnTo>
                  <a:lnTo>
                    <a:pt x="526" y="1067"/>
                  </a:lnTo>
                  <a:lnTo>
                    <a:pt x="511" y="1030"/>
                  </a:lnTo>
                  <a:lnTo>
                    <a:pt x="505" y="1015"/>
                  </a:lnTo>
                  <a:lnTo>
                    <a:pt x="496" y="997"/>
                  </a:lnTo>
                  <a:lnTo>
                    <a:pt x="466" y="968"/>
                  </a:lnTo>
                  <a:lnTo>
                    <a:pt x="427" y="923"/>
                  </a:lnTo>
                  <a:lnTo>
                    <a:pt x="386" y="882"/>
                  </a:lnTo>
                  <a:lnTo>
                    <a:pt x="345" y="848"/>
                  </a:lnTo>
                  <a:lnTo>
                    <a:pt x="317" y="813"/>
                  </a:lnTo>
                  <a:lnTo>
                    <a:pt x="304" y="798"/>
                  </a:lnTo>
                  <a:lnTo>
                    <a:pt x="293" y="784"/>
                  </a:lnTo>
                  <a:lnTo>
                    <a:pt x="273" y="750"/>
                  </a:lnTo>
                  <a:lnTo>
                    <a:pt x="261" y="732"/>
                  </a:lnTo>
                  <a:lnTo>
                    <a:pt x="252" y="722"/>
                  </a:lnTo>
                  <a:lnTo>
                    <a:pt x="240" y="714"/>
                  </a:lnTo>
                  <a:lnTo>
                    <a:pt x="229" y="703"/>
                  </a:lnTo>
                  <a:lnTo>
                    <a:pt x="227" y="691"/>
                  </a:lnTo>
                  <a:lnTo>
                    <a:pt x="226" y="678"/>
                  </a:lnTo>
                  <a:lnTo>
                    <a:pt x="226" y="660"/>
                  </a:lnTo>
                  <a:lnTo>
                    <a:pt x="229" y="622"/>
                  </a:lnTo>
                  <a:lnTo>
                    <a:pt x="225" y="607"/>
                  </a:lnTo>
                  <a:lnTo>
                    <a:pt x="213" y="586"/>
                  </a:lnTo>
                  <a:lnTo>
                    <a:pt x="195" y="570"/>
                  </a:lnTo>
                  <a:lnTo>
                    <a:pt x="162" y="556"/>
                  </a:lnTo>
                  <a:lnTo>
                    <a:pt x="113" y="545"/>
                  </a:lnTo>
                  <a:lnTo>
                    <a:pt x="81" y="542"/>
                  </a:lnTo>
                  <a:lnTo>
                    <a:pt x="68" y="545"/>
                  </a:lnTo>
                  <a:lnTo>
                    <a:pt x="51" y="547"/>
                  </a:lnTo>
                  <a:lnTo>
                    <a:pt x="42" y="528"/>
                  </a:lnTo>
                  <a:lnTo>
                    <a:pt x="7" y="460"/>
                  </a:lnTo>
                  <a:lnTo>
                    <a:pt x="3" y="455"/>
                  </a:lnTo>
                  <a:lnTo>
                    <a:pt x="0" y="449"/>
                  </a:lnTo>
                  <a:lnTo>
                    <a:pt x="0" y="442"/>
                  </a:lnTo>
                  <a:lnTo>
                    <a:pt x="6" y="426"/>
                  </a:lnTo>
                  <a:lnTo>
                    <a:pt x="23" y="389"/>
                  </a:lnTo>
                  <a:lnTo>
                    <a:pt x="26" y="386"/>
                  </a:lnTo>
                  <a:lnTo>
                    <a:pt x="31" y="376"/>
                  </a:lnTo>
                  <a:lnTo>
                    <a:pt x="35" y="361"/>
                  </a:lnTo>
                  <a:lnTo>
                    <a:pt x="106" y="238"/>
                  </a:lnTo>
                  <a:lnTo>
                    <a:pt x="105" y="213"/>
                  </a:lnTo>
                  <a:lnTo>
                    <a:pt x="102" y="195"/>
                  </a:lnTo>
                  <a:lnTo>
                    <a:pt x="79" y="141"/>
                  </a:lnTo>
                  <a:lnTo>
                    <a:pt x="52" y="92"/>
                  </a:lnTo>
                  <a:lnTo>
                    <a:pt x="26" y="41"/>
                  </a:lnTo>
                  <a:lnTo>
                    <a:pt x="7" y="12"/>
                  </a:lnTo>
                  <a:lnTo>
                    <a:pt x="2" y="2"/>
                  </a:lnTo>
                  <a:lnTo>
                    <a:pt x="8" y="0"/>
                  </a:lnTo>
                  <a:lnTo>
                    <a:pt x="24" y="2"/>
                  </a:lnTo>
                  <a:lnTo>
                    <a:pt x="64" y="10"/>
                  </a:lnTo>
                  <a:lnTo>
                    <a:pt x="116" y="26"/>
                  </a:lnTo>
                  <a:lnTo>
                    <a:pt x="187" y="56"/>
                  </a:lnTo>
                  <a:lnTo>
                    <a:pt x="205" y="69"/>
                  </a:lnTo>
                  <a:lnTo>
                    <a:pt x="225" y="83"/>
                  </a:lnTo>
                  <a:lnTo>
                    <a:pt x="239" y="98"/>
                  </a:lnTo>
                  <a:lnTo>
                    <a:pt x="295" y="143"/>
                  </a:lnTo>
                  <a:lnTo>
                    <a:pt x="349" y="178"/>
                  </a:lnTo>
                  <a:lnTo>
                    <a:pt x="361" y="183"/>
                  </a:lnTo>
                  <a:lnTo>
                    <a:pt x="367" y="187"/>
                  </a:lnTo>
                  <a:lnTo>
                    <a:pt x="380" y="193"/>
                  </a:lnTo>
                  <a:lnTo>
                    <a:pt x="394" y="197"/>
                  </a:lnTo>
                  <a:lnTo>
                    <a:pt x="416" y="205"/>
                  </a:lnTo>
                  <a:lnTo>
                    <a:pt x="432" y="2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7338261" y="1428430"/>
              <a:ext cx="478" cy="923"/>
            </a:xfrm>
            <a:custGeom>
              <a:avLst/>
              <a:pathLst>
                <a:path w="478" h="923">
                  <a:moveTo>
                    <a:pt x="443" y="254"/>
                  </a:moveTo>
                  <a:lnTo>
                    <a:pt x="395" y="294"/>
                  </a:lnTo>
                  <a:lnTo>
                    <a:pt x="347" y="271"/>
                  </a:lnTo>
                  <a:lnTo>
                    <a:pt x="332" y="264"/>
                  </a:lnTo>
                  <a:lnTo>
                    <a:pt x="315" y="277"/>
                  </a:lnTo>
                  <a:lnTo>
                    <a:pt x="309" y="283"/>
                  </a:lnTo>
                  <a:lnTo>
                    <a:pt x="301" y="297"/>
                  </a:lnTo>
                  <a:lnTo>
                    <a:pt x="291" y="318"/>
                  </a:lnTo>
                  <a:lnTo>
                    <a:pt x="281" y="343"/>
                  </a:lnTo>
                  <a:lnTo>
                    <a:pt x="279" y="380"/>
                  </a:lnTo>
                  <a:lnTo>
                    <a:pt x="258" y="415"/>
                  </a:lnTo>
                  <a:lnTo>
                    <a:pt x="245" y="476"/>
                  </a:lnTo>
                  <a:lnTo>
                    <a:pt x="244" y="554"/>
                  </a:lnTo>
                  <a:lnTo>
                    <a:pt x="244" y="618"/>
                  </a:lnTo>
                  <a:lnTo>
                    <a:pt x="256" y="673"/>
                  </a:lnTo>
                  <a:lnTo>
                    <a:pt x="261" y="686"/>
                  </a:lnTo>
                  <a:lnTo>
                    <a:pt x="275" y="698"/>
                  </a:lnTo>
                  <a:lnTo>
                    <a:pt x="282" y="705"/>
                  </a:lnTo>
                  <a:lnTo>
                    <a:pt x="299" y="718"/>
                  </a:lnTo>
                  <a:lnTo>
                    <a:pt x="311" y="723"/>
                  </a:lnTo>
                  <a:lnTo>
                    <a:pt x="322" y="727"/>
                  </a:lnTo>
                  <a:lnTo>
                    <a:pt x="337" y="742"/>
                  </a:lnTo>
                  <a:lnTo>
                    <a:pt x="389" y="795"/>
                  </a:lnTo>
                  <a:lnTo>
                    <a:pt x="455" y="863"/>
                  </a:lnTo>
                  <a:lnTo>
                    <a:pt x="458" y="872"/>
                  </a:lnTo>
                  <a:lnTo>
                    <a:pt x="459" y="881"/>
                  </a:lnTo>
                  <a:lnTo>
                    <a:pt x="461" y="893"/>
                  </a:lnTo>
                  <a:lnTo>
                    <a:pt x="423" y="923"/>
                  </a:lnTo>
                  <a:lnTo>
                    <a:pt x="395" y="913"/>
                  </a:lnTo>
                  <a:lnTo>
                    <a:pt x="231" y="868"/>
                  </a:lnTo>
                  <a:lnTo>
                    <a:pt x="219" y="863"/>
                  </a:lnTo>
                  <a:lnTo>
                    <a:pt x="198" y="862"/>
                  </a:lnTo>
                  <a:lnTo>
                    <a:pt x="187" y="862"/>
                  </a:lnTo>
                  <a:lnTo>
                    <a:pt x="176" y="859"/>
                  </a:lnTo>
                  <a:lnTo>
                    <a:pt x="168" y="853"/>
                  </a:lnTo>
                  <a:lnTo>
                    <a:pt x="155" y="838"/>
                  </a:lnTo>
                  <a:lnTo>
                    <a:pt x="143" y="817"/>
                  </a:lnTo>
                  <a:lnTo>
                    <a:pt x="138" y="804"/>
                  </a:lnTo>
                  <a:lnTo>
                    <a:pt x="139" y="791"/>
                  </a:lnTo>
                  <a:lnTo>
                    <a:pt x="144" y="780"/>
                  </a:lnTo>
                  <a:lnTo>
                    <a:pt x="148" y="771"/>
                  </a:lnTo>
                  <a:lnTo>
                    <a:pt x="148" y="760"/>
                  </a:lnTo>
                  <a:lnTo>
                    <a:pt x="78" y="672"/>
                  </a:lnTo>
                  <a:lnTo>
                    <a:pt x="72" y="651"/>
                  </a:lnTo>
                  <a:lnTo>
                    <a:pt x="69" y="636"/>
                  </a:lnTo>
                  <a:lnTo>
                    <a:pt x="68" y="627"/>
                  </a:lnTo>
                  <a:lnTo>
                    <a:pt x="69" y="621"/>
                  </a:lnTo>
                  <a:lnTo>
                    <a:pt x="71" y="615"/>
                  </a:lnTo>
                  <a:lnTo>
                    <a:pt x="78" y="599"/>
                  </a:lnTo>
                  <a:lnTo>
                    <a:pt x="96" y="583"/>
                  </a:lnTo>
                  <a:lnTo>
                    <a:pt x="116" y="571"/>
                  </a:lnTo>
                  <a:lnTo>
                    <a:pt x="121" y="568"/>
                  </a:lnTo>
                  <a:lnTo>
                    <a:pt x="123" y="563"/>
                  </a:lnTo>
                  <a:lnTo>
                    <a:pt x="121" y="553"/>
                  </a:lnTo>
                  <a:lnTo>
                    <a:pt x="118" y="542"/>
                  </a:lnTo>
                  <a:lnTo>
                    <a:pt x="115" y="531"/>
                  </a:lnTo>
                  <a:lnTo>
                    <a:pt x="109" y="519"/>
                  </a:lnTo>
                  <a:lnTo>
                    <a:pt x="80" y="462"/>
                  </a:lnTo>
                  <a:lnTo>
                    <a:pt x="15" y="338"/>
                  </a:lnTo>
                  <a:lnTo>
                    <a:pt x="14" y="332"/>
                  </a:lnTo>
                  <a:lnTo>
                    <a:pt x="14" y="325"/>
                  </a:lnTo>
                  <a:lnTo>
                    <a:pt x="10" y="318"/>
                  </a:lnTo>
                  <a:lnTo>
                    <a:pt x="1" y="304"/>
                  </a:lnTo>
                  <a:lnTo>
                    <a:pt x="0" y="293"/>
                  </a:lnTo>
                  <a:lnTo>
                    <a:pt x="0" y="287"/>
                  </a:lnTo>
                  <a:lnTo>
                    <a:pt x="1" y="273"/>
                  </a:lnTo>
                  <a:lnTo>
                    <a:pt x="3" y="268"/>
                  </a:lnTo>
                  <a:lnTo>
                    <a:pt x="6" y="264"/>
                  </a:lnTo>
                  <a:lnTo>
                    <a:pt x="36" y="218"/>
                  </a:lnTo>
                  <a:lnTo>
                    <a:pt x="88" y="142"/>
                  </a:lnTo>
                  <a:lnTo>
                    <a:pt x="116" y="101"/>
                  </a:lnTo>
                  <a:lnTo>
                    <a:pt x="186" y="8"/>
                  </a:lnTo>
                  <a:lnTo>
                    <a:pt x="200" y="4"/>
                  </a:lnTo>
                  <a:lnTo>
                    <a:pt x="205" y="2"/>
                  </a:lnTo>
                  <a:lnTo>
                    <a:pt x="214" y="0"/>
                  </a:lnTo>
                  <a:lnTo>
                    <a:pt x="388" y="6"/>
                  </a:lnTo>
                  <a:lnTo>
                    <a:pt x="400" y="10"/>
                  </a:lnTo>
                  <a:lnTo>
                    <a:pt x="413" y="15"/>
                  </a:lnTo>
                  <a:lnTo>
                    <a:pt x="424" y="22"/>
                  </a:lnTo>
                  <a:lnTo>
                    <a:pt x="432" y="28"/>
                  </a:lnTo>
                  <a:lnTo>
                    <a:pt x="442" y="40"/>
                  </a:lnTo>
                  <a:lnTo>
                    <a:pt x="456" y="63"/>
                  </a:lnTo>
                  <a:lnTo>
                    <a:pt x="465" y="90"/>
                  </a:lnTo>
                  <a:lnTo>
                    <a:pt x="468" y="98"/>
                  </a:lnTo>
                  <a:lnTo>
                    <a:pt x="478" y="139"/>
                  </a:lnTo>
                  <a:lnTo>
                    <a:pt x="478" y="156"/>
                  </a:lnTo>
                  <a:lnTo>
                    <a:pt x="475" y="169"/>
                  </a:lnTo>
                  <a:lnTo>
                    <a:pt x="459" y="197"/>
                  </a:lnTo>
                  <a:lnTo>
                    <a:pt x="450" y="234"/>
                  </a:lnTo>
                  <a:lnTo>
                    <a:pt x="447" y="241"/>
                  </a:lnTo>
                  <a:lnTo>
                    <a:pt x="443" y="25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7340025" y="1428128"/>
              <a:ext cx="373" cy="489"/>
            </a:xfrm>
            <a:custGeom>
              <a:avLst/>
              <a:pathLst>
                <a:path w="373" h="489">
                  <a:moveTo>
                    <a:pt x="242" y="9"/>
                  </a:moveTo>
                  <a:lnTo>
                    <a:pt x="241" y="20"/>
                  </a:lnTo>
                  <a:lnTo>
                    <a:pt x="232" y="38"/>
                  </a:lnTo>
                  <a:lnTo>
                    <a:pt x="232" y="72"/>
                  </a:lnTo>
                  <a:lnTo>
                    <a:pt x="235" y="98"/>
                  </a:lnTo>
                  <a:lnTo>
                    <a:pt x="240" y="116"/>
                  </a:lnTo>
                  <a:lnTo>
                    <a:pt x="253" y="140"/>
                  </a:lnTo>
                  <a:lnTo>
                    <a:pt x="268" y="170"/>
                  </a:lnTo>
                  <a:lnTo>
                    <a:pt x="280" y="195"/>
                  </a:lnTo>
                  <a:lnTo>
                    <a:pt x="281" y="204"/>
                  </a:lnTo>
                  <a:lnTo>
                    <a:pt x="276" y="219"/>
                  </a:lnTo>
                  <a:lnTo>
                    <a:pt x="271" y="240"/>
                  </a:lnTo>
                  <a:lnTo>
                    <a:pt x="271" y="246"/>
                  </a:lnTo>
                  <a:lnTo>
                    <a:pt x="279" y="259"/>
                  </a:lnTo>
                  <a:lnTo>
                    <a:pt x="290" y="267"/>
                  </a:lnTo>
                  <a:lnTo>
                    <a:pt x="300" y="269"/>
                  </a:lnTo>
                  <a:lnTo>
                    <a:pt x="316" y="268"/>
                  </a:lnTo>
                  <a:lnTo>
                    <a:pt x="331" y="266"/>
                  </a:lnTo>
                  <a:lnTo>
                    <a:pt x="344" y="266"/>
                  </a:lnTo>
                  <a:lnTo>
                    <a:pt x="356" y="269"/>
                  </a:lnTo>
                  <a:lnTo>
                    <a:pt x="365" y="273"/>
                  </a:lnTo>
                  <a:lnTo>
                    <a:pt x="371" y="277"/>
                  </a:lnTo>
                  <a:lnTo>
                    <a:pt x="373" y="287"/>
                  </a:lnTo>
                  <a:lnTo>
                    <a:pt x="370" y="297"/>
                  </a:lnTo>
                  <a:lnTo>
                    <a:pt x="365" y="304"/>
                  </a:lnTo>
                  <a:lnTo>
                    <a:pt x="363" y="313"/>
                  </a:lnTo>
                  <a:lnTo>
                    <a:pt x="365" y="334"/>
                  </a:lnTo>
                  <a:lnTo>
                    <a:pt x="365" y="345"/>
                  </a:lnTo>
                  <a:lnTo>
                    <a:pt x="361" y="359"/>
                  </a:lnTo>
                  <a:lnTo>
                    <a:pt x="341" y="386"/>
                  </a:lnTo>
                  <a:lnTo>
                    <a:pt x="335" y="397"/>
                  </a:lnTo>
                  <a:lnTo>
                    <a:pt x="331" y="404"/>
                  </a:lnTo>
                  <a:lnTo>
                    <a:pt x="333" y="416"/>
                  </a:lnTo>
                  <a:lnTo>
                    <a:pt x="343" y="428"/>
                  </a:lnTo>
                  <a:lnTo>
                    <a:pt x="347" y="437"/>
                  </a:lnTo>
                  <a:lnTo>
                    <a:pt x="330" y="463"/>
                  </a:lnTo>
                  <a:lnTo>
                    <a:pt x="328" y="476"/>
                  </a:lnTo>
                  <a:lnTo>
                    <a:pt x="319" y="484"/>
                  </a:lnTo>
                  <a:lnTo>
                    <a:pt x="308" y="488"/>
                  </a:lnTo>
                  <a:lnTo>
                    <a:pt x="289" y="489"/>
                  </a:lnTo>
                  <a:lnTo>
                    <a:pt x="280" y="487"/>
                  </a:lnTo>
                  <a:lnTo>
                    <a:pt x="274" y="480"/>
                  </a:lnTo>
                  <a:lnTo>
                    <a:pt x="270" y="467"/>
                  </a:lnTo>
                  <a:lnTo>
                    <a:pt x="273" y="457"/>
                  </a:lnTo>
                  <a:lnTo>
                    <a:pt x="279" y="446"/>
                  </a:lnTo>
                  <a:lnTo>
                    <a:pt x="283" y="436"/>
                  </a:lnTo>
                  <a:lnTo>
                    <a:pt x="281" y="429"/>
                  </a:lnTo>
                  <a:lnTo>
                    <a:pt x="275" y="419"/>
                  </a:lnTo>
                  <a:lnTo>
                    <a:pt x="267" y="413"/>
                  </a:lnTo>
                  <a:lnTo>
                    <a:pt x="232" y="405"/>
                  </a:lnTo>
                  <a:lnTo>
                    <a:pt x="191" y="404"/>
                  </a:lnTo>
                  <a:lnTo>
                    <a:pt x="155" y="413"/>
                  </a:lnTo>
                  <a:lnTo>
                    <a:pt x="129" y="429"/>
                  </a:lnTo>
                  <a:lnTo>
                    <a:pt x="115" y="443"/>
                  </a:lnTo>
                  <a:lnTo>
                    <a:pt x="107" y="455"/>
                  </a:lnTo>
                  <a:lnTo>
                    <a:pt x="100" y="462"/>
                  </a:lnTo>
                  <a:lnTo>
                    <a:pt x="92" y="467"/>
                  </a:lnTo>
                  <a:lnTo>
                    <a:pt x="73" y="469"/>
                  </a:lnTo>
                  <a:lnTo>
                    <a:pt x="61" y="465"/>
                  </a:lnTo>
                  <a:lnTo>
                    <a:pt x="48" y="456"/>
                  </a:lnTo>
                  <a:lnTo>
                    <a:pt x="36" y="441"/>
                  </a:lnTo>
                  <a:lnTo>
                    <a:pt x="31" y="424"/>
                  </a:lnTo>
                  <a:lnTo>
                    <a:pt x="31" y="414"/>
                  </a:lnTo>
                  <a:lnTo>
                    <a:pt x="39" y="401"/>
                  </a:lnTo>
                  <a:lnTo>
                    <a:pt x="51" y="385"/>
                  </a:lnTo>
                  <a:lnTo>
                    <a:pt x="63" y="367"/>
                  </a:lnTo>
                  <a:lnTo>
                    <a:pt x="72" y="354"/>
                  </a:lnTo>
                  <a:lnTo>
                    <a:pt x="74" y="345"/>
                  </a:lnTo>
                  <a:lnTo>
                    <a:pt x="81" y="314"/>
                  </a:lnTo>
                  <a:lnTo>
                    <a:pt x="81" y="297"/>
                  </a:lnTo>
                  <a:lnTo>
                    <a:pt x="75" y="287"/>
                  </a:lnTo>
                  <a:lnTo>
                    <a:pt x="59" y="271"/>
                  </a:lnTo>
                  <a:lnTo>
                    <a:pt x="27" y="234"/>
                  </a:lnTo>
                  <a:lnTo>
                    <a:pt x="20" y="229"/>
                  </a:lnTo>
                  <a:lnTo>
                    <a:pt x="1" y="219"/>
                  </a:lnTo>
                  <a:lnTo>
                    <a:pt x="0" y="211"/>
                  </a:lnTo>
                  <a:lnTo>
                    <a:pt x="3" y="204"/>
                  </a:lnTo>
                  <a:lnTo>
                    <a:pt x="27" y="192"/>
                  </a:lnTo>
                  <a:lnTo>
                    <a:pt x="69" y="174"/>
                  </a:lnTo>
                  <a:lnTo>
                    <a:pt x="118" y="155"/>
                  </a:lnTo>
                  <a:lnTo>
                    <a:pt x="127" y="146"/>
                  </a:lnTo>
                  <a:lnTo>
                    <a:pt x="128" y="124"/>
                  </a:lnTo>
                  <a:lnTo>
                    <a:pt x="128" y="107"/>
                  </a:lnTo>
                  <a:lnTo>
                    <a:pt x="131" y="95"/>
                  </a:lnTo>
                  <a:lnTo>
                    <a:pt x="142" y="69"/>
                  </a:lnTo>
                  <a:lnTo>
                    <a:pt x="147" y="62"/>
                  </a:lnTo>
                  <a:lnTo>
                    <a:pt x="150" y="26"/>
                  </a:lnTo>
                  <a:lnTo>
                    <a:pt x="157" y="14"/>
                  </a:lnTo>
                  <a:lnTo>
                    <a:pt x="163" y="4"/>
                  </a:lnTo>
                  <a:lnTo>
                    <a:pt x="175" y="0"/>
                  </a:lnTo>
                  <a:lnTo>
                    <a:pt x="187" y="4"/>
                  </a:lnTo>
                  <a:lnTo>
                    <a:pt x="202" y="7"/>
                  </a:lnTo>
                  <a:lnTo>
                    <a:pt x="216" y="6"/>
                  </a:lnTo>
                  <a:lnTo>
                    <a:pt x="228" y="3"/>
                  </a:lnTo>
                  <a:lnTo>
                    <a:pt x="242" y="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7333935" y="1426256"/>
              <a:ext cx="3558" cy="2773"/>
            </a:xfrm>
            <a:custGeom>
              <a:avLst/>
              <a:pathLst>
                <a:path w="3558" h="2773">
                  <a:moveTo>
                    <a:pt x="1434" y="284"/>
                  </a:moveTo>
                  <a:lnTo>
                    <a:pt x="1419" y="304"/>
                  </a:lnTo>
                  <a:lnTo>
                    <a:pt x="2140" y="305"/>
                  </a:lnTo>
                  <a:lnTo>
                    <a:pt x="2164" y="279"/>
                  </a:lnTo>
                  <a:lnTo>
                    <a:pt x="2200" y="239"/>
                  </a:lnTo>
                  <a:lnTo>
                    <a:pt x="2213" y="226"/>
                  </a:lnTo>
                  <a:lnTo>
                    <a:pt x="2259" y="220"/>
                  </a:lnTo>
                  <a:lnTo>
                    <a:pt x="2386" y="206"/>
                  </a:lnTo>
                  <a:lnTo>
                    <a:pt x="2425" y="214"/>
                  </a:lnTo>
                  <a:lnTo>
                    <a:pt x="2464" y="221"/>
                  </a:lnTo>
                  <a:lnTo>
                    <a:pt x="2469" y="221"/>
                  </a:lnTo>
                  <a:lnTo>
                    <a:pt x="2474" y="226"/>
                  </a:lnTo>
                  <a:lnTo>
                    <a:pt x="2476" y="231"/>
                  </a:lnTo>
                  <a:lnTo>
                    <a:pt x="2477" y="241"/>
                  </a:lnTo>
                  <a:lnTo>
                    <a:pt x="2479" y="254"/>
                  </a:lnTo>
                  <a:lnTo>
                    <a:pt x="2479" y="259"/>
                  </a:lnTo>
                  <a:lnTo>
                    <a:pt x="2481" y="268"/>
                  </a:lnTo>
                  <a:lnTo>
                    <a:pt x="2489" y="279"/>
                  </a:lnTo>
                  <a:lnTo>
                    <a:pt x="2500" y="294"/>
                  </a:lnTo>
                  <a:lnTo>
                    <a:pt x="2509" y="311"/>
                  </a:lnTo>
                  <a:lnTo>
                    <a:pt x="2512" y="315"/>
                  </a:lnTo>
                  <a:lnTo>
                    <a:pt x="2542" y="347"/>
                  </a:lnTo>
                  <a:lnTo>
                    <a:pt x="2581" y="382"/>
                  </a:lnTo>
                  <a:lnTo>
                    <a:pt x="2613" y="403"/>
                  </a:lnTo>
                  <a:lnTo>
                    <a:pt x="2649" y="425"/>
                  </a:lnTo>
                  <a:lnTo>
                    <a:pt x="2684" y="442"/>
                  </a:lnTo>
                  <a:lnTo>
                    <a:pt x="2890" y="514"/>
                  </a:lnTo>
                  <a:lnTo>
                    <a:pt x="2946" y="533"/>
                  </a:lnTo>
                  <a:lnTo>
                    <a:pt x="2992" y="549"/>
                  </a:lnTo>
                  <a:lnTo>
                    <a:pt x="3168" y="627"/>
                  </a:lnTo>
                  <a:lnTo>
                    <a:pt x="3195" y="652"/>
                  </a:lnTo>
                  <a:lnTo>
                    <a:pt x="3282" y="730"/>
                  </a:lnTo>
                  <a:lnTo>
                    <a:pt x="3341" y="803"/>
                  </a:lnTo>
                  <a:lnTo>
                    <a:pt x="3364" y="831"/>
                  </a:lnTo>
                  <a:lnTo>
                    <a:pt x="3376" y="845"/>
                  </a:lnTo>
                  <a:lnTo>
                    <a:pt x="3407" y="905"/>
                  </a:lnTo>
                  <a:lnTo>
                    <a:pt x="3452" y="989"/>
                  </a:lnTo>
                  <a:lnTo>
                    <a:pt x="3460" y="1005"/>
                  </a:lnTo>
                  <a:lnTo>
                    <a:pt x="3475" y="1015"/>
                  </a:lnTo>
                  <a:lnTo>
                    <a:pt x="3558" y="1069"/>
                  </a:lnTo>
                  <a:lnTo>
                    <a:pt x="3543" y="1117"/>
                  </a:lnTo>
                  <a:lnTo>
                    <a:pt x="3536" y="1140"/>
                  </a:lnTo>
                  <a:lnTo>
                    <a:pt x="3522" y="1182"/>
                  </a:lnTo>
                  <a:lnTo>
                    <a:pt x="3519" y="1193"/>
                  </a:lnTo>
                  <a:lnTo>
                    <a:pt x="3416" y="1227"/>
                  </a:lnTo>
                  <a:lnTo>
                    <a:pt x="3281" y="1392"/>
                  </a:lnTo>
                  <a:lnTo>
                    <a:pt x="3217" y="1471"/>
                  </a:lnTo>
                  <a:lnTo>
                    <a:pt x="3157" y="1544"/>
                  </a:lnTo>
                  <a:lnTo>
                    <a:pt x="3102" y="1612"/>
                  </a:lnTo>
                  <a:lnTo>
                    <a:pt x="3053" y="1671"/>
                  </a:lnTo>
                  <a:lnTo>
                    <a:pt x="3032" y="1698"/>
                  </a:lnTo>
                  <a:lnTo>
                    <a:pt x="2990" y="1869"/>
                  </a:lnTo>
                  <a:lnTo>
                    <a:pt x="2935" y="1966"/>
                  </a:lnTo>
                  <a:lnTo>
                    <a:pt x="2780" y="2132"/>
                  </a:lnTo>
                  <a:lnTo>
                    <a:pt x="2757" y="2157"/>
                  </a:lnTo>
                  <a:lnTo>
                    <a:pt x="2737" y="2157"/>
                  </a:lnTo>
                  <a:lnTo>
                    <a:pt x="2711" y="2158"/>
                  </a:lnTo>
                  <a:lnTo>
                    <a:pt x="2617" y="2161"/>
                  </a:lnTo>
                  <a:lnTo>
                    <a:pt x="2607" y="2168"/>
                  </a:lnTo>
                  <a:lnTo>
                    <a:pt x="2435" y="2285"/>
                  </a:lnTo>
                  <a:lnTo>
                    <a:pt x="2386" y="2318"/>
                  </a:lnTo>
                  <a:lnTo>
                    <a:pt x="2361" y="2342"/>
                  </a:lnTo>
                  <a:lnTo>
                    <a:pt x="2352" y="2351"/>
                  </a:lnTo>
                  <a:lnTo>
                    <a:pt x="2332" y="2371"/>
                  </a:lnTo>
                  <a:lnTo>
                    <a:pt x="2325" y="2392"/>
                  </a:lnTo>
                  <a:lnTo>
                    <a:pt x="2328" y="2409"/>
                  </a:lnTo>
                  <a:lnTo>
                    <a:pt x="2332" y="2423"/>
                  </a:lnTo>
                  <a:lnTo>
                    <a:pt x="2337" y="2435"/>
                  </a:lnTo>
                  <a:lnTo>
                    <a:pt x="2345" y="2451"/>
                  </a:lnTo>
                  <a:lnTo>
                    <a:pt x="2365" y="2466"/>
                  </a:lnTo>
                  <a:lnTo>
                    <a:pt x="2377" y="2477"/>
                  </a:lnTo>
                  <a:lnTo>
                    <a:pt x="2379" y="2487"/>
                  </a:lnTo>
                  <a:lnTo>
                    <a:pt x="2378" y="2494"/>
                  </a:lnTo>
                  <a:lnTo>
                    <a:pt x="2361" y="2511"/>
                  </a:lnTo>
                  <a:lnTo>
                    <a:pt x="2341" y="2520"/>
                  </a:lnTo>
                  <a:lnTo>
                    <a:pt x="2321" y="2530"/>
                  </a:lnTo>
                  <a:lnTo>
                    <a:pt x="2306" y="2537"/>
                  </a:lnTo>
                  <a:lnTo>
                    <a:pt x="2167" y="2604"/>
                  </a:lnTo>
                  <a:lnTo>
                    <a:pt x="2146" y="2614"/>
                  </a:lnTo>
                  <a:lnTo>
                    <a:pt x="2130" y="2622"/>
                  </a:lnTo>
                  <a:lnTo>
                    <a:pt x="2098" y="2637"/>
                  </a:lnTo>
                  <a:lnTo>
                    <a:pt x="2066" y="2652"/>
                  </a:lnTo>
                  <a:lnTo>
                    <a:pt x="2039" y="2676"/>
                  </a:lnTo>
                  <a:lnTo>
                    <a:pt x="2032" y="2683"/>
                  </a:lnTo>
                  <a:lnTo>
                    <a:pt x="1962" y="2745"/>
                  </a:lnTo>
                  <a:lnTo>
                    <a:pt x="1930" y="2773"/>
                  </a:lnTo>
                  <a:lnTo>
                    <a:pt x="1828" y="2737"/>
                  </a:lnTo>
                  <a:lnTo>
                    <a:pt x="1816" y="2733"/>
                  </a:lnTo>
                  <a:lnTo>
                    <a:pt x="1834" y="2663"/>
                  </a:lnTo>
                  <a:lnTo>
                    <a:pt x="1839" y="2644"/>
                  </a:lnTo>
                  <a:lnTo>
                    <a:pt x="1664" y="2618"/>
                  </a:lnTo>
                  <a:lnTo>
                    <a:pt x="1645" y="2615"/>
                  </a:lnTo>
                  <a:lnTo>
                    <a:pt x="1619" y="2611"/>
                  </a:lnTo>
                  <a:lnTo>
                    <a:pt x="1545" y="2763"/>
                  </a:lnTo>
                  <a:lnTo>
                    <a:pt x="1122" y="2567"/>
                  </a:lnTo>
                  <a:lnTo>
                    <a:pt x="1106" y="2566"/>
                  </a:lnTo>
                  <a:lnTo>
                    <a:pt x="1133" y="2327"/>
                  </a:lnTo>
                  <a:lnTo>
                    <a:pt x="1100" y="2176"/>
                  </a:lnTo>
                  <a:lnTo>
                    <a:pt x="975" y="2064"/>
                  </a:lnTo>
                  <a:lnTo>
                    <a:pt x="971" y="2059"/>
                  </a:lnTo>
                  <a:lnTo>
                    <a:pt x="940" y="2002"/>
                  </a:lnTo>
                  <a:lnTo>
                    <a:pt x="941" y="1991"/>
                  </a:lnTo>
                  <a:lnTo>
                    <a:pt x="957" y="1967"/>
                  </a:lnTo>
                  <a:lnTo>
                    <a:pt x="978" y="1944"/>
                  </a:lnTo>
                  <a:lnTo>
                    <a:pt x="990" y="1920"/>
                  </a:lnTo>
                  <a:lnTo>
                    <a:pt x="998" y="1857"/>
                  </a:lnTo>
                  <a:lnTo>
                    <a:pt x="1003" y="1820"/>
                  </a:lnTo>
                  <a:lnTo>
                    <a:pt x="1008" y="1777"/>
                  </a:lnTo>
                  <a:lnTo>
                    <a:pt x="974" y="1727"/>
                  </a:lnTo>
                  <a:lnTo>
                    <a:pt x="957" y="1715"/>
                  </a:lnTo>
                  <a:lnTo>
                    <a:pt x="931" y="1696"/>
                  </a:lnTo>
                  <a:lnTo>
                    <a:pt x="917" y="1690"/>
                  </a:lnTo>
                  <a:lnTo>
                    <a:pt x="902" y="1683"/>
                  </a:lnTo>
                  <a:lnTo>
                    <a:pt x="856" y="1674"/>
                  </a:lnTo>
                  <a:lnTo>
                    <a:pt x="796" y="1659"/>
                  </a:lnTo>
                  <a:lnTo>
                    <a:pt x="725" y="1628"/>
                  </a:lnTo>
                  <a:lnTo>
                    <a:pt x="714" y="1626"/>
                  </a:lnTo>
                  <a:lnTo>
                    <a:pt x="680" y="1618"/>
                  </a:lnTo>
                  <a:lnTo>
                    <a:pt x="673" y="1616"/>
                  </a:lnTo>
                  <a:lnTo>
                    <a:pt x="637" y="1617"/>
                  </a:lnTo>
                  <a:lnTo>
                    <a:pt x="603" y="1605"/>
                  </a:lnTo>
                  <a:lnTo>
                    <a:pt x="583" y="1596"/>
                  </a:lnTo>
                  <a:lnTo>
                    <a:pt x="566" y="1588"/>
                  </a:lnTo>
                  <a:lnTo>
                    <a:pt x="515" y="1576"/>
                  </a:lnTo>
                  <a:lnTo>
                    <a:pt x="506" y="1576"/>
                  </a:lnTo>
                  <a:lnTo>
                    <a:pt x="415" y="1566"/>
                  </a:lnTo>
                  <a:lnTo>
                    <a:pt x="357" y="1564"/>
                  </a:lnTo>
                  <a:lnTo>
                    <a:pt x="319" y="1571"/>
                  </a:lnTo>
                  <a:lnTo>
                    <a:pt x="274" y="1612"/>
                  </a:lnTo>
                  <a:lnTo>
                    <a:pt x="237" y="1644"/>
                  </a:lnTo>
                  <a:lnTo>
                    <a:pt x="224" y="1656"/>
                  </a:lnTo>
                  <a:lnTo>
                    <a:pt x="204" y="1675"/>
                  </a:lnTo>
                  <a:lnTo>
                    <a:pt x="172" y="1681"/>
                  </a:lnTo>
                  <a:lnTo>
                    <a:pt x="168" y="1675"/>
                  </a:lnTo>
                  <a:lnTo>
                    <a:pt x="152" y="1636"/>
                  </a:lnTo>
                  <a:lnTo>
                    <a:pt x="117" y="1621"/>
                  </a:lnTo>
                  <a:lnTo>
                    <a:pt x="82" y="1614"/>
                  </a:lnTo>
                  <a:lnTo>
                    <a:pt x="11" y="1617"/>
                  </a:lnTo>
                  <a:lnTo>
                    <a:pt x="1" y="1611"/>
                  </a:lnTo>
                  <a:lnTo>
                    <a:pt x="0" y="1594"/>
                  </a:lnTo>
                  <a:lnTo>
                    <a:pt x="4" y="1570"/>
                  </a:lnTo>
                  <a:lnTo>
                    <a:pt x="15" y="1555"/>
                  </a:lnTo>
                  <a:lnTo>
                    <a:pt x="32" y="1542"/>
                  </a:lnTo>
                  <a:lnTo>
                    <a:pt x="90" y="1494"/>
                  </a:lnTo>
                  <a:lnTo>
                    <a:pt x="119" y="1469"/>
                  </a:lnTo>
                  <a:lnTo>
                    <a:pt x="152" y="1441"/>
                  </a:lnTo>
                  <a:lnTo>
                    <a:pt x="160" y="1392"/>
                  </a:lnTo>
                  <a:lnTo>
                    <a:pt x="163" y="1344"/>
                  </a:lnTo>
                  <a:lnTo>
                    <a:pt x="186" y="1284"/>
                  </a:lnTo>
                  <a:lnTo>
                    <a:pt x="246" y="1129"/>
                  </a:lnTo>
                  <a:lnTo>
                    <a:pt x="254" y="1120"/>
                  </a:lnTo>
                  <a:lnTo>
                    <a:pt x="268" y="1112"/>
                  </a:lnTo>
                  <a:lnTo>
                    <a:pt x="416" y="1053"/>
                  </a:lnTo>
                  <a:lnTo>
                    <a:pt x="460" y="1036"/>
                  </a:lnTo>
                  <a:lnTo>
                    <a:pt x="581" y="959"/>
                  </a:lnTo>
                  <a:lnTo>
                    <a:pt x="580" y="936"/>
                  </a:lnTo>
                  <a:lnTo>
                    <a:pt x="581" y="910"/>
                  </a:lnTo>
                  <a:lnTo>
                    <a:pt x="589" y="863"/>
                  </a:lnTo>
                  <a:lnTo>
                    <a:pt x="603" y="822"/>
                  </a:lnTo>
                  <a:lnTo>
                    <a:pt x="614" y="792"/>
                  </a:lnTo>
                  <a:lnTo>
                    <a:pt x="638" y="755"/>
                  </a:lnTo>
                  <a:lnTo>
                    <a:pt x="650" y="748"/>
                  </a:lnTo>
                  <a:lnTo>
                    <a:pt x="667" y="746"/>
                  </a:lnTo>
                  <a:lnTo>
                    <a:pt x="672" y="750"/>
                  </a:lnTo>
                  <a:lnTo>
                    <a:pt x="688" y="761"/>
                  </a:lnTo>
                  <a:lnTo>
                    <a:pt x="719" y="782"/>
                  </a:lnTo>
                  <a:lnTo>
                    <a:pt x="740" y="785"/>
                  </a:lnTo>
                  <a:lnTo>
                    <a:pt x="750" y="783"/>
                  </a:lnTo>
                  <a:lnTo>
                    <a:pt x="770" y="774"/>
                  </a:lnTo>
                  <a:lnTo>
                    <a:pt x="785" y="764"/>
                  </a:lnTo>
                  <a:lnTo>
                    <a:pt x="801" y="758"/>
                  </a:lnTo>
                  <a:lnTo>
                    <a:pt x="813" y="750"/>
                  </a:lnTo>
                  <a:lnTo>
                    <a:pt x="825" y="732"/>
                  </a:lnTo>
                  <a:lnTo>
                    <a:pt x="832" y="709"/>
                  </a:lnTo>
                  <a:lnTo>
                    <a:pt x="837" y="686"/>
                  </a:lnTo>
                  <a:lnTo>
                    <a:pt x="838" y="669"/>
                  </a:lnTo>
                  <a:lnTo>
                    <a:pt x="835" y="661"/>
                  </a:lnTo>
                  <a:lnTo>
                    <a:pt x="811" y="562"/>
                  </a:lnTo>
                  <a:lnTo>
                    <a:pt x="790" y="520"/>
                  </a:lnTo>
                  <a:lnTo>
                    <a:pt x="790" y="510"/>
                  </a:lnTo>
                  <a:lnTo>
                    <a:pt x="788" y="492"/>
                  </a:lnTo>
                  <a:lnTo>
                    <a:pt x="797" y="457"/>
                  </a:lnTo>
                  <a:lnTo>
                    <a:pt x="808" y="438"/>
                  </a:lnTo>
                  <a:lnTo>
                    <a:pt x="811" y="433"/>
                  </a:lnTo>
                  <a:lnTo>
                    <a:pt x="838" y="415"/>
                  </a:lnTo>
                  <a:lnTo>
                    <a:pt x="897" y="390"/>
                  </a:lnTo>
                  <a:lnTo>
                    <a:pt x="993" y="344"/>
                  </a:lnTo>
                  <a:lnTo>
                    <a:pt x="1019" y="325"/>
                  </a:lnTo>
                  <a:lnTo>
                    <a:pt x="1036" y="313"/>
                  </a:lnTo>
                  <a:lnTo>
                    <a:pt x="1063" y="277"/>
                  </a:lnTo>
                  <a:lnTo>
                    <a:pt x="1183" y="136"/>
                  </a:lnTo>
                  <a:lnTo>
                    <a:pt x="1211" y="109"/>
                  </a:lnTo>
                  <a:lnTo>
                    <a:pt x="1249" y="61"/>
                  </a:lnTo>
                  <a:lnTo>
                    <a:pt x="1269" y="25"/>
                  </a:lnTo>
                  <a:lnTo>
                    <a:pt x="1272" y="21"/>
                  </a:lnTo>
                  <a:lnTo>
                    <a:pt x="1289" y="2"/>
                  </a:lnTo>
                  <a:lnTo>
                    <a:pt x="1297" y="0"/>
                  </a:lnTo>
                  <a:lnTo>
                    <a:pt x="1304" y="2"/>
                  </a:lnTo>
                  <a:lnTo>
                    <a:pt x="1311" y="8"/>
                  </a:lnTo>
                  <a:lnTo>
                    <a:pt x="1315" y="20"/>
                  </a:lnTo>
                  <a:lnTo>
                    <a:pt x="1316" y="26"/>
                  </a:lnTo>
                  <a:lnTo>
                    <a:pt x="1319" y="61"/>
                  </a:lnTo>
                  <a:lnTo>
                    <a:pt x="1330" y="83"/>
                  </a:lnTo>
                  <a:lnTo>
                    <a:pt x="1373" y="133"/>
                  </a:lnTo>
                  <a:lnTo>
                    <a:pt x="1389" y="150"/>
                  </a:lnTo>
                  <a:lnTo>
                    <a:pt x="1405" y="166"/>
                  </a:lnTo>
                  <a:lnTo>
                    <a:pt x="1433" y="185"/>
                  </a:lnTo>
                  <a:lnTo>
                    <a:pt x="1459" y="194"/>
                  </a:lnTo>
                  <a:lnTo>
                    <a:pt x="1475" y="213"/>
                  </a:lnTo>
                  <a:lnTo>
                    <a:pt x="1490" y="234"/>
                  </a:lnTo>
                  <a:lnTo>
                    <a:pt x="1495" y="243"/>
                  </a:lnTo>
                  <a:lnTo>
                    <a:pt x="1492" y="249"/>
                  </a:lnTo>
                  <a:lnTo>
                    <a:pt x="1434" y="2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7337297" y="1422201"/>
              <a:ext cx="555" cy="300"/>
            </a:xfrm>
            <a:custGeom>
              <a:avLst/>
              <a:pathLst>
                <a:path w="555" h="300">
                  <a:moveTo>
                    <a:pt x="248" y="89"/>
                  </a:moveTo>
                  <a:lnTo>
                    <a:pt x="258" y="91"/>
                  </a:lnTo>
                  <a:lnTo>
                    <a:pt x="268" y="90"/>
                  </a:lnTo>
                  <a:lnTo>
                    <a:pt x="276" y="88"/>
                  </a:lnTo>
                  <a:lnTo>
                    <a:pt x="296" y="78"/>
                  </a:lnTo>
                  <a:lnTo>
                    <a:pt x="304" y="72"/>
                  </a:lnTo>
                  <a:lnTo>
                    <a:pt x="312" y="68"/>
                  </a:lnTo>
                  <a:lnTo>
                    <a:pt x="323" y="69"/>
                  </a:lnTo>
                  <a:lnTo>
                    <a:pt x="338" y="70"/>
                  </a:lnTo>
                  <a:lnTo>
                    <a:pt x="370" y="79"/>
                  </a:lnTo>
                  <a:lnTo>
                    <a:pt x="379" y="83"/>
                  </a:lnTo>
                  <a:lnTo>
                    <a:pt x="387" y="88"/>
                  </a:lnTo>
                  <a:lnTo>
                    <a:pt x="397" y="91"/>
                  </a:lnTo>
                  <a:lnTo>
                    <a:pt x="424" y="94"/>
                  </a:lnTo>
                  <a:lnTo>
                    <a:pt x="446" y="100"/>
                  </a:lnTo>
                  <a:lnTo>
                    <a:pt x="453" y="104"/>
                  </a:lnTo>
                  <a:lnTo>
                    <a:pt x="458" y="111"/>
                  </a:lnTo>
                  <a:lnTo>
                    <a:pt x="462" y="119"/>
                  </a:lnTo>
                  <a:lnTo>
                    <a:pt x="467" y="125"/>
                  </a:lnTo>
                  <a:lnTo>
                    <a:pt x="486" y="136"/>
                  </a:lnTo>
                  <a:lnTo>
                    <a:pt x="525" y="149"/>
                  </a:lnTo>
                  <a:lnTo>
                    <a:pt x="537" y="161"/>
                  </a:lnTo>
                  <a:lnTo>
                    <a:pt x="550" y="175"/>
                  </a:lnTo>
                  <a:lnTo>
                    <a:pt x="554" y="182"/>
                  </a:lnTo>
                  <a:lnTo>
                    <a:pt x="555" y="188"/>
                  </a:lnTo>
                  <a:lnTo>
                    <a:pt x="546" y="197"/>
                  </a:lnTo>
                  <a:lnTo>
                    <a:pt x="535" y="208"/>
                  </a:lnTo>
                  <a:lnTo>
                    <a:pt x="519" y="224"/>
                  </a:lnTo>
                  <a:lnTo>
                    <a:pt x="505" y="238"/>
                  </a:lnTo>
                  <a:lnTo>
                    <a:pt x="469" y="245"/>
                  </a:lnTo>
                  <a:lnTo>
                    <a:pt x="451" y="249"/>
                  </a:lnTo>
                  <a:lnTo>
                    <a:pt x="419" y="247"/>
                  </a:lnTo>
                  <a:lnTo>
                    <a:pt x="409" y="243"/>
                  </a:lnTo>
                  <a:lnTo>
                    <a:pt x="398" y="237"/>
                  </a:lnTo>
                  <a:lnTo>
                    <a:pt x="380" y="229"/>
                  </a:lnTo>
                  <a:lnTo>
                    <a:pt x="357" y="222"/>
                  </a:lnTo>
                  <a:lnTo>
                    <a:pt x="342" y="220"/>
                  </a:lnTo>
                  <a:lnTo>
                    <a:pt x="336" y="220"/>
                  </a:lnTo>
                  <a:lnTo>
                    <a:pt x="330" y="222"/>
                  </a:lnTo>
                  <a:lnTo>
                    <a:pt x="319" y="228"/>
                  </a:lnTo>
                  <a:lnTo>
                    <a:pt x="299" y="246"/>
                  </a:lnTo>
                  <a:lnTo>
                    <a:pt x="280" y="262"/>
                  </a:lnTo>
                  <a:lnTo>
                    <a:pt x="264" y="275"/>
                  </a:lnTo>
                  <a:lnTo>
                    <a:pt x="257" y="284"/>
                  </a:lnTo>
                  <a:lnTo>
                    <a:pt x="254" y="290"/>
                  </a:lnTo>
                  <a:lnTo>
                    <a:pt x="250" y="296"/>
                  </a:lnTo>
                  <a:lnTo>
                    <a:pt x="243" y="298"/>
                  </a:lnTo>
                  <a:lnTo>
                    <a:pt x="235" y="299"/>
                  </a:lnTo>
                  <a:lnTo>
                    <a:pt x="211" y="300"/>
                  </a:lnTo>
                  <a:lnTo>
                    <a:pt x="198" y="299"/>
                  </a:lnTo>
                  <a:lnTo>
                    <a:pt x="189" y="296"/>
                  </a:lnTo>
                  <a:lnTo>
                    <a:pt x="185" y="292"/>
                  </a:lnTo>
                  <a:lnTo>
                    <a:pt x="182" y="287"/>
                  </a:lnTo>
                  <a:lnTo>
                    <a:pt x="174" y="278"/>
                  </a:lnTo>
                  <a:lnTo>
                    <a:pt x="161" y="261"/>
                  </a:lnTo>
                  <a:lnTo>
                    <a:pt x="152" y="250"/>
                  </a:lnTo>
                  <a:lnTo>
                    <a:pt x="141" y="241"/>
                  </a:lnTo>
                  <a:lnTo>
                    <a:pt x="137" y="237"/>
                  </a:lnTo>
                  <a:lnTo>
                    <a:pt x="130" y="225"/>
                  </a:lnTo>
                  <a:lnTo>
                    <a:pt x="131" y="219"/>
                  </a:lnTo>
                  <a:lnTo>
                    <a:pt x="135" y="211"/>
                  </a:lnTo>
                  <a:lnTo>
                    <a:pt x="135" y="204"/>
                  </a:lnTo>
                  <a:lnTo>
                    <a:pt x="126" y="192"/>
                  </a:lnTo>
                  <a:lnTo>
                    <a:pt x="115" y="187"/>
                  </a:lnTo>
                  <a:lnTo>
                    <a:pt x="102" y="183"/>
                  </a:lnTo>
                  <a:lnTo>
                    <a:pt x="75" y="175"/>
                  </a:lnTo>
                  <a:lnTo>
                    <a:pt x="34" y="164"/>
                  </a:lnTo>
                  <a:lnTo>
                    <a:pt x="26" y="160"/>
                  </a:lnTo>
                  <a:lnTo>
                    <a:pt x="14" y="150"/>
                  </a:lnTo>
                  <a:lnTo>
                    <a:pt x="0" y="135"/>
                  </a:lnTo>
                  <a:lnTo>
                    <a:pt x="0" y="128"/>
                  </a:lnTo>
                  <a:lnTo>
                    <a:pt x="3" y="122"/>
                  </a:lnTo>
                  <a:lnTo>
                    <a:pt x="6" y="115"/>
                  </a:lnTo>
                  <a:lnTo>
                    <a:pt x="8" y="106"/>
                  </a:lnTo>
                  <a:lnTo>
                    <a:pt x="12" y="95"/>
                  </a:lnTo>
                  <a:lnTo>
                    <a:pt x="20" y="79"/>
                  </a:lnTo>
                  <a:lnTo>
                    <a:pt x="33" y="63"/>
                  </a:lnTo>
                  <a:lnTo>
                    <a:pt x="37" y="55"/>
                  </a:lnTo>
                  <a:lnTo>
                    <a:pt x="42" y="49"/>
                  </a:lnTo>
                  <a:lnTo>
                    <a:pt x="46" y="42"/>
                  </a:lnTo>
                  <a:lnTo>
                    <a:pt x="62" y="27"/>
                  </a:lnTo>
                  <a:lnTo>
                    <a:pt x="74" y="15"/>
                  </a:lnTo>
                  <a:lnTo>
                    <a:pt x="83" y="8"/>
                  </a:lnTo>
                  <a:lnTo>
                    <a:pt x="88" y="6"/>
                  </a:lnTo>
                  <a:lnTo>
                    <a:pt x="94" y="3"/>
                  </a:lnTo>
                  <a:lnTo>
                    <a:pt x="102" y="0"/>
                  </a:lnTo>
                  <a:lnTo>
                    <a:pt x="109" y="0"/>
                  </a:lnTo>
                  <a:lnTo>
                    <a:pt x="118" y="0"/>
                  </a:lnTo>
                  <a:lnTo>
                    <a:pt x="126" y="0"/>
                  </a:lnTo>
                  <a:lnTo>
                    <a:pt x="135" y="2"/>
                  </a:lnTo>
                  <a:lnTo>
                    <a:pt x="143" y="5"/>
                  </a:lnTo>
                  <a:lnTo>
                    <a:pt x="167" y="24"/>
                  </a:lnTo>
                  <a:lnTo>
                    <a:pt x="205" y="61"/>
                  </a:lnTo>
                  <a:lnTo>
                    <a:pt x="224" y="75"/>
                  </a:lnTo>
                  <a:lnTo>
                    <a:pt x="236" y="83"/>
                  </a:lnTo>
                  <a:lnTo>
                    <a:pt x="248" y="8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7363509" y="1417219"/>
              <a:ext cx="1932" cy="874"/>
            </a:xfrm>
            <a:custGeom>
              <a:avLst/>
              <a:pathLst>
                <a:path w="1932" h="874">
                  <a:moveTo>
                    <a:pt x="1773" y="538"/>
                  </a:moveTo>
                  <a:lnTo>
                    <a:pt x="1783" y="546"/>
                  </a:lnTo>
                  <a:lnTo>
                    <a:pt x="1788" y="548"/>
                  </a:lnTo>
                  <a:lnTo>
                    <a:pt x="1793" y="551"/>
                  </a:lnTo>
                  <a:lnTo>
                    <a:pt x="1799" y="552"/>
                  </a:lnTo>
                  <a:lnTo>
                    <a:pt x="1805" y="548"/>
                  </a:lnTo>
                  <a:lnTo>
                    <a:pt x="1811" y="547"/>
                  </a:lnTo>
                  <a:lnTo>
                    <a:pt x="1816" y="548"/>
                  </a:lnTo>
                  <a:lnTo>
                    <a:pt x="1841" y="555"/>
                  </a:lnTo>
                  <a:lnTo>
                    <a:pt x="1919" y="535"/>
                  </a:lnTo>
                  <a:lnTo>
                    <a:pt x="1930" y="534"/>
                  </a:lnTo>
                  <a:lnTo>
                    <a:pt x="1932" y="539"/>
                  </a:lnTo>
                  <a:lnTo>
                    <a:pt x="1931" y="548"/>
                  </a:lnTo>
                  <a:lnTo>
                    <a:pt x="1927" y="580"/>
                  </a:lnTo>
                  <a:lnTo>
                    <a:pt x="1924" y="606"/>
                  </a:lnTo>
                  <a:lnTo>
                    <a:pt x="1923" y="610"/>
                  </a:lnTo>
                  <a:lnTo>
                    <a:pt x="1920" y="617"/>
                  </a:lnTo>
                  <a:lnTo>
                    <a:pt x="1917" y="622"/>
                  </a:lnTo>
                  <a:lnTo>
                    <a:pt x="1913" y="627"/>
                  </a:lnTo>
                  <a:lnTo>
                    <a:pt x="1906" y="634"/>
                  </a:lnTo>
                  <a:lnTo>
                    <a:pt x="1896" y="642"/>
                  </a:lnTo>
                  <a:lnTo>
                    <a:pt x="1883" y="651"/>
                  </a:lnTo>
                  <a:lnTo>
                    <a:pt x="1872" y="657"/>
                  </a:lnTo>
                  <a:lnTo>
                    <a:pt x="1850" y="663"/>
                  </a:lnTo>
                  <a:lnTo>
                    <a:pt x="1818" y="672"/>
                  </a:lnTo>
                  <a:lnTo>
                    <a:pt x="1807" y="674"/>
                  </a:lnTo>
                  <a:lnTo>
                    <a:pt x="1802" y="674"/>
                  </a:lnTo>
                  <a:lnTo>
                    <a:pt x="1796" y="670"/>
                  </a:lnTo>
                  <a:lnTo>
                    <a:pt x="1791" y="667"/>
                  </a:lnTo>
                  <a:lnTo>
                    <a:pt x="1786" y="664"/>
                  </a:lnTo>
                  <a:lnTo>
                    <a:pt x="1783" y="661"/>
                  </a:lnTo>
                  <a:lnTo>
                    <a:pt x="1778" y="654"/>
                  </a:lnTo>
                  <a:lnTo>
                    <a:pt x="1775" y="649"/>
                  </a:lnTo>
                  <a:lnTo>
                    <a:pt x="1773" y="645"/>
                  </a:lnTo>
                  <a:lnTo>
                    <a:pt x="1772" y="640"/>
                  </a:lnTo>
                  <a:lnTo>
                    <a:pt x="1770" y="632"/>
                  </a:lnTo>
                  <a:lnTo>
                    <a:pt x="1771" y="626"/>
                  </a:lnTo>
                  <a:lnTo>
                    <a:pt x="1774" y="618"/>
                  </a:lnTo>
                  <a:lnTo>
                    <a:pt x="1780" y="606"/>
                  </a:lnTo>
                  <a:lnTo>
                    <a:pt x="1784" y="599"/>
                  </a:lnTo>
                  <a:lnTo>
                    <a:pt x="1790" y="592"/>
                  </a:lnTo>
                  <a:lnTo>
                    <a:pt x="1801" y="578"/>
                  </a:lnTo>
                  <a:lnTo>
                    <a:pt x="1800" y="571"/>
                  </a:lnTo>
                  <a:lnTo>
                    <a:pt x="1796" y="566"/>
                  </a:lnTo>
                  <a:lnTo>
                    <a:pt x="1789" y="561"/>
                  </a:lnTo>
                  <a:lnTo>
                    <a:pt x="1772" y="550"/>
                  </a:lnTo>
                  <a:lnTo>
                    <a:pt x="1764" y="544"/>
                  </a:lnTo>
                  <a:lnTo>
                    <a:pt x="1753" y="537"/>
                  </a:lnTo>
                  <a:lnTo>
                    <a:pt x="1748" y="535"/>
                  </a:lnTo>
                  <a:lnTo>
                    <a:pt x="1742" y="534"/>
                  </a:lnTo>
                  <a:lnTo>
                    <a:pt x="1736" y="535"/>
                  </a:lnTo>
                  <a:lnTo>
                    <a:pt x="1730" y="539"/>
                  </a:lnTo>
                  <a:lnTo>
                    <a:pt x="1727" y="543"/>
                  </a:lnTo>
                  <a:lnTo>
                    <a:pt x="1725" y="547"/>
                  </a:lnTo>
                  <a:lnTo>
                    <a:pt x="1722" y="556"/>
                  </a:lnTo>
                  <a:lnTo>
                    <a:pt x="1720" y="560"/>
                  </a:lnTo>
                  <a:lnTo>
                    <a:pt x="1716" y="564"/>
                  </a:lnTo>
                  <a:lnTo>
                    <a:pt x="1713" y="568"/>
                  </a:lnTo>
                  <a:lnTo>
                    <a:pt x="1699" y="580"/>
                  </a:lnTo>
                  <a:lnTo>
                    <a:pt x="1616" y="628"/>
                  </a:lnTo>
                  <a:lnTo>
                    <a:pt x="1575" y="631"/>
                  </a:lnTo>
                  <a:lnTo>
                    <a:pt x="1505" y="635"/>
                  </a:lnTo>
                  <a:lnTo>
                    <a:pt x="1465" y="627"/>
                  </a:lnTo>
                  <a:lnTo>
                    <a:pt x="1446" y="623"/>
                  </a:lnTo>
                  <a:lnTo>
                    <a:pt x="1434" y="620"/>
                  </a:lnTo>
                  <a:lnTo>
                    <a:pt x="1406" y="579"/>
                  </a:lnTo>
                  <a:lnTo>
                    <a:pt x="1401" y="566"/>
                  </a:lnTo>
                  <a:lnTo>
                    <a:pt x="1397" y="550"/>
                  </a:lnTo>
                  <a:lnTo>
                    <a:pt x="1394" y="538"/>
                  </a:lnTo>
                  <a:lnTo>
                    <a:pt x="1392" y="529"/>
                  </a:lnTo>
                  <a:lnTo>
                    <a:pt x="1387" y="522"/>
                  </a:lnTo>
                  <a:lnTo>
                    <a:pt x="1381" y="518"/>
                  </a:lnTo>
                  <a:lnTo>
                    <a:pt x="1375" y="515"/>
                  </a:lnTo>
                  <a:lnTo>
                    <a:pt x="1370" y="514"/>
                  </a:lnTo>
                  <a:lnTo>
                    <a:pt x="1366" y="513"/>
                  </a:lnTo>
                  <a:lnTo>
                    <a:pt x="1362" y="513"/>
                  </a:lnTo>
                  <a:lnTo>
                    <a:pt x="1357" y="513"/>
                  </a:lnTo>
                  <a:lnTo>
                    <a:pt x="1349" y="513"/>
                  </a:lnTo>
                  <a:lnTo>
                    <a:pt x="1321" y="515"/>
                  </a:lnTo>
                  <a:lnTo>
                    <a:pt x="1263" y="521"/>
                  </a:lnTo>
                  <a:lnTo>
                    <a:pt x="1244" y="524"/>
                  </a:lnTo>
                  <a:lnTo>
                    <a:pt x="1163" y="536"/>
                  </a:lnTo>
                  <a:lnTo>
                    <a:pt x="1075" y="552"/>
                  </a:lnTo>
                  <a:lnTo>
                    <a:pt x="1026" y="562"/>
                  </a:lnTo>
                  <a:lnTo>
                    <a:pt x="984" y="570"/>
                  </a:lnTo>
                  <a:lnTo>
                    <a:pt x="891" y="587"/>
                  </a:lnTo>
                  <a:lnTo>
                    <a:pt x="839" y="597"/>
                  </a:lnTo>
                  <a:lnTo>
                    <a:pt x="812" y="602"/>
                  </a:lnTo>
                  <a:lnTo>
                    <a:pt x="781" y="606"/>
                  </a:lnTo>
                  <a:lnTo>
                    <a:pt x="601" y="634"/>
                  </a:lnTo>
                  <a:lnTo>
                    <a:pt x="467" y="654"/>
                  </a:lnTo>
                  <a:lnTo>
                    <a:pt x="408" y="662"/>
                  </a:lnTo>
                  <a:lnTo>
                    <a:pt x="361" y="799"/>
                  </a:lnTo>
                  <a:lnTo>
                    <a:pt x="358" y="808"/>
                  </a:lnTo>
                  <a:lnTo>
                    <a:pt x="343" y="812"/>
                  </a:lnTo>
                  <a:lnTo>
                    <a:pt x="248" y="837"/>
                  </a:lnTo>
                  <a:lnTo>
                    <a:pt x="213" y="863"/>
                  </a:lnTo>
                  <a:lnTo>
                    <a:pt x="151" y="873"/>
                  </a:lnTo>
                  <a:lnTo>
                    <a:pt x="147" y="874"/>
                  </a:lnTo>
                  <a:lnTo>
                    <a:pt x="141" y="869"/>
                  </a:lnTo>
                  <a:lnTo>
                    <a:pt x="139" y="863"/>
                  </a:lnTo>
                  <a:lnTo>
                    <a:pt x="137" y="855"/>
                  </a:lnTo>
                  <a:lnTo>
                    <a:pt x="125" y="835"/>
                  </a:lnTo>
                  <a:lnTo>
                    <a:pt x="121" y="830"/>
                  </a:lnTo>
                  <a:lnTo>
                    <a:pt x="118" y="827"/>
                  </a:lnTo>
                  <a:lnTo>
                    <a:pt x="115" y="825"/>
                  </a:lnTo>
                  <a:lnTo>
                    <a:pt x="98" y="816"/>
                  </a:lnTo>
                  <a:lnTo>
                    <a:pt x="64" y="800"/>
                  </a:lnTo>
                  <a:lnTo>
                    <a:pt x="59" y="798"/>
                  </a:lnTo>
                  <a:lnTo>
                    <a:pt x="53" y="794"/>
                  </a:lnTo>
                  <a:lnTo>
                    <a:pt x="47" y="789"/>
                  </a:lnTo>
                  <a:lnTo>
                    <a:pt x="42" y="787"/>
                  </a:lnTo>
                  <a:lnTo>
                    <a:pt x="37" y="785"/>
                  </a:lnTo>
                  <a:lnTo>
                    <a:pt x="30" y="783"/>
                  </a:lnTo>
                  <a:lnTo>
                    <a:pt x="26" y="781"/>
                  </a:lnTo>
                  <a:lnTo>
                    <a:pt x="22" y="778"/>
                  </a:lnTo>
                  <a:lnTo>
                    <a:pt x="19" y="776"/>
                  </a:lnTo>
                  <a:lnTo>
                    <a:pt x="14" y="772"/>
                  </a:lnTo>
                  <a:lnTo>
                    <a:pt x="8" y="768"/>
                  </a:lnTo>
                  <a:lnTo>
                    <a:pt x="4" y="764"/>
                  </a:lnTo>
                  <a:lnTo>
                    <a:pt x="2" y="759"/>
                  </a:lnTo>
                  <a:lnTo>
                    <a:pt x="1" y="753"/>
                  </a:lnTo>
                  <a:lnTo>
                    <a:pt x="0" y="742"/>
                  </a:lnTo>
                  <a:lnTo>
                    <a:pt x="0" y="736"/>
                  </a:lnTo>
                  <a:lnTo>
                    <a:pt x="1" y="731"/>
                  </a:lnTo>
                  <a:lnTo>
                    <a:pt x="3" y="723"/>
                  </a:lnTo>
                  <a:lnTo>
                    <a:pt x="7" y="714"/>
                  </a:lnTo>
                  <a:lnTo>
                    <a:pt x="94" y="614"/>
                  </a:lnTo>
                  <a:lnTo>
                    <a:pt x="108" y="598"/>
                  </a:lnTo>
                  <a:lnTo>
                    <a:pt x="148" y="558"/>
                  </a:lnTo>
                  <a:lnTo>
                    <a:pt x="197" y="510"/>
                  </a:lnTo>
                  <a:lnTo>
                    <a:pt x="199" y="504"/>
                  </a:lnTo>
                  <a:lnTo>
                    <a:pt x="224" y="426"/>
                  </a:lnTo>
                  <a:lnTo>
                    <a:pt x="303" y="360"/>
                  </a:lnTo>
                  <a:lnTo>
                    <a:pt x="309" y="356"/>
                  </a:lnTo>
                  <a:lnTo>
                    <a:pt x="320" y="347"/>
                  </a:lnTo>
                  <a:lnTo>
                    <a:pt x="325" y="342"/>
                  </a:lnTo>
                  <a:lnTo>
                    <a:pt x="330" y="339"/>
                  </a:lnTo>
                  <a:lnTo>
                    <a:pt x="336" y="336"/>
                  </a:lnTo>
                  <a:lnTo>
                    <a:pt x="340" y="334"/>
                  </a:lnTo>
                  <a:lnTo>
                    <a:pt x="353" y="323"/>
                  </a:lnTo>
                  <a:lnTo>
                    <a:pt x="357" y="320"/>
                  </a:lnTo>
                  <a:lnTo>
                    <a:pt x="364" y="316"/>
                  </a:lnTo>
                  <a:lnTo>
                    <a:pt x="369" y="314"/>
                  </a:lnTo>
                  <a:lnTo>
                    <a:pt x="374" y="312"/>
                  </a:lnTo>
                  <a:lnTo>
                    <a:pt x="378" y="311"/>
                  </a:lnTo>
                  <a:lnTo>
                    <a:pt x="385" y="309"/>
                  </a:lnTo>
                  <a:lnTo>
                    <a:pt x="390" y="307"/>
                  </a:lnTo>
                  <a:lnTo>
                    <a:pt x="397" y="304"/>
                  </a:lnTo>
                  <a:lnTo>
                    <a:pt x="400" y="302"/>
                  </a:lnTo>
                  <a:lnTo>
                    <a:pt x="405" y="300"/>
                  </a:lnTo>
                  <a:lnTo>
                    <a:pt x="409" y="299"/>
                  </a:lnTo>
                  <a:lnTo>
                    <a:pt x="432" y="289"/>
                  </a:lnTo>
                  <a:lnTo>
                    <a:pt x="470" y="273"/>
                  </a:lnTo>
                  <a:lnTo>
                    <a:pt x="635" y="201"/>
                  </a:lnTo>
                  <a:lnTo>
                    <a:pt x="677" y="182"/>
                  </a:lnTo>
                  <a:lnTo>
                    <a:pt x="699" y="173"/>
                  </a:lnTo>
                  <a:lnTo>
                    <a:pt x="721" y="163"/>
                  </a:lnTo>
                  <a:lnTo>
                    <a:pt x="988" y="21"/>
                  </a:lnTo>
                  <a:lnTo>
                    <a:pt x="1004" y="13"/>
                  </a:lnTo>
                  <a:lnTo>
                    <a:pt x="1044" y="8"/>
                  </a:lnTo>
                  <a:lnTo>
                    <a:pt x="1059" y="6"/>
                  </a:lnTo>
                  <a:lnTo>
                    <a:pt x="1089" y="3"/>
                  </a:lnTo>
                  <a:lnTo>
                    <a:pt x="1103" y="1"/>
                  </a:lnTo>
                  <a:lnTo>
                    <a:pt x="1117" y="0"/>
                  </a:lnTo>
                  <a:lnTo>
                    <a:pt x="1262" y="22"/>
                  </a:lnTo>
                  <a:lnTo>
                    <a:pt x="1284" y="31"/>
                  </a:lnTo>
                  <a:lnTo>
                    <a:pt x="1333" y="53"/>
                  </a:lnTo>
                  <a:lnTo>
                    <a:pt x="1385" y="76"/>
                  </a:lnTo>
                  <a:lnTo>
                    <a:pt x="1452" y="107"/>
                  </a:lnTo>
                  <a:lnTo>
                    <a:pt x="1450" y="114"/>
                  </a:lnTo>
                  <a:lnTo>
                    <a:pt x="1483" y="177"/>
                  </a:lnTo>
                  <a:lnTo>
                    <a:pt x="1488" y="186"/>
                  </a:lnTo>
                  <a:lnTo>
                    <a:pt x="1502" y="212"/>
                  </a:lnTo>
                  <a:lnTo>
                    <a:pt x="1584" y="281"/>
                  </a:lnTo>
                  <a:lnTo>
                    <a:pt x="1596" y="291"/>
                  </a:lnTo>
                  <a:lnTo>
                    <a:pt x="1600" y="294"/>
                  </a:lnTo>
                  <a:lnTo>
                    <a:pt x="1652" y="342"/>
                  </a:lnTo>
                  <a:lnTo>
                    <a:pt x="1651" y="366"/>
                  </a:lnTo>
                  <a:lnTo>
                    <a:pt x="1650" y="383"/>
                  </a:lnTo>
                  <a:lnTo>
                    <a:pt x="1649" y="404"/>
                  </a:lnTo>
                  <a:lnTo>
                    <a:pt x="1689" y="436"/>
                  </a:lnTo>
                  <a:lnTo>
                    <a:pt x="1723" y="462"/>
                  </a:lnTo>
                  <a:lnTo>
                    <a:pt x="1727" y="466"/>
                  </a:lnTo>
                  <a:lnTo>
                    <a:pt x="1739" y="485"/>
                  </a:lnTo>
                  <a:lnTo>
                    <a:pt x="1744" y="491"/>
                  </a:lnTo>
                  <a:lnTo>
                    <a:pt x="1751" y="498"/>
                  </a:lnTo>
                  <a:lnTo>
                    <a:pt x="1758" y="503"/>
                  </a:lnTo>
                  <a:lnTo>
                    <a:pt x="1763" y="509"/>
                  </a:lnTo>
                  <a:lnTo>
                    <a:pt x="1763" y="514"/>
                  </a:lnTo>
                  <a:lnTo>
                    <a:pt x="1755" y="520"/>
                  </a:lnTo>
                  <a:lnTo>
                    <a:pt x="1759" y="527"/>
                  </a:lnTo>
                  <a:lnTo>
                    <a:pt x="1764" y="531"/>
                  </a:lnTo>
                  <a:lnTo>
                    <a:pt x="1773" y="5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7367284" y="1415843"/>
              <a:ext cx="764" cy="457"/>
            </a:xfrm>
            <a:custGeom>
              <a:avLst/>
              <a:pathLst>
                <a:path w="764" h="457">
                  <a:moveTo>
                    <a:pt x="638" y="47"/>
                  </a:moveTo>
                  <a:lnTo>
                    <a:pt x="633" y="53"/>
                  </a:lnTo>
                  <a:lnTo>
                    <a:pt x="622" y="60"/>
                  </a:lnTo>
                  <a:lnTo>
                    <a:pt x="613" y="64"/>
                  </a:lnTo>
                  <a:lnTo>
                    <a:pt x="602" y="69"/>
                  </a:lnTo>
                  <a:lnTo>
                    <a:pt x="596" y="71"/>
                  </a:lnTo>
                  <a:lnTo>
                    <a:pt x="592" y="75"/>
                  </a:lnTo>
                  <a:lnTo>
                    <a:pt x="589" y="81"/>
                  </a:lnTo>
                  <a:lnTo>
                    <a:pt x="586" y="89"/>
                  </a:lnTo>
                  <a:lnTo>
                    <a:pt x="581" y="102"/>
                  </a:lnTo>
                  <a:lnTo>
                    <a:pt x="579" y="109"/>
                  </a:lnTo>
                  <a:lnTo>
                    <a:pt x="578" y="116"/>
                  </a:lnTo>
                  <a:lnTo>
                    <a:pt x="576" y="123"/>
                  </a:lnTo>
                  <a:lnTo>
                    <a:pt x="575" y="130"/>
                  </a:lnTo>
                  <a:lnTo>
                    <a:pt x="578" y="135"/>
                  </a:lnTo>
                  <a:lnTo>
                    <a:pt x="582" y="142"/>
                  </a:lnTo>
                  <a:lnTo>
                    <a:pt x="585" y="150"/>
                  </a:lnTo>
                  <a:lnTo>
                    <a:pt x="587" y="157"/>
                  </a:lnTo>
                  <a:lnTo>
                    <a:pt x="586" y="161"/>
                  </a:lnTo>
                  <a:lnTo>
                    <a:pt x="584" y="166"/>
                  </a:lnTo>
                  <a:lnTo>
                    <a:pt x="582" y="170"/>
                  </a:lnTo>
                  <a:lnTo>
                    <a:pt x="579" y="176"/>
                  </a:lnTo>
                  <a:lnTo>
                    <a:pt x="574" y="182"/>
                  </a:lnTo>
                  <a:lnTo>
                    <a:pt x="570" y="187"/>
                  </a:lnTo>
                  <a:lnTo>
                    <a:pt x="566" y="191"/>
                  </a:lnTo>
                  <a:lnTo>
                    <a:pt x="562" y="198"/>
                  </a:lnTo>
                  <a:lnTo>
                    <a:pt x="558" y="203"/>
                  </a:lnTo>
                  <a:lnTo>
                    <a:pt x="557" y="208"/>
                  </a:lnTo>
                  <a:lnTo>
                    <a:pt x="558" y="214"/>
                  </a:lnTo>
                  <a:lnTo>
                    <a:pt x="574" y="231"/>
                  </a:lnTo>
                  <a:lnTo>
                    <a:pt x="582" y="239"/>
                  </a:lnTo>
                  <a:lnTo>
                    <a:pt x="597" y="244"/>
                  </a:lnTo>
                  <a:lnTo>
                    <a:pt x="603" y="258"/>
                  </a:lnTo>
                  <a:lnTo>
                    <a:pt x="607" y="269"/>
                  </a:lnTo>
                  <a:lnTo>
                    <a:pt x="608" y="288"/>
                  </a:lnTo>
                  <a:lnTo>
                    <a:pt x="609" y="298"/>
                  </a:lnTo>
                  <a:lnTo>
                    <a:pt x="610" y="308"/>
                  </a:lnTo>
                  <a:lnTo>
                    <a:pt x="619" y="311"/>
                  </a:lnTo>
                  <a:lnTo>
                    <a:pt x="639" y="317"/>
                  </a:lnTo>
                  <a:lnTo>
                    <a:pt x="653" y="321"/>
                  </a:lnTo>
                  <a:lnTo>
                    <a:pt x="684" y="335"/>
                  </a:lnTo>
                  <a:lnTo>
                    <a:pt x="735" y="372"/>
                  </a:lnTo>
                  <a:lnTo>
                    <a:pt x="750" y="384"/>
                  </a:lnTo>
                  <a:lnTo>
                    <a:pt x="764" y="434"/>
                  </a:lnTo>
                  <a:lnTo>
                    <a:pt x="764" y="441"/>
                  </a:lnTo>
                  <a:lnTo>
                    <a:pt x="760" y="448"/>
                  </a:lnTo>
                  <a:lnTo>
                    <a:pt x="742" y="457"/>
                  </a:lnTo>
                  <a:lnTo>
                    <a:pt x="703" y="456"/>
                  </a:lnTo>
                  <a:lnTo>
                    <a:pt x="693" y="455"/>
                  </a:lnTo>
                  <a:lnTo>
                    <a:pt x="661" y="439"/>
                  </a:lnTo>
                  <a:lnTo>
                    <a:pt x="653" y="432"/>
                  </a:lnTo>
                  <a:lnTo>
                    <a:pt x="615" y="397"/>
                  </a:lnTo>
                  <a:lnTo>
                    <a:pt x="606" y="386"/>
                  </a:lnTo>
                  <a:lnTo>
                    <a:pt x="565" y="320"/>
                  </a:lnTo>
                  <a:lnTo>
                    <a:pt x="565" y="315"/>
                  </a:lnTo>
                  <a:lnTo>
                    <a:pt x="519" y="284"/>
                  </a:lnTo>
                  <a:lnTo>
                    <a:pt x="484" y="259"/>
                  </a:lnTo>
                  <a:lnTo>
                    <a:pt x="458" y="247"/>
                  </a:lnTo>
                  <a:lnTo>
                    <a:pt x="421" y="239"/>
                  </a:lnTo>
                  <a:lnTo>
                    <a:pt x="392" y="239"/>
                  </a:lnTo>
                  <a:lnTo>
                    <a:pt x="359" y="243"/>
                  </a:lnTo>
                  <a:lnTo>
                    <a:pt x="336" y="249"/>
                  </a:lnTo>
                  <a:lnTo>
                    <a:pt x="333" y="259"/>
                  </a:lnTo>
                  <a:lnTo>
                    <a:pt x="332" y="265"/>
                  </a:lnTo>
                  <a:lnTo>
                    <a:pt x="332" y="275"/>
                  </a:lnTo>
                  <a:lnTo>
                    <a:pt x="333" y="283"/>
                  </a:lnTo>
                  <a:lnTo>
                    <a:pt x="338" y="287"/>
                  </a:lnTo>
                  <a:lnTo>
                    <a:pt x="343" y="288"/>
                  </a:lnTo>
                  <a:lnTo>
                    <a:pt x="347" y="289"/>
                  </a:lnTo>
                  <a:lnTo>
                    <a:pt x="352" y="293"/>
                  </a:lnTo>
                  <a:lnTo>
                    <a:pt x="352" y="300"/>
                  </a:lnTo>
                  <a:lnTo>
                    <a:pt x="350" y="306"/>
                  </a:lnTo>
                  <a:lnTo>
                    <a:pt x="346" y="311"/>
                  </a:lnTo>
                  <a:lnTo>
                    <a:pt x="314" y="336"/>
                  </a:lnTo>
                  <a:lnTo>
                    <a:pt x="309" y="340"/>
                  </a:lnTo>
                  <a:lnTo>
                    <a:pt x="304" y="341"/>
                  </a:lnTo>
                  <a:lnTo>
                    <a:pt x="299" y="341"/>
                  </a:lnTo>
                  <a:lnTo>
                    <a:pt x="294" y="341"/>
                  </a:lnTo>
                  <a:lnTo>
                    <a:pt x="290" y="341"/>
                  </a:lnTo>
                  <a:lnTo>
                    <a:pt x="285" y="340"/>
                  </a:lnTo>
                  <a:lnTo>
                    <a:pt x="279" y="338"/>
                  </a:lnTo>
                  <a:lnTo>
                    <a:pt x="274" y="292"/>
                  </a:lnTo>
                  <a:lnTo>
                    <a:pt x="273" y="285"/>
                  </a:lnTo>
                  <a:lnTo>
                    <a:pt x="271" y="278"/>
                  </a:lnTo>
                  <a:lnTo>
                    <a:pt x="268" y="271"/>
                  </a:lnTo>
                  <a:lnTo>
                    <a:pt x="262" y="267"/>
                  </a:lnTo>
                  <a:lnTo>
                    <a:pt x="256" y="266"/>
                  </a:lnTo>
                  <a:lnTo>
                    <a:pt x="251" y="265"/>
                  </a:lnTo>
                  <a:lnTo>
                    <a:pt x="245" y="265"/>
                  </a:lnTo>
                  <a:lnTo>
                    <a:pt x="239" y="265"/>
                  </a:lnTo>
                  <a:lnTo>
                    <a:pt x="234" y="265"/>
                  </a:lnTo>
                  <a:lnTo>
                    <a:pt x="230" y="265"/>
                  </a:lnTo>
                  <a:lnTo>
                    <a:pt x="225" y="265"/>
                  </a:lnTo>
                  <a:lnTo>
                    <a:pt x="221" y="266"/>
                  </a:lnTo>
                  <a:lnTo>
                    <a:pt x="216" y="267"/>
                  </a:lnTo>
                  <a:lnTo>
                    <a:pt x="211" y="267"/>
                  </a:lnTo>
                  <a:lnTo>
                    <a:pt x="204" y="269"/>
                  </a:lnTo>
                  <a:lnTo>
                    <a:pt x="198" y="273"/>
                  </a:lnTo>
                  <a:lnTo>
                    <a:pt x="179" y="302"/>
                  </a:lnTo>
                  <a:lnTo>
                    <a:pt x="168" y="319"/>
                  </a:lnTo>
                  <a:lnTo>
                    <a:pt x="170" y="325"/>
                  </a:lnTo>
                  <a:lnTo>
                    <a:pt x="173" y="332"/>
                  </a:lnTo>
                  <a:lnTo>
                    <a:pt x="174" y="337"/>
                  </a:lnTo>
                  <a:lnTo>
                    <a:pt x="173" y="343"/>
                  </a:lnTo>
                  <a:lnTo>
                    <a:pt x="170" y="348"/>
                  </a:lnTo>
                  <a:lnTo>
                    <a:pt x="167" y="351"/>
                  </a:lnTo>
                  <a:lnTo>
                    <a:pt x="164" y="353"/>
                  </a:lnTo>
                  <a:lnTo>
                    <a:pt x="159" y="355"/>
                  </a:lnTo>
                  <a:lnTo>
                    <a:pt x="154" y="353"/>
                  </a:lnTo>
                  <a:lnTo>
                    <a:pt x="150" y="350"/>
                  </a:lnTo>
                  <a:lnTo>
                    <a:pt x="81" y="305"/>
                  </a:lnTo>
                  <a:lnTo>
                    <a:pt x="74" y="302"/>
                  </a:lnTo>
                  <a:lnTo>
                    <a:pt x="56" y="296"/>
                  </a:lnTo>
                  <a:lnTo>
                    <a:pt x="47" y="292"/>
                  </a:lnTo>
                  <a:lnTo>
                    <a:pt x="33" y="284"/>
                  </a:lnTo>
                  <a:lnTo>
                    <a:pt x="24" y="276"/>
                  </a:lnTo>
                  <a:lnTo>
                    <a:pt x="13" y="265"/>
                  </a:lnTo>
                  <a:lnTo>
                    <a:pt x="2" y="251"/>
                  </a:lnTo>
                  <a:lnTo>
                    <a:pt x="0" y="240"/>
                  </a:lnTo>
                  <a:lnTo>
                    <a:pt x="1" y="223"/>
                  </a:lnTo>
                  <a:lnTo>
                    <a:pt x="8" y="207"/>
                  </a:lnTo>
                  <a:lnTo>
                    <a:pt x="21" y="187"/>
                  </a:lnTo>
                  <a:lnTo>
                    <a:pt x="28" y="179"/>
                  </a:lnTo>
                  <a:lnTo>
                    <a:pt x="85" y="154"/>
                  </a:lnTo>
                  <a:lnTo>
                    <a:pt x="97" y="148"/>
                  </a:lnTo>
                  <a:lnTo>
                    <a:pt x="119" y="138"/>
                  </a:lnTo>
                  <a:lnTo>
                    <a:pt x="168" y="116"/>
                  </a:lnTo>
                  <a:lnTo>
                    <a:pt x="203" y="100"/>
                  </a:lnTo>
                  <a:lnTo>
                    <a:pt x="212" y="96"/>
                  </a:lnTo>
                  <a:lnTo>
                    <a:pt x="215" y="90"/>
                  </a:lnTo>
                  <a:lnTo>
                    <a:pt x="217" y="81"/>
                  </a:lnTo>
                  <a:lnTo>
                    <a:pt x="220" y="73"/>
                  </a:lnTo>
                  <a:lnTo>
                    <a:pt x="224" y="65"/>
                  </a:lnTo>
                  <a:lnTo>
                    <a:pt x="229" y="60"/>
                  </a:lnTo>
                  <a:lnTo>
                    <a:pt x="232" y="58"/>
                  </a:lnTo>
                  <a:lnTo>
                    <a:pt x="237" y="56"/>
                  </a:lnTo>
                  <a:lnTo>
                    <a:pt x="241" y="55"/>
                  </a:lnTo>
                  <a:lnTo>
                    <a:pt x="247" y="55"/>
                  </a:lnTo>
                  <a:lnTo>
                    <a:pt x="259" y="55"/>
                  </a:lnTo>
                  <a:lnTo>
                    <a:pt x="267" y="56"/>
                  </a:lnTo>
                  <a:lnTo>
                    <a:pt x="278" y="59"/>
                  </a:lnTo>
                  <a:lnTo>
                    <a:pt x="282" y="61"/>
                  </a:lnTo>
                  <a:lnTo>
                    <a:pt x="293" y="64"/>
                  </a:lnTo>
                  <a:lnTo>
                    <a:pt x="304" y="66"/>
                  </a:lnTo>
                  <a:lnTo>
                    <a:pt x="317" y="66"/>
                  </a:lnTo>
                  <a:lnTo>
                    <a:pt x="323" y="64"/>
                  </a:lnTo>
                  <a:lnTo>
                    <a:pt x="335" y="60"/>
                  </a:lnTo>
                  <a:lnTo>
                    <a:pt x="346" y="57"/>
                  </a:lnTo>
                  <a:lnTo>
                    <a:pt x="358" y="52"/>
                  </a:lnTo>
                  <a:lnTo>
                    <a:pt x="366" y="47"/>
                  </a:lnTo>
                  <a:lnTo>
                    <a:pt x="375" y="40"/>
                  </a:lnTo>
                  <a:lnTo>
                    <a:pt x="379" y="34"/>
                  </a:lnTo>
                  <a:lnTo>
                    <a:pt x="384" y="22"/>
                  </a:lnTo>
                  <a:lnTo>
                    <a:pt x="389" y="17"/>
                  </a:lnTo>
                  <a:lnTo>
                    <a:pt x="426" y="7"/>
                  </a:lnTo>
                  <a:lnTo>
                    <a:pt x="457" y="1"/>
                  </a:lnTo>
                  <a:lnTo>
                    <a:pt x="465" y="0"/>
                  </a:lnTo>
                  <a:lnTo>
                    <a:pt x="469" y="8"/>
                  </a:lnTo>
                  <a:lnTo>
                    <a:pt x="474" y="27"/>
                  </a:lnTo>
                  <a:lnTo>
                    <a:pt x="503" y="27"/>
                  </a:lnTo>
                  <a:lnTo>
                    <a:pt x="518" y="27"/>
                  </a:lnTo>
                  <a:lnTo>
                    <a:pt x="536" y="30"/>
                  </a:lnTo>
                  <a:lnTo>
                    <a:pt x="549" y="32"/>
                  </a:lnTo>
                  <a:lnTo>
                    <a:pt x="554" y="31"/>
                  </a:lnTo>
                  <a:lnTo>
                    <a:pt x="561" y="29"/>
                  </a:lnTo>
                  <a:lnTo>
                    <a:pt x="564" y="25"/>
                  </a:lnTo>
                  <a:lnTo>
                    <a:pt x="567" y="21"/>
                  </a:lnTo>
                  <a:lnTo>
                    <a:pt x="573" y="17"/>
                  </a:lnTo>
                  <a:lnTo>
                    <a:pt x="579" y="12"/>
                  </a:lnTo>
                  <a:lnTo>
                    <a:pt x="588" y="8"/>
                  </a:lnTo>
                  <a:lnTo>
                    <a:pt x="597" y="7"/>
                  </a:lnTo>
                  <a:lnTo>
                    <a:pt x="606" y="7"/>
                  </a:lnTo>
                  <a:lnTo>
                    <a:pt x="615" y="9"/>
                  </a:lnTo>
                  <a:lnTo>
                    <a:pt x="621" y="10"/>
                  </a:lnTo>
                  <a:lnTo>
                    <a:pt x="635" y="15"/>
                  </a:lnTo>
                  <a:lnTo>
                    <a:pt x="643" y="21"/>
                  </a:lnTo>
                  <a:lnTo>
                    <a:pt x="645" y="27"/>
                  </a:lnTo>
                  <a:lnTo>
                    <a:pt x="644" y="34"/>
                  </a:lnTo>
                  <a:lnTo>
                    <a:pt x="642" y="40"/>
                  </a:lnTo>
                  <a:lnTo>
                    <a:pt x="638" y="4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7387869" y="1413348"/>
              <a:ext cx="545" cy="602"/>
            </a:xfrm>
            <a:custGeom>
              <a:avLst/>
              <a:pathLst>
                <a:path w="545" h="602">
                  <a:moveTo>
                    <a:pt x="67" y="246"/>
                  </a:moveTo>
                  <a:lnTo>
                    <a:pt x="350" y="594"/>
                  </a:lnTo>
                  <a:lnTo>
                    <a:pt x="508" y="602"/>
                  </a:lnTo>
                  <a:lnTo>
                    <a:pt x="545" y="543"/>
                  </a:lnTo>
                  <a:lnTo>
                    <a:pt x="463" y="348"/>
                  </a:lnTo>
                  <a:lnTo>
                    <a:pt x="201" y="33"/>
                  </a:lnTo>
                  <a:lnTo>
                    <a:pt x="82" y="0"/>
                  </a:lnTo>
                  <a:lnTo>
                    <a:pt x="7" y="25"/>
                  </a:lnTo>
                  <a:lnTo>
                    <a:pt x="0" y="135"/>
                  </a:lnTo>
                  <a:lnTo>
                    <a:pt x="67" y="24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7244031" y="1389081"/>
              <a:ext cx="282" cy="530"/>
            </a:xfrm>
            <a:custGeom>
              <a:avLst/>
              <a:pathLst>
                <a:path w="282" h="530">
                  <a:moveTo>
                    <a:pt x="46" y="530"/>
                  </a:moveTo>
                  <a:lnTo>
                    <a:pt x="37" y="530"/>
                  </a:lnTo>
                  <a:lnTo>
                    <a:pt x="17" y="519"/>
                  </a:lnTo>
                  <a:lnTo>
                    <a:pt x="0" y="491"/>
                  </a:lnTo>
                  <a:lnTo>
                    <a:pt x="0" y="410"/>
                  </a:lnTo>
                  <a:lnTo>
                    <a:pt x="82" y="175"/>
                  </a:lnTo>
                  <a:lnTo>
                    <a:pt x="98" y="131"/>
                  </a:lnTo>
                  <a:lnTo>
                    <a:pt x="129" y="78"/>
                  </a:lnTo>
                  <a:lnTo>
                    <a:pt x="138" y="49"/>
                  </a:lnTo>
                  <a:lnTo>
                    <a:pt x="184" y="0"/>
                  </a:lnTo>
                  <a:lnTo>
                    <a:pt x="232" y="75"/>
                  </a:lnTo>
                  <a:lnTo>
                    <a:pt x="248" y="139"/>
                  </a:lnTo>
                  <a:lnTo>
                    <a:pt x="261" y="204"/>
                  </a:lnTo>
                  <a:lnTo>
                    <a:pt x="282" y="350"/>
                  </a:lnTo>
                  <a:lnTo>
                    <a:pt x="202" y="484"/>
                  </a:lnTo>
                  <a:lnTo>
                    <a:pt x="181" y="504"/>
                  </a:lnTo>
                  <a:lnTo>
                    <a:pt x="46" y="53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7386268" y="1409988"/>
              <a:ext cx="613" cy="677"/>
            </a:xfrm>
            <a:custGeom>
              <a:avLst/>
              <a:pathLst>
                <a:path w="613" h="677">
                  <a:moveTo>
                    <a:pt x="321" y="75"/>
                  </a:moveTo>
                  <a:lnTo>
                    <a:pt x="52" y="278"/>
                  </a:lnTo>
                  <a:lnTo>
                    <a:pt x="0" y="448"/>
                  </a:lnTo>
                  <a:lnTo>
                    <a:pt x="7" y="592"/>
                  </a:lnTo>
                  <a:lnTo>
                    <a:pt x="82" y="677"/>
                  </a:lnTo>
                  <a:lnTo>
                    <a:pt x="246" y="643"/>
                  </a:lnTo>
                  <a:lnTo>
                    <a:pt x="530" y="321"/>
                  </a:lnTo>
                  <a:lnTo>
                    <a:pt x="613" y="117"/>
                  </a:lnTo>
                  <a:lnTo>
                    <a:pt x="598" y="32"/>
                  </a:lnTo>
                  <a:lnTo>
                    <a:pt x="494" y="0"/>
                  </a:lnTo>
                  <a:lnTo>
                    <a:pt x="321" y="7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7387285" y="1409231"/>
              <a:ext cx="326" cy="285"/>
            </a:xfrm>
            <a:custGeom>
              <a:avLst/>
              <a:pathLst>
                <a:path w="326" h="285">
                  <a:moveTo>
                    <a:pt x="0" y="237"/>
                  </a:moveTo>
                  <a:lnTo>
                    <a:pt x="23" y="285"/>
                  </a:lnTo>
                  <a:lnTo>
                    <a:pt x="116" y="285"/>
                  </a:lnTo>
                  <a:lnTo>
                    <a:pt x="228" y="240"/>
                  </a:lnTo>
                  <a:lnTo>
                    <a:pt x="283" y="190"/>
                  </a:lnTo>
                  <a:lnTo>
                    <a:pt x="326" y="109"/>
                  </a:lnTo>
                  <a:lnTo>
                    <a:pt x="292" y="45"/>
                  </a:lnTo>
                  <a:lnTo>
                    <a:pt x="246" y="20"/>
                  </a:lnTo>
                  <a:lnTo>
                    <a:pt x="180" y="0"/>
                  </a:lnTo>
                  <a:lnTo>
                    <a:pt x="98" y="12"/>
                  </a:lnTo>
                  <a:lnTo>
                    <a:pt x="41" y="55"/>
                  </a:lnTo>
                  <a:lnTo>
                    <a:pt x="6" y="125"/>
                  </a:lnTo>
                  <a:lnTo>
                    <a:pt x="0" y="2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7388681" y="1409273"/>
              <a:ext cx="13" cy="9"/>
            </a:xfrm>
            <a:custGeom>
              <a:avLst/>
              <a:pathLst>
                <a:path w="13" h="9">
                  <a:moveTo>
                    <a:pt x="8" y="6"/>
                  </a:moveTo>
                  <a:lnTo>
                    <a:pt x="0" y="9"/>
                  </a:lnTo>
                  <a:lnTo>
                    <a:pt x="13" y="0"/>
                  </a:lnTo>
                  <a:lnTo>
                    <a:pt x="8" y="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7385735" y="1407379"/>
              <a:ext cx="2443" cy="2562"/>
            </a:xfrm>
            <a:custGeom>
              <a:avLst/>
              <a:pathLst>
                <a:path w="2443" h="2562">
                  <a:moveTo>
                    <a:pt x="1046" y="911"/>
                  </a:moveTo>
                  <a:lnTo>
                    <a:pt x="1033" y="918"/>
                  </a:lnTo>
                  <a:lnTo>
                    <a:pt x="1013" y="921"/>
                  </a:lnTo>
                  <a:lnTo>
                    <a:pt x="1004" y="919"/>
                  </a:lnTo>
                  <a:lnTo>
                    <a:pt x="985" y="910"/>
                  </a:lnTo>
                  <a:lnTo>
                    <a:pt x="972" y="910"/>
                  </a:lnTo>
                  <a:lnTo>
                    <a:pt x="922" y="913"/>
                  </a:lnTo>
                  <a:lnTo>
                    <a:pt x="884" y="918"/>
                  </a:lnTo>
                  <a:lnTo>
                    <a:pt x="863" y="925"/>
                  </a:lnTo>
                  <a:lnTo>
                    <a:pt x="855" y="925"/>
                  </a:lnTo>
                  <a:lnTo>
                    <a:pt x="851" y="919"/>
                  </a:lnTo>
                  <a:lnTo>
                    <a:pt x="848" y="913"/>
                  </a:lnTo>
                  <a:lnTo>
                    <a:pt x="811" y="912"/>
                  </a:lnTo>
                  <a:lnTo>
                    <a:pt x="783" y="910"/>
                  </a:lnTo>
                  <a:lnTo>
                    <a:pt x="764" y="908"/>
                  </a:lnTo>
                  <a:lnTo>
                    <a:pt x="736" y="903"/>
                  </a:lnTo>
                  <a:lnTo>
                    <a:pt x="699" y="899"/>
                  </a:lnTo>
                  <a:lnTo>
                    <a:pt x="665" y="894"/>
                  </a:lnTo>
                  <a:lnTo>
                    <a:pt x="657" y="892"/>
                  </a:lnTo>
                  <a:lnTo>
                    <a:pt x="641" y="890"/>
                  </a:lnTo>
                  <a:lnTo>
                    <a:pt x="627" y="885"/>
                  </a:lnTo>
                  <a:lnTo>
                    <a:pt x="615" y="880"/>
                  </a:lnTo>
                  <a:lnTo>
                    <a:pt x="604" y="873"/>
                  </a:lnTo>
                  <a:lnTo>
                    <a:pt x="594" y="858"/>
                  </a:lnTo>
                  <a:lnTo>
                    <a:pt x="586" y="845"/>
                  </a:lnTo>
                  <a:lnTo>
                    <a:pt x="580" y="838"/>
                  </a:lnTo>
                  <a:lnTo>
                    <a:pt x="572" y="835"/>
                  </a:lnTo>
                  <a:lnTo>
                    <a:pt x="551" y="832"/>
                  </a:lnTo>
                  <a:lnTo>
                    <a:pt x="520" y="835"/>
                  </a:lnTo>
                  <a:lnTo>
                    <a:pt x="446" y="858"/>
                  </a:lnTo>
                  <a:lnTo>
                    <a:pt x="417" y="870"/>
                  </a:lnTo>
                  <a:lnTo>
                    <a:pt x="396" y="880"/>
                  </a:lnTo>
                  <a:lnTo>
                    <a:pt x="388" y="886"/>
                  </a:lnTo>
                  <a:lnTo>
                    <a:pt x="380" y="895"/>
                  </a:lnTo>
                  <a:lnTo>
                    <a:pt x="374" y="900"/>
                  </a:lnTo>
                  <a:lnTo>
                    <a:pt x="367" y="903"/>
                  </a:lnTo>
                  <a:lnTo>
                    <a:pt x="371" y="906"/>
                  </a:lnTo>
                  <a:lnTo>
                    <a:pt x="387" y="912"/>
                  </a:lnTo>
                  <a:lnTo>
                    <a:pt x="391" y="915"/>
                  </a:lnTo>
                  <a:lnTo>
                    <a:pt x="396" y="920"/>
                  </a:lnTo>
                  <a:lnTo>
                    <a:pt x="399" y="931"/>
                  </a:lnTo>
                  <a:lnTo>
                    <a:pt x="402" y="943"/>
                  </a:lnTo>
                  <a:lnTo>
                    <a:pt x="400" y="968"/>
                  </a:lnTo>
                  <a:lnTo>
                    <a:pt x="399" y="977"/>
                  </a:lnTo>
                  <a:lnTo>
                    <a:pt x="389" y="1006"/>
                  </a:lnTo>
                  <a:lnTo>
                    <a:pt x="386" y="1009"/>
                  </a:lnTo>
                  <a:lnTo>
                    <a:pt x="378" y="1019"/>
                  </a:lnTo>
                  <a:lnTo>
                    <a:pt x="370" y="1029"/>
                  </a:lnTo>
                  <a:lnTo>
                    <a:pt x="362" y="1035"/>
                  </a:lnTo>
                  <a:lnTo>
                    <a:pt x="355" y="1035"/>
                  </a:lnTo>
                  <a:lnTo>
                    <a:pt x="345" y="1040"/>
                  </a:lnTo>
                  <a:lnTo>
                    <a:pt x="337" y="1042"/>
                  </a:lnTo>
                  <a:lnTo>
                    <a:pt x="327" y="1045"/>
                  </a:lnTo>
                  <a:lnTo>
                    <a:pt x="318" y="1047"/>
                  </a:lnTo>
                  <a:lnTo>
                    <a:pt x="309" y="1046"/>
                  </a:lnTo>
                  <a:lnTo>
                    <a:pt x="298" y="1053"/>
                  </a:lnTo>
                  <a:lnTo>
                    <a:pt x="289" y="1052"/>
                  </a:lnTo>
                  <a:lnTo>
                    <a:pt x="279" y="1055"/>
                  </a:lnTo>
                  <a:lnTo>
                    <a:pt x="263" y="1055"/>
                  </a:lnTo>
                  <a:lnTo>
                    <a:pt x="249" y="1054"/>
                  </a:lnTo>
                  <a:lnTo>
                    <a:pt x="234" y="1053"/>
                  </a:lnTo>
                  <a:lnTo>
                    <a:pt x="215" y="1054"/>
                  </a:lnTo>
                  <a:lnTo>
                    <a:pt x="206" y="1057"/>
                  </a:lnTo>
                  <a:lnTo>
                    <a:pt x="191" y="1056"/>
                  </a:lnTo>
                  <a:lnTo>
                    <a:pt x="185" y="1060"/>
                  </a:lnTo>
                  <a:lnTo>
                    <a:pt x="178" y="1064"/>
                  </a:lnTo>
                  <a:lnTo>
                    <a:pt x="174" y="1067"/>
                  </a:lnTo>
                  <a:lnTo>
                    <a:pt x="170" y="1072"/>
                  </a:lnTo>
                  <a:lnTo>
                    <a:pt x="166" y="1075"/>
                  </a:lnTo>
                  <a:lnTo>
                    <a:pt x="160" y="1080"/>
                  </a:lnTo>
                  <a:lnTo>
                    <a:pt x="156" y="1085"/>
                  </a:lnTo>
                  <a:lnTo>
                    <a:pt x="150" y="1091"/>
                  </a:lnTo>
                  <a:lnTo>
                    <a:pt x="142" y="1097"/>
                  </a:lnTo>
                  <a:lnTo>
                    <a:pt x="132" y="1106"/>
                  </a:lnTo>
                  <a:lnTo>
                    <a:pt x="126" y="1112"/>
                  </a:lnTo>
                  <a:lnTo>
                    <a:pt x="119" y="1117"/>
                  </a:lnTo>
                  <a:lnTo>
                    <a:pt x="107" y="1127"/>
                  </a:lnTo>
                  <a:lnTo>
                    <a:pt x="97" y="1129"/>
                  </a:lnTo>
                  <a:lnTo>
                    <a:pt x="89" y="1133"/>
                  </a:lnTo>
                  <a:lnTo>
                    <a:pt x="79" y="1141"/>
                  </a:lnTo>
                  <a:lnTo>
                    <a:pt x="70" y="1148"/>
                  </a:lnTo>
                  <a:lnTo>
                    <a:pt x="63" y="1152"/>
                  </a:lnTo>
                  <a:lnTo>
                    <a:pt x="59" y="1155"/>
                  </a:lnTo>
                  <a:lnTo>
                    <a:pt x="54" y="1162"/>
                  </a:lnTo>
                  <a:lnTo>
                    <a:pt x="51" y="1170"/>
                  </a:lnTo>
                  <a:lnTo>
                    <a:pt x="47" y="1175"/>
                  </a:lnTo>
                  <a:lnTo>
                    <a:pt x="46" y="1185"/>
                  </a:lnTo>
                  <a:lnTo>
                    <a:pt x="47" y="1195"/>
                  </a:lnTo>
                  <a:lnTo>
                    <a:pt x="50" y="1204"/>
                  </a:lnTo>
                  <a:lnTo>
                    <a:pt x="53" y="1213"/>
                  </a:lnTo>
                  <a:lnTo>
                    <a:pt x="61" y="1224"/>
                  </a:lnTo>
                  <a:lnTo>
                    <a:pt x="65" y="1227"/>
                  </a:lnTo>
                  <a:lnTo>
                    <a:pt x="70" y="1228"/>
                  </a:lnTo>
                  <a:lnTo>
                    <a:pt x="75" y="1231"/>
                  </a:lnTo>
                  <a:lnTo>
                    <a:pt x="75" y="1237"/>
                  </a:lnTo>
                  <a:lnTo>
                    <a:pt x="81" y="1242"/>
                  </a:lnTo>
                  <a:lnTo>
                    <a:pt x="93" y="1252"/>
                  </a:lnTo>
                  <a:lnTo>
                    <a:pt x="98" y="1258"/>
                  </a:lnTo>
                  <a:lnTo>
                    <a:pt x="112" y="1279"/>
                  </a:lnTo>
                  <a:lnTo>
                    <a:pt x="116" y="1285"/>
                  </a:lnTo>
                  <a:lnTo>
                    <a:pt x="119" y="1291"/>
                  </a:lnTo>
                  <a:lnTo>
                    <a:pt x="124" y="1302"/>
                  </a:lnTo>
                  <a:lnTo>
                    <a:pt x="126" y="1309"/>
                  </a:lnTo>
                  <a:lnTo>
                    <a:pt x="129" y="1319"/>
                  </a:lnTo>
                  <a:lnTo>
                    <a:pt x="128" y="1335"/>
                  </a:lnTo>
                  <a:lnTo>
                    <a:pt x="130" y="1370"/>
                  </a:lnTo>
                  <a:lnTo>
                    <a:pt x="130" y="1382"/>
                  </a:lnTo>
                  <a:lnTo>
                    <a:pt x="131" y="1395"/>
                  </a:lnTo>
                  <a:lnTo>
                    <a:pt x="128" y="1410"/>
                  </a:lnTo>
                  <a:lnTo>
                    <a:pt x="125" y="1428"/>
                  </a:lnTo>
                  <a:lnTo>
                    <a:pt x="121" y="1443"/>
                  </a:lnTo>
                  <a:lnTo>
                    <a:pt x="118" y="1457"/>
                  </a:lnTo>
                  <a:lnTo>
                    <a:pt x="113" y="1467"/>
                  </a:lnTo>
                  <a:lnTo>
                    <a:pt x="110" y="1479"/>
                  </a:lnTo>
                  <a:lnTo>
                    <a:pt x="90" y="1555"/>
                  </a:lnTo>
                  <a:lnTo>
                    <a:pt x="82" y="1579"/>
                  </a:lnTo>
                  <a:lnTo>
                    <a:pt x="83" y="1602"/>
                  </a:lnTo>
                  <a:lnTo>
                    <a:pt x="86" y="1624"/>
                  </a:lnTo>
                  <a:lnTo>
                    <a:pt x="88" y="1636"/>
                  </a:lnTo>
                  <a:lnTo>
                    <a:pt x="83" y="1656"/>
                  </a:lnTo>
                  <a:lnTo>
                    <a:pt x="72" y="1674"/>
                  </a:lnTo>
                  <a:lnTo>
                    <a:pt x="61" y="1683"/>
                  </a:lnTo>
                  <a:lnTo>
                    <a:pt x="49" y="1695"/>
                  </a:lnTo>
                  <a:lnTo>
                    <a:pt x="42" y="1705"/>
                  </a:lnTo>
                  <a:lnTo>
                    <a:pt x="38" y="1713"/>
                  </a:lnTo>
                  <a:lnTo>
                    <a:pt x="34" y="1723"/>
                  </a:lnTo>
                  <a:lnTo>
                    <a:pt x="35" y="1733"/>
                  </a:lnTo>
                  <a:lnTo>
                    <a:pt x="35" y="1744"/>
                  </a:lnTo>
                  <a:lnTo>
                    <a:pt x="41" y="1758"/>
                  </a:lnTo>
                  <a:lnTo>
                    <a:pt x="53" y="1781"/>
                  </a:lnTo>
                  <a:lnTo>
                    <a:pt x="63" y="1792"/>
                  </a:lnTo>
                  <a:lnTo>
                    <a:pt x="72" y="1803"/>
                  </a:lnTo>
                  <a:lnTo>
                    <a:pt x="81" y="1811"/>
                  </a:lnTo>
                  <a:lnTo>
                    <a:pt x="94" y="1821"/>
                  </a:lnTo>
                  <a:lnTo>
                    <a:pt x="105" y="1828"/>
                  </a:lnTo>
                  <a:lnTo>
                    <a:pt x="114" y="1833"/>
                  </a:lnTo>
                  <a:lnTo>
                    <a:pt x="125" y="1837"/>
                  </a:lnTo>
                  <a:lnTo>
                    <a:pt x="136" y="1839"/>
                  </a:lnTo>
                  <a:lnTo>
                    <a:pt x="143" y="1839"/>
                  </a:lnTo>
                  <a:lnTo>
                    <a:pt x="153" y="1837"/>
                  </a:lnTo>
                  <a:lnTo>
                    <a:pt x="172" y="1829"/>
                  </a:lnTo>
                  <a:lnTo>
                    <a:pt x="177" y="1827"/>
                  </a:lnTo>
                  <a:lnTo>
                    <a:pt x="200" y="1821"/>
                  </a:lnTo>
                  <a:lnTo>
                    <a:pt x="216" y="1817"/>
                  </a:lnTo>
                  <a:lnTo>
                    <a:pt x="229" y="1815"/>
                  </a:lnTo>
                  <a:lnTo>
                    <a:pt x="233" y="1815"/>
                  </a:lnTo>
                  <a:lnTo>
                    <a:pt x="245" y="1814"/>
                  </a:lnTo>
                  <a:lnTo>
                    <a:pt x="280" y="1818"/>
                  </a:lnTo>
                  <a:lnTo>
                    <a:pt x="286" y="1819"/>
                  </a:lnTo>
                  <a:lnTo>
                    <a:pt x="300" y="1823"/>
                  </a:lnTo>
                  <a:lnTo>
                    <a:pt x="316" y="1827"/>
                  </a:lnTo>
                  <a:lnTo>
                    <a:pt x="325" y="1831"/>
                  </a:lnTo>
                  <a:lnTo>
                    <a:pt x="387" y="1858"/>
                  </a:lnTo>
                  <a:lnTo>
                    <a:pt x="405" y="1868"/>
                  </a:lnTo>
                  <a:lnTo>
                    <a:pt x="412" y="1871"/>
                  </a:lnTo>
                  <a:lnTo>
                    <a:pt x="417" y="1874"/>
                  </a:lnTo>
                  <a:lnTo>
                    <a:pt x="462" y="1901"/>
                  </a:lnTo>
                  <a:lnTo>
                    <a:pt x="467" y="1911"/>
                  </a:lnTo>
                  <a:lnTo>
                    <a:pt x="470" y="1919"/>
                  </a:lnTo>
                  <a:lnTo>
                    <a:pt x="471" y="1930"/>
                  </a:lnTo>
                  <a:lnTo>
                    <a:pt x="467" y="1941"/>
                  </a:lnTo>
                  <a:lnTo>
                    <a:pt x="458" y="1953"/>
                  </a:lnTo>
                  <a:lnTo>
                    <a:pt x="446" y="1965"/>
                  </a:lnTo>
                  <a:lnTo>
                    <a:pt x="436" y="1970"/>
                  </a:lnTo>
                  <a:lnTo>
                    <a:pt x="426" y="1973"/>
                  </a:lnTo>
                  <a:lnTo>
                    <a:pt x="410" y="1979"/>
                  </a:lnTo>
                  <a:lnTo>
                    <a:pt x="392" y="1982"/>
                  </a:lnTo>
                  <a:lnTo>
                    <a:pt x="362" y="1998"/>
                  </a:lnTo>
                  <a:lnTo>
                    <a:pt x="341" y="2007"/>
                  </a:lnTo>
                  <a:lnTo>
                    <a:pt x="331" y="2012"/>
                  </a:lnTo>
                  <a:lnTo>
                    <a:pt x="303" y="2034"/>
                  </a:lnTo>
                  <a:lnTo>
                    <a:pt x="290" y="2048"/>
                  </a:lnTo>
                  <a:lnTo>
                    <a:pt x="279" y="2060"/>
                  </a:lnTo>
                  <a:lnTo>
                    <a:pt x="269" y="2072"/>
                  </a:lnTo>
                  <a:lnTo>
                    <a:pt x="196" y="2142"/>
                  </a:lnTo>
                  <a:lnTo>
                    <a:pt x="183" y="2151"/>
                  </a:lnTo>
                  <a:lnTo>
                    <a:pt x="172" y="2158"/>
                  </a:lnTo>
                  <a:lnTo>
                    <a:pt x="152" y="2171"/>
                  </a:lnTo>
                  <a:lnTo>
                    <a:pt x="142" y="2179"/>
                  </a:lnTo>
                  <a:lnTo>
                    <a:pt x="135" y="2185"/>
                  </a:lnTo>
                  <a:lnTo>
                    <a:pt x="128" y="2190"/>
                  </a:lnTo>
                  <a:lnTo>
                    <a:pt x="123" y="2200"/>
                  </a:lnTo>
                  <a:lnTo>
                    <a:pt x="121" y="2209"/>
                  </a:lnTo>
                  <a:lnTo>
                    <a:pt x="123" y="2229"/>
                  </a:lnTo>
                  <a:lnTo>
                    <a:pt x="126" y="2235"/>
                  </a:lnTo>
                  <a:lnTo>
                    <a:pt x="126" y="2250"/>
                  </a:lnTo>
                  <a:lnTo>
                    <a:pt x="131" y="2266"/>
                  </a:lnTo>
                  <a:lnTo>
                    <a:pt x="134" y="2280"/>
                  </a:lnTo>
                  <a:lnTo>
                    <a:pt x="137" y="2303"/>
                  </a:lnTo>
                  <a:lnTo>
                    <a:pt x="137" y="2316"/>
                  </a:lnTo>
                  <a:lnTo>
                    <a:pt x="135" y="2329"/>
                  </a:lnTo>
                  <a:lnTo>
                    <a:pt x="127" y="2342"/>
                  </a:lnTo>
                  <a:lnTo>
                    <a:pt x="120" y="2354"/>
                  </a:lnTo>
                  <a:lnTo>
                    <a:pt x="109" y="2371"/>
                  </a:lnTo>
                  <a:lnTo>
                    <a:pt x="95" y="2386"/>
                  </a:lnTo>
                  <a:lnTo>
                    <a:pt x="81" y="2397"/>
                  </a:lnTo>
                  <a:lnTo>
                    <a:pt x="59" y="2406"/>
                  </a:lnTo>
                  <a:lnTo>
                    <a:pt x="50" y="2409"/>
                  </a:lnTo>
                  <a:lnTo>
                    <a:pt x="44" y="2410"/>
                  </a:lnTo>
                  <a:lnTo>
                    <a:pt x="38" y="2413"/>
                  </a:lnTo>
                  <a:lnTo>
                    <a:pt x="32" y="2415"/>
                  </a:lnTo>
                  <a:lnTo>
                    <a:pt x="13" y="2423"/>
                  </a:lnTo>
                  <a:lnTo>
                    <a:pt x="7" y="2432"/>
                  </a:lnTo>
                  <a:lnTo>
                    <a:pt x="6" y="2440"/>
                  </a:lnTo>
                  <a:lnTo>
                    <a:pt x="2" y="2452"/>
                  </a:lnTo>
                  <a:lnTo>
                    <a:pt x="1" y="2462"/>
                  </a:lnTo>
                  <a:lnTo>
                    <a:pt x="0" y="2485"/>
                  </a:lnTo>
                  <a:lnTo>
                    <a:pt x="0" y="2493"/>
                  </a:lnTo>
                  <a:lnTo>
                    <a:pt x="0" y="2498"/>
                  </a:lnTo>
                  <a:lnTo>
                    <a:pt x="1" y="2503"/>
                  </a:lnTo>
                  <a:lnTo>
                    <a:pt x="10" y="2512"/>
                  </a:lnTo>
                  <a:lnTo>
                    <a:pt x="27" y="2523"/>
                  </a:lnTo>
                  <a:lnTo>
                    <a:pt x="32" y="2526"/>
                  </a:lnTo>
                  <a:lnTo>
                    <a:pt x="60" y="2548"/>
                  </a:lnTo>
                  <a:lnTo>
                    <a:pt x="73" y="2559"/>
                  </a:lnTo>
                  <a:lnTo>
                    <a:pt x="83" y="2562"/>
                  </a:lnTo>
                  <a:lnTo>
                    <a:pt x="91" y="2559"/>
                  </a:lnTo>
                  <a:lnTo>
                    <a:pt x="109" y="2540"/>
                  </a:lnTo>
                  <a:lnTo>
                    <a:pt x="122" y="2524"/>
                  </a:lnTo>
                  <a:lnTo>
                    <a:pt x="141" y="2507"/>
                  </a:lnTo>
                  <a:lnTo>
                    <a:pt x="184" y="2471"/>
                  </a:lnTo>
                  <a:lnTo>
                    <a:pt x="194" y="2462"/>
                  </a:lnTo>
                  <a:lnTo>
                    <a:pt x="206" y="2451"/>
                  </a:lnTo>
                  <a:lnTo>
                    <a:pt x="224" y="2436"/>
                  </a:lnTo>
                  <a:lnTo>
                    <a:pt x="253" y="2410"/>
                  </a:lnTo>
                  <a:lnTo>
                    <a:pt x="286" y="2377"/>
                  </a:lnTo>
                  <a:lnTo>
                    <a:pt x="298" y="2366"/>
                  </a:lnTo>
                  <a:lnTo>
                    <a:pt x="303" y="2362"/>
                  </a:lnTo>
                  <a:lnTo>
                    <a:pt x="330" y="2339"/>
                  </a:lnTo>
                  <a:lnTo>
                    <a:pt x="363" y="2309"/>
                  </a:lnTo>
                  <a:lnTo>
                    <a:pt x="418" y="2265"/>
                  </a:lnTo>
                  <a:lnTo>
                    <a:pt x="441" y="2248"/>
                  </a:lnTo>
                  <a:lnTo>
                    <a:pt x="462" y="2233"/>
                  </a:lnTo>
                  <a:lnTo>
                    <a:pt x="481" y="2222"/>
                  </a:lnTo>
                  <a:lnTo>
                    <a:pt x="508" y="2207"/>
                  </a:lnTo>
                  <a:lnTo>
                    <a:pt x="572" y="2169"/>
                  </a:lnTo>
                  <a:lnTo>
                    <a:pt x="588" y="2158"/>
                  </a:lnTo>
                  <a:lnTo>
                    <a:pt x="624" y="2129"/>
                  </a:lnTo>
                  <a:lnTo>
                    <a:pt x="668" y="2090"/>
                  </a:lnTo>
                  <a:lnTo>
                    <a:pt x="750" y="2018"/>
                  </a:lnTo>
                  <a:lnTo>
                    <a:pt x="801" y="1972"/>
                  </a:lnTo>
                  <a:lnTo>
                    <a:pt x="860" y="1913"/>
                  </a:lnTo>
                  <a:lnTo>
                    <a:pt x="864" y="1910"/>
                  </a:lnTo>
                  <a:lnTo>
                    <a:pt x="873" y="1903"/>
                  </a:lnTo>
                  <a:lnTo>
                    <a:pt x="878" y="1899"/>
                  </a:lnTo>
                  <a:lnTo>
                    <a:pt x="887" y="1892"/>
                  </a:lnTo>
                  <a:lnTo>
                    <a:pt x="905" y="1878"/>
                  </a:lnTo>
                  <a:lnTo>
                    <a:pt x="995" y="1804"/>
                  </a:lnTo>
                  <a:lnTo>
                    <a:pt x="1025" y="1784"/>
                  </a:lnTo>
                  <a:lnTo>
                    <a:pt x="1056" y="1766"/>
                  </a:lnTo>
                  <a:lnTo>
                    <a:pt x="1066" y="1760"/>
                  </a:lnTo>
                  <a:lnTo>
                    <a:pt x="1074" y="1757"/>
                  </a:lnTo>
                  <a:lnTo>
                    <a:pt x="1150" y="1719"/>
                  </a:lnTo>
                  <a:lnTo>
                    <a:pt x="1625" y="1481"/>
                  </a:lnTo>
                  <a:lnTo>
                    <a:pt x="1652" y="1467"/>
                  </a:lnTo>
                  <a:lnTo>
                    <a:pt x="1660" y="1463"/>
                  </a:lnTo>
                  <a:lnTo>
                    <a:pt x="1669" y="1459"/>
                  </a:lnTo>
                  <a:lnTo>
                    <a:pt x="1725" y="1438"/>
                  </a:lnTo>
                  <a:lnTo>
                    <a:pt x="1732" y="1435"/>
                  </a:lnTo>
                  <a:lnTo>
                    <a:pt x="1738" y="1433"/>
                  </a:lnTo>
                  <a:lnTo>
                    <a:pt x="1744" y="1429"/>
                  </a:lnTo>
                  <a:lnTo>
                    <a:pt x="1751" y="1426"/>
                  </a:lnTo>
                  <a:lnTo>
                    <a:pt x="1768" y="1415"/>
                  </a:lnTo>
                  <a:lnTo>
                    <a:pt x="1774" y="1412"/>
                  </a:lnTo>
                  <a:lnTo>
                    <a:pt x="1779" y="1410"/>
                  </a:lnTo>
                  <a:lnTo>
                    <a:pt x="1784" y="1408"/>
                  </a:lnTo>
                  <a:lnTo>
                    <a:pt x="1791" y="1407"/>
                  </a:lnTo>
                  <a:lnTo>
                    <a:pt x="1798" y="1406"/>
                  </a:lnTo>
                  <a:lnTo>
                    <a:pt x="1809" y="1404"/>
                  </a:lnTo>
                  <a:lnTo>
                    <a:pt x="1813" y="1403"/>
                  </a:lnTo>
                  <a:lnTo>
                    <a:pt x="1817" y="1402"/>
                  </a:lnTo>
                  <a:lnTo>
                    <a:pt x="1853" y="1389"/>
                  </a:lnTo>
                  <a:lnTo>
                    <a:pt x="1860" y="1387"/>
                  </a:lnTo>
                  <a:lnTo>
                    <a:pt x="1867" y="1383"/>
                  </a:lnTo>
                  <a:lnTo>
                    <a:pt x="1890" y="1369"/>
                  </a:lnTo>
                  <a:lnTo>
                    <a:pt x="1910" y="1358"/>
                  </a:lnTo>
                  <a:lnTo>
                    <a:pt x="1960" y="1329"/>
                  </a:lnTo>
                  <a:lnTo>
                    <a:pt x="1984" y="1317"/>
                  </a:lnTo>
                  <a:lnTo>
                    <a:pt x="2029" y="1294"/>
                  </a:lnTo>
                  <a:lnTo>
                    <a:pt x="2039" y="1288"/>
                  </a:lnTo>
                  <a:lnTo>
                    <a:pt x="2061" y="1276"/>
                  </a:lnTo>
                  <a:lnTo>
                    <a:pt x="2066" y="1274"/>
                  </a:lnTo>
                  <a:lnTo>
                    <a:pt x="2071" y="1272"/>
                  </a:lnTo>
                  <a:lnTo>
                    <a:pt x="2103" y="1263"/>
                  </a:lnTo>
                  <a:lnTo>
                    <a:pt x="2149" y="1243"/>
                  </a:lnTo>
                  <a:lnTo>
                    <a:pt x="2155" y="1240"/>
                  </a:lnTo>
                  <a:lnTo>
                    <a:pt x="2160" y="1237"/>
                  </a:lnTo>
                  <a:lnTo>
                    <a:pt x="2187" y="1219"/>
                  </a:lnTo>
                  <a:lnTo>
                    <a:pt x="2193" y="1215"/>
                  </a:lnTo>
                  <a:lnTo>
                    <a:pt x="2197" y="1211"/>
                  </a:lnTo>
                  <a:lnTo>
                    <a:pt x="2201" y="1206"/>
                  </a:lnTo>
                  <a:lnTo>
                    <a:pt x="2231" y="1179"/>
                  </a:lnTo>
                  <a:lnTo>
                    <a:pt x="2243" y="1167"/>
                  </a:lnTo>
                  <a:lnTo>
                    <a:pt x="2246" y="1163"/>
                  </a:lnTo>
                  <a:lnTo>
                    <a:pt x="2249" y="1157"/>
                  </a:lnTo>
                  <a:lnTo>
                    <a:pt x="2255" y="1147"/>
                  </a:lnTo>
                  <a:lnTo>
                    <a:pt x="2257" y="1142"/>
                  </a:lnTo>
                  <a:lnTo>
                    <a:pt x="2259" y="1135"/>
                  </a:lnTo>
                  <a:lnTo>
                    <a:pt x="2266" y="1096"/>
                  </a:lnTo>
                  <a:lnTo>
                    <a:pt x="2272" y="1066"/>
                  </a:lnTo>
                  <a:lnTo>
                    <a:pt x="2273" y="1060"/>
                  </a:lnTo>
                  <a:lnTo>
                    <a:pt x="2275" y="1056"/>
                  </a:lnTo>
                  <a:lnTo>
                    <a:pt x="2280" y="1040"/>
                  </a:lnTo>
                  <a:lnTo>
                    <a:pt x="2285" y="1031"/>
                  </a:lnTo>
                  <a:lnTo>
                    <a:pt x="2290" y="1020"/>
                  </a:lnTo>
                  <a:lnTo>
                    <a:pt x="2309" y="984"/>
                  </a:lnTo>
                  <a:lnTo>
                    <a:pt x="2311" y="978"/>
                  </a:lnTo>
                  <a:lnTo>
                    <a:pt x="2313" y="972"/>
                  </a:lnTo>
                  <a:lnTo>
                    <a:pt x="2316" y="961"/>
                  </a:lnTo>
                  <a:lnTo>
                    <a:pt x="2319" y="952"/>
                  </a:lnTo>
                  <a:lnTo>
                    <a:pt x="2322" y="932"/>
                  </a:lnTo>
                  <a:lnTo>
                    <a:pt x="2324" y="925"/>
                  </a:lnTo>
                  <a:lnTo>
                    <a:pt x="2328" y="911"/>
                  </a:lnTo>
                  <a:lnTo>
                    <a:pt x="2334" y="896"/>
                  </a:lnTo>
                  <a:lnTo>
                    <a:pt x="2343" y="867"/>
                  </a:lnTo>
                  <a:lnTo>
                    <a:pt x="2365" y="831"/>
                  </a:lnTo>
                  <a:lnTo>
                    <a:pt x="2384" y="788"/>
                  </a:lnTo>
                  <a:lnTo>
                    <a:pt x="2399" y="762"/>
                  </a:lnTo>
                  <a:lnTo>
                    <a:pt x="2407" y="745"/>
                  </a:lnTo>
                  <a:lnTo>
                    <a:pt x="2419" y="715"/>
                  </a:lnTo>
                  <a:lnTo>
                    <a:pt x="2422" y="698"/>
                  </a:lnTo>
                  <a:lnTo>
                    <a:pt x="2422" y="686"/>
                  </a:lnTo>
                  <a:lnTo>
                    <a:pt x="2419" y="678"/>
                  </a:lnTo>
                  <a:lnTo>
                    <a:pt x="2392" y="648"/>
                  </a:lnTo>
                  <a:lnTo>
                    <a:pt x="2372" y="604"/>
                  </a:lnTo>
                  <a:lnTo>
                    <a:pt x="2371" y="564"/>
                  </a:lnTo>
                  <a:lnTo>
                    <a:pt x="2375" y="519"/>
                  </a:lnTo>
                  <a:lnTo>
                    <a:pt x="2376" y="496"/>
                  </a:lnTo>
                  <a:lnTo>
                    <a:pt x="2377" y="468"/>
                  </a:lnTo>
                  <a:lnTo>
                    <a:pt x="2378" y="457"/>
                  </a:lnTo>
                  <a:lnTo>
                    <a:pt x="2382" y="403"/>
                  </a:lnTo>
                  <a:lnTo>
                    <a:pt x="2392" y="382"/>
                  </a:lnTo>
                  <a:lnTo>
                    <a:pt x="2402" y="360"/>
                  </a:lnTo>
                  <a:lnTo>
                    <a:pt x="2404" y="348"/>
                  </a:lnTo>
                  <a:lnTo>
                    <a:pt x="2404" y="336"/>
                  </a:lnTo>
                  <a:lnTo>
                    <a:pt x="2401" y="326"/>
                  </a:lnTo>
                  <a:lnTo>
                    <a:pt x="2395" y="317"/>
                  </a:lnTo>
                  <a:lnTo>
                    <a:pt x="2385" y="303"/>
                  </a:lnTo>
                  <a:lnTo>
                    <a:pt x="2383" y="299"/>
                  </a:lnTo>
                  <a:lnTo>
                    <a:pt x="2377" y="291"/>
                  </a:lnTo>
                  <a:lnTo>
                    <a:pt x="2376" y="283"/>
                  </a:lnTo>
                  <a:lnTo>
                    <a:pt x="2372" y="265"/>
                  </a:lnTo>
                  <a:lnTo>
                    <a:pt x="2371" y="241"/>
                  </a:lnTo>
                  <a:lnTo>
                    <a:pt x="2373" y="229"/>
                  </a:lnTo>
                  <a:lnTo>
                    <a:pt x="2374" y="210"/>
                  </a:lnTo>
                  <a:lnTo>
                    <a:pt x="2377" y="198"/>
                  </a:lnTo>
                  <a:lnTo>
                    <a:pt x="2377" y="189"/>
                  </a:lnTo>
                  <a:lnTo>
                    <a:pt x="2379" y="177"/>
                  </a:lnTo>
                  <a:lnTo>
                    <a:pt x="2391" y="127"/>
                  </a:lnTo>
                  <a:lnTo>
                    <a:pt x="2394" y="114"/>
                  </a:lnTo>
                  <a:lnTo>
                    <a:pt x="2395" y="105"/>
                  </a:lnTo>
                  <a:lnTo>
                    <a:pt x="2403" y="78"/>
                  </a:lnTo>
                  <a:lnTo>
                    <a:pt x="2409" y="63"/>
                  </a:lnTo>
                  <a:lnTo>
                    <a:pt x="2415" y="55"/>
                  </a:lnTo>
                  <a:lnTo>
                    <a:pt x="2421" y="49"/>
                  </a:lnTo>
                  <a:lnTo>
                    <a:pt x="2428" y="42"/>
                  </a:lnTo>
                  <a:lnTo>
                    <a:pt x="2433" y="38"/>
                  </a:lnTo>
                  <a:lnTo>
                    <a:pt x="2436" y="33"/>
                  </a:lnTo>
                  <a:lnTo>
                    <a:pt x="2441" y="20"/>
                  </a:lnTo>
                  <a:lnTo>
                    <a:pt x="2443" y="17"/>
                  </a:lnTo>
                  <a:lnTo>
                    <a:pt x="2441" y="12"/>
                  </a:lnTo>
                  <a:lnTo>
                    <a:pt x="2440" y="8"/>
                  </a:lnTo>
                  <a:lnTo>
                    <a:pt x="2440" y="0"/>
                  </a:lnTo>
                  <a:lnTo>
                    <a:pt x="2431" y="2"/>
                  </a:lnTo>
                  <a:lnTo>
                    <a:pt x="2426" y="7"/>
                  </a:lnTo>
                  <a:lnTo>
                    <a:pt x="2417" y="15"/>
                  </a:lnTo>
                  <a:lnTo>
                    <a:pt x="2408" y="19"/>
                  </a:lnTo>
                  <a:lnTo>
                    <a:pt x="2393" y="24"/>
                  </a:lnTo>
                  <a:lnTo>
                    <a:pt x="2377" y="35"/>
                  </a:lnTo>
                  <a:lnTo>
                    <a:pt x="2365" y="40"/>
                  </a:lnTo>
                  <a:lnTo>
                    <a:pt x="2353" y="44"/>
                  </a:lnTo>
                  <a:lnTo>
                    <a:pt x="2326" y="46"/>
                  </a:lnTo>
                  <a:lnTo>
                    <a:pt x="2314" y="47"/>
                  </a:lnTo>
                  <a:lnTo>
                    <a:pt x="2307" y="51"/>
                  </a:lnTo>
                  <a:lnTo>
                    <a:pt x="2296" y="58"/>
                  </a:lnTo>
                  <a:lnTo>
                    <a:pt x="2259" y="82"/>
                  </a:lnTo>
                  <a:lnTo>
                    <a:pt x="2232" y="99"/>
                  </a:lnTo>
                  <a:lnTo>
                    <a:pt x="2218" y="108"/>
                  </a:lnTo>
                  <a:lnTo>
                    <a:pt x="2208" y="114"/>
                  </a:lnTo>
                  <a:lnTo>
                    <a:pt x="2186" y="125"/>
                  </a:lnTo>
                  <a:lnTo>
                    <a:pt x="2173" y="131"/>
                  </a:lnTo>
                  <a:lnTo>
                    <a:pt x="2164" y="136"/>
                  </a:lnTo>
                  <a:lnTo>
                    <a:pt x="2157" y="140"/>
                  </a:lnTo>
                  <a:lnTo>
                    <a:pt x="2143" y="145"/>
                  </a:lnTo>
                  <a:lnTo>
                    <a:pt x="2100" y="163"/>
                  </a:lnTo>
                  <a:lnTo>
                    <a:pt x="2083" y="170"/>
                  </a:lnTo>
                  <a:lnTo>
                    <a:pt x="2063" y="179"/>
                  </a:lnTo>
                  <a:lnTo>
                    <a:pt x="2053" y="182"/>
                  </a:lnTo>
                  <a:lnTo>
                    <a:pt x="2047" y="183"/>
                  </a:lnTo>
                  <a:lnTo>
                    <a:pt x="2039" y="184"/>
                  </a:lnTo>
                  <a:lnTo>
                    <a:pt x="2033" y="187"/>
                  </a:lnTo>
                  <a:lnTo>
                    <a:pt x="2016" y="192"/>
                  </a:lnTo>
                  <a:lnTo>
                    <a:pt x="1985" y="201"/>
                  </a:lnTo>
                  <a:lnTo>
                    <a:pt x="1974" y="204"/>
                  </a:lnTo>
                  <a:lnTo>
                    <a:pt x="1964" y="206"/>
                  </a:lnTo>
                  <a:lnTo>
                    <a:pt x="1953" y="210"/>
                  </a:lnTo>
                  <a:lnTo>
                    <a:pt x="1944" y="213"/>
                  </a:lnTo>
                  <a:lnTo>
                    <a:pt x="1936" y="215"/>
                  </a:lnTo>
                  <a:lnTo>
                    <a:pt x="1926" y="219"/>
                  </a:lnTo>
                  <a:lnTo>
                    <a:pt x="1905" y="227"/>
                  </a:lnTo>
                  <a:lnTo>
                    <a:pt x="1881" y="238"/>
                  </a:lnTo>
                  <a:lnTo>
                    <a:pt x="1869" y="245"/>
                  </a:lnTo>
                  <a:lnTo>
                    <a:pt x="1851" y="253"/>
                  </a:lnTo>
                  <a:lnTo>
                    <a:pt x="1831" y="264"/>
                  </a:lnTo>
                  <a:lnTo>
                    <a:pt x="1789" y="289"/>
                  </a:lnTo>
                  <a:lnTo>
                    <a:pt x="1769" y="302"/>
                  </a:lnTo>
                  <a:lnTo>
                    <a:pt x="1763" y="306"/>
                  </a:lnTo>
                  <a:lnTo>
                    <a:pt x="1695" y="343"/>
                  </a:lnTo>
                  <a:lnTo>
                    <a:pt x="1634" y="373"/>
                  </a:lnTo>
                  <a:lnTo>
                    <a:pt x="1614" y="386"/>
                  </a:lnTo>
                  <a:lnTo>
                    <a:pt x="1594" y="402"/>
                  </a:lnTo>
                  <a:lnTo>
                    <a:pt x="1575" y="419"/>
                  </a:lnTo>
                  <a:lnTo>
                    <a:pt x="1565" y="429"/>
                  </a:lnTo>
                  <a:lnTo>
                    <a:pt x="1561" y="436"/>
                  </a:lnTo>
                  <a:lnTo>
                    <a:pt x="1559" y="442"/>
                  </a:lnTo>
                  <a:lnTo>
                    <a:pt x="1562" y="449"/>
                  </a:lnTo>
                  <a:lnTo>
                    <a:pt x="1566" y="459"/>
                  </a:lnTo>
                  <a:lnTo>
                    <a:pt x="1571" y="471"/>
                  </a:lnTo>
                  <a:lnTo>
                    <a:pt x="1575" y="477"/>
                  </a:lnTo>
                  <a:lnTo>
                    <a:pt x="1582" y="481"/>
                  </a:lnTo>
                  <a:lnTo>
                    <a:pt x="1586" y="485"/>
                  </a:lnTo>
                  <a:lnTo>
                    <a:pt x="1587" y="490"/>
                  </a:lnTo>
                  <a:lnTo>
                    <a:pt x="1586" y="497"/>
                  </a:lnTo>
                  <a:lnTo>
                    <a:pt x="1580" y="503"/>
                  </a:lnTo>
                  <a:lnTo>
                    <a:pt x="1567" y="516"/>
                  </a:lnTo>
                  <a:lnTo>
                    <a:pt x="1556" y="531"/>
                  </a:lnTo>
                  <a:lnTo>
                    <a:pt x="1540" y="548"/>
                  </a:lnTo>
                  <a:lnTo>
                    <a:pt x="1529" y="560"/>
                  </a:lnTo>
                  <a:lnTo>
                    <a:pt x="1518" y="569"/>
                  </a:lnTo>
                  <a:lnTo>
                    <a:pt x="1511" y="577"/>
                  </a:lnTo>
                  <a:lnTo>
                    <a:pt x="1506" y="584"/>
                  </a:lnTo>
                  <a:lnTo>
                    <a:pt x="1499" y="593"/>
                  </a:lnTo>
                  <a:lnTo>
                    <a:pt x="1488" y="603"/>
                  </a:lnTo>
                  <a:lnTo>
                    <a:pt x="1469" y="623"/>
                  </a:lnTo>
                  <a:lnTo>
                    <a:pt x="1455" y="636"/>
                  </a:lnTo>
                  <a:lnTo>
                    <a:pt x="1444" y="648"/>
                  </a:lnTo>
                  <a:lnTo>
                    <a:pt x="1441" y="651"/>
                  </a:lnTo>
                  <a:lnTo>
                    <a:pt x="1427" y="666"/>
                  </a:lnTo>
                  <a:lnTo>
                    <a:pt x="1416" y="676"/>
                  </a:lnTo>
                  <a:lnTo>
                    <a:pt x="1407" y="685"/>
                  </a:lnTo>
                  <a:lnTo>
                    <a:pt x="1397" y="694"/>
                  </a:lnTo>
                  <a:lnTo>
                    <a:pt x="1380" y="709"/>
                  </a:lnTo>
                  <a:lnTo>
                    <a:pt x="1365" y="721"/>
                  </a:lnTo>
                  <a:lnTo>
                    <a:pt x="1343" y="737"/>
                  </a:lnTo>
                  <a:lnTo>
                    <a:pt x="1315" y="752"/>
                  </a:lnTo>
                  <a:lnTo>
                    <a:pt x="1303" y="758"/>
                  </a:lnTo>
                  <a:lnTo>
                    <a:pt x="1271" y="774"/>
                  </a:lnTo>
                  <a:lnTo>
                    <a:pt x="1230" y="797"/>
                  </a:lnTo>
                  <a:lnTo>
                    <a:pt x="1213" y="812"/>
                  </a:lnTo>
                  <a:lnTo>
                    <a:pt x="1218" y="830"/>
                  </a:lnTo>
                  <a:lnTo>
                    <a:pt x="1214" y="834"/>
                  </a:lnTo>
                  <a:lnTo>
                    <a:pt x="1199" y="842"/>
                  </a:lnTo>
                  <a:lnTo>
                    <a:pt x="1170" y="855"/>
                  </a:lnTo>
                  <a:lnTo>
                    <a:pt x="1153" y="860"/>
                  </a:lnTo>
                  <a:lnTo>
                    <a:pt x="1147" y="864"/>
                  </a:lnTo>
                  <a:lnTo>
                    <a:pt x="1125" y="874"/>
                  </a:lnTo>
                  <a:lnTo>
                    <a:pt x="1114" y="879"/>
                  </a:lnTo>
                  <a:lnTo>
                    <a:pt x="1073" y="896"/>
                  </a:lnTo>
                  <a:lnTo>
                    <a:pt x="1062" y="900"/>
                  </a:lnTo>
                  <a:lnTo>
                    <a:pt x="1054" y="905"/>
                  </a:lnTo>
                  <a:lnTo>
                    <a:pt x="1050" y="909"/>
                  </a:lnTo>
                  <a:lnTo>
                    <a:pt x="1046" y="9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7250230" y="1384297"/>
              <a:ext cx="2221" cy="1831"/>
            </a:xfrm>
            <a:custGeom>
              <a:avLst/>
              <a:pathLst>
                <a:path w="2221" h="1831">
                  <a:moveTo>
                    <a:pt x="2181" y="1006"/>
                  </a:moveTo>
                  <a:lnTo>
                    <a:pt x="2064" y="1100"/>
                  </a:lnTo>
                  <a:lnTo>
                    <a:pt x="2006" y="1146"/>
                  </a:lnTo>
                  <a:lnTo>
                    <a:pt x="1872" y="1189"/>
                  </a:lnTo>
                  <a:lnTo>
                    <a:pt x="1837" y="1200"/>
                  </a:lnTo>
                  <a:lnTo>
                    <a:pt x="1815" y="1204"/>
                  </a:lnTo>
                  <a:lnTo>
                    <a:pt x="1792" y="1208"/>
                  </a:lnTo>
                  <a:lnTo>
                    <a:pt x="1482" y="1217"/>
                  </a:lnTo>
                  <a:lnTo>
                    <a:pt x="1459" y="1207"/>
                  </a:lnTo>
                  <a:lnTo>
                    <a:pt x="1400" y="1182"/>
                  </a:lnTo>
                  <a:lnTo>
                    <a:pt x="1370" y="1169"/>
                  </a:lnTo>
                  <a:lnTo>
                    <a:pt x="1311" y="1152"/>
                  </a:lnTo>
                  <a:lnTo>
                    <a:pt x="1140" y="1130"/>
                  </a:lnTo>
                  <a:lnTo>
                    <a:pt x="1126" y="1129"/>
                  </a:lnTo>
                  <a:lnTo>
                    <a:pt x="1033" y="1129"/>
                  </a:lnTo>
                  <a:lnTo>
                    <a:pt x="997" y="1133"/>
                  </a:lnTo>
                  <a:lnTo>
                    <a:pt x="914" y="1144"/>
                  </a:lnTo>
                  <a:lnTo>
                    <a:pt x="864" y="1172"/>
                  </a:lnTo>
                  <a:lnTo>
                    <a:pt x="850" y="1188"/>
                  </a:lnTo>
                  <a:lnTo>
                    <a:pt x="655" y="1503"/>
                  </a:lnTo>
                  <a:lnTo>
                    <a:pt x="593" y="1668"/>
                  </a:lnTo>
                  <a:lnTo>
                    <a:pt x="510" y="1742"/>
                  </a:lnTo>
                  <a:lnTo>
                    <a:pt x="498" y="1752"/>
                  </a:lnTo>
                  <a:lnTo>
                    <a:pt x="451" y="1789"/>
                  </a:lnTo>
                  <a:lnTo>
                    <a:pt x="410" y="1821"/>
                  </a:lnTo>
                  <a:lnTo>
                    <a:pt x="395" y="1831"/>
                  </a:lnTo>
                  <a:lnTo>
                    <a:pt x="366" y="1831"/>
                  </a:lnTo>
                  <a:lnTo>
                    <a:pt x="150" y="1741"/>
                  </a:lnTo>
                  <a:lnTo>
                    <a:pt x="127" y="1713"/>
                  </a:lnTo>
                  <a:lnTo>
                    <a:pt x="36" y="1600"/>
                  </a:lnTo>
                  <a:lnTo>
                    <a:pt x="8" y="1566"/>
                  </a:lnTo>
                  <a:lnTo>
                    <a:pt x="0" y="1509"/>
                  </a:lnTo>
                  <a:lnTo>
                    <a:pt x="4" y="1279"/>
                  </a:lnTo>
                  <a:lnTo>
                    <a:pt x="5" y="1266"/>
                  </a:lnTo>
                  <a:lnTo>
                    <a:pt x="13" y="1224"/>
                  </a:lnTo>
                  <a:lnTo>
                    <a:pt x="15" y="1215"/>
                  </a:lnTo>
                  <a:lnTo>
                    <a:pt x="248" y="839"/>
                  </a:lnTo>
                  <a:lnTo>
                    <a:pt x="274" y="807"/>
                  </a:lnTo>
                  <a:lnTo>
                    <a:pt x="306" y="788"/>
                  </a:lnTo>
                  <a:lnTo>
                    <a:pt x="334" y="782"/>
                  </a:lnTo>
                  <a:lnTo>
                    <a:pt x="507" y="774"/>
                  </a:lnTo>
                  <a:lnTo>
                    <a:pt x="534" y="772"/>
                  </a:lnTo>
                  <a:lnTo>
                    <a:pt x="550" y="779"/>
                  </a:lnTo>
                  <a:lnTo>
                    <a:pt x="569" y="801"/>
                  </a:lnTo>
                  <a:lnTo>
                    <a:pt x="594" y="829"/>
                  </a:lnTo>
                  <a:lnTo>
                    <a:pt x="597" y="837"/>
                  </a:lnTo>
                  <a:lnTo>
                    <a:pt x="605" y="856"/>
                  </a:lnTo>
                  <a:lnTo>
                    <a:pt x="657" y="871"/>
                  </a:lnTo>
                  <a:lnTo>
                    <a:pt x="702" y="872"/>
                  </a:lnTo>
                  <a:lnTo>
                    <a:pt x="763" y="862"/>
                  </a:lnTo>
                  <a:lnTo>
                    <a:pt x="782" y="859"/>
                  </a:lnTo>
                  <a:lnTo>
                    <a:pt x="816" y="839"/>
                  </a:lnTo>
                  <a:lnTo>
                    <a:pt x="886" y="792"/>
                  </a:lnTo>
                  <a:lnTo>
                    <a:pt x="903" y="775"/>
                  </a:lnTo>
                  <a:lnTo>
                    <a:pt x="917" y="725"/>
                  </a:lnTo>
                  <a:lnTo>
                    <a:pt x="910" y="675"/>
                  </a:lnTo>
                  <a:lnTo>
                    <a:pt x="893" y="577"/>
                  </a:lnTo>
                  <a:lnTo>
                    <a:pt x="888" y="547"/>
                  </a:lnTo>
                  <a:lnTo>
                    <a:pt x="974" y="262"/>
                  </a:lnTo>
                  <a:lnTo>
                    <a:pt x="1128" y="216"/>
                  </a:lnTo>
                  <a:lnTo>
                    <a:pt x="1284" y="168"/>
                  </a:lnTo>
                  <a:lnTo>
                    <a:pt x="1482" y="56"/>
                  </a:lnTo>
                  <a:lnTo>
                    <a:pt x="1765" y="0"/>
                  </a:lnTo>
                  <a:lnTo>
                    <a:pt x="1794" y="9"/>
                  </a:lnTo>
                  <a:lnTo>
                    <a:pt x="2000" y="73"/>
                  </a:lnTo>
                  <a:lnTo>
                    <a:pt x="2092" y="105"/>
                  </a:lnTo>
                  <a:lnTo>
                    <a:pt x="2110" y="224"/>
                  </a:lnTo>
                  <a:lnTo>
                    <a:pt x="2124" y="319"/>
                  </a:lnTo>
                  <a:lnTo>
                    <a:pt x="2219" y="951"/>
                  </a:lnTo>
                  <a:lnTo>
                    <a:pt x="2221" y="966"/>
                  </a:lnTo>
                  <a:lnTo>
                    <a:pt x="2181" y="10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7389065" y="1403623"/>
              <a:ext cx="304" cy="519"/>
            </a:xfrm>
            <a:custGeom>
              <a:avLst/>
              <a:pathLst>
                <a:path w="304" h="519">
                  <a:moveTo>
                    <a:pt x="146" y="494"/>
                  </a:moveTo>
                  <a:lnTo>
                    <a:pt x="256" y="519"/>
                  </a:lnTo>
                  <a:lnTo>
                    <a:pt x="260" y="507"/>
                  </a:lnTo>
                  <a:lnTo>
                    <a:pt x="262" y="502"/>
                  </a:lnTo>
                  <a:lnTo>
                    <a:pt x="271" y="484"/>
                  </a:lnTo>
                  <a:lnTo>
                    <a:pt x="276" y="467"/>
                  </a:lnTo>
                  <a:lnTo>
                    <a:pt x="279" y="451"/>
                  </a:lnTo>
                  <a:lnTo>
                    <a:pt x="279" y="433"/>
                  </a:lnTo>
                  <a:lnTo>
                    <a:pt x="277" y="423"/>
                  </a:lnTo>
                  <a:lnTo>
                    <a:pt x="284" y="381"/>
                  </a:lnTo>
                  <a:lnTo>
                    <a:pt x="291" y="369"/>
                  </a:lnTo>
                  <a:lnTo>
                    <a:pt x="301" y="351"/>
                  </a:lnTo>
                  <a:lnTo>
                    <a:pt x="304" y="338"/>
                  </a:lnTo>
                  <a:lnTo>
                    <a:pt x="303" y="316"/>
                  </a:lnTo>
                  <a:lnTo>
                    <a:pt x="299" y="279"/>
                  </a:lnTo>
                  <a:lnTo>
                    <a:pt x="290" y="240"/>
                  </a:lnTo>
                  <a:lnTo>
                    <a:pt x="278" y="206"/>
                  </a:lnTo>
                  <a:lnTo>
                    <a:pt x="276" y="200"/>
                  </a:lnTo>
                  <a:lnTo>
                    <a:pt x="248" y="141"/>
                  </a:lnTo>
                  <a:lnTo>
                    <a:pt x="234" y="118"/>
                  </a:lnTo>
                  <a:lnTo>
                    <a:pt x="194" y="56"/>
                  </a:lnTo>
                  <a:lnTo>
                    <a:pt x="173" y="26"/>
                  </a:lnTo>
                  <a:lnTo>
                    <a:pt x="154" y="0"/>
                  </a:lnTo>
                  <a:lnTo>
                    <a:pt x="50" y="30"/>
                  </a:lnTo>
                  <a:lnTo>
                    <a:pt x="4" y="103"/>
                  </a:lnTo>
                  <a:lnTo>
                    <a:pt x="0" y="239"/>
                  </a:lnTo>
                  <a:lnTo>
                    <a:pt x="41" y="379"/>
                  </a:lnTo>
                  <a:lnTo>
                    <a:pt x="146" y="4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7387923" y="1403373"/>
              <a:ext cx="1072" cy="1653"/>
            </a:xfrm>
            <a:custGeom>
              <a:avLst/>
              <a:pathLst>
                <a:path w="1072" h="1653">
                  <a:moveTo>
                    <a:pt x="614" y="98"/>
                  </a:moveTo>
                  <a:lnTo>
                    <a:pt x="579" y="125"/>
                  </a:lnTo>
                  <a:lnTo>
                    <a:pt x="546" y="153"/>
                  </a:lnTo>
                  <a:lnTo>
                    <a:pt x="507" y="185"/>
                  </a:lnTo>
                  <a:lnTo>
                    <a:pt x="491" y="202"/>
                  </a:lnTo>
                  <a:lnTo>
                    <a:pt x="480" y="219"/>
                  </a:lnTo>
                  <a:lnTo>
                    <a:pt x="459" y="253"/>
                  </a:lnTo>
                  <a:lnTo>
                    <a:pt x="448" y="264"/>
                  </a:lnTo>
                  <a:lnTo>
                    <a:pt x="434" y="282"/>
                  </a:lnTo>
                  <a:lnTo>
                    <a:pt x="421" y="297"/>
                  </a:lnTo>
                  <a:lnTo>
                    <a:pt x="406" y="311"/>
                  </a:lnTo>
                  <a:lnTo>
                    <a:pt x="389" y="332"/>
                  </a:lnTo>
                  <a:lnTo>
                    <a:pt x="366" y="359"/>
                  </a:lnTo>
                  <a:lnTo>
                    <a:pt x="350" y="385"/>
                  </a:lnTo>
                  <a:lnTo>
                    <a:pt x="335" y="402"/>
                  </a:lnTo>
                  <a:lnTo>
                    <a:pt x="322" y="411"/>
                  </a:lnTo>
                  <a:lnTo>
                    <a:pt x="311" y="419"/>
                  </a:lnTo>
                  <a:lnTo>
                    <a:pt x="297" y="435"/>
                  </a:lnTo>
                  <a:lnTo>
                    <a:pt x="291" y="442"/>
                  </a:lnTo>
                  <a:lnTo>
                    <a:pt x="275" y="458"/>
                  </a:lnTo>
                  <a:lnTo>
                    <a:pt x="262" y="472"/>
                  </a:lnTo>
                  <a:lnTo>
                    <a:pt x="236" y="503"/>
                  </a:lnTo>
                  <a:lnTo>
                    <a:pt x="222" y="523"/>
                  </a:lnTo>
                  <a:lnTo>
                    <a:pt x="209" y="548"/>
                  </a:lnTo>
                  <a:lnTo>
                    <a:pt x="197" y="572"/>
                  </a:lnTo>
                  <a:lnTo>
                    <a:pt x="181" y="600"/>
                  </a:lnTo>
                  <a:lnTo>
                    <a:pt x="155" y="651"/>
                  </a:lnTo>
                  <a:lnTo>
                    <a:pt x="130" y="714"/>
                  </a:lnTo>
                  <a:lnTo>
                    <a:pt x="90" y="796"/>
                  </a:lnTo>
                  <a:lnTo>
                    <a:pt x="69" y="834"/>
                  </a:lnTo>
                  <a:lnTo>
                    <a:pt x="62" y="853"/>
                  </a:lnTo>
                  <a:lnTo>
                    <a:pt x="49" y="868"/>
                  </a:lnTo>
                  <a:lnTo>
                    <a:pt x="40" y="882"/>
                  </a:lnTo>
                  <a:lnTo>
                    <a:pt x="25" y="951"/>
                  </a:lnTo>
                  <a:lnTo>
                    <a:pt x="17" y="983"/>
                  </a:lnTo>
                  <a:lnTo>
                    <a:pt x="10" y="1047"/>
                  </a:lnTo>
                  <a:lnTo>
                    <a:pt x="5" y="1099"/>
                  </a:lnTo>
                  <a:lnTo>
                    <a:pt x="0" y="1140"/>
                  </a:lnTo>
                  <a:lnTo>
                    <a:pt x="1" y="1196"/>
                  </a:lnTo>
                  <a:lnTo>
                    <a:pt x="9" y="1227"/>
                  </a:lnTo>
                  <a:lnTo>
                    <a:pt x="16" y="1242"/>
                  </a:lnTo>
                  <a:lnTo>
                    <a:pt x="24" y="1257"/>
                  </a:lnTo>
                  <a:lnTo>
                    <a:pt x="41" y="1274"/>
                  </a:lnTo>
                  <a:lnTo>
                    <a:pt x="86" y="1309"/>
                  </a:lnTo>
                  <a:lnTo>
                    <a:pt x="130" y="1343"/>
                  </a:lnTo>
                  <a:lnTo>
                    <a:pt x="150" y="1356"/>
                  </a:lnTo>
                  <a:lnTo>
                    <a:pt x="193" y="1380"/>
                  </a:lnTo>
                  <a:lnTo>
                    <a:pt x="255" y="1411"/>
                  </a:lnTo>
                  <a:lnTo>
                    <a:pt x="285" y="1424"/>
                  </a:lnTo>
                  <a:lnTo>
                    <a:pt x="358" y="1455"/>
                  </a:lnTo>
                  <a:lnTo>
                    <a:pt x="407" y="1479"/>
                  </a:lnTo>
                  <a:lnTo>
                    <a:pt x="436" y="1493"/>
                  </a:lnTo>
                  <a:lnTo>
                    <a:pt x="453" y="1497"/>
                  </a:lnTo>
                  <a:lnTo>
                    <a:pt x="480" y="1507"/>
                  </a:lnTo>
                  <a:lnTo>
                    <a:pt x="493" y="1510"/>
                  </a:lnTo>
                  <a:lnTo>
                    <a:pt x="517" y="1518"/>
                  </a:lnTo>
                  <a:lnTo>
                    <a:pt x="521" y="1519"/>
                  </a:lnTo>
                  <a:lnTo>
                    <a:pt x="524" y="1523"/>
                  </a:lnTo>
                  <a:lnTo>
                    <a:pt x="528" y="1525"/>
                  </a:lnTo>
                  <a:lnTo>
                    <a:pt x="532" y="1525"/>
                  </a:lnTo>
                  <a:lnTo>
                    <a:pt x="539" y="1528"/>
                  </a:lnTo>
                  <a:lnTo>
                    <a:pt x="548" y="1533"/>
                  </a:lnTo>
                  <a:lnTo>
                    <a:pt x="554" y="1534"/>
                  </a:lnTo>
                  <a:lnTo>
                    <a:pt x="561" y="1536"/>
                  </a:lnTo>
                  <a:lnTo>
                    <a:pt x="566" y="1540"/>
                  </a:lnTo>
                  <a:lnTo>
                    <a:pt x="571" y="1542"/>
                  </a:lnTo>
                  <a:lnTo>
                    <a:pt x="584" y="1548"/>
                  </a:lnTo>
                  <a:lnTo>
                    <a:pt x="589" y="1550"/>
                  </a:lnTo>
                  <a:lnTo>
                    <a:pt x="597" y="1555"/>
                  </a:lnTo>
                  <a:lnTo>
                    <a:pt x="603" y="1557"/>
                  </a:lnTo>
                  <a:lnTo>
                    <a:pt x="608" y="1557"/>
                  </a:lnTo>
                  <a:lnTo>
                    <a:pt x="614" y="1557"/>
                  </a:lnTo>
                  <a:lnTo>
                    <a:pt x="624" y="1562"/>
                  </a:lnTo>
                  <a:lnTo>
                    <a:pt x="636" y="1566"/>
                  </a:lnTo>
                  <a:lnTo>
                    <a:pt x="647" y="1569"/>
                  </a:lnTo>
                  <a:lnTo>
                    <a:pt x="655" y="1572"/>
                  </a:lnTo>
                  <a:lnTo>
                    <a:pt x="667" y="1577"/>
                  </a:lnTo>
                  <a:lnTo>
                    <a:pt x="684" y="1586"/>
                  </a:lnTo>
                  <a:lnTo>
                    <a:pt x="705" y="1595"/>
                  </a:lnTo>
                  <a:lnTo>
                    <a:pt x="716" y="1600"/>
                  </a:lnTo>
                  <a:lnTo>
                    <a:pt x="728" y="1606"/>
                  </a:lnTo>
                  <a:lnTo>
                    <a:pt x="753" y="1617"/>
                  </a:lnTo>
                  <a:lnTo>
                    <a:pt x="772" y="1624"/>
                  </a:lnTo>
                  <a:lnTo>
                    <a:pt x="780" y="1624"/>
                  </a:lnTo>
                  <a:lnTo>
                    <a:pt x="828" y="1620"/>
                  </a:lnTo>
                  <a:lnTo>
                    <a:pt x="849" y="1623"/>
                  </a:lnTo>
                  <a:lnTo>
                    <a:pt x="888" y="1628"/>
                  </a:lnTo>
                  <a:lnTo>
                    <a:pt x="927" y="1634"/>
                  </a:lnTo>
                  <a:lnTo>
                    <a:pt x="934" y="1634"/>
                  </a:lnTo>
                  <a:lnTo>
                    <a:pt x="944" y="1634"/>
                  </a:lnTo>
                  <a:lnTo>
                    <a:pt x="950" y="1636"/>
                  </a:lnTo>
                  <a:lnTo>
                    <a:pt x="966" y="1643"/>
                  </a:lnTo>
                  <a:lnTo>
                    <a:pt x="988" y="1649"/>
                  </a:lnTo>
                  <a:lnTo>
                    <a:pt x="1006" y="1652"/>
                  </a:lnTo>
                  <a:lnTo>
                    <a:pt x="1027" y="1653"/>
                  </a:lnTo>
                  <a:lnTo>
                    <a:pt x="1032" y="1652"/>
                  </a:lnTo>
                  <a:lnTo>
                    <a:pt x="1041" y="1626"/>
                  </a:lnTo>
                  <a:lnTo>
                    <a:pt x="1044" y="1616"/>
                  </a:lnTo>
                  <a:lnTo>
                    <a:pt x="1048" y="1590"/>
                  </a:lnTo>
                  <a:lnTo>
                    <a:pt x="1051" y="1564"/>
                  </a:lnTo>
                  <a:lnTo>
                    <a:pt x="1056" y="1542"/>
                  </a:lnTo>
                  <a:lnTo>
                    <a:pt x="1061" y="1529"/>
                  </a:lnTo>
                  <a:lnTo>
                    <a:pt x="1072" y="1510"/>
                  </a:lnTo>
                  <a:lnTo>
                    <a:pt x="1070" y="1502"/>
                  </a:lnTo>
                  <a:lnTo>
                    <a:pt x="1062" y="1477"/>
                  </a:lnTo>
                  <a:lnTo>
                    <a:pt x="1053" y="1457"/>
                  </a:lnTo>
                  <a:lnTo>
                    <a:pt x="1039" y="1440"/>
                  </a:lnTo>
                  <a:lnTo>
                    <a:pt x="1026" y="1424"/>
                  </a:lnTo>
                  <a:lnTo>
                    <a:pt x="1012" y="1403"/>
                  </a:lnTo>
                  <a:lnTo>
                    <a:pt x="1002" y="1390"/>
                  </a:lnTo>
                  <a:lnTo>
                    <a:pt x="987" y="1378"/>
                  </a:lnTo>
                  <a:lnTo>
                    <a:pt x="981" y="1367"/>
                  </a:lnTo>
                  <a:lnTo>
                    <a:pt x="971" y="1334"/>
                  </a:lnTo>
                  <a:lnTo>
                    <a:pt x="968" y="1319"/>
                  </a:lnTo>
                  <a:lnTo>
                    <a:pt x="958" y="1298"/>
                  </a:lnTo>
                  <a:lnTo>
                    <a:pt x="951" y="1276"/>
                  </a:lnTo>
                  <a:lnTo>
                    <a:pt x="944" y="1240"/>
                  </a:lnTo>
                  <a:lnTo>
                    <a:pt x="936" y="1212"/>
                  </a:lnTo>
                  <a:lnTo>
                    <a:pt x="932" y="1190"/>
                  </a:lnTo>
                  <a:lnTo>
                    <a:pt x="930" y="1173"/>
                  </a:lnTo>
                  <a:lnTo>
                    <a:pt x="930" y="1160"/>
                  </a:lnTo>
                  <a:lnTo>
                    <a:pt x="926" y="1124"/>
                  </a:lnTo>
                  <a:lnTo>
                    <a:pt x="909" y="1086"/>
                  </a:lnTo>
                  <a:lnTo>
                    <a:pt x="900" y="1063"/>
                  </a:lnTo>
                  <a:lnTo>
                    <a:pt x="893" y="1044"/>
                  </a:lnTo>
                  <a:lnTo>
                    <a:pt x="886" y="1032"/>
                  </a:lnTo>
                  <a:lnTo>
                    <a:pt x="878" y="1019"/>
                  </a:lnTo>
                  <a:lnTo>
                    <a:pt x="874" y="1004"/>
                  </a:lnTo>
                  <a:lnTo>
                    <a:pt x="871" y="998"/>
                  </a:lnTo>
                  <a:lnTo>
                    <a:pt x="860" y="983"/>
                  </a:lnTo>
                  <a:lnTo>
                    <a:pt x="841" y="951"/>
                  </a:lnTo>
                  <a:lnTo>
                    <a:pt x="833" y="928"/>
                  </a:lnTo>
                  <a:lnTo>
                    <a:pt x="834" y="906"/>
                  </a:lnTo>
                  <a:lnTo>
                    <a:pt x="837" y="896"/>
                  </a:lnTo>
                  <a:lnTo>
                    <a:pt x="836" y="891"/>
                  </a:lnTo>
                  <a:lnTo>
                    <a:pt x="825" y="867"/>
                  </a:lnTo>
                  <a:lnTo>
                    <a:pt x="822" y="854"/>
                  </a:lnTo>
                  <a:lnTo>
                    <a:pt x="816" y="837"/>
                  </a:lnTo>
                  <a:lnTo>
                    <a:pt x="801" y="805"/>
                  </a:lnTo>
                  <a:lnTo>
                    <a:pt x="795" y="779"/>
                  </a:lnTo>
                  <a:lnTo>
                    <a:pt x="794" y="766"/>
                  </a:lnTo>
                  <a:lnTo>
                    <a:pt x="798" y="754"/>
                  </a:lnTo>
                  <a:lnTo>
                    <a:pt x="800" y="748"/>
                  </a:lnTo>
                  <a:lnTo>
                    <a:pt x="797" y="744"/>
                  </a:lnTo>
                  <a:lnTo>
                    <a:pt x="794" y="740"/>
                  </a:lnTo>
                  <a:lnTo>
                    <a:pt x="791" y="724"/>
                  </a:lnTo>
                  <a:lnTo>
                    <a:pt x="783" y="681"/>
                  </a:lnTo>
                  <a:lnTo>
                    <a:pt x="769" y="605"/>
                  </a:lnTo>
                  <a:lnTo>
                    <a:pt x="762" y="563"/>
                  </a:lnTo>
                  <a:lnTo>
                    <a:pt x="758" y="536"/>
                  </a:lnTo>
                  <a:lnTo>
                    <a:pt x="755" y="501"/>
                  </a:lnTo>
                  <a:lnTo>
                    <a:pt x="755" y="476"/>
                  </a:lnTo>
                  <a:lnTo>
                    <a:pt x="758" y="429"/>
                  </a:lnTo>
                  <a:lnTo>
                    <a:pt x="762" y="398"/>
                  </a:lnTo>
                  <a:lnTo>
                    <a:pt x="762" y="375"/>
                  </a:lnTo>
                  <a:lnTo>
                    <a:pt x="760" y="336"/>
                  </a:lnTo>
                  <a:lnTo>
                    <a:pt x="758" y="320"/>
                  </a:lnTo>
                  <a:lnTo>
                    <a:pt x="753" y="304"/>
                  </a:lnTo>
                  <a:lnTo>
                    <a:pt x="751" y="296"/>
                  </a:lnTo>
                  <a:lnTo>
                    <a:pt x="751" y="289"/>
                  </a:lnTo>
                  <a:lnTo>
                    <a:pt x="752" y="277"/>
                  </a:lnTo>
                  <a:lnTo>
                    <a:pt x="749" y="265"/>
                  </a:lnTo>
                  <a:lnTo>
                    <a:pt x="731" y="230"/>
                  </a:lnTo>
                  <a:lnTo>
                    <a:pt x="723" y="206"/>
                  </a:lnTo>
                  <a:lnTo>
                    <a:pt x="715" y="153"/>
                  </a:lnTo>
                  <a:lnTo>
                    <a:pt x="713" y="134"/>
                  </a:lnTo>
                  <a:lnTo>
                    <a:pt x="714" y="125"/>
                  </a:lnTo>
                  <a:lnTo>
                    <a:pt x="712" y="109"/>
                  </a:lnTo>
                  <a:lnTo>
                    <a:pt x="708" y="79"/>
                  </a:lnTo>
                  <a:lnTo>
                    <a:pt x="709" y="63"/>
                  </a:lnTo>
                  <a:lnTo>
                    <a:pt x="713" y="56"/>
                  </a:lnTo>
                  <a:lnTo>
                    <a:pt x="719" y="48"/>
                  </a:lnTo>
                  <a:lnTo>
                    <a:pt x="722" y="37"/>
                  </a:lnTo>
                  <a:lnTo>
                    <a:pt x="729" y="11"/>
                  </a:lnTo>
                  <a:lnTo>
                    <a:pt x="729" y="3"/>
                  </a:lnTo>
                  <a:lnTo>
                    <a:pt x="724" y="0"/>
                  </a:lnTo>
                  <a:lnTo>
                    <a:pt x="714" y="2"/>
                  </a:lnTo>
                  <a:lnTo>
                    <a:pt x="705" y="8"/>
                  </a:lnTo>
                  <a:lnTo>
                    <a:pt x="689" y="24"/>
                  </a:lnTo>
                  <a:lnTo>
                    <a:pt x="656" y="58"/>
                  </a:lnTo>
                  <a:lnTo>
                    <a:pt x="614" y="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7393388" y="1400991"/>
              <a:ext cx="15" cy="32"/>
            </a:xfrm>
            <a:custGeom>
              <a:avLst/>
              <a:pathLst>
                <a:path w="15" h="32">
                  <a:moveTo>
                    <a:pt x="13" y="30"/>
                  </a:moveTo>
                  <a:lnTo>
                    <a:pt x="5" y="32"/>
                  </a:lnTo>
                  <a:lnTo>
                    <a:pt x="3" y="26"/>
                  </a:lnTo>
                  <a:lnTo>
                    <a:pt x="5" y="21"/>
                  </a:lnTo>
                  <a:lnTo>
                    <a:pt x="5" y="17"/>
                  </a:lnTo>
                  <a:lnTo>
                    <a:pt x="5" y="12"/>
                  </a:lnTo>
                  <a:lnTo>
                    <a:pt x="3" y="6"/>
                  </a:lnTo>
                  <a:lnTo>
                    <a:pt x="0" y="0"/>
                  </a:lnTo>
                  <a:lnTo>
                    <a:pt x="5" y="0"/>
                  </a:lnTo>
                  <a:lnTo>
                    <a:pt x="10" y="3"/>
                  </a:lnTo>
                  <a:lnTo>
                    <a:pt x="13" y="7"/>
                  </a:lnTo>
                  <a:lnTo>
                    <a:pt x="15" y="13"/>
                  </a:lnTo>
                  <a:lnTo>
                    <a:pt x="15" y="22"/>
                  </a:lnTo>
                  <a:lnTo>
                    <a:pt x="13" y="3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7391648" y="1400135"/>
              <a:ext cx="251" cy="289"/>
            </a:xfrm>
            <a:custGeom>
              <a:avLst/>
              <a:pathLst>
                <a:path w="251" h="289">
                  <a:moveTo>
                    <a:pt x="0" y="228"/>
                  </a:moveTo>
                  <a:lnTo>
                    <a:pt x="30" y="289"/>
                  </a:lnTo>
                  <a:lnTo>
                    <a:pt x="104" y="284"/>
                  </a:lnTo>
                  <a:lnTo>
                    <a:pt x="165" y="259"/>
                  </a:lnTo>
                  <a:lnTo>
                    <a:pt x="167" y="229"/>
                  </a:lnTo>
                  <a:lnTo>
                    <a:pt x="168" y="218"/>
                  </a:lnTo>
                  <a:lnTo>
                    <a:pt x="170" y="212"/>
                  </a:lnTo>
                  <a:lnTo>
                    <a:pt x="169" y="194"/>
                  </a:lnTo>
                  <a:lnTo>
                    <a:pt x="169" y="188"/>
                  </a:lnTo>
                  <a:lnTo>
                    <a:pt x="171" y="182"/>
                  </a:lnTo>
                  <a:lnTo>
                    <a:pt x="172" y="176"/>
                  </a:lnTo>
                  <a:lnTo>
                    <a:pt x="174" y="166"/>
                  </a:lnTo>
                  <a:lnTo>
                    <a:pt x="176" y="156"/>
                  </a:lnTo>
                  <a:lnTo>
                    <a:pt x="181" y="142"/>
                  </a:lnTo>
                  <a:lnTo>
                    <a:pt x="193" y="117"/>
                  </a:lnTo>
                  <a:lnTo>
                    <a:pt x="200" y="104"/>
                  </a:lnTo>
                  <a:lnTo>
                    <a:pt x="219" y="79"/>
                  </a:lnTo>
                  <a:lnTo>
                    <a:pt x="226" y="69"/>
                  </a:lnTo>
                  <a:lnTo>
                    <a:pt x="234" y="56"/>
                  </a:lnTo>
                  <a:lnTo>
                    <a:pt x="245" y="47"/>
                  </a:lnTo>
                  <a:lnTo>
                    <a:pt x="249" y="41"/>
                  </a:lnTo>
                  <a:lnTo>
                    <a:pt x="251" y="32"/>
                  </a:lnTo>
                  <a:lnTo>
                    <a:pt x="241" y="22"/>
                  </a:lnTo>
                  <a:lnTo>
                    <a:pt x="220" y="0"/>
                  </a:lnTo>
                  <a:lnTo>
                    <a:pt x="181" y="9"/>
                  </a:lnTo>
                  <a:lnTo>
                    <a:pt x="148" y="14"/>
                  </a:lnTo>
                  <a:lnTo>
                    <a:pt x="148" y="19"/>
                  </a:lnTo>
                  <a:lnTo>
                    <a:pt x="145" y="23"/>
                  </a:lnTo>
                  <a:lnTo>
                    <a:pt x="143" y="29"/>
                  </a:lnTo>
                  <a:lnTo>
                    <a:pt x="136" y="37"/>
                  </a:lnTo>
                  <a:lnTo>
                    <a:pt x="123" y="49"/>
                  </a:lnTo>
                  <a:lnTo>
                    <a:pt x="112" y="55"/>
                  </a:lnTo>
                  <a:lnTo>
                    <a:pt x="104" y="56"/>
                  </a:lnTo>
                  <a:lnTo>
                    <a:pt x="95" y="58"/>
                  </a:lnTo>
                  <a:lnTo>
                    <a:pt x="89" y="59"/>
                  </a:lnTo>
                  <a:lnTo>
                    <a:pt x="83" y="59"/>
                  </a:lnTo>
                  <a:lnTo>
                    <a:pt x="77" y="62"/>
                  </a:lnTo>
                  <a:lnTo>
                    <a:pt x="73" y="68"/>
                  </a:lnTo>
                  <a:lnTo>
                    <a:pt x="66" y="84"/>
                  </a:lnTo>
                  <a:lnTo>
                    <a:pt x="61" y="92"/>
                  </a:lnTo>
                  <a:lnTo>
                    <a:pt x="55" y="100"/>
                  </a:lnTo>
                  <a:lnTo>
                    <a:pt x="49" y="106"/>
                  </a:lnTo>
                  <a:lnTo>
                    <a:pt x="44" y="111"/>
                  </a:lnTo>
                  <a:lnTo>
                    <a:pt x="40" y="115"/>
                  </a:lnTo>
                  <a:lnTo>
                    <a:pt x="34" y="119"/>
                  </a:lnTo>
                  <a:lnTo>
                    <a:pt x="23" y="129"/>
                  </a:lnTo>
                  <a:lnTo>
                    <a:pt x="0" y="22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7392092" y="1399851"/>
              <a:ext cx="238" cy="222"/>
            </a:xfrm>
            <a:custGeom>
              <a:avLst/>
              <a:pathLst>
                <a:path w="238" h="222">
                  <a:moveTo>
                    <a:pt x="1" y="219"/>
                  </a:moveTo>
                  <a:lnTo>
                    <a:pt x="6" y="222"/>
                  </a:lnTo>
                  <a:lnTo>
                    <a:pt x="11" y="220"/>
                  </a:lnTo>
                  <a:lnTo>
                    <a:pt x="17" y="213"/>
                  </a:lnTo>
                  <a:lnTo>
                    <a:pt x="23" y="208"/>
                  </a:lnTo>
                  <a:lnTo>
                    <a:pt x="28" y="206"/>
                  </a:lnTo>
                  <a:lnTo>
                    <a:pt x="32" y="205"/>
                  </a:lnTo>
                  <a:lnTo>
                    <a:pt x="44" y="202"/>
                  </a:lnTo>
                  <a:lnTo>
                    <a:pt x="50" y="201"/>
                  </a:lnTo>
                  <a:lnTo>
                    <a:pt x="54" y="199"/>
                  </a:lnTo>
                  <a:lnTo>
                    <a:pt x="59" y="196"/>
                  </a:lnTo>
                  <a:lnTo>
                    <a:pt x="95" y="171"/>
                  </a:lnTo>
                  <a:lnTo>
                    <a:pt x="103" y="166"/>
                  </a:lnTo>
                  <a:lnTo>
                    <a:pt x="110" y="161"/>
                  </a:lnTo>
                  <a:lnTo>
                    <a:pt x="114" y="159"/>
                  </a:lnTo>
                  <a:lnTo>
                    <a:pt x="128" y="154"/>
                  </a:lnTo>
                  <a:lnTo>
                    <a:pt x="134" y="151"/>
                  </a:lnTo>
                  <a:lnTo>
                    <a:pt x="142" y="149"/>
                  </a:lnTo>
                  <a:lnTo>
                    <a:pt x="149" y="154"/>
                  </a:lnTo>
                  <a:lnTo>
                    <a:pt x="154" y="152"/>
                  </a:lnTo>
                  <a:lnTo>
                    <a:pt x="158" y="148"/>
                  </a:lnTo>
                  <a:lnTo>
                    <a:pt x="160" y="144"/>
                  </a:lnTo>
                  <a:lnTo>
                    <a:pt x="162" y="140"/>
                  </a:lnTo>
                  <a:lnTo>
                    <a:pt x="164" y="135"/>
                  </a:lnTo>
                  <a:lnTo>
                    <a:pt x="163" y="130"/>
                  </a:lnTo>
                  <a:lnTo>
                    <a:pt x="161" y="122"/>
                  </a:lnTo>
                  <a:lnTo>
                    <a:pt x="160" y="113"/>
                  </a:lnTo>
                  <a:lnTo>
                    <a:pt x="160" y="104"/>
                  </a:lnTo>
                  <a:lnTo>
                    <a:pt x="162" y="82"/>
                  </a:lnTo>
                  <a:lnTo>
                    <a:pt x="162" y="76"/>
                  </a:lnTo>
                  <a:lnTo>
                    <a:pt x="165" y="70"/>
                  </a:lnTo>
                  <a:lnTo>
                    <a:pt x="169" y="64"/>
                  </a:lnTo>
                  <a:lnTo>
                    <a:pt x="173" y="60"/>
                  </a:lnTo>
                  <a:lnTo>
                    <a:pt x="180" y="53"/>
                  </a:lnTo>
                  <a:lnTo>
                    <a:pt x="184" y="49"/>
                  </a:lnTo>
                  <a:lnTo>
                    <a:pt x="192" y="44"/>
                  </a:lnTo>
                  <a:lnTo>
                    <a:pt x="204" y="35"/>
                  </a:lnTo>
                  <a:lnTo>
                    <a:pt x="219" y="25"/>
                  </a:lnTo>
                  <a:lnTo>
                    <a:pt x="224" y="20"/>
                  </a:lnTo>
                  <a:lnTo>
                    <a:pt x="228" y="16"/>
                  </a:lnTo>
                  <a:lnTo>
                    <a:pt x="232" y="10"/>
                  </a:lnTo>
                  <a:lnTo>
                    <a:pt x="238" y="0"/>
                  </a:lnTo>
                  <a:lnTo>
                    <a:pt x="234" y="0"/>
                  </a:lnTo>
                  <a:lnTo>
                    <a:pt x="230" y="1"/>
                  </a:lnTo>
                  <a:lnTo>
                    <a:pt x="226" y="3"/>
                  </a:lnTo>
                  <a:lnTo>
                    <a:pt x="221" y="5"/>
                  </a:lnTo>
                  <a:lnTo>
                    <a:pt x="217" y="8"/>
                  </a:lnTo>
                  <a:lnTo>
                    <a:pt x="197" y="19"/>
                  </a:lnTo>
                  <a:lnTo>
                    <a:pt x="187" y="25"/>
                  </a:lnTo>
                  <a:lnTo>
                    <a:pt x="155" y="43"/>
                  </a:lnTo>
                  <a:lnTo>
                    <a:pt x="124" y="62"/>
                  </a:lnTo>
                  <a:lnTo>
                    <a:pt x="112" y="72"/>
                  </a:lnTo>
                  <a:lnTo>
                    <a:pt x="104" y="84"/>
                  </a:lnTo>
                  <a:lnTo>
                    <a:pt x="99" y="92"/>
                  </a:lnTo>
                  <a:lnTo>
                    <a:pt x="90" y="103"/>
                  </a:lnTo>
                  <a:lnTo>
                    <a:pt x="83" y="115"/>
                  </a:lnTo>
                  <a:lnTo>
                    <a:pt x="73" y="129"/>
                  </a:lnTo>
                  <a:lnTo>
                    <a:pt x="69" y="135"/>
                  </a:lnTo>
                  <a:lnTo>
                    <a:pt x="65" y="139"/>
                  </a:lnTo>
                  <a:lnTo>
                    <a:pt x="28" y="174"/>
                  </a:lnTo>
                  <a:lnTo>
                    <a:pt x="24" y="177"/>
                  </a:lnTo>
                  <a:lnTo>
                    <a:pt x="20" y="179"/>
                  </a:lnTo>
                  <a:lnTo>
                    <a:pt x="16" y="183"/>
                  </a:lnTo>
                  <a:lnTo>
                    <a:pt x="10" y="191"/>
                  </a:lnTo>
                  <a:lnTo>
                    <a:pt x="7" y="195"/>
                  </a:lnTo>
                  <a:lnTo>
                    <a:pt x="3" y="200"/>
                  </a:lnTo>
                  <a:lnTo>
                    <a:pt x="0" y="206"/>
                  </a:lnTo>
                  <a:lnTo>
                    <a:pt x="0" y="212"/>
                  </a:lnTo>
                  <a:lnTo>
                    <a:pt x="1" y="2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7393274" y="1400014"/>
              <a:ext cx="394" cy="1010"/>
            </a:xfrm>
            <a:custGeom>
              <a:avLst/>
              <a:pathLst>
                <a:path w="394" h="1010">
                  <a:moveTo>
                    <a:pt x="42" y="999"/>
                  </a:moveTo>
                  <a:lnTo>
                    <a:pt x="47" y="1002"/>
                  </a:lnTo>
                  <a:lnTo>
                    <a:pt x="52" y="1003"/>
                  </a:lnTo>
                  <a:lnTo>
                    <a:pt x="57" y="1002"/>
                  </a:lnTo>
                  <a:lnTo>
                    <a:pt x="62" y="1001"/>
                  </a:lnTo>
                  <a:lnTo>
                    <a:pt x="68" y="994"/>
                  </a:lnTo>
                  <a:lnTo>
                    <a:pt x="74" y="992"/>
                  </a:lnTo>
                  <a:lnTo>
                    <a:pt x="80" y="987"/>
                  </a:lnTo>
                  <a:lnTo>
                    <a:pt x="84" y="984"/>
                  </a:lnTo>
                  <a:lnTo>
                    <a:pt x="89" y="981"/>
                  </a:lnTo>
                  <a:lnTo>
                    <a:pt x="94" y="978"/>
                  </a:lnTo>
                  <a:lnTo>
                    <a:pt x="100" y="976"/>
                  </a:lnTo>
                  <a:lnTo>
                    <a:pt x="104" y="977"/>
                  </a:lnTo>
                  <a:lnTo>
                    <a:pt x="100" y="982"/>
                  </a:lnTo>
                  <a:lnTo>
                    <a:pt x="96" y="986"/>
                  </a:lnTo>
                  <a:lnTo>
                    <a:pt x="94" y="990"/>
                  </a:lnTo>
                  <a:lnTo>
                    <a:pt x="90" y="996"/>
                  </a:lnTo>
                  <a:lnTo>
                    <a:pt x="87" y="1000"/>
                  </a:lnTo>
                  <a:lnTo>
                    <a:pt x="81" y="1003"/>
                  </a:lnTo>
                  <a:lnTo>
                    <a:pt x="76" y="1006"/>
                  </a:lnTo>
                  <a:lnTo>
                    <a:pt x="71" y="1007"/>
                  </a:lnTo>
                  <a:lnTo>
                    <a:pt x="67" y="1008"/>
                  </a:lnTo>
                  <a:lnTo>
                    <a:pt x="62" y="1009"/>
                  </a:lnTo>
                  <a:lnTo>
                    <a:pt x="57" y="1010"/>
                  </a:lnTo>
                  <a:lnTo>
                    <a:pt x="53" y="1010"/>
                  </a:lnTo>
                  <a:lnTo>
                    <a:pt x="48" y="1010"/>
                  </a:lnTo>
                  <a:lnTo>
                    <a:pt x="43" y="1008"/>
                  </a:lnTo>
                  <a:lnTo>
                    <a:pt x="34" y="1006"/>
                  </a:lnTo>
                  <a:lnTo>
                    <a:pt x="28" y="1002"/>
                  </a:lnTo>
                  <a:lnTo>
                    <a:pt x="21" y="992"/>
                  </a:lnTo>
                  <a:lnTo>
                    <a:pt x="18" y="984"/>
                  </a:lnTo>
                  <a:lnTo>
                    <a:pt x="13" y="969"/>
                  </a:lnTo>
                  <a:lnTo>
                    <a:pt x="8" y="962"/>
                  </a:lnTo>
                  <a:lnTo>
                    <a:pt x="3" y="955"/>
                  </a:lnTo>
                  <a:lnTo>
                    <a:pt x="1" y="945"/>
                  </a:lnTo>
                  <a:lnTo>
                    <a:pt x="0" y="935"/>
                  </a:lnTo>
                  <a:lnTo>
                    <a:pt x="2" y="925"/>
                  </a:lnTo>
                  <a:lnTo>
                    <a:pt x="17" y="853"/>
                  </a:lnTo>
                  <a:lnTo>
                    <a:pt x="30" y="797"/>
                  </a:lnTo>
                  <a:lnTo>
                    <a:pt x="60" y="791"/>
                  </a:lnTo>
                  <a:lnTo>
                    <a:pt x="84" y="775"/>
                  </a:lnTo>
                  <a:lnTo>
                    <a:pt x="88" y="771"/>
                  </a:lnTo>
                  <a:lnTo>
                    <a:pt x="92" y="766"/>
                  </a:lnTo>
                  <a:lnTo>
                    <a:pt x="96" y="762"/>
                  </a:lnTo>
                  <a:lnTo>
                    <a:pt x="100" y="755"/>
                  </a:lnTo>
                  <a:lnTo>
                    <a:pt x="130" y="662"/>
                  </a:lnTo>
                  <a:lnTo>
                    <a:pt x="134" y="650"/>
                  </a:lnTo>
                  <a:lnTo>
                    <a:pt x="165" y="547"/>
                  </a:lnTo>
                  <a:lnTo>
                    <a:pt x="172" y="526"/>
                  </a:lnTo>
                  <a:lnTo>
                    <a:pt x="218" y="443"/>
                  </a:lnTo>
                  <a:lnTo>
                    <a:pt x="222" y="440"/>
                  </a:lnTo>
                  <a:lnTo>
                    <a:pt x="280" y="338"/>
                  </a:lnTo>
                  <a:lnTo>
                    <a:pt x="292" y="317"/>
                  </a:lnTo>
                  <a:lnTo>
                    <a:pt x="297" y="306"/>
                  </a:lnTo>
                  <a:lnTo>
                    <a:pt x="299" y="299"/>
                  </a:lnTo>
                  <a:lnTo>
                    <a:pt x="305" y="277"/>
                  </a:lnTo>
                  <a:lnTo>
                    <a:pt x="307" y="267"/>
                  </a:lnTo>
                  <a:lnTo>
                    <a:pt x="307" y="261"/>
                  </a:lnTo>
                  <a:lnTo>
                    <a:pt x="306" y="257"/>
                  </a:lnTo>
                  <a:lnTo>
                    <a:pt x="304" y="246"/>
                  </a:lnTo>
                  <a:lnTo>
                    <a:pt x="296" y="226"/>
                  </a:lnTo>
                  <a:lnTo>
                    <a:pt x="296" y="217"/>
                  </a:lnTo>
                  <a:lnTo>
                    <a:pt x="305" y="165"/>
                  </a:lnTo>
                  <a:lnTo>
                    <a:pt x="319" y="133"/>
                  </a:lnTo>
                  <a:lnTo>
                    <a:pt x="350" y="73"/>
                  </a:lnTo>
                  <a:lnTo>
                    <a:pt x="354" y="66"/>
                  </a:lnTo>
                  <a:lnTo>
                    <a:pt x="358" y="55"/>
                  </a:lnTo>
                  <a:lnTo>
                    <a:pt x="362" y="30"/>
                  </a:lnTo>
                  <a:lnTo>
                    <a:pt x="363" y="23"/>
                  </a:lnTo>
                  <a:lnTo>
                    <a:pt x="365" y="3"/>
                  </a:lnTo>
                  <a:lnTo>
                    <a:pt x="391" y="0"/>
                  </a:lnTo>
                  <a:lnTo>
                    <a:pt x="389" y="7"/>
                  </a:lnTo>
                  <a:lnTo>
                    <a:pt x="388" y="12"/>
                  </a:lnTo>
                  <a:lnTo>
                    <a:pt x="389" y="17"/>
                  </a:lnTo>
                  <a:lnTo>
                    <a:pt x="394" y="20"/>
                  </a:lnTo>
                  <a:lnTo>
                    <a:pt x="394" y="28"/>
                  </a:lnTo>
                  <a:lnTo>
                    <a:pt x="391" y="47"/>
                  </a:lnTo>
                  <a:lnTo>
                    <a:pt x="388" y="60"/>
                  </a:lnTo>
                  <a:lnTo>
                    <a:pt x="384" y="72"/>
                  </a:lnTo>
                  <a:lnTo>
                    <a:pt x="378" y="90"/>
                  </a:lnTo>
                  <a:lnTo>
                    <a:pt x="375" y="96"/>
                  </a:lnTo>
                  <a:lnTo>
                    <a:pt x="361" y="127"/>
                  </a:lnTo>
                  <a:lnTo>
                    <a:pt x="355" y="144"/>
                  </a:lnTo>
                  <a:lnTo>
                    <a:pt x="352" y="151"/>
                  </a:lnTo>
                  <a:lnTo>
                    <a:pt x="351" y="157"/>
                  </a:lnTo>
                  <a:lnTo>
                    <a:pt x="350" y="164"/>
                  </a:lnTo>
                  <a:lnTo>
                    <a:pt x="347" y="203"/>
                  </a:lnTo>
                  <a:lnTo>
                    <a:pt x="336" y="278"/>
                  </a:lnTo>
                  <a:lnTo>
                    <a:pt x="337" y="291"/>
                  </a:lnTo>
                  <a:lnTo>
                    <a:pt x="336" y="298"/>
                  </a:lnTo>
                  <a:lnTo>
                    <a:pt x="334" y="304"/>
                  </a:lnTo>
                  <a:lnTo>
                    <a:pt x="331" y="311"/>
                  </a:lnTo>
                  <a:lnTo>
                    <a:pt x="277" y="414"/>
                  </a:lnTo>
                  <a:lnTo>
                    <a:pt x="223" y="516"/>
                  </a:lnTo>
                  <a:lnTo>
                    <a:pt x="204" y="556"/>
                  </a:lnTo>
                  <a:lnTo>
                    <a:pt x="197" y="575"/>
                  </a:lnTo>
                  <a:lnTo>
                    <a:pt x="193" y="587"/>
                  </a:lnTo>
                  <a:lnTo>
                    <a:pt x="191" y="597"/>
                  </a:lnTo>
                  <a:lnTo>
                    <a:pt x="188" y="621"/>
                  </a:lnTo>
                  <a:lnTo>
                    <a:pt x="183" y="696"/>
                  </a:lnTo>
                  <a:lnTo>
                    <a:pt x="182" y="705"/>
                  </a:lnTo>
                  <a:lnTo>
                    <a:pt x="181" y="711"/>
                  </a:lnTo>
                  <a:lnTo>
                    <a:pt x="181" y="716"/>
                  </a:lnTo>
                  <a:lnTo>
                    <a:pt x="179" y="722"/>
                  </a:lnTo>
                  <a:lnTo>
                    <a:pt x="178" y="728"/>
                  </a:lnTo>
                  <a:lnTo>
                    <a:pt x="175" y="734"/>
                  </a:lnTo>
                  <a:lnTo>
                    <a:pt x="172" y="741"/>
                  </a:lnTo>
                  <a:lnTo>
                    <a:pt x="167" y="751"/>
                  </a:lnTo>
                  <a:lnTo>
                    <a:pt x="164" y="755"/>
                  </a:lnTo>
                  <a:lnTo>
                    <a:pt x="162" y="760"/>
                  </a:lnTo>
                  <a:lnTo>
                    <a:pt x="158" y="765"/>
                  </a:lnTo>
                  <a:lnTo>
                    <a:pt x="155" y="769"/>
                  </a:lnTo>
                  <a:lnTo>
                    <a:pt x="141" y="781"/>
                  </a:lnTo>
                  <a:lnTo>
                    <a:pt x="125" y="792"/>
                  </a:lnTo>
                  <a:lnTo>
                    <a:pt x="98" y="810"/>
                  </a:lnTo>
                  <a:lnTo>
                    <a:pt x="94" y="815"/>
                  </a:lnTo>
                  <a:lnTo>
                    <a:pt x="94" y="821"/>
                  </a:lnTo>
                  <a:lnTo>
                    <a:pt x="95" y="827"/>
                  </a:lnTo>
                  <a:lnTo>
                    <a:pt x="100" y="840"/>
                  </a:lnTo>
                  <a:lnTo>
                    <a:pt x="101" y="846"/>
                  </a:lnTo>
                  <a:lnTo>
                    <a:pt x="102" y="852"/>
                  </a:lnTo>
                  <a:lnTo>
                    <a:pt x="101" y="866"/>
                  </a:lnTo>
                  <a:lnTo>
                    <a:pt x="99" y="874"/>
                  </a:lnTo>
                  <a:lnTo>
                    <a:pt x="98" y="879"/>
                  </a:lnTo>
                  <a:lnTo>
                    <a:pt x="96" y="885"/>
                  </a:lnTo>
                  <a:lnTo>
                    <a:pt x="94" y="891"/>
                  </a:lnTo>
                  <a:lnTo>
                    <a:pt x="91" y="896"/>
                  </a:lnTo>
                  <a:lnTo>
                    <a:pt x="87" y="900"/>
                  </a:lnTo>
                  <a:lnTo>
                    <a:pt x="82" y="905"/>
                  </a:lnTo>
                  <a:lnTo>
                    <a:pt x="72" y="912"/>
                  </a:lnTo>
                  <a:lnTo>
                    <a:pt x="40" y="929"/>
                  </a:lnTo>
                  <a:lnTo>
                    <a:pt x="35" y="933"/>
                  </a:lnTo>
                  <a:lnTo>
                    <a:pt x="31" y="936"/>
                  </a:lnTo>
                  <a:lnTo>
                    <a:pt x="28" y="940"/>
                  </a:lnTo>
                  <a:lnTo>
                    <a:pt x="25" y="947"/>
                  </a:lnTo>
                  <a:lnTo>
                    <a:pt x="25" y="953"/>
                  </a:lnTo>
                  <a:lnTo>
                    <a:pt x="25" y="959"/>
                  </a:lnTo>
                  <a:lnTo>
                    <a:pt x="26" y="964"/>
                  </a:lnTo>
                  <a:lnTo>
                    <a:pt x="27" y="970"/>
                  </a:lnTo>
                  <a:lnTo>
                    <a:pt x="28" y="975"/>
                  </a:lnTo>
                  <a:lnTo>
                    <a:pt x="30" y="980"/>
                  </a:lnTo>
                  <a:lnTo>
                    <a:pt x="32" y="985"/>
                  </a:lnTo>
                  <a:lnTo>
                    <a:pt x="34" y="990"/>
                  </a:lnTo>
                  <a:lnTo>
                    <a:pt x="38" y="996"/>
                  </a:lnTo>
                  <a:lnTo>
                    <a:pt x="42" y="99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7392447" y="1399226"/>
              <a:ext cx="146" cy="155"/>
            </a:xfrm>
            <a:custGeom>
              <a:avLst/>
              <a:pathLst>
                <a:path w="146" h="155">
                  <a:moveTo>
                    <a:pt x="31" y="148"/>
                  </a:moveTo>
                  <a:lnTo>
                    <a:pt x="39" y="155"/>
                  </a:lnTo>
                  <a:lnTo>
                    <a:pt x="89" y="93"/>
                  </a:lnTo>
                  <a:lnTo>
                    <a:pt x="95" y="85"/>
                  </a:lnTo>
                  <a:lnTo>
                    <a:pt x="127" y="40"/>
                  </a:lnTo>
                  <a:lnTo>
                    <a:pt x="143" y="20"/>
                  </a:lnTo>
                  <a:lnTo>
                    <a:pt x="146" y="16"/>
                  </a:lnTo>
                  <a:lnTo>
                    <a:pt x="144" y="7"/>
                  </a:lnTo>
                  <a:lnTo>
                    <a:pt x="138" y="0"/>
                  </a:lnTo>
                  <a:lnTo>
                    <a:pt x="114" y="3"/>
                  </a:lnTo>
                  <a:lnTo>
                    <a:pt x="95" y="9"/>
                  </a:lnTo>
                  <a:lnTo>
                    <a:pt x="72" y="15"/>
                  </a:lnTo>
                  <a:lnTo>
                    <a:pt x="59" y="19"/>
                  </a:lnTo>
                  <a:lnTo>
                    <a:pt x="15" y="49"/>
                  </a:lnTo>
                  <a:lnTo>
                    <a:pt x="5" y="59"/>
                  </a:lnTo>
                  <a:lnTo>
                    <a:pt x="0" y="77"/>
                  </a:lnTo>
                  <a:lnTo>
                    <a:pt x="0" y="89"/>
                  </a:lnTo>
                  <a:lnTo>
                    <a:pt x="2" y="99"/>
                  </a:lnTo>
                  <a:lnTo>
                    <a:pt x="12" y="119"/>
                  </a:lnTo>
                  <a:lnTo>
                    <a:pt x="24" y="134"/>
                  </a:lnTo>
                  <a:lnTo>
                    <a:pt x="31" y="1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7394253" y="1396522"/>
              <a:ext cx="1718" cy="1486"/>
            </a:xfrm>
            <a:custGeom>
              <a:avLst/>
              <a:pathLst>
                <a:path w="1718" h="1486">
                  <a:moveTo>
                    <a:pt x="1688" y="244"/>
                  </a:moveTo>
                  <a:lnTo>
                    <a:pt x="1679" y="239"/>
                  </a:lnTo>
                  <a:lnTo>
                    <a:pt x="1674" y="254"/>
                  </a:lnTo>
                  <a:lnTo>
                    <a:pt x="1677" y="286"/>
                  </a:lnTo>
                  <a:lnTo>
                    <a:pt x="1672" y="288"/>
                  </a:lnTo>
                  <a:lnTo>
                    <a:pt x="1661" y="287"/>
                  </a:lnTo>
                  <a:lnTo>
                    <a:pt x="1633" y="276"/>
                  </a:lnTo>
                  <a:lnTo>
                    <a:pt x="1622" y="269"/>
                  </a:lnTo>
                  <a:lnTo>
                    <a:pt x="1591" y="227"/>
                  </a:lnTo>
                  <a:lnTo>
                    <a:pt x="1585" y="224"/>
                  </a:lnTo>
                  <a:lnTo>
                    <a:pt x="1580" y="226"/>
                  </a:lnTo>
                  <a:lnTo>
                    <a:pt x="1573" y="234"/>
                  </a:lnTo>
                  <a:lnTo>
                    <a:pt x="1524" y="311"/>
                  </a:lnTo>
                  <a:lnTo>
                    <a:pt x="1488" y="349"/>
                  </a:lnTo>
                  <a:lnTo>
                    <a:pt x="1481" y="353"/>
                  </a:lnTo>
                  <a:lnTo>
                    <a:pt x="1477" y="350"/>
                  </a:lnTo>
                  <a:lnTo>
                    <a:pt x="1474" y="345"/>
                  </a:lnTo>
                  <a:lnTo>
                    <a:pt x="1476" y="331"/>
                  </a:lnTo>
                  <a:lnTo>
                    <a:pt x="1485" y="311"/>
                  </a:lnTo>
                  <a:lnTo>
                    <a:pt x="1493" y="299"/>
                  </a:lnTo>
                  <a:lnTo>
                    <a:pt x="1520" y="261"/>
                  </a:lnTo>
                  <a:lnTo>
                    <a:pt x="1535" y="222"/>
                  </a:lnTo>
                  <a:lnTo>
                    <a:pt x="1543" y="201"/>
                  </a:lnTo>
                  <a:lnTo>
                    <a:pt x="1551" y="185"/>
                  </a:lnTo>
                  <a:lnTo>
                    <a:pt x="1546" y="172"/>
                  </a:lnTo>
                  <a:lnTo>
                    <a:pt x="1526" y="152"/>
                  </a:lnTo>
                  <a:lnTo>
                    <a:pt x="1498" y="127"/>
                  </a:lnTo>
                  <a:lnTo>
                    <a:pt x="1487" y="116"/>
                  </a:lnTo>
                  <a:lnTo>
                    <a:pt x="1468" y="95"/>
                  </a:lnTo>
                  <a:lnTo>
                    <a:pt x="1455" y="85"/>
                  </a:lnTo>
                  <a:lnTo>
                    <a:pt x="1434" y="77"/>
                  </a:lnTo>
                  <a:lnTo>
                    <a:pt x="1417" y="47"/>
                  </a:lnTo>
                  <a:lnTo>
                    <a:pt x="1415" y="42"/>
                  </a:lnTo>
                  <a:lnTo>
                    <a:pt x="1438" y="0"/>
                  </a:lnTo>
                  <a:lnTo>
                    <a:pt x="1405" y="19"/>
                  </a:lnTo>
                  <a:lnTo>
                    <a:pt x="1348" y="44"/>
                  </a:lnTo>
                  <a:lnTo>
                    <a:pt x="1315" y="59"/>
                  </a:lnTo>
                  <a:lnTo>
                    <a:pt x="1209" y="119"/>
                  </a:lnTo>
                  <a:lnTo>
                    <a:pt x="1080" y="187"/>
                  </a:lnTo>
                  <a:lnTo>
                    <a:pt x="1059" y="200"/>
                  </a:lnTo>
                  <a:lnTo>
                    <a:pt x="1032" y="205"/>
                  </a:lnTo>
                  <a:lnTo>
                    <a:pt x="1010" y="201"/>
                  </a:lnTo>
                  <a:lnTo>
                    <a:pt x="999" y="199"/>
                  </a:lnTo>
                  <a:lnTo>
                    <a:pt x="990" y="199"/>
                  </a:lnTo>
                  <a:lnTo>
                    <a:pt x="966" y="207"/>
                  </a:lnTo>
                  <a:lnTo>
                    <a:pt x="929" y="222"/>
                  </a:lnTo>
                  <a:lnTo>
                    <a:pt x="913" y="225"/>
                  </a:lnTo>
                  <a:lnTo>
                    <a:pt x="899" y="225"/>
                  </a:lnTo>
                  <a:lnTo>
                    <a:pt x="883" y="220"/>
                  </a:lnTo>
                  <a:lnTo>
                    <a:pt x="876" y="221"/>
                  </a:lnTo>
                  <a:lnTo>
                    <a:pt x="862" y="224"/>
                  </a:lnTo>
                  <a:lnTo>
                    <a:pt x="839" y="223"/>
                  </a:lnTo>
                  <a:lnTo>
                    <a:pt x="832" y="222"/>
                  </a:lnTo>
                  <a:lnTo>
                    <a:pt x="824" y="222"/>
                  </a:lnTo>
                  <a:lnTo>
                    <a:pt x="818" y="223"/>
                  </a:lnTo>
                  <a:lnTo>
                    <a:pt x="818" y="229"/>
                  </a:lnTo>
                  <a:lnTo>
                    <a:pt x="819" y="236"/>
                  </a:lnTo>
                  <a:lnTo>
                    <a:pt x="817" y="243"/>
                  </a:lnTo>
                  <a:lnTo>
                    <a:pt x="804" y="250"/>
                  </a:lnTo>
                  <a:lnTo>
                    <a:pt x="782" y="254"/>
                  </a:lnTo>
                  <a:lnTo>
                    <a:pt x="752" y="265"/>
                  </a:lnTo>
                  <a:lnTo>
                    <a:pt x="742" y="272"/>
                  </a:lnTo>
                  <a:lnTo>
                    <a:pt x="737" y="279"/>
                  </a:lnTo>
                  <a:lnTo>
                    <a:pt x="734" y="289"/>
                  </a:lnTo>
                  <a:lnTo>
                    <a:pt x="729" y="302"/>
                  </a:lnTo>
                  <a:lnTo>
                    <a:pt x="722" y="309"/>
                  </a:lnTo>
                  <a:lnTo>
                    <a:pt x="717" y="314"/>
                  </a:lnTo>
                  <a:lnTo>
                    <a:pt x="691" y="337"/>
                  </a:lnTo>
                  <a:lnTo>
                    <a:pt x="682" y="350"/>
                  </a:lnTo>
                  <a:lnTo>
                    <a:pt x="674" y="361"/>
                  </a:lnTo>
                  <a:lnTo>
                    <a:pt x="665" y="364"/>
                  </a:lnTo>
                  <a:lnTo>
                    <a:pt x="654" y="360"/>
                  </a:lnTo>
                  <a:lnTo>
                    <a:pt x="639" y="361"/>
                  </a:lnTo>
                  <a:lnTo>
                    <a:pt x="629" y="364"/>
                  </a:lnTo>
                  <a:lnTo>
                    <a:pt x="624" y="370"/>
                  </a:lnTo>
                  <a:lnTo>
                    <a:pt x="618" y="376"/>
                  </a:lnTo>
                  <a:lnTo>
                    <a:pt x="613" y="379"/>
                  </a:lnTo>
                  <a:lnTo>
                    <a:pt x="607" y="383"/>
                  </a:lnTo>
                  <a:lnTo>
                    <a:pt x="602" y="386"/>
                  </a:lnTo>
                  <a:lnTo>
                    <a:pt x="598" y="390"/>
                  </a:lnTo>
                  <a:lnTo>
                    <a:pt x="591" y="394"/>
                  </a:lnTo>
                  <a:lnTo>
                    <a:pt x="587" y="398"/>
                  </a:lnTo>
                  <a:lnTo>
                    <a:pt x="581" y="407"/>
                  </a:lnTo>
                  <a:lnTo>
                    <a:pt x="580" y="417"/>
                  </a:lnTo>
                  <a:lnTo>
                    <a:pt x="583" y="423"/>
                  </a:lnTo>
                  <a:lnTo>
                    <a:pt x="585" y="427"/>
                  </a:lnTo>
                  <a:lnTo>
                    <a:pt x="589" y="432"/>
                  </a:lnTo>
                  <a:lnTo>
                    <a:pt x="599" y="445"/>
                  </a:lnTo>
                  <a:lnTo>
                    <a:pt x="602" y="450"/>
                  </a:lnTo>
                  <a:lnTo>
                    <a:pt x="610" y="460"/>
                  </a:lnTo>
                  <a:lnTo>
                    <a:pt x="613" y="465"/>
                  </a:lnTo>
                  <a:lnTo>
                    <a:pt x="619" y="473"/>
                  </a:lnTo>
                  <a:lnTo>
                    <a:pt x="623" y="479"/>
                  </a:lnTo>
                  <a:lnTo>
                    <a:pt x="625" y="483"/>
                  </a:lnTo>
                  <a:lnTo>
                    <a:pt x="628" y="487"/>
                  </a:lnTo>
                  <a:lnTo>
                    <a:pt x="635" y="496"/>
                  </a:lnTo>
                  <a:lnTo>
                    <a:pt x="641" y="502"/>
                  </a:lnTo>
                  <a:lnTo>
                    <a:pt x="646" y="508"/>
                  </a:lnTo>
                  <a:lnTo>
                    <a:pt x="654" y="515"/>
                  </a:lnTo>
                  <a:lnTo>
                    <a:pt x="655" y="526"/>
                  </a:lnTo>
                  <a:lnTo>
                    <a:pt x="653" y="531"/>
                  </a:lnTo>
                  <a:lnTo>
                    <a:pt x="648" y="540"/>
                  </a:lnTo>
                  <a:lnTo>
                    <a:pt x="643" y="555"/>
                  </a:lnTo>
                  <a:lnTo>
                    <a:pt x="636" y="562"/>
                  </a:lnTo>
                  <a:lnTo>
                    <a:pt x="627" y="574"/>
                  </a:lnTo>
                  <a:lnTo>
                    <a:pt x="633" y="577"/>
                  </a:lnTo>
                  <a:lnTo>
                    <a:pt x="639" y="581"/>
                  </a:lnTo>
                  <a:lnTo>
                    <a:pt x="638" y="587"/>
                  </a:lnTo>
                  <a:lnTo>
                    <a:pt x="629" y="600"/>
                  </a:lnTo>
                  <a:lnTo>
                    <a:pt x="591" y="631"/>
                  </a:lnTo>
                  <a:lnTo>
                    <a:pt x="557" y="653"/>
                  </a:lnTo>
                  <a:lnTo>
                    <a:pt x="498" y="676"/>
                  </a:lnTo>
                  <a:lnTo>
                    <a:pt x="454" y="689"/>
                  </a:lnTo>
                  <a:lnTo>
                    <a:pt x="406" y="702"/>
                  </a:lnTo>
                  <a:lnTo>
                    <a:pt x="355" y="716"/>
                  </a:lnTo>
                  <a:lnTo>
                    <a:pt x="336" y="719"/>
                  </a:lnTo>
                  <a:lnTo>
                    <a:pt x="316" y="726"/>
                  </a:lnTo>
                  <a:lnTo>
                    <a:pt x="299" y="735"/>
                  </a:lnTo>
                  <a:lnTo>
                    <a:pt x="288" y="740"/>
                  </a:lnTo>
                  <a:lnTo>
                    <a:pt x="277" y="741"/>
                  </a:lnTo>
                  <a:lnTo>
                    <a:pt x="264" y="744"/>
                  </a:lnTo>
                  <a:lnTo>
                    <a:pt x="257" y="751"/>
                  </a:lnTo>
                  <a:lnTo>
                    <a:pt x="250" y="763"/>
                  </a:lnTo>
                  <a:lnTo>
                    <a:pt x="242" y="778"/>
                  </a:lnTo>
                  <a:lnTo>
                    <a:pt x="239" y="794"/>
                  </a:lnTo>
                  <a:lnTo>
                    <a:pt x="236" y="803"/>
                  </a:lnTo>
                  <a:lnTo>
                    <a:pt x="232" y="818"/>
                  </a:lnTo>
                  <a:lnTo>
                    <a:pt x="231" y="837"/>
                  </a:lnTo>
                  <a:lnTo>
                    <a:pt x="228" y="844"/>
                  </a:lnTo>
                  <a:lnTo>
                    <a:pt x="229" y="851"/>
                  </a:lnTo>
                  <a:lnTo>
                    <a:pt x="228" y="855"/>
                  </a:lnTo>
                  <a:lnTo>
                    <a:pt x="224" y="864"/>
                  </a:lnTo>
                  <a:lnTo>
                    <a:pt x="209" y="907"/>
                  </a:lnTo>
                  <a:lnTo>
                    <a:pt x="183" y="955"/>
                  </a:lnTo>
                  <a:lnTo>
                    <a:pt x="146" y="1073"/>
                  </a:lnTo>
                  <a:lnTo>
                    <a:pt x="91" y="1184"/>
                  </a:lnTo>
                  <a:lnTo>
                    <a:pt x="40" y="1347"/>
                  </a:lnTo>
                  <a:lnTo>
                    <a:pt x="0" y="1443"/>
                  </a:lnTo>
                  <a:lnTo>
                    <a:pt x="1" y="1470"/>
                  </a:lnTo>
                  <a:lnTo>
                    <a:pt x="14" y="1463"/>
                  </a:lnTo>
                  <a:lnTo>
                    <a:pt x="23" y="1472"/>
                  </a:lnTo>
                  <a:lnTo>
                    <a:pt x="27" y="1477"/>
                  </a:lnTo>
                  <a:lnTo>
                    <a:pt x="29" y="1482"/>
                  </a:lnTo>
                  <a:lnTo>
                    <a:pt x="31" y="1486"/>
                  </a:lnTo>
                  <a:lnTo>
                    <a:pt x="34" y="1484"/>
                  </a:lnTo>
                  <a:lnTo>
                    <a:pt x="38" y="1479"/>
                  </a:lnTo>
                  <a:lnTo>
                    <a:pt x="40" y="1475"/>
                  </a:lnTo>
                  <a:lnTo>
                    <a:pt x="42" y="1469"/>
                  </a:lnTo>
                  <a:lnTo>
                    <a:pt x="43" y="1464"/>
                  </a:lnTo>
                  <a:lnTo>
                    <a:pt x="43" y="1459"/>
                  </a:lnTo>
                  <a:lnTo>
                    <a:pt x="41" y="1446"/>
                  </a:lnTo>
                  <a:lnTo>
                    <a:pt x="42" y="1440"/>
                  </a:lnTo>
                  <a:lnTo>
                    <a:pt x="45" y="1433"/>
                  </a:lnTo>
                  <a:lnTo>
                    <a:pt x="48" y="1429"/>
                  </a:lnTo>
                  <a:lnTo>
                    <a:pt x="52" y="1425"/>
                  </a:lnTo>
                  <a:lnTo>
                    <a:pt x="57" y="1420"/>
                  </a:lnTo>
                  <a:lnTo>
                    <a:pt x="62" y="1415"/>
                  </a:lnTo>
                  <a:lnTo>
                    <a:pt x="69" y="1410"/>
                  </a:lnTo>
                  <a:lnTo>
                    <a:pt x="83" y="1400"/>
                  </a:lnTo>
                  <a:lnTo>
                    <a:pt x="99" y="1389"/>
                  </a:lnTo>
                  <a:lnTo>
                    <a:pt x="107" y="1385"/>
                  </a:lnTo>
                  <a:lnTo>
                    <a:pt x="113" y="1381"/>
                  </a:lnTo>
                  <a:lnTo>
                    <a:pt x="118" y="1379"/>
                  </a:lnTo>
                  <a:lnTo>
                    <a:pt x="122" y="1377"/>
                  </a:lnTo>
                  <a:lnTo>
                    <a:pt x="139" y="1371"/>
                  </a:lnTo>
                  <a:lnTo>
                    <a:pt x="142" y="1368"/>
                  </a:lnTo>
                  <a:lnTo>
                    <a:pt x="147" y="1362"/>
                  </a:lnTo>
                  <a:lnTo>
                    <a:pt x="151" y="1359"/>
                  </a:lnTo>
                  <a:lnTo>
                    <a:pt x="156" y="1356"/>
                  </a:lnTo>
                  <a:lnTo>
                    <a:pt x="162" y="1353"/>
                  </a:lnTo>
                  <a:lnTo>
                    <a:pt x="172" y="1348"/>
                  </a:lnTo>
                  <a:lnTo>
                    <a:pt x="186" y="1342"/>
                  </a:lnTo>
                  <a:lnTo>
                    <a:pt x="191" y="1338"/>
                  </a:lnTo>
                  <a:lnTo>
                    <a:pt x="196" y="1333"/>
                  </a:lnTo>
                  <a:lnTo>
                    <a:pt x="203" y="1322"/>
                  </a:lnTo>
                  <a:lnTo>
                    <a:pt x="219" y="1305"/>
                  </a:lnTo>
                  <a:lnTo>
                    <a:pt x="222" y="1301"/>
                  </a:lnTo>
                  <a:lnTo>
                    <a:pt x="225" y="1296"/>
                  </a:lnTo>
                  <a:lnTo>
                    <a:pt x="226" y="1291"/>
                  </a:lnTo>
                  <a:lnTo>
                    <a:pt x="227" y="1286"/>
                  </a:lnTo>
                  <a:lnTo>
                    <a:pt x="229" y="1282"/>
                  </a:lnTo>
                  <a:lnTo>
                    <a:pt x="244" y="1242"/>
                  </a:lnTo>
                  <a:lnTo>
                    <a:pt x="252" y="1234"/>
                  </a:lnTo>
                  <a:lnTo>
                    <a:pt x="258" y="1227"/>
                  </a:lnTo>
                  <a:lnTo>
                    <a:pt x="264" y="1221"/>
                  </a:lnTo>
                  <a:lnTo>
                    <a:pt x="270" y="1218"/>
                  </a:lnTo>
                  <a:lnTo>
                    <a:pt x="284" y="1209"/>
                  </a:lnTo>
                  <a:lnTo>
                    <a:pt x="299" y="1200"/>
                  </a:lnTo>
                  <a:lnTo>
                    <a:pt x="317" y="1189"/>
                  </a:lnTo>
                  <a:lnTo>
                    <a:pt x="331" y="1180"/>
                  </a:lnTo>
                  <a:lnTo>
                    <a:pt x="343" y="1172"/>
                  </a:lnTo>
                  <a:lnTo>
                    <a:pt x="352" y="1166"/>
                  </a:lnTo>
                  <a:lnTo>
                    <a:pt x="358" y="1163"/>
                  </a:lnTo>
                  <a:lnTo>
                    <a:pt x="366" y="1161"/>
                  </a:lnTo>
                  <a:lnTo>
                    <a:pt x="376" y="1157"/>
                  </a:lnTo>
                  <a:lnTo>
                    <a:pt x="384" y="1149"/>
                  </a:lnTo>
                  <a:lnTo>
                    <a:pt x="393" y="1143"/>
                  </a:lnTo>
                  <a:lnTo>
                    <a:pt x="428" y="1123"/>
                  </a:lnTo>
                  <a:lnTo>
                    <a:pt x="453" y="1108"/>
                  </a:lnTo>
                  <a:lnTo>
                    <a:pt x="479" y="1091"/>
                  </a:lnTo>
                  <a:lnTo>
                    <a:pt x="492" y="1081"/>
                  </a:lnTo>
                  <a:lnTo>
                    <a:pt x="507" y="1073"/>
                  </a:lnTo>
                  <a:lnTo>
                    <a:pt x="560" y="1051"/>
                  </a:lnTo>
                  <a:lnTo>
                    <a:pt x="613" y="1024"/>
                  </a:lnTo>
                  <a:lnTo>
                    <a:pt x="625" y="1017"/>
                  </a:lnTo>
                  <a:lnTo>
                    <a:pt x="631" y="1011"/>
                  </a:lnTo>
                  <a:lnTo>
                    <a:pt x="638" y="1005"/>
                  </a:lnTo>
                  <a:lnTo>
                    <a:pt x="651" y="998"/>
                  </a:lnTo>
                  <a:lnTo>
                    <a:pt x="694" y="974"/>
                  </a:lnTo>
                  <a:lnTo>
                    <a:pt x="702" y="967"/>
                  </a:lnTo>
                  <a:lnTo>
                    <a:pt x="706" y="958"/>
                  </a:lnTo>
                  <a:lnTo>
                    <a:pt x="716" y="943"/>
                  </a:lnTo>
                  <a:lnTo>
                    <a:pt x="720" y="938"/>
                  </a:lnTo>
                  <a:lnTo>
                    <a:pt x="725" y="937"/>
                  </a:lnTo>
                  <a:lnTo>
                    <a:pt x="730" y="938"/>
                  </a:lnTo>
                  <a:lnTo>
                    <a:pt x="734" y="945"/>
                  </a:lnTo>
                  <a:lnTo>
                    <a:pt x="731" y="951"/>
                  </a:lnTo>
                  <a:lnTo>
                    <a:pt x="724" y="960"/>
                  </a:lnTo>
                  <a:lnTo>
                    <a:pt x="721" y="967"/>
                  </a:lnTo>
                  <a:lnTo>
                    <a:pt x="724" y="971"/>
                  </a:lnTo>
                  <a:lnTo>
                    <a:pt x="732" y="970"/>
                  </a:lnTo>
                  <a:lnTo>
                    <a:pt x="753" y="967"/>
                  </a:lnTo>
                  <a:lnTo>
                    <a:pt x="779" y="963"/>
                  </a:lnTo>
                  <a:lnTo>
                    <a:pt x="805" y="959"/>
                  </a:lnTo>
                  <a:lnTo>
                    <a:pt x="858" y="943"/>
                  </a:lnTo>
                  <a:lnTo>
                    <a:pt x="929" y="916"/>
                  </a:lnTo>
                  <a:lnTo>
                    <a:pt x="967" y="899"/>
                  </a:lnTo>
                  <a:lnTo>
                    <a:pt x="1007" y="877"/>
                  </a:lnTo>
                  <a:lnTo>
                    <a:pt x="1038" y="863"/>
                  </a:lnTo>
                  <a:lnTo>
                    <a:pt x="1063" y="853"/>
                  </a:lnTo>
                  <a:lnTo>
                    <a:pt x="1081" y="844"/>
                  </a:lnTo>
                  <a:lnTo>
                    <a:pt x="1104" y="835"/>
                  </a:lnTo>
                  <a:lnTo>
                    <a:pt x="1120" y="831"/>
                  </a:lnTo>
                  <a:lnTo>
                    <a:pt x="1133" y="829"/>
                  </a:lnTo>
                  <a:lnTo>
                    <a:pt x="1145" y="827"/>
                  </a:lnTo>
                  <a:lnTo>
                    <a:pt x="1159" y="827"/>
                  </a:lnTo>
                  <a:lnTo>
                    <a:pt x="1172" y="826"/>
                  </a:lnTo>
                  <a:lnTo>
                    <a:pt x="1201" y="827"/>
                  </a:lnTo>
                  <a:lnTo>
                    <a:pt x="1228" y="819"/>
                  </a:lnTo>
                  <a:lnTo>
                    <a:pt x="1273" y="810"/>
                  </a:lnTo>
                  <a:lnTo>
                    <a:pt x="1302" y="799"/>
                  </a:lnTo>
                  <a:lnTo>
                    <a:pt x="1307" y="797"/>
                  </a:lnTo>
                  <a:lnTo>
                    <a:pt x="1311" y="797"/>
                  </a:lnTo>
                  <a:lnTo>
                    <a:pt x="1320" y="796"/>
                  </a:lnTo>
                  <a:lnTo>
                    <a:pt x="1327" y="792"/>
                  </a:lnTo>
                  <a:lnTo>
                    <a:pt x="1331" y="787"/>
                  </a:lnTo>
                  <a:lnTo>
                    <a:pt x="1335" y="783"/>
                  </a:lnTo>
                  <a:lnTo>
                    <a:pt x="1339" y="781"/>
                  </a:lnTo>
                  <a:lnTo>
                    <a:pt x="1344" y="779"/>
                  </a:lnTo>
                  <a:lnTo>
                    <a:pt x="1352" y="776"/>
                  </a:lnTo>
                  <a:lnTo>
                    <a:pt x="1363" y="772"/>
                  </a:lnTo>
                  <a:lnTo>
                    <a:pt x="1370" y="770"/>
                  </a:lnTo>
                  <a:lnTo>
                    <a:pt x="1380" y="765"/>
                  </a:lnTo>
                  <a:lnTo>
                    <a:pt x="1396" y="756"/>
                  </a:lnTo>
                  <a:lnTo>
                    <a:pt x="1405" y="751"/>
                  </a:lnTo>
                  <a:lnTo>
                    <a:pt x="1424" y="742"/>
                  </a:lnTo>
                  <a:lnTo>
                    <a:pt x="1434" y="738"/>
                  </a:lnTo>
                  <a:lnTo>
                    <a:pt x="1442" y="735"/>
                  </a:lnTo>
                  <a:lnTo>
                    <a:pt x="1467" y="721"/>
                  </a:lnTo>
                  <a:lnTo>
                    <a:pt x="1477" y="715"/>
                  </a:lnTo>
                  <a:lnTo>
                    <a:pt x="1487" y="712"/>
                  </a:lnTo>
                  <a:lnTo>
                    <a:pt x="1501" y="707"/>
                  </a:lnTo>
                  <a:lnTo>
                    <a:pt x="1520" y="698"/>
                  </a:lnTo>
                  <a:lnTo>
                    <a:pt x="1544" y="687"/>
                  </a:lnTo>
                  <a:lnTo>
                    <a:pt x="1577" y="667"/>
                  </a:lnTo>
                  <a:lnTo>
                    <a:pt x="1587" y="662"/>
                  </a:lnTo>
                  <a:lnTo>
                    <a:pt x="1609" y="650"/>
                  </a:lnTo>
                  <a:lnTo>
                    <a:pt x="1624" y="638"/>
                  </a:lnTo>
                  <a:lnTo>
                    <a:pt x="1639" y="623"/>
                  </a:lnTo>
                  <a:lnTo>
                    <a:pt x="1650" y="612"/>
                  </a:lnTo>
                  <a:lnTo>
                    <a:pt x="1658" y="602"/>
                  </a:lnTo>
                  <a:lnTo>
                    <a:pt x="1674" y="576"/>
                  </a:lnTo>
                  <a:lnTo>
                    <a:pt x="1678" y="569"/>
                  </a:lnTo>
                  <a:lnTo>
                    <a:pt x="1685" y="556"/>
                  </a:lnTo>
                  <a:lnTo>
                    <a:pt x="1702" y="524"/>
                  </a:lnTo>
                  <a:lnTo>
                    <a:pt x="1709" y="505"/>
                  </a:lnTo>
                  <a:lnTo>
                    <a:pt x="1711" y="493"/>
                  </a:lnTo>
                  <a:lnTo>
                    <a:pt x="1713" y="479"/>
                  </a:lnTo>
                  <a:lnTo>
                    <a:pt x="1714" y="463"/>
                  </a:lnTo>
                  <a:lnTo>
                    <a:pt x="1718" y="436"/>
                  </a:lnTo>
                  <a:lnTo>
                    <a:pt x="1717" y="412"/>
                  </a:lnTo>
                  <a:lnTo>
                    <a:pt x="1717" y="406"/>
                  </a:lnTo>
                  <a:lnTo>
                    <a:pt x="1716" y="375"/>
                  </a:lnTo>
                  <a:lnTo>
                    <a:pt x="1704" y="305"/>
                  </a:lnTo>
                  <a:lnTo>
                    <a:pt x="1696" y="251"/>
                  </a:lnTo>
                  <a:lnTo>
                    <a:pt x="1688" y="2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7395990" y="1395772"/>
              <a:ext cx="1353" cy="1345"/>
            </a:xfrm>
            <a:custGeom>
              <a:avLst/>
              <a:pathLst>
                <a:path w="1353" h="1345">
                  <a:moveTo>
                    <a:pt x="1238" y="58"/>
                  </a:moveTo>
                  <a:lnTo>
                    <a:pt x="1216" y="64"/>
                  </a:lnTo>
                  <a:lnTo>
                    <a:pt x="1199" y="69"/>
                  </a:lnTo>
                  <a:lnTo>
                    <a:pt x="1183" y="76"/>
                  </a:lnTo>
                  <a:lnTo>
                    <a:pt x="1170" y="85"/>
                  </a:lnTo>
                  <a:lnTo>
                    <a:pt x="1159" y="86"/>
                  </a:lnTo>
                  <a:lnTo>
                    <a:pt x="1147" y="87"/>
                  </a:lnTo>
                  <a:lnTo>
                    <a:pt x="1133" y="85"/>
                  </a:lnTo>
                  <a:lnTo>
                    <a:pt x="1118" y="85"/>
                  </a:lnTo>
                  <a:lnTo>
                    <a:pt x="1104" y="86"/>
                  </a:lnTo>
                  <a:lnTo>
                    <a:pt x="1092" y="87"/>
                  </a:lnTo>
                  <a:lnTo>
                    <a:pt x="1084" y="84"/>
                  </a:lnTo>
                  <a:lnTo>
                    <a:pt x="1073" y="80"/>
                  </a:lnTo>
                  <a:lnTo>
                    <a:pt x="1069" y="72"/>
                  </a:lnTo>
                  <a:lnTo>
                    <a:pt x="1070" y="66"/>
                  </a:lnTo>
                  <a:lnTo>
                    <a:pt x="1072" y="54"/>
                  </a:lnTo>
                  <a:lnTo>
                    <a:pt x="1075" y="43"/>
                  </a:lnTo>
                  <a:lnTo>
                    <a:pt x="1070" y="32"/>
                  </a:lnTo>
                  <a:lnTo>
                    <a:pt x="1065" y="26"/>
                  </a:lnTo>
                  <a:lnTo>
                    <a:pt x="1056" y="20"/>
                  </a:lnTo>
                  <a:lnTo>
                    <a:pt x="1037" y="10"/>
                  </a:lnTo>
                  <a:lnTo>
                    <a:pt x="1020" y="4"/>
                  </a:lnTo>
                  <a:lnTo>
                    <a:pt x="1002" y="0"/>
                  </a:lnTo>
                  <a:lnTo>
                    <a:pt x="983" y="0"/>
                  </a:lnTo>
                  <a:lnTo>
                    <a:pt x="964" y="5"/>
                  </a:lnTo>
                  <a:lnTo>
                    <a:pt x="949" y="16"/>
                  </a:lnTo>
                  <a:lnTo>
                    <a:pt x="944" y="23"/>
                  </a:lnTo>
                  <a:lnTo>
                    <a:pt x="937" y="28"/>
                  </a:lnTo>
                  <a:lnTo>
                    <a:pt x="926" y="36"/>
                  </a:lnTo>
                  <a:lnTo>
                    <a:pt x="920" y="42"/>
                  </a:lnTo>
                  <a:lnTo>
                    <a:pt x="912" y="55"/>
                  </a:lnTo>
                  <a:lnTo>
                    <a:pt x="903" y="65"/>
                  </a:lnTo>
                  <a:lnTo>
                    <a:pt x="894" y="72"/>
                  </a:lnTo>
                  <a:lnTo>
                    <a:pt x="874" y="81"/>
                  </a:lnTo>
                  <a:lnTo>
                    <a:pt x="854" y="92"/>
                  </a:lnTo>
                  <a:lnTo>
                    <a:pt x="839" y="101"/>
                  </a:lnTo>
                  <a:lnTo>
                    <a:pt x="815" y="121"/>
                  </a:lnTo>
                  <a:lnTo>
                    <a:pt x="778" y="147"/>
                  </a:lnTo>
                  <a:lnTo>
                    <a:pt x="771" y="151"/>
                  </a:lnTo>
                  <a:lnTo>
                    <a:pt x="765" y="155"/>
                  </a:lnTo>
                  <a:lnTo>
                    <a:pt x="740" y="168"/>
                  </a:lnTo>
                  <a:lnTo>
                    <a:pt x="719" y="179"/>
                  </a:lnTo>
                  <a:lnTo>
                    <a:pt x="637" y="217"/>
                  </a:lnTo>
                  <a:lnTo>
                    <a:pt x="592" y="240"/>
                  </a:lnTo>
                  <a:lnTo>
                    <a:pt x="533" y="267"/>
                  </a:lnTo>
                  <a:lnTo>
                    <a:pt x="506" y="281"/>
                  </a:lnTo>
                  <a:lnTo>
                    <a:pt x="405" y="327"/>
                  </a:lnTo>
                  <a:lnTo>
                    <a:pt x="381" y="339"/>
                  </a:lnTo>
                  <a:lnTo>
                    <a:pt x="362" y="350"/>
                  </a:lnTo>
                  <a:lnTo>
                    <a:pt x="303" y="387"/>
                  </a:lnTo>
                  <a:lnTo>
                    <a:pt x="263" y="416"/>
                  </a:lnTo>
                  <a:lnTo>
                    <a:pt x="256" y="421"/>
                  </a:lnTo>
                  <a:lnTo>
                    <a:pt x="190" y="484"/>
                  </a:lnTo>
                  <a:lnTo>
                    <a:pt x="160" y="515"/>
                  </a:lnTo>
                  <a:lnTo>
                    <a:pt x="150" y="532"/>
                  </a:lnTo>
                  <a:lnTo>
                    <a:pt x="145" y="545"/>
                  </a:lnTo>
                  <a:lnTo>
                    <a:pt x="127" y="571"/>
                  </a:lnTo>
                  <a:lnTo>
                    <a:pt x="118" y="581"/>
                  </a:lnTo>
                  <a:lnTo>
                    <a:pt x="115" y="585"/>
                  </a:lnTo>
                  <a:lnTo>
                    <a:pt x="109" y="589"/>
                  </a:lnTo>
                  <a:lnTo>
                    <a:pt x="105" y="592"/>
                  </a:lnTo>
                  <a:lnTo>
                    <a:pt x="97" y="596"/>
                  </a:lnTo>
                  <a:lnTo>
                    <a:pt x="89" y="600"/>
                  </a:lnTo>
                  <a:lnTo>
                    <a:pt x="84" y="604"/>
                  </a:lnTo>
                  <a:lnTo>
                    <a:pt x="77" y="609"/>
                  </a:lnTo>
                  <a:lnTo>
                    <a:pt x="50" y="635"/>
                  </a:lnTo>
                  <a:lnTo>
                    <a:pt x="36" y="649"/>
                  </a:lnTo>
                  <a:lnTo>
                    <a:pt x="23" y="665"/>
                  </a:lnTo>
                  <a:lnTo>
                    <a:pt x="18" y="671"/>
                  </a:lnTo>
                  <a:lnTo>
                    <a:pt x="14" y="677"/>
                  </a:lnTo>
                  <a:lnTo>
                    <a:pt x="12" y="682"/>
                  </a:lnTo>
                  <a:lnTo>
                    <a:pt x="9" y="687"/>
                  </a:lnTo>
                  <a:lnTo>
                    <a:pt x="6" y="695"/>
                  </a:lnTo>
                  <a:lnTo>
                    <a:pt x="4" y="702"/>
                  </a:lnTo>
                  <a:lnTo>
                    <a:pt x="2" y="709"/>
                  </a:lnTo>
                  <a:lnTo>
                    <a:pt x="0" y="718"/>
                  </a:lnTo>
                  <a:lnTo>
                    <a:pt x="0" y="723"/>
                  </a:lnTo>
                  <a:lnTo>
                    <a:pt x="0" y="728"/>
                  </a:lnTo>
                  <a:lnTo>
                    <a:pt x="0" y="734"/>
                  </a:lnTo>
                  <a:lnTo>
                    <a:pt x="1" y="740"/>
                  </a:lnTo>
                  <a:lnTo>
                    <a:pt x="6" y="762"/>
                  </a:lnTo>
                  <a:lnTo>
                    <a:pt x="8" y="767"/>
                  </a:lnTo>
                  <a:lnTo>
                    <a:pt x="25" y="814"/>
                  </a:lnTo>
                  <a:lnTo>
                    <a:pt x="37" y="839"/>
                  </a:lnTo>
                  <a:lnTo>
                    <a:pt x="39" y="845"/>
                  </a:lnTo>
                  <a:lnTo>
                    <a:pt x="41" y="851"/>
                  </a:lnTo>
                  <a:lnTo>
                    <a:pt x="43" y="858"/>
                  </a:lnTo>
                  <a:lnTo>
                    <a:pt x="48" y="888"/>
                  </a:lnTo>
                  <a:lnTo>
                    <a:pt x="51" y="900"/>
                  </a:lnTo>
                  <a:lnTo>
                    <a:pt x="54" y="912"/>
                  </a:lnTo>
                  <a:lnTo>
                    <a:pt x="57" y="922"/>
                  </a:lnTo>
                  <a:lnTo>
                    <a:pt x="61" y="930"/>
                  </a:lnTo>
                  <a:lnTo>
                    <a:pt x="67" y="942"/>
                  </a:lnTo>
                  <a:lnTo>
                    <a:pt x="80" y="975"/>
                  </a:lnTo>
                  <a:lnTo>
                    <a:pt x="82" y="980"/>
                  </a:lnTo>
                  <a:lnTo>
                    <a:pt x="87" y="995"/>
                  </a:lnTo>
                  <a:lnTo>
                    <a:pt x="94" y="1015"/>
                  </a:lnTo>
                  <a:lnTo>
                    <a:pt x="96" y="1020"/>
                  </a:lnTo>
                  <a:lnTo>
                    <a:pt x="97" y="1026"/>
                  </a:lnTo>
                  <a:lnTo>
                    <a:pt x="98" y="1032"/>
                  </a:lnTo>
                  <a:lnTo>
                    <a:pt x="99" y="1049"/>
                  </a:lnTo>
                  <a:lnTo>
                    <a:pt x="99" y="1069"/>
                  </a:lnTo>
                  <a:lnTo>
                    <a:pt x="99" y="1083"/>
                  </a:lnTo>
                  <a:lnTo>
                    <a:pt x="100" y="1097"/>
                  </a:lnTo>
                  <a:lnTo>
                    <a:pt x="100" y="1102"/>
                  </a:lnTo>
                  <a:lnTo>
                    <a:pt x="101" y="1111"/>
                  </a:lnTo>
                  <a:lnTo>
                    <a:pt x="100" y="1128"/>
                  </a:lnTo>
                  <a:lnTo>
                    <a:pt x="100" y="1136"/>
                  </a:lnTo>
                  <a:lnTo>
                    <a:pt x="106" y="1149"/>
                  </a:lnTo>
                  <a:lnTo>
                    <a:pt x="114" y="1182"/>
                  </a:lnTo>
                  <a:lnTo>
                    <a:pt x="115" y="1188"/>
                  </a:lnTo>
                  <a:lnTo>
                    <a:pt x="116" y="1195"/>
                  </a:lnTo>
                  <a:lnTo>
                    <a:pt x="116" y="1208"/>
                  </a:lnTo>
                  <a:lnTo>
                    <a:pt x="116" y="1222"/>
                  </a:lnTo>
                  <a:lnTo>
                    <a:pt x="116" y="1229"/>
                  </a:lnTo>
                  <a:lnTo>
                    <a:pt x="114" y="1248"/>
                  </a:lnTo>
                  <a:lnTo>
                    <a:pt x="113" y="1271"/>
                  </a:lnTo>
                  <a:lnTo>
                    <a:pt x="111" y="1291"/>
                  </a:lnTo>
                  <a:lnTo>
                    <a:pt x="108" y="1303"/>
                  </a:lnTo>
                  <a:lnTo>
                    <a:pt x="103" y="1330"/>
                  </a:lnTo>
                  <a:lnTo>
                    <a:pt x="103" y="1335"/>
                  </a:lnTo>
                  <a:lnTo>
                    <a:pt x="104" y="1341"/>
                  </a:lnTo>
                  <a:lnTo>
                    <a:pt x="108" y="1345"/>
                  </a:lnTo>
                  <a:lnTo>
                    <a:pt x="114" y="1344"/>
                  </a:lnTo>
                  <a:lnTo>
                    <a:pt x="118" y="1342"/>
                  </a:lnTo>
                  <a:lnTo>
                    <a:pt x="131" y="1334"/>
                  </a:lnTo>
                  <a:lnTo>
                    <a:pt x="135" y="1331"/>
                  </a:lnTo>
                  <a:lnTo>
                    <a:pt x="139" y="1328"/>
                  </a:lnTo>
                  <a:lnTo>
                    <a:pt x="143" y="1325"/>
                  </a:lnTo>
                  <a:lnTo>
                    <a:pt x="147" y="1322"/>
                  </a:lnTo>
                  <a:lnTo>
                    <a:pt x="154" y="1315"/>
                  </a:lnTo>
                  <a:lnTo>
                    <a:pt x="157" y="1312"/>
                  </a:lnTo>
                  <a:lnTo>
                    <a:pt x="161" y="1308"/>
                  </a:lnTo>
                  <a:lnTo>
                    <a:pt x="166" y="1305"/>
                  </a:lnTo>
                  <a:lnTo>
                    <a:pt x="172" y="1302"/>
                  </a:lnTo>
                  <a:lnTo>
                    <a:pt x="179" y="1299"/>
                  </a:lnTo>
                  <a:lnTo>
                    <a:pt x="187" y="1296"/>
                  </a:lnTo>
                  <a:lnTo>
                    <a:pt x="194" y="1294"/>
                  </a:lnTo>
                  <a:lnTo>
                    <a:pt x="200" y="1293"/>
                  </a:lnTo>
                  <a:lnTo>
                    <a:pt x="204" y="1292"/>
                  </a:lnTo>
                  <a:lnTo>
                    <a:pt x="211" y="1292"/>
                  </a:lnTo>
                  <a:lnTo>
                    <a:pt x="216" y="1292"/>
                  </a:lnTo>
                  <a:lnTo>
                    <a:pt x="223" y="1291"/>
                  </a:lnTo>
                  <a:lnTo>
                    <a:pt x="228" y="1289"/>
                  </a:lnTo>
                  <a:lnTo>
                    <a:pt x="233" y="1291"/>
                  </a:lnTo>
                  <a:lnTo>
                    <a:pt x="230" y="1296"/>
                  </a:lnTo>
                  <a:lnTo>
                    <a:pt x="227" y="1299"/>
                  </a:lnTo>
                  <a:lnTo>
                    <a:pt x="226" y="1303"/>
                  </a:lnTo>
                  <a:lnTo>
                    <a:pt x="229" y="1307"/>
                  </a:lnTo>
                  <a:lnTo>
                    <a:pt x="233" y="1311"/>
                  </a:lnTo>
                  <a:lnTo>
                    <a:pt x="240" y="1312"/>
                  </a:lnTo>
                  <a:lnTo>
                    <a:pt x="244" y="1312"/>
                  </a:lnTo>
                  <a:lnTo>
                    <a:pt x="251" y="1312"/>
                  </a:lnTo>
                  <a:lnTo>
                    <a:pt x="258" y="1312"/>
                  </a:lnTo>
                  <a:lnTo>
                    <a:pt x="266" y="1311"/>
                  </a:lnTo>
                  <a:lnTo>
                    <a:pt x="274" y="1309"/>
                  </a:lnTo>
                  <a:lnTo>
                    <a:pt x="280" y="1308"/>
                  </a:lnTo>
                  <a:lnTo>
                    <a:pt x="286" y="1306"/>
                  </a:lnTo>
                  <a:lnTo>
                    <a:pt x="291" y="1304"/>
                  </a:lnTo>
                  <a:lnTo>
                    <a:pt x="298" y="1301"/>
                  </a:lnTo>
                  <a:lnTo>
                    <a:pt x="303" y="1300"/>
                  </a:lnTo>
                  <a:lnTo>
                    <a:pt x="326" y="1296"/>
                  </a:lnTo>
                  <a:lnTo>
                    <a:pt x="340" y="1295"/>
                  </a:lnTo>
                  <a:lnTo>
                    <a:pt x="344" y="1296"/>
                  </a:lnTo>
                  <a:lnTo>
                    <a:pt x="349" y="1294"/>
                  </a:lnTo>
                  <a:lnTo>
                    <a:pt x="362" y="1276"/>
                  </a:lnTo>
                  <a:lnTo>
                    <a:pt x="366" y="1271"/>
                  </a:lnTo>
                  <a:lnTo>
                    <a:pt x="422" y="1213"/>
                  </a:lnTo>
                  <a:lnTo>
                    <a:pt x="428" y="1206"/>
                  </a:lnTo>
                  <a:lnTo>
                    <a:pt x="437" y="1193"/>
                  </a:lnTo>
                  <a:lnTo>
                    <a:pt x="440" y="1189"/>
                  </a:lnTo>
                  <a:lnTo>
                    <a:pt x="444" y="1186"/>
                  </a:lnTo>
                  <a:lnTo>
                    <a:pt x="449" y="1181"/>
                  </a:lnTo>
                  <a:lnTo>
                    <a:pt x="455" y="1178"/>
                  </a:lnTo>
                  <a:lnTo>
                    <a:pt x="460" y="1176"/>
                  </a:lnTo>
                  <a:lnTo>
                    <a:pt x="507" y="1163"/>
                  </a:lnTo>
                  <a:lnTo>
                    <a:pt x="512" y="1162"/>
                  </a:lnTo>
                  <a:lnTo>
                    <a:pt x="517" y="1161"/>
                  </a:lnTo>
                  <a:lnTo>
                    <a:pt x="525" y="1160"/>
                  </a:lnTo>
                  <a:lnTo>
                    <a:pt x="532" y="1160"/>
                  </a:lnTo>
                  <a:lnTo>
                    <a:pt x="540" y="1161"/>
                  </a:lnTo>
                  <a:lnTo>
                    <a:pt x="552" y="1165"/>
                  </a:lnTo>
                  <a:lnTo>
                    <a:pt x="561" y="1166"/>
                  </a:lnTo>
                  <a:lnTo>
                    <a:pt x="566" y="1167"/>
                  </a:lnTo>
                  <a:lnTo>
                    <a:pt x="576" y="1167"/>
                  </a:lnTo>
                  <a:lnTo>
                    <a:pt x="587" y="1167"/>
                  </a:lnTo>
                  <a:lnTo>
                    <a:pt x="592" y="1168"/>
                  </a:lnTo>
                  <a:lnTo>
                    <a:pt x="597" y="1169"/>
                  </a:lnTo>
                  <a:lnTo>
                    <a:pt x="605" y="1171"/>
                  </a:lnTo>
                  <a:lnTo>
                    <a:pt x="610" y="1172"/>
                  </a:lnTo>
                  <a:lnTo>
                    <a:pt x="616" y="1173"/>
                  </a:lnTo>
                  <a:lnTo>
                    <a:pt x="622" y="1172"/>
                  </a:lnTo>
                  <a:lnTo>
                    <a:pt x="629" y="1169"/>
                  </a:lnTo>
                  <a:lnTo>
                    <a:pt x="635" y="1167"/>
                  </a:lnTo>
                  <a:lnTo>
                    <a:pt x="698" y="1134"/>
                  </a:lnTo>
                  <a:lnTo>
                    <a:pt x="736" y="1112"/>
                  </a:lnTo>
                  <a:lnTo>
                    <a:pt x="759" y="1096"/>
                  </a:lnTo>
                  <a:lnTo>
                    <a:pt x="767" y="1092"/>
                  </a:lnTo>
                  <a:lnTo>
                    <a:pt x="775" y="1087"/>
                  </a:lnTo>
                  <a:lnTo>
                    <a:pt x="784" y="1082"/>
                  </a:lnTo>
                  <a:lnTo>
                    <a:pt x="802" y="1074"/>
                  </a:lnTo>
                  <a:lnTo>
                    <a:pt x="810" y="1071"/>
                  </a:lnTo>
                  <a:lnTo>
                    <a:pt x="819" y="1068"/>
                  </a:lnTo>
                  <a:lnTo>
                    <a:pt x="828" y="1064"/>
                  </a:lnTo>
                  <a:lnTo>
                    <a:pt x="852" y="1052"/>
                  </a:lnTo>
                  <a:lnTo>
                    <a:pt x="862" y="1046"/>
                  </a:lnTo>
                  <a:lnTo>
                    <a:pt x="913" y="1012"/>
                  </a:lnTo>
                  <a:lnTo>
                    <a:pt x="950" y="982"/>
                  </a:lnTo>
                  <a:lnTo>
                    <a:pt x="953" y="979"/>
                  </a:lnTo>
                  <a:lnTo>
                    <a:pt x="957" y="975"/>
                  </a:lnTo>
                  <a:lnTo>
                    <a:pt x="960" y="972"/>
                  </a:lnTo>
                  <a:lnTo>
                    <a:pt x="962" y="968"/>
                  </a:lnTo>
                  <a:lnTo>
                    <a:pt x="969" y="959"/>
                  </a:lnTo>
                  <a:lnTo>
                    <a:pt x="975" y="952"/>
                  </a:lnTo>
                  <a:lnTo>
                    <a:pt x="1004" y="928"/>
                  </a:lnTo>
                  <a:lnTo>
                    <a:pt x="1016" y="919"/>
                  </a:lnTo>
                  <a:lnTo>
                    <a:pt x="1025" y="914"/>
                  </a:lnTo>
                  <a:lnTo>
                    <a:pt x="1033" y="911"/>
                  </a:lnTo>
                  <a:lnTo>
                    <a:pt x="1038" y="910"/>
                  </a:lnTo>
                  <a:lnTo>
                    <a:pt x="1045" y="909"/>
                  </a:lnTo>
                  <a:lnTo>
                    <a:pt x="1055" y="908"/>
                  </a:lnTo>
                  <a:lnTo>
                    <a:pt x="1062" y="907"/>
                  </a:lnTo>
                  <a:lnTo>
                    <a:pt x="1067" y="905"/>
                  </a:lnTo>
                  <a:lnTo>
                    <a:pt x="1075" y="901"/>
                  </a:lnTo>
                  <a:lnTo>
                    <a:pt x="1081" y="898"/>
                  </a:lnTo>
                  <a:lnTo>
                    <a:pt x="1090" y="895"/>
                  </a:lnTo>
                  <a:lnTo>
                    <a:pt x="1095" y="893"/>
                  </a:lnTo>
                  <a:lnTo>
                    <a:pt x="1102" y="890"/>
                  </a:lnTo>
                  <a:lnTo>
                    <a:pt x="1108" y="886"/>
                  </a:lnTo>
                  <a:lnTo>
                    <a:pt x="1113" y="883"/>
                  </a:lnTo>
                  <a:lnTo>
                    <a:pt x="1117" y="880"/>
                  </a:lnTo>
                  <a:lnTo>
                    <a:pt x="1122" y="875"/>
                  </a:lnTo>
                  <a:lnTo>
                    <a:pt x="1132" y="863"/>
                  </a:lnTo>
                  <a:lnTo>
                    <a:pt x="1137" y="857"/>
                  </a:lnTo>
                  <a:lnTo>
                    <a:pt x="1142" y="853"/>
                  </a:lnTo>
                  <a:lnTo>
                    <a:pt x="1153" y="849"/>
                  </a:lnTo>
                  <a:lnTo>
                    <a:pt x="1173" y="834"/>
                  </a:lnTo>
                  <a:lnTo>
                    <a:pt x="1179" y="830"/>
                  </a:lnTo>
                  <a:lnTo>
                    <a:pt x="1193" y="823"/>
                  </a:lnTo>
                  <a:lnTo>
                    <a:pt x="1198" y="820"/>
                  </a:lnTo>
                  <a:lnTo>
                    <a:pt x="1206" y="811"/>
                  </a:lnTo>
                  <a:lnTo>
                    <a:pt x="1211" y="806"/>
                  </a:lnTo>
                  <a:lnTo>
                    <a:pt x="1217" y="801"/>
                  </a:lnTo>
                  <a:lnTo>
                    <a:pt x="1222" y="797"/>
                  </a:lnTo>
                  <a:lnTo>
                    <a:pt x="1238" y="786"/>
                  </a:lnTo>
                  <a:lnTo>
                    <a:pt x="1246" y="781"/>
                  </a:lnTo>
                  <a:lnTo>
                    <a:pt x="1254" y="777"/>
                  </a:lnTo>
                  <a:lnTo>
                    <a:pt x="1258" y="775"/>
                  </a:lnTo>
                  <a:lnTo>
                    <a:pt x="1264" y="770"/>
                  </a:lnTo>
                  <a:lnTo>
                    <a:pt x="1270" y="764"/>
                  </a:lnTo>
                  <a:lnTo>
                    <a:pt x="1281" y="752"/>
                  </a:lnTo>
                  <a:lnTo>
                    <a:pt x="1285" y="748"/>
                  </a:lnTo>
                  <a:lnTo>
                    <a:pt x="1290" y="751"/>
                  </a:lnTo>
                  <a:lnTo>
                    <a:pt x="1295" y="749"/>
                  </a:lnTo>
                  <a:lnTo>
                    <a:pt x="1300" y="738"/>
                  </a:lnTo>
                  <a:lnTo>
                    <a:pt x="1304" y="733"/>
                  </a:lnTo>
                  <a:lnTo>
                    <a:pt x="1309" y="725"/>
                  </a:lnTo>
                  <a:lnTo>
                    <a:pt x="1312" y="719"/>
                  </a:lnTo>
                  <a:lnTo>
                    <a:pt x="1315" y="712"/>
                  </a:lnTo>
                  <a:lnTo>
                    <a:pt x="1317" y="705"/>
                  </a:lnTo>
                  <a:lnTo>
                    <a:pt x="1319" y="699"/>
                  </a:lnTo>
                  <a:lnTo>
                    <a:pt x="1322" y="692"/>
                  </a:lnTo>
                  <a:lnTo>
                    <a:pt x="1323" y="686"/>
                  </a:lnTo>
                  <a:lnTo>
                    <a:pt x="1325" y="681"/>
                  </a:lnTo>
                  <a:lnTo>
                    <a:pt x="1328" y="675"/>
                  </a:lnTo>
                  <a:lnTo>
                    <a:pt x="1330" y="667"/>
                  </a:lnTo>
                  <a:lnTo>
                    <a:pt x="1342" y="639"/>
                  </a:lnTo>
                  <a:lnTo>
                    <a:pt x="1344" y="635"/>
                  </a:lnTo>
                  <a:lnTo>
                    <a:pt x="1344" y="630"/>
                  </a:lnTo>
                  <a:lnTo>
                    <a:pt x="1343" y="616"/>
                  </a:lnTo>
                  <a:lnTo>
                    <a:pt x="1344" y="609"/>
                  </a:lnTo>
                  <a:lnTo>
                    <a:pt x="1347" y="598"/>
                  </a:lnTo>
                  <a:lnTo>
                    <a:pt x="1348" y="593"/>
                  </a:lnTo>
                  <a:lnTo>
                    <a:pt x="1349" y="583"/>
                  </a:lnTo>
                  <a:lnTo>
                    <a:pt x="1350" y="575"/>
                  </a:lnTo>
                  <a:lnTo>
                    <a:pt x="1352" y="557"/>
                  </a:lnTo>
                  <a:lnTo>
                    <a:pt x="1352" y="551"/>
                  </a:lnTo>
                  <a:lnTo>
                    <a:pt x="1350" y="503"/>
                  </a:lnTo>
                  <a:lnTo>
                    <a:pt x="1353" y="472"/>
                  </a:lnTo>
                  <a:lnTo>
                    <a:pt x="1352" y="448"/>
                  </a:lnTo>
                  <a:lnTo>
                    <a:pt x="1351" y="386"/>
                  </a:lnTo>
                  <a:lnTo>
                    <a:pt x="1348" y="298"/>
                  </a:lnTo>
                  <a:lnTo>
                    <a:pt x="1344" y="256"/>
                  </a:lnTo>
                  <a:lnTo>
                    <a:pt x="1340" y="223"/>
                  </a:lnTo>
                  <a:lnTo>
                    <a:pt x="1341" y="181"/>
                  </a:lnTo>
                  <a:lnTo>
                    <a:pt x="1343" y="142"/>
                  </a:lnTo>
                  <a:lnTo>
                    <a:pt x="1343" y="130"/>
                  </a:lnTo>
                  <a:lnTo>
                    <a:pt x="1342" y="121"/>
                  </a:lnTo>
                  <a:lnTo>
                    <a:pt x="1344" y="90"/>
                  </a:lnTo>
                  <a:lnTo>
                    <a:pt x="1344" y="71"/>
                  </a:lnTo>
                  <a:lnTo>
                    <a:pt x="1340" y="32"/>
                  </a:lnTo>
                  <a:lnTo>
                    <a:pt x="1337" y="25"/>
                  </a:lnTo>
                  <a:lnTo>
                    <a:pt x="1332" y="24"/>
                  </a:lnTo>
                  <a:lnTo>
                    <a:pt x="1318" y="28"/>
                  </a:lnTo>
                  <a:lnTo>
                    <a:pt x="1302" y="34"/>
                  </a:lnTo>
                  <a:lnTo>
                    <a:pt x="1291" y="36"/>
                  </a:lnTo>
                  <a:lnTo>
                    <a:pt x="1284" y="37"/>
                  </a:lnTo>
                  <a:lnTo>
                    <a:pt x="1274" y="42"/>
                  </a:lnTo>
                  <a:lnTo>
                    <a:pt x="1266" y="46"/>
                  </a:lnTo>
                  <a:lnTo>
                    <a:pt x="1250" y="53"/>
                  </a:lnTo>
                  <a:lnTo>
                    <a:pt x="1238" y="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7396392" y="1395614"/>
              <a:ext cx="568" cy="380"/>
            </a:xfrm>
            <a:custGeom>
              <a:avLst/>
              <a:pathLst>
                <a:path w="568" h="380">
                  <a:moveTo>
                    <a:pt x="5" y="379"/>
                  </a:moveTo>
                  <a:lnTo>
                    <a:pt x="10" y="379"/>
                  </a:lnTo>
                  <a:lnTo>
                    <a:pt x="15" y="380"/>
                  </a:lnTo>
                  <a:lnTo>
                    <a:pt x="21" y="379"/>
                  </a:lnTo>
                  <a:lnTo>
                    <a:pt x="28" y="376"/>
                  </a:lnTo>
                  <a:lnTo>
                    <a:pt x="44" y="370"/>
                  </a:lnTo>
                  <a:lnTo>
                    <a:pt x="53" y="367"/>
                  </a:lnTo>
                  <a:lnTo>
                    <a:pt x="71" y="359"/>
                  </a:lnTo>
                  <a:lnTo>
                    <a:pt x="125" y="338"/>
                  </a:lnTo>
                  <a:lnTo>
                    <a:pt x="144" y="330"/>
                  </a:lnTo>
                  <a:lnTo>
                    <a:pt x="198" y="309"/>
                  </a:lnTo>
                  <a:lnTo>
                    <a:pt x="205" y="306"/>
                  </a:lnTo>
                  <a:lnTo>
                    <a:pt x="214" y="301"/>
                  </a:lnTo>
                  <a:lnTo>
                    <a:pt x="235" y="290"/>
                  </a:lnTo>
                  <a:lnTo>
                    <a:pt x="243" y="283"/>
                  </a:lnTo>
                  <a:lnTo>
                    <a:pt x="249" y="279"/>
                  </a:lnTo>
                  <a:lnTo>
                    <a:pt x="254" y="276"/>
                  </a:lnTo>
                  <a:lnTo>
                    <a:pt x="262" y="272"/>
                  </a:lnTo>
                  <a:lnTo>
                    <a:pt x="268" y="269"/>
                  </a:lnTo>
                  <a:lnTo>
                    <a:pt x="272" y="263"/>
                  </a:lnTo>
                  <a:lnTo>
                    <a:pt x="276" y="258"/>
                  </a:lnTo>
                  <a:lnTo>
                    <a:pt x="280" y="255"/>
                  </a:lnTo>
                  <a:lnTo>
                    <a:pt x="293" y="249"/>
                  </a:lnTo>
                  <a:lnTo>
                    <a:pt x="307" y="244"/>
                  </a:lnTo>
                  <a:lnTo>
                    <a:pt x="328" y="237"/>
                  </a:lnTo>
                  <a:lnTo>
                    <a:pt x="341" y="233"/>
                  </a:lnTo>
                  <a:lnTo>
                    <a:pt x="359" y="224"/>
                  </a:lnTo>
                  <a:lnTo>
                    <a:pt x="411" y="200"/>
                  </a:lnTo>
                  <a:lnTo>
                    <a:pt x="426" y="192"/>
                  </a:lnTo>
                  <a:lnTo>
                    <a:pt x="445" y="179"/>
                  </a:lnTo>
                  <a:lnTo>
                    <a:pt x="455" y="169"/>
                  </a:lnTo>
                  <a:lnTo>
                    <a:pt x="465" y="161"/>
                  </a:lnTo>
                  <a:lnTo>
                    <a:pt x="471" y="153"/>
                  </a:lnTo>
                  <a:lnTo>
                    <a:pt x="480" y="145"/>
                  </a:lnTo>
                  <a:lnTo>
                    <a:pt x="515" y="128"/>
                  </a:lnTo>
                  <a:lnTo>
                    <a:pt x="524" y="121"/>
                  </a:lnTo>
                  <a:lnTo>
                    <a:pt x="529" y="113"/>
                  </a:lnTo>
                  <a:lnTo>
                    <a:pt x="533" y="107"/>
                  </a:lnTo>
                  <a:lnTo>
                    <a:pt x="553" y="93"/>
                  </a:lnTo>
                  <a:lnTo>
                    <a:pt x="563" y="67"/>
                  </a:lnTo>
                  <a:lnTo>
                    <a:pt x="564" y="47"/>
                  </a:lnTo>
                  <a:lnTo>
                    <a:pt x="567" y="30"/>
                  </a:lnTo>
                  <a:lnTo>
                    <a:pt x="568" y="18"/>
                  </a:lnTo>
                  <a:lnTo>
                    <a:pt x="565" y="12"/>
                  </a:lnTo>
                  <a:lnTo>
                    <a:pt x="559" y="5"/>
                  </a:lnTo>
                  <a:lnTo>
                    <a:pt x="550" y="0"/>
                  </a:lnTo>
                  <a:lnTo>
                    <a:pt x="544" y="0"/>
                  </a:lnTo>
                  <a:lnTo>
                    <a:pt x="537" y="3"/>
                  </a:lnTo>
                  <a:lnTo>
                    <a:pt x="521" y="11"/>
                  </a:lnTo>
                  <a:lnTo>
                    <a:pt x="506" y="18"/>
                  </a:lnTo>
                  <a:lnTo>
                    <a:pt x="493" y="21"/>
                  </a:lnTo>
                  <a:lnTo>
                    <a:pt x="482" y="23"/>
                  </a:lnTo>
                  <a:lnTo>
                    <a:pt x="476" y="22"/>
                  </a:lnTo>
                  <a:lnTo>
                    <a:pt x="471" y="19"/>
                  </a:lnTo>
                  <a:lnTo>
                    <a:pt x="468" y="15"/>
                  </a:lnTo>
                  <a:lnTo>
                    <a:pt x="461" y="10"/>
                  </a:lnTo>
                  <a:lnTo>
                    <a:pt x="451" y="12"/>
                  </a:lnTo>
                  <a:lnTo>
                    <a:pt x="448" y="17"/>
                  </a:lnTo>
                  <a:lnTo>
                    <a:pt x="441" y="22"/>
                  </a:lnTo>
                  <a:lnTo>
                    <a:pt x="400" y="44"/>
                  </a:lnTo>
                  <a:lnTo>
                    <a:pt x="383" y="53"/>
                  </a:lnTo>
                  <a:lnTo>
                    <a:pt x="371" y="61"/>
                  </a:lnTo>
                  <a:lnTo>
                    <a:pt x="346" y="82"/>
                  </a:lnTo>
                  <a:lnTo>
                    <a:pt x="322" y="102"/>
                  </a:lnTo>
                  <a:lnTo>
                    <a:pt x="284" y="137"/>
                  </a:lnTo>
                  <a:lnTo>
                    <a:pt x="259" y="163"/>
                  </a:lnTo>
                  <a:lnTo>
                    <a:pt x="225" y="201"/>
                  </a:lnTo>
                  <a:lnTo>
                    <a:pt x="202" y="226"/>
                  </a:lnTo>
                  <a:lnTo>
                    <a:pt x="190" y="237"/>
                  </a:lnTo>
                  <a:lnTo>
                    <a:pt x="187" y="244"/>
                  </a:lnTo>
                  <a:lnTo>
                    <a:pt x="187" y="255"/>
                  </a:lnTo>
                  <a:lnTo>
                    <a:pt x="175" y="261"/>
                  </a:lnTo>
                  <a:lnTo>
                    <a:pt x="159" y="271"/>
                  </a:lnTo>
                  <a:lnTo>
                    <a:pt x="131" y="293"/>
                  </a:lnTo>
                  <a:lnTo>
                    <a:pt x="91" y="321"/>
                  </a:lnTo>
                  <a:lnTo>
                    <a:pt x="43" y="351"/>
                  </a:lnTo>
                  <a:lnTo>
                    <a:pt x="13" y="370"/>
                  </a:lnTo>
                  <a:lnTo>
                    <a:pt x="8" y="373"/>
                  </a:lnTo>
                  <a:lnTo>
                    <a:pt x="3" y="374"/>
                  </a:lnTo>
                  <a:lnTo>
                    <a:pt x="0" y="377"/>
                  </a:lnTo>
                  <a:lnTo>
                    <a:pt x="5" y="37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7396973" y="1395249"/>
              <a:ext cx="463" cy="566"/>
            </a:xfrm>
            <a:custGeom>
              <a:avLst/>
              <a:pathLst>
                <a:path w="463" h="566">
                  <a:moveTo>
                    <a:pt x="45" y="366"/>
                  </a:moveTo>
                  <a:lnTo>
                    <a:pt x="31" y="406"/>
                  </a:lnTo>
                  <a:lnTo>
                    <a:pt x="28" y="426"/>
                  </a:lnTo>
                  <a:lnTo>
                    <a:pt x="21" y="448"/>
                  </a:lnTo>
                  <a:lnTo>
                    <a:pt x="16" y="461"/>
                  </a:lnTo>
                  <a:lnTo>
                    <a:pt x="9" y="476"/>
                  </a:lnTo>
                  <a:lnTo>
                    <a:pt x="7" y="481"/>
                  </a:lnTo>
                  <a:lnTo>
                    <a:pt x="1" y="487"/>
                  </a:lnTo>
                  <a:lnTo>
                    <a:pt x="0" y="493"/>
                  </a:lnTo>
                  <a:lnTo>
                    <a:pt x="25" y="499"/>
                  </a:lnTo>
                  <a:lnTo>
                    <a:pt x="32" y="500"/>
                  </a:lnTo>
                  <a:lnTo>
                    <a:pt x="55" y="504"/>
                  </a:lnTo>
                  <a:lnTo>
                    <a:pt x="72" y="507"/>
                  </a:lnTo>
                  <a:lnTo>
                    <a:pt x="87" y="514"/>
                  </a:lnTo>
                  <a:lnTo>
                    <a:pt x="114" y="534"/>
                  </a:lnTo>
                  <a:lnTo>
                    <a:pt x="135" y="552"/>
                  </a:lnTo>
                  <a:lnTo>
                    <a:pt x="140" y="557"/>
                  </a:lnTo>
                  <a:lnTo>
                    <a:pt x="154" y="564"/>
                  </a:lnTo>
                  <a:lnTo>
                    <a:pt x="161" y="566"/>
                  </a:lnTo>
                  <a:lnTo>
                    <a:pt x="178" y="564"/>
                  </a:lnTo>
                  <a:lnTo>
                    <a:pt x="219" y="558"/>
                  </a:lnTo>
                  <a:lnTo>
                    <a:pt x="230" y="555"/>
                  </a:lnTo>
                  <a:lnTo>
                    <a:pt x="254" y="543"/>
                  </a:lnTo>
                  <a:lnTo>
                    <a:pt x="273" y="531"/>
                  </a:lnTo>
                  <a:lnTo>
                    <a:pt x="290" y="518"/>
                  </a:lnTo>
                  <a:lnTo>
                    <a:pt x="305" y="503"/>
                  </a:lnTo>
                  <a:lnTo>
                    <a:pt x="314" y="494"/>
                  </a:lnTo>
                  <a:lnTo>
                    <a:pt x="322" y="485"/>
                  </a:lnTo>
                  <a:lnTo>
                    <a:pt x="335" y="459"/>
                  </a:lnTo>
                  <a:lnTo>
                    <a:pt x="347" y="440"/>
                  </a:lnTo>
                  <a:lnTo>
                    <a:pt x="353" y="425"/>
                  </a:lnTo>
                  <a:lnTo>
                    <a:pt x="356" y="418"/>
                  </a:lnTo>
                  <a:lnTo>
                    <a:pt x="362" y="406"/>
                  </a:lnTo>
                  <a:lnTo>
                    <a:pt x="369" y="389"/>
                  </a:lnTo>
                  <a:lnTo>
                    <a:pt x="375" y="376"/>
                  </a:lnTo>
                  <a:lnTo>
                    <a:pt x="388" y="349"/>
                  </a:lnTo>
                  <a:lnTo>
                    <a:pt x="395" y="328"/>
                  </a:lnTo>
                  <a:lnTo>
                    <a:pt x="399" y="320"/>
                  </a:lnTo>
                  <a:lnTo>
                    <a:pt x="402" y="316"/>
                  </a:lnTo>
                  <a:lnTo>
                    <a:pt x="409" y="311"/>
                  </a:lnTo>
                  <a:lnTo>
                    <a:pt x="413" y="306"/>
                  </a:lnTo>
                  <a:lnTo>
                    <a:pt x="415" y="302"/>
                  </a:lnTo>
                  <a:lnTo>
                    <a:pt x="417" y="296"/>
                  </a:lnTo>
                  <a:lnTo>
                    <a:pt x="418" y="289"/>
                  </a:lnTo>
                  <a:lnTo>
                    <a:pt x="419" y="282"/>
                  </a:lnTo>
                  <a:lnTo>
                    <a:pt x="419" y="276"/>
                  </a:lnTo>
                  <a:lnTo>
                    <a:pt x="420" y="260"/>
                  </a:lnTo>
                  <a:lnTo>
                    <a:pt x="422" y="238"/>
                  </a:lnTo>
                  <a:lnTo>
                    <a:pt x="425" y="222"/>
                  </a:lnTo>
                  <a:lnTo>
                    <a:pt x="426" y="217"/>
                  </a:lnTo>
                  <a:lnTo>
                    <a:pt x="427" y="213"/>
                  </a:lnTo>
                  <a:lnTo>
                    <a:pt x="445" y="171"/>
                  </a:lnTo>
                  <a:lnTo>
                    <a:pt x="448" y="162"/>
                  </a:lnTo>
                  <a:lnTo>
                    <a:pt x="451" y="152"/>
                  </a:lnTo>
                  <a:lnTo>
                    <a:pt x="455" y="133"/>
                  </a:lnTo>
                  <a:lnTo>
                    <a:pt x="460" y="102"/>
                  </a:lnTo>
                  <a:lnTo>
                    <a:pt x="461" y="93"/>
                  </a:lnTo>
                  <a:lnTo>
                    <a:pt x="463" y="54"/>
                  </a:lnTo>
                  <a:lnTo>
                    <a:pt x="462" y="46"/>
                  </a:lnTo>
                  <a:lnTo>
                    <a:pt x="461" y="38"/>
                  </a:lnTo>
                  <a:lnTo>
                    <a:pt x="457" y="33"/>
                  </a:lnTo>
                  <a:lnTo>
                    <a:pt x="452" y="29"/>
                  </a:lnTo>
                  <a:lnTo>
                    <a:pt x="448" y="27"/>
                  </a:lnTo>
                  <a:lnTo>
                    <a:pt x="443" y="25"/>
                  </a:lnTo>
                  <a:lnTo>
                    <a:pt x="439" y="23"/>
                  </a:lnTo>
                  <a:lnTo>
                    <a:pt x="434" y="22"/>
                  </a:lnTo>
                  <a:lnTo>
                    <a:pt x="426" y="24"/>
                  </a:lnTo>
                  <a:lnTo>
                    <a:pt x="411" y="25"/>
                  </a:lnTo>
                  <a:lnTo>
                    <a:pt x="401" y="22"/>
                  </a:lnTo>
                  <a:lnTo>
                    <a:pt x="398" y="14"/>
                  </a:lnTo>
                  <a:lnTo>
                    <a:pt x="393" y="10"/>
                  </a:lnTo>
                  <a:lnTo>
                    <a:pt x="372" y="1"/>
                  </a:lnTo>
                  <a:lnTo>
                    <a:pt x="368" y="0"/>
                  </a:lnTo>
                  <a:lnTo>
                    <a:pt x="362" y="0"/>
                  </a:lnTo>
                  <a:lnTo>
                    <a:pt x="346" y="15"/>
                  </a:lnTo>
                  <a:lnTo>
                    <a:pt x="339" y="19"/>
                  </a:lnTo>
                  <a:lnTo>
                    <a:pt x="314" y="42"/>
                  </a:lnTo>
                  <a:lnTo>
                    <a:pt x="287" y="65"/>
                  </a:lnTo>
                  <a:lnTo>
                    <a:pt x="257" y="90"/>
                  </a:lnTo>
                  <a:lnTo>
                    <a:pt x="250" y="96"/>
                  </a:lnTo>
                  <a:lnTo>
                    <a:pt x="218" y="143"/>
                  </a:lnTo>
                  <a:lnTo>
                    <a:pt x="200" y="158"/>
                  </a:lnTo>
                  <a:lnTo>
                    <a:pt x="177" y="179"/>
                  </a:lnTo>
                  <a:lnTo>
                    <a:pt x="166" y="192"/>
                  </a:lnTo>
                  <a:lnTo>
                    <a:pt x="139" y="221"/>
                  </a:lnTo>
                  <a:lnTo>
                    <a:pt x="123" y="249"/>
                  </a:lnTo>
                  <a:lnTo>
                    <a:pt x="111" y="265"/>
                  </a:lnTo>
                  <a:lnTo>
                    <a:pt x="102" y="280"/>
                  </a:lnTo>
                  <a:lnTo>
                    <a:pt x="60" y="346"/>
                  </a:lnTo>
                  <a:lnTo>
                    <a:pt x="53" y="357"/>
                  </a:lnTo>
                  <a:lnTo>
                    <a:pt x="45" y="3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7398979" y="1393532"/>
              <a:ext cx="1719" cy="551"/>
            </a:xfrm>
            <a:custGeom>
              <a:avLst/>
              <a:pathLst>
                <a:path w="1719" h="551">
                  <a:moveTo>
                    <a:pt x="1707" y="58"/>
                  </a:moveTo>
                  <a:lnTo>
                    <a:pt x="1714" y="58"/>
                  </a:lnTo>
                  <a:lnTo>
                    <a:pt x="1719" y="59"/>
                  </a:lnTo>
                  <a:lnTo>
                    <a:pt x="1687" y="31"/>
                  </a:lnTo>
                  <a:lnTo>
                    <a:pt x="1657" y="7"/>
                  </a:lnTo>
                  <a:lnTo>
                    <a:pt x="1624" y="0"/>
                  </a:lnTo>
                  <a:lnTo>
                    <a:pt x="1573" y="1"/>
                  </a:lnTo>
                  <a:lnTo>
                    <a:pt x="1569" y="2"/>
                  </a:lnTo>
                  <a:lnTo>
                    <a:pt x="1564" y="3"/>
                  </a:lnTo>
                  <a:lnTo>
                    <a:pt x="1557" y="4"/>
                  </a:lnTo>
                  <a:lnTo>
                    <a:pt x="1550" y="5"/>
                  </a:lnTo>
                  <a:lnTo>
                    <a:pt x="1547" y="11"/>
                  </a:lnTo>
                  <a:lnTo>
                    <a:pt x="1542" y="12"/>
                  </a:lnTo>
                  <a:lnTo>
                    <a:pt x="1533" y="13"/>
                  </a:lnTo>
                  <a:lnTo>
                    <a:pt x="1528" y="14"/>
                  </a:lnTo>
                  <a:lnTo>
                    <a:pt x="1523" y="15"/>
                  </a:lnTo>
                  <a:lnTo>
                    <a:pt x="1517" y="16"/>
                  </a:lnTo>
                  <a:lnTo>
                    <a:pt x="1480" y="17"/>
                  </a:lnTo>
                  <a:lnTo>
                    <a:pt x="1389" y="26"/>
                  </a:lnTo>
                  <a:lnTo>
                    <a:pt x="1355" y="28"/>
                  </a:lnTo>
                  <a:lnTo>
                    <a:pt x="1271" y="28"/>
                  </a:lnTo>
                  <a:lnTo>
                    <a:pt x="1251" y="27"/>
                  </a:lnTo>
                  <a:lnTo>
                    <a:pt x="1245" y="27"/>
                  </a:lnTo>
                  <a:lnTo>
                    <a:pt x="1239" y="26"/>
                  </a:lnTo>
                  <a:lnTo>
                    <a:pt x="1224" y="26"/>
                  </a:lnTo>
                  <a:lnTo>
                    <a:pt x="1216" y="28"/>
                  </a:lnTo>
                  <a:lnTo>
                    <a:pt x="1212" y="29"/>
                  </a:lnTo>
                  <a:lnTo>
                    <a:pt x="1203" y="32"/>
                  </a:lnTo>
                  <a:lnTo>
                    <a:pt x="1197" y="34"/>
                  </a:lnTo>
                  <a:lnTo>
                    <a:pt x="1192" y="36"/>
                  </a:lnTo>
                  <a:lnTo>
                    <a:pt x="1188" y="37"/>
                  </a:lnTo>
                  <a:lnTo>
                    <a:pt x="1180" y="39"/>
                  </a:lnTo>
                  <a:lnTo>
                    <a:pt x="1154" y="47"/>
                  </a:lnTo>
                  <a:lnTo>
                    <a:pt x="1149" y="50"/>
                  </a:lnTo>
                  <a:lnTo>
                    <a:pt x="1143" y="50"/>
                  </a:lnTo>
                  <a:lnTo>
                    <a:pt x="1139" y="47"/>
                  </a:lnTo>
                  <a:lnTo>
                    <a:pt x="1134" y="51"/>
                  </a:lnTo>
                  <a:lnTo>
                    <a:pt x="1129" y="53"/>
                  </a:lnTo>
                  <a:lnTo>
                    <a:pt x="1121" y="55"/>
                  </a:lnTo>
                  <a:lnTo>
                    <a:pt x="1057" y="66"/>
                  </a:lnTo>
                  <a:lnTo>
                    <a:pt x="1040" y="67"/>
                  </a:lnTo>
                  <a:lnTo>
                    <a:pt x="1034" y="67"/>
                  </a:lnTo>
                  <a:lnTo>
                    <a:pt x="1028" y="68"/>
                  </a:lnTo>
                  <a:lnTo>
                    <a:pt x="1020" y="69"/>
                  </a:lnTo>
                  <a:lnTo>
                    <a:pt x="1005" y="72"/>
                  </a:lnTo>
                  <a:lnTo>
                    <a:pt x="999" y="74"/>
                  </a:lnTo>
                  <a:lnTo>
                    <a:pt x="995" y="75"/>
                  </a:lnTo>
                  <a:lnTo>
                    <a:pt x="983" y="79"/>
                  </a:lnTo>
                  <a:lnTo>
                    <a:pt x="947" y="86"/>
                  </a:lnTo>
                  <a:lnTo>
                    <a:pt x="919" y="90"/>
                  </a:lnTo>
                  <a:lnTo>
                    <a:pt x="852" y="102"/>
                  </a:lnTo>
                  <a:lnTo>
                    <a:pt x="807" y="110"/>
                  </a:lnTo>
                  <a:lnTo>
                    <a:pt x="792" y="111"/>
                  </a:lnTo>
                  <a:lnTo>
                    <a:pt x="787" y="114"/>
                  </a:lnTo>
                  <a:lnTo>
                    <a:pt x="783" y="116"/>
                  </a:lnTo>
                  <a:lnTo>
                    <a:pt x="776" y="119"/>
                  </a:lnTo>
                  <a:lnTo>
                    <a:pt x="770" y="120"/>
                  </a:lnTo>
                  <a:lnTo>
                    <a:pt x="764" y="122"/>
                  </a:lnTo>
                  <a:lnTo>
                    <a:pt x="737" y="127"/>
                  </a:lnTo>
                  <a:lnTo>
                    <a:pt x="720" y="130"/>
                  </a:lnTo>
                  <a:lnTo>
                    <a:pt x="713" y="130"/>
                  </a:lnTo>
                  <a:lnTo>
                    <a:pt x="707" y="131"/>
                  </a:lnTo>
                  <a:lnTo>
                    <a:pt x="696" y="131"/>
                  </a:lnTo>
                  <a:lnTo>
                    <a:pt x="690" y="133"/>
                  </a:lnTo>
                  <a:lnTo>
                    <a:pt x="682" y="140"/>
                  </a:lnTo>
                  <a:lnTo>
                    <a:pt x="678" y="142"/>
                  </a:lnTo>
                  <a:lnTo>
                    <a:pt x="672" y="137"/>
                  </a:lnTo>
                  <a:lnTo>
                    <a:pt x="666" y="136"/>
                  </a:lnTo>
                  <a:lnTo>
                    <a:pt x="661" y="137"/>
                  </a:lnTo>
                  <a:lnTo>
                    <a:pt x="636" y="143"/>
                  </a:lnTo>
                  <a:lnTo>
                    <a:pt x="630" y="144"/>
                  </a:lnTo>
                  <a:lnTo>
                    <a:pt x="625" y="144"/>
                  </a:lnTo>
                  <a:lnTo>
                    <a:pt x="619" y="143"/>
                  </a:lnTo>
                  <a:lnTo>
                    <a:pt x="614" y="142"/>
                  </a:lnTo>
                  <a:lnTo>
                    <a:pt x="609" y="143"/>
                  </a:lnTo>
                  <a:lnTo>
                    <a:pt x="604" y="149"/>
                  </a:lnTo>
                  <a:lnTo>
                    <a:pt x="607" y="155"/>
                  </a:lnTo>
                  <a:lnTo>
                    <a:pt x="605" y="159"/>
                  </a:lnTo>
                  <a:lnTo>
                    <a:pt x="600" y="160"/>
                  </a:lnTo>
                  <a:lnTo>
                    <a:pt x="595" y="159"/>
                  </a:lnTo>
                  <a:lnTo>
                    <a:pt x="589" y="159"/>
                  </a:lnTo>
                  <a:lnTo>
                    <a:pt x="585" y="161"/>
                  </a:lnTo>
                  <a:lnTo>
                    <a:pt x="581" y="163"/>
                  </a:lnTo>
                  <a:lnTo>
                    <a:pt x="578" y="166"/>
                  </a:lnTo>
                  <a:lnTo>
                    <a:pt x="571" y="170"/>
                  </a:lnTo>
                  <a:lnTo>
                    <a:pt x="566" y="172"/>
                  </a:lnTo>
                  <a:lnTo>
                    <a:pt x="559" y="175"/>
                  </a:lnTo>
                  <a:lnTo>
                    <a:pt x="549" y="177"/>
                  </a:lnTo>
                  <a:lnTo>
                    <a:pt x="518" y="183"/>
                  </a:lnTo>
                  <a:lnTo>
                    <a:pt x="481" y="196"/>
                  </a:lnTo>
                  <a:lnTo>
                    <a:pt x="450" y="209"/>
                  </a:lnTo>
                  <a:lnTo>
                    <a:pt x="441" y="213"/>
                  </a:lnTo>
                  <a:lnTo>
                    <a:pt x="436" y="216"/>
                  </a:lnTo>
                  <a:lnTo>
                    <a:pt x="424" y="224"/>
                  </a:lnTo>
                  <a:lnTo>
                    <a:pt x="421" y="228"/>
                  </a:lnTo>
                  <a:lnTo>
                    <a:pt x="421" y="235"/>
                  </a:lnTo>
                  <a:lnTo>
                    <a:pt x="424" y="245"/>
                  </a:lnTo>
                  <a:lnTo>
                    <a:pt x="425" y="251"/>
                  </a:lnTo>
                  <a:lnTo>
                    <a:pt x="425" y="258"/>
                  </a:lnTo>
                  <a:lnTo>
                    <a:pt x="423" y="275"/>
                  </a:lnTo>
                  <a:lnTo>
                    <a:pt x="423" y="280"/>
                  </a:lnTo>
                  <a:lnTo>
                    <a:pt x="423" y="285"/>
                  </a:lnTo>
                  <a:lnTo>
                    <a:pt x="433" y="285"/>
                  </a:lnTo>
                  <a:lnTo>
                    <a:pt x="437" y="285"/>
                  </a:lnTo>
                  <a:lnTo>
                    <a:pt x="442" y="284"/>
                  </a:lnTo>
                  <a:lnTo>
                    <a:pt x="447" y="283"/>
                  </a:lnTo>
                  <a:lnTo>
                    <a:pt x="452" y="282"/>
                  </a:lnTo>
                  <a:lnTo>
                    <a:pt x="459" y="278"/>
                  </a:lnTo>
                  <a:lnTo>
                    <a:pt x="472" y="271"/>
                  </a:lnTo>
                  <a:lnTo>
                    <a:pt x="481" y="267"/>
                  </a:lnTo>
                  <a:lnTo>
                    <a:pt x="514" y="254"/>
                  </a:lnTo>
                  <a:lnTo>
                    <a:pt x="520" y="251"/>
                  </a:lnTo>
                  <a:lnTo>
                    <a:pt x="526" y="249"/>
                  </a:lnTo>
                  <a:lnTo>
                    <a:pt x="587" y="225"/>
                  </a:lnTo>
                  <a:lnTo>
                    <a:pt x="592" y="223"/>
                  </a:lnTo>
                  <a:lnTo>
                    <a:pt x="598" y="223"/>
                  </a:lnTo>
                  <a:lnTo>
                    <a:pt x="603" y="224"/>
                  </a:lnTo>
                  <a:lnTo>
                    <a:pt x="606" y="227"/>
                  </a:lnTo>
                  <a:lnTo>
                    <a:pt x="602" y="233"/>
                  </a:lnTo>
                  <a:lnTo>
                    <a:pt x="597" y="236"/>
                  </a:lnTo>
                  <a:lnTo>
                    <a:pt x="586" y="240"/>
                  </a:lnTo>
                  <a:lnTo>
                    <a:pt x="564" y="248"/>
                  </a:lnTo>
                  <a:lnTo>
                    <a:pt x="491" y="272"/>
                  </a:lnTo>
                  <a:lnTo>
                    <a:pt x="466" y="282"/>
                  </a:lnTo>
                  <a:lnTo>
                    <a:pt x="456" y="286"/>
                  </a:lnTo>
                  <a:lnTo>
                    <a:pt x="434" y="297"/>
                  </a:lnTo>
                  <a:lnTo>
                    <a:pt x="423" y="301"/>
                  </a:lnTo>
                  <a:lnTo>
                    <a:pt x="421" y="309"/>
                  </a:lnTo>
                  <a:lnTo>
                    <a:pt x="418" y="313"/>
                  </a:lnTo>
                  <a:lnTo>
                    <a:pt x="404" y="324"/>
                  </a:lnTo>
                  <a:lnTo>
                    <a:pt x="396" y="330"/>
                  </a:lnTo>
                  <a:lnTo>
                    <a:pt x="385" y="336"/>
                  </a:lnTo>
                  <a:lnTo>
                    <a:pt x="377" y="341"/>
                  </a:lnTo>
                  <a:lnTo>
                    <a:pt x="374" y="344"/>
                  </a:lnTo>
                  <a:lnTo>
                    <a:pt x="371" y="348"/>
                  </a:lnTo>
                  <a:lnTo>
                    <a:pt x="365" y="355"/>
                  </a:lnTo>
                  <a:lnTo>
                    <a:pt x="359" y="361"/>
                  </a:lnTo>
                  <a:lnTo>
                    <a:pt x="353" y="364"/>
                  </a:lnTo>
                  <a:lnTo>
                    <a:pt x="355" y="359"/>
                  </a:lnTo>
                  <a:lnTo>
                    <a:pt x="358" y="354"/>
                  </a:lnTo>
                  <a:lnTo>
                    <a:pt x="360" y="350"/>
                  </a:lnTo>
                  <a:lnTo>
                    <a:pt x="369" y="339"/>
                  </a:lnTo>
                  <a:lnTo>
                    <a:pt x="370" y="334"/>
                  </a:lnTo>
                  <a:lnTo>
                    <a:pt x="365" y="329"/>
                  </a:lnTo>
                  <a:lnTo>
                    <a:pt x="358" y="329"/>
                  </a:lnTo>
                  <a:lnTo>
                    <a:pt x="353" y="327"/>
                  </a:lnTo>
                  <a:lnTo>
                    <a:pt x="338" y="331"/>
                  </a:lnTo>
                  <a:lnTo>
                    <a:pt x="331" y="332"/>
                  </a:lnTo>
                  <a:lnTo>
                    <a:pt x="310" y="337"/>
                  </a:lnTo>
                  <a:lnTo>
                    <a:pt x="297" y="340"/>
                  </a:lnTo>
                  <a:lnTo>
                    <a:pt x="289" y="342"/>
                  </a:lnTo>
                  <a:lnTo>
                    <a:pt x="283" y="339"/>
                  </a:lnTo>
                  <a:lnTo>
                    <a:pt x="275" y="334"/>
                  </a:lnTo>
                  <a:lnTo>
                    <a:pt x="267" y="334"/>
                  </a:lnTo>
                  <a:lnTo>
                    <a:pt x="265" y="343"/>
                  </a:lnTo>
                  <a:lnTo>
                    <a:pt x="266" y="347"/>
                  </a:lnTo>
                  <a:lnTo>
                    <a:pt x="267" y="352"/>
                  </a:lnTo>
                  <a:lnTo>
                    <a:pt x="267" y="358"/>
                  </a:lnTo>
                  <a:lnTo>
                    <a:pt x="266" y="365"/>
                  </a:lnTo>
                  <a:lnTo>
                    <a:pt x="264" y="372"/>
                  </a:lnTo>
                  <a:lnTo>
                    <a:pt x="260" y="384"/>
                  </a:lnTo>
                  <a:lnTo>
                    <a:pt x="256" y="389"/>
                  </a:lnTo>
                  <a:lnTo>
                    <a:pt x="252" y="393"/>
                  </a:lnTo>
                  <a:lnTo>
                    <a:pt x="247" y="396"/>
                  </a:lnTo>
                  <a:lnTo>
                    <a:pt x="242" y="400"/>
                  </a:lnTo>
                  <a:lnTo>
                    <a:pt x="236" y="403"/>
                  </a:lnTo>
                  <a:lnTo>
                    <a:pt x="231" y="406"/>
                  </a:lnTo>
                  <a:lnTo>
                    <a:pt x="222" y="410"/>
                  </a:lnTo>
                  <a:lnTo>
                    <a:pt x="217" y="412"/>
                  </a:lnTo>
                  <a:lnTo>
                    <a:pt x="212" y="414"/>
                  </a:lnTo>
                  <a:lnTo>
                    <a:pt x="191" y="432"/>
                  </a:lnTo>
                  <a:lnTo>
                    <a:pt x="188" y="436"/>
                  </a:lnTo>
                  <a:lnTo>
                    <a:pt x="176" y="452"/>
                  </a:lnTo>
                  <a:lnTo>
                    <a:pt x="118" y="480"/>
                  </a:lnTo>
                  <a:lnTo>
                    <a:pt x="113" y="483"/>
                  </a:lnTo>
                  <a:lnTo>
                    <a:pt x="109" y="486"/>
                  </a:lnTo>
                  <a:lnTo>
                    <a:pt x="54" y="508"/>
                  </a:lnTo>
                  <a:lnTo>
                    <a:pt x="48" y="511"/>
                  </a:lnTo>
                  <a:lnTo>
                    <a:pt x="32" y="521"/>
                  </a:lnTo>
                  <a:lnTo>
                    <a:pt x="23" y="525"/>
                  </a:lnTo>
                  <a:lnTo>
                    <a:pt x="9" y="533"/>
                  </a:lnTo>
                  <a:lnTo>
                    <a:pt x="5" y="536"/>
                  </a:lnTo>
                  <a:lnTo>
                    <a:pt x="2" y="540"/>
                  </a:lnTo>
                  <a:lnTo>
                    <a:pt x="0" y="545"/>
                  </a:lnTo>
                  <a:lnTo>
                    <a:pt x="0" y="550"/>
                  </a:lnTo>
                  <a:lnTo>
                    <a:pt x="5" y="551"/>
                  </a:lnTo>
                  <a:lnTo>
                    <a:pt x="12" y="551"/>
                  </a:lnTo>
                  <a:lnTo>
                    <a:pt x="17" y="550"/>
                  </a:lnTo>
                  <a:lnTo>
                    <a:pt x="49" y="543"/>
                  </a:lnTo>
                  <a:lnTo>
                    <a:pt x="64" y="540"/>
                  </a:lnTo>
                  <a:lnTo>
                    <a:pt x="116" y="534"/>
                  </a:lnTo>
                  <a:lnTo>
                    <a:pt x="237" y="516"/>
                  </a:lnTo>
                  <a:lnTo>
                    <a:pt x="271" y="510"/>
                  </a:lnTo>
                  <a:lnTo>
                    <a:pt x="392" y="487"/>
                  </a:lnTo>
                  <a:lnTo>
                    <a:pt x="399" y="486"/>
                  </a:lnTo>
                  <a:lnTo>
                    <a:pt x="414" y="485"/>
                  </a:lnTo>
                  <a:lnTo>
                    <a:pt x="423" y="484"/>
                  </a:lnTo>
                  <a:lnTo>
                    <a:pt x="434" y="485"/>
                  </a:lnTo>
                  <a:lnTo>
                    <a:pt x="457" y="486"/>
                  </a:lnTo>
                  <a:lnTo>
                    <a:pt x="500" y="491"/>
                  </a:lnTo>
                  <a:lnTo>
                    <a:pt x="523" y="492"/>
                  </a:lnTo>
                  <a:lnTo>
                    <a:pt x="578" y="494"/>
                  </a:lnTo>
                  <a:lnTo>
                    <a:pt x="600" y="496"/>
                  </a:lnTo>
                  <a:lnTo>
                    <a:pt x="607" y="495"/>
                  </a:lnTo>
                  <a:lnTo>
                    <a:pt x="613" y="495"/>
                  </a:lnTo>
                  <a:lnTo>
                    <a:pt x="621" y="493"/>
                  </a:lnTo>
                  <a:lnTo>
                    <a:pt x="654" y="486"/>
                  </a:lnTo>
                  <a:lnTo>
                    <a:pt x="718" y="469"/>
                  </a:lnTo>
                  <a:lnTo>
                    <a:pt x="766" y="453"/>
                  </a:lnTo>
                  <a:lnTo>
                    <a:pt x="790" y="444"/>
                  </a:lnTo>
                  <a:lnTo>
                    <a:pt x="825" y="427"/>
                  </a:lnTo>
                  <a:lnTo>
                    <a:pt x="906" y="396"/>
                  </a:lnTo>
                  <a:lnTo>
                    <a:pt x="1041" y="343"/>
                  </a:lnTo>
                  <a:lnTo>
                    <a:pt x="1152" y="302"/>
                  </a:lnTo>
                  <a:lnTo>
                    <a:pt x="1157" y="303"/>
                  </a:lnTo>
                  <a:lnTo>
                    <a:pt x="1163" y="302"/>
                  </a:lnTo>
                  <a:lnTo>
                    <a:pt x="1172" y="301"/>
                  </a:lnTo>
                  <a:lnTo>
                    <a:pt x="1176" y="300"/>
                  </a:lnTo>
                  <a:lnTo>
                    <a:pt x="1182" y="298"/>
                  </a:lnTo>
                  <a:lnTo>
                    <a:pt x="1234" y="282"/>
                  </a:lnTo>
                  <a:lnTo>
                    <a:pt x="1245" y="279"/>
                  </a:lnTo>
                  <a:lnTo>
                    <a:pt x="1309" y="260"/>
                  </a:lnTo>
                  <a:lnTo>
                    <a:pt x="1318" y="257"/>
                  </a:lnTo>
                  <a:lnTo>
                    <a:pt x="1326" y="251"/>
                  </a:lnTo>
                  <a:lnTo>
                    <a:pt x="1343" y="237"/>
                  </a:lnTo>
                  <a:lnTo>
                    <a:pt x="1346" y="233"/>
                  </a:lnTo>
                  <a:lnTo>
                    <a:pt x="1350" y="228"/>
                  </a:lnTo>
                  <a:lnTo>
                    <a:pt x="1354" y="225"/>
                  </a:lnTo>
                  <a:lnTo>
                    <a:pt x="1400" y="192"/>
                  </a:lnTo>
                  <a:lnTo>
                    <a:pt x="1406" y="189"/>
                  </a:lnTo>
                  <a:lnTo>
                    <a:pt x="1411" y="188"/>
                  </a:lnTo>
                  <a:lnTo>
                    <a:pt x="1481" y="165"/>
                  </a:lnTo>
                  <a:lnTo>
                    <a:pt x="1489" y="164"/>
                  </a:lnTo>
                  <a:lnTo>
                    <a:pt x="1504" y="163"/>
                  </a:lnTo>
                  <a:lnTo>
                    <a:pt x="1511" y="162"/>
                  </a:lnTo>
                  <a:lnTo>
                    <a:pt x="1538" y="154"/>
                  </a:lnTo>
                  <a:lnTo>
                    <a:pt x="1560" y="147"/>
                  </a:lnTo>
                  <a:lnTo>
                    <a:pt x="1582" y="139"/>
                  </a:lnTo>
                  <a:lnTo>
                    <a:pt x="1602" y="129"/>
                  </a:lnTo>
                  <a:lnTo>
                    <a:pt x="1628" y="112"/>
                  </a:lnTo>
                  <a:lnTo>
                    <a:pt x="1683" y="65"/>
                  </a:lnTo>
                  <a:lnTo>
                    <a:pt x="1687" y="62"/>
                  </a:lnTo>
                  <a:lnTo>
                    <a:pt x="1693" y="59"/>
                  </a:lnTo>
                  <a:lnTo>
                    <a:pt x="1698" y="58"/>
                  </a:lnTo>
                  <a:lnTo>
                    <a:pt x="1707" y="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7400792" y="1393392"/>
              <a:ext cx="545" cy="246"/>
            </a:xfrm>
            <a:custGeom>
              <a:avLst/>
              <a:pathLst>
                <a:path w="545" h="246">
                  <a:moveTo>
                    <a:pt x="177" y="154"/>
                  </a:moveTo>
                  <a:lnTo>
                    <a:pt x="71" y="200"/>
                  </a:lnTo>
                  <a:lnTo>
                    <a:pt x="19" y="225"/>
                  </a:lnTo>
                  <a:lnTo>
                    <a:pt x="15" y="228"/>
                  </a:lnTo>
                  <a:lnTo>
                    <a:pt x="7" y="234"/>
                  </a:lnTo>
                  <a:lnTo>
                    <a:pt x="2" y="238"/>
                  </a:lnTo>
                  <a:lnTo>
                    <a:pt x="0" y="241"/>
                  </a:lnTo>
                  <a:lnTo>
                    <a:pt x="5" y="244"/>
                  </a:lnTo>
                  <a:lnTo>
                    <a:pt x="12" y="245"/>
                  </a:lnTo>
                  <a:lnTo>
                    <a:pt x="18" y="246"/>
                  </a:lnTo>
                  <a:lnTo>
                    <a:pt x="25" y="245"/>
                  </a:lnTo>
                  <a:lnTo>
                    <a:pt x="96" y="229"/>
                  </a:lnTo>
                  <a:lnTo>
                    <a:pt x="101" y="228"/>
                  </a:lnTo>
                  <a:lnTo>
                    <a:pt x="106" y="227"/>
                  </a:lnTo>
                  <a:lnTo>
                    <a:pt x="118" y="223"/>
                  </a:lnTo>
                  <a:lnTo>
                    <a:pt x="159" y="209"/>
                  </a:lnTo>
                  <a:lnTo>
                    <a:pt x="220" y="187"/>
                  </a:lnTo>
                  <a:lnTo>
                    <a:pt x="263" y="165"/>
                  </a:lnTo>
                  <a:lnTo>
                    <a:pt x="290" y="153"/>
                  </a:lnTo>
                  <a:lnTo>
                    <a:pt x="317" y="143"/>
                  </a:lnTo>
                  <a:lnTo>
                    <a:pt x="336" y="135"/>
                  </a:lnTo>
                  <a:lnTo>
                    <a:pt x="346" y="125"/>
                  </a:lnTo>
                  <a:lnTo>
                    <a:pt x="370" y="112"/>
                  </a:lnTo>
                  <a:lnTo>
                    <a:pt x="402" y="96"/>
                  </a:lnTo>
                  <a:lnTo>
                    <a:pt x="441" y="72"/>
                  </a:lnTo>
                  <a:lnTo>
                    <a:pt x="457" y="63"/>
                  </a:lnTo>
                  <a:lnTo>
                    <a:pt x="463" y="58"/>
                  </a:lnTo>
                  <a:lnTo>
                    <a:pt x="467" y="56"/>
                  </a:lnTo>
                  <a:lnTo>
                    <a:pt x="483" y="47"/>
                  </a:lnTo>
                  <a:lnTo>
                    <a:pt x="507" y="31"/>
                  </a:lnTo>
                  <a:lnTo>
                    <a:pt x="519" y="23"/>
                  </a:lnTo>
                  <a:lnTo>
                    <a:pt x="540" y="11"/>
                  </a:lnTo>
                  <a:lnTo>
                    <a:pt x="544" y="7"/>
                  </a:lnTo>
                  <a:lnTo>
                    <a:pt x="545" y="3"/>
                  </a:lnTo>
                  <a:lnTo>
                    <a:pt x="541" y="0"/>
                  </a:lnTo>
                  <a:lnTo>
                    <a:pt x="534" y="0"/>
                  </a:lnTo>
                  <a:lnTo>
                    <a:pt x="529" y="0"/>
                  </a:lnTo>
                  <a:lnTo>
                    <a:pt x="447" y="31"/>
                  </a:lnTo>
                  <a:lnTo>
                    <a:pt x="434" y="34"/>
                  </a:lnTo>
                  <a:lnTo>
                    <a:pt x="399" y="48"/>
                  </a:lnTo>
                  <a:lnTo>
                    <a:pt x="347" y="73"/>
                  </a:lnTo>
                  <a:lnTo>
                    <a:pt x="327" y="82"/>
                  </a:lnTo>
                  <a:lnTo>
                    <a:pt x="270" y="107"/>
                  </a:lnTo>
                  <a:lnTo>
                    <a:pt x="177" y="15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7402510" y="1392535"/>
              <a:ext cx="422" cy="468"/>
            </a:xfrm>
            <a:custGeom>
              <a:avLst/>
              <a:pathLst>
                <a:path w="422" h="468">
                  <a:moveTo>
                    <a:pt x="284" y="152"/>
                  </a:moveTo>
                  <a:lnTo>
                    <a:pt x="270" y="175"/>
                  </a:lnTo>
                  <a:lnTo>
                    <a:pt x="265" y="182"/>
                  </a:lnTo>
                  <a:lnTo>
                    <a:pt x="239" y="214"/>
                  </a:lnTo>
                  <a:lnTo>
                    <a:pt x="216" y="243"/>
                  </a:lnTo>
                  <a:lnTo>
                    <a:pt x="207" y="254"/>
                  </a:lnTo>
                  <a:lnTo>
                    <a:pt x="203" y="258"/>
                  </a:lnTo>
                  <a:lnTo>
                    <a:pt x="182" y="278"/>
                  </a:lnTo>
                  <a:lnTo>
                    <a:pt x="161" y="300"/>
                  </a:lnTo>
                  <a:lnTo>
                    <a:pt x="139" y="319"/>
                  </a:lnTo>
                  <a:lnTo>
                    <a:pt x="131" y="327"/>
                  </a:lnTo>
                  <a:lnTo>
                    <a:pt x="125" y="332"/>
                  </a:lnTo>
                  <a:lnTo>
                    <a:pt x="111" y="342"/>
                  </a:lnTo>
                  <a:lnTo>
                    <a:pt x="84" y="363"/>
                  </a:lnTo>
                  <a:lnTo>
                    <a:pt x="78" y="367"/>
                  </a:lnTo>
                  <a:lnTo>
                    <a:pt x="68" y="373"/>
                  </a:lnTo>
                  <a:lnTo>
                    <a:pt x="57" y="381"/>
                  </a:lnTo>
                  <a:lnTo>
                    <a:pt x="51" y="385"/>
                  </a:lnTo>
                  <a:lnTo>
                    <a:pt x="45" y="388"/>
                  </a:lnTo>
                  <a:lnTo>
                    <a:pt x="40" y="390"/>
                  </a:lnTo>
                  <a:lnTo>
                    <a:pt x="34" y="392"/>
                  </a:lnTo>
                  <a:lnTo>
                    <a:pt x="11" y="402"/>
                  </a:lnTo>
                  <a:lnTo>
                    <a:pt x="7" y="404"/>
                  </a:lnTo>
                  <a:lnTo>
                    <a:pt x="2" y="408"/>
                  </a:lnTo>
                  <a:lnTo>
                    <a:pt x="0" y="413"/>
                  </a:lnTo>
                  <a:lnTo>
                    <a:pt x="4" y="418"/>
                  </a:lnTo>
                  <a:lnTo>
                    <a:pt x="26" y="435"/>
                  </a:lnTo>
                  <a:lnTo>
                    <a:pt x="31" y="438"/>
                  </a:lnTo>
                  <a:lnTo>
                    <a:pt x="35" y="440"/>
                  </a:lnTo>
                  <a:lnTo>
                    <a:pt x="42" y="444"/>
                  </a:lnTo>
                  <a:lnTo>
                    <a:pt x="56" y="453"/>
                  </a:lnTo>
                  <a:lnTo>
                    <a:pt x="65" y="458"/>
                  </a:lnTo>
                  <a:lnTo>
                    <a:pt x="75" y="462"/>
                  </a:lnTo>
                  <a:lnTo>
                    <a:pt x="79" y="464"/>
                  </a:lnTo>
                  <a:lnTo>
                    <a:pt x="87" y="467"/>
                  </a:lnTo>
                  <a:lnTo>
                    <a:pt x="92" y="468"/>
                  </a:lnTo>
                  <a:lnTo>
                    <a:pt x="98" y="467"/>
                  </a:lnTo>
                  <a:lnTo>
                    <a:pt x="107" y="464"/>
                  </a:lnTo>
                  <a:lnTo>
                    <a:pt x="115" y="460"/>
                  </a:lnTo>
                  <a:lnTo>
                    <a:pt x="148" y="448"/>
                  </a:lnTo>
                  <a:lnTo>
                    <a:pt x="154" y="446"/>
                  </a:lnTo>
                  <a:lnTo>
                    <a:pt x="158" y="444"/>
                  </a:lnTo>
                  <a:lnTo>
                    <a:pt x="168" y="437"/>
                  </a:lnTo>
                  <a:lnTo>
                    <a:pt x="176" y="433"/>
                  </a:lnTo>
                  <a:lnTo>
                    <a:pt x="223" y="415"/>
                  </a:lnTo>
                  <a:lnTo>
                    <a:pt x="235" y="410"/>
                  </a:lnTo>
                  <a:lnTo>
                    <a:pt x="246" y="405"/>
                  </a:lnTo>
                  <a:lnTo>
                    <a:pt x="254" y="401"/>
                  </a:lnTo>
                  <a:lnTo>
                    <a:pt x="261" y="397"/>
                  </a:lnTo>
                  <a:lnTo>
                    <a:pt x="266" y="393"/>
                  </a:lnTo>
                  <a:lnTo>
                    <a:pt x="271" y="390"/>
                  </a:lnTo>
                  <a:lnTo>
                    <a:pt x="275" y="386"/>
                  </a:lnTo>
                  <a:lnTo>
                    <a:pt x="282" y="379"/>
                  </a:lnTo>
                  <a:lnTo>
                    <a:pt x="286" y="376"/>
                  </a:lnTo>
                  <a:lnTo>
                    <a:pt x="289" y="372"/>
                  </a:lnTo>
                  <a:lnTo>
                    <a:pt x="292" y="367"/>
                  </a:lnTo>
                  <a:lnTo>
                    <a:pt x="296" y="362"/>
                  </a:lnTo>
                  <a:lnTo>
                    <a:pt x="348" y="267"/>
                  </a:lnTo>
                  <a:lnTo>
                    <a:pt x="374" y="220"/>
                  </a:lnTo>
                  <a:lnTo>
                    <a:pt x="403" y="159"/>
                  </a:lnTo>
                  <a:lnTo>
                    <a:pt x="407" y="149"/>
                  </a:lnTo>
                  <a:lnTo>
                    <a:pt x="411" y="139"/>
                  </a:lnTo>
                  <a:lnTo>
                    <a:pt x="412" y="135"/>
                  </a:lnTo>
                  <a:lnTo>
                    <a:pt x="413" y="128"/>
                  </a:lnTo>
                  <a:lnTo>
                    <a:pt x="411" y="120"/>
                  </a:lnTo>
                  <a:lnTo>
                    <a:pt x="413" y="100"/>
                  </a:lnTo>
                  <a:lnTo>
                    <a:pt x="414" y="94"/>
                  </a:lnTo>
                  <a:lnTo>
                    <a:pt x="415" y="87"/>
                  </a:lnTo>
                  <a:lnTo>
                    <a:pt x="416" y="77"/>
                  </a:lnTo>
                  <a:lnTo>
                    <a:pt x="419" y="72"/>
                  </a:lnTo>
                  <a:lnTo>
                    <a:pt x="421" y="68"/>
                  </a:lnTo>
                  <a:lnTo>
                    <a:pt x="422" y="49"/>
                  </a:lnTo>
                  <a:lnTo>
                    <a:pt x="422" y="35"/>
                  </a:lnTo>
                  <a:lnTo>
                    <a:pt x="422" y="26"/>
                  </a:lnTo>
                  <a:lnTo>
                    <a:pt x="417" y="16"/>
                  </a:lnTo>
                  <a:lnTo>
                    <a:pt x="414" y="9"/>
                  </a:lnTo>
                  <a:lnTo>
                    <a:pt x="406" y="4"/>
                  </a:lnTo>
                  <a:lnTo>
                    <a:pt x="402" y="2"/>
                  </a:lnTo>
                  <a:lnTo>
                    <a:pt x="393" y="0"/>
                  </a:lnTo>
                  <a:lnTo>
                    <a:pt x="388" y="0"/>
                  </a:lnTo>
                  <a:lnTo>
                    <a:pt x="382" y="1"/>
                  </a:lnTo>
                  <a:lnTo>
                    <a:pt x="364" y="18"/>
                  </a:lnTo>
                  <a:lnTo>
                    <a:pt x="361" y="21"/>
                  </a:lnTo>
                  <a:lnTo>
                    <a:pt x="353" y="28"/>
                  </a:lnTo>
                  <a:lnTo>
                    <a:pt x="349" y="32"/>
                  </a:lnTo>
                  <a:lnTo>
                    <a:pt x="335" y="46"/>
                  </a:lnTo>
                  <a:lnTo>
                    <a:pt x="330" y="51"/>
                  </a:lnTo>
                  <a:lnTo>
                    <a:pt x="327" y="54"/>
                  </a:lnTo>
                  <a:lnTo>
                    <a:pt x="315" y="66"/>
                  </a:lnTo>
                  <a:lnTo>
                    <a:pt x="309" y="70"/>
                  </a:lnTo>
                  <a:lnTo>
                    <a:pt x="306" y="75"/>
                  </a:lnTo>
                  <a:lnTo>
                    <a:pt x="309" y="78"/>
                  </a:lnTo>
                  <a:lnTo>
                    <a:pt x="314" y="80"/>
                  </a:lnTo>
                  <a:lnTo>
                    <a:pt x="320" y="82"/>
                  </a:lnTo>
                  <a:lnTo>
                    <a:pt x="318" y="87"/>
                  </a:lnTo>
                  <a:lnTo>
                    <a:pt x="316" y="92"/>
                  </a:lnTo>
                  <a:lnTo>
                    <a:pt x="310" y="102"/>
                  </a:lnTo>
                  <a:lnTo>
                    <a:pt x="302" y="119"/>
                  </a:lnTo>
                  <a:lnTo>
                    <a:pt x="284" y="15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7628215" y="1298022"/>
              <a:ext cx="619" cy="632"/>
            </a:xfrm>
            <a:custGeom>
              <a:avLst/>
              <a:pathLst>
                <a:path w="619" h="632">
                  <a:moveTo>
                    <a:pt x="9" y="620"/>
                  </a:moveTo>
                  <a:lnTo>
                    <a:pt x="64" y="632"/>
                  </a:lnTo>
                  <a:lnTo>
                    <a:pt x="207" y="561"/>
                  </a:lnTo>
                  <a:lnTo>
                    <a:pt x="448" y="476"/>
                  </a:lnTo>
                  <a:lnTo>
                    <a:pt x="521" y="459"/>
                  </a:lnTo>
                  <a:lnTo>
                    <a:pt x="574" y="436"/>
                  </a:lnTo>
                  <a:lnTo>
                    <a:pt x="619" y="362"/>
                  </a:lnTo>
                  <a:lnTo>
                    <a:pt x="610" y="242"/>
                  </a:lnTo>
                  <a:lnTo>
                    <a:pt x="568" y="123"/>
                  </a:lnTo>
                  <a:lnTo>
                    <a:pt x="495" y="73"/>
                  </a:lnTo>
                  <a:lnTo>
                    <a:pt x="303" y="0"/>
                  </a:lnTo>
                  <a:lnTo>
                    <a:pt x="165" y="18"/>
                  </a:lnTo>
                  <a:lnTo>
                    <a:pt x="91" y="122"/>
                  </a:lnTo>
                  <a:lnTo>
                    <a:pt x="0" y="513"/>
                  </a:lnTo>
                  <a:lnTo>
                    <a:pt x="9" y="6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7627033" y="1295892"/>
              <a:ext cx="549" cy="1077"/>
            </a:xfrm>
            <a:custGeom>
              <a:avLst/>
              <a:pathLst>
                <a:path w="549" h="1077">
                  <a:moveTo>
                    <a:pt x="444" y="1073"/>
                  </a:moveTo>
                  <a:lnTo>
                    <a:pt x="447" y="1077"/>
                  </a:lnTo>
                  <a:lnTo>
                    <a:pt x="471" y="1049"/>
                  </a:lnTo>
                  <a:lnTo>
                    <a:pt x="544" y="871"/>
                  </a:lnTo>
                  <a:lnTo>
                    <a:pt x="549" y="713"/>
                  </a:lnTo>
                  <a:lnTo>
                    <a:pt x="545" y="678"/>
                  </a:lnTo>
                  <a:lnTo>
                    <a:pt x="531" y="596"/>
                  </a:lnTo>
                  <a:lnTo>
                    <a:pt x="459" y="422"/>
                  </a:lnTo>
                  <a:lnTo>
                    <a:pt x="403" y="310"/>
                  </a:lnTo>
                  <a:lnTo>
                    <a:pt x="366" y="237"/>
                  </a:lnTo>
                  <a:lnTo>
                    <a:pt x="320" y="170"/>
                  </a:lnTo>
                  <a:lnTo>
                    <a:pt x="269" y="123"/>
                  </a:lnTo>
                  <a:lnTo>
                    <a:pt x="211" y="82"/>
                  </a:lnTo>
                  <a:lnTo>
                    <a:pt x="60" y="16"/>
                  </a:lnTo>
                  <a:lnTo>
                    <a:pt x="0" y="0"/>
                  </a:lnTo>
                  <a:lnTo>
                    <a:pt x="6" y="46"/>
                  </a:lnTo>
                  <a:lnTo>
                    <a:pt x="77" y="176"/>
                  </a:lnTo>
                  <a:lnTo>
                    <a:pt x="201" y="393"/>
                  </a:lnTo>
                  <a:lnTo>
                    <a:pt x="215" y="421"/>
                  </a:lnTo>
                  <a:lnTo>
                    <a:pt x="236" y="506"/>
                  </a:lnTo>
                  <a:lnTo>
                    <a:pt x="242" y="531"/>
                  </a:lnTo>
                  <a:lnTo>
                    <a:pt x="244" y="591"/>
                  </a:lnTo>
                  <a:lnTo>
                    <a:pt x="247" y="674"/>
                  </a:lnTo>
                  <a:lnTo>
                    <a:pt x="265" y="707"/>
                  </a:lnTo>
                  <a:lnTo>
                    <a:pt x="320" y="766"/>
                  </a:lnTo>
                  <a:lnTo>
                    <a:pt x="363" y="895"/>
                  </a:lnTo>
                  <a:lnTo>
                    <a:pt x="444" y="10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7615721" y="1287526"/>
              <a:ext cx="39" cy="43"/>
            </a:xfrm>
            <a:custGeom>
              <a:avLst/>
              <a:pathLst>
                <a:path w="39" h="43">
                  <a:moveTo>
                    <a:pt x="8" y="38"/>
                  </a:moveTo>
                  <a:lnTo>
                    <a:pt x="21" y="42"/>
                  </a:lnTo>
                  <a:lnTo>
                    <a:pt x="33" y="43"/>
                  </a:lnTo>
                  <a:lnTo>
                    <a:pt x="38" y="32"/>
                  </a:lnTo>
                  <a:lnTo>
                    <a:pt x="39" y="19"/>
                  </a:lnTo>
                  <a:lnTo>
                    <a:pt x="37" y="13"/>
                  </a:lnTo>
                  <a:lnTo>
                    <a:pt x="5" y="0"/>
                  </a:lnTo>
                  <a:lnTo>
                    <a:pt x="2" y="6"/>
                  </a:lnTo>
                  <a:lnTo>
                    <a:pt x="0" y="30"/>
                  </a:lnTo>
                  <a:lnTo>
                    <a:pt x="8" y="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7615596" y="1286120"/>
              <a:ext cx="76" cy="217"/>
            </a:xfrm>
            <a:custGeom>
              <a:avLst/>
              <a:pathLst>
                <a:path w="76" h="217">
                  <a:moveTo>
                    <a:pt x="9" y="205"/>
                  </a:moveTo>
                  <a:lnTo>
                    <a:pt x="23" y="217"/>
                  </a:lnTo>
                  <a:lnTo>
                    <a:pt x="76" y="164"/>
                  </a:lnTo>
                  <a:lnTo>
                    <a:pt x="67" y="19"/>
                  </a:lnTo>
                  <a:lnTo>
                    <a:pt x="58" y="0"/>
                  </a:lnTo>
                  <a:lnTo>
                    <a:pt x="0" y="152"/>
                  </a:lnTo>
                  <a:lnTo>
                    <a:pt x="9" y="2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7615121" y="1284040"/>
              <a:ext cx="1013" cy="1284"/>
            </a:xfrm>
            <a:custGeom>
              <a:avLst/>
              <a:pathLst>
                <a:path w="1013" h="1284">
                  <a:moveTo>
                    <a:pt x="323" y="1103"/>
                  </a:moveTo>
                  <a:lnTo>
                    <a:pt x="348" y="1111"/>
                  </a:lnTo>
                  <a:lnTo>
                    <a:pt x="380" y="1093"/>
                  </a:lnTo>
                  <a:lnTo>
                    <a:pt x="417" y="1089"/>
                  </a:lnTo>
                  <a:lnTo>
                    <a:pt x="495" y="1150"/>
                  </a:lnTo>
                  <a:lnTo>
                    <a:pt x="499" y="1154"/>
                  </a:lnTo>
                  <a:lnTo>
                    <a:pt x="530" y="1217"/>
                  </a:lnTo>
                  <a:lnTo>
                    <a:pt x="563" y="1284"/>
                  </a:lnTo>
                  <a:lnTo>
                    <a:pt x="576" y="1259"/>
                  </a:lnTo>
                  <a:lnTo>
                    <a:pt x="556" y="1230"/>
                  </a:lnTo>
                  <a:lnTo>
                    <a:pt x="544" y="1179"/>
                  </a:lnTo>
                  <a:lnTo>
                    <a:pt x="438" y="1049"/>
                  </a:lnTo>
                  <a:lnTo>
                    <a:pt x="434" y="1039"/>
                  </a:lnTo>
                  <a:lnTo>
                    <a:pt x="431" y="1021"/>
                  </a:lnTo>
                  <a:lnTo>
                    <a:pt x="436" y="1008"/>
                  </a:lnTo>
                  <a:lnTo>
                    <a:pt x="441" y="1003"/>
                  </a:lnTo>
                  <a:lnTo>
                    <a:pt x="511" y="930"/>
                  </a:lnTo>
                  <a:lnTo>
                    <a:pt x="529" y="915"/>
                  </a:lnTo>
                  <a:lnTo>
                    <a:pt x="536" y="910"/>
                  </a:lnTo>
                  <a:lnTo>
                    <a:pt x="547" y="906"/>
                  </a:lnTo>
                  <a:lnTo>
                    <a:pt x="578" y="895"/>
                  </a:lnTo>
                  <a:lnTo>
                    <a:pt x="586" y="893"/>
                  </a:lnTo>
                  <a:lnTo>
                    <a:pt x="642" y="891"/>
                  </a:lnTo>
                  <a:lnTo>
                    <a:pt x="658" y="891"/>
                  </a:lnTo>
                  <a:lnTo>
                    <a:pt x="683" y="892"/>
                  </a:lnTo>
                  <a:lnTo>
                    <a:pt x="712" y="897"/>
                  </a:lnTo>
                  <a:lnTo>
                    <a:pt x="724" y="902"/>
                  </a:lnTo>
                  <a:lnTo>
                    <a:pt x="738" y="904"/>
                  </a:lnTo>
                  <a:lnTo>
                    <a:pt x="792" y="902"/>
                  </a:lnTo>
                  <a:lnTo>
                    <a:pt x="821" y="899"/>
                  </a:lnTo>
                  <a:lnTo>
                    <a:pt x="838" y="894"/>
                  </a:lnTo>
                  <a:lnTo>
                    <a:pt x="871" y="880"/>
                  </a:lnTo>
                  <a:lnTo>
                    <a:pt x="888" y="871"/>
                  </a:lnTo>
                  <a:lnTo>
                    <a:pt x="928" y="842"/>
                  </a:lnTo>
                  <a:lnTo>
                    <a:pt x="938" y="832"/>
                  </a:lnTo>
                  <a:lnTo>
                    <a:pt x="957" y="814"/>
                  </a:lnTo>
                  <a:lnTo>
                    <a:pt x="965" y="804"/>
                  </a:lnTo>
                  <a:lnTo>
                    <a:pt x="995" y="765"/>
                  </a:lnTo>
                  <a:lnTo>
                    <a:pt x="1000" y="757"/>
                  </a:lnTo>
                  <a:lnTo>
                    <a:pt x="1002" y="753"/>
                  </a:lnTo>
                  <a:lnTo>
                    <a:pt x="1013" y="689"/>
                  </a:lnTo>
                  <a:lnTo>
                    <a:pt x="1013" y="681"/>
                  </a:lnTo>
                  <a:lnTo>
                    <a:pt x="1008" y="607"/>
                  </a:lnTo>
                  <a:lnTo>
                    <a:pt x="1006" y="589"/>
                  </a:lnTo>
                  <a:lnTo>
                    <a:pt x="990" y="544"/>
                  </a:lnTo>
                  <a:lnTo>
                    <a:pt x="987" y="539"/>
                  </a:lnTo>
                  <a:lnTo>
                    <a:pt x="974" y="520"/>
                  </a:lnTo>
                  <a:lnTo>
                    <a:pt x="968" y="515"/>
                  </a:lnTo>
                  <a:lnTo>
                    <a:pt x="960" y="509"/>
                  </a:lnTo>
                  <a:lnTo>
                    <a:pt x="889" y="467"/>
                  </a:lnTo>
                  <a:lnTo>
                    <a:pt x="780" y="388"/>
                  </a:lnTo>
                  <a:lnTo>
                    <a:pt x="773" y="383"/>
                  </a:lnTo>
                  <a:lnTo>
                    <a:pt x="758" y="370"/>
                  </a:lnTo>
                  <a:lnTo>
                    <a:pt x="596" y="186"/>
                  </a:lnTo>
                  <a:lnTo>
                    <a:pt x="588" y="176"/>
                  </a:lnTo>
                  <a:lnTo>
                    <a:pt x="580" y="161"/>
                  </a:lnTo>
                  <a:lnTo>
                    <a:pt x="576" y="152"/>
                  </a:lnTo>
                  <a:lnTo>
                    <a:pt x="540" y="28"/>
                  </a:lnTo>
                  <a:lnTo>
                    <a:pt x="533" y="0"/>
                  </a:lnTo>
                  <a:lnTo>
                    <a:pt x="380" y="234"/>
                  </a:lnTo>
                  <a:lnTo>
                    <a:pt x="302" y="304"/>
                  </a:lnTo>
                  <a:lnTo>
                    <a:pt x="192" y="444"/>
                  </a:lnTo>
                  <a:lnTo>
                    <a:pt x="119" y="566"/>
                  </a:lnTo>
                  <a:lnTo>
                    <a:pt x="93" y="591"/>
                  </a:lnTo>
                  <a:lnTo>
                    <a:pt x="54" y="611"/>
                  </a:lnTo>
                  <a:lnTo>
                    <a:pt x="0" y="655"/>
                  </a:lnTo>
                  <a:lnTo>
                    <a:pt x="11" y="690"/>
                  </a:lnTo>
                  <a:lnTo>
                    <a:pt x="26" y="712"/>
                  </a:lnTo>
                  <a:lnTo>
                    <a:pt x="76" y="761"/>
                  </a:lnTo>
                  <a:lnTo>
                    <a:pt x="101" y="780"/>
                  </a:lnTo>
                  <a:lnTo>
                    <a:pt x="106" y="783"/>
                  </a:lnTo>
                  <a:lnTo>
                    <a:pt x="158" y="839"/>
                  </a:lnTo>
                  <a:lnTo>
                    <a:pt x="193" y="890"/>
                  </a:lnTo>
                  <a:lnTo>
                    <a:pt x="238" y="973"/>
                  </a:lnTo>
                  <a:lnTo>
                    <a:pt x="323" y="110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5426206" y="812801"/>
              <a:ext cx="2376533" cy="1460376"/>
            </a:xfrm>
            <a:custGeom>
              <a:avLst/>
              <a:pathLst>
                <a:path w="2376533" h="1460376">
                  <a:moveTo>
                    <a:pt x="1933400" y="502"/>
                  </a:moveTo>
                  <a:lnTo>
                    <a:pt x="1933428" y="508"/>
                  </a:lnTo>
                  <a:lnTo>
                    <a:pt x="1933467" y="511"/>
                  </a:lnTo>
                  <a:lnTo>
                    <a:pt x="1933519" y="518"/>
                  </a:lnTo>
                  <a:lnTo>
                    <a:pt x="1933561" y="524"/>
                  </a:lnTo>
                  <a:lnTo>
                    <a:pt x="1933657" y="539"/>
                  </a:lnTo>
                  <a:lnTo>
                    <a:pt x="1933702" y="545"/>
                  </a:lnTo>
                  <a:lnTo>
                    <a:pt x="1933750" y="550"/>
                  </a:lnTo>
                  <a:lnTo>
                    <a:pt x="1933807" y="559"/>
                  </a:lnTo>
                  <a:lnTo>
                    <a:pt x="1933837" y="564"/>
                  </a:lnTo>
                  <a:lnTo>
                    <a:pt x="1933876" y="575"/>
                  </a:lnTo>
                  <a:lnTo>
                    <a:pt x="1933904" y="584"/>
                  </a:lnTo>
                  <a:lnTo>
                    <a:pt x="1933923" y="594"/>
                  </a:lnTo>
                  <a:lnTo>
                    <a:pt x="1933950" y="607"/>
                  </a:lnTo>
                  <a:lnTo>
                    <a:pt x="1933985" y="627"/>
                  </a:lnTo>
                  <a:lnTo>
                    <a:pt x="1934027" y="647"/>
                  </a:lnTo>
                  <a:lnTo>
                    <a:pt x="1934071" y="667"/>
                  </a:lnTo>
                  <a:lnTo>
                    <a:pt x="1934172" y="713"/>
                  </a:lnTo>
                  <a:lnTo>
                    <a:pt x="1934246" y="745"/>
                  </a:lnTo>
                  <a:lnTo>
                    <a:pt x="1934276" y="757"/>
                  </a:lnTo>
                  <a:lnTo>
                    <a:pt x="1934308" y="772"/>
                  </a:lnTo>
                  <a:lnTo>
                    <a:pt x="1934367" y="797"/>
                  </a:lnTo>
                  <a:lnTo>
                    <a:pt x="1934436" y="825"/>
                  </a:lnTo>
                  <a:lnTo>
                    <a:pt x="1934471" y="837"/>
                  </a:lnTo>
                  <a:lnTo>
                    <a:pt x="1934500" y="847"/>
                  </a:lnTo>
                  <a:lnTo>
                    <a:pt x="1934535" y="860"/>
                  </a:lnTo>
                  <a:lnTo>
                    <a:pt x="1934587" y="880"/>
                  </a:lnTo>
                  <a:lnTo>
                    <a:pt x="1934651" y="908"/>
                  </a:lnTo>
                  <a:lnTo>
                    <a:pt x="1934732" y="938"/>
                  </a:lnTo>
                  <a:lnTo>
                    <a:pt x="1934774" y="956"/>
                  </a:lnTo>
                  <a:lnTo>
                    <a:pt x="1934808" y="971"/>
                  </a:lnTo>
                  <a:lnTo>
                    <a:pt x="1934836" y="987"/>
                  </a:lnTo>
                  <a:lnTo>
                    <a:pt x="1934895" y="1011"/>
                  </a:lnTo>
                  <a:lnTo>
                    <a:pt x="1934932" y="1021"/>
                  </a:lnTo>
                  <a:lnTo>
                    <a:pt x="1934961" y="1031"/>
                  </a:lnTo>
                  <a:lnTo>
                    <a:pt x="1935003" y="1041"/>
                  </a:lnTo>
                  <a:lnTo>
                    <a:pt x="1935038" y="1046"/>
                  </a:lnTo>
                  <a:lnTo>
                    <a:pt x="1935070" y="1046"/>
                  </a:lnTo>
                  <a:lnTo>
                    <a:pt x="1935112" y="1045"/>
                  </a:lnTo>
                  <a:lnTo>
                    <a:pt x="1935154" y="1044"/>
                  </a:lnTo>
                  <a:lnTo>
                    <a:pt x="1935198" y="1043"/>
                  </a:lnTo>
                  <a:lnTo>
                    <a:pt x="1935238" y="1048"/>
                  </a:lnTo>
                  <a:lnTo>
                    <a:pt x="1935284" y="1055"/>
                  </a:lnTo>
                  <a:lnTo>
                    <a:pt x="1935316" y="1063"/>
                  </a:lnTo>
                  <a:lnTo>
                    <a:pt x="1935343" y="1071"/>
                  </a:lnTo>
                  <a:lnTo>
                    <a:pt x="1935366" y="1078"/>
                  </a:lnTo>
                  <a:lnTo>
                    <a:pt x="1935407" y="1098"/>
                  </a:lnTo>
                  <a:lnTo>
                    <a:pt x="1935444" y="1121"/>
                  </a:lnTo>
                  <a:lnTo>
                    <a:pt x="1935494" y="1154"/>
                  </a:lnTo>
                  <a:lnTo>
                    <a:pt x="1935511" y="1168"/>
                  </a:lnTo>
                  <a:lnTo>
                    <a:pt x="1935535" y="1189"/>
                  </a:lnTo>
                  <a:lnTo>
                    <a:pt x="1935555" y="1213"/>
                  </a:lnTo>
                  <a:lnTo>
                    <a:pt x="1935573" y="1234"/>
                  </a:lnTo>
                  <a:lnTo>
                    <a:pt x="1935595" y="1264"/>
                  </a:lnTo>
                  <a:lnTo>
                    <a:pt x="1935612" y="1296"/>
                  </a:lnTo>
                  <a:lnTo>
                    <a:pt x="1935629" y="1339"/>
                  </a:lnTo>
                  <a:lnTo>
                    <a:pt x="1935637" y="1369"/>
                  </a:lnTo>
                  <a:lnTo>
                    <a:pt x="1935647" y="1398"/>
                  </a:lnTo>
                  <a:lnTo>
                    <a:pt x="1935651" y="1423"/>
                  </a:lnTo>
                  <a:lnTo>
                    <a:pt x="1935654" y="1446"/>
                  </a:lnTo>
                  <a:lnTo>
                    <a:pt x="1935654" y="1466"/>
                  </a:lnTo>
                  <a:lnTo>
                    <a:pt x="1935657" y="1493"/>
                  </a:lnTo>
                  <a:lnTo>
                    <a:pt x="1935657" y="1514"/>
                  </a:lnTo>
                  <a:lnTo>
                    <a:pt x="1935659" y="1544"/>
                  </a:lnTo>
                  <a:lnTo>
                    <a:pt x="1935666" y="1568"/>
                  </a:lnTo>
                  <a:lnTo>
                    <a:pt x="1935674" y="1588"/>
                  </a:lnTo>
                  <a:lnTo>
                    <a:pt x="1935686" y="1607"/>
                  </a:lnTo>
                  <a:lnTo>
                    <a:pt x="1935708" y="1638"/>
                  </a:lnTo>
                  <a:lnTo>
                    <a:pt x="1935746" y="1669"/>
                  </a:lnTo>
                  <a:lnTo>
                    <a:pt x="1935777" y="1696"/>
                  </a:lnTo>
                  <a:lnTo>
                    <a:pt x="1935827" y="1739"/>
                  </a:lnTo>
                  <a:lnTo>
                    <a:pt x="1935871" y="1772"/>
                  </a:lnTo>
                  <a:lnTo>
                    <a:pt x="1935916" y="1806"/>
                  </a:lnTo>
                  <a:lnTo>
                    <a:pt x="1935938" y="1822"/>
                  </a:lnTo>
                  <a:lnTo>
                    <a:pt x="1936036" y="1956"/>
                  </a:lnTo>
                  <a:lnTo>
                    <a:pt x="1936172" y="2237"/>
                  </a:lnTo>
                  <a:lnTo>
                    <a:pt x="1936344" y="2527"/>
                  </a:lnTo>
                  <a:lnTo>
                    <a:pt x="1936531" y="2747"/>
                  </a:lnTo>
                  <a:lnTo>
                    <a:pt x="1936537" y="2757"/>
                  </a:lnTo>
                  <a:lnTo>
                    <a:pt x="1936559" y="2780"/>
                  </a:lnTo>
                  <a:lnTo>
                    <a:pt x="1936584" y="2804"/>
                  </a:lnTo>
                  <a:lnTo>
                    <a:pt x="1936621" y="2827"/>
                  </a:lnTo>
                  <a:lnTo>
                    <a:pt x="1936697" y="2864"/>
                  </a:lnTo>
                  <a:lnTo>
                    <a:pt x="1936845" y="2930"/>
                  </a:lnTo>
                  <a:lnTo>
                    <a:pt x="1937000" y="2993"/>
                  </a:lnTo>
                  <a:lnTo>
                    <a:pt x="1937088" y="3022"/>
                  </a:lnTo>
                  <a:lnTo>
                    <a:pt x="1937133" y="3033"/>
                  </a:lnTo>
                  <a:lnTo>
                    <a:pt x="1937199" y="3043"/>
                  </a:lnTo>
                  <a:lnTo>
                    <a:pt x="1937261" y="3052"/>
                  </a:lnTo>
                  <a:lnTo>
                    <a:pt x="1937315" y="3057"/>
                  </a:lnTo>
                  <a:lnTo>
                    <a:pt x="1937411" y="3057"/>
                  </a:lnTo>
                  <a:lnTo>
                    <a:pt x="1937468" y="3051"/>
                  </a:lnTo>
                  <a:lnTo>
                    <a:pt x="1937529" y="3048"/>
                  </a:lnTo>
                  <a:lnTo>
                    <a:pt x="1937581" y="3042"/>
                  </a:lnTo>
                  <a:lnTo>
                    <a:pt x="1937642" y="3027"/>
                  </a:lnTo>
                  <a:lnTo>
                    <a:pt x="1937689" y="3012"/>
                  </a:lnTo>
                  <a:lnTo>
                    <a:pt x="1937738" y="2998"/>
                  </a:lnTo>
                  <a:lnTo>
                    <a:pt x="1937809" y="2978"/>
                  </a:lnTo>
                  <a:lnTo>
                    <a:pt x="1937859" y="2958"/>
                  </a:lnTo>
                  <a:lnTo>
                    <a:pt x="1937903" y="2941"/>
                  </a:lnTo>
                  <a:lnTo>
                    <a:pt x="1937947" y="2923"/>
                  </a:lnTo>
                  <a:lnTo>
                    <a:pt x="1937989" y="2907"/>
                  </a:lnTo>
                  <a:lnTo>
                    <a:pt x="1938031" y="2888"/>
                  </a:lnTo>
                  <a:lnTo>
                    <a:pt x="1938051" y="2881"/>
                  </a:lnTo>
                  <a:lnTo>
                    <a:pt x="1938078" y="2872"/>
                  </a:lnTo>
                  <a:lnTo>
                    <a:pt x="1938108" y="2865"/>
                  </a:lnTo>
                  <a:lnTo>
                    <a:pt x="1938231" y="2848"/>
                  </a:lnTo>
                  <a:lnTo>
                    <a:pt x="1938351" y="2833"/>
                  </a:lnTo>
                  <a:lnTo>
                    <a:pt x="1938479" y="2817"/>
                  </a:lnTo>
                  <a:lnTo>
                    <a:pt x="1938600" y="2802"/>
                  </a:lnTo>
                  <a:lnTo>
                    <a:pt x="1938701" y="2791"/>
                  </a:lnTo>
                  <a:lnTo>
                    <a:pt x="1938797" y="2785"/>
                  </a:lnTo>
                  <a:lnTo>
                    <a:pt x="1938861" y="2784"/>
                  </a:lnTo>
                  <a:lnTo>
                    <a:pt x="1938912" y="2784"/>
                  </a:lnTo>
                  <a:lnTo>
                    <a:pt x="1938962" y="2790"/>
                  </a:lnTo>
                  <a:lnTo>
                    <a:pt x="1939002" y="2798"/>
                  </a:lnTo>
                  <a:lnTo>
                    <a:pt x="1939018" y="2802"/>
                  </a:lnTo>
                  <a:lnTo>
                    <a:pt x="1939067" y="2812"/>
                  </a:lnTo>
                  <a:lnTo>
                    <a:pt x="1939116" y="2825"/>
                  </a:lnTo>
                  <a:lnTo>
                    <a:pt x="1939286" y="2870"/>
                  </a:lnTo>
                  <a:lnTo>
                    <a:pt x="1939381" y="2898"/>
                  </a:lnTo>
                  <a:lnTo>
                    <a:pt x="1939451" y="2918"/>
                  </a:lnTo>
                  <a:lnTo>
                    <a:pt x="1939490" y="2930"/>
                  </a:lnTo>
                  <a:lnTo>
                    <a:pt x="1939542" y="2942"/>
                  </a:lnTo>
                  <a:lnTo>
                    <a:pt x="1939621" y="2962"/>
                  </a:lnTo>
                  <a:lnTo>
                    <a:pt x="1939722" y="2982"/>
                  </a:lnTo>
                  <a:lnTo>
                    <a:pt x="1939800" y="2997"/>
                  </a:lnTo>
                  <a:lnTo>
                    <a:pt x="1940318" y="3146"/>
                  </a:lnTo>
                  <a:lnTo>
                    <a:pt x="1940713" y="3242"/>
                  </a:lnTo>
                  <a:lnTo>
                    <a:pt x="1941047" y="3291"/>
                  </a:lnTo>
                  <a:lnTo>
                    <a:pt x="1941079" y="3295"/>
                  </a:lnTo>
                  <a:lnTo>
                    <a:pt x="1941287" y="3296"/>
                  </a:lnTo>
                  <a:lnTo>
                    <a:pt x="1941324" y="3296"/>
                  </a:lnTo>
                  <a:lnTo>
                    <a:pt x="1941363" y="3299"/>
                  </a:lnTo>
                  <a:lnTo>
                    <a:pt x="1941417" y="3297"/>
                  </a:lnTo>
                  <a:lnTo>
                    <a:pt x="1941457" y="3295"/>
                  </a:lnTo>
                  <a:lnTo>
                    <a:pt x="1941494" y="3292"/>
                  </a:lnTo>
                  <a:lnTo>
                    <a:pt x="1941560" y="3285"/>
                  </a:lnTo>
                  <a:lnTo>
                    <a:pt x="1941626" y="3276"/>
                  </a:lnTo>
                  <a:lnTo>
                    <a:pt x="1941688" y="3269"/>
                  </a:lnTo>
                  <a:lnTo>
                    <a:pt x="1941720" y="3267"/>
                  </a:lnTo>
                  <a:lnTo>
                    <a:pt x="1941769" y="3262"/>
                  </a:lnTo>
                  <a:lnTo>
                    <a:pt x="1941823" y="3257"/>
                  </a:lnTo>
                  <a:lnTo>
                    <a:pt x="1941877" y="3252"/>
                  </a:lnTo>
                  <a:lnTo>
                    <a:pt x="1941963" y="3240"/>
                  </a:lnTo>
                  <a:lnTo>
                    <a:pt x="1942017" y="3233"/>
                  </a:lnTo>
                  <a:lnTo>
                    <a:pt x="1942049" y="3227"/>
                  </a:lnTo>
                  <a:lnTo>
                    <a:pt x="1942071" y="3226"/>
                  </a:lnTo>
                  <a:lnTo>
                    <a:pt x="1942103" y="3222"/>
                  </a:lnTo>
                  <a:lnTo>
                    <a:pt x="1942143" y="3216"/>
                  </a:lnTo>
                  <a:lnTo>
                    <a:pt x="1942191" y="3208"/>
                  </a:lnTo>
                  <a:lnTo>
                    <a:pt x="1942240" y="3202"/>
                  </a:lnTo>
                  <a:lnTo>
                    <a:pt x="1942268" y="3198"/>
                  </a:lnTo>
                  <a:lnTo>
                    <a:pt x="1942300" y="3198"/>
                  </a:lnTo>
                  <a:lnTo>
                    <a:pt x="1942356" y="3200"/>
                  </a:lnTo>
                  <a:lnTo>
                    <a:pt x="1942403" y="3201"/>
                  </a:lnTo>
                  <a:lnTo>
                    <a:pt x="1942438" y="3203"/>
                  </a:lnTo>
                  <a:lnTo>
                    <a:pt x="1942470" y="3199"/>
                  </a:lnTo>
                  <a:lnTo>
                    <a:pt x="1942526" y="3192"/>
                  </a:lnTo>
                  <a:lnTo>
                    <a:pt x="1942622" y="3182"/>
                  </a:lnTo>
                  <a:lnTo>
                    <a:pt x="1942637" y="3179"/>
                  </a:lnTo>
                  <a:lnTo>
                    <a:pt x="1942929" y="3184"/>
                  </a:lnTo>
                  <a:lnTo>
                    <a:pt x="1943161" y="3215"/>
                  </a:lnTo>
                  <a:lnTo>
                    <a:pt x="1943404" y="3293"/>
                  </a:lnTo>
                  <a:lnTo>
                    <a:pt x="1943873" y="3451"/>
                  </a:lnTo>
                  <a:lnTo>
                    <a:pt x="1944198" y="3556"/>
                  </a:lnTo>
                  <a:lnTo>
                    <a:pt x="1944322" y="3617"/>
                  </a:lnTo>
                  <a:lnTo>
                    <a:pt x="1944727" y="3903"/>
                  </a:lnTo>
                  <a:lnTo>
                    <a:pt x="1945312" y="4296"/>
                  </a:lnTo>
                  <a:lnTo>
                    <a:pt x="1946434" y="4857"/>
                  </a:lnTo>
                  <a:lnTo>
                    <a:pt x="1947302" y="5384"/>
                  </a:lnTo>
                  <a:lnTo>
                    <a:pt x="1947327" y="5398"/>
                  </a:lnTo>
                  <a:lnTo>
                    <a:pt x="1947359" y="5419"/>
                  </a:lnTo>
                  <a:lnTo>
                    <a:pt x="1947409" y="5451"/>
                  </a:lnTo>
                  <a:lnTo>
                    <a:pt x="1947443" y="5474"/>
                  </a:lnTo>
                  <a:lnTo>
                    <a:pt x="1947478" y="5495"/>
                  </a:lnTo>
                  <a:lnTo>
                    <a:pt x="1947505" y="5509"/>
                  </a:lnTo>
                  <a:lnTo>
                    <a:pt x="1948452" y="6182"/>
                  </a:lnTo>
                  <a:lnTo>
                    <a:pt x="1948494" y="6227"/>
                  </a:lnTo>
                  <a:lnTo>
                    <a:pt x="1948531" y="6272"/>
                  </a:lnTo>
                  <a:lnTo>
                    <a:pt x="1948549" y="6288"/>
                  </a:lnTo>
                  <a:lnTo>
                    <a:pt x="1948559" y="6314"/>
                  </a:lnTo>
                  <a:lnTo>
                    <a:pt x="1948566" y="6345"/>
                  </a:lnTo>
                  <a:lnTo>
                    <a:pt x="1948576" y="6378"/>
                  </a:lnTo>
                  <a:lnTo>
                    <a:pt x="1948581" y="6410"/>
                  </a:lnTo>
                  <a:lnTo>
                    <a:pt x="1948583" y="6431"/>
                  </a:lnTo>
                  <a:lnTo>
                    <a:pt x="1948586" y="6461"/>
                  </a:lnTo>
                  <a:lnTo>
                    <a:pt x="1948591" y="6488"/>
                  </a:lnTo>
                  <a:lnTo>
                    <a:pt x="1948594" y="6522"/>
                  </a:lnTo>
                  <a:lnTo>
                    <a:pt x="1948597" y="6552"/>
                  </a:lnTo>
                  <a:lnTo>
                    <a:pt x="1948594" y="6572"/>
                  </a:lnTo>
                  <a:lnTo>
                    <a:pt x="1948587" y="6603"/>
                  </a:lnTo>
                  <a:lnTo>
                    <a:pt x="1948584" y="6615"/>
                  </a:lnTo>
                  <a:lnTo>
                    <a:pt x="1948592" y="6643"/>
                  </a:lnTo>
                  <a:lnTo>
                    <a:pt x="1948602" y="6668"/>
                  </a:lnTo>
                  <a:lnTo>
                    <a:pt x="1948619" y="6718"/>
                  </a:lnTo>
                  <a:lnTo>
                    <a:pt x="1948637" y="6758"/>
                  </a:lnTo>
                  <a:lnTo>
                    <a:pt x="1948649" y="6781"/>
                  </a:lnTo>
                  <a:lnTo>
                    <a:pt x="1948662" y="6803"/>
                  </a:lnTo>
                  <a:lnTo>
                    <a:pt x="1948696" y="6846"/>
                  </a:lnTo>
                  <a:lnTo>
                    <a:pt x="1948756" y="6913"/>
                  </a:lnTo>
                  <a:lnTo>
                    <a:pt x="1948829" y="6996"/>
                  </a:lnTo>
                  <a:lnTo>
                    <a:pt x="1948938" y="7090"/>
                  </a:lnTo>
                  <a:lnTo>
                    <a:pt x="1948965" y="7110"/>
                  </a:lnTo>
                  <a:lnTo>
                    <a:pt x="1948997" y="7132"/>
                  </a:lnTo>
                  <a:lnTo>
                    <a:pt x="1949029" y="7153"/>
                  </a:lnTo>
                  <a:lnTo>
                    <a:pt x="1949063" y="7176"/>
                  </a:lnTo>
                  <a:lnTo>
                    <a:pt x="1949113" y="7204"/>
                  </a:lnTo>
                  <a:lnTo>
                    <a:pt x="1949142" y="7221"/>
                  </a:lnTo>
                  <a:lnTo>
                    <a:pt x="1949177" y="7235"/>
                  </a:lnTo>
                  <a:lnTo>
                    <a:pt x="1949219" y="7251"/>
                  </a:lnTo>
                  <a:lnTo>
                    <a:pt x="1949275" y="7271"/>
                  </a:lnTo>
                  <a:lnTo>
                    <a:pt x="1949307" y="7279"/>
                  </a:lnTo>
                  <a:lnTo>
                    <a:pt x="1949347" y="7287"/>
                  </a:lnTo>
                  <a:lnTo>
                    <a:pt x="1949378" y="7294"/>
                  </a:lnTo>
                  <a:lnTo>
                    <a:pt x="1949489" y="7307"/>
                  </a:lnTo>
                  <a:lnTo>
                    <a:pt x="1949557" y="7308"/>
                  </a:lnTo>
                  <a:lnTo>
                    <a:pt x="1949590" y="7308"/>
                  </a:lnTo>
                  <a:lnTo>
                    <a:pt x="1949621" y="7305"/>
                  </a:lnTo>
                  <a:lnTo>
                    <a:pt x="1949671" y="7301"/>
                  </a:lnTo>
                  <a:lnTo>
                    <a:pt x="1949707" y="7296"/>
                  </a:lnTo>
                  <a:lnTo>
                    <a:pt x="1949730" y="7291"/>
                  </a:lnTo>
                  <a:lnTo>
                    <a:pt x="1949764" y="7284"/>
                  </a:lnTo>
                  <a:lnTo>
                    <a:pt x="1949822" y="7269"/>
                  </a:lnTo>
                  <a:lnTo>
                    <a:pt x="1949862" y="7257"/>
                  </a:lnTo>
                  <a:lnTo>
                    <a:pt x="1949928" y="7232"/>
                  </a:lnTo>
                  <a:lnTo>
                    <a:pt x="1949961" y="7218"/>
                  </a:lnTo>
                  <a:lnTo>
                    <a:pt x="1949996" y="7202"/>
                  </a:lnTo>
                  <a:lnTo>
                    <a:pt x="1950043" y="7175"/>
                  </a:lnTo>
                  <a:lnTo>
                    <a:pt x="1950114" y="7138"/>
                  </a:lnTo>
                  <a:lnTo>
                    <a:pt x="1950180" y="7094"/>
                  </a:lnTo>
                  <a:lnTo>
                    <a:pt x="1950202" y="7083"/>
                  </a:lnTo>
                  <a:lnTo>
                    <a:pt x="1950229" y="7071"/>
                  </a:lnTo>
                  <a:lnTo>
                    <a:pt x="1950253" y="7059"/>
                  </a:lnTo>
                  <a:lnTo>
                    <a:pt x="1950275" y="7053"/>
                  </a:lnTo>
                  <a:lnTo>
                    <a:pt x="1950297" y="7042"/>
                  </a:lnTo>
                  <a:lnTo>
                    <a:pt x="1950329" y="7036"/>
                  </a:lnTo>
                  <a:lnTo>
                    <a:pt x="1950354" y="7031"/>
                  </a:lnTo>
                  <a:lnTo>
                    <a:pt x="1950376" y="7029"/>
                  </a:lnTo>
                  <a:lnTo>
                    <a:pt x="1950437" y="7022"/>
                  </a:lnTo>
                  <a:lnTo>
                    <a:pt x="1950503" y="7015"/>
                  </a:lnTo>
                  <a:lnTo>
                    <a:pt x="1950572" y="7010"/>
                  </a:lnTo>
                  <a:lnTo>
                    <a:pt x="1950618" y="7014"/>
                  </a:lnTo>
                  <a:lnTo>
                    <a:pt x="1950681" y="7008"/>
                  </a:lnTo>
                  <a:lnTo>
                    <a:pt x="1950747" y="7004"/>
                  </a:lnTo>
                  <a:lnTo>
                    <a:pt x="1950762" y="7003"/>
                  </a:lnTo>
                  <a:lnTo>
                    <a:pt x="1950794" y="7004"/>
                  </a:lnTo>
                  <a:lnTo>
                    <a:pt x="1950816" y="7008"/>
                  </a:lnTo>
                  <a:lnTo>
                    <a:pt x="1950838" y="7014"/>
                  </a:lnTo>
                  <a:lnTo>
                    <a:pt x="1950860" y="7021"/>
                  </a:lnTo>
                  <a:lnTo>
                    <a:pt x="1950887" y="7031"/>
                  </a:lnTo>
                  <a:lnTo>
                    <a:pt x="1950926" y="7049"/>
                  </a:lnTo>
                  <a:lnTo>
                    <a:pt x="1950953" y="7063"/>
                  </a:lnTo>
                  <a:lnTo>
                    <a:pt x="1950992" y="7081"/>
                  </a:lnTo>
                  <a:lnTo>
                    <a:pt x="1951044" y="7111"/>
                  </a:lnTo>
                  <a:lnTo>
                    <a:pt x="1951088" y="7139"/>
                  </a:lnTo>
                  <a:lnTo>
                    <a:pt x="1951137" y="7173"/>
                  </a:lnTo>
                  <a:lnTo>
                    <a:pt x="1951159" y="7188"/>
                  </a:lnTo>
                  <a:lnTo>
                    <a:pt x="1951199" y="7216"/>
                  </a:lnTo>
                  <a:lnTo>
                    <a:pt x="1951255" y="7258"/>
                  </a:lnTo>
                  <a:lnTo>
                    <a:pt x="1951304" y="7298"/>
                  </a:lnTo>
                  <a:lnTo>
                    <a:pt x="1951334" y="7323"/>
                  </a:lnTo>
                  <a:lnTo>
                    <a:pt x="1951343" y="7338"/>
                  </a:lnTo>
                  <a:lnTo>
                    <a:pt x="1951361" y="7361"/>
                  </a:lnTo>
                  <a:lnTo>
                    <a:pt x="1951380" y="7383"/>
                  </a:lnTo>
                  <a:lnTo>
                    <a:pt x="1951392" y="7398"/>
                  </a:lnTo>
                  <a:lnTo>
                    <a:pt x="1951409" y="7414"/>
                  </a:lnTo>
                  <a:lnTo>
                    <a:pt x="1951422" y="7430"/>
                  </a:lnTo>
                  <a:lnTo>
                    <a:pt x="1951437" y="7441"/>
                  </a:lnTo>
                  <a:lnTo>
                    <a:pt x="1951474" y="7469"/>
                  </a:lnTo>
                  <a:lnTo>
                    <a:pt x="1951503" y="7494"/>
                  </a:lnTo>
                  <a:lnTo>
                    <a:pt x="1951542" y="7530"/>
                  </a:lnTo>
                  <a:lnTo>
                    <a:pt x="1951589" y="7573"/>
                  </a:lnTo>
                  <a:lnTo>
                    <a:pt x="1951608" y="7598"/>
                  </a:lnTo>
                  <a:lnTo>
                    <a:pt x="1951618" y="7617"/>
                  </a:lnTo>
                  <a:lnTo>
                    <a:pt x="1951621" y="7635"/>
                  </a:lnTo>
                  <a:lnTo>
                    <a:pt x="1951623" y="7651"/>
                  </a:lnTo>
                  <a:lnTo>
                    <a:pt x="1951618" y="7673"/>
                  </a:lnTo>
                  <a:lnTo>
                    <a:pt x="1951606" y="7695"/>
                  </a:lnTo>
                  <a:lnTo>
                    <a:pt x="1951596" y="7713"/>
                  </a:lnTo>
                  <a:lnTo>
                    <a:pt x="1951589" y="7730"/>
                  </a:lnTo>
                  <a:lnTo>
                    <a:pt x="1951581" y="7750"/>
                  </a:lnTo>
                  <a:lnTo>
                    <a:pt x="1951579" y="7766"/>
                  </a:lnTo>
                  <a:lnTo>
                    <a:pt x="1951574" y="7788"/>
                  </a:lnTo>
                  <a:lnTo>
                    <a:pt x="1951574" y="7816"/>
                  </a:lnTo>
                  <a:lnTo>
                    <a:pt x="1951577" y="7853"/>
                  </a:lnTo>
                  <a:lnTo>
                    <a:pt x="1951576" y="7892"/>
                  </a:lnTo>
                  <a:lnTo>
                    <a:pt x="1951589" y="8007"/>
                  </a:lnTo>
                  <a:lnTo>
                    <a:pt x="1951594" y="8038"/>
                  </a:lnTo>
                  <a:lnTo>
                    <a:pt x="1951601" y="8072"/>
                  </a:lnTo>
                  <a:lnTo>
                    <a:pt x="1951609" y="8105"/>
                  </a:lnTo>
                  <a:lnTo>
                    <a:pt x="1951616" y="8137"/>
                  </a:lnTo>
                  <a:lnTo>
                    <a:pt x="1951623" y="8165"/>
                  </a:lnTo>
                  <a:lnTo>
                    <a:pt x="1951631" y="8187"/>
                  </a:lnTo>
                  <a:lnTo>
                    <a:pt x="1951638" y="8204"/>
                  </a:lnTo>
                  <a:lnTo>
                    <a:pt x="1951648" y="8222"/>
                  </a:lnTo>
                  <a:lnTo>
                    <a:pt x="1951662" y="8244"/>
                  </a:lnTo>
                  <a:lnTo>
                    <a:pt x="1951677" y="8264"/>
                  </a:lnTo>
                  <a:lnTo>
                    <a:pt x="1951697" y="8285"/>
                  </a:lnTo>
                  <a:lnTo>
                    <a:pt x="1951736" y="8325"/>
                  </a:lnTo>
                  <a:lnTo>
                    <a:pt x="1951770" y="8354"/>
                  </a:lnTo>
                  <a:lnTo>
                    <a:pt x="1951798" y="8375"/>
                  </a:lnTo>
                  <a:lnTo>
                    <a:pt x="1951832" y="8395"/>
                  </a:lnTo>
                  <a:lnTo>
                    <a:pt x="1951863" y="8411"/>
                  </a:lnTo>
                  <a:lnTo>
                    <a:pt x="1951886" y="8424"/>
                  </a:lnTo>
                  <a:lnTo>
                    <a:pt x="1951927" y="8439"/>
                  </a:lnTo>
                  <a:lnTo>
                    <a:pt x="1951964" y="8451"/>
                  </a:lnTo>
                  <a:lnTo>
                    <a:pt x="1951996" y="8459"/>
                  </a:lnTo>
                  <a:lnTo>
                    <a:pt x="1952045" y="8472"/>
                  </a:lnTo>
                  <a:lnTo>
                    <a:pt x="1952089" y="8481"/>
                  </a:lnTo>
                  <a:lnTo>
                    <a:pt x="1952134" y="8492"/>
                  </a:lnTo>
                  <a:lnTo>
                    <a:pt x="1952180" y="8506"/>
                  </a:lnTo>
                  <a:lnTo>
                    <a:pt x="1952207" y="8514"/>
                  </a:lnTo>
                  <a:lnTo>
                    <a:pt x="1952234" y="8527"/>
                  </a:lnTo>
                  <a:lnTo>
                    <a:pt x="1952273" y="8547"/>
                  </a:lnTo>
                  <a:lnTo>
                    <a:pt x="1952300" y="8564"/>
                  </a:lnTo>
                  <a:lnTo>
                    <a:pt x="1952339" y="8589"/>
                  </a:lnTo>
                  <a:lnTo>
                    <a:pt x="1952366" y="8609"/>
                  </a:lnTo>
                  <a:lnTo>
                    <a:pt x="1952391" y="8632"/>
                  </a:lnTo>
                  <a:lnTo>
                    <a:pt x="1952433" y="8676"/>
                  </a:lnTo>
                  <a:lnTo>
                    <a:pt x="1952449" y="8699"/>
                  </a:lnTo>
                  <a:lnTo>
                    <a:pt x="1952467" y="8727"/>
                  </a:lnTo>
                  <a:lnTo>
                    <a:pt x="1952477" y="8754"/>
                  </a:lnTo>
                  <a:lnTo>
                    <a:pt x="1952489" y="8786"/>
                  </a:lnTo>
                  <a:lnTo>
                    <a:pt x="1952494" y="8807"/>
                  </a:lnTo>
                  <a:lnTo>
                    <a:pt x="1952499" y="8831"/>
                  </a:lnTo>
                  <a:lnTo>
                    <a:pt x="1952504" y="8856"/>
                  </a:lnTo>
                  <a:lnTo>
                    <a:pt x="1952506" y="8876"/>
                  </a:lnTo>
                  <a:lnTo>
                    <a:pt x="1952509" y="8898"/>
                  </a:lnTo>
                  <a:lnTo>
                    <a:pt x="1952513" y="8919"/>
                  </a:lnTo>
                  <a:lnTo>
                    <a:pt x="1952523" y="8951"/>
                  </a:lnTo>
                  <a:lnTo>
                    <a:pt x="1952531" y="8983"/>
                  </a:lnTo>
                  <a:lnTo>
                    <a:pt x="1952545" y="9021"/>
                  </a:lnTo>
                  <a:lnTo>
                    <a:pt x="1952560" y="9051"/>
                  </a:lnTo>
                  <a:lnTo>
                    <a:pt x="1952582" y="9083"/>
                  </a:lnTo>
                  <a:lnTo>
                    <a:pt x="1952604" y="9124"/>
                  </a:lnTo>
                  <a:lnTo>
                    <a:pt x="1952626" y="9156"/>
                  </a:lnTo>
                  <a:lnTo>
                    <a:pt x="1952643" y="9178"/>
                  </a:lnTo>
                  <a:lnTo>
                    <a:pt x="1952660" y="9194"/>
                  </a:lnTo>
                  <a:lnTo>
                    <a:pt x="1952685" y="9214"/>
                  </a:lnTo>
                  <a:lnTo>
                    <a:pt x="1952709" y="9231"/>
                  </a:lnTo>
                  <a:lnTo>
                    <a:pt x="1952734" y="9248"/>
                  </a:lnTo>
                  <a:lnTo>
                    <a:pt x="1952756" y="9263"/>
                  </a:lnTo>
                  <a:lnTo>
                    <a:pt x="1952778" y="9274"/>
                  </a:lnTo>
                  <a:lnTo>
                    <a:pt x="1952782" y="9278"/>
                  </a:lnTo>
                  <a:lnTo>
                    <a:pt x="1952802" y="9288"/>
                  </a:lnTo>
                  <a:lnTo>
                    <a:pt x="1952825" y="9300"/>
                  </a:lnTo>
                  <a:lnTo>
                    <a:pt x="1952856" y="9311"/>
                  </a:lnTo>
                  <a:lnTo>
                    <a:pt x="1952895" y="9326"/>
                  </a:lnTo>
                  <a:lnTo>
                    <a:pt x="1952932" y="9339"/>
                  </a:lnTo>
                  <a:lnTo>
                    <a:pt x="1953006" y="9361"/>
                  </a:lnTo>
                  <a:lnTo>
                    <a:pt x="1953077" y="9379"/>
                  </a:lnTo>
                  <a:lnTo>
                    <a:pt x="1953168" y="9400"/>
                  </a:lnTo>
                  <a:lnTo>
                    <a:pt x="1953199" y="9406"/>
                  </a:lnTo>
                  <a:lnTo>
                    <a:pt x="1953522" y="9385"/>
                  </a:lnTo>
                  <a:lnTo>
                    <a:pt x="1953656" y="9366"/>
                  </a:lnTo>
                  <a:lnTo>
                    <a:pt x="1953814" y="9312"/>
                  </a:lnTo>
                  <a:lnTo>
                    <a:pt x="1954134" y="9140"/>
                  </a:lnTo>
                  <a:lnTo>
                    <a:pt x="1954141" y="9134"/>
                  </a:lnTo>
                  <a:lnTo>
                    <a:pt x="1954175" y="9109"/>
                  </a:lnTo>
                  <a:lnTo>
                    <a:pt x="1954234" y="9071"/>
                  </a:lnTo>
                  <a:lnTo>
                    <a:pt x="1954305" y="9027"/>
                  </a:lnTo>
                  <a:lnTo>
                    <a:pt x="1954345" y="8997"/>
                  </a:lnTo>
                  <a:lnTo>
                    <a:pt x="1954371" y="8978"/>
                  </a:lnTo>
                  <a:lnTo>
                    <a:pt x="1954418" y="8947"/>
                  </a:lnTo>
                  <a:lnTo>
                    <a:pt x="1954497" y="8891"/>
                  </a:lnTo>
                  <a:lnTo>
                    <a:pt x="1954541" y="8854"/>
                  </a:lnTo>
                  <a:lnTo>
                    <a:pt x="1954563" y="8837"/>
                  </a:lnTo>
                  <a:lnTo>
                    <a:pt x="1954636" y="8772"/>
                  </a:lnTo>
                  <a:lnTo>
                    <a:pt x="1954674" y="8742"/>
                  </a:lnTo>
                  <a:lnTo>
                    <a:pt x="1954708" y="8711"/>
                  </a:lnTo>
                  <a:lnTo>
                    <a:pt x="1954730" y="8694"/>
                  </a:lnTo>
                  <a:lnTo>
                    <a:pt x="1954757" y="8674"/>
                  </a:lnTo>
                  <a:lnTo>
                    <a:pt x="1954799" y="8646"/>
                  </a:lnTo>
                  <a:lnTo>
                    <a:pt x="1954826" y="8626"/>
                  </a:lnTo>
                  <a:lnTo>
                    <a:pt x="1954833" y="8623"/>
                  </a:lnTo>
                  <a:lnTo>
                    <a:pt x="1954897" y="8582"/>
                  </a:lnTo>
                  <a:lnTo>
                    <a:pt x="1954954" y="8552"/>
                  </a:lnTo>
                  <a:lnTo>
                    <a:pt x="1955008" y="8527"/>
                  </a:lnTo>
                  <a:lnTo>
                    <a:pt x="1955064" y="8501"/>
                  </a:lnTo>
                  <a:lnTo>
                    <a:pt x="1955118" y="8477"/>
                  </a:lnTo>
                  <a:lnTo>
                    <a:pt x="1955165" y="8457"/>
                  </a:lnTo>
                  <a:lnTo>
                    <a:pt x="1955228" y="8434"/>
                  </a:lnTo>
                  <a:lnTo>
                    <a:pt x="1955277" y="8421"/>
                  </a:lnTo>
                  <a:lnTo>
                    <a:pt x="1955331" y="8411"/>
                  </a:lnTo>
                  <a:lnTo>
                    <a:pt x="1955376" y="8404"/>
                  </a:lnTo>
                  <a:lnTo>
                    <a:pt x="1955410" y="8401"/>
                  </a:lnTo>
                  <a:lnTo>
                    <a:pt x="1955447" y="8401"/>
                  </a:lnTo>
                  <a:lnTo>
                    <a:pt x="1955498" y="8404"/>
                  </a:lnTo>
                  <a:lnTo>
                    <a:pt x="1955527" y="8409"/>
                  </a:lnTo>
                  <a:lnTo>
                    <a:pt x="1955557" y="8414"/>
                  </a:lnTo>
                  <a:lnTo>
                    <a:pt x="1955589" y="8418"/>
                  </a:lnTo>
                  <a:lnTo>
                    <a:pt x="1955630" y="8419"/>
                  </a:lnTo>
                  <a:lnTo>
                    <a:pt x="1955662" y="8418"/>
                  </a:lnTo>
                  <a:lnTo>
                    <a:pt x="1955692" y="8414"/>
                  </a:lnTo>
                  <a:lnTo>
                    <a:pt x="1955726" y="8408"/>
                  </a:lnTo>
                  <a:lnTo>
                    <a:pt x="1955763" y="8400"/>
                  </a:lnTo>
                  <a:lnTo>
                    <a:pt x="1955804" y="8389"/>
                  </a:lnTo>
                  <a:lnTo>
                    <a:pt x="1955844" y="8376"/>
                  </a:lnTo>
                  <a:lnTo>
                    <a:pt x="1955881" y="8363"/>
                  </a:lnTo>
                  <a:lnTo>
                    <a:pt x="1956635" y="8139"/>
                  </a:lnTo>
                  <a:lnTo>
                    <a:pt x="1957081" y="8052"/>
                  </a:lnTo>
                  <a:lnTo>
                    <a:pt x="1957483" y="8009"/>
                  </a:lnTo>
                  <a:lnTo>
                    <a:pt x="1957508" y="8004"/>
                  </a:lnTo>
                  <a:lnTo>
                    <a:pt x="1957554" y="8002"/>
                  </a:lnTo>
                  <a:lnTo>
                    <a:pt x="1957601" y="7999"/>
                  </a:lnTo>
                  <a:lnTo>
                    <a:pt x="1957652" y="7996"/>
                  </a:lnTo>
                  <a:lnTo>
                    <a:pt x="1957704" y="7996"/>
                  </a:lnTo>
                  <a:lnTo>
                    <a:pt x="1957726" y="7996"/>
                  </a:lnTo>
                  <a:lnTo>
                    <a:pt x="1957773" y="8001"/>
                  </a:lnTo>
                  <a:lnTo>
                    <a:pt x="1957807" y="8009"/>
                  </a:lnTo>
                  <a:lnTo>
                    <a:pt x="1957846" y="8021"/>
                  </a:lnTo>
                  <a:lnTo>
                    <a:pt x="1957903" y="8043"/>
                  </a:lnTo>
                  <a:lnTo>
                    <a:pt x="1957971" y="8073"/>
                  </a:lnTo>
                  <a:lnTo>
                    <a:pt x="1958005" y="8091"/>
                  </a:lnTo>
                  <a:lnTo>
                    <a:pt x="1958037" y="8111"/>
                  </a:lnTo>
                  <a:lnTo>
                    <a:pt x="1958059" y="8128"/>
                  </a:lnTo>
                  <a:lnTo>
                    <a:pt x="1958088" y="8150"/>
                  </a:lnTo>
                  <a:lnTo>
                    <a:pt x="1958118" y="8180"/>
                  </a:lnTo>
                  <a:lnTo>
                    <a:pt x="1958167" y="8228"/>
                  </a:lnTo>
                  <a:lnTo>
                    <a:pt x="1958216" y="8281"/>
                  </a:lnTo>
                  <a:lnTo>
                    <a:pt x="1958257" y="8338"/>
                  </a:lnTo>
                  <a:lnTo>
                    <a:pt x="1958289" y="8387"/>
                  </a:lnTo>
                  <a:lnTo>
                    <a:pt x="1958296" y="8401"/>
                  </a:lnTo>
                  <a:lnTo>
                    <a:pt x="1958306" y="8418"/>
                  </a:lnTo>
                  <a:lnTo>
                    <a:pt x="1958340" y="8475"/>
                  </a:lnTo>
                  <a:lnTo>
                    <a:pt x="1958372" y="8529"/>
                  </a:lnTo>
                  <a:lnTo>
                    <a:pt x="1958389" y="8570"/>
                  </a:lnTo>
                  <a:lnTo>
                    <a:pt x="1958404" y="8614"/>
                  </a:lnTo>
                  <a:lnTo>
                    <a:pt x="1958411" y="8634"/>
                  </a:lnTo>
                  <a:lnTo>
                    <a:pt x="1958423" y="8657"/>
                  </a:lnTo>
                  <a:lnTo>
                    <a:pt x="1958437" y="8677"/>
                  </a:lnTo>
                  <a:lnTo>
                    <a:pt x="1958452" y="8694"/>
                  </a:lnTo>
                  <a:lnTo>
                    <a:pt x="1958477" y="8717"/>
                  </a:lnTo>
                  <a:lnTo>
                    <a:pt x="1958501" y="8732"/>
                  </a:lnTo>
                  <a:lnTo>
                    <a:pt x="1958572" y="8777"/>
                  </a:lnTo>
                  <a:lnTo>
                    <a:pt x="1958631" y="8817"/>
                  </a:lnTo>
                  <a:lnTo>
                    <a:pt x="1958704" y="8874"/>
                  </a:lnTo>
                  <a:lnTo>
                    <a:pt x="1958821" y="8959"/>
                  </a:lnTo>
                  <a:lnTo>
                    <a:pt x="1958865" y="8994"/>
                  </a:lnTo>
                  <a:lnTo>
                    <a:pt x="1958902" y="9019"/>
                  </a:lnTo>
                  <a:lnTo>
                    <a:pt x="1958955" y="9054"/>
                  </a:lnTo>
                  <a:lnTo>
                    <a:pt x="1959019" y="9094"/>
                  </a:lnTo>
                  <a:lnTo>
                    <a:pt x="1959064" y="9113"/>
                  </a:lnTo>
                  <a:lnTo>
                    <a:pt x="1959100" y="9126"/>
                  </a:lnTo>
                  <a:lnTo>
                    <a:pt x="1959129" y="9138"/>
                  </a:lnTo>
                  <a:lnTo>
                    <a:pt x="1959152" y="9150"/>
                  </a:lnTo>
                  <a:lnTo>
                    <a:pt x="1959181" y="9168"/>
                  </a:lnTo>
                  <a:lnTo>
                    <a:pt x="1959203" y="9186"/>
                  </a:lnTo>
                  <a:lnTo>
                    <a:pt x="1959242" y="9216"/>
                  </a:lnTo>
                  <a:lnTo>
                    <a:pt x="1959278" y="9251"/>
                  </a:lnTo>
                  <a:lnTo>
                    <a:pt x="1959325" y="9293"/>
                  </a:lnTo>
                  <a:lnTo>
                    <a:pt x="1959364" y="9327"/>
                  </a:lnTo>
                  <a:lnTo>
                    <a:pt x="1959393" y="9348"/>
                  </a:lnTo>
                  <a:lnTo>
                    <a:pt x="1959457" y="9388"/>
                  </a:lnTo>
                  <a:lnTo>
                    <a:pt x="1959604" y="9480"/>
                  </a:lnTo>
                  <a:lnTo>
                    <a:pt x="1959687" y="9528"/>
                  </a:lnTo>
                  <a:lnTo>
                    <a:pt x="1959819" y="9597"/>
                  </a:lnTo>
                  <a:lnTo>
                    <a:pt x="1959943" y="9659"/>
                  </a:lnTo>
                  <a:lnTo>
                    <a:pt x="1959987" y="9681"/>
                  </a:lnTo>
                  <a:lnTo>
                    <a:pt x="1960034" y="9701"/>
                  </a:lnTo>
                  <a:lnTo>
                    <a:pt x="1960313" y="9810"/>
                  </a:lnTo>
                  <a:lnTo>
                    <a:pt x="1960386" y="9835"/>
                  </a:lnTo>
                  <a:lnTo>
                    <a:pt x="1960425" y="9848"/>
                  </a:lnTo>
                  <a:lnTo>
                    <a:pt x="1960546" y="9936"/>
                  </a:lnTo>
                  <a:lnTo>
                    <a:pt x="1960774" y="10073"/>
                  </a:lnTo>
                  <a:lnTo>
                    <a:pt x="1961012" y="10319"/>
                  </a:lnTo>
                  <a:lnTo>
                    <a:pt x="1961127" y="10515"/>
                  </a:lnTo>
                  <a:lnTo>
                    <a:pt x="1961242" y="10711"/>
                  </a:lnTo>
                  <a:lnTo>
                    <a:pt x="1961257" y="10750"/>
                  </a:lnTo>
                  <a:lnTo>
                    <a:pt x="1961324" y="10875"/>
                  </a:lnTo>
                  <a:lnTo>
                    <a:pt x="1961343" y="10904"/>
                  </a:lnTo>
                  <a:lnTo>
                    <a:pt x="1961366" y="10936"/>
                  </a:lnTo>
                  <a:lnTo>
                    <a:pt x="1961395" y="10974"/>
                  </a:lnTo>
                  <a:lnTo>
                    <a:pt x="1961521" y="11159"/>
                  </a:lnTo>
                  <a:lnTo>
                    <a:pt x="1961627" y="11317"/>
                  </a:lnTo>
                  <a:lnTo>
                    <a:pt x="1961704" y="11467"/>
                  </a:lnTo>
                  <a:lnTo>
                    <a:pt x="1961716" y="11497"/>
                  </a:lnTo>
                  <a:lnTo>
                    <a:pt x="1961761" y="11609"/>
                  </a:lnTo>
                  <a:lnTo>
                    <a:pt x="1961781" y="11672"/>
                  </a:lnTo>
                  <a:lnTo>
                    <a:pt x="1961798" y="11727"/>
                  </a:lnTo>
                  <a:lnTo>
                    <a:pt x="1961808" y="11765"/>
                  </a:lnTo>
                  <a:lnTo>
                    <a:pt x="1961813" y="11794"/>
                  </a:lnTo>
                  <a:lnTo>
                    <a:pt x="1961823" y="11825"/>
                  </a:lnTo>
                  <a:lnTo>
                    <a:pt x="1961852" y="11895"/>
                  </a:lnTo>
                  <a:lnTo>
                    <a:pt x="1961882" y="11955"/>
                  </a:lnTo>
                  <a:lnTo>
                    <a:pt x="1961907" y="11998"/>
                  </a:lnTo>
                  <a:lnTo>
                    <a:pt x="1961931" y="12029"/>
                  </a:lnTo>
                  <a:lnTo>
                    <a:pt x="1961973" y="12107"/>
                  </a:lnTo>
                  <a:lnTo>
                    <a:pt x="1962039" y="12133"/>
                  </a:lnTo>
                  <a:lnTo>
                    <a:pt x="1962109" y="12161"/>
                  </a:lnTo>
                  <a:lnTo>
                    <a:pt x="1962245" y="12253"/>
                  </a:lnTo>
                  <a:lnTo>
                    <a:pt x="1962287" y="12331"/>
                  </a:lnTo>
                  <a:lnTo>
                    <a:pt x="1962304" y="12361"/>
                  </a:lnTo>
                  <a:lnTo>
                    <a:pt x="1962366" y="12653"/>
                  </a:lnTo>
                  <a:lnTo>
                    <a:pt x="1962444" y="12912"/>
                  </a:lnTo>
                  <a:lnTo>
                    <a:pt x="1962624" y="13157"/>
                  </a:lnTo>
                  <a:lnTo>
                    <a:pt x="1962823" y="13334"/>
                  </a:lnTo>
                  <a:lnTo>
                    <a:pt x="1962977" y="13441"/>
                  </a:lnTo>
                  <a:lnTo>
                    <a:pt x="1963182" y="13529"/>
                  </a:lnTo>
                  <a:lnTo>
                    <a:pt x="1963275" y="13557"/>
                  </a:lnTo>
                  <a:lnTo>
                    <a:pt x="1963398" y="13594"/>
                  </a:lnTo>
                  <a:lnTo>
                    <a:pt x="1963698" y="13632"/>
                  </a:lnTo>
                  <a:lnTo>
                    <a:pt x="1963885" y="13642"/>
                  </a:lnTo>
                  <a:lnTo>
                    <a:pt x="1964044" y="13681"/>
                  </a:lnTo>
                  <a:lnTo>
                    <a:pt x="1964195" y="13748"/>
                  </a:lnTo>
                  <a:lnTo>
                    <a:pt x="1964379" y="13829"/>
                  </a:lnTo>
                  <a:lnTo>
                    <a:pt x="1964411" y="13846"/>
                  </a:lnTo>
                  <a:lnTo>
                    <a:pt x="1964438" y="13864"/>
                  </a:lnTo>
                  <a:lnTo>
                    <a:pt x="1964460" y="13879"/>
                  </a:lnTo>
                  <a:lnTo>
                    <a:pt x="1964545" y="13957"/>
                  </a:lnTo>
                  <a:lnTo>
                    <a:pt x="1964714" y="14145"/>
                  </a:lnTo>
                  <a:lnTo>
                    <a:pt x="1964754" y="14190"/>
                  </a:lnTo>
                  <a:lnTo>
                    <a:pt x="1964800" y="14250"/>
                  </a:lnTo>
                  <a:lnTo>
                    <a:pt x="1964873" y="14382"/>
                  </a:lnTo>
                  <a:lnTo>
                    <a:pt x="1965004" y="14628"/>
                  </a:lnTo>
                  <a:lnTo>
                    <a:pt x="1965014" y="14649"/>
                  </a:lnTo>
                  <a:lnTo>
                    <a:pt x="1965022" y="14669"/>
                  </a:lnTo>
                  <a:lnTo>
                    <a:pt x="1965021" y="14705"/>
                  </a:lnTo>
                  <a:lnTo>
                    <a:pt x="1965024" y="14723"/>
                  </a:lnTo>
                  <a:lnTo>
                    <a:pt x="1965031" y="14759"/>
                  </a:lnTo>
                  <a:lnTo>
                    <a:pt x="1965039" y="14780"/>
                  </a:lnTo>
                  <a:lnTo>
                    <a:pt x="1965051" y="14805"/>
                  </a:lnTo>
                  <a:lnTo>
                    <a:pt x="1965065" y="14824"/>
                  </a:lnTo>
                  <a:lnTo>
                    <a:pt x="1965095" y="14852"/>
                  </a:lnTo>
                  <a:lnTo>
                    <a:pt x="1965197" y="14945"/>
                  </a:lnTo>
                  <a:lnTo>
                    <a:pt x="1965231" y="14970"/>
                  </a:lnTo>
                  <a:lnTo>
                    <a:pt x="1965275" y="15002"/>
                  </a:lnTo>
                  <a:lnTo>
                    <a:pt x="1965341" y="15039"/>
                  </a:lnTo>
                  <a:lnTo>
                    <a:pt x="1965402" y="15066"/>
                  </a:lnTo>
                  <a:lnTo>
                    <a:pt x="1965434" y="15074"/>
                  </a:lnTo>
                  <a:lnTo>
                    <a:pt x="1965468" y="15082"/>
                  </a:lnTo>
                  <a:lnTo>
                    <a:pt x="1965561" y="15104"/>
                  </a:lnTo>
                  <a:lnTo>
                    <a:pt x="1965620" y="15116"/>
                  </a:lnTo>
                  <a:lnTo>
                    <a:pt x="1965649" y="15119"/>
                  </a:lnTo>
                  <a:lnTo>
                    <a:pt x="1965679" y="15119"/>
                  </a:lnTo>
                  <a:lnTo>
                    <a:pt x="1965730" y="15119"/>
                  </a:lnTo>
                  <a:lnTo>
                    <a:pt x="1965757" y="15118"/>
                  </a:lnTo>
                  <a:lnTo>
                    <a:pt x="1965791" y="15113"/>
                  </a:lnTo>
                  <a:lnTo>
                    <a:pt x="1965864" y="15098"/>
                  </a:lnTo>
                  <a:lnTo>
                    <a:pt x="1965964" y="15065"/>
                  </a:lnTo>
                  <a:lnTo>
                    <a:pt x="1966006" y="15050"/>
                  </a:lnTo>
                  <a:lnTo>
                    <a:pt x="1966130" y="15055"/>
                  </a:lnTo>
                  <a:lnTo>
                    <a:pt x="1966282" y="15070"/>
                  </a:lnTo>
                  <a:lnTo>
                    <a:pt x="1966727" y="15153"/>
                  </a:lnTo>
                  <a:lnTo>
                    <a:pt x="1967054" y="15257"/>
                  </a:lnTo>
                  <a:lnTo>
                    <a:pt x="1967594" y="15520"/>
                  </a:lnTo>
                  <a:lnTo>
                    <a:pt x="1967626" y="15563"/>
                  </a:lnTo>
                  <a:lnTo>
                    <a:pt x="1967648" y="15583"/>
                  </a:lnTo>
                  <a:lnTo>
                    <a:pt x="1967665" y="15597"/>
                  </a:lnTo>
                  <a:lnTo>
                    <a:pt x="1967682" y="15607"/>
                  </a:lnTo>
                  <a:lnTo>
                    <a:pt x="1967711" y="15624"/>
                  </a:lnTo>
                  <a:lnTo>
                    <a:pt x="1967755" y="15642"/>
                  </a:lnTo>
                  <a:lnTo>
                    <a:pt x="1967777" y="15649"/>
                  </a:lnTo>
                  <a:lnTo>
                    <a:pt x="1967855" y="15669"/>
                  </a:lnTo>
                  <a:lnTo>
                    <a:pt x="1968026" y="15703"/>
                  </a:lnTo>
                  <a:lnTo>
                    <a:pt x="1968060" y="15707"/>
                  </a:lnTo>
                  <a:lnTo>
                    <a:pt x="1968136" y="15716"/>
                  </a:lnTo>
                  <a:lnTo>
                    <a:pt x="1968375" y="15738"/>
                  </a:lnTo>
                  <a:lnTo>
                    <a:pt x="1968493" y="15747"/>
                  </a:lnTo>
                  <a:lnTo>
                    <a:pt x="1968590" y="15754"/>
                  </a:lnTo>
                  <a:lnTo>
                    <a:pt x="1968698" y="15760"/>
                  </a:lnTo>
                  <a:lnTo>
                    <a:pt x="1969006" y="15777"/>
                  </a:lnTo>
                  <a:lnTo>
                    <a:pt x="1969125" y="15783"/>
                  </a:lnTo>
                  <a:lnTo>
                    <a:pt x="1969233" y="15786"/>
                  </a:lnTo>
                  <a:lnTo>
                    <a:pt x="1969345" y="15783"/>
                  </a:lnTo>
                  <a:lnTo>
                    <a:pt x="1969445" y="15777"/>
                  </a:lnTo>
                  <a:lnTo>
                    <a:pt x="1970818" y="15632"/>
                  </a:lnTo>
                  <a:lnTo>
                    <a:pt x="1971378" y="15515"/>
                  </a:lnTo>
                  <a:lnTo>
                    <a:pt x="1971651" y="15487"/>
                  </a:lnTo>
                  <a:lnTo>
                    <a:pt x="1972013" y="15496"/>
                  </a:lnTo>
                  <a:lnTo>
                    <a:pt x="1972037" y="15499"/>
                  </a:lnTo>
                  <a:lnTo>
                    <a:pt x="1972069" y="15502"/>
                  </a:lnTo>
                  <a:lnTo>
                    <a:pt x="1972306" y="15515"/>
                  </a:lnTo>
                  <a:lnTo>
                    <a:pt x="1972347" y="15517"/>
                  </a:lnTo>
                  <a:lnTo>
                    <a:pt x="1972391" y="15518"/>
                  </a:lnTo>
                  <a:lnTo>
                    <a:pt x="1972433" y="15518"/>
                  </a:lnTo>
                  <a:lnTo>
                    <a:pt x="1972479" y="15511"/>
                  </a:lnTo>
                  <a:lnTo>
                    <a:pt x="1972565" y="15500"/>
                  </a:lnTo>
                  <a:lnTo>
                    <a:pt x="1972590" y="15497"/>
                  </a:lnTo>
                  <a:lnTo>
                    <a:pt x="1972648" y="15490"/>
                  </a:lnTo>
                  <a:lnTo>
                    <a:pt x="1972692" y="15486"/>
                  </a:lnTo>
                  <a:lnTo>
                    <a:pt x="1972734" y="15487"/>
                  </a:lnTo>
                  <a:lnTo>
                    <a:pt x="1972790" y="15494"/>
                  </a:lnTo>
                  <a:lnTo>
                    <a:pt x="1972865" y="15505"/>
                  </a:lnTo>
                  <a:lnTo>
                    <a:pt x="1972919" y="15513"/>
                  </a:lnTo>
                  <a:lnTo>
                    <a:pt x="1973380" y="15572"/>
                  </a:lnTo>
                  <a:lnTo>
                    <a:pt x="1973780" y="15614"/>
                  </a:lnTo>
                  <a:lnTo>
                    <a:pt x="1974176" y="15655"/>
                  </a:lnTo>
                  <a:lnTo>
                    <a:pt x="1974451" y="15680"/>
                  </a:lnTo>
                  <a:lnTo>
                    <a:pt x="1974483" y="15683"/>
                  </a:lnTo>
                  <a:lnTo>
                    <a:pt x="1974571" y="15693"/>
                  </a:lnTo>
                  <a:lnTo>
                    <a:pt x="1974610" y="15700"/>
                  </a:lnTo>
                  <a:lnTo>
                    <a:pt x="1974646" y="15709"/>
                  </a:lnTo>
                  <a:lnTo>
                    <a:pt x="1974683" y="15718"/>
                  </a:lnTo>
                  <a:lnTo>
                    <a:pt x="1974734" y="15731"/>
                  </a:lnTo>
                  <a:lnTo>
                    <a:pt x="1974780" y="15746"/>
                  </a:lnTo>
                  <a:lnTo>
                    <a:pt x="1975142" y="15903"/>
                  </a:lnTo>
                  <a:lnTo>
                    <a:pt x="1975203" y="15935"/>
                  </a:lnTo>
                  <a:lnTo>
                    <a:pt x="1975244" y="15955"/>
                  </a:lnTo>
                  <a:lnTo>
                    <a:pt x="1975303" y="15982"/>
                  </a:lnTo>
                  <a:lnTo>
                    <a:pt x="1975342" y="15999"/>
                  </a:lnTo>
                  <a:lnTo>
                    <a:pt x="1975419" y="16022"/>
                  </a:lnTo>
                  <a:lnTo>
                    <a:pt x="1975500" y="16039"/>
                  </a:lnTo>
                  <a:lnTo>
                    <a:pt x="1975607" y="16046"/>
                  </a:lnTo>
                  <a:lnTo>
                    <a:pt x="1975697" y="16053"/>
                  </a:lnTo>
                  <a:lnTo>
                    <a:pt x="1975753" y="16063"/>
                  </a:lnTo>
                  <a:lnTo>
                    <a:pt x="1975812" y="16075"/>
                  </a:lnTo>
                  <a:lnTo>
                    <a:pt x="1975912" y="16099"/>
                  </a:lnTo>
                  <a:lnTo>
                    <a:pt x="1975961" y="16115"/>
                  </a:lnTo>
                  <a:lnTo>
                    <a:pt x="1975990" y="16126"/>
                  </a:lnTo>
                  <a:lnTo>
                    <a:pt x="1976065" y="16157"/>
                  </a:lnTo>
                  <a:lnTo>
                    <a:pt x="1976104" y="16177"/>
                  </a:lnTo>
                  <a:lnTo>
                    <a:pt x="1976259" y="16260"/>
                  </a:lnTo>
                  <a:lnTo>
                    <a:pt x="1976290" y="16276"/>
                  </a:lnTo>
                  <a:lnTo>
                    <a:pt x="1976318" y="16296"/>
                  </a:lnTo>
                  <a:lnTo>
                    <a:pt x="1976329" y="16305"/>
                  </a:lnTo>
                  <a:lnTo>
                    <a:pt x="1976349" y="16323"/>
                  </a:lnTo>
                  <a:lnTo>
                    <a:pt x="1976370" y="16348"/>
                  </a:lnTo>
                  <a:lnTo>
                    <a:pt x="1976437" y="16434"/>
                  </a:lnTo>
                  <a:lnTo>
                    <a:pt x="1976454" y="16462"/>
                  </a:lnTo>
                  <a:lnTo>
                    <a:pt x="1976468" y="16487"/>
                  </a:lnTo>
                  <a:lnTo>
                    <a:pt x="1976478" y="16509"/>
                  </a:lnTo>
                  <a:lnTo>
                    <a:pt x="1976487" y="16542"/>
                  </a:lnTo>
                  <a:lnTo>
                    <a:pt x="1976492" y="16572"/>
                  </a:lnTo>
                  <a:lnTo>
                    <a:pt x="1976491" y="16601"/>
                  </a:lnTo>
                  <a:lnTo>
                    <a:pt x="1976486" y="16640"/>
                  </a:lnTo>
                  <a:lnTo>
                    <a:pt x="1976476" y="16660"/>
                  </a:lnTo>
                  <a:lnTo>
                    <a:pt x="1976461" y="16687"/>
                  </a:lnTo>
                  <a:lnTo>
                    <a:pt x="1976274" y="16989"/>
                  </a:lnTo>
                  <a:lnTo>
                    <a:pt x="1976237" y="17034"/>
                  </a:lnTo>
                  <a:lnTo>
                    <a:pt x="1976215" y="17061"/>
                  </a:lnTo>
                  <a:lnTo>
                    <a:pt x="1976180" y="17096"/>
                  </a:lnTo>
                  <a:lnTo>
                    <a:pt x="1976158" y="17115"/>
                  </a:lnTo>
                  <a:lnTo>
                    <a:pt x="1976138" y="17135"/>
                  </a:lnTo>
                  <a:lnTo>
                    <a:pt x="1976101" y="17178"/>
                  </a:lnTo>
                  <a:lnTo>
                    <a:pt x="1976071" y="17220"/>
                  </a:lnTo>
                  <a:lnTo>
                    <a:pt x="1976053" y="17251"/>
                  </a:lnTo>
                  <a:lnTo>
                    <a:pt x="1975989" y="17368"/>
                  </a:lnTo>
                  <a:lnTo>
                    <a:pt x="1975961" y="17422"/>
                  </a:lnTo>
                  <a:lnTo>
                    <a:pt x="1975949" y="17449"/>
                  </a:lnTo>
                  <a:lnTo>
                    <a:pt x="1975933" y="17494"/>
                  </a:lnTo>
                  <a:lnTo>
                    <a:pt x="1975926" y="17516"/>
                  </a:lnTo>
                  <a:lnTo>
                    <a:pt x="1975923" y="17561"/>
                  </a:lnTo>
                  <a:lnTo>
                    <a:pt x="1975922" y="17591"/>
                  </a:lnTo>
                  <a:lnTo>
                    <a:pt x="1975925" y="17621"/>
                  </a:lnTo>
                  <a:lnTo>
                    <a:pt x="1975934" y="17661"/>
                  </a:lnTo>
                  <a:lnTo>
                    <a:pt x="1975962" y="17729"/>
                  </a:lnTo>
                  <a:lnTo>
                    <a:pt x="1975986" y="17769"/>
                  </a:lnTo>
                  <a:lnTo>
                    <a:pt x="1976005" y="17803"/>
                  </a:lnTo>
                  <a:lnTo>
                    <a:pt x="1976027" y="17834"/>
                  </a:lnTo>
                  <a:lnTo>
                    <a:pt x="1976333" y="18032"/>
                  </a:lnTo>
                  <a:lnTo>
                    <a:pt x="1976829" y="18262"/>
                  </a:lnTo>
                  <a:lnTo>
                    <a:pt x="1976882" y="18274"/>
                  </a:lnTo>
                  <a:lnTo>
                    <a:pt x="1976936" y="18283"/>
                  </a:lnTo>
                  <a:lnTo>
                    <a:pt x="1976975" y="18288"/>
                  </a:lnTo>
                  <a:lnTo>
                    <a:pt x="1977070" y="18297"/>
                  </a:lnTo>
                  <a:lnTo>
                    <a:pt x="1977114" y="18301"/>
                  </a:lnTo>
                  <a:lnTo>
                    <a:pt x="1977199" y="18309"/>
                  </a:lnTo>
                  <a:lnTo>
                    <a:pt x="1977214" y="18311"/>
                  </a:lnTo>
                  <a:lnTo>
                    <a:pt x="1977408" y="18342"/>
                  </a:lnTo>
                  <a:lnTo>
                    <a:pt x="1977457" y="18352"/>
                  </a:lnTo>
                  <a:lnTo>
                    <a:pt x="1977505" y="18366"/>
                  </a:lnTo>
                  <a:lnTo>
                    <a:pt x="1977590" y="18393"/>
                  </a:lnTo>
                  <a:lnTo>
                    <a:pt x="1977685" y="18413"/>
                  </a:lnTo>
                  <a:lnTo>
                    <a:pt x="1977729" y="18422"/>
                  </a:lnTo>
                  <a:lnTo>
                    <a:pt x="1977781" y="18429"/>
                  </a:lnTo>
                  <a:lnTo>
                    <a:pt x="1978568" y="18478"/>
                  </a:lnTo>
                  <a:lnTo>
                    <a:pt x="1979150" y="18434"/>
                  </a:lnTo>
                  <a:lnTo>
                    <a:pt x="1979393" y="18397"/>
                  </a:lnTo>
                  <a:lnTo>
                    <a:pt x="1979618" y="18374"/>
                  </a:lnTo>
                  <a:lnTo>
                    <a:pt x="1979676" y="18364"/>
                  </a:lnTo>
                  <a:lnTo>
                    <a:pt x="1979729" y="18353"/>
                  </a:lnTo>
                  <a:lnTo>
                    <a:pt x="1980027" y="18281"/>
                  </a:lnTo>
                  <a:lnTo>
                    <a:pt x="1980060" y="18273"/>
                  </a:lnTo>
                  <a:lnTo>
                    <a:pt x="1980114" y="18259"/>
                  </a:lnTo>
                  <a:lnTo>
                    <a:pt x="1980267" y="18222"/>
                  </a:lnTo>
                  <a:lnTo>
                    <a:pt x="1980334" y="18212"/>
                  </a:lnTo>
                  <a:lnTo>
                    <a:pt x="1980367" y="18207"/>
                  </a:lnTo>
                  <a:lnTo>
                    <a:pt x="1980414" y="18206"/>
                  </a:lnTo>
                  <a:lnTo>
                    <a:pt x="1980448" y="18211"/>
                  </a:lnTo>
                  <a:lnTo>
                    <a:pt x="1980475" y="18216"/>
                  </a:lnTo>
                  <a:lnTo>
                    <a:pt x="1980495" y="18226"/>
                  </a:lnTo>
                  <a:lnTo>
                    <a:pt x="1980524" y="18243"/>
                  </a:lnTo>
                  <a:lnTo>
                    <a:pt x="1980801" y="18415"/>
                  </a:lnTo>
                  <a:lnTo>
                    <a:pt x="1980825" y="18432"/>
                  </a:lnTo>
                  <a:lnTo>
                    <a:pt x="1980936" y="18628"/>
                  </a:lnTo>
                  <a:lnTo>
                    <a:pt x="1981099" y="18946"/>
                  </a:lnTo>
                  <a:lnTo>
                    <a:pt x="1981220" y="19204"/>
                  </a:lnTo>
                  <a:lnTo>
                    <a:pt x="1981318" y="19537"/>
                  </a:lnTo>
                  <a:lnTo>
                    <a:pt x="1981326" y="19606"/>
                  </a:lnTo>
                  <a:lnTo>
                    <a:pt x="1981328" y="19630"/>
                  </a:lnTo>
                  <a:lnTo>
                    <a:pt x="1981325" y="19653"/>
                  </a:lnTo>
                  <a:lnTo>
                    <a:pt x="1981328" y="19687"/>
                  </a:lnTo>
                  <a:lnTo>
                    <a:pt x="1981348" y="19765"/>
                  </a:lnTo>
                  <a:lnTo>
                    <a:pt x="1981375" y="19847"/>
                  </a:lnTo>
                  <a:lnTo>
                    <a:pt x="1981390" y="19888"/>
                  </a:lnTo>
                  <a:lnTo>
                    <a:pt x="1981442" y="20002"/>
                  </a:lnTo>
                  <a:lnTo>
                    <a:pt x="1981571" y="20142"/>
                  </a:lnTo>
                  <a:lnTo>
                    <a:pt x="1981732" y="20252"/>
                  </a:lnTo>
                  <a:lnTo>
                    <a:pt x="1981982" y="20338"/>
                  </a:lnTo>
                  <a:lnTo>
                    <a:pt x="1982191" y="20366"/>
                  </a:lnTo>
                  <a:lnTo>
                    <a:pt x="1982445" y="20361"/>
                  </a:lnTo>
                  <a:lnTo>
                    <a:pt x="1982499" y="20362"/>
                  </a:lnTo>
                  <a:lnTo>
                    <a:pt x="1982565" y="20360"/>
                  </a:lnTo>
                  <a:lnTo>
                    <a:pt x="1982613" y="20357"/>
                  </a:lnTo>
                  <a:lnTo>
                    <a:pt x="1982669" y="20352"/>
                  </a:lnTo>
                  <a:lnTo>
                    <a:pt x="1982713" y="20347"/>
                  </a:lnTo>
                  <a:lnTo>
                    <a:pt x="1982754" y="20337"/>
                  </a:lnTo>
                  <a:lnTo>
                    <a:pt x="1982791" y="20327"/>
                  </a:lnTo>
                  <a:lnTo>
                    <a:pt x="1982818" y="20316"/>
                  </a:lnTo>
                  <a:lnTo>
                    <a:pt x="1982874" y="20295"/>
                  </a:lnTo>
                  <a:lnTo>
                    <a:pt x="1982915" y="20273"/>
                  </a:lnTo>
                  <a:lnTo>
                    <a:pt x="1982993" y="20226"/>
                  </a:lnTo>
                  <a:lnTo>
                    <a:pt x="1983064" y="20172"/>
                  </a:lnTo>
                  <a:lnTo>
                    <a:pt x="1983098" y="20142"/>
                  </a:lnTo>
                  <a:lnTo>
                    <a:pt x="1983127" y="20114"/>
                  </a:lnTo>
                  <a:lnTo>
                    <a:pt x="1983151" y="20089"/>
                  </a:lnTo>
                  <a:lnTo>
                    <a:pt x="1983183" y="20054"/>
                  </a:lnTo>
                  <a:lnTo>
                    <a:pt x="1983217" y="20015"/>
                  </a:lnTo>
                  <a:lnTo>
                    <a:pt x="1983287" y="19918"/>
                  </a:lnTo>
                  <a:lnTo>
                    <a:pt x="1983312" y="19877"/>
                  </a:lnTo>
                  <a:lnTo>
                    <a:pt x="1983391" y="19663"/>
                  </a:lnTo>
                  <a:lnTo>
                    <a:pt x="1983403" y="19621"/>
                  </a:lnTo>
                  <a:lnTo>
                    <a:pt x="1983413" y="19588"/>
                  </a:lnTo>
                  <a:lnTo>
                    <a:pt x="1983420" y="19548"/>
                  </a:lnTo>
                  <a:lnTo>
                    <a:pt x="1983425" y="19509"/>
                  </a:lnTo>
                  <a:lnTo>
                    <a:pt x="1983427" y="19483"/>
                  </a:lnTo>
                  <a:lnTo>
                    <a:pt x="1983427" y="19451"/>
                  </a:lnTo>
                  <a:lnTo>
                    <a:pt x="1983409" y="19302"/>
                  </a:lnTo>
                  <a:lnTo>
                    <a:pt x="1983400" y="19259"/>
                  </a:lnTo>
                  <a:lnTo>
                    <a:pt x="1983389" y="19226"/>
                  </a:lnTo>
                  <a:lnTo>
                    <a:pt x="1983370" y="19174"/>
                  </a:lnTo>
                  <a:lnTo>
                    <a:pt x="1983358" y="19146"/>
                  </a:lnTo>
                  <a:lnTo>
                    <a:pt x="1983343" y="19122"/>
                  </a:lnTo>
                  <a:lnTo>
                    <a:pt x="1983323" y="19104"/>
                  </a:lnTo>
                  <a:lnTo>
                    <a:pt x="1983306" y="19087"/>
                  </a:lnTo>
                  <a:lnTo>
                    <a:pt x="1983292" y="19069"/>
                  </a:lnTo>
                  <a:lnTo>
                    <a:pt x="1983227" y="18970"/>
                  </a:lnTo>
                  <a:lnTo>
                    <a:pt x="1983208" y="18929"/>
                  </a:lnTo>
                  <a:lnTo>
                    <a:pt x="1983193" y="18893"/>
                  </a:lnTo>
                  <a:lnTo>
                    <a:pt x="1983142" y="18743"/>
                  </a:lnTo>
                  <a:lnTo>
                    <a:pt x="1983115" y="18654"/>
                  </a:lnTo>
                  <a:lnTo>
                    <a:pt x="1983092" y="18604"/>
                  </a:lnTo>
                  <a:lnTo>
                    <a:pt x="1983058" y="18531"/>
                  </a:lnTo>
                  <a:lnTo>
                    <a:pt x="1983038" y="18500"/>
                  </a:lnTo>
                  <a:lnTo>
                    <a:pt x="1982925" y="18360"/>
                  </a:lnTo>
                  <a:lnTo>
                    <a:pt x="1982829" y="18240"/>
                  </a:lnTo>
                  <a:lnTo>
                    <a:pt x="1982807" y="18212"/>
                  </a:lnTo>
                  <a:lnTo>
                    <a:pt x="1982788" y="18186"/>
                  </a:lnTo>
                  <a:lnTo>
                    <a:pt x="1982634" y="17977"/>
                  </a:lnTo>
                  <a:lnTo>
                    <a:pt x="1982546" y="17785"/>
                  </a:lnTo>
                  <a:lnTo>
                    <a:pt x="1982517" y="17589"/>
                  </a:lnTo>
                  <a:lnTo>
                    <a:pt x="1982554" y="17479"/>
                  </a:lnTo>
                  <a:lnTo>
                    <a:pt x="1982692" y="17370"/>
                  </a:lnTo>
                  <a:lnTo>
                    <a:pt x="1983096" y="17161"/>
                  </a:lnTo>
                  <a:lnTo>
                    <a:pt x="1983823" y="16850"/>
                  </a:lnTo>
                  <a:lnTo>
                    <a:pt x="1984589" y="16570"/>
                  </a:lnTo>
                  <a:lnTo>
                    <a:pt x="1984893" y="16506"/>
                  </a:lnTo>
                  <a:lnTo>
                    <a:pt x="1984928" y="16501"/>
                  </a:lnTo>
                  <a:lnTo>
                    <a:pt x="1984969" y="16494"/>
                  </a:lnTo>
                  <a:lnTo>
                    <a:pt x="1985184" y="16449"/>
                  </a:lnTo>
                  <a:lnTo>
                    <a:pt x="1985269" y="16431"/>
                  </a:lnTo>
                  <a:lnTo>
                    <a:pt x="1985408" y="16401"/>
                  </a:lnTo>
                  <a:lnTo>
                    <a:pt x="1985460" y="16384"/>
                  </a:lnTo>
                  <a:lnTo>
                    <a:pt x="1985516" y="16362"/>
                  </a:lnTo>
                  <a:lnTo>
                    <a:pt x="1985669" y="16302"/>
                  </a:lnTo>
                  <a:lnTo>
                    <a:pt x="1985723" y="16280"/>
                  </a:lnTo>
                  <a:lnTo>
                    <a:pt x="1985750" y="16268"/>
                  </a:lnTo>
                  <a:lnTo>
                    <a:pt x="1985777" y="16255"/>
                  </a:lnTo>
                  <a:lnTo>
                    <a:pt x="1985835" y="16222"/>
                  </a:lnTo>
                  <a:lnTo>
                    <a:pt x="1985865" y="16195"/>
                  </a:lnTo>
                  <a:lnTo>
                    <a:pt x="1985886" y="16175"/>
                  </a:lnTo>
                  <a:lnTo>
                    <a:pt x="1985913" y="16146"/>
                  </a:lnTo>
                  <a:lnTo>
                    <a:pt x="1985937" y="16125"/>
                  </a:lnTo>
                  <a:lnTo>
                    <a:pt x="1985964" y="16103"/>
                  </a:lnTo>
                  <a:lnTo>
                    <a:pt x="1985991" y="16083"/>
                  </a:lnTo>
                  <a:lnTo>
                    <a:pt x="1986015" y="16069"/>
                  </a:lnTo>
                  <a:lnTo>
                    <a:pt x="1986042" y="16055"/>
                  </a:lnTo>
                  <a:lnTo>
                    <a:pt x="1986079" y="16039"/>
                  </a:lnTo>
                  <a:lnTo>
                    <a:pt x="1986110" y="16029"/>
                  </a:lnTo>
                  <a:lnTo>
                    <a:pt x="1986162" y="16021"/>
                  </a:lnTo>
                  <a:lnTo>
                    <a:pt x="1986238" y="16014"/>
                  </a:lnTo>
                  <a:lnTo>
                    <a:pt x="1986853" y="15967"/>
                  </a:lnTo>
                  <a:lnTo>
                    <a:pt x="1987324" y="15945"/>
                  </a:lnTo>
                  <a:lnTo>
                    <a:pt x="1987488" y="15938"/>
                  </a:lnTo>
                  <a:lnTo>
                    <a:pt x="1987792" y="15867"/>
                  </a:lnTo>
                  <a:lnTo>
                    <a:pt x="1987885" y="15859"/>
                  </a:lnTo>
                  <a:lnTo>
                    <a:pt x="1988313" y="15823"/>
                  </a:lnTo>
                  <a:lnTo>
                    <a:pt x="1988616" y="15797"/>
                  </a:lnTo>
                  <a:lnTo>
                    <a:pt x="1988974" y="15786"/>
                  </a:lnTo>
                  <a:lnTo>
                    <a:pt x="1989335" y="15762"/>
                  </a:lnTo>
                  <a:lnTo>
                    <a:pt x="1989387" y="15758"/>
                  </a:lnTo>
                  <a:lnTo>
                    <a:pt x="1989413" y="15755"/>
                  </a:lnTo>
                  <a:lnTo>
                    <a:pt x="1989440" y="15751"/>
                  </a:lnTo>
                  <a:lnTo>
                    <a:pt x="1989963" y="15677"/>
                  </a:lnTo>
                  <a:lnTo>
                    <a:pt x="1991372" y="15751"/>
                  </a:lnTo>
                  <a:lnTo>
                    <a:pt x="1992056" y="15735"/>
                  </a:lnTo>
                  <a:lnTo>
                    <a:pt x="1992471" y="15714"/>
                  </a:lnTo>
                  <a:lnTo>
                    <a:pt x="1992534" y="15705"/>
                  </a:lnTo>
                  <a:lnTo>
                    <a:pt x="1992576" y="15701"/>
                  </a:lnTo>
                  <a:lnTo>
                    <a:pt x="1992614" y="15701"/>
                  </a:lnTo>
                  <a:lnTo>
                    <a:pt x="1992817" y="15723"/>
                  </a:lnTo>
                  <a:lnTo>
                    <a:pt x="1992939" y="15738"/>
                  </a:lnTo>
                  <a:lnTo>
                    <a:pt x="1993020" y="15749"/>
                  </a:lnTo>
                  <a:lnTo>
                    <a:pt x="1993132" y="15769"/>
                  </a:lnTo>
                  <a:lnTo>
                    <a:pt x="1993220" y="15789"/>
                  </a:lnTo>
                  <a:lnTo>
                    <a:pt x="1993262" y="15801"/>
                  </a:lnTo>
                  <a:lnTo>
                    <a:pt x="1993288" y="15809"/>
                  </a:lnTo>
                  <a:lnTo>
                    <a:pt x="1993313" y="15821"/>
                  </a:lnTo>
                  <a:lnTo>
                    <a:pt x="1993345" y="15840"/>
                  </a:lnTo>
                  <a:lnTo>
                    <a:pt x="1993398" y="15866"/>
                  </a:lnTo>
                  <a:lnTo>
                    <a:pt x="1993440" y="15886"/>
                  </a:lnTo>
                  <a:lnTo>
                    <a:pt x="1993503" y="15913"/>
                  </a:lnTo>
                  <a:lnTo>
                    <a:pt x="1993552" y="15930"/>
                  </a:lnTo>
                  <a:lnTo>
                    <a:pt x="1993598" y="15943"/>
                  </a:lnTo>
                  <a:lnTo>
                    <a:pt x="1993635" y="15952"/>
                  </a:lnTo>
                  <a:lnTo>
                    <a:pt x="1993676" y="15956"/>
                  </a:lnTo>
                  <a:lnTo>
                    <a:pt x="1993730" y="15958"/>
                  </a:lnTo>
                  <a:lnTo>
                    <a:pt x="1993789" y="15953"/>
                  </a:lnTo>
                  <a:lnTo>
                    <a:pt x="1993955" y="15933"/>
                  </a:lnTo>
                  <a:lnTo>
                    <a:pt x="1994041" y="15920"/>
                  </a:lnTo>
                  <a:lnTo>
                    <a:pt x="1994092" y="15911"/>
                  </a:lnTo>
                  <a:lnTo>
                    <a:pt x="1994591" y="15993"/>
                  </a:lnTo>
                  <a:lnTo>
                    <a:pt x="1995208" y="16198"/>
                  </a:lnTo>
                  <a:lnTo>
                    <a:pt x="1995395" y="16280"/>
                  </a:lnTo>
                  <a:lnTo>
                    <a:pt x="1995404" y="16302"/>
                  </a:lnTo>
                  <a:lnTo>
                    <a:pt x="1995416" y="16340"/>
                  </a:lnTo>
                  <a:lnTo>
                    <a:pt x="1995423" y="16359"/>
                  </a:lnTo>
                  <a:lnTo>
                    <a:pt x="1995446" y="16393"/>
                  </a:lnTo>
                  <a:lnTo>
                    <a:pt x="1995475" y="16422"/>
                  </a:lnTo>
                  <a:lnTo>
                    <a:pt x="1995502" y="16442"/>
                  </a:lnTo>
                  <a:lnTo>
                    <a:pt x="1995762" y="16550"/>
                  </a:lnTo>
                  <a:lnTo>
                    <a:pt x="1995814" y="16562"/>
                  </a:lnTo>
                  <a:lnTo>
                    <a:pt x="1995862" y="16572"/>
                  </a:lnTo>
                  <a:lnTo>
                    <a:pt x="1996407" y="16676"/>
                  </a:lnTo>
                  <a:lnTo>
                    <a:pt x="1996504" y="16688"/>
                  </a:lnTo>
                  <a:lnTo>
                    <a:pt x="1996530" y="16691"/>
                  </a:lnTo>
                  <a:lnTo>
                    <a:pt x="1997860" y="17497"/>
                  </a:lnTo>
                  <a:lnTo>
                    <a:pt x="1997978" y="17636"/>
                  </a:lnTo>
                  <a:lnTo>
                    <a:pt x="1998100" y="17775"/>
                  </a:lnTo>
                  <a:lnTo>
                    <a:pt x="1998221" y="17845"/>
                  </a:lnTo>
                  <a:lnTo>
                    <a:pt x="1998509" y="17989"/>
                  </a:lnTo>
                  <a:lnTo>
                    <a:pt x="1998541" y="17996"/>
                  </a:lnTo>
                  <a:lnTo>
                    <a:pt x="1998568" y="18006"/>
                  </a:lnTo>
                  <a:lnTo>
                    <a:pt x="1998614" y="18026"/>
                  </a:lnTo>
                  <a:lnTo>
                    <a:pt x="1998651" y="18046"/>
                  </a:lnTo>
                  <a:lnTo>
                    <a:pt x="1998726" y="18088"/>
                  </a:lnTo>
                  <a:lnTo>
                    <a:pt x="1998765" y="18108"/>
                  </a:lnTo>
                  <a:lnTo>
                    <a:pt x="1998814" y="18130"/>
                  </a:lnTo>
                  <a:lnTo>
                    <a:pt x="1999210" y="18283"/>
                  </a:lnTo>
                  <a:lnTo>
                    <a:pt x="1999359" y="18340"/>
                  </a:lnTo>
                  <a:lnTo>
                    <a:pt x="1999491" y="18379"/>
                  </a:lnTo>
                  <a:lnTo>
                    <a:pt x="1999778" y="18436"/>
                  </a:lnTo>
                  <a:lnTo>
                    <a:pt x="1999958" y="18465"/>
                  </a:lnTo>
                  <a:lnTo>
                    <a:pt x="2000082" y="18489"/>
                  </a:lnTo>
                  <a:lnTo>
                    <a:pt x="2000185" y="18522"/>
                  </a:lnTo>
                  <a:lnTo>
                    <a:pt x="2000275" y="18558"/>
                  </a:lnTo>
                  <a:lnTo>
                    <a:pt x="2000287" y="18561"/>
                  </a:lnTo>
                  <a:lnTo>
                    <a:pt x="2000336" y="18571"/>
                  </a:lnTo>
                  <a:lnTo>
                    <a:pt x="2000433" y="18577"/>
                  </a:lnTo>
                  <a:lnTo>
                    <a:pt x="2000801" y="18624"/>
                  </a:lnTo>
                  <a:lnTo>
                    <a:pt x="2001211" y="18784"/>
                  </a:lnTo>
                  <a:lnTo>
                    <a:pt x="2001575" y="18899"/>
                  </a:lnTo>
                  <a:lnTo>
                    <a:pt x="2001882" y="18939"/>
                  </a:lnTo>
                  <a:lnTo>
                    <a:pt x="2002064" y="18915"/>
                  </a:lnTo>
                  <a:lnTo>
                    <a:pt x="2002301" y="18962"/>
                  </a:lnTo>
                  <a:lnTo>
                    <a:pt x="2002771" y="19152"/>
                  </a:lnTo>
                  <a:lnTo>
                    <a:pt x="2003143" y="19342"/>
                  </a:lnTo>
                  <a:lnTo>
                    <a:pt x="2003523" y="19558"/>
                  </a:lnTo>
                  <a:lnTo>
                    <a:pt x="2003708" y="19645"/>
                  </a:lnTo>
                  <a:lnTo>
                    <a:pt x="2003853" y="19707"/>
                  </a:lnTo>
                  <a:lnTo>
                    <a:pt x="2004004" y="19771"/>
                  </a:lnTo>
                  <a:lnTo>
                    <a:pt x="2004082" y="19796"/>
                  </a:lnTo>
                  <a:lnTo>
                    <a:pt x="2004196" y="19813"/>
                  </a:lnTo>
                  <a:lnTo>
                    <a:pt x="2004308" y="19830"/>
                  </a:lnTo>
                  <a:lnTo>
                    <a:pt x="2004510" y="19850"/>
                  </a:lnTo>
                  <a:lnTo>
                    <a:pt x="2004602" y="19870"/>
                  </a:lnTo>
                  <a:lnTo>
                    <a:pt x="2004658" y="19893"/>
                  </a:lnTo>
                  <a:lnTo>
                    <a:pt x="2004836" y="19967"/>
                  </a:lnTo>
                  <a:lnTo>
                    <a:pt x="2004994" y="20001"/>
                  </a:lnTo>
                  <a:lnTo>
                    <a:pt x="2005128" y="20027"/>
                  </a:lnTo>
                  <a:lnTo>
                    <a:pt x="2005210" y="20032"/>
                  </a:lnTo>
                  <a:lnTo>
                    <a:pt x="2005269" y="20046"/>
                  </a:lnTo>
                  <a:lnTo>
                    <a:pt x="2005682" y="20147"/>
                  </a:lnTo>
                  <a:lnTo>
                    <a:pt x="2005862" y="20198"/>
                  </a:lnTo>
                  <a:lnTo>
                    <a:pt x="2006051" y="20279"/>
                  </a:lnTo>
                  <a:lnTo>
                    <a:pt x="2006204" y="20352"/>
                  </a:lnTo>
                  <a:lnTo>
                    <a:pt x="2006326" y="20421"/>
                  </a:lnTo>
                  <a:lnTo>
                    <a:pt x="2006405" y="20482"/>
                  </a:lnTo>
                  <a:lnTo>
                    <a:pt x="2006463" y="20530"/>
                  </a:lnTo>
                  <a:lnTo>
                    <a:pt x="2006475" y="20548"/>
                  </a:lnTo>
                  <a:lnTo>
                    <a:pt x="2006480" y="20557"/>
                  </a:lnTo>
                  <a:lnTo>
                    <a:pt x="2006492" y="20607"/>
                  </a:lnTo>
                  <a:lnTo>
                    <a:pt x="2006497" y="20668"/>
                  </a:lnTo>
                  <a:lnTo>
                    <a:pt x="2006486" y="20737"/>
                  </a:lnTo>
                  <a:lnTo>
                    <a:pt x="2006454" y="20812"/>
                  </a:lnTo>
                  <a:lnTo>
                    <a:pt x="2006401" y="20908"/>
                  </a:lnTo>
                  <a:lnTo>
                    <a:pt x="2006362" y="20973"/>
                  </a:lnTo>
                  <a:lnTo>
                    <a:pt x="2006305" y="21049"/>
                  </a:lnTo>
                  <a:lnTo>
                    <a:pt x="2006290" y="21114"/>
                  </a:lnTo>
                  <a:lnTo>
                    <a:pt x="2006277" y="21202"/>
                  </a:lnTo>
                  <a:lnTo>
                    <a:pt x="2006276" y="21259"/>
                  </a:lnTo>
                  <a:lnTo>
                    <a:pt x="2006302" y="21574"/>
                  </a:lnTo>
                  <a:lnTo>
                    <a:pt x="2006310" y="21602"/>
                  </a:lnTo>
                  <a:lnTo>
                    <a:pt x="2006357" y="21761"/>
                  </a:lnTo>
                  <a:lnTo>
                    <a:pt x="2006378" y="21814"/>
                  </a:lnTo>
                  <a:lnTo>
                    <a:pt x="2006509" y="22130"/>
                  </a:lnTo>
                  <a:lnTo>
                    <a:pt x="2006709" y="22375"/>
                  </a:lnTo>
                  <a:lnTo>
                    <a:pt x="2006738" y="22407"/>
                  </a:lnTo>
                  <a:lnTo>
                    <a:pt x="2006781" y="22429"/>
                  </a:lnTo>
                  <a:lnTo>
                    <a:pt x="2006862" y="22451"/>
                  </a:lnTo>
                  <a:lnTo>
                    <a:pt x="2006873" y="22454"/>
                  </a:lnTo>
                  <a:lnTo>
                    <a:pt x="2007039" y="22477"/>
                  </a:lnTo>
                  <a:lnTo>
                    <a:pt x="2007066" y="22478"/>
                  </a:lnTo>
                  <a:lnTo>
                    <a:pt x="2007121" y="22480"/>
                  </a:lnTo>
                  <a:lnTo>
                    <a:pt x="2007175" y="22473"/>
                  </a:lnTo>
                  <a:lnTo>
                    <a:pt x="2007197" y="22466"/>
                  </a:lnTo>
                  <a:lnTo>
                    <a:pt x="2007226" y="22457"/>
                  </a:lnTo>
                  <a:lnTo>
                    <a:pt x="2007319" y="22423"/>
                  </a:lnTo>
                  <a:lnTo>
                    <a:pt x="2007515" y="22333"/>
                  </a:lnTo>
                  <a:lnTo>
                    <a:pt x="2007970" y="22109"/>
                  </a:lnTo>
                  <a:lnTo>
                    <a:pt x="2008166" y="21993"/>
                  </a:lnTo>
                  <a:lnTo>
                    <a:pt x="2008338" y="21874"/>
                  </a:lnTo>
                  <a:lnTo>
                    <a:pt x="2008397" y="21831"/>
                  </a:lnTo>
                  <a:lnTo>
                    <a:pt x="2008463" y="21775"/>
                  </a:lnTo>
                  <a:lnTo>
                    <a:pt x="2008505" y="21733"/>
                  </a:lnTo>
                  <a:lnTo>
                    <a:pt x="2008512" y="21725"/>
                  </a:lnTo>
                  <a:lnTo>
                    <a:pt x="2008561" y="21670"/>
                  </a:lnTo>
                  <a:lnTo>
                    <a:pt x="2008624" y="21596"/>
                  </a:lnTo>
                  <a:lnTo>
                    <a:pt x="2008689" y="21523"/>
                  </a:lnTo>
                  <a:lnTo>
                    <a:pt x="2008767" y="21452"/>
                  </a:lnTo>
                  <a:lnTo>
                    <a:pt x="2008871" y="21374"/>
                  </a:lnTo>
                  <a:lnTo>
                    <a:pt x="2008923" y="21348"/>
                  </a:lnTo>
                  <a:lnTo>
                    <a:pt x="2009083" y="21270"/>
                  </a:lnTo>
                  <a:lnTo>
                    <a:pt x="2009178" y="21238"/>
                  </a:lnTo>
                  <a:lnTo>
                    <a:pt x="2009772" y="21065"/>
                  </a:lnTo>
                  <a:lnTo>
                    <a:pt x="2009849" y="21046"/>
                  </a:lnTo>
                  <a:lnTo>
                    <a:pt x="2009915" y="21036"/>
                  </a:lnTo>
                  <a:lnTo>
                    <a:pt x="2010282" y="20997"/>
                  </a:lnTo>
                  <a:lnTo>
                    <a:pt x="2010435" y="20983"/>
                  </a:lnTo>
                  <a:lnTo>
                    <a:pt x="2010612" y="20972"/>
                  </a:lnTo>
                  <a:lnTo>
                    <a:pt x="2010668" y="20982"/>
                  </a:lnTo>
                  <a:lnTo>
                    <a:pt x="2010752" y="21016"/>
                  </a:lnTo>
                  <a:lnTo>
                    <a:pt x="2010890" y="21096"/>
                  </a:lnTo>
                  <a:lnTo>
                    <a:pt x="2011115" y="21264"/>
                  </a:lnTo>
                  <a:lnTo>
                    <a:pt x="2011186" y="21357"/>
                  </a:lnTo>
                  <a:lnTo>
                    <a:pt x="2011230" y="21406"/>
                  </a:lnTo>
                  <a:lnTo>
                    <a:pt x="2011337" y="21499"/>
                  </a:lnTo>
                  <a:lnTo>
                    <a:pt x="2011435" y="21584"/>
                  </a:lnTo>
                  <a:lnTo>
                    <a:pt x="2011447" y="21600"/>
                  </a:lnTo>
                  <a:lnTo>
                    <a:pt x="2011469" y="21631"/>
                  </a:lnTo>
                  <a:lnTo>
                    <a:pt x="2011581" y="21794"/>
                  </a:lnTo>
                  <a:lnTo>
                    <a:pt x="2011606" y="21834"/>
                  </a:lnTo>
                  <a:lnTo>
                    <a:pt x="2011635" y="21897"/>
                  </a:lnTo>
                  <a:lnTo>
                    <a:pt x="2011765" y="22206"/>
                  </a:lnTo>
                  <a:lnTo>
                    <a:pt x="2011777" y="22252"/>
                  </a:lnTo>
                  <a:lnTo>
                    <a:pt x="2011772" y="22312"/>
                  </a:lnTo>
                  <a:lnTo>
                    <a:pt x="2011726" y="22520"/>
                  </a:lnTo>
                  <a:lnTo>
                    <a:pt x="2011697" y="22647"/>
                  </a:lnTo>
                  <a:lnTo>
                    <a:pt x="2011695" y="22696"/>
                  </a:lnTo>
                  <a:lnTo>
                    <a:pt x="2011695" y="22702"/>
                  </a:lnTo>
                  <a:lnTo>
                    <a:pt x="2011700" y="22739"/>
                  </a:lnTo>
                  <a:lnTo>
                    <a:pt x="2011705" y="22774"/>
                  </a:lnTo>
                  <a:lnTo>
                    <a:pt x="2011719" y="22841"/>
                  </a:lnTo>
                  <a:lnTo>
                    <a:pt x="2011737" y="22889"/>
                  </a:lnTo>
                  <a:lnTo>
                    <a:pt x="2011773" y="22950"/>
                  </a:lnTo>
                  <a:lnTo>
                    <a:pt x="2011831" y="23032"/>
                  </a:lnTo>
                  <a:lnTo>
                    <a:pt x="2011929" y="23141"/>
                  </a:lnTo>
                  <a:lnTo>
                    <a:pt x="2011978" y="23169"/>
                  </a:lnTo>
                  <a:lnTo>
                    <a:pt x="2012051" y="23202"/>
                  </a:lnTo>
                  <a:lnTo>
                    <a:pt x="2012140" y="23235"/>
                  </a:lnTo>
                  <a:lnTo>
                    <a:pt x="2012231" y="23264"/>
                  </a:lnTo>
                  <a:lnTo>
                    <a:pt x="2012333" y="23300"/>
                  </a:lnTo>
                  <a:lnTo>
                    <a:pt x="2012406" y="23333"/>
                  </a:lnTo>
                  <a:lnTo>
                    <a:pt x="2012484" y="23396"/>
                  </a:lnTo>
                  <a:lnTo>
                    <a:pt x="2012562" y="23475"/>
                  </a:lnTo>
                  <a:lnTo>
                    <a:pt x="2012866" y="23799"/>
                  </a:lnTo>
                  <a:lnTo>
                    <a:pt x="2013091" y="24107"/>
                  </a:lnTo>
                  <a:lnTo>
                    <a:pt x="2013337" y="24331"/>
                  </a:lnTo>
                  <a:lnTo>
                    <a:pt x="2013459" y="24434"/>
                  </a:lnTo>
                  <a:lnTo>
                    <a:pt x="2013770" y="24568"/>
                  </a:lnTo>
                  <a:lnTo>
                    <a:pt x="2013833" y="24591"/>
                  </a:lnTo>
                  <a:lnTo>
                    <a:pt x="2013898" y="24601"/>
                  </a:lnTo>
                  <a:lnTo>
                    <a:pt x="2014039" y="24616"/>
                  </a:lnTo>
                  <a:lnTo>
                    <a:pt x="2014253" y="24629"/>
                  </a:lnTo>
                  <a:lnTo>
                    <a:pt x="2014335" y="24630"/>
                  </a:lnTo>
                  <a:lnTo>
                    <a:pt x="2014886" y="24710"/>
                  </a:lnTo>
                  <a:lnTo>
                    <a:pt x="2015264" y="24812"/>
                  </a:lnTo>
                  <a:lnTo>
                    <a:pt x="2015293" y="24819"/>
                  </a:lnTo>
                  <a:lnTo>
                    <a:pt x="2015322" y="24825"/>
                  </a:lnTo>
                  <a:lnTo>
                    <a:pt x="2015390" y="24839"/>
                  </a:lnTo>
                  <a:lnTo>
                    <a:pt x="2015426" y="24847"/>
                  </a:lnTo>
                  <a:lnTo>
                    <a:pt x="2015475" y="24877"/>
                  </a:lnTo>
                  <a:lnTo>
                    <a:pt x="2015649" y="24994"/>
                  </a:lnTo>
                  <a:lnTo>
                    <a:pt x="2015720" y="25041"/>
                  </a:lnTo>
                  <a:lnTo>
                    <a:pt x="2015775" y="25086"/>
                  </a:lnTo>
                  <a:lnTo>
                    <a:pt x="2015834" y="25154"/>
                  </a:lnTo>
                  <a:lnTo>
                    <a:pt x="2015887" y="25221"/>
                  </a:lnTo>
                  <a:lnTo>
                    <a:pt x="2015913" y="25273"/>
                  </a:lnTo>
                  <a:lnTo>
                    <a:pt x="2015923" y="25306"/>
                  </a:lnTo>
                  <a:lnTo>
                    <a:pt x="2015922" y="25336"/>
                  </a:lnTo>
                  <a:lnTo>
                    <a:pt x="2015915" y="25368"/>
                  </a:lnTo>
                  <a:lnTo>
                    <a:pt x="2015895" y="25423"/>
                  </a:lnTo>
                  <a:lnTo>
                    <a:pt x="2015880" y="25460"/>
                  </a:lnTo>
                  <a:lnTo>
                    <a:pt x="2015859" y="25498"/>
                  </a:lnTo>
                  <a:lnTo>
                    <a:pt x="2015798" y="25554"/>
                  </a:lnTo>
                  <a:lnTo>
                    <a:pt x="2015710" y="25614"/>
                  </a:lnTo>
                  <a:lnTo>
                    <a:pt x="2015653" y="25644"/>
                  </a:lnTo>
                  <a:lnTo>
                    <a:pt x="2015603" y="25661"/>
                  </a:lnTo>
                  <a:lnTo>
                    <a:pt x="2015554" y="25670"/>
                  </a:lnTo>
                  <a:lnTo>
                    <a:pt x="2015437" y="25682"/>
                  </a:lnTo>
                  <a:lnTo>
                    <a:pt x="2015383" y="25695"/>
                  </a:lnTo>
                  <a:lnTo>
                    <a:pt x="2015335" y="25717"/>
                  </a:lnTo>
                  <a:lnTo>
                    <a:pt x="2015291" y="25745"/>
                  </a:lnTo>
                  <a:lnTo>
                    <a:pt x="2015252" y="25783"/>
                  </a:lnTo>
                  <a:lnTo>
                    <a:pt x="2015210" y="25833"/>
                  </a:lnTo>
                  <a:lnTo>
                    <a:pt x="2015186" y="25892"/>
                  </a:lnTo>
                  <a:lnTo>
                    <a:pt x="2015164" y="25950"/>
                  </a:lnTo>
                  <a:lnTo>
                    <a:pt x="2015124" y="26083"/>
                  </a:lnTo>
                  <a:lnTo>
                    <a:pt x="2015114" y="26188"/>
                  </a:lnTo>
                  <a:lnTo>
                    <a:pt x="2015118" y="26295"/>
                  </a:lnTo>
                  <a:lnTo>
                    <a:pt x="2015121" y="26333"/>
                  </a:lnTo>
                  <a:lnTo>
                    <a:pt x="2015159" y="26518"/>
                  </a:lnTo>
                  <a:lnTo>
                    <a:pt x="2015176" y="26565"/>
                  </a:lnTo>
                  <a:lnTo>
                    <a:pt x="2015209" y="26610"/>
                  </a:lnTo>
                  <a:lnTo>
                    <a:pt x="2015269" y="26696"/>
                  </a:lnTo>
                  <a:lnTo>
                    <a:pt x="2015282" y="26721"/>
                  </a:lnTo>
                  <a:lnTo>
                    <a:pt x="2015310" y="26833"/>
                  </a:lnTo>
                  <a:lnTo>
                    <a:pt x="2015336" y="27008"/>
                  </a:lnTo>
                  <a:lnTo>
                    <a:pt x="2015338" y="27043"/>
                  </a:lnTo>
                  <a:lnTo>
                    <a:pt x="2015338" y="27081"/>
                  </a:lnTo>
                  <a:lnTo>
                    <a:pt x="2015331" y="27114"/>
                  </a:lnTo>
                  <a:lnTo>
                    <a:pt x="2015316" y="27160"/>
                  </a:lnTo>
                  <a:lnTo>
                    <a:pt x="2015294" y="27193"/>
                  </a:lnTo>
                  <a:lnTo>
                    <a:pt x="2015269" y="27216"/>
                  </a:lnTo>
                  <a:lnTo>
                    <a:pt x="2015194" y="27278"/>
                  </a:lnTo>
                  <a:lnTo>
                    <a:pt x="2015147" y="27312"/>
                  </a:lnTo>
                  <a:lnTo>
                    <a:pt x="2014994" y="27399"/>
                  </a:lnTo>
                  <a:lnTo>
                    <a:pt x="2014882" y="27457"/>
                  </a:lnTo>
                  <a:lnTo>
                    <a:pt x="2014770" y="27507"/>
                  </a:lnTo>
                  <a:lnTo>
                    <a:pt x="2014709" y="27532"/>
                  </a:lnTo>
                  <a:lnTo>
                    <a:pt x="2014654" y="27548"/>
                  </a:lnTo>
                  <a:lnTo>
                    <a:pt x="2013993" y="27716"/>
                  </a:lnTo>
                  <a:lnTo>
                    <a:pt x="2013958" y="27724"/>
                  </a:lnTo>
                  <a:lnTo>
                    <a:pt x="2013912" y="27726"/>
                  </a:lnTo>
                  <a:lnTo>
                    <a:pt x="2013743" y="27720"/>
                  </a:lnTo>
                  <a:lnTo>
                    <a:pt x="2013619" y="27724"/>
                  </a:lnTo>
                  <a:lnTo>
                    <a:pt x="2013551" y="27732"/>
                  </a:lnTo>
                  <a:lnTo>
                    <a:pt x="2013492" y="27745"/>
                  </a:lnTo>
                  <a:lnTo>
                    <a:pt x="2013393" y="27780"/>
                  </a:lnTo>
                  <a:lnTo>
                    <a:pt x="2012970" y="27961"/>
                  </a:lnTo>
                  <a:lnTo>
                    <a:pt x="2012902" y="27998"/>
                  </a:lnTo>
                  <a:lnTo>
                    <a:pt x="2012827" y="28041"/>
                  </a:lnTo>
                  <a:lnTo>
                    <a:pt x="2012775" y="28073"/>
                  </a:lnTo>
                  <a:lnTo>
                    <a:pt x="2012744" y="28099"/>
                  </a:lnTo>
                  <a:lnTo>
                    <a:pt x="2012617" y="28206"/>
                  </a:lnTo>
                  <a:lnTo>
                    <a:pt x="2012580" y="28244"/>
                  </a:lnTo>
                  <a:lnTo>
                    <a:pt x="2012527" y="28327"/>
                  </a:lnTo>
                  <a:lnTo>
                    <a:pt x="2012510" y="28379"/>
                  </a:lnTo>
                  <a:lnTo>
                    <a:pt x="2012500" y="28446"/>
                  </a:lnTo>
                  <a:lnTo>
                    <a:pt x="2012497" y="28491"/>
                  </a:lnTo>
                  <a:lnTo>
                    <a:pt x="2012502" y="28539"/>
                  </a:lnTo>
                  <a:lnTo>
                    <a:pt x="2012519" y="28601"/>
                  </a:lnTo>
                  <a:lnTo>
                    <a:pt x="2012536" y="28645"/>
                  </a:lnTo>
                  <a:lnTo>
                    <a:pt x="2012548" y="28700"/>
                  </a:lnTo>
                  <a:lnTo>
                    <a:pt x="2012550" y="28722"/>
                  </a:lnTo>
                  <a:lnTo>
                    <a:pt x="2012573" y="29120"/>
                  </a:lnTo>
                  <a:lnTo>
                    <a:pt x="2012580" y="29164"/>
                  </a:lnTo>
                  <a:lnTo>
                    <a:pt x="2012633" y="29876"/>
                  </a:lnTo>
                  <a:lnTo>
                    <a:pt x="2012626" y="29946"/>
                  </a:lnTo>
                  <a:lnTo>
                    <a:pt x="2012613" y="29994"/>
                  </a:lnTo>
                  <a:lnTo>
                    <a:pt x="2012594" y="30035"/>
                  </a:lnTo>
                  <a:lnTo>
                    <a:pt x="2012565" y="30079"/>
                  </a:lnTo>
                  <a:lnTo>
                    <a:pt x="2012543" y="30114"/>
                  </a:lnTo>
                  <a:lnTo>
                    <a:pt x="2012535" y="30141"/>
                  </a:lnTo>
                  <a:lnTo>
                    <a:pt x="2012531" y="30162"/>
                  </a:lnTo>
                  <a:lnTo>
                    <a:pt x="2012538" y="30202"/>
                  </a:lnTo>
                  <a:lnTo>
                    <a:pt x="2012572" y="30277"/>
                  </a:lnTo>
                  <a:lnTo>
                    <a:pt x="2012605" y="30327"/>
                  </a:lnTo>
                  <a:lnTo>
                    <a:pt x="2012656" y="30394"/>
                  </a:lnTo>
                  <a:lnTo>
                    <a:pt x="2012716" y="30469"/>
                  </a:lnTo>
                  <a:lnTo>
                    <a:pt x="2012803" y="30542"/>
                  </a:lnTo>
                  <a:lnTo>
                    <a:pt x="2012873" y="30594"/>
                  </a:lnTo>
                  <a:lnTo>
                    <a:pt x="2012982" y="30658"/>
                  </a:lnTo>
                  <a:lnTo>
                    <a:pt x="2013089" y="30701"/>
                  </a:lnTo>
                  <a:lnTo>
                    <a:pt x="2013147" y="30721"/>
                  </a:lnTo>
                  <a:lnTo>
                    <a:pt x="2013193" y="30729"/>
                  </a:lnTo>
                  <a:lnTo>
                    <a:pt x="2013244" y="30731"/>
                  </a:lnTo>
                  <a:lnTo>
                    <a:pt x="2013302" y="30726"/>
                  </a:lnTo>
                  <a:lnTo>
                    <a:pt x="2013358" y="30713"/>
                  </a:lnTo>
                  <a:lnTo>
                    <a:pt x="2013397" y="30694"/>
                  </a:lnTo>
                  <a:lnTo>
                    <a:pt x="2013477" y="30648"/>
                  </a:lnTo>
                  <a:lnTo>
                    <a:pt x="2013533" y="30618"/>
                  </a:lnTo>
                  <a:lnTo>
                    <a:pt x="2013851" y="30470"/>
                  </a:lnTo>
                  <a:lnTo>
                    <a:pt x="2013935" y="30444"/>
                  </a:lnTo>
                  <a:lnTo>
                    <a:pt x="2013997" y="30427"/>
                  </a:lnTo>
                  <a:lnTo>
                    <a:pt x="2014139" y="30370"/>
                  </a:lnTo>
                  <a:lnTo>
                    <a:pt x="2014203" y="30337"/>
                  </a:lnTo>
                  <a:lnTo>
                    <a:pt x="2014227" y="30319"/>
                  </a:lnTo>
                  <a:lnTo>
                    <a:pt x="2014264" y="30277"/>
                  </a:lnTo>
                  <a:lnTo>
                    <a:pt x="2014286" y="30233"/>
                  </a:lnTo>
                  <a:lnTo>
                    <a:pt x="2014305" y="30197"/>
                  </a:lnTo>
                  <a:lnTo>
                    <a:pt x="2014339" y="30139"/>
                  </a:lnTo>
                  <a:lnTo>
                    <a:pt x="2014373" y="30101"/>
                  </a:lnTo>
                  <a:lnTo>
                    <a:pt x="2014505" y="29981"/>
                  </a:lnTo>
                  <a:lnTo>
                    <a:pt x="2014534" y="29958"/>
                  </a:lnTo>
                  <a:lnTo>
                    <a:pt x="2014582" y="29933"/>
                  </a:lnTo>
                  <a:lnTo>
                    <a:pt x="2014632" y="29914"/>
                  </a:lnTo>
                  <a:lnTo>
                    <a:pt x="2015032" y="29857"/>
                  </a:lnTo>
                  <a:lnTo>
                    <a:pt x="2015316" y="29847"/>
                  </a:lnTo>
                  <a:lnTo>
                    <a:pt x="2015748" y="29845"/>
                  </a:lnTo>
                  <a:lnTo>
                    <a:pt x="2015902" y="29827"/>
                  </a:lnTo>
                  <a:lnTo>
                    <a:pt x="2016046" y="29768"/>
                  </a:lnTo>
                  <a:lnTo>
                    <a:pt x="2016096" y="29740"/>
                  </a:lnTo>
                  <a:lnTo>
                    <a:pt x="2016178" y="29694"/>
                  </a:lnTo>
                  <a:lnTo>
                    <a:pt x="2016196" y="29684"/>
                  </a:lnTo>
                  <a:lnTo>
                    <a:pt x="2016445" y="29487"/>
                  </a:lnTo>
                  <a:lnTo>
                    <a:pt x="2016506" y="29412"/>
                  </a:lnTo>
                  <a:lnTo>
                    <a:pt x="2016532" y="29358"/>
                  </a:lnTo>
                  <a:lnTo>
                    <a:pt x="2016545" y="29314"/>
                  </a:lnTo>
                  <a:lnTo>
                    <a:pt x="2016567" y="29277"/>
                  </a:lnTo>
                  <a:lnTo>
                    <a:pt x="2016599" y="29235"/>
                  </a:lnTo>
                  <a:lnTo>
                    <a:pt x="2016618" y="29208"/>
                  </a:lnTo>
                  <a:lnTo>
                    <a:pt x="2016647" y="29176"/>
                  </a:lnTo>
                  <a:lnTo>
                    <a:pt x="2016683" y="29155"/>
                  </a:lnTo>
                  <a:lnTo>
                    <a:pt x="2016689" y="29151"/>
                  </a:lnTo>
                  <a:lnTo>
                    <a:pt x="2016745" y="29128"/>
                  </a:lnTo>
                  <a:lnTo>
                    <a:pt x="2016830" y="29106"/>
                  </a:lnTo>
                  <a:lnTo>
                    <a:pt x="2016903" y="29092"/>
                  </a:lnTo>
                  <a:lnTo>
                    <a:pt x="2016978" y="29085"/>
                  </a:lnTo>
                  <a:lnTo>
                    <a:pt x="2017058" y="29084"/>
                  </a:lnTo>
                  <a:lnTo>
                    <a:pt x="2017099" y="29085"/>
                  </a:lnTo>
                  <a:lnTo>
                    <a:pt x="2017181" y="29094"/>
                  </a:lnTo>
                  <a:lnTo>
                    <a:pt x="2017295" y="29119"/>
                  </a:lnTo>
                  <a:lnTo>
                    <a:pt x="2017526" y="29160"/>
                  </a:lnTo>
                  <a:lnTo>
                    <a:pt x="2017802" y="29207"/>
                  </a:lnTo>
                  <a:lnTo>
                    <a:pt x="2017889" y="29219"/>
                  </a:lnTo>
                  <a:lnTo>
                    <a:pt x="2017967" y="29227"/>
                  </a:lnTo>
                  <a:lnTo>
                    <a:pt x="2017972" y="29227"/>
                  </a:lnTo>
                  <a:lnTo>
                    <a:pt x="2018042" y="29229"/>
                  </a:lnTo>
                  <a:lnTo>
                    <a:pt x="2018100" y="29229"/>
                  </a:lnTo>
                  <a:lnTo>
                    <a:pt x="2018132" y="29226"/>
                  </a:lnTo>
                  <a:lnTo>
                    <a:pt x="2018200" y="29216"/>
                  </a:lnTo>
                  <a:lnTo>
                    <a:pt x="2018287" y="29196"/>
                  </a:lnTo>
                  <a:lnTo>
                    <a:pt x="2018348" y="29179"/>
                  </a:lnTo>
                  <a:lnTo>
                    <a:pt x="2018371" y="29173"/>
                  </a:lnTo>
                  <a:lnTo>
                    <a:pt x="2018471" y="29149"/>
                  </a:lnTo>
                  <a:lnTo>
                    <a:pt x="2018515" y="29145"/>
                  </a:lnTo>
                  <a:lnTo>
                    <a:pt x="2018861" y="29113"/>
                  </a:lnTo>
                  <a:lnTo>
                    <a:pt x="2018941" y="29107"/>
                  </a:lnTo>
                  <a:lnTo>
                    <a:pt x="2019055" y="29107"/>
                  </a:lnTo>
                  <a:lnTo>
                    <a:pt x="2019116" y="29116"/>
                  </a:lnTo>
                  <a:lnTo>
                    <a:pt x="2019246" y="29136"/>
                  </a:lnTo>
                  <a:lnTo>
                    <a:pt x="2019389" y="29173"/>
                  </a:lnTo>
                  <a:lnTo>
                    <a:pt x="2019573" y="29244"/>
                  </a:lnTo>
                  <a:lnTo>
                    <a:pt x="2019765" y="29328"/>
                  </a:lnTo>
                  <a:lnTo>
                    <a:pt x="2019875" y="29385"/>
                  </a:lnTo>
                  <a:lnTo>
                    <a:pt x="2019948" y="29431"/>
                  </a:lnTo>
                  <a:lnTo>
                    <a:pt x="2019982" y="29468"/>
                  </a:lnTo>
                  <a:lnTo>
                    <a:pt x="2020006" y="29510"/>
                  </a:lnTo>
                  <a:lnTo>
                    <a:pt x="2020011" y="29527"/>
                  </a:lnTo>
                  <a:lnTo>
                    <a:pt x="2020006" y="29570"/>
                  </a:lnTo>
                  <a:lnTo>
                    <a:pt x="2019979" y="29638"/>
                  </a:lnTo>
                  <a:lnTo>
                    <a:pt x="2019900" y="29787"/>
                  </a:lnTo>
                  <a:lnTo>
                    <a:pt x="2019857" y="29858"/>
                  </a:lnTo>
                  <a:lnTo>
                    <a:pt x="2019820" y="29947"/>
                  </a:lnTo>
                  <a:lnTo>
                    <a:pt x="2019815" y="29980"/>
                  </a:lnTo>
                  <a:lnTo>
                    <a:pt x="2019810" y="30025"/>
                  </a:lnTo>
                  <a:lnTo>
                    <a:pt x="2019812" y="30183"/>
                  </a:lnTo>
                  <a:lnTo>
                    <a:pt x="2019819" y="30281"/>
                  </a:lnTo>
                  <a:lnTo>
                    <a:pt x="2019828" y="30361"/>
                  </a:lnTo>
                  <a:lnTo>
                    <a:pt x="2019840" y="30408"/>
                  </a:lnTo>
                  <a:lnTo>
                    <a:pt x="2019862" y="30448"/>
                  </a:lnTo>
                  <a:lnTo>
                    <a:pt x="2019924" y="30516"/>
                  </a:lnTo>
                  <a:lnTo>
                    <a:pt x="2020026" y="30613"/>
                  </a:lnTo>
                  <a:lnTo>
                    <a:pt x="2020139" y="30705"/>
                  </a:lnTo>
                  <a:lnTo>
                    <a:pt x="2020282" y="30839"/>
                  </a:lnTo>
                  <a:lnTo>
                    <a:pt x="2020520" y="31119"/>
                  </a:lnTo>
                  <a:lnTo>
                    <a:pt x="2020580" y="31192"/>
                  </a:lnTo>
                  <a:lnTo>
                    <a:pt x="2020609" y="31227"/>
                  </a:lnTo>
                  <a:lnTo>
                    <a:pt x="2020624" y="31244"/>
                  </a:lnTo>
                  <a:lnTo>
                    <a:pt x="2020650" y="31268"/>
                  </a:lnTo>
                  <a:lnTo>
                    <a:pt x="2020715" y="31313"/>
                  </a:lnTo>
                  <a:lnTo>
                    <a:pt x="2020783" y="31358"/>
                  </a:lnTo>
                  <a:lnTo>
                    <a:pt x="2021027" y="31510"/>
                  </a:lnTo>
                  <a:lnTo>
                    <a:pt x="2021314" y="31690"/>
                  </a:lnTo>
                  <a:lnTo>
                    <a:pt x="2021355" y="31717"/>
                  </a:lnTo>
                  <a:lnTo>
                    <a:pt x="2021398" y="31754"/>
                  </a:lnTo>
                  <a:lnTo>
                    <a:pt x="2021419" y="31774"/>
                  </a:lnTo>
                  <a:lnTo>
                    <a:pt x="2021442" y="31797"/>
                  </a:lnTo>
                  <a:lnTo>
                    <a:pt x="2021473" y="31841"/>
                  </a:lnTo>
                  <a:lnTo>
                    <a:pt x="2021520" y="31901"/>
                  </a:lnTo>
                  <a:lnTo>
                    <a:pt x="2021540" y="31916"/>
                  </a:lnTo>
                  <a:lnTo>
                    <a:pt x="2021603" y="31954"/>
                  </a:lnTo>
                  <a:lnTo>
                    <a:pt x="2021727" y="32019"/>
                  </a:lnTo>
                  <a:lnTo>
                    <a:pt x="2021799" y="32058"/>
                  </a:lnTo>
                  <a:lnTo>
                    <a:pt x="2021854" y="32096"/>
                  </a:lnTo>
                  <a:lnTo>
                    <a:pt x="2021891" y="32125"/>
                  </a:lnTo>
                  <a:lnTo>
                    <a:pt x="2021949" y="32183"/>
                  </a:lnTo>
                  <a:lnTo>
                    <a:pt x="2021990" y="32223"/>
                  </a:lnTo>
                  <a:lnTo>
                    <a:pt x="2022101" y="32300"/>
                  </a:lnTo>
                  <a:lnTo>
                    <a:pt x="2022176" y="32340"/>
                  </a:lnTo>
                  <a:lnTo>
                    <a:pt x="2022234" y="32370"/>
                  </a:lnTo>
                  <a:lnTo>
                    <a:pt x="2022270" y="32395"/>
                  </a:lnTo>
                  <a:lnTo>
                    <a:pt x="2022319" y="32442"/>
                  </a:lnTo>
                  <a:lnTo>
                    <a:pt x="2022553" y="32689"/>
                  </a:lnTo>
                  <a:lnTo>
                    <a:pt x="2022577" y="32715"/>
                  </a:lnTo>
                  <a:lnTo>
                    <a:pt x="2022601" y="32756"/>
                  </a:lnTo>
                  <a:lnTo>
                    <a:pt x="2022623" y="32796"/>
                  </a:lnTo>
                  <a:lnTo>
                    <a:pt x="2022724" y="33007"/>
                  </a:lnTo>
                  <a:lnTo>
                    <a:pt x="2022794" y="33182"/>
                  </a:lnTo>
                  <a:lnTo>
                    <a:pt x="2022804" y="33235"/>
                  </a:lnTo>
                  <a:lnTo>
                    <a:pt x="2022818" y="33357"/>
                  </a:lnTo>
                  <a:lnTo>
                    <a:pt x="2022823" y="33419"/>
                  </a:lnTo>
                  <a:lnTo>
                    <a:pt x="2022832" y="33476"/>
                  </a:lnTo>
                  <a:lnTo>
                    <a:pt x="2022853" y="33537"/>
                  </a:lnTo>
                  <a:lnTo>
                    <a:pt x="2022885" y="33597"/>
                  </a:lnTo>
                  <a:lnTo>
                    <a:pt x="2022904" y="33626"/>
                  </a:lnTo>
                  <a:lnTo>
                    <a:pt x="2022964" y="33676"/>
                  </a:lnTo>
                  <a:lnTo>
                    <a:pt x="2023010" y="33719"/>
                  </a:lnTo>
                  <a:lnTo>
                    <a:pt x="2023037" y="33752"/>
                  </a:lnTo>
                  <a:lnTo>
                    <a:pt x="2023058" y="33802"/>
                  </a:lnTo>
                  <a:lnTo>
                    <a:pt x="2023078" y="33874"/>
                  </a:lnTo>
                  <a:lnTo>
                    <a:pt x="2023082" y="33919"/>
                  </a:lnTo>
                  <a:lnTo>
                    <a:pt x="2023087" y="33974"/>
                  </a:lnTo>
                  <a:lnTo>
                    <a:pt x="2023132" y="34023"/>
                  </a:lnTo>
                  <a:lnTo>
                    <a:pt x="2023201" y="34076"/>
                  </a:lnTo>
                  <a:lnTo>
                    <a:pt x="2023380" y="34177"/>
                  </a:lnTo>
                  <a:lnTo>
                    <a:pt x="2023609" y="34253"/>
                  </a:lnTo>
                  <a:lnTo>
                    <a:pt x="2023650" y="34260"/>
                  </a:lnTo>
                  <a:lnTo>
                    <a:pt x="2023701" y="34278"/>
                  </a:lnTo>
                  <a:lnTo>
                    <a:pt x="2023763" y="34311"/>
                  </a:lnTo>
                  <a:lnTo>
                    <a:pt x="2023804" y="34343"/>
                  </a:lnTo>
                  <a:lnTo>
                    <a:pt x="2023824" y="34367"/>
                  </a:lnTo>
                  <a:lnTo>
                    <a:pt x="2023847" y="34446"/>
                  </a:lnTo>
                  <a:lnTo>
                    <a:pt x="2023855" y="34483"/>
                  </a:lnTo>
                  <a:lnTo>
                    <a:pt x="2023867" y="34533"/>
                  </a:lnTo>
                  <a:lnTo>
                    <a:pt x="2023886" y="34573"/>
                  </a:lnTo>
                  <a:lnTo>
                    <a:pt x="2023905" y="34610"/>
                  </a:lnTo>
                  <a:lnTo>
                    <a:pt x="2023975" y="34730"/>
                  </a:lnTo>
                  <a:lnTo>
                    <a:pt x="2023994" y="34758"/>
                  </a:lnTo>
                  <a:lnTo>
                    <a:pt x="2024262" y="35060"/>
                  </a:lnTo>
                  <a:lnTo>
                    <a:pt x="2024303" y="35095"/>
                  </a:lnTo>
                  <a:lnTo>
                    <a:pt x="2024370" y="35133"/>
                  </a:lnTo>
                  <a:lnTo>
                    <a:pt x="2024469" y="35174"/>
                  </a:lnTo>
                  <a:lnTo>
                    <a:pt x="2024551" y="35199"/>
                  </a:lnTo>
                  <a:lnTo>
                    <a:pt x="2024626" y="35217"/>
                  </a:lnTo>
                  <a:lnTo>
                    <a:pt x="2024716" y="35231"/>
                  </a:lnTo>
                  <a:lnTo>
                    <a:pt x="2024793" y="35238"/>
                  </a:lnTo>
                  <a:lnTo>
                    <a:pt x="2024858" y="35241"/>
                  </a:lnTo>
                  <a:lnTo>
                    <a:pt x="2024936" y="35240"/>
                  </a:lnTo>
                  <a:lnTo>
                    <a:pt x="2024982" y="35233"/>
                  </a:lnTo>
                  <a:lnTo>
                    <a:pt x="2025033" y="35218"/>
                  </a:lnTo>
                  <a:lnTo>
                    <a:pt x="2025110" y="35185"/>
                  </a:lnTo>
                  <a:lnTo>
                    <a:pt x="2025183" y="35150"/>
                  </a:lnTo>
                  <a:lnTo>
                    <a:pt x="2025236" y="35115"/>
                  </a:lnTo>
                  <a:lnTo>
                    <a:pt x="2025311" y="35042"/>
                  </a:lnTo>
                  <a:lnTo>
                    <a:pt x="2025363" y="34979"/>
                  </a:lnTo>
                  <a:lnTo>
                    <a:pt x="2025397" y="34914"/>
                  </a:lnTo>
                  <a:lnTo>
                    <a:pt x="2025428" y="34866"/>
                  </a:lnTo>
                  <a:lnTo>
                    <a:pt x="2025504" y="34771"/>
                  </a:lnTo>
                  <a:lnTo>
                    <a:pt x="2025591" y="34676"/>
                  </a:lnTo>
                  <a:lnTo>
                    <a:pt x="2025635" y="34636"/>
                  </a:lnTo>
                  <a:lnTo>
                    <a:pt x="2025671" y="34600"/>
                  </a:lnTo>
                  <a:lnTo>
                    <a:pt x="2025756" y="34505"/>
                  </a:lnTo>
                  <a:lnTo>
                    <a:pt x="2025793" y="34462"/>
                  </a:lnTo>
                  <a:lnTo>
                    <a:pt x="2025808" y="34438"/>
                  </a:lnTo>
                  <a:lnTo>
                    <a:pt x="2025825" y="34375"/>
                  </a:lnTo>
                  <a:lnTo>
                    <a:pt x="2026118" y="33721"/>
                  </a:lnTo>
                  <a:lnTo>
                    <a:pt x="2026488" y="33511"/>
                  </a:lnTo>
                  <a:lnTo>
                    <a:pt x="2026659" y="33482"/>
                  </a:lnTo>
                  <a:lnTo>
                    <a:pt x="2026874" y="33441"/>
                  </a:lnTo>
                  <a:lnTo>
                    <a:pt x="2027207" y="33464"/>
                  </a:lnTo>
                  <a:lnTo>
                    <a:pt x="2027565" y="33514"/>
                  </a:lnTo>
                  <a:lnTo>
                    <a:pt x="2028661" y="34042"/>
                  </a:lnTo>
                  <a:lnTo>
                    <a:pt x="2029225" y="34317"/>
                  </a:lnTo>
                  <a:lnTo>
                    <a:pt x="2029319" y="34352"/>
                  </a:lnTo>
                  <a:lnTo>
                    <a:pt x="2029409" y="34395"/>
                  </a:lnTo>
                  <a:lnTo>
                    <a:pt x="2029594" y="34484"/>
                  </a:lnTo>
                  <a:lnTo>
                    <a:pt x="2029772" y="34573"/>
                  </a:lnTo>
                  <a:lnTo>
                    <a:pt x="2029847" y="34611"/>
                  </a:lnTo>
                  <a:lnTo>
                    <a:pt x="2029888" y="34646"/>
                  </a:lnTo>
                  <a:lnTo>
                    <a:pt x="2029930" y="34682"/>
                  </a:lnTo>
                  <a:lnTo>
                    <a:pt x="2029971" y="34722"/>
                  </a:lnTo>
                  <a:lnTo>
                    <a:pt x="2030032" y="34802"/>
                  </a:lnTo>
                  <a:lnTo>
                    <a:pt x="2030071" y="34877"/>
                  </a:lnTo>
                  <a:lnTo>
                    <a:pt x="2030079" y="34913"/>
                  </a:lnTo>
                  <a:lnTo>
                    <a:pt x="2030082" y="34961"/>
                  </a:lnTo>
                  <a:lnTo>
                    <a:pt x="2030070" y="35015"/>
                  </a:lnTo>
                  <a:lnTo>
                    <a:pt x="2030037" y="35097"/>
                  </a:lnTo>
                  <a:lnTo>
                    <a:pt x="2030002" y="35150"/>
                  </a:lnTo>
                  <a:lnTo>
                    <a:pt x="2029968" y="35178"/>
                  </a:lnTo>
                  <a:lnTo>
                    <a:pt x="2029920" y="35215"/>
                  </a:lnTo>
                  <a:lnTo>
                    <a:pt x="2029893" y="35232"/>
                  </a:lnTo>
                  <a:lnTo>
                    <a:pt x="2029845" y="35254"/>
                  </a:lnTo>
                  <a:lnTo>
                    <a:pt x="2029782" y="35273"/>
                  </a:lnTo>
                  <a:lnTo>
                    <a:pt x="2029655" y="35300"/>
                  </a:lnTo>
                  <a:lnTo>
                    <a:pt x="2029580" y="35314"/>
                  </a:lnTo>
                  <a:lnTo>
                    <a:pt x="2029348" y="35323"/>
                  </a:lnTo>
                  <a:lnTo>
                    <a:pt x="2029034" y="35349"/>
                  </a:lnTo>
                  <a:lnTo>
                    <a:pt x="2028860" y="35370"/>
                  </a:lnTo>
                  <a:lnTo>
                    <a:pt x="2028230" y="35438"/>
                  </a:lnTo>
                  <a:lnTo>
                    <a:pt x="2027626" y="35639"/>
                  </a:lnTo>
                  <a:lnTo>
                    <a:pt x="2027392" y="35756"/>
                  </a:lnTo>
                  <a:lnTo>
                    <a:pt x="2027307" y="35826"/>
                  </a:lnTo>
                  <a:lnTo>
                    <a:pt x="2027257" y="35933"/>
                  </a:lnTo>
                  <a:lnTo>
                    <a:pt x="2027226" y="36065"/>
                  </a:lnTo>
                  <a:lnTo>
                    <a:pt x="2027251" y="36158"/>
                  </a:lnTo>
                  <a:lnTo>
                    <a:pt x="2027602" y="36925"/>
                  </a:lnTo>
                  <a:lnTo>
                    <a:pt x="2027817" y="37208"/>
                  </a:lnTo>
                  <a:lnTo>
                    <a:pt x="2028073" y="37606"/>
                  </a:lnTo>
                  <a:lnTo>
                    <a:pt x="2028156" y="37783"/>
                  </a:lnTo>
                  <a:lnTo>
                    <a:pt x="2028223" y="37991"/>
                  </a:lnTo>
                  <a:lnTo>
                    <a:pt x="2028260" y="38191"/>
                  </a:lnTo>
                  <a:lnTo>
                    <a:pt x="2028260" y="38429"/>
                  </a:lnTo>
                  <a:lnTo>
                    <a:pt x="2028193" y="38611"/>
                  </a:lnTo>
                  <a:lnTo>
                    <a:pt x="2027750" y="38770"/>
                  </a:lnTo>
                  <a:lnTo>
                    <a:pt x="2026390" y="38875"/>
                  </a:lnTo>
                  <a:lnTo>
                    <a:pt x="2026337" y="38873"/>
                  </a:lnTo>
                  <a:lnTo>
                    <a:pt x="2026231" y="38864"/>
                  </a:lnTo>
                  <a:lnTo>
                    <a:pt x="2026125" y="38853"/>
                  </a:lnTo>
                  <a:lnTo>
                    <a:pt x="2026009" y="38832"/>
                  </a:lnTo>
                  <a:lnTo>
                    <a:pt x="2025868" y="38809"/>
                  </a:lnTo>
                  <a:lnTo>
                    <a:pt x="2025825" y="38808"/>
                  </a:lnTo>
                  <a:lnTo>
                    <a:pt x="2025637" y="38798"/>
                  </a:lnTo>
                  <a:lnTo>
                    <a:pt x="2025473" y="38800"/>
                  </a:lnTo>
                  <a:lnTo>
                    <a:pt x="2025386" y="38809"/>
                  </a:lnTo>
                  <a:lnTo>
                    <a:pt x="2025352" y="38822"/>
                  </a:lnTo>
                  <a:lnTo>
                    <a:pt x="2025255" y="38870"/>
                  </a:lnTo>
                  <a:lnTo>
                    <a:pt x="2025166" y="38927"/>
                  </a:lnTo>
                  <a:lnTo>
                    <a:pt x="2025071" y="39001"/>
                  </a:lnTo>
                  <a:lnTo>
                    <a:pt x="2025008" y="39056"/>
                  </a:lnTo>
                  <a:lnTo>
                    <a:pt x="2024880" y="39171"/>
                  </a:lnTo>
                  <a:lnTo>
                    <a:pt x="2024778" y="39263"/>
                  </a:lnTo>
                  <a:lnTo>
                    <a:pt x="2024499" y="39591"/>
                  </a:lnTo>
                  <a:lnTo>
                    <a:pt x="2024455" y="39660"/>
                  </a:lnTo>
                  <a:lnTo>
                    <a:pt x="2024444" y="39691"/>
                  </a:lnTo>
                  <a:lnTo>
                    <a:pt x="2024432" y="39729"/>
                  </a:lnTo>
                  <a:lnTo>
                    <a:pt x="2024354" y="39981"/>
                  </a:lnTo>
                  <a:lnTo>
                    <a:pt x="2024342" y="40025"/>
                  </a:lnTo>
                  <a:lnTo>
                    <a:pt x="2024341" y="40063"/>
                  </a:lnTo>
                  <a:lnTo>
                    <a:pt x="2024338" y="40124"/>
                  </a:lnTo>
                  <a:lnTo>
                    <a:pt x="2024336" y="40411"/>
                  </a:lnTo>
                  <a:lnTo>
                    <a:pt x="2024335" y="40792"/>
                  </a:lnTo>
                  <a:lnTo>
                    <a:pt x="2024336" y="40826"/>
                  </a:lnTo>
                  <a:lnTo>
                    <a:pt x="2024341" y="40846"/>
                  </a:lnTo>
                  <a:lnTo>
                    <a:pt x="2024470" y="41257"/>
                  </a:lnTo>
                  <a:lnTo>
                    <a:pt x="2024537" y="41421"/>
                  </a:lnTo>
                  <a:lnTo>
                    <a:pt x="2024550" y="41446"/>
                  </a:lnTo>
                  <a:lnTo>
                    <a:pt x="2024570" y="41472"/>
                  </a:lnTo>
                  <a:lnTo>
                    <a:pt x="2024592" y="41497"/>
                  </a:lnTo>
                  <a:lnTo>
                    <a:pt x="2024613" y="41521"/>
                  </a:lnTo>
                  <a:lnTo>
                    <a:pt x="2024718" y="41636"/>
                  </a:lnTo>
                  <a:lnTo>
                    <a:pt x="2024755" y="41676"/>
                  </a:lnTo>
                  <a:lnTo>
                    <a:pt x="2025010" y="41926"/>
                  </a:lnTo>
                  <a:lnTo>
                    <a:pt x="2025054" y="41966"/>
                  </a:lnTo>
                  <a:lnTo>
                    <a:pt x="2025089" y="41998"/>
                  </a:lnTo>
                  <a:lnTo>
                    <a:pt x="2025269" y="42156"/>
                  </a:lnTo>
                  <a:lnTo>
                    <a:pt x="2025325" y="42204"/>
                  </a:lnTo>
                  <a:lnTo>
                    <a:pt x="2025377" y="42248"/>
                  </a:lnTo>
                  <a:lnTo>
                    <a:pt x="2025490" y="42340"/>
                  </a:lnTo>
                  <a:lnTo>
                    <a:pt x="2025556" y="42389"/>
                  </a:lnTo>
                  <a:lnTo>
                    <a:pt x="2025619" y="42429"/>
                  </a:lnTo>
                  <a:lnTo>
                    <a:pt x="2025679" y="42461"/>
                  </a:lnTo>
                  <a:lnTo>
                    <a:pt x="2025736" y="42490"/>
                  </a:lnTo>
                  <a:lnTo>
                    <a:pt x="2025825" y="42532"/>
                  </a:lnTo>
                  <a:lnTo>
                    <a:pt x="2026231" y="42964"/>
                  </a:lnTo>
                  <a:lnTo>
                    <a:pt x="2026384" y="43070"/>
                  </a:lnTo>
                  <a:lnTo>
                    <a:pt x="2026539" y="43134"/>
                  </a:lnTo>
                  <a:lnTo>
                    <a:pt x="2026824" y="43251"/>
                  </a:lnTo>
                  <a:lnTo>
                    <a:pt x="2026981" y="43283"/>
                  </a:lnTo>
                  <a:lnTo>
                    <a:pt x="2027132" y="43261"/>
                  </a:lnTo>
                  <a:lnTo>
                    <a:pt x="2027344" y="43154"/>
                  </a:lnTo>
                  <a:lnTo>
                    <a:pt x="2027584" y="42945"/>
                  </a:lnTo>
                  <a:lnTo>
                    <a:pt x="2027804" y="42675"/>
                  </a:lnTo>
                  <a:lnTo>
                    <a:pt x="2027824" y="42257"/>
                  </a:lnTo>
                  <a:lnTo>
                    <a:pt x="2027983" y="42014"/>
                  </a:lnTo>
                  <a:lnTo>
                    <a:pt x="2028058" y="41963"/>
                  </a:lnTo>
                  <a:lnTo>
                    <a:pt x="2028146" y="41932"/>
                  </a:lnTo>
                  <a:lnTo>
                    <a:pt x="2028245" y="41925"/>
                  </a:lnTo>
                  <a:lnTo>
                    <a:pt x="2028409" y="41931"/>
                  </a:lnTo>
                  <a:lnTo>
                    <a:pt x="2029262" y="42282"/>
                  </a:lnTo>
                  <a:lnTo>
                    <a:pt x="2029718" y="42573"/>
                  </a:lnTo>
                  <a:lnTo>
                    <a:pt x="2029874" y="42711"/>
                  </a:lnTo>
                  <a:lnTo>
                    <a:pt x="2030101" y="42872"/>
                  </a:lnTo>
                  <a:lnTo>
                    <a:pt x="2030278" y="42966"/>
                  </a:lnTo>
                  <a:lnTo>
                    <a:pt x="2030679" y="43140"/>
                  </a:lnTo>
                  <a:lnTo>
                    <a:pt x="2030735" y="43172"/>
                  </a:lnTo>
                  <a:lnTo>
                    <a:pt x="2032305" y="44033"/>
                  </a:lnTo>
                  <a:lnTo>
                    <a:pt x="2032379" y="44096"/>
                  </a:lnTo>
                  <a:lnTo>
                    <a:pt x="2032792" y="44453"/>
                  </a:lnTo>
                  <a:lnTo>
                    <a:pt x="2032886" y="44508"/>
                  </a:lnTo>
                  <a:lnTo>
                    <a:pt x="2033347" y="44888"/>
                  </a:lnTo>
                  <a:lnTo>
                    <a:pt x="2033464" y="44967"/>
                  </a:lnTo>
                  <a:lnTo>
                    <a:pt x="2033526" y="45042"/>
                  </a:lnTo>
                  <a:lnTo>
                    <a:pt x="2033595" y="45125"/>
                  </a:lnTo>
                  <a:lnTo>
                    <a:pt x="2033647" y="45214"/>
                  </a:lnTo>
                  <a:lnTo>
                    <a:pt x="2033673" y="45294"/>
                  </a:lnTo>
                  <a:lnTo>
                    <a:pt x="2033686" y="45412"/>
                  </a:lnTo>
                  <a:lnTo>
                    <a:pt x="2033690" y="45474"/>
                  </a:lnTo>
                  <a:lnTo>
                    <a:pt x="2033683" y="45508"/>
                  </a:lnTo>
                  <a:lnTo>
                    <a:pt x="2033422" y="46007"/>
                  </a:lnTo>
                  <a:lnTo>
                    <a:pt x="2033297" y="46176"/>
                  </a:lnTo>
                  <a:lnTo>
                    <a:pt x="2033188" y="46332"/>
                  </a:lnTo>
                  <a:lnTo>
                    <a:pt x="2033078" y="46543"/>
                  </a:lnTo>
                  <a:lnTo>
                    <a:pt x="2032984" y="46748"/>
                  </a:lnTo>
                  <a:lnTo>
                    <a:pt x="2032948" y="46835"/>
                  </a:lnTo>
                  <a:lnTo>
                    <a:pt x="2032941" y="46861"/>
                  </a:lnTo>
                  <a:lnTo>
                    <a:pt x="2032936" y="46903"/>
                  </a:lnTo>
                  <a:lnTo>
                    <a:pt x="2032830" y="47379"/>
                  </a:lnTo>
                  <a:lnTo>
                    <a:pt x="2032845" y="47504"/>
                  </a:lnTo>
                  <a:lnTo>
                    <a:pt x="2032862" y="47637"/>
                  </a:lnTo>
                  <a:lnTo>
                    <a:pt x="2032889" y="47692"/>
                  </a:lnTo>
                  <a:lnTo>
                    <a:pt x="2032983" y="47829"/>
                  </a:lnTo>
                  <a:lnTo>
                    <a:pt x="2033061" y="47920"/>
                  </a:lnTo>
                  <a:lnTo>
                    <a:pt x="2033174" y="47968"/>
                  </a:lnTo>
                  <a:lnTo>
                    <a:pt x="2033268" y="47997"/>
                  </a:lnTo>
                  <a:lnTo>
                    <a:pt x="2033428" y="48027"/>
                  </a:lnTo>
                  <a:lnTo>
                    <a:pt x="2033484" y="48034"/>
                  </a:lnTo>
                  <a:lnTo>
                    <a:pt x="2033546" y="48029"/>
                  </a:lnTo>
                  <a:lnTo>
                    <a:pt x="2033652" y="48013"/>
                  </a:lnTo>
                  <a:lnTo>
                    <a:pt x="2033758" y="47990"/>
                  </a:lnTo>
                  <a:lnTo>
                    <a:pt x="2033985" y="47897"/>
                  </a:lnTo>
                  <a:lnTo>
                    <a:pt x="2034206" y="47786"/>
                  </a:lnTo>
                  <a:lnTo>
                    <a:pt x="2034368" y="47722"/>
                  </a:lnTo>
                  <a:lnTo>
                    <a:pt x="2034534" y="47667"/>
                  </a:lnTo>
                  <a:lnTo>
                    <a:pt x="2034579" y="47655"/>
                  </a:lnTo>
                  <a:lnTo>
                    <a:pt x="2034633" y="47640"/>
                  </a:lnTo>
                  <a:lnTo>
                    <a:pt x="2034770" y="47633"/>
                  </a:lnTo>
                  <a:lnTo>
                    <a:pt x="2034926" y="47632"/>
                  </a:lnTo>
                  <a:lnTo>
                    <a:pt x="2035044" y="47637"/>
                  </a:lnTo>
                  <a:lnTo>
                    <a:pt x="2035120" y="47625"/>
                  </a:lnTo>
                  <a:lnTo>
                    <a:pt x="2035219" y="47612"/>
                  </a:lnTo>
                  <a:lnTo>
                    <a:pt x="2035426" y="47573"/>
                  </a:lnTo>
                  <a:lnTo>
                    <a:pt x="2035473" y="47572"/>
                  </a:lnTo>
                  <a:lnTo>
                    <a:pt x="2035510" y="47572"/>
                  </a:lnTo>
                  <a:lnTo>
                    <a:pt x="2035604" y="47575"/>
                  </a:lnTo>
                  <a:lnTo>
                    <a:pt x="2035769" y="47599"/>
                  </a:lnTo>
                  <a:lnTo>
                    <a:pt x="2035894" y="47624"/>
                  </a:lnTo>
                  <a:lnTo>
                    <a:pt x="2035911" y="47631"/>
                  </a:lnTo>
                  <a:lnTo>
                    <a:pt x="2035990" y="47660"/>
                  </a:lnTo>
                  <a:lnTo>
                    <a:pt x="2036055" y="47697"/>
                  </a:lnTo>
                  <a:lnTo>
                    <a:pt x="2036094" y="47727"/>
                  </a:lnTo>
                  <a:lnTo>
                    <a:pt x="2036100" y="47732"/>
                  </a:lnTo>
                  <a:lnTo>
                    <a:pt x="2036126" y="47760"/>
                  </a:lnTo>
                  <a:lnTo>
                    <a:pt x="2036152" y="47813"/>
                  </a:lnTo>
                  <a:lnTo>
                    <a:pt x="2036157" y="47859"/>
                  </a:lnTo>
                  <a:lnTo>
                    <a:pt x="2036159" y="47903"/>
                  </a:lnTo>
                  <a:lnTo>
                    <a:pt x="2036374" y="48236"/>
                  </a:lnTo>
                  <a:lnTo>
                    <a:pt x="2036677" y="48577"/>
                  </a:lnTo>
                  <a:lnTo>
                    <a:pt x="2037105" y="49082"/>
                  </a:lnTo>
                  <a:lnTo>
                    <a:pt x="2037153" y="49115"/>
                  </a:lnTo>
                  <a:lnTo>
                    <a:pt x="2037232" y="49178"/>
                  </a:lnTo>
                  <a:lnTo>
                    <a:pt x="2037275" y="49217"/>
                  </a:lnTo>
                  <a:lnTo>
                    <a:pt x="2037360" y="49293"/>
                  </a:lnTo>
                  <a:lnTo>
                    <a:pt x="2037398" y="49327"/>
                  </a:lnTo>
                  <a:lnTo>
                    <a:pt x="2037439" y="49365"/>
                  </a:lnTo>
                  <a:lnTo>
                    <a:pt x="2037482" y="49401"/>
                  </a:lnTo>
                  <a:lnTo>
                    <a:pt x="2037532" y="49428"/>
                  </a:lnTo>
                  <a:lnTo>
                    <a:pt x="2037642" y="49479"/>
                  </a:lnTo>
                  <a:lnTo>
                    <a:pt x="2037735" y="49514"/>
                  </a:lnTo>
                  <a:lnTo>
                    <a:pt x="2038368" y="50093"/>
                  </a:lnTo>
                  <a:lnTo>
                    <a:pt x="2038547" y="50361"/>
                  </a:lnTo>
                  <a:lnTo>
                    <a:pt x="2039004" y="51013"/>
                  </a:lnTo>
                  <a:lnTo>
                    <a:pt x="2039255" y="51517"/>
                  </a:lnTo>
                  <a:lnTo>
                    <a:pt x="2039271" y="51604"/>
                  </a:lnTo>
                  <a:lnTo>
                    <a:pt x="2039312" y="51862"/>
                  </a:lnTo>
                  <a:lnTo>
                    <a:pt x="2039304" y="51897"/>
                  </a:lnTo>
                  <a:lnTo>
                    <a:pt x="2039095" y="52542"/>
                  </a:lnTo>
                  <a:lnTo>
                    <a:pt x="2039089" y="52601"/>
                  </a:lnTo>
                  <a:lnTo>
                    <a:pt x="2039083" y="52628"/>
                  </a:lnTo>
                  <a:lnTo>
                    <a:pt x="2039072" y="52681"/>
                  </a:lnTo>
                  <a:lnTo>
                    <a:pt x="2039045" y="52740"/>
                  </a:lnTo>
                  <a:lnTo>
                    <a:pt x="2039001" y="52807"/>
                  </a:lnTo>
                  <a:lnTo>
                    <a:pt x="2038949" y="52872"/>
                  </a:lnTo>
                  <a:lnTo>
                    <a:pt x="2038938" y="52886"/>
                  </a:lnTo>
                  <a:lnTo>
                    <a:pt x="2038870" y="52955"/>
                  </a:lnTo>
                  <a:lnTo>
                    <a:pt x="2038830" y="52986"/>
                  </a:lnTo>
                  <a:lnTo>
                    <a:pt x="2038771" y="53031"/>
                  </a:lnTo>
                  <a:lnTo>
                    <a:pt x="2038682" y="53084"/>
                  </a:lnTo>
                  <a:lnTo>
                    <a:pt x="2038594" y="53120"/>
                  </a:lnTo>
                  <a:lnTo>
                    <a:pt x="2038514" y="53143"/>
                  </a:lnTo>
                  <a:lnTo>
                    <a:pt x="2038456" y="53151"/>
                  </a:lnTo>
                  <a:lnTo>
                    <a:pt x="2038420" y="53156"/>
                  </a:lnTo>
                  <a:lnTo>
                    <a:pt x="2038334" y="53172"/>
                  </a:lnTo>
                  <a:lnTo>
                    <a:pt x="2038253" y="53196"/>
                  </a:lnTo>
                  <a:lnTo>
                    <a:pt x="2038154" y="53227"/>
                  </a:lnTo>
                  <a:lnTo>
                    <a:pt x="2038119" y="53243"/>
                  </a:lnTo>
                  <a:lnTo>
                    <a:pt x="2038094" y="53255"/>
                  </a:lnTo>
                  <a:lnTo>
                    <a:pt x="2038048" y="53286"/>
                  </a:lnTo>
                  <a:lnTo>
                    <a:pt x="2037997" y="53336"/>
                  </a:lnTo>
                  <a:lnTo>
                    <a:pt x="2037956" y="53385"/>
                  </a:lnTo>
                  <a:lnTo>
                    <a:pt x="2037929" y="53419"/>
                  </a:lnTo>
                  <a:lnTo>
                    <a:pt x="2037888" y="53489"/>
                  </a:lnTo>
                  <a:lnTo>
                    <a:pt x="2037866" y="53548"/>
                  </a:lnTo>
                  <a:lnTo>
                    <a:pt x="2037839" y="53638"/>
                  </a:lnTo>
                  <a:lnTo>
                    <a:pt x="2037822" y="53712"/>
                  </a:lnTo>
                  <a:lnTo>
                    <a:pt x="2037835" y="53772"/>
                  </a:lnTo>
                  <a:lnTo>
                    <a:pt x="2037856" y="53810"/>
                  </a:lnTo>
                  <a:lnTo>
                    <a:pt x="2037866" y="53850"/>
                  </a:lnTo>
                  <a:lnTo>
                    <a:pt x="2037871" y="53903"/>
                  </a:lnTo>
                  <a:lnTo>
                    <a:pt x="2037871" y="54015"/>
                  </a:lnTo>
                  <a:lnTo>
                    <a:pt x="2037869" y="54055"/>
                  </a:lnTo>
                  <a:lnTo>
                    <a:pt x="2037859" y="54100"/>
                  </a:lnTo>
                  <a:lnTo>
                    <a:pt x="2037835" y="54195"/>
                  </a:lnTo>
                  <a:lnTo>
                    <a:pt x="2037833" y="54240"/>
                  </a:lnTo>
                  <a:lnTo>
                    <a:pt x="2037830" y="54274"/>
                  </a:lnTo>
                  <a:lnTo>
                    <a:pt x="2037840" y="54320"/>
                  </a:lnTo>
                  <a:lnTo>
                    <a:pt x="2037900" y="54507"/>
                  </a:lnTo>
                  <a:lnTo>
                    <a:pt x="2037941" y="54574"/>
                  </a:lnTo>
                  <a:lnTo>
                    <a:pt x="2037994" y="54639"/>
                  </a:lnTo>
                  <a:lnTo>
                    <a:pt x="2038274" y="54881"/>
                  </a:lnTo>
                  <a:lnTo>
                    <a:pt x="2038338" y="54921"/>
                  </a:lnTo>
                  <a:lnTo>
                    <a:pt x="2038429" y="54966"/>
                  </a:lnTo>
                  <a:lnTo>
                    <a:pt x="2038568" y="55017"/>
                  </a:lnTo>
                  <a:lnTo>
                    <a:pt x="2038702" y="55071"/>
                  </a:lnTo>
                  <a:lnTo>
                    <a:pt x="2038810" y="55117"/>
                  </a:lnTo>
                  <a:lnTo>
                    <a:pt x="2038918" y="55152"/>
                  </a:lnTo>
                  <a:lnTo>
                    <a:pt x="2039003" y="55167"/>
                  </a:lnTo>
                  <a:lnTo>
                    <a:pt x="2039097" y="55179"/>
                  </a:lnTo>
                  <a:lnTo>
                    <a:pt x="2039195" y="55181"/>
                  </a:lnTo>
                  <a:lnTo>
                    <a:pt x="2039265" y="55174"/>
                  </a:lnTo>
                  <a:lnTo>
                    <a:pt x="2039351" y="55155"/>
                  </a:lnTo>
                  <a:lnTo>
                    <a:pt x="2039422" y="55149"/>
                  </a:lnTo>
                  <a:lnTo>
                    <a:pt x="2039690" y="55137"/>
                  </a:lnTo>
                  <a:lnTo>
                    <a:pt x="2039887" y="55129"/>
                  </a:lnTo>
                  <a:lnTo>
                    <a:pt x="2040289" y="55112"/>
                  </a:lnTo>
                  <a:lnTo>
                    <a:pt x="2040353" y="55112"/>
                  </a:lnTo>
                  <a:lnTo>
                    <a:pt x="2040466" y="55114"/>
                  </a:lnTo>
                  <a:lnTo>
                    <a:pt x="2040639" y="55106"/>
                  </a:lnTo>
                  <a:lnTo>
                    <a:pt x="2040794" y="55096"/>
                  </a:lnTo>
                  <a:lnTo>
                    <a:pt x="2040919" y="55093"/>
                  </a:lnTo>
                  <a:lnTo>
                    <a:pt x="2040981" y="55101"/>
                  </a:lnTo>
                  <a:lnTo>
                    <a:pt x="2041235" y="55151"/>
                  </a:lnTo>
                  <a:lnTo>
                    <a:pt x="2041356" y="55175"/>
                  </a:lnTo>
                  <a:lnTo>
                    <a:pt x="2041445" y="55185"/>
                  </a:lnTo>
                  <a:lnTo>
                    <a:pt x="2041567" y="55194"/>
                  </a:lnTo>
                  <a:lnTo>
                    <a:pt x="2041653" y="55205"/>
                  </a:lnTo>
                  <a:lnTo>
                    <a:pt x="2041788" y="55220"/>
                  </a:lnTo>
                  <a:lnTo>
                    <a:pt x="2041852" y="55233"/>
                  </a:lnTo>
                  <a:lnTo>
                    <a:pt x="2041933" y="55260"/>
                  </a:lnTo>
                  <a:lnTo>
                    <a:pt x="2042015" y="55281"/>
                  </a:lnTo>
                  <a:lnTo>
                    <a:pt x="2042098" y="55298"/>
                  </a:lnTo>
                  <a:lnTo>
                    <a:pt x="2042163" y="55302"/>
                  </a:lnTo>
                  <a:lnTo>
                    <a:pt x="2042213" y="55310"/>
                  </a:lnTo>
                  <a:lnTo>
                    <a:pt x="2042251" y="55325"/>
                  </a:lnTo>
                  <a:lnTo>
                    <a:pt x="2042304" y="55350"/>
                  </a:lnTo>
                  <a:lnTo>
                    <a:pt x="2042364" y="55400"/>
                  </a:lnTo>
                  <a:lnTo>
                    <a:pt x="2042414" y="55457"/>
                  </a:lnTo>
                  <a:lnTo>
                    <a:pt x="2042439" y="55486"/>
                  </a:lnTo>
                  <a:lnTo>
                    <a:pt x="2042464" y="55515"/>
                  </a:lnTo>
                  <a:lnTo>
                    <a:pt x="2042497" y="55659"/>
                  </a:lnTo>
                  <a:lnTo>
                    <a:pt x="2042449" y="55856"/>
                  </a:lnTo>
                  <a:lnTo>
                    <a:pt x="2042372" y="56031"/>
                  </a:lnTo>
                  <a:lnTo>
                    <a:pt x="2042245" y="56137"/>
                  </a:lnTo>
                  <a:lnTo>
                    <a:pt x="2042102" y="56175"/>
                  </a:lnTo>
                  <a:lnTo>
                    <a:pt x="2041856" y="56145"/>
                  </a:lnTo>
                  <a:lnTo>
                    <a:pt x="2041822" y="56122"/>
                  </a:lnTo>
                  <a:lnTo>
                    <a:pt x="2041746" y="56098"/>
                  </a:lnTo>
                  <a:lnTo>
                    <a:pt x="2041657" y="56072"/>
                  </a:lnTo>
                  <a:lnTo>
                    <a:pt x="2041544" y="56057"/>
                  </a:lnTo>
                  <a:lnTo>
                    <a:pt x="2041466" y="56053"/>
                  </a:lnTo>
                  <a:lnTo>
                    <a:pt x="2041363" y="56053"/>
                  </a:lnTo>
                  <a:lnTo>
                    <a:pt x="2041327" y="56058"/>
                  </a:lnTo>
                  <a:lnTo>
                    <a:pt x="2041274" y="56067"/>
                  </a:lnTo>
                  <a:lnTo>
                    <a:pt x="2041183" y="56095"/>
                  </a:lnTo>
                  <a:lnTo>
                    <a:pt x="2041092" y="56131"/>
                  </a:lnTo>
                  <a:lnTo>
                    <a:pt x="2041001" y="56173"/>
                  </a:lnTo>
                  <a:lnTo>
                    <a:pt x="2040941" y="56208"/>
                  </a:lnTo>
                  <a:lnTo>
                    <a:pt x="2040841" y="56270"/>
                  </a:lnTo>
                  <a:lnTo>
                    <a:pt x="2040721" y="56345"/>
                  </a:lnTo>
                  <a:lnTo>
                    <a:pt x="2040618" y="56398"/>
                  </a:lnTo>
                  <a:lnTo>
                    <a:pt x="2040508" y="56456"/>
                  </a:lnTo>
                  <a:lnTo>
                    <a:pt x="2040417" y="56502"/>
                  </a:lnTo>
                  <a:lnTo>
                    <a:pt x="2040310" y="56555"/>
                  </a:lnTo>
                  <a:lnTo>
                    <a:pt x="2040216" y="56598"/>
                  </a:lnTo>
                  <a:lnTo>
                    <a:pt x="2040142" y="56631"/>
                  </a:lnTo>
                  <a:lnTo>
                    <a:pt x="2040056" y="56665"/>
                  </a:lnTo>
                  <a:lnTo>
                    <a:pt x="2039984" y="56692"/>
                  </a:lnTo>
                  <a:lnTo>
                    <a:pt x="2039891" y="56720"/>
                  </a:lnTo>
                  <a:lnTo>
                    <a:pt x="2039786" y="56743"/>
                  </a:lnTo>
                  <a:lnTo>
                    <a:pt x="2039640" y="56783"/>
                  </a:lnTo>
                  <a:lnTo>
                    <a:pt x="2039575" y="56802"/>
                  </a:lnTo>
                  <a:lnTo>
                    <a:pt x="2039532" y="56820"/>
                  </a:lnTo>
                  <a:lnTo>
                    <a:pt x="2039511" y="56833"/>
                  </a:lnTo>
                  <a:lnTo>
                    <a:pt x="2039487" y="56848"/>
                  </a:lnTo>
                  <a:lnTo>
                    <a:pt x="2039420" y="56877"/>
                  </a:lnTo>
                  <a:lnTo>
                    <a:pt x="2039297" y="56915"/>
                  </a:lnTo>
                  <a:lnTo>
                    <a:pt x="2039233" y="56938"/>
                  </a:lnTo>
                  <a:lnTo>
                    <a:pt x="2039166" y="56962"/>
                  </a:lnTo>
                  <a:lnTo>
                    <a:pt x="2039099" y="56987"/>
                  </a:lnTo>
                  <a:lnTo>
                    <a:pt x="2039008" y="57028"/>
                  </a:lnTo>
                  <a:lnTo>
                    <a:pt x="2038927" y="57062"/>
                  </a:lnTo>
                  <a:lnTo>
                    <a:pt x="2038855" y="57094"/>
                  </a:lnTo>
                  <a:lnTo>
                    <a:pt x="2038793" y="57132"/>
                  </a:lnTo>
                  <a:lnTo>
                    <a:pt x="2038741" y="57182"/>
                  </a:lnTo>
                  <a:lnTo>
                    <a:pt x="2038707" y="57226"/>
                  </a:lnTo>
                  <a:lnTo>
                    <a:pt x="2038690" y="57252"/>
                  </a:lnTo>
                  <a:lnTo>
                    <a:pt x="2038654" y="57286"/>
                  </a:lnTo>
                  <a:lnTo>
                    <a:pt x="2038609" y="57329"/>
                  </a:lnTo>
                  <a:lnTo>
                    <a:pt x="2038566" y="57365"/>
                  </a:lnTo>
                  <a:lnTo>
                    <a:pt x="2038501" y="57409"/>
                  </a:lnTo>
                  <a:lnTo>
                    <a:pt x="2038398" y="57474"/>
                  </a:lnTo>
                  <a:lnTo>
                    <a:pt x="2038267" y="57551"/>
                  </a:lnTo>
                  <a:lnTo>
                    <a:pt x="2038128" y="57636"/>
                  </a:lnTo>
                  <a:lnTo>
                    <a:pt x="2038052" y="57683"/>
                  </a:lnTo>
                  <a:lnTo>
                    <a:pt x="2037944" y="57751"/>
                  </a:lnTo>
                  <a:lnTo>
                    <a:pt x="2037858" y="57806"/>
                  </a:lnTo>
                  <a:lnTo>
                    <a:pt x="2037800" y="57848"/>
                  </a:lnTo>
                  <a:lnTo>
                    <a:pt x="2037743" y="57891"/>
                  </a:lnTo>
                  <a:lnTo>
                    <a:pt x="2037691" y="57931"/>
                  </a:lnTo>
                  <a:lnTo>
                    <a:pt x="2037636" y="57981"/>
                  </a:lnTo>
                  <a:lnTo>
                    <a:pt x="2037605" y="58016"/>
                  </a:lnTo>
                  <a:lnTo>
                    <a:pt x="2037583" y="58054"/>
                  </a:lnTo>
                  <a:lnTo>
                    <a:pt x="2037547" y="58115"/>
                  </a:lnTo>
                  <a:lnTo>
                    <a:pt x="2037462" y="58285"/>
                  </a:lnTo>
                  <a:lnTo>
                    <a:pt x="2037390" y="58410"/>
                  </a:lnTo>
                  <a:lnTo>
                    <a:pt x="2037299" y="58570"/>
                  </a:lnTo>
                  <a:lnTo>
                    <a:pt x="2037251" y="58639"/>
                  </a:lnTo>
                  <a:lnTo>
                    <a:pt x="2037200" y="58757"/>
                  </a:lnTo>
                  <a:lnTo>
                    <a:pt x="2037179" y="58874"/>
                  </a:lnTo>
                  <a:lnTo>
                    <a:pt x="2037181" y="59020"/>
                  </a:lnTo>
                  <a:lnTo>
                    <a:pt x="2037218" y="59164"/>
                  </a:lnTo>
                  <a:lnTo>
                    <a:pt x="2037318" y="59383"/>
                  </a:lnTo>
                  <a:lnTo>
                    <a:pt x="2037359" y="59411"/>
                  </a:lnTo>
                  <a:lnTo>
                    <a:pt x="2037502" y="59493"/>
                  </a:lnTo>
                  <a:lnTo>
                    <a:pt x="2037639" y="59558"/>
                  </a:lnTo>
                  <a:lnTo>
                    <a:pt x="2037725" y="59594"/>
                  </a:lnTo>
                  <a:lnTo>
                    <a:pt x="2037863" y="59636"/>
                  </a:lnTo>
                  <a:lnTo>
                    <a:pt x="2038002" y="59694"/>
                  </a:lnTo>
                  <a:lnTo>
                    <a:pt x="2038085" y="59731"/>
                  </a:lnTo>
                  <a:lnTo>
                    <a:pt x="2038229" y="59784"/>
                  </a:lnTo>
                  <a:lnTo>
                    <a:pt x="2038384" y="59845"/>
                  </a:lnTo>
                  <a:lnTo>
                    <a:pt x="2038525" y="59901"/>
                  </a:lnTo>
                  <a:lnTo>
                    <a:pt x="2038678" y="59957"/>
                  </a:lnTo>
                  <a:lnTo>
                    <a:pt x="2038769" y="59994"/>
                  </a:lnTo>
                  <a:lnTo>
                    <a:pt x="2038831" y="60019"/>
                  </a:lnTo>
                  <a:lnTo>
                    <a:pt x="2038991" y="60065"/>
                  </a:lnTo>
                  <a:lnTo>
                    <a:pt x="2039101" y="60099"/>
                  </a:lnTo>
                  <a:lnTo>
                    <a:pt x="2039204" y="60127"/>
                  </a:lnTo>
                  <a:lnTo>
                    <a:pt x="2039354" y="60158"/>
                  </a:lnTo>
                  <a:lnTo>
                    <a:pt x="2039483" y="60185"/>
                  </a:lnTo>
                  <a:lnTo>
                    <a:pt x="2039581" y="60199"/>
                  </a:lnTo>
                  <a:lnTo>
                    <a:pt x="2039708" y="60207"/>
                  </a:lnTo>
                  <a:lnTo>
                    <a:pt x="2039965" y="60224"/>
                  </a:lnTo>
                  <a:lnTo>
                    <a:pt x="2040142" y="60232"/>
                  </a:lnTo>
                  <a:lnTo>
                    <a:pt x="2040632" y="60287"/>
                  </a:lnTo>
                  <a:lnTo>
                    <a:pt x="2040816" y="60299"/>
                  </a:lnTo>
                  <a:lnTo>
                    <a:pt x="2041000" y="60307"/>
                  </a:lnTo>
                  <a:lnTo>
                    <a:pt x="2041100" y="60307"/>
                  </a:lnTo>
                  <a:lnTo>
                    <a:pt x="2041167" y="60319"/>
                  </a:lnTo>
                  <a:lnTo>
                    <a:pt x="2041236" y="60345"/>
                  </a:lnTo>
                  <a:lnTo>
                    <a:pt x="2041399" y="60427"/>
                  </a:lnTo>
                  <a:lnTo>
                    <a:pt x="2041482" y="60495"/>
                  </a:lnTo>
                  <a:lnTo>
                    <a:pt x="2041578" y="60572"/>
                  </a:lnTo>
                  <a:lnTo>
                    <a:pt x="2041654" y="60627"/>
                  </a:lnTo>
                  <a:lnTo>
                    <a:pt x="2041773" y="60714"/>
                  </a:lnTo>
                  <a:lnTo>
                    <a:pt x="2041878" y="60777"/>
                  </a:lnTo>
                  <a:lnTo>
                    <a:pt x="2042014" y="60844"/>
                  </a:lnTo>
                  <a:lnTo>
                    <a:pt x="2042160" y="60910"/>
                  </a:lnTo>
                  <a:lnTo>
                    <a:pt x="2042240" y="60945"/>
                  </a:lnTo>
                  <a:lnTo>
                    <a:pt x="2042348" y="60987"/>
                  </a:lnTo>
                  <a:lnTo>
                    <a:pt x="2042482" y="61039"/>
                  </a:lnTo>
                  <a:lnTo>
                    <a:pt x="2042554" y="61071"/>
                  </a:lnTo>
                  <a:lnTo>
                    <a:pt x="2042558" y="61073"/>
                  </a:lnTo>
                  <a:lnTo>
                    <a:pt x="2042730" y="61124"/>
                  </a:lnTo>
                  <a:lnTo>
                    <a:pt x="2042848" y="61157"/>
                  </a:lnTo>
                  <a:lnTo>
                    <a:pt x="2043015" y="61204"/>
                  </a:lnTo>
                  <a:lnTo>
                    <a:pt x="2043189" y="61242"/>
                  </a:lnTo>
                  <a:lnTo>
                    <a:pt x="2043318" y="61268"/>
                  </a:lnTo>
                  <a:lnTo>
                    <a:pt x="2044046" y="61342"/>
                  </a:lnTo>
                  <a:lnTo>
                    <a:pt x="2044258" y="61352"/>
                  </a:lnTo>
                  <a:lnTo>
                    <a:pt x="2044481" y="61365"/>
                  </a:lnTo>
                  <a:lnTo>
                    <a:pt x="2044626" y="61376"/>
                  </a:lnTo>
                  <a:lnTo>
                    <a:pt x="2044765" y="61400"/>
                  </a:lnTo>
                  <a:lnTo>
                    <a:pt x="2044839" y="61416"/>
                  </a:lnTo>
                  <a:lnTo>
                    <a:pt x="2044929" y="61439"/>
                  </a:lnTo>
                  <a:lnTo>
                    <a:pt x="2044989" y="61462"/>
                  </a:lnTo>
                  <a:lnTo>
                    <a:pt x="2046355" y="62129"/>
                  </a:lnTo>
                  <a:lnTo>
                    <a:pt x="2046437" y="62168"/>
                  </a:lnTo>
                  <a:lnTo>
                    <a:pt x="2046588" y="62230"/>
                  </a:lnTo>
                  <a:lnTo>
                    <a:pt x="2046819" y="62348"/>
                  </a:lnTo>
                  <a:lnTo>
                    <a:pt x="2046895" y="62389"/>
                  </a:lnTo>
                  <a:lnTo>
                    <a:pt x="2046996" y="62449"/>
                  </a:lnTo>
                  <a:lnTo>
                    <a:pt x="2047077" y="62496"/>
                  </a:lnTo>
                  <a:lnTo>
                    <a:pt x="2047139" y="62541"/>
                  </a:lnTo>
                  <a:lnTo>
                    <a:pt x="2047165" y="62564"/>
                  </a:lnTo>
                  <a:lnTo>
                    <a:pt x="2047232" y="62627"/>
                  </a:lnTo>
                  <a:lnTo>
                    <a:pt x="2047277" y="62682"/>
                  </a:lnTo>
                  <a:lnTo>
                    <a:pt x="2047311" y="62737"/>
                  </a:lnTo>
                  <a:lnTo>
                    <a:pt x="2047342" y="62827"/>
                  </a:lnTo>
                  <a:lnTo>
                    <a:pt x="2047373" y="62942"/>
                  </a:lnTo>
                  <a:lnTo>
                    <a:pt x="2047385" y="63052"/>
                  </a:lnTo>
                  <a:lnTo>
                    <a:pt x="2047385" y="63088"/>
                  </a:lnTo>
                  <a:lnTo>
                    <a:pt x="2047376" y="63138"/>
                  </a:lnTo>
                  <a:lnTo>
                    <a:pt x="2047036" y="63697"/>
                  </a:lnTo>
                  <a:lnTo>
                    <a:pt x="2046998" y="63741"/>
                  </a:lnTo>
                  <a:lnTo>
                    <a:pt x="2046936" y="63801"/>
                  </a:lnTo>
                  <a:lnTo>
                    <a:pt x="2046868" y="63856"/>
                  </a:lnTo>
                  <a:lnTo>
                    <a:pt x="2046782" y="63921"/>
                  </a:lnTo>
                  <a:lnTo>
                    <a:pt x="2046691" y="63986"/>
                  </a:lnTo>
                  <a:lnTo>
                    <a:pt x="2046629" y="64031"/>
                  </a:lnTo>
                  <a:lnTo>
                    <a:pt x="2046589" y="64068"/>
                  </a:lnTo>
                  <a:lnTo>
                    <a:pt x="2046558" y="64104"/>
                  </a:lnTo>
                  <a:lnTo>
                    <a:pt x="2046544" y="64131"/>
                  </a:lnTo>
                  <a:lnTo>
                    <a:pt x="2046487" y="64202"/>
                  </a:lnTo>
                  <a:lnTo>
                    <a:pt x="2046408" y="64326"/>
                  </a:lnTo>
                  <a:lnTo>
                    <a:pt x="2046378" y="64383"/>
                  </a:lnTo>
                  <a:lnTo>
                    <a:pt x="2046366" y="64429"/>
                  </a:lnTo>
                  <a:lnTo>
                    <a:pt x="2046368" y="64486"/>
                  </a:lnTo>
                  <a:lnTo>
                    <a:pt x="2046388" y="64600"/>
                  </a:lnTo>
                  <a:lnTo>
                    <a:pt x="2046397" y="64642"/>
                  </a:lnTo>
                  <a:lnTo>
                    <a:pt x="2046435" y="64757"/>
                  </a:lnTo>
                  <a:lnTo>
                    <a:pt x="2046462" y="64833"/>
                  </a:lnTo>
                  <a:lnTo>
                    <a:pt x="2046488" y="64940"/>
                  </a:lnTo>
                  <a:lnTo>
                    <a:pt x="2046510" y="65031"/>
                  </a:lnTo>
                  <a:lnTo>
                    <a:pt x="2046525" y="65096"/>
                  </a:lnTo>
                  <a:lnTo>
                    <a:pt x="2046530" y="65144"/>
                  </a:lnTo>
                  <a:lnTo>
                    <a:pt x="2046520" y="65211"/>
                  </a:lnTo>
                  <a:lnTo>
                    <a:pt x="2046504" y="65248"/>
                  </a:lnTo>
                  <a:lnTo>
                    <a:pt x="2046477" y="65284"/>
                  </a:lnTo>
                  <a:lnTo>
                    <a:pt x="2046425" y="65341"/>
                  </a:lnTo>
                  <a:lnTo>
                    <a:pt x="2046342" y="65406"/>
                  </a:lnTo>
                  <a:lnTo>
                    <a:pt x="2046245" y="65476"/>
                  </a:lnTo>
                  <a:lnTo>
                    <a:pt x="2046168" y="65528"/>
                  </a:lnTo>
                  <a:lnTo>
                    <a:pt x="2046102" y="65574"/>
                  </a:lnTo>
                  <a:lnTo>
                    <a:pt x="2046035" y="65615"/>
                  </a:lnTo>
                  <a:lnTo>
                    <a:pt x="2045950" y="65668"/>
                  </a:lnTo>
                  <a:lnTo>
                    <a:pt x="2045871" y="65711"/>
                  </a:lnTo>
                  <a:lnTo>
                    <a:pt x="2045804" y="65760"/>
                  </a:lnTo>
                  <a:lnTo>
                    <a:pt x="2045757" y="65808"/>
                  </a:lnTo>
                  <a:lnTo>
                    <a:pt x="2045719" y="65856"/>
                  </a:lnTo>
                  <a:lnTo>
                    <a:pt x="2045686" y="65910"/>
                  </a:lnTo>
                  <a:lnTo>
                    <a:pt x="2045662" y="65973"/>
                  </a:lnTo>
                  <a:lnTo>
                    <a:pt x="2045643" y="66056"/>
                  </a:lnTo>
                  <a:lnTo>
                    <a:pt x="2045634" y="66136"/>
                  </a:lnTo>
                  <a:lnTo>
                    <a:pt x="2045627" y="66234"/>
                  </a:lnTo>
                  <a:lnTo>
                    <a:pt x="2045634" y="66313"/>
                  </a:lnTo>
                  <a:lnTo>
                    <a:pt x="2045647" y="66352"/>
                  </a:lnTo>
                  <a:lnTo>
                    <a:pt x="2045668" y="66413"/>
                  </a:lnTo>
                  <a:lnTo>
                    <a:pt x="2045697" y="66496"/>
                  </a:lnTo>
                  <a:lnTo>
                    <a:pt x="2045709" y="66556"/>
                  </a:lnTo>
                  <a:lnTo>
                    <a:pt x="2045707" y="66605"/>
                  </a:lnTo>
                  <a:lnTo>
                    <a:pt x="2045705" y="66655"/>
                  </a:lnTo>
                  <a:lnTo>
                    <a:pt x="2045690" y="66720"/>
                  </a:lnTo>
                  <a:lnTo>
                    <a:pt x="2045669" y="66757"/>
                  </a:lnTo>
                  <a:lnTo>
                    <a:pt x="2045634" y="66792"/>
                  </a:lnTo>
                  <a:lnTo>
                    <a:pt x="2045601" y="66815"/>
                  </a:lnTo>
                  <a:lnTo>
                    <a:pt x="2045555" y="66835"/>
                  </a:lnTo>
                  <a:lnTo>
                    <a:pt x="2045491" y="66852"/>
                  </a:lnTo>
                  <a:lnTo>
                    <a:pt x="2045405" y="66862"/>
                  </a:lnTo>
                  <a:lnTo>
                    <a:pt x="2045317" y="66869"/>
                  </a:lnTo>
                  <a:lnTo>
                    <a:pt x="2045232" y="66863"/>
                  </a:lnTo>
                  <a:lnTo>
                    <a:pt x="2044729" y="66682"/>
                  </a:lnTo>
                  <a:lnTo>
                    <a:pt x="2044298" y="66608"/>
                  </a:lnTo>
                  <a:lnTo>
                    <a:pt x="2044207" y="66597"/>
                  </a:lnTo>
                  <a:lnTo>
                    <a:pt x="2044148" y="66597"/>
                  </a:lnTo>
                  <a:lnTo>
                    <a:pt x="2044060" y="66607"/>
                  </a:lnTo>
                  <a:lnTo>
                    <a:pt x="2043991" y="66624"/>
                  </a:lnTo>
                  <a:lnTo>
                    <a:pt x="2043932" y="66641"/>
                  </a:lnTo>
                  <a:lnTo>
                    <a:pt x="2043896" y="66661"/>
                  </a:lnTo>
                  <a:lnTo>
                    <a:pt x="2043848" y="66707"/>
                  </a:lnTo>
                  <a:lnTo>
                    <a:pt x="2043815" y="66733"/>
                  </a:lnTo>
                  <a:lnTo>
                    <a:pt x="2043777" y="66756"/>
                  </a:lnTo>
                  <a:lnTo>
                    <a:pt x="2043053" y="67099"/>
                  </a:lnTo>
                  <a:lnTo>
                    <a:pt x="2042947" y="67180"/>
                  </a:lnTo>
                  <a:lnTo>
                    <a:pt x="2042814" y="67398"/>
                  </a:lnTo>
                  <a:lnTo>
                    <a:pt x="2042748" y="67652"/>
                  </a:lnTo>
                  <a:lnTo>
                    <a:pt x="2042715" y="67921"/>
                  </a:lnTo>
                  <a:lnTo>
                    <a:pt x="2042784" y="68282"/>
                  </a:lnTo>
                  <a:lnTo>
                    <a:pt x="2042837" y="68376"/>
                  </a:lnTo>
                  <a:lnTo>
                    <a:pt x="2043226" y="68631"/>
                  </a:lnTo>
                  <a:lnTo>
                    <a:pt x="2043482" y="68829"/>
                  </a:lnTo>
                  <a:lnTo>
                    <a:pt x="2043668" y="69021"/>
                  </a:lnTo>
                  <a:lnTo>
                    <a:pt x="2043703" y="69245"/>
                  </a:lnTo>
                  <a:lnTo>
                    <a:pt x="2043686" y="69397"/>
                  </a:lnTo>
                  <a:lnTo>
                    <a:pt x="2043515" y="69749"/>
                  </a:lnTo>
                  <a:lnTo>
                    <a:pt x="2043442" y="70011"/>
                  </a:lnTo>
                  <a:lnTo>
                    <a:pt x="2043424" y="70236"/>
                  </a:lnTo>
                  <a:lnTo>
                    <a:pt x="2043465" y="70500"/>
                  </a:lnTo>
                  <a:lnTo>
                    <a:pt x="2043506" y="70718"/>
                  </a:lnTo>
                  <a:lnTo>
                    <a:pt x="2043604" y="70956"/>
                  </a:lnTo>
                  <a:lnTo>
                    <a:pt x="2043738" y="71127"/>
                  </a:lnTo>
                  <a:lnTo>
                    <a:pt x="2044081" y="71332"/>
                  </a:lnTo>
                  <a:lnTo>
                    <a:pt x="2044361" y="71405"/>
                  </a:lnTo>
                  <a:lnTo>
                    <a:pt x="2044745" y="71444"/>
                  </a:lnTo>
                  <a:lnTo>
                    <a:pt x="2044995" y="71577"/>
                  </a:lnTo>
                  <a:lnTo>
                    <a:pt x="2045119" y="71756"/>
                  </a:lnTo>
                  <a:lnTo>
                    <a:pt x="2045228" y="72026"/>
                  </a:lnTo>
                  <a:lnTo>
                    <a:pt x="2045600" y="72600"/>
                  </a:lnTo>
                  <a:lnTo>
                    <a:pt x="2045966" y="73003"/>
                  </a:lnTo>
                  <a:lnTo>
                    <a:pt x="2046397" y="73294"/>
                  </a:lnTo>
                  <a:lnTo>
                    <a:pt x="2046798" y="73723"/>
                  </a:lnTo>
                  <a:lnTo>
                    <a:pt x="2047304" y="74489"/>
                  </a:lnTo>
                  <a:lnTo>
                    <a:pt x="2047589" y="75215"/>
                  </a:lnTo>
                  <a:lnTo>
                    <a:pt x="2047699" y="75554"/>
                  </a:lnTo>
                  <a:lnTo>
                    <a:pt x="2047781" y="75737"/>
                  </a:lnTo>
                  <a:lnTo>
                    <a:pt x="2048078" y="76153"/>
                  </a:lnTo>
                  <a:lnTo>
                    <a:pt x="2048602" y="76622"/>
                  </a:lnTo>
                  <a:lnTo>
                    <a:pt x="2048887" y="76959"/>
                  </a:lnTo>
                  <a:lnTo>
                    <a:pt x="2049154" y="77401"/>
                  </a:lnTo>
                  <a:lnTo>
                    <a:pt x="2049579" y="78062"/>
                  </a:lnTo>
                  <a:lnTo>
                    <a:pt x="2049852" y="78338"/>
                  </a:lnTo>
                  <a:lnTo>
                    <a:pt x="2049998" y="78437"/>
                  </a:lnTo>
                  <a:lnTo>
                    <a:pt x="2050112" y="78507"/>
                  </a:lnTo>
                  <a:lnTo>
                    <a:pt x="2050209" y="78559"/>
                  </a:lnTo>
                  <a:lnTo>
                    <a:pt x="2050379" y="78631"/>
                  </a:lnTo>
                  <a:lnTo>
                    <a:pt x="2050424" y="78650"/>
                  </a:lnTo>
                  <a:lnTo>
                    <a:pt x="2050543" y="78689"/>
                  </a:lnTo>
                  <a:lnTo>
                    <a:pt x="2050556" y="78694"/>
                  </a:lnTo>
                  <a:lnTo>
                    <a:pt x="2050676" y="78722"/>
                  </a:lnTo>
                  <a:lnTo>
                    <a:pt x="2050792" y="78735"/>
                  </a:lnTo>
                  <a:lnTo>
                    <a:pt x="2050884" y="78759"/>
                  </a:lnTo>
                  <a:lnTo>
                    <a:pt x="2050969" y="78800"/>
                  </a:lnTo>
                  <a:lnTo>
                    <a:pt x="2051106" y="78880"/>
                  </a:lnTo>
                  <a:lnTo>
                    <a:pt x="2051184" y="78938"/>
                  </a:lnTo>
                  <a:lnTo>
                    <a:pt x="2051231" y="78987"/>
                  </a:lnTo>
                  <a:lnTo>
                    <a:pt x="2051264" y="79054"/>
                  </a:lnTo>
                  <a:lnTo>
                    <a:pt x="2051281" y="79117"/>
                  </a:lnTo>
                  <a:lnTo>
                    <a:pt x="2051282" y="79136"/>
                  </a:lnTo>
                  <a:lnTo>
                    <a:pt x="2051255" y="79284"/>
                  </a:lnTo>
                  <a:lnTo>
                    <a:pt x="2051144" y="79475"/>
                  </a:lnTo>
                  <a:lnTo>
                    <a:pt x="2051109" y="79601"/>
                  </a:lnTo>
                  <a:lnTo>
                    <a:pt x="2051162" y="79852"/>
                  </a:lnTo>
                  <a:lnTo>
                    <a:pt x="2051315" y="80057"/>
                  </a:lnTo>
                  <a:lnTo>
                    <a:pt x="2051528" y="80221"/>
                  </a:lnTo>
                  <a:lnTo>
                    <a:pt x="2052005" y="80367"/>
                  </a:lnTo>
                  <a:lnTo>
                    <a:pt x="2052366" y="80327"/>
                  </a:lnTo>
                  <a:lnTo>
                    <a:pt x="2052779" y="80241"/>
                  </a:lnTo>
                  <a:lnTo>
                    <a:pt x="2053000" y="80195"/>
                  </a:lnTo>
                  <a:lnTo>
                    <a:pt x="2053256" y="80208"/>
                  </a:lnTo>
                  <a:lnTo>
                    <a:pt x="2053436" y="80347"/>
                  </a:lnTo>
                  <a:lnTo>
                    <a:pt x="2053787" y="80904"/>
                  </a:lnTo>
                  <a:lnTo>
                    <a:pt x="2053826" y="81067"/>
                  </a:lnTo>
                  <a:lnTo>
                    <a:pt x="2053791" y="81417"/>
                  </a:lnTo>
                  <a:lnTo>
                    <a:pt x="2053625" y="81688"/>
                  </a:lnTo>
                  <a:lnTo>
                    <a:pt x="2053501" y="81828"/>
                  </a:lnTo>
                  <a:lnTo>
                    <a:pt x="2053447" y="81967"/>
                  </a:lnTo>
                  <a:lnTo>
                    <a:pt x="2053433" y="82008"/>
                  </a:lnTo>
                  <a:lnTo>
                    <a:pt x="2053419" y="82196"/>
                  </a:lnTo>
                  <a:lnTo>
                    <a:pt x="2053419" y="82351"/>
                  </a:lnTo>
                  <a:lnTo>
                    <a:pt x="2053455" y="82483"/>
                  </a:lnTo>
                  <a:lnTo>
                    <a:pt x="2053564" y="82691"/>
                  </a:lnTo>
                  <a:lnTo>
                    <a:pt x="2053820" y="83081"/>
                  </a:lnTo>
                  <a:lnTo>
                    <a:pt x="2054059" y="83550"/>
                  </a:lnTo>
                  <a:lnTo>
                    <a:pt x="2054099" y="83874"/>
                  </a:lnTo>
                  <a:lnTo>
                    <a:pt x="2054088" y="84230"/>
                  </a:lnTo>
                  <a:lnTo>
                    <a:pt x="2054047" y="84409"/>
                  </a:lnTo>
                  <a:lnTo>
                    <a:pt x="2053754" y="84741"/>
                  </a:lnTo>
                  <a:lnTo>
                    <a:pt x="2053750" y="84744"/>
                  </a:lnTo>
                  <a:lnTo>
                    <a:pt x="2053732" y="84755"/>
                  </a:lnTo>
                  <a:lnTo>
                    <a:pt x="2053506" y="84851"/>
                  </a:lnTo>
                  <a:lnTo>
                    <a:pt x="2053163" y="84957"/>
                  </a:lnTo>
                  <a:lnTo>
                    <a:pt x="2052697" y="85076"/>
                  </a:lnTo>
                  <a:lnTo>
                    <a:pt x="2052337" y="85228"/>
                  </a:lnTo>
                  <a:lnTo>
                    <a:pt x="2051732" y="85729"/>
                  </a:lnTo>
                  <a:lnTo>
                    <a:pt x="2051621" y="85881"/>
                  </a:lnTo>
                  <a:lnTo>
                    <a:pt x="2051650" y="86079"/>
                  </a:lnTo>
                  <a:lnTo>
                    <a:pt x="2051705" y="86165"/>
                  </a:lnTo>
                  <a:lnTo>
                    <a:pt x="2051714" y="86205"/>
                  </a:lnTo>
                  <a:lnTo>
                    <a:pt x="2051883" y="86449"/>
                  </a:lnTo>
                  <a:lnTo>
                    <a:pt x="2052325" y="86852"/>
                  </a:lnTo>
                  <a:lnTo>
                    <a:pt x="2052779" y="87077"/>
                  </a:lnTo>
                  <a:lnTo>
                    <a:pt x="2053122" y="87242"/>
                  </a:lnTo>
                  <a:lnTo>
                    <a:pt x="2053617" y="87394"/>
                  </a:lnTo>
                  <a:lnTo>
                    <a:pt x="2054013" y="87467"/>
                  </a:lnTo>
                  <a:lnTo>
                    <a:pt x="2054233" y="87531"/>
                  </a:lnTo>
                  <a:lnTo>
                    <a:pt x="2054299" y="87552"/>
                  </a:lnTo>
                  <a:lnTo>
                    <a:pt x="2054734" y="87625"/>
                  </a:lnTo>
                  <a:lnTo>
                    <a:pt x="2055600" y="87830"/>
                  </a:lnTo>
                  <a:lnTo>
                    <a:pt x="2056252" y="88081"/>
                  </a:lnTo>
                  <a:lnTo>
                    <a:pt x="2056787" y="88272"/>
                  </a:lnTo>
                  <a:lnTo>
                    <a:pt x="2057810" y="88752"/>
                  </a:lnTo>
                  <a:lnTo>
                    <a:pt x="2057906" y="88807"/>
                  </a:lnTo>
                  <a:lnTo>
                    <a:pt x="2058125" y="88949"/>
                  </a:lnTo>
                  <a:lnTo>
                    <a:pt x="2058166" y="88987"/>
                  </a:lnTo>
                  <a:lnTo>
                    <a:pt x="2058175" y="88995"/>
                  </a:lnTo>
                  <a:lnTo>
                    <a:pt x="2058198" y="89052"/>
                  </a:lnTo>
                  <a:lnTo>
                    <a:pt x="2058198" y="89112"/>
                  </a:lnTo>
                  <a:lnTo>
                    <a:pt x="2058189" y="89185"/>
                  </a:lnTo>
                  <a:lnTo>
                    <a:pt x="2058155" y="89306"/>
                  </a:lnTo>
                  <a:lnTo>
                    <a:pt x="2058115" y="89391"/>
                  </a:lnTo>
                  <a:lnTo>
                    <a:pt x="2058045" y="89478"/>
                  </a:lnTo>
                  <a:lnTo>
                    <a:pt x="2058007" y="89505"/>
                  </a:lnTo>
                  <a:lnTo>
                    <a:pt x="2057934" y="89555"/>
                  </a:lnTo>
                  <a:lnTo>
                    <a:pt x="2057900" y="89583"/>
                  </a:lnTo>
                  <a:lnTo>
                    <a:pt x="2057888" y="89593"/>
                  </a:lnTo>
                  <a:lnTo>
                    <a:pt x="2057834" y="89655"/>
                  </a:lnTo>
                  <a:lnTo>
                    <a:pt x="2057787" y="89743"/>
                  </a:lnTo>
                  <a:lnTo>
                    <a:pt x="2057734" y="89838"/>
                  </a:lnTo>
                  <a:lnTo>
                    <a:pt x="2057718" y="89875"/>
                  </a:lnTo>
                  <a:lnTo>
                    <a:pt x="2057683" y="89925"/>
                  </a:lnTo>
                  <a:lnTo>
                    <a:pt x="2057607" y="90018"/>
                  </a:lnTo>
                  <a:lnTo>
                    <a:pt x="2057584" y="90046"/>
                  </a:lnTo>
                  <a:lnTo>
                    <a:pt x="2057540" y="90088"/>
                  </a:lnTo>
                  <a:lnTo>
                    <a:pt x="2057319" y="90276"/>
                  </a:lnTo>
                  <a:lnTo>
                    <a:pt x="2057305" y="90283"/>
                  </a:lnTo>
                  <a:lnTo>
                    <a:pt x="2057240" y="90319"/>
                  </a:lnTo>
                  <a:lnTo>
                    <a:pt x="2057138" y="90393"/>
                  </a:lnTo>
                  <a:lnTo>
                    <a:pt x="2057058" y="90458"/>
                  </a:lnTo>
                  <a:lnTo>
                    <a:pt x="2056983" y="90519"/>
                  </a:lnTo>
                  <a:lnTo>
                    <a:pt x="2056924" y="90570"/>
                  </a:lnTo>
                  <a:lnTo>
                    <a:pt x="2056870" y="90625"/>
                  </a:lnTo>
                  <a:lnTo>
                    <a:pt x="2056814" y="90691"/>
                  </a:lnTo>
                  <a:lnTo>
                    <a:pt x="2056774" y="90745"/>
                  </a:lnTo>
                  <a:lnTo>
                    <a:pt x="2056743" y="90806"/>
                  </a:lnTo>
                  <a:lnTo>
                    <a:pt x="2056696" y="90928"/>
                  </a:lnTo>
                  <a:lnTo>
                    <a:pt x="2056628" y="91105"/>
                  </a:lnTo>
                  <a:lnTo>
                    <a:pt x="2056618" y="91142"/>
                  </a:lnTo>
                  <a:lnTo>
                    <a:pt x="2056606" y="91257"/>
                  </a:lnTo>
                  <a:lnTo>
                    <a:pt x="2056610" y="91316"/>
                  </a:lnTo>
                  <a:lnTo>
                    <a:pt x="2056623" y="91509"/>
                  </a:lnTo>
                  <a:lnTo>
                    <a:pt x="2056627" y="91592"/>
                  </a:lnTo>
                  <a:lnTo>
                    <a:pt x="2056623" y="91616"/>
                  </a:lnTo>
                  <a:lnTo>
                    <a:pt x="2056609" y="91659"/>
                  </a:lnTo>
                  <a:lnTo>
                    <a:pt x="2056568" y="91734"/>
                  </a:lnTo>
                  <a:lnTo>
                    <a:pt x="2056493" y="91844"/>
                  </a:lnTo>
                  <a:lnTo>
                    <a:pt x="2056397" y="91956"/>
                  </a:lnTo>
                  <a:lnTo>
                    <a:pt x="2056279" y="92083"/>
                  </a:lnTo>
                  <a:lnTo>
                    <a:pt x="2056188" y="92171"/>
                  </a:lnTo>
                  <a:lnTo>
                    <a:pt x="2056139" y="92215"/>
                  </a:lnTo>
                  <a:lnTo>
                    <a:pt x="2056005" y="92315"/>
                  </a:lnTo>
                  <a:lnTo>
                    <a:pt x="2055934" y="92379"/>
                  </a:lnTo>
                  <a:lnTo>
                    <a:pt x="2055875" y="92439"/>
                  </a:lnTo>
                  <a:lnTo>
                    <a:pt x="2055856" y="92459"/>
                  </a:lnTo>
                  <a:lnTo>
                    <a:pt x="2055812" y="92510"/>
                  </a:lnTo>
                  <a:lnTo>
                    <a:pt x="2055800" y="92535"/>
                  </a:lnTo>
                  <a:lnTo>
                    <a:pt x="2055788" y="92557"/>
                  </a:lnTo>
                  <a:lnTo>
                    <a:pt x="2055772" y="92615"/>
                  </a:lnTo>
                  <a:lnTo>
                    <a:pt x="2055767" y="92662"/>
                  </a:lnTo>
                  <a:lnTo>
                    <a:pt x="2055767" y="92700"/>
                  </a:lnTo>
                  <a:lnTo>
                    <a:pt x="2055777" y="92774"/>
                  </a:lnTo>
                  <a:lnTo>
                    <a:pt x="2055789" y="92859"/>
                  </a:lnTo>
                  <a:lnTo>
                    <a:pt x="2055812" y="92934"/>
                  </a:lnTo>
                  <a:lnTo>
                    <a:pt x="2055856" y="93028"/>
                  </a:lnTo>
                  <a:lnTo>
                    <a:pt x="2055899" y="93096"/>
                  </a:lnTo>
                  <a:lnTo>
                    <a:pt x="2055953" y="93168"/>
                  </a:lnTo>
                  <a:lnTo>
                    <a:pt x="2056009" y="93231"/>
                  </a:lnTo>
                  <a:lnTo>
                    <a:pt x="2056098" y="93330"/>
                  </a:lnTo>
                  <a:lnTo>
                    <a:pt x="2056185" y="93401"/>
                  </a:lnTo>
                  <a:lnTo>
                    <a:pt x="2056298" y="93483"/>
                  </a:lnTo>
                  <a:lnTo>
                    <a:pt x="2056758" y="93765"/>
                  </a:lnTo>
                  <a:lnTo>
                    <a:pt x="2056908" y="93852"/>
                  </a:lnTo>
                  <a:lnTo>
                    <a:pt x="2057052" y="93912"/>
                  </a:lnTo>
                  <a:lnTo>
                    <a:pt x="2057322" y="93965"/>
                  </a:lnTo>
                  <a:lnTo>
                    <a:pt x="2057765" y="94038"/>
                  </a:lnTo>
                  <a:lnTo>
                    <a:pt x="2058643" y="94150"/>
                  </a:lnTo>
                  <a:lnTo>
                    <a:pt x="2059529" y="94228"/>
                  </a:lnTo>
                  <a:lnTo>
                    <a:pt x="2059551" y="94229"/>
                  </a:lnTo>
                  <a:lnTo>
                    <a:pt x="2060179" y="94262"/>
                  </a:lnTo>
                  <a:lnTo>
                    <a:pt x="2060382" y="94307"/>
                  </a:lnTo>
                  <a:lnTo>
                    <a:pt x="2060484" y="94364"/>
                  </a:lnTo>
                  <a:lnTo>
                    <a:pt x="2060790" y="94711"/>
                  </a:lnTo>
                  <a:lnTo>
                    <a:pt x="2061034" y="95015"/>
                  </a:lnTo>
                  <a:lnTo>
                    <a:pt x="2061213" y="95368"/>
                  </a:lnTo>
                  <a:lnTo>
                    <a:pt x="2061377" y="96072"/>
                  </a:lnTo>
                  <a:lnTo>
                    <a:pt x="2061377" y="96389"/>
                  </a:lnTo>
                  <a:lnTo>
                    <a:pt x="2061296" y="96679"/>
                  </a:lnTo>
                  <a:lnTo>
                    <a:pt x="2061156" y="96910"/>
                  </a:lnTo>
                  <a:lnTo>
                    <a:pt x="2060772" y="97175"/>
                  </a:lnTo>
                  <a:lnTo>
                    <a:pt x="2060406" y="97327"/>
                  </a:lnTo>
                  <a:lnTo>
                    <a:pt x="2059748" y="97287"/>
                  </a:lnTo>
                  <a:lnTo>
                    <a:pt x="2059260" y="97194"/>
                  </a:lnTo>
                  <a:lnTo>
                    <a:pt x="2058596" y="97142"/>
                  </a:lnTo>
                  <a:lnTo>
                    <a:pt x="2058207" y="97076"/>
                  </a:lnTo>
                  <a:lnTo>
                    <a:pt x="2057834" y="97168"/>
                  </a:lnTo>
                  <a:lnTo>
                    <a:pt x="2057595" y="97318"/>
                  </a:lnTo>
                  <a:lnTo>
                    <a:pt x="2057527" y="97379"/>
                  </a:lnTo>
                  <a:lnTo>
                    <a:pt x="2057452" y="97449"/>
                  </a:lnTo>
                  <a:lnTo>
                    <a:pt x="2057379" y="97524"/>
                  </a:lnTo>
                  <a:lnTo>
                    <a:pt x="2057357" y="97558"/>
                  </a:lnTo>
                  <a:lnTo>
                    <a:pt x="2057189" y="97809"/>
                  </a:lnTo>
                  <a:lnTo>
                    <a:pt x="2057049" y="98198"/>
                  </a:lnTo>
                  <a:lnTo>
                    <a:pt x="2056973" y="98562"/>
                  </a:lnTo>
                  <a:lnTo>
                    <a:pt x="2057072" y="99209"/>
                  </a:lnTo>
                  <a:lnTo>
                    <a:pt x="2057282" y="99995"/>
                  </a:lnTo>
                  <a:lnTo>
                    <a:pt x="2057487" y="100369"/>
                  </a:lnTo>
                  <a:lnTo>
                    <a:pt x="2057729" y="100656"/>
                  </a:lnTo>
                  <a:lnTo>
                    <a:pt x="2057780" y="100703"/>
                  </a:lnTo>
                  <a:lnTo>
                    <a:pt x="2057846" y="100760"/>
                  </a:lnTo>
                  <a:lnTo>
                    <a:pt x="2058009" y="100902"/>
                  </a:lnTo>
                  <a:lnTo>
                    <a:pt x="2058072" y="100955"/>
                  </a:lnTo>
                  <a:lnTo>
                    <a:pt x="2058136" y="100998"/>
                  </a:lnTo>
                  <a:lnTo>
                    <a:pt x="2058637" y="101216"/>
                  </a:lnTo>
                  <a:lnTo>
                    <a:pt x="2059068" y="101368"/>
                  </a:lnTo>
                  <a:lnTo>
                    <a:pt x="2059556" y="101467"/>
                  </a:lnTo>
                  <a:lnTo>
                    <a:pt x="2059934" y="101527"/>
                  </a:lnTo>
                  <a:lnTo>
                    <a:pt x="2060220" y="101514"/>
                  </a:lnTo>
                  <a:lnTo>
                    <a:pt x="2060505" y="101441"/>
                  </a:lnTo>
                  <a:lnTo>
                    <a:pt x="2060743" y="101282"/>
                  </a:lnTo>
                  <a:lnTo>
                    <a:pt x="2061087" y="100968"/>
                  </a:lnTo>
                  <a:lnTo>
                    <a:pt x="2061121" y="100860"/>
                  </a:lnTo>
                  <a:lnTo>
                    <a:pt x="2061130" y="100640"/>
                  </a:lnTo>
                  <a:lnTo>
                    <a:pt x="2061024" y="100338"/>
                  </a:lnTo>
                  <a:lnTo>
                    <a:pt x="2060952" y="100188"/>
                  </a:lnTo>
                  <a:lnTo>
                    <a:pt x="2060868" y="100041"/>
                  </a:lnTo>
                  <a:lnTo>
                    <a:pt x="2060743" y="99889"/>
                  </a:lnTo>
                  <a:lnTo>
                    <a:pt x="2060167" y="99572"/>
                  </a:lnTo>
                  <a:lnTo>
                    <a:pt x="2059649" y="99196"/>
                  </a:lnTo>
                  <a:lnTo>
                    <a:pt x="2059393" y="98984"/>
                  </a:lnTo>
                  <a:lnTo>
                    <a:pt x="2059295" y="98733"/>
                  </a:lnTo>
                  <a:lnTo>
                    <a:pt x="2059283" y="98548"/>
                  </a:lnTo>
                  <a:lnTo>
                    <a:pt x="2059305" y="98400"/>
                  </a:lnTo>
                  <a:lnTo>
                    <a:pt x="2059344" y="98330"/>
                  </a:lnTo>
                  <a:lnTo>
                    <a:pt x="2059568" y="98192"/>
                  </a:lnTo>
                  <a:lnTo>
                    <a:pt x="2059743" y="98159"/>
                  </a:lnTo>
                  <a:lnTo>
                    <a:pt x="2059771" y="98147"/>
                  </a:lnTo>
                  <a:lnTo>
                    <a:pt x="2059893" y="98116"/>
                  </a:lnTo>
                  <a:lnTo>
                    <a:pt x="2059980" y="98095"/>
                  </a:lnTo>
                  <a:lnTo>
                    <a:pt x="2060213" y="98033"/>
                  </a:lnTo>
                  <a:lnTo>
                    <a:pt x="2060273" y="98017"/>
                  </a:lnTo>
                  <a:lnTo>
                    <a:pt x="2060301" y="98013"/>
                  </a:lnTo>
                  <a:lnTo>
                    <a:pt x="2060912" y="97855"/>
                  </a:lnTo>
                  <a:lnTo>
                    <a:pt x="2061691" y="97670"/>
                  </a:lnTo>
                  <a:lnTo>
                    <a:pt x="2062483" y="97611"/>
                  </a:lnTo>
                  <a:lnTo>
                    <a:pt x="2062948" y="97584"/>
                  </a:lnTo>
                  <a:lnTo>
                    <a:pt x="2063361" y="97776"/>
                  </a:lnTo>
                  <a:lnTo>
                    <a:pt x="2063443" y="97868"/>
                  </a:lnTo>
                  <a:lnTo>
                    <a:pt x="2063443" y="97878"/>
                  </a:lnTo>
                  <a:lnTo>
                    <a:pt x="2063453" y="97910"/>
                  </a:lnTo>
                  <a:lnTo>
                    <a:pt x="2063488" y="97977"/>
                  </a:lnTo>
                  <a:lnTo>
                    <a:pt x="2063504" y="98029"/>
                  </a:lnTo>
                  <a:lnTo>
                    <a:pt x="2063518" y="98107"/>
                  </a:lnTo>
                  <a:lnTo>
                    <a:pt x="2063517" y="98157"/>
                  </a:lnTo>
                  <a:lnTo>
                    <a:pt x="2063514" y="98330"/>
                  </a:lnTo>
                  <a:lnTo>
                    <a:pt x="2063492" y="98542"/>
                  </a:lnTo>
                  <a:lnTo>
                    <a:pt x="2063477" y="98639"/>
                  </a:lnTo>
                  <a:lnTo>
                    <a:pt x="2063447" y="98829"/>
                  </a:lnTo>
                  <a:lnTo>
                    <a:pt x="2063373" y="99050"/>
                  </a:lnTo>
                  <a:lnTo>
                    <a:pt x="2063181" y="99460"/>
                  </a:lnTo>
                  <a:lnTo>
                    <a:pt x="2062972" y="99783"/>
                  </a:lnTo>
                  <a:lnTo>
                    <a:pt x="2062765" y="100028"/>
                  </a:lnTo>
                  <a:lnTo>
                    <a:pt x="2062718" y="100087"/>
                  </a:lnTo>
                  <a:lnTo>
                    <a:pt x="2062709" y="100100"/>
                  </a:lnTo>
                  <a:lnTo>
                    <a:pt x="2062326" y="100543"/>
                  </a:lnTo>
                  <a:lnTo>
                    <a:pt x="2061744" y="101012"/>
                  </a:lnTo>
                  <a:lnTo>
                    <a:pt x="2061494" y="101230"/>
                  </a:lnTo>
                  <a:lnTo>
                    <a:pt x="2061307" y="101520"/>
                  </a:lnTo>
                  <a:lnTo>
                    <a:pt x="2061063" y="102108"/>
                  </a:lnTo>
                  <a:lnTo>
                    <a:pt x="2061003" y="102174"/>
                  </a:lnTo>
                  <a:lnTo>
                    <a:pt x="2060988" y="102208"/>
                  </a:lnTo>
                  <a:lnTo>
                    <a:pt x="2060923" y="102286"/>
                  </a:lnTo>
                  <a:lnTo>
                    <a:pt x="2060481" y="102782"/>
                  </a:lnTo>
                  <a:lnTo>
                    <a:pt x="2060336" y="103132"/>
                  </a:lnTo>
                  <a:lnTo>
                    <a:pt x="2060307" y="103336"/>
                  </a:lnTo>
                  <a:lnTo>
                    <a:pt x="2060348" y="103647"/>
                  </a:lnTo>
                  <a:lnTo>
                    <a:pt x="2060407" y="103957"/>
                  </a:lnTo>
                  <a:lnTo>
                    <a:pt x="2060516" y="104486"/>
                  </a:lnTo>
                  <a:lnTo>
                    <a:pt x="2060784" y="105371"/>
                  </a:lnTo>
                  <a:lnTo>
                    <a:pt x="2060947" y="105872"/>
                  </a:lnTo>
                  <a:lnTo>
                    <a:pt x="2061022" y="106500"/>
                  </a:lnTo>
                  <a:lnTo>
                    <a:pt x="2061162" y="107345"/>
                  </a:lnTo>
                  <a:lnTo>
                    <a:pt x="2061203" y="107867"/>
                  </a:lnTo>
                  <a:lnTo>
                    <a:pt x="2061133" y="108382"/>
                  </a:lnTo>
                  <a:lnTo>
                    <a:pt x="2061139" y="108818"/>
                  </a:lnTo>
                  <a:lnTo>
                    <a:pt x="2061226" y="109359"/>
                  </a:lnTo>
                  <a:lnTo>
                    <a:pt x="2061243" y="109584"/>
                  </a:lnTo>
                  <a:lnTo>
                    <a:pt x="2061331" y="109696"/>
                  </a:lnTo>
                  <a:lnTo>
                    <a:pt x="2061529" y="109809"/>
                  </a:lnTo>
                  <a:lnTo>
                    <a:pt x="2061831" y="109888"/>
                  </a:lnTo>
                  <a:lnTo>
                    <a:pt x="2062186" y="110027"/>
                  </a:lnTo>
                  <a:lnTo>
                    <a:pt x="2062512" y="110225"/>
                  </a:lnTo>
                  <a:lnTo>
                    <a:pt x="2063204" y="110727"/>
                  </a:lnTo>
                  <a:lnTo>
                    <a:pt x="2063949" y="111347"/>
                  </a:lnTo>
                  <a:lnTo>
                    <a:pt x="2064560" y="111981"/>
                  </a:lnTo>
                  <a:lnTo>
                    <a:pt x="2064907" y="112366"/>
                  </a:lnTo>
                  <a:lnTo>
                    <a:pt x="2065182" y="112800"/>
                  </a:lnTo>
                  <a:lnTo>
                    <a:pt x="2065347" y="113152"/>
                  </a:lnTo>
                  <a:lnTo>
                    <a:pt x="2065361" y="113169"/>
                  </a:lnTo>
                  <a:lnTo>
                    <a:pt x="2065758" y="113549"/>
                  </a:lnTo>
                  <a:lnTo>
                    <a:pt x="2065845" y="113625"/>
                  </a:lnTo>
                  <a:lnTo>
                    <a:pt x="2065965" y="113719"/>
                  </a:lnTo>
                  <a:lnTo>
                    <a:pt x="2066177" y="113871"/>
                  </a:lnTo>
                  <a:lnTo>
                    <a:pt x="2066363" y="113982"/>
                  </a:lnTo>
                  <a:lnTo>
                    <a:pt x="2066945" y="114227"/>
                  </a:lnTo>
                  <a:lnTo>
                    <a:pt x="2067730" y="114557"/>
                  </a:lnTo>
                  <a:lnTo>
                    <a:pt x="2068376" y="114887"/>
                  </a:lnTo>
                  <a:lnTo>
                    <a:pt x="2068917" y="115323"/>
                  </a:lnTo>
                  <a:lnTo>
                    <a:pt x="2069306" y="115680"/>
                  </a:lnTo>
                  <a:lnTo>
                    <a:pt x="2069441" y="115854"/>
                  </a:lnTo>
                  <a:lnTo>
                    <a:pt x="2069489" y="115916"/>
                  </a:lnTo>
                  <a:lnTo>
                    <a:pt x="2069640" y="116085"/>
                  </a:lnTo>
                  <a:lnTo>
                    <a:pt x="2069666" y="116124"/>
                  </a:lnTo>
                  <a:lnTo>
                    <a:pt x="2069721" y="116203"/>
                  </a:lnTo>
                  <a:lnTo>
                    <a:pt x="2069808" y="116317"/>
                  </a:lnTo>
                  <a:lnTo>
                    <a:pt x="2069883" y="116416"/>
                  </a:lnTo>
                  <a:lnTo>
                    <a:pt x="2070066" y="116672"/>
                  </a:lnTo>
                  <a:lnTo>
                    <a:pt x="2070196" y="116865"/>
                  </a:lnTo>
                  <a:lnTo>
                    <a:pt x="2070292" y="117009"/>
                  </a:lnTo>
                  <a:lnTo>
                    <a:pt x="2070773" y="117839"/>
                  </a:lnTo>
                  <a:lnTo>
                    <a:pt x="2071378" y="118830"/>
                  </a:lnTo>
                  <a:lnTo>
                    <a:pt x="2071989" y="119748"/>
                  </a:lnTo>
                  <a:lnTo>
                    <a:pt x="2072471" y="120719"/>
                  </a:lnTo>
                  <a:lnTo>
                    <a:pt x="2072972" y="121505"/>
                  </a:lnTo>
                  <a:lnTo>
                    <a:pt x="2073495" y="122099"/>
                  </a:lnTo>
                  <a:lnTo>
                    <a:pt x="2073856" y="122383"/>
                  </a:lnTo>
                  <a:lnTo>
                    <a:pt x="2073996" y="122449"/>
                  </a:lnTo>
                  <a:lnTo>
                    <a:pt x="2074123" y="122504"/>
                  </a:lnTo>
                  <a:lnTo>
                    <a:pt x="2074283" y="122569"/>
                  </a:lnTo>
                  <a:lnTo>
                    <a:pt x="2074429" y="122621"/>
                  </a:lnTo>
                  <a:lnTo>
                    <a:pt x="2074598" y="122667"/>
                  </a:lnTo>
                  <a:lnTo>
                    <a:pt x="2074954" y="122752"/>
                  </a:lnTo>
                  <a:lnTo>
                    <a:pt x="2075040" y="122771"/>
                  </a:lnTo>
                  <a:lnTo>
                    <a:pt x="2075127" y="122789"/>
                  </a:lnTo>
                  <a:lnTo>
                    <a:pt x="2075243" y="122816"/>
                  </a:lnTo>
                  <a:lnTo>
                    <a:pt x="2075357" y="122852"/>
                  </a:lnTo>
                  <a:lnTo>
                    <a:pt x="2075411" y="122870"/>
                  </a:lnTo>
                  <a:lnTo>
                    <a:pt x="2075452" y="122883"/>
                  </a:lnTo>
                  <a:lnTo>
                    <a:pt x="2075520" y="122911"/>
                  </a:lnTo>
                  <a:lnTo>
                    <a:pt x="2075805" y="123096"/>
                  </a:lnTo>
                  <a:lnTo>
                    <a:pt x="2075950" y="123334"/>
                  </a:lnTo>
                  <a:lnTo>
                    <a:pt x="2075962" y="123598"/>
                  </a:lnTo>
                  <a:lnTo>
                    <a:pt x="2075927" y="123862"/>
                  </a:lnTo>
                  <a:lnTo>
                    <a:pt x="2075724" y="124245"/>
                  </a:lnTo>
                  <a:lnTo>
                    <a:pt x="2075398" y="124681"/>
                  </a:lnTo>
                  <a:lnTo>
                    <a:pt x="2075281" y="124853"/>
                  </a:lnTo>
                  <a:lnTo>
                    <a:pt x="2075235" y="124998"/>
                  </a:lnTo>
                  <a:lnTo>
                    <a:pt x="2075234" y="125035"/>
                  </a:lnTo>
                  <a:lnTo>
                    <a:pt x="2075214" y="125134"/>
                  </a:lnTo>
                  <a:lnTo>
                    <a:pt x="2075217" y="125236"/>
                  </a:lnTo>
                  <a:lnTo>
                    <a:pt x="2075246" y="125692"/>
                  </a:lnTo>
                  <a:lnTo>
                    <a:pt x="2075340" y="126048"/>
                  </a:lnTo>
                  <a:lnTo>
                    <a:pt x="2075514" y="126729"/>
                  </a:lnTo>
                  <a:lnTo>
                    <a:pt x="2075712" y="127112"/>
                  </a:lnTo>
                  <a:lnTo>
                    <a:pt x="2076137" y="127673"/>
                  </a:lnTo>
                  <a:lnTo>
                    <a:pt x="2076567" y="128168"/>
                  </a:lnTo>
                  <a:lnTo>
                    <a:pt x="2077038" y="128518"/>
                  </a:lnTo>
                  <a:lnTo>
                    <a:pt x="2077277" y="128743"/>
                  </a:lnTo>
                  <a:lnTo>
                    <a:pt x="2077562" y="129126"/>
                  </a:lnTo>
                  <a:lnTo>
                    <a:pt x="2077888" y="129687"/>
                  </a:lnTo>
                  <a:lnTo>
                    <a:pt x="2078452" y="130374"/>
                  </a:lnTo>
                  <a:lnTo>
                    <a:pt x="2078499" y="130592"/>
                  </a:lnTo>
                  <a:lnTo>
                    <a:pt x="2078493" y="130757"/>
                  </a:lnTo>
                  <a:lnTo>
                    <a:pt x="2078353" y="131160"/>
                  </a:lnTo>
                  <a:lnTo>
                    <a:pt x="2078225" y="131523"/>
                  </a:lnTo>
                  <a:lnTo>
                    <a:pt x="2078167" y="131992"/>
                  </a:lnTo>
                  <a:lnTo>
                    <a:pt x="2078056" y="132210"/>
                  </a:lnTo>
                  <a:lnTo>
                    <a:pt x="2077713" y="132389"/>
                  </a:lnTo>
                  <a:lnTo>
                    <a:pt x="2076963" y="132686"/>
                  </a:lnTo>
                  <a:lnTo>
                    <a:pt x="2076883" y="132736"/>
                  </a:lnTo>
                  <a:lnTo>
                    <a:pt x="2076863" y="132739"/>
                  </a:lnTo>
                  <a:lnTo>
                    <a:pt x="2076804" y="132751"/>
                  </a:lnTo>
                  <a:lnTo>
                    <a:pt x="2076541" y="132928"/>
                  </a:lnTo>
                  <a:lnTo>
                    <a:pt x="2076422" y="133095"/>
                  </a:lnTo>
                  <a:lnTo>
                    <a:pt x="2076357" y="133282"/>
                  </a:lnTo>
                  <a:lnTo>
                    <a:pt x="2076275" y="133835"/>
                  </a:lnTo>
                  <a:lnTo>
                    <a:pt x="2076229" y="134106"/>
                  </a:lnTo>
                  <a:lnTo>
                    <a:pt x="2075990" y="134616"/>
                  </a:lnTo>
                  <a:lnTo>
                    <a:pt x="2075880" y="134773"/>
                  </a:lnTo>
                  <a:lnTo>
                    <a:pt x="2075687" y="134939"/>
                  </a:lnTo>
                  <a:lnTo>
                    <a:pt x="2075522" y="135096"/>
                  </a:lnTo>
                  <a:lnTo>
                    <a:pt x="2075507" y="135157"/>
                  </a:lnTo>
                  <a:lnTo>
                    <a:pt x="2075465" y="135251"/>
                  </a:lnTo>
                  <a:lnTo>
                    <a:pt x="2075465" y="135366"/>
                  </a:lnTo>
                  <a:lnTo>
                    <a:pt x="2075538" y="135595"/>
                  </a:lnTo>
                  <a:lnTo>
                    <a:pt x="2075649" y="135845"/>
                  </a:lnTo>
                  <a:lnTo>
                    <a:pt x="2076016" y="136158"/>
                  </a:lnTo>
                  <a:lnTo>
                    <a:pt x="2076512" y="136346"/>
                  </a:lnTo>
                  <a:lnTo>
                    <a:pt x="2076847" y="136405"/>
                  </a:lnTo>
                  <a:lnTo>
                    <a:pt x="2077014" y="136412"/>
                  </a:lnTo>
                  <a:lnTo>
                    <a:pt x="2077190" y="136397"/>
                  </a:lnTo>
                  <a:lnTo>
                    <a:pt x="2077273" y="136395"/>
                  </a:lnTo>
                  <a:lnTo>
                    <a:pt x="2077371" y="136394"/>
                  </a:lnTo>
                  <a:lnTo>
                    <a:pt x="2077470" y="136401"/>
                  </a:lnTo>
                  <a:lnTo>
                    <a:pt x="2077530" y="136412"/>
                  </a:lnTo>
                  <a:lnTo>
                    <a:pt x="2077538" y="136414"/>
                  </a:lnTo>
                  <a:lnTo>
                    <a:pt x="2077613" y="136433"/>
                  </a:lnTo>
                  <a:lnTo>
                    <a:pt x="2077679" y="136453"/>
                  </a:lnTo>
                  <a:lnTo>
                    <a:pt x="2077709" y="136463"/>
                  </a:lnTo>
                  <a:lnTo>
                    <a:pt x="2077753" y="136477"/>
                  </a:lnTo>
                  <a:lnTo>
                    <a:pt x="2077775" y="136486"/>
                  </a:lnTo>
                  <a:lnTo>
                    <a:pt x="2078104" y="136710"/>
                  </a:lnTo>
                  <a:lnTo>
                    <a:pt x="2078158" y="136755"/>
                  </a:lnTo>
                  <a:lnTo>
                    <a:pt x="2078204" y="136802"/>
                  </a:lnTo>
                  <a:lnTo>
                    <a:pt x="2078231" y="136839"/>
                  </a:lnTo>
                  <a:lnTo>
                    <a:pt x="2078261" y="136885"/>
                  </a:lnTo>
                  <a:lnTo>
                    <a:pt x="2078281" y="136921"/>
                  </a:lnTo>
                  <a:lnTo>
                    <a:pt x="2078317" y="136984"/>
                  </a:lnTo>
                  <a:lnTo>
                    <a:pt x="2078338" y="137032"/>
                  </a:lnTo>
                  <a:lnTo>
                    <a:pt x="2078345" y="137050"/>
                  </a:lnTo>
                  <a:lnTo>
                    <a:pt x="2078366" y="137200"/>
                  </a:lnTo>
                  <a:lnTo>
                    <a:pt x="2078348" y="137430"/>
                  </a:lnTo>
                  <a:lnTo>
                    <a:pt x="2078366" y="137763"/>
                  </a:lnTo>
                  <a:lnTo>
                    <a:pt x="2078431" y="138055"/>
                  </a:lnTo>
                  <a:lnTo>
                    <a:pt x="2078431" y="138284"/>
                  </a:lnTo>
                  <a:lnTo>
                    <a:pt x="2078293" y="138712"/>
                  </a:lnTo>
                  <a:lnTo>
                    <a:pt x="2078076" y="139046"/>
                  </a:lnTo>
                  <a:lnTo>
                    <a:pt x="2078052" y="139071"/>
                  </a:lnTo>
                  <a:lnTo>
                    <a:pt x="2078022" y="139105"/>
                  </a:lnTo>
                  <a:lnTo>
                    <a:pt x="2077891" y="139258"/>
                  </a:lnTo>
                  <a:lnTo>
                    <a:pt x="2077858" y="139297"/>
                  </a:lnTo>
                  <a:lnTo>
                    <a:pt x="2077835" y="139327"/>
                  </a:lnTo>
                  <a:lnTo>
                    <a:pt x="2077708" y="139493"/>
                  </a:lnTo>
                  <a:lnTo>
                    <a:pt x="2077437" y="139807"/>
                  </a:lnTo>
                  <a:lnTo>
                    <a:pt x="2077391" y="139856"/>
                  </a:lnTo>
                  <a:lnTo>
                    <a:pt x="2077366" y="139880"/>
                  </a:lnTo>
                  <a:lnTo>
                    <a:pt x="2077320" y="139921"/>
                  </a:lnTo>
                  <a:lnTo>
                    <a:pt x="2077283" y="139950"/>
                  </a:lnTo>
                  <a:lnTo>
                    <a:pt x="2077246" y="139979"/>
                  </a:lnTo>
                  <a:lnTo>
                    <a:pt x="2077224" y="139995"/>
                  </a:lnTo>
                  <a:lnTo>
                    <a:pt x="2077204" y="140010"/>
                  </a:lnTo>
                  <a:lnTo>
                    <a:pt x="2077184" y="140029"/>
                  </a:lnTo>
                  <a:lnTo>
                    <a:pt x="2077152" y="140060"/>
                  </a:lnTo>
                  <a:lnTo>
                    <a:pt x="2077131" y="140085"/>
                  </a:lnTo>
                  <a:lnTo>
                    <a:pt x="2076980" y="140494"/>
                  </a:lnTo>
                  <a:lnTo>
                    <a:pt x="2076969" y="140538"/>
                  </a:lnTo>
                  <a:lnTo>
                    <a:pt x="2076956" y="140983"/>
                  </a:lnTo>
                  <a:lnTo>
                    <a:pt x="2076989" y="141161"/>
                  </a:lnTo>
                  <a:lnTo>
                    <a:pt x="2077109" y="141411"/>
                  </a:lnTo>
                  <a:lnTo>
                    <a:pt x="2077451" y="141817"/>
                  </a:lnTo>
                  <a:lnTo>
                    <a:pt x="2077639" y="142014"/>
                  </a:lnTo>
                  <a:lnTo>
                    <a:pt x="2077673" y="142043"/>
                  </a:lnTo>
                  <a:lnTo>
                    <a:pt x="2077861" y="142287"/>
                  </a:lnTo>
                  <a:lnTo>
                    <a:pt x="2078265" y="142756"/>
                  </a:lnTo>
                  <a:lnTo>
                    <a:pt x="2078752" y="143277"/>
                  </a:lnTo>
                  <a:lnTo>
                    <a:pt x="2079230" y="143548"/>
                  </a:lnTo>
                  <a:lnTo>
                    <a:pt x="2079872" y="143684"/>
                  </a:lnTo>
                  <a:lnTo>
                    <a:pt x="2080570" y="143840"/>
                  </a:lnTo>
                  <a:lnTo>
                    <a:pt x="2081156" y="143973"/>
                  </a:lnTo>
                  <a:lnTo>
                    <a:pt x="2081262" y="144008"/>
                  </a:lnTo>
                  <a:lnTo>
                    <a:pt x="2081576" y="144097"/>
                  </a:lnTo>
                  <a:lnTo>
                    <a:pt x="2081631" y="144113"/>
                  </a:lnTo>
                  <a:lnTo>
                    <a:pt x="2081690" y="144132"/>
                  </a:lnTo>
                  <a:lnTo>
                    <a:pt x="2081729" y="144148"/>
                  </a:lnTo>
                  <a:lnTo>
                    <a:pt x="2081784" y="144172"/>
                  </a:lnTo>
                  <a:lnTo>
                    <a:pt x="2081848" y="144195"/>
                  </a:lnTo>
                  <a:lnTo>
                    <a:pt x="2081961" y="144236"/>
                  </a:lnTo>
                  <a:lnTo>
                    <a:pt x="2082144" y="144297"/>
                  </a:lnTo>
                  <a:lnTo>
                    <a:pt x="2082394" y="144380"/>
                  </a:lnTo>
                  <a:lnTo>
                    <a:pt x="2082483" y="144415"/>
                  </a:lnTo>
                  <a:lnTo>
                    <a:pt x="2082703" y="144505"/>
                  </a:lnTo>
                  <a:lnTo>
                    <a:pt x="2082811" y="144552"/>
                  </a:lnTo>
                  <a:lnTo>
                    <a:pt x="2082841" y="144565"/>
                  </a:lnTo>
                  <a:lnTo>
                    <a:pt x="2082884" y="144585"/>
                  </a:lnTo>
                  <a:lnTo>
                    <a:pt x="2082957" y="144618"/>
                  </a:lnTo>
                  <a:lnTo>
                    <a:pt x="2083072" y="144667"/>
                  </a:lnTo>
                  <a:lnTo>
                    <a:pt x="2083157" y="144700"/>
                  </a:lnTo>
                  <a:lnTo>
                    <a:pt x="2083189" y="144709"/>
                  </a:lnTo>
                  <a:lnTo>
                    <a:pt x="2083747" y="144820"/>
                  </a:lnTo>
                  <a:lnTo>
                    <a:pt x="2084417" y="144903"/>
                  </a:lnTo>
                  <a:lnTo>
                    <a:pt x="2085234" y="145007"/>
                  </a:lnTo>
                  <a:lnTo>
                    <a:pt x="2085987" y="145268"/>
                  </a:lnTo>
                  <a:lnTo>
                    <a:pt x="2086492" y="145393"/>
                  </a:lnTo>
                  <a:lnTo>
                    <a:pt x="2087324" y="145533"/>
                  </a:lnTo>
                  <a:lnTo>
                    <a:pt x="2087514" y="145630"/>
                  </a:lnTo>
                  <a:lnTo>
                    <a:pt x="2087540" y="145661"/>
                  </a:lnTo>
                  <a:lnTo>
                    <a:pt x="2087686" y="145977"/>
                  </a:lnTo>
                  <a:lnTo>
                    <a:pt x="2087741" y="146440"/>
                  </a:lnTo>
                  <a:lnTo>
                    <a:pt x="2087723" y="146706"/>
                  </a:lnTo>
                  <a:lnTo>
                    <a:pt x="2087576" y="147822"/>
                  </a:lnTo>
                  <a:lnTo>
                    <a:pt x="2087481" y="148378"/>
                  </a:lnTo>
                  <a:lnTo>
                    <a:pt x="2087300" y="148864"/>
                  </a:lnTo>
                  <a:lnTo>
                    <a:pt x="2087052" y="149437"/>
                  </a:lnTo>
                  <a:lnTo>
                    <a:pt x="2086713" y="149969"/>
                  </a:lnTo>
                  <a:lnTo>
                    <a:pt x="2086171" y="150626"/>
                  </a:lnTo>
                  <a:lnTo>
                    <a:pt x="2085496" y="151251"/>
                  </a:lnTo>
                  <a:lnTo>
                    <a:pt x="2085344" y="151358"/>
                  </a:lnTo>
                  <a:lnTo>
                    <a:pt x="2085173" y="151474"/>
                  </a:lnTo>
                  <a:lnTo>
                    <a:pt x="2084887" y="151735"/>
                  </a:lnTo>
                  <a:lnTo>
                    <a:pt x="2084308" y="152430"/>
                  </a:lnTo>
                  <a:lnTo>
                    <a:pt x="2083969" y="152994"/>
                  </a:lnTo>
                  <a:lnTo>
                    <a:pt x="2083778" y="153411"/>
                  </a:lnTo>
                  <a:lnTo>
                    <a:pt x="2083484" y="154445"/>
                  </a:lnTo>
                  <a:lnTo>
                    <a:pt x="2083429" y="154590"/>
                  </a:lnTo>
                  <a:lnTo>
                    <a:pt x="2083269" y="155354"/>
                  </a:lnTo>
                  <a:lnTo>
                    <a:pt x="2083264" y="155454"/>
                  </a:lnTo>
                  <a:lnTo>
                    <a:pt x="2083235" y="155987"/>
                  </a:lnTo>
                  <a:lnTo>
                    <a:pt x="2083336" y="156545"/>
                  </a:lnTo>
                  <a:lnTo>
                    <a:pt x="2083389" y="156654"/>
                  </a:lnTo>
                  <a:lnTo>
                    <a:pt x="2083742" y="157146"/>
                  </a:lnTo>
                  <a:lnTo>
                    <a:pt x="2084256" y="157680"/>
                  </a:lnTo>
                  <a:lnTo>
                    <a:pt x="2084895" y="158281"/>
                  </a:lnTo>
                  <a:lnTo>
                    <a:pt x="2084968" y="158406"/>
                  </a:lnTo>
                  <a:lnTo>
                    <a:pt x="2085047" y="158479"/>
                  </a:lnTo>
                  <a:lnTo>
                    <a:pt x="2085135" y="158619"/>
                  </a:lnTo>
                  <a:lnTo>
                    <a:pt x="2085211" y="158931"/>
                  </a:lnTo>
                  <a:lnTo>
                    <a:pt x="2085277" y="159273"/>
                  </a:lnTo>
                  <a:lnTo>
                    <a:pt x="2085240" y="159807"/>
                  </a:lnTo>
                  <a:lnTo>
                    <a:pt x="2084968" y="160515"/>
                  </a:lnTo>
                  <a:lnTo>
                    <a:pt x="2084726" y="161466"/>
                  </a:lnTo>
                  <a:lnTo>
                    <a:pt x="2084498" y="162383"/>
                  </a:lnTo>
                  <a:lnTo>
                    <a:pt x="2084513" y="162592"/>
                  </a:lnTo>
                  <a:lnTo>
                    <a:pt x="2084586" y="163075"/>
                  </a:lnTo>
                  <a:lnTo>
                    <a:pt x="2084689" y="163584"/>
                  </a:lnTo>
                  <a:lnTo>
                    <a:pt x="2084887" y="163951"/>
                  </a:lnTo>
                  <a:lnTo>
                    <a:pt x="2085174" y="164469"/>
                  </a:lnTo>
                  <a:lnTo>
                    <a:pt x="2085710" y="164968"/>
                  </a:lnTo>
                  <a:lnTo>
                    <a:pt x="2086099" y="165260"/>
                  </a:lnTo>
                  <a:lnTo>
                    <a:pt x="2086577" y="165427"/>
                  </a:lnTo>
                  <a:lnTo>
                    <a:pt x="2087569" y="165552"/>
                  </a:lnTo>
                  <a:lnTo>
                    <a:pt x="2088406" y="165610"/>
                  </a:lnTo>
                  <a:lnTo>
                    <a:pt x="2089155" y="165719"/>
                  </a:lnTo>
                  <a:lnTo>
                    <a:pt x="2089269" y="165747"/>
                  </a:lnTo>
                  <a:lnTo>
                    <a:pt x="2089655" y="165785"/>
                  </a:lnTo>
                  <a:lnTo>
                    <a:pt x="2089904" y="165919"/>
                  </a:lnTo>
                  <a:lnTo>
                    <a:pt x="2090103" y="166102"/>
                  </a:lnTo>
                  <a:lnTo>
                    <a:pt x="2090154" y="166277"/>
                  </a:lnTo>
                  <a:lnTo>
                    <a:pt x="2090213" y="166519"/>
                  </a:lnTo>
                  <a:lnTo>
                    <a:pt x="2090213" y="166861"/>
                  </a:lnTo>
                  <a:lnTo>
                    <a:pt x="2090206" y="167436"/>
                  </a:lnTo>
                  <a:lnTo>
                    <a:pt x="2090301" y="168012"/>
                  </a:lnTo>
                  <a:lnTo>
                    <a:pt x="2090352" y="168896"/>
                  </a:lnTo>
                  <a:lnTo>
                    <a:pt x="2090434" y="169356"/>
                  </a:lnTo>
                  <a:lnTo>
                    <a:pt x="2090477" y="169479"/>
                  </a:lnTo>
                  <a:lnTo>
                    <a:pt x="2090573" y="169755"/>
                  </a:lnTo>
                  <a:lnTo>
                    <a:pt x="2090654" y="169974"/>
                  </a:lnTo>
                  <a:lnTo>
                    <a:pt x="2090986" y="170417"/>
                  </a:lnTo>
                  <a:lnTo>
                    <a:pt x="2091618" y="170977"/>
                  </a:lnTo>
                  <a:lnTo>
                    <a:pt x="2092226" y="171327"/>
                  </a:lnTo>
                  <a:lnTo>
                    <a:pt x="2092404" y="171394"/>
                  </a:lnTo>
                  <a:lnTo>
                    <a:pt x="2092978" y="171563"/>
                  </a:lnTo>
                  <a:lnTo>
                    <a:pt x="2093862" y="172026"/>
                  </a:lnTo>
                  <a:lnTo>
                    <a:pt x="2094059" y="172175"/>
                  </a:lnTo>
                  <a:lnTo>
                    <a:pt x="2094114" y="172204"/>
                  </a:lnTo>
                  <a:lnTo>
                    <a:pt x="2094168" y="172234"/>
                  </a:lnTo>
                  <a:lnTo>
                    <a:pt x="2094224" y="172274"/>
                  </a:lnTo>
                  <a:lnTo>
                    <a:pt x="2094475" y="172452"/>
                  </a:lnTo>
                  <a:lnTo>
                    <a:pt x="2094493" y="172469"/>
                  </a:lnTo>
                  <a:lnTo>
                    <a:pt x="2094768" y="172788"/>
                  </a:lnTo>
                  <a:lnTo>
                    <a:pt x="2095210" y="173531"/>
                  </a:lnTo>
                  <a:lnTo>
                    <a:pt x="2095400" y="173843"/>
                  </a:lnTo>
                  <a:lnTo>
                    <a:pt x="2095631" y="174059"/>
                  </a:lnTo>
                  <a:lnTo>
                    <a:pt x="2095807" y="174117"/>
                  </a:lnTo>
                  <a:lnTo>
                    <a:pt x="2096214" y="174150"/>
                  </a:lnTo>
                  <a:lnTo>
                    <a:pt x="2096541" y="174130"/>
                  </a:lnTo>
                  <a:lnTo>
                    <a:pt x="2097092" y="174052"/>
                  </a:lnTo>
                  <a:lnTo>
                    <a:pt x="2097374" y="174143"/>
                  </a:lnTo>
                  <a:lnTo>
                    <a:pt x="2097701" y="174247"/>
                  </a:lnTo>
                  <a:lnTo>
                    <a:pt x="2097852" y="174331"/>
                  </a:lnTo>
                  <a:lnTo>
                    <a:pt x="2097942" y="174371"/>
                  </a:lnTo>
                  <a:lnTo>
                    <a:pt x="2098447" y="174586"/>
                  </a:lnTo>
                  <a:lnTo>
                    <a:pt x="2098789" y="174635"/>
                  </a:lnTo>
                  <a:lnTo>
                    <a:pt x="2099082" y="174627"/>
                  </a:lnTo>
                  <a:lnTo>
                    <a:pt x="2099147" y="174612"/>
                  </a:lnTo>
                  <a:lnTo>
                    <a:pt x="2099445" y="174547"/>
                  </a:lnTo>
                  <a:lnTo>
                    <a:pt x="2099784" y="174449"/>
                  </a:lnTo>
                  <a:lnTo>
                    <a:pt x="2100048" y="174280"/>
                  </a:lnTo>
                  <a:lnTo>
                    <a:pt x="2100409" y="174032"/>
                  </a:lnTo>
                  <a:lnTo>
                    <a:pt x="2100754" y="173863"/>
                  </a:lnTo>
                  <a:lnTo>
                    <a:pt x="2100808" y="173837"/>
                  </a:lnTo>
                  <a:lnTo>
                    <a:pt x="2100813" y="173831"/>
                  </a:lnTo>
                  <a:lnTo>
                    <a:pt x="2100843" y="173809"/>
                  </a:lnTo>
                  <a:lnTo>
                    <a:pt x="2100879" y="173786"/>
                  </a:lnTo>
                  <a:lnTo>
                    <a:pt x="2100933" y="173758"/>
                  </a:lnTo>
                  <a:lnTo>
                    <a:pt x="2100977" y="173739"/>
                  </a:lnTo>
                  <a:lnTo>
                    <a:pt x="2101030" y="173721"/>
                  </a:lnTo>
                  <a:lnTo>
                    <a:pt x="2101112" y="173695"/>
                  </a:lnTo>
                  <a:lnTo>
                    <a:pt x="2101207" y="173671"/>
                  </a:lnTo>
                  <a:lnTo>
                    <a:pt x="2101284" y="173659"/>
                  </a:lnTo>
                  <a:lnTo>
                    <a:pt x="2101294" y="173657"/>
                  </a:lnTo>
                  <a:lnTo>
                    <a:pt x="2101551" y="173701"/>
                  </a:lnTo>
                  <a:lnTo>
                    <a:pt x="2101620" y="173739"/>
                  </a:lnTo>
                  <a:lnTo>
                    <a:pt x="2102051" y="174052"/>
                  </a:lnTo>
                  <a:lnTo>
                    <a:pt x="2102372" y="174182"/>
                  </a:lnTo>
                  <a:lnTo>
                    <a:pt x="2102596" y="174254"/>
                  </a:lnTo>
                  <a:lnTo>
                    <a:pt x="2103009" y="174345"/>
                  </a:lnTo>
                  <a:lnTo>
                    <a:pt x="2103149" y="174405"/>
                  </a:lnTo>
                  <a:lnTo>
                    <a:pt x="2103394" y="174574"/>
                  </a:lnTo>
                  <a:lnTo>
                    <a:pt x="2103777" y="174852"/>
                  </a:lnTo>
                  <a:lnTo>
                    <a:pt x="2104266" y="175159"/>
                  </a:lnTo>
                  <a:lnTo>
                    <a:pt x="2104782" y="175348"/>
                  </a:lnTo>
                  <a:lnTo>
                    <a:pt x="2105356" y="175511"/>
                  </a:lnTo>
                  <a:lnTo>
                    <a:pt x="2106286" y="175785"/>
                  </a:lnTo>
                  <a:lnTo>
                    <a:pt x="2106389" y="175819"/>
                  </a:lnTo>
                  <a:lnTo>
                    <a:pt x="2106545" y="175849"/>
                  </a:lnTo>
                  <a:lnTo>
                    <a:pt x="2106795" y="175833"/>
                  </a:lnTo>
                  <a:lnTo>
                    <a:pt x="2107346" y="175733"/>
                  </a:lnTo>
                  <a:lnTo>
                    <a:pt x="2107860" y="175749"/>
                  </a:lnTo>
                  <a:lnTo>
                    <a:pt x="2108543" y="175949"/>
                  </a:lnTo>
                  <a:lnTo>
                    <a:pt x="2109204" y="176158"/>
                  </a:lnTo>
                  <a:lnTo>
                    <a:pt x="2110042" y="176300"/>
                  </a:lnTo>
                  <a:lnTo>
                    <a:pt x="2110576" y="176244"/>
                  </a:lnTo>
                  <a:lnTo>
                    <a:pt x="2110633" y="176221"/>
                  </a:lnTo>
                  <a:lnTo>
                    <a:pt x="2110729" y="176179"/>
                  </a:lnTo>
                  <a:lnTo>
                    <a:pt x="2110829" y="176129"/>
                  </a:lnTo>
                  <a:lnTo>
                    <a:pt x="2110881" y="176101"/>
                  </a:lnTo>
                  <a:lnTo>
                    <a:pt x="2111084" y="176009"/>
                  </a:lnTo>
                  <a:lnTo>
                    <a:pt x="2111146" y="175985"/>
                  </a:lnTo>
                  <a:lnTo>
                    <a:pt x="2111261" y="175899"/>
                  </a:lnTo>
                  <a:lnTo>
                    <a:pt x="2111665" y="175533"/>
                  </a:lnTo>
                  <a:lnTo>
                    <a:pt x="2111944" y="175307"/>
                  </a:lnTo>
                  <a:lnTo>
                    <a:pt x="2112525" y="175132"/>
                  </a:lnTo>
                  <a:lnTo>
                    <a:pt x="2113149" y="175074"/>
                  </a:lnTo>
                  <a:lnTo>
                    <a:pt x="2113597" y="175074"/>
                  </a:lnTo>
                  <a:lnTo>
                    <a:pt x="2113979" y="175132"/>
                  </a:lnTo>
                  <a:lnTo>
                    <a:pt x="2114368" y="175299"/>
                  </a:lnTo>
                  <a:lnTo>
                    <a:pt x="2114831" y="175641"/>
                  </a:lnTo>
                  <a:lnTo>
                    <a:pt x="2115389" y="176016"/>
                  </a:lnTo>
                  <a:lnTo>
                    <a:pt x="2115648" y="176097"/>
                  </a:lnTo>
                  <a:lnTo>
                    <a:pt x="2115956" y="176056"/>
                  </a:lnTo>
                  <a:lnTo>
                    <a:pt x="2116028" y="176033"/>
                  </a:lnTo>
                  <a:lnTo>
                    <a:pt x="2116440" y="175816"/>
                  </a:lnTo>
                  <a:lnTo>
                    <a:pt x="2116844" y="175432"/>
                  </a:lnTo>
                  <a:lnTo>
                    <a:pt x="2117020" y="175199"/>
                  </a:lnTo>
                  <a:lnTo>
                    <a:pt x="2117071" y="175082"/>
                  </a:lnTo>
                  <a:lnTo>
                    <a:pt x="2117078" y="175062"/>
                  </a:lnTo>
                  <a:lnTo>
                    <a:pt x="2117079" y="175057"/>
                  </a:lnTo>
                  <a:lnTo>
                    <a:pt x="2117027" y="174882"/>
                  </a:lnTo>
                  <a:lnTo>
                    <a:pt x="2117005" y="174615"/>
                  </a:lnTo>
                  <a:lnTo>
                    <a:pt x="2117035" y="174397"/>
                  </a:lnTo>
                  <a:lnTo>
                    <a:pt x="2117167" y="174232"/>
                  </a:lnTo>
                  <a:lnTo>
                    <a:pt x="2117453" y="174098"/>
                  </a:lnTo>
                  <a:lnTo>
                    <a:pt x="2118305" y="173948"/>
                  </a:lnTo>
                  <a:lnTo>
                    <a:pt x="2119224" y="173982"/>
                  </a:lnTo>
                  <a:lnTo>
                    <a:pt x="2120157" y="174065"/>
                  </a:lnTo>
                  <a:lnTo>
                    <a:pt x="2120979" y="174040"/>
                  </a:lnTo>
                  <a:lnTo>
                    <a:pt x="2121875" y="173948"/>
                  </a:lnTo>
                  <a:lnTo>
                    <a:pt x="2122705" y="173695"/>
                  </a:lnTo>
                  <a:lnTo>
                    <a:pt x="2123002" y="173536"/>
                  </a:lnTo>
                  <a:lnTo>
                    <a:pt x="2123018" y="173527"/>
                  </a:lnTo>
                  <a:lnTo>
                    <a:pt x="2123062" y="173507"/>
                  </a:lnTo>
                  <a:lnTo>
                    <a:pt x="2123133" y="173480"/>
                  </a:lnTo>
                  <a:lnTo>
                    <a:pt x="2123208" y="173459"/>
                  </a:lnTo>
                  <a:lnTo>
                    <a:pt x="2123307" y="173431"/>
                  </a:lnTo>
                  <a:lnTo>
                    <a:pt x="2123329" y="173425"/>
                  </a:lnTo>
                  <a:lnTo>
                    <a:pt x="2123444" y="173397"/>
                  </a:lnTo>
                  <a:lnTo>
                    <a:pt x="2123534" y="173378"/>
                  </a:lnTo>
                  <a:lnTo>
                    <a:pt x="2123609" y="173366"/>
                  </a:lnTo>
                  <a:lnTo>
                    <a:pt x="2123682" y="173357"/>
                  </a:lnTo>
                  <a:lnTo>
                    <a:pt x="2123727" y="173354"/>
                  </a:lnTo>
                  <a:lnTo>
                    <a:pt x="2123770" y="173355"/>
                  </a:lnTo>
                  <a:lnTo>
                    <a:pt x="2123803" y="173355"/>
                  </a:lnTo>
                  <a:lnTo>
                    <a:pt x="2123846" y="173359"/>
                  </a:lnTo>
                  <a:lnTo>
                    <a:pt x="2124351" y="173465"/>
                  </a:lnTo>
                  <a:lnTo>
                    <a:pt x="2125166" y="173681"/>
                  </a:lnTo>
                  <a:lnTo>
                    <a:pt x="2125982" y="173873"/>
                  </a:lnTo>
                  <a:lnTo>
                    <a:pt x="2126657" y="174040"/>
                  </a:lnTo>
                  <a:lnTo>
                    <a:pt x="2127083" y="174207"/>
                  </a:lnTo>
                  <a:lnTo>
                    <a:pt x="2127640" y="174447"/>
                  </a:lnTo>
                  <a:lnTo>
                    <a:pt x="2127943" y="174557"/>
                  </a:lnTo>
                  <a:lnTo>
                    <a:pt x="2128670" y="174765"/>
                  </a:lnTo>
                  <a:lnTo>
                    <a:pt x="2129463" y="174874"/>
                  </a:lnTo>
                  <a:lnTo>
                    <a:pt x="2129948" y="175016"/>
                  </a:lnTo>
                  <a:lnTo>
                    <a:pt x="2130450" y="175181"/>
                  </a:lnTo>
                  <a:lnTo>
                    <a:pt x="2130617" y="175166"/>
                  </a:lnTo>
                  <a:lnTo>
                    <a:pt x="2130763" y="175099"/>
                  </a:lnTo>
                  <a:lnTo>
                    <a:pt x="2130862" y="174952"/>
                  </a:lnTo>
                  <a:lnTo>
                    <a:pt x="2130922" y="174884"/>
                  </a:lnTo>
                  <a:lnTo>
                    <a:pt x="2130956" y="174840"/>
                  </a:lnTo>
                  <a:lnTo>
                    <a:pt x="2130959" y="174835"/>
                  </a:lnTo>
                  <a:lnTo>
                    <a:pt x="2130977" y="174805"/>
                  </a:lnTo>
                  <a:lnTo>
                    <a:pt x="2130992" y="174770"/>
                  </a:lnTo>
                  <a:lnTo>
                    <a:pt x="2130998" y="174746"/>
                  </a:lnTo>
                  <a:lnTo>
                    <a:pt x="2131058" y="174410"/>
                  </a:lnTo>
                  <a:lnTo>
                    <a:pt x="2131062" y="174363"/>
                  </a:lnTo>
                  <a:lnTo>
                    <a:pt x="2131062" y="174307"/>
                  </a:lnTo>
                  <a:lnTo>
                    <a:pt x="2131062" y="174296"/>
                  </a:lnTo>
                  <a:lnTo>
                    <a:pt x="2131066" y="174262"/>
                  </a:lnTo>
                  <a:lnTo>
                    <a:pt x="2131074" y="174209"/>
                  </a:lnTo>
                  <a:lnTo>
                    <a:pt x="2131093" y="174111"/>
                  </a:lnTo>
                  <a:lnTo>
                    <a:pt x="2131111" y="174053"/>
                  </a:lnTo>
                  <a:lnTo>
                    <a:pt x="2131130" y="174004"/>
                  </a:lnTo>
                  <a:lnTo>
                    <a:pt x="2131153" y="173950"/>
                  </a:lnTo>
                  <a:lnTo>
                    <a:pt x="2131175" y="173913"/>
                  </a:lnTo>
                  <a:lnTo>
                    <a:pt x="2131194" y="173892"/>
                  </a:lnTo>
                  <a:lnTo>
                    <a:pt x="2131213" y="173873"/>
                  </a:lnTo>
                  <a:lnTo>
                    <a:pt x="2131236" y="173854"/>
                  </a:lnTo>
                  <a:lnTo>
                    <a:pt x="2131263" y="173836"/>
                  </a:lnTo>
                  <a:lnTo>
                    <a:pt x="2131284" y="173827"/>
                  </a:lnTo>
                  <a:lnTo>
                    <a:pt x="2131323" y="173813"/>
                  </a:lnTo>
                  <a:lnTo>
                    <a:pt x="2131580" y="173762"/>
                  </a:lnTo>
                  <a:lnTo>
                    <a:pt x="2131677" y="173745"/>
                  </a:lnTo>
                  <a:lnTo>
                    <a:pt x="2131722" y="173740"/>
                  </a:lnTo>
                  <a:lnTo>
                    <a:pt x="2131771" y="173737"/>
                  </a:lnTo>
                  <a:lnTo>
                    <a:pt x="2131852" y="173737"/>
                  </a:lnTo>
                  <a:lnTo>
                    <a:pt x="2131911" y="173739"/>
                  </a:lnTo>
                  <a:lnTo>
                    <a:pt x="2131989" y="173753"/>
                  </a:lnTo>
                  <a:lnTo>
                    <a:pt x="2132006" y="173759"/>
                  </a:lnTo>
                  <a:lnTo>
                    <a:pt x="2132050" y="173776"/>
                  </a:lnTo>
                  <a:lnTo>
                    <a:pt x="2132122" y="173807"/>
                  </a:lnTo>
                  <a:lnTo>
                    <a:pt x="2132171" y="173833"/>
                  </a:lnTo>
                  <a:lnTo>
                    <a:pt x="2132548" y="173965"/>
                  </a:lnTo>
                  <a:lnTo>
                    <a:pt x="2133246" y="174098"/>
                  </a:lnTo>
                  <a:lnTo>
                    <a:pt x="2133746" y="174390"/>
                  </a:lnTo>
                  <a:lnTo>
                    <a:pt x="2133871" y="174549"/>
                  </a:lnTo>
                  <a:lnTo>
                    <a:pt x="2134047" y="175124"/>
                  </a:lnTo>
                  <a:lnTo>
                    <a:pt x="2133995" y="175374"/>
                  </a:lnTo>
                  <a:lnTo>
                    <a:pt x="2133972" y="175422"/>
                  </a:lnTo>
                  <a:lnTo>
                    <a:pt x="2133966" y="175439"/>
                  </a:lnTo>
                  <a:lnTo>
                    <a:pt x="2133912" y="175584"/>
                  </a:lnTo>
                  <a:lnTo>
                    <a:pt x="2133821" y="175825"/>
                  </a:lnTo>
                  <a:lnTo>
                    <a:pt x="2133809" y="175848"/>
                  </a:lnTo>
                  <a:lnTo>
                    <a:pt x="2133797" y="175867"/>
                  </a:lnTo>
                  <a:lnTo>
                    <a:pt x="2133781" y="175885"/>
                  </a:lnTo>
                  <a:lnTo>
                    <a:pt x="2133727" y="175924"/>
                  </a:lnTo>
                  <a:lnTo>
                    <a:pt x="2133704" y="175940"/>
                  </a:lnTo>
                  <a:lnTo>
                    <a:pt x="2133477" y="176070"/>
                  </a:lnTo>
                  <a:lnTo>
                    <a:pt x="2133129" y="176325"/>
                  </a:lnTo>
                  <a:lnTo>
                    <a:pt x="2133041" y="176384"/>
                  </a:lnTo>
                  <a:lnTo>
                    <a:pt x="2132923" y="176483"/>
                  </a:lnTo>
                  <a:lnTo>
                    <a:pt x="2132129" y="177122"/>
                  </a:lnTo>
                  <a:lnTo>
                    <a:pt x="2131896" y="177361"/>
                  </a:lnTo>
                  <a:lnTo>
                    <a:pt x="2131697" y="177738"/>
                  </a:lnTo>
                  <a:lnTo>
                    <a:pt x="2131695" y="177749"/>
                  </a:lnTo>
                  <a:lnTo>
                    <a:pt x="2131616" y="178051"/>
                  </a:lnTo>
                  <a:lnTo>
                    <a:pt x="2131654" y="178443"/>
                  </a:lnTo>
                  <a:lnTo>
                    <a:pt x="2131799" y="178701"/>
                  </a:lnTo>
                  <a:lnTo>
                    <a:pt x="2132152" y="178968"/>
                  </a:lnTo>
                  <a:lnTo>
                    <a:pt x="2132350" y="179043"/>
                  </a:lnTo>
                  <a:lnTo>
                    <a:pt x="2132828" y="179168"/>
                  </a:lnTo>
                  <a:lnTo>
                    <a:pt x="2133349" y="179218"/>
                  </a:lnTo>
                  <a:lnTo>
                    <a:pt x="2133629" y="179157"/>
                  </a:lnTo>
                  <a:lnTo>
                    <a:pt x="2133795" y="179074"/>
                  </a:lnTo>
                  <a:lnTo>
                    <a:pt x="2133979" y="178984"/>
                  </a:lnTo>
                  <a:lnTo>
                    <a:pt x="2134051" y="178953"/>
                  </a:lnTo>
                  <a:lnTo>
                    <a:pt x="2134168" y="178905"/>
                  </a:lnTo>
                  <a:lnTo>
                    <a:pt x="2134256" y="178870"/>
                  </a:lnTo>
                  <a:lnTo>
                    <a:pt x="2134811" y="178726"/>
                  </a:lnTo>
                  <a:lnTo>
                    <a:pt x="2135487" y="178509"/>
                  </a:lnTo>
                  <a:lnTo>
                    <a:pt x="2135993" y="178368"/>
                  </a:lnTo>
                  <a:lnTo>
                    <a:pt x="2136054" y="178361"/>
                  </a:lnTo>
                  <a:lnTo>
                    <a:pt x="2136625" y="178376"/>
                  </a:lnTo>
                  <a:lnTo>
                    <a:pt x="2137254" y="178515"/>
                  </a:lnTo>
                  <a:lnTo>
                    <a:pt x="2137896" y="178860"/>
                  </a:lnTo>
                  <a:lnTo>
                    <a:pt x="2138447" y="179318"/>
                  </a:lnTo>
                  <a:lnTo>
                    <a:pt x="2138880" y="179543"/>
                  </a:lnTo>
                  <a:lnTo>
                    <a:pt x="2139358" y="179685"/>
                  </a:lnTo>
                  <a:lnTo>
                    <a:pt x="2140097" y="179766"/>
                  </a:lnTo>
                  <a:lnTo>
                    <a:pt x="2140208" y="179749"/>
                  </a:lnTo>
                  <a:lnTo>
                    <a:pt x="2140966" y="179760"/>
                  </a:lnTo>
                  <a:lnTo>
                    <a:pt x="2141458" y="179769"/>
                  </a:lnTo>
                  <a:lnTo>
                    <a:pt x="2141987" y="180027"/>
                  </a:lnTo>
                  <a:lnTo>
                    <a:pt x="2142355" y="180469"/>
                  </a:lnTo>
                  <a:lnTo>
                    <a:pt x="2142604" y="180911"/>
                  </a:lnTo>
                  <a:lnTo>
                    <a:pt x="2142891" y="181628"/>
                  </a:lnTo>
                  <a:lnTo>
                    <a:pt x="2143196" y="182656"/>
                  </a:lnTo>
                  <a:lnTo>
                    <a:pt x="2143368" y="183062"/>
                  </a:lnTo>
                  <a:lnTo>
                    <a:pt x="2143464" y="183214"/>
                  </a:lnTo>
                  <a:lnTo>
                    <a:pt x="2143469" y="183236"/>
                  </a:lnTo>
                  <a:lnTo>
                    <a:pt x="2143618" y="183496"/>
                  </a:lnTo>
                  <a:lnTo>
                    <a:pt x="2143971" y="183863"/>
                  </a:lnTo>
                  <a:lnTo>
                    <a:pt x="2144389" y="184105"/>
                  </a:lnTo>
                  <a:lnTo>
                    <a:pt x="2144948" y="184255"/>
                  </a:lnTo>
                  <a:lnTo>
                    <a:pt x="2145506" y="184405"/>
                  </a:lnTo>
                  <a:lnTo>
                    <a:pt x="2146116" y="184438"/>
                  </a:lnTo>
                  <a:lnTo>
                    <a:pt x="2146505" y="184405"/>
                  </a:lnTo>
                  <a:lnTo>
                    <a:pt x="2146747" y="184330"/>
                  </a:lnTo>
                  <a:lnTo>
                    <a:pt x="2146782" y="184298"/>
                  </a:lnTo>
                  <a:lnTo>
                    <a:pt x="2146790" y="184296"/>
                  </a:lnTo>
                  <a:lnTo>
                    <a:pt x="2146953" y="184171"/>
                  </a:lnTo>
                  <a:lnTo>
                    <a:pt x="2147181" y="183963"/>
                  </a:lnTo>
                  <a:lnTo>
                    <a:pt x="2147665" y="183496"/>
                  </a:lnTo>
                  <a:lnTo>
                    <a:pt x="2147937" y="183146"/>
                  </a:lnTo>
                  <a:lnTo>
                    <a:pt x="2148202" y="182921"/>
                  </a:lnTo>
                  <a:lnTo>
                    <a:pt x="2148863" y="182604"/>
                  </a:lnTo>
                  <a:lnTo>
                    <a:pt x="2149656" y="182312"/>
                  </a:lnTo>
                  <a:lnTo>
                    <a:pt x="2150229" y="182270"/>
                  </a:lnTo>
                  <a:lnTo>
                    <a:pt x="2151037" y="182454"/>
                  </a:lnTo>
                  <a:lnTo>
                    <a:pt x="2151669" y="182637"/>
                  </a:lnTo>
                  <a:lnTo>
                    <a:pt x="2152180" y="182980"/>
                  </a:lnTo>
                  <a:lnTo>
                    <a:pt x="2152231" y="183032"/>
                  </a:lnTo>
                  <a:lnTo>
                    <a:pt x="2152455" y="183222"/>
                  </a:lnTo>
                  <a:lnTo>
                    <a:pt x="2152572" y="183318"/>
                  </a:lnTo>
                  <a:lnTo>
                    <a:pt x="2152709" y="183451"/>
                  </a:lnTo>
                  <a:lnTo>
                    <a:pt x="2152925" y="183688"/>
                  </a:lnTo>
                  <a:lnTo>
                    <a:pt x="2152981" y="183749"/>
                  </a:lnTo>
                  <a:lnTo>
                    <a:pt x="2153076" y="183839"/>
                  </a:lnTo>
                  <a:lnTo>
                    <a:pt x="2153133" y="183892"/>
                  </a:lnTo>
                  <a:lnTo>
                    <a:pt x="2153234" y="183979"/>
                  </a:lnTo>
                  <a:lnTo>
                    <a:pt x="2153385" y="184105"/>
                  </a:lnTo>
                  <a:lnTo>
                    <a:pt x="2153425" y="184133"/>
                  </a:lnTo>
                  <a:lnTo>
                    <a:pt x="2153506" y="184189"/>
                  </a:lnTo>
                  <a:lnTo>
                    <a:pt x="2153540" y="184210"/>
                  </a:lnTo>
                  <a:lnTo>
                    <a:pt x="2153581" y="184227"/>
                  </a:lnTo>
                  <a:lnTo>
                    <a:pt x="2153610" y="184239"/>
                  </a:lnTo>
                  <a:lnTo>
                    <a:pt x="2153693" y="184263"/>
                  </a:lnTo>
                  <a:lnTo>
                    <a:pt x="2153784" y="184281"/>
                  </a:lnTo>
                  <a:lnTo>
                    <a:pt x="2153829" y="184292"/>
                  </a:lnTo>
                  <a:lnTo>
                    <a:pt x="2153891" y="184304"/>
                  </a:lnTo>
                  <a:lnTo>
                    <a:pt x="2153958" y="184316"/>
                  </a:lnTo>
                  <a:lnTo>
                    <a:pt x="2154037" y="184329"/>
                  </a:lnTo>
                  <a:lnTo>
                    <a:pt x="2154106" y="184339"/>
                  </a:lnTo>
                  <a:lnTo>
                    <a:pt x="2154591" y="184391"/>
                  </a:lnTo>
                  <a:lnTo>
                    <a:pt x="2154649" y="184396"/>
                  </a:lnTo>
                  <a:lnTo>
                    <a:pt x="2154989" y="184347"/>
                  </a:lnTo>
                  <a:lnTo>
                    <a:pt x="2155408" y="184263"/>
                  </a:lnTo>
                  <a:lnTo>
                    <a:pt x="2155738" y="184113"/>
                  </a:lnTo>
                  <a:lnTo>
                    <a:pt x="2155973" y="183880"/>
                  </a:lnTo>
                  <a:lnTo>
                    <a:pt x="2156032" y="183679"/>
                  </a:lnTo>
                  <a:lnTo>
                    <a:pt x="2156054" y="183504"/>
                  </a:lnTo>
                  <a:lnTo>
                    <a:pt x="2156032" y="183313"/>
                  </a:lnTo>
                  <a:lnTo>
                    <a:pt x="2155964" y="183080"/>
                  </a:lnTo>
                  <a:lnTo>
                    <a:pt x="2155907" y="182971"/>
                  </a:lnTo>
                  <a:lnTo>
                    <a:pt x="2155904" y="182961"/>
                  </a:lnTo>
                  <a:lnTo>
                    <a:pt x="2155782" y="182787"/>
                  </a:lnTo>
                  <a:lnTo>
                    <a:pt x="2155709" y="182545"/>
                  </a:lnTo>
                  <a:lnTo>
                    <a:pt x="2155687" y="182229"/>
                  </a:lnTo>
                  <a:lnTo>
                    <a:pt x="2155775" y="181845"/>
                  </a:lnTo>
                  <a:lnTo>
                    <a:pt x="2155850" y="181582"/>
                  </a:lnTo>
                  <a:lnTo>
                    <a:pt x="2155981" y="181303"/>
                  </a:lnTo>
                  <a:lnTo>
                    <a:pt x="2156348" y="181003"/>
                  </a:lnTo>
                  <a:lnTo>
                    <a:pt x="2157090" y="180636"/>
                  </a:lnTo>
                  <a:lnTo>
                    <a:pt x="2157530" y="180552"/>
                  </a:lnTo>
                  <a:lnTo>
                    <a:pt x="2158155" y="180494"/>
                  </a:lnTo>
                  <a:lnTo>
                    <a:pt x="2158588" y="180611"/>
                  </a:lnTo>
                  <a:lnTo>
                    <a:pt x="2159138" y="180784"/>
                  </a:lnTo>
                  <a:lnTo>
                    <a:pt x="2159241" y="180804"/>
                  </a:lnTo>
                  <a:lnTo>
                    <a:pt x="2159384" y="180847"/>
                  </a:lnTo>
                  <a:lnTo>
                    <a:pt x="2159553" y="180893"/>
                  </a:lnTo>
                  <a:lnTo>
                    <a:pt x="2159875" y="180973"/>
                  </a:lnTo>
                  <a:lnTo>
                    <a:pt x="2159951" y="180990"/>
                  </a:lnTo>
                  <a:lnTo>
                    <a:pt x="2160028" y="181007"/>
                  </a:lnTo>
                  <a:lnTo>
                    <a:pt x="2160060" y="181012"/>
                  </a:lnTo>
                  <a:lnTo>
                    <a:pt x="2160100" y="181017"/>
                  </a:lnTo>
                  <a:lnTo>
                    <a:pt x="2160586" y="181128"/>
                  </a:lnTo>
                  <a:lnTo>
                    <a:pt x="2161306" y="181361"/>
                  </a:lnTo>
                  <a:lnTo>
                    <a:pt x="2161835" y="181812"/>
                  </a:lnTo>
                  <a:lnTo>
                    <a:pt x="2162180" y="182279"/>
                  </a:lnTo>
                  <a:lnTo>
                    <a:pt x="2162348" y="182719"/>
                  </a:lnTo>
                  <a:lnTo>
                    <a:pt x="2162386" y="182937"/>
                  </a:lnTo>
                  <a:lnTo>
                    <a:pt x="2162423" y="183780"/>
                  </a:lnTo>
                  <a:lnTo>
                    <a:pt x="2162503" y="184822"/>
                  </a:lnTo>
                  <a:lnTo>
                    <a:pt x="2162562" y="185556"/>
                  </a:lnTo>
                  <a:lnTo>
                    <a:pt x="2162673" y="185962"/>
                  </a:lnTo>
                  <a:lnTo>
                    <a:pt x="2162673" y="185979"/>
                  </a:lnTo>
                  <a:lnTo>
                    <a:pt x="2162674" y="186029"/>
                  </a:lnTo>
                  <a:lnTo>
                    <a:pt x="2162679" y="186067"/>
                  </a:lnTo>
                  <a:lnTo>
                    <a:pt x="2162696" y="186157"/>
                  </a:lnTo>
                  <a:lnTo>
                    <a:pt x="2162706" y="186209"/>
                  </a:lnTo>
                  <a:lnTo>
                    <a:pt x="2162714" y="186247"/>
                  </a:lnTo>
                  <a:lnTo>
                    <a:pt x="2162719" y="186271"/>
                  </a:lnTo>
                  <a:lnTo>
                    <a:pt x="2162732" y="186325"/>
                  </a:lnTo>
                  <a:lnTo>
                    <a:pt x="2162743" y="186366"/>
                  </a:lnTo>
                  <a:lnTo>
                    <a:pt x="2162776" y="186466"/>
                  </a:lnTo>
                  <a:lnTo>
                    <a:pt x="2162816" y="186557"/>
                  </a:lnTo>
                  <a:lnTo>
                    <a:pt x="2162951" y="186830"/>
                  </a:lnTo>
                  <a:lnTo>
                    <a:pt x="2162968" y="186860"/>
                  </a:lnTo>
                  <a:lnTo>
                    <a:pt x="2162993" y="186903"/>
                  </a:lnTo>
                  <a:lnTo>
                    <a:pt x="2163034" y="186965"/>
                  </a:lnTo>
                  <a:lnTo>
                    <a:pt x="2163059" y="186998"/>
                  </a:lnTo>
                  <a:lnTo>
                    <a:pt x="2163127" y="187081"/>
                  </a:lnTo>
                  <a:lnTo>
                    <a:pt x="2163177" y="187137"/>
                  </a:lnTo>
                  <a:lnTo>
                    <a:pt x="2163207" y="187169"/>
                  </a:lnTo>
                  <a:lnTo>
                    <a:pt x="2163302" y="187270"/>
                  </a:lnTo>
                  <a:lnTo>
                    <a:pt x="2163360" y="187321"/>
                  </a:lnTo>
                  <a:lnTo>
                    <a:pt x="2163407" y="187358"/>
                  </a:lnTo>
                  <a:lnTo>
                    <a:pt x="2163525" y="187441"/>
                  </a:lnTo>
                  <a:lnTo>
                    <a:pt x="2163626" y="187505"/>
                  </a:lnTo>
                  <a:lnTo>
                    <a:pt x="2163656" y="187521"/>
                  </a:lnTo>
                  <a:lnTo>
                    <a:pt x="2163715" y="187552"/>
                  </a:lnTo>
                  <a:lnTo>
                    <a:pt x="2163761" y="187570"/>
                  </a:lnTo>
                  <a:lnTo>
                    <a:pt x="2163795" y="187579"/>
                  </a:lnTo>
                  <a:lnTo>
                    <a:pt x="2163847" y="187590"/>
                  </a:lnTo>
                  <a:lnTo>
                    <a:pt x="2164061" y="187637"/>
                  </a:lnTo>
                  <a:lnTo>
                    <a:pt x="2164085" y="187645"/>
                  </a:lnTo>
                  <a:lnTo>
                    <a:pt x="2164137" y="187663"/>
                  </a:lnTo>
                  <a:lnTo>
                    <a:pt x="2164178" y="187677"/>
                  </a:lnTo>
                  <a:lnTo>
                    <a:pt x="2164248" y="187704"/>
                  </a:lnTo>
                  <a:lnTo>
                    <a:pt x="2164311" y="187730"/>
                  </a:lnTo>
                  <a:lnTo>
                    <a:pt x="2164335" y="187740"/>
                  </a:lnTo>
                  <a:lnTo>
                    <a:pt x="2164373" y="187750"/>
                  </a:lnTo>
                  <a:lnTo>
                    <a:pt x="2164408" y="187757"/>
                  </a:lnTo>
                  <a:lnTo>
                    <a:pt x="2164517" y="187762"/>
                  </a:lnTo>
                  <a:lnTo>
                    <a:pt x="2164616" y="187762"/>
                  </a:lnTo>
                  <a:lnTo>
                    <a:pt x="2164820" y="187752"/>
                  </a:lnTo>
                  <a:lnTo>
                    <a:pt x="2164876" y="187747"/>
                  </a:lnTo>
                  <a:lnTo>
                    <a:pt x="2164923" y="187741"/>
                  </a:lnTo>
                  <a:lnTo>
                    <a:pt x="2165246" y="187680"/>
                  </a:lnTo>
                  <a:lnTo>
                    <a:pt x="2165290" y="187670"/>
                  </a:lnTo>
                  <a:lnTo>
                    <a:pt x="2165348" y="187652"/>
                  </a:lnTo>
                  <a:lnTo>
                    <a:pt x="2165449" y="187610"/>
                  </a:lnTo>
                  <a:lnTo>
                    <a:pt x="2165479" y="187597"/>
                  </a:lnTo>
                  <a:lnTo>
                    <a:pt x="2166125" y="187290"/>
                  </a:lnTo>
                  <a:lnTo>
                    <a:pt x="2166426" y="187140"/>
                  </a:lnTo>
                  <a:lnTo>
                    <a:pt x="2166522" y="187087"/>
                  </a:lnTo>
                  <a:lnTo>
                    <a:pt x="2166554" y="187075"/>
                  </a:lnTo>
                  <a:lnTo>
                    <a:pt x="2166602" y="187058"/>
                  </a:lnTo>
                  <a:lnTo>
                    <a:pt x="2167042" y="186926"/>
                  </a:lnTo>
                  <a:lnTo>
                    <a:pt x="2167076" y="186916"/>
                  </a:lnTo>
                  <a:lnTo>
                    <a:pt x="2167116" y="186907"/>
                  </a:lnTo>
                  <a:lnTo>
                    <a:pt x="2167181" y="186892"/>
                  </a:lnTo>
                  <a:lnTo>
                    <a:pt x="2167235" y="186885"/>
                  </a:lnTo>
                  <a:lnTo>
                    <a:pt x="2167318" y="186877"/>
                  </a:lnTo>
                  <a:lnTo>
                    <a:pt x="2167512" y="186862"/>
                  </a:lnTo>
                  <a:lnTo>
                    <a:pt x="2167639" y="186853"/>
                  </a:lnTo>
                  <a:lnTo>
                    <a:pt x="2167707" y="186849"/>
                  </a:lnTo>
                  <a:lnTo>
                    <a:pt x="2167765" y="186848"/>
                  </a:lnTo>
                  <a:lnTo>
                    <a:pt x="2167818" y="186848"/>
                  </a:lnTo>
                  <a:lnTo>
                    <a:pt x="2167956" y="186848"/>
                  </a:lnTo>
                  <a:lnTo>
                    <a:pt x="2168209" y="186855"/>
                  </a:lnTo>
                  <a:lnTo>
                    <a:pt x="2168386" y="186869"/>
                  </a:lnTo>
                  <a:lnTo>
                    <a:pt x="2168441" y="186874"/>
                  </a:lnTo>
                  <a:lnTo>
                    <a:pt x="2168512" y="186886"/>
                  </a:lnTo>
                  <a:lnTo>
                    <a:pt x="2168579" y="186896"/>
                  </a:lnTo>
                  <a:lnTo>
                    <a:pt x="2168700" y="186931"/>
                  </a:lnTo>
                  <a:lnTo>
                    <a:pt x="2168760" y="186952"/>
                  </a:lnTo>
                  <a:lnTo>
                    <a:pt x="2168819" y="186975"/>
                  </a:lnTo>
                  <a:lnTo>
                    <a:pt x="2168890" y="187008"/>
                  </a:lnTo>
                  <a:lnTo>
                    <a:pt x="2168964" y="187045"/>
                  </a:lnTo>
                  <a:lnTo>
                    <a:pt x="2169118" y="187130"/>
                  </a:lnTo>
                  <a:lnTo>
                    <a:pt x="2169164" y="187158"/>
                  </a:lnTo>
                  <a:lnTo>
                    <a:pt x="2169214" y="187189"/>
                  </a:lnTo>
                  <a:lnTo>
                    <a:pt x="2169519" y="187436"/>
                  </a:lnTo>
                  <a:lnTo>
                    <a:pt x="2169834" y="187719"/>
                  </a:lnTo>
                  <a:lnTo>
                    <a:pt x="2169915" y="187795"/>
                  </a:lnTo>
                  <a:lnTo>
                    <a:pt x="2169951" y="187830"/>
                  </a:lnTo>
                  <a:lnTo>
                    <a:pt x="2170001" y="187880"/>
                  </a:lnTo>
                  <a:lnTo>
                    <a:pt x="2170054" y="187935"/>
                  </a:lnTo>
                  <a:lnTo>
                    <a:pt x="2170113" y="187997"/>
                  </a:lnTo>
                  <a:lnTo>
                    <a:pt x="2170135" y="188022"/>
                  </a:lnTo>
                  <a:lnTo>
                    <a:pt x="2170178" y="188081"/>
                  </a:lnTo>
                  <a:lnTo>
                    <a:pt x="2170234" y="188160"/>
                  </a:lnTo>
                  <a:lnTo>
                    <a:pt x="2170276" y="188220"/>
                  </a:lnTo>
                  <a:lnTo>
                    <a:pt x="2170292" y="188249"/>
                  </a:lnTo>
                  <a:lnTo>
                    <a:pt x="2170325" y="188321"/>
                  </a:lnTo>
                  <a:lnTo>
                    <a:pt x="2170347" y="188385"/>
                  </a:lnTo>
                  <a:lnTo>
                    <a:pt x="2170365" y="188460"/>
                  </a:lnTo>
                  <a:lnTo>
                    <a:pt x="2170371" y="188495"/>
                  </a:lnTo>
                  <a:lnTo>
                    <a:pt x="2170376" y="188539"/>
                  </a:lnTo>
                  <a:lnTo>
                    <a:pt x="2170384" y="188656"/>
                  </a:lnTo>
                  <a:lnTo>
                    <a:pt x="2170389" y="188759"/>
                  </a:lnTo>
                  <a:lnTo>
                    <a:pt x="2170395" y="188801"/>
                  </a:lnTo>
                  <a:lnTo>
                    <a:pt x="2170421" y="188916"/>
                  </a:lnTo>
                  <a:lnTo>
                    <a:pt x="2170429" y="188945"/>
                  </a:lnTo>
                  <a:lnTo>
                    <a:pt x="2170429" y="189275"/>
                  </a:lnTo>
                  <a:lnTo>
                    <a:pt x="2170400" y="189471"/>
                  </a:lnTo>
                  <a:lnTo>
                    <a:pt x="2170326" y="189733"/>
                  </a:lnTo>
                  <a:lnTo>
                    <a:pt x="2170341" y="190142"/>
                  </a:lnTo>
                  <a:lnTo>
                    <a:pt x="2170429" y="190692"/>
                  </a:lnTo>
                  <a:lnTo>
                    <a:pt x="2170578" y="191060"/>
                  </a:lnTo>
                  <a:lnTo>
                    <a:pt x="2170767" y="191318"/>
                  </a:lnTo>
                  <a:lnTo>
                    <a:pt x="2171193" y="191626"/>
                  </a:lnTo>
                  <a:lnTo>
                    <a:pt x="2171568" y="191910"/>
                  </a:lnTo>
                  <a:lnTo>
                    <a:pt x="2172111" y="192035"/>
                  </a:lnTo>
                  <a:lnTo>
                    <a:pt x="2172736" y="192102"/>
                  </a:lnTo>
                  <a:lnTo>
                    <a:pt x="2173337" y="192070"/>
                  </a:lnTo>
                  <a:lnTo>
                    <a:pt x="2173432" y="192048"/>
                  </a:lnTo>
                  <a:lnTo>
                    <a:pt x="2173781" y="192006"/>
                  </a:lnTo>
                  <a:lnTo>
                    <a:pt x="2173811" y="192004"/>
                  </a:lnTo>
                  <a:lnTo>
                    <a:pt x="2173824" y="192004"/>
                  </a:lnTo>
                  <a:lnTo>
                    <a:pt x="2173861" y="192006"/>
                  </a:lnTo>
                  <a:lnTo>
                    <a:pt x="2173914" y="192009"/>
                  </a:lnTo>
                  <a:lnTo>
                    <a:pt x="2173965" y="192014"/>
                  </a:lnTo>
                  <a:lnTo>
                    <a:pt x="2174025" y="192025"/>
                  </a:lnTo>
                  <a:lnTo>
                    <a:pt x="2174071" y="192035"/>
                  </a:lnTo>
                  <a:lnTo>
                    <a:pt x="2174123" y="192053"/>
                  </a:lnTo>
                  <a:lnTo>
                    <a:pt x="2174167" y="192080"/>
                  </a:lnTo>
                  <a:lnTo>
                    <a:pt x="2174341" y="192186"/>
                  </a:lnTo>
                  <a:lnTo>
                    <a:pt x="2174380" y="192211"/>
                  </a:lnTo>
                  <a:lnTo>
                    <a:pt x="2174385" y="192214"/>
                  </a:lnTo>
                  <a:lnTo>
                    <a:pt x="2174594" y="192452"/>
                  </a:lnTo>
                  <a:lnTo>
                    <a:pt x="2174645" y="192677"/>
                  </a:lnTo>
                  <a:lnTo>
                    <a:pt x="2174678" y="192873"/>
                  </a:lnTo>
                  <a:lnTo>
                    <a:pt x="2174624" y="193204"/>
                  </a:lnTo>
                  <a:lnTo>
                    <a:pt x="2174594" y="193294"/>
                  </a:lnTo>
                  <a:lnTo>
                    <a:pt x="2174227" y="193786"/>
                  </a:lnTo>
                  <a:lnTo>
                    <a:pt x="2174146" y="194028"/>
                  </a:lnTo>
                  <a:lnTo>
                    <a:pt x="2174107" y="194268"/>
                  </a:lnTo>
                  <a:lnTo>
                    <a:pt x="2174126" y="194467"/>
                  </a:lnTo>
                  <a:lnTo>
                    <a:pt x="2174256" y="194737"/>
                  </a:lnTo>
                  <a:lnTo>
                    <a:pt x="2174522" y="194981"/>
                  </a:lnTo>
                  <a:lnTo>
                    <a:pt x="2174807" y="195070"/>
                  </a:lnTo>
                  <a:lnTo>
                    <a:pt x="2175387" y="195120"/>
                  </a:lnTo>
                  <a:lnTo>
                    <a:pt x="2176107" y="195162"/>
                  </a:lnTo>
                  <a:lnTo>
                    <a:pt x="2176675" y="195320"/>
                  </a:lnTo>
                  <a:lnTo>
                    <a:pt x="2176895" y="195457"/>
                  </a:lnTo>
                  <a:lnTo>
                    <a:pt x="2176958" y="195507"/>
                  </a:lnTo>
                  <a:lnTo>
                    <a:pt x="2177096" y="195623"/>
                  </a:lnTo>
                  <a:lnTo>
                    <a:pt x="2177124" y="195647"/>
                  </a:lnTo>
                  <a:lnTo>
                    <a:pt x="2177150" y="195687"/>
                  </a:lnTo>
                  <a:lnTo>
                    <a:pt x="2177225" y="195846"/>
                  </a:lnTo>
                  <a:lnTo>
                    <a:pt x="2177275" y="196138"/>
                  </a:lnTo>
                  <a:lnTo>
                    <a:pt x="2177253" y="196429"/>
                  </a:lnTo>
                  <a:lnTo>
                    <a:pt x="2177211" y="196589"/>
                  </a:lnTo>
                  <a:lnTo>
                    <a:pt x="2177055" y="196855"/>
                  </a:lnTo>
                  <a:lnTo>
                    <a:pt x="2176768" y="197121"/>
                  </a:lnTo>
                  <a:lnTo>
                    <a:pt x="2176695" y="197247"/>
                  </a:lnTo>
                  <a:lnTo>
                    <a:pt x="2176680" y="197347"/>
                  </a:lnTo>
                  <a:lnTo>
                    <a:pt x="2176687" y="197522"/>
                  </a:lnTo>
                  <a:lnTo>
                    <a:pt x="2176709" y="197764"/>
                  </a:lnTo>
                  <a:lnTo>
                    <a:pt x="2176790" y="197924"/>
                  </a:lnTo>
                  <a:lnTo>
                    <a:pt x="2177106" y="198130"/>
                  </a:lnTo>
                  <a:lnTo>
                    <a:pt x="2177613" y="198347"/>
                  </a:lnTo>
                  <a:lnTo>
                    <a:pt x="2178186" y="198514"/>
                  </a:lnTo>
                  <a:lnTo>
                    <a:pt x="2178862" y="198589"/>
                  </a:lnTo>
                  <a:lnTo>
                    <a:pt x="2179295" y="198714"/>
                  </a:lnTo>
                  <a:lnTo>
                    <a:pt x="2179839" y="198914"/>
                  </a:lnTo>
                  <a:lnTo>
                    <a:pt x="2180375" y="199098"/>
                  </a:lnTo>
                  <a:lnTo>
                    <a:pt x="2180632" y="199198"/>
                  </a:lnTo>
                  <a:lnTo>
                    <a:pt x="2180904" y="199373"/>
                  </a:lnTo>
                  <a:lnTo>
                    <a:pt x="2181066" y="199552"/>
                  </a:lnTo>
                  <a:lnTo>
                    <a:pt x="2181165" y="199705"/>
                  </a:lnTo>
                  <a:lnTo>
                    <a:pt x="2181207" y="199776"/>
                  </a:lnTo>
                  <a:lnTo>
                    <a:pt x="2181273" y="199917"/>
                  </a:lnTo>
                  <a:lnTo>
                    <a:pt x="2181286" y="199948"/>
                  </a:lnTo>
                  <a:lnTo>
                    <a:pt x="2181297" y="199982"/>
                  </a:lnTo>
                  <a:lnTo>
                    <a:pt x="2181311" y="200028"/>
                  </a:lnTo>
                  <a:lnTo>
                    <a:pt x="2181325" y="200067"/>
                  </a:lnTo>
                  <a:lnTo>
                    <a:pt x="2181338" y="200098"/>
                  </a:lnTo>
                  <a:lnTo>
                    <a:pt x="2181392" y="200192"/>
                  </a:lnTo>
                  <a:lnTo>
                    <a:pt x="2181446" y="200286"/>
                  </a:lnTo>
                  <a:lnTo>
                    <a:pt x="2181529" y="200412"/>
                  </a:lnTo>
                  <a:lnTo>
                    <a:pt x="2181558" y="200450"/>
                  </a:lnTo>
                  <a:lnTo>
                    <a:pt x="2181664" y="200592"/>
                  </a:lnTo>
                  <a:lnTo>
                    <a:pt x="2181723" y="200664"/>
                  </a:lnTo>
                  <a:lnTo>
                    <a:pt x="2181798" y="200725"/>
                  </a:lnTo>
                  <a:lnTo>
                    <a:pt x="2181835" y="200754"/>
                  </a:lnTo>
                  <a:lnTo>
                    <a:pt x="2181857" y="200768"/>
                  </a:lnTo>
                  <a:lnTo>
                    <a:pt x="2182048" y="200932"/>
                  </a:lnTo>
                  <a:lnTo>
                    <a:pt x="2182133" y="201012"/>
                  </a:lnTo>
                  <a:lnTo>
                    <a:pt x="2182618" y="201270"/>
                  </a:lnTo>
                  <a:lnTo>
                    <a:pt x="2182665" y="201287"/>
                  </a:lnTo>
                  <a:lnTo>
                    <a:pt x="2183158" y="201457"/>
                  </a:lnTo>
                  <a:lnTo>
                    <a:pt x="2183304" y="201499"/>
                  </a:lnTo>
                  <a:lnTo>
                    <a:pt x="2183366" y="201518"/>
                  </a:lnTo>
                  <a:lnTo>
                    <a:pt x="2183406" y="201531"/>
                  </a:lnTo>
                  <a:lnTo>
                    <a:pt x="2183900" y="201729"/>
                  </a:lnTo>
                  <a:lnTo>
                    <a:pt x="2183961" y="201754"/>
                  </a:lnTo>
                  <a:lnTo>
                    <a:pt x="2184018" y="201783"/>
                  </a:lnTo>
                  <a:lnTo>
                    <a:pt x="2184061" y="201806"/>
                  </a:lnTo>
                  <a:lnTo>
                    <a:pt x="2184176" y="201868"/>
                  </a:lnTo>
                  <a:lnTo>
                    <a:pt x="2184314" y="201944"/>
                  </a:lnTo>
                  <a:lnTo>
                    <a:pt x="2184363" y="201972"/>
                  </a:lnTo>
                  <a:lnTo>
                    <a:pt x="2184439" y="202019"/>
                  </a:lnTo>
                  <a:lnTo>
                    <a:pt x="2184467" y="202035"/>
                  </a:lnTo>
                  <a:lnTo>
                    <a:pt x="2184841" y="202249"/>
                  </a:lnTo>
                  <a:lnTo>
                    <a:pt x="2184928" y="202300"/>
                  </a:lnTo>
                  <a:lnTo>
                    <a:pt x="2185017" y="202358"/>
                  </a:lnTo>
                  <a:lnTo>
                    <a:pt x="2185092" y="202408"/>
                  </a:lnTo>
                  <a:lnTo>
                    <a:pt x="2185219" y="202507"/>
                  </a:lnTo>
                  <a:lnTo>
                    <a:pt x="2185372" y="202626"/>
                  </a:lnTo>
                  <a:lnTo>
                    <a:pt x="2185438" y="202672"/>
                  </a:lnTo>
                  <a:lnTo>
                    <a:pt x="2185480" y="202697"/>
                  </a:lnTo>
                  <a:lnTo>
                    <a:pt x="2185588" y="202770"/>
                  </a:lnTo>
                  <a:lnTo>
                    <a:pt x="2185741" y="202890"/>
                  </a:lnTo>
                  <a:lnTo>
                    <a:pt x="2185828" y="202960"/>
                  </a:lnTo>
                  <a:lnTo>
                    <a:pt x="2185844" y="202973"/>
                  </a:lnTo>
                  <a:lnTo>
                    <a:pt x="2186002" y="203075"/>
                  </a:lnTo>
                  <a:lnTo>
                    <a:pt x="2186898" y="203701"/>
                  </a:lnTo>
                  <a:lnTo>
                    <a:pt x="2187336" y="203959"/>
                  </a:lnTo>
                  <a:lnTo>
                    <a:pt x="2187713" y="204251"/>
                  </a:lnTo>
                  <a:lnTo>
                    <a:pt x="2188099" y="204612"/>
                  </a:lnTo>
                  <a:lnTo>
                    <a:pt x="2188235" y="204801"/>
                  </a:lnTo>
                  <a:lnTo>
                    <a:pt x="2188558" y="205293"/>
                  </a:lnTo>
                  <a:lnTo>
                    <a:pt x="2188962" y="205685"/>
                  </a:lnTo>
                  <a:lnTo>
                    <a:pt x="2189110" y="205770"/>
                  </a:lnTo>
                  <a:lnTo>
                    <a:pt x="2189616" y="205869"/>
                  </a:lnTo>
                  <a:lnTo>
                    <a:pt x="2190453" y="205819"/>
                  </a:lnTo>
                  <a:lnTo>
                    <a:pt x="2190508" y="205815"/>
                  </a:lnTo>
                  <a:lnTo>
                    <a:pt x="2190570" y="205804"/>
                  </a:lnTo>
                  <a:lnTo>
                    <a:pt x="2190903" y="205739"/>
                  </a:lnTo>
                  <a:lnTo>
                    <a:pt x="2190961" y="205726"/>
                  </a:lnTo>
                  <a:lnTo>
                    <a:pt x="2191013" y="205714"/>
                  </a:lnTo>
                  <a:lnTo>
                    <a:pt x="2191114" y="205684"/>
                  </a:lnTo>
                  <a:lnTo>
                    <a:pt x="2191426" y="205580"/>
                  </a:lnTo>
                  <a:lnTo>
                    <a:pt x="2191511" y="205569"/>
                  </a:lnTo>
                  <a:lnTo>
                    <a:pt x="2192341" y="205243"/>
                  </a:lnTo>
                  <a:lnTo>
                    <a:pt x="2193354" y="204826"/>
                  </a:lnTo>
                  <a:lnTo>
                    <a:pt x="2194060" y="204576"/>
                  </a:lnTo>
                  <a:lnTo>
                    <a:pt x="2194963" y="204293"/>
                  </a:lnTo>
                  <a:lnTo>
                    <a:pt x="2195590" y="204096"/>
                  </a:lnTo>
                  <a:lnTo>
                    <a:pt x="2195913" y="204033"/>
                  </a:lnTo>
                  <a:lnTo>
                    <a:pt x="2196077" y="204001"/>
                  </a:lnTo>
                  <a:lnTo>
                    <a:pt x="2196203" y="203977"/>
                  </a:lnTo>
                  <a:lnTo>
                    <a:pt x="2196389" y="203945"/>
                  </a:lnTo>
                  <a:lnTo>
                    <a:pt x="2196570" y="203924"/>
                  </a:lnTo>
                  <a:lnTo>
                    <a:pt x="2196671" y="203917"/>
                  </a:lnTo>
                  <a:lnTo>
                    <a:pt x="2196765" y="203913"/>
                  </a:lnTo>
                  <a:lnTo>
                    <a:pt x="2196829" y="203910"/>
                  </a:lnTo>
                  <a:lnTo>
                    <a:pt x="2196920" y="203911"/>
                  </a:lnTo>
                  <a:lnTo>
                    <a:pt x="2197001" y="203917"/>
                  </a:lnTo>
                  <a:lnTo>
                    <a:pt x="2197064" y="203923"/>
                  </a:lnTo>
                  <a:lnTo>
                    <a:pt x="2197170" y="203934"/>
                  </a:lnTo>
                  <a:lnTo>
                    <a:pt x="2197472" y="203972"/>
                  </a:lnTo>
                  <a:lnTo>
                    <a:pt x="2197519" y="203979"/>
                  </a:lnTo>
                  <a:lnTo>
                    <a:pt x="2197582" y="203991"/>
                  </a:lnTo>
                  <a:lnTo>
                    <a:pt x="2197868" y="204066"/>
                  </a:lnTo>
                  <a:lnTo>
                    <a:pt x="2197943" y="204089"/>
                  </a:lnTo>
                  <a:lnTo>
                    <a:pt x="2197993" y="204107"/>
                  </a:lnTo>
                  <a:lnTo>
                    <a:pt x="2198032" y="204123"/>
                  </a:lnTo>
                  <a:lnTo>
                    <a:pt x="2198059" y="204136"/>
                  </a:lnTo>
                  <a:lnTo>
                    <a:pt x="2198083" y="204149"/>
                  </a:lnTo>
                  <a:lnTo>
                    <a:pt x="2198123" y="204174"/>
                  </a:lnTo>
                  <a:lnTo>
                    <a:pt x="2198161" y="204201"/>
                  </a:lnTo>
                  <a:lnTo>
                    <a:pt x="2198190" y="204226"/>
                  </a:lnTo>
                  <a:lnTo>
                    <a:pt x="2198226" y="204258"/>
                  </a:lnTo>
                  <a:lnTo>
                    <a:pt x="2198262" y="204292"/>
                  </a:lnTo>
                  <a:lnTo>
                    <a:pt x="2198290" y="204323"/>
                  </a:lnTo>
                  <a:lnTo>
                    <a:pt x="2198314" y="204349"/>
                  </a:lnTo>
                  <a:lnTo>
                    <a:pt x="2198347" y="204387"/>
                  </a:lnTo>
                  <a:lnTo>
                    <a:pt x="2198367" y="204411"/>
                  </a:lnTo>
                  <a:lnTo>
                    <a:pt x="2198392" y="204442"/>
                  </a:lnTo>
                  <a:lnTo>
                    <a:pt x="2198446" y="204513"/>
                  </a:lnTo>
                  <a:lnTo>
                    <a:pt x="2198511" y="204623"/>
                  </a:lnTo>
                  <a:lnTo>
                    <a:pt x="2198527" y="204651"/>
                  </a:lnTo>
                  <a:lnTo>
                    <a:pt x="2198545" y="204689"/>
                  </a:lnTo>
                  <a:lnTo>
                    <a:pt x="2198579" y="204763"/>
                  </a:lnTo>
                  <a:lnTo>
                    <a:pt x="2198598" y="204820"/>
                  </a:lnTo>
                  <a:lnTo>
                    <a:pt x="2198626" y="204876"/>
                  </a:lnTo>
                  <a:lnTo>
                    <a:pt x="2198675" y="204997"/>
                  </a:lnTo>
                  <a:lnTo>
                    <a:pt x="2198739" y="205168"/>
                  </a:lnTo>
                  <a:lnTo>
                    <a:pt x="2198751" y="205201"/>
                  </a:lnTo>
                  <a:lnTo>
                    <a:pt x="2198763" y="205236"/>
                  </a:lnTo>
                  <a:lnTo>
                    <a:pt x="2198774" y="205271"/>
                  </a:lnTo>
                  <a:lnTo>
                    <a:pt x="2198785" y="205320"/>
                  </a:lnTo>
                  <a:lnTo>
                    <a:pt x="2198804" y="205388"/>
                  </a:lnTo>
                  <a:lnTo>
                    <a:pt x="2198829" y="205470"/>
                  </a:lnTo>
                  <a:lnTo>
                    <a:pt x="2198856" y="205531"/>
                  </a:lnTo>
                  <a:lnTo>
                    <a:pt x="2198882" y="205588"/>
                  </a:lnTo>
                  <a:lnTo>
                    <a:pt x="2198899" y="205624"/>
                  </a:lnTo>
                  <a:lnTo>
                    <a:pt x="2198923" y="205662"/>
                  </a:lnTo>
                  <a:lnTo>
                    <a:pt x="2198955" y="205696"/>
                  </a:lnTo>
                  <a:lnTo>
                    <a:pt x="2198990" y="205730"/>
                  </a:lnTo>
                  <a:lnTo>
                    <a:pt x="2199028" y="205760"/>
                  </a:lnTo>
                  <a:lnTo>
                    <a:pt x="2199068" y="205790"/>
                  </a:lnTo>
                  <a:lnTo>
                    <a:pt x="2199119" y="205826"/>
                  </a:lnTo>
                  <a:lnTo>
                    <a:pt x="2199184" y="205864"/>
                  </a:lnTo>
                  <a:lnTo>
                    <a:pt x="2199423" y="206011"/>
                  </a:lnTo>
                  <a:lnTo>
                    <a:pt x="2199534" y="206067"/>
                  </a:lnTo>
                  <a:lnTo>
                    <a:pt x="2199685" y="206145"/>
                  </a:lnTo>
                  <a:lnTo>
                    <a:pt x="2199775" y="206183"/>
                  </a:lnTo>
                  <a:lnTo>
                    <a:pt x="2199816" y="206196"/>
                  </a:lnTo>
                  <a:lnTo>
                    <a:pt x="2199852" y="206205"/>
                  </a:lnTo>
                  <a:lnTo>
                    <a:pt x="2199902" y="206214"/>
                  </a:lnTo>
                  <a:lnTo>
                    <a:pt x="2199979" y="206222"/>
                  </a:lnTo>
                  <a:lnTo>
                    <a:pt x="2199994" y="206224"/>
                  </a:lnTo>
                  <a:lnTo>
                    <a:pt x="2200121" y="206237"/>
                  </a:lnTo>
                  <a:lnTo>
                    <a:pt x="2200606" y="206278"/>
                  </a:lnTo>
                  <a:lnTo>
                    <a:pt x="2200674" y="206283"/>
                  </a:lnTo>
                  <a:lnTo>
                    <a:pt x="2200754" y="206283"/>
                  </a:lnTo>
                  <a:lnTo>
                    <a:pt x="2200793" y="206282"/>
                  </a:lnTo>
                  <a:lnTo>
                    <a:pt x="2200861" y="206277"/>
                  </a:lnTo>
                  <a:lnTo>
                    <a:pt x="2200909" y="206273"/>
                  </a:lnTo>
                  <a:lnTo>
                    <a:pt x="2201039" y="206247"/>
                  </a:lnTo>
                  <a:lnTo>
                    <a:pt x="2201098" y="206234"/>
                  </a:lnTo>
                  <a:lnTo>
                    <a:pt x="2201188" y="206210"/>
                  </a:lnTo>
                  <a:lnTo>
                    <a:pt x="2201232" y="206196"/>
                  </a:lnTo>
                  <a:lnTo>
                    <a:pt x="2201409" y="206138"/>
                  </a:lnTo>
                  <a:lnTo>
                    <a:pt x="2201528" y="206096"/>
                  </a:lnTo>
                  <a:lnTo>
                    <a:pt x="2201695" y="206031"/>
                  </a:lnTo>
                  <a:lnTo>
                    <a:pt x="2201783" y="205991"/>
                  </a:lnTo>
                  <a:lnTo>
                    <a:pt x="2201846" y="205960"/>
                  </a:lnTo>
                  <a:lnTo>
                    <a:pt x="2201895" y="205936"/>
                  </a:lnTo>
                  <a:lnTo>
                    <a:pt x="2202038" y="205859"/>
                  </a:lnTo>
                  <a:lnTo>
                    <a:pt x="2202107" y="205821"/>
                  </a:lnTo>
                  <a:lnTo>
                    <a:pt x="2202153" y="205794"/>
                  </a:lnTo>
                  <a:lnTo>
                    <a:pt x="2202371" y="205657"/>
                  </a:lnTo>
                  <a:lnTo>
                    <a:pt x="2202466" y="205595"/>
                  </a:lnTo>
                  <a:lnTo>
                    <a:pt x="2202538" y="205545"/>
                  </a:lnTo>
                  <a:lnTo>
                    <a:pt x="2202622" y="205494"/>
                  </a:lnTo>
                  <a:lnTo>
                    <a:pt x="2202689" y="205458"/>
                  </a:lnTo>
                  <a:lnTo>
                    <a:pt x="2202733" y="205436"/>
                  </a:lnTo>
                  <a:lnTo>
                    <a:pt x="2202810" y="205406"/>
                  </a:lnTo>
                  <a:lnTo>
                    <a:pt x="2202910" y="205369"/>
                  </a:lnTo>
                  <a:lnTo>
                    <a:pt x="2203280" y="205208"/>
                  </a:lnTo>
                  <a:lnTo>
                    <a:pt x="2203363" y="205168"/>
                  </a:lnTo>
                  <a:lnTo>
                    <a:pt x="2203436" y="205132"/>
                  </a:lnTo>
                  <a:lnTo>
                    <a:pt x="2203532" y="205090"/>
                  </a:lnTo>
                  <a:lnTo>
                    <a:pt x="2203665" y="205032"/>
                  </a:lnTo>
                  <a:lnTo>
                    <a:pt x="2203707" y="205017"/>
                  </a:lnTo>
                  <a:lnTo>
                    <a:pt x="2203747" y="205006"/>
                  </a:lnTo>
                  <a:lnTo>
                    <a:pt x="2203807" y="204991"/>
                  </a:lnTo>
                  <a:lnTo>
                    <a:pt x="2203966" y="204960"/>
                  </a:lnTo>
                  <a:lnTo>
                    <a:pt x="2204019" y="204954"/>
                  </a:lnTo>
                  <a:lnTo>
                    <a:pt x="2204084" y="204949"/>
                  </a:lnTo>
                  <a:lnTo>
                    <a:pt x="2204170" y="204947"/>
                  </a:lnTo>
                  <a:lnTo>
                    <a:pt x="2204248" y="204952"/>
                  </a:lnTo>
                  <a:lnTo>
                    <a:pt x="2204325" y="204962"/>
                  </a:lnTo>
                  <a:lnTo>
                    <a:pt x="2204402" y="204975"/>
                  </a:lnTo>
                  <a:lnTo>
                    <a:pt x="2204509" y="205005"/>
                  </a:lnTo>
                  <a:lnTo>
                    <a:pt x="2204514" y="205006"/>
                  </a:lnTo>
                  <a:lnTo>
                    <a:pt x="2204594" y="205027"/>
                  </a:lnTo>
                  <a:lnTo>
                    <a:pt x="2204676" y="205028"/>
                  </a:lnTo>
                  <a:lnTo>
                    <a:pt x="2204795" y="205026"/>
                  </a:lnTo>
                  <a:lnTo>
                    <a:pt x="2204947" y="205023"/>
                  </a:lnTo>
                  <a:lnTo>
                    <a:pt x="2204991" y="205021"/>
                  </a:lnTo>
                  <a:lnTo>
                    <a:pt x="2205056" y="205014"/>
                  </a:lnTo>
                  <a:lnTo>
                    <a:pt x="2205116" y="205010"/>
                  </a:lnTo>
                  <a:lnTo>
                    <a:pt x="2205179" y="205010"/>
                  </a:lnTo>
                  <a:lnTo>
                    <a:pt x="2205408" y="205020"/>
                  </a:lnTo>
                  <a:lnTo>
                    <a:pt x="2205472" y="205025"/>
                  </a:lnTo>
                  <a:lnTo>
                    <a:pt x="2205525" y="205031"/>
                  </a:lnTo>
                  <a:lnTo>
                    <a:pt x="2205589" y="205042"/>
                  </a:lnTo>
                  <a:lnTo>
                    <a:pt x="2205658" y="205056"/>
                  </a:lnTo>
                  <a:lnTo>
                    <a:pt x="2205771" y="205083"/>
                  </a:lnTo>
                  <a:lnTo>
                    <a:pt x="2205861" y="205111"/>
                  </a:lnTo>
                  <a:lnTo>
                    <a:pt x="2205940" y="205137"/>
                  </a:lnTo>
                  <a:lnTo>
                    <a:pt x="2205986" y="205154"/>
                  </a:lnTo>
                  <a:lnTo>
                    <a:pt x="2206028" y="205171"/>
                  </a:lnTo>
                  <a:lnTo>
                    <a:pt x="2206121" y="205211"/>
                  </a:lnTo>
                  <a:lnTo>
                    <a:pt x="2206159" y="205230"/>
                  </a:lnTo>
                  <a:lnTo>
                    <a:pt x="2206228" y="205264"/>
                  </a:lnTo>
                  <a:lnTo>
                    <a:pt x="2206235" y="205268"/>
                  </a:lnTo>
                  <a:lnTo>
                    <a:pt x="2206248" y="205277"/>
                  </a:lnTo>
                  <a:lnTo>
                    <a:pt x="2206314" y="205328"/>
                  </a:lnTo>
                  <a:lnTo>
                    <a:pt x="2206373" y="205376"/>
                  </a:lnTo>
                  <a:lnTo>
                    <a:pt x="2206414" y="205411"/>
                  </a:lnTo>
                  <a:lnTo>
                    <a:pt x="2206467" y="205458"/>
                  </a:lnTo>
                  <a:lnTo>
                    <a:pt x="2206501" y="205500"/>
                  </a:lnTo>
                  <a:lnTo>
                    <a:pt x="2206523" y="205532"/>
                  </a:lnTo>
                  <a:lnTo>
                    <a:pt x="2206554" y="205586"/>
                  </a:lnTo>
                  <a:lnTo>
                    <a:pt x="2206576" y="205658"/>
                  </a:lnTo>
                  <a:lnTo>
                    <a:pt x="2206592" y="205711"/>
                  </a:lnTo>
                  <a:lnTo>
                    <a:pt x="2206598" y="205737"/>
                  </a:lnTo>
                  <a:lnTo>
                    <a:pt x="2206603" y="205777"/>
                  </a:lnTo>
                  <a:lnTo>
                    <a:pt x="2206602" y="205843"/>
                  </a:lnTo>
                  <a:lnTo>
                    <a:pt x="2206602" y="205851"/>
                  </a:lnTo>
                  <a:lnTo>
                    <a:pt x="2206600" y="205881"/>
                  </a:lnTo>
                  <a:lnTo>
                    <a:pt x="2206588" y="205963"/>
                  </a:lnTo>
                  <a:lnTo>
                    <a:pt x="2206573" y="206040"/>
                  </a:lnTo>
                  <a:lnTo>
                    <a:pt x="2206558" y="206097"/>
                  </a:lnTo>
                  <a:lnTo>
                    <a:pt x="2206556" y="206113"/>
                  </a:lnTo>
                  <a:lnTo>
                    <a:pt x="2206540" y="206186"/>
                  </a:lnTo>
                  <a:lnTo>
                    <a:pt x="2206516" y="206293"/>
                  </a:lnTo>
                  <a:lnTo>
                    <a:pt x="2206504" y="206331"/>
                  </a:lnTo>
                  <a:lnTo>
                    <a:pt x="2206489" y="206372"/>
                  </a:lnTo>
                  <a:lnTo>
                    <a:pt x="2206477" y="206403"/>
                  </a:lnTo>
                  <a:lnTo>
                    <a:pt x="2206428" y="206511"/>
                  </a:lnTo>
                  <a:lnTo>
                    <a:pt x="2206393" y="206571"/>
                  </a:lnTo>
                  <a:lnTo>
                    <a:pt x="2206370" y="206604"/>
                  </a:lnTo>
                  <a:lnTo>
                    <a:pt x="2206333" y="206655"/>
                  </a:lnTo>
                  <a:lnTo>
                    <a:pt x="2206305" y="206689"/>
                  </a:lnTo>
                  <a:lnTo>
                    <a:pt x="2206189" y="206799"/>
                  </a:lnTo>
                  <a:lnTo>
                    <a:pt x="2206152" y="206832"/>
                  </a:lnTo>
                  <a:lnTo>
                    <a:pt x="2206075" y="206894"/>
                  </a:lnTo>
                  <a:lnTo>
                    <a:pt x="2205931" y="206994"/>
                  </a:lnTo>
                  <a:lnTo>
                    <a:pt x="2205893" y="207019"/>
                  </a:lnTo>
                  <a:lnTo>
                    <a:pt x="2205873" y="207033"/>
                  </a:lnTo>
                  <a:lnTo>
                    <a:pt x="2205770" y="207104"/>
                  </a:lnTo>
                  <a:lnTo>
                    <a:pt x="2205735" y="207131"/>
                  </a:lnTo>
                  <a:lnTo>
                    <a:pt x="2205382" y="207411"/>
                  </a:lnTo>
                  <a:lnTo>
                    <a:pt x="2205285" y="207490"/>
                  </a:lnTo>
                  <a:lnTo>
                    <a:pt x="2205197" y="207577"/>
                  </a:lnTo>
                  <a:lnTo>
                    <a:pt x="2205122" y="207651"/>
                  </a:lnTo>
                  <a:lnTo>
                    <a:pt x="2205089" y="207687"/>
                  </a:lnTo>
                  <a:lnTo>
                    <a:pt x="2205045" y="207732"/>
                  </a:lnTo>
                  <a:lnTo>
                    <a:pt x="2204935" y="207845"/>
                  </a:lnTo>
                  <a:lnTo>
                    <a:pt x="2204812" y="207960"/>
                  </a:lnTo>
                  <a:lnTo>
                    <a:pt x="2204740" y="208022"/>
                  </a:lnTo>
                  <a:lnTo>
                    <a:pt x="2204712" y="208046"/>
                  </a:lnTo>
                  <a:lnTo>
                    <a:pt x="2204663" y="208089"/>
                  </a:lnTo>
                  <a:lnTo>
                    <a:pt x="2204553" y="208191"/>
                  </a:lnTo>
                  <a:lnTo>
                    <a:pt x="2204484" y="208257"/>
                  </a:lnTo>
                  <a:lnTo>
                    <a:pt x="2204393" y="208375"/>
                  </a:lnTo>
                  <a:lnTo>
                    <a:pt x="2204358" y="208423"/>
                  </a:lnTo>
                  <a:lnTo>
                    <a:pt x="2204322" y="208484"/>
                  </a:lnTo>
                  <a:lnTo>
                    <a:pt x="2204284" y="208538"/>
                  </a:lnTo>
                  <a:lnTo>
                    <a:pt x="2204159" y="208711"/>
                  </a:lnTo>
                  <a:lnTo>
                    <a:pt x="2204144" y="208729"/>
                  </a:lnTo>
                  <a:lnTo>
                    <a:pt x="2204105" y="208768"/>
                  </a:lnTo>
                  <a:lnTo>
                    <a:pt x="2204054" y="208805"/>
                  </a:lnTo>
                  <a:lnTo>
                    <a:pt x="2204008" y="208841"/>
                  </a:lnTo>
                  <a:lnTo>
                    <a:pt x="2203957" y="208884"/>
                  </a:lnTo>
                  <a:lnTo>
                    <a:pt x="2203917" y="208926"/>
                  </a:lnTo>
                  <a:lnTo>
                    <a:pt x="2203896" y="208954"/>
                  </a:lnTo>
                  <a:lnTo>
                    <a:pt x="2203808" y="209099"/>
                  </a:lnTo>
                  <a:lnTo>
                    <a:pt x="2203780" y="209151"/>
                  </a:lnTo>
                  <a:lnTo>
                    <a:pt x="2203758" y="209196"/>
                  </a:lnTo>
                  <a:lnTo>
                    <a:pt x="2203737" y="209241"/>
                  </a:lnTo>
                  <a:lnTo>
                    <a:pt x="2203709" y="209318"/>
                  </a:lnTo>
                  <a:lnTo>
                    <a:pt x="2203703" y="209357"/>
                  </a:lnTo>
                  <a:lnTo>
                    <a:pt x="2203699" y="209395"/>
                  </a:lnTo>
                  <a:lnTo>
                    <a:pt x="2203695" y="209433"/>
                  </a:lnTo>
                  <a:lnTo>
                    <a:pt x="2203692" y="209474"/>
                  </a:lnTo>
                  <a:lnTo>
                    <a:pt x="2203689" y="209510"/>
                  </a:lnTo>
                  <a:lnTo>
                    <a:pt x="2203674" y="209557"/>
                  </a:lnTo>
                  <a:lnTo>
                    <a:pt x="2203651" y="209614"/>
                  </a:lnTo>
                  <a:lnTo>
                    <a:pt x="2203636" y="209651"/>
                  </a:lnTo>
                  <a:lnTo>
                    <a:pt x="2203608" y="209730"/>
                  </a:lnTo>
                  <a:lnTo>
                    <a:pt x="2203466" y="210112"/>
                  </a:lnTo>
                  <a:lnTo>
                    <a:pt x="2203450" y="210151"/>
                  </a:lnTo>
                  <a:lnTo>
                    <a:pt x="2203413" y="210230"/>
                  </a:lnTo>
                  <a:lnTo>
                    <a:pt x="2203391" y="210271"/>
                  </a:lnTo>
                  <a:lnTo>
                    <a:pt x="2203303" y="210470"/>
                  </a:lnTo>
                  <a:lnTo>
                    <a:pt x="2203135" y="210787"/>
                  </a:lnTo>
                  <a:lnTo>
                    <a:pt x="2203130" y="210804"/>
                  </a:lnTo>
                  <a:lnTo>
                    <a:pt x="2203022" y="211005"/>
                  </a:lnTo>
                  <a:lnTo>
                    <a:pt x="2202893" y="211234"/>
                  </a:lnTo>
                  <a:lnTo>
                    <a:pt x="2202728" y="211638"/>
                  </a:lnTo>
                  <a:lnTo>
                    <a:pt x="2202583" y="211928"/>
                  </a:lnTo>
                  <a:lnTo>
                    <a:pt x="2202553" y="211967"/>
                  </a:lnTo>
                  <a:lnTo>
                    <a:pt x="2202510" y="212035"/>
                  </a:lnTo>
                  <a:lnTo>
                    <a:pt x="2202474" y="212112"/>
                  </a:lnTo>
                  <a:lnTo>
                    <a:pt x="2202442" y="212180"/>
                  </a:lnTo>
                  <a:lnTo>
                    <a:pt x="2202283" y="212600"/>
                  </a:lnTo>
                  <a:lnTo>
                    <a:pt x="2202276" y="212621"/>
                  </a:lnTo>
                  <a:lnTo>
                    <a:pt x="2202271" y="212641"/>
                  </a:lnTo>
                  <a:lnTo>
                    <a:pt x="2202267" y="212742"/>
                  </a:lnTo>
                  <a:lnTo>
                    <a:pt x="2202261" y="212771"/>
                  </a:lnTo>
                  <a:lnTo>
                    <a:pt x="2202250" y="212812"/>
                  </a:lnTo>
                  <a:lnTo>
                    <a:pt x="2202241" y="212845"/>
                  </a:lnTo>
                  <a:lnTo>
                    <a:pt x="2202228" y="212890"/>
                  </a:lnTo>
                  <a:lnTo>
                    <a:pt x="2202222" y="212906"/>
                  </a:lnTo>
                  <a:lnTo>
                    <a:pt x="2201968" y="213480"/>
                  </a:lnTo>
                  <a:lnTo>
                    <a:pt x="2201803" y="213829"/>
                  </a:lnTo>
                  <a:lnTo>
                    <a:pt x="2201791" y="213854"/>
                  </a:lnTo>
                  <a:lnTo>
                    <a:pt x="2201783" y="213872"/>
                  </a:lnTo>
                  <a:lnTo>
                    <a:pt x="2201751" y="213931"/>
                  </a:lnTo>
                  <a:lnTo>
                    <a:pt x="2201707" y="214003"/>
                  </a:lnTo>
                  <a:lnTo>
                    <a:pt x="2201579" y="214203"/>
                  </a:lnTo>
                  <a:lnTo>
                    <a:pt x="2201476" y="214356"/>
                  </a:lnTo>
                  <a:lnTo>
                    <a:pt x="2201331" y="214566"/>
                  </a:lnTo>
                  <a:lnTo>
                    <a:pt x="2201239" y="214704"/>
                  </a:lnTo>
                  <a:lnTo>
                    <a:pt x="2201180" y="214805"/>
                  </a:lnTo>
                  <a:lnTo>
                    <a:pt x="2201147" y="214869"/>
                  </a:lnTo>
                  <a:lnTo>
                    <a:pt x="2201106" y="214949"/>
                  </a:lnTo>
                  <a:lnTo>
                    <a:pt x="2201081" y="215005"/>
                  </a:lnTo>
                  <a:lnTo>
                    <a:pt x="2201020" y="215102"/>
                  </a:lnTo>
                  <a:lnTo>
                    <a:pt x="2200914" y="215240"/>
                  </a:lnTo>
                  <a:lnTo>
                    <a:pt x="2200842" y="215334"/>
                  </a:lnTo>
                  <a:lnTo>
                    <a:pt x="2200734" y="215462"/>
                  </a:lnTo>
                  <a:lnTo>
                    <a:pt x="2200534" y="215705"/>
                  </a:lnTo>
                  <a:lnTo>
                    <a:pt x="2200508" y="215748"/>
                  </a:lnTo>
                  <a:lnTo>
                    <a:pt x="2200481" y="215791"/>
                  </a:lnTo>
                  <a:lnTo>
                    <a:pt x="2200458" y="215834"/>
                  </a:lnTo>
                  <a:lnTo>
                    <a:pt x="2200398" y="215981"/>
                  </a:lnTo>
                  <a:lnTo>
                    <a:pt x="2200349" y="216124"/>
                  </a:lnTo>
                  <a:lnTo>
                    <a:pt x="2200338" y="216185"/>
                  </a:lnTo>
                  <a:lnTo>
                    <a:pt x="2200330" y="216234"/>
                  </a:lnTo>
                  <a:lnTo>
                    <a:pt x="2200324" y="216296"/>
                  </a:lnTo>
                  <a:lnTo>
                    <a:pt x="2200320" y="216413"/>
                  </a:lnTo>
                  <a:lnTo>
                    <a:pt x="2200319" y="216505"/>
                  </a:lnTo>
                  <a:lnTo>
                    <a:pt x="2200326" y="216590"/>
                  </a:lnTo>
                  <a:lnTo>
                    <a:pt x="2200335" y="216615"/>
                  </a:lnTo>
                  <a:lnTo>
                    <a:pt x="2200361" y="216679"/>
                  </a:lnTo>
                  <a:lnTo>
                    <a:pt x="2200378" y="216715"/>
                  </a:lnTo>
                  <a:lnTo>
                    <a:pt x="2200424" y="216803"/>
                  </a:lnTo>
                  <a:lnTo>
                    <a:pt x="2200443" y="216836"/>
                  </a:lnTo>
                  <a:lnTo>
                    <a:pt x="2200471" y="216873"/>
                  </a:lnTo>
                  <a:lnTo>
                    <a:pt x="2200493" y="216898"/>
                  </a:lnTo>
                  <a:lnTo>
                    <a:pt x="2200511" y="216919"/>
                  </a:lnTo>
                  <a:lnTo>
                    <a:pt x="2200519" y="216928"/>
                  </a:lnTo>
                  <a:lnTo>
                    <a:pt x="2200559" y="216967"/>
                  </a:lnTo>
                  <a:lnTo>
                    <a:pt x="2200607" y="217012"/>
                  </a:lnTo>
                  <a:lnTo>
                    <a:pt x="2200633" y="217039"/>
                  </a:lnTo>
                  <a:lnTo>
                    <a:pt x="2200670" y="217072"/>
                  </a:lnTo>
                  <a:lnTo>
                    <a:pt x="2200707" y="217096"/>
                  </a:lnTo>
                  <a:lnTo>
                    <a:pt x="2200760" y="217129"/>
                  </a:lnTo>
                  <a:lnTo>
                    <a:pt x="2200804" y="217154"/>
                  </a:lnTo>
                  <a:lnTo>
                    <a:pt x="2200854" y="217176"/>
                  </a:lnTo>
                  <a:lnTo>
                    <a:pt x="2200866" y="217179"/>
                  </a:lnTo>
                  <a:lnTo>
                    <a:pt x="2200966" y="217210"/>
                  </a:lnTo>
                  <a:lnTo>
                    <a:pt x="2201051" y="217227"/>
                  </a:lnTo>
                  <a:lnTo>
                    <a:pt x="2201102" y="217232"/>
                  </a:lnTo>
                  <a:lnTo>
                    <a:pt x="2201207" y="217241"/>
                  </a:lnTo>
                  <a:lnTo>
                    <a:pt x="2201353" y="217257"/>
                  </a:lnTo>
                  <a:lnTo>
                    <a:pt x="2201889" y="217338"/>
                  </a:lnTo>
                  <a:lnTo>
                    <a:pt x="2201981" y="217353"/>
                  </a:lnTo>
                  <a:lnTo>
                    <a:pt x="2202124" y="217378"/>
                  </a:lnTo>
                  <a:lnTo>
                    <a:pt x="2202254" y="217402"/>
                  </a:lnTo>
                  <a:lnTo>
                    <a:pt x="2202423" y="217438"/>
                  </a:lnTo>
                  <a:lnTo>
                    <a:pt x="2202545" y="217465"/>
                  </a:lnTo>
                  <a:lnTo>
                    <a:pt x="2202570" y="217471"/>
                  </a:lnTo>
                  <a:lnTo>
                    <a:pt x="2202730" y="217516"/>
                  </a:lnTo>
                  <a:lnTo>
                    <a:pt x="2202783" y="217533"/>
                  </a:lnTo>
                  <a:lnTo>
                    <a:pt x="2202889" y="217577"/>
                  </a:lnTo>
                  <a:lnTo>
                    <a:pt x="2202938" y="217600"/>
                  </a:lnTo>
                  <a:lnTo>
                    <a:pt x="2203038" y="217649"/>
                  </a:lnTo>
                  <a:lnTo>
                    <a:pt x="2203071" y="217668"/>
                  </a:lnTo>
                  <a:lnTo>
                    <a:pt x="2203122" y="217699"/>
                  </a:lnTo>
                  <a:lnTo>
                    <a:pt x="2203173" y="217733"/>
                  </a:lnTo>
                  <a:lnTo>
                    <a:pt x="2203193" y="217748"/>
                  </a:lnTo>
                  <a:lnTo>
                    <a:pt x="2203243" y="217785"/>
                  </a:lnTo>
                  <a:lnTo>
                    <a:pt x="2203273" y="217807"/>
                  </a:lnTo>
                  <a:lnTo>
                    <a:pt x="2203316" y="217840"/>
                  </a:lnTo>
                  <a:lnTo>
                    <a:pt x="2203349" y="217870"/>
                  </a:lnTo>
                  <a:lnTo>
                    <a:pt x="2203377" y="217896"/>
                  </a:lnTo>
                  <a:lnTo>
                    <a:pt x="2203416" y="217936"/>
                  </a:lnTo>
                  <a:lnTo>
                    <a:pt x="2203454" y="217977"/>
                  </a:lnTo>
                  <a:lnTo>
                    <a:pt x="2203471" y="218006"/>
                  </a:lnTo>
                  <a:lnTo>
                    <a:pt x="2203487" y="218034"/>
                  </a:lnTo>
                  <a:lnTo>
                    <a:pt x="2203524" y="218107"/>
                  </a:lnTo>
                  <a:lnTo>
                    <a:pt x="2203542" y="218149"/>
                  </a:lnTo>
                  <a:lnTo>
                    <a:pt x="2203585" y="218249"/>
                  </a:lnTo>
                  <a:lnTo>
                    <a:pt x="2203643" y="218388"/>
                  </a:lnTo>
                  <a:lnTo>
                    <a:pt x="2203679" y="218480"/>
                  </a:lnTo>
                  <a:lnTo>
                    <a:pt x="2203691" y="218541"/>
                  </a:lnTo>
                  <a:lnTo>
                    <a:pt x="2203694" y="218563"/>
                  </a:lnTo>
                  <a:lnTo>
                    <a:pt x="2203698" y="218604"/>
                  </a:lnTo>
                  <a:lnTo>
                    <a:pt x="2203698" y="218658"/>
                  </a:lnTo>
                  <a:lnTo>
                    <a:pt x="2203696" y="218702"/>
                  </a:lnTo>
                  <a:lnTo>
                    <a:pt x="2203694" y="218757"/>
                  </a:lnTo>
                  <a:lnTo>
                    <a:pt x="2203677" y="218857"/>
                  </a:lnTo>
                  <a:lnTo>
                    <a:pt x="2203671" y="218899"/>
                  </a:lnTo>
                  <a:lnTo>
                    <a:pt x="2203661" y="218939"/>
                  </a:lnTo>
                  <a:lnTo>
                    <a:pt x="2203654" y="218976"/>
                  </a:lnTo>
                  <a:lnTo>
                    <a:pt x="2203644" y="219014"/>
                  </a:lnTo>
                  <a:lnTo>
                    <a:pt x="2203633" y="219053"/>
                  </a:lnTo>
                  <a:lnTo>
                    <a:pt x="2203620" y="219098"/>
                  </a:lnTo>
                  <a:lnTo>
                    <a:pt x="2203606" y="219148"/>
                  </a:lnTo>
                  <a:lnTo>
                    <a:pt x="2203597" y="219177"/>
                  </a:lnTo>
                  <a:lnTo>
                    <a:pt x="2203595" y="219198"/>
                  </a:lnTo>
                  <a:lnTo>
                    <a:pt x="2203591" y="219239"/>
                  </a:lnTo>
                  <a:lnTo>
                    <a:pt x="2203585" y="219291"/>
                  </a:lnTo>
                  <a:lnTo>
                    <a:pt x="2203585" y="219337"/>
                  </a:lnTo>
                  <a:lnTo>
                    <a:pt x="2203587" y="219385"/>
                  </a:lnTo>
                  <a:lnTo>
                    <a:pt x="2203588" y="219429"/>
                  </a:lnTo>
                  <a:lnTo>
                    <a:pt x="2203589" y="219466"/>
                  </a:lnTo>
                  <a:lnTo>
                    <a:pt x="2203592" y="219522"/>
                  </a:lnTo>
                  <a:lnTo>
                    <a:pt x="2203595" y="219556"/>
                  </a:lnTo>
                  <a:lnTo>
                    <a:pt x="2203597" y="219586"/>
                  </a:lnTo>
                  <a:lnTo>
                    <a:pt x="2203601" y="219608"/>
                  </a:lnTo>
                  <a:lnTo>
                    <a:pt x="2203602" y="219618"/>
                  </a:lnTo>
                  <a:lnTo>
                    <a:pt x="2203598" y="219717"/>
                  </a:lnTo>
                  <a:lnTo>
                    <a:pt x="2203597" y="219781"/>
                  </a:lnTo>
                  <a:lnTo>
                    <a:pt x="2203604" y="219812"/>
                  </a:lnTo>
                  <a:lnTo>
                    <a:pt x="2203607" y="219828"/>
                  </a:lnTo>
                  <a:lnTo>
                    <a:pt x="2203625" y="219861"/>
                  </a:lnTo>
                  <a:lnTo>
                    <a:pt x="2203641" y="219892"/>
                  </a:lnTo>
                  <a:lnTo>
                    <a:pt x="2203643" y="219917"/>
                  </a:lnTo>
                  <a:lnTo>
                    <a:pt x="2203647" y="220090"/>
                  </a:lnTo>
                  <a:lnTo>
                    <a:pt x="2203645" y="220183"/>
                  </a:lnTo>
                  <a:lnTo>
                    <a:pt x="2203636" y="220233"/>
                  </a:lnTo>
                  <a:lnTo>
                    <a:pt x="2203630" y="220322"/>
                  </a:lnTo>
                  <a:lnTo>
                    <a:pt x="2203627" y="220542"/>
                  </a:lnTo>
                  <a:lnTo>
                    <a:pt x="2203626" y="220936"/>
                  </a:lnTo>
                  <a:lnTo>
                    <a:pt x="2203630" y="221081"/>
                  </a:lnTo>
                  <a:lnTo>
                    <a:pt x="2203632" y="221119"/>
                  </a:lnTo>
                  <a:lnTo>
                    <a:pt x="2203638" y="221162"/>
                  </a:lnTo>
                  <a:lnTo>
                    <a:pt x="2203644" y="221195"/>
                  </a:lnTo>
                  <a:lnTo>
                    <a:pt x="2203675" y="221339"/>
                  </a:lnTo>
                  <a:lnTo>
                    <a:pt x="2203693" y="221389"/>
                  </a:lnTo>
                  <a:lnTo>
                    <a:pt x="2203718" y="221462"/>
                  </a:lnTo>
                  <a:lnTo>
                    <a:pt x="2203734" y="221500"/>
                  </a:lnTo>
                  <a:lnTo>
                    <a:pt x="2203847" y="221695"/>
                  </a:lnTo>
                  <a:lnTo>
                    <a:pt x="2203892" y="221769"/>
                  </a:lnTo>
                  <a:lnTo>
                    <a:pt x="2203937" y="221825"/>
                  </a:lnTo>
                  <a:lnTo>
                    <a:pt x="2203989" y="221899"/>
                  </a:lnTo>
                  <a:lnTo>
                    <a:pt x="2204007" y="221929"/>
                  </a:lnTo>
                  <a:lnTo>
                    <a:pt x="2204019" y="221952"/>
                  </a:lnTo>
                  <a:lnTo>
                    <a:pt x="2204028" y="221969"/>
                  </a:lnTo>
                  <a:lnTo>
                    <a:pt x="2204033" y="221980"/>
                  </a:lnTo>
                  <a:lnTo>
                    <a:pt x="2204050" y="222013"/>
                  </a:lnTo>
                  <a:lnTo>
                    <a:pt x="2204069" y="222040"/>
                  </a:lnTo>
                  <a:lnTo>
                    <a:pt x="2204099" y="222077"/>
                  </a:lnTo>
                  <a:lnTo>
                    <a:pt x="2204119" y="222101"/>
                  </a:lnTo>
                  <a:lnTo>
                    <a:pt x="2204138" y="222123"/>
                  </a:lnTo>
                  <a:lnTo>
                    <a:pt x="2204173" y="222151"/>
                  </a:lnTo>
                  <a:lnTo>
                    <a:pt x="2204202" y="222169"/>
                  </a:lnTo>
                  <a:lnTo>
                    <a:pt x="2204239" y="222184"/>
                  </a:lnTo>
                  <a:lnTo>
                    <a:pt x="2204274" y="222196"/>
                  </a:lnTo>
                  <a:lnTo>
                    <a:pt x="2204307" y="222214"/>
                  </a:lnTo>
                  <a:lnTo>
                    <a:pt x="2204375" y="222236"/>
                  </a:lnTo>
                  <a:lnTo>
                    <a:pt x="2204430" y="222254"/>
                  </a:lnTo>
                  <a:lnTo>
                    <a:pt x="2204503" y="222271"/>
                  </a:lnTo>
                  <a:lnTo>
                    <a:pt x="2204580" y="222283"/>
                  </a:lnTo>
                  <a:lnTo>
                    <a:pt x="2204658" y="222294"/>
                  </a:lnTo>
                  <a:lnTo>
                    <a:pt x="2204712" y="222299"/>
                  </a:lnTo>
                  <a:lnTo>
                    <a:pt x="2204772" y="222299"/>
                  </a:lnTo>
                  <a:lnTo>
                    <a:pt x="2204832" y="222298"/>
                  </a:lnTo>
                  <a:lnTo>
                    <a:pt x="2204854" y="222298"/>
                  </a:lnTo>
                  <a:lnTo>
                    <a:pt x="2204900" y="222294"/>
                  </a:lnTo>
                  <a:lnTo>
                    <a:pt x="2204984" y="222286"/>
                  </a:lnTo>
                  <a:lnTo>
                    <a:pt x="2205087" y="222275"/>
                  </a:lnTo>
                  <a:lnTo>
                    <a:pt x="2205182" y="222264"/>
                  </a:lnTo>
                  <a:lnTo>
                    <a:pt x="2205272" y="222256"/>
                  </a:lnTo>
                  <a:lnTo>
                    <a:pt x="2205323" y="222248"/>
                  </a:lnTo>
                  <a:lnTo>
                    <a:pt x="2205363" y="222244"/>
                  </a:lnTo>
                  <a:lnTo>
                    <a:pt x="2205447" y="222227"/>
                  </a:lnTo>
                  <a:lnTo>
                    <a:pt x="2205556" y="222200"/>
                  </a:lnTo>
                  <a:lnTo>
                    <a:pt x="2205637" y="222177"/>
                  </a:lnTo>
                  <a:lnTo>
                    <a:pt x="2205805" y="222129"/>
                  </a:lnTo>
                  <a:lnTo>
                    <a:pt x="2205903" y="222096"/>
                  </a:lnTo>
                  <a:lnTo>
                    <a:pt x="2205986" y="222064"/>
                  </a:lnTo>
                  <a:lnTo>
                    <a:pt x="2206058" y="222037"/>
                  </a:lnTo>
                  <a:lnTo>
                    <a:pt x="2206088" y="222023"/>
                  </a:lnTo>
                  <a:lnTo>
                    <a:pt x="2206150" y="221989"/>
                  </a:lnTo>
                  <a:lnTo>
                    <a:pt x="2206187" y="221966"/>
                  </a:lnTo>
                  <a:lnTo>
                    <a:pt x="2206267" y="221915"/>
                  </a:lnTo>
                  <a:lnTo>
                    <a:pt x="2206357" y="221860"/>
                  </a:lnTo>
                  <a:lnTo>
                    <a:pt x="2206456" y="221800"/>
                  </a:lnTo>
                  <a:lnTo>
                    <a:pt x="2206525" y="221762"/>
                  </a:lnTo>
                  <a:lnTo>
                    <a:pt x="2206585" y="221742"/>
                  </a:lnTo>
                  <a:lnTo>
                    <a:pt x="2206656" y="221700"/>
                  </a:lnTo>
                  <a:lnTo>
                    <a:pt x="2206684" y="221682"/>
                  </a:lnTo>
                  <a:lnTo>
                    <a:pt x="2206795" y="221619"/>
                  </a:lnTo>
                  <a:lnTo>
                    <a:pt x="2206826" y="221601"/>
                  </a:lnTo>
                  <a:lnTo>
                    <a:pt x="2206886" y="221568"/>
                  </a:lnTo>
                  <a:lnTo>
                    <a:pt x="2206958" y="221528"/>
                  </a:lnTo>
                  <a:lnTo>
                    <a:pt x="2207026" y="221496"/>
                  </a:lnTo>
                  <a:lnTo>
                    <a:pt x="2207098" y="221464"/>
                  </a:lnTo>
                  <a:lnTo>
                    <a:pt x="2207133" y="221452"/>
                  </a:lnTo>
                  <a:lnTo>
                    <a:pt x="2207180" y="221427"/>
                  </a:lnTo>
                  <a:lnTo>
                    <a:pt x="2207227" y="221402"/>
                  </a:lnTo>
                  <a:lnTo>
                    <a:pt x="2207281" y="221366"/>
                  </a:lnTo>
                  <a:lnTo>
                    <a:pt x="2207330" y="221329"/>
                  </a:lnTo>
                  <a:lnTo>
                    <a:pt x="2207389" y="221291"/>
                  </a:lnTo>
                  <a:lnTo>
                    <a:pt x="2207394" y="221288"/>
                  </a:lnTo>
                  <a:lnTo>
                    <a:pt x="2207458" y="221243"/>
                  </a:lnTo>
                  <a:lnTo>
                    <a:pt x="2207549" y="221181"/>
                  </a:lnTo>
                  <a:lnTo>
                    <a:pt x="2207589" y="221158"/>
                  </a:lnTo>
                  <a:lnTo>
                    <a:pt x="2207625" y="221133"/>
                  </a:lnTo>
                  <a:lnTo>
                    <a:pt x="2207709" y="221087"/>
                  </a:lnTo>
                  <a:lnTo>
                    <a:pt x="2207769" y="221059"/>
                  </a:lnTo>
                  <a:lnTo>
                    <a:pt x="2207811" y="221038"/>
                  </a:lnTo>
                  <a:lnTo>
                    <a:pt x="2207848" y="221028"/>
                  </a:lnTo>
                  <a:lnTo>
                    <a:pt x="2207891" y="221014"/>
                  </a:lnTo>
                  <a:lnTo>
                    <a:pt x="2207921" y="221006"/>
                  </a:lnTo>
                  <a:lnTo>
                    <a:pt x="2207960" y="220998"/>
                  </a:lnTo>
                  <a:lnTo>
                    <a:pt x="2207991" y="220994"/>
                  </a:lnTo>
                  <a:lnTo>
                    <a:pt x="2208023" y="220987"/>
                  </a:lnTo>
                  <a:lnTo>
                    <a:pt x="2208075" y="220981"/>
                  </a:lnTo>
                  <a:lnTo>
                    <a:pt x="2208129" y="220982"/>
                  </a:lnTo>
                  <a:lnTo>
                    <a:pt x="2208206" y="220987"/>
                  </a:lnTo>
                  <a:lnTo>
                    <a:pt x="2208300" y="220998"/>
                  </a:lnTo>
                  <a:lnTo>
                    <a:pt x="2208352" y="221011"/>
                  </a:lnTo>
                  <a:lnTo>
                    <a:pt x="2208407" y="221025"/>
                  </a:lnTo>
                  <a:lnTo>
                    <a:pt x="2208466" y="221041"/>
                  </a:lnTo>
                  <a:lnTo>
                    <a:pt x="2208533" y="221061"/>
                  </a:lnTo>
                  <a:lnTo>
                    <a:pt x="2208580" y="221078"/>
                  </a:lnTo>
                  <a:lnTo>
                    <a:pt x="2208617" y="221095"/>
                  </a:lnTo>
                  <a:lnTo>
                    <a:pt x="2208663" y="221119"/>
                  </a:lnTo>
                  <a:lnTo>
                    <a:pt x="2208704" y="221141"/>
                  </a:lnTo>
                  <a:lnTo>
                    <a:pt x="2208807" y="221200"/>
                  </a:lnTo>
                  <a:lnTo>
                    <a:pt x="2208838" y="221220"/>
                  </a:lnTo>
                  <a:lnTo>
                    <a:pt x="2208876" y="221248"/>
                  </a:lnTo>
                  <a:lnTo>
                    <a:pt x="2208921" y="221282"/>
                  </a:lnTo>
                  <a:lnTo>
                    <a:pt x="2208951" y="221308"/>
                  </a:lnTo>
                  <a:lnTo>
                    <a:pt x="2209064" y="221412"/>
                  </a:lnTo>
                  <a:lnTo>
                    <a:pt x="2209200" y="221545"/>
                  </a:lnTo>
                  <a:lnTo>
                    <a:pt x="2209267" y="221607"/>
                  </a:lnTo>
                  <a:lnTo>
                    <a:pt x="2209291" y="221632"/>
                  </a:lnTo>
                  <a:lnTo>
                    <a:pt x="2209317" y="221659"/>
                  </a:lnTo>
                  <a:lnTo>
                    <a:pt x="2209370" y="221722"/>
                  </a:lnTo>
                  <a:lnTo>
                    <a:pt x="2209492" y="221888"/>
                  </a:lnTo>
                  <a:lnTo>
                    <a:pt x="2209557" y="221985"/>
                  </a:lnTo>
                  <a:lnTo>
                    <a:pt x="2209572" y="222014"/>
                  </a:lnTo>
                  <a:lnTo>
                    <a:pt x="2209611" y="222102"/>
                  </a:lnTo>
                  <a:lnTo>
                    <a:pt x="2209667" y="222231"/>
                  </a:lnTo>
                  <a:lnTo>
                    <a:pt x="2209691" y="222307"/>
                  </a:lnTo>
                  <a:lnTo>
                    <a:pt x="2209695" y="222334"/>
                  </a:lnTo>
                  <a:lnTo>
                    <a:pt x="2209695" y="222364"/>
                  </a:lnTo>
                  <a:lnTo>
                    <a:pt x="2209689" y="222418"/>
                  </a:lnTo>
                  <a:lnTo>
                    <a:pt x="2209682" y="222463"/>
                  </a:lnTo>
                  <a:lnTo>
                    <a:pt x="2209678" y="222488"/>
                  </a:lnTo>
                  <a:lnTo>
                    <a:pt x="2209649" y="222573"/>
                  </a:lnTo>
                  <a:lnTo>
                    <a:pt x="2209629" y="222629"/>
                  </a:lnTo>
                  <a:lnTo>
                    <a:pt x="2209621" y="222654"/>
                  </a:lnTo>
                  <a:lnTo>
                    <a:pt x="2209607" y="222686"/>
                  </a:lnTo>
                  <a:lnTo>
                    <a:pt x="2209575" y="222757"/>
                  </a:lnTo>
                  <a:lnTo>
                    <a:pt x="2209548" y="222814"/>
                  </a:lnTo>
                  <a:lnTo>
                    <a:pt x="2209498" y="222881"/>
                  </a:lnTo>
                  <a:lnTo>
                    <a:pt x="2209449" y="222946"/>
                  </a:lnTo>
                  <a:lnTo>
                    <a:pt x="2209351" y="223073"/>
                  </a:lnTo>
                  <a:lnTo>
                    <a:pt x="2209180" y="223256"/>
                  </a:lnTo>
                  <a:lnTo>
                    <a:pt x="2209095" y="223342"/>
                  </a:lnTo>
                  <a:lnTo>
                    <a:pt x="2209069" y="223363"/>
                  </a:lnTo>
                  <a:lnTo>
                    <a:pt x="2209024" y="223400"/>
                  </a:lnTo>
                  <a:lnTo>
                    <a:pt x="2208890" y="223525"/>
                  </a:lnTo>
                  <a:lnTo>
                    <a:pt x="2208697" y="223716"/>
                  </a:lnTo>
                  <a:lnTo>
                    <a:pt x="2208661" y="223752"/>
                  </a:lnTo>
                  <a:lnTo>
                    <a:pt x="2208632" y="223785"/>
                  </a:lnTo>
                  <a:lnTo>
                    <a:pt x="2208614" y="223812"/>
                  </a:lnTo>
                  <a:lnTo>
                    <a:pt x="2208592" y="223848"/>
                  </a:lnTo>
                  <a:lnTo>
                    <a:pt x="2208519" y="223970"/>
                  </a:lnTo>
                  <a:lnTo>
                    <a:pt x="2208478" y="224031"/>
                  </a:lnTo>
                  <a:lnTo>
                    <a:pt x="2208439" y="224094"/>
                  </a:lnTo>
                  <a:lnTo>
                    <a:pt x="2208353" y="224261"/>
                  </a:lnTo>
                  <a:lnTo>
                    <a:pt x="2208333" y="224303"/>
                  </a:lnTo>
                  <a:lnTo>
                    <a:pt x="2208329" y="224330"/>
                  </a:lnTo>
                  <a:lnTo>
                    <a:pt x="2208323" y="224465"/>
                  </a:lnTo>
                  <a:lnTo>
                    <a:pt x="2208323" y="224529"/>
                  </a:lnTo>
                  <a:lnTo>
                    <a:pt x="2208332" y="224581"/>
                  </a:lnTo>
                  <a:lnTo>
                    <a:pt x="2208341" y="224620"/>
                  </a:lnTo>
                  <a:lnTo>
                    <a:pt x="2208351" y="224645"/>
                  </a:lnTo>
                  <a:lnTo>
                    <a:pt x="2208461" y="224862"/>
                  </a:lnTo>
                  <a:lnTo>
                    <a:pt x="2208471" y="224880"/>
                  </a:lnTo>
                  <a:lnTo>
                    <a:pt x="2208594" y="225096"/>
                  </a:lnTo>
                  <a:lnTo>
                    <a:pt x="2208619" y="225141"/>
                  </a:lnTo>
                  <a:lnTo>
                    <a:pt x="2208675" y="225209"/>
                  </a:lnTo>
                  <a:lnTo>
                    <a:pt x="2208696" y="225232"/>
                  </a:lnTo>
                  <a:lnTo>
                    <a:pt x="2208769" y="225338"/>
                  </a:lnTo>
                  <a:lnTo>
                    <a:pt x="2208806" y="225397"/>
                  </a:lnTo>
                  <a:lnTo>
                    <a:pt x="2208846" y="225463"/>
                  </a:lnTo>
                  <a:lnTo>
                    <a:pt x="2208886" y="225531"/>
                  </a:lnTo>
                  <a:lnTo>
                    <a:pt x="2208898" y="225557"/>
                  </a:lnTo>
                  <a:lnTo>
                    <a:pt x="2208933" y="225639"/>
                  </a:lnTo>
                  <a:lnTo>
                    <a:pt x="2208942" y="225660"/>
                  </a:lnTo>
                  <a:lnTo>
                    <a:pt x="2208987" y="225810"/>
                  </a:lnTo>
                  <a:lnTo>
                    <a:pt x="2209030" y="225919"/>
                  </a:lnTo>
                  <a:lnTo>
                    <a:pt x="2209121" y="226095"/>
                  </a:lnTo>
                  <a:lnTo>
                    <a:pt x="2209181" y="226180"/>
                  </a:lnTo>
                  <a:lnTo>
                    <a:pt x="2209247" y="226279"/>
                  </a:lnTo>
                  <a:lnTo>
                    <a:pt x="2209268" y="226314"/>
                  </a:lnTo>
                  <a:lnTo>
                    <a:pt x="2209281" y="226336"/>
                  </a:lnTo>
                  <a:lnTo>
                    <a:pt x="2209320" y="226406"/>
                  </a:lnTo>
                  <a:lnTo>
                    <a:pt x="2209356" y="226473"/>
                  </a:lnTo>
                  <a:lnTo>
                    <a:pt x="2209390" y="226537"/>
                  </a:lnTo>
                  <a:lnTo>
                    <a:pt x="2209434" y="226630"/>
                  </a:lnTo>
                  <a:lnTo>
                    <a:pt x="2209456" y="226686"/>
                  </a:lnTo>
                  <a:lnTo>
                    <a:pt x="2209514" y="226833"/>
                  </a:lnTo>
                  <a:lnTo>
                    <a:pt x="2209559" y="226953"/>
                  </a:lnTo>
                  <a:lnTo>
                    <a:pt x="2209596" y="227065"/>
                  </a:lnTo>
                  <a:lnTo>
                    <a:pt x="2209622" y="227152"/>
                  </a:lnTo>
                  <a:lnTo>
                    <a:pt x="2209635" y="227197"/>
                  </a:lnTo>
                  <a:lnTo>
                    <a:pt x="2209649" y="227265"/>
                  </a:lnTo>
                  <a:lnTo>
                    <a:pt x="2209655" y="227323"/>
                  </a:lnTo>
                  <a:lnTo>
                    <a:pt x="2209656" y="227345"/>
                  </a:lnTo>
                  <a:lnTo>
                    <a:pt x="2209659" y="227395"/>
                  </a:lnTo>
                  <a:lnTo>
                    <a:pt x="2209656" y="227488"/>
                  </a:lnTo>
                  <a:lnTo>
                    <a:pt x="2209653" y="227520"/>
                  </a:lnTo>
                  <a:lnTo>
                    <a:pt x="2209649" y="227555"/>
                  </a:lnTo>
                  <a:lnTo>
                    <a:pt x="2209647" y="227579"/>
                  </a:lnTo>
                  <a:lnTo>
                    <a:pt x="2209645" y="227624"/>
                  </a:lnTo>
                  <a:lnTo>
                    <a:pt x="2209646" y="227659"/>
                  </a:lnTo>
                  <a:lnTo>
                    <a:pt x="2209664" y="227725"/>
                  </a:lnTo>
                  <a:lnTo>
                    <a:pt x="2209675" y="227754"/>
                  </a:lnTo>
                  <a:lnTo>
                    <a:pt x="2209687" y="227777"/>
                  </a:lnTo>
                  <a:lnTo>
                    <a:pt x="2209761" y="227904"/>
                  </a:lnTo>
                  <a:lnTo>
                    <a:pt x="2209782" y="227935"/>
                  </a:lnTo>
                  <a:lnTo>
                    <a:pt x="2209822" y="227985"/>
                  </a:lnTo>
                  <a:lnTo>
                    <a:pt x="2209846" y="228007"/>
                  </a:lnTo>
                  <a:lnTo>
                    <a:pt x="2209874" y="228031"/>
                  </a:lnTo>
                  <a:lnTo>
                    <a:pt x="2210017" y="228151"/>
                  </a:lnTo>
                  <a:lnTo>
                    <a:pt x="2210045" y="228170"/>
                  </a:lnTo>
                  <a:lnTo>
                    <a:pt x="2210097" y="228205"/>
                  </a:lnTo>
                  <a:lnTo>
                    <a:pt x="2210119" y="228220"/>
                  </a:lnTo>
                  <a:lnTo>
                    <a:pt x="2210160" y="228245"/>
                  </a:lnTo>
                  <a:lnTo>
                    <a:pt x="2210191" y="228262"/>
                  </a:lnTo>
                  <a:lnTo>
                    <a:pt x="2210226" y="228278"/>
                  </a:lnTo>
                  <a:lnTo>
                    <a:pt x="2210266" y="228290"/>
                  </a:lnTo>
                  <a:lnTo>
                    <a:pt x="2210323" y="228303"/>
                  </a:lnTo>
                  <a:lnTo>
                    <a:pt x="2210361" y="228308"/>
                  </a:lnTo>
                  <a:lnTo>
                    <a:pt x="2210434" y="228313"/>
                  </a:lnTo>
                  <a:lnTo>
                    <a:pt x="2210484" y="228317"/>
                  </a:lnTo>
                  <a:lnTo>
                    <a:pt x="2210584" y="228324"/>
                  </a:lnTo>
                  <a:lnTo>
                    <a:pt x="2210643" y="228332"/>
                  </a:lnTo>
                  <a:lnTo>
                    <a:pt x="2210738" y="228347"/>
                  </a:lnTo>
                  <a:lnTo>
                    <a:pt x="2210802" y="228355"/>
                  </a:lnTo>
                  <a:lnTo>
                    <a:pt x="2210884" y="228372"/>
                  </a:lnTo>
                  <a:lnTo>
                    <a:pt x="2210960" y="228387"/>
                  </a:lnTo>
                  <a:lnTo>
                    <a:pt x="2211051" y="228408"/>
                  </a:lnTo>
                  <a:lnTo>
                    <a:pt x="2211074" y="228416"/>
                  </a:lnTo>
                  <a:lnTo>
                    <a:pt x="2211121" y="228431"/>
                  </a:lnTo>
                  <a:lnTo>
                    <a:pt x="2211177" y="228454"/>
                  </a:lnTo>
                  <a:lnTo>
                    <a:pt x="2211227" y="228477"/>
                  </a:lnTo>
                  <a:lnTo>
                    <a:pt x="2211271" y="228497"/>
                  </a:lnTo>
                  <a:lnTo>
                    <a:pt x="2211329" y="228531"/>
                  </a:lnTo>
                  <a:lnTo>
                    <a:pt x="2211382" y="228560"/>
                  </a:lnTo>
                  <a:lnTo>
                    <a:pt x="2211435" y="228595"/>
                  </a:lnTo>
                  <a:lnTo>
                    <a:pt x="2211476" y="228624"/>
                  </a:lnTo>
                  <a:lnTo>
                    <a:pt x="2211508" y="228646"/>
                  </a:lnTo>
                  <a:lnTo>
                    <a:pt x="2211528" y="228660"/>
                  </a:lnTo>
                  <a:lnTo>
                    <a:pt x="2211570" y="228698"/>
                  </a:lnTo>
                  <a:lnTo>
                    <a:pt x="2211610" y="228738"/>
                  </a:lnTo>
                  <a:lnTo>
                    <a:pt x="2211661" y="228806"/>
                  </a:lnTo>
                  <a:lnTo>
                    <a:pt x="2211686" y="228851"/>
                  </a:lnTo>
                  <a:lnTo>
                    <a:pt x="2211710" y="228898"/>
                  </a:lnTo>
                  <a:lnTo>
                    <a:pt x="2211737" y="228956"/>
                  </a:lnTo>
                  <a:lnTo>
                    <a:pt x="2211764" y="229050"/>
                  </a:lnTo>
                  <a:lnTo>
                    <a:pt x="2211773" y="229095"/>
                  </a:lnTo>
                  <a:lnTo>
                    <a:pt x="2211780" y="229158"/>
                  </a:lnTo>
                  <a:lnTo>
                    <a:pt x="2211781" y="229268"/>
                  </a:lnTo>
                  <a:lnTo>
                    <a:pt x="2211780" y="229317"/>
                  </a:lnTo>
                  <a:lnTo>
                    <a:pt x="2211766" y="229543"/>
                  </a:lnTo>
                  <a:lnTo>
                    <a:pt x="2211765" y="229581"/>
                  </a:lnTo>
                  <a:lnTo>
                    <a:pt x="2211767" y="229620"/>
                  </a:lnTo>
                  <a:lnTo>
                    <a:pt x="2211773" y="229652"/>
                  </a:lnTo>
                  <a:lnTo>
                    <a:pt x="2211784" y="229689"/>
                  </a:lnTo>
                  <a:lnTo>
                    <a:pt x="2211802" y="229731"/>
                  </a:lnTo>
                  <a:lnTo>
                    <a:pt x="2211818" y="229766"/>
                  </a:lnTo>
                  <a:lnTo>
                    <a:pt x="2211842" y="229800"/>
                  </a:lnTo>
                  <a:lnTo>
                    <a:pt x="2211860" y="229822"/>
                  </a:lnTo>
                  <a:lnTo>
                    <a:pt x="2211893" y="229856"/>
                  </a:lnTo>
                  <a:lnTo>
                    <a:pt x="2211936" y="229890"/>
                  </a:lnTo>
                  <a:lnTo>
                    <a:pt x="2212034" y="229961"/>
                  </a:lnTo>
                  <a:lnTo>
                    <a:pt x="2212107" y="230013"/>
                  </a:lnTo>
                  <a:lnTo>
                    <a:pt x="2212201" y="230083"/>
                  </a:lnTo>
                  <a:lnTo>
                    <a:pt x="2212238" y="230115"/>
                  </a:lnTo>
                  <a:lnTo>
                    <a:pt x="2212273" y="230146"/>
                  </a:lnTo>
                  <a:lnTo>
                    <a:pt x="2212291" y="230166"/>
                  </a:lnTo>
                  <a:lnTo>
                    <a:pt x="2212309" y="230190"/>
                  </a:lnTo>
                  <a:lnTo>
                    <a:pt x="2212329" y="230216"/>
                  </a:lnTo>
                  <a:lnTo>
                    <a:pt x="2212346" y="230245"/>
                  </a:lnTo>
                  <a:lnTo>
                    <a:pt x="2212371" y="230297"/>
                  </a:lnTo>
                  <a:lnTo>
                    <a:pt x="2212380" y="230328"/>
                  </a:lnTo>
                  <a:lnTo>
                    <a:pt x="2212386" y="230367"/>
                  </a:lnTo>
                  <a:lnTo>
                    <a:pt x="2212384" y="230480"/>
                  </a:lnTo>
                  <a:lnTo>
                    <a:pt x="2212382" y="230511"/>
                  </a:lnTo>
                  <a:lnTo>
                    <a:pt x="2212370" y="230559"/>
                  </a:lnTo>
                  <a:lnTo>
                    <a:pt x="2212341" y="230624"/>
                  </a:lnTo>
                  <a:lnTo>
                    <a:pt x="2212326" y="230644"/>
                  </a:lnTo>
                  <a:lnTo>
                    <a:pt x="2212276" y="230700"/>
                  </a:lnTo>
                  <a:lnTo>
                    <a:pt x="2212251" y="230722"/>
                  </a:lnTo>
                  <a:lnTo>
                    <a:pt x="2212243" y="230728"/>
                  </a:lnTo>
                  <a:lnTo>
                    <a:pt x="2212093" y="230855"/>
                  </a:lnTo>
                  <a:lnTo>
                    <a:pt x="2212014" y="230915"/>
                  </a:lnTo>
                  <a:lnTo>
                    <a:pt x="2211867" y="231026"/>
                  </a:lnTo>
                  <a:lnTo>
                    <a:pt x="2211835" y="231045"/>
                  </a:lnTo>
                  <a:lnTo>
                    <a:pt x="2211751" y="231117"/>
                  </a:lnTo>
                  <a:lnTo>
                    <a:pt x="2211672" y="231191"/>
                  </a:lnTo>
                  <a:lnTo>
                    <a:pt x="2211632" y="231239"/>
                  </a:lnTo>
                  <a:lnTo>
                    <a:pt x="2211611" y="231272"/>
                  </a:lnTo>
                  <a:lnTo>
                    <a:pt x="2211586" y="231339"/>
                  </a:lnTo>
                  <a:lnTo>
                    <a:pt x="2211571" y="231391"/>
                  </a:lnTo>
                  <a:lnTo>
                    <a:pt x="2211540" y="231477"/>
                  </a:lnTo>
                  <a:lnTo>
                    <a:pt x="2211502" y="231567"/>
                  </a:lnTo>
                  <a:lnTo>
                    <a:pt x="2211410" y="231782"/>
                  </a:lnTo>
                  <a:lnTo>
                    <a:pt x="2211385" y="231833"/>
                  </a:lnTo>
                  <a:lnTo>
                    <a:pt x="2211361" y="231867"/>
                  </a:lnTo>
                  <a:lnTo>
                    <a:pt x="2211330" y="231909"/>
                  </a:lnTo>
                  <a:lnTo>
                    <a:pt x="2211309" y="231932"/>
                  </a:lnTo>
                  <a:lnTo>
                    <a:pt x="2211184" y="232065"/>
                  </a:lnTo>
                  <a:lnTo>
                    <a:pt x="2211146" y="232099"/>
                  </a:lnTo>
                  <a:lnTo>
                    <a:pt x="2211102" y="232133"/>
                  </a:lnTo>
                  <a:lnTo>
                    <a:pt x="2210985" y="232189"/>
                  </a:lnTo>
                  <a:lnTo>
                    <a:pt x="2210952" y="232205"/>
                  </a:lnTo>
                  <a:lnTo>
                    <a:pt x="2210867" y="232238"/>
                  </a:lnTo>
                  <a:lnTo>
                    <a:pt x="2210737" y="232279"/>
                  </a:lnTo>
                  <a:lnTo>
                    <a:pt x="2210647" y="232296"/>
                  </a:lnTo>
                  <a:lnTo>
                    <a:pt x="2210607" y="232301"/>
                  </a:lnTo>
                  <a:lnTo>
                    <a:pt x="2210516" y="232305"/>
                  </a:lnTo>
                  <a:lnTo>
                    <a:pt x="2210410" y="232309"/>
                  </a:lnTo>
                  <a:lnTo>
                    <a:pt x="2210365" y="232309"/>
                  </a:lnTo>
                  <a:lnTo>
                    <a:pt x="2210313" y="232319"/>
                  </a:lnTo>
                  <a:lnTo>
                    <a:pt x="2210274" y="232332"/>
                  </a:lnTo>
                  <a:lnTo>
                    <a:pt x="2210229" y="232347"/>
                  </a:lnTo>
                  <a:lnTo>
                    <a:pt x="2210196" y="232361"/>
                  </a:lnTo>
                  <a:lnTo>
                    <a:pt x="2210088" y="232416"/>
                  </a:lnTo>
                  <a:lnTo>
                    <a:pt x="2210023" y="232454"/>
                  </a:lnTo>
                  <a:lnTo>
                    <a:pt x="2209959" y="232504"/>
                  </a:lnTo>
                  <a:lnTo>
                    <a:pt x="2209926" y="232534"/>
                  </a:lnTo>
                  <a:lnTo>
                    <a:pt x="2209892" y="232574"/>
                  </a:lnTo>
                  <a:lnTo>
                    <a:pt x="2209860" y="232613"/>
                  </a:lnTo>
                  <a:lnTo>
                    <a:pt x="2209841" y="232636"/>
                  </a:lnTo>
                  <a:lnTo>
                    <a:pt x="2209815" y="232674"/>
                  </a:lnTo>
                  <a:lnTo>
                    <a:pt x="2209789" y="232721"/>
                  </a:lnTo>
                  <a:lnTo>
                    <a:pt x="2209780" y="232745"/>
                  </a:lnTo>
                  <a:lnTo>
                    <a:pt x="2209753" y="232826"/>
                  </a:lnTo>
                  <a:lnTo>
                    <a:pt x="2209723" y="232930"/>
                  </a:lnTo>
                  <a:lnTo>
                    <a:pt x="2209703" y="233010"/>
                  </a:lnTo>
                  <a:lnTo>
                    <a:pt x="2209676" y="233120"/>
                  </a:lnTo>
                  <a:lnTo>
                    <a:pt x="2209670" y="233141"/>
                  </a:lnTo>
                  <a:lnTo>
                    <a:pt x="2209650" y="233196"/>
                  </a:lnTo>
                  <a:lnTo>
                    <a:pt x="2209634" y="233241"/>
                  </a:lnTo>
                  <a:lnTo>
                    <a:pt x="2209623" y="233267"/>
                  </a:lnTo>
                  <a:lnTo>
                    <a:pt x="2209605" y="233301"/>
                  </a:lnTo>
                  <a:lnTo>
                    <a:pt x="2209554" y="233379"/>
                  </a:lnTo>
                  <a:lnTo>
                    <a:pt x="2209533" y="233410"/>
                  </a:lnTo>
                  <a:lnTo>
                    <a:pt x="2209507" y="233447"/>
                  </a:lnTo>
                  <a:lnTo>
                    <a:pt x="2209483" y="233472"/>
                  </a:lnTo>
                  <a:lnTo>
                    <a:pt x="2209439" y="233521"/>
                  </a:lnTo>
                  <a:lnTo>
                    <a:pt x="2209399" y="233568"/>
                  </a:lnTo>
                  <a:lnTo>
                    <a:pt x="2209348" y="233627"/>
                  </a:lnTo>
                  <a:lnTo>
                    <a:pt x="2209292" y="233697"/>
                  </a:lnTo>
                  <a:lnTo>
                    <a:pt x="2209280" y="233715"/>
                  </a:lnTo>
                  <a:lnTo>
                    <a:pt x="2209258" y="233751"/>
                  </a:lnTo>
                  <a:lnTo>
                    <a:pt x="2209229" y="233807"/>
                  </a:lnTo>
                  <a:lnTo>
                    <a:pt x="2209219" y="233833"/>
                  </a:lnTo>
                  <a:lnTo>
                    <a:pt x="2209210" y="233865"/>
                  </a:lnTo>
                  <a:lnTo>
                    <a:pt x="2209197" y="233959"/>
                  </a:lnTo>
                  <a:lnTo>
                    <a:pt x="2209193" y="233995"/>
                  </a:lnTo>
                  <a:lnTo>
                    <a:pt x="2209184" y="234079"/>
                  </a:lnTo>
                  <a:lnTo>
                    <a:pt x="2209175" y="234265"/>
                  </a:lnTo>
                  <a:lnTo>
                    <a:pt x="2209179" y="234347"/>
                  </a:lnTo>
                  <a:lnTo>
                    <a:pt x="2209182" y="234397"/>
                  </a:lnTo>
                  <a:lnTo>
                    <a:pt x="2209186" y="234425"/>
                  </a:lnTo>
                  <a:lnTo>
                    <a:pt x="2209193" y="234460"/>
                  </a:lnTo>
                  <a:lnTo>
                    <a:pt x="2209202" y="234483"/>
                  </a:lnTo>
                  <a:lnTo>
                    <a:pt x="2209216" y="234531"/>
                  </a:lnTo>
                  <a:lnTo>
                    <a:pt x="2209223" y="234564"/>
                  </a:lnTo>
                  <a:lnTo>
                    <a:pt x="2209232" y="234649"/>
                  </a:lnTo>
                  <a:lnTo>
                    <a:pt x="2209235" y="234696"/>
                  </a:lnTo>
                  <a:lnTo>
                    <a:pt x="2209236" y="234731"/>
                  </a:lnTo>
                  <a:lnTo>
                    <a:pt x="2209229" y="234840"/>
                  </a:lnTo>
                  <a:lnTo>
                    <a:pt x="2209223" y="234911"/>
                  </a:lnTo>
                  <a:lnTo>
                    <a:pt x="2209219" y="234965"/>
                  </a:lnTo>
                  <a:lnTo>
                    <a:pt x="2209216" y="235022"/>
                  </a:lnTo>
                  <a:lnTo>
                    <a:pt x="2209221" y="235083"/>
                  </a:lnTo>
                  <a:lnTo>
                    <a:pt x="2209226" y="235116"/>
                  </a:lnTo>
                  <a:lnTo>
                    <a:pt x="2209235" y="235171"/>
                  </a:lnTo>
                  <a:lnTo>
                    <a:pt x="2209242" y="235210"/>
                  </a:lnTo>
                  <a:lnTo>
                    <a:pt x="2209245" y="235235"/>
                  </a:lnTo>
                  <a:lnTo>
                    <a:pt x="2209249" y="235290"/>
                  </a:lnTo>
                  <a:lnTo>
                    <a:pt x="2209250" y="235339"/>
                  </a:lnTo>
                  <a:lnTo>
                    <a:pt x="2209247" y="235360"/>
                  </a:lnTo>
                  <a:lnTo>
                    <a:pt x="2209235" y="235403"/>
                  </a:lnTo>
                  <a:lnTo>
                    <a:pt x="2209213" y="235441"/>
                  </a:lnTo>
                  <a:lnTo>
                    <a:pt x="2209191" y="235474"/>
                  </a:lnTo>
                  <a:lnTo>
                    <a:pt x="2209173" y="235498"/>
                  </a:lnTo>
                  <a:lnTo>
                    <a:pt x="2209170" y="235501"/>
                  </a:lnTo>
                  <a:lnTo>
                    <a:pt x="2209150" y="235526"/>
                  </a:lnTo>
                  <a:lnTo>
                    <a:pt x="2209079" y="235584"/>
                  </a:lnTo>
                  <a:lnTo>
                    <a:pt x="2209033" y="235615"/>
                  </a:lnTo>
                  <a:lnTo>
                    <a:pt x="2208997" y="235638"/>
                  </a:lnTo>
                  <a:lnTo>
                    <a:pt x="2208944" y="235666"/>
                  </a:lnTo>
                  <a:lnTo>
                    <a:pt x="2208902" y="235688"/>
                  </a:lnTo>
                  <a:lnTo>
                    <a:pt x="2208857" y="235712"/>
                  </a:lnTo>
                  <a:lnTo>
                    <a:pt x="2208817" y="235727"/>
                  </a:lnTo>
                  <a:lnTo>
                    <a:pt x="2208794" y="235735"/>
                  </a:lnTo>
                  <a:lnTo>
                    <a:pt x="2208645" y="235788"/>
                  </a:lnTo>
                  <a:lnTo>
                    <a:pt x="2208530" y="235830"/>
                  </a:lnTo>
                  <a:lnTo>
                    <a:pt x="2208405" y="235890"/>
                  </a:lnTo>
                  <a:lnTo>
                    <a:pt x="2208342" y="235924"/>
                  </a:lnTo>
                  <a:lnTo>
                    <a:pt x="2208033" y="236107"/>
                  </a:lnTo>
                  <a:lnTo>
                    <a:pt x="2207969" y="236146"/>
                  </a:lnTo>
                  <a:lnTo>
                    <a:pt x="2207919" y="236181"/>
                  </a:lnTo>
                  <a:lnTo>
                    <a:pt x="2207860" y="236230"/>
                  </a:lnTo>
                  <a:lnTo>
                    <a:pt x="2207791" y="236294"/>
                  </a:lnTo>
                  <a:lnTo>
                    <a:pt x="2207783" y="236302"/>
                  </a:lnTo>
                  <a:lnTo>
                    <a:pt x="2207753" y="236333"/>
                  </a:lnTo>
                  <a:lnTo>
                    <a:pt x="2207670" y="236420"/>
                  </a:lnTo>
                  <a:lnTo>
                    <a:pt x="2207644" y="236447"/>
                  </a:lnTo>
                  <a:lnTo>
                    <a:pt x="2207578" y="236526"/>
                  </a:lnTo>
                  <a:lnTo>
                    <a:pt x="2207552" y="236563"/>
                  </a:lnTo>
                  <a:lnTo>
                    <a:pt x="2207515" y="236606"/>
                  </a:lnTo>
                  <a:lnTo>
                    <a:pt x="2207184" y="236917"/>
                  </a:lnTo>
                  <a:lnTo>
                    <a:pt x="2207148" y="236951"/>
                  </a:lnTo>
                  <a:lnTo>
                    <a:pt x="2207121" y="236973"/>
                  </a:lnTo>
                  <a:lnTo>
                    <a:pt x="2207080" y="237005"/>
                  </a:lnTo>
                  <a:lnTo>
                    <a:pt x="2206719" y="237278"/>
                  </a:lnTo>
                  <a:lnTo>
                    <a:pt x="2206630" y="237337"/>
                  </a:lnTo>
                  <a:lnTo>
                    <a:pt x="2206570" y="237370"/>
                  </a:lnTo>
                  <a:lnTo>
                    <a:pt x="2206420" y="237473"/>
                  </a:lnTo>
                  <a:lnTo>
                    <a:pt x="2206330" y="237561"/>
                  </a:lnTo>
                  <a:lnTo>
                    <a:pt x="2206083" y="237779"/>
                  </a:lnTo>
                  <a:lnTo>
                    <a:pt x="2206012" y="237839"/>
                  </a:lnTo>
                  <a:lnTo>
                    <a:pt x="2205989" y="237859"/>
                  </a:lnTo>
                  <a:lnTo>
                    <a:pt x="2205935" y="237919"/>
                  </a:lnTo>
                  <a:lnTo>
                    <a:pt x="2205898" y="237962"/>
                  </a:lnTo>
                  <a:lnTo>
                    <a:pt x="2205869" y="237994"/>
                  </a:lnTo>
                  <a:lnTo>
                    <a:pt x="2205848" y="238023"/>
                  </a:lnTo>
                  <a:lnTo>
                    <a:pt x="2205812" y="238073"/>
                  </a:lnTo>
                  <a:lnTo>
                    <a:pt x="2205788" y="238107"/>
                  </a:lnTo>
                  <a:lnTo>
                    <a:pt x="2205778" y="238122"/>
                  </a:lnTo>
                  <a:lnTo>
                    <a:pt x="2205758" y="238157"/>
                  </a:lnTo>
                  <a:lnTo>
                    <a:pt x="2205684" y="238312"/>
                  </a:lnTo>
                  <a:lnTo>
                    <a:pt x="2205677" y="238330"/>
                  </a:lnTo>
                  <a:lnTo>
                    <a:pt x="2205664" y="238351"/>
                  </a:lnTo>
                  <a:lnTo>
                    <a:pt x="2205646" y="238392"/>
                  </a:lnTo>
                  <a:lnTo>
                    <a:pt x="2205626" y="238433"/>
                  </a:lnTo>
                  <a:lnTo>
                    <a:pt x="2205594" y="238489"/>
                  </a:lnTo>
                  <a:lnTo>
                    <a:pt x="2205575" y="238524"/>
                  </a:lnTo>
                  <a:lnTo>
                    <a:pt x="2205557" y="238556"/>
                  </a:lnTo>
                  <a:lnTo>
                    <a:pt x="2205540" y="238578"/>
                  </a:lnTo>
                  <a:lnTo>
                    <a:pt x="2205522" y="238603"/>
                  </a:lnTo>
                  <a:lnTo>
                    <a:pt x="2205496" y="238636"/>
                  </a:lnTo>
                  <a:lnTo>
                    <a:pt x="2205472" y="238669"/>
                  </a:lnTo>
                  <a:lnTo>
                    <a:pt x="2205456" y="238700"/>
                  </a:lnTo>
                  <a:lnTo>
                    <a:pt x="2205451" y="238708"/>
                  </a:lnTo>
                  <a:lnTo>
                    <a:pt x="2205440" y="238730"/>
                  </a:lnTo>
                  <a:lnTo>
                    <a:pt x="2205428" y="238765"/>
                  </a:lnTo>
                  <a:lnTo>
                    <a:pt x="2205418" y="238796"/>
                  </a:lnTo>
                  <a:lnTo>
                    <a:pt x="2205412" y="238821"/>
                  </a:lnTo>
                  <a:lnTo>
                    <a:pt x="2205412" y="238854"/>
                  </a:lnTo>
                  <a:lnTo>
                    <a:pt x="2205407" y="238912"/>
                  </a:lnTo>
                  <a:lnTo>
                    <a:pt x="2205407" y="238961"/>
                  </a:lnTo>
                  <a:lnTo>
                    <a:pt x="2205402" y="239002"/>
                  </a:lnTo>
                  <a:lnTo>
                    <a:pt x="2205397" y="239039"/>
                  </a:lnTo>
                  <a:lnTo>
                    <a:pt x="2205393" y="239083"/>
                  </a:lnTo>
                  <a:lnTo>
                    <a:pt x="2205394" y="239132"/>
                  </a:lnTo>
                  <a:lnTo>
                    <a:pt x="2205397" y="239172"/>
                  </a:lnTo>
                  <a:lnTo>
                    <a:pt x="2205401" y="239214"/>
                  </a:lnTo>
                  <a:lnTo>
                    <a:pt x="2205411" y="239252"/>
                  </a:lnTo>
                  <a:lnTo>
                    <a:pt x="2205422" y="239296"/>
                  </a:lnTo>
                  <a:lnTo>
                    <a:pt x="2205433" y="239326"/>
                  </a:lnTo>
                  <a:lnTo>
                    <a:pt x="2205447" y="239350"/>
                  </a:lnTo>
                  <a:lnTo>
                    <a:pt x="2205463" y="239382"/>
                  </a:lnTo>
                  <a:lnTo>
                    <a:pt x="2205478" y="239409"/>
                  </a:lnTo>
                  <a:lnTo>
                    <a:pt x="2205496" y="239435"/>
                  </a:lnTo>
                  <a:lnTo>
                    <a:pt x="2205516" y="239462"/>
                  </a:lnTo>
                  <a:lnTo>
                    <a:pt x="2205536" y="239486"/>
                  </a:lnTo>
                  <a:lnTo>
                    <a:pt x="2205561" y="239510"/>
                  </a:lnTo>
                  <a:lnTo>
                    <a:pt x="2205567" y="239517"/>
                  </a:lnTo>
                  <a:lnTo>
                    <a:pt x="2205587" y="239537"/>
                  </a:lnTo>
                  <a:lnTo>
                    <a:pt x="2205625" y="239569"/>
                  </a:lnTo>
                  <a:lnTo>
                    <a:pt x="2205655" y="239593"/>
                  </a:lnTo>
                  <a:lnTo>
                    <a:pt x="2205691" y="239624"/>
                  </a:lnTo>
                  <a:lnTo>
                    <a:pt x="2205722" y="239648"/>
                  </a:lnTo>
                  <a:lnTo>
                    <a:pt x="2205754" y="239671"/>
                  </a:lnTo>
                  <a:lnTo>
                    <a:pt x="2205778" y="239685"/>
                  </a:lnTo>
                  <a:lnTo>
                    <a:pt x="2205825" y="239712"/>
                  </a:lnTo>
                  <a:lnTo>
                    <a:pt x="2205871" y="239741"/>
                  </a:lnTo>
                  <a:lnTo>
                    <a:pt x="2205900" y="239761"/>
                  </a:lnTo>
                  <a:lnTo>
                    <a:pt x="2205930" y="239779"/>
                  </a:lnTo>
                  <a:lnTo>
                    <a:pt x="2205956" y="239794"/>
                  </a:lnTo>
                  <a:lnTo>
                    <a:pt x="2205996" y="239814"/>
                  </a:lnTo>
                  <a:lnTo>
                    <a:pt x="2206021" y="239826"/>
                  </a:lnTo>
                  <a:lnTo>
                    <a:pt x="2206028" y="239833"/>
                  </a:lnTo>
                  <a:lnTo>
                    <a:pt x="2206033" y="239837"/>
                  </a:lnTo>
                  <a:lnTo>
                    <a:pt x="2206050" y="239849"/>
                  </a:lnTo>
                  <a:lnTo>
                    <a:pt x="2206079" y="239871"/>
                  </a:lnTo>
                  <a:lnTo>
                    <a:pt x="2206132" y="239908"/>
                  </a:lnTo>
                  <a:lnTo>
                    <a:pt x="2206172" y="239945"/>
                  </a:lnTo>
                  <a:lnTo>
                    <a:pt x="2206201" y="239973"/>
                  </a:lnTo>
                  <a:lnTo>
                    <a:pt x="2206223" y="239996"/>
                  </a:lnTo>
                  <a:lnTo>
                    <a:pt x="2206241" y="240015"/>
                  </a:lnTo>
                  <a:lnTo>
                    <a:pt x="2206252" y="240031"/>
                  </a:lnTo>
                  <a:lnTo>
                    <a:pt x="2206271" y="240052"/>
                  </a:lnTo>
                  <a:lnTo>
                    <a:pt x="2206281" y="240069"/>
                  </a:lnTo>
                  <a:lnTo>
                    <a:pt x="2206297" y="240101"/>
                  </a:lnTo>
                  <a:lnTo>
                    <a:pt x="2206307" y="240130"/>
                  </a:lnTo>
                  <a:lnTo>
                    <a:pt x="2206319" y="240152"/>
                  </a:lnTo>
                  <a:lnTo>
                    <a:pt x="2206323" y="240181"/>
                  </a:lnTo>
                  <a:lnTo>
                    <a:pt x="2206325" y="240205"/>
                  </a:lnTo>
                  <a:lnTo>
                    <a:pt x="2206326" y="240211"/>
                  </a:lnTo>
                  <a:lnTo>
                    <a:pt x="2206327" y="240236"/>
                  </a:lnTo>
                  <a:lnTo>
                    <a:pt x="2206326" y="240260"/>
                  </a:lnTo>
                  <a:lnTo>
                    <a:pt x="2206323" y="240304"/>
                  </a:lnTo>
                  <a:lnTo>
                    <a:pt x="2206319" y="240354"/>
                  </a:lnTo>
                  <a:lnTo>
                    <a:pt x="2206312" y="240401"/>
                  </a:lnTo>
                  <a:lnTo>
                    <a:pt x="2206309" y="240433"/>
                  </a:lnTo>
                  <a:lnTo>
                    <a:pt x="2206306" y="240460"/>
                  </a:lnTo>
                  <a:lnTo>
                    <a:pt x="2206302" y="240488"/>
                  </a:lnTo>
                  <a:lnTo>
                    <a:pt x="2206297" y="240525"/>
                  </a:lnTo>
                  <a:lnTo>
                    <a:pt x="2206293" y="240558"/>
                  </a:lnTo>
                  <a:lnTo>
                    <a:pt x="2206280" y="240604"/>
                  </a:lnTo>
                  <a:lnTo>
                    <a:pt x="2206272" y="240638"/>
                  </a:lnTo>
                  <a:lnTo>
                    <a:pt x="2206267" y="240672"/>
                  </a:lnTo>
                  <a:lnTo>
                    <a:pt x="2206262" y="240702"/>
                  </a:lnTo>
                  <a:lnTo>
                    <a:pt x="2206256" y="240730"/>
                  </a:lnTo>
                  <a:lnTo>
                    <a:pt x="2206249" y="240754"/>
                  </a:lnTo>
                  <a:lnTo>
                    <a:pt x="2206243" y="240794"/>
                  </a:lnTo>
                  <a:lnTo>
                    <a:pt x="2206235" y="240824"/>
                  </a:lnTo>
                  <a:lnTo>
                    <a:pt x="2206225" y="240853"/>
                  </a:lnTo>
                  <a:lnTo>
                    <a:pt x="2206221" y="240876"/>
                  </a:lnTo>
                  <a:lnTo>
                    <a:pt x="2206213" y="240918"/>
                  </a:lnTo>
                  <a:lnTo>
                    <a:pt x="2206207" y="240955"/>
                  </a:lnTo>
                  <a:lnTo>
                    <a:pt x="2206203" y="241003"/>
                  </a:lnTo>
                  <a:lnTo>
                    <a:pt x="2206202" y="241048"/>
                  </a:lnTo>
                  <a:lnTo>
                    <a:pt x="2206201" y="241087"/>
                  </a:lnTo>
                  <a:lnTo>
                    <a:pt x="2206200" y="241124"/>
                  </a:lnTo>
                  <a:lnTo>
                    <a:pt x="2206204" y="241154"/>
                  </a:lnTo>
                  <a:lnTo>
                    <a:pt x="2206209" y="241184"/>
                  </a:lnTo>
                  <a:lnTo>
                    <a:pt x="2206214" y="241203"/>
                  </a:lnTo>
                  <a:lnTo>
                    <a:pt x="2206222" y="241219"/>
                  </a:lnTo>
                  <a:lnTo>
                    <a:pt x="2206236" y="241241"/>
                  </a:lnTo>
                  <a:lnTo>
                    <a:pt x="2206251" y="241261"/>
                  </a:lnTo>
                  <a:lnTo>
                    <a:pt x="2206272" y="241290"/>
                  </a:lnTo>
                  <a:lnTo>
                    <a:pt x="2206303" y="241328"/>
                  </a:lnTo>
                  <a:lnTo>
                    <a:pt x="2206325" y="241352"/>
                  </a:lnTo>
                  <a:lnTo>
                    <a:pt x="2206339" y="241388"/>
                  </a:lnTo>
                  <a:lnTo>
                    <a:pt x="2206350" y="241406"/>
                  </a:lnTo>
                  <a:lnTo>
                    <a:pt x="2206373" y="241443"/>
                  </a:lnTo>
                  <a:lnTo>
                    <a:pt x="2206391" y="241467"/>
                  </a:lnTo>
                  <a:lnTo>
                    <a:pt x="2206406" y="241486"/>
                  </a:lnTo>
                  <a:lnTo>
                    <a:pt x="2206445" y="241527"/>
                  </a:lnTo>
                  <a:lnTo>
                    <a:pt x="2206473" y="241554"/>
                  </a:lnTo>
                  <a:lnTo>
                    <a:pt x="2206506" y="241579"/>
                  </a:lnTo>
                  <a:lnTo>
                    <a:pt x="2206534" y="241602"/>
                  </a:lnTo>
                  <a:lnTo>
                    <a:pt x="2206564" y="241620"/>
                  </a:lnTo>
                  <a:lnTo>
                    <a:pt x="2206604" y="241648"/>
                  </a:lnTo>
                  <a:lnTo>
                    <a:pt x="2206634" y="241665"/>
                  </a:lnTo>
                  <a:lnTo>
                    <a:pt x="2206664" y="241686"/>
                  </a:lnTo>
                  <a:lnTo>
                    <a:pt x="2206677" y="241696"/>
                  </a:lnTo>
                  <a:lnTo>
                    <a:pt x="2206708" y="241723"/>
                  </a:lnTo>
                  <a:lnTo>
                    <a:pt x="2206741" y="241749"/>
                  </a:lnTo>
                  <a:lnTo>
                    <a:pt x="2206807" y="241801"/>
                  </a:lnTo>
                  <a:lnTo>
                    <a:pt x="2206837" y="241817"/>
                  </a:lnTo>
                  <a:lnTo>
                    <a:pt x="2206909" y="241859"/>
                  </a:lnTo>
                  <a:lnTo>
                    <a:pt x="2206952" y="241880"/>
                  </a:lnTo>
                  <a:lnTo>
                    <a:pt x="2206984" y="241895"/>
                  </a:lnTo>
                  <a:lnTo>
                    <a:pt x="2207042" y="241915"/>
                  </a:lnTo>
                  <a:lnTo>
                    <a:pt x="2207105" y="241930"/>
                  </a:lnTo>
                  <a:lnTo>
                    <a:pt x="2207164" y="241944"/>
                  </a:lnTo>
                  <a:lnTo>
                    <a:pt x="2207227" y="241954"/>
                  </a:lnTo>
                  <a:lnTo>
                    <a:pt x="2207422" y="241980"/>
                  </a:lnTo>
                  <a:lnTo>
                    <a:pt x="2207449" y="241981"/>
                  </a:lnTo>
                  <a:lnTo>
                    <a:pt x="2207494" y="241994"/>
                  </a:lnTo>
                  <a:lnTo>
                    <a:pt x="2207575" y="242020"/>
                  </a:lnTo>
                  <a:lnTo>
                    <a:pt x="2207650" y="242048"/>
                  </a:lnTo>
                  <a:lnTo>
                    <a:pt x="2207862" y="242136"/>
                  </a:lnTo>
                  <a:lnTo>
                    <a:pt x="2207955" y="242175"/>
                  </a:lnTo>
                  <a:lnTo>
                    <a:pt x="2208038" y="242215"/>
                  </a:lnTo>
                  <a:lnTo>
                    <a:pt x="2208306" y="242357"/>
                  </a:lnTo>
                  <a:lnTo>
                    <a:pt x="2208344" y="242386"/>
                  </a:lnTo>
                  <a:lnTo>
                    <a:pt x="2208378" y="242414"/>
                  </a:lnTo>
                  <a:lnTo>
                    <a:pt x="2208394" y="242436"/>
                  </a:lnTo>
                  <a:lnTo>
                    <a:pt x="2208408" y="242462"/>
                  </a:lnTo>
                  <a:lnTo>
                    <a:pt x="2208423" y="242506"/>
                  </a:lnTo>
                  <a:lnTo>
                    <a:pt x="2208436" y="242547"/>
                  </a:lnTo>
                  <a:lnTo>
                    <a:pt x="2208446" y="242580"/>
                  </a:lnTo>
                  <a:lnTo>
                    <a:pt x="2208452" y="242610"/>
                  </a:lnTo>
                  <a:lnTo>
                    <a:pt x="2208456" y="242643"/>
                  </a:lnTo>
                  <a:lnTo>
                    <a:pt x="2208459" y="242704"/>
                  </a:lnTo>
                  <a:lnTo>
                    <a:pt x="2208464" y="242762"/>
                  </a:lnTo>
                  <a:lnTo>
                    <a:pt x="2208475" y="242837"/>
                  </a:lnTo>
                  <a:lnTo>
                    <a:pt x="2208485" y="242870"/>
                  </a:lnTo>
                  <a:lnTo>
                    <a:pt x="2208639" y="243160"/>
                  </a:lnTo>
                  <a:lnTo>
                    <a:pt x="2208657" y="243189"/>
                  </a:lnTo>
                  <a:lnTo>
                    <a:pt x="2208683" y="243216"/>
                  </a:lnTo>
                  <a:lnTo>
                    <a:pt x="2208915" y="243452"/>
                  </a:lnTo>
                  <a:lnTo>
                    <a:pt x="2209091" y="243598"/>
                  </a:lnTo>
                  <a:lnTo>
                    <a:pt x="2209129" y="243627"/>
                  </a:lnTo>
                  <a:lnTo>
                    <a:pt x="2209738" y="243993"/>
                  </a:lnTo>
                  <a:lnTo>
                    <a:pt x="2210871" y="244726"/>
                  </a:lnTo>
                  <a:lnTo>
                    <a:pt x="2212346" y="245690"/>
                  </a:lnTo>
                  <a:lnTo>
                    <a:pt x="2212992" y="246041"/>
                  </a:lnTo>
                  <a:lnTo>
                    <a:pt x="2213495" y="246434"/>
                  </a:lnTo>
                  <a:lnTo>
                    <a:pt x="2213799" y="246815"/>
                  </a:lnTo>
                  <a:lnTo>
                    <a:pt x="2213989" y="247159"/>
                  </a:lnTo>
                  <a:lnTo>
                    <a:pt x="2214114" y="247278"/>
                  </a:lnTo>
                  <a:lnTo>
                    <a:pt x="2214276" y="247402"/>
                  </a:lnTo>
                  <a:lnTo>
                    <a:pt x="2214415" y="247538"/>
                  </a:lnTo>
                  <a:lnTo>
                    <a:pt x="2214790" y="247999"/>
                  </a:lnTo>
                  <a:lnTo>
                    <a:pt x="2215017" y="248341"/>
                  </a:lnTo>
                  <a:lnTo>
                    <a:pt x="2215047" y="248384"/>
                  </a:lnTo>
                  <a:lnTo>
                    <a:pt x="2215378" y="249007"/>
                  </a:lnTo>
                  <a:lnTo>
                    <a:pt x="2215784" y="249683"/>
                  </a:lnTo>
                  <a:lnTo>
                    <a:pt x="2216308" y="250470"/>
                  </a:lnTo>
                  <a:lnTo>
                    <a:pt x="2216338" y="250512"/>
                  </a:lnTo>
                  <a:lnTo>
                    <a:pt x="2216677" y="250904"/>
                  </a:lnTo>
                  <a:lnTo>
                    <a:pt x="2216696" y="250931"/>
                  </a:lnTo>
                  <a:lnTo>
                    <a:pt x="2216777" y="251063"/>
                  </a:lnTo>
                  <a:lnTo>
                    <a:pt x="2216795" y="251107"/>
                  </a:lnTo>
                  <a:lnTo>
                    <a:pt x="2216929" y="251609"/>
                  </a:lnTo>
                  <a:lnTo>
                    <a:pt x="2216937" y="251648"/>
                  </a:lnTo>
                  <a:lnTo>
                    <a:pt x="2216943" y="251680"/>
                  </a:lnTo>
                  <a:lnTo>
                    <a:pt x="2216951" y="251838"/>
                  </a:lnTo>
                  <a:lnTo>
                    <a:pt x="2216922" y="252039"/>
                  </a:lnTo>
                  <a:lnTo>
                    <a:pt x="2216946" y="252851"/>
                  </a:lnTo>
                  <a:lnTo>
                    <a:pt x="2216980" y="253552"/>
                  </a:lnTo>
                  <a:lnTo>
                    <a:pt x="2217007" y="254550"/>
                  </a:lnTo>
                  <a:lnTo>
                    <a:pt x="2217043" y="255043"/>
                  </a:lnTo>
                  <a:lnTo>
                    <a:pt x="2217121" y="255508"/>
                  </a:lnTo>
                  <a:lnTo>
                    <a:pt x="2217135" y="255568"/>
                  </a:lnTo>
                  <a:lnTo>
                    <a:pt x="2217161" y="255635"/>
                  </a:lnTo>
                  <a:lnTo>
                    <a:pt x="2217213" y="255765"/>
                  </a:lnTo>
                  <a:lnTo>
                    <a:pt x="2217254" y="255866"/>
                  </a:lnTo>
                  <a:lnTo>
                    <a:pt x="2217334" y="256037"/>
                  </a:lnTo>
                  <a:lnTo>
                    <a:pt x="2217413" y="256168"/>
                  </a:lnTo>
                  <a:lnTo>
                    <a:pt x="2217428" y="256191"/>
                  </a:lnTo>
                  <a:lnTo>
                    <a:pt x="2217451" y="256226"/>
                  </a:lnTo>
                  <a:lnTo>
                    <a:pt x="2217474" y="256257"/>
                  </a:lnTo>
                  <a:lnTo>
                    <a:pt x="2217507" y="256299"/>
                  </a:lnTo>
                  <a:lnTo>
                    <a:pt x="2217522" y="256317"/>
                  </a:lnTo>
                  <a:lnTo>
                    <a:pt x="2217578" y="256374"/>
                  </a:lnTo>
                  <a:lnTo>
                    <a:pt x="2217644" y="256428"/>
                  </a:lnTo>
                  <a:lnTo>
                    <a:pt x="2217703" y="256462"/>
                  </a:lnTo>
                  <a:lnTo>
                    <a:pt x="2217805" y="256518"/>
                  </a:lnTo>
                  <a:lnTo>
                    <a:pt x="2217980" y="256573"/>
                  </a:lnTo>
                  <a:lnTo>
                    <a:pt x="2218823" y="257006"/>
                  </a:lnTo>
                  <a:lnTo>
                    <a:pt x="2219503" y="257202"/>
                  </a:lnTo>
                  <a:lnTo>
                    <a:pt x="2220417" y="257364"/>
                  </a:lnTo>
                  <a:lnTo>
                    <a:pt x="2220725" y="257378"/>
                  </a:lnTo>
                  <a:lnTo>
                    <a:pt x="2222164" y="257397"/>
                  </a:lnTo>
                  <a:lnTo>
                    <a:pt x="2222658" y="257385"/>
                  </a:lnTo>
                  <a:lnTo>
                    <a:pt x="2222760" y="257385"/>
                  </a:lnTo>
                  <a:lnTo>
                    <a:pt x="2222870" y="257385"/>
                  </a:lnTo>
                  <a:lnTo>
                    <a:pt x="2222924" y="257384"/>
                  </a:lnTo>
                  <a:lnTo>
                    <a:pt x="2223138" y="257368"/>
                  </a:lnTo>
                  <a:lnTo>
                    <a:pt x="2223182" y="257362"/>
                  </a:lnTo>
                  <a:lnTo>
                    <a:pt x="2223279" y="257348"/>
                  </a:lnTo>
                  <a:lnTo>
                    <a:pt x="2225582" y="256774"/>
                  </a:lnTo>
                  <a:lnTo>
                    <a:pt x="2226119" y="256445"/>
                  </a:lnTo>
                  <a:lnTo>
                    <a:pt x="2226202" y="256396"/>
                  </a:lnTo>
                  <a:lnTo>
                    <a:pt x="2226259" y="256357"/>
                  </a:lnTo>
                  <a:lnTo>
                    <a:pt x="2226306" y="256322"/>
                  </a:lnTo>
                  <a:lnTo>
                    <a:pt x="2226348" y="256282"/>
                  </a:lnTo>
                  <a:lnTo>
                    <a:pt x="2226394" y="256237"/>
                  </a:lnTo>
                  <a:lnTo>
                    <a:pt x="2226432" y="256191"/>
                  </a:lnTo>
                  <a:lnTo>
                    <a:pt x="2226482" y="256140"/>
                  </a:lnTo>
                  <a:lnTo>
                    <a:pt x="2226671" y="255981"/>
                  </a:lnTo>
                  <a:lnTo>
                    <a:pt x="2226730" y="255939"/>
                  </a:lnTo>
                  <a:lnTo>
                    <a:pt x="2226868" y="255853"/>
                  </a:lnTo>
                  <a:lnTo>
                    <a:pt x="2227028" y="255760"/>
                  </a:lnTo>
                  <a:lnTo>
                    <a:pt x="2227143" y="255696"/>
                  </a:lnTo>
                  <a:lnTo>
                    <a:pt x="2227292" y="255611"/>
                  </a:lnTo>
                  <a:lnTo>
                    <a:pt x="2227468" y="255541"/>
                  </a:lnTo>
                  <a:lnTo>
                    <a:pt x="2227754" y="255487"/>
                  </a:lnTo>
                  <a:lnTo>
                    <a:pt x="2228388" y="255337"/>
                  </a:lnTo>
                  <a:lnTo>
                    <a:pt x="2228866" y="255155"/>
                  </a:lnTo>
                  <a:lnTo>
                    <a:pt x="2228938" y="255138"/>
                  </a:lnTo>
                  <a:lnTo>
                    <a:pt x="2229212" y="255129"/>
                  </a:lnTo>
                  <a:lnTo>
                    <a:pt x="2229389" y="255142"/>
                  </a:lnTo>
                  <a:lnTo>
                    <a:pt x="2229649" y="255158"/>
                  </a:lnTo>
                  <a:lnTo>
                    <a:pt x="2230278" y="255278"/>
                  </a:lnTo>
                  <a:lnTo>
                    <a:pt x="2230461" y="255298"/>
                  </a:lnTo>
                  <a:lnTo>
                    <a:pt x="2231292" y="255402"/>
                  </a:lnTo>
                  <a:lnTo>
                    <a:pt x="2231916" y="255446"/>
                  </a:lnTo>
                  <a:lnTo>
                    <a:pt x="2232806" y="255540"/>
                  </a:lnTo>
                  <a:lnTo>
                    <a:pt x="2232845" y="255546"/>
                  </a:lnTo>
                  <a:lnTo>
                    <a:pt x="2233279" y="255525"/>
                  </a:lnTo>
                  <a:lnTo>
                    <a:pt x="2233493" y="255471"/>
                  </a:lnTo>
                  <a:lnTo>
                    <a:pt x="2233781" y="255355"/>
                  </a:lnTo>
                  <a:lnTo>
                    <a:pt x="2234085" y="255236"/>
                  </a:lnTo>
                  <a:lnTo>
                    <a:pt x="2234538" y="255047"/>
                  </a:lnTo>
                  <a:lnTo>
                    <a:pt x="2235151" y="254891"/>
                  </a:lnTo>
                  <a:lnTo>
                    <a:pt x="2235537" y="254841"/>
                  </a:lnTo>
                  <a:lnTo>
                    <a:pt x="2235764" y="254799"/>
                  </a:lnTo>
                  <a:lnTo>
                    <a:pt x="2236066" y="254783"/>
                  </a:lnTo>
                  <a:lnTo>
                    <a:pt x="2236134" y="254786"/>
                  </a:lnTo>
                  <a:lnTo>
                    <a:pt x="2236258" y="254796"/>
                  </a:lnTo>
                  <a:lnTo>
                    <a:pt x="2236668" y="254879"/>
                  </a:lnTo>
                  <a:lnTo>
                    <a:pt x="2236944" y="254961"/>
                  </a:lnTo>
                  <a:lnTo>
                    <a:pt x="2237525" y="255093"/>
                  </a:lnTo>
                  <a:lnTo>
                    <a:pt x="2238289" y="255191"/>
                  </a:lnTo>
                  <a:lnTo>
                    <a:pt x="2238909" y="255190"/>
                  </a:lnTo>
                  <a:lnTo>
                    <a:pt x="2239078" y="255201"/>
                  </a:lnTo>
                  <a:lnTo>
                    <a:pt x="2239270" y="255245"/>
                  </a:lnTo>
                  <a:lnTo>
                    <a:pt x="2239378" y="255287"/>
                  </a:lnTo>
                  <a:lnTo>
                    <a:pt x="2239514" y="255350"/>
                  </a:lnTo>
                  <a:lnTo>
                    <a:pt x="2239877" y="255678"/>
                  </a:lnTo>
                  <a:lnTo>
                    <a:pt x="2240103" y="256113"/>
                  </a:lnTo>
                  <a:lnTo>
                    <a:pt x="2240175" y="256532"/>
                  </a:lnTo>
                  <a:lnTo>
                    <a:pt x="2240134" y="257262"/>
                  </a:lnTo>
                  <a:lnTo>
                    <a:pt x="2240116" y="257375"/>
                  </a:lnTo>
                  <a:lnTo>
                    <a:pt x="2240113" y="257421"/>
                  </a:lnTo>
                  <a:lnTo>
                    <a:pt x="2240114" y="257442"/>
                  </a:lnTo>
                  <a:lnTo>
                    <a:pt x="2240129" y="257500"/>
                  </a:lnTo>
                  <a:lnTo>
                    <a:pt x="2240196" y="257694"/>
                  </a:lnTo>
                  <a:lnTo>
                    <a:pt x="2240267" y="257804"/>
                  </a:lnTo>
                  <a:lnTo>
                    <a:pt x="2240380" y="257941"/>
                  </a:lnTo>
                  <a:lnTo>
                    <a:pt x="2241234" y="258482"/>
                  </a:lnTo>
                  <a:lnTo>
                    <a:pt x="2241826" y="258647"/>
                  </a:lnTo>
                  <a:lnTo>
                    <a:pt x="2242259" y="258648"/>
                  </a:lnTo>
                  <a:lnTo>
                    <a:pt x="2242594" y="258628"/>
                  </a:lnTo>
                  <a:lnTo>
                    <a:pt x="2242881" y="258553"/>
                  </a:lnTo>
                  <a:lnTo>
                    <a:pt x="2243502" y="258258"/>
                  </a:lnTo>
                  <a:lnTo>
                    <a:pt x="2243977" y="257895"/>
                  </a:lnTo>
                  <a:lnTo>
                    <a:pt x="2244086" y="257792"/>
                  </a:lnTo>
                  <a:lnTo>
                    <a:pt x="2244264" y="257539"/>
                  </a:lnTo>
                  <a:lnTo>
                    <a:pt x="2244477" y="257074"/>
                  </a:lnTo>
                  <a:lnTo>
                    <a:pt x="2244693" y="256828"/>
                  </a:lnTo>
                  <a:lnTo>
                    <a:pt x="2244856" y="256717"/>
                  </a:lnTo>
                  <a:lnTo>
                    <a:pt x="2245097" y="256596"/>
                  </a:lnTo>
                  <a:lnTo>
                    <a:pt x="2245392" y="256448"/>
                  </a:lnTo>
                  <a:lnTo>
                    <a:pt x="2245441" y="256431"/>
                  </a:lnTo>
                  <a:lnTo>
                    <a:pt x="2245571" y="256409"/>
                  </a:lnTo>
                  <a:lnTo>
                    <a:pt x="2245847" y="256390"/>
                  </a:lnTo>
                  <a:lnTo>
                    <a:pt x="2246584" y="256486"/>
                  </a:lnTo>
                  <a:lnTo>
                    <a:pt x="2246795" y="256536"/>
                  </a:lnTo>
                  <a:lnTo>
                    <a:pt x="2247480" y="256872"/>
                  </a:lnTo>
                  <a:lnTo>
                    <a:pt x="2247989" y="257179"/>
                  </a:lnTo>
                  <a:lnTo>
                    <a:pt x="2248098" y="257282"/>
                  </a:lnTo>
                  <a:lnTo>
                    <a:pt x="2248293" y="257501"/>
                  </a:lnTo>
                  <a:lnTo>
                    <a:pt x="2248339" y="257532"/>
                  </a:lnTo>
                  <a:lnTo>
                    <a:pt x="2248401" y="257566"/>
                  </a:lnTo>
                  <a:lnTo>
                    <a:pt x="2248468" y="257587"/>
                  </a:lnTo>
                  <a:lnTo>
                    <a:pt x="2248570" y="257586"/>
                  </a:lnTo>
                  <a:lnTo>
                    <a:pt x="2248867" y="257588"/>
                  </a:lnTo>
                  <a:lnTo>
                    <a:pt x="2249231" y="257665"/>
                  </a:lnTo>
                  <a:lnTo>
                    <a:pt x="2250074" y="257926"/>
                  </a:lnTo>
                  <a:lnTo>
                    <a:pt x="2250199" y="257958"/>
                  </a:lnTo>
                  <a:lnTo>
                    <a:pt x="2250516" y="257996"/>
                  </a:lnTo>
                  <a:lnTo>
                    <a:pt x="2250994" y="258012"/>
                  </a:lnTo>
                  <a:lnTo>
                    <a:pt x="2251060" y="258012"/>
                  </a:lnTo>
                  <a:lnTo>
                    <a:pt x="2251561" y="257960"/>
                  </a:lnTo>
                  <a:lnTo>
                    <a:pt x="2251896" y="257785"/>
                  </a:lnTo>
                  <a:lnTo>
                    <a:pt x="2251991" y="257757"/>
                  </a:lnTo>
                  <a:lnTo>
                    <a:pt x="2252284" y="257708"/>
                  </a:lnTo>
                  <a:lnTo>
                    <a:pt x="2253206" y="257490"/>
                  </a:lnTo>
                  <a:lnTo>
                    <a:pt x="2253330" y="257476"/>
                  </a:lnTo>
                  <a:lnTo>
                    <a:pt x="2253469" y="257519"/>
                  </a:lnTo>
                  <a:lnTo>
                    <a:pt x="2253543" y="257577"/>
                  </a:lnTo>
                  <a:lnTo>
                    <a:pt x="2253676" y="257756"/>
                  </a:lnTo>
                  <a:lnTo>
                    <a:pt x="2253841" y="257844"/>
                  </a:lnTo>
                  <a:lnTo>
                    <a:pt x="2253947" y="257864"/>
                  </a:lnTo>
                  <a:lnTo>
                    <a:pt x="2255127" y="258123"/>
                  </a:lnTo>
                  <a:lnTo>
                    <a:pt x="2255699" y="258238"/>
                  </a:lnTo>
                  <a:lnTo>
                    <a:pt x="2255983" y="258241"/>
                  </a:lnTo>
                  <a:lnTo>
                    <a:pt x="2256219" y="258195"/>
                  </a:lnTo>
                  <a:lnTo>
                    <a:pt x="2256349" y="258158"/>
                  </a:lnTo>
                  <a:lnTo>
                    <a:pt x="2256593" y="258005"/>
                  </a:lnTo>
                  <a:lnTo>
                    <a:pt x="2256730" y="257748"/>
                  </a:lnTo>
                  <a:lnTo>
                    <a:pt x="2256832" y="257317"/>
                  </a:lnTo>
                  <a:lnTo>
                    <a:pt x="2256939" y="256872"/>
                  </a:lnTo>
                  <a:lnTo>
                    <a:pt x="2256959" y="256785"/>
                  </a:lnTo>
                  <a:lnTo>
                    <a:pt x="2256999" y="256620"/>
                  </a:lnTo>
                  <a:lnTo>
                    <a:pt x="2257157" y="256372"/>
                  </a:lnTo>
                  <a:lnTo>
                    <a:pt x="2257353" y="256283"/>
                  </a:lnTo>
                  <a:lnTo>
                    <a:pt x="2257440" y="256243"/>
                  </a:lnTo>
                  <a:lnTo>
                    <a:pt x="2257745" y="256197"/>
                  </a:lnTo>
                  <a:lnTo>
                    <a:pt x="2257858" y="256178"/>
                  </a:lnTo>
                  <a:lnTo>
                    <a:pt x="2257881" y="256180"/>
                  </a:lnTo>
                  <a:lnTo>
                    <a:pt x="2258156" y="256214"/>
                  </a:lnTo>
                  <a:lnTo>
                    <a:pt x="2258362" y="256272"/>
                  </a:lnTo>
                  <a:lnTo>
                    <a:pt x="2258740" y="256426"/>
                  </a:lnTo>
                  <a:lnTo>
                    <a:pt x="2259018" y="256512"/>
                  </a:lnTo>
                  <a:lnTo>
                    <a:pt x="2259039" y="256521"/>
                  </a:lnTo>
                  <a:lnTo>
                    <a:pt x="2259076" y="256538"/>
                  </a:lnTo>
                  <a:lnTo>
                    <a:pt x="2259119" y="256559"/>
                  </a:lnTo>
                  <a:lnTo>
                    <a:pt x="2259158" y="256579"/>
                  </a:lnTo>
                  <a:lnTo>
                    <a:pt x="2259199" y="256604"/>
                  </a:lnTo>
                  <a:lnTo>
                    <a:pt x="2259231" y="256622"/>
                  </a:lnTo>
                  <a:lnTo>
                    <a:pt x="2259268" y="256640"/>
                  </a:lnTo>
                  <a:lnTo>
                    <a:pt x="2259300" y="256656"/>
                  </a:lnTo>
                  <a:lnTo>
                    <a:pt x="2259328" y="256666"/>
                  </a:lnTo>
                  <a:lnTo>
                    <a:pt x="2259358" y="256676"/>
                  </a:lnTo>
                  <a:lnTo>
                    <a:pt x="2259402" y="256694"/>
                  </a:lnTo>
                  <a:lnTo>
                    <a:pt x="2259433" y="256705"/>
                  </a:lnTo>
                  <a:lnTo>
                    <a:pt x="2259451" y="256716"/>
                  </a:lnTo>
                  <a:lnTo>
                    <a:pt x="2259468" y="256720"/>
                  </a:lnTo>
                  <a:lnTo>
                    <a:pt x="2259477" y="256722"/>
                  </a:lnTo>
                  <a:lnTo>
                    <a:pt x="2259501" y="256731"/>
                  </a:lnTo>
                  <a:lnTo>
                    <a:pt x="2259527" y="256744"/>
                  </a:lnTo>
                  <a:lnTo>
                    <a:pt x="2259547" y="256753"/>
                  </a:lnTo>
                  <a:lnTo>
                    <a:pt x="2259567" y="256762"/>
                  </a:lnTo>
                  <a:lnTo>
                    <a:pt x="2259662" y="256781"/>
                  </a:lnTo>
                  <a:lnTo>
                    <a:pt x="2259758" y="256781"/>
                  </a:lnTo>
                  <a:lnTo>
                    <a:pt x="2259974" y="256781"/>
                  </a:lnTo>
                  <a:lnTo>
                    <a:pt x="2260139" y="256753"/>
                  </a:lnTo>
                  <a:lnTo>
                    <a:pt x="2261003" y="256684"/>
                  </a:lnTo>
                  <a:lnTo>
                    <a:pt x="2261032" y="256685"/>
                  </a:lnTo>
                  <a:lnTo>
                    <a:pt x="2261419" y="256705"/>
                  </a:lnTo>
                  <a:lnTo>
                    <a:pt x="2261431" y="256702"/>
                  </a:lnTo>
                  <a:lnTo>
                    <a:pt x="2261492" y="256692"/>
                  </a:lnTo>
                  <a:lnTo>
                    <a:pt x="2261667" y="256679"/>
                  </a:lnTo>
                  <a:lnTo>
                    <a:pt x="2261900" y="256663"/>
                  </a:lnTo>
                  <a:lnTo>
                    <a:pt x="2261953" y="256658"/>
                  </a:lnTo>
                  <a:lnTo>
                    <a:pt x="2262013" y="256653"/>
                  </a:lnTo>
                  <a:lnTo>
                    <a:pt x="2262072" y="256647"/>
                  </a:lnTo>
                  <a:lnTo>
                    <a:pt x="2262140" y="256644"/>
                  </a:lnTo>
                  <a:lnTo>
                    <a:pt x="2262226" y="256646"/>
                  </a:lnTo>
                  <a:lnTo>
                    <a:pt x="2262351" y="256651"/>
                  </a:lnTo>
                  <a:lnTo>
                    <a:pt x="2263048" y="256639"/>
                  </a:lnTo>
                  <a:lnTo>
                    <a:pt x="2263417" y="256637"/>
                  </a:lnTo>
                  <a:lnTo>
                    <a:pt x="2263487" y="256639"/>
                  </a:lnTo>
                  <a:lnTo>
                    <a:pt x="2263505" y="256641"/>
                  </a:lnTo>
                  <a:lnTo>
                    <a:pt x="2263519" y="256637"/>
                  </a:lnTo>
                  <a:lnTo>
                    <a:pt x="2263911" y="256484"/>
                  </a:lnTo>
                  <a:lnTo>
                    <a:pt x="2264484" y="256338"/>
                  </a:lnTo>
                  <a:lnTo>
                    <a:pt x="2264609" y="256311"/>
                  </a:lnTo>
                  <a:lnTo>
                    <a:pt x="2264658" y="256293"/>
                  </a:lnTo>
                  <a:lnTo>
                    <a:pt x="2264679" y="256280"/>
                  </a:lnTo>
                  <a:lnTo>
                    <a:pt x="2264751" y="256245"/>
                  </a:lnTo>
                  <a:lnTo>
                    <a:pt x="2264821" y="256212"/>
                  </a:lnTo>
                  <a:lnTo>
                    <a:pt x="2264865" y="256196"/>
                  </a:lnTo>
                  <a:lnTo>
                    <a:pt x="2264899" y="256186"/>
                  </a:lnTo>
                  <a:lnTo>
                    <a:pt x="2264931" y="256176"/>
                  </a:lnTo>
                  <a:lnTo>
                    <a:pt x="2264959" y="256171"/>
                  </a:lnTo>
                  <a:lnTo>
                    <a:pt x="2264988" y="256165"/>
                  </a:lnTo>
                  <a:lnTo>
                    <a:pt x="2265027" y="256157"/>
                  </a:lnTo>
                  <a:lnTo>
                    <a:pt x="2265120" y="256150"/>
                  </a:lnTo>
                  <a:lnTo>
                    <a:pt x="2265361" y="256142"/>
                  </a:lnTo>
                  <a:lnTo>
                    <a:pt x="2265458" y="256143"/>
                  </a:lnTo>
                  <a:lnTo>
                    <a:pt x="2265522" y="256148"/>
                  </a:lnTo>
                  <a:lnTo>
                    <a:pt x="2265627" y="256155"/>
                  </a:lnTo>
                  <a:lnTo>
                    <a:pt x="2265687" y="256160"/>
                  </a:lnTo>
                  <a:lnTo>
                    <a:pt x="2265738" y="256163"/>
                  </a:lnTo>
                  <a:lnTo>
                    <a:pt x="2265783" y="256168"/>
                  </a:lnTo>
                  <a:lnTo>
                    <a:pt x="2265842" y="256177"/>
                  </a:lnTo>
                  <a:lnTo>
                    <a:pt x="2265905" y="256190"/>
                  </a:lnTo>
                  <a:lnTo>
                    <a:pt x="2265992" y="256212"/>
                  </a:lnTo>
                  <a:lnTo>
                    <a:pt x="2266071" y="256236"/>
                  </a:lnTo>
                  <a:lnTo>
                    <a:pt x="2266166" y="256266"/>
                  </a:lnTo>
                  <a:lnTo>
                    <a:pt x="2266211" y="256280"/>
                  </a:lnTo>
                  <a:lnTo>
                    <a:pt x="2266251" y="256296"/>
                  </a:lnTo>
                  <a:lnTo>
                    <a:pt x="2266302" y="256314"/>
                  </a:lnTo>
                  <a:lnTo>
                    <a:pt x="2266379" y="256336"/>
                  </a:lnTo>
                  <a:lnTo>
                    <a:pt x="2266532" y="256374"/>
                  </a:lnTo>
                  <a:lnTo>
                    <a:pt x="2266604" y="256399"/>
                  </a:lnTo>
                  <a:lnTo>
                    <a:pt x="2266666" y="256419"/>
                  </a:lnTo>
                  <a:lnTo>
                    <a:pt x="2266746" y="256440"/>
                  </a:lnTo>
                  <a:lnTo>
                    <a:pt x="2266823" y="256447"/>
                  </a:lnTo>
                  <a:lnTo>
                    <a:pt x="2266901" y="256448"/>
                  </a:lnTo>
                  <a:lnTo>
                    <a:pt x="2267017" y="256442"/>
                  </a:lnTo>
                  <a:lnTo>
                    <a:pt x="2267061" y="256436"/>
                  </a:lnTo>
                  <a:lnTo>
                    <a:pt x="2267092" y="256431"/>
                  </a:lnTo>
                  <a:lnTo>
                    <a:pt x="2267129" y="256422"/>
                  </a:lnTo>
                  <a:lnTo>
                    <a:pt x="2267176" y="256407"/>
                  </a:lnTo>
                  <a:lnTo>
                    <a:pt x="2267211" y="256395"/>
                  </a:lnTo>
                  <a:lnTo>
                    <a:pt x="2267245" y="256382"/>
                  </a:lnTo>
                  <a:lnTo>
                    <a:pt x="2267290" y="256365"/>
                  </a:lnTo>
                  <a:lnTo>
                    <a:pt x="2267355" y="256336"/>
                  </a:lnTo>
                  <a:lnTo>
                    <a:pt x="2267398" y="256313"/>
                  </a:lnTo>
                  <a:lnTo>
                    <a:pt x="2267489" y="256271"/>
                  </a:lnTo>
                  <a:lnTo>
                    <a:pt x="2267519" y="256255"/>
                  </a:lnTo>
                  <a:lnTo>
                    <a:pt x="2267561" y="256232"/>
                  </a:lnTo>
                  <a:lnTo>
                    <a:pt x="2267613" y="256205"/>
                  </a:lnTo>
                  <a:lnTo>
                    <a:pt x="2267681" y="256171"/>
                  </a:lnTo>
                  <a:lnTo>
                    <a:pt x="2267736" y="256142"/>
                  </a:lnTo>
                  <a:lnTo>
                    <a:pt x="2267778" y="256120"/>
                  </a:lnTo>
                  <a:lnTo>
                    <a:pt x="2267810" y="256099"/>
                  </a:lnTo>
                  <a:lnTo>
                    <a:pt x="2267851" y="256074"/>
                  </a:lnTo>
                  <a:lnTo>
                    <a:pt x="2267897" y="256033"/>
                  </a:lnTo>
                  <a:lnTo>
                    <a:pt x="2267917" y="256015"/>
                  </a:lnTo>
                  <a:lnTo>
                    <a:pt x="2267947" y="255977"/>
                  </a:lnTo>
                  <a:lnTo>
                    <a:pt x="2267972" y="255942"/>
                  </a:lnTo>
                  <a:lnTo>
                    <a:pt x="2267997" y="255897"/>
                  </a:lnTo>
                  <a:lnTo>
                    <a:pt x="2268011" y="255878"/>
                  </a:lnTo>
                  <a:lnTo>
                    <a:pt x="2268032" y="255839"/>
                  </a:lnTo>
                  <a:lnTo>
                    <a:pt x="2268049" y="255809"/>
                  </a:lnTo>
                  <a:lnTo>
                    <a:pt x="2268074" y="255768"/>
                  </a:lnTo>
                  <a:lnTo>
                    <a:pt x="2268092" y="255729"/>
                  </a:lnTo>
                  <a:lnTo>
                    <a:pt x="2268107" y="255701"/>
                  </a:lnTo>
                  <a:lnTo>
                    <a:pt x="2268115" y="255686"/>
                  </a:lnTo>
                  <a:lnTo>
                    <a:pt x="2268123" y="255655"/>
                  </a:lnTo>
                  <a:lnTo>
                    <a:pt x="2268135" y="255632"/>
                  </a:lnTo>
                  <a:lnTo>
                    <a:pt x="2268140" y="255617"/>
                  </a:lnTo>
                  <a:lnTo>
                    <a:pt x="2268149" y="255593"/>
                  </a:lnTo>
                  <a:lnTo>
                    <a:pt x="2268154" y="255575"/>
                  </a:lnTo>
                  <a:lnTo>
                    <a:pt x="2268166" y="255549"/>
                  </a:lnTo>
                  <a:lnTo>
                    <a:pt x="2268171" y="255533"/>
                  </a:lnTo>
                  <a:lnTo>
                    <a:pt x="2268177" y="255520"/>
                  </a:lnTo>
                  <a:lnTo>
                    <a:pt x="2268182" y="255501"/>
                  </a:lnTo>
                  <a:lnTo>
                    <a:pt x="2268190" y="255482"/>
                  </a:lnTo>
                  <a:lnTo>
                    <a:pt x="2268193" y="255455"/>
                  </a:lnTo>
                  <a:lnTo>
                    <a:pt x="2268201" y="255432"/>
                  </a:lnTo>
                  <a:lnTo>
                    <a:pt x="2268205" y="255407"/>
                  </a:lnTo>
                  <a:lnTo>
                    <a:pt x="2268206" y="255370"/>
                  </a:lnTo>
                  <a:lnTo>
                    <a:pt x="2268255" y="255100"/>
                  </a:lnTo>
                  <a:lnTo>
                    <a:pt x="2268322" y="254971"/>
                  </a:lnTo>
                  <a:lnTo>
                    <a:pt x="2268593" y="254643"/>
                  </a:lnTo>
                  <a:lnTo>
                    <a:pt x="2269075" y="254351"/>
                  </a:lnTo>
                  <a:lnTo>
                    <a:pt x="2269410" y="254278"/>
                  </a:lnTo>
                  <a:lnTo>
                    <a:pt x="2269814" y="254278"/>
                  </a:lnTo>
                  <a:lnTo>
                    <a:pt x="2270009" y="254278"/>
                  </a:lnTo>
                  <a:lnTo>
                    <a:pt x="2270016" y="254281"/>
                  </a:lnTo>
                  <a:lnTo>
                    <a:pt x="2270042" y="254288"/>
                  </a:lnTo>
                  <a:lnTo>
                    <a:pt x="2270060" y="254293"/>
                  </a:lnTo>
                  <a:lnTo>
                    <a:pt x="2270075" y="254295"/>
                  </a:lnTo>
                  <a:lnTo>
                    <a:pt x="2270089" y="254294"/>
                  </a:lnTo>
                  <a:lnTo>
                    <a:pt x="2270109" y="254294"/>
                  </a:lnTo>
                  <a:lnTo>
                    <a:pt x="2270134" y="254292"/>
                  </a:lnTo>
                  <a:lnTo>
                    <a:pt x="2270159" y="254289"/>
                  </a:lnTo>
                  <a:lnTo>
                    <a:pt x="2270179" y="254288"/>
                  </a:lnTo>
                  <a:lnTo>
                    <a:pt x="2270196" y="254288"/>
                  </a:lnTo>
                  <a:lnTo>
                    <a:pt x="2270217" y="254285"/>
                  </a:lnTo>
                  <a:lnTo>
                    <a:pt x="2270255" y="254281"/>
                  </a:lnTo>
                  <a:lnTo>
                    <a:pt x="2270358" y="254261"/>
                  </a:lnTo>
                  <a:lnTo>
                    <a:pt x="2270415" y="254249"/>
                  </a:lnTo>
                  <a:lnTo>
                    <a:pt x="2270446" y="254244"/>
                  </a:lnTo>
                  <a:lnTo>
                    <a:pt x="2270507" y="254241"/>
                  </a:lnTo>
                  <a:lnTo>
                    <a:pt x="2270534" y="254244"/>
                  </a:lnTo>
                  <a:lnTo>
                    <a:pt x="2270585" y="254250"/>
                  </a:lnTo>
                  <a:lnTo>
                    <a:pt x="2270633" y="254255"/>
                  </a:lnTo>
                  <a:lnTo>
                    <a:pt x="2270671" y="254260"/>
                  </a:lnTo>
                  <a:lnTo>
                    <a:pt x="2270709" y="254267"/>
                  </a:lnTo>
                  <a:lnTo>
                    <a:pt x="2270738" y="254270"/>
                  </a:lnTo>
                  <a:lnTo>
                    <a:pt x="2270794" y="254280"/>
                  </a:lnTo>
                  <a:lnTo>
                    <a:pt x="2270838" y="254286"/>
                  </a:lnTo>
                  <a:lnTo>
                    <a:pt x="2270878" y="254294"/>
                  </a:lnTo>
                  <a:lnTo>
                    <a:pt x="2270931" y="254300"/>
                  </a:lnTo>
                  <a:lnTo>
                    <a:pt x="2270962" y="254306"/>
                  </a:lnTo>
                  <a:lnTo>
                    <a:pt x="2271017" y="254310"/>
                  </a:lnTo>
                  <a:lnTo>
                    <a:pt x="2271054" y="254316"/>
                  </a:lnTo>
                  <a:lnTo>
                    <a:pt x="2271106" y="254319"/>
                  </a:lnTo>
                  <a:lnTo>
                    <a:pt x="2271138" y="254324"/>
                  </a:lnTo>
                  <a:lnTo>
                    <a:pt x="2271205" y="254330"/>
                  </a:lnTo>
                  <a:lnTo>
                    <a:pt x="2271253" y="254337"/>
                  </a:lnTo>
                  <a:lnTo>
                    <a:pt x="2271287" y="254342"/>
                  </a:lnTo>
                  <a:lnTo>
                    <a:pt x="2271332" y="254352"/>
                  </a:lnTo>
                  <a:lnTo>
                    <a:pt x="2271384" y="254365"/>
                  </a:lnTo>
                  <a:lnTo>
                    <a:pt x="2271423" y="254376"/>
                  </a:lnTo>
                  <a:lnTo>
                    <a:pt x="2271480" y="254388"/>
                  </a:lnTo>
                  <a:lnTo>
                    <a:pt x="2271507" y="254395"/>
                  </a:lnTo>
                  <a:lnTo>
                    <a:pt x="2271545" y="254404"/>
                  </a:lnTo>
                  <a:lnTo>
                    <a:pt x="2271600" y="254415"/>
                  </a:lnTo>
                  <a:lnTo>
                    <a:pt x="2271639" y="254423"/>
                  </a:lnTo>
                  <a:lnTo>
                    <a:pt x="2271679" y="254426"/>
                  </a:lnTo>
                  <a:lnTo>
                    <a:pt x="2271739" y="254432"/>
                  </a:lnTo>
                  <a:lnTo>
                    <a:pt x="2271778" y="254432"/>
                  </a:lnTo>
                  <a:lnTo>
                    <a:pt x="2271817" y="254439"/>
                  </a:lnTo>
                  <a:lnTo>
                    <a:pt x="2271857" y="254443"/>
                  </a:lnTo>
                  <a:lnTo>
                    <a:pt x="2271892" y="254450"/>
                  </a:lnTo>
                  <a:lnTo>
                    <a:pt x="2271927" y="254454"/>
                  </a:lnTo>
                  <a:lnTo>
                    <a:pt x="2271965" y="254459"/>
                  </a:lnTo>
                  <a:lnTo>
                    <a:pt x="2272012" y="254467"/>
                  </a:lnTo>
                  <a:lnTo>
                    <a:pt x="2272041" y="254473"/>
                  </a:lnTo>
                  <a:lnTo>
                    <a:pt x="2272117" y="254490"/>
                  </a:lnTo>
                  <a:lnTo>
                    <a:pt x="2272160" y="254499"/>
                  </a:lnTo>
                  <a:lnTo>
                    <a:pt x="2272202" y="254509"/>
                  </a:lnTo>
                  <a:lnTo>
                    <a:pt x="2272276" y="254528"/>
                  </a:lnTo>
                  <a:lnTo>
                    <a:pt x="2272313" y="254539"/>
                  </a:lnTo>
                  <a:lnTo>
                    <a:pt x="2272350" y="254554"/>
                  </a:lnTo>
                  <a:lnTo>
                    <a:pt x="2272383" y="254572"/>
                  </a:lnTo>
                  <a:lnTo>
                    <a:pt x="2272437" y="254603"/>
                  </a:lnTo>
                  <a:lnTo>
                    <a:pt x="2272486" y="254628"/>
                  </a:lnTo>
                  <a:lnTo>
                    <a:pt x="2272551" y="254662"/>
                  </a:lnTo>
                  <a:lnTo>
                    <a:pt x="2272608" y="254691"/>
                  </a:lnTo>
                  <a:lnTo>
                    <a:pt x="2272661" y="254721"/>
                  </a:lnTo>
                  <a:lnTo>
                    <a:pt x="2272717" y="254751"/>
                  </a:lnTo>
                  <a:lnTo>
                    <a:pt x="2272739" y="254763"/>
                  </a:lnTo>
                  <a:lnTo>
                    <a:pt x="2272752" y="254770"/>
                  </a:lnTo>
                  <a:lnTo>
                    <a:pt x="2272906" y="254869"/>
                  </a:lnTo>
                  <a:lnTo>
                    <a:pt x="2273209" y="255007"/>
                  </a:lnTo>
                  <a:lnTo>
                    <a:pt x="2273243" y="255027"/>
                  </a:lnTo>
                  <a:lnTo>
                    <a:pt x="2273339" y="255109"/>
                  </a:lnTo>
                  <a:lnTo>
                    <a:pt x="2273377" y="255130"/>
                  </a:lnTo>
                  <a:lnTo>
                    <a:pt x="2273445" y="255156"/>
                  </a:lnTo>
                  <a:lnTo>
                    <a:pt x="2273818" y="255270"/>
                  </a:lnTo>
                  <a:lnTo>
                    <a:pt x="2274252" y="255395"/>
                  </a:lnTo>
                  <a:lnTo>
                    <a:pt x="2274567" y="255402"/>
                  </a:lnTo>
                  <a:lnTo>
                    <a:pt x="2274609" y="255413"/>
                  </a:lnTo>
                  <a:lnTo>
                    <a:pt x="2275482" y="255798"/>
                  </a:lnTo>
                  <a:lnTo>
                    <a:pt x="2275574" y="255826"/>
                  </a:lnTo>
                  <a:lnTo>
                    <a:pt x="2275576" y="255831"/>
                  </a:lnTo>
                  <a:lnTo>
                    <a:pt x="2275937" y="255958"/>
                  </a:lnTo>
                  <a:lnTo>
                    <a:pt x="2275988" y="255970"/>
                  </a:lnTo>
                  <a:lnTo>
                    <a:pt x="2276344" y="256034"/>
                  </a:lnTo>
                  <a:lnTo>
                    <a:pt x="2276491" y="256045"/>
                  </a:lnTo>
                  <a:lnTo>
                    <a:pt x="2276689" y="256063"/>
                  </a:lnTo>
                  <a:lnTo>
                    <a:pt x="2276755" y="256066"/>
                  </a:lnTo>
                  <a:lnTo>
                    <a:pt x="2277378" y="256109"/>
                  </a:lnTo>
                  <a:lnTo>
                    <a:pt x="2278015" y="256113"/>
                  </a:lnTo>
                  <a:lnTo>
                    <a:pt x="2278044" y="256112"/>
                  </a:lnTo>
                  <a:lnTo>
                    <a:pt x="2278089" y="256112"/>
                  </a:lnTo>
                  <a:lnTo>
                    <a:pt x="2278109" y="256109"/>
                  </a:lnTo>
                  <a:lnTo>
                    <a:pt x="2278155" y="256101"/>
                  </a:lnTo>
                  <a:lnTo>
                    <a:pt x="2278185" y="256093"/>
                  </a:lnTo>
                  <a:lnTo>
                    <a:pt x="2278216" y="256081"/>
                  </a:lnTo>
                  <a:lnTo>
                    <a:pt x="2278261" y="256064"/>
                  </a:lnTo>
                  <a:lnTo>
                    <a:pt x="2278298" y="256048"/>
                  </a:lnTo>
                  <a:lnTo>
                    <a:pt x="2278329" y="256036"/>
                  </a:lnTo>
                  <a:lnTo>
                    <a:pt x="2278374" y="256020"/>
                  </a:lnTo>
                  <a:lnTo>
                    <a:pt x="2278416" y="256009"/>
                  </a:lnTo>
                  <a:lnTo>
                    <a:pt x="2278454" y="256002"/>
                  </a:lnTo>
                  <a:lnTo>
                    <a:pt x="2278491" y="255992"/>
                  </a:lnTo>
                  <a:lnTo>
                    <a:pt x="2278514" y="255989"/>
                  </a:lnTo>
                  <a:lnTo>
                    <a:pt x="2278544" y="255977"/>
                  </a:lnTo>
                  <a:lnTo>
                    <a:pt x="2278596" y="255956"/>
                  </a:lnTo>
                  <a:lnTo>
                    <a:pt x="2278624" y="255949"/>
                  </a:lnTo>
                  <a:lnTo>
                    <a:pt x="2278662" y="255935"/>
                  </a:lnTo>
                  <a:lnTo>
                    <a:pt x="2278710" y="255923"/>
                  </a:lnTo>
                  <a:lnTo>
                    <a:pt x="2278748" y="255915"/>
                  </a:lnTo>
                  <a:lnTo>
                    <a:pt x="2278797" y="255904"/>
                  </a:lnTo>
                  <a:lnTo>
                    <a:pt x="2278833" y="255896"/>
                  </a:lnTo>
                  <a:lnTo>
                    <a:pt x="2278882" y="255884"/>
                  </a:lnTo>
                  <a:lnTo>
                    <a:pt x="2278917" y="255880"/>
                  </a:lnTo>
                  <a:lnTo>
                    <a:pt x="2278950" y="255877"/>
                  </a:lnTo>
                  <a:lnTo>
                    <a:pt x="2279013" y="255869"/>
                  </a:lnTo>
                  <a:lnTo>
                    <a:pt x="2279064" y="255867"/>
                  </a:lnTo>
                  <a:lnTo>
                    <a:pt x="2279120" y="255861"/>
                  </a:lnTo>
                  <a:lnTo>
                    <a:pt x="2279172" y="255854"/>
                  </a:lnTo>
                  <a:lnTo>
                    <a:pt x="2279221" y="255839"/>
                  </a:lnTo>
                  <a:lnTo>
                    <a:pt x="2279287" y="255817"/>
                  </a:lnTo>
                  <a:lnTo>
                    <a:pt x="2279352" y="255800"/>
                  </a:lnTo>
                  <a:lnTo>
                    <a:pt x="2279381" y="255792"/>
                  </a:lnTo>
                  <a:lnTo>
                    <a:pt x="2279442" y="255774"/>
                  </a:lnTo>
                  <a:lnTo>
                    <a:pt x="2279477" y="255761"/>
                  </a:lnTo>
                  <a:lnTo>
                    <a:pt x="2279500" y="255757"/>
                  </a:lnTo>
                  <a:lnTo>
                    <a:pt x="2279532" y="255744"/>
                  </a:lnTo>
                  <a:lnTo>
                    <a:pt x="2279569" y="255734"/>
                  </a:lnTo>
                  <a:lnTo>
                    <a:pt x="2279616" y="255716"/>
                  </a:lnTo>
                  <a:lnTo>
                    <a:pt x="2279661" y="255697"/>
                  </a:lnTo>
                  <a:lnTo>
                    <a:pt x="2279693" y="255683"/>
                  </a:lnTo>
                  <a:lnTo>
                    <a:pt x="2279735" y="255662"/>
                  </a:lnTo>
                  <a:lnTo>
                    <a:pt x="2279757" y="255652"/>
                  </a:lnTo>
                  <a:lnTo>
                    <a:pt x="2279790" y="255636"/>
                  </a:lnTo>
                  <a:lnTo>
                    <a:pt x="2279821" y="255621"/>
                  </a:lnTo>
                  <a:lnTo>
                    <a:pt x="2279851" y="255609"/>
                  </a:lnTo>
                  <a:lnTo>
                    <a:pt x="2279876" y="255597"/>
                  </a:lnTo>
                  <a:lnTo>
                    <a:pt x="2279911" y="255582"/>
                  </a:lnTo>
                  <a:lnTo>
                    <a:pt x="2279979" y="255535"/>
                  </a:lnTo>
                  <a:lnTo>
                    <a:pt x="2280052" y="255489"/>
                  </a:lnTo>
                  <a:lnTo>
                    <a:pt x="2280127" y="255434"/>
                  </a:lnTo>
                  <a:lnTo>
                    <a:pt x="2280200" y="255384"/>
                  </a:lnTo>
                  <a:lnTo>
                    <a:pt x="2280236" y="255356"/>
                  </a:lnTo>
                  <a:lnTo>
                    <a:pt x="2280290" y="255321"/>
                  </a:lnTo>
                  <a:lnTo>
                    <a:pt x="2280346" y="255279"/>
                  </a:lnTo>
                  <a:lnTo>
                    <a:pt x="2280386" y="255247"/>
                  </a:lnTo>
                  <a:lnTo>
                    <a:pt x="2280439" y="255193"/>
                  </a:lnTo>
                  <a:lnTo>
                    <a:pt x="2280479" y="255143"/>
                  </a:lnTo>
                  <a:lnTo>
                    <a:pt x="2280498" y="255121"/>
                  </a:lnTo>
                  <a:lnTo>
                    <a:pt x="2280521" y="255086"/>
                  </a:lnTo>
                  <a:lnTo>
                    <a:pt x="2280542" y="255055"/>
                  </a:lnTo>
                  <a:lnTo>
                    <a:pt x="2280570" y="255012"/>
                  </a:lnTo>
                  <a:lnTo>
                    <a:pt x="2280583" y="254988"/>
                  </a:lnTo>
                  <a:lnTo>
                    <a:pt x="2280596" y="254937"/>
                  </a:lnTo>
                  <a:lnTo>
                    <a:pt x="2280617" y="254876"/>
                  </a:lnTo>
                  <a:lnTo>
                    <a:pt x="2280618" y="254856"/>
                  </a:lnTo>
                  <a:lnTo>
                    <a:pt x="2280631" y="254828"/>
                  </a:lnTo>
                  <a:lnTo>
                    <a:pt x="2280638" y="254796"/>
                  </a:lnTo>
                  <a:lnTo>
                    <a:pt x="2280657" y="254741"/>
                  </a:lnTo>
                  <a:lnTo>
                    <a:pt x="2280670" y="254723"/>
                  </a:lnTo>
                  <a:lnTo>
                    <a:pt x="2280681" y="254684"/>
                  </a:lnTo>
                  <a:lnTo>
                    <a:pt x="2280697" y="254643"/>
                  </a:lnTo>
                  <a:lnTo>
                    <a:pt x="2280708" y="254613"/>
                  </a:lnTo>
                  <a:lnTo>
                    <a:pt x="2280716" y="254565"/>
                  </a:lnTo>
                  <a:lnTo>
                    <a:pt x="2280714" y="254510"/>
                  </a:lnTo>
                  <a:lnTo>
                    <a:pt x="2280703" y="254460"/>
                  </a:lnTo>
                  <a:lnTo>
                    <a:pt x="2280691" y="254422"/>
                  </a:lnTo>
                  <a:lnTo>
                    <a:pt x="2280657" y="254362"/>
                  </a:lnTo>
                  <a:lnTo>
                    <a:pt x="2280628" y="254314"/>
                  </a:lnTo>
                  <a:lnTo>
                    <a:pt x="2280615" y="254292"/>
                  </a:lnTo>
                  <a:lnTo>
                    <a:pt x="2280591" y="254268"/>
                  </a:lnTo>
                  <a:lnTo>
                    <a:pt x="2280565" y="254245"/>
                  </a:lnTo>
                  <a:lnTo>
                    <a:pt x="2280500" y="254199"/>
                  </a:lnTo>
                  <a:lnTo>
                    <a:pt x="2280454" y="254166"/>
                  </a:lnTo>
                  <a:lnTo>
                    <a:pt x="2280399" y="254123"/>
                  </a:lnTo>
                  <a:lnTo>
                    <a:pt x="2280359" y="254086"/>
                  </a:lnTo>
                  <a:lnTo>
                    <a:pt x="2280327" y="254049"/>
                  </a:lnTo>
                  <a:lnTo>
                    <a:pt x="2280307" y="254026"/>
                  </a:lnTo>
                  <a:lnTo>
                    <a:pt x="2280277" y="253999"/>
                  </a:lnTo>
                  <a:lnTo>
                    <a:pt x="2280252" y="253984"/>
                  </a:lnTo>
                  <a:lnTo>
                    <a:pt x="2280234" y="253974"/>
                  </a:lnTo>
                  <a:lnTo>
                    <a:pt x="2280203" y="253956"/>
                  </a:lnTo>
                  <a:lnTo>
                    <a:pt x="2280141" y="253907"/>
                  </a:lnTo>
                  <a:lnTo>
                    <a:pt x="2280111" y="253877"/>
                  </a:lnTo>
                  <a:lnTo>
                    <a:pt x="2280077" y="253822"/>
                  </a:lnTo>
                  <a:lnTo>
                    <a:pt x="2280044" y="253757"/>
                  </a:lnTo>
                  <a:lnTo>
                    <a:pt x="2280026" y="253716"/>
                  </a:lnTo>
                  <a:lnTo>
                    <a:pt x="2280012" y="253646"/>
                  </a:lnTo>
                  <a:lnTo>
                    <a:pt x="2280002" y="253591"/>
                  </a:lnTo>
                  <a:lnTo>
                    <a:pt x="2279996" y="253556"/>
                  </a:lnTo>
                  <a:lnTo>
                    <a:pt x="2279990" y="253521"/>
                  </a:lnTo>
                  <a:lnTo>
                    <a:pt x="2279987" y="253445"/>
                  </a:lnTo>
                  <a:lnTo>
                    <a:pt x="2279984" y="253398"/>
                  </a:lnTo>
                  <a:lnTo>
                    <a:pt x="2279990" y="253334"/>
                  </a:lnTo>
                  <a:lnTo>
                    <a:pt x="2279999" y="253303"/>
                  </a:lnTo>
                  <a:lnTo>
                    <a:pt x="2280007" y="253278"/>
                  </a:lnTo>
                  <a:lnTo>
                    <a:pt x="2280021" y="253228"/>
                  </a:lnTo>
                  <a:lnTo>
                    <a:pt x="2280034" y="253204"/>
                  </a:lnTo>
                  <a:lnTo>
                    <a:pt x="2280053" y="253125"/>
                  </a:lnTo>
                  <a:lnTo>
                    <a:pt x="2280055" y="253074"/>
                  </a:lnTo>
                  <a:lnTo>
                    <a:pt x="2280060" y="253049"/>
                  </a:lnTo>
                  <a:lnTo>
                    <a:pt x="2280063" y="253010"/>
                  </a:lnTo>
                  <a:lnTo>
                    <a:pt x="2280070" y="252968"/>
                  </a:lnTo>
                  <a:lnTo>
                    <a:pt x="2280087" y="252900"/>
                  </a:lnTo>
                  <a:lnTo>
                    <a:pt x="2280107" y="252851"/>
                  </a:lnTo>
                  <a:lnTo>
                    <a:pt x="2280123" y="252811"/>
                  </a:lnTo>
                  <a:lnTo>
                    <a:pt x="2280136" y="252775"/>
                  </a:lnTo>
                  <a:lnTo>
                    <a:pt x="2280146" y="252710"/>
                  </a:lnTo>
                  <a:lnTo>
                    <a:pt x="2280163" y="252641"/>
                  </a:lnTo>
                  <a:lnTo>
                    <a:pt x="2280175" y="252598"/>
                  </a:lnTo>
                  <a:lnTo>
                    <a:pt x="2280183" y="252555"/>
                  </a:lnTo>
                  <a:lnTo>
                    <a:pt x="2280197" y="252507"/>
                  </a:lnTo>
                  <a:lnTo>
                    <a:pt x="2280207" y="252466"/>
                  </a:lnTo>
                  <a:lnTo>
                    <a:pt x="2280233" y="252391"/>
                  </a:lnTo>
                  <a:lnTo>
                    <a:pt x="2280242" y="252362"/>
                  </a:lnTo>
                  <a:lnTo>
                    <a:pt x="2280248" y="252322"/>
                  </a:lnTo>
                  <a:lnTo>
                    <a:pt x="2280257" y="252285"/>
                  </a:lnTo>
                  <a:lnTo>
                    <a:pt x="2280272" y="252247"/>
                  </a:lnTo>
                  <a:lnTo>
                    <a:pt x="2280286" y="252203"/>
                  </a:lnTo>
                  <a:lnTo>
                    <a:pt x="2280334" y="252127"/>
                  </a:lnTo>
                  <a:lnTo>
                    <a:pt x="2280360" y="252084"/>
                  </a:lnTo>
                  <a:lnTo>
                    <a:pt x="2280426" y="251984"/>
                  </a:lnTo>
                  <a:lnTo>
                    <a:pt x="2280502" y="251879"/>
                  </a:lnTo>
                  <a:lnTo>
                    <a:pt x="2280558" y="251800"/>
                  </a:lnTo>
                  <a:lnTo>
                    <a:pt x="2280632" y="251705"/>
                  </a:lnTo>
                  <a:lnTo>
                    <a:pt x="2280700" y="251615"/>
                  </a:lnTo>
                  <a:lnTo>
                    <a:pt x="2280752" y="251545"/>
                  </a:lnTo>
                  <a:lnTo>
                    <a:pt x="2280800" y="251487"/>
                  </a:lnTo>
                  <a:lnTo>
                    <a:pt x="2280854" y="251417"/>
                  </a:lnTo>
                  <a:lnTo>
                    <a:pt x="2280880" y="251377"/>
                  </a:lnTo>
                  <a:lnTo>
                    <a:pt x="2280910" y="251339"/>
                  </a:lnTo>
                  <a:lnTo>
                    <a:pt x="2280926" y="251304"/>
                  </a:lnTo>
                  <a:lnTo>
                    <a:pt x="2280940" y="251274"/>
                  </a:lnTo>
                  <a:lnTo>
                    <a:pt x="2280955" y="251231"/>
                  </a:lnTo>
                  <a:lnTo>
                    <a:pt x="2280961" y="251189"/>
                  </a:lnTo>
                  <a:lnTo>
                    <a:pt x="2280969" y="251161"/>
                  </a:lnTo>
                  <a:lnTo>
                    <a:pt x="2280979" y="251116"/>
                  </a:lnTo>
                  <a:lnTo>
                    <a:pt x="2280987" y="251079"/>
                  </a:lnTo>
                  <a:lnTo>
                    <a:pt x="2280996" y="251057"/>
                  </a:lnTo>
                  <a:lnTo>
                    <a:pt x="2281003" y="251011"/>
                  </a:lnTo>
                  <a:lnTo>
                    <a:pt x="2281013" y="250970"/>
                  </a:lnTo>
                  <a:lnTo>
                    <a:pt x="2281029" y="250929"/>
                  </a:lnTo>
                  <a:lnTo>
                    <a:pt x="2281044" y="250903"/>
                  </a:lnTo>
                  <a:lnTo>
                    <a:pt x="2281076" y="250874"/>
                  </a:lnTo>
                  <a:lnTo>
                    <a:pt x="2281104" y="250846"/>
                  </a:lnTo>
                  <a:lnTo>
                    <a:pt x="2281135" y="250810"/>
                  </a:lnTo>
                  <a:lnTo>
                    <a:pt x="2281161" y="250774"/>
                  </a:lnTo>
                  <a:lnTo>
                    <a:pt x="2281185" y="250738"/>
                  </a:lnTo>
                  <a:lnTo>
                    <a:pt x="2281217" y="250689"/>
                  </a:lnTo>
                  <a:lnTo>
                    <a:pt x="2281246" y="250653"/>
                  </a:lnTo>
                  <a:lnTo>
                    <a:pt x="2281286" y="250616"/>
                  </a:lnTo>
                  <a:lnTo>
                    <a:pt x="2281326" y="250589"/>
                  </a:lnTo>
                  <a:lnTo>
                    <a:pt x="2281389" y="250557"/>
                  </a:lnTo>
                  <a:lnTo>
                    <a:pt x="2281439" y="250532"/>
                  </a:lnTo>
                  <a:lnTo>
                    <a:pt x="2281503" y="250504"/>
                  </a:lnTo>
                  <a:lnTo>
                    <a:pt x="2281563" y="250478"/>
                  </a:lnTo>
                  <a:lnTo>
                    <a:pt x="2281638" y="250442"/>
                  </a:lnTo>
                  <a:lnTo>
                    <a:pt x="2281758" y="250393"/>
                  </a:lnTo>
                  <a:lnTo>
                    <a:pt x="2281794" y="250376"/>
                  </a:lnTo>
                  <a:lnTo>
                    <a:pt x="2281866" y="250349"/>
                  </a:lnTo>
                  <a:lnTo>
                    <a:pt x="2281970" y="250309"/>
                  </a:lnTo>
                  <a:lnTo>
                    <a:pt x="2282075" y="250271"/>
                  </a:lnTo>
                  <a:lnTo>
                    <a:pt x="2282164" y="250229"/>
                  </a:lnTo>
                  <a:lnTo>
                    <a:pt x="2282254" y="250182"/>
                  </a:lnTo>
                  <a:lnTo>
                    <a:pt x="2282333" y="250140"/>
                  </a:lnTo>
                  <a:lnTo>
                    <a:pt x="2282442" y="250073"/>
                  </a:lnTo>
                  <a:lnTo>
                    <a:pt x="2282524" y="250020"/>
                  </a:lnTo>
                  <a:lnTo>
                    <a:pt x="2282689" y="249920"/>
                  </a:lnTo>
                  <a:lnTo>
                    <a:pt x="2282838" y="249825"/>
                  </a:lnTo>
                  <a:lnTo>
                    <a:pt x="2282937" y="249749"/>
                  </a:lnTo>
                  <a:lnTo>
                    <a:pt x="2282974" y="249713"/>
                  </a:lnTo>
                  <a:lnTo>
                    <a:pt x="2283027" y="249670"/>
                  </a:lnTo>
                  <a:lnTo>
                    <a:pt x="2283078" y="249635"/>
                  </a:lnTo>
                  <a:lnTo>
                    <a:pt x="2283114" y="249622"/>
                  </a:lnTo>
                  <a:lnTo>
                    <a:pt x="2283144" y="249612"/>
                  </a:lnTo>
                  <a:lnTo>
                    <a:pt x="2283189" y="249605"/>
                  </a:lnTo>
                  <a:lnTo>
                    <a:pt x="2283232" y="249601"/>
                  </a:lnTo>
                  <a:lnTo>
                    <a:pt x="2283278" y="249599"/>
                  </a:lnTo>
                  <a:lnTo>
                    <a:pt x="2283301" y="249597"/>
                  </a:lnTo>
                  <a:lnTo>
                    <a:pt x="2283339" y="249574"/>
                  </a:lnTo>
                  <a:lnTo>
                    <a:pt x="2283383" y="249544"/>
                  </a:lnTo>
                  <a:lnTo>
                    <a:pt x="2283442" y="249492"/>
                  </a:lnTo>
                  <a:lnTo>
                    <a:pt x="2283507" y="249447"/>
                  </a:lnTo>
                  <a:lnTo>
                    <a:pt x="2283555" y="249406"/>
                  </a:lnTo>
                  <a:lnTo>
                    <a:pt x="2283594" y="249365"/>
                  </a:lnTo>
                  <a:lnTo>
                    <a:pt x="2283635" y="249309"/>
                  </a:lnTo>
                  <a:lnTo>
                    <a:pt x="2283670" y="249256"/>
                  </a:lnTo>
                  <a:lnTo>
                    <a:pt x="2283691" y="249186"/>
                  </a:lnTo>
                  <a:lnTo>
                    <a:pt x="2283703" y="249134"/>
                  </a:lnTo>
                  <a:lnTo>
                    <a:pt x="2283706" y="249075"/>
                  </a:lnTo>
                  <a:lnTo>
                    <a:pt x="2283712" y="249027"/>
                  </a:lnTo>
                  <a:lnTo>
                    <a:pt x="2283721" y="248969"/>
                  </a:lnTo>
                  <a:lnTo>
                    <a:pt x="2283724" y="248919"/>
                  </a:lnTo>
                  <a:lnTo>
                    <a:pt x="2283729" y="248824"/>
                  </a:lnTo>
                  <a:lnTo>
                    <a:pt x="2283738" y="248787"/>
                  </a:lnTo>
                  <a:lnTo>
                    <a:pt x="2283731" y="248713"/>
                  </a:lnTo>
                  <a:lnTo>
                    <a:pt x="2283717" y="248657"/>
                  </a:lnTo>
                  <a:lnTo>
                    <a:pt x="2283703" y="248576"/>
                  </a:lnTo>
                  <a:lnTo>
                    <a:pt x="2283680" y="248489"/>
                  </a:lnTo>
                  <a:lnTo>
                    <a:pt x="2283671" y="248450"/>
                  </a:lnTo>
                  <a:lnTo>
                    <a:pt x="2283663" y="248412"/>
                  </a:lnTo>
                  <a:lnTo>
                    <a:pt x="2283650" y="248333"/>
                  </a:lnTo>
                  <a:lnTo>
                    <a:pt x="2283640" y="248292"/>
                  </a:lnTo>
                  <a:lnTo>
                    <a:pt x="2283633" y="248264"/>
                  </a:lnTo>
                  <a:lnTo>
                    <a:pt x="2283618" y="248227"/>
                  </a:lnTo>
                  <a:lnTo>
                    <a:pt x="2283603" y="248192"/>
                  </a:lnTo>
                  <a:lnTo>
                    <a:pt x="2283584" y="248151"/>
                  </a:lnTo>
                  <a:lnTo>
                    <a:pt x="2283571" y="248125"/>
                  </a:lnTo>
                  <a:lnTo>
                    <a:pt x="2283541" y="248091"/>
                  </a:lnTo>
                  <a:lnTo>
                    <a:pt x="2283507" y="248055"/>
                  </a:lnTo>
                  <a:lnTo>
                    <a:pt x="2283458" y="248004"/>
                  </a:lnTo>
                  <a:lnTo>
                    <a:pt x="2283401" y="247951"/>
                  </a:lnTo>
                  <a:lnTo>
                    <a:pt x="2283382" y="247929"/>
                  </a:lnTo>
                  <a:lnTo>
                    <a:pt x="2283327" y="247870"/>
                  </a:lnTo>
                  <a:lnTo>
                    <a:pt x="2283309" y="247836"/>
                  </a:lnTo>
                  <a:lnTo>
                    <a:pt x="2283286" y="247800"/>
                  </a:lnTo>
                  <a:lnTo>
                    <a:pt x="2283281" y="247785"/>
                  </a:lnTo>
                  <a:lnTo>
                    <a:pt x="2283216" y="247679"/>
                  </a:lnTo>
                  <a:lnTo>
                    <a:pt x="2283177" y="247604"/>
                  </a:lnTo>
                  <a:lnTo>
                    <a:pt x="2283156" y="247555"/>
                  </a:lnTo>
                  <a:lnTo>
                    <a:pt x="2283081" y="247422"/>
                  </a:lnTo>
                  <a:lnTo>
                    <a:pt x="2283047" y="247359"/>
                  </a:lnTo>
                  <a:lnTo>
                    <a:pt x="2282955" y="247215"/>
                  </a:lnTo>
                  <a:lnTo>
                    <a:pt x="2282923" y="247159"/>
                  </a:lnTo>
                  <a:lnTo>
                    <a:pt x="2282893" y="247118"/>
                  </a:lnTo>
                  <a:lnTo>
                    <a:pt x="2282842" y="247059"/>
                  </a:lnTo>
                  <a:lnTo>
                    <a:pt x="2282781" y="247007"/>
                  </a:lnTo>
                  <a:lnTo>
                    <a:pt x="2282736" y="246974"/>
                  </a:lnTo>
                  <a:lnTo>
                    <a:pt x="2282700" y="246939"/>
                  </a:lnTo>
                  <a:lnTo>
                    <a:pt x="2282628" y="246867"/>
                  </a:lnTo>
                  <a:lnTo>
                    <a:pt x="2282596" y="246830"/>
                  </a:lnTo>
                  <a:lnTo>
                    <a:pt x="2282573" y="246801"/>
                  </a:lnTo>
                  <a:lnTo>
                    <a:pt x="2282561" y="246782"/>
                  </a:lnTo>
                  <a:lnTo>
                    <a:pt x="2282536" y="246743"/>
                  </a:lnTo>
                  <a:lnTo>
                    <a:pt x="2282522" y="246711"/>
                  </a:lnTo>
                  <a:lnTo>
                    <a:pt x="2282503" y="246635"/>
                  </a:lnTo>
                  <a:lnTo>
                    <a:pt x="2282492" y="246572"/>
                  </a:lnTo>
                  <a:lnTo>
                    <a:pt x="2282477" y="246480"/>
                  </a:lnTo>
                  <a:lnTo>
                    <a:pt x="2282476" y="246442"/>
                  </a:lnTo>
                  <a:lnTo>
                    <a:pt x="2282483" y="246416"/>
                  </a:lnTo>
                  <a:lnTo>
                    <a:pt x="2282497" y="246371"/>
                  </a:lnTo>
                  <a:lnTo>
                    <a:pt x="2282499" y="246315"/>
                  </a:lnTo>
                  <a:lnTo>
                    <a:pt x="2282509" y="246262"/>
                  </a:lnTo>
                  <a:lnTo>
                    <a:pt x="2282515" y="246221"/>
                  </a:lnTo>
                  <a:lnTo>
                    <a:pt x="2282543" y="246139"/>
                  </a:lnTo>
                  <a:lnTo>
                    <a:pt x="2282565" y="246080"/>
                  </a:lnTo>
                  <a:lnTo>
                    <a:pt x="2282589" y="246042"/>
                  </a:lnTo>
                  <a:lnTo>
                    <a:pt x="2282620" y="245998"/>
                  </a:lnTo>
                  <a:lnTo>
                    <a:pt x="2282656" y="245955"/>
                  </a:lnTo>
                  <a:lnTo>
                    <a:pt x="2282688" y="245922"/>
                  </a:lnTo>
                  <a:lnTo>
                    <a:pt x="2282725" y="245882"/>
                  </a:lnTo>
                  <a:lnTo>
                    <a:pt x="2282772" y="245836"/>
                  </a:lnTo>
                  <a:lnTo>
                    <a:pt x="2282810" y="245797"/>
                  </a:lnTo>
                  <a:lnTo>
                    <a:pt x="2282859" y="245752"/>
                  </a:lnTo>
                  <a:lnTo>
                    <a:pt x="2282913" y="245708"/>
                  </a:lnTo>
                  <a:lnTo>
                    <a:pt x="2282996" y="245645"/>
                  </a:lnTo>
                  <a:lnTo>
                    <a:pt x="2283056" y="245605"/>
                  </a:lnTo>
                  <a:lnTo>
                    <a:pt x="2283180" y="245523"/>
                  </a:lnTo>
                  <a:lnTo>
                    <a:pt x="2283240" y="245474"/>
                  </a:lnTo>
                  <a:lnTo>
                    <a:pt x="2283317" y="245418"/>
                  </a:lnTo>
                  <a:lnTo>
                    <a:pt x="2283376" y="245386"/>
                  </a:lnTo>
                  <a:lnTo>
                    <a:pt x="2283425" y="245362"/>
                  </a:lnTo>
                  <a:lnTo>
                    <a:pt x="2283470" y="245346"/>
                  </a:lnTo>
                  <a:lnTo>
                    <a:pt x="2283518" y="245334"/>
                  </a:lnTo>
                  <a:lnTo>
                    <a:pt x="2283557" y="245327"/>
                  </a:lnTo>
                  <a:lnTo>
                    <a:pt x="2283590" y="245324"/>
                  </a:lnTo>
                  <a:lnTo>
                    <a:pt x="2283656" y="245310"/>
                  </a:lnTo>
                  <a:lnTo>
                    <a:pt x="2283691" y="245298"/>
                  </a:lnTo>
                  <a:lnTo>
                    <a:pt x="2283731" y="245288"/>
                  </a:lnTo>
                  <a:lnTo>
                    <a:pt x="2283774" y="245279"/>
                  </a:lnTo>
                  <a:lnTo>
                    <a:pt x="2283841" y="245271"/>
                  </a:lnTo>
                  <a:lnTo>
                    <a:pt x="2283898" y="245264"/>
                  </a:lnTo>
                  <a:lnTo>
                    <a:pt x="2283945" y="245258"/>
                  </a:lnTo>
                  <a:lnTo>
                    <a:pt x="2283993" y="245248"/>
                  </a:lnTo>
                  <a:lnTo>
                    <a:pt x="2284039" y="245239"/>
                  </a:lnTo>
                  <a:lnTo>
                    <a:pt x="2284099" y="245225"/>
                  </a:lnTo>
                  <a:lnTo>
                    <a:pt x="2284161" y="245211"/>
                  </a:lnTo>
                  <a:lnTo>
                    <a:pt x="2284279" y="245190"/>
                  </a:lnTo>
                  <a:lnTo>
                    <a:pt x="2284373" y="245175"/>
                  </a:lnTo>
                  <a:lnTo>
                    <a:pt x="2284448" y="245165"/>
                  </a:lnTo>
                  <a:lnTo>
                    <a:pt x="2284515" y="245159"/>
                  </a:lnTo>
                  <a:lnTo>
                    <a:pt x="2284593" y="245149"/>
                  </a:lnTo>
                  <a:lnTo>
                    <a:pt x="2284650" y="245146"/>
                  </a:lnTo>
                  <a:lnTo>
                    <a:pt x="2284707" y="245147"/>
                  </a:lnTo>
                  <a:lnTo>
                    <a:pt x="2284763" y="245164"/>
                  </a:lnTo>
                  <a:lnTo>
                    <a:pt x="2284816" y="245188"/>
                  </a:lnTo>
                  <a:lnTo>
                    <a:pt x="2284860" y="245203"/>
                  </a:lnTo>
                  <a:lnTo>
                    <a:pt x="2284916" y="245224"/>
                  </a:lnTo>
                  <a:lnTo>
                    <a:pt x="2284965" y="245240"/>
                  </a:lnTo>
                  <a:lnTo>
                    <a:pt x="2285016" y="245260"/>
                  </a:lnTo>
                  <a:lnTo>
                    <a:pt x="2285058" y="245279"/>
                  </a:lnTo>
                  <a:lnTo>
                    <a:pt x="2285104" y="245285"/>
                  </a:lnTo>
                  <a:lnTo>
                    <a:pt x="2285152" y="245297"/>
                  </a:lnTo>
                  <a:lnTo>
                    <a:pt x="2285199" y="245303"/>
                  </a:lnTo>
                  <a:lnTo>
                    <a:pt x="2285235" y="245317"/>
                  </a:lnTo>
                  <a:lnTo>
                    <a:pt x="2285294" y="245349"/>
                  </a:lnTo>
                  <a:lnTo>
                    <a:pt x="2285347" y="245376"/>
                  </a:lnTo>
                  <a:lnTo>
                    <a:pt x="2285397" y="245401"/>
                  </a:lnTo>
                  <a:lnTo>
                    <a:pt x="2285450" y="245424"/>
                  </a:lnTo>
                  <a:lnTo>
                    <a:pt x="2285492" y="245455"/>
                  </a:lnTo>
                  <a:lnTo>
                    <a:pt x="2285522" y="245484"/>
                  </a:lnTo>
                  <a:lnTo>
                    <a:pt x="2285527" y="245489"/>
                  </a:lnTo>
                  <a:lnTo>
                    <a:pt x="2285734" y="245806"/>
                  </a:lnTo>
                  <a:lnTo>
                    <a:pt x="2285916" y="246076"/>
                  </a:lnTo>
                  <a:lnTo>
                    <a:pt x="2285952" y="246116"/>
                  </a:lnTo>
                  <a:lnTo>
                    <a:pt x="2285967" y="246129"/>
                  </a:lnTo>
                  <a:lnTo>
                    <a:pt x="2286127" y="246234"/>
                  </a:lnTo>
                  <a:lnTo>
                    <a:pt x="2286144" y="246250"/>
                  </a:lnTo>
                  <a:lnTo>
                    <a:pt x="2286169" y="246279"/>
                  </a:lnTo>
                  <a:lnTo>
                    <a:pt x="2286189" y="246300"/>
                  </a:lnTo>
                  <a:lnTo>
                    <a:pt x="2286192" y="246304"/>
                  </a:lnTo>
                  <a:lnTo>
                    <a:pt x="2286642" y="246563"/>
                  </a:lnTo>
                  <a:lnTo>
                    <a:pt x="2286798" y="246617"/>
                  </a:lnTo>
                  <a:lnTo>
                    <a:pt x="2287181" y="246716"/>
                  </a:lnTo>
                  <a:lnTo>
                    <a:pt x="2287358" y="246740"/>
                  </a:lnTo>
                  <a:lnTo>
                    <a:pt x="2287863" y="246740"/>
                  </a:lnTo>
                  <a:lnTo>
                    <a:pt x="2288196" y="246740"/>
                  </a:lnTo>
                  <a:lnTo>
                    <a:pt x="2288471" y="246607"/>
                  </a:lnTo>
                  <a:lnTo>
                    <a:pt x="2288648" y="246560"/>
                  </a:lnTo>
                  <a:lnTo>
                    <a:pt x="2289137" y="246255"/>
                  </a:lnTo>
                  <a:lnTo>
                    <a:pt x="2289215" y="246156"/>
                  </a:lnTo>
                  <a:lnTo>
                    <a:pt x="2289251" y="246054"/>
                  </a:lnTo>
                  <a:lnTo>
                    <a:pt x="2289324" y="245913"/>
                  </a:lnTo>
                  <a:lnTo>
                    <a:pt x="2289329" y="245909"/>
                  </a:lnTo>
                  <a:lnTo>
                    <a:pt x="2289376" y="245862"/>
                  </a:lnTo>
                  <a:lnTo>
                    <a:pt x="2289441" y="245792"/>
                  </a:lnTo>
                  <a:lnTo>
                    <a:pt x="2289501" y="245703"/>
                  </a:lnTo>
                  <a:lnTo>
                    <a:pt x="2289529" y="245631"/>
                  </a:lnTo>
                  <a:lnTo>
                    <a:pt x="2289555" y="245553"/>
                  </a:lnTo>
                  <a:lnTo>
                    <a:pt x="2289573" y="245510"/>
                  </a:lnTo>
                  <a:lnTo>
                    <a:pt x="2289607" y="245468"/>
                  </a:lnTo>
                  <a:lnTo>
                    <a:pt x="2289651" y="245430"/>
                  </a:lnTo>
                  <a:lnTo>
                    <a:pt x="2289720" y="245369"/>
                  </a:lnTo>
                  <a:lnTo>
                    <a:pt x="2289747" y="245340"/>
                  </a:lnTo>
                  <a:lnTo>
                    <a:pt x="2289776" y="245272"/>
                  </a:lnTo>
                  <a:lnTo>
                    <a:pt x="2289804" y="245209"/>
                  </a:lnTo>
                  <a:lnTo>
                    <a:pt x="2289840" y="245140"/>
                  </a:lnTo>
                  <a:lnTo>
                    <a:pt x="2289884" y="245066"/>
                  </a:lnTo>
                  <a:lnTo>
                    <a:pt x="2289928" y="245008"/>
                  </a:lnTo>
                  <a:lnTo>
                    <a:pt x="2289982" y="244947"/>
                  </a:lnTo>
                  <a:lnTo>
                    <a:pt x="2290034" y="244896"/>
                  </a:lnTo>
                  <a:lnTo>
                    <a:pt x="2290095" y="244848"/>
                  </a:lnTo>
                  <a:lnTo>
                    <a:pt x="2290264" y="244561"/>
                  </a:lnTo>
                  <a:lnTo>
                    <a:pt x="2290307" y="244473"/>
                  </a:lnTo>
                  <a:lnTo>
                    <a:pt x="2290414" y="244219"/>
                  </a:lnTo>
                  <a:lnTo>
                    <a:pt x="2290571" y="243938"/>
                  </a:lnTo>
                  <a:lnTo>
                    <a:pt x="2290613" y="243893"/>
                  </a:lnTo>
                  <a:lnTo>
                    <a:pt x="2290845" y="243598"/>
                  </a:lnTo>
                  <a:lnTo>
                    <a:pt x="2292299" y="243030"/>
                  </a:lnTo>
                  <a:lnTo>
                    <a:pt x="2292629" y="242915"/>
                  </a:lnTo>
                  <a:lnTo>
                    <a:pt x="2293300" y="242739"/>
                  </a:lnTo>
                  <a:lnTo>
                    <a:pt x="2295410" y="242292"/>
                  </a:lnTo>
                  <a:lnTo>
                    <a:pt x="2295631" y="242200"/>
                  </a:lnTo>
                  <a:lnTo>
                    <a:pt x="2295811" y="242080"/>
                  </a:lnTo>
                  <a:lnTo>
                    <a:pt x="2296366" y="241551"/>
                  </a:lnTo>
                  <a:lnTo>
                    <a:pt x="2296885" y="240512"/>
                  </a:lnTo>
                  <a:lnTo>
                    <a:pt x="2296875" y="240452"/>
                  </a:lnTo>
                  <a:lnTo>
                    <a:pt x="2296914" y="240244"/>
                  </a:lnTo>
                  <a:lnTo>
                    <a:pt x="2297006" y="239879"/>
                  </a:lnTo>
                  <a:lnTo>
                    <a:pt x="2297132" y="239527"/>
                  </a:lnTo>
                  <a:lnTo>
                    <a:pt x="2297426" y="239045"/>
                  </a:lnTo>
                  <a:lnTo>
                    <a:pt x="2297499" y="238967"/>
                  </a:lnTo>
                  <a:lnTo>
                    <a:pt x="2297648" y="238798"/>
                  </a:lnTo>
                  <a:lnTo>
                    <a:pt x="2297661" y="238794"/>
                  </a:lnTo>
                  <a:lnTo>
                    <a:pt x="2297693" y="238784"/>
                  </a:lnTo>
                  <a:lnTo>
                    <a:pt x="2297762" y="238757"/>
                  </a:lnTo>
                  <a:lnTo>
                    <a:pt x="2297803" y="238739"/>
                  </a:lnTo>
                  <a:lnTo>
                    <a:pt x="2297841" y="238724"/>
                  </a:lnTo>
                  <a:lnTo>
                    <a:pt x="2297865" y="238715"/>
                  </a:lnTo>
                  <a:lnTo>
                    <a:pt x="2297938" y="238685"/>
                  </a:lnTo>
                  <a:lnTo>
                    <a:pt x="2297988" y="238666"/>
                  </a:lnTo>
                  <a:lnTo>
                    <a:pt x="2298077" y="238630"/>
                  </a:lnTo>
                  <a:lnTo>
                    <a:pt x="2298194" y="238584"/>
                  </a:lnTo>
                  <a:lnTo>
                    <a:pt x="2298272" y="238555"/>
                  </a:lnTo>
                  <a:lnTo>
                    <a:pt x="2298316" y="238537"/>
                  </a:lnTo>
                  <a:lnTo>
                    <a:pt x="2298421" y="238495"/>
                  </a:lnTo>
                  <a:lnTo>
                    <a:pt x="2298523" y="238458"/>
                  </a:lnTo>
                  <a:lnTo>
                    <a:pt x="2298592" y="238436"/>
                  </a:lnTo>
                  <a:lnTo>
                    <a:pt x="2298664" y="238408"/>
                  </a:lnTo>
                  <a:lnTo>
                    <a:pt x="2298744" y="238381"/>
                  </a:lnTo>
                  <a:lnTo>
                    <a:pt x="2298957" y="238317"/>
                  </a:lnTo>
                  <a:lnTo>
                    <a:pt x="2299071" y="238283"/>
                  </a:lnTo>
                  <a:lnTo>
                    <a:pt x="2299143" y="238254"/>
                  </a:lnTo>
                  <a:lnTo>
                    <a:pt x="2299232" y="238216"/>
                  </a:lnTo>
                  <a:lnTo>
                    <a:pt x="2299310" y="238182"/>
                  </a:lnTo>
                  <a:lnTo>
                    <a:pt x="2299392" y="238147"/>
                  </a:lnTo>
                  <a:lnTo>
                    <a:pt x="2299466" y="238118"/>
                  </a:lnTo>
                  <a:lnTo>
                    <a:pt x="2299539" y="238088"/>
                  </a:lnTo>
                  <a:lnTo>
                    <a:pt x="2299603" y="238068"/>
                  </a:lnTo>
                  <a:lnTo>
                    <a:pt x="2299665" y="238049"/>
                  </a:lnTo>
                  <a:lnTo>
                    <a:pt x="2299714" y="238038"/>
                  </a:lnTo>
                  <a:lnTo>
                    <a:pt x="2299797" y="238021"/>
                  </a:lnTo>
                  <a:lnTo>
                    <a:pt x="2299847" y="238015"/>
                  </a:lnTo>
                  <a:lnTo>
                    <a:pt x="2299927" y="238014"/>
                  </a:lnTo>
                  <a:lnTo>
                    <a:pt x="2299968" y="238011"/>
                  </a:lnTo>
                  <a:lnTo>
                    <a:pt x="2299998" y="238005"/>
                  </a:lnTo>
                  <a:lnTo>
                    <a:pt x="2300045" y="238001"/>
                  </a:lnTo>
                  <a:lnTo>
                    <a:pt x="2300149" y="237987"/>
                  </a:lnTo>
                  <a:lnTo>
                    <a:pt x="2300214" y="237981"/>
                  </a:lnTo>
                  <a:lnTo>
                    <a:pt x="2300275" y="237977"/>
                  </a:lnTo>
                  <a:lnTo>
                    <a:pt x="2300331" y="237980"/>
                  </a:lnTo>
                  <a:lnTo>
                    <a:pt x="2300336" y="237981"/>
                  </a:lnTo>
                  <a:lnTo>
                    <a:pt x="2300676" y="237940"/>
                  </a:lnTo>
                  <a:lnTo>
                    <a:pt x="2301365" y="237851"/>
                  </a:lnTo>
                  <a:lnTo>
                    <a:pt x="2301581" y="237865"/>
                  </a:lnTo>
                  <a:lnTo>
                    <a:pt x="2301590" y="237862"/>
                  </a:lnTo>
                  <a:lnTo>
                    <a:pt x="2301647" y="237841"/>
                  </a:lnTo>
                  <a:lnTo>
                    <a:pt x="2301750" y="237803"/>
                  </a:lnTo>
                  <a:lnTo>
                    <a:pt x="2301842" y="237774"/>
                  </a:lnTo>
                  <a:lnTo>
                    <a:pt x="2301887" y="237761"/>
                  </a:lnTo>
                  <a:lnTo>
                    <a:pt x="2302164" y="237768"/>
                  </a:lnTo>
                  <a:lnTo>
                    <a:pt x="2302577" y="237807"/>
                  </a:lnTo>
                  <a:lnTo>
                    <a:pt x="2303429" y="237901"/>
                  </a:lnTo>
                  <a:lnTo>
                    <a:pt x="2303596" y="237924"/>
                  </a:lnTo>
                  <a:lnTo>
                    <a:pt x="2303924" y="237996"/>
                  </a:lnTo>
                  <a:lnTo>
                    <a:pt x="2303951" y="238008"/>
                  </a:lnTo>
                  <a:lnTo>
                    <a:pt x="2304025" y="238036"/>
                  </a:lnTo>
                  <a:lnTo>
                    <a:pt x="2304131" y="238079"/>
                  </a:lnTo>
                  <a:lnTo>
                    <a:pt x="2304141" y="238084"/>
                  </a:lnTo>
                  <a:lnTo>
                    <a:pt x="2304149" y="238085"/>
                  </a:lnTo>
                  <a:lnTo>
                    <a:pt x="2304322" y="238078"/>
                  </a:lnTo>
                  <a:lnTo>
                    <a:pt x="2304797" y="238135"/>
                  </a:lnTo>
                  <a:lnTo>
                    <a:pt x="2305139" y="238221"/>
                  </a:lnTo>
                  <a:lnTo>
                    <a:pt x="2305204" y="238251"/>
                  </a:lnTo>
                  <a:lnTo>
                    <a:pt x="2305463" y="238393"/>
                  </a:lnTo>
                  <a:lnTo>
                    <a:pt x="2305765" y="238566"/>
                  </a:lnTo>
                  <a:lnTo>
                    <a:pt x="2306086" y="238690"/>
                  </a:lnTo>
                  <a:lnTo>
                    <a:pt x="2306349" y="238750"/>
                  </a:lnTo>
                  <a:lnTo>
                    <a:pt x="2307115" y="239055"/>
                  </a:lnTo>
                  <a:lnTo>
                    <a:pt x="2307641" y="239259"/>
                  </a:lnTo>
                  <a:lnTo>
                    <a:pt x="2307787" y="239327"/>
                  </a:lnTo>
                  <a:lnTo>
                    <a:pt x="2307894" y="239327"/>
                  </a:lnTo>
                  <a:lnTo>
                    <a:pt x="2307906" y="239323"/>
                  </a:lnTo>
                  <a:lnTo>
                    <a:pt x="2307935" y="239305"/>
                  </a:lnTo>
                  <a:lnTo>
                    <a:pt x="2307973" y="239287"/>
                  </a:lnTo>
                  <a:lnTo>
                    <a:pt x="2308019" y="239262"/>
                  </a:lnTo>
                  <a:lnTo>
                    <a:pt x="2308069" y="239243"/>
                  </a:lnTo>
                  <a:lnTo>
                    <a:pt x="2308134" y="239215"/>
                  </a:lnTo>
                  <a:lnTo>
                    <a:pt x="2308175" y="239195"/>
                  </a:lnTo>
                  <a:lnTo>
                    <a:pt x="2308207" y="239182"/>
                  </a:lnTo>
                  <a:lnTo>
                    <a:pt x="2308249" y="239166"/>
                  </a:lnTo>
                  <a:lnTo>
                    <a:pt x="2308280" y="239156"/>
                  </a:lnTo>
                  <a:lnTo>
                    <a:pt x="2308313" y="239140"/>
                  </a:lnTo>
                  <a:lnTo>
                    <a:pt x="2308377" y="239117"/>
                  </a:lnTo>
                  <a:lnTo>
                    <a:pt x="2308421" y="239097"/>
                  </a:lnTo>
                  <a:lnTo>
                    <a:pt x="2308462" y="239079"/>
                  </a:lnTo>
                  <a:lnTo>
                    <a:pt x="2308518" y="239049"/>
                  </a:lnTo>
                  <a:lnTo>
                    <a:pt x="2308562" y="239020"/>
                  </a:lnTo>
                  <a:lnTo>
                    <a:pt x="2308618" y="238977"/>
                  </a:lnTo>
                  <a:lnTo>
                    <a:pt x="2308682" y="238927"/>
                  </a:lnTo>
                  <a:lnTo>
                    <a:pt x="2308742" y="238881"/>
                  </a:lnTo>
                  <a:lnTo>
                    <a:pt x="2308768" y="238866"/>
                  </a:lnTo>
                  <a:lnTo>
                    <a:pt x="2308819" y="238837"/>
                  </a:lnTo>
                  <a:lnTo>
                    <a:pt x="2308877" y="238805"/>
                  </a:lnTo>
                  <a:lnTo>
                    <a:pt x="2308909" y="238789"/>
                  </a:lnTo>
                  <a:lnTo>
                    <a:pt x="2308951" y="238768"/>
                  </a:lnTo>
                  <a:lnTo>
                    <a:pt x="2308990" y="238755"/>
                  </a:lnTo>
                  <a:lnTo>
                    <a:pt x="2309021" y="238748"/>
                  </a:lnTo>
                  <a:lnTo>
                    <a:pt x="2309085" y="238737"/>
                  </a:lnTo>
                  <a:lnTo>
                    <a:pt x="2309122" y="238730"/>
                  </a:lnTo>
                  <a:lnTo>
                    <a:pt x="2309204" y="238722"/>
                  </a:lnTo>
                  <a:lnTo>
                    <a:pt x="2309291" y="238713"/>
                  </a:lnTo>
                  <a:lnTo>
                    <a:pt x="2309348" y="238706"/>
                  </a:lnTo>
                  <a:lnTo>
                    <a:pt x="2309410" y="238693"/>
                  </a:lnTo>
                  <a:lnTo>
                    <a:pt x="2309451" y="238687"/>
                  </a:lnTo>
                  <a:lnTo>
                    <a:pt x="2309527" y="238670"/>
                  </a:lnTo>
                  <a:lnTo>
                    <a:pt x="2309579" y="238659"/>
                  </a:lnTo>
                  <a:lnTo>
                    <a:pt x="2309647" y="238639"/>
                  </a:lnTo>
                  <a:lnTo>
                    <a:pt x="2309687" y="238624"/>
                  </a:lnTo>
                  <a:lnTo>
                    <a:pt x="2309748" y="238603"/>
                  </a:lnTo>
                  <a:lnTo>
                    <a:pt x="2309784" y="238587"/>
                  </a:lnTo>
                  <a:lnTo>
                    <a:pt x="2309859" y="238555"/>
                  </a:lnTo>
                  <a:lnTo>
                    <a:pt x="2309946" y="238520"/>
                  </a:lnTo>
                  <a:lnTo>
                    <a:pt x="2309967" y="238509"/>
                  </a:lnTo>
                  <a:lnTo>
                    <a:pt x="2310043" y="238479"/>
                  </a:lnTo>
                  <a:lnTo>
                    <a:pt x="2310115" y="238447"/>
                  </a:lnTo>
                  <a:lnTo>
                    <a:pt x="2310216" y="238402"/>
                  </a:lnTo>
                  <a:lnTo>
                    <a:pt x="2310270" y="238379"/>
                  </a:lnTo>
                  <a:lnTo>
                    <a:pt x="2310333" y="238354"/>
                  </a:lnTo>
                  <a:lnTo>
                    <a:pt x="2310434" y="238318"/>
                  </a:lnTo>
                  <a:lnTo>
                    <a:pt x="2310477" y="238303"/>
                  </a:lnTo>
                  <a:lnTo>
                    <a:pt x="2310544" y="238285"/>
                  </a:lnTo>
                  <a:lnTo>
                    <a:pt x="2310600" y="238264"/>
                  </a:lnTo>
                  <a:lnTo>
                    <a:pt x="2310648" y="238245"/>
                  </a:lnTo>
                  <a:lnTo>
                    <a:pt x="2310681" y="238238"/>
                  </a:lnTo>
                  <a:lnTo>
                    <a:pt x="2310729" y="238219"/>
                  </a:lnTo>
                  <a:lnTo>
                    <a:pt x="2310784" y="238207"/>
                  </a:lnTo>
                  <a:lnTo>
                    <a:pt x="2310814" y="238198"/>
                  </a:lnTo>
                  <a:lnTo>
                    <a:pt x="2310847" y="238192"/>
                  </a:lnTo>
                  <a:lnTo>
                    <a:pt x="2310887" y="238180"/>
                  </a:lnTo>
                  <a:lnTo>
                    <a:pt x="2310942" y="238170"/>
                  </a:lnTo>
                  <a:lnTo>
                    <a:pt x="2310976" y="238163"/>
                  </a:lnTo>
                  <a:lnTo>
                    <a:pt x="2311043" y="238150"/>
                  </a:lnTo>
                  <a:lnTo>
                    <a:pt x="2311104" y="238138"/>
                  </a:lnTo>
                  <a:lnTo>
                    <a:pt x="2311158" y="238128"/>
                  </a:lnTo>
                  <a:lnTo>
                    <a:pt x="2311182" y="238123"/>
                  </a:lnTo>
                  <a:lnTo>
                    <a:pt x="2311222" y="238121"/>
                  </a:lnTo>
                  <a:lnTo>
                    <a:pt x="2311247" y="238124"/>
                  </a:lnTo>
                  <a:lnTo>
                    <a:pt x="2311293" y="238134"/>
                  </a:lnTo>
                  <a:lnTo>
                    <a:pt x="2311333" y="238143"/>
                  </a:lnTo>
                  <a:lnTo>
                    <a:pt x="2311377" y="238156"/>
                  </a:lnTo>
                  <a:lnTo>
                    <a:pt x="2311419" y="238167"/>
                  </a:lnTo>
                  <a:lnTo>
                    <a:pt x="2311461" y="238181"/>
                  </a:lnTo>
                  <a:lnTo>
                    <a:pt x="2311492" y="238189"/>
                  </a:lnTo>
                  <a:lnTo>
                    <a:pt x="2311553" y="238209"/>
                  </a:lnTo>
                  <a:lnTo>
                    <a:pt x="2311592" y="238220"/>
                  </a:lnTo>
                  <a:lnTo>
                    <a:pt x="2311661" y="238240"/>
                  </a:lnTo>
                  <a:lnTo>
                    <a:pt x="2311715" y="238255"/>
                  </a:lnTo>
                  <a:lnTo>
                    <a:pt x="2311751" y="238266"/>
                  </a:lnTo>
                  <a:lnTo>
                    <a:pt x="2311817" y="238280"/>
                  </a:lnTo>
                  <a:lnTo>
                    <a:pt x="2311867" y="238291"/>
                  </a:lnTo>
                  <a:lnTo>
                    <a:pt x="2311902" y="238299"/>
                  </a:lnTo>
                  <a:lnTo>
                    <a:pt x="2311934" y="238307"/>
                  </a:lnTo>
                  <a:lnTo>
                    <a:pt x="2311968" y="238314"/>
                  </a:lnTo>
                  <a:lnTo>
                    <a:pt x="2312009" y="238327"/>
                  </a:lnTo>
                  <a:lnTo>
                    <a:pt x="2312043" y="238340"/>
                  </a:lnTo>
                  <a:lnTo>
                    <a:pt x="2312072" y="238357"/>
                  </a:lnTo>
                  <a:lnTo>
                    <a:pt x="2312094" y="238366"/>
                  </a:lnTo>
                  <a:lnTo>
                    <a:pt x="2312121" y="238383"/>
                  </a:lnTo>
                  <a:lnTo>
                    <a:pt x="2312173" y="238412"/>
                  </a:lnTo>
                  <a:lnTo>
                    <a:pt x="2312240" y="238446"/>
                  </a:lnTo>
                  <a:lnTo>
                    <a:pt x="2312259" y="238455"/>
                  </a:lnTo>
                  <a:lnTo>
                    <a:pt x="2312318" y="238484"/>
                  </a:lnTo>
                  <a:lnTo>
                    <a:pt x="2312346" y="238500"/>
                  </a:lnTo>
                  <a:lnTo>
                    <a:pt x="2312391" y="238523"/>
                  </a:lnTo>
                  <a:lnTo>
                    <a:pt x="2312438" y="238550"/>
                  </a:lnTo>
                  <a:lnTo>
                    <a:pt x="2312485" y="238581"/>
                  </a:lnTo>
                  <a:lnTo>
                    <a:pt x="2312517" y="238598"/>
                  </a:lnTo>
                  <a:lnTo>
                    <a:pt x="2312563" y="238623"/>
                  </a:lnTo>
                  <a:lnTo>
                    <a:pt x="2312621" y="238657"/>
                  </a:lnTo>
                  <a:lnTo>
                    <a:pt x="2312660" y="238676"/>
                  </a:lnTo>
                  <a:lnTo>
                    <a:pt x="2312682" y="238687"/>
                  </a:lnTo>
                  <a:lnTo>
                    <a:pt x="2312734" y="238696"/>
                  </a:lnTo>
                  <a:lnTo>
                    <a:pt x="2313304" y="238750"/>
                  </a:lnTo>
                  <a:lnTo>
                    <a:pt x="2313692" y="238709"/>
                  </a:lnTo>
                  <a:lnTo>
                    <a:pt x="2314516" y="238615"/>
                  </a:lnTo>
                  <a:lnTo>
                    <a:pt x="2314527" y="238614"/>
                  </a:lnTo>
                  <a:lnTo>
                    <a:pt x="2314573" y="238601"/>
                  </a:lnTo>
                  <a:lnTo>
                    <a:pt x="2314592" y="238589"/>
                  </a:lnTo>
                  <a:lnTo>
                    <a:pt x="2314642" y="238564"/>
                  </a:lnTo>
                  <a:lnTo>
                    <a:pt x="2314657" y="238555"/>
                  </a:lnTo>
                  <a:lnTo>
                    <a:pt x="2314881" y="238510"/>
                  </a:lnTo>
                  <a:lnTo>
                    <a:pt x="2315340" y="238502"/>
                  </a:lnTo>
                  <a:lnTo>
                    <a:pt x="2315562" y="238535"/>
                  </a:lnTo>
                  <a:lnTo>
                    <a:pt x="2315911" y="238588"/>
                  </a:lnTo>
                  <a:lnTo>
                    <a:pt x="2316260" y="238614"/>
                  </a:lnTo>
                  <a:lnTo>
                    <a:pt x="2316650" y="238561"/>
                  </a:lnTo>
                  <a:lnTo>
                    <a:pt x="2316865" y="238515"/>
                  </a:lnTo>
                  <a:lnTo>
                    <a:pt x="2317023" y="238423"/>
                  </a:lnTo>
                  <a:lnTo>
                    <a:pt x="2317110" y="238324"/>
                  </a:lnTo>
                  <a:lnTo>
                    <a:pt x="2317284" y="238053"/>
                  </a:lnTo>
                  <a:lnTo>
                    <a:pt x="2317297" y="238033"/>
                  </a:lnTo>
                  <a:lnTo>
                    <a:pt x="2317477" y="237648"/>
                  </a:lnTo>
                  <a:lnTo>
                    <a:pt x="2317831" y="236609"/>
                  </a:lnTo>
                  <a:lnTo>
                    <a:pt x="2318042" y="235927"/>
                  </a:lnTo>
                  <a:lnTo>
                    <a:pt x="2318198" y="235526"/>
                  </a:lnTo>
                  <a:lnTo>
                    <a:pt x="2318393" y="235258"/>
                  </a:lnTo>
                  <a:lnTo>
                    <a:pt x="2318535" y="235169"/>
                  </a:lnTo>
                  <a:lnTo>
                    <a:pt x="2318803" y="235110"/>
                  </a:lnTo>
                  <a:lnTo>
                    <a:pt x="2319128" y="235051"/>
                  </a:lnTo>
                  <a:lnTo>
                    <a:pt x="2319571" y="235024"/>
                  </a:lnTo>
                  <a:lnTo>
                    <a:pt x="2319916" y="235086"/>
                  </a:lnTo>
                  <a:lnTo>
                    <a:pt x="2320134" y="235162"/>
                  </a:lnTo>
                  <a:lnTo>
                    <a:pt x="2320851" y="235424"/>
                  </a:lnTo>
                  <a:lnTo>
                    <a:pt x="2321547" y="235634"/>
                  </a:lnTo>
                  <a:lnTo>
                    <a:pt x="2321863" y="235665"/>
                  </a:lnTo>
                  <a:lnTo>
                    <a:pt x="2322613" y="235598"/>
                  </a:lnTo>
                  <a:lnTo>
                    <a:pt x="2322669" y="235587"/>
                  </a:lnTo>
                  <a:lnTo>
                    <a:pt x="2322822" y="235530"/>
                  </a:lnTo>
                  <a:lnTo>
                    <a:pt x="2323218" y="235300"/>
                  </a:lnTo>
                  <a:lnTo>
                    <a:pt x="2323236" y="235278"/>
                  </a:lnTo>
                  <a:lnTo>
                    <a:pt x="2323418" y="235006"/>
                  </a:lnTo>
                  <a:lnTo>
                    <a:pt x="2323573" y="234598"/>
                  </a:lnTo>
                  <a:lnTo>
                    <a:pt x="2323666" y="233829"/>
                  </a:lnTo>
                  <a:lnTo>
                    <a:pt x="2323707" y="233232"/>
                  </a:lnTo>
                  <a:lnTo>
                    <a:pt x="2323715" y="233156"/>
                  </a:lnTo>
                  <a:lnTo>
                    <a:pt x="2323732" y="233070"/>
                  </a:lnTo>
                  <a:lnTo>
                    <a:pt x="2323745" y="233012"/>
                  </a:lnTo>
                  <a:lnTo>
                    <a:pt x="2323762" y="232967"/>
                  </a:lnTo>
                  <a:lnTo>
                    <a:pt x="2323787" y="232921"/>
                  </a:lnTo>
                  <a:lnTo>
                    <a:pt x="2323828" y="232871"/>
                  </a:lnTo>
                  <a:lnTo>
                    <a:pt x="2323867" y="232830"/>
                  </a:lnTo>
                  <a:lnTo>
                    <a:pt x="2323913" y="232781"/>
                  </a:lnTo>
                  <a:lnTo>
                    <a:pt x="2324027" y="232711"/>
                  </a:lnTo>
                  <a:lnTo>
                    <a:pt x="2324097" y="232669"/>
                  </a:lnTo>
                  <a:lnTo>
                    <a:pt x="2324210" y="232607"/>
                  </a:lnTo>
                  <a:lnTo>
                    <a:pt x="2324285" y="232548"/>
                  </a:lnTo>
                  <a:lnTo>
                    <a:pt x="2324329" y="232522"/>
                  </a:lnTo>
                  <a:lnTo>
                    <a:pt x="2324368" y="232501"/>
                  </a:lnTo>
                  <a:lnTo>
                    <a:pt x="2324403" y="232483"/>
                  </a:lnTo>
                  <a:lnTo>
                    <a:pt x="2324463" y="232454"/>
                  </a:lnTo>
                  <a:lnTo>
                    <a:pt x="2324494" y="232442"/>
                  </a:lnTo>
                  <a:lnTo>
                    <a:pt x="2324529" y="232430"/>
                  </a:lnTo>
                  <a:lnTo>
                    <a:pt x="2324556" y="232423"/>
                  </a:lnTo>
                  <a:lnTo>
                    <a:pt x="2324588" y="232420"/>
                  </a:lnTo>
                  <a:lnTo>
                    <a:pt x="2324667" y="232409"/>
                  </a:lnTo>
                  <a:lnTo>
                    <a:pt x="2324701" y="232402"/>
                  </a:lnTo>
                  <a:lnTo>
                    <a:pt x="2324765" y="232384"/>
                  </a:lnTo>
                  <a:lnTo>
                    <a:pt x="2324789" y="232374"/>
                  </a:lnTo>
                  <a:lnTo>
                    <a:pt x="2324849" y="232358"/>
                  </a:lnTo>
                  <a:lnTo>
                    <a:pt x="2324907" y="232341"/>
                  </a:lnTo>
                  <a:lnTo>
                    <a:pt x="2324944" y="232333"/>
                  </a:lnTo>
                  <a:lnTo>
                    <a:pt x="2324973" y="232325"/>
                  </a:lnTo>
                  <a:lnTo>
                    <a:pt x="2325050" y="232308"/>
                  </a:lnTo>
                  <a:lnTo>
                    <a:pt x="2325104" y="232293"/>
                  </a:lnTo>
                  <a:lnTo>
                    <a:pt x="2325147" y="232286"/>
                  </a:lnTo>
                  <a:lnTo>
                    <a:pt x="2325193" y="232275"/>
                  </a:lnTo>
                  <a:lnTo>
                    <a:pt x="2325261" y="232261"/>
                  </a:lnTo>
                  <a:lnTo>
                    <a:pt x="2325316" y="232253"/>
                  </a:lnTo>
                  <a:lnTo>
                    <a:pt x="2325355" y="232243"/>
                  </a:lnTo>
                  <a:lnTo>
                    <a:pt x="2325393" y="232238"/>
                  </a:lnTo>
                  <a:lnTo>
                    <a:pt x="2325448" y="232231"/>
                  </a:lnTo>
                  <a:lnTo>
                    <a:pt x="2325494" y="232225"/>
                  </a:lnTo>
                  <a:lnTo>
                    <a:pt x="2325545" y="232222"/>
                  </a:lnTo>
                  <a:lnTo>
                    <a:pt x="2325592" y="232217"/>
                  </a:lnTo>
                  <a:lnTo>
                    <a:pt x="2325648" y="232212"/>
                  </a:lnTo>
                  <a:lnTo>
                    <a:pt x="2325697" y="232208"/>
                  </a:lnTo>
                  <a:lnTo>
                    <a:pt x="2325773" y="232203"/>
                  </a:lnTo>
                  <a:lnTo>
                    <a:pt x="2325822" y="232202"/>
                  </a:lnTo>
                  <a:lnTo>
                    <a:pt x="2325888" y="232200"/>
                  </a:lnTo>
                  <a:lnTo>
                    <a:pt x="2325953" y="232199"/>
                  </a:lnTo>
                  <a:lnTo>
                    <a:pt x="2326016" y="232199"/>
                  </a:lnTo>
                  <a:lnTo>
                    <a:pt x="2326062" y="232200"/>
                  </a:lnTo>
                  <a:lnTo>
                    <a:pt x="2326083" y="232201"/>
                  </a:lnTo>
                  <a:lnTo>
                    <a:pt x="2326131" y="232202"/>
                  </a:lnTo>
                  <a:lnTo>
                    <a:pt x="2326188" y="232206"/>
                  </a:lnTo>
                  <a:lnTo>
                    <a:pt x="2326251" y="232209"/>
                  </a:lnTo>
                  <a:lnTo>
                    <a:pt x="2326312" y="232210"/>
                  </a:lnTo>
                  <a:lnTo>
                    <a:pt x="2326362" y="232213"/>
                  </a:lnTo>
                  <a:lnTo>
                    <a:pt x="2326403" y="232217"/>
                  </a:lnTo>
                  <a:lnTo>
                    <a:pt x="2326435" y="232217"/>
                  </a:lnTo>
                  <a:lnTo>
                    <a:pt x="2326467" y="232217"/>
                  </a:lnTo>
                  <a:lnTo>
                    <a:pt x="2326501" y="232218"/>
                  </a:lnTo>
                  <a:lnTo>
                    <a:pt x="2326533" y="232218"/>
                  </a:lnTo>
                  <a:lnTo>
                    <a:pt x="2326582" y="232214"/>
                  </a:lnTo>
                  <a:lnTo>
                    <a:pt x="2326630" y="232208"/>
                  </a:lnTo>
                  <a:lnTo>
                    <a:pt x="2326663" y="232202"/>
                  </a:lnTo>
                  <a:lnTo>
                    <a:pt x="2326706" y="232194"/>
                  </a:lnTo>
                  <a:lnTo>
                    <a:pt x="2326742" y="232182"/>
                  </a:lnTo>
                  <a:lnTo>
                    <a:pt x="2326775" y="232172"/>
                  </a:lnTo>
                  <a:lnTo>
                    <a:pt x="2326802" y="232165"/>
                  </a:lnTo>
                  <a:lnTo>
                    <a:pt x="2326837" y="232152"/>
                  </a:lnTo>
                  <a:lnTo>
                    <a:pt x="2326904" y="232133"/>
                  </a:lnTo>
                  <a:lnTo>
                    <a:pt x="2326941" y="232115"/>
                  </a:lnTo>
                  <a:lnTo>
                    <a:pt x="2326970" y="232103"/>
                  </a:lnTo>
                  <a:lnTo>
                    <a:pt x="2327007" y="232096"/>
                  </a:lnTo>
                  <a:lnTo>
                    <a:pt x="2327037" y="232087"/>
                  </a:lnTo>
                  <a:lnTo>
                    <a:pt x="2327087" y="232067"/>
                  </a:lnTo>
                  <a:lnTo>
                    <a:pt x="2327122" y="232055"/>
                  </a:lnTo>
                  <a:lnTo>
                    <a:pt x="2327157" y="232041"/>
                  </a:lnTo>
                  <a:lnTo>
                    <a:pt x="2327255" y="231962"/>
                  </a:lnTo>
                  <a:lnTo>
                    <a:pt x="2327348" y="231887"/>
                  </a:lnTo>
                  <a:lnTo>
                    <a:pt x="2327516" y="231787"/>
                  </a:lnTo>
                  <a:lnTo>
                    <a:pt x="2327737" y="231661"/>
                  </a:lnTo>
                  <a:lnTo>
                    <a:pt x="2327875" y="231611"/>
                  </a:lnTo>
                  <a:lnTo>
                    <a:pt x="2328038" y="231551"/>
                  </a:lnTo>
                  <a:lnTo>
                    <a:pt x="2328210" y="231508"/>
                  </a:lnTo>
                  <a:lnTo>
                    <a:pt x="2328219" y="231507"/>
                  </a:lnTo>
                  <a:lnTo>
                    <a:pt x="2328373" y="231482"/>
                  </a:lnTo>
                  <a:lnTo>
                    <a:pt x="2328795" y="231421"/>
                  </a:lnTo>
                  <a:lnTo>
                    <a:pt x="2329203" y="231348"/>
                  </a:lnTo>
                  <a:lnTo>
                    <a:pt x="2329512" y="231259"/>
                  </a:lnTo>
                  <a:lnTo>
                    <a:pt x="2329706" y="231205"/>
                  </a:lnTo>
                  <a:lnTo>
                    <a:pt x="2330066" y="231063"/>
                  </a:lnTo>
                  <a:lnTo>
                    <a:pt x="2330334" y="230965"/>
                  </a:lnTo>
                  <a:lnTo>
                    <a:pt x="2330760" y="230850"/>
                  </a:lnTo>
                  <a:lnTo>
                    <a:pt x="2331144" y="230754"/>
                  </a:lnTo>
                  <a:lnTo>
                    <a:pt x="2331631" y="230542"/>
                  </a:lnTo>
                  <a:lnTo>
                    <a:pt x="2332002" y="230379"/>
                  </a:lnTo>
                  <a:lnTo>
                    <a:pt x="2332275" y="230314"/>
                  </a:lnTo>
                  <a:lnTo>
                    <a:pt x="2332661" y="230314"/>
                  </a:lnTo>
                  <a:lnTo>
                    <a:pt x="2333037" y="230391"/>
                  </a:lnTo>
                  <a:lnTo>
                    <a:pt x="2333216" y="230406"/>
                  </a:lnTo>
                  <a:lnTo>
                    <a:pt x="2333237" y="230407"/>
                  </a:lnTo>
                  <a:lnTo>
                    <a:pt x="2333250" y="230411"/>
                  </a:lnTo>
                  <a:lnTo>
                    <a:pt x="2333292" y="230423"/>
                  </a:lnTo>
                  <a:lnTo>
                    <a:pt x="2333352" y="230428"/>
                  </a:lnTo>
                  <a:lnTo>
                    <a:pt x="2333422" y="230429"/>
                  </a:lnTo>
                  <a:lnTo>
                    <a:pt x="2333511" y="230433"/>
                  </a:lnTo>
                  <a:lnTo>
                    <a:pt x="2333554" y="230436"/>
                  </a:lnTo>
                  <a:lnTo>
                    <a:pt x="2333593" y="230441"/>
                  </a:lnTo>
                  <a:lnTo>
                    <a:pt x="2333645" y="230441"/>
                  </a:lnTo>
                  <a:lnTo>
                    <a:pt x="2333688" y="230442"/>
                  </a:lnTo>
                  <a:lnTo>
                    <a:pt x="2333782" y="230443"/>
                  </a:lnTo>
                  <a:lnTo>
                    <a:pt x="2333828" y="230443"/>
                  </a:lnTo>
                  <a:lnTo>
                    <a:pt x="2333867" y="230438"/>
                  </a:lnTo>
                  <a:lnTo>
                    <a:pt x="2333930" y="230425"/>
                  </a:lnTo>
                  <a:lnTo>
                    <a:pt x="2333982" y="230415"/>
                  </a:lnTo>
                  <a:lnTo>
                    <a:pt x="2334029" y="230404"/>
                  </a:lnTo>
                  <a:lnTo>
                    <a:pt x="2334102" y="230385"/>
                  </a:lnTo>
                  <a:lnTo>
                    <a:pt x="2334160" y="230367"/>
                  </a:lnTo>
                  <a:lnTo>
                    <a:pt x="2334204" y="230355"/>
                  </a:lnTo>
                  <a:lnTo>
                    <a:pt x="2334258" y="230338"/>
                  </a:lnTo>
                  <a:lnTo>
                    <a:pt x="2334303" y="230322"/>
                  </a:lnTo>
                  <a:lnTo>
                    <a:pt x="2334325" y="230316"/>
                  </a:lnTo>
                  <a:lnTo>
                    <a:pt x="2334342" y="230312"/>
                  </a:lnTo>
                  <a:lnTo>
                    <a:pt x="2334393" y="230297"/>
                  </a:lnTo>
                  <a:lnTo>
                    <a:pt x="2334447" y="230280"/>
                  </a:lnTo>
                  <a:lnTo>
                    <a:pt x="2334528" y="230249"/>
                  </a:lnTo>
                  <a:lnTo>
                    <a:pt x="2334569" y="230228"/>
                  </a:lnTo>
                  <a:lnTo>
                    <a:pt x="2334591" y="230218"/>
                  </a:lnTo>
                  <a:lnTo>
                    <a:pt x="2334607" y="230211"/>
                  </a:lnTo>
                  <a:lnTo>
                    <a:pt x="2334690" y="230171"/>
                  </a:lnTo>
                  <a:lnTo>
                    <a:pt x="2334738" y="230149"/>
                  </a:lnTo>
                  <a:lnTo>
                    <a:pt x="2334787" y="230121"/>
                  </a:lnTo>
                  <a:lnTo>
                    <a:pt x="2334850" y="230086"/>
                  </a:lnTo>
                  <a:lnTo>
                    <a:pt x="2334886" y="230058"/>
                  </a:lnTo>
                  <a:lnTo>
                    <a:pt x="2334910" y="230033"/>
                  </a:lnTo>
                  <a:lnTo>
                    <a:pt x="2334934" y="230003"/>
                  </a:lnTo>
                  <a:lnTo>
                    <a:pt x="2334951" y="229974"/>
                  </a:lnTo>
                  <a:lnTo>
                    <a:pt x="2334972" y="229930"/>
                  </a:lnTo>
                  <a:lnTo>
                    <a:pt x="2334987" y="229887"/>
                  </a:lnTo>
                  <a:lnTo>
                    <a:pt x="2334991" y="229861"/>
                  </a:lnTo>
                  <a:lnTo>
                    <a:pt x="2335343" y="229135"/>
                  </a:lnTo>
                  <a:lnTo>
                    <a:pt x="2335785" y="228729"/>
                  </a:lnTo>
                  <a:lnTo>
                    <a:pt x="2336383" y="228722"/>
                  </a:lnTo>
                  <a:lnTo>
                    <a:pt x="2336876" y="228704"/>
                  </a:lnTo>
                  <a:lnTo>
                    <a:pt x="2337268" y="228849"/>
                  </a:lnTo>
                  <a:lnTo>
                    <a:pt x="2337408" y="228860"/>
                  </a:lnTo>
                  <a:lnTo>
                    <a:pt x="2337763" y="228937"/>
                  </a:lnTo>
                  <a:lnTo>
                    <a:pt x="2337864" y="228945"/>
                  </a:lnTo>
                  <a:lnTo>
                    <a:pt x="2338370" y="229025"/>
                  </a:lnTo>
                  <a:lnTo>
                    <a:pt x="2338645" y="229039"/>
                  </a:lnTo>
                  <a:lnTo>
                    <a:pt x="2339185" y="229000"/>
                  </a:lnTo>
                  <a:lnTo>
                    <a:pt x="2339505" y="228916"/>
                  </a:lnTo>
                  <a:lnTo>
                    <a:pt x="2339578" y="228870"/>
                  </a:lnTo>
                  <a:lnTo>
                    <a:pt x="2339607" y="228857"/>
                  </a:lnTo>
                  <a:lnTo>
                    <a:pt x="2339640" y="228834"/>
                  </a:lnTo>
                  <a:lnTo>
                    <a:pt x="2339688" y="228802"/>
                  </a:lnTo>
                  <a:lnTo>
                    <a:pt x="2339739" y="228765"/>
                  </a:lnTo>
                  <a:lnTo>
                    <a:pt x="2339799" y="228718"/>
                  </a:lnTo>
                  <a:lnTo>
                    <a:pt x="2339823" y="228698"/>
                  </a:lnTo>
                  <a:lnTo>
                    <a:pt x="2339900" y="228639"/>
                  </a:lnTo>
                  <a:lnTo>
                    <a:pt x="2339941" y="228604"/>
                  </a:lnTo>
                  <a:lnTo>
                    <a:pt x="2339971" y="228579"/>
                  </a:lnTo>
                  <a:lnTo>
                    <a:pt x="2340215" y="228335"/>
                  </a:lnTo>
                  <a:lnTo>
                    <a:pt x="2340256" y="228299"/>
                  </a:lnTo>
                  <a:lnTo>
                    <a:pt x="2340338" y="228196"/>
                  </a:lnTo>
                  <a:lnTo>
                    <a:pt x="2340573" y="227980"/>
                  </a:lnTo>
                  <a:lnTo>
                    <a:pt x="2341011" y="227560"/>
                  </a:lnTo>
                  <a:lnTo>
                    <a:pt x="2341373" y="227265"/>
                  </a:lnTo>
                  <a:lnTo>
                    <a:pt x="2341777" y="226999"/>
                  </a:lnTo>
                  <a:lnTo>
                    <a:pt x="2342133" y="226844"/>
                  </a:lnTo>
                  <a:lnTo>
                    <a:pt x="2342489" y="226772"/>
                  </a:lnTo>
                  <a:lnTo>
                    <a:pt x="2342577" y="226771"/>
                  </a:lnTo>
                  <a:lnTo>
                    <a:pt x="2343020" y="226760"/>
                  </a:lnTo>
                  <a:lnTo>
                    <a:pt x="2343253" y="226773"/>
                  </a:lnTo>
                  <a:lnTo>
                    <a:pt x="2343535" y="226808"/>
                  </a:lnTo>
                  <a:lnTo>
                    <a:pt x="2343543" y="226811"/>
                  </a:lnTo>
                  <a:lnTo>
                    <a:pt x="2344043" y="226928"/>
                  </a:lnTo>
                  <a:lnTo>
                    <a:pt x="2344195" y="226961"/>
                  </a:lnTo>
                  <a:lnTo>
                    <a:pt x="2344468" y="226975"/>
                  </a:lnTo>
                  <a:lnTo>
                    <a:pt x="2344559" y="226954"/>
                  </a:lnTo>
                  <a:lnTo>
                    <a:pt x="2344904" y="226908"/>
                  </a:lnTo>
                  <a:lnTo>
                    <a:pt x="2345219" y="226902"/>
                  </a:lnTo>
                  <a:lnTo>
                    <a:pt x="2345512" y="226902"/>
                  </a:lnTo>
                  <a:lnTo>
                    <a:pt x="2345534" y="226903"/>
                  </a:lnTo>
                  <a:lnTo>
                    <a:pt x="2346027" y="226969"/>
                  </a:lnTo>
                  <a:lnTo>
                    <a:pt x="2346040" y="226974"/>
                  </a:lnTo>
                  <a:lnTo>
                    <a:pt x="2346166" y="227006"/>
                  </a:lnTo>
                  <a:lnTo>
                    <a:pt x="2346367" y="227052"/>
                  </a:lnTo>
                  <a:lnTo>
                    <a:pt x="2346665" y="227091"/>
                  </a:lnTo>
                  <a:lnTo>
                    <a:pt x="2346901" y="227091"/>
                  </a:lnTo>
                  <a:lnTo>
                    <a:pt x="2347205" y="227084"/>
                  </a:lnTo>
                  <a:lnTo>
                    <a:pt x="2347516" y="227039"/>
                  </a:lnTo>
                  <a:lnTo>
                    <a:pt x="2347676" y="227040"/>
                  </a:lnTo>
                  <a:lnTo>
                    <a:pt x="2348425" y="226932"/>
                  </a:lnTo>
                  <a:lnTo>
                    <a:pt x="2348822" y="226815"/>
                  </a:lnTo>
                  <a:lnTo>
                    <a:pt x="2349182" y="226632"/>
                  </a:lnTo>
                  <a:lnTo>
                    <a:pt x="2349652" y="226298"/>
                  </a:lnTo>
                  <a:lnTo>
                    <a:pt x="2349923" y="226190"/>
                  </a:lnTo>
                  <a:lnTo>
                    <a:pt x="2350232" y="226065"/>
                  </a:lnTo>
                  <a:lnTo>
                    <a:pt x="2350352" y="226034"/>
                  </a:lnTo>
                  <a:lnTo>
                    <a:pt x="2350710" y="226002"/>
                  </a:lnTo>
                  <a:lnTo>
                    <a:pt x="2351119" y="225913"/>
                  </a:lnTo>
                  <a:lnTo>
                    <a:pt x="2351578" y="225833"/>
                  </a:lnTo>
                  <a:lnTo>
                    <a:pt x="2351720" y="225788"/>
                  </a:lnTo>
                  <a:lnTo>
                    <a:pt x="2352119" y="225656"/>
                  </a:lnTo>
                  <a:lnTo>
                    <a:pt x="2352660" y="225432"/>
                  </a:lnTo>
                  <a:lnTo>
                    <a:pt x="2353253" y="225220"/>
                  </a:lnTo>
                  <a:lnTo>
                    <a:pt x="2353606" y="225105"/>
                  </a:lnTo>
                  <a:lnTo>
                    <a:pt x="2354048" y="225078"/>
                  </a:lnTo>
                  <a:lnTo>
                    <a:pt x="2354370" y="225178"/>
                  </a:lnTo>
                  <a:lnTo>
                    <a:pt x="2354854" y="225354"/>
                  </a:lnTo>
                  <a:lnTo>
                    <a:pt x="2355618" y="225626"/>
                  </a:lnTo>
                  <a:lnTo>
                    <a:pt x="2355986" y="225733"/>
                  </a:lnTo>
                  <a:lnTo>
                    <a:pt x="2356149" y="225754"/>
                  </a:lnTo>
                  <a:lnTo>
                    <a:pt x="2356596" y="225825"/>
                  </a:lnTo>
                  <a:lnTo>
                    <a:pt x="2356891" y="225843"/>
                  </a:lnTo>
                  <a:lnTo>
                    <a:pt x="2357477" y="225805"/>
                  </a:lnTo>
                  <a:lnTo>
                    <a:pt x="2357963" y="225722"/>
                  </a:lnTo>
                  <a:lnTo>
                    <a:pt x="2358199" y="225681"/>
                  </a:lnTo>
                  <a:lnTo>
                    <a:pt x="2358734" y="225653"/>
                  </a:lnTo>
                  <a:lnTo>
                    <a:pt x="2359056" y="225645"/>
                  </a:lnTo>
                  <a:lnTo>
                    <a:pt x="2359390" y="225652"/>
                  </a:lnTo>
                  <a:lnTo>
                    <a:pt x="2359907" y="225727"/>
                  </a:lnTo>
                  <a:lnTo>
                    <a:pt x="2360047" y="225717"/>
                  </a:lnTo>
                  <a:lnTo>
                    <a:pt x="2360142" y="225689"/>
                  </a:lnTo>
                  <a:lnTo>
                    <a:pt x="2360198" y="225667"/>
                  </a:lnTo>
                  <a:lnTo>
                    <a:pt x="2360545" y="225583"/>
                  </a:lnTo>
                  <a:lnTo>
                    <a:pt x="2360560" y="225583"/>
                  </a:lnTo>
                  <a:lnTo>
                    <a:pt x="2360693" y="225592"/>
                  </a:lnTo>
                  <a:lnTo>
                    <a:pt x="2360709" y="225602"/>
                  </a:lnTo>
                  <a:lnTo>
                    <a:pt x="2361393" y="225912"/>
                  </a:lnTo>
                  <a:lnTo>
                    <a:pt x="2361704" y="226020"/>
                  </a:lnTo>
                  <a:lnTo>
                    <a:pt x="2362078" y="226298"/>
                  </a:lnTo>
                  <a:lnTo>
                    <a:pt x="2362714" y="226749"/>
                  </a:lnTo>
                  <a:lnTo>
                    <a:pt x="2363787" y="227308"/>
                  </a:lnTo>
                  <a:lnTo>
                    <a:pt x="2364146" y="227466"/>
                  </a:lnTo>
                  <a:lnTo>
                    <a:pt x="2364275" y="227460"/>
                  </a:lnTo>
                  <a:lnTo>
                    <a:pt x="2364790" y="227384"/>
                  </a:lnTo>
                  <a:lnTo>
                    <a:pt x="2365044" y="227369"/>
                  </a:lnTo>
                  <a:lnTo>
                    <a:pt x="2365354" y="227301"/>
                  </a:lnTo>
                  <a:lnTo>
                    <a:pt x="2365843" y="227135"/>
                  </a:lnTo>
                  <a:lnTo>
                    <a:pt x="2366402" y="226817"/>
                  </a:lnTo>
                  <a:lnTo>
                    <a:pt x="2366687" y="226505"/>
                  </a:lnTo>
                  <a:lnTo>
                    <a:pt x="2366873" y="226320"/>
                  </a:lnTo>
                  <a:lnTo>
                    <a:pt x="2366986" y="226185"/>
                  </a:lnTo>
                  <a:lnTo>
                    <a:pt x="2367365" y="225580"/>
                  </a:lnTo>
                  <a:lnTo>
                    <a:pt x="2367612" y="225192"/>
                  </a:lnTo>
                  <a:lnTo>
                    <a:pt x="2368295" y="224482"/>
                  </a:lnTo>
                  <a:lnTo>
                    <a:pt x="2369133" y="224077"/>
                  </a:lnTo>
                  <a:lnTo>
                    <a:pt x="2369144" y="224075"/>
                  </a:lnTo>
                  <a:lnTo>
                    <a:pt x="2369284" y="224066"/>
                  </a:lnTo>
                  <a:lnTo>
                    <a:pt x="2370254" y="223974"/>
                  </a:lnTo>
                  <a:lnTo>
                    <a:pt x="2370523" y="223955"/>
                  </a:lnTo>
                  <a:lnTo>
                    <a:pt x="2370761" y="223967"/>
                  </a:lnTo>
                  <a:lnTo>
                    <a:pt x="2372296" y="224292"/>
                  </a:lnTo>
                  <a:lnTo>
                    <a:pt x="2373190" y="224442"/>
                  </a:lnTo>
                  <a:lnTo>
                    <a:pt x="2373628" y="224419"/>
                  </a:lnTo>
                  <a:lnTo>
                    <a:pt x="2373713" y="224426"/>
                  </a:lnTo>
                  <a:lnTo>
                    <a:pt x="2373912" y="224433"/>
                  </a:lnTo>
                  <a:lnTo>
                    <a:pt x="2374173" y="224442"/>
                  </a:lnTo>
                  <a:lnTo>
                    <a:pt x="2374185" y="224441"/>
                  </a:lnTo>
                  <a:lnTo>
                    <a:pt x="2374439" y="224339"/>
                  </a:lnTo>
                  <a:lnTo>
                    <a:pt x="2374837" y="224008"/>
                  </a:lnTo>
                  <a:lnTo>
                    <a:pt x="2374960" y="223815"/>
                  </a:lnTo>
                  <a:lnTo>
                    <a:pt x="2375075" y="223633"/>
                  </a:lnTo>
                  <a:lnTo>
                    <a:pt x="2375109" y="223595"/>
                  </a:lnTo>
                  <a:lnTo>
                    <a:pt x="2375162" y="223518"/>
                  </a:lnTo>
                  <a:lnTo>
                    <a:pt x="2375201" y="223487"/>
                  </a:lnTo>
                  <a:lnTo>
                    <a:pt x="2375315" y="223345"/>
                  </a:lnTo>
                  <a:lnTo>
                    <a:pt x="2376013" y="223674"/>
                  </a:lnTo>
                  <a:lnTo>
                    <a:pt x="2376171" y="223878"/>
                  </a:lnTo>
                  <a:lnTo>
                    <a:pt x="2376332" y="224149"/>
                  </a:lnTo>
                  <a:lnTo>
                    <a:pt x="2376430" y="224341"/>
                  </a:lnTo>
                  <a:lnTo>
                    <a:pt x="2376533" y="224689"/>
                  </a:lnTo>
                  <a:lnTo>
                    <a:pt x="2376438" y="225354"/>
                  </a:lnTo>
                  <a:lnTo>
                    <a:pt x="2376148" y="226139"/>
                  </a:lnTo>
                  <a:lnTo>
                    <a:pt x="2375939" y="226346"/>
                  </a:lnTo>
                  <a:lnTo>
                    <a:pt x="2375656" y="226505"/>
                  </a:lnTo>
                  <a:lnTo>
                    <a:pt x="2375263" y="226722"/>
                  </a:lnTo>
                  <a:lnTo>
                    <a:pt x="2374738" y="226930"/>
                  </a:lnTo>
                  <a:lnTo>
                    <a:pt x="2374406" y="227050"/>
                  </a:lnTo>
                  <a:lnTo>
                    <a:pt x="2373204" y="227674"/>
                  </a:lnTo>
                  <a:lnTo>
                    <a:pt x="2372598" y="227828"/>
                  </a:lnTo>
                  <a:lnTo>
                    <a:pt x="2372206" y="227895"/>
                  </a:lnTo>
                  <a:lnTo>
                    <a:pt x="2371592" y="228029"/>
                  </a:lnTo>
                  <a:lnTo>
                    <a:pt x="2371422" y="228088"/>
                  </a:lnTo>
                  <a:lnTo>
                    <a:pt x="2371120" y="228153"/>
                  </a:lnTo>
                  <a:lnTo>
                    <a:pt x="2370822" y="228314"/>
                  </a:lnTo>
                  <a:lnTo>
                    <a:pt x="2369735" y="228585"/>
                  </a:lnTo>
                  <a:lnTo>
                    <a:pt x="2369565" y="228611"/>
                  </a:lnTo>
                  <a:lnTo>
                    <a:pt x="2368833" y="228802"/>
                  </a:lnTo>
                  <a:lnTo>
                    <a:pt x="2368330" y="228858"/>
                  </a:lnTo>
                  <a:lnTo>
                    <a:pt x="2367575" y="229087"/>
                  </a:lnTo>
                  <a:lnTo>
                    <a:pt x="2366781" y="229479"/>
                  </a:lnTo>
                  <a:lnTo>
                    <a:pt x="2366755" y="229492"/>
                  </a:lnTo>
                  <a:lnTo>
                    <a:pt x="2366519" y="229618"/>
                  </a:lnTo>
                  <a:lnTo>
                    <a:pt x="2366166" y="229763"/>
                  </a:lnTo>
                  <a:lnTo>
                    <a:pt x="2365785" y="229938"/>
                  </a:lnTo>
                  <a:lnTo>
                    <a:pt x="2365748" y="229951"/>
                  </a:lnTo>
                  <a:lnTo>
                    <a:pt x="2365553" y="230165"/>
                  </a:lnTo>
                  <a:lnTo>
                    <a:pt x="2365268" y="230524"/>
                  </a:lnTo>
                  <a:lnTo>
                    <a:pt x="2365098" y="230744"/>
                  </a:lnTo>
                  <a:lnTo>
                    <a:pt x="2365039" y="230809"/>
                  </a:lnTo>
                  <a:lnTo>
                    <a:pt x="2364769" y="231000"/>
                  </a:lnTo>
                  <a:lnTo>
                    <a:pt x="2364747" y="231007"/>
                  </a:lnTo>
                  <a:lnTo>
                    <a:pt x="2364446" y="231017"/>
                  </a:lnTo>
                  <a:lnTo>
                    <a:pt x="2364307" y="230976"/>
                  </a:lnTo>
                  <a:lnTo>
                    <a:pt x="2364224" y="230977"/>
                  </a:lnTo>
                  <a:lnTo>
                    <a:pt x="2364049" y="231033"/>
                  </a:lnTo>
                  <a:lnTo>
                    <a:pt x="2363902" y="231064"/>
                  </a:lnTo>
                  <a:lnTo>
                    <a:pt x="2363709" y="231147"/>
                  </a:lnTo>
                  <a:lnTo>
                    <a:pt x="2363391" y="231344"/>
                  </a:lnTo>
                  <a:lnTo>
                    <a:pt x="2363134" y="231509"/>
                  </a:lnTo>
                  <a:lnTo>
                    <a:pt x="2362927" y="231536"/>
                  </a:lnTo>
                  <a:lnTo>
                    <a:pt x="2362767" y="231524"/>
                  </a:lnTo>
                  <a:lnTo>
                    <a:pt x="2362464" y="231577"/>
                  </a:lnTo>
                  <a:lnTo>
                    <a:pt x="2362359" y="231649"/>
                  </a:lnTo>
                  <a:lnTo>
                    <a:pt x="2362253" y="231742"/>
                  </a:lnTo>
                  <a:lnTo>
                    <a:pt x="2362214" y="231768"/>
                  </a:lnTo>
                  <a:lnTo>
                    <a:pt x="2362074" y="231847"/>
                  </a:lnTo>
                  <a:lnTo>
                    <a:pt x="2361870" y="231905"/>
                  </a:lnTo>
                  <a:lnTo>
                    <a:pt x="2361858" y="231905"/>
                  </a:lnTo>
                  <a:lnTo>
                    <a:pt x="2361851" y="231907"/>
                  </a:lnTo>
                  <a:lnTo>
                    <a:pt x="2361842" y="231907"/>
                  </a:lnTo>
                  <a:lnTo>
                    <a:pt x="2361743" y="231905"/>
                  </a:lnTo>
                  <a:lnTo>
                    <a:pt x="2361696" y="231907"/>
                  </a:lnTo>
                  <a:lnTo>
                    <a:pt x="2361689" y="231908"/>
                  </a:lnTo>
                  <a:lnTo>
                    <a:pt x="2361626" y="231907"/>
                  </a:lnTo>
                  <a:lnTo>
                    <a:pt x="2361364" y="231920"/>
                  </a:lnTo>
                  <a:lnTo>
                    <a:pt x="2361188" y="231973"/>
                  </a:lnTo>
                  <a:lnTo>
                    <a:pt x="2361115" y="231999"/>
                  </a:lnTo>
                  <a:lnTo>
                    <a:pt x="2360783" y="232263"/>
                  </a:lnTo>
                  <a:lnTo>
                    <a:pt x="2360494" y="232614"/>
                  </a:lnTo>
                  <a:lnTo>
                    <a:pt x="2360470" y="232673"/>
                  </a:lnTo>
                  <a:lnTo>
                    <a:pt x="2360432" y="232750"/>
                  </a:lnTo>
                  <a:lnTo>
                    <a:pt x="2360416" y="232795"/>
                  </a:lnTo>
                  <a:lnTo>
                    <a:pt x="2360390" y="232860"/>
                  </a:lnTo>
                  <a:lnTo>
                    <a:pt x="2360367" y="232927"/>
                  </a:lnTo>
                  <a:lnTo>
                    <a:pt x="2360359" y="232945"/>
                  </a:lnTo>
                  <a:lnTo>
                    <a:pt x="2360345" y="232984"/>
                  </a:lnTo>
                  <a:lnTo>
                    <a:pt x="2360331" y="233020"/>
                  </a:lnTo>
                  <a:lnTo>
                    <a:pt x="2360320" y="233051"/>
                  </a:lnTo>
                  <a:lnTo>
                    <a:pt x="2360312" y="233079"/>
                  </a:lnTo>
                  <a:lnTo>
                    <a:pt x="2360300" y="233128"/>
                  </a:lnTo>
                  <a:lnTo>
                    <a:pt x="2360295" y="233156"/>
                  </a:lnTo>
                  <a:lnTo>
                    <a:pt x="2360288" y="233177"/>
                  </a:lnTo>
                  <a:lnTo>
                    <a:pt x="2360279" y="233221"/>
                  </a:lnTo>
                  <a:lnTo>
                    <a:pt x="2360268" y="233254"/>
                  </a:lnTo>
                  <a:lnTo>
                    <a:pt x="2360263" y="233328"/>
                  </a:lnTo>
                  <a:lnTo>
                    <a:pt x="2360266" y="233352"/>
                  </a:lnTo>
                  <a:lnTo>
                    <a:pt x="2360266" y="233398"/>
                  </a:lnTo>
                  <a:lnTo>
                    <a:pt x="2360268" y="233422"/>
                  </a:lnTo>
                  <a:lnTo>
                    <a:pt x="2360271" y="233446"/>
                  </a:lnTo>
                  <a:lnTo>
                    <a:pt x="2360274" y="233470"/>
                  </a:lnTo>
                  <a:lnTo>
                    <a:pt x="2360278" y="233492"/>
                  </a:lnTo>
                  <a:lnTo>
                    <a:pt x="2360286" y="233509"/>
                  </a:lnTo>
                  <a:lnTo>
                    <a:pt x="2360296" y="233532"/>
                  </a:lnTo>
                  <a:lnTo>
                    <a:pt x="2360293" y="233626"/>
                  </a:lnTo>
                  <a:lnTo>
                    <a:pt x="2360308" y="234006"/>
                  </a:lnTo>
                  <a:lnTo>
                    <a:pt x="2360290" y="234051"/>
                  </a:lnTo>
                  <a:lnTo>
                    <a:pt x="2360154" y="234435"/>
                  </a:lnTo>
                  <a:lnTo>
                    <a:pt x="2360168" y="234685"/>
                  </a:lnTo>
                  <a:lnTo>
                    <a:pt x="2360172" y="234835"/>
                  </a:lnTo>
                  <a:lnTo>
                    <a:pt x="2360223" y="234990"/>
                  </a:lnTo>
                  <a:lnTo>
                    <a:pt x="2360341" y="235236"/>
                  </a:lnTo>
                  <a:lnTo>
                    <a:pt x="2360356" y="235319"/>
                  </a:lnTo>
                  <a:lnTo>
                    <a:pt x="2360345" y="235444"/>
                  </a:lnTo>
                  <a:lnTo>
                    <a:pt x="2360293" y="235548"/>
                  </a:lnTo>
                  <a:lnTo>
                    <a:pt x="2360181" y="235785"/>
                  </a:lnTo>
                  <a:lnTo>
                    <a:pt x="2360165" y="235858"/>
                  </a:lnTo>
                  <a:lnTo>
                    <a:pt x="2360163" y="236028"/>
                  </a:lnTo>
                  <a:lnTo>
                    <a:pt x="2360192" y="236228"/>
                  </a:lnTo>
                  <a:lnTo>
                    <a:pt x="2360227" y="236335"/>
                  </a:lnTo>
                  <a:lnTo>
                    <a:pt x="2360282" y="236502"/>
                  </a:lnTo>
                  <a:lnTo>
                    <a:pt x="2360319" y="236648"/>
                  </a:lnTo>
                  <a:lnTo>
                    <a:pt x="2360340" y="236783"/>
                  </a:lnTo>
                  <a:lnTo>
                    <a:pt x="2360337" y="236911"/>
                  </a:lnTo>
                  <a:lnTo>
                    <a:pt x="2360332" y="236931"/>
                  </a:lnTo>
                  <a:lnTo>
                    <a:pt x="2360237" y="237153"/>
                  </a:lnTo>
                  <a:lnTo>
                    <a:pt x="2360028" y="237402"/>
                  </a:lnTo>
                  <a:lnTo>
                    <a:pt x="2359898" y="237544"/>
                  </a:lnTo>
                  <a:lnTo>
                    <a:pt x="2359850" y="237593"/>
                  </a:lnTo>
                  <a:lnTo>
                    <a:pt x="2359607" y="237810"/>
                  </a:lnTo>
                  <a:lnTo>
                    <a:pt x="2359454" y="237906"/>
                  </a:lnTo>
                  <a:lnTo>
                    <a:pt x="2359280" y="238056"/>
                  </a:lnTo>
                  <a:lnTo>
                    <a:pt x="2359123" y="238202"/>
                  </a:lnTo>
                  <a:lnTo>
                    <a:pt x="2359069" y="238255"/>
                  </a:lnTo>
                  <a:lnTo>
                    <a:pt x="2358942" y="238488"/>
                  </a:lnTo>
                  <a:lnTo>
                    <a:pt x="2358787" y="239088"/>
                  </a:lnTo>
                  <a:lnTo>
                    <a:pt x="2358519" y="239451"/>
                  </a:lnTo>
                  <a:lnTo>
                    <a:pt x="2358237" y="239693"/>
                  </a:lnTo>
                  <a:lnTo>
                    <a:pt x="2358164" y="239766"/>
                  </a:lnTo>
                  <a:lnTo>
                    <a:pt x="2358150" y="239773"/>
                  </a:lnTo>
                  <a:lnTo>
                    <a:pt x="2358121" y="239787"/>
                  </a:lnTo>
                  <a:lnTo>
                    <a:pt x="2357569" y="240247"/>
                  </a:lnTo>
                  <a:lnTo>
                    <a:pt x="2357274" y="240511"/>
                  </a:lnTo>
                  <a:lnTo>
                    <a:pt x="2356985" y="240779"/>
                  </a:lnTo>
                  <a:lnTo>
                    <a:pt x="2356856" y="240873"/>
                  </a:lnTo>
                  <a:lnTo>
                    <a:pt x="2356765" y="240938"/>
                  </a:lnTo>
                  <a:lnTo>
                    <a:pt x="2356676" y="241010"/>
                  </a:lnTo>
                  <a:lnTo>
                    <a:pt x="2356670" y="241019"/>
                  </a:lnTo>
                  <a:lnTo>
                    <a:pt x="2356637" y="241070"/>
                  </a:lnTo>
                  <a:lnTo>
                    <a:pt x="2356609" y="241129"/>
                  </a:lnTo>
                  <a:lnTo>
                    <a:pt x="2356594" y="241165"/>
                  </a:lnTo>
                  <a:lnTo>
                    <a:pt x="2356581" y="241196"/>
                  </a:lnTo>
                  <a:lnTo>
                    <a:pt x="2356569" y="241232"/>
                  </a:lnTo>
                  <a:lnTo>
                    <a:pt x="2356563" y="241269"/>
                  </a:lnTo>
                  <a:lnTo>
                    <a:pt x="2356559" y="241294"/>
                  </a:lnTo>
                  <a:lnTo>
                    <a:pt x="2356555" y="241313"/>
                  </a:lnTo>
                  <a:lnTo>
                    <a:pt x="2356555" y="241330"/>
                  </a:lnTo>
                  <a:lnTo>
                    <a:pt x="2356551" y="241347"/>
                  </a:lnTo>
                  <a:lnTo>
                    <a:pt x="2356548" y="241364"/>
                  </a:lnTo>
                  <a:lnTo>
                    <a:pt x="2356544" y="241386"/>
                  </a:lnTo>
                  <a:lnTo>
                    <a:pt x="2356544" y="241403"/>
                  </a:lnTo>
                  <a:lnTo>
                    <a:pt x="2356541" y="241421"/>
                  </a:lnTo>
                  <a:lnTo>
                    <a:pt x="2356538" y="241438"/>
                  </a:lnTo>
                  <a:lnTo>
                    <a:pt x="2356536" y="241473"/>
                  </a:lnTo>
                  <a:lnTo>
                    <a:pt x="2356535" y="241509"/>
                  </a:lnTo>
                  <a:lnTo>
                    <a:pt x="2356529" y="241543"/>
                  </a:lnTo>
                  <a:lnTo>
                    <a:pt x="2356526" y="241578"/>
                  </a:lnTo>
                  <a:lnTo>
                    <a:pt x="2356520" y="241612"/>
                  </a:lnTo>
                  <a:lnTo>
                    <a:pt x="2356515" y="241650"/>
                  </a:lnTo>
                  <a:lnTo>
                    <a:pt x="2356504" y="241688"/>
                  </a:lnTo>
                  <a:lnTo>
                    <a:pt x="2356481" y="241725"/>
                  </a:lnTo>
                  <a:lnTo>
                    <a:pt x="2356455" y="241759"/>
                  </a:lnTo>
                  <a:lnTo>
                    <a:pt x="2356418" y="241791"/>
                  </a:lnTo>
                  <a:lnTo>
                    <a:pt x="2356378" y="241817"/>
                  </a:lnTo>
                  <a:lnTo>
                    <a:pt x="2356338" y="241838"/>
                  </a:lnTo>
                  <a:lnTo>
                    <a:pt x="2356298" y="241853"/>
                  </a:lnTo>
                  <a:lnTo>
                    <a:pt x="2356235" y="241870"/>
                  </a:lnTo>
                  <a:lnTo>
                    <a:pt x="2356196" y="241875"/>
                  </a:lnTo>
                  <a:lnTo>
                    <a:pt x="2356153" y="241882"/>
                  </a:lnTo>
                  <a:lnTo>
                    <a:pt x="2356122" y="241884"/>
                  </a:lnTo>
                  <a:lnTo>
                    <a:pt x="2356088" y="241889"/>
                  </a:lnTo>
                  <a:lnTo>
                    <a:pt x="2356053" y="241894"/>
                  </a:lnTo>
                  <a:lnTo>
                    <a:pt x="2356016" y="241899"/>
                  </a:lnTo>
                  <a:lnTo>
                    <a:pt x="2355983" y="241906"/>
                  </a:lnTo>
                  <a:lnTo>
                    <a:pt x="2355945" y="241916"/>
                  </a:lnTo>
                  <a:lnTo>
                    <a:pt x="2355918" y="241924"/>
                  </a:lnTo>
                  <a:lnTo>
                    <a:pt x="2355874" y="241937"/>
                  </a:lnTo>
                  <a:lnTo>
                    <a:pt x="2355835" y="241950"/>
                  </a:lnTo>
                  <a:lnTo>
                    <a:pt x="2355803" y="241966"/>
                  </a:lnTo>
                  <a:lnTo>
                    <a:pt x="2355766" y="241984"/>
                  </a:lnTo>
                  <a:lnTo>
                    <a:pt x="2355735" y="242004"/>
                  </a:lnTo>
                  <a:lnTo>
                    <a:pt x="2355711" y="242018"/>
                  </a:lnTo>
                  <a:lnTo>
                    <a:pt x="2355675" y="242045"/>
                  </a:lnTo>
                  <a:lnTo>
                    <a:pt x="2355652" y="242064"/>
                  </a:lnTo>
                  <a:lnTo>
                    <a:pt x="2355633" y="242083"/>
                  </a:lnTo>
                  <a:lnTo>
                    <a:pt x="2355613" y="242103"/>
                  </a:lnTo>
                  <a:lnTo>
                    <a:pt x="2355596" y="242121"/>
                  </a:lnTo>
                  <a:lnTo>
                    <a:pt x="2355581" y="242138"/>
                  </a:lnTo>
                  <a:lnTo>
                    <a:pt x="2355572" y="242153"/>
                  </a:lnTo>
                  <a:lnTo>
                    <a:pt x="2355559" y="242184"/>
                  </a:lnTo>
                  <a:lnTo>
                    <a:pt x="2355552" y="242233"/>
                  </a:lnTo>
                  <a:lnTo>
                    <a:pt x="2355550" y="242255"/>
                  </a:lnTo>
                  <a:lnTo>
                    <a:pt x="2355550" y="242274"/>
                  </a:lnTo>
                  <a:lnTo>
                    <a:pt x="2355553" y="242293"/>
                  </a:lnTo>
                  <a:lnTo>
                    <a:pt x="2355554" y="242303"/>
                  </a:lnTo>
                  <a:lnTo>
                    <a:pt x="2355559" y="242317"/>
                  </a:lnTo>
                  <a:lnTo>
                    <a:pt x="2355560" y="242345"/>
                  </a:lnTo>
                  <a:lnTo>
                    <a:pt x="2355560" y="242381"/>
                  </a:lnTo>
                  <a:lnTo>
                    <a:pt x="2355561" y="242397"/>
                  </a:lnTo>
                  <a:lnTo>
                    <a:pt x="2355560" y="242429"/>
                  </a:lnTo>
                  <a:lnTo>
                    <a:pt x="2355557" y="242445"/>
                  </a:lnTo>
                  <a:lnTo>
                    <a:pt x="2355554" y="242463"/>
                  </a:lnTo>
                  <a:lnTo>
                    <a:pt x="2355550" y="242480"/>
                  </a:lnTo>
                  <a:lnTo>
                    <a:pt x="2355547" y="242500"/>
                  </a:lnTo>
                  <a:lnTo>
                    <a:pt x="2355547" y="242523"/>
                  </a:lnTo>
                  <a:lnTo>
                    <a:pt x="2355550" y="242537"/>
                  </a:lnTo>
                  <a:lnTo>
                    <a:pt x="2355551" y="242549"/>
                  </a:lnTo>
                  <a:lnTo>
                    <a:pt x="2355555" y="242561"/>
                  </a:lnTo>
                  <a:lnTo>
                    <a:pt x="2355559" y="242574"/>
                  </a:lnTo>
                  <a:lnTo>
                    <a:pt x="2355565" y="242590"/>
                  </a:lnTo>
                  <a:lnTo>
                    <a:pt x="2355571" y="242605"/>
                  </a:lnTo>
                  <a:lnTo>
                    <a:pt x="2355579" y="242624"/>
                  </a:lnTo>
                  <a:lnTo>
                    <a:pt x="2355586" y="242640"/>
                  </a:lnTo>
                  <a:lnTo>
                    <a:pt x="2355592" y="242660"/>
                  </a:lnTo>
                  <a:lnTo>
                    <a:pt x="2355602" y="242687"/>
                  </a:lnTo>
                  <a:lnTo>
                    <a:pt x="2355608" y="242700"/>
                  </a:lnTo>
                  <a:lnTo>
                    <a:pt x="2355621" y="242735"/>
                  </a:lnTo>
                  <a:lnTo>
                    <a:pt x="2355631" y="242760"/>
                  </a:lnTo>
                  <a:lnTo>
                    <a:pt x="2355635" y="242778"/>
                  </a:lnTo>
                  <a:lnTo>
                    <a:pt x="2355642" y="242807"/>
                  </a:lnTo>
                  <a:lnTo>
                    <a:pt x="2355717" y="243153"/>
                  </a:lnTo>
                  <a:lnTo>
                    <a:pt x="2355703" y="243434"/>
                  </a:lnTo>
                  <a:lnTo>
                    <a:pt x="2355631" y="243598"/>
                  </a:lnTo>
                  <a:lnTo>
                    <a:pt x="2355624" y="243651"/>
                  </a:lnTo>
                  <a:lnTo>
                    <a:pt x="2355596" y="243787"/>
                  </a:lnTo>
                  <a:lnTo>
                    <a:pt x="2355562" y="243942"/>
                  </a:lnTo>
                  <a:lnTo>
                    <a:pt x="2355549" y="244002"/>
                  </a:lnTo>
                  <a:lnTo>
                    <a:pt x="2355542" y="244023"/>
                  </a:lnTo>
                  <a:lnTo>
                    <a:pt x="2355532" y="244048"/>
                  </a:lnTo>
                  <a:lnTo>
                    <a:pt x="2355523" y="244072"/>
                  </a:lnTo>
                  <a:lnTo>
                    <a:pt x="2355517" y="244096"/>
                  </a:lnTo>
                  <a:lnTo>
                    <a:pt x="2355512" y="244125"/>
                  </a:lnTo>
                  <a:lnTo>
                    <a:pt x="2355510" y="244149"/>
                  </a:lnTo>
                  <a:lnTo>
                    <a:pt x="2355514" y="244195"/>
                  </a:lnTo>
                  <a:lnTo>
                    <a:pt x="2355514" y="244222"/>
                  </a:lnTo>
                  <a:lnTo>
                    <a:pt x="2355521" y="244247"/>
                  </a:lnTo>
                  <a:lnTo>
                    <a:pt x="2355525" y="244259"/>
                  </a:lnTo>
                  <a:lnTo>
                    <a:pt x="2355591" y="244373"/>
                  </a:lnTo>
                  <a:lnTo>
                    <a:pt x="2355650" y="244454"/>
                  </a:lnTo>
                  <a:lnTo>
                    <a:pt x="2355753" y="244539"/>
                  </a:lnTo>
                  <a:lnTo>
                    <a:pt x="2355862" y="244574"/>
                  </a:lnTo>
                  <a:lnTo>
                    <a:pt x="2355959" y="244606"/>
                  </a:lnTo>
                  <a:lnTo>
                    <a:pt x="2356225" y="244795"/>
                  </a:lnTo>
                  <a:lnTo>
                    <a:pt x="2356273" y="244819"/>
                  </a:lnTo>
                  <a:lnTo>
                    <a:pt x="2356304" y="244866"/>
                  </a:lnTo>
                  <a:lnTo>
                    <a:pt x="2356313" y="244877"/>
                  </a:lnTo>
                  <a:lnTo>
                    <a:pt x="2356445" y="245062"/>
                  </a:lnTo>
                  <a:lnTo>
                    <a:pt x="2356511" y="245161"/>
                  </a:lnTo>
                  <a:lnTo>
                    <a:pt x="2356540" y="245178"/>
                  </a:lnTo>
                  <a:lnTo>
                    <a:pt x="2356565" y="245202"/>
                  </a:lnTo>
                  <a:lnTo>
                    <a:pt x="2356603" y="245240"/>
                  </a:lnTo>
                  <a:lnTo>
                    <a:pt x="2356626" y="245264"/>
                  </a:lnTo>
                  <a:lnTo>
                    <a:pt x="2356661" y="245297"/>
                  </a:lnTo>
                  <a:lnTo>
                    <a:pt x="2356696" y="245336"/>
                  </a:lnTo>
                  <a:lnTo>
                    <a:pt x="2356727" y="245367"/>
                  </a:lnTo>
                  <a:lnTo>
                    <a:pt x="2356773" y="245406"/>
                  </a:lnTo>
                  <a:lnTo>
                    <a:pt x="2356814" y="245440"/>
                  </a:lnTo>
                  <a:lnTo>
                    <a:pt x="2356856" y="245473"/>
                  </a:lnTo>
                  <a:lnTo>
                    <a:pt x="2356896" y="245508"/>
                  </a:lnTo>
                  <a:lnTo>
                    <a:pt x="2356948" y="245547"/>
                  </a:lnTo>
                  <a:lnTo>
                    <a:pt x="2357025" y="245598"/>
                  </a:lnTo>
                  <a:lnTo>
                    <a:pt x="2357085" y="245635"/>
                  </a:lnTo>
                  <a:lnTo>
                    <a:pt x="2357137" y="245665"/>
                  </a:lnTo>
                  <a:lnTo>
                    <a:pt x="2357179" y="245687"/>
                  </a:lnTo>
                  <a:lnTo>
                    <a:pt x="2357243" y="245730"/>
                  </a:lnTo>
                  <a:lnTo>
                    <a:pt x="2357285" y="245761"/>
                  </a:lnTo>
                  <a:lnTo>
                    <a:pt x="2357323" y="245791"/>
                  </a:lnTo>
                  <a:lnTo>
                    <a:pt x="2357357" y="245828"/>
                  </a:lnTo>
                  <a:lnTo>
                    <a:pt x="2357397" y="245875"/>
                  </a:lnTo>
                  <a:lnTo>
                    <a:pt x="2357417" y="245905"/>
                  </a:lnTo>
                  <a:lnTo>
                    <a:pt x="2357426" y="245926"/>
                  </a:lnTo>
                  <a:lnTo>
                    <a:pt x="2357451" y="245975"/>
                  </a:lnTo>
                  <a:lnTo>
                    <a:pt x="2357461" y="246006"/>
                  </a:lnTo>
                  <a:lnTo>
                    <a:pt x="2357467" y="246031"/>
                  </a:lnTo>
                  <a:lnTo>
                    <a:pt x="2357476" y="246081"/>
                  </a:lnTo>
                  <a:lnTo>
                    <a:pt x="2357482" y="246114"/>
                  </a:lnTo>
                  <a:lnTo>
                    <a:pt x="2357489" y="246151"/>
                  </a:lnTo>
                  <a:lnTo>
                    <a:pt x="2357496" y="246182"/>
                  </a:lnTo>
                  <a:lnTo>
                    <a:pt x="2357501" y="246194"/>
                  </a:lnTo>
                  <a:lnTo>
                    <a:pt x="2357516" y="246244"/>
                  </a:lnTo>
                  <a:lnTo>
                    <a:pt x="2357536" y="246292"/>
                  </a:lnTo>
                  <a:lnTo>
                    <a:pt x="2357555" y="246327"/>
                  </a:lnTo>
                  <a:lnTo>
                    <a:pt x="2357576" y="246374"/>
                  </a:lnTo>
                  <a:lnTo>
                    <a:pt x="2357598" y="246409"/>
                  </a:lnTo>
                  <a:lnTo>
                    <a:pt x="2357622" y="246444"/>
                  </a:lnTo>
                  <a:lnTo>
                    <a:pt x="2357654" y="246476"/>
                  </a:lnTo>
                  <a:lnTo>
                    <a:pt x="2357666" y="246488"/>
                  </a:lnTo>
                  <a:lnTo>
                    <a:pt x="2357689" y="246518"/>
                  </a:lnTo>
                  <a:lnTo>
                    <a:pt x="2357705" y="246539"/>
                  </a:lnTo>
                  <a:lnTo>
                    <a:pt x="2357721" y="246572"/>
                  </a:lnTo>
                  <a:lnTo>
                    <a:pt x="2357731" y="246601"/>
                  </a:lnTo>
                  <a:lnTo>
                    <a:pt x="2357740" y="246633"/>
                  </a:lnTo>
                  <a:lnTo>
                    <a:pt x="2357747" y="246673"/>
                  </a:lnTo>
                  <a:lnTo>
                    <a:pt x="2357748" y="246693"/>
                  </a:lnTo>
                  <a:lnTo>
                    <a:pt x="2357755" y="246738"/>
                  </a:lnTo>
                  <a:lnTo>
                    <a:pt x="2357760" y="246770"/>
                  </a:lnTo>
                  <a:lnTo>
                    <a:pt x="2357767" y="246810"/>
                  </a:lnTo>
                  <a:lnTo>
                    <a:pt x="2357774" y="246835"/>
                  </a:lnTo>
                  <a:lnTo>
                    <a:pt x="2357786" y="246863"/>
                  </a:lnTo>
                  <a:lnTo>
                    <a:pt x="2357797" y="246893"/>
                  </a:lnTo>
                  <a:lnTo>
                    <a:pt x="2357810" y="246929"/>
                  </a:lnTo>
                  <a:lnTo>
                    <a:pt x="2357821" y="246966"/>
                  </a:lnTo>
                  <a:lnTo>
                    <a:pt x="2357827" y="246998"/>
                  </a:lnTo>
                  <a:lnTo>
                    <a:pt x="2357831" y="247026"/>
                  </a:lnTo>
                  <a:lnTo>
                    <a:pt x="2357826" y="247074"/>
                  </a:lnTo>
                  <a:lnTo>
                    <a:pt x="2357821" y="247098"/>
                  </a:lnTo>
                  <a:lnTo>
                    <a:pt x="2357815" y="247128"/>
                  </a:lnTo>
                  <a:lnTo>
                    <a:pt x="2357812" y="247144"/>
                  </a:lnTo>
                  <a:lnTo>
                    <a:pt x="2357805" y="247176"/>
                  </a:lnTo>
                  <a:lnTo>
                    <a:pt x="2357799" y="247194"/>
                  </a:lnTo>
                  <a:lnTo>
                    <a:pt x="2357786" y="247229"/>
                  </a:lnTo>
                  <a:lnTo>
                    <a:pt x="2357777" y="247249"/>
                  </a:lnTo>
                  <a:lnTo>
                    <a:pt x="2357765" y="247286"/>
                  </a:lnTo>
                  <a:lnTo>
                    <a:pt x="2357760" y="247305"/>
                  </a:lnTo>
                  <a:lnTo>
                    <a:pt x="2357749" y="247336"/>
                  </a:lnTo>
                  <a:lnTo>
                    <a:pt x="2357729" y="247383"/>
                  </a:lnTo>
                  <a:lnTo>
                    <a:pt x="2357705" y="247435"/>
                  </a:lnTo>
                  <a:lnTo>
                    <a:pt x="2357694" y="247460"/>
                  </a:lnTo>
                  <a:lnTo>
                    <a:pt x="2357673" y="247503"/>
                  </a:lnTo>
                  <a:lnTo>
                    <a:pt x="2357657" y="247533"/>
                  </a:lnTo>
                  <a:lnTo>
                    <a:pt x="2357651" y="247551"/>
                  </a:lnTo>
                  <a:lnTo>
                    <a:pt x="2357648" y="247569"/>
                  </a:lnTo>
                  <a:lnTo>
                    <a:pt x="2357649" y="247598"/>
                  </a:lnTo>
                  <a:lnTo>
                    <a:pt x="2357655" y="247616"/>
                  </a:lnTo>
                  <a:lnTo>
                    <a:pt x="2357664" y="247652"/>
                  </a:lnTo>
                  <a:lnTo>
                    <a:pt x="2357671" y="247673"/>
                  </a:lnTo>
                  <a:lnTo>
                    <a:pt x="2357681" y="247713"/>
                  </a:lnTo>
                  <a:lnTo>
                    <a:pt x="2357685" y="247730"/>
                  </a:lnTo>
                  <a:lnTo>
                    <a:pt x="2357688" y="247756"/>
                  </a:lnTo>
                  <a:lnTo>
                    <a:pt x="2357697" y="247779"/>
                  </a:lnTo>
                  <a:lnTo>
                    <a:pt x="2357705" y="247802"/>
                  </a:lnTo>
                  <a:lnTo>
                    <a:pt x="2357729" y="247821"/>
                  </a:lnTo>
                  <a:lnTo>
                    <a:pt x="2357749" y="247834"/>
                  </a:lnTo>
                  <a:lnTo>
                    <a:pt x="2357782" y="247853"/>
                  </a:lnTo>
                  <a:lnTo>
                    <a:pt x="2357808" y="247867"/>
                  </a:lnTo>
                  <a:lnTo>
                    <a:pt x="2357849" y="247882"/>
                  </a:lnTo>
                  <a:lnTo>
                    <a:pt x="2357891" y="247889"/>
                  </a:lnTo>
                  <a:lnTo>
                    <a:pt x="2357953" y="247901"/>
                  </a:lnTo>
                  <a:lnTo>
                    <a:pt x="2357995" y="247904"/>
                  </a:lnTo>
                  <a:lnTo>
                    <a:pt x="2358047" y="247906"/>
                  </a:lnTo>
                  <a:lnTo>
                    <a:pt x="2358148" y="247910"/>
                  </a:lnTo>
                  <a:lnTo>
                    <a:pt x="2358228" y="247914"/>
                  </a:lnTo>
                  <a:lnTo>
                    <a:pt x="2358299" y="247914"/>
                  </a:lnTo>
                  <a:lnTo>
                    <a:pt x="2358371" y="247915"/>
                  </a:lnTo>
                  <a:lnTo>
                    <a:pt x="2358441" y="247915"/>
                  </a:lnTo>
                  <a:lnTo>
                    <a:pt x="2358482" y="247919"/>
                  </a:lnTo>
                  <a:lnTo>
                    <a:pt x="2358553" y="247921"/>
                  </a:lnTo>
                  <a:lnTo>
                    <a:pt x="2358623" y="247921"/>
                  </a:lnTo>
                  <a:lnTo>
                    <a:pt x="2358695" y="247916"/>
                  </a:lnTo>
                  <a:lnTo>
                    <a:pt x="2358762" y="247913"/>
                  </a:lnTo>
                  <a:lnTo>
                    <a:pt x="2358831" y="247910"/>
                  </a:lnTo>
                  <a:lnTo>
                    <a:pt x="2358907" y="247911"/>
                  </a:lnTo>
                  <a:lnTo>
                    <a:pt x="2358972" y="247912"/>
                  </a:lnTo>
                  <a:lnTo>
                    <a:pt x="2359043" y="247914"/>
                  </a:lnTo>
                  <a:lnTo>
                    <a:pt x="2359102" y="247916"/>
                  </a:lnTo>
                  <a:lnTo>
                    <a:pt x="2359177" y="247923"/>
                  </a:lnTo>
                  <a:lnTo>
                    <a:pt x="2359233" y="247933"/>
                  </a:lnTo>
                  <a:lnTo>
                    <a:pt x="2359269" y="247939"/>
                  </a:lnTo>
                  <a:lnTo>
                    <a:pt x="2359301" y="247949"/>
                  </a:lnTo>
                  <a:lnTo>
                    <a:pt x="2359360" y="247964"/>
                  </a:lnTo>
                  <a:lnTo>
                    <a:pt x="2359426" y="247978"/>
                  </a:lnTo>
                  <a:lnTo>
                    <a:pt x="2359472" y="247990"/>
                  </a:lnTo>
                  <a:lnTo>
                    <a:pt x="2359502" y="247999"/>
                  </a:lnTo>
                  <a:lnTo>
                    <a:pt x="2359555" y="248019"/>
                  </a:lnTo>
                  <a:lnTo>
                    <a:pt x="2359595" y="248037"/>
                  </a:lnTo>
                  <a:lnTo>
                    <a:pt x="2359663" y="248068"/>
                  </a:lnTo>
                  <a:lnTo>
                    <a:pt x="2359698" y="248088"/>
                  </a:lnTo>
                  <a:lnTo>
                    <a:pt x="2359734" y="248113"/>
                  </a:lnTo>
                  <a:lnTo>
                    <a:pt x="2359761" y="248134"/>
                  </a:lnTo>
                  <a:lnTo>
                    <a:pt x="2359796" y="248165"/>
                  </a:lnTo>
                  <a:lnTo>
                    <a:pt x="2359856" y="248222"/>
                  </a:lnTo>
                  <a:lnTo>
                    <a:pt x="2359889" y="248255"/>
                  </a:lnTo>
                  <a:lnTo>
                    <a:pt x="2359912" y="248287"/>
                  </a:lnTo>
                  <a:lnTo>
                    <a:pt x="2359923" y="248312"/>
                  </a:lnTo>
                  <a:lnTo>
                    <a:pt x="2359947" y="248356"/>
                  </a:lnTo>
                  <a:lnTo>
                    <a:pt x="2359974" y="248407"/>
                  </a:lnTo>
                  <a:lnTo>
                    <a:pt x="2360003" y="248459"/>
                  </a:lnTo>
                  <a:lnTo>
                    <a:pt x="2360020" y="248490"/>
                  </a:lnTo>
                  <a:lnTo>
                    <a:pt x="2360043" y="248511"/>
                  </a:lnTo>
                  <a:lnTo>
                    <a:pt x="2360106" y="248559"/>
                  </a:lnTo>
                  <a:lnTo>
                    <a:pt x="2360161" y="248596"/>
                  </a:lnTo>
                  <a:lnTo>
                    <a:pt x="2360195" y="248622"/>
                  </a:lnTo>
                  <a:lnTo>
                    <a:pt x="2360230" y="248652"/>
                  </a:lnTo>
                  <a:lnTo>
                    <a:pt x="2360326" y="248779"/>
                  </a:lnTo>
                  <a:lnTo>
                    <a:pt x="2360312" y="248964"/>
                  </a:lnTo>
                  <a:lnTo>
                    <a:pt x="2360228" y="249263"/>
                  </a:lnTo>
                  <a:lnTo>
                    <a:pt x="2360145" y="249404"/>
                  </a:lnTo>
                  <a:lnTo>
                    <a:pt x="2360104" y="249604"/>
                  </a:lnTo>
                  <a:lnTo>
                    <a:pt x="2360089" y="249637"/>
                  </a:lnTo>
                  <a:lnTo>
                    <a:pt x="2360048" y="249725"/>
                  </a:lnTo>
                  <a:lnTo>
                    <a:pt x="2360025" y="249766"/>
                  </a:lnTo>
                  <a:lnTo>
                    <a:pt x="2360015" y="249790"/>
                  </a:lnTo>
                  <a:lnTo>
                    <a:pt x="2360006" y="249823"/>
                  </a:lnTo>
                  <a:lnTo>
                    <a:pt x="2360006" y="249855"/>
                  </a:lnTo>
                  <a:lnTo>
                    <a:pt x="2360011" y="249891"/>
                  </a:lnTo>
                  <a:lnTo>
                    <a:pt x="2360028" y="249940"/>
                  </a:lnTo>
                  <a:lnTo>
                    <a:pt x="2360040" y="249975"/>
                  </a:lnTo>
                  <a:lnTo>
                    <a:pt x="2360056" y="250009"/>
                  </a:lnTo>
                  <a:lnTo>
                    <a:pt x="2360082" y="250040"/>
                  </a:lnTo>
                  <a:lnTo>
                    <a:pt x="2360112" y="250073"/>
                  </a:lnTo>
                  <a:lnTo>
                    <a:pt x="2360146" y="250113"/>
                  </a:lnTo>
                  <a:lnTo>
                    <a:pt x="2360165" y="250139"/>
                  </a:lnTo>
                  <a:lnTo>
                    <a:pt x="2360186" y="250169"/>
                  </a:lnTo>
                  <a:lnTo>
                    <a:pt x="2360201" y="250200"/>
                  </a:lnTo>
                  <a:lnTo>
                    <a:pt x="2360209" y="250221"/>
                  </a:lnTo>
                  <a:lnTo>
                    <a:pt x="2360219" y="250246"/>
                  </a:lnTo>
                  <a:lnTo>
                    <a:pt x="2360228" y="250272"/>
                  </a:lnTo>
                  <a:lnTo>
                    <a:pt x="2360234" y="250293"/>
                  </a:lnTo>
                  <a:lnTo>
                    <a:pt x="2360239" y="250316"/>
                  </a:lnTo>
                  <a:lnTo>
                    <a:pt x="2360242" y="250356"/>
                  </a:lnTo>
                  <a:lnTo>
                    <a:pt x="2360245" y="250382"/>
                  </a:lnTo>
                  <a:lnTo>
                    <a:pt x="2360248" y="250428"/>
                  </a:lnTo>
                  <a:lnTo>
                    <a:pt x="2360243" y="250471"/>
                  </a:lnTo>
                  <a:lnTo>
                    <a:pt x="2360241" y="250507"/>
                  </a:lnTo>
                  <a:lnTo>
                    <a:pt x="2360235" y="250535"/>
                  </a:lnTo>
                  <a:lnTo>
                    <a:pt x="2360224" y="250587"/>
                  </a:lnTo>
                  <a:lnTo>
                    <a:pt x="2360218" y="250614"/>
                  </a:lnTo>
                  <a:lnTo>
                    <a:pt x="2360213" y="250636"/>
                  </a:lnTo>
                  <a:lnTo>
                    <a:pt x="2360207" y="250678"/>
                  </a:lnTo>
                  <a:lnTo>
                    <a:pt x="2360204" y="250714"/>
                  </a:lnTo>
                  <a:lnTo>
                    <a:pt x="2360203" y="250762"/>
                  </a:lnTo>
                  <a:lnTo>
                    <a:pt x="2360205" y="250792"/>
                  </a:lnTo>
                  <a:lnTo>
                    <a:pt x="2360212" y="250818"/>
                  </a:lnTo>
                  <a:lnTo>
                    <a:pt x="2360221" y="250839"/>
                  </a:lnTo>
                  <a:lnTo>
                    <a:pt x="2360234" y="250858"/>
                  </a:lnTo>
                  <a:lnTo>
                    <a:pt x="2360252" y="250882"/>
                  </a:lnTo>
                  <a:lnTo>
                    <a:pt x="2360247" y="250906"/>
                  </a:lnTo>
                  <a:lnTo>
                    <a:pt x="2360245" y="250916"/>
                  </a:lnTo>
                  <a:lnTo>
                    <a:pt x="2360232" y="250942"/>
                  </a:lnTo>
                  <a:lnTo>
                    <a:pt x="2360225" y="250966"/>
                  </a:lnTo>
                  <a:lnTo>
                    <a:pt x="2360211" y="250993"/>
                  </a:lnTo>
                  <a:lnTo>
                    <a:pt x="2360204" y="251005"/>
                  </a:lnTo>
                  <a:lnTo>
                    <a:pt x="2360182" y="251059"/>
                  </a:lnTo>
                  <a:lnTo>
                    <a:pt x="2360168" y="251079"/>
                  </a:lnTo>
                  <a:lnTo>
                    <a:pt x="2360149" y="251115"/>
                  </a:lnTo>
                  <a:lnTo>
                    <a:pt x="2360134" y="251140"/>
                  </a:lnTo>
                  <a:lnTo>
                    <a:pt x="2360118" y="251171"/>
                  </a:lnTo>
                  <a:lnTo>
                    <a:pt x="2360112" y="251186"/>
                  </a:lnTo>
                  <a:lnTo>
                    <a:pt x="2360110" y="251209"/>
                  </a:lnTo>
                  <a:lnTo>
                    <a:pt x="2360113" y="251228"/>
                  </a:lnTo>
                  <a:lnTo>
                    <a:pt x="2360126" y="251259"/>
                  </a:lnTo>
                  <a:lnTo>
                    <a:pt x="2360143" y="251290"/>
                  </a:lnTo>
                  <a:lnTo>
                    <a:pt x="2360162" y="251313"/>
                  </a:lnTo>
                  <a:lnTo>
                    <a:pt x="2360194" y="251350"/>
                  </a:lnTo>
                  <a:lnTo>
                    <a:pt x="2360219" y="251382"/>
                  </a:lnTo>
                  <a:lnTo>
                    <a:pt x="2360264" y="251438"/>
                  </a:lnTo>
                  <a:lnTo>
                    <a:pt x="2360291" y="251467"/>
                  </a:lnTo>
                  <a:lnTo>
                    <a:pt x="2360315" y="251497"/>
                  </a:lnTo>
                  <a:lnTo>
                    <a:pt x="2360354" y="251539"/>
                  </a:lnTo>
                  <a:lnTo>
                    <a:pt x="2360374" y="251564"/>
                  </a:lnTo>
                  <a:lnTo>
                    <a:pt x="2360395" y="251586"/>
                  </a:lnTo>
                  <a:lnTo>
                    <a:pt x="2360432" y="251619"/>
                  </a:lnTo>
                  <a:lnTo>
                    <a:pt x="2360467" y="251655"/>
                  </a:lnTo>
                  <a:lnTo>
                    <a:pt x="2360507" y="251692"/>
                  </a:lnTo>
                  <a:lnTo>
                    <a:pt x="2360536" y="251716"/>
                  </a:lnTo>
                  <a:lnTo>
                    <a:pt x="2360586" y="251763"/>
                  </a:lnTo>
                  <a:lnTo>
                    <a:pt x="2360617" y="251790"/>
                  </a:lnTo>
                  <a:lnTo>
                    <a:pt x="2360643" y="251812"/>
                  </a:lnTo>
                  <a:lnTo>
                    <a:pt x="2360676" y="251837"/>
                  </a:lnTo>
                  <a:lnTo>
                    <a:pt x="2360712" y="251857"/>
                  </a:lnTo>
                  <a:lnTo>
                    <a:pt x="2360758" y="251877"/>
                  </a:lnTo>
                  <a:lnTo>
                    <a:pt x="2360792" y="251888"/>
                  </a:lnTo>
                  <a:lnTo>
                    <a:pt x="2360831" y="251900"/>
                  </a:lnTo>
                  <a:lnTo>
                    <a:pt x="2360872" y="251915"/>
                  </a:lnTo>
                  <a:lnTo>
                    <a:pt x="2360915" y="251927"/>
                  </a:lnTo>
                  <a:lnTo>
                    <a:pt x="2360944" y="251937"/>
                  </a:lnTo>
                  <a:lnTo>
                    <a:pt x="2360995" y="251947"/>
                  </a:lnTo>
                  <a:lnTo>
                    <a:pt x="2361029" y="251955"/>
                  </a:lnTo>
                  <a:lnTo>
                    <a:pt x="2361067" y="251965"/>
                  </a:lnTo>
                  <a:lnTo>
                    <a:pt x="2361090" y="251971"/>
                  </a:lnTo>
                  <a:lnTo>
                    <a:pt x="2361165" y="251990"/>
                  </a:lnTo>
                  <a:lnTo>
                    <a:pt x="2361204" y="252001"/>
                  </a:lnTo>
                  <a:lnTo>
                    <a:pt x="2361246" y="252015"/>
                  </a:lnTo>
                  <a:lnTo>
                    <a:pt x="2361288" y="252032"/>
                  </a:lnTo>
                  <a:lnTo>
                    <a:pt x="2361329" y="252053"/>
                  </a:lnTo>
                  <a:lnTo>
                    <a:pt x="2361358" y="252070"/>
                  </a:lnTo>
                  <a:lnTo>
                    <a:pt x="2361389" y="252091"/>
                  </a:lnTo>
                  <a:lnTo>
                    <a:pt x="2361424" y="252113"/>
                  </a:lnTo>
                  <a:lnTo>
                    <a:pt x="2361477" y="252153"/>
                  </a:lnTo>
                  <a:lnTo>
                    <a:pt x="2361513" y="252181"/>
                  </a:lnTo>
                  <a:lnTo>
                    <a:pt x="2361547" y="252211"/>
                  </a:lnTo>
                  <a:lnTo>
                    <a:pt x="2361610" y="252265"/>
                  </a:lnTo>
                  <a:lnTo>
                    <a:pt x="2361647" y="252296"/>
                  </a:lnTo>
                  <a:lnTo>
                    <a:pt x="2361689" y="252333"/>
                  </a:lnTo>
                  <a:lnTo>
                    <a:pt x="2361751" y="252384"/>
                  </a:lnTo>
                  <a:lnTo>
                    <a:pt x="2361816" y="252435"/>
                  </a:lnTo>
                  <a:lnTo>
                    <a:pt x="2361847" y="252464"/>
                  </a:lnTo>
                  <a:lnTo>
                    <a:pt x="2361872" y="252485"/>
                  </a:lnTo>
                  <a:lnTo>
                    <a:pt x="2361902" y="252510"/>
                  </a:lnTo>
                  <a:lnTo>
                    <a:pt x="2361962" y="252559"/>
                  </a:lnTo>
                  <a:lnTo>
                    <a:pt x="2361993" y="252584"/>
                  </a:lnTo>
                  <a:lnTo>
                    <a:pt x="2362029" y="252613"/>
                  </a:lnTo>
                  <a:lnTo>
                    <a:pt x="2362059" y="252633"/>
                  </a:lnTo>
                  <a:lnTo>
                    <a:pt x="2362091" y="252665"/>
                  </a:lnTo>
                  <a:lnTo>
                    <a:pt x="2362116" y="252690"/>
                  </a:lnTo>
                  <a:lnTo>
                    <a:pt x="2362130" y="252707"/>
                  </a:lnTo>
                  <a:lnTo>
                    <a:pt x="2362149" y="252730"/>
                  </a:lnTo>
                  <a:lnTo>
                    <a:pt x="2362168" y="252756"/>
                  </a:lnTo>
                  <a:lnTo>
                    <a:pt x="2362187" y="252777"/>
                  </a:lnTo>
                  <a:lnTo>
                    <a:pt x="2362208" y="252803"/>
                  </a:lnTo>
                  <a:lnTo>
                    <a:pt x="2362223" y="252823"/>
                  </a:lnTo>
                  <a:lnTo>
                    <a:pt x="2362241" y="252842"/>
                  </a:lnTo>
                  <a:lnTo>
                    <a:pt x="2362261" y="252862"/>
                  </a:lnTo>
                  <a:lnTo>
                    <a:pt x="2362286" y="252890"/>
                  </a:lnTo>
                  <a:lnTo>
                    <a:pt x="2362304" y="252911"/>
                  </a:lnTo>
                  <a:lnTo>
                    <a:pt x="2362340" y="252958"/>
                  </a:lnTo>
                  <a:lnTo>
                    <a:pt x="2362367" y="252990"/>
                  </a:lnTo>
                  <a:lnTo>
                    <a:pt x="2362405" y="253034"/>
                  </a:lnTo>
                  <a:lnTo>
                    <a:pt x="2362427" y="253060"/>
                  </a:lnTo>
                  <a:lnTo>
                    <a:pt x="2362450" y="253088"/>
                  </a:lnTo>
                  <a:lnTo>
                    <a:pt x="2362491" y="253137"/>
                  </a:lnTo>
                  <a:lnTo>
                    <a:pt x="2362512" y="253167"/>
                  </a:lnTo>
                  <a:lnTo>
                    <a:pt x="2362532" y="253193"/>
                  </a:lnTo>
                  <a:lnTo>
                    <a:pt x="2362565" y="253238"/>
                  </a:lnTo>
                  <a:lnTo>
                    <a:pt x="2362584" y="253270"/>
                  </a:lnTo>
                  <a:lnTo>
                    <a:pt x="2362612" y="253301"/>
                  </a:lnTo>
                  <a:lnTo>
                    <a:pt x="2362637" y="253323"/>
                  </a:lnTo>
                  <a:lnTo>
                    <a:pt x="2362676" y="253349"/>
                  </a:lnTo>
                  <a:lnTo>
                    <a:pt x="2362712" y="253370"/>
                  </a:lnTo>
                  <a:lnTo>
                    <a:pt x="2362741" y="253384"/>
                  </a:lnTo>
                  <a:lnTo>
                    <a:pt x="2362792" y="253405"/>
                  </a:lnTo>
                  <a:lnTo>
                    <a:pt x="2362857" y="253434"/>
                  </a:lnTo>
                  <a:lnTo>
                    <a:pt x="2362915" y="253463"/>
                  </a:lnTo>
                  <a:lnTo>
                    <a:pt x="2362956" y="253489"/>
                  </a:lnTo>
                  <a:lnTo>
                    <a:pt x="2363001" y="253515"/>
                  </a:lnTo>
                  <a:lnTo>
                    <a:pt x="2363057" y="253547"/>
                  </a:lnTo>
                  <a:lnTo>
                    <a:pt x="2363107" y="253572"/>
                  </a:lnTo>
                  <a:lnTo>
                    <a:pt x="2363142" y="253586"/>
                  </a:lnTo>
                  <a:lnTo>
                    <a:pt x="2363179" y="253600"/>
                  </a:lnTo>
                  <a:lnTo>
                    <a:pt x="2363216" y="253610"/>
                  </a:lnTo>
                  <a:lnTo>
                    <a:pt x="2363249" y="253618"/>
                  </a:lnTo>
                  <a:lnTo>
                    <a:pt x="2363312" y="253632"/>
                  </a:lnTo>
                  <a:lnTo>
                    <a:pt x="2363339" y="253635"/>
                  </a:lnTo>
                  <a:lnTo>
                    <a:pt x="2363361" y="253639"/>
                  </a:lnTo>
                  <a:lnTo>
                    <a:pt x="2363395" y="253645"/>
                  </a:lnTo>
                  <a:lnTo>
                    <a:pt x="2363451" y="253660"/>
                  </a:lnTo>
                  <a:lnTo>
                    <a:pt x="2363504" y="253674"/>
                  </a:lnTo>
                  <a:lnTo>
                    <a:pt x="2363531" y="253684"/>
                  </a:lnTo>
                  <a:lnTo>
                    <a:pt x="2363535" y="253685"/>
                  </a:lnTo>
                  <a:lnTo>
                    <a:pt x="2363567" y="253700"/>
                  </a:lnTo>
                  <a:lnTo>
                    <a:pt x="2363613" y="253726"/>
                  </a:lnTo>
                  <a:lnTo>
                    <a:pt x="2363659" y="253759"/>
                  </a:lnTo>
                  <a:lnTo>
                    <a:pt x="2363712" y="253803"/>
                  </a:lnTo>
                  <a:lnTo>
                    <a:pt x="2363743" y="253832"/>
                  </a:lnTo>
                  <a:lnTo>
                    <a:pt x="2363832" y="253910"/>
                  </a:lnTo>
                  <a:lnTo>
                    <a:pt x="2363867" y="253943"/>
                  </a:lnTo>
                  <a:lnTo>
                    <a:pt x="2363914" y="253995"/>
                  </a:lnTo>
                  <a:lnTo>
                    <a:pt x="2363941" y="254025"/>
                  </a:lnTo>
                  <a:lnTo>
                    <a:pt x="2363961" y="254051"/>
                  </a:lnTo>
                  <a:lnTo>
                    <a:pt x="2363990" y="254085"/>
                  </a:lnTo>
                  <a:lnTo>
                    <a:pt x="2364011" y="254109"/>
                  </a:lnTo>
                  <a:lnTo>
                    <a:pt x="2364028" y="254132"/>
                  </a:lnTo>
                  <a:lnTo>
                    <a:pt x="2364045" y="254160"/>
                  </a:lnTo>
                  <a:lnTo>
                    <a:pt x="2364072" y="254200"/>
                  </a:lnTo>
                  <a:lnTo>
                    <a:pt x="2364090" y="254236"/>
                  </a:lnTo>
                  <a:lnTo>
                    <a:pt x="2364104" y="254271"/>
                  </a:lnTo>
                  <a:lnTo>
                    <a:pt x="2364112" y="254293"/>
                  </a:lnTo>
                  <a:lnTo>
                    <a:pt x="2364120" y="254325"/>
                  </a:lnTo>
                  <a:lnTo>
                    <a:pt x="2364126" y="254353"/>
                  </a:lnTo>
                  <a:lnTo>
                    <a:pt x="2364131" y="254386"/>
                  </a:lnTo>
                  <a:lnTo>
                    <a:pt x="2364138" y="254438"/>
                  </a:lnTo>
                  <a:lnTo>
                    <a:pt x="2364147" y="254479"/>
                  </a:lnTo>
                  <a:lnTo>
                    <a:pt x="2364155" y="254509"/>
                  </a:lnTo>
                  <a:lnTo>
                    <a:pt x="2364169" y="254536"/>
                  </a:lnTo>
                  <a:lnTo>
                    <a:pt x="2364185" y="254570"/>
                  </a:lnTo>
                  <a:lnTo>
                    <a:pt x="2364198" y="254591"/>
                  </a:lnTo>
                  <a:lnTo>
                    <a:pt x="2364206" y="254608"/>
                  </a:lnTo>
                  <a:lnTo>
                    <a:pt x="2364232" y="254645"/>
                  </a:lnTo>
                  <a:lnTo>
                    <a:pt x="2364260" y="254679"/>
                  </a:lnTo>
                  <a:lnTo>
                    <a:pt x="2364283" y="254709"/>
                  </a:lnTo>
                  <a:lnTo>
                    <a:pt x="2364299" y="254727"/>
                  </a:lnTo>
                  <a:lnTo>
                    <a:pt x="2364309" y="254742"/>
                  </a:lnTo>
                  <a:lnTo>
                    <a:pt x="2364333" y="254777"/>
                  </a:lnTo>
                  <a:lnTo>
                    <a:pt x="2364345" y="254798"/>
                  </a:lnTo>
                  <a:lnTo>
                    <a:pt x="2364360" y="254829"/>
                  </a:lnTo>
                  <a:lnTo>
                    <a:pt x="2364375" y="254858"/>
                  </a:lnTo>
                  <a:lnTo>
                    <a:pt x="2364386" y="254887"/>
                  </a:lnTo>
                  <a:lnTo>
                    <a:pt x="2364401" y="254918"/>
                  </a:lnTo>
                  <a:lnTo>
                    <a:pt x="2364415" y="254952"/>
                  </a:lnTo>
                  <a:lnTo>
                    <a:pt x="2364423" y="254979"/>
                  </a:lnTo>
                  <a:lnTo>
                    <a:pt x="2364431" y="255019"/>
                  </a:lnTo>
                  <a:lnTo>
                    <a:pt x="2364438" y="255067"/>
                  </a:lnTo>
                  <a:lnTo>
                    <a:pt x="2364440" y="255104"/>
                  </a:lnTo>
                  <a:lnTo>
                    <a:pt x="2364442" y="255134"/>
                  </a:lnTo>
                  <a:lnTo>
                    <a:pt x="2364442" y="255149"/>
                  </a:lnTo>
                  <a:lnTo>
                    <a:pt x="2364442" y="255179"/>
                  </a:lnTo>
                  <a:lnTo>
                    <a:pt x="2364442" y="255224"/>
                  </a:lnTo>
                  <a:lnTo>
                    <a:pt x="2364440" y="255275"/>
                  </a:lnTo>
                  <a:lnTo>
                    <a:pt x="2364438" y="255318"/>
                  </a:lnTo>
                  <a:lnTo>
                    <a:pt x="2364434" y="255347"/>
                  </a:lnTo>
                  <a:lnTo>
                    <a:pt x="2364430" y="255378"/>
                  </a:lnTo>
                  <a:lnTo>
                    <a:pt x="2364426" y="255408"/>
                  </a:lnTo>
                  <a:lnTo>
                    <a:pt x="2364422" y="255423"/>
                  </a:lnTo>
                  <a:lnTo>
                    <a:pt x="2364413" y="255454"/>
                  </a:lnTo>
                  <a:lnTo>
                    <a:pt x="2364403" y="255482"/>
                  </a:lnTo>
                  <a:lnTo>
                    <a:pt x="2364391" y="255511"/>
                  </a:lnTo>
                  <a:lnTo>
                    <a:pt x="2364387" y="255543"/>
                  </a:lnTo>
                  <a:lnTo>
                    <a:pt x="2364381" y="255573"/>
                  </a:lnTo>
                  <a:lnTo>
                    <a:pt x="2364376" y="255603"/>
                  </a:lnTo>
                  <a:lnTo>
                    <a:pt x="2364371" y="255633"/>
                  </a:lnTo>
                  <a:lnTo>
                    <a:pt x="2364364" y="255664"/>
                  </a:lnTo>
                  <a:lnTo>
                    <a:pt x="2364359" y="255695"/>
                  </a:lnTo>
                  <a:lnTo>
                    <a:pt x="2364350" y="255725"/>
                  </a:lnTo>
                  <a:lnTo>
                    <a:pt x="2364342" y="255753"/>
                  </a:lnTo>
                  <a:lnTo>
                    <a:pt x="2364333" y="255782"/>
                  </a:lnTo>
                  <a:lnTo>
                    <a:pt x="2364324" y="255811"/>
                  </a:lnTo>
                  <a:lnTo>
                    <a:pt x="2364314" y="255841"/>
                  </a:lnTo>
                  <a:lnTo>
                    <a:pt x="2364309" y="255860"/>
                  </a:lnTo>
                  <a:lnTo>
                    <a:pt x="2364301" y="255890"/>
                  </a:lnTo>
                  <a:lnTo>
                    <a:pt x="2364292" y="255917"/>
                  </a:lnTo>
                  <a:lnTo>
                    <a:pt x="2364283" y="255948"/>
                  </a:lnTo>
                  <a:lnTo>
                    <a:pt x="2364270" y="255996"/>
                  </a:lnTo>
                  <a:lnTo>
                    <a:pt x="2364259" y="256037"/>
                  </a:lnTo>
                  <a:lnTo>
                    <a:pt x="2364240" y="256091"/>
                  </a:lnTo>
                  <a:lnTo>
                    <a:pt x="2364213" y="256136"/>
                  </a:lnTo>
                  <a:lnTo>
                    <a:pt x="2364182" y="256191"/>
                  </a:lnTo>
                  <a:lnTo>
                    <a:pt x="2364151" y="256222"/>
                  </a:lnTo>
                  <a:lnTo>
                    <a:pt x="2364127" y="256252"/>
                  </a:lnTo>
                  <a:lnTo>
                    <a:pt x="2364097" y="256279"/>
                  </a:lnTo>
                  <a:lnTo>
                    <a:pt x="2363998" y="256362"/>
                  </a:lnTo>
                  <a:lnTo>
                    <a:pt x="2363945" y="256404"/>
                  </a:lnTo>
                  <a:lnTo>
                    <a:pt x="2363809" y="256514"/>
                  </a:lnTo>
                  <a:lnTo>
                    <a:pt x="2363711" y="256602"/>
                  </a:lnTo>
                  <a:lnTo>
                    <a:pt x="2363690" y="256632"/>
                  </a:lnTo>
                  <a:lnTo>
                    <a:pt x="2363667" y="256661"/>
                  </a:lnTo>
                  <a:lnTo>
                    <a:pt x="2363644" y="256697"/>
                  </a:lnTo>
                  <a:lnTo>
                    <a:pt x="2363593" y="256768"/>
                  </a:lnTo>
                  <a:lnTo>
                    <a:pt x="2363563" y="256817"/>
                  </a:lnTo>
                  <a:lnTo>
                    <a:pt x="2363552" y="256836"/>
                  </a:lnTo>
                  <a:lnTo>
                    <a:pt x="2363544" y="256855"/>
                  </a:lnTo>
                  <a:lnTo>
                    <a:pt x="2363531" y="256878"/>
                  </a:lnTo>
                  <a:lnTo>
                    <a:pt x="2363523" y="256892"/>
                  </a:lnTo>
                  <a:lnTo>
                    <a:pt x="2363512" y="256913"/>
                  </a:lnTo>
                  <a:lnTo>
                    <a:pt x="2363502" y="256934"/>
                  </a:lnTo>
                  <a:lnTo>
                    <a:pt x="2363495" y="256952"/>
                  </a:lnTo>
                  <a:lnTo>
                    <a:pt x="2363482" y="256973"/>
                  </a:lnTo>
                  <a:lnTo>
                    <a:pt x="2363478" y="256982"/>
                  </a:lnTo>
                  <a:lnTo>
                    <a:pt x="2363445" y="257041"/>
                  </a:lnTo>
                  <a:lnTo>
                    <a:pt x="2363425" y="257074"/>
                  </a:lnTo>
                  <a:lnTo>
                    <a:pt x="2363405" y="257108"/>
                  </a:lnTo>
                  <a:lnTo>
                    <a:pt x="2363385" y="257143"/>
                  </a:lnTo>
                  <a:lnTo>
                    <a:pt x="2363375" y="257167"/>
                  </a:lnTo>
                  <a:lnTo>
                    <a:pt x="2363366" y="257191"/>
                  </a:lnTo>
                  <a:lnTo>
                    <a:pt x="2363352" y="257217"/>
                  </a:lnTo>
                  <a:lnTo>
                    <a:pt x="2363336" y="257246"/>
                  </a:lnTo>
                  <a:lnTo>
                    <a:pt x="2363313" y="257286"/>
                  </a:lnTo>
                  <a:lnTo>
                    <a:pt x="2363290" y="257321"/>
                  </a:lnTo>
                  <a:lnTo>
                    <a:pt x="2363260" y="257372"/>
                  </a:lnTo>
                  <a:lnTo>
                    <a:pt x="2363232" y="257413"/>
                  </a:lnTo>
                  <a:lnTo>
                    <a:pt x="2363207" y="257446"/>
                  </a:lnTo>
                  <a:lnTo>
                    <a:pt x="2363195" y="257461"/>
                  </a:lnTo>
                  <a:lnTo>
                    <a:pt x="2363170" y="257483"/>
                  </a:lnTo>
                  <a:lnTo>
                    <a:pt x="2363136" y="257514"/>
                  </a:lnTo>
                  <a:lnTo>
                    <a:pt x="2363092" y="257550"/>
                  </a:lnTo>
                  <a:lnTo>
                    <a:pt x="2363044" y="257582"/>
                  </a:lnTo>
                  <a:lnTo>
                    <a:pt x="2362999" y="257609"/>
                  </a:lnTo>
                  <a:lnTo>
                    <a:pt x="2362962" y="257630"/>
                  </a:lnTo>
                  <a:lnTo>
                    <a:pt x="2362923" y="257653"/>
                  </a:lnTo>
                  <a:lnTo>
                    <a:pt x="2362895" y="257669"/>
                  </a:lnTo>
                  <a:lnTo>
                    <a:pt x="2362856" y="257692"/>
                  </a:lnTo>
                  <a:lnTo>
                    <a:pt x="2362804" y="257723"/>
                  </a:lnTo>
                  <a:lnTo>
                    <a:pt x="2362764" y="257748"/>
                  </a:lnTo>
                  <a:lnTo>
                    <a:pt x="2362699" y="257797"/>
                  </a:lnTo>
                  <a:lnTo>
                    <a:pt x="2362660" y="257832"/>
                  </a:lnTo>
                  <a:lnTo>
                    <a:pt x="2362625" y="257866"/>
                  </a:lnTo>
                  <a:lnTo>
                    <a:pt x="2362586" y="257913"/>
                  </a:lnTo>
                  <a:lnTo>
                    <a:pt x="2362563" y="257941"/>
                  </a:lnTo>
                  <a:lnTo>
                    <a:pt x="2362542" y="257969"/>
                  </a:lnTo>
                  <a:lnTo>
                    <a:pt x="2362528" y="257990"/>
                  </a:lnTo>
                  <a:lnTo>
                    <a:pt x="2362513" y="258016"/>
                  </a:lnTo>
                  <a:lnTo>
                    <a:pt x="2362504" y="258037"/>
                  </a:lnTo>
                  <a:lnTo>
                    <a:pt x="2362489" y="258063"/>
                  </a:lnTo>
                  <a:lnTo>
                    <a:pt x="2362471" y="258090"/>
                  </a:lnTo>
                  <a:lnTo>
                    <a:pt x="2362457" y="258110"/>
                  </a:lnTo>
                  <a:lnTo>
                    <a:pt x="2362451" y="258117"/>
                  </a:lnTo>
                  <a:lnTo>
                    <a:pt x="2362375" y="258235"/>
                  </a:lnTo>
                  <a:lnTo>
                    <a:pt x="2362258" y="258405"/>
                  </a:lnTo>
                  <a:lnTo>
                    <a:pt x="2362234" y="258425"/>
                  </a:lnTo>
                  <a:lnTo>
                    <a:pt x="2362218" y="258445"/>
                  </a:lnTo>
                  <a:lnTo>
                    <a:pt x="2362215" y="258451"/>
                  </a:lnTo>
                  <a:lnTo>
                    <a:pt x="2362212" y="258456"/>
                  </a:lnTo>
                  <a:lnTo>
                    <a:pt x="2362186" y="258484"/>
                  </a:lnTo>
                  <a:lnTo>
                    <a:pt x="2362043" y="258645"/>
                  </a:lnTo>
                  <a:lnTo>
                    <a:pt x="2361886" y="258825"/>
                  </a:lnTo>
                  <a:lnTo>
                    <a:pt x="2361847" y="258869"/>
                  </a:lnTo>
                  <a:lnTo>
                    <a:pt x="2361830" y="258889"/>
                  </a:lnTo>
                  <a:lnTo>
                    <a:pt x="2361795" y="258919"/>
                  </a:lnTo>
                  <a:lnTo>
                    <a:pt x="2361754" y="258948"/>
                  </a:lnTo>
                  <a:lnTo>
                    <a:pt x="2361692" y="258985"/>
                  </a:lnTo>
                  <a:lnTo>
                    <a:pt x="2361639" y="259016"/>
                  </a:lnTo>
                  <a:lnTo>
                    <a:pt x="2361596" y="259042"/>
                  </a:lnTo>
                  <a:lnTo>
                    <a:pt x="2361544" y="259073"/>
                  </a:lnTo>
                  <a:lnTo>
                    <a:pt x="2361477" y="259116"/>
                  </a:lnTo>
                  <a:lnTo>
                    <a:pt x="2361404" y="259157"/>
                  </a:lnTo>
                  <a:lnTo>
                    <a:pt x="2361281" y="259225"/>
                  </a:lnTo>
                  <a:lnTo>
                    <a:pt x="2361190" y="259279"/>
                  </a:lnTo>
                  <a:lnTo>
                    <a:pt x="2361131" y="259316"/>
                  </a:lnTo>
                  <a:lnTo>
                    <a:pt x="2361026" y="259388"/>
                  </a:lnTo>
                  <a:lnTo>
                    <a:pt x="2360963" y="259437"/>
                  </a:lnTo>
                  <a:lnTo>
                    <a:pt x="2360880" y="259506"/>
                  </a:lnTo>
                  <a:lnTo>
                    <a:pt x="2360838" y="259547"/>
                  </a:lnTo>
                  <a:lnTo>
                    <a:pt x="2360780" y="259611"/>
                  </a:lnTo>
                  <a:lnTo>
                    <a:pt x="2360742" y="259659"/>
                  </a:lnTo>
                  <a:lnTo>
                    <a:pt x="2360710" y="259700"/>
                  </a:lnTo>
                  <a:lnTo>
                    <a:pt x="2360666" y="259770"/>
                  </a:lnTo>
                  <a:lnTo>
                    <a:pt x="2360644" y="259807"/>
                  </a:lnTo>
                  <a:lnTo>
                    <a:pt x="2360625" y="259854"/>
                  </a:lnTo>
                  <a:lnTo>
                    <a:pt x="2360603" y="259924"/>
                  </a:lnTo>
                  <a:lnTo>
                    <a:pt x="2360597" y="259962"/>
                  </a:lnTo>
                  <a:lnTo>
                    <a:pt x="2360594" y="260019"/>
                  </a:lnTo>
                  <a:lnTo>
                    <a:pt x="2360603" y="260069"/>
                  </a:lnTo>
                  <a:lnTo>
                    <a:pt x="2360610" y="260094"/>
                  </a:lnTo>
                  <a:lnTo>
                    <a:pt x="2360614" y="260110"/>
                  </a:lnTo>
                  <a:lnTo>
                    <a:pt x="2360619" y="260137"/>
                  </a:lnTo>
                  <a:lnTo>
                    <a:pt x="2360625" y="260198"/>
                  </a:lnTo>
                  <a:lnTo>
                    <a:pt x="2360628" y="260218"/>
                  </a:lnTo>
                  <a:lnTo>
                    <a:pt x="2360631" y="260238"/>
                  </a:lnTo>
                  <a:lnTo>
                    <a:pt x="2360631" y="260258"/>
                  </a:lnTo>
                  <a:lnTo>
                    <a:pt x="2360634" y="260278"/>
                  </a:lnTo>
                  <a:lnTo>
                    <a:pt x="2360637" y="260300"/>
                  </a:lnTo>
                  <a:lnTo>
                    <a:pt x="2360640" y="260321"/>
                  </a:lnTo>
                  <a:lnTo>
                    <a:pt x="2360643" y="260341"/>
                  </a:lnTo>
                  <a:lnTo>
                    <a:pt x="2360648" y="260364"/>
                  </a:lnTo>
                  <a:lnTo>
                    <a:pt x="2360653" y="260386"/>
                  </a:lnTo>
                  <a:lnTo>
                    <a:pt x="2360660" y="260406"/>
                  </a:lnTo>
                  <a:lnTo>
                    <a:pt x="2360663" y="260425"/>
                  </a:lnTo>
                  <a:lnTo>
                    <a:pt x="2360668" y="260446"/>
                  </a:lnTo>
                  <a:lnTo>
                    <a:pt x="2360671" y="260466"/>
                  </a:lnTo>
                  <a:lnTo>
                    <a:pt x="2360674" y="260487"/>
                  </a:lnTo>
                  <a:lnTo>
                    <a:pt x="2360678" y="260507"/>
                  </a:lnTo>
                  <a:lnTo>
                    <a:pt x="2360681" y="260527"/>
                  </a:lnTo>
                  <a:lnTo>
                    <a:pt x="2360685" y="260548"/>
                  </a:lnTo>
                  <a:lnTo>
                    <a:pt x="2360688" y="260568"/>
                  </a:lnTo>
                  <a:lnTo>
                    <a:pt x="2360690" y="260589"/>
                  </a:lnTo>
                  <a:lnTo>
                    <a:pt x="2360694" y="260611"/>
                  </a:lnTo>
                  <a:lnTo>
                    <a:pt x="2360700" y="260632"/>
                  </a:lnTo>
                  <a:lnTo>
                    <a:pt x="2360704" y="260652"/>
                  </a:lnTo>
                  <a:lnTo>
                    <a:pt x="2360708" y="260674"/>
                  </a:lnTo>
                  <a:lnTo>
                    <a:pt x="2360713" y="260699"/>
                  </a:lnTo>
                  <a:lnTo>
                    <a:pt x="2360720" y="260716"/>
                  </a:lnTo>
                  <a:lnTo>
                    <a:pt x="2360724" y="260733"/>
                  </a:lnTo>
                  <a:lnTo>
                    <a:pt x="2360731" y="260764"/>
                  </a:lnTo>
                  <a:lnTo>
                    <a:pt x="2360732" y="260779"/>
                  </a:lnTo>
                  <a:lnTo>
                    <a:pt x="2360740" y="260807"/>
                  </a:lnTo>
                  <a:lnTo>
                    <a:pt x="2360746" y="260834"/>
                  </a:lnTo>
                  <a:lnTo>
                    <a:pt x="2360752" y="260867"/>
                  </a:lnTo>
                  <a:lnTo>
                    <a:pt x="2360764" y="260918"/>
                  </a:lnTo>
                  <a:lnTo>
                    <a:pt x="2360769" y="260977"/>
                  </a:lnTo>
                  <a:lnTo>
                    <a:pt x="2360768" y="261013"/>
                  </a:lnTo>
                  <a:lnTo>
                    <a:pt x="2360773" y="261061"/>
                  </a:lnTo>
                  <a:lnTo>
                    <a:pt x="2360777" y="261098"/>
                  </a:lnTo>
                  <a:lnTo>
                    <a:pt x="2360781" y="261121"/>
                  </a:lnTo>
                  <a:lnTo>
                    <a:pt x="2360781" y="261154"/>
                  </a:lnTo>
                  <a:lnTo>
                    <a:pt x="2360780" y="261203"/>
                  </a:lnTo>
                  <a:lnTo>
                    <a:pt x="2360763" y="261239"/>
                  </a:lnTo>
                  <a:lnTo>
                    <a:pt x="2360738" y="261277"/>
                  </a:lnTo>
                  <a:lnTo>
                    <a:pt x="2360708" y="261349"/>
                  </a:lnTo>
                  <a:lnTo>
                    <a:pt x="2360693" y="261394"/>
                  </a:lnTo>
                  <a:lnTo>
                    <a:pt x="2360668" y="261427"/>
                  </a:lnTo>
                  <a:lnTo>
                    <a:pt x="2360634" y="261466"/>
                  </a:lnTo>
                  <a:lnTo>
                    <a:pt x="2360602" y="261507"/>
                  </a:lnTo>
                  <a:lnTo>
                    <a:pt x="2360559" y="261561"/>
                  </a:lnTo>
                  <a:lnTo>
                    <a:pt x="2360516" y="261620"/>
                  </a:lnTo>
                  <a:lnTo>
                    <a:pt x="2360472" y="261672"/>
                  </a:lnTo>
                  <a:lnTo>
                    <a:pt x="2360391" y="261755"/>
                  </a:lnTo>
                  <a:lnTo>
                    <a:pt x="2360328" y="261813"/>
                  </a:lnTo>
                  <a:lnTo>
                    <a:pt x="2360235" y="261868"/>
                  </a:lnTo>
                  <a:lnTo>
                    <a:pt x="2360181" y="261894"/>
                  </a:lnTo>
                  <a:lnTo>
                    <a:pt x="2360111" y="261927"/>
                  </a:lnTo>
                  <a:lnTo>
                    <a:pt x="2360032" y="261953"/>
                  </a:lnTo>
                  <a:lnTo>
                    <a:pt x="2359997" y="261962"/>
                  </a:lnTo>
                  <a:lnTo>
                    <a:pt x="2359945" y="261971"/>
                  </a:lnTo>
                  <a:lnTo>
                    <a:pt x="2359896" y="261980"/>
                  </a:lnTo>
                  <a:lnTo>
                    <a:pt x="2359860" y="261988"/>
                  </a:lnTo>
                  <a:lnTo>
                    <a:pt x="2359834" y="261993"/>
                  </a:lnTo>
                  <a:lnTo>
                    <a:pt x="2359793" y="262005"/>
                  </a:lnTo>
                  <a:lnTo>
                    <a:pt x="2359750" y="262027"/>
                  </a:lnTo>
                  <a:lnTo>
                    <a:pt x="2359697" y="262065"/>
                  </a:lnTo>
                  <a:lnTo>
                    <a:pt x="2359649" y="262108"/>
                  </a:lnTo>
                  <a:lnTo>
                    <a:pt x="2359609" y="262151"/>
                  </a:lnTo>
                  <a:lnTo>
                    <a:pt x="2359566" y="262193"/>
                  </a:lnTo>
                  <a:lnTo>
                    <a:pt x="2359527" y="262228"/>
                  </a:lnTo>
                  <a:lnTo>
                    <a:pt x="2359468" y="262283"/>
                  </a:lnTo>
                  <a:lnTo>
                    <a:pt x="2359424" y="262328"/>
                  </a:lnTo>
                  <a:lnTo>
                    <a:pt x="2359398" y="262351"/>
                  </a:lnTo>
                  <a:lnTo>
                    <a:pt x="2359363" y="262389"/>
                  </a:lnTo>
                  <a:lnTo>
                    <a:pt x="2359343" y="262412"/>
                  </a:lnTo>
                  <a:lnTo>
                    <a:pt x="2359329" y="262435"/>
                  </a:lnTo>
                  <a:lnTo>
                    <a:pt x="2359298" y="262482"/>
                  </a:lnTo>
                  <a:lnTo>
                    <a:pt x="2359255" y="262556"/>
                  </a:lnTo>
                  <a:lnTo>
                    <a:pt x="2359229" y="262590"/>
                  </a:lnTo>
                  <a:lnTo>
                    <a:pt x="2359205" y="262621"/>
                  </a:lnTo>
                  <a:lnTo>
                    <a:pt x="2359159" y="262670"/>
                  </a:lnTo>
                  <a:lnTo>
                    <a:pt x="2359116" y="262710"/>
                  </a:lnTo>
                  <a:lnTo>
                    <a:pt x="2359081" y="262739"/>
                  </a:lnTo>
                  <a:lnTo>
                    <a:pt x="2359048" y="262768"/>
                  </a:lnTo>
                  <a:lnTo>
                    <a:pt x="2359005" y="262806"/>
                  </a:lnTo>
                  <a:lnTo>
                    <a:pt x="2358973" y="262837"/>
                  </a:lnTo>
                  <a:lnTo>
                    <a:pt x="2358954" y="262859"/>
                  </a:lnTo>
                  <a:lnTo>
                    <a:pt x="2358926" y="262888"/>
                  </a:lnTo>
                  <a:lnTo>
                    <a:pt x="2358907" y="262915"/>
                  </a:lnTo>
                  <a:lnTo>
                    <a:pt x="2358889" y="262938"/>
                  </a:lnTo>
                  <a:lnTo>
                    <a:pt x="2358882" y="262955"/>
                  </a:lnTo>
                  <a:lnTo>
                    <a:pt x="2358872" y="262981"/>
                  </a:lnTo>
                  <a:lnTo>
                    <a:pt x="2358866" y="263006"/>
                  </a:lnTo>
                  <a:lnTo>
                    <a:pt x="2358863" y="263077"/>
                  </a:lnTo>
                  <a:lnTo>
                    <a:pt x="2358858" y="263134"/>
                  </a:lnTo>
                  <a:lnTo>
                    <a:pt x="2358847" y="263225"/>
                  </a:lnTo>
                  <a:lnTo>
                    <a:pt x="2358837" y="263290"/>
                  </a:lnTo>
                  <a:lnTo>
                    <a:pt x="2358811" y="263348"/>
                  </a:lnTo>
                  <a:lnTo>
                    <a:pt x="2358782" y="263397"/>
                  </a:lnTo>
                  <a:lnTo>
                    <a:pt x="2358732" y="263442"/>
                  </a:lnTo>
                  <a:lnTo>
                    <a:pt x="2358679" y="263485"/>
                  </a:lnTo>
                  <a:lnTo>
                    <a:pt x="2358542" y="263592"/>
                  </a:lnTo>
                  <a:lnTo>
                    <a:pt x="2358503" y="263623"/>
                  </a:lnTo>
                  <a:lnTo>
                    <a:pt x="2358418" y="263691"/>
                  </a:lnTo>
                  <a:lnTo>
                    <a:pt x="2358344" y="263754"/>
                  </a:lnTo>
                  <a:lnTo>
                    <a:pt x="2358229" y="263846"/>
                  </a:lnTo>
                  <a:lnTo>
                    <a:pt x="2358143" y="263909"/>
                  </a:lnTo>
                  <a:lnTo>
                    <a:pt x="2358093" y="263946"/>
                  </a:lnTo>
                  <a:lnTo>
                    <a:pt x="2358012" y="263998"/>
                  </a:lnTo>
                  <a:lnTo>
                    <a:pt x="2357971" y="264024"/>
                  </a:lnTo>
                  <a:lnTo>
                    <a:pt x="2357906" y="264061"/>
                  </a:lnTo>
                  <a:lnTo>
                    <a:pt x="2357847" y="264090"/>
                  </a:lnTo>
                  <a:lnTo>
                    <a:pt x="2357797" y="264110"/>
                  </a:lnTo>
                  <a:lnTo>
                    <a:pt x="2357735" y="264133"/>
                  </a:lnTo>
                  <a:lnTo>
                    <a:pt x="2357691" y="264145"/>
                  </a:lnTo>
                  <a:lnTo>
                    <a:pt x="2357637" y="264159"/>
                  </a:lnTo>
                  <a:lnTo>
                    <a:pt x="2357602" y="264170"/>
                  </a:lnTo>
                  <a:lnTo>
                    <a:pt x="2357541" y="264187"/>
                  </a:lnTo>
                  <a:lnTo>
                    <a:pt x="2357457" y="264208"/>
                  </a:lnTo>
                  <a:lnTo>
                    <a:pt x="2357389" y="264226"/>
                  </a:lnTo>
                  <a:lnTo>
                    <a:pt x="2357341" y="264240"/>
                  </a:lnTo>
                  <a:lnTo>
                    <a:pt x="2357292" y="264253"/>
                  </a:lnTo>
                  <a:lnTo>
                    <a:pt x="2357230" y="264275"/>
                  </a:lnTo>
                  <a:lnTo>
                    <a:pt x="2357165" y="264301"/>
                  </a:lnTo>
                  <a:lnTo>
                    <a:pt x="2357110" y="264332"/>
                  </a:lnTo>
                  <a:lnTo>
                    <a:pt x="2357045" y="264369"/>
                  </a:lnTo>
                  <a:lnTo>
                    <a:pt x="2356968" y="264414"/>
                  </a:lnTo>
                  <a:lnTo>
                    <a:pt x="2356914" y="264449"/>
                  </a:lnTo>
                  <a:lnTo>
                    <a:pt x="2356817" y="264518"/>
                  </a:lnTo>
                  <a:lnTo>
                    <a:pt x="2356758" y="264563"/>
                  </a:lnTo>
                  <a:lnTo>
                    <a:pt x="2356716" y="264599"/>
                  </a:lnTo>
                  <a:lnTo>
                    <a:pt x="2356672" y="264642"/>
                  </a:lnTo>
                  <a:lnTo>
                    <a:pt x="2356634" y="264694"/>
                  </a:lnTo>
                  <a:lnTo>
                    <a:pt x="2356621" y="264713"/>
                  </a:lnTo>
                  <a:lnTo>
                    <a:pt x="2356597" y="264758"/>
                  </a:lnTo>
                  <a:lnTo>
                    <a:pt x="2356580" y="264794"/>
                  </a:lnTo>
                  <a:lnTo>
                    <a:pt x="2356563" y="264841"/>
                  </a:lnTo>
                  <a:lnTo>
                    <a:pt x="2356556" y="264877"/>
                  </a:lnTo>
                  <a:lnTo>
                    <a:pt x="2356551" y="264913"/>
                  </a:lnTo>
                  <a:lnTo>
                    <a:pt x="2356550" y="264961"/>
                  </a:lnTo>
                  <a:lnTo>
                    <a:pt x="2356552" y="264989"/>
                  </a:lnTo>
                  <a:lnTo>
                    <a:pt x="2356556" y="265031"/>
                  </a:lnTo>
                  <a:lnTo>
                    <a:pt x="2356564" y="265107"/>
                  </a:lnTo>
                  <a:lnTo>
                    <a:pt x="2356570" y="265153"/>
                  </a:lnTo>
                  <a:lnTo>
                    <a:pt x="2356577" y="265198"/>
                  </a:lnTo>
                  <a:lnTo>
                    <a:pt x="2356583" y="265226"/>
                  </a:lnTo>
                  <a:lnTo>
                    <a:pt x="2356591" y="265256"/>
                  </a:lnTo>
                  <a:lnTo>
                    <a:pt x="2356611" y="265320"/>
                  </a:lnTo>
                  <a:lnTo>
                    <a:pt x="2356619" y="265348"/>
                  </a:lnTo>
                  <a:lnTo>
                    <a:pt x="2356630" y="265388"/>
                  </a:lnTo>
                  <a:lnTo>
                    <a:pt x="2356641" y="265436"/>
                  </a:lnTo>
                  <a:lnTo>
                    <a:pt x="2356647" y="265467"/>
                  </a:lnTo>
                  <a:lnTo>
                    <a:pt x="2356649" y="265486"/>
                  </a:lnTo>
                  <a:lnTo>
                    <a:pt x="2356606" y="265508"/>
                  </a:lnTo>
                  <a:lnTo>
                    <a:pt x="2356587" y="265517"/>
                  </a:lnTo>
                  <a:lnTo>
                    <a:pt x="2356573" y="265548"/>
                  </a:lnTo>
                  <a:lnTo>
                    <a:pt x="2356567" y="265656"/>
                  </a:lnTo>
                  <a:lnTo>
                    <a:pt x="2356564" y="265750"/>
                  </a:lnTo>
                  <a:lnTo>
                    <a:pt x="2356558" y="265853"/>
                  </a:lnTo>
                  <a:lnTo>
                    <a:pt x="2356558" y="265879"/>
                  </a:lnTo>
                  <a:lnTo>
                    <a:pt x="2356554" y="265928"/>
                  </a:lnTo>
                  <a:lnTo>
                    <a:pt x="2356546" y="265959"/>
                  </a:lnTo>
                  <a:lnTo>
                    <a:pt x="2356524" y="265997"/>
                  </a:lnTo>
                  <a:lnTo>
                    <a:pt x="2356474" y="266060"/>
                  </a:lnTo>
                  <a:lnTo>
                    <a:pt x="2356443" y="266087"/>
                  </a:lnTo>
                  <a:lnTo>
                    <a:pt x="2356409" y="266122"/>
                  </a:lnTo>
                  <a:lnTo>
                    <a:pt x="2356380" y="266170"/>
                  </a:lnTo>
                  <a:lnTo>
                    <a:pt x="2356353" y="266225"/>
                  </a:lnTo>
                  <a:lnTo>
                    <a:pt x="2356329" y="266271"/>
                  </a:lnTo>
                  <a:lnTo>
                    <a:pt x="2356308" y="266312"/>
                  </a:lnTo>
                  <a:lnTo>
                    <a:pt x="2356291" y="266355"/>
                  </a:lnTo>
                  <a:lnTo>
                    <a:pt x="2356271" y="266400"/>
                  </a:lnTo>
                  <a:lnTo>
                    <a:pt x="2356257" y="266439"/>
                  </a:lnTo>
                  <a:lnTo>
                    <a:pt x="2356230" y="266472"/>
                  </a:lnTo>
                  <a:lnTo>
                    <a:pt x="2356176" y="266513"/>
                  </a:lnTo>
                  <a:lnTo>
                    <a:pt x="2356086" y="266576"/>
                  </a:lnTo>
                  <a:lnTo>
                    <a:pt x="2356023" y="266617"/>
                  </a:lnTo>
                  <a:lnTo>
                    <a:pt x="2355952" y="266660"/>
                  </a:lnTo>
                  <a:lnTo>
                    <a:pt x="2355882" y="266697"/>
                  </a:lnTo>
                  <a:lnTo>
                    <a:pt x="2355852" y="266706"/>
                  </a:lnTo>
                  <a:lnTo>
                    <a:pt x="2355827" y="266716"/>
                  </a:lnTo>
                  <a:lnTo>
                    <a:pt x="2355787" y="266731"/>
                  </a:lnTo>
                  <a:lnTo>
                    <a:pt x="2355761" y="266742"/>
                  </a:lnTo>
                  <a:lnTo>
                    <a:pt x="2355716" y="266755"/>
                  </a:lnTo>
                  <a:lnTo>
                    <a:pt x="2355656" y="266774"/>
                  </a:lnTo>
                  <a:lnTo>
                    <a:pt x="2355635" y="266781"/>
                  </a:lnTo>
                  <a:lnTo>
                    <a:pt x="2355605" y="266789"/>
                  </a:lnTo>
                  <a:lnTo>
                    <a:pt x="2355572" y="266791"/>
                  </a:lnTo>
                  <a:lnTo>
                    <a:pt x="2355464" y="266794"/>
                  </a:lnTo>
                  <a:lnTo>
                    <a:pt x="2355424" y="266801"/>
                  </a:lnTo>
                  <a:lnTo>
                    <a:pt x="2355402" y="266803"/>
                  </a:lnTo>
                  <a:lnTo>
                    <a:pt x="2355306" y="266840"/>
                  </a:lnTo>
                  <a:lnTo>
                    <a:pt x="2355290" y="266844"/>
                  </a:lnTo>
                  <a:lnTo>
                    <a:pt x="2355254" y="266859"/>
                  </a:lnTo>
                  <a:lnTo>
                    <a:pt x="2355219" y="266873"/>
                  </a:lnTo>
                  <a:lnTo>
                    <a:pt x="2355142" y="266898"/>
                  </a:lnTo>
                  <a:lnTo>
                    <a:pt x="2355113" y="266905"/>
                  </a:lnTo>
                  <a:lnTo>
                    <a:pt x="2355055" y="266910"/>
                  </a:lnTo>
                  <a:lnTo>
                    <a:pt x="2355037" y="266910"/>
                  </a:lnTo>
                  <a:lnTo>
                    <a:pt x="2354990" y="266903"/>
                  </a:lnTo>
                  <a:lnTo>
                    <a:pt x="2354956" y="266900"/>
                  </a:lnTo>
                  <a:lnTo>
                    <a:pt x="2354916" y="266899"/>
                  </a:lnTo>
                  <a:lnTo>
                    <a:pt x="2354877" y="266898"/>
                  </a:lnTo>
                  <a:lnTo>
                    <a:pt x="2354787" y="266904"/>
                  </a:lnTo>
                  <a:lnTo>
                    <a:pt x="2354753" y="266908"/>
                  </a:lnTo>
                  <a:lnTo>
                    <a:pt x="2354727" y="266913"/>
                  </a:lnTo>
                  <a:lnTo>
                    <a:pt x="2354620" y="266947"/>
                  </a:lnTo>
                  <a:lnTo>
                    <a:pt x="2354570" y="266966"/>
                  </a:lnTo>
                  <a:lnTo>
                    <a:pt x="2354511" y="266985"/>
                  </a:lnTo>
                  <a:lnTo>
                    <a:pt x="2354462" y="267006"/>
                  </a:lnTo>
                  <a:lnTo>
                    <a:pt x="2354382" y="267049"/>
                  </a:lnTo>
                  <a:lnTo>
                    <a:pt x="2354330" y="267088"/>
                  </a:lnTo>
                  <a:lnTo>
                    <a:pt x="2354294" y="267118"/>
                  </a:lnTo>
                  <a:lnTo>
                    <a:pt x="2354256" y="267153"/>
                  </a:lnTo>
                  <a:lnTo>
                    <a:pt x="2354217" y="267187"/>
                  </a:lnTo>
                  <a:lnTo>
                    <a:pt x="2354170" y="267228"/>
                  </a:lnTo>
                  <a:lnTo>
                    <a:pt x="2354123" y="267276"/>
                  </a:lnTo>
                  <a:lnTo>
                    <a:pt x="2354093" y="267312"/>
                  </a:lnTo>
                  <a:lnTo>
                    <a:pt x="2354060" y="267359"/>
                  </a:lnTo>
                  <a:lnTo>
                    <a:pt x="2354035" y="267402"/>
                  </a:lnTo>
                  <a:lnTo>
                    <a:pt x="2354015" y="267441"/>
                  </a:lnTo>
                  <a:lnTo>
                    <a:pt x="2353991" y="267489"/>
                  </a:lnTo>
                  <a:lnTo>
                    <a:pt x="2353957" y="267573"/>
                  </a:lnTo>
                  <a:lnTo>
                    <a:pt x="2353922" y="267646"/>
                  </a:lnTo>
                  <a:lnTo>
                    <a:pt x="2353908" y="267677"/>
                  </a:lnTo>
                  <a:lnTo>
                    <a:pt x="2353883" y="267706"/>
                  </a:lnTo>
                  <a:lnTo>
                    <a:pt x="2353879" y="267712"/>
                  </a:lnTo>
                  <a:lnTo>
                    <a:pt x="2353851" y="267746"/>
                  </a:lnTo>
                  <a:lnTo>
                    <a:pt x="2353812" y="267782"/>
                  </a:lnTo>
                  <a:lnTo>
                    <a:pt x="2353782" y="267808"/>
                  </a:lnTo>
                  <a:lnTo>
                    <a:pt x="2353740" y="267840"/>
                  </a:lnTo>
                  <a:lnTo>
                    <a:pt x="2353699" y="267870"/>
                  </a:lnTo>
                  <a:lnTo>
                    <a:pt x="2353671" y="267884"/>
                  </a:lnTo>
                  <a:lnTo>
                    <a:pt x="2353626" y="267905"/>
                  </a:lnTo>
                  <a:lnTo>
                    <a:pt x="2353584" y="267919"/>
                  </a:lnTo>
                  <a:lnTo>
                    <a:pt x="2353546" y="267933"/>
                  </a:lnTo>
                  <a:lnTo>
                    <a:pt x="2353512" y="267945"/>
                  </a:lnTo>
                  <a:lnTo>
                    <a:pt x="2353481" y="267953"/>
                  </a:lnTo>
                  <a:lnTo>
                    <a:pt x="2353444" y="267962"/>
                  </a:lnTo>
                  <a:lnTo>
                    <a:pt x="2353407" y="267971"/>
                  </a:lnTo>
                  <a:lnTo>
                    <a:pt x="2353372" y="267980"/>
                  </a:lnTo>
                  <a:lnTo>
                    <a:pt x="2353336" y="267986"/>
                  </a:lnTo>
                  <a:lnTo>
                    <a:pt x="2353297" y="267995"/>
                  </a:lnTo>
                  <a:lnTo>
                    <a:pt x="2353242" y="268000"/>
                  </a:lnTo>
                  <a:lnTo>
                    <a:pt x="2353203" y="267999"/>
                  </a:lnTo>
                  <a:lnTo>
                    <a:pt x="2353170" y="267998"/>
                  </a:lnTo>
                  <a:lnTo>
                    <a:pt x="2353135" y="267995"/>
                  </a:lnTo>
                  <a:lnTo>
                    <a:pt x="2353094" y="267994"/>
                  </a:lnTo>
                  <a:lnTo>
                    <a:pt x="2353072" y="267991"/>
                  </a:lnTo>
                  <a:lnTo>
                    <a:pt x="2353036" y="267990"/>
                  </a:lnTo>
                  <a:lnTo>
                    <a:pt x="2353017" y="267988"/>
                  </a:lnTo>
                  <a:lnTo>
                    <a:pt x="2352983" y="267985"/>
                  </a:lnTo>
                  <a:lnTo>
                    <a:pt x="2352947" y="267979"/>
                  </a:lnTo>
                  <a:lnTo>
                    <a:pt x="2352918" y="267972"/>
                  </a:lnTo>
                  <a:lnTo>
                    <a:pt x="2352868" y="267957"/>
                  </a:lnTo>
                  <a:lnTo>
                    <a:pt x="2352824" y="267940"/>
                  </a:lnTo>
                  <a:lnTo>
                    <a:pt x="2352789" y="267927"/>
                  </a:lnTo>
                  <a:lnTo>
                    <a:pt x="2352752" y="267910"/>
                  </a:lnTo>
                  <a:lnTo>
                    <a:pt x="2352718" y="267896"/>
                  </a:lnTo>
                  <a:lnTo>
                    <a:pt x="2352678" y="267883"/>
                  </a:lnTo>
                  <a:lnTo>
                    <a:pt x="2352652" y="267876"/>
                  </a:lnTo>
                  <a:lnTo>
                    <a:pt x="2352613" y="267870"/>
                  </a:lnTo>
                  <a:lnTo>
                    <a:pt x="2352570" y="267868"/>
                  </a:lnTo>
                  <a:lnTo>
                    <a:pt x="2352503" y="267873"/>
                  </a:lnTo>
                  <a:lnTo>
                    <a:pt x="2352429" y="267884"/>
                  </a:lnTo>
                  <a:lnTo>
                    <a:pt x="2352379" y="267887"/>
                  </a:lnTo>
                  <a:lnTo>
                    <a:pt x="2352264" y="267891"/>
                  </a:lnTo>
                  <a:lnTo>
                    <a:pt x="2352244" y="267889"/>
                  </a:lnTo>
                  <a:lnTo>
                    <a:pt x="2352208" y="267880"/>
                  </a:lnTo>
                  <a:lnTo>
                    <a:pt x="2352182" y="267874"/>
                  </a:lnTo>
                  <a:lnTo>
                    <a:pt x="2352132" y="267868"/>
                  </a:lnTo>
                  <a:lnTo>
                    <a:pt x="2352083" y="267862"/>
                  </a:lnTo>
                  <a:lnTo>
                    <a:pt x="2351982" y="267859"/>
                  </a:lnTo>
                  <a:lnTo>
                    <a:pt x="2351927" y="267860"/>
                  </a:lnTo>
                  <a:lnTo>
                    <a:pt x="2351889" y="267863"/>
                  </a:lnTo>
                  <a:lnTo>
                    <a:pt x="2351862" y="267866"/>
                  </a:lnTo>
                  <a:lnTo>
                    <a:pt x="2351841" y="267870"/>
                  </a:lnTo>
                  <a:lnTo>
                    <a:pt x="2351814" y="267874"/>
                  </a:lnTo>
                  <a:lnTo>
                    <a:pt x="2351763" y="267886"/>
                  </a:lnTo>
                  <a:lnTo>
                    <a:pt x="2351725" y="267896"/>
                  </a:lnTo>
                  <a:lnTo>
                    <a:pt x="2351688" y="267904"/>
                  </a:lnTo>
                  <a:lnTo>
                    <a:pt x="2351663" y="267909"/>
                  </a:lnTo>
                  <a:lnTo>
                    <a:pt x="2351600" y="267930"/>
                  </a:lnTo>
                  <a:lnTo>
                    <a:pt x="2351545" y="267953"/>
                  </a:lnTo>
                  <a:lnTo>
                    <a:pt x="2351499" y="267971"/>
                  </a:lnTo>
                  <a:lnTo>
                    <a:pt x="2351458" y="267987"/>
                  </a:lnTo>
                  <a:lnTo>
                    <a:pt x="2351426" y="267999"/>
                  </a:lnTo>
                  <a:lnTo>
                    <a:pt x="2351374" y="268015"/>
                  </a:lnTo>
                  <a:lnTo>
                    <a:pt x="2351335" y="268030"/>
                  </a:lnTo>
                  <a:lnTo>
                    <a:pt x="2351283" y="268042"/>
                  </a:lnTo>
                  <a:lnTo>
                    <a:pt x="2351237" y="268056"/>
                  </a:lnTo>
                  <a:lnTo>
                    <a:pt x="2351176" y="268065"/>
                  </a:lnTo>
                  <a:lnTo>
                    <a:pt x="2351084" y="268075"/>
                  </a:lnTo>
                  <a:lnTo>
                    <a:pt x="2351052" y="268077"/>
                  </a:lnTo>
                  <a:lnTo>
                    <a:pt x="2350952" y="268080"/>
                  </a:lnTo>
                  <a:lnTo>
                    <a:pt x="2350900" y="268083"/>
                  </a:lnTo>
                  <a:lnTo>
                    <a:pt x="2350880" y="268084"/>
                  </a:lnTo>
                  <a:lnTo>
                    <a:pt x="2350859" y="268089"/>
                  </a:lnTo>
                  <a:lnTo>
                    <a:pt x="2350824" y="268091"/>
                  </a:lnTo>
                  <a:lnTo>
                    <a:pt x="2350778" y="268105"/>
                  </a:lnTo>
                  <a:lnTo>
                    <a:pt x="2350725" y="268118"/>
                  </a:lnTo>
                  <a:lnTo>
                    <a:pt x="2350652" y="268143"/>
                  </a:lnTo>
                  <a:lnTo>
                    <a:pt x="2350603" y="268161"/>
                  </a:lnTo>
                  <a:lnTo>
                    <a:pt x="2350513" y="268190"/>
                  </a:lnTo>
                  <a:lnTo>
                    <a:pt x="2350471" y="268205"/>
                  </a:lnTo>
                  <a:lnTo>
                    <a:pt x="2350422" y="268221"/>
                  </a:lnTo>
                  <a:lnTo>
                    <a:pt x="2350375" y="268236"/>
                  </a:lnTo>
                  <a:lnTo>
                    <a:pt x="2350295" y="268272"/>
                  </a:lnTo>
                  <a:lnTo>
                    <a:pt x="2350273" y="268281"/>
                  </a:lnTo>
                  <a:lnTo>
                    <a:pt x="2350239" y="268294"/>
                  </a:lnTo>
                  <a:lnTo>
                    <a:pt x="2350213" y="268309"/>
                  </a:lnTo>
                  <a:lnTo>
                    <a:pt x="2350172" y="268318"/>
                  </a:lnTo>
                  <a:lnTo>
                    <a:pt x="2350137" y="268323"/>
                  </a:lnTo>
                  <a:lnTo>
                    <a:pt x="2350077" y="268334"/>
                  </a:lnTo>
                  <a:lnTo>
                    <a:pt x="2349993" y="268343"/>
                  </a:lnTo>
                  <a:lnTo>
                    <a:pt x="2349944" y="268353"/>
                  </a:lnTo>
                  <a:lnTo>
                    <a:pt x="2349900" y="268359"/>
                  </a:lnTo>
                  <a:lnTo>
                    <a:pt x="2349807" y="268368"/>
                  </a:lnTo>
                  <a:lnTo>
                    <a:pt x="2349727" y="268374"/>
                  </a:lnTo>
                  <a:lnTo>
                    <a:pt x="2349648" y="268381"/>
                  </a:lnTo>
                  <a:lnTo>
                    <a:pt x="2349587" y="268382"/>
                  </a:lnTo>
                  <a:lnTo>
                    <a:pt x="2349544" y="268381"/>
                  </a:lnTo>
                  <a:lnTo>
                    <a:pt x="2349513" y="268374"/>
                  </a:lnTo>
                  <a:lnTo>
                    <a:pt x="2349471" y="268365"/>
                  </a:lnTo>
                  <a:lnTo>
                    <a:pt x="2349427" y="268354"/>
                  </a:lnTo>
                  <a:lnTo>
                    <a:pt x="2349389" y="268341"/>
                  </a:lnTo>
                  <a:lnTo>
                    <a:pt x="2349352" y="268322"/>
                  </a:lnTo>
                  <a:lnTo>
                    <a:pt x="2349240" y="268296"/>
                  </a:lnTo>
                  <a:lnTo>
                    <a:pt x="2348733" y="268239"/>
                  </a:lnTo>
                  <a:lnTo>
                    <a:pt x="2348526" y="268203"/>
                  </a:lnTo>
                  <a:lnTo>
                    <a:pt x="2348358" y="268219"/>
                  </a:lnTo>
                  <a:lnTo>
                    <a:pt x="2348277" y="268207"/>
                  </a:lnTo>
                  <a:lnTo>
                    <a:pt x="2348188" y="268135"/>
                  </a:lnTo>
                  <a:lnTo>
                    <a:pt x="2348163" y="268127"/>
                  </a:lnTo>
                  <a:lnTo>
                    <a:pt x="2348120" y="268111"/>
                  </a:lnTo>
                  <a:lnTo>
                    <a:pt x="2348089" y="268102"/>
                  </a:lnTo>
                  <a:lnTo>
                    <a:pt x="2348058" y="268092"/>
                  </a:lnTo>
                  <a:lnTo>
                    <a:pt x="2348017" y="268084"/>
                  </a:lnTo>
                  <a:lnTo>
                    <a:pt x="2347982" y="268080"/>
                  </a:lnTo>
                  <a:lnTo>
                    <a:pt x="2347949" y="268080"/>
                  </a:lnTo>
                  <a:lnTo>
                    <a:pt x="2347914" y="268082"/>
                  </a:lnTo>
                  <a:lnTo>
                    <a:pt x="2347889" y="268086"/>
                  </a:lnTo>
                  <a:lnTo>
                    <a:pt x="2347860" y="268088"/>
                  </a:lnTo>
                  <a:lnTo>
                    <a:pt x="2347816" y="268091"/>
                  </a:lnTo>
                  <a:lnTo>
                    <a:pt x="2347749" y="268102"/>
                  </a:lnTo>
                  <a:lnTo>
                    <a:pt x="2347720" y="268104"/>
                  </a:lnTo>
                  <a:lnTo>
                    <a:pt x="2347686" y="268110"/>
                  </a:lnTo>
                  <a:lnTo>
                    <a:pt x="2347645" y="268114"/>
                  </a:lnTo>
                  <a:lnTo>
                    <a:pt x="2347616" y="268119"/>
                  </a:lnTo>
                  <a:lnTo>
                    <a:pt x="2347607" y="268120"/>
                  </a:lnTo>
                  <a:lnTo>
                    <a:pt x="2347582" y="268124"/>
                  </a:lnTo>
                  <a:lnTo>
                    <a:pt x="2347520" y="268162"/>
                  </a:lnTo>
                  <a:lnTo>
                    <a:pt x="2347041" y="268279"/>
                  </a:lnTo>
                  <a:lnTo>
                    <a:pt x="2346595" y="268446"/>
                  </a:lnTo>
                  <a:lnTo>
                    <a:pt x="2346326" y="268593"/>
                  </a:lnTo>
                  <a:lnTo>
                    <a:pt x="2346079" y="268819"/>
                  </a:lnTo>
                  <a:lnTo>
                    <a:pt x="2345773" y="269044"/>
                  </a:lnTo>
                  <a:lnTo>
                    <a:pt x="2345622" y="269182"/>
                  </a:lnTo>
                  <a:lnTo>
                    <a:pt x="2345398" y="269429"/>
                  </a:lnTo>
                  <a:lnTo>
                    <a:pt x="2345214" y="269590"/>
                  </a:lnTo>
                  <a:lnTo>
                    <a:pt x="2345202" y="269598"/>
                  </a:lnTo>
                  <a:lnTo>
                    <a:pt x="2345149" y="269638"/>
                  </a:lnTo>
                  <a:lnTo>
                    <a:pt x="2345081" y="269686"/>
                  </a:lnTo>
                  <a:lnTo>
                    <a:pt x="2345034" y="269717"/>
                  </a:lnTo>
                  <a:lnTo>
                    <a:pt x="2344977" y="269757"/>
                  </a:lnTo>
                  <a:lnTo>
                    <a:pt x="2344904" y="269800"/>
                  </a:lnTo>
                  <a:lnTo>
                    <a:pt x="2344864" y="269826"/>
                  </a:lnTo>
                  <a:lnTo>
                    <a:pt x="2344813" y="269866"/>
                  </a:lnTo>
                  <a:lnTo>
                    <a:pt x="2344742" y="269922"/>
                  </a:lnTo>
                  <a:lnTo>
                    <a:pt x="2344709" y="269949"/>
                  </a:lnTo>
                  <a:lnTo>
                    <a:pt x="2344664" y="269990"/>
                  </a:lnTo>
                  <a:lnTo>
                    <a:pt x="2344637" y="270022"/>
                  </a:lnTo>
                  <a:lnTo>
                    <a:pt x="2344600" y="270066"/>
                  </a:lnTo>
                  <a:lnTo>
                    <a:pt x="2344586" y="270104"/>
                  </a:lnTo>
                  <a:lnTo>
                    <a:pt x="2344566" y="270165"/>
                  </a:lnTo>
                  <a:lnTo>
                    <a:pt x="2344535" y="270257"/>
                  </a:lnTo>
                  <a:lnTo>
                    <a:pt x="2344525" y="270296"/>
                  </a:lnTo>
                  <a:lnTo>
                    <a:pt x="2344505" y="270349"/>
                  </a:lnTo>
                  <a:lnTo>
                    <a:pt x="2344496" y="270386"/>
                  </a:lnTo>
                  <a:lnTo>
                    <a:pt x="2344487" y="270413"/>
                  </a:lnTo>
                  <a:lnTo>
                    <a:pt x="2344472" y="270484"/>
                  </a:lnTo>
                  <a:lnTo>
                    <a:pt x="2344456" y="270558"/>
                  </a:lnTo>
                  <a:lnTo>
                    <a:pt x="2344443" y="270612"/>
                  </a:lnTo>
                  <a:lnTo>
                    <a:pt x="2344431" y="270657"/>
                  </a:lnTo>
                  <a:lnTo>
                    <a:pt x="2344415" y="270711"/>
                  </a:lnTo>
                  <a:lnTo>
                    <a:pt x="2344400" y="270755"/>
                  </a:lnTo>
                  <a:lnTo>
                    <a:pt x="2344384" y="270842"/>
                  </a:lnTo>
                  <a:lnTo>
                    <a:pt x="2344378" y="270900"/>
                  </a:lnTo>
                  <a:lnTo>
                    <a:pt x="2344378" y="271005"/>
                  </a:lnTo>
                  <a:lnTo>
                    <a:pt x="2344381" y="271087"/>
                  </a:lnTo>
                  <a:lnTo>
                    <a:pt x="2344387" y="271132"/>
                  </a:lnTo>
                  <a:lnTo>
                    <a:pt x="2344394" y="271171"/>
                  </a:lnTo>
                  <a:lnTo>
                    <a:pt x="2344404" y="271244"/>
                  </a:lnTo>
                  <a:lnTo>
                    <a:pt x="2344399" y="271285"/>
                  </a:lnTo>
                  <a:lnTo>
                    <a:pt x="2344384" y="271336"/>
                  </a:lnTo>
                  <a:lnTo>
                    <a:pt x="2344366" y="271369"/>
                  </a:lnTo>
                  <a:lnTo>
                    <a:pt x="2344337" y="271418"/>
                  </a:lnTo>
                  <a:lnTo>
                    <a:pt x="2344298" y="271467"/>
                  </a:lnTo>
                  <a:lnTo>
                    <a:pt x="2344250" y="271509"/>
                  </a:lnTo>
                  <a:lnTo>
                    <a:pt x="2344236" y="271521"/>
                  </a:lnTo>
                  <a:lnTo>
                    <a:pt x="2344213" y="271541"/>
                  </a:lnTo>
                  <a:lnTo>
                    <a:pt x="2344156" y="271588"/>
                  </a:lnTo>
                  <a:lnTo>
                    <a:pt x="2344090" y="271637"/>
                  </a:lnTo>
                  <a:lnTo>
                    <a:pt x="2344026" y="271681"/>
                  </a:lnTo>
                  <a:lnTo>
                    <a:pt x="2343913" y="271749"/>
                  </a:lnTo>
                  <a:lnTo>
                    <a:pt x="2343850" y="271786"/>
                  </a:lnTo>
                  <a:lnTo>
                    <a:pt x="2343795" y="271816"/>
                  </a:lnTo>
                  <a:lnTo>
                    <a:pt x="2343724" y="271857"/>
                  </a:lnTo>
                  <a:lnTo>
                    <a:pt x="2343642" y="271905"/>
                  </a:lnTo>
                  <a:lnTo>
                    <a:pt x="2343571" y="271945"/>
                  </a:lnTo>
                  <a:lnTo>
                    <a:pt x="2343514" y="271973"/>
                  </a:lnTo>
                  <a:lnTo>
                    <a:pt x="2343460" y="271999"/>
                  </a:lnTo>
                  <a:lnTo>
                    <a:pt x="2343421" y="272016"/>
                  </a:lnTo>
                  <a:lnTo>
                    <a:pt x="2343324" y="272051"/>
                  </a:lnTo>
                  <a:lnTo>
                    <a:pt x="2343270" y="272063"/>
                  </a:lnTo>
                  <a:lnTo>
                    <a:pt x="2343194" y="272080"/>
                  </a:lnTo>
                  <a:lnTo>
                    <a:pt x="2343088" y="272094"/>
                  </a:lnTo>
                  <a:lnTo>
                    <a:pt x="2343043" y="272099"/>
                  </a:lnTo>
                  <a:lnTo>
                    <a:pt x="2343001" y="272105"/>
                  </a:lnTo>
                  <a:lnTo>
                    <a:pt x="2342948" y="272111"/>
                  </a:lnTo>
                  <a:lnTo>
                    <a:pt x="2342842" y="272117"/>
                  </a:lnTo>
                  <a:lnTo>
                    <a:pt x="2342754" y="272123"/>
                  </a:lnTo>
                  <a:lnTo>
                    <a:pt x="2342690" y="272129"/>
                  </a:lnTo>
                  <a:lnTo>
                    <a:pt x="2342631" y="272136"/>
                  </a:lnTo>
                  <a:lnTo>
                    <a:pt x="2342567" y="272145"/>
                  </a:lnTo>
                  <a:lnTo>
                    <a:pt x="2342495" y="272153"/>
                  </a:lnTo>
                  <a:lnTo>
                    <a:pt x="2342444" y="272160"/>
                  </a:lnTo>
                  <a:lnTo>
                    <a:pt x="2342393" y="272173"/>
                  </a:lnTo>
                  <a:lnTo>
                    <a:pt x="2342349" y="272188"/>
                  </a:lnTo>
                  <a:lnTo>
                    <a:pt x="2342309" y="272207"/>
                  </a:lnTo>
                  <a:lnTo>
                    <a:pt x="2342273" y="272227"/>
                  </a:lnTo>
                  <a:lnTo>
                    <a:pt x="2342220" y="272264"/>
                  </a:lnTo>
                  <a:lnTo>
                    <a:pt x="2342165" y="272301"/>
                  </a:lnTo>
                  <a:lnTo>
                    <a:pt x="2342083" y="272363"/>
                  </a:lnTo>
                  <a:lnTo>
                    <a:pt x="2342037" y="272407"/>
                  </a:lnTo>
                  <a:lnTo>
                    <a:pt x="2342007" y="272438"/>
                  </a:lnTo>
                  <a:lnTo>
                    <a:pt x="2341984" y="272467"/>
                  </a:lnTo>
                  <a:lnTo>
                    <a:pt x="2341946" y="272513"/>
                  </a:lnTo>
                  <a:lnTo>
                    <a:pt x="2341912" y="272547"/>
                  </a:lnTo>
                  <a:lnTo>
                    <a:pt x="2341863" y="272586"/>
                  </a:lnTo>
                  <a:lnTo>
                    <a:pt x="2341802" y="272625"/>
                  </a:lnTo>
                  <a:lnTo>
                    <a:pt x="2341708" y="272698"/>
                  </a:lnTo>
                  <a:lnTo>
                    <a:pt x="2341658" y="272741"/>
                  </a:lnTo>
                  <a:lnTo>
                    <a:pt x="2341613" y="272792"/>
                  </a:lnTo>
                  <a:lnTo>
                    <a:pt x="2341597" y="272808"/>
                  </a:lnTo>
                  <a:lnTo>
                    <a:pt x="2341543" y="272864"/>
                  </a:lnTo>
                  <a:lnTo>
                    <a:pt x="2341411" y="272970"/>
                  </a:lnTo>
                  <a:lnTo>
                    <a:pt x="2341377" y="272994"/>
                  </a:lnTo>
                  <a:lnTo>
                    <a:pt x="2341352" y="273022"/>
                  </a:lnTo>
                  <a:lnTo>
                    <a:pt x="2341329" y="273058"/>
                  </a:lnTo>
                  <a:lnTo>
                    <a:pt x="2341308" y="273100"/>
                  </a:lnTo>
                  <a:lnTo>
                    <a:pt x="2341281" y="273160"/>
                  </a:lnTo>
                  <a:lnTo>
                    <a:pt x="2341275" y="273194"/>
                  </a:lnTo>
                  <a:lnTo>
                    <a:pt x="2341261" y="273240"/>
                  </a:lnTo>
                  <a:lnTo>
                    <a:pt x="2341241" y="273312"/>
                  </a:lnTo>
                  <a:lnTo>
                    <a:pt x="2341233" y="273339"/>
                  </a:lnTo>
                  <a:lnTo>
                    <a:pt x="2341216" y="273377"/>
                  </a:lnTo>
                  <a:lnTo>
                    <a:pt x="2341199" y="273406"/>
                  </a:lnTo>
                  <a:lnTo>
                    <a:pt x="2341182" y="273429"/>
                  </a:lnTo>
                  <a:lnTo>
                    <a:pt x="2341158" y="273463"/>
                  </a:lnTo>
                  <a:lnTo>
                    <a:pt x="2341137" y="273498"/>
                  </a:lnTo>
                  <a:lnTo>
                    <a:pt x="2341115" y="273552"/>
                  </a:lnTo>
                  <a:lnTo>
                    <a:pt x="2341088" y="273629"/>
                  </a:lnTo>
                  <a:lnTo>
                    <a:pt x="2341072" y="273691"/>
                  </a:lnTo>
                  <a:lnTo>
                    <a:pt x="2341052" y="273750"/>
                  </a:lnTo>
                  <a:lnTo>
                    <a:pt x="2341036" y="273796"/>
                  </a:lnTo>
                  <a:lnTo>
                    <a:pt x="2341019" y="273845"/>
                  </a:lnTo>
                  <a:lnTo>
                    <a:pt x="2340998" y="273926"/>
                  </a:lnTo>
                  <a:lnTo>
                    <a:pt x="2340986" y="273965"/>
                  </a:lnTo>
                  <a:lnTo>
                    <a:pt x="2340979" y="274010"/>
                  </a:lnTo>
                  <a:lnTo>
                    <a:pt x="2340968" y="274075"/>
                  </a:lnTo>
                  <a:lnTo>
                    <a:pt x="2340961" y="274138"/>
                  </a:lnTo>
                  <a:lnTo>
                    <a:pt x="2340955" y="274182"/>
                  </a:lnTo>
                  <a:lnTo>
                    <a:pt x="2340952" y="274242"/>
                  </a:lnTo>
                  <a:lnTo>
                    <a:pt x="2340961" y="274260"/>
                  </a:lnTo>
                  <a:lnTo>
                    <a:pt x="2340947" y="274294"/>
                  </a:lnTo>
                  <a:lnTo>
                    <a:pt x="2340933" y="274323"/>
                  </a:lnTo>
                  <a:lnTo>
                    <a:pt x="2340915" y="274369"/>
                  </a:lnTo>
                  <a:lnTo>
                    <a:pt x="2340904" y="274405"/>
                  </a:lnTo>
                  <a:lnTo>
                    <a:pt x="2340895" y="274431"/>
                  </a:lnTo>
                  <a:lnTo>
                    <a:pt x="2340879" y="274491"/>
                  </a:lnTo>
                  <a:lnTo>
                    <a:pt x="2340862" y="274542"/>
                  </a:lnTo>
                  <a:lnTo>
                    <a:pt x="2340846" y="274572"/>
                  </a:lnTo>
                  <a:lnTo>
                    <a:pt x="2340832" y="274611"/>
                  </a:lnTo>
                  <a:lnTo>
                    <a:pt x="2340814" y="274654"/>
                  </a:lnTo>
                  <a:lnTo>
                    <a:pt x="2340798" y="274692"/>
                  </a:lnTo>
                  <a:lnTo>
                    <a:pt x="2340775" y="274740"/>
                  </a:lnTo>
                  <a:lnTo>
                    <a:pt x="2340768" y="274771"/>
                  </a:lnTo>
                  <a:lnTo>
                    <a:pt x="2340760" y="274800"/>
                  </a:lnTo>
                  <a:lnTo>
                    <a:pt x="2340746" y="274861"/>
                  </a:lnTo>
                  <a:lnTo>
                    <a:pt x="2340722" y="274928"/>
                  </a:lnTo>
                  <a:lnTo>
                    <a:pt x="2340705" y="274984"/>
                  </a:lnTo>
                  <a:lnTo>
                    <a:pt x="2340686" y="275032"/>
                  </a:lnTo>
                  <a:lnTo>
                    <a:pt x="2340666" y="275069"/>
                  </a:lnTo>
                  <a:lnTo>
                    <a:pt x="2340645" y="275107"/>
                  </a:lnTo>
                  <a:lnTo>
                    <a:pt x="2340624" y="275156"/>
                  </a:lnTo>
                  <a:lnTo>
                    <a:pt x="2340601" y="275200"/>
                  </a:lnTo>
                  <a:lnTo>
                    <a:pt x="2340572" y="275248"/>
                  </a:lnTo>
                  <a:lnTo>
                    <a:pt x="2340547" y="275286"/>
                  </a:lnTo>
                  <a:lnTo>
                    <a:pt x="2340534" y="275317"/>
                  </a:lnTo>
                  <a:lnTo>
                    <a:pt x="2340524" y="275356"/>
                  </a:lnTo>
                  <a:lnTo>
                    <a:pt x="2340523" y="275432"/>
                  </a:lnTo>
                  <a:lnTo>
                    <a:pt x="2340522" y="275473"/>
                  </a:lnTo>
                  <a:lnTo>
                    <a:pt x="2340511" y="275616"/>
                  </a:lnTo>
                  <a:lnTo>
                    <a:pt x="2340504" y="275714"/>
                  </a:lnTo>
                  <a:lnTo>
                    <a:pt x="2340498" y="275757"/>
                  </a:lnTo>
                  <a:lnTo>
                    <a:pt x="2340486" y="275819"/>
                  </a:lnTo>
                  <a:lnTo>
                    <a:pt x="2340480" y="275863"/>
                  </a:lnTo>
                  <a:lnTo>
                    <a:pt x="2340471" y="275893"/>
                  </a:lnTo>
                  <a:lnTo>
                    <a:pt x="2340459" y="275916"/>
                  </a:lnTo>
                  <a:lnTo>
                    <a:pt x="2340446" y="275935"/>
                  </a:lnTo>
                  <a:lnTo>
                    <a:pt x="2340427" y="275960"/>
                  </a:lnTo>
                  <a:lnTo>
                    <a:pt x="2340410" y="275978"/>
                  </a:lnTo>
                  <a:lnTo>
                    <a:pt x="2340390" y="276003"/>
                  </a:lnTo>
                  <a:lnTo>
                    <a:pt x="2340368" y="276046"/>
                  </a:lnTo>
                  <a:lnTo>
                    <a:pt x="2340357" y="276069"/>
                  </a:lnTo>
                  <a:lnTo>
                    <a:pt x="2340344" y="276099"/>
                  </a:lnTo>
                  <a:lnTo>
                    <a:pt x="2340335" y="276128"/>
                  </a:lnTo>
                  <a:lnTo>
                    <a:pt x="2340324" y="276168"/>
                  </a:lnTo>
                  <a:lnTo>
                    <a:pt x="2340317" y="276214"/>
                  </a:lnTo>
                  <a:lnTo>
                    <a:pt x="2340314" y="276262"/>
                  </a:lnTo>
                  <a:lnTo>
                    <a:pt x="2340313" y="276305"/>
                  </a:lnTo>
                  <a:lnTo>
                    <a:pt x="2340318" y="276333"/>
                  </a:lnTo>
                  <a:lnTo>
                    <a:pt x="2340331" y="276357"/>
                  </a:lnTo>
                  <a:lnTo>
                    <a:pt x="2340365" y="276422"/>
                  </a:lnTo>
                  <a:lnTo>
                    <a:pt x="2340374" y="276438"/>
                  </a:lnTo>
                  <a:lnTo>
                    <a:pt x="2340384" y="276457"/>
                  </a:lnTo>
                  <a:lnTo>
                    <a:pt x="2340409" y="276504"/>
                  </a:lnTo>
                  <a:lnTo>
                    <a:pt x="2340425" y="276532"/>
                  </a:lnTo>
                  <a:lnTo>
                    <a:pt x="2340440" y="276558"/>
                  </a:lnTo>
                  <a:lnTo>
                    <a:pt x="2340453" y="276589"/>
                  </a:lnTo>
                  <a:lnTo>
                    <a:pt x="2340474" y="276624"/>
                  </a:lnTo>
                  <a:lnTo>
                    <a:pt x="2340487" y="276657"/>
                  </a:lnTo>
                  <a:lnTo>
                    <a:pt x="2340495" y="276681"/>
                  </a:lnTo>
                  <a:lnTo>
                    <a:pt x="2340505" y="276712"/>
                  </a:lnTo>
                  <a:lnTo>
                    <a:pt x="2340519" y="276753"/>
                  </a:lnTo>
                  <a:lnTo>
                    <a:pt x="2340533" y="276796"/>
                  </a:lnTo>
                  <a:lnTo>
                    <a:pt x="2340539" y="276809"/>
                  </a:lnTo>
                  <a:lnTo>
                    <a:pt x="2340558" y="276842"/>
                  </a:lnTo>
                  <a:lnTo>
                    <a:pt x="2340573" y="276869"/>
                  </a:lnTo>
                  <a:lnTo>
                    <a:pt x="2340600" y="276900"/>
                  </a:lnTo>
                  <a:lnTo>
                    <a:pt x="2340631" y="276938"/>
                  </a:lnTo>
                  <a:lnTo>
                    <a:pt x="2340652" y="276963"/>
                  </a:lnTo>
                  <a:lnTo>
                    <a:pt x="2340671" y="276982"/>
                  </a:lnTo>
                  <a:lnTo>
                    <a:pt x="2340705" y="277010"/>
                  </a:lnTo>
                  <a:lnTo>
                    <a:pt x="2340764" y="277059"/>
                  </a:lnTo>
                  <a:lnTo>
                    <a:pt x="2340816" y="277105"/>
                  </a:lnTo>
                  <a:lnTo>
                    <a:pt x="2340851" y="277146"/>
                  </a:lnTo>
                  <a:lnTo>
                    <a:pt x="2340867" y="277168"/>
                  </a:lnTo>
                  <a:lnTo>
                    <a:pt x="2340901" y="277205"/>
                  </a:lnTo>
                  <a:lnTo>
                    <a:pt x="2340936" y="277230"/>
                  </a:lnTo>
                  <a:lnTo>
                    <a:pt x="2340988" y="277262"/>
                  </a:lnTo>
                  <a:lnTo>
                    <a:pt x="2341073" y="277312"/>
                  </a:lnTo>
                  <a:lnTo>
                    <a:pt x="2341109" y="277337"/>
                  </a:lnTo>
                  <a:lnTo>
                    <a:pt x="2341153" y="277365"/>
                  </a:lnTo>
                  <a:lnTo>
                    <a:pt x="2341197" y="277394"/>
                  </a:lnTo>
                  <a:lnTo>
                    <a:pt x="2341237" y="277417"/>
                  </a:lnTo>
                  <a:lnTo>
                    <a:pt x="2341263" y="277430"/>
                  </a:lnTo>
                  <a:lnTo>
                    <a:pt x="2341292" y="277439"/>
                  </a:lnTo>
                  <a:lnTo>
                    <a:pt x="2341337" y="277452"/>
                  </a:lnTo>
                  <a:lnTo>
                    <a:pt x="2341374" y="277461"/>
                  </a:lnTo>
                  <a:lnTo>
                    <a:pt x="2341408" y="277467"/>
                  </a:lnTo>
                  <a:lnTo>
                    <a:pt x="2341448" y="277473"/>
                  </a:lnTo>
                  <a:lnTo>
                    <a:pt x="2341516" y="277497"/>
                  </a:lnTo>
                  <a:lnTo>
                    <a:pt x="2341530" y="277506"/>
                  </a:lnTo>
                  <a:lnTo>
                    <a:pt x="2341884" y="277840"/>
                  </a:lnTo>
                  <a:lnTo>
                    <a:pt x="2342092" y="277992"/>
                  </a:lnTo>
                  <a:lnTo>
                    <a:pt x="2342234" y="278144"/>
                  </a:lnTo>
                  <a:lnTo>
                    <a:pt x="2342354" y="278259"/>
                  </a:lnTo>
                  <a:lnTo>
                    <a:pt x="2342736" y="278710"/>
                  </a:lnTo>
                  <a:lnTo>
                    <a:pt x="2342791" y="278837"/>
                  </a:lnTo>
                  <a:lnTo>
                    <a:pt x="2342956" y="279075"/>
                  </a:lnTo>
                  <a:lnTo>
                    <a:pt x="2343090" y="279383"/>
                  </a:lnTo>
                  <a:lnTo>
                    <a:pt x="2343109" y="279543"/>
                  </a:lnTo>
                  <a:lnTo>
                    <a:pt x="2343145" y="280158"/>
                  </a:lnTo>
                  <a:lnTo>
                    <a:pt x="2343129" y="280341"/>
                  </a:lnTo>
                  <a:lnTo>
                    <a:pt x="2343070" y="280528"/>
                  </a:lnTo>
                  <a:lnTo>
                    <a:pt x="2343049" y="280895"/>
                  </a:lnTo>
                  <a:lnTo>
                    <a:pt x="2343046" y="280918"/>
                  </a:lnTo>
                  <a:lnTo>
                    <a:pt x="2343040" y="280944"/>
                  </a:lnTo>
                  <a:lnTo>
                    <a:pt x="2343038" y="280983"/>
                  </a:lnTo>
                  <a:lnTo>
                    <a:pt x="2343039" y="281006"/>
                  </a:lnTo>
                  <a:lnTo>
                    <a:pt x="2343045" y="281033"/>
                  </a:lnTo>
                  <a:lnTo>
                    <a:pt x="2343051" y="281053"/>
                  </a:lnTo>
                  <a:lnTo>
                    <a:pt x="2343066" y="281085"/>
                  </a:lnTo>
                  <a:lnTo>
                    <a:pt x="2343076" y="281114"/>
                  </a:lnTo>
                  <a:lnTo>
                    <a:pt x="2343093" y="281147"/>
                  </a:lnTo>
                  <a:lnTo>
                    <a:pt x="2343107" y="281177"/>
                  </a:lnTo>
                  <a:lnTo>
                    <a:pt x="2343122" y="281200"/>
                  </a:lnTo>
                  <a:lnTo>
                    <a:pt x="2343137" y="281237"/>
                  </a:lnTo>
                  <a:lnTo>
                    <a:pt x="2343157" y="281268"/>
                  </a:lnTo>
                  <a:lnTo>
                    <a:pt x="2343173" y="281296"/>
                  </a:lnTo>
                  <a:lnTo>
                    <a:pt x="2343186" y="281324"/>
                  </a:lnTo>
                  <a:lnTo>
                    <a:pt x="2343192" y="281349"/>
                  </a:lnTo>
                  <a:lnTo>
                    <a:pt x="2343198" y="281386"/>
                  </a:lnTo>
                  <a:lnTo>
                    <a:pt x="2343204" y="281419"/>
                  </a:lnTo>
                  <a:lnTo>
                    <a:pt x="2343209" y="281477"/>
                  </a:lnTo>
                  <a:lnTo>
                    <a:pt x="2343209" y="281543"/>
                  </a:lnTo>
                  <a:lnTo>
                    <a:pt x="2343210" y="281575"/>
                  </a:lnTo>
                  <a:lnTo>
                    <a:pt x="2343208" y="281667"/>
                  </a:lnTo>
                  <a:lnTo>
                    <a:pt x="2343206" y="281701"/>
                  </a:lnTo>
                  <a:lnTo>
                    <a:pt x="2343205" y="281730"/>
                  </a:lnTo>
                  <a:lnTo>
                    <a:pt x="2343198" y="281782"/>
                  </a:lnTo>
                  <a:lnTo>
                    <a:pt x="2343195" y="281814"/>
                  </a:lnTo>
                  <a:lnTo>
                    <a:pt x="2343189" y="281841"/>
                  </a:lnTo>
                  <a:lnTo>
                    <a:pt x="2343175" y="281893"/>
                  </a:lnTo>
                  <a:lnTo>
                    <a:pt x="2343161" y="281941"/>
                  </a:lnTo>
                  <a:lnTo>
                    <a:pt x="2343153" y="281966"/>
                  </a:lnTo>
                  <a:lnTo>
                    <a:pt x="2343128" y="282023"/>
                  </a:lnTo>
                  <a:lnTo>
                    <a:pt x="2343112" y="282093"/>
                  </a:lnTo>
                  <a:lnTo>
                    <a:pt x="2343055" y="282497"/>
                  </a:lnTo>
                  <a:lnTo>
                    <a:pt x="2342914" y="282745"/>
                  </a:lnTo>
                  <a:lnTo>
                    <a:pt x="2342784" y="282962"/>
                  </a:lnTo>
                  <a:lnTo>
                    <a:pt x="2342418" y="283129"/>
                  </a:lnTo>
                  <a:lnTo>
                    <a:pt x="2342073" y="283217"/>
                  </a:lnTo>
                  <a:lnTo>
                    <a:pt x="2341643" y="283206"/>
                  </a:lnTo>
                  <a:lnTo>
                    <a:pt x="2341633" y="283206"/>
                  </a:lnTo>
                  <a:lnTo>
                    <a:pt x="2341600" y="283206"/>
                  </a:lnTo>
                  <a:lnTo>
                    <a:pt x="2341561" y="283209"/>
                  </a:lnTo>
                  <a:lnTo>
                    <a:pt x="2341526" y="283215"/>
                  </a:lnTo>
                  <a:lnTo>
                    <a:pt x="2341489" y="283218"/>
                  </a:lnTo>
                  <a:lnTo>
                    <a:pt x="2341452" y="283220"/>
                  </a:lnTo>
                  <a:lnTo>
                    <a:pt x="2341415" y="283224"/>
                  </a:lnTo>
                  <a:lnTo>
                    <a:pt x="2341378" y="283229"/>
                  </a:lnTo>
                  <a:lnTo>
                    <a:pt x="2341340" y="283232"/>
                  </a:lnTo>
                  <a:lnTo>
                    <a:pt x="2341303" y="283232"/>
                  </a:lnTo>
                  <a:lnTo>
                    <a:pt x="2341266" y="283235"/>
                  </a:lnTo>
                  <a:lnTo>
                    <a:pt x="2341229" y="283236"/>
                  </a:lnTo>
                  <a:lnTo>
                    <a:pt x="2341192" y="283238"/>
                  </a:lnTo>
                  <a:lnTo>
                    <a:pt x="2341154" y="283238"/>
                  </a:lnTo>
                  <a:lnTo>
                    <a:pt x="2341117" y="283239"/>
                  </a:lnTo>
                  <a:lnTo>
                    <a:pt x="2341080" y="283238"/>
                  </a:lnTo>
                  <a:lnTo>
                    <a:pt x="2341044" y="283239"/>
                  </a:lnTo>
                  <a:lnTo>
                    <a:pt x="2341005" y="283237"/>
                  </a:lnTo>
                  <a:lnTo>
                    <a:pt x="2340968" y="283234"/>
                  </a:lnTo>
                  <a:lnTo>
                    <a:pt x="2340929" y="283234"/>
                  </a:lnTo>
                  <a:lnTo>
                    <a:pt x="2340894" y="283234"/>
                  </a:lnTo>
                  <a:lnTo>
                    <a:pt x="2340842" y="283232"/>
                  </a:lnTo>
                  <a:lnTo>
                    <a:pt x="2340766" y="283232"/>
                  </a:lnTo>
                  <a:lnTo>
                    <a:pt x="2340727" y="283232"/>
                  </a:lnTo>
                  <a:lnTo>
                    <a:pt x="2340688" y="283230"/>
                  </a:lnTo>
                  <a:lnTo>
                    <a:pt x="2340648" y="283228"/>
                  </a:lnTo>
                  <a:lnTo>
                    <a:pt x="2340610" y="283225"/>
                  </a:lnTo>
                  <a:lnTo>
                    <a:pt x="2340573" y="283225"/>
                  </a:lnTo>
                  <a:lnTo>
                    <a:pt x="2340535" y="283222"/>
                  </a:lnTo>
                  <a:lnTo>
                    <a:pt x="2340497" y="283218"/>
                  </a:lnTo>
                  <a:lnTo>
                    <a:pt x="2340457" y="283213"/>
                  </a:lnTo>
                  <a:lnTo>
                    <a:pt x="2340397" y="283200"/>
                  </a:lnTo>
                  <a:lnTo>
                    <a:pt x="2340349" y="283192"/>
                  </a:lnTo>
                  <a:lnTo>
                    <a:pt x="2340289" y="283190"/>
                  </a:lnTo>
                  <a:lnTo>
                    <a:pt x="2340258" y="283192"/>
                  </a:lnTo>
                  <a:lnTo>
                    <a:pt x="2340200" y="283195"/>
                  </a:lnTo>
                  <a:lnTo>
                    <a:pt x="2340151" y="283202"/>
                  </a:lnTo>
                  <a:lnTo>
                    <a:pt x="2340119" y="283208"/>
                  </a:lnTo>
                  <a:lnTo>
                    <a:pt x="2340082" y="283215"/>
                  </a:lnTo>
                  <a:lnTo>
                    <a:pt x="2340053" y="283223"/>
                  </a:lnTo>
                  <a:lnTo>
                    <a:pt x="2340027" y="283231"/>
                  </a:lnTo>
                  <a:lnTo>
                    <a:pt x="2340008" y="283235"/>
                  </a:lnTo>
                  <a:lnTo>
                    <a:pt x="2339989" y="283243"/>
                  </a:lnTo>
                  <a:lnTo>
                    <a:pt x="2339962" y="283256"/>
                  </a:lnTo>
                  <a:lnTo>
                    <a:pt x="2339928" y="283278"/>
                  </a:lnTo>
                  <a:lnTo>
                    <a:pt x="2339900" y="283306"/>
                  </a:lnTo>
                  <a:lnTo>
                    <a:pt x="2339856" y="283341"/>
                  </a:lnTo>
                  <a:lnTo>
                    <a:pt x="2339829" y="283366"/>
                  </a:lnTo>
                  <a:lnTo>
                    <a:pt x="2339798" y="283394"/>
                  </a:lnTo>
                  <a:lnTo>
                    <a:pt x="2339766" y="283424"/>
                  </a:lnTo>
                  <a:lnTo>
                    <a:pt x="2339723" y="283469"/>
                  </a:lnTo>
                  <a:lnTo>
                    <a:pt x="2339678" y="283516"/>
                  </a:lnTo>
                  <a:lnTo>
                    <a:pt x="2339658" y="283538"/>
                  </a:lnTo>
                  <a:lnTo>
                    <a:pt x="2339633" y="283577"/>
                  </a:lnTo>
                  <a:lnTo>
                    <a:pt x="2339604" y="283625"/>
                  </a:lnTo>
                  <a:lnTo>
                    <a:pt x="2339589" y="283651"/>
                  </a:lnTo>
                  <a:lnTo>
                    <a:pt x="2339567" y="283682"/>
                  </a:lnTo>
                  <a:lnTo>
                    <a:pt x="2339548" y="283708"/>
                  </a:lnTo>
                  <a:lnTo>
                    <a:pt x="2339519" y="283753"/>
                  </a:lnTo>
                  <a:lnTo>
                    <a:pt x="2339492" y="283798"/>
                  </a:lnTo>
                  <a:lnTo>
                    <a:pt x="2339477" y="283825"/>
                  </a:lnTo>
                  <a:lnTo>
                    <a:pt x="2339467" y="283858"/>
                  </a:lnTo>
                  <a:lnTo>
                    <a:pt x="2339466" y="283866"/>
                  </a:lnTo>
                  <a:lnTo>
                    <a:pt x="2339453" y="283883"/>
                  </a:lnTo>
                  <a:lnTo>
                    <a:pt x="2339380" y="284085"/>
                  </a:lnTo>
                  <a:lnTo>
                    <a:pt x="2339368" y="284109"/>
                  </a:lnTo>
                  <a:lnTo>
                    <a:pt x="2339319" y="284218"/>
                  </a:lnTo>
                  <a:lnTo>
                    <a:pt x="2339096" y="284395"/>
                  </a:lnTo>
                  <a:lnTo>
                    <a:pt x="2339081" y="284404"/>
                  </a:lnTo>
                  <a:lnTo>
                    <a:pt x="2339026" y="284439"/>
                  </a:lnTo>
                  <a:lnTo>
                    <a:pt x="2338989" y="284462"/>
                  </a:lnTo>
                  <a:lnTo>
                    <a:pt x="2338965" y="284482"/>
                  </a:lnTo>
                  <a:lnTo>
                    <a:pt x="2338946" y="284508"/>
                  </a:lnTo>
                  <a:lnTo>
                    <a:pt x="2338916" y="284548"/>
                  </a:lnTo>
                  <a:lnTo>
                    <a:pt x="2338893" y="284591"/>
                  </a:lnTo>
                  <a:lnTo>
                    <a:pt x="2338880" y="284621"/>
                  </a:lnTo>
                  <a:lnTo>
                    <a:pt x="2338870" y="284650"/>
                  </a:lnTo>
                  <a:lnTo>
                    <a:pt x="2338857" y="284680"/>
                  </a:lnTo>
                  <a:lnTo>
                    <a:pt x="2338847" y="284707"/>
                  </a:lnTo>
                  <a:lnTo>
                    <a:pt x="2338837" y="284734"/>
                  </a:lnTo>
                  <a:lnTo>
                    <a:pt x="2338827" y="284762"/>
                  </a:lnTo>
                  <a:lnTo>
                    <a:pt x="2338823" y="284793"/>
                  </a:lnTo>
                  <a:lnTo>
                    <a:pt x="2338820" y="284822"/>
                  </a:lnTo>
                  <a:lnTo>
                    <a:pt x="2338822" y="284856"/>
                  </a:lnTo>
                  <a:lnTo>
                    <a:pt x="2338828" y="284882"/>
                  </a:lnTo>
                  <a:lnTo>
                    <a:pt x="2338833" y="284908"/>
                  </a:lnTo>
                  <a:lnTo>
                    <a:pt x="2338840" y="284939"/>
                  </a:lnTo>
                  <a:lnTo>
                    <a:pt x="2338847" y="284962"/>
                  </a:lnTo>
                  <a:lnTo>
                    <a:pt x="2338856" y="284988"/>
                  </a:lnTo>
                  <a:lnTo>
                    <a:pt x="2338864" y="285011"/>
                  </a:lnTo>
                  <a:lnTo>
                    <a:pt x="2338876" y="285054"/>
                  </a:lnTo>
                  <a:lnTo>
                    <a:pt x="2338886" y="285092"/>
                  </a:lnTo>
                  <a:lnTo>
                    <a:pt x="2338897" y="285138"/>
                  </a:lnTo>
                  <a:lnTo>
                    <a:pt x="2338903" y="285186"/>
                  </a:lnTo>
                  <a:lnTo>
                    <a:pt x="2338906" y="285224"/>
                  </a:lnTo>
                  <a:lnTo>
                    <a:pt x="2338910" y="285360"/>
                  </a:lnTo>
                  <a:lnTo>
                    <a:pt x="2338913" y="285404"/>
                  </a:lnTo>
                  <a:lnTo>
                    <a:pt x="2338912" y="285444"/>
                  </a:lnTo>
                  <a:lnTo>
                    <a:pt x="2338906" y="285483"/>
                  </a:lnTo>
                  <a:lnTo>
                    <a:pt x="2338896" y="285543"/>
                  </a:lnTo>
                  <a:lnTo>
                    <a:pt x="2338882" y="285602"/>
                  </a:lnTo>
                  <a:lnTo>
                    <a:pt x="2338866" y="285654"/>
                  </a:lnTo>
                  <a:lnTo>
                    <a:pt x="2338855" y="285687"/>
                  </a:lnTo>
                  <a:lnTo>
                    <a:pt x="2338836" y="285733"/>
                  </a:lnTo>
                  <a:lnTo>
                    <a:pt x="2338816" y="285775"/>
                  </a:lnTo>
                  <a:lnTo>
                    <a:pt x="2338786" y="285822"/>
                  </a:lnTo>
                  <a:lnTo>
                    <a:pt x="2338755" y="285872"/>
                  </a:lnTo>
                  <a:lnTo>
                    <a:pt x="2338717" y="285923"/>
                  </a:lnTo>
                  <a:lnTo>
                    <a:pt x="2338664" y="285994"/>
                  </a:lnTo>
                  <a:lnTo>
                    <a:pt x="2338632" y="286031"/>
                  </a:lnTo>
                  <a:lnTo>
                    <a:pt x="2338593" y="286079"/>
                  </a:lnTo>
                  <a:lnTo>
                    <a:pt x="2338544" y="286138"/>
                  </a:lnTo>
                  <a:lnTo>
                    <a:pt x="2338521" y="286162"/>
                  </a:lnTo>
                  <a:lnTo>
                    <a:pt x="2338488" y="286198"/>
                  </a:lnTo>
                  <a:lnTo>
                    <a:pt x="2338469" y="286219"/>
                  </a:lnTo>
                  <a:lnTo>
                    <a:pt x="2338444" y="286247"/>
                  </a:lnTo>
                  <a:lnTo>
                    <a:pt x="2338432" y="286262"/>
                  </a:lnTo>
                  <a:lnTo>
                    <a:pt x="2338344" y="286354"/>
                  </a:lnTo>
                  <a:lnTo>
                    <a:pt x="2338314" y="286419"/>
                  </a:lnTo>
                  <a:lnTo>
                    <a:pt x="2338301" y="286455"/>
                  </a:lnTo>
                  <a:lnTo>
                    <a:pt x="2338302" y="286495"/>
                  </a:lnTo>
                  <a:lnTo>
                    <a:pt x="2338300" y="286503"/>
                  </a:lnTo>
                  <a:lnTo>
                    <a:pt x="2338293" y="286528"/>
                  </a:lnTo>
                  <a:lnTo>
                    <a:pt x="2338287" y="286557"/>
                  </a:lnTo>
                  <a:lnTo>
                    <a:pt x="2338280" y="286585"/>
                  </a:lnTo>
                  <a:lnTo>
                    <a:pt x="2338270" y="286615"/>
                  </a:lnTo>
                  <a:lnTo>
                    <a:pt x="2338264" y="286643"/>
                  </a:lnTo>
                  <a:lnTo>
                    <a:pt x="2338262" y="286671"/>
                  </a:lnTo>
                  <a:lnTo>
                    <a:pt x="2338264" y="286699"/>
                  </a:lnTo>
                  <a:lnTo>
                    <a:pt x="2338267" y="286731"/>
                  </a:lnTo>
                  <a:lnTo>
                    <a:pt x="2338271" y="286760"/>
                  </a:lnTo>
                  <a:lnTo>
                    <a:pt x="2338277" y="286790"/>
                  </a:lnTo>
                  <a:lnTo>
                    <a:pt x="2338282" y="286814"/>
                  </a:lnTo>
                  <a:lnTo>
                    <a:pt x="2338287" y="286841"/>
                  </a:lnTo>
                  <a:lnTo>
                    <a:pt x="2338290" y="286873"/>
                  </a:lnTo>
                  <a:lnTo>
                    <a:pt x="2338293" y="286904"/>
                  </a:lnTo>
                  <a:lnTo>
                    <a:pt x="2338293" y="286933"/>
                  </a:lnTo>
                  <a:lnTo>
                    <a:pt x="2338293" y="286956"/>
                  </a:lnTo>
                  <a:lnTo>
                    <a:pt x="2338292" y="286992"/>
                  </a:lnTo>
                  <a:lnTo>
                    <a:pt x="2338294" y="287035"/>
                  </a:lnTo>
                  <a:lnTo>
                    <a:pt x="2338297" y="287096"/>
                  </a:lnTo>
                  <a:lnTo>
                    <a:pt x="2338295" y="287123"/>
                  </a:lnTo>
                  <a:lnTo>
                    <a:pt x="2338152" y="287255"/>
                  </a:lnTo>
                  <a:lnTo>
                    <a:pt x="2337973" y="287353"/>
                  </a:lnTo>
                  <a:lnTo>
                    <a:pt x="2337486" y="287715"/>
                  </a:lnTo>
                  <a:lnTo>
                    <a:pt x="2337213" y="287884"/>
                  </a:lnTo>
                  <a:lnTo>
                    <a:pt x="2337029" y="287990"/>
                  </a:lnTo>
                  <a:lnTo>
                    <a:pt x="2336941" y="288051"/>
                  </a:lnTo>
                  <a:lnTo>
                    <a:pt x="2336823" y="288157"/>
                  </a:lnTo>
                  <a:lnTo>
                    <a:pt x="2336687" y="288326"/>
                  </a:lnTo>
                  <a:lnTo>
                    <a:pt x="2336639" y="288385"/>
                  </a:lnTo>
                  <a:lnTo>
                    <a:pt x="2336634" y="288416"/>
                  </a:lnTo>
                  <a:lnTo>
                    <a:pt x="2336632" y="288606"/>
                  </a:lnTo>
                  <a:lnTo>
                    <a:pt x="2336626" y="288632"/>
                  </a:lnTo>
                  <a:lnTo>
                    <a:pt x="2336620" y="288645"/>
                  </a:lnTo>
                  <a:lnTo>
                    <a:pt x="2336613" y="288664"/>
                  </a:lnTo>
                  <a:lnTo>
                    <a:pt x="2336610" y="288683"/>
                  </a:lnTo>
                  <a:lnTo>
                    <a:pt x="2336606" y="288713"/>
                  </a:lnTo>
                  <a:lnTo>
                    <a:pt x="2336606" y="288736"/>
                  </a:lnTo>
                  <a:lnTo>
                    <a:pt x="2336613" y="288755"/>
                  </a:lnTo>
                  <a:lnTo>
                    <a:pt x="2336620" y="288776"/>
                  </a:lnTo>
                  <a:lnTo>
                    <a:pt x="2336631" y="288797"/>
                  </a:lnTo>
                  <a:lnTo>
                    <a:pt x="2336647" y="288820"/>
                  </a:lnTo>
                  <a:lnTo>
                    <a:pt x="2336657" y="288844"/>
                  </a:lnTo>
                  <a:lnTo>
                    <a:pt x="2336662" y="288854"/>
                  </a:lnTo>
                  <a:lnTo>
                    <a:pt x="2336729" y="288914"/>
                  </a:lnTo>
                  <a:lnTo>
                    <a:pt x="2336779" y="288958"/>
                  </a:lnTo>
                  <a:lnTo>
                    <a:pt x="2336838" y="288998"/>
                  </a:lnTo>
                  <a:lnTo>
                    <a:pt x="2336861" y="289010"/>
                  </a:lnTo>
                  <a:lnTo>
                    <a:pt x="2336901" y="289028"/>
                  </a:lnTo>
                  <a:lnTo>
                    <a:pt x="2336937" y="289042"/>
                  </a:lnTo>
                  <a:lnTo>
                    <a:pt x="2336975" y="289059"/>
                  </a:lnTo>
                  <a:lnTo>
                    <a:pt x="2337012" y="289083"/>
                  </a:lnTo>
                  <a:lnTo>
                    <a:pt x="2337066" y="289127"/>
                  </a:lnTo>
                  <a:lnTo>
                    <a:pt x="2337086" y="289150"/>
                  </a:lnTo>
                  <a:lnTo>
                    <a:pt x="2337111" y="289184"/>
                  </a:lnTo>
                  <a:lnTo>
                    <a:pt x="2337133" y="289219"/>
                  </a:lnTo>
                  <a:lnTo>
                    <a:pt x="2337148" y="289263"/>
                  </a:lnTo>
                  <a:lnTo>
                    <a:pt x="2337149" y="289325"/>
                  </a:lnTo>
                  <a:lnTo>
                    <a:pt x="2337146" y="289371"/>
                  </a:lnTo>
                  <a:lnTo>
                    <a:pt x="2337138" y="289434"/>
                  </a:lnTo>
                  <a:lnTo>
                    <a:pt x="2337139" y="289496"/>
                  </a:lnTo>
                  <a:lnTo>
                    <a:pt x="2337143" y="289556"/>
                  </a:lnTo>
                  <a:lnTo>
                    <a:pt x="2337161" y="289623"/>
                  </a:lnTo>
                  <a:lnTo>
                    <a:pt x="2337180" y="289678"/>
                  </a:lnTo>
                  <a:lnTo>
                    <a:pt x="2337196" y="289724"/>
                  </a:lnTo>
                  <a:lnTo>
                    <a:pt x="2337209" y="289791"/>
                  </a:lnTo>
                  <a:lnTo>
                    <a:pt x="2337213" y="289845"/>
                  </a:lnTo>
                  <a:lnTo>
                    <a:pt x="2337214" y="289969"/>
                  </a:lnTo>
                  <a:lnTo>
                    <a:pt x="2337204" y="290036"/>
                  </a:lnTo>
                  <a:lnTo>
                    <a:pt x="2337177" y="290148"/>
                  </a:lnTo>
                  <a:lnTo>
                    <a:pt x="2337149" y="290238"/>
                  </a:lnTo>
                  <a:lnTo>
                    <a:pt x="2337103" y="290383"/>
                  </a:lnTo>
                  <a:lnTo>
                    <a:pt x="2337081" y="290457"/>
                  </a:lnTo>
                  <a:lnTo>
                    <a:pt x="2337060" y="290509"/>
                  </a:lnTo>
                  <a:lnTo>
                    <a:pt x="2337031" y="290552"/>
                  </a:lnTo>
                  <a:lnTo>
                    <a:pt x="2336959" y="290626"/>
                  </a:lnTo>
                  <a:lnTo>
                    <a:pt x="2336857" y="290837"/>
                  </a:lnTo>
                  <a:lnTo>
                    <a:pt x="2336660" y="291051"/>
                  </a:lnTo>
                  <a:lnTo>
                    <a:pt x="2336468" y="291409"/>
                  </a:lnTo>
                  <a:lnTo>
                    <a:pt x="2336369" y="291638"/>
                  </a:lnTo>
                  <a:lnTo>
                    <a:pt x="2336295" y="291912"/>
                  </a:lnTo>
                  <a:lnTo>
                    <a:pt x="2335991" y="292442"/>
                  </a:lnTo>
                  <a:lnTo>
                    <a:pt x="2335961" y="292467"/>
                  </a:lnTo>
                  <a:lnTo>
                    <a:pt x="2335925" y="292513"/>
                  </a:lnTo>
                  <a:lnTo>
                    <a:pt x="2335918" y="292529"/>
                  </a:lnTo>
                  <a:lnTo>
                    <a:pt x="2335916" y="292546"/>
                  </a:lnTo>
                  <a:lnTo>
                    <a:pt x="2335912" y="292565"/>
                  </a:lnTo>
                  <a:lnTo>
                    <a:pt x="2335907" y="292611"/>
                  </a:lnTo>
                  <a:lnTo>
                    <a:pt x="2335909" y="292645"/>
                  </a:lnTo>
                  <a:lnTo>
                    <a:pt x="2335915" y="292686"/>
                  </a:lnTo>
                  <a:lnTo>
                    <a:pt x="2335934" y="292742"/>
                  </a:lnTo>
                  <a:lnTo>
                    <a:pt x="2335951" y="292790"/>
                  </a:lnTo>
                  <a:lnTo>
                    <a:pt x="2335967" y="292838"/>
                  </a:lnTo>
                  <a:lnTo>
                    <a:pt x="2335980" y="292873"/>
                  </a:lnTo>
                  <a:lnTo>
                    <a:pt x="2336000" y="292922"/>
                  </a:lnTo>
                  <a:lnTo>
                    <a:pt x="2336008" y="292947"/>
                  </a:lnTo>
                  <a:lnTo>
                    <a:pt x="2336017" y="292986"/>
                  </a:lnTo>
                  <a:lnTo>
                    <a:pt x="2336017" y="293017"/>
                  </a:lnTo>
                  <a:lnTo>
                    <a:pt x="2336010" y="293051"/>
                  </a:lnTo>
                  <a:lnTo>
                    <a:pt x="2335990" y="293094"/>
                  </a:lnTo>
                  <a:lnTo>
                    <a:pt x="2335971" y="293132"/>
                  </a:lnTo>
                  <a:lnTo>
                    <a:pt x="2335940" y="293181"/>
                  </a:lnTo>
                  <a:lnTo>
                    <a:pt x="2335911" y="293226"/>
                  </a:lnTo>
                  <a:lnTo>
                    <a:pt x="2335880" y="293277"/>
                  </a:lnTo>
                  <a:lnTo>
                    <a:pt x="2335855" y="293339"/>
                  </a:lnTo>
                  <a:lnTo>
                    <a:pt x="2335836" y="293393"/>
                  </a:lnTo>
                  <a:lnTo>
                    <a:pt x="2335824" y="293453"/>
                  </a:lnTo>
                  <a:lnTo>
                    <a:pt x="2335821" y="293506"/>
                  </a:lnTo>
                  <a:lnTo>
                    <a:pt x="2335819" y="293556"/>
                  </a:lnTo>
                  <a:lnTo>
                    <a:pt x="2335821" y="293611"/>
                  </a:lnTo>
                  <a:lnTo>
                    <a:pt x="2335825" y="293651"/>
                  </a:lnTo>
                  <a:lnTo>
                    <a:pt x="2335831" y="293677"/>
                  </a:lnTo>
                  <a:lnTo>
                    <a:pt x="2335840" y="293722"/>
                  </a:lnTo>
                  <a:lnTo>
                    <a:pt x="2335856" y="293768"/>
                  </a:lnTo>
                  <a:lnTo>
                    <a:pt x="2335867" y="293813"/>
                  </a:lnTo>
                  <a:lnTo>
                    <a:pt x="2335878" y="293874"/>
                  </a:lnTo>
                  <a:lnTo>
                    <a:pt x="2335885" y="293944"/>
                  </a:lnTo>
                  <a:lnTo>
                    <a:pt x="2335887" y="293987"/>
                  </a:lnTo>
                  <a:lnTo>
                    <a:pt x="2335881" y="294026"/>
                  </a:lnTo>
                  <a:lnTo>
                    <a:pt x="2335868" y="294074"/>
                  </a:lnTo>
                  <a:lnTo>
                    <a:pt x="2335850" y="294111"/>
                  </a:lnTo>
                  <a:lnTo>
                    <a:pt x="2335834" y="294145"/>
                  </a:lnTo>
                  <a:lnTo>
                    <a:pt x="2335804" y="294188"/>
                  </a:lnTo>
                  <a:lnTo>
                    <a:pt x="2335765" y="294229"/>
                  </a:lnTo>
                  <a:lnTo>
                    <a:pt x="2335712" y="294282"/>
                  </a:lnTo>
                  <a:lnTo>
                    <a:pt x="2335674" y="294320"/>
                  </a:lnTo>
                  <a:lnTo>
                    <a:pt x="2335634" y="294355"/>
                  </a:lnTo>
                  <a:lnTo>
                    <a:pt x="2335593" y="294394"/>
                  </a:lnTo>
                  <a:lnTo>
                    <a:pt x="2335552" y="294430"/>
                  </a:lnTo>
                  <a:lnTo>
                    <a:pt x="2335481" y="294482"/>
                  </a:lnTo>
                  <a:lnTo>
                    <a:pt x="2335436" y="294515"/>
                  </a:lnTo>
                  <a:lnTo>
                    <a:pt x="2335384" y="294536"/>
                  </a:lnTo>
                  <a:lnTo>
                    <a:pt x="2335324" y="294567"/>
                  </a:lnTo>
                  <a:lnTo>
                    <a:pt x="2335280" y="294598"/>
                  </a:lnTo>
                  <a:lnTo>
                    <a:pt x="2335245" y="294633"/>
                  </a:lnTo>
                  <a:lnTo>
                    <a:pt x="2335219" y="294668"/>
                  </a:lnTo>
                  <a:lnTo>
                    <a:pt x="2335193" y="294713"/>
                  </a:lnTo>
                  <a:lnTo>
                    <a:pt x="2335175" y="294742"/>
                  </a:lnTo>
                  <a:lnTo>
                    <a:pt x="2335154" y="294784"/>
                  </a:lnTo>
                  <a:lnTo>
                    <a:pt x="2335137" y="294829"/>
                  </a:lnTo>
                  <a:lnTo>
                    <a:pt x="2335123" y="294882"/>
                  </a:lnTo>
                  <a:lnTo>
                    <a:pt x="2335119" y="294912"/>
                  </a:lnTo>
                  <a:lnTo>
                    <a:pt x="2335121" y="294969"/>
                  </a:lnTo>
                  <a:lnTo>
                    <a:pt x="2335131" y="295031"/>
                  </a:lnTo>
                  <a:lnTo>
                    <a:pt x="2335136" y="295077"/>
                  </a:lnTo>
                  <a:lnTo>
                    <a:pt x="2335143" y="295134"/>
                  </a:lnTo>
                  <a:lnTo>
                    <a:pt x="2335151" y="295175"/>
                  </a:lnTo>
                  <a:lnTo>
                    <a:pt x="2335149" y="295209"/>
                  </a:lnTo>
                  <a:lnTo>
                    <a:pt x="2335144" y="295250"/>
                  </a:lnTo>
                  <a:lnTo>
                    <a:pt x="2335136" y="295303"/>
                  </a:lnTo>
                  <a:lnTo>
                    <a:pt x="2335133" y="295352"/>
                  </a:lnTo>
                  <a:lnTo>
                    <a:pt x="2335135" y="295382"/>
                  </a:lnTo>
                  <a:lnTo>
                    <a:pt x="2335122" y="295514"/>
                  </a:lnTo>
                  <a:lnTo>
                    <a:pt x="2335164" y="295650"/>
                  </a:lnTo>
                  <a:lnTo>
                    <a:pt x="2335274" y="295817"/>
                  </a:lnTo>
                  <a:lnTo>
                    <a:pt x="2335416" y="295940"/>
                  </a:lnTo>
                  <a:lnTo>
                    <a:pt x="2335618" y="296111"/>
                  </a:lnTo>
                  <a:lnTo>
                    <a:pt x="2335686" y="296201"/>
                  </a:lnTo>
                  <a:lnTo>
                    <a:pt x="2335724" y="296311"/>
                  </a:lnTo>
                  <a:lnTo>
                    <a:pt x="2335800" y="296445"/>
                  </a:lnTo>
                  <a:lnTo>
                    <a:pt x="2335833" y="296489"/>
                  </a:lnTo>
                  <a:lnTo>
                    <a:pt x="2335869" y="296522"/>
                  </a:lnTo>
                  <a:lnTo>
                    <a:pt x="2335925" y="296575"/>
                  </a:lnTo>
                  <a:lnTo>
                    <a:pt x="2335978" y="296624"/>
                  </a:lnTo>
                  <a:lnTo>
                    <a:pt x="2335997" y="296652"/>
                  </a:lnTo>
                  <a:lnTo>
                    <a:pt x="2336021" y="296688"/>
                  </a:lnTo>
                  <a:lnTo>
                    <a:pt x="2336060" y="296754"/>
                  </a:lnTo>
                  <a:lnTo>
                    <a:pt x="2336069" y="296771"/>
                  </a:lnTo>
                  <a:lnTo>
                    <a:pt x="2336086" y="296798"/>
                  </a:lnTo>
                  <a:lnTo>
                    <a:pt x="2336103" y="296823"/>
                  </a:lnTo>
                  <a:lnTo>
                    <a:pt x="2336123" y="296848"/>
                  </a:lnTo>
                  <a:lnTo>
                    <a:pt x="2336143" y="296873"/>
                  </a:lnTo>
                  <a:lnTo>
                    <a:pt x="2336165" y="296901"/>
                  </a:lnTo>
                  <a:lnTo>
                    <a:pt x="2336179" y="296924"/>
                  </a:lnTo>
                  <a:lnTo>
                    <a:pt x="2336190" y="296951"/>
                  </a:lnTo>
                  <a:lnTo>
                    <a:pt x="2336210" y="297002"/>
                  </a:lnTo>
                  <a:lnTo>
                    <a:pt x="2336221" y="297050"/>
                  </a:lnTo>
                  <a:lnTo>
                    <a:pt x="2336229" y="297112"/>
                  </a:lnTo>
                  <a:lnTo>
                    <a:pt x="2336229" y="297129"/>
                  </a:lnTo>
                  <a:lnTo>
                    <a:pt x="2336261" y="297241"/>
                  </a:lnTo>
                  <a:lnTo>
                    <a:pt x="2336248" y="297439"/>
                  </a:lnTo>
                  <a:lnTo>
                    <a:pt x="2336224" y="297490"/>
                  </a:lnTo>
                  <a:lnTo>
                    <a:pt x="2336176" y="297536"/>
                  </a:lnTo>
                  <a:lnTo>
                    <a:pt x="2335950" y="297707"/>
                  </a:lnTo>
                  <a:lnTo>
                    <a:pt x="2335735" y="297855"/>
                  </a:lnTo>
                  <a:lnTo>
                    <a:pt x="2335620" y="297923"/>
                  </a:lnTo>
                  <a:lnTo>
                    <a:pt x="2335575" y="298014"/>
                  </a:lnTo>
                  <a:lnTo>
                    <a:pt x="2335530" y="298139"/>
                  </a:lnTo>
                  <a:lnTo>
                    <a:pt x="2335524" y="298282"/>
                  </a:lnTo>
                  <a:lnTo>
                    <a:pt x="2335533" y="298328"/>
                  </a:lnTo>
                  <a:lnTo>
                    <a:pt x="2335488" y="298549"/>
                  </a:lnTo>
                  <a:lnTo>
                    <a:pt x="2335482" y="298558"/>
                  </a:lnTo>
                  <a:lnTo>
                    <a:pt x="2335452" y="298584"/>
                  </a:lnTo>
                  <a:lnTo>
                    <a:pt x="2335415" y="298615"/>
                  </a:lnTo>
                  <a:lnTo>
                    <a:pt x="2335375" y="298668"/>
                  </a:lnTo>
                  <a:lnTo>
                    <a:pt x="2335355" y="298704"/>
                  </a:lnTo>
                  <a:lnTo>
                    <a:pt x="2335327" y="298749"/>
                  </a:lnTo>
                  <a:lnTo>
                    <a:pt x="2335286" y="298811"/>
                  </a:lnTo>
                  <a:lnTo>
                    <a:pt x="2335269" y="298839"/>
                  </a:lnTo>
                  <a:lnTo>
                    <a:pt x="2335248" y="298882"/>
                  </a:lnTo>
                  <a:lnTo>
                    <a:pt x="2335232" y="298942"/>
                  </a:lnTo>
                  <a:lnTo>
                    <a:pt x="2335226" y="298977"/>
                  </a:lnTo>
                  <a:lnTo>
                    <a:pt x="2335222" y="299040"/>
                  </a:lnTo>
                  <a:lnTo>
                    <a:pt x="2335231" y="299090"/>
                  </a:lnTo>
                  <a:lnTo>
                    <a:pt x="2335237" y="299134"/>
                  </a:lnTo>
                  <a:lnTo>
                    <a:pt x="2335244" y="299162"/>
                  </a:lnTo>
                  <a:lnTo>
                    <a:pt x="2335249" y="299210"/>
                  </a:lnTo>
                  <a:lnTo>
                    <a:pt x="2335246" y="299313"/>
                  </a:lnTo>
                  <a:lnTo>
                    <a:pt x="2335238" y="299367"/>
                  </a:lnTo>
                  <a:lnTo>
                    <a:pt x="2335221" y="299497"/>
                  </a:lnTo>
                  <a:lnTo>
                    <a:pt x="2335216" y="299540"/>
                  </a:lnTo>
                  <a:lnTo>
                    <a:pt x="2335213" y="299604"/>
                  </a:lnTo>
                  <a:lnTo>
                    <a:pt x="2335212" y="299645"/>
                  </a:lnTo>
                  <a:lnTo>
                    <a:pt x="2335218" y="299684"/>
                  </a:lnTo>
                  <a:lnTo>
                    <a:pt x="2335231" y="299753"/>
                  </a:lnTo>
                  <a:lnTo>
                    <a:pt x="2335238" y="299791"/>
                  </a:lnTo>
                  <a:lnTo>
                    <a:pt x="2335253" y="299829"/>
                  </a:lnTo>
                  <a:lnTo>
                    <a:pt x="2335271" y="299875"/>
                  </a:lnTo>
                  <a:lnTo>
                    <a:pt x="2335290" y="299908"/>
                  </a:lnTo>
                  <a:lnTo>
                    <a:pt x="2335334" y="299984"/>
                  </a:lnTo>
                  <a:lnTo>
                    <a:pt x="2335362" y="300026"/>
                  </a:lnTo>
                  <a:lnTo>
                    <a:pt x="2335387" y="300063"/>
                  </a:lnTo>
                  <a:lnTo>
                    <a:pt x="2335400" y="300090"/>
                  </a:lnTo>
                  <a:lnTo>
                    <a:pt x="2335413" y="300119"/>
                  </a:lnTo>
                  <a:lnTo>
                    <a:pt x="2335440" y="300165"/>
                  </a:lnTo>
                  <a:lnTo>
                    <a:pt x="2335451" y="300187"/>
                  </a:lnTo>
                  <a:lnTo>
                    <a:pt x="2335464" y="300217"/>
                  </a:lnTo>
                  <a:lnTo>
                    <a:pt x="2335471" y="300246"/>
                  </a:lnTo>
                  <a:lnTo>
                    <a:pt x="2335477" y="300276"/>
                  </a:lnTo>
                  <a:lnTo>
                    <a:pt x="2335485" y="300323"/>
                  </a:lnTo>
                  <a:lnTo>
                    <a:pt x="2335494" y="300353"/>
                  </a:lnTo>
                  <a:lnTo>
                    <a:pt x="2335514" y="300397"/>
                  </a:lnTo>
                  <a:lnTo>
                    <a:pt x="2335537" y="300445"/>
                  </a:lnTo>
                  <a:lnTo>
                    <a:pt x="2335567" y="300492"/>
                  </a:lnTo>
                  <a:lnTo>
                    <a:pt x="2335586" y="300533"/>
                  </a:lnTo>
                  <a:lnTo>
                    <a:pt x="2335595" y="300557"/>
                  </a:lnTo>
                  <a:lnTo>
                    <a:pt x="2335601" y="300598"/>
                  </a:lnTo>
                  <a:lnTo>
                    <a:pt x="2335600" y="300650"/>
                  </a:lnTo>
                  <a:lnTo>
                    <a:pt x="2335593" y="300704"/>
                  </a:lnTo>
                  <a:lnTo>
                    <a:pt x="2335590" y="300745"/>
                  </a:lnTo>
                  <a:lnTo>
                    <a:pt x="2335584" y="300774"/>
                  </a:lnTo>
                  <a:lnTo>
                    <a:pt x="2335563" y="300815"/>
                  </a:lnTo>
                  <a:lnTo>
                    <a:pt x="2335538" y="300866"/>
                  </a:lnTo>
                  <a:lnTo>
                    <a:pt x="2335501" y="300918"/>
                  </a:lnTo>
                  <a:lnTo>
                    <a:pt x="2335475" y="300949"/>
                  </a:lnTo>
                  <a:lnTo>
                    <a:pt x="2335442" y="300997"/>
                  </a:lnTo>
                  <a:lnTo>
                    <a:pt x="2335412" y="301044"/>
                  </a:lnTo>
                  <a:lnTo>
                    <a:pt x="2335382" y="301095"/>
                  </a:lnTo>
                  <a:lnTo>
                    <a:pt x="2335354" y="301140"/>
                  </a:lnTo>
                  <a:lnTo>
                    <a:pt x="2335329" y="301189"/>
                  </a:lnTo>
                  <a:lnTo>
                    <a:pt x="2335315" y="301218"/>
                  </a:lnTo>
                  <a:lnTo>
                    <a:pt x="2335296" y="301267"/>
                  </a:lnTo>
                  <a:lnTo>
                    <a:pt x="2335273" y="301325"/>
                  </a:lnTo>
                  <a:lnTo>
                    <a:pt x="2335255" y="301369"/>
                  </a:lnTo>
                  <a:lnTo>
                    <a:pt x="2335242" y="301410"/>
                  </a:lnTo>
                  <a:lnTo>
                    <a:pt x="2335226" y="301454"/>
                  </a:lnTo>
                  <a:lnTo>
                    <a:pt x="2335210" y="301518"/>
                  </a:lnTo>
                  <a:lnTo>
                    <a:pt x="2335194" y="301584"/>
                  </a:lnTo>
                  <a:lnTo>
                    <a:pt x="2335183" y="301624"/>
                  </a:lnTo>
                  <a:lnTo>
                    <a:pt x="2335170" y="301693"/>
                  </a:lnTo>
                  <a:lnTo>
                    <a:pt x="2335150" y="301752"/>
                  </a:lnTo>
                  <a:lnTo>
                    <a:pt x="2335136" y="301795"/>
                  </a:lnTo>
                  <a:lnTo>
                    <a:pt x="2335112" y="301855"/>
                  </a:lnTo>
                  <a:lnTo>
                    <a:pt x="2335083" y="301926"/>
                  </a:lnTo>
                  <a:lnTo>
                    <a:pt x="2335077" y="301950"/>
                  </a:lnTo>
                  <a:lnTo>
                    <a:pt x="2335064" y="301980"/>
                  </a:lnTo>
                  <a:lnTo>
                    <a:pt x="2335060" y="302014"/>
                  </a:lnTo>
                  <a:lnTo>
                    <a:pt x="2335056" y="302031"/>
                  </a:lnTo>
                  <a:lnTo>
                    <a:pt x="2335054" y="302058"/>
                  </a:lnTo>
                  <a:lnTo>
                    <a:pt x="2334962" y="302269"/>
                  </a:lnTo>
                  <a:lnTo>
                    <a:pt x="2334925" y="302339"/>
                  </a:lnTo>
                  <a:lnTo>
                    <a:pt x="2334905" y="302809"/>
                  </a:lnTo>
                  <a:lnTo>
                    <a:pt x="2334823" y="303065"/>
                  </a:lnTo>
                  <a:lnTo>
                    <a:pt x="2334541" y="303488"/>
                  </a:lnTo>
                  <a:lnTo>
                    <a:pt x="2334442" y="303556"/>
                  </a:lnTo>
                  <a:lnTo>
                    <a:pt x="2334200" y="303693"/>
                  </a:lnTo>
                  <a:lnTo>
                    <a:pt x="2333736" y="303890"/>
                  </a:lnTo>
                  <a:lnTo>
                    <a:pt x="2333370" y="304108"/>
                  </a:lnTo>
                  <a:lnTo>
                    <a:pt x="2333214" y="304167"/>
                  </a:lnTo>
                  <a:lnTo>
                    <a:pt x="2332884" y="304272"/>
                  </a:lnTo>
                  <a:lnTo>
                    <a:pt x="2332813" y="304295"/>
                  </a:lnTo>
                  <a:lnTo>
                    <a:pt x="2332417" y="304496"/>
                  </a:lnTo>
                  <a:lnTo>
                    <a:pt x="2332404" y="304500"/>
                  </a:lnTo>
                  <a:lnTo>
                    <a:pt x="2332355" y="304513"/>
                  </a:lnTo>
                  <a:lnTo>
                    <a:pt x="2332284" y="304532"/>
                  </a:lnTo>
                  <a:lnTo>
                    <a:pt x="2332210" y="304553"/>
                  </a:lnTo>
                  <a:lnTo>
                    <a:pt x="2332149" y="304572"/>
                  </a:lnTo>
                  <a:lnTo>
                    <a:pt x="2332110" y="304587"/>
                  </a:lnTo>
                  <a:lnTo>
                    <a:pt x="2332057" y="304615"/>
                  </a:lnTo>
                  <a:lnTo>
                    <a:pt x="2332007" y="304637"/>
                  </a:lnTo>
                  <a:lnTo>
                    <a:pt x="2331967" y="304653"/>
                  </a:lnTo>
                  <a:lnTo>
                    <a:pt x="2331921" y="304683"/>
                  </a:lnTo>
                  <a:lnTo>
                    <a:pt x="2331875" y="304709"/>
                  </a:lnTo>
                  <a:lnTo>
                    <a:pt x="2331836" y="304737"/>
                  </a:lnTo>
                  <a:lnTo>
                    <a:pt x="2331771" y="304785"/>
                  </a:lnTo>
                  <a:lnTo>
                    <a:pt x="2331691" y="304840"/>
                  </a:lnTo>
                  <a:lnTo>
                    <a:pt x="2331597" y="304914"/>
                  </a:lnTo>
                  <a:lnTo>
                    <a:pt x="2331529" y="304956"/>
                  </a:lnTo>
                  <a:lnTo>
                    <a:pt x="2331453" y="305012"/>
                  </a:lnTo>
                  <a:lnTo>
                    <a:pt x="2331395" y="305061"/>
                  </a:lnTo>
                  <a:lnTo>
                    <a:pt x="2331314" y="305138"/>
                  </a:lnTo>
                  <a:lnTo>
                    <a:pt x="2331255" y="305196"/>
                  </a:lnTo>
                  <a:lnTo>
                    <a:pt x="2331209" y="305247"/>
                  </a:lnTo>
                  <a:lnTo>
                    <a:pt x="2331185" y="305281"/>
                  </a:lnTo>
                  <a:lnTo>
                    <a:pt x="2331159" y="305321"/>
                  </a:lnTo>
                  <a:lnTo>
                    <a:pt x="2331155" y="305329"/>
                  </a:lnTo>
                  <a:lnTo>
                    <a:pt x="2330892" y="305751"/>
                  </a:lnTo>
                  <a:lnTo>
                    <a:pt x="2330830" y="305860"/>
                  </a:lnTo>
                  <a:lnTo>
                    <a:pt x="2330815" y="305956"/>
                  </a:lnTo>
                  <a:lnTo>
                    <a:pt x="2330829" y="306111"/>
                  </a:lnTo>
                  <a:lnTo>
                    <a:pt x="2330822" y="306145"/>
                  </a:lnTo>
                  <a:lnTo>
                    <a:pt x="2330807" y="306196"/>
                  </a:lnTo>
                  <a:lnTo>
                    <a:pt x="2330799" y="306223"/>
                  </a:lnTo>
                  <a:lnTo>
                    <a:pt x="2330794" y="306241"/>
                  </a:lnTo>
                  <a:lnTo>
                    <a:pt x="2330690" y="306331"/>
                  </a:lnTo>
                  <a:lnTo>
                    <a:pt x="2330609" y="306410"/>
                  </a:lnTo>
                  <a:lnTo>
                    <a:pt x="2330562" y="306514"/>
                  </a:lnTo>
                  <a:lnTo>
                    <a:pt x="2330525" y="306740"/>
                  </a:lnTo>
                  <a:lnTo>
                    <a:pt x="2330477" y="307110"/>
                  </a:lnTo>
                  <a:lnTo>
                    <a:pt x="2330467" y="307159"/>
                  </a:lnTo>
                  <a:lnTo>
                    <a:pt x="2330463" y="307208"/>
                  </a:lnTo>
                  <a:lnTo>
                    <a:pt x="2330459" y="307252"/>
                  </a:lnTo>
                  <a:lnTo>
                    <a:pt x="2330459" y="307319"/>
                  </a:lnTo>
                  <a:lnTo>
                    <a:pt x="2330411" y="307502"/>
                  </a:lnTo>
                  <a:lnTo>
                    <a:pt x="2330231" y="307811"/>
                  </a:lnTo>
                  <a:lnTo>
                    <a:pt x="2330022" y="308299"/>
                  </a:lnTo>
                  <a:lnTo>
                    <a:pt x="2329744" y="308551"/>
                  </a:lnTo>
                  <a:lnTo>
                    <a:pt x="2329737" y="308552"/>
                  </a:lnTo>
                  <a:lnTo>
                    <a:pt x="2329696" y="308563"/>
                  </a:lnTo>
                  <a:lnTo>
                    <a:pt x="2329666" y="308571"/>
                  </a:lnTo>
                  <a:lnTo>
                    <a:pt x="2329622" y="308593"/>
                  </a:lnTo>
                  <a:lnTo>
                    <a:pt x="2329555" y="308635"/>
                  </a:lnTo>
                  <a:lnTo>
                    <a:pt x="2329474" y="308683"/>
                  </a:lnTo>
                  <a:lnTo>
                    <a:pt x="2329418" y="308713"/>
                  </a:lnTo>
                  <a:lnTo>
                    <a:pt x="2329375" y="308740"/>
                  </a:lnTo>
                  <a:lnTo>
                    <a:pt x="2329337" y="308770"/>
                  </a:lnTo>
                  <a:lnTo>
                    <a:pt x="2329316" y="308798"/>
                  </a:lnTo>
                  <a:lnTo>
                    <a:pt x="2329312" y="308809"/>
                  </a:lnTo>
                  <a:lnTo>
                    <a:pt x="2329297" y="308846"/>
                  </a:lnTo>
                  <a:lnTo>
                    <a:pt x="2329294" y="308862"/>
                  </a:lnTo>
                  <a:lnTo>
                    <a:pt x="2329285" y="308908"/>
                  </a:lnTo>
                  <a:lnTo>
                    <a:pt x="2329277" y="308963"/>
                  </a:lnTo>
                  <a:lnTo>
                    <a:pt x="2329334" y="309098"/>
                  </a:lnTo>
                  <a:lnTo>
                    <a:pt x="2329354" y="309187"/>
                  </a:lnTo>
                  <a:lnTo>
                    <a:pt x="2329292" y="309392"/>
                  </a:lnTo>
                  <a:lnTo>
                    <a:pt x="2329050" y="309596"/>
                  </a:lnTo>
                  <a:lnTo>
                    <a:pt x="2328774" y="309998"/>
                  </a:lnTo>
                  <a:lnTo>
                    <a:pt x="2328611" y="310136"/>
                  </a:lnTo>
                  <a:lnTo>
                    <a:pt x="2328484" y="310330"/>
                  </a:lnTo>
                  <a:lnTo>
                    <a:pt x="2328424" y="310516"/>
                  </a:lnTo>
                  <a:lnTo>
                    <a:pt x="2328430" y="310577"/>
                  </a:lnTo>
                  <a:lnTo>
                    <a:pt x="2328424" y="310635"/>
                  </a:lnTo>
                  <a:lnTo>
                    <a:pt x="2328417" y="310738"/>
                  </a:lnTo>
                  <a:lnTo>
                    <a:pt x="2328502" y="311205"/>
                  </a:lnTo>
                  <a:lnTo>
                    <a:pt x="2328532" y="311516"/>
                  </a:lnTo>
                  <a:lnTo>
                    <a:pt x="2328535" y="311578"/>
                  </a:lnTo>
                  <a:lnTo>
                    <a:pt x="2328537" y="311584"/>
                  </a:lnTo>
                  <a:lnTo>
                    <a:pt x="2328576" y="311641"/>
                  </a:lnTo>
                  <a:lnTo>
                    <a:pt x="2328679" y="311743"/>
                  </a:lnTo>
                  <a:lnTo>
                    <a:pt x="2328776" y="311789"/>
                  </a:lnTo>
                  <a:lnTo>
                    <a:pt x="2329040" y="311789"/>
                  </a:lnTo>
                  <a:lnTo>
                    <a:pt x="2329060" y="311784"/>
                  </a:lnTo>
                  <a:lnTo>
                    <a:pt x="2329108" y="311777"/>
                  </a:lnTo>
                  <a:lnTo>
                    <a:pt x="2329126" y="311774"/>
                  </a:lnTo>
                  <a:lnTo>
                    <a:pt x="2329166" y="311766"/>
                  </a:lnTo>
                  <a:lnTo>
                    <a:pt x="2329214" y="311758"/>
                  </a:lnTo>
                  <a:lnTo>
                    <a:pt x="2329263" y="311756"/>
                  </a:lnTo>
                  <a:lnTo>
                    <a:pt x="2329295" y="311751"/>
                  </a:lnTo>
                  <a:lnTo>
                    <a:pt x="2329327" y="311745"/>
                  </a:lnTo>
                  <a:lnTo>
                    <a:pt x="2329362" y="311739"/>
                  </a:lnTo>
                  <a:lnTo>
                    <a:pt x="2329386" y="311733"/>
                  </a:lnTo>
                  <a:lnTo>
                    <a:pt x="2329417" y="311727"/>
                  </a:lnTo>
                  <a:lnTo>
                    <a:pt x="2329441" y="311717"/>
                  </a:lnTo>
                  <a:lnTo>
                    <a:pt x="2329491" y="311697"/>
                  </a:lnTo>
                  <a:lnTo>
                    <a:pt x="2329522" y="311685"/>
                  </a:lnTo>
                  <a:lnTo>
                    <a:pt x="2329537" y="311684"/>
                  </a:lnTo>
                  <a:lnTo>
                    <a:pt x="2329575" y="311664"/>
                  </a:lnTo>
                  <a:lnTo>
                    <a:pt x="2329610" y="311648"/>
                  </a:lnTo>
                  <a:lnTo>
                    <a:pt x="2329641" y="311635"/>
                  </a:lnTo>
                  <a:lnTo>
                    <a:pt x="2329668" y="311624"/>
                  </a:lnTo>
                  <a:lnTo>
                    <a:pt x="2329698" y="311614"/>
                  </a:lnTo>
                  <a:lnTo>
                    <a:pt x="2329716" y="311608"/>
                  </a:lnTo>
                  <a:lnTo>
                    <a:pt x="2329728" y="311605"/>
                  </a:lnTo>
                  <a:lnTo>
                    <a:pt x="2329834" y="311620"/>
                  </a:lnTo>
                  <a:lnTo>
                    <a:pt x="2330069" y="311651"/>
                  </a:lnTo>
                  <a:lnTo>
                    <a:pt x="2330488" y="311799"/>
                  </a:lnTo>
                  <a:lnTo>
                    <a:pt x="2330666" y="311906"/>
                  </a:lnTo>
                  <a:lnTo>
                    <a:pt x="2330947" y="312081"/>
                  </a:lnTo>
                  <a:lnTo>
                    <a:pt x="2330990" y="312135"/>
                  </a:lnTo>
                  <a:lnTo>
                    <a:pt x="2331033" y="312171"/>
                  </a:lnTo>
                  <a:lnTo>
                    <a:pt x="2331082" y="312215"/>
                  </a:lnTo>
                  <a:lnTo>
                    <a:pt x="2331124" y="312258"/>
                  </a:lnTo>
                  <a:lnTo>
                    <a:pt x="2331149" y="312279"/>
                  </a:lnTo>
                  <a:lnTo>
                    <a:pt x="2331169" y="312305"/>
                  </a:lnTo>
                  <a:lnTo>
                    <a:pt x="2331187" y="312331"/>
                  </a:lnTo>
                  <a:lnTo>
                    <a:pt x="2331200" y="312346"/>
                  </a:lnTo>
                  <a:lnTo>
                    <a:pt x="2331206" y="312354"/>
                  </a:lnTo>
                  <a:lnTo>
                    <a:pt x="2331223" y="312370"/>
                  </a:lnTo>
                  <a:lnTo>
                    <a:pt x="2331243" y="312382"/>
                  </a:lnTo>
                  <a:lnTo>
                    <a:pt x="2331292" y="312392"/>
                  </a:lnTo>
                  <a:lnTo>
                    <a:pt x="2331309" y="312399"/>
                  </a:lnTo>
                  <a:lnTo>
                    <a:pt x="2331326" y="312405"/>
                  </a:lnTo>
                  <a:lnTo>
                    <a:pt x="2331353" y="312417"/>
                  </a:lnTo>
                  <a:lnTo>
                    <a:pt x="2331382" y="312433"/>
                  </a:lnTo>
                  <a:lnTo>
                    <a:pt x="2331438" y="312476"/>
                  </a:lnTo>
                  <a:lnTo>
                    <a:pt x="2331462" y="312500"/>
                  </a:lnTo>
                  <a:lnTo>
                    <a:pt x="2331528" y="312564"/>
                  </a:lnTo>
                  <a:lnTo>
                    <a:pt x="2331550" y="312588"/>
                  </a:lnTo>
                  <a:lnTo>
                    <a:pt x="2331580" y="312618"/>
                  </a:lnTo>
                  <a:lnTo>
                    <a:pt x="2331601" y="312646"/>
                  </a:lnTo>
                  <a:lnTo>
                    <a:pt x="2331623" y="312672"/>
                  </a:lnTo>
                  <a:lnTo>
                    <a:pt x="2331652" y="312706"/>
                  </a:lnTo>
                  <a:lnTo>
                    <a:pt x="2331661" y="312722"/>
                  </a:lnTo>
                  <a:lnTo>
                    <a:pt x="2331671" y="312737"/>
                  </a:lnTo>
                  <a:lnTo>
                    <a:pt x="2331705" y="312774"/>
                  </a:lnTo>
                  <a:lnTo>
                    <a:pt x="2331730" y="312807"/>
                  </a:lnTo>
                  <a:lnTo>
                    <a:pt x="2331761" y="312848"/>
                  </a:lnTo>
                  <a:lnTo>
                    <a:pt x="2331779" y="312883"/>
                  </a:lnTo>
                  <a:lnTo>
                    <a:pt x="2331796" y="312930"/>
                  </a:lnTo>
                  <a:lnTo>
                    <a:pt x="2331811" y="312998"/>
                  </a:lnTo>
                  <a:lnTo>
                    <a:pt x="2331820" y="313058"/>
                  </a:lnTo>
                  <a:lnTo>
                    <a:pt x="2331824" y="313109"/>
                  </a:lnTo>
                  <a:lnTo>
                    <a:pt x="2331821" y="313146"/>
                  </a:lnTo>
                  <a:lnTo>
                    <a:pt x="2331814" y="313197"/>
                  </a:lnTo>
                  <a:lnTo>
                    <a:pt x="2331809" y="313244"/>
                  </a:lnTo>
                  <a:lnTo>
                    <a:pt x="2331816" y="313293"/>
                  </a:lnTo>
                  <a:lnTo>
                    <a:pt x="2331838" y="313341"/>
                  </a:lnTo>
                  <a:lnTo>
                    <a:pt x="2331856" y="313388"/>
                  </a:lnTo>
                  <a:lnTo>
                    <a:pt x="2331882" y="313429"/>
                  </a:lnTo>
                  <a:lnTo>
                    <a:pt x="2331899" y="313450"/>
                  </a:lnTo>
                  <a:lnTo>
                    <a:pt x="2331935" y="313495"/>
                  </a:lnTo>
                  <a:lnTo>
                    <a:pt x="2331976" y="313535"/>
                  </a:lnTo>
                  <a:lnTo>
                    <a:pt x="2332015" y="313567"/>
                  </a:lnTo>
                  <a:lnTo>
                    <a:pt x="2332054" y="313592"/>
                  </a:lnTo>
                  <a:lnTo>
                    <a:pt x="2332092" y="313617"/>
                  </a:lnTo>
                  <a:lnTo>
                    <a:pt x="2332138" y="313652"/>
                  </a:lnTo>
                  <a:lnTo>
                    <a:pt x="2332152" y="313662"/>
                  </a:lnTo>
                  <a:lnTo>
                    <a:pt x="2332186" y="313694"/>
                  </a:lnTo>
                  <a:lnTo>
                    <a:pt x="2332210" y="313718"/>
                  </a:lnTo>
                  <a:lnTo>
                    <a:pt x="2332228" y="313743"/>
                  </a:lnTo>
                  <a:lnTo>
                    <a:pt x="2332242" y="313768"/>
                  </a:lnTo>
                  <a:lnTo>
                    <a:pt x="2332251" y="313792"/>
                  </a:lnTo>
                  <a:lnTo>
                    <a:pt x="2332261" y="313861"/>
                  </a:lnTo>
                  <a:lnTo>
                    <a:pt x="2332262" y="313893"/>
                  </a:lnTo>
                  <a:lnTo>
                    <a:pt x="2332258" y="313979"/>
                  </a:lnTo>
                  <a:lnTo>
                    <a:pt x="2332255" y="314004"/>
                  </a:lnTo>
                  <a:lnTo>
                    <a:pt x="2332247" y="314029"/>
                  </a:lnTo>
                  <a:lnTo>
                    <a:pt x="2332242" y="314063"/>
                  </a:lnTo>
                  <a:lnTo>
                    <a:pt x="2332238" y="314103"/>
                  </a:lnTo>
                  <a:lnTo>
                    <a:pt x="2332239" y="314116"/>
                  </a:lnTo>
                  <a:lnTo>
                    <a:pt x="2332179" y="314334"/>
                  </a:lnTo>
                  <a:lnTo>
                    <a:pt x="2332133" y="314482"/>
                  </a:lnTo>
                  <a:lnTo>
                    <a:pt x="2331938" y="314634"/>
                  </a:lnTo>
                  <a:lnTo>
                    <a:pt x="2331769" y="314745"/>
                  </a:lnTo>
                  <a:lnTo>
                    <a:pt x="2331641" y="314876"/>
                  </a:lnTo>
                  <a:lnTo>
                    <a:pt x="2331478" y="314980"/>
                  </a:lnTo>
                  <a:lnTo>
                    <a:pt x="2331466" y="314987"/>
                  </a:lnTo>
                  <a:lnTo>
                    <a:pt x="2331418" y="315009"/>
                  </a:lnTo>
                  <a:lnTo>
                    <a:pt x="2331392" y="315025"/>
                  </a:lnTo>
                  <a:lnTo>
                    <a:pt x="2331356" y="315037"/>
                  </a:lnTo>
                  <a:lnTo>
                    <a:pt x="2331313" y="315047"/>
                  </a:lnTo>
                  <a:lnTo>
                    <a:pt x="2331252" y="315057"/>
                  </a:lnTo>
                  <a:lnTo>
                    <a:pt x="2331197" y="315068"/>
                  </a:lnTo>
                  <a:lnTo>
                    <a:pt x="2331157" y="315072"/>
                  </a:lnTo>
                  <a:lnTo>
                    <a:pt x="2331124" y="315081"/>
                  </a:lnTo>
                  <a:lnTo>
                    <a:pt x="2331096" y="315092"/>
                  </a:lnTo>
                  <a:lnTo>
                    <a:pt x="2331057" y="315109"/>
                  </a:lnTo>
                  <a:lnTo>
                    <a:pt x="2331027" y="315126"/>
                  </a:lnTo>
                  <a:lnTo>
                    <a:pt x="2330981" y="315152"/>
                  </a:lnTo>
                  <a:lnTo>
                    <a:pt x="2330923" y="315183"/>
                  </a:lnTo>
                  <a:lnTo>
                    <a:pt x="2330903" y="315194"/>
                  </a:lnTo>
                  <a:lnTo>
                    <a:pt x="2330869" y="315210"/>
                  </a:lnTo>
                  <a:lnTo>
                    <a:pt x="2330816" y="315226"/>
                  </a:lnTo>
                  <a:lnTo>
                    <a:pt x="2330792" y="315229"/>
                  </a:lnTo>
                  <a:lnTo>
                    <a:pt x="2330773" y="315232"/>
                  </a:lnTo>
                  <a:lnTo>
                    <a:pt x="2330745" y="315234"/>
                  </a:lnTo>
                  <a:lnTo>
                    <a:pt x="2330708" y="315240"/>
                  </a:lnTo>
                  <a:lnTo>
                    <a:pt x="2330672" y="315245"/>
                  </a:lnTo>
                  <a:lnTo>
                    <a:pt x="2330605" y="315254"/>
                  </a:lnTo>
                  <a:lnTo>
                    <a:pt x="2330567" y="315258"/>
                  </a:lnTo>
                  <a:lnTo>
                    <a:pt x="2330507" y="315260"/>
                  </a:lnTo>
                  <a:lnTo>
                    <a:pt x="2330466" y="315264"/>
                  </a:lnTo>
                  <a:lnTo>
                    <a:pt x="2330348" y="315262"/>
                  </a:lnTo>
                  <a:lnTo>
                    <a:pt x="2330291" y="315259"/>
                  </a:lnTo>
                  <a:lnTo>
                    <a:pt x="2330249" y="315257"/>
                  </a:lnTo>
                  <a:lnTo>
                    <a:pt x="2330188" y="315253"/>
                  </a:lnTo>
                  <a:lnTo>
                    <a:pt x="2330062" y="315265"/>
                  </a:lnTo>
                  <a:lnTo>
                    <a:pt x="2329806" y="315327"/>
                  </a:lnTo>
                  <a:lnTo>
                    <a:pt x="2329591" y="315418"/>
                  </a:lnTo>
                  <a:lnTo>
                    <a:pt x="2329516" y="315473"/>
                  </a:lnTo>
                  <a:lnTo>
                    <a:pt x="2329389" y="315614"/>
                  </a:lnTo>
                  <a:lnTo>
                    <a:pt x="2329350" y="315680"/>
                  </a:lnTo>
                  <a:lnTo>
                    <a:pt x="2329305" y="315799"/>
                  </a:lnTo>
                  <a:lnTo>
                    <a:pt x="2329277" y="315921"/>
                  </a:lnTo>
                  <a:lnTo>
                    <a:pt x="2329264" y="315949"/>
                  </a:lnTo>
                  <a:lnTo>
                    <a:pt x="2329252" y="315983"/>
                  </a:lnTo>
                  <a:lnTo>
                    <a:pt x="2329241" y="316013"/>
                  </a:lnTo>
                  <a:lnTo>
                    <a:pt x="2329210" y="316118"/>
                  </a:lnTo>
                  <a:lnTo>
                    <a:pt x="2329209" y="316140"/>
                  </a:lnTo>
                  <a:lnTo>
                    <a:pt x="2329199" y="316184"/>
                  </a:lnTo>
                  <a:lnTo>
                    <a:pt x="2329195" y="316248"/>
                  </a:lnTo>
                  <a:lnTo>
                    <a:pt x="2329198" y="316295"/>
                  </a:lnTo>
                  <a:lnTo>
                    <a:pt x="2329202" y="316327"/>
                  </a:lnTo>
                  <a:lnTo>
                    <a:pt x="2329210" y="316362"/>
                  </a:lnTo>
                  <a:lnTo>
                    <a:pt x="2329219" y="316388"/>
                  </a:lnTo>
                  <a:lnTo>
                    <a:pt x="2329227" y="316406"/>
                  </a:lnTo>
                  <a:lnTo>
                    <a:pt x="2329237" y="316427"/>
                  </a:lnTo>
                  <a:lnTo>
                    <a:pt x="2329242" y="316433"/>
                  </a:lnTo>
                  <a:lnTo>
                    <a:pt x="2329244" y="316442"/>
                  </a:lnTo>
                  <a:lnTo>
                    <a:pt x="2329332" y="316530"/>
                  </a:lnTo>
                  <a:lnTo>
                    <a:pt x="2329375" y="316554"/>
                  </a:lnTo>
                  <a:lnTo>
                    <a:pt x="2329613" y="316668"/>
                  </a:lnTo>
                  <a:lnTo>
                    <a:pt x="2329902" y="316789"/>
                  </a:lnTo>
                  <a:lnTo>
                    <a:pt x="2330164" y="316890"/>
                  </a:lnTo>
                  <a:lnTo>
                    <a:pt x="2330328" y="316926"/>
                  </a:lnTo>
                  <a:lnTo>
                    <a:pt x="2330345" y="316925"/>
                  </a:lnTo>
                  <a:lnTo>
                    <a:pt x="2330372" y="316929"/>
                  </a:lnTo>
                  <a:lnTo>
                    <a:pt x="2330407" y="316932"/>
                  </a:lnTo>
                  <a:lnTo>
                    <a:pt x="2330442" y="316933"/>
                  </a:lnTo>
                  <a:lnTo>
                    <a:pt x="2330471" y="316931"/>
                  </a:lnTo>
                  <a:lnTo>
                    <a:pt x="2330517" y="316923"/>
                  </a:lnTo>
                  <a:lnTo>
                    <a:pt x="2330563" y="316913"/>
                  </a:lnTo>
                  <a:lnTo>
                    <a:pt x="2330612" y="316895"/>
                  </a:lnTo>
                  <a:lnTo>
                    <a:pt x="2330650" y="316877"/>
                  </a:lnTo>
                  <a:lnTo>
                    <a:pt x="2330726" y="316836"/>
                  </a:lnTo>
                  <a:lnTo>
                    <a:pt x="2330769" y="316811"/>
                  </a:lnTo>
                  <a:lnTo>
                    <a:pt x="2330833" y="316771"/>
                  </a:lnTo>
                  <a:lnTo>
                    <a:pt x="2330877" y="316737"/>
                  </a:lnTo>
                  <a:lnTo>
                    <a:pt x="2330908" y="316715"/>
                  </a:lnTo>
                  <a:lnTo>
                    <a:pt x="2330935" y="316688"/>
                  </a:lnTo>
                  <a:lnTo>
                    <a:pt x="2330950" y="316670"/>
                  </a:lnTo>
                  <a:lnTo>
                    <a:pt x="2330971" y="316650"/>
                  </a:lnTo>
                  <a:lnTo>
                    <a:pt x="2330990" y="316633"/>
                  </a:lnTo>
                  <a:lnTo>
                    <a:pt x="2331013" y="316620"/>
                  </a:lnTo>
                  <a:lnTo>
                    <a:pt x="2331036" y="316613"/>
                  </a:lnTo>
                  <a:lnTo>
                    <a:pt x="2331063" y="316607"/>
                  </a:lnTo>
                  <a:lnTo>
                    <a:pt x="2331096" y="316605"/>
                  </a:lnTo>
                  <a:lnTo>
                    <a:pt x="2331123" y="316604"/>
                  </a:lnTo>
                  <a:lnTo>
                    <a:pt x="2331144" y="316603"/>
                  </a:lnTo>
                  <a:lnTo>
                    <a:pt x="2331170" y="316606"/>
                  </a:lnTo>
                  <a:lnTo>
                    <a:pt x="2331194" y="316611"/>
                  </a:lnTo>
                  <a:lnTo>
                    <a:pt x="2331201" y="316613"/>
                  </a:lnTo>
                  <a:lnTo>
                    <a:pt x="2331215" y="316619"/>
                  </a:lnTo>
                  <a:lnTo>
                    <a:pt x="2331237" y="316633"/>
                  </a:lnTo>
                  <a:lnTo>
                    <a:pt x="2331253" y="316651"/>
                  </a:lnTo>
                  <a:lnTo>
                    <a:pt x="2331276" y="316686"/>
                  </a:lnTo>
                  <a:lnTo>
                    <a:pt x="2331282" y="316704"/>
                  </a:lnTo>
                  <a:lnTo>
                    <a:pt x="2331287" y="316723"/>
                  </a:lnTo>
                  <a:lnTo>
                    <a:pt x="2331286" y="316754"/>
                  </a:lnTo>
                  <a:lnTo>
                    <a:pt x="2331283" y="316782"/>
                  </a:lnTo>
                  <a:lnTo>
                    <a:pt x="2331282" y="316822"/>
                  </a:lnTo>
                  <a:lnTo>
                    <a:pt x="2331268" y="316852"/>
                  </a:lnTo>
                  <a:lnTo>
                    <a:pt x="2331243" y="316900"/>
                  </a:lnTo>
                  <a:lnTo>
                    <a:pt x="2331217" y="316949"/>
                  </a:lnTo>
                  <a:lnTo>
                    <a:pt x="2331187" y="316987"/>
                  </a:lnTo>
                  <a:lnTo>
                    <a:pt x="2331169" y="317016"/>
                  </a:lnTo>
                  <a:lnTo>
                    <a:pt x="2331137" y="317072"/>
                  </a:lnTo>
                  <a:lnTo>
                    <a:pt x="2331111" y="317130"/>
                  </a:lnTo>
                  <a:lnTo>
                    <a:pt x="2331094" y="317171"/>
                  </a:lnTo>
                  <a:lnTo>
                    <a:pt x="2331068" y="317225"/>
                  </a:lnTo>
                  <a:lnTo>
                    <a:pt x="2331047" y="317275"/>
                  </a:lnTo>
                  <a:lnTo>
                    <a:pt x="2331030" y="317312"/>
                  </a:lnTo>
                  <a:lnTo>
                    <a:pt x="2331011" y="317357"/>
                  </a:lnTo>
                  <a:lnTo>
                    <a:pt x="2330994" y="317396"/>
                  </a:lnTo>
                  <a:lnTo>
                    <a:pt x="2330974" y="317445"/>
                  </a:lnTo>
                  <a:lnTo>
                    <a:pt x="2330958" y="317493"/>
                  </a:lnTo>
                  <a:lnTo>
                    <a:pt x="2330945" y="317531"/>
                  </a:lnTo>
                  <a:lnTo>
                    <a:pt x="2330936" y="317565"/>
                  </a:lnTo>
                  <a:lnTo>
                    <a:pt x="2330922" y="317609"/>
                  </a:lnTo>
                  <a:lnTo>
                    <a:pt x="2330908" y="317638"/>
                  </a:lnTo>
                  <a:lnTo>
                    <a:pt x="2330885" y="317662"/>
                  </a:lnTo>
                  <a:lnTo>
                    <a:pt x="2330869" y="317679"/>
                  </a:lnTo>
                  <a:lnTo>
                    <a:pt x="2330841" y="317701"/>
                  </a:lnTo>
                  <a:lnTo>
                    <a:pt x="2330811" y="317724"/>
                  </a:lnTo>
                  <a:lnTo>
                    <a:pt x="2330784" y="317749"/>
                  </a:lnTo>
                  <a:lnTo>
                    <a:pt x="2330752" y="317781"/>
                  </a:lnTo>
                  <a:lnTo>
                    <a:pt x="2330734" y="317803"/>
                  </a:lnTo>
                  <a:lnTo>
                    <a:pt x="2330707" y="317850"/>
                  </a:lnTo>
                  <a:lnTo>
                    <a:pt x="2330694" y="317883"/>
                  </a:lnTo>
                  <a:lnTo>
                    <a:pt x="2330685" y="317940"/>
                  </a:lnTo>
                  <a:lnTo>
                    <a:pt x="2330674" y="317970"/>
                  </a:lnTo>
                  <a:lnTo>
                    <a:pt x="2330667" y="318048"/>
                  </a:lnTo>
                  <a:lnTo>
                    <a:pt x="2330672" y="318058"/>
                  </a:lnTo>
                  <a:lnTo>
                    <a:pt x="2330669" y="318083"/>
                  </a:lnTo>
                  <a:lnTo>
                    <a:pt x="2330669" y="318109"/>
                  </a:lnTo>
                  <a:lnTo>
                    <a:pt x="2330667" y="318134"/>
                  </a:lnTo>
                  <a:lnTo>
                    <a:pt x="2330672" y="318161"/>
                  </a:lnTo>
                  <a:lnTo>
                    <a:pt x="2330678" y="318188"/>
                  </a:lnTo>
                  <a:lnTo>
                    <a:pt x="2330683" y="318211"/>
                  </a:lnTo>
                  <a:lnTo>
                    <a:pt x="2330689" y="318238"/>
                  </a:lnTo>
                  <a:lnTo>
                    <a:pt x="2330696" y="318264"/>
                  </a:lnTo>
                  <a:lnTo>
                    <a:pt x="2330702" y="318291"/>
                  </a:lnTo>
                  <a:lnTo>
                    <a:pt x="2330709" y="318336"/>
                  </a:lnTo>
                  <a:lnTo>
                    <a:pt x="2330715" y="318388"/>
                  </a:lnTo>
                  <a:lnTo>
                    <a:pt x="2330725" y="318438"/>
                  </a:lnTo>
                  <a:lnTo>
                    <a:pt x="2330742" y="318479"/>
                  </a:lnTo>
                  <a:lnTo>
                    <a:pt x="2330758" y="318505"/>
                  </a:lnTo>
                  <a:lnTo>
                    <a:pt x="2330796" y="318552"/>
                  </a:lnTo>
                  <a:lnTo>
                    <a:pt x="2330825" y="318585"/>
                  </a:lnTo>
                  <a:lnTo>
                    <a:pt x="2330845" y="318611"/>
                  </a:lnTo>
                  <a:lnTo>
                    <a:pt x="2330873" y="318646"/>
                  </a:lnTo>
                  <a:lnTo>
                    <a:pt x="2330903" y="318679"/>
                  </a:lnTo>
                  <a:lnTo>
                    <a:pt x="2330927" y="318698"/>
                  </a:lnTo>
                  <a:lnTo>
                    <a:pt x="2330971" y="318737"/>
                  </a:lnTo>
                  <a:lnTo>
                    <a:pt x="2330998" y="318761"/>
                  </a:lnTo>
                  <a:lnTo>
                    <a:pt x="2331028" y="318788"/>
                  </a:lnTo>
                  <a:lnTo>
                    <a:pt x="2331054" y="318814"/>
                  </a:lnTo>
                  <a:lnTo>
                    <a:pt x="2331086" y="318845"/>
                  </a:lnTo>
                  <a:lnTo>
                    <a:pt x="2331104" y="318866"/>
                  </a:lnTo>
                  <a:lnTo>
                    <a:pt x="2331116" y="318892"/>
                  </a:lnTo>
                  <a:lnTo>
                    <a:pt x="2331138" y="318922"/>
                  </a:lnTo>
                  <a:lnTo>
                    <a:pt x="2331148" y="318945"/>
                  </a:lnTo>
                  <a:lnTo>
                    <a:pt x="2331160" y="318971"/>
                  </a:lnTo>
                  <a:lnTo>
                    <a:pt x="2331170" y="318992"/>
                  </a:lnTo>
                  <a:lnTo>
                    <a:pt x="2331183" y="319018"/>
                  </a:lnTo>
                  <a:lnTo>
                    <a:pt x="2331196" y="319044"/>
                  </a:lnTo>
                  <a:lnTo>
                    <a:pt x="2331204" y="319068"/>
                  </a:lnTo>
                  <a:lnTo>
                    <a:pt x="2331216" y="319094"/>
                  </a:lnTo>
                  <a:lnTo>
                    <a:pt x="2331225" y="319120"/>
                  </a:lnTo>
                  <a:lnTo>
                    <a:pt x="2331236" y="319146"/>
                  </a:lnTo>
                  <a:lnTo>
                    <a:pt x="2331240" y="319168"/>
                  </a:lnTo>
                  <a:lnTo>
                    <a:pt x="2331246" y="319193"/>
                  </a:lnTo>
                  <a:lnTo>
                    <a:pt x="2331248" y="319217"/>
                  </a:lnTo>
                  <a:lnTo>
                    <a:pt x="2331252" y="319256"/>
                  </a:lnTo>
                  <a:lnTo>
                    <a:pt x="2331250" y="319272"/>
                  </a:lnTo>
                  <a:lnTo>
                    <a:pt x="2331243" y="319288"/>
                  </a:lnTo>
                  <a:lnTo>
                    <a:pt x="2331231" y="319305"/>
                  </a:lnTo>
                  <a:lnTo>
                    <a:pt x="2331200" y="319331"/>
                  </a:lnTo>
                  <a:lnTo>
                    <a:pt x="2331173" y="319353"/>
                  </a:lnTo>
                  <a:lnTo>
                    <a:pt x="2331152" y="319378"/>
                  </a:lnTo>
                  <a:lnTo>
                    <a:pt x="2331133" y="319405"/>
                  </a:lnTo>
                  <a:lnTo>
                    <a:pt x="2331128" y="319429"/>
                  </a:lnTo>
                  <a:lnTo>
                    <a:pt x="2331125" y="319453"/>
                  </a:lnTo>
                  <a:lnTo>
                    <a:pt x="2331128" y="319501"/>
                  </a:lnTo>
                  <a:lnTo>
                    <a:pt x="2331125" y="319537"/>
                  </a:lnTo>
                  <a:lnTo>
                    <a:pt x="2331124" y="319567"/>
                  </a:lnTo>
                  <a:lnTo>
                    <a:pt x="2331114" y="319608"/>
                  </a:lnTo>
                  <a:lnTo>
                    <a:pt x="2331101" y="319640"/>
                  </a:lnTo>
                  <a:lnTo>
                    <a:pt x="2331094" y="319663"/>
                  </a:lnTo>
                  <a:lnTo>
                    <a:pt x="2331070" y="319706"/>
                  </a:lnTo>
                  <a:lnTo>
                    <a:pt x="2331066" y="319722"/>
                  </a:lnTo>
                  <a:lnTo>
                    <a:pt x="2331060" y="319745"/>
                  </a:lnTo>
                  <a:lnTo>
                    <a:pt x="2331053" y="319775"/>
                  </a:lnTo>
                  <a:lnTo>
                    <a:pt x="2331050" y="319801"/>
                  </a:lnTo>
                  <a:lnTo>
                    <a:pt x="2331042" y="319828"/>
                  </a:lnTo>
                  <a:lnTo>
                    <a:pt x="2331028" y="319857"/>
                  </a:lnTo>
                  <a:lnTo>
                    <a:pt x="2331014" y="319881"/>
                  </a:lnTo>
                  <a:lnTo>
                    <a:pt x="2330988" y="319918"/>
                  </a:lnTo>
                  <a:lnTo>
                    <a:pt x="2330960" y="319937"/>
                  </a:lnTo>
                  <a:lnTo>
                    <a:pt x="2330922" y="319965"/>
                  </a:lnTo>
                  <a:lnTo>
                    <a:pt x="2330900" y="319980"/>
                  </a:lnTo>
                  <a:lnTo>
                    <a:pt x="2330878" y="320003"/>
                  </a:lnTo>
                  <a:lnTo>
                    <a:pt x="2330861" y="320022"/>
                  </a:lnTo>
                  <a:lnTo>
                    <a:pt x="2330848" y="320049"/>
                  </a:lnTo>
                  <a:lnTo>
                    <a:pt x="2330841" y="320073"/>
                  </a:lnTo>
                  <a:lnTo>
                    <a:pt x="2330832" y="320096"/>
                  </a:lnTo>
                  <a:lnTo>
                    <a:pt x="2330810" y="320138"/>
                  </a:lnTo>
                  <a:lnTo>
                    <a:pt x="2330783" y="320184"/>
                  </a:lnTo>
                  <a:lnTo>
                    <a:pt x="2330751" y="320221"/>
                  </a:lnTo>
                  <a:lnTo>
                    <a:pt x="2330720" y="320249"/>
                  </a:lnTo>
                  <a:lnTo>
                    <a:pt x="2330674" y="320280"/>
                  </a:lnTo>
                  <a:lnTo>
                    <a:pt x="2330648" y="320290"/>
                  </a:lnTo>
                  <a:lnTo>
                    <a:pt x="2330614" y="320298"/>
                  </a:lnTo>
                  <a:lnTo>
                    <a:pt x="2330552" y="320301"/>
                  </a:lnTo>
                  <a:lnTo>
                    <a:pt x="2330513" y="320300"/>
                  </a:lnTo>
                  <a:lnTo>
                    <a:pt x="2330448" y="320301"/>
                  </a:lnTo>
                  <a:lnTo>
                    <a:pt x="2330381" y="320308"/>
                  </a:lnTo>
                  <a:lnTo>
                    <a:pt x="2330353" y="320311"/>
                  </a:lnTo>
                  <a:lnTo>
                    <a:pt x="2330305" y="320319"/>
                  </a:lnTo>
                  <a:lnTo>
                    <a:pt x="2330273" y="320326"/>
                  </a:lnTo>
                  <a:lnTo>
                    <a:pt x="2330245" y="320337"/>
                  </a:lnTo>
                  <a:lnTo>
                    <a:pt x="2330205" y="320352"/>
                  </a:lnTo>
                  <a:lnTo>
                    <a:pt x="2330175" y="320365"/>
                  </a:lnTo>
                  <a:lnTo>
                    <a:pt x="2330140" y="320383"/>
                  </a:lnTo>
                  <a:lnTo>
                    <a:pt x="2330114" y="320392"/>
                  </a:lnTo>
                  <a:lnTo>
                    <a:pt x="2330086" y="320407"/>
                  </a:lnTo>
                  <a:lnTo>
                    <a:pt x="2330064" y="320412"/>
                  </a:lnTo>
                  <a:lnTo>
                    <a:pt x="2330017" y="320417"/>
                  </a:lnTo>
                  <a:lnTo>
                    <a:pt x="2329934" y="320413"/>
                  </a:lnTo>
                  <a:lnTo>
                    <a:pt x="2329910" y="320412"/>
                  </a:lnTo>
                  <a:lnTo>
                    <a:pt x="2329852" y="320399"/>
                  </a:lnTo>
                  <a:lnTo>
                    <a:pt x="2329794" y="320378"/>
                  </a:lnTo>
                  <a:lnTo>
                    <a:pt x="2329762" y="320366"/>
                  </a:lnTo>
                  <a:lnTo>
                    <a:pt x="2329706" y="320343"/>
                  </a:lnTo>
                  <a:lnTo>
                    <a:pt x="2329656" y="320320"/>
                  </a:lnTo>
                  <a:lnTo>
                    <a:pt x="2329608" y="320293"/>
                  </a:lnTo>
                  <a:lnTo>
                    <a:pt x="2329566" y="320274"/>
                  </a:lnTo>
                  <a:lnTo>
                    <a:pt x="2329519" y="320261"/>
                  </a:lnTo>
                  <a:lnTo>
                    <a:pt x="2329430" y="320245"/>
                  </a:lnTo>
                  <a:lnTo>
                    <a:pt x="2329371" y="320235"/>
                  </a:lnTo>
                  <a:lnTo>
                    <a:pt x="2329334" y="320232"/>
                  </a:lnTo>
                  <a:lnTo>
                    <a:pt x="2329264" y="320230"/>
                  </a:lnTo>
                  <a:lnTo>
                    <a:pt x="2329222" y="320232"/>
                  </a:lnTo>
                  <a:lnTo>
                    <a:pt x="2329159" y="320235"/>
                  </a:lnTo>
                  <a:lnTo>
                    <a:pt x="2329131" y="320239"/>
                  </a:lnTo>
                  <a:lnTo>
                    <a:pt x="2329092" y="320247"/>
                  </a:lnTo>
                  <a:lnTo>
                    <a:pt x="2329045" y="320262"/>
                  </a:lnTo>
                  <a:lnTo>
                    <a:pt x="2328999" y="320275"/>
                  </a:lnTo>
                  <a:lnTo>
                    <a:pt x="2328962" y="320289"/>
                  </a:lnTo>
                  <a:lnTo>
                    <a:pt x="2328934" y="320307"/>
                  </a:lnTo>
                  <a:lnTo>
                    <a:pt x="2328911" y="320325"/>
                  </a:lnTo>
                  <a:lnTo>
                    <a:pt x="2328890" y="320347"/>
                  </a:lnTo>
                  <a:lnTo>
                    <a:pt x="2328877" y="320362"/>
                  </a:lnTo>
                  <a:lnTo>
                    <a:pt x="2328863" y="320382"/>
                  </a:lnTo>
                  <a:lnTo>
                    <a:pt x="2328853" y="320415"/>
                  </a:lnTo>
                  <a:lnTo>
                    <a:pt x="2328859" y="320476"/>
                  </a:lnTo>
                  <a:lnTo>
                    <a:pt x="2328867" y="320512"/>
                  </a:lnTo>
                  <a:lnTo>
                    <a:pt x="2328877" y="320526"/>
                  </a:lnTo>
                  <a:lnTo>
                    <a:pt x="2328899" y="320546"/>
                  </a:lnTo>
                  <a:lnTo>
                    <a:pt x="2328925" y="320564"/>
                  </a:lnTo>
                  <a:lnTo>
                    <a:pt x="2328946" y="320579"/>
                  </a:lnTo>
                  <a:lnTo>
                    <a:pt x="2328980" y="320595"/>
                  </a:lnTo>
                  <a:lnTo>
                    <a:pt x="2329028" y="320612"/>
                  </a:lnTo>
                  <a:lnTo>
                    <a:pt x="2329068" y="320625"/>
                  </a:lnTo>
                  <a:lnTo>
                    <a:pt x="2329111" y="320634"/>
                  </a:lnTo>
                  <a:lnTo>
                    <a:pt x="2329143" y="320641"/>
                  </a:lnTo>
                  <a:lnTo>
                    <a:pt x="2329208" y="320662"/>
                  </a:lnTo>
                  <a:lnTo>
                    <a:pt x="2329267" y="320677"/>
                  </a:lnTo>
                  <a:lnTo>
                    <a:pt x="2329344" y="320704"/>
                  </a:lnTo>
                  <a:lnTo>
                    <a:pt x="2329401" y="320728"/>
                  </a:lnTo>
                  <a:lnTo>
                    <a:pt x="2329456" y="320755"/>
                  </a:lnTo>
                  <a:lnTo>
                    <a:pt x="2329497" y="320783"/>
                  </a:lnTo>
                  <a:lnTo>
                    <a:pt x="2329552" y="320824"/>
                  </a:lnTo>
                  <a:lnTo>
                    <a:pt x="2329580" y="320857"/>
                  </a:lnTo>
                  <a:lnTo>
                    <a:pt x="2329615" y="320900"/>
                  </a:lnTo>
                  <a:lnTo>
                    <a:pt x="2329633" y="320950"/>
                  </a:lnTo>
                  <a:lnTo>
                    <a:pt x="2329646" y="320983"/>
                  </a:lnTo>
                  <a:lnTo>
                    <a:pt x="2329646" y="321009"/>
                  </a:lnTo>
                  <a:lnTo>
                    <a:pt x="2329634" y="321045"/>
                  </a:lnTo>
                  <a:lnTo>
                    <a:pt x="2329618" y="321073"/>
                  </a:lnTo>
                  <a:lnTo>
                    <a:pt x="2329593" y="321104"/>
                  </a:lnTo>
                  <a:lnTo>
                    <a:pt x="2329573" y="321126"/>
                  </a:lnTo>
                  <a:lnTo>
                    <a:pt x="2329522" y="321160"/>
                  </a:lnTo>
                  <a:lnTo>
                    <a:pt x="2329496" y="321175"/>
                  </a:lnTo>
                  <a:lnTo>
                    <a:pt x="2329461" y="321190"/>
                  </a:lnTo>
                  <a:lnTo>
                    <a:pt x="2329413" y="321202"/>
                  </a:lnTo>
                  <a:lnTo>
                    <a:pt x="2329341" y="321225"/>
                  </a:lnTo>
                  <a:lnTo>
                    <a:pt x="2329291" y="321238"/>
                  </a:lnTo>
                  <a:lnTo>
                    <a:pt x="2329233" y="321256"/>
                  </a:lnTo>
                  <a:lnTo>
                    <a:pt x="2329176" y="321275"/>
                  </a:lnTo>
                  <a:lnTo>
                    <a:pt x="2329134" y="321295"/>
                  </a:lnTo>
                  <a:lnTo>
                    <a:pt x="2329093" y="321325"/>
                  </a:lnTo>
                  <a:lnTo>
                    <a:pt x="2329047" y="321364"/>
                  </a:lnTo>
                  <a:lnTo>
                    <a:pt x="2329007" y="321398"/>
                  </a:lnTo>
                  <a:lnTo>
                    <a:pt x="2328969" y="321429"/>
                  </a:lnTo>
                  <a:lnTo>
                    <a:pt x="2328933" y="321465"/>
                  </a:lnTo>
                  <a:lnTo>
                    <a:pt x="2328924" y="321482"/>
                  </a:lnTo>
                  <a:lnTo>
                    <a:pt x="2328906" y="321514"/>
                  </a:lnTo>
                  <a:lnTo>
                    <a:pt x="2328902" y="321522"/>
                  </a:lnTo>
                  <a:lnTo>
                    <a:pt x="2328897" y="321540"/>
                  </a:lnTo>
                  <a:lnTo>
                    <a:pt x="2328899" y="321583"/>
                  </a:lnTo>
                  <a:lnTo>
                    <a:pt x="2328902" y="321615"/>
                  </a:lnTo>
                  <a:lnTo>
                    <a:pt x="2328904" y="321635"/>
                  </a:lnTo>
                  <a:lnTo>
                    <a:pt x="2328902" y="321655"/>
                  </a:lnTo>
                  <a:lnTo>
                    <a:pt x="2328902" y="321677"/>
                  </a:lnTo>
                  <a:lnTo>
                    <a:pt x="2328896" y="321723"/>
                  </a:lnTo>
                  <a:lnTo>
                    <a:pt x="2328892" y="321759"/>
                  </a:lnTo>
                  <a:lnTo>
                    <a:pt x="2328877" y="321818"/>
                  </a:lnTo>
                  <a:lnTo>
                    <a:pt x="2328863" y="321867"/>
                  </a:lnTo>
                  <a:lnTo>
                    <a:pt x="2328855" y="321923"/>
                  </a:lnTo>
                  <a:lnTo>
                    <a:pt x="2328842" y="321973"/>
                  </a:lnTo>
                  <a:lnTo>
                    <a:pt x="2328831" y="322001"/>
                  </a:lnTo>
                  <a:lnTo>
                    <a:pt x="2328814" y="322054"/>
                  </a:lnTo>
                  <a:lnTo>
                    <a:pt x="2328774" y="322125"/>
                  </a:lnTo>
                  <a:lnTo>
                    <a:pt x="2328757" y="322160"/>
                  </a:lnTo>
                  <a:lnTo>
                    <a:pt x="2328728" y="322198"/>
                  </a:lnTo>
                  <a:lnTo>
                    <a:pt x="2328683" y="322258"/>
                  </a:lnTo>
                  <a:lnTo>
                    <a:pt x="2328664" y="322284"/>
                  </a:lnTo>
                  <a:lnTo>
                    <a:pt x="2328637" y="322314"/>
                  </a:lnTo>
                  <a:lnTo>
                    <a:pt x="2328565" y="322366"/>
                  </a:lnTo>
                  <a:lnTo>
                    <a:pt x="2328532" y="322389"/>
                  </a:lnTo>
                  <a:lnTo>
                    <a:pt x="2328494" y="322412"/>
                  </a:lnTo>
                  <a:lnTo>
                    <a:pt x="2328452" y="322436"/>
                  </a:lnTo>
                  <a:lnTo>
                    <a:pt x="2328402" y="322461"/>
                  </a:lnTo>
                  <a:lnTo>
                    <a:pt x="2328373" y="322473"/>
                  </a:lnTo>
                  <a:lnTo>
                    <a:pt x="2328334" y="322485"/>
                  </a:lnTo>
                  <a:lnTo>
                    <a:pt x="2328294" y="322492"/>
                  </a:lnTo>
                  <a:lnTo>
                    <a:pt x="2328234" y="322495"/>
                  </a:lnTo>
                  <a:lnTo>
                    <a:pt x="2328200" y="322493"/>
                  </a:lnTo>
                  <a:lnTo>
                    <a:pt x="2328165" y="322485"/>
                  </a:lnTo>
                  <a:lnTo>
                    <a:pt x="2328125" y="322474"/>
                  </a:lnTo>
                  <a:lnTo>
                    <a:pt x="2328060" y="322451"/>
                  </a:lnTo>
                  <a:lnTo>
                    <a:pt x="2328024" y="322437"/>
                  </a:lnTo>
                  <a:lnTo>
                    <a:pt x="2327988" y="322415"/>
                  </a:lnTo>
                  <a:lnTo>
                    <a:pt x="2327954" y="322389"/>
                  </a:lnTo>
                  <a:lnTo>
                    <a:pt x="2327916" y="322358"/>
                  </a:lnTo>
                  <a:lnTo>
                    <a:pt x="2327897" y="322336"/>
                  </a:lnTo>
                  <a:lnTo>
                    <a:pt x="2327858" y="322295"/>
                  </a:lnTo>
                  <a:lnTo>
                    <a:pt x="2327835" y="322264"/>
                  </a:lnTo>
                  <a:lnTo>
                    <a:pt x="2327822" y="322233"/>
                  </a:lnTo>
                  <a:lnTo>
                    <a:pt x="2327812" y="322212"/>
                  </a:lnTo>
                  <a:lnTo>
                    <a:pt x="2327806" y="322170"/>
                  </a:lnTo>
                  <a:lnTo>
                    <a:pt x="2327800" y="322134"/>
                  </a:lnTo>
                  <a:lnTo>
                    <a:pt x="2327799" y="322113"/>
                  </a:lnTo>
                  <a:lnTo>
                    <a:pt x="2327798" y="322083"/>
                  </a:lnTo>
                  <a:lnTo>
                    <a:pt x="2327801" y="322058"/>
                  </a:lnTo>
                  <a:lnTo>
                    <a:pt x="2327805" y="322014"/>
                  </a:lnTo>
                  <a:lnTo>
                    <a:pt x="2327809" y="321978"/>
                  </a:lnTo>
                  <a:lnTo>
                    <a:pt x="2327810" y="321949"/>
                  </a:lnTo>
                  <a:lnTo>
                    <a:pt x="2327816" y="321916"/>
                  </a:lnTo>
                  <a:lnTo>
                    <a:pt x="2327821" y="321874"/>
                  </a:lnTo>
                  <a:lnTo>
                    <a:pt x="2327825" y="321802"/>
                  </a:lnTo>
                  <a:lnTo>
                    <a:pt x="2327828" y="321773"/>
                  </a:lnTo>
                  <a:lnTo>
                    <a:pt x="2327824" y="321734"/>
                  </a:lnTo>
                  <a:lnTo>
                    <a:pt x="2327816" y="321690"/>
                  </a:lnTo>
                  <a:lnTo>
                    <a:pt x="2327804" y="321642"/>
                  </a:lnTo>
                  <a:lnTo>
                    <a:pt x="2327788" y="321601"/>
                  </a:lnTo>
                  <a:lnTo>
                    <a:pt x="2327773" y="321567"/>
                  </a:lnTo>
                  <a:lnTo>
                    <a:pt x="2327753" y="321529"/>
                  </a:lnTo>
                  <a:lnTo>
                    <a:pt x="2327713" y="321479"/>
                  </a:lnTo>
                  <a:lnTo>
                    <a:pt x="2327685" y="321444"/>
                  </a:lnTo>
                  <a:lnTo>
                    <a:pt x="2327637" y="321396"/>
                  </a:lnTo>
                  <a:lnTo>
                    <a:pt x="2327610" y="321372"/>
                  </a:lnTo>
                  <a:lnTo>
                    <a:pt x="2327578" y="321347"/>
                  </a:lnTo>
                  <a:lnTo>
                    <a:pt x="2327537" y="321319"/>
                  </a:lnTo>
                  <a:lnTo>
                    <a:pt x="2327487" y="321294"/>
                  </a:lnTo>
                  <a:lnTo>
                    <a:pt x="2327429" y="321267"/>
                  </a:lnTo>
                  <a:lnTo>
                    <a:pt x="2327387" y="321246"/>
                  </a:lnTo>
                  <a:lnTo>
                    <a:pt x="2327347" y="321232"/>
                  </a:lnTo>
                  <a:lnTo>
                    <a:pt x="2327314" y="321220"/>
                  </a:lnTo>
                  <a:lnTo>
                    <a:pt x="2327246" y="321204"/>
                  </a:lnTo>
                  <a:lnTo>
                    <a:pt x="2327176" y="321193"/>
                  </a:lnTo>
                  <a:lnTo>
                    <a:pt x="2327084" y="321190"/>
                  </a:lnTo>
                  <a:lnTo>
                    <a:pt x="2327006" y="321192"/>
                  </a:lnTo>
                  <a:lnTo>
                    <a:pt x="2326961" y="321198"/>
                  </a:lnTo>
                  <a:lnTo>
                    <a:pt x="2326931" y="321205"/>
                  </a:lnTo>
                  <a:lnTo>
                    <a:pt x="2326907" y="321214"/>
                  </a:lnTo>
                  <a:lnTo>
                    <a:pt x="2326869" y="321232"/>
                  </a:lnTo>
                  <a:lnTo>
                    <a:pt x="2326818" y="321257"/>
                  </a:lnTo>
                  <a:lnTo>
                    <a:pt x="2326771" y="321283"/>
                  </a:lnTo>
                  <a:lnTo>
                    <a:pt x="2326711" y="321332"/>
                  </a:lnTo>
                  <a:lnTo>
                    <a:pt x="2326663" y="321384"/>
                  </a:lnTo>
                  <a:lnTo>
                    <a:pt x="2326621" y="321435"/>
                  </a:lnTo>
                  <a:lnTo>
                    <a:pt x="2326592" y="321492"/>
                  </a:lnTo>
                  <a:lnTo>
                    <a:pt x="2326581" y="321517"/>
                  </a:lnTo>
                  <a:lnTo>
                    <a:pt x="2326569" y="321546"/>
                  </a:lnTo>
                  <a:lnTo>
                    <a:pt x="2326565" y="321569"/>
                  </a:lnTo>
                  <a:lnTo>
                    <a:pt x="2326563" y="321594"/>
                  </a:lnTo>
                  <a:lnTo>
                    <a:pt x="2326560" y="321620"/>
                  </a:lnTo>
                  <a:lnTo>
                    <a:pt x="2326561" y="321644"/>
                  </a:lnTo>
                  <a:lnTo>
                    <a:pt x="2326560" y="321673"/>
                  </a:lnTo>
                  <a:lnTo>
                    <a:pt x="2326567" y="321698"/>
                  </a:lnTo>
                  <a:lnTo>
                    <a:pt x="2326573" y="321725"/>
                  </a:lnTo>
                  <a:lnTo>
                    <a:pt x="2326579" y="321751"/>
                  </a:lnTo>
                  <a:lnTo>
                    <a:pt x="2326580" y="321802"/>
                  </a:lnTo>
                  <a:lnTo>
                    <a:pt x="2326580" y="321827"/>
                  </a:lnTo>
                  <a:lnTo>
                    <a:pt x="2326582" y="321878"/>
                  </a:lnTo>
                  <a:lnTo>
                    <a:pt x="2326581" y="321906"/>
                  </a:lnTo>
                  <a:lnTo>
                    <a:pt x="2326578" y="321957"/>
                  </a:lnTo>
                  <a:lnTo>
                    <a:pt x="2326575" y="322010"/>
                  </a:lnTo>
                  <a:lnTo>
                    <a:pt x="2326570" y="322059"/>
                  </a:lnTo>
                  <a:lnTo>
                    <a:pt x="2326566" y="322109"/>
                  </a:lnTo>
                  <a:lnTo>
                    <a:pt x="2326566" y="322162"/>
                  </a:lnTo>
                  <a:lnTo>
                    <a:pt x="2326557" y="322240"/>
                  </a:lnTo>
                  <a:lnTo>
                    <a:pt x="2326550" y="322290"/>
                  </a:lnTo>
                  <a:lnTo>
                    <a:pt x="2326543" y="322328"/>
                  </a:lnTo>
                  <a:lnTo>
                    <a:pt x="2326530" y="322383"/>
                  </a:lnTo>
                  <a:lnTo>
                    <a:pt x="2326516" y="322441"/>
                  </a:lnTo>
                  <a:lnTo>
                    <a:pt x="2326507" y="322482"/>
                  </a:lnTo>
                  <a:lnTo>
                    <a:pt x="2326491" y="322539"/>
                  </a:lnTo>
                  <a:lnTo>
                    <a:pt x="2326476" y="322592"/>
                  </a:lnTo>
                  <a:lnTo>
                    <a:pt x="2326453" y="322655"/>
                  </a:lnTo>
                  <a:lnTo>
                    <a:pt x="2326435" y="322697"/>
                  </a:lnTo>
                  <a:lnTo>
                    <a:pt x="2326420" y="322742"/>
                  </a:lnTo>
                  <a:lnTo>
                    <a:pt x="2326403" y="322783"/>
                  </a:lnTo>
                  <a:lnTo>
                    <a:pt x="2326388" y="322809"/>
                  </a:lnTo>
                  <a:lnTo>
                    <a:pt x="2326347" y="322865"/>
                  </a:lnTo>
                  <a:lnTo>
                    <a:pt x="2326298" y="322909"/>
                  </a:lnTo>
                  <a:lnTo>
                    <a:pt x="2326255" y="322941"/>
                  </a:lnTo>
                  <a:lnTo>
                    <a:pt x="2326214" y="322976"/>
                  </a:lnTo>
                  <a:lnTo>
                    <a:pt x="2326156" y="323018"/>
                  </a:lnTo>
                  <a:lnTo>
                    <a:pt x="2326098" y="323057"/>
                  </a:lnTo>
                  <a:lnTo>
                    <a:pt x="2326010" y="323116"/>
                  </a:lnTo>
                  <a:lnTo>
                    <a:pt x="2325956" y="323152"/>
                  </a:lnTo>
                  <a:lnTo>
                    <a:pt x="2325917" y="323179"/>
                  </a:lnTo>
                  <a:lnTo>
                    <a:pt x="2325863" y="323227"/>
                  </a:lnTo>
                  <a:lnTo>
                    <a:pt x="2325845" y="323242"/>
                  </a:lnTo>
                  <a:lnTo>
                    <a:pt x="2325651" y="323361"/>
                  </a:lnTo>
                  <a:lnTo>
                    <a:pt x="2325307" y="323512"/>
                  </a:lnTo>
                  <a:lnTo>
                    <a:pt x="2325087" y="323622"/>
                  </a:lnTo>
                  <a:lnTo>
                    <a:pt x="2324907" y="323707"/>
                  </a:lnTo>
                  <a:lnTo>
                    <a:pt x="2324657" y="323809"/>
                  </a:lnTo>
                  <a:lnTo>
                    <a:pt x="2324433" y="323860"/>
                  </a:lnTo>
                  <a:lnTo>
                    <a:pt x="2324020" y="323966"/>
                  </a:lnTo>
                  <a:lnTo>
                    <a:pt x="2323875" y="323982"/>
                  </a:lnTo>
                  <a:lnTo>
                    <a:pt x="2323864" y="323979"/>
                  </a:lnTo>
                  <a:lnTo>
                    <a:pt x="2323828" y="323973"/>
                  </a:lnTo>
                  <a:lnTo>
                    <a:pt x="2323758" y="323974"/>
                  </a:lnTo>
                  <a:lnTo>
                    <a:pt x="2323718" y="323971"/>
                  </a:lnTo>
                  <a:lnTo>
                    <a:pt x="2323670" y="323974"/>
                  </a:lnTo>
                  <a:lnTo>
                    <a:pt x="2323614" y="323985"/>
                  </a:lnTo>
                  <a:lnTo>
                    <a:pt x="2323583" y="323990"/>
                  </a:lnTo>
                  <a:lnTo>
                    <a:pt x="2323550" y="323998"/>
                  </a:lnTo>
                  <a:lnTo>
                    <a:pt x="2323517" y="324001"/>
                  </a:lnTo>
                  <a:lnTo>
                    <a:pt x="2323480" y="324009"/>
                  </a:lnTo>
                  <a:lnTo>
                    <a:pt x="2323420" y="324018"/>
                  </a:lnTo>
                  <a:lnTo>
                    <a:pt x="2323384" y="324026"/>
                  </a:lnTo>
                  <a:lnTo>
                    <a:pt x="2323356" y="324032"/>
                  </a:lnTo>
                  <a:lnTo>
                    <a:pt x="2323315" y="324036"/>
                  </a:lnTo>
                  <a:lnTo>
                    <a:pt x="2323238" y="324045"/>
                  </a:lnTo>
                  <a:lnTo>
                    <a:pt x="2323217" y="324046"/>
                  </a:lnTo>
                  <a:lnTo>
                    <a:pt x="2323173" y="324052"/>
                  </a:lnTo>
                  <a:lnTo>
                    <a:pt x="2323134" y="324056"/>
                  </a:lnTo>
                  <a:lnTo>
                    <a:pt x="2323098" y="324058"/>
                  </a:lnTo>
                  <a:lnTo>
                    <a:pt x="2323048" y="324069"/>
                  </a:lnTo>
                  <a:lnTo>
                    <a:pt x="2323018" y="324075"/>
                  </a:lnTo>
                  <a:lnTo>
                    <a:pt x="2322989" y="324082"/>
                  </a:lnTo>
                  <a:lnTo>
                    <a:pt x="2322950" y="324090"/>
                  </a:lnTo>
                  <a:lnTo>
                    <a:pt x="2322900" y="324106"/>
                  </a:lnTo>
                  <a:lnTo>
                    <a:pt x="2322867" y="324120"/>
                  </a:lnTo>
                  <a:lnTo>
                    <a:pt x="2322821" y="324140"/>
                  </a:lnTo>
                  <a:lnTo>
                    <a:pt x="2322789" y="324157"/>
                  </a:lnTo>
                  <a:lnTo>
                    <a:pt x="2322763" y="324171"/>
                  </a:lnTo>
                  <a:lnTo>
                    <a:pt x="2322744" y="324179"/>
                  </a:lnTo>
                  <a:lnTo>
                    <a:pt x="2322710" y="324196"/>
                  </a:lnTo>
                  <a:lnTo>
                    <a:pt x="2322670" y="324218"/>
                  </a:lnTo>
                  <a:lnTo>
                    <a:pt x="2322637" y="324239"/>
                  </a:lnTo>
                  <a:lnTo>
                    <a:pt x="2322592" y="324270"/>
                  </a:lnTo>
                  <a:lnTo>
                    <a:pt x="2322555" y="324304"/>
                  </a:lnTo>
                  <a:lnTo>
                    <a:pt x="2322508" y="324360"/>
                  </a:lnTo>
                  <a:lnTo>
                    <a:pt x="2322481" y="324399"/>
                  </a:lnTo>
                  <a:lnTo>
                    <a:pt x="2322466" y="324427"/>
                  </a:lnTo>
                  <a:lnTo>
                    <a:pt x="2322449" y="324461"/>
                  </a:lnTo>
                  <a:lnTo>
                    <a:pt x="2322425" y="324517"/>
                  </a:lnTo>
                  <a:lnTo>
                    <a:pt x="2322408" y="324548"/>
                  </a:lnTo>
                  <a:lnTo>
                    <a:pt x="2322386" y="324601"/>
                  </a:lnTo>
                  <a:lnTo>
                    <a:pt x="2322375" y="324645"/>
                  </a:lnTo>
                  <a:lnTo>
                    <a:pt x="2322355" y="324717"/>
                  </a:lnTo>
                  <a:lnTo>
                    <a:pt x="2322352" y="324737"/>
                  </a:lnTo>
                  <a:lnTo>
                    <a:pt x="2322342" y="324783"/>
                  </a:lnTo>
                  <a:lnTo>
                    <a:pt x="2322332" y="324816"/>
                  </a:lnTo>
                  <a:lnTo>
                    <a:pt x="2322322" y="324841"/>
                  </a:lnTo>
                  <a:lnTo>
                    <a:pt x="2322309" y="324876"/>
                  </a:lnTo>
                  <a:lnTo>
                    <a:pt x="2322293" y="324942"/>
                  </a:lnTo>
                  <a:lnTo>
                    <a:pt x="2322287" y="324961"/>
                  </a:lnTo>
                  <a:lnTo>
                    <a:pt x="2322282" y="324981"/>
                  </a:lnTo>
                  <a:lnTo>
                    <a:pt x="2322276" y="325015"/>
                  </a:lnTo>
                  <a:lnTo>
                    <a:pt x="2322258" y="325094"/>
                  </a:lnTo>
                  <a:lnTo>
                    <a:pt x="2322279" y="325195"/>
                  </a:lnTo>
                  <a:lnTo>
                    <a:pt x="2322299" y="325294"/>
                  </a:lnTo>
                  <a:lnTo>
                    <a:pt x="2322523" y="325744"/>
                  </a:lnTo>
                  <a:lnTo>
                    <a:pt x="2322563" y="325823"/>
                  </a:lnTo>
                  <a:lnTo>
                    <a:pt x="2322573" y="325861"/>
                  </a:lnTo>
                  <a:lnTo>
                    <a:pt x="2322578" y="325910"/>
                  </a:lnTo>
                  <a:lnTo>
                    <a:pt x="2322583" y="325946"/>
                  </a:lnTo>
                  <a:lnTo>
                    <a:pt x="2322600" y="326014"/>
                  </a:lnTo>
                  <a:lnTo>
                    <a:pt x="2322618" y="326065"/>
                  </a:lnTo>
                  <a:lnTo>
                    <a:pt x="2322637" y="326106"/>
                  </a:lnTo>
                  <a:lnTo>
                    <a:pt x="2322654" y="326142"/>
                  </a:lnTo>
                  <a:lnTo>
                    <a:pt x="2322670" y="326169"/>
                  </a:lnTo>
                  <a:lnTo>
                    <a:pt x="2322690" y="326200"/>
                  </a:lnTo>
                  <a:lnTo>
                    <a:pt x="2322717" y="326248"/>
                  </a:lnTo>
                  <a:lnTo>
                    <a:pt x="2322733" y="326267"/>
                  </a:lnTo>
                  <a:lnTo>
                    <a:pt x="2322742" y="326284"/>
                  </a:lnTo>
                  <a:lnTo>
                    <a:pt x="2322750" y="326297"/>
                  </a:lnTo>
                  <a:lnTo>
                    <a:pt x="2322773" y="326326"/>
                  </a:lnTo>
                  <a:lnTo>
                    <a:pt x="2322793" y="326357"/>
                  </a:lnTo>
                  <a:lnTo>
                    <a:pt x="2322816" y="326387"/>
                  </a:lnTo>
                  <a:lnTo>
                    <a:pt x="2322838" y="326417"/>
                  </a:lnTo>
                  <a:lnTo>
                    <a:pt x="2322869" y="326458"/>
                  </a:lnTo>
                  <a:lnTo>
                    <a:pt x="2322886" y="326480"/>
                  </a:lnTo>
                  <a:lnTo>
                    <a:pt x="2322906" y="326501"/>
                  </a:lnTo>
                  <a:lnTo>
                    <a:pt x="2322952" y="326545"/>
                  </a:lnTo>
                  <a:lnTo>
                    <a:pt x="2323023" y="326600"/>
                  </a:lnTo>
                  <a:lnTo>
                    <a:pt x="2323057" y="326633"/>
                  </a:lnTo>
                  <a:lnTo>
                    <a:pt x="2323095" y="326673"/>
                  </a:lnTo>
                  <a:lnTo>
                    <a:pt x="2323106" y="326685"/>
                  </a:lnTo>
                  <a:lnTo>
                    <a:pt x="2323135" y="326724"/>
                  </a:lnTo>
                  <a:lnTo>
                    <a:pt x="2323149" y="326749"/>
                  </a:lnTo>
                  <a:lnTo>
                    <a:pt x="2323169" y="326787"/>
                  </a:lnTo>
                  <a:lnTo>
                    <a:pt x="2323176" y="326812"/>
                  </a:lnTo>
                  <a:lnTo>
                    <a:pt x="2323182" y="326827"/>
                  </a:lnTo>
                  <a:lnTo>
                    <a:pt x="2323192" y="326844"/>
                  </a:lnTo>
                  <a:lnTo>
                    <a:pt x="2323220" y="326870"/>
                  </a:lnTo>
                  <a:lnTo>
                    <a:pt x="2323244" y="326891"/>
                  </a:lnTo>
                  <a:lnTo>
                    <a:pt x="2323270" y="326913"/>
                  </a:lnTo>
                  <a:lnTo>
                    <a:pt x="2323331" y="326959"/>
                  </a:lnTo>
                  <a:lnTo>
                    <a:pt x="2323397" y="327011"/>
                  </a:lnTo>
                  <a:lnTo>
                    <a:pt x="2323468" y="327059"/>
                  </a:lnTo>
                  <a:lnTo>
                    <a:pt x="2323514" y="327091"/>
                  </a:lnTo>
                  <a:lnTo>
                    <a:pt x="2323555" y="327122"/>
                  </a:lnTo>
                  <a:lnTo>
                    <a:pt x="2323610" y="327159"/>
                  </a:lnTo>
                  <a:lnTo>
                    <a:pt x="2323642" y="327182"/>
                  </a:lnTo>
                  <a:lnTo>
                    <a:pt x="2323702" y="327228"/>
                  </a:lnTo>
                  <a:lnTo>
                    <a:pt x="2323748" y="327264"/>
                  </a:lnTo>
                  <a:lnTo>
                    <a:pt x="2323781" y="327288"/>
                  </a:lnTo>
                  <a:lnTo>
                    <a:pt x="2323810" y="327310"/>
                  </a:lnTo>
                  <a:lnTo>
                    <a:pt x="2323844" y="327335"/>
                  </a:lnTo>
                  <a:lnTo>
                    <a:pt x="2323874" y="327359"/>
                  </a:lnTo>
                  <a:lnTo>
                    <a:pt x="2323917" y="327396"/>
                  </a:lnTo>
                  <a:lnTo>
                    <a:pt x="2323983" y="327463"/>
                  </a:lnTo>
                  <a:lnTo>
                    <a:pt x="2324013" y="327490"/>
                  </a:lnTo>
                  <a:lnTo>
                    <a:pt x="2324083" y="327570"/>
                  </a:lnTo>
                  <a:lnTo>
                    <a:pt x="2324115" y="327616"/>
                  </a:lnTo>
                  <a:lnTo>
                    <a:pt x="2324149" y="327656"/>
                  </a:lnTo>
                  <a:lnTo>
                    <a:pt x="2324177" y="327685"/>
                  </a:lnTo>
                  <a:lnTo>
                    <a:pt x="2324202" y="327708"/>
                  </a:lnTo>
                  <a:lnTo>
                    <a:pt x="2324231" y="327731"/>
                  </a:lnTo>
                  <a:lnTo>
                    <a:pt x="2324268" y="327758"/>
                  </a:lnTo>
                  <a:lnTo>
                    <a:pt x="2324295" y="327777"/>
                  </a:lnTo>
                  <a:lnTo>
                    <a:pt x="2324330" y="327808"/>
                  </a:lnTo>
                  <a:lnTo>
                    <a:pt x="2324352" y="327829"/>
                  </a:lnTo>
                  <a:lnTo>
                    <a:pt x="2324381" y="327869"/>
                  </a:lnTo>
                  <a:lnTo>
                    <a:pt x="2324403" y="327909"/>
                  </a:lnTo>
                  <a:lnTo>
                    <a:pt x="2324411" y="327933"/>
                  </a:lnTo>
                  <a:lnTo>
                    <a:pt x="2324412" y="327962"/>
                  </a:lnTo>
                  <a:lnTo>
                    <a:pt x="2324398" y="328001"/>
                  </a:lnTo>
                  <a:lnTo>
                    <a:pt x="2324382" y="328048"/>
                  </a:lnTo>
                  <a:lnTo>
                    <a:pt x="2324367" y="328093"/>
                  </a:lnTo>
                  <a:lnTo>
                    <a:pt x="2324362" y="328123"/>
                  </a:lnTo>
                  <a:lnTo>
                    <a:pt x="2324355" y="328164"/>
                  </a:lnTo>
                  <a:lnTo>
                    <a:pt x="2324350" y="328205"/>
                  </a:lnTo>
                  <a:lnTo>
                    <a:pt x="2324352" y="328236"/>
                  </a:lnTo>
                  <a:lnTo>
                    <a:pt x="2324354" y="328257"/>
                  </a:lnTo>
                  <a:lnTo>
                    <a:pt x="2324361" y="328278"/>
                  </a:lnTo>
                  <a:lnTo>
                    <a:pt x="2324375" y="328321"/>
                  </a:lnTo>
                  <a:lnTo>
                    <a:pt x="2324383" y="328366"/>
                  </a:lnTo>
                  <a:lnTo>
                    <a:pt x="2324391" y="328402"/>
                  </a:lnTo>
                  <a:lnTo>
                    <a:pt x="2324395" y="328417"/>
                  </a:lnTo>
                  <a:lnTo>
                    <a:pt x="2324401" y="328459"/>
                  </a:lnTo>
                  <a:lnTo>
                    <a:pt x="2324404" y="328502"/>
                  </a:lnTo>
                  <a:lnTo>
                    <a:pt x="2324406" y="328543"/>
                  </a:lnTo>
                  <a:lnTo>
                    <a:pt x="2324406" y="328581"/>
                  </a:lnTo>
                  <a:lnTo>
                    <a:pt x="2324405" y="328606"/>
                  </a:lnTo>
                  <a:lnTo>
                    <a:pt x="2324391" y="328662"/>
                  </a:lnTo>
                  <a:lnTo>
                    <a:pt x="2324378" y="328699"/>
                  </a:lnTo>
                  <a:lnTo>
                    <a:pt x="2324370" y="328730"/>
                  </a:lnTo>
                  <a:lnTo>
                    <a:pt x="2324142" y="329020"/>
                  </a:lnTo>
                  <a:lnTo>
                    <a:pt x="2323902" y="329323"/>
                  </a:lnTo>
                  <a:lnTo>
                    <a:pt x="2323840" y="329399"/>
                  </a:lnTo>
                  <a:lnTo>
                    <a:pt x="2323538" y="329893"/>
                  </a:lnTo>
                  <a:lnTo>
                    <a:pt x="2323329" y="330186"/>
                  </a:lnTo>
                  <a:lnTo>
                    <a:pt x="2323071" y="330393"/>
                  </a:lnTo>
                  <a:lnTo>
                    <a:pt x="2322773" y="330600"/>
                  </a:lnTo>
                  <a:lnTo>
                    <a:pt x="2322538" y="330817"/>
                  </a:lnTo>
                  <a:lnTo>
                    <a:pt x="2322269" y="331155"/>
                  </a:lnTo>
                  <a:lnTo>
                    <a:pt x="2322145" y="331384"/>
                  </a:lnTo>
                  <a:lnTo>
                    <a:pt x="2322141" y="331392"/>
                  </a:lnTo>
                  <a:lnTo>
                    <a:pt x="2322123" y="331435"/>
                  </a:lnTo>
                  <a:lnTo>
                    <a:pt x="2322111" y="331470"/>
                  </a:lnTo>
                  <a:lnTo>
                    <a:pt x="2322096" y="331508"/>
                  </a:lnTo>
                  <a:lnTo>
                    <a:pt x="2322066" y="331576"/>
                  </a:lnTo>
                  <a:lnTo>
                    <a:pt x="2322045" y="331637"/>
                  </a:lnTo>
                  <a:lnTo>
                    <a:pt x="2322028" y="331673"/>
                  </a:lnTo>
                  <a:lnTo>
                    <a:pt x="2322000" y="331726"/>
                  </a:lnTo>
                  <a:lnTo>
                    <a:pt x="2321972" y="331772"/>
                  </a:lnTo>
                  <a:lnTo>
                    <a:pt x="2321958" y="331801"/>
                  </a:lnTo>
                  <a:lnTo>
                    <a:pt x="2321942" y="331843"/>
                  </a:lnTo>
                  <a:lnTo>
                    <a:pt x="2321927" y="331886"/>
                  </a:lnTo>
                  <a:lnTo>
                    <a:pt x="2321914" y="331930"/>
                  </a:lnTo>
                  <a:lnTo>
                    <a:pt x="2321903" y="331973"/>
                  </a:lnTo>
                  <a:lnTo>
                    <a:pt x="2321894" y="332014"/>
                  </a:lnTo>
                  <a:lnTo>
                    <a:pt x="2321880" y="332055"/>
                  </a:lnTo>
                  <a:lnTo>
                    <a:pt x="2321873" y="332096"/>
                  </a:lnTo>
                  <a:lnTo>
                    <a:pt x="2321864" y="332127"/>
                  </a:lnTo>
                  <a:lnTo>
                    <a:pt x="2321862" y="332173"/>
                  </a:lnTo>
                  <a:lnTo>
                    <a:pt x="2321864" y="332221"/>
                  </a:lnTo>
                  <a:lnTo>
                    <a:pt x="2321863" y="332260"/>
                  </a:lnTo>
                  <a:lnTo>
                    <a:pt x="2321867" y="332291"/>
                  </a:lnTo>
                  <a:lnTo>
                    <a:pt x="2321879" y="332320"/>
                  </a:lnTo>
                  <a:lnTo>
                    <a:pt x="2321896" y="332342"/>
                  </a:lnTo>
                  <a:lnTo>
                    <a:pt x="2321915" y="332377"/>
                  </a:lnTo>
                  <a:lnTo>
                    <a:pt x="2321927" y="332395"/>
                  </a:lnTo>
                  <a:lnTo>
                    <a:pt x="2321949" y="332443"/>
                  </a:lnTo>
                  <a:lnTo>
                    <a:pt x="2321961" y="332491"/>
                  </a:lnTo>
                  <a:lnTo>
                    <a:pt x="2321969" y="332525"/>
                  </a:lnTo>
                  <a:lnTo>
                    <a:pt x="2321978" y="332618"/>
                  </a:lnTo>
                  <a:lnTo>
                    <a:pt x="2321981" y="332663"/>
                  </a:lnTo>
                  <a:lnTo>
                    <a:pt x="2321984" y="332714"/>
                  </a:lnTo>
                  <a:lnTo>
                    <a:pt x="2321983" y="332755"/>
                  </a:lnTo>
                  <a:lnTo>
                    <a:pt x="2321980" y="332790"/>
                  </a:lnTo>
                  <a:lnTo>
                    <a:pt x="2321980" y="332821"/>
                  </a:lnTo>
                  <a:lnTo>
                    <a:pt x="2321985" y="332844"/>
                  </a:lnTo>
                  <a:lnTo>
                    <a:pt x="2321994" y="332870"/>
                  </a:lnTo>
                  <a:lnTo>
                    <a:pt x="2322012" y="332890"/>
                  </a:lnTo>
                  <a:lnTo>
                    <a:pt x="2322033" y="332913"/>
                  </a:lnTo>
                  <a:lnTo>
                    <a:pt x="2322043" y="332928"/>
                  </a:lnTo>
                  <a:lnTo>
                    <a:pt x="2322045" y="332954"/>
                  </a:lnTo>
                  <a:lnTo>
                    <a:pt x="2322041" y="332984"/>
                  </a:lnTo>
                  <a:lnTo>
                    <a:pt x="2322033" y="333009"/>
                  </a:lnTo>
                  <a:lnTo>
                    <a:pt x="2322015" y="333046"/>
                  </a:lnTo>
                  <a:lnTo>
                    <a:pt x="2322002" y="333077"/>
                  </a:lnTo>
                  <a:lnTo>
                    <a:pt x="2321993" y="333110"/>
                  </a:lnTo>
                  <a:lnTo>
                    <a:pt x="2321982" y="333149"/>
                  </a:lnTo>
                  <a:lnTo>
                    <a:pt x="2321969" y="333170"/>
                  </a:lnTo>
                  <a:lnTo>
                    <a:pt x="2321956" y="333195"/>
                  </a:lnTo>
                  <a:lnTo>
                    <a:pt x="2321931" y="333227"/>
                  </a:lnTo>
                  <a:lnTo>
                    <a:pt x="2321914" y="333238"/>
                  </a:lnTo>
                  <a:lnTo>
                    <a:pt x="2321888" y="333258"/>
                  </a:lnTo>
                  <a:lnTo>
                    <a:pt x="2321850" y="333285"/>
                  </a:lnTo>
                  <a:lnTo>
                    <a:pt x="2321809" y="333310"/>
                  </a:lnTo>
                  <a:lnTo>
                    <a:pt x="2321781" y="333322"/>
                  </a:lnTo>
                  <a:lnTo>
                    <a:pt x="2321761" y="333335"/>
                  </a:lnTo>
                  <a:lnTo>
                    <a:pt x="2321739" y="333353"/>
                  </a:lnTo>
                  <a:lnTo>
                    <a:pt x="2321725" y="333366"/>
                  </a:lnTo>
                  <a:lnTo>
                    <a:pt x="2321720" y="333391"/>
                  </a:lnTo>
                  <a:lnTo>
                    <a:pt x="2321719" y="333416"/>
                  </a:lnTo>
                  <a:lnTo>
                    <a:pt x="2321729" y="333446"/>
                  </a:lnTo>
                  <a:lnTo>
                    <a:pt x="2321743" y="333470"/>
                  </a:lnTo>
                  <a:lnTo>
                    <a:pt x="2321754" y="333495"/>
                  </a:lnTo>
                  <a:lnTo>
                    <a:pt x="2321773" y="333532"/>
                  </a:lnTo>
                  <a:lnTo>
                    <a:pt x="2321780" y="333552"/>
                  </a:lnTo>
                  <a:lnTo>
                    <a:pt x="2321786" y="333575"/>
                  </a:lnTo>
                  <a:lnTo>
                    <a:pt x="2321788" y="333629"/>
                  </a:lnTo>
                  <a:lnTo>
                    <a:pt x="2321790" y="333684"/>
                  </a:lnTo>
                  <a:lnTo>
                    <a:pt x="2321787" y="333719"/>
                  </a:lnTo>
                  <a:lnTo>
                    <a:pt x="2321778" y="333741"/>
                  </a:lnTo>
                  <a:lnTo>
                    <a:pt x="2321759" y="333765"/>
                  </a:lnTo>
                  <a:lnTo>
                    <a:pt x="2321735" y="333790"/>
                  </a:lnTo>
                  <a:lnTo>
                    <a:pt x="2321694" y="333825"/>
                  </a:lnTo>
                  <a:lnTo>
                    <a:pt x="2321667" y="333846"/>
                  </a:lnTo>
                  <a:lnTo>
                    <a:pt x="2321629" y="333870"/>
                  </a:lnTo>
                  <a:lnTo>
                    <a:pt x="2321607" y="333882"/>
                  </a:lnTo>
                  <a:lnTo>
                    <a:pt x="2321577" y="333892"/>
                  </a:lnTo>
                  <a:lnTo>
                    <a:pt x="2321536" y="333903"/>
                  </a:lnTo>
                  <a:lnTo>
                    <a:pt x="2321511" y="333908"/>
                  </a:lnTo>
                  <a:lnTo>
                    <a:pt x="2321481" y="333906"/>
                  </a:lnTo>
                  <a:lnTo>
                    <a:pt x="2321442" y="333903"/>
                  </a:lnTo>
                  <a:lnTo>
                    <a:pt x="2321403" y="333895"/>
                  </a:lnTo>
                  <a:lnTo>
                    <a:pt x="2321370" y="333880"/>
                  </a:lnTo>
                  <a:lnTo>
                    <a:pt x="2321339" y="333862"/>
                  </a:lnTo>
                  <a:lnTo>
                    <a:pt x="2321314" y="333843"/>
                  </a:lnTo>
                  <a:lnTo>
                    <a:pt x="2321254" y="333798"/>
                  </a:lnTo>
                  <a:lnTo>
                    <a:pt x="2321198" y="333754"/>
                  </a:lnTo>
                  <a:lnTo>
                    <a:pt x="2321154" y="333717"/>
                  </a:lnTo>
                  <a:lnTo>
                    <a:pt x="2321106" y="333679"/>
                  </a:lnTo>
                  <a:lnTo>
                    <a:pt x="2321048" y="333645"/>
                  </a:lnTo>
                  <a:lnTo>
                    <a:pt x="2320999" y="333617"/>
                  </a:lnTo>
                  <a:lnTo>
                    <a:pt x="2320965" y="333603"/>
                  </a:lnTo>
                  <a:lnTo>
                    <a:pt x="2320938" y="333592"/>
                  </a:lnTo>
                  <a:lnTo>
                    <a:pt x="2320916" y="333584"/>
                  </a:lnTo>
                  <a:lnTo>
                    <a:pt x="2320886" y="333580"/>
                  </a:lnTo>
                  <a:lnTo>
                    <a:pt x="2320848" y="333578"/>
                  </a:lnTo>
                  <a:lnTo>
                    <a:pt x="2320770" y="333580"/>
                  </a:lnTo>
                  <a:lnTo>
                    <a:pt x="2320731" y="333582"/>
                  </a:lnTo>
                  <a:lnTo>
                    <a:pt x="2320692" y="333586"/>
                  </a:lnTo>
                  <a:lnTo>
                    <a:pt x="2320677" y="333590"/>
                  </a:lnTo>
                  <a:lnTo>
                    <a:pt x="2320556" y="333597"/>
                  </a:lnTo>
                  <a:lnTo>
                    <a:pt x="2320324" y="333600"/>
                  </a:lnTo>
                  <a:lnTo>
                    <a:pt x="2320191" y="333610"/>
                  </a:lnTo>
                  <a:lnTo>
                    <a:pt x="2320096" y="333620"/>
                  </a:lnTo>
                  <a:lnTo>
                    <a:pt x="2319918" y="333657"/>
                  </a:lnTo>
                  <a:lnTo>
                    <a:pt x="2319887" y="333666"/>
                  </a:lnTo>
                  <a:lnTo>
                    <a:pt x="2319852" y="333669"/>
                  </a:lnTo>
                  <a:lnTo>
                    <a:pt x="2319788" y="333685"/>
                  </a:lnTo>
                  <a:lnTo>
                    <a:pt x="2319729" y="333700"/>
                  </a:lnTo>
                  <a:lnTo>
                    <a:pt x="2319619" y="333735"/>
                  </a:lnTo>
                  <a:lnTo>
                    <a:pt x="2319538" y="333761"/>
                  </a:lnTo>
                  <a:lnTo>
                    <a:pt x="2319477" y="333779"/>
                  </a:lnTo>
                  <a:lnTo>
                    <a:pt x="2319437" y="333793"/>
                  </a:lnTo>
                  <a:lnTo>
                    <a:pt x="2319396" y="333820"/>
                  </a:lnTo>
                  <a:lnTo>
                    <a:pt x="2319365" y="333844"/>
                  </a:lnTo>
                  <a:lnTo>
                    <a:pt x="2319281" y="333918"/>
                  </a:lnTo>
                  <a:lnTo>
                    <a:pt x="2319125" y="334119"/>
                  </a:lnTo>
                  <a:lnTo>
                    <a:pt x="2319012" y="334401"/>
                  </a:lnTo>
                  <a:lnTo>
                    <a:pt x="2318987" y="334505"/>
                  </a:lnTo>
                  <a:lnTo>
                    <a:pt x="2318986" y="334513"/>
                  </a:lnTo>
                  <a:lnTo>
                    <a:pt x="2318990" y="334523"/>
                  </a:lnTo>
                  <a:lnTo>
                    <a:pt x="2318999" y="334549"/>
                  </a:lnTo>
                  <a:lnTo>
                    <a:pt x="2319008" y="334578"/>
                  </a:lnTo>
                  <a:lnTo>
                    <a:pt x="2319020" y="334597"/>
                  </a:lnTo>
                  <a:lnTo>
                    <a:pt x="2319032" y="334614"/>
                  </a:lnTo>
                  <a:lnTo>
                    <a:pt x="2319051" y="334632"/>
                  </a:lnTo>
                  <a:lnTo>
                    <a:pt x="2319062" y="334646"/>
                  </a:lnTo>
                  <a:lnTo>
                    <a:pt x="2319076" y="334657"/>
                  </a:lnTo>
                  <a:lnTo>
                    <a:pt x="2319094" y="334671"/>
                  </a:lnTo>
                  <a:lnTo>
                    <a:pt x="2319115" y="334686"/>
                  </a:lnTo>
                  <a:lnTo>
                    <a:pt x="2319141" y="334708"/>
                  </a:lnTo>
                  <a:lnTo>
                    <a:pt x="2319179" y="334737"/>
                  </a:lnTo>
                  <a:lnTo>
                    <a:pt x="2319210" y="334760"/>
                  </a:lnTo>
                  <a:lnTo>
                    <a:pt x="2319240" y="334782"/>
                  </a:lnTo>
                  <a:lnTo>
                    <a:pt x="2319259" y="334800"/>
                  </a:lnTo>
                  <a:lnTo>
                    <a:pt x="2319465" y="335059"/>
                  </a:lnTo>
                  <a:lnTo>
                    <a:pt x="2319484" y="335103"/>
                  </a:lnTo>
                  <a:lnTo>
                    <a:pt x="2319511" y="335223"/>
                  </a:lnTo>
                  <a:lnTo>
                    <a:pt x="2319496" y="335434"/>
                  </a:lnTo>
                  <a:lnTo>
                    <a:pt x="2319467" y="335574"/>
                  </a:lnTo>
                  <a:lnTo>
                    <a:pt x="2319404" y="335706"/>
                  </a:lnTo>
                  <a:lnTo>
                    <a:pt x="2319281" y="335785"/>
                  </a:lnTo>
                  <a:lnTo>
                    <a:pt x="2319015" y="335825"/>
                  </a:lnTo>
                  <a:lnTo>
                    <a:pt x="2318850" y="335887"/>
                  </a:lnTo>
                  <a:lnTo>
                    <a:pt x="2318832" y="335895"/>
                  </a:lnTo>
                  <a:lnTo>
                    <a:pt x="2318800" y="335913"/>
                  </a:lnTo>
                  <a:lnTo>
                    <a:pt x="2318769" y="335936"/>
                  </a:lnTo>
                  <a:lnTo>
                    <a:pt x="2318734" y="335966"/>
                  </a:lnTo>
                  <a:lnTo>
                    <a:pt x="2318693" y="336005"/>
                  </a:lnTo>
                  <a:lnTo>
                    <a:pt x="2318658" y="336041"/>
                  </a:lnTo>
                  <a:lnTo>
                    <a:pt x="2318631" y="336072"/>
                  </a:lnTo>
                  <a:lnTo>
                    <a:pt x="2318617" y="336097"/>
                  </a:lnTo>
                  <a:lnTo>
                    <a:pt x="2318601" y="336128"/>
                  </a:lnTo>
                  <a:lnTo>
                    <a:pt x="2318579" y="336179"/>
                  </a:lnTo>
                  <a:lnTo>
                    <a:pt x="2318566" y="336209"/>
                  </a:lnTo>
                  <a:lnTo>
                    <a:pt x="2318560" y="336226"/>
                  </a:lnTo>
                  <a:lnTo>
                    <a:pt x="2318558" y="336241"/>
                  </a:lnTo>
                  <a:lnTo>
                    <a:pt x="2318562" y="336298"/>
                  </a:lnTo>
                  <a:lnTo>
                    <a:pt x="2318568" y="336333"/>
                  </a:lnTo>
                  <a:lnTo>
                    <a:pt x="2318574" y="336346"/>
                  </a:lnTo>
                  <a:lnTo>
                    <a:pt x="2318585" y="336376"/>
                  </a:lnTo>
                  <a:lnTo>
                    <a:pt x="2318594" y="336396"/>
                  </a:lnTo>
                  <a:lnTo>
                    <a:pt x="2318610" y="336424"/>
                  </a:lnTo>
                  <a:lnTo>
                    <a:pt x="2318622" y="336445"/>
                  </a:lnTo>
                  <a:lnTo>
                    <a:pt x="2318631" y="336459"/>
                  </a:lnTo>
                  <a:lnTo>
                    <a:pt x="2318637" y="336472"/>
                  </a:lnTo>
                  <a:lnTo>
                    <a:pt x="2318644" y="336480"/>
                  </a:lnTo>
                  <a:lnTo>
                    <a:pt x="2318655" y="336498"/>
                  </a:lnTo>
                  <a:lnTo>
                    <a:pt x="2318664" y="336512"/>
                  </a:lnTo>
                  <a:lnTo>
                    <a:pt x="2318675" y="336528"/>
                  </a:lnTo>
                  <a:lnTo>
                    <a:pt x="2318688" y="336551"/>
                  </a:lnTo>
                  <a:lnTo>
                    <a:pt x="2318710" y="336589"/>
                  </a:lnTo>
                  <a:lnTo>
                    <a:pt x="2318725" y="336614"/>
                  </a:lnTo>
                  <a:lnTo>
                    <a:pt x="2318734" y="336633"/>
                  </a:lnTo>
                  <a:lnTo>
                    <a:pt x="2318746" y="336655"/>
                  </a:lnTo>
                  <a:lnTo>
                    <a:pt x="2318755" y="336676"/>
                  </a:lnTo>
                  <a:lnTo>
                    <a:pt x="2318767" y="336702"/>
                  </a:lnTo>
                  <a:lnTo>
                    <a:pt x="2318774" y="336721"/>
                  </a:lnTo>
                  <a:lnTo>
                    <a:pt x="2318774" y="336749"/>
                  </a:lnTo>
                  <a:lnTo>
                    <a:pt x="2318770" y="336771"/>
                  </a:lnTo>
                  <a:lnTo>
                    <a:pt x="2318757" y="336801"/>
                  </a:lnTo>
                  <a:lnTo>
                    <a:pt x="2318731" y="336841"/>
                  </a:lnTo>
                  <a:lnTo>
                    <a:pt x="2318700" y="336879"/>
                  </a:lnTo>
                  <a:lnTo>
                    <a:pt x="2318672" y="336912"/>
                  </a:lnTo>
                  <a:lnTo>
                    <a:pt x="2318634" y="336953"/>
                  </a:lnTo>
                  <a:lnTo>
                    <a:pt x="2318592" y="336984"/>
                  </a:lnTo>
                  <a:lnTo>
                    <a:pt x="2318555" y="337003"/>
                  </a:lnTo>
                  <a:lnTo>
                    <a:pt x="2318521" y="337019"/>
                  </a:lnTo>
                  <a:lnTo>
                    <a:pt x="2318498" y="337027"/>
                  </a:lnTo>
                  <a:lnTo>
                    <a:pt x="2318436" y="337048"/>
                  </a:lnTo>
                  <a:lnTo>
                    <a:pt x="2318392" y="337056"/>
                  </a:lnTo>
                  <a:lnTo>
                    <a:pt x="2318309" y="337065"/>
                  </a:lnTo>
                  <a:lnTo>
                    <a:pt x="2318262" y="337069"/>
                  </a:lnTo>
                  <a:lnTo>
                    <a:pt x="2318216" y="337073"/>
                  </a:lnTo>
                  <a:lnTo>
                    <a:pt x="2318160" y="337074"/>
                  </a:lnTo>
                  <a:lnTo>
                    <a:pt x="2318121" y="337070"/>
                  </a:lnTo>
                  <a:lnTo>
                    <a:pt x="2318092" y="337063"/>
                  </a:lnTo>
                  <a:lnTo>
                    <a:pt x="2318070" y="337056"/>
                  </a:lnTo>
                  <a:lnTo>
                    <a:pt x="2318042" y="337040"/>
                  </a:lnTo>
                  <a:lnTo>
                    <a:pt x="2318016" y="337023"/>
                  </a:lnTo>
                  <a:lnTo>
                    <a:pt x="2317981" y="336997"/>
                  </a:lnTo>
                  <a:lnTo>
                    <a:pt x="2317949" y="336976"/>
                  </a:lnTo>
                  <a:lnTo>
                    <a:pt x="2317912" y="336945"/>
                  </a:lnTo>
                  <a:lnTo>
                    <a:pt x="2317883" y="336914"/>
                  </a:lnTo>
                  <a:lnTo>
                    <a:pt x="2317851" y="336879"/>
                  </a:lnTo>
                  <a:lnTo>
                    <a:pt x="2317817" y="336827"/>
                  </a:lnTo>
                  <a:lnTo>
                    <a:pt x="2317796" y="336802"/>
                  </a:lnTo>
                  <a:lnTo>
                    <a:pt x="2317775" y="336777"/>
                  </a:lnTo>
                  <a:lnTo>
                    <a:pt x="2317744" y="336758"/>
                  </a:lnTo>
                  <a:lnTo>
                    <a:pt x="2317717" y="336741"/>
                  </a:lnTo>
                  <a:lnTo>
                    <a:pt x="2317692" y="336719"/>
                  </a:lnTo>
                  <a:lnTo>
                    <a:pt x="2317660" y="336701"/>
                  </a:lnTo>
                  <a:lnTo>
                    <a:pt x="2317631" y="336679"/>
                  </a:lnTo>
                  <a:lnTo>
                    <a:pt x="2317588" y="336652"/>
                  </a:lnTo>
                  <a:lnTo>
                    <a:pt x="2317546" y="336625"/>
                  </a:lnTo>
                  <a:lnTo>
                    <a:pt x="2317512" y="336605"/>
                  </a:lnTo>
                  <a:lnTo>
                    <a:pt x="2317480" y="336583"/>
                  </a:lnTo>
                  <a:lnTo>
                    <a:pt x="2317445" y="336555"/>
                  </a:lnTo>
                  <a:lnTo>
                    <a:pt x="2317436" y="336542"/>
                  </a:lnTo>
                  <a:lnTo>
                    <a:pt x="2317427" y="336523"/>
                  </a:lnTo>
                  <a:lnTo>
                    <a:pt x="2317420" y="336504"/>
                  </a:lnTo>
                  <a:lnTo>
                    <a:pt x="2317412" y="336478"/>
                  </a:lnTo>
                  <a:lnTo>
                    <a:pt x="2317403" y="336453"/>
                  </a:lnTo>
                  <a:lnTo>
                    <a:pt x="2317388" y="336429"/>
                  </a:lnTo>
                  <a:lnTo>
                    <a:pt x="2317372" y="336408"/>
                  </a:lnTo>
                  <a:lnTo>
                    <a:pt x="2317365" y="336394"/>
                  </a:lnTo>
                  <a:lnTo>
                    <a:pt x="2317354" y="336372"/>
                  </a:lnTo>
                  <a:lnTo>
                    <a:pt x="2317349" y="336347"/>
                  </a:lnTo>
                  <a:lnTo>
                    <a:pt x="2317347" y="336301"/>
                  </a:lnTo>
                  <a:lnTo>
                    <a:pt x="2317348" y="336277"/>
                  </a:lnTo>
                  <a:lnTo>
                    <a:pt x="2317341" y="336264"/>
                  </a:lnTo>
                  <a:lnTo>
                    <a:pt x="2317329" y="336244"/>
                  </a:lnTo>
                  <a:lnTo>
                    <a:pt x="2317305" y="336213"/>
                  </a:lnTo>
                  <a:lnTo>
                    <a:pt x="2317273" y="336188"/>
                  </a:lnTo>
                  <a:lnTo>
                    <a:pt x="2317235" y="336154"/>
                  </a:lnTo>
                  <a:lnTo>
                    <a:pt x="2317212" y="336134"/>
                  </a:lnTo>
                  <a:lnTo>
                    <a:pt x="2317195" y="336114"/>
                  </a:lnTo>
                  <a:lnTo>
                    <a:pt x="2317187" y="336100"/>
                  </a:lnTo>
                  <a:lnTo>
                    <a:pt x="2317179" y="336084"/>
                  </a:lnTo>
                  <a:lnTo>
                    <a:pt x="2317163" y="336061"/>
                  </a:lnTo>
                  <a:lnTo>
                    <a:pt x="2317129" y="336038"/>
                  </a:lnTo>
                  <a:lnTo>
                    <a:pt x="2317103" y="336022"/>
                  </a:lnTo>
                  <a:lnTo>
                    <a:pt x="2316992" y="335926"/>
                  </a:lnTo>
                  <a:lnTo>
                    <a:pt x="2316880" y="335847"/>
                  </a:lnTo>
                  <a:lnTo>
                    <a:pt x="2316781" y="335809"/>
                  </a:lnTo>
                  <a:lnTo>
                    <a:pt x="2316767" y="335798"/>
                  </a:lnTo>
                  <a:lnTo>
                    <a:pt x="2316728" y="335779"/>
                  </a:lnTo>
                  <a:lnTo>
                    <a:pt x="2316689" y="335761"/>
                  </a:lnTo>
                  <a:lnTo>
                    <a:pt x="2316643" y="335750"/>
                  </a:lnTo>
                  <a:lnTo>
                    <a:pt x="2316575" y="335740"/>
                  </a:lnTo>
                  <a:lnTo>
                    <a:pt x="2316519" y="335738"/>
                  </a:lnTo>
                  <a:lnTo>
                    <a:pt x="2316459" y="335736"/>
                  </a:lnTo>
                  <a:lnTo>
                    <a:pt x="2316406" y="335732"/>
                  </a:lnTo>
                  <a:lnTo>
                    <a:pt x="2316329" y="335733"/>
                  </a:lnTo>
                  <a:lnTo>
                    <a:pt x="2316279" y="335734"/>
                  </a:lnTo>
                  <a:lnTo>
                    <a:pt x="2316238" y="335738"/>
                  </a:lnTo>
                  <a:lnTo>
                    <a:pt x="2316191" y="335745"/>
                  </a:lnTo>
                  <a:lnTo>
                    <a:pt x="2316166" y="335757"/>
                  </a:lnTo>
                  <a:lnTo>
                    <a:pt x="2316130" y="335785"/>
                  </a:lnTo>
                  <a:lnTo>
                    <a:pt x="2316095" y="335802"/>
                  </a:lnTo>
                  <a:lnTo>
                    <a:pt x="2316070" y="335809"/>
                  </a:lnTo>
                  <a:lnTo>
                    <a:pt x="2316027" y="335821"/>
                  </a:lnTo>
                  <a:lnTo>
                    <a:pt x="2316003" y="335828"/>
                  </a:lnTo>
                  <a:lnTo>
                    <a:pt x="2315971" y="335847"/>
                  </a:lnTo>
                  <a:lnTo>
                    <a:pt x="2315939" y="335867"/>
                  </a:lnTo>
                  <a:lnTo>
                    <a:pt x="2315906" y="335888"/>
                  </a:lnTo>
                  <a:lnTo>
                    <a:pt x="2315877" y="335902"/>
                  </a:lnTo>
                  <a:lnTo>
                    <a:pt x="2315797" y="335938"/>
                  </a:lnTo>
                  <a:lnTo>
                    <a:pt x="2315777" y="335948"/>
                  </a:lnTo>
                  <a:lnTo>
                    <a:pt x="2315756" y="335957"/>
                  </a:lnTo>
                  <a:lnTo>
                    <a:pt x="2315721" y="335970"/>
                  </a:lnTo>
                  <a:lnTo>
                    <a:pt x="2315691" y="335980"/>
                  </a:lnTo>
                  <a:lnTo>
                    <a:pt x="2315647" y="335998"/>
                  </a:lnTo>
                  <a:lnTo>
                    <a:pt x="2315622" y="336006"/>
                  </a:lnTo>
                  <a:lnTo>
                    <a:pt x="2315587" y="336021"/>
                  </a:lnTo>
                  <a:lnTo>
                    <a:pt x="2315548" y="336038"/>
                  </a:lnTo>
                  <a:lnTo>
                    <a:pt x="2315515" y="336054"/>
                  </a:lnTo>
                  <a:lnTo>
                    <a:pt x="2315483" y="336068"/>
                  </a:lnTo>
                  <a:lnTo>
                    <a:pt x="2315459" y="336085"/>
                  </a:lnTo>
                  <a:lnTo>
                    <a:pt x="2315443" y="336097"/>
                  </a:lnTo>
                  <a:lnTo>
                    <a:pt x="2315419" y="336119"/>
                  </a:lnTo>
                  <a:lnTo>
                    <a:pt x="2315399" y="336141"/>
                  </a:lnTo>
                  <a:lnTo>
                    <a:pt x="2315386" y="336172"/>
                  </a:lnTo>
                  <a:lnTo>
                    <a:pt x="2315378" y="336194"/>
                  </a:lnTo>
                  <a:lnTo>
                    <a:pt x="2315368" y="336219"/>
                  </a:lnTo>
                  <a:lnTo>
                    <a:pt x="2315362" y="336244"/>
                  </a:lnTo>
                  <a:lnTo>
                    <a:pt x="2315355" y="336268"/>
                  </a:lnTo>
                  <a:lnTo>
                    <a:pt x="2315349" y="336293"/>
                  </a:lnTo>
                  <a:lnTo>
                    <a:pt x="2315343" y="336315"/>
                  </a:lnTo>
                  <a:lnTo>
                    <a:pt x="2315335" y="336338"/>
                  </a:lnTo>
                  <a:lnTo>
                    <a:pt x="2315326" y="336360"/>
                  </a:lnTo>
                  <a:lnTo>
                    <a:pt x="2315321" y="336385"/>
                  </a:lnTo>
                  <a:lnTo>
                    <a:pt x="2315313" y="336408"/>
                  </a:lnTo>
                  <a:lnTo>
                    <a:pt x="2315309" y="336433"/>
                  </a:lnTo>
                  <a:lnTo>
                    <a:pt x="2315306" y="336456"/>
                  </a:lnTo>
                  <a:lnTo>
                    <a:pt x="2315299" y="336478"/>
                  </a:lnTo>
                  <a:lnTo>
                    <a:pt x="2315295" y="336501"/>
                  </a:lnTo>
                  <a:lnTo>
                    <a:pt x="2315294" y="336507"/>
                  </a:lnTo>
                  <a:lnTo>
                    <a:pt x="2315291" y="336524"/>
                  </a:lnTo>
                  <a:lnTo>
                    <a:pt x="2315289" y="336548"/>
                  </a:lnTo>
                  <a:lnTo>
                    <a:pt x="2315286" y="336572"/>
                  </a:lnTo>
                  <a:lnTo>
                    <a:pt x="2315280" y="336599"/>
                  </a:lnTo>
                  <a:lnTo>
                    <a:pt x="2315275" y="336623"/>
                  </a:lnTo>
                  <a:lnTo>
                    <a:pt x="2315273" y="336647"/>
                  </a:lnTo>
                  <a:lnTo>
                    <a:pt x="2315270" y="336671"/>
                  </a:lnTo>
                  <a:lnTo>
                    <a:pt x="2315270" y="336695"/>
                  </a:lnTo>
                  <a:lnTo>
                    <a:pt x="2315271" y="336719"/>
                  </a:lnTo>
                  <a:lnTo>
                    <a:pt x="2315274" y="336745"/>
                  </a:lnTo>
                  <a:lnTo>
                    <a:pt x="2315277" y="336760"/>
                  </a:lnTo>
                  <a:lnTo>
                    <a:pt x="2315295" y="336792"/>
                  </a:lnTo>
                  <a:lnTo>
                    <a:pt x="2315310" y="336824"/>
                  </a:lnTo>
                  <a:lnTo>
                    <a:pt x="2315324" y="336844"/>
                  </a:lnTo>
                  <a:lnTo>
                    <a:pt x="2315332" y="336861"/>
                  </a:lnTo>
                  <a:lnTo>
                    <a:pt x="2315347" y="336889"/>
                  </a:lnTo>
                  <a:lnTo>
                    <a:pt x="2315359" y="336908"/>
                  </a:lnTo>
                  <a:lnTo>
                    <a:pt x="2315374" y="336939"/>
                  </a:lnTo>
                  <a:lnTo>
                    <a:pt x="2315386" y="336960"/>
                  </a:lnTo>
                  <a:lnTo>
                    <a:pt x="2315402" y="336986"/>
                  </a:lnTo>
                  <a:lnTo>
                    <a:pt x="2315415" y="337013"/>
                  </a:lnTo>
                  <a:lnTo>
                    <a:pt x="2315418" y="337040"/>
                  </a:lnTo>
                  <a:lnTo>
                    <a:pt x="2315422" y="337079"/>
                  </a:lnTo>
                  <a:lnTo>
                    <a:pt x="2315417" y="337105"/>
                  </a:lnTo>
                  <a:lnTo>
                    <a:pt x="2315410" y="337129"/>
                  </a:lnTo>
                  <a:lnTo>
                    <a:pt x="2315398" y="337152"/>
                  </a:lnTo>
                  <a:lnTo>
                    <a:pt x="2315382" y="337164"/>
                  </a:lnTo>
                  <a:lnTo>
                    <a:pt x="2315357" y="337175"/>
                  </a:lnTo>
                  <a:lnTo>
                    <a:pt x="2315332" y="337177"/>
                  </a:lnTo>
                  <a:lnTo>
                    <a:pt x="2315294" y="337175"/>
                  </a:lnTo>
                  <a:lnTo>
                    <a:pt x="2315263" y="337169"/>
                  </a:lnTo>
                  <a:lnTo>
                    <a:pt x="2315236" y="337165"/>
                  </a:lnTo>
                  <a:lnTo>
                    <a:pt x="2315211" y="337160"/>
                  </a:lnTo>
                  <a:lnTo>
                    <a:pt x="2315190" y="337154"/>
                  </a:lnTo>
                  <a:lnTo>
                    <a:pt x="2315162" y="337144"/>
                  </a:lnTo>
                  <a:lnTo>
                    <a:pt x="2315138" y="337132"/>
                  </a:lnTo>
                  <a:lnTo>
                    <a:pt x="2315109" y="337116"/>
                  </a:lnTo>
                  <a:lnTo>
                    <a:pt x="2315061" y="337090"/>
                  </a:lnTo>
                  <a:lnTo>
                    <a:pt x="2315027" y="337073"/>
                  </a:lnTo>
                  <a:lnTo>
                    <a:pt x="2314989" y="337055"/>
                  </a:lnTo>
                  <a:lnTo>
                    <a:pt x="2314948" y="337042"/>
                  </a:lnTo>
                  <a:lnTo>
                    <a:pt x="2314908" y="337038"/>
                  </a:lnTo>
                  <a:lnTo>
                    <a:pt x="2314866" y="337038"/>
                  </a:lnTo>
                  <a:lnTo>
                    <a:pt x="2314811" y="337042"/>
                  </a:lnTo>
                  <a:lnTo>
                    <a:pt x="2314789" y="337047"/>
                  </a:lnTo>
                  <a:lnTo>
                    <a:pt x="2314759" y="337058"/>
                  </a:lnTo>
                  <a:lnTo>
                    <a:pt x="2314730" y="337073"/>
                  </a:lnTo>
                  <a:lnTo>
                    <a:pt x="2314696" y="337099"/>
                  </a:lnTo>
                  <a:lnTo>
                    <a:pt x="2314670" y="337118"/>
                  </a:lnTo>
                  <a:lnTo>
                    <a:pt x="2314651" y="337144"/>
                  </a:lnTo>
                  <a:lnTo>
                    <a:pt x="2314615" y="337205"/>
                  </a:lnTo>
                  <a:lnTo>
                    <a:pt x="2314603" y="337229"/>
                  </a:lnTo>
                  <a:lnTo>
                    <a:pt x="2314585" y="337258"/>
                  </a:lnTo>
                  <a:lnTo>
                    <a:pt x="2314556" y="337308"/>
                  </a:lnTo>
                  <a:lnTo>
                    <a:pt x="2314540" y="337331"/>
                  </a:lnTo>
                  <a:lnTo>
                    <a:pt x="2314510" y="337372"/>
                  </a:lnTo>
                  <a:lnTo>
                    <a:pt x="2314479" y="337399"/>
                  </a:lnTo>
                  <a:lnTo>
                    <a:pt x="2314458" y="337422"/>
                  </a:lnTo>
                  <a:lnTo>
                    <a:pt x="2314434" y="337445"/>
                  </a:lnTo>
                  <a:lnTo>
                    <a:pt x="2314419" y="337467"/>
                  </a:lnTo>
                  <a:lnTo>
                    <a:pt x="2314406" y="337490"/>
                  </a:lnTo>
                  <a:lnTo>
                    <a:pt x="2314392" y="337523"/>
                  </a:lnTo>
                  <a:lnTo>
                    <a:pt x="2314383" y="337563"/>
                  </a:lnTo>
                  <a:lnTo>
                    <a:pt x="2314374" y="337599"/>
                  </a:lnTo>
                  <a:lnTo>
                    <a:pt x="2314368" y="337648"/>
                  </a:lnTo>
                  <a:lnTo>
                    <a:pt x="2314367" y="337695"/>
                  </a:lnTo>
                  <a:lnTo>
                    <a:pt x="2314371" y="337724"/>
                  </a:lnTo>
                  <a:lnTo>
                    <a:pt x="2314384" y="337751"/>
                  </a:lnTo>
                  <a:lnTo>
                    <a:pt x="2314390" y="337765"/>
                  </a:lnTo>
                  <a:lnTo>
                    <a:pt x="2314396" y="337784"/>
                  </a:lnTo>
                  <a:lnTo>
                    <a:pt x="2314411" y="337809"/>
                  </a:lnTo>
                  <a:lnTo>
                    <a:pt x="2314428" y="337831"/>
                  </a:lnTo>
                  <a:lnTo>
                    <a:pt x="2314440" y="337850"/>
                  </a:lnTo>
                  <a:lnTo>
                    <a:pt x="2314462" y="337872"/>
                  </a:lnTo>
                  <a:lnTo>
                    <a:pt x="2314491" y="337896"/>
                  </a:lnTo>
                  <a:lnTo>
                    <a:pt x="2314518" y="337921"/>
                  </a:lnTo>
                  <a:lnTo>
                    <a:pt x="2314564" y="337955"/>
                  </a:lnTo>
                  <a:lnTo>
                    <a:pt x="2314609" y="337985"/>
                  </a:lnTo>
                  <a:lnTo>
                    <a:pt x="2314646" y="338018"/>
                  </a:lnTo>
                  <a:lnTo>
                    <a:pt x="2314668" y="338040"/>
                  </a:lnTo>
                  <a:lnTo>
                    <a:pt x="2314704" y="338080"/>
                  </a:lnTo>
                  <a:lnTo>
                    <a:pt x="2314723" y="338097"/>
                  </a:lnTo>
                  <a:lnTo>
                    <a:pt x="2314746" y="338124"/>
                  </a:lnTo>
                  <a:lnTo>
                    <a:pt x="2314761" y="338138"/>
                  </a:lnTo>
                  <a:lnTo>
                    <a:pt x="2314786" y="338167"/>
                  </a:lnTo>
                  <a:lnTo>
                    <a:pt x="2314795" y="338185"/>
                  </a:lnTo>
                  <a:lnTo>
                    <a:pt x="2314807" y="338210"/>
                  </a:lnTo>
                  <a:lnTo>
                    <a:pt x="2314818" y="338239"/>
                  </a:lnTo>
                  <a:lnTo>
                    <a:pt x="2314819" y="338260"/>
                  </a:lnTo>
                  <a:lnTo>
                    <a:pt x="2314823" y="338293"/>
                  </a:lnTo>
                  <a:lnTo>
                    <a:pt x="2314825" y="338329"/>
                  </a:lnTo>
                  <a:lnTo>
                    <a:pt x="2314825" y="338364"/>
                  </a:lnTo>
                  <a:lnTo>
                    <a:pt x="2314820" y="338386"/>
                  </a:lnTo>
                  <a:lnTo>
                    <a:pt x="2314809" y="338410"/>
                  </a:lnTo>
                  <a:lnTo>
                    <a:pt x="2314786" y="338436"/>
                  </a:lnTo>
                  <a:lnTo>
                    <a:pt x="2314742" y="338475"/>
                  </a:lnTo>
                  <a:lnTo>
                    <a:pt x="2314709" y="338500"/>
                  </a:lnTo>
                  <a:lnTo>
                    <a:pt x="2314680" y="338518"/>
                  </a:lnTo>
                  <a:lnTo>
                    <a:pt x="2314675" y="338521"/>
                  </a:lnTo>
                  <a:lnTo>
                    <a:pt x="2314651" y="338531"/>
                  </a:lnTo>
                  <a:lnTo>
                    <a:pt x="2314624" y="338537"/>
                  </a:lnTo>
                  <a:lnTo>
                    <a:pt x="2314568" y="338537"/>
                  </a:lnTo>
                  <a:lnTo>
                    <a:pt x="2314552" y="338535"/>
                  </a:lnTo>
                  <a:lnTo>
                    <a:pt x="2314531" y="338529"/>
                  </a:lnTo>
                  <a:lnTo>
                    <a:pt x="2314510" y="338523"/>
                  </a:lnTo>
                  <a:lnTo>
                    <a:pt x="2314503" y="338518"/>
                  </a:lnTo>
                  <a:lnTo>
                    <a:pt x="2314475" y="338500"/>
                  </a:lnTo>
                  <a:lnTo>
                    <a:pt x="2314445" y="338487"/>
                  </a:lnTo>
                  <a:lnTo>
                    <a:pt x="2314405" y="338465"/>
                  </a:lnTo>
                  <a:lnTo>
                    <a:pt x="2314345" y="338434"/>
                  </a:lnTo>
                  <a:lnTo>
                    <a:pt x="2314295" y="338414"/>
                  </a:lnTo>
                  <a:lnTo>
                    <a:pt x="2314248" y="338399"/>
                  </a:lnTo>
                  <a:lnTo>
                    <a:pt x="2314197" y="338382"/>
                  </a:lnTo>
                  <a:lnTo>
                    <a:pt x="2314154" y="338369"/>
                  </a:lnTo>
                  <a:lnTo>
                    <a:pt x="2314112" y="338362"/>
                  </a:lnTo>
                  <a:lnTo>
                    <a:pt x="2314078" y="338357"/>
                  </a:lnTo>
                  <a:lnTo>
                    <a:pt x="2314037" y="338354"/>
                  </a:lnTo>
                  <a:lnTo>
                    <a:pt x="2313989" y="338355"/>
                  </a:lnTo>
                  <a:lnTo>
                    <a:pt x="2313950" y="338356"/>
                  </a:lnTo>
                  <a:lnTo>
                    <a:pt x="2313915" y="338363"/>
                  </a:lnTo>
                  <a:lnTo>
                    <a:pt x="2313898" y="338366"/>
                  </a:lnTo>
                  <a:lnTo>
                    <a:pt x="2313877" y="338370"/>
                  </a:lnTo>
                  <a:lnTo>
                    <a:pt x="2313848" y="338377"/>
                  </a:lnTo>
                  <a:lnTo>
                    <a:pt x="2313817" y="338387"/>
                  </a:lnTo>
                  <a:lnTo>
                    <a:pt x="2313798" y="338392"/>
                  </a:lnTo>
                  <a:lnTo>
                    <a:pt x="2313779" y="338403"/>
                  </a:lnTo>
                  <a:lnTo>
                    <a:pt x="2313760" y="338416"/>
                  </a:lnTo>
                  <a:lnTo>
                    <a:pt x="2313728" y="338438"/>
                  </a:lnTo>
                  <a:lnTo>
                    <a:pt x="2313710" y="338458"/>
                  </a:lnTo>
                  <a:lnTo>
                    <a:pt x="2313698" y="338477"/>
                  </a:lnTo>
                  <a:lnTo>
                    <a:pt x="2313688" y="338505"/>
                  </a:lnTo>
                  <a:lnTo>
                    <a:pt x="2313685" y="338517"/>
                  </a:lnTo>
                  <a:lnTo>
                    <a:pt x="2313678" y="338551"/>
                  </a:lnTo>
                  <a:lnTo>
                    <a:pt x="2313673" y="338591"/>
                  </a:lnTo>
                  <a:lnTo>
                    <a:pt x="2313668" y="338621"/>
                  </a:lnTo>
                  <a:lnTo>
                    <a:pt x="2313671" y="338666"/>
                  </a:lnTo>
                  <a:lnTo>
                    <a:pt x="2313675" y="338707"/>
                  </a:lnTo>
                  <a:lnTo>
                    <a:pt x="2313678" y="338728"/>
                  </a:lnTo>
                  <a:lnTo>
                    <a:pt x="2313691" y="338763"/>
                  </a:lnTo>
                  <a:lnTo>
                    <a:pt x="2313697" y="338781"/>
                  </a:lnTo>
                  <a:lnTo>
                    <a:pt x="2313708" y="338804"/>
                  </a:lnTo>
                  <a:lnTo>
                    <a:pt x="2313719" y="338822"/>
                  </a:lnTo>
                  <a:lnTo>
                    <a:pt x="2313734" y="338844"/>
                  </a:lnTo>
                  <a:lnTo>
                    <a:pt x="2313745" y="338862"/>
                  </a:lnTo>
                  <a:lnTo>
                    <a:pt x="2313754" y="338873"/>
                  </a:lnTo>
                  <a:lnTo>
                    <a:pt x="2313769" y="338892"/>
                  </a:lnTo>
                  <a:lnTo>
                    <a:pt x="2313779" y="338910"/>
                  </a:lnTo>
                  <a:lnTo>
                    <a:pt x="2313791" y="338929"/>
                  </a:lnTo>
                  <a:lnTo>
                    <a:pt x="2313806" y="338954"/>
                  </a:lnTo>
                  <a:lnTo>
                    <a:pt x="2313818" y="338974"/>
                  </a:lnTo>
                  <a:lnTo>
                    <a:pt x="2313832" y="339002"/>
                  </a:lnTo>
                  <a:lnTo>
                    <a:pt x="2313843" y="339023"/>
                  </a:lnTo>
                  <a:lnTo>
                    <a:pt x="2313860" y="339051"/>
                  </a:lnTo>
                  <a:lnTo>
                    <a:pt x="2313868" y="339073"/>
                  </a:lnTo>
                  <a:lnTo>
                    <a:pt x="2313882" y="339104"/>
                  </a:lnTo>
                  <a:lnTo>
                    <a:pt x="2313885" y="339123"/>
                  </a:lnTo>
                  <a:lnTo>
                    <a:pt x="2313882" y="339151"/>
                  </a:lnTo>
                  <a:lnTo>
                    <a:pt x="2313874" y="339167"/>
                  </a:lnTo>
                  <a:lnTo>
                    <a:pt x="2313857" y="339192"/>
                  </a:lnTo>
                  <a:lnTo>
                    <a:pt x="2313835" y="339226"/>
                  </a:lnTo>
                  <a:lnTo>
                    <a:pt x="2313813" y="339255"/>
                  </a:lnTo>
                  <a:lnTo>
                    <a:pt x="2313801" y="339277"/>
                  </a:lnTo>
                  <a:lnTo>
                    <a:pt x="2313791" y="339300"/>
                  </a:lnTo>
                  <a:lnTo>
                    <a:pt x="2313782" y="339328"/>
                  </a:lnTo>
                  <a:lnTo>
                    <a:pt x="2313775" y="339355"/>
                  </a:lnTo>
                  <a:lnTo>
                    <a:pt x="2313774" y="339372"/>
                  </a:lnTo>
                  <a:lnTo>
                    <a:pt x="2313768" y="339401"/>
                  </a:lnTo>
                  <a:lnTo>
                    <a:pt x="2313764" y="339422"/>
                  </a:lnTo>
                  <a:lnTo>
                    <a:pt x="2313755" y="339451"/>
                  </a:lnTo>
                  <a:lnTo>
                    <a:pt x="2313748" y="339476"/>
                  </a:lnTo>
                  <a:lnTo>
                    <a:pt x="2313738" y="339503"/>
                  </a:lnTo>
                  <a:lnTo>
                    <a:pt x="2313735" y="339544"/>
                  </a:lnTo>
                  <a:lnTo>
                    <a:pt x="2313732" y="339590"/>
                  </a:lnTo>
                  <a:lnTo>
                    <a:pt x="2313732" y="339621"/>
                  </a:lnTo>
                  <a:lnTo>
                    <a:pt x="2313742" y="339645"/>
                  </a:lnTo>
                  <a:lnTo>
                    <a:pt x="2313746" y="339658"/>
                  </a:lnTo>
                  <a:lnTo>
                    <a:pt x="2313758" y="339682"/>
                  </a:lnTo>
                  <a:lnTo>
                    <a:pt x="2313770" y="339710"/>
                  </a:lnTo>
                  <a:lnTo>
                    <a:pt x="2313779" y="339731"/>
                  </a:lnTo>
                  <a:lnTo>
                    <a:pt x="2313783" y="339770"/>
                  </a:lnTo>
                  <a:lnTo>
                    <a:pt x="2313785" y="339816"/>
                  </a:lnTo>
                  <a:lnTo>
                    <a:pt x="2313786" y="339858"/>
                  </a:lnTo>
                  <a:lnTo>
                    <a:pt x="2313781" y="339886"/>
                  </a:lnTo>
                  <a:lnTo>
                    <a:pt x="2313772" y="339926"/>
                  </a:lnTo>
                  <a:lnTo>
                    <a:pt x="2313766" y="339959"/>
                  </a:lnTo>
                  <a:lnTo>
                    <a:pt x="2313759" y="339991"/>
                  </a:lnTo>
                  <a:lnTo>
                    <a:pt x="2313754" y="340021"/>
                  </a:lnTo>
                  <a:lnTo>
                    <a:pt x="2313758" y="340054"/>
                  </a:lnTo>
                  <a:lnTo>
                    <a:pt x="2313765" y="340094"/>
                  </a:lnTo>
                  <a:lnTo>
                    <a:pt x="2313774" y="340135"/>
                  </a:lnTo>
                  <a:lnTo>
                    <a:pt x="2313785" y="340172"/>
                  </a:lnTo>
                  <a:lnTo>
                    <a:pt x="2313797" y="340205"/>
                  </a:lnTo>
                  <a:lnTo>
                    <a:pt x="2313815" y="340233"/>
                  </a:lnTo>
                  <a:lnTo>
                    <a:pt x="2313831" y="340256"/>
                  </a:lnTo>
                  <a:lnTo>
                    <a:pt x="2313845" y="340272"/>
                  </a:lnTo>
                  <a:lnTo>
                    <a:pt x="2313878" y="340296"/>
                  </a:lnTo>
                  <a:lnTo>
                    <a:pt x="2313902" y="340311"/>
                  </a:lnTo>
                  <a:lnTo>
                    <a:pt x="2313934" y="340329"/>
                  </a:lnTo>
                  <a:lnTo>
                    <a:pt x="2313977" y="340350"/>
                  </a:lnTo>
                  <a:lnTo>
                    <a:pt x="2314009" y="340362"/>
                  </a:lnTo>
                  <a:lnTo>
                    <a:pt x="2314056" y="340376"/>
                  </a:lnTo>
                  <a:lnTo>
                    <a:pt x="2314083" y="340384"/>
                  </a:lnTo>
                  <a:lnTo>
                    <a:pt x="2314114" y="340386"/>
                  </a:lnTo>
                  <a:lnTo>
                    <a:pt x="2314152" y="340388"/>
                  </a:lnTo>
                  <a:lnTo>
                    <a:pt x="2314233" y="340384"/>
                  </a:lnTo>
                  <a:lnTo>
                    <a:pt x="2314256" y="340380"/>
                  </a:lnTo>
                  <a:lnTo>
                    <a:pt x="2314282" y="340373"/>
                  </a:lnTo>
                  <a:lnTo>
                    <a:pt x="2314305" y="340370"/>
                  </a:lnTo>
                  <a:lnTo>
                    <a:pt x="2314332" y="340364"/>
                  </a:lnTo>
                  <a:lnTo>
                    <a:pt x="2314375" y="340355"/>
                  </a:lnTo>
                  <a:lnTo>
                    <a:pt x="2314414" y="340347"/>
                  </a:lnTo>
                  <a:lnTo>
                    <a:pt x="2314462" y="340332"/>
                  </a:lnTo>
                  <a:lnTo>
                    <a:pt x="2314505" y="340322"/>
                  </a:lnTo>
                  <a:lnTo>
                    <a:pt x="2314548" y="340310"/>
                  </a:lnTo>
                  <a:lnTo>
                    <a:pt x="2314581" y="340304"/>
                  </a:lnTo>
                  <a:lnTo>
                    <a:pt x="2314613" y="340303"/>
                  </a:lnTo>
                  <a:lnTo>
                    <a:pt x="2314670" y="340303"/>
                  </a:lnTo>
                  <a:lnTo>
                    <a:pt x="2314732" y="340300"/>
                  </a:lnTo>
                  <a:lnTo>
                    <a:pt x="2314769" y="340300"/>
                  </a:lnTo>
                  <a:lnTo>
                    <a:pt x="2314800" y="340304"/>
                  </a:lnTo>
                  <a:lnTo>
                    <a:pt x="2314833" y="340312"/>
                  </a:lnTo>
                  <a:lnTo>
                    <a:pt x="2314849" y="340317"/>
                  </a:lnTo>
                  <a:lnTo>
                    <a:pt x="2314880" y="340333"/>
                  </a:lnTo>
                  <a:lnTo>
                    <a:pt x="2314909" y="340348"/>
                  </a:lnTo>
                  <a:lnTo>
                    <a:pt x="2314940" y="340371"/>
                  </a:lnTo>
                  <a:lnTo>
                    <a:pt x="2314970" y="340394"/>
                  </a:lnTo>
                  <a:lnTo>
                    <a:pt x="2315014" y="340435"/>
                  </a:lnTo>
                  <a:lnTo>
                    <a:pt x="2315037" y="340463"/>
                  </a:lnTo>
                  <a:lnTo>
                    <a:pt x="2315080" y="340517"/>
                  </a:lnTo>
                  <a:lnTo>
                    <a:pt x="2315113" y="340570"/>
                  </a:lnTo>
                  <a:lnTo>
                    <a:pt x="2315132" y="340610"/>
                  </a:lnTo>
                  <a:lnTo>
                    <a:pt x="2315148" y="340648"/>
                  </a:lnTo>
                  <a:lnTo>
                    <a:pt x="2315166" y="340689"/>
                  </a:lnTo>
                  <a:lnTo>
                    <a:pt x="2315177" y="340727"/>
                  </a:lnTo>
                  <a:lnTo>
                    <a:pt x="2315188" y="340759"/>
                  </a:lnTo>
                  <a:lnTo>
                    <a:pt x="2315195" y="340793"/>
                  </a:lnTo>
                  <a:lnTo>
                    <a:pt x="2315200" y="340834"/>
                  </a:lnTo>
                  <a:lnTo>
                    <a:pt x="2315200" y="340866"/>
                  </a:lnTo>
                  <a:lnTo>
                    <a:pt x="2315194" y="340896"/>
                  </a:lnTo>
                  <a:lnTo>
                    <a:pt x="2315181" y="340941"/>
                  </a:lnTo>
                  <a:lnTo>
                    <a:pt x="2315170" y="340963"/>
                  </a:lnTo>
                  <a:lnTo>
                    <a:pt x="2315147" y="340999"/>
                  </a:lnTo>
                  <a:lnTo>
                    <a:pt x="2315129" y="341026"/>
                  </a:lnTo>
                  <a:lnTo>
                    <a:pt x="2315101" y="341059"/>
                  </a:lnTo>
                  <a:lnTo>
                    <a:pt x="2315068" y="341088"/>
                  </a:lnTo>
                  <a:lnTo>
                    <a:pt x="2315041" y="341105"/>
                  </a:lnTo>
                  <a:lnTo>
                    <a:pt x="2314965" y="341136"/>
                  </a:lnTo>
                  <a:lnTo>
                    <a:pt x="2314915" y="341151"/>
                  </a:lnTo>
                  <a:lnTo>
                    <a:pt x="2314873" y="341161"/>
                  </a:lnTo>
                  <a:lnTo>
                    <a:pt x="2314823" y="341163"/>
                  </a:lnTo>
                  <a:lnTo>
                    <a:pt x="2314769" y="341156"/>
                  </a:lnTo>
                  <a:lnTo>
                    <a:pt x="2314709" y="341140"/>
                  </a:lnTo>
                  <a:lnTo>
                    <a:pt x="2314682" y="341127"/>
                  </a:lnTo>
                  <a:lnTo>
                    <a:pt x="2314656" y="341106"/>
                  </a:lnTo>
                  <a:lnTo>
                    <a:pt x="2314636" y="341089"/>
                  </a:lnTo>
                  <a:lnTo>
                    <a:pt x="2314605" y="341053"/>
                  </a:lnTo>
                  <a:lnTo>
                    <a:pt x="2314591" y="341033"/>
                  </a:lnTo>
                  <a:lnTo>
                    <a:pt x="2314564" y="340996"/>
                  </a:lnTo>
                  <a:lnTo>
                    <a:pt x="2314544" y="340979"/>
                  </a:lnTo>
                  <a:lnTo>
                    <a:pt x="2314483" y="340921"/>
                  </a:lnTo>
                  <a:lnTo>
                    <a:pt x="2314442" y="340881"/>
                  </a:lnTo>
                  <a:lnTo>
                    <a:pt x="2314403" y="340852"/>
                  </a:lnTo>
                  <a:lnTo>
                    <a:pt x="2314361" y="340826"/>
                  </a:lnTo>
                  <a:lnTo>
                    <a:pt x="2314339" y="340812"/>
                  </a:lnTo>
                  <a:lnTo>
                    <a:pt x="2314304" y="340801"/>
                  </a:lnTo>
                  <a:lnTo>
                    <a:pt x="2314279" y="340800"/>
                  </a:lnTo>
                  <a:lnTo>
                    <a:pt x="2314254" y="340802"/>
                  </a:lnTo>
                  <a:lnTo>
                    <a:pt x="2314234" y="340809"/>
                  </a:lnTo>
                  <a:lnTo>
                    <a:pt x="2314194" y="340814"/>
                  </a:lnTo>
                  <a:lnTo>
                    <a:pt x="2314086" y="340828"/>
                  </a:lnTo>
                  <a:lnTo>
                    <a:pt x="2314051" y="340832"/>
                  </a:lnTo>
                  <a:lnTo>
                    <a:pt x="2313896" y="340840"/>
                  </a:lnTo>
                  <a:lnTo>
                    <a:pt x="2313798" y="340883"/>
                  </a:lnTo>
                  <a:lnTo>
                    <a:pt x="2313749" y="340927"/>
                  </a:lnTo>
                  <a:lnTo>
                    <a:pt x="2313731" y="340976"/>
                  </a:lnTo>
                  <a:lnTo>
                    <a:pt x="2313740" y="341063"/>
                  </a:lnTo>
                  <a:lnTo>
                    <a:pt x="2313741" y="341069"/>
                  </a:lnTo>
                  <a:lnTo>
                    <a:pt x="2313748" y="341085"/>
                  </a:lnTo>
                  <a:lnTo>
                    <a:pt x="2313761" y="341110"/>
                  </a:lnTo>
                  <a:lnTo>
                    <a:pt x="2313781" y="341146"/>
                  </a:lnTo>
                  <a:lnTo>
                    <a:pt x="2313795" y="341169"/>
                  </a:lnTo>
                  <a:lnTo>
                    <a:pt x="2313809" y="341193"/>
                  </a:lnTo>
                  <a:lnTo>
                    <a:pt x="2313828" y="341223"/>
                  </a:lnTo>
                  <a:lnTo>
                    <a:pt x="2313848" y="341249"/>
                  </a:lnTo>
                  <a:lnTo>
                    <a:pt x="2313861" y="341266"/>
                  </a:lnTo>
                  <a:lnTo>
                    <a:pt x="2313877" y="341296"/>
                  </a:lnTo>
                  <a:lnTo>
                    <a:pt x="2313892" y="341325"/>
                  </a:lnTo>
                  <a:lnTo>
                    <a:pt x="2313905" y="341363"/>
                  </a:lnTo>
                  <a:lnTo>
                    <a:pt x="2313912" y="341391"/>
                  </a:lnTo>
                  <a:lnTo>
                    <a:pt x="2313915" y="341416"/>
                  </a:lnTo>
                  <a:lnTo>
                    <a:pt x="2313914" y="341437"/>
                  </a:lnTo>
                  <a:lnTo>
                    <a:pt x="2313910" y="341447"/>
                  </a:lnTo>
                  <a:lnTo>
                    <a:pt x="2313906" y="341468"/>
                  </a:lnTo>
                  <a:lnTo>
                    <a:pt x="2313900" y="341486"/>
                  </a:lnTo>
                  <a:lnTo>
                    <a:pt x="2313885" y="341507"/>
                  </a:lnTo>
                  <a:lnTo>
                    <a:pt x="2313865" y="341533"/>
                  </a:lnTo>
                  <a:lnTo>
                    <a:pt x="2313842" y="341553"/>
                  </a:lnTo>
                  <a:lnTo>
                    <a:pt x="2313796" y="341595"/>
                  </a:lnTo>
                  <a:lnTo>
                    <a:pt x="2313745" y="341645"/>
                  </a:lnTo>
                  <a:lnTo>
                    <a:pt x="2313725" y="341664"/>
                  </a:lnTo>
                  <a:lnTo>
                    <a:pt x="2313711" y="341679"/>
                  </a:lnTo>
                  <a:lnTo>
                    <a:pt x="2313700" y="341697"/>
                  </a:lnTo>
                  <a:lnTo>
                    <a:pt x="2313679" y="341723"/>
                  </a:lnTo>
                  <a:lnTo>
                    <a:pt x="2313658" y="341754"/>
                  </a:lnTo>
                  <a:lnTo>
                    <a:pt x="2313642" y="341779"/>
                  </a:lnTo>
                  <a:lnTo>
                    <a:pt x="2313626" y="341811"/>
                  </a:lnTo>
                  <a:lnTo>
                    <a:pt x="2313612" y="341840"/>
                  </a:lnTo>
                  <a:lnTo>
                    <a:pt x="2313603" y="341869"/>
                  </a:lnTo>
                  <a:lnTo>
                    <a:pt x="2313599" y="341890"/>
                  </a:lnTo>
                  <a:lnTo>
                    <a:pt x="2313602" y="341924"/>
                  </a:lnTo>
                  <a:lnTo>
                    <a:pt x="2313604" y="341942"/>
                  </a:lnTo>
                  <a:lnTo>
                    <a:pt x="2313612" y="341959"/>
                  </a:lnTo>
                  <a:lnTo>
                    <a:pt x="2313623" y="341987"/>
                  </a:lnTo>
                  <a:lnTo>
                    <a:pt x="2313634" y="342008"/>
                  </a:lnTo>
                  <a:lnTo>
                    <a:pt x="2313646" y="342031"/>
                  </a:lnTo>
                  <a:lnTo>
                    <a:pt x="2313672" y="342059"/>
                  </a:lnTo>
                  <a:lnTo>
                    <a:pt x="2313685" y="342069"/>
                  </a:lnTo>
                  <a:lnTo>
                    <a:pt x="2313707" y="342082"/>
                  </a:lnTo>
                  <a:lnTo>
                    <a:pt x="2313732" y="342094"/>
                  </a:lnTo>
                  <a:lnTo>
                    <a:pt x="2313762" y="342104"/>
                  </a:lnTo>
                  <a:lnTo>
                    <a:pt x="2313801" y="342113"/>
                  </a:lnTo>
                  <a:lnTo>
                    <a:pt x="2313855" y="342123"/>
                  </a:lnTo>
                  <a:lnTo>
                    <a:pt x="2313880" y="342129"/>
                  </a:lnTo>
                  <a:lnTo>
                    <a:pt x="2313911" y="342134"/>
                  </a:lnTo>
                  <a:lnTo>
                    <a:pt x="2313928" y="342139"/>
                  </a:lnTo>
                  <a:lnTo>
                    <a:pt x="2313958" y="342146"/>
                  </a:lnTo>
                  <a:lnTo>
                    <a:pt x="2313982" y="342153"/>
                  </a:lnTo>
                  <a:lnTo>
                    <a:pt x="2314017" y="342164"/>
                  </a:lnTo>
                  <a:lnTo>
                    <a:pt x="2314043" y="342173"/>
                  </a:lnTo>
                  <a:lnTo>
                    <a:pt x="2314087" y="342186"/>
                  </a:lnTo>
                  <a:lnTo>
                    <a:pt x="2314126" y="342199"/>
                  </a:lnTo>
                  <a:lnTo>
                    <a:pt x="2314173" y="342214"/>
                  </a:lnTo>
                  <a:lnTo>
                    <a:pt x="2314196" y="342222"/>
                  </a:lnTo>
                  <a:lnTo>
                    <a:pt x="2314218" y="342228"/>
                  </a:lnTo>
                  <a:lnTo>
                    <a:pt x="2314259" y="342239"/>
                  </a:lnTo>
                  <a:lnTo>
                    <a:pt x="2314288" y="342247"/>
                  </a:lnTo>
                  <a:lnTo>
                    <a:pt x="2314311" y="342255"/>
                  </a:lnTo>
                  <a:lnTo>
                    <a:pt x="2314328" y="342259"/>
                  </a:lnTo>
                  <a:lnTo>
                    <a:pt x="2314344" y="342267"/>
                  </a:lnTo>
                  <a:lnTo>
                    <a:pt x="2314358" y="342275"/>
                  </a:lnTo>
                  <a:lnTo>
                    <a:pt x="2314373" y="342286"/>
                  </a:lnTo>
                  <a:lnTo>
                    <a:pt x="2314388" y="342302"/>
                  </a:lnTo>
                  <a:lnTo>
                    <a:pt x="2314409" y="342327"/>
                  </a:lnTo>
                  <a:lnTo>
                    <a:pt x="2314422" y="342344"/>
                  </a:lnTo>
                  <a:lnTo>
                    <a:pt x="2314446" y="342386"/>
                  </a:lnTo>
                  <a:lnTo>
                    <a:pt x="2314451" y="342398"/>
                  </a:lnTo>
                  <a:lnTo>
                    <a:pt x="2314461" y="342422"/>
                  </a:lnTo>
                  <a:lnTo>
                    <a:pt x="2314469" y="342447"/>
                  </a:lnTo>
                  <a:lnTo>
                    <a:pt x="2314486" y="342495"/>
                  </a:lnTo>
                  <a:lnTo>
                    <a:pt x="2314495" y="342528"/>
                  </a:lnTo>
                  <a:lnTo>
                    <a:pt x="2314494" y="342569"/>
                  </a:lnTo>
                  <a:lnTo>
                    <a:pt x="2314490" y="342618"/>
                  </a:lnTo>
                  <a:lnTo>
                    <a:pt x="2314485" y="342637"/>
                  </a:lnTo>
                  <a:lnTo>
                    <a:pt x="2314477" y="342666"/>
                  </a:lnTo>
                  <a:lnTo>
                    <a:pt x="2314466" y="342693"/>
                  </a:lnTo>
                  <a:lnTo>
                    <a:pt x="2314448" y="342720"/>
                  </a:lnTo>
                  <a:lnTo>
                    <a:pt x="2314428" y="342741"/>
                  </a:lnTo>
                  <a:lnTo>
                    <a:pt x="2314410" y="342754"/>
                  </a:lnTo>
                  <a:lnTo>
                    <a:pt x="2314380" y="342764"/>
                  </a:lnTo>
                  <a:lnTo>
                    <a:pt x="2314346" y="342769"/>
                  </a:lnTo>
                  <a:lnTo>
                    <a:pt x="2314262" y="342769"/>
                  </a:lnTo>
                  <a:lnTo>
                    <a:pt x="2314231" y="342767"/>
                  </a:lnTo>
                  <a:lnTo>
                    <a:pt x="2314194" y="342760"/>
                  </a:lnTo>
                  <a:lnTo>
                    <a:pt x="2314169" y="342753"/>
                  </a:lnTo>
                  <a:lnTo>
                    <a:pt x="2314125" y="342737"/>
                  </a:lnTo>
                  <a:lnTo>
                    <a:pt x="2314095" y="342726"/>
                  </a:lnTo>
                  <a:lnTo>
                    <a:pt x="2314045" y="342722"/>
                  </a:lnTo>
                  <a:lnTo>
                    <a:pt x="2314014" y="342719"/>
                  </a:lnTo>
                  <a:lnTo>
                    <a:pt x="2313966" y="342723"/>
                  </a:lnTo>
                  <a:lnTo>
                    <a:pt x="2313940" y="342727"/>
                  </a:lnTo>
                  <a:lnTo>
                    <a:pt x="2313914" y="342739"/>
                  </a:lnTo>
                  <a:lnTo>
                    <a:pt x="2313890" y="342752"/>
                  </a:lnTo>
                  <a:lnTo>
                    <a:pt x="2313844" y="342777"/>
                  </a:lnTo>
                  <a:lnTo>
                    <a:pt x="2313818" y="342791"/>
                  </a:lnTo>
                  <a:lnTo>
                    <a:pt x="2313791" y="342804"/>
                  </a:lnTo>
                  <a:lnTo>
                    <a:pt x="2313740" y="342824"/>
                  </a:lnTo>
                  <a:lnTo>
                    <a:pt x="2313705" y="342836"/>
                  </a:lnTo>
                  <a:lnTo>
                    <a:pt x="2313680" y="342838"/>
                  </a:lnTo>
                  <a:lnTo>
                    <a:pt x="2313639" y="342850"/>
                  </a:lnTo>
                  <a:lnTo>
                    <a:pt x="2313607" y="342856"/>
                  </a:lnTo>
                  <a:lnTo>
                    <a:pt x="2313586" y="342869"/>
                  </a:lnTo>
                  <a:lnTo>
                    <a:pt x="2313550" y="342891"/>
                  </a:lnTo>
                  <a:lnTo>
                    <a:pt x="2313514" y="342912"/>
                  </a:lnTo>
                  <a:lnTo>
                    <a:pt x="2313483" y="342931"/>
                  </a:lnTo>
                  <a:lnTo>
                    <a:pt x="2313456" y="342943"/>
                  </a:lnTo>
                  <a:lnTo>
                    <a:pt x="2313419" y="342961"/>
                  </a:lnTo>
                  <a:lnTo>
                    <a:pt x="2313397" y="342968"/>
                  </a:lnTo>
                  <a:lnTo>
                    <a:pt x="2313349" y="342988"/>
                  </a:lnTo>
                  <a:lnTo>
                    <a:pt x="2313322" y="342998"/>
                  </a:lnTo>
                  <a:lnTo>
                    <a:pt x="2313271" y="343010"/>
                  </a:lnTo>
                  <a:lnTo>
                    <a:pt x="2313238" y="343021"/>
                  </a:lnTo>
                  <a:lnTo>
                    <a:pt x="2313219" y="343031"/>
                  </a:lnTo>
                  <a:lnTo>
                    <a:pt x="2313192" y="343057"/>
                  </a:lnTo>
                  <a:lnTo>
                    <a:pt x="2313143" y="343112"/>
                  </a:lnTo>
                  <a:lnTo>
                    <a:pt x="2313121" y="343138"/>
                  </a:lnTo>
                  <a:lnTo>
                    <a:pt x="2313092" y="343168"/>
                  </a:lnTo>
                  <a:lnTo>
                    <a:pt x="2313069" y="343190"/>
                  </a:lnTo>
                  <a:lnTo>
                    <a:pt x="2313042" y="343222"/>
                  </a:lnTo>
                  <a:lnTo>
                    <a:pt x="2313028" y="343266"/>
                  </a:lnTo>
                  <a:lnTo>
                    <a:pt x="2313012" y="343301"/>
                  </a:lnTo>
                  <a:lnTo>
                    <a:pt x="2313000" y="343328"/>
                  </a:lnTo>
                  <a:lnTo>
                    <a:pt x="2312979" y="343362"/>
                  </a:lnTo>
                  <a:lnTo>
                    <a:pt x="2312972" y="343371"/>
                  </a:lnTo>
                  <a:lnTo>
                    <a:pt x="2312963" y="343390"/>
                  </a:lnTo>
                  <a:lnTo>
                    <a:pt x="2312948" y="343412"/>
                  </a:lnTo>
                  <a:lnTo>
                    <a:pt x="2312928" y="343430"/>
                  </a:lnTo>
                  <a:lnTo>
                    <a:pt x="2312902" y="343453"/>
                  </a:lnTo>
                  <a:lnTo>
                    <a:pt x="2312865" y="343482"/>
                  </a:lnTo>
                  <a:lnTo>
                    <a:pt x="2312824" y="343510"/>
                  </a:lnTo>
                  <a:lnTo>
                    <a:pt x="2312790" y="343533"/>
                  </a:lnTo>
                  <a:lnTo>
                    <a:pt x="2312761" y="343552"/>
                  </a:lnTo>
                  <a:lnTo>
                    <a:pt x="2312741" y="343565"/>
                  </a:lnTo>
                  <a:lnTo>
                    <a:pt x="2312723" y="343591"/>
                  </a:lnTo>
                  <a:lnTo>
                    <a:pt x="2312712" y="343617"/>
                  </a:lnTo>
                  <a:lnTo>
                    <a:pt x="2312712" y="343638"/>
                  </a:lnTo>
                  <a:lnTo>
                    <a:pt x="2312711" y="343663"/>
                  </a:lnTo>
                  <a:lnTo>
                    <a:pt x="2312715" y="343708"/>
                  </a:lnTo>
                  <a:lnTo>
                    <a:pt x="2312718" y="343756"/>
                  </a:lnTo>
                  <a:lnTo>
                    <a:pt x="2312724" y="343805"/>
                  </a:lnTo>
                  <a:lnTo>
                    <a:pt x="2312724" y="343849"/>
                  </a:lnTo>
                  <a:lnTo>
                    <a:pt x="2312724" y="343894"/>
                  </a:lnTo>
                  <a:lnTo>
                    <a:pt x="2312723" y="343911"/>
                  </a:lnTo>
                  <a:lnTo>
                    <a:pt x="2312714" y="343936"/>
                  </a:lnTo>
                  <a:lnTo>
                    <a:pt x="2312679" y="343992"/>
                  </a:lnTo>
                  <a:lnTo>
                    <a:pt x="2312656" y="344036"/>
                  </a:lnTo>
                  <a:lnTo>
                    <a:pt x="2312620" y="344074"/>
                  </a:lnTo>
                  <a:lnTo>
                    <a:pt x="2312576" y="344117"/>
                  </a:lnTo>
                  <a:lnTo>
                    <a:pt x="2312530" y="344163"/>
                  </a:lnTo>
                  <a:lnTo>
                    <a:pt x="2312504" y="344187"/>
                  </a:lnTo>
                  <a:lnTo>
                    <a:pt x="2312469" y="344219"/>
                  </a:lnTo>
                  <a:lnTo>
                    <a:pt x="2312425" y="344259"/>
                  </a:lnTo>
                  <a:lnTo>
                    <a:pt x="2312390" y="344288"/>
                  </a:lnTo>
                  <a:lnTo>
                    <a:pt x="2312366" y="344308"/>
                  </a:lnTo>
                  <a:lnTo>
                    <a:pt x="2312341" y="344327"/>
                  </a:lnTo>
                  <a:lnTo>
                    <a:pt x="2312305" y="344359"/>
                  </a:lnTo>
                  <a:lnTo>
                    <a:pt x="2312262" y="344397"/>
                  </a:lnTo>
                  <a:lnTo>
                    <a:pt x="2312236" y="344432"/>
                  </a:lnTo>
                  <a:lnTo>
                    <a:pt x="2312223" y="344451"/>
                  </a:lnTo>
                  <a:lnTo>
                    <a:pt x="2312207" y="344479"/>
                  </a:lnTo>
                  <a:lnTo>
                    <a:pt x="2312200" y="344502"/>
                  </a:lnTo>
                  <a:lnTo>
                    <a:pt x="2312192" y="344530"/>
                  </a:lnTo>
                  <a:lnTo>
                    <a:pt x="2312190" y="344552"/>
                  </a:lnTo>
                  <a:lnTo>
                    <a:pt x="2312193" y="344574"/>
                  </a:lnTo>
                  <a:lnTo>
                    <a:pt x="2312195" y="344598"/>
                  </a:lnTo>
                  <a:lnTo>
                    <a:pt x="2312201" y="344608"/>
                  </a:lnTo>
                  <a:lnTo>
                    <a:pt x="2312209" y="344626"/>
                  </a:lnTo>
                  <a:lnTo>
                    <a:pt x="2312216" y="344643"/>
                  </a:lnTo>
                  <a:lnTo>
                    <a:pt x="2312225" y="344657"/>
                  </a:lnTo>
                  <a:lnTo>
                    <a:pt x="2312238" y="344672"/>
                  </a:lnTo>
                  <a:lnTo>
                    <a:pt x="2312251" y="344688"/>
                  </a:lnTo>
                  <a:lnTo>
                    <a:pt x="2312284" y="344707"/>
                  </a:lnTo>
                  <a:lnTo>
                    <a:pt x="2312314" y="344724"/>
                  </a:lnTo>
                  <a:lnTo>
                    <a:pt x="2312329" y="344730"/>
                  </a:lnTo>
                  <a:lnTo>
                    <a:pt x="2312374" y="344740"/>
                  </a:lnTo>
                  <a:lnTo>
                    <a:pt x="2312389" y="344741"/>
                  </a:lnTo>
                  <a:lnTo>
                    <a:pt x="2312439" y="344740"/>
                  </a:lnTo>
                  <a:lnTo>
                    <a:pt x="2312474" y="344736"/>
                  </a:lnTo>
                  <a:lnTo>
                    <a:pt x="2312490" y="344732"/>
                  </a:lnTo>
                  <a:lnTo>
                    <a:pt x="2312534" y="344717"/>
                  </a:lnTo>
                  <a:lnTo>
                    <a:pt x="2312569" y="344703"/>
                  </a:lnTo>
                  <a:lnTo>
                    <a:pt x="2312586" y="344692"/>
                  </a:lnTo>
                  <a:lnTo>
                    <a:pt x="2312621" y="344664"/>
                  </a:lnTo>
                  <a:lnTo>
                    <a:pt x="2312638" y="344644"/>
                  </a:lnTo>
                  <a:lnTo>
                    <a:pt x="2312642" y="344622"/>
                  </a:lnTo>
                  <a:lnTo>
                    <a:pt x="2312643" y="344600"/>
                  </a:lnTo>
                  <a:lnTo>
                    <a:pt x="2312639" y="344545"/>
                  </a:lnTo>
                  <a:lnTo>
                    <a:pt x="2312636" y="344490"/>
                  </a:lnTo>
                  <a:lnTo>
                    <a:pt x="2312638" y="344456"/>
                  </a:lnTo>
                  <a:lnTo>
                    <a:pt x="2312647" y="344428"/>
                  </a:lnTo>
                  <a:lnTo>
                    <a:pt x="2312651" y="344404"/>
                  </a:lnTo>
                  <a:lnTo>
                    <a:pt x="2312670" y="344354"/>
                  </a:lnTo>
                  <a:lnTo>
                    <a:pt x="2312678" y="344334"/>
                  </a:lnTo>
                  <a:lnTo>
                    <a:pt x="2312695" y="344309"/>
                  </a:lnTo>
                  <a:lnTo>
                    <a:pt x="2312704" y="344291"/>
                  </a:lnTo>
                  <a:lnTo>
                    <a:pt x="2312721" y="344256"/>
                  </a:lnTo>
                  <a:lnTo>
                    <a:pt x="2312731" y="344235"/>
                  </a:lnTo>
                  <a:lnTo>
                    <a:pt x="2312752" y="344215"/>
                  </a:lnTo>
                  <a:lnTo>
                    <a:pt x="2312777" y="344203"/>
                  </a:lnTo>
                  <a:lnTo>
                    <a:pt x="2312821" y="344183"/>
                  </a:lnTo>
                  <a:lnTo>
                    <a:pt x="2312859" y="344173"/>
                  </a:lnTo>
                  <a:lnTo>
                    <a:pt x="2312900" y="344165"/>
                  </a:lnTo>
                  <a:lnTo>
                    <a:pt x="2312940" y="344162"/>
                  </a:lnTo>
                  <a:lnTo>
                    <a:pt x="2312986" y="344166"/>
                  </a:lnTo>
                  <a:lnTo>
                    <a:pt x="2313018" y="344169"/>
                  </a:lnTo>
                  <a:lnTo>
                    <a:pt x="2313042" y="344175"/>
                  </a:lnTo>
                  <a:lnTo>
                    <a:pt x="2313065" y="344183"/>
                  </a:lnTo>
                  <a:lnTo>
                    <a:pt x="2313090" y="344192"/>
                  </a:lnTo>
                  <a:lnTo>
                    <a:pt x="2313113" y="344203"/>
                  </a:lnTo>
                  <a:lnTo>
                    <a:pt x="2313135" y="344217"/>
                  </a:lnTo>
                  <a:lnTo>
                    <a:pt x="2313162" y="344239"/>
                  </a:lnTo>
                  <a:lnTo>
                    <a:pt x="2313178" y="344255"/>
                  </a:lnTo>
                  <a:lnTo>
                    <a:pt x="2313192" y="344275"/>
                  </a:lnTo>
                  <a:lnTo>
                    <a:pt x="2313199" y="344287"/>
                  </a:lnTo>
                  <a:lnTo>
                    <a:pt x="2313206" y="344307"/>
                  </a:lnTo>
                  <a:lnTo>
                    <a:pt x="2313216" y="344340"/>
                  </a:lnTo>
                  <a:lnTo>
                    <a:pt x="2313229" y="344389"/>
                  </a:lnTo>
                  <a:lnTo>
                    <a:pt x="2313233" y="344404"/>
                  </a:lnTo>
                  <a:lnTo>
                    <a:pt x="2313248" y="344439"/>
                  </a:lnTo>
                  <a:lnTo>
                    <a:pt x="2313258" y="344465"/>
                  </a:lnTo>
                  <a:lnTo>
                    <a:pt x="2313272" y="344498"/>
                  </a:lnTo>
                  <a:lnTo>
                    <a:pt x="2313292" y="344542"/>
                  </a:lnTo>
                  <a:lnTo>
                    <a:pt x="2313305" y="344563"/>
                  </a:lnTo>
                  <a:lnTo>
                    <a:pt x="2313323" y="344592"/>
                  </a:lnTo>
                  <a:lnTo>
                    <a:pt x="2313332" y="344608"/>
                  </a:lnTo>
                  <a:lnTo>
                    <a:pt x="2313342" y="344623"/>
                  </a:lnTo>
                  <a:lnTo>
                    <a:pt x="2313355" y="344639"/>
                  </a:lnTo>
                  <a:lnTo>
                    <a:pt x="2313387" y="344672"/>
                  </a:lnTo>
                  <a:lnTo>
                    <a:pt x="2313420" y="344703"/>
                  </a:lnTo>
                  <a:lnTo>
                    <a:pt x="2313455" y="344729"/>
                  </a:lnTo>
                  <a:lnTo>
                    <a:pt x="2313487" y="344751"/>
                  </a:lnTo>
                  <a:lnTo>
                    <a:pt x="2313512" y="344762"/>
                  </a:lnTo>
                  <a:lnTo>
                    <a:pt x="2313560" y="344783"/>
                  </a:lnTo>
                  <a:lnTo>
                    <a:pt x="2313597" y="344795"/>
                  </a:lnTo>
                  <a:lnTo>
                    <a:pt x="2313612" y="344799"/>
                  </a:lnTo>
                  <a:lnTo>
                    <a:pt x="2313664" y="344806"/>
                  </a:lnTo>
                  <a:lnTo>
                    <a:pt x="2313692" y="344804"/>
                  </a:lnTo>
                  <a:lnTo>
                    <a:pt x="2313713" y="344800"/>
                  </a:lnTo>
                  <a:lnTo>
                    <a:pt x="2313730" y="344792"/>
                  </a:lnTo>
                  <a:lnTo>
                    <a:pt x="2313756" y="344776"/>
                  </a:lnTo>
                  <a:lnTo>
                    <a:pt x="2313775" y="344767"/>
                  </a:lnTo>
                  <a:lnTo>
                    <a:pt x="2313831" y="344732"/>
                  </a:lnTo>
                  <a:lnTo>
                    <a:pt x="2313881" y="344710"/>
                  </a:lnTo>
                  <a:lnTo>
                    <a:pt x="2313903" y="344700"/>
                  </a:lnTo>
                  <a:lnTo>
                    <a:pt x="2313949" y="344687"/>
                  </a:lnTo>
                  <a:lnTo>
                    <a:pt x="2313980" y="344682"/>
                  </a:lnTo>
                  <a:lnTo>
                    <a:pt x="2314008" y="344678"/>
                  </a:lnTo>
                  <a:lnTo>
                    <a:pt x="2314044" y="344673"/>
                  </a:lnTo>
                  <a:lnTo>
                    <a:pt x="2314075" y="344673"/>
                  </a:lnTo>
                  <a:lnTo>
                    <a:pt x="2314097" y="344673"/>
                  </a:lnTo>
                  <a:lnTo>
                    <a:pt x="2314116" y="344677"/>
                  </a:lnTo>
                  <a:lnTo>
                    <a:pt x="2314131" y="344681"/>
                  </a:lnTo>
                  <a:lnTo>
                    <a:pt x="2314153" y="344687"/>
                  </a:lnTo>
                  <a:lnTo>
                    <a:pt x="2314176" y="344692"/>
                  </a:lnTo>
                  <a:lnTo>
                    <a:pt x="2314199" y="344703"/>
                  </a:lnTo>
                  <a:lnTo>
                    <a:pt x="2314241" y="344726"/>
                  </a:lnTo>
                  <a:lnTo>
                    <a:pt x="2314279" y="344749"/>
                  </a:lnTo>
                  <a:lnTo>
                    <a:pt x="2314310" y="344772"/>
                  </a:lnTo>
                  <a:lnTo>
                    <a:pt x="2314337" y="344796"/>
                  </a:lnTo>
                  <a:lnTo>
                    <a:pt x="2314353" y="344821"/>
                  </a:lnTo>
                  <a:lnTo>
                    <a:pt x="2314367" y="344845"/>
                  </a:lnTo>
                  <a:lnTo>
                    <a:pt x="2314376" y="344870"/>
                  </a:lnTo>
                  <a:lnTo>
                    <a:pt x="2314382" y="344899"/>
                  </a:lnTo>
                  <a:lnTo>
                    <a:pt x="2314383" y="344926"/>
                  </a:lnTo>
                  <a:lnTo>
                    <a:pt x="2314381" y="344951"/>
                  </a:lnTo>
                  <a:lnTo>
                    <a:pt x="2314370" y="344997"/>
                  </a:lnTo>
                  <a:lnTo>
                    <a:pt x="2314364" y="345021"/>
                  </a:lnTo>
                  <a:lnTo>
                    <a:pt x="2314353" y="345046"/>
                  </a:lnTo>
                  <a:lnTo>
                    <a:pt x="2314336" y="345084"/>
                  </a:lnTo>
                  <a:lnTo>
                    <a:pt x="2314326" y="345105"/>
                  </a:lnTo>
                  <a:lnTo>
                    <a:pt x="2314316" y="345128"/>
                  </a:lnTo>
                  <a:lnTo>
                    <a:pt x="2314299" y="345173"/>
                  </a:lnTo>
                  <a:lnTo>
                    <a:pt x="2314287" y="345212"/>
                  </a:lnTo>
                  <a:lnTo>
                    <a:pt x="2314286" y="345228"/>
                  </a:lnTo>
                  <a:lnTo>
                    <a:pt x="2314291" y="345270"/>
                  </a:lnTo>
                  <a:lnTo>
                    <a:pt x="2314299" y="345287"/>
                  </a:lnTo>
                  <a:lnTo>
                    <a:pt x="2314303" y="345308"/>
                  </a:lnTo>
                  <a:lnTo>
                    <a:pt x="2314309" y="345320"/>
                  </a:lnTo>
                  <a:lnTo>
                    <a:pt x="2314317" y="345330"/>
                  </a:lnTo>
                  <a:lnTo>
                    <a:pt x="2314328" y="345343"/>
                  </a:lnTo>
                  <a:lnTo>
                    <a:pt x="2314342" y="345357"/>
                  </a:lnTo>
                  <a:lnTo>
                    <a:pt x="2314358" y="345371"/>
                  </a:lnTo>
                  <a:lnTo>
                    <a:pt x="2314380" y="345384"/>
                  </a:lnTo>
                  <a:lnTo>
                    <a:pt x="2314413" y="345407"/>
                  </a:lnTo>
                  <a:lnTo>
                    <a:pt x="2314423" y="345412"/>
                  </a:lnTo>
                  <a:lnTo>
                    <a:pt x="2314436" y="345416"/>
                  </a:lnTo>
                  <a:lnTo>
                    <a:pt x="2314455" y="345432"/>
                  </a:lnTo>
                  <a:lnTo>
                    <a:pt x="2314473" y="345446"/>
                  </a:lnTo>
                  <a:lnTo>
                    <a:pt x="2314496" y="345465"/>
                  </a:lnTo>
                  <a:lnTo>
                    <a:pt x="2314512" y="345481"/>
                  </a:lnTo>
                  <a:lnTo>
                    <a:pt x="2314553" y="345520"/>
                  </a:lnTo>
                  <a:lnTo>
                    <a:pt x="2314565" y="345537"/>
                  </a:lnTo>
                  <a:lnTo>
                    <a:pt x="2314579" y="345553"/>
                  </a:lnTo>
                  <a:lnTo>
                    <a:pt x="2314589" y="345569"/>
                  </a:lnTo>
                  <a:lnTo>
                    <a:pt x="2314605" y="345593"/>
                  </a:lnTo>
                  <a:lnTo>
                    <a:pt x="2314614" y="345626"/>
                  </a:lnTo>
                  <a:lnTo>
                    <a:pt x="2314614" y="345645"/>
                  </a:lnTo>
                  <a:lnTo>
                    <a:pt x="2314603" y="345655"/>
                  </a:lnTo>
                  <a:lnTo>
                    <a:pt x="2314591" y="345672"/>
                  </a:lnTo>
                  <a:lnTo>
                    <a:pt x="2314579" y="345699"/>
                  </a:lnTo>
                  <a:lnTo>
                    <a:pt x="2314578" y="345716"/>
                  </a:lnTo>
                  <a:lnTo>
                    <a:pt x="2314581" y="345769"/>
                  </a:lnTo>
                  <a:lnTo>
                    <a:pt x="2314588" y="345810"/>
                  </a:lnTo>
                  <a:lnTo>
                    <a:pt x="2314589" y="345819"/>
                  </a:lnTo>
                  <a:lnTo>
                    <a:pt x="2314593" y="345856"/>
                  </a:lnTo>
                  <a:lnTo>
                    <a:pt x="2314597" y="345893"/>
                  </a:lnTo>
                  <a:lnTo>
                    <a:pt x="2314595" y="345917"/>
                  </a:lnTo>
                  <a:lnTo>
                    <a:pt x="2314597" y="345966"/>
                  </a:lnTo>
                  <a:lnTo>
                    <a:pt x="2314592" y="346002"/>
                  </a:lnTo>
                  <a:lnTo>
                    <a:pt x="2314587" y="346029"/>
                  </a:lnTo>
                  <a:lnTo>
                    <a:pt x="2314582" y="346047"/>
                  </a:lnTo>
                  <a:lnTo>
                    <a:pt x="2314574" y="346074"/>
                  </a:lnTo>
                  <a:lnTo>
                    <a:pt x="2314569" y="346093"/>
                  </a:lnTo>
                  <a:lnTo>
                    <a:pt x="2314562" y="346112"/>
                  </a:lnTo>
                  <a:lnTo>
                    <a:pt x="2314550" y="346140"/>
                  </a:lnTo>
                  <a:lnTo>
                    <a:pt x="2314532" y="346171"/>
                  </a:lnTo>
                  <a:lnTo>
                    <a:pt x="2314521" y="346188"/>
                  </a:lnTo>
                  <a:lnTo>
                    <a:pt x="2314501" y="346213"/>
                  </a:lnTo>
                  <a:lnTo>
                    <a:pt x="2314463" y="346247"/>
                  </a:lnTo>
                  <a:lnTo>
                    <a:pt x="2314443" y="346259"/>
                  </a:lnTo>
                  <a:lnTo>
                    <a:pt x="2314405" y="346277"/>
                  </a:lnTo>
                  <a:lnTo>
                    <a:pt x="2314374" y="346282"/>
                  </a:lnTo>
                  <a:lnTo>
                    <a:pt x="2314330" y="346285"/>
                  </a:lnTo>
                  <a:lnTo>
                    <a:pt x="2314284" y="346289"/>
                  </a:lnTo>
                  <a:lnTo>
                    <a:pt x="2314232" y="346291"/>
                  </a:lnTo>
                  <a:lnTo>
                    <a:pt x="2314196" y="346297"/>
                  </a:lnTo>
                  <a:lnTo>
                    <a:pt x="2314130" y="346297"/>
                  </a:lnTo>
                  <a:lnTo>
                    <a:pt x="2314048" y="346292"/>
                  </a:lnTo>
                  <a:lnTo>
                    <a:pt x="2314013" y="346290"/>
                  </a:lnTo>
                  <a:lnTo>
                    <a:pt x="2313985" y="346285"/>
                  </a:lnTo>
                  <a:lnTo>
                    <a:pt x="2313902" y="346274"/>
                  </a:lnTo>
                  <a:lnTo>
                    <a:pt x="2313810" y="346253"/>
                  </a:lnTo>
                  <a:lnTo>
                    <a:pt x="2313774" y="346249"/>
                  </a:lnTo>
                  <a:lnTo>
                    <a:pt x="2313724" y="346242"/>
                  </a:lnTo>
                  <a:lnTo>
                    <a:pt x="2313682" y="346243"/>
                  </a:lnTo>
                  <a:lnTo>
                    <a:pt x="2313649" y="346245"/>
                  </a:lnTo>
                  <a:lnTo>
                    <a:pt x="2313617" y="346247"/>
                  </a:lnTo>
                  <a:lnTo>
                    <a:pt x="2313581" y="346253"/>
                  </a:lnTo>
                  <a:lnTo>
                    <a:pt x="2313557" y="346261"/>
                  </a:lnTo>
                  <a:lnTo>
                    <a:pt x="2313512" y="346272"/>
                  </a:lnTo>
                  <a:lnTo>
                    <a:pt x="2313481" y="346283"/>
                  </a:lnTo>
                  <a:lnTo>
                    <a:pt x="2313432" y="346296"/>
                  </a:lnTo>
                  <a:lnTo>
                    <a:pt x="2313388" y="346313"/>
                  </a:lnTo>
                  <a:lnTo>
                    <a:pt x="2313336" y="346330"/>
                  </a:lnTo>
                  <a:lnTo>
                    <a:pt x="2313271" y="346356"/>
                  </a:lnTo>
                  <a:lnTo>
                    <a:pt x="2313208" y="346378"/>
                  </a:lnTo>
                  <a:lnTo>
                    <a:pt x="2313162" y="346392"/>
                  </a:lnTo>
                  <a:lnTo>
                    <a:pt x="2313133" y="346400"/>
                  </a:lnTo>
                  <a:lnTo>
                    <a:pt x="2313102" y="346410"/>
                  </a:lnTo>
                  <a:lnTo>
                    <a:pt x="2313078" y="346428"/>
                  </a:lnTo>
                  <a:lnTo>
                    <a:pt x="2313056" y="346452"/>
                  </a:lnTo>
                  <a:lnTo>
                    <a:pt x="2313037" y="346481"/>
                  </a:lnTo>
                  <a:lnTo>
                    <a:pt x="2313021" y="346505"/>
                  </a:lnTo>
                  <a:lnTo>
                    <a:pt x="2313006" y="346536"/>
                  </a:lnTo>
                  <a:lnTo>
                    <a:pt x="2312977" y="346576"/>
                  </a:lnTo>
                  <a:lnTo>
                    <a:pt x="2312954" y="346608"/>
                  </a:lnTo>
                  <a:lnTo>
                    <a:pt x="2312936" y="346635"/>
                  </a:lnTo>
                  <a:lnTo>
                    <a:pt x="2312912" y="346671"/>
                  </a:lnTo>
                  <a:lnTo>
                    <a:pt x="2312903" y="346695"/>
                  </a:lnTo>
                  <a:lnTo>
                    <a:pt x="2312900" y="346728"/>
                  </a:lnTo>
                  <a:lnTo>
                    <a:pt x="2312900" y="346782"/>
                  </a:lnTo>
                  <a:lnTo>
                    <a:pt x="2312902" y="346806"/>
                  </a:lnTo>
                  <a:lnTo>
                    <a:pt x="2312901" y="346828"/>
                  </a:lnTo>
                  <a:lnTo>
                    <a:pt x="2312900" y="346853"/>
                  </a:lnTo>
                  <a:lnTo>
                    <a:pt x="2312904" y="346872"/>
                  </a:lnTo>
                  <a:lnTo>
                    <a:pt x="2312913" y="346896"/>
                  </a:lnTo>
                  <a:lnTo>
                    <a:pt x="2312920" y="346920"/>
                  </a:lnTo>
                  <a:lnTo>
                    <a:pt x="2312928" y="346933"/>
                  </a:lnTo>
                  <a:lnTo>
                    <a:pt x="2312938" y="346947"/>
                  </a:lnTo>
                  <a:lnTo>
                    <a:pt x="2312951" y="346961"/>
                  </a:lnTo>
                  <a:lnTo>
                    <a:pt x="2312967" y="346974"/>
                  </a:lnTo>
                  <a:lnTo>
                    <a:pt x="2312986" y="346989"/>
                  </a:lnTo>
                  <a:lnTo>
                    <a:pt x="2313003" y="347003"/>
                  </a:lnTo>
                  <a:lnTo>
                    <a:pt x="2313033" y="347025"/>
                  </a:lnTo>
                  <a:lnTo>
                    <a:pt x="2313062" y="347048"/>
                  </a:lnTo>
                  <a:lnTo>
                    <a:pt x="2313092" y="347069"/>
                  </a:lnTo>
                  <a:lnTo>
                    <a:pt x="2313131" y="347092"/>
                  </a:lnTo>
                  <a:lnTo>
                    <a:pt x="2313162" y="347109"/>
                  </a:lnTo>
                  <a:lnTo>
                    <a:pt x="2313190" y="347125"/>
                  </a:lnTo>
                  <a:lnTo>
                    <a:pt x="2313226" y="347145"/>
                  </a:lnTo>
                  <a:lnTo>
                    <a:pt x="2313268" y="347171"/>
                  </a:lnTo>
                  <a:lnTo>
                    <a:pt x="2313293" y="347187"/>
                  </a:lnTo>
                  <a:lnTo>
                    <a:pt x="2313323" y="347207"/>
                  </a:lnTo>
                  <a:lnTo>
                    <a:pt x="2313355" y="347232"/>
                  </a:lnTo>
                  <a:lnTo>
                    <a:pt x="2313379" y="347249"/>
                  </a:lnTo>
                  <a:lnTo>
                    <a:pt x="2313402" y="347263"/>
                  </a:lnTo>
                  <a:lnTo>
                    <a:pt x="2313425" y="347275"/>
                  </a:lnTo>
                  <a:lnTo>
                    <a:pt x="2313450" y="347288"/>
                  </a:lnTo>
                  <a:lnTo>
                    <a:pt x="2313482" y="347302"/>
                  </a:lnTo>
                  <a:lnTo>
                    <a:pt x="2313504" y="347313"/>
                  </a:lnTo>
                  <a:lnTo>
                    <a:pt x="2313537" y="347327"/>
                  </a:lnTo>
                  <a:lnTo>
                    <a:pt x="2313577" y="347341"/>
                  </a:lnTo>
                  <a:lnTo>
                    <a:pt x="2313607" y="347353"/>
                  </a:lnTo>
                  <a:lnTo>
                    <a:pt x="2313644" y="347369"/>
                  </a:lnTo>
                  <a:lnTo>
                    <a:pt x="2313671" y="347379"/>
                  </a:lnTo>
                  <a:lnTo>
                    <a:pt x="2313702" y="347390"/>
                  </a:lnTo>
                  <a:lnTo>
                    <a:pt x="2313727" y="347400"/>
                  </a:lnTo>
                  <a:lnTo>
                    <a:pt x="2313753" y="347408"/>
                  </a:lnTo>
                  <a:lnTo>
                    <a:pt x="2313775" y="347417"/>
                  </a:lnTo>
                  <a:lnTo>
                    <a:pt x="2313799" y="347429"/>
                  </a:lnTo>
                  <a:lnTo>
                    <a:pt x="2313847" y="347459"/>
                  </a:lnTo>
                  <a:lnTo>
                    <a:pt x="2313882" y="347483"/>
                  </a:lnTo>
                  <a:lnTo>
                    <a:pt x="2313901" y="347497"/>
                  </a:lnTo>
                  <a:lnTo>
                    <a:pt x="2313943" y="347529"/>
                  </a:lnTo>
                  <a:lnTo>
                    <a:pt x="2313974" y="347558"/>
                  </a:lnTo>
                  <a:lnTo>
                    <a:pt x="2313995" y="347579"/>
                  </a:lnTo>
                  <a:lnTo>
                    <a:pt x="2314010" y="347595"/>
                  </a:lnTo>
                  <a:lnTo>
                    <a:pt x="2314029" y="347620"/>
                  </a:lnTo>
                  <a:lnTo>
                    <a:pt x="2314044" y="347637"/>
                  </a:lnTo>
                  <a:lnTo>
                    <a:pt x="2314049" y="347650"/>
                  </a:lnTo>
                  <a:lnTo>
                    <a:pt x="2314060" y="347668"/>
                  </a:lnTo>
                  <a:lnTo>
                    <a:pt x="2314068" y="347683"/>
                  </a:lnTo>
                  <a:lnTo>
                    <a:pt x="2314075" y="347697"/>
                  </a:lnTo>
                  <a:lnTo>
                    <a:pt x="2314083" y="347718"/>
                  </a:lnTo>
                  <a:lnTo>
                    <a:pt x="2314089" y="347740"/>
                  </a:lnTo>
                  <a:lnTo>
                    <a:pt x="2314092" y="347772"/>
                  </a:lnTo>
                  <a:lnTo>
                    <a:pt x="2314083" y="347811"/>
                  </a:lnTo>
                  <a:lnTo>
                    <a:pt x="2314072" y="347849"/>
                  </a:lnTo>
                  <a:lnTo>
                    <a:pt x="2314060" y="347872"/>
                  </a:lnTo>
                  <a:lnTo>
                    <a:pt x="2314028" y="347919"/>
                  </a:lnTo>
                  <a:lnTo>
                    <a:pt x="2314000" y="347949"/>
                  </a:lnTo>
                  <a:lnTo>
                    <a:pt x="2313962" y="347984"/>
                  </a:lnTo>
                  <a:lnTo>
                    <a:pt x="2313919" y="348008"/>
                  </a:lnTo>
                  <a:lnTo>
                    <a:pt x="2313890" y="348023"/>
                  </a:lnTo>
                  <a:lnTo>
                    <a:pt x="2313839" y="348042"/>
                  </a:lnTo>
                  <a:lnTo>
                    <a:pt x="2313810" y="348047"/>
                  </a:lnTo>
                  <a:lnTo>
                    <a:pt x="2313779" y="348051"/>
                  </a:lnTo>
                  <a:lnTo>
                    <a:pt x="2313722" y="348051"/>
                  </a:lnTo>
                  <a:lnTo>
                    <a:pt x="2313684" y="348047"/>
                  </a:lnTo>
                  <a:lnTo>
                    <a:pt x="2313656" y="348042"/>
                  </a:lnTo>
                  <a:lnTo>
                    <a:pt x="2313619" y="348034"/>
                  </a:lnTo>
                  <a:lnTo>
                    <a:pt x="2313593" y="348026"/>
                  </a:lnTo>
                  <a:lnTo>
                    <a:pt x="2313545" y="348008"/>
                  </a:lnTo>
                  <a:lnTo>
                    <a:pt x="2313521" y="347992"/>
                  </a:lnTo>
                  <a:lnTo>
                    <a:pt x="2313487" y="347969"/>
                  </a:lnTo>
                  <a:lnTo>
                    <a:pt x="2313462" y="347947"/>
                  </a:lnTo>
                  <a:lnTo>
                    <a:pt x="2313428" y="347915"/>
                  </a:lnTo>
                  <a:lnTo>
                    <a:pt x="2313405" y="347892"/>
                  </a:lnTo>
                  <a:lnTo>
                    <a:pt x="2313378" y="347852"/>
                  </a:lnTo>
                  <a:lnTo>
                    <a:pt x="2313356" y="347826"/>
                  </a:lnTo>
                  <a:lnTo>
                    <a:pt x="2313342" y="347809"/>
                  </a:lnTo>
                  <a:lnTo>
                    <a:pt x="2313334" y="347791"/>
                  </a:lnTo>
                  <a:lnTo>
                    <a:pt x="2313325" y="347779"/>
                  </a:lnTo>
                  <a:lnTo>
                    <a:pt x="2313304" y="347755"/>
                  </a:lnTo>
                  <a:lnTo>
                    <a:pt x="2313276" y="347716"/>
                  </a:lnTo>
                  <a:lnTo>
                    <a:pt x="2313253" y="347690"/>
                  </a:lnTo>
                  <a:lnTo>
                    <a:pt x="2313220" y="347657"/>
                  </a:lnTo>
                  <a:lnTo>
                    <a:pt x="2313193" y="347630"/>
                  </a:lnTo>
                  <a:lnTo>
                    <a:pt x="2313139" y="347589"/>
                  </a:lnTo>
                  <a:lnTo>
                    <a:pt x="2313107" y="347573"/>
                  </a:lnTo>
                  <a:lnTo>
                    <a:pt x="2313072" y="347555"/>
                  </a:lnTo>
                  <a:lnTo>
                    <a:pt x="2313040" y="347543"/>
                  </a:lnTo>
                  <a:lnTo>
                    <a:pt x="2313014" y="347537"/>
                  </a:lnTo>
                  <a:lnTo>
                    <a:pt x="2312988" y="347533"/>
                  </a:lnTo>
                  <a:lnTo>
                    <a:pt x="2312948" y="347533"/>
                  </a:lnTo>
                  <a:lnTo>
                    <a:pt x="2312890" y="347534"/>
                  </a:lnTo>
                  <a:lnTo>
                    <a:pt x="2312845" y="347537"/>
                  </a:lnTo>
                  <a:lnTo>
                    <a:pt x="2312788" y="347534"/>
                  </a:lnTo>
                  <a:lnTo>
                    <a:pt x="2312756" y="347531"/>
                  </a:lnTo>
                  <a:lnTo>
                    <a:pt x="2312733" y="347528"/>
                  </a:lnTo>
                  <a:lnTo>
                    <a:pt x="2312691" y="347516"/>
                  </a:lnTo>
                  <a:lnTo>
                    <a:pt x="2312646" y="347505"/>
                  </a:lnTo>
                  <a:lnTo>
                    <a:pt x="2312616" y="347498"/>
                  </a:lnTo>
                  <a:lnTo>
                    <a:pt x="2312582" y="347497"/>
                  </a:lnTo>
                  <a:lnTo>
                    <a:pt x="2312533" y="347498"/>
                  </a:lnTo>
                  <a:lnTo>
                    <a:pt x="2312486" y="347510"/>
                  </a:lnTo>
                  <a:lnTo>
                    <a:pt x="2312446" y="347522"/>
                  </a:lnTo>
                  <a:lnTo>
                    <a:pt x="2312426" y="347530"/>
                  </a:lnTo>
                  <a:lnTo>
                    <a:pt x="2312401" y="347546"/>
                  </a:lnTo>
                  <a:lnTo>
                    <a:pt x="2312368" y="347571"/>
                  </a:lnTo>
                  <a:lnTo>
                    <a:pt x="2312351" y="347602"/>
                  </a:lnTo>
                  <a:lnTo>
                    <a:pt x="2312346" y="347625"/>
                  </a:lnTo>
                  <a:lnTo>
                    <a:pt x="2312335" y="347658"/>
                  </a:lnTo>
                  <a:lnTo>
                    <a:pt x="2312328" y="347697"/>
                  </a:lnTo>
                  <a:lnTo>
                    <a:pt x="2312324" y="347723"/>
                  </a:lnTo>
                  <a:lnTo>
                    <a:pt x="2312321" y="347750"/>
                  </a:lnTo>
                  <a:lnTo>
                    <a:pt x="2312311" y="347779"/>
                  </a:lnTo>
                  <a:lnTo>
                    <a:pt x="2312307" y="347826"/>
                  </a:lnTo>
                  <a:lnTo>
                    <a:pt x="2312300" y="347860"/>
                  </a:lnTo>
                  <a:lnTo>
                    <a:pt x="2312295" y="347875"/>
                  </a:lnTo>
                  <a:lnTo>
                    <a:pt x="2312291" y="347899"/>
                  </a:lnTo>
                  <a:lnTo>
                    <a:pt x="2312286" y="347926"/>
                  </a:lnTo>
                  <a:lnTo>
                    <a:pt x="2312286" y="347952"/>
                  </a:lnTo>
                  <a:lnTo>
                    <a:pt x="2312290" y="347977"/>
                  </a:lnTo>
                  <a:lnTo>
                    <a:pt x="2312294" y="347993"/>
                  </a:lnTo>
                  <a:lnTo>
                    <a:pt x="2312304" y="348024"/>
                  </a:lnTo>
                  <a:lnTo>
                    <a:pt x="2312311" y="348044"/>
                  </a:lnTo>
                  <a:lnTo>
                    <a:pt x="2312316" y="348063"/>
                  </a:lnTo>
                  <a:lnTo>
                    <a:pt x="2312325" y="348085"/>
                  </a:lnTo>
                  <a:lnTo>
                    <a:pt x="2312328" y="348100"/>
                  </a:lnTo>
                  <a:lnTo>
                    <a:pt x="2312334" y="348136"/>
                  </a:lnTo>
                  <a:lnTo>
                    <a:pt x="2312331" y="348165"/>
                  </a:lnTo>
                  <a:lnTo>
                    <a:pt x="2312315" y="348192"/>
                  </a:lnTo>
                  <a:lnTo>
                    <a:pt x="2312298" y="348216"/>
                  </a:lnTo>
                  <a:lnTo>
                    <a:pt x="2312274" y="348238"/>
                  </a:lnTo>
                  <a:lnTo>
                    <a:pt x="2312251" y="348255"/>
                  </a:lnTo>
                  <a:lnTo>
                    <a:pt x="2312224" y="348268"/>
                  </a:lnTo>
                  <a:lnTo>
                    <a:pt x="2312195" y="348277"/>
                  </a:lnTo>
                  <a:lnTo>
                    <a:pt x="2312169" y="348281"/>
                  </a:lnTo>
                  <a:lnTo>
                    <a:pt x="2312140" y="348281"/>
                  </a:lnTo>
                  <a:lnTo>
                    <a:pt x="2312125" y="348278"/>
                  </a:lnTo>
                  <a:lnTo>
                    <a:pt x="2312102" y="348268"/>
                  </a:lnTo>
                  <a:lnTo>
                    <a:pt x="2312084" y="348254"/>
                  </a:lnTo>
                  <a:lnTo>
                    <a:pt x="2312068" y="348234"/>
                  </a:lnTo>
                  <a:lnTo>
                    <a:pt x="2312044" y="348196"/>
                  </a:lnTo>
                  <a:lnTo>
                    <a:pt x="2312029" y="348171"/>
                  </a:lnTo>
                  <a:lnTo>
                    <a:pt x="2312012" y="348145"/>
                  </a:lnTo>
                  <a:lnTo>
                    <a:pt x="2311994" y="348117"/>
                  </a:lnTo>
                  <a:lnTo>
                    <a:pt x="2311973" y="348095"/>
                  </a:lnTo>
                  <a:lnTo>
                    <a:pt x="2311950" y="348070"/>
                  </a:lnTo>
                  <a:lnTo>
                    <a:pt x="2311934" y="348051"/>
                  </a:lnTo>
                  <a:lnTo>
                    <a:pt x="2311904" y="348029"/>
                  </a:lnTo>
                  <a:lnTo>
                    <a:pt x="2311879" y="348010"/>
                  </a:lnTo>
                  <a:lnTo>
                    <a:pt x="2311854" y="347996"/>
                  </a:lnTo>
                  <a:lnTo>
                    <a:pt x="2311821" y="347980"/>
                  </a:lnTo>
                  <a:lnTo>
                    <a:pt x="2311771" y="347965"/>
                  </a:lnTo>
                  <a:lnTo>
                    <a:pt x="2311728" y="347958"/>
                  </a:lnTo>
                  <a:lnTo>
                    <a:pt x="2311708" y="347957"/>
                  </a:lnTo>
                  <a:lnTo>
                    <a:pt x="2311664" y="347961"/>
                  </a:lnTo>
                  <a:lnTo>
                    <a:pt x="2311633" y="347968"/>
                  </a:lnTo>
                  <a:lnTo>
                    <a:pt x="2311613" y="347974"/>
                  </a:lnTo>
                  <a:lnTo>
                    <a:pt x="2311595" y="347987"/>
                  </a:lnTo>
                  <a:lnTo>
                    <a:pt x="2311577" y="348002"/>
                  </a:lnTo>
                  <a:lnTo>
                    <a:pt x="2311567" y="348018"/>
                  </a:lnTo>
                  <a:lnTo>
                    <a:pt x="2311564" y="348034"/>
                  </a:lnTo>
                  <a:lnTo>
                    <a:pt x="2311565" y="348053"/>
                  </a:lnTo>
                  <a:lnTo>
                    <a:pt x="2311567" y="348071"/>
                  </a:lnTo>
                  <a:lnTo>
                    <a:pt x="2311575" y="348084"/>
                  </a:lnTo>
                  <a:lnTo>
                    <a:pt x="2311585" y="348101"/>
                  </a:lnTo>
                  <a:lnTo>
                    <a:pt x="2311605" y="348120"/>
                  </a:lnTo>
                  <a:lnTo>
                    <a:pt x="2311639" y="348140"/>
                  </a:lnTo>
                  <a:lnTo>
                    <a:pt x="2311662" y="348156"/>
                  </a:lnTo>
                  <a:lnTo>
                    <a:pt x="2311688" y="348174"/>
                  </a:lnTo>
                  <a:lnTo>
                    <a:pt x="2311703" y="348188"/>
                  </a:lnTo>
                  <a:lnTo>
                    <a:pt x="2311722" y="348209"/>
                  </a:lnTo>
                  <a:lnTo>
                    <a:pt x="2311741" y="348231"/>
                  </a:lnTo>
                  <a:lnTo>
                    <a:pt x="2311757" y="348258"/>
                  </a:lnTo>
                  <a:lnTo>
                    <a:pt x="2311770" y="348274"/>
                  </a:lnTo>
                  <a:lnTo>
                    <a:pt x="2311778" y="348293"/>
                  </a:lnTo>
                  <a:lnTo>
                    <a:pt x="2311783" y="348311"/>
                  </a:lnTo>
                  <a:lnTo>
                    <a:pt x="2311794" y="348341"/>
                  </a:lnTo>
                  <a:lnTo>
                    <a:pt x="2311800" y="348370"/>
                  </a:lnTo>
                  <a:lnTo>
                    <a:pt x="2311801" y="348401"/>
                  </a:lnTo>
                  <a:lnTo>
                    <a:pt x="2311799" y="348427"/>
                  </a:lnTo>
                  <a:lnTo>
                    <a:pt x="2311782" y="348456"/>
                  </a:lnTo>
                  <a:lnTo>
                    <a:pt x="2311762" y="348486"/>
                  </a:lnTo>
                  <a:lnTo>
                    <a:pt x="2311733" y="348516"/>
                  </a:lnTo>
                  <a:lnTo>
                    <a:pt x="2311694" y="348549"/>
                  </a:lnTo>
                  <a:lnTo>
                    <a:pt x="2311650" y="348585"/>
                  </a:lnTo>
                  <a:lnTo>
                    <a:pt x="2311622" y="348612"/>
                  </a:lnTo>
                  <a:lnTo>
                    <a:pt x="2311588" y="348646"/>
                  </a:lnTo>
                  <a:lnTo>
                    <a:pt x="2311564" y="348679"/>
                  </a:lnTo>
                  <a:lnTo>
                    <a:pt x="2311546" y="348717"/>
                  </a:lnTo>
                  <a:lnTo>
                    <a:pt x="2311526" y="348758"/>
                  </a:lnTo>
                  <a:lnTo>
                    <a:pt x="2311514" y="348789"/>
                  </a:lnTo>
                  <a:lnTo>
                    <a:pt x="2311513" y="348810"/>
                  </a:lnTo>
                  <a:lnTo>
                    <a:pt x="2311509" y="348836"/>
                  </a:lnTo>
                  <a:lnTo>
                    <a:pt x="2311511" y="348863"/>
                  </a:lnTo>
                  <a:lnTo>
                    <a:pt x="2311512" y="348892"/>
                  </a:lnTo>
                  <a:lnTo>
                    <a:pt x="2311509" y="348941"/>
                  </a:lnTo>
                  <a:lnTo>
                    <a:pt x="2311505" y="348968"/>
                  </a:lnTo>
                  <a:lnTo>
                    <a:pt x="2311499" y="348993"/>
                  </a:lnTo>
                  <a:lnTo>
                    <a:pt x="2311492" y="349016"/>
                  </a:lnTo>
                  <a:lnTo>
                    <a:pt x="2311492" y="349036"/>
                  </a:lnTo>
                  <a:lnTo>
                    <a:pt x="2311499" y="349057"/>
                  </a:lnTo>
                  <a:lnTo>
                    <a:pt x="2311509" y="349079"/>
                  </a:lnTo>
                  <a:lnTo>
                    <a:pt x="2311520" y="349097"/>
                  </a:lnTo>
                  <a:lnTo>
                    <a:pt x="2311532" y="349117"/>
                  </a:lnTo>
                  <a:lnTo>
                    <a:pt x="2311544" y="349133"/>
                  </a:lnTo>
                  <a:lnTo>
                    <a:pt x="2311554" y="349147"/>
                  </a:lnTo>
                  <a:lnTo>
                    <a:pt x="2311569" y="349162"/>
                  </a:lnTo>
                  <a:lnTo>
                    <a:pt x="2311578" y="349171"/>
                  </a:lnTo>
                  <a:lnTo>
                    <a:pt x="2311594" y="349179"/>
                  </a:lnTo>
                  <a:lnTo>
                    <a:pt x="2311614" y="349189"/>
                  </a:lnTo>
                  <a:lnTo>
                    <a:pt x="2311637" y="349196"/>
                  </a:lnTo>
                  <a:lnTo>
                    <a:pt x="2311654" y="349203"/>
                  </a:lnTo>
                  <a:lnTo>
                    <a:pt x="2311682" y="349213"/>
                  </a:lnTo>
                  <a:lnTo>
                    <a:pt x="2311699" y="349223"/>
                  </a:lnTo>
                  <a:lnTo>
                    <a:pt x="2311727" y="349246"/>
                  </a:lnTo>
                  <a:lnTo>
                    <a:pt x="2311755" y="349275"/>
                  </a:lnTo>
                  <a:lnTo>
                    <a:pt x="2311787" y="349313"/>
                  </a:lnTo>
                  <a:lnTo>
                    <a:pt x="2311805" y="349336"/>
                  </a:lnTo>
                  <a:lnTo>
                    <a:pt x="2311836" y="349365"/>
                  </a:lnTo>
                  <a:lnTo>
                    <a:pt x="2311867" y="349399"/>
                  </a:lnTo>
                  <a:lnTo>
                    <a:pt x="2311912" y="349443"/>
                  </a:lnTo>
                  <a:lnTo>
                    <a:pt x="2311930" y="349462"/>
                  </a:lnTo>
                  <a:lnTo>
                    <a:pt x="2311948" y="349483"/>
                  </a:lnTo>
                  <a:lnTo>
                    <a:pt x="2311967" y="349515"/>
                  </a:lnTo>
                  <a:lnTo>
                    <a:pt x="2311976" y="349533"/>
                  </a:lnTo>
                  <a:lnTo>
                    <a:pt x="2311982" y="349552"/>
                  </a:lnTo>
                  <a:lnTo>
                    <a:pt x="2311983" y="349569"/>
                  </a:lnTo>
                  <a:lnTo>
                    <a:pt x="2311987" y="349642"/>
                  </a:lnTo>
                  <a:lnTo>
                    <a:pt x="2311984" y="349687"/>
                  </a:lnTo>
                  <a:lnTo>
                    <a:pt x="2311981" y="349706"/>
                  </a:lnTo>
                  <a:lnTo>
                    <a:pt x="2311972" y="349751"/>
                  </a:lnTo>
                  <a:lnTo>
                    <a:pt x="2311956" y="349812"/>
                  </a:lnTo>
                  <a:lnTo>
                    <a:pt x="2311942" y="349866"/>
                  </a:lnTo>
                  <a:lnTo>
                    <a:pt x="2311929" y="349898"/>
                  </a:lnTo>
                  <a:lnTo>
                    <a:pt x="2311922" y="349918"/>
                  </a:lnTo>
                  <a:lnTo>
                    <a:pt x="2311900" y="349950"/>
                  </a:lnTo>
                  <a:lnTo>
                    <a:pt x="2311866" y="349980"/>
                  </a:lnTo>
                  <a:lnTo>
                    <a:pt x="2311828" y="350004"/>
                  </a:lnTo>
                  <a:lnTo>
                    <a:pt x="2311811" y="350010"/>
                  </a:lnTo>
                  <a:lnTo>
                    <a:pt x="2311783" y="350019"/>
                  </a:lnTo>
                  <a:lnTo>
                    <a:pt x="2311755" y="350021"/>
                  </a:lnTo>
                  <a:lnTo>
                    <a:pt x="2311724" y="350016"/>
                  </a:lnTo>
                  <a:lnTo>
                    <a:pt x="2311688" y="350015"/>
                  </a:lnTo>
                  <a:lnTo>
                    <a:pt x="2311416" y="349974"/>
                  </a:lnTo>
                  <a:lnTo>
                    <a:pt x="2311397" y="349979"/>
                  </a:lnTo>
                  <a:lnTo>
                    <a:pt x="2311362" y="349989"/>
                  </a:lnTo>
                  <a:lnTo>
                    <a:pt x="2311336" y="349995"/>
                  </a:lnTo>
                  <a:lnTo>
                    <a:pt x="2311316" y="349997"/>
                  </a:lnTo>
                  <a:lnTo>
                    <a:pt x="2311293" y="349993"/>
                  </a:lnTo>
                  <a:lnTo>
                    <a:pt x="2311266" y="349990"/>
                  </a:lnTo>
                  <a:lnTo>
                    <a:pt x="2311239" y="349987"/>
                  </a:lnTo>
                  <a:lnTo>
                    <a:pt x="2311213" y="349983"/>
                  </a:lnTo>
                  <a:lnTo>
                    <a:pt x="2311194" y="349984"/>
                  </a:lnTo>
                  <a:lnTo>
                    <a:pt x="2311177" y="349988"/>
                  </a:lnTo>
                  <a:lnTo>
                    <a:pt x="2311155" y="349995"/>
                  </a:lnTo>
                  <a:lnTo>
                    <a:pt x="2311124" y="350009"/>
                  </a:lnTo>
                  <a:lnTo>
                    <a:pt x="2311082" y="350034"/>
                  </a:lnTo>
                  <a:lnTo>
                    <a:pt x="2311055" y="350049"/>
                  </a:lnTo>
                  <a:lnTo>
                    <a:pt x="2311037" y="350056"/>
                  </a:lnTo>
                  <a:lnTo>
                    <a:pt x="2311008" y="350061"/>
                  </a:lnTo>
                  <a:lnTo>
                    <a:pt x="2310989" y="350061"/>
                  </a:lnTo>
                  <a:lnTo>
                    <a:pt x="2310973" y="350051"/>
                  </a:lnTo>
                  <a:lnTo>
                    <a:pt x="2310969" y="350036"/>
                  </a:lnTo>
                  <a:lnTo>
                    <a:pt x="2310970" y="350019"/>
                  </a:lnTo>
                  <a:lnTo>
                    <a:pt x="2310982" y="350003"/>
                  </a:lnTo>
                  <a:lnTo>
                    <a:pt x="2310998" y="349986"/>
                  </a:lnTo>
                  <a:lnTo>
                    <a:pt x="2311012" y="349972"/>
                  </a:lnTo>
                  <a:lnTo>
                    <a:pt x="2311034" y="349945"/>
                  </a:lnTo>
                  <a:lnTo>
                    <a:pt x="2311058" y="349920"/>
                  </a:lnTo>
                  <a:lnTo>
                    <a:pt x="2311062" y="349905"/>
                  </a:lnTo>
                  <a:lnTo>
                    <a:pt x="2311056" y="349892"/>
                  </a:lnTo>
                  <a:lnTo>
                    <a:pt x="2311042" y="349874"/>
                  </a:lnTo>
                  <a:lnTo>
                    <a:pt x="2311024" y="349866"/>
                  </a:lnTo>
                  <a:lnTo>
                    <a:pt x="2310992" y="349854"/>
                  </a:lnTo>
                  <a:lnTo>
                    <a:pt x="2310970" y="349846"/>
                  </a:lnTo>
                  <a:lnTo>
                    <a:pt x="2310943" y="349833"/>
                  </a:lnTo>
                  <a:lnTo>
                    <a:pt x="2310918" y="349821"/>
                  </a:lnTo>
                  <a:lnTo>
                    <a:pt x="2310902" y="349809"/>
                  </a:lnTo>
                  <a:lnTo>
                    <a:pt x="2310891" y="349791"/>
                  </a:lnTo>
                  <a:lnTo>
                    <a:pt x="2310881" y="349770"/>
                  </a:lnTo>
                  <a:lnTo>
                    <a:pt x="2310869" y="349748"/>
                  </a:lnTo>
                  <a:lnTo>
                    <a:pt x="2310854" y="349728"/>
                  </a:lnTo>
                  <a:lnTo>
                    <a:pt x="2310844" y="349717"/>
                  </a:lnTo>
                  <a:lnTo>
                    <a:pt x="2310827" y="349711"/>
                  </a:lnTo>
                  <a:lnTo>
                    <a:pt x="2310812" y="349710"/>
                  </a:lnTo>
                  <a:lnTo>
                    <a:pt x="2310795" y="349712"/>
                  </a:lnTo>
                  <a:lnTo>
                    <a:pt x="2310772" y="349721"/>
                  </a:lnTo>
                  <a:lnTo>
                    <a:pt x="2310742" y="349736"/>
                  </a:lnTo>
                  <a:lnTo>
                    <a:pt x="2310722" y="349745"/>
                  </a:lnTo>
                  <a:lnTo>
                    <a:pt x="2310677" y="349750"/>
                  </a:lnTo>
                  <a:lnTo>
                    <a:pt x="2310657" y="349755"/>
                  </a:lnTo>
                  <a:lnTo>
                    <a:pt x="2310637" y="349760"/>
                  </a:lnTo>
                  <a:lnTo>
                    <a:pt x="2310620" y="349769"/>
                  </a:lnTo>
                  <a:lnTo>
                    <a:pt x="2310609" y="349778"/>
                  </a:lnTo>
                  <a:lnTo>
                    <a:pt x="2310599" y="349794"/>
                  </a:lnTo>
                  <a:lnTo>
                    <a:pt x="2310599" y="349804"/>
                  </a:lnTo>
                  <a:lnTo>
                    <a:pt x="2310600" y="349818"/>
                  </a:lnTo>
                  <a:lnTo>
                    <a:pt x="2310603" y="349843"/>
                  </a:lnTo>
                  <a:lnTo>
                    <a:pt x="2310608" y="349869"/>
                  </a:lnTo>
                  <a:lnTo>
                    <a:pt x="2310617" y="349903"/>
                  </a:lnTo>
                  <a:lnTo>
                    <a:pt x="2310617" y="349921"/>
                  </a:lnTo>
                  <a:lnTo>
                    <a:pt x="2310611" y="349933"/>
                  </a:lnTo>
                  <a:lnTo>
                    <a:pt x="2310597" y="349948"/>
                  </a:lnTo>
                  <a:lnTo>
                    <a:pt x="2310584" y="349954"/>
                  </a:lnTo>
                  <a:lnTo>
                    <a:pt x="2310564" y="349957"/>
                  </a:lnTo>
                  <a:lnTo>
                    <a:pt x="2310381" y="350030"/>
                  </a:lnTo>
                  <a:lnTo>
                    <a:pt x="2310361" y="350037"/>
                  </a:lnTo>
                  <a:lnTo>
                    <a:pt x="2310338" y="350039"/>
                  </a:lnTo>
                  <a:lnTo>
                    <a:pt x="2310322" y="350039"/>
                  </a:lnTo>
                  <a:lnTo>
                    <a:pt x="2310302" y="350031"/>
                  </a:lnTo>
                  <a:lnTo>
                    <a:pt x="2310293" y="350019"/>
                  </a:lnTo>
                  <a:lnTo>
                    <a:pt x="2310293" y="350004"/>
                  </a:lnTo>
                  <a:lnTo>
                    <a:pt x="2310296" y="349990"/>
                  </a:lnTo>
                  <a:lnTo>
                    <a:pt x="2310301" y="349975"/>
                  </a:lnTo>
                  <a:lnTo>
                    <a:pt x="2310315" y="349957"/>
                  </a:lnTo>
                  <a:lnTo>
                    <a:pt x="2310319" y="349939"/>
                  </a:lnTo>
                  <a:lnTo>
                    <a:pt x="2310315" y="349919"/>
                  </a:lnTo>
                  <a:lnTo>
                    <a:pt x="2310299" y="349898"/>
                  </a:lnTo>
                  <a:lnTo>
                    <a:pt x="2310279" y="349889"/>
                  </a:lnTo>
                  <a:lnTo>
                    <a:pt x="2310261" y="349888"/>
                  </a:lnTo>
                  <a:lnTo>
                    <a:pt x="2310238" y="349898"/>
                  </a:lnTo>
                  <a:lnTo>
                    <a:pt x="2310217" y="349907"/>
                  </a:lnTo>
                  <a:lnTo>
                    <a:pt x="2310191" y="349911"/>
                  </a:lnTo>
                  <a:lnTo>
                    <a:pt x="2310172" y="349910"/>
                  </a:lnTo>
                  <a:lnTo>
                    <a:pt x="2310153" y="349900"/>
                  </a:lnTo>
                  <a:lnTo>
                    <a:pt x="2310137" y="349886"/>
                  </a:lnTo>
                  <a:lnTo>
                    <a:pt x="2310117" y="349863"/>
                  </a:lnTo>
                  <a:lnTo>
                    <a:pt x="2310102" y="349841"/>
                  </a:lnTo>
                  <a:lnTo>
                    <a:pt x="2310081" y="349821"/>
                  </a:lnTo>
                  <a:lnTo>
                    <a:pt x="2310067" y="349811"/>
                  </a:lnTo>
                  <a:lnTo>
                    <a:pt x="2310050" y="349807"/>
                  </a:lnTo>
                  <a:lnTo>
                    <a:pt x="2310033" y="349808"/>
                  </a:lnTo>
                  <a:lnTo>
                    <a:pt x="2310007" y="349817"/>
                  </a:lnTo>
                  <a:lnTo>
                    <a:pt x="2309993" y="349822"/>
                  </a:lnTo>
                  <a:lnTo>
                    <a:pt x="2309983" y="349831"/>
                  </a:lnTo>
                  <a:lnTo>
                    <a:pt x="2309968" y="349842"/>
                  </a:lnTo>
                  <a:lnTo>
                    <a:pt x="2309960" y="349851"/>
                  </a:lnTo>
                  <a:lnTo>
                    <a:pt x="2309960" y="349860"/>
                  </a:lnTo>
                  <a:lnTo>
                    <a:pt x="2309962" y="349868"/>
                  </a:lnTo>
                  <a:lnTo>
                    <a:pt x="2310002" y="350020"/>
                  </a:lnTo>
                  <a:lnTo>
                    <a:pt x="2310004" y="350035"/>
                  </a:lnTo>
                  <a:lnTo>
                    <a:pt x="2310008" y="350056"/>
                  </a:lnTo>
                  <a:lnTo>
                    <a:pt x="2310020" y="350070"/>
                  </a:lnTo>
                  <a:lnTo>
                    <a:pt x="2310031" y="350085"/>
                  </a:lnTo>
                  <a:lnTo>
                    <a:pt x="2310046" y="350097"/>
                  </a:lnTo>
                  <a:lnTo>
                    <a:pt x="2310060" y="350108"/>
                  </a:lnTo>
                  <a:lnTo>
                    <a:pt x="2310083" y="350124"/>
                  </a:lnTo>
                  <a:lnTo>
                    <a:pt x="2310094" y="350135"/>
                  </a:lnTo>
                  <a:lnTo>
                    <a:pt x="2310101" y="350147"/>
                  </a:lnTo>
                  <a:lnTo>
                    <a:pt x="2310102" y="350158"/>
                  </a:lnTo>
                  <a:lnTo>
                    <a:pt x="2310093" y="350169"/>
                  </a:lnTo>
                  <a:lnTo>
                    <a:pt x="2310074" y="350176"/>
                  </a:lnTo>
                  <a:lnTo>
                    <a:pt x="2310026" y="350185"/>
                  </a:lnTo>
                  <a:lnTo>
                    <a:pt x="2310007" y="350194"/>
                  </a:lnTo>
                  <a:lnTo>
                    <a:pt x="2309971" y="350206"/>
                  </a:lnTo>
                  <a:lnTo>
                    <a:pt x="2309946" y="350217"/>
                  </a:lnTo>
                  <a:lnTo>
                    <a:pt x="2309918" y="350224"/>
                  </a:lnTo>
                  <a:lnTo>
                    <a:pt x="2309899" y="350227"/>
                  </a:lnTo>
                  <a:lnTo>
                    <a:pt x="2309881" y="350227"/>
                  </a:lnTo>
                  <a:lnTo>
                    <a:pt x="2309864" y="350222"/>
                  </a:lnTo>
                  <a:lnTo>
                    <a:pt x="2309847" y="350207"/>
                  </a:lnTo>
                  <a:lnTo>
                    <a:pt x="2309818" y="350182"/>
                  </a:lnTo>
                  <a:lnTo>
                    <a:pt x="2309795" y="350166"/>
                  </a:lnTo>
                  <a:lnTo>
                    <a:pt x="2309765" y="350151"/>
                  </a:lnTo>
                  <a:lnTo>
                    <a:pt x="2309746" y="350148"/>
                  </a:lnTo>
                  <a:lnTo>
                    <a:pt x="2309721" y="350149"/>
                  </a:lnTo>
                  <a:lnTo>
                    <a:pt x="2309696" y="350156"/>
                  </a:lnTo>
                  <a:lnTo>
                    <a:pt x="2309682" y="350166"/>
                  </a:lnTo>
                  <a:lnTo>
                    <a:pt x="2309667" y="350182"/>
                  </a:lnTo>
                  <a:lnTo>
                    <a:pt x="2309653" y="350216"/>
                  </a:lnTo>
                  <a:lnTo>
                    <a:pt x="2309645" y="350250"/>
                  </a:lnTo>
                  <a:lnTo>
                    <a:pt x="2309638" y="350283"/>
                  </a:lnTo>
                  <a:lnTo>
                    <a:pt x="2309631" y="350302"/>
                  </a:lnTo>
                  <a:lnTo>
                    <a:pt x="2309619" y="350317"/>
                  </a:lnTo>
                  <a:lnTo>
                    <a:pt x="2309593" y="350349"/>
                  </a:lnTo>
                  <a:lnTo>
                    <a:pt x="2309567" y="350370"/>
                  </a:lnTo>
                  <a:lnTo>
                    <a:pt x="2309541" y="350387"/>
                  </a:lnTo>
                  <a:lnTo>
                    <a:pt x="2309516" y="350403"/>
                  </a:lnTo>
                  <a:lnTo>
                    <a:pt x="2309497" y="350412"/>
                  </a:lnTo>
                  <a:lnTo>
                    <a:pt x="2309477" y="350413"/>
                  </a:lnTo>
                  <a:lnTo>
                    <a:pt x="2309459" y="350407"/>
                  </a:lnTo>
                  <a:lnTo>
                    <a:pt x="2309445" y="350399"/>
                  </a:lnTo>
                  <a:lnTo>
                    <a:pt x="2309439" y="350372"/>
                  </a:lnTo>
                  <a:lnTo>
                    <a:pt x="2309443" y="350344"/>
                  </a:lnTo>
                  <a:lnTo>
                    <a:pt x="2309447" y="350331"/>
                  </a:lnTo>
                  <a:lnTo>
                    <a:pt x="2309454" y="350316"/>
                  </a:lnTo>
                  <a:lnTo>
                    <a:pt x="2309457" y="350300"/>
                  </a:lnTo>
                  <a:lnTo>
                    <a:pt x="2309456" y="350263"/>
                  </a:lnTo>
                  <a:lnTo>
                    <a:pt x="2309453" y="350246"/>
                  </a:lnTo>
                  <a:lnTo>
                    <a:pt x="2309441" y="350231"/>
                  </a:lnTo>
                  <a:lnTo>
                    <a:pt x="2309423" y="350213"/>
                  </a:lnTo>
                  <a:lnTo>
                    <a:pt x="2309400" y="350203"/>
                  </a:lnTo>
                  <a:lnTo>
                    <a:pt x="2309350" y="350200"/>
                  </a:lnTo>
                  <a:lnTo>
                    <a:pt x="2309311" y="350203"/>
                  </a:lnTo>
                  <a:lnTo>
                    <a:pt x="2309282" y="350203"/>
                  </a:lnTo>
                  <a:lnTo>
                    <a:pt x="2309227" y="350205"/>
                  </a:lnTo>
                  <a:lnTo>
                    <a:pt x="2309204" y="350207"/>
                  </a:lnTo>
                  <a:lnTo>
                    <a:pt x="2309185" y="350212"/>
                  </a:lnTo>
                  <a:lnTo>
                    <a:pt x="2309169" y="350217"/>
                  </a:lnTo>
                  <a:lnTo>
                    <a:pt x="2309155" y="350227"/>
                  </a:lnTo>
                  <a:lnTo>
                    <a:pt x="2309146" y="350236"/>
                  </a:lnTo>
                  <a:lnTo>
                    <a:pt x="2309142" y="350250"/>
                  </a:lnTo>
                  <a:lnTo>
                    <a:pt x="2309142" y="350259"/>
                  </a:lnTo>
                  <a:lnTo>
                    <a:pt x="2309145" y="350272"/>
                  </a:lnTo>
                  <a:lnTo>
                    <a:pt x="2309151" y="350281"/>
                  </a:lnTo>
                  <a:lnTo>
                    <a:pt x="2309169" y="350301"/>
                  </a:lnTo>
                  <a:lnTo>
                    <a:pt x="2309184" y="350313"/>
                  </a:lnTo>
                  <a:lnTo>
                    <a:pt x="2309201" y="350321"/>
                  </a:lnTo>
                  <a:lnTo>
                    <a:pt x="2309228" y="350331"/>
                  </a:lnTo>
                  <a:lnTo>
                    <a:pt x="2309249" y="350337"/>
                  </a:lnTo>
                  <a:lnTo>
                    <a:pt x="2309272" y="350344"/>
                  </a:lnTo>
                  <a:lnTo>
                    <a:pt x="2309318" y="350359"/>
                  </a:lnTo>
                  <a:lnTo>
                    <a:pt x="2309345" y="350371"/>
                  </a:lnTo>
                  <a:lnTo>
                    <a:pt x="2309363" y="350382"/>
                  </a:lnTo>
                  <a:lnTo>
                    <a:pt x="2309372" y="350389"/>
                  </a:lnTo>
                  <a:lnTo>
                    <a:pt x="2309374" y="350399"/>
                  </a:lnTo>
                  <a:lnTo>
                    <a:pt x="2309372" y="350410"/>
                  </a:lnTo>
                  <a:lnTo>
                    <a:pt x="2309361" y="350420"/>
                  </a:lnTo>
                  <a:lnTo>
                    <a:pt x="2309342" y="350418"/>
                  </a:lnTo>
                  <a:lnTo>
                    <a:pt x="2309325" y="350415"/>
                  </a:lnTo>
                  <a:lnTo>
                    <a:pt x="2309301" y="350407"/>
                  </a:lnTo>
                  <a:lnTo>
                    <a:pt x="2309278" y="350399"/>
                  </a:lnTo>
                  <a:lnTo>
                    <a:pt x="2309257" y="350395"/>
                  </a:lnTo>
                  <a:lnTo>
                    <a:pt x="2309218" y="350392"/>
                  </a:lnTo>
                  <a:lnTo>
                    <a:pt x="2309199" y="350396"/>
                  </a:lnTo>
                  <a:lnTo>
                    <a:pt x="2309172" y="350407"/>
                  </a:lnTo>
                  <a:lnTo>
                    <a:pt x="2309156" y="350416"/>
                  </a:lnTo>
                  <a:lnTo>
                    <a:pt x="2309136" y="350431"/>
                  </a:lnTo>
                  <a:lnTo>
                    <a:pt x="2309125" y="350445"/>
                  </a:lnTo>
                  <a:lnTo>
                    <a:pt x="2309120" y="350462"/>
                  </a:lnTo>
                  <a:lnTo>
                    <a:pt x="2309121" y="350473"/>
                  </a:lnTo>
                  <a:lnTo>
                    <a:pt x="2309078" y="350566"/>
                  </a:lnTo>
                  <a:lnTo>
                    <a:pt x="2309060" y="350576"/>
                  </a:lnTo>
                  <a:lnTo>
                    <a:pt x="2309036" y="350599"/>
                  </a:lnTo>
                  <a:lnTo>
                    <a:pt x="2309013" y="350622"/>
                  </a:lnTo>
                  <a:lnTo>
                    <a:pt x="2309001" y="350640"/>
                  </a:lnTo>
                  <a:lnTo>
                    <a:pt x="2308987" y="350665"/>
                  </a:lnTo>
                  <a:lnTo>
                    <a:pt x="2308977" y="350693"/>
                  </a:lnTo>
                  <a:lnTo>
                    <a:pt x="2308970" y="350723"/>
                  </a:lnTo>
                  <a:lnTo>
                    <a:pt x="2308961" y="350759"/>
                  </a:lnTo>
                  <a:lnTo>
                    <a:pt x="2308953" y="350787"/>
                  </a:lnTo>
                  <a:lnTo>
                    <a:pt x="2308944" y="350802"/>
                  </a:lnTo>
                  <a:lnTo>
                    <a:pt x="2308927" y="350818"/>
                  </a:lnTo>
                  <a:lnTo>
                    <a:pt x="2308897" y="350846"/>
                  </a:lnTo>
                  <a:lnTo>
                    <a:pt x="2308871" y="350863"/>
                  </a:lnTo>
                  <a:lnTo>
                    <a:pt x="2308850" y="350872"/>
                  </a:lnTo>
                  <a:lnTo>
                    <a:pt x="2308801" y="350884"/>
                  </a:lnTo>
                  <a:lnTo>
                    <a:pt x="2308779" y="350890"/>
                  </a:lnTo>
                  <a:lnTo>
                    <a:pt x="2308758" y="350892"/>
                  </a:lnTo>
                  <a:lnTo>
                    <a:pt x="2308744" y="350888"/>
                  </a:lnTo>
                  <a:lnTo>
                    <a:pt x="2308736" y="350886"/>
                  </a:lnTo>
                  <a:lnTo>
                    <a:pt x="2308729" y="350880"/>
                  </a:lnTo>
                  <a:lnTo>
                    <a:pt x="2308727" y="350873"/>
                  </a:lnTo>
                  <a:lnTo>
                    <a:pt x="2308728" y="350865"/>
                  </a:lnTo>
                  <a:lnTo>
                    <a:pt x="2308734" y="350856"/>
                  </a:lnTo>
                  <a:lnTo>
                    <a:pt x="2308768" y="350822"/>
                  </a:lnTo>
                  <a:lnTo>
                    <a:pt x="2308776" y="350810"/>
                  </a:lnTo>
                  <a:lnTo>
                    <a:pt x="2308781" y="350785"/>
                  </a:lnTo>
                  <a:lnTo>
                    <a:pt x="2308775" y="350767"/>
                  </a:lnTo>
                  <a:lnTo>
                    <a:pt x="2308770" y="350753"/>
                  </a:lnTo>
                  <a:lnTo>
                    <a:pt x="2308758" y="350744"/>
                  </a:lnTo>
                  <a:lnTo>
                    <a:pt x="2308737" y="350733"/>
                  </a:lnTo>
                  <a:lnTo>
                    <a:pt x="2308697" y="350723"/>
                  </a:lnTo>
                  <a:lnTo>
                    <a:pt x="2308662" y="350714"/>
                  </a:lnTo>
                  <a:lnTo>
                    <a:pt x="2308631" y="350700"/>
                  </a:lnTo>
                  <a:lnTo>
                    <a:pt x="2308611" y="350682"/>
                  </a:lnTo>
                  <a:lnTo>
                    <a:pt x="2308595" y="350660"/>
                  </a:lnTo>
                  <a:lnTo>
                    <a:pt x="2308584" y="350638"/>
                  </a:lnTo>
                  <a:lnTo>
                    <a:pt x="2308581" y="350609"/>
                  </a:lnTo>
                  <a:lnTo>
                    <a:pt x="2308576" y="350580"/>
                  </a:lnTo>
                  <a:lnTo>
                    <a:pt x="2308577" y="350554"/>
                  </a:lnTo>
                  <a:lnTo>
                    <a:pt x="2308572" y="350535"/>
                  </a:lnTo>
                  <a:lnTo>
                    <a:pt x="2308568" y="350522"/>
                  </a:lnTo>
                  <a:lnTo>
                    <a:pt x="2308557" y="350514"/>
                  </a:lnTo>
                  <a:lnTo>
                    <a:pt x="2308529" y="350501"/>
                  </a:lnTo>
                  <a:lnTo>
                    <a:pt x="2308512" y="350498"/>
                  </a:lnTo>
                  <a:lnTo>
                    <a:pt x="2308478" y="350499"/>
                  </a:lnTo>
                  <a:lnTo>
                    <a:pt x="2308461" y="350502"/>
                  </a:lnTo>
                  <a:lnTo>
                    <a:pt x="2308444" y="350509"/>
                  </a:lnTo>
                  <a:lnTo>
                    <a:pt x="2308423" y="350523"/>
                  </a:lnTo>
                  <a:lnTo>
                    <a:pt x="2308304" y="350709"/>
                  </a:lnTo>
                  <a:lnTo>
                    <a:pt x="2308302" y="350725"/>
                  </a:lnTo>
                  <a:lnTo>
                    <a:pt x="2308303" y="350740"/>
                  </a:lnTo>
                  <a:lnTo>
                    <a:pt x="2308309" y="350767"/>
                  </a:lnTo>
                  <a:lnTo>
                    <a:pt x="2308312" y="350794"/>
                  </a:lnTo>
                  <a:lnTo>
                    <a:pt x="2308310" y="350819"/>
                  </a:lnTo>
                  <a:lnTo>
                    <a:pt x="2308304" y="350839"/>
                  </a:lnTo>
                  <a:lnTo>
                    <a:pt x="2308292" y="350859"/>
                  </a:lnTo>
                  <a:lnTo>
                    <a:pt x="2308277" y="350884"/>
                  </a:lnTo>
                  <a:lnTo>
                    <a:pt x="2308262" y="350928"/>
                  </a:lnTo>
                  <a:lnTo>
                    <a:pt x="2308254" y="350944"/>
                  </a:lnTo>
                  <a:lnTo>
                    <a:pt x="2308244" y="350962"/>
                  </a:lnTo>
                  <a:lnTo>
                    <a:pt x="2308231" y="350980"/>
                  </a:lnTo>
                  <a:lnTo>
                    <a:pt x="2308217" y="350991"/>
                  </a:lnTo>
                  <a:lnTo>
                    <a:pt x="2307944" y="351109"/>
                  </a:lnTo>
                  <a:lnTo>
                    <a:pt x="2307925" y="351108"/>
                  </a:lnTo>
                  <a:lnTo>
                    <a:pt x="2307905" y="351105"/>
                  </a:lnTo>
                  <a:lnTo>
                    <a:pt x="2307888" y="351096"/>
                  </a:lnTo>
                  <a:lnTo>
                    <a:pt x="2307875" y="351082"/>
                  </a:lnTo>
                  <a:lnTo>
                    <a:pt x="2307872" y="351069"/>
                  </a:lnTo>
                  <a:lnTo>
                    <a:pt x="2307872" y="351054"/>
                  </a:lnTo>
                  <a:lnTo>
                    <a:pt x="2307878" y="351042"/>
                  </a:lnTo>
                  <a:lnTo>
                    <a:pt x="2307888" y="351030"/>
                  </a:lnTo>
                  <a:lnTo>
                    <a:pt x="2307895" y="351015"/>
                  </a:lnTo>
                  <a:lnTo>
                    <a:pt x="2307921" y="350985"/>
                  </a:lnTo>
                  <a:lnTo>
                    <a:pt x="2307932" y="350965"/>
                  </a:lnTo>
                  <a:lnTo>
                    <a:pt x="2307935" y="350941"/>
                  </a:lnTo>
                  <a:lnTo>
                    <a:pt x="2307934" y="350929"/>
                  </a:lnTo>
                  <a:lnTo>
                    <a:pt x="2307925" y="350911"/>
                  </a:lnTo>
                  <a:lnTo>
                    <a:pt x="2307914" y="350902"/>
                  </a:lnTo>
                  <a:lnTo>
                    <a:pt x="2307901" y="350902"/>
                  </a:lnTo>
                  <a:lnTo>
                    <a:pt x="2307888" y="350907"/>
                  </a:lnTo>
                  <a:lnTo>
                    <a:pt x="2307855" y="350919"/>
                  </a:lnTo>
                  <a:lnTo>
                    <a:pt x="2307840" y="350926"/>
                  </a:lnTo>
                  <a:lnTo>
                    <a:pt x="2307826" y="350937"/>
                  </a:lnTo>
                  <a:lnTo>
                    <a:pt x="2307810" y="350949"/>
                  </a:lnTo>
                  <a:lnTo>
                    <a:pt x="2307799" y="350969"/>
                  </a:lnTo>
                  <a:lnTo>
                    <a:pt x="2307789" y="350993"/>
                  </a:lnTo>
                  <a:lnTo>
                    <a:pt x="2307781" y="351013"/>
                  </a:lnTo>
                  <a:lnTo>
                    <a:pt x="2307759" y="351031"/>
                  </a:lnTo>
                  <a:lnTo>
                    <a:pt x="2307737" y="351042"/>
                  </a:lnTo>
                  <a:lnTo>
                    <a:pt x="2307716" y="351046"/>
                  </a:lnTo>
                  <a:lnTo>
                    <a:pt x="2307701" y="351046"/>
                  </a:lnTo>
                  <a:lnTo>
                    <a:pt x="2307646" y="351046"/>
                  </a:lnTo>
                  <a:lnTo>
                    <a:pt x="2307623" y="351048"/>
                  </a:lnTo>
                  <a:lnTo>
                    <a:pt x="2307606" y="351055"/>
                  </a:lnTo>
                  <a:lnTo>
                    <a:pt x="2307600" y="351067"/>
                  </a:lnTo>
                  <a:lnTo>
                    <a:pt x="2307593" y="351086"/>
                  </a:lnTo>
                  <a:lnTo>
                    <a:pt x="2307590" y="351105"/>
                  </a:lnTo>
                  <a:lnTo>
                    <a:pt x="2307553" y="351262"/>
                  </a:lnTo>
                  <a:lnTo>
                    <a:pt x="2307531" y="351275"/>
                  </a:lnTo>
                  <a:lnTo>
                    <a:pt x="2307506" y="351288"/>
                  </a:lnTo>
                  <a:lnTo>
                    <a:pt x="2307487" y="351295"/>
                  </a:lnTo>
                  <a:lnTo>
                    <a:pt x="2307454" y="351296"/>
                  </a:lnTo>
                  <a:lnTo>
                    <a:pt x="2307430" y="351292"/>
                  </a:lnTo>
                  <a:lnTo>
                    <a:pt x="2307407" y="351277"/>
                  </a:lnTo>
                  <a:lnTo>
                    <a:pt x="2307389" y="351261"/>
                  </a:lnTo>
                  <a:lnTo>
                    <a:pt x="2307367" y="351236"/>
                  </a:lnTo>
                  <a:lnTo>
                    <a:pt x="2307342" y="351220"/>
                  </a:lnTo>
                  <a:lnTo>
                    <a:pt x="2307315" y="351210"/>
                  </a:lnTo>
                  <a:lnTo>
                    <a:pt x="2307295" y="351206"/>
                  </a:lnTo>
                  <a:lnTo>
                    <a:pt x="2307274" y="351208"/>
                  </a:lnTo>
                  <a:lnTo>
                    <a:pt x="2307258" y="351212"/>
                  </a:lnTo>
                  <a:lnTo>
                    <a:pt x="2307242" y="351218"/>
                  </a:lnTo>
                  <a:lnTo>
                    <a:pt x="2307236" y="351230"/>
                  </a:lnTo>
                  <a:lnTo>
                    <a:pt x="2307236" y="351241"/>
                  </a:lnTo>
                  <a:lnTo>
                    <a:pt x="2307240" y="351247"/>
                  </a:lnTo>
                  <a:lnTo>
                    <a:pt x="2307254" y="351257"/>
                  </a:lnTo>
                  <a:lnTo>
                    <a:pt x="2307276" y="351269"/>
                  </a:lnTo>
                  <a:lnTo>
                    <a:pt x="2307293" y="351277"/>
                  </a:lnTo>
                  <a:lnTo>
                    <a:pt x="2307312" y="351288"/>
                  </a:lnTo>
                  <a:lnTo>
                    <a:pt x="2307335" y="351302"/>
                  </a:lnTo>
                  <a:lnTo>
                    <a:pt x="2307353" y="351315"/>
                  </a:lnTo>
                  <a:lnTo>
                    <a:pt x="2307366" y="351329"/>
                  </a:lnTo>
                  <a:lnTo>
                    <a:pt x="2307374" y="351346"/>
                  </a:lnTo>
                  <a:lnTo>
                    <a:pt x="2307371" y="351358"/>
                  </a:lnTo>
                  <a:lnTo>
                    <a:pt x="2307360" y="351367"/>
                  </a:lnTo>
                  <a:lnTo>
                    <a:pt x="2307339" y="351372"/>
                  </a:lnTo>
                  <a:lnTo>
                    <a:pt x="2307154" y="351345"/>
                  </a:lnTo>
                  <a:lnTo>
                    <a:pt x="2307135" y="351344"/>
                  </a:lnTo>
                  <a:lnTo>
                    <a:pt x="2307120" y="351334"/>
                  </a:lnTo>
                  <a:lnTo>
                    <a:pt x="2307075" y="351305"/>
                  </a:lnTo>
                  <a:lnTo>
                    <a:pt x="2307045" y="351288"/>
                  </a:lnTo>
                  <a:lnTo>
                    <a:pt x="2307014" y="351281"/>
                  </a:lnTo>
                  <a:lnTo>
                    <a:pt x="2306983" y="351275"/>
                  </a:lnTo>
                  <a:lnTo>
                    <a:pt x="2306967" y="351272"/>
                  </a:lnTo>
                  <a:lnTo>
                    <a:pt x="2306950" y="351271"/>
                  </a:lnTo>
                  <a:lnTo>
                    <a:pt x="2306935" y="351276"/>
                  </a:lnTo>
                  <a:lnTo>
                    <a:pt x="2306922" y="351280"/>
                  </a:lnTo>
                  <a:lnTo>
                    <a:pt x="2306913" y="351293"/>
                  </a:lnTo>
                  <a:lnTo>
                    <a:pt x="2306913" y="351304"/>
                  </a:lnTo>
                  <a:lnTo>
                    <a:pt x="2306919" y="351315"/>
                  </a:lnTo>
                  <a:lnTo>
                    <a:pt x="2306927" y="351323"/>
                  </a:lnTo>
                  <a:lnTo>
                    <a:pt x="2306942" y="351334"/>
                  </a:lnTo>
                  <a:lnTo>
                    <a:pt x="2306955" y="351345"/>
                  </a:lnTo>
                  <a:lnTo>
                    <a:pt x="2306980" y="351369"/>
                  </a:lnTo>
                  <a:lnTo>
                    <a:pt x="2306992" y="351379"/>
                  </a:lnTo>
                  <a:lnTo>
                    <a:pt x="2307002" y="351394"/>
                  </a:lnTo>
                  <a:lnTo>
                    <a:pt x="2307011" y="351409"/>
                  </a:lnTo>
                  <a:lnTo>
                    <a:pt x="2307016" y="351432"/>
                  </a:lnTo>
                  <a:lnTo>
                    <a:pt x="2307016" y="351458"/>
                  </a:lnTo>
                  <a:lnTo>
                    <a:pt x="2307013" y="351489"/>
                  </a:lnTo>
                  <a:lnTo>
                    <a:pt x="2307009" y="351524"/>
                  </a:lnTo>
                  <a:lnTo>
                    <a:pt x="2307003" y="351548"/>
                  </a:lnTo>
                  <a:lnTo>
                    <a:pt x="2306994" y="351569"/>
                  </a:lnTo>
                  <a:lnTo>
                    <a:pt x="2306978" y="351589"/>
                  </a:lnTo>
                  <a:lnTo>
                    <a:pt x="2306960" y="351604"/>
                  </a:lnTo>
                  <a:lnTo>
                    <a:pt x="2306928" y="351614"/>
                  </a:lnTo>
                  <a:lnTo>
                    <a:pt x="2306907" y="351616"/>
                  </a:lnTo>
                  <a:lnTo>
                    <a:pt x="2306881" y="351611"/>
                  </a:lnTo>
                  <a:lnTo>
                    <a:pt x="2306861" y="351603"/>
                  </a:lnTo>
                  <a:lnTo>
                    <a:pt x="2306836" y="351587"/>
                  </a:lnTo>
                  <a:lnTo>
                    <a:pt x="2306807" y="351557"/>
                  </a:lnTo>
                  <a:lnTo>
                    <a:pt x="2306787" y="351526"/>
                  </a:lnTo>
                  <a:lnTo>
                    <a:pt x="2306771" y="351496"/>
                  </a:lnTo>
                  <a:lnTo>
                    <a:pt x="2306762" y="351468"/>
                  </a:lnTo>
                  <a:lnTo>
                    <a:pt x="2306756" y="351443"/>
                  </a:lnTo>
                  <a:lnTo>
                    <a:pt x="2306748" y="351418"/>
                  </a:lnTo>
                  <a:lnTo>
                    <a:pt x="2306741" y="351404"/>
                  </a:lnTo>
                  <a:lnTo>
                    <a:pt x="2306729" y="351388"/>
                  </a:lnTo>
                  <a:lnTo>
                    <a:pt x="2306714" y="351378"/>
                  </a:lnTo>
                  <a:lnTo>
                    <a:pt x="2306696" y="351372"/>
                  </a:lnTo>
                  <a:lnTo>
                    <a:pt x="2306675" y="351372"/>
                  </a:lnTo>
                  <a:lnTo>
                    <a:pt x="2306652" y="351375"/>
                  </a:lnTo>
                  <a:lnTo>
                    <a:pt x="2306639" y="351381"/>
                  </a:lnTo>
                  <a:lnTo>
                    <a:pt x="2306626" y="351391"/>
                  </a:lnTo>
                  <a:lnTo>
                    <a:pt x="2306614" y="351410"/>
                  </a:lnTo>
                  <a:lnTo>
                    <a:pt x="2306593" y="351436"/>
                  </a:lnTo>
                  <a:lnTo>
                    <a:pt x="2306584" y="351450"/>
                  </a:lnTo>
                  <a:lnTo>
                    <a:pt x="2306575" y="351457"/>
                  </a:lnTo>
                  <a:lnTo>
                    <a:pt x="2306563" y="351462"/>
                  </a:lnTo>
                  <a:lnTo>
                    <a:pt x="2306548" y="351466"/>
                  </a:lnTo>
                  <a:lnTo>
                    <a:pt x="2306531" y="351468"/>
                  </a:lnTo>
                  <a:lnTo>
                    <a:pt x="2306503" y="351470"/>
                  </a:lnTo>
                  <a:lnTo>
                    <a:pt x="2306477" y="351474"/>
                  </a:lnTo>
                  <a:lnTo>
                    <a:pt x="2306460" y="351481"/>
                  </a:lnTo>
                  <a:lnTo>
                    <a:pt x="2306441" y="351490"/>
                  </a:lnTo>
                  <a:lnTo>
                    <a:pt x="2306434" y="351505"/>
                  </a:lnTo>
                  <a:lnTo>
                    <a:pt x="2306434" y="351515"/>
                  </a:lnTo>
                  <a:lnTo>
                    <a:pt x="2306440" y="351527"/>
                  </a:lnTo>
                  <a:lnTo>
                    <a:pt x="2306449" y="351536"/>
                  </a:lnTo>
                  <a:lnTo>
                    <a:pt x="2306460" y="351544"/>
                  </a:lnTo>
                  <a:lnTo>
                    <a:pt x="2306487" y="351559"/>
                  </a:lnTo>
                  <a:lnTo>
                    <a:pt x="2306515" y="351574"/>
                  </a:lnTo>
                  <a:lnTo>
                    <a:pt x="2306536" y="351588"/>
                  </a:lnTo>
                  <a:lnTo>
                    <a:pt x="2306554" y="351611"/>
                  </a:lnTo>
                  <a:lnTo>
                    <a:pt x="2306559" y="351627"/>
                  </a:lnTo>
                  <a:lnTo>
                    <a:pt x="2306560" y="351648"/>
                  </a:lnTo>
                  <a:lnTo>
                    <a:pt x="2306559" y="351670"/>
                  </a:lnTo>
                  <a:lnTo>
                    <a:pt x="2306548" y="351699"/>
                  </a:lnTo>
                  <a:lnTo>
                    <a:pt x="2306529" y="351721"/>
                  </a:lnTo>
                  <a:lnTo>
                    <a:pt x="2306508" y="351740"/>
                  </a:lnTo>
                  <a:lnTo>
                    <a:pt x="2306489" y="351759"/>
                  </a:lnTo>
                  <a:lnTo>
                    <a:pt x="2306469" y="351789"/>
                  </a:lnTo>
                  <a:lnTo>
                    <a:pt x="2306452" y="351824"/>
                  </a:lnTo>
                  <a:lnTo>
                    <a:pt x="2306444" y="351834"/>
                  </a:lnTo>
                  <a:lnTo>
                    <a:pt x="2306432" y="351835"/>
                  </a:lnTo>
                  <a:lnTo>
                    <a:pt x="2306428" y="351825"/>
                  </a:lnTo>
                  <a:lnTo>
                    <a:pt x="2306420" y="351808"/>
                  </a:lnTo>
                  <a:lnTo>
                    <a:pt x="2306411" y="351781"/>
                  </a:lnTo>
                  <a:lnTo>
                    <a:pt x="2306397" y="351752"/>
                  </a:lnTo>
                  <a:lnTo>
                    <a:pt x="2306374" y="351722"/>
                  </a:lnTo>
                  <a:lnTo>
                    <a:pt x="2306354" y="351707"/>
                  </a:lnTo>
                  <a:lnTo>
                    <a:pt x="2306328" y="351696"/>
                  </a:lnTo>
                  <a:lnTo>
                    <a:pt x="2306300" y="351691"/>
                  </a:lnTo>
                  <a:lnTo>
                    <a:pt x="2306269" y="351688"/>
                  </a:lnTo>
                  <a:lnTo>
                    <a:pt x="2306235" y="351689"/>
                  </a:lnTo>
                  <a:lnTo>
                    <a:pt x="2306204" y="351693"/>
                  </a:lnTo>
                  <a:lnTo>
                    <a:pt x="2306164" y="351704"/>
                  </a:lnTo>
                  <a:lnTo>
                    <a:pt x="2306140" y="351716"/>
                  </a:lnTo>
                  <a:lnTo>
                    <a:pt x="2306119" y="351728"/>
                  </a:lnTo>
                  <a:lnTo>
                    <a:pt x="2306102" y="351745"/>
                  </a:lnTo>
                  <a:lnTo>
                    <a:pt x="2305741" y="351955"/>
                  </a:lnTo>
                  <a:lnTo>
                    <a:pt x="2305717" y="351965"/>
                  </a:lnTo>
                  <a:lnTo>
                    <a:pt x="2305692" y="351978"/>
                  </a:lnTo>
                  <a:lnTo>
                    <a:pt x="2305647" y="352011"/>
                  </a:lnTo>
                  <a:lnTo>
                    <a:pt x="2305631" y="352023"/>
                  </a:lnTo>
                  <a:lnTo>
                    <a:pt x="2305582" y="352075"/>
                  </a:lnTo>
                  <a:lnTo>
                    <a:pt x="2305563" y="352100"/>
                  </a:lnTo>
                  <a:lnTo>
                    <a:pt x="2305552" y="352123"/>
                  </a:lnTo>
                  <a:lnTo>
                    <a:pt x="2305538" y="352155"/>
                  </a:lnTo>
                  <a:lnTo>
                    <a:pt x="2305518" y="352186"/>
                  </a:lnTo>
                  <a:lnTo>
                    <a:pt x="2305488" y="352208"/>
                  </a:lnTo>
                  <a:lnTo>
                    <a:pt x="2305445" y="352235"/>
                  </a:lnTo>
                  <a:lnTo>
                    <a:pt x="2305420" y="352258"/>
                  </a:lnTo>
                  <a:lnTo>
                    <a:pt x="2305415" y="352273"/>
                  </a:lnTo>
                  <a:lnTo>
                    <a:pt x="2305415" y="352289"/>
                  </a:lnTo>
                  <a:lnTo>
                    <a:pt x="2305435" y="352317"/>
                  </a:lnTo>
                  <a:lnTo>
                    <a:pt x="2305462" y="352340"/>
                  </a:lnTo>
                  <a:lnTo>
                    <a:pt x="2305475" y="352356"/>
                  </a:lnTo>
                  <a:lnTo>
                    <a:pt x="2305481" y="352376"/>
                  </a:lnTo>
                  <a:lnTo>
                    <a:pt x="2305475" y="352392"/>
                  </a:lnTo>
                  <a:lnTo>
                    <a:pt x="2305463" y="352405"/>
                  </a:lnTo>
                  <a:lnTo>
                    <a:pt x="2305445" y="352418"/>
                  </a:lnTo>
                  <a:lnTo>
                    <a:pt x="2305180" y="352499"/>
                  </a:lnTo>
                  <a:lnTo>
                    <a:pt x="2305163" y="352502"/>
                  </a:lnTo>
                  <a:lnTo>
                    <a:pt x="2305149" y="352505"/>
                  </a:lnTo>
                  <a:lnTo>
                    <a:pt x="2305140" y="352502"/>
                  </a:lnTo>
                  <a:lnTo>
                    <a:pt x="2305128" y="352501"/>
                  </a:lnTo>
                  <a:lnTo>
                    <a:pt x="2305124" y="352492"/>
                  </a:lnTo>
                  <a:lnTo>
                    <a:pt x="2305117" y="352471"/>
                  </a:lnTo>
                  <a:lnTo>
                    <a:pt x="2305123" y="352458"/>
                  </a:lnTo>
                  <a:lnTo>
                    <a:pt x="2305130" y="352445"/>
                  </a:lnTo>
                  <a:lnTo>
                    <a:pt x="2305154" y="352416"/>
                  </a:lnTo>
                  <a:lnTo>
                    <a:pt x="2305187" y="352383"/>
                  </a:lnTo>
                  <a:lnTo>
                    <a:pt x="2305224" y="352325"/>
                  </a:lnTo>
                  <a:lnTo>
                    <a:pt x="2305229" y="352293"/>
                  </a:lnTo>
                  <a:lnTo>
                    <a:pt x="2305230" y="352269"/>
                  </a:lnTo>
                  <a:lnTo>
                    <a:pt x="2305224" y="352248"/>
                  </a:lnTo>
                  <a:lnTo>
                    <a:pt x="2305210" y="352226"/>
                  </a:lnTo>
                  <a:lnTo>
                    <a:pt x="2305193" y="352214"/>
                  </a:lnTo>
                  <a:lnTo>
                    <a:pt x="2305174" y="352210"/>
                  </a:lnTo>
                  <a:lnTo>
                    <a:pt x="2305150" y="352216"/>
                  </a:lnTo>
                  <a:lnTo>
                    <a:pt x="2305122" y="352243"/>
                  </a:lnTo>
                  <a:lnTo>
                    <a:pt x="2305099" y="352296"/>
                  </a:lnTo>
                  <a:lnTo>
                    <a:pt x="2305095" y="352345"/>
                  </a:lnTo>
                  <a:lnTo>
                    <a:pt x="2305090" y="352396"/>
                  </a:lnTo>
                  <a:lnTo>
                    <a:pt x="2305078" y="352428"/>
                  </a:lnTo>
                  <a:lnTo>
                    <a:pt x="2305065" y="352450"/>
                  </a:lnTo>
                  <a:lnTo>
                    <a:pt x="2305042" y="352472"/>
                  </a:lnTo>
                  <a:lnTo>
                    <a:pt x="2305025" y="352477"/>
                  </a:lnTo>
                  <a:lnTo>
                    <a:pt x="2304998" y="352477"/>
                  </a:lnTo>
                  <a:lnTo>
                    <a:pt x="2304970" y="352464"/>
                  </a:lnTo>
                  <a:lnTo>
                    <a:pt x="2304950" y="352454"/>
                  </a:lnTo>
                  <a:lnTo>
                    <a:pt x="2304926" y="352438"/>
                  </a:lnTo>
                  <a:lnTo>
                    <a:pt x="2304911" y="352422"/>
                  </a:lnTo>
                  <a:lnTo>
                    <a:pt x="2304815" y="352250"/>
                  </a:lnTo>
                  <a:lnTo>
                    <a:pt x="2304808" y="352242"/>
                  </a:lnTo>
                  <a:lnTo>
                    <a:pt x="2304799" y="352227"/>
                  </a:lnTo>
                  <a:lnTo>
                    <a:pt x="2304788" y="352208"/>
                  </a:lnTo>
                  <a:lnTo>
                    <a:pt x="2304773" y="352193"/>
                  </a:lnTo>
                  <a:lnTo>
                    <a:pt x="2304760" y="352185"/>
                  </a:lnTo>
                  <a:lnTo>
                    <a:pt x="2304742" y="352181"/>
                  </a:lnTo>
                  <a:lnTo>
                    <a:pt x="2304709" y="352184"/>
                  </a:lnTo>
                  <a:lnTo>
                    <a:pt x="2304689" y="352195"/>
                  </a:lnTo>
                  <a:lnTo>
                    <a:pt x="2304654" y="352220"/>
                  </a:lnTo>
                  <a:lnTo>
                    <a:pt x="2304616" y="352267"/>
                  </a:lnTo>
                  <a:lnTo>
                    <a:pt x="2304570" y="352322"/>
                  </a:lnTo>
                  <a:lnTo>
                    <a:pt x="2304566" y="352339"/>
                  </a:lnTo>
                  <a:lnTo>
                    <a:pt x="2304563" y="352357"/>
                  </a:lnTo>
                  <a:lnTo>
                    <a:pt x="2304573" y="352373"/>
                  </a:lnTo>
                  <a:lnTo>
                    <a:pt x="2304590" y="352401"/>
                  </a:lnTo>
                  <a:lnTo>
                    <a:pt x="2304601" y="352423"/>
                  </a:lnTo>
                  <a:lnTo>
                    <a:pt x="2304614" y="352499"/>
                  </a:lnTo>
                  <a:lnTo>
                    <a:pt x="2304616" y="352530"/>
                  </a:lnTo>
                  <a:lnTo>
                    <a:pt x="2304627" y="352557"/>
                  </a:lnTo>
                  <a:lnTo>
                    <a:pt x="2304627" y="352600"/>
                  </a:lnTo>
                  <a:lnTo>
                    <a:pt x="2304625" y="352625"/>
                  </a:lnTo>
                  <a:lnTo>
                    <a:pt x="2304609" y="352646"/>
                  </a:lnTo>
                  <a:lnTo>
                    <a:pt x="2304574" y="352659"/>
                  </a:lnTo>
                  <a:lnTo>
                    <a:pt x="2304518" y="352656"/>
                  </a:lnTo>
                  <a:lnTo>
                    <a:pt x="2304450" y="352632"/>
                  </a:lnTo>
                  <a:lnTo>
                    <a:pt x="2304377" y="352609"/>
                  </a:lnTo>
                  <a:lnTo>
                    <a:pt x="2304353" y="352599"/>
                  </a:lnTo>
                  <a:lnTo>
                    <a:pt x="2304339" y="352594"/>
                  </a:lnTo>
                  <a:lnTo>
                    <a:pt x="2304312" y="352591"/>
                  </a:lnTo>
                  <a:lnTo>
                    <a:pt x="2304273" y="352593"/>
                  </a:lnTo>
                  <a:lnTo>
                    <a:pt x="2304226" y="352584"/>
                  </a:lnTo>
                  <a:lnTo>
                    <a:pt x="2304178" y="352555"/>
                  </a:lnTo>
                  <a:lnTo>
                    <a:pt x="2304160" y="352533"/>
                  </a:lnTo>
                  <a:lnTo>
                    <a:pt x="2304148" y="352526"/>
                  </a:lnTo>
                  <a:lnTo>
                    <a:pt x="2304094" y="352531"/>
                  </a:lnTo>
                  <a:lnTo>
                    <a:pt x="2304054" y="352544"/>
                  </a:lnTo>
                  <a:lnTo>
                    <a:pt x="2304023" y="352557"/>
                  </a:lnTo>
                  <a:lnTo>
                    <a:pt x="2303988" y="352581"/>
                  </a:lnTo>
                  <a:lnTo>
                    <a:pt x="2303964" y="352618"/>
                  </a:lnTo>
                  <a:lnTo>
                    <a:pt x="2303946" y="352651"/>
                  </a:lnTo>
                  <a:lnTo>
                    <a:pt x="2303934" y="352661"/>
                  </a:lnTo>
                  <a:lnTo>
                    <a:pt x="2303924" y="352665"/>
                  </a:lnTo>
                  <a:lnTo>
                    <a:pt x="2303914" y="352665"/>
                  </a:lnTo>
                  <a:lnTo>
                    <a:pt x="2303898" y="352662"/>
                  </a:lnTo>
                  <a:lnTo>
                    <a:pt x="2303876" y="352645"/>
                  </a:lnTo>
                  <a:lnTo>
                    <a:pt x="2303859" y="352615"/>
                  </a:lnTo>
                  <a:lnTo>
                    <a:pt x="2303854" y="352571"/>
                  </a:lnTo>
                  <a:lnTo>
                    <a:pt x="2303848" y="352546"/>
                  </a:lnTo>
                  <a:lnTo>
                    <a:pt x="2303832" y="352523"/>
                  </a:lnTo>
                  <a:lnTo>
                    <a:pt x="2303810" y="352506"/>
                  </a:lnTo>
                  <a:lnTo>
                    <a:pt x="2303783" y="352500"/>
                  </a:lnTo>
                  <a:lnTo>
                    <a:pt x="2303737" y="352489"/>
                  </a:lnTo>
                  <a:lnTo>
                    <a:pt x="2303691" y="352486"/>
                  </a:lnTo>
                  <a:lnTo>
                    <a:pt x="2303643" y="352481"/>
                  </a:lnTo>
                  <a:lnTo>
                    <a:pt x="2303589" y="352486"/>
                  </a:lnTo>
                  <a:lnTo>
                    <a:pt x="2303526" y="352487"/>
                  </a:lnTo>
                  <a:lnTo>
                    <a:pt x="2303480" y="352483"/>
                  </a:lnTo>
                  <a:lnTo>
                    <a:pt x="2303437" y="352495"/>
                  </a:lnTo>
                  <a:lnTo>
                    <a:pt x="2303411" y="352510"/>
                  </a:lnTo>
                  <a:lnTo>
                    <a:pt x="2303402" y="352544"/>
                  </a:lnTo>
                  <a:lnTo>
                    <a:pt x="2303403" y="352566"/>
                  </a:lnTo>
                  <a:lnTo>
                    <a:pt x="2303407" y="352595"/>
                  </a:lnTo>
                  <a:lnTo>
                    <a:pt x="2303420" y="352624"/>
                  </a:lnTo>
                  <a:lnTo>
                    <a:pt x="2303443" y="352673"/>
                  </a:lnTo>
                  <a:lnTo>
                    <a:pt x="2303476" y="352730"/>
                  </a:lnTo>
                  <a:lnTo>
                    <a:pt x="2303499" y="352757"/>
                  </a:lnTo>
                  <a:lnTo>
                    <a:pt x="2303585" y="352836"/>
                  </a:lnTo>
                  <a:lnTo>
                    <a:pt x="2303586" y="352849"/>
                  </a:lnTo>
                  <a:lnTo>
                    <a:pt x="2303590" y="352865"/>
                  </a:lnTo>
                  <a:lnTo>
                    <a:pt x="2303613" y="352886"/>
                  </a:lnTo>
                  <a:lnTo>
                    <a:pt x="2303619" y="352895"/>
                  </a:lnTo>
                  <a:lnTo>
                    <a:pt x="2303620" y="352916"/>
                  </a:lnTo>
                  <a:lnTo>
                    <a:pt x="2303619" y="352941"/>
                  </a:lnTo>
                  <a:lnTo>
                    <a:pt x="2303605" y="352969"/>
                  </a:lnTo>
                  <a:lnTo>
                    <a:pt x="2303588" y="352993"/>
                  </a:lnTo>
                  <a:lnTo>
                    <a:pt x="2303556" y="353024"/>
                  </a:lnTo>
                  <a:lnTo>
                    <a:pt x="2303513" y="353048"/>
                  </a:lnTo>
                  <a:lnTo>
                    <a:pt x="2303465" y="353071"/>
                  </a:lnTo>
                  <a:lnTo>
                    <a:pt x="2303434" y="353083"/>
                  </a:lnTo>
                  <a:lnTo>
                    <a:pt x="2303413" y="353099"/>
                  </a:lnTo>
                  <a:lnTo>
                    <a:pt x="2303403" y="353118"/>
                  </a:lnTo>
                  <a:lnTo>
                    <a:pt x="2303391" y="353142"/>
                  </a:lnTo>
                  <a:lnTo>
                    <a:pt x="2303384" y="353171"/>
                  </a:lnTo>
                  <a:lnTo>
                    <a:pt x="2303368" y="353191"/>
                  </a:lnTo>
                  <a:lnTo>
                    <a:pt x="2303358" y="353209"/>
                  </a:lnTo>
                  <a:lnTo>
                    <a:pt x="2303328" y="353217"/>
                  </a:lnTo>
                  <a:lnTo>
                    <a:pt x="2303301" y="353216"/>
                  </a:lnTo>
                  <a:lnTo>
                    <a:pt x="2303262" y="353209"/>
                  </a:lnTo>
                  <a:lnTo>
                    <a:pt x="2303221" y="353193"/>
                  </a:lnTo>
                  <a:lnTo>
                    <a:pt x="2303178" y="353172"/>
                  </a:lnTo>
                  <a:lnTo>
                    <a:pt x="2303134" y="353156"/>
                  </a:lnTo>
                  <a:lnTo>
                    <a:pt x="2303106" y="353148"/>
                  </a:lnTo>
                  <a:lnTo>
                    <a:pt x="2303074" y="353146"/>
                  </a:lnTo>
                  <a:lnTo>
                    <a:pt x="2303060" y="353160"/>
                  </a:lnTo>
                  <a:lnTo>
                    <a:pt x="2303030" y="353184"/>
                  </a:lnTo>
                  <a:lnTo>
                    <a:pt x="2303015" y="353215"/>
                  </a:lnTo>
                  <a:lnTo>
                    <a:pt x="2302982" y="353288"/>
                  </a:lnTo>
                  <a:lnTo>
                    <a:pt x="2302966" y="353329"/>
                  </a:lnTo>
                  <a:lnTo>
                    <a:pt x="2302966" y="353354"/>
                  </a:lnTo>
                  <a:lnTo>
                    <a:pt x="2302969" y="353375"/>
                  </a:lnTo>
                  <a:lnTo>
                    <a:pt x="2302979" y="353386"/>
                  </a:lnTo>
                  <a:lnTo>
                    <a:pt x="2302993" y="353398"/>
                  </a:lnTo>
                  <a:lnTo>
                    <a:pt x="2303010" y="353404"/>
                  </a:lnTo>
                  <a:lnTo>
                    <a:pt x="2303050" y="353399"/>
                  </a:lnTo>
                  <a:lnTo>
                    <a:pt x="2303085" y="353383"/>
                  </a:lnTo>
                  <a:lnTo>
                    <a:pt x="2303114" y="353362"/>
                  </a:lnTo>
                  <a:lnTo>
                    <a:pt x="2303141" y="353348"/>
                  </a:lnTo>
                  <a:lnTo>
                    <a:pt x="2303170" y="353345"/>
                  </a:lnTo>
                  <a:lnTo>
                    <a:pt x="2303197" y="353350"/>
                  </a:lnTo>
                  <a:lnTo>
                    <a:pt x="2303223" y="353362"/>
                  </a:lnTo>
                  <a:lnTo>
                    <a:pt x="2303256" y="353383"/>
                  </a:lnTo>
                  <a:lnTo>
                    <a:pt x="2303256" y="353406"/>
                  </a:lnTo>
                  <a:lnTo>
                    <a:pt x="2303250" y="353428"/>
                  </a:lnTo>
                  <a:lnTo>
                    <a:pt x="2303227" y="353442"/>
                  </a:lnTo>
                  <a:lnTo>
                    <a:pt x="2303185" y="353460"/>
                  </a:lnTo>
                  <a:lnTo>
                    <a:pt x="2303127" y="353479"/>
                  </a:lnTo>
                  <a:lnTo>
                    <a:pt x="2303079" y="353491"/>
                  </a:lnTo>
                  <a:lnTo>
                    <a:pt x="2302928" y="353621"/>
                  </a:lnTo>
                  <a:lnTo>
                    <a:pt x="2302925" y="353666"/>
                  </a:lnTo>
                  <a:lnTo>
                    <a:pt x="2302909" y="353693"/>
                  </a:lnTo>
                  <a:lnTo>
                    <a:pt x="2302909" y="353736"/>
                  </a:lnTo>
                  <a:lnTo>
                    <a:pt x="2302924" y="353795"/>
                  </a:lnTo>
                  <a:lnTo>
                    <a:pt x="2302938" y="353832"/>
                  </a:lnTo>
                  <a:lnTo>
                    <a:pt x="2302987" y="353882"/>
                  </a:lnTo>
                  <a:lnTo>
                    <a:pt x="2303037" y="353917"/>
                  </a:lnTo>
                  <a:lnTo>
                    <a:pt x="2303064" y="353932"/>
                  </a:lnTo>
                  <a:lnTo>
                    <a:pt x="2303091" y="353941"/>
                  </a:lnTo>
                  <a:lnTo>
                    <a:pt x="2303119" y="353965"/>
                  </a:lnTo>
                  <a:lnTo>
                    <a:pt x="2303120" y="353979"/>
                  </a:lnTo>
                  <a:lnTo>
                    <a:pt x="2303121" y="354000"/>
                  </a:lnTo>
                  <a:lnTo>
                    <a:pt x="2303096" y="354025"/>
                  </a:lnTo>
                  <a:lnTo>
                    <a:pt x="2303063" y="354037"/>
                  </a:lnTo>
                  <a:lnTo>
                    <a:pt x="2303027" y="354048"/>
                  </a:lnTo>
                  <a:lnTo>
                    <a:pt x="2303004" y="354054"/>
                  </a:lnTo>
                  <a:lnTo>
                    <a:pt x="2302977" y="354068"/>
                  </a:lnTo>
                  <a:lnTo>
                    <a:pt x="2302949" y="354099"/>
                  </a:lnTo>
                  <a:lnTo>
                    <a:pt x="2302922" y="354118"/>
                  </a:lnTo>
                  <a:lnTo>
                    <a:pt x="2302897" y="354123"/>
                  </a:lnTo>
                  <a:lnTo>
                    <a:pt x="2302886" y="354121"/>
                  </a:lnTo>
                  <a:lnTo>
                    <a:pt x="2302865" y="354118"/>
                  </a:lnTo>
                  <a:lnTo>
                    <a:pt x="2302846" y="354097"/>
                  </a:lnTo>
                  <a:lnTo>
                    <a:pt x="2302810" y="354062"/>
                  </a:lnTo>
                  <a:lnTo>
                    <a:pt x="2302789" y="354043"/>
                  </a:lnTo>
                  <a:lnTo>
                    <a:pt x="2302772" y="354036"/>
                  </a:lnTo>
                  <a:lnTo>
                    <a:pt x="2302748" y="354032"/>
                  </a:lnTo>
                  <a:lnTo>
                    <a:pt x="2302733" y="354035"/>
                  </a:lnTo>
                  <a:lnTo>
                    <a:pt x="2302721" y="354037"/>
                  </a:lnTo>
                  <a:lnTo>
                    <a:pt x="2302700" y="354048"/>
                  </a:lnTo>
                  <a:lnTo>
                    <a:pt x="2302688" y="354065"/>
                  </a:lnTo>
                  <a:lnTo>
                    <a:pt x="2302678" y="354086"/>
                  </a:lnTo>
                  <a:lnTo>
                    <a:pt x="2302695" y="354125"/>
                  </a:lnTo>
                  <a:lnTo>
                    <a:pt x="2302724" y="354166"/>
                  </a:lnTo>
                  <a:lnTo>
                    <a:pt x="2302734" y="354208"/>
                  </a:lnTo>
                  <a:lnTo>
                    <a:pt x="2302738" y="354251"/>
                  </a:lnTo>
                  <a:lnTo>
                    <a:pt x="2302740" y="354291"/>
                  </a:lnTo>
                  <a:lnTo>
                    <a:pt x="2302759" y="354311"/>
                  </a:lnTo>
                  <a:lnTo>
                    <a:pt x="2302790" y="354339"/>
                  </a:lnTo>
                  <a:lnTo>
                    <a:pt x="2302808" y="354351"/>
                  </a:lnTo>
                  <a:lnTo>
                    <a:pt x="2302811" y="354369"/>
                  </a:lnTo>
                  <a:lnTo>
                    <a:pt x="2302801" y="354390"/>
                  </a:lnTo>
                  <a:lnTo>
                    <a:pt x="2302792" y="354406"/>
                  </a:lnTo>
                  <a:lnTo>
                    <a:pt x="2302772" y="354414"/>
                  </a:lnTo>
                  <a:lnTo>
                    <a:pt x="2302741" y="354414"/>
                  </a:lnTo>
                  <a:lnTo>
                    <a:pt x="2302717" y="354413"/>
                  </a:lnTo>
                  <a:lnTo>
                    <a:pt x="2302690" y="354403"/>
                  </a:lnTo>
                  <a:lnTo>
                    <a:pt x="2302668" y="354385"/>
                  </a:lnTo>
                  <a:lnTo>
                    <a:pt x="2302652" y="354361"/>
                  </a:lnTo>
                  <a:lnTo>
                    <a:pt x="2302642" y="354341"/>
                  </a:lnTo>
                  <a:lnTo>
                    <a:pt x="2302619" y="354322"/>
                  </a:lnTo>
                  <a:lnTo>
                    <a:pt x="2302601" y="354299"/>
                  </a:lnTo>
                  <a:lnTo>
                    <a:pt x="2302584" y="354294"/>
                  </a:lnTo>
                  <a:lnTo>
                    <a:pt x="2302547" y="354288"/>
                  </a:lnTo>
                  <a:lnTo>
                    <a:pt x="2302488" y="354317"/>
                  </a:lnTo>
                  <a:lnTo>
                    <a:pt x="2302442" y="354363"/>
                  </a:lnTo>
                  <a:lnTo>
                    <a:pt x="2302423" y="354386"/>
                  </a:lnTo>
                  <a:lnTo>
                    <a:pt x="2302389" y="354417"/>
                  </a:lnTo>
                  <a:lnTo>
                    <a:pt x="2302346" y="354442"/>
                  </a:lnTo>
                  <a:lnTo>
                    <a:pt x="2302314" y="354465"/>
                  </a:lnTo>
                  <a:lnTo>
                    <a:pt x="2302289" y="354479"/>
                  </a:lnTo>
                  <a:lnTo>
                    <a:pt x="2302273" y="354498"/>
                  </a:lnTo>
                  <a:lnTo>
                    <a:pt x="2302265" y="354522"/>
                  </a:lnTo>
                  <a:lnTo>
                    <a:pt x="2302171" y="354649"/>
                  </a:lnTo>
                  <a:lnTo>
                    <a:pt x="2302170" y="354688"/>
                  </a:lnTo>
                  <a:lnTo>
                    <a:pt x="2302185" y="354716"/>
                  </a:lnTo>
                  <a:lnTo>
                    <a:pt x="2302207" y="354730"/>
                  </a:lnTo>
                  <a:lnTo>
                    <a:pt x="2302250" y="354738"/>
                  </a:lnTo>
                  <a:lnTo>
                    <a:pt x="2302313" y="354740"/>
                  </a:lnTo>
                  <a:lnTo>
                    <a:pt x="2302366" y="354734"/>
                  </a:lnTo>
                  <a:lnTo>
                    <a:pt x="2302439" y="354724"/>
                  </a:lnTo>
                  <a:lnTo>
                    <a:pt x="2302473" y="354719"/>
                  </a:lnTo>
                  <a:lnTo>
                    <a:pt x="2302492" y="354718"/>
                  </a:lnTo>
                  <a:lnTo>
                    <a:pt x="2302515" y="354717"/>
                  </a:lnTo>
                  <a:lnTo>
                    <a:pt x="2302535" y="354718"/>
                  </a:lnTo>
                  <a:lnTo>
                    <a:pt x="2302546" y="354722"/>
                  </a:lnTo>
                  <a:lnTo>
                    <a:pt x="2302564" y="354732"/>
                  </a:lnTo>
                  <a:lnTo>
                    <a:pt x="2302581" y="354742"/>
                  </a:lnTo>
                  <a:lnTo>
                    <a:pt x="2302591" y="354761"/>
                  </a:lnTo>
                  <a:lnTo>
                    <a:pt x="2302604" y="354817"/>
                  </a:lnTo>
                  <a:lnTo>
                    <a:pt x="2302463" y="354949"/>
                  </a:lnTo>
                  <a:lnTo>
                    <a:pt x="2302457" y="354980"/>
                  </a:lnTo>
                  <a:lnTo>
                    <a:pt x="2302442" y="355012"/>
                  </a:lnTo>
                  <a:lnTo>
                    <a:pt x="2302420" y="355039"/>
                  </a:lnTo>
                  <a:lnTo>
                    <a:pt x="2302395" y="355070"/>
                  </a:lnTo>
                  <a:lnTo>
                    <a:pt x="2302366" y="355086"/>
                  </a:lnTo>
                  <a:lnTo>
                    <a:pt x="2302341" y="355086"/>
                  </a:lnTo>
                  <a:lnTo>
                    <a:pt x="2302323" y="355082"/>
                  </a:lnTo>
                  <a:lnTo>
                    <a:pt x="2302264" y="355061"/>
                  </a:lnTo>
                  <a:lnTo>
                    <a:pt x="2302242" y="355050"/>
                  </a:lnTo>
                  <a:lnTo>
                    <a:pt x="2302228" y="355050"/>
                  </a:lnTo>
                  <a:lnTo>
                    <a:pt x="2302215" y="355052"/>
                  </a:lnTo>
                  <a:lnTo>
                    <a:pt x="2302198" y="355058"/>
                  </a:lnTo>
                  <a:lnTo>
                    <a:pt x="2302170" y="355074"/>
                  </a:lnTo>
                  <a:lnTo>
                    <a:pt x="2302155" y="355108"/>
                  </a:lnTo>
                  <a:lnTo>
                    <a:pt x="2302013" y="355261"/>
                  </a:lnTo>
                  <a:lnTo>
                    <a:pt x="2301959" y="355290"/>
                  </a:lnTo>
                  <a:lnTo>
                    <a:pt x="2301937" y="355321"/>
                  </a:lnTo>
                  <a:lnTo>
                    <a:pt x="2301915" y="355357"/>
                  </a:lnTo>
                  <a:lnTo>
                    <a:pt x="2301905" y="355390"/>
                  </a:lnTo>
                  <a:lnTo>
                    <a:pt x="2301868" y="355445"/>
                  </a:lnTo>
                  <a:lnTo>
                    <a:pt x="2301836" y="355488"/>
                  </a:lnTo>
                  <a:lnTo>
                    <a:pt x="2301824" y="355526"/>
                  </a:lnTo>
                  <a:lnTo>
                    <a:pt x="2301826" y="355549"/>
                  </a:lnTo>
                  <a:lnTo>
                    <a:pt x="2301836" y="355568"/>
                  </a:lnTo>
                  <a:lnTo>
                    <a:pt x="2301867" y="355591"/>
                  </a:lnTo>
                  <a:lnTo>
                    <a:pt x="2301943" y="355613"/>
                  </a:lnTo>
                  <a:lnTo>
                    <a:pt x="2302009" y="355627"/>
                  </a:lnTo>
                  <a:lnTo>
                    <a:pt x="2302057" y="355632"/>
                  </a:lnTo>
                  <a:lnTo>
                    <a:pt x="2302115" y="355629"/>
                  </a:lnTo>
                  <a:lnTo>
                    <a:pt x="2302147" y="355618"/>
                  </a:lnTo>
                  <a:lnTo>
                    <a:pt x="2302171" y="355606"/>
                  </a:lnTo>
                  <a:lnTo>
                    <a:pt x="2302193" y="355605"/>
                  </a:lnTo>
                  <a:lnTo>
                    <a:pt x="2302210" y="355605"/>
                  </a:lnTo>
                  <a:lnTo>
                    <a:pt x="2302229" y="355607"/>
                  </a:lnTo>
                  <a:lnTo>
                    <a:pt x="2302257" y="355616"/>
                  </a:lnTo>
                  <a:lnTo>
                    <a:pt x="2302275" y="355625"/>
                  </a:lnTo>
                  <a:lnTo>
                    <a:pt x="2302284" y="355644"/>
                  </a:lnTo>
                  <a:lnTo>
                    <a:pt x="2302277" y="355671"/>
                  </a:lnTo>
                  <a:lnTo>
                    <a:pt x="2302250" y="355710"/>
                  </a:lnTo>
                  <a:lnTo>
                    <a:pt x="2302184" y="355767"/>
                  </a:lnTo>
                  <a:lnTo>
                    <a:pt x="2302149" y="355790"/>
                  </a:lnTo>
                  <a:lnTo>
                    <a:pt x="2302099" y="355815"/>
                  </a:lnTo>
                  <a:lnTo>
                    <a:pt x="2302067" y="355838"/>
                  </a:lnTo>
                  <a:lnTo>
                    <a:pt x="2302042" y="355872"/>
                  </a:lnTo>
                  <a:lnTo>
                    <a:pt x="2302027" y="355915"/>
                  </a:lnTo>
                  <a:lnTo>
                    <a:pt x="2302017" y="355943"/>
                  </a:lnTo>
                  <a:lnTo>
                    <a:pt x="2302004" y="355963"/>
                  </a:lnTo>
                  <a:lnTo>
                    <a:pt x="2301986" y="355967"/>
                  </a:lnTo>
                  <a:lnTo>
                    <a:pt x="2301727" y="355960"/>
                  </a:lnTo>
                  <a:lnTo>
                    <a:pt x="2301707" y="355966"/>
                  </a:lnTo>
                  <a:lnTo>
                    <a:pt x="2301679" y="355967"/>
                  </a:lnTo>
                  <a:lnTo>
                    <a:pt x="2301656" y="355966"/>
                  </a:lnTo>
                  <a:lnTo>
                    <a:pt x="2301601" y="355953"/>
                  </a:lnTo>
                  <a:lnTo>
                    <a:pt x="2301549" y="355936"/>
                  </a:lnTo>
                  <a:lnTo>
                    <a:pt x="2301500" y="355925"/>
                  </a:lnTo>
                  <a:lnTo>
                    <a:pt x="2301454" y="355923"/>
                  </a:lnTo>
                  <a:lnTo>
                    <a:pt x="2301421" y="355926"/>
                  </a:lnTo>
                  <a:lnTo>
                    <a:pt x="2301386" y="355931"/>
                  </a:lnTo>
                  <a:lnTo>
                    <a:pt x="2301371" y="355949"/>
                  </a:lnTo>
                  <a:lnTo>
                    <a:pt x="2301368" y="355973"/>
                  </a:lnTo>
                  <a:lnTo>
                    <a:pt x="2301375" y="355992"/>
                  </a:lnTo>
                  <a:lnTo>
                    <a:pt x="2301391" y="356017"/>
                  </a:lnTo>
                  <a:lnTo>
                    <a:pt x="2301424" y="356044"/>
                  </a:lnTo>
                  <a:lnTo>
                    <a:pt x="2301472" y="356075"/>
                  </a:lnTo>
                  <a:lnTo>
                    <a:pt x="2301527" y="356104"/>
                  </a:lnTo>
                  <a:lnTo>
                    <a:pt x="2301566" y="356118"/>
                  </a:lnTo>
                  <a:lnTo>
                    <a:pt x="2301609" y="356136"/>
                  </a:lnTo>
                  <a:lnTo>
                    <a:pt x="2301660" y="356157"/>
                  </a:lnTo>
                  <a:lnTo>
                    <a:pt x="2301724" y="356196"/>
                  </a:lnTo>
                  <a:lnTo>
                    <a:pt x="2301762" y="356237"/>
                  </a:lnTo>
                  <a:lnTo>
                    <a:pt x="2301795" y="356278"/>
                  </a:lnTo>
                  <a:lnTo>
                    <a:pt x="2301803" y="356304"/>
                  </a:lnTo>
                  <a:lnTo>
                    <a:pt x="2301789" y="356332"/>
                  </a:lnTo>
                  <a:lnTo>
                    <a:pt x="2301751" y="356349"/>
                  </a:lnTo>
                  <a:lnTo>
                    <a:pt x="2301708" y="356350"/>
                  </a:lnTo>
                  <a:lnTo>
                    <a:pt x="2301634" y="356348"/>
                  </a:lnTo>
                  <a:lnTo>
                    <a:pt x="2301557" y="356346"/>
                  </a:lnTo>
                  <a:lnTo>
                    <a:pt x="2301491" y="356341"/>
                  </a:lnTo>
                  <a:lnTo>
                    <a:pt x="2301450" y="356337"/>
                  </a:lnTo>
                  <a:lnTo>
                    <a:pt x="2301422" y="356329"/>
                  </a:lnTo>
                  <a:lnTo>
                    <a:pt x="2301384" y="356306"/>
                  </a:lnTo>
                  <a:lnTo>
                    <a:pt x="2301348" y="356268"/>
                  </a:lnTo>
                  <a:lnTo>
                    <a:pt x="2301324" y="356250"/>
                  </a:lnTo>
                  <a:lnTo>
                    <a:pt x="2301301" y="356238"/>
                  </a:lnTo>
                  <a:lnTo>
                    <a:pt x="2301282" y="356235"/>
                  </a:lnTo>
                  <a:lnTo>
                    <a:pt x="2301255" y="356234"/>
                  </a:lnTo>
                  <a:lnTo>
                    <a:pt x="2301224" y="356237"/>
                  </a:lnTo>
                  <a:lnTo>
                    <a:pt x="2301196" y="356252"/>
                  </a:lnTo>
                  <a:lnTo>
                    <a:pt x="2301126" y="356291"/>
                  </a:lnTo>
                  <a:lnTo>
                    <a:pt x="2301106" y="356307"/>
                  </a:lnTo>
                  <a:lnTo>
                    <a:pt x="2301098" y="356326"/>
                  </a:lnTo>
                  <a:lnTo>
                    <a:pt x="2301092" y="356379"/>
                  </a:lnTo>
                  <a:lnTo>
                    <a:pt x="2301101" y="356416"/>
                  </a:lnTo>
                  <a:lnTo>
                    <a:pt x="2301103" y="356430"/>
                  </a:lnTo>
                  <a:lnTo>
                    <a:pt x="2301121" y="356445"/>
                  </a:lnTo>
                  <a:lnTo>
                    <a:pt x="2301143" y="356449"/>
                  </a:lnTo>
                  <a:lnTo>
                    <a:pt x="2301174" y="356446"/>
                  </a:lnTo>
                  <a:lnTo>
                    <a:pt x="2301218" y="356446"/>
                  </a:lnTo>
                  <a:lnTo>
                    <a:pt x="2301246" y="356459"/>
                  </a:lnTo>
                  <a:lnTo>
                    <a:pt x="2301254" y="356470"/>
                  </a:lnTo>
                  <a:lnTo>
                    <a:pt x="2301253" y="356487"/>
                  </a:lnTo>
                  <a:lnTo>
                    <a:pt x="2301243" y="356507"/>
                  </a:lnTo>
                  <a:lnTo>
                    <a:pt x="2301235" y="356542"/>
                  </a:lnTo>
                  <a:lnTo>
                    <a:pt x="2301233" y="356590"/>
                  </a:lnTo>
                  <a:lnTo>
                    <a:pt x="2301236" y="356611"/>
                  </a:lnTo>
                  <a:lnTo>
                    <a:pt x="2301250" y="356619"/>
                  </a:lnTo>
                  <a:lnTo>
                    <a:pt x="2301254" y="356629"/>
                  </a:lnTo>
                  <a:lnTo>
                    <a:pt x="2301258" y="356642"/>
                  </a:lnTo>
                  <a:lnTo>
                    <a:pt x="2301268" y="356677"/>
                  </a:lnTo>
                  <a:lnTo>
                    <a:pt x="2301259" y="356705"/>
                  </a:lnTo>
                  <a:lnTo>
                    <a:pt x="2301240" y="356716"/>
                  </a:lnTo>
                  <a:lnTo>
                    <a:pt x="2301196" y="356733"/>
                  </a:lnTo>
                  <a:lnTo>
                    <a:pt x="2301131" y="356759"/>
                  </a:lnTo>
                  <a:lnTo>
                    <a:pt x="2301085" y="356780"/>
                  </a:lnTo>
                  <a:lnTo>
                    <a:pt x="2301063" y="356797"/>
                  </a:lnTo>
                  <a:lnTo>
                    <a:pt x="2301045" y="356816"/>
                  </a:lnTo>
                  <a:lnTo>
                    <a:pt x="2301043" y="356851"/>
                  </a:lnTo>
                  <a:lnTo>
                    <a:pt x="2301046" y="356869"/>
                  </a:lnTo>
                  <a:lnTo>
                    <a:pt x="2301062" y="356896"/>
                  </a:lnTo>
                  <a:lnTo>
                    <a:pt x="2301276" y="357089"/>
                  </a:lnTo>
                  <a:lnTo>
                    <a:pt x="2301301" y="357120"/>
                  </a:lnTo>
                  <a:lnTo>
                    <a:pt x="2301331" y="357165"/>
                  </a:lnTo>
                  <a:lnTo>
                    <a:pt x="2301353" y="357212"/>
                  </a:lnTo>
                  <a:lnTo>
                    <a:pt x="2301341" y="357242"/>
                  </a:lnTo>
                  <a:lnTo>
                    <a:pt x="2301328" y="357263"/>
                  </a:lnTo>
                  <a:lnTo>
                    <a:pt x="2301281" y="357283"/>
                  </a:lnTo>
                  <a:lnTo>
                    <a:pt x="2301226" y="357297"/>
                  </a:lnTo>
                  <a:lnTo>
                    <a:pt x="2301159" y="357289"/>
                  </a:lnTo>
                  <a:lnTo>
                    <a:pt x="2301108" y="357287"/>
                  </a:lnTo>
                  <a:lnTo>
                    <a:pt x="2301070" y="357302"/>
                  </a:lnTo>
                  <a:lnTo>
                    <a:pt x="2301020" y="357336"/>
                  </a:lnTo>
                  <a:lnTo>
                    <a:pt x="2300980" y="357374"/>
                  </a:lnTo>
                  <a:lnTo>
                    <a:pt x="2300978" y="357410"/>
                  </a:lnTo>
                  <a:lnTo>
                    <a:pt x="2300984" y="357443"/>
                  </a:lnTo>
                  <a:lnTo>
                    <a:pt x="2301004" y="357470"/>
                  </a:lnTo>
                  <a:lnTo>
                    <a:pt x="2301038" y="357496"/>
                  </a:lnTo>
                  <a:lnTo>
                    <a:pt x="2301081" y="357510"/>
                  </a:lnTo>
                  <a:lnTo>
                    <a:pt x="2301123" y="357510"/>
                  </a:lnTo>
                  <a:lnTo>
                    <a:pt x="2301154" y="357500"/>
                  </a:lnTo>
                  <a:lnTo>
                    <a:pt x="2301186" y="357480"/>
                  </a:lnTo>
                  <a:lnTo>
                    <a:pt x="2301211" y="357446"/>
                  </a:lnTo>
                  <a:lnTo>
                    <a:pt x="2301233" y="357399"/>
                  </a:lnTo>
                  <a:lnTo>
                    <a:pt x="2301244" y="357387"/>
                  </a:lnTo>
                  <a:lnTo>
                    <a:pt x="2301257" y="357376"/>
                  </a:lnTo>
                  <a:lnTo>
                    <a:pt x="2301269" y="357370"/>
                  </a:lnTo>
                  <a:lnTo>
                    <a:pt x="2301283" y="357370"/>
                  </a:lnTo>
                  <a:lnTo>
                    <a:pt x="2301302" y="357377"/>
                  </a:lnTo>
                  <a:lnTo>
                    <a:pt x="2301308" y="357395"/>
                  </a:lnTo>
                  <a:lnTo>
                    <a:pt x="2301319" y="357435"/>
                  </a:lnTo>
                  <a:lnTo>
                    <a:pt x="2301319" y="357464"/>
                  </a:lnTo>
                  <a:lnTo>
                    <a:pt x="2301322" y="357527"/>
                  </a:lnTo>
                  <a:lnTo>
                    <a:pt x="2301341" y="357582"/>
                  </a:lnTo>
                  <a:lnTo>
                    <a:pt x="2301354" y="357607"/>
                  </a:lnTo>
                  <a:lnTo>
                    <a:pt x="2301363" y="357623"/>
                  </a:lnTo>
                  <a:lnTo>
                    <a:pt x="2301372" y="357633"/>
                  </a:lnTo>
                  <a:lnTo>
                    <a:pt x="2301377" y="357640"/>
                  </a:lnTo>
                  <a:lnTo>
                    <a:pt x="2301415" y="357669"/>
                  </a:lnTo>
                  <a:lnTo>
                    <a:pt x="2301438" y="357686"/>
                  </a:lnTo>
                  <a:lnTo>
                    <a:pt x="2301453" y="357696"/>
                  </a:lnTo>
                  <a:lnTo>
                    <a:pt x="2301451" y="357712"/>
                  </a:lnTo>
                  <a:lnTo>
                    <a:pt x="2301451" y="357723"/>
                  </a:lnTo>
                  <a:lnTo>
                    <a:pt x="2301444" y="357733"/>
                  </a:lnTo>
                  <a:lnTo>
                    <a:pt x="2301432" y="357732"/>
                  </a:lnTo>
                  <a:lnTo>
                    <a:pt x="2301419" y="357727"/>
                  </a:lnTo>
                  <a:lnTo>
                    <a:pt x="2301404" y="357715"/>
                  </a:lnTo>
                  <a:lnTo>
                    <a:pt x="2301375" y="357697"/>
                  </a:lnTo>
                  <a:lnTo>
                    <a:pt x="2301344" y="357688"/>
                  </a:lnTo>
                  <a:lnTo>
                    <a:pt x="2301320" y="357694"/>
                  </a:lnTo>
                  <a:lnTo>
                    <a:pt x="2301299" y="357712"/>
                  </a:lnTo>
                  <a:lnTo>
                    <a:pt x="2301270" y="357737"/>
                  </a:lnTo>
                  <a:lnTo>
                    <a:pt x="2301256" y="357762"/>
                  </a:lnTo>
                  <a:lnTo>
                    <a:pt x="2301227" y="357791"/>
                  </a:lnTo>
                  <a:lnTo>
                    <a:pt x="2301209" y="357824"/>
                  </a:lnTo>
                  <a:lnTo>
                    <a:pt x="2301001" y="358340"/>
                  </a:lnTo>
                  <a:lnTo>
                    <a:pt x="2300997" y="358359"/>
                  </a:lnTo>
                  <a:lnTo>
                    <a:pt x="2301028" y="358386"/>
                  </a:lnTo>
                  <a:lnTo>
                    <a:pt x="2301077" y="358404"/>
                  </a:lnTo>
                  <a:lnTo>
                    <a:pt x="2301140" y="358423"/>
                  </a:lnTo>
                  <a:lnTo>
                    <a:pt x="2301191" y="358443"/>
                  </a:lnTo>
                  <a:lnTo>
                    <a:pt x="2301244" y="358466"/>
                  </a:lnTo>
                  <a:lnTo>
                    <a:pt x="2301311" y="358494"/>
                  </a:lnTo>
                  <a:lnTo>
                    <a:pt x="2301360" y="358519"/>
                  </a:lnTo>
                  <a:lnTo>
                    <a:pt x="2301385" y="358531"/>
                  </a:lnTo>
                  <a:lnTo>
                    <a:pt x="2301387" y="358542"/>
                  </a:lnTo>
                  <a:lnTo>
                    <a:pt x="2301386" y="358559"/>
                  </a:lnTo>
                  <a:lnTo>
                    <a:pt x="2301376" y="358579"/>
                  </a:lnTo>
                  <a:lnTo>
                    <a:pt x="2301353" y="358598"/>
                  </a:lnTo>
                  <a:lnTo>
                    <a:pt x="2301318" y="358617"/>
                  </a:lnTo>
                  <a:lnTo>
                    <a:pt x="2301257" y="358673"/>
                  </a:lnTo>
                  <a:lnTo>
                    <a:pt x="2301236" y="358710"/>
                  </a:lnTo>
                  <a:lnTo>
                    <a:pt x="2301222" y="358746"/>
                  </a:lnTo>
                  <a:lnTo>
                    <a:pt x="2301220" y="358788"/>
                  </a:lnTo>
                  <a:lnTo>
                    <a:pt x="2301227" y="358849"/>
                  </a:lnTo>
                  <a:lnTo>
                    <a:pt x="2301227" y="358878"/>
                  </a:lnTo>
                  <a:lnTo>
                    <a:pt x="2301224" y="358902"/>
                  </a:lnTo>
                  <a:lnTo>
                    <a:pt x="2301230" y="358919"/>
                  </a:lnTo>
                  <a:lnTo>
                    <a:pt x="2301240" y="358940"/>
                  </a:lnTo>
                  <a:lnTo>
                    <a:pt x="2301246" y="358967"/>
                  </a:lnTo>
                  <a:lnTo>
                    <a:pt x="2301245" y="358997"/>
                  </a:lnTo>
                  <a:lnTo>
                    <a:pt x="2301238" y="359017"/>
                  </a:lnTo>
                  <a:lnTo>
                    <a:pt x="2301184" y="359011"/>
                  </a:lnTo>
                  <a:lnTo>
                    <a:pt x="2301137" y="358994"/>
                  </a:lnTo>
                  <a:lnTo>
                    <a:pt x="2301117" y="358964"/>
                  </a:lnTo>
                  <a:lnTo>
                    <a:pt x="2301088" y="358929"/>
                  </a:lnTo>
                  <a:lnTo>
                    <a:pt x="2301030" y="358867"/>
                  </a:lnTo>
                  <a:lnTo>
                    <a:pt x="2300994" y="358829"/>
                  </a:lnTo>
                  <a:lnTo>
                    <a:pt x="2300968" y="358791"/>
                  </a:lnTo>
                  <a:lnTo>
                    <a:pt x="2300941" y="358760"/>
                  </a:lnTo>
                  <a:lnTo>
                    <a:pt x="2300906" y="358737"/>
                  </a:lnTo>
                  <a:lnTo>
                    <a:pt x="2300877" y="358716"/>
                  </a:lnTo>
                  <a:lnTo>
                    <a:pt x="2300852" y="358710"/>
                  </a:lnTo>
                  <a:lnTo>
                    <a:pt x="2300819" y="358713"/>
                  </a:lnTo>
                  <a:lnTo>
                    <a:pt x="2300779" y="358725"/>
                  </a:lnTo>
                  <a:lnTo>
                    <a:pt x="2300766" y="358751"/>
                  </a:lnTo>
                  <a:lnTo>
                    <a:pt x="2300760" y="358779"/>
                  </a:lnTo>
                  <a:lnTo>
                    <a:pt x="2300763" y="358808"/>
                  </a:lnTo>
                  <a:lnTo>
                    <a:pt x="2300775" y="358837"/>
                  </a:lnTo>
                  <a:lnTo>
                    <a:pt x="2300786" y="358868"/>
                  </a:lnTo>
                  <a:lnTo>
                    <a:pt x="2300799" y="358897"/>
                  </a:lnTo>
                  <a:lnTo>
                    <a:pt x="2300808" y="358924"/>
                  </a:lnTo>
                  <a:lnTo>
                    <a:pt x="2300814" y="358952"/>
                  </a:lnTo>
                  <a:lnTo>
                    <a:pt x="2300816" y="358984"/>
                  </a:lnTo>
                  <a:lnTo>
                    <a:pt x="2300829" y="359029"/>
                  </a:lnTo>
                  <a:lnTo>
                    <a:pt x="2300836" y="359060"/>
                  </a:lnTo>
                  <a:lnTo>
                    <a:pt x="2300842" y="359098"/>
                  </a:lnTo>
                  <a:lnTo>
                    <a:pt x="2300839" y="359137"/>
                  </a:lnTo>
                  <a:lnTo>
                    <a:pt x="2300836" y="359164"/>
                  </a:lnTo>
                  <a:lnTo>
                    <a:pt x="2300826" y="359196"/>
                  </a:lnTo>
                  <a:lnTo>
                    <a:pt x="2300815" y="359217"/>
                  </a:lnTo>
                  <a:lnTo>
                    <a:pt x="2300785" y="359227"/>
                  </a:lnTo>
                  <a:lnTo>
                    <a:pt x="2300727" y="359220"/>
                  </a:lnTo>
                  <a:lnTo>
                    <a:pt x="2300672" y="359220"/>
                  </a:lnTo>
                  <a:lnTo>
                    <a:pt x="2300638" y="359206"/>
                  </a:lnTo>
                  <a:lnTo>
                    <a:pt x="2300607" y="359191"/>
                  </a:lnTo>
                  <a:lnTo>
                    <a:pt x="2300563" y="359186"/>
                  </a:lnTo>
                  <a:lnTo>
                    <a:pt x="2300520" y="359185"/>
                  </a:lnTo>
                  <a:lnTo>
                    <a:pt x="2300495" y="359203"/>
                  </a:lnTo>
                  <a:lnTo>
                    <a:pt x="2300471" y="359225"/>
                  </a:lnTo>
                  <a:lnTo>
                    <a:pt x="2300457" y="359245"/>
                  </a:lnTo>
                  <a:lnTo>
                    <a:pt x="2300457" y="359267"/>
                  </a:lnTo>
                  <a:lnTo>
                    <a:pt x="2300464" y="359288"/>
                  </a:lnTo>
                  <a:lnTo>
                    <a:pt x="2300483" y="359308"/>
                  </a:lnTo>
                  <a:lnTo>
                    <a:pt x="2300511" y="359320"/>
                  </a:lnTo>
                  <a:lnTo>
                    <a:pt x="2300557" y="359342"/>
                  </a:lnTo>
                  <a:lnTo>
                    <a:pt x="2300594" y="359366"/>
                  </a:lnTo>
                  <a:lnTo>
                    <a:pt x="2300640" y="359397"/>
                  </a:lnTo>
                  <a:lnTo>
                    <a:pt x="2300654" y="359416"/>
                  </a:lnTo>
                  <a:lnTo>
                    <a:pt x="2300653" y="359427"/>
                  </a:lnTo>
                  <a:lnTo>
                    <a:pt x="2300642" y="359440"/>
                  </a:lnTo>
                  <a:lnTo>
                    <a:pt x="2300619" y="359449"/>
                  </a:lnTo>
                  <a:lnTo>
                    <a:pt x="2300585" y="359451"/>
                  </a:lnTo>
                  <a:lnTo>
                    <a:pt x="2300551" y="359457"/>
                  </a:lnTo>
                  <a:lnTo>
                    <a:pt x="2300520" y="359468"/>
                  </a:lnTo>
                  <a:lnTo>
                    <a:pt x="2300460" y="359496"/>
                  </a:lnTo>
                  <a:lnTo>
                    <a:pt x="2300408" y="359529"/>
                  </a:lnTo>
                  <a:lnTo>
                    <a:pt x="2300372" y="359561"/>
                  </a:lnTo>
                  <a:lnTo>
                    <a:pt x="2300337" y="359585"/>
                  </a:lnTo>
                  <a:lnTo>
                    <a:pt x="2300297" y="359599"/>
                  </a:lnTo>
                  <a:lnTo>
                    <a:pt x="2300248" y="359631"/>
                  </a:lnTo>
                  <a:lnTo>
                    <a:pt x="2300235" y="359662"/>
                  </a:lnTo>
                  <a:lnTo>
                    <a:pt x="2300236" y="359713"/>
                  </a:lnTo>
                  <a:lnTo>
                    <a:pt x="2300236" y="359751"/>
                  </a:lnTo>
                  <a:lnTo>
                    <a:pt x="2300235" y="359795"/>
                  </a:lnTo>
                  <a:lnTo>
                    <a:pt x="2300237" y="359827"/>
                  </a:lnTo>
                  <a:lnTo>
                    <a:pt x="2300238" y="359846"/>
                  </a:lnTo>
                  <a:lnTo>
                    <a:pt x="2300249" y="359864"/>
                  </a:lnTo>
                  <a:lnTo>
                    <a:pt x="2300357" y="360030"/>
                  </a:lnTo>
                  <a:lnTo>
                    <a:pt x="2300373" y="360036"/>
                  </a:lnTo>
                  <a:lnTo>
                    <a:pt x="2300391" y="360026"/>
                  </a:lnTo>
                  <a:lnTo>
                    <a:pt x="2300423" y="360010"/>
                  </a:lnTo>
                  <a:lnTo>
                    <a:pt x="2300447" y="359991"/>
                  </a:lnTo>
                  <a:lnTo>
                    <a:pt x="2300491" y="359971"/>
                  </a:lnTo>
                  <a:lnTo>
                    <a:pt x="2300530" y="359956"/>
                  </a:lnTo>
                  <a:lnTo>
                    <a:pt x="2300552" y="359950"/>
                  </a:lnTo>
                  <a:lnTo>
                    <a:pt x="2300574" y="359950"/>
                  </a:lnTo>
                  <a:lnTo>
                    <a:pt x="2300592" y="359953"/>
                  </a:lnTo>
                  <a:lnTo>
                    <a:pt x="2300610" y="359962"/>
                  </a:lnTo>
                  <a:lnTo>
                    <a:pt x="2300625" y="359980"/>
                  </a:lnTo>
                  <a:lnTo>
                    <a:pt x="2300633" y="360004"/>
                  </a:lnTo>
                  <a:lnTo>
                    <a:pt x="2300635" y="360024"/>
                  </a:lnTo>
                  <a:lnTo>
                    <a:pt x="2300620" y="360052"/>
                  </a:lnTo>
                  <a:lnTo>
                    <a:pt x="2300597" y="360076"/>
                  </a:lnTo>
                  <a:lnTo>
                    <a:pt x="2300583" y="360117"/>
                  </a:lnTo>
                  <a:lnTo>
                    <a:pt x="2300580" y="360141"/>
                  </a:lnTo>
                  <a:lnTo>
                    <a:pt x="2300596" y="360187"/>
                  </a:lnTo>
                  <a:lnTo>
                    <a:pt x="2300619" y="360240"/>
                  </a:lnTo>
                  <a:lnTo>
                    <a:pt x="2300638" y="360269"/>
                  </a:lnTo>
                  <a:lnTo>
                    <a:pt x="2300676" y="360309"/>
                  </a:lnTo>
                  <a:lnTo>
                    <a:pt x="2300697" y="360321"/>
                  </a:lnTo>
                  <a:lnTo>
                    <a:pt x="2300715" y="360336"/>
                  </a:lnTo>
                  <a:lnTo>
                    <a:pt x="2300723" y="360348"/>
                  </a:lnTo>
                  <a:lnTo>
                    <a:pt x="2300709" y="360365"/>
                  </a:lnTo>
                  <a:lnTo>
                    <a:pt x="2300674" y="360381"/>
                  </a:lnTo>
                  <a:lnTo>
                    <a:pt x="2300630" y="360394"/>
                  </a:lnTo>
                  <a:lnTo>
                    <a:pt x="2300569" y="360395"/>
                  </a:lnTo>
                  <a:lnTo>
                    <a:pt x="2300516" y="360391"/>
                  </a:lnTo>
                  <a:lnTo>
                    <a:pt x="2300479" y="360394"/>
                  </a:lnTo>
                  <a:lnTo>
                    <a:pt x="2300447" y="360419"/>
                  </a:lnTo>
                  <a:lnTo>
                    <a:pt x="2300417" y="360437"/>
                  </a:lnTo>
                  <a:lnTo>
                    <a:pt x="2300253" y="360552"/>
                  </a:lnTo>
                  <a:lnTo>
                    <a:pt x="2300241" y="360570"/>
                  </a:lnTo>
                  <a:lnTo>
                    <a:pt x="2300240" y="360581"/>
                  </a:lnTo>
                  <a:lnTo>
                    <a:pt x="2300249" y="360608"/>
                  </a:lnTo>
                  <a:lnTo>
                    <a:pt x="2300265" y="360623"/>
                  </a:lnTo>
                  <a:lnTo>
                    <a:pt x="2300299" y="360635"/>
                  </a:lnTo>
                  <a:lnTo>
                    <a:pt x="2300318" y="360646"/>
                  </a:lnTo>
                  <a:lnTo>
                    <a:pt x="2300340" y="360658"/>
                  </a:lnTo>
                  <a:lnTo>
                    <a:pt x="2300352" y="360671"/>
                  </a:lnTo>
                  <a:lnTo>
                    <a:pt x="2300350" y="360717"/>
                  </a:lnTo>
                  <a:lnTo>
                    <a:pt x="2300343" y="360757"/>
                  </a:lnTo>
                  <a:lnTo>
                    <a:pt x="2300330" y="360772"/>
                  </a:lnTo>
                  <a:lnTo>
                    <a:pt x="2300320" y="360784"/>
                  </a:lnTo>
                  <a:lnTo>
                    <a:pt x="2300297" y="360791"/>
                  </a:lnTo>
                  <a:lnTo>
                    <a:pt x="2300274" y="360793"/>
                  </a:lnTo>
                  <a:lnTo>
                    <a:pt x="2300213" y="360772"/>
                  </a:lnTo>
                  <a:lnTo>
                    <a:pt x="2300174" y="360746"/>
                  </a:lnTo>
                  <a:lnTo>
                    <a:pt x="2300142" y="360736"/>
                  </a:lnTo>
                  <a:lnTo>
                    <a:pt x="2300120" y="360731"/>
                  </a:lnTo>
                  <a:lnTo>
                    <a:pt x="2300100" y="360729"/>
                  </a:lnTo>
                  <a:lnTo>
                    <a:pt x="2300085" y="360729"/>
                  </a:lnTo>
                  <a:lnTo>
                    <a:pt x="2300066" y="360735"/>
                  </a:lnTo>
                  <a:lnTo>
                    <a:pt x="2300062" y="360759"/>
                  </a:lnTo>
                  <a:lnTo>
                    <a:pt x="2300075" y="360787"/>
                  </a:lnTo>
                  <a:lnTo>
                    <a:pt x="2300094" y="360805"/>
                  </a:lnTo>
                  <a:lnTo>
                    <a:pt x="2300105" y="360815"/>
                  </a:lnTo>
                  <a:lnTo>
                    <a:pt x="2300119" y="360825"/>
                  </a:lnTo>
                  <a:lnTo>
                    <a:pt x="2300128" y="360868"/>
                  </a:lnTo>
                  <a:lnTo>
                    <a:pt x="2300132" y="360901"/>
                  </a:lnTo>
                  <a:lnTo>
                    <a:pt x="2300130" y="360929"/>
                  </a:lnTo>
                  <a:lnTo>
                    <a:pt x="2300119" y="360948"/>
                  </a:lnTo>
                  <a:lnTo>
                    <a:pt x="2300098" y="360960"/>
                  </a:lnTo>
                  <a:lnTo>
                    <a:pt x="2300064" y="360954"/>
                  </a:lnTo>
                  <a:lnTo>
                    <a:pt x="2300022" y="360955"/>
                  </a:lnTo>
                  <a:lnTo>
                    <a:pt x="2299996" y="360962"/>
                  </a:lnTo>
                  <a:lnTo>
                    <a:pt x="2299944" y="360978"/>
                  </a:lnTo>
                  <a:lnTo>
                    <a:pt x="2299898" y="360985"/>
                  </a:lnTo>
                  <a:lnTo>
                    <a:pt x="2299868" y="360989"/>
                  </a:lnTo>
                  <a:lnTo>
                    <a:pt x="2299840" y="360990"/>
                  </a:lnTo>
                  <a:lnTo>
                    <a:pt x="2299816" y="360991"/>
                  </a:lnTo>
                  <a:lnTo>
                    <a:pt x="2299786" y="361007"/>
                  </a:lnTo>
                  <a:lnTo>
                    <a:pt x="2299767" y="361028"/>
                  </a:lnTo>
                  <a:lnTo>
                    <a:pt x="2299762" y="361045"/>
                  </a:lnTo>
                  <a:lnTo>
                    <a:pt x="2299748" y="361319"/>
                  </a:lnTo>
                  <a:lnTo>
                    <a:pt x="2299741" y="361361"/>
                  </a:lnTo>
                  <a:lnTo>
                    <a:pt x="2299741" y="361385"/>
                  </a:lnTo>
                  <a:lnTo>
                    <a:pt x="2299755" y="361400"/>
                  </a:lnTo>
                  <a:lnTo>
                    <a:pt x="2299784" y="361413"/>
                  </a:lnTo>
                  <a:lnTo>
                    <a:pt x="2299815" y="361427"/>
                  </a:lnTo>
                  <a:lnTo>
                    <a:pt x="2299855" y="361440"/>
                  </a:lnTo>
                  <a:lnTo>
                    <a:pt x="2299888" y="361453"/>
                  </a:lnTo>
                  <a:lnTo>
                    <a:pt x="2299926" y="361461"/>
                  </a:lnTo>
                  <a:lnTo>
                    <a:pt x="2299950" y="361454"/>
                  </a:lnTo>
                  <a:lnTo>
                    <a:pt x="2299969" y="361436"/>
                  </a:lnTo>
                  <a:lnTo>
                    <a:pt x="2300253" y="361422"/>
                  </a:lnTo>
                  <a:lnTo>
                    <a:pt x="2300265" y="361422"/>
                  </a:lnTo>
                  <a:lnTo>
                    <a:pt x="2300288" y="361426"/>
                  </a:lnTo>
                  <a:lnTo>
                    <a:pt x="2300317" y="361433"/>
                  </a:lnTo>
                  <a:lnTo>
                    <a:pt x="2300334" y="361449"/>
                  </a:lnTo>
                  <a:lnTo>
                    <a:pt x="2300331" y="361483"/>
                  </a:lnTo>
                  <a:lnTo>
                    <a:pt x="2300311" y="361525"/>
                  </a:lnTo>
                  <a:lnTo>
                    <a:pt x="2300268" y="361577"/>
                  </a:lnTo>
                  <a:lnTo>
                    <a:pt x="2300256" y="361600"/>
                  </a:lnTo>
                  <a:lnTo>
                    <a:pt x="2300237" y="361610"/>
                  </a:lnTo>
                  <a:lnTo>
                    <a:pt x="2300196" y="361623"/>
                  </a:lnTo>
                  <a:lnTo>
                    <a:pt x="2300166" y="361625"/>
                  </a:lnTo>
                  <a:lnTo>
                    <a:pt x="2300128" y="361613"/>
                  </a:lnTo>
                  <a:lnTo>
                    <a:pt x="2300094" y="361604"/>
                  </a:lnTo>
                  <a:lnTo>
                    <a:pt x="2300059" y="361598"/>
                  </a:lnTo>
                  <a:lnTo>
                    <a:pt x="2300013" y="361597"/>
                  </a:lnTo>
                  <a:lnTo>
                    <a:pt x="2299990" y="361601"/>
                  </a:lnTo>
                  <a:lnTo>
                    <a:pt x="2299966" y="361608"/>
                  </a:lnTo>
                  <a:lnTo>
                    <a:pt x="2299931" y="361625"/>
                  </a:lnTo>
                  <a:lnTo>
                    <a:pt x="2299890" y="361649"/>
                  </a:lnTo>
                  <a:lnTo>
                    <a:pt x="2299873" y="361657"/>
                  </a:lnTo>
                  <a:lnTo>
                    <a:pt x="2299832" y="361673"/>
                  </a:lnTo>
                  <a:lnTo>
                    <a:pt x="2299784" y="361683"/>
                  </a:lnTo>
                  <a:lnTo>
                    <a:pt x="2299751" y="361695"/>
                  </a:lnTo>
                  <a:lnTo>
                    <a:pt x="2299719" y="361711"/>
                  </a:lnTo>
                  <a:lnTo>
                    <a:pt x="2299701" y="361723"/>
                  </a:lnTo>
                  <a:lnTo>
                    <a:pt x="2299689" y="361744"/>
                  </a:lnTo>
                  <a:lnTo>
                    <a:pt x="2299689" y="361760"/>
                  </a:lnTo>
                  <a:lnTo>
                    <a:pt x="2299694" y="361771"/>
                  </a:lnTo>
                  <a:lnTo>
                    <a:pt x="2299810" y="361832"/>
                  </a:lnTo>
                  <a:lnTo>
                    <a:pt x="2299842" y="361830"/>
                  </a:lnTo>
                  <a:lnTo>
                    <a:pt x="2299871" y="361825"/>
                  </a:lnTo>
                  <a:lnTo>
                    <a:pt x="2299898" y="361824"/>
                  </a:lnTo>
                  <a:lnTo>
                    <a:pt x="2299925" y="361830"/>
                  </a:lnTo>
                  <a:lnTo>
                    <a:pt x="2299952" y="361845"/>
                  </a:lnTo>
                  <a:lnTo>
                    <a:pt x="2299986" y="361872"/>
                  </a:lnTo>
                  <a:lnTo>
                    <a:pt x="2300006" y="361879"/>
                  </a:lnTo>
                  <a:lnTo>
                    <a:pt x="2300043" y="361883"/>
                  </a:lnTo>
                  <a:lnTo>
                    <a:pt x="2300066" y="361885"/>
                  </a:lnTo>
                  <a:lnTo>
                    <a:pt x="2300088" y="361888"/>
                  </a:lnTo>
                  <a:lnTo>
                    <a:pt x="2300099" y="361900"/>
                  </a:lnTo>
                  <a:lnTo>
                    <a:pt x="2300099" y="361926"/>
                  </a:lnTo>
                  <a:lnTo>
                    <a:pt x="2300079" y="361934"/>
                  </a:lnTo>
                  <a:lnTo>
                    <a:pt x="2300003" y="361938"/>
                  </a:lnTo>
                  <a:lnTo>
                    <a:pt x="2299964" y="361941"/>
                  </a:lnTo>
                  <a:lnTo>
                    <a:pt x="2299922" y="361950"/>
                  </a:lnTo>
                  <a:lnTo>
                    <a:pt x="2299901" y="361957"/>
                  </a:lnTo>
                  <a:lnTo>
                    <a:pt x="2299877" y="361971"/>
                  </a:lnTo>
                  <a:lnTo>
                    <a:pt x="2299863" y="361994"/>
                  </a:lnTo>
                  <a:lnTo>
                    <a:pt x="2299869" y="362013"/>
                  </a:lnTo>
                  <a:lnTo>
                    <a:pt x="2299887" y="362031"/>
                  </a:lnTo>
                  <a:lnTo>
                    <a:pt x="2299890" y="362048"/>
                  </a:lnTo>
                  <a:lnTo>
                    <a:pt x="2299891" y="362071"/>
                  </a:lnTo>
                  <a:lnTo>
                    <a:pt x="2299884" y="362098"/>
                  </a:lnTo>
                  <a:lnTo>
                    <a:pt x="2299854" y="362124"/>
                  </a:lnTo>
                  <a:lnTo>
                    <a:pt x="2299825" y="362148"/>
                  </a:lnTo>
                  <a:lnTo>
                    <a:pt x="2299696" y="362204"/>
                  </a:lnTo>
                  <a:lnTo>
                    <a:pt x="2299631" y="362225"/>
                  </a:lnTo>
                  <a:lnTo>
                    <a:pt x="2299589" y="362235"/>
                  </a:lnTo>
                  <a:lnTo>
                    <a:pt x="2299553" y="362240"/>
                  </a:lnTo>
                  <a:lnTo>
                    <a:pt x="2299512" y="362235"/>
                  </a:lnTo>
                  <a:lnTo>
                    <a:pt x="2299476" y="362227"/>
                  </a:lnTo>
                  <a:lnTo>
                    <a:pt x="2299450" y="362223"/>
                  </a:lnTo>
                  <a:lnTo>
                    <a:pt x="2299430" y="362230"/>
                  </a:lnTo>
                  <a:lnTo>
                    <a:pt x="2299419" y="362245"/>
                  </a:lnTo>
                  <a:lnTo>
                    <a:pt x="2299418" y="362268"/>
                  </a:lnTo>
                  <a:lnTo>
                    <a:pt x="2299423" y="362291"/>
                  </a:lnTo>
                  <a:lnTo>
                    <a:pt x="2299424" y="362310"/>
                  </a:lnTo>
                  <a:lnTo>
                    <a:pt x="2299413" y="362339"/>
                  </a:lnTo>
                  <a:lnTo>
                    <a:pt x="2299410" y="362368"/>
                  </a:lnTo>
                  <a:lnTo>
                    <a:pt x="2299423" y="362371"/>
                  </a:lnTo>
                  <a:lnTo>
                    <a:pt x="2299452" y="362374"/>
                  </a:lnTo>
                  <a:lnTo>
                    <a:pt x="2299486" y="362362"/>
                  </a:lnTo>
                  <a:lnTo>
                    <a:pt x="2299511" y="362349"/>
                  </a:lnTo>
                  <a:lnTo>
                    <a:pt x="2299548" y="362338"/>
                  </a:lnTo>
                  <a:lnTo>
                    <a:pt x="2299595" y="362327"/>
                  </a:lnTo>
                  <a:lnTo>
                    <a:pt x="2299646" y="362320"/>
                  </a:lnTo>
                  <a:lnTo>
                    <a:pt x="2299704" y="362310"/>
                  </a:lnTo>
                  <a:lnTo>
                    <a:pt x="2299741" y="362305"/>
                  </a:lnTo>
                  <a:lnTo>
                    <a:pt x="2299755" y="362304"/>
                  </a:lnTo>
                  <a:lnTo>
                    <a:pt x="2299766" y="362313"/>
                  </a:lnTo>
                  <a:lnTo>
                    <a:pt x="2299778" y="362326"/>
                  </a:lnTo>
                  <a:lnTo>
                    <a:pt x="2299789" y="362356"/>
                  </a:lnTo>
                  <a:lnTo>
                    <a:pt x="2299799" y="362392"/>
                  </a:lnTo>
                  <a:lnTo>
                    <a:pt x="2299801" y="362432"/>
                  </a:lnTo>
                  <a:lnTo>
                    <a:pt x="2299798" y="362458"/>
                  </a:lnTo>
                  <a:lnTo>
                    <a:pt x="2299787" y="362474"/>
                  </a:lnTo>
                  <a:lnTo>
                    <a:pt x="2299764" y="362484"/>
                  </a:lnTo>
                  <a:lnTo>
                    <a:pt x="2299431" y="362558"/>
                  </a:lnTo>
                  <a:lnTo>
                    <a:pt x="2299393" y="362596"/>
                  </a:lnTo>
                  <a:lnTo>
                    <a:pt x="2299369" y="362628"/>
                  </a:lnTo>
                  <a:lnTo>
                    <a:pt x="2299352" y="362678"/>
                  </a:lnTo>
                  <a:lnTo>
                    <a:pt x="2299344" y="362709"/>
                  </a:lnTo>
                  <a:lnTo>
                    <a:pt x="2299345" y="362740"/>
                  </a:lnTo>
                  <a:lnTo>
                    <a:pt x="2299353" y="362769"/>
                  </a:lnTo>
                  <a:lnTo>
                    <a:pt x="2299360" y="362782"/>
                  </a:lnTo>
                  <a:lnTo>
                    <a:pt x="2299376" y="362792"/>
                  </a:lnTo>
                  <a:lnTo>
                    <a:pt x="2299399" y="362792"/>
                  </a:lnTo>
                  <a:lnTo>
                    <a:pt x="2299545" y="362792"/>
                  </a:lnTo>
                  <a:lnTo>
                    <a:pt x="2299583" y="362782"/>
                  </a:lnTo>
                  <a:lnTo>
                    <a:pt x="2299621" y="362782"/>
                  </a:lnTo>
                  <a:lnTo>
                    <a:pt x="2299664" y="362785"/>
                  </a:lnTo>
                  <a:lnTo>
                    <a:pt x="2299715" y="362789"/>
                  </a:lnTo>
                  <a:lnTo>
                    <a:pt x="2299776" y="362801"/>
                  </a:lnTo>
                  <a:lnTo>
                    <a:pt x="2299812" y="362812"/>
                  </a:lnTo>
                  <a:lnTo>
                    <a:pt x="2299895" y="362840"/>
                  </a:lnTo>
                  <a:lnTo>
                    <a:pt x="2299903" y="362847"/>
                  </a:lnTo>
                  <a:lnTo>
                    <a:pt x="2299904" y="362862"/>
                  </a:lnTo>
                  <a:lnTo>
                    <a:pt x="2299894" y="362879"/>
                  </a:lnTo>
                  <a:lnTo>
                    <a:pt x="2299861" y="362889"/>
                  </a:lnTo>
                  <a:lnTo>
                    <a:pt x="2299820" y="362898"/>
                  </a:lnTo>
                  <a:lnTo>
                    <a:pt x="2299765" y="362922"/>
                  </a:lnTo>
                  <a:lnTo>
                    <a:pt x="2299729" y="362946"/>
                  </a:lnTo>
                  <a:lnTo>
                    <a:pt x="2299682" y="362971"/>
                  </a:lnTo>
                  <a:lnTo>
                    <a:pt x="2299632" y="362998"/>
                  </a:lnTo>
                  <a:lnTo>
                    <a:pt x="2299584" y="363025"/>
                  </a:lnTo>
                  <a:lnTo>
                    <a:pt x="2299548" y="363035"/>
                  </a:lnTo>
                  <a:lnTo>
                    <a:pt x="2299504" y="363055"/>
                  </a:lnTo>
                  <a:lnTo>
                    <a:pt x="2299423" y="363088"/>
                  </a:lnTo>
                  <a:lnTo>
                    <a:pt x="2299405" y="363109"/>
                  </a:lnTo>
                  <a:lnTo>
                    <a:pt x="2299400" y="363135"/>
                  </a:lnTo>
                  <a:lnTo>
                    <a:pt x="2299395" y="363174"/>
                  </a:lnTo>
                  <a:lnTo>
                    <a:pt x="2299410" y="363207"/>
                  </a:lnTo>
                  <a:lnTo>
                    <a:pt x="2299432" y="363231"/>
                  </a:lnTo>
                  <a:lnTo>
                    <a:pt x="2299455" y="363255"/>
                  </a:lnTo>
                  <a:lnTo>
                    <a:pt x="2299479" y="363271"/>
                  </a:lnTo>
                  <a:lnTo>
                    <a:pt x="2299502" y="363284"/>
                  </a:lnTo>
                  <a:lnTo>
                    <a:pt x="2299520" y="363292"/>
                  </a:lnTo>
                  <a:lnTo>
                    <a:pt x="2299536" y="363294"/>
                  </a:lnTo>
                  <a:lnTo>
                    <a:pt x="2299557" y="363289"/>
                  </a:lnTo>
                  <a:lnTo>
                    <a:pt x="2299576" y="363284"/>
                  </a:lnTo>
                  <a:lnTo>
                    <a:pt x="2299585" y="363282"/>
                  </a:lnTo>
                  <a:lnTo>
                    <a:pt x="2299673" y="363205"/>
                  </a:lnTo>
                  <a:lnTo>
                    <a:pt x="2299691" y="363194"/>
                  </a:lnTo>
                  <a:lnTo>
                    <a:pt x="2299715" y="363167"/>
                  </a:lnTo>
                  <a:lnTo>
                    <a:pt x="2299733" y="363146"/>
                  </a:lnTo>
                  <a:lnTo>
                    <a:pt x="2299768" y="363120"/>
                  </a:lnTo>
                  <a:lnTo>
                    <a:pt x="2299799" y="363102"/>
                  </a:lnTo>
                  <a:lnTo>
                    <a:pt x="2299841" y="363080"/>
                  </a:lnTo>
                  <a:lnTo>
                    <a:pt x="2299865" y="363069"/>
                  </a:lnTo>
                  <a:lnTo>
                    <a:pt x="2299874" y="363065"/>
                  </a:lnTo>
                  <a:lnTo>
                    <a:pt x="2299881" y="363065"/>
                  </a:lnTo>
                  <a:lnTo>
                    <a:pt x="2299888" y="363068"/>
                  </a:lnTo>
                  <a:lnTo>
                    <a:pt x="2299891" y="363076"/>
                  </a:lnTo>
                  <a:lnTo>
                    <a:pt x="2299888" y="363107"/>
                  </a:lnTo>
                  <a:lnTo>
                    <a:pt x="2299876" y="363130"/>
                  </a:lnTo>
                  <a:lnTo>
                    <a:pt x="2299862" y="363173"/>
                  </a:lnTo>
                  <a:lnTo>
                    <a:pt x="2299865" y="363206"/>
                  </a:lnTo>
                  <a:lnTo>
                    <a:pt x="2299874" y="363228"/>
                  </a:lnTo>
                  <a:lnTo>
                    <a:pt x="2299889" y="363250"/>
                  </a:lnTo>
                  <a:lnTo>
                    <a:pt x="2299909" y="363264"/>
                  </a:lnTo>
                  <a:lnTo>
                    <a:pt x="2299918" y="363284"/>
                  </a:lnTo>
                  <a:lnTo>
                    <a:pt x="2299933" y="363314"/>
                  </a:lnTo>
                  <a:lnTo>
                    <a:pt x="2299950" y="363331"/>
                  </a:lnTo>
                  <a:lnTo>
                    <a:pt x="2299960" y="363349"/>
                  </a:lnTo>
                  <a:lnTo>
                    <a:pt x="2299966" y="363366"/>
                  </a:lnTo>
                  <a:lnTo>
                    <a:pt x="2299974" y="363379"/>
                  </a:lnTo>
                  <a:lnTo>
                    <a:pt x="2299981" y="363402"/>
                  </a:lnTo>
                  <a:lnTo>
                    <a:pt x="2299980" y="363420"/>
                  </a:lnTo>
                  <a:lnTo>
                    <a:pt x="2299961" y="363435"/>
                  </a:lnTo>
                  <a:lnTo>
                    <a:pt x="2299938" y="363439"/>
                  </a:lnTo>
                  <a:lnTo>
                    <a:pt x="2299890" y="363440"/>
                  </a:lnTo>
                  <a:lnTo>
                    <a:pt x="2299864" y="363437"/>
                  </a:lnTo>
                  <a:lnTo>
                    <a:pt x="2299832" y="363431"/>
                  </a:lnTo>
                  <a:lnTo>
                    <a:pt x="2299802" y="363425"/>
                  </a:lnTo>
                  <a:lnTo>
                    <a:pt x="2299756" y="363416"/>
                  </a:lnTo>
                  <a:lnTo>
                    <a:pt x="2299712" y="363414"/>
                  </a:lnTo>
                  <a:lnTo>
                    <a:pt x="2299680" y="363417"/>
                  </a:lnTo>
                  <a:lnTo>
                    <a:pt x="2299633" y="363415"/>
                  </a:lnTo>
                  <a:lnTo>
                    <a:pt x="2299580" y="363414"/>
                  </a:lnTo>
                  <a:lnTo>
                    <a:pt x="2299541" y="363410"/>
                  </a:lnTo>
                  <a:lnTo>
                    <a:pt x="2299510" y="363405"/>
                  </a:lnTo>
                  <a:lnTo>
                    <a:pt x="2299482" y="363408"/>
                  </a:lnTo>
                  <a:lnTo>
                    <a:pt x="2299457" y="363418"/>
                  </a:lnTo>
                  <a:lnTo>
                    <a:pt x="2299433" y="363431"/>
                  </a:lnTo>
                  <a:lnTo>
                    <a:pt x="2299413" y="363445"/>
                  </a:lnTo>
                  <a:lnTo>
                    <a:pt x="2299406" y="363468"/>
                  </a:lnTo>
                  <a:lnTo>
                    <a:pt x="2299411" y="363474"/>
                  </a:lnTo>
                  <a:lnTo>
                    <a:pt x="2299424" y="363478"/>
                  </a:lnTo>
                  <a:lnTo>
                    <a:pt x="2299441" y="363484"/>
                  </a:lnTo>
                  <a:lnTo>
                    <a:pt x="2299457" y="363488"/>
                  </a:lnTo>
                  <a:lnTo>
                    <a:pt x="2299479" y="363500"/>
                  </a:lnTo>
                  <a:lnTo>
                    <a:pt x="2299493" y="363524"/>
                  </a:lnTo>
                  <a:lnTo>
                    <a:pt x="2299512" y="363571"/>
                  </a:lnTo>
                  <a:lnTo>
                    <a:pt x="2299523" y="363595"/>
                  </a:lnTo>
                  <a:lnTo>
                    <a:pt x="2299524" y="363610"/>
                  </a:lnTo>
                  <a:lnTo>
                    <a:pt x="2299525" y="363626"/>
                  </a:lnTo>
                  <a:lnTo>
                    <a:pt x="2299520" y="363643"/>
                  </a:lnTo>
                  <a:lnTo>
                    <a:pt x="2299501" y="363664"/>
                  </a:lnTo>
                  <a:lnTo>
                    <a:pt x="2299474" y="363678"/>
                  </a:lnTo>
                  <a:lnTo>
                    <a:pt x="2299413" y="363693"/>
                  </a:lnTo>
                  <a:lnTo>
                    <a:pt x="2299379" y="363700"/>
                  </a:lnTo>
                  <a:lnTo>
                    <a:pt x="2299345" y="363718"/>
                  </a:lnTo>
                  <a:lnTo>
                    <a:pt x="2299326" y="363735"/>
                  </a:lnTo>
                  <a:lnTo>
                    <a:pt x="2299314" y="363752"/>
                  </a:lnTo>
                  <a:lnTo>
                    <a:pt x="2299308" y="363798"/>
                  </a:lnTo>
                  <a:lnTo>
                    <a:pt x="2299310" y="363856"/>
                  </a:lnTo>
                  <a:lnTo>
                    <a:pt x="2299297" y="363889"/>
                  </a:lnTo>
                  <a:lnTo>
                    <a:pt x="2299278" y="363919"/>
                  </a:lnTo>
                  <a:lnTo>
                    <a:pt x="2299273" y="363938"/>
                  </a:lnTo>
                  <a:lnTo>
                    <a:pt x="2299274" y="363954"/>
                  </a:lnTo>
                  <a:lnTo>
                    <a:pt x="2299285" y="363972"/>
                  </a:lnTo>
                  <a:lnTo>
                    <a:pt x="2299358" y="364108"/>
                  </a:lnTo>
                  <a:lnTo>
                    <a:pt x="2299367" y="364150"/>
                  </a:lnTo>
                  <a:lnTo>
                    <a:pt x="2299378" y="364173"/>
                  </a:lnTo>
                  <a:lnTo>
                    <a:pt x="2299387" y="364193"/>
                  </a:lnTo>
                  <a:lnTo>
                    <a:pt x="2299406" y="364216"/>
                  </a:lnTo>
                  <a:lnTo>
                    <a:pt x="2299421" y="364223"/>
                  </a:lnTo>
                  <a:lnTo>
                    <a:pt x="2299436" y="364229"/>
                  </a:lnTo>
                  <a:lnTo>
                    <a:pt x="2299455" y="364228"/>
                  </a:lnTo>
                  <a:lnTo>
                    <a:pt x="2299476" y="364215"/>
                  </a:lnTo>
                  <a:lnTo>
                    <a:pt x="2299487" y="364202"/>
                  </a:lnTo>
                  <a:lnTo>
                    <a:pt x="2299496" y="364182"/>
                  </a:lnTo>
                  <a:lnTo>
                    <a:pt x="2299502" y="364162"/>
                  </a:lnTo>
                  <a:lnTo>
                    <a:pt x="2299504" y="364133"/>
                  </a:lnTo>
                  <a:lnTo>
                    <a:pt x="2299508" y="364106"/>
                  </a:lnTo>
                  <a:lnTo>
                    <a:pt x="2299517" y="364083"/>
                  </a:lnTo>
                  <a:lnTo>
                    <a:pt x="2299536" y="364065"/>
                  </a:lnTo>
                  <a:lnTo>
                    <a:pt x="2299557" y="364052"/>
                  </a:lnTo>
                  <a:lnTo>
                    <a:pt x="2299578" y="364045"/>
                  </a:lnTo>
                  <a:lnTo>
                    <a:pt x="2299609" y="364041"/>
                  </a:lnTo>
                  <a:lnTo>
                    <a:pt x="2299621" y="364035"/>
                  </a:lnTo>
                  <a:lnTo>
                    <a:pt x="2299652" y="364025"/>
                  </a:lnTo>
                  <a:lnTo>
                    <a:pt x="2299689" y="364013"/>
                  </a:lnTo>
                  <a:lnTo>
                    <a:pt x="2299741" y="363991"/>
                  </a:lnTo>
                  <a:lnTo>
                    <a:pt x="2299794" y="363972"/>
                  </a:lnTo>
                  <a:lnTo>
                    <a:pt x="2299818" y="363967"/>
                  </a:lnTo>
                  <a:lnTo>
                    <a:pt x="2299827" y="363968"/>
                  </a:lnTo>
                  <a:lnTo>
                    <a:pt x="2299839" y="363970"/>
                  </a:lnTo>
                  <a:lnTo>
                    <a:pt x="2299861" y="363981"/>
                  </a:lnTo>
                  <a:lnTo>
                    <a:pt x="2299873" y="363992"/>
                  </a:lnTo>
                  <a:lnTo>
                    <a:pt x="2299874" y="364009"/>
                  </a:lnTo>
                  <a:lnTo>
                    <a:pt x="2299867" y="364025"/>
                  </a:lnTo>
                  <a:lnTo>
                    <a:pt x="2299838" y="364033"/>
                  </a:lnTo>
                  <a:lnTo>
                    <a:pt x="2299800" y="364042"/>
                  </a:lnTo>
                  <a:lnTo>
                    <a:pt x="2299771" y="364050"/>
                  </a:lnTo>
                  <a:lnTo>
                    <a:pt x="2299737" y="364064"/>
                  </a:lnTo>
                  <a:lnTo>
                    <a:pt x="2299714" y="364075"/>
                  </a:lnTo>
                  <a:lnTo>
                    <a:pt x="2299693" y="364095"/>
                  </a:lnTo>
                  <a:lnTo>
                    <a:pt x="2299685" y="364112"/>
                  </a:lnTo>
                  <a:lnTo>
                    <a:pt x="2299685" y="364134"/>
                  </a:lnTo>
                  <a:lnTo>
                    <a:pt x="2299691" y="364147"/>
                  </a:lnTo>
                  <a:lnTo>
                    <a:pt x="2299704" y="364163"/>
                  </a:lnTo>
                  <a:lnTo>
                    <a:pt x="2299717" y="364177"/>
                  </a:lnTo>
                  <a:lnTo>
                    <a:pt x="2299740" y="364195"/>
                  </a:lnTo>
                  <a:lnTo>
                    <a:pt x="2299761" y="364210"/>
                  </a:lnTo>
                  <a:lnTo>
                    <a:pt x="2299789" y="364230"/>
                  </a:lnTo>
                  <a:lnTo>
                    <a:pt x="2299804" y="364246"/>
                  </a:lnTo>
                  <a:lnTo>
                    <a:pt x="2299812" y="364262"/>
                  </a:lnTo>
                  <a:lnTo>
                    <a:pt x="2299815" y="364281"/>
                  </a:lnTo>
                  <a:lnTo>
                    <a:pt x="2299814" y="364306"/>
                  </a:lnTo>
                  <a:lnTo>
                    <a:pt x="2299811" y="364333"/>
                  </a:lnTo>
                  <a:lnTo>
                    <a:pt x="2299805" y="364354"/>
                  </a:lnTo>
                  <a:lnTo>
                    <a:pt x="2299800" y="364366"/>
                  </a:lnTo>
                  <a:lnTo>
                    <a:pt x="2299782" y="364371"/>
                  </a:lnTo>
                  <a:lnTo>
                    <a:pt x="2299768" y="364364"/>
                  </a:lnTo>
                  <a:lnTo>
                    <a:pt x="2299744" y="364348"/>
                  </a:lnTo>
                  <a:lnTo>
                    <a:pt x="2299728" y="364337"/>
                  </a:lnTo>
                  <a:lnTo>
                    <a:pt x="2299696" y="364318"/>
                  </a:lnTo>
                  <a:lnTo>
                    <a:pt x="2299676" y="364311"/>
                  </a:lnTo>
                  <a:lnTo>
                    <a:pt x="2299644" y="364304"/>
                  </a:lnTo>
                  <a:lnTo>
                    <a:pt x="2299599" y="364300"/>
                  </a:lnTo>
                  <a:lnTo>
                    <a:pt x="2299563" y="364304"/>
                  </a:lnTo>
                  <a:lnTo>
                    <a:pt x="2299528" y="364309"/>
                  </a:lnTo>
                  <a:lnTo>
                    <a:pt x="2299470" y="364318"/>
                  </a:lnTo>
                  <a:lnTo>
                    <a:pt x="2299426" y="364323"/>
                  </a:lnTo>
                  <a:lnTo>
                    <a:pt x="2299383" y="364326"/>
                  </a:lnTo>
                  <a:lnTo>
                    <a:pt x="2299350" y="364325"/>
                  </a:lnTo>
                  <a:lnTo>
                    <a:pt x="2299328" y="364320"/>
                  </a:lnTo>
                  <a:lnTo>
                    <a:pt x="2299310" y="364318"/>
                  </a:lnTo>
                  <a:lnTo>
                    <a:pt x="2299303" y="364319"/>
                  </a:lnTo>
                  <a:lnTo>
                    <a:pt x="2299292" y="364324"/>
                  </a:lnTo>
                  <a:lnTo>
                    <a:pt x="2299300" y="364342"/>
                  </a:lnTo>
                  <a:lnTo>
                    <a:pt x="2299318" y="364368"/>
                  </a:lnTo>
                  <a:lnTo>
                    <a:pt x="2299331" y="364386"/>
                  </a:lnTo>
                  <a:lnTo>
                    <a:pt x="2299325" y="364407"/>
                  </a:lnTo>
                  <a:lnTo>
                    <a:pt x="2299325" y="364430"/>
                  </a:lnTo>
                  <a:lnTo>
                    <a:pt x="2299334" y="364445"/>
                  </a:lnTo>
                  <a:lnTo>
                    <a:pt x="2299344" y="364465"/>
                  </a:lnTo>
                  <a:lnTo>
                    <a:pt x="2299353" y="364480"/>
                  </a:lnTo>
                  <a:lnTo>
                    <a:pt x="2299367" y="364488"/>
                  </a:lnTo>
                  <a:lnTo>
                    <a:pt x="2299385" y="364494"/>
                  </a:lnTo>
                  <a:lnTo>
                    <a:pt x="2299398" y="364499"/>
                  </a:lnTo>
                  <a:lnTo>
                    <a:pt x="2299405" y="364511"/>
                  </a:lnTo>
                  <a:lnTo>
                    <a:pt x="2299414" y="364530"/>
                  </a:lnTo>
                  <a:lnTo>
                    <a:pt x="2299426" y="364546"/>
                  </a:lnTo>
                  <a:lnTo>
                    <a:pt x="2299441" y="364559"/>
                  </a:lnTo>
                  <a:lnTo>
                    <a:pt x="2299455" y="364566"/>
                  </a:lnTo>
                  <a:lnTo>
                    <a:pt x="2299471" y="364569"/>
                  </a:lnTo>
                  <a:lnTo>
                    <a:pt x="2299491" y="364568"/>
                  </a:lnTo>
                  <a:lnTo>
                    <a:pt x="2299534" y="364558"/>
                  </a:lnTo>
                  <a:lnTo>
                    <a:pt x="2299552" y="364550"/>
                  </a:lnTo>
                  <a:lnTo>
                    <a:pt x="2299608" y="364536"/>
                  </a:lnTo>
                  <a:lnTo>
                    <a:pt x="2299650" y="364525"/>
                  </a:lnTo>
                  <a:lnTo>
                    <a:pt x="2299719" y="364510"/>
                  </a:lnTo>
                  <a:lnTo>
                    <a:pt x="2299748" y="364501"/>
                  </a:lnTo>
                  <a:lnTo>
                    <a:pt x="2299771" y="364499"/>
                  </a:lnTo>
                  <a:lnTo>
                    <a:pt x="2299787" y="364505"/>
                  </a:lnTo>
                  <a:lnTo>
                    <a:pt x="2299801" y="364508"/>
                  </a:lnTo>
                  <a:lnTo>
                    <a:pt x="2299821" y="364507"/>
                  </a:lnTo>
                  <a:lnTo>
                    <a:pt x="2299837" y="364503"/>
                  </a:lnTo>
                  <a:lnTo>
                    <a:pt x="2299856" y="364497"/>
                  </a:lnTo>
                  <a:lnTo>
                    <a:pt x="2299867" y="364494"/>
                  </a:lnTo>
                  <a:lnTo>
                    <a:pt x="2299890" y="364500"/>
                  </a:lnTo>
                  <a:lnTo>
                    <a:pt x="2299910" y="364518"/>
                  </a:lnTo>
                  <a:lnTo>
                    <a:pt x="2299928" y="364537"/>
                  </a:lnTo>
                  <a:lnTo>
                    <a:pt x="2299940" y="364561"/>
                  </a:lnTo>
                  <a:lnTo>
                    <a:pt x="2299939" y="364577"/>
                  </a:lnTo>
                  <a:lnTo>
                    <a:pt x="2299924" y="364590"/>
                  </a:lnTo>
                  <a:lnTo>
                    <a:pt x="2299898" y="364595"/>
                  </a:lnTo>
                  <a:lnTo>
                    <a:pt x="2299857" y="364595"/>
                  </a:lnTo>
                  <a:lnTo>
                    <a:pt x="2299793" y="364594"/>
                  </a:lnTo>
                  <a:lnTo>
                    <a:pt x="2299749" y="364598"/>
                  </a:lnTo>
                  <a:lnTo>
                    <a:pt x="2299718" y="364607"/>
                  </a:lnTo>
                  <a:lnTo>
                    <a:pt x="2299694" y="364621"/>
                  </a:lnTo>
                  <a:lnTo>
                    <a:pt x="2299669" y="364640"/>
                  </a:lnTo>
                  <a:lnTo>
                    <a:pt x="2299658" y="364660"/>
                  </a:lnTo>
                  <a:lnTo>
                    <a:pt x="2299657" y="364674"/>
                  </a:lnTo>
                  <a:lnTo>
                    <a:pt x="2299666" y="364693"/>
                  </a:lnTo>
                  <a:lnTo>
                    <a:pt x="2299790" y="364895"/>
                  </a:lnTo>
                  <a:lnTo>
                    <a:pt x="2299802" y="364929"/>
                  </a:lnTo>
                  <a:lnTo>
                    <a:pt x="2299811" y="364952"/>
                  </a:lnTo>
                  <a:lnTo>
                    <a:pt x="2299825" y="364975"/>
                  </a:lnTo>
                  <a:lnTo>
                    <a:pt x="2299848" y="365002"/>
                  </a:lnTo>
                  <a:lnTo>
                    <a:pt x="2299865" y="365012"/>
                  </a:lnTo>
                  <a:lnTo>
                    <a:pt x="2299885" y="365014"/>
                  </a:lnTo>
                  <a:lnTo>
                    <a:pt x="2299902" y="365007"/>
                  </a:lnTo>
                  <a:lnTo>
                    <a:pt x="2299912" y="364985"/>
                  </a:lnTo>
                  <a:lnTo>
                    <a:pt x="2299940" y="364941"/>
                  </a:lnTo>
                  <a:lnTo>
                    <a:pt x="2299965" y="364901"/>
                  </a:lnTo>
                  <a:lnTo>
                    <a:pt x="2299983" y="364868"/>
                  </a:lnTo>
                  <a:lnTo>
                    <a:pt x="2300004" y="364846"/>
                  </a:lnTo>
                  <a:lnTo>
                    <a:pt x="2300020" y="364839"/>
                  </a:lnTo>
                  <a:lnTo>
                    <a:pt x="2300046" y="364832"/>
                  </a:lnTo>
                  <a:lnTo>
                    <a:pt x="2300060" y="364835"/>
                  </a:lnTo>
                  <a:lnTo>
                    <a:pt x="2300074" y="364839"/>
                  </a:lnTo>
                  <a:lnTo>
                    <a:pt x="2300086" y="364850"/>
                  </a:lnTo>
                  <a:lnTo>
                    <a:pt x="2300096" y="364863"/>
                  </a:lnTo>
                  <a:lnTo>
                    <a:pt x="2300101" y="364879"/>
                  </a:lnTo>
                  <a:lnTo>
                    <a:pt x="2300104" y="364898"/>
                  </a:lnTo>
                  <a:lnTo>
                    <a:pt x="2300106" y="364921"/>
                  </a:lnTo>
                  <a:lnTo>
                    <a:pt x="2300115" y="364944"/>
                  </a:lnTo>
                  <a:lnTo>
                    <a:pt x="2300113" y="364982"/>
                  </a:lnTo>
                  <a:lnTo>
                    <a:pt x="2300109" y="365013"/>
                  </a:lnTo>
                  <a:lnTo>
                    <a:pt x="2300099" y="365045"/>
                  </a:lnTo>
                  <a:lnTo>
                    <a:pt x="2300086" y="365091"/>
                  </a:lnTo>
                  <a:lnTo>
                    <a:pt x="2300073" y="365114"/>
                  </a:lnTo>
                  <a:lnTo>
                    <a:pt x="2300061" y="365141"/>
                  </a:lnTo>
                  <a:lnTo>
                    <a:pt x="2300060" y="365164"/>
                  </a:lnTo>
                  <a:lnTo>
                    <a:pt x="2300064" y="365187"/>
                  </a:lnTo>
                  <a:lnTo>
                    <a:pt x="2300071" y="365212"/>
                  </a:lnTo>
                  <a:lnTo>
                    <a:pt x="2300077" y="365229"/>
                  </a:lnTo>
                  <a:lnTo>
                    <a:pt x="2300084" y="365248"/>
                  </a:lnTo>
                  <a:lnTo>
                    <a:pt x="2300098" y="365270"/>
                  </a:lnTo>
                  <a:lnTo>
                    <a:pt x="2300108" y="365281"/>
                  </a:lnTo>
                  <a:lnTo>
                    <a:pt x="2300116" y="365281"/>
                  </a:lnTo>
                  <a:lnTo>
                    <a:pt x="2300131" y="365280"/>
                  </a:lnTo>
                  <a:lnTo>
                    <a:pt x="2300137" y="365271"/>
                  </a:lnTo>
                  <a:lnTo>
                    <a:pt x="2300146" y="365261"/>
                  </a:lnTo>
                  <a:lnTo>
                    <a:pt x="2300149" y="365241"/>
                  </a:lnTo>
                  <a:lnTo>
                    <a:pt x="2300147" y="365222"/>
                  </a:lnTo>
                  <a:lnTo>
                    <a:pt x="2300137" y="365196"/>
                  </a:lnTo>
                  <a:lnTo>
                    <a:pt x="2300123" y="365167"/>
                  </a:lnTo>
                  <a:lnTo>
                    <a:pt x="2300118" y="365143"/>
                  </a:lnTo>
                  <a:lnTo>
                    <a:pt x="2300119" y="365115"/>
                  </a:lnTo>
                  <a:lnTo>
                    <a:pt x="2300126" y="365102"/>
                  </a:lnTo>
                  <a:lnTo>
                    <a:pt x="2300141" y="365091"/>
                  </a:lnTo>
                  <a:lnTo>
                    <a:pt x="2300165" y="365086"/>
                  </a:lnTo>
                  <a:lnTo>
                    <a:pt x="2300189" y="365085"/>
                  </a:lnTo>
                  <a:lnTo>
                    <a:pt x="2300206" y="365091"/>
                  </a:lnTo>
                  <a:lnTo>
                    <a:pt x="2300229" y="365102"/>
                  </a:lnTo>
                  <a:lnTo>
                    <a:pt x="2300265" y="365119"/>
                  </a:lnTo>
                  <a:lnTo>
                    <a:pt x="2300298" y="365132"/>
                  </a:lnTo>
                  <a:lnTo>
                    <a:pt x="2300313" y="365137"/>
                  </a:lnTo>
                  <a:lnTo>
                    <a:pt x="2300325" y="365149"/>
                  </a:lnTo>
                  <a:lnTo>
                    <a:pt x="2300325" y="365166"/>
                  </a:lnTo>
                  <a:lnTo>
                    <a:pt x="2300325" y="365180"/>
                  </a:lnTo>
                  <a:lnTo>
                    <a:pt x="2300311" y="365206"/>
                  </a:lnTo>
                  <a:lnTo>
                    <a:pt x="2300312" y="365221"/>
                  </a:lnTo>
                  <a:lnTo>
                    <a:pt x="2300318" y="365237"/>
                  </a:lnTo>
                  <a:lnTo>
                    <a:pt x="2300332" y="365259"/>
                  </a:lnTo>
                  <a:lnTo>
                    <a:pt x="2300345" y="365280"/>
                  </a:lnTo>
                  <a:lnTo>
                    <a:pt x="2300359" y="365310"/>
                  </a:lnTo>
                  <a:lnTo>
                    <a:pt x="2300378" y="365333"/>
                  </a:lnTo>
                  <a:lnTo>
                    <a:pt x="2300391" y="365347"/>
                  </a:lnTo>
                  <a:lnTo>
                    <a:pt x="2300406" y="365355"/>
                  </a:lnTo>
                  <a:lnTo>
                    <a:pt x="2300441" y="365366"/>
                  </a:lnTo>
                  <a:lnTo>
                    <a:pt x="2300470" y="365374"/>
                  </a:lnTo>
                  <a:lnTo>
                    <a:pt x="2300500" y="365380"/>
                  </a:lnTo>
                  <a:lnTo>
                    <a:pt x="2300527" y="365390"/>
                  </a:lnTo>
                  <a:lnTo>
                    <a:pt x="2300524" y="365407"/>
                  </a:lnTo>
                  <a:lnTo>
                    <a:pt x="2300503" y="365413"/>
                  </a:lnTo>
                  <a:lnTo>
                    <a:pt x="2300480" y="365413"/>
                  </a:lnTo>
                  <a:lnTo>
                    <a:pt x="2300436" y="365417"/>
                  </a:lnTo>
                  <a:lnTo>
                    <a:pt x="2300414" y="365426"/>
                  </a:lnTo>
                  <a:lnTo>
                    <a:pt x="2300354" y="365462"/>
                  </a:lnTo>
                  <a:lnTo>
                    <a:pt x="2300332" y="365481"/>
                  </a:lnTo>
                  <a:lnTo>
                    <a:pt x="2300300" y="365507"/>
                  </a:lnTo>
                  <a:lnTo>
                    <a:pt x="2300300" y="365518"/>
                  </a:lnTo>
                  <a:lnTo>
                    <a:pt x="2300301" y="365528"/>
                  </a:lnTo>
                  <a:lnTo>
                    <a:pt x="2300285" y="365674"/>
                  </a:lnTo>
                  <a:lnTo>
                    <a:pt x="2300283" y="365688"/>
                  </a:lnTo>
                  <a:lnTo>
                    <a:pt x="2300281" y="365716"/>
                  </a:lnTo>
                  <a:lnTo>
                    <a:pt x="2300286" y="365728"/>
                  </a:lnTo>
                  <a:lnTo>
                    <a:pt x="2300293" y="365734"/>
                  </a:lnTo>
                  <a:lnTo>
                    <a:pt x="2300305" y="365741"/>
                  </a:lnTo>
                  <a:lnTo>
                    <a:pt x="2300325" y="365740"/>
                  </a:lnTo>
                  <a:lnTo>
                    <a:pt x="2300348" y="365726"/>
                  </a:lnTo>
                  <a:lnTo>
                    <a:pt x="2300388" y="365703"/>
                  </a:lnTo>
                  <a:lnTo>
                    <a:pt x="2300426" y="365675"/>
                  </a:lnTo>
                  <a:lnTo>
                    <a:pt x="2300453" y="365657"/>
                  </a:lnTo>
                  <a:lnTo>
                    <a:pt x="2300461" y="365656"/>
                  </a:lnTo>
                  <a:lnTo>
                    <a:pt x="2300471" y="365655"/>
                  </a:lnTo>
                  <a:lnTo>
                    <a:pt x="2300480" y="365655"/>
                  </a:lnTo>
                  <a:lnTo>
                    <a:pt x="2300490" y="365657"/>
                  </a:lnTo>
                  <a:lnTo>
                    <a:pt x="2300500" y="365660"/>
                  </a:lnTo>
                  <a:lnTo>
                    <a:pt x="2300505" y="365677"/>
                  </a:lnTo>
                  <a:lnTo>
                    <a:pt x="2300494" y="365708"/>
                  </a:lnTo>
                  <a:lnTo>
                    <a:pt x="2300481" y="365742"/>
                  </a:lnTo>
                  <a:lnTo>
                    <a:pt x="2300474" y="365775"/>
                  </a:lnTo>
                  <a:lnTo>
                    <a:pt x="2300473" y="365793"/>
                  </a:lnTo>
                  <a:lnTo>
                    <a:pt x="2300481" y="365804"/>
                  </a:lnTo>
                  <a:lnTo>
                    <a:pt x="2300551" y="366000"/>
                  </a:lnTo>
                  <a:lnTo>
                    <a:pt x="2300564" y="366026"/>
                  </a:lnTo>
                  <a:lnTo>
                    <a:pt x="2300570" y="366056"/>
                  </a:lnTo>
                  <a:lnTo>
                    <a:pt x="2300554" y="366094"/>
                  </a:lnTo>
                  <a:lnTo>
                    <a:pt x="2300548" y="366117"/>
                  </a:lnTo>
                  <a:lnTo>
                    <a:pt x="2300557" y="366134"/>
                  </a:lnTo>
                  <a:lnTo>
                    <a:pt x="2300572" y="366143"/>
                  </a:lnTo>
                  <a:lnTo>
                    <a:pt x="2300600" y="366157"/>
                  </a:lnTo>
                  <a:lnTo>
                    <a:pt x="2300613" y="366177"/>
                  </a:lnTo>
                  <a:lnTo>
                    <a:pt x="2300614" y="366213"/>
                  </a:lnTo>
                  <a:lnTo>
                    <a:pt x="2300601" y="366252"/>
                  </a:lnTo>
                  <a:lnTo>
                    <a:pt x="2300587" y="366299"/>
                  </a:lnTo>
                  <a:lnTo>
                    <a:pt x="2300566" y="366339"/>
                  </a:lnTo>
                  <a:lnTo>
                    <a:pt x="2300538" y="366380"/>
                  </a:lnTo>
                  <a:lnTo>
                    <a:pt x="2300496" y="366429"/>
                  </a:lnTo>
                  <a:lnTo>
                    <a:pt x="2300483" y="366457"/>
                  </a:lnTo>
                  <a:lnTo>
                    <a:pt x="2300481" y="366475"/>
                  </a:lnTo>
                  <a:lnTo>
                    <a:pt x="2300489" y="366486"/>
                  </a:lnTo>
                  <a:lnTo>
                    <a:pt x="2300505" y="366497"/>
                  </a:lnTo>
                  <a:lnTo>
                    <a:pt x="2300524" y="366504"/>
                  </a:lnTo>
                  <a:lnTo>
                    <a:pt x="2300558" y="366501"/>
                  </a:lnTo>
                  <a:lnTo>
                    <a:pt x="2300583" y="366491"/>
                  </a:lnTo>
                  <a:lnTo>
                    <a:pt x="2300601" y="366469"/>
                  </a:lnTo>
                  <a:lnTo>
                    <a:pt x="2300611" y="366432"/>
                  </a:lnTo>
                  <a:lnTo>
                    <a:pt x="2300619" y="366393"/>
                  </a:lnTo>
                  <a:lnTo>
                    <a:pt x="2300633" y="366364"/>
                  </a:lnTo>
                  <a:lnTo>
                    <a:pt x="2300650" y="366347"/>
                  </a:lnTo>
                  <a:lnTo>
                    <a:pt x="2300667" y="366337"/>
                  </a:lnTo>
                  <a:lnTo>
                    <a:pt x="2300681" y="366331"/>
                  </a:lnTo>
                  <a:lnTo>
                    <a:pt x="2300699" y="366328"/>
                  </a:lnTo>
                  <a:lnTo>
                    <a:pt x="2300726" y="366327"/>
                  </a:lnTo>
                  <a:lnTo>
                    <a:pt x="2300754" y="366330"/>
                  </a:lnTo>
                  <a:lnTo>
                    <a:pt x="2300780" y="366334"/>
                  </a:lnTo>
                  <a:lnTo>
                    <a:pt x="2300798" y="366345"/>
                  </a:lnTo>
                  <a:lnTo>
                    <a:pt x="2300802" y="366354"/>
                  </a:lnTo>
                  <a:lnTo>
                    <a:pt x="2300802" y="366368"/>
                  </a:lnTo>
                  <a:lnTo>
                    <a:pt x="2300774" y="366414"/>
                  </a:lnTo>
                  <a:lnTo>
                    <a:pt x="2300751" y="366464"/>
                  </a:lnTo>
                  <a:lnTo>
                    <a:pt x="2300738" y="366501"/>
                  </a:lnTo>
                  <a:lnTo>
                    <a:pt x="2300729" y="366557"/>
                  </a:lnTo>
                  <a:lnTo>
                    <a:pt x="2300721" y="366608"/>
                  </a:lnTo>
                  <a:lnTo>
                    <a:pt x="2300721" y="366638"/>
                  </a:lnTo>
                  <a:lnTo>
                    <a:pt x="2300731" y="366655"/>
                  </a:lnTo>
                  <a:lnTo>
                    <a:pt x="2300751" y="366669"/>
                  </a:lnTo>
                  <a:lnTo>
                    <a:pt x="2300783" y="366676"/>
                  </a:lnTo>
                  <a:lnTo>
                    <a:pt x="2300820" y="366678"/>
                  </a:lnTo>
                  <a:lnTo>
                    <a:pt x="2300869" y="366681"/>
                  </a:lnTo>
                  <a:lnTo>
                    <a:pt x="2300901" y="366680"/>
                  </a:lnTo>
                  <a:lnTo>
                    <a:pt x="2300933" y="366682"/>
                  </a:lnTo>
                  <a:lnTo>
                    <a:pt x="2300958" y="366684"/>
                  </a:lnTo>
                  <a:lnTo>
                    <a:pt x="2300966" y="366692"/>
                  </a:lnTo>
                  <a:lnTo>
                    <a:pt x="2300972" y="366714"/>
                  </a:lnTo>
                  <a:lnTo>
                    <a:pt x="2300966" y="366731"/>
                  </a:lnTo>
                  <a:lnTo>
                    <a:pt x="2300946" y="366749"/>
                  </a:lnTo>
                  <a:lnTo>
                    <a:pt x="2300919" y="366765"/>
                  </a:lnTo>
                  <a:lnTo>
                    <a:pt x="2300853" y="366862"/>
                  </a:lnTo>
                  <a:lnTo>
                    <a:pt x="2300850" y="366887"/>
                  </a:lnTo>
                  <a:lnTo>
                    <a:pt x="2300846" y="366913"/>
                  </a:lnTo>
                  <a:lnTo>
                    <a:pt x="2300843" y="366938"/>
                  </a:lnTo>
                  <a:lnTo>
                    <a:pt x="2300839" y="366970"/>
                  </a:lnTo>
                  <a:lnTo>
                    <a:pt x="2300830" y="367007"/>
                  </a:lnTo>
                  <a:lnTo>
                    <a:pt x="2300827" y="367038"/>
                  </a:lnTo>
                  <a:lnTo>
                    <a:pt x="2300832" y="367059"/>
                  </a:lnTo>
                  <a:lnTo>
                    <a:pt x="2300849" y="367085"/>
                  </a:lnTo>
                  <a:lnTo>
                    <a:pt x="2300864" y="367099"/>
                  </a:lnTo>
                  <a:lnTo>
                    <a:pt x="2300879" y="367115"/>
                  </a:lnTo>
                  <a:lnTo>
                    <a:pt x="2300893" y="367129"/>
                  </a:lnTo>
                  <a:lnTo>
                    <a:pt x="2300903" y="367142"/>
                  </a:lnTo>
                  <a:lnTo>
                    <a:pt x="2300907" y="367158"/>
                  </a:lnTo>
                  <a:lnTo>
                    <a:pt x="2300912" y="367197"/>
                  </a:lnTo>
                  <a:lnTo>
                    <a:pt x="2300914" y="367229"/>
                  </a:lnTo>
                  <a:lnTo>
                    <a:pt x="2300923" y="367250"/>
                  </a:lnTo>
                  <a:lnTo>
                    <a:pt x="2300944" y="367279"/>
                  </a:lnTo>
                  <a:lnTo>
                    <a:pt x="2300965" y="367311"/>
                  </a:lnTo>
                  <a:lnTo>
                    <a:pt x="2300965" y="367331"/>
                  </a:lnTo>
                  <a:lnTo>
                    <a:pt x="2300962" y="367353"/>
                  </a:lnTo>
                  <a:lnTo>
                    <a:pt x="2300959" y="367373"/>
                  </a:lnTo>
                  <a:lnTo>
                    <a:pt x="2300867" y="367493"/>
                  </a:lnTo>
                  <a:lnTo>
                    <a:pt x="2300837" y="367498"/>
                  </a:lnTo>
                  <a:lnTo>
                    <a:pt x="2300801" y="367498"/>
                  </a:lnTo>
                  <a:lnTo>
                    <a:pt x="2300761" y="367502"/>
                  </a:lnTo>
                  <a:lnTo>
                    <a:pt x="2300741" y="367511"/>
                  </a:lnTo>
                  <a:lnTo>
                    <a:pt x="2300716" y="367530"/>
                  </a:lnTo>
                  <a:lnTo>
                    <a:pt x="2300688" y="367555"/>
                  </a:lnTo>
                  <a:lnTo>
                    <a:pt x="2300673" y="367581"/>
                  </a:lnTo>
                  <a:lnTo>
                    <a:pt x="2300660" y="367609"/>
                  </a:lnTo>
                  <a:lnTo>
                    <a:pt x="2300650" y="367638"/>
                  </a:lnTo>
                  <a:lnTo>
                    <a:pt x="2300635" y="367671"/>
                  </a:lnTo>
                  <a:lnTo>
                    <a:pt x="2300621" y="367708"/>
                  </a:lnTo>
                  <a:lnTo>
                    <a:pt x="2300618" y="367719"/>
                  </a:lnTo>
                  <a:lnTo>
                    <a:pt x="2300614" y="367732"/>
                  </a:lnTo>
                  <a:lnTo>
                    <a:pt x="2300615" y="367748"/>
                  </a:lnTo>
                  <a:lnTo>
                    <a:pt x="2300634" y="367762"/>
                  </a:lnTo>
                  <a:lnTo>
                    <a:pt x="2300658" y="367773"/>
                  </a:lnTo>
                  <a:lnTo>
                    <a:pt x="2300678" y="367787"/>
                  </a:lnTo>
                  <a:lnTo>
                    <a:pt x="2300795" y="367921"/>
                  </a:lnTo>
                  <a:lnTo>
                    <a:pt x="2300821" y="367929"/>
                  </a:lnTo>
                  <a:lnTo>
                    <a:pt x="2300860" y="367942"/>
                  </a:lnTo>
                  <a:lnTo>
                    <a:pt x="2300887" y="367944"/>
                  </a:lnTo>
                  <a:lnTo>
                    <a:pt x="2300929" y="367945"/>
                  </a:lnTo>
                  <a:lnTo>
                    <a:pt x="2300947" y="367949"/>
                  </a:lnTo>
                  <a:lnTo>
                    <a:pt x="2300967" y="367956"/>
                  </a:lnTo>
                  <a:lnTo>
                    <a:pt x="2300983" y="367967"/>
                  </a:lnTo>
                  <a:lnTo>
                    <a:pt x="2300996" y="367985"/>
                  </a:lnTo>
                  <a:lnTo>
                    <a:pt x="2301002" y="368002"/>
                  </a:lnTo>
                  <a:lnTo>
                    <a:pt x="2301012" y="368024"/>
                  </a:lnTo>
                  <a:lnTo>
                    <a:pt x="2301020" y="368056"/>
                  </a:lnTo>
                  <a:lnTo>
                    <a:pt x="2301020" y="368073"/>
                  </a:lnTo>
                  <a:lnTo>
                    <a:pt x="2301018" y="368096"/>
                  </a:lnTo>
                  <a:lnTo>
                    <a:pt x="2301005" y="368115"/>
                  </a:lnTo>
                  <a:lnTo>
                    <a:pt x="2300976" y="368147"/>
                  </a:lnTo>
                  <a:lnTo>
                    <a:pt x="2300946" y="368174"/>
                  </a:lnTo>
                  <a:lnTo>
                    <a:pt x="2300920" y="368196"/>
                  </a:lnTo>
                  <a:lnTo>
                    <a:pt x="2300887" y="368210"/>
                  </a:lnTo>
                  <a:lnTo>
                    <a:pt x="2300857" y="368221"/>
                  </a:lnTo>
                  <a:lnTo>
                    <a:pt x="2300813" y="368231"/>
                  </a:lnTo>
                  <a:lnTo>
                    <a:pt x="2300777" y="368242"/>
                  </a:lnTo>
                  <a:lnTo>
                    <a:pt x="2300744" y="368260"/>
                  </a:lnTo>
                  <a:lnTo>
                    <a:pt x="2300712" y="368276"/>
                  </a:lnTo>
                  <a:lnTo>
                    <a:pt x="2300688" y="368302"/>
                  </a:lnTo>
                  <a:lnTo>
                    <a:pt x="2300672" y="368323"/>
                  </a:lnTo>
                  <a:lnTo>
                    <a:pt x="2300658" y="368349"/>
                  </a:lnTo>
                  <a:lnTo>
                    <a:pt x="2300653" y="368364"/>
                  </a:lnTo>
                  <a:lnTo>
                    <a:pt x="2300656" y="368375"/>
                  </a:lnTo>
                  <a:lnTo>
                    <a:pt x="2300676" y="368381"/>
                  </a:lnTo>
                  <a:lnTo>
                    <a:pt x="2300718" y="368375"/>
                  </a:lnTo>
                  <a:lnTo>
                    <a:pt x="2300754" y="368380"/>
                  </a:lnTo>
                  <a:lnTo>
                    <a:pt x="2300786" y="368387"/>
                  </a:lnTo>
                  <a:lnTo>
                    <a:pt x="2300829" y="368386"/>
                  </a:lnTo>
                  <a:lnTo>
                    <a:pt x="2300860" y="368380"/>
                  </a:lnTo>
                  <a:lnTo>
                    <a:pt x="2300903" y="368374"/>
                  </a:lnTo>
                  <a:lnTo>
                    <a:pt x="2300937" y="368373"/>
                  </a:lnTo>
                  <a:lnTo>
                    <a:pt x="2300985" y="368373"/>
                  </a:lnTo>
                  <a:lnTo>
                    <a:pt x="2301015" y="368379"/>
                  </a:lnTo>
                  <a:lnTo>
                    <a:pt x="2301035" y="368388"/>
                  </a:lnTo>
                  <a:lnTo>
                    <a:pt x="2301049" y="368398"/>
                  </a:lnTo>
                  <a:lnTo>
                    <a:pt x="2301065" y="368418"/>
                  </a:lnTo>
                  <a:lnTo>
                    <a:pt x="2301079" y="368436"/>
                  </a:lnTo>
                  <a:lnTo>
                    <a:pt x="2301092" y="368453"/>
                  </a:lnTo>
                  <a:lnTo>
                    <a:pt x="2301101" y="368470"/>
                  </a:lnTo>
                  <a:lnTo>
                    <a:pt x="2301102" y="368485"/>
                  </a:lnTo>
                  <a:lnTo>
                    <a:pt x="2301085" y="368502"/>
                  </a:lnTo>
                  <a:lnTo>
                    <a:pt x="2301070" y="368502"/>
                  </a:lnTo>
                  <a:lnTo>
                    <a:pt x="2301059" y="368485"/>
                  </a:lnTo>
                  <a:lnTo>
                    <a:pt x="2301040" y="368458"/>
                  </a:lnTo>
                  <a:lnTo>
                    <a:pt x="2301025" y="368443"/>
                  </a:lnTo>
                  <a:lnTo>
                    <a:pt x="2301012" y="368438"/>
                  </a:lnTo>
                  <a:lnTo>
                    <a:pt x="2300991" y="368437"/>
                  </a:lnTo>
                  <a:lnTo>
                    <a:pt x="2300961" y="368451"/>
                  </a:lnTo>
                  <a:lnTo>
                    <a:pt x="2300925" y="368479"/>
                  </a:lnTo>
                  <a:lnTo>
                    <a:pt x="2300890" y="368507"/>
                  </a:lnTo>
                  <a:lnTo>
                    <a:pt x="2300852" y="368542"/>
                  </a:lnTo>
                  <a:lnTo>
                    <a:pt x="2300805" y="368581"/>
                  </a:lnTo>
                  <a:lnTo>
                    <a:pt x="2300767" y="368616"/>
                  </a:lnTo>
                  <a:lnTo>
                    <a:pt x="2300752" y="368634"/>
                  </a:lnTo>
                  <a:lnTo>
                    <a:pt x="2300661" y="368878"/>
                  </a:lnTo>
                  <a:lnTo>
                    <a:pt x="2300629" y="368922"/>
                  </a:lnTo>
                  <a:lnTo>
                    <a:pt x="2300598" y="368962"/>
                  </a:lnTo>
                  <a:lnTo>
                    <a:pt x="2300568" y="369028"/>
                  </a:lnTo>
                  <a:lnTo>
                    <a:pt x="2300552" y="369076"/>
                  </a:lnTo>
                  <a:lnTo>
                    <a:pt x="2300551" y="369113"/>
                  </a:lnTo>
                  <a:lnTo>
                    <a:pt x="2300552" y="369133"/>
                  </a:lnTo>
                  <a:lnTo>
                    <a:pt x="2300559" y="369149"/>
                  </a:lnTo>
                  <a:lnTo>
                    <a:pt x="2300571" y="369166"/>
                  </a:lnTo>
                  <a:lnTo>
                    <a:pt x="2300598" y="369184"/>
                  </a:lnTo>
                  <a:lnTo>
                    <a:pt x="2300611" y="369195"/>
                  </a:lnTo>
                  <a:lnTo>
                    <a:pt x="2300624" y="369195"/>
                  </a:lnTo>
                  <a:lnTo>
                    <a:pt x="2300642" y="369194"/>
                  </a:lnTo>
                  <a:lnTo>
                    <a:pt x="2300655" y="369188"/>
                  </a:lnTo>
                  <a:lnTo>
                    <a:pt x="2300667" y="369179"/>
                  </a:lnTo>
                  <a:lnTo>
                    <a:pt x="2300671" y="369164"/>
                  </a:lnTo>
                  <a:lnTo>
                    <a:pt x="2300673" y="369133"/>
                  </a:lnTo>
                  <a:lnTo>
                    <a:pt x="2300673" y="369113"/>
                  </a:lnTo>
                  <a:lnTo>
                    <a:pt x="2300675" y="369098"/>
                  </a:lnTo>
                  <a:lnTo>
                    <a:pt x="2300686" y="369083"/>
                  </a:lnTo>
                  <a:lnTo>
                    <a:pt x="2300714" y="369054"/>
                  </a:lnTo>
                  <a:lnTo>
                    <a:pt x="2300724" y="369034"/>
                  </a:lnTo>
                  <a:lnTo>
                    <a:pt x="2300725" y="369018"/>
                  </a:lnTo>
                  <a:lnTo>
                    <a:pt x="2300716" y="368984"/>
                  </a:lnTo>
                  <a:lnTo>
                    <a:pt x="2300708" y="368951"/>
                  </a:lnTo>
                  <a:lnTo>
                    <a:pt x="2300714" y="368936"/>
                  </a:lnTo>
                  <a:lnTo>
                    <a:pt x="2300726" y="368926"/>
                  </a:lnTo>
                  <a:lnTo>
                    <a:pt x="2300749" y="368914"/>
                  </a:lnTo>
                  <a:lnTo>
                    <a:pt x="2300777" y="368902"/>
                  </a:lnTo>
                  <a:lnTo>
                    <a:pt x="2300803" y="368878"/>
                  </a:lnTo>
                  <a:lnTo>
                    <a:pt x="2300843" y="368837"/>
                  </a:lnTo>
                  <a:lnTo>
                    <a:pt x="2300879" y="368808"/>
                  </a:lnTo>
                  <a:lnTo>
                    <a:pt x="2300912" y="368794"/>
                  </a:lnTo>
                  <a:lnTo>
                    <a:pt x="2300951" y="368786"/>
                  </a:lnTo>
                  <a:lnTo>
                    <a:pt x="2301011" y="368781"/>
                  </a:lnTo>
                  <a:lnTo>
                    <a:pt x="2301046" y="368782"/>
                  </a:lnTo>
                  <a:lnTo>
                    <a:pt x="2301076" y="368786"/>
                  </a:lnTo>
                  <a:lnTo>
                    <a:pt x="2301095" y="368793"/>
                  </a:lnTo>
                  <a:lnTo>
                    <a:pt x="2301138" y="368802"/>
                  </a:lnTo>
                  <a:lnTo>
                    <a:pt x="2301151" y="368809"/>
                  </a:lnTo>
                  <a:lnTo>
                    <a:pt x="2301165" y="368826"/>
                  </a:lnTo>
                  <a:lnTo>
                    <a:pt x="2301166" y="368848"/>
                  </a:lnTo>
                  <a:lnTo>
                    <a:pt x="2301167" y="368879"/>
                  </a:lnTo>
                  <a:lnTo>
                    <a:pt x="2301164" y="368901"/>
                  </a:lnTo>
                  <a:lnTo>
                    <a:pt x="2301158" y="368916"/>
                  </a:lnTo>
                  <a:lnTo>
                    <a:pt x="2301132" y="368935"/>
                  </a:lnTo>
                  <a:lnTo>
                    <a:pt x="2301078" y="368974"/>
                  </a:lnTo>
                  <a:lnTo>
                    <a:pt x="2301042" y="368974"/>
                  </a:lnTo>
                  <a:lnTo>
                    <a:pt x="2300999" y="368972"/>
                  </a:lnTo>
                  <a:lnTo>
                    <a:pt x="2300959" y="368971"/>
                  </a:lnTo>
                  <a:lnTo>
                    <a:pt x="2300920" y="368971"/>
                  </a:lnTo>
                  <a:lnTo>
                    <a:pt x="2300887" y="368972"/>
                  </a:lnTo>
                  <a:lnTo>
                    <a:pt x="2300872" y="368977"/>
                  </a:lnTo>
                  <a:lnTo>
                    <a:pt x="2300863" y="368988"/>
                  </a:lnTo>
                  <a:lnTo>
                    <a:pt x="2300869" y="369029"/>
                  </a:lnTo>
                  <a:lnTo>
                    <a:pt x="2300882" y="369075"/>
                  </a:lnTo>
                  <a:lnTo>
                    <a:pt x="2300899" y="369126"/>
                  </a:lnTo>
                  <a:lnTo>
                    <a:pt x="2300910" y="369151"/>
                  </a:lnTo>
                  <a:lnTo>
                    <a:pt x="2300919" y="369165"/>
                  </a:lnTo>
                  <a:lnTo>
                    <a:pt x="2300930" y="369177"/>
                  </a:lnTo>
                  <a:lnTo>
                    <a:pt x="2300954" y="369174"/>
                  </a:lnTo>
                  <a:lnTo>
                    <a:pt x="2300973" y="369170"/>
                  </a:lnTo>
                  <a:lnTo>
                    <a:pt x="2300985" y="369167"/>
                  </a:lnTo>
                  <a:lnTo>
                    <a:pt x="2301004" y="369165"/>
                  </a:lnTo>
                  <a:lnTo>
                    <a:pt x="2301020" y="369164"/>
                  </a:lnTo>
                  <a:lnTo>
                    <a:pt x="2301034" y="369165"/>
                  </a:lnTo>
                  <a:lnTo>
                    <a:pt x="2301043" y="369166"/>
                  </a:lnTo>
                  <a:lnTo>
                    <a:pt x="2301059" y="369173"/>
                  </a:lnTo>
                  <a:lnTo>
                    <a:pt x="2301070" y="369177"/>
                  </a:lnTo>
                  <a:lnTo>
                    <a:pt x="2301074" y="369193"/>
                  </a:lnTo>
                  <a:lnTo>
                    <a:pt x="2301071" y="369209"/>
                  </a:lnTo>
                  <a:lnTo>
                    <a:pt x="2301051" y="369222"/>
                  </a:lnTo>
                  <a:lnTo>
                    <a:pt x="2300998" y="369255"/>
                  </a:lnTo>
                  <a:lnTo>
                    <a:pt x="2300980" y="369274"/>
                  </a:lnTo>
                  <a:lnTo>
                    <a:pt x="2300968" y="369299"/>
                  </a:lnTo>
                  <a:lnTo>
                    <a:pt x="2300963" y="369332"/>
                  </a:lnTo>
                  <a:lnTo>
                    <a:pt x="2300969" y="369375"/>
                  </a:lnTo>
                  <a:lnTo>
                    <a:pt x="2300985" y="369399"/>
                  </a:lnTo>
                  <a:lnTo>
                    <a:pt x="2300996" y="369418"/>
                  </a:lnTo>
                  <a:lnTo>
                    <a:pt x="2301034" y="369457"/>
                  </a:lnTo>
                  <a:lnTo>
                    <a:pt x="2301056" y="369470"/>
                  </a:lnTo>
                  <a:lnTo>
                    <a:pt x="2301072" y="369490"/>
                  </a:lnTo>
                  <a:lnTo>
                    <a:pt x="2301072" y="369506"/>
                  </a:lnTo>
                  <a:lnTo>
                    <a:pt x="2300968" y="369568"/>
                  </a:lnTo>
                  <a:lnTo>
                    <a:pt x="2300903" y="369607"/>
                  </a:lnTo>
                  <a:lnTo>
                    <a:pt x="2300856" y="369643"/>
                  </a:lnTo>
                  <a:lnTo>
                    <a:pt x="2300827" y="369657"/>
                  </a:lnTo>
                  <a:lnTo>
                    <a:pt x="2300805" y="369662"/>
                  </a:lnTo>
                  <a:lnTo>
                    <a:pt x="2300778" y="369662"/>
                  </a:lnTo>
                  <a:lnTo>
                    <a:pt x="2300738" y="369659"/>
                  </a:lnTo>
                  <a:lnTo>
                    <a:pt x="2300722" y="369656"/>
                  </a:lnTo>
                  <a:lnTo>
                    <a:pt x="2300704" y="369646"/>
                  </a:lnTo>
                  <a:lnTo>
                    <a:pt x="2300685" y="369629"/>
                  </a:lnTo>
                  <a:lnTo>
                    <a:pt x="2300664" y="369601"/>
                  </a:lnTo>
                  <a:lnTo>
                    <a:pt x="2300656" y="369581"/>
                  </a:lnTo>
                  <a:lnTo>
                    <a:pt x="2300656" y="369569"/>
                  </a:lnTo>
                  <a:lnTo>
                    <a:pt x="2300665" y="369558"/>
                  </a:lnTo>
                  <a:lnTo>
                    <a:pt x="2300688" y="369545"/>
                  </a:lnTo>
                  <a:lnTo>
                    <a:pt x="2300732" y="369518"/>
                  </a:lnTo>
                  <a:lnTo>
                    <a:pt x="2300775" y="369486"/>
                  </a:lnTo>
                  <a:lnTo>
                    <a:pt x="2300793" y="369466"/>
                  </a:lnTo>
                  <a:lnTo>
                    <a:pt x="2300801" y="369452"/>
                  </a:lnTo>
                  <a:lnTo>
                    <a:pt x="2300801" y="369433"/>
                  </a:lnTo>
                  <a:lnTo>
                    <a:pt x="2300795" y="369400"/>
                  </a:lnTo>
                  <a:lnTo>
                    <a:pt x="2300786" y="369381"/>
                  </a:lnTo>
                  <a:lnTo>
                    <a:pt x="2300776" y="369367"/>
                  </a:lnTo>
                  <a:lnTo>
                    <a:pt x="2300766" y="369359"/>
                  </a:lnTo>
                  <a:lnTo>
                    <a:pt x="2300755" y="369352"/>
                  </a:lnTo>
                  <a:lnTo>
                    <a:pt x="2300736" y="369352"/>
                  </a:lnTo>
                  <a:lnTo>
                    <a:pt x="2300694" y="369350"/>
                  </a:lnTo>
                  <a:lnTo>
                    <a:pt x="2300672" y="369350"/>
                  </a:lnTo>
                  <a:lnTo>
                    <a:pt x="2300653" y="369354"/>
                  </a:lnTo>
                  <a:lnTo>
                    <a:pt x="2300636" y="369368"/>
                  </a:lnTo>
                  <a:lnTo>
                    <a:pt x="2300620" y="369396"/>
                  </a:lnTo>
                  <a:lnTo>
                    <a:pt x="2300593" y="369450"/>
                  </a:lnTo>
                  <a:lnTo>
                    <a:pt x="2300581" y="369485"/>
                  </a:lnTo>
                  <a:lnTo>
                    <a:pt x="2300566" y="369522"/>
                  </a:lnTo>
                  <a:lnTo>
                    <a:pt x="2300548" y="369538"/>
                  </a:lnTo>
                  <a:lnTo>
                    <a:pt x="2300522" y="369547"/>
                  </a:lnTo>
                  <a:lnTo>
                    <a:pt x="2300496" y="369552"/>
                  </a:lnTo>
                  <a:lnTo>
                    <a:pt x="2300465" y="369557"/>
                  </a:lnTo>
                  <a:lnTo>
                    <a:pt x="2300422" y="369569"/>
                  </a:lnTo>
                  <a:lnTo>
                    <a:pt x="2300387" y="369577"/>
                  </a:lnTo>
                  <a:lnTo>
                    <a:pt x="2300373" y="369577"/>
                  </a:lnTo>
                  <a:lnTo>
                    <a:pt x="2300362" y="369577"/>
                  </a:lnTo>
                  <a:lnTo>
                    <a:pt x="2300356" y="369574"/>
                  </a:lnTo>
                  <a:lnTo>
                    <a:pt x="2300349" y="369571"/>
                  </a:lnTo>
                  <a:lnTo>
                    <a:pt x="2300345" y="369525"/>
                  </a:lnTo>
                  <a:lnTo>
                    <a:pt x="2300346" y="369506"/>
                  </a:lnTo>
                  <a:lnTo>
                    <a:pt x="2300344" y="369490"/>
                  </a:lnTo>
                  <a:lnTo>
                    <a:pt x="2300342" y="369481"/>
                  </a:lnTo>
                  <a:lnTo>
                    <a:pt x="2300330" y="369474"/>
                  </a:lnTo>
                  <a:lnTo>
                    <a:pt x="2300320" y="369469"/>
                  </a:lnTo>
                  <a:lnTo>
                    <a:pt x="2300304" y="369470"/>
                  </a:lnTo>
                  <a:lnTo>
                    <a:pt x="2300177" y="369519"/>
                  </a:lnTo>
                  <a:lnTo>
                    <a:pt x="2300149" y="369533"/>
                  </a:lnTo>
                  <a:lnTo>
                    <a:pt x="2300146" y="369562"/>
                  </a:lnTo>
                  <a:lnTo>
                    <a:pt x="2300153" y="369586"/>
                  </a:lnTo>
                  <a:lnTo>
                    <a:pt x="2300170" y="369615"/>
                  </a:lnTo>
                  <a:lnTo>
                    <a:pt x="2300170" y="369643"/>
                  </a:lnTo>
                  <a:lnTo>
                    <a:pt x="2300154" y="369668"/>
                  </a:lnTo>
                  <a:lnTo>
                    <a:pt x="2300124" y="369698"/>
                  </a:lnTo>
                  <a:lnTo>
                    <a:pt x="2300107" y="369710"/>
                  </a:lnTo>
                  <a:lnTo>
                    <a:pt x="2300078" y="369705"/>
                  </a:lnTo>
                  <a:lnTo>
                    <a:pt x="2300040" y="369687"/>
                  </a:lnTo>
                  <a:lnTo>
                    <a:pt x="2300003" y="369668"/>
                  </a:lnTo>
                  <a:lnTo>
                    <a:pt x="2299953" y="369644"/>
                  </a:lnTo>
                  <a:lnTo>
                    <a:pt x="2299904" y="369628"/>
                  </a:lnTo>
                  <a:lnTo>
                    <a:pt x="2299862" y="369620"/>
                  </a:lnTo>
                  <a:lnTo>
                    <a:pt x="2299832" y="369624"/>
                  </a:lnTo>
                  <a:lnTo>
                    <a:pt x="2299813" y="369637"/>
                  </a:lnTo>
                  <a:lnTo>
                    <a:pt x="2299795" y="369654"/>
                  </a:lnTo>
                  <a:lnTo>
                    <a:pt x="2299778" y="369676"/>
                  </a:lnTo>
                  <a:lnTo>
                    <a:pt x="2299753" y="369717"/>
                  </a:lnTo>
                  <a:lnTo>
                    <a:pt x="2299734" y="369749"/>
                  </a:lnTo>
                  <a:lnTo>
                    <a:pt x="2299725" y="369772"/>
                  </a:lnTo>
                  <a:lnTo>
                    <a:pt x="2299718" y="369788"/>
                  </a:lnTo>
                  <a:lnTo>
                    <a:pt x="2299670" y="369925"/>
                  </a:lnTo>
                  <a:lnTo>
                    <a:pt x="2299664" y="369939"/>
                  </a:lnTo>
                  <a:lnTo>
                    <a:pt x="2299675" y="369946"/>
                  </a:lnTo>
                  <a:lnTo>
                    <a:pt x="2299693" y="369955"/>
                  </a:lnTo>
                  <a:lnTo>
                    <a:pt x="2299723" y="369971"/>
                  </a:lnTo>
                  <a:lnTo>
                    <a:pt x="2299761" y="369984"/>
                  </a:lnTo>
                  <a:lnTo>
                    <a:pt x="2299790" y="369997"/>
                  </a:lnTo>
                  <a:lnTo>
                    <a:pt x="2299805" y="370010"/>
                  </a:lnTo>
                  <a:lnTo>
                    <a:pt x="2299811" y="370025"/>
                  </a:lnTo>
                  <a:lnTo>
                    <a:pt x="2299816" y="370054"/>
                  </a:lnTo>
                  <a:lnTo>
                    <a:pt x="2299817" y="370084"/>
                  </a:lnTo>
                  <a:lnTo>
                    <a:pt x="2299805" y="370099"/>
                  </a:lnTo>
                  <a:lnTo>
                    <a:pt x="2299790" y="370108"/>
                  </a:lnTo>
                  <a:lnTo>
                    <a:pt x="2299756" y="370113"/>
                  </a:lnTo>
                  <a:lnTo>
                    <a:pt x="2299727" y="370110"/>
                  </a:lnTo>
                  <a:lnTo>
                    <a:pt x="2299709" y="370104"/>
                  </a:lnTo>
                  <a:lnTo>
                    <a:pt x="2299686" y="370088"/>
                  </a:lnTo>
                  <a:lnTo>
                    <a:pt x="2299652" y="370067"/>
                  </a:lnTo>
                  <a:lnTo>
                    <a:pt x="2299634" y="370056"/>
                  </a:lnTo>
                  <a:lnTo>
                    <a:pt x="2299607" y="370050"/>
                  </a:lnTo>
                  <a:lnTo>
                    <a:pt x="2299569" y="370049"/>
                  </a:lnTo>
                  <a:lnTo>
                    <a:pt x="2299543" y="370055"/>
                  </a:lnTo>
                  <a:lnTo>
                    <a:pt x="2299534" y="370059"/>
                  </a:lnTo>
                  <a:lnTo>
                    <a:pt x="2299523" y="370069"/>
                  </a:lnTo>
                  <a:lnTo>
                    <a:pt x="2299525" y="370078"/>
                  </a:lnTo>
                  <a:lnTo>
                    <a:pt x="2299529" y="370085"/>
                  </a:lnTo>
                  <a:lnTo>
                    <a:pt x="2299538" y="370092"/>
                  </a:lnTo>
                  <a:lnTo>
                    <a:pt x="2299514" y="370217"/>
                  </a:lnTo>
                  <a:lnTo>
                    <a:pt x="2299514" y="370223"/>
                  </a:lnTo>
                  <a:lnTo>
                    <a:pt x="2299516" y="370236"/>
                  </a:lnTo>
                  <a:lnTo>
                    <a:pt x="2299523" y="370245"/>
                  </a:lnTo>
                  <a:lnTo>
                    <a:pt x="2299537" y="370259"/>
                  </a:lnTo>
                  <a:lnTo>
                    <a:pt x="2299553" y="370271"/>
                  </a:lnTo>
                  <a:lnTo>
                    <a:pt x="2299570" y="370289"/>
                  </a:lnTo>
                  <a:lnTo>
                    <a:pt x="2299589" y="370340"/>
                  </a:lnTo>
                  <a:lnTo>
                    <a:pt x="2299600" y="370368"/>
                  </a:lnTo>
                  <a:lnTo>
                    <a:pt x="2299616" y="370390"/>
                  </a:lnTo>
                  <a:lnTo>
                    <a:pt x="2299626" y="370406"/>
                  </a:lnTo>
                  <a:lnTo>
                    <a:pt x="2299639" y="370431"/>
                  </a:lnTo>
                  <a:lnTo>
                    <a:pt x="2299647" y="370459"/>
                  </a:lnTo>
                  <a:lnTo>
                    <a:pt x="2299649" y="370485"/>
                  </a:lnTo>
                  <a:lnTo>
                    <a:pt x="2299637" y="370504"/>
                  </a:lnTo>
                  <a:lnTo>
                    <a:pt x="2299614" y="370521"/>
                  </a:lnTo>
                  <a:lnTo>
                    <a:pt x="2299594" y="370527"/>
                  </a:lnTo>
                  <a:lnTo>
                    <a:pt x="2299579" y="370532"/>
                  </a:lnTo>
                  <a:lnTo>
                    <a:pt x="2299567" y="370525"/>
                  </a:lnTo>
                  <a:lnTo>
                    <a:pt x="2299558" y="370510"/>
                  </a:lnTo>
                  <a:lnTo>
                    <a:pt x="2299551" y="370479"/>
                  </a:lnTo>
                  <a:lnTo>
                    <a:pt x="2299543" y="370444"/>
                  </a:lnTo>
                  <a:lnTo>
                    <a:pt x="2299531" y="370431"/>
                  </a:lnTo>
                  <a:lnTo>
                    <a:pt x="2299509" y="370432"/>
                  </a:lnTo>
                  <a:lnTo>
                    <a:pt x="2299484" y="370445"/>
                  </a:lnTo>
                  <a:lnTo>
                    <a:pt x="2299453" y="370454"/>
                  </a:lnTo>
                  <a:lnTo>
                    <a:pt x="2299422" y="370457"/>
                  </a:lnTo>
                  <a:lnTo>
                    <a:pt x="2299385" y="370445"/>
                  </a:lnTo>
                  <a:lnTo>
                    <a:pt x="2299348" y="370436"/>
                  </a:lnTo>
                  <a:lnTo>
                    <a:pt x="2299329" y="370439"/>
                  </a:lnTo>
                  <a:lnTo>
                    <a:pt x="2299312" y="370443"/>
                  </a:lnTo>
                  <a:lnTo>
                    <a:pt x="2299308" y="370451"/>
                  </a:lnTo>
                  <a:lnTo>
                    <a:pt x="2299142" y="370565"/>
                  </a:lnTo>
                  <a:lnTo>
                    <a:pt x="2299097" y="370578"/>
                  </a:lnTo>
                  <a:lnTo>
                    <a:pt x="2299050" y="370611"/>
                  </a:lnTo>
                  <a:lnTo>
                    <a:pt x="2299032" y="370630"/>
                  </a:lnTo>
                  <a:lnTo>
                    <a:pt x="2299013" y="370660"/>
                  </a:lnTo>
                  <a:lnTo>
                    <a:pt x="2299011" y="370675"/>
                  </a:lnTo>
                  <a:lnTo>
                    <a:pt x="2299023" y="370687"/>
                  </a:lnTo>
                  <a:lnTo>
                    <a:pt x="2299054" y="370706"/>
                  </a:lnTo>
                  <a:lnTo>
                    <a:pt x="2299100" y="370725"/>
                  </a:lnTo>
                  <a:lnTo>
                    <a:pt x="2299150" y="370750"/>
                  </a:lnTo>
                  <a:lnTo>
                    <a:pt x="2299182" y="370778"/>
                  </a:lnTo>
                  <a:lnTo>
                    <a:pt x="2299189" y="370798"/>
                  </a:lnTo>
                  <a:lnTo>
                    <a:pt x="2299188" y="370806"/>
                  </a:lnTo>
                  <a:lnTo>
                    <a:pt x="2299188" y="370817"/>
                  </a:lnTo>
                  <a:lnTo>
                    <a:pt x="2299172" y="370827"/>
                  </a:lnTo>
                  <a:lnTo>
                    <a:pt x="2299162" y="370829"/>
                  </a:lnTo>
                  <a:lnTo>
                    <a:pt x="2299139" y="370832"/>
                  </a:lnTo>
                  <a:lnTo>
                    <a:pt x="2299113" y="370833"/>
                  </a:lnTo>
                  <a:lnTo>
                    <a:pt x="2299095" y="370841"/>
                  </a:lnTo>
                  <a:lnTo>
                    <a:pt x="2298974" y="370834"/>
                  </a:lnTo>
                  <a:lnTo>
                    <a:pt x="2298966" y="370819"/>
                  </a:lnTo>
                  <a:lnTo>
                    <a:pt x="2298939" y="370799"/>
                  </a:lnTo>
                  <a:lnTo>
                    <a:pt x="2298904" y="370765"/>
                  </a:lnTo>
                  <a:lnTo>
                    <a:pt x="2298857" y="370729"/>
                  </a:lnTo>
                  <a:lnTo>
                    <a:pt x="2298821" y="370698"/>
                  </a:lnTo>
                  <a:lnTo>
                    <a:pt x="2298805" y="370693"/>
                  </a:lnTo>
                  <a:lnTo>
                    <a:pt x="2298792" y="370688"/>
                  </a:lnTo>
                  <a:lnTo>
                    <a:pt x="2298780" y="370690"/>
                  </a:lnTo>
                  <a:lnTo>
                    <a:pt x="2298752" y="370709"/>
                  </a:lnTo>
                  <a:lnTo>
                    <a:pt x="2298739" y="370725"/>
                  </a:lnTo>
                  <a:lnTo>
                    <a:pt x="2298729" y="370743"/>
                  </a:lnTo>
                  <a:lnTo>
                    <a:pt x="2298734" y="370780"/>
                  </a:lnTo>
                  <a:lnTo>
                    <a:pt x="2298739" y="370792"/>
                  </a:lnTo>
                  <a:lnTo>
                    <a:pt x="2298749" y="370805"/>
                  </a:lnTo>
                  <a:lnTo>
                    <a:pt x="2298757" y="370816"/>
                  </a:lnTo>
                  <a:lnTo>
                    <a:pt x="2298757" y="370831"/>
                  </a:lnTo>
                  <a:lnTo>
                    <a:pt x="2298747" y="370851"/>
                  </a:lnTo>
                  <a:lnTo>
                    <a:pt x="2298707" y="370865"/>
                  </a:lnTo>
                  <a:lnTo>
                    <a:pt x="2298673" y="370879"/>
                  </a:lnTo>
                  <a:lnTo>
                    <a:pt x="2298630" y="370892"/>
                  </a:lnTo>
                  <a:lnTo>
                    <a:pt x="2298597" y="370898"/>
                  </a:lnTo>
                  <a:lnTo>
                    <a:pt x="2298579" y="370899"/>
                  </a:lnTo>
                  <a:lnTo>
                    <a:pt x="2298553" y="370892"/>
                  </a:lnTo>
                  <a:lnTo>
                    <a:pt x="2298509" y="370875"/>
                  </a:lnTo>
                  <a:lnTo>
                    <a:pt x="2298476" y="370865"/>
                  </a:lnTo>
                  <a:lnTo>
                    <a:pt x="2298403" y="370862"/>
                  </a:lnTo>
                  <a:lnTo>
                    <a:pt x="2298365" y="370867"/>
                  </a:lnTo>
                  <a:lnTo>
                    <a:pt x="2298322" y="370884"/>
                  </a:lnTo>
                  <a:lnTo>
                    <a:pt x="2298281" y="370904"/>
                  </a:lnTo>
                  <a:lnTo>
                    <a:pt x="2298276" y="370912"/>
                  </a:lnTo>
                  <a:lnTo>
                    <a:pt x="2298106" y="371201"/>
                  </a:lnTo>
                  <a:lnTo>
                    <a:pt x="2298083" y="371236"/>
                  </a:lnTo>
                  <a:lnTo>
                    <a:pt x="2298083" y="371260"/>
                  </a:lnTo>
                  <a:lnTo>
                    <a:pt x="2298092" y="371267"/>
                  </a:lnTo>
                  <a:lnTo>
                    <a:pt x="2298156" y="371267"/>
                  </a:lnTo>
                  <a:lnTo>
                    <a:pt x="2298182" y="371262"/>
                  </a:lnTo>
                  <a:lnTo>
                    <a:pt x="2298295" y="371265"/>
                  </a:lnTo>
                  <a:lnTo>
                    <a:pt x="2298328" y="371268"/>
                  </a:lnTo>
                  <a:lnTo>
                    <a:pt x="2298348" y="371276"/>
                  </a:lnTo>
                  <a:lnTo>
                    <a:pt x="2298361" y="371283"/>
                  </a:lnTo>
                  <a:lnTo>
                    <a:pt x="2298371" y="371317"/>
                  </a:lnTo>
                  <a:lnTo>
                    <a:pt x="2298375" y="371349"/>
                  </a:lnTo>
                  <a:lnTo>
                    <a:pt x="2298360" y="371361"/>
                  </a:lnTo>
                  <a:lnTo>
                    <a:pt x="2298303" y="371360"/>
                  </a:lnTo>
                  <a:lnTo>
                    <a:pt x="2298273" y="371356"/>
                  </a:lnTo>
                  <a:lnTo>
                    <a:pt x="2298221" y="371350"/>
                  </a:lnTo>
                  <a:lnTo>
                    <a:pt x="2298177" y="371348"/>
                  </a:lnTo>
                  <a:lnTo>
                    <a:pt x="2298089" y="371350"/>
                  </a:lnTo>
                  <a:lnTo>
                    <a:pt x="2298034" y="371355"/>
                  </a:lnTo>
                  <a:lnTo>
                    <a:pt x="2297986" y="371359"/>
                  </a:lnTo>
                  <a:lnTo>
                    <a:pt x="2297972" y="371370"/>
                  </a:lnTo>
                  <a:lnTo>
                    <a:pt x="2297948" y="371400"/>
                  </a:lnTo>
                  <a:lnTo>
                    <a:pt x="2297939" y="371475"/>
                  </a:lnTo>
                  <a:lnTo>
                    <a:pt x="2297931" y="371490"/>
                  </a:lnTo>
                  <a:lnTo>
                    <a:pt x="2297930" y="371509"/>
                  </a:lnTo>
                  <a:lnTo>
                    <a:pt x="2297936" y="371530"/>
                  </a:lnTo>
                  <a:lnTo>
                    <a:pt x="2297948" y="371584"/>
                  </a:lnTo>
                  <a:lnTo>
                    <a:pt x="2297949" y="371606"/>
                  </a:lnTo>
                  <a:lnTo>
                    <a:pt x="2297942" y="371625"/>
                  </a:lnTo>
                  <a:lnTo>
                    <a:pt x="2297909" y="371630"/>
                  </a:lnTo>
                  <a:lnTo>
                    <a:pt x="2297865" y="371609"/>
                  </a:lnTo>
                  <a:lnTo>
                    <a:pt x="2297819" y="371581"/>
                  </a:lnTo>
                  <a:lnTo>
                    <a:pt x="2297754" y="371547"/>
                  </a:lnTo>
                  <a:lnTo>
                    <a:pt x="2297711" y="371530"/>
                  </a:lnTo>
                  <a:lnTo>
                    <a:pt x="2297683" y="371524"/>
                  </a:lnTo>
                  <a:lnTo>
                    <a:pt x="2297658" y="371534"/>
                  </a:lnTo>
                  <a:lnTo>
                    <a:pt x="2297577" y="371577"/>
                  </a:lnTo>
                  <a:lnTo>
                    <a:pt x="2297503" y="371631"/>
                  </a:lnTo>
                  <a:lnTo>
                    <a:pt x="2297291" y="371908"/>
                  </a:lnTo>
                  <a:lnTo>
                    <a:pt x="2297274" y="371915"/>
                  </a:lnTo>
                  <a:lnTo>
                    <a:pt x="2297260" y="371925"/>
                  </a:lnTo>
                  <a:lnTo>
                    <a:pt x="2297229" y="371956"/>
                  </a:lnTo>
                  <a:lnTo>
                    <a:pt x="2297211" y="371981"/>
                  </a:lnTo>
                  <a:lnTo>
                    <a:pt x="2297200" y="372007"/>
                  </a:lnTo>
                  <a:lnTo>
                    <a:pt x="2297194" y="372030"/>
                  </a:lnTo>
                  <a:lnTo>
                    <a:pt x="2297197" y="372059"/>
                  </a:lnTo>
                  <a:lnTo>
                    <a:pt x="2297211" y="372075"/>
                  </a:lnTo>
                  <a:lnTo>
                    <a:pt x="2297243" y="372069"/>
                  </a:lnTo>
                  <a:lnTo>
                    <a:pt x="2297349" y="372046"/>
                  </a:lnTo>
                  <a:lnTo>
                    <a:pt x="2297378" y="372042"/>
                  </a:lnTo>
                  <a:lnTo>
                    <a:pt x="2297396" y="372040"/>
                  </a:lnTo>
                  <a:lnTo>
                    <a:pt x="2297413" y="372041"/>
                  </a:lnTo>
                  <a:lnTo>
                    <a:pt x="2297424" y="372044"/>
                  </a:lnTo>
                  <a:lnTo>
                    <a:pt x="2297437" y="372054"/>
                  </a:lnTo>
                  <a:lnTo>
                    <a:pt x="2297439" y="372074"/>
                  </a:lnTo>
                  <a:lnTo>
                    <a:pt x="2297432" y="372093"/>
                  </a:lnTo>
                  <a:lnTo>
                    <a:pt x="2297416" y="372151"/>
                  </a:lnTo>
                  <a:lnTo>
                    <a:pt x="2297412" y="372188"/>
                  </a:lnTo>
                  <a:lnTo>
                    <a:pt x="2297420" y="372208"/>
                  </a:lnTo>
                  <a:lnTo>
                    <a:pt x="2297425" y="372218"/>
                  </a:lnTo>
                  <a:lnTo>
                    <a:pt x="2297433" y="372230"/>
                  </a:lnTo>
                  <a:lnTo>
                    <a:pt x="2297441" y="372243"/>
                  </a:lnTo>
                  <a:lnTo>
                    <a:pt x="2297446" y="372261"/>
                  </a:lnTo>
                  <a:lnTo>
                    <a:pt x="2297442" y="372281"/>
                  </a:lnTo>
                  <a:lnTo>
                    <a:pt x="2297420" y="372308"/>
                  </a:lnTo>
                  <a:lnTo>
                    <a:pt x="2297394" y="372327"/>
                  </a:lnTo>
                  <a:lnTo>
                    <a:pt x="2297370" y="372330"/>
                  </a:lnTo>
                  <a:lnTo>
                    <a:pt x="2297327" y="372320"/>
                  </a:lnTo>
                  <a:lnTo>
                    <a:pt x="2297301" y="372318"/>
                  </a:lnTo>
                  <a:lnTo>
                    <a:pt x="2297277" y="372318"/>
                  </a:lnTo>
                  <a:lnTo>
                    <a:pt x="2297248" y="372322"/>
                  </a:lnTo>
                  <a:lnTo>
                    <a:pt x="2297216" y="372336"/>
                  </a:lnTo>
                  <a:lnTo>
                    <a:pt x="2297184" y="372354"/>
                  </a:lnTo>
                  <a:lnTo>
                    <a:pt x="2297163" y="372377"/>
                  </a:lnTo>
                  <a:lnTo>
                    <a:pt x="2297149" y="372403"/>
                  </a:lnTo>
                  <a:lnTo>
                    <a:pt x="2297148" y="372425"/>
                  </a:lnTo>
                  <a:lnTo>
                    <a:pt x="2297148" y="372441"/>
                  </a:lnTo>
                  <a:lnTo>
                    <a:pt x="2297156" y="372450"/>
                  </a:lnTo>
                  <a:lnTo>
                    <a:pt x="2297163" y="372455"/>
                  </a:lnTo>
                  <a:lnTo>
                    <a:pt x="2297302" y="372448"/>
                  </a:lnTo>
                  <a:lnTo>
                    <a:pt x="2297319" y="372455"/>
                  </a:lnTo>
                  <a:lnTo>
                    <a:pt x="2297362" y="372494"/>
                  </a:lnTo>
                  <a:lnTo>
                    <a:pt x="2297390" y="372524"/>
                  </a:lnTo>
                  <a:lnTo>
                    <a:pt x="2297392" y="372532"/>
                  </a:lnTo>
                  <a:lnTo>
                    <a:pt x="2297390" y="372545"/>
                  </a:lnTo>
                  <a:lnTo>
                    <a:pt x="2297364" y="372550"/>
                  </a:lnTo>
                  <a:lnTo>
                    <a:pt x="2297323" y="372561"/>
                  </a:lnTo>
                  <a:lnTo>
                    <a:pt x="2297272" y="372569"/>
                  </a:lnTo>
                  <a:lnTo>
                    <a:pt x="2297231" y="372576"/>
                  </a:lnTo>
                  <a:lnTo>
                    <a:pt x="2297191" y="372580"/>
                  </a:lnTo>
                  <a:lnTo>
                    <a:pt x="2297180" y="372587"/>
                  </a:lnTo>
                  <a:lnTo>
                    <a:pt x="2297168" y="372612"/>
                  </a:lnTo>
                  <a:lnTo>
                    <a:pt x="2297139" y="372650"/>
                  </a:lnTo>
                  <a:lnTo>
                    <a:pt x="2297123" y="372688"/>
                  </a:lnTo>
                  <a:lnTo>
                    <a:pt x="2297106" y="372719"/>
                  </a:lnTo>
                  <a:lnTo>
                    <a:pt x="2297095" y="372731"/>
                  </a:lnTo>
                  <a:lnTo>
                    <a:pt x="2297090" y="372736"/>
                  </a:lnTo>
                  <a:lnTo>
                    <a:pt x="2297076" y="372729"/>
                  </a:lnTo>
                  <a:lnTo>
                    <a:pt x="2297061" y="372718"/>
                  </a:lnTo>
                  <a:lnTo>
                    <a:pt x="2297038" y="372688"/>
                  </a:lnTo>
                  <a:lnTo>
                    <a:pt x="2297020" y="372660"/>
                  </a:lnTo>
                  <a:lnTo>
                    <a:pt x="2296991" y="372631"/>
                  </a:lnTo>
                  <a:lnTo>
                    <a:pt x="2296967" y="372626"/>
                  </a:lnTo>
                  <a:lnTo>
                    <a:pt x="2296949" y="372629"/>
                  </a:lnTo>
                  <a:lnTo>
                    <a:pt x="2296644" y="372746"/>
                  </a:lnTo>
                  <a:lnTo>
                    <a:pt x="2296600" y="372770"/>
                  </a:lnTo>
                  <a:lnTo>
                    <a:pt x="2296563" y="372793"/>
                  </a:lnTo>
                  <a:lnTo>
                    <a:pt x="2296547" y="372804"/>
                  </a:lnTo>
                  <a:lnTo>
                    <a:pt x="2296545" y="372825"/>
                  </a:lnTo>
                  <a:lnTo>
                    <a:pt x="2296547" y="372876"/>
                  </a:lnTo>
                  <a:lnTo>
                    <a:pt x="2296546" y="372899"/>
                  </a:lnTo>
                  <a:lnTo>
                    <a:pt x="2296537" y="372920"/>
                  </a:lnTo>
                  <a:lnTo>
                    <a:pt x="2296510" y="372949"/>
                  </a:lnTo>
                  <a:lnTo>
                    <a:pt x="2296475" y="372963"/>
                  </a:lnTo>
                  <a:lnTo>
                    <a:pt x="2296447" y="372972"/>
                  </a:lnTo>
                  <a:lnTo>
                    <a:pt x="2296407" y="372975"/>
                  </a:lnTo>
                  <a:lnTo>
                    <a:pt x="2296369" y="372976"/>
                  </a:lnTo>
                  <a:lnTo>
                    <a:pt x="2296349" y="372974"/>
                  </a:lnTo>
                  <a:lnTo>
                    <a:pt x="2296311" y="372974"/>
                  </a:lnTo>
                  <a:lnTo>
                    <a:pt x="2296274" y="372974"/>
                  </a:lnTo>
                  <a:lnTo>
                    <a:pt x="2296232" y="372973"/>
                  </a:lnTo>
                  <a:lnTo>
                    <a:pt x="2296188" y="372970"/>
                  </a:lnTo>
                  <a:lnTo>
                    <a:pt x="2296134" y="372970"/>
                  </a:lnTo>
                  <a:lnTo>
                    <a:pt x="2295934" y="373040"/>
                  </a:lnTo>
                  <a:lnTo>
                    <a:pt x="2295922" y="373045"/>
                  </a:lnTo>
                  <a:lnTo>
                    <a:pt x="2295911" y="373073"/>
                  </a:lnTo>
                  <a:lnTo>
                    <a:pt x="2295908" y="373102"/>
                  </a:lnTo>
                  <a:lnTo>
                    <a:pt x="2295904" y="373125"/>
                  </a:lnTo>
                  <a:lnTo>
                    <a:pt x="2295889" y="373152"/>
                  </a:lnTo>
                  <a:lnTo>
                    <a:pt x="2295870" y="373180"/>
                  </a:lnTo>
                  <a:lnTo>
                    <a:pt x="2295837" y="373209"/>
                  </a:lnTo>
                  <a:lnTo>
                    <a:pt x="2295797" y="373231"/>
                  </a:lnTo>
                  <a:lnTo>
                    <a:pt x="2295751" y="373258"/>
                  </a:lnTo>
                  <a:lnTo>
                    <a:pt x="2295714" y="373274"/>
                  </a:lnTo>
                  <a:lnTo>
                    <a:pt x="2295681" y="373282"/>
                  </a:lnTo>
                  <a:lnTo>
                    <a:pt x="2295650" y="373283"/>
                  </a:lnTo>
                  <a:lnTo>
                    <a:pt x="2295624" y="373272"/>
                  </a:lnTo>
                  <a:lnTo>
                    <a:pt x="2295597" y="373258"/>
                  </a:lnTo>
                  <a:lnTo>
                    <a:pt x="2295559" y="373230"/>
                  </a:lnTo>
                  <a:lnTo>
                    <a:pt x="2295538" y="373200"/>
                  </a:lnTo>
                  <a:lnTo>
                    <a:pt x="2295524" y="373179"/>
                  </a:lnTo>
                  <a:lnTo>
                    <a:pt x="2295503" y="373179"/>
                  </a:lnTo>
                  <a:lnTo>
                    <a:pt x="2295475" y="373193"/>
                  </a:lnTo>
                  <a:lnTo>
                    <a:pt x="2295449" y="373203"/>
                  </a:lnTo>
                  <a:lnTo>
                    <a:pt x="2295417" y="373209"/>
                  </a:lnTo>
                  <a:lnTo>
                    <a:pt x="2295362" y="373214"/>
                  </a:lnTo>
                  <a:lnTo>
                    <a:pt x="2295326" y="373209"/>
                  </a:lnTo>
                  <a:lnTo>
                    <a:pt x="2295256" y="373204"/>
                  </a:lnTo>
                  <a:lnTo>
                    <a:pt x="2295228" y="373205"/>
                  </a:lnTo>
                  <a:lnTo>
                    <a:pt x="2295215" y="373218"/>
                  </a:lnTo>
                  <a:lnTo>
                    <a:pt x="2295057" y="373412"/>
                  </a:lnTo>
                  <a:lnTo>
                    <a:pt x="2295044" y="373413"/>
                  </a:lnTo>
                  <a:lnTo>
                    <a:pt x="2295008" y="373428"/>
                  </a:lnTo>
                  <a:lnTo>
                    <a:pt x="2294965" y="373451"/>
                  </a:lnTo>
                  <a:lnTo>
                    <a:pt x="2294928" y="373481"/>
                  </a:lnTo>
                  <a:lnTo>
                    <a:pt x="2294906" y="373510"/>
                  </a:lnTo>
                  <a:lnTo>
                    <a:pt x="2294898" y="373526"/>
                  </a:lnTo>
                  <a:lnTo>
                    <a:pt x="2294900" y="373545"/>
                  </a:lnTo>
                  <a:lnTo>
                    <a:pt x="2294916" y="373563"/>
                  </a:lnTo>
                  <a:lnTo>
                    <a:pt x="2294942" y="373594"/>
                  </a:lnTo>
                  <a:lnTo>
                    <a:pt x="2294971" y="373620"/>
                  </a:lnTo>
                  <a:lnTo>
                    <a:pt x="2294999" y="373635"/>
                  </a:lnTo>
                  <a:lnTo>
                    <a:pt x="2295030" y="373711"/>
                  </a:lnTo>
                  <a:lnTo>
                    <a:pt x="2294931" y="373987"/>
                  </a:lnTo>
                  <a:lnTo>
                    <a:pt x="2294927" y="374010"/>
                  </a:lnTo>
                  <a:lnTo>
                    <a:pt x="2294918" y="374042"/>
                  </a:lnTo>
                  <a:lnTo>
                    <a:pt x="2294894" y="374072"/>
                  </a:lnTo>
                  <a:lnTo>
                    <a:pt x="2294851" y="374104"/>
                  </a:lnTo>
                  <a:lnTo>
                    <a:pt x="2294820" y="374111"/>
                  </a:lnTo>
                  <a:lnTo>
                    <a:pt x="2294618" y="374113"/>
                  </a:lnTo>
                  <a:lnTo>
                    <a:pt x="2294596" y="374104"/>
                  </a:lnTo>
                  <a:lnTo>
                    <a:pt x="2294561" y="374084"/>
                  </a:lnTo>
                  <a:lnTo>
                    <a:pt x="2294524" y="374048"/>
                  </a:lnTo>
                  <a:lnTo>
                    <a:pt x="2294505" y="374031"/>
                  </a:lnTo>
                  <a:lnTo>
                    <a:pt x="2294498" y="373969"/>
                  </a:lnTo>
                  <a:lnTo>
                    <a:pt x="2294499" y="373907"/>
                  </a:lnTo>
                  <a:lnTo>
                    <a:pt x="2294497" y="373861"/>
                  </a:lnTo>
                  <a:lnTo>
                    <a:pt x="2294495" y="373835"/>
                  </a:lnTo>
                  <a:lnTo>
                    <a:pt x="2294486" y="373784"/>
                  </a:lnTo>
                  <a:lnTo>
                    <a:pt x="2294479" y="373741"/>
                  </a:lnTo>
                  <a:lnTo>
                    <a:pt x="2294469" y="373730"/>
                  </a:lnTo>
                  <a:lnTo>
                    <a:pt x="2294447" y="373726"/>
                  </a:lnTo>
                  <a:lnTo>
                    <a:pt x="2294435" y="373729"/>
                  </a:lnTo>
                  <a:lnTo>
                    <a:pt x="2294419" y="373741"/>
                  </a:lnTo>
                  <a:lnTo>
                    <a:pt x="2294385" y="373771"/>
                  </a:lnTo>
                  <a:lnTo>
                    <a:pt x="2294352" y="373797"/>
                  </a:lnTo>
                  <a:lnTo>
                    <a:pt x="2294323" y="373815"/>
                  </a:lnTo>
                  <a:lnTo>
                    <a:pt x="2294290" y="373828"/>
                  </a:lnTo>
                  <a:lnTo>
                    <a:pt x="2294260" y="373834"/>
                  </a:lnTo>
                  <a:lnTo>
                    <a:pt x="2294223" y="373836"/>
                  </a:lnTo>
                  <a:lnTo>
                    <a:pt x="2294176" y="373839"/>
                  </a:lnTo>
                  <a:lnTo>
                    <a:pt x="2294160" y="373844"/>
                  </a:lnTo>
                  <a:lnTo>
                    <a:pt x="2294137" y="373868"/>
                  </a:lnTo>
                  <a:lnTo>
                    <a:pt x="2294121" y="373898"/>
                  </a:lnTo>
                  <a:lnTo>
                    <a:pt x="2294101" y="373917"/>
                  </a:lnTo>
                  <a:lnTo>
                    <a:pt x="2294078" y="373935"/>
                  </a:lnTo>
                  <a:lnTo>
                    <a:pt x="2294036" y="373959"/>
                  </a:lnTo>
                  <a:lnTo>
                    <a:pt x="2294017" y="373980"/>
                  </a:lnTo>
                  <a:lnTo>
                    <a:pt x="2293997" y="374003"/>
                  </a:lnTo>
                  <a:lnTo>
                    <a:pt x="2293968" y="374026"/>
                  </a:lnTo>
                  <a:lnTo>
                    <a:pt x="2293939" y="374048"/>
                  </a:lnTo>
                  <a:lnTo>
                    <a:pt x="2293924" y="374066"/>
                  </a:lnTo>
                  <a:lnTo>
                    <a:pt x="2293915" y="374090"/>
                  </a:lnTo>
                  <a:lnTo>
                    <a:pt x="2293915" y="374121"/>
                  </a:lnTo>
                  <a:lnTo>
                    <a:pt x="2294149" y="374166"/>
                  </a:lnTo>
                  <a:lnTo>
                    <a:pt x="2294161" y="374169"/>
                  </a:lnTo>
                  <a:lnTo>
                    <a:pt x="2294168" y="374180"/>
                  </a:lnTo>
                  <a:lnTo>
                    <a:pt x="2294164" y="374200"/>
                  </a:lnTo>
                  <a:lnTo>
                    <a:pt x="2294162" y="374231"/>
                  </a:lnTo>
                  <a:lnTo>
                    <a:pt x="2294160" y="374266"/>
                  </a:lnTo>
                  <a:lnTo>
                    <a:pt x="2294144" y="374295"/>
                  </a:lnTo>
                  <a:lnTo>
                    <a:pt x="2294118" y="374315"/>
                  </a:lnTo>
                  <a:lnTo>
                    <a:pt x="2294064" y="374331"/>
                  </a:lnTo>
                  <a:lnTo>
                    <a:pt x="2294023" y="374336"/>
                  </a:lnTo>
                  <a:lnTo>
                    <a:pt x="2293985" y="374335"/>
                  </a:lnTo>
                  <a:lnTo>
                    <a:pt x="2293954" y="374325"/>
                  </a:lnTo>
                  <a:lnTo>
                    <a:pt x="2293899" y="374301"/>
                  </a:lnTo>
                  <a:lnTo>
                    <a:pt x="2293865" y="374283"/>
                  </a:lnTo>
                  <a:lnTo>
                    <a:pt x="2293814" y="374256"/>
                  </a:lnTo>
                  <a:lnTo>
                    <a:pt x="2293775" y="374222"/>
                  </a:lnTo>
                  <a:lnTo>
                    <a:pt x="2293756" y="374207"/>
                  </a:lnTo>
                  <a:lnTo>
                    <a:pt x="2293726" y="374192"/>
                  </a:lnTo>
                  <a:lnTo>
                    <a:pt x="2293693" y="374180"/>
                  </a:lnTo>
                  <a:lnTo>
                    <a:pt x="2293636" y="374166"/>
                  </a:lnTo>
                  <a:lnTo>
                    <a:pt x="2293600" y="374159"/>
                  </a:lnTo>
                  <a:lnTo>
                    <a:pt x="2293563" y="374141"/>
                  </a:lnTo>
                  <a:lnTo>
                    <a:pt x="2293530" y="374091"/>
                  </a:lnTo>
                  <a:lnTo>
                    <a:pt x="2293526" y="374056"/>
                  </a:lnTo>
                  <a:lnTo>
                    <a:pt x="2293529" y="374029"/>
                  </a:lnTo>
                  <a:lnTo>
                    <a:pt x="2293603" y="373897"/>
                  </a:lnTo>
                  <a:lnTo>
                    <a:pt x="2293573" y="373772"/>
                  </a:lnTo>
                  <a:lnTo>
                    <a:pt x="2293569" y="373752"/>
                  </a:lnTo>
                  <a:lnTo>
                    <a:pt x="2293564" y="373718"/>
                  </a:lnTo>
                  <a:lnTo>
                    <a:pt x="2293554" y="373684"/>
                  </a:lnTo>
                  <a:lnTo>
                    <a:pt x="2293543" y="373663"/>
                  </a:lnTo>
                  <a:lnTo>
                    <a:pt x="2293533" y="373650"/>
                  </a:lnTo>
                  <a:lnTo>
                    <a:pt x="2293527" y="373648"/>
                  </a:lnTo>
                  <a:lnTo>
                    <a:pt x="2293338" y="373666"/>
                  </a:lnTo>
                  <a:lnTo>
                    <a:pt x="2293322" y="373668"/>
                  </a:lnTo>
                  <a:lnTo>
                    <a:pt x="2293285" y="373686"/>
                  </a:lnTo>
                  <a:lnTo>
                    <a:pt x="2293262" y="373690"/>
                  </a:lnTo>
                  <a:lnTo>
                    <a:pt x="2293246" y="373691"/>
                  </a:lnTo>
                  <a:lnTo>
                    <a:pt x="2293193" y="373698"/>
                  </a:lnTo>
                  <a:lnTo>
                    <a:pt x="2293158" y="373708"/>
                  </a:lnTo>
                  <a:lnTo>
                    <a:pt x="2293110" y="373709"/>
                  </a:lnTo>
                  <a:lnTo>
                    <a:pt x="2293076" y="373705"/>
                  </a:lnTo>
                  <a:lnTo>
                    <a:pt x="2293029" y="373693"/>
                  </a:lnTo>
                  <a:lnTo>
                    <a:pt x="2292997" y="373686"/>
                  </a:lnTo>
                  <a:lnTo>
                    <a:pt x="2292959" y="373674"/>
                  </a:lnTo>
                  <a:lnTo>
                    <a:pt x="2292917" y="373662"/>
                  </a:lnTo>
                  <a:lnTo>
                    <a:pt x="2292724" y="373638"/>
                  </a:lnTo>
                  <a:lnTo>
                    <a:pt x="2292669" y="373667"/>
                  </a:lnTo>
                  <a:lnTo>
                    <a:pt x="2292588" y="373696"/>
                  </a:lnTo>
                  <a:lnTo>
                    <a:pt x="2292532" y="373707"/>
                  </a:lnTo>
                  <a:lnTo>
                    <a:pt x="2292490" y="373710"/>
                  </a:lnTo>
                  <a:lnTo>
                    <a:pt x="2292450" y="373709"/>
                  </a:lnTo>
                  <a:lnTo>
                    <a:pt x="2292436" y="373702"/>
                  </a:lnTo>
                  <a:lnTo>
                    <a:pt x="2292443" y="373686"/>
                  </a:lnTo>
                  <a:lnTo>
                    <a:pt x="2292464" y="373675"/>
                  </a:lnTo>
                  <a:lnTo>
                    <a:pt x="2292491" y="373663"/>
                  </a:lnTo>
                  <a:lnTo>
                    <a:pt x="2292502" y="373652"/>
                  </a:lnTo>
                  <a:lnTo>
                    <a:pt x="2292505" y="373646"/>
                  </a:lnTo>
                  <a:lnTo>
                    <a:pt x="2292503" y="373639"/>
                  </a:lnTo>
                  <a:lnTo>
                    <a:pt x="2292527" y="373514"/>
                  </a:lnTo>
                  <a:lnTo>
                    <a:pt x="2292526" y="373498"/>
                  </a:lnTo>
                  <a:lnTo>
                    <a:pt x="2292525" y="373482"/>
                  </a:lnTo>
                  <a:lnTo>
                    <a:pt x="2292513" y="373465"/>
                  </a:lnTo>
                  <a:lnTo>
                    <a:pt x="2292489" y="373444"/>
                  </a:lnTo>
                  <a:lnTo>
                    <a:pt x="2292472" y="373446"/>
                  </a:lnTo>
                  <a:lnTo>
                    <a:pt x="2292437" y="373471"/>
                  </a:lnTo>
                  <a:lnTo>
                    <a:pt x="2292400" y="373521"/>
                  </a:lnTo>
                  <a:lnTo>
                    <a:pt x="2292371" y="373559"/>
                  </a:lnTo>
                  <a:lnTo>
                    <a:pt x="2292347" y="373571"/>
                  </a:lnTo>
                  <a:lnTo>
                    <a:pt x="2292331" y="373572"/>
                  </a:lnTo>
                  <a:lnTo>
                    <a:pt x="2292307" y="373568"/>
                  </a:lnTo>
                  <a:lnTo>
                    <a:pt x="2292095" y="373476"/>
                  </a:lnTo>
                  <a:lnTo>
                    <a:pt x="2292082" y="373465"/>
                  </a:lnTo>
                  <a:lnTo>
                    <a:pt x="2292082" y="373433"/>
                  </a:lnTo>
                  <a:lnTo>
                    <a:pt x="2292088" y="373382"/>
                  </a:lnTo>
                  <a:lnTo>
                    <a:pt x="2292095" y="373354"/>
                  </a:lnTo>
                  <a:lnTo>
                    <a:pt x="2292087" y="373347"/>
                  </a:lnTo>
                  <a:lnTo>
                    <a:pt x="2292055" y="373335"/>
                  </a:lnTo>
                  <a:lnTo>
                    <a:pt x="2292030" y="373321"/>
                  </a:lnTo>
                  <a:lnTo>
                    <a:pt x="2291982" y="373312"/>
                  </a:lnTo>
                  <a:lnTo>
                    <a:pt x="2291816" y="373280"/>
                  </a:lnTo>
                  <a:lnTo>
                    <a:pt x="2291753" y="373273"/>
                  </a:lnTo>
                  <a:lnTo>
                    <a:pt x="2291699" y="373262"/>
                  </a:lnTo>
                  <a:lnTo>
                    <a:pt x="2291657" y="373258"/>
                  </a:lnTo>
                  <a:lnTo>
                    <a:pt x="2291557" y="373250"/>
                  </a:lnTo>
                  <a:lnTo>
                    <a:pt x="2291512" y="373250"/>
                  </a:lnTo>
                  <a:lnTo>
                    <a:pt x="2291465" y="373248"/>
                  </a:lnTo>
                  <a:lnTo>
                    <a:pt x="2291433" y="373236"/>
                  </a:lnTo>
                  <a:lnTo>
                    <a:pt x="2291422" y="373205"/>
                  </a:lnTo>
                  <a:lnTo>
                    <a:pt x="2291421" y="373192"/>
                  </a:lnTo>
                  <a:lnTo>
                    <a:pt x="2291434" y="373177"/>
                  </a:lnTo>
                  <a:lnTo>
                    <a:pt x="2291461" y="373157"/>
                  </a:lnTo>
                  <a:lnTo>
                    <a:pt x="2291511" y="373130"/>
                  </a:lnTo>
                  <a:lnTo>
                    <a:pt x="2291540" y="373113"/>
                  </a:lnTo>
                  <a:lnTo>
                    <a:pt x="2291555" y="373100"/>
                  </a:lnTo>
                  <a:lnTo>
                    <a:pt x="2291557" y="373091"/>
                  </a:lnTo>
                  <a:lnTo>
                    <a:pt x="2291551" y="373076"/>
                  </a:lnTo>
                  <a:lnTo>
                    <a:pt x="2291522" y="373062"/>
                  </a:lnTo>
                  <a:lnTo>
                    <a:pt x="2291466" y="373052"/>
                  </a:lnTo>
                  <a:lnTo>
                    <a:pt x="2291378" y="373032"/>
                  </a:lnTo>
                  <a:lnTo>
                    <a:pt x="2291293" y="373011"/>
                  </a:lnTo>
                  <a:lnTo>
                    <a:pt x="2291246" y="373002"/>
                  </a:lnTo>
                  <a:lnTo>
                    <a:pt x="2291213" y="372993"/>
                  </a:lnTo>
                  <a:lnTo>
                    <a:pt x="2291176" y="372992"/>
                  </a:lnTo>
                  <a:lnTo>
                    <a:pt x="2291121" y="372995"/>
                  </a:lnTo>
                  <a:lnTo>
                    <a:pt x="2291089" y="372988"/>
                  </a:lnTo>
                  <a:lnTo>
                    <a:pt x="2291071" y="372975"/>
                  </a:lnTo>
                  <a:lnTo>
                    <a:pt x="2291061" y="372964"/>
                  </a:lnTo>
                  <a:lnTo>
                    <a:pt x="2291060" y="372946"/>
                  </a:lnTo>
                  <a:lnTo>
                    <a:pt x="2291061" y="372930"/>
                  </a:lnTo>
                  <a:lnTo>
                    <a:pt x="2291072" y="372924"/>
                  </a:lnTo>
                  <a:lnTo>
                    <a:pt x="2291083" y="372916"/>
                  </a:lnTo>
                  <a:lnTo>
                    <a:pt x="2291104" y="372911"/>
                  </a:lnTo>
                  <a:lnTo>
                    <a:pt x="2291139" y="372907"/>
                  </a:lnTo>
                  <a:lnTo>
                    <a:pt x="2291191" y="372904"/>
                  </a:lnTo>
                  <a:lnTo>
                    <a:pt x="2291214" y="372905"/>
                  </a:lnTo>
                  <a:lnTo>
                    <a:pt x="2291239" y="372914"/>
                  </a:lnTo>
                  <a:lnTo>
                    <a:pt x="2291269" y="372925"/>
                  </a:lnTo>
                  <a:lnTo>
                    <a:pt x="2291296" y="372936"/>
                  </a:lnTo>
                  <a:lnTo>
                    <a:pt x="2291312" y="372935"/>
                  </a:lnTo>
                  <a:lnTo>
                    <a:pt x="2291326" y="372930"/>
                  </a:lnTo>
                  <a:lnTo>
                    <a:pt x="2291343" y="372919"/>
                  </a:lnTo>
                  <a:lnTo>
                    <a:pt x="2291348" y="372899"/>
                  </a:lnTo>
                  <a:lnTo>
                    <a:pt x="2291346" y="372882"/>
                  </a:lnTo>
                  <a:lnTo>
                    <a:pt x="2291329" y="372867"/>
                  </a:lnTo>
                  <a:lnTo>
                    <a:pt x="2291303" y="372856"/>
                  </a:lnTo>
                  <a:lnTo>
                    <a:pt x="2291255" y="372852"/>
                  </a:lnTo>
                  <a:lnTo>
                    <a:pt x="2291173" y="372848"/>
                  </a:lnTo>
                  <a:lnTo>
                    <a:pt x="2291098" y="372848"/>
                  </a:lnTo>
                  <a:lnTo>
                    <a:pt x="2291074" y="372844"/>
                  </a:lnTo>
                  <a:lnTo>
                    <a:pt x="2291066" y="372829"/>
                  </a:lnTo>
                  <a:lnTo>
                    <a:pt x="2291070" y="372802"/>
                  </a:lnTo>
                  <a:lnTo>
                    <a:pt x="2291066" y="372783"/>
                  </a:lnTo>
                  <a:lnTo>
                    <a:pt x="2291040" y="372770"/>
                  </a:lnTo>
                  <a:lnTo>
                    <a:pt x="2290888" y="372660"/>
                  </a:lnTo>
                  <a:lnTo>
                    <a:pt x="2290869" y="372643"/>
                  </a:lnTo>
                  <a:lnTo>
                    <a:pt x="2290845" y="372628"/>
                  </a:lnTo>
                  <a:lnTo>
                    <a:pt x="2290791" y="372589"/>
                  </a:lnTo>
                  <a:lnTo>
                    <a:pt x="2290758" y="372570"/>
                  </a:lnTo>
                  <a:lnTo>
                    <a:pt x="2290735" y="372549"/>
                  </a:lnTo>
                  <a:lnTo>
                    <a:pt x="2290711" y="372512"/>
                  </a:lnTo>
                  <a:lnTo>
                    <a:pt x="2290698" y="372488"/>
                  </a:lnTo>
                  <a:lnTo>
                    <a:pt x="2290683" y="372428"/>
                  </a:lnTo>
                  <a:lnTo>
                    <a:pt x="2290679" y="372384"/>
                  </a:lnTo>
                  <a:lnTo>
                    <a:pt x="2290671" y="372356"/>
                  </a:lnTo>
                  <a:lnTo>
                    <a:pt x="2290658" y="372340"/>
                  </a:lnTo>
                  <a:lnTo>
                    <a:pt x="2290641" y="372335"/>
                  </a:lnTo>
                  <a:lnTo>
                    <a:pt x="2290627" y="372334"/>
                  </a:lnTo>
                  <a:lnTo>
                    <a:pt x="2290604" y="372337"/>
                  </a:lnTo>
                  <a:lnTo>
                    <a:pt x="2290583" y="372346"/>
                  </a:lnTo>
                  <a:lnTo>
                    <a:pt x="2290555" y="372352"/>
                  </a:lnTo>
                  <a:lnTo>
                    <a:pt x="2290534" y="372358"/>
                  </a:lnTo>
                  <a:lnTo>
                    <a:pt x="2290488" y="372369"/>
                  </a:lnTo>
                  <a:lnTo>
                    <a:pt x="2290471" y="372375"/>
                  </a:lnTo>
                  <a:lnTo>
                    <a:pt x="2290464" y="372388"/>
                  </a:lnTo>
                  <a:lnTo>
                    <a:pt x="2290465" y="372399"/>
                  </a:lnTo>
                  <a:lnTo>
                    <a:pt x="2290475" y="372408"/>
                  </a:lnTo>
                  <a:lnTo>
                    <a:pt x="2290490" y="372417"/>
                  </a:lnTo>
                  <a:lnTo>
                    <a:pt x="2290510" y="372427"/>
                  </a:lnTo>
                  <a:lnTo>
                    <a:pt x="2290524" y="372444"/>
                  </a:lnTo>
                  <a:lnTo>
                    <a:pt x="2290527" y="372466"/>
                  </a:lnTo>
                  <a:lnTo>
                    <a:pt x="2290517" y="372478"/>
                  </a:lnTo>
                  <a:lnTo>
                    <a:pt x="2290506" y="372487"/>
                  </a:lnTo>
                  <a:lnTo>
                    <a:pt x="2290485" y="372488"/>
                  </a:lnTo>
                  <a:lnTo>
                    <a:pt x="2290438" y="372487"/>
                  </a:lnTo>
                  <a:lnTo>
                    <a:pt x="2290405" y="372480"/>
                  </a:lnTo>
                  <a:lnTo>
                    <a:pt x="2290377" y="372471"/>
                  </a:lnTo>
                  <a:lnTo>
                    <a:pt x="2290348" y="372467"/>
                  </a:lnTo>
                  <a:lnTo>
                    <a:pt x="2290323" y="372462"/>
                  </a:lnTo>
                  <a:lnTo>
                    <a:pt x="2290104" y="372429"/>
                  </a:lnTo>
                  <a:lnTo>
                    <a:pt x="2257500" y="363984"/>
                  </a:lnTo>
                  <a:lnTo>
                    <a:pt x="2257483" y="363987"/>
                  </a:lnTo>
                  <a:lnTo>
                    <a:pt x="2257469" y="363987"/>
                  </a:lnTo>
                  <a:lnTo>
                    <a:pt x="2257445" y="363983"/>
                  </a:lnTo>
                  <a:lnTo>
                    <a:pt x="2257382" y="363969"/>
                  </a:lnTo>
                  <a:lnTo>
                    <a:pt x="2257366" y="363966"/>
                  </a:lnTo>
                  <a:lnTo>
                    <a:pt x="2257361" y="363962"/>
                  </a:lnTo>
                  <a:lnTo>
                    <a:pt x="2257355" y="363960"/>
                  </a:lnTo>
                  <a:lnTo>
                    <a:pt x="2257222" y="363800"/>
                  </a:lnTo>
                  <a:lnTo>
                    <a:pt x="2256999" y="363480"/>
                  </a:lnTo>
                  <a:lnTo>
                    <a:pt x="2256839" y="363219"/>
                  </a:lnTo>
                  <a:lnTo>
                    <a:pt x="2256666" y="363068"/>
                  </a:lnTo>
                  <a:lnTo>
                    <a:pt x="2256423" y="362969"/>
                  </a:lnTo>
                  <a:lnTo>
                    <a:pt x="2256044" y="362875"/>
                  </a:lnTo>
                  <a:lnTo>
                    <a:pt x="2255686" y="362823"/>
                  </a:lnTo>
                  <a:lnTo>
                    <a:pt x="2255314" y="362800"/>
                  </a:lnTo>
                  <a:lnTo>
                    <a:pt x="2254894" y="362727"/>
                  </a:lnTo>
                  <a:lnTo>
                    <a:pt x="2254695" y="362607"/>
                  </a:lnTo>
                  <a:lnTo>
                    <a:pt x="2254555" y="362458"/>
                  </a:lnTo>
                  <a:lnTo>
                    <a:pt x="2254401" y="362151"/>
                  </a:lnTo>
                  <a:lnTo>
                    <a:pt x="2254286" y="361537"/>
                  </a:lnTo>
                  <a:lnTo>
                    <a:pt x="2254142" y="360783"/>
                  </a:lnTo>
                  <a:lnTo>
                    <a:pt x="2254041" y="360296"/>
                  </a:lnTo>
                  <a:lnTo>
                    <a:pt x="2254003" y="360280"/>
                  </a:lnTo>
                  <a:lnTo>
                    <a:pt x="2252869" y="360072"/>
                  </a:lnTo>
                  <a:lnTo>
                    <a:pt x="2252595" y="360041"/>
                  </a:lnTo>
                  <a:lnTo>
                    <a:pt x="2252406" y="360034"/>
                  </a:lnTo>
                  <a:lnTo>
                    <a:pt x="2252232" y="360066"/>
                  </a:lnTo>
                  <a:lnTo>
                    <a:pt x="2252189" y="360086"/>
                  </a:lnTo>
                  <a:lnTo>
                    <a:pt x="2252157" y="360145"/>
                  </a:lnTo>
                  <a:lnTo>
                    <a:pt x="2252079" y="360553"/>
                  </a:lnTo>
                  <a:lnTo>
                    <a:pt x="2252051" y="360603"/>
                  </a:lnTo>
                  <a:lnTo>
                    <a:pt x="2251819" y="360703"/>
                  </a:lnTo>
                  <a:lnTo>
                    <a:pt x="2251313" y="361070"/>
                  </a:lnTo>
                  <a:lnTo>
                    <a:pt x="2250861" y="361177"/>
                  </a:lnTo>
                  <a:lnTo>
                    <a:pt x="2250581" y="361213"/>
                  </a:lnTo>
                  <a:lnTo>
                    <a:pt x="2250530" y="361264"/>
                  </a:lnTo>
                  <a:lnTo>
                    <a:pt x="2250519" y="361355"/>
                  </a:lnTo>
                  <a:lnTo>
                    <a:pt x="2250542" y="361458"/>
                  </a:lnTo>
                  <a:lnTo>
                    <a:pt x="2250571" y="361585"/>
                  </a:lnTo>
                  <a:lnTo>
                    <a:pt x="2250597" y="361839"/>
                  </a:lnTo>
                  <a:lnTo>
                    <a:pt x="2250596" y="361967"/>
                  </a:lnTo>
                  <a:lnTo>
                    <a:pt x="2250540" y="362078"/>
                  </a:lnTo>
                  <a:lnTo>
                    <a:pt x="2250386" y="362266"/>
                  </a:lnTo>
                  <a:lnTo>
                    <a:pt x="2249642" y="363113"/>
                  </a:lnTo>
                  <a:lnTo>
                    <a:pt x="2249570" y="363182"/>
                  </a:lnTo>
                  <a:lnTo>
                    <a:pt x="2249386" y="363396"/>
                  </a:lnTo>
                  <a:lnTo>
                    <a:pt x="2249092" y="363817"/>
                  </a:lnTo>
                  <a:lnTo>
                    <a:pt x="2249047" y="363901"/>
                  </a:lnTo>
                  <a:lnTo>
                    <a:pt x="2248873" y="364358"/>
                  </a:lnTo>
                  <a:lnTo>
                    <a:pt x="2248829" y="364621"/>
                  </a:lnTo>
                  <a:lnTo>
                    <a:pt x="2248818" y="365009"/>
                  </a:lnTo>
                  <a:lnTo>
                    <a:pt x="2248852" y="365280"/>
                  </a:lnTo>
                  <a:lnTo>
                    <a:pt x="2248930" y="365497"/>
                  </a:lnTo>
                  <a:lnTo>
                    <a:pt x="2248957" y="365545"/>
                  </a:lnTo>
                  <a:lnTo>
                    <a:pt x="2248987" y="365628"/>
                  </a:lnTo>
                  <a:lnTo>
                    <a:pt x="2248986" y="365655"/>
                  </a:lnTo>
                  <a:lnTo>
                    <a:pt x="2248968" y="365680"/>
                  </a:lnTo>
                  <a:lnTo>
                    <a:pt x="2248918" y="365702"/>
                  </a:lnTo>
                  <a:lnTo>
                    <a:pt x="2248860" y="365702"/>
                  </a:lnTo>
                  <a:lnTo>
                    <a:pt x="2248752" y="365702"/>
                  </a:lnTo>
                  <a:lnTo>
                    <a:pt x="2248283" y="365647"/>
                  </a:lnTo>
                  <a:lnTo>
                    <a:pt x="2247966" y="365560"/>
                  </a:lnTo>
                  <a:lnTo>
                    <a:pt x="2247664" y="365470"/>
                  </a:lnTo>
                  <a:lnTo>
                    <a:pt x="2247287" y="365300"/>
                  </a:lnTo>
                  <a:lnTo>
                    <a:pt x="2246793" y="365111"/>
                  </a:lnTo>
                  <a:lnTo>
                    <a:pt x="2246459" y="365060"/>
                  </a:lnTo>
                  <a:lnTo>
                    <a:pt x="2246437" y="365062"/>
                  </a:lnTo>
                  <a:lnTo>
                    <a:pt x="2246058" y="365167"/>
                  </a:lnTo>
                  <a:lnTo>
                    <a:pt x="2245818" y="365327"/>
                  </a:lnTo>
                  <a:lnTo>
                    <a:pt x="2245597" y="365477"/>
                  </a:lnTo>
                  <a:lnTo>
                    <a:pt x="2245484" y="365517"/>
                  </a:lnTo>
                  <a:lnTo>
                    <a:pt x="2245094" y="365555"/>
                  </a:lnTo>
                  <a:lnTo>
                    <a:pt x="2244902" y="365573"/>
                  </a:lnTo>
                  <a:lnTo>
                    <a:pt x="2244820" y="365589"/>
                  </a:lnTo>
                  <a:lnTo>
                    <a:pt x="2244740" y="365630"/>
                  </a:lnTo>
                  <a:lnTo>
                    <a:pt x="2244627" y="365739"/>
                  </a:lnTo>
                  <a:lnTo>
                    <a:pt x="2244148" y="366540"/>
                  </a:lnTo>
                  <a:lnTo>
                    <a:pt x="2243858" y="367159"/>
                  </a:lnTo>
                  <a:lnTo>
                    <a:pt x="2243542" y="367944"/>
                  </a:lnTo>
                  <a:lnTo>
                    <a:pt x="2243522" y="368078"/>
                  </a:lnTo>
                  <a:lnTo>
                    <a:pt x="2243539" y="368178"/>
                  </a:lnTo>
                  <a:lnTo>
                    <a:pt x="2243586" y="368257"/>
                  </a:lnTo>
                  <a:lnTo>
                    <a:pt x="2243695" y="368289"/>
                  </a:lnTo>
                  <a:lnTo>
                    <a:pt x="2244218" y="368388"/>
                  </a:lnTo>
                  <a:lnTo>
                    <a:pt x="2244983" y="368500"/>
                  </a:lnTo>
                  <a:lnTo>
                    <a:pt x="2245017" y="368509"/>
                  </a:lnTo>
                  <a:lnTo>
                    <a:pt x="2245042" y="368541"/>
                  </a:lnTo>
                  <a:lnTo>
                    <a:pt x="2245050" y="368571"/>
                  </a:lnTo>
                  <a:lnTo>
                    <a:pt x="2245033" y="368658"/>
                  </a:lnTo>
                  <a:lnTo>
                    <a:pt x="2244944" y="368957"/>
                  </a:lnTo>
                  <a:lnTo>
                    <a:pt x="2244940" y="369019"/>
                  </a:lnTo>
                  <a:lnTo>
                    <a:pt x="2244959" y="369125"/>
                  </a:lnTo>
                  <a:lnTo>
                    <a:pt x="2245015" y="369407"/>
                  </a:lnTo>
                  <a:lnTo>
                    <a:pt x="2245020" y="369490"/>
                  </a:lnTo>
                  <a:lnTo>
                    <a:pt x="2245000" y="369796"/>
                  </a:lnTo>
                  <a:lnTo>
                    <a:pt x="2244956" y="369899"/>
                  </a:lnTo>
                  <a:lnTo>
                    <a:pt x="2244871" y="369980"/>
                  </a:lnTo>
                  <a:lnTo>
                    <a:pt x="2244515" y="370249"/>
                  </a:lnTo>
                  <a:lnTo>
                    <a:pt x="2244176" y="370492"/>
                  </a:lnTo>
                  <a:lnTo>
                    <a:pt x="2243055" y="371285"/>
                  </a:lnTo>
                  <a:lnTo>
                    <a:pt x="2242606" y="371816"/>
                  </a:lnTo>
                  <a:lnTo>
                    <a:pt x="2242120" y="372238"/>
                  </a:lnTo>
                  <a:lnTo>
                    <a:pt x="2241795" y="372459"/>
                  </a:lnTo>
                  <a:lnTo>
                    <a:pt x="2240805" y="372970"/>
                  </a:lnTo>
                  <a:lnTo>
                    <a:pt x="2240397" y="373069"/>
                  </a:lnTo>
                  <a:lnTo>
                    <a:pt x="2240367" y="373072"/>
                  </a:lnTo>
                  <a:lnTo>
                    <a:pt x="2240323" y="373107"/>
                  </a:lnTo>
                  <a:lnTo>
                    <a:pt x="2240290" y="373172"/>
                  </a:lnTo>
                  <a:lnTo>
                    <a:pt x="2240185" y="373435"/>
                  </a:lnTo>
                  <a:lnTo>
                    <a:pt x="2240048" y="373665"/>
                  </a:lnTo>
                  <a:lnTo>
                    <a:pt x="2239738" y="373980"/>
                  </a:lnTo>
                  <a:lnTo>
                    <a:pt x="2239705" y="374014"/>
                  </a:lnTo>
                  <a:lnTo>
                    <a:pt x="2239500" y="374198"/>
                  </a:lnTo>
                  <a:lnTo>
                    <a:pt x="2239310" y="374284"/>
                  </a:lnTo>
                  <a:lnTo>
                    <a:pt x="2238742" y="374390"/>
                  </a:lnTo>
                  <a:lnTo>
                    <a:pt x="2238550" y="374417"/>
                  </a:lnTo>
                  <a:lnTo>
                    <a:pt x="2238407" y="374454"/>
                  </a:lnTo>
                  <a:lnTo>
                    <a:pt x="2238242" y="374585"/>
                  </a:lnTo>
                  <a:lnTo>
                    <a:pt x="2237987" y="374848"/>
                  </a:lnTo>
                  <a:lnTo>
                    <a:pt x="2237818" y="374942"/>
                  </a:lnTo>
                  <a:lnTo>
                    <a:pt x="2237690" y="374972"/>
                  </a:lnTo>
                  <a:lnTo>
                    <a:pt x="2237453" y="374950"/>
                  </a:lnTo>
                  <a:lnTo>
                    <a:pt x="2237416" y="374955"/>
                  </a:lnTo>
                  <a:lnTo>
                    <a:pt x="2237303" y="374991"/>
                  </a:lnTo>
                  <a:lnTo>
                    <a:pt x="2237171" y="375099"/>
                  </a:lnTo>
                  <a:lnTo>
                    <a:pt x="2237141" y="375136"/>
                  </a:lnTo>
                  <a:lnTo>
                    <a:pt x="2237109" y="375230"/>
                  </a:lnTo>
                  <a:lnTo>
                    <a:pt x="2237098" y="375511"/>
                  </a:lnTo>
                  <a:lnTo>
                    <a:pt x="2237139" y="375649"/>
                  </a:lnTo>
                  <a:lnTo>
                    <a:pt x="2237273" y="375764"/>
                  </a:lnTo>
                  <a:lnTo>
                    <a:pt x="2237392" y="375847"/>
                  </a:lnTo>
                  <a:lnTo>
                    <a:pt x="2237610" y="375964"/>
                  </a:lnTo>
                  <a:lnTo>
                    <a:pt x="2237739" y="376094"/>
                  </a:lnTo>
                  <a:lnTo>
                    <a:pt x="2237787" y="376203"/>
                  </a:lnTo>
                  <a:lnTo>
                    <a:pt x="2237753" y="376324"/>
                  </a:lnTo>
                  <a:lnTo>
                    <a:pt x="2237704" y="376402"/>
                  </a:lnTo>
                  <a:lnTo>
                    <a:pt x="2237626" y="376464"/>
                  </a:lnTo>
                  <a:lnTo>
                    <a:pt x="2237270" y="376575"/>
                  </a:lnTo>
                  <a:lnTo>
                    <a:pt x="2236760" y="376691"/>
                  </a:lnTo>
                  <a:lnTo>
                    <a:pt x="2236510" y="376714"/>
                  </a:lnTo>
                  <a:lnTo>
                    <a:pt x="2236325" y="376665"/>
                  </a:lnTo>
                  <a:lnTo>
                    <a:pt x="2236221" y="376624"/>
                  </a:lnTo>
                  <a:lnTo>
                    <a:pt x="2235810" y="376481"/>
                  </a:lnTo>
                  <a:lnTo>
                    <a:pt x="2235268" y="376450"/>
                  </a:lnTo>
                  <a:lnTo>
                    <a:pt x="2235099" y="376400"/>
                  </a:lnTo>
                  <a:lnTo>
                    <a:pt x="2234825" y="376124"/>
                  </a:lnTo>
                  <a:lnTo>
                    <a:pt x="2234537" y="375925"/>
                  </a:lnTo>
                  <a:lnTo>
                    <a:pt x="2234211" y="375744"/>
                  </a:lnTo>
                  <a:lnTo>
                    <a:pt x="2233880" y="375686"/>
                  </a:lnTo>
                  <a:lnTo>
                    <a:pt x="2233609" y="375751"/>
                  </a:lnTo>
                  <a:lnTo>
                    <a:pt x="2233203" y="375960"/>
                  </a:lnTo>
                  <a:lnTo>
                    <a:pt x="2233026" y="376001"/>
                  </a:lnTo>
                  <a:lnTo>
                    <a:pt x="2232925" y="375998"/>
                  </a:lnTo>
                  <a:lnTo>
                    <a:pt x="2232615" y="375759"/>
                  </a:lnTo>
                  <a:lnTo>
                    <a:pt x="2232438" y="375634"/>
                  </a:lnTo>
                  <a:lnTo>
                    <a:pt x="2232272" y="375575"/>
                  </a:lnTo>
                  <a:lnTo>
                    <a:pt x="2232182" y="375573"/>
                  </a:lnTo>
                  <a:lnTo>
                    <a:pt x="2232110" y="375609"/>
                  </a:lnTo>
                  <a:lnTo>
                    <a:pt x="2232016" y="375656"/>
                  </a:lnTo>
                  <a:lnTo>
                    <a:pt x="2231801" y="375793"/>
                  </a:lnTo>
                  <a:lnTo>
                    <a:pt x="2231300" y="376272"/>
                  </a:lnTo>
                  <a:lnTo>
                    <a:pt x="2230953" y="376547"/>
                  </a:lnTo>
                  <a:lnTo>
                    <a:pt x="2230547" y="376724"/>
                  </a:lnTo>
                  <a:lnTo>
                    <a:pt x="2230392" y="376750"/>
                  </a:lnTo>
                  <a:lnTo>
                    <a:pt x="2230298" y="376811"/>
                  </a:lnTo>
                  <a:lnTo>
                    <a:pt x="2230240" y="376916"/>
                  </a:lnTo>
                  <a:lnTo>
                    <a:pt x="2230169" y="377175"/>
                  </a:lnTo>
                  <a:lnTo>
                    <a:pt x="2230106" y="377391"/>
                  </a:lnTo>
                  <a:lnTo>
                    <a:pt x="2229933" y="377754"/>
                  </a:lnTo>
                  <a:lnTo>
                    <a:pt x="2229895" y="377808"/>
                  </a:lnTo>
                  <a:lnTo>
                    <a:pt x="2229702" y="378071"/>
                  </a:lnTo>
                  <a:lnTo>
                    <a:pt x="2229576" y="378145"/>
                  </a:lnTo>
                  <a:lnTo>
                    <a:pt x="2229271" y="378362"/>
                  </a:lnTo>
                  <a:lnTo>
                    <a:pt x="2229085" y="378475"/>
                  </a:lnTo>
                  <a:lnTo>
                    <a:pt x="2228869" y="378506"/>
                  </a:lnTo>
                  <a:lnTo>
                    <a:pt x="2228829" y="378490"/>
                  </a:lnTo>
                  <a:lnTo>
                    <a:pt x="2228749" y="378427"/>
                  </a:lnTo>
                  <a:lnTo>
                    <a:pt x="2228574" y="378221"/>
                  </a:lnTo>
                  <a:lnTo>
                    <a:pt x="2228488" y="378141"/>
                  </a:lnTo>
                  <a:lnTo>
                    <a:pt x="2228475" y="378133"/>
                  </a:lnTo>
                  <a:lnTo>
                    <a:pt x="2228405" y="378128"/>
                  </a:lnTo>
                  <a:lnTo>
                    <a:pt x="2228330" y="378132"/>
                  </a:lnTo>
                  <a:lnTo>
                    <a:pt x="2228164" y="378240"/>
                  </a:lnTo>
                  <a:lnTo>
                    <a:pt x="2227752" y="378490"/>
                  </a:lnTo>
                  <a:lnTo>
                    <a:pt x="2227549" y="378574"/>
                  </a:lnTo>
                  <a:lnTo>
                    <a:pt x="2227272" y="378621"/>
                  </a:lnTo>
                  <a:lnTo>
                    <a:pt x="2226835" y="378693"/>
                  </a:lnTo>
                  <a:lnTo>
                    <a:pt x="2226615" y="378714"/>
                  </a:lnTo>
                  <a:lnTo>
                    <a:pt x="2226509" y="378683"/>
                  </a:lnTo>
                  <a:lnTo>
                    <a:pt x="2226431" y="378615"/>
                  </a:lnTo>
                  <a:lnTo>
                    <a:pt x="2226193" y="378329"/>
                  </a:lnTo>
                  <a:lnTo>
                    <a:pt x="2225983" y="378120"/>
                  </a:lnTo>
                  <a:lnTo>
                    <a:pt x="2225807" y="377961"/>
                  </a:lnTo>
                  <a:lnTo>
                    <a:pt x="2225699" y="377896"/>
                  </a:lnTo>
                  <a:lnTo>
                    <a:pt x="2225612" y="377875"/>
                  </a:lnTo>
                  <a:lnTo>
                    <a:pt x="2225520" y="377883"/>
                  </a:lnTo>
                  <a:lnTo>
                    <a:pt x="2225184" y="377961"/>
                  </a:lnTo>
                  <a:lnTo>
                    <a:pt x="2225054" y="377963"/>
                  </a:lnTo>
                  <a:lnTo>
                    <a:pt x="2224879" y="377922"/>
                  </a:lnTo>
                  <a:lnTo>
                    <a:pt x="2224765" y="377875"/>
                  </a:lnTo>
                  <a:lnTo>
                    <a:pt x="2224620" y="377755"/>
                  </a:lnTo>
                  <a:lnTo>
                    <a:pt x="2224393" y="377578"/>
                  </a:lnTo>
                  <a:lnTo>
                    <a:pt x="2224153" y="377459"/>
                  </a:lnTo>
                  <a:lnTo>
                    <a:pt x="2224135" y="377455"/>
                  </a:lnTo>
                  <a:lnTo>
                    <a:pt x="2223951" y="377475"/>
                  </a:lnTo>
                  <a:lnTo>
                    <a:pt x="2223806" y="377561"/>
                  </a:lnTo>
                  <a:lnTo>
                    <a:pt x="2223444" y="377871"/>
                  </a:lnTo>
                  <a:lnTo>
                    <a:pt x="2223253" y="377960"/>
                  </a:lnTo>
                  <a:lnTo>
                    <a:pt x="2222721" y="377958"/>
                  </a:lnTo>
                  <a:lnTo>
                    <a:pt x="2222262" y="377986"/>
                  </a:lnTo>
                  <a:lnTo>
                    <a:pt x="2222023" y="378067"/>
                  </a:lnTo>
                  <a:lnTo>
                    <a:pt x="2221865" y="378197"/>
                  </a:lnTo>
                  <a:lnTo>
                    <a:pt x="2221724" y="378398"/>
                  </a:lnTo>
                  <a:lnTo>
                    <a:pt x="2221692" y="378575"/>
                  </a:lnTo>
                  <a:lnTo>
                    <a:pt x="2221747" y="378789"/>
                  </a:lnTo>
                  <a:lnTo>
                    <a:pt x="2221991" y="379133"/>
                  </a:lnTo>
                  <a:lnTo>
                    <a:pt x="2222230" y="379659"/>
                  </a:lnTo>
                  <a:lnTo>
                    <a:pt x="2222239" y="379756"/>
                  </a:lnTo>
                  <a:lnTo>
                    <a:pt x="2222161" y="379899"/>
                  </a:lnTo>
                  <a:lnTo>
                    <a:pt x="2222085" y="379925"/>
                  </a:lnTo>
                  <a:lnTo>
                    <a:pt x="2221956" y="379925"/>
                  </a:lnTo>
                  <a:lnTo>
                    <a:pt x="2221627" y="379901"/>
                  </a:lnTo>
                  <a:lnTo>
                    <a:pt x="2221526" y="379890"/>
                  </a:lnTo>
                  <a:lnTo>
                    <a:pt x="2221467" y="379908"/>
                  </a:lnTo>
                  <a:lnTo>
                    <a:pt x="2221421" y="379939"/>
                  </a:lnTo>
                  <a:lnTo>
                    <a:pt x="2220870" y="380403"/>
                  </a:lnTo>
                  <a:lnTo>
                    <a:pt x="2220310" y="380616"/>
                  </a:lnTo>
                  <a:lnTo>
                    <a:pt x="2220096" y="380667"/>
                  </a:lnTo>
                  <a:lnTo>
                    <a:pt x="2219924" y="380644"/>
                  </a:lnTo>
                  <a:lnTo>
                    <a:pt x="2219774" y="380570"/>
                  </a:lnTo>
                  <a:lnTo>
                    <a:pt x="2219730" y="380530"/>
                  </a:lnTo>
                  <a:lnTo>
                    <a:pt x="2219681" y="380493"/>
                  </a:lnTo>
                  <a:lnTo>
                    <a:pt x="2219630" y="380469"/>
                  </a:lnTo>
                  <a:lnTo>
                    <a:pt x="2219591" y="380461"/>
                  </a:lnTo>
                  <a:lnTo>
                    <a:pt x="2219517" y="380477"/>
                  </a:lnTo>
                  <a:lnTo>
                    <a:pt x="2219508" y="380479"/>
                  </a:lnTo>
                  <a:lnTo>
                    <a:pt x="2219459" y="380525"/>
                  </a:lnTo>
                  <a:lnTo>
                    <a:pt x="2219446" y="380557"/>
                  </a:lnTo>
                  <a:lnTo>
                    <a:pt x="2219369" y="380694"/>
                  </a:lnTo>
                  <a:lnTo>
                    <a:pt x="2219154" y="380860"/>
                  </a:lnTo>
                  <a:lnTo>
                    <a:pt x="2218295" y="380856"/>
                  </a:lnTo>
                  <a:lnTo>
                    <a:pt x="2217937" y="380897"/>
                  </a:lnTo>
                  <a:lnTo>
                    <a:pt x="2217573" y="381066"/>
                  </a:lnTo>
                  <a:lnTo>
                    <a:pt x="2217194" y="381370"/>
                  </a:lnTo>
                  <a:lnTo>
                    <a:pt x="2216893" y="381735"/>
                  </a:lnTo>
                  <a:lnTo>
                    <a:pt x="2216861" y="381815"/>
                  </a:lnTo>
                  <a:lnTo>
                    <a:pt x="2216823" y="382064"/>
                  </a:lnTo>
                  <a:lnTo>
                    <a:pt x="2216860" y="382439"/>
                  </a:lnTo>
                  <a:lnTo>
                    <a:pt x="2217039" y="382965"/>
                  </a:lnTo>
                  <a:lnTo>
                    <a:pt x="2217172" y="383080"/>
                  </a:lnTo>
                  <a:lnTo>
                    <a:pt x="2217254" y="383086"/>
                  </a:lnTo>
                  <a:lnTo>
                    <a:pt x="2217330" y="383091"/>
                  </a:lnTo>
                  <a:lnTo>
                    <a:pt x="2217610" y="383016"/>
                  </a:lnTo>
                  <a:lnTo>
                    <a:pt x="2217764" y="382950"/>
                  </a:lnTo>
                  <a:lnTo>
                    <a:pt x="2217913" y="382938"/>
                  </a:lnTo>
                  <a:lnTo>
                    <a:pt x="2218173" y="383002"/>
                  </a:lnTo>
                  <a:lnTo>
                    <a:pt x="2218421" y="383094"/>
                  </a:lnTo>
                  <a:lnTo>
                    <a:pt x="2218569" y="383180"/>
                  </a:lnTo>
                  <a:lnTo>
                    <a:pt x="2218812" y="383402"/>
                  </a:lnTo>
                  <a:lnTo>
                    <a:pt x="2219005" y="383577"/>
                  </a:lnTo>
                  <a:lnTo>
                    <a:pt x="2219052" y="383710"/>
                  </a:lnTo>
                  <a:lnTo>
                    <a:pt x="2219056" y="383864"/>
                  </a:lnTo>
                  <a:lnTo>
                    <a:pt x="2219007" y="384027"/>
                  </a:lnTo>
                  <a:lnTo>
                    <a:pt x="2218935" y="384292"/>
                  </a:lnTo>
                  <a:lnTo>
                    <a:pt x="2218918" y="384514"/>
                  </a:lnTo>
                  <a:lnTo>
                    <a:pt x="2218951" y="384610"/>
                  </a:lnTo>
                  <a:lnTo>
                    <a:pt x="2219025" y="384685"/>
                  </a:lnTo>
                  <a:lnTo>
                    <a:pt x="2219205" y="384727"/>
                  </a:lnTo>
                  <a:lnTo>
                    <a:pt x="2219561" y="384783"/>
                  </a:lnTo>
                  <a:lnTo>
                    <a:pt x="2219868" y="384758"/>
                  </a:lnTo>
                  <a:lnTo>
                    <a:pt x="2220054" y="384717"/>
                  </a:lnTo>
                  <a:lnTo>
                    <a:pt x="2220719" y="384619"/>
                  </a:lnTo>
                  <a:lnTo>
                    <a:pt x="2220765" y="384647"/>
                  </a:lnTo>
                  <a:lnTo>
                    <a:pt x="2220780" y="384673"/>
                  </a:lnTo>
                  <a:lnTo>
                    <a:pt x="2220967" y="385449"/>
                  </a:lnTo>
                  <a:lnTo>
                    <a:pt x="2221276" y="385893"/>
                  </a:lnTo>
                  <a:lnTo>
                    <a:pt x="2221964" y="386287"/>
                  </a:lnTo>
                  <a:lnTo>
                    <a:pt x="2221986" y="386437"/>
                  </a:lnTo>
                  <a:lnTo>
                    <a:pt x="2221865" y="387544"/>
                  </a:lnTo>
                  <a:lnTo>
                    <a:pt x="2222019" y="387688"/>
                  </a:lnTo>
                  <a:lnTo>
                    <a:pt x="2222242" y="387806"/>
                  </a:lnTo>
                  <a:lnTo>
                    <a:pt x="2222549" y="387731"/>
                  </a:lnTo>
                  <a:lnTo>
                    <a:pt x="2224131" y="393522"/>
                  </a:lnTo>
                  <a:lnTo>
                    <a:pt x="2224647" y="395492"/>
                  </a:lnTo>
                  <a:lnTo>
                    <a:pt x="2227368" y="405746"/>
                  </a:lnTo>
                  <a:lnTo>
                    <a:pt x="2230308" y="416759"/>
                  </a:lnTo>
                  <a:lnTo>
                    <a:pt x="2229814" y="416862"/>
                  </a:lnTo>
                  <a:lnTo>
                    <a:pt x="2229774" y="416878"/>
                  </a:lnTo>
                  <a:lnTo>
                    <a:pt x="2229755" y="416892"/>
                  </a:lnTo>
                  <a:lnTo>
                    <a:pt x="2229719" y="416962"/>
                  </a:lnTo>
                  <a:lnTo>
                    <a:pt x="2229651" y="417193"/>
                  </a:lnTo>
                  <a:lnTo>
                    <a:pt x="2229617" y="417276"/>
                  </a:lnTo>
                  <a:lnTo>
                    <a:pt x="2229574" y="417303"/>
                  </a:lnTo>
                  <a:lnTo>
                    <a:pt x="2229468" y="417370"/>
                  </a:lnTo>
                  <a:lnTo>
                    <a:pt x="2229264" y="417420"/>
                  </a:lnTo>
                  <a:lnTo>
                    <a:pt x="2228889" y="417439"/>
                  </a:lnTo>
                  <a:lnTo>
                    <a:pt x="2228814" y="417472"/>
                  </a:lnTo>
                  <a:lnTo>
                    <a:pt x="2228761" y="417508"/>
                  </a:lnTo>
                  <a:lnTo>
                    <a:pt x="2228709" y="417594"/>
                  </a:lnTo>
                  <a:lnTo>
                    <a:pt x="2228700" y="417622"/>
                  </a:lnTo>
                  <a:lnTo>
                    <a:pt x="2228381" y="418774"/>
                  </a:lnTo>
                  <a:lnTo>
                    <a:pt x="2228389" y="418821"/>
                  </a:lnTo>
                  <a:lnTo>
                    <a:pt x="2228355" y="418922"/>
                  </a:lnTo>
                  <a:lnTo>
                    <a:pt x="2228351" y="418932"/>
                  </a:lnTo>
                  <a:lnTo>
                    <a:pt x="2228348" y="418944"/>
                  </a:lnTo>
                  <a:lnTo>
                    <a:pt x="2228345" y="418964"/>
                  </a:lnTo>
                  <a:lnTo>
                    <a:pt x="2228344" y="418973"/>
                  </a:lnTo>
                  <a:lnTo>
                    <a:pt x="2228343" y="418984"/>
                  </a:lnTo>
                  <a:lnTo>
                    <a:pt x="2228342" y="419002"/>
                  </a:lnTo>
                  <a:lnTo>
                    <a:pt x="2228343" y="419010"/>
                  </a:lnTo>
                  <a:lnTo>
                    <a:pt x="2228345" y="419026"/>
                  </a:lnTo>
                  <a:lnTo>
                    <a:pt x="2228350" y="419059"/>
                  </a:lnTo>
                  <a:lnTo>
                    <a:pt x="2228354" y="419068"/>
                  </a:lnTo>
                  <a:lnTo>
                    <a:pt x="2228358" y="419075"/>
                  </a:lnTo>
                  <a:lnTo>
                    <a:pt x="2228362" y="419078"/>
                  </a:lnTo>
                  <a:lnTo>
                    <a:pt x="2228378" y="419088"/>
                  </a:lnTo>
                  <a:lnTo>
                    <a:pt x="2228382" y="419091"/>
                  </a:lnTo>
                  <a:lnTo>
                    <a:pt x="2228385" y="419095"/>
                  </a:lnTo>
                  <a:lnTo>
                    <a:pt x="2228401" y="419122"/>
                  </a:lnTo>
                  <a:lnTo>
                    <a:pt x="2228414" y="419165"/>
                  </a:lnTo>
                  <a:lnTo>
                    <a:pt x="2228416" y="419182"/>
                  </a:lnTo>
                  <a:lnTo>
                    <a:pt x="2228416" y="419192"/>
                  </a:lnTo>
                  <a:lnTo>
                    <a:pt x="2228414" y="419205"/>
                  </a:lnTo>
                  <a:lnTo>
                    <a:pt x="2228412" y="419211"/>
                  </a:lnTo>
                  <a:lnTo>
                    <a:pt x="2228294" y="419402"/>
                  </a:lnTo>
                  <a:lnTo>
                    <a:pt x="2228290" y="419408"/>
                  </a:lnTo>
                  <a:lnTo>
                    <a:pt x="2228285" y="419411"/>
                  </a:lnTo>
                  <a:lnTo>
                    <a:pt x="2228277" y="419412"/>
                  </a:lnTo>
                  <a:lnTo>
                    <a:pt x="2228273" y="419413"/>
                  </a:lnTo>
                  <a:lnTo>
                    <a:pt x="2228268" y="419412"/>
                  </a:lnTo>
                  <a:lnTo>
                    <a:pt x="2228206" y="419399"/>
                  </a:lnTo>
                  <a:lnTo>
                    <a:pt x="2228162" y="419367"/>
                  </a:lnTo>
                  <a:lnTo>
                    <a:pt x="2228154" y="419356"/>
                  </a:lnTo>
                  <a:lnTo>
                    <a:pt x="2228142" y="419346"/>
                  </a:lnTo>
                  <a:lnTo>
                    <a:pt x="2228132" y="419340"/>
                  </a:lnTo>
                  <a:lnTo>
                    <a:pt x="2228126" y="419338"/>
                  </a:lnTo>
                  <a:lnTo>
                    <a:pt x="2228119" y="419336"/>
                  </a:lnTo>
                  <a:lnTo>
                    <a:pt x="2228110" y="419333"/>
                  </a:lnTo>
                  <a:lnTo>
                    <a:pt x="2228103" y="419332"/>
                  </a:lnTo>
                  <a:lnTo>
                    <a:pt x="2228097" y="419332"/>
                  </a:lnTo>
                  <a:lnTo>
                    <a:pt x="2228092" y="419332"/>
                  </a:lnTo>
                  <a:lnTo>
                    <a:pt x="2228085" y="419332"/>
                  </a:lnTo>
                  <a:lnTo>
                    <a:pt x="2228077" y="419334"/>
                  </a:lnTo>
                  <a:lnTo>
                    <a:pt x="2228070" y="419336"/>
                  </a:lnTo>
                  <a:lnTo>
                    <a:pt x="2228063" y="419338"/>
                  </a:lnTo>
                  <a:lnTo>
                    <a:pt x="2228055" y="419342"/>
                  </a:lnTo>
                  <a:lnTo>
                    <a:pt x="2228047" y="419347"/>
                  </a:lnTo>
                  <a:lnTo>
                    <a:pt x="2227889" y="419449"/>
                  </a:lnTo>
                  <a:lnTo>
                    <a:pt x="2227884" y="419452"/>
                  </a:lnTo>
                  <a:lnTo>
                    <a:pt x="2227879" y="419457"/>
                  </a:lnTo>
                  <a:lnTo>
                    <a:pt x="2227875" y="419461"/>
                  </a:lnTo>
                  <a:lnTo>
                    <a:pt x="2227870" y="419468"/>
                  </a:lnTo>
                  <a:lnTo>
                    <a:pt x="2227868" y="419473"/>
                  </a:lnTo>
                  <a:lnTo>
                    <a:pt x="2227866" y="419478"/>
                  </a:lnTo>
                  <a:lnTo>
                    <a:pt x="2227864" y="419484"/>
                  </a:lnTo>
                  <a:lnTo>
                    <a:pt x="2227864" y="419496"/>
                  </a:lnTo>
                  <a:lnTo>
                    <a:pt x="2227915" y="419552"/>
                  </a:lnTo>
                  <a:lnTo>
                    <a:pt x="2228134" y="419870"/>
                  </a:lnTo>
                  <a:lnTo>
                    <a:pt x="2228140" y="419970"/>
                  </a:lnTo>
                  <a:lnTo>
                    <a:pt x="2228139" y="419975"/>
                  </a:lnTo>
                  <a:lnTo>
                    <a:pt x="2228135" y="419979"/>
                  </a:lnTo>
                  <a:lnTo>
                    <a:pt x="2228010" y="420094"/>
                  </a:lnTo>
                  <a:lnTo>
                    <a:pt x="2227878" y="420196"/>
                  </a:lnTo>
                  <a:lnTo>
                    <a:pt x="2227827" y="420232"/>
                  </a:lnTo>
                  <a:lnTo>
                    <a:pt x="2227822" y="420236"/>
                  </a:lnTo>
                  <a:lnTo>
                    <a:pt x="2227819" y="420240"/>
                  </a:lnTo>
                  <a:lnTo>
                    <a:pt x="2227817" y="420245"/>
                  </a:lnTo>
                  <a:lnTo>
                    <a:pt x="2227814" y="420251"/>
                  </a:lnTo>
                  <a:lnTo>
                    <a:pt x="2227812" y="420264"/>
                  </a:lnTo>
                  <a:lnTo>
                    <a:pt x="2227813" y="420275"/>
                  </a:lnTo>
                  <a:lnTo>
                    <a:pt x="2227818" y="420314"/>
                  </a:lnTo>
                  <a:lnTo>
                    <a:pt x="2227825" y="420353"/>
                  </a:lnTo>
                  <a:lnTo>
                    <a:pt x="2227831" y="420369"/>
                  </a:lnTo>
                  <a:lnTo>
                    <a:pt x="2227834" y="420379"/>
                  </a:lnTo>
                  <a:lnTo>
                    <a:pt x="2227839" y="420424"/>
                  </a:lnTo>
                  <a:lnTo>
                    <a:pt x="2227867" y="420549"/>
                  </a:lnTo>
                  <a:lnTo>
                    <a:pt x="2227916" y="420712"/>
                  </a:lnTo>
                  <a:lnTo>
                    <a:pt x="2228021" y="420943"/>
                  </a:lnTo>
                  <a:lnTo>
                    <a:pt x="2228087" y="421000"/>
                  </a:lnTo>
                  <a:lnTo>
                    <a:pt x="2228247" y="421023"/>
                  </a:lnTo>
                  <a:lnTo>
                    <a:pt x="2228621" y="421172"/>
                  </a:lnTo>
                  <a:lnTo>
                    <a:pt x="2228627" y="421175"/>
                  </a:lnTo>
                  <a:lnTo>
                    <a:pt x="2228635" y="421180"/>
                  </a:lnTo>
                  <a:lnTo>
                    <a:pt x="2228643" y="421187"/>
                  </a:lnTo>
                  <a:lnTo>
                    <a:pt x="2228650" y="421192"/>
                  </a:lnTo>
                  <a:lnTo>
                    <a:pt x="2228655" y="421198"/>
                  </a:lnTo>
                  <a:lnTo>
                    <a:pt x="2228660" y="421204"/>
                  </a:lnTo>
                  <a:lnTo>
                    <a:pt x="2228663" y="421210"/>
                  </a:lnTo>
                  <a:lnTo>
                    <a:pt x="2228754" y="421394"/>
                  </a:lnTo>
                  <a:lnTo>
                    <a:pt x="2228787" y="421469"/>
                  </a:lnTo>
                  <a:lnTo>
                    <a:pt x="2228768" y="421650"/>
                  </a:lnTo>
                  <a:lnTo>
                    <a:pt x="2228660" y="422193"/>
                  </a:lnTo>
                  <a:lnTo>
                    <a:pt x="2228462" y="423137"/>
                  </a:lnTo>
                  <a:lnTo>
                    <a:pt x="2228439" y="423256"/>
                  </a:lnTo>
                  <a:lnTo>
                    <a:pt x="2228415" y="423289"/>
                  </a:lnTo>
                  <a:lnTo>
                    <a:pt x="2228276" y="423507"/>
                  </a:lnTo>
                  <a:lnTo>
                    <a:pt x="2228212" y="423602"/>
                  </a:lnTo>
                  <a:lnTo>
                    <a:pt x="2228063" y="423731"/>
                  </a:lnTo>
                  <a:lnTo>
                    <a:pt x="2227909" y="423818"/>
                  </a:lnTo>
                  <a:lnTo>
                    <a:pt x="2227895" y="423826"/>
                  </a:lnTo>
                  <a:lnTo>
                    <a:pt x="2227882" y="423835"/>
                  </a:lnTo>
                  <a:lnTo>
                    <a:pt x="2227786" y="423903"/>
                  </a:lnTo>
                  <a:lnTo>
                    <a:pt x="2227781" y="423907"/>
                  </a:lnTo>
                  <a:lnTo>
                    <a:pt x="2227778" y="423911"/>
                  </a:lnTo>
                  <a:lnTo>
                    <a:pt x="2227660" y="424105"/>
                  </a:lnTo>
                  <a:lnTo>
                    <a:pt x="2227593" y="424218"/>
                  </a:lnTo>
                  <a:lnTo>
                    <a:pt x="2227570" y="424565"/>
                  </a:lnTo>
                  <a:lnTo>
                    <a:pt x="2227573" y="424574"/>
                  </a:lnTo>
                  <a:lnTo>
                    <a:pt x="2227683" y="425003"/>
                  </a:lnTo>
                  <a:lnTo>
                    <a:pt x="2227683" y="425016"/>
                  </a:lnTo>
                  <a:lnTo>
                    <a:pt x="2227681" y="425035"/>
                  </a:lnTo>
                  <a:lnTo>
                    <a:pt x="2227673" y="425049"/>
                  </a:lnTo>
                  <a:lnTo>
                    <a:pt x="2227567" y="425198"/>
                  </a:lnTo>
                  <a:lnTo>
                    <a:pt x="2227480" y="425412"/>
                  </a:lnTo>
                  <a:lnTo>
                    <a:pt x="2227302" y="425601"/>
                  </a:lnTo>
                  <a:lnTo>
                    <a:pt x="2227218" y="425762"/>
                  </a:lnTo>
                  <a:lnTo>
                    <a:pt x="2227087" y="425919"/>
                  </a:lnTo>
                  <a:lnTo>
                    <a:pt x="2226895" y="426131"/>
                  </a:lnTo>
                  <a:lnTo>
                    <a:pt x="2226700" y="426372"/>
                  </a:lnTo>
                  <a:lnTo>
                    <a:pt x="2226693" y="426466"/>
                  </a:lnTo>
                  <a:lnTo>
                    <a:pt x="2226698" y="426573"/>
                  </a:lnTo>
                  <a:lnTo>
                    <a:pt x="2226988" y="426801"/>
                  </a:lnTo>
                  <a:lnTo>
                    <a:pt x="2226990" y="426810"/>
                  </a:lnTo>
                  <a:lnTo>
                    <a:pt x="2227029" y="426979"/>
                  </a:lnTo>
                  <a:lnTo>
                    <a:pt x="2227054" y="427047"/>
                  </a:lnTo>
                  <a:lnTo>
                    <a:pt x="2227089" y="427141"/>
                  </a:lnTo>
                  <a:lnTo>
                    <a:pt x="2227145" y="427348"/>
                  </a:lnTo>
                  <a:lnTo>
                    <a:pt x="2227149" y="427365"/>
                  </a:lnTo>
                  <a:lnTo>
                    <a:pt x="2227150" y="427370"/>
                  </a:lnTo>
                  <a:lnTo>
                    <a:pt x="2227150" y="427402"/>
                  </a:lnTo>
                  <a:lnTo>
                    <a:pt x="2227149" y="427413"/>
                  </a:lnTo>
                  <a:lnTo>
                    <a:pt x="2227147" y="427432"/>
                  </a:lnTo>
                  <a:lnTo>
                    <a:pt x="2227146" y="427439"/>
                  </a:lnTo>
                  <a:lnTo>
                    <a:pt x="2227141" y="427449"/>
                  </a:lnTo>
                  <a:lnTo>
                    <a:pt x="2227129" y="427468"/>
                  </a:lnTo>
                  <a:lnTo>
                    <a:pt x="2227118" y="427481"/>
                  </a:lnTo>
                  <a:lnTo>
                    <a:pt x="2227089" y="427513"/>
                  </a:lnTo>
                  <a:lnTo>
                    <a:pt x="2227070" y="427530"/>
                  </a:lnTo>
                  <a:lnTo>
                    <a:pt x="2227038" y="427553"/>
                  </a:lnTo>
                  <a:lnTo>
                    <a:pt x="2226978" y="427590"/>
                  </a:lnTo>
                  <a:lnTo>
                    <a:pt x="2226970" y="427593"/>
                  </a:lnTo>
                  <a:lnTo>
                    <a:pt x="2226951" y="427595"/>
                  </a:lnTo>
                  <a:lnTo>
                    <a:pt x="2226912" y="427596"/>
                  </a:lnTo>
                  <a:lnTo>
                    <a:pt x="2226855" y="427602"/>
                  </a:lnTo>
                  <a:lnTo>
                    <a:pt x="2226750" y="427632"/>
                  </a:lnTo>
                  <a:lnTo>
                    <a:pt x="2226735" y="427638"/>
                  </a:lnTo>
                  <a:lnTo>
                    <a:pt x="2226726" y="427643"/>
                  </a:lnTo>
                  <a:lnTo>
                    <a:pt x="2226722" y="427646"/>
                  </a:lnTo>
                  <a:lnTo>
                    <a:pt x="2226719" y="427653"/>
                  </a:lnTo>
                  <a:lnTo>
                    <a:pt x="2226717" y="427662"/>
                  </a:lnTo>
                  <a:lnTo>
                    <a:pt x="2226715" y="427681"/>
                  </a:lnTo>
                  <a:lnTo>
                    <a:pt x="2226716" y="427697"/>
                  </a:lnTo>
                  <a:lnTo>
                    <a:pt x="2226716" y="427729"/>
                  </a:lnTo>
                  <a:lnTo>
                    <a:pt x="2226718" y="427740"/>
                  </a:lnTo>
                  <a:lnTo>
                    <a:pt x="2226725" y="427757"/>
                  </a:lnTo>
                  <a:lnTo>
                    <a:pt x="2226730" y="427764"/>
                  </a:lnTo>
                  <a:lnTo>
                    <a:pt x="2226748" y="427786"/>
                  </a:lnTo>
                  <a:lnTo>
                    <a:pt x="2226799" y="427841"/>
                  </a:lnTo>
                  <a:lnTo>
                    <a:pt x="2226820" y="427861"/>
                  </a:lnTo>
                  <a:lnTo>
                    <a:pt x="2226830" y="427868"/>
                  </a:lnTo>
                  <a:lnTo>
                    <a:pt x="2226853" y="427881"/>
                  </a:lnTo>
                  <a:lnTo>
                    <a:pt x="2226932" y="427919"/>
                  </a:lnTo>
                  <a:lnTo>
                    <a:pt x="2226946" y="427926"/>
                  </a:lnTo>
                  <a:lnTo>
                    <a:pt x="2226953" y="427931"/>
                  </a:lnTo>
                  <a:lnTo>
                    <a:pt x="2226959" y="427938"/>
                  </a:lnTo>
                  <a:lnTo>
                    <a:pt x="2226965" y="427947"/>
                  </a:lnTo>
                  <a:lnTo>
                    <a:pt x="2226968" y="427953"/>
                  </a:lnTo>
                  <a:lnTo>
                    <a:pt x="2226971" y="427970"/>
                  </a:lnTo>
                  <a:lnTo>
                    <a:pt x="2226976" y="428000"/>
                  </a:lnTo>
                  <a:lnTo>
                    <a:pt x="2226980" y="428052"/>
                  </a:lnTo>
                  <a:lnTo>
                    <a:pt x="2226980" y="428064"/>
                  </a:lnTo>
                  <a:lnTo>
                    <a:pt x="2226976" y="428088"/>
                  </a:lnTo>
                  <a:lnTo>
                    <a:pt x="2226974" y="428094"/>
                  </a:lnTo>
                  <a:lnTo>
                    <a:pt x="2226956" y="428136"/>
                  </a:lnTo>
                  <a:lnTo>
                    <a:pt x="2226953" y="428141"/>
                  </a:lnTo>
                  <a:lnTo>
                    <a:pt x="2226938" y="428155"/>
                  </a:lnTo>
                  <a:lnTo>
                    <a:pt x="2226913" y="428168"/>
                  </a:lnTo>
                  <a:lnTo>
                    <a:pt x="2226889" y="428176"/>
                  </a:lnTo>
                  <a:lnTo>
                    <a:pt x="2226860" y="428184"/>
                  </a:lnTo>
                  <a:lnTo>
                    <a:pt x="2226837" y="428191"/>
                  </a:lnTo>
                  <a:lnTo>
                    <a:pt x="2226804" y="428201"/>
                  </a:lnTo>
                  <a:lnTo>
                    <a:pt x="2226784" y="428206"/>
                  </a:lnTo>
                  <a:lnTo>
                    <a:pt x="2226765" y="428213"/>
                  </a:lnTo>
                  <a:lnTo>
                    <a:pt x="2226696" y="428237"/>
                  </a:lnTo>
                  <a:lnTo>
                    <a:pt x="2226650" y="428258"/>
                  </a:lnTo>
                  <a:lnTo>
                    <a:pt x="2226645" y="428262"/>
                  </a:lnTo>
                  <a:lnTo>
                    <a:pt x="2226640" y="428267"/>
                  </a:lnTo>
                  <a:lnTo>
                    <a:pt x="2226637" y="428273"/>
                  </a:lnTo>
                  <a:lnTo>
                    <a:pt x="2226636" y="428280"/>
                  </a:lnTo>
                  <a:lnTo>
                    <a:pt x="2226637" y="428322"/>
                  </a:lnTo>
                  <a:lnTo>
                    <a:pt x="2226639" y="428347"/>
                  </a:lnTo>
                  <a:lnTo>
                    <a:pt x="2226668" y="428429"/>
                  </a:lnTo>
                  <a:lnTo>
                    <a:pt x="2226672" y="428598"/>
                  </a:lnTo>
                  <a:lnTo>
                    <a:pt x="2226694" y="428680"/>
                  </a:lnTo>
                  <a:lnTo>
                    <a:pt x="2226839" y="428850"/>
                  </a:lnTo>
                  <a:lnTo>
                    <a:pt x="2226868" y="428877"/>
                  </a:lnTo>
                  <a:lnTo>
                    <a:pt x="2227239" y="429113"/>
                  </a:lnTo>
                  <a:lnTo>
                    <a:pt x="2227266" y="429135"/>
                  </a:lnTo>
                  <a:lnTo>
                    <a:pt x="2227318" y="429222"/>
                  </a:lnTo>
                  <a:lnTo>
                    <a:pt x="2227369" y="429357"/>
                  </a:lnTo>
                  <a:lnTo>
                    <a:pt x="2227377" y="429402"/>
                  </a:lnTo>
                  <a:lnTo>
                    <a:pt x="2227310" y="429671"/>
                  </a:lnTo>
                  <a:lnTo>
                    <a:pt x="2227311" y="429680"/>
                  </a:lnTo>
                  <a:lnTo>
                    <a:pt x="2227306" y="429743"/>
                  </a:lnTo>
                  <a:lnTo>
                    <a:pt x="2227301" y="429810"/>
                  </a:lnTo>
                  <a:lnTo>
                    <a:pt x="2227302" y="429850"/>
                  </a:lnTo>
                  <a:lnTo>
                    <a:pt x="2227305" y="429867"/>
                  </a:lnTo>
                  <a:lnTo>
                    <a:pt x="2227319" y="429925"/>
                  </a:lnTo>
                  <a:lnTo>
                    <a:pt x="2227332" y="429966"/>
                  </a:lnTo>
                  <a:lnTo>
                    <a:pt x="2227335" y="429975"/>
                  </a:lnTo>
                  <a:lnTo>
                    <a:pt x="2227356" y="430029"/>
                  </a:lnTo>
                  <a:lnTo>
                    <a:pt x="2227401" y="430109"/>
                  </a:lnTo>
                  <a:lnTo>
                    <a:pt x="2227426" y="430149"/>
                  </a:lnTo>
                  <a:lnTo>
                    <a:pt x="2227436" y="430167"/>
                  </a:lnTo>
                  <a:lnTo>
                    <a:pt x="2227450" y="430199"/>
                  </a:lnTo>
                  <a:lnTo>
                    <a:pt x="2227452" y="430207"/>
                  </a:lnTo>
                  <a:lnTo>
                    <a:pt x="2227454" y="430222"/>
                  </a:lnTo>
                  <a:lnTo>
                    <a:pt x="2227453" y="430233"/>
                  </a:lnTo>
                  <a:lnTo>
                    <a:pt x="2227451" y="430241"/>
                  </a:lnTo>
                  <a:lnTo>
                    <a:pt x="2227446" y="430252"/>
                  </a:lnTo>
                  <a:lnTo>
                    <a:pt x="2227435" y="430265"/>
                  </a:lnTo>
                  <a:lnTo>
                    <a:pt x="2227410" y="430287"/>
                  </a:lnTo>
                  <a:lnTo>
                    <a:pt x="2227403" y="430292"/>
                  </a:lnTo>
                  <a:lnTo>
                    <a:pt x="2227019" y="430511"/>
                  </a:lnTo>
                  <a:lnTo>
                    <a:pt x="2226993" y="430525"/>
                  </a:lnTo>
                  <a:lnTo>
                    <a:pt x="2226984" y="430530"/>
                  </a:lnTo>
                  <a:lnTo>
                    <a:pt x="2226975" y="430532"/>
                  </a:lnTo>
                  <a:lnTo>
                    <a:pt x="2226956" y="430535"/>
                  </a:lnTo>
                  <a:lnTo>
                    <a:pt x="2226916" y="430539"/>
                  </a:lnTo>
                  <a:lnTo>
                    <a:pt x="2226903" y="430540"/>
                  </a:lnTo>
                  <a:lnTo>
                    <a:pt x="2226890" y="430545"/>
                  </a:lnTo>
                  <a:lnTo>
                    <a:pt x="2226878" y="430551"/>
                  </a:lnTo>
                  <a:lnTo>
                    <a:pt x="2226873" y="430555"/>
                  </a:lnTo>
                  <a:lnTo>
                    <a:pt x="2226862" y="430568"/>
                  </a:lnTo>
                  <a:lnTo>
                    <a:pt x="2226853" y="430586"/>
                  </a:lnTo>
                  <a:lnTo>
                    <a:pt x="2226839" y="430621"/>
                  </a:lnTo>
                  <a:lnTo>
                    <a:pt x="2226822" y="430666"/>
                  </a:lnTo>
                  <a:lnTo>
                    <a:pt x="2226815" y="430688"/>
                  </a:lnTo>
                  <a:lnTo>
                    <a:pt x="2226812" y="430717"/>
                  </a:lnTo>
                  <a:lnTo>
                    <a:pt x="2226811" y="430743"/>
                  </a:lnTo>
                  <a:lnTo>
                    <a:pt x="2226814" y="430809"/>
                  </a:lnTo>
                  <a:lnTo>
                    <a:pt x="2226817" y="430826"/>
                  </a:lnTo>
                  <a:lnTo>
                    <a:pt x="2226831" y="430902"/>
                  </a:lnTo>
                  <a:lnTo>
                    <a:pt x="2226841" y="430927"/>
                  </a:lnTo>
                  <a:lnTo>
                    <a:pt x="2226844" y="430932"/>
                  </a:lnTo>
                  <a:lnTo>
                    <a:pt x="2226849" y="430938"/>
                  </a:lnTo>
                  <a:lnTo>
                    <a:pt x="2226875" y="430967"/>
                  </a:lnTo>
                  <a:lnTo>
                    <a:pt x="2226884" y="430975"/>
                  </a:lnTo>
                  <a:lnTo>
                    <a:pt x="2226910" y="430991"/>
                  </a:lnTo>
                  <a:lnTo>
                    <a:pt x="2226945" y="431010"/>
                  </a:lnTo>
                  <a:lnTo>
                    <a:pt x="2226994" y="431034"/>
                  </a:lnTo>
                  <a:lnTo>
                    <a:pt x="2227038" y="431054"/>
                  </a:lnTo>
                  <a:lnTo>
                    <a:pt x="2227060" y="431064"/>
                  </a:lnTo>
                  <a:lnTo>
                    <a:pt x="2227139" y="431102"/>
                  </a:lnTo>
                  <a:lnTo>
                    <a:pt x="2227160" y="431112"/>
                  </a:lnTo>
                  <a:lnTo>
                    <a:pt x="2227197" y="431132"/>
                  </a:lnTo>
                  <a:lnTo>
                    <a:pt x="2227224" y="431150"/>
                  </a:lnTo>
                  <a:lnTo>
                    <a:pt x="2227236" y="431159"/>
                  </a:lnTo>
                  <a:lnTo>
                    <a:pt x="2227260" y="431183"/>
                  </a:lnTo>
                  <a:lnTo>
                    <a:pt x="2227272" y="431204"/>
                  </a:lnTo>
                  <a:lnTo>
                    <a:pt x="2227275" y="431209"/>
                  </a:lnTo>
                  <a:lnTo>
                    <a:pt x="2227277" y="431214"/>
                  </a:lnTo>
                  <a:lnTo>
                    <a:pt x="2227282" y="431233"/>
                  </a:lnTo>
                  <a:lnTo>
                    <a:pt x="2227285" y="431256"/>
                  </a:lnTo>
                  <a:lnTo>
                    <a:pt x="2227284" y="431272"/>
                  </a:lnTo>
                  <a:lnTo>
                    <a:pt x="2227281" y="431293"/>
                  </a:lnTo>
                  <a:lnTo>
                    <a:pt x="2227267" y="431335"/>
                  </a:lnTo>
                  <a:lnTo>
                    <a:pt x="2227249" y="431391"/>
                  </a:lnTo>
                  <a:lnTo>
                    <a:pt x="2227172" y="431741"/>
                  </a:lnTo>
                  <a:lnTo>
                    <a:pt x="2227131" y="431863"/>
                  </a:lnTo>
                  <a:lnTo>
                    <a:pt x="2227102" y="431882"/>
                  </a:lnTo>
                  <a:lnTo>
                    <a:pt x="2227091" y="431887"/>
                  </a:lnTo>
                  <a:lnTo>
                    <a:pt x="2227069" y="431894"/>
                  </a:lnTo>
                  <a:lnTo>
                    <a:pt x="2227028" y="431903"/>
                  </a:lnTo>
                  <a:lnTo>
                    <a:pt x="2227022" y="431906"/>
                  </a:lnTo>
                  <a:lnTo>
                    <a:pt x="2227010" y="431914"/>
                  </a:lnTo>
                  <a:lnTo>
                    <a:pt x="2226978" y="431942"/>
                  </a:lnTo>
                  <a:lnTo>
                    <a:pt x="2226866" y="432125"/>
                  </a:lnTo>
                  <a:lnTo>
                    <a:pt x="2226880" y="432267"/>
                  </a:lnTo>
                  <a:lnTo>
                    <a:pt x="2226905" y="432561"/>
                  </a:lnTo>
                  <a:lnTo>
                    <a:pt x="2226941" y="432670"/>
                  </a:lnTo>
                  <a:lnTo>
                    <a:pt x="2227002" y="432818"/>
                  </a:lnTo>
                  <a:lnTo>
                    <a:pt x="2227005" y="432826"/>
                  </a:lnTo>
                  <a:lnTo>
                    <a:pt x="2227015" y="432847"/>
                  </a:lnTo>
                  <a:lnTo>
                    <a:pt x="2227019" y="432853"/>
                  </a:lnTo>
                  <a:lnTo>
                    <a:pt x="2227023" y="432859"/>
                  </a:lnTo>
                  <a:lnTo>
                    <a:pt x="2227028" y="432866"/>
                  </a:lnTo>
                  <a:lnTo>
                    <a:pt x="2227033" y="432871"/>
                  </a:lnTo>
                  <a:lnTo>
                    <a:pt x="2227040" y="432876"/>
                  </a:lnTo>
                  <a:lnTo>
                    <a:pt x="2227098" y="432906"/>
                  </a:lnTo>
                  <a:lnTo>
                    <a:pt x="2227223" y="432963"/>
                  </a:lnTo>
                  <a:lnTo>
                    <a:pt x="2227309" y="433000"/>
                  </a:lnTo>
                  <a:lnTo>
                    <a:pt x="2227318" y="433004"/>
                  </a:lnTo>
                  <a:lnTo>
                    <a:pt x="2227361" y="433021"/>
                  </a:lnTo>
                  <a:lnTo>
                    <a:pt x="2227417" y="433045"/>
                  </a:lnTo>
                  <a:lnTo>
                    <a:pt x="2227565" y="433110"/>
                  </a:lnTo>
                  <a:lnTo>
                    <a:pt x="2227577" y="433118"/>
                  </a:lnTo>
                  <a:lnTo>
                    <a:pt x="2227583" y="433123"/>
                  </a:lnTo>
                  <a:lnTo>
                    <a:pt x="2227646" y="433223"/>
                  </a:lnTo>
                  <a:lnTo>
                    <a:pt x="2227679" y="433284"/>
                  </a:lnTo>
                  <a:lnTo>
                    <a:pt x="2227756" y="433465"/>
                  </a:lnTo>
                  <a:lnTo>
                    <a:pt x="2227758" y="433470"/>
                  </a:lnTo>
                  <a:lnTo>
                    <a:pt x="2227760" y="433475"/>
                  </a:lnTo>
                  <a:lnTo>
                    <a:pt x="2227761" y="433480"/>
                  </a:lnTo>
                  <a:lnTo>
                    <a:pt x="2227775" y="433554"/>
                  </a:lnTo>
                  <a:lnTo>
                    <a:pt x="2227775" y="433560"/>
                  </a:lnTo>
                  <a:lnTo>
                    <a:pt x="2227776" y="433571"/>
                  </a:lnTo>
                  <a:lnTo>
                    <a:pt x="2227776" y="433596"/>
                  </a:lnTo>
                  <a:lnTo>
                    <a:pt x="2227772" y="433636"/>
                  </a:lnTo>
                  <a:lnTo>
                    <a:pt x="2227768" y="433663"/>
                  </a:lnTo>
                  <a:lnTo>
                    <a:pt x="2227764" y="433684"/>
                  </a:lnTo>
                  <a:lnTo>
                    <a:pt x="2227762" y="433690"/>
                  </a:lnTo>
                  <a:lnTo>
                    <a:pt x="2227758" y="433699"/>
                  </a:lnTo>
                  <a:lnTo>
                    <a:pt x="2227750" y="433711"/>
                  </a:lnTo>
                  <a:lnTo>
                    <a:pt x="2227745" y="433715"/>
                  </a:lnTo>
                  <a:lnTo>
                    <a:pt x="2227740" y="433718"/>
                  </a:lnTo>
                  <a:lnTo>
                    <a:pt x="2227732" y="433721"/>
                  </a:lnTo>
                  <a:lnTo>
                    <a:pt x="2227649" y="433753"/>
                  </a:lnTo>
                  <a:lnTo>
                    <a:pt x="2227638" y="433754"/>
                  </a:lnTo>
                  <a:lnTo>
                    <a:pt x="2227528" y="433751"/>
                  </a:lnTo>
                  <a:lnTo>
                    <a:pt x="2227483" y="433794"/>
                  </a:lnTo>
                  <a:lnTo>
                    <a:pt x="2227491" y="433945"/>
                  </a:lnTo>
                  <a:lnTo>
                    <a:pt x="2227432" y="434398"/>
                  </a:lnTo>
                  <a:lnTo>
                    <a:pt x="2227419" y="434504"/>
                  </a:lnTo>
                  <a:lnTo>
                    <a:pt x="2227413" y="434553"/>
                  </a:lnTo>
                  <a:lnTo>
                    <a:pt x="2227430" y="434590"/>
                  </a:lnTo>
                  <a:lnTo>
                    <a:pt x="2227511" y="434758"/>
                  </a:lnTo>
                  <a:lnTo>
                    <a:pt x="2227514" y="434765"/>
                  </a:lnTo>
                  <a:lnTo>
                    <a:pt x="2227518" y="434780"/>
                  </a:lnTo>
                  <a:lnTo>
                    <a:pt x="2227521" y="434797"/>
                  </a:lnTo>
                  <a:lnTo>
                    <a:pt x="2227523" y="434819"/>
                  </a:lnTo>
                  <a:lnTo>
                    <a:pt x="2227523" y="434834"/>
                  </a:lnTo>
                  <a:lnTo>
                    <a:pt x="2227522" y="434848"/>
                  </a:lnTo>
                  <a:lnTo>
                    <a:pt x="2227520" y="434858"/>
                  </a:lnTo>
                  <a:lnTo>
                    <a:pt x="2227518" y="434863"/>
                  </a:lnTo>
                  <a:lnTo>
                    <a:pt x="2227514" y="434870"/>
                  </a:lnTo>
                  <a:lnTo>
                    <a:pt x="2227509" y="434878"/>
                  </a:lnTo>
                  <a:lnTo>
                    <a:pt x="2227493" y="434896"/>
                  </a:lnTo>
                  <a:lnTo>
                    <a:pt x="2227487" y="434902"/>
                  </a:lnTo>
                  <a:lnTo>
                    <a:pt x="2227475" y="434913"/>
                  </a:lnTo>
                  <a:lnTo>
                    <a:pt x="2227457" y="434926"/>
                  </a:lnTo>
                  <a:lnTo>
                    <a:pt x="2227447" y="434933"/>
                  </a:lnTo>
                  <a:lnTo>
                    <a:pt x="2227441" y="434935"/>
                  </a:lnTo>
                  <a:lnTo>
                    <a:pt x="2227434" y="434937"/>
                  </a:lnTo>
                  <a:lnTo>
                    <a:pt x="2227404" y="434936"/>
                  </a:lnTo>
                  <a:lnTo>
                    <a:pt x="2227366" y="434933"/>
                  </a:lnTo>
                  <a:lnTo>
                    <a:pt x="2227353" y="434933"/>
                  </a:lnTo>
                  <a:lnTo>
                    <a:pt x="2227340" y="434933"/>
                  </a:lnTo>
                  <a:lnTo>
                    <a:pt x="2227327" y="434934"/>
                  </a:lnTo>
                  <a:lnTo>
                    <a:pt x="2227313" y="434936"/>
                  </a:lnTo>
                  <a:lnTo>
                    <a:pt x="2227301" y="434938"/>
                  </a:lnTo>
                  <a:lnTo>
                    <a:pt x="2227279" y="434942"/>
                  </a:lnTo>
                  <a:lnTo>
                    <a:pt x="2227264" y="434946"/>
                  </a:lnTo>
                  <a:lnTo>
                    <a:pt x="2227251" y="434951"/>
                  </a:lnTo>
                  <a:lnTo>
                    <a:pt x="2227084" y="435015"/>
                  </a:lnTo>
                  <a:lnTo>
                    <a:pt x="2227003" y="435047"/>
                  </a:lnTo>
                  <a:lnTo>
                    <a:pt x="2226933" y="435186"/>
                  </a:lnTo>
                  <a:lnTo>
                    <a:pt x="2226931" y="435195"/>
                  </a:lnTo>
                  <a:lnTo>
                    <a:pt x="2226927" y="435213"/>
                  </a:lnTo>
                  <a:lnTo>
                    <a:pt x="2226924" y="435243"/>
                  </a:lnTo>
                  <a:lnTo>
                    <a:pt x="2226923" y="435258"/>
                  </a:lnTo>
                  <a:lnTo>
                    <a:pt x="2226921" y="435287"/>
                  </a:lnTo>
                  <a:lnTo>
                    <a:pt x="2226921" y="435321"/>
                  </a:lnTo>
                  <a:lnTo>
                    <a:pt x="2226923" y="435332"/>
                  </a:lnTo>
                  <a:lnTo>
                    <a:pt x="2226925" y="435340"/>
                  </a:lnTo>
                  <a:lnTo>
                    <a:pt x="2226930" y="435350"/>
                  </a:lnTo>
                  <a:lnTo>
                    <a:pt x="2226948" y="435381"/>
                  </a:lnTo>
                  <a:lnTo>
                    <a:pt x="2226970" y="435411"/>
                  </a:lnTo>
                  <a:lnTo>
                    <a:pt x="2227004" y="435459"/>
                  </a:lnTo>
                  <a:lnTo>
                    <a:pt x="2227012" y="435471"/>
                  </a:lnTo>
                  <a:lnTo>
                    <a:pt x="2227017" y="435482"/>
                  </a:lnTo>
                  <a:lnTo>
                    <a:pt x="2227019" y="435488"/>
                  </a:lnTo>
                  <a:lnTo>
                    <a:pt x="2227021" y="435496"/>
                  </a:lnTo>
                  <a:lnTo>
                    <a:pt x="2227021" y="435508"/>
                  </a:lnTo>
                  <a:lnTo>
                    <a:pt x="2227019" y="435569"/>
                  </a:lnTo>
                  <a:lnTo>
                    <a:pt x="2227018" y="435583"/>
                  </a:lnTo>
                  <a:lnTo>
                    <a:pt x="2227016" y="435594"/>
                  </a:lnTo>
                  <a:lnTo>
                    <a:pt x="2227013" y="435604"/>
                  </a:lnTo>
                  <a:lnTo>
                    <a:pt x="2227003" y="435626"/>
                  </a:lnTo>
                  <a:lnTo>
                    <a:pt x="2226988" y="435652"/>
                  </a:lnTo>
                  <a:lnTo>
                    <a:pt x="2226975" y="435672"/>
                  </a:lnTo>
                  <a:lnTo>
                    <a:pt x="2226948" y="435707"/>
                  </a:lnTo>
                  <a:lnTo>
                    <a:pt x="2226894" y="435778"/>
                  </a:lnTo>
                  <a:lnTo>
                    <a:pt x="2226870" y="435813"/>
                  </a:lnTo>
                  <a:lnTo>
                    <a:pt x="2226857" y="435841"/>
                  </a:lnTo>
                  <a:lnTo>
                    <a:pt x="2226850" y="435854"/>
                  </a:lnTo>
                  <a:lnTo>
                    <a:pt x="2226846" y="435866"/>
                  </a:lnTo>
                  <a:lnTo>
                    <a:pt x="2226843" y="435876"/>
                  </a:lnTo>
                  <a:lnTo>
                    <a:pt x="2226843" y="435889"/>
                  </a:lnTo>
                  <a:lnTo>
                    <a:pt x="2226843" y="435902"/>
                  </a:lnTo>
                  <a:lnTo>
                    <a:pt x="2226844" y="435911"/>
                  </a:lnTo>
                  <a:lnTo>
                    <a:pt x="2226845" y="435917"/>
                  </a:lnTo>
                  <a:lnTo>
                    <a:pt x="2226850" y="435925"/>
                  </a:lnTo>
                  <a:lnTo>
                    <a:pt x="2226859" y="435937"/>
                  </a:lnTo>
                  <a:lnTo>
                    <a:pt x="2226865" y="435944"/>
                  </a:lnTo>
                  <a:lnTo>
                    <a:pt x="2226882" y="435958"/>
                  </a:lnTo>
                  <a:lnTo>
                    <a:pt x="2226890" y="435963"/>
                  </a:lnTo>
                  <a:lnTo>
                    <a:pt x="2226901" y="435969"/>
                  </a:lnTo>
                  <a:lnTo>
                    <a:pt x="2226918" y="435978"/>
                  </a:lnTo>
                  <a:lnTo>
                    <a:pt x="2227153" y="436084"/>
                  </a:lnTo>
                  <a:lnTo>
                    <a:pt x="2227166" y="436089"/>
                  </a:lnTo>
                  <a:lnTo>
                    <a:pt x="2227177" y="436093"/>
                  </a:lnTo>
                  <a:lnTo>
                    <a:pt x="2227526" y="436175"/>
                  </a:lnTo>
                  <a:lnTo>
                    <a:pt x="2227722" y="436201"/>
                  </a:lnTo>
                  <a:lnTo>
                    <a:pt x="2227742" y="436203"/>
                  </a:lnTo>
                  <a:lnTo>
                    <a:pt x="2227755" y="436205"/>
                  </a:lnTo>
                  <a:lnTo>
                    <a:pt x="2227773" y="436208"/>
                  </a:lnTo>
                  <a:lnTo>
                    <a:pt x="2227841" y="436225"/>
                  </a:lnTo>
                  <a:lnTo>
                    <a:pt x="2227872" y="436234"/>
                  </a:lnTo>
                  <a:lnTo>
                    <a:pt x="2227883" y="436238"/>
                  </a:lnTo>
                  <a:lnTo>
                    <a:pt x="2227904" y="436249"/>
                  </a:lnTo>
                  <a:lnTo>
                    <a:pt x="2227918" y="436257"/>
                  </a:lnTo>
                  <a:lnTo>
                    <a:pt x="2227935" y="436269"/>
                  </a:lnTo>
                  <a:lnTo>
                    <a:pt x="2227944" y="436277"/>
                  </a:lnTo>
                  <a:lnTo>
                    <a:pt x="2227957" y="436290"/>
                  </a:lnTo>
                  <a:lnTo>
                    <a:pt x="2227964" y="436297"/>
                  </a:lnTo>
                  <a:lnTo>
                    <a:pt x="2227972" y="436309"/>
                  </a:lnTo>
                  <a:lnTo>
                    <a:pt x="2227978" y="436319"/>
                  </a:lnTo>
                  <a:lnTo>
                    <a:pt x="2227981" y="436329"/>
                  </a:lnTo>
                  <a:lnTo>
                    <a:pt x="2227984" y="436337"/>
                  </a:lnTo>
                  <a:lnTo>
                    <a:pt x="2227984" y="436343"/>
                  </a:lnTo>
                  <a:lnTo>
                    <a:pt x="2227983" y="436350"/>
                  </a:lnTo>
                  <a:lnTo>
                    <a:pt x="2227980" y="436357"/>
                  </a:lnTo>
                  <a:lnTo>
                    <a:pt x="2227976" y="436362"/>
                  </a:lnTo>
                  <a:lnTo>
                    <a:pt x="2227916" y="436428"/>
                  </a:lnTo>
                  <a:lnTo>
                    <a:pt x="2227908" y="436434"/>
                  </a:lnTo>
                  <a:lnTo>
                    <a:pt x="2227899" y="436440"/>
                  </a:lnTo>
                  <a:lnTo>
                    <a:pt x="2227873" y="436452"/>
                  </a:lnTo>
                  <a:lnTo>
                    <a:pt x="2227863" y="436457"/>
                  </a:lnTo>
                  <a:lnTo>
                    <a:pt x="2227854" y="436459"/>
                  </a:lnTo>
                  <a:lnTo>
                    <a:pt x="2227846" y="436461"/>
                  </a:lnTo>
                  <a:lnTo>
                    <a:pt x="2227831" y="436461"/>
                  </a:lnTo>
                  <a:lnTo>
                    <a:pt x="2227807" y="436460"/>
                  </a:lnTo>
                  <a:lnTo>
                    <a:pt x="2227796" y="436460"/>
                  </a:lnTo>
                  <a:lnTo>
                    <a:pt x="2227789" y="436460"/>
                  </a:lnTo>
                  <a:lnTo>
                    <a:pt x="2227783" y="436461"/>
                  </a:lnTo>
                  <a:lnTo>
                    <a:pt x="2227777" y="436464"/>
                  </a:lnTo>
                  <a:lnTo>
                    <a:pt x="2227769" y="436467"/>
                  </a:lnTo>
                  <a:lnTo>
                    <a:pt x="2227724" y="436500"/>
                  </a:lnTo>
                  <a:lnTo>
                    <a:pt x="2227703" y="436517"/>
                  </a:lnTo>
                  <a:lnTo>
                    <a:pt x="2227678" y="436538"/>
                  </a:lnTo>
                  <a:lnTo>
                    <a:pt x="2227669" y="436548"/>
                  </a:lnTo>
                  <a:lnTo>
                    <a:pt x="2227653" y="436568"/>
                  </a:lnTo>
                  <a:lnTo>
                    <a:pt x="2227647" y="436576"/>
                  </a:lnTo>
                  <a:lnTo>
                    <a:pt x="2227642" y="436588"/>
                  </a:lnTo>
                  <a:lnTo>
                    <a:pt x="2227636" y="436601"/>
                  </a:lnTo>
                  <a:lnTo>
                    <a:pt x="2227533" y="436956"/>
                  </a:lnTo>
                  <a:lnTo>
                    <a:pt x="2227531" y="436962"/>
                  </a:lnTo>
                  <a:lnTo>
                    <a:pt x="2227531" y="436969"/>
                  </a:lnTo>
                  <a:lnTo>
                    <a:pt x="2227531" y="436979"/>
                  </a:lnTo>
                  <a:lnTo>
                    <a:pt x="2227534" y="436990"/>
                  </a:lnTo>
                  <a:lnTo>
                    <a:pt x="2227539" y="437000"/>
                  </a:lnTo>
                  <a:lnTo>
                    <a:pt x="2227544" y="437009"/>
                  </a:lnTo>
                  <a:lnTo>
                    <a:pt x="2227588" y="437053"/>
                  </a:lnTo>
                  <a:lnTo>
                    <a:pt x="2227592" y="437057"/>
                  </a:lnTo>
                  <a:lnTo>
                    <a:pt x="2227605" y="437075"/>
                  </a:lnTo>
                  <a:lnTo>
                    <a:pt x="2227614" y="437088"/>
                  </a:lnTo>
                  <a:lnTo>
                    <a:pt x="2227619" y="437098"/>
                  </a:lnTo>
                  <a:lnTo>
                    <a:pt x="2227621" y="437108"/>
                  </a:lnTo>
                  <a:lnTo>
                    <a:pt x="2227622" y="437116"/>
                  </a:lnTo>
                  <a:lnTo>
                    <a:pt x="2227621" y="437122"/>
                  </a:lnTo>
                  <a:lnTo>
                    <a:pt x="2227619" y="437130"/>
                  </a:lnTo>
                  <a:lnTo>
                    <a:pt x="2227615" y="437137"/>
                  </a:lnTo>
                  <a:lnTo>
                    <a:pt x="2227610" y="437143"/>
                  </a:lnTo>
                  <a:lnTo>
                    <a:pt x="2227603" y="437147"/>
                  </a:lnTo>
                  <a:lnTo>
                    <a:pt x="2227595" y="437151"/>
                  </a:lnTo>
                  <a:lnTo>
                    <a:pt x="2227583" y="437153"/>
                  </a:lnTo>
                  <a:lnTo>
                    <a:pt x="2227560" y="437157"/>
                  </a:lnTo>
                  <a:lnTo>
                    <a:pt x="2227535" y="437159"/>
                  </a:lnTo>
                  <a:lnTo>
                    <a:pt x="2227512" y="437160"/>
                  </a:lnTo>
                  <a:lnTo>
                    <a:pt x="2227495" y="437160"/>
                  </a:lnTo>
                  <a:lnTo>
                    <a:pt x="2227486" y="437159"/>
                  </a:lnTo>
                  <a:lnTo>
                    <a:pt x="2227480" y="437157"/>
                  </a:lnTo>
                  <a:lnTo>
                    <a:pt x="2227473" y="437154"/>
                  </a:lnTo>
                  <a:lnTo>
                    <a:pt x="2227467" y="437151"/>
                  </a:lnTo>
                  <a:lnTo>
                    <a:pt x="2227461" y="437145"/>
                  </a:lnTo>
                  <a:lnTo>
                    <a:pt x="2227448" y="437127"/>
                  </a:lnTo>
                  <a:lnTo>
                    <a:pt x="2227412" y="437070"/>
                  </a:lnTo>
                  <a:lnTo>
                    <a:pt x="2227392" y="437042"/>
                  </a:lnTo>
                  <a:lnTo>
                    <a:pt x="2227381" y="437029"/>
                  </a:lnTo>
                  <a:lnTo>
                    <a:pt x="2227371" y="437017"/>
                  </a:lnTo>
                  <a:lnTo>
                    <a:pt x="2227355" y="437001"/>
                  </a:lnTo>
                  <a:lnTo>
                    <a:pt x="2227272" y="436918"/>
                  </a:lnTo>
                  <a:lnTo>
                    <a:pt x="2227193" y="436841"/>
                  </a:lnTo>
                  <a:lnTo>
                    <a:pt x="2227183" y="436831"/>
                  </a:lnTo>
                  <a:lnTo>
                    <a:pt x="2227173" y="436824"/>
                  </a:lnTo>
                  <a:lnTo>
                    <a:pt x="2227154" y="436813"/>
                  </a:lnTo>
                  <a:lnTo>
                    <a:pt x="2227119" y="436793"/>
                  </a:lnTo>
                  <a:lnTo>
                    <a:pt x="2227096" y="436783"/>
                  </a:lnTo>
                  <a:lnTo>
                    <a:pt x="2227078" y="436775"/>
                  </a:lnTo>
                  <a:lnTo>
                    <a:pt x="2227062" y="436771"/>
                  </a:lnTo>
                  <a:lnTo>
                    <a:pt x="2227038" y="436764"/>
                  </a:lnTo>
                  <a:lnTo>
                    <a:pt x="2227024" y="436761"/>
                  </a:lnTo>
                  <a:lnTo>
                    <a:pt x="2227004" y="436759"/>
                  </a:lnTo>
                  <a:lnTo>
                    <a:pt x="2226989" y="436758"/>
                  </a:lnTo>
                  <a:lnTo>
                    <a:pt x="2226974" y="436757"/>
                  </a:lnTo>
                  <a:lnTo>
                    <a:pt x="2226953" y="436756"/>
                  </a:lnTo>
                  <a:lnTo>
                    <a:pt x="2226928" y="436757"/>
                  </a:lnTo>
                  <a:lnTo>
                    <a:pt x="2226905" y="436758"/>
                  </a:lnTo>
                  <a:lnTo>
                    <a:pt x="2226843" y="436763"/>
                  </a:lnTo>
                  <a:lnTo>
                    <a:pt x="2226831" y="436765"/>
                  </a:lnTo>
                  <a:lnTo>
                    <a:pt x="2226453" y="437132"/>
                  </a:lnTo>
                  <a:lnTo>
                    <a:pt x="2226421" y="437159"/>
                  </a:lnTo>
                  <a:lnTo>
                    <a:pt x="2226394" y="437183"/>
                  </a:lnTo>
                  <a:lnTo>
                    <a:pt x="2226381" y="437197"/>
                  </a:lnTo>
                  <a:lnTo>
                    <a:pt x="2226371" y="437208"/>
                  </a:lnTo>
                  <a:lnTo>
                    <a:pt x="2226367" y="437214"/>
                  </a:lnTo>
                  <a:lnTo>
                    <a:pt x="2226365" y="437219"/>
                  </a:lnTo>
                  <a:lnTo>
                    <a:pt x="2226363" y="437228"/>
                  </a:lnTo>
                  <a:lnTo>
                    <a:pt x="2226363" y="437236"/>
                  </a:lnTo>
                  <a:lnTo>
                    <a:pt x="2226363" y="437249"/>
                  </a:lnTo>
                  <a:lnTo>
                    <a:pt x="2226364" y="437257"/>
                  </a:lnTo>
                  <a:lnTo>
                    <a:pt x="2226367" y="437261"/>
                  </a:lnTo>
                  <a:lnTo>
                    <a:pt x="2226379" y="437279"/>
                  </a:lnTo>
                  <a:lnTo>
                    <a:pt x="2226392" y="437293"/>
                  </a:lnTo>
                  <a:lnTo>
                    <a:pt x="2226405" y="437305"/>
                  </a:lnTo>
                  <a:lnTo>
                    <a:pt x="2226417" y="437312"/>
                  </a:lnTo>
                  <a:lnTo>
                    <a:pt x="2226442" y="437328"/>
                  </a:lnTo>
                  <a:lnTo>
                    <a:pt x="2226491" y="437356"/>
                  </a:lnTo>
                  <a:lnTo>
                    <a:pt x="2226544" y="437387"/>
                  </a:lnTo>
                  <a:lnTo>
                    <a:pt x="2226572" y="437403"/>
                  </a:lnTo>
                  <a:lnTo>
                    <a:pt x="2226584" y="437411"/>
                  </a:lnTo>
                  <a:lnTo>
                    <a:pt x="2226594" y="437420"/>
                  </a:lnTo>
                  <a:lnTo>
                    <a:pt x="2226600" y="437427"/>
                  </a:lnTo>
                  <a:lnTo>
                    <a:pt x="2226604" y="437436"/>
                  </a:lnTo>
                  <a:lnTo>
                    <a:pt x="2226609" y="437453"/>
                  </a:lnTo>
                  <a:lnTo>
                    <a:pt x="2226614" y="437485"/>
                  </a:lnTo>
                  <a:lnTo>
                    <a:pt x="2226617" y="437516"/>
                  </a:lnTo>
                  <a:lnTo>
                    <a:pt x="2226652" y="437877"/>
                  </a:lnTo>
                  <a:lnTo>
                    <a:pt x="2226658" y="437950"/>
                  </a:lnTo>
                  <a:lnTo>
                    <a:pt x="2226661" y="437988"/>
                  </a:lnTo>
                  <a:lnTo>
                    <a:pt x="2226661" y="438002"/>
                  </a:lnTo>
                  <a:lnTo>
                    <a:pt x="2226660" y="438040"/>
                  </a:lnTo>
                  <a:lnTo>
                    <a:pt x="2226658" y="438077"/>
                  </a:lnTo>
                  <a:lnTo>
                    <a:pt x="2226656" y="438091"/>
                  </a:lnTo>
                  <a:lnTo>
                    <a:pt x="2226654" y="438100"/>
                  </a:lnTo>
                  <a:lnTo>
                    <a:pt x="2226651" y="438109"/>
                  </a:lnTo>
                  <a:lnTo>
                    <a:pt x="2226647" y="438116"/>
                  </a:lnTo>
                  <a:lnTo>
                    <a:pt x="2226643" y="438121"/>
                  </a:lnTo>
                  <a:lnTo>
                    <a:pt x="2226632" y="438131"/>
                  </a:lnTo>
                  <a:lnTo>
                    <a:pt x="2226584" y="438165"/>
                  </a:lnTo>
                  <a:lnTo>
                    <a:pt x="2226577" y="438168"/>
                  </a:lnTo>
                  <a:lnTo>
                    <a:pt x="2226568" y="438172"/>
                  </a:lnTo>
                  <a:lnTo>
                    <a:pt x="2226556" y="438175"/>
                  </a:lnTo>
                  <a:lnTo>
                    <a:pt x="2226542" y="438177"/>
                  </a:lnTo>
                  <a:lnTo>
                    <a:pt x="2226521" y="438177"/>
                  </a:lnTo>
                  <a:lnTo>
                    <a:pt x="2226504" y="438177"/>
                  </a:lnTo>
                  <a:lnTo>
                    <a:pt x="2226496" y="438176"/>
                  </a:lnTo>
                  <a:lnTo>
                    <a:pt x="2226489" y="438174"/>
                  </a:lnTo>
                  <a:lnTo>
                    <a:pt x="2226482" y="438171"/>
                  </a:lnTo>
                  <a:lnTo>
                    <a:pt x="2226472" y="438165"/>
                  </a:lnTo>
                  <a:lnTo>
                    <a:pt x="2226462" y="438158"/>
                  </a:lnTo>
                  <a:lnTo>
                    <a:pt x="2226449" y="438147"/>
                  </a:lnTo>
                  <a:lnTo>
                    <a:pt x="2226433" y="438130"/>
                  </a:lnTo>
                  <a:lnTo>
                    <a:pt x="2226420" y="438120"/>
                  </a:lnTo>
                  <a:lnTo>
                    <a:pt x="2226408" y="438110"/>
                  </a:lnTo>
                  <a:lnTo>
                    <a:pt x="2226396" y="438103"/>
                  </a:lnTo>
                  <a:lnTo>
                    <a:pt x="2226384" y="438098"/>
                  </a:lnTo>
                  <a:lnTo>
                    <a:pt x="2226374" y="438095"/>
                  </a:lnTo>
                  <a:lnTo>
                    <a:pt x="2226188" y="438068"/>
                  </a:lnTo>
                  <a:lnTo>
                    <a:pt x="2226169" y="438066"/>
                  </a:lnTo>
                  <a:lnTo>
                    <a:pt x="2226155" y="438069"/>
                  </a:lnTo>
                  <a:lnTo>
                    <a:pt x="2226104" y="438092"/>
                  </a:lnTo>
                  <a:lnTo>
                    <a:pt x="2226058" y="438114"/>
                  </a:lnTo>
                  <a:lnTo>
                    <a:pt x="2226033" y="438129"/>
                  </a:lnTo>
                  <a:lnTo>
                    <a:pt x="2226013" y="438151"/>
                  </a:lnTo>
                  <a:lnTo>
                    <a:pt x="2226003" y="438175"/>
                  </a:lnTo>
                  <a:lnTo>
                    <a:pt x="2225997" y="438198"/>
                  </a:lnTo>
                  <a:lnTo>
                    <a:pt x="2226003" y="438211"/>
                  </a:lnTo>
                  <a:lnTo>
                    <a:pt x="2226017" y="438221"/>
                  </a:lnTo>
                  <a:lnTo>
                    <a:pt x="2226031" y="438229"/>
                  </a:lnTo>
                  <a:lnTo>
                    <a:pt x="2226082" y="438257"/>
                  </a:lnTo>
                  <a:lnTo>
                    <a:pt x="2226187" y="438316"/>
                  </a:lnTo>
                  <a:lnTo>
                    <a:pt x="2226278" y="438369"/>
                  </a:lnTo>
                  <a:lnTo>
                    <a:pt x="2226309" y="438387"/>
                  </a:lnTo>
                  <a:lnTo>
                    <a:pt x="2226344" y="438410"/>
                  </a:lnTo>
                  <a:lnTo>
                    <a:pt x="2226373" y="438431"/>
                  </a:lnTo>
                  <a:lnTo>
                    <a:pt x="2226383" y="438438"/>
                  </a:lnTo>
                  <a:lnTo>
                    <a:pt x="2226405" y="438457"/>
                  </a:lnTo>
                  <a:lnTo>
                    <a:pt x="2226426" y="438476"/>
                  </a:lnTo>
                  <a:lnTo>
                    <a:pt x="2226438" y="438488"/>
                  </a:lnTo>
                  <a:lnTo>
                    <a:pt x="2226445" y="438498"/>
                  </a:lnTo>
                  <a:lnTo>
                    <a:pt x="2226452" y="438511"/>
                  </a:lnTo>
                  <a:lnTo>
                    <a:pt x="2226458" y="438523"/>
                  </a:lnTo>
                  <a:lnTo>
                    <a:pt x="2226463" y="438538"/>
                  </a:lnTo>
                  <a:lnTo>
                    <a:pt x="2226467" y="438553"/>
                  </a:lnTo>
                  <a:lnTo>
                    <a:pt x="2226469" y="438560"/>
                  </a:lnTo>
                  <a:lnTo>
                    <a:pt x="2226472" y="438576"/>
                  </a:lnTo>
                  <a:lnTo>
                    <a:pt x="2226475" y="438596"/>
                  </a:lnTo>
                  <a:lnTo>
                    <a:pt x="2226475" y="438618"/>
                  </a:lnTo>
                  <a:lnTo>
                    <a:pt x="2226475" y="438636"/>
                  </a:lnTo>
                  <a:lnTo>
                    <a:pt x="2226458" y="438882"/>
                  </a:lnTo>
                  <a:lnTo>
                    <a:pt x="2226455" y="438894"/>
                  </a:lnTo>
                  <a:lnTo>
                    <a:pt x="2226298" y="439259"/>
                  </a:lnTo>
                  <a:lnTo>
                    <a:pt x="2226276" y="439305"/>
                  </a:lnTo>
                  <a:lnTo>
                    <a:pt x="2226260" y="439369"/>
                  </a:lnTo>
                  <a:lnTo>
                    <a:pt x="2226263" y="439444"/>
                  </a:lnTo>
                  <a:lnTo>
                    <a:pt x="2226420" y="439420"/>
                  </a:lnTo>
                  <a:lnTo>
                    <a:pt x="2226435" y="439419"/>
                  </a:lnTo>
                  <a:lnTo>
                    <a:pt x="2226452" y="439419"/>
                  </a:lnTo>
                  <a:lnTo>
                    <a:pt x="2226462" y="439420"/>
                  </a:lnTo>
                  <a:lnTo>
                    <a:pt x="2226483" y="439424"/>
                  </a:lnTo>
                  <a:lnTo>
                    <a:pt x="2226501" y="439431"/>
                  </a:lnTo>
                  <a:lnTo>
                    <a:pt x="2226695" y="439526"/>
                  </a:lnTo>
                  <a:lnTo>
                    <a:pt x="2226716" y="439619"/>
                  </a:lnTo>
                  <a:lnTo>
                    <a:pt x="2226700" y="439651"/>
                  </a:lnTo>
                  <a:lnTo>
                    <a:pt x="2226685" y="439692"/>
                  </a:lnTo>
                  <a:lnTo>
                    <a:pt x="2226683" y="439700"/>
                  </a:lnTo>
                  <a:lnTo>
                    <a:pt x="2226683" y="439708"/>
                  </a:lnTo>
                  <a:lnTo>
                    <a:pt x="2226683" y="439718"/>
                  </a:lnTo>
                  <a:lnTo>
                    <a:pt x="2226687" y="439729"/>
                  </a:lnTo>
                  <a:lnTo>
                    <a:pt x="2226690" y="439736"/>
                  </a:lnTo>
                  <a:lnTo>
                    <a:pt x="2226695" y="439742"/>
                  </a:lnTo>
                  <a:lnTo>
                    <a:pt x="2226716" y="439761"/>
                  </a:lnTo>
                  <a:lnTo>
                    <a:pt x="2226733" y="439774"/>
                  </a:lnTo>
                  <a:lnTo>
                    <a:pt x="2226762" y="439793"/>
                  </a:lnTo>
                  <a:lnTo>
                    <a:pt x="2226777" y="439800"/>
                  </a:lnTo>
                  <a:lnTo>
                    <a:pt x="2226787" y="439803"/>
                  </a:lnTo>
                  <a:lnTo>
                    <a:pt x="2226803" y="439806"/>
                  </a:lnTo>
                  <a:lnTo>
                    <a:pt x="2226819" y="439807"/>
                  </a:lnTo>
                  <a:lnTo>
                    <a:pt x="2227036" y="439933"/>
                  </a:lnTo>
                  <a:lnTo>
                    <a:pt x="2227042" y="439940"/>
                  </a:lnTo>
                  <a:lnTo>
                    <a:pt x="2227114" y="440008"/>
                  </a:lnTo>
                  <a:lnTo>
                    <a:pt x="2227124" y="440017"/>
                  </a:lnTo>
                  <a:lnTo>
                    <a:pt x="2227137" y="440027"/>
                  </a:lnTo>
                  <a:lnTo>
                    <a:pt x="2227171" y="440050"/>
                  </a:lnTo>
                  <a:lnTo>
                    <a:pt x="2227177" y="440053"/>
                  </a:lnTo>
                  <a:lnTo>
                    <a:pt x="2227298" y="440111"/>
                  </a:lnTo>
                  <a:lnTo>
                    <a:pt x="2227707" y="440278"/>
                  </a:lnTo>
                  <a:lnTo>
                    <a:pt x="2227968" y="440310"/>
                  </a:lnTo>
                  <a:lnTo>
                    <a:pt x="2227978" y="440310"/>
                  </a:lnTo>
                  <a:lnTo>
                    <a:pt x="2227987" y="440311"/>
                  </a:lnTo>
                  <a:lnTo>
                    <a:pt x="2227995" y="440313"/>
                  </a:lnTo>
                  <a:lnTo>
                    <a:pt x="2228009" y="440319"/>
                  </a:lnTo>
                  <a:lnTo>
                    <a:pt x="2228026" y="440327"/>
                  </a:lnTo>
                  <a:lnTo>
                    <a:pt x="2228159" y="440393"/>
                  </a:lnTo>
                  <a:lnTo>
                    <a:pt x="2228174" y="440402"/>
                  </a:lnTo>
                  <a:lnTo>
                    <a:pt x="2228188" y="440414"/>
                  </a:lnTo>
                  <a:lnTo>
                    <a:pt x="2228232" y="440461"/>
                  </a:lnTo>
                  <a:lnTo>
                    <a:pt x="2228247" y="440480"/>
                  </a:lnTo>
                  <a:lnTo>
                    <a:pt x="2228258" y="440494"/>
                  </a:lnTo>
                  <a:lnTo>
                    <a:pt x="2228263" y="440501"/>
                  </a:lnTo>
                  <a:lnTo>
                    <a:pt x="2228267" y="440515"/>
                  </a:lnTo>
                  <a:lnTo>
                    <a:pt x="2228279" y="440556"/>
                  </a:lnTo>
                  <a:lnTo>
                    <a:pt x="2228288" y="440574"/>
                  </a:lnTo>
                  <a:lnTo>
                    <a:pt x="2228323" y="440612"/>
                  </a:lnTo>
                  <a:lnTo>
                    <a:pt x="2228335" y="440625"/>
                  </a:lnTo>
                  <a:lnTo>
                    <a:pt x="2228369" y="440653"/>
                  </a:lnTo>
                  <a:lnTo>
                    <a:pt x="2228500" y="440723"/>
                  </a:lnTo>
                  <a:lnTo>
                    <a:pt x="2228510" y="440728"/>
                  </a:lnTo>
                  <a:lnTo>
                    <a:pt x="2228956" y="441016"/>
                  </a:lnTo>
                  <a:lnTo>
                    <a:pt x="2228974" y="441025"/>
                  </a:lnTo>
                  <a:lnTo>
                    <a:pt x="2229087" y="441042"/>
                  </a:lnTo>
                  <a:lnTo>
                    <a:pt x="2229094" y="441042"/>
                  </a:lnTo>
                  <a:lnTo>
                    <a:pt x="2229104" y="441040"/>
                  </a:lnTo>
                  <a:lnTo>
                    <a:pt x="2229316" y="440983"/>
                  </a:lnTo>
                  <a:lnTo>
                    <a:pt x="2229511" y="440916"/>
                  </a:lnTo>
                  <a:lnTo>
                    <a:pt x="2229533" y="440905"/>
                  </a:lnTo>
                  <a:lnTo>
                    <a:pt x="2229559" y="440888"/>
                  </a:lnTo>
                  <a:lnTo>
                    <a:pt x="2229575" y="440877"/>
                  </a:lnTo>
                  <a:lnTo>
                    <a:pt x="2229595" y="440864"/>
                  </a:lnTo>
                  <a:lnTo>
                    <a:pt x="2229607" y="440849"/>
                  </a:lnTo>
                  <a:lnTo>
                    <a:pt x="2229698" y="440810"/>
                  </a:lnTo>
                  <a:lnTo>
                    <a:pt x="2229853" y="440764"/>
                  </a:lnTo>
                  <a:lnTo>
                    <a:pt x="2230223" y="440743"/>
                  </a:lnTo>
                  <a:lnTo>
                    <a:pt x="2230234" y="440751"/>
                  </a:lnTo>
                  <a:lnTo>
                    <a:pt x="2230268" y="440765"/>
                  </a:lnTo>
                  <a:lnTo>
                    <a:pt x="2230281" y="440769"/>
                  </a:lnTo>
                  <a:lnTo>
                    <a:pt x="2230508" y="440832"/>
                  </a:lnTo>
                  <a:lnTo>
                    <a:pt x="2230658" y="441008"/>
                  </a:lnTo>
                  <a:lnTo>
                    <a:pt x="2230723" y="441237"/>
                  </a:lnTo>
                  <a:lnTo>
                    <a:pt x="2230696" y="441607"/>
                  </a:lnTo>
                  <a:lnTo>
                    <a:pt x="2230681" y="441705"/>
                  </a:lnTo>
                  <a:lnTo>
                    <a:pt x="2230619" y="442104"/>
                  </a:lnTo>
                  <a:lnTo>
                    <a:pt x="2230388" y="442428"/>
                  </a:lnTo>
                  <a:lnTo>
                    <a:pt x="2230157" y="442884"/>
                  </a:lnTo>
                  <a:lnTo>
                    <a:pt x="2230018" y="443322"/>
                  </a:lnTo>
                  <a:lnTo>
                    <a:pt x="2230002" y="443497"/>
                  </a:lnTo>
                  <a:lnTo>
                    <a:pt x="2230022" y="443635"/>
                  </a:lnTo>
                  <a:lnTo>
                    <a:pt x="2230180" y="444075"/>
                  </a:lnTo>
                  <a:lnTo>
                    <a:pt x="2230519" y="444662"/>
                  </a:lnTo>
                  <a:lnTo>
                    <a:pt x="2230558" y="444890"/>
                  </a:lnTo>
                  <a:lnTo>
                    <a:pt x="2230489" y="445337"/>
                  </a:lnTo>
                  <a:lnTo>
                    <a:pt x="2230365" y="445529"/>
                  </a:lnTo>
                  <a:lnTo>
                    <a:pt x="2230118" y="445704"/>
                  </a:lnTo>
                  <a:lnTo>
                    <a:pt x="2229709" y="445836"/>
                  </a:lnTo>
                  <a:lnTo>
                    <a:pt x="2229269" y="446037"/>
                  </a:lnTo>
                  <a:lnTo>
                    <a:pt x="2229154" y="446177"/>
                  </a:lnTo>
                  <a:lnTo>
                    <a:pt x="2229007" y="446537"/>
                  </a:lnTo>
                  <a:lnTo>
                    <a:pt x="2228760" y="447614"/>
                  </a:lnTo>
                  <a:lnTo>
                    <a:pt x="2228745" y="447903"/>
                  </a:lnTo>
                  <a:lnTo>
                    <a:pt x="2228720" y="448306"/>
                  </a:lnTo>
                  <a:lnTo>
                    <a:pt x="2228729" y="448832"/>
                  </a:lnTo>
                  <a:lnTo>
                    <a:pt x="2228752" y="449392"/>
                  </a:lnTo>
                  <a:lnTo>
                    <a:pt x="2228698" y="449743"/>
                  </a:lnTo>
                  <a:lnTo>
                    <a:pt x="2228590" y="449974"/>
                  </a:lnTo>
                  <a:lnTo>
                    <a:pt x="2228498" y="450172"/>
                  </a:lnTo>
                  <a:lnTo>
                    <a:pt x="2228413" y="450592"/>
                  </a:lnTo>
                  <a:lnTo>
                    <a:pt x="2228274" y="450995"/>
                  </a:lnTo>
                  <a:lnTo>
                    <a:pt x="2228004" y="451302"/>
                  </a:lnTo>
                  <a:lnTo>
                    <a:pt x="2227433" y="451792"/>
                  </a:lnTo>
                  <a:lnTo>
                    <a:pt x="2226623" y="452274"/>
                  </a:lnTo>
                  <a:lnTo>
                    <a:pt x="2226291" y="452686"/>
                  </a:lnTo>
                  <a:lnTo>
                    <a:pt x="2226160" y="453176"/>
                  </a:lnTo>
                  <a:lnTo>
                    <a:pt x="2226175" y="453352"/>
                  </a:lnTo>
                  <a:lnTo>
                    <a:pt x="2226270" y="453618"/>
                  </a:lnTo>
                  <a:lnTo>
                    <a:pt x="2226376" y="453790"/>
                  </a:lnTo>
                  <a:lnTo>
                    <a:pt x="2226642" y="454058"/>
                  </a:lnTo>
                  <a:lnTo>
                    <a:pt x="2226865" y="454326"/>
                  </a:lnTo>
                  <a:lnTo>
                    <a:pt x="2226931" y="454406"/>
                  </a:lnTo>
                  <a:lnTo>
                    <a:pt x="2226992" y="454598"/>
                  </a:lnTo>
                  <a:lnTo>
                    <a:pt x="2226962" y="454744"/>
                  </a:lnTo>
                  <a:lnTo>
                    <a:pt x="2226785" y="455296"/>
                  </a:lnTo>
                  <a:lnTo>
                    <a:pt x="2226800" y="455454"/>
                  </a:lnTo>
                  <a:lnTo>
                    <a:pt x="2226901" y="455629"/>
                  </a:lnTo>
                  <a:lnTo>
                    <a:pt x="2226937" y="455954"/>
                  </a:lnTo>
                  <a:lnTo>
                    <a:pt x="2226708" y="456671"/>
                  </a:lnTo>
                  <a:lnTo>
                    <a:pt x="2226584" y="456890"/>
                  </a:lnTo>
                  <a:lnTo>
                    <a:pt x="2225280" y="457985"/>
                  </a:lnTo>
                  <a:lnTo>
                    <a:pt x="2224956" y="458327"/>
                  </a:lnTo>
                  <a:lnTo>
                    <a:pt x="2224941" y="458520"/>
                  </a:lnTo>
                  <a:lnTo>
                    <a:pt x="2225116" y="459308"/>
                  </a:lnTo>
                  <a:lnTo>
                    <a:pt x="2225116" y="459315"/>
                  </a:lnTo>
                  <a:lnTo>
                    <a:pt x="2225120" y="459428"/>
                  </a:lnTo>
                  <a:lnTo>
                    <a:pt x="2225120" y="459442"/>
                  </a:lnTo>
                  <a:lnTo>
                    <a:pt x="2225115" y="459526"/>
                  </a:lnTo>
                  <a:lnTo>
                    <a:pt x="2225049" y="459606"/>
                  </a:lnTo>
                  <a:lnTo>
                    <a:pt x="2224841" y="459597"/>
                  </a:lnTo>
                  <a:lnTo>
                    <a:pt x="2224640" y="459588"/>
                  </a:lnTo>
                  <a:lnTo>
                    <a:pt x="2224516" y="459579"/>
                  </a:lnTo>
                  <a:lnTo>
                    <a:pt x="2224177" y="459553"/>
                  </a:lnTo>
                  <a:lnTo>
                    <a:pt x="2223444" y="459685"/>
                  </a:lnTo>
                  <a:lnTo>
                    <a:pt x="2223089" y="459860"/>
                  </a:lnTo>
                  <a:lnTo>
                    <a:pt x="2223019" y="460026"/>
                  </a:lnTo>
                  <a:lnTo>
                    <a:pt x="2223004" y="460228"/>
                  </a:lnTo>
                  <a:lnTo>
                    <a:pt x="2223135" y="460464"/>
                  </a:lnTo>
                  <a:lnTo>
                    <a:pt x="2223133" y="460525"/>
                  </a:lnTo>
                  <a:lnTo>
                    <a:pt x="2223129" y="460527"/>
                  </a:lnTo>
                  <a:lnTo>
                    <a:pt x="2223123" y="460532"/>
                  </a:lnTo>
                  <a:lnTo>
                    <a:pt x="2223118" y="460537"/>
                  </a:lnTo>
                  <a:lnTo>
                    <a:pt x="2222880" y="460784"/>
                  </a:lnTo>
                  <a:lnTo>
                    <a:pt x="2222875" y="460789"/>
                  </a:lnTo>
                  <a:lnTo>
                    <a:pt x="2222870" y="460796"/>
                  </a:lnTo>
                  <a:lnTo>
                    <a:pt x="2222726" y="460902"/>
                  </a:lnTo>
                  <a:lnTo>
                    <a:pt x="2222394" y="461253"/>
                  </a:lnTo>
                  <a:lnTo>
                    <a:pt x="2222171" y="461656"/>
                  </a:lnTo>
                  <a:lnTo>
                    <a:pt x="2222178" y="461840"/>
                  </a:lnTo>
                  <a:lnTo>
                    <a:pt x="2222425" y="462111"/>
                  </a:lnTo>
                  <a:lnTo>
                    <a:pt x="2222694" y="462440"/>
                  </a:lnTo>
                  <a:lnTo>
                    <a:pt x="2222726" y="462479"/>
                  </a:lnTo>
                  <a:lnTo>
                    <a:pt x="2222934" y="463040"/>
                  </a:lnTo>
                  <a:lnTo>
                    <a:pt x="2222973" y="463530"/>
                  </a:lnTo>
                  <a:lnTo>
                    <a:pt x="2223050" y="463898"/>
                  </a:lnTo>
                  <a:lnTo>
                    <a:pt x="2223181" y="464073"/>
                  </a:lnTo>
                  <a:lnTo>
                    <a:pt x="2223521" y="464240"/>
                  </a:lnTo>
                  <a:lnTo>
                    <a:pt x="2223806" y="464257"/>
                  </a:lnTo>
                  <a:lnTo>
                    <a:pt x="2224215" y="464222"/>
                  </a:lnTo>
                  <a:lnTo>
                    <a:pt x="2224370" y="464336"/>
                  </a:lnTo>
                  <a:lnTo>
                    <a:pt x="2224370" y="464424"/>
                  </a:lnTo>
                  <a:lnTo>
                    <a:pt x="2224161" y="464739"/>
                  </a:lnTo>
                  <a:lnTo>
                    <a:pt x="2224030" y="464958"/>
                  </a:lnTo>
                  <a:lnTo>
                    <a:pt x="2224084" y="465317"/>
                  </a:lnTo>
                  <a:lnTo>
                    <a:pt x="2224038" y="465457"/>
                  </a:lnTo>
                  <a:lnTo>
                    <a:pt x="2223760" y="465624"/>
                  </a:lnTo>
                  <a:lnTo>
                    <a:pt x="2223444" y="465808"/>
                  </a:lnTo>
                  <a:lnTo>
                    <a:pt x="2223174" y="466193"/>
                  </a:lnTo>
                  <a:lnTo>
                    <a:pt x="2222973" y="466377"/>
                  </a:lnTo>
                  <a:lnTo>
                    <a:pt x="2222564" y="466465"/>
                  </a:lnTo>
                  <a:lnTo>
                    <a:pt x="2222279" y="466482"/>
                  </a:lnTo>
                  <a:lnTo>
                    <a:pt x="2221908" y="466351"/>
                  </a:lnTo>
                  <a:lnTo>
                    <a:pt x="2221445" y="466141"/>
                  </a:lnTo>
                  <a:lnTo>
                    <a:pt x="2221275" y="466105"/>
                  </a:lnTo>
                  <a:lnTo>
                    <a:pt x="2220990" y="466211"/>
                  </a:lnTo>
                  <a:lnTo>
                    <a:pt x="2220866" y="466254"/>
                  </a:lnTo>
                  <a:lnTo>
                    <a:pt x="2220211" y="465992"/>
                  </a:lnTo>
                  <a:lnTo>
                    <a:pt x="2219917" y="465834"/>
                  </a:lnTo>
                  <a:lnTo>
                    <a:pt x="2219771" y="465886"/>
                  </a:lnTo>
                  <a:lnTo>
                    <a:pt x="2219323" y="466289"/>
                  </a:lnTo>
                  <a:lnTo>
                    <a:pt x="2219192" y="466657"/>
                  </a:lnTo>
                  <a:lnTo>
                    <a:pt x="2219184" y="466850"/>
                  </a:lnTo>
                  <a:lnTo>
                    <a:pt x="2219763" y="467919"/>
                  </a:lnTo>
                  <a:lnTo>
                    <a:pt x="2220026" y="468464"/>
                  </a:lnTo>
                  <a:lnTo>
                    <a:pt x="2220026" y="468595"/>
                  </a:lnTo>
                  <a:lnTo>
                    <a:pt x="2219824" y="468705"/>
                  </a:lnTo>
                  <a:lnTo>
                    <a:pt x="2219045" y="468879"/>
                  </a:lnTo>
                  <a:lnTo>
                    <a:pt x="2218016" y="468912"/>
                  </a:lnTo>
                  <a:lnTo>
                    <a:pt x="2217852" y="468912"/>
                  </a:lnTo>
                  <a:lnTo>
                    <a:pt x="2217631" y="468890"/>
                  </a:lnTo>
                  <a:lnTo>
                    <a:pt x="2217508" y="468826"/>
                  </a:lnTo>
                  <a:lnTo>
                    <a:pt x="2217256" y="468694"/>
                  </a:lnTo>
                  <a:lnTo>
                    <a:pt x="2216929" y="468475"/>
                  </a:lnTo>
                  <a:lnTo>
                    <a:pt x="2216534" y="468246"/>
                  </a:lnTo>
                  <a:lnTo>
                    <a:pt x="2216083" y="468208"/>
                  </a:lnTo>
                  <a:lnTo>
                    <a:pt x="2215495" y="468279"/>
                  </a:lnTo>
                  <a:lnTo>
                    <a:pt x="2215024" y="468574"/>
                  </a:lnTo>
                  <a:lnTo>
                    <a:pt x="2214505" y="469076"/>
                  </a:lnTo>
                  <a:lnTo>
                    <a:pt x="2214360" y="469120"/>
                  </a:lnTo>
                  <a:lnTo>
                    <a:pt x="2213937" y="468890"/>
                  </a:lnTo>
                  <a:lnTo>
                    <a:pt x="2213774" y="468705"/>
                  </a:lnTo>
                  <a:lnTo>
                    <a:pt x="2213629" y="468679"/>
                  </a:lnTo>
                  <a:lnTo>
                    <a:pt x="2213370" y="468694"/>
                  </a:lnTo>
                  <a:lnTo>
                    <a:pt x="2213119" y="468639"/>
                  </a:lnTo>
                  <a:lnTo>
                    <a:pt x="2212812" y="468344"/>
                  </a:lnTo>
                  <a:lnTo>
                    <a:pt x="2212388" y="467995"/>
                  </a:lnTo>
                  <a:lnTo>
                    <a:pt x="2212100" y="467886"/>
                  </a:lnTo>
                  <a:lnTo>
                    <a:pt x="2211648" y="467951"/>
                  </a:lnTo>
                  <a:lnTo>
                    <a:pt x="2211042" y="468060"/>
                  </a:lnTo>
                  <a:lnTo>
                    <a:pt x="2210618" y="468257"/>
                  </a:lnTo>
                  <a:lnTo>
                    <a:pt x="2210407" y="468497"/>
                  </a:lnTo>
                  <a:lnTo>
                    <a:pt x="2210193" y="469054"/>
                  </a:lnTo>
                  <a:lnTo>
                    <a:pt x="2209936" y="469731"/>
                  </a:lnTo>
                  <a:lnTo>
                    <a:pt x="2209782" y="469884"/>
                  </a:lnTo>
                  <a:lnTo>
                    <a:pt x="2209589" y="469884"/>
                  </a:lnTo>
                  <a:lnTo>
                    <a:pt x="2208974" y="469709"/>
                  </a:lnTo>
                  <a:lnTo>
                    <a:pt x="2208656" y="469720"/>
                  </a:lnTo>
                  <a:lnTo>
                    <a:pt x="2208216" y="469956"/>
                  </a:lnTo>
                  <a:lnTo>
                    <a:pt x="2208214" y="469960"/>
                  </a:lnTo>
                  <a:lnTo>
                    <a:pt x="2208192" y="469983"/>
                  </a:lnTo>
                  <a:lnTo>
                    <a:pt x="2208168" y="470005"/>
                  </a:lnTo>
                  <a:lnTo>
                    <a:pt x="2208144" y="470021"/>
                  </a:lnTo>
                  <a:lnTo>
                    <a:pt x="2207950" y="470123"/>
                  </a:lnTo>
                  <a:lnTo>
                    <a:pt x="2207938" y="470122"/>
                  </a:lnTo>
                  <a:lnTo>
                    <a:pt x="2207753" y="470104"/>
                  </a:lnTo>
                  <a:lnTo>
                    <a:pt x="2207637" y="469960"/>
                  </a:lnTo>
                  <a:lnTo>
                    <a:pt x="2207348" y="469589"/>
                  </a:lnTo>
                  <a:lnTo>
                    <a:pt x="2206925" y="469403"/>
                  </a:lnTo>
                  <a:lnTo>
                    <a:pt x="2206473" y="469360"/>
                  </a:lnTo>
                  <a:lnTo>
                    <a:pt x="2206132" y="469369"/>
                  </a:lnTo>
                  <a:lnTo>
                    <a:pt x="2205424" y="469676"/>
                  </a:lnTo>
                  <a:lnTo>
                    <a:pt x="2204080" y="470289"/>
                  </a:lnTo>
                  <a:lnTo>
                    <a:pt x="2203866" y="470386"/>
                  </a:lnTo>
                  <a:lnTo>
                    <a:pt x="2203217" y="470799"/>
                  </a:lnTo>
                  <a:lnTo>
                    <a:pt x="2202990" y="470943"/>
                  </a:lnTo>
                  <a:lnTo>
                    <a:pt x="2202760" y="471020"/>
                  </a:lnTo>
                  <a:lnTo>
                    <a:pt x="2202490" y="470976"/>
                  </a:lnTo>
                  <a:lnTo>
                    <a:pt x="2201903" y="470834"/>
                  </a:lnTo>
                  <a:lnTo>
                    <a:pt x="2201692" y="470856"/>
                  </a:lnTo>
                  <a:lnTo>
                    <a:pt x="2201451" y="471031"/>
                  </a:lnTo>
                  <a:lnTo>
                    <a:pt x="2201095" y="471533"/>
                  </a:lnTo>
                  <a:lnTo>
                    <a:pt x="2200672" y="471937"/>
                  </a:lnTo>
                  <a:lnTo>
                    <a:pt x="2200441" y="472066"/>
                  </a:lnTo>
                  <a:lnTo>
                    <a:pt x="2200278" y="472188"/>
                  </a:lnTo>
                  <a:lnTo>
                    <a:pt x="2200018" y="472308"/>
                  </a:lnTo>
                  <a:lnTo>
                    <a:pt x="2199066" y="472647"/>
                  </a:lnTo>
                  <a:lnTo>
                    <a:pt x="2198152" y="472789"/>
                  </a:lnTo>
                  <a:lnTo>
                    <a:pt x="2197748" y="472985"/>
                  </a:lnTo>
                  <a:lnTo>
                    <a:pt x="2197094" y="473564"/>
                  </a:lnTo>
                  <a:lnTo>
                    <a:pt x="2196620" y="473944"/>
                  </a:lnTo>
                  <a:lnTo>
                    <a:pt x="2196276" y="474525"/>
                  </a:lnTo>
                  <a:lnTo>
                    <a:pt x="2196055" y="474547"/>
                  </a:lnTo>
                  <a:lnTo>
                    <a:pt x="2195842" y="474525"/>
                  </a:lnTo>
                  <a:lnTo>
                    <a:pt x="2195757" y="474503"/>
                  </a:lnTo>
                  <a:lnTo>
                    <a:pt x="2195584" y="474536"/>
                  </a:lnTo>
                  <a:lnTo>
                    <a:pt x="2195544" y="474605"/>
                  </a:lnTo>
                  <a:lnTo>
                    <a:pt x="2195491" y="474700"/>
                  </a:lnTo>
                  <a:lnTo>
                    <a:pt x="2195507" y="474743"/>
                  </a:lnTo>
                  <a:lnTo>
                    <a:pt x="2195661" y="474940"/>
                  </a:lnTo>
                  <a:lnTo>
                    <a:pt x="2196190" y="475453"/>
                  </a:lnTo>
                  <a:lnTo>
                    <a:pt x="2196584" y="475595"/>
                  </a:lnTo>
                  <a:lnTo>
                    <a:pt x="2197135" y="475713"/>
                  </a:lnTo>
                  <a:lnTo>
                    <a:pt x="2197171" y="475737"/>
                  </a:lnTo>
                  <a:lnTo>
                    <a:pt x="2197411" y="475945"/>
                  </a:lnTo>
                  <a:lnTo>
                    <a:pt x="2197623" y="476392"/>
                  </a:lnTo>
                  <a:lnTo>
                    <a:pt x="2197777" y="476490"/>
                  </a:lnTo>
                  <a:lnTo>
                    <a:pt x="2197988" y="476469"/>
                  </a:lnTo>
                  <a:lnTo>
                    <a:pt x="2198306" y="476349"/>
                  </a:lnTo>
                  <a:lnTo>
                    <a:pt x="2199027" y="476228"/>
                  </a:lnTo>
                  <a:lnTo>
                    <a:pt x="2199749" y="475912"/>
                  </a:lnTo>
                  <a:lnTo>
                    <a:pt x="2200047" y="475846"/>
                  </a:lnTo>
                  <a:lnTo>
                    <a:pt x="2200499" y="475879"/>
                  </a:lnTo>
                  <a:lnTo>
                    <a:pt x="2201346" y="476152"/>
                  </a:lnTo>
                  <a:lnTo>
                    <a:pt x="2201579" y="476294"/>
                  </a:lnTo>
                  <a:lnTo>
                    <a:pt x="2201971" y="476469"/>
                  </a:lnTo>
                  <a:lnTo>
                    <a:pt x="2202182" y="476643"/>
                  </a:lnTo>
                  <a:lnTo>
                    <a:pt x="2202577" y="477047"/>
                  </a:lnTo>
                  <a:lnTo>
                    <a:pt x="2202894" y="477375"/>
                  </a:lnTo>
                  <a:lnTo>
                    <a:pt x="2203125" y="477724"/>
                  </a:lnTo>
                  <a:lnTo>
                    <a:pt x="2203367" y="478415"/>
                  </a:lnTo>
                  <a:lnTo>
                    <a:pt x="2203635" y="478784"/>
                  </a:lnTo>
                  <a:lnTo>
                    <a:pt x="2203895" y="479057"/>
                  </a:lnTo>
                  <a:lnTo>
                    <a:pt x="2204020" y="479352"/>
                  </a:lnTo>
                  <a:lnTo>
                    <a:pt x="2204390" y="480476"/>
                  </a:lnTo>
                  <a:lnTo>
                    <a:pt x="2204395" y="480651"/>
                  </a:lnTo>
                  <a:lnTo>
                    <a:pt x="2204335" y="480857"/>
                  </a:lnTo>
                  <a:lnTo>
                    <a:pt x="2203752" y="482367"/>
                  </a:lnTo>
                  <a:lnTo>
                    <a:pt x="2203641" y="482434"/>
                  </a:lnTo>
                  <a:lnTo>
                    <a:pt x="2203013" y="482099"/>
                  </a:lnTo>
                  <a:lnTo>
                    <a:pt x="2202702" y="482031"/>
                  </a:lnTo>
                  <a:lnTo>
                    <a:pt x="2202326" y="482073"/>
                  </a:lnTo>
                  <a:lnTo>
                    <a:pt x="2201928" y="482245"/>
                  </a:lnTo>
                  <a:lnTo>
                    <a:pt x="2201919" y="482283"/>
                  </a:lnTo>
                  <a:lnTo>
                    <a:pt x="2202158" y="482760"/>
                  </a:lnTo>
                  <a:lnTo>
                    <a:pt x="2202222" y="483223"/>
                  </a:lnTo>
                  <a:lnTo>
                    <a:pt x="2202093" y="484543"/>
                  </a:lnTo>
                  <a:lnTo>
                    <a:pt x="2203217" y="485106"/>
                  </a:lnTo>
                  <a:lnTo>
                    <a:pt x="2203145" y="486862"/>
                  </a:lnTo>
                  <a:lnTo>
                    <a:pt x="2203189" y="486991"/>
                  </a:lnTo>
                  <a:lnTo>
                    <a:pt x="2203220" y="487057"/>
                  </a:lnTo>
                  <a:lnTo>
                    <a:pt x="2203859" y="487311"/>
                  </a:lnTo>
                  <a:lnTo>
                    <a:pt x="2204032" y="487374"/>
                  </a:lnTo>
                  <a:lnTo>
                    <a:pt x="2204578" y="487695"/>
                  </a:lnTo>
                  <a:lnTo>
                    <a:pt x="2204873" y="487911"/>
                  </a:lnTo>
                  <a:lnTo>
                    <a:pt x="2204903" y="487951"/>
                  </a:lnTo>
                  <a:lnTo>
                    <a:pt x="2204837" y="488035"/>
                  </a:lnTo>
                  <a:lnTo>
                    <a:pt x="2204785" y="488100"/>
                  </a:lnTo>
                  <a:lnTo>
                    <a:pt x="2204752" y="488143"/>
                  </a:lnTo>
                  <a:lnTo>
                    <a:pt x="2204734" y="488165"/>
                  </a:lnTo>
                  <a:lnTo>
                    <a:pt x="2204622" y="488109"/>
                  </a:lnTo>
                  <a:lnTo>
                    <a:pt x="2204556" y="488040"/>
                  </a:lnTo>
                  <a:lnTo>
                    <a:pt x="2204515" y="487990"/>
                  </a:lnTo>
                  <a:lnTo>
                    <a:pt x="2204482" y="487966"/>
                  </a:lnTo>
                  <a:lnTo>
                    <a:pt x="2204195" y="487805"/>
                  </a:lnTo>
                  <a:lnTo>
                    <a:pt x="2204003" y="487713"/>
                  </a:lnTo>
                  <a:lnTo>
                    <a:pt x="2203818" y="487647"/>
                  </a:lnTo>
                  <a:lnTo>
                    <a:pt x="2203669" y="487605"/>
                  </a:lnTo>
                  <a:lnTo>
                    <a:pt x="2203444" y="487558"/>
                  </a:lnTo>
                  <a:lnTo>
                    <a:pt x="2203385" y="487565"/>
                  </a:lnTo>
                  <a:lnTo>
                    <a:pt x="2203249" y="487599"/>
                  </a:lnTo>
                  <a:lnTo>
                    <a:pt x="2203028" y="487640"/>
                  </a:lnTo>
                  <a:lnTo>
                    <a:pt x="2202741" y="487606"/>
                  </a:lnTo>
                  <a:lnTo>
                    <a:pt x="2202627" y="487609"/>
                  </a:lnTo>
                  <a:lnTo>
                    <a:pt x="2202526" y="487640"/>
                  </a:lnTo>
                  <a:lnTo>
                    <a:pt x="2202429" y="487624"/>
                  </a:lnTo>
                  <a:lnTo>
                    <a:pt x="2202384" y="487607"/>
                  </a:lnTo>
                  <a:lnTo>
                    <a:pt x="2202235" y="487517"/>
                  </a:lnTo>
                  <a:lnTo>
                    <a:pt x="2202174" y="487471"/>
                  </a:lnTo>
                  <a:lnTo>
                    <a:pt x="2202110" y="487411"/>
                  </a:lnTo>
                  <a:lnTo>
                    <a:pt x="2201994" y="487271"/>
                  </a:lnTo>
                  <a:lnTo>
                    <a:pt x="2201917" y="487130"/>
                  </a:lnTo>
                  <a:lnTo>
                    <a:pt x="2201862" y="486931"/>
                  </a:lnTo>
                  <a:lnTo>
                    <a:pt x="2201804" y="486814"/>
                  </a:lnTo>
                  <a:lnTo>
                    <a:pt x="2201771" y="486709"/>
                  </a:lnTo>
                  <a:lnTo>
                    <a:pt x="2201747" y="486475"/>
                  </a:lnTo>
                  <a:lnTo>
                    <a:pt x="2201758" y="486369"/>
                  </a:lnTo>
                  <a:lnTo>
                    <a:pt x="2201850" y="486154"/>
                  </a:lnTo>
                  <a:lnTo>
                    <a:pt x="2201862" y="486101"/>
                  </a:lnTo>
                  <a:lnTo>
                    <a:pt x="2201874" y="486047"/>
                  </a:lnTo>
                  <a:lnTo>
                    <a:pt x="2201894" y="485961"/>
                  </a:lnTo>
                  <a:lnTo>
                    <a:pt x="2201883" y="485855"/>
                  </a:lnTo>
                  <a:lnTo>
                    <a:pt x="2201910" y="485583"/>
                  </a:lnTo>
                  <a:lnTo>
                    <a:pt x="2202020" y="485210"/>
                  </a:lnTo>
                  <a:lnTo>
                    <a:pt x="2201986" y="485161"/>
                  </a:lnTo>
                  <a:lnTo>
                    <a:pt x="2201909" y="485129"/>
                  </a:lnTo>
                  <a:lnTo>
                    <a:pt x="2201819" y="485106"/>
                  </a:lnTo>
                  <a:lnTo>
                    <a:pt x="2201783" y="485117"/>
                  </a:lnTo>
                  <a:lnTo>
                    <a:pt x="2201674" y="485121"/>
                  </a:lnTo>
                  <a:lnTo>
                    <a:pt x="2201407" y="484930"/>
                  </a:lnTo>
                  <a:lnTo>
                    <a:pt x="2201356" y="484848"/>
                  </a:lnTo>
                  <a:lnTo>
                    <a:pt x="2201304" y="484743"/>
                  </a:lnTo>
                  <a:lnTo>
                    <a:pt x="2201284" y="484612"/>
                  </a:lnTo>
                  <a:lnTo>
                    <a:pt x="2201267" y="484583"/>
                  </a:lnTo>
                  <a:lnTo>
                    <a:pt x="2201225" y="484538"/>
                  </a:lnTo>
                  <a:lnTo>
                    <a:pt x="2201251" y="484293"/>
                  </a:lnTo>
                  <a:lnTo>
                    <a:pt x="2201264" y="484261"/>
                  </a:lnTo>
                  <a:lnTo>
                    <a:pt x="2201257" y="484192"/>
                  </a:lnTo>
                  <a:lnTo>
                    <a:pt x="2201194" y="484092"/>
                  </a:lnTo>
                  <a:lnTo>
                    <a:pt x="2201184" y="484076"/>
                  </a:lnTo>
                  <a:lnTo>
                    <a:pt x="2201155" y="483961"/>
                  </a:lnTo>
                  <a:lnTo>
                    <a:pt x="2201124" y="483886"/>
                  </a:lnTo>
                  <a:lnTo>
                    <a:pt x="2201043" y="483760"/>
                  </a:lnTo>
                  <a:lnTo>
                    <a:pt x="2201031" y="483694"/>
                  </a:lnTo>
                  <a:lnTo>
                    <a:pt x="2201034" y="483682"/>
                  </a:lnTo>
                  <a:lnTo>
                    <a:pt x="2201044" y="483678"/>
                  </a:lnTo>
                  <a:lnTo>
                    <a:pt x="2201046" y="483654"/>
                  </a:lnTo>
                  <a:lnTo>
                    <a:pt x="2201007" y="483515"/>
                  </a:lnTo>
                  <a:lnTo>
                    <a:pt x="2200955" y="483419"/>
                  </a:lnTo>
                  <a:lnTo>
                    <a:pt x="2200808" y="483151"/>
                  </a:lnTo>
                  <a:lnTo>
                    <a:pt x="2200774" y="483098"/>
                  </a:lnTo>
                  <a:lnTo>
                    <a:pt x="2200623" y="482863"/>
                  </a:lnTo>
                  <a:lnTo>
                    <a:pt x="2200593" y="482836"/>
                  </a:lnTo>
                  <a:lnTo>
                    <a:pt x="2200580" y="482830"/>
                  </a:lnTo>
                  <a:lnTo>
                    <a:pt x="2200513" y="482801"/>
                  </a:lnTo>
                  <a:lnTo>
                    <a:pt x="2200449" y="482786"/>
                  </a:lnTo>
                  <a:lnTo>
                    <a:pt x="2200414" y="482768"/>
                  </a:lnTo>
                  <a:lnTo>
                    <a:pt x="2200401" y="482759"/>
                  </a:lnTo>
                  <a:lnTo>
                    <a:pt x="2200384" y="482719"/>
                  </a:lnTo>
                  <a:lnTo>
                    <a:pt x="2200430" y="482569"/>
                  </a:lnTo>
                  <a:lnTo>
                    <a:pt x="2200396" y="482415"/>
                  </a:lnTo>
                  <a:lnTo>
                    <a:pt x="2200334" y="482253"/>
                  </a:lnTo>
                  <a:lnTo>
                    <a:pt x="2200341" y="482126"/>
                  </a:lnTo>
                  <a:lnTo>
                    <a:pt x="2200374" y="482025"/>
                  </a:lnTo>
                  <a:lnTo>
                    <a:pt x="2200425" y="481669"/>
                  </a:lnTo>
                  <a:lnTo>
                    <a:pt x="2200375" y="481639"/>
                  </a:lnTo>
                  <a:lnTo>
                    <a:pt x="2200349" y="481624"/>
                  </a:lnTo>
                  <a:lnTo>
                    <a:pt x="2200336" y="481621"/>
                  </a:lnTo>
                  <a:lnTo>
                    <a:pt x="2200283" y="481584"/>
                  </a:lnTo>
                  <a:lnTo>
                    <a:pt x="2200183" y="481412"/>
                  </a:lnTo>
                  <a:lnTo>
                    <a:pt x="2200094" y="481284"/>
                  </a:lnTo>
                  <a:lnTo>
                    <a:pt x="2199948" y="481191"/>
                  </a:lnTo>
                  <a:lnTo>
                    <a:pt x="2199894" y="481139"/>
                  </a:lnTo>
                  <a:lnTo>
                    <a:pt x="2199796" y="480911"/>
                  </a:lnTo>
                  <a:lnTo>
                    <a:pt x="2199792" y="480792"/>
                  </a:lnTo>
                  <a:lnTo>
                    <a:pt x="2199852" y="480631"/>
                  </a:lnTo>
                  <a:lnTo>
                    <a:pt x="2199943" y="480477"/>
                  </a:lnTo>
                  <a:lnTo>
                    <a:pt x="2200103" y="480274"/>
                  </a:lnTo>
                  <a:lnTo>
                    <a:pt x="2200200" y="480111"/>
                  </a:lnTo>
                  <a:lnTo>
                    <a:pt x="2200310" y="479893"/>
                  </a:lnTo>
                  <a:lnTo>
                    <a:pt x="2200326" y="479836"/>
                  </a:lnTo>
                  <a:lnTo>
                    <a:pt x="2200312" y="479812"/>
                  </a:lnTo>
                  <a:lnTo>
                    <a:pt x="2200227" y="479762"/>
                  </a:lnTo>
                  <a:lnTo>
                    <a:pt x="2200188" y="479730"/>
                  </a:lnTo>
                  <a:lnTo>
                    <a:pt x="2200128" y="479644"/>
                  </a:lnTo>
                  <a:lnTo>
                    <a:pt x="2200076" y="479608"/>
                  </a:lnTo>
                  <a:lnTo>
                    <a:pt x="2199931" y="479525"/>
                  </a:lnTo>
                  <a:lnTo>
                    <a:pt x="2199650" y="479423"/>
                  </a:lnTo>
                  <a:lnTo>
                    <a:pt x="2199535" y="479406"/>
                  </a:lnTo>
                  <a:lnTo>
                    <a:pt x="2199410" y="479409"/>
                  </a:lnTo>
                  <a:lnTo>
                    <a:pt x="2199363" y="479400"/>
                  </a:lnTo>
                  <a:lnTo>
                    <a:pt x="2199114" y="479383"/>
                  </a:lnTo>
                  <a:lnTo>
                    <a:pt x="2199083" y="479390"/>
                  </a:lnTo>
                  <a:lnTo>
                    <a:pt x="2199044" y="479385"/>
                  </a:lnTo>
                  <a:lnTo>
                    <a:pt x="2198950" y="479357"/>
                  </a:lnTo>
                  <a:lnTo>
                    <a:pt x="2198866" y="479346"/>
                  </a:lnTo>
                  <a:lnTo>
                    <a:pt x="2198830" y="479380"/>
                  </a:lnTo>
                  <a:lnTo>
                    <a:pt x="2198819" y="479422"/>
                  </a:lnTo>
                  <a:lnTo>
                    <a:pt x="2198793" y="479469"/>
                  </a:lnTo>
                  <a:lnTo>
                    <a:pt x="2198724" y="479508"/>
                  </a:lnTo>
                  <a:lnTo>
                    <a:pt x="2198634" y="479547"/>
                  </a:lnTo>
                  <a:lnTo>
                    <a:pt x="2198555" y="479600"/>
                  </a:lnTo>
                  <a:lnTo>
                    <a:pt x="2198436" y="479709"/>
                  </a:lnTo>
                  <a:lnTo>
                    <a:pt x="2198322" y="479850"/>
                  </a:lnTo>
                  <a:lnTo>
                    <a:pt x="2198235" y="479993"/>
                  </a:lnTo>
                  <a:lnTo>
                    <a:pt x="2198168" y="480263"/>
                  </a:lnTo>
                  <a:lnTo>
                    <a:pt x="2198169" y="480283"/>
                  </a:lnTo>
                  <a:lnTo>
                    <a:pt x="2198162" y="480301"/>
                  </a:lnTo>
                  <a:lnTo>
                    <a:pt x="2198102" y="480369"/>
                  </a:lnTo>
                  <a:lnTo>
                    <a:pt x="2198104" y="480427"/>
                  </a:lnTo>
                  <a:lnTo>
                    <a:pt x="2198129" y="480475"/>
                  </a:lnTo>
                  <a:lnTo>
                    <a:pt x="2198169" y="480536"/>
                  </a:lnTo>
                  <a:lnTo>
                    <a:pt x="2198196" y="480642"/>
                  </a:lnTo>
                  <a:lnTo>
                    <a:pt x="2198201" y="480662"/>
                  </a:lnTo>
                  <a:lnTo>
                    <a:pt x="2198207" y="480681"/>
                  </a:lnTo>
                  <a:lnTo>
                    <a:pt x="2198233" y="480757"/>
                  </a:lnTo>
                  <a:lnTo>
                    <a:pt x="2198507" y="481012"/>
                  </a:lnTo>
                  <a:lnTo>
                    <a:pt x="2198557" y="481075"/>
                  </a:lnTo>
                  <a:lnTo>
                    <a:pt x="2198598" y="481138"/>
                  </a:lnTo>
                  <a:lnTo>
                    <a:pt x="2198604" y="481152"/>
                  </a:lnTo>
                  <a:lnTo>
                    <a:pt x="2198697" y="481374"/>
                  </a:lnTo>
                  <a:lnTo>
                    <a:pt x="2198738" y="481487"/>
                  </a:lnTo>
                  <a:lnTo>
                    <a:pt x="2198742" y="481646"/>
                  </a:lnTo>
                  <a:lnTo>
                    <a:pt x="2198745" y="481654"/>
                  </a:lnTo>
                  <a:lnTo>
                    <a:pt x="2198742" y="481661"/>
                  </a:lnTo>
                  <a:lnTo>
                    <a:pt x="2198702" y="481809"/>
                  </a:lnTo>
                  <a:lnTo>
                    <a:pt x="2198587" y="481983"/>
                  </a:lnTo>
                  <a:lnTo>
                    <a:pt x="2198471" y="482153"/>
                  </a:lnTo>
                  <a:lnTo>
                    <a:pt x="2198385" y="482301"/>
                  </a:lnTo>
                  <a:lnTo>
                    <a:pt x="2198258" y="482369"/>
                  </a:lnTo>
                  <a:lnTo>
                    <a:pt x="2198203" y="482412"/>
                  </a:lnTo>
                  <a:lnTo>
                    <a:pt x="2198177" y="482451"/>
                  </a:lnTo>
                  <a:lnTo>
                    <a:pt x="2198139" y="482492"/>
                  </a:lnTo>
                  <a:lnTo>
                    <a:pt x="2198033" y="482518"/>
                  </a:lnTo>
                  <a:lnTo>
                    <a:pt x="2197926" y="482524"/>
                  </a:lnTo>
                  <a:lnTo>
                    <a:pt x="2197611" y="482576"/>
                  </a:lnTo>
                  <a:lnTo>
                    <a:pt x="2197489" y="482573"/>
                  </a:lnTo>
                  <a:lnTo>
                    <a:pt x="2197225" y="482539"/>
                  </a:lnTo>
                  <a:lnTo>
                    <a:pt x="2197179" y="482533"/>
                  </a:lnTo>
                  <a:lnTo>
                    <a:pt x="2197022" y="482491"/>
                  </a:lnTo>
                  <a:lnTo>
                    <a:pt x="2196816" y="482406"/>
                  </a:lnTo>
                  <a:lnTo>
                    <a:pt x="2196771" y="482377"/>
                  </a:lnTo>
                  <a:lnTo>
                    <a:pt x="2196562" y="482182"/>
                  </a:lnTo>
                  <a:lnTo>
                    <a:pt x="2196380" y="481924"/>
                  </a:lnTo>
                  <a:lnTo>
                    <a:pt x="2196325" y="481774"/>
                  </a:lnTo>
                  <a:lnTo>
                    <a:pt x="2196260" y="481695"/>
                  </a:lnTo>
                  <a:lnTo>
                    <a:pt x="2196202" y="481651"/>
                  </a:lnTo>
                  <a:lnTo>
                    <a:pt x="2196147" y="481505"/>
                  </a:lnTo>
                  <a:lnTo>
                    <a:pt x="2196114" y="481336"/>
                  </a:lnTo>
                  <a:lnTo>
                    <a:pt x="2196143" y="481249"/>
                  </a:lnTo>
                  <a:lnTo>
                    <a:pt x="2196281" y="481042"/>
                  </a:lnTo>
                  <a:lnTo>
                    <a:pt x="2196304" y="480994"/>
                  </a:lnTo>
                  <a:lnTo>
                    <a:pt x="2196307" y="480966"/>
                  </a:lnTo>
                  <a:lnTo>
                    <a:pt x="2196362" y="480902"/>
                  </a:lnTo>
                  <a:lnTo>
                    <a:pt x="2196385" y="480887"/>
                  </a:lnTo>
                  <a:lnTo>
                    <a:pt x="2196478" y="480842"/>
                  </a:lnTo>
                  <a:lnTo>
                    <a:pt x="2196598" y="480796"/>
                  </a:lnTo>
                  <a:lnTo>
                    <a:pt x="2196639" y="480740"/>
                  </a:lnTo>
                  <a:lnTo>
                    <a:pt x="2196650" y="480691"/>
                  </a:lnTo>
                  <a:lnTo>
                    <a:pt x="2196669" y="480656"/>
                  </a:lnTo>
                  <a:lnTo>
                    <a:pt x="2196846" y="480387"/>
                  </a:lnTo>
                  <a:lnTo>
                    <a:pt x="2196926" y="480244"/>
                  </a:lnTo>
                  <a:lnTo>
                    <a:pt x="2196944" y="480142"/>
                  </a:lnTo>
                  <a:lnTo>
                    <a:pt x="2196915" y="480043"/>
                  </a:lnTo>
                  <a:lnTo>
                    <a:pt x="2196840" y="479928"/>
                  </a:lnTo>
                  <a:lnTo>
                    <a:pt x="2196793" y="479872"/>
                  </a:lnTo>
                  <a:lnTo>
                    <a:pt x="2196649" y="479769"/>
                  </a:lnTo>
                  <a:lnTo>
                    <a:pt x="2196527" y="479725"/>
                  </a:lnTo>
                  <a:lnTo>
                    <a:pt x="2196389" y="479627"/>
                  </a:lnTo>
                  <a:lnTo>
                    <a:pt x="2196412" y="479592"/>
                  </a:lnTo>
                  <a:lnTo>
                    <a:pt x="2196403" y="479565"/>
                  </a:lnTo>
                  <a:lnTo>
                    <a:pt x="2196380" y="479547"/>
                  </a:lnTo>
                  <a:lnTo>
                    <a:pt x="2196348" y="479547"/>
                  </a:lnTo>
                  <a:lnTo>
                    <a:pt x="2196289" y="479557"/>
                  </a:lnTo>
                  <a:lnTo>
                    <a:pt x="2196030" y="479712"/>
                  </a:lnTo>
                  <a:lnTo>
                    <a:pt x="2195992" y="479725"/>
                  </a:lnTo>
                  <a:lnTo>
                    <a:pt x="2195896" y="479720"/>
                  </a:lnTo>
                  <a:lnTo>
                    <a:pt x="2195850" y="479734"/>
                  </a:lnTo>
                  <a:lnTo>
                    <a:pt x="2195811" y="479785"/>
                  </a:lnTo>
                  <a:lnTo>
                    <a:pt x="2195809" y="479819"/>
                  </a:lnTo>
                  <a:lnTo>
                    <a:pt x="2195789" y="479874"/>
                  </a:lnTo>
                  <a:lnTo>
                    <a:pt x="2195727" y="479967"/>
                  </a:lnTo>
                  <a:lnTo>
                    <a:pt x="2195668" y="480024"/>
                  </a:lnTo>
                  <a:lnTo>
                    <a:pt x="2195609" y="480069"/>
                  </a:lnTo>
                  <a:lnTo>
                    <a:pt x="2195530" y="480105"/>
                  </a:lnTo>
                  <a:lnTo>
                    <a:pt x="2195481" y="480158"/>
                  </a:lnTo>
                  <a:lnTo>
                    <a:pt x="2195452" y="480221"/>
                  </a:lnTo>
                  <a:lnTo>
                    <a:pt x="2195397" y="480253"/>
                  </a:lnTo>
                  <a:lnTo>
                    <a:pt x="2195382" y="480261"/>
                  </a:lnTo>
                  <a:lnTo>
                    <a:pt x="2195134" y="480269"/>
                  </a:lnTo>
                  <a:lnTo>
                    <a:pt x="2194911" y="480265"/>
                  </a:lnTo>
                  <a:lnTo>
                    <a:pt x="2194814" y="480219"/>
                  </a:lnTo>
                  <a:lnTo>
                    <a:pt x="2194694" y="480145"/>
                  </a:lnTo>
                  <a:lnTo>
                    <a:pt x="2194646" y="480105"/>
                  </a:lnTo>
                  <a:lnTo>
                    <a:pt x="2194609" y="480051"/>
                  </a:lnTo>
                  <a:lnTo>
                    <a:pt x="2194597" y="479990"/>
                  </a:lnTo>
                  <a:lnTo>
                    <a:pt x="2194598" y="479922"/>
                  </a:lnTo>
                  <a:lnTo>
                    <a:pt x="2194611" y="479851"/>
                  </a:lnTo>
                  <a:lnTo>
                    <a:pt x="2194646" y="479848"/>
                  </a:lnTo>
                  <a:lnTo>
                    <a:pt x="2194685" y="479832"/>
                  </a:lnTo>
                  <a:lnTo>
                    <a:pt x="2194716" y="479796"/>
                  </a:lnTo>
                  <a:lnTo>
                    <a:pt x="2194687" y="479753"/>
                  </a:lnTo>
                  <a:lnTo>
                    <a:pt x="2194553" y="479665"/>
                  </a:lnTo>
                  <a:lnTo>
                    <a:pt x="2194453" y="479547"/>
                  </a:lnTo>
                  <a:lnTo>
                    <a:pt x="2194378" y="479376"/>
                  </a:lnTo>
                  <a:lnTo>
                    <a:pt x="2194226" y="479153"/>
                  </a:lnTo>
                  <a:lnTo>
                    <a:pt x="2194155" y="479075"/>
                  </a:lnTo>
                  <a:lnTo>
                    <a:pt x="2193755" y="478729"/>
                  </a:lnTo>
                  <a:lnTo>
                    <a:pt x="2193642" y="478672"/>
                  </a:lnTo>
                  <a:lnTo>
                    <a:pt x="2193475" y="478539"/>
                  </a:lnTo>
                  <a:lnTo>
                    <a:pt x="2193321" y="478445"/>
                  </a:lnTo>
                  <a:lnTo>
                    <a:pt x="2193225" y="478403"/>
                  </a:lnTo>
                  <a:lnTo>
                    <a:pt x="2192826" y="478158"/>
                  </a:lnTo>
                  <a:lnTo>
                    <a:pt x="2192678" y="478107"/>
                  </a:lnTo>
                  <a:lnTo>
                    <a:pt x="2192422" y="477961"/>
                  </a:lnTo>
                  <a:lnTo>
                    <a:pt x="2192311" y="477863"/>
                  </a:lnTo>
                  <a:lnTo>
                    <a:pt x="2192300" y="477846"/>
                  </a:lnTo>
                  <a:lnTo>
                    <a:pt x="2192244" y="477764"/>
                  </a:lnTo>
                  <a:lnTo>
                    <a:pt x="2192227" y="477746"/>
                  </a:lnTo>
                  <a:lnTo>
                    <a:pt x="2192143" y="477671"/>
                  </a:lnTo>
                  <a:lnTo>
                    <a:pt x="2191991" y="477536"/>
                  </a:lnTo>
                  <a:lnTo>
                    <a:pt x="2191950" y="477382"/>
                  </a:lnTo>
                  <a:lnTo>
                    <a:pt x="2191884" y="477261"/>
                  </a:lnTo>
                  <a:lnTo>
                    <a:pt x="2191811" y="477164"/>
                  </a:lnTo>
                  <a:lnTo>
                    <a:pt x="2191713" y="477013"/>
                  </a:lnTo>
                  <a:lnTo>
                    <a:pt x="2191655" y="476900"/>
                  </a:lnTo>
                  <a:lnTo>
                    <a:pt x="2191577" y="476583"/>
                  </a:lnTo>
                  <a:lnTo>
                    <a:pt x="2191543" y="476501"/>
                  </a:lnTo>
                  <a:lnTo>
                    <a:pt x="2191510" y="476420"/>
                  </a:lnTo>
                  <a:lnTo>
                    <a:pt x="2191462" y="476123"/>
                  </a:lnTo>
                  <a:lnTo>
                    <a:pt x="2191452" y="476094"/>
                  </a:lnTo>
                  <a:lnTo>
                    <a:pt x="2191442" y="476076"/>
                  </a:lnTo>
                  <a:lnTo>
                    <a:pt x="2191255" y="475883"/>
                  </a:lnTo>
                  <a:lnTo>
                    <a:pt x="2191157" y="475725"/>
                  </a:lnTo>
                  <a:lnTo>
                    <a:pt x="2191100" y="475698"/>
                  </a:lnTo>
                  <a:lnTo>
                    <a:pt x="2191062" y="475681"/>
                  </a:lnTo>
                  <a:lnTo>
                    <a:pt x="2190774" y="475755"/>
                  </a:lnTo>
                  <a:lnTo>
                    <a:pt x="2190536" y="475687"/>
                  </a:lnTo>
                  <a:lnTo>
                    <a:pt x="2190470" y="475675"/>
                  </a:lnTo>
                  <a:lnTo>
                    <a:pt x="2190288" y="475659"/>
                  </a:lnTo>
                  <a:lnTo>
                    <a:pt x="2190246" y="475661"/>
                  </a:lnTo>
                  <a:lnTo>
                    <a:pt x="2190228" y="475670"/>
                  </a:lnTo>
                  <a:lnTo>
                    <a:pt x="2190162" y="475662"/>
                  </a:lnTo>
                  <a:lnTo>
                    <a:pt x="2190117" y="475647"/>
                  </a:lnTo>
                  <a:lnTo>
                    <a:pt x="2189939" y="475561"/>
                  </a:lnTo>
                  <a:lnTo>
                    <a:pt x="2189923" y="475548"/>
                  </a:lnTo>
                  <a:lnTo>
                    <a:pt x="2189878" y="475514"/>
                  </a:lnTo>
                  <a:lnTo>
                    <a:pt x="2189818" y="475433"/>
                  </a:lnTo>
                  <a:lnTo>
                    <a:pt x="2189802" y="475386"/>
                  </a:lnTo>
                  <a:lnTo>
                    <a:pt x="2189809" y="475282"/>
                  </a:lnTo>
                  <a:lnTo>
                    <a:pt x="2189821" y="475262"/>
                  </a:lnTo>
                  <a:lnTo>
                    <a:pt x="2189819" y="475171"/>
                  </a:lnTo>
                  <a:lnTo>
                    <a:pt x="2189818" y="475159"/>
                  </a:lnTo>
                  <a:lnTo>
                    <a:pt x="2189720" y="474937"/>
                  </a:lnTo>
                  <a:lnTo>
                    <a:pt x="2189659" y="474887"/>
                  </a:lnTo>
                  <a:lnTo>
                    <a:pt x="2189567" y="474832"/>
                  </a:lnTo>
                  <a:lnTo>
                    <a:pt x="2189536" y="474806"/>
                  </a:lnTo>
                  <a:lnTo>
                    <a:pt x="2189483" y="474735"/>
                  </a:lnTo>
                  <a:lnTo>
                    <a:pt x="2189340" y="474505"/>
                  </a:lnTo>
                  <a:lnTo>
                    <a:pt x="2189269" y="474429"/>
                  </a:lnTo>
                  <a:lnTo>
                    <a:pt x="2189241" y="474413"/>
                  </a:lnTo>
                  <a:lnTo>
                    <a:pt x="2189151" y="474286"/>
                  </a:lnTo>
                  <a:lnTo>
                    <a:pt x="2189130" y="474171"/>
                  </a:lnTo>
                  <a:lnTo>
                    <a:pt x="2189155" y="474088"/>
                  </a:lnTo>
                  <a:lnTo>
                    <a:pt x="2189177" y="473787"/>
                  </a:lnTo>
                  <a:lnTo>
                    <a:pt x="2189315" y="473593"/>
                  </a:lnTo>
                  <a:lnTo>
                    <a:pt x="2189412" y="473335"/>
                  </a:lnTo>
                  <a:lnTo>
                    <a:pt x="2189488" y="473195"/>
                  </a:lnTo>
                  <a:lnTo>
                    <a:pt x="2189540" y="472998"/>
                  </a:lnTo>
                  <a:lnTo>
                    <a:pt x="2189514" y="472843"/>
                  </a:lnTo>
                  <a:lnTo>
                    <a:pt x="2189475" y="472726"/>
                  </a:lnTo>
                  <a:lnTo>
                    <a:pt x="2189402" y="472622"/>
                  </a:lnTo>
                  <a:lnTo>
                    <a:pt x="2189294" y="472516"/>
                  </a:lnTo>
                  <a:lnTo>
                    <a:pt x="2189239" y="472489"/>
                  </a:lnTo>
                  <a:lnTo>
                    <a:pt x="2189193" y="472455"/>
                  </a:lnTo>
                  <a:lnTo>
                    <a:pt x="2189101" y="472345"/>
                  </a:lnTo>
                  <a:lnTo>
                    <a:pt x="2188980" y="472148"/>
                  </a:lnTo>
                  <a:lnTo>
                    <a:pt x="2188835" y="471858"/>
                  </a:lnTo>
                  <a:lnTo>
                    <a:pt x="2188833" y="471802"/>
                  </a:lnTo>
                  <a:lnTo>
                    <a:pt x="2188857" y="471728"/>
                  </a:lnTo>
                  <a:lnTo>
                    <a:pt x="2188872" y="471705"/>
                  </a:lnTo>
                  <a:lnTo>
                    <a:pt x="2188904" y="471677"/>
                  </a:lnTo>
                  <a:lnTo>
                    <a:pt x="2188986" y="471630"/>
                  </a:lnTo>
                  <a:lnTo>
                    <a:pt x="2189009" y="471607"/>
                  </a:lnTo>
                  <a:lnTo>
                    <a:pt x="2189025" y="471590"/>
                  </a:lnTo>
                  <a:lnTo>
                    <a:pt x="2189051" y="471557"/>
                  </a:lnTo>
                  <a:lnTo>
                    <a:pt x="2189068" y="471535"/>
                  </a:lnTo>
                  <a:lnTo>
                    <a:pt x="2189108" y="471440"/>
                  </a:lnTo>
                  <a:lnTo>
                    <a:pt x="2189196" y="471270"/>
                  </a:lnTo>
                  <a:lnTo>
                    <a:pt x="2189233" y="471215"/>
                  </a:lnTo>
                  <a:lnTo>
                    <a:pt x="2189244" y="471146"/>
                  </a:lnTo>
                  <a:lnTo>
                    <a:pt x="2189208" y="471033"/>
                  </a:lnTo>
                  <a:lnTo>
                    <a:pt x="2189233" y="470745"/>
                  </a:lnTo>
                  <a:lnTo>
                    <a:pt x="2189280" y="470542"/>
                  </a:lnTo>
                  <a:lnTo>
                    <a:pt x="2189315" y="470435"/>
                  </a:lnTo>
                  <a:lnTo>
                    <a:pt x="2189355" y="470347"/>
                  </a:lnTo>
                  <a:lnTo>
                    <a:pt x="2189443" y="470268"/>
                  </a:lnTo>
                  <a:lnTo>
                    <a:pt x="2189456" y="470203"/>
                  </a:lnTo>
                  <a:lnTo>
                    <a:pt x="2189518" y="469994"/>
                  </a:lnTo>
                  <a:lnTo>
                    <a:pt x="2189534" y="469959"/>
                  </a:lnTo>
                  <a:lnTo>
                    <a:pt x="2189537" y="469947"/>
                  </a:lnTo>
                  <a:lnTo>
                    <a:pt x="2189556" y="469751"/>
                  </a:lnTo>
                  <a:lnTo>
                    <a:pt x="2189555" y="469734"/>
                  </a:lnTo>
                  <a:lnTo>
                    <a:pt x="2189554" y="469728"/>
                  </a:lnTo>
                  <a:lnTo>
                    <a:pt x="2189552" y="469722"/>
                  </a:lnTo>
                  <a:lnTo>
                    <a:pt x="2189528" y="469654"/>
                  </a:lnTo>
                  <a:lnTo>
                    <a:pt x="2189484" y="469554"/>
                  </a:lnTo>
                  <a:lnTo>
                    <a:pt x="2189487" y="469380"/>
                  </a:lnTo>
                  <a:lnTo>
                    <a:pt x="2189488" y="469367"/>
                  </a:lnTo>
                  <a:lnTo>
                    <a:pt x="2189491" y="469348"/>
                  </a:lnTo>
                  <a:lnTo>
                    <a:pt x="2189497" y="469334"/>
                  </a:lnTo>
                  <a:lnTo>
                    <a:pt x="2189505" y="469317"/>
                  </a:lnTo>
                  <a:lnTo>
                    <a:pt x="2189514" y="469304"/>
                  </a:lnTo>
                  <a:lnTo>
                    <a:pt x="2189519" y="469298"/>
                  </a:lnTo>
                  <a:lnTo>
                    <a:pt x="2189528" y="469296"/>
                  </a:lnTo>
                  <a:lnTo>
                    <a:pt x="2189513" y="469260"/>
                  </a:lnTo>
                  <a:lnTo>
                    <a:pt x="2189503" y="469094"/>
                  </a:lnTo>
                  <a:lnTo>
                    <a:pt x="2189563" y="468995"/>
                  </a:lnTo>
                  <a:lnTo>
                    <a:pt x="2189680" y="468877"/>
                  </a:lnTo>
                  <a:lnTo>
                    <a:pt x="2189844" y="468746"/>
                  </a:lnTo>
                  <a:lnTo>
                    <a:pt x="2190056" y="468634"/>
                  </a:lnTo>
                  <a:lnTo>
                    <a:pt x="2190177" y="468552"/>
                  </a:lnTo>
                  <a:lnTo>
                    <a:pt x="2190203" y="468527"/>
                  </a:lnTo>
                  <a:lnTo>
                    <a:pt x="2190258" y="468414"/>
                  </a:lnTo>
                  <a:lnTo>
                    <a:pt x="2190359" y="468300"/>
                  </a:lnTo>
                  <a:lnTo>
                    <a:pt x="2190450" y="468149"/>
                  </a:lnTo>
                  <a:lnTo>
                    <a:pt x="2190477" y="468067"/>
                  </a:lnTo>
                  <a:lnTo>
                    <a:pt x="2190462" y="468059"/>
                  </a:lnTo>
                  <a:lnTo>
                    <a:pt x="2190452" y="468050"/>
                  </a:lnTo>
                  <a:lnTo>
                    <a:pt x="2190445" y="468042"/>
                  </a:lnTo>
                  <a:lnTo>
                    <a:pt x="2190327" y="467921"/>
                  </a:lnTo>
                  <a:lnTo>
                    <a:pt x="2190222" y="467778"/>
                  </a:lnTo>
                  <a:lnTo>
                    <a:pt x="2190149" y="467658"/>
                  </a:lnTo>
                  <a:lnTo>
                    <a:pt x="2190107" y="467507"/>
                  </a:lnTo>
                  <a:lnTo>
                    <a:pt x="2190102" y="467363"/>
                  </a:lnTo>
                  <a:lnTo>
                    <a:pt x="2190127" y="467182"/>
                  </a:lnTo>
                  <a:lnTo>
                    <a:pt x="2190214" y="466964"/>
                  </a:lnTo>
                  <a:lnTo>
                    <a:pt x="2190254" y="466830"/>
                  </a:lnTo>
                  <a:lnTo>
                    <a:pt x="2190194" y="466783"/>
                  </a:lnTo>
                  <a:lnTo>
                    <a:pt x="2190153" y="466755"/>
                  </a:lnTo>
                  <a:lnTo>
                    <a:pt x="2190069" y="466715"/>
                  </a:lnTo>
                  <a:lnTo>
                    <a:pt x="2190021" y="466703"/>
                  </a:lnTo>
                  <a:lnTo>
                    <a:pt x="2189961" y="466689"/>
                  </a:lnTo>
                  <a:lnTo>
                    <a:pt x="2189881" y="466682"/>
                  </a:lnTo>
                  <a:lnTo>
                    <a:pt x="2189850" y="466685"/>
                  </a:lnTo>
                  <a:lnTo>
                    <a:pt x="2189824" y="466688"/>
                  </a:lnTo>
                  <a:lnTo>
                    <a:pt x="2189744" y="466705"/>
                  </a:lnTo>
                  <a:lnTo>
                    <a:pt x="2189700" y="466722"/>
                  </a:lnTo>
                  <a:lnTo>
                    <a:pt x="2189665" y="466735"/>
                  </a:lnTo>
                  <a:lnTo>
                    <a:pt x="2189654" y="466740"/>
                  </a:lnTo>
                  <a:lnTo>
                    <a:pt x="2189529" y="466798"/>
                  </a:lnTo>
                  <a:lnTo>
                    <a:pt x="2189196" y="466861"/>
                  </a:lnTo>
                  <a:lnTo>
                    <a:pt x="2189021" y="466875"/>
                  </a:lnTo>
                  <a:lnTo>
                    <a:pt x="2188912" y="466881"/>
                  </a:lnTo>
                  <a:lnTo>
                    <a:pt x="2188808" y="466883"/>
                  </a:lnTo>
                  <a:lnTo>
                    <a:pt x="2188801" y="466883"/>
                  </a:lnTo>
                  <a:lnTo>
                    <a:pt x="2188739" y="466880"/>
                  </a:lnTo>
                  <a:lnTo>
                    <a:pt x="2188643" y="466877"/>
                  </a:lnTo>
                  <a:lnTo>
                    <a:pt x="2188549" y="466871"/>
                  </a:lnTo>
                  <a:lnTo>
                    <a:pt x="2188364" y="466846"/>
                  </a:lnTo>
                  <a:lnTo>
                    <a:pt x="2188354" y="466844"/>
                  </a:lnTo>
                  <a:lnTo>
                    <a:pt x="2188300" y="466829"/>
                  </a:lnTo>
                  <a:lnTo>
                    <a:pt x="2188242" y="466813"/>
                  </a:lnTo>
                  <a:lnTo>
                    <a:pt x="2188141" y="466770"/>
                  </a:lnTo>
                  <a:lnTo>
                    <a:pt x="2187960" y="466709"/>
                  </a:lnTo>
                  <a:lnTo>
                    <a:pt x="2187492" y="466564"/>
                  </a:lnTo>
                  <a:lnTo>
                    <a:pt x="2187323" y="466560"/>
                  </a:lnTo>
                  <a:lnTo>
                    <a:pt x="2187098" y="466490"/>
                  </a:lnTo>
                  <a:lnTo>
                    <a:pt x="2187048" y="466470"/>
                  </a:lnTo>
                  <a:lnTo>
                    <a:pt x="2186869" y="466415"/>
                  </a:lnTo>
                  <a:lnTo>
                    <a:pt x="2186816" y="466407"/>
                  </a:lnTo>
                  <a:lnTo>
                    <a:pt x="2186691" y="466405"/>
                  </a:lnTo>
                  <a:lnTo>
                    <a:pt x="2186423" y="466424"/>
                  </a:lnTo>
                  <a:lnTo>
                    <a:pt x="2186375" y="466434"/>
                  </a:lnTo>
                  <a:lnTo>
                    <a:pt x="2186303" y="466466"/>
                  </a:lnTo>
                  <a:lnTo>
                    <a:pt x="2186236" y="466516"/>
                  </a:lnTo>
                  <a:lnTo>
                    <a:pt x="2186106" y="466617"/>
                  </a:lnTo>
                  <a:lnTo>
                    <a:pt x="2186054" y="466656"/>
                  </a:lnTo>
                  <a:lnTo>
                    <a:pt x="2185977" y="466686"/>
                  </a:lnTo>
                  <a:lnTo>
                    <a:pt x="2185905" y="466722"/>
                  </a:lnTo>
                  <a:lnTo>
                    <a:pt x="2185876" y="466749"/>
                  </a:lnTo>
                  <a:lnTo>
                    <a:pt x="2185831" y="466792"/>
                  </a:lnTo>
                  <a:lnTo>
                    <a:pt x="2185755" y="466842"/>
                  </a:lnTo>
                  <a:lnTo>
                    <a:pt x="2185657" y="466897"/>
                  </a:lnTo>
                  <a:lnTo>
                    <a:pt x="2185558" y="466917"/>
                  </a:lnTo>
                  <a:lnTo>
                    <a:pt x="2185493" y="466913"/>
                  </a:lnTo>
                  <a:lnTo>
                    <a:pt x="2185339" y="466850"/>
                  </a:lnTo>
                  <a:lnTo>
                    <a:pt x="2185173" y="466726"/>
                  </a:lnTo>
                  <a:lnTo>
                    <a:pt x="2185147" y="466705"/>
                  </a:lnTo>
                  <a:lnTo>
                    <a:pt x="2185050" y="466622"/>
                  </a:lnTo>
                  <a:lnTo>
                    <a:pt x="2184902" y="466539"/>
                  </a:lnTo>
                  <a:lnTo>
                    <a:pt x="2184833" y="466519"/>
                  </a:lnTo>
                  <a:lnTo>
                    <a:pt x="2184758" y="466506"/>
                  </a:lnTo>
                  <a:lnTo>
                    <a:pt x="2184594" y="466484"/>
                  </a:lnTo>
                  <a:lnTo>
                    <a:pt x="2184489" y="466474"/>
                  </a:lnTo>
                  <a:lnTo>
                    <a:pt x="2184432" y="466473"/>
                  </a:lnTo>
                  <a:lnTo>
                    <a:pt x="2184332" y="466469"/>
                  </a:lnTo>
                  <a:lnTo>
                    <a:pt x="2184210" y="466378"/>
                  </a:lnTo>
                  <a:lnTo>
                    <a:pt x="2184151" y="466257"/>
                  </a:lnTo>
                  <a:lnTo>
                    <a:pt x="2184070" y="466124"/>
                  </a:lnTo>
                  <a:lnTo>
                    <a:pt x="2184064" y="466027"/>
                  </a:lnTo>
                  <a:lnTo>
                    <a:pt x="2184090" y="465880"/>
                  </a:lnTo>
                  <a:lnTo>
                    <a:pt x="2184115" y="465848"/>
                  </a:lnTo>
                  <a:lnTo>
                    <a:pt x="2184162" y="465811"/>
                  </a:lnTo>
                  <a:lnTo>
                    <a:pt x="2184231" y="465782"/>
                  </a:lnTo>
                  <a:lnTo>
                    <a:pt x="2184278" y="465768"/>
                  </a:lnTo>
                  <a:lnTo>
                    <a:pt x="2184424" y="465733"/>
                  </a:lnTo>
                  <a:lnTo>
                    <a:pt x="2184557" y="465703"/>
                  </a:lnTo>
                  <a:lnTo>
                    <a:pt x="2184707" y="465682"/>
                  </a:lnTo>
                  <a:lnTo>
                    <a:pt x="2184734" y="465682"/>
                  </a:lnTo>
                  <a:lnTo>
                    <a:pt x="2184774" y="465687"/>
                  </a:lnTo>
                  <a:lnTo>
                    <a:pt x="2184902" y="465713"/>
                  </a:lnTo>
                  <a:lnTo>
                    <a:pt x="2184934" y="465712"/>
                  </a:lnTo>
                  <a:lnTo>
                    <a:pt x="2185060" y="465697"/>
                  </a:lnTo>
                  <a:lnTo>
                    <a:pt x="2185108" y="465688"/>
                  </a:lnTo>
                  <a:lnTo>
                    <a:pt x="2185183" y="465648"/>
                  </a:lnTo>
                  <a:lnTo>
                    <a:pt x="2185215" y="465622"/>
                  </a:lnTo>
                  <a:lnTo>
                    <a:pt x="2185296" y="465529"/>
                  </a:lnTo>
                  <a:lnTo>
                    <a:pt x="2185319" y="465476"/>
                  </a:lnTo>
                  <a:lnTo>
                    <a:pt x="2185326" y="465447"/>
                  </a:lnTo>
                  <a:lnTo>
                    <a:pt x="2185342" y="465306"/>
                  </a:lnTo>
                  <a:lnTo>
                    <a:pt x="2185341" y="465289"/>
                  </a:lnTo>
                  <a:lnTo>
                    <a:pt x="2185330" y="465268"/>
                  </a:lnTo>
                  <a:lnTo>
                    <a:pt x="2185303" y="465248"/>
                  </a:lnTo>
                  <a:lnTo>
                    <a:pt x="2185270" y="465242"/>
                  </a:lnTo>
                  <a:lnTo>
                    <a:pt x="2185184" y="465245"/>
                  </a:lnTo>
                  <a:lnTo>
                    <a:pt x="2185155" y="465251"/>
                  </a:lnTo>
                  <a:lnTo>
                    <a:pt x="2185100" y="465276"/>
                  </a:lnTo>
                  <a:lnTo>
                    <a:pt x="2185065" y="465284"/>
                  </a:lnTo>
                  <a:lnTo>
                    <a:pt x="2185049" y="465286"/>
                  </a:lnTo>
                  <a:lnTo>
                    <a:pt x="2185030" y="465288"/>
                  </a:lnTo>
                  <a:lnTo>
                    <a:pt x="2184996" y="465287"/>
                  </a:lnTo>
                  <a:lnTo>
                    <a:pt x="2184945" y="465282"/>
                  </a:lnTo>
                  <a:lnTo>
                    <a:pt x="2184914" y="465272"/>
                  </a:lnTo>
                  <a:lnTo>
                    <a:pt x="2184828" y="465209"/>
                  </a:lnTo>
                  <a:lnTo>
                    <a:pt x="2184776" y="465167"/>
                  </a:lnTo>
                  <a:lnTo>
                    <a:pt x="2184701" y="465067"/>
                  </a:lnTo>
                  <a:lnTo>
                    <a:pt x="2184665" y="464999"/>
                  </a:lnTo>
                  <a:lnTo>
                    <a:pt x="2184632" y="464899"/>
                  </a:lnTo>
                  <a:lnTo>
                    <a:pt x="2184621" y="464862"/>
                  </a:lnTo>
                  <a:lnTo>
                    <a:pt x="2184609" y="464815"/>
                  </a:lnTo>
                  <a:lnTo>
                    <a:pt x="2184607" y="464797"/>
                  </a:lnTo>
                  <a:lnTo>
                    <a:pt x="2184604" y="464769"/>
                  </a:lnTo>
                  <a:lnTo>
                    <a:pt x="2184615" y="464666"/>
                  </a:lnTo>
                  <a:lnTo>
                    <a:pt x="2184617" y="464653"/>
                  </a:lnTo>
                  <a:lnTo>
                    <a:pt x="2184634" y="464625"/>
                  </a:lnTo>
                  <a:lnTo>
                    <a:pt x="2184673" y="464574"/>
                  </a:lnTo>
                  <a:lnTo>
                    <a:pt x="2184782" y="464478"/>
                  </a:lnTo>
                  <a:lnTo>
                    <a:pt x="2184863" y="464416"/>
                  </a:lnTo>
                  <a:lnTo>
                    <a:pt x="2184970" y="464361"/>
                  </a:lnTo>
                  <a:lnTo>
                    <a:pt x="2185104" y="464303"/>
                  </a:lnTo>
                  <a:lnTo>
                    <a:pt x="2185346" y="464200"/>
                  </a:lnTo>
                  <a:lnTo>
                    <a:pt x="2185479" y="464136"/>
                  </a:lnTo>
                  <a:lnTo>
                    <a:pt x="2185587" y="464053"/>
                  </a:lnTo>
                  <a:lnTo>
                    <a:pt x="2185739" y="463950"/>
                  </a:lnTo>
                  <a:lnTo>
                    <a:pt x="2185777" y="463918"/>
                  </a:lnTo>
                  <a:lnTo>
                    <a:pt x="2185801" y="463887"/>
                  </a:lnTo>
                  <a:lnTo>
                    <a:pt x="2185822" y="463851"/>
                  </a:lnTo>
                  <a:lnTo>
                    <a:pt x="2185818" y="463789"/>
                  </a:lnTo>
                  <a:lnTo>
                    <a:pt x="2185801" y="463675"/>
                  </a:lnTo>
                  <a:lnTo>
                    <a:pt x="2185786" y="463604"/>
                  </a:lnTo>
                  <a:lnTo>
                    <a:pt x="2185747" y="463563"/>
                  </a:lnTo>
                  <a:lnTo>
                    <a:pt x="2185667" y="463514"/>
                  </a:lnTo>
                  <a:lnTo>
                    <a:pt x="2185610" y="463496"/>
                  </a:lnTo>
                  <a:lnTo>
                    <a:pt x="2185581" y="463494"/>
                  </a:lnTo>
                  <a:lnTo>
                    <a:pt x="2185529" y="463492"/>
                  </a:lnTo>
                  <a:lnTo>
                    <a:pt x="2185463" y="463493"/>
                  </a:lnTo>
                  <a:lnTo>
                    <a:pt x="2185409" y="463504"/>
                  </a:lnTo>
                  <a:lnTo>
                    <a:pt x="2185351" y="463530"/>
                  </a:lnTo>
                  <a:lnTo>
                    <a:pt x="2185284" y="463575"/>
                  </a:lnTo>
                  <a:lnTo>
                    <a:pt x="2185219" y="463615"/>
                  </a:lnTo>
                  <a:lnTo>
                    <a:pt x="2185188" y="463619"/>
                  </a:lnTo>
                  <a:lnTo>
                    <a:pt x="2185169" y="463616"/>
                  </a:lnTo>
                  <a:lnTo>
                    <a:pt x="2185151" y="463606"/>
                  </a:lnTo>
                  <a:lnTo>
                    <a:pt x="2185127" y="463587"/>
                  </a:lnTo>
                  <a:lnTo>
                    <a:pt x="2185099" y="463545"/>
                  </a:lnTo>
                  <a:lnTo>
                    <a:pt x="2185074" y="463488"/>
                  </a:lnTo>
                  <a:lnTo>
                    <a:pt x="2185046" y="463404"/>
                  </a:lnTo>
                  <a:lnTo>
                    <a:pt x="2185029" y="463335"/>
                  </a:lnTo>
                  <a:lnTo>
                    <a:pt x="2185003" y="463265"/>
                  </a:lnTo>
                  <a:lnTo>
                    <a:pt x="2184962" y="463228"/>
                  </a:lnTo>
                  <a:lnTo>
                    <a:pt x="2184825" y="463196"/>
                  </a:lnTo>
                  <a:lnTo>
                    <a:pt x="2184817" y="463195"/>
                  </a:lnTo>
                  <a:lnTo>
                    <a:pt x="2184594" y="463159"/>
                  </a:lnTo>
                  <a:lnTo>
                    <a:pt x="2184360" y="463143"/>
                  </a:lnTo>
                  <a:lnTo>
                    <a:pt x="2184237" y="463150"/>
                  </a:lnTo>
                  <a:lnTo>
                    <a:pt x="2184038" y="463194"/>
                  </a:lnTo>
                  <a:lnTo>
                    <a:pt x="2183841" y="463266"/>
                  </a:lnTo>
                  <a:lnTo>
                    <a:pt x="2183815" y="463276"/>
                  </a:lnTo>
                  <a:lnTo>
                    <a:pt x="2183572" y="463387"/>
                  </a:lnTo>
                  <a:lnTo>
                    <a:pt x="2183474" y="463435"/>
                  </a:lnTo>
                  <a:lnTo>
                    <a:pt x="2183446" y="463453"/>
                  </a:lnTo>
                  <a:lnTo>
                    <a:pt x="2183369" y="463503"/>
                  </a:lnTo>
                  <a:lnTo>
                    <a:pt x="2183317" y="463544"/>
                  </a:lnTo>
                  <a:lnTo>
                    <a:pt x="2183240" y="463607"/>
                  </a:lnTo>
                  <a:lnTo>
                    <a:pt x="2183077" y="463739"/>
                  </a:lnTo>
                  <a:lnTo>
                    <a:pt x="2182986" y="463803"/>
                  </a:lnTo>
                  <a:lnTo>
                    <a:pt x="2182780" y="463930"/>
                  </a:lnTo>
                  <a:lnTo>
                    <a:pt x="2182617" y="464029"/>
                  </a:lnTo>
                  <a:lnTo>
                    <a:pt x="2182524" y="464073"/>
                  </a:lnTo>
                  <a:lnTo>
                    <a:pt x="2182495" y="464079"/>
                  </a:lnTo>
                  <a:lnTo>
                    <a:pt x="2182462" y="464082"/>
                  </a:lnTo>
                  <a:lnTo>
                    <a:pt x="2182373" y="464068"/>
                  </a:lnTo>
                  <a:lnTo>
                    <a:pt x="2182328" y="464060"/>
                  </a:lnTo>
                  <a:lnTo>
                    <a:pt x="2181965" y="464036"/>
                  </a:lnTo>
                  <a:lnTo>
                    <a:pt x="2181467" y="464068"/>
                  </a:lnTo>
                  <a:lnTo>
                    <a:pt x="2181340" y="464086"/>
                  </a:lnTo>
                  <a:lnTo>
                    <a:pt x="2181209" y="464181"/>
                  </a:lnTo>
                  <a:lnTo>
                    <a:pt x="2180936" y="464206"/>
                  </a:lnTo>
                  <a:lnTo>
                    <a:pt x="2180727" y="464162"/>
                  </a:lnTo>
                  <a:lnTo>
                    <a:pt x="2180578" y="464065"/>
                  </a:lnTo>
                  <a:lnTo>
                    <a:pt x="2180435" y="463891"/>
                  </a:lnTo>
                  <a:lnTo>
                    <a:pt x="2180206" y="463612"/>
                  </a:lnTo>
                  <a:lnTo>
                    <a:pt x="2180177" y="463602"/>
                  </a:lnTo>
                  <a:lnTo>
                    <a:pt x="2180106" y="463579"/>
                  </a:lnTo>
                  <a:lnTo>
                    <a:pt x="2179922" y="463587"/>
                  </a:lnTo>
                  <a:lnTo>
                    <a:pt x="2179845" y="463615"/>
                  </a:lnTo>
                  <a:lnTo>
                    <a:pt x="2179495" y="463721"/>
                  </a:lnTo>
                  <a:lnTo>
                    <a:pt x="2179303" y="463836"/>
                  </a:lnTo>
                  <a:lnTo>
                    <a:pt x="2179200" y="463786"/>
                  </a:lnTo>
                  <a:lnTo>
                    <a:pt x="2179144" y="463770"/>
                  </a:lnTo>
                  <a:lnTo>
                    <a:pt x="2179046" y="463743"/>
                  </a:lnTo>
                  <a:lnTo>
                    <a:pt x="2178941" y="463725"/>
                  </a:lnTo>
                  <a:lnTo>
                    <a:pt x="2178750" y="463724"/>
                  </a:lnTo>
                  <a:lnTo>
                    <a:pt x="2178649" y="463698"/>
                  </a:lnTo>
                  <a:lnTo>
                    <a:pt x="2178553" y="463656"/>
                  </a:lnTo>
                  <a:lnTo>
                    <a:pt x="2178532" y="463646"/>
                  </a:lnTo>
                  <a:lnTo>
                    <a:pt x="2178443" y="463595"/>
                  </a:lnTo>
                  <a:lnTo>
                    <a:pt x="2178395" y="463551"/>
                  </a:lnTo>
                  <a:lnTo>
                    <a:pt x="2178396" y="463512"/>
                  </a:lnTo>
                  <a:lnTo>
                    <a:pt x="2178342" y="463344"/>
                  </a:lnTo>
                  <a:lnTo>
                    <a:pt x="2178317" y="463299"/>
                  </a:lnTo>
                  <a:lnTo>
                    <a:pt x="2178262" y="463209"/>
                  </a:lnTo>
                  <a:lnTo>
                    <a:pt x="2178266" y="463063"/>
                  </a:lnTo>
                  <a:lnTo>
                    <a:pt x="2178292" y="462828"/>
                  </a:lnTo>
                  <a:lnTo>
                    <a:pt x="2178325" y="462697"/>
                  </a:lnTo>
                  <a:lnTo>
                    <a:pt x="2178423" y="462545"/>
                  </a:lnTo>
                  <a:lnTo>
                    <a:pt x="2178428" y="462539"/>
                  </a:lnTo>
                  <a:lnTo>
                    <a:pt x="2178485" y="462468"/>
                  </a:lnTo>
                  <a:lnTo>
                    <a:pt x="2178499" y="462444"/>
                  </a:lnTo>
                  <a:lnTo>
                    <a:pt x="2178503" y="462413"/>
                  </a:lnTo>
                  <a:lnTo>
                    <a:pt x="2178508" y="462373"/>
                  </a:lnTo>
                  <a:lnTo>
                    <a:pt x="2178506" y="462354"/>
                  </a:lnTo>
                  <a:lnTo>
                    <a:pt x="2178501" y="462336"/>
                  </a:lnTo>
                  <a:lnTo>
                    <a:pt x="2178493" y="462322"/>
                  </a:lnTo>
                  <a:lnTo>
                    <a:pt x="2178435" y="462281"/>
                  </a:lnTo>
                  <a:lnTo>
                    <a:pt x="2178357" y="462253"/>
                  </a:lnTo>
                  <a:lnTo>
                    <a:pt x="2178259" y="462232"/>
                  </a:lnTo>
                  <a:lnTo>
                    <a:pt x="2178157" y="462209"/>
                  </a:lnTo>
                  <a:lnTo>
                    <a:pt x="2177920" y="462217"/>
                  </a:lnTo>
                  <a:lnTo>
                    <a:pt x="2177843" y="462209"/>
                  </a:lnTo>
                  <a:lnTo>
                    <a:pt x="2177775" y="462210"/>
                  </a:lnTo>
                  <a:lnTo>
                    <a:pt x="2177562" y="462239"/>
                  </a:lnTo>
                  <a:lnTo>
                    <a:pt x="2177436" y="462251"/>
                  </a:lnTo>
                  <a:lnTo>
                    <a:pt x="2177343" y="462255"/>
                  </a:lnTo>
                  <a:lnTo>
                    <a:pt x="2177233" y="462252"/>
                  </a:lnTo>
                  <a:lnTo>
                    <a:pt x="2177109" y="462248"/>
                  </a:lnTo>
                  <a:lnTo>
                    <a:pt x="2177023" y="462259"/>
                  </a:lnTo>
                  <a:lnTo>
                    <a:pt x="2176701" y="462320"/>
                  </a:lnTo>
                  <a:lnTo>
                    <a:pt x="2176639" y="462333"/>
                  </a:lnTo>
                  <a:lnTo>
                    <a:pt x="2176542" y="462358"/>
                  </a:lnTo>
                  <a:lnTo>
                    <a:pt x="2176359" y="462411"/>
                  </a:lnTo>
                  <a:lnTo>
                    <a:pt x="2176205" y="462464"/>
                  </a:lnTo>
                  <a:lnTo>
                    <a:pt x="2176168" y="462477"/>
                  </a:lnTo>
                  <a:lnTo>
                    <a:pt x="2175977" y="462562"/>
                  </a:lnTo>
                  <a:lnTo>
                    <a:pt x="2175944" y="462580"/>
                  </a:lnTo>
                  <a:lnTo>
                    <a:pt x="2175899" y="462611"/>
                  </a:lnTo>
                  <a:lnTo>
                    <a:pt x="2175591" y="462830"/>
                  </a:lnTo>
                  <a:lnTo>
                    <a:pt x="2175552" y="462866"/>
                  </a:lnTo>
                  <a:lnTo>
                    <a:pt x="2175504" y="462943"/>
                  </a:lnTo>
                  <a:lnTo>
                    <a:pt x="2175489" y="462970"/>
                  </a:lnTo>
                  <a:lnTo>
                    <a:pt x="2175481" y="463002"/>
                  </a:lnTo>
                  <a:lnTo>
                    <a:pt x="2175466" y="463064"/>
                  </a:lnTo>
                  <a:lnTo>
                    <a:pt x="2175456" y="463128"/>
                  </a:lnTo>
                  <a:lnTo>
                    <a:pt x="2175439" y="463248"/>
                  </a:lnTo>
                  <a:lnTo>
                    <a:pt x="2175446" y="463343"/>
                  </a:lnTo>
                  <a:lnTo>
                    <a:pt x="2175469" y="463395"/>
                  </a:lnTo>
                  <a:lnTo>
                    <a:pt x="2175531" y="463460"/>
                  </a:lnTo>
                  <a:lnTo>
                    <a:pt x="2175748" y="463559"/>
                  </a:lnTo>
                  <a:lnTo>
                    <a:pt x="2175892" y="463563"/>
                  </a:lnTo>
                  <a:lnTo>
                    <a:pt x="2176136" y="463551"/>
                  </a:lnTo>
                  <a:lnTo>
                    <a:pt x="2176312" y="463520"/>
                  </a:lnTo>
                  <a:lnTo>
                    <a:pt x="2176399" y="463504"/>
                  </a:lnTo>
                  <a:lnTo>
                    <a:pt x="2176406" y="463503"/>
                  </a:lnTo>
                  <a:lnTo>
                    <a:pt x="2176448" y="463500"/>
                  </a:lnTo>
                  <a:lnTo>
                    <a:pt x="2176496" y="463499"/>
                  </a:lnTo>
                  <a:lnTo>
                    <a:pt x="2176524" y="463505"/>
                  </a:lnTo>
                  <a:lnTo>
                    <a:pt x="2176562" y="463513"/>
                  </a:lnTo>
                  <a:lnTo>
                    <a:pt x="2176634" y="463544"/>
                  </a:lnTo>
                  <a:lnTo>
                    <a:pt x="2176690" y="463554"/>
                  </a:lnTo>
                  <a:lnTo>
                    <a:pt x="2176761" y="463552"/>
                  </a:lnTo>
                  <a:lnTo>
                    <a:pt x="2176848" y="463536"/>
                  </a:lnTo>
                  <a:lnTo>
                    <a:pt x="2176869" y="463537"/>
                  </a:lnTo>
                  <a:lnTo>
                    <a:pt x="2176882" y="463541"/>
                  </a:lnTo>
                  <a:lnTo>
                    <a:pt x="2176913" y="463550"/>
                  </a:lnTo>
                  <a:lnTo>
                    <a:pt x="2176943" y="463603"/>
                  </a:lnTo>
                  <a:lnTo>
                    <a:pt x="2176958" y="463661"/>
                  </a:lnTo>
                  <a:lnTo>
                    <a:pt x="2176952" y="463709"/>
                  </a:lnTo>
                  <a:lnTo>
                    <a:pt x="2176823" y="463886"/>
                  </a:lnTo>
                  <a:lnTo>
                    <a:pt x="2176782" y="463933"/>
                  </a:lnTo>
                  <a:lnTo>
                    <a:pt x="2176660" y="464050"/>
                  </a:lnTo>
                  <a:lnTo>
                    <a:pt x="2176594" y="464079"/>
                  </a:lnTo>
                  <a:lnTo>
                    <a:pt x="2176520" y="464076"/>
                  </a:lnTo>
                  <a:lnTo>
                    <a:pt x="2176386" y="464040"/>
                  </a:lnTo>
                  <a:lnTo>
                    <a:pt x="2176128" y="463930"/>
                  </a:lnTo>
                  <a:lnTo>
                    <a:pt x="2176062" y="463908"/>
                  </a:lnTo>
                  <a:lnTo>
                    <a:pt x="2175901" y="463858"/>
                  </a:lnTo>
                  <a:lnTo>
                    <a:pt x="2175824" y="463840"/>
                  </a:lnTo>
                  <a:lnTo>
                    <a:pt x="2175710" y="463830"/>
                  </a:lnTo>
                  <a:lnTo>
                    <a:pt x="2175249" y="463799"/>
                  </a:lnTo>
                  <a:lnTo>
                    <a:pt x="2175140" y="463824"/>
                  </a:lnTo>
                  <a:lnTo>
                    <a:pt x="2175033" y="463831"/>
                  </a:lnTo>
                  <a:lnTo>
                    <a:pt x="2174998" y="463883"/>
                  </a:lnTo>
                  <a:lnTo>
                    <a:pt x="2174983" y="463906"/>
                  </a:lnTo>
                  <a:lnTo>
                    <a:pt x="2174938" y="463944"/>
                  </a:lnTo>
                  <a:lnTo>
                    <a:pt x="2174879" y="463981"/>
                  </a:lnTo>
                  <a:lnTo>
                    <a:pt x="2174777" y="464011"/>
                  </a:lnTo>
                  <a:lnTo>
                    <a:pt x="2174732" y="464024"/>
                  </a:lnTo>
                  <a:lnTo>
                    <a:pt x="2174654" y="464066"/>
                  </a:lnTo>
                  <a:lnTo>
                    <a:pt x="2174583" y="464122"/>
                  </a:lnTo>
                  <a:lnTo>
                    <a:pt x="2174576" y="464133"/>
                  </a:lnTo>
                  <a:lnTo>
                    <a:pt x="2174453" y="464312"/>
                  </a:lnTo>
                  <a:lnTo>
                    <a:pt x="2174413" y="464392"/>
                  </a:lnTo>
                  <a:lnTo>
                    <a:pt x="2174399" y="464439"/>
                  </a:lnTo>
                  <a:lnTo>
                    <a:pt x="2174404" y="464516"/>
                  </a:lnTo>
                  <a:lnTo>
                    <a:pt x="2174398" y="464581"/>
                  </a:lnTo>
                  <a:lnTo>
                    <a:pt x="2174360" y="464743"/>
                  </a:lnTo>
                  <a:lnTo>
                    <a:pt x="2174371" y="464892"/>
                  </a:lnTo>
                  <a:lnTo>
                    <a:pt x="2174373" y="464942"/>
                  </a:lnTo>
                  <a:lnTo>
                    <a:pt x="2174415" y="465058"/>
                  </a:lnTo>
                  <a:lnTo>
                    <a:pt x="2174451" y="465132"/>
                  </a:lnTo>
                  <a:lnTo>
                    <a:pt x="2174511" y="465236"/>
                  </a:lnTo>
                  <a:lnTo>
                    <a:pt x="2174569" y="465298"/>
                  </a:lnTo>
                  <a:lnTo>
                    <a:pt x="2174726" y="465518"/>
                  </a:lnTo>
                  <a:lnTo>
                    <a:pt x="2174771" y="465581"/>
                  </a:lnTo>
                  <a:lnTo>
                    <a:pt x="2174812" y="465690"/>
                  </a:lnTo>
                  <a:lnTo>
                    <a:pt x="2174835" y="465768"/>
                  </a:lnTo>
                  <a:lnTo>
                    <a:pt x="2174850" y="465795"/>
                  </a:lnTo>
                  <a:lnTo>
                    <a:pt x="2174877" y="465812"/>
                  </a:lnTo>
                  <a:lnTo>
                    <a:pt x="2175026" y="465936"/>
                  </a:lnTo>
                  <a:lnTo>
                    <a:pt x="2175076" y="465992"/>
                  </a:lnTo>
                  <a:lnTo>
                    <a:pt x="2175114" y="466057"/>
                  </a:lnTo>
                  <a:lnTo>
                    <a:pt x="2175120" y="466073"/>
                  </a:lnTo>
                  <a:lnTo>
                    <a:pt x="2175134" y="466170"/>
                  </a:lnTo>
                  <a:lnTo>
                    <a:pt x="2175126" y="466188"/>
                  </a:lnTo>
                  <a:lnTo>
                    <a:pt x="2175077" y="466278"/>
                  </a:lnTo>
                  <a:lnTo>
                    <a:pt x="2175048" y="466295"/>
                  </a:lnTo>
                  <a:lnTo>
                    <a:pt x="2174994" y="466312"/>
                  </a:lnTo>
                  <a:lnTo>
                    <a:pt x="2174924" y="466323"/>
                  </a:lnTo>
                  <a:lnTo>
                    <a:pt x="2174840" y="466332"/>
                  </a:lnTo>
                  <a:lnTo>
                    <a:pt x="2174795" y="466328"/>
                  </a:lnTo>
                  <a:lnTo>
                    <a:pt x="2174790" y="466326"/>
                  </a:lnTo>
                  <a:lnTo>
                    <a:pt x="2174783" y="466324"/>
                  </a:lnTo>
                  <a:lnTo>
                    <a:pt x="2174752" y="466307"/>
                  </a:lnTo>
                  <a:lnTo>
                    <a:pt x="2174700" y="466265"/>
                  </a:lnTo>
                  <a:lnTo>
                    <a:pt x="2174694" y="466259"/>
                  </a:lnTo>
                  <a:lnTo>
                    <a:pt x="2174643" y="466208"/>
                  </a:lnTo>
                  <a:lnTo>
                    <a:pt x="2174539" y="466122"/>
                  </a:lnTo>
                  <a:lnTo>
                    <a:pt x="2174487" y="466090"/>
                  </a:lnTo>
                  <a:lnTo>
                    <a:pt x="2174431" y="466066"/>
                  </a:lnTo>
                  <a:lnTo>
                    <a:pt x="2174376" y="466052"/>
                  </a:lnTo>
                  <a:lnTo>
                    <a:pt x="2174308" y="466051"/>
                  </a:lnTo>
                  <a:lnTo>
                    <a:pt x="2174184" y="466062"/>
                  </a:lnTo>
                  <a:lnTo>
                    <a:pt x="2174167" y="466072"/>
                  </a:lnTo>
                  <a:lnTo>
                    <a:pt x="2174150" y="466089"/>
                  </a:lnTo>
                  <a:lnTo>
                    <a:pt x="2174143" y="466115"/>
                  </a:lnTo>
                  <a:lnTo>
                    <a:pt x="2174105" y="466293"/>
                  </a:lnTo>
                  <a:lnTo>
                    <a:pt x="2174047" y="466555"/>
                  </a:lnTo>
                  <a:lnTo>
                    <a:pt x="2174038" y="466572"/>
                  </a:lnTo>
                  <a:lnTo>
                    <a:pt x="2174001" y="466618"/>
                  </a:lnTo>
                  <a:lnTo>
                    <a:pt x="2173977" y="466680"/>
                  </a:lnTo>
                  <a:lnTo>
                    <a:pt x="2173971" y="466705"/>
                  </a:lnTo>
                  <a:lnTo>
                    <a:pt x="2173960" y="466758"/>
                  </a:lnTo>
                  <a:lnTo>
                    <a:pt x="2173954" y="466815"/>
                  </a:lnTo>
                  <a:lnTo>
                    <a:pt x="2173951" y="466850"/>
                  </a:lnTo>
                  <a:lnTo>
                    <a:pt x="2173953" y="466874"/>
                  </a:lnTo>
                  <a:lnTo>
                    <a:pt x="2173956" y="466885"/>
                  </a:lnTo>
                  <a:lnTo>
                    <a:pt x="2174091" y="467133"/>
                  </a:lnTo>
                  <a:lnTo>
                    <a:pt x="2174108" y="467160"/>
                  </a:lnTo>
                  <a:lnTo>
                    <a:pt x="2174131" y="467219"/>
                  </a:lnTo>
                  <a:lnTo>
                    <a:pt x="2174137" y="467235"/>
                  </a:lnTo>
                  <a:lnTo>
                    <a:pt x="2174147" y="467276"/>
                  </a:lnTo>
                  <a:lnTo>
                    <a:pt x="2174145" y="467337"/>
                  </a:lnTo>
                  <a:lnTo>
                    <a:pt x="2174132" y="467388"/>
                  </a:lnTo>
                  <a:lnTo>
                    <a:pt x="2174117" y="467414"/>
                  </a:lnTo>
                  <a:lnTo>
                    <a:pt x="2174101" y="467467"/>
                  </a:lnTo>
                  <a:lnTo>
                    <a:pt x="2174042" y="467670"/>
                  </a:lnTo>
                  <a:lnTo>
                    <a:pt x="2173953" y="467891"/>
                  </a:lnTo>
                  <a:lnTo>
                    <a:pt x="2173916" y="467963"/>
                  </a:lnTo>
                  <a:lnTo>
                    <a:pt x="2173860" y="468044"/>
                  </a:lnTo>
                  <a:lnTo>
                    <a:pt x="2173833" y="468105"/>
                  </a:lnTo>
                  <a:lnTo>
                    <a:pt x="2173820" y="468139"/>
                  </a:lnTo>
                  <a:lnTo>
                    <a:pt x="2173823" y="468235"/>
                  </a:lnTo>
                  <a:lnTo>
                    <a:pt x="2173834" y="468255"/>
                  </a:lnTo>
                  <a:lnTo>
                    <a:pt x="2173860" y="468292"/>
                  </a:lnTo>
                  <a:lnTo>
                    <a:pt x="2173874" y="468312"/>
                  </a:lnTo>
                  <a:lnTo>
                    <a:pt x="2173894" y="468344"/>
                  </a:lnTo>
                  <a:lnTo>
                    <a:pt x="2173921" y="468399"/>
                  </a:lnTo>
                  <a:lnTo>
                    <a:pt x="2173922" y="468430"/>
                  </a:lnTo>
                  <a:lnTo>
                    <a:pt x="2173913" y="468471"/>
                  </a:lnTo>
                  <a:lnTo>
                    <a:pt x="2173902" y="468509"/>
                  </a:lnTo>
                  <a:lnTo>
                    <a:pt x="2173875" y="468554"/>
                  </a:lnTo>
                  <a:lnTo>
                    <a:pt x="2173856" y="468573"/>
                  </a:lnTo>
                  <a:lnTo>
                    <a:pt x="2173849" y="468574"/>
                  </a:lnTo>
                  <a:lnTo>
                    <a:pt x="2173846" y="468585"/>
                  </a:lnTo>
                  <a:lnTo>
                    <a:pt x="2173833" y="468631"/>
                  </a:lnTo>
                  <a:lnTo>
                    <a:pt x="2173802" y="468666"/>
                  </a:lnTo>
                  <a:lnTo>
                    <a:pt x="2173755" y="468668"/>
                  </a:lnTo>
                  <a:lnTo>
                    <a:pt x="2173708" y="468687"/>
                  </a:lnTo>
                  <a:lnTo>
                    <a:pt x="2173670" y="468687"/>
                  </a:lnTo>
                  <a:lnTo>
                    <a:pt x="2173645" y="468670"/>
                  </a:lnTo>
                  <a:lnTo>
                    <a:pt x="2173588" y="468674"/>
                  </a:lnTo>
                  <a:lnTo>
                    <a:pt x="2173573" y="468670"/>
                  </a:lnTo>
                  <a:lnTo>
                    <a:pt x="2173500" y="468732"/>
                  </a:lnTo>
                  <a:lnTo>
                    <a:pt x="2173416" y="468882"/>
                  </a:lnTo>
                  <a:lnTo>
                    <a:pt x="2173379" y="468943"/>
                  </a:lnTo>
                  <a:lnTo>
                    <a:pt x="2173336" y="469001"/>
                  </a:lnTo>
                  <a:lnTo>
                    <a:pt x="2173310" y="469030"/>
                  </a:lnTo>
                  <a:lnTo>
                    <a:pt x="2173282" y="469049"/>
                  </a:lnTo>
                  <a:lnTo>
                    <a:pt x="2173259" y="469054"/>
                  </a:lnTo>
                  <a:lnTo>
                    <a:pt x="2173171" y="469060"/>
                  </a:lnTo>
                  <a:lnTo>
                    <a:pt x="2173127" y="469074"/>
                  </a:lnTo>
                  <a:lnTo>
                    <a:pt x="2173063" y="469106"/>
                  </a:lnTo>
                  <a:lnTo>
                    <a:pt x="2172988" y="469170"/>
                  </a:lnTo>
                  <a:lnTo>
                    <a:pt x="2172944" y="469210"/>
                  </a:lnTo>
                  <a:lnTo>
                    <a:pt x="2172913" y="469266"/>
                  </a:lnTo>
                  <a:lnTo>
                    <a:pt x="2172912" y="469277"/>
                  </a:lnTo>
                  <a:lnTo>
                    <a:pt x="2172950" y="469399"/>
                  </a:lnTo>
                  <a:lnTo>
                    <a:pt x="2173009" y="469514"/>
                  </a:lnTo>
                  <a:lnTo>
                    <a:pt x="2173016" y="469537"/>
                  </a:lnTo>
                  <a:lnTo>
                    <a:pt x="2172992" y="469659"/>
                  </a:lnTo>
                  <a:lnTo>
                    <a:pt x="2172992" y="469689"/>
                  </a:lnTo>
                  <a:lnTo>
                    <a:pt x="2172981" y="469729"/>
                  </a:lnTo>
                  <a:lnTo>
                    <a:pt x="2172950" y="469853"/>
                  </a:lnTo>
                  <a:lnTo>
                    <a:pt x="2172942" y="469861"/>
                  </a:lnTo>
                  <a:lnTo>
                    <a:pt x="2172932" y="469875"/>
                  </a:lnTo>
                  <a:lnTo>
                    <a:pt x="2172852" y="470030"/>
                  </a:lnTo>
                  <a:lnTo>
                    <a:pt x="2172839" y="470059"/>
                  </a:lnTo>
                  <a:lnTo>
                    <a:pt x="2172815" y="470112"/>
                  </a:lnTo>
                  <a:lnTo>
                    <a:pt x="2172810" y="470131"/>
                  </a:lnTo>
                  <a:lnTo>
                    <a:pt x="2172809" y="470147"/>
                  </a:lnTo>
                  <a:lnTo>
                    <a:pt x="2172811" y="470166"/>
                  </a:lnTo>
                  <a:lnTo>
                    <a:pt x="2172814" y="470184"/>
                  </a:lnTo>
                  <a:lnTo>
                    <a:pt x="2172818" y="470209"/>
                  </a:lnTo>
                  <a:lnTo>
                    <a:pt x="2172818" y="470234"/>
                  </a:lnTo>
                  <a:lnTo>
                    <a:pt x="2172813" y="470270"/>
                  </a:lnTo>
                  <a:lnTo>
                    <a:pt x="2172807" y="470292"/>
                  </a:lnTo>
                  <a:lnTo>
                    <a:pt x="2172794" y="470325"/>
                  </a:lnTo>
                  <a:lnTo>
                    <a:pt x="2172675" y="470492"/>
                  </a:lnTo>
                  <a:lnTo>
                    <a:pt x="2172582" y="470619"/>
                  </a:lnTo>
                  <a:lnTo>
                    <a:pt x="2172565" y="470642"/>
                  </a:lnTo>
                  <a:lnTo>
                    <a:pt x="2172553" y="470663"/>
                  </a:lnTo>
                  <a:lnTo>
                    <a:pt x="2172528" y="470712"/>
                  </a:lnTo>
                  <a:lnTo>
                    <a:pt x="2172515" y="470738"/>
                  </a:lnTo>
                  <a:lnTo>
                    <a:pt x="2172513" y="470755"/>
                  </a:lnTo>
                  <a:lnTo>
                    <a:pt x="2172515" y="470760"/>
                  </a:lnTo>
                  <a:lnTo>
                    <a:pt x="2172517" y="470768"/>
                  </a:lnTo>
                  <a:lnTo>
                    <a:pt x="2172520" y="470774"/>
                  </a:lnTo>
                  <a:lnTo>
                    <a:pt x="2172525" y="470785"/>
                  </a:lnTo>
                  <a:lnTo>
                    <a:pt x="2172533" y="470802"/>
                  </a:lnTo>
                  <a:lnTo>
                    <a:pt x="2172656" y="470935"/>
                  </a:lnTo>
                  <a:lnTo>
                    <a:pt x="2172672" y="470947"/>
                  </a:lnTo>
                  <a:lnTo>
                    <a:pt x="2172697" y="470968"/>
                  </a:lnTo>
                  <a:lnTo>
                    <a:pt x="2172718" y="470991"/>
                  </a:lnTo>
                  <a:lnTo>
                    <a:pt x="2172733" y="471017"/>
                  </a:lnTo>
                  <a:lnTo>
                    <a:pt x="2172791" y="471140"/>
                  </a:lnTo>
                  <a:lnTo>
                    <a:pt x="2172795" y="471164"/>
                  </a:lnTo>
                  <a:lnTo>
                    <a:pt x="2172798" y="471183"/>
                  </a:lnTo>
                  <a:lnTo>
                    <a:pt x="2172793" y="471217"/>
                  </a:lnTo>
                  <a:lnTo>
                    <a:pt x="2172789" y="471229"/>
                  </a:lnTo>
                  <a:lnTo>
                    <a:pt x="2172728" y="471364"/>
                  </a:lnTo>
                  <a:lnTo>
                    <a:pt x="2172741" y="471509"/>
                  </a:lnTo>
                  <a:lnTo>
                    <a:pt x="2172796" y="471680"/>
                  </a:lnTo>
                  <a:lnTo>
                    <a:pt x="2172796" y="471799"/>
                  </a:lnTo>
                  <a:lnTo>
                    <a:pt x="2172762" y="471862"/>
                  </a:lnTo>
                  <a:lnTo>
                    <a:pt x="2172744" y="471902"/>
                  </a:lnTo>
                  <a:lnTo>
                    <a:pt x="2172658" y="471946"/>
                  </a:lnTo>
                  <a:lnTo>
                    <a:pt x="2172581" y="471972"/>
                  </a:lnTo>
                  <a:lnTo>
                    <a:pt x="2172522" y="472004"/>
                  </a:lnTo>
                  <a:lnTo>
                    <a:pt x="2172429" y="472174"/>
                  </a:lnTo>
                  <a:lnTo>
                    <a:pt x="2172356" y="472247"/>
                  </a:lnTo>
                  <a:lnTo>
                    <a:pt x="2172313" y="472290"/>
                  </a:lnTo>
                  <a:lnTo>
                    <a:pt x="2172216" y="472376"/>
                  </a:lnTo>
                  <a:lnTo>
                    <a:pt x="2172141" y="472444"/>
                  </a:lnTo>
                  <a:lnTo>
                    <a:pt x="2171991" y="472527"/>
                  </a:lnTo>
                  <a:lnTo>
                    <a:pt x="2171967" y="472542"/>
                  </a:lnTo>
                  <a:lnTo>
                    <a:pt x="2171937" y="472563"/>
                  </a:lnTo>
                  <a:lnTo>
                    <a:pt x="2171919" y="472574"/>
                  </a:lnTo>
                  <a:lnTo>
                    <a:pt x="2171908" y="472586"/>
                  </a:lnTo>
                  <a:lnTo>
                    <a:pt x="2171902" y="472598"/>
                  </a:lnTo>
                  <a:lnTo>
                    <a:pt x="2171856" y="472691"/>
                  </a:lnTo>
                  <a:lnTo>
                    <a:pt x="2171757" y="472863"/>
                  </a:lnTo>
                  <a:lnTo>
                    <a:pt x="2171766" y="473005"/>
                  </a:lnTo>
                  <a:lnTo>
                    <a:pt x="2171808" y="473168"/>
                  </a:lnTo>
                  <a:lnTo>
                    <a:pt x="2171817" y="473212"/>
                  </a:lnTo>
                  <a:lnTo>
                    <a:pt x="2171787" y="473273"/>
                  </a:lnTo>
                  <a:lnTo>
                    <a:pt x="2171771" y="473302"/>
                  </a:lnTo>
                  <a:lnTo>
                    <a:pt x="2171733" y="473392"/>
                  </a:lnTo>
                  <a:lnTo>
                    <a:pt x="2171723" y="473417"/>
                  </a:lnTo>
                  <a:lnTo>
                    <a:pt x="2171724" y="473440"/>
                  </a:lnTo>
                  <a:lnTo>
                    <a:pt x="2171729" y="473469"/>
                  </a:lnTo>
                  <a:lnTo>
                    <a:pt x="2171729" y="473490"/>
                  </a:lnTo>
                  <a:lnTo>
                    <a:pt x="2171726" y="473510"/>
                  </a:lnTo>
                  <a:lnTo>
                    <a:pt x="2171708" y="473578"/>
                  </a:lnTo>
                  <a:lnTo>
                    <a:pt x="2171679" y="473636"/>
                  </a:lnTo>
                  <a:lnTo>
                    <a:pt x="2171670" y="473652"/>
                  </a:lnTo>
                  <a:lnTo>
                    <a:pt x="2171654" y="473675"/>
                  </a:lnTo>
                  <a:lnTo>
                    <a:pt x="2171596" y="473762"/>
                  </a:lnTo>
                  <a:lnTo>
                    <a:pt x="2171487" y="473911"/>
                  </a:lnTo>
                  <a:lnTo>
                    <a:pt x="2171442" y="474018"/>
                  </a:lnTo>
                  <a:lnTo>
                    <a:pt x="2171491" y="474158"/>
                  </a:lnTo>
                  <a:lnTo>
                    <a:pt x="2171462" y="474237"/>
                  </a:lnTo>
                  <a:lnTo>
                    <a:pt x="2171443" y="474270"/>
                  </a:lnTo>
                  <a:lnTo>
                    <a:pt x="2171424" y="474326"/>
                  </a:lnTo>
                  <a:lnTo>
                    <a:pt x="2171418" y="474340"/>
                  </a:lnTo>
                  <a:lnTo>
                    <a:pt x="2171386" y="474401"/>
                  </a:lnTo>
                  <a:lnTo>
                    <a:pt x="2171366" y="474429"/>
                  </a:lnTo>
                  <a:lnTo>
                    <a:pt x="2171349" y="474446"/>
                  </a:lnTo>
                  <a:lnTo>
                    <a:pt x="2171330" y="474459"/>
                  </a:lnTo>
                  <a:lnTo>
                    <a:pt x="2171313" y="474468"/>
                  </a:lnTo>
                  <a:lnTo>
                    <a:pt x="2171299" y="474472"/>
                  </a:lnTo>
                  <a:lnTo>
                    <a:pt x="2171246" y="474482"/>
                  </a:lnTo>
                  <a:lnTo>
                    <a:pt x="2171219" y="474485"/>
                  </a:lnTo>
                  <a:lnTo>
                    <a:pt x="2171196" y="474483"/>
                  </a:lnTo>
                  <a:lnTo>
                    <a:pt x="2171170" y="474480"/>
                  </a:lnTo>
                  <a:lnTo>
                    <a:pt x="2171147" y="474479"/>
                  </a:lnTo>
                  <a:lnTo>
                    <a:pt x="2171131" y="474479"/>
                  </a:lnTo>
                  <a:lnTo>
                    <a:pt x="2171114" y="474482"/>
                  </a:lnTo>
                  <a:lnTo>
                    <a:pt x="2171084" y="474491"/>
                  </a:lnTo>
                  <a:lnTo>
                    <a:pt x="2171060" y="474501"/>
                  </a:lnTo>
                  <a:lnTo>
                    <a:pt x="2171035" y="474516"/>
                  </a:lnTo>
                  <a:lnTo>
                    <a:pt x="2171011" y="474533"/>
                  </a:lnTo>
                  <a:lnTo>
                    <a:pt x="2170992" y="474548"/>
                  </a:lnTo>
                  <a:lnTo>
                    <a:pt x="2170977" y="474562"/>
                  </a:lnTo>
                  <a:lnTo>
                    <a:pt x="2170962" y="474581"/>
                  </a:lnTo>
                  <a:lnTo>
                    <a:pt x="2170944" y="474612"/>
                  </a:lnTo>
                  <a:lnTo>
                    <a:pt x="2170946" y="474814"/>
                  </a:lnTo>
                  <a:lnTo>
                    <a:pt x="2170952" y="474832"/>
                  </a:lnTo>
                  <a:lnTo>
                    <a:pt x="2170962" y="474860"/>
                  </a:lnTo>
                  <a:lnTo>
                    <a:pt x="2170969" y="474886"/>
                  </a:lnTo>
                  <a:lnTo>
                    <a:pt x="2170982" y="474939"/>
                  </a:lnTo>
                  <a:lnTo>
                    <a:pt x="2170987" y="474963"/>
                  </a:lnTo>
                  <a:lnTo>
                    <a:pt x="2170987" y="474984"/>
                  </a:lnTo>
                  <a:lnTo>
                    <a:pt x="2170986" y="474999"/>
                  </a:lnTo>
                  <a:lnTo>
                    <a:pt x="2170973" y="475052"/>
                  </a:lnTo>
                  <a:lnTo>
                    <a:pt x="2170966" y="475082"/>
                  </a:lnTo>
                  <a:lnTo>
                    <a:pt x="2170958" y="475108"/>
                  </a:lnTo>
                  <a:lnTo>
                    <a:pt x="2170950" y="475120"/>
                  </a:lnTo>
                  <a:lnTo>
                    <a:pt x="2170924" y="475145"/>
                  </a:lnTo>
                  <a:lnTo>
                    <a:pt x="2170921" y="475386"/>
                  </a:lnTo>
                  <a:lnTo>
                    <a:pt x="2170947" y="475471"/>
                  </a:lnTo>
                  <a:lnTo>
                    <a:pt x="2171033" y="475529"/>
                  </a:lnTo>
                  <a:lnTo>
                    <a:pt x="2171086" y="475601"/>
                  </a:lnTo>
                  <a:lnTo>
                    <a:pt x="2171163" y="475750"/>
                  </a:lnTo>
                  <a:lnTo>
                    <a:pt x="2171169" y="475764"/>
                  </a:lnTo>
                  <a:lnTo>
                    <a:pt x="2171190" y="475800"/>
                  </a:lnTo>
                  <a:lnTo>
                    <a:pt x="2171426" y="476119"/>
                  </a:lnTo>
                  <a:lnTo>
                    <a:pt x="2171449" y="476145"/>
                  </a:lnTo>
                  <a:lnTo>
                    <a:pt x="2171468" y="476162"/>
                  </a:lnTo>
                  <a:lnTo>
                    <a:pt x="2171526" y="476224"/>
                  </a:lnTo>
                  <a:lnTo>
                    <a:pt x="2171564" y="476224"/>
                  </a:lnTo>
                  <a:lnTo>
                    <a:pt x="2171613" y="476274"/>
                  </a:lnTo>
                  <a:lnTo>
                    <a:pt x="2171635" y="476290"/>
                  </a:lnTo>
                  <a:lnTo>
                    <a:pt x="2171657" y="476307"/>
                  </a:lnTo>
                  <a:lnTo>
                    <a:pt x="2171680" y="476320"/>
                  </a:lnTo>
                  <a:lnTo>
                    <a:pt x="2171745" y="476342"/>
                  </a:lnTo>
                  <a:lnTo>
                    <a:pt x="2171774" y="476348"/>
                  </a:lnTo>
                  <a:lnTo>
                    <a:pt x="2171857" y="476362"/>
                  </a:lnTo>
                  <a:lnTo>
                    <a:pt x="2171899" y="476368"/>
                  </a:lnTo>
                  <a:lnTo>
                    <a:pt x="2171931" y="476370"/>
                  </a:lnTo>
                  <a:lnTo>
                    <a:pt x="2171969" y="476376"/>
                  </a:lnTo>
                  <a:lnTo>
                    <a:pt x="2171995" y="476383"/>
                  </a:lnTo>
                  <a:lnTo>
                    <a:pt x="2172024" y="476395"/>
                  </a:lnTo>
                  <a:lnTo>
                    <a:pt x="2172043" y="476406"/>
                  </a:lnTo>
                  <a:lnTo>
                    <a:pt x="2172054" y="476415"/>
                  </a:lnTo>
                  <a:lnTo>
                    <a:pt x="2172067" y="476432"/>
                  </a:lnTo>
                  <a:lnTo>
                    <a:pt x="2172078" y="476448"/>
                  </a:lnTo>
                  <a:lnTo>
                    <a:pt x="2172169" y="476508"/>
                  </a:lnTo>
                  <a:lnTo>
                    <a:pt x="2172375" y="476514"/>
                  </a:lnTo>
                  <a:lnTo>
                    <a:pt x="2172405" y="476518"/>
                  </a:lnTo>
                  <a:lnTo>
                    <a:pt x="2172436" y="476524"/>
                  </a:lnTo>
                  <a:lnTo>
                    <a:pt x="2172487" y="476537"/>
                  </a:lnTo>
                  <a:lnTo>
                    <a:pt x="2172523" y="476547"/>
                  </a:lnTo>
                  <a:lnTo>
                    <a:pt x="2172543" y="476559"/>
                  </a:lnTo>
                  <a:lnTo>
                    <a:pt x="2172568" y="476580"/>
                  </a:lnTo>
                  <a:lnTo>
                    <a:pt x="2172582" y="476592"/>
                  </a:lnTo>
                  <a:lnTo>
                    <a:pt x="2172591" y="476610"/>
                  </a:lnTo>
                  <a:lnTo>
                    <a:pt x="2172599" y="476631"/>
                  </a:lnTo>
                  <a:lnTo>
                    <a:pt x="2172605" y="476652"/>
                  </a:lnTo>
                  <a:lnTo>
                    <a:pt x="2172606" y="476691"/>
                  </a:lnTo>
                  <a:lnTo>
                    <a:pt x="2172603" y="476708"/>
                  </a:lnTo>
                  <a:lnTo>
                    <a:pt x="2172594" y="476734"/>
                  </a:lnTo>
                  <a:lnTo>
                    <a:pt x="2172580" y="476760"/>
                  </a:lnTo>
                  <a:lnTo>
                    <a:pt x="2172564" y="476783"/>
                  </a:lnTo>
                  <a:lnTo>
                    <a:pt x="2172542" y="476811"/>
                  </a:lnTo>
                  <a:lnTo>
                    <a:pt x="2172510" y="476841"/>
                  </a:lnTo>
                  <a:lnTo>
                    <a:pt x="2172424" y="476912"/>
                  </a:lnTo>
                  <a:lnTo>
                    <a:pt x="2172404" y="476927"/>
                  </a:lnTo>
                  <a:lnTo>
                    <a:pt x="2172385" y="476937"/>
                  </a:lnTo>
                  <a:lnTo>
                    <a:pt x="2172362" y="476947"/>
                  </a:lnTo>
                  <a:lnTo>
                    <a:pt x="2172326" y="476957"/>
                  </a:lnTo>
                  <a:lnTo>
                    <a:pt x="2172266" y="476973"/>
                  </a:lnTo>
                  <a:lnTo>
                    <a:pt x="2172243" y="476977"/>
                  </a:lnTo>
                  <a:lnTo>
                    <a:pt x="2172219" y="476978"/>
                  </a:lnTo>
                  <a:lnTo>
                    <a:pt x="2172196" y="476976"/>
                  </a:lnTo>
                  <a:lnTo>
                    <a:pt x="2172178" y="476972"/>
                  </a:lnTo>
                  <a:lnTo>
                    <a:pt x="2172164" y="476966"/>
                  </a:lnTo>
                  <a:lnTo>
                    <a:pt x="2172150" y="476956"/>
                  </a:lnTo>
                  <a:lnTo>
                    <a:pt x="2172139" y="476944"/>
                  </a:lnTo>
                  <a:lnTo>
                    <a:pt x="2172130" y="476929"/>
                  </a:lnTo>
                  <a:lnTo>
                    <a:pt x="2172125" y="476914"/>
                  </a:lnTo>
                  <a:lnTo>
                    <a:pt x="2172119" y="476894"/>
                  </a:lnTo>
                  <a:lnTo>
                    <a:pt x="2172110" y="476870"/>
                  </a:lnTo>
                  <a:lnTo>
                    <a:pt x="2172100" y="476844"/>
                  </a:lnTo>
                  <a:lnTo>
                    <a:pt x="2172082" y="476805"/>
                  </a:lnTo>
                  <a:lnTo>
                    <a:pt x="2172073" y="476787"/>
                  </a:lnTo>
                  <a:lnTo>
                    <a:pt x="2172065" y="476770"/>
                  </a:lnTo>
                  <a:lnTo>
                    <a:pt x="2172054" y="476759"/>
                  </a:lnTo>
                  <a:lnTo>
                    <a:pt x="2172040" y="476744"/>
                  </a:lnTo>
                  <a:lnTo>
                    <a:pt x="2172018" y="476721"/>
                  </a:lnTo>
                  <a:lnTo>
                    <a:pt x="2172000" y="476703"/>
                  </a:lnTo>
                  <a:lnTo>
                    <a:pt x="2171978" y="476686"/>
                  </a:lnTo>
                  <a:lnTo>
                    <a:pt x="2171959" y="476675"/>
                  </a:lnTo>
                  <a:lnTo>
                    <a:pt x="2171939" y="476669"/>
                  </a:lnTo>
                  <a:lnTo>
                    <a:pt x="2171914" y="476663"/>
                  </a:lnTo>
                  <a:lnTo>
                    <a:pt x="2171888" y="476659"/>
                  </a:lnTo>
                  <a:lnTo>
                    <a:pt x="2171864" y="476658"/>
                  </a:lnTo>
                  <a:lnTo>
                    <a:pt x="2171718" y="476723"/>
                  </a:lnTo>
                  <a:lnTo>
                    <a:pt x="2171595" y="476805"/>
                  </a:lnTo>
                  <a:lnTo>
                    <a:pt x="2171590" y="476817"/>
                  </a:lnTo>
                  <a:lnTo>
                    <a:pt x="2171537" y="476940"/>
                  </a:lnTo>
                  <a:lnTo>
                    <a:pt x="2171481" y="476980"/>
                  </a:lnTo>
                  <a:lnTo>
                    <a:pt x="2171465" y="476994"/>
                  </a:lnTo>
                  <a:lnTo>
                    <a:pt x="2171459" y="477009"/>
                  </a:lnTo>
                  <a:lnTo>
                    <a:pt x="2171459" y="477023"/>
                  </a:lnTo>
                  <a:lnTo>
                    <a:pt x="2171466" y="477038"/>
                  </a:lnTo>
                  <a:lnTo>
                    <a:pt x="2171470" y="477046"/>
                  </a:lnTo>
                  <a:lnTo>
                    <a:pt x="2171474" y="477053"/>
                  </a:lnTo>
                  <a:lnTo>
                    <a:pt x="2171483" y="477067"/>
                  </a:lnTo>
                  <a:lnTo>
                    <a:pt x="2171526" y="477125"/>
                  </a:lnTo>
                  <a:lnTo>
                    <a:pt x="2171542" y="477139"/>
                  </a:lnTo>
                  <a:lnTo>
                    <a:pt x="2171562" y="477150"/>
                  </a:lnTo>
                  <a:lnTo>
                    <a:pt x="2171582" y="477167"/>
                  </a:lnTo>
                  <a:lnTo>
                    <a:pt x="2171595" y="477193"/>
                  </a:lnTo>
                  <a:lnTo>
                    <a:pt x="2171599" y="477207"/>
                  </a:lnTo>
                  <a:lnTo>
                    <a:pt x="2171603" y="477227"/>
                  </a:lnTo>
                  <a:lnTo>
                    <a:pt x="2171600" y="477271"/>
                  </a:lnTo>
                  <a:lnTo>
                    <a:pt x="2171598" y="477312"/>
                  </a:lnTo>
                  <a:lnTo>
                    <a:pt x="2171594" y="477355"/>
                  </a:lnTo>
                  <a:lnTo>
                    <a:pt x="2171592" y="477369"/>
                  </a:lnTo>
                  <a:lnTo>
                    <a:pt x="2171584" y="477402"/>
                  </a:lnTo>
                  <a:lnTo>
                    <a:pt x="2171541" y="477455"/>
                  </a:lnTo>
                  <a:lnTo>
                    <a:pt x="2171522" y="477476"/>
                  </a:lnTo>
                  <a:lnTo>
                    <a:pt x="2171511" y="477488"/>
                  </a:lnTo>
                  <a:lnTo>
                    <a:pt x="2171494" y="477532"/>
                  </a:lnTo>
                  <a:lnTo>
                    <a:pt x="2171461" y="477619"/>
                  </a:lnTo>
                  <a:lnTo>
                    <a:pt x="2171458" y="477687"/>
                  </a:lnTo>
                  <a:lnTo>
                    <a:pt x="2171462" y="477776"/>
                  </a:lnTo>
                  <a:lnTo>
                    <a:pt x="2171470" y="477829"/>
                  </a:lnTo>
                  <a:lnTo>
                    <a:pt x="2171491" y="477871"/>
                  </a:lnTo>
                  <a:lnTo>
                    <a:pt x="2171574" y="477913"/>
                  </a:lnTo>
                  <a:lnTo>
                    <a:pt x="2171692" y="477954"/>
                  </a:lnTo>
                  <a:lnTo>
                    <a:pt x="2171806" y="478000"/>
                  </a:lnTo>
                  <a:lnTo>
                    <a:pt x="2171876" y="478057"/>
                  </a:lnTo>
                  <a:lnTo>
                    <a:pt x="2171891" y="478076"/>
                  </a:lnTo>
                  <a:lnTo>
                    <a:pt x="2171908" y="478096"/>
                  </a:lnTo>
                  <a:lnTo>
                    <a:pt x="2171907" y="478144"/>
                  </a:lnTo>
                  <a:lnTo>
                    <a:pt x="2171879" y="478241"/>
                  </a:lnTo>
                  <a:lnTo>
                    <a:pt x="2171868" y="478265"/>
                  </a:lnTo>
                  <a:lnTo>
                    <a:pt x="2171861" y="478277"/>
                  </a:lnTo>
                  <a:lnTo>
                    <a:pt x="2171845" y="478289"/>
                  </a:lnTo>
                  <a:lnTo>
                    <a:pt x="2171811" y="478307"/>
                  </a:lnTo>
                  <a:lnTo>
                    <a:pt x="2171775" y="478323"/>
                  </a:lnTo>
                  <a:lnTo>
                    <a:pt x="2171752" y="478331"/>
                  </a:lnTo>
                  <a:lnTo>
                    <a:pt x="2171732" y="478335"/>
                  </a:lnTo>
                  <a:lnTo>
                    <a:pt x="2171706" y="478339"/>
                  </a:lnTo>
                  <a:lnTo>
                    <a:pt x="2171670" y="478342"/>
                  </a:lnTo>
                  <a:lnTo>
                    <a:pt x="2171490" y="478295"/>
                  </a:lnTo>
                  <a:lnTo>
                    <a:pt x="2171374" y="478254"/>
                  </a:lnTo>
                  <a:lnTo>
                    <a:pt x="2171355" y="478246"/>
                  </a:lnTo>
                  <a:lnTo>
                    <a:pt x="2171339" y="478235"/>
                  </a:lnTo>
                  <a:lnTo>
                    <a:pt x="2171327" y="478223"/>
                  </a:lnTo>
                  <a:lnTo>
                    <a:pt x="2171226" y="477965"/>
                  </a:lnTo>
                  <a:lnTo>
                    <a:pt x="2171179" y="477807"/>
                  </a:lnTo>
                  <a:lnTo>
                    <a:pt x="2171172" y="477790"/>
                  </a:lnTo>
                  <a:lnTo>
                    <a:pt x="2171159" y="477769"/>
                  </a:lnTo>
                  <a:lnTo>
                    <a:pt x="2171149" y="477755"/>
                  </a:lnTo>
                  <a:lnTo>
                    <a:pt x="2171138" y="477744"/>
                  </a:lnTo>
                  <a:lnTo>
                    <a:pt x="2171127" y="477735"/>
                  </a:lnTo>
                  <a:lnTo>
                    <a:pt x="2171108" y="477729"/>
                  </a:lnTo>
                  <a:lnTo>
                    <a:pt x="2171104" y="477728"/>
                  </a:lnTo>
                  <a:lnTo>
                    <a:pt x="2171080" y="477725"/>
                  </a:lnTo>
                  <a:lnTo>
                    <a:pt x="2171060" y="477724"/>
                  </a:lnTo>
                  <a:lnTo>
                    <a:pt x="2171042" y="477726"/>
                  </a:lnTo>
                  <a:lnTo>
                    <a:pt x="2170840" y="477788"/>
                  </a:lnTo>
                  <a:lnTo>
                    <a:pt x="2170635" y="477881"/>
                  </a:lnTo>
                  <a:lnTo>
                    <a:pt x="2170549" y="477935"/>
                  </a:lnTo>
                  <a:lnTo>
                    <a:pt x="2170470" y="478008"/>
                  </a:lnTo>
                  <a:lnTo>
                    <a:pt x="2170438" y="478060"/>
                  </a:lnTo>
                  <a:lnTo>
                    <a:pt x="2170431" y="478073"/>
                  </a:lnTo>
                  <a:lnTo>
                    <a:pt x="2170427" y="478082"/>
                  </a:lnTo>
                  <a:lnTo>
                    <a:pt x="2170425" y="478093"/>
                  </a:lnTo>
                  <a:lnTo>
                    <a:pt x="2170425" y="478102"/>
                  </a:lnTo>
                  <a:lnTo>
                    <a:pt x="2170426" y="478120"/>
                  </a:lnTo>
                  <a:lnTo>
                    <a:pt x="2170436" y="478198"/>
                  </a:lnTo>
                  <a:lnTo>
                    <a:pt x="2170437" y="478212"/>
                  </a:lnTo>
                  <a:lnTo>
                    <a:pt x="2170475" y="478310"/>
                  </a:lnTo>
                  <a:lnTo>
                    <a:pt x="2170478" y="478316"/>
                  </a:lnTo>
                  <a:lnTo>
                    <a:pt x="2170494" y="478337"/>
                  </a:lnTo>
                  <a:lnTo>
                    <a:pt x="2170508" y="478353"/>
                  </a:lnTo>
                  <a:lnTo>
                    <a:pt x="2170516" y="478360"/>
                  </a:lnTo>
                  <a:lnTo>
                    <a:pt x="2170522" y="478366"/>
                  </a:lnTo>
                  <a:lnTo>
                    <a:pt x="2170530" y="478372"/>
                  </a:lnTo>
                  <a:lnTo>
                    <a:pt x="2170593" y="478403"/>
                  </a:lnTo>
                  <a:lnTo>
                    <a:pt x="2170790" y="478440"/>
                  </a:lnTo>
                  <a:lnTo>
                    <a:pt x="2170865" y="478435"/>
                  </a:lnTo>
                  <a:lnTo>
                    <a:pt x="2170925" y="478444"/>
                  </a:lnTo>
                  <a:lnTo>
                    <a:pt x="2170974" y="478461"/>
                  </a:lnTo>
                  <a:lnTo>
                    <a:pt x="2171016" y="478493"/>
                  </a:lnTo>
                  <a:lnTo>
                    <a:pt x="2171058" y="478540"/>
                  </a:lnTo>
                  <a:lnTo>
                    <a:pt x="2171161" y="478701"/>
                  </a:lnTo>
                  <a:lnTo>
                    <a:pt x="2171170" y="478724"/>
                  </a:lnTo>
                  <a:lnTo>
                    <a:pt x="2171169" y="478746"/>
                  </a:lnTo>
                  <a:lnTo>
                    <a:pt x="2171128" y="478768"/>
                  </a:lnTo>
                  <a:lnTo>
                    <a:pt x="2171122" y="478769"/>
                  </a:lnTo>
                  <a:lnTo>
                    <a:pt x="2171075" y="478780"/>
                  </a:lnTo>
                  <a:lnTo>
                    <a:pt x="2171042" y="478789"/>
                  </a:lnTo>
                  <a:lnTo>
                    <a:pt x="2170984" y="478824"/>
                  </a:lnTo>
                  <a:lnTo>
                    <a:pt x="2170857" y="478916"/>
                  </a:lnTo>
                  <a:lnTo>
                    <a:pt x="2170758" y="479001"/>
                  </a:lnTo>
                  <a:lnTo>
                    <a:pt x="2170653" y="479090"/>
                  </a:lnTo>
                  <a:lnTo>
                    <a:pt x="2170636" y="479107"/>
                  </a:lnTo>
                  <a:lnTo>
                    <a:pt x="2170623" y="479126"/>
                  </a:lnTo>
                  <a:lnTo>
                    <a:pt x="2170613" y="479151"/>
                  </a:lnTo>
                  <a:lnTo>
                    <a:pt x="2170610" y="479172"/>
                  </a:lnTo>
                  <a:lnTo>
                    <a:pt x="2170611" y="479201"/>
                  </a:lnTo>
                  <a:lnTo>
                    <a:pt x="2170621" y="479221"/>
                  </a:lnTo>
                  <a:lnTo>
                    <a:pt x="2170643" y="479247"/>
                  </a:lnTo>
                  <a:lnTo>
                    <a:pt x="2170662" y="479305"/>
                  </a:lnTo>
                  <a:lnTo>
                    <a:pt x="2170670" y="479318"/>
                  </a:lnTo>
                  <a:lnTo>
                    <a:pt x="2170686" y="479388"/>
                  </a:lnTo>
                  <a:lnTo>
                    <a:pt x="2170697" y="479457"/>
                  </a:lnTo>
                  <a:lnTo>
                    <a:pt x="2170702" y="479472"/>
                  </a:lnTo>
                  <a:lnTo>
                    <a:pt x="2170707" y="479479"/>
                  </a:lnTo>
                  <a:lnTo>
                    <a:pt x="2170724" y="479490"/>
                  </a:lnTo>
                  <a:lnTo>
                    <a:pt x="2170749" y="479503"/>
                  </a:lnTo>
                  <a:lnTo>
                    <a:pt x="2170773" y="479515"/>
                  </a:lnTo>
                  <a:lnTo>
                    <a:pt x="2170789" y="479520"/>
                  </a:lnTo>
                  <a:lnTo>
                    <a:pt x="2170811" y="479524"/>
                  </a:lnTo>
                  <a:lnTo>
                    <a:pt x="2170835" y="479524"/>
                  </a:lnTo>
                  <a:lnTo>
                    <a:pt x="2170867" y="479517"/>
                  </a:lnTo>
                  <a:lnTo>
                    <a:pt x="2170902" y="479508"/>
                  </a:lnTo>
                  <a:lnTo>
                    <a:pt x="2170980" y="479486"/>
                  </a:lnTo>
                  <a:lnTo>
                    <a:pt x="2171110" y="479468"/>
                  </a:lnTo>
                  <a:lnTo>
                    <a:pt x="2171228" y="479456"/>
                  </a:lnTo>
                  <a:lnTo>
                    <a:pt x="2171396" y="479456"/>
                  </a:lnTo>
                  <a:lnTo>
                    <a:pt x="2171598" y="479541"/>
                  </a:lnTo>
                  <a:lnTo>
                    <a:pt x="2171645" y="479544"/>
                  </a:lnTo>
                  <a:lnTo>
                    <a:pt x="2171662" y="479547"/>
                  </a:lnTo>
                  <a:lnTo>
                    <a:pt x="2171681" y="479563"/>
                  </a:lnTo>
                  <a:lnTo>
                    <a:pt x="2171689" y="479575"/>
                  </a:lnTo>
                  <a:lnTo>
                    <a:pt x="2171695" y="479586"/>
                  </a:lnTo>
                  <a:lnTo>
                    <a:pt x="2171696" y="479602"/>
                  </a:lnTo>
                  <a:lnTo>
                    <a:pt x="2171694" y="479624"/>
                  </a:lnTo>
                  <a:lnTo>
                    <a:pt x="2171689" y="479651"/>
                  </a:lnTo>
                  <a:lnTo>
                    <a:pt x="2171684" y="479680"/>
                  </a:lnTo>
                  <a:lnTo>
                    <a:pt x="2171675" y="479710"/>
                  </a:lnTo>
                  <a:lnTo>
                    <a:pt x="2171662" y="479755"/>
                  </a:lnTo>
                  <a:lnTo>
                    <a:pt x="2171657" y="479769"/>
                  </a:lnTo>
                  <a:lnTo>
                    <a:pt x="2171633" y="479893"/>
                  </a:lnTo>
                  <a:lnTo>
                    <a:pt x="2171651" y="479914"/>
                  </a:lnTo>
                  <a:lnTo>
                    <a:pt x="2171656" y="479921"/>
                  </a:lnTo>
                  <a:lnTo>
                    <a:pt x="2171656" y="479927"/>
                  </a:lnTo>
                  <a:lnTo>
                    <a:pt x="2171651" y="479941"/>
                  </a:lnTo>
                  <a:lnTo>
                    <a:pt x="2171642" y="479952"/>
                  </a:lnTo>
                  <a:lnTo>
                    <a:pt x="2171620" y="479967"/>
                  </a:lnTo>
                  <a:lnTo>
                    <a:pt x="2171589" y="479980"/>
                  </a:lnTo>
                  <a:lnTo>
                    <a:pt x="2171564" y="479987"/>
                  </a:lnTo>
                  <a:lnTo>
                    <a:pt x="2171540" y="479993"/>
                  </a:lnTo>
                  <a:lnTo>
                    <a:pt x="2171509" y="479998"/>
                  </a:lnTo>
                  <a:lnTo>
                    <a:pt x="2171443" y="480003"/>
                  </a:lnTo>
                  <a:lnTo>
                    <a:pt x="2171361" y="480007"/>
                  </a:lnTo>
                  <a:lnTo>
                    <a:pt x="2171257" y="480021"/>
                  </a:lnTo>
                  <a:lnTo>
                    <a:pt x="2171246" y="480021"/>
                  </a:lnTo>
                  <a:lnTo>
                    <a:pt x="2171170" y="480036"/>
                  </a:lnTo>
                  <a:lnTo>
                    <a:pt x="2171025" y="480040"/>
                  </a:lnTo>
                  <a:lnTo>
                    <a:pt x="2170961" y="480045"/>
                  </a:lnTo>
                  <a:lnTo>
                    <a:pt x="2170927" y="480051"/>
                  </a:lnTo>
                  <a:lnTo>
                    <a:pt x="2170881" y="480069"/>
                  </a:lnTo>
                  <a:lnTo>
                    <a:pt x="2170847" y="480090"/>
                  </a:lnTo>
                  <a:lnTo>
                    <a:pt x="2170820" y="480112"/>
                  </a:lnTo>
                  <a:lnTo>
                    <a:pt x="2170800" y="480135"/>
                  </a:lnTo>
                  <a:lnTo>
                    <a:pt x="2170771" y="480184"/>
                  </a:lnTo>
                  <a:lnTo>
                    <a:pt x="2170766" y="480197"/>
                  </a:lnTo>
                  <a:lnTo>
                    <a:pt x="2170715" y="480278"/>
                  </a:lnTo>
                  <a:lnTo>
                    <a:pt x="2170732" y="480506"/>
                  </a:lnTo>
                  <a:lnTo>
                    <a:pt x="2170669" y="480601"/>
                  </a:lnTo>
                  <a:lnTo>
                    <a:pt x="2170665" y="480613"/>
                  </a:lnTo>
                  <a:lnTo>
                    <a:pt x="2170641" y="480682"/>
                  </a:lnTo>
                  <a:lnTo>
                    <a:pt x="2170627" y="480699"/>
                  </a:lnTo>
                  <a:lnTo>
                    <a:pt x="2170544" y="480797"/>
                  </a:lnTo>
                  <a:lnTo>
                    <a:pt x="2170344" y="480919"/>
                  </a:lnTo>
                  <a:lnTo>
                    <a:pt x="2170289" y="480935"/>
                  </a:lnTo>
                  <a:lnTo>
                    <a:pt x="2170112" y="481042"/>
                  </a:lnTo>
                  <a:lnTo>
                    <a:pt x="2170016" y="481195"/>
                  </a:lnTo>
                  <a:lnTo>
                    <a:pt x="2169980" y="481396"/>
                  </a:lnTo>
                  <a:lnTo>
                    <a:pt x="2170007" y="481628"/>
                  </a:lnTo>
                  <a:lnTo>
                    <a:pt x="2169996" y="481783"/>
                  </a:lnTo>
                  <a:lnTo>
                    <a:pt x="2169972" y="481823"/>
                  </a:lnTo>
                  <a:lnTo>
                    <a:pt x="2169955" y="481864"/>
                  </a:lnTo>
                  <a:lnTo>
                    <a:pt x="2169948" y="481915"/>
                  </a:lnTo>
                  <a:lnTo>
                    <a:pt x="2169965" y="481989"/>
                  </a:lnTo>
                  <a:lnTo>
                    <a:pt x="2169980" y="482015"/>
                  </a:lnTo>
                  <a:lnTo>
                    <a:pt x="2170041" y="482087"/>
                  </a:lnTo>
                  <a:lnTo>
                    <a:pt x="2170097" y="482164"/>
                  </a:lnTo>
                  <a:lnTo>
                    <a:pt x="2170108" y="482192"/>
                  </a:lnTo>
                  <a:lnTo>
                    <a:pt x="2170144" y="482276"/>
                  </a:lnTo>
                  <a:lnTo>
                    <a:pt x="2170172" y="482305"/>
                  </a:lnTo>
                  <a:lnTo>
                    <a:pt x="2170311" y="482509"/>
                  </a:lnTo>
                  <a:lnTo>
                    <a:pt x="2170338" y="482559"/>
                  </a:lnTo>
                  <a:lnTo>
                    <a:pt x="2170385" y="482661"/>
                  </a:lnTo>
                  <a:lnTo>
                    <a:pt x="2170393" y="482680"/>
                  </a:lnTo>
                  <a:lnTo>
                    <a:pt x="2170395" y="482694"/>
                  </a:lnTo>
                  <a:lnTo>
                    <a:pt x="2170388" y="482712"/>
                  </a:lnTo>
                  <a:lnTo>
                    <a:pt x="2170336" y="482819"/>
                  </a:lnTo>
                  <a:lnTo>
                    <a:pt x="2170285" y="482944"/>
                  </a:lnTo>
                  <a:lnTo>
                    <a:pt x="2170315" y="483082"/>
                  </a:lnTo>
                  <a:lnTo>
                    <a:pt x="2170319" y="483106"/>
                  </a:lnTo>
                  <a:lnTo>
                    <a:pt x="2170344" y="483210"/>
                  </a:lnTo>
                  <a:lnTo>
                    <a:pt x="2170321" y="483284"/>
                  </a:lnTo>
                  <a:lnTo>
                    <a:pt x="2170208" y="483351"/>
                  </a:lnTo>
                  <a:lnTo>
                    <a:pt x="2170079" y="483449"/>
                  </a:lnTo>
                  <a:lnTo>
                    <a:pt x="2170037" y="483530"/>
                  </a:lnTo>
                  <a:lnTo>
                    <a:pt x="2170008" y="483606"/>
                  </a:lnTo>
                  <a:lnTo>
                    <a:pt x="2170006" y="483615"/>
                  </a:lnTo>
                  <a:lnTo>
                    <a:pt x="2170001" y="483642"/>
                  </a:lnTo>
                  <a:lnTo>
                    <a:pt x="2170009" y="483688"/>
                  </a:lnTo>
                  <a:lnTo>
                    <a:pt x="2170021" y="483720"/>
                  </a:lnTo>
                  <a:lnTo>
                    <a:pt x="2170032" y="483737"/>
                  </a:lnTo>
                  <a:lnTo>
                    <a:pt x="2170055" y="483782"/>
                  </a:lnTo>
                  <a:lnTo>
                    <a:pt x="2170112" y="483907"/>
                  </a:lnTo>
                  <a:lnTo>
                    <a:pt x="2170122" y="483929"/>
                  </a:lnTo>
                  <a:lnTo>
                    <a:pt x="2170124" y="483943"/>
                  </a:lnTo>
                  <a:lnTo>
                    <a:pt x="2170131" y="484017"/>
                  </a:lnTo>
                  <a:lnTo>
                    <a:pt x="2170128" y="484042"/>
                  </a:lnTo>
                  <a:lnTo>
                    <a:pt x="2170083" y="484129"/>
                  </a:lnTo>
                  <a:lnTo>
                    <a:pt x="2169995" y="484324"/>
                  </a:lnTo>
                  <a:lnTo>
                    <a:pt x="2169887" y="484407"/>
                  </a:lnTo>
                  <a:lnTo>
                    <a:pt x="2169847" y="484470"/>
                  </a:lnTo>
                  <a:lnTo>
                    <a:pt x="2169861" y="484703"/>
                  </a:lnTo>
                  <a:lnTo>
                    <a:pt x="2169999" y="484767"/>
                  </a:lnTo>
                  <a:lnTo>
                    <a:pt x="2170051" y="484797"/>
                  </a:lnTo>
                  <a:lnTo>
                    <a:pt x="2170096" y="484827"/>
                  </a:lnTo>
                  <a:lnTo>
                    <a:pt x="2170115" y="484847"/>
                  </a:lnTo>
                  <a:lnTo>
                    <a:pt x="2170132" y="484872"/>
                  </a:lnTo>
                  <a:lnTo>
                    <a:pt x="2170147" y="484906"/>
                  </a:lnTo>
                  <a:lnTo>
                    <a:pt x="2170157" y="484929"/>
                  </a:lnTo>
                  <a:lnTo>
                    <a:pt x="2170159" y="484948"/>
                  </a:lnTo>
                  <a:lnTo>
                    <a:pt x="2170157" y="484959"/>
                  </a:lnTo>
                  <a:lnTo>
                    <a:pt x="2170139" y="484994"/>
                  </a:lnTo>
                  <a:lnTo>
                    <a:pt x="2170118" y="485053"/>
                  </a:lnTo>
                  <a:lnTo>
                    <a:pt x="2170114" y="485069"/>
                  </a:lnTo>
                  <a:lnTo>
                    <a:pt x="2170112" y="485074"/>
                  </a:lnTo>
                  <a:lnTo>
                    <a:pt x="2170112" y="485110"/>
                  </a:lnTo>
                  <a:lnTo>
                    <a:pt x="2170117" y="485325"/>
                  </a:lnTo>
                  <a:lnTo>
                    <a:pt x="2170147" y="485446"/>
                  </a:lnTo>
                  <a:lnTo>
                    <a:pt x="2170156" y="485456"/>
                  </a:lnTo>
                  <a:lnTo>
                    <a:pt x="2170176" y="485508"/>
                  </a:lnTo>
                  <a:lnTo>
                    <a:pt x="2170224" y="485595"/>
                  </a:lnTo>
                  <a:lnTo>
                    <a:pt x="2170295" y="485811"/>
                  </a:lnTo>
                  <a:lnTo>
                    <a:pt x="2170307" y="485880"/>
                  </a:lnTo>
                  <a:lnTo>
                    <a:pt x="2170309" y="485895"/>
                  </a:lnTo>
                  <a:lnTo>
                    <a:pt x="2170319" y="485921"/>
                  </a:lnTo>
                  <a:lnTo>
                    <a:pt x="2170319" y="485963"/>
                  </a:lnTo>
                  <a:lnTo>
                    <a:pt x="2170294" y="486014"/>
                  </a:lnTo>
                  <a:lnTo>
                    <a:pt x="2170284" y="486034"/>
                  </a:lnTo>
                  <a:lnTo>
                    <a:pt x="2170130" y="486051"/>
                  </a:lnTo>
                  <a:lnTo>
                    <a:pt x="2170106" y="486057"/>
                  </a:lnTo>
                  <a:lnTo>
                    <a:pt x="2170059" y="486075"/>
                  </a:lnTo>
                  <a:lnTo>
                    <a:pt x="2169979" y="486128"/>
                  </a:lnTo>
                  <a:lnTo>
                    <a:pt x="2169965" y="486143"/>
                  </a:lnTo>
                  <a:lnTo>
                    <a:pt x="2169966" y="486242"/>
                  </a:lnTo>
                  <a:lnTo>
                    <a:pt x="2169960" y="486263"/>
                  </a:lnTo>
                  <a:lnTo>
                    <a:pt x="2169954" y="486284"/>
                  </a:lnTo>
                  <a:lnTo>
                    <a:pt x="2169929" y="486354"/>
                  </a:lnTo>
                  <a:lnTo>
                    <a:pt x="2169910" y="486374"/>
                  </a:lnTo>
                  <a:lnTo>
                    <a:pt x="2169861" y="486426"/>
                  </a:lnTo>
                  <a:lnTo>
                    <a:pt x="2169822" y="486478"/>
                  </a:lnTo>
                  <a:lnTo>
                    <a:pt x="2169782" y="486576"/>
                  </a:lnTo>
                  <a:lnTo>
                    <a:pt x="2169735" y="486621"/>
                  </a:lnTo>
                  <a:lnTo>
                    <a:pt x="2169720" y="486631"/>
                  </a:lnTo>
                  <a:lnTo>
                    <a:pt x="2169671" y="486721"/>
                  </a:lnTo>
                  <a:lnTo>
                    <a:pt x="2169557" y="486782"/>
                  </a:lnTo>
                  <a:lnTo>
                    <a:pt x="2169608" y="486951"/>
                  </a:lnTo>
                  <a:lnTo>
                    <a:pt x="2169614" y="486979"/>
                  </a:lnTo>
                  <a:lnTo>
                    <a:pt x="2169615" y="486999"/>
                  </a:lnTo>
                  <a:lnTo>
                    <a:pt x="2169614" y="487011"/>
                  </a:lnTo>
                  <a:lnTo>
                    <a:pt x="2169609" y="487038"/>
                  </a:lnTo>
                  <a:lnTo>
                    <a:pt x="2169596" y="487058"/>
                  </a:lnTo>
                  <a:lnTo>
                    <a:pt x="2169582" y="487072"/>
                  </a:lnTo>
                  <a:lnTo>
                    <a:pt x="2169563" y="487083"/>
                  </a:lnTo>
                  <a:lnTo>
                    <a:pt x="2169535" y="487096"/>
                  </a:lnTo>
                  <a:lnTo>
                    <a:pt x="2169370" y="487173"/>
                  </a:lnTo>
                  <a:lnTo>
                    <a:pt x="2169246" y="487245"/>
                  </a:lnTo>
                  <a:lnTo>
                    <a:pt x="2169127" y="487313"/>
                  </a:lnTo>
                  <a:lnTo>
                    <a:pt x="2169056" y="487368"/>
                  </a:lnTo>
                  <a:lnTo>
                    <a:pt x="2168973" y="487435"/>
                  </a:lnTo>
                  <a:lnTo>
                    <a:pt x="2168960" y="487446"/>
                  </a:lnTo>
                  <a:lnTo>
                    <a:pt x="2168951" y="487459"/>
                  </a:lnTo>
                  <a:lnTo>
                    <a:pt x="2168948" y="487469"/>
                  </a:lnTo>
                  <a:lnTo>
                    <a:pt x="2168943" y="487479"/>
                  </a:lnTo>
                  <a:lnTo>
                    <a:pt x="2168871" y="487631"/>
                  </a:lnTo>
                  <a:lnTo>
                    <a:pt x="2168830" y="487680"/>
                  </a:lnTo>
                  <a:lnTo>
                    <a:pt x="2168800" y="487712"/>
                  </a:lnTo>
                  <a:lnTo>
                    <a:pt x="2168766" y="487732"/>
                  </a:lnTo>
                  <a:lnTo>
                    <a:pt x="2168717" y="487754"/>
                  </a:lnTo>
                  <a:lnTo>
                    <a:pt x="2168659" y="487768"/>
                  </a:lnTo>
                  <a:lnTo>
                    <a:pt x="2168622" y="487775"/>
                  </a:lnTo>
                  <a:lnTo>
                    <a:pt x="2168565" y="487778"/>
                  </a:lnTo>
                  <a:lnTo>
                    <a:pt x="2168559" y="487777"/>
                  </a:lnTo>
                  <a:lnTo>
                    <a:pt x="2168536" y="487775"/>
                  </a:lnTo>
                  <a:lnTo>
                    <a:pt x="2168337" y="487728"/>
                  </a:lnTo>
                  <a:lnTo>
                    <a:pt x="2168313" y="487717"/>
                  </a:lnTo>
                  <a:lnTo>
                    <a:pt x="2168284" y="487692"/>
                  </a:lnTo>
                  <a:lnTo>
                    <a:pt x="2168235" y="487665"/>
                  </a:lnTo>
                  <a:lnTo>
                    <a:pt x="2168149" y="487639"/>
                  </a:lnTo>
                  <a:lnTo>
                    <a:pt x="2168092" y="487631"/>
                  </a:lnTo>
                  <a:lnTo>
                    <a:pt x="2168065" y="487632"/>
                  </a:lnTo>
                  <a:lnTo>
                    <a:pt x="2168033" y="487635"/>
                  </a:lnTo>
                  <a:lnTo>
                    <a:pt x="2167994" y="487642"/>
                  </a:lnTo>
                  <a:lnTo>
                    <a:pt x="2167940" y="487646"/>
                  </a:lnTo>
                  <a:lnTo>
                    <a:pt x="2167922" y="487647"/>
                  </a:lnTo>
                  <a:lnTo>
                    <a:pt x="2167900" y="487642"/>
                  </a:lnTo>
                  <a:lnTo>
                    <a:pt x="2167839" y="487613"/>
                  </a:lnTo>
                  <a:lnTo>
                    <a:pt x="2167797" y="487589"/>
                  </a:lnTo>
                  <a:lnTo>
                    <a:pt x="2167782" y="487572"/>
                  </a:lnTo>
                  <a:lnTo>
                    <a:pt x="2167761" y="487535"/>
                  </a:lnTo>
                  <a:lnTo>
                    <a:pt x="2167737" y="487495"/>
                  </a:lnTo>
                  <a:lnTo>
                    <a:pt x="2167720" y="487472"/>
                  </a:lnTo>
                  <a:lnTo>
                    <a:pt x="2167697" y="487446"/>
                  </a:lnTo>
                  <a:lnTo>
                    <a:pt x="2167667" y="487419"/>
                  </a:lnTo>
                  <a:lnTo>
                    <a:pt x="2167615" y="487408"/>
                  </a:lnTo>
                  <a:lnTo>
                    <a:pt x="2167584" y="487401"/>
                  </a:lnTo>
                  <a:lnTo>
                    <a:pt x="2167503" y="487410"/>
                  </a:lnTo>
                  <a:lnTo>
                    <a:pt x="2167446" y="487416"/>
                  </a:lnTo>
                  <a:lnTo>
                    <a:pt x="2167295" y="487435"/>
                  </a:lnTo>
                  <a:lnTo>
                    <a:pt x="2167281" y="487438"/>
                  </a:lnTo>
                  <a:lnTo>
                    <a:pt x="2167227" y="487447"/>
                  </a:lnTo>
                  <a:lnTo>
                    <a:pt x="2167188" y="487446"/>
                  </a:lnTo>
                  <a:lnTo>
                    <a:pt x="2167145" y="487445"/>
                  </a:lnTo>
                  <a:lnTo>
                    <a:pt x="2167134" y="487444"/>
                  </a:lnTo>
                  <a:lnTo>
                    <a:pt x="2167118" y="487442"/>
                  </a:lnTo>
                  <a:lnTo>
                    <a:pt x="2167105" y="487442"/>
                  </a:lnTo>
                  <a:lnTo>
                    <a:pt x="2167091" y="487446"/>
                  </a:lnTo>
                  <a:lnTo>
                    <a:pt x="2167066" y="487466"/>
                  </a:lnTo>
                  <a:lnTo>
                    <a:pt x="2167030" y="487499"/>
                  </a:lnTo>
                  <a:lnTo>
                    <a:pt x="2167024" y="487508"/>
                  </a:lnTo>
                  <a:lnTo>
                    <a:pt x="2166989" y="487540"/>
                  </a:lnTo>
                  <a:lnTo>
                    <a:pt x="2166962" y="487565"/>
                  </a:lnTo>
                  <a:lnTo>
                    <a:pt x="2166876" y="487640"/>
                  </a:lnTo>
                  <a:lnTo>
                    <a:pt x="2166695" y="487807"/>
                  </a:lnTo>
                  <a:lnTo>
                    <a:pt x="2166687" y="487811"/>
                  </a:lnTo>
                  <a:lnTo>
                    <a:pt x="2166644" y="487829"/>
                  </a:lnTo>
                  <a:lnTo>
                    <a:pt x="2166630" y="487833"/>
                  </a:lnTo>
                  <a:lnTo>
                    <a:pt x="2166623" y="487836"/>
                  </a:lnTo>
                  <a:lnTo>
                    <a:pt x="2166592" y="487838"/>
                  </a:lnTo>
                  <a:lnTo>
                    <a:pt x="2166581" y="487834"/>
                  </a:lnTo>
                  <a:lnTo>
                    <a:pt x="2166533" y="487816"/>
                  </a:lnTo>
                  <a:lnTo>
                    <a:pt x="2166513" y="487806"/>
                  </a:lnTo>
                  <a:lnTo>
                    <a:pt x="2166482" y="487791"/>
                  </a:lnTo>
                  <a:lnTo>
                    <a:pt x="2166462" y="487777"/>
                  </a:lnTo>
                  <a:lnTo>
                    <a:pt x="2166446" y="487753"/>
                  </a:lnTo>
                  <a:lnTo>
                    <a:pt x="2166440" y="487738"/>
                  </a:lnTo>
                  <a:lnTo>
                    <a:pt x="2166396" y="487607"/>
                  </a:lnTo>
                  <a:lnTo>
                    <a:pt x="2166362" y="487515"/>
                  </a:lnTo>
                  <a:lnTo>
                    <a:pt x="2166311" y="487412"/>
                  </a:lnTo>
                  <a:lnTo>
                    <a:pt x="2166286" y="487388"/>
                  </a:lnTo>
                  <a:lnTo>
                    <a:pt x="2166252" y="487360"/>
                  </a:lnTo>
                  <a:lnTo>
                    <a:pt x="2166216" y="487345"/>
                  </a:lnTo>
                  <a:lnTo>
                    <a:pt x="2166186" y="487321"/>
                  </a:lnTo>
                  <a:lnTo>
                    <a:pt x="2166174" y="487309"/>
                  </a:lnTo>
                  <a:lnTo>
                    <a:pt x="2166124" y="487249"/>
                  </a:lnTo>
                  <a:lnTo>
                    <a:pt x="2166074" y="487187"/>
                  </a:lnTo>
                  <a:lnTo>
                    <a:pt x="2166030" y="487117"/>
                  </a:lnTo>
                  <a:lnTo>
                    <a:pt x="2165995" y="487066"/>
                  </a:lnTo>
                  <a:lnTo>
                    <a:pt x="2165932" y="486994"/>
                  </a:lnTo>
                  <a:lnTo>
                    <a:pt x="2165854" y="486911"/>
                  </a:lnTo>
                  <a:lnTo>
                    <a:pt x="2165785" y="486860"/>
                  </a:lnTo>
                  <a:lnTo>
                    <a:pt x="2165758" y="486832"/>
                  </a:lnTo>
                  <a:lnTo>
                    <a:pt x="2165747" y="486808"/>
                  </a:lnTo>
                  <a:lnTo>
                    <a:pt x="2165698" y="486655"/>
                  </a:lnTo>
                  <a:lnTo>
                    <a:pt x="2165630" y="486489"/>
                  </a:lnTo>
                  <a:lnTo>
                    <a:pt x="2165529" y="486302"/>
                  </a:lnTo>
                  <a:lnTo>
                    <a:pt x="2165477" y="486237"/>
                  </a:lnTo>
                  <a:lnTo>
                    <a:pt x="2165429" y="486205"/>
                  </a:lnTo>
                  <a:lnTo>
                    <a:pt x="2165390" y="486188"/>
                  </a:lnTo>
                  <a:lnTo>
                    <a:pt x="2165341" y="486179"/>
                  </a:lnTo>
                  <a:lnTo>
                    <a:pt x="2165276" y="486179"/>
                  </a:lnTo>
                  <a:lnTo>
                    <a:pt x="2165171" y="486189"/>
                  </a:lnTo>
                  <a:lnTo>
                    <a:pt x="2165124" y="486197"/>
                  </a:lnTo>
                  <a:lnTo>
                    <a:pt x="2165091" y="486213"/>
                  </a:lnTo>
                  <a:lnTo>
                    <a:pt x="2165075" y="486234"/>
                  </a:lnTo>
                  <a:lnTo>
                    <a:pt x="2165043" y="486280"/>
                  </a:lnTo>
                  <a:lnTo>
                    <a:pt x="2165007" y="486353"/>
                  </a:lnTo>
                  <a:lnTo>
                    <a:pt x="2164987" y="486387"/>
                  </a:lnTo>
                  <a:lnTo>
                    <a:pt x="2164860" y="486537"/>
                  </a:lnTo>
                  <a:lnTo>
                    <a:pt x="2164785" y="486590"/>
                  </a:lnTo>
                  <a:lnTo>
                    <a:pt x="2164782" y="486606"/>
                  </a:lnTo>
                  <a:lnTo>
                    <a:pt x="2164778" y="486622"/>
                  </a:lnTo>
                  <a:lnTo>
                    <a:pt x="2164743" y="486651"/>
                  </a:lnTo>
                  <a:lnTo>
                    <a:pt x="2164734" y="486658"/>
                  </a:lnTo>
                  <a:lnTo>
                    <a:pt x="2164724" y="486664"/>
                  </a:lnTo>
                  <a:lnTo>
                    <a:pt x="2164701" y="486677"/>
                  </a:lnTo>
                  <a:lnTo>
                    <a:pt x="2164689" y="486682"/>
                  </a:lnTo>
                  <a:lnTo>
                    <a:pt x="2164679" y="486685"/>
                  </a:lnTo>
                  <a:lnTo>
                    <a:pt x="2164671" y="486687"/>
                  </a:lnTo>
                  <a:lnTo>
                    <a:pt x="2164657" y="486688"/>
                  </a:lnTo>
                  <a:lnTo>
                    <a:pt x="2164637" y="486688"/>
                  </a:lnTo>
                  <a:lnTo>
                    <a:pt x="2164614" y="486688"/>
                  </a:lnTo>
                  <a:lnTo>
                    <a:pt x="2164587" y="486687"/>
                  </a:lnTo>
                  <a:lnTo>
                    <a:pt x="2164536" y="486683"/>
                  </a:lnTo>
                  <a:lnTo>
                    <a:pt x="2164501" y="486679"/>
                  </a:lnTo>
                  <a:lnTo>
                    <a:pt x="2164488" y="486677"/>
                  </a:lnTo>
                  <a:lnTo>
                    <a:pt x="2164406" y="486661"/>
                  </a:lnTo>
                  <a:lnTo>
                    <a:pt x="2164372" y="486656"/>
                  </a:lnTo>
                  <a:lnTo>
                    <a:pt x="2164354" y="486656"/>
                  </a:lnTo>
                  <a:lnTo>
                    <a:pt x="2164335" y="486656"/>
                  </a:lnTo>
                  <a:lnTo>
                    <a:pt x="2164284" y="486662"/>
                  </a:lnTo>
                  <a:lnTo>
                    <a:pt x="2164258" y="486669"/>
                  </a:lnTo>
                  <a:lnTo>
                    <a:pt x="2164249" y="486671"/>
                  </a:lnTo>
                  <a:lnTo>
                    <a:pt x="2164243" y="486673"/>
                  </a:lnTo>
                  <a:lnTo>
                    <a:pt x="2164228" y="486682"/>
                  </a:lnTo>
                  <a:lnTo>
                    <a:pt x="2164208" y="486704"/>
                  </a:lnTo>
                  <a:lnTo>
                    <a:pt x="2164183" y="486744"/>
                  </a:lnTo>
                  <a:lnTo>
                    <a:pt x="2164175" y="486762"/>
                  </a:lnTo>
                  <a:lnTo>
                    <a:pt x="2164136" y="486851"/>
                  </a:lnTo>
                  <a:lnTo>
                    <a:pt x="2164145" y="486892"/>
                  </a:lnTo>
                  <a:lnTo>
                    <a:pt x="2164168" y="486904"/>
                  </a:lnTo>
                  <a:lnTo>
                    <a:pt x="2164317" y="486980"/>
                  </a:lnTo>
                  <a:lnTo>
                    <a:pt x="2164341" y="486995"/>
                  </a:lnTo>
                  <a:lnTo>
                    <a:pt x="2164362" y="487017"/>
                  </a:lnTo>
                  <a:lnTo>
                    <a:pt x="2164374" y="487033"/>
                  </a:lnTo>
                  <a:lnTo>
                    <a:pt x="2164386" y="487051"/>
                  </a:lnTo>
                  <a:lnTo>
                    <a:pt x="2164396" y="487069"/>
                  </a:lnTo>
                  <a:lnTo>
                    <a:pt x="2164409" y="487089"/>
                  </a:lnTo>
                  <a:lnTo>
                    <a:pt x="2164421" y="487099"/>
                  </a:lnTo>
                  <a:lnTo>
                    <a:pt x="2164442" y="487110"/>
                  </a:lnTo>
                  <a:lnTo>
                    <a:pt x="2164484" y="487119"/>
                  </a:lnTo>
                  <a:lnTo>
                    <a:pt x="2164501" y="487120"/>
                  </a:lnTo>
                  <a:lnTo>
                    <a:pt x="2164514" y="487120"/>
                  </a:lnTo>
                  <a:lnTo>
                    <a:pt x="2164532" y="487117"/>
                  </a:lnTo>
                  <a:lnTo>
                    <a:pt x="2164568" y="487110"/>
                  </a:lnTo>
                  <a:lnTo>
                    <a:pt x="2164582" y="487107"/>
                  </a:lnTo>
                  <a:lnTo>
                    <a:pt x="2164640" y="487090"/>
                  </a:lnTo>
                  <a:lnTo>
                    <a:pt x="2164665" y="487080"/>
                  </a:lnTo>
                  <a:lnTo>
                    <a:pt x="2164678" y="487074"/>
                  </a:lnTo>
                  <a:lnTo>
                    <a:pt x="2164719" y="487051"/>
                  </a:lnTo>
                  <a:lnTo>
                    <a:pt x="2164756" y="487034"/>
                  </a:lnTo>
                  <a:lnTo>
                    <a:pt x="2164771" y="487029"/>
                  </a:lnTo>
                  <a:lnTo>
                    <a:pt x="2164806" y="487018"/>
                  </a:lnTo>
                  <a:lnTo>
                    <a:pt x="2164816" y="487015"/>
                  </a:lnTo>
                  <a:lnTo>
                    <a:pt x="2164829" y="487011"/>
                  </a:lnTo>
                  <a:lnTo>
                    <a:pt x="2164844" y="487008"/>
                  </a:lnTo>
                  <a:lnTo>
                    <a:pt x="2164859" y="487006"/>
                  </a:lnTo>
                  <a:lnTo>
                    <a:pt x="2164942" y="486992"/>
                  </a:lnTo>
                  <a:lnTo>
                    <a:pt x="2164947" y="486992"/>
                  </a:lnTo>
                  <a:lnTo>
                    <a:pt x="2164951" y="486991"/>
                  </a:lnTo>
                  <a:lnTo>
                    <a:pt x="2164956" y="486992"/>
                  </a:lnTo>
                  <a:lnTo>
                    <a:pt x="2165009" y="486999"/>
                  </a:lnTo>
                  <a:lnTo>
                    <a:pt x="2165046" y="487019"/>
                  </a:lnTo>
                  <a:lnTo>
                    <a:pt x="2165062" y="487029"/>
                  </a:lnTo>
                  <a:lnTo>
                    <a:pt x="2165068" y="487037"/>
                  </a:lnTo>
                  <a:lnTo>
                    <a:pt x="2165077" y="487074"/>
                  </a:lnTo>
                  <a:lnTo>
                    <a:pt x="2165080" y="487099"/>
                  </a:lnTo>
                  <a:lnTo>
                    <a:pt x="2165079" y="487115"/>
                  </a:lnTo>
                  <a:lnTo>
                    <a:pt x="2165061" y="487185"/>
                  </a:lnTo>
                  <a:lnTo>
                    <a:pt x="2165041" y="487252"/>
                  </a:lnTo>
                  <a:lnTo>
                    <a:pt x="2165038" y="487259"/>
                  </a:lnTo>
                  <a:lnTo>
                    <a:pt x="2165031" y="487275"/>
                  </a:lnTo>
                  <a:lnTo>
                    <a:pt x="2165022" y="487293"/>
                  </a:lnTo>
                  <a:lnTo>
                    <a:pt x="2165017" y="487300"/>
                  </a:lnTo>
                  <a:lnTo>
                    <a:pt x="2165012" y="487308"/>
                  </a:lnTo>
                  <a:lnTo>
                    <a:pt x="2164916" y="487434"/>
                  </a:lnTo>
                  <a:lnTo>
                    <a:pt x="2164904" y="487449"/>
                  </a:lnTo>
                  <a:lnTo>
                    <a:pt x="2164900" y="487454"/>
                  </a:lnTo>
                  <a:lnTo>
                    <a:pt x="2164895" y="487460"/>
                  </a:lnTo>
                  <a:lnTo>
                    <a:pt x="2164862" y="487494"/>
                  </a:lnTo>
                  <a:lnTo>
                    <a:pt x="2164831" y="487522"/>
                  </a:lnTo>
                  <a:lnTo>
                    <a:pt x="2164746" y="487599"/>
                  </a:lnTo>
                  <a:lnTo>
                    <a:pt x="2164742" y="487602"/>
                  </a:lnTo>
                  <a:lnTo>
                    <a:pt x="2164712" y="487632"/>
                  </a:lnTo>
                  <a:lnTo>
                    <a:pt x="2164660" y="487697"/>
                  </a:lnTo>
                  <a:lnTo>
                    <a:pt x="2164653" y="487707"/>
                  </a:lnTo>
                  <a:lnTo>
                    <a:pt x="2164650" y="487711"/>
                  </a:lnTo>
                  <a:lnTo>
                    <a:pt x="2164647" y="487716"/>
                  </a:lnTo>
                  <a:lnTo>
                    <a:pt x="2164583" y="487831"/>
                  </a:lnTo>
                  <a:lnTo>
                    <a:pt x="2164575" y="487863"/>
                  </a:lnTo>
                  <a:lnTo>
                    <a:pt x="2164573" y="487902"/>
                  </a:lnTo>
                  <a:lnTo>
                    <a:pt x="2164574" y="487945"/>
                  </a:lnTo>
                  <a:lnTo>
                    <a:pt x="2164575" y="487970"/>
                  </a:lnTo>
                  <a:lnTo>
                    <a:pt x="2164576" y="487976"/>
                  </a:lnTo>
                  <a:lnTo>
                    <a:pt x="2164598" y="488089"/>
                  </a:lnTo>
                  <a:lnTo>
                    <a:pt x="2164626" y="488174"/>
                  </a:lnTo>
                  <a:lnTo>
                    <a:pt x="2164633" y="488195"/>
                  </a:lnTo>
                  <a:lnTo>
                    <a:pt x="2164634" y="488208"/>
                  </a:lnTo>
                  <a:lnTo>
                    <a:pt x="2164628" y="488237"/>
                  </a:lnTo>
                  <a:lnTo>
                    <a:pt x="2164610" y="488298"/>
                  </a:lnTo>
                  <a:lnTo>
                    <a:pt x="2164602" y="488318"/>
                  </a:lnTo>
                  <a:lnTo>
                    <a:pt x="2164588" y="488344"/>
                  </a:lnTo>
                  <a:lnTo>
                    <a:pt x="2164526" y="488423"/>
                  </a:lnTo>
                  <a:lnTo>
                    <a:pt x="2164493" y="488458"/>
                  </a:lnTo>
                  <a:lnTo>
                    <a:pt x="2164447" y="488496"/>
                  </a:lnTo>
                  <a:lnTo>
                    <a:pt x="2164439" y="488501"/>
                  </a:lnTo>
                  <a:lnTo>
                    <a:pt x="2164423" y="488510"/>
                  </a:lnTo>
                  <a:lnTo>
                    <a:pt x="2164395" y="488522"/>
                  </a:lnTo>
                  <a:lnTo>
                    <a:pt x="2164359" y="488531"/>
                  </a:lnTo>
                  <a:lnTo>
                    <a:pt x="2164335" y="488532"/>
                  </a:lnTo>
                  <a:lnTo>
                    <a:pt x="2164323" y="488531"/>
                  </a:lnTo>
                  <a:lnTo>
                    <a:pt x="2164307" y="488527"/>
                  </a:lnTo>
                  <a:lnTo>
                    <a:pt x="2164284" y="488513"/>
                  </a:lnTo>
                  <a:lnTo>
                    <a:pt x="2164218" y="488454"/>
                  </a:lnTo>
                  <a:lnTo>
                    <a:pt x="2164177" y="488417"/>
                  </a:lnTo>
                  <a:lnTo>
                    <a:pt x="2164015" y="488329"/>
                  </a:lnTo>
                  <a:lnTo>
                    <a:pt x="2163966" y="488294"/>
                  </a:lnTo>
                  <a:lnTo>
                    <a:pt x="2163870" y="488312"/>
                  </a:lnTo>
                  <a:lnTo>
                    <a:pt x="2163809" y="488369"/>
                  </a:lnTo>
                  <a:lnTo>
                    <a:pt x="2163734" y="488439"/>
                  </a:lnTo>
                  <a:lnTo>
                    <a:pt x="2163643" y="488638"/>
                  </a:lnTo>
                  <a:lnTo>
                    <a:pt x="2163642" y="488650"/>
                  </a:lnTo>
                  <a:lnTo>
                    <a:pt x="2163641" y="488658"/>
                  </a:lnTo>
                  <a:lnTo>
                    <a:pt x="2163640" y="488666"/>
                  </a:lnTo>
                  <a:lnTo>
                    <a:pt x="2163638" y="488673"/>
                  </a:lnTo>
                  <a:lnTo>
                    <a:pt x="2163636" y="488682"/>
                  </a:lnTo>
                  <a:lnTo>
                    <a:pt x="2163629" y="488701"/>
                  </a:lnTo>
                  <a:lnTo>
                    <a:pt x="2163623" y="488716"/>
                  </a:lnTo>
                  <a:lnTo>
                    <a:pt x="2163620" y="488722"/>
                  </a:lnTo>
                  <a:lnTo>
                    <a:pt x="2163617" y="488727"/>
                  </a:lnTo>
                  <a:lnTo>
                    <a:pt x="2163614" y="488731"/>
                  </a:lnTo>
                  <a:lnTo>
                    <a:pt x="2163611" y="488736"/>
                  </a:lnTo>
                  <a:lnTo>
                    <a:pt x="2163607" y="488740"/>
                  </a:lnTo>
                  <a:lnTo>
                    <a:pt x="2163602" y="488744"/>
                  </a:lnTo>
                  <a:lnTo>
                    <a:pt x="2163597" y="488749"/>
                  </a:lnTo>
                  <a:lnTo>
                    <a:pt x="2163590" y="488755"/>
                  </a:lnTo>
                  <a:lnTo>
                    <a:pt x="2163582" y="488760"/>
                  </a:lnTo>
                  <a:lnTo>
                    <a:pt x="2163569" y="488768"/>
                  </a:lnTo>
                  <a:lnTo>
                    <a:pt x="2163508" y="488798"/>
                  </a:lnTo>
                  <a:lnTo>
                    <a:pt x="2163496" y="488803"/>
                  </a:lnTo>
                  <a:lnTo>
                    <a:pt x="2163464" y="488819"/>
                  </a:lnTo>
                  <a:lnTo>
                    <a:pt x="2163411" y="488850"/>
                  </a:lnTo>
                  <a:lnTo>
                    <a:pt x="2163365" y="488895"/>
                  </a:lnTo>
                  <a:lnTo>
                    <a:pt x="2163299" y="488984"/>
                  </a:lnTo>
                  <a:lnTo>
                    <a:pt x="2163283" y="489009"/>
                  </a:lnTo>
                  <a:lnTo>
                    <a:pt x="2163212" y="489126"/>
                  </a:lnTo>
                  <a:lnTo>
                    <a:pt x="2163208" y="489134"/>
                  </a:lnTo>
                  <a:lnTo>
                    <a:pt x="2163202" y="489146"/>
                  </a:lnTo>
                  <a:lnTo>
                    <a:pt x="2163173" y="489232"/>
                  </a:lnTo>
                  <a:lnTo>
                    <a:pt x="2163169" y="489242"/>
                  </a:lnTo>
                  <a:lnTo>
                    <a:pt x="2163152" y="489332"/>
                  </a:lnTo>
                  <a:lnTo>
                    <a:pt x="2163124" y="489415"/>
                  </a:lnTo>
                  <a:lnTo>
                    <a:pt x="2163124" y="489420"/>
                  </a:lnTo>
                  <a:lnTo>
                    <a:pt x="2163124" y="489442"/>
                  </a:lnTo>
                  <a:lnTo>
                    <a:pt x="2163126" y="489469"/>
                  </a:lnTo>
                  <a:lnTo>
                    <a:pt x="2163131" y="489485"/>
                  </a:lnTo>
                  <a:lnTo>
                    <a:pt x="2163145" y="489507"/>
                  </a:lnTo>
                  <a:lnTo>
                    <a:pt x="2163213" y="489551"/>
                  </a:lnTo>
                  <a:lnTo>
                    <a:pt x="2163232" y="489563"/>
                  </a:lnTo>
                  <a:lnTo>
                    <a:pt x="2163245" y="489570"/>
                  </a:lnTo>
                  <a:lnTo>
                    <a:pt x="2163260" y="489573"/>
                  </a:lnTo>
                  <a:lnTo>
                    <a:pt x="2163281" y="489572"/>
                  </a:lnTo>
                  <a:lnTo>
                    <a:pt x="2163305" y="489571"/>
                  </a:lnTo>
                  <a:lnTo>
                    <a:pt x="2163334" y="489559"/>
                  </a:lnTo>
                  <a:lnTo>
                    <a:pt x="2163540" y="489517"/>
                  </a:lnTo>
                  <a:lnTo>
                    <a:pt x="2163651" y="489567"/>
                  </a:lnTo>
                  <a:lnTo>
                    <a:pt x="2163578" y="489779"/>
                  </a:lnTo>
                  <a:lnTo>
                    <a:pt x="2163400" y="489880"/>
                  </a:lnTo>
                  <a:lnTo>
                    <a:pt x="2163388" y="489880"/>
                  </a:lnTo>
                  <a:lnTo>
                    <a:pt x="2163248" y="489889"/>
                  </a:lnTo>
                  <a:lnTo>
                    <a:pt x="2163042" y="489882"/>
                  </a:lnTo>
                  <a:lnTo>
                    <a:pt x="2162941" y="489910"/>
                  </a:lnTo>
                  <a:lnTo>
                    <a:pt x="2162816" y="489979"/>
                  </a:lnTo>
                  <a:lnTo>
                    <a:pt x="2162842" y="490148"/>
                  </a:lnTo>
                  <a:lnTo>
                    <a:pt x="2162884" y="490219"/>
                  </a:lnTo>
                  <a:lnTo>
                    <a:pt x="2162930" y="490495"/>
                  </a:lnTo>
                  <a:lnTo>
                    <a:pt x="2162844" y="490612"/>
                  </a:lnTo>
                  <a:lnTo>
                    <a:pt x="2162735" y="490625"/>
                  </a:lnTo>
                  <a:lnTo>
                    <a:pt x="2162676" y="490649"/>
                  </a:lnTo>
                  <a:lnTo>
                    <a:pt x="2162670" y="490651"/>
                  </a:lnTo>
                  <a:lnTo>
                    <a:pt x="2162661" y="490652"/>
                  </a:lnTo>
                  <a:lnTo>
                    <a:pt x="2162653" y="490653"/>
                  </a:lnTo>
                  <a:lnTo>
                    <a:pt x="2162647" y="490652"/>
                  </a:lnTo>
                  <a:lnTo>
                    <a:pt x="2162639" y="490651"/>
                  </a:lnTo>
                  <a:lnTo>
                    <a:pt x="2162622" y="490643"/>
                  </a:lnTo>
                  <a:lnTo>
                    <a:pt x="2162593" y="490627"/>
                  </a:lnTo>
                  <a:lnTo>
                    <a:pt x="2162582" y="490617"/>
                  </a:lnTo>
                  <a:lnTo>
                    <a:pt x="2162577" y="490612"/>
                  </a:lnTo>
                  <a:lnTo>
                    <a:pt x="2162575" y="490604"/>
                  </a:lnTo>
                  <a:lnTo>
                    <a:pt x="2162573" y="490598"/>
                  </a:lnTo>
                  <a:lnTo>
                    <a:pt x="2162574" y="490592"/>
                  </a:lnTo>
                  <a:lnTo>
                    <a:pt x="2162602" y="490540"/>
                  </a:lnTo>
                  <a:lnTo>
                    <a:pt x="2162619" y="490513"/>
                  </a:lnTo>
                  <a:lnTo>
                    <a:pt x="2162639" y="490485"/>
                  </a:lnTo>
                  <a:lnTo>
                    <a:pt x="2162664" y="490456"/>
                  </a:lnTo>
                  <a:lnTo>
                    <a:pt x="2162679" y="490423"/>
                  </a:lnTo>
                  <a:lnTo>
                    <a:pt x="2162688" y="490398"/>
                  </a:lnTo>
                  <a:lnTo>
                    <a:pt x="2162692" y="490378"/>
                  </a:lnTo>
                  <a:lnTo>
                    <a:pt x="2162691" y="490368"/>
                  </a:lnTo>
                  <a:lnTo>
                    <a:pt x="2162689" y="490349"/>
                  </a:lnTo>
                  <a:lnTo>
                    <a:pt x="2162684" y="490335"/>
                  </a:lnTo>
                  <a:lnTo>
                    <a:pt x="2162673" y="490315"/>
                  </a:lnTo>
                  <a:lnTo>
                    <a:pt x="2162648" y="490290"/>
                  </a:lnTo>
                  <a:lnTo>
                    <a:pt x="2162624" y="490272"/>
                  </a:lnTo>
                  <a:lnTo>
                    <a:pt x="2162603" y="490263"/>
                  </a:lnTo>
                  <a:lnTo>
                    <a:pt x="2162479" y="490228"/>
                  </a:lnTo>
                  <a:lnTo>
                    <a:pt x="2162470" y="490226"/>
                  </a:lnTo>
                  <a:lnTo>
                    <a:pt x="2162466" y="490227"/>
                  </a:lnTo>
                  <a:lnTo>
                    <a:pt x="2162462" y="490228"/>
                  </a:lnTo>
                  <a:lnTo>
                    <a:pt x="2162458" y="490230"/>
                  </a:lnTo>
                  <a:lnTo>
                    <a:pt x="2162454" y="490232"/>
                  </a:lnTo>
                  <a:lnTo>
                    <a:pt x="2162451" y="490235"/>
                  </a:lnTo>
                  <a:lnTo>
                    <a:pt x="2162447" y="490238"/>
                  </a:lnTo>
                  <a:lnTo>
                    <a:pt x="2162442" y="490243"/>
                  </a:lnTo>
                  <a:lnTo>
                    <a:pt x="2162437" y="490249"/>
                  </a:lnTo>
                  <a:lnTo>
                    <a:pt x="2162433" y="490255"/>
                  </a:lnTo>
                  <a:lnTo>
                    <a:pt x="2162430" y="490261"/>
                  </a:lnTo>
                  <a:lnTo>
                    <a:pt x="2162413" y="490292"/>
                  </a:lnTo>
                  <a:lnTo>
                    <a:pt x="2162410" y="490301"/>
                  </a:lnTo>
                  <a:lnTo>
                    <a:pt x="2162406" y="490315"/>
                  </a:lnTo>
                  <a:lnTo>
                    <a:pt x="2162400" y="490380"/>
                  </a:lnTo>
                  <a:lnTo>
                    <a:pt x="2162391" y="490469"/>
                  </a:lnTo>
                  <a:lnTo>
                    <a:pt x="2162386" y="490488"/>
                  </a:lnTo>
                  <a:lnTo>
                    <a:pt x="2162378" y="490499"/>
                  </a:lnTo>
                  <a:lnTo>
                    <a:pt x="2162368" y="490507"/>
                  </a:lnTo>
                  <a:lnTo>
                    <a:pt x="2162348" y="490519"/>
                  </a:lnTo>
                  <a:lnTo>
                    <a:pt x="2162328" y="490528"/>
                  </a:lnTo>
                  <a:lnTo>
                    <a:pt x="2162314" y="490531"/>
                  </a:lnTo>
                  <a:lnTo>
                    <a:pt x="2162306" y="490531"/>
                  </a:lnTo>
                  <a:lnTo>
                    <a:pt x="2162298" y="490529"/>
                  </a:lnTo>
                  <a:lnTo>
                    <a:pt x="2162292" y="490528"/>
                  </a:lnTo>
                  <a:lnTo>
                    <a:pt x="2162284" y="490524"/>
                  </a:lnTo>
                  <a:lnTo>
                    <a:pt x="2162276" y="490518"/>
                  </a:lnTo>
                  <a:lnTo>
                    <a:pt x="2162257" y="490497"/>
                  </a:lnTo>
                  <a:lnTo>
                    <a:pt x="2162222" y="490457"/>
                  </a:lnTo>
                  <a:lnTo>
                    <a:pt x="2162203" y="490434"/>
                  </a:lnTo>
                  <a:lnTo>
                    <a:pt x="2162199" y="490427"/>
                  </a:lnTo>
                  <a:lnTo>
                    <a:pt x="2162188" y="490412"/>
                  </a:lnTo>
                  <a:lnTo>
                    <a:pt x="2162179" y="490392"/>
                  </a:lnTo>
                  <a:lnTo>
                    <a:pt x="2162173" y="490369"/>
                  </a:lnTo>
                  <a:lnTo>
                    <a:pt x="2162145" y="490230"/>
                  </a:lnTo>
                  <a:lnTo>
                    <a:pt x="2162142" y="490216"/>
                  </a:lnTo>
                  <a:lnTo>
                    <a:pt x="2162144" y="490197"/>
                  </a:lnTo>
                  <a:lnTo>
                    <a:pt x="2162144" y="490187"/>
                  </a:lnTo>
                  <a:lnTo>
                    <a:pt x="2162142" y="490146"/>
                  </a:lnTo>
                  <a:lnTo>
                    <a:pt x="2162136" y="490074"/>
                  </a:lnTo>
                  <a:lnTo>
                    <a:pt x="2162135" y="490067"/>
                  </a:lnTo>
                  <a:lnTo>
                    <a:pt x="2162134" y="490060"/>
                  </a:lnTo>
                  <a:lnTo>
                    <a:pt x="2162131" y="490052"/>
                  </a:lnTo>
                  <a:lnTo>
                    <a:pt x="2162102" y="489965"/>
                  </a:lnTo>
                  <a:lnTo>
                    <a:pt x="2162085" y="489922"/>
                  </a:lnTo>
                  <a:lnTo>
                    <a:pt x="2162077" y="489905"/>
                  </a:lnTo>
                  <a:lnTo>
                    <a:pt x="2162073" y="489897"/>
                  </a:lnTo>
                  <a:lnTo>
                    <a:pt x="2161990" y="489827"/>
                  </a:lnTo>
                  <a:lnTo>
                    <a:pt x="2161821" y="489570"/>
                  </a:lnTo>
                  <a:lnTo>
                    <a:pt x="2161769" y="489354"/>
                  </a:lnTo>
                  <a:lnTo>
                    <a:pt x="2161726" y="489313"/>
                  </a:lnTo>
                  <a:lnTo>
                    <a:pt x="2161425" y="489225"/>
                  </a:lnTo>
                  <a:lnTo>
                    <a:pt x="2161411" y="489216"/>
                  </a:lnTo>
                  <a:lnTo>
                    <a:pt x="2161255" y="489190"/>
                  </a:lnTo>
                  <a:lnTo>
                    <a:pt x="2161233" y="489191"/>
                  </a:lnTo>
                  <a:lnTo>
                    <a:pt x="2161049" y="489150"/>
                  </a:lnTo>
                  <a:lnTo>
                    <a:pt x="2160889" y="488998"/>
                  </a:lnTo>
                  <a:lnTo>
                    <a:pt x="2160822" y="488947"/>
                  </a:lnTo>
                  <a:lnTo>
                    <a:pt x="2160806" y="488903"/>
                  </a:lnTo>
                  <a:lnTo>
                    <a:pt x="2160790" y="488846"/>
                  </a:lnTo>
                  <a:lnTo>
                    <a:pt x="2160787" y="488828"/>
                  </a:lnTo>
                  <a:lnTo>
                    <a:pt x="2160752" y="488742"/>
                  </a:lnTo>
                  <a:lnTo>
                    <a:pt x="2160744" y="488437"/>
                  </a:lnTo>
                  <a:lnTo>
                    <a:pt x="2160740" y="488418"/>
                  </a:lnTo>
                  <a:lnTo>
                    <a:pt x="2160634" y="488335"/>
                  </a:lnTo>
                  <a:lnTo>
                    <a:pt x="2160521" y="488292"/>
                  </a:lnTo>
                  <a:lnTo>
                    <a:pt x="2160467" y="488271"/>
                  </a:lnTo>
                  <a:lnTo>
                    <a:pt x="2160459" y="488271"/>
                  </a:lnTo>
                  <a:lnTo>
                    <a:pt x="2160322" y="488218"/>
                  </a:lnTo>
                  <a:lnTo>
                    <a:pt x="2160256" y="488183"/>
                  </a:lnTo>
                  <a:lnTo>
                    <a:pt x="2160235" y="488175"/>
                  </a:lnTo>
                  <a:lnTo>
                    <a:pt x="2160029" y="488066"/>
                  </a:lnTo>
                  <a:lnTo>
                    <a:pt x="2159838" y="488021"/>
                  </a:lnTo>
                  <a:lnTo>
                    <a:pt x="2159748" y="488000"/>
                  </a:lnTo>
                  <a:lnTo>
                    <a:pt x="2159742" y="487996"/>
                  </a:lnTo>
                  <a:lnTo>
                    <a:pt x="2159487" y="487930"/>
                  </a:lnTo>
                  <a:lnTo>
                    <a:pt x="2159419" y="487935"/>
                  </a:lnTo>
                  <a:lnTo>
                    <a:pt x="2159342" y="487950"/>
                  </a:lnTo>
                  <a:lnTo>
                    <a:pt x="2159294" y="487921"/>
                  </a:lnTo>
                  <a:lnTo>
                    <a:pt x="2159258" y="487856"/>
                  </a:lnTo>
                  <a:lnTo>
                    <a:pt x="2159222" y="487755"/>
                  </a:lnTo>
                  <a:lnTo>
                    <a:pt x="2159201" y="487682"/>
                  </a:lnTo>
                  <a:lnTo>
                    <a:pt x="2159134" y="487552"/>
                  </a:lnTo>
                  <a:lnTo>
                    <a:pt x="2159057" y="487373"/>
                  </a:lnTo>
                  <a:lnTo>
                    <a:pt x="2159027" y="487285"/>
                  </a:lnTo>
                  <a:lnTo>
                    <a:pt x="2158997" y="487235"/>
                  </a:lnTo>
                  <a:lnTo>
                    <a:pt x="2158942" y="487171"/>
                  </a:lnTo>
                  <a:lnTo>
                    <a:pt x="2158901" y="487137"/>
                  </a:lnTo>
                  <a:lnTo>
                    <a:pt x="2158829" y="487097"/>
                  </a:lnTo>
                  <a:lnTo>
                    <a:pt x="2158763" y="487069"/>
                  </a:lnTo>
                  <a:lnTo>
                    <a:pt x="2158651" y="487031"/>
                  </a:lnTo>
                  <a:lnTo>
                    <a:pt x="2158580" y="487019"/>
                  </a:lnTo>
                  <a:lnTo>
                    <a:pt x="2158539" y="487026"/>
                  </a:lnTo>
                  <a:lnTo>
                    <a:pt x="2158480" y="487041"/>
                  </a:lnTo>
                  <a:lnTo>
                    <a:pt x="2158424" y="487092"/>
                  </a:lnTo>
                  <a:lnTo>
                    <a:pt x="2158415" y="487122"/>
                  </a:lnTo>
                  <a:lnTo>
                    <a:pt x="2158406" y="487200"/>
                  </a:lnTo>
                  <a:lnTo>
                    <a:pt x="2158387" y="487265"/>
                  </a:lnTo>
                  <a:lnTo>
                    <a:pt x="2158358" y="487336"/>
                  </a:lnTo>
                  <a:lnTo>
                    <a:pt x="2158178" y="487498"/>
                  </a:lnTo>
                  <a:lnTo>
                    <a:pt x="2157920" y="487480"/>
                  </a:lnTo>
                  <a:lnTo>
                    <a:pt x="2157818" y="487477"/>
                  </a:lnTo>
                  <a:lnTo>
                    <a:pt x="2157773" y="487482"/>
                  </a:lnTo>
                  <a:lnTo>
                    <a:pt x="2157665" y="487451"/>
                  </a:lnTo>
                  <a:lnTo>
                    <a:pt x="2157589" y="487400"/>
                  </a:lnTo>
                  <a:lnTo>
                    <a:pt x="2157566" y="487365"/>
                  </a:lnTo>
                  <a:lnTo>
                    <a:pt x="2157556" y="487336"/>
                  </a:lnTo>
                  <a:lnTo>
                    <a:pt x="2157556" y="487313"/>
                  </a:lnTo>
                  <a:lnTo>
                    <a:pt x="2157359" y="487130"/>
                  </a:lnTo>
                  <a:lnTo>
                    <a:pt x="2157233" y="487067"/>
                  </a:lnTo>
                  <a:lnTo>
                    <a:pt x="2157150" y="486889"/>
                  </a:lnTo>
                  <a:lnTo>
                    <a:pt x="2157126" y="486794"/>
                  </a:lnTo>
                  <a:lnTo>
                    <a:pt x="2157070" y="486704"/>
                  </a:lnTo>
                  <a:lnTo>
                    <a:pt x="2157051" y="486673"/>
                  </a:lnTo>
                  <a:lnTo>
                    <a:pt x="2156967" y="486655"/>
                  </a:lnTo>
                  <a:lnTo>
                    <a:pt x="2156868" y="486656"/>
                  </a:lnTo>
                  <a:lnTo>
                    <a:pt x="2156780" y="486693"/>
                  </a:lnTo>
                  <a:lnTo>
                    <a:pt x="2156701" y="486740"/>
                  </a:lnTo>
                  <a:lnTo>
                    <a:pt x="2156610" y="486852"/>
                  </a:lnTo>
                  <a:lnTo>
                    <a:pt x="2156527" y="486986"/>
                  </a:lnTo>
                  <a:lnTo>
                    <a:pt x="2156516" y="487027"/>
                  </a:lnTo>
                  <a:lnTo>
                    <a:pt x="2156516" y="487083"/>
                  </a:lnTo>
                  <a:lnTo>
                    <a:pt x="2156571" y="487194"/>
                  </a:lnTo>
                  <a:lnTo>
                    <a:pt x="2156624" y="487306"/>
                  </a:lnTo>
                  <a:lnTo>
                    <a:pt x="2156639" y="487399"/>
                  </a:lnTo>
                  <a:lnTo>
                    <a:pt x="2156642" y="487488"/>
                  </a:lnTo>
                  <a:lnTo>
                    <a:pt x="2156622" y="487581"/>
                  </a:lnTo>
                  <a:lnTo>
                    <a:pt x="2156583" y="487671"/>
                  </a:lnTo>
                  <a:lnTo>
                    <a:pt x="2156469" y="487819"/>
                  </a:lnTo>
                  <a:lnTo>
                    <a:pt x="2156354" y="487904"/>
                  </a:lnTo>
                  <a:lnTo>
                    <a:pt x="2156324" y="487908"/>
                  </a:lnTo>
                  <a:lnTo>
                    <a:pt x="2156283" y="487901"/>
                  </a:lnTo>
                  <a:lnTo>
                    <a:pt x="2156219" y="487864"/>
                  </a:lnTo>
                  <a:lnTo>
                    <a:pt x="2156078" y="487799"/>
                  </a:lnTo>
                  <a:lnTo>
                    <a:pt x="2155887" y="487748"/>
                  </a:lnTo>
                  <a:lnTo>
                    <a:pt x="2155789" y="487748"/>
                  </a:lnTo>
                  <a:lnTo>
                    <a:pt x="2155765" y="487741"/>
                  </a:lnTo>
                  <a:lnTo>
                    <a:pt x="2155651" y="487753"/>
                  </a:lnTo>
                  <a:lnTo>
                    <a:pt x="2155554" y="487770"/>
                  </a:lnTo>
                  <a:lnTo>
                    <a:pt x="2155505" y="487769"/>
                  </a:lnTo>
                  <a:lnTo>
                    <a:pt x="2155453" y="487759"/>
                  </a:lnTo>
                  <a:lnTo>
                    <a:pt x="2155378" y="487722"/>
                  </a:lnTo>
                  <a:lnTo>
                    <a:pt x="2155305" y="487638"/>
                  </a:lnTo>
                  <a:lnTo>
                    <a:pt x="2155262" y="487579"/>
                  </a:lnTo>
                  <a:lnTo>
                    <a:pt x="2155242" y="487549"/>
                  </a:lnTo>
                  <a:lnTo>
                    <a:pt x="2155250" y="487525"/>
                  </a:lnTo>
                  <a:lnTo>
                    <a:pt x="2155300" y="487471"/>
                  </a:lnTo>
                  <a:lnTo>
                    <a:pt x="2155471" y="487358"/>
                  </a:lnTo>
                  <a:lnTo>
                    <a:pt x="2155499" y="487313"/>
                  </a:lnTo>
                  <a:lnTo>
                    <a:pt x="2155580" y="487256"/>
                  </a:lnTo>
                  <a:lnTo>
                    <a:pt x="2155628" y="487197"/>
                  </a:lnTo>
                  <a:lnTo>
                    <a:pt x="2155635" y="487186"/>
                  </a:lnTo>
                  <a:lnTo>
                    <a:pt x="2155658" y="487144"/>
                  </a:lnTo>
                  <a:lnTo>
                    <a:pt x="2155708" y="487069"/>
                  </a:lnTo>
                  <a:lnTo>
                    <a:pt x="2155736" y="487029"/>
                  </a:lnTo>
                  <a:lnTo>
                    <a:pt x="2155820" y="486848"/>
                  </a:lnTo>
                  <a:lnTo>
                    <a:pt x="2155807" y="486669"/>
                  </a:lnTo>
                  <a:lnTo>
                    <a:pt x="2155696" y="486528"/>
                  </a:lnTo>
                  <a:lnTo>
                    <a:pt x="2155583" y="486454"/>
                  </a:lnTo>
                  <a:lnTo>
                    <a:pt x="2155366" y="486484"/>
                  </a:lnTo>
                  <a:lnTo>
                    <a:pt x="2155289" y="486498"/>
                  </a:lnTo>
                  <a:lnTo>
                    <a:pt x="2155150" y="486528"/>
                  </a:lnTo>
                  <a:lnTo>
                    <a:pt x="2154847" y="486716"/>
                  </a:lnTo>
                  <a:lnTo>
                    <a:pt x="2154723" y="486825"/>
                  </a:lnTo>
                  <a:lnTo>
                    <a:pt x="2154689" y="486857"/>
                  </a:lnTo>
                  <a:lnTo>
                    <a:pt x="2154652" y="486904"/>
                  </a:lnTo>
                  <a:lnTo>
                    <a:pt x="2154585" y="486990"/>
                  </a:lnTo>
                  <a:lnTo>
                    <a:pt x="2154556" y="487051"/>
                  </a:lnTo>
                  <a:lnTo>
                    <a:pt x="2154534" y="487180"/>
                  </a:lnTo>
                  <a:lnTo>
                    <a:pt x="2154545" y="487213"/>
                  </a:lnTo>
                  <a:lnTo>
                    <a:pt x="2154548" y="487225"/>
                  </a:lnTo>
                  <a:lnTo>
                    <a:pt x="2154585" y="487300"/>
                  </a:lnTo>
                  <a:lnTo>
                    <a:pt x="2154652" y="487398"/>
                  </a:lnTo>
                  <a:lnTo>
                    <a:pt x="2154741" y="487520"/>
                  </a:lnTo>
                  <a:lnTo>
                    <a:pt x="2154770" y="487536"/>
                  </a:lnTo>
                  <a:lnTo>
                    <a:pt x="2154809" y="487546"/>
                  </a:lnTo>
                  <a:lnTo>
                    <a:pt x="2154845" y="487554"/>
                  </a:lnTo>
                  <a:lnTo>
                    <a:pt x="2154922" y="487564"/>
                  </a:lnTo>
                  <a:lnTo>
                    <a:pt x="2155007" y="487594"/>
                  </a:lnTo>
                  <a:lnTo>
                    <a:pt x="2155048" y="487620"/>
                  </a:lnTo>
                  <a:lnTo>
                    <a:pt x="2155122" y="487690"/>
                  </a:lnTo>
                  <a:lnTo>
                    <a:pt x="2155280" y="487865"/>
                  </a:lnTo>
                  <a:lnTo>
                    <a:pt x="2155316" y="487917"/>
                  </a:lnTo>
                  <a:lnTo>
                    <a:pt x="2155346" y="487999"/>
                  </a:lnTo>
                  <a:lnTo>
                    <a:pt x="2155351" y="488015"/>
                  </a:lnTo>
                  <a:lnTo>
                    <a:pt x="2155351" y="488031"/>
                  </a:lnTo>
                  <a:lnTo>
                    <a:pt x="2155332" y="488102"/>
                  </a:lnTo>
                  <a:lnTo>
                    <a:pt x="2155328" y="488112"/>
                  </a:lnTo>
                  <a:lnTo>
                    <a:pt x="2155302" y="488136"/>
                  </a:lnTo>
                  <a:lnTo>
                    <a:pt x="2155183" y="488193"/>
                  </a:lnTo>
                  <a:lnTo>
                    <a:pt x="2155125" y="488202"/>
                  </a:lnTo>
                  <a:lnTo>
                    <a:pt x="2155083" y="488202"/>
                  </a:lnTo>
                  <a:lnTo>
                    <a:pt x="2154952" y="488141"/>
                  </a:lnTo>
                  <a:lnTo>
                    <a:pt x="2154920" y="488124"/>
                  </a:lnTo>
                  <a:lnTo>
                    <a:pt x="2154860" y="488102"/>
                  </a:lnTo>
                  <a:lnTo>
                    <a:pt x="2154796" y="488098"/>
                  </a:lnTo>
                  <a:lnTo>
                    <a:pt x="2154775" y="488101"/>
                  </a:lnTo>
                  <a:lnTo>
                    <a:pt x="2154732" y="488139"/>
                  </a:lnTo>
                  <a:lnTo>
                    <a:pt x="2154706" y="488181"/>
                  </a:lnTo>
                  <a:lnTo>
                    <a:pt x="2154696" y="488289"/>
                  </a:lnTo>
                  <a:lnTo>
                    <a:pt x="2154825" y="488334"/>
                  </a:lnTo>
                  <a:lnTo>
                    <a:pt x="2154931" y="488383"/>
                  </a:lnTo>
                  <a:lnTo>
                    <a:pt x="2155013" y="488439"/>
                  </a:lnTo>
                  <a:lnTo>
                    <a:pt x="2155058" y="488448"/>
                  </a:lnTo>
                  <a:lnTo>
                    <a:pt x="2155072" y="488454"/>
                  </a:lnTo>
                  <a:lnTo>
                    <a:pt x="2155091" y="488470"/>
                  </a:lnTo>
                  <a:lnTo>
                    <a:pt x="2155121" y="488506"/>
                  </a:lnTo>
                  <a:lnTo>
                    <a:pt x="2155127" y="488519"/>
                  </a:lnTo>
                  <a:lnTo>
                    <a:pt x="2155129" y="488604"/>
                  </a:lnTo>
                  <a:lnTo>
                    <a:pt x="2155109" y="488621"/>
                  </a:lnTo>
                  <a:lnTo>
                    <a:pt x="2155079" y="488641"/>
                  </a:lnTo>
                  <a:lnTo>
                    <a:pt x="2155056" y="488648"/>
                  </a:lnTo>
                  <a:lnTo>
                    <a:pt x="2154917" y="488629"/>
                  </a:lnTo>
                  <a:lnTo>
                    <a:pt x="2154811" y="488609"/>
                  </a:lnTo>
                  <a:lnTo>
                    <a:pt x="2154774" y="488592"/>
                  </a:lnTo>
                  <a:lnTo>
                    <a:pt x="2154700" y="488543"/>
                  </a:lnTo>
                  <a:lnTo>
                    <a:pt x="2154611" y="488475"/>
                  </a:lnTo>
                  <a:lnTo>
                    <a:pt x="2154550" y="488424"/>
                  </a:lnTo>
                  <a:lnTo>
                    <a:pt x="2154509" y="488376"/>
                  </a:lnTo>
                  <a:lnTo>
                    <a:pt x="2154489" y="488350"/>
                  </a:lnTo>
                  <a:lnTo>
                    <a:pt x="2154441" y="488287"/>
                  </a:lnTo>
                  <a:lnTo>
                    <a:pt x="2154392" y="488164"/>
                  </a:lnTo>
                  <a:lnTo>
                    <a:pt x="2154345" y="488132"/>
                  </a:lnTo>
                  <a:lnTo>
                    <a:pt x="2154336" y="488086"/>
                  </a:lnTo>
                  <a:lnTo>
                    <a:pt x="2154321" y="488070"/>
                  </a:lnTo>
                  <a:lnTo>
                    <a:pt x="2154305" y="488028"/>
                  </a:lnTo>
                  <a:lnTo>
                    <a:pt x="2154303" y="487924"/>
                  </a:lnTo>
                  <a:lnTo>
                    <a:pt x="2154327" y="487859"/>
                  </a:lnTo>
                  <a:lnTo>
                    <a:pt x="2154411" y="487749"/>
                  </a:lnTo>
                  <a:lnTo>
                    <a:pt x="2154439" y="487621"/>
                  </a:lnTo>
                  <a:lnTo>
                    <a:pt x="2154425" y="487589"/>
                  </a:lnTo>
                  <a:lnTo>
                    <a:pt x="2154368" y="487524"/>
                  </a:lnTo>
                  <a:lnTo>
                    <a:pt x="2154325" y="487519"/>
                  </a:lnTo>
                  <a:lnTo>
                    <a:pt x="2154126" y="487713"/>
                  </a:lnTo>
                  <a:lnTo>
                    <a:pt x="2154059" y="487764"/>
                  </a:lnTo>
                  <a:lnTo>
                    <a:pt x="2153999" y="487946"/>
                  </a:lnTo>
                  <a:lnTo>
                    <a:pt x="2153999" y="488029"/>
                  </a:lnTo>
                  <a:lnTo>
                    <a:pt x="2153960" y="488100"/>
                  </a:lnTo>
                  <a:lnTo>
                    <a:pt x="2153909" y="488113"/>
                  </a:lnTo>
                  <a:lnTo>
                    <a:pt x="2153880" y="488111"/>
                  </a:lnTo>
                  <a:lnTo>
                    <a:pt x="2153866" y="488105"/>
                  </a:lnTo>
                  <a:lnTo>
                    <a:pt x="2153783" y="488031"/>
                  </a:lnTo>
                  <a:lnTo>
                    <a:pt x="2153704" y="487949"/>
                  </a:lnTo>
                  <a:lnTo>
                    <a:pt x="2153657" y="487922"/>
                  </a:lnTo>
                  <a:lnTo>
                    <a:pt x="2153542" y="487870"/>
                  </a:lnTo>
                  <a:lnTo>
                    <a:pt x="2153503" y="487870"/>
                  </a:lnTo>
                  <a:lnTo>
                    <a:pt x="2153466" y="487896"/>
                  </a:lnTo>
                  <a:lnTo>
                    <a:pt x="2153409" y="487998"/>
                  </a:lnTo>
                  <a:lnTo>
                    <a:pt x="2153330" y="488228"/>
                  </a:lnTo>
                  <a:lnTo>
                    <a:pt x="2153321" y="488261"/>
                  </a:lnTo>
                  <a:lnTo>
                    <a:pt x="2153333" y="488327"/>
                  </a:lnTo>
                  <a:lnTo>
                    <a:pt x="2153345" y="488362"/>
                  </a:lnTo>
                  <a:lnTo>
                    <a:pt x="2153402" y="488413"/>
                  </a:lnTo>
                  <a:lnTo>
                    <a:pt x="2153548" y="488510"/>
                  </a:lnTo>
                  <a:lnTo>
                    <a:pt x="2153638" y="488602"/>
                  </a:lnTo>
                  <a:lnTo>
                    <a:pt x="2153646" y="488621"/>
                  </a:lnTo>
                  <a:lnTo>
                    <a:pt x="2153641" y="488658"/>
                  </a:lnTo>
                  <a:lnTo>
                    <a:pt x="2153619" y="488690"/>
                  </a:lnTo>
                  <a:lnTo>
                    <a:pt x="2153595" y="488712"/>
                  </a:lnTo>
                  <a:lnTo>
                    <a:pt x="2153579" y="488723"/>
                  </a:lnTo>
                  <a:lnTo>
                    <a:pt x="2153497" y="488756"/>
                  </a:lnTo>
                  <a:lnTo>
                    <a:pt x="2153440" y="488755"/>
                  </a:lnTo>
                  <a:lnTo>
                    <a:pt x="2153353" y="488730"/>
                  </a:lnTo>
                  <a:lnTo>
                    <a:pt x="2153316" y="488713"/>
                  </a:lnTo>
                  <a:lnTo>
                    <a:pt x="2153240" y="488697"/>
                  </a:lnTo>
                  <a:lnTo>
                    <a:pt x="2153218" y="488697"/>
                  </a:lnTo>
                  <a:lnTo>
                    <a:pt x="2153203" y="488710"/>
                  </a:lnTo>
                  <a:lnTo>
                    <a:pt x="2153195" y="488742"/>
                  </a:lnTo>
                  <a:lnTo>
                    <a:pt x="2153204" y="488783"/>
                  </a:lnTo>
                  <a:lnTo>
                    <a:pt x="2153220" y="488816"/>
                  </a:lnTo>
                  <a:lnTo>
                    <a:pt x="2153271" y="488870"/>
                  </a:lnTo>
                  <a:lnTo>
                    <a:pt x="2153359" y="488924"/>
                  </a:lnTo>
                  <a:lnTo>
                    <a:pt x="2153468" y="488980"/>
                  </a:lnTo>
                  <a:lnTo>
                    <a:pt x="2153602" y="489131"/>
                  </a:lnTo>
                  <a:lnTo>
                    <a:pt x="2153611" y="489154"/>
                  </a:lnTo>
                  <a:lnTo>
                    <a:pt x="2153656" y="489198"/>
                  </a:lnTo>
                  <a:lnTo>
                    <a:pt x="2153807" y="489291"/>
                  </a:lnTo>
                  <a:lnTo>
                    <a:pt x="2153867" y="489350"/>
                  </a:lnTo>
                  <a:lnTo>
                    <a:pt x="2153914" y="489395"/>
                  </a:lnTo>
                  <a:lnTo>
                    <a:pt x="2153943" y="489494"/>
                  </a:lnTo>
                  <a:lnTo>
                    <a:pt x="2153942" y="489538"/>
                  </a:lnTo>
                  <a:lnTo>
                    <a:pt x="2153923" y="489591"/>
                  </a:lnTo>
                  <a:lnTo>
                    <a:pt x="2153844" y="489660"/>
                  </a:lnTo>
                  <a:lnTo>
                    <a:pt x="2153792" y="489671"/>
                  </a:lnTo>
                  <a:lnTo>
                    <a:pt x="2153691" y="489625"/>
                  </a:lnTo>
                  <a:lnTo>
                    <a:pt x="2153666" y="489613"/>
                  </a:lnTo>
                  <a:lnTo>
                    <a:pt x="2153617" y="489577"/>
                  </a:lnTo>
                  <a:lnTo>
                    <a:pt x="2153575" y="489560"/>
                  </a:lnTo>
                  <a:lnTo>
                    <a:pt x="2153152" y="489410"/>
                  </a:lnTo>
                  <a:lnTo>
                    <a:pt x="2152971" y="489347"/>
                  </a:lnTo>
                  <a:lnTo>
                    <a:pt x="2152942" y="489353"/>
                  </a:lnTo>
                  <a:lnTo>
                    <a:pt x="2152914" y="489364"/>
                  </a:lnTo>
                  <a:lnTo>
                    <a:pt x="2152903" y="489376"/>
                  </a:lnTo>
                  <a:lnTo>
                    <a:pt x="2152902" y="489395"/>
                  </a:lnTo>
                  <a:lnTo>
                    <a:pt x="2152910" y="489424"/>
                  </a:lnTo>
                  <a:lnTo>
                    <a:pt x="2152923" y="489474"/>
                  </a:lnTo>
                  <a:lnTo>
                    <a:pt x="2152945" y="489595"/>
                  </a:lnTo>
                  <a:lnTo>
                    <a:pt x="2152926" y="489666"/>
                  </a:lnTo>
                  <a:lnTo>
                    <a:pt x="2152923" y="489706"/>
                  </a:lnTo>
                  <a:lnTo>
                    <a:pt x="2152916" y="489743"/>
                  </a:lnTo>
                  <a:lnTo>
                    <a:pt x="2152890" y="489787"/>
                  </a:lnTo>
                  <a:lnTo>
                    <a:pt x="2152840" y="489818"/>
                  </a:lnTo>
                  <a:lnTo>
                    <a:pt x="2152806" y="489820"/>
                  </a:lnTo>
                  <a:lnTo>
                    <a:pt x="2152649" y="489764"/>
                  </a:lnTo>
                  <a:lnTo>
                    <a:pt x="2152440" y="489689"/>
                  </a:lnTo>
                  <a:lnTo>
                    <a:pt x="2152394" y="489662"/>
                  </a:lnTo>
                  <a:lnTo>
                    <a:pt x="2152338" y="489609"/>
                  </a:lnTo>
                  <a:lnTo>
                    <a:pt x="2152276" y="489512"/>
                  </a:lnTo>
                  <a:lnTo>
                    <a:pt x="2152233" y="489482"/>
                  </a:lnTo>
                  <a:lnTo>
                    <a:pt x="2152103" y="489436"/>
                  </a:lnTo>
                  <a:lnTo>
                    <a:pt x="2152056" y="489431"/>
                  </a:lnTo>
                  <a:lnTo>
                    <a:pt x="2152021" y="489438"/>
                  </a:lnTo>
                  <a:lnTo>
                    <a:pt x="2151969" y="489477"/>
                  </a:lnTo>
                  <a:lnTo>
                    <a:pt x="2151866" y="489667"/>
                  </a:lnTo>
                  <a:lnTo>
                    <a:pt x="2151863" y="489838"/>
                  </a:lnTo>
                  <a:lnTo>
                    <a:pt x="2151790" y="490049"/>
                  </a:lnTo>
                  <a:lnTo>
                    <a:pt x="2151668" y="490120"/>
                  </a:lnTo>
                  <a:lnTo>
                    <a:pt x="2151611" y="490129"/>
                  </a:lnTo>
                  <a:lnTo>
                    <a:pt x="2151479" y="490123"/>
                  </a:lnTo>
                  <a:lnTo>
                    <a:pt x="2151392" y="490087"/>
                  </a:lnTo>
                  <a:lnTo>
                    <a:pt x="2151357" y="490065"/>
                  </a:lnTo>
                  <a:lnTo>
                    <a:pt x="2151338" y="490043"/>
                  </a:lnTo>
                  <a:lnTo>
                    <a:pt x="2151356" y="490001"/>
                  </a:lnTo>
                  <a:lnTo>
                    <a:pt x="2151365" y="489975"/>
                  </a:lnTo>
                  <a:lnTo>
                    <a:pt x="2151347" y="489914"/>
                  </a:lnTo>
                  <a:lnTo>
                    <a:pt x="2151327" y="489877"/>
                  </a:lnTo>
                  <a:lnTo>
                    <a:pt x="2151300" y="489851"/>
                  </a:lnTo>
                  <a:lnTo>
                    <a:pt x="2151236" y="489818"/>
                  </a:lnTo>
                  <a:lnTo>
                    <a:pt x="2151207" y="489807"/>
                  </a:lnTo>
                  <a:lnTo>
                    <a:pt x="2151185" y="489803"/>
                  </a:lnTo>
                  <a:lnTo>
                    <a:pt x="2151001" y="489795"/>
                  </a:lnTo>
                  <a:lnTo>
                    <a:pt x="2150980" y="489796"/>
                  </a:lnTo>
                  <a:lnTo>
                    <a:pt x="2150962" y="489802"/>
                  </a:lnTo>
                  <a:lnTo>
                    <a:pt x="2150937" y="489821"/>
                  </a:lnTo>
                  <a:lnTo>
                    <a:pt x="2150883" y="489867"/>
                  </a:lnTo>
                  <a:lnTo>
                    <a:pt x="2150848" y="489912"/>
                  </a:lnTo>
                  <a:lnTo>
                    <a:pt x="2150760" y="490010"/>
                  </a:lnTo>
                  <a:lnTo>
                    <a:pt x="2150696" y="490075"/>
                  </a:lnTo>
                  <a:lnTo>
                    <a:pt x="2150686" y="490081"/>
                  </a:lnTo>
                  <a:lnTo>
                    <a:pt x="2150663" y="490094"/>
                  </a:lnTo>
                  <a:lnTo>
                    <a:pt x="2150639" y="490103"/>
                  </a:lnTo>
                  <a:lnTo>
                    <a:pt x="2150596" y="490124"/>
                  </a:lnTo>
                  <a:lnTo>
                    <a:pt x="2150575" y="490145"/>
                  </a:lnTo>
                  <a:lnTo>
                    <a:pt x="2150560" y="490181"/>
                  </a:lnTo>
                  <a:lnTo>
                    <a:pt x="2150555" y="490208"/>
                  </a:lnTo>
                  <a:lnTo>
                    <a:pt x="2150620" y="490337"/>
                  </a:lnTo>
                  <a:lnTo>
                    <a:pt x="2150650" y="490385"/>
                  </a:lnTo>
                  <a:lnTo>
                    <a:pt x="2150610" y="490560"/>
                  </a:lnTo>
                  <a:lnTo>
                    <a:pt x="2150588" y="490618"/>
                  </a:lnTo>
                  <a:lnTo>
                    <a:pt x="2150352" y="490760"/>
                  </a:lnTo>
                  <a:lnTo>
                    <a:pt x="2150292" y="490797"/>
                  </a:lnTo>
                  <a:lnTo>
                    <a:pt x="2150248" y="490841"/>
                  </a:lnTo>
                  <a:lnTo>
                    <a:pt x="2150229" y="490877"/>
                  </a:lnTo>
                  <a:lnTo>
                    <a:pt x="2150229" y="491026"/>
                  </a:lnTo>
                  <a:lnTo>
                    <a:pt x="2150249" y="491082"/>
                  </a:lnTo>
                  <a:lnTo>
                    <a:pt x="2150260" y="491106"/>
                  </a:lnTo>
                  <a:lnTo>
                    <a:pt x="2150269" y="491113"/>
                  </a:lnTo>
                  <a:lnTo>
                    <a:pt x="2150527" y="491283"/>
                  </a:lnTo>
                  <a:lnTo>
                    <a:pt x="2150597" y="491313"/>
                  </a:lnTo>
                  <a:lnTo>
                    <a:pt x="2150854" y="491424"/>
                  </a:lnTo>
                  <a:lnTo>
                    <a:pt x="2151054" y="491525"/>
                  </a:lnTo>
                  <a:lnTo>
                    <a:pt x="2151264" y="491737"/>
                  </a:lnTo>
                  <a:lnTo>
                    <a:pt x="2151412" y="491872"/>
                  </a:lnTo>
                  <a:lnTo>
                    <a:pt x="2151491" y="491963"/>
                  </a:lnTo>
                  <a:lnTo>
                    <a:pt x="2151502" y="491980"/>
                  </a:lnTo>
                  <a:lnTo>
                    <a:pt x="2151505" y="491990"/>
                  </a:lnTo>
                  <a:lnTo>
                    <a:pt x="2151504" y="491998"/>
                  </a:lnTo>
                  <a:lnTo>
                    <a:pt x="2151500" y="492007"/>
                  </a:lnTo>
                  <a:lnTo>
                    <a:pt x="2151475" y="492029"/>
                  </a:lnTo>
                  <a:lnTo>
                    <a:pt x="2151458" y="492042"/>
                  </a:lnTo>
                  <a:lnTo>
                    <a:pt x="2151422" y="492063"/>
                  </a:lnTo>
                  <a:lnTo>
                    <a:pt x="2151385" y="492076"/>
                  </a:lnTo>
                  <a:lnTo>
                    <a:pt x="2151359" y="492095"/>
                  </a:lnTo>
                  <a:lnTo>
                    <a:pt x="2151330" y="492126"/>
                  </a:lnTo>
                  <a:lnTo>
                    <a:pt x="2151305" y="492161"/>
                  </a:lnTo>
                  <a:lnTo>
                    <a:pt x="2151279" y="492202"/>
                  </a:lnTo>
                  <a:lnTo>
                    <a:pt x="2151263" y="492239"/>
                  </a:lnTo>
                  <a:lnTo>
                    <a:pt x="2151245" y="492318"/>
                  </a:lnTo>
                  <a:lnTo>
                    <a:pt x="2151245" y="492412"/>
                  </a:lnTo>
                  <a:lnTo>
                    <a:pt x="2151236" y="492424"/>
                  </a:lnTo>
                  <a:lnTo>
                    <a:pt x="2151226" y="492435"/>
                  </a:lnTo>
                  <a:lnTo>
                    <a:pt x="2151204" y="492455"/>
                  </a:lnTo>
                  <a:lnTo>
                    <a:pt x="2151178" y="492476"/>
                  </a:lnTo>
                  <a:lnTo>
                    <a:pt x="2151140" y="492496"/>
                  </a:lnTo>
                  <a:lnTo>
                    <a:pt x="2151044" y="492540"/>
                  </a:lnTo>
                  <a:lnTo>
                    <a:pt x="2151015" y="492551"/>
                  </a:lnTo>
                  <a:lnTo>
                    <a:pt x="2150979" y="492563"/>
                  </a:lnTo>
                  <a:lnTo>
                    <a:pt x="2150952" y="492567"/>
                  </a:lnTo>
                  <a:lnTo>
                    <a:pt x="2150930" y="492569"/>
                  </a:lnTo>
                  <a:lnTo>
                    <a:pt x="2150775" y="492597"/>
                  </a:lnTo>
                  <a:lnTo>
                    <a:pt x="2150609" y="492610"/>
                  </a:lnTo>
                  <a:lnTo>
                    <a:pt x="2150594" y="492609"/>
                  </a:lnTo>
                  <a:lnTo>
                    <a:pt x="2150523" y="492628"/>
                  </a:lnTo>
                  <a:lnTo>
                    <a:pt x="2150474" y="492641"/>
                  </a:lnTo>
                  <a:lnTo>
                    <a:pt x="2150409" y="492665"/>
                  </a:lnTo>
                  <a:lnTo>
                    <a:pt x="2150375" y="492680"/>
                  </a:lnTo>
                  <a:lnTo>
                    <a:pt x="2150337" y="492694"/>
                  </a:lnTo>
                  <a:lnTo>
                    <a:pt x="2150270" y="492708"/>
                  </a:lnTo>
                  <a:lnTo>
                    <a:pt x="2150246" y="492711"/>
                  </a:lnTo>
                  <a:lnTo>
                    <a:pt x="2150227" y="492702"/>
                  </a:lnTo>
                  <a:lnTo>
                    <a:pt x="2150207" y="492683"/>
                  </a:lnTo>
                  <a:lnTo>
                    <a:pt x="2150186" y="492661"/>
                  </a:lnTo>
                  <a:lnTo>
                    <a:pt x="2150158" y="492628"/>
                  </a:lnTo>
                  <a:lnTo>
                    <a:pt x="2150039" y="492533"/>
                  </a:lnTo>
                  <a:lnTo>
                    <a:pt x="2149978" y="492495"/>
                  </a:lnTo>
                  <a:lnTo>
                    <a:pt x="2149923" y="492462"/>
                  </a:lnTo>
                  <a:lnTo>
                    <a:pt x="2149904" y="492451"/>
                  </a:lnTo>
                  <a:lnTo>
                    <a:pt x="2149850" y="492426"/>
                  </a:lnTo>
                  <a:lnTo>
                    <a:pt x="2149799" y="492405"/>
                  </a:lnTo>
                  <a:lnTo>
                    <a:pt x="2149759" y="492395"/>
                  </a:lnTo>
                  <a:lnTo>
                    <a:pt x="2149619" y="492369"/>
                  </a:lnTo>
                  <a:lnTo>
                    <a:pt x="2149556" y="492363"/>
                  </a:lnTo>
                  <a:lnTo>
                    <a:pt x="2149485" y="492363"/>
                  </a:lnTo>
                  <a:lnTo>
                    <a:pt x="2149449" y="492369"/>
                  </a:lnTo>
                  <a:lnTo>
                    <a:pt x="2149135" y="492547"/>
                  </a:lnTo>
                  <a:lnTo>
                    <a:pt x="2149050" y="492620"/>
                  </a:lnTo>
                  <a:lnTo>
                    <a:pt x="2149032" y="492646"/>
                  </a:lnTo>
                  <a:lnTo>
                    <a:pt x="2149037" y="492663"/>
                  </a:lnTo>
                  <a:lnTo>
                    <a:pt x="2149052" y="492685"/>
                  </a:lnTo>
                  <a:lnTo>
                    <a:pt x="2149079" y="492709"/>
                  </a:lnTo>
                  <a:lnTo>
                    <a:pt x="2149117" y="492736"/>
                  </a:lnTo>
                  <a:lnTo>
                    <a:pt x="2149185" y="492766"/>
                  </a:lnTo>
                  <a:lnTo>
                    <a:pt x="2149222" y="492785"/>
                  </a:lnTo>
                  <a:lnTo>
                    <a:pt x="2149440" y="492926"/>
                  </a:lnTo>
                  <a:lnTo>
                    <a:pt x="2149578" y="493023"/>
                  </a:lnTo>
                  <a:lnTo>
                    <a:pt x="2149677" y="493098"/>
                  </a:lnTo>
                  <a:lnTo>
                    <a:pt x="2149722" y="493136"/>
                  </a:lnTo>
                  <a:lnTo>
                    <a:pt x="2149785" y="493161"/>
                  </a:lnTo>
                  <a:lnTo>
                    <a:pt x="2149807" y="493169"/>
                  </a:lnTo>
                  <a:lnTo>
                    <a:pt x="2149834" y="493171"/>
                  </a:lnTo>
                  <a:lnTo>
                    <a:pt x="2149851" y="493164"/>
                  </a:lnTo>
                  <a:lnTo>
                    <a:pt x="2149867" y="493155"/>
                  </a:lnTo>
                  <a:lnTo>
                    <a:pt x="2149871" y="493153"/>
                  </a:lnTo>
                  <a:lnTo>
                    <a:pt x="2149903" y="493125"/>
                  </a:lnTo>
                  <a:lnTo>
                    <a:pt x="2149931" y="493097"/>
                  </a:lnTo>
                  <a:lnTo>
                    <a:pt x="2150006" y="493018"/>
                  </a:lnTo>
                  <a:lnTo>
                    <a:pt x="2150046" y="492972"/>
                  </a:lnTo>
                  <a:lnTo>
                    <a:pt x="2150074" y="492950"/>
                  </a:lnTo>
                  <a:lnTo>
                    <a:pt x="2150133" y="492912"/>
                  </a:lnTo>
                  <a:lnTo>
                    <a:pt x="2150248" y="492866"/>
                  </a:lnTo>
                  <a:lnTo>
                    <a:pt x="2150369" y="492823"/>
                  </a:lnTo>
                  <a:lnTo>
                    <a:pt x="2150403" y="492826"/>
                  </a:lnTo>
                  <a:lnTo>
                    <a:pt x="2150452" y="492832"/>
                  </a:lnTo>
                  <a:lnTo>
                    <a:pt x="2150686" y="492901"/>
                  </a:lnTo>
                  <a:lnTo>
                    <a:pt x="2150698" y="492909"/>
                  </a:lnTo>
                  <a:lnTo>
                    <a:pt x="2150704" y="492919"/>
                  </a:lnTo>
                  <a:lnTo>
                    <a:pt x="2150709" y="492935"/>
                  </a:lnTo>
                  <a:lnTo>
                    <a:pt x="2150712" y="492954"/>
                  </a:lnTo>
                  <a:lnTo>
                    <a:pt x="2150712" y="492976"/>
                  </a:lnTo>
                  <a:lnTo>
                    <a:pt x="2150710" y="492989"/>
                  </a:lnTo>
                  <a:lnTo>
                    <a:pt x="2150708" y="493000"/>
                  </a:lnTo>
                  <a:lnTo>
                    <a:pt x="2150702" y="493021"/>
                  </a:lnTo>
                  <a:lnTo>
                    <a:pt x="2150695" y="493036"/>
                  </a:lnTo>
                  <a:lnTo>
                    <a:pt x="2150683" y="493053"/>
                  </a:lnTo>
                  <a:lnTo>
                    <a:pt x="2150670" y="493065"/>
                  </a:lnTo>
                  <a:lnTo>
                    <a:pt x="2150652" y="493079"/>
                  </a:lnTo>
                  <a:lnTo>
                    <a:pt x="2150637" y="493087"/>
                  </a:lnTo>
                  <a:lnTo>
                    <a:pt x="2150612" y="493100"/>
                  </a:lnTo>
                  <a:lnTo>
                    <a:pt x="2150585" y="493108"/>
                  </a:lnTo>
                  <a:lnTo>
                    <a:pt x="2150556" y="493115"/>
                  </a:lnTo>
                  <a:lnTo>
                    <a:pt x="2150500" y="493122"/>
                  </a:lnTo>
                  <a:lnTo>
                    <a:pt x="2150485" y="493126"/>
                  </a:lnTo>
                  <a:lnTo>
                    <a:pt x="2150474" y="493133"/>
                  </a:lnTo>
                  <a:lnTo>
                    <a:pt x="2150463" y="493149"/>
                  </a:lnTo>
                  <a:lnTo>
                    <a:pt x="2150452" y="493168"/>
                  </a:lnTo>
                  <a:lnTo>
                    <a:pt x="2150417" y="493227"/>
                  </a:lnTo>
                  <a:lnTo>
                    <a:pt x="2150408" y="493246"/>
                  </a:lnTo>
                  <a:lnTo>
                    <a:pt x="2150373" y="493331"/>
                  </a:lnTo>
                  <a:lnTo>
                    <a:pt x="2150316" y="493384"/>
                  </a:lnTo>
                  <a:lnTo>
                    <a:pt x="2150307" y="493400"/>
                  </a:lnTo>
                  <a:lnTo>
                    <a:pt x="2150261" y="493412"/>
                  </a:lnTo>
                  <a:lnTo>
                    <a:pt x="2150185" y="493446"/>
                  </a:lnTo>
                  <a:lnTo>
                    <a:pt x="2150136" y="493473"/>
                  </a:lnTo>
                  <a:lnTo>
                    <a:pt x="2150093" y="493476"/>
                  </a:lnTo>
                  <a:lnTo>
                    <a:pt x="2149855" y="493559"/>
                  </a:lnTo>
                  <a:lnTo>
                    <a:pt x="2149815" y="493567"/>
                  </a:lnTo>
                  <a:lnTo>
                    <a:pt x="2149719" y="493585"/>
                  </a:lnTo>
                  <a:lnTo>
                    <a:pt x="2149700" y="493590"/>
                  </a:lnTo>
                  <a:lnTo>
                    <a:pt x="2149648" y="493602"/>
                  </a:lnTo>
                  <a:lnTo>
                    <a:pt x="2149609" y="493615"/>
                  </a:lnTo>
                  <a:lnTo>
                    <a:pt x="2149588" y="493622"/>
                  </a:lnTo>
                  <a:lnTo>
                    <a:pt x="2149562" y="493636"/>
                  </a:lnTo>
                  <a:lnTo>
                    <a:pt x="2149548" y="493647"/>
                  </a:lnTo>
                  <a:lnTo>
                    <a:pt x="2149544" y="493654"/>
                  </a:lnTo>
                  <a:lnTo>
                    <a:pt x="2149539" y="493666"/>
                  </a:lnTo>
                  <a:lnTo>
                    <a:pt x="2149428" y="493767"/>
                  </a:lnTo>
                  <a:lnTo>
                    <a:pt x="2149370" y="493882"/>
                  </a:lnTo>
                  <a:lnTo>
                    <a:pt x="2149351" y="493919"/>
                  </a:lnTo>
                  <a:lnTo>
                    <a:pt x="2149373" y="493931"/>
                  </a:lnTo>
                  <a:lnTo>
                    <a:pt x="2149495" y="494002"/>
                  </a:lnTo>
                  <a:lnTo>
                    <a:pt x="2149531" y="494014"/>
                  </a:lnTo>
                  <a:lnTo>
                    <a:pt x="2149582" y="494024"/>
                  </a:lnTo>
                  <a:lnTo>
                    <a:pt x="2149615" y="494033"/>
                  </a:lnTo>
                  <a:lnTo>
                    <a:pt x="2149706" y="494057"/>
                  </a:lnTo>
                  <a:lnTo>
                    <a:pt x="2149737" y="494070"/>
                  </a:lnTo>
                  <a:lnTo>
                    <a:pt x="2149780" y="494085"/>
                  </a:lnTo>
                  <a:lnTo>
                    <a:pt x="2149833" y="494096"/>
                  </a:lnTo>
                  <a:lnTo>
                    <a:pt x="2149873" y="494095"/>
                  </a:lnTo>
                  <a:lnTo>
                    <a:pt x="2149926" y="494088"/>
                  </a:lnTo>
                  <a:lnTo>
                    <a:pt x="2149969" y="494081"/>
                  </a:lnTo>
                  <a:lnTo>
                    <a:pt x="2150242" y="494030"/>
                  </a:lnTo>
                  <a:lnTo>
                    <a:pt x="2150288" y="494086"/>
                  </a:lnTo>
                  <a:lnTo>
                    <a:pt x="2150296" y="494108"/>
                  </a:lnTo>
                  <a:lnTo>
                    <a:pt x="2150297" y="494140"/>
                  </a:lnTo>
                  <a:lnTo>
                    <a:pt x="2150262" y="494262"/>
                  </a:lnTo>
                  <a:lnTo>
                    <a:pt x="2150248" y="494301"/>
                  </a:lnTo>
                  <a:lnTo>
                    <a:pt x="2150234" y="494334"/>
                  </a:lnTo>
                  <a:lnTo>
                    <a:pt x="2150210" y="494357"/>
                  </a:lnTo>
                  <a:lnTo>
                    <a:pt x="2150183" y="494372"/>
                  </a:lnTo>
                  <a:lnTo>
                    <a:pt x="2150161" y="494383"/>
                  </a:lnTo>
                  <a:lnTo>
                    <a:pt x="2150131" y="494392"/>
                  </a:lnTo>
                  <a:lnTo>
                    <a:pt x="2150105" y="494415"/>
                  </a:lnTo>
                  <a:lnTo>
                    <a:pt x="2150093" y="494441"/>
                  </a:lnTo>
                  <a:lnTo>
                    <a:pt x="2150088" y="494462"/>
                  </a:lnTo>
                  <a:lnTo>
                    <a:pt x="2150080" y="494512"/>
                  </a:lnTo>
                  <a:lnTo>
                    <a:pt x="2150074" y="494568"/>
                  </a:lnTo>
                  <a:lnTo>
                    <a:pt x="2150073" y="494608"/>
                  </a:lnTo>
                  <a:lnTo>
                    <a:pt x="2150076" y="494636"/>
                  </a:lnTo>
                  <a:lnTo>
                    <a:pt x="2150075" y="494655"/>
                  </a:lnTo>
                  <a:lnTo>
                    <a:pt x="2150067" y="494676"/>
                  </a:lnTo>
                  <a:lnTo>
                    <a:pt x="2150050" y="494710"/>
                  </a:lnTo>
                  <a:lnTo>
                    <a:pt x="2150036" y="494737"/>
                  </a:lnTo>
                  <a:lnTo>
                    <a:pt x="2150016" y="494765"/>
                  </a:lnTo>
                  <a:lnTo>
                    <a:pt x="2149986" y="494798"/>
                  </a:lnTo>
                  <a:lnTo>
                    <a:pt x="2149963" y="494817"/>
                  </a:lnTo>
                  <a:lnTo>
                    <a:pt x="2149931" y="494839"/>
                  </a:lnTo>
                  <a:lnTo>
                    <a:pt x="2149902" y="494858"/>
                  </a:lnTo>
                  <a:lnTo>
                    <a:pt x="2149826" y="494885"/>
                  </a:lnTo>
                  <a:lnTo>
                    <a:pt x="2149804" y="494893"/>
                  </a:lnTo>
                  <a:lnTo>
                    <a:pt x="2149620" y="494944"/>
                  </a:lnTo>
                  <a:lnTo>
                    <a:pt x="2149564" y="494954"/>
                  </a:lnTo>
                  <a:lnTo>
                    <a:pt x="2149498" y="494953"/>
                  </a:lnTo>
                  <a:lnTo>
                    <a:pt x="2149434" y="494949"/>
                  </a:lnTo>
                  <a:lnTo>
                    <a:pt x="2149253" y="494936"/>
                  </a:lnTo>
                  <a:lnTo>
                    <a:pt x="2149177" y="494911"/>
                  </a:lnTo>
                  <a:lnTo>
                    <a:pt x="2149161" y="494902"/>
                  </a:lnTo>
                  <a:lnTo>
                    <a:pt x="2149094" y="494869"/>
                  </a:lnTo>
                  <a:lnTo>
                    <a:pt x="2149021" y="494844"/>
                  </a:lnTo>
                  <a:lnTo>
                    <a:pt x="2148964" y="494831"/>
                  </a:lnTo>
                  <a:lnTo>
                    <a:pt x="2148896" y="494820"/>
                  </a:lnTo>
                  <a:lnTo>
                    <a:pt x="2148848" y="494815"/>
                  </a:lnTo>
                  <a:lnTo>
                    <a:pt x="2148805" y="494816"/>
                  </a:lnTo>
                  <a:lnTo>
                    <a:pt x="2148776" y="494817"/>
                  </a:lnTo>
                  <a:lnTo>
                    <a:pt x="2148738" y="494821"/>
                  </a:lnTo>
                  <a:lnTo>
                    <a:pt x="2148697" y="494830"/>
                  </a:lnTo>
                  <a:lnTo>
                    <a:pt x="2148665" y="494837"/>
                  </a:lnTo>
                  <a:lnTo>
                    <a:pt x="2148615" y="494852"/>
                  </a:lnTo>
                  <a:lnTo>
                    <a:pt x="2148555" y="494885"/>
                  </a:lnTo>
                  <a:lnTo>
                    <a:pt x="2148516" y="494911"/>
                  </a:lnTo>
                  <a:lnTo>
                    <a:pt x="2148474" y="494950"/>
                  </a:lnTo>
                  <a:lnTo>
                    <a:pt x="2148436" y="494990"/>
                  </a:lnTo>
                  <a:lnTo>
                    <a:pt x="2148409" y="495027"/>
                  </a:lnTo>
                  <a:lnTo>
                    <a:pt x="2148396" y="495059"/>
                  </a:lnTo>
                  <a:lnTo>
                    <a:pt x="2148392" y="495087"/>
                  </a:lnTo>
                  <a:lnTo>
                    <a:pt x="2148394" y="495127"/>
                  </a:lnTo>
                  <a:lnTo>
                    <a:pt x="2148401" y="495180"/>
                  </a:lnTo>
                  <a:lnTo>
                    <a:pt x="2148410" y="495228"/>
                  </a:lnTo>
                  <a:lnTo>
                    <a:pt x="2148422" y="495268"/>
                  </a:lnTo>
                  <a:lnTo>
                    <a:pt x="2148429" y="495289"/>
                  </a:lnTo>
                  <a:lnTo>
                    <a:pt x="2148432" y="495300"/>
                  </a:lnTo>
                  <a:lnTo>
                    <a:pt x="2148433" y="495321"/>
                  </a:lnTo>
                  <a:lnTo>
                    <a:pt x="2148433" y="495344"/>
                  </a:lnTo>
                  <a:lnTo>
                    <a:pt x="2148425" y="495426"/>
                  </a:lnTo>
                  <a:lnTo>
                    <a:pt x="2148421" y="495457"/>
                  </a:lnTo>
                  <a:lnTo>
                    <a:pt x="2148412" y="495494"/>
                  </a:lnTo>
                  <a:lnTo>
                    <a:pt x="2148410" y="495577"/>
                  </a:lnTo>
                  <a:lnTo>
                    <a:pt x="2148394" y="495768"/>
                  </a:lnTo>
                  <a:lnTo>
                    <a:pt x="2148380" y="495803"/>
                  </a:lnTo>
                  <a:lnTo>
                    <a:pt x="2148369" y="495839"/>
                  </a:lnTo>
                  <a:lnTo>
                    <a:pt x="2148357" y="495899"/>
                  </a:lnTo>
                  <a:lnTo>
                    <a:pt x="2148355" y="495928"/>
                  </a:lnTo>
                  <a:lnTo>
                    <a:pt x="2148354" y="495982"/>
                  </a:lnTo>
                  <a:lnTo>
                    <a:pt x="2148362" y="496022"/>
                  </a:lnTo>
                  <a:lnTo>
                    <a:pt x="2148377" y="496049"/>
                  </a:lnTo>
                  <a:lnTo>
                    <a:pt x="2148401" y="496076"/>
                  </a:lnTo>
                  <a:lnTo>
                    <a:pt x="2148436" y="496106"/>
                  </a:lnTo>
                  <a:lnTo>
                    <a:pt x="2148490" y="496142"/>
                  </a:lnTo>
                  <a:lnTo>
                    <a:pt x="2148545" y="496169"/>
                  </a:lnTo>
                  <a:lnTo>
                    <a:pt x="2148584" y="496177"/>
                  </a:lnTo>
                  <a:lnTo>
                    <a:pt x="2148606" y="496179"/>
                  </a:lnTo>
                  <a:lnTo>
                    <a:pt x="2148624" y="496176"/>
                  </a:lnTo>
                  <a:lnTo>
                    <a:pt x="2148637" y="496170"/>
                  </a:lnTo>
                  <a:lnTo>
                    <a:pt x="2148655" y="496155"/>
                  </a:lnTo>
                  <a:lnTo>
                    <a:pt x="2148764" y="496038"/>
                  </a:lnTo>
                  <a:lnTo>
                    <a:pt x="2148773" y="496021"/>
                  </a:lnTo>
                  <a:lnTo>
                    <a:pt x="2148782" y="496002"/>
                  </a:lnTo>
                  <a:lnTo>
                    <a:pt x="2148785" y="495983"/>
                  </a:lnTo>
                  <a:lnTo>
                    <a:pt x="2148789" y="495966"/>
                  </a:lnTo>
                  <a:lnTo>
                    <a:pt x="2148796" y="495950"/>
                  </a:lnTo>
                  <a:lnTo>
                    <a:pt x="2148826" y="495885"/>
                  </a:lnTo>
                  <a:lnTo>
                    <a:pt x="2148845" y="495858"/>
                  </a:lnTo>
                  <a:lnTo>
                    <a:pt x="2148865" y="495838"/>
                  </a:lnTo>
                  <a:lnTo>
                    <a:pt x="2148881" y="495826"/>
                  </a:lnTo>
                  <a:lnTo>
                    <a:pt x="2148898" y="495821"/>
                  </a:lnTo>
                  <a:lnTo>
                    <a:pt x="2148923" y="495821"/>
                  </a:lnTo>
                  <a:lnTo>
                    <a:pt x="2148945" y="495825"/>
                  </a:lnTo>
                  <a:lnTo>
                    <a:pt x="2149012" y="495838"/>
                  </a:lnTo>
                  <a:lnTo>
                    <a:pt x="2149055" y="495849"/>
                  </a:lnTo>
                  <a:lnTo>
                    <a:pt x="2149091" y="495857"/>
                  </a:lnTo>
                  <a:lnTo>
                    <a:pt x="2149113" y="495857"/>
                  </a:lnTo>
                  <a:lnTo>
                    <a:pt x="2149241" y="495838"/>
                  </a:lnTo>
                  <a:lnTo>
                    <a:pt x="2149275" y="495823"/>
                  </a:lnTo>
                  <a:lnTo>
                    <a:pt x="2149300" y="495806"/>
                  </a:lnTo>
                  <a:lnTo>
                    <a:pt x="2149313" y="495796"/>
                  </a:lnTo>
                  <a:lnTo>
                    <a:pt x="2149335" y="495796"/>
                  </a:lnTo>
                  <a:lnTo>
                    <a:pt x="2149358" y="495803"/>
                  </a:lnTo>
                  <a:lnTo>
                    <a:pt x="2149378" y="495813"/>
                  </a:lnTo>
                  <a:lnTo>
                    <a:pt x="2149396" y="495831"/>
                  </a:lnTo>
                  <a:lnTo>
                    <a:pt x="2149413" y="495852"/>
                  </a:lnTo>
                  <a:lnTo>
                    <a:pt x="2149520" y="496039"/>
                  </a:lnTo>
                  <a:lnTo>
                    <a:pt x="2149531" y="496057"/>
                  </a:lnTo>
                  <a:lnTo>
                    <a:pt x="2149538" y="496070"/>
                  </a:lnTo>
                  <a:lnTo>
                    <a:pt x="2149542" y="496081"/>
                  </a:lnTo>
                  <a:lnTo>
                    <a:pt x="2149554" y="496103"/>
                  </a:lnTo>
                  <a:lnTo>
                    <a:pt x="2149556" y="496108"/>
                  </a:lnTo>
                  <a:lnTo>
                    <a:pt x="2149488" y="496191"/>
                  </a:lnTo>
                  <a:lnTo>
                    <a:pt x="2149467" y="496209"/>
                  </a:lnTo>
                  <a:lnTo>
                    <a:pt x="2149451" y="496218"/>
                  </a:lnTo>
                  <a:lnTo>
                    <a:pt x="2149420" y="496226"/>
                  </a:lnTo>
                  <a:lnTo>
                    <a:pt x="2149235" y="496328"/>
                  </a:lnTo>
                  <a:lnTo>
                    <a:pt x="2149206" y="496369"/>
                  </a:lnTo>
                  <a:lnTo>
                    <a:pt x="2149187" y="496381"/>
                  </a:lnTo>
                  <a:lnTo>
                    <a:pt x="2149167" y="496413"/>
                  </a:lnTo>
                  <a:lnTo>
                    <a:pt x="2149161" y="496447"/>
                  </a:lnTo>
                  <a:lnTo>
                    <a:pt x="2149157" y="496471"/>
                  </a:lnTo>
                  <a:lnTo>
                    <a:pt x="2149176" y="496598"/>
                  </a:lnTo>
                  <a:lnTo>
                    <a:pt x="2149180" y="496616"/>
                  </a:lnTo>
                  <a:lnTo>
                    <a:pt x="2149212" y="496664"/>
                  </a:lnTo>
                  <a:lnTo>
                    <a:pt x="2149456" y="497030"/>
                  </a:lnTo>
                  <a:lnTo>
                    <a:pt x="2149473" y="497051"/>
                  </a:lnTo>
                  <a:lnTo>
                    <a:pt x="2149510" y="497077"/>
                  </a:lnTo>
                  <a:lnTo>
                    <a:pt x="2149561" y="497104"/>
                  </a:lnTo>
                  <a:lnTo>
                    <a:pt x="2149590" y="497109"/>
                  </a:lnTo>
                  <a:lnTo>
                    <a:pt x="2149624" y="497111"/>
                  </a:lnTo>
                  <a:lnTo>
                    <a:pt x="2149654" y="497106"/>
                  </a:lnTo>
                  <a:lnTo>
                    <a:pt x="2149712" y="497081"/>
                  </a:lnTo>
                  <a:lnTo>
                    <a:pt x="2149729" y="497064"/>
                  </a:lnTo>
                  <a:lnTo>
                    <a:pt x="2149750" y="497042"/>
                  </a:lnTo>
                  <a:lnTo>
                    <a:pt x="2149770" y="497019"/>
                  </a:lnTo>
                  <a:lnTo>
                    <a:pt x="2149782" y="497005"/>
                  </a:lnTo>
                  <a:lnTo>
                    <a:pt x="2149806" y="496988"/>
                  </a:lnTo>
                  <a:lnTo>
                    <a:pt x="2149865" y="496944"/>
                  </a:lnTo>
                  <a:lnTo>
                    <a:pt x="2149901" y="496928"/>
                  </a:lnTo>
                  <a:lnTo>
                    <a:pt x="2149922" y="496919"/>
                  </a:lnTo>
                  <a:lnTo>
                    <a:pt x="2149946" y="496913"/>
                  </a:lnTo>
                  <a:lnTo>
                    <a:pt x="2150025" y="496919"/>
                  </a:lnTo>
                  <a:lnTo>
                    <a:pt x="2150065" y="496923"/>
                  </a:lnTo>
                  <a:lnTo>
                    <a:pt x="2150079" y="496934"/>
                  </a:lnTo>
                  <a:lnTo>
                    <a:pt x="2150084" y="496950"/>
                  </a:lnTo>
                  <a:lnTo>
                    <a:pt x="2150084" y="496976"/>
                  </a:lnTo>
                  <a:lnTo>
                    <a:pt x="2150080" y="497004"/>
                  </a:lnTo>
                  <a:lnTo>
                    <a:pt x="2150075" y="497032"/>
                  </a:lnTo>
                  <a:lnTo>
                    <a:pt x="2150071" y="497065"/>
                  </a:lnTo>
                  <a:lnTo>
                    <a:pt x="2150062" y="497151"/>
                  </a:lnTo>
                  <a:lnTo>
                    <a:pt x="2150058" y="497209"/>
                  </a:lnTo>
                  <a:lnTo>
                    <a:pt x="2150064" y="497232"/>
                  </a:lnTo>
                  <a:lnTo>
                    <a:pt x="2150099" y="497296"/>
                  </a:lnTo>
                  <a:lnTo>
                    <a:pt x="2150113" y="497316"/>
                  </a:lnTo>
                  <a:lnTo>
                    <a:pt x="2150172" y="497359"/>
                  </a:lnTo>
                  <a:lnTo>
                    <a:pt x="2150173" y="497396"/>
                  </a:lnTo>
                  <a:lnTo>
                    <a:pt x="2150171" y="497405"/>
                  </a:lnTo>
                  <a:lnTo>
                    <a:pt x="2150167" y="497417"/>
                  </a:lnTo>
                  <a:lnTo>
                    <a:pt x="2150159" y="497433"/>
                  </a:lnTo>
                  <a:lnTo>
                    <a:pt x="2150124" y="497482"/>
                  </a:lnTo>
                  <a:lnTo>
                    <a:pt x="2150113" y="497490"/>
                  </a:lnTo>
                  <a:lnTo>
                    <a:pt x="2150088" y="497501"/>
                  </a:lnTo>
                  <a:lnTo>
                    <a:pt x="2150058" y="497512"/>
                  </a:lnTo>
                  <a:lnTo>
                    <a:pt x="2149916" y="497551"/>
                  </a:lnTo>
                  <a:lnTo>
                    <a:pt x="2149901" y="497555"/>
                  </a:lnTo>
                  <a:lnTo>
                    <a:pt x="2149884" y="497556"/>
                  </a:lnTo>
                  <a:lnTo>
                    <a:pt x="2149788" y="497553"/>
                  </a:lnTo>
                  <a:lnTo>
                    <a:pt x="2149769" y="497552"/>
                  </a:lnTo>
                  <a:lnTo>
                    <a:pt x="2149746" y="497548"/>
                  </a:lnTo>
                  <a:lnTo>
                    <a:pt x="2149724" y="497535"/>
                  </a:lnTo>
                  <a:lnTo>
                    <a:pt x="2149695" y="497511"/>
                  </a:lnTo>
                  <a:lnTo>
                    <a:pt x="2149596" y="497426"/>
                  </a:lnTo>
                  <a:lnTo>
                    <a:pt x="2149461" y="497388"/>
                  </a:lnTo>
                  <a:lnTo>
                    <a:pt x="2149361" y="497496"/>
                  </a:lnTo>
                  <a:lnTo>
                    <a:pt x="2149342" y="497509"/>
                  </a:lnTo>
                  <a:lnTo>
                    <a:pt x="2149315" y="497524"/>
                  </a:lnTo>
                  <a:lnTo>
                    <a:pt x="2149259" y="497550"/>
                  </a:lnTo>
                  <a:lnTo>
                    <a:pt x="2149200" y="497568"/>
                  </a:lnTo>
                  <a:lnTo>
                    <a:pt x="2149176" y="497575"/>
                  </a:lnTo>
                  <a:lnTo>
                    <a:pt x="2149096" y="497586"/>
                  </a:lnTo>
                  <a:lnTo>
                    <a:pt x="2149083" y="497587"/>
                  </a:lnTo>
                  <a:lnTo>
                    <a:pt x="2149070" y="497586"/>
                  </a:lnTo>
                  <a:lnTo>
                    <a:pt x="2149065" y="497575"/>
                  </a:lnTo>
                  <a:lnTo>
                    <a:pt x="2149028" y="497527"/>
                  </a:lnTo>
                  <a:lnTo>
                    <a:pt x="2149014" y="497522"/>
                  </a:lnTo>
                  <a:lnTo>
                    <a:pt x="2148992" y="497516"/>
                  </a:lnTo>
                  <a:lnTo>
                    <a:pt x="2148974" y="497517"/>
                  </a:lnTo>
                  <a:lnTo>
                    <a:pt x="2148897" y="497525"/>
                  </a:lnTo>
                  <a:lnTo>
                    <a:pt x="2148874" y="497537"/>
                  </a:lnTo>
                  <a:lnTo>
                    <a:pt x="2148859" y="497550"/>
                  </a:lnTo>
                  <a:lnTo>
                    <a:pt x="2148846" y="497572"/>
                  </a:lnTo>
                  <a:lnTo>
                    <a:pt x="2148823" y="497627"/>
                  </a:lnTo>
                  <a:lnTo>
                    <a:pt x="2148818" y="497644"/>
                  </a:lnTo>
                  <a:lnTo>
                    <a:pt x="2148812" y="497746"/>
                  </a:lnTo>
                  <a:lnTo>
                    <a:pt x="2148887" y="497905"/>
                  </a:lnTo>
                  <a:lnTo>
                    <a:pt x="2148893" y="497915"/>
                  </a:lnTo>
                  <a:lnTo>
                    <a:pt x="2148904" y="497958"/>
                  </a:lnTo>
                  <a:lnTo>
                    <a:pt x="2148926" y="498071"/>
                  </a:lnTo>
                  <a:lnTo>
                    <a:pt x="2148924" y="498088"/>
                  </a:lnTo>
                  <a:lnTo>
                    <a:pt x="2148916" y="498109"/>
                  </a:lnTo>
                  <a:lnTo>
                    <a:pt x="2148897" y="498129"/>
                  </a:lnTo>
                  <a:lnTo>
                    <a:pt x="2148894" y="498132"/>
                  </a:lnTo>
                  <a:lnTo>
                    <a:pt x="2148874" y="498145"/>
                  </a:lnTo>
                  <a:lnTo>
                    <a:pt x="2148844" y="498158"/>
                  </a:lnTo>
                  <a:lnTo>
                    <a:pt x="2148785" y="498180"/>
                  </a:lnTo>
                  <a:lnTo>
                    <a:pt x="2148766" y="498183"/>
                  </a:lnTo>
                  <a:lnTo>
                    <a:pt x="2148685" y="498207"/>
                  </a:lnTo>
                  <a:lnTo>
                    <a:pt x="2148587" y="498244"/>
                  </a:lnTo>
                  <a:lnTo>
                    <a:pt x="2148537" y="498259"/>
                  </a:lnTo>
                  <a:lnTo>
                    <a:pt x="2148374" y="498286"/>
                  </a:lnTo>
                  <a:lnTo>
                    <a:pt x="2148219" y="498309"/>
                  </a:lnTo>
                  <a:lnTo>
                    <a:pt x="2148090" y="498319"/>
                  </a:lnTo>
                  <a:lnTo>
                    <a:pt x="2148047" y="498320"/>
                  </a:lnTo>
                  <a:lnTo>
                    <a:pt x="2147949" y="498314"/>
                  </a:lnTo>
                  <a:lnTo>
                    <a:pt x="2147897" y="498307"/>
                  </a:lnTo>
                  <a:lnTo>
                    <a:pt x="2147870" y="498302"/>
                  </a:lnTo>
                  <a:lnTo>
                    <a:pt x="2147854" y="498298"/>
                  </a:lnTo>
                  <a:lnTo>
                    <a:pt x="2147820" y="498295"/>
                  </a:lnTo>
                  <a:lnTo>
                    <a:pt x="2147796" y="498296"/>
                  </a:lnTo>
                  <a:lnTo>
                    <a:pt x="2147776" y="498300"/>
                  </a:lnTo>
                  <a:lnTo>
                    <a:pt x="2147768" y="498306"/>
                  </a:lnTo>
                  <a:lnTo>
                    <a:pt x="2147757" y="498316"/>
                  </a:lnTo>
                  <a:lnTo>
                    <a:pt x="2147749" y="498326"/>
                  </a:lnTo>
                  <a:lnTo>
                    <a:pt x="2147738" y="498339"/>
                  </a:lnTo>
                  <a:lnTo>
                    <a:pt x="2147718" y="498362"/>
                  </a:lnTo>
                  <a:lnTo>
                    <a:pt x="2147701" y="498389"/>
                  </a:lnTo>
                  <a:lnTo>
                    <a:pt x="2147690" y="498410"/>
                  </a:lnTo>
                  <a:lnTo>
                    <a:pt x="2147667" y="498532"/>
                  </a:lnTo>
                  <a:lnTo>
                    <a:pt x="2147663" y="498556"/>
                  </a:lnTo>
                  <a:lnTo>
                    <a:pt x="2147662" y="498574"/>
                  </a:lnTo>
                  <a:lnTo>
                    <a:pt x="2147671" y="498598"/>
                  </a:lnTo>
                  <a:lnTo>
                    <a:pt x="2147682" y="498620"/>
                  </a:lnTo>
                  <a:lnTo>
                    <a:pt x="2147696" y="498644"/>
                  </a:lnTo>
                  <a:lnTo>
                    <a:pt x="2147796" y="498805"/>
                  </a:lnTo>
                  <a:lnTo>
                    <a:pt x="2147849" y="498920"/>
                  </a:lnTo>
                  <a:lnTo>
                    <a:pt x="2147857" y="498944"/>
                  </a:lnTo>
                  <a:lnTo>
                    <a:pt x="2147944" y="499084"/>
                  </a:lnTo>
                  <a:lnTo>
                    <a:pt x="2147967" y="499104"/>
                  </a:lnTo>
                  <a:lnTo>
                    <a:pt x="2147975" y="499112"/>
                  </a:lnTo>
                  <a:lnTo>
                    <a:pt x="2147988" y="499129"/>
                  </a:lnTo>
                  <a:lnTo>
                    <a:pt x="2148003" y="499153"/>
                  </a:lnTo>
                  <a:lnTo>
                    <a:pt x="2148006" y="499160"/>
                  </a:lnTo>
                  <a:lnTo>
                    <a:pt x="2148008" y="499166"/>
                  </a:lnTo>
                  <a:lnTo>
                    <a:pt x="2148010" y="499171"/>
                  </a:lnTo>
                  <a:lnTo>
                    <a:pt x="2148015" y="499205"/>
                  </a:lnTo>
                  <a:lnTo>
                    <a:pt x="2148015" y="499216"/>
                  </a:lnTo>
                  <a:lnTo>
                    <a:pt x="2148014" y="499224"/>
                  </a:lnTo>
                  <a:lnTo>
                    <a:pt x="2148012" y="499229"/>
                  </a:lnTo>
                  <a:lnTo>
                    <a:pt x="2148008" y="499235"/>
                  </a:lnTo>
                  <a:lnTo>
                    <a:pt x="2148003" y="499242"/>
                  </a:lnTo>
                  <a:lnTo>
                    <a:pt x="2147992" y="499254"/>
                  </a:lnTo>
                  <a:lnTo>
                    <a:pt x="2147989" y="499257"/>
                  </a:lnTo>
                  <a:lnTo>
                    <a:pt x="2147985" y="499260"/>
                  </a:lnTo>
                  <a:lnTo>
                    <a:pt x="2147928" y="499297"/>
                  </a:lnTo>
                  <a:lnTo>
                    <a:pt x="2147922" y="499300"/>
                  </a:lnTo>
                  <a:lnTo>
                    <a:pt x="2147917" y="499301"/>
                  </a:lnTo>
                  <a:lnTo>
                    <a:pt x="2147912" y="499303"/>
                  </a:lnTo>
                  <a:lnTo>
                    <a:pt x="2147908" y="499303"/>
                  </a:lnTo>
                  <a:lnTo>
                    <a:pt x="2147903" y="499304"/>
                  </a:lnTo>
                  <a:lnTo>
                    <a:pt x="2147896" y="499305"/>
                  </a:lnTo>
                  <a:lnTo>
                    <a:pt x="2147889" y="499305"/>
                  </a:lnTo>
                  <a:lnTo>
                    <a:pt x="2147884" y="499305"/>
                  </a:lnTo>
                  <a:lnTo>
                    <a:pt x="2147552" y="499287"/>
                  </a:lnTo>
                  <a:lnTo>
                    <a:pt x="2147338" y="499274"/>
                  </a:lnTo>
                  <a:lnTo>
                    <a:pt x="2147332" y="499274"/>
                  </a:lnTo>
                  <a:lnTo>
                    <a:pt x="2147217" y="499244"/>
                  </a:lnTo>
                  <a:lnTo>
                    <a:pt x="2147205" y="499242"/>
                  </a:lnTo>
                  <a:lnTo>
                    <a:pt x="2147104" y="499226"/>
                  </a:lnTo>
                  <a:lnTo>
                    <a:pt x="2147090" y="499225"/>
                  </a:lnTo>
                  <a:lnTo>
                    <a:pt x="2147085" y="499224"/>
                  </a:lnTo>
                  <a:lnTo>
                    <a:pt x="2147081" y="499224"/>
                  </a:lnTo>
                  <a:lnTo>
                    <a:pt x="2147037" y="499226"/>
                  </a:lnTo>
                  <a:lnTo>
                    <a:pt x="2147032" y="499227"/>
                  </a:lnTo>
                  <a:lnTo>
                    <a:pt x="2147022" y="499229"/>
                  </a:lnTo>
                  <a:lnTo>
                    <a:pt x="2147013" y="499231"/>
                  </a:lnTo>
                  <a:lnTo>
                    <a:pt x="2147005" y="499233"/>
                  </a:lnTo>
                  <a:lnTo>
                    <a:pt x="2146999" y="499235"/>
                  </a:lnTo>
                  <a:lnTo>
                    <a:pt x="2146995" y="499236"/>
                  </a:lnTo>
                  <a:lnTo>
                    <a:pt x="2146990" y="499238"/>
                  </a:lnTo>
                  <a:lnTo>
                    <a:pt x="2146987" y="499240"/>
                  </a:lnTo>
                  <a:lnTo>
                    <a:pt x="2146983" y="499242"/>
                  </a:lnTo>
                  <a:lnTo>
                    <a:pt x="2146979" y="499245"/>
                  </a:lnTo>
                  <a:lnTo>
                    <a:pt x="2146974" y="499249"/>
                  </a:lnTo>
                  <a:lnTo>
                    <a:pt x="2146967" y="499256"/>
                  </a:lnTo>
                  <a:lnTo>
                    <a:pt x="2146964" y="499259"/>
                  </a:lnTo>
                  <a:lnTo>
                    <a:pt x="2146961" y="499265"/>
                  </a:lnTo>
                  <a:lnTo>
                    <a:pt x="2146960" y="499271"/>
                  </a:lnTo>
                  <a:lnTo>
                    <a:pt x="2146697" y="499361"/>
                  </a:lnTo>
                  <a:lnTo>
                    <a:pt x="2146573" y="499391"/>
                  </a:lnTo>
                  <a:lnTo>
                    <a:pt x="2146498" y="499414"/>
                  </a:lnTo>
                  <a:lnTo>
                    <a:pt x="2146493" y="499415"/>
                  </a:lnTo>
                  <a:lnTo>
                    <a:pt x="2146488" y="499418"/>
                  </a:lnTo>
                  <a:lnTo>
                    <a:pt x="2146482" y="499421"/>
                  </a:lnTo>
                  <a:lnTo>
                    <a:pt x="2146476" y="499425"/>
                  </a:lnTo>
                  <a:lnTo>
                    <a:pt x="2146472" y="499428"/>
                  </a:lnTo>
                  <a:lnTo>
                    <a:pt x="2146469" y="499432"/>
                  </a:lnTo>
                  <a:lnTo>
                    <a:pt x="2146466" y="499438"/>
                  </a:lnTo>
                  <a:lnTo>
                    <a:pt x="2146467" y="499444"/>
                  </a:lnTo>
                  <a:lnTo>
                    <a:pt x="2146469" y="499448"/>
                  </a:lnTo>
                  <a:lnTo>
                    <a:pt x="2146486" y="499478"/>
                  </a:lnTo>
                  <a:lnTo>
                    <a:pt x="2146489" y="499483"/>
                  </a:lnTo>
                  <a:lnTo>
                    <a:pt x="2146527" y="499534"/>
                  </a:lnTo>
                  <a:lnTo>
                    <a:pt x="2146534" y="499543"/>
                  </a:lnTo>
                  <a:lnTo>
                    <a:pt x="2146541" y="499548"/>
                  </a:lnTo>
                  <a:lnTo>
                    <a:pt x="2146556" y="499561"/>
                  </a:lnTo>
                  <a:lnTo>
                    <a:pt x="2146640" y="499648"/>
                  </a:lnTo>
                  <a:lnTo>
                    <a:pt x="2146644" y="499652"/>
                  </a:lnTo>
                  <a:lnTo>
                    <a:pt x="2146648" y="499657"/>
                  </a:lnTo>
                  <a:lnTo>
                    <a:pt x="2146651" y="499661"/>
                  </a:lnTo>
                  <a:lnTo>
                    <a:pt x="2146655" y="499668"/>
                  </a:lnTo>
                  <a:lnTo>
                    <a:pt x="2146657" y="499674"/>
                  </a:lnTo>
                  <a:lnTo>
                    <a:pt x="2146658" y="499682"/>
                  </a:lnTo>
                  <a:lnTo>
                    <a:pt x="2146658" y="499688"/>
                  </a:lnTo>
                  <a:lnTo>
                    <a:pt x="2146658" y="499693"/>
                  </a:lnTo>
                  <a:lnTo>
                    <a:pt x="2146655" y="499703"/>
                  </a:lnTo>
                  <a:lnTo>
                    <a:pt x="2146653" y="499709"/>
                  </a:lnTo>
                  <a:lnTo>
                    <a:pt x="2146649" y="499715"/>
                  </a:lnTo>
                  <a:lnTo>
                    <a:pt x="2146643" y="499722"/>
                  </a:lnTo>
                  <a:lnTo>
                    <a:pt x="2146636" y="499730"/>
                  </a:lnTo>
                  <a:lnTo>
                    <a:pt x="2146633" y="499733"/>
                  </a:lnTo>
                  <a:lnTo>
                    <a:pt x="2146629" y="499736"/>
                  </a:lnTo>
                  <a:lnTo>
                    <a:pt x="2146624" y="499739"/>
                  </a:lnTo>
                  <a:lnTo>
                    <a:pt x="2146619" y="499742"/>
                  </a:lnTo>
                  <a:lnTo>
                    <a:pt x="2146610" y="499745"/>
                  </a:lnTo>
                  <a:lnTo>
                    <a:pt x="2146606" y="499748"/>
                  </a:lnTo>
                  <a:lnTo>
                    <a:pt x="2146602" y="499752"/>
                  </a:lnTo>
                  <a:lnTo>
                    <a:pt x="2146600" y="499756"/>
                  </a:lnTo>
                  <a:lnTo>
                    <a:pt x="2146564" y="499834"/>
                  </a:lnTo>
                  <a:lnTo>
                    <a:pt x="2146558" y="499852"/>
                  </a:lnTo>
                  <a:lnTo>
                    <a:pt x="2146556" y="499878"/>
                  </a:lnTo>
                  <a:lnTo>
                    <a:pt x="2146484" y="499919"/>
                  </a:lnTo>
                  <a:lnTo>
                    <a:pt x="2146407" y="499939"/>
                  </a:lnTo>
                  <a:lnTo>
                    <a:pt x="2146325" y="499958"/>
                  </a:lnTo>
                  <a:lnTo>
                    <a:pt x="2146263" y="499976"/>
                  </a:lnTo>
                  <a:lnTo>
                    <a:pt x="2146237" y="499985"/>
                  </a:lnTo>
                  <a:lnTo>
                    <a:pt x="2146214" y="499994"/>
                  </a:lnTo>
                  <a:lnTo>
                    <a:pt x="2146194" y="500004"/>
                  </a:lnTo>
                  <a:lnTo>
                    <a:pt x="2146175" y="500014"/>
                  </a:lnTo>
                  <a:lnTo>
                    <a:pt x="2146155" y="500027"/>
                  </a:lnTo>
                  <a:lnTo>
                    <a:pt x="2146134" y="500043"/>
                  </a:lnTo>
                  <a:lnTo>
                    <a:pt x="2146111" y="500065"/>
                  </a:lnTo>
                  <a:lnTo>
                    <a:pt x="2146089" y="500087"/>
                  </a:lnTo>
                  <a:lnTo>
                    <a:pt x="2146071" y="500107"/>
                  </a:lnTo>
                  <a:lnTo>
                    <a:pt x="2146058" y="500123"/>
                  </a:lnTo>
                  <a:lnTo>
                    <a:pt x="2146051" y="500133"/>
                  </a:lnTo>
                  <a:lnTo>
                    <a:pt x="2146047" y="500141"/>
                  </a:lnTo>
                  <a:lnTo>
                    <a:pt x="2146043" y="500149"/>
                  </a:lnTo>
                  <a:lnTo>
                    <a:pt x="2146037" y="500163"/>
                  </a:lnTo>
                  <a:lnTo>
                    <a:pt x="2146036" y="500170"/>
                  </a:lnTo>
                  <a:lnTo>
                    <a:pt x="2146035" y="500176"/>
                  </a:lnTo>
                  <a:lnTo>
                    <a:pt x="2146036" y="500201"/>
                  </a:lnTo>
                  <a:lnTo>
                    <a:pt x="2146039" y="500267"/>
                  </a:lnTo>
                  <a:lnTo>
                    <a:pt x="2146038" y="500283"/>
                  </a:lnTo>
                  <a:lnTo>
                    <a:pt x="2146037" y="500296"/>
                  </a:lnTo>
                  <a:lnTo>
                    <a:pt x="2146034" y="500306"/>
                  </a:lnTo>
                  <a:lnTo>
                    <a:pt x="2146031" y="500316"/>
                  </a:lnTo>
                  <a:lnTo>
                    <a:pt x="2146027" y="500324"/>
                  </a:lnTo>
                  <a:lnTo>
                    <a:pt x="2146023" y="500332"/>
                  </a:lnTo>
                  <a:lnTo>
                    <a:pt x="2146018" y="500337"/>
                  </a:lnTo>
                  <a:lnTo>
                    <a:pt x="2146011" y="500342"/>
                  </a:lnTo>
                  <a:lnTo>
                    <a:pt x="2146001" y="500347"/>
                  </a:lnTo>
                  <a:lnTo>
                    <a:pt x="2145985" y="500353"/>
                  </a:lnTo>
                  <a:lnTo>
                    <a:pt x="2145968" y="500359"/>
                  </a:lnTo>
                  <a:lnTo>
                    <a:pt x="2145924" y="500370"/>
                  </a:lnTo>
                  <a:lnTo>
                    <a:pt x="2145902" y="500375"/>
                  </a:lnTo>
                  <a:lnTo>
                    <a:pt x="2145879" y="500378"/>
                  </a:lnTo>
                  <a:lnTo>
                    <a:pt x="2145852" y="500381"/>
                  </a:lnTo>
                  <a:lnTo>
                    <a:pt x="2145822" y="500384"/>
                  </a:lnTo>
                  <a:lnTo>
                    <a:pt x="2145792" y="500385"/>
                  </a:lnTo>
                  <a:lnTo>
                    <a:pt x="2145718" y="500385"/>
                  </a:lnTo>
                  <a:lnTo>
                    <a:pt x="2145700" y="500384"/>
                  </a:lnTo>
                  <a:lnTo>
                    <a:pt x="2145688" y="500382"/>
                  </a:lnTo>
                  <a:lnTo>
                    <a:pt x="2145680" y="500380"/>
                  </a:lnTo>
                  <a:lnTo>
                    <a:pt x="2145672" y="500378"/>
                  </a:lnTo>
                  <a:lnTo>
                    <a:pt x="2145662" y="500375"/>
                  </a:lnTo>
                  <a:lnTo>
                    <a:pt x="2145655" y="500372"/>
                  </a:lnTo>
                  <a:lnTo>
                    <a:pt x="2145647" y="500368"/>
                  </a:lnTo>
                  <a:lnTo>
                    <a:pt x="2145639" y="500364"/>
                  </a:lnTo>
                  <a:lnTo>
                    <a:pt x="2145631" y="500359"/>
                  </a:lnTo>
                  <a:lnTo>
                    <a:pt x="2145561" y="500262"/>
                  </a:lnTo>
                  <a:lnTo>
                    <a:pt x="2145384" y="500226"/>
                  </a:lnTo>
                  <a:lnTo>
                    <a:pt x="2145317" y="500268"/>
                  </a:lnTo>
                  <a:lnTo>
                    <a:pt x="2145201" y="500317"/>
                  </a:lnTo>
                  <a:lnTo>
                    <a:pt x="2145080" y="500359"/>
                  </a:lnTo>
                  <a:lnTo>
                    <a:pt x="2145071" y="500365"/>
                  </a:lnTo>
                  <a:lnTo>
                    <a:pt x="2145055" y="500369"/>
                  </a:lnTo>
                  <a:lnTo>
                    <a:pt x="2145043" y="500372"/>
                  </a:lnTo>
                  <a:lnTo>
                    <a:pt x="2145030" y="500375"/>
                  </a:lnTo>
                  <a:lnTo>
                    <a:pt x="2145016" y="500376"/>
                  </a:lnTo>
                  <a:lnTo>
                    <a:pt x="2145002" y="500376"/>
                  </a:lnTo>
                  <a:lnTo>
                    <a:pt x="2144986" y="500374"/>
                  </a:lnTo>
                  <a:lnTo>
                    <a:pt x="2144970" y="500371"/>
                  </a:lnTo>
                  <a:lnTo>
                    <a:pt x="2144953" y="500367"/>
                  </a:lnTo>
                  <a:lnTo>
                    <a:pt x="2144935" y="500361"/>
                  </a:lnTo>
                  <a:lnTo>
                    <a:pt x="2144920" y="500355"/>
                  </a:lnTo>
                  <a:lnTo>
                    <a:pt x="2144902" y="500348"/>
                  </a:lnTo>
                  <a:lnTo>
                    <a:pt x="2144887" y="500340"/>
                  </a:lnTo>
                  <a:lnTo>
                    <a:pt x="2144862" y="500326"/>
                  </a:lnTo>
                  <a:lnTo>
                    <a:pt x="2144852" y="500320"/>
                  </a:lnTo>
                  <a:lnTo>
                    <a:pt x="2144845" y="500316"/>
                  </a:lnTo>
                  <a:lnTo>
                    <a:pt x="2144840" y="500311"/>
                  </a:lnTo>
                  <a:lnTo>
                    <a:pt x="2144834" y="500307"/>
                  </a:lnTo>
                  <a:lnTo>
                    <a:pt x="2144818" y="500291"/>
                  </a:lnTo>
                  <a:lnTo>
                    <a:pt x="2144815" y="500288"/>
                  </a:lnTo>
                  <a:lnTo>
                    <a:pt x="2144810" y="500281"/>
                  </a:lnTo>
                  <a:lnTo>
                    <a:pt x="2144748" y="500182"/>
                  </a:lnTo>
                  <a:lnTo>
                    <a:pt x="2144735" y="500157"/>
                  </a:lnTo>
                  <a:lnTo>
                    <a:pt x="2144726" y="500137"/>
                  </a:lnTo>
                  <a:lnTo>
                    <a:pt x="2144706" y="500083"/>
                  </a:lnTo>
                  <a:lnTo>
                    <a:pt x="2144703" y="500069"/>
                  </a:lnTo>
                  <a:lnTo>
                    <a:pt x="2144701" y="500055"/>
                  </a:lnTo>
                  <a:lnTo>
                    <a:pt x="2144697" y="499977"/>
                  </a:lnTo>
                  <a:lnTo>
                    <a:pt x="2144693" y="499895"/>
                  </a:lnTo>
                  <a:lnTo>
                    <a:pt x="2144690" y="499876"/>
                  </a:lnTo>
                  <a:lnTo>
                    <a:pt x="2144686" y="499856"/>
                  </a:lnTo>
                  <a:lnTo>
                    <a:pt x="2144680" y="499834"/>
                  </a:lnTo>
                  <a:lnTo>
                    <a:pt x="2144669" y="499810"/>
                  </a:lnTo>
                  <a:lnTo>
                    <a:pt x="2144654" y="499784"/>
                  </a:lnTo>
                  <a:lnTo>
                    <a:pt x="2144636" y="499756"/>
                  </a:lnTo>
                  <a:lnTo>
                    <a:pt x="2144615" y="499729"/>
                  </a:lnTo>
                  <a:lnTo>
                    <a:pt x="2144593" y="499703"/>
                  </a:lnTo>
                  <a:lnTo>
                    <a:pt x="2144570" y="499678"/>
                  </a:lnTo>
                  <a:lnTo>
                    <a:pt x="2144544" y="499654"/>
                  </a:lnTo>
                  <a:lnTo>
                    <a:pt x="2144517" y="499631"/>
                  </a:lnTo>
                  <a:lnTo>
                    <a:pt x="2144489" y="499610"/>
                  </a:lnTo>
                  <a:lnTo>
                    <a:pt x="2144463" y="499592"/>
                  </a:lnTo>
                  <a:lnTo>
                    <a:pt x="2144439" y="499579"/>
                  </a:lnTo>
                  <a:lnTo>
                    <a:pt x="2144417" y="499570"/>
                  </a:lnTo>
                  <a:lnTo>
                    <a:pt x="2144398" y="499564"/>
                  </a:lnTo>
                  <a:lnTo>
                    <a:pt x="2144381" y="499558"/>
                  </a:lnTo>
                  <a:lnTo>
                    <a:pt x="2144365" y="499554"/>
                  </a:lnTo>
                  <a:lnTo>
                    <a:pt x="2144350" y="499551"/>
                  </a:lnTo>
                  <a:lnTo>
                    <a:pt x="2144335" y="499548"/>
                  </a:lnTo>
                  <a:lnTo>
                    <a:pt x="2144319" y="499546"/>
                  </a:lnTo>
                  <a:lnTo>
                    <a:pt x="2144303" y="499546"/>
                  </a:lnTo>
                  <a:lnTo>
                    <a:pt x="2144288" y="499546"/>
                  </a:lnTo>
                  <a:lnTo>
                    <a:pt x="2144273" y="499547"/>
                  </a:lnTo>
                  <a:lnTo>
                    <a:pt x="2144259" y="499550"/>
                  </a:lnTo>
                  <a:lnTo>
                    <a:pt x="2144245" y="499554"/>
                  </a:lnTo>
                  <a:lnTo>
                    <a:pt x="2144231" y="499559"/>
                  </a:lnTo>
                  <a:lnTo>
                    <a:pt x="2144218" y="499566"/>
                  </a:lnTo>
                  <a:lnTo>
                    <a:pt x="2144204" y="499575"/>
                  </a:lnTo>
                  <a:lnTo>
                    <a:pt x="2144190" y="499586"/>
                  </a:lnTo>
                  <a:lnTo>
                    <a:pt x="2144175" y="499599"/>
                  </a:lnTo>
                  <a:lnTo>
                    <a:pt x="2144084" y="499694"/>
                  </a:lnTo>
                  <a:lnTo>
                    <a:pt x="2144067" y="499713"/>
                  </a:lnTo>
                  <a:lnTo>
                    <a:pt x="2144053" y="499730"/>
                  </a:lnTo>
                  <a:lnTo>
                    <a:pt x="2144043" y="499745"/>
                  </a:lnTo>
                  <a:lnTo>
                    <a:pt x="2144036" y="499759"/>
                  </a:lnTo>
                  <a:lnTo>
                    <a:pt x="2144031" y="499772"/>
                  </a:lnTo>
                  <a:lnTo>
                    <a:pt x="2144028" y="499784"/>
                  </a:lnTo>
                  <a:lnTo>
                    <a:pt x="2144026" y="499796"/>
                  </a:lnTo>
                  <a:lnTo>
                    <a:pt x="2144026" y="499807"/>
                  </a:lnTo>
                  <a:lnTo>
                    <a:pt x="2144027" y="499818"/>
                  </a:lnTo>
                  <a:lnTo>
                    <a:pt x="2144029" y="499828"/>
                  </a:lnTo>
                  <a:lnTo>
                    <a:pt x="2144033" y="499838"/>
                  </a:lnTo>
                  <a:lnTo>
                    <a:pt x="2144037" y="499847"/>
                  </a:lnTo>
                  <a:lnTo>
                    <a:pt x="2144043" y="499858"/>
                  </a:lnTo>
                  <a:lnTo>
                    <a:pt x="2144051" y="499869"/>
                  </a:lnTo>
                  <a:lnTo>
                    <a:pt x="2144092" y="499926"/>
                  </a:lnTo>
                  <a:lnTo>
                    <a:pt x="2144098" y="499935"/>
                  </a:lnTo>
                  <a:lnTo>
                    <a:pt x="2144105" y="499942"/>
                  </a:lnTo>
                  <a:lnTo>
                    <a:pt x="2144112" y="499948"/>
                  </a:lnTo>
                  <a:lnTo>
                    <a:pt x="2144118" y="499953"/>
                  </a:lnTo>
                  <a:lnTo>
                    <a:pt x="2144139" y="499967"/>
                  </a:lnTo>
                  <a:lnTo>
                    <a:pt x="2144146" y="499973"/>
                  </a:lnTo>
                  <a:lnTo>
                    <a:pt x="2144154" y="499980"/>
                  </a:lnTo>
                  <a:lnTo>
                    <a:pt x="2144163" y="499989"/>
                  </a:lnTo>
                  <a:lnTo>
                    <a:pt x="2144172" y="500001"/>
                  </a:lnTo>
                  <a:lnTo>
                    <a:pt x="2144183" y="500016"/>
                  </a:lnTo>
                  <a:lnTo>
                    <a:pt x="2144300" y="500206"/>
                  </a:lnTo>
                  <a:lnTo>
                    <a:pt x="2144311" y="500224"/>
                  </a:lnTo>
                  <a:lnTo>
                    <a:pt x="2144344" y="500277"/>
                  </a:lnTo>
                  <a:lnTo>
                    <a:pt x="2144368" y="500331"/>
                  </a:lnTo>
                  <a:lnTo>
                    <a:pt x="2144368" y="500340"/>
                  </a:lnTo>
                  <a:lnTo>
                    <a:pt x="2144346" y="500380"/>
                  </a:lnTo>
                  <a:lnTo>
                    <a:pt x="2144343" y="500384"/>
                  </a:lnTo>
                  <a:lnTo>
                    <a:pt x="2144339" y="500387"/>
                  </a:lnTo>
                  <a:lnTo>
                    <a:pt x="2144326" y="500395"/>
                  </a:lnTo>
                  <a:lnTo>
                    <a:pt x="2144318" y="500398"/>
                  </a:lnTo>
                  <a:lnTo>
                    <a:pt x="2144312" y="500401"/>
                  </a:lnTo>
                  <a:lnTo>
                    <a:pt x="2144303" y="500404"/>
                  </a:lnTo>
                  <a:lnTo>
                    <a:pt x="2144297" y="500405"/>
                  </a:lnTo>
                  <a:lnTo>
                    <a:pt x="2144289" y="500407"/>
                  </a:lnTo>
                  <a:lnTo>
                    <a:pt x="2144284" y="500408"/>
                  </a:lnTo>
                  <a:lnTo>
                    <a:pt x="2144278" y="500408"/>
                  </a:lnTo>
                  <a:lnTo>
                    <a:pt x="2144244" y="500407"/>
                  </a:lnTo>
                  <a:lnTo>
                    <a:pt x="2144232" y="500406"/>
                  </a:lnTo>
                  <a:lnTo>
                    <a:pt x="2144227" y="500405"/>
                  </a:lnTo>
                  <a:lnTo>
                    <a:pt x="2144222" y="500404"/>
                  </a:lnTo>
                  <a:lnTo>
                    <a:pt x="2143995" y="500369"/>
                  </a:lnTo>
                  <a:lnTo>
                    <a:pt x="2143682" y="500349"/>
                  </a:lnTo>
                  <a:lnTo>
                    <a:pt x="2143673" y="500349"/>
                  </a:lnTo>
                  <a:lnTo>
                    <a:pt x="2143650" y="500351"/>
                  </a:lnTo>
                  <a:lnTo>
                    <a:pt x="2143279" y="500539"/>
                  </a:lnTo>
                  <a:lnTo>
                    <a:pt x="2143124" y="500604"/>
                  </a:lnTo>
                  <a:lnTo>
                    <a:pt x="2143104" y="500646"/>
                  </a:lnTo>
                  <a:lnTo>
                    <a:pt x="2143102" y="500651"/>
                  </a:lnTo>
                  <a:lnTo>
                    <a:pt x="2143097" y="500658"/>
                  </a:lnTo>
                  <a:lnTo>
                    <a:pt x="2143076" y="500681"/>
                  </a:lnTo>
                  <a:lnTo>
                    <a:pt x="2143024" y="500728"/>
                  </a:lnTo>
                  <a:lnTo>
                    <a:pt x="2143002" y="500749"/>
                  </a:lnTo>
                  <a:lnTo>
                    <a:pt x="2142977" y="500776"/>
                  </a:lnTo>
                  <a:lnTo>
                    <a:pt x="2142971" y="500782"/>
                  </a:lnTo>
                  <a:lnTo>
                    <a:pt x="2142968" y="500786"/>
                  </a:lnTo>
                  <a:lnTo>
                    <a:pt x="2142962" y="500795"/>
                  </a:lnTo>
                  <a:lnTo>
                    <a:pt x="2142959" y="500802"/>
                  </a:lnTo>
                  <a:lnTo>
                    <a:pt x="2142958" y="500807"/>
                  </a:lnTo>
                  <a:lnTo>
                    <a:pt x="2142958" y="500817"/>
                  </a:lnTo>
                  <a:lnTo>
                    <a:pt x="2142959" y="500824"/>
                  </a:lnTo>
                  <a:lnTo>
                    <a:pt x="2142961" y="500829"/>
                  </a:lnTo>
                  <a:lnTo>
                    <a:pt x="2142964" y="500836"/>
                  </a:lnTo>
                  <a:lnTo>
                    <a:pt x="2142994" y="500885"/>
                  </a:lnTo>
                  <a:lnTo>
                    <a:pt x="2142997" y="500893"/>
                  </a:lnTo>
                  <a:lnTo>
                    <a:pt x="2143001" y="500906"/>
                  </a:lnTo>
                  <a:lnTo>
                    <a:pt x="2143197" y="501311"/>
                  </a:lnTo>
                  <a:lnTo>
                    <a:pt x="2143200" y="501316"/>
                  </a:lnTo>
                  <a:lnTo>
                    <a:pt x="2143203" y="501322"/>
                  </a:lnTo>
                  <a:lnTo>
                    <a:pt x="2143204" y="501329"/>
                  </a:lnTo>
                  <a:lnTo>
                    <a:pt x="2143204" y="501337"/>
                  </a:lnTo>
                  <a:lnTo>
                    <a:pt x="2143202" y="501343"/>
                  </a:lnTo>
                  <a:lnTo>
                    <a:pt x="2143200" y="501348"/>
                  </a:lnTo>
                  <a:lnTo>
                    <a:pt x="2143197" y="501354"/>
                  </a:lnTo>
                  <a:lnTo>
                    <a:pt x="2143144" y="501431"/>
                  </a:lnTo>
                  <a:lnTo>
                    <a:pt x="2143128" y="501444"/>
                  </a:lnTo>
                  <a:lnTo>
                    <a:pt x="2143092" y="501462"/>
                  </a:lnTo>
                  <a:lnTo>
                    <a:pt x="2143074" y="501466"/>
                  </a:lnTo>
                  <a:lnTo>
                    <a:pt x="2143042" y="501470"/>
                  </a:lnTo>
                  <a:lnTo>
                    <a:pt x="2142994" y="501476"/>
                  </a:lnTo>
                  <a:lnTo>
                    <a:pt x="2142963" y="501483"/>
                  </a:lnTo>
                  <a:lnTo>
                    <a:pt x="2142919" y="501493"/>
                  </a:lnTo>
                  <a:lnTo>
                    <a:pt x="2142877" y="501502"/>
                  </a:lnTo>
                  <a:lnTo>
                    <a:pt x="2142865" y="501506"/>
                  </a:lnTo>
                  <a:lnTo>
                    <a:pt x="2142860" y="501507"/>
                  </a:lnTo>
                  <a:lnTo>
                    <a:pt x="2142856" y="501510"/>
                  </a:lnTo>
                  <a:lnTo>
                    <a:pt x="2142852" y="501513"/>
                  </a:lnTo>
                  <a:lnTo>
                    <a:pt x="2142847" y="501517"/>
                  </a:lnTo>
                  <a:lnTo>
                    <a:pt x="2142841" y="501524"/>
                  </a:lnTo>
                  <a:lnTo>
                    <a:pt x="2142838" y="501530"/>
                  </a:lnTo>
                  <a:lnTo>
                    <a:pt x="2142820" y="501569"/>
                  </a:lnTo>
                  <a:lnTo>
                    <a:pt x="2142817" y="501576"/>
                  </a:lnTo>
                  <a:lnTo>
                    <a:pt x="2142814" y="501584"/>
                  </a:lnTo>
                  <a:lnTo>
                    <a:pt x="2142811" y="501593"/>
                  </a:lnTo>
                  <a:lnTo>
                    <a:pt x="2142807" y="501606"/>
                  </a:lnTo>
                  <a:lnTo>
                    <a:pt x="2142805" y="501614"/>
                  </a:lnTo>
                  <a:lnTo>
                    <a:pt x="2142804" y="501623"/>
                  </a:lnTo>
                  <a:lnTo>
                    <a:pt x="2142803" y="501630"/>
                  </a:lnTo>
                  <a:lnTo>
                    <a:pt x="2142803" y="501638"/>
                  </a:lnTo>
                  <a:lnTo>
                    <a:pt x="2142804" y="501643"/>
                  </a:lnTo>
                  <a:lnTo>
                    <a:pt x="2142804" y="501648"/>
                  </a:lnTo>
                  <a:lnTo>
                    <a:pt x="2142806" y="501654"/>
                  </a:lnTo>
                  <a:lnTo>
                    <a:pt x="2142808" y="501660"/>
                  </a:lnTo>
                  <a:lnTo>
                    <a:pt x="2142811" y="501667"/>
                  </a:lnTo>
                  <a:lnTo>
                    <a:pt x="2142815" y="501673"/>
                  </a:lnTo>
                  <a:lnTo>
                    <a:pt x="2142819" y="501680"/>
                  </a:lnTo>
                  <a:lnTo>
                    <a:pt x="2142826" y="501687"/>
                  </a:lnTo>
                  <a:lnTo>
                    <a:pt x="2142834" y="501687"/>
                  </a:lnTo>
                  <a:lnTo>
                    <a:pt x="2142842" y="501692"/>
                  </a:lnTo>
                  <a:lnTo>
                    <a:pt x="2142865" y="501709"/>
                  </a:lnTo>
                  <a:lnTo>
                    <a:pt x="2142875" y="501717"/>
                  </a:lnTo>
                  <a:lnTo>
                    <a:pt x="2142898" y="501739"/>
                  </a:lnTo>
                  <a:lnTo>
                    <a:pt x="2142901" y="501743"/>
                  </a:lnTo>
                  <a:lnTo>
                    <a:pt x="2142916" y="501762"/>
                  </a:lnTo>
                  <a:lnTo>
                    <a:pt x="2142923" y="501770"/>
                  </a:lnTo>
                  <a:lnTo>
                    <a:pt x="2142926" y="501775"/>
                  </a:lnTo>
                  <a:lnTo>
                    <a:pt x="2142927" y="501781"/>
                  </a:lnTo>
                  <a:lnTo>
                    <a:pt x="2142928" y="501795"/>
                  </a:lnTo>
                  <a:lnTo>
                    <a:pt x="2142925" y="501805"/>
                  </a:lnTo>
                  <a:lnTo>
                    <a:pt x="2142862" y="501855"/>
                  </a:lnTo>
                  <a:lnTo>
                    <a:pt x="2142584" y="502083"/>
                  </a:lnTo>
                  <a:lnTo>
                    <a:pt x="2142571" y="502096"/>
                  </a:lnTo>
                  <a:lnTo>
                    <a:pt x="2142548" y="502104"/>
                  </a:lnTo>
                  <a:lnTo>
                    <a:pt x="2142518" y="502115"/>
                  </a:lnTo>
                  <a:lnTo>
                    <a:pt x="2142465" y="502133"/>
                  </a:lnTo>
                  <a:lnTo>
                    <a:pt x="2142409" y="502152"/>
                  </a:lnTo>
                  <a:lnTo>
                    <a:pt x="2142386" y="502156"/>
                  </a:lnTo>
                  <a:lnTo>
                    <a:pt x="2142368" y="502155"/>
                  </a:lnTo>
                  <a:lnTo>
                    <a:pt x="2142357" y="502151"/>
                  </a:lnTo>
                  <a:lnTo>
                    <a:pt x="2142318" y="502138"/>
                  </a:lnTo>
                  <a:lnTo>
                    <a:pt x="2142259" y="502114"/>
                  </a:lnTo>
                  <a:lnTo>
                    <a:pt x="2142235" y="502096"/>
                  </a:lnTo>
                  <a:lnTo>
                    <a:pt x="2142214" y="502082"/>
                  </a:lnTo>
                  <a:lnTo>
                    <a:pt x="2142186" y="502069"/>
                  </a:lnTo>
                  <a:lnTo>
                    <a:pt x="2142177" y="502067"/>
                  </a:lnTo>
                  <a:lnTo>
                    <a:pt x="2142157" y="502064"/>
                  </a:lnTo>
                  <a:lnTo>
                    <a:pt x="2142113" y="502061"/>
                  </a:lnTo>
                  <a:lnTo>
                    <a:pt x="2142084" y="502059"/>
                  </a:lnTo>
                  <a:lnTo>
                    <a:pt x="2142033" y="502062"/>
                  </a:lnTo>
                  <a:lnTo>
                    <a:pt x="2141993" y="502068"/>
                  </a:lnTo>
                  <a:lnTo>
                    <a:pt x="2141951" y="502080"/>
                  </a:lnTo>
                  <a:lnTo>
                    <a:pt x="2141923" y="502097"/>
                  </a:lnTo>
                  <a:lnTo>
                    <a:pt x="2141914" y="502106"/>
                  </a:lnTo>
                  <a:lnTo>
                    <a:pt x="2141870" y="502146"/>
                  </a:lnTo>
                  <a:lnTo>
                    <a:pt x="2141788" y="502296"/>
                  </a:lnTo>
                  <a:lnTo>
                    <a:pt x="2141770" y="502402"/>
                  </a:lnTo>
                  <a:lnTo>
                    <a:pt x="2141719" y="502527"/>
                  </a:lnTo>
                  <a:lnTo>
                    <a:pt x="2141695" y="502534"/>
                  </a:lnTo>
                  <a:lnTo>
                    <a:pt x="2141351" y="502415"/>
                  </a:lnTo>
                  <a:lnTo>
                    <a:pt x="2141190" y="502400"/>
                  </a:lnTo>
                  <a:lnTo>
                    <a:pt x="2141182" y="502400"/>
                  </a:lnTo>
                  <a:lnTo>
                    <a:pt x="2141148" y="502397"/>
                  </a:lnTo>
                  <a:lnTo>
                    <a:pt x="2140973" y="502370"/>
                  </a:lnTo>
                  <a:lnTo>
                    <a:pt x="2140946" y="502395"/>
                  </a:lnTo>
                  <a:lnTo>
                    <a:pt x="2140916" y="502414"/>
                  </a:lnTo>
                  <a:lnTo>
                    <a:pt x="2140825" y="502462"/>
                  </a:lnTo>
                  <a:lnTo>
                    <a:pt x="2140685" y="502507"/>
                  </a:lnTo>
                  <a:lnTo>
                    <a:pt x="2140665" y="502513"/>
                  </a:lnTo>
                  <a:lnTo>
                    <a:pt x="2140647" y="502516"/>
                  </a:lnTo>
                  <a:lnTo>
                    <a:pt x="2140627" y="502517"/>
                  </a:lnTo>
                  <a:lnTo>
                    <a:pt x="2140602" y="502515"/>
                  </a:lnTo>
                  <a:lnTo>
                    <a:pt x="2140587" y="502513"/>
                  </a:lnTo>
                  <a:lnTo>
                    <a:pt x="2140570" y="502508"/>
                  </a:lnTo>
                  <a:lnTo>
                    <a:pt x="2140554" y="502502"/>
                  </a:lnTo>
                  <a:lnTo>
                    <a:pt x="2140536" y="502495"/>
                  </a:lnTo>
                  <a:lnTo>
                    <a:pt x="2140485" y="502462"/>
                  </a:lnTo>
                  <a:lnTo>
                    <a:pt x="2140450" y="502426"/>
                  </a:lnTo>
                  <a:lnTo>
                    <a:pt x="2140425" y="502405"/>
                  </a:lnTo>
                  <a:lnTo>
                    <a:pt x="2140379" y="502370"/>
                  </a:lnTo>
                  <a:lnTo>
                    <a:pt x="2140317" y="502325"/>
                  </a:lnTo>
                  <a:lnTo>
                    <a:pt x="2140309" y="502320"/>
                  </a:lnTo>
                  <a:lnTo>
                    <a:pt x="2140302" y="502316"/>
                  </a:lnTo>
                  <a:lnTo>
                    <a:pt x="2140286" y="502306"/>
                  </a:lnTo>
                  <a:lnTo>
                    <a:pt x="2140264" y="502293"/>
                  </a:lnTo>
                  <a:lnTo>
                    <a:pt x="2140243" y="502284"/>
                  </a:lnTo>
                  <a:lnTo>
                    <a:pt x="2140221" y="502278"/>
                  </a:lnTo>
                  <a:lnTo>
                    <a:pt x="2140133" y="502327"/>
                  </a:lnTo>
                  <a:lnTo>
                    <a:pt x="2140121" y="502356"/>
                  </a:lnTo>
                  <a:lnTo>
                    <a:pt x="2140112" y="502374"/>
                  </a:lnTo>
                  <a:lnTo>
                    <a:pt x="2140005" y="502538"/>
                  </a:lnTo>
                  <a:lnTo>
                    <a:pt x="2139978" y="502573"/>
                  </a:lnTo>
                  <a:lnTo>
                    <a:pt x="2139818" y="502708"/>
                  </a:lnTo>
                  <a:lnTo>
                    <a:pt x="2139799" y="502720"/>
                  </a:lnTo>
                  <a:lnTo>
                    <a:pt x="2139790" y="502725"/>
                  </a:lnTo>
                  <a:lnTo>
                    <a:pt x="2139782" y="502729"/>
                  </a:lnTo>
                  <a:lnTo>
                    <a:pt x="2139777" y="502731"/>
                  </a:lnTo>
                  <a:lnTo>
                    <a:pt x="2139764" y="502734"/>
                  </a:lnTo>
                  <a:lnTo>
                    <a:pt x="2139719" y="502738"/>
                  </a:lnTo>
                  <a:lnTo>
                    <a:pt x="2139688" y="502741"/>
                  </a:lnTo>
                  <a:lnTo>
                    <a:pt x="2139674" y="502743"/>
                  </a:lnTo>
                  <a:lnTo>
                    <a:pt x="2139660" y="502747"/>
                  </a:lnTo>
                  <a:lnTo>
                    <a:pt x="2139636" y="502761"/>
                  </a:lnTo>
                  <a:lnTo>
                    <a:pt x="2139592" y="502791"/>
                  </a:lnTo>
                  <a:lnTo>
                    <a:pt x="2139580" y="502806"/>
                  </a:lnTo>
                  <a:lnTo>
                    <a:pt x="2139571" y="502818"/>
                  </a:lnTo>
                  <a:lnTo>
                    <a:pt x="2139563" y="502830"/>
                  </a:lnTo>
                  <a:lnTo>
                    <a:pt x="2139558" y="502838"/>
                  </a:lnTo>
                  <a:lnTo>
                    <a:pt x="2139495" y="502997"/>
                  </a:lnTo>
                  <a:lnTo>
                    <a:pt x="2139494" y="503003"/>
                  </a:lnTo>
                  <a:lnTo>
                    <a:pt x="2139496" y="503010"/>
                  </a:lnTo>
                  <a:lnTo>
                    <a:pt x="2139509" y="503044"/>
                  </a:lnTo>
                  <a:lnTo>
                    <a:pt x="2139515" y="503052"/>
                  </a:lnTo>
                  <a:lnTo>
                    <a:pt x="2139530" y="503065"/>
                  </a:lnTo>
                  <a:lnTo>
                    <a:pt x="2139538" y="503073"/>
                  </a:lnTo>
                  <a:lnTo>
                    <a:pt x="2139545" y="503082"/>
                  </a:lnTo>
                  <a:lnTo>
                    <a:pt x="2139552" y="503095"/>
                  </a:lnTo>
                  <a:lnTo>
                    <a:pt x="2139556" y="503104"/>
                  </a:lnTo>
                  <a:lnTo>
                    <a:pt x="2139560" y="503114"/>
                  </a:lnTo>
                  <a:lnTo>
                    <a:pt x="2139563" y="503125"/>
                  </a:lnTo>
                  <a:lnTo>
                    <a:pt x="2139570" y="503154"/>
                  </a:lnTo>
                  <a:lnTo>
                    <a:pt x="2139574" y="503172"/>
                  </a:lnTo>
                  <a:lnTo>
                    <a:pt x="2139575" y="503205"/>
                  </a:lnTo>
                  <a:lnTo>
                    <a:pt x="2139573" y="503316"/>
                  </a:lnTo>
                  <a:lnTo>
                    <a:pt x="2139571" y="503346"/>
                  </a:lnTo>
                  <a:lnTo>
                    <a:pt x="2139569" y="503367"/>
                  </a:lnTo>
                  <a:lnTo>
                    <a:pt x="2139565" y="503391"/>
                  </a:lnTo>
                  <a:lnTo>
                    <a:pt x="2139559" y="503412"/>
                  </a:lnTo>
                  <a:lnTo>
                    <a:pt x="2139555" y="503423"/>
                  </a:lnTo>
                  <a:lnTo>
                    <a:pt x="2139545" y="503434"/>
                  </a:lnTo>
                  <a:lnTo>
                    <a:pt x="2139526" y="503458"/>
                  </a:lnTo>
                  <a:lnTo>
                    <a:pt x="2139490" y="503511"/>
                  </a:lnTo>
                  <a:lnTo>
                    <a:pt x="2139487" y="503520"/>
                  </a:lnTo>
                  <a:lnTo>
                    <a:pt x="2139486" y="503532"/>
                  </a:lnTo>
                  <a:lnTo>
                    <a:pt x="2139485" y="503542"/>
                  </a:lnTo>
                  <a:lnTo>
                    <a:pt x="2139484" y="503633"/>
                  </a:lnTo>
                  <a:lnTo>
                    <a:pt x="2139485" y="503644"/>
                  </a:lnTo>
                  <a:lnTo>
                    <a:pt x="2139490" y="503655"/>
                  </a:lnTo>
                  <a:lnTo>
                    <a:pt x="2139496" y="503663"/>
                  </a:lnTo>
                  <a:lnTo>
                    <a:pt x="2139499" y="503667"/>
                  </a:lnTo>
                  <a:lnTo>
                    <a:pt x="2139518" y="503686"/>
                  </a:lnTo>
                  <a:lnTo>
                    <a:pt x="2139535" y="503700"/>
                  </a:lnTo>
                  <a:lnTo>
                    <a:pt x="2139593" y="503749"/>
                  </a:lnTo>
                  <a:lnTo>
                    <a:pt x="2139649" y="503789"/>
                  </a:lnTo>
                  <a:lnTo>
                    <a:pt x="2139670" y="503803"/>
                  </a:lnTo>
                  <a:lnTo>
                    <a:pt x="2139714" y="503819"/>
                  </a:lnTo>
                  <a:lnTo>
                    <a:pt x="2139728" y="503820"/>
                  </a:lnTo>
                  <a:lnTo>
                    <a:pt x="2139736" y="503819"/>
                  </a:lnTo>
                  <a:lnTo>
                    <a:pt x="2139743" y="503817"/>
                  </a:lnTo>
                  <a:lnTo>
                    <a:pt x="2139876" y="503886"/>
                  </a:lnTo>
                  <a:lnTo>
                    <a:pt x="2139995" y="504002"/>
                  </a:lnTo>
                  <a:lnTo>
                    <a:pt x="2139997" y="504012"/>
                  </a:lnTo>
                  <a:lnTo>
                    <a:pt x="2139994" y="504024"/>
                  </a:lnTo>
                  <a:lnTo>
                    <a:pt x="2139984" y="504039"/>
                  </a:lnTo>
                  <a:lnTo>
                    <a:pt x="2139977" y="504047"/>
                  </a:lnTo>
                  <a:lnTo>
                    <a:pt x="2139962" y="504059"/>
                  </a:lnTo>
                  <a:lnTo>
                    <a:pt x="2139937" y="504074"/>
                  </a:lnTo>
                  <a:lnTo>
                    <a:pt x="2139903" y="504093"/>
                  </a:lnTo>
                  <a:lnTo>
                    <a:pt x="2139885" y="504107"/>
                  </a:lnTo>
                  <a:lnTo>
                    <a:pt x="2139878" y="504113"/>
                  </a:lnTo>
                  <a:lnTo>
                    <a:pt x="2139855" y="504133"/>
                  </a:lnTo>
                  <a:lnTo>
                    <a:pt x="2139846" y="504143"/>
                  </a:lnTo>
                  <a:lnTo>
                    <a:pt x="2139705" y="504288"/>
                  </a:lnTo>
                  <a:lnTo>
                    <a:pt x="2139701" y="504293"/>
                  </a:lnTo>
                  <a:lnTo>
                    <a:pt x="2139685" y="504367"/>
                  </a:lnTo>
                  <a:lnTo>
                    <a:pt x="2139658" y="504570"/>
                  </a:lnTo>
                  <a:lnTo>
                    <a:pt x="2139608" y="504798"/>
                  </a:lnTo>
                  <a:lnTo>
                    <a:pt x="2139565" y="504864"/>
                  </a:lnTo>
                  <a:lnTo>
                    <a:pt x="2139467" y="504990"/>
                  </a:lnTo>
                  <a:lnTo>
                    <a:pt x="2139461" y="505000"/>
                  </a:lnTo>
                  <a:lnTo>
                    <a:pt x="2139459" y="505007"/>
                  </a:lnTo>
                  <a:lnTo>
                    <a:pt x="2139457" y="505014"/>
                  </a:lnTo>
                  <a:lnTo>
                    <a:pt x="2139457" y="505022"/>
                  </a:lnTo>
                  <a:lnTo>
                    <a:pt x="2139457" y="505027"/>
                  </a:lnTo>
                  <a:lnTo>
                    <a:pt x="2139457" y="505032"/>
                  </a:lnTo>
                  <a:lnTo>
                    <a:pt x="2139460" y="505039"/>
                  </a:lnTo>
                  <a:lnTo>
                    <a:pt x="2139462" y="505044"/>
                  </a:lnTo>
                  <a:lnTo>
                    <a:pt x="2139471" y="505066"/>
                  </a:lnTo>
                  <a:lnTo>
                    <a:pt x="2139473" y="505070"/>
                  </a:lnTo>
                  <a:lnTo>
                    <a:pt x="2139476" y="505074"/>
                  </a:lnTo>
                  <a:lnTo>
                    <a:pt x="2139478" y="505078"/>
                  </a:lnTo>
                  <a:lnTo>
                    <a:pt x="2139509" y="505114"/>
                  </a:lnTo>
                  <a:lnTo>
                    <a:pt x="2139517" y="505120"/>
                  </a:lnTo>
                  <a:lnTo>
                    <a:pt x="2139521" y="505122"/>
                  </a:lnTo>
                  <a:lnTo>
                    <a:pt x="2139526" y="505125"/>
                  </a:lnTo>
                  <a:lnTo>
                    <a:pt x="2139529" y="505128"/>
                  </a:lnTo>
                  <a:lnTo>
                    <a:pt x="2139533" y="505131"/>
                  </a:lnTo>
                  <a:lnTo>
                    <a:pt x="2139537" y="505135"/>
                  </a:lnTo>
                  <a:lnTo>
                    <a:pt x="2139546" y="505144"/>
                  </a:lnTo>
                  <a:lnTo>
                    <a:pt x="2139570" y="505183"/>
                  </a:lnTo>
                  <a:lnTo>
                    <a:pt x="2139570" y="505191"/>
                  </a:lnTo>
                  <a:lnTo>
                    <a:pt x="2139568" y="505216"/>
                  </a:lnTo>
                  <a:lnTo>
                    <a:pt x="2139566" y="505227"/>
                  </a:lnTo>
                  <a:lnTo>
                    <a:pt x="2139543" y="505328"/>
                  </a:lnTo>
                  <a:lnTo>
                    <a:pt x="2139480" y="505364"/>
                  </a:lnTo>
                  <a:lnTo>
                    <a:pt x="2139475" y="505365"/>
                  </a:lnTo>
                  <a:lnTo>
                    <a:pt x="2139470" y="505365"/>
                  </a:lnTo>
                  <a:lnTo>
                    <a:pt x="2139464" y="505362"/>
                  </a:lnTo>
                  <a:lnTo>
                    <a:pt x="2139459" y="505358"/>
                  </a:lnTo>
                  <a:lnTo>
                    <a:pt x="2139456" y="505353"/>
                  </a:lnTo>
                  <a:lnTo>
                    <a:pt x="2139450" y="505346"/>
                  </a:lnTo>
                  <a:lnTo>
                    <a:pt x="2139446" y="505341"/>
                  </a:lnTo>
                  <a:lnTo>
                    <a:pt x="2139443" y="505335"/>
                  </a:lnTo>
                  <a:lnTo>
                    <a:pt x="2139438" y="505330"/>
                  </a:lnTo>
                  <a:lnTo>
                    <a:pt x="2139434" y="505326"/>
                  </a:lnTo>
                  <a:lnTo>
                    <a:pt x="2139430" y="505322"/>
                  </a:lnTo>
                  <a:lnTo>
                    <a:pt x="2139425" y="505318"/>
                  </a:lnTo>
                  <a:lnTo>
                    <a:pt x="2139403" y="505301"/>
                  </a:lnTo>
                  <a:lnTo>
                    <a:pt x="2139392" y="505295"/>
                  </a:lnTo>
                  <a:lnTo>
                    <a:pt x="2139361" y="505281"/>
                  </a:lnTo>
                  <a:lnTo>
                    <a:pt x="2139336" y="505270"/>
                  </a:lnTo>
                  <a:lnTo>
                    <a:pt x="2139304" y="505261"/>
                  </a:lnTo>
                  <a:lnTo>
                    <a:pt x="2139263" y="505249"/>
                  </a:lnTo>
                  <a:lnTo>
                    <a:pt x="2139253" y="505248"/>
                  </a:lnTo>
                  <a:lnTo>
                    <a:pt x="2139246" y="505247"/>
                  </a:lnTo>
                  <a:lnTo>
                    <a:pt x="2139241" y="505247"/>
                  </a:lnTo>
                  <a:lnTo>
                    <a:pt x="2139234" y="505248"/>
                  </a:lnTo>
                  <a:lnTo>
                    <a:pt x="2139228" y="505249"/>
                  </a:lnTo>
                  <a:lnTo>
                    <a:pt x="2139222" y="505250"/>
                  </a:lnTo>
                  <a:lnTo>
                    <a:pt x="2139216" y="505252"/>
                  </a:lnTo>
                  <a:lnTo>
                    <a:pt x="2139212" y="505254"/>
                  </a:lnTo>
                  <a:lnTo>
                    <a:pt x="2139208" y="505255"/>
                  </a:lnTo>
                  <a:lnTo>
                    <a:pt x="2139204" y="505258"/>
                  </a:lnTo>
                  <a:lnTo>
                    <a:pt x="2139200" y="505260"/>
                  </a:lnTo>
                  <a:lnTo>
                    <a:pt x="2139195" y="505265"/>
                  </a:lnTo>
                  <a:lnTo>
                    <a:pt x="2139191" y="505271"/>
                  </a:lnTo>
                  <a:lnTo>
                    <a:pt x="2139189" y="505275"/>
                  </a:lnTo>
                  <a:lnTo>
                    <a:pt x="2139186" y="505281"/>
                  </a:lnTo>
                  <a:lnTo>
                    <a:pt x="2139183" y="505291"/>
                  </a:lnTo>
                  <a:lnTo>
                    <a:pt x="2139181" y="505301"/>
                  </a:lnTo>
                  <a:lnTo>
                    <a:pt x="2139180" y="505306"/>
                  </a:lnTo>
                  <a:lnTo>
                    <a:pt x="2139179" y="505311"/>
                  </a:lnTo>
                  <a:lnTo>
                    <a:pt x="2139177" y="505327"/>
                  </a:lnTo>
                  <a:lnTo>
                    <a:pt x="2139176" y="505334"/>
                  </a:lnTo>
                  <a:lnTo>
                    <a:pt x="2139174" y="505342"/>
                  </a:lnTo>
                  <a:lnTo>
                    <a:pt x="2139172" y="505349"/>
                  </a:lnTo>
                  <a:lnTo>
                    <a:pt x="2139169" y="505356"/>
                  </a:lnTo>
                  <a:lnTo>
                    <a:pt x="2139152" y="505398"/>
                  </a:lnTo>
                  <a:lnTo>
                    <a:pt x="2139149" y="505404"/>
                  </a:lnTo>
                  <a:lnTo>
                    <a:pt x="2139146" y="505408"/>
                  </a:lnTo>
                  <a:lnTo>
                    <a:pt x="2139143" y="505412"/>
                  </a:lnTo>
                  <a:lnTo>
                    <a:pt x="2139049" y="505486"/>
                  </a:lnTo>
                  <a:lnTo>
                    <a:pt x="2139011" y="505536"/>
                  </a:lnTo>
                  <a:lnTo>
                    <a:pt x="2138476" y="505899"/>
                  </a:lnTo>
                  <a:lnTo>
                    <a:pt x="2138242" y="506007"/>
                  </a:lnTo>
                  <a:lnTo>
                    <a:pt x="2138037" y="506028"/>
                  </a:lnTo>
                  <a:lnTo>
                    <a:pt x="2138031" y="506028"/>
                  </a:lnTo>
                  <a:lnTo>
                    <a:pt x="2138025" y="506027"/>
                  </a:lnTo>
                  <a:lnTo>
                    <a:pt x="2138020" y="506027"/>
                  </a:lnTo>
                  <a:lnTo>
                    <a:pt x="2138016" y="506026"/>
                  </a:lnTo>
                  <a:lnTo>
                    <a:pt x="2138012" y="506025"/>
                  </a:lnTo>
                  <a:lnTo>
                    <a:pt x="2138007" y="506024"/>
                  </a:lnTo>
                  <a:lnTo>
                    <a:pt x="2137999" y="506021"/>
                  </a:lnTo>
                  <a:lnTo>
                    <a:pt x="2137993" y="506019"/>
                  </a:lnTo>
                  <a:lnTo>
                    <a:pt x="2137985" y="506017"/>
                  </a:lnTo>
                  <a:lnTo>
                    <a:pt x="2137977" y="506013"/>
                  </a:lnTo>
                  <a:lnTo>
                    <a:pt x="2137972" y="506011"/>
                  </a:lnTo>
                  <a:lnTo>
                    <a:pt x="2137968" y="506008"/>
                  </a:lnTo>
                  <a:lnTo>
                    <a:pt x="2137964" y="506005"/>
                  </a:lnTo>
                  <a:lnTo>
                    <a:pt x="2137961" y="506002"/>
                  </a:lnTo>
                  <a:lnTo>
                    <a:pt x="2137958" y="505999"/>
                  </a:lnTo>
                  <a:lnTo>
                    <a:pt x="2137945" y="505984"/>
                  </a:lnTo>
                  <a:lnTo>
                    <a:pt x="2137942" y="505981"/>
                  </a:lnTo>
                  <a:lnTo>
                    <a:pt x="2137939" y="505978"/>
                  </a:lnTo>
                  <a:lnTo>
                    <a:pt x="2137935" y="505972"/>
                  </a:lnTo>
                  <a:lnTo>
                    <a:pt x="2137931" y="505965"/>
                  </a:lnTo>
                  <a:lnTo>
                    <a:pt x="2137929" y="505956"/>
                  </a:lnTo>
                  <a:lnTo>
                    <a:pt x="2137929" y="505948"/>
                  </a:lnTo>
                  <a:lnTo>
                    <a:pt x="2137929" y="505943"/>
                  </a:lnTo>
                  <a:lnTo>
                    <a:pt x="2137930" y="505938"/>
                  </a:lnTo>
                  <a:lnTo>
                    <a:pt x="2137930" y="505932"/>
                  </a:lnTo>
                  <a:lnTo>
                    <a:pt x="2137929" y="505928"/>
                  </a:lnTo>
                  <a:lnTo>
                    <a:pt x="2137927" y="505921"/>
                  </a:lnTo>
                  <a:lnTo>
                    <a:pt x="2137926" y="505916"/>
                  </a:lnTo>
                  <a:lnTo>
                    <a:pt x="2137923" y="505909"/>
                  </a:lnTo>
                  <a:lnTo>
                    <a:pt x="2137921" y="505904"/>
                  </a:lnTo>
                  <a:lnTo>
                    <a:pt x="2137913" y="505889"/>
                  </a:lnTo>
                  <a:lnTo>
                    <a:pt x="2137909" y="505883"/>
                  </a:lnTo>
                  <a:lnTo>
                    <a:pt x="2137905" y="505878"/>
                  </a:lnTo>
                  <a:lnTo>
                    <a:pt x="2137902" y="505873"/>
                  </a:lnTo>
                  <a:lnTo>
                    <a:pt x="2137897" y="505868"/>
                  </a:lnTo>
                  <a:lnTo>
                    <a:pt x="2137891" y="505862"/>
                  </a:lnTo>
                  <a:lnTo>
                    <a:pt x="2137887" y="505860"/>
                  </a:lnTo>
                  <a:lnTo>
                    <a:pt x="2137848" y="505838"/>
                  </a:lnTo>
                  <a:lnTo>
                    <a:pt x="2137794" y="505816"/>
                  </a:lnTo>
                  <a:lnTo>
                    <a:pt x="2137777" y="505810"/>
                  </a:lnTo>
                  <a:lnTo>
                    <a:pt x="2137686" y="505780"/>
                  </a:lnTo>
                  <a:lnTo>
                    <a:pt x="2137477" y="505700"/>
                  </a:lnTo>
                  <a:lnTo>
                    <a:pt x="2137457" y="505692"/>
                  </a:lnTo>
                  <a:lnTo>
                    <a:pt x="2137452" y="505690"/>
                  </a:lnTo>
                  <a:lnTo>
                    <a:pt x="2137447" y="505687"/>
                  </a:lnTo>
                  <a:lnTo>
                    <a:pt x="2137417" y="505665"/>
                  </a:lnTo>
                  <a:lnTo>
                    <a:pt x="2137407" y="505657"/>
                  </a:lnTo>
                  <a:lnTo>
                    <a:pt x="2137384" y="505637"/>
                  </a:lnTo>
                  <a:lnTo>
                    <a:pt x="2137378" y="505631"/>
                  </a:lnTo>
                  <a:lnTo>
                    <a:pt x="2137372" y="505624"/>
                  </a:lnTo>
                  <a:lnTo>
                    <a:pt x="2137370" y="505620"/>
                  </a:lnTo>
                  <a:lnTo>
                    <a:pt x="2137367" y="505614"/>
                  </a:lnTo>
                  <a:lnTo>
                    <a:pt x="2137366" y="505604"/>
                  </a:lnTo>
                  <a:lnTo>
                    <a:pt x="2137366" y="505597"/>
                  </a:lnTo>
                  <a:lnTo>
                    <a:pt x="2137366" y="505587"/>
                  </a:lnTo>
                  <a:lnTo>
                    <a:pt x="2137366" y="505578"/>
                  </a:lnTo>
                  <a:lnTo>
                    <a:pt x="2137367" y="505572"/>
                  </a:lnTo>
                  <a:lnTo>
                    <a:pt x="2137369" y="505568"/>
                  </a:lnTo>
                  <a:lnTo>
                    <a:pt x="2137375" y="505559"/>
                  </a:lnTo>
                  <a:lnTo>
                    <a:pt x="2137379" y="505554"/>
                  </a:lnTo>
                  <a:lnTo>
                    <a:pt x="2137382" y="505548"/>
                  </a:lnTo>
                  <a:lnTo>
                    <a:pt x="2137384" y="505542"/>
                  </a:lnTo>
                  <a:lnTo>
                    <a:pt x="2137386" y="505535"/>
                  </a:lnTo>
                  <a:lnTo>
                    <a:pt x="2137388" y="505530"/>
                  </a:lnTo>
                  <a:lnTo>
                    <a:pt x="2137389" y="505523"/>
                  </a:lnTo>
                  <a:lnTo>
                    <a:pt x="2137391" y="505516"/>
                  </a:lnTo>
                  <a:lnTo>
                    <a:pt x="2137391" y="505510"/>
                  </a:lnTo>
                  <a:lnTo>
                    <a:pt x="2137392" y="505504"/>
                  </a:lnTo>
                  <a:lnTo>
                    <a:pt x="2137392" y="505498"/>
                  </a:lnTo>
                  <a:lnTo>
                    <a:pt x="2137391" y="505493"/>
                  </a:lnTo>
                  <a:lnTo>
                    <a:pt x="2137390" y="505478"/>
                  </a:lnTo>
                  <a:lnTo>
                    <a:pt x="2137389" y="505473"/>
                  </a:lnTo>
                  <a:lnTo>
                    <a:pt x="2137387" y="505468"/>
                  </a:lnTo>
                  <a:lnTo>
                    <a:pt x="2137385" y="505463"/>
                  </a:lnTo>
                  <a:lnTo>
                    <a:pt x="2137382" y="505457"/>
                  </a:lnTo>
                  <a:lnTo>
                    <a:pt x="2137368" y="505434"/>
                  </a:lnTo>
                  <a:lnTo>
                    <a:pt x="2137364" y="505429"/>
                  </a:lnTo>
                  <a:lnTo>
                    <a:pt x="2137361" y="505425"/>
                  </a:lnTo>
                  <a:lnTo>
                    <a:pt x="2137358" y="505423"/>
                  </a:lnTo>
                  <a:lnTo>
                    <a:pt x="2137353" y="505419"/>
                  </a:lnTo>
                  <a:lnTo>
                    <a:pt x="2137330" y="505402"/>
                  </a:lnTo>
                  <a:lnTo>
                    <a:pt x="2137323" y="505397"/>
                  </a:lnTo>
                  <a:lnTo>
                    <a:pt x="2137188" y="505310"/>
                  </a:lnTo>
                  <a:lnTo>
                    <a:pt x="2137179" y="505305"/>
                  </a:lnTo>
                  <a:lnTo>
                    <a:pt x="2137175" y="505303"/>
                  </a:lnTo>
                  <a:lnTo>
                    <a:pt x="2137157" y="505297"/>
                  </a:lnTo>
                  <a:lnTo>
                    <a:pt x="2137146" y="505293"/>
                  </a:lnTo>
                  <a:lnTo>
                    <a:pt x="2137136" y="505290"/>
                  </a:lnTo>
                  <a:lnTo>
                    <a:pt x="2137129" y="505288"/>
                  </a:lnTo>
                  <a:lnTo>
                    <a:pt x="2137123" y="505287"/>
                  </a:lnTo>
                  <a:lnTo>
                    <a:pt x="2137118" y="505286"/>
                  </a:lnTo>
                  <a:lnTo>
                    <a:pt x="2137112" y="505285"/>
                  </a:lnTo>
                  <a:lnTo>
                    <a:pt x="2137106" y="505285"/>
                  </a:lnTo>
                  <a:lnTo>
                    <a:pt x="2137026" y="505282"/>
                  </a:lnTo>
                  <a:lnTo>
                    <a:pt x="2136951" y="505306"/>
                  </a:lnTo>
                  <a:lnTo>
                    <a:pt x="2136674" y="505411"/>
                  </a:lnTo>
                  <a:lnTo>
                    <a:pt x="2136615" y="505408"/>
                  </a:lnTo>
                  <a:lnTo>
                    <a:pt x="2136592" y="505394"/>
                  </a:lnTo>
                  <a:lnTo>
                    <a:pt x="2136578" y="505389"/>
                  </a:lnTo>
                  <a:lnTo>
                    <a:pt x="2136555" y="505385"/>
                  </a:lnTo>
                  <a:lnTo>
                    <a:pt x="2136551" y="505385"/>
                  </a:lnTo>
                  <a:lnTo>
                    <a:pt x="2136542" y="505385"/>
                  </a:lnTo>
                  <a:lnTo>
                    <a:pt x="2136386" y="505388"/>
                  </a:lnTo>
                  <a:lnTo>
                    <a:pt x="2136371" y="505389"/>
                  </a:lnTo>
                  <a:lnTo>
                    <a:pt x="2136362" y="505390"/>
                  </a:lnTo>
                  <a:lnTo>
                    <a:pt x="2136357" y="505391"/>
                  </a:lnTo>
                  <a:lnTo>
                    <a:pt x="2136296" y="505399"/>
                  </a:lnTo>
                  <a:lnTo>
                    <a:pt x="2136284" y="505401"/>
                  </a:lnTo>
                  <a:lnTo>
                    <a:pt x="2136277" y="505403"/>
                  </a:lnTo>
                  <a:lnTo>
                    <a:pt x="2136265" y="505404"/>
                  </a:lnTo>
                  <a:lnTo>
                    <a:pt x="2136260" y="505404"/>
                  </a:lnTo>
                  <a:lnTo>
                    <a:pt x="2136243" y="505403"/>
                  </a:lnTo>
                  <a:lnTo>
                    <a:pt x="2136226" y="505403"/>
                  </a:lnTo>
                  <a:lnTo>
                    <a:pt x="2136123" y="505380"/>
                  </a:lnTo>
                  <a:lnTo>
                    <a:pt x="2136105" y="505376"/>
                  </a:lnTo>
                  <a:lnTo>
                    <a:pt x="2136099" y="505374"/>
                  </a:lnTo>
                  <a:lnTo>
                    <a:pt x="2136053" y="505360"/>
                  </a:lnTo>
                  <a:lnTo>
                    <a:pt x="2136049" y="505358"/>
                  </a:lnTo>
                  <a:lnTo>
                    <a:pt x="2136041" y="505355"/>
                  </a:lnTo>
                  <a:lnTo>
                    <a:pt x="2136029" y="505348"/>
                  </a:lnTo>
                  <a:lnTo>
                    <a:pt x="2136006" y="505333"/>
                  </a:lnTo>
                  <a:lnTo>
                    <a:pt x="2136000" y="505323"/>
                  </a:lnTo>
                  <a:lnTo>
                    <a:pt x="2135970" y="505262"/>
                  </a:lnTo>
                  <a:lnTo>
                    <a:pt x="2135966" y="505254"/>
                  </a:lnTo>
                  <a:lnTo>
                    <a:pt x="2135959" y="505238"/>
                  </a:lnTo>
                  <a:lnTo>
                    <a:pt x="2135956" y="505222"/>
                  </a:lnTo>
                  <a:lnTo>
                    <a:pt x="2135955" y="505213"/>
                  </a:lnTo>
                  <a:lnTo>
                    <a:pt x="2135879" y="505156"/>
                  </a:lnTo>
                  <a:lnTo>
                    <a:pt x="2135598" y="505240"/>
                  </a:lnTo>
                  <a:lnTo>
                    <a:pt x="2135584" y="505246"/>
                  </a:lnTo>
                  <a:lnTo>
                    <a:pt x="2135514" y="505276"/>
                  </a:lnTo>
                  <a:lnTo>
                    <a:pt x="2135468" y="505295"/>
                  </a:lnTo>
                  <a:lnTo>
                    <a:pt x="2135394" y="505325"/>
                  </a:lnTo>
                  <a:lnTo>
                    <a:pt x="2135300" y="505363"/>
                  </a:lnTo>
                  <a:lnTo>
                    <a:pt x="2135285" y="505369"/>
                  </a:lnTo>
                  <a:lnTo>
                    <a:pt x="2135276" y="505372"/>
                  </a:lnTo>
                  <a:lnTo>
                    <a:pt x="2135269" y="505373"/>
                  </a:lnTo>
                  <a:lnTo>
                    <a:pt x="2135253" y="505374"/>
                  </a:lnTo>
                  <a:lnTo>
                    <a:pt x="2135241" y="505372"/>
                  </a:lnTo>
                  <a:lnTo>
                    <a:pt x="2135237" y="505372"/>
                  </a:lnTo>
                  <a:lnTo>
                    <a:pt x="2135220" y="505364"/>
                  </a:lnTo>
                  <a:lnTo>
                    <a:pt x="2135205" y="505356"/>
                  </a:lnTo>
                  <a:lnTo>
                    <a:pt x="2135177" y="505330"/>
                  </a:lnTo>
                  <a:lnTo>
                    <a:pt x="2135173" y="505325"/>
                  </a:lnTo>
                  <a:lnTo>
                    <a:pt x="2135164" y="505313"/>
                  </a:lnTo>
                  <a:lnTo>
                    <a:pt x="2135156" y="505299"/>
                  </a:lnTo>
                  <a:lnTo>
                    <a:pt x="2135133" y="505257"/>
                  </a:lnTo>
                  <a:lnTo>
                    <a:pt x="2135130" y="505240"/>
                  </a:lnTo>
                  <a:lnTo>
                    <a:pt x="2135127" y="505218"/>
                  </a:lnTo>
                  <a:lnTo>
                    <a:pt x="2135124" y="505211"/>
                  </a:lnTo>
                  <a:lnTo>
                    <a:pt x="2135121" y="505207"/>
                  </a:lnTo>
                  <a:lnTo>
                    <a:pt x="2135106" y="505192"/>
                  </a:lnTo>
                  <a:lnTo>
                    <a:pt x="2134958" y="505037"/>
                  </a:lnTo>
                  <a:lnTo>
                    <a:pt x="2134939" y="505020"/>
                  </a:lnTo>
                  <a:lnTo>
                    <a:pt x="2134934" y="505016"/>
                  </a:lnTo>
                  <a:lnTo>
                    <a:pt x="2134928" y="505012"/>
                  </a:lnTo>
                  <a:lnTo>
                    <a:pt x="2134884" y="504989"/>
                  </a:lnTo>
                  <a:lnTo>
                    <a:pt x="2134694" y="504881"/>
                  </a:lnTo>
                  <a:lnTo>
                    <a:pt x="2134576" y="504795"/>
                  </a:lnTo>
                  <a:lnTo>
                    <a:pt x="2134484" y="504708"/>
                  </a:lnTo>
                  <a:lnTo>
                    <a:pt x="2134423" y="504653"/>
                  </a:lnTo>
                  <a:lnTo>
                    <a:pt x="2134408" y="504642"/>
                  </a:lnTo>
                  <a:lnTo>
                    <a:pt x="2134397" y="504636"/>
                  </a:lnTo>
                  <a:lnTo>
                    <a:pt x="2134383" y="504630"/>
                  </a:lnTo>
                  <a:lnTo>
                    <a:pt x="2134375" y="504627"/>
                  </a:lnTo>
                  <a:lnTo>
                    <a:pt x="2134361" y="504624"/>
                  </a:lnTo>
                  <a:lnTo>
                    <a:pt x="2134336" y="504619"/>
                  </a:lnTo>
                  <a:lnTo>
                    <a:pt x="2134320" y="504616"/>
                  </a:lnTo>
                  <a:lnTo>
                    <a:pt x="2134306" y="504614"/>
                  </a:lnTo>
                  <a:lnTo>
                    <a:pt x="2134270" y="504611"/>
                  </a:lnTo>
                  <a:lnTo>
                    <a:pt x="2134084" y="504579"/>
                  </a:lnTo>
                  <a:lnTo>
                    <a:pt x="2134079" y="504578"/>
                  </a:lnTo>
                  <a:lnTo>
                    <a:pt x="2134071" y="504579"/>
                  </a:lnTo>
                  <a:lnTo>
                    <a:pt x="2133362" y="504635"/>
                  </a:lnTo>
                  <a:lnTo>
                    <a:pt x="2133354" y="504634"/>
                  </a:lnTo>
                  <a:lnTo>
                    <a:pt x="2133346" y="504634"/>
                  </a:lnTo>
                  <a:lnTo>
                    <a:pt x="2133332" y="504636"/>
                  </a:lnTo>
                  <a:lnTo>
                    <a:pt x="2133303" y="504641"/>
                  </a:lnTo>
                  <a:lnTo>
                    <a:pt x="2133247" y="504651"/>
                  </a:lnTo>
                  <a:lnTo>
                    <a:pt x="2133197" y="504663"/>
                  </a:lnTo>
                  <a:lnTo>
                    <a:pt x="2133179" y="504668"/>
                  </a:lnTo>
                  <a:lnTo>
                    <a:pt x="2133168" y="504673"/>
                  </a:lnTo>
                  <a:lnTo>
                    <a:pt x="2133060" y="504717"/>
                  </a:lnTo>
                  <a:lnTo>
                    <a:pt x="2133055" y="504721"/>
                  </a:lnTo>
                  <a:lnTo>
                    <a:pt x="2133042" y="504739"/>
                  </a:lnTo>
                  <a:lnTo>
                    <a:pt x="2133037" y="504747"/>
                  </a:lnTo>
                  <a:lnTo>
                    <a:pt x="2133031" y="504758"/>
                  </a:lnTo>
                  <a:lnTo>
                    <a:pt x="2133028" y="504766"/>
                  </a:lnTo>
                  <a:lnTo>
                    <a:pt x="2133028" y="504776"/>
                  </a:lnTo>
                  <a:lnTo>
                    <a:pt x="2133028" y="504794"/>
                  </a:lnTo>
                  <a:lnTo>
                    <a:pt x="2133027" y="504805"/>
                  </a:lnTo>
                  <a:lnTo>
                    <a:pt x="2133025" y="504812"/>
                  </a:lnTo>
                  <a:lnTo>
                    <a:pt x="2133021" y="504818"/>
                  </a:lnTo>
                  <a:lnTo>
                    <a:pt x="2132959" y="504898"/>
                  </a:lnTo>
                  <a:lnTo>
                    <a:pt x="2132954" y="504904"/>
                  </a:lnTo>
                  <a:lnTo>
                    <a:pt x="2132944" y="504914"/>
                  </a:lnTo>
                  <a:lnTo>
                    <a:pt x="2132796" y="505030"/>
                  </a:lnTo>
                  <a:lnTo>
                    <a:pt x="2132743" y="505047"/>
                  </a:lnTo>
                  <a:lnTo>
                    <a:pt x="2132722" y="505047"/>
                  </a:lnTo>
                  <a:lnTo>
                    <a:pt x="2132716" y="505046"/>
                  </a:lnTo>
                  <a:lnTo>
                    <a:pt x="2132647" y="504910"/>
                  </a:lnTo>
                  <a:lnTo>
                    <a:pt x="2132577" y="504838"/>
                  </a:lnTo>
                  <a:lnTo>
                    <a:pt x="2132566" y="504828"/>
                  </a:lnTo>
                  <a:lnTo>
                    <a:pt x="2132528" y="504791"/>
                  </a:lnTo>
                  <a:lnTo>
                    <a:pt x="2132523" y="504788"/>
                  </a:lnTo>
                  <a:lnTo>
                    <a:pt x="2132473" y="504771"/>
                  </a:lnTo>
                  <a:lnTo>
                    <a:pt x="2132463" y="504768"/>
                  </a:lnTo>
                  <a:lnTo>
                    <a:pt x="2132299" y="504741"/>
                  </a:lnTo>
                  <a:lnTo>
                    <a:pt x="2132288" y="504739"/>
                  </a:lnTo>
                  <a:lnTo>
                    <a:pt x="2132145" y="504653"/>
                  </a:lnTo>
                  <a:lnTo>
                    <a:pt x="2132078" y="504516"/>
                  </a:lnTo>
                  <a:lnTo>
                    <a:pt x="2132068" y="504495"/>
                  </a:lnTo>
                  <a:lnTo>
                    <a:pt x="2131923" y="504282"/>
                  </a:lnTo>
                  <a:lnTo>
                    <a:pt x="2131796" y="504197"/>
                  </a:lnTo>
                  <a:lnTo>
                    <a:pt x="2131792" y="504195"/>
                  </a:lnTo>
                  <a:lnTo>
                    <a:pt x="2131784" y="504191"/>
                  </a:lnTo>
                  <a:lnTo>
                    <a:pt x="2131757" y="504186"/>
                  </a:lnTo>
                  <a:lnTo>
                    <a:pt x="2131749" y="504185"/>
                  </a:lnTo>
                  <a:lnTo>
                    <a:pt x="2131742" y="504186"/>
                  </a:lnTo>
                  <a:lnTo>
                    <a:pt x="2131735" y="504188"/>
                  </a:lnTo>
                  <a:lnTo>
                    <a:pt x="2131155" y="504253"/>
                  </a:lnTo>
                  <a:lnTo>
                    <a:pt x="2131142" y="504256"/>
                  </a:lnTo>
                  <a:lnTo>
                    <a:pt x="2131136" y="504259"/>
                  </a:lnTo>
                  <a:lnTo>
                    <a:pt x="2131113" y="504296"/>
                  </a:lnTo>
                  <a:lnTo>
                    <a:pt x="2131110" y="504303"/>
                  </a:lnTo>
                  <a:lnTo>
                    <a:pt x="2131101" y="504361"/>
                  </a:lnTo>
                  <a:lnTo>
                    <a:pt x="2131101" y="504366"/>
                  </a:lnTo>
                  <a:lnTo>
                    <a:pt x="2131103" y="504372"/>
                  </a:lnTo>
                  <a:lnTo>
                    <a:pt x="2131107" y="504382"/>
                  </a:lnTo>
                  <a:lnTo>
                    <a:pt x="2131112" y="504392"/>
                  </a:lnTo>
                  <a:lnTo>
                    <a:pt x="2131121" y="504405"/>
                  </a:lnTo>
                  <a:lnTo>
                    <a:pt x="2131127" y="504413"/>
                  </a:lnTo>
                  <a:lnTo>
                    <a:pt x="2131158" y="504451"/>
                  </a:lnTo>
                  <a:lnTo>
                    <a:pt x="2131159" y="504508"/>
                  </a:lnTo>
                  <a:lnTo>
                    <a:pt x="2131163" y="504622"/>
                  </a:lnTo>
                  <a:lnTo>
                    <a:pt x="2131162" y="504630"/>
                  </a:lnTo>
                  <a:lnTo>
                    <a:pt x="2131162" y="504636"/>
                  </a:lnTo>
                  <a:lnTo>
                    <a:pt x="2131027" y="504680"/>
                  </a:lnTo>
                  <a:lnTo>
                    <a:pt x="2131016" y="504681"/>
                  </a:lnTo>
                  <a:lnTo>
                    <a:pt x="2131010" y="504681"/>
                  </a:lnTo>
                  <a:lnTo>
                    <a:pt x="2130879" y="504737"/>
                  </a:lnTo>
                  <a:lnTo>
                    <a:pt x="2130741" y="504778"/>
                  </a:lnTo>
                  <a:lnTo>
                    <a:pt x="2130598" y="504788"/>
                  </a:lnTo>
                  <a:lnTo>
                    <a:pt x="2130572" y="504792"/>
                  </a:lnTo>
                  <a:lnTo>
                    <a:pt x="2130270" y="505073"/>
                  </a:lnTo>
                  <a:lnTo>
                    <a:pt x="2130248" y="505114"/>
                  </a:lnTo>
                  <a:lnTo>
                    <a:pt x="2130139" y="505294"/>
                  </a:lnTo>
                  <a:lnTo>
                    <a:pt x="2129964" y="505481"/>
                  </a:lnTo>
                  <a:lnTo>
                    <a:pt x="2129590" y="505769"/>
                  </a:lnTo>
                  <a:lnTo>
                    <a:pt x="2129439" y="505854"/>
                  </a:lnTo>
                  <a:lnTo>
                    <a:pt x="2129150" y="505914"/>
                  </a:lnTo>
                  <a:lnTo>
                    <a:pt x="2129117" y="505918"/>
                  </a:lnTo>
                  <a:lnTo>
                    <a:pt x="2129112" y="505917"/>
                  </a:lnTo>
                  <a:lnTo>
                    <a:pt x="2129104" y="505914"/>
                  </a:lnTo>
                  <a:lnTo>
                    <a:pt x="2129081" y="505897"/>
                  </a:lnTo>
                  <a:lnTo>
                    <a:pt x="2129068" y="505883"/>
                  </a:lnTo>
                  <a:lnTo>
                    <a:pt x="2128893" y="505758"/>
                  </a:lnTo>
                  <a:lnTo>
                    <a:pt x="2128871" y="505746"/>
                  </a:lnTo>
                  <a:lnTo>
                    <a:pt x="2128798" y="505715"/>
                  </a:lnTo>
                  <a:lnTo>
                    <a:pt x="2128738" y="505691"/>
                  </a:lnTo>
                  <a:lnTo>
                    <a:pt x="2128624" y="505650"/>
                  </a:lnTo>
                  <a:lnTo>
                    <a:pt x="2128532" y="505625"/>
                  </a:lnTo>
                  <a:lnTo>
                    <a:pt x="2128493" y="505621"/>
                  </a:lnTo>
                  <a:lnTo>
                    <a:pt x="2128445" y="505619"/>
                  </a:lnTo>
                  <a:lnTo>
                    <a:pt x="2128438" y="505619"/>
                  </a:lnTo>
                  <a:lnTo>
                    <a:pt x="2128432" y="505620"/>
                  </a:lnTo>
                  <a:lnTo>
                    <a:pt x="2128311" y="505545"/>
                  </a:lnTo>
                  <a:lnTo>
                    <a:pt x="2128237" y="505477"/>
                  </a:lnTo>
                  <a:lnTo>
                    <a:pt x="2128227" y="505457"/>
                  </a:lnTo>
                  <a:lnTo>
                    <a:pt x="2128112" y="505225"/>
                  </a:lnTo>
                  <a:lnTo>
                    <a:pt x="2128039" y="505127"/>
                  </a:lnTo>
                  <a:lnTo>
                    <a:pt x="2128028" y="505117"/>
                  </a:lnTo>
                  <a:lnTo>
                    <a:pt x="2128009" y="505104"/>
                  </a:lnTo>
                  <a:lnTo>
                    <a:pt x="2127593" y="504886"/>
                  </a:lnTo>
                  <a:lnTo>
                    <a:pt x="2127338" y="504807"/>
                  </a:lnTo>
                  <a:lnTo>
                    <a:pt x="2127329" y="504806"/>
                  </a:lnTo>
                  <a:lnTo>
                    <a:pt x="2127315" y="504807"/>
                  </a:lnTo>
                  <a:lnTo>
                    <a:pt x="2127305" y="504809"/>
                  </a:lnTo>
                  <a:lnTo>
                    <a:pt x="2127188" y="504866"/>
                  </a:lnTo>
                  <a:lnTo>
                    <a:pt x="2127175" y="504873"/>
                  </a:lnTo>
                  <a:lnTo>
                    <a:pt x="2127153" y="504889"/>
                  </a:lnTo>
                  <a:lnTo>
                    <a:pt x="2127129" y="504908"/>
                  </a:lnTo>
                  <a:lnTo>
                    <a:pt x="2126977" y="505009"/>
                  </a:lnTo>
                  <a:lnTo>
                    <a:pt x="2126750" y="505109"/>
                  </a:lnTo>
                  <a:lnTo>
                    <a:pt x="2126671" y="505128"/>
                  </a:lnTo>
                  <a:lnTo>
                    <a:pt x="2126657" y="505130"/>
                  </a:lnTo>
                  <a:lnTo>
                    <a:pt x="2126638" y="505132"/>
                  </a:lnTo>
                  <a:lnTo>
                    <a:pt x="2126494" y="505148"/>
                  </a:lnTo>
                  <a:lnTo>
                    <a:pt x="2126485" y="505147"/>
                  </a:lnTo>
                  <a:lnTo>
                    <a:pt x="2126478" y="505146"/>
                  </a:lnTo>
                  <a:lnTo>
                    <a:pt x="2126392" y="505123"/>
                  </a:lnTo>
                  <a:lnTo>
                    <a:pt x="2126389" y="505119"/>
                  </a:lnTo>
                  <a:lnTo>
                    <a:pt x="2126388" y="505110"/>
                  </a:lnTo>
                  <a:lnTo>
                    <a:pt x="2126387" y="505097"/>
                  </a:lnTo>
                  <a:lnTo>
                    <a:pt x="2126388" y="505092"/>
                  </a:lnTo>
                  <a:lnTo>
                    <a:pt x="2126342" y="505050"/>
                  </a:lnTo>
                  <a:lnTo>
                    <a:pt x="2126294" y="505038"/>
                  </a:lnTo>
                  <a:lnTo>
                    <a:pt x="2126288" y="505040"/>
                  </a:lnTo>
                  <a:lnTo>
                    <a:pt x="2126188" y="505093"/>
                  </a:lnTo>
                  <a:lnTo>
                    <a:pt x="2125819" y="505364"/>
                  </a:lnTo>
                  <a:lnTo>
                    <a:pt x="2125814" y="505368"/>
                  </a:lnTo>
                  <a:lnTo>
                    <a:pt x="2125805" y="505376"/>
                  </a:lnTo>
                  <a:lnTo>
                    <a:pt x="2125797" y="505385"/>
                  </a:lnTo>
                  <a:lnTo>
                    <a:pt x="2125792" y="505390"/>
                  </a:lnTo>
                  <a:lnTo>
                    <a:pt x="2125769" y="505432"/>
                  </a:lnTo>
                  <a:lnTo>
                    <a:pt x="2125766" y="505436"/>
                  </a:lnTo>
                  <a:lnTo>
                    <a:pt x="2125762" y="505445"/>
                  </a:lnTo>
                  <a:lnTo>
                    <a:pt x="2125759" y="505451"/>
                  </a:lnTo>
                  <a:lnTo>
                    <a:pt x="2125757" y="505456"/>
                  </a:lnTo>
                  <a:lnTo>
                    <a:pt x="2125754" y="505465"/>
                  </a:lnTo>
                  <a:lnTo>
                    <a:pt x="2125752" y="505471"/>
                  </a:lnTo>
                  <a:lnTo>
                    <a:pt x="2125750" y="505480"/>
                  </a:lnTo>
                  <a:lnTo>
                    <a:pt x="2125747" y="505496"/>
                  </a:lnTo>
                  <a:lnTo>
                    <a:pt x="2125746" y="505504"/>
                  </a:lnTo>
                  <a:lnTo>
                    <a:pt x="2125746" y="505510"/>
                  </a:lnTo>
                  <a:lnTo>
                    <a:pt x="2125746" y="505518"/>
                  </a:lnTo>
                  <a:lnTo>
                    <a:pt x="2125746" y="505526"/>
                  </a:lnTo>
                  <a:lnTo>
                    <a:pt x="2125747" y="505531"/>
                  </a:lnTo>
                  <a:lnTo>
                    <a:pt x="2125748" y="505538"/>
                  </a:lnTo>
                  <a:lnTo>
                    <a:pt x="2125751" y="505553"/>
                  </a:lnTo>
                  <a:lnTo>
                    <a:pt x="2125758" y="505572"/>
                  </a:lnTo>
                  <a:lnTo>
                    <a:pt x="2125765" y="505586"/>
                  </a:lnTo>
                  <a:lnTo>
                    <a:pt x="2125825" y="505689"/>
                  </a:lnTo>
                  <a:lnTo>
                    <a:pt x="2125828" y="505695"/>
                  </a:lnTo>
                  <a:lnTo>
                    <a:pt x="2125838" y="505709"/>
                  </a:lnTo>
                  <a:lnTo>
                    <a:pt x="2125842" y="505713"/>
                  </a:lnTo>
                  <a:lnTo>
                    <a:pt x="2125846" y="505716"/>
                  </a:lnTo>
                  <a:lnTo>
                    <a:pt x="2125849" y="505719"/>
                  </a:lnTo>
                  <a:lnTo>
                    <a:pt x="2125853" y="505721"/>
                  </a:lnTo>
                  <a:lnTo>
                    <a:pt x="2125865" y="505728"/>
                  </a:lnTo>
                  <a:lnTo>
                    <a:pt x="2125869" y="505731"/>
                  </a:lnTo>
                  <a:lnTo>
                    <a:pt x="2125875" y="505734"/>
                  </a:lnTo>
                  <a:lnTo>
                    <a:pt x="2125880" y="505739"/>
                  </a:lnTo>
                  <a:lnTo>
                    <a:pt x="2125885" y="505744"/>
                  </a:lnTo>
                  <a:lnTo>
                    <a:pt x="2125888" y="505748"/>
                  </a:lnTo>
                  <a:lnTo>
                    <a:pt x="2125890" y="505753"/>
                  </a:lnTo>
                  <a:lnTo>
                    <a:pt x="2125892" y="505758"/>
                  </a:lnTo>
                  <a:lnTo>
                    <a:pt x="2125895" y="505767"/>
                  </a:lnTo>
                  <a:lnTo>
                    <a:pt x="2125897" y="505788"/>
                  </a:lnTo>
                  <a:lnTo>
                    <a:pt x="2125899" y="505816"/>
                  </a:lnTo>
                  <a:lnTo>
                    <a:pt x="2125899" y="505821"/>
                  </a:lnTo>
                  <a:lnTo>
                    <a:pt x="2125894" y="505889"/>
                  </a:lnTo>
                  <a:lnTo>
                    <a:pt x="2125728" y="506106"/>
                  </a:lnTo>
                  <a:lnTo>
                    <a:pt x="2125716" y="506121"/>
                  </a:lnTo>
                  <a:lnTo>
                    <a:pt x="2125654" y="506187"/>
                  </a:lnTo>
                  <a:lnTo>
                    <a:pt x="2125648" y="506193"/>
                  </a:lnTo>
                  <a:lnTo>
                    <a:pt x="2125614" y="506221"/>
                  </a:lnTo>
                  <a:lnTo>
                    <a:pt x="2125606" y="506227"/>
                  </a:lnTo>
                  <a:lnTo>
                    <a:pt x="2125594" y="506236"/>
                  </a:lnTo>
                  <a:lnTo>
                    <a:pt x="2125257" y="506430"/>
                  </a:lnTo>
                  <a:lnTo>
                    <a:pt x="2125223" y="506444"/>
                  </a:lnTo>
                  <a:lnTo>
                    <a:pt x="2125166" y="506479"/>
                  </a:lnTo>
                  <a:lnTo>
                    <a:pt x="2124926" y="506538"/>
                  </a:lnTo>
                  <a:lnTo>
                    <a:pt x="2124766" y="506554"/>
                  </a:lnTo>
                  <a:lnTo>
                    <a:pt x="2124402" y="506524"/>
                  </a:lnTo>
                  <a:lnTo>
                    <a:pt x="2124180" y="506486"/>
                  </a:lnTo>
                  <a:lnTo>
                    <a:pt x="2124162" y="506480"/>
                  </a:lnTo>
                  <a:lnTo>
                    <a:pt x="2124145" y="506474"/>
                  </a:lnTo>
                  <a:lnTo>
                    <a:pt x="2124135" y="506468"/>
                  </a:lnTo>
                  <a:lnTo>
                    <a:pt x="2124131" y="506464"/>
                  </a:lnTo>
                  <a:lnTo>
                    <a:pt x="2124087" y="506407"/>
                  </a:lnTo>
                  <a:lnTo>
                    <a:pt x="2124078" y="506394"/>
                  </a:lnTo>
                  <a:lnTo>
                    <a:pt x="2124068" y="506377"/>
                  </a:lnTo>
                  <a:lnTo>
                    <a:pt x="2124065" y="506373"/>
                  </a:lnTo>
                  <a:lnTo>
                    <a:pt x="2124053" y="506343"/>
                  </a:lnTo>
                  <a:lnTo>
                    <a:pt x="2124006" y="506323"/>
                  </a:lnTo>
                  <a:lnTo>
                    <a:pt x="2123908" y="506323"/>
                  </a:lnTo>
                  <a:lnTo>
                    <a:pt x="2123766" y="506346"/>
                  </a:lnTo>
                  <a:lnTo>
                    <a:pt x="2123751" y="506357"/>
                  </a:lnTo>
                  <a:lnTo>
                    <a:pt x="2123740" y="506362"/>
                  </a:lnTo>
                  <a:lnTo>
                    <a:pt x="2123607" y="506448"/>
                  </a:lnTo>
                  <a:lnTo>
                    <a:pt x="2122817" y="506412"/>
                  </a:lnTo>
                  <a:lnTo>
                    <a:pt x="2122755" y="506415"/>
                  </a:lnTo>
                  <a:lnTo>
                    <a:pt x="2122485" y="506503"/>
                  </a:lnTo>
                  <a:lnTo>
                    <a:pt x="2122346" y="506528"/>
                  </a:lnTo>
                  <a:lnTo>
                    <a:pt x="2122336" y="506525"/>
                  </a:lnTo>
                  <a:lnTo>
                    <a:pt x="2121814" y="506412"/>
                  </a:lnTo>
                  <a:lnTo>
                    <a:pt x="2121730" y="506382"/>
                  </a:lnTo>
                  <a:lnTo>
                    <a:pt x="2121691" y="506362"/>
                  </a:lnTo>
                  <a:lnTo>
                    <a:pt x="2121675" y="506339"/>
                  </a:lnTo>
                  <a:lnTo>
                    <a:pt x="2121645" y="506291"/>
                  </a:lnTo>
                  <a:lnTo>
                    <a:pt x="2121629" y="506253"/>
                  </a:lnTo>
                  <a:lnTo>
                    <a:pt x="2121625" y="506246"/>
                  </a:lnTo>
                  <a:lnTo>
                    <a:pt x="2121616" y="506234"/>
                  </a:lnTo>
                  <a:lnTo>
                    <a:pt x="2121608" y="506225"/>
                  </a:lnTo>
                  <a:lnTo>
                    <a:pt x="2121603" y="506222"/>
                  </a:lnTo>
                  <a:lnTo>
                    <a:pt x="2121165" y="506144"/>
                  </a:lnTo>
                  <a:lnTo>
                    <a:pt x="2121081" y="506131"/>
                  </a:lnTo>
                  <a:lnTo>
                    <a:pt x="2121064" y="506129"/>
                  </a:lnTo>
                  <a:lnTo>
                    <a:pt x="2121050" y="506128"/>
                  </a:lnTo>
                  <a:lnTo>
                    <a:pt x="2121038" y="506131"/>
                  </a:lnTo>
                  <a:lnTo>
                    <a:pt x="2121029" y="506134"/>
                  </a:lnTo>
                  <a:lnTo>
                    <a:pt x="2120924" y="506113"/>
                  </a:lnTo>
                  <a:lnTo>
                    <a:pt x="2120917" y="506108"/>
                  </a:lnTo>
                  <a:lnTo>
                    <a:pt x="2120912" y="506066"/>
                  </a:lnTo>
                  <a:lnTo>
                    <a:pt x="2120917" y="506017"/>
                  </a:lnTo>
                  <a:lnTo>
                    <a:pt x="2120921" y="505999"/>
                  </a:lnTo>
                  <a:lnTo>
                    <a:pt x="2120928" y="505959"/>
                  </a:lnTo>
                  <a:lnTo>
                    <a:pt x="2120928" y="505950"/>
                  </a:lnTo>
                  <a:lnTo>
                    <a:pt x="2120929" y="505935"/>
                  </a:lnTo>
                  <a:lnTo>
                    <a:pt x="2120928" y="505928"/>
                  </a:lnTo>
                  <a:lnTo>
                    <a:pt x="2120884" y="505823"/>
                  </a:lnTo>
                  <a:lnTo>
                    <a:pt x="2120879" y="505817"/>
                  </a:lnTo>
                  <a:lnTo>
                    <a:pt x="2120699" y="505655"/>
                  </a:lnTo>
                  <a:lnTo>
                    <a:pt x="2120625" y="505642"/>
                  </a:lnTo>
                  <a:lnTo>
                    <a:pt x="2120551" y="505655"/>
                  </a:lnTo>
                  <a:lnTo>
                    <a:pt x="2120477" y="505697"/>
                  </a:lnTo>
                  <a:lnTo>
                    <a:pt x="2120442" y="505714"/>
                  </a:lnTo>
                  <a:lnTo>
                    <a:pt x="2120434" y="505717"/>
                  </a:lnTo>
                  <a:lnTo>
                    <a:pt x="2120428" y="505719"/>
                  </a:lnTo>
                  <a:lnTo>
                    <a:pt x="2120248" y="505772"/>
                  </a:lnTo>
                  <a:lnTo>
                    <a:pt x="2120090" y="505819"/>
                  </a:lnTo>
                  <a:lnTo>
                    <a:pt x="2120004" y="505809"/>
                  </a:lnTo>
                  <a:lnTo>
                    <a:pt x="2119886" y="505751"/>
                  </a:lnTo>
                  <a:lnTo>
                    <a:pt x="2119844" y="505724"/>
                  </a:lnTo>
                  <a:lnTo>
                    <a:pt x="2119758" y="505697"/>
                  </a:lnTo>
                  <a:lnTo>
                    <a:pt x="2119577" y="505676"/>
                  </a:lnTo>
                  <a:lnTo>
                    <a:pt x="2119410" y="505702"/>
                  </a:lnTo>
                  <a:lnTo>
                    <a:pt x="2119299" y="505765"/>
                  </a:lnTo>
                  <a:lnTo>
                    <a:pt x="2113985" y="505376"/>
                  </a:lnTo>
                  <a:lnTo>
                    <a:pt x="2106468" y="505613"/>
                  </a:lnTo>
                  <a:lnTo>
                    <a:pt x="2105177" y="506066"/>
                  </a:lnTo>
                  <a:lnTo>
                    <a:pt x="2104077" y="506528"/>
                  </a:lnTo>
                  <a:lnTo>
                    <a:pt x="2104481" y="507086"/>
                  </a:lnTo>
                  <a:lnTo>
                    <a:pt x="2104712" y="507316"/>
                  </a:lnTo>
                  <a:lnTo>
                    <a:pt x="2104921" y="507436"/>
                  </a:lnTo>
                  <a:lnTo>
                    <a:pt x="2105208" y="507591"/>
                  </a:lnTo>
                  <a:lnTo>
                    <a:pt x="2105655" y="507881"/>
                  </a:lnTo>
                  <a:lnTo>
                    <a:pt x="2106266" y="508409"/>
                  </a:lnTo>
                  <a:lnTo>
                    <a:pt x="2106740" y="508751"/>
                  </a:lnTo>
                  <a:lnTo>
                    <a:pt x="2106841" y="508799"/>
                  </a:lnTo>
                  <a:lnTo>
                    <a:pt x="2106862" y="508862"/>
                  </a:lnTo>
                  <a:lnTo>
                    <a:pt x="2106864" y="508871"/>
                  </a:lnTo>
                  <a:lnTo>
                    <a:pt x="2106885" y="509004"/>
                  </a:lnTo>
                  <a:lnTo>
                    <a:pt x="2106892" y="509169"/>
                  </a:lnTo>
                  <a:lnTo>
                    <a:pt x="2106892" y="509182"/>
                  </a:lnTo>
                  <a:lnTo>
                    <a:pt x="2106892" y="509200"/>
                  </a:lnTo>
                  <a:lnTo>
                    <a:pt x="2106889" y="509251"/>
                  </a:lnTo>
                  <a:lnTo>
                    <a:pt x="2106875" y="509477"/>
                  </a:lnTo>
                  <a:lnTo>
                    <a:pt x="2106860" y="509566"/>
                  </a:lnTo>
                  <a:lnTo>
                    <a:pt x="2106859" y="509572"/>
                  </a:lnTo>
                  <a:lnTo>
                    <a:pt x="2106858" y="509580"/>
                  </a:lnTo>
                  <a:lnTo>
                    <a:pt x="2106805" y="509704"/>
                  </a:lnTo>
                  <a:lnTo>
                    <a:pt x="2106801" y="509708"/>
                  </a:lnTo>
                  <a:lnTo>
                    <a:pt x="2106796" y="509711"/>
                  </a:lnTo>
                  <a:lnTo>
                    <a:pt x="2106782" y="509717"/>
                  </a:lnTo>
                  <a:lnTo>
                    <a:pt x="2106771" y="509723"/>
                  </a:lnTo>
                  <a:lnTo>
                    <a:pt x="2106767" y="509726"/>
                  </a:lnTo>
                  <a:lnTo>
                    <a:pt x="2106763" y="509730"/>
                  </a:lnTo>
                  <a:lnTo>
                    <a:pt x="2106757" y="509736"/>
                  </a:lnTo>
                  <a:lnTo>
                    <a:pt x="2106753" y="509742"/>
                  </a:lnTo>
                  <a:lnTo>
                    <a:pt x="2106749" y="509790"/>
                  </a:lnTo>
                  <a:lnTo>
                    <a:pt x="2106770" y="510025"/>
                  </a:lnTo>
                  <a:lnTo>
                    <a:pt x="2106825" y="510412"/>
                  </a:lnTo>
                  <a:lnTo>
                    <a:pt x="2106830" y="510442"/>
                  </a:lnTo>
                  <a:lnTo>
                    <a:pt x="2106878" y="510648"/>
                  </a:lnTo>
                  <a:lnTo>
                    <a:pt x="2106903" y="510740"/>
                  </a:lnTo>
                  <a:lnTo>
                    <a:pt x="2106909" y="510757"/>
                  </a:lnTo>
                  <a:lnTo>
                    <a:pt x="2106955" y="510859"/>
                  </a:lnTo>
                  <a:lnTo>
                    <a:pt x="2106966" y="510872"/>
                  </a:lnTo>
                  <a:lnTo>
                    <a:pt x="2107032" y="510894"/>
                  </a:lnTo>
                  <a:lnTo>
                    <a:pt x="2107092" y="510947"/>
                  </a:lnTo>
                  <a:lnTo>
                    <a:pt x="2107109" y="510962"/>
                  </a:lnTo>
                  <a:lnTo>
                    <a:pt x="2107154" y="511006"/>
                  </a:lnTo>
                  <a:lnTo>
                    <a:pt x="2107163" y="511015"/>
                  </a:lnTo>
                  <a:lnTo>
                    <a:pt x="2107170" y="511024"/>
                  </a:lnTo>
                  <a:lnTo>
                    <a:pt x="2107175" y="511034"/>
                  </a:lnTo>
                  <a:lnTo>
                    <a:pt x="2107178" y="511041"/>
                  </a:lnTo>
                  <a:lnTo>
                    <a:pt x="2107182" y="511056"/>
                  </a:lnTo>
                  <a:lnTo>
                    <a:pt x="2107184" y="511070"/>
                  </a:lnTo>
                  <a:lnTo>
                    <a:pt x="2107169" y="511158"/>
                  </a:lnTo>
                  <a:lnTo>
                    <a:pt x="2107166" y="511171"/>
                  </a:lnTo>
                  <a:lnTo>
                    <a:pt x="2107162" y="511190"/>
                  </a:lnTo>
                  <a:lnTo>
                    <a:pt x="2107160" y="511196"/>
                  </a:lnTo>
                  <a:lnTo>
                    <a:pt x="2107126" y="511298"/>
                  </a:lnTo>
                  <a:lnTo>
                    <a:pt x="2107105" y="511365"/>
                  </a:lnTo>
                  <a:lnTo>
                    <a:pt x="2107073" y="511472"/>
                  </a:lnTo>
                  <a:lnTo>
                    <a:pt x="2106975" y="511809"/>
                  </a:lnTo>
                  <a:lnTo>
                    <a:pt x="2106986" y="511981"/>
                  </a:lnTo>
                  <a:lnTo>
                    <a:pt x="2106998" y="512161"/>
                  </a:lnTo>
                  <a:lnTo>
                    <a:pt x="2107000" y="512168"/>
                  </a:lnTo>
                  <a:lnTo>
                    <a:pt x="2107002" y="512180"/>
                  </a:lnTo>
                  <a:lnTo>
                    <a:pt x="2107003" y="512190"/>
                  </a:lnTo>
                  <a:lnTo>
                    <a:pt x="2107002" y="512202"/>
                  </a:lnTo>
                  <a:lnTo>
                    <a:pt x="2106999" y="512212"/>
                  </a:lnTo>
                  <a:lnTo>
                    <a:pt x="2106980" y="512263"/>
                  </a:lnTo>
                  <a:lnTo>
                    <a:pt x="2106956" y="512319"/>
                  </a:lnTo>
                  <a:lnTo>
                    <a:pt x="2106937" y="512549"/>
                  </a:lnTo>
                  <a:lnTo>
                    <a:pt x="2106941" y="512567"/>
                  </a:lnTo>
                  <a:lnTo>
                    <a:pt x="2106952" y="512626"/>
                  </a:lnTo>
                  <a:lnTo>
                    <a:pt x="2106948" y="512739"/>
                  </a:lnTo>
                  <a:lnTo>
                    <a:pt x="2106948" y="512747"/>
                  </a:lnTo>
                  <a:lnTo>
                    <a:pt x="2106883" y="513120"/>
                  </a:lnTo>
                  <a:lnTo>
                    <a:pt x="2106882" y="513124"/>
                  </a:lnTo>
                  <a:lnTo>
                    <a:pt x="2106849" y="513200"/>
                  </a:lnTo>
                  <a:lnTo>
                    <a:pt x="2106842" y="513205"/>
                  </a:lnTo>
                  <a:lnTo>
                    <a:pt x="2106821" y="513220"/>
                  </a:lnTo>
                  <a:lnTo>
                    <a:pt x="2106817" y="513225"/>
                  </a:lnTo>
                  <a:lnTo>
                    <a:pt x="2106814" y="513229"/>
                  </a:lnTo>
                  <a:lnTo>
                    <a:pt x="2106754" y="513371"/>
                  </a:lnTo>
                  <a:lnTo>
                    <a:pt x="2106749" y="513384"/>
                  </a:lnTo>
                  <a:lnTo>
                    <a:pt x="2106746" y="513394"/>
                  </a:lnTo>
                  <a:lnTo>
                    <a:pt x="2106724" y="513518"/>
                  </a:lnTo>
                  <a:lnTo>
                    <a:pt x="2106724" y="513528"/>
                  </a:lnTo>
                  <a:lnTo>
                    <a:pt x="2106734" y="513615"/>
                  </a:lnTo>
                  <a:lnTo>
                    <a:pt x="2106738" y="513626"/>
                  </a:lnTo>
                  <a:lnTo>
                    <a:pt x="2106745" y="513638"/>
                  </a:lnTo>
                  <a:lnTo>
                    <a:pt x="2106750" y="513645"/>
                  </a:lnTo>
                  <a:lnTo>
                    <a:pt x="2106756" y="513649"/>
                  </a:lnTo>
                  <a:lnTo>
                    <a:pt x="2106761" y="513650"/>
                  </a:lnTo>
                  <a:lnTo>
                    <a:pt x="2106766" y="513650"/>
                  </a:lnTo>
                  <a:lnTo>
                    <a:pt x="2106827" y="513749"/>
                  </a:lnTo>
                  <a:lnTo>
                    <a:pt x="2106859" y="513973"/>
                  </a:lnTo>
                  <a:lnTo>
                    <a:pt x="2107014" y="514520"/>
                  </a:lnTo>
                  <a:lnTo>
                    <a:pt x="2107070" y="514635"/>
                  </a:lnTo>
                  <a:lnTo>
                    <a:pt x="2107111" y="514808"/>
                  </a:lnTo>
                  <a:lnTo>
                    <a:pt x="2107043" y="514905"/>
                  </a:lnTo>
                  <a:lnTo>
                    <a:pt x="2107037" y="514914"/>
                  </a:lnTo>
                  <a:lnTo>
                    <a:pt x="2107020" y="514925"/>
                  </a:lnTo>
                  <a:lnTo>
                    <a:pt x="2106946" y="514972"/>
                  </a:lnTo>
                  <a:lnTo>
                    <a:pt x="2106943" y="515011"/>
                  </a:lnTo>
                  <a:lnTo>
                    <a:pt x="2107033" y="515429"/>
                  </a:lnTo>
                  <a:lnTo>
                    <a:pt x="2107123" y="515584"/>
                  </a:lnTo>
                  <a:lnTo>
                    <a:pt x="2107278" y="515675"/>
                  </a:lnTo>
                  <a:lnTo>
                    <a:pt x="2107620" y="515893"/>
                  </a:lnTo>
                  <a:lnTo>
                    <a:pt x="2107859" y="516053"/>
                  </a:lnTo>
                  <a:lnTo>
                    <a:pt x="2108006" y="516062"/>
                  </a:lnTo>
                  <a:lnTo>
                    <a:pt x="2108145" y="516075"/>
                  </a:lnTo>
                  <a:lnTo>
                    <a:pt x="2108210" y="516146"/>
                  </a:lnTo>
                  <a:lnTo>
                    <a:pt x="2108246" y="516360"/>
                  </a:lnTo>
                  <a:lnTo>
                    <a:pt x="2108296" y="516632"/>
                  </a:lnTo>
                  <a:lnTo>
                    <a:pt x="2108351" y="516867"/>
                  </a:lnTo>
                  <a:lnTo>
                    <a:pt x="2108403" y="517098"/>
                  </a:lnTo>
                  <a:lnTo>
                    <a:pt x="2108415" y="517260"/>
                  </a:lnTo>
                  <a:lnTo>
                    <a:pt x="2108458" y="517480"/>
                  </a:lnTo>
                  <a:lnTo>
                    <a:pt x="2108636" y="517793"/>
                  </a:lnTo>
                  <a:lnTo>
                    <a:pt x="2108790" y="518211"/>
                  </a:lnTo>
                  <a:lnTo>
                    <a:pt x="2109008" y="518587"/>
                  </a:lnTo>
                  <a:lnTo>
                    <a:pt x="2109211" y="519012"/>
                  </a:lnTo>
                  <a:lnTo>
                    <a:pt x="2109212" y="519017"/>
                  </a:lnTo>
                  <a:lnTo>
                    <a:pt x="2109283" y="519074"/>
                  </a:lnTo>
                  <a:lnTo>
                    <a:pt x="2109349" y="519106"/>
                  </a:lnTo>
                  <a:lnTo>
                    <a:pt x="2109361" y="519111"/>
                  </a:lnTo>
                  <a:lnTo>
                    <a:pt x="2109380" y="519117"/>
                  </a:lnTo>
                  <a:lnTo>
                    <a:pt x="2109423" y="519127"/>
                  </a:lnTo>
                  <a:lnTo>
                    <a:pt x="2109438" y="519130"/>
                  </a:lnTo>
                  <a:lnTo>
                    <a:pt x="2109452" y="519131"/>
                  </a:lnTo>
                  <a:lnTo>
                    <a:pt x="2109462" y="519132"/>
                  </a:lnTo>
                  <a:lnTo>
                    <a:pt x="2109476" y="519133"/>
                  </a:lnTo>
                  <a:lnTo>
                    <a:pt x="2109541" y="519135"/>
                  </a:lnTo>
                  <a:lnTo>
                    <a:pt x="2109563" y="519135"/>
                  </a:lnTo>
                  <a:lnTo>
                    <a:pt x="2109582" y="519135"/>
                  </a:lnTo>
                  <a:lnTo>
                    <a:pt x="2109594" y="519133"/>
                  </a:lnTo>
                  <a:lnTo>
                    <a:pt x="2109800" y="519118"/>
                  </a:lnTo>
                  <a:lnTo>
                    <a:pt x="2110090" y="519181"/>
                  </a:lnTo>
                  <a:lnTo>
                    <a:pt x="2110143" y="519251"/>
                  </a:lnTo>
                  <a:lnTo>
                    <a:pt x="2110144" y="519259"/>
                  </a:lnTo>
                  <a:lnTo>
                    <a:pt x="2110159" y="519380"/>
                  </a:lnTo>
                  <a:lnTo>
                    <a:pt x="2110214" y="519456"/>
                  </a:lnTo>
                  <a:lnTo>
                    <a:pt x="2110591" y="519898"/>
                  </a:lnTo>
                  <a:lnTo>
                    <a:pt x="2110769" y="520124"/>
                  </a:lnTo>
                  <a:lnTo>
                    <a:pt x="2110930" y="520172"/>
                  </a:lnTo>
                  <a:lnTo>
                    <a:pt x="2110933" y="520170"/>
                  </a:lnTo>
                  <a:lnTo>
                    <a:pt x="2111067" y="520121"/>
                  </a:lnTo>
                  <a:lnTo>
                    <a:pt x="2111083" y="520115"/>
                  </a:lnTo>
                  <a:lnTo>
                    <a:pt x="2111106" y="520109"/>
                  </a:lnTo>
                  <a:lnTo>
                    <a:pt x="2111128" y="520104"/>
                  </a:lnTo>
                  <a:lnTo>
                    <a:pt x="2111142" y="520100"/>
                  </a:lnTo>
                  <a:lnTo>
                    <a:pt x="2111153" y="520099"/>
                  </a:lnTo>
                  <a:lnTo>
                    <a:pt x="2111162" y="520099"/>
                  </a:lnTo>
                  <a:lnTo>
                    <a:pt x="2111173" y="520100"/>
                  </a:lnTo>
                  <a:lnTo>
                    <a:pt x="2111179" y="520103"/>
                  </a:lnTo>
                  <a:lnTo>
                    <a:pt x="2111185" y="520105"/>
                  </a:lnTo>
                  <a:lnTo>
                    <a:pt x="2111191" y="520108"/>
                  </a:lnTo>
                  <a:lnTo>
                    <a:pt x="2111196" y="520112"/>
                  </a:lnTo>
                  <a:lnTo>
                    <a:pt x="2111201" y="520115"/>
                  </a:lnTo>
                  <a:lnTo>
                    <a:pt x="2111205" y="520120"/>
                  </a:lnTo>
                  <a:lnTo>
                    <a:pt x="2111209" y="520129"/>
                  </a:lnTo>
                  <a:lnTo>
                    <a:pt x="2111238" y="520205"/>
                  </a:lnTo>
                  <a:lnTo>
                    <a:pt x="2111241" y="520216"/>
                  </a:lnTo>
                  <a:lnTo>
                    <a:pt x="2111245" y="520226"/>
                  </a:lnTo>
                  <a:lnTo>
                    <a:pt x="2111247" y="520234"/>
                  </a:lnTo>
                  <a:lnTo>
                    <a:pt x="2111248" y="520243"/>
                  </a:lnTo>
                  <a:lnTo>
                    <a:pt x="2111248" y="520248"/>
                  </a:lnTo>
                  <a:lnTo>
                    <a:pt x="2111247" y="520255"/>
                  </a:lnTo>
                  <a:lnTo>
                    <a:pt x="2111244" y="520264"/>
                  </a:lnTo>
                  <a:lnTo>
                    <a:pt x="2111242" y="520271"/>
                  </a:lnTo>
                  <a:lnTo>
                    <a:pt x="2111241" y="520280"/>
                  </a:lnTo>
                  <a:lnTo>
                    <a:pt x="2111241" y="520288"/>
                  </a:lnTo>
                  <a:lnTo>
                    <a:pt x="2111241" y="520302"/>
                  </a:lnTo>
                  <a:lnTo>
                    <a:pt x="2111241" y="520325"/>
                  </a:lnTo>
                  <a:lnTo>
                    <a:pt x="2111243" y="520352"/>
                  </a:lnTo>
                  <a:lnTo>
                    <a:pt x="2111247" y="520388"/>
                  </a:lnTo>
                  <a:lnTo>
                    <a:pt x="2111250" y="520399"/>
                  </a:lnTo>
                  <a:lnTo>
                    <a:pt x="2111252" y="520407"/>
                  </a:lnTo>
                  <a:lnTo>
                    <a:pt x="2111257" y="520420"/>
                  </a:lnTo>
                  <a:lnTo>
                    <a:pt x="2111262" y="520429"/>
                  </a:lnTo>
                  <a:lnTo>
                    <a:pt x="2111269" y="520437"/>
                  </a:lnTo>
                  <a:lnTo>
                    <a:pt x="2111281" y="520449"/>
                  </a:lnTo>
                  <a:lnTo>
                    <a:pt x="2111291" y="520457"/>
                  </a:lnTo>
                  <a:lnTo>
                    <a:pt x="2111304" y="520466"/>
                  </a:lnTo>
                  <a:lnTo>
                    <a:pt x="2111320" y="520475"/>
                  </a:lnTo>
                  <a:lnTo>
                    <a:pt x="2111334" y="520482"/>
                  </a:lnTo>
                  <a:lnTo>
                    <a:pt x="2111344" y="520485"/>
                  </a:lnTo>
                  <a:lnTo>
                    <a:pt x="2111354" y="520487"/>
                  </a:lnTo>
                  <a:lnTo>
                    <a:pt x="2111363" y="520488"/>
                  </a:lnTo>
                  <a:lnTo>
                    <a:pt x="2111766" y="520536"/>
                  </a:lnTo>
                  <a:lnTo>
                    <a:pt x="2111778" y="520537"/>
                  </a:lnTo>
                  <a:lnTo>
                    <a:pt x="2111851" y="520514"/>
                  </a:lnTo>
                  <a:lnTo>
                    <a:pt x="2111855" y="520507"/>
                  </a:lnTo>
                  <a:lnTo>
                    <a:pt x="2111858" y="520501"/>
                  </a:lnTo>
                  <a:lnTo>
                    <a:pt x="2111860" y="520492"/>
                  </a:lnTo>
                  <a:lnTo>
                    <a:pt x="2111941" y="520427"/>
                  </a:lnTo>
                  <a:lnTo>
                    <a:pt x="2112129" y="520435"/>
                  </a:lnTo>
                  <a:lnTo>
                    <a:pt x="2112211" y="520463"/>
                  </a:lnTo>
                  <a:lnTo>
                    <a:pt x="2112252" y="520522"/>
                  </a:lnTo>
                  <a:lnTo>
                    <a:pt x="2112248" y="520576"/>
                  </a:lnTo>
                  <a:lnTo>
                    <a:pt x="2112254" y="520615"/>
                  </a:lnTo>
                  <a:lnTo>
                    <a:pt x="2112259" y="520634"/>
                  </a:lnTo>
                  <a:lnTo>
                    <a:pt x="2112267" y="520665"/>
                  </a:lnTo>
                  <a:lnTo>
                    <a:pt x="2112281" y="520679"/>
                  </a:lnTo>
                  <a:lnTo>
                    <a:pt x="2112350" y="520743"/>
                  </a:lnTo>
                  <a:lnTo>
                    <a:pt x="2112359" y="520747"/>
                  </a:lnTo>
                  <a:lnTo>
                    <a:pt x="2112607" y="520823"/>
                  </a:lnTo>
                  <a:lnTo>
                    <a:pt x="2112646" y="520832"/>
                  </a:lnTo>
                  <a:lnTo>
                    <a:pt x="2112694" y="520816"/>
                  </a:lnTo>
                  <a:lnTo>
                    <a:pt x="2112735" y="520802"/>
                  </a:lnTo>
                  <a:lnTo>
                    <a:pt x="2112746" y="520799"/>
                  </a:lnTo>
                  <a:lnTo>
                    <a:pt x="2112759" y="520799"/>
                  </a:lnTo>
                  <a:lnTo>
                    <a:pt x="2112771" y="520803"/>
                  </a:lnTo>
                  <a:lnTo>
                    <a:pt x="2112782" y="520809"/>
                  </a:lnTo>
                  <a:lnTo>
                    <a:pt x="2112790" y="520816"/>
                  </a:lnTo>
                  <a:lnTo>
                    <a:pt x="2112943" y="520908"/>
                  </a:lnTo>
                  <a:lnTo>
                    <a:pt x="2113174" y="521087"/>
                  </a:lnTo>
                  <a:lnTo>
                    <a:pt x="2113181" y="521094"/>
                  </a:lnTo>
                  <a:lnTo>
                    <a:pt x="2113183" y="521099"/>
                  </a:lnTo>
                  <a:lnTo>
                    <a:pt x="2113186" y="521107"/>
                  </a:lnTo>
                  <a:lnTo>
                    <a:pt x="2113187" y="521115"/>
                  </a:lnTo>
                  <a:lnTo>
                    <a:pt x="2113188" y="521123"/>
                  </a:lnTo>
                  <a:lnTo>
                    <a:pt x="2113188" y="521130"/>
                  </a:lnTo>
                  <a:lnTo>
                    <a:pt x="2113185" y="521139"/>
                  </a:lnTo>
                  <a:lnTo>
                    <a:pt x="2113181" y="521150"/>
                  </a:lnTo>
                  <a:lnTo>
                    <a:pt x="2113165" y="521173"/>
                  </a:lnTo>
                  <a:lnTo>
                    <a:pt x="2113154" y="521183"/>
                  </a:lnTo>
                  <a:lnTo>
                    <a:pt x="2113144" y="521193"/>
                  </a:lnTo>
                  <a:lnTo>
                    <a:pt x="2113132" y="521203"/>
                  </a:lnTo>
                  <a:lnTo>
                    <a:pt x="2113122" y="521211"/>
                  </a:lnTo>
                  <a:lnTo>
                    <a:pt x="2113114" y="521219"/>
                  </a:lnTo>
                  <a:lnTo>
                    <a:pt x="2113106" y="521230"/>
                  </a:lnTo>
                  <a:lnTo>
                    <a:pt x="2113102" y="521236"/>
                  </a:lnTo>
                  <a:lnTo>
                    <a:pt x="2113062" y="521305"/>
                  </a:lnTo>
                  <a:lnTo>
                    <a:pt x="2113059" y="521312"/>
                  </a:lnTo>
                  <a:lnTo>
                    <a:pt x="2113056" y="521324"/>
                  </a:lnTo>
                  <a:lnTo>
                    <a:pt x="2113053" y="521358"/>
                  </a:lnTo>
                  <a:lnTo>
                    <a:pt x="2113053" y="521371"/>
                  </a:lnTo>
                  <a:lnTo>
                    <a:pt x="2113053" y="521380"/>
                  </a:lnTo>
                  <a:lnTo>
                    <a:pt x="2113056" y="521390"/>
                  </a:lnTo>
                  <a:lnTo>
                    <a:pt x="2113059" y="521401"/>
                  </a:lnTo>
                  <a:lnTo>
                    <a:pt x="2113064" y="521411"/>
                  </a:lnTo>
                  <a:lnTo>
                    <a:pt x="2113071" y="521421"/>
                  </a:lnTo>
                  <a:lnTo>
                    <a:pt x="2113173" y="521535"/>
                  </a:lnTo>
                  <a:lnTo>
                    <a:pt x="2113188" y="521547"/>
                  </a:lnTo>
                  <a:lnTo>
                    <a:pt x="2113208" y="521559"/>
                  </a:lnTo>
                  <a:lnTo>
                    <a:pt x="2113280" y="521702"/>
                  </a:lnTo>
                  <a:lnTo>
                    <a:pt x="2113326" y="521825"/>
                  </a:lnTo>
                  <a:lnTo>
                    <a:pt x="2113325" y="521839"/>
                  </a:lnTo>
                  <a:lnTo>
                    <a:pt x="2113335" y="521950"/>
                  </a:lnTo>
                  <a:lnTo>
                    <a:pt x="2113338" y="521965"/>
                  </a:lnTo>
                  <a:lnTo>
                    <a:pt x="2113344" y="521980"/>
                  </a:lnTo>
                  <a:lnTo>
                    <a:pt x="2113354" y="521990"/>
                  </a:lnTo>
                  <a:lnTo>
                    <a:pt x="2113363" y="521995"/>
                  </a:lnTo>
                  <a:lnTo>
                    <a:pt x="2113374" y="521999"/>
                  </a:lnTo>
                  <a:lnTo>
                    <a:pt x="2113392" y="522000"/>
                  </a:lnTo>
                  <a:lnTo>
                    <a:pt x="2113406" y="522000"/>
                  </a:lnTo>
                  <a:lnTo>
                    <a:pt x="2113418" y="521997"/>
                  </a:lnTo>
                  <a:lnTo>
                    <a:pt x="2113429" y="521993"/>
                  </a:lnTo>
                  <a:lnTo>
                    <a:pt x="2113440" y="521991"/>
                  </a:lnTo>
                  <a:lnTo>
                    <a:pt x="2113485" y="521989"/>
                  </a:lnTo>
                  <a:lnTo>
                    <a:pt x="2113503" y="521989"/>
                  </a:lnTo>
                  <a:lnTo>
                    <a:pt x="2113522" y="521992"/>
                  </a:lnTo>
                  <a:lnTo>
                    <a:pt x="2113580" y="522012"/>
                  </a:lnTo>
                  <a:lnTo>
                    <a:pt x="2113591" y="522021"/>
                  </a:lnTo>
                  <a:lnTo>
                    <a:pt x="2113602" y="522032"/>
                  </a:lnTo>
                  <a:lnTo>
                    <a:pt x="2113612" y="522044"/>
                  </a:lnTo>
                  <a:lnTo>
                    <a:pt x="2113619" y="522056"/>
                  </a:lnTo>
                  <a:lnTo>
                    <a:pt x="2113747" y="522264"/>
                  </a:lnTo>
                  <a:lnTo>
                    <a:pt x="2113896" y="522547"/>
                  </a:lnTo>
                  <a:lnTo>
                    <a:pt x="2113907" y="522566"/>
                  </a:lnTo>
                  <a:lnTo>
                    <a:pt x="2113936" y="522703"/>
                  </a:lnTo>
                  <a:lnTo>
                    <a:pt x="2113937" y="522713"/>
                  </a:lnTo>
                  <a:lnTo>
                    <a:pt x="2113934" y="522718"/>
                  </a:lnTo>
                  <a:lnTo>
                    <a:pt x="2113967" y="522806"/>
                  </a:lnTo>
                  <a:lnTo>
                    <a:pt x="2114043" y="522851"/>
                  </a:lnTo>
                  <a:lnTo>
                    <a:pt x="2114211" y="522781"/>
                  </a:lnTo>
                  <a:lnTo>
                    <a:pt x="2114372" y="522753"/>
                  </a:lnTo>
                  <a:lnTo>
                    <a:pt x="2114382" y="522746"/>
                  </a:lnTo>
                  <a:lnTo>
                    <a:pt x="2114438" y="522693"/>
                  </a:lnTo>
                  <a:lnTo>
                    <a:pt x="2114443" y="522693"/>
                  </a:lnTo>
                  <a:lnTo>
                    <a:pt x="2114455" y="522701"/>
                  </a:lnTo>
                  <a:lnTo>
                    <a:pt x="2114469" y="522714"/>
                  </a:lnTo>
                  <a:lnTo>
                    <a:pt x="2114482" y="522730"/>
                  </a:lnTo>
                  <a:lnTo>
                    <a:pt x="2114489" y="522742"/>
                  </a:lnTo>
                  <a:lnTo>
                    <a:pt x="2114493" y="522754"/>
                  </a:lnTo>
                  <a:lnTo>
                    <a:pt x="2114494" y="522765"/>
                  </a:lnTo>
                  <a:lnTo>
                    <a:pt x="2114562" y="523146"/>
                  </a:lnTo>
                  <a:lnTo>
                    <a:pt x="2114568" y="523156"/>
                  </a:lnTo>
                  <a:lnTo>
                    <a:pt x="2114574" y="523169"/>
                  </a:lnTo>
                  <a:lnTo>
                    <a:pt x="2114578" y="523184"/>
                  </a:lnTo>
                  <a:lnTo>
                    <a:pt x="2114579" y="523193"/>
                  </a:lnTo>
                  <a:lnTo>
                    <a:pt x="2114568" y="523244"/>
                  </a:lnTo>
                  <a:lnTo>
                    <a:pt x="2114563" y="523256"/>
                  </a:lnTo>
                  <a:lnTo>
                    <a:pt x="2114554" y="523269"/>
                  </a:lnTo>
                  <a:lnTo>
                    <a:pt x="2114545" y="523283"/>
                  </a:lnTo>
                  <a:lnTo>
                    <a:pt x="2114534" y="523291"/>
                  </a:lnTo>
                  <a:lnTo>
                    <a:pt x="2114517" y="523301"/>
                  </a:lnTo>
                  <a:lnTo>
                    <a:pt x="2114483" y="523316"/>
                  </a:lnTo>
                  <a:lnTo>
                    <a:pt x="2114463" y="523320"/>
                  </a:lnTo>
                  <a:lnTo>
                    <a:pt x="2114447" y="523322"/>
                  </a:lnTo>
                  <a:lnTo>
                    <a:pt x="2114440" y="523317"/>
                  </a:lnTo>
                  <a:lnTo>
                    <a:pt x="2114429" y="523308"/>
                  </a:lnTo>
                  <a:lnTo>
                    <a:pt x="2114394" y="523265"/>
                  </a:lnTo>
                  <a:lnTo>
                    <a:pt x="2114372" y="523235"/>
                  </a:lnTo>
                  <a:lnTo>
                    <a:pt x="2114361" y="523218"/>
                  </a:lnTo>
                  <a:lnTo>
                    <a:pt x="2114348" y="523206"/>
                  </a:lnTo>
                  <a:lnTo>
                    <a:pt x="2114340" y="523200"/>
                  </a:lnTo>
                  <a:lnTo>
                    <a:pt x="2114330" y="523197"/>
                  </a:lnTo>
                  <a:lnTo>
                    <a:pt x="2114317" y="523196"/>
                  </a:lnTo>
                  <a:lnTo>
                    <a:pt x="2114303" y="523198"/>
                  </a:lnTo>
                  <a:lnTo>
                    <a:pt x="2114282" y="523205"/>
                  </a:lnTo>
                  <a:lnTo>
                    <a:pt x="2114269" y="523210"/>
                  </a:lnTo>
                  <a:lnTo>
                    <a:pt x="2114227" y="523235"/>
                  </a:lnTo>
                  <a:lnTo>
                    <a:pt x="2114207" y="523253"/>
                  </a:lnTo>
                  <a:lnTo>
                    <a:pt x="2114188" y="523274"/>
                  </a:lnTo>
                  <a:lnTo>
                    <a:pt x="2114104" y="523379"/>
                  </a:lnTo>
                  <a:lnTo>
                    <a:pt x="2114092" y="523396"/>
                  </a:lnTo>
                  <a:lnTo>
                    <a:pt x="2114081" y="523414"/>
                  </a:lnTo>
                  <a:lnTo>
                    <a:pt x="2114070" y="523437"/>
                  </a:lnTo>
                  <a:lnTo>
                    <a:pt x="2114068" y="523460"/>
                  </a:lnTo>
                  <a:lnTo>
                    <a:pt x="2114069" y="523478"/>
                  </a:lnTo>
                  <a:lnTo>
                    <a:pt x="2114073" y="523494"/>
                  </a:lnTo>
                  <a:lnTo>
                    <a:pt x="2114081" y="523512"/>
                  </a:lnTo>
                  <a:lnTo>
                    <a:pt x="2114092" y="523530"/>
                  </a:lnTo>
                  <a:lnTo>
                    <a:pt x="2114106" y="523547"/>
                  </a:lnTo>
                  <a:lnTo>
                    <a:pt x="2114126" y="523563"/>
                  </a:lnTo>
                  <a:lnTo>
                    <a:pt x="2114147" y="523575"/>
                  </a:lnTo>
                  <a:lnTo>
                    <a:pt x="2114260" y="523686"/>
                  </a:lnTo>
                  <a:lnTo>
                    <a:pt x="2114336" y="523752"/>
                  </a:lnTo>
                  <a:lnTo>
                    <a:pt x="2114336" y="523757"/>
                  </a:lnTo>
                  <a:lnTo>
                    <a:pt x="2114357" y="523813"/>
                  </a:lnTo>
                  <a:lnTo>
                    <a:pt x="2114365" y="523828"/>
                  </a:lnTo>
                  <a:lnTo>
                    <a:pt x="2114373" y="523840"/>
                  </a:lnTo>
                  <a:lnTo>
                    <a:pt x="2114397" y="523870"/>
                  </a:lnTo>
                  <a:lnTo>
                    <a:pt x="2114409" y="523884"/>
                  </a:lnTo>
                  <a:lnTo>
                    <a:pt x="2114422" y="523895"/>
                  </a:lnTo>
                  <a:lnTo>
                    <a:pt x="2114442" y="523905"/>
                  </a:lnTo>
                  <a:lnTo>
                    <a:pt x="2114517" y="523931"/>
                  </a:lnTo>
                  <a:lnTo>
                    <a:pt x="2114567" y="523940"/>
                  </a:lnTo>
                  <a:lnTo>
                    <a:pt x="2114577" y="523942"/>
                  </a:lnTo>
                  <a:lnTo>
                    <a:pt x="2114585" y="523940"/>
                  </a:lnTo>
                  <a:lnTo>
                    <a:pt x="2114596" y="523932"/>
                  </a:lnTo>
                  <a:lnTo>
                    <a:pt x="2114712" y="523852"/>
                  </a:lnTo>
                  <a:lnTo>
                    <a:pt x="2114924" y="523860"/>
                  </a:lnTo>
                  <a:lnTo>
                    <a:pt x="2114940" y="523863"/>
                  </a:lnTo>
                  <a:lnTo>
                    <a:pt x="2114951" y="523868"/>
                  </a:lnTo>
                  <a:lnTo>
                    <a:pt x="2114968" y="523877"/>
                  </a:lnTo>
                  <a:lnTo>
                    <a:pt x="2114977" y="523886"/>
                  </a:lnTo>
                  <a:lnTo>
                    <a:pt x="2114980" y="523893"/>
                  </a:lnTo>
                  <a:lnTo>
                    <a:pt x="2114999" y="523971"/>
                  </a:lnTo>
                  <a:lnTo>
                    <a:pt x="2114997" y="523979"/>
                  </a:lnTo>
                  <a:lnTo>
                    <a:pt x="2114983" y="523998"/>
                  </a:lnTo>
                  <a:lnTo>
                    <a:pt x="2114974" y="524007"/>
                  </a:lnTo>
                  <a:lnTo>
                    <a:pt x="2114892" y="524070"/>
                  </a:lnTo>
                  <a:lnTo>
                    <a:pt x="2114805" y="524136"/>
                  </a:lnTo>
                  <a:lnTo>
                    <a:pt x="2114787" y="524147"/>
                  </a:lnTo>
                  <a:lnTo>
                    <a:pt x="2114759" y="524169"/>
                  </a:lnTo>
                  <a:lnTo>
                    <a:pt x="2114749" y="524177"/>
                  </a:lnTo>
                  <a:lnTo>
                    <a:pt x="2114746" y="524187"/>
                  </a:lnTo>
                  <a:lnTo>
                    <a:pt x="2114744" y="524199"/>
                  </a:lnTo>
                  <a:lnTo>
                    <a:pt x="2114745" y="524212"/>
                  </a:lnTo>
                  <a:lnTo>
                    <a:pt x="2114748" y="524226"/>
                  </a:lnTo>
                  <a:lnTo>
                    <a:pt x="2114756" y="524239"/>
                  </a:lnTo>
                  <a:lnTo>
                    <a:pt x="2114769" y="524255"/>
                  </a:lnTo>
                  <a:lnTo>
                    <a:pt x="2114800" y="524287"/>
                  </a:lnTo>
                  <a:lnTo>
                    <a:pt x="2114814" y="524301"/>
                  </a:lnTo>
                  <a:lnTo>
                    <a:pt x="2114838" y="524318"/>
                  </a:lnTo>
                  <a:lnTo>
                    <a:pt x="2114862" y="524334"/>
                  </a:lnTo>
                  <a:lnTo>
                    <a:pt x="2114883" y="524345"/>
                  </a:lnTo>
                  <a:lnTo>
                    <a:pt x="2114933" y="524382"/>
                  </a:lnTo>
                  <a:lnTo>
                    <a:pt x="2114950" y="524395"/>
                  </a:lnTo>
                  <a:lnTo>
                    <a:pt x="2114968" y="524415"/>
                  </a:lnTo>
                  <a:lnTo>
                    <a:pt x="2114987" y="524437"/>
                  </a:lnTo>
                  <a:lnTo>
                    <a:pt x="2115013" y="524477"/>
                  </a:lnTo>
                  <a:lnTo>
                    <a:pt x="2115028" y="524499"/>
                  </a:lnTo>
                  <a:lnTo>
                    <a:pt x="2115045" y="524529"/>
                  </a:lnTo>
                  <a:lnTo>
                    <a:pt x="2115047" y="524535"/>
                  </a:lnTo>
                  <a:lnTo>
                    <a:pt x="2114994" y="524844"/>
                  </a:lnTo>
                  <a:lnTo>
                    <a:pt x="2114991" y="524865"/>
                  </a:lnTo>
                  <a:lnTo>
                    <a:pt x="2115028" y="525129"/>
                  </a:lnTo>
                  <a:lnTo>
                    <a:pt x="2115036" y="525147"/>
                  </a:lnTo>
                  <a:lnTo>
                    <a:pt x="2115038" y="525164"/>
                  </a:lnTo>
                  <a:lnTo>
                    <a:pt x="2115037" y="525178"/>
                  </a:lnTo>
                  <a:lnTo>
                    <a:pt x="2115027" y="525202"/>
                  </a:lnTo>
                  <a:lnTo>
                    <a:pt x="2115011" y="525215"/>
                  </a:lnTo>
                  <a:lnTo>
                    <a:pt x="2114990" y="525229"/>
                  </a:lnTo>
                  <a:lnTo>
                    <a:pt x="2114899" y="525274"/>
                  </a:lnTo>
                  <a:lnTo>
                    <a:pt x="2114888" y="525278"/>
                  </a:lnTo>
                  <a:lnTo>
                    <a:pt x="2114875" y="525281"/>
                  </a:lnTo>
                  <a:lnTo>
                    <a:pt x="2114839" y="525280"/>
                  </a:lnTo>
                  <a:lnTo>
                    <a:pt x="2114816" y="525274"/>
                  </a:lnTo>
                  <a:lnTo>
                    <a:pt x="2114794" y="525274"/>
                  </a:lnTo>
                  <a:lnTo>
                    <a:pt x="2114775" y="525274"/>
                  </a:lnTo>
                  <a:lnTo>
                    <a:pt x="2114760" y="525275"/>
                  </a:lnTo>
                  <a:lnTo>
                    <a:pt x="2114742" y="525279"/>
                  </a:lnTo>
                  <a:lnTo>
                    <a:pt x="2114722" y="525286"/>
                  </a:lnTo>
                  <a:lnTo>
                    <a:pt x="2114699" y="525298"/>
                  </a:lnTo>
                  <a:lnTo>
                    <a:pt x="2114677" y="525311"/>
                  </a:lnTo>
                  <a:lnTo>
                    <a:pt x="2114633" y="525336"/>
                  </a:lnTo>
                  <a:lnTo>
                    <a:pt x="2114620" y="525346"/>
                  </a:lnTo>
                  <a:lnTo>
                    <a:pt x="2114609" y="525357"/>
                  </a:lnTo>
                  <a:lnTo>
                    <a:pt x="2114595" y="525372"/>
                  </a:lnTo>
                  <a:lnTo>
                    <a:pt x="2114586" y="525388"/>
                  </a:lnTo>
                  <a:lnTo>
                    <a:pt x="2114440" y="525531"/>
                  </a:lnTo>
                  <a:lnTo>
                    <a:pt x="2114315" y="525624"/>
                  </a:lnTo>
                  <a:lnTo>
                    <a:pt x="2114192" y="525685"/>
                  </a:lnTo>
                  <a:lnTo>
                    <a:pt x="2114184" y="525690"/>
                  </a:lnTo>
                  <a:lnTo>
                    <a:pt x="2114173" y="525698"/>
                  </a:lnTo>
                  <a:lnTo>
                    <a:pt x="2114163" y="525708"/>
                  </a:lnTo>
                  <a:lnTo>
                    <a:pt x="2114156" y="525716"/>
                  </a:lnTo>
                  <a:lnTo>
                    <a:pt x="2114148" y="525729"/>
                  </a:lnTo>
                  <a:lnTo>
                    <a:pt x="2114144" y="525740"/>
                  </a:lnTo>
                  <a:lnTo>
                    <a:pt x="2114031" y="526072"/>
                  </a:lnTo>
                  <a:lnTo>
                    <a:pt x="2114030" y="526085"/>
                  </a:lnTo>
                  <a:lnTo>
                    <a:pt x="2114033" y="526341"/>
                  </a:lnTo>
                  <a:lnTo>
                    <a:pt x="2114034" y="526354"/>
                  </a:lnTo>
                  <a:lnTo>
                    <a:pt x="2114038" y="526376"/>
                  </a:lnTo>
                  <a:lnTo>
                    <a:pt x="2114043" y="526388"/>
                  </a:lnTo>
                  <a:lnTo>
                    <a:pt x="2114050" y="526398"/>
                  </a:lnTo>
                  <a:lnTo>
                    <a:pt x="2114058" y="526409"/>
                  </a:lnTo>
                  <a:lnTo>
                    <a:pt x="2114070" y="526416"/>
                  </a:lnTo>
                  <a:lnTo>
                    <a:pt x="2114086" y="526425"/>
                  </a:lnTo>
                  <a:lnTo>
                    <a:pt x="2114103" y="526430"/>
                  </a:lnTo>
                  <a:lnTo>
                    <a:pt x="2114123" y="526430"/>
                  </a:lnTo>
                  <a:lnTo>
                    <a:pt x="2114142" y="526427"/>
                  </a:lnTo>
                  <a:lnTo>
                    <a:pt x="2114157" y="526421"/>
                  </a:lnTo>
                  <a:lnTo>
                    <a:pt x="2114186" y="526403"/>
                  </a:lnTo>
                  <a:lnTo>
                    <a:pt x="2114229" y="526378"/>
                  </a:lnTo>
                  <a:lnTo>
                    <a:pt x="2114237" y="526379"/>
                  </a:lnTo>
                  <a:lnTo>
                    <a:pt x="2114278" y="526414"/>
                  </a:lnTo>
                  <a:lnTo>
                    <a:pt x="2114289" y="526425"/>
                  </a:lnTo>
                  <a:lnTo>
                    <a:pt x="2114297" y="526436"/>
                  </a:lnTo>
                  <a:lnTo>
                    <a:pt x="2114413" y="526594"/>
                  </a:lnTo>
                  <a:lnTo>
                    <a:pt x="2114423" y="526610"/>
                  </a:lnTo>
                  <a:lnTo>
                    <a:pt x="2114431" y="526624"/>
                  </a:lnTo>
                  <a:lnTo>
                    <a:pt x="2114437" y="526635"/>
                  </a:lnTo>
                  <a:lnTo>
                    <a:pt x="2114442" y="526644"/>
                  </a:lnTo>
                  <a:lnTo>
                    <a:pt x="2114443" y="526658"/>
                  </a:lnTo>
                  <a:lnTo>
                    <a:pt x="2114443" y="526671"/>
                  </a:lnTo>
                  <a:lnTo>
                    <a:pt x="2114440" y="526685"/>
                  </a:lnTo>
                  <a:lnTo>
                    <a:pt x="2114432" y="526697"/>
                  </a:lnTo>
                  <a:lnTo>
                    <a:pt x="2114422" y="526710"/>
                  </a:lnTo>
                  <a:lnTo>
                    <a:pt x="2114351" y="526777"/>
                  </a:lnTo>
                  <a:lnTo>
                    <a:pt x="2114338" y="526787"/>
                  </a:lnTo>
                  <a:lnTo>
                    <a:pt x="2114317" y="526799"/>
                  </a:lnTo>
                  <a:lnTo>
                    <a:pt x="2114279" y="526823"/>
                  </a:lnTo>
                  <a:lnTo>
                    <a:pt x="2114259" y="526832"/>
                  </a:lnTo>
                  <a:lnTo>
                    <a:pt x="2114126" y="526896"/>
                  </a:lnTo>
                  <a:lnTo>
                    <a:pt x="2114112" y="526901"/>
                  </a:lnTo>
                  <a:lnTo>
                    <a:pt x="2114094" y="526905"/>
                  </a:lnTo>
                  <a:lnTo>
                    <a:pt x="2114071" y="526905"/>
                  </a:lnTo>
                  <a:lnTo>
                    <a:pt x="2114048" y="526902"/>
                  </a:lnTo>
                  <a:lnTo>
                    <a:pt x="2114034" y="526899"/>
                  </a:lnTo>
                  <a:lnTo>
                    <a:pt x="2114023" y="526895"/>
                  </a:lnTo>
                  <a:lnTo>
                    <a:pt x="2114012" y="526886"/>
                  </a:lnTo>
                  <a:lnTo>
                    <a:pt x="2114003" y="526877"/>
                  </a:lnTo>
                  <a:lnTo>
                    <a:pt x="2113985" y="526867"/>
                  </a:lnTo>
                  <a:lnTo>
                    <a:pt x="2113950" y="526849"/>
                  </a:lnTo>
                  <a:lnTo>
                    <a:pt x="2113939" y="526844"/>
                  </a:lnTo>
                  <a:lnTo>
                    <a:pt x="2113911" y="526832"/>
                  </a:lnTo>
                  <a:lnTo>
                    <a:pt x="2113892" y="526825"/>
                  </a:lnTo>
                  <a:lnTo>
                    <a:pt x="2113878" y="526821"/>
                  </a:lnTo>
                  <a:lnTo>
                    <a:pt x="2113866" y="526822"/>
                  </a:lnTo>
                  <a:lnTo>
                    <a:pt x="2113857" y="526824"/>
                  </a:lnTo>
                  <a:lnTo>
                    <a:pt x="2113845" y="526831"/>
                  </a:lnTo>
                  <a:lnTo>
                    <a:pt x="2113838" y="526836"/>
                  </a:lnTo>
                  <a:lnTo>
                    <a:pt x="2113784" y="526883"/>
                  </a:lnTo>
                  <a:lnTo>
                    <a:pt x="2113681" y="526993"/>
                  </a:lnTo>
                  <a:lnTo>
                    <a:pt x="2113665" y="527019"/>
                  </a:lnTo>
                  <a:lnTo>
                    <a:pt x="2113661" y="527029"/>
                  </a:lnTo>
                  <a:lnTo>
                    <a:pt x="2113659" y="527041"/>
                  </a:lnTo>
                  <a:lnTo>
                    <a:pt x="2113659" y="527053"/>
                  </a:lnTo>
                  <a:lnTo>
                    <a:pt x="2113659" y="527061"/>
                  </a:lnTo>
                  <a:lnTo>
                    <a:pt x="2113661" y="527075"/>
                  </a:lnTo>
                  <a:lnTo>
                    <a:pt x="2113668" y="527091"/>
                  </a:lnTo>
                  <a:lnTo>
                    <a:pt x="2113681" y="527119"/>
                  </a:lnTo>
                  <a:lnTo>
                    <a:pt x="2113688" y="527132"/>
                  </a:lnTo>
                  <a:lnTo>
                    <a:pt x="2113715" y="527179"/>
                  </a:lnTo>
                  <a:lnTo>
                    <a:pt x="2113740" y="527222"/>
                  </a:lnTo>
                  <a:lnTo>
                    <a:pt x="2113745" y="527234"/>
                  </a:lnTo>
                  <a:lnTo>
                    <a:pt x="2113746" y="527247"/>
                  </a:lnTo>
                  <a:lnTo>
                    <a:pt x="2113747" y="527267"/>
                  </a:lnTo>
                  <a:lnTo>
                    <a:pt x="2113745" y="527297"/>
                  </a:lnTo>
                  <a:lnTo>
                    <a:pt x="2113744" y="527311"/>
                  </a:lnTo>
                  <a:lnTo>
                    <a:pt x="2113741" y="527321"/>
                  </a:lnTo>
                  <a:lnTo>
                    <a:pt x="2113736" y="527331"/>
                  </a:lnTo>
                  <a:lnTo>
                    <a:pt x="2113730" y="527341"/>
                  </a:lnTo>
                  <a:lnTo>
                    <a:pt x="2113721" y="527351"/>
                  </a:lnTo>
                  <a:lnTo>
                    <a:pt x="2113714" y="527360"/>
                  </a:lnTo>
                  <a:lnTo>
                    <a:pt x="2113687" y="527375"/>
                  </a:lnTo>
                  <a:lnTo>
                    <a:pt x="2113671" y="527385"/>
                  </a:lnTo>
                  <a:lnTo>
                    <a:pt x="2113306" y="527627"/>
                  </a:lnTo>
                  <a:lnTo>
                    <a:pt x="2113158" y="527752"/>
                  </a:lnTo>
                  <a:lnTo>
                    <a:pt x="2113123" y="527773"/>
                  </a:lnTo>
                  <a:lnTo>
                    <a:pt x="2113008" y="527923"/>
                  </a:lnTo>
                  <a:lnTo>
                    <a:pt x="2112964" y="527975"/>
                  </a:lnTo>
                  <a:lnTo>
                    <a:pt x="2112952" y="527992"/>
                  </a:lnTo>
                  <a:lnTo>
                    <a:pt x="2112938" y="528029"/>
                  </a:lnTo>
                  <a:lnTo>
                    <a:pt x="2112933" y="528046"/>
                  </a:lnTo>
                  <a:lnTo>
                    <a:pt x="2112931" y="528059"/>
                  </a:lnTo>
                  <a:lnTo>
                    <a:pt x="2112928" y="528071"/>
                  </a:lnTo>
                  <a:lnTo>
                    <a:pt x="2112918" y="528095"/>
                  </a:lnTo>
                  <a:lnTo>
                    <a:pt x="2112913" y="528105"/>
                  </a:lnTo>
                  <a:lnTo>
                    <a:pt x="2112871" y="528158"/>
                  </a:lnTo>
                  <a:lnTo>
                    <a:pt x="2112857" y="528169"/>
                  </a:lnTo>
                  <a:lnTo>
                    <a:pt x="2112844" y="528177"/>
                  </a:lnTo>
                  <a:lnTo>
                    <a:pt x="2112823" y="528179"/>
                  </a:lnTo>
                  <a:lnTo>
                    <a:pt x="2112769" y="528184"/>
                  </a:lnTo>
                  <a:lnTo>
                    <a:pt x="2112743" y="528186"/>
                  </a:lnTo>
                  <a:lnTo>
                    <a:pt x="2112687" y="528185"/>
                  </a:lnTo>
                  <a:lnTo>
                    <a:pt x="2112664" y="528183"/>
                  </a:lnTo>
                  <a:lnTo>
                    <a:pt x="2112500" y="528235"/>
                  </a:lnTo>
                  <a:lnTo>
                    <a:pt x="2112486" y="528258"/>
                  </a:lnTo>
                  <a:lnTo>
                    <a:pt x="2112456" y="528306"/>
                  </a:lnTo>
                  <a:lnTo>
                    <a:pt x="2112452" y="528312"/>
                  </a:lnTo>
                  <a:lnTo>
                    <a:pt x="2112446" y="528319"/>
                  </a:lnTo>
                  <a:lnTo>
                    <a:pt x="2112410" y="528336"/>
                  </a:lnTo>
                  <a:lnTo>
                    <a:pt x="2112394" y="528340"/>
                  </a:lnTo>
                  <a:lnTo>
                    <a:pt x="2112304" y="528364"/>
                  </a:lnTo>
                  <a:lnTo>
                    <a:pt x="2112233" y="528383"/>
                  </a:lnTo>
                  <a:lnTo>
                    <a:pt x="2112204" y="528388"/>
                  </a:lnTo>
                  <a:lnTo>
                    <a:pt x="2112167" y="528391"/>
                  </a:lnTo>
                  <a:lnTo>
                    <a:pt x="2112129" y="528397"/>
                  </a:lnTo>
                  <a:lnTo>
                    <a:pt x="2112111" y="528400"/>
                  </a:lnTo>
                  <a:lnTo>
                    <a:pt x="2112099" y="528403"/>
                  </a:lnTo>
                  <a:lnTo>
                    <a:pt x="2112076" y="528412"/>
                  </a:lnTo>
                  <a:lnTo>
                    <a:pt x="2112065" y="528420"/>
                  </a:lnTo>
                  <a:lnTo>
                    <a:pt x="2111908" y="528701"/>
                  </a:lnTo>
                  <a:lnTo>
                    <a:pt x="2112042" y="528816"/>
                  </a:lnTo>
                  <a:lnTo>
                    <a:pt x="2112085" y="528828"/>
                  </a:lnTo>
                  <a:lnTo>
                    <a:pt x="2112141" y="528850"/>
                  </a:lnTo>
                  <a:lnTo>
                    <a:pt x="2112151" y="528855"/>
                  </a:lnTo>
                  <a:lnTo>
                    <a:pt x="2112202" y="528878"/>
                  </a:lnTo>
                  <a:lnTo>
                    <a:pt x="2112210" y="528886"/>
                  </a:lnTo>
                  <a:lnTo>
                    <a:pt x="2112215" y="528901"/>
                  </a:lnTo>
                  <a:lnTo>
                    <a:pt x="2112219" y="528927"/>
                  </a:lnTo>
                  <a:lnTo>
                    <a:pt x="2112226" y="528983"/>
                  </a:lnTo>
                  <a:lnTo>
                    <a:pt x="2112228" y="529009"/>
                  </a:lnTo>
                  <a:lnTo>
                    <a:pt x="2112219" y="529053"/>
                  </a:lnTo>
                  <a:lnTo>
                    <a:pt x="2112208" y="529069"/>
                  </a:lnTo>
                  <a:lnTo>
                    <a:pt x="2112198" y="529088"/>
                  </a:lnTo>
                  <a:lnTo>
                    <a:pt x="2112193" y="529102"/>
                  </a:lnTo>
                  <a:lnTo>
                    <a:pt x="2112188" y="529168"/>
                  </a:lnTo>
                  <a:lnTo>
                    <a:pt x="2112188" y="529204"/>
                  </a:lnTo>
                  <a:lnTo>
                    <a:pt x="2112195" y="529294"/>
                  </a:lnTo>
                  <a:lnTo>
                    <a:pt x="2112193" y="529394"/>
                  </a:lnTo>
                  <a:lnTo>
                    <a:pt x="2112190" y="529413"/>
                  </a:lnTo>
                  <a:lnTo>
                    <a:pt x="2112167" y="529489"/>
                  </a:lnTo>
                  <a:lnTo>
                    <a:pt x="2112160" y="529503"/>
                  </a:lnTo>
                  <a:lnTo>
                    <a:pt x="2112147" y="529513"/>
                  </a:lnTo>
                  <a:lnTo>
                    <a:pt x="2112102" y="529514"/>
                  </a:lnTo>
                  <a:lnTo>
                    <a:pt x="2112075" y="529511"/>
                  </a:lnTo>
                  <a:lnTo>
                    <a:pt x="2112052" y="529513"/>
                  </a:lnTo>
                  <a:lnTo>
                    <a:pt x="2112007" y="529540"/>
                  </a:lnTo>
                  <a:lnTo>
                    <a:pt x="2111979" y="529557"/>
                  </a:lnTo>
                  <a:lnTo>
                    <a:pt x="2111960" y="529586"/>
                  </a:lnTo>
                  <a:lnTo>
                    <a:pt x="2111958" y="529595"/>
                  </a:lnTo>
                  <a:lnTo>
                    <a:pt x="2111953" y="529631"/>
                  </a:lnTo>
                  <a:lnTo>
                    <a:pt x="2111960" y="529640"/>
                  </a:lnTo>
                  <a:lnTo>
                    <a:pt x="2111968" y="529650"/>
                  </a:lnTo>
                  <a:lnTo>
                    <a:pt x="2111979" y="529667"/>
                  </a:lnTo>
                  <a:lnTo>
                    <a:pt x="2111985" y="529687"/>
                  </a:lnTo>
                  <a:lnTo>
                    <a:pt x="2111985" y="529701"/>
                  </a:lnTo>
                  <a:lnTo>
                    <a:pt x="2111953" y="529857"/>
                  </a:lnTo>
                  <a:lnTo>
                    <a:pt x="2111902" y="529980"/>
                  </a:lnTo>
                  <a:lnTo>
                    <a:pt x="2111817" y="530175"/>
                  </a:lnTo>
                  <a:lnTo>
                    <a:pt x="2111796" y="530315"/>
                  </a:lnTo>
                  <a:lnTo>
                    <a:pt x="2111798" y="530326"/>
                  </a:lnTo>
                  <a:lnTo>
                    <a:pt x="2111869" y="530363"/>
                  </a:lnTo>
                  <a:lnTo>
                    <a:pt x="2111883" y="530368"/>
                  </a:lnTo>
                  <a:lnTo>
                    <a:pt x="2111934" y="530383"/>
                  </a:lnTo>
                  <a:lnTo>
                    <a:pt x="2111947" y="530386"/>
                  </a:lnTo>
                  <a:lnTo>
                    <a:pt x="2111982" y="530386"/>
                  </a:lnTo>
                  <a:lnTo>
                    <a:pt x="2112018" y="530384"/>
                  </a:lnTo>
                  <a:lnTo>
                    <a:pt x="2112056" y="530379"/>
                  </a:lnTo>
                  <a:lnTo>
                    <a:pt x="2112100" y="530372"/>
                  </a:lnTo>
                  <a:lnTo>
                    <a:pt x="2112140" y="530364"/>
                  </a:lnTo>
                  <a:lnTo>
                    <a:pt x="2112161" y="530364"/>
                  </a:lnTo>
                  <a:lnTo>
                    <a:pt x="2112183" y="530373"/>
                  </a:lnTo>
                  <a:lnTo>
                    <a:pt x="2112203" y="530386"/>
                  </a:lnTo>
                  <a:lnTo>
                    <a:pt x="2112220" y="530402"/>
                  </a:lnTo>
                  <a:lnTo>
                    <a:pt x="2112260" y="530481"/>
                  </a:lnTo>
                  <a:lnTo>
                    <a:pt x="2112271" y="530502"/>
                  </a:lnTo>
                  <a:lnTo>
                    <a:pt x="2112278" y="530521"/>
                  </a:lnTo>
                  <a:lnTo>
                    <a:pt x="2112280" y="530533"/>
                  </a:lnTo>
                  <a:lnTo>
                    <a:pt x="2112282" y="530552"/>
                  </a:lnTo>
                  <a:lnTo>
                    <a:pt x="2112278" y="530577"/>
                  </a:lnTo>
                  <a:lnTo>
                    <a:pt x="2112269" y="530601"/>
                  </a:lnTo>
                  <a:lnTo>
                    <a:pt x="2112256" y="530619"/>
                  </a:lnTo>
                  <a:lnTo>
                    <a:pt x="2112234" y="530636"/>
                  </a:lnTo>
                  <a:lnTo>
                    <a:pt x="2112010" y="530785"/>
                  </a:lnTo>
                  <a:lnTo>
                    <a:pt x="2111992" y="530797"/>
                  </a:lnTo>
                  <a:lnTo>
                    <a:pt x="2111962" y="530807"/>
                  </a:lnTo>
                  <a:lnTo>
                    <a:pt x="2111921" y="530811"/>
                  </a:lnTo>
                  <a:lnTo>
                    <a:pt x="2111884" y="530812"/>
                  </a:lnTo>
                  <a:lnTo>
                    <a:pt x="2111834" y="530808"/>
                  </a:lnTo>
                  <a:lnTo>
                    <a:pt x="2111772" y="530794"/>
                  </a:lnTo>
                  <a:lnTo>
                    <a:pt x="2111596" y="530774"/>
                  </a:lnTo>
                  <a:lnTo>
                    <a:pt x="2111591" y="530775"/>
                  </a:lnTo>
                  <a:lnTo>
                    <a:pt x="2111555" y="530790"/>
                  </a:lnTo>
                  <a:lnTo>
                    <a:pt x="2111531" y="530808"/>
                  </a:lnTo>
                  <a:lnTo>
                    <a:pt x="2111285" y="531033"/>
                  </a:lnTo>
                  <a:lnTo>
                    <a:pt x="2111220" y="531162"/>
                  </a:lnTo>
                  <a:lnTo>
                    <a:pt x="2111207" y="531229"/>
                  </a:lnTo>
                  <a:lnTo>
                    <a:pt x="2111204" y="531256"/>
                  </a:lnTo>
                  <a:lnTo>
                    <a:pt x="2111207" y="531270"/>
                  </a:lnTo>
                  <a:lnTo>
                    <a:pt x="2111209" y="531287"/>
                  </a:lnTo>
                  <a:lnTo>
                    <a:pt x="2111195" y="531342"/>
                  </a:lnTo>
                  <a:lnTo>
                    <a:pt x="2111178" y="531392"/>
                  </a:lnTo>
                  <a:lnTo>
                    <a:pt x="2111161" y="531421"/>
                  </a:lnTo>
                  <a:lnTo>
                    <a:pt x="2111141" y="531438"/>
                  </a:lnTo>
                  <a:lnTo>
                    <a:pt x="2111083" y="531470"/>
                  </a:lnTo>
                  <a:lnTo>
                    <a:pt x="2111061" y="531482"/>
                  </a:lnTo>
                  <a:lnTo>
                    <a:pt x="2111031" y="531489"/>
                  </a:lnTo>
                  <a:lnTo>
                    <a:pt x="2111015" y="531500"/>
                  </a:lnTo>
                  <a:lnTo>
                    <a:pt x="2110986" y="531528"/>
                  </a:lnTo>
                  <a:lnTo>
                    <a:pt x="2110977" y="531543"/>
                  </a:lnTo>
                  <a:lnTo>
                    <a:pt x="2110967" y="531575"/>
                  </a:lnTo>
                  <a:lnTo>
                    <a:pt x="2110964" y="531633"/>
                  </a:lnTo>
                  <a:lnTo>
                    <a:pt x="2110966" y="531686"/>
                  </a:lnTo>
                  <a:lnTo>
                    <a:pt x="2110966" y="531826"/>
                  </a:lnTo>
                  <a:lnTo>
                    <a:pt x="2110942" y="532037"/>
                  </a:lnTo>
                  <a:lnTo>
                    <a:pt x="2110934" y="532114"/>
                  </a:lnTo>
                  <a:lnTo>
                    <a:pt x="2110924" y="532164"/>
                  </a:lnTo>
                  <a:lnTo>
                    <a:pt x="2110910" y="532199"/>
                  </a:lnTo>
                  <a:lnTo>
                    <a:pt x="2110842" y="532281"/>
                  </a:lnTo>
                  <a:lnTo>
                    <a:pt x="2110795" y="532324"/>
                  </a:lnTo>
                  <a:lnTo>
                    <a:pt x="2110753" y="532348"/>
                  </a:lnTo>
                  <a:lnTo>
                    <a:pt x="2110717" y="532354"/>
                  </a:lnTo>
                  <a:lnTo>
                    <a:pt x="2110649" y="532346"/>
                  </a:lnTo>
                  <a:lnTo>
                    <a:pt x="2110585" y="532334"/>
                  </a:lnTo>
                  <a:lnTo>
                    <a:pt x="2110540" y="532324"/>
                  </a:lnTo>
                  <a:lnTo>
                    <a:pt x="2110511" y="532310"/>
                  </a:lnTo>
                  <a:lnTo>
                    <a:pt x="2110475" y="532287"/>
                  </a:lnTo>
                  <a:lnTo>
                    <a:pt x="2110454" y="532270"/>
                  </a:lnTo>
                  <a:lnTo>
                    <a:pt x="2110449" y="532258"/>
                  </a:lnTo>
                  <a:lnTo>
                    <a:pt x="2110429" y="532239"/>
                  </a:lnTo>
                  <a:lnTo>
                    <a:pt x="2110368" y="532218"/>
                  </a:lnTo>
                  <a:lnTo>
                    <a:pt x="2110270" y="532203"/>
                  </a:lnTo>
                  <a:lnTo>
                    <a:pt x="2110214" y="532207"/>
                  </a:lnTo>
                  <a:lnTo>
                    <a:pt x="2110202" y="532209"/>
                  </a:lnTo>
                  <a:lnTo>
                    <a:pt x="2110178" y="532211"/>
                  </a:lnTo>
                  <a:lnTo>
                    <a:pt x="2110145" y="532219"/>
                  </a:lnTo>
                  <a:lnTo>
                    <a:pt x="2110105" y="532232"/>
                  </a:lnTo>
                  <a:lnTo>
                    <a:pt x="2109903" y="532302"/>
                  </a:lnTo>
                  <a:lnTo>
                    <a:pt x="2109897" y="532307"/>
                  </a:lnTo>
                  <a:lnTo>
                    <a:pt x="2109870" y="532328"/>
                  </a:lnTo>
                  <a:lnTo>
                    <a:pt x="2109658" y="532464"/>
                  </a:lnTo>
                  <a:lnTo>
                    <a:pt x="2109399" y="532594"/>
                  </a:lnTo>
                  <a:lnTo>
                    <a:pt x="2109366" y="532618"/>
                  </a:lnTo>
                  <a:lnTo>
                    <a:pt x="2109329" y="532646"/>
                  </a:lnTo>
                  <a:lnTo>
                    <a:pt x="2109276" y="532705"/>
                  </a:lnTo>
                  <a:lnTo>
                    <a:pt x="2109260" y="532728"/>
                  </a:lnTo>
                  <a:lnTo>
                    <a:pt x="2109241" y="532766"/>
                  </a:lnTo>
                  <a:lnTo>
                    <a:pt x="2109227" y="532804"/>
                  </a:lnTo>
                  <a:lnTo>
                    <a:pt x="2109227" y="532830"/>
                  </a:lnTo>
                  <a:lnTo>
                    <a:pt x="2109234" y="532888"/>
                  </a:lnTo>
                  <a:lnTo>
                    <a:pt x="2109221" y="532933"/>
                  </a:lnTo>
                  <a:lnTo>
                    <a:pt x="2109187" y="533003"/>
                  </a:lnTo>
                  <a:lnTo>
                    <a:pt x="2109030" y="533287"/>
                  </a:lnTo>
                  <a:lnTo>
                    <a:pt x="2108990" y="533351"/>
                  </a:lnTo>
                  <a:lnTo>
                    <a:pt x="2108982" y="533361"/>
                  </a:lnTo>
                  <a:lnTo>
                    <a:pt x="2108968" y="533379"/>
                  </a:lnTo>
                  <a:lnTo>
                    <a:pt x="2108929" y="533410"/>
                  </a:lnTo>
                  <a:lnTo>
                    <a:pt x="2108812" y="533494"/>
                  </a:lnTo>
                  <a:lnTo>
                    <a:pt x="2108758" y="533520"/>
                  </a:lnTo>
                  <a:lnTo>
                    <a:pt x="2108650" y="533550"/>
                  </a:lnTo>
                  <a:lnTo>
                    <a:pt x="2108340" y="533605"/>
                  </a:lnTo>
                  <a:lnTo>
                    <a:pt x="2108297" y="533611"/>
                  </a:lnTo>
                  <a:lnTo>
                    <a:pt x="2108205" y="533576"/>
                  </a:lnTo>
                  <a:lnTo>
                    <a:pt x="2108131" y="533556"/>
                  </a:lnTo>
                  <a:lnTo>
                    <a:pt x="2108074" y="533556"/>
                  </a:lnTo>
                  <a:lnTo>
                    <a:pt x="2107807" y="533575"/>
                  </a:lnTo>
                  <a:lnTo>
                    <a:pt x="2107797" y="533579"/>
                  </a:lnTo>
                  <a:lnTo>
                    <a:pt x="2107775" y="533587"/>
                  </a:lnTo>
                  <a:lnTo>
                    <a:pt x="2107674" y="533636"/>
                  </a:lnTo>
                  <a:lnTo>
                    <a:pt x="2107639" y="533661"/>
                  </a:lnTo>
                  <a:lnTo>
                    <a:pt x="2107616" y="533683"/>
                  </a:lnTo>
                  <a:lnTo>
                    <a:pt x="2107603" y="533708"/>
                  </a:lnTo>
                  <a:lnTo>
                    <a:pt x="2107573" y="533803"/>
                  </a:lnTo>
                  <a:lnTo>
                    <a:pt x="2107570" y="533816"/>
                  </a:lnTo>
                  <a:lnTo>
                    <a:pt x="2107578" y="533884"/>
                  </a:lnTo>
                  <a:lnTo>
                    <a:pt x="2107579" y="533889"/>
                  </a:lnTo>
                  <a:lnTo>
                    <a:pt x="2107588" y="533914"/>
                  </a:lnTo>
                  <a:lnTo>
                    <a:pt x="2107596" y="533946"/>
                  </a:lnTo>
                  <a:lnTo>
                    <a:pt x="2107601" y="533988"/>
                  </a:lnTo>
                  <a:lnTo>
                    <a:pt x="2107599" y="534022"/>
                  </a:lnTo>
                  <a:lnTo>
                    <a:pt x="2107568" y="534101"/>
                  </a:lnTo>
                  <a:lnTo>
                    <a:pt x="2107553" y="534126"/>
                  </a:lnTo>
                  <a:lnTo>
                    <a:pt x="2107480" y="534228"/>
                  </a:lnTo>
                  <a:lnTo>
                    <a:pt x="2107422" y="534292"/>
                  </a:lnTo>
                  <a:lnTo>
                    <a:pt x="2107384" y="534319"/>
                  </a:lnTo>
                  <a:lnTo>
                    <a:pt x="2107220" y="534421"/>
                  </a:lnTo>
                  <a:lnTo>
                    <a:pt x="2107186" y="534437"/>
                  </a:lnTo>
                  <a:lnTo>
                    <a:pt x="2107153" y="534441"/>
                  </a:lnTo>
                  <a:lnTo>
                    <a:pt x="2107123" y="534433"/>
                  </a:lnTo>
                  <a:lnTo>
                    <a:pt x="2107034" y="534382"/>
                  </a:lnTo>
                  <a:lnTo>
                    <a:pt x="2107011" y="534354"/>
                  </a:lnTo>
                  <a:lnTo>
                    <a:pt x="2107004" y="534345"/>
                  </a:lnTo>
                  <a:lnTo>
                    <a:pt x="2106968" y="534278"/>
                  </a:lnTo>
                  <a:lnTo>
                    <a:pt x="2106959" y="534266"/>
                  </a:lnTo>
                  <a:lnTo>
                    <a:pt x="2106926" y="534222"/>
                  </a:lnTo>
                  <a:lnTo>
                    <a:pt x="2106895" y="534187"/>
                  </a:lnTo>
                  <a:lnTo>
                    <a:pt x="2106874" y="534163"/>
                  </a:lnTo>
                  <a:lnTo>
                    <a:pt x="2106797" y="534093"/>
                  </a:lnTo>
                  <a:lnTo>
                    <a:pt x="2106722" y="534051"/>
                  </a:lnTo>
                  <a:lnTo>
                    <a:pt x="2106656" y="534028"/>
                  </a:lnTo>
                  <a:lnTo>
                    <a:pt x="2106584" y="534016"/>
                  </a:lnTo>
                  <a:lnTo>
                    <a:pt x="2106530" y="534015"/>
                  </a:lnTo>
                  <a:lnTo>
                    <a:pt x="2106508" y="534017"/>
                  </a:lnTo>
                  <a:lnTo>
                    <a:pt x="2106465" y="534020"/>
                  </a:lnTo>
                  <a:lnTo>
                    <a:pt x="2106339" y="534004"/>
                  </a:lnTo>
                  <a:lnTo>
                    <a:pt x="2106280" y="533977"/>
                  </a:lnTo>
                  <a:lnTo>
                    <a:pt x="2106251" y="533944"/>
                  </a:lnTo>
                  <a:lnTo>
                    <a:pt x="2106238" y="533925"/>
                  </a:lnTo>
                  <a:lnTo>
                    <a:pt x="2106235" y="533914"/>
                  </a:lnTo>
                  <a:lnTo>
                    <a:pt x="2106349" y="533695"/>
                  </a:lnTo>
                  <a:lnTo>
                    <a:pt x="2106377" y="533660"/>
                  </a:lnTo>
                  <a:lnTo>
                    <a:pt x="2106455" y="533602"/>
                  </a:lnTo>
                  <a:lnTo>
                    <a:pt x="2106568" y="533540"/>
                  </a:lnTo>
                  <a:lnTo>
                    <a:pt x="2106707" y="533498"/>
                  </a:lnTo>
                  <a:lnTo>
                    <a:pt x="2106780" y="533481"/>
                  </a:lnTo>
                  <a:lnTo>
                    <a:pt x="2106800" y="533481"/>
                  </a:lnTo>
                  <a:lnTo>
                    <a:pt x="2106832" y="533482"/>
                  </a:lnTo>
                  <a:lnTo>
                    <a:pt x="2106858" y="533484"/>
                  </a:lnTo>
                  <a:lnTo>
                    <a:pt x="2106871" y="533483"/>
                  </a:lnTo>
                  <a:lnTo>
                    <a:pt x="2106901" y="533474"/>
                  </a:lnTo>
                  <a:lnTo>
                    <a:pt x="2106922" y="533466"/>
                  </a:lnTo>
                  <a:lnTo>
                    <a:pt x="2106957" y="533437"/>
                  </a:lnTo>
                  <a:lnTo>
                    <a:pt x="2106995" y="533351"/>
                  </a:lnTo>
                  <a:lnTo>
                    <a:pt x="2107010" y="533312"/>
                  </a:lnTo>
                  <a:lnTo>
                    <a:pt x="2106977" y="533147"/>
                  </a:lnTo>
                  <a:lnTo>
                    <a:pt x="2106961" y="533095"/>
                  </a:lnTo>
                  <a:lnTo>
                    <a:pt x="2106929" y="533030"/>
                  </a:lnTo>
                  <a:lnTo>
                    <a:pt x="2106896" y="532981"/>
                  </a:lnTo>
                  <a:lnTo>
                    <a:pt x="2106838" y="532920"/>
                  </a:lnTo>
                  <a:lnTo>
                    <a:pt x="2106787" y="532884"/>
                  </a:lnTo>
                  <a:lnTo>
                    <a:pt x="2106777" y="532879"/>
                  </a:lnTo>
                  <a:lnTo>
                    <a:pt x="2106741" y="532862"/>
                  </a:lnTo>
                  <a:lnTo>
                    <a:pt x="2106706" y="532853"/>
                  </a:lnTo>
                  <a:lnTo>
                    <a:pt x="2106673" y="532864"/>
                  </a:lnTo>
                  <a:lnTo>
                    <a:pt x="2106495" y="532908"/>
                  </a:lnTo>
                  <a:lnTo>
                    <a:pt x="2106214" y="533012"/>
                  </a:lnTo>
                  <a:lnTo>
                    <a:pt x="2106101" y="533069"/>
                  </a:lnTo>
                  <a:lnTo>
                    <a:pt x="2106053" y="533109"/>
                  </a:lnTo>
                  <a:lnTo>
                    <a:pt x="2105991" y="533195"/>
                  </a:lnTo>
                  <a:lnTo>
                    <a:pt x="2105961" y="533250"/>
                  </a:lnTo>
                  <a:lnTo>
                    <a:pt x="2105959" y="533273"/>
                  </a:lnTo>
                  <a:lnTo>
                    <a:pt x="2105974" y="533318"/>
                  </a:lnTo>
                  <a:lnTo>
                    <a:pt x="2106042" y="533459"/>
                  </a:lnTo>
                  <a:lnTo>
                    <a:pt x="2106098" y="533537"/>
                  </a:lnTo>
                  <a:lnTo>
                    <a:pt x="2106128" y="533578"/>
                  </a:lnTo>
                  <a:lnTo>
                    <a:pt x="2106131" y="533596"/>
                  </a:lnTo>
                  <a:lnTo>
                    <a:pt x="2106121" y="533626"/>
                  </a:lnTo>
                  <a:lnTo>
                    <a:pt x="2106094" y="533664"/>
                  </a:lnTo>
                  <a:lnTo>
                    <a:pt x="2106049" y="533695"/>
                  </a:lnTo>
                  <a:lnTo>
                    <a:pt x="2106004" y="533708"/>
                  </a:lnTo>
                  <a:lnTo>
                    <a:pt x="2105940" y="533727"/>
                  </a:lnTo>
                  <a:lnTo>
                    <a:pt x="2105895" y="533734"/>
                  </a:lnTo>
                  <a:lnTo>
                    <a:pt x="2105863" y="533730"/>
                  </a:lnTo>
                  <a:lnTo>
                    <a:pt x="2105827" y="533719"/>
                  </a:lnTo>
                  <a:lnTo>
                    <a:pt x="2105795" y="533697"/>
                  </a:lnTo>
                  <a:lnTo>
                    <a:pt x="2105777" y="533683"/>
                  </a:lnTo>
                  <a:lnTo>
                    <a:pt x="2105675" y="533590"/>
                  </a:lnTo>
                  <a:lnTo>
                    <a:pt x="2105640" y="533522"/>
                  </a:lnTo>
                  <a:lnTo>
                    <a:pt x="2105613" y="533462"/>
                  </a:lnTo>
                  <a:lnTo>
                    <a:pt x="2105591" y="533403"/>
                  </a:lnTo>
                  <a:lnTo>
                    <a:pt x="2105580" y="533335"/>
                  </a:lnTo>
                  <a:lnTo>
                    <a:pt x="2105584" y="533302"/>
                  </a:lnTo>
                  <a:lnTo>
                    <a:pt x="2105603" y="533267"/>
                  </a:lnTo>
                  <a:lnTo>
                    <a:pt x="2105620" y="533222"/>
                  </a:lnTo>
                  <a:lnTo>
                    <a:pt x="2105626" y="533190"/>
                  </a:lnTo>
                  <a:lnTo>
                    <a:pt x="2105619" y="533155"/>
                  </a:lnTo>
                  <a:lnTo>
                    <a:pt x="2105595" y="533116"/>
                  </a:lnTo>
                  <a:lnTo>
                    <a:pt x="2105560" y="533061"/>
                  </a:lnTo>
                  <a:lnTo>
                    <a:pt x="2105542" y="533043"/>
                  </a:lnTo>
                  <a:lnTo>
                    <a:pt x="2105488" y="533022"/>
                  </a:lnTo>
                  <a:lnTo>
                    <a:pt x="2105134" y="532925"/>
                  </a:lnTo>
                  <a:lnTo>
                    <a:pt x="2105078" y="532924"/>
                  </a:lnTo>
                  <a:lnTo>
                    <a:pt x="2105000" y="532938"/>
                  </a:lnTo>
                  <a:lnTo>
                    <a:pt x="2104950" y="532961"/>
                  </a:lnTo>
                  <a:lnTo>
                    <a:pt x="2104916" y="532984"/>
                  </a:lnTo>
                  <a:lnTo>
                    <a:pt x="2104882" y="533009"/>
                  </a:lnTo>
                  <a:lnTo>
                    <a:pt x="2104849" y="533034"/>
                  </a:lnTo>
                  <a:lnTo>
                    <a:pt x="2104833" y="533057"/>
                  </a:lnTo>
                  <a:lnTo>
                    <a:pt x="2104829" y="533074"/>
                  </a:lnTo>
                  <a:lnTo>
                    <a:pt x="2104830" y="533090"/>
                  </a:lnTo>
                  <a:lnTo>
                    <a:pt x="2104830" y="533103"/>
                  </a:lnTo>
                  <a:lnTo>
                    <a:pt x="2104822" y="533121"/>
                  </a:lnTo>
                  <a:lnTo>
                    <a:pt x="2104807" y="533129"/>
                  </a:lnTo>
                  <a:lnTo>
                    <a:pt x="2104604" y="533165"/>
                  </a:lnTo>
                  <a:lnTo>
                    <a:pt x="2104547" y="533168"/>
                  </a:lnTo>
                  <a:lnTo>
                    <a:pt x="2104494" y="533159"/>
                  </a:lnTo>
                  <a:lnTo>
                    <a:pt x="2104291" y="533116"/>
                  </a:lnTo>
                  <a:lnTo>
                    <a:pt x="2104242" y="533094"/>
                  </a:lnTo>
                  <a:lnTo>
                    <a:pt x="2104223" y="533079"/>
                  </a:lnTo>
                  <a:lnTo>
                    <a:pt x="2104210" y="533068"/>
                  </a:lnTo>
                  <a:lnTo>
                    <a:pt x="2104189" y="533049"/>
                  </a:lnTo>
                  <a:lnTo>
                    <a:pt x="2104187" y="533032"/>
                  </a:lnTo>
                  <a:lnTo>
                    <a:pt x="2104194" y="533013"/>
                  </a:lnTo>
                  <a:lnTo>
                    <a:pt x="2104208" y="533001"/>
                  </a:lnTo>
                  <a:lnTo>
                    <a:pt x="2104232" y="532993"/>
                  </a:lnTo>
                  <a:lnTo>
                    <a:pt x="2104274" y="532978"/>
                  </a:lnTo>
                  <a:lnTo>
                    <a:pt x="2104310" y="532962"/>
                  </a:lnTo>
                  <a:lnTo>
                    <a:pt x="2104382" y="532919"/>
                  </a:lnTo>
                  <a:lnTo>
                    <a:pt x="2104420" y="532887"/>
                  </a:lnTo>
                  <a:lnTo>
                    <a:pt x="2104442" y="532839"/>
                  </a:lnTo>
                  <a:lnTo>
                    <a:pt x="2104443" y="532794"/>
                  </a:lnTo>
                  <a:lnTo>
                    <a:pt x="2104427" y="532731"/>
                  </a:lnTo>
                  <a:lnTo>
                    <a:pt x="2104408" y="532666"/>
                  </a:lnTo>
                  <a:lnTo>
                    <a:pt x="2104365" y="532611"/>
                  </a:lnTo>
                  <a:lnTo>
                    <a:pt x="2104343" y="532582"/>
                  </a:lnTo>
                  <a:lnTo>
                    <a:pt x="2104328" y="532542"/>
                  </a:lnTo>
                  <a:lnTo>
                    <a:pt x="2104340" y="532500"/>
                  </a:lnTo>
                  <a:lnTo>
                    <a:pt x="2104376" y="532421"/>
                  </a:lnTo>
                  <a:lnTo>
                    <a:pt x="2104450" y="532314"/>
                  </a:lnTo>
                  <a:lnTo>
                    <a:pt x="2104551" y="532186"/>
                  </a:lnTo>
                  <a:lnTo>
                    <a:pt x="2104563" y="532144"/>
                  </a:lnTo>
                  <a:lnTo>
                    <a:pt x="2104564" y="532103"/>
                  </a:lnTo>
                  <a:lnTo>
                    <a:pt x="2104551" y="532077"/>
                  </a:lnTo>
                  <a:lnTo>
                    <a:pt x="2104529" y="532046"/>
                  </a:lnTo>
                  <a:lnTo>
                    <a:pt x="2104504" y="532026"/>
                  </a:lnTo>
                  <a:lnTo>
                    <a:pt x="2104330" y="531896"/>
                  </a:lnTo>
                  <a:lnTo>
                    <a:pt x="2104291" y="531874"/>
                  </a:lnTo>
                  <a:lnTo>
                    <a:pt x="2104257" y="531868"/>
                  </a:lnTo>
                  <a:lnTo>
                    <a:pt x="2104184" y="531863"/>
                  </a:lnTo>
                  <a:lnTo>
                    <a:pt x="2104152" y="531864"/>
                  </a:lnTo>
                  <a:lnTo>
                    <a:pt x="2104124" y="531876"/>
                  </a:lnTo>
                  <a:lnTo>
                    <a:pt x="2104113" y="531898"/>
                  </a:lnTo>
                  <a:lnTo>
                    <a:pt x="2104104" y="531925"/>
                  </a:lnTo>
                  <a:lnTo>
                    <a:pt x="2104102" y="531953"/>
                  </a:lnTo>
                  <a:lnTo>
                    <a:pt x="2104101" y="531980"/>
                  </a:lnTo>
                  <a:lnTo>
                    <a:pt x="2104108" y="532009"/>
                  </a:lnTo>
                  <a:lnTo>
                    <a:pt x="2104107" y="532038"/>
                  </a:lnTo>
                  <a:lnTo>
                    <a:pt x="2104096" y="532060"/>
                  </a:lnTo>
                  <a:lnTo>
                    <a:pt x="2104075" y="532095"/>
                  </a:lnTo>
                  <a:lnTo>
                    <a:pt x="2104055" y="532124"/>
                  </a:lnTo>
                  <a:lnTo>
                    <a:pt x="2103815" y="532282"/>
                  </a:lnTo>
                  <a:lnTo>
                    <a:pt x="2103763" y="532315"/>
                  </a:lnTo>
                  <a:lnTo>
                    <a:pt x="2103725" y="532323"/>
                  </a:lnTo>
                  <a:lnTo>
                    <a:pt x="2103671" y="532312"/>
                  </a:lnTo>
                  <a:lnTo>
                    <a:pt x="2103534" y="532255"/>
                  </a:lnTo>
                  <a:lnTo>
                    <a:pt x="2103482" y="532215"/>
                  </a:lnTo>
                  <a:lnTo>
                    <a:pt x="2103454" y="532188"/>
                  </a:lnTo>
                  <a:lnTo>
                    <a:pt x="2103447" y="532151"/>
                  </a:lnTo>
                  <a:lnTo>
                    <a:pt x="2103422" y="531972"/>
                  </a:lnTo>
                  <a:lnTo>
                    <a:pt x="2103419" y="531919"/>
                  </a:lnTo>
                  <a:lnTo>
                    <a:pt x="2103434" y="531844"/>
                  </a:lnTo>
                  <a:lnTo>
                    <a:pt x="2103466" y="531773"/>
                  </a:lnTo>
                  <a:lnTo>
                    <a:pt x="2103498" y="531713"/>
                  </a:lnTo>
                  <a:lnTo>
                    <a:pt x="2103513" y="531672"/>
                  </a:lnTo>
                  <a:lnTo>
                    <a:pt x="2103517" y="531651"/>
                  </a:lnTo>
                  <a:lnTo>
                    <a:pt x="2103514" y="531576"/>
                  </a:lnTo>
                  <a:lnTo>
                    <a:pt x="2103507" y="531563"/>
                  </a:lnTo>
                  <a:lnTo>
                    <a:pt x="2103483" y="531556"/>
                  </a:lnTo>
                  <a:lnTo>
                    <a:pt x="2103474" y="531556"/>
                  </a:lnTo>
                  <a:lnTo>
                    <a:pt x="2103451" y="531557"/>
                  </a:lnTo>
                  <a:lnTo>
                    <a:pt x="2103419" y="531562"/>
                  </a:lnTo>
                  <a:lnTo>
                    <a:pt x="2103396" y="531569"/>
                  </a:lnTo>
                  <a:lnTo>
                    <a:pt x="2103273" y="531586"/>
                  </a:lnTo>
                  <a:lnTo>
                    <a:pt x="2103130" y="531601"/>
                  </a:lnTo>
                  <a:lnTo>
                    <a:pt x="2103046" y="531608"/>
                  </a:lnTo>
                  <a:lnTo>
                    <a:pt x="2103021" y="531608"/>
                  </a:lnTo>
                  <a:lnTo>
                    <a:pt x="2103001" y="531603"/>
                  </a:lnTo>
                  <a:lnTo>
                    <a:pt x="2102991" y="531598"/>
                  </a:lnTo>
                  <a:lnTo>
                    <a:pt x="2102974" y="531587"/>
                  </a:lnTo>
                  <a:lnTo>
                    <a:pt x="2102966" y="531581"/>
                  </a:lnTo>
                  <a:lnTo>
                    <a:pt x="2102948" y="531565"/>
                  </a:lnTo>
                  <a:lnTo>
                    <a:pt x="2102929" y="531545"/>
                  </a:lnTo>
                  <a:lnTo>
                    <a:pt x="2102922" y="531536"/>
                  </a:lnTo>
                  <a:lnTo>
                    <a:pt x="2102915" y="531527"/>
                  </a:lnTo>
                  <a:lnTo>
                    <a:pt x="2102901" y="531508"/>
                  </a:lnTo>
                  <a:lnTo>
                    <a:pt x="2102895" y="531497"/>
                  </a:lnTo>
                  <a:lnTo>
                    <a:pt x="2102889" y="531486"/>
                  </a:lnTo>
                  <a:lnTo>
                    <a:pt x="2102885" y="531474"/>
                  </a:lnTo>
                  <a:lnTo>
                    <a:pt x="2102882" y="531463"/>
                  </a:lnTo>
                  <a:lnTo>
                    <a:pt x="2102880" y="531451"/>
                  </a:lnTo>
                  <a:lnTo>
                    <a:pt x="2102880" y="531440"/>
                  </a:lnTo>
                  <a:lnTo>
                    <a:pt x="2102881" y="531428"/>
                  </a:lnTo>
                  <a:lnTo>
                    <a:pt x="2102883" y="531417"/>
                  </a:lnTo>
                  <a:lnTo>
                    <a:pt x="2102887" y="531406"/>
                  </a:lnTo>
                  <a:lnTo>
                    <a:pt x="2102894" y="531395"/>
                  </a:lnTo>
                  <a:lnTo>
                    <a:pt x="2102901" y="531384"/>
                  </a:lnTo>
                  <a:lnTo>
                    <a:pt x="2102910" y="531374"/>
                  </a:lnTo>
                  <a:lnTo>
                    <a:pt x="2102922" y="531363"/>
                  </a:lnTo>
                  <a:lnTo>
                    <a:pt x="2102938" y="531351"/>
                  </a:lnTo>
                  <a:lnTo>
                    <a:pt x="2103001" y="531310"/>
                  </a:lnTo>
                  <a:lnTo>
                    <a:pt x="2103040" y="531285"/>
                  </a:lnTo>
                  <a:lnTo>
                    <a:pt x="2103106" y="531250"/>
                  </a:lnTo>
                  <a:lnTo>
                    <a:pt x="2103185" y="531213"/>
                  </a:lnTo>
                  <a:lnTo>
                    <a:pt x="2103212" y="531204"/>
                  </a:lnTo>
                  <a:lnTo>
                    <a:pt x="2103241" y="531196"/>
                  </a:lnTo>
                  <a:lnTo>
                    <a:pt x="2103266" y="531196"/>
                  </a:lnTo>
                  <a:lnTo>
                    <a:pt x="2103304" y="531189"/>
                  </a:lnTo>
                  <a:lnTo>
                    <a:pt x="2103319" y="531177"/>
                  </a:lnTo>
                  <a:lnTo>
                    <a:pt x="2103336" y="531160"/>
                  </a:lnTo>
                  <a:lnTo>
                    <a:pt x="2103449" y="530959"/>
                  </a:lnTo>
                  <a:lnTo>
                    <a:pt x="2103453" y="530921"/>
                  </a:lnTo>
                  <a:lnTo>
                    <a:pt x="2103456" y="530887"/>
                  </a:lnTo>
                  <a:lnTo>
                    <a:pt x="2103445" y="530840"/>
                  </a:lnTo>
                  <a:lnTo>
                    <a:pt x="2103422" y="530800"/>
                  </a:lnTo>
                  <a:lnTo>
                    <a:pt x="2103399" y="530778"/>
                  </a:lnTo>
                  <a:lnTo>
                    <a:pt x="2103393" y="530773"/>
                  </a:lnTo>
                  <a:lnTo>
                    <a:pt x="2103359" y="530744"/>
                  </a:lnTo>
                  <a:lnTo>
                    <a:pt x="2103319" y="530729"/>
                  </a:lnTo>
                  <a:lnTo>
                    <a:pt x="2103279" y="530725"/>
                  </a:lnTo>
                  <a:lnTo>
                    <a:pt x="2103210" y="530725"/>
                  </a:lnTo>
                  <a:lnTo>
                    <a:pt x="2103159" y="530729"/>
                  </a:lnTo>
                  <a:lnTo>
                    <a:pt x="2103135" y="530731"/>
                  </a:lnTo>
                  <a:lnTo>
                    <a:pt x="2103086" y="530740"/>
                  </a:lnTo>
                  <a:lnTo>
                    <a:pt x="2103060" y="530748"/>
                  </a:lnTo>
                  <a:lnTo>
                    <a:pt x="2102948" y="530786"/>
                  </a:lnTo>
                  <a:lnTo>
                    <a:pt x="2102927" y="530793"/>
                  </a:lnTo>
                  <a:lnTo>
                    <a:pt x="2102913" y="530801"/>
                  </a:lnTo>
                  <a:lnTo>
                    <a:pt x="2102904" y="530809"/>
                  </a:lnTo>
                  <a:lnTo>
                    <a:pt x="2102896" y="530819"/>
                  </a:lnTo>
                  <a:lnTo>
                    <a:pt x="2102866" y="530870"/>
                  </a:lnTo>
                  <a:lnTo>
                    <a:pt x="2102831" y="530935"/>
                  </a:lnTo>
                  <a:lnTo>
                    <a:pt x="2102728" y="531134"/>
                  </a:lnTo>
                  <a:lnTo>
                    <a:pt x="2102725" y="531140"/>
                  </a:lnTo>
                  <a:lnTo>
                    <a:pt x="2102710" y="531175"/>
                  </a:lnTo>
                  <a:lnTo>
                    <a:pt x="2102613" y="531433"/>
                  </a:lnTo>
                  <a:lnTo>
                    <a:pt x="2102610" y="531442"/>
                  </a:lnTo>
                  <a:lnTo>
                    <a:pt x="2102608" y="531450"/>
                  </a:lnTo>
                  <a:lnTo>
                    <a:pt x="2102606" y="531468"/>
                  </a:lnTo>
                  <a:lnTo>
                    <a:pt x="2102590" y="531593"/>
                  </a:lnTo>
                  <a:lnTo>
                    <a:pt x="2102585" y="531718"/>
                  </a:lnTo>
                  <a:lnTo>
                    <a:pt x="2102569" y="531768"/>
                  </a:lnTo>
                  <a:lnTo>
                    <a:pt x="2102556" y="531792"/>
                  </a:lnTo>
                  <a:lnTo>
                    <a:pt x="2102528" y="531840"/>
                  </a:lnTo>
                  <a:lnTo>
                    <a:pt x="2102522" y="531851"/>
                  </a:lnTo>
                  <a:lnTo>
                    <a:pt x="2102513" y="531863"/>
                  </a:lnTo>
                  <a:lnTo>
                    <a:pt x="2102503" y="531875"/>
                  </a:lnTo>
                  <a:lnTo>
                    <a:pt x="2102491" y="531888"/>
                  </a:lnTo>
                  <a:lnTo>
                    <a:pt x="2102460" y="531920"/>
                  </a:lnTo>
                  <a:lnTo>
                    <a:pt x="2102421" y="531954"/>
                  </a:lnTo>
                  <a:lnTo>
                    <a:pt x="2102412" y="531961"/>
                  </a:lnTo>
                  <a:lnTo>
                    <a:pt x="2102381" y="531985"/>
                  </a:lnTo>
                  <a:lnTo>
                    <a:pt x="2102362" y="531998"/>
                  </a:lnTo>
                  <a:lnTo>
                    <a:pt x="2102328" y="532020"/>
                  </a:lnTo>
                  <a:lnTo>
                    <a:pt x="2102313" y="532028"/>
                  </a:lnTo>
                  <a:lnTo>
                    <a:pt x="2102298" y="532036"/>
                  </a:lnTo>
                  <a:lnTo>
                    <a:pt x="2102283" y="532043"/>
                  </a:lnTo>
                  <a:lnTo>
                    <a:pt x="2102269" y="532048"/>
                  </a:lnTo>
                  <a:lnTo>
                    <a:pt x="2102256" y="532053"/>
                  </a:lnTo>
                  <a:lnTo>
                    <a:pt x="2102243" y="532057"/>
                  </a:lnTo>
                  <a:lnTo>
                    <a:pt x="2102230" y="532060"/>
                  </a:lnTo>
                  <a:lnTo>
                    <a:pt x="2102218" y="532063"/>
                  </a:lnTo>
                  <a:lnTo>
                    <a:pt x="2102207" y="532065"/>
                  </a:lnTo>
                  <a:lnTo>
                    <a:pt x="2102196" y="532066"/>
                  </a:lnTo>
                  <a:lnTo>
                    <a:pt x="2102186" y="532067"/>
                  </a:lnTo>
                  <a:lnTo>
                    <a:pt x="2102177" y="532067"/>
                  </a:lnTo>
                  <a:lnTo>
                    <a:pt x="2102168" y="532066"/>
                  </a:lnTo>
                  <a:lnTo>
                    <a:pt x="2102160" y="532065"/>
                  </a:lnTo>
                  <a:lnTo>
                    <a:pt x="2102152" y="532064"/>
                  </a:lnTo>
                  <a:lnTo>
                    <a:pt x="2102146" y="532062"/>
                  </a:lnTo>
                  <a:lnTo>
                    <a:pt x="2102139" y="532059"/>
                  </a:lnTo>
                  <a:lnTo>
                    <a:pt x="2102133" y="532056"/>
                  </a:lnTo>
                  <a:lnTo>
                    <a:pt x="2102128" y="532053"/>
                  </a:lnTo>
                  <a:lnTo>
                    <a:pt x="2102122" y="532048"/>
                  </a:lnTo>
                  <a:lnTo>
                    <a:pt x="2102116" y="532042"/>
                  </a:lnTo>
                  <a:lnTo>
                    <a:pt x="2102109" y="532034"/>
                  </a:lnTo>
                  <a:lnTo>
                    <a:pt x="2102103" y="532026"/>
                  </a:lnTo>
                  <a:lnTo>
                    <a:pt x="2102097" y="532017"/>
                  </a:lnTo>
                  <a:lnTo>
                    <a:pt x="2102093" y="532011"/>
                  </a:lnTo>
                  <a:lnTo>
                    <a:pt x="2102070" y="531956"/>
                  </a:lnTo>
                  <a:lnTo>
                    <a:pt x="2102063" y="531934"/>
                  </a:lnTo>
                  <a:lnTo>
                    <a:pt x="2102058" y="531913"/>
                  </a:lnTo>
                  <a:lnTo>
                    <a:pt x="2102054" y="531892"/>
                  </a:lnTo>
                  <a:lnTo>
                    <a:pt x="2102052" y="531872"/>
                  </a:lnTo>
                  <a:lnTo>
                    <a:pt x="2102051" y="531854"/>
                  </a:lnTo>
                  <a:lnTo>
                    <a:pt x="2102051" y="531833"/>
                  </a:lnTo>
                  <a:lnTo>
                    <a:pt x="2102079" y="531603"/>
                  </a:lnTo>
                  <a:lnTo>
                    <a:pt x="2102099" y="531456"/>
                  </a:lnTo>
                  <a:lnTo>
                    <a:pt x="2102100" y="531445"/>
                  </a:lnTo>
                  <a:lnTo>
                    <a:pt x="2102101" y="531436"/>
                  </a:lnTo>
                  <a:lnTo>
                    <a:pt x="2102101" y="531428"/>
                  </a:lnTo>
                  <a:lnTo>
                    <a:pt x="2102100" y="531420"/>
                  </a:lnTo>
                  <a:lnTo>
                    <a:pt x="2102098" y="531413"/>
                  </a:lnTo>
                  <a:lnTo>
                    <a:pt x="2102095" y="531406"/>
                  </a:lnTo>
                  <a:lnTo>
                    <a:pt x="2102091" y="531398"/>
                  </a:lnTo>
                  <a:lnTo>
                    <a:pt x="2102084" y="531389"/>
                  </a:lnTo>
                  <a:lnTo>
                    <a:pt x="2102076" y="531379"/>
                  </a:lnTo>
                  <a:lnTo>
                    <a:pt x="2102065" y="531367"/>
                  </a:lnTo>
                  <a:lnTo>
                    <a:pt x="2101989" y="531298"/>
                  </a:lnTo>
                  <a:lnTo>
                    <a:pt x="2101968" y="531282"/>
                  </a:lnTo>
                  <a:lnTo>
                    <a:pt x="2101945" y="531265"/>
                  </a:lnTo>
                  <a:lnTo>
                    <a:pt x="2101918" y="531248"/>
                  </a:lnTo>
                  <a:lnTo>
                    <a:pt x="2101886" y="531230"/>
                  </a:lnTo>
                  <a:lnTo>
                    <a:pt x="2101876" y="531225"/>
                  </a:lnTo>
                  <a:lnTo>
                    <a:pt x="2101849" y="531211"/>
                  </a:lnTo>
                  <a:lnTo>
                    <a:pt x="2101809" y="531193"/>
                  </a:lnTo>
                  <a:lnTo>
                    <a:pt x="2101769" y="531177"/>
                  </a:lnTo>
                  <a:lnTo>
                    <a:pt x="2101731" y="531163"/>
                  </a:lnTo>
                  <a:lnTo>
                    <a:pt x="2101696" y="531152"/>
                  </a:lnTo>
                  <a:lnTo>
                    <a:pt x="2101663" y="531143"/>
                  </a:lnTo>
                  <a:lnTo>
                    <a:pt x="2101631" y="531136"/>
                  </a:lnTo>
                  <a:lnTo>
                    <a:pt x="2101599" y="531130"/>
                  </a:lnTo>
                  <a:lnTo>
                    <a:pt x="2101532" y="531121"/>
                  </a:lnTo>
                  <a:lnTo>
                    <a:pt x="2101453" y="531114"/>
                  </a:lnTo>
                  <a:lnTo>
                    <a:pt x="2101406" y="531114"/>
                  </a:lnTo>
                  <a:lnTo>
                    <a:pt x="2101391" y="531114"/>
                  </a:lnTo>
                  <a:lnTo>
                    <a:pt x="2101374" y="531116"/>
                  </a:lnTo>
                  <a:lnTo>
                    <a:pt x="2101356" y="531119"/>
                  </a:lnTo>
                  <a:lnTo>
                    <a:pt x="2101337" y="531122"/>
                  </a:lnTo>
                  <a:lnTo>
                    <a:pt x="2101317" y="531127"/>
                  </a:lnTo>
                  <a:lnTo>
                    <a:pt x="2101182" y="531168"/>
                  </a:lnTo>
                  <a:lnTo>
                    <a:pt x="2101169" y="531171"/>
                  </a:lnTo>
                  <a:lnTo>
                    <a:pt x="2101157" y="531173"/>
                  </a:lnTo>
                  <a:lnTo>
                    <a:pt x="2101143" y="531174"/>
                  </a:lnTo>
                  <a:lnTo>
                    <a:pt x="2101123" y="531173"/>
                  </a:lnTo>
                  <a:lnTo>
                    <a:pt x="2100894" y="531135"/>
                  </a:lnTo>
                  <a:lnTo>
                    <a:pt x="2100869" y="531129"/>
                  </a:lnTo>
                  <a:lnTo>
                    <a:pt x="2100858" y="531126"/>
                  </a:lnTo>
                  <a:lnTo>
                    <a:pt x="2100847" y="531123"/>
                  </a:lnTo>
                  <a:lnTo>
                    <a:pt x="2100827" y="531115"/>
                  </a:lnTo>
                  <a:lnTo>
                    <a:pt x="2100807" y="531105"/>
                  </a:lnTo>
                  <a:lnTo>
                    <a:pt x="2100787" y="531093"/>
                  </a:lnTo>
                  <a:lnTo>
                    <a:pt x="2100768" y="531081"/>
                  </a:lnTo>
                  <a:lnTo>
                    <a:pt x="2100750" y="531068"/>
                  </a:lnTo>
                  <a:lnTo>
                    <a:pt x="2100735" y="531055"/>
                  </a:lnTo>
                  <a:lnTo>
                    <a:pt x="2100723" y="531042"/>
                  </a:lnTo>
                  <a:lnTo>
                    <a:pt x="2100714" y="531029"/>
                  </a:lnTo>
                  <a:lnTo>
                    <a:pt x="2100712" y="531023"/>
                  </a:lnTo>
                  <a:lnTo>
                    <a:pt x="2100709" y="531016"/>
                  </a:lnTo>
                  <a:lnTo>
                    <a:pt x="2100705" y="531003"/>
                  </a:lnTo>
                  <a:lnTo>
                    <a:pt x="2100702" y="530991"/>
                  </a:lnTo>
                  <a:lnTo>
                    <a:pt x="2100701" y="530981"/>
                  </a:lnTo>
                  <a:lnTo>
                    <a:pt x="2100701" y="530971"/>
                  </a:lnTo>
                  <a:lnTo>
                    <a:pt x="2100702" y="530963"/>
                  </a:lnTo>
                  <a:lnTo>
                    <a:pt x="2100702" y="530956"/>
                  </a:lnTo>
                  <a:lnTo>
                    <a:pt x="2100703" y="530950"/>
                  </a:lnTo>
                  <a:lnTo>
                    <a:pt x="2100705" y="530943"/>
                  </a:lnTo>
                  <a:lnTo>
                    <a:pt x="2100708" y="530937"/>
                  </a:lnTo>
                  <a:lnTo>
                    <a:pt x="2100713" y="530931"/>
                  </a:lnTo>
                  <a:lnTo>
                    <a:pt x="2100719" y="530925"/>
                  </a:lnTo>
                  <a:lnTo>
                    <a:pt x="2100729" y="530918"/>
                  </a:lnTo>
                  <a:lnTo>
                    <a:pt x="2100754" y="530899"/>
                  </a:lnTo>
                  <a:lnTo>
                    <a:pt x="2100761" y="530893"/>
                  </a:lnTo>
                  <a:lnTo>
                    <a:pt x="2100767" y="530888"/>
                  </a:lnTo>
                  <a:lnTo>
                    <a:pt x="2100780" y="530877"/>
                  </a:lnTo>
                  <a:lnTo>
                    <a:pt x="2100791" y="530864"/>
                  </a:lnTo>
                  <a:lnTo>
                    <a:pt x="2100860" y="530776"/>
                  </a:lnTo>
                  <a:lnTo>
                    <a:pt x="2100878" y="530753"/>
                  </a:lnTo>
                  <a:lnTo>
                    <a:pt x="2100886" y="530741"/>
                  </a:lnTo>
                  <a:lnTo>
                    <a:pt x="2100891" y="530730"/>
                  </a:lnTo>
                  <a:lnTo>
                    <a:pt x="2100896" y="530719"/>
                  </a:lnTo>
                  <a:lnTo>
                    <a:pt x="2100899" y="530705"/>
                  </a:lnTo>
                  <a:lnTo>
                    <a:pt x="2100902" y="530691"/>
                  </a:lnTo>
                  <a:lnTo>
                    <a:pt x="2100904" y="530677"/>
                  </a:lnTo>
                  <a:lnTo>
                    <a:pt x="2100905" y="530664"/>
                  </a:lnTo>
                  <a:lnTo>
                    <a:pt x="2100905" y="530652"/>
                  </a:lnTo>
                  <a:lnTo>
                    <a:pt x="2100904" y="530641"/>
                  </a:lnTo>
                  <a:lnTo>
                    <a:pt x="2100901" y="530630"/>
                  </a:lnTo>
                  <a:lnTo>
                    <a:pt x="2100896" y="530620"/>
                  </a:lnTo>
                  <a:lnTo>
                    <a:pt x="2100888" y="530609"/>
                  </a:lnTo>
                  <a:lnTo>
                    <a:pt x="2100879" y="530600"/>
                  </a:lnTo>
                  <a:lnTo>
                    <a:pt x="2100869" y="530591"/>
                  </a:lnTo>
                  <a:lnTo>
                    <a:pt x="2100858" y="530584"/>
                  </a:lnTo>
                  <a:lnTo>
                    <a:pt x="2100849" y="530579"/>
                  </a:lnTo>
                  <a:lnTo>
                    <a:pt x="2100841" y="530575"/>
                  </a:lnTo>
                  <a:lnTo>
                    <a:pt x="2100835" y="530574"/>
                  </a:lnTo>
                  <a:lnTo>
                    <a:pt x="2100825" y="530573"/>
                  </a:lnTo>
                  <a:lnTo>
                    <a:pt x="2100817" y="530574"/>
                  </a:lnTo>
                  <a:lnTo>
                    <a:pt x="2100807" y="530577"/>
                  </a:lnTo>
                  <a:lnTo>
                    <a:pt x="2100796" y="530581"/>
                  </a:lnTo>
                  <a:lnTo>
                    <a:pt x="2100783" y="530587"/>
                  </a:lnTo>
                  <a:lnTo>
                    <a:pt x="2100717" y="530623"/>
                  </a:lnTo>
                  <a:lnTo>
                    <a:pt x="2100698" y="530632"/>
                  </a:lnTo>
                  <a:lnTo>
                    <a:pt x="2100680" y="530641"/>
                  </a:lnTo>
                  <a:lnTo>
                    <a:pt x="2100661" y="530648"/>
                  </a:lnTo>
                  <a:lnTo>
                    <a:pt x="2100642" y="530653"/>
                  </a:lnTo>
                  <a:lnTo>
                    <a:pt x="2100623" y="530658"/>
                  </a:lnTo>
                  <a:lnTo>
                    <a:pt x="2100605" y="530661"/>
                  </a:lnTo>
                  <a:lnTo>
                    <a:pt x="2100590" y="530664"/>
                  </a:lnTo>
                  <a:lnTo>
                    <a:pt x="2100577" y="530665"/>
                  </a:lnTo>
                  <a:lnTo>
                    <a:pt x="2100565" y="530665"/>
                  </a:lnTo>
                  <a:lnTo>
                    <a:pt x="2100556" y="530664"/>
                  </a:lnTo>
                  <a:lnTo>
                    <a:pt x="2100547" y="530662"/>
                  </a:lnTo>
                  <a:lnTo>
                    <a:pt x="2100538" y="530658"/>
                  </a:lnTo>
                  <a:lnTo>
                    <a:pt x="2100529" y="530652"/>
                  </a:lnTo>
                  <a:lnTo>
                    <a:pt x="2100519" y="530645"/>
                  </a:lnTo>
                  <a:lnTo>
                    <a:pt x="2100511" y="530636"/>
                  </a:lnTo>
                  <a:lnTo>
                    <a:pt x="2100504" y="530626"/>
                  </a:lnTo>
                  <a:lnTo>
                    <a:pt x="2100498" y="530614"/>
                  </a:lnTo>
                  <a:lnTo>
                    <a:pt x="2100493" y="530600"/>
                  </a:lnTo>
                  <a:lnTo>
                    <a:pt x="2100488" y="530585"/>
                  </a:lnTo>
                  <a:lnTo>
                    <a:pt x="2100483" y="530568"/>
                  </a:lnTo>
                  <a:lnTo>
                    <a:pt x="2100480" y="530552"/>
                  </a:lnTo>
                  <a:lnTo>
                    <a:pt x="2100479" y="530542"/>
                  </a:lnTo>
                  <a:lnTo>
                    <a:pt x="2100480" y="530533"/>
                  </a:lnTo>
                  <a:lnTo>
                    <a:pt x="2100495" y="530394"/>
                  </a:lnTo>
                  <a:lnTo>
                    <a:pt x="2100494" y="530387"/>
                  </a:lnTo>
                  <a:lnTo>
                    <a:pt x="2100490" y="530374"/>
                  </a:lnTo>
                  <a:lnTo>
                    <a:pt x="2100486" y="530359"/>
                  </a:lnTo>
                  <a:lnTo>
                    <a:pt x="2100480" y="530345"/>
                  </a:lnTo>
                  <a:lnTo>
                    <a:pt x="2100474" y="530330"/>
                  </a:lnTo>
                  <a:lnTo>
                    <a:pt x="2100467" y="530314"/>
                  </a:lnTo>
                  <a:lnTo>
                    <a:pt x="2100458" y="530299"/>
                  </a:lnTo>
                  <a:lnTo>
                    <a:pt x="2100449" y="530284"/>
                  </a:lnTo>
                  <a:lnTo>
                    <a:pt x="2100440" y="530272"/>
                  </a:lnTo>
                  <a:lnTo>
                    <a:pt x="2100431" y="530262"/>
                  </a:lnTo>
                  <a:lnTo>
                    <a:pt x="2100423" y="530254"/>
                  </a:lnTo>
                  <a:lnTo>
                    <a:pt x="2100416" y="530248"/>
                  </a:lnTo>
                  <a:lnTo>
                    <a:pt x="2100408" y="530243"/>
                  </a:lnTo>
                  <a:lnTo>
                    <a:pt x="2100400" y="530241"/>
                  </a:lnTo>
                  <a:lnTo>
                    <a:pt x="2100392" y="530239"/>
                  </a:lnTo>
                  <a:lnTo>
                    <a:pt x="2100383" y="530239"/>
                  </a:lnTo>
                  <a:lnTo>
                    <a:pt x="2100374" y="530240"/>
                  </a:lnTo>
                  <a:lnTo>
                    <a:pt x="2100365" y="530243"/>
                  </a:lnTo>
                  <a:lnTo>
                    <a:pt x="2100354" y="530248"/>
                  </a:lnTo>
                  <a:lnTo>
                    <a:pt x="2100344" y="530256"/>
                  </a:lnTo>
                  <a:lnTo>
                    <a:pt x="2100332" y="530265"/>
                  </a:lnTo>
                  <a:lnTo>
                    <a:pt x="2100320" y="530277"/>
                  </a:lnTo>
                  <a:lnTo>
                    <a:pt x="2100188" y="530414"/>
                  </a:lnTo>
                  <a:lnTo>
                    <a:pt x="2100183" y="530419"/>
                  </a:lnTo>
                  <a:lnTo>
                    <a:pt x="2100180" y="530424"/>
                  </a:lnTo>
                  <a:lnTo>
                    <a:pt x="2100178" y="530429"/>
                  </a:lnTo>
                  <a:lnTo>
                    <a:pt x="2100177" y="530436"/>
                  </a:lnTo>
                  <a:lnTo>
                    <a:pt x="2100205" y="530631"/>
                  </a:lnTo>
                  <a:lnTo>
                    <a:pt x="2100207" y="530642"/>
                  </a:lnTo>
                  <a:lnTo>
                    <a:pt x="2100210" y="530654"/>
                  </a:lnTo>
                  <a:lnTo>
                    <a:pt x="2100219" y="530679"/>
                  </a:lnTo>
                  <a:lnTo>
                    <a:pt x="2100234" y="530722"/>
                  </a:lnTo>
                  <a:lnTo>
                    <a:pt x="2100237" y="530730"/>
                  </a:lnTo>
                  <a:lnTo>
                    <a:pt x="2100238" y="530737"/>
                  </a:lnTo>
                  <a:lnTo>
                    <a:pt x="2100238" y="530745"/>
                  </a:lnTo>
                  <a:lnTo>
                    <a:pt x="2100238" y="530750"/>
                  </a:lnTo>
                  <a:lnTo>
                    <a:pt x="2100236" y="530758"/>
                  </a:lnTo>
                  <a:lnTo>
                    <a:pt x="2100234" y="530767"/>
                  </a:lnTo>
                  <a:lnTo>
                    <a:pt x="2100231" y="530777"/>
                  </a:lnTo>
                  <a:lnTo>
                    <a:pt x="2100227" y="530786"/>
                  </a:lnTo>
                  <a:lnTo>
                    <a:pt x="2100222" y="530794"/>
                  </a:lnTo>
                  <a:lnTo>
                    <a:pt x="2100215" y="530804"/>
                  </a:lnTo>
                  <a:lnTo>
                    <a:pt x="2100207" y="530814"/>
                  </a:lnTo>
                  <a:lnTo>
                    <a:pt x="2100197" y="530824"/>
                  </a:lnTo>
                  <a:lnTo>
                    <a:pt x="2100186" y="530835"/>
                  </a:lnTo>
                  <a:lnTo>
                    <a:pt x="2100174" y="530846"/>
                  </a:lnTo>
                  <a:lnTo>
                    <a:pt x="2100160" y="530857"/>
                  </a:lnTo>
                  <a:lnTo>
                    <a:pt x="2100012" y="530971"/>
                  </a:lnTo>
                  <a:lnTo>
                    <a:pt x="2099991" y="530985"/>
                  </a:lnTo>
                  <a:lnTo>
                    <a:pt x="2099966" y="530999"/>
                  </a:lnTo>
                  <a:lnTo>
                    <a:pt x="2099941" y="531012"/>
                  </a:lnTo>
                  <a:lnTo>
                    <a:pt x="2099916" y="531024"/>
                  </a:lnTo>
                  <a:lnTo>
                    <a:pt x="2099892" y="531034"/>
                  </a:lnTo>
                  <a:lnTo>
                    <a:pt x="2099870" y="531042"/>
                  </a:lnTo>
                  <a:lnTo>
                    <a:pt x="2099849" y="531046"/>
                  </a:lnTo>
                  <a:lnTo>
                    <a:pt x="2099830" y="531048"/>
                  </a:lnTo>
                  <a:lnTo>
                    <a:pt x="2099799" y="531049"/>
                  </a:lnTo>
                  <a:lnTo>
                    <a:pt x="2099770" y="531049"/>
                  </a:lnTo>
                  <a:lnTo>
                    <a:pt x="2099762" y="531050"/>
                  </a:lnTo>
                  <a:lnTo>
                    <a:pt x="2099754" y="531050"/>
                  </a:lnTo>
                  <a:lnTo>
                    <a:pt x="2099746" y="531051"/>
                  </a:lnTo>
                  <a:lnTo>
                    <a:pt x="2099738" y="531052"/>
                  </a:lnTo>
                  <a:lnTo>
                    <a:pt x="2099730" y="531054"/>
                  </a:lnTo>
                  <a:lnTo>
                    <a:pt x="2099723" y="531055"/>
                  </a:lnTo>
                  <a:lnTo>
                    <a:pt x="2099716" y="531057"/>
                  </a:lnTo>
                  <a:lnTo>
                    <a:pt x="2099710" y="531059"/>
                  </a:lnTo>
                  <a:lnTo>
                    <a:pt x="2099705" y="531062"/>
                  </a:lnTo>
                  <a:lnTo>
                    <a:pt x="2099701" y="531065"/>
                  </a:lnTo>
                  <a:lnTo>
                    <a:pt x="2099697" y="531068"/>
                  </a:lnTo>
                  <a:lnTo>
                    <a:pt x="2099694" y="531071"/>
                  </a:lnTo>
                  <a:lnTo>
                    <a:pt x="2099533" y="531275"/>
                  </a:lnTo>
                  <a:lnTo>
                    <a:pt x="2099519" y="531294"/>
                  </a:lnTo>
                  <a:lnTo>
                    <a:pt x="2099507" y="531313"/>
                  </a:lnTo>
                  <a:lnTo>
                    <a:pt x="2099497" y="531330"/>
                  </a:lnTo>
                  <a:lnTo>
                    <a:pt x="2099490" y="531346"/>
                  </a:lnTo>
                  <a:lnTo>
                    <a:pt x="2099484" y="531360"/>
                  </a:lnTo>
                  <a:lnTo>
                    <a:pt x="2099479" y="531373"/>
                  </a:lnTo>
                  <a:lnTo>
                    <a:pt x="2099475" y="531387"/>
                  </a:lnTo>
                  <a:lnTo>
                    <a:pt x="2099465" y="531441"/>
                  </a:lnTo>
                  <a:lnTo>
                    <a:pt x="2099462" y="531458"/>
                  </a:lnTo>
                  <a:lnTo>
                    <a:pt x="2099459" y="531469"/>
                  </a:lnTo>
                  <a:lnTo>
                    <a:pt x="2099455" y="531478"/>
                  </a:lnTo>
                  <a:lnTo>
                    <a:pt x="2099451" y="531486"/>
                  </a:lnTo>
                  <a:lnTo>
                    <a:pt x="2099350" y="531538"/>
                  </a:lnTo>
                  <a:lnTo>
                    <a:pt x="2099268" y="531527"/>
                  </a:lnTo>
                  <a:lnTo>
                    <a:pt x="2099255" y="531521"/>
                  </a:lnTo>
                  <a:lnTo>
                    <a:pt x="2099243" y="531514"/>
                  </a:lnTo>
                  <a:lnTo>
                    <a:pt x="2099232" y="531507"/>
                  </a:lnTo>
                  <a:lnTo>
                    <a:pt x="2099223" y="531500"/>
                  </a:lnTo>
                  <a:lnTo>
                    <a:pt x="2099214" y="531494"/>
                  </a:lnTo>
                  <a:lnTo>
                    <a:pt x="2099206" y="531487"/>
                  </a:lnTo>
                  <a:lnTo>
                    <a:pt x="2099201" y="531481"/>
                  </a:lnTo>
                  <a:lnTo>
                    <a:pt x="2099197" y="531474"/>
                  </a:lnTo>
                  <a:lnTo>
                    <a:pt x="2099194" y="531468"/>
                  </a:lnTo>
                  <a:lnTo>
                    <a:pt x="2099193" y="531461"/>
                  </a:lnTo>
                  <a:lnTo>
                    <a:pt x="2099193" y="531455"/>
                  </a:lnTo>
                  <a:lnTo>
                    <a:pt x="2099193" y="531442"/>
                  </a:lnTo>
                  <a:lnTo>
                    <a:pt x="2099193" y="531436"/>
                  </a:lnTo>
                  <a:lnTo>
                    <a:pt x="2099193" y="531430"/>
                  </a:lnTo>
                  <a:lnTo>
                    <a:pt x="2099192" y="531424"/>
                  </a:lnTo>
                  <a:lnTo>
                    <a:pt x="2099190" y="531419"/>
                  </a:lnTo>
                  <a:lnTo>
                    <a:pt x="2099182" y="531390"/>
                  </a:lnTo>
                  <a:lnTo>
                    <a:pt x="2099177" y="531377"/>
                  </a:lnTo>
                  <a:lnTo>
                    <a:pt x="2099105" y="531291"/>
                  </a:lnTo>
                  <a:lnTo>
                    <a:pt x="2099088" y="531268"/>
                  </a:lnTo>
                  <a:lnTo>
                    <a:pt x="2099041" y="531274"/>
                  </a:lnTo>
                  <a:lnTo>
                    <a:pt x="2098712" y="531336"/>
                  </a:lnTo>
                  <a:lnTo>
                    <a:pt x="2098646" y="531335"/>
                  </a:lnTo>
                  <a:lnTo>
                    <a:pt x="2098579" y="531322"/>
                  </a:lnTo>
                  <a:lnTo>
                    <a:pt x="2098503" y="531167"/>
                  </a:lnTo>
                  <a:lnTo>
                    <a:pt x="2098503" y="530877"/>
                  </a:lnTo>
                  <a:lnTo>
                    <a:pt x="2098467" y="530744"/>
                  </a:lnTo>
                  <a:lnTo>
                    <a:pt x="2098453" y="530739"/>
                  </a:lnTo>
                  <a:lnTo>
                    <a:pt x="2098436" y="530734"/>
                  </a:lnTo>
                  <a:lnTo>
                    <a:pt x="2098418" y="530730"/>
                  </a:lnTo>
                  <a:lnTo>
                    <a:pt x="2098401" y="530726"/>
                  </a:lnTo>
                  <a:lnTo>
                    <a:pt x="2098384" y="530723"/>
                  </a:lnTo>
                  <a:lnTo>
                    <a:pt x="2098368" y="530721"/>
                  </a:lnTo>
                  <a:lnTo>
                    <a:pt x="2098353" y="530720"/>
                  </a:lnTo>
                  <a:lnTo>
                    <a:pt x="2098337" y="530720"/>
                  </a:lnTo>
                  <a:lnTo>
                    <a:pt x="2098319" y="530720"/>
                  </a:lnTo>
                  <a:lnTo>
                    <a:pt x="2098270" y="530722"/>
                  </a:lnTo>
                  <a:lnTo>
                    <a:pt x="2098213" y="530728"/>
                  </a:lnTo>
                  <a:lnTo>
                    <a:pt x="2098189" y="530732"/>
                  </a:lnTo>
                  <a:lnTo>
                    <a:pt x="2098169" y="530737"/>
                  </a:lnTo>
                  <a:lnTo>
                    <a:pt x="2098152" y="530742"/>
                  </a:lnTo>
                  <a:lnTo>
                    <a:pt x="2098135" y="530749"/>
                  </a:lnTo>
                  <a:lnTo>
                    <a:pt x="2098119" y="530757"/>
                  </a:lnTo>
                  <a:lnTo>
                    <a:pt x="2098105" y="530766"/>
                  </a:lnTo>
                  <a:lnTo>
                    <a:pt x="2098092" y="530776"/>
                  </a:lnTo>
                  <a:lnTo>
                    <a:pt x="2098082" y="530787"/>
                  </a:lnTo>
                  <a:lnTo>
                    <a:pt x="2098072" y="530799"/>
                  </a:lnTo>
                  <a:lnTo>
                    <a:pt x="2098008" y="530890"/>
                  </a:lnTo>
                  <a:lnTo>
                    <a:pt x="2098001" y="530902"/>
                  </a:lnTo>
                  <a:lnTo>
                    <a:pt x="2097997" y="530911"/>
                  </a:lnTo>
                  <a:lnTo>
                    <a:pt x="2097993" y="530918"/>
                  </a:lnTo>
                  <a:lnTo>
                    <a:pt x="2097929" y="531228"/>
                  </a:lnTo>
                  <a:lnTo>
                    <a:pt x="2097926" y="531246"/>
                  </a:lnTo>
                  <a:lnTo>
                    <a:pt x="2097919" y="531288"/>
                  </a:lnTo>
                  <a:lnTo>
                    <a:pt x="2097918" y="531299"/>
                  </a:lnTo>
                  <a:lnTo>
                    <a:pt x="2097914" y="531345"/>
                  </a:lnTo>
                  <a:lnTo>
                    <a:pt x="2097903" y="531495"/>
                  </a:lnTo>
                  <a:lnTo>
                    <a:pt x="2097902" y="531514"/>
                  </a:lnTo>
                  <a:lnTo>
                    <a:pt x="2097902" y="531519"/>
                  </a:lnTo>
                  <a:lnTo>
                    <a:pt x="2097905" y="531647"/>
                  </a:lnTo>
                  <a:lnTo>
                    <a:pt x="2097905" y="531653"/>
                  </a:lnTo>
                  <a:lnTo>
                    <a:pt x="2097907" y="531660"/>
                  </a:lnTo>
                  <a:lnTo>
                    <a:pt x="2097917" y="531701"/>
                  </a:lnTo>
                  <a:lnTo>
                    <a:pt x="2097948" y="531792"/>
                  </a:lnTo>
                  <a:lnTo>
                    <a:pt x="2097950" y="531801"/>
                  </a:lnTo>
                  <a:lnTo>
                    <a:pt x="2097951" y="531809"/>
                  </a:lnTo>
                  <a:lnTo>
                    <a:pt x="2097952" y="531816"/>
                  </a:lnTo>
                  <a:lnTo>
                    <a:pt x="2097951" y="531828"/>
                  </a:lnTo>
                  <a:lnTo>
                    <a:pt x="2097948" y="531843"/>
                  </a:lnTo>
                  <a:lnTo>
                    <a:pt x="2097941" y="531864"/>
                  </a:lnTo>
                  <a:lnTo>
                    <a:pt x="2097930" y="531891"/>
                  </a:lnTo>
                  <a:lnTo>
                    <a:pt x="2097914" y="531926"/>
                  </a:lnTo>
                  <a:lnTo>
                    <a:pt x="2097899" y="531958"/>
                  </a:lnTo>
                  <a:lnTo>
                    <a:pt x="2097853" y="532045"/>
                  </a:lnTo>
                  <a:lnTo>
                    <a:pt x="2097845" y="532063"/>
                  </a:lnTo>
                  <a:lnTo>
                    <a:pt x="2097842" y="532075"/>
                  </a:lnTo>
                  <a:lnTo>
                    <a:pt x="2097843" y="532085"/>
                  </a:lnTo>
                  <a:lnTo>
                    <a:pt x="2097846" y="532094"/>
                  </a:lnTo>
                  <a:lnTo>
                    <a:pt x="2097852" y="532104"/>
                  </a:lnTo>
                  <a:lnTo>
                    <a:pt x="2097862" y="532115"/>
                  </a:lnTo>
                  <a:lnTo>
                    <a:pt x="2097989" y="532249"/>
                  </a:lnTo>
                  <a:lnTo>
                    <a:pt x="2097996" y="532256"/>
                  </a:lnTo>
                  <a:lnTo>
                    <a:pt x="2098051" y="532309"/>
                  </a:lnTo>
                  <a:lnTo>
                    <a:pt x="2098058" y="532317"/>
                  </a:lnTo>
                  <a:lnTo>
                    <a:pt x="2098065" y="532326"/>
                  </a:lnTo>
                  <a:lnTo>
                    <a:pt x="2098071" y="532335"/>
                  </a:lnTo>
                  <a:lnTo>
                    <a:pt x="2098074" y="532344"/>
                  </a:lnTo>
                  <a:lnTo>
                    <a:pt x="2098075" y="532353"/>
                  </a:lnTo>
                  <a:lnTo>
                    <a:pt x="2098075" y="532363"/>
                  </a:lnTo>
                  <a:lnTo>
                    <a:pt x="2098074" y="532374"/>
                  </a:lnTo>
                  <a:lnTo>
                    <a:pt x="2098072" y="532388"/>
                  </a:lnTo>
                  <a:lnTo>
                    <a:pt x="2098069" y="532404"/>
                  </a:lnTo>
                  <a:lnTo>
                    <a:pt x="2098063" y="532422"/>
                  </a:lnTo>
                  <a:lnTo>
                    <a:pt x="2098057" y="532440"/>
                  </a:lnTo>
                  <a:lnTo>
                    <a:pt x="2098049" y="532458"/>
                  </a:lnTo>
                  <a:lnTo>
                    <a:pt x="2098042" y="532474"/>
                  </a:lnTo>
                  <a:lnTo>
                    <a:pt x="2098034" y="532487"/>
                  </a:lnTo>
                  <a:lnTo>
                    <a:pt x="2098024" y="532500"/>
                  </a:lnTo>
                  <a:lnTo>
                    <a:pt x="2098012" y="532513"/>
                  </a:lnTo>
                  <a:lnTo>
                    <a:pt x="2097998" y="532526"/>
                  </a:lnTo>
                  <a:lnTo>
                    <a:pt x="2097981" y="532540"/>
                  </a:lnTo>
                  <a:lnTo>
                    <a:pt x="2097877" y="532618"/>
                  </a:lnTo>
                  <a:lnTo>
                    <a:pt x="2097857" y="532631"/>
                  </a:lnTo>
                  <a:lnTo>
                    <a:pt x="2097836" y="532642"/>
                  </a:lnTo>
                  <a:lnTo>
                    <a:pt x="2097814" y="532652"/>
                  </a:lnTo>
                  <a:lnTo>
                    <a:pt x="2097792" y="532659"/>
                  </a:lnTo>
                  <a:lnTo>
                    <a:pt x="2097770" y="532662"/>
                  </a:lnTo>
                  <a:lnTo>
                    <a:pt x="2097748" y="532663"/>
                  </a:lnTo>
                  <a:lnTo>
                    <a:pt x="2097727" y="532662"/>
                  </a:lnTo>
                  <a:lnTo>
                    <a:pt x="2097706" y="532657"/>
                  </a:lnTo>
                  <a:lnTo>
                    <a:pt x="2097684" y="532650"/>
                  </a:lnTo>
                  <a:lnTo>
                    <a:pt x="2097658" y="532640"/>
                  </a:lnTo>
                  <a:lnTo>
                    <a:pt x="2097595" y="532611"/>
                  </a:lnTo>
                  <a:lnTo>
                    <a:pt x="2097562" y="532594"/>
                  </a:lnTo>
                  <a:lnTo>
                    <a:pt x="2097533" y="532578"/>
                  </a:lnTo>
                  <a:lnTo>
                    <a:pt x="2097483" y="532546"/>
                  </a:lnTo>
                  <a:lnTo>
                    <a:pt x="2097462" y="532531"/>
                  </a:lnTo>
                  <a:lnTo>
                    <a:pt x="2097443" y="532517"/>
                  </a:lnTo>
                  <a:lnTo>
                    <a:pt x="2097424" y="532500"/>
                  </a:lnTo>
                  <a:lnTo>
                    <a:pt x="2097407" y="532482"/>
                  </a:lnTo>
                  <a:lnTo>
                    <a:pt x="2097375" y="532446"/>
                  </a:lnTo>
                  <a:lnTo>
                    <a:pt x="2097363" y="532430"/>
                  </a:lnTo>
                  <a:lnTo>
                    <a:pt x="2097352" y="532414"/>
                  </a:lnTo>
                  <a:lnTo>
                    <a:pt x="2097341" y="532393"/>
                  </a:lnTo>
                  <a:lnTo>
                    <a:pt x="2097236" y="532168"/>
                  </a:lnTo>
                  <a:lnTo>
                    <a:pt x="2097229" y="532151"/>
                  </a:lnTo>
                  <a:lnTo>
                    <a:pt x="2097223" y="532135"/>
                  </a:lnTo>
                  <a:lnTo>
                    <a:pt x="2097219" y="532120"/>
                  </a:lnTo>
                  <a:lnTo>
                    <a:pt x="2097216" y="532105"/>
                  </a:lnTo>
                  <a:lnTo>
                    <a:pt x="2097213" y="532069"/>
                  </a:lnTo>
                  <a:lnTo>
                    <a:pt x="2097210" y="532050"/>
                  </a:lnTo>
                  <a:lnTo>
                    <a:pt x="2097206" y="532033"/>
                  </a:lnTo>
                  <a:lnTo>
                    <a:pt x="2097199" y="532014"/>
                  </a:lnTo>
                  <a:lnTo>
                    <a:pt x="2097176" y="531965"/>
                  </a:lnTo>
                  <a:lnTo>
                    <a:pt x="2097166" y="531946"/>
                  </a:lnTo>
                  <a:lnTo>
                    <a:pt x="2097161" y="531937"/>
                  </a:lnTo>
                  <a:lnTo>
                    <a:pt x="2097146" y="531911"/>
                  </a:lnTo>
                  <a:lnTo>
                    <a:pt x="2097131" y="531890"/>
                  </a:lnTo>
                  <a:lnTo>
                    <a:pt x="2097117" y="531875"/>
                  </a:lnTo>
                  <a:lnTo>
                    <a:pt x="2097109" y="531868"/>
                  </a:lnTo>
                  <a:lnTo>
                    <a:pt x="2097103" y="531863"/>
                  </a:lnTo>
                  <a:lnTo>
                    <a:pt x="2097089" y="531854"/>
                  </a:lnTo>
                  <a:lnTo>
                    <a:pt x="2097073" y="531846"/>
                  </a:lnTo>
                  <a:lnTo>
                    <a:pt x="2097057" y="531841"/>
                  </a:lnTo>
                  <a:lnTo>
                    <a:pt x="2097040" y="531836"/>
                  </a:lnTo>
                  <a:lnTo>
                    <a:pt x="2097021" y="531833"/>
                  </a:lnTo>
                  <a:lnTo>
                    <a:pt x="2096972" y="531827"/>
                  </a:lnTo>
                  <a:lnTo>
                    <a:pt x="2096944" y="531824"/>
                  </a:lnTo>
                  <a:lnTo>
                    <a:pt x="2096918" y="531823"/>
                  </a:lnTo>
                  <a:lnTo>
                    <a:pt x="2096897" y="531823"/>
                  </a:lnTo>
                  <a:lnTo>
                    <a:pt x="2096879" y="531824"/>
                  </a:lnTo>
                  <a:lnTo>
                    <a:pt x="2096581" y="531873"/>
                  </a:lnTo>
                  <a:lnTo>
                    <a:pt x="2096565" y="531876"/>
                  </a:lnTo>
                  <a:lnTo>
                    <a:pt x="2096548" y="531881"/>
                  </a:lnTo>
                  <a:lnTo>
                    <a:pt x="2096529" y="531889"/>
                  </a:lnTo>
                  <a:lnTo>
                    <a:pt x="2096510" y="531898"/>
                  </a:lnTo>
                  <a:lnTo>
                    <a:pt x="2096493" y="531908"/>
                  </a:lnTo>
                  <a:lnTo>
                    <a:pt x="2096479" y="531917"/>
                  </a:lnTo>
                  <a:lnTo>
                    <a:pt x="2096457" y="531934"/>
                  </a:lnTo>
                  <a:lnTo>
                    <a:pt x="2096432" y="531954"/>
                  </a:lnTo>
                  <a:lnTo>
                    <a:pt x="2096418" y="531966"/>
                  </a:lnTo>
                  <a:lnTo>
                    <a:pt x="2096409" y="531975"/>
                  </a:lnTo>
                  <a:lnTo>
                    <a:pt x="2096405" y="531979"/>
                  </a:lnTo>
                  <a:lnTo>
                    <a:pt x="2096393" y="531993"/>
                  </a:lnTo>
                  <a:lnTo>
                    <a:pt x="2096383" y="532007"/>
                  </a:lnTo>
                  <a:lnTo>
                    <a:pt x="2096376" y="532021"/>
                  </a:lnTo>
                  <a:lnTo>
                    <a:pt x="2096371" y="532035"/>
                  </a:lnTo>
                  <a:lnTo>
                    <a:pt x="2096368" y="532048"/>
                  </a:lnTo>
                  <a:lnTo>
                    <a:pt x="2096369" y="532063"/>
                  </a:lnTo>
                  <a:lnTo>
                    <a:pt x="2096370" y="532077"/>
                  </a:lnTo>
                  <a:lnTo>
                    <a:pt x="2096372" y="532086"/>
                  </a:lnTo>
                  <a:lnTo>
                    <a:pt x="2096409" y="532266"/>
                  </a:lnTo>
                  <a:lnTo>
                    <a:pt x="2096430" y="532334"/>
                  </a:lnTo>
                  <a:lnTo>
                    <a:pt x="2096435" y="532353"/>
                  </a:lnTo>
                  <a:lnTo>
                    <a:pt x="2096441" y="532377"/>
                  </a:lnTo>
                  <a:lnTo>
                    <a:pt x="2096442" y="532384"/>
                  </a:lnTo>
                  <a:lnTo>
                    <a:pt x="2096406" y="532479"/>
                  </a:lnTo>
                  <a:lnTo>
                    <a:pt x="2096397" y="532493"/>
                  </a:lnTo>
                  <a:lnTo>
                    <a:pt x="2096391" y="532499"/>
                  </a:lnTo>
                  <a:lnTo>
                    <a:pt x="2096386" y="532504"/>
                  </a:lnTo>
                  <a:lnTo>
                    <a:pt x="2096380" y="532507"/>
                  </a:lnTo>
                  <a:lnTo>
                    <a:pt x="2096373" y="532510"/>
                  </a:lnTo>
                  <a:lnTo>
                    <a:pt x="2096366" y="532512"/>
                  </a:lnTo>
                  <a:lnTo>
                    <a:pt x="2096359" y="532513"/>
                  </a:lnTo>
                  <a:lnTo>
                    <a:pt x="2096352" y="532513"/>
                  </a:lnTo>
                  <a:lnTo>
                    <a:pt x="2096345" y="532514"/>
                  </a:lnTo>
                  <a:lnTo>
                    <a:pt x="2096335" y="532513"/>
                  </a:lnTo>
                  <a:lnTo>
                    <a:pt x="2096323" y="532512"/>
                  </a:lnTo>
                  <a:lnTo>
                    <a:pt x="2096222" y="532491"/>
                  </a:lnTo>
                  <a:lnTo>
                    <a:pt x="2096209" y="532488"/>
                  </a:lnTo>
                  <a:lnTo>
                    <a:pt x="2096196" y="532484"/>
                  </a:lnTo>
                  <a:lnTo>
                    <a:pt x="2096182" y="532479"/>
                  </a:lnTo>
                  <a:lnTo>
                    <a:pt x="2096167" y="532472"/>
                  </a:lnTo>
                  <a:lnTo>
                    <a:pt x="2096151" y="532464"/>
                  </a:lnTo>
                  <a:lnTo>
                    <a:pt x="2096135" y="532454"/>
                  </a:lnTo>
                  <a:lnTo>
                    <a:pt x="2096118" y="532441"/>
                  </a:lnTo>
                  <a:lnTo>
                    <a:pt x="2096100" y="532427"/>
                  </a:lnTo>
                  <a:lnTo>
                    <a:pt x="2096082" y="532409"/>
                  </a:lnTo>
                  <a:lnTo>
                    <a:pt x="2096020" y="532340"/>
                  </a:lnTo>
                  <a:lnTo>
                    <a:pt x="2095942" y="532202"/>
                  </a:lnTo>
                  <a:lnTo>
                    <a:pt x="2095917" y="532106"/>
                  </a:lnTo>
                  <a:lnTo>
                    <a:pt x="2095901" y="532054"/>
                  </a:lnTo>
                  <a:lnTo>
                    <a:pt x="2095894" y="532033"/>
                  </a:lnTo>
                  <a:lnTo>
                    <a:pt x="2095887" y="532017"/>
                  </a:lnTo>
                  <a:lnTo>
                    <a:pt x="2095880" y="532003"/>
                  </a:lnTo>
                  <a:lnTo>
                    <a:pt x="2095814" y="531903"/>
                  </a:lnTo>
                  <a:lnTo>
                    <a:pt x="2095805" y="531891"/>
                  </a:lnTo>
                  <a:lnTo>
                    <a:pt x="2095794" y="531878"/>
                  </a:lnTo>
                  <a:lnTo>
                    <a:pt x="2095784" y="531867"/>
                  </a:lnTo>
                  <a:lnTo>
                    <a:pt x="2095773" y="531858"/>
                  </a:lnTo>
                  <a:lnTo>
                    <a:pt x="2095762" y="531849"/>
                  </a:lnTo>
                  <a:lnTo>
                    <a:pt x="2095694" y="531809"/>
                  </a:lnTo>
                  <a:lnTo>
                    <a:pt x="2095683" y="531803"/>
                  </a:lnTo>
                  <a:lnTo>
                    <a:pt x="2095673" y="531798"/>
                  </a:lnTo>
                  <a:lnTo>
                    <a:pt x="2095662" y="531794"/>
                  </a:lnTo>
                  <a:lnTo>
                    <a:pt x="2095635" y="531784"/>
                  </a:lnTo>
                  <a:lnTo>
                    <a:pt x="2095588" y="531770"/>
                  </a:lnTo>
                  <a:lnTo>
                    <a:pt x="2095530" y="531752"/>
                  </a:lnTo>
                  <a:lnTo>
                    <a:pt x="2095512" y="531746"/>
                  </a:lnTo>
                  <a:lnTo>
                    <a:pt x="2095499" y="531743"/>
                  </a:lnTo>
                  <a:lnTo>
                    <a:pt x="2095486" y="531740"/>
                  </a:lnTo>
                  <a:lnTo>
                    <a:pt x="2095462" y="531736"/>
                  </a:lnTo>
                  <a:lnTo>
                    <a:pt x="2095439" y="531734"/>
                  </a:lnTo>
                  <a:lnTo>
                    <a:pt x="2095425" y="531733"/>
                  </a:lnTo>
                  <a:lnTo>
                    <a:pt x="2095407" y="531733"/>
                  </a:lnTo>
                  <a:lnTo>
                    <a:pt x="2095385" y="531734"/>
                  </a:lnTo>
                  <a:lnTo>
                    <a:pt x="2095357" y="531736"/>
                  </a:lnTo>
                  <a:lnTo>
                    <a:pt x="2095297" y="531745"/>
                  </a:lnTo>
                  <a:lnTo>
                    <a:pt x="2095272" y="531750"/>
                  </a:lnTo>
                  <a:lnTo>
                    <a:pt x="2095250" y="531755"/>
                  </a:lnTo>
                  <a:lnTo>
                    <a:pt x="2095231" y="531760"/>
                  </a:lnTo>
                  <a:lnTo>
                    <a:pt x="2095214" y="531765"/>
                  </a:lnTo>
                  <a:lnTo>
                    <a:pt x="2095198" y="531771"/>
                  </a:lnTo>
                  <a:lnTo>
                    <a:pt x="2095194" y="531773"/>
                  </a:lnTo>
                  <a:lnTo>
                    <a:pt x="2095183" y="531777"/>
                  </a:lnTo>
                  <a:lnTo>
                    <a:pt x="2095087" y="531826"/>
                  </a:lnTo>
                  <a:lnTo>
                    <a:pt x="2095071" y="531835"/>
                  </a:lnTo>
                  <a:lnTo>
                    <a:pt x="2095055" y="531845"/>
                  </a:lnTo>
                  <a:lnTo>
                    <a:pt x="2095040" y="531855"/>
                  </a:lnTo>
                  <a:lnTo>
                    <a:pt x="2095025" y="531868"/>
                  </a:lnTo>
                  <a:lnTo>
                    <a:pt x="2095010" y="531884"/>
                  </a:lnTo>
                  <a:lnTo>
                    <a:pt x="2094996" y="531902"/>
                  </a:lnTo>
                  <a:lnTo>
                    <a:pt x="2094982" y="531920"/>
                  </a:lnTo>
                  <a:lnTo>
                    <a:pt x="2094958" y="531958"/>
                  </a:lnTo>
                  <a:lnTo>
                    <a:pt x="2094929" y="532011"/>
                  </a:lnTo>
                  <a:lnTo>
                    <a:pt x="2094921" y="532027"/>
                  </a:lnTo>
                  <a:lnTo>
                    <a:pt x="2094915" y="532043"/>
                  </a:lnTo>
                  <a:lnTo>
                    <a:pt x="2094909" y="532062"/>
                  </a:lnTo>
                  <a:lnTo>
                    <a:pt x="2094904" y="532084"/>
                  </a:lnTo>
                  <a:lnTo>
                    <a:pt x="2094900" y="532111"/>
                  </a:lnTo>
                  <a:lnTo>
                    <a:pt x="2094898" y="532142"/>
                  </a:lnTo>
                  <a:lnTo>
                    <a:pt x="2094897" y="532174"/>
                  </a:lnTo>
                  <a:lnTo>
                    <a:pt x="2094898" y="532205"/>
                  </a:lnTo>
                  <a:lnTo>
                    <a:pt x="2094900" y="532237"/>
                  </a:lnTo>
                  <a:lnTo>
                    <a:pt x="2094903" y="532259"/>
                  </a:lnTo>
                  <a:lnTo>
                    <a:pt x="2094906" y="532277"/>
                  </a:lnTo>
                  <a:lnTo>
                    <a:pt x="2094923" y="532348"/>
                  </a:lnTo>
                  <a:lnTo>
                    <a:pt x="2094927" y="532369"/>
                  </a:lnTo>
                  <a:lnTo>
                    <a:pt x="2094931" y="532395"/>
                  </a:lnTo>
                  <a:lnTo>
                    <a:pt x="2094934" y="532417"/>
                  </a:lnTo>
                  <a:lnTo>
                    <a:pt x="2094934" y="532436"/>
                  </a:lnTo>
                  <a:lnTo>
                    <a:pt x="2094933" y="532451"/>
                  </a:lnTo>
                  <a:lnTo>
                    <a:pt x="2094928" y="532462"/>
                  </a:lnTo>
                  <a:lnTo>
                    <a:pt x="2094921" y="532471"/>
                  </a:lnTo>
                  <a:lnTo>
                    <a:pt x="2094910" y="532478"/>
                  </a:lnTo>
                  <a:lnTo>
                    <a:pt x="2094897" y="532485"/>
                  </a:lnTo>
                  <a:lnTo>
                    <a:pt x="2094851" y="532505"/>
                  </a:lnTo>
                  <a:lnTo>
                    <a:pt x="2094836" y="532511"/>
                  </a:lnTo>
                  <a:lnTo>
                    <a:pt x="2094822" y="532515"/>
                  </a:lnTo>
                  <a:lnTo>
                    <a:pt x="2094809" y="532517"/>
                  </a:lnTo>
                  <a:lnTo>
                    <a:pt x="2094796" y="532517"/>
                  </a:lnTo>
                  <a:lnTo>
                    <a:pt x="2094783" y="532517"/>
                  </a:lnTo>
                  <a:lnTo>
                    <a:pt x="2094770" y="532515"/>
                  </a:lnTo>
                  <a:lnTo>
                    <a:pt x="2094758" y="532513"/>
                  </a:lnTo>
                  <a:lnTo>
                    <a:pt x="2094745" y="532510"/>
                  </a:lnTo>
                  <a:lnTo>
                    <a:pt x="2094733" y="532506"/>
                  </a:lnTo>
                  <a:lnTo>
                    <a:pt x="2094721" y="532502"/>
                  </a:lnTo>
                  <a:lnTo>
                    <a:pt x="2094710" y="532495"/>
                  </a:lnTo>
                  <a:lnTo>
                    <a:pt x="2094699" y="532487"/>
                  </a:lnTo>
                  <a:lnTo>
                    <a:pt x="2094688" y="532475"/>
                  </a:lnTo>
                  <a:lnTo>
                    <a:pt x="2094678" y="532460"/>
                  </a:lnTo>
                  <a:lnTo>
                    <a:pt x="2094650" y="532402"/>
                  </a:lnTo>
                  <a:lnTo>
                    <a:pt x="2094639" y="532378"/>
                  </a:lnTo>
                  <a:lnTo>
                    <a:pt x="2094627" y="532346"/>
                  </a:lnTo>
                  <a:lnTo>
                    <a:pt x="2094615" y="532302"/>
                  </a:lnTo>
                  <a:lnTo>
                    <a:pt x="2094603" y="532252"/>
                  </a:lnTo>
                  <a:lnTo>
                    <a:pt x="2094594" y="532206"/>
                  </a:lnTo>
                  <a:lnTo>
                    <a:pt x="2094589" y="532167"/>
                  </a:lnTo>
                  <a:lnTo>
                    <a:pt x="2094587" y="532133"/>
                  </a:lnTo>
                  <a:lnTo>
                    <a:pt x="2094593" y="532096"/>
                  </a:lnTo>
                  <a:lnTo>
                    <a:pt x="2094607" y="531981"/>
                  </a:lnTo>
                  <a:lnTo>
                    <a:pt x="2094599" y="531956"/>
                  </a:lnTo>
                  <a:lnTo>
                    <a:pt x="2094500" y="531741"/>
                  </a:lnTo>
                  <a:lnTo>
                    <a:pt x="2094472" y="531705"/>
                  </a:lnTo>
                  <a:lnTo>
                    <a:pt x="2094443" y="531673"/>
                  </a:lnTo>
                  <a:lnTo>
                    <a:pt x="2094415" y="531654"/>
                  </a:lnTo>
                  <a:lnTo>
                    <a:pt x="2094383" y="531647"/>
                  </a:lnTo>
                  <a:lnTo>
                    <a:pt x="2094352" y="531646"/>
                  </a:lnTo>
                  <a:lnTo>
                    <a:pt x="2094348" y="531646"/>
                  </a:lnTo>
                  <a:lnTo>
                    <a:pt x="2094330" y="531649"/>
                  </a:lnTo>
                  <a:lnTo>
                    <a:pt x="2094309" y="531651"/>
                  </a:lnTo>
                  <a:lnTo>
                    <a:pt x="2094298" y="531653"/>
                  </a:lnTo>
                  <a:lnTo>
                    <a:pt x="2094288" y="531656"/>
                  </a:lnTo>
                  <a:lnTo>
                    <a:pt x="2094278" y="531659"/>
                  </a:lnTo>
                  <a:lnTo>
                    <a:pt x="2094268" y="531664"/>
                  </a:lnTo>
                  <a:lnTo>
                    <a:pt x="2094257" y="531671"/>
                  </a:lnTo>
                  <a:lnTo>
                    <a:pt x="2094244" y="531679"/>
                  </a:lnTo>
                  <a:lnTo>
                    <a:pt x="2094229" y="531691"/>
                  </a:lnTo>
                  <a:lnTo>
                    <a:pt x="2094212" y="531706"/>
                  </a:lnTo>
                  <a:lnTo>
                    <a:pt x="2094194" y="531724"/>
                  </a:lnTo>
                  <a:lnTo>
                    <a:pt x="2094077" y="531844"/>
                  </a:lnTo>
                  <a:lnTo>
                    <a:pt x="2093942" y="531876"/>
                  </a:lnTo>
                  <a:lnTo>
                    <a:pt x="2093889" y="531877"/>
                  </a:lnTo>
                  <a:lnTo>
                    <a:pt x="2093815" y="531842"/>
                  </a:lnTo>
                  <a:lnTo>
                    <a:pt x="2093768" y="531815"/>
                  </a:lnTo>
                  <a:lnTo>
                    <a:pt x="2093756" y="531795"/>
                  </a:lnTo>
                  <a:lnTo>
                    <a:pt x="2093748" y="531777"/>
                  </a:lnTo>
                  <a:lnTo>
                    <a:pt x="2093726" y="531758"/>
                  </a:lnTo>
                  <a:lnTo>
                    <a:pt x="2093711" y="531746"/>
                  </a:lnTo>
                  <a:lnTo>
                    <a:pt x="2093693" y="531734"/>
                  </a:lnTo>
                  <a:lnTo>
                    <a:pt x="2093674" y="531725"/>
                  </a:lnTo>
                  <a:lnTo>
                    <a:pt x="2093472" y="531634"/>
                  </a:lnTo>
                  <a:lnTo>
                    <a:pt x="2093452" y="531627"/>
                  </a:lnTo>
                  <a:lnTo>
                    <a:pt x="2093434" y="531621"/>
                  </a:lnTo>
                  <a:lnTo>
                    <a:pt x="2093419" y="531618"/>
                  </a:lnTo>
                  <a:lnTo>
                    <a:pt x="2093404" y="531616"/>
                  </a:lnTo>
                  <a:lnTo>
                    <a:pt x="2093391" y="531616"/>
                  </a:lnTo>
                  <a:lnTo>
                    <a:pt x="2093140" y="531627"/>
                  </a:lnTo>
                  <a:lnTo>
                    <a:pt x="2092875" y="531638"/>
                  </a:lnTo>
                  <a:lnTo>
                    <a:pt x="2092802" y="531654"/>
                  </a:lnTo>
                  <a:lnTo>
                    <a:pt x="2092724" y="531683"/>
                  </a:lnTo>
                  <a:lnTo>
                    <a:pt x="2092488" y="531774"/>
                  </a:lnTo>
                  <a:lnTo>
                    <a:pt x="2092373" y="531819"/>
                  </a:lnTo>
                  <a:lnTo>
                    <a:pt x="2092351" y="531827"/>
                  </a:lnTo>
                  <a:lnTo>
                    <a:pt x="2092319" y="531853"/>
                  </a:lnTo>
                  <a:lnTo>
                    <a:pt x="2092277" y="531895"/>
                  </a:lnTo>
                  <a:lnTo>
                    <a:pt x="2092242" y="531934"/>
                  </a:lnTo>
                  <a:lnTo>
                    <a:pt x="2092225" y="531953"/>
                  </a:lnTo>
                  <a:lnTo>
                    <a:pt x="2092098" y="531975"/>
                  </a:lnTo>
                  <a:lnTo>
                    <a:pt x="2092055" y="531981"/>
                  </a:lnTo>
                  <a:lnTo>
                    <a:pt x="2091820" y="531976"/>
                  </a:lnTo>
                  <a:lnTo>
                    <a:pt x="2091732" y="531972"/>
                  </a:lnTo>
                  <a:lnTo>
                    <a:pt x="2091532" y="531959"/>
                  </a:lnTo>
                  <a:lnTo>
                    <a:pt x="2091510" y="531956"/>
                  </a:lnTo>
                  <a:lnTo>
                    <a:pt x="2091123" y="531837"/>
                  </a:lnTo>
                  <a:lnTo>
                    <a:pt x="2091025" y="531795"/>
                  </a:lnTo>
                  <a:lnTo>
                    <a:pt x="2090980" y="531774"/>
                  </a:lnTo>
                  <a:lnTo>
                    <a:pt x="2090921" y="531756"/>
                  </a:lnTo>
                  <a:lnTo>
                    <a:pt x="2090906" y="531752"/>
                  </a:lnTo>
                  <a:lnTo>
                    <a:pt x="2090849" y="531759"/>
                  </a:lnTo>
                  <a:lnTo>
                    <a:pt x="2090841" y="531760"/>
                  </a:lnTo>
                  <a:lnTo>
                    <a:pt x="2090716" y="531788"/>
                  </a:lnTo>
                  <a:lnTo>
                    <a:pt x="2090639" y="531806"/>
                  </a:lnTo>
                  <a:lnTo>
                    <a:pt x="2090597" y="531823"/>
                  </a:lnTo>
                  <a:lnTo>
                    <a:pt x="2090557" y="531857"/>
                  </a:lnTo>
                  <a:lnTo>
                    <a:pt x="2090463" y="531987"/>
                  </a:lnTo>
                  <a:lnTo>
                    <a:pt x="2090414" y="532072"/>
                  </a:lnTo>
                  <a:lnTo>
                    <a:pt x="2090347" y="532160"/>
                  </a:lnTo>
                  <a:lnTo>
                    <a:pt x="2090300" y="532185"/>
                  </a:lnTo>
                  <a:lnTo>
                    <a:pt x="2090281" y="532186"/>
                  </a:lnTo>
                  <a:lnTo>
                    <a:pt x="2090194" y="532185"/>
                  </a:lnTo>
                  <a:lnTo>
                    <a:pt x="2090166" y="532176"/>
                  </a:lnTo>
                  <a:lnTo>
                    <a:pt x="2090090" y="532110"/>
                  </a:lnTo>
                  <a:lnTo>
                    <a:pt x="2090077" y="532099"/>
                  </a:lnTo>
                  <a:lnTo>
                    <a:pt x="2090062" y="532080"/>
                  </a:lnTo>
                  <a:lnTo>
                    <a:pt x="2090057" y="532070"/>
                  </a:lnTo>
                  <a:lnTo>
                    <a:pt x="2090056" y="532058"/>
                  </a:lnTo>
                  <a:lnTo>
                    <a:pt x="2090056" y="532048"/>
                  </a:lnTo>
                  <a:lnTo>
                    <a:pt x="2090060" y="532022"/>
                  </a:lnTo>
                  <a:lnTo>
                    <a:pt x="2090062" y="532015"/>
                  </a:lnTo>
                  <a:lnTo>
                    <a:pt x="2090061" y="532005"/>
                  </a:lnTo>
                  <a:lnTo>
                    <a:pt x="2090060" y="532000"/>
                  </a:lnTo>
                  <a:lnTo>
                    <a:pt x="2089936" y="531774"/>
                  </a:lnTo>
                  <a:lnTo>
                    <a:pt x="2089910" y="531737"/>
                  </a:lnTo>
                  <a:lnTo>
                    <a:pt x="2089854" y="531698"/>
                  </a:lnTo>
                  <a:lnTo>
                    <a:pt x="2089653" y="531559"/>
                  </a:lnTo>
                  <a:lnTo>
                    <a:pt x="2089588" y="531539"/>
                  </a:lnTo>
                  <a:lnTo>
                    <a:pt x="2089517" y="531546"/>
                  </a:lnTo>
                  <a:lnTo>
                    <a:pt x="2089479" y="531560"/>
                  </a:lnTo>
                  <a:lnTo>
                    <a:pt x="2089476" y="531562"/>
                  </a:lnTo>
                  <a:lnTo>
                    <a:pt x="2089415" y="531606"/>
                  </a:lnTo>
                  <a:lnTo>
                    <a:pt x="2089377" y="531662"/>
                  </a:lnTo>
                  <a:lnTo>
                    <a:pt x="2089379" y="531680"/>
                  </a:lnTo>
                  <a:lnTo>
                    <a:pt x="2089384" y="531718"/>
                  </a:lnTo>
                  <a:lnTo>
                    <a:pt x="2089413" y="531833"/>
                  </a:lnTo>
                  <a:lnTo>
                    <a:pt x="2089427" y="531867"/>
                  </a:lnTo>
                  <a:lnTo>
                    <a:pt x="2089450" y="531918"/>
                  </a:lnTo>
                  <a:lnTo>
                    <a:pt x="2089507" y="531987"/>
                  </a:lnTo>
                  <a:lnTo>
                    <a:pt x="2089576" y="532032"/>
                  </a:lnTo>
                  <a:lnTo>
                    <a:pt x="2089657" y="532082"/>
                  </a:lnTo>
                  <a:lnTo>
                    <a:pt x="2089702" y="532118"/>
                  </a:lnTo>
                  <a:lnTo>
                    <a:pt x="2089790" y="532203"/>
                  </a:lnTo>
                  <a:lnTo>
                    <a:pt x="2089853" y="532275"/>
                  </a:lnTo>
                  <a:lnTo>
                    <a:pt x="2089888" y="532319"/>
                  </a:lnTo>
                  <a:lnTo>
                    <a:pt x="2089888" y="532336"/>
                  </a:lnTo>
                  <a:lnTo>
                    <a:pt x="2089889" y="532387"/>
                  </a:lnTo>
                  <a:lnTo>
                    <a:pt x="2089856" y="532438"/>
                  </a:lnTo>
                  <a:lnTo>
                    <a:pt x="2089808" y="532489"/>
                  </a:lnTo>
                  <a:lnTo>
                    <a:pt x="2089732" y="532515"/>
                  </a:lnTo>
                  <a:lnTo>
                    <a:pt x="2089667" y="532535"/>
                  </a:lnTo>
                  <a:lnTo>
                    <a:pt x="2089596" y="532556"/>
                  </a:lnTo>
                  <a:lnTo>
                    <a:pt x="2089494" y="532563"/>
                  </a:lnTo>
                  <a:lnTo>
                    <a:pt x="2089432" y="532555"/>
                  </a:lnTo>
                  <a:lnTo>
                    <a:pt x="2089291" y="532519"/>
                  </a:lnTo>
                  <a:lnTo>
                    <a:pt x="2089217" y="532490"/>
                  </a:lnTo>
                  <a:lnTo>
                    <a:pt x="2088992" y="532398"/>
                  </a:lnTo>
                  <a:lnTo>
                    <a:pt x="2088622" y="532142"/>
                  </a:lnTo>
                  <a:lnTo>
                    <a:pt x="2088494" y="531985"/>
                  </a:lnTo>
                  <a:lnTo>
                    <a:pt x="2088378" y="531815"/>
                  </a:lnTo>
                  <a:lnTo>
                    <a:pt x="2088305" y="531678"/>
                  </a:lnTo>
                  <a:lnTo>
                    <a:pt x="2088256" y="531582"/>
                  </a:lnTo>
                  <a:lnTo>
                    <a:pt x="2088204" y="531506"/>
                  </a:lnTo>
                  <a:lnTo>
                    <a:pt x="2088186" y="531484"/>
                  </a:lnTo>
                  <a:lnTo>
                    <a:pt x="2088114" y="531410"/>
                  </a:lnTo>
                  <a:lnTo>
                    <a:pt x="2088063" y="531379"/>
                  </a:lnTo>
                  <a:lnTo>
                    <a:pt x="2087992" y="531371"/>
                  </a:lnTo>
                  <a:lnTo>
                    <a:pt x="2087940" y="531380"/>
                  </a:lnTo>
                  <a:lnTo>
                    <a:pt x="2087876" y="531415"/>
                  </a:lnTo>
                  <a:lnTo>
                    <a:pt x="2087816" y="531445"/>
                  </a:lnTo>
                  <a:lnTo>
                    <a:pt x="2087745" y="531470"/>
                  </a:lnTo>
                  <a:lnTo>
                    <a:pt x="2087725" y="531474"/>
                  </a:lnTo>
                  <a:lnTo>
                    <a:pt x="2087652" y="531490"/>
                  </a:lnTo>
                  <a:lnTo>
                    <a:pt x="2087579" y="531507"/>
                  </a:lnTo>
                  <a:lnTo>
                    <a:pt x="2087483" y="531530"/>
                  </a:lnTo>
                  <a:lnTo>
                    <a:pt x="2087445" y="531542"/>
                  </a:lnTo>
                  <a:lnTo>
                    <a:pt x="2087402" y="531555"/>
                  </a:lnTo>
                  <a:lnTo>
                    <a:pt x="2087284" y="531596"/>
                  </a:lnTo>
                  <a:lnTo>
                    <a:pt x="2087229" y="531626"/>
                  </a:lnTo>
                  <a:lnTo>
                    <a:pt x="2087182" y="531652"/>
                  </a:lnTo>
                  <a:lnTo>
                    <a:pt x="2087153" y="531662"/>
                  </a:lnTo>
                  <a:lnTo>
                    <a:pt x="2087146" y="531665"/>
                  </a:lnTo>
                  <a:lnTo>
                    <a:pt x="2087087" y="531661"/>
                  </a:lnTo>
                  <a:lnTo>
                    <a:pt x="2087009" y="531654"/>
                  </a:lnTo>
                  <a:lnTo>
                    <a:pt x="2086938" y="531640"/>
                  </a:lnTo>
                  <a:lnTo>
                    <a:pt x="2086422" y="531533"/>
                  </a:lnTo>
                  <a:lnTo>
                    <a:pt x="2086340" y="531509"/>
                  </a:lnTo>
                  <a:lnTo>
                    <a:pt x="2086048" y="531401"/>
                  </a:lnTo>
                  <a:lnTo>
                    <a:pt x="2085901" y="531338"/>
                  </a:lnTo>
                  <a:lnTo>
                    <a:pt x="2085803" y="531265"/>
                  </a:lnTo>
                  <a:lnTo>
                    <a:pt x="2085743" y="531209"/>
                  </a:lnTo>
                  <a:lnTo>
                    <a:pt x="2085688" y="531149"/>
                  </a:lnTo>
                  <a:lnTo>
                    <a:pt x="2085669" y="531126"/>
                  </a:lnTo>
                  <a:lnTo>
                    <a:pt x="2085535" y="530967"/>
                  </a:lnTo>
                  <a:lnTo>
                    <a:pt x="2085256" y="530576"/>
                  </a:lnTo>
                  <a:lnTo>
                    <a:pt x="2085226" y="530516"/>
                  </a:lnTo>
                  <a:lnTo>
                    <a:pt x="2085210" y="530446"/>
                  </a:lnTo>
                  <a:lnTo>
                    <a:pt x="2085199" y="530389"/>
                  </a:lnTo>
                  <a:lnTo>
                    <a:pt x="2085192" y="530231"/>
                  </a:lnTo>
                  <a:lnTo>
                    <a:pt x="2085203" y="529965"/>
                  </a:lnTo>
                  <a:lnTo>
                    <a:pt x="2085212" y="529903"/>
                  </a:lnTo>
                  <a:lnTo>
                    <a:pt x="2085227" y="529849"/>
                  </a:lnTo>
                  <a:lnTo>
                    <a:pt x="2085262" y="529810"/>
                  </a:lnTo>
                  <a:lnTo>
                    <a:pt x="2085291" y="529767"/>
                  </a:lnTo>
                  <a:lnTo>
                    <a:pt x="2085316" y="529720"/>
                  </a:lnTo>
                  <a:lnTo>
                    <a:pt x="2085325" y="529692"/>
                  </a:lnTo>
                  <a:lnTo>
                    <a:pt x="2085342" y="529581"/>
                  </a:lnTo>
                  <a:lnTo>
                    <a:pt x="2085345" y="529537"/>
                  </a:lnTo>
                  <a:lnTo>
                    <a:pt x="2085345" y="529526"/>
                  </a:lnTo>
                  <a:lnTo>
                    <a:pt x="2085328" y="529480"/>
                  </a:lnTo>
                  <a:lnTo>
                    <a:pt x="2085304" y="529454"/>
                  </a:lnTo>
                  <a:lnTo>
                    <a:pt x="2085247" y="529436"/>
                  </a:lnTo>
                  <a:lnTo>
                    <a:pt x="2085186" y="529431"/>
                  </a:lnTo>
                  <a:lnTo>
                    <a:pt x="2085121" y="529439"/>
                  </a:lnTo>
                  <a:lnTo>
                    <a:pt x="2084968" y="529459"/>
                  </a:lnTo>
                  <a:lnTo>
                    <a:pt x="2084905" y="529484"/>
                  </a:lnTo>
                  <a:lnTo>
                    <a:pt x="2084835" y="529527"/>
                  </a:lnTo>
                  <a:lnTo>
                    <a:pt x="2084810" y="529552"/>
                  </a:lnTo>
                  <a:lnTo>
                    <a:pt x="2084809" y="529580"/>
                  </a:lnTo>
                  <a:lnTo>
                    <a:pt x="2084817" y="529613"/>
                  </a:lnTo>
                  <a:lnTo>
                    <a:pt x="2084817" y="529654"/>
                  </a:lnTo>
                  <a:lnTo>
                    <a:pt x="2084795" y="529721"/>
                  </a:lnTo>
                  <a:lnTo>
                    <a:pt x="2084715" y="529786"/>
                  </a:lnTo>
                  <a:lnTo>
                    <a:pt x="2084662" y="529819"/>
                  </a:lnTo>
                  <a:lnTo>
                    <a:pt x="2084593" y="529845"/>
                  </a:lnTo>
                  <a:lnTo>
                    <a:pt x="2084499" y="529866"/>
                  </a:lnTo>
                  <a:lnTo>
                    <a:pt x="2084400" y="529863"/>
                  </a:lnTo>
                  <a:lnTo>
                    <a:pt x="2084306" y="529848"/>
                  </a:lnTo>
                  <a:lnTo>
                    <a:pt x="2084120" y="529784"/>
                  </a:lnTo>
                  <a:lnTo>
                    <a:pt x="2083939" y="529696"/>
                  </a:lnTo>
                  <a:lnTo>
                    <a:pt x="2083893" y="529670"/>
                  </a:lnTo>
                  <a:lnTo>
                    <a:pt x="2083839" y="529609"/>
                  </a:lnTo>
                  <a:lnTo>
                    <a:pt x="2083767" y="529530"/>
                  </a:lnTo>
                  <a:lnTo>
                    <a:pt x="2083688" y="529448"/>
                  </a:lnTo>
                  <a:lnTo>
                    <a:pt x="2083646" y="529432"/>
                  </a:lnTo>
                  <a:lnTo>
                    <a:pt x="2083535" y="529417"/>
                  </a:lnTo>
                  <a:lnTo>
                    <a:pt x="2083457" y="529410"/>
                  </a:lnTo>
                  <a:lnTo>
                    <a:pt x="2083432" y="529431"/>
                  </a:lnTo>
                  <a:lnTo>
                    <a:pt x="2083368" y="529487"/>
                  </a:lnTo>
                  <a:lnTo>
                    <a:pt x="2083306" y="529531"/>
                  </a:lnTo>
                  <a:lnTo>
                    <a:pt x="2083259" y="529562"/>
                  </a:lnTo>
                  <a:lnTo>
                    <a:pt x="2083211" y="529575"/>
                  </a:lnTo>
                  <a:lnTo>
                    <a:pt x="2083184" y="529590"/>
                  </a:lnTo>
                  <a:lnTo>
                    <a:pt x="2083112" y="529630"/>
                  </a:lnTo>
                  <a:lnTo>
                    <a:pt x="2083020" y="529672"/>
                  </a:lnTo>
                  <a:lnTo>
                    <a:pt x="2082921" y="529703"/>
                  </a:lnTo>
                  <a:lnTo>
                    <a:pt x="2082854" y="529720"/>
                  </a:lnTo>
                  <a:lnTo>
                    <a:pt x="2082780" y="529725"/>
                  </a:lnTo>
                  <a:lnTo>
                    <a:pt x="2082702" y="529709"/>
                  </a:lnTo>
                  <a:lnTo>
                    <a:pt x="2082645" y="529686"/>
                  </a:lnTo>
                  <a:lnTo>
                    <a:pt x="2082610" y="529633"/>
                  </a:lnTo>
                  <a:lnTo>
                    <a:pt x="2082592" y="529586"/>
                  </a:lnTo>
                  <a:lnTo>
                    <a:pt x="2082602" y="529555"/>
                  </a:lnTo>
                  <a:lnTo>
                    <a:pt x="2082631" y="529526"/>
                  </a:lnTo>
                  <a:lnTo>
                    <a:pt x="2082666" y="529427"/>
                  </a:lnTo>
                  <a:lnTo>
                    <a:pt x="2082683" y="529347"/>
                  </a:lnTo>
                  <a:lnTo>
                    <a:pt x="2082688" y="529285"/>
                  </a:lnTo>
                  <a:lnTo>
                    <a:pt x="2082673" y="529212"/>
                  </a:lnTo>
                  <a:lnTo>
                    <a:pt x="2082651" y="529192"/>
                  </a:lnTo>
                  <a:lnTo>
                    <a:pt x="2082591" y="529176"/>
                  </a:lnTo>
                  <a:lnTo>
                    <a:pt x="2082519" y="529161"/>
                  </a:lnTo>
                  <a:lnTo>
                    <a:pt x="2082455" y="529166"/>
                  </a:lnTo>
                  <a:lnTo>
                    <a:pt x="2082388" y="529177"/>
                  </a:lnTo>
                  <a:lnTo>
                    <a:pt x="2082309" y="529203"/>
                  </a:lnTo>
                  <a:lnTo>
                    <a:pt x="2082259" y="529227"/>
                  </a:lnTo>
                  <a:lnTo>
                    <a:pt x="2082212" y="529278"/>
                  </a:lnTo>
                  <a:lnTo>
                    <a:pt x="2082177" y="529328"/>
                  </a:lnTo>
                  <a:lnTo>
                    <a:pt x="2082155" y="529395"/>
                  </a:lnTo>
                  <a:lnTo>
                    <a:pt x="2082121" y="529579"/>
                  </a:lnTo>
                  <a:lnTo>
                    <a:pt x="2082117" y="529664"/>
                  </a:lnTo>
                  <a:lnTo>
                    <a:pt x="2082159" y="529798"/>
                  </a:lnTo>
                  <a:lnTo>
                    <a:pt x="2082202" y="529865"/>
                  </a:lnTo>
                  <a:lnTo>
                    <a:pt x="2082227" y="529897"/>
                  </a:lnTo>
                  <a:lnTo>
                    <a:pt x="2082243" y="529917"/>
                  </a:lnTo>
                  <a:lnTo>
                    <a:pt x="2082255" y="529955"/>
                  </a:lnTo>
                  <a:lnTo>
                    <a:pt x="2082247" y="530015"/>
                  </a:lnTo>
                  <a:lnTo>
                    <a:pt x="2082224" y="530033"/>
                  </a:lnTo>
                  <a:lnTo>
                    <a:pt x="2081989" y="530149"/>
                  </a:lnTo>
                  <a:lnTo>
                    <a:pt x="2081937" y="530174"/>
                  </a:lnTo>
                  <a:lnTo>
                    <a:pt x="2081793" y="530204"/>
                  </a:lnTo>
                  <a:lnTo>
                    <a:pt x="2081561" y="530187"/>
                  </a:lnTo>
                  <a:lnTo>
                    <a:pt x="2081458" y="530180"/>
                  </a:lnTo>
                  <a:lnTo>
                    <a:pt x="2081371" y="530164"/>
                  </a:lnTo>
                  <a:lnTo>
                    <a:pt x="2081271" y="530134"/>
                  </a:lnTo>
                  <a:lnTo>
                    <a:pt x="2081179" y="530094"/>
                  </a:lnTo>
                  <a:lnTo>
                    <a:pt x="2081072" y="530050"/>
                  </a:lnTo>
                  <a:lnTo>
                    <a:pt x="2081019" y="530033"/>
                  </a:lnTo>
                  <a:lnTo>
                    <a:pt x="2080970" y="530016"/>
                  </a:lnTo>
                  <a:lnTo>
                    <a:pt x="2080902" y="529996"/>
                  </a:lnTo>
                  <a:lnTo>
                    <a:pt x="2080839" y="529994"/>
                  </a:lnTo>
                  <a:lnTo>
                    <a:pt x="2080743" y="529993"/>
                  </a:lnTo>
                  <a:lnTo>
                    <a:pt x="2080697" y="530002"/>
                  </a:lnTo>
                  <a:lnTo>
                    <a:pt x="2080552" y="530090"/>
                  </a:lnTo>
                  <a:lnTo>
                    <a:pt x="2080502" y="530137"/>
                  </a:lnTo>
                  <a:lnTo>
                    <a:pt x="2080450" y="530195"/>
                  </a:lnTo>
                  <a:lnTo>
                    <a:pt x="2080381" y="530243"/>
                  </a:lnTo>
                  <a:lnTo>
                    <a:pt x="2080314" y="530265"/>
                  </a:lnTo>
                  <a:lnTo>
                    <a:pt x="2080246" y="530275"/>
                  </a:lnTo>
                  <a:lnTo>
                    <a:pt x="2080199" y="530261"/>
                  </a:lnTo>
                  <a:lnTo>
                    <a:pt x="2080101" y="530221"/>
                  </a:lnTo>
                  <a:lnTo>
                    <a:pt x="2080061" y="530189"/>
                  </a:lnTo>
                  <a:lnTo>
                    <a:pt x="2080023" y="530159"/>
                  </a:lnTo>
                  <a:lnTo>
                    <a:pt x="2079953" y="530100"/>
                  </a:lnTo>
                  <a:lnTo>
                    <a:pt x="2079886" y="530020"/>
                  </a:lnTo>
                  <a:lnTo>
                    <a:pt x="2079837" y="529958"/>
                  </a:lnTo>
                  <a:lnTo>
                    <a:pt x="2079804" y="529833"/>
                  </a:lnTo>
                  <a:lnTo>
                    <a:pt x="2079802" y="529792"/>
                  </a:lnTo>
                  <a:lnTo>
                    <a:pt x="2079800" y="529746"/>
                  </a:lnTo>
                  <a:lnTo>
                    <a:pt x="2079807" y="529591"/>
                  </a:lnTo>
                  <a:lnTo>
                    <a:pt x="2079795" y="529541"/>
                  </a:lnTo>
                  <a:lnTo>
                    <a:pt x="2079716" y="529367"/>
                  </a:lnTo>
                  <a:lnTo>
                    <a:pt x="2079703" y="529347"/>
                  </a:lnTo>
                  <a:lnTo>
                    <a:pt x="2079682" y="529312"/>
                  </a:lnTo>
                  <a:lnTo>
                    <a:pt x="2079644" y="529283"/>
                  </a:lnTo>
                  <a:lnTo>
                    <a:pt x="2079578" y="529264"/>
                  </a:lnTo>
                  <a:lnTo>
                    <a:pt x="2079226" y="529215"/>
                  </a:lnTo>
                  <a:lnTo>
                    <a:pt x="2079145" y="529218"/>
                  </a:lnTo>
                  <a:lnTo>
                    <a:pt x="2079072" y="529238"/>
                  </a:lnTo>
                  <a:lnTo>
                    <a:pt x="2078976" y="529289"/>
                  </a:lnTo>
                  <a:lnTo>
                    <a:pt x="2078862" y="529332"/>
                  </a:lnTo>
                  <a:lnTo>
                    <a:pt x="2078716" y="529369"/>
                  </a:lnTo>
                  <a:lnTo>
                    <a:pt x="2078677" y="529372"/>
                  </a:lnTo>
                  <a:lnTo>
                    <a:pt x="2078623" y="529376"/>
                  </a:lnTo>
                  <a:lnTo>
                    <a:pt x="2078549" y="529358"/>
                  </a:lnTo>
                  <a:lnTo>
                    <a:pt x="2078488" y="529342"/>
                  </a:lnTo>
                  <a:lnTo>
                    <a:pt x="2078354" y="529328"/>
                  </a:lnTo>
                  <a:lnTo>
                    <a:pt x="2078222" y="529321"/>
                  </a:lnTo>
                  <a:lnTo>
                    <a:pt x="2078157" y="529329"/>
                  </a:lnTo>
                  <a:lnTo>
                    <a:pt x="2078116" y="529353"/>
                  </a:lnTo>
                  <a:lnTo>
                    <a:pt x="2078101" y="529396"/>
                  </a:lnTo>
                  <a:lnTo>
                    <a:pt x="2078098" y="529448"/>
                  </a:lnTo>
                  <a:lnTo>
                    <a:pt x="2078126" y="529525"/>
                  </a:lnTo>
                  <a:lnTo>
                    <a:pt x="2078164" y="529706"/>
                  </a:lnTo>
                  <a:lnTo>
                    <a:pt x="2078190" y="529876"/>
                  </a:lnTo>
                  <a:lnTo>
                    <a:pt x="2078190" y="529906"/>
                  </a:lnTo>
                  <a:lnTo>
                    <a:pt x="2078175" y="529954"/>
                  </a:lnTo>
                  <a:lnTo>
                    <a:pt x="2078140" y="530009"/>
                  </a:lnTo>
                  <a:lnTo>
                    <a:pt x="2078107" y="530033"/>
                  </a:lnTo>
                  <a:lnTo>
                    <a:pt x="2077895" y="530063"/>
                  </a:lnTo>
                  <a:lnTo>
                    <a:pt x="2077828" y="530073"/>
                  </a:lnTo>
                  <a:lnTo>
                    <a:pt x="2077730" y="530056"/>
                  </a:lnTo>
                  <a:lnTo>
                    <a:pt x="2077656" y="530025"/>
                  </a:lnTo>
                  <a:lnTo>
                    <a:pt x="2077450" y="529942"/>
                  </a:lnTo>
                  <a:lnTo>
                    <a:pt x="2077383" y="529908"/>
                  </a:lnTo>
                  <a:lnTo>
                    <a:pt x="2077291" y="529861"/>
                  </a:lnTo>
                  <a:lnTo>
                    <a:pt x="2077280" y="529828"/>
                  </a:lnTo>
                  <a:lnTo>
                    <a:pt x="2077188" y="529775"/>
                  </a:lnTo>
                  <a:lnTo>
                    <a:pt x="2077082" y="529720"/>
                  </a:lnTo>
                  <a:lnTo>
                    <a:pt x="2076971" y="529680"/>
                  </a:lnTo>
                  <a:lnTo>
                    <a:pt x="2076888" y="529670"/>
                  </a:lnTo>
                  <a:lnTo>
                    <a:pt x="2076635" y="529555"/>
                  </a:lnTo>
                  <a:lnTo>
                    <a:pt x="2076526" y="529501"/>
                  </a:lnTo>
                  <a:lnTo>
                    <a:pt x="2076415" y="529447"/>
                  </a:lnTo>
                  <a:lnTo>
                    <a:pt x="2076260" y="529367"/>
                  </a:lnTo>
                  <a:lnTo>
                    <a:pt x="2076008" y="529286"/>
                  </a:lnTo>
                  <a:lnTo>
                    <a:pt x="2075902" y="529230"/>
                  </a:lnTo>
                  <a:lnTo>
                    <a:pt x="2075779" y="529148"/>
                  </a:lnTo>
                  <a:lnTo>
                    <a:pt x="2075746" y="529132"/>
                  </a:lnTo>
                  <a:lnTo>
                    <a:pt x="2075680" y="529100"/>
                  </a:lnTo>
                  <a:lnTo>
                    <a:pt x="2075585" y="529063"/>
                  </a:lnTo>
                  <a:lnTo>
                    <a:pt x="2075521" y="529061"/>
                  </a:lnTo>
                  <a:lnTo>
                    <a:pt x="2075450" y="529075"/>
                  </a:lnTo>
                  <a:lnTo>
                    <a:pt x="2075339" y="529111"/>
                  </a:lnTo>
                  <a:lnTo>
                    <a:pt x="2075194" y="529172"/>
                  </a:lnTo>
                  <a:lnTo>
                    <a:pt x="2075107" y="529213"/>
                  </a:lnTo>
                  <a:lnTo>
                    <a:pt x="2075073" y="529250"/>
                  </a:lnTo>
                  <a:lnTo>
                    <a:pt x="2075007" y="529353"/>
                  </a:lnTo>
                  <a:lnTo>
                    <a:pt x="2074947" y="529389"/>
                  </a:lnTo>
                  <a:lnTo>
                    <a:pt x="2074880" y="529394"/>
                  </a:lnTo>
                  <a:lnTo>
                    <a:pt x="2074797" y="529393"/>
                  </a:lnTo>
                  <a:lnTo>
                    <a:pt x="2074386" y="529373"/>
                  </a:lnTo>
                  <a:lnTo>
                    <a:pt x="2074340" y="529358"/>
                  </a:lnTo>
                  <a:lnTo>
                    <a:pt x="2074196" y="529299"/>
                  </a:lnTo>
                  <a:lnTo>
                    <a:pt x="2074120" y="529261"/>
                  </a:lnTo>
                  <a:lnTo>
                    <a:pt x="2074060" y="529216"/>
                  </a:lnTo>
                  <a:lnTo>
                    <a:pt x="2074009" y="529156"/>
                  </a:lnTo>
                  <a:lnTo>
                    <a:pt x="2073968" y="529080"/>
                  </a:lnTo>
                  <a:lnTo>
                    <a:pt x="2073948" y="529020"/>
                  </a:lnTo>
                  <a:lnTo>
                    <a:pt x="2073952" y="528984"/>
                  </a:lnTo>
                  <a:lnTo>
                    <a:pt x="2073979" y="528946"/>
                  </a:lnTo>
                  <a:lnTo>
                    <a:pt x="2074023" y="528909"/>
                  </a:lnTo>
                  <a:lnTo>
                    <a:pt x="2074060" y="528894"/>
                  </a:lnTo>
                  <a:lnTo>
                    <a:pt x="2074574" y="528739"/>
                  </a:lnTo>
                  <a:lnTo>
                    <a:pt x="2074670" y="528732"/>
                  </a:lnTo>
                  <a:lnTo>
                    <a:pt x="2074743" y="528735"/>
                  </a:lnTo>
                  <a:lnTo>
                    <a:pt x="2074840" y="528734"/>
                  </a:lnTo>
                  <a:lnTo>
                    <a:pt x="2074915" y="528713"/>
                  </a:lnTo>
                  <a:lnTo>
                    <a:pt x="2074964" y="528689"/>
                  </a:lnTo>
                  <a:lnTo>
                    <a:pt x="2075037" y="528622"/>
                  </a:lnTo>
                  <a:lnTo>
                    <a:pt x="2075228" y="528444"/>
                  </a:lnTo>
                  <a:lnTo>
                    <a:pt x="2075267" y="528403"/>
                  </a:lnTo>
                  <a:lnTo>
                    <a:pt x="2075305" y="528313"/>
                  </a:lnTo>
                  <a:lnTo>
                    <a:pt x="2075312" y="528288"/>
                  </a:lnTo>
                  <a:lnTo>
                    <a:pt x="2075311" y="528264"/>
                  </a:lnTo>
                  <a:lnTo>
                    <a:pt x="2075309" y="528242"/>
                  </a:lnTo>
                  <a:lnTo>
                    <a:pt x="2075249" y="528053"/>
                  </a:lnTo>
                  <a:lnTo>
                    <a:pt x="2075226" y="527998"/>
                  </a:lnTo>
                  <a:lnTo>
                    <a:pt x="2075193" y="527953"/>
                  </a:lnTo>
                  <a:lnTo>
                    <a:pt x="2075161" y="527911"/>
                  </a:lnTo>
                  <a:lnTo>
                    <a:pt x="2075125" y="527878"/>
                  </a:lnTo>
                  <a:lnTo>
                    <a:pt x="2075066" y="527848"/>
                  </a:lnTo>
                  <a:lnTo>
                    <a:pt x="2075008" y="527824"/>
                  </a:lnTo>
                  <a:lnTo>
                    <a:pt x="2074962" y="527814"/>
                  </a:lnTo>
                  <a:lnTo>
                    <a:pt x="2074916" y="527803"/>
                  </a:lnTo>
                  <a:lnTo>
                    <a:pt x="2074860" y="527798"/>
                  </a:lnTo>
                  <a:lnTo>
                    <a:pt x="2074838" y="527798"/>
                  </a:lnTo>
                  <a:lnTo>
                    <a:pt x="2074788" y="527797"/>
                  </a:lnTo>
                  <a:lnTo>
                    <a:pt x="2074724" y="527803"/>
                  </a:lnTo>
                  <a:lnTo>
                    <a:pt x="2074573" y="527822"/>
                  </a:lnTo>
                  <a:lnTo>
                    <a:pt x="2074484" y="527840"/>
                  </a:lnTo>
                  <a:lnTo>
                    <a:pt x="2074450" y="527862"/>
                  </a:lnTo>
                  <a:lnTo>
                    <a:pt x="2074407" y="527895"/>
                  </a:lnTo>
                  <a:lnTo>
                    <a:pt x="2074348" y="527945"/>
                  </a:lnTo>
                  <a:lnTo>
                    <a:pt x="2074238" y="528070"/>
                  </a:lnTo>
                  <a:lnTo>
                    <a:pt x="2073863" y="528389"/>
                  </a:lnTo>
                  <a:lnTo>
                    <a:pt x="2073835" y="528410"/>
                  </a:lnTo>
                  <a:lnTo>
                    <a:pt x="2073769" y="528438"/>
                  </a:lnTo>
                  <a:lnTo>
                    <a:pt x="2073709" y="528453"/>
                  </a:lnTo>
                  <a:lnTo>
                    <a:pt x="2073646" y="528432"/>
                  </a:lnTo>
                  <a:lnTo>
                    <a:pt x="2073603" y="528414"/>
                  </a:lnTo>
                  <a:lnTo>
                    <a:pt x="2073558" y="528384"/>
                  </a:lnTo>
                  <a:lnTo>
                    <a:pt x="2073530" y="528349"/>
                  </a:lnTo>
                  <a:lnTo>
                    <a:pt x="2073521" y="528335"/>
                  </a:lnTo>
                  <a:lnTo>
                    <a:pt x="2073476" y="528272"/>
                  </a:lnTo>
                  <a:lnTo>
                    <a:pt x="2073424" y="528221"/>
                  </a:lnTo>
                  <a:lnTo>
                    <a:pt x="2073337" y="528148"/>
                  </a:lnTo>
                  <a:lnTo>
                    <a:pt x="2073298" y="528128"/>
                  </a:lnTo>
                  <a:lnTo>
                    <a:pt x="2073261" y="528118"/>
                  </a:lnTo>
                  <a:lnTo>
                    <a:pt x="2073240" y="528106"/>
                  </a:lnTo>
                  <a:lnTo>
                    <a:pt x="2073211" y="528068"/>
                  </a:lnTo>
                  <a:lnTo>
                    <a:pt x="2073202" y="528032"/>
                  </a:lnTo>
                  <a:lnTo>
                    <a:pt x="2073204" y="528006"/>
                  </a:lnTo>
                  <a:lnTo>
                    <a:pt x="2073218" y="527980"/>
                  </a:lnTo>
                  <a:lnTo>
                    <a:pt x="2073294" y="527870"/>
                  </a:lnTo>
                  <a:lnTo>
                    <a:pt x="2073339" y="527820"/>
                  </a:lnTo>
                  <a:lnTo>
                    <a:pt x="2073416" y="527755"/>
                  </a:lnTo>
                  <a:lnTo>
                    <a:pt x="2073477" y="527598"/>
                  </a:lnTo>
                  <a:lnTo>
                    <a:pt x="2073484" y="527553"/>
                  </a:lnTo>
                  <a:lnTo>
                    <a:pt x="2073482" y="527523"/>
                  </a:lnTo>
                  <a:lnTo>
                    <a:pt x="2073476" y="527506"/>
                  </a:lnTo>
                  <a:lnTo>
                    <a:pt x="2073460" y="527488"/>
                  </a:lnTo>
                  <a:lnTo>
                    <a:pt x="2073423" y="527465"/>
                  </a:lnTo>
                  <a:lnTo>
                    <a:pt x="2073313" y="527407"/>
                  </a:lnTo>
                  <a:lnTo>
                    <a:pt x="2073283" y="527396"/>
                  </a:lnTo>
                  <a:lnTo>
                    <a:pt x="2073237" y="527390"/>
                  </a:lnTo>
                  <a:lnTo>
                    <a:pt x="2073182" y="527387"/>
                  </a:lnTo>
                  <a:lnTo>
                    <a:pt x="2073113" y="527392"/>
                  </a:lnTo>
                  <a:lnTo>
                    <a:pt x="2073102" y="527393"/>
                  </a:lnTo>
                  <a:lnTo>
                    <a:pt x="2073051" y="527401"/>
                  </a:lnTo>
                  <a:lnTo>
                    <a:pt x="2073009" y="527414"/>
                  </a:lnTo>
                  <a:lnTo>
                    <a:pt x="2072974" y="527430"/>
                  </a:lnTo>
                  <a:lnTo>
                    <a:pt x="2072856" y="527501"/>
                  </a:lnTo>
                  <a:lnTo>
                    <a:pt x="2072842" y="527509"/>
                  </a:lnTo>
                  <a:lnTo>
                    <a:pt x="2072767" y="527549"/>
                  </a:lnTo>
                  <a:lnTo>
                    <a:pt x="2072723" y="527570"/>
                  </a:lnTo>
                  <a:lnTo>
                    <a:pt x="2072702" y="527571"/>
                  </a:lnTo>
                  <a:lnTo>
                    <a:pt x="2072574" y="527576"/>
                  </a:lnTo>
                  <a:lnTo>
                    <a:pt x="2072524" y="527577"/>
                  </a:lnTo>
                  <a:lnTo>
                    <a:pt x="2072492" y="527571"/>
                  </a:lnTo>
                  <a:lnTo>
                    <a:pt x="2072465" y="527552"/>
                  </a:lnTo>
                  <a:lnTo>
                    <a:pt x="2072416" y="527498"/>
                  </a:lnTo>
                  <a:lnTo>
                    <a:pt x="2072388" y="527466"/>
                  </a:lnTo>
                  <a:lnTo>
                    <a:pt x="2072369" y="527431"/>
                  </a:lnTo>
                  <a:lnTo>
                    <a:pt x="2072355" y="527389"/>
                  </a:lnTo>
                  <a:lnTo>
                    <a:pt x="2072344" y="527349"/>
                  </a:lnTo>
                  <a:lnTo>
                    <a:pt x="2072346" y="527328"/>
                  </a:lnTo>
                  <a:lnTo>
                    <a:pt x="2072369" y="527283"/>
                  </a:lnTo>
                  <a:lnTo>
                    <a:pt x="2072391" y="527244"/>
                  </a:lnTo>
                  <a:lnTo>
                    <a:pt x="2072419" y="527197"/>
                  </a:lnTo>
                  <a:lnTo>
                    <a:pt x="2072431" y="527176"/>
                  </a:lnTo>
                  <a:lnTo>
                    <a:pt x="2072456" y="527131"/>
                  </a:lnTo>
                  <a:lnTo>
                    <a:pt x="2072474" y="527091"/>
                  </a:lnTo>
                  <a:lnTo>
                    <a:pt x="2072475" y="527072"/>
                  </a:lnTo>
                  <a:lnTo>
                    <a:pt x="2072467" y="527037"/>
                  </a:lnTo>
                  <a:lnTo>
                    <a:pt x="2072455" y="527008"/>
                  </a:lnTo>
                  <a:lnTo>
                    <a:pt x="2072434" y="526981"/>
                  </a:lnTo>
                  <a:lnTo>
                    <a:pt x="2072388" y="526963"/>
                  </a:lnTo>
                  <a:lnTo>
                    <a:pt x="2072239" y="526928"/>
                  </a:lnTo>
                  <a:lnTo>
                    <a:pt x="2072175" y="526922"/>
                  </a:lnTo>
                  <a:lnTo>
                    <a:pt x="2072107" y="526931"/>
                  </a:lnTo>
                  <a:lnTo>
                    <a:pt x="2072044" y="526943"/>
                  </a:lnTo>
                  <a:lnTo>
                    <a:pt x="2071981" y="526966"/>
                  </a:lnTo>
                  <a:lnTo>
                    <a:pt x="2071955" y="526986"/>
                  </a:lnTo>
                  <a:lnTo>
                    <a:pt x="2071941" y="527014"/>
                  </a:lnTo>
                  <a:lnTo>
                    <a:pt x="2071927" y="527053"/>
                  </a:lnTo>
                  <a:lnTo>
                    <a:pt x="2071893" y="527122"/>
                  </a:lnTo>
                  <a:lnTo>
                    <a:pt x="2071850" y="527184"/>
                  </a:lnTo>
                  <a:lnTo>
                    <a:pt x="2071820" y="527212"/>
                  </a:lnTo>
                  <a:lnTo>
                    <a:pt x="2071768" y="527234"/>
                  </a:lnTo>
                  <a:lnTo>
                    <a:pt x="2071702" y="527264"/>
                  </a:lnTo>
                  <a:lnTo>
                    <a:pt x="2071606" y="527293"/>
                  </a:lnTo>
                  <a:lnTo>
                    <a:pt x="2071434" y="527322"/>
                  </a:lnTo>
                  <a:lnTo>
                    <a:pt x="2071200" y="527279"/>
                  </a:lnTo>
                  <a:lnTo>
                    <a:pt x="2071124" y="527264"/>
                  </a:lnTo>
                  <a:lnTo>
                    <a:pt x="2071084" y="527244"/>
                  </a:lnTo>
                  <a:lnTo>
                    <a:pt x="2071042" y="527213"/>
                  </a:lnTo>
                  <a:lnTo>
                    <a:pt x="2071010" y="527167"/>
                  </a:lnTo>
                  <a:lnTo>
                    <a:pt x="2070981" y="527088"/>
                  </a:lnTo>
                  <a:lnTo>
                    <a:pt x="2070951" y="527007"/>
                  </a:lnTo>
                  <a:lnTo>
                    <a:pt x="2070931" y="526947"/>
                  </a:lnTo>
                  <a:lnTo>
                    <a:pt x="2070924" y="526919"/>
                  </a:lnTo>
                  <a:lnTo>
                    <a:pt x="2070923" y="526885"/>
                  </a:lnTo>
                  <a:lnTo>
                    <a:pt x="2070929" y="526858"/>
                  </a:lnTo>
                  <a:lnTo>
                    <a:pt x="2070915" y="526727"/>
                  </a:lnTo>
                  <a:lnTo>
                    <a:pt x="2070905" y="526687"/>
                  </a:lnTo>
                  <a:lnTo>
                    <a:pt x="2070898" y="526664"/>
                  </a:lnTo>
                  <a:lnTo>
                    <a:pt x="2070838" y="526616"/>
                  </a:lnTo>
                  <a:lnTo>
                    <a:pt x="2070787" y="526603"/>
                  </a:lnTo>
                  <a:lnTo>
                    <a:pt x="2070722" y="526592"/>
                  </a:lnTo>
                  <a:lnTo>
                    <a:pt x="2070666" y="526585"/>
                  </a:lnTo>
                  <a:lnTo>
                    <a:pt x="2070622" y="526587"/>
                  </a:lnTo>
                  <a:lnTo>
                    <a:pt x="2070557" y="526593"/>
                  </a:lnTo>
                  <a:lnTo>
                    <a:pt x="2070512" y="526604"/>
                  </a:lnTo>
                  <a:lnTo>
                    <a:pt x="2070454" y="526629"/>
                  </a:lnTo>
                  <a:lnTo>
                    <a:pt x="2070411" y="526653"/>
                  </a:lnTo>
                  <a:lnTo>
                    <a:pt x="2070380" y="526685"/>
                  </a:lnTo>
                  <a:lnTo>
                    <a:pt x="2070372" y="526715"/>
                  </a:lnTo>
                  <a:lnTo>
                    <a:pt x="2070361" y="526769"/>
                  </a:lnTo>
                  <a:lnTo>
                    <a:pt x="2070349" y="526798"/>
                  </a:lnTo>
                  <a:lnTo>
                    <a:pt x="2070329" y="526820"/>
                  </a:lnTo>
                  <a:lnTo>
                    <a:pt x="2070268" y="526859"/>
                  </a:lnTo>
                  <a:lnTo>
                    <a:pt x="2070122" y="526973"/>
                  </a:lnTo>
                  <a:lnTo>
                    <a:pt x="2070035" y="527064"/>
                  </a:lnTo>
                  <a:lnTo>
                    <a:pt x="2069993" y="527111"/>
                  </a:lnTo>
                  <a:lnTo>
                    <a:pt x="2069990" y="527123"/>
                  </a:lnTo>
                  <a:lnTo>
                    <a:pt x="2069987" y="527132"/>
                  </a:lnTo>
                  <a:lnTo>
                    <a:pt x="2069953" y="527186"/>
                  </a:lnTo>
                  <a:lnTo>
                    <a:pt x="2069889" y="527253"/>
                  </a:lnTo>
                  <a:lnTo>
                    <a:pt x="2069859" y="527275"/>
                  </a:lnTo>
                  <a:lnTo>
                    <a:pt x="2069831" y="527281"/>
                  </a:lnTo>
                  <a:lnTo>
                    <a:pt x="2069801" y="527273"/>
                  </a:lnTo>
                  <a:lnTo>
                    <a:pt x="2069662" y="527190"/>
                  </a:lnTo>
                  <a:lnTo>
                    <a:pt x="2069639" y="527175"/>
                  </a:lnTo>
                  <a:lnTo>
                    <a:pt x="2069615" y="527143"/>
                  </a:lnTo>
                  <a:lnTo>
                    <a:pt x="2069593" y="527106"/>
                  </a:lnTo>
                  <a:lnTo>
                    <a:pt x="2069586" y="527076"/>
                  </a:lnTo>
                  <a:lnTo>
                    <a:pt x="2069592" y="527049"/>
                  </a:lnTo>
                  <a:lnTo>
                    <a:pt x="2069624" y="527008"/>
                  </a:lnTo>
                  <a:lnTo>
                    <a:pt x="2069694" y="526932"/>
                  </a:lnTo>
                  <a:lnTo>
                    <a:pt x="2069732" y="526897"/>
                  </a:lnTo>
                  <a:lnTo>
                    <a:pt x="2069746" y="526864"/>
                  </a:lnTo>
                  <a:lnTo>
                    <a:pt x="2069768" y="526732"/>
                  </a:lnTo>
                  <a:lnTo>
                    <a:pt x="2069768" y="526704"/>
                  </a:lnTo>
                  <a:lnTo>
                    <a:pt x="2069760" y="526680"/>
                  </a:lnTo>
                  <a:lnTo>
                    <a:pt x="2069733" y="526651"/>
                  </a:lnTo>
                  <a:lnTo>
                    <a:pt x="2069695" y="526631"/>
                  </a:lnTo>
                  <a:lnTo>
                    <a:pt x="2069638" y="526609"/>
                  </a:lnTo>
                  <a:lnTo>
                    <a:pt x="2069550" y="526582"/>
                  </a:lnTo>
                  <a:lnTo>
                    <a:pt x="2069496" y="526581"/>
                  </a:lnTo>
                  <a:lnTo>
                    <a:pt x="2069464" y="526584"/>
                  </a:lnTo>
                  <a:lnTo>
                    <a:pt x="2069390" y="526637"/>
                  </a:lnTo>
                  <a:lnTo>
                    <a:pt x="2069356" y="526668"/>
                  </a:lnTo>
                  <a:lnTo>
                    <a:pt x="2069320" y="526688"/>
                  </a:lnTo>
                  <a:lnTo>
                    <a:pt x="2069293" y="526701"/>
                  </a:lnTo>
                  <a:lnTo>
                    <a:pt x="2069236" y="526701"/>
                  </a:lnTo>
                  <a:lnTo>
                    <a:pt x="2069186" y="526684"/>
                  </a:lnTo>
                  <a:lnTo>
                    <a:pt x="2069144" y="526683"/>
                  </a:lnTo>
                  <a:lnTo>
                    <a:pt x="2069123" y="526684"/>
                  </a:lnTo>
                  <a:lnTo>
                    <a:pt x="2069084" y="526686"/>
                  </a:lnTo>
                  <a:lnTo>
                    <a:pt x="2069005" y="526701"/>
                  </a:lnTo>
                  <a:lnTo>
                    <a:pt x="2068920" y="526721"/>
                  </a:lnTo>
                  <a:lnTo>
                    <a:pt x="2068813" y="526747"/>
                  </a:lnTo>
                  <a:lnTo>
                    <a:pt x="2068740" y="526757"/>
                  </a:lnTo>
                  <a:lnTo>
                    <a:pt x="2068673" y="526759"/>
                  </a:lnTo>
                  <a:lnTo>
                    <a:pt x="2068626" y="526757"/>
                  </a:lnTo>
                  <a:lnTo>
                    <a:pt x="2068577" y="526742"/>
                  </a:lnTo>
                  <a:lnTo>
                    <a:pt x="2068497" y="526703"/>
                  </a:lnTo>
                  <a:lnTo>
                    <a:pt x="2068414" y="526654"/>
                  </a:lnTo>
                  <a:lnTo>
                    <a:pt x="2068246" y="526505"/>
                  </a:lnTo>
                  <a:lnTo>
                    <a:pt x="2068184" y="526444"/>
                  </a:lnTo>
                  <a:lnTo>
                    <a:pt x="2068146" y="526393"/>
                  </a:lnTo>
                  <a:lnTo>
                    <a:pt x="2068125" y="526337"/>
                  </a:lnTo>
                  <a:lnTo>
                    <a:pt x="2068120" y="526298"/>
                  </a:lnTo>
                  <a:lnTo>
                    <a:pt x="2068132" y="526229"/>
                  </a:lnTo>
                  <a:lnTo>
                    <a:pt x="2068138" y="526188"/>
                  </a:lnTo>
                  <a:lnTo>
                    <a:pt x="2068161" y="526132"/>
                  </a:lnTo>
                  <a:lnTo>
                    <a:pt x="2068187" y="526080"/>
                  </a:lnTo>
                  <a:lnTo>
                    <a:pt x="2068226" y="526033"/>
                  </a:lnTo>
                  <a:lnTo>
                    <a:pt x="2068259" y="526012"/>
                  </a:lnTo>
                  <a:lnTo>
                    <a:pt x="2068289" y="526006"/>
                  </a:lnTo>
                  <a:lnTo>
                    <a:pt x="2068315" y="526009"/>
                  </a:lnTo>
                  <a:lnTo>
                    <a:pt x="2068458" y="526042"/>
                  </a:lnTo>
                  <a:lnTo>
                    <a:pt x="2068546" y="526072"/>
                  </a:lnTo>
                  <a:lnTo>
                    <a:pt x="2068594" y="526100"/>
                  </a:lnTo>
                  <a:lnTo>
                    <a:pt x="2068634" y="526127"/>
                  </a:lnTo>
                  <a:lnTo>
                    <a:pt x="2068680" y="526169"/>
                  </a:lnTo>
                  <a:lnTo>
                    <a:pt x="2068720" y="526203"/>
                  </a:lnTo>
                  <a:lnTo>
                    <a:pt x="2068763" y="526232"/>
                  </a:lnTo>
                  <a:lnTo>
                    <a:pt x="2068800" y="526247"/>
                  </a:lnTo>
                  <a:lnTo>
                    <a:pt x="2068842" y="526247"/>
                  </a:lnTo>
                  <a:lnTo>
                    <a:pt x="2068878" y="526234"/>
                  </a:lnTo>
                  <a:lnTo>
                    <a:pt x="2068928" y="526192"/>
                  </a:lnTo>
                  <a:lnTo>
                    <a:pt x="2068943" y="526143"/>
                  </a:lnTo>
                  <a:lnTo>
                    <a:pt x="2068943" y="526054"/>
                  </a:lnTo>
                  <a:lnTo>
                    <a:pt x="2068936" y="526033"/>
                  </a:lnTo>
                  <a:lnTo>
                    <a:pt x="2068888" y="526013"/>
                  </a:lnTo>
                  <a:lnTo>
                    <a:pt x="2068846" y="525983"/>
                  </a:lnTo>
                  <a:lnTo>
                    <a:pt x="2068814" y="525949"/>
                  </a:lnTo>
                  <a:lnTo>
                    <a:pt x="2068799" y="525926"/>
                  </a:lnTo>
                  <a:lnTo>
                    <a:pt x="2068780" y="525852"/>
                  </a:lnTo>
                  <a:lnTo>
                    <a:pt x="2068773" y="525811"/>
                  </a:lnTo>
                  <a:lnTo>
                    <a:pt x="2068779" y="525755"/>
                  </a:lnTo>
                  <a:lnTo>
                    <a:pt x="2068835" y="525706"/>
                  </a:lnTo>
                  <a:lnTo>
                    <a:pt x="2069058" y="525473"/>
                  </a:lnTo>
                  <a:lnTo>
                    <a:pt x="2069096" y="525423"/>
                  </a:lnTo>
                  <a:lnTo>
                    <a:pt x="2069136" y="525402"/>
                  </a:lnTo>
                  <a:lnTo>
                    <a:pt x="2069176" y="525392"/>
                  </a:lnTo>
                  <a:lnTo>
                    <a:pt x="2069410" y="525381"/>
                  </a:lnTo>
                  <a:lnTo>
                    <a:pt x="2069456" y="525379"/>
                  </a:lnTo>
                  <a:lnTo>
                    <a:pt x="2069503" y="525383"/>
                  </a:lnTo>
                  <a:lnTo>
                    <a:pt x="2069556" y="525400"/>
                  </a:lnTo>
                  <a:lnTo>
                    <a:pt x="2069613" y="525403"/>
                  </a:lnTo>
                  <a:lnTo>
                    <a:pt x="2069670" y="525389"/>
                  </a:lnTo>
                  <a:lnTo>
                    <a:pt x="2069745" y="525353"/>
                  </a:lnTo>
                  <a:lnTo>
                    <a:pt x="2069808" y="525313"/>
                  </a:lnTo>
                  <a:lnTo>
                    <a:pt x="2069831" y="525276"/>
                  </a:lnTo>
                  <a:lnTo>
                    <a:pt x="2069834" y="525219"/>
                  </a:lnTo>
                  <a:lnTo>
                    <a:pt x="2069811" y="525136"/>
                  </a:lnTo>
                  <a:lnTo>
                    <a:pt x="2069772" y="525005"/>
                  </a:lnTo>
                  <a:lnTo>
                    <a:pt x="2069749" y="525002"/>
                  </a:lnTo>
                  <a:lnTo>
                    <a:pt x="2069740" y="524987"/>
                  </a:lnTo>
                  <a:lnTo>
                    <a:pt x="2069716" y="524926"/>
                  </a:lnTo>
                  <a:lnTo>
                    <a:pt x="2069716" y="524888"/>
                  </a:lnTo>
                  <a:lnTo>
                    <a:pt x="2069722" y="524854"/>
                  </a:lnTo>
                  <a:lnTo>
                    <a:pt x="2069728" y="524820"/>
                  </a:lnTo>
                  <a:lnTo>
                    <a:pt x="2069736" y="524801"/>
                  </a:lnTo>
                  <a:lnTo>
                    <a:pt x="2069764" y="524764"/>
                  </a:lnTo>
                  <a:lnTo>
                    <a:pt x="2069790" y="524738"/>
                  </a:lnTo>
                  <a:lnTo>
                    <a:pt x="2069923" y="524635"/>
                  </a:lnTo>
                  <a:lnTo>
                    <a:pt x="2069963" y="524611"/>
                  </a:lnTo>
                  <a:lnTo>
                    <a:pt x="2070085" y="524553"/>
                  </a:lnTo>
                  <a:lnTo>
                    <a:pt x="2070132" y="524549"/>
                  </a:lnTo>
                  <a:lnTo>
                    <a:pt x="2070182" y="524551"/>
                  </a:lnTo>
                  <a:lnTo>
                    <a:pt x="2070233" y="524557"/>
                  </a:lnTo>
                  <a:lnTo>
                    <a:pt x="2070276" y="524563"/>
                  </a:lnTo>
                  <a:lnTo>
                    <a:pt x="2070389" y="524598"/>
                  </a:lnTo>
                  <a:lnTo>
                    <a:pt x="2070599" y="524622"/>
                  </a:lnTo>
                  <a:lnTo>
                    <a:pt x="2070839" y="524618"/>
                  </a:lnTo>
                  <a:lnTo>
                    <a:pt x="2071022" y="524609"/>
                  </a:lnTo>
                  <a:lnTo>
                    <a:pt x="2071222" y="524586"/>
                  </a:lnTo>
                  <a:lnTo>
                    <a:pt x="2071263" y="524575"/>
                  </a:lnTo>
                  <a:lnTo>
                    <a:pt x="2071302" y="524550"/>
                  </a:lnTo>
                  <a:lnTo>
                    <a:pt x="2071320" y="524524"/>
                  </a:lnTo>
                  <a:lnTo>
                    <a:pt x="2071323" y="524433"/>
                  </a:lnTo>
                  <a:lnTo>
                    <a:pt x="2071321" y="524370"/>
                  </a:lnTo>
                  <a:lnTo>
                    <a:pt x="2071316" y="524325"/>
                  </a:lnTo>
                  <a:lnTo>
                    <a:pt x="2071298" y="524265"/>
                  </a:lnTo>
                  <a:lnTo>
                    <a:pt x="2071266" y="524225"/>
                  </a:lnTo>
                  <a:lnTo>
                    <a:pt x="2071217" y="524174"/>
                  </a:lnTo>
                  <a:lnTo>
                    <a:pt x="2071175" y="524142"/>
                  </a:lnTo>
                  <a:lnTo>
                    <a:pt x="2071137" y="524112"/>
                  </a:lnTo>
                  <a:lnTo>
                    <a:pt x="2071119" y="524104"/>
                  </a:lnTo>
                  <a:lnTo>
                    <a:pt x="2071092" y="524090"/>
                  </a:lnTo>
                  <a:lnTo>
                    <a:pt x="2071051" y="524072"/>
                  </a:lnTo>
                  <a:lnTo>
                    <a:pt x="2070688" y="524043"/>
                  </a:lnTo>
                  <a:lnTo>
                    <a:pt x="2070652" y="524041"/>
                  </a:lnTo>
                  <a:lnTo>
                    <a:pt x="2070603" y="524043"/>
                  </a:lnTo>
                  <a:lnTo>
                    <a:pt x="2070318" y="524074"/>
                  </a:lnTo>
                  <a:lnTo>
                    <a:pt x="2069923" y="524111"/>
                  </a:lnTo>
                  <a:lnTo>
                    <a:pt x="2069540" y="524124"/>
                  </a:lnTo>
                  <a:lnTo>
                    <a:pt x="2069462" y="524123"/>
                  </a:lnTo>
                  <a:lnTo>
                    <a:pt x="2069437" y="524118"/>
                  </a:lnTo>
                  <a:lnTo>
                    <a:pt x="2069294" y="524087"/>
                  </a:lnTo>
                  <a:lnTo>
                    <a:pt x="2069242" y="524076"/>
                  </a:lnTo>
                  <a:lnTo>
                    <a:pt x="2069179" y="524049"/>
                  </a:lnTo>
                  <a:lnTo>
                    <a:pt x="2069133" y="524015"/>
                  </a:lnTo>
                  <a:lnTo>
                    <a:pt x="2069008" y="523906"/>
                  </a:lnTo>
                  <a:lnTo>
                    <a:pt x="2068977" y="523877"/>
                  </a:lnTo>
                  <a:lnTo>
                    <a:pt x="2068918" y="523779"/>
                  </a:lnTo>
                  <a:lnTo>
                    <a:pt x="2068909" y="523761"/>
                  </a:lnTo>
                  <a:lnTo>
                    <a:pt x="2068904" y="523720"/>
                  </a:lnTo>
                  <a:lnTo>
                    <a:pt x="2068919" y="523681"/>
                  </a:lnTo>
                  <a:lnTo>
                    <a:pt x="2068943" y="523638"/>
                  </a:lnTo>
                  <a:lnTo>
                    <a:pt x="2068973" y="523625"/>
                  </a:lnTo>
                  <a:lnTo>
                    <a:pt x="2069079" y="523572"/>
                  </a:lnTo>
                  <a:lnTo>
                    <a:pt x="2069134" y="523529"/>
                  </a:lnTo>
                  <a:lnTo>
                    <a:pt x="2069125" y="523470"/>
                  </a:lnTo>
                  <a:lnTo>
                    <a:pt x="2069063" y="523162"/>
                  </a:lnTo>
                  <a:lnTo>
                    <a:pt x="2069031" y="523067"/>
                  </a:lnTo>
                  <a:lnTo>
                    <a:pt x="2069016" y="523028"/>
                  </a:lnTo>
                  <a:lnTo>
                    <a:pt x="2068995" y="523000"/>
                  </a:lnTo>
                  <a:lnTo>
                    <a:pt x="2068954" y="522966"/>
                  </a:lnTo>
                  <a:lnTo>
                    <a:pt x="2068904" y="522941"/>
                  </a:lnTo>
                  <a:lnTo>
                    <a:pt x="2068871" y="522935"/>
                  </a:lnTo>
                  <a:lnTo>
                    <a:pt x="2068834" y="522939"/>
                  </a:lnTo>
                  <a:lnTo>
                    <a:pt x="2068754" y="522966"/>
                  </a:lnTo>
                  <a:lnTo>
                    <a:pt x="2068665" y="523014"/>
                  </a:lnTo>
                  <a:lnTo>
                    <a:pt x="2068582" y="523063"/>
                  </a:lnTo>
                  <a:lnTo>
                    <a:pt x="2068486" y="523121"/>
                  </a:lnTo>
                  <a:lnTo>
                    <a:pt x="2068439" y="523134"/>
                  </a:lnTo>
                  <a:lnTo>
                    <a:pt x="2068335" y="523153"/>
                  </a:lnTo>
                  <a:lnTo>
                    <a:pt x="2068240" y="523145"/>
                  </a:lnTo>
                  <a:lnTo>
                    <a:pt x="2068213" y="523142"/>
                  </a:lnTo>
                  <a:lnTo>
                    <a:pt x="2068168" y="523126"/>
                  </a:lnTo>
                  <a:lnTo>
                    <a:pt x="2068126" y="523094"/>
                  </a:lnTo>
                  <a:lnTo>
                    <a:pt x="2068065" y="523053"/>
                  </a:lnTo>
                  <a:lnTo>
                    <a:pt x="2067972" y="523013"/>
                  </a:lnTo>
                  <a:lnTo>
                    <a:pt x="2067939" y="523007"/>
                  </a:lnTo>
                  <a:lnTo>
                    <a:pt x="2067891" y="523013"/>
                  </a:lnTo>
                  <a:lnTo>
                    <a:pt x="2067865" y="523017"/>
                  </a:lnTo>
                  <a:lnTo>
                    <a:pt x="2067843" y="523014"/>
                  </a:lnTo>
                  <a:lnTo>
                    <a:pt x="2067801" y="522989"/>
                  </a:lnTo>
                  <a:lnTo>
                    <a:pt x="2067714" y="522876"/>
                  </a:lnTo>
                  <a:lnTo>
                    <a:pt x="2067705" y="522845"/>
                  </a:lnTo>
                  <a:lnTo>
                    <a:pt x="2067695" y="522792"/>
                  </a:lnTo>
                  <a:lnTo>
                    <a:pt x="2067697" y="522776"/>
                  </a:lnTo>
                  <a:lnTo>
                    <a:pt x="2067711" y="522763"/>
                  </a:lnTo>
                  <a:lnTo>
                    <a:pt x="2067751" y="522739"/>
                  </a:lnTo>
                  <a:lnTo>
                    <a:pt x="2067805" y="522719"/>
                  </a:lnTo>
                  <a:lnTo>
                    <a:pt x="2067952" y="522670"/>
                  </a:lnTo>
                  <a:lnTo>
                    <a:pt x="2067991" y="522665"/>
                  </a:lnTo>
                  <a:lnTo>
                    <a:pt x="2068035" y="522676"/>
                  </a:lnTo>
                  <a:lnTo>
                    <a:pt x="2068080" y="522677"/>
                  </a:lnTo>
                  <a:lnTo>
                    <a:pt x="2068113" y="522673"/>
                  </a:lnTo>
                  <a:lnTo>
                    <a:pt x="2068173" y="522646"/>
                  </a:lnTo>
                  <a:lnTo>
                    <a:pt x="2068217" y="522612"/>
                  </a:lnTo>
                  <a:lnTo>
                    <a:pt x="2068307" y="522516"/>
                  </a:lnTo>
                  <a:lnTo>
                    <a:pt x="2068335" y="522479"/>
                  </a:lnTo>
                  <a:lnTo>
                    <a:pt x="2068389" y="522395"/>
                  </a:lnTo>
                  <a:lnTo>
                    <a:pt x="2068412" y="522337"/>
                  </a:lnTo>
                  <a:lnTo>
                    <a:pt x="2068425" y="522268"/>
                  </a:lnTo>
                  <a:lnTo>
                    <a:pt x="2068423" y="522222"/>
                  </a:lnTo>
                  <a:lnTo>
                    <a:pt x="2068405" y="522172"/>
                  </a:lnTo>
                  <a:lnTo>
                    <a:pt x="2068385" y="522131"/>
                  </a:lnTo>
                  <a:lnTo>
                    <a:pt x="2068233" y="522027"/>
                  </a:lnTo>
                  <a:lnTo>
                    <a:pt x="2068165" y="521996"/>
                  </a:lnTo>
                  <a:lnTo>
                    <a:pt x="2068107" y="521989"/>
                  </a:lnTo>
                  <a:lnTo>
                    <a:pt x="2067915" y="522013"/>
                  </a:lnTo>
                  <a:lnTo>
                    <a:pt x="2067849" y="522039"/>
                  </a:lnTo>
                  <a:lnTo>
                    <a:pt x="2067808" y="522058"/>
                  </a:lnTo>
                  <a:lnTo>
                    <a:pt x="2067762" y="522104"/>
                  </a:lnTo>
                  <a:lnTo>
                    <a:pt x="2067715" y="522146"/>
                  </a:lnTo>
                  <a:lnTo>
                    <a:pt x="2067667" y="522159"/>
                  </a:lnTo>
                  <a:lnTo>
                    <a:pt x="2067623" y="522152"/>
                  </a:lnTo>
                  <a:lnTo>
                    <a:pt x="2067565" y="522132"/>
                  </a:lnTo>
                  <a:lnTo>
                    <a:pt x="2067487" y="522093"/>
                  </a:lnTo>
                  <a:lnTo>
                    <a:pt x="2067433" y="522061"/>
                  </a:lnTo>
                  <a:lnTo>
                    <a:pt x="2067380" y="522050"/>
                  </a:lnTo>
                  <a:lnTo>
                    <a:pt x="2067323" y="522063"/>
                  </a:lnTo>
                  <a:lnTo>
                    <a:pt x="2067246" y="522069"/>
                  </a:lnTo>
                  <a:lnTo>
                    <a:pt x="2067173" y="522037"/>
                  </a:lnTo>
                  <a:lnTo>
                    <a:pt x="2067114" y="522002"/>
                  </a:lnTo>
                  <a:lnTo>
                    <a:pt x="2067099" y="521945"/>
                  </a:lnTo>
                  <a:lnTo>
                    <a:pt x="2067100" y="521863"/>
                  </a:lnTo>
                  <a:lnTo>
                    <a:pt x="2067091" y="521806"/>
                  </a:lnTo>
                  <a:lnTo>
                    <a:pt x="2067068" y="521749"/>
                  </a:lnTo>
                  <a:lnTo>
                    <a:pt x="2067062" y="521734"/>
                  </a:lnTo>
                  <a:lnTo>
                    <a:pt x="2067001" y="521585"/>
                  </a:lnTo>
                  <a:lnTo>
                    <a:pt x="2066969" y="521527"/>
                  </a:lnTo>
                  <a:lnTo>
                    <a:pt x="2066827" y="521413"/>
                  </a:lnTo>
                  <a:lnTo>
                    <a:pt x="2066660" y="521336"/>
                  </a:lnTo>
                  <a:lnTo>
                    <a:pt x="2066550" y="521300"/>
                  </a:lnTo>
                  <a:lnTo>
                    <a:pt x="2066342" y="521234"/>
                  </a:lnTo>
                  <a:lnTo>
                    <a:pt x="2066269" y="521227"/>
                  </a:lnTo>
                  <a:lnTo>
                    <a:pt x="2066001" y="521137"/>
                  </a:lnTo>
                  <a:lnTo>
                    <a:pt x="2065921" y="521096"/>
                  </a:lnTo>
                  <a:lnTo>
                    <a:pt x="2065855" y="521060"/>
                  </a:lnTo>
                  <a:lnTo>
                    <a:pt x="2065808" y="521033"/>
                  </a:lnTo>
                  <a:lnTo>
                    <a:pt x="2065624" y="520884"/>
                  </a:lnTo>
                  <a:lnTo>
                    <a:pt x="2065586" y="520839"/>
                  </a:lnTo>
                  <a:lnTo>
                    <a:pt x="2065583" y="520783"/>
                  </a:lnTo>
                  <a:lnTo>
                    <a:pt x="2065598" y="520726"/>
                  </a:lnTo>
                  <a:lnTo>
                    <a:pt x="2065665" y="520632"/>
                  </a:lnTo>
                  <a:lnTo>
                    <a:pt x="2065769" y="520552"/>
                  </a:lnTo>
                  <a:lnTo>
                    <a:pt x="2065942" y="520382"/>
                  </a:lnTo>
                  <a:lnTo>
                    <a:pt x="2065988" y="520252"/>
                  </a:lnTo>
                  <a:lnTo>
                    <a:pt x="2065996" y="520159"/>
                  </a:lnTo>
                  <a:lnTo>
                    <a:pt x="2066025" y="520045"/>
                  </a:lnTo>
                  <a:lnTo>
                    <a:pt x="2066051" y="520000"/>
                  </a:lnTo>
                  <a:lnTo>
                    <a:pt x="2066077" y="519957"/>
                  </a:lnTo>
                  <a:lnTo>
                    <a:pt x="2066129" y="519923"/>
                  </a:lnTo>
                  <a:lnTo>
                    <a:pt x="2066213" y="519890"/>
                  </a:lnTo>
                  <a:lnTo>
                    <a:pt x="2066300" y="519903"/>
                  </a:lnTo>
                  <a:lnTo>
                    <a:pt x="2066339" y="519916"/>
                  </a:lnTo>
                  <a:lnTo>
                    <a:pt x="2066374" y="519927"/>
                  </a:lnTo>
                  <a:lnTo>
                    <a:pt x="2066421" y="519994"/>
                  </a:lnTo>
                  <a:lnTo>
                    <a:pt x="2066498" y="520078"/>
                  </a:lnTo>
                  <a:lnTo>
                    <a:pt x="2066632" y="520164"/>
                  </a:lnTo>
                  <a:lnTo>
                    <a:pt x="2066722" y="520173"/>
                  </a:lnTo>
                  <a:lnTo>
                    <a:pt x="2066813" y="520171"/>
                  </a:lnTo>
                  <a:lnTo>
                    <a:pt x="2066931" y="520153"/>
                  </a:lnTo>
                  <a:lnTo>
                    <a:pt x="2067029" y="520108"/>
                  </a:lnTo>
                  <a:lnTo>
                    <a:pt x="2067126" y="520050"/>
                  </a:lnTo>
                  <a:lnTo>
                    <a:pt x="2067185" y="520003"/>
                  </a:lnTo>
                  <a:lnTo>
                    <a:pt x="2067279" y="519897"/>
                  </a:lnTo>
                  <a:lnTo>
                    <a:pt x="2067350" y="519723"/>
                  </a:lnTo>
                  <a:lnTo>
                    <a:pt x="2067374" y="519653"/>
                  </a:lnTo>
                  <a:lnTo>
                    <a:pt x="2067390" y="519573"/>
                  </a:lnTo>
                  <a:lnTo>
                    <a:pt x="2067362" y="519518"/>
                  </a:lnTo>
                  <a:lnTo>
                    <a:pt x="2067313" y="519476"/>
                  </a:lnTo>
                  <a:lnTo>
                    <a:pt x="2067260" y="519467"/>
                  </a:lnTo>
                  <a:lnTo>
                    <a:pt x="2067123" y="519469"/>
                  </a:lnTo>
                  <a:lnTo>
                    <a:pt x="2066944" y="519503"/>
                  </a:lnTo>
                  <a:lnTo>
                    <a:pt x="2066808" y="519541"/>
                  </a:lnTo>
                  <a:lnTo>
                    <a:pt x="2066720" y="519571"/>
                  </a:lnTo>
                  <a:lnTo>
                    <a:pt x="2066615" y="519586"/>
                  </a:lnTo>
                  <a:lnTo>
                    <a:pt x="2066558" y="519583"/>
                  </a:lnTo>
                  <a:lnTo>
                    <a:pt x="2066469" y="519570"/>
                  </a:lnTo>
                  <a:lnTo>
                    <a:pt x="2066402" y="519545"/>
                  </a:lnTo>
                  <a:lnTo>
                    <a:pt x="2066352" y="519517"/>
                  </a:lnTo>
                  <a:lnTo>
                    <a:pt x="2066326" y="519466"/>
                  </a:lnTo>
                  <a:lnTo>
                    <a:pt x="2066278" y="519272"/>
                  </a:lnTo>
                  <a:lnTo>
                    <a:pt x="2066279" y="519201"/>
                  </a:lnTo>
                  <a:lnTo>
                    <a:pt x="2066317" y="519130"/>
                  </a:lnTo>
                  <a:lnTo>
                    <a:pt x="2066349" y="519080"/>
                  </a:lnTo>
                  <a:lnTo>
                    <a:pt x="2066357" y="519031"/>
                  </a:lnTo>
                  <a:lnTo>
                    <a:pt x="2066304" y="518837"/>
                  </a:lnTo>
                  <a:lnTo>
                    <a:pt x="2066279" y="518757"/>
                  </a:lnTo>
                  <a:lnTo>
                    <a:pt x="2066239" y="518717"/>
                  </a:lnTo>
                  <a:lnTo>
                    <a:pt x="2066185" y="518660"/>
                  </a:lnTo>
                  <a:lnTo>
                    <a:pt x="2066153" y="518582"/>
                  </a:lnTo>
                  <a:lnTo>
                    <a:pt x="2066139" y="518408"/>
                  </a:lnTo>
                  <a:lnTo>
                    <a:pt x="2066149" y="518351"/>
                  </a:lnTo>
                  <a:lnTo>
                    <a:pt x="2066195" y="518251"/>
                  </a:lnTo>
                  <a:lnTo>
                    <a:pt x="2066263" y="518162"/>
                  </a:lnTo>
                  <a:lnTo>
                    <a:pt x="2066278" y="518021"/>
                  </a:lnTo>
                  <a:lnTo>
                    <a:pt x="2066285" y="517817"/>
                  </a:lnTo>
                  <a:lnTo>
                    <a:pt x="2066243" y="517772"/>
                  </a:lnTo>
                  <a:lnTo>
                    <a:pt x="2066161" y="517735"/>
                  </a:lnTo>
                  <a:lnTo>
                    <a:pt x="2066108" y="517727"/>
                  </a:lnTo>
                  <a:lnTo>
                    <a:pt x="2066006" y="517732"/>
                  </a:lnTo>
                  <a:lnTo>
                    <a:pt x="2065910" y="517756"/>
                  </a:lnTo>
                  <a:lnTo>
                    <a:pt x="2065885" y="517773"/>
                  </a:lnTo>
                  <a:lnTo>
                    <a:pt x="2065860" y="517797"/>
                  </a:lnTo>
                  <a:lnTo>
                    <a:pt x="2065832" y="517809"/>
                  </a:lnTo>
                  <a:lnTo>
                    <a:pt x="2065734" y="517839"/>
                  </a:lnTo>
                  <a:lnTo>
                    <a:pt x="2065692" y="517845"/>
                  </a:lnTo>
                  <a:lnTo>
                    <a:pt x="2065365" y="517851"/>
                  </a:lnTo>
                  <a:lnTo>
                    <a:pt x="2065302" y="517851"/>
                  </a:lnTo>
                  <a:lnTo>
                    <a:pt x="2064910" y="517841"/>
                  </a:lnTo>
                  <a:lnTo>
                    <a:pt x="2064726" y="517764"/>
                  </a:lnTo>
                  <a:lnTo>
                    <a:pt x="2064475" y="517656"/>
                  </a:lnTo>
                  <a:lnTo>
                    <a:pt x="2064380" y="517542"/>
                  </a:lnTo>
                  <a:lnTo>
                    <a:pt x="2064405" y="517491"/>
                  </a:lnTo>
                  <a:lnTo>
                    <a:pt x="2064428" y="517452"/>
                  </a:lnTo>
                  <a:lnTo>
                    <a:pt x="2064458" y="517398"/>
                  </a:lnTo>
                  <a:lnTo>
                    <a:pt x="2064499" y="517322"/>
                  </a:lnTo>
                  <a:lnTo>
                    <a:pt x="2064525" y="517271"/>
                  </a:lnTo>
                  <a:lnTo>
                    <a:pt x="2064560" y="517158"/>
                  </a:lnTo>
                  <a:lnTo>
                    <a:pt x="2064572" y="517091"/>
                  </a:lnTo>
                  <a:lnTo>
                    <a:pt x="2064570" y="517046"/>
                  </a:lnTo>
                  <a:lnTo>
                    <a:pt x="2064562" y="517001"/>
                  </a:lnTo>
                  <a:lnTo>
                    <a:pt x="2064556" y="516973"/>
                  </a:lnTo>
                  <a:lnTo>
                    <a:pt x="2064528" y="516933"/>
                  </a:lnTo>
                  <a:lnTo>
                    <a:pt x="2064471" y="516918"/>
                  </a:lnTo>
                  <a:lnTo>
                    <a:pt x="2064414" y="516923"/>
                  </a:lnTo>
                  <a:lnTo>
                    <a:pt x="2064345" y="516933"/>
                  </a:lnTo>
                  <a:lnTo>
                    <a:pt x="2064271" y="516934"/>
                  </a:lnTo>
                  <a:lnTo>
                    <a:pt x="2064176" y="516922"/>
                  </a:lnTo>
                  <a:lnTo>
                    <a:pt x="2063764" y="516843"/>
                  </a:lnTo>
                  <a:lnTo>
                    <a:pt x="2063712" y="516831"/>
                  </a:lnTo>
                  <a:lnTo>
                    <a:pt x="2063672" y="516817"/>
                  </a:lnTo>
                  <a:lnTo>
                    <a:pt x="2063634" y="516797"/>
                  </a:lnTo>
                  <a:lnTo>
                    <a:pt x="2063595" y="516769"/>
                  </a:lnTo>
                  <a:lnTo>
                    <a:pt x="2063567" y="516746"/>
                  </a:lnTo>
                  <a:lnTo>
                    <a:pt x="2063550" y="516717"/>
                  </a:lnTo>
                  <a:lnTo>
                    <a:pt x="2063546" y="516700"/>
                  </a:lnTo>
                  <a:lnTo>
                    <a:pt x="2063538" y="516659"/>
                  </a:lnTo>
                  <a:lnTo>
                    <a:pt x="2063539" y="516613"/>
                  </a:lnTo>
                  <a:lnTo>
                    <a:pt x="2063531" y="516556"/>
                  </a:lnTo>
                  <a:lnTo>
                    <a:pt x="2063499" y="516486"/>
                  </a:lnTo>
                  <a:lnTo>
                    <a:pt x="2063463" y="516425"/>
                  </a:lnTo>
                  <a:lnTo>
                    <a:pt x="2063432" y="516375"/>
                  </a:lnTo>
                  <a:lnTo>
                    <a:pt x="2063396" y="516335"/>
                  </a:lnTo>
                  <a:lnTo>
                    <a:pt x="2063373" y="516317"/>
                  </a:lnTo>
                  <a:lnTo>
                    <a:pt x="2063348" y="516309"/>
                  </a:lnTo>
                  <a:lnTo>
                    <a:pt x="2063310" y="516308"/>
                  </a:lnTo>
                  <a:lnTo>
                    <a:pt x="2063079" y="516315"/>
                  </a:lnTo>
                  <a:lnTo>
                    <a:pt x="2062991" y="516329"/>
                  </a:lnTo>
                  <a:lnTo>
                    <a:pt x="2062766" y="516374"/>
                  </a:lnTo>
                  <a:lnTo>
                    <a:pt x="2062628" y="516388"/>
                  </a:lnTo>
                  <a:lnTo>
                    <a:pt x="2062537" y="516390"/>
                  </a:lnTo>
                  <a:lnTo>
                    <a:pt x="2062477" y="516394"/>
                  </a:lnTo>
                  <a:lnTo>
                    <a:pt x="2062399" y="516401"/>
                  </a:lnTo>
                  <a:lnTo>
                    <a:pt x="2062320" y="516410"/>
                  </a:lnTo>
                  <a:lnTo>
                    <a:pt x="2062277" y="516428"/>
                  </a:lnTo>
                  <a:lnTo>
                    <a:pt x="2062245" y="516451"/>
                  </a:lnTo>
                  <a:lnTo>
                    <a:pt x="2062212" y="516505"/>
                  </a:lnTo>
                  <a:lnTo>
                    <a:pt x="2062165" y="516521"/>
                  </a:lnTo>
                  <a:lnTo>
                    <a:pt x="2062054" y="516548"/>
                  </a:lnTo>
                  <a:lnTo>
                    <a:pt x="2061997" y="516557"/>
                  </a:lnTo>
                  <a:lnTo>
                    <a:pt x="2061989" y="516559"/>
                  </a:lnTo>
                  <a:lnTo>
                    <a:pt x="2061945" y="516558"/>
                  </a:lnTo>
                  <a:lnTo>
                    <a:pt x="2061905" y="516538"/>
                  </a:lnTo>
                  <a:lnTo>
                    <a:pt x="2061749" y="516449"/>
                  </a:lnTo>
                  <a:lnTo>
                    <a:pt x="2061687" y="516393"/>
                  </a:lnTo>
                  <a:lnTo>
                    <a:pt x="2061651" y="516341"/>
                  </a:lnTo>
                  <a:lnTo>
                    <a:pt x="2061637" y="516302"/>
                  </a:lnTo>
                  <a:lnTo>
                    <a:pt x="2061637" y="516280"/>
                  </a:lnTo>
                  <a:lnTo>
                    <a:pt x="2061636" y="516259"/>
                  </a:lnTo>
                  <a:lnTo>
                    <a:pt x="2061685" y="515952"/>
                  </a:lnTo>
                  <a:lnTo>
                    <a:pt x="2061697" y="515903"/>
                  </a:lnTo>
                  <a:lnTo>
                    <a:pt x="2061709" y="515876"/>
                  </a:lnTo>
                  <a:lnTo>
                    <a:pt x="2061745" y="515841"/>
                  </a:lnTo>
                  <a:lnTo>
                    <a:pt x="2061801" y="515810"/>
                  </a:lnTo>
                  <a:lnTo>
                    <a:pt x="2061850" y="515795"/>
                  </a:lnTo>
                  <a:lnTo>
                    <a:pt x="2061900" y="515792"/>
                  </a:lnTo>
                  <a:lnTo>
                    <a:pt x="2061957" y="515790"/>
                  </a:lnTo>
                  <a:lnTo>
                    <a:pt x="2061994" y="515791"/>
                  </a:lnTo>
                  <a:lnTo>
                    <a:pt x="2062015" y="515800"/>
                  </a:lnTo>
                  <a:lnTo>
                    <a:pt x="2062039" y="515818"/>
                  </a:lnTo>
                  <a:lnTo>
                    <a:pt x="2062071" y="515841"/>
                  </a:lnTo>
                  <a:lnTo>
                    <a:pt x="2062119" y="515849"/>
                  </a:lnTo>
                  <a:lnTo>
                    <a:pt x="2062151" y="515851"/>
                  </a:lnTo>
                  <a:lnTo>
                    <a:pt x="2062172" y="515845"/>
                  </a:lnTo>
                  <a:lnTo>
                    <a:pt x="2062249" y="515799"/>
                  </a:lnTo>
                  <a:lnTo>
                    <a:pt x="2062275" y="515783"/>
                  </a:lnTo>
                  <a:lnTo>
                    <a:pt x="2062296" y="515760"/>
                  </a:lnTo>
                  <a:lnTo>
                    <a:pt x="2062305" y="515738"/>
                  </a:lnTo>
                  <a:lnTo>
                    <a:pt x="2062353" y="515588"/>
                  </a:lnTo>
                  <a:lnTo>
                    <a:pt x="2062360" y="515553"/>
                  </a:lnTo>
                  <a:lnTo>
                    <a:pt x="2062373" y="515251"/>
                  </a:lnTo>
                  <a:lnTo>
                    <a:pt x="2062362" y="515172"/>
                  </a:lnTo>
                  <a:lnTo>
                    <a:pt x="2062344" y="515123"/>
                  </a:lnTo>
                  <a:lnTo>
                    <a:pt x="2062331" y="515087"/>
                  </a:lnTo>
                  <a:lnTo>
                    <a:pt x="2062306" y="515021"/>
                  </a:lnTo>
                  <a:lnTo>
                    <a:pt x="2062270" y="514971"/>
                  </a:lnTo>
                  <a:lnTo>
                    <a:pt x="2062233" y="514940"/>
                  </a:lnTo>
                  <a:lnTo>
                    <a:pt x="2062183" y="514902"/>
                  </a:lnTo>
                  <a:lnTo>
                    <a:pt x="2062097" y="514868"/>
                  </a:lnTo>
                  <a:lnTo>
                    <a:pt x="2061679" y="514759"/>
                  </a:lnTo>
                  <a:lnTo>
                    <a:pt x="2061594" y="514745"/>
                  </a:lnTo>
                  <a:lnTo>
                    <a:pt x="2061557" y="514745"/>
                  </a:lnTo>
                  <a:lnTo>
                    <a:pt x="2061520" y="514756"/>
                  </a:lnTo>
                  <a:lnTo>
                    <a:pt x="2061462" y="514780"/>
                  </a:lnTo>
                  <a:lnTo>
                    <a:pt x="2061427" y="514802"/>
                  </a:lnTo>
                  <a:lnTo>
                    <a:pt x="2061422" y="514853"/>
                  </a:lnTo>
                  <a:lnTo>
                    <a:pt x="2061410" y="514889"/>
                  </a:lnTo>
                  <a:lnTo>
                    <a:pt x="2061388" y="514929"/>
                  </a:lnTo>
                  <a:lnTo>
                    <a:pt x="2061352" y="514967"/>
                  </a:lnTo>
                  <a:lnTo>
                    <a:pt x="2061277" y="514989"/>
                  </a:lnTo>
                  <a:lnTo>
                    <a:pt x="2061181" y="515035"/>
                  </a:lnTo>
                  <a:lnTo>
                    <a:pt x="2061091" y="515094"/>
                  </a:lnTo>
                  <a:lnTo>
                    <a:pt x="2061061" y="515116"/>
                  </a:lnTo>
                  <a:lnTo>
                    <a:pt x="2060962" y="515195"/>
                  </a:lnTo>
                  <a:lnTo>
                    <a:pt x="2060824" y="515310"/>
                  </a:lnTo>
                  <a:lnTo>
                    <a:pt x="2060740" y="515377"/>
                  </a:lnTo>
                  <a:lnTo>
                    <a:pt x="2060685" y="515409"/>
                  </a:lnTo>
                  <a:lnTo>
                    <a:pt x="2060586" y="515463"/>
                  </a:lnTo>
                  <a:lnTo>
                    <a:pt x="2060361" y="515527"/>
                  </a:lnTo>
                  <a:lnTo>
                    <a:pt x="2060234" y="515557"/>
                  </a:lnTo>
                  <a:lnTo>
                    <a:pt x="2060129" y="515578"/>
                  </a:lnTo>
                  <a:lnTo>
                    <a:pt x="2060072" y="515585"/>
                  </a:lnTo>
                  <a:lnTo>
                    <a:pt x="2060010" y="515597"/>
                  </a:lnTo>
                  <a:lnTo>
                    <a:pt x="2059955" y="515620"/>
                  </a:lnTo>
                  <a:lnTo>
                    <a:pt x="2059893" y="515652"/>
                  </a:lnTo>
                  <a:lnTo>
                    <a:pt x="2059722" y="515766"/>
                  </a:lnTo>
                  <a:lnTo>
                    <a:pt x="2059641" y="515848"/>
                  </a:lnTo>
                  <a:lnTo>
                    <a:pt x="2059457" y="516046"/>
                  </a:lnTo>
                  <a:lnTo>
                    <a:pt x="2059089" y="516439"/>
                  </a:lnTo>
                  <a:lnTo>
                    <a:pt x="2058808" y="516854"/>
                  </a:lnTo>
                  <a:lnTo>
                    <a:pt x="2058774" y="516907"/>
                  </a:lnTo>
                  <a:lnTo>
                    <a:pt x="2058749" y="516949"/>
                  </a:lnTo>
                  <a:lnTo>
                    <a:pt x="2058734" y="516981"/>
                  </a:lnTo>
                  <a:lnTo>
                    <a:pt x="2058671" y="517158"/>
                  </a:lnTo>
                  <a:lnTo>
                    <a:pt x="2058630" y="517288"/>
                  </a:lnTo>
                  <a:lnTo>
                    <a:pt x="2058607" y="517412"/>
                  </a:lnTo>
                  <a:lnTo>
                    <a:pt x="2058598" y="517462"/>
                  </a:lnTo>
                  <a:lnTo>
                    <a:pt x="2058605" y="517549"/>
                  </a:lnTo>
                  <a:lnTo>
                    <a:pt x="2058591" y="517629"/>
                  </a:lnTo>
                  <a:lnTo>
                    <a:pt x="2058507" y="517830"/>
                  </a:lnTo>
                  <a:lnTo>
                    <a:pt x="2058464" y="517905"/>
                  </a:lnTo>
                  <a:lnTo>
                    <a:pt x="2058380" y="518029"/>
                  </a:lnTo>
                  <a:lnTo>
                    <a:pt x="2058366" y="518064"/>
                  </a:lnTo>
                  <a:lnTo>
                    <a:pt x="2058372" y="518109"/>
                  </a:lnTo>
                  <a:lnTo>
                    <a:pt x="2058374" y="518182"/>
                  </a:lnTo>
                  <a:lnTo>
                    <a:pt x="2058364" y="518248"/>
                  </a:lnTo>
                  <a:lnTo>
                    <a:pt x="2058339" y="518383"/>
                  </a:lnTo>
                  <a:lnTo>
                    <a:pt x="2058295" y="518504"/>
                  </a:lnTo>
                  <a:lnTo>
                    <a:pt x="2058252" y="518575"/>
                  </a:lnTo>
                  <a:lnTo>
                    <a:pt x="2058110" y="518675"/>
                  </a:lnTo>
                  <a:lnTo>
                    <a:pt x="2058070" y="518701"/>
                  </a:lnTo>
                  <a:lnTo>
                    <a:pt x="2058015" y="518723"/>
                  </a:lnTo>
                  <a:lnTo>
                    <a:pt x="2057921" y="518740"/>
                  </a:lnTo>
                  <a:lnTo>
                    <a:pt x="2057852" y="518736"/>
                  </a:lnTo>
                  <a:lnTo>
                    <a:pt x="2057769" y="518724"/>
                  </a:lnTo>
                  <a:lnTo>
                    <a:pt x="2057737" y="518714"/>
                  </a:lnTo>
                  <a:lnTo>
                    <a:pt x="2057706" y="518692"/>
                  </a:lnTo>
                  <a:lnTo>
                    <a:pt x="2057652" y="518626"/>
                  </a:lnTo>
                  <a:lnTo>
                    <a:pt x="2057598" y="518514"/>
                  </a:lnTo>
                  <a:lnTo>
                    <a:pt x="2057563" y="518400"/>
                  </a:lnTo>
                  <a:lnTo>
                    <a:pt x="2057537" y="518284"/>
                  </a:lnTo>
                  <a:lnTo>
                    <a:pt x="2057497" y="518103"/>
                  </a:lnTo>
                  <a:lnTo>
                    <a:pt x="2057480" y="518065"/>
                  </a:lnTo>
                  <a:lnTo>
                    <a:pt x="2057351" y="517777"/>
                  </a:lnTo>
                  <a:lnTo>
                    <a:pt x="2057319" y="517716"/>
                  </a:lnTo>
                  <a:lnTo>
                    <a:pt x="2057224" y="517635"/>
                  </a:lnTo>
                  <a:lnTo>
                    <a:pt x="2057115" y="517541"/>
                  </a:lnTo>
                  <a:lnTo>
                    <a:pt x="2057061" y="517506"/>
                  </a:lnTo>
                  <a:lnTo>
                    <a:pt x="2057008" y="517498"/>
                  </a:lnTo>
                  <a:lnTo>
                    <a:pt x="2056959" y="517498"/>
                  </a:lnTo>
                  <a:lnTo>
                    <a:pt x="2056897" y="517512"/>
                  </a:lnTo>
                  <a:lnTo>
                    <a:pt x="2056861" y="517537"/>
                  </a:lnTo>
                  <a:lnTo>
                    <a:pt x="2056823" y="517586"/>
                  </a:lnTo>
                  <a:lnTo>
                    <a:pt x="2056701" y="517770"/>
                  </a:lnTo>
                  <a:lnTo>
                    <a:pt x="2056551" y="518019"/>
                  </a:lnTo>
                  <a:lnTo>
                    <a:pt x="2056510" y="518091"/>
                  </a:lnTo>
                  <a:lnTo>
                    <a:pt x="2056501" y="518129"/>
                  </a:lnTo>
                  <a:lnTo>
                    <a:pt x="2056488" y="518291"/>
                  </a:lnTo>
                  <a:lnTo>
                    <a:pt x="2056493" y="518474"/>
                  </a:lnTo>
                  <a:lnTo>
                    <a:pt x="2056506" y="518625"/>
                  </a:lnTo>
                  <a:lnTo>
                    <a:pt x="2056509" y="518675"/>
                  </a:lnTo>
                  <a:lnTo>
                    <a:pt x="2056501" y="518726"/>
                  </a:lnTo>
                  <a:lnTo>
                    <a:pt x="2056451" y="518910"/>
                  </a:lnTo>
                  <a:lnTo>
                    <a:pt x="2056415" y="519015"/>
                  </a:lnTo>
                  <a:lnTo>
                    <a:pt x="2056394" y="519062"/>
                  </a:lnTo>
                  <a:lnTo>
                    <a:pt x="2056360" y="519082"/>
                  </a:lnTo>
                  <a:lnTo>
                    <a:pt x="2056348" y="519113"/>
                  </a:lnTo>
                  <a:lnTo>
                    <a:pt x="2056349" y="519147"/>
                  </a:lnTo>
                  <a:lnTo>
                    <a:pt x="2056358" y="519176"/>
                  </a:lnTo>
                  <a:lnTo>
                    <a:pt x="2056368" y="519205"/>
                  </a:lnTo>
                  <a:lnTo>
                    <a:pt x="2056396" y="519262"/>
                  </a:lnTo>
                  <a:lnTo>
                    <a:pt x="2056419" y="519295"/>
                  </a:lnTo>
                  <a:lnTo>
                    <a:pt x="2056431" y="519313"/>
                  </a:lnTo>
                  <a:lnTo>
                    <a:pt x="2056476" y="519347"/>
                  </a:lnTo>
                  <a:lnTo>
                    <a:pt x="2056564" y="519529"/>
                  </a:lnTo>
                  <a:lnTo>
                    <a:pt x="2056587" y="519613"/>
                  </a:lnTo>
                  <a:lnTo>
                    <a:pt x="2056602" y="519715"/>
                  </a:lnTo>
                  <a:lnTo>
                    <a:pt x="2056604" y="519769"/>
                  </a:lnTo>
                  <a:lnTo>
                    <a:pt x="2056587" y="519816"/>
                  </a:lnTo>
                  <a:lnTo>
                    <a:pt x="2056551" y="519866"/>
                  </a:lnTo>
                  <a:lnTo>
                    <a:pt x="2056499" y="519907"/>
                  </a:lnTo>
                  <a:lnTo>
                    <a:pt x="2056447" y="519934"/>
                  </a:lnTo>
                  <a:lnTo>
                    <a:pt x="2056356" y="519959"/>
                  </a:lnTo>
                  <a:lnTo>
                    <a:pt x="2056256" y="519973"/>
                  </a:lnTo>
                  <a:lnTo>
                    <a:pt x="2056176" y="519975"/>
                  </a:lnTo>
                  <a:lnTo>
                    <a:pt x="2056013" y="519959"/>
                  </a:lnTo>
                  <a:lnTo>
                    <a:pt x="2055941" y="519938"/>
                  </a:lnTo>
                  <a:lnTo>
                    <a:pt x="2055842" y="519895"/>
                  </a:lnTo>
                  <a:lnTo>
                    <a:pt x="2055808" y="519875"/>
                  </a:lnTo>
                  <a:lnTo>
                    <a:pt x="2055746" y="519838"/>
                  </a:lnTo>
                  <a:lnTo>
                    <a:pt x="2055660" y="519760"/>
                  </a:lnTo>
                  <a:lnTo>
                    <a:pt x="2055606" y="519679"/>
                  </a:lnTo>
                  <a:lnTo>
                    <a:pt x="2055565" y="519598"/>
                  </a:lnTo>
                  <a:lnTo>
                    <a:pt x="2055537" y="519514"/>
                  </a:lnTo>
                  <a:lnTo>
                    <a:pt x="2055529" y="519453"/>
                  </a:lnTo>
                  <a:lnTo>
                    <a:pt x="2055537" y="519420"/>
                  </a:lnTo>
                  <a:lnTo>
                    <a:pt x="2055549" y="519364"/>
                  </a:lnTo>
                  <a:lnTo>
                    <a:pt x="2055574" y="519295"/>
                  </a:lnTo>
                  <a:lnTo>
                    <a:pt x="2055582" y="519084"/>
                  </a:lnTo>
                  <a:lnTo>
                    <a:pt x="2055582" y="519024"/>
                  </a:lnTo>
                  <a:lnTo>
                    <a:pt x="2055564" y="518969"/>
                  </a:lnTo>
                  <a:lnTo>
                    <a:pt x="2055515" y="518920"/>
                  </a:lnTo>
                  <a:lnTo>
                    <a:pt x="2055412" y="518830"/>
                  </a:lnTo>
                  <a:lnTo>
                    <a:pt x="2055287" y="518737"/>
                  </a:lnTo>
                  <a:lnTo>
                    <a:pt x="2055168" y="518652"/>
                  </a:lnTo>
                  <a:lnTo>
                    <a:pt x="2055063" y="518578"/>
                  </a:lnTo>
                  <a:lnTo>
                    <a:pt x="2054878" y="518476"/>
                  </a:lnTo>
                  <a:lnTo>
                    <a:pt x="2054859" y="518501"/>
                  </a:lnTo>
                  <a:lnTo>
                    <a:pt x="2054764" y="518526"/>
                  </a:lnTo>
                  <a:lnTo>
                    <a:pt x="2054602" y="518448"/>
                  </a:lnTo>
                  <a:lnTo>
                    <a:pt x="2054352" y="518270"/>
                  </a:lnTo>
                  <a:lnTo>
                    <a:pt x="2054208" y="518157"/>
                  </a:lnTo>
                  <a:lnTo>
                    <a:pt x="2053962" y="517951"/>
                  </a:lnTo>
                  <a:lnTo>
                    <a:pt x="2053590" y="517716"/>
                  </a:lnTo>
                  <a:lnTo>
                    <a:pt x="2053507" y="517689"/>
                  </a:lnTo>
                  <a:lnTo>
                    <a:pt x="2052933" y="517539"/>
                  </a:lnTo>
                  <a:lnTo>
                    <a:pt x="2052760" y="517514"/>
                  </a:lnTo>
                  <a:lnTo>
                    <a:pt x="2052730" y="517519"/>
                  </a:lnTo>
                  <a:lnTo>
                    <a:pt x="2052648" y="517582"/>
                  </a:lnTo>
                  <a:lnTo>
                    <a:pt x="2052635" y="517598"/>
                  </a:lnTo>
                  <a:lnTo>
                    <a:pt x="2052465" y="517873"/>
                  </a:lnTo>
                  <a:lnTo>
                    <a:pt x="2052458" y="517936"/>
                  </a:lnTo>
                  <a:lnTo>
                    <a:pt x="2052462" y="517998"/>
                  </a:lnTo>
                  <a:lnTo>
                    <a:pt x="2052473" y="518062"/>
                  </a:lnTo>
                  <a:lnTo>
                    <a:pt x="2052509" y="518073"/>
                  </a:lnTo>
                  <a:lnTo>
                    <a:pt x="2052523" y="518063"/>
                  </a:lnTo>
                  <a:lnTo>
                    <a:pt x="2052653" y="517958"/>
                  </a:lnTo>
                  <a:lnTo>
                    <a:pt x="2052843" y="518002"/>
                  </a:lnTo>
                  <a:lnTo>
                    <a:pt x="2052910" y="518168"/>
                  </a:lnTo>
                  <a:lnTo>
                    <a:pt x="2052947" y="518207"/>
                  </a:lnTo>
                  <a:lnTo>
                    <a:pt x="2053109" y="518276"/>
                  </a:lnTo>
                  <a:lnTo>
                    <a:pt x="2053132" y="518280"/>
                  </a:lnTo>
                  <a:lnTo>
                    <a:pt x="2053530" y="518366"/>
                  </a:lnTo>
                  <a:lnTo>
                    <a:pt x="2053808" y="518427"/>
                  </a:lnTo>
                  <a:lnTo>
                    <a:pt x="2053976" y="518556"/>
                  </a:lnTo>
                  <a:lnTo>
                    <a:pt x="2054111" y="518722"/>
                  </a:lnTo>
                  <a:lnTo>
                    <a:pt x="2054182" y="518838"/>
                  </a:lnTo>
                  <a:lnTo>
                    <a:pt x="2054196" y="518894"/>
                  </a:lnTo>
                  <a:lnTo>
                    <a:pt x="2054104" y="519073"/>
                  </a:lnTo>
                  <a:lnTo>
                    <a:pt x="2054018" y="519203"/>
                  </a:lnTo>
                  <a:lnTo>
                    <a:pt x="2053917" y="519331"/>
                  </a:lnTo>
                  <a:lnTo>
                    <a:pt x="2053863" y="519399"/>
                  </a:lnTo>
                  <a:lnTo>
                    <a:pt x="2053827" y="519442"/>
                  </a:lnTo>
                  <a:lnTo>
                    <a:pt x="2053652" y="519579"/>
                  </a:lnTo>
                  <a:lnTo>
                    <a:pt x="2053493" y="519717"/>
                  </a:lnTo>
                  <a:lnTo>
                    <a:pt x="2053434" y="519785"/>
                  </a:lnTo>
                  <a:lnTo>
                    <a:pt x="2053134" y="520075"/>
                  </a:lnTo>
                  <a:lnTo>
                    <a:pt x="2052955" y="520180"/>
                  </a:lnTo>
                  <a:lnTo>
                    <a:pt x="2052719" y="520281"/>
                  </a:lnTo>
                  <a:lnTo>
                    <a:pt x="2052546" y="520370"/>
                  </a:lnTo>
                  <a:lnTo>
                    <a:pt x="2052438" y="520433"/>
                  </a:lnTo>
                  <a:lnTo>
                    <a:pt x="2052321" y="520522"/>
                  </a:lnTo>
                  <a:lnTo>
                    <a:pt x="2052314" y="520546"/>
                  </a:lnTo>
                  <a:lnTo>
                    <a:pt x="2052325" y="520569"/>
                  </a:lnTo>
                  <a:lnTo>
                    <a:pt x="2052342" y="520591"/>
                  </a:lnTo>
                  <a:lnTo>
                    <a:pt x="2052364" y="520577"/>
                  </a:lnTo>
                  <a:lnTo>
                    <a:pt x="2052373" y="520574"/>
                  </a:lnTo>
                  <a:lnTo>
                    <a:pt x="2052506" y="520568"/>
                  </a:lnTo>
                  <a:lnTo>
                    <a:pt x="2052529" y="520573"/>
                  </a:lnTo>
                  <a:lnTo>
                    <a:pt x="2052620" y="520638"/>
                  </a:lnTo>
                  <a:lnTo>
                    <a:pt x="2052711" y="520756"/>
                  </a:lnTo>
                  <a:lnTo>
                    <a:pt x="2052752" y="521042"/>
                  </a:lnTo>
                  <a:lnTo>
                    <a:pt x="2052690" y="521162"/>
                  </a:lnTo>
                  <a:lnTo>
                    <a:pt x="2052625" y="521205"/>
                  </a:lnTo>
                  <a:lnTo>
                    <a:pt x="2052427" y="521305"/>
                  </a:lnTo>
                  <a:lnTo>
                    <a:pt x="2052353" y="521308"/>
                  </a:lnTo>
                  <a:lnTo>
                    <a:pt x="2052297" y="521309"/>
                  </a:lnTo>
                  <a:lnTo>
                    <a:pt x="2052246" y="521306"/>
                  </a:lnTo>
                  <a:lnTo>
                    <a:pt x="2052018" y="521288"/>
                  </a:lnTo>
                  <a:lnTo>
                    <a:pt x="2051731" y="521207"/>
                  </a:lnTo>
                  <a:lnTo>
                    <a:pt x="2051690" y="521188"/>
                  </a:lnTo>
                  <a:lnTo>
                    <a:pt x="2051687" y="521184"/>
                  </a:lnTo>
                  <a:lnTo>
                    <a:pt x="2051585" y="521168"/>
                  </a:lnTo>
                  <a:lnTo>
                    <a:pt x="2051499" y="521204"/>
                  </a:lnTo>
                  <a:lnTo>
                    <a:pt x="2051467" y="521226"/>
                  </a:lnTo>
                  <a:lnTo>
                    <a:pt x="2051458" y="521237"/>
                  </a:lnTo>
                  <a:lnTo>
                    <a:pt x="2051406" y="521336"/>
                  </a:lnTo>
                  <a:lnTo>
                    <a:pt x="2051411" y="521432"/>
                  </a:lnTo>
                  <a:lnTo>
                    <a:pt x="2051397" y="521503"/>
                  </a:lnTo>
                  <a:lnTo>
                    <a:pt x="2051355" y="521607"/>
                  </a:lnTo>
                  <a:lnTo>
                    <a:pt x="2051304" y="521685"/>
                  </a:lnTo>
                  <a:lnTo>
                    <a:pt x="2051282" y="521702"/>
                  </a:lnTo>
                  <a:lnTo>
                    <a:pt x="2051146" y="521746"/>
                  </a:lnTo>
                  <a:lnTo>
                    <a:pt x="2051061" y="521754"/>
                  </a:lnTo>
                  <a:lnTo>
                    <a:pt x="2051035" y="521750"/>
                  </a:lnTo>
                  <a:lnTo>
                    <a:pt x="2050702" y="521697"/>
                  </a:lnTo>
                  <a:lnTo>
                    <a:pt x="2050565" y="521671"/>
                  </a:lnTo>
                  <a:lnTo>
                    <a:pt x="2050479" y="521645"/>
                  </a:lnTo>
                  <a:lnTo>
                    <a:pt x="2050402" y="521608"/>
                  </a:lnTo>
                  <a:lnTo>
                    <a:pt x="2050270" y="521534"/>
                  </a:lnTo>
                  <a:lnTo>
                    <a:pt x="2050184" y="521469"/>
                  </a:lnTo>
                  <a:lnTo>
                    <a:pt x="2049988" y="521239"/>
                  </a:lnTo>
                  <a:lnTo>
                    <a:pt x="2049957" y="521219"/>
                  </a:lnTo>
                  <a:lnTo>
                    <a:pt x="2049839" y="521157"/>
                  </a:lnTo>
                  <a:lnTo>
                    <a:pt x="2049741" y="521114"/>
                  </a:lnTo>
                  <a:lnTo>
                    <a:pt x="2049547" y="521083"/>
                  </a:lnTo>
                  <a:lnTo>
                    <a:pt x="2049532" y="521085"/>
                  </a:lnTo>
                  <a:lnTo>
                    <a:pt x="2049393" y="521199"/>
                  </a:lnTo>
                  <a:lnTo>
                    <a:pt x="2049386" y="521207"/>
                  </a:lnTo>
                  <a:lnTo>
                    <a:pt x="2049355" y="521281"/>
                  </a:lnTo>
                  <a:lnTo>
                    <a:pt x="2049328" y="521406"/>
                  </a:lnTo>
                  <a:lnTo>
                    <a:pt x="2049349" y="521495"/>
                  </a:lnTo>
                  <a:lnTo>
                    <a:pt x="2049408" y="521633"/>
                  </a:lnTo>
                  <a:lnTo>
                    <a:pt x="2049435" y="521681"/>
                  </a:lnTo>
                  <a:lnTo>
                    <a:pt x="2049481" y="521745"/>
                  </a:lnTo>
                  <a:lnTo>
                    <a:pt x="2049555" y="521830"/>
                  </a:lnTo>
                  <a:lnTo>
                    <a:pt x="2049600" y="521906"/>
                  </a:lnTo>
                  <a:lnTo>
                    <a:pt x="2049630" y="521973"/>
                  </a:lnTo>
                  <a:lnTo>
                    <a:pt x="2049643" y="522048"/>
                  </a:lnTo>
                  <a:lnTo>
                    <a:pt x="2049645" y="522085"/>
                  </a:lnTo>
                  <a:lnTo>
                    <a:pt x="2049621" y="522138"/>
                  </a:lnTo>
                  <a:lnTo>
                    <a:pt x="2049570" y="522203"/>
                  </a:lnTo>
                  <a:lnTo>
                    <a:pt x="2049476" y="522318"/>
                  </a:lnTo>
                  <a:lnTo>
                    <a:pt x="2049386" y="522398"/>
                  </a:lnTo>
                  <a:lnTo>
                    <a:pt x="2049329" y="522440"/>
                  </a:lnTo>
                  <a:lnTo>
                    <a:pt x="2049022" y="522620"/>
                  </a:lnTo>
                  <a:lnTo>
                    <a:pt x="2048952" y="522650"/>
                  </a:lnTo>
                  <a:lnTo>
                    <a:pt x="2048919" y="522669"/>
                  </a:lnTo>
                  <a:lnTo>
                    <a:pt x="2048846" y="522735"/>
                  </a:lnTo>
                  <a:lnTo>
                    <a:pt x="2048801" y="522807"/>
                  </a:lnTo>
                  <a:lnTo>
                    <a:pt x="2048775" y="522880"/>
                  </a:lnTo>
                  <a:lnTo>
                    <a:pt x="2048756" y="522995"/>
                  </a:lnTo>
                  <a:lnTo>
                    <a:pt x="2048758" y="523036"/>
                  </a:lnTo>
                  <a:lnTo>
                    <a:pt x="2048774" y="523084"/>
                  </a:lnTo>
                  <a:lnTo>
                    <a:pt x="2048815" y="523263"/>
                  </a:lnTo>
                  <a:lnTo>
                    <a:pt x="2048788" y="523315"/>
                  </a:lnTo>
                  <a:lnTo>
                    <a:pt x="2048689" y="523318"/>
                  </a:lnTo>
                  <a:lnTo>
                    <a:pt x="2048478" y="523397"/>
                  </a:lnTo>
                  <a:lnTo>
                    <a:pt x="2048312" y="523430"/>
                  </a:lnTo>
                  <a:lnTo>
                    <a:pt x="2048197" y="523419"/>
                  </a:lnTo>
                  <a:lnTo>
                    <a:pt x="2048123" y="523394"/>
                  </a:lnTo>
                  <a:lnTo>
                    <a:pt x="2048023" y="523384"/>
                  </a:lnTo>
                  <a:lnTo>
                    <a:pt x="2047923" y="523387"/>
                  </a:lnTo>
                  <a:lnTo>
                    <a:pt x="2047787" y="523397"/>
                  </a:lnTo>
                  <a:lnTo>
                    <a:pt x="2047752" y="523451"/>
                  </a:lnTo>
                  <a:lnTo>
                    <a:pt x="2047704" y="523551"/>
                  </a:lnTo>
                  <a:lnTo>
                    <a:pt x="2047698" y="523659"/>
                  </a:lnTo>
                  <a:lnTo>
                    <a:pt x="2047856" y="524114"/>
                  </a:lnTo>
                  <a:lnTo>
                    <a:pt x="2047916" y="524260"/>
                  </a:lnTo>
                  <a:lnTo>
                    <a:pt x="2047990" y="524436"/>
                  </a:lnTo>
                  <a:lnTo>
                    <a:pt x="2048010" y="524483"/>
                  </a:lnTo>
                  <a:lnTo>
                    <a:pt x="2048198" y="524715"/>
                  </a:lnTo>
                  <a:lnTo>
                    <a:pt x="2048228" y="524739"/>
                  </a:lnTo>
                  <a:lnTo>
                    <a:pt x="2048260" y="524751"/>
                  </a:lnTo>
                  <a:lnTo>
                    <a:pt x="2048294" y="524794"/>
                  </a:lnTo>
                  <a:lnTo>
                    <a:pt x="2048530" y="525139"/>
                  </a:lnTo>
                  <a:lnTo>
                    <a:pt x="2048578" y="525221"/>
                  </a:lnTo>
                  <a:lnTo>
                    <a:pt x="2048625" y="525302"/>
                  </a:lnTo>
                  <a:lnTo>
                    <a:pt x="2048647" y="525333"/>
                  </a:lnTo>
                  <a:lnTo>
                    <a:pt x="2048673" y="525349"/>
                  </a:lnTo>
                  <a:lnTo>
                    <a:pt x="2048736" y="525436"/>
                  </a:lnTo>
                  <a:lnTo>
                    <a:pt x="2048678" y="525701"/>
                  </a:lnTo>
                  <a:lnTo>
                    <a:pt x="2048607" y="525838"/>
                  </a:lnTo>
                  <a:lnTo>
                    <a:pt x="2048591" y="525892"/>
                  </a:lnTo>
                  <a:lnTo>
                    <a:pt x="2048574" y="525954"/>
                  </a:lnTo>
                  <a:lnTo>
                    <a:pt x="2048562" y="526089"/>
                  </a:lnTo>
                  <a:lnTo>
                    <a:pt x="2048507" y="526227"/>
                  </a:lnTo>
                  <a:lnTo>
                    <a:pt x="2048498" y="526248"/>
                  </a:lnTo>
                  <a:lnTo>
                    <a:pt x="2048359" y="526326"/>
                  </a:lnTo>
                  <a:lnTo>
                    <a:pt x="2048321" y="526341"/>
                  </a:lnTo>
                  <a:lnTo>
                    <a:pt x="2048241" y="526355"/>
                  </a:lnTo>
                  <a:lnTo>
                    <a:pt x="2048166" y="526367"/>
                  </a:lnTo>
                  <a:lnTo>
                    <a:pt x="2047912" y="526515"/>
                  </a:lnTo>
                  <a:lnTo>
                    <a:pt x="2047839" y="526579"/>
                  </a:lnTo>
                  <a:lnTo>
                    <a:pt x="2047809" y="526643"/>
                  </a:lnTo>
                  <a:lnTo>
                    <a:pt x="2047762" y="526861"/>
                  </a:lnTo>
                  <a:lnTo>
                    <a:pt x="2047772" y="526934"/>
                  </a:lnTo>
                  <a:lnTo>
                    <a:pt x="2047793" y="526986"/>
                  </a:lnTo>
                  <a:lnTo>
                    <a:pt x="2047796" y="527016"/>
                  </a:lnTo>
                  <a:lnTo>
                    <a:pt x="2047766" y="527163"/>
                  </a:lnTo>
                  <a:lnTo>
                    <a:pt x="2047751" y="527211"/>
                  </a:lnTo>
                  <a:lnTo>
                    <a:pt x="2047662" y="527381"/>
                  </a:lnTo>
                  <a:lnTo>
                    <a:pt x="2047646" y="527406"/>
                  </a:lnTo>
                  <a:lnTo>
                    <a:pt x="2047608" y="527471"/>
                  </a:lnTo>
                  <a:lnTo>
                    <a:pt x="2047567" y="527698"/>
                  </a:lnTo>
                  <a:lnTo>
                    <a:pt x="2047570" y="527776"/>
                  </a:lnTo>
                  <a:lnTo>
                    <a:pt x="2047577" y="527810"/>
                  </a:lnTo>
                  <a:lnTo>
                    <a:pt x="2047589" y="527843"/>
                  </a:lnTo>
                  <a:lnTo>
                    <a:pt x="2047591" y="527928"/>
                  </a:lnTo>
                  <a:lnTo>
                    <a:pt x="2047512" y="528061"/>
                  </a:lnTo>
                  <a:lnTo>
                    <a:pt x="2047493" y="528086"/>
                  </a:lnTo>
                  <a:lnTo>
                    <a:pt x="2047197" y="528196"/>
                  </a:lnTo>
                  <a:lnTo>
                    <a:pt x="2047188" y="528210"/>
                  </a:lnTo>
                  <a:lnTo>
                    <a:pt x="2047102" y="528526"/>
                  </a:lnTo>
                  <a:lnTo>
                    <a:pt x="2047199" y="528613"/>
                  </a:lnTo>
                  <a:lnTo>
                    <a:pt x="2047302" y="528669"/>
                  </a:lnTo>
                  <a:lnTo>
                    <a:pt x="2047350" y="528723"/>
                  </a:lnTo>
                  <a:lnTo>
                    <a:pt x="2047365" y="528741"/>
                  </a:lnTo>
                  <a:lnTo>
                    <a:pt x="2047394" y="528789"/>
                  </a:lnTo>
                  <a:lnTo>
                    <a:pt x="2047412" y="528888"/>
                  </a:lnTo>
                  <a:lnTo>
                    <a:pt x="2047372" y="529026"/>
                  </a:lnTo>
                  <a:lnTo>
                    <a:pt x="2047360" y="529060"/>
                  </a:lnTo>
                  <a:lnTo>
                    <a:pt x="2047344" y="529086"/>
                  </a:lnTo>
                  <a:lnTo>
                    <a:pt x="2047293" y="529110"/>
                  </a:lnTo>
                  <a:lnTo>
                    <a:pt x="2047235" y="529119"/>
                  </a:lnTo>
                  <a:lnTo>
                    <a:pt x="2047227" y="529121"/>
                  </a:lnTo>
                  <a:lnTo>
                    <a:pt x="2047220" y="529119"/>
                  </a:lnTo>
                  <a:lnTo>
                    <a:pt x="2047112" y="529151"/>
                  </a:lnTo>
                  <a:lnTo>
                    <a:pt x="2047004" y="529188"/>
                  </a:lnTo>
                  <a:lnTo>
                    <a:pt x="2046864" y="529281"/>
                  </a:lnTo>
                  <a:lnTo>
                    <a:pt x="2046704" y="529398"/>
                  </a:lnTo>
                  <a:lnTo>
                    <a:pt x="2046464" y="529617"/>
                  </a:lnTo>
                  <a:lnTo>
                    <a:pt x="2046245" y="529991"/>
                  </a:lnTo>
                  <a:lnTo>
                    <a:pt x="2046192" y="530118"/>
                  </a:lnTo>
                  <a:lnTo>
                    <a:pt x="2046160" y="530250"/>
                  </a:lnTo>
                  <a:lnTo>
                    <a:pt x="2046141" y="530312"/>
                  </a:lnTo>
                  <a:lnTo>
                    <a:pt x="2046087" y="530432"/>
                  </a:lnTo>
                  <a:lnTo>
                    <a:pt x="2045955" y="530619"/>
                  </a:lnTo>
                  <a:lnTo>
                    <a:pt x="2045723" y="530883"/>
                  </a:lnTo>
                  <a:lnTo>
                    <a:pt x="2045684" y="530921"/>
                  </a:lnTo>
                  <a:lnTo>
                    <a:pt x="2045590" y="530986"/>
                  </a:lnTo>
                  <a:lnTo>
                    <a:pt x="2045550" y="531023"/>
                  </a:lnTo>
                  <a:lnTo>
                    <a:pt x="2045362" y="531224"/>
                  </a:lnTo>
                  <a:lnTo>
                    <a:pt x="2045384" y="531245"/>
                  </a:lnTo>
                  <a:lnTo>
                    <a:pt x="2045744" y="531273"/>
                  </a:lnTo>
                  <a:lnTo>
                    <a:pt x="2045889" y="531290"/>
                  </a:lnTo>
                  <a:lnTo>
                    <a:pt x="2046174" y="531320"/>
                  </a:lnTo>
                  <a:lnTo>
                    <a:pt x="2046225" y="531362"/>
                  </a:lnTo>
                  <a:lnTo>
                    <a:pt x="2046228" y="531437"/>
                  </a:lnTo>
                  <a:lnTo>
                    <a:pt x="2046198" y="531459"/>
                  </a:lnTo>
                  <a:lnTo>
                    <a:pt x="2046034" y="531581"/>
                  </a:lnTo>
                  <a:lnTo>
                    <a:pt x="2045883" y="531673"/>
                  </a:lnTo>
                  <a:lnTo>
                    <a:pt x="2045782" y="531737"/>
                  </a:lnTo>
                  <a:lnTo>
                    <a:pt x="2045734" y="531786"/>
                  </a:lnTo>
                  <a:lnTo>
                    <a:pt x="2045711" y="531828"/>
                  </a:lnTo>
                  <a:lnTo>
                    <a:pt x="2045725" y="531847"/>
                  </a:lnTo>
                  <a:lnTo>
                    <a:pt x="2045763" y="532013"/>
                  </a:lnTo>
                  <a:lnTo>
                    <a:pt x="2045760" y="532113"/>
                  </a:lnTo>
                  <a:lnTo>
                    <a:pt x="2045720" y="532206"/>
                  </a:lnTo>
                  <a:lnTo>
                    <a:pt x="2045673" y="532290"/>
                  </a:lnTo>
                  <a:lnTo>
                    <a:pt x="2045645" y="532354"/>
                  </a:lnTo>
                  <a:lnTo>
                    <a:pt x="2045620" y="532440"/>
                  </a:lnTo>
                  <a:lnTo>
                    <a:pt x="2045612" y="532481"/>
                  </a:lnTo>
                  <a:lnTo>
                    <a:pt x="2045590" y="532793"/>
                  </a:lnTo>
                  <a:lnTo>
                    <a:pt x="2045593" y="532824"/>
                  </a:lnTo>
                  <a:lnTo>
                    <a:pt x="2045646" y="532848"/>
                  </a:lnTo>
                  <a:lnTo>
                    <a:pt x="2045701" y="532826"/>
                  </a:lnTo>
                  <a:lnTo>
                    <a:pt x="2045746" y="532798"/>
                  </a:lnTo>
                  <a:lnTo>
                    <a:pt x="2046040" y="532694"/>
                  </a:lnTo>
                  <a:lnTo>
                    <a:pt x="2046181" y="532689"/>
                  </a:lnTo>
                  <a:lnTo>
                    <a:pt x="2046236" y="532734"/>
                  </a:lnTo>
                  <a:lnTo>
                    <a:pt x="2046249" y="532800"/>
                  </a:lnTo>
                  <a:lnTo>
                    <a:pt x="2046187" y="532863"/>
                  </a:lnTo>
                  <a:lnTo>
                    <a:pt x="2045981" y="532935"/>
                  </a:lnTo>
                  <a:lnTo>
                    <a:pt x="2045868" y="532976"/>
                  </a:lnTo>
                  <a:lnTo>
                    <a:pt x="2045716" y="533066"/>
                  </a:lnTo>
                  <a:lnTo>
                    <a:pt x="2045638" y="533141"/>
                  </a:lnTo>
                  <a:lnTo>
                    <a:pt x="2045658" y="533243"/>
                  </a:lnTo>
                  <a:lnTo>
                    <a:pt x="2045721" y="533339"/>
                  </a:lnTo>
                  <a:lnTo>
                    <a:pt x="2045740" y="533364"/>
                  </a:lnTo>
                  <a:lnTo>
                    <a:pt x="2045790" y="533404"/>
                  </a:lnTo>
                  <a:lnTo>
                    <a:pt x="2045667" y="533560"/>
                  </a:lnTo>
                  <a:lnTo>
                    <a:pt x="2045780" y="533572"/>
                  </a:lnTo>
                  <a:lnTo>
                    <a:pt x="2045791" y="533573"/>
                  </a:lnTo>
                  <a:lnTo>
                    <a:pt x="2045840" y="533600"/>
                  </a:lnTo>
                  <a:lnTo>
                    <a:pt x="2046089" y="533786"/>
                  </a:lnTo>
                  <a:lnTo>
                    <a:pt x="2046129" y="533817"/>
                  </a:lnTo>
                  <a:lnTo>
                    <a:pt x="2046309" y="533877"/>
                  </a:lnTo>
                  <a:lnTo>
                    <a:pt x="2046313" y="533877"/>
                  </a:lnTo>
                  <a:lnTo>
                    <a:pt x="2046319" y="533879"/>
                  </a:lnTo>
                  <a:lnTo>
                    <a:pt x="2046340" y="533892"/>
                  </a:lnTo>
                  <a:lnTo>
                    <a:pt x="2046356" y="533902"/>
                  </a:lnTo>
                  <a:lnTo>
                    <a:pt x="2046365" y="533912"/>
                  </a:lnTo>
                  <a:lnTo>
                    <a:pt x="2046373" y="533920"/>
                  </a:lnTo>
                  <a:lnTo>
                    <a:pt x="2046392" y="533943"/>
                  </a:lnTo>
                  <a:lnTo>
                    <a:pt x="2046406" y="533967"/>
                  </a:lnTo>
                  <a:lnTo>
                    <a:pt x="2046412" y="533977"/>
                  </a:lnTo>
                  <a:lnTo>
                    <a:pt x="2046417" y="533991"/>
                  </a:lnTo>
                  <a:lnTo>
                    <a:pt x="2046440" y="534063"/>
                  </a:lnTo>
                  <a:lnTo>
                    <a:pt x="2046445" y="534081"/>
                  </a:lnTo>
                  <a:lnTo>
                    <a:pt x="2046467" y="534215"/>
                  </a:lnTo>
                  <a:lnTo>
                    <a:pt x="2046466" y="534221"/>
                  </a:lnTo>
                  <a:lnTo>
                    <a:pt x="2046463" y="534382"/>
                  </a:lnTo>
                  <a:lnTo>
                    <a:pt x="2046461" y="534407"/>
                  </a:lnTo>
                  <a:lnTo>
                    <a:pt x="2046455" y="534423"/>
                  </a:lnTo>
                  <a:lnTo>
                    <a:pt x="2046449" y="534433"/>
                  </a:lnTo>
                  <a:lnTo>
                    <a:pt x="2046443" y="534445"/>
                  </a:lnTo>
                  <a:lnTo>
                    <a:pt x="2046426" y="534468"/>
                  </a:lnTo>
                  <a:lnTo>
                    <a:pt x="2046380" y="534610"/>
                  </a:lnTo>
                  <a:lnTo>
                    <a:pt x="2046245" y="534808"/>
                  </a:lnTo>
                  <a:lnTo>
                    <a:pt x="2046171" y="534868"/>
                  </a:lnTo>
                  <a:lnTo>
                    <a:pt x="2046143" y="534884"/>
                  </a:lnTo>
                  <a:lnTo>
                    <a:pt x="2046002" y="534962"/>
                  </a:lnTo>
                  <a:lnTo>
                    <a:pt x="2045967" y="534981"/>
                  </a:lnTo>
                  <a:lnTo>
                    <a:pt x="2045948" y="534988"/>
                  </a:lnTo>
                  <a:lnTo>
                    <a:pt x="2045922" y="534998"/>
                  </a:lnTo>
                  <a:lnTo>
                    <a:pt x="2045891" y="535009"/>
                  </a:lnTo>
                  <a:lnTo>
                    <a:pt x="2045845" y="535020"/>
                  </a:lnTo>
                  <a:lnTo>
                    <a:pt x="2045740" y="535043"/>
                  </a:lnTo>
                  <a:lnTo>
                    <a:pt x="2045667" y="535056"/>
                  </a:lnTo>
                  <a:lnTo>
                    <a:pt x="2045530" y="535079"/>
                  </a:lnTo>
                  <a:lnTo>
                    <a:pt x="2045338" y="535086"/>
                  </a:lnTo>
                  <a:lnTo>
                    <a:pt x="2045306" y="535086"/>
                  </a:lnTo>
                  <a:lnTo>
                    <a:pt x="2045174" y="535079"/>
                  </a:lnTo>
                  <a:lnTo>
                    <a:pt x="2045059" y="535069"/>
                  </a:lnTo>
                  <a:lnTo>
                    <a:pt x="2044980" y="535064"/>
                  </a:lnTo>
                  <a:lnTo>
                    <a:pt x="2044858" y="535058"/>
                  </a:lnTo>
                  <a:lnTo>
                    <a:pt x="2044729" y="535069"/>
                  </a:lnTo>
                  <a:lnTo>
                    <a:pt x="2044608" y="535082"/>
                  </a:lnTo>
                  <a:lnTo>
                    <a:pt x="2044598" y="535083"/>
                  </a:lnTo>
                  <a:lnTo>
                    <a:pt x="2044580" y="535091"/>
                  </a:lnTo>
                  <a:lnTo>
                    <a:pt x="2044509" y="535105"/>
                  </a:lnTo>
                  <a:lnTo>
                    <a:pt x="2044465" y="535113"/>
                  </a:lnTo>
                  <a:lnTo>
                    <a:pt x="2044425" y="535118"/>
                  </a:lnTo>
                  <a:lnTo>
                    <a:pt x="2044388" y="535121"/>
                  </a:lnTo>
                  <a:lnTo>
                    <a:pt x="2044319" y="535119"/>
                  </a:lnTo>
                  <a:lnTo>
                    <a:pt x="2044288" y="535116"/>
                  </a:lnTo>
                  <a:lnTo>
                    <a:pt x="2044149" y="535085"/>
                  </a:lnTo>
                  <a:lnTo>
                    <a:pt x="2044145" y="535083"/>
                  </a:lnTo>
                  <a:lnTo>
                    <a:pt x="2044142" y="535079"/>
                  </a:lnTo>
                  <a:lnTo>
                    <a:pt x="2044131" y="535061"/>
                  </a:lnTo>
                  <a:lnTo>
                    <a:pt x="2044126" y="535047"/>
                  </a:lnTo>
                  <a:lnTo>
                    <a:pt x="2044124" y="535038"/>
                  </a:lnTo>
                  <a:lnTo>
                    <a:pt x="2044135" y="534936"/>
                  </a:lnTo>
                  <a:lnTo>
                    <a:pt x="2044136" y="534927"/>
                  </a:lnTo>
                  <a:lnTo>
                    <a:pt x="2044138" y="534918"/>
                  </a:lnTo>
                  <a:lnTo>
                    <a:pt x="2044141" y="534909"/>
                  </a:lnTo>
                  <a:lnTo>
                    <a:pt x="2044147" y="534897"/>
                  </a:lnTo>
                  <a:lnTo>
                    <a:pt x="2044168" y="534866"/>
                  </a:lnTo>
                  <a:lnTo>
                    <a:pt x="2044179" y="534850"/>
                  </a:lnTo>
                  <a:lnTo>
                    <a:pt x="2044189" y="534838"/>
                  </a:lnTo>
                  <a:lnTo>
                    <a:pt x="2044198" y="534828"/>
                  </a:lnTo>
                  <a:lnTo>
                    <a:pt x="2044207" y="534821"/>
                  </a:lnTo>
                  <a:lnTo>
                    <a:pt x="2044216" y="534815"/>
                  </a:lnTo>
                  <a:lnTo>
                    <a:pt x="2044226" y="534811"/>
                  </a:lnTo>
                  <a:lnTo>
                    <a:pt x="2044237" y="534807"/>
                  </a:lnTo>
                  <a:lnTo>
                    <a:pt x="2044417" y="534754"/>
                  </a:lnTo>
                  <a:lnTo>
                    <a:pt x="2044436" y="534749"/>
                  </a:lnTo>
                  <a:lnTo>
                    <a:pt x="2044475" y="534740"/>
                  </a:lnTo>
                  <a:lnTo>
                    <a:pt x="2044540" y="534729"/>
                  </a:lnTo>
                  <a:lnTo>
                    <a:pt x="2044598" y="534745"/>
                  </a:lnTo>
                  <a:lnTo>
                    <a:pt x="2044635" y="534760"/>
                  </a:lnTo>
                  <a:lnTo>
                    <a:pt x="2044656" y="534766"/>
                  </a:lnTo>
                  <a:lnTo>
                    <a:pt x="2044681" y="534769"/>
                  </a:lnTo>
                  <a:lnTo>
                    <a:pt x="2044706" y="534769"/>
                  </a:lnTo>
                  <a:lnTo>
                    <a:pt x="2045066" y="534729"/>
                  </a:lnTo>
                  <a:lnTo>
                    <a:pt x="2045082" y="534726"/>
                  </a:lnTo>
                  <a:lnTo>
                    <a:pt x="2045103" y="534718"/>
                  </a:lnTo>
                  <a:lnTo>
                    <a:pt x="2045167" y="534679"/>
                  </a:lnTo>
                  <a:lnTo>
                    <a:pt x="2045310" y="534589"/>
                  </a:lnTo>
                  <a:lnTo>
                    <a:pt x="2045370" y="534516"/>
                  </a:lnTo>
                  <a:lnTo>
                    <a:pt x="2045418" y="534458"/>
                  </a:lnTo>
                  <a:lnTo>
                    <a:pt x="2045491" y="534352"/>
                  </a:lnTo>
                  <a:lnTo>
                    <a:pt x="2045499" y="534321"/>
                  </a:lnTo>
                  <a:lnTo>
                    <a:pt x="2045492" y="534284"/>
                  </a:lnTo>
                  <a:lnTo>
                    <a:pt x="2045456" y="534153"/>
                  </a:lnTo>
                  <a:lnTo>
                    <a:pt x="2045454" y="534146"/>
                  </a:lnTo>
                  <a:lnTo>
                    <a:pt x="2045433" y="534095"/>
                  </a:lnTo>
                  <a:lnTo>
                    <a:pt x="2045393" y="534031"/>
                  </a:lnTo>
                  <a:lnTo>
                    <a:pt x="2045366" y="533993"/>
                  </a:lnTo>
                  <a:lnTo>
                    <a:pt x="2045269" y="533963"/>
                  </a:lnTo>
                  <a:lnTo>
                    <a:pt x="2045191" y="533957"/>
                  </a:lnTo>
                  <a:lnTo>
                    <a:pt x="2044749" y="533948"/>
                  </a:lnTo>
                  <a:lnTo>
                    <a:pt x="2044685" y="533954"/>
                  </a:lnTo>
                  <a:lnTo>
                    <a:pt x="2044629" y="533967"/>
                  </a:lnTo>
                  <a:lnTo>
                    <a:pt x="2044577" y="533982"/>
                  </a:lnTo>
                  <a:lnTo>
                    <a:pt x="2044516" y="534010"/>
                  </a:lnTo>
                  <a:lnTo>
                    <a:pt x="2044133" y="534201"/>
                  </a:lnTo>
                  <a:lnTo>
                    <a:pt x="2043997" y="534278"/>
                  </a:lnTo>
                  <a:lnTo>
                    <a:pt x="2043907" y="534329"/>
                  </a:lnTo>
                  <a:lnTo>
                    <a:pt x="2043790" y="534403"/>
                  </a:lnTo>
                  <a:lnTo>
                    <a:pt x="2043685" y="534467"/>
                  </a:lnTo>
                  <a:lnTo>
                    <a:pt x="2043617" y="534505"/>
                  </a:lnTo>
                  <a:lnTo>
                    <a:pt x="2043487" y="534569"/>
                  </a:lnTo>
                  <a:lnTo>
                    <a:pt x="2043431" y="534590"/>
                  </a:lnTo>
                  <a:lnTo>
                    <a:pt x="2043312" y="534621"/>
                  </a:lnTo>
                  <a:lnTo>
                    <a:pt x="2043273" y="534628"/>
                  </a:lnTo>
                  <a:lnTo>
                    <a:pt x="2043065" y="534669"/>
                  </a:lnTo>
                  <a:lnTo>
                    <a:pt x="2042707" y="534762"/>
                  </a:lnTo>
                  <a:lnTo>
                    <a:pt x="2042638" y="534786"/>
                  </a:lnTo>
                  <a:lnTo>
                    <a:pt x="2042518" y="534837"/>
                  </a:lnTo>
                  <a:lnTo>
                    <a:pt x="2042470" y="534872"/>
                  </a:lnTo>
                  <a:lnTo>
                    <a:pt x="2042430" y="534913"/>
                  </a:lnTo>
                  <a:lnTo>
                    <a:pt x="2042398" y="534964"/>
                  </a:lnTo>
                  <a:lnTo>
                    <a:pt x="2042388" y="535006"/>
                  </a:lnTo>
                  <a:lnTo>
                    <a:pt x="2042381" y="535043"/>
                  </a:lnTo>
                  <a:lnTo>
                    <a:pt x="2042372" y="535102"/>
                  </a:lnTo>
                  <a:lnTo>
                    <a:pt x="2042362" y="535219"/>
                  </a:lnTo>
                  <a:lnTo>
                    <a:pt x="2042359" y="535261"/>
                  </a:lnTo>
                  <a:lnTo>
                    <a:pt x="2042359" y="535299"/>
                  </a:lnTo>
                  <a:lnTo>
                    <a:pt x="2042364" y="535334"/>
                  </a:lnTo>
                  <a:lnTo>
                    <a:pt x="2042391" y="535427"/>
                  </a:lnTo>
                  <a:lnTo>
                    <a:pt x="2042406" y="535476"/>
                  </a:lnTo>
                  <a:lnTo>
                    <a:pt x="2042427" y="535519"/>
                  </a:lnTo>
                  <a:lnTo>
                    <a:pt x="2042452" y="535557"/>
                  </a:lnTo>
                  <a:lnTo>
                    <a:pt x="2042480" y="535595"/>
                  </a:lnTo>
                  <a:lnTo>
                    <a:pt x="2042494" y="535619"/>
                  </a:lnTo>
                  <a:lnTo>
                    <a:pt x="2042501" y="535634"/>
                  </a:lnTo>
                  <a:lnTo>
                    <a:pt x="2042518" y="535674"/>
                  </a:lnTo>
                  <a:lnTo>
                    <a:pt x="2042529" y="535712"/>
                  </a:lnTo>
                  <a:lnTo>
                    <a:pt x="2042532" y="535746"/>
                  </a:lnTo>
                  <a:lnTo>
                    <a:pt x="2042504" y="535792"/>
                  </a:lnTo>
                  <a:lnTo>
                    <a:pt x="2042478" y="535814"/>
                  </a:lnTo>
                  <a:lnTo>
                    <a:pt x="2042444" y="535827"/>
                  </a:lnTo>
                  <a:lnTo>
                    <a:pt x="2042409" y="535830"/>
                  </a:lnTo>
                  <a:lnTo>
                    <a:pt x="2042363" y="535833"/>
                  </a:lnTo>
                  <a:lnTo>
                    <a:pt x="2042291" y="535831"/>
                  </a:lnTo>
                  <a:lnTo>
                    <a:pt x="2042233" y="535827"/>
                  </a:lnTo>
                  <a:lnTo>
                    <a:pt x="2042150" y="535803"/>
                  </a:lnTo>
                  <a:lnTo>
                    <a:pt x="2042081" y="535777"/>
                  </a:lnTo>
                  <a:lnTo>
                    <a:pt x="2042044" y="535767"/>
                  </a:lnTo>
                  <a:lnTo>
                    <a:pt x="2041979" y="535751"/>
                  </a:lnTo>
                  <a:lnTo>
                    <a:pt x="2041678" y="535713"/>
                  </a:lnTo>
                  <a:lnTo>
                    <a:pt x="2041630" y="535720"/>
                  </a:lnTo>
                  <a:lnTo>
                    <a:pt x="2041594" y="535736"/>
                  </a:lnTo>
                  <a:lnTo>
                    <a:pt x="2041545" y="535769"/>
                  </a:lnTo>
                  <a:lnTo>
                    <a:pt x="2041470" y="535845"/>
                  </a:lnTo>
                  <a:lnTo>
                    <a:pt x="2041440" y="535885"/>
                  </a:lnTo>
                  <a:lnTo>
                    <a:pt x="2041391" y="535976"/>
                  </a:lnTo>
                  <a:lnTo>
                    <a:pt x="2041356" y="536075"/>
                  </a:lnTo>
                  <a:lnTo>
                    <a:pt x="2041320" y="536182"/>
                  </a:lnTo>
                  <a:lnTo>
                    <a:pt x="2041283" y="536312"/>
                  </a:lnTo>
                  <a:lnTo>
                    <a:pt x="2041264" y="536408"/>
                  </a:lnTo>
                  <a:lnTo>
                    <a:pt x="2041250" y="536488"/>
                  </a:lnTo>
                  <a:lnTo>
                    <a:pt x="2041224" y="536605"/>
                  </a:lnTo>
                  <a:lnTo>
                    <a:pt x="2041213" y="536654"/>
                  </a:lnTo>
                  <a:lnTo>
                    <a:pt x="2041161" y="536793"/>
                  </a:lnTo>
                  <a:lnTo>
                    <a:pt x="2041144" y="536830"/>
                  </a:lnTo>
                  <a:lnTo>
                    <a:pt x="2041054" y="536959"/>
                  </a:lnTo>
                  <a:lnTo>
                    <a:pt x="2041026" y="536995"/>
                  </a:lnTo>
                  <a:lnTo>
                    <a:pt x="2040977" y="537043"/>
                  </a:lnTo>
                  <a:lnTo>
                    <a:pt x="2040934" y="537079"/>
                  </a:lnTo>
                  <a:lnTo>
                    <a:pt x="2040854" y="537142"/>
                  </a:lnTo>
                  <a:lnTo>
                    <a:pt x="2040564" y="537330"/>
                  </a:lnTo>
                  <a:lnTo>
                    <a:pt x="2040220" y="537553"/>
                  </a:lnTo>
                  <a:lnTo>
                    <a:pt x="2040051" y="537668"/>
                  </a:lnTo>
                  <a:lnTo>
                    <a:pt x="2039964" y="537746"/>
                  </a:lnTo>
                  <a:lnTo>
                    <a:pt x="2039879" y="537834"/>
                  </a:lnTo>
                  <a:lnTo>
                    <a:pt x="2039820" y="537898"/>
                  </a:lnTo>
                  <a:lnTo>
                    <a:pt x="2039805" y="537914"/>
                  </a:lnTo>
                  <a:lnTo>
                    <a:pt x="2039775" y="537975"/>
                  </a:lnTo>
                  <a:lnTo>
                    <a:pt x="2039761" y="538013"/>
                  </a:lnTo>
                  <a:lnTo>
                    <a:pt x="2039757" y="538035"/>
                  </a:lnTo>
                  <a:lnTo>
                    <a:pt x="2039759" y="538065"/>
                  </a:lnTo>
                  <a:lnTo>
                    <a:pt x="2039773" y="538171"/>
                  </a:lnTo>
                  <a:lnTo>
                    <a:pt x="2039773" y="538218"/>
                  </a:lnTo>
                  <a:lnTo>
                    <a:pt x="2039763" y="538261"/>
                  </a:lnTo>
                  <a:lnTo>
                    <a:pt x="2039719" y="538374"/>
                  </a:lnTo>
                  <a:lnTo>
                    <a:pt x="2039674" y="538468"/>
                  </a:lnTo>
                  <a:lnTo>
                    <a:pt x="2039622" y="538582"/>
                  </a:lnTo>
                  <a:lnTo>
                    <a:pt x="2039551" y="538756"/>
                  </a:lnTo>
                  <a:lnTo>
                    <a:pt x="2039537" y="538797"/>
                  </a:lnTo>
                  <a:lnTo>
                    <a:pt x="2039518" y="538881"/>
                  </a:lnTo>
                  <a:lnTo>
                    <a:pt x="2039515" y="538893"/>
                  </a:lnTo>
                  <a:lnTo>
                    <a:pt x="2039522" y="539001"/>
                  </a:lnTo>
                  <a:lnTo>
                    <a:pt x="2039532" y="539083"/>
                  </a:lnTo>
                  <a:lnTo>
                    <a:pt x="2039537" y="539119"/>
                  </a:lnTo>
                  <a:lnTo>
                    <a:pt x="2039550" y="539193"/>
                  </a:lnTo>
                  <a:lnTo>
                    <a:pt x="2039563" y="539237"/>
                  </a:lnTo>
                  <a:lnTo>
                    <a:pt x="2039560" y="539333"/>
                  </a:lnTo>
                  <a:lnTo>
                    <a:pt x="2039545" y="539460"/>
                  </a:lnTo>
                  <a:lnTo>
                    <a:pt x="2039523" y="539519"/>
                  </a:lnTo>
                  <a:lnTo>
                    <a:pt x="2039499" y="539550"/>
                  </a:lnTo>
                  <a:lnTo>
                    <a:pt x="2039387" y="539638"/>
                  </a:lnTo>
                  <a:lnTo>
                    <a:pt x="2039275" y="539696"/>
                  </a:lnTo>
                  <a:lnTo>
                    <a:pt x="2039122" y="539754"/>
                  </a:lnTo>
                  <a:lnTo>
                    <a:pt x="2038716" y="539864"/>
                  </a:lnTo>
                  <a:lnTo>
                    <a:pt x="2038641" y="539880"/>
                  </a:lnTo>
                  <a:lnTo>
                    <a:pt x="2038592" y="539893"/>
                  </a:lnTo>
                  <a:lnTo>
                    <a:pt x="2038543" y="539912"/>
                  </a:lnTo>
                  <a:lnTo>
                    <a:pt x="2038407" y="539971"/>
                  </a:lnTo>
                  <a:lnTo>
                    <a:pt x="2038234" y="540077"/>
                  </a:lnTo>
                  <a:lnTo>
                    <a:pt x="2038162" y="540140"/>
                  </a:lnTo>
                  <a:lnTo>
                    <a:pt x="2038059" y="540229"/>
                  </a:lnTo>
                  <a:lnTo>
                    <a:pt x="2038009" y="540306"/>
                  </a:lnTo>
                  <a:lnTo>
                    <a:pt x="2037946" y="540422"/>
                  </a:lnTo>
                  <a:lnTo>
                    <a:pt x="2037845" y="540632"/>
                  </a:lnTo>
                  <a:lnTo>
                    <a:pt x="2037812" y="540717"/>
                  </a:lnTo>
                  <a:lnTo>
                    <a:pt x="2037805" y="540735"/>
                  </a:lnTo>
                  <a:lnTo>
                    <a:pt x="2037789" y="540778"/>
                  </a:lnTo>
                  <a:lnTo>
                    <a:pt x="2037755" y="540867"/>
                  </a:lnTo>
                  <a:lnTo>
                    <a:pt x="2037714" y="540984"/>
                  </a:lnTo>
                  <a:lnTo>
                    <a:pt x="2037706" y="541042"/>
                  </a:lnTo>
                  <a:lnTo>
                    <a:pt x="2037703" y="541057"/>
                  </a:lnTo>
                  <a:lnTo>
                    <a:pt x="2037691" y="541181"/>
                  </a:lnTo>
                  <a:lnTo>
                    <a:pt x="2037690" y="541206"/>
                  </a:lnTo>
                  <a:lnTo>
                    <a:pt x="2037686" y="541294"/>
                  </a:lnTo>
                  <a:lnTo>
                    <a:pt x="2037683" y="541400"/>
                  </a:lnTo>
                  <a:lnTo>
                    <a:pt x="2037680" y="541512"/>
                  </a:lnTo>
                  <a:lnTo>
                    <a:pt x="2037671" y="541601"/>
                  </a:lnTo>
                  <a:lnTo>
                    <a:pt x="2037630" y="541807"/>
                  </a:lnTo>
                  <a:lnTo>
                    <a:pt x="2037613" y="541896"/>
                  </a:lnTo>
                  <a:lnTo>
                    <a:pt x="2037597" y="541933"/>
                  </a:lnTo>
                  <a:lnTo>
                    <a:pt x="2037584" y="541951"/>
                  </a:lnTo>
                  <a:lnTo>
                    <a:pt x="2037563" y="541961"/>
                  </a:lnTo>
                  <a:lnTo>
                    <a:pt x="2037536" y="541965"/>
                  </a:lnTo>
                  <a:lnTo>
                    <a:pt x="2037510" y="541966"/>
                  </a:lnTo>
                  <a:lnTo>
                    <a:pt x="2037499" y="541967"/>
                  </a:lnTo>
                  <a:lnTo>
                    <a:pt x="2037372" y="541967"/>
                  </a:lnTo>
                  <a:lnTo>
                    <a:pt x="2037325" y="541967"/>
                  </a:lnTo>
                  <a:lnTo>
                    <a:pt x="2037285" y="541963"/>
                  </a:lnTo>
                  <a:lnTo>
                    <a:pt x="2037249" y="541957"/>
                  </a:lnTo>
                  <a:lnTo>
                    <a:pt x="2037217" y="541957"/>
                  </a:lnTo>
                  <a:lnTo>
                    <a:pt x="2037084" y="541965"/>
                  </a:lnTo>
                  <a:lnTo>
                    <a:pt x="2036875" y="541976"/>
                  </a:lnTo>
                  <a:lnTo>
                    <a:pt x="2036829" y="541991"/>
                  </a:lnTo>
                  <a:lnTo>
                    <a:pt x="2036778" y="542030"/>
                  </a:lnTo>
                  <a:lnTo>
                    <a:pt x="2036758" y="542047"/>
                  </a:lnTo>
                  <a:lnTo>
                    <a:pt x="2036747" y="542066"/>
                  </a:lnTo>
                  <a:lnTo>
                    <a:pt x="2036745" y="542086"/>
                  </a:lnTo>
                  <a:lnTo>
                    <a:pt x="2036854" y="542348"/>
                  </a:lnTo>
                  <a:lnTo>
                    <a:pt x="2036919" y="542447"/>
                  </a:lnTo>
                  <a:lnTo>
                    <a:pt x="2036998" y="542562"/>
                  </a:lnTo>
                  <a:lnTo>
                    <a:pt x="2037049" y="542635"/>
                  </a:lnTo>
                  <a:lnTo>
                    <a:pt x="2037058" y="542763"/>
                  </a:lnTo>
                  <a:lnTo>
                    <a:pt x="2037052" y="542816"/>
                  </a:lnTo>
                  <a:lnTo>
                    <a:pt x="2037041" y="542847"/>
                  </a:lnTo>
                  <a:lnTo>
                    <a:pt x="2036716" y="543206"/>
                  </a:lnTo>
                  <a:lnTo>
                    <a:pt x="2036597" y="543313"/>
                  </a:lnTo>
                  <a:lnTo>
                    <a:pt x="2036468" y="543408"/>
                  </a:lnTo>
                  <a:lnTo>
                    <a:pt x="2036350" y="543466"/>
                  </a:lnTo>
                  <a:lnTo>
                    <a:pt x="2036217" y="543508"/>
                  </a:lnTo>
                  <a:lnTo>
                    <a:pt x="2035847" y="543602"/>
                  </a:lnTo>
                  <a:lnTo>
                    <a:pt x="2035771" y="543614"/>
                  </a:lnTo>
                  <a:lnTo>
                    <a:pt x="2035485" y="543663"/>
                  </a:lnTo>
                  <a:lnTo>
                    <a:pt x="2035402" y="543669"/>
                  </a:lnTo>
                  <a:lnTo>
                    <a:pt x="2035371" y="543675"/>
                  </a:lnTo>
                  <a:lnTo>
                    <a:pt x="2035364" y="543677"/>
                  </a:lnTo>
                  <a:lnTo>
                    <a:pt x="2035175" y="543740"/>
                  </a:lnTo>
                  <a:lnTo>
                    <a:pt x="2035122" y="543760"/>
                  </a:lnTo>
                  <a:lnTo>
                    <a:pt x="2035106" y="543766"/>
                  </a:lnTo>
                  <a:lnTo>
                    <a:pt x="2035085" y="543775"/>
                  </a:lnTo>
                  <a:lnTo>
                    <a:pt x="2035066" y="543783"/>
                  </a:lnTo>
                  <a:lnTo>
                    <a:pt x="2035021" y="543805"/>
                  </a:lnTo>
                  <a:lnTo>
                    <a:pt x="2034927" y="543860"/>
                  </a:lnTo>
                  <a:lnTo>
                    <a:pt x="2034804" y="543943"/>
                  </a:lnTo>
                  <a:lnTo>
                    <a:pt x="2034596" y="544411"/>
                  </a:lnTo>
                  <a:lnTo>
                    <a:pt x="2034594" y="544417"/>
                  </a:lnTo>
                  <a:lnTo>
                    <a:pt x="2034578" y="544457"/>
                  </a:lnTo>
                  <a:lnTo>
                    <a:pt x="2034559" y="544496"/>
                  </a:lnTo>
                  <a:lnTo>
                    <a:pt x="2034544" y="544526"/>
                  </a:lnTo>
                  <a:lnTo>
                    <a:pt x="2034519" y="544568"/>
                  </a:lnTo>
                  <a:lnTo>
                    <a:pt x="2034514" y="544574"/>
                  </a:lnTo>
                  <a:lnTo>
                    <a:pt x="2034465" y="544620"/>
                  </a:lnTo>
                  <a:lnTo>
                    <a:pt x="2034387" y="544672"/>
                  </a:lnTo>
                  <a:lnTo>
                    <a:pt x="2034197" y="544767"/>
                  </a:lnTo>
                  <a:lnTo>
                    <a:pt x="2034184" y="544771"/>
                  </a:lnTo>
                  <a:lnTo>
                    <a:pt x="2034076" y="544778"/>
                  </a:lnTo>
                  <a:lnTo>
                    <a:pt x="2034013" y="544783"/>
                  </a:lnTo>
                  <a:lnTo>
                    <a:pt x="2033840" y="544818"/>
                  </a:lnTo>
                  <a:lnTo>
                    <a:pt x="2033724" y="544850"/>
                  </a:lnTo>
                  <a:lnTo>
                    <a:pt x="2033707" y="544855"/>
                  </a:lnTo>
                  <a:lnTo>
                    <a:pt x="2033656" y="544870"/>
                  </a:lnTo>
                  <a:lnTo>
                    <a:pt x="2033296" y="545062"/>
                  </a:lnTo>
                  <a:lnTo>
                    <a:pt x="2033084" y="545173"/>
                  </a:lnTo>
                  <a:lnTo>
                    <a:pt x="2033062" y="545200"/>
                  </a:lnTo>
                  <a:lnTo>
                    <a:pt x="2033062" y="545216"/>
                  </a:lnTo>
                  <a:lnTo>
                    <a:pt x="2032999" y="545347"/>
                  </a:lnTo>
                  <a:lnTo>
                    <a:pt x="2033003" y="545374"/>
                  </a:lnTo>
                  <a:lnTo>
                    <a:pt x="2032997" y="545395"/>
                  </a:lnTo>
                  <a:lnTo>
                    <a:pt x="2032845" y="545613"/>
                  </a:lnTo>
                  <a:lnTo>
                    <a:pt x="2032815" y="545653"/>
                  </a:lnTo>
                  <a:lnTo>
                    <a:pt x="2032767" y="545710"/>
                  </a:lnTo>
                  <a:lnTo>
                    <a:pt x="2032699" y="545782"/>
                  </a:lnTo>
                  <a:lnTo>
                    <a:pt x="2032504" y="545977"/>
                  </a:lnTo>
                  <a:lnTo>
                    <a:pt x="2032481" y="545996"/>
                  </a:lnTo>
                  <a:lnTo>
                    <a:pt x="2032178" y="546200"/>
                  </a:lnTo>
                  <a:lnTo>
                    <a:pt x="2031829" y="546346"/>
                  </a:lnTo>
                  <a:lnTo>
                    <a:pt x="2031765" y="546364"/>
                  </a:lnTo>
                  <a:lnTo>
                    <a:pt x="2031476" y="546404"/>
                  </a:lnTo>
                  <a:lnTo>
                    <a:pt x="2031455" y="546402"/>
                  </a:lnTo>
                  <a:lnTo>
                    <a:pt x="2031389" y="546397"/>
                  </a:lnTo>
                  <a:lnTo>
                    <a:pt x="2031335" y="546413"/>
                  </a:lnTo>
                  <a:lnTo>
                    <a:pt x="2031300" y="546418"/>
                  </a:lnTo>
                  <a:lnTo>
                    <a:pt x="2031114" y="546411"/>
                  </a:lnTo>
                  <a:lnTo>
                    <a:pt x="2031052" y="546405"/>
                  </a:lnTo>
                  <a:lnTo>
                    <a:pt x="2031026" y="546402"/>
                  </a:lnTo>
                  <a:lnTo>
                    <a:pt x="2030937" y="546387"/>
                  </a:lnTo>
                  <a:lnTo>
                    <a:pt x="2030811" y="546364"/>
                  </a:lnTo>
                  <a:lnTo>
                    <a:pt x="2030705" y="546318"/>
                  </a:lnTo>
                  <a:lnTo>
                    <a:pt x="2030646" y="546288"/>
                  </a:lnTo>
                  <a:lnTo>
                    <a:pt x="2030570" y="546275"/>
                  </a:lnTo>
                  <a:lnTo>
                    <a:pt x="2030535" y="546276"/>
                  </a:lnTo>
                  <a:lnTo>
                    <a:pt x="2030474" y="546294"/>
                  </a:lnTo>
                  <a:lnTo>
                    <a:pt x="2030421" y="546314"/>
                  </a:lnTo>
                  <a:lnTo>
                    <a:pt x="2030372" y="546344"/>
                  </a:lnTo>
                  <a:lnTo>
                    <a:pt x="2030336" y="546388"/>
                  </a:lnTo>
                  <a:lnTo>
                    <a:pt x="2030309" y="546432"/>
                  </a:lnTo>
                  <a:lnTo>
                    <a:pt x="2030129" y="546738"/>
                  </a:lnTo>
                  <a:lnTo>
                    <a:pt x="2030051" y="546888"/>
                  </a:lnTo>
                  <a:lnTo>
                    <a:pt x="2030040" y="546920"/>
                  </a:lnTo>
                  <a:lnTo>
                    <a:pt x="2030028" y="546957"/>
                  </a:lnTo>
                  <a:lnTo>
                    <a:pt x="2030023" y="546996"/>
                  </a:lnTo>
                  <a:lnTo>
                    <a:pt x="2030019" y="547063"/>
                  </a:lnTo>
                  <a:lnTo>
                    <a:pt x="2030032" y="547102"/>
                  </a:lnTo>
                  <a:lnTo>
                    <a:pt x="2030068" y="547140"/>
                  </a:lnTo>
                  <a:lnTo>
                    <a:pt x="2030139" y="547201"/>
                  </a:lnTo>
                  <a:lnTo>
                    <a:pt x="2030288" y="547300"/>
                  </a:lnTo>
                  <a:lnTo>
                    <a:pt x="2030577" y="547478"/>
                  </a:lnTo>
                  <a:lnTo>
                    <a:pt x="2030676" y="547532"/>
                  </a:lnTo>
                  <a:lnTo>
                    <a:pt x="2030697" y="547540"/>
                  </a:lnTo>
                  <a:lnTo>
                    <a:pt x="2030773" y="547569"/>
                  </a:lnTo>
                  <a:lnTo>
                    <a:pt x="2030817" y="547601"/>
                  </a:lnTo>
                  <a:lnTo>
                    <a:pt x="2030845" y="547641"/>
                  </a:lnTo>
                  <a:lnTo>
                    <a:pt x="2030863" y="547672"/>
                  </a:lnTo>
                  <a:lnTo>
                    <a:pt x="2030871" y="547699"/>
                  </a:lnTo>
                  <a:lnTo>
                    <a:pt x="2030872" y="547735"/>
                  </a:lnTo>
                  <a:lnTo>
                    <a:pt x="2030860" y="547811"/>
                  </a:lnTo>
                  <a:lnTo>
                    <a:pt x="2030794" y="548069"/>
                  </a:lnTo>
                  <a:lnTo>
                    <a:pt x="2030610" y="548506"/>
                  </a:lnTo>
                  <a:lnTo>
                    <a:pt x="2030498" y="548719"/>
                  </a:lnTo>
                  <a:lnTo>
                    <a:pt x="2030469" y="548759"/>
                  </a:lnTo>
                  <a:lnTo>
                    <a:pt x="2030401" y="548811"/>
                  </a:lnTo>
                  <a:lnTo>
                    <a:pt x="2030342" y="548826"/>
                  </a:lnTo>
                  <a:lnTo>
                    <a:pt x="2030286" y="548831"/>
                  </a:lnTo>
                  <a:lnTo>
                    <a:pt x="2030212" y="548826"/>
                  </a:lnTo>
                  <a:lnTo>
                    <a:pt x="2030101" y="548803"/>
                  </a:lnTo>
                  <a:lnTo>
                    <a:pt x="2030024" y="548753"/>
                  </a:lnTo>
                  <a:lnTo>
                    <a:pt x="2029983" y="548708"/>
                  </a:lnTo>
                  <a:lnTo>
                    <a:pt x="2029941" y="548665"/>
                  </a:lnTo>
                  <a:lnTo>
                    <a:pt x="2029877" y="548626"/>
                  </a:lnTo>
                  <a:lnTo>
                    <a:pt x="2029789" y="548611"/>
                  </a:lnTo>
                  <a:lnTo>
                    <a:pt x="2029748" y="548605"/>
                  </a:lnTo>
                  <a:lnTo>
                    <a:pt x="2029703" y="548612"/>
                  </a:lnTo>
                  <a:lnTo>
                    <a:pt x="2029650" y="548634"/>
                  </a:lnTo>
                  <a:lnTo>
                    <a:pt x="2029581" y="548688"/>
                  </a:lnTo>
                  <a:lnTo>
                    <a:pt x="2029520" y="548773"/>
                  </a:lnTo>
                  <a:lnTo>
                    <a:pt x="2029478" y="548876"/>
                  </a:lnTo>
                  <a:lnTo>
                    <a:pt x="2029478" y="548990"/>
                  </a:lnTo>
                  <a:lnTo>
                    <a:pt x="2029484" y="549088"/>
                  </a:lnTo>
                  <a:lnTo>
                    <a:pt x="2029546" y="549231"/>
                  </a:lnTo>
                  <a:lnTo>
                    <a:pt x="2029661" y="549469"/>
                  </a:lnTo>
                  <a:lnTo>
                    <a:pt x="2029769" y="549575"/>
                  </a:lnTo>
                  <a:lnTo>
                    <a:pt x="2029810" y="549631"/>
                  </a:lnTo>
                  <a:lnTo>
                    <a:pt x="2029844" y="549688"/>
                  </a:lnTo>
                  <a:lnTo>
                    <a:pt x="2029854" y="549780"/>
                  </a:lnTo>
                  <a:lnTo>
                    <a:pt x="2029850" y="549831"/>
                  </a:lnTo>
                  <a:lnTo>
                    <a:pt x="2029844" y="549896"/>
                  </a:lnTo>
                  <a:lnTo>
                    <a:pt x="2029823" y="549980"/>
                  </a:lnTo>
                  <a:lnTo>
                    <a:pt x="2029803" y="550027"/>
                  </a:lnTo>
                  <a:lnTo>
                    <a:pt x="2029798" y="550034"/>
                  </a:lnTo>
                  <a:lnTo>
                    <a:pt x="2029776" y="550067"/>
                  </a:lnTo>
                  <a:lnTo>
                    <a:pt x="2029736" y="550129"/>
                  </a:lnTo>
                  <a:lnTo>
                    <a:pt x="2029624" y="550157"/>
                  </a:lnTo>
                  <a:lnTo>
                    <a:pt x="2029436" y="550161"/>
                  </a:lnTo>
                  <a:lnTo>
                    <a:pt x="2029173" y="550106"/>
                  </a:lnTo>
                  <a:lnTo>
                    <a:pt x="2028974" y="550103"/>
                  </a:lnTo>
                  <a:lnTo>
                    <a:pt x="2028537" y="550236"/>
                  </a:lnTo>
                  <a:lnTo>
                    <a:pt x="2028343" y="550348"/>
                  </a:lnTo>
                  <a:lnTo>
                    <a:pt x="2028297" y="550399"/>
                  </a:lnTo>
                  <a:lnTo>
                    <a:pt x="2028265" y="550458"/>
                  </a:lnTo>
                  <a:lnTo>
                    <a:pt x="2028250" y="550512"/>
                  </a:lnTo>
                  <a:lnTo>
                    <a:pt x="2028253" y="550576"/>
                  </a:lnTo>
                  <a:lnTo>
                    <a:pt x="2028269" y="550631"/>
                  </a:lnTo>
                  <a:lnTo>
                    <a:pt x="2028354" y="550712"/>
                  </a:lnTo>
                  <a:lnTo>
                    <a:pt x="2028484" y="550769"/>
                  </a:lnTo>
                  <a:lnTo>
                    <a:pt x="2028577" y="550838"/>
                  </a:lnTo>
                  <a:lnTo>
                    <a:pt x="2028635" y="550892"/>
                  </a:lnTo>
                  <a:lnTo>
                    <a:pt x="2028775" y="551027"/>
                  </a:lnTo>
                  <a:lnTo>
                    <a:pt x="2028792" y="551088"/>
                  </a:lnTo>
                  <a:lnTo>
                    <a:pt x="2028798" y="551161"/>
                  </a:lnTo>
                  <a:lnTo>
                    <a:pt x="2028779" y="551264"/>
                  </a:lnTo>
                  <a:lnTo>
                    <a:pt x="2028746" y="551353"/>
                  </a:lnTo>
                  <a:lnTo>
                    <a:pt x="2028644" y="551446"/>
                  </a:lnTo>
                  <a:lnTo>
                    <a:pt x="2028490" y="551568"/>
                  </a:lnTo>
                  <a:lnTo>
                    <a:pt x="2028181" y="551667"/>
                  </a:lnTo>
                  <a:lnTo>
                    <a:pt x="2028051" y="551723"/>
                  </a:lnTo>
                  <a:lnTo>
                    <a:pt x="2027933" y="551775"/>
                  </a:lnTo>
                  <a:lnTo>
                    <a:pt x="2027811" y="551843"/>
                  </a:lnTo>
                  <a:lnTo>
                    <a:pt x="2027749" y="551922"/>
                  </a:lnTo>
                  <a:lnTo>
                    <a:pt x="2027716" y="552033"/>
                  </a:lnTo>
                  <a:lnTo>
                    <a:pt x="2027756" y="552167"/>
                  </a:lnTo>
                  <a:lnTo>
                    <a:pt x="2027788" y="552271"/>
                  </a:lnTo>
                  <a:lnTo>
                    <a:pt x="2027809" y="552344"/>
                  </a:lnTo>
                  <a:lnTo>
                    <a:pt x="2027818" y="552377"/>
                  </a:lnTo>
                  <a:lnTo>
                    <a:pt x="2027815" y="552437"/>
                  </a:lnTo>
                  <a:lnTo>
                    <a:pt x="2027806" y="552469"/>
                  </a:lnTo>
                  <a:lnTo>
                    <a:pt x="2027782" y="552507"/>
                  </a:lnTo>
                  <a:lnTo>
                    <a:pt x="2027743" y="552551"/>
                  </a:lnTo>
                  <a:lnTo>
                    <a:pt x="2027693" y="552579"/>
                  </a:lnTo>
                  <a:lnTo>
                    <a:pt x="2027573" y="552636"/>
                  </a:lnTo>
                  <a:lnTo>
                    <a:pt x="2027490" y="552673"/>
                  </a:lnTo>
                  <a:lnTo>
                    <a:pt x="2027405" y="552712"/>
                  </a:lnTo>
                  <a:lnTo>
                    <a:pt x="2027299" y="552759"/>
                  </a:lnTo>
                  <a:lnTo>
                    <a:pt x="2027214" y="552827"/>
                  </a:lnTo>
                  <a:lnTo>
                    <a:pt x="2027177" y="552901"/>
                  </a:lnTo>
                  <a:lnTo>
                    <a:pt x="2027155" y="552987"/>
                  </a:lnTo>
                  <a:lnTo>
                    <a:pt x="2027158" y="553068"/>
                  </a:lnTo>
                  <a:lnTo>
                    <a:pt x="2027159" y="553078"/>
                  </a:lnTo>
                  <a:lnTo>
                    <a:pt x="2027166" y="553197"/>
                  </a:lnTo>
                  <a:lnTo>
                    <a:pt x="2027181" y="553290"/>
                  </a:lnTo>
                  <a:lnTo>
                    <a:pt x="2027184" y="553368"/>
                  </a:lnTo>
                  <a:lnTo>
                    <a:pt x="2027147" y="553425"/>
                  </a:lnTo>
                  <a:lnTo>
                    <a:pt x="2027103" y="553463"/>
                  </a:lnTo>
                  <a:lnTo>
                    <a:pt x="2026942" y="553480"/>
                  </a:lnTo>
                  <a:lnTo>
                    <a:pt x="2026845" y="553463"/>
                  </a:lnTo>
                  <a:lnTo>
                    <a:pt x="2026712" y="553396"/>
                  </a:lnTo>
                  <a:lnTo>
                    <a:pt x="2026463" y="553281"/>
                  </a:lnTo>
                  <a:lnTo>
                    <a:pt x="2026342" y="553231"/>
                  </a:lnTo>
                  <a:lnTo>
                    <a:pt x="2026250" y="553200"/>
                  </a:lnTo>
                  <a:lnTo>
                    <a:pt x="2026162" y="553177"/>
                  </a:lnTo>
                  <a:lnTo>
                    <a:pt x="2026068" y="553183"/>
                  </a:lnTo>
                  <a:lnTo>
                    <a:pt x="2025880" y="553207"/>
                  </a:lnTo>
                  <a:lnTo>
                    <a:pt x="2025825" y="553223"/>
                  </a:lnTo>
                  <a:lnTo>
                    <a:pt x="2025784" y="553249"/>
                  </a:lnTo>
                  <a:lnTo>
                    <a:pt x="2025548" y="553387"/>
                  </a:lnTo>
                  <a:lnTo>
                    <a:pt x="2025448" y="553425"/>
                  </a:lnTo>
                  <a:lnTo>
                    <a:pt x="2025285" y="553511"/>
                  </a:lnTo>
                  <a:lnTo>
                    <a:pt x="2025177" y="553583"/>
                  </a:lnTo>
                  <a:lnTo>
                    <a:pt x="2025053" y="553691"/>
                  </a:lnTo>
                  <a:lnTo>
                    <a:pt x="2024978" y="553761"/>
                  </a:lnTo>
                  <a:lnTo>
                    <a:pt x="2024904" y="553836"/>
                  </a:lnTo>
                  <a:lnTo>
                    <a:pt x="2024830" y="553929"/>
                  </a:lnTo>
                  <a:lnTo>
                    <a:pt x="2024814" y="553977"/>
                  </a:lnTo>
                  <a:lnTo>
                    <a:pt x="2024810" y="554036"/>
                  </a:lnTo>
                  <a:lnTo>
                    <a:pt x="2024825" y="554121"/>
                  </a:lnTo>
                  <a:lnTo>
                    <a:pt x="2024849" y="554168"/>
                  </a:lnTo>
                  <a:lnTo>
                    <a:pt x="2024912" y="554210"/>
                  </a:lnTo>
                  <a:lnTo>
                    <a:pt x="2025018" y="554236"/>
                  </a:lnTo>
                  <a:lnTo>
                    <a:pt x="2025095" y="554236"/>
                  </a:lnTo>
                  <a:lnTo>
                    <a:pt x="2025219" y="554191"/>
                  </a:lnTo>
                  <a:lnTo>
                    <a:pt x="2025359" y="554108"/>
                  </a:lnTo>
                  <a:lnTo>
                    <a:pt x="2025491" y="554026"/>
                  </a:lnTo>
                  <a:lnTo>
                    <a:pt x="2025559" y="553966"/>
                  </a:lnTo>
                  <a:lnTo>
                    <a:pt x="2025604" y="553933"/>
                  </a:lnTo>
                  <a:lnTo>
                    <a:pt x="2025658" y="553925"/>
                  </a:lnTo>
                  <a:lnTo>
                    <a:pt x="2025735" y="553914"/>
                  </a:lnTo>
                  <a:lnTo>
                    <a:pt x="2025786" y="553913"/>
                  </a:lnTo>
                  <a:lnTo>
                    <a:pt x="2025808" y="553914"/>
                  </a:lnTo>
                  <a:lnTo>
                    <a:pt x="2025825" y="553916"/>
                  </a:lnTo>
                  <a:lnTo>
                    <a:pt x="2026007" y="553957"/>
                  </a:lnTo>
                  <a:lnTo>
                    <a:pt x="2026204" y="554016"/>
                  </a:lnTo>
                  <a:lnTo>
                    <a:pt x="2026349" y="554091"/>
                  </a:lnTo>
                  <a:lnTo>
                    <a:pt x="2026407" y="554174"/>
                  </a:lnTo>
                  <a:lnTo>
                    <a:pt x="2026484" y="554309"/>
                  </a:lnTo>
                  <a:lnTo>
                    <a:pt x="2026501" y="554403"/>
                  </a:lnTo>
                  <a:lnTo>
                    <a:pt x="2026504" y="554484"/>
                  </a:lnTo>
                  <a:lnTo>
                    <a:pt x="2026643" y="554623"/>
                  </a:lnTo>
                  <a:lnTo>
                    <a:pt x="2026672" y="554666"/>
                  </a:lnTo>
                  <a:lnTo>
                    <a:pt x="2026671" y="554690"/>
                  </a:lnTo>
                  <a:lnTo>
                    <a:pt x="2026620" y="554726"/>
                  </a:lnTo>
                  <a:lnTo>
                    <a:pt x="2026314" y="554876"/>
                  </a:lnTo>
                  <a:lnTo>
                    <a:pt x="2026188" y="554931"/>
                  </a:lnTo>
                  <a:lnTo>
                    <a:pt x="2026163" y="554938"/>
                  </a:lnTo>
                  <a:lnTo>
                    <a:pt x="2026085" y="554942"/>
                  </a:lnTo>
                  <a:lnTo>
                    <a:pt x="2026008" y="554975"/>
                  </a:lnTo>
                  <a:lnTo>
                    <a:pt x="2025972" y="554998"/>
                  </a:lnTo>
                  <a:lnTo>
                    <a:pt x="2025929" y="555009"/>
                  </a:lnTo>
                  <a:lnTo>
                    <a:pt x="2025891" y="555012"/>
                  </a:lnTo>
                  <a:lnTo>
                    <a:pt x="2025825" y="555005"/>
                  </a:lnTo>
                  <a:lnTo>
                    <a:pt x="2025821" y="555006"/>
                  </a:lnTo>
                  <a:lnTo>
                    <a:pt x="2025815" y="555008"/>
                  </a:lnTo>
                  <a:lnTo>
                    <a:pt x="2025807" y="555016"/>
                  </a:lnTo>
                  <a:lnTo>
                    <a:pt x="2025804" y="555020"/>
                  </a:lnTo>
                  <a:lnTo>
                    <a:pt x="2025798" y="555025"/>
                  </a:lnTo>
                  <a:lnTo>
                    <a:pt x="2025792" y="555029"/>
                  </a:lnTo>
                  <a:lnTo>
                    <a:pt x="2025787" y="555032"/>
                  </a:lnTo>
                  <a:lnTo>
                    <a:pt x="2025771" y="555037"/>
                  </a:lnTo>
                  <a:lnTo>
                    <a:pt x="2025764" y="555038"/>
                  </a:lnTo>
                  <a:lnTo>
                    <a:pt x="2025756" y="555040"/>
                  </a:lnTo>
                  <a:lnTo>
                    <a:pt x="2025746" y="555041"/>
                  </a:lnTo>
                  <a:lnTo>
                    <a:pt x="2025737" y="555043"/>
                  </a:lnTo>
                  <a:lnTo>
                    <a:pt x="2025730" y="555045"/>
                  </a:lnTo>
                  <a:lnTo>
                    <a:pt x="2025724" y="555047"/>
                  </a:lnTo>
                  <a:lnTo>
                    <a:pt x="2025717" y="555049"/>
                  </a:lnTo>
                  <a:lnTo>
                    <a:pt x="2025712" y="555051"/>
                  </a:lnTo>
                  <a:lnTo>
                    <a:pt x="2025707" y="555053"/>
                  </a:lnTo>
                  <a:lnTo>
                    <a:pt x="2025702" y="555056"/>
                  </a:lnTo>
                  <a:lnTo>
                    <a:pt x="2025697" y="555061"/>
                  </a:lnTo>
                  <a:lnTo>
                    <a:pt x="2025692" y="555064"/>
                  </a:lnTo>
                  <a:lnTo>
                    <a:pt x="2025687" y="555068"/>
                  </a:lnTo>
                  <a:lnTo>
                    <a:pt x="2025683" y="555074"/>
                  </a:lnTo>
                  <a:lnTo>
                    <a:pt x="2025680" y="555080"/>
                  </a:lnTo>
                  <a:lnTo>
                    <a:pt x="2025677" y="555083"/>
                  </a:lnTo>
                  <a:lnTo>
                    <a:pt x="2025673" y="555089"/>
                  </a:lnTo>
                  <a:lnTo>
                    <a:pt x="2025668" y="555092"/>
                  </a:lnTo>
                  <a:lnTo>
                    <a:pt x="2025663" y="555097"/>
                  </a:lnTo>
                  <a:lnTo>
                    <a:pt x="2025659" y="555100"/>
                  </a:lnTo>
                  <a:lnTo>
                    <a:pt x="2025648" y="555109"/>
                  </a:lnTo>
                  <a:lnTo>
                    <a:pt x="2025643" y="555114"/>
                  </a:lnTo>
                  <a:lnTo>
                    <a:pt x="2025639" y="555117"/>
                  </a:lnTo>
                  <a:lnTo>
                    <a:pt x="2025629" y="555124"/>
                  </a:lnTo>
                  <a:lnTo>
                    <a:pt x="2025624" y="555128"/>
                  </a:lnTo>
                  <a:lnTo>
                    <a:pt x="2025616" y="555131"/>
                  </a:lnTo>
                  <a:lnTo>
                    <a:pt x="2025612" y="555134"/>
                  </a:lnTo>
                  <a:lnTo>
                    <a:pt x="2025607" y="555137"/>
                  </a:lnTo>
                  <a:lnTo>
                    <a:pt x="2025600" y="555139"/>
                  </a:lnTo>
                  <a:lnTo>
                    <a:pt x="2025595" y="555139"/>
                  </a:lnTo>
                  <a:lnTo>
                    <a:pt x="2025590" y="555137"/>
                  </a:lnTo>
                  <a:lnTo>
                    <a:pt x="2025591" y="555132"/>
                  </a:lnTo>
                  <a:lnTo>
                    <a:pt x="2025596" y="555128"/>
                  </a:lnTo>
                  <a:lnTo>
                    <a:pt x="2025600" y="555126"/>
                  </a:lnTo>
                  <a:lnTo>
                    <a:pt x="2025606" y="555120"/>
                  </a:lnTo>
                  <a:lnTo>
                    <a:pt x="2025609" y="555116"/>
                  </a:lnTo>
                  <a:lnTo>
                    <a:pt x="2025617" y="555105"/>
                  </a:lnTo>
                  <a:lnTo>
                    <a:pt x="2025628" y="555090"/>
                  </a:lnTo>
                  <a:lnTo>
                    <a:pt x="2025642" y="555071"/>
                  </a:lnTo>
                  <a:lnTo>
                    <a:pt x="2025653" y="555056"/>
                  </a:lnTo>
                  <a:lnTo>
                    <a:pt x="2025660" y="555044"/>
                  </a:lnTo>
                  <a:lnTo>
                    <a:pt x="2025658" y="555038"/>
                  </a:lnTo>
                  <a:lnTo>
                    <a:pt x="2025651" y="555033"/>
                  </a:lnTo>
                  <a:lnTo>
                    <a:pt x="2025636" y="555034"/>
                  </a:lnTo>
                  <a:lnTo>
                    <a:pt x="2025622" y="555035"/>
                  </a:lnTo>
                  <a:lnTo>
                    <a:pt x="2025566" y="555026"/>
                  </a:lnTo>
                  <a:lnTo>
                    <a:pt x="2025478" y="555030"/>
                  </a:lnTo>
                  <a:lnTo>
                    <a:pt x="2025365" y="555026"/>
                  </a:lnTo>
                  <a:lnTo>
                    <a:pt x="2025355" y="555025"/>
                  </a:lnTo>
                  <a:lnTo>
                    <a:pt x="2025349" y="555024"/>
                  </a:lnTo>
                  <a:lnTo>
                    <a:pt x="2025344" y="555019"/>
                  </a:lnTo>
                  <a:lnTo>
                    <a:pt x="2025340" y="555014"/>
                  </a:lnTo>
                  <a:lnTo>
                    <a:pt x="2025334" y="555009"/>
                  </a:lnTo>
                  <a:lnTo>
                    <a:pt x="2025326" y="555004"/>
                  </a:lnTo>
                  <a:lnTo>
                    <a:pt x="2025315" y="555001"/>
                  </a:lnTo>
                  <a:lnTo>
                    <a:pt x="2025268" y="554983"/>
                  </a:lnTo>
                  <a:lnTo>
                    <a:pt x="2025262" y="554980"/>
                  </a:lnTo>
                  <a:lnTo>
                    <a:pt x="2025259" y="554964"/>
                  </a:lnTo>
                  <a:lnTo>
                    <a:pt x="2025210" y="554923"/>
                  </a:lnTo>
                  <a:lnTo>
                    <a:pt x="2025207" y="554919"/>
                  </a:lnTo>
                  <a:lnTo>
                    <a:pt x="2025201" y="554911"/>
                  </a:lnTo>
                  <a:lnTo>
                    <a:pt x="2025177" y="554881"/>
                  </a:lnTo>
                  <a:lnTo>
                    <a:pt x="2025148" y="554836"/>
                  </a:lnTo>
                  <a:lnTo>
                    <a:pt x="2025107" y="554809"/>
                  </a:lnTo>
                  <a:lnTo>
                    <a:pt x="2025067" y="554790"/>
                  </a:lnTo>
                  <a:lnTo>
                    <a:pt x="2025057" y="554782"/>
                  </a:lnTo>
                  <a:lnTo>
                    <a:pt x="2025042" y="554771"/>
                  </a:lnTo>
                  <a:lnTo>
                    <a:pt x="2025024" y="554752"/>
                  </a:lnTo>
                  <a:lnTo>
                    <a:pt x="2025001" y="554728"/>
                  </a:lnTo>
                  <a:lnTo>
                    <a:pt x="2024998" y="554725"/>
                  </a:lnTo>
                  <a:lnTo>
                    <a:pt x="2024993" y="554722"/>
                  </a:lnTo>
                  <a:lnTo>
                    <a:pt x="2024983" y="554720"/>
                  </a:lnTo>
                  <a:lnTo>
                    <a:pt x="2024977" y="554719"/>
                  </a:lnTo>
                  <a:lnTo>
                    <a:pt x="2024972" y="554719"/>
                  </a:lnTo>
                  <a:lnTo>
                    <a:pt x="2024964" y="554719"/>
                  </a:lnTo>
                  <a:lnTo>
                    <a:pt x="2024958" y="554716"/>
                  </a:lnTo>
                  <a:lnTo>
                    <a:pt x="2024958" y="554711"/>
                  </a:lnTo>
                  <a:lnTo>
                    <a:pt x="2024961" y="554706"/>
                  </a:lnTo>
                  <a:lnTo>
                    <a:pt x="2024961" y="554700"/>
                  </a:lnTo>
                  <a:lnTo>
                    <a:pt x="2024958" y="554695"/>
                  </a:lnTo>
                  <a:lnTo>
                    <a:pt x="2024946" y="554680"/>
                  </a:lnTo>
                  <a:lnTo>
                    <a:pt x="2024940" y="554672"/>
                  </a:lnTo>
                  <a:lnTo>
                    <a:pt x="2024935" y="554667"/>
                  </a:lnTo>
                  <a:lnTo>
                    <a:pt x="2024930" y="554663"/>
                  </a:lnTo>
                  <a:lnTo>
                    <a:pt x="2024926" y="554660"/>
                  </a:lnTo>
                  <a:lnTo>
                    <a:pt x="2024920" y="554658"/>
                  </a:lnTo>
                  <a:lnTo>
                    <a:pt x="2024914" y="554656"/>
                  </a:lnTo>
                  <a:lnTo>
                    <a:pt x="2024909" y="554655"/>
                  </a:lnTo>
                  <a:lnTo>
                    <a:pt x="2024903" y="554653"/>
                  </a:lnTo>
                  <a:lnTo>
                    <a:pt x="2024893" y="554647"/>
                  </a:lnTo>
                  <a:lnTo>
                    <a:pt x="2024887" y="554642"/>
                  </a:lnTo>
                  <a:lnTo>
                    <a:pt x="2024882" y="554639"/>
                  </a:lnTo>
                  <a:lnTo>
                    <a:pt x="2024876" y="554636"/>
                  </a:lnTo>
                  <a:lnTo>
                    <a:pt x="2024870" y="554633"/>
                  </a:lnTo>
                  <a:lnTo>
                    <a:pt x="2024863" y="554631"/>
                  </a:lnTo>
                  <a:lnTo>
                    <a:pt x="2024848" y="554628"/>
                  </a:lnTo>
                  <a:lnTo>
                    <a:pt x="2024831" y="554624"/>
                  </a:lnTo>
                  <a:lnTo>
                    <a:pt x="2024825" y="554624"/>
                  </a:lnTo>
                  <a:lnTo>
                    <a:pt x="2024797" y="554644"/>
                  </a:lnTo>
                  <a:lnTo>
                    <a:pt x="2024777" y="554639"/>
                  </a:lnTo>
                  <a:lnTo>
                    <a:pt x="2024775" y="554625"/>
                  </a:lnTo>
                  <a:lnTo>
                    <a:pt x="2024775" y="554619"/>
                  </a:lnTo>
                  <a:lnTo>
                    <a:pt x="2024776" y="554614"/>
                  </a:lnTo>
                  <a:lnTo>
                    <a:pt x="2024793" y="554549"/>
                  </a:lnTo>
                  <a:lnTo>
                    <a:pt x="2024781" y="554547"/>
                  </a:lnTo>
                  <a:lnTo>
                    <a:pt x="2024768" y="554544"/>
                  </a:lnTo>
                  <a:lnTo>
                    <a:pt x="2024754" y="554598"/>
                  </a:lnTo>
                  <a:lnTo>
                    <a:pt x="2024727" y="554591"/>
                  </a:lnTo>
                  <a:lnTo>
                    <a:pt x="2024694" y="554580"/>
                  </a:lnTo>
                  <a:lnTo>
                    <a:pt x="2024671" y="554571"/>
                  </a:lnTo>
                  <a:lnTo>
                    <a:pt x="2024656" y="554565"/>
                  </a:lnTo>
                  <a:lnTo>
                    <a:pt x="2024652" y="554564"/>
                  </a:lnTo>
                  <a:lnTo>
                    <a:pt x="2024628" y="554568"/>
                  </a:lnTo>
                  <a:lnTo>
                    <a:pt x="2024582" y="554582"/>
                  </a:lnTo>
                  <a:lnTo>
                    <a:pt x="2024524" y="554646"/>
                  </a:lnTo>
                  <a:lnTo>
                    <a:pt x="2024512" y="554659"/>
                  </a:lnTo>
                  <a:lnTo>
                    <a:pt x="2024510" y="554666"/>
                  </a:lnTo>
                  <a:lnTo>
                    <a:pt x="2024504" y="554691"/>
                  </a:lnTo>
                  <a:lnTo>
                    <a:pt x="2024500" y="554709"/>
                  </a:lnTo>
                  <a:lnTo>
                    <a:pt x="2024486" y="554765"/>
                  </a:lnTo>
                  <a:lnTo>
                    <a:pt x="2024484" y="554775"/>
                  </a:lnTo>
                  <a:lnTo>
                    <a:pt x="2024476" y="554797"/>
                  </a:lnTo>
                  <a:lnTo>
                    <a:pt x="2024469" y="554818"/>
                  </a:lnTo>
                  <a:lnTo>
                    <a:pt x="2024446" y="554887"/>
                  </a:lnTo>
                  <a:lnTo>
                    <a:pt x="2024435" y="554917"/>
                  </a:lnTo>
                  <a:lnTo>
                    <a:pt x="2024430" y="554920"/>
                  </a:lnTo>
                  <a:lnTo>
                    <a:pt x="2024424" y="554927"/>
                  </a:lnTo>
                  <a:lnTo>
                    <a:pt x="2024420" y="554930"/>
                  </a:lnTo>
                  <a:lnTo>
                    <a:pt x="2024416" y="554933"/>
                  </a:lnTo>
                  <a:lnTo>
                    <a:pt x="2024414" y="554939"/>
                  </a:lnTo>
                  <a:lnTo>
                    <a:pt x="2024413" y="554944"/>
                  </a:lnTo>
                  <a:lnTo>
                    <a:pt x="2024412" y="554959"/>
                  </a:lnTo>
                  <a:lnTo>
                    <a:pt x="2024412" y="554964"/>
                  </a:lnTo>
                  <a:lnTo>
                    <a:pt x="2024408" y="554974"/>
                  </a:lnTo>
                  <a:lnTo>
                    <a:pt x="2024408" y="554978"/>
                  </a:lnTo>
                  <a:lnTo>
                    <a:pt x="2024414" y="555003"/>
                  </a:lnTo>
                  <a:lnTo>
                    <a:pt x="2024416" y="555009"/>
                  </a:lnTo>
                  <a:lnTo>
                    <a:pt x="2024420" y="555015"/>
                  </a:lnTo>
                  <a:lnTo>
                    <a:pt x="2024424" y="555020"/>
                  </a:lnTo>
                  <a:lnTo>
                    <a:pt x="2024427" y="555024"/>
                  </a:lnTo>
                  <a:lnTo>
                    <a:pt x="2024430" y="555032"/>
                  </a:lnTo>
                  <a:lnTo>
                    <a:pt x="2024450" y="555039"/>
                  </a:lnTo>
                  <a:lnTo>
                    <a:pt x="2024461" y="555048"/>
                  </a:lnTo>
                  <a:lnTo>
                    <a:pt x="2024468" y="555062"/>
                  </a:lnTo>
                  <a:lnTo>
                    <a:pt x="2024472" y="555084"/>
                  </a:lnTo>
                  <a:lnTo>
                    <a:pt x="2024473" y="555090"/>
                  </a:lnTo>
                  <a:lnTo>
                    <a:pt x="2024483" y="555113"/>
                  </a:lnTo>
                  <a:lnTo>
                    <a:pt x="2024485" y="555118"/>
                  </a:lnTo>
                  <a:lnTo>
                    <a:pt x="2024487" y="555124"/>
                  </a:lnTo>
                  <a:lnTo>
                    <a:pt x="2024489" y="555130"/>
                  </a:lnTo>
                  <a:lnTo>
                    <a:pt x="2024492" y="555141"/>
                  </a:lnTo>
                  <a:lnTo>
                    <a:pt x="2024493" y="555147"/>
                  </a:lnTo>
                  <a:lnTo>
                    <a:pt x="2024494" y="555153"/>
                  </a:lnTo>
                  <a:lnTo>
                    <a:pt x="2024493" y="555160"/>
                  </a:lnTo>
                  <a:lnTo>
                    <a:pt x="2024491" y="555168"/>
                  </a:lnTo>
                  <a:lnTo>
                    <a:pt x="2024489" y="555177"/>
                  </a:lnTo>
                  <a:lnTo>
                    <a:pt x="2024482" y="555195"/>
                  </a:lnTo>
                  <a:lnTo>
                    <a:pt x="2024480" y="555200"/>
                  </a:lnTo>
                  <a:lnTo>
                    <a:pt x="2024476" y="555206"/>
                  </a:lnTo>
                  <a:lnTo>
                    <a:pt x="2024471" y="555211"/>
                  </a:lnTo>
                  <a:lnTo>
                    <a:pt x="2024463" y="555217"/>
                  </a:lnTo>
                  <a:lnTo>
                    <a:pt x="2024460" y="555221"/>
                  </a:lnTo>
                  <a:lnTo>
                    <a:pt x="2024459" y="555226"/>
                  </a:lnTo>
                  <a:lnTo>
                    <a:pt x="2024459" y="555234"/>
                  </a:lnTo>
                  <a:lnTo>
                    <a:pt x="2024457" y="555241"/>
                  </a:lnTo>
                  <a:lnTo>
                    <a:pt x="2024455" y="555247"/>
                  </a:lnTo>
                  <a:lnTo>
                    <a:pt x="2024452" y="555252"/>
                  </a:lnTo>
                  <a:lnTo>
                    <a:pt x="2024449" y="555259"/>
                  </a:lnTo>
                  <a:lnTo>
                    <a:pt x="2024443" y="555274"/>
                  </a:lnTo>
                  <a:lnTo>
                    <a:pt x="2024439" y="555279"/>
                  </a:lnTo>
                  <a:lnTo>
                    <a:pt x="2024420" y="555298"/>
                  </a:lnTo>
                  <a:lnTo>
                    <a:pt x="2024411" y="555305"/>
                  </a:lnTo>
                  <a:lnTo>
                    <a:pt x="2024354" y="555350"/>
                  </a:lnTo>
                  <a:lnTo>
                    <a:pt x="2024296" y="555398"/>
                  </a:lnTo>
                  <a:lnTo>
                    <a:pt x="2024285" y="555405"/>
                  </a:lnTo>
                  <a:lnTo>
                    <a:pt x="2024254" y="555425"/>
                  </a:lnTo>
                  <a:lnTo>
                    <a:pt x="2024250" y="555428"/>
                  </a:lnTo>
                  <a:lnTo>
                    <a:pt x="2024191" y="555459"/>
                  </a:lnTo>
                  <a:lnTo>
                    <a:pt x="2024186" y="555463"/>
                  </a:lnTo>
                  <a:lnTo>
                    <a:pt x="2024180" y="555467"/>
                  </a:lnTo>
                  <a:lnTo>
                    <a:pt x="2024100" y="555511"/>
                  </a:lnTo>
                  <a:lnTo>
                    <a:pt x="2024059" y="555532"/>
                  </a:lnTo>
                  <a:lnTo>
                    <a:pt x="2023994" y="555564"/>
                  </a:lnTo>
                  <a:lnTo>
                    <a:pt x="2023984" y="555568"/>
                  </a:lnTo>
                  <a:lnTo>
                    <a:pt x="2023950" y="555579"/>
                  </a:lnTo>
                  <a:lnTo>
                    <a:pt x="2023875" y="555606"/>
                  </a:lnTo>
                  <a:lnTo>
                    <a:pt x="2023829" y="555620"/>
                  </a:lnTo>
                  <a:lnTo>
                    <a:pt x="2023797" y="555628"/>
                  </a:lnTo>
                  <a:lnTo>
                    <a:pt x="2023777" y="555631"/>
                  </a:lnTo>
                  <a:lnTo>
                    <a:pt x="2023708" y="555647"/>
                  </a:lnTo>
                  <a:lnTo>
                    <a:pt x="2023702" y="555648"/>
                  </a:lnTo>
                  <a:lnTo>
                    <a:pt x="2023660" y="555655"/>
                  </a:lnTo>
                  <a:lnTo>
                    <a:pt x="2023640" y="555658"/>
                  </a:lnTo>
                  <a:lnTo>
                    <a:pt x="2023581" y="555660"/>
                  </a:lnTo>
                  <a:lnTo>
                    <a:pt x="2023560" y="555662"/>
                  </a:lnTo>
                  <a:lnTo>
                    <a:pt x="2023553" y="555661"/>
                  </a:lnTo>
                  <a:lnTo>
                    <a:pt x="2023518" y="555662"/>
                  </a:lnTo>
                  <a:lnTo>
                    <a:pt x="2023513" y="555663"/>
                  </a:lnTo>
                  <a:lnTo>
                    <a:pt x="2023454" y="555665"/>
                  </a:lnTo>
                  <a:lnTo>
                    <a:pt x="2023442" y="555666"/>
                  </a:lnTo>
                  <a:lnTo>
                    <a:pt x="2023437" y="555666"/>
                  </a:lnTo>
                  <a:lnTo>
                    <a:pt x="2023420" y="555664"/>
                  </a:lnTo>
                  <a:lnTo>
                    <a:pt x="2023399" y="555663"/>
                  </a:lnTo>
                  <a:lnTo>
                    <a:pt x="2023358" y="555663"/>
                  </a:lnTo>
                  <a:lnTo>
                    <a:pt x="2023320" y="555665"/>
                  </a:lnTo>
                  <a:lnTo>
                    <a:pt x="2023314" y="555665"/>
                  </a:lnTo>
                  <a:lnTo>
                    <a:pt x="2023291" y="555664"/>
                  </a:lnTo>
                  <a:lnTo>
                    <a:pt x="2023234" y="555665"/>
                  </a:lnTo>
                  <a:lnTo>
                    <a:pt x="2023217" y="555662"/>
                  </a:lnTo>
                  <a:lnTo>
                    <a:pt x="2023201" y="555659"/>
                  </a:lnTo>
                  <a:lnTo>
                    <a:pt x="2023193" y="555657"/>
                  </a:lnTo>
                  <a:lnTo>
                    <a:pt x="2023181" y="555653"/>
                  </a:lnTo>
                  <a:lnTo>
                    <a:pt x="2023157" y="555645"/>
                  </a:lnTo>
                  <a:lnTo>
                    <a:pt x="2023146" y="555641"/>
                  </a:lnTo>
                  <a:lnTo>
                    <a:pt x="2023135" y="555638"/>
                  </a:lnTo>
                  <a:lnTo>
                    <a:pt x="2023125" y="555636"/>
                  </a:lnTo>
                  <a:lnTo>
                    <a:pt x="2023109" y="555634"/>
                  </a:lnTo>
                  <a:lnTo>
                    <a:pt x="2023104" y="555633"/>
                  </a:lnTo>
                  <a:lnTo>
                    <a:pt x="2023099" y="555632"/>
                  </a:lnTo>
                  <a:lnTo>
                    <a:pt x="2023080" y="555625"/>
                  </a:lnTo>
                  <a:lnTo>
                    <a:pt x="2023076" y="555623"/>
                  </a:lnTo>
                  <a:lnTo>
                    <a:pt x="2023067" y="555620"/>
                  </a:lnTo>
                  <a:lnTo>
                    <a:pt x="2023061" y="555618"/>
                  </a:lnTo>
                  <a:lnTo>
                    <a:pt x="2023054" y="555617"/>
                  </a:lnTo>
                  <a:lnTo>
                    <a:pt x="2023047" y="555616"/>
                  </a:lnTo>
                  <a:lnTo>
                    <a:pt x="2023041" y="555616"/>
                  </a:lnTo>
                  <a:lnTo>
                    <a:pt x="2023035" y="555616"/>
                  </a:lnTo>
                  <a:lnTo>
                    <a:pt x="2023021" y="555616"/>
                  </a:lnTo>
                  <a:lnTo>
                    <a:pt x="2023010" y="555616"/>
                  </a:lnTo>
                  <a:lnTo>
                    <a:pt x="2023002" y="555615"/>
                  </a:lnTo>
                  <a:lnTo>
                    <a:pt x="2022992" y="555613"/>
                  </a:lnTo>
                  <a:lnTo>
                    <a:pt x="2022925" y="555599"/>
                  </a:lnTo>
                  <a:lnTo>
                    <a:pt x="2022896" y="555595"/>
                  </a:lnTo>
                  <a:lnTo>
                    <a:pt x="2022876" y="555593"/>
                  </a:lnTo>
                  <a:lnTo>
                    <a:pt x="2022870" y="555591"/>
                  </a:lnTo>
                  <a:lnTo>
                    <a:pt x="2022844" y="555580"/>
                  </a:lnTo>
                  <a:lnTo>
                    <a:pt x="2022830" y="555577"/>
                  </a:lnTo>
                  <a:lnTo>
                    <a:pt x="2022823" y="555576"/>
                  </a:lnTo>
                  <a:lnTo>
                    <a:pt x="2022818" y="555575"/>
                  </a:lnTo>
                  <a:lnTo>
                    <a:pt x="2022808" y="555571"/>
                  </a:lnTo>
                  <a:lnTo>
                    <a:pt x="2022798" y="555568"/>
                  </a:lnTo>
                  <a:lnTo>
                    <a:pt x="2022792" y="555566"/>
                  </a:lnTo>
                  <a:lnTo>
                    <a:pt x="2022785" y="555564"/>
                  </a:lnTo>
                  <a:lnTo>
                    <a:pt x="2022779" y="555563"/>
                  </a:lnTo>
                  <a:lnTo>
                    <a:pt x="2022774" y="555562"/>
                  </a:lnTo>
                  <a:lnTo>
                    <a:pt x="2022765" y="555561"/>
                  </a:lnTo>
                  <a:lnTo>
                    <a:pt x="2022711" y="555552"/>
                  </a:lnTo>
                  <a:lnTo>
                    <a:pt x="2022700" y="555550"/>
                  </a:lnTo>
                  <a:lnTo>
                    <a:pt x="2022691" y="555547"/>
                  </a:lnTo>
                  <a:lnTo>
                    <a:pt x="2022652" y="555534"/>
                  </a:lnTo>
                  <a:lnTo>
                    <a:pt x="2022636" y="555530"/>
                  </a:lnTo>
                  <a:lnTo>
                    <a:pt x="2022628" y="555528"/>
                  </a:lnTo>
                  <a:lnTo>
                    <a:pt x="2022621" y="555528"/>
                  </a:lnTo>
                  <a:lnTo>
                    <a:pt x="2022613" y="555529"/>
                  </a:lnTo>
                  <a:lnTo>
                    <a:pt x="2022606" y="555528"/>
                  </a:lnTo>
                  <a:lnTo>
                    <a:pt x="2022602" y="555525"/>
                  </a:lnTo>
                  <a:lnTo>
                    <a:pt x="2022599" y="555522"/>
                  </a:lnTo>
                  <a:lnTo>
                    <a:pt x="2022570" y="555498"/>
                  </a:lnTo>
                  <a:lnTo>
                    <a:pt x="2022510" y="555457"/>
                  </a:lnTo>
                  <a:lnTo>
                    <a:pt x="2022413" y="555380"/>
                  </a:lnTo>
                  <a:lnTo>
                    <a:pt x="2022342" y="555318"/>
                  </a:lnTo>
                  <a:lnTo>
                    <a:pt x="2022270" y="555242"/>
                  </a:lnTo>
                  <a:lnTo>
                    <a:pt x="2022240" y="555208"/>
                  </a:lnTo>
                  <a:lnTo>
                    <a:pt x="2022228" y="555191"/>
                  </a:lnTo>
                  <a:lnTo>
                    <a:pt x="2022233" y="555181"/>
                  </a:lnTo>
                  <a:lnTo>
                    <a:pt x="2022234" y="555175"/>
                  </a:lnTo>
                  <a:lnTo>
                    <a:pt x="2022231" y="555167"/>
                  </a:lnTo>
                  <a:lnTo>
                    <a:pt x="2022229" y="555163"/>
                  </a:lnTo>
                  <a:lnTo>
                    <a:pt x="2022226" y="555159"/>
                  </a:lnTo>
                  <a:lnTo>
                    <a:pt x="2022221" y="555152"/>
                  </a:lnTo>
                  <a:lnTo>
                    <a:pt x="2022213" y="555141"/>
                  </a:lnTo>
                  <a:lnTo>
                    <a:pt x="2022209" y="555137"/>
                  </a:lnTo>
                  <a:lnTo>
                    <a:pt x="2022204" y="555132"/>
                  </a:lnTo>
                  <a:lnTo>
                    <a:pt x="2022200" y="555129"/>
                  </a:lnTo>
                  <a:lnTo>
                    <a:pt x="2022189" y="555122"/>
                  </a:lnTo>
                  <a:lnTo>
                    <a:pt x="2022185" y="555118"/>
                  </a:lnTo>
                  <a:lnTo>
                    <a:pt x="2022182" y="555113"/>
                  </a:lnTo>
                  <a:lnTo>
                    <a:pt x="2022173" y="555097"/>
                  </a:lnTo>
                  <a:lnTo>
                    <a:pt x="2022160" y="555076"/>
                  </a:lnTo>
                  <a:lnTo>
                    <a:pt x="2022156" y="555071"/>
                  </a:lnTo>
                  <a:lnTo>
                    <a:pt x="2022153" y="555064"/>
                  </a:lnTo>
                  <a:lnTo>
                    <a:pt x="2022150" y="555056"/>
                  </a:lnTo>
                  <a:lnTo>
                    <a:pt x="2022148" y="555048"/>
                  </a:lnTo>
                  <a:lnTo>
                    <a:pt x="2022146" y="555041"/>
                  </a:lnTo>
                  <a:lnTo>
                    <a:pt x="2022135" y="554989"/>
                  </a:lnTo>
                  <a:lnTo>
                    <a:pt x="2022132" y="554978"/>
                  </a:lnTo>
                  <a:lnTo>
                    <a:pt x="2022130" y="554970"/>
                  </a:lnTo>
                  <a:lnTo>
                    <a:pt x="2022129" y="554965"/>
                  </a:lnTo>
                  <a:lnTo>
                    <a:pt x="2022128" y="554959"/>
                  </a:lnTo>
                  <a:lnTo>
                    <a:pt x="2022127" y="554944"/>
                  </a:lnTo>
                  <a:lnTo>
                    <a:pt x="2022127" y="554926"/>
                  </a:lnTo>
                  <a:lnTo>
                    <a:pt x="2022128" y="554918"/>
                  </a:lnTo>
                  <a:lnTo>
                    <a:pt x="2022128" y="554912"/>
                  </a:lnTo>
                  <a:lnTo>
                    <a:pt x="2022130" y="554904"/>
                  </a:lnTo>
                  <a:lnTo>
                    <a:pt x="2022148" y="554841"/>
                  </a:lnTo>
                  <a:lnTo>
                    <a:pt x="2022157" y="554818"/>
                  </a:lnTo>
                  <a:lnTo>
                    <a:pt x="2022179" y="554769"/>
                  </a:lnTo>
                  <a:lnTo>
                    <a:pt x="2022187" y="554755"/>
                  </a:lnTo>
                  <a:lnTo>
                    <a:pt x="2022206" y="554730"/>
                  </a:lnTo>
                  <a:lnTo>
                    <a:pt x="2022232" y="554698"/>
                  </a:lnTo>
                  <a:lnTo>
                    <a:pt x="2022266" y="554663"/>
                  </a:lnTo>
                  <a:lnTo>
                    <a:pt x="2022276" y="554656"/>
                  </a:lnTo>
                  <a:lnTo>
                    <a:pt x="2022281" y="554652"/>
                  </a:lnTo>
                  <a:lnTo>
                    <a:pt x="2022285" y="554645"/>
                  </a:lnTo>
                  <a:lnTo>
                    <a:pt x="2022287" y="554634"/>
                  </a:lnTo>
                  <a:lnTo>
                    <a:pt x="2022288" y="554628"/>
                  </a:lnTo>
                  <a:lnTo>
                    <a:pt x="2022291" y="554623"/>
                  </a:lnTo>
                  <a:lnTo>
                    <a:pt x="2022303" y="554602"/>
                  </a:lnTo>
                  <a:lnTo>
                    <a:pt x="2022308" y="554593"/>
                  </a:lnTo>
                  <a:lnTo>
                    <a:pt x="2022319" y="554581"/>
                  </a:lnTo>
                  <a:lnTo>
                    <a:pt x="2022321" y="554577"/>
                  </a:lnTo>
                  <a:lnTo>
                    <a:pt x="2022324" y="554570"/>
                  </a:lnTo>
                  <a:lnTo>
                    <a:pt x="2022327" y="554562"/>
                  </a:lnTo>
                  <a:lnTo>
                    <a:pt x="2022331" y="554557"/>
                  </a:lnTo>
                  <a:lnTo>
                    <a:pt x="2022347" y="554539"/>
                  </a:lnTo>
                  <a:lnTo>
                    <a:pt x="2022350" y="554534"/>
                  </a:lnTo>
                  <a:lnTo>
                    <a:pt x="2022352" y="554528"/>
                  </a:lnTo>
                  <a:lnTo>
                    <a:pt x="2022354" y="554524"/>
                  </a:lnTo>
                  <a:lnTo>
                    <a:pt x="2022357" y="554517"/>
                  </a:lnTo>
                  <a:lnTo>
                    <a:pt x="2022358" y="554511"/>
                  </a:lnTo>
                  <a:lnTo>
                    <a:pt x="2022360" y="554505"/>
                  </a:lnTo>
                  <a:lnTo>
                    <a:pt x="2022364" y="554501"/>
                  </a:lnTo>
                  <a:lnTo>
                    <a:pt x="2022369" y="554494"/>
                  </a:lnTo>
                  <a:lnTo>
                    <a:pt x="2022373" y="554488"/>
                  </a:lnTo>
                  <a:lnTo>
                    <a:pt x="2022382" y="554471"/>
                  </a:lnTo>
                  <a:lnTo>
                    <a:pt x="2022387" y="554461"/>
                  </a:lnTo>
                  <a:lnTo>
                    <a:pt x="2022390" y="554452"/>
                  </a:lnTo>
                  <a:lnTo>
                    <a:pt x="2022392" y="554444"/>
                  </a:lnTo>
                  <a:lnTo>
                    <a:pt x="2022406" y="554402"/>
                  </a:lnTo>
                  <a:lnTo>
                    <a:pt x="2022410" y="554391"/>
                  </a:lnTo>
                  <a:lnTo>
                    <a:pt x="2022412" y="554381"/>
                  </a:lnTo>
                  <a:lnTo>
                    <a:pt x="2022414" y="554372"/>
                  </a:lnTo>
                  <a:lnTo>
                    <a:pt x="2022416" y="554364"/>
                  </a:lnTo>
                  <a:lnTo>
                    <a:pt x="2022416" y="554358"/>
                  </a:lnTo>
                  <a:lnTo>
                    <a:pt x="2022415" y="554345"/>
                  </a:lnTo>
                  <a:lnTo>
                    <a:pt x="2022414" y="554316"/>
                  </a:lnTo>
                  <a:lnTo>
                    <a:pt x="2022424" y="554263"/>
                  </a:lnTo>
                  <a:lnTo>
                    <a:pt x="2022420" y="554243"/>
                  </a:lnTo>
                  <a:lnTo>
                    <a:pt x="2022418" y="554236"/>
                  </a:lnTo>
                  <a:lnTo>
                    <a:pt x="2022412" y="554225"/>
                  </a:lnTo>
                  <a:lnTo>
                    <a:pt x="2022409" y="554220"/>
                  </a:lnTo>
                  <a:lnTo>
                    <a:pt x="2022405" y="554216"/>
                  </a:lnTo>
                  <a:lnTo>
                    <a:pt x="2022402" y="554212"/>
                  </a:lnTo>
                  <a:lnTo>
                    <a:pt x="2022398" y="554209"/>
                  </a:lnTo>
                  <a:lnTo>
                    <a:pt x="2022393" y="554207"/>
                  </a:lnTo>
                  <a:lnTo>
                    <a:pt x="2022387" y="554204"/>
                  </a:lnTo>
                  <a:lnTo>
                    <a:pt x="2022380" y="554202"/>
                  </a:lnTo>
                  <a:lnTo>
                    <a:pt x="2022372" y="554200"/>
                  </a:lnTo>
                  <a:lnTo>
                    <a:pt x="2022365" y="554198"/>
                  </a:lnTo>
                  <a:lnTo>
                    <a:pt x="2022358" y="554197"/>
                  </a:lnTo>
                  <a:lnTo>
                    <a:pt x="2022353" y="554197"/>
                  </a:lnTo>
                  <a:lnTo>
                    <a:pt x="2022347" y="554197"/>
                  </a:lnTo>
                  <a:lnTo>
                    <a:pt x="2022321" y="554200"/>
                  </a:lnTo>
                  <a:lnTo>
                    <a:pt x="2022314" y="554201"/>
                  </a:lnTo>
                  <a:lnTo>
                    <a:pt x="2022309" y="554202"/>
                  </a:lnTo>
                  <a:lnTo>
                    <a:pt x="2022293" y="554208"/>
                  </a:lnTo>
                  <a:lnTo>
                    <a:pt x="2022287" y="554212"/>
                  </a:lnTo>
                  <a:lnTo>
                    <a:pt x="2022282" y="554216"/>
                  </a:lnTo>
                  <a:lnTo>
                    <a:pt x="2022275" y="554223"/>
                  </a:lnTo>
                  <a:lnTo>
                    <a:pt x="2022264" y="554235"/>
                  </a:lnTo>
                  <a:lnTo>
                    <a:pt x="2022233" y="554275"/>
                  </a:lnTo>
                  <a:lnTo>
                    <a:pt x="2022194" y="554333"/>
                  </a:lnTo>
                  <a:lnTo>
                    <a:pt x="2022191" y="554338"/>
                  </a:lnTo>
                  <a:lnTo>
                    <a:pt x="2022191" y="554343"/>
                  </a:lnTo>
                  <a:lnTo>
                    <a:pt x="2022192" y="554347"/>
                  </a:lnTo>
                  <a:lnTo>
                    <a:pt x="2022193" y="554353"/>
                  </a:lnTo>
                  <a:lnTo>
                    <a:pt x="2022193" y="554358"/>
                  </a:lnTo>
                  <a:lnTo>
                    <a:pt x="2022193" y="554364"/>
                  </a:lnTo>
                  <a:lnTo>
                    <a:pt x="2022192" y="554370"/>
                  </a:lnTo>
                  <a:lnTo>
                    <a:pt x="2022191" y="554375"/>
                  </a:lnTo>
                  <a:lnTo>
                    <a:pt x="2022189" y="554381"/>
                  </a:lnTo>
                  <a:lnTo>
                    <a:pt x="2022188" y="554385"/>
                  </a:lnTo>
                  <a:lnTo>
                    <a:pt x="2022185" y="554390"/>
                  </a:lnTo>
                  <a:lnTo>
                    <a:pt x="2022182" y="554394"/>
                  </a:lnTo>
                  <a:lnTo>
                    <a:pt x="2022179" y="554400"/>
                  </a:lnTo>
                  <a:lnTo>
                    <a:pt x="2022175" y="554414"/>
                  </a:lnTo>
                  <a:lnTo>
                    <a:pt x="2022162" y="554469"/>
                  </a:lnTo>
                  <a:lnTo>
                    <a:pt x="2022157" y="554487"/>
                  </a:lnTo>
                  <a:lnTo>
                    <a:pt x="2022150" y="554509"/>
                  </a:lnTo>
                  <a:lnTo>
                    <a:pt x="2022135" y="554548"/>
                  </a:lnTo>
                  <a:lnTo>
                    <a:pt x="2022130" y="554559"/>
                  </a:lnTo>
                  <a:lnTo>
                    <a:pt x="2022125" y="554566"/>
                  </a:lnTo>
                  <a:lnTo>
                    <a:pt x="2022099" y="554576"/>
                  </a:lnTo>
                  <a:lnTo>
                    <a:pt x="2022095" y="554581"/>
                  </a:lnTo>
                  <a:lnTo>
                    <a:pt x="2022075" y="554600"/>
                  </a:lnTo>
                  <a:lnTo>
                    <a:pt x="2022068" y="554604"/>
                  </a:lnTo>
                  <a:lnTo>
                    <a:pt x="2022062" y="554604"/>
                  </a:lnTo>
                  <a:lnTo>
                    <a:pt x="2022055" y="554605"/>
                  </a:lnTo>
                  <a:lnTo>
                    <a:pt x="2022049" y="554609"/>
                  </a:lnTo>
                  <a:lnTo>
                    <a:pt x="2022029" y="554632"/>
                  </a:lnTo>
                  <a:lnTo>
                    <a:pt x="2021946" y="554720"/>
                  </a:lnTo>
                  <a:lnTo>
                    <a:pt x="2021925" y="554746"/>
                  </a:lnTo>
                  <a:lnTo>
                    <a:pt x="2021922" y="554750"/>
                  </a:lnTo>
                  <a:lnTo>
                    <a:pt x="2021949" y="554756"/>
                  </a:lnTo>
                  <a:lnTo>
                    <a:pt x="2021947" y="554770"/>
                  </a:lnTo>
                  <a:lnTo>
                    <a:pt x="2021939" y="554776"/>
                  </a:lnTo>
                  <a:lnTo>
                    <a:pt x="2021932" y="554781"/>
                  </a:lnTo>
                  <a:lnTo>
                    <a:pt x="2021904" y="554791"/>
                  </a:lnTo>
                  <a:lnTo>
                    <a:pt x="2021883" y="554798"/>
                  </a:lnTo>
                  <a:lnTo>
                    <a:pt x="2021874" y="554800"/>
                  </a:lnTo>
                  <a:lnTo>
                    <a:pt x="2021868" y="554801"/>
                  </a:lnTo>
                  <a:lnTo>
                    <a:pt x="2021856" y="554803"/>
                  </a:lnTo>
                  <a:lnTo>
                    <a:pt x="2021850" y="554804"/>
                  </a:lnTo>
                  <a:lnTo>
                    <a:pt x="2021838" y="554805"/>
                  </a:lnTo>
                  <a:lnTo>
                    <a:pt x="2021822" y="554806"/>
                  </a:lnTo>
                  <a:lnTo>
                    <a:pt x="2021713" y="554808"/>
                  </a:lnTo>
                  <a:lnTo>
                    <a:pt x="2021696" y="554807"/>
                  </a:lnTo>
                  <a:lnTo>
                    <a:pt x="2021683" y="554805"/>
                  </a:lnTo>
                  <a:lnTo>
                    <a:pt x="2021671" y="554803"/>
                  </a:lnTo>
                  <a:lnTo>
                    <a:pt x="2021642" y="554796"/>
                  </a:lnTo>
                  <a:lnTo>
                    <a:pt x="2021633" y="554795"/>
                  </a:lnTo>
                  <a:lnTo>
                    <a:pt x="2021625" y="554794"/>
                  </a:lnTo>
                  <a:lnTo>
                    <a:pt x="2021561" y="554789"/>
                  </a:lnTo>
                  <a:lnTo>
                    <a:pt x="2021555" y="554788"/>
                  </a:lnTo>
                  <a:lnTo>
                    <a:pt x="2021548" y="554786"/>
                  </a:lnTo>
                  <a:lnTo>
                    <a:pt x="2021513" y="554772"/>
                  </a:lnTo>
                  <a:lnTo>
                    <a:pt x="2021507" y="554771"/>
                  </a:lnTo>
                  <a:lnTo>
                    <a:pt x="2021502" y="554769"/>
                  </a:lnTo>
                  <a:lnTo>
                    <a:pt x="2021488" y="554767"/>
                  </a:lnTo>
                  <a:lnTo>
                    <a:pt x="2021484" y="554772"/>
                  </a:lnTo>
                  <a:lnTo>
                    <a:pt x="2021476" y="554774"/>
                  </a:lnTo>
                  <a:lnTo>
                    <a:pt x="2021471" y="554774"/>
                  </a:lnTo>
                  <a:lnTo>
                    <a:pt x="2021466" y="554774"/>
                  </a:lnTo>
                  <a:lnTo>
                    <a:pt x="2021458" y="554772"/>
                  </a:lnTo>
                  <a:lnTo>
                    <a:pt x="2021452" y="554769"/>
                  </a:lnTo>
                  <a:lnTo>
                    <a:pt x="2021424" y="554749"/>
                  </a:lnTo>
                  <a:lnTo>
                    <a:pt x="2021418" y="554744"/>
                  </a:lnTo>
                  <a:lnTo>
                    <a:pt x="2021412" y="554742"/>
                  </a:lnTo>
                  <a:lnTo>
                    <a:pt x="2021370" y="554724"/>
                  </a:lnTo>
                  <a:lnTo>
                    <a:pt x="2021318" y="554699"/>
                  </a:lnTo>
                  <a:lnTo>
                    <a:pt x="2021308" y="554693"/>
                  </a:lnTo>
                  <a:lnTo>
                    <a:pt x="2021301" y="554688"/>
                  </a:lnTo>
                  <a:lnTo>
                    <a:pt x="2021284" y="554674"/>
                  </a:lnTo>
                  <a:lnTo>
                    <a:pt x="2021280" y="554671"/>
                  </a:lnTo>
                  <a:lnTo>
                    <a:pt x="2021272" y="554666"/>
                  </a:lnTo>
                  <a:lnTo>
                    <a:pt x="2021258" y="554656"/>
                  </a:lnTo>
                  <a:lnTo>
                    <a:pt x="2021255" y="554653"/>
                  </a:lnTo>
                  <a:lnTo>
                    <a:pt x="2021252" y="554650"/>
                  </a:lnTo>
                  <a:lnTo>
                    <a:pt x="2021223" y="554610"/>
                  </a:lnTo>
                  <a:lnTo>
                    <a:pt x="2021219" y="554606"/>
                  </a:lnTo>
                  <a:lnTo>
                    <a:pt x="2021216" y="554603"/>
                  </a:lnTo>
                  <a:lnTo>
                    <a:pt x="2021195" y="554592"/>
                  </a:lnTo>
                  <a:lnTo>
                    <a:pt x="2021083" y="554519"/>
                  </a:lnTo>
                  <a:lnTo>
                    <a:pt x="2021076" y="554515"/>
                  </a:lnTo>
                  <a:lnTo>
                    <a:pt x="2021066" y="554510"/>
                  </a:lnTo>
                  <a:lnTo>
                    <a:pt x="2021014" y="554483"/>
                  </a:lnTo>
                  <a:lnTo>
                    <a:pt x="2021009" y="554480"/>
                  </a:lnTo>
                  <a:lnTo>
                    <a:pt x="2020997" y="554472"/>
                  </a:lnTo>
                  <a:lnTo>
                    <a:pt x="2020984" y="554466"/>
                  </a:lnTo>
                  <a:lnTo>
                    <a:pt x="2020979" y="554462"/>
                  </a:lnTo>
                  <a:lnTo>
                    <a:pt x="2020974" y="554459"/>
                  </a:lnTo>
                  <a:lnTo>
                    <a:pt x="2020965" y="554451"/>
                  </a:lnTo>
                  <a:lnTo>
                    <a:pt x="2020959" y="554446"/>
                  </a:lnTo>
                  <a:lnTo>
                    <a:pt x="2020952" y="554441"/>
                  </a:lnTo>
                  <a:lnTo>
                    <a:pt x="2020943" y="554436"/>
                  </a:lnTo>
                  <a:lnTo>
                    <a:pt x="2020931" y="554432"/>
                  </a:lnTo>
                  <a:lnTo>
                    <a:pt x="2020918" y="554428"/>
                  </a:lnTo>
                  <a:lnTo>
                    <a:pt x="2020903" y="554424"/>
                  </a:lnTo>
                  <a:lnTo>
                    <a:pt x="2020886" y="554420"/>
                  </a:lnTo>
                  <a:lnTo>
                    <a:pt x="2020868" y="554418"/>
                  </a:lnTo>
                  <a:lnTo>
                    <a:pt x="2020849" y="554416"/>
                  </a:lnTo>
                  <a:lnTo>
                    <a:pt x="2020830" y="554415"/>
                  </a:lnTo>
                  <a:lnTo>
                    <a:pt x="2020811" y="554415"/>
                  </a:lnTo>
                  <a:lnTo>
                    <a:pt x="2020794" y="554416"/>
                  </a:lnTo>
                  <a:lnTo>
                    <a:pt x="2020781" y="554418"/>
                  </a:lnTo>
                  <a:lnTo>
                    <a:pt x="2020769" y="554421"/>
                  </a:lnTo>
                  <a:lnTo>
                    <a:pt x="2020759" y="554425"/>
                  </a:lnTo>
                  <a:lnTo>
                    <a:pt x="2020749" y="554429"/>
                  </a:lnTo>
                  <a:lnTo>
                    <a:pt x="2020739" y="554435"/>
                  </a:lnTo>
                  <a:lnTo>
                    <a:pt x="2020729" y="554443"/>
                  </a:lnTo>
                  <a:lnTo>
                    <a:pt x="2020718" y="554453"/>
                  </a:lnTo>
                  <a:lnTo>
                    <a:pt x="2020707" y="554464"/>
                  </a:lnTo>
                  <a:lnTo>
                    <a:pt x="2020691" y="554483"/>
                  </a:lnTo>
                  <a:lnTo>
                    <a:pt x="2020675" y="554500"/>
                  </a:lnTo>
                  <a:lnTo>
                    <a:pt x="2020671" y="554506"/>
                  </a:lnTo>
                  <a:lnTo>
                    <a:pt x="2020666" y="554516"/>
                  </a:lnTo>
                  <a:lnTo>
                    <a:pt x="2020659" y="554528"/>
                  </a:lnTo>
                  <a:lnTo>
                    <a:pt x="2020652" y="554544"/>
                  </a:lnTo>
                  <a:lnTo>
                    <a:pt x="2020646" y="554563"/>
                  </a:lnTo>
                  <a:lnTo>
                    <a:pt x="2020639" y="554584"/>
                  </a:lnTo>
                  <a:lnTo>
                    <a:pt x="2020611" y="554695"/>
                  </a:lnTo>
                  <a:lnTo>
                    <a:pt x="2020589" y="554771"/>
                  </a:lnTo>
                  <a:lnTo>
                    <a:pt x="2020578" y="554816"/>
                  </a:lnTo>
                  <a:lnTo>
                    <a:pt x="2020550" y="554928"/>
                  </a:lnTo>
                  <a:lnTo>
                    <a:pt x="2020542" y="554972"/>
                  </a:lnTo>
                  <a:lnTo>
                    <a:pt x="2020540" y="554980"/>
                  </a:lnTo>
                  <a:lnTo>
                    <a:pt x="2020529" y="555018"/>
                  </a:lnTo>
                  <a:lnTo>
                    <a:pt x="2020505" y="555083"/>
                  </a:lnTo>
                  <a:lnTo>
                    <a:pt x="2020464" y="555185"/>
                  </a:lnTo>
                  <a:lnTo>
                    <a:pt x="2020412" y="555293"/>
                  </a:lnTo>
                  <a:lnTo>
                    <a:pt x="2020366" y="555359"/>
                  </a:lnTo>
                  <a:lnTo>
                    <a:pt x="2020285" y="555397"/>
                  </a:lnTo>
                  <a:lnTo>
                    <a:pt x="2020219" y="555423"/>
                  </a:lnTo>
                  <a:lnTo>
                    <a:pt x="2020143" y="555453"/>
                  </a:lnTo>
                  <a:lnTo>
                    <a:pt x="2019967" y="555544"/>
                  </a:lnTo>
                  <a:lnTo>
                    <a:pt x="2019963" y="555548"/>
                  </a:lnTo>
                  <a:lnTo>
                    <a:pt x="2019932" y="555552"/>
                  </a:lnTo>
                  <a:lnTo>
                    <a:pt x="2019923" y="555553"/>
                  </a:lnTo>
                  <a:lnTo>
                    <a:pt x="2019917" y="555555"/>
                  </a:lnTo>
                  <a:lnTo>
                    <a:pt x="2019909" y="555558"/>
                  </a:lnTo>
                  <a:lnTo>
                    <a:pt x="2019901" y="555561"/>
                  </a:lnTo>
                  <a:lnTo>
                    <a:pt x="2019887" y="555567"/>
                  </a:lnTo>
                  <a:lnTo>
                    <a:pt x="2019881" y="555570"/>
                  </a:lnTo>
                  <a:lnTo>
                    <a:pt x="2019875" y="555574"/>
                  </a:lnTo>
                  <a:lnTo>
                    <a:pt x="2019844" y="555598"/>
                  </a:lnTo>
                  <a:lnTo>
                    <a:pt x="2019838" y="555602"/>
                  </a:lnTo>
                  <a:lnTo>
                    <a:pt x="2019832" y="555605"/>
                  </a:lnTo>
                  <a:lnTo>
                    <a:pt x="2019826" y="555608"/>
                  </a:lnTo>
                  <a:lnTo>
                    <a:pt x="2019818" y="555612"/>
                  </a:lnTo>
                  <a:lnTo>
                    <a:pt x="2019808" y="555615"/>
                  </a:lnTo>
                  <a:lnTo>
                    <a:pt x="2019798" y="555619"/>
                  </a:lnTo>
                  <a:lnTo>
                    <a:pt x="2019786" y="555623"/>
                  </a:lnTo>
                  <a:lnTo>
                    <a:pt x="2019759" y="555629"/>
                  </a:lnTo>
                  <a:lnTo>
                    <a:pt x="2019724" y="555636"/>
                  </a:lnTo>
                  <a:lnTo>
                    <a:pt x="2019710" y="555640"/>
                  </a:lnTo>
                  <a:lnTo>
                    <a:pt x="2019597" y="555670"/>
                  </a:lnTo>
                  <a:lnTo>
                    <a:pt x="2019591" y="555671"/>
                  </a:lnTo>
                  <a:lnTo>
                    <a:pt x="2019531" y="555691"/>
                  </a:lnTo>
                  <a:lnTo>
                    <a:pt x="2019386" y="555744"/>
                  </a:lnTo>
                  <a:lnTo>
                    <a:pt x="2019233" y="555805"/>
                  </a:lnTo>
                  <a:lnTo>
                    <a:pt x="2019214" y="555814"/>
                  </a:lnTo>
                  <a:lnTo>
                    <a:pt x="2019201" y="555822"/>
                  </a:lnTo>
                  <a:lnTo>
                    <a:pt x="2019192" y="555828"/>
                  </a:lnTo>
                  <a:lnTo>
                    <a:pt x="2019187" y="555832"/>
                  </a:lnTo>
                  <a:lnTo>
                    <a:pt x="2019183" y="555838"/>
                  </a:lnTo>
                  <a:lnTo>
                    <a:pt x="2019157" y="555861"/>
                  </a:lnTo>
                  <a:lnTo>
                    <a:pt x="2019137" y="555878"/>
                  </a:lnTo>
                  <a:lnTo>
                    <a:pt x="2019132" y="555880"/>
                  </a:lnTo>
                  <a:lnTo>
                    <a:pt x="2019126" y="555882"/>
                  </a:lnTo>
                  <a:lnTo>
                    <a:pt x="2019120" y="555885"/>
                  </a:lnTo>
                  <a:lnTo>
                    <a:pt x="2019114" y="555889"/>
                  </a:lnTo>
                  <a:lnTo>
                    <a:pt x="2019109" y="555894"/>
                  </a:lnTo>
                  <a:lnTo>
                    <a:pt x="2019104" y="555898"/>
                  </a:lnTo>
                  <a:lnTo>
                    <a:pt x="2019101" y="555902"/>
                  </a:lnTo>
                  <a:lnTo>
                    <a:pt x="2019099" y="555906"/>
                  </a:lnTo>
                  <a:lnTo>
                    <a:pt x="2019096" y="555912"/>
                  </a:lnTo>
                  <a:lnTo>
                    <a:pt x="2019095" y="555916"/>
                  </a:lnTo>
                  <a:lnTo>
                    <a:pt x="2019080" y="555936"/>
                  </a:lnTo>
                  <a:lnTo>
                    <a:pt x="2019018" y="556018"/>
                  </a:lnTo>
                  <a:lnTo>
                    <a:pt x="2019012" y="556023"/>
                  </a:lnTo>
                  <a:lnTo>
                    <a:pt x="2019007" y="556032"/>
                  </a:lnTo>
                  <a:lnTo>
                    <a:pt x="2019004" y="556035"/>
                  </a:lnTo>
                  <a:lnTo>
                    <a:pt x="2019002" y="556039"/>
                  </a:lnTo>
                  <a:lnTo>
                    <a:pt x="2018999" y="556043"/>
                  </a:lnTo>
                  <a:lnTo>
                    <a:pt x="2018995" y="556047"/>
                  </a:lnTo>
                  <a:lnTo>
                    <a:pt x="2018985" y="556057"/>
                  </a:lnTo>
                  <a:lnTo>
                    <a:pt x="2018979" y="556065"/>
                  </a:lnTo>
                  <a:lnTo>
                    <a:pt x="2018974" y="556070"/>
                  </a:lnTo>
                  <a:lnTo>
                    <a:pt x="2018968" y="556074"/>
                  </a:lnTo>
                  <a:lnTo>
                    <a:pt x="2018963" y="556077"/>
                  </a:lnTo>
                  <a:lnTo>
                    <a:pt x="2018909" y="556104"/>
                  </a:lnTo>
                  <a:lnTo>
                    <a:pt x="2018885" y="556115"/>
                  </a:lnTo>
                  <a:lnTo>
                    <a:pt x="2018880" y="556117"/>
                  </a:lnTo>
                  <a:lnTo>
                    <a:pt x="2018875" y="556120"/>
                  </a:lnTo>
                  <a:lnTo>
                    <a:pt x="2018808" y="556161"/>
                  </a:lnTo>
                  <a:lnTo>
                    <a:pt x="2018703" y="556223"/>
                  </a:lnTo>
                  <a:lnTo>
                    <a:pt x="2018695" y="556228"/>
                  </a:lnTo>
                  <a:lnTo>
                    <a:pt x="2018602" y="556291"/>
                  </a:lnTo>
                  <a:lnTo>
                    <a:pt x="2018598" y="556293"/>
                  </a:lnTo>
                  <a:lnTo>
                    <a:pt x="2018589" y="556297"/>
                  </a:lnTo>
                  <a:lnTo>
                    <a:pt x="2018583" y="556299"/>
                  </a:lnTo>
                  <a:lnTo>
                    <a:pt x="2018570" y="556301"/>
                  </a:lnTo>
                  <a:lnTo>
                    <a:pt x="2018558" y="556304"/>
                  </a:lnTo>
                  <a:lnTo>
                    <a:pt x="2018543" y="556308"/>
                  </a:lnTo>
                  <a:lnTo>
                    <a:pt x="2018535" y="556309"/>
                  </a:lnTo>
                  <a:lnTo>
                    <a:pt x="2018527" y="556310"/>
                  </a:lnTo>
                  <a:lnTo>
                    <a:pt x="2018477" y="556316"/>
                  </a:lnTo>
                  <a:lnTo>
                    <a:pt x="2018466" y="556318"/>
                  </a:lnTo>
                  <a:lnTo>
                    <a:pt x="2018453" y="556319"/>
                  </a:lnTo>
                  <a:lnTo>
                    <a:pt x="2018439" y="556320"/>
                  </a:lnTo>
                  <a:lnTo>
                    <a:pt x="2018382" y="556322"/>
                  </a:lnTo>
                  <a:lnTo>
                    <a:pt x="2018358" y="556321"/>
                  </a:lnTo>
                  <a:lnTo>
                    <a:pt x="2018348" y="556320"/>
                  </a:lnTo>
                  <a:lnTo>
                    <a:pt x="2018338" y="556319"/>
                  </a:lnTo>
                  <a:lnTo>
                    <a:pt x="2018314" y="556315"/>
                  </a:lnTo>
                  <a:lnTo>
                    <a:pt x="2018293" y="556313"/>
                  </a:lnTo>
                  <a:lnTo>
                    <a:pt x="2018288" y="556312"/>
                  </a:lnTo>
                  <a:lnTo>
                    <a:pt x="2018283" y="556311"/>
                  </a:lnTo>
                  <a:lnTo>
                    <a:pt x="2018277" y="556309"/>
                  </a:lnTo>
                  <a:lnTo>
                    <a:pt x="2018249" y="556301"/>
                  </a:lnTo>
                  <a:lnTo>
                    <a:pt x="2018128" y="556264"/>
                  </a:lnTo>
                  <a:lnTo>
                    <a:pt x="2018119" y="556260"/>
                  </a:lnTo>
                  <a:lnTo>
                    <a:pt x="2018111" y="556256"/>
                  </a:lnTo>
                  <a:lnTo>
                    <a:pt x="2018059" y="556230"/>
                  </a:lnTo>
                  <a:lnTo>
                    <a:pt x="2018054" y="556229"/>
                  </a:lnTo>
                  <a:lnTo>
                    <a:pt x="2018042" y="556229"/>
                  </a:lnTo>
                  <a:lnTo>
                    <a:pt x="2018004" y="556216"/>
                  </a:lnTo>
                  <a:lnTo>
                    <a:pt x="2018002" y="556211"/>
                  </a:lnTo>
                  <a:lnTo>
                    <a:pt x="2017980" y="556199"/>
                  </a:lnTo>
                  <a:lnTo>
                    <a:pt x="2017974" y="556196"/>
                  </a:lnTo>
                  <a:lnTo>
                    <a:pt x="2017969" y="556195"/>
                  </a:lnTo>
                  <a:lnTo>
                    <a:pt x="2017962" y="556192"/>
                  </a:lnTo>
                  <a:lnTo>
                    <a:pt x="2017958" y="556190"/>
                  </a:lnTo>
                  <a:lnTo>
                    <a:pt x="2017952" y="556187"/>
                  </a:lnTo>
                  <a:lnTo>
                    <a:pt x="2017947" y="556183"/>
                  </a:lnTo>
                  <a:lnTo>
                    <a:pt x="2017941" y="556178"/>
                  </a:lnTo>
                  <a:lnTo>
                    <a:pt x="2017935" y="556174"/>
                  </a:lnTo>
                  <a:lnTo>
                    <a:pt x="2017925" y="556164"/>
                  </a:lnTo>
                  <a:lnTo>
                    <a:pt x="2017921" y="556160"/>
                  </a:lnTo>
                  <a:lnTo>
                    <a:pt x="2017916" y="556155"/>
                  </a:lnTo>
                  <a:lnTo>
                    <a:pt x="2017912" y="556149"/>
                  </a:lnTo>
                  <a:lnTo>
                    <a:pt x="2017903" y="556134"/>
                  </a:lnTo>
                  <a:lnTo>
                    <a:pt x="2017880" y="556074"/>
                  </a:lnTo>
                  <a:lnTo>
                    <a:pt x="2017879" y="556009"/>
                  </a:lnTo>
                  <a:lnTo>
                    <a:pt x="2017883" y="555947"/>
                  </a:lnTo>
                  <a:lnTo>
                    <a:pt x="2017893" y="555914"/>
                  </a:lnTo>
                  <a:lnTo>
                    <a:pt x="2017901" y="555889"/>
                  </a:lnTo>
                  <a:lnTo>
                    <a:pt x="2017922" y="555821"/>
                  </a:lnTo>
                  <a:lnTo>
                    <a:pt x="2017927" y="555817"/>
                  </a:lnTo>
                  <a:lnTo>
                    <a:pt x="2017933" y="555812"/>
                  </a:lnTo>
                  <a:lnTo>
                    <a:pt x="2017945" y="555803"/>
                  </a:lnTo>
                  <a:lnTo>
                    <a:pt x="2017949" y="555800"/>
                  </a:lnTo>
                  <a:lnTo>
                    <a:pt x="2017954" y="555798"/>
                  </a:lnTo>
                  <a:lnTo>
                    <a:pt x="2017960" y="555798"/>
                  </a:lnTo>
                  <a:lnTo>
                    <a:pt x="2017965" y="555797"/>
                  </a:lnTo>
                  <a:lnTo>
                    <a:pt x="2017970" y="555795"/>
                  </a:lnTo>
                  <a:lnTo>
                    <a:pt x="2017976" y="555790"/>
                  </a:lnTo>
                  <a:lnTo>
                    <a:pt x="2017979" y="555787"/>
                  </a:lnTo>
                  <a:lnTo>
                    <a:pt x="2017982" y="555783"/>
                  </a:lnTo>
                  <a:lnTo>
                    <a:pt x="2017984" y="555779"/>
                  </a:lnTo>
                  <a:lnTo>
                    <a:pt x="2017986" y="555772"/>
                  </a:lnTo>
                  <a:lnTo>
                    <a:pt x="2017986" y="555763"/>
                  </a:lnTo>
                  <a:lnTo>
                    <a:pt x="2017986" y="555758"/>
                  </a:lnTo>
                  <a:lnTo>
                    <a:pt x="2017986" y="555751"/>
                  </a:lnTo>
                  <a:lnTo>
                    <a:pt x="2017989" y="555746"/>
                  </a:lnTo>
                  <a:lnTo>
                    <a:pt x="2017991" y="555740"/>
                  </a:lnTo>
                  <a:lnTo>
                    <a:pt x="2017992" y="555735"/>
                  </a:lnTo>
                  <a:lnTo>
                    <a:pt x="2017992" y="555728"/>
                  </a:lnTo>
                  <a:lnTo>
                    <a:pt x="2017990" y="555705"/>
                  </a:lnTo>
                  <a:lnTo>
                    <a:pt x="2017981" y="555632"/>
                  </a:lnTo>
                  <a:lnTo>
                    <a:pt x="2017978" y="555620"/>
                  </a:lnTo>
                  <a:lnTo>
                    <a:pt x="2017975" y="555608"/>
                  </a:lnTo>
                  <a:lnTo>
                    <a:pt x="2017970" y="555596"/>
                  </a:lnTo>
                  <a:lnTo>
                    <a:pt x="2017964" y="555583"/>
                  </a:lnTo>
                  <a:lnTo>
                    <a:pt x="2017956" y="555570"/>
                  </a:lnTo>
                  <a:lnTo>
                    <a:pt x="2017893" y="555478"/>
                  </a:lnTo>
                  <a:lnTo>
                    <a:pt x="2017881" y="555462"/>
                  </a:lnTo>
                  <a:lnTo>
                    <a:pt x="2017873" y="555453"/>
                  </a:lnTo>
                  <a:lnTo>
                    <a:pt x="2017865" y="555444"/>
                  </a:lnTo>
                  <a:lnTo>
                    <a:pt x="2017843" y="555423"/>
                  </a:lnTo>
                  <a:lnTo>
                    <a:pt x="2017819" y="555401"/>
                  </a:lnTo>
                  <a:lnTo>
                    <a:pt x="2017806" y="555392"/>
                  </a:lnTo>
                  <a:lnTo>
                    <a:pt x="2017790" y="555380"/>
                  </a:lnTo>
                  <a:lnTo>
                    <a:pt x="2017732" y="555339"/>
                  </a:lnTo>
                  <a:lnTo>
                    <a:pt x="2017710" y="555325"/>
                  </a:lnTo>
                  <a:lnTo>
                    <a:pt x="2017609" y="555260"/>
                  </a:lnTo>
                  <a:lnTo>
                    <a:pt x="2017566" y="555238"/>
                  </a:lnTo>
                  <a:lnTo>
                    <a:pt x="2017554" y="555232"/>
                  </a:lnTo>
                  <a:lnTo>
                    <a:pt x="2017518" y="555210"/>
                  </a:lnTo>
                  <a:lnTo>
                    <a:pt x="2017512" y="555206"/>
                  </a:lnTo>
                  <a:lnTo>
                    <a:pt x="2017433" y="555179"/>
                  </a:lnTo>
                  <a:lnTo>
                    <a:pt x="2017345" y="555157"/>
                  </a:lnTo>
                  <a:lnTo>
                    <a:pt x="2017331" y="555152"/>
                  </a:lnTo>
                  <a:lnTo>
                    <a:pt x="2017271" y="555132"/>
                  </a:lnTo>
                  <a:lnTo>
                    <a:pt x="2017217" y="555111"/>
                  </a:lnTo>
                  <a:lnTo>
                    <a:pt x="2017107" y="555067"/>
                  </a:lnTo>
                  <a:lnTo>
                    <a:pt x="2017079" y="555065"/>
                  </a:lnTo>
                  <a:lnTo>
                    <a:pt x="2017060" y="555063"/>
                  </a:lnTo>
                  <a:lnTo>
                    <a:pt x="2017054" y="555062"/>
                  </a:lnTo>
                  <a:lnTo>
                    <a:pt x="2016979" y="555052"/>
                  </a:lnTo>
                  <a:lnTo>
                    <a:pt x="2016960" y="555051"/>
                  </a:lnTo>
                  <a:lnTo>
                    <a:pt x="2016940" y="555051"/>
                  </a:lnTo>
                  <a:lnTo>
                    <a:pt x="2016918" y="555052"/>
                  </a:lnTo>
                  <a:lnTo>
                    <a:pt x="2016897" y="555053"/>
                  </a:lnTo>
                  <a:lnTo>
                    <a:pt x="2016877" y="555056"/>
                  </a:lnTo>
                  <a:lnTo>
                    <a:pt x="2016859" y="555060"/>
                  </a:lnTo>
                  <a:lnTo>
                    <a:pt x="2016842" y="555066"/>
                  </a:lnTo>
                  <a:lnTo>
                    <a:pt x="2016823" y="555073"/>
                  </a:lnTo>
                  <a:lnTo>
                    <a:pt x="2016772" y="555094"/>
                  </a:lnTo>
                  <a:lnTo>
                    <a:pt x="2016747" y="555106"/>
                  </a:lnTo>
                  <a:lnTo>
                    <a:pt x="2016726" y="555118"/>
                  </a:lnTo>
                  <a:lnTo>
                    <a:pt x="2016708" y="555129"/>
                  </a:lnTo>
                  <a:lnTo>
                    <a:pt x="2016695" y="555138"/>
                  </a:lnTo>
                  <a:lnTo>
                    <a:pt x="2016686" y="555145"/>
                  </a:lnTo>
                  <a:lnTo>
                    <a:pt x="2016681" y="555150"/>
                  </a:lnTo>
                  <a:lnTo>
                    <a:pt x="2016677" y="555154"/>
                  </a:lnTo>
                  <a:lnTo>
                    <a:pt x="2016675" y="555159"/>
                  </a:lnTo>
                  <a:lnTo>
                    <a:pt x="2016663" y="555171"/>
                  </a:lnTo>
                  <a:lnTo>
                    <a:pt x="2016655" y="555176"/>
                  </a:lnTo>
                  <a:lnTo>
                    <a:pt x="2016649" y="555181"/>
                  </a:lnTo>
                  <a:lnTo>
                    <a:pt x="2016643" y="555186"/>
                  </a:lnTo>
                  <a:lnTo>
                    <a:pt x="2016635" y="555194"/>
                  </a:lnTo>
                  <a:lnTo>
                    <a:pt x="2016626" y="555205"/>
                  </a:lnTo>
                  <a:lnTo>
                    <a:pt x="2016582" y="555270"/>
                  </a:lnTo>
                  <a:lnTo>
                    <a:pt x="2016560" y="555308"/>
                  </a:lnTo>
                  <a:lnTo>
                    <a:pt x="2016556" y="555317"/>
                  </a:lnTo>
                  <a:lnTo>
                    <a:pt x="2016554" y="555322"/>
                  </a:lnTo>
                  <a:lnTo>
                    <a:pt x="2016552" y="555327"/>
                  </a:lnTo>
                  <a:lnTo>
                    <a:pt x="2016551" y="555332"/>
                  </a:lnTo>
                  <a:lnTo>
                    <a:pt x="2016550" y="555337"/>
                  </a:lnTo>
                  <a:lnTo>
                    <a:pt x="2016549" y="555350"/>
                  </a:lnTo>
                  <a:lnTo>
                    <a:pt x="2016548" y="555357"/>
                  </a:lnTo>
                  <a:lnTo>
                    <a:pt x="2016546" y="555365"/>
                  </a:lnTo>
                  <a:lnTo>
                    <a:pt x="2016542" y="555374"/>
                  </a:lnTo>
                  <a:lnTo>
                    <a:pt x="2016535" y="555387"/>
                  </a:lnTo>
                  <a:lnTo>
                    <a:pt x="2016483" y="555474"/>
                  </a:lnTo>
                  <a:lnTo>
                    <a:pt x="2016435" y="555572"/>
                  </a:lnTo>
                  <a:lnTo>
                    <a:pt x="2016432" y="555580"/>
                  </a:lnTo>
                  <a:lnTo>
                    <a:pt x="2016430" y="555585"/>
                  </a:lnTo>
                  <a:lnTo>
                    <a:pt x="2016429" y="555591"/>
                  </a:lnTo>
                  <a:lnTo>
                    <a:pt x="2016430" y="555609"/>
                  </a:lnTo>
                  <a:lnTo>
                    <a:pt x="2016430" y="555617"/>
                  </a:lnTo>
                  <a:lnTo>
                    <a:pt x="2016431" y="555623"/>
                  </a:lnTo>
                  <a:lnTo>
                    <a:pt x="2016434" y="555629"/>
                  </a:lnTo>
                  <a:lnTo>
                    <a:pt x="2016440" y="555631"/>
                  </a:lnTo>
                  <a:lnTo>
                    <a:pt x="2016446" y="555627"/>
                  </a:lnTo>
                  <a:lnTo>
                    <a:pt x="2016451" y="555623"/>
                  </a:lnTo>
                  <a:lnTo>
                    <a:pt x="2016456" y="555616"/>
                  </a:lnTo>
                  <a:lnTo>
                    <a:pt x="2016517" y="555538"/>
                  </a:lnTo>
                  <a:lnTo>
                    <a:pt x="2016522" y="555532"/>
                  </a:lnTo>
                  <a:lnTo>
                    <a:pt x="2016525" y="555526"/>
                  </a:lnTo>
                  <a:lnTo>
                    <a:pt x="2016530" y="555518"/>
                  </a:lnTo>
                  <a:lnTo>
                    <a:pt x="2016533" y="555513"/>
                  </a:lnTo>
                  <a:lnTo>
                    <a:pt x="2016559" y="555512"/>
                  </a:lnTo>
                  <a:lnTo>
                    <a:pt x="2016572" y="555514"/>
                  </a:lnTo>
                  <a:lnTo>
                    <a:pt x="2016570" y="555525"/>
                  </a:lnTo>
                  <a:lnTo>
                    <a:pt x="2016568" y="555531"/>
                  </a:lnTo>
                  <a:lnTo>
                    <a:pt x="2016565" y="555538"/>
                  </a:lnTo>
                  <a:lnTo>
                    <a:pt x="2016547" y="555568"/>
                  </a:lnTo>
                  <a:lnTo>
                    <a:pt x="2016543" y="555573"/>
                  </a:lnTo>
                  <a:lnTo>
                    <a:pt x="2016538" y="555579"/>
                  </a:lnTo>
                  <a:lnTo>
                    <a:pt x="2016532" y="555585"/>
                  </a:lnTo>
                  <a:lnTo>
                    <a:pt x="2016457" y="555656"/>
                  </a:lnTo>
                  <a:lnTo>
                    <a:pt x="2016451" y="555663"/>
                  </a:lnTo>
                  <a:lnTo>
                    <a:pt x="2016446" y="555672"/>
                  </a:lnTo>
                  <a:lnTo>
                    <a:pt x="2016443" y="555687"/>
                  </a:lnTo>
                  <a:lnTo>
                    <a:pt x="2016443" y="555709"/>
                  </a:lnTo>
                  <a:lnTo>
                    <a:pt x="2016448" y="555766"/>
                  </a:lnTo>
                  <a:lnTo>
                    <a:pt x="2016448" y="555774"/>
                  </a:lnTo>
                  <a:lnTo>
                    <a:pt x="2016443" y="555887"/>
                  </a:lnTo>
                  <a:lnTo>
                    <a:pt x="2016442" y="555913"/>
                  </a:lnTo>
                  <a:lnTo>
                    <a:pt x="2016443" y="555918"/>
                  </a:lnTo>
                  <a:lnTo>
                    <a:pt x="2016448" y="555923"/>
                  </a:lnTo>
                  <a:lnTo>
                    <a:pt x="2016456" y="555924"/>
                  </a:lnTo>
                  <a:lnTo>
                    <a:pt x="2016463" y="555924"/>
                  </a:lnTo>
                  <a:lnTo>
                    <a:pt x="2016471" y="555922"/>
                  </a:lnTo>
                  <a:lnTo>
                    <a:pt x="2016478" y="555917"/>
                  </a:lnTo>
                  <a:lnTo>
                    <a:pt x="2016481" y="555912"/>
                  </a:lnTo>
                  <a:lnTo>
                    <a:pt x="2016483" y="555906"/>
                  </a:lnTo>
                  <a:lnTo>
                    <a:pt x="2016485" y="555897"/>
                  </a:lnTo>
                  <a:lnTo>
                    <a:pt x="2016486" y="555888"/>
                  </a:lnTo>
                  <a:lnTo>
                    <a:pt x="2016488" y="555858"/>
                  </a:lnTo>
                  <a:lnTo>
                    <a:pt x="2016489" y="555843"/>
                  </a:lnTo>
                  <a:lnTo>
                    <a:pt x="2016484" y="555755"/>
                  </a:lnTo>
                  <a:lnTo>
                    <a:pt x="2016484" y="555750"/>
                  </a:lnTo>
                  <a:lnTo>
                    <a:pt x="2016487" y="555744"/>
                  </a:lnTo>
                  <a:lnTo>
                    <a:pt x="2016493" y="555740"/>
                  </a:lnTo>
                  <a:lnTo>
                    <a:pt x="2016498" y="555738"/>
                  </a:lnTo>
                  <a:lnTo>
                    <a:pt x="2016504" y="555737"/>
                  </a:lnTo>
                  <a:lnTo>
                    <a:pt x="2016512" y="555738"/>
                  </a:lnTo>
                  <a:lnTo>
                    <a:pt x="2016548" y="555742"/>
                  </a:lnTo>
                  <a:lnTo>
                    <a:pt x="2016555" y="555743"/>
                  </a:lnTo>
                  <a:lnTo>
                    <a:pt x="2016560" y="555743"/>
                  </a:lnTo>
                  <a:lnTo>
                    <a:pt x="2016569" y="555742"/>
                  </a:lnTo>
                  <a:lnTo>
                    <a:pt x="2016576" y="555736"/>
                  </a:lnTo>
                  <a:lnTo>
                    <a:pt x="2016579" y="555732"/>
                  </a:lnTo>
                  <a:lnTo>
                    <a:pt x="2016582" y="555725"/>
                  </a:lnTo>
                  <a:lnTo>
                    <a:pt x="2016584" y="555716"/>
                  </a:lnTo>
                  <a:lnTo>
                    <a:pt x="2016585" y="555707"/>
                  </a:lnTo>
                  <a:lnTo>
                    <a:pt x="2016586" y="555696"/>
                  </a:lnTo>
                  <a:lnTo>
                    <a:pt x="2016585" y="555685"/>
                  </a:lnTo>
                  <a:lnTo>
                    <a:pt x="2016583" y="555675"/>
                  </a:lnTo>
                  <a:lnTo>
                    <a:pt x="2016581" y="555666"/>
                  </a:lnTo>
                  <a:lnTo>
                    <a:pt x="2016578" y="555659"/>
                  </a:lnTo>
                  <a:lnTo>
                    <a:pt x="2016574" y="555649"/>
                  </a:lnTo>
                  <a:lnTo>
                    <a:pt x="2016573" y="555644"/>
                  </a:lnTo>
                  <a:lnTo>
                    <a:pt x="2016577" y="555640"/>
                  </a:lnTo>
                  <a:lnTo>
                    <a:pt x="2016581" y="555638"/>
                  </a:lnTo>
                  <a:lnTo>
                    <a:pt x="2016587" y="555636"/>
                  </a:lnTo>
                  <a:lnTo>
                    <a:pt x="2016595" y="555634"/>
                  </a:lnTo>
                  <a:lnTo>
                    <a:pt x="2016601" y="555629"/>
                  </a:lnTo>
                  <a:lnTo>
                    <a:pt x="2016603" y="555622"/>
                  </a:lnTo>
                  <a:lnTo>
                    <a:pt x="2016608" y="555616"/>
                  </a:lnTo>
                  <a:lnTo>
                    <a:pt x="2016613" y="555611"/>
                  </a:lnTo>
                  <a:lnTo>
                    <a:pt x="2016620" y="555604"/>
                  </a:lnTo>
                  <a:lnTo>
                    <a:pt x="2016625" y="555601"/>
                  </a:lnTo>
                  <a:lnTo>
                    <a:pt x="2016631" y="555596"/>
                  </a:lnTo>
                  <a:lnTo>
                    <a:pt x="2016637" y="555592"/>
                  </a:lnTo>
                  <a:lnTo>
                    <a:pt x="2016643" y="555589"/>
                  </a:lnTo>
                  <a:lnTo>
                    <a:pt x="2016650" y="555587"/>
                  </a:lnTo>
                  <a:lnTo>
                    <a:pt x="2016658" y="555584"/>
                  </a:lnTo>
                  <a:lnTo>
                    <a:pt x="2016668" y="555582"/>
                  </a:lnTo>
                  <a:lnTo>
                    <a:pt x="2016678" y="555580"/>
                  </a:lnTo>
                  <a:lnTo>
                    <a:pt x="2016690" y="555579"/>
                  </a:lnTo>
                  <a:lnTo>
                    <a:pt x="2016701" y="555580"/>
                  </a:lnTo>
                  <a:lnTo>
                    <a:pt x="2016712" y="555582"/>
                  </a:lnTo>
                  <a:lnTo>
                    <a:pt x="2016724" y="555585"/>
                  </a:lnTo>
                  <a:lnTo>
                    <a:pt x="2016757" y="555594"/>
                  </a:lnTo>
                  <a:lnTo>
                    <a:pt x="2016765" y="555597"/>
                  </a:lnTo>
                  <a:lnTo>
                    <a:pt x="2016771" y="555599"/>
                  </a:lnTo>
                  <a:lnTo>
                    <a:pt x="2016776" y="555601"/>
                  </a:lnTo>
                  <a:lnTo>
                    <a:pt x="2016782" y="555606"/>
                  </a:lnTo>
                  <a:lnTo>
                    <a:pt x="2016785" y="555611"/>
                  </a:lnTo>
                  <a:lnTo>
                    <a:pt x="2016784" y="555625"/>
                  </a:lnTo>
                  <a:lnTo>
                    <a:pt x="2016783" y="555644"/>
                  </a:lnTo>
                  <a:lnTo>
                    <a:pt x="2016781" y="555668"/>
                  </a:lnTo>
                  <a:lnTo>
                    <a:pt x="2016780" y="555683"/>
                  </a:lnTo>
                  <a:lnTo>
                    <a:pt x="2016778" y="555705"/>
                  </a:lnTo>
                  <a:lnTo>
                    <a:pt x="2016766" y="555754"/>
                  </a:lnTo>
                  <a:lnTo>
                    <a:pt x="2016771" y="555802"/>
                  </a:lnTo>
                  <a:lnTo>
                    <a:pt x="2016759" y="555830"/>
                  </a:lnTo>
                  <a:lnTo>
                    <a:pt x="2016681" y="555870"/>
                  </a:lnTo>
                  <a:lnTo>
                    <a:pt x="2016595" y="555929"/>
                  </a:lnTo>
                  <a:lnTo>
                    <a:pt x="2016510" y="555990"/>
                  </a:lnTo>
                  <a:lnTo>
                    <a:pt x="2016485" y="556003"/>
                  </a:lnTo>
                  <a:lnTo>
                    <a:pt x="2016386" y="556056"/>
                  </a:lnTo>
                  <a:lnTo>
                    <a:pt x="2016366" y="556067"/>
                  </a:lnTo>
                  <a:lnTo>
                    <a:pt x="2016350" y="556072"/>
                  </a:lnTo>
                  <a:lnTo>
                    <a:pt x="2016341" y="556074"/>
                  </a:lnTo>
                  <a:lnTo>
                    <a:pt x="2016331" y="556077"/>
                  </a:lnTo>
                  <a:lnTo>
                    <a:pt x="2016320" y="556079"/>
                  </a:lnTo>
                  <a:lnTo>
                    <a:pt x="2016281" y="556085"/>
                  </a:lnTo>
                  <a:lnTo>
                    <a:pt x="2016211" y="556092"/>
                  </a:lnTo>
                  <a:lnTo>
                    <a:pt x="2016178" y="556095"/>
                  </a:lnTo>
                  <a:lnTo>
                    <a:pt x="2016153" y="556096"/>
                  </a:lnTo>
                  <a:lnTo>
                    <a:pt x="2016116" y="556101"/>
                  </a:lnTo>
                  <a:lnTo>
                    <a:pt x="2016109" y="556102"/>
                  </a:lnTo>
                  <a:lnTo>
                    <a:pt x="2016084" y="556108"/>
                  </a:lnTo>
                  <a:lnTo>
                    <a:pt x="2016077" y="556109"/>
                  </a:lnTo>
                  <a:lnTo>
                    <a:pt x="2016071" y="556109"/>
                  </a:lnTo>
                  <a:lnTo>
                    <a:pt x="2016059" y="556110"/>
                  </a:lnTo>
                  <a:lnTo>
                    <a:pt x="2016054" y="556110"/>
                  </a:lnTo>
                  <a:lnTo>
                    <a:pt x="2016048" y="556110"/>
                  </a:lnTo>
                  <a:lnTo>
                    <a:pt x="2016041" y="556109"/>
                  </a:lnTo>
                  <a:lnTo>
                    <a:pt x="2016019" y="556107"/>
                  </a:lnTo>
                  <a:lnTo>
                    <a:pt x="2015983" y="556083"/>
                  </a:lnTo>
                  <a:lnTo>
                    <a:pt x="2015898" y="556097"/>
                  </a:lnTo>
                  <a:lnTo>
                    <a:pt x="2015638" y="556146"/>
                  </a:lnTo>
                  <a:lnTo>
                    <a:pt x="2015569" y="556159"/>
                  </a:lnTo>
                  <a:lnTo>
                    <a:pt x="2015519" y="556172"/>
                  </a:lnTo>
                  <a:lnTo>
                    <a:pt x="2015316" y="556223"/>
                  </a:lnTo>
                  <a:lnTo>
                    <a:pt x="2015281" y="556232"/>
                  </a:lnTo>
                  <a:lnTo>
                    <a:pt x="2014996" y="556290"/>
                  </a:lnTo>
                  <a:lnTo>
                    <a:pt x="2014969" y="556295"/>
                  </a:lnTo>
                  <a:lnTo>
                    <a:pt x="2014942" y="556301"/>
                  </a:lnTo>
                  <a:lnTo>
                    <a:pt x="2014931" y="556303"/>
                  </a:lnTo>
                  <a:lnTo>
                    <a:pt x="2014914" y="556310"/>
                  </a:lnTo>
                  <a:lnTo>
                    <a:pt x="2014879" y="556317"/>
                  </a:lnTo>
                  <a:lnTo>
                    <a:pt x="2014854" y="556323"/>
                  </a:lnTo>
                  <a:lnTo>
                    <a:pt x="2014832" y="556328"/>
                  </a:lnTo>
                  <a:lnTo>
                    <a:pt x="2014809" y="556329"/>
                  </a:lnTo>
                  <a:lnTo>
                    <a:pt x="2014791" y="556329"/>
                  </a:lnTo>
                  <a:lnTo>
                    <a:pt x="2014777" y="556329"/>
                  </a:lnTo>
                  <a:lnTo>
                    <a:pt x="2014761" y="556327"/>
                  </a:lnTo>
                  <a:lnTo>
                    <a:pt x="2014746" y="556323"/>
                  </a:lnTo>
                  <a:lnTo>
                    <a:pt x="2014739" y="556321"/>
                  </a:lnTo>
                  <a:lnTo>
                    <a:pt x="2014733" y="556320"/>
                  </a:lnTo>
                  <a:lnTo>
                    <a:pt x="2014726" y="556319"/>
                  </a:lnTo>
                  <a:lnTo>
                    <a:pt x="2014718" y="556319"/>
                  </a:lnTo>
                  <a:lnTo>
                    <a:pt x="2014710" y="556319"/>
                  </a:lnTo>
                  <a:lnTo>
                    <a:pt x="2014702" y="556320"/>
                  </a:lnTo>
                  <a:lnTo>
                    <a:pt x="2014695" y="556321"/>
                  </a:lnTo>
                  <a:lnTo>
                    <a:pt x="2014687" y="556324"/>
                  </a:lnTo>
                  <a:lnTo>
                    <a:pt x="2014676" y="556329"/>
                  </a:lnTo>
                  <a:lnTo>
                    <a:pt x="2014637" y="556351"/>
                  </a:lnTo>
                  <a:lnTo>
                    <a:pt x="2014613" y="556363"/>
                  </a:lnTo>
                  <a:lnTo>
                    <a:pt x="2014582" y="556383"/>
                  </a:lnTo>
                  <a:lnTo>
                    <a:pt x="2014561" y="556403"/>
                  </a:lnTo>
                  <a:lnTo>
                    <a:pt x="2014541" y="556425"/>
                  </a:lnTo>
                  <a:lnTo>
                    <a:pt x="2014526" y="556449"/>
                  </a:lnTo>
                  <a:lnTo>
                    <a:pt x="2014522" y="556454"/>
                  </a:lnTo>
                  <a:lnTo>
                    <a:pt x="2014519" y="556457"/>
                  </a:lnTo>
                  <a:lnTo>
                    <a:pt x="2014514" y="556463"/>
                  </a:lnTo>
                  <a:lnTo>
                    <a:pt x="2014488" y="556492"/>
                  </a:lnTo>
                  <a:lnTo>
                    <a:pt x="2014484" y="556495"/>
                  </a:lnTo>
                  <a:lnTo>
                    <a:pt x="2014476" y="556502"/>
                  </a:lnTo>
                  <a:lnTo>
                    <a:pt x="2014473" y="556506"/>
                  </a:lnTo>
                  <a:lnTo>
                    <a:pt x="2014456" y="556534"/>
                  </a:lnTo>
                  <a:lnTo>
                    <a:pt x="2014453" y="556540"/>
                  </a:lnTo>
                  <a:lnTo>
                    <a:pt x="2014448" y="556551"/>
                  </a:lnTo>
                  <a:lnTo>
                    <a:pt x="2014388" y="556662"/>
                  </a:lnTo>
                  <a:lnTo>
                    <a:pt x="2014342" y="556748"/>
                  </a:lnTo>
                  <a:lnTo>
                    <a:pt x="2014330" y="556758"/>
                  </a:lnTo>
                  <a:lnTo>
                    <a:pt x="2014324" y="556766"/>
                  </a:lnTo>
                  <a:lnTo>
                    <a:pt x="2014315" y="556779"/>
                  </a:lnTo>
                  <a:lnTo>
                    <a:pt x="2014290" y="556811"/>
                  </a:lnTo>
                  <a:lnTo>
                    <a:pt x="2014257" y="556852"/>
                  </a:lnTo>
                  <a:lnTo>
                    <a:pt x="2014249" y="556864"/>
                  </a:lnTo>
                  <a:lnTo>
                    <a:pt x="2014227" y="556897"/>
                  </a:lnTo>
                  <a:lnTo>
                    <a:pt x="2014198" y="556941"/>
                  </a:lnTo>
                  <a:lnTo>
                    <a:pt x="2014177" y="556980"/>
                  </a:lnTo>
                  <a:lnTo>
                    <a:pt x="2014161" y="557016"/>
                  </a:lnTo>
                  <a:lnTo>
                    <a:pt x="2014148" y="557049"/>
                  </a:lnTo>
                  <a:lnTo>
                    <a:pt x="2014132" y="557083"/>
                  </a:lnTo>
                  <a:lnTo>
                    <a:pt x="2014118" y="557109"/>
                  </a:lnTo>
                  <a:lnTo>
                    <a:pt x="2014101" y="557134"/>
                  </a:lnTo>
                  <a:lnTo>
                    <a:pt x="2014085" y="557157"/>
                  </a:lnTo>
                  <a:lnTo>
                    <a:pt x="2014067" y="557180"/>
                  </a:lnTo>
                  <a:lnTo>
                    <a:pt x="2014049" y="557201"/>
                  </a:lnTo>
                  <a:lnTo>
                    <a:pt x="2013933" y="557267"/>
                  </a:lnTo>
                  <a:lnTo>
                    <a:pt x="2013912" y="557279"/>
                  </a:lnTo>
                  <a:lnTo>
                    <a:pt x="2013772" y="557403"/>
                  </a:lnTo>
                  <a:lnTo>
                    <a:pt x="2013720" y="557417"/>
                  </a:lnTo>
                  <a:lnTo>
                    <a:pt x="2013307" y="557628"/>
                  </a:lnTo>
                  <a:lnTo>
                    <a:pt x="2012959" y="557763"/>
                  </a:lnTo>
                  <a:lnTo>
                    <a:pt x="2012861" y="557862"/>
                  </a:lnTo>
                  <a:lnTo>
                    <a:pt x="2012853" y="557876"/>
                  </a:lnTo>
                  <a:lnTo>
                    <a:pt x="2012775" y="557999"/>
                  </a:lnTo>
                  <a:lnTo>
                    <a:pt x="2012744" y="558047"/>
                  </a:lnTo>
                  <a:lnTo>
                    <a:pt x="2012739" y="558057"/>
                  </a:lnTo>
                  <a:lnTo>
                    <a:pt x="2012738" y="558070"/>
                  </a:lnTo>
                  <a:lnTo>
                    <a:pt x="2012740" y="558097"/>
                  </a:lnTo>
                  <a:lnTo>
                    <a:pt x="2012737" y="558107"/>
                  </a:lnTo>
                  <a:lnTo>
                    <a:pt x="2012733" y="558120"/>
                  </a:lnTo>
                  <a:lnTo>
                    <a:pt x="2012726" y="558135"/>
                  </a:lnTo>
                  <a:lnTo>
                    <a:pt x="2012716" y="558151"/>
                  </a:lnTo>
                  <a:lnTo>
                    <a:pt x="2012715" y="558156"/>
                  </a:lnTo>
                  <a:lnTo>
                    <a:pt x="2012715" y="558168"/>
                  </a:lnTo>
                  <a:lnTo>
                    <a:pt x="2012717" y="558172"/>
                  </a:lnTo>
                  <a:lnTo>
                    <a:pt x="2012595" y="558226"/>
                  </a:lnTo>
                  <a:lnTo>
                    <a:pt x="2012501" y="558245"/>
                  </a:lnTo>
                  <a:lnTo>
                    <a:pt x="2012428" y="558261"/>
                  </a:lnTo>
                  <a:lnTo>
                    <a:pt x="2012422" y="558265"/>
                  </a:lnTo>
                  <a:lnTo>
                    <a:pt x="2012419" y="558270"/>
                  </a:lnTo>
                  <a:lnTo>
                    <a:pt x="2012415" y="558275"/>
                  </a:lnTo>
                  <a:lnTo>
                    <a:pt x="2012405" y="558270"/>
                  </a:lnTo>
                  <a:lnTo>
                    <a:pt x="2012396" y="558268"/>
                  </a:lnTo>
                  <a:lnTo>
                    <a:pt x="2012386" y="558268"/>
                  </a:lnTo>
                  <a:lnTo>
                    <a:pt x="2012300" y="558292"/>
                  </a:lnTo>
                  <a:lnTo>
                    <a:pt x="2012236" y="558302"/>
                  </a:lnTo>
                  <a:lnTo>
                    <a:pt x="2012173" y="558315"/>
                  </a:lnTo>
                  <a:lnTo>
                    <a:pt x="2012134" y="558333"/>
                  </a:lnTo>
                  <a:lnTo>
                    <a:pt x="2012109" y="558351"/>
                  </a:lnTo>
                  <a:lnTo>
                    <a:pt x="2012089" y="558370"/>
                  </a:lnTo>
                  <a:lnTo>
                    <a:pt x="2012077" y="558392"/>
                  </a:lnTo>
                  <a:lnTo>
                    <a:pt x="2012046" y="558444"/>
                  </a:lnTo>
                  <a:lnTo>
                    <a:pt x="2012040" y="558500"/>
                  </a:lnTo>
                  <a:lnTo>
                    <a:pt x="2012032" y="558562"/>
                  </a:lnTo>
                  <a:lnTo>
                    <a:pt x="2012059" y="558723"/>
                  </a:lnTo>
                  <a:lnTo>
                    <a:pt x="2012014" y="558892"/>
                  </a:lnTo>
                  <a:lnTo>
                    <a:pt x="2012039" y="558941"/>
                  </a:lnTo>
                  <a:lnTo>
                    <a:pt x="2012055" y="558973"/>
                  </a:lnTo>
                  <a:lnTo>
                    <a:pt x="2012063" y="558989"/>
                  </a:lnTo>
                  <a:lnTo>
                    <a:pt x="2012074" y="559012"/>
                  </a:lnTo>
                  <a:lnTo>
                    <a:pt x="2012087" y="559029"/>
                  </a:lnTo>
                  <a:lnTo>
                    <a:pt x="2012152" y="559110"/>
                  </a:lnTo>
                  <a:lnTo>
                    <a:pt x="2012216" y="559170"/>
                  </a:lnTo>
                  <a:lnTo>
                    <a:pt x="2012298" y="559160"/>
                  </a:lnTo>
                  <a:lnTo>
                    <a:pt x="2012317" y="559157"/>
                  </a:lnTo>
                  <a:lnTo>
                    <a:pt x="2012364" y="559153"/>
                  </a:lnTo>
                  <a:lnTo>
                    <a:pt x="2012410" y="559203"/>
                  </a:lnTo>
                  <a:lnTo>
                    <a:pt x="2012480" y="559193"/>
                  </a:lnTo>
                  <a:lnTo>
                    <a:pt x="2012537" y="559169"/>
                  </a:lnTo>
                  <a:lnTo>
                    <a:pt x="2012553" y="559191"/>
                  </a:lnTo>
                  <a:lnTo>
                    <a:pt x="2012608" y="559208"/>
                  </a:lnTo>
                  <a:lnTo>
                    <a:pt x="2012621" y="559224"/>
                  </a:lnTo>
                  <a:lnTo>
                    <a:pt x="2012724" y="559241"/>
                  </a:lnTo>
                  <a:lnTo>
                    <a:pt x="2012755" y="559246"/>
                  </a:lnTo>
                  <a:lnTo>
                    <a:pt x="2012817" y="559260"/>
                  </a:lnTo>
                  <a:lnTo>
                    <a:pt x="2012838" y="559265"/>
                  </a:lnTo>
                  <a:lnTo>
                    <a:pt x="2013016" y="559287"/>
                  </a:lnTo>
                  <a:lnTo>
                    <a:pt x="2013037" y="559302"/>
                  </a:lnTo>
                  <a:lnTo>
                    <a:pt x="2013063" y="559313"/>
                  </a:lnTo>
                  <a:lnTo>
                    <a:pt x="2013073" y="559315"/>
                  </a:lnTo>
                  <a:lnTo>
                    <a:pt x="2013116" y="559328"/>
                  </a:lnTo>
                  <a:lnTo>
                    <a:pt x="2013156" y="559345"/>
                  </a:lnTo>
                  <a:lnTo>
                    <a:pt x="2013196" y="559361"/>
                  </a:lnTo>
                  <a:lnTo>
                    <a:pt x="2013225" y="559376"/>
                  </a:lnTo>
                  <a:lnTo>
                    <a:pt x="2013263" y="559401"/>
                  </a:lnTo>
                  <a:lnTo>
                    <a:pt x="2013288" y="559422"/>
                  </a:lnTo>
                  <a:lnTo>
                    <a:pt x="2013312" y="559434"/>
                  </a:lnTo>
                  <a:lnTo>
                    <a:pt x="2013344" y="559449"/>
                  </a:lnTo>
                  <a:lnTo>
                    <a:pt x="2013362" y="559456"/>
                  </a:lnTo>
                  <a:lnTo>
                    <a:pt x="2013367" y="559460"/>
                  </a:lnTo>
                  <a:lnTo>
                    <a:pt x="2013370" y="559463"/>
                  </a:lnTo>
                  <a:lnTo>
                    <a:pt x="2013376" y="559463"/>
                  </a:lnTo>
                  <a:lnTo>
                    <a:pt x="2013380" y="559464"/>
                  </a:lnTo>
                  <a:lnTo>
                    <a:pt x="2013428" y="559475"/>
                  </a:lnTo>
                  <a:lnTo>
                    <a:pt x="2013432" y="559480"/>
                  </a:lnTo>
                  <a:lnTo>
                    <a:pt x="2013440" y="559483"/>
                  </a:lnTo>
                  <a:lnTo>
                    <a:pt x="2013448" y="559485"/>
                  </a:lnTo>
                  <a:lnTo>
                    <a:pt x="2013453" y="559487"/>
                  </a:lnTo>
                  <a:lnTo>
                    <a:pt x="2013462" y="559489"/>
                  </a:lnTo>
                  <a:lnTo>
                    <a:pt x="2013468" y="559492"/>
                  </a:lnTo>
                  <a:lnTo>
                    <a:pt x="2013473" y="559494"/>
                  </a:lnTo>
                  <a:lnTo>
                    <a:pt x="2013481" y="559496"/>
                  </a:lnTo>
                  <a:lnTo>
                    <a:pt x="2013487" y="559499"/>
                  </a:lnTo>
                  <a:lnTo>
                    <a:pt x="2013497" y="559503"/>
                  </a:lnTo>
                  <a:lnTo>
                    <a:pt x="2013506" y="559508"/>
                  </a:lnTo>
                  <a:lnTo>
                    <a:pt x="2013515" y="559513"/>
                  </a:lnTo>
                  <a:lnTo>
                    <a:pt x="2013563" y="559541"/>
                  </a:lnTo>
                  <a:lnTo>
                    <a:pt x="2013618" y="559584"/>
                  </a:lnTo>
                  <a:lnTo>
                    <a:pt x="2013666" y="559647"/>
                  </a:lnTo>
                  <a:lnTo>
                    <a:pt x="2013706" y="559708"/>
                  </a:lnTo>
                  <a:lnTo>
                    <a:pt x="2013750" y="559782"/>
                  </a:lnTo>
                  <a:lnTo>
                    <a:pt x="2013760" y="559811"/>
                  </a:lnTo>
                  <a:lnTo>
                    <a:pt x="2013763" y="559820"/>
                  </a:lnTo>
                  <a:lnTo>
                    <a:pt x="2013763" y="559831"/>
                  </a:lnTo>
                  <a:lnTo>
                    <a:pt x="2013762" y="559842"/>
                  </a:lnTo>
                  <a:lnTo>
                    <a:pt x="2013762" y="559849"/>
                  </a:lnTo>
                  <a:lnTo>
                    <a:pt x="2013766" y="559857"/>
                  </a:lnTo>
                  <a:lnTo>
                    <a:pt x="2013773" y="559869"/>
                  </a:lnTo>
                  <a:lnTo>
                    <a:pt x="2013778" y="559887"/>
                  </a:lnTo>
                  <a:lnTo>
                    <a:pt x="2013793" y="560124"/>
                  </a:lnTo>
                  <a:lnTo>
                    <a:pt x="2013794" y="560138"/>
                  </a:lnTo>
                  <a:lnTo>
                    <a:pt x="2013796" y="560179"/>
                  </a:lnTo>
                  <a:lnTo>
                    <a:pt x="2013797" y="560201"/>
                  </a:lnTo>
                  <a:lnTo>
                    <a:pt x="2013797" y="560214"/>
                  </a:lnTo>
                  <a:lnTo>
                    <a:pt x="2013797" y="560220"/>
                  </a:lnTo>
                  <a:lnTo>
                    <a:pt x="2013795" y="560236"/>
                  </a:lnTo>
                  <a:lnTo>
                    <a:pt x="2013793" y="560277"/>
                  </a:lnTo>
                  <a:lnTo>
                    <a:pt x="2013791" y="560311"/>
                  </a:lnTo>
                  <a:lnTo>
                    <a:pt x="2013788" y="560331"/>
                  </a:lnTo>
                  <a:lnTo>
                    <a:pt x="2013788" y="560337"/>
                  </a:lnTo>
                  <a:lnTo>
                    <a:pt x="2013787" y="560348"/>
                  </a:lnTo>
                  <a:lnTo>
                    <a:pt x="2013783" y="560396"/>
                  </a:lnTo>
                  <a:lnTo>
                    <a:pt x="2013782" y="560402"/>
                  </a:lnTo>
                  <a:lnTo>
                    <a:pt x="2013780" y="560408"/>
                  </a:lnTo>
                  <a:lnTo>
                    <a:pt x="2013776" y="560419"/>
                  </a:lnTo>
                  <a:lnTo>
                    <a:pt x="2013774" y="560425"/>
                  </a:lnTo>
                  <a:lnTo>
                    <a:pt x="2013770" y="560440"/>
                  </a:lnTo>
                  <a:lnTo>
                    <a:pt x="2013768" y="560445"/>
                  </a:lnTo>
                  <a:lnTo>
                    <a:pt x="2013740" y="560497"/>
                  </a:lnTo>
                  <a:lnTo>
                    <a:pt x="2013680" y="560596"/>
                  </a:lnTo>
                  <a:lnTo>
                    <a:pt x="2013655" y="560610"/>
                  </a:lnTo>
                  <a:lnTo>
                    <a:pt x="2013632" y="560623"/>
                  </a:lnTo>
                  <a:lnTo>
                    <a:pt x="2013510" y="560690"/>
                  </a:lnTo>
                  <a:lnTo>
                    <a:pt x="2013472" y="560710"/>
                  </a:lnTo>
                  <a:lnTo>
                    <a:pt x="2013402" y="560742"/>
                  </a:lnTo>
                  <a:lnTo>
                    <a:pt x="2013343" y="560760"/>
                  </a:lnTo>
                  <a:lnTo>
                    <a:pt x="2013261" y="560775"/>
                  </a:lnTo>
                  <a:lnTo>
                    <a:pt x="2013204" y="560778"/>
                  </a:lnTo>
                  <a:lnTo>
                    <a:pt x="2013123" y="560779"/>
                  </a:lnTo>
                  <a:lnTo>
                    <a:pt x="2013020" y="560776"/>
                  </a:lnTo>
                  <a:lnTo>
                    <a:pt x="2012953" y="560772"/>
                  </a:lnTo>
                  <a:lnTo>
                    <a:pt x="2012943" y="560771"/>
                  </a:lnTo>
                  <a:lnTo>
                    <a:pt x="2012933" y="560771"/>
                  </a:lnTo>
                  <a:lnTo>
                    <a:pt x="2012688" y="560741"/>
                  </a:lnTo>
                  <a:lnTo>
                    <a:pt x="2012678" y="560736"/>
                  </a:lnTo>
                  <a:lnTo>
                    <a:pt x="2012592" y="560711"/>
                  </a:lnTo>
                  <a:lnTo>
                    <a:pt x="2012572" y="560711"/>
                  </a:lnTo>
                  <a:lnTo>
                    <a:pt x="2012227" y="560704"/>
                  </a:lnTo>
                  <a:lnTo>
                    <a:pt x="2012166" y="560705"/>
                  </a:lnTo>
                  <a:lnTo>
                    <a:pt x="2012138" y="560706"/>
                  </a:lnTo>
                  <a:lnTo>
                    <a:pt x="2012114" y="560706"/>
                  </a:lnTo>
                  <a:lnTo>
                    <a:pt x="2012098" y="560707"/>
                  </a:lnTo>
                  <a:lnTo>
                    <a:pt x="2012019" y="560708"/>
                  </a:lnTo>
                  <a:lnTo>
                    <a:pt x="2011927" y="560723"/>
                  </a:lnTo>
                  <a:lnTo>
                    <a:pt x="2011842" y="560737"/>
                  </a:lnTo>
                  <a:lnTo>
                    <a:pt x="2011605" y="560775"/>
                  </a:lnTo>
                  <a:lnTo>
                    <a:pt x="2011576" y="560779"/>
                  </a:lnTo>
                  <a:lnTo>
                    <a:pt x="2011292" y="560864"/>
                  </a:lnTo>
                  <a:lnTo>
                    <a:pt x="2011262" y="560873"/>
                  </a:lnTo>
                  <a:lnTo>
                    <a:pt x="2011197" y="560893"/>
                  </a:lnTo>
                  <a:lnTo>
                    <a:pt x="2011150" y="560911"/>
                  </a:lnTo>
                  <a:lnTo>
                    <a:pt x="2011143" y="560913"/>
                  </a:lnTo>
                  <a:lnTo>
                    <a:pt x="2011126" y="560917"/>
                  </a:lnTo>
                  <a:lnTo>
                    <a:pt x="2011011" y="560942"/>
                  </a:lnTo>
                  <a:lnTo>
                    <a:pt x="2010967" y="560954"/>
                  </a:lnTo>
                  <a:lnTo>
                    <a:pt x="2010756" y="561003"/>
                  </a:lnTo>
                  <a:lnTo>
                    <a:pt x="2010680" y="561020"/>
                  </a:lnTo>
                  <a:lnTo>
                    <a:pt x="2010648" y="561025"/>
                  </a:lnTo>
                  <a:lnTo>
                    <a:pt x="2010636" y="561027"/>
                  </a:lnTo>
                  <a:lnTo>
                    <a:pt x="2010426" y="561062"/>
                  </a:lnTo>
                  <a:lnTo>
                    <a:pt x="2010380" y="561069"/>
                  </a:lnTo>
                  <a:lnTo>
                    <a:pt x="2010176" y="561036"/>
                  </a:lnTo>
                  <a:lnTo>
                    <a:pt x="2010137" y="561031"/>
                  </a:lnTo>
                  <a:lnTo>
                    <a:pt x="2010120" y="561029"/>
                  </a:lnTo>
                  <a:lnTo>
                    <a:pt x="2010074" y="561022"/>
                  </a:lnTo>
                  <a:lnTo>
                    <a:pt x="2009992" y="560964"/>
                  </a:lnTo>
                  <a:lnTo>
                    <a:pt x="2009925" y="560888"/>
                  </a:lnTo>
                  <a:lnTo>
                    <a:pt x="2009900" y="560841"/>
                  </a:lnTo>
                  <a:lnTo>
                    <a:pt x="2009873" y="560789"/>
                  </a:lnTo>
                  <a:lnTo>
                    <a:pt x="2009871" y="560776"/>
                  </a:lnTo>
                  <a:lnTo>
                    <a:pt x="2009830" y="560481"/>
                  </a:lnTo>
                  <a:lnTo>
                    <a:pt x="2009814" y="560474"/>
                  </a:lnTo>
                  <a:lnTo>
                    <a:pt x="2009811" y="560475"/>
                  </a:lnTo>
                  <a:lnTo>
                    <a:pt x="2009807" y="560476"/>
                  </a:lnTo>
                  <a:lnTo>
                    <a:pt x="2009792" y="560484"/>
                  </a:lnTo>
                  <a:lnTo>
                    <a:pt x="2009710" y="560542"/>
                  </a:lnTo>
                  <a:lnTo>
                    <a:pt x="2009660" y="560527"/>
                  </a:lnTo>
                  <a:lnTo>
                    <a:pt x="2009632" y="560518"/>
                  </a:lnTo>
                  <a:lnTo>
                    <a:pt x="2009604" y="560526"/>
                  </a:lnTo>
                  <a:lnTo>
                    <a:pt x="2009533" y="560495"/>
                  </a:lnTo>
                  <a:lnTo>
                    <a:pt x="2009495" y="560479"/>
                  </a:lnTo>
                  <a:lnTo>
                    <a:pt x="2009387" y="560484"/>
                  </a:lnTo>
                  <a:lnTo>
                    <a:pt x="2009319" y="560488"/>
                  </a:lnTo>
                  <a:lnTo>
                    <a:pt x="2009298" y="560490"/>
                  </a:lnTo>
                  <a:lnTo>
                    <a:pt x="2009289" y="560490"/>
                  </a:lnTo>
                  <a:lnTo>
                    <a:pt x="2009279" y="560492"/>
                  </a:lnTo>
                  <a:lnTo>
                    <a:pt x="2009164" y="560518"/>
                  </a:lnTo>
                  <a:lnTo>
                    <a:pt x="2009014" y="560504"/>
                  </a:lnTo>
                  <a:lnTo>
                    <a:pt x="2009009" y="560500"/>
                  </a:lnTo>
                  <a:lnTo>
                    <a:pt x="2008947" y="560465"/>
                  </a:lnTo>
                  <a:lnTo>
                    <a:pt x="2008942" y="560462"/>
                  </a:lnTo>
                  <a:lnTo>
                    <a:pt x="2008927" y="560448"/>
                  </a:lnTo>
                  <a:lnTo>
                    <a:pt x="2008916" y="560440"/>
                  </a:lnTo>
                  <a:lnTo>
                    <a:pt x="2008904" y="560432"/>
                  </a:lnTo>
                  <a:lnTo>
                    <a:pt x="2008893" y="560425"/>
                  </a:lnTo>
                  <a:lnTo>
                    <a:pt x="2008885" y="560420"/>
                  </a:lnTo>
                  <a:lnTo>
                    <a:pt x="2008880" y="560418"/>
                  </a:lnTo>
                  <a:lnTo>
                    <a:pt x="2008875" y="560416"/>
                  </a:lnTo>
                  <a:lnTo>
                    <a:pt x="2008869" y="560414"/>
                  </a:lnTo>
                  <a:lnTo>
                    <a:pt x="2008862" y="560412"/>
                  </a:lnTo>
                  <a:lnTo>
                    <a:pt x="2008856" y="560412"/>
                  </a:lnTo>
                  <a:lnTo>
                    <a:pt x="2008852" y="560411"/>
                  </a:lnTo>
                  <a:lnTo>
                    <a:pt x="2008847" y="560411"/>
                  </a:lnTo>
                  <a:lnTo>
                    <a:pt x="2008842" y="560411"/>
                  </a:lnTo>
                  <a:lnTo>
                    <a:pt x="2008834" y="560412"/>
                  </a:lnTo>
                  <a:lnTo>
                    <a:pt x="2008828" y="560413"/>
                  </a:lnTo>
                  <a:lnTo>
                    <a:pt x="2008822" y="560415"/>
                  </a:lnTo>
                  <a:lnTo>
                    <a:pt x="2008814" y="560417"/>
                  </a:lnTo>
                  <a:lnTo>
                    <a:pt x="2008807" y="560419"/>
                  </a:lnTo>
                  <a:lnTo>
                    <a:pt x="2008800" y="560422"/>
                  </a:lnTo>
                  <a:lnTo>
                    <a:pt x="2008793" y="560425"/>
                  </a:lnTo>
                  <a:lnTo>
                    <a:pt x="2008777" y="560442"/>
                  </a:lnTo>
                  <a:lnTo>
                    <a:pt x="2008759" y="560461"/>
                  </a:lnTo>
                  <a:lnTo>
                    <a:pt x="2008725" y="560497"/>
                  </a:lnTo>
                  <a:lnTo>
                    <a:pt x="2008716" y="560520"/>
                  </a:lnTo>
                  <a:lnTo>
                    <a:pt x="2008698" y="560567"/>
                  </a:lnTo>
                  <a:lnTo>
                    <a:pt x="2008695" y="560584"/>
                  </a:lnTo>
                  <a:lnTo>
                    <a:pt x="2008684" y="560659"/>
                  </a:lnTo>
                  <a:lnTo>
                    <a:pt x="2008682" y="560671"/>
                  </a:lnTo>
                  <a:lnTo>
                    <a:pt x="2008684" y="560711"/>
                  </a:lnTo>
                  <a:lnTo>
                    <a:pt x="2008685" y="560737"/>
                  </a:lnTo>
                  <a:lnTo>
                    <a:pt x="2008698" y="560949"/>
                  </a:lnTo>
                  <a:lnTo>
                    <a:pt x="2008694" y="561114"/>
                  </a:lnTo>
                  <a:lnTo>
                    <a:pt x="2008693" y="561143"/>
                  </a:lnTo>
                  <a:lnTo>
                    <a:pt x="2008685" y="561162"/>
                  </a:lnTo>
                  <a:lnTo>
                    <a:pt x="2008587" y="561384"/>
                  </a:lnTo>
                  <a:lnTo>
                    <a:pt x="2008522" y="561493"/>
                  </a:lnTo>
                  <a:lnTo>
                    <a:pt x="2008495" y="561539"/>
                  </a:lnTo>
                  <a:lnTo>
                    <a:pt x="2008480" y="561575"/>
                  </a:lnTo>
                  <a:lnTo>
                    <a:pt x="2008478" y="561582"/>
                  </a:lnTo>
                  <a:lnTo>
                    <a:pt x="2008528" y="561676"/>
                  </a:lnTo>
                  <a:lnTo>
                    <a:pt x="2008535" y="561696"/>
                  </a:lnTo>
                  <a:lnTo>
                    <a:pt x="2008542" y="561715"/>
                  </a:lnTo>
                  <a:lnTo>
                    <a:pt x="2008545" y="561722"/>
                  </a:lnTo>
                  <a:lnTo>
                    <a:pt x="2008546" y="561734"/>
                  </a:lnTo>
                  <a:lnTo>
                    <a:pt x="2008543" y="561742"/>
                  </a:lnTo>
                  <a:lnTo>
                    <a:pt x="2008536" y="561754"/>
                  </a:lnTo>
                  <a:lnTo>
                    <a:pt x="2008529" y="561775"/>
                  </a:lnTo>
                  <a:lnTo>
                    <a:pt x="2008524" y="561796"/>
                  </a:lnTo>
                  <a:lnTo>
                    <a:pt x="2008505" y="561850"/>
                  </a:lnTo>
                  <a:lnTo>
                    <a:pt x="2008501" y="561859"/>
                  </a:lnTo>
                  <a:lnTo>
                    <a:pt x="2008497" y="561865"/>
                  </a:lnTo>
                  <a:lnTo>
                    <a:pt x="2008492" y="561870"/>
                  </a:lnTo>
                  <a:lnTo>
                    <a:pt x="2008478" y="561903"/>
                  </a:lnTo>
                  <a:lnTo>
                    <a:pt x="2008475" y="561911"/>
                  </a:lnTo>
                  <a:lnTo>
                    <a:pt x="2008468" y="561922"/>
                  </a:lnTo>
                  <a:lnTo>
                    <a:pt x="2008465" y="561927"/>
                  </a:lnTo>
                  <a:lnTo>
                    <a:pt x="2008465" y="561932"/>
                  </a:lnTo>
                  <a:lnTo>
                    <a:pt x="2008408" y="562008"/>
                  </a:lnTo>
                  <a:lnTo>
                    <a:pt x="2008391" y="562023"/>
                  </a:lnTo>
                  <a:lnTo>
                    <a:pt x="2008387" y="562027"/>
                  </a:lnTo>
                  <a:lnTo>
                    <a:pt x="2008383" y="562031"/>
                  </a:lnTo>
                  <a:lnTo>
                    <a:pt x="2008379" y="562036"/>
                  </a:lnTo>
                  <a:lnTo>
                    <a:pt x="2008373" y="562043"/>
                  </a:lnTo>
                  <a:lnTo>
                    <a:pt x="2008355" y="562071"/>
                  </a:lnTo>
                  <a:lnTo>
                    <a:pt x="2008342" y="562102"/>
                  </a:lnTo>
                  <a:lnTo>
                    <a:pt x="2008321" y="562150"/>
                  </a:lnTo>
                  <a:lnTo>
                    <a:pt x="2008298" y="562204"/>
                  </a:lnTo>
                  <a:lnTo>
                    <a:pt x="2008295" y="562213"/>
                  </a:lnTo>
                  <a:lnTo>
                    <a:pt x="2008292" y="562223"/>
                  </a:lnTo>
                  <a:lnTo>
                    <a:pt x="2008289" y="562230"/>
                  </a:lnTo>
                  <a:lnTo>
                    <a:pt x="2008288" y="562234"/>
                  </a:lnTo>
                  <a:lnTo>
                    <a:pt x="2008279" y="562247"/>
                  </a:lnTo>
                  <a:lnTo>
                    <a:pt x="2008273" y="562255"/>
                  </a:lnTo>
                  <a:lnTo>
                    <a:pt x="2008269" y="562262"/>
                  </a:lnTo>
                  <a:lnTo>
                    <a:pt x="2008265" y="562267"/>
                  </a:lnTo>
                  <a:lnTo>
                    <a:pt x="2008264" y="562271"/>
                  </a:lnTo>
                  <a:lnTo>
                    <a:pt x="2008263" y="562276"/>
                  </a:lnTo>
                  <a:lnTo>
                    <a:pt x="2008260" y="562292"/>
                  </a:lnTo>
                  <a:lnTo>
                    <a:pt x="2008258" y="562300"/>
                  </a:lnTo>
                  <a:lnTo>
                    <a:pt x="2008256" y="562305"/>
                  </a:lnTo>
                  <a:lnTo>
                    <a:pt x="2008249" y="562319"/>
                  </a:lnTo>
                  <a:lnTo>
                    <a:pt x="2008240" y="562335"/>
                  </a:lnTo>
                  <a:lnTo>
                    <a:pt x="2008224" y="562364"/>
                  </a:lnTo>
                  <a:lnTo>
                    <a:pt x="2008188" y="562428"/>
                  </a:lnTo>
                  <a:lnTo>
                    <a:pt x="2008183" y="562437"/>
                  </a:lnTo>
                  <a:lnTo>
                    <a:pt x="2008180" y="562442"/>
                  </a:lnTo>
                  <a:lnTo>
                    <a:pt x="2008180" y="562450"/>
                  </a:lnTo>
                  <a:lnTo>
                    <a:pt x="2008185" y="562456"/>
                  </a:lnTo>
                  <a:lnTo>
                    <a:pt x="2008190" y="562461"/>
                  </a:lnTo>
                  <a:lnTo>
                    <a:pt x="2008196" y="562465"/>
                  </a:lnTo>
                  <a:lnTo>
                    <a:pt x="2008200" y="562468"/>
                  </a:lnTo>
                  <a:lnTo>
                    <a:pt x="2008203" y="562473"/>
                  </a:lnTo>
                  <a:lnTo>
                    <a:pt x="2008197" y="562476"/>
                  </a:lnTo>
                  <a:lnTo>
                    <a:pt x="2008192" y="562476"/>
                  </a:lnTo>
                  <a:lnTo>
                    <a:pt x="2008187" y="562476"/>
                  </a:lnTo>
                  <a:lnTo>
                    <a:pt x="2008182" y="562476"/>
                  </a:lnTo>
                  <a:lnTo>
                    <a:pt x="2008171" y="562475"/>
                  </a:lnTo>
                  <a:lnTo>
                    <a:pt x="2008165" y="562476"/>
                  </a:lnTo>
                  <a:lnTo>
                    <a:pt x="2008161" y="562479"/>
                  </a:lnTo>
                  <a:lnTo>
                    <a:pt x="2008158" y="562482"/>
                  </a:lnTo>
                  <a:lnTo>
                    <a:pt x="2008154" y="562487"/>
                  </a:lnTo>
                  <a:lnTo>
                    <a:pt x="2008151" y="562491"/>
                  </a:lnTo>
                  <a:lnTo>
                    <a:pt x="2008142" y="562506"/>
                  </a:lnTo>
                  <a:lnTo>
                    <a:pt x="2008138" y="562512"/>
                  </a:lnTo>
                  <a:lnTo>
                    <a:pt x="2008123" y="562532"/>
                  </a:lnTo>
                  <a:lnTo>
                    <a:pt x="2008112" y="562547"/>
                  </a:lnTo>
                  <a:lnTo>
                    <a:pt x="2008108" y="562551"/>
                  </a:lnTo>
                  <a:lnTo>
                    <a:pt x="2008104" y="562555"/>
                  </a:lnTo>
                  <a:lnTo>
                    <a:pt x="2008101" y="562558"/>
                  </a:lnTo>
                  <a:lnTo>
                    <a:pt x="2008097" y="562566"/>
                  </a:lnTo>
                  <a:lnTo>
                    <a:pt x="2008092" y="562576"/>
                  </a:lnTo>
                  <a:lnTo>
                    <a:pt x="2008083" y="562592"/>
                  </a:lnTo>
                  <a:lnTo>
                    <a:pt x="2008079" y="562600"/>
                  </a:lnTo>
                  <a:lnTo>
                    <a:pt x="2008076" y="562604"/>
                  </a:lnTo>
                  <a:lnTo>
                    <a:pt x="2008072" y="562608"/>
                  </a:lnTo>
                  <a:lnTo>
                    <a:pt x="2008065" y="562615"/>
                  </a:lnTo>
                  <a:lnTo>
                    <a:pt x="2008042" y="562638"/>
                  </a:lnTo>
                  <a:lnTo>
                    <a:pt x="2008037" y="562642"/>
                  </a:lnTo>
                  <a:lnTo>
                    <a:pt x="2008033" y="562646"/>
                  </a:lnTo>
                  <a:lnTo>
                    <a:pt x="2007929" y="562692"/>
                  </a:lnTo>
                  <a:lnTo>
                    <a:pt x="2007924" y="562695"/>
                  </a:lnTo>
                  <a:lnTo>
                    <a:pt x="2007901" y="562710"/>
                  </a:lnTo>
                  <a:lnTo>
                    <a:pt x="2007894" y="562714"/>
                  </a:lnTo>
                  <a:lnTo>
                    <a:pt x="2007885" y="562717"/>
                  </a:lnTo>
                  <a:lnTo>
                    <a:pt x="2007880" y="562719"/>
                  </a:lnTo>
                  <a:lnTo>
                    <a:pt x="2007869" y="562723"/>
                  </a:lnTo>
                  <a:lnTo>
                    <a:pt x="2007863" y="562726"/>
                  </a:lnTo>
                  <a:lnTo>
                    <a:pt x="2007858" y="562730"/>
                  </a:lnTo>
                  <a:lnTo>
                    <a:pt x="2007846" y="562737"/>
                  </a:lnTo>
                  <a:lnTo>
                    <a:pt x="2007831" y="562746"/>
                  </a:lnTo>
                  <a:lnTo>
                    <a:pt x="2007827" y="562748"/>
                  </a:lnTo>
                  <a:lnTo>
                    <a:pt x="2007819" y="562751"/>
                  </a:lnTo>
                  <a:lnTo>
                    <a:pt x="2007808" y="562755"/>
                  </a:lnTo>
                  <a:lnTo>
                    <a:pt x="2007749" y="562774"/>
                  </a:lnTo>
                  <a:lnTo>
                    <a:pt x="2007713" y="562782"/>
                  </a:lnTo>
                  <a:lnTo>
                    <a:pt x="2007654" y="562799"/>
                  </a:lnTo>
                  <a:lnTo>
                    <a:pt x="2007646" y="562802"/>
                  </a:lnTo>
                  <a:lnTo>
                    <a:pt x="2007638" y="562804"/>
                  </a:lnTo>
                  <a:lnTo>
                    <a:pt x="2007626" y="562807"/>
                  </a:lnTo>
                  <a:lnTo>
                    <a:pt x="2007477" y="562824"/>
                  </a:lnTo>
                  <a:lnTo>
                    <a:pt x="2007470" y="562823"/>
                  </a:lnTo>
                  <a:lnTo>
                    <a:pt x="2007336" y="562809"/>
                  </a:lnTo>
                  <a:lnTo>
                    <a:pt x="2007186" y="562809"/>
                  </a:lnTo>
                  <a:lnTo>
                    <a:pt x="2007080" y="562805"/>
                  </a:lnTo>
                  <a:lnTo>
                    <a:pt x="2007046" y="562804"/>
                  </a:lnTo>
                  <a:lnTo>
                    <a:pt x="2007033" y="562804"/>
                  </a:lnTo>
                  <a:lnTo>
                    <a:pt x="2007011" y="562803"/>
                  </a:lnTo>
                  <a:lnTo>
                    <a:pt x="2006989" y="562798"/>
                  </a:lnTo>
                  <a:lnTo>
                    <a:pt x="2006885" y="562774"/>
                  </a:lnTo>
                  <a:lnTo>
                    <a:pt x="2006863" y="562769"/>
                  </a:lnTo>
                  <a:lnTo>
                    <a:pt x="2006846" y="562765"/>
                  </a:lnTo>
                  <a:lnTo>
                    <a:pt x="2006840" y="562764"/>
                  </a:lnTo>
                  <a:lnTo>
                    <a:pt x="2006836" y="562763"/>
                  </a:lnTo>
                  <a:lnTo>
                    <a:pt x="2006828" y="562760"/>
                  </a:lnTo>
                  <a:lnTo>
                    <a:pt x="2006818" y="562755"/>
                  </a:lnTo>
                  <a:lnTo>
                    <a:pt x="2006771" y="562738"/>
                  </a:lnTo>
                  <a:lnTo>
                    <a:pt x="2006714" y="562712"/>
                  </a:lnTo>
                  <a:lnTo>
                    <a:pt x="2006688" y="562703"/>
                  </a:lnTo>
                  <a:lnTo>
                    <a:pt x="2006645" y="562693"/>
                  </a:lnTo>
                  <a:lnTo>
                    <a:pt x="2006606" y="562678"/>
                  </a:lnTo>
                  <a:lnTo>
                    <a:pt x="2006579" y="562669"/>
                  </a:lnTo>
                  <a:lnTo>
                    <a:pt x="2006556" y="562663"/>
                  </a:lnTo>
                  <a:lnTo>
                    <a:pt x="2006550" y="562662"/>
                  </a:lnTo>
                  <a:lnTo>
                    <a:pt x="2006536" y="562661"/>
                  </a:lnTo>
                  <a:lnTo>
                    <a:pt x="2006530" y="562659"/>
                  </a:lnTo>
                  <a:lnTo>
                    <a:pt x="2006524" y="562654"/>
                  </a:lnTo>
                  <a:lnTo>
                    <a:pt x="2006519" y="562650"/>
                  </a:lnTo>
                  <a:lnTo>
                    <a:pt x="2006513" y="562647"/>
                  </a:lnTo>
                  <a:lnTo>
                    <a:pt x="2006507" y="562644"/>
                  </a:lnTo>
                  <a:lnTo>
                    <a:pt x="2006416" y="562617"/>
                  </a:lnTo>
                  <a:lnTo>
                    <a:pt x="2006409" y="562615"/>
                  </a:lnTo>
                  <a:lnTo>
                    <a:pt x="2006403" y="562614"/>
                  </a:lnTo>
                  <a:lnTo>
                    <a:pt x="2006329" y="562614"/>
                  </a:lnTo>
                  <a:lnTo>
                    <a:pt x="2006271" y="562593"/>
                  </a:lnTo>
                  <a:lnTo>
                    <a:pt x="2006208" y="562586"/>
                  </a:lnTo>
                  <a:lnTo>
                    <a:pt x="2006181" y="562583"/>
                  </a:lnTo>
                  <a:lnTo>
                    <a:pt x="2006170" y="562587"/>
                  </a:lnTo>
                  <a:lnTo>
                    <a:pt x="2006164" y="562589"/>
                  </a:lnTo>
                  <a:lnTo>
                    <a:pt x="2006154" y="562591"/>
                  </a:lnTo>
                  <a:lnTo>
                    <a:pt x="2006150" y="562592"/>
                  </a:lnTo>
                  <a:lnTo>
                    <a:pt x="2006144" y="562595"/>
                  </a:lnTo>
                  <a:lnTo>
                    <a:pt x="2006139" y="562599"/>
                  </a:lnTo>
                  <a:lnTo>
                    <a:pt x="2006136" y="562603"/>
                  </a:lnTo>
                  <a:lnTo>
                    <a:pt x="2006133" y="562608"/>
                  </a:lnTo>
                  <a:lnTo>
                    <a:pt x="2006130" y="562613"/>
                  </a:lnTo>
                  <a:lnTo>
                    <a:pt x="2006127" y="562618"/>
                  </a:lnTo>
                  <a:lnTo>
                    <a:pt x="2006011" y="562638"/>
                  </a:lnTo>
                  <a:lnTo>
                    <a:pt x="2006006" y="562637"/>
                  </a:lnTo>
                  <a:lnTo>
                    <a:pt x="2006002" y="562637"/>
                  </a:lnTo>
                  <a:lnTo>
                    <a:pt x="2005998" y="562636"/>
                  </a:lnTo>
                  <a:lnTo>
                    <a:pt x="2005992" y="562636"/>
                  </a:lnTo>
                  <a:lnTo>
                    <a:pt x="2005987" y="562637"/>
                  </a:lnTo>
                  <a:lnTo>
                    <a:pt x="2005981" y="562637"/>
                  </a:lnTo>
                  <a:lnTo>
                    <a:pt x="2005968" y="562640"/>
                  </a:lnTo>
                  <a:lnTo>
                    <a:pt x="2005964" y="562640"/>
                  </a:lnTo>
                  <a:lnTo>
                    <a:pt x="2005952" y="562640"/>
                  </a:lnTo>
                  <a:lnTo>
                    <a:pt x="2005947" y="562641"/>
                  </a:lnTo>
                  <a:lnTo>
                    <a:pt x="2005935" y="562643"/>
                  </a:lnTo>
                  <a:lnTo>
                    <a:pt x="2005925" y="562645"/>
                  </a:lnTo>
                  <a:lnTo>
                    <a:pt x="2005911" y="562649"/>
                  </a:lnTo>
                  <a:lnTo>
                    <a:pt x="2005907" y="562651"/>
                  </a:lnTo>
                  <a:lnTo>
                    <a:pt x="2005901" y="562653"/>
                  </a:lnTo>
                  <a:lnTo>
                    <a:pt x="2005897" y="562655"/>
                  </a:lnTo>
                  <a:lnTo>
                    <a:pt x="2005883" y="562658"/>
                  </a:lnTo>
                  <a:lnTo>
                    <a:pt x="2005879" y="562659"/>
                  </a:lnTo>
                  <a:lnTo>
                    <a:pt x="2005875" y="562660"/>
                  </a:lnTo>
                  <a:lnTo>
                    <a:pt x="2005871" y="562662"/>
                  </a:lnTo>
                  <a:lnTo>
                    <a:pt x="2005863" y="562666"/>
                  </a:lnTo>
                  <a:lnTo>
                    <a:pt x="2005857" y="562669"/>
                  </a:lnTo>
                  <a:lnTo>
                    <a:pt x="2005850" y="562672"/>
                  </a:lnTo>
                  <a:lnTo>
                    <a:pt x="2005844" y="562673"/>
                  </a:lnTo>
                  <a:lnTo>
                    <a:pt x="2005811" y="562680"/>
                  </a:lnTo>
                  <a:lnTo>
                    <a:pt x="2005807" y="562681"/>
                  </a:lnTo>
                  <a:lnTo>
                    <a:pt x="2005796" y="562681"/>
                  </a:lnTo>
                  <a:lnTo>
                    <a:pt x="2005791" y="562682"/>
                  </a:lnTo>
                  <a:lnTo>
                    <a:pt x="2005786" y="562683"/>
                  </a:lnTo>
                  <a:lnTo>
                    <a:pt x="2005658" y="562707"/>
                  </a:lnTo>
                  <a:lnTo>
                    <a:pt x="2005647" y="562718"/>
                  </a:lnTo>
                  <a:lnTo>
                    <a:pt x="2005634" y="562735"/>
                  </a:lnTo>
                  <a:lnTo>
                    <a:pt x="2005631" y="562745"/>
                  </a:lnTo>
                  <a:lnTo>
                    <a:pt x="2005599" y="562768"/>
                  </a:lnTo>
                  <a:lnTo>
                    <a:pt x="2005561" y="562794"/>
                  </a:lnTo>
                  <a:lnTo>
                    <a:pt x="2005541" y="562812"/>
                  </a:lnTo>
                  <a:lnTo>
                    <a:pt x="2005512" y="562839"/>
                  </a:lnTo>
                  <a:lnTo>
                    <a:pt x="2005505" y="562839"/>
                  </a:lnTo>
                  <a:lnTo>
                    <a:pt x="2005499" y="562839"/>
                  </a:lnTo>
                  <a:lnTo>
                    <a:pt x="2005483" y="562849"/>
                  </a:lnTo>
                  <a:lnTo>
                    <a:pt x="2005476" y="562852"/>
                  </a:lnTo>
                  <a:lnTo>
                    <a:pt x="2005466" y="562859"/>
                  </a:lnTo>
                  <a:lnTo>
                    <a:pt x="2005457" y="562866"/>
                  </a:lnTo>
                  <a:lnTo>
                    <a:pt x="2005450" y="562873"/>
                  </a:lnTo>
                  <a:lnTo>
                    <a:pt x="2005442" y="562878"/>
                  </a:lnTo>
                  <a:lnTo>
                    <a:pt x="2005348" y="562938"/>
                  </a:lnTo>
                  <a:lnTo>
                    <a:pt x="2005343" y="562942"/>
                  </a:lnTo>
                  <a:lnTo>
                    <a:pt x="2005339" y="562945"/>
                  </a:lnTo>
                  <a:lnTo>
                    <a:pt x="2005335" y="562949"/>
                  </a:lnTo>
                  <a:lnTo>
                    <a:pt x="2005332" y="562953"/>
                  </a:lnTo>
                  <a:lnTo>
                    <a:pt x="2005313" y="562977"/>
                  </a:lnTo>
                  <a:lnTo>
                    <a:pt x="2005284" y="563012"/>
                  </a:lnTo>
                  <a:lnTo>
                    <a:pt x="2005277" y="563020"/>
                  </a:lnTo>
                  <a:lnTo>
                    <a:pt x="2005259" y="563036"/>
                  </a:lnTo>
                  <a:lnTo>
                    <a:pt x="2005256" y="563039"/>
                  </a:lnTo>
                  <a:lnTo>
                    <a:pt x="2005253" y="563043"/>
                  </a:lnTo>
                  <a:lnTo>
                    <a:pt x="2005239" y="563061"/>
                  </a:lnTo>
                  <a:lnTo>
                    <a:pt x="2005213" y="563095"/>
                  </a:lnTo>
                  <a:lnTo>
                    <a:pt x="2005208" y="563098"/>
                  </a:lnTo>
                  <a:lnTo>
                    <a:pt x="2005204" y="563102"/>
                  </a:lnTo>
                  <a:lnTo>
                    <a:pt x="2005201" y="563106"/>
                  </a:lnTo>
                  <a:lnTo>
                    <a:pt x="2005197" y="563109"/>
                  </a:lnTo>
                  <a:lnTo>
                    <a:pt x="2005194" y="563114"/>
                  </a:lnTo>
                  <a:lnTo>
                    <a:pt x="2005191" y="563119"/>
                  </a:lnTo>
                  <a:lnTo>
                    <a:pt x="2005188" y="563123"/>
                  </a:lnTo>
                  <a:lnTo>
                    <a:pt x="2005185" y="563128"/>
                  </a:lnTo>
                  <a:lnTo>
                    <a:pt x="2005184" y="563134"/>
                  </a:lnTo>
                  <a:lnTo>
                    <a:pt x="2005187" y="563139"/>
                  </a:lnTo>
                  <a:lnTo>
                    <a:pt x="2005204" y="563161"/>
                  </a:lnTo>
                  <a:lnTo>
                    <a:pt x="2005211" y="563172"/>
                  </a:lnTo>
                  <a:lnTo>
                    <a:pt x="2005214" y="563177"/>
                  </a:lnTo>
                  <a:lnTo>
                    <a:pt x="2005214" y="563182"/>
                  </a:lnTo>
                  <a:lnTo>
                    <a:pt x="2005211" y="563186"/>
                  </a:lnTo>
                  <a:lnTo>
                    <a:pt x="2005180" y="563179"/>
                  </a:lnTo>
                  <a:lnTo>
                    <a:pt x="2005175" y="563177"/>
                  </a:lnTo>
                  <a:lnTo>
                    <a:pt x="2005167" y="563174"/>
                  </a:lnTo>
                  <a:lnTo>
                    <a:pt x="2005163" y="563174"/>
                  </a:lnTo>
                  <a:lnTo>
                    <a:pt x="2005159" y="563176"/>
                  </a:lnTo>
                  <a:lnTo>
                    <a:pt x="2005155" y="563180"/>
                  </a:lnTo>
                  <a:lnTo>
                    <a:pt x="2005151" y="563185"/>
                  </a:lnTo>
                  <a:lnTo>
                    <a:pt x="2005147" y="563192"/>
                  </a:lnTo>
                  <a:lnTo>
                    <a:pt x="2005144" y="563198"/>
                  </a:lnTo>
                  <a:lnTo>
                    <a:pt x="2005139" y="563211"/>
                  </a:lnTo>
                  <a:lnTo>
                    <a:pt x="2005136" y="563217"/>
                  </a:lnTo>
                  <a:lnTo>
                    <a:pt x="2005137" y="563224"/>
                  </a:lnTo>
                  <a:lnTo>
                    <a:pt x="2005148" y="563228"/>
                  </a:lnTo>
                  <a:lnTo>
                    <a:pt x="2005147" y="563233"/>
                  </a:lnTo>
                  <a:lnTo>
                    <a:pt x="2005144" y="563236"/>
                  </a:lnTo>
                  <a:lnTo>
                    <a:pt x="2005138" y="563240"/>
                  </a:lnTo>
                  <a:lnTo>
                    <a:pt x="2005134" y="563243"/>
                  </a:lnTo>
                  <a:lnTo>
                    <a:pt x="2005130" y="563244"/>
                  </a:lnTo>
                  <a:lnTo>
                    <a:pt x="2005124" y="563246"/>
                  </a:lnTo>
                  <a:lnTo>
                    <a:pt x="2005120" y="563248"/>
                  </a:lnTo>
                  <a:lnTo>
                    <a:pt x="2005117" y="563252"/>
                  </a:lnTo>
                  <a:lnTo>
                    <a:pt x="2005114" y="563257"/>
                  </a:lnTo>
                  <a:lnTo>
                    <a:pt x="2005112" y="563263"/>
                  </a:lnTo>
                  <a:lnTo>
                    <a:pt x="2005106" y="563274"/>
                  </a:lnTo>
                  <a:lnTo>
                    <a:pt x="2005103" y="563279"/>
                  </a:lnTo>
                  <a:lnTo>
                    <a:pt x="2005100" y="563284"/>
                  </a:lnTo>
                  <a:lnTo>
                    <a:pt x="2005094" y="563290"/>
                  </a:lnTo>
                  <a:lnTo>
                    <a:pt x="2005092" y="563296"/>
                  </a:lnTo>
                  <a:lnTo>
                    <a:pt x="2005090" y="563305"/>
                  </a:lnTo>
                  <a:lnTo>
                    <a:pt x="2005088" y="563311"/>
                  </a:lnTo>
                  <a:lnTo>
                    <a:pt x="2005085" y="563315"/>
                  </a:lnTo>
                  <a:lnTo>
                    <a:pt x="2005053" y="563370"/>
                  </a:lnTo>
                  <a:lnTo>
                    <a:pt x="2005018" y="563434"/>
                  </a:lnTo>
                  <a:lnTo>
                    <a:pt x="2004965" y="563474"/>
                  </a:lnTo>
                  <a:lnTo>
                    <a:pt x="2004961" y="563478"/>
                  </a:lnTo>
                  <a:lnTo>
                    <a:pt x="2004934" y="563542"/>
                  </a:lnTo>
                  <a:lnTo>
                    <a:pt x="2004929" y="563553"/>
                  </a:lnTo>
                  <a:lnTo>
                    <a:pt x="2004912" y="563592"/>
                  </a:lnTo>
                  <a:lnTo>
                    <a:pt x="2004910" y="563597"/>
                  </a:lnTo>
                  <a:lnTo>
                    <a:pt x="2004907" y="563624"/>
                  </a:lnTo>
                  <a:lnTo>
                    <a:pt x="2004906" y="563634"/>
                  </a:lnTo>
                  <a:lnTo>
                    <a:pt x="2004903" y="563664"/>
                  </a:lnTo>
                  <a:lnTo>
                    <a:pt x="2004874" y="563726"/>
                  </a:lnTo>
                  <a:lnTo>
                    <a:pt x="2004870" y="563752"/>
                  </a:lnTo>
                  <a:lnTo>
                    <a:pt x="2004868" y="563770"/>
                  </a:lnTo>
                  <a:lnTo>
                    <a:pt x="2004893" y="563780"/>
                  </a:lnTo>
                  <a:lnTo>
                    <a:pt x="2004930" y="563780"/>
                  </a:lnTo>
                  <a:lnTo>
                    <a:pt x="2004935" y="563783"/>
                  </a:lnTo>
                  <a:lnTo>
                    <a:pt x="2004932" y="563787"/>
                  </a:lnTo>
                  <a:lnTo>
                    <a:pt x="2004927" y="563791"/>
                  </a:lnTo>
                  <a:lnTo>
                    <a:pt x="2004921" y="563794"/>
                  </a:lnTo>
                  <a:lnTo>
                    <a:pt x="2004916" y="563796"/>
                  </a:lnTo>
                  <a:lnTo>
                    <a:pt x="2004912" y="563798"/>
                  </a:lnTo>
                  <a:lnTo>
                    <a:pt x="2004906" y="563800"/>
                  </a:lnTo>
                  <a:lnTo>
                    <a:pt x="2004884" y="563806"/>
                  </a:lnTo>
                  <a:lnTo>
                    <a:pt x="2004880" y="563807"/>
                  </a:lnTo>
                  <a:lnTo>
                    <a:pt x="2004875" y="563809"/>
                  </a:lnTo>
                  <a:lnTo>
                    <a:pt x="2004870" y="563813"/>
                  </a:lnTo>
                  <a:lnTo>
                    <a:pt x="2004865" y="563817"/>
                  </a:lnTo>
                  <a:lnTo>
                    <a:pt x="2004863" y="563822"/>
                  </a:lnTo>
                  <a:lnTo>
                    <a:pt x="2004861" y="563829"/>
                  </a:lnTo>
                  <a:lnTo>
                    <a:pt x="2004857" y="563840"/>
                  </a:lnTo>
                  <a:lnTo>
                    <a:pt x="2004854" y="563846"/>
                  </a:lnTo>
                  <a:lnTo>
                    <a:pt x="2004853" y="563852"/>
                  </a:lnTo>
                  <a:lnTo>
                    <a:pt x="2004852" y="563859"/>
                  </a:lnTo>
                  <a:lnTo>
                    <a:pt x="2004850" y="563866"/>
                  </a:lnTo>
                  <a:lnTo>
                    <a:pt x="2004855" y="563869"/>
                  </a:lnTo>
                  <a:lnTo>
                    <a:pt x="2004856" y="563885"/>
                  </a:lnTo>
                  <a:lnTo>
                    <a:pt x="2004857" y="563915"/>
                  </a:lnTo>
                  <a:lnTo>
                    <a:pt x="2004854" y="563920"/>
                  </a:lnTo>
                  <a:lnTo>
                    <a:pt x="2004847" y="563931"/>
                  </a:lnTo>
                  <a:lnTo>
                    <a:pt x="2004845" y="563936"/>
                  </a:lnTo>
                  <a:lnTo>
                    <a:pt x="2004845" y="563941"/>
                  </a:lnTo>
                  <a:lnTo>
                    <a:pt x="2004846" y="563948"/>
                  </a:lnTo>
                  <a:lnTo>
                    <a:pt x="2004851" y="563954"/>
                  </a:lnTo>
                  <a:lnTo>
                    <a:pt x="2004857" y="563955"/>
                  </a:lnTo>
                  <a:lnTo>
                    <a:pt x="2004864" y="563956"/>
                  </a:lnTo>
                  <a:lnTo>
                    <a:pt x="2004868" y="563956"/>
                  </a:lnTo>
                  <a:lnTo>
                    <a:pt x="2004873" y="563956"/>
                  </a:lnTo>
                  <a:lnTo>
                    <a:pt x="2004877" y="563955"/>
                  </a:lnTo>
                  <a:lnTo>
                    <a:pt x="2004881" y="563955"/>
                  </a:lnTo>
                  <a:lnTo>
                    <a:pt x="2004889" y="563953"/>
                  </a:lnTo>
                  <a:lnTo>
                    <a:pt x="2004901" y="563949"/>
                  </a:lnTo>
                  <a:lnTo>
                    <a:pt x="2004907" y="563947"/>
                  </a:lnTo>
                  <a:lnTo>
                    <a:pt x="2004911" y="563946"/>
                  </a:lnTo>
                  <a:lnTo>
                    <a:pt x="2004916" y="563945"/>
                  </a:lnTo>
                  <a:lnTo>
                    <a:pt x="2004920" y="563947"/>
                  </a:lnTo>
                  <a:lnTo>
                    <a:pt x="2004910" y="563998"/>
                  </a:lnTo>
                  <a:lnTo>
                    <a:pt x="2004897" y="564009"/>
                  </a:lnTo>
                  <a:lnTo>
                    <a:pt x="2004862" y="564032"/>
                  </a:lnTo>
                  <a:lnTo>
                    <a:pt x="2004861" y="564037"/>
                  </a:lnTo>
                  <a:lnTo>
                    <a:pt x="2004867" y="564041"/>
                  </a:lnTo>
                  <a:lnTo>
                    <a:pt x="2004874" y="564042"/>
                  </a:lnTo>
                  <a:lnTo>
                    <a:pt x="2004881" y="564042"/>
                  </a:lnTo>
                  <a:lnTo>
                    <a:pt x="2004906" y="564040"/>
                  </a:lnTo>
                  <a:lnTo>
                    <a:pt x="2004912" y="564040"/>
                  </a:lnTo>
                  <a:lnTo>
                    <a:pt x="2004917" y="564041"/>
                  </a:lnTo>
                  <a:lnTo>
                    <a:pt x="2004923" y="564042"/>
                  </a:lnTo>
                  <a:lnTo>
                    <a:pt x="2004926" y="564045"/>
                  </a:lnTo>
                  <a:lnTo>
                    <a:pt x="2004908" y="564090"/>
                  </a:lnTo>
                  <a:lnTo>
                    <a:pt x="2004900" y="564127"/>
                  </a:lnTo>
                  <a:lnTo>
                    <a:pt x="2004891" y="564134"/>
                  </a:lnTo>
                  <a:lnTo>
                    <a:pt x="2004868" y="564151"/>
                  </a:lnTo>
                  <a:lnTo>
                    <a:pt x="2004872" y="564156"/>
                  </a:lnTo>
                  <a:lnTo>
                    <a:pt x="2004877" y="564157"/>
                  </a:lnTo>
                  <a:lnTo>
                    <a:pt x="2004884" y="564158"/>
                  </a:lnTo>
                  <a:lnTo>
                    <a:pt x="2004891" y="564158"/>
                  </a:lnTo>
                  <a:lnTo>
                    <a:pt x="2004898" y="564158"/>
                  </a:lnTo>
                  <a:lnTo>
                    <a:pt x="2004904" y="564158"/>
                  </a:lnTo>
                  <a:lnTo>
                    <a:pt x="2004912" y="564157"/>
                  </a:lnTo>
                  <a:lnTo>
                    <a:pt x="2004914" y="564160"/>
                  </a:lnTo>
                  <a:lnTo>
                    <a:pt x="2004889" y="564214"/>
                  </a:lnTo>
                  <a:lnTo>
                    <a:pt x="2004879" y="564314"/>
                  </a:lnTo>
                  <a:lnTo>
                    <a:pt x="2004872" y="564465"/>
                  </a:lnTo>
                  <a:lnTo>
                    <a:pt x="2004826" y="564585"/>
                  </a:lnTo>
                  <a:lnTo>
                    <a:pt x="2004771" y="564729"/>
                  </a:lnTo>
                  <a:lnTo>
                    <a:pt x="2004747" y="564791"/>
                  </a:lnTo>
                  <a:lnTo>
                    <a:pt x="2004741" y="564797"/>
                  </a:lnTo>
                  <a:lnTo>
                    <a:pt x="2004735" y="564811"/>
                  </a:lnTo>
                  <a:lnTo>
                    <a:pt x="2004730" y="564819"/>
                  </a:lnTo>
                  <a:lnTo>
                    <a:pt x="2004723" y="564823"/>
                  </a:lnTo>
                  <a:lnTo>
                    <a:pt x="2004715" y="564824"/>
                  </a:lnTo>
                  <a:lnTo>
                    <a:pt x="2004703" y="564823"/>
                  </a:lnTo>
                  <a:lnTo>
                    <a:pt x="2004692" y="564821"/>
                  </a:lnTo>
                  <a:lnTo>
                    <a:pt x="2004686" y="564823"/>
                  </a:lnTo>
                  <a:lnTo>
                    <a:pt x="2004680" y="564832"/>
                  </a:lnTo>
                  <a:lnTo>
                    <a:pt x="2004676" y="564840"/>
                  </a:lnTo>
                  <a:lnTo>
                    <a:pt x="2004675" y="564847"/>
                  </a:lnTo>
                  <a:lnTo>
                    <a:pt x="2004680" y="564850"/>
                  </a:lnTo>
                  <a:lnTo>
                    <a:pt x="2004681" y="564860"/>
                  </a:lnTo>
                  <a:lnTo>
                    <a:pt x="2004679" y="564869"/>
                  </a:lnTo>
                  <a:lnTo>
                    <a:pt x="2004675" y="564873"/>
                  </a:lnTo>
                  <a:lnTo>
                    <a:pt x="2004667" y="564877"/>
                  </a:lnTo>
                  <a:lnTo>
                    <a:pt x="2004664" y="564879"/>
                  </a:lnTo>
                  <a:lnTo>
                    <a:pt x="2004662" y="564886"/>
                  </a:lnTo>
                  <a:lnTo>
                    <a:pt x="2004595" y="564943"/>
                  </a:lnTo>
                  <a:lnTo>
                    <a:pt x="2004590" y="564945"/>
                  </a:lnTo>
                  <a:lnTo>
                    <a:pt x="2004536" y="564979"/>
                  </a:lnTo>
                  <a:lnTo>
                    <a:pt x="2004517" y="564990"/>
                  </a:lnTo>
                  <a:lnTo>
                    <a:pt x="2004461" y="565026"/>
                  </a:lnTo>
                  <a:lnTo>
                    <a:pt x="2004454" y="565030"/>
                  </a:lnTo>
                  <a:lnTo>
                    <a:pt x="2004444" y="565034"/>
                  </a:lnTo>
                  <a:lnTo>
                    <a:pt x="2004406" y="565049"/>
                  </a:lnTo>
                  <a:lnTo>
                    <a:pt x="2004389" y="565057"/>
                  </a:lnTo>
                  <a:lnTo>
                    <a:pt x="2004384" y="565058"/>
                  </a:lnTo>
                  <a:lnTo>
                    <a:pt x="2004380" y="565060"/>
                  </a:lnTo>
                  <a:lnTo>
                    <a:pt x="2004375" y="565061"/>
                  </a:lnTo>
                  <a:lnTo>
                    <a:pt x="2004326" y="565070"/>
                  </a:lnTo>
                  <a:lnTo>
                    <a:pt x="2004315" y="565072"/>
                  </a:lnTo>
                  <a:lnTo>
                    <a:pt x="2004238" y="565086"/>
                  </a:lnTo>
                  <a:lnTo>
                    <a:pt x="2004100" y="565070"/>
                  </a:lnTo>
                  <a:lnTo>
                    <a:pt x="2004069" y="565058"/>
                  </a:lnTo>
                  <a:lnTo>
                    <a:pt x="2004065" y="565056"/>
                  </a:lnTo>
                  <a:lnTo>
                    <a:pt x="2004010" y="565035"/>
                  </a:lnTo>
                  <a:lnTo>
                    <a:pt x="2003980" y="565014"/>
                  </a:lnTo>
                  <a:lnTo>
                    <a:pt x="2003941" y="564987"/>
                  </a:lnTo>
                  <a:lnTo>
                    <a:pt x="2003860" y="564949"/>
                  </a:lnTo>
                  <a:lnTo>
                    <a:pt x="2003847" y="564942"/>
                  </a:lnTo>
                  <a:lnTo>
                    <a:pt x="2003803" y="564919"/>
                  </a:lnTo>
                  <a:lnTo>
                    <a:pt x="2003770" y="564899"/>
                  </a:lnTo>
                  <a:lnTo>
                    <a:pt x="2003753" y="564889"/>
                  </a:lnTo>
                  <a:lnTo>
                    <a:pt x="2003733" y="564880"/>
                  </a:lnTo>
                  <a:lnTo>
                    <a:pt x="2003704" y="564866"/>
                  </a:lnTo>
                  <a:lnTo>
                    <a:pt x="2003687" y="564858"/>
                  </a:lnTo>
                  <a:lnTo>
                    <a:pt x="2003672" y="564851"/>
                  </a:lnTo>
                  <a:lnTo>
                    <a:pt x="2003543" y="564785"/>
                  </a:lnTo>
                  <a:lnTo>
                    <a:pt x="2003515" y="564778"/>
                  </a:lnTo>
                  <a:lnTo>
                    <a:pt x="2003490" y="564767"/>
                  </a:lnTo>
                  <a:lnTo>
                    <a:pt x="2003469" y="564762"/>
                  </a:lnTo>
                  <a:lnTo>
                    <a:pt x="2003396" y="564748"/>
                  </a:lnTo>
                  <a:lnTo>
                    <a:pt x="2003366" y="564749"/>
                  </a:lnTo>
                  <a:lnTo>
                    <a:pt x="2003357" y="564752"/>
                  </a:lnTo>
                  <a:lnTo>
                    <a:pt x="2003340" y="564757"/>
                  </a:lnTo>
                  <a:lnTo>
                    <a:pt x="2003334" y="564763"/>
                  </a:lnTo>
                  <a:lnTo>
                    <a:pt x="2003335" y="564772"/>
                  </a:lnTo>
                  <a:lnTo>
                    <a:pt x="2003343" y="564792"/>
                  </a:lnTo>
                  <a:lnTo>
                    <a:pt x="2003327" y="564789"/>
                  </a:lnTo>
                  <a:lnTo>
                    <a:pt x="2003313" y="564774"/>
                  </a:lnTo>
                  <a:lnTo>
                    <a:pt x="2003306" y="564766"/>
                  </a:lnTo>
                  <a:lnTo>
                    <a:pt x="2003299" y="564765"/>
                  </a:lnTo>
                  <a:lnTo>
                    <a:pt x="2003287" y="564774"/>
                  </a:lnTo>
                  <a:lnTo>
                    <a:pt x="2003266" y="564790"/>
                  </a:lnTo>
                  <a:lnTo>
                    <a:pt x="2003264" y="564796"/>
                  </a:lnTo>
                  <a:lnTo>
                    <a:pt x="2003231" y="564832"/>
                  </a:lnTo>
                  <a:lnTo>
                    <a:pt x="2003225" y="564842"/>
                  </a:lnTo>
                  <a:lnTo>
                    <a:pt x="2003209" y="564868"/>
                  </a:lnTo>
                  <a:lnTo>
                    <a:pt x="2003208" y="564897"/>
                  </a:lnTo>
                  <a:lnTo>
                    <a:pt x="2003198" y="564911"/>
                  </a:lnTo>
                  <a:lnTo>
                    <a:pt x="2003185" y="564929"/>
                  </a:lnTo>
                  <a:lnTo>
                    <a:pt x="2003178" y="564946"/>
                  </a:lnTo>
                  <a:lnTo>
                    <a:pt x="2003173" y="564956"/>
                  </a:lnTo>
                  <a:lnTo>
                    <a:pt x="2003175" y="564990"/>
                  </a:lnTo>
                  <a:lnTo>
                    <a:pt x="2003176" y="565005"/>
                  </a:lnTo>
                  <a:lnTo>
                    <a:pt x="2003189" y="565121"/>
                  </a:lnTo>
                  <a:lnTo>
                    <a:pt x="2003192" y="565156"/>
                  </a:lnTo>
                  <a:lnTo>
                    <a:pt x="2003198" y="565189"/>
                  </a:lnTo>
                  <a:lnTo>
                    <a:pt x="2003218" y="565252"/>
                  </a:lnTo>
                  <a:lnTo>
                    <a:pt x="2003221" y="565262"/>
                  </a:lnTo>
                  <a:lnTo>
                    <a:pt x="2003242" y="565280"/>
                  </a:lnTo>
                  <a:lnTo>
                    <a:pt x="2003257" y="565285"/>
                  </a:lnTo>
                  <a:lnTo>
                    <a:pt x="2003277" y="565280"/>
                  </a:lnTo>
                  <a:lnTo>
                    <a:pt x="2003286" y="565281"/>
                  </a:lnTo>
                  <a:lnTo>
                    <a:pt x="2003290" y="565285"/>
                  </a:lnTo>
                  <a:lnTo>
                    <a:pt x="2003290" y="565291"/>
                  </a:lnTo>
                  <a:lnTo>
                    <a:pt x="2003265" y="565310"/>
                  </a:lnTo>
                  <a:lnTo>
                    <a:pt x="2003256" y="565317"/>
                  </a:lnTo>
                  <a:lnTo>
                    <a:pt x="2003250" y="565325"/>
                  </a:lnTo>
                  <a:lnTo>
                    <a:pt x="2003250" y="565332"/>
                  </a:lnTo>
                  <a:lnTo>
                    <a:pt x="2003256" y="565338"/>
                  </a:lnTo>
                  <a:lnTo>
                    <a:pt x="2003260" y="565346"/>
                  </a:lnTo>
                  <a:lnTo>
                    <a:pt x="2003262" y="565366"/>
                  </a:lnTo>
                  <a:lnTo>
                    <a:pt x="2003265" y="565372"/>
                  </a:lnTo>
                  <a:lnTo>
                    <a:pt x="2003271" y="565380"/>
                  </a:lnTo>
                  <a:lnTo>
                    <a:pt x="2003276" y="565393"/>
                  </a:lnTo>
                  <a:lnTo>
                    <a:pt x="2003282" y="565400"/>
                  </a:lnTo>
                  <a:lnTo>
                    <a:pt x="2003289" y="565400"/>
                  </a:lnTo>
                  <a:lnTo>
                    <a:pt x="2003298" y="565396"/>
                  </a:lnTo>
                  <a:lnTo>
                    <a:pt x="2003306" y="565398"/>
                  </a:lnTo>
                  <a:lnTo>
                    <a:pt x="2003308" y="565404"/>
                  </a:lnTo>
                  <a:lnTo>
                    <a:pt x="2003304" y="565416"/>
                  </a:lnTo>
                  <a:lnTo>
                    <a:pt x="2003299" y="565439"/>
                  </a:lnTo>
                  <a:lnTo>
                    <a:pt x="2003299" y="565453"/>
                  </a:lnTo>
                  <a:lnTo>
                    <a:pt x="2003306" y="565462"/>
                  </a:lnTo>
                  <a:lnTo>
                    <a:pt x="2003338" y="565532"/>
                  </a:lnTo>
                  <a:lnTo>
                    <a:pt x="2003340" y="565537"/>
                  </a:lnTo>
                  <a:lnTo>
                    <a:pt x="2003344" y="565543"/>
                  </a:lnTo>
                  <a:lnTo>
                    <a:pt x="2003348" y="565549"/>
                  </a:lnTo>
                  <a:lnTo>
                    <a:pt x="2003351" y="565554"/>
                  </a:lnTo>
                  <a:lnTo>
                    <a:pt x="2003355" y="565558"/>
                  </a:lnTo>
                  <a:lnTo>
                    <a:pt x="2003359" y="565564"/>
                  </a:lnTo>
                  <a:lnTo>
                    <a:pt x="2003389" y="565605"/>
                  </a:lnTo>
                  <a:lnTo>
                    <a:pt x="2003395" y="565613"/>
                  </a:lnTo>
                  <a:lnTo>
                    <a:pt x="2003393" y="565617"/>
                  </a:lnTo>
                  <a:lnTo>
                    <a:pt x="2003385" y="565630"/>
                  </a:lnTo>
                  <a:lnTo>
                    <a:pt x="2003396" y="565645"/>
                  </a:lnTo>
                  <a:lnTo>
                    <a:pt x="2003433" y="565645"/>
                  </a:lnTo>
                  <a:lnTo>
                    <a:pt x="2003421" y="565664"/>
                  </a:lnTo>
                  <a:lnTo>
                    <a:pt x="2003407" y="565685"/>
                  </a:lnTo>
                  <a:lnTo>
                    <a:pt x="2003422" y="565706"/>
                  </a:lnTo>
                  <a:lnTo>
                    <a:pt x="2003429" y="565714"/>
                  </a:lnTo>
                  <a:lnTo>
                    <a:pt x="2003473" y="565751"/>
                  </a:lnTo>
                  <a:lnTo>
                    <a:pt x="2003473" y="565756"/>
                  </a:lnTo>
                  <a:lnTo>
                    <a:pt x="2003473" y="565766"/>
                  </a:lnTo>
                  <a:lnTo>
                    <a:pt x="2003473" y="565795"/>
                  </a:lnTo>
                  <a:lnTo>
                    <a:pt x="2003478" y="565848"/>
                  </a:lnTo>
                  <a:lnTo>
                    <a:pt x="2003493" y="565865"/>
                  </a:lnTo>
                  <a:lnTo>
                    <a:pt x="2003500" y="565872"/>
                  </a:lnTo>
                  <a:lnTo>
                    <a:pt x="2003497" y="565892"/>
                  </a:lnTo>
                  <a:lnTo>
                    <a:pt x="2003497" y="565898"/>
                  </a:lnTo>
                  <a:lnTo>
                    <a:pt x="2003495" y="565910"/>
                  </a:lnTo>
                  <a:lnTo>
                    <a:pt x="2003514" y="566006"/>
                  </a:lnTo>
                  <a:lnTo>
                    <a:pt x="2003534" y="566122"/>
                  </a:lnTo>
                  <a:lnTo>
                    <a:pt x="2003540" y="566152"/>
                  </a:lnTo>
                  <a:lnTo>
                    <a:pt x="2003543" y="566164"/>
                  </a:lnTo>
                  <a:lnTo>
                    <a:pt x="2003542" y="566174"/>
                  </a:lnTo>
                  <a:lnTo>
                    <a:pt x="2003541" y="566199"/>
                  </a:lnTo>
                  <a:lnTo>
                    <a:pt x="2003540" y="566221"/>
                  </a:lnTo>
                  <a:lnTo>
                    <a:pt x="2003540" y="566249"/>
                  </a:lnTo>
                  <a:lnTo>
                    <a:pt x="2003540" y="566263"/>
                  </a:lnTo>
                  <a:lnTo>
                    <a:pt x="2003540" y="566268"/>
                  </a:lnTo>
                  <a:lnTo>
                    <a:pt x="2003540" y="566290"/>
                  </a:lnTo>
                  <a:lnTo>
                    <a:pt x="2003538" y="566327"/>
                  </a:lnTo>
                  <a:lnTo>
                    <a:pt x="2003536" y="566335"/>
                  </a:lnTo>
                  <a:lnTo>
                    <a:pt x="2003535" y="566340"/>
                  </a:lnTo>
                  <a:lnTo>
                    <a:pt x="2003375" y="566666"/>
                  </a:lnTo>
                  <a:lnTo>
                    <a:pt x="2003359" y="566670"/>
                  </a:lnTo>
                  <a:lnTo>
                    <a:pt x="2003341" y="566680"/>
                  </a:lnTo>
                  <a:lnTo>
                    <a:pt x="2003330" y="566690"/>
                  </a:lnTo>
                  <a:lnTo>
                    <a:pt x="2003314" y="566698"/>
                  </a:lnTo>
                  <a:lnTo>
                    <a:pt x="2003273" y="566716"/>
                  </a:lnTo>
                  <a:lnTo>
                    <a:pt x="2003179" y="566778"/>
                  </a:lnTo>
                  <a:lnTo>
                    <a:pt x="2003172" y="566781"/>
                  </a:lnTo>
                  <a:lnTo>
                    <a:pt x="2003166" y="566784"/>
                  </a:lnTo>
                  <a:lnTo>
                    <a:pt x="2003155" y="566789"/>
                  </a:lnTo>
                  <a:lnTo>
                    <a:pt x="2003148" y="566792"/>
                  </a:lnTo>
                  <a:lnTo>
                    <a:pt x="2003103" y="566812"/>
                  </a:lnTo>
                  <a:lnTo>
                    <a:pt x="2003090" y="566817"/>
                  </a:lnTo>
                  <a:lnTo>
                    <a:pt x="2003024" y="566840"/>
                  </a:lnTo>
                  <a:lnTo>
                    <a:pt x="2002981" y="566855"/>
                  </a:lnTo>
                  <a:lnTo>
                    <a:pt x="2002970" y="566859"/>
                  </a:lnTo>
                  <a:lnTo>
                    <a:pt x="2002956" y="566861"/>
                  </a:lnTo>
                  <a:lnTo>
                    <a:pt x="2002860" y="566872"/>
                  </a:lnTo>
                  <a:lnTo>
                    <a:pt x="2002789" y="566860"/>
                  </a:lnTo>
                  <a:lnTo>
                    <a:pt x="2002684" y="566842"/>
                  </a:lnTo>
                  <a:lnTo>
                    <a:pt x="2002671" y="566837"/>
                  </a:lnTo>
                  <a:lnTo>
                    <a:pt x="2002570" y="566789"/>
                  </a:lnTo>
                  <a:lnTo>
                    <a:pt x="2002551" y="566780"/>
                  </a:lnTo>
                  <a:lnTo>
                    <a:pt x="2002546" y="566777"/>
                  </a:lnTo>
                  <a:lnTo>
                    <a:pt x="2002511" y="566762"/>
                  </a:lnTo>
                  <a:lnTo>
                    <a:pt x="2002484" y="566751"/>
                  </a:lnTo>
                  <a:lnTo>
                    <a:pt x="2002460" y="566740"/>
                  </a:lnTo>
                  <a:lnTo>
                    <a:pt x="2002445" y="566735"/>
                  </a:lnTo>
                  <a:lnTo>
                    <a:pt x="2002413" y="566723"/>
                  </a:lnTo>
                  <a:lnTo>
                    <a:pt x="2002391" y="566712"/>
                  </a:lnTo>
                  <a:lnTo>
                    <a:pt x="2002356" y="566692"/>
                  </a:lnTo>
                  <a:lnTo>
                    <a:pt x="2002330" y="566676"/>
                  </a:lnTo>
                  <a:lnTo>
                    <a:pt x="2002239" y="566620"/>
                  </a:lnTo>
                  <a:lnTo>
                    <a:pt x="2002209" y="566589"/>
                  </a:lnTo>
                  <a:lnTo>
                    <a:pt x="2002163" y="566541"/>
                  </a:lnTo>
                  <a:lnTo>
                    <a:pt x="2002155" y="566532"/>
                  </a:lnTo>
                  <a:lnTo>
                    <a:pt x="2002132" y="566508"/>
                  </a:lnTo>
                  <a:lnTo>
                    <a:pt x="2002116" y="566492"/>
                  </a:lnTo>
                  <a:lnTo>
                    <a:pt x="2002105" y="566479"/>
                  </a:lnTo>
                  <a:lnTo>
                    <a:pt x="2002097" y="566471"/>
                  </a:lnTo>
                  <a:lnTo>
                    <a:pt x="2002057" y="566433"/>
                  </a:lnTo>
                  <a:lnTo>
                    <a:pt x="2002047" y="566424"/>
                  </a:lnTo>
                  <a:lnTo>
                    <a:pt x="2002030" y="566395"/>
                  </a:lnTo>
                  <a:lnTo>
                    <a:pt x="2002022" y="566380"/>
                  </a:lnTo>
                  <a:lnTo>
                    <a:pt x="2002014" y="566365"/>
                  </a:lnTo>
                  <a:lnTo>
                    <a:pt x="2002010" y="566355"/>
                  </a:lnTo>
                  <a:lnTo>
                    <a:pt x="2002003" y="566342"/>
                  </a:lnTo>
                  <a:lnTo>
                    <a:pt x="2002001" y="566337"/>
                  </a:lnTo>
                  <a:lnTo>
                    <a:pt x="2001988" y="566326"/>
                  </a:lnTo>
                  <a:lnTo>
                    <a:pt x="2001959" y="566301"/>
                  </a:lnTo>
                  <a:lnTo>
                    <a:pt x="2001952" y="566294"/>
                  </a:lnTo>
                  <a:lnTo>
                    <a:pt x="2001926" y="566229"/>
                  </a:lnTo>
                  <a:lnTo>
                    <a:pt x="2001924" y="566222"/>
                  </a:lnTo>
                  <a:lnTo>
                    <a:pt x="2001928" y="566204"/>
                  </a:lnTo>
                  <a:lnTo>
                    <a:pt x="2001911" y="566181"/>
                  </a:lnTo>
                  <a:lnTo>
                    <a:pt x="2001898" y="566163"/>
                  </a:lnTo>
                  <a:lnTo>
                    <a:pt x="2001892" y="566155"/>
                  </a:lnTo>
                  <a:lnTo>
                    <a:pt x="2001890" y="566152"/>
                  </a:lnTo>
                  <a:lnTo>
                    <a:pt x="2001866" y="566131"/>
                  </a:lnTo>
                  <a:lnTo>
                    <a:pt x="2001844" y="566127"/>
                  </a:lnTo>
                  <a:lnTo>
                    <a:pt x="2001829" y="566127"/>
                  </a:lnTo>
                  <a:lnTo>
                    <a:pt x="2001829" y="566122"/>
                  </a:lnTo>
                  <a:lnTo>
                    <a:pt x="2001835" y="566103"/>
                  </a:lnTo>
                  <a:lnTo>
                    <a:pt x="2001842" y="566081"/>
                  </a:lnTo>
                  <a:lnTo>
                    <a:pt x="2001847" y="566058"/>
                  </a:lnTo>
                  <a:lnTo>
                    <a:pt x="2001839" y="566046"/>
                  </a:lnTo>
                  <a:lnTo>
                    <a:pt x="2001836" y="566041"/>
                  </a:lnTo>
                  <a:lnTo>
                    <a:pt x="2001831" y="566032"/>
                  </a:lnTo>
                  <a:lnTo>
                    <a:pt x="2001823" y="566020"/>
                  </a:lnTo>
                  <a:lnTo>
                    <a:pt x="2001816" y="566011"/>
                  </a:lnTo>
                  <a:lnTo>
                    <a:pt x="2001810" y="566003"/>
                  </a:lnTo>
                  <a:lnTo>
                    <a:pt x="2001788" y="565976"/>
                  </a:lnTo>
                  <a:lnTo>
                    <a:pt x="2001778" y="565963"/>
                  </a:lnTo>
                  <a:lnTo>
                    <a:pt x="2001735" y="565909"/>
                  </a:lnTo>
                  <a:lnTo>
                    <a:pt x="2001721" y="565891"/>
                  </a:lnTo>
                  <a:lnTo>
                    <a:pt x="2001705" y="565874"/>
                  </a:lnTo>
                  <a:lnTo>
                    <a:pt x="2001700" y="565873"/>
                  </a:lnTo>
                  <a:lnTo>
                    <a:pt x="2001682" y="565874"/>
                  </a:lnTo>
                  <a:lnTo>
                    <a:pt x="2001677" y="565874"/>
                  </a:lnTo>
                  <a:lnTo>
                    <a:pt x="2001670" y="565873"/>
                  </a:lnTo>
                  <a:lnTo>
                    <a:pt x="2001665" y="565873"/>
                  </a:lnTo>
                  <a:lnTo>
                    <a:pt x="2001661" y="565873"/>
                  </a:lnTo>
                  <a:lnTo>
                    <a:pt x="2001657" y="565874"/>
                  </a:lnTo>
                  <a:lnTo>
                    <a:pt x="2001652" y="565875"/>
                  </a:lnTo>
                  <a:lnTo>
                    <a:pt x="2001646" y="565876"/>
                  </a:lnTo>
                  <a:lnTo>
                    <a:pt x="2001640" y="565876"/>
                  </a:lnTo>
                  <a:lnTo>
                    <a:pt x="2001643" y="565865"/>
                  </a:lnTo>
                  <a:lnTo>
                    <a:pt x="2001657" y="565852"/>
                  </a:lnTo>
                  <a:lnTo>
                    <a:pt x="2001674" y="565832"/>
                  </a:lnTo>
                  <a:lnTo>
                    <a:pt x="2001664" y="565827"/>
                  </a:lnTo>
                  <a:lnTo>
                    <a:pt x="2001641" y="565808"/>
                  </a:lnTo>
                  <a:lnTo>
                    <a:pt x="2001637" y="565804"/>
                  </a:lnTo>
                  <a:lnTo>
                    <a:pt x="2001632" y="565801"/>
                  </a:lnTo>
                  <a:lnTo>
                    <a:pt x="2001613" y="565786"/>
                  </a:lnTo>
                  <a:lnTo>
                    <a:pt x="2001608" y="565782"/>
                  </a:lnTo>
                  <a:lnTo>
                    <a:pt x="2001605" y="565786"/>
                  </a:lnTo>
                  <a:lnTo>
                    <a:pt x="2001602" y="565789"/>
                  </a:lnTo>
                  <a:lnTo>
                    <a:pt x="2001595" y="565795"/>
                  </a:lnTo>
                  <a:lnTo>
                    <a:pt x="2001586" y="565803"/>
                  </a:lnTo>
                  <a:lnTo>
                    <a:pt x="2001582" y="565807"/>
                  </a:lnTo>
                  <a:lnTo>
                    <a:pt x="2001579" y="565811"/>
                  </a:lnTo>
                  <a:lnTo>
                    <a:pt x="2001575" y="565818"/>
                  </a:lnTo>
                  <a:lnTo>
                    <a:pt x="2001566" y="565828"/>
                  </a:lnTo>
                  <a:lnTo>
                    <a:pt x="2001563" y="565832"/>
                  </a:lnTo>
                  <a:lnTo>
                    <a:pt x="2001559" y="565837"/>
                  </a:lnTo>
                  <a:lnTo>
                    <a:pt x="2001556" y="565840"/>
                  </a:lnTo>
                  <a:lnTo>
                    <a:pt x="2001552" y="565843"/>
                  </a:lnTo>
                  <a:lnTo>
                    <a:pt x="2001546" y="565842"/>
                  </a:lnTo>
                  <a:lnTo>
                    <a:pt x="2001543" y="565838"/>
                  </a:lnTo>
                  <a:lnTo>
                    <a:pt x="2001541" y="565834"/>
                  </a:lnTo>
                  <a:lnTo>
                    <a:pt x="2001541" y="565829"/>
                  </a:lnTo>
                  <a:lnTo>
                    <a:pt x="2001546" y="565790"/>
                  </a:lnTo>
                  <a:lnTo>
                    <a:pt x="2001566" y="565766"/>
                  </a:lnTo>
                  <a:lnTo>
                    <a:pt x="2001573" y="565758"/>
                  </a:lnTo>
                  <a:lnTo>
                    <a:pt x="2001575" y="565753"/>
                  </a:lnTo>
                  <a:lnTo>
                    <a:pt x="2001573" y="565748"/>
                  </a:lnTo>
                  <a:lnTo>
                    <a:pt x="2001568" y="565744"/>
                  </a:lnTo>
                  <a:lnTo>
                    <a:pt x="2001563" y="565742"/>
                  </a:lnTo>
                  <a:lnTo>
                    <a:pt x="2001558" y="565740"/>
                  </a:lnTo>
                  <a:lnTo>
                    <a:pt x="2001552" y="565739"/>
                  </a:lnTo>
                  <a:lnTo>
                    <a:pt x="2001534" y="565731"/>
                  </a:lnTo>
                  <a:lnTo>
                    <a:pt x="2001513" y="565710"/>
                  </a:lnTo>
                  <a:lnTo>
                    <a:pt x="2001499" y="565704"/>
                  </a:lnTo>
                  <a:lnTo>
                    <a:pt x="2001467" y="565695"/>
                  </a:lnTo>
                  <a:lnTo>
                    <a:pt x="2001458" y="565689"/>
                  </a:lnTo>
                  <a:lnTo>
                    <a:pt x="2001414" y="565674"/>
                  </a:lnTo>
                  <a:lnTo>
                    <a:pt x="2001403" y="565673"/>
                  </a:lnTo>
                  <a:lnTo>
                    <a:pt x="2001399" y="565673"/>
                  </a:lnTo>
                  <a:lnTo>
                    <a:pt x="2001394" y="565675"/>
                  </a:lnTo>
                  <a:lnTo>
                    <a:pt x="2001390" y="565677"/>
                  </a:lnTo>
                  <a:lnTo>
                    <a:pt x="2001380" y="565683"/>
                  </a:lnTo>
                  <a:lnTo>
                    <a:pt x="2001377" y="565684"/>
                  </a:lnTo>
                  <a:lnTo>
                    <a:pt x="2001345" y="565680"/>
                  </a:lnTo>
                  <a:lnTo>
                    <a:pt x="2001331" y="565675"/>
                  </a:lnTo>
                  <a:lnTo>
                    <a:pt x="2001310" y="565668"/>
                  </a:lnTo>
                  <a:lnTo>
                    <a:pt x="2001269" y="565687"/>
                  </a:lnTo>
                  <a:lnTo>
                    <a:pt x="2001237" y="565704"/>
                  </a:lnTo>
                  <a:lnTo>
                    <a:pt x="2001216" y="565715"/>
                  </a:lnTo>
                  <a:lnTo>
                    <a:pt x="2001208" y="565719"/>
                  </a:lnTo>
                  <a:lnTo>
                    <a:pt x="2001164" y="565724"/>
                  </a:lnTo>
                  <a:lnTo>
                    <a:pt x="2001138" y="565727"/>
                  </a:lnTo>
                  <a:lnTo>
                    <a:pt x="2001132" y="565728"/>
                  </a:lnTo>
                  <a:lnTo>
                    <a:pt x="2001075" y="565743"/>
                  </a:lnTo>
                  <a:lnTo>
                    <a:pt x="2001034" y="565774"/>
                  </a:lnTo>
                  <a:lnTo>
                    <a:pt x="2000876" y="565826"/>
                  </a:lnTo>
                  <a:lnTo>
                    <a:pt x="2000860" y="565830"/>
                  </a:lnTo>
                  <a:lnTo>
                    <a:pt x="2000803" y="565845"/>
                  </a:lnTo>
                  <a:lnTo>
                    <a:pt x="2000556" y="565988"/>
                  </a:lnTo>
                  <a:lnTo>
                    <a:pt x="2000418" y="566066"/>
                  </a:lnTo>
                  <a:lnTo>
                    <a:pt x="2000413" y="566068"/>
                  </a:lnTo>
                  <a:lnTo>
                    <a:pt x="2000406" y="566072"/>
                  </a:lnTo>
                  <a:lnTo>
                    <a:pt x="2000336" y="566124"/>
                  </a:lnTo>
                  <a:lnTo>
                    <a:pt x="2000151" y="566228"/>
                  </a:lnTo>
                  <a:lnTo>
                    <a:pt x="2000121" y="566239"/>
                  </a:lnTo>
                  <a:lnTo>
                    <a:pt x="2000040" y="566267"/>
                  </a:lnTo>
                  <a:lnTo>
                    <a:pt x="1999892" y="566299"/>
                  </a:lnTo>
                  <a:lnTo>
                    <a:pt x="1999829" y="566296"/>
                  </a:lnTo>
                  <a:lnTo>
                    <a:pt x="1999732" y="566293"/>
                  </a:lnTo>
                  <a:lnTo>
                    <a:pt x="1999693" y="566302"/>
                  </a:lnTo>
                  <a:lnTo>
                    <a:pt x="1999644" y="566268"/>
                  </a:lnTo>
                  <a:lnTo>
                    <a:pt x="1999634" y="566261"/>
                  </a:lnTo>
                  <a:lnTo>
                    <a:pt x="1999616" y="566242"/>
                  </a:lnTo>
                  <a:lnTo>
                    <a:pt x="1999537" y="566227"/>
                  </a:lnTo>
                  <a:lnTo>
                    <a:pt x="1999535" y="566218"/>
                  </a:lnTo>
                  <a:lnTo>
                    <a:pt x="1999526" y="566176"/>
                  </a:lnTo>
                  <a:lnTo>
                    <a:pt x="1999503" y="566152"/>
                  </a:lnTo>
                  <a:lnTo>
                    <a:pt x="1999456" y="566131"/>
                  </a:lnTo>
                  <a:lnTo>
                    <a:pt x="1999425" y="566118"/>
                  </a:lnTo>
                  <a:lnTo>
                    <a:pt x="1999414" y="566108"/>
                  </a:lnTo>
                  <a:lnTo>
                    <a:pt x="1999408" y="566103"/>
                  </a:lnTo>
                  <a:lnTo>
                    <a:pt x="1999374" y="566076"/>
                  </a:lnTo>
                  <a:lnTo>
                    <a:pt x="1999342" y="566051"/>
                  </a:lnTo>
                  <a:lnTo>
                    <a:pt x="1999328" y="566058"/>
                  </a:lnTo>
                  <a:lnTo>
                    <a:pt x="1999313" y="566067"/>
                  </a:lnTo>
                  <a:lnTo>
                    <a:pt x="1999306" y="566067"/>
                  </a:lnTo>
                  <a:lnTo>
                    <a:pt x="1999303" y="566055"/>
                  </a:lnTo>
                  <a:lnTo>
                    <a:pt x="1999325" y="566021"/>
                  </a:lnTo>
                  <a:lnTo>
                    <a:pt x="1999245" y="565963"/>
                  </a:lnTo>
                  <a:lnTo>
                    <a:pt x="1999210" y="565949"/>
                  </a:lnTo>
                  <a:lnTo>
                    <a:pt x="1999174" y="565934"/>
                  </a:lnTo>
                  <a:lnTo>
                    <a:pt x="1999150" y="565921"/>
                  </a:lnTo>
                  <a:lnTo>
                    <a:pt x="1999146" y="565918"/>
                  </a:lnTo>
                  <a:lnTo>
                    <a:pt x="1999119" y="565904"/>
                  </a:lnTo>
                  <a:lnTo>
                    <a:pt x="1999113" y="565901"/>
                  </a:lnTo>
                  <a:lnTo>
                    <a:pt x="1999080" y="565887"/>
                  </a:lnTo>
                  <a:lnTo>
                    <a:pt x="1999067" y="565882"/>
                  </a:lnTo>
                  <a:lnTo>
                    <a:pt x="1999062" y="565881"/>
                  </a:lnTo>
                  <a:lnTo>
                    <a:pt x="1999039" y="565875"/>
                  </a:lnTo>
                  <a:lnTo>
                    <a:pt x="1999032" y="565877"/>
                  </a:lnTo>
                  <a:lnTo>
                    <a:pt x="1999026" y="565880"/>
                  </a:lnTo>
                  <a:lnTo>
                    <a:pt x="1999021" y="565884"/>
                  </a:lnTo>
                  <a:lnTo>
                    <a:pt x="1999018" y="565888"/>
                  </a:lnTo>
                  <a:lnTo>
                    <a:pt x="1999016" y="565895"/>
                  </a:lnTo>
                  <a:lnTo>
                    <a:pt x="1999014" y="565900"/>
                  </a:lnTo>
                  <a:lnTo>
                    <a:pt x="1999013" y="565905"/>
                  </a:lnTo>
                  <a:lnTo>
                    <a:pt x="1999012" y="565909"/>
                  </a:lnTo>
                  <a:lnTo>
                    <a:pt x="1999008" y="565917"/>
                  </a:lnTo>
                  <a:lnTo>
                    <a:pt x="1999004" y="565917"/>
                  </a:lnTo>
                  <a:lnTo>
                    <a:pt x="1998997" y="565910"/>
                  </a:lnTo>
                  <a:lnTo>
                    <a:pt x="1998991" y="565905"/>
                  </a:lnTo>
                  <a:lnTo>
                    <a:pt x="1998979" y="565894"/>
                  </a:lnTo>
                  <a:lnTo>
                    <a:pt x="1998974" y="565891"/>
                  </a:lnTo>
                  <a:lnTo>
                    <a:pt x="1998970" y="565892"/>
                  </a:lnTo>
                  <a:lnTo>
                    <a:pt x="1998965" y="565893"/>
                  </a:lnTo>
                  <a:lnTo>
                    <a:pt x="1998960" y="565895"/>
                  </a:lnTo>
                  <a:lnTo>
                    <a:pt x="1998949" y="565899"/>
                  </a:lnTo>
                  <a:lnTo>
                    <a:pt x="1998949" y="565863"/>
                  </a:lnTo>
                  <a:lnTo>
                    <a:pt x="1998959" y="565840"/>
                  </a:lnTo>
                  <a:lnTo>
                    <a:pt x="1998962" y="565835"/>
                  </a:lnTo>
                  <a:lnTo>
                    <a:pt x="1998927" y="565794"/>
                  </a:lnTo>
                  <a:lnTo>
                    <a:pt x="1998923" y="565789"/>
                  </a:lnTo>
                  <a:lnTo>
                    <a:pt x="1998877" y="565773"/>
                  </a:lnTo>
                  <a:lnTo>
                    <a:pt x="1998788" y="565710"/>
                  </a:lnTo>
                  <a:lnTo>
                    <a:pt x="1998757" y="565685"/>
                  </a:lnTo>
                  <a:lnTo>
                    <a:pt x="1998748" y="565678"/>
                  </a:lnTo>
                  <a:lnTo>
                    <a:pt x="1998742" y="565673"/>
                  </a:lnTo>
                  <a:lnTo>
                    <a:pt x="1998738" y="565670"/>
                  </a:lnTo>
                  <a:lnTo>
                    <a:pt x="1998692" y="565633"/>
                  </a:lnTo>
                  <a:lnTo>
                    <a:pt x="1998684" y="565627"/>
                  </a:lnTo>
                  <a:lnTo>
                    <a:pt x="1998678" y="565623"/>
                  </a:lnTo>
                  <a:lnTo>
                    <a:pt x="1998659" y="565611"/>
                  </a:lnTo>
                  <a:lnTo>
                    <a:pt x="1998621" y="565585"/>
                  </a:lnTo>
                  <a:lnTo>
                    <a:pt x="1998603" y="565573"/>
                  </a:lnTo>
                  <a:lnTo>
                    <a:pt x="1998594" y="565574"/>
                  </a:lnTo>
                  <a:lnTo>
                    <a:pt x="1998592" y="565581"/>
                  </a:lnTo>
                  <a:lnTo>
                    <a:pt x="1998591" y="565585"/>
                  </a:lnTo>
                  <a:lnTo>
                    <a:pt x="1998587" y="565589"/>
                  </a:lnTo>
                  <a:lnTo>
                    <a:pt x="1998583" y="565589"/>
                  </a:lnTo>
                  <a:lnTo>
                    <a:pt x="1998576" y="565587"/>
                  </a:lnTo>
                  <a:lnTo>
                    <a:pt x="1998570" y="565584"/>
                  </a:lnTo>
                  <a:lnTo>
                    <a:pt x="1998564" y="565579"/>
                  </a:lnTo>
                  <a:lnTo>
                    <a:pt x="1998562" y="565573"/>
                  </a:lnTo>
                  <a:lnTo>
                    <a:pt x="1998560" y="565566"/>
                  </a:lnTo>
                  <a:lnTo>
                    <a:pt x="1998557" y="565561"/>
                  </a:lnTo>
                  <a:lnTo>
                    <a:pt x="1998556" y="565556"/>
                  </a:lnTo>
                  <a:lnTo>
                    <a:pt x="1998552" y="565550"/>
                  </a:lnTo>
                  <a:lnTo>
                    <a:pt x="1998530" y="565531"/>
                  </a:lnTo>
                  <a:lnTo>
                    <a:pt x="1998518" y="565522"/>
                  </a:lnTo>
                  <a:lnTo>
                    <a:pt x="1998510" y="565517"/>
                  </a:lnTo>
                  <a:lnTo>
                    <a:pt x="1998494" y="565513"/>
                  </a:lnTo>
                  <a:lnTo>
                    <a:pt x="1998477" y="565509"/>
                  </a:lnTo>
                  <a:lnTo>
                    <a:pt x="1998472" y="565510"/>
                  </a:lnTo>
                  <a:lnTo>
                    <a:pt x="1998453" y="565514"/>
                  </a:lnTo>
                  <a:lnTo>
                    <a:pt x="1998426" y="565516"/>
                  </a:lnTo>
                  <a:lnTo>
                    <a:pt x="1998420" y="565518"/>
                  </a:lnTo>
                  <a:lnTo>
                    <a:pt x="1998413" y="565524"/>
                  </a:lnTo>
                  <a:lnTo>
                    <a:pt x="1998405" y="565529"/>
                  </a:lnTo>
                  <a:lnTo>
                    <a:pt x="1998395" y="565536"/>
                  </a:lnTo>
                  <a:lnTo>
                    <a:pt x="1998390" y="565540"/>
                  </a:lnTo>
                  <a:lnTo>
                    <a:pt x="1998362" y="565546"/>
                  </a:lnTo>
                  <a:lnTo>
                    <a:pt x="1998346" y="565545"/>
                  </a:lnTo>
                  <a:lnTo>
                    <a:pt x="1998322" y="565532"/>
                  </a:lnTo>
                  <a:lnTo>
                    <a:pt x="1998311" y="565520"/>
                  </a:lnTo>
                  <a:lnTo>
                    <a:pt x="1998284" y="565502"/>
                  </a:lnTo>
                  <a:lnTo>
                    <a:pt x="1998269" y="565492"/>
                  </a:lnTo>
                  <a:lnTo>
                    <a:pt x="1998257" y="565486"/>
                  </a:lnTo>
                  <a:lnTo>
                    <a:pt x="1998255" y="565489"/>
                  </a:lnTo>
                  <a:lnTo>
                    <a:pt x="1998254" y="565495"/>
                  </a:lnTo>
                  <a:lnTo>
                    <a:pt x="1998251" y="565504"/>
                  </a:lnTo>
                  <a:lnTo>
                    <a:pt x="1998244" y="565508"/>
                  </a:lnTo>
                  <a:lnTo>
                    <a:pt x="1998244" y="565513"/>
                  </a:lnTo>
                  <a:lnTo>
                    <a:pt x="1998251" y="565516"/>
                  </a:lnTo>
                  <a:lnTo>
                    <a:pt x="1998255" y="565518"/>
                  </a:lnTo>
                  <a:lnTo>
                    <a:pt x="1998261" y="565520"/>
                  </a:lnTo>
                  <a:lnTo>
                    <a:pt x="1998265" y="565526"/>
                  </a:lnTo>
                  <a:lnTo>
                    <a:pt x="1998268" y="565531"/>
                  </a:lnTo>
                  <a:lnTo>
                    <a:pt x="1998279" y="565544"/>
                  </a:lnTo>
                  <a:lnTo>
                    <a:pt x="1998284" y="565548"/>
                  </a:lnTo>
                  <a:lnTo>
                    <a:pt x="1998289" y="565552"/>
                  </a:lnTo>
                  <a:lnTo>
                    <a:pt x="1998293" y="565560"/>
                  </a:lnTo>
                  <a:lnTo>
                    <a:pt x="1998294" y="565565"/>
                  </a:lnTo>
                  <a:lnTo>
                    <a:pt x="1998293" y="565570"/>
                  </a:lnTo>
                  <a:lnTo>
                    <a:pt x="1998277" y="565568"/>
                  </a:lnTo>
                  <a:lnTo>
                    <a:pt x="1998256" y="565566"/>
                  </a:lnTo>
                  <a:lnTo>
                    <a:pt x="1998250" y="565562"/>
                  </a:lnTo>
                  <a:lnTo>
                    <a:pt x="1998242" y="565556"/>
                  </a:lnTo>
                  <a:lnTo>
                    <a:pt x="1998223" y="565543"/>
                  </a:lnTo>
                  <a:lnTo>
                    <a:pt x="1998217" y="565537"/>
                  </a:lnTo>
                  <a:lnTo>
                    <a:pt x="1998209" y="565528"/>
                  </a:lnTo>
                  <a:lnTo>
                    <a:pt x="1998202" y="565523"/>
                  </a:lnTo>
                  <a:lnTo>
                    <a:pt x="1998199" y="565519"/>
                  </a:lnTo>
                  <a:lnTo>
                    <a:pt x="1998194" y="565515"/>
                  </a:lnTo>
                  <a:lnTo>
                    <a:pt x="1998189" y="565512"/>
                  </a:lnTo>
                  <a:lnTo>
                    <a:pt x="1998184" y="565511"/>
                  </a:lnTo>
                  <a:lnTo>
                    <a:pt x="1998172" y="565504"/>
                  </a:lnTo>
                  <a:lnTo>
                    <a:pt x="1998154" y="565504"/>
                  </a:lnTo>
                  <a:lnTo>
                    <a:pt x="1998136" y="565509"/>
                  </a:lnTo>
                  <a:lnTo>
                    <a:pt x="1998117" y="565522"/>
                  </a:lnTo>
                  <a:lnTo>
                    <a:pt x="1998113" y="565524"/>
                  </a:lnTo>
                  <a:lnTo>
                    <a:pt x="1998101" y="565543"/>
                  </a:lnTo>
                  <a:lnTo>
                    <a:pt x="1998098" y="565575"/>
                  </a:lnTo>
                  <a:lnTo>
                    <a:pt x="1998100" y="565581"/>
                  </a:lnTo>
                  <a:lnTo>
                    <a:pt x="1998100" y="565586"/>
                  </a:lnTo>
                  <a:lnTo>
                    <a:pt x="1998100" y="565595"/>
                  </a:lnTo>
                  <a:lnTo>
                    <a:pt x="1998098" y="565601"/>
                  </a:lnTo>
                  <a:lnTo>
                    <a:pt x="1998092" y="565602"/>
                  </a:lnTo>
                  <a:lnTo>
                    <a:pt x="1998089" y="565599"/>
                  </a:lnTo>
                  <a:lnTo>
                    <a:pt x="1998078" y="565585"/>
                  </a:lnTo>
                  <a:lnTo>
                    <a:pt x="1998063" y="565571"/>
                  </a:lnTo>
                  <a:lnTo>
                    <a:pt x="1998059" y="565568"/>
                  </a:lnTo>
                  <a:lnTo>
                    <a:pt x="1998050" y="565567"/>
                  </a:lnTo>
                  <a:lnTo>
                    <a:pt x="1998045" y="565571"/>
                  </a:lnTo>
                  <a:lnTo>
                    <a:pt x="1998034" y="565581"/>
                  </a:lnTo>
                  <a:lnTo>
                    <a:pt x="1998030" y="565585"/>
                  </a:lnTo>
                  <a:lnTo>
                    <a:pt x="1998022" y="565602"/>
                  </a:lnTo>
                  <a:lnTo>
                    <a:pt x="1998013" y="565620"/>
                  </a:lnTo>
                  <a:lnTo>
                    <a:pt x="1998014" y="565625"/>
                  </a:lnTo>
                  <a:lnTo>
                    <a:pt x="1998016" y="565628"/>
                  </a:lnTo>
                  <a:lnTo>
                    <a:pt x="1998023" y="565635"/>
                  </a:lnTo>
                  <a:lnTo>
                    <a:pt x="1998026" y="565642"/>
                  </a:lnTo>
                  <a:lnTo>
                    <a:pt x="1998019" y="565652"/>
                  </a:lnTo>
                  <a:lnTo>
                    <a:pt x="1997973" y="565680"/>
                  </a:lnTo>
                  <a:lnTo>
                    <a:pt x="1997968" y="565683"/>
                  </a:lnTo>
                  <a:lnTo>
                    <a:pt x="1997961" y="565683"/>
                  </a:lnTo>
                  <a:lnTo>
                    <a:pt x="1997957" y="565684"/>
                  </a:lnTo>
                  <a:lnTo>
                    <a:pt x="1997950" y="565685"/>
                  </a:lnTo>
                  <a:lnTo>
                    <a:pt x="1997945" y="565685"/>
                  </a:lnTo>
                  <a:lnTo>
                    <a:pt x="1997940" y="565684"/>
                  </a:lnTo>
                  <a:lnTo>
                    <a:pt x="1997933" y="565682"/>
                  </a:lnTo>
                  <a:lnTo>
                    <a:pt x="1997929" y="565683"/>
                  </a:lnTo>
                  <a:lnTo>
                    <a:pt x="1997927" y="565687"/>
                  </a:lnTo>
                  <a:lnTo>
                    <a:pt x="1997927" y="565694"/>
                  </a:lnTo>
                  <a:lnTo>
                    <a:pt x="1997930" y="565699"/>
                  </a:lnTo>
                  <a:lnTo>
                    <a:pt x="1997935" y="565702"/>
                  </a:lnTo>
                  <a:lnTo>
                    <a:pt x="1997940" y="565706"/>
                  </a:lnTo>
                  <a:lnTo>
                    <a:pt x="1997943" y="565710"/>
                  </a:lnTo>
                  <a:lnTo>
                    <a:pt x="1997955" y="565722"/>
                  </a:lnTo>
                  <a:lnTo>
                    <a:pt x="1997959" y="565725"/>
                  </a:lnTo>
                  <a:lnTo>
                    <a:pt x="1997962" y="565728"/>
                  </a:lnTo>
                  <a:lnTo>
                    <a:pt x="1997965" y="565733"/>
                  </a:lnTo>
                  <a:lnTo>
                    <a:pt x="1997969" y="565739"/>
                  </a:lnTo>
                  <a:lnTo>
                    <a:pt x="1997972" y="565743"/>
                  </a:lnTo>
                  <a:lnTo>
                    <a:pt x="1997978" y="565748"/>
                  </a:lnTo>
                  <a:lnTo>
                    <a:pt x="1997982" y="565750"/>
                  </a:lnTo>
                  <a:lnTo>
                    <a:pt x="1997988" y="565754"/>
                  </a:lnTo>
                  <a:lnTo>
                    <a:pt x="1997993" y="565760"/>
                  </a:lnTo>
                  <a:lnTo>
                    <a:pt x="1997996" y="565762"/>
                  </a:lnTo>
                  <a:lnTo>
                    <a:pt x="1997999" y="565765"/>
                  </a:lnTo>
                  <a:lnTo>
                    <a:pt x="1998004" y="565766"/>
                  </a:lnTo>
                  <a:lnTo>
                    <a:pt x="1998010" y="565769"/>
                  </a:lnTo>
                  <a:lnTo>
                    <a:pt x="1998016" y="565774"/>
                  </a:lnTo>
                  <a:lnTo>
                    <a:pt x="1998021" y="565778"/>
                  </a:lnTo>
                  <a:lnTo>
                    <a:pt x="1998026" y="565781"/>
                  </a:lnTo>
                  <a:lnTo>
                    <a:pt x="1998031" y="565783"/>
                  </a:lnTo>
                  <a:lnTo>
                    <a:pt x="1998036" y="565785"/>
                  </a:lnTo>
                  <a:lnTo>
                    <a:pt x="1998039" y="565786"/>
                  </a:lnTo>
                  <a:lnTo>
                    <a:pt x="1998044" y="565788"/>
                  </a:lnTo>
                  <a:lnTo>
                    <a:pt x="1998050" y="565790"/>
                  </a:lnTo>
                  <a:lnTo>
                    <a:pt x="1998055" y="565792"/>
                  </a:lnTo>
                  <a:lnTo>
                    <a:pt x="1998062" y="565793"/>
                  </a:lnTo>
                  <a:lnTo>
                    <a:pt x="1998072" y="565794"/>
                  </a:lnTo>
                  <a:lnTo>
                    <a:pt x="1998077" y="565798"/>
                  </a:lnTo>
                  <a:lnTo>
                    <a:pt x="1998074" y="565802"/>
                  </a:lnTo>
                  <a:lnTo>
                    <a:pt x="1998070" y="565804"/>
                  </a:lnTo>
                  <a:lnTo>
                    <a:pt x="1998054" y="565808"/>
                  </a:lnTo>
                  <a:lnTo>
                    <a:pt x="1998048" y="565811"/>
                  </a:lnTo>
                  <a:lnTo>
                    <a:pt x="1998034" y="565810"/>
                  </a:lnTo>
                  <a:lnTo>
                    <a:pt x="1998030" y="565811"/>
                  </a:lnTo>
                  <a:lnTo>
                    <a:pt x="1998025" y="565810"/>
                  </a:lnTo>
                  <a:lnTo>
                    <a:pt x="1998020" y="565810"/>
                  </a:lnTo>
                  <a:lnTo>
                    <a:pt x="1998012" y="565810"/>
                  </a:lnTo>
                  <a:lnTo>
                    <a:pt x="1998006" y="565809"/>
                  </a:lnTo>
                  <a:lnTo>
                    <a:pt x="1998001" y="565808"/>
                  </a:lnTo>
                  <a:lnTo>
                    <a:pt x="1997996" y="565808"/>
                  </a:lnTo>
                  <a:lnTo>
                    <a:pt x="1997991" y="565808"/>
                  </a:lnTo>
                  <a:lnTo>
                    <a:pt x="1997986" y="565809"/>
                  </a:lnTo>
                  <a:lnTo>
                    <a:pt x="1997982" y="565810"/>
                  </a:lnTo>
                  <a:lnTo>
                    <a:pt x="1997978" y="565811"/>
                  </a:lnTo>
                  <a:lnTo>
                    <a:pt x="1997973" y="565814"/>
                  </a:lnTo>
                  <a:lnTo>
                    <a:pt x="1997969" y="565819"/>
                  </a:lnTo>
                  <a:lnTo>
                    <a:pt x="1997964" y="565830"/>
                  </a:lnTo>
                  <a:lnTo>
                    <a:pt x="1997958" y="565842"/>
                  </a:lnTo>
                  <a:lnTo>
                    <a:pt x="1997954" y="565855"/>
                  </a:lnTo>
                  <a:lnTo>
                    <a:pt x="1997952" y="565861"/>
                  </a:lnTo>
                  <a:lnTo>
                    <a:pt x="1997947" y="565861"/>
                  </a:lnTo>
                  <a:lnTo>
                    <a:pt x="1997944" y="565854"/>
                  </a:lnTo>
                  <a:lnTo>
                    <a:pt x="1997943" y="565848"/>
                  </a:lnTo>
                  <a:lnTo>
                    <a:pt x="1997943" y="565841"/>
                  </a:lnTo>
                  <a:lnTo>
                    <a:pt x="1997943" y="565832"/>
                  </a:lnTo>
                  <a:lnTo>
                    <a:pt x="1997942" y="565824"/>
                  </a:lnTo>
                  <a:lnTo>
                    <a:pt x="1997940" y="565818"/>
                  </a:lnTo>
                  <a:lnTo>
                    <a:pt x="1997938" y="565813"/>
                  </a:lnTo>
                  <a:lnTo>
                    <a:pt x="1997934" y="565806"/>
                  </a:lnTo>
                  <a:lnTo>
                    <a:pt x="1997930" y="565797"/>
                  </a:lnTo>
                  <a:lnTo>
                    <a:pt x="1997927" y="565792"/>
                  </a:lnTo>
                  <a:lnTo>
                    <a:pt x="1997924" y="565788"/>
                  </a:lnTo>
                  <a:lnTo>
                    <a:pt x="1997920" y="565785"/>
                  </a:lnTo>
                  <a:lnTo>
                    <a:pt x="1997915" y="565782"/>
                  </a:lnTo>
                  <a:lnTo>
                    <a:pt x="1997911" y="565780"/>
                  </a:lnTo>
                  <a:lnTo>
                    <a:pt x="1997906" y="565778"/>
                  </a:lnTo>
                  <a:lnTo>
                    <a:pt x="1997901" y="565776"/>
                  </a:lnTo>
                  <a:lnTo>
                    <a:pt x="1997896" y="565773"/>
                  </a:lnTo>
                  <a:lnTo>
                    <a:pt x="1997885" y="565770"/>
                  </a:lnTo>
                  <a:lnTo>
                    <a:pt x="1997881" y="565768"/>
                  </a:lnTo>
                  <a:lnTo>
                    <a:pt x="1997874" y="565765"/>
                  </a:lnTo>
                  <a:lnTo>
                    <a:pt x="1997870" y="565763"/>
                  </a:lnTo>
                  <a:lnTo>
                    <a:pt x="1997867" y="565767"/>
                  </a:lnTo>
                  <a:lnTo>
                    <a:pt x="1997867" y="565777"/>
                  </a:lnTo>
                  <a:lnTo>
                    <a:pt x="1997866" y="565786"/>
                  </a:lnTo>
                  <a:lnTo>
                    <a:pt x="1997867" y="565793"/>
                  </a:lnTo>
                  <a:lnTo>
                    <a:pt x="1997867" y="565801"/>
                  </a:lnTo>
                  <a:lnTo>
                    <a:pt x="1997863" y="565799"/>
                  </a:lnTo>
                  <a:lnTo>
                    <a:pt x="1997861" y="565795"/>
                  </a:lnTo>
                  <a:lnTo>
                    <a:pt x="1997856" y="565793"/>
                  </a:lnTo>
                  <a:lnTo>
                    <a:pt x="1997846" y="565789"/>
                  </a:lnTo>
                  <a:lnTo>
                    <a:pt x="1997842" y="565787"/>
                  </a:lnTo>
                  <a:lnTo>
                    <a:pt x="1997837" y="565785"/>
                  </a:lnTo>
                  <a:lnTo>
                    <a:pt x="1997833" y="565783"/>
                  </a:lnTo>
                  <a:lnTo>
                    <a:pt x="1997829" y="565780"/>
                  </a:lnTo>
                  <a:lnTo>
                    <a:pt x="1997825" y="565777"/>
                  </a:lnTo>
                  <a:lnTo>
                    <a:pt x="1997822" y="565771"/>
                  </a:lnTo>
                  <a:lnTo>
                    <a:pt x="1997819" y="565767"/>
                  </a:lnTo>
                  <a:lnTo>
                    <a:pt x="1997814" y="565764"/>
                  </a:lnTo>
                  <a:lnTo>
                    <a:pt x="1997808" y="565767"/>
                  </a:lnTo>
                  <a:lnTo>
                    <a:pt x="1997803" y="565772"/>
                  </a:lnTo>
                  <a:lnTo>
                    <a:pt x="1997796" y="565780"/>
                  </a:lnTo>
                  <a:lnTo>
                    <a:pt x="1997794" y="565784"/>
                  </a:lnTo>
                  <a:lnTo>
                    <a:pt x="1997791" y="565791"/>
                  </a:lnTo>
                  <a:lnTo>
                    <a:pt x="1997789" y="565797"/>
                  </a:lnTo>
                  <a:lnTo>
                    <a:pt x="1997786" y="565802"/>
                  </a:lnTo>
                  <a:lnTo>
                    <a:pt x="1997781" y="565809"/>
                  </a:lnTo>
                  <a:lnTo>
                    <a:pt x="1997776" y="565815"/>
                  </a:lnTo>
                  <a:lnTo>
                    <a:pt x="1997770" y="565818"/>
                  </a:lnTo>
                  <a:lnTo>
                    <a:pt x="1997760" y="565818"/>
                  </a:lnTo>
                  <a:lnTo>
                    <a:pt x="1997754" y="565820"/>
                  </a:lnTo>
                  <a:lnTo>
                    <a:pt x="1997747" y="565823"/>
                  </a:lnTo>
                  <a:lnTo>
                    <a:pt x="1997744" y="565827"/>
                  </a:lnTo>
                  <a:lnTo>
                    <a:pt x="1997743" y="565832"/>
                  </a:lnTo>
                  <a:lnTo>
                    <a:pt x="1997744" y="565838"/>
                  </a:lnTo>
                  <a:lnTo>
                    <a:pt x="1997745" y="565843"/>
                  </a:lnTo>
                  <a:lnTo>
                    <a:pt x="1997748" y="565847"/>
                  </a:lnTo>
                  <a:lnTo>
                    <a:pt x="1997751" y="565850"/>
                  </a:lnTo>
                  <a:lnTo>
                    <a:pt x="1997755" y="565853"/>
                  </a:lnTo>
                  <a:lnTo>
                    <a:pt x="1997759" y="565855"/>
                  </a:lnTo>
                  <a:lnTo>
                    <a:pt x="1997763" y="565857"/>
                  </a:lnTo>
                  <a:lnTo>
                    <a:pt x="1997768" y="565858"/>
                  </a:lnTo>
                  <a:lnTo>
                    <a:pt x="1997777" y="565858"/>
                  </a:lnTo>
                  <a:lnTo>
                    <a:pt x="1997781" y="565859"/>
                  </a:lnTo>
                  <a:lnTo>
                    <a:pt x="1997785" y="565861"/>
                  </a:lnTo>
                  <a:lnTo>
                    <a:pt x="1997788" y="565864"/>
                  </a:lnTo>
                  <a:lnTo>
                    <a:pt x="1997802" y="565876"/>
                  </a:lnTo>
                  <a:lnTo>
                    <a:pt x="1997798" y="565880"/>
                  </a:lnTo>
                  <a:lnTo>
                    <a:pt x="1997794" y="565883"/>
                  </a:lnTo>
                  <a:lnTo>
                    <a:pt x="1997790" y="565886"/>
                  </a:lnTo>
                  <a:lnTo>
                    <a:pt x="1997784" y="565888"/>
                  </a:lnTo>
                  <a:lnTo>
                    <a:pt x="1997782" y="565892"/>
                  </a:lnTo>
                  <a:lnTo>
                    <a:pt x="1997778" y="565894"/>
                  </a:lnTo>
                  <a:lnTo>
                    <a:pt x="1997773" y="565895"/>
                  </a:lnTo>
                  <a:lnTo>
                    <a:pt x="1997759" y="565893"/>
                  </a:lnTo>
                  <a:lnTo>
                    <a:pt x="1997754" y="565893"/>
                  </a:lnTo>
                  <a:lnTo>
                    <a:pt x="1997750" y="565894"/>
                  </a:lnTo>
                  <a:lnTo>
                    <a:pt x="1997746" y="565895"/>
                  </a:lnTo>
                  <a:lnTo>
                    <a:pt x="1997741" y="565898"/>
                  </a:lnTo>
                  <a:lnTo>
                    <a:pt x="1997735" y="565906"/>
                  </a:lnTo>
                  <a:lnTo>
                    <a:pt x="1997729" y="565910"/>
                  </a:lnTo>
                  <a:lnTo>
                    <a:pt x="1997717" y="565913"/>
                  </a:lnTo>
                  <a:lnTo>
                    <a:pt x="1997711" y="565915"/>
                  </a:lnTo>
                  <a:lnTo>
                    <a:pt x="1997706" y="565917"/>
                  </a:lnTo>
                  <a:lnTo>
                    <a:pt x="1997702" y="565920"/>
                  </a:lnTo>
                  <a:lnTo>
                    <a:pt x="1997694" y="565925"/>
                  </a:lnTo>
                  <a:lnTo>
                    <a:pt x="1997690" y="565931"/>
                  </a:lnTo>
                  <a:lnTo>
                    <a:pt x="1997696" y="565942"/>
                  </a:lnTo>
                  <a:lnTo>
                    <a:pt x="1997696" y="565951"/>
                  </a:lnTo>
                  <a:lnTo>
                    <a:pt x="1997698" y="565955"/>
                  </a:lnTo>
                  <a:lnTo>
                    <a:pt x="1997701" y="565958"/>
                  </a:lnTo>
                  <a:lnTo>
                    <a:pt x="1997703" y="565962"/>
                  </a:lnTo>
                  <a:lnTo>
                    <a:pt x="1997705" y="565967"/>
                  </a:lnTo>
                  <a:lnTo>
                    <a:pt x="1997703" y="565972"/>
                  </a:lnTo>
                  <a:lnTo>
                    <a:pt x="1997699" y="565977"/>
                  </a:lnTo>
                  <a:lnTo>
                    <a:pt x="1997687" y="565986"/>
                  </a:lnTo>
                  <a:lnTo>
                    <a:pt x="1997683" y="565990"/>
                  </a:lnTo>
                  <a:lnTo>
                    <a:pt x="1997681" y="565994"/>
                  </a:lnTo>
                  <a:lnTo>
                    <a:pt x="1997679" y="565999"/>
                  </a:lnTo>
                  <a:lnTo>
                    <a:pt x="1997672" y="566013"/>
                  </a:lnTo>
                  <a:lnTo>
                    <a:pt x="1997671" y="566019"/>
                  </a:lnTo>
                  <a:lnTo>
                    <a:pt x="1997682" y="566035"/>
                  </a:lnTo>
                  <a:lnTo>
                    <a:pt x="1997685" y="566040"/>
                  </a:lnTo>
                  <a:lnTo>
                    <a:pt x="1997689" y="566044"/>
                  </a:lnTo>
                  <a:lnTo>
                    <a:pt x="1997690" y="566269"/>
                  </a:lnTo>
                  <a:lnTo>
                    <a:pt x="1997687" y="566752"/>
                  </a:lnTo>
                  <a:lnTo>
                    <a:pt x="1997604" y="566820"/>
                  </a:lnTo>
                  <a:lnTo>
                    <a:pt x="1997581" y="566855"/>
                  </a:lnTo>
                  <a:lnTo>
                    <a:pt x="1997577" y="566861"/>
                  </a:lnTo>
                  <a:lnTo>
                    <a:pt x="1997586" y="566880"/>
                  </a:lnTo>
                  <a:lnTo>
                    <a:pt x="1997590" y="566890"/>
                  </a:lnTo>
                  <a:lnTo>
                    <a:pt x="1997585" y="566895"/>
                  </a:lnTo>
                  <a:lnTo>
                    <a:pt x="1997557" y="566922"/>
                  </a:lnTo>
                  <a:lnTo>
                    <a:pt x="1997570" y="566945"/>
                  </a:lnTo>
                  <a:lnTo>
                    <a:pt x="1997572" y="566951"/>
                  </a:lnTo>
                  <a:lnTo>
                    <a:pt x="1997576" y="566962"/>
                  </a:lnTo>
                  <a:lnTo>
                    <a:pt x="1997586" y="566988"/>
                  </a:lnTo>
                  <a:lnTo>
                    <a:pt x="1997564" y="567010"/>
                  </a:lnTo>
                  <a:lnTo>
                    <a:pt x="1997556" y="567017"/>
                  </a:lnTo>
                  <a:lnTo>
                    <a:pt x="1997543" y="567041"/>
                  </a:lnTo>
                  <a:lnTo>
                    <a:pt x="1997526" y="567046"/>
                  </a:lnTo>
                  <a:lnTo>
                    <a:pt x="1997514" y="567050"/>
                  </a:lnTo>
                  <a:lnTo>
                    <a:pt x="1997508" y="567073"/>
                  </a:lnTo>
                  <a:lnTo>
                    <a:pt x="1997504" y="567088"/>
                  </a:lnTo>
                  <a:lnTo>
                    <a:pt x="1997501" y="567098"/>
                  </a:lnTo>
                  <a:lnTo>
                    <a:pt x="1997489" y="567119"/>
                  </a:lnTo>
                  <a:lnTo>
                    <a:pt x="1997463" y="567133"/>
                  </a:lnTo>
                  <a:lnTo>
                    <a:pt x="1997458" y="567153"/>
                  </a:lnTo>
                  <a:lnTo>
                    <a:pt x="1997449" y="567178"/>
                  </a:lnTo>
                  <a:lnTo>
                    <a:pt x="1997436" y="567188"/>
                  </a:lnTo>
                  <a:lnTo>
                    <a:pt x="1997424" y="567180"/>
                  </a:lnTo>
                  <a:lnTo>
                    <a:pt x="1997418" y="567178"/>
                  </a:lnTo>
                  <a:lnTo>
                    <a:pt x="1997405" y="567186"/>
                  </a:lnTo>
                  <a:lnTo>
                    <a:pt x="1997388" y="567213"/>
                  </a:lnTo>
                  <a:lnTo>
                    <a:pt x="1997390" y="567234"/>
                  </a:lnTo>
                  <a:lnTo>
                    <a:pt x="1997390" y="567239"/>
                  </a:lnTo>
                  <a:lnTo>
                    <a:pt x="1997392" y="567253"/>
                  </a:lnTo>
                  <a:lnTo>
                    <a:pt x="1997382" y="567266"/>
                  </a:lnTo>
                  <a:lnTo>
                    <a:pt x="1997376" y="567262"/>
                  </a:lnTo>
                  <a:lnTo>
                    <a:pt x="1997372" y="567259"/>
                  </a:lnTo>
                  <a:lnTo>
                    <a:pt x="1997345" y="567250"/>
                  </a:lnTo>
                  <a:lnTo>
                    <a:pt x="1997317" y="567252"/>
                  </a:lnTo>
                  <a:lnTo>
                    <a:pt x="1997315" y="567255"/>
                  </a:lnTo>
                  <a:lnTo>
                    <a:pt x="1997299" y="567277"/>
                  </a:lnTo>
                  <a:lnTo>
                    <a:pt x="1997287" y="567285"/>
                  </a:lnTo>
                  <a:lnTo>
                    <a:pt x="1997273" y="567294"/>
                  </a:lnTo>
                  <a:lnTo>
                    <a:pt x="1997250" y="567309"/>
                  </a:lnTo>
                  <a:lnTo>
                    <a:pt x="1997230" y="567319"/>
                  </a:lnTo>
                  <a:lnTo>
                    <a:pt x="1997156" y="567354"/>
                  </a:lnTo>
                  <a:lnTo>
                    <a:pt x="1997118" y="567374"/>
                  </a:lnTo>
                  <a:lnTo>
                    <a:pt x="1997107" y="567378"/>
                  </a:lnTo>
                  <a:lnTo>
                    <a:pt x="1997092" y="567388"/>
                  </a:lnTo>
                  <a:lnTo>
                    <a:pt x="1997072" y="567401"/>
                  </a:lnTo>
                  <a:lnTo>
                    <a:pt x="1997057" y="567408"/>
                  </a:lnTo>
                  <a:lnTo>
                    <a:pt x="1997051" y="567409"/>
                  </a:lnTo>
                  <a:lnTo>
                    <a:pt x="1997041" y="567414"/>
                  </a:lnTo>
                  <a:lnTo>
                    <a:pt x="1997032" y="567416"/>
                  </a:lnTo>
                  <a:lnTo>
                    <a:pt x="1997016" y="567424"/>
                  </a:lnTo>
                  <a:lnTo>
                    <a:pt x="1997004" y="567431"/>
                  </a:lnTo>
                  <a:lnTo>
                    <a:pt x="1996997" y="567433"/>
                  </a:lnTo>
                  <a:lnTo>
                    <a:pt x="1997007" y="567470"/>
                  </a:lnTo>
                  <a:lnTo>
                    <a:pt x="1997038" y="567468"/>
                  </a:lnTo>
                  <a:lnTo>
                    <a:pt x="1997110" y="567475"/>
                  </a:lnTo>
                  <a:lnTo>
                    <a:pt x="1997131" y="567478"/>
                  </a:lnTo>
                  <a:lnTo>
                    <a:pt x="1997284" y="567697"/>
                  </a:lnTo>
                  <a:lnTo>
                    <a:pt x="1997257" y="567852"/>
                  </a:lnTo>
                  <a:lnTo>
                    <a:pt x="1997063" y="567885"/>
                  </a:lnTo>
                  <a:lnTo>
                    <a:pt x="1996993" y="567888"/>
                  </a:lnTo>
                  <a:lnTo>
                    <a:pt x="1996874" y="567793"/>
                  </a:lnTo>
                  <a:lnTo>
                    <a:pt x="1996867" y="567776"/>
                  </a:lnTo>
                  <a:lnTo>
                    <a:pt x="1996837" y="567637"/>
                  </a:lnTo>
                  <a:lnTo>
                    <a:pt x="1996822" y="567512"/>
                  </a:lnTo>
                  <a:lnTo>
                    <a:pt x="1996816" y="567515"/>
                  </a:lnTo>
                  <a:lnTo>
                    <a:pt x="1996801" y="567520"/>
                  </a:lnTo>
                  <a:lnTo>
                    <a:pt x="1996797" y="567522"/>
                  </a:lnTo>
                  <a:lnTo>
                    <a:pt x="1996794" y="567524"/>
                  </a:lnTo>
                  <a:lnTo>
                    <a:pt x="1996777" y="567529"/>
                  </a:lnTo>
                  <a:lnTo>
                    <a:pt x="1996772" y="567530"/>
                  </a:lnTo>
                  <a:lnTo>
                    <a:pt x="1996710" y="567548"/>
                  </a:lnTo>
                  <a:lnTo>
                    <a:pt x="1996661" y="567563"/>
                  </a:lnTo>
                  <a:lnTo>
                    <a:pt x="1996655" y="567564"/>
                  </a:lnTo>
                  <a:lnTo>
                    <a:pt x="1996651" y="567565"/>
                  </a:lnTo>
                  <a:lnTo>
                    <a:pt x="1996576" y="567577"/>
                  </a:lnTo>
                  <a:lnTo>
                    <a:pt x="1996562" y="567579"/>
                  </a:lnTo>
                  <a:lnTo>
                    <a:pt x="1996550" y="567581"/>
                  </a:lnTo>
                  <a:lnTo>
                    <a:pt x="1996528" y="567585"/>
                  </a:lnTo>
                  <a:lnTo>
                    <a:pt x="1996518" y="567586"/>
                  </a:lnTo>
                  <a:lnTo>
                    <a:pt x="1996500" y="567587"/>
                  </a:lnTo>
                  <a:lnTo>
                    <a:pt x="1996456" y="567589"/>
                  </a:lnTo>
                  <a:lnTo>
                    <a:pt x="1996431" y="567590"/>
                  </a:lnTo>
                  <a:lnTo>
                    <a:pt x="1996401" y="567586"/>
                  </a:lnTo>
                  <a:lnTo>
                    <a:pt x="1996384" y="567584"/>
                  </a:lnTo>
                  <a:lnTo>
                    <a:pt x="1996302" y="567574"/>
                  </a:lnTo>
                  <a:lnTo>
                    <a:pt x="1996259" y="567568"/>
                  </a:lnTo>
                  <a:lnTo>
                    <a:pt x="1996249" y="567566"/>
                  </a:lnTo>
                  <a:lnTo>
                    <a:pt x="1996213" y="567559"/>
                  </a:lnTo>
                  <a:lnTo>
                    <a:pt x="1996187" y="567554"/>
                  </a:lnTo>
                  <a:lnTo>
                    <a:pt x="1996140" y="567536"/>
                  </a:lnTo>
                  <a:lnTo>
                    <a:pt x="1996117" y="567527"/>
                  </a:lnTo>
                  <a:lnTo>
                    <a:pt x="1996113" y="567525"/>
                  </a:lnTo>
                  <a:lnTo>
                    <a:pt x="1996108" y="567524"/>
                  </a:lnTo>
                  <a:lnTo>
                    <a:pt x="1996058" y="567513"/>
                  </a:lnTo>
                  <a:lnTo>
                    <a:pt x="1995955" y="567492"/>
                  </a:lnTo>
                  <a:lnTo>
                    <a:pt x="1995947" y="567491"/>
                  </a:lnTo>
                  <a:lnTo>
                    <a:pt x="1995941" y="567494"/>
                  </a:lnTo>
                  <a:lnTo>
                    <a:pt x="1995931" y="567496"/>
                  </a:lnTo>
                  <a:lnTo>
                    <a:pt x="1995926" y="567497"/>
                  </a:lnTo>
                  <a:lnTo>
                    <a:pt x="1995605" y="567598"/>
                  </a:lnTo>
                  <a:lnTo>
                    <a:pt x="1995547" y="567616"/>
                  </a:lnTo>
                  <a:lnTo>
                    <a:pt x="1995247" y="567713"/>
                  </a:lnTo>
                  <a:lnTo>
                    <a:pt x="1995249" y="567719"/>
                  </a:lnTo>
                  <a:lnTo>
                    <a:pt x="1995247" y="567733"/>
                  </a:lnTo>
                  <a:lnTo>
                    <a:pt x="1995190" y="567739"/>
                  </a:lnTo>
                  <a:lnTo>
                    <a:pt x="1995136" y="567751"/>
                  </a:lnTo>
                  <a:lnTo>
                    <a:pt x="1995117" y="567764"/>
                  </a:lnTo>
                  <a:lnTo>
                    <a:pt x="1995112" y="567768"/>
                  </a:lnTo>
                  <a:lnTo>
                    <a:pt x="1995107" y="567771"/>
                  </a:lnTo>
                  <a:lnTo>
                    <a:pt x="1995058" y="567801"/>
                  </a:lnTo>
                  <a:lnTo>
                    <a:pt x="1995054" y="567802"/>
                  </a:lnTo>
                  <a:lnTo>
                    <a:pt x="1994935" y="567851"/>
                  </a:lnTo>
                  <a:lnTo>
                    <a:pt x="1994887" y="567868"/>
                  </a:lnTo>
                  <a:lnTo>
                    <a:pt x="1994851" y="567880"/>
                  </a:lnTo>
                  <a:lnTo>
                    <a:pt x="1994841" y="567884"/>
                  </a:lnTo>
                  <a:lnTo>
                    <a:pt x="1994832" y="567887"/>
                  </a:lnTo>
                  <a:lnTo>
                    <a:pt x="1994796" y="567902"/>
                  </a:lnTo>
                  <a:lnTo>
                    <a:pt x="1994772" y="567911"/>
                  </a:lnTo>
                  <a:lnTo>
                    <a:pt x="1994738" y="567907"/>
                  </a:lnTo>
                  <a:lnTo>
                    <a:pt x="1994697" y="567902"/>
                  </a:lnTo>
                  <a:lnTo>
                    <a:pt x="1994597" y="567933"/>
                  </a:lnTo>
                  <a:lnTo>
                    <a:pt x="1994575" y="567940"/>
                  </a:lnTo>
                  <a:lnTo>
                    <a:pt x="1994436" y="567953"/>
                  </a:lnTo>
                  <a:lnTo>
                    <a:pt x="1994380" y="567961"/>
                  </a:lnTo>
                  <a:lnTo>
                    <a:pt x="1994349" y="567975"/>
                  </a:lnTo>
                  <a:lnTo>
                    <a:pt x="1994230" y="568027"/>
                  </a:lnTo>
                  <a:lnTo>
                    <a:pt x="1994173" y="568053"/>
                  </a:lnTo>
                  <a:lnTo>
                    <a:pt x="1994143" y="568067"/>
                  </a:lnTo>
                  <a:lnTo>
                    <a:pt x="1994075" y="568087"/>
                  </a:lnTo>
                  <a:lnTo>
                    <a:pt x="1994066" y="568089"/>
                  </a:lnTo>
                  <a:lnTo>
                    <a:pt x="1993992" y="568111"/>
                  </a:lnTo>
                  <a:lnTo>
                    <a:pt x="1993987" y="568112"/>
                  </a:lnTo>
                  <a:lnTo>
                    <a:pt x="1993982" y="568112"/>
                  </a:lnTo>
                  <a:lnTo>
                    <a:pt x="1993964" y="568111"/>
                  </a:lnTo>
                  <a:lnTo>
                    <a:pt x="1993960" y="568111"/>
                  </a:lnTo>
                  <a:lnTo>
                    <a:pt x="1993954" y="568113"/>
                  </a:lnTo>
                  <a:lnTo>
                    <a:pt x="1993948" y="568114"/>
                  </a:lnTo>
                  <a:lnTo>
                    <a:pt x="1993926" y="568117"/>
                  </a:lnTo>
                  <a:lnTo>
                    <a:pt x="1993918" y="568117"/>
                  </a:lnTo>
                  <a:lnTo>
                    <a:pt x="1993912" y="568117"/>
                  </a:lnTo>
                  <a:lnTo>
                    <a:pt x="1993907" y="568117"/>
                  </a:lnTo>
                  <a:lnTo>
                    <a:pt x="1993903" y="568117"/>
                  </a:lnTo>
                  <a:lnTo>
                    <a:pt x="1993899" y="568119"/>
                  </a:lnTo>
                  <a:lnTo>
                    <a:pt x="1993765" y="568157"/>
                  </a:lnTo>
                  <a:lnTo>
                    <a:pt x="1993607" y="568202"/>
                  </a:lnTo>
                  <a:lnTo>
                    <a:pt x="1993502" y="568210"/>
                  </a:lnTo>
                  <a:lnTo>
                    <a:pt x="1993497" y="568211"/>
                  </a:lnTo>
                  <a:lnTo>
                    <a:pt x="1993489" y="568215"/>
                  </a:lnTo>
                  <a:lnTo>
                    <a:pt x="1993484" y="568218"/>
                  </a:lnTo>
                  <a:lnTo>
                    <a:pt x="1993481" y="568223"/>
                  </a:lnTo>
                  <a:lnTo>
                    <a:pt x="1993452" y="568237"/>
                  </a:lnTo>
                  <a:lnTo>
                    <a:pt x="1993428" y="568247"/>
                  </a:lnTo>
                  <a:lnTo>
                    <a:pt x="1993364" y="568274"/>
                  </a:lnTo>
                  <a:lnTo>
                    <a:pt x="1993209" y="568408"/>
                  </a:lnTo>
                  <a:lnTo>
                    <a:pt x="1993173" y="568470"/>
                  </a:lnTo>
                  <a:lnTo>
                    <a:pt x="1993170" y="568474"/>
                  </a:lnTo>
                  <a:lnTo>
                    <a:pt x="1993137" y="568531"/>
                  </a:lnTo>
                  <a:lnTo>
                    <a:pt x="1993124" y="568552"/>
                  </a:lnTo>
                  <a:lnTo>
                    <a:pt x="1993110" y="568539"/>
                  </a:lnTo>
                  <a:lnTo>
                    <a:pt x="1993102" y="568526"/>
                  </a:lnTo>
                  <a:lnTo>
                    <a:pt x="1993091" y="568509"/>
                  </a:lnTo>
                  <a:lnTo>
                    <a:pt x="1993087" y="568504"/>
                  </a:lnTo>
                  <a:lnTo>
                    <a:pt x="1993081" y="568504"/>
                  </a:lnTo>
                  <a:lnTo>
                    <a:pt x="1993077" y="568508"/>
                  </a:lnTo>
                  <a:lnTo>
                    <a:pt x="1993073" y="568514"/>
                  </a:lnTo>
                  <a:lnTo>
                    <a:pt x="1993072" y="568520"/>
                  </a:lnTo>
                  <a:lnTo>
                    <a:pt x="1993072" y="568526"/>
                  </a:lnTo>
                  <a:lnTo>
                    <a:pt x="1993070" y="568531"/>
                  </a:lnTo>
                  <a:lnTo>
                    <a:pt x="1993066" y="568534"/>
                  </a:lnTo>
                  <a:lnTo>
                    <a:pt x="1993045" y="568598"/>
                  </a:lnTo>
                  <a:lnTo>
                    <a:pt x="1993040" y="568614"/>
                  </a:lnTo>
                  <a:lnTo>
                    <a:pt x="1992916" y="568649"/>
                  </a:lnTo>
                  <a:lnTo>
                    <a:pt x="1992907" y="568648"/>
                  </a:lnTo>
                  <a:lnTo>
                    <a:pt x="1992885" y="568642"/>
                  </a:lnTo>
                  <a:lnTo>
                    <a:pt x="1992862" y="568660"/>
                  </a:lnTo>
                  <a:lnTo>
                    <a:pt x="1992842" y="568674"/>
                  </a:lnTo>
                  <a:lnTo>
                    <a:pt x="1992827" y="568685"/>
                  </a:lnTo>
                  <a:lnTo>
                    <a:pt x="1992737" y="568762"/>
                  </a:lnTo>
                  <a:lnTo>
                    <a:pt x="1992660" y="568828"/>
                  </a:lnTo>
                  <a:lnTo>
                    <a:pt x="1992518" y="568949"/>
                  </a:lnTo>
                  <a:lnTo>
                    <a:pt x="1992504" y="568962"/>
                  </a:lnTo>
                  <a:lnTo>
                    <a:pt x="1992486" y="568979"/>
                  </a:lnTo>
                  <a:lnTo>
                    <a:pt x="1992446" y="569017"/>
                  </a:lnTo>
                  <a:lnTo>
                    <a:pt x="1992441" y="569023"/>
                  </a:lnTo>
                  <a:lnTo>
                    <a:pt x="1992387" y="569096"/>
                  </a:lnTo>
                  <a:lnTo>
                    <a:pt x="1992340" y="569159"/>
                  </a:lnTo>
                  <a:lnTo>
                    <a:pt x="1992319" y="569176"/>
                  </a:lnTo>
                  <a:lnTo>
                    <a:pt x="1992260" y="569225"/>
                  </a:lnTo>
                  <a:lnTo>
                    <a:pt x="1992237" y="569244"/>
                  </a:lnTo>
                  <a:lnTo>
                    <a:pt x="1992231" y="569248"/>
                  </a:lnTo>
                  <a:lnTo>
                    <a:pt x="1992226" y="569251"/>
                  </a:lnTo>
                  <a:lnTo>
                    <a:pt x="1992217" y="569255"/>
                  </a:lnTo>
                  <a:lnTo>
                    <a:pt x="1992207" y="569257"/>
                  </a:lnTo>
                  <a:lnTo>
                    <a:pt x="1992203" y="569257"/>
                  </a:lnTo>
                  <a:lnTo>
                    <a:pt x="1992199" y="569257"/>
                  </a:lnTo>
                  <a:lnTo>
                    <a:pt x="1992194" y="569256"/>
                  </a:lnTo>
                  <a:lnTo>
                    <a:pt x="1992187" y="569254"/>
                  </a:lnTo>
                  <a:lnTo>
                    <a:pt x="1992182" y="569259"/>
                  </a:lnTo>
                  <a:lnTo>
                    <a:pt x="1992081" y="569323"/>
                  </a:lnTo>
                  <a:lnTo>
                    <a:pt x="1992074" y="569326"/>
                  </a:lnTo>
                  <a:lnTo>
                    <a:pt x="1992072" y="569331"/>
                  </a:lnTo>
                  <a:lnTo>
                    <a:pt x="1992070" y="569336"/>
                  </a:lnTo>
                  <a:lnTo>
                    <a:pt x="1992067" y="569340"/>
                  </a:lnTo>
                  <a:lnTo>
                    <a:pt x="1992059" y="569352"/>
                  </a:lnTo>
                  <a:lnTo>
                    <a:pt x="1992056" y="569357"/>
                  </a:lnTo>
                  <a:lnTo>
                    <a:pt x="1992052" y="569366"/>
                  </a:lnTo>
                  <a:lnTo>
                    <a:pt x="1992046" y="569369"/>
                  </a:lnTo>
                  <a:lnTo>
                    <a:pt x="1992042" y="569366"/>
                  </a:lnTo>
                  <a:lnTo>
                    <a:pt x="1992034" y="569353"/>
                  </a:lnTo>
                  <a:lnTo>
                    <a:pt x="1992028" y="569356"/>
                  </a:lnTo>
                  <a:lnTo>
                    <a:pt x="1992023" y="569358"/>
                  </a:lnTo>
                  <a:lnTo>
                    <a:pt x="1992016" y="569359"/>
                  </a:lnTo>
                  <a:lnTo>
                    <a:pt x="1992012" y="569360"/>
                  </a:lnTo>
                  <a:lnTo>
                    <a:pt x="1992005" y="569364"/>
                  </a:lnTo>
                  <a:lnTo>
                    <a:pt x="1992001" y="569367"/>
                  </a:lnTo>
                  <a:lnTo>
                    <a:pt x="1991998" y="569368"/>
                  </a:lnTo>
                  <a:lnTo>
                    <a:pt x="1991994" y="569370"/>
                  </a:lnTo>
                  <a:lnTo>
                    <a:pt x="1991988" y="569372"/>
                  </a:lnTo>
                  <a:lnTo>
                    <a:pt x="1991974" y="569376"/>
                  </a:lnTo>
                  <a:lnTo>
                    <a:pt x="1991968" y="569378"/>
                  </a:lnTo>
                  <a:lnTo>
                    <a:pt x="1991962" y="569379"/>
                  </a:lnTo>
                  <a:lnTo>
                    <a:pt x="1991953" y="569380"/>
                  </a:lnTo>
                  <a:lnTo>
                    <a:pt x="1991948" y="569381"/>
                  </a:lnTo>
                  <a:lnTo>
                    <a:pt x="1991905" y="569394"/>
                  </a:lnTo>
                  <a:lnTo>
                    <a:pt x="1991900" y="569396"/>
                  </a:lnTo>
                  <a:lnTo>
                    <a:pt x="1991896" y="569396"/>
                  </a:lnTo>
                  <a:lnTo>
                    <a:pt x="1991891" y="569397"/>
                  </a:lnTo>
                  <a:lnTo>
                    <a:pt x="1991882" y="569398"/>
                  </a:lnTo>
                  <a:lnTo>
                    <a:pt x="1991877" y="569399"/>
                  </a:lnTo>
                  <a:lnTo>
                    <a:pt x="1991872" y="569400"/>
                  </a:lnTo>
                  <a:lnTo>
                    <a:pt x="1991867" y="569402"/>
                  </a:lnTo>
                  <a:lnTo>
                    <a:pt x="1991854" y="569411"/>
                  </a:lnTo>
                  <a:lnTo>
                    <a:pt x="1991849" y="569414"/>
                  </a:lnTo>
                  <a:lnTo>
                    <a:pt x="1991843" y="569417"/>
                  </a:lnTo>
                  <a:lnTo>
                    <a:pt x="1991836" y="569420"/>
                  </a:lnTo>
                  <a:lnTo>
                    <a:pt x="1991783" y="569443"/>
                  </a:lnTo>
                  <a:lnTo>
                    <a:pt x="1991773" y="569447"/>
                  </a:lnTo>
                  <a:lnTo>
                    <a:pt x="1991764" y="569449"/>
                  </a:lnTo>
                  <a:lnTo>
                    <a:pt x="1991749" y="569455"/>
                  </a:lnTo>
                  <a:lnTo>
                    <a:pt x="1991741" y="569458"/>
                  </a:lnTo>
                  <a:lnTo>
                    <a:pt x="1991737" y="569461"/>
                  </a:lnTo>
                  <a:lnTo>
                    <a:pt x="1991730" y="569466"/>
                  </a:lnTo>
                  <a:lnTo>
                    <a:pt x="1991726" y="569468"/>
                  </a:lnTo>
                  <a:lnTo>
                    <a:pt x="1991721" y="569469"/>
                  </a:lnTo>
                  <a:lnTo>
                    <a:pt x="1991716" y="569471"/>
                  </a:lnTo>
                  <a:lnTo>
                    <a:pt x="1991636" y="569513"/>
                  </a:lnTo>
                  <a:lnTo>
                    <a:pt x="1991624" y="569520"/>
                  </a:lnTo>
                  <a:lnTo>
                    <a:pt x="1991590" y="569539"/>
                  </a:lnTo>
                  <a:lnTo>
                    <a:pt x="1991572" y="569550"/>
                  </a:lnTo>
                  <a:lnTo>
                    <a:pt x="1991557" y="569559"/>
                  </a:lnTo>
                  <a:lnTo>
                    <a:pt x="1991530" y="569573"/>
                  </a:lnTo>
                  <a:lnTo>
                    <a:pt x="1991510" y="569581"/>
                  </a:lnTo>
                  <a:lnTo>
                    <a:pt x="1991497" y="569587"/>
                  </a:lnTo>
                  <a:lnTo>
                    <a:pt x="1991486" y="569592"/>
                  </a:lnTo>
                  <a:lnTo>
                    <a:pt x="1991519" y="569603"/>
                  </a:lnTo>
                  <a:lnTo>
                    <a:pt x="1991575" y="569622"/>
                  </a:lnTo>
                  <a:lnTo>
                    <a:pt x="1991618" y="569639"/>
                  </a:lnTo>
                  <a:lnTo>
                    <a:pt x="1991844" y="569638"/>
                  </a:lnTo>
                  <a:lnTo>
                    <a:pt x="1991949" y="569665"/>
                  </a:lnTo>
                  <a:lnTo>
                    <a:pt x="1992085" y="569760"/>
                  </a:lnTo>
                  <a:lnTo>
                    <a:pt x="1992279" y="569903"/>
                  </a:lnTo>
                  <a:lnTo>
                    <a:pt x="1992295" y="569951"/>
                  </a:lnTo>
                  <a:lnTo>
                    <a:pt x="1992259" y="569994"/>
                  </a:lnTo>
                  <a:lnTo>
                    <a:pt x="1992110" y="569924"/>
                  </a:lnTo>
                  <a:lnTo>
                    <a:pt x="1991965" y="569815"/>
                  </a:lnTo>
                  <a:lnTo>
                    <a:pt x="1991844" y="569777"/>
                  </a:lnTo>
                  <a:lnTo>
                    <a:pt x="1991471" y="569791"/>
                  </a:lnTo>
                  <a:lnTo>
                    <a:pt x="1991380" y="569805"/>
                  </a:lnTo>
                  <a:lnTo>
                    <a:pt x="1991241" y="569786"/>
                  </a:lnTo>
                  <a:lnTo>
                    <a:pt x="1991182" y="569736"/>
                  </a:lnTo>
                  <a:lnTo>
                    <a:pt x="1990995" y="569799"/>
                  </a:lnTo>
                  <a:lnTo>
                    <a:pt x="1990901" y="569830"/>
                  </a:lnTo>
                  <a:lnTo>
                    <a:pt x="1990894" y="569832"/>
                  </a:lnTo>
                  <a:lnTo>
                    <a:pt x="1990780" y="569869"/>
                  </a:lnTo>
                  <a:lnTo>
                    <a:pt x="1990703" y="569892"/>
                  </a:lnTo>
                  <a:lnTo>
                    <a:pt x="1990697" y="569893"/>
                  </a:lnTo>
                  <a:lnTo>
                    <a:pt x="1990551" y="569949"/>
                  </a:lnTo>
                  <a:lnTo>
                    <a:pt x="1990434" y="569993"/>
                  </a:lnTo>
                  <a:lnTo>
                    <a:pt x="1990382" y="570013"/>
                  </a:lnTo>
                  <a:lnTo>
                    <a:pt x="1990368" y="570018"/>
                  </a:lnTo>
                  <a:lnTo>
                    <a:pt x="1990346" y="570026"/>
                  </a:lnTo>
                  <a:lnTo>
                    <a:pt x="1990235" y="570069"/>
                  </a:lnTo>
                  <a:lnTo>
                    <a:pt x="1990178" y="570090"/>
                  </a:lnTo>
                  <a:lnTo>
                    <a:pt x="1990138" y="570105"/>
                  </a:lnTo>
                  <a:lnTo>
                    <a:pt x="1990130" y="570106"/>
                  </a:lnTo>
                  <a:lnTo>
                    <a:pt x="1990124" y="570108"/>
                  </a:lnTo>
                  <a:lnTo>
                    <a:pt x="1990116" y="570110"/>
                  </a:lnTo>
                  <a:lnTo>
                    <a:pt x="1990111" y="570112"/>
                  </a:lnTo>
                  <a:lnTo>
                    <a:pt x="1990107" y="570114"/>
                  </a:lnTo>
                  <a:lnTo>
                    <a:pt x="1990102" y="570117"/>
                  </a:lnTo>
                  <a:lnTo>
                    <a:pt x="1990089" y="570120"/>
                  </a:lnTo>
                  <a:lnTo>
                    <a:pt x="1990083" y="570122"/>
                  </a:lnTo>
                  <a:lnTo>
                    <a:pt x="1990078" y="570123"/>
                  </a:lnTo>
                  <a:lnTo>
                    <a:pt x="1990073" y="570125"/>
                  </a:lnTo>
                  <a:lnTo>
                    <a:pt x="1990068" y="570127"/>
                  </a:lnTo>
                  <a:lnTo>
                    <a:pt x="1990063" y="570130"/>
                  </a:lnTo>
                  <a:lnTo>
                    <a:pt x="1990057" y="570134"/>
                  </a:lnTo>
                  <a:lnTo>
                    <a:pt x="1990053" y="570137"/>
                  </a:lnTo>
                  <a:lnTo>
                    <a:pt x="1990046" y="570145"/>
                  </a:lnTo>
                  <a:lnTo>
                    <a:pt x="1990042" y="570147"/>
                  </a:lnTo>
                  <a:lnTo>
                    <a:pt x="1990030" y="570147"/>
                  </a:lnTo>
                  <a:lnTo>
                    <a:pt x="1990024" y="570148"/>
                  </a:lnTo>
                  <a:lnTo>
                    <a:pt x="1990019" y="570150"/>
                  </a:lnTo>
                  <a:lnTo>
                    <a:pt x="1990015" y="570151"/>
                  </a:lnTo>
                  <a:lnTo>
                    <a:pt x="1990010" y="570154"/>
                  </a:lnTo>
                  <a:lnTo>
                    <a:pt x="1990006" y="570157"/>
                  </a:lnTo>
                  <a:lnTo>
                    <a:pt x="1990001" y="570161"/>
                  </a:lnTo>
                  <a:lnTo>
                    <a:pt x="1989997" y="570163"/>
                  </a:lnTo>
                  <a:lnTo>
                    <a:pt x="1989992" y="570166"/>
                  </a:lnTo>
                  <a:lnTo>
                    <a:pt x="1989980" y="570169"/>
                  </a:lnTo>
                  <a:lnTo>
                    <a:pt x="1989975" y="570171"/>
                  </a:lnTo>
                  <a:lnTo>
                    <a:pt x="1989971" y="570173"/>
                  </a:lnTo>
                  <a:lnTo>
                    <a:pt x="1989960" y="570179"/>
                  </a:lnTo>
                  <a:lnTo>
                    <a:pt x="1989955" y="570181"/>
                  </a:lnTo>
                  <a:lnTo>
                    <a:pt x="1989931" y="570190"/>
                  </a:lnTo>
                  <a:lnTo>
                    <a:pt x="1989922" y="570193"/>
                  </a:lnTo>
                  <a:lnTo>
                    <a:pt x="1989846" y="570232"/>
                  </a:lnTo>
                  <a:lnTo>
                    <a:pt x="1989810" y="570250"/>
                  </a:lnTo>
                  <a:lnTo>
                    <a:pt x="1989805" y="570251"/>
                  </a:lnTo>
                  <a:lnTo>
                    <a:pt x="1989800" y="570253"/>
                  </a:lnTo>
                  <a:lnTo>
                    <a:pt x="1989793" y="570257"/>
                  </a:lnTo>
                  <a:lnTo>
                    <a:pt x="1989786" y="570260"/>
                  </a:lnTo>
                  <a:lnTo>
                    <a:pt x="1989771" y="570269"/>
                  </a:lnTo>
                  <a:lnTo>
                    <a:pt x="1989762" y="570274"/>
                  </a:lnTo>
                  <a:lnTo>
                    <a:pt x="1989755" y="570278"/>
                  </a:lnTo>
                  <a:lnTo>
                    <a:pt x="1989716" y="570298"/>
                  </a:lnTo>
                  <a:lnTo>
                    <a:pt x="1989673" y="570321"/>
                  </a:lnTo>
                  <a:lnTo>
                    <a:pt x="1989660" y="570329"/>
                  </a:lnTo>
                  <a:lnTo>
                    <a:pt x="1989654" y="570333"/>
                  </a:lnTo>
                  <a:lnTo>
                    <a:pt x="1989650" y="570336"/>
                  </a:lnTo>
                  <a:lnTo>
                    <a:pt x="1989647" y="570339"/>
                  </a:lnTo>
                  <a:lnTo>
                    <a:pt x="1989641" y="570343"/>
                  </a:lnTo>
                  <a:lnTo>
                    <a:pt x="1989636" y="570346"/>
                  </a:lnTo>
                  <a:lnTo>
                    <a:pt x="1989631" y="570349"/>
                  </a:lnTo>
                  <a:lnTo>
                    <a:pt x="1989625" y="570353"/>
                  </a:lnTo>
                  <a:lnTo>
                    <a:pt x="1989643" y="570404"/>
                  </a:lnTo>
                  <a:lnTo>
                    <a:pt x="1989647" y="570425"/>
                  </a:lnTo>
                  <a:lnTo>
                    <a:pt x="1989720" y="570485"/>
                  </a:lnTo>
                  <a:lnTo>
                    <a:pt x="1989780" y="570515"/>
                  </a:lnTo>
                  <a:lnTo>
                    <a:pt x="1989946" y="570578"/>
                  </a:lnTo>
                  <a:lnTo>
                    <a:pt x="1990175" y="570638"/>
                  </a:lnTo>
                  <a:lnTo>
                    <a:pt x="1990515" y="570867"/>
                  </a:lnTo>
                  <a:lnTo>
                    <a:pt x="1990625" y="570945"/>
                  </a:lnTo>
                  <a:lnTo>
                    <a:pt x="1990656" y="570977"/>
                  </a:lnTo>
                  <a:lnTo>
                    <a:pt x="1990656" y="570986"/>
                  </a:lnTo>
                  <a:lnTo>
                    <a:pt x="1990575" y="571010"/>
                  </a:lnTo>
                  <a:lnTo>
                    <a:pt x="1990530" y="571000"/>
                  </a:lnTo>
                  <a:lnTo>
                    <a:pt x="1990499" y="570975"/>
                  </a:lnTo>
                  <a:lnTo>
                    <a:pt x="1990477" y="570959"/>
                  </a:lnTo>
                  <a:lnTo>
                    <a:pt x="1990443" y="570939"/>
                  </a:lnTo>
                  <a:lnTo>
                    <a:pt x="1990279" y="570852"/>
                  </a:lnTo>
                  <a:lnTo>
                    <a:pt x="1990154" y="570810"/>
                  </a:lnTo>
                  <a:lnTo>
                    <a:pt x="1989776" y="570694"/>
                  </a:lnTo>
                  <a:lnTo>
                    <a:pt x="1989669" y="570725"/>
                  </a:lnTo>
                  <a:lnTo>
                    <a:pt x="1989549" y="570746"/>
                  </a:lnTo>
                  <a:lnTo>
                    <a:pt x="1989526" y="570723"/>
                  </a:lnTo>
                  <a:lnTo>
                    <a:pt x="1989403" y="570602"/>
                  </a:lnTo>
                  <a:lnTo>
                    <a:pt x="1989314" y="570577"/>
                  </a:lnTo>
                  <a:lnTo>
                    <a:pt x="1989129" y="570563"/>
                  </a:lnTo>
                  <a:lnTo>
                    <a:pt x="1989091" y="570560"/>
                  </a:lnTo>
                  <a:lnTo>
                    <a:pt x="1988938" y="570621"/>
                  </a:lnTo>
                  <a:lnTo>
                    <a:pt x="1988889" y="570636"/>
                  </a:lnTo>
                  <a:lnTo>
                    <a:pt x="1988833" y="570652"/>
                  </a:lnTo>
                  <a:lnTo>
                    <a:pt x="1988825" y="570654"/>
                  </a:lnTo>
                  <a:lnTo>
                    <a:pt x="1988809" y="570659"/>
                  </a:lnTo>
                  <a:lnTo>
                    <a:pt x="1988782" y="570667"/>
                  </a:lnTo>
                  <a:lnTo>
                    <a:pt x="1988771" y="570670"/>
                  </a:lnTo>
                  <a:lnTo>
                    <a:pt x="1988755" y="570675"/>
                  </a:lnTo>
                  <a:lnTo>
                    <a:pt x="1988737" y="570680"/>
                  </a:lnTo>
                  <a:lnTo>
                    <a:pt x="1988648" y="570706"/>
                  </a:lnTo>
                  <a:lnTo>
                    <a:pt x="1988600" y="570720"/>
                  </a:lnTo>
                  <a:lnTo>
                    <a:pt x="1988588" y="570724"/>
                  </a:lnTo>
                  <a:lnTo>
                    <a:pt x="1988582" y="570724"/>
                  </a:lnTo>
                  <a:lnTo>
                    <a:pt x="1988577" y="570724"/>
                  </a:lnTo>
                  <a:lnTo>
                    <a:pt x="1988570" y="570726"/>
                  </a:lnTo>
                  <a:lnTo>
                    <a:pt x="1988564" y="570728"/>
                  </a:lnTo>
                  <a:lnTo>
                    <a:pt x="1988556" y="570729"/>
                  </a:lnTo>
                  <a:lnTo>
                    <a:pt x="1988547" y="570732"/>
                  </a:lnTo>
                  <a:lnTo>
                    <a:pt x="1988532" y="570737"/>
                  </a:lnTo>
                  <a:lnTo>
                    <a:pt x="1988527" y="570738"/>
                  </a:lnTo>
                  <a:lnTo>
                    <a:pt x="1988521" y="570739"/>
                  </a:lnTo>
                  <a:lnTo>
                    <a:pt x="1988509" y="570742"/>
                  </a:lnTo>
                  <a:lnTo>
                    <a:pt x="1988505" y="570742"/>
                  </a:lnTo>
                  <a:lnTo>
                    <a:pt x="1988497" y="570743"/>
                  </a:lnTo>
                  <a:lnTo>
                    <a:pt x="1988492" y="570743"/>
                  </a:lnTo>
                  <a:lnTo>
                    <a:pt x="1988483" y="570745"/>
                  </a:lnTo>
                  <a:lnTo>
                    <a:pt x="1988475" y="570746"/>
                  </a:lnTo>
                  <a:lnTo>
                    <a:pt x="1988471" y="570747"/>
                  </a:lnTo>
                  <a:lnTo>
                    <a:pt x="1988328" y="570788"/>
                  </a:lnTo>
                  <a:lnTo>
                    <a:pt x="1988323" y="570789"/>
                  </a:lnTo>
                  <a:lnTo>
                    <a:pt x="1988318" y="570790"/>
                  </a:lnTo>
                  <a:lnTo>
                    <a:pt x="1988307" y="570794"/>
                  </a:lnTo>
                  <a:lnTo>
                    <a:pt x="1988296" y="570798"/>
                  </a:lnTo>
                  <a:lnTo>
                    <a:pt x="1988288" y="570802"/>
                  </a:lnTo>
                  <a:lnTo>
                    <a:pt x="1988297" y="570807"/>
                  </a:lnTo>
                  <a:lnTo>
                    <a:pt x="1988301" y="570809"/>
                  </a:lnTo>
                  <a:lnTo>
                    <a:pt x="1988305" y="570811"/>
                  </a:lnTo>
                  <a:lnTo>
                    <a:pt x="1988309" y="570813"/>
                  </a:lnTo>
                  <a:lnTo>
                    <a:pt x="1988315" y="570816"/>
                  </a:lnTo>
                  <a:lnTo>
                    <a:pt x="1988321" y="570821"/>
                  </a:lnTo>
                  <a:lnTo>
                    <a:pt x="1988316" y="570824"/>
                  </a:lnTo>
                  <a:lnTo>
                    <a:pt x="1988278" y="570832"/>
                  </a:lnTo>
                  <a:lnTo>
                    <a:pt x="1988272" y="570833"/>
                  </a:lnTo>
                  <a:lnTo>
                    <a:pt x="1988268" y="570836"/>
                  </a:lnTo>
                  <a:lnTo>
                    <a:pt x="1988261" y="570843"/>
                  </a:lnTo>
                  <a:lnTo>
                    <a:pt x="1988257" y="570846"/>
                  </a:lnTo>
                  <a:lnTo>
                    <a:pt x="1988252" y="570847"/>
                  </a:lnTo>
                  <a:lnTo>
                    <a:pt x="1988246" y="570847"/>
                  </a:lnTo>
                  <a:lnTo>
                    <a:pt x="1988241" y="570846"/>
                  </a:lnTo>
                  <a:lnTo>
                    <a:pt x="1988237" y="570845"/>
                  </a:lnTo>
                  <a:lnTo>
                    <a:pt x="1988232" y="570842"/>
                  </a:lnTo>
                  <a:lnTo>
                    <a:pt x="1988221" y="570837"/>
                  </a:lnTo>
                  <a:lnTo>
                    <a:pt x="1988214" y="570836"/>
                  </a:lnTo>
                  <a:lnTo>
                    <a:pt x="1988209" y="570837"/>
                  </a:lnTo>
                  <a:lnTo>
                    <a:pt x="1988206" y="570839"/>
                  </a:lnTo>
                  <a:lnTo>
                    <a:pt x="1988202" y="570842"/>
                  </a:lnTo>
                  <a:lnTo>
                    <a:pt x="1988195" y="570847"/>
                  </a:lnTo>
                  <a:lnTo>
                    <a:pt x="1988192" y="570852"/>
                  </a:lnTo>
                  <a:lnTo>
                    <a:pt x="1988057" y="570944"/>
                  </a:lnTo>
                  <a:lnTo>
                    <a:pt x="1988053" y="570947"/>
                  </a:lnTo>
                  <a:lnTo>
                    <a:pt x="1988049" y="570952"/>
                  </a:lnTo>
                  <a:lnTo>
                    <a:pt x="1988045" y="570955"/>
                  </a:lnTo>
                  <a:lnTo>
                    <a:pt x="1988042" y="570958"/>
                  </a:lnTo>
                  <a:lnTo>
                    <a:pt x="1988033" y="570964"/>
                  </a:lnTo>
                  <a:lnTo>
                    <a:pt x="1988023" y="570970"/>
                  </a:lnTo>
                  <a:lnTo>
                    <a:pt x="1988019" y="570974"/>
                  </a:lnTo>
                  <a:lnTo>
                    <a:pt x="1988020" y="570981"/>
                  </a:lnTo>
                  <a:lnTo>
                    <a:pt x="1988022" y="570984"/>
                  </a:lnTo>
                  <a:lnTo>
                    <a:pt x="1988026" y="570989"/>
                  </a:lnTo>
                  <a:lnTo>
                    <a:pt x="1988030" y="570993"/>
                  </a:lnTo>
                  <a:lnTo>
                    <a:pt x="1988033" y="570997"/>
                  </a:lnTo>
                  <a:lnTo>
                    <a:pt x="1988035" y="571003"/>
                  </a:lnTo>
                  <a:lnTo>
                    <a:pt x="1988040" y="571009"/>
                  </a:lnTo>
                  <a:lnTo>
                    <a:pt x="1988049" y="571018"/>
                  </a:lnTo>
                  <a:lnTo>
                    <a:pt x="1988054" y="571022"/>
                  </a:lnTo>
                  <a:lnTo>
                    <a:pt x="1988059" y="571026"/>
                  </a:lnTo>
                  <a:lnTo>
                    <a:pt x="1988063" y="571029"/>
                  </a:lnTo>
                  <a:lnTo>
                    <a:pt x="1988062" y="571035"/>
                  </a:lnTo>
                  <a:lnTo>
                    <a:pt x="1988052" y="571037"/>
                  </a:lnTo>
                  <a:lnTo>
                    <a:pt x="1988048" y="571039"/>
                  </a:lnTo>
                  <a:lnTo>
                    <a:pt x="1988043" y="571040"/>
                  </a:lnTo>
                  <a:lnTo>
                    <a:pt x="1988038" y="571040"/>
                  </a:lnTo>
                  <a:lnTo>
                    <a:pt x="1988033" y="571041"/>
                  </a:lnTo>
                  <a:lnTo>
                    <a:pt x="1988028" y="571040"/>
                  </a:lnTo>
                  <a:lnTo>
                    <a:pt x="1988022" y="571039"/>
                  </a:lnTo>
                  <a:lnTo>
                    <a:pt x="1988008" y="571036"/>
                  </a:lnTo>
                  <a:lnTo>
                    <a:pt x="1988001" y="571037"/>
                  </a:lnTo>
                  <a:lnTo>
                    <a:pt x="1987995" y="571041"/>
                  </a:lnTo>
                  <a:lnTo>
                    <a:pt x="1987990" y="571039"/>
                  </a:lnTo>
                  <a:lnTo>
                    <a:pt x="1987983" y="571034"/>
                  </a:lnTo>
                  <a:lnTo>
                    <a:pt x="1987978" y="571028"/>
                  </a:lnTo>
                  <a:lnTo>
                    <a:pt x="1987975" y="571024"/>
                  </a:lnTo>
                  <a:lnTo>
                    <a:pt x="1987970" y="571021"/>
                  </a:lnTo>
                  <a:lnTo>
                    <a:pt x="1987962" y="571020"/>
                  </a:lnTo>
                  <a:lnTo>
                    <a:pt x="1987940" y="571037"/>
                  </a:lnTo>
                  <a:lnTo>
                    <a:pt x="1987916" y="571057"/>
                  </a:lnTo>
                  <a:lnTo>
                    <a:pt x="1987879" y="571087"/>
                  </a:lnTo>
                  <a:lnTo>
                    <a:pt x="1987873" y="571091"/>
                  </a:lnTo>
                  <a:lnTo>
                    <a:pt x="1987770" y="571180"/>
                  </a:lnTo>
                  <a:lnTo>
                    <a:pt x="1987692" y="571249"/>
                  </a:lnTo>
                  <a:lnTo>
                    <a:pt x="1987684" y="571263"/>
                  </a:lnTo>
                  <a:lnTo>
                    <a:pt x="1987689" y="571265"/>
                  </a:lnTo>
                  <a:lnTo>
                    <a:pt x="1987697" y="571265"/>
                  </a:lnTo>
                  <a:lnTo>
                    <a:pt x="1987705" y="571264"/>
                  </a:lnTo>
                  <a:lnTo>
                    <a:pt x="1987711" y="571265"/>
                  </a:lnTo>
                  <a:lnTo>
                    <a:pt x="1987717" y="571265"/>
                  </a:lnTo>
                  <a:lnTo>
                    <a:pt x="1987721" y="571262"/>
                  </a:lnTo>
                  <a:lnTo>
                    <a:pt x="1987728" y="571255"/>
                  </a:lnTo>
                  <a:lnTo>
                    <a:pt x="1987738" y="571254"/>
                  </a:lnTo>
                  <a:lnTo>
                    <a:pt x="1987746" y="571252"/>
                  </a:lnTo>
                  <a:lnTo>
                    <a:pt x="1987753" y="571254"/>
                  </a:lnTo>
                  <a:lnTo>
                    <a:pt x="1987759" y="571256"/>
                  </a:lnTo>
                  <a:lnTo>
                    <a:pt x="1987763" y="571258"/>
                  </a:lnTo>
                  <a:lnTo>
                    <a:pt x="1987769" y="571261"/>
                  </a:lnTo>
                  <a:lnTo>
                    <a:pt x="1987775" y="571263"/>
                  </a:lnTo>
                  <a:lnTo>
                    <a:pt x="1987780" y="571264"/>
                  </a:lnTo>
                  <a:lnTo>
                    <a:pt x="1987776" y="571269"/>
                  </a:lnTo>
                  <a:lnTo>
                    <a:pt x="1987737" y="571298"/>
                  </a:lnTo>
                  <a:lnTo>
                    <a:pt x="1987731" y="571303"/>
                  </a:lnTo>
                  <a:lnTo>
                    <a:pt x="1987651" y="571372"/>
                  </a:lnTo>
                  <a:lnTo>
                    <a:pt x="1987642" y="571374"/>
                  </a:lnTo>
                  <a:lnTo>
                    <a:pt x="1987634" y="571375"/>
                  </a:lnTo>
                  <a:lnTo>
                    <a:pt x="1987626" y="571377"/>
                  </a:lnTo>
                  <a:lnTo>
                    <a:pt x="1987622" y="571378"/>
                  </a:lnTo>
                  <a:lnTo>
                    <a:pt x="1987617" y="571380"/>
                  </a:lnTo>
                  <a:lnTo>
                    <a:pt x="1987611" y="571383"/>
                  </a:lnTo>
                  <a:lnTo>
                    <a:pt x="1987600" y="571389"/>
                  </a:lnTo>
                  <a:lnTo>
                    <a:pt x="1987596" y="571391"/>
                  </a:lnTo>
                  <a:lnTo>
                    <a:pt x="1987590" y="571393"/>
                  </a:lnTo>
                  <a:lnTo>
                    <a:pt x="1987576" y="571396"/>
                  </a:lnTo>
                  <a:lnTo>
                    <a:pt x="1987571" y="571398"/>
                  </a:lnTo>
                  <a:lnTo>
                    <a:pt x="1987569" y="571401"/>
                  </a:lnTo>
                  <a:lnTo>
                    <a:pt x="1987571" y="571406"/>
                  </a:lnTo>
                  <a:lnTo>
                    <a:pt x="1987629" y="571670"/>
                  </a:lnTo>
                  <a:lnTo>
                    <a:pt x="1987631" y="571675"/>
                  </a:lnTo>
                  <a:lnTo>
                    <a:pt x="1987707" y="571971"/>
                  </a:lnTo>
                  <a:lnTo>
                    <a:pt x="1987709" y="571976"/>
                  </a:lnTo>
                  <a:lnTo>
                    <a:pt x="1987711" y="571980"/>
                  </a:lnTo>
                  <a:lnTo>
                    <a:pt x="1987715" y="571986"/>
                  </a:lnTo>
                  <a:lnTo>
                    <a:pt x="1987913" y="572074"/>
                  </a:lnTo>
                  <a:lnTo>
                    <a:pt x="1988007" y="572117"/>
                  </a:lnTo>
                  <a:lnTo>
                    <a:pt x="1988074" y="572140"/>
                  </a:lnTo>
                  <a:lnTo>
                    <a:pt x="1988525" y="572275"/>
                  </a:lnTo>
                  <a:lnTo>
                    <a:pt x="1988866" y="572378"/>
                  </a:lnTo>
                  <a:lnTo>
                    <a:pt x="1989205" y="572478"/>
                  </a:lnTo>
                  <a:lnTo>
                    <a:pt x="1989376" y="572470"/>
                  </a:lnTo>
                  <a:lnTo>
                    <a:pt x="1989494" y="572495"/>
                  </a:lnTo>
                  <a:lnTo>
                    <a:pt x="1989560" y="572518"/>
                  </a:lnTo>
                  <a:lnTo>
                    <a:pt x="1989584" y="572536"/>
                  </a:lnTo>
                  <a:lnTo>
                    <a:pt x="1989606" y="572565"/>
                  </a:lnTo>
                  <a:lnTo>
                    <a:pt x="1989658" y="572650"/>
                  </a:lnTo>
                  <a:lnTo>
                    <a:pt x="1989643" y="572715"/>
                  </a:lnTo>
                  <a:lnTo>
                    <a:pt x="1989640" y="572814"/>
                  </a:lnTo>
                  <a:lnTo>
                    <a:pt x="1989739" y="572862"/>
                  </a:lnTo>
                  <a:lnTo>
                    <a:pt x="1989786" y="572872"/>
                  </a:lnTo>
                  <a:lnTo>
                    <a:pt x="1989959" y="572882"/>
                  </a:lnTo>
                  <a:lnTo>
                    <a:pt x="1990055" y="572869"/>
                  </a:lnTo>
                  <a:lnTo>
                    <a:pt x="1990114" y="572968"/>
                  </a:lnTo>
                  <a:lnTo>
                    <a:pt x="1990110" y="572999"/>
                  </a:lnTo>
                  <a:lnTo>
                    <a:pt x="1990042" y="573111"/>
                  </a:lnTo>
                  <a:lnTo>
                    <a:pt x="1989790" y="573110"/>
                  </a:lnTo>
                  <a:lnTo>
                    <a:pt x="1989528" y="573095"/>
                  </a:lnTo>
                  <a:lnTo>
                    <a:pt x="1989513" y="573090"/>
                  </a:lnTo>
                  <a:lnTo>
                    <a:pt x="1989504" y="573083"/>
                  </a:lnTo>
                  <a:lnTo>
                    <a:pt x="1989503" y="573089"/>
                  </a:lnTo>
                  <a:lnTo>
                    <a:pt x="1989504" y="573097"/>
                  </a:lnTo>
                  <a:lnTo>
                    <a:pt x="1989506" y="573103"/>
                  </a:lnTo>
                  <a:lnTo>
                    <a:pt x="1989509" y="573114"/>
                  </a:lnTo>
                  <a:lnTo>
                    <a:pt x="1989511" y="573119"/>
                  </a:lnTo>
                  <a:lnTo>
                    <a:pt x="1989515" y="573127"/>
                  </a:lnTo>
                  <a:lnTo>
                    <a:pt x="1989515" y="573136"/>
                  </a:lnTo>
                  <a:lnTo>
                    <a:pt x="1989514" y="573143"/>
                  </a:lnTo>
                  <a:lnTo>
                    <a:pt x="1989521" y="573149"/>
                  </a:lnTo>
                  <a:lnTo>
                    <a:pt x="1989565" y="573199"/>
                  </a:lnTo>
                  <a:lnTo>
                    <a:pt x="1989569" y="573204"/>
                  </a:lnTo>
                  <a:lnTo>
                    <a:pt x="1989579" y="573207"/>
                  </a:lnTo>
                  <a:lnTo>
                    <a:pt x="1989585" y="573211"/>
                  </a:lnTo>
                  <a:lnTo>
                    <a:pt x="1989592" y="573220"/>
                  </a:lnTo>
                  <a:lnTo>
                    <a:pt x="1989594" y="573227"/>
                  </a:lnTo>
                  <a:lnTo>
                    <a:pt x="1989593" y="573232"/>
                  </a:lnTo>
                  <a:lnTo>
                    <a:pt x="1989589" y="573252"/>
                  </a:lnTo>
                  <a:lnTo>
                    <a:pt x="1989585" y="573275"/>
                  </a:lnTo>
                  <a:lnTo>
                    <a:pt x="1989581" y="573281"/>
                  </a:lnTo>
                  <a:lnTo>
                    <a:pt x="1989569" y="573297"/>
                  </a:lnTo>
                  <a:lnTo>
                    <a:pt x="1989562" y="573306"/>
                  </a:lnTo>
                  <a:lnTo>
                    <a:pt x="1989491" y="573430"/>
                  </a:lnTo>
                  <a:lnTo>
                    <a:pt x="1989483" y="573443"/>
                  </a:lnTo>
                  <a:lnTo>
                    <a:pt x="1989480" y="573449"/>
                  </a:lnTo>
                  <a:lnTo>
                    <a:pt x="1989458" y="573487"/>
                  </a:lnTo>
                  <a:lnTo>
                    <a:pt x="1989452" y="573499"/>
                  </a:lnTo>
                  <a:lnTo>
                    <a:pt x="1989327" y="573742"/>
                  </a:lnTo>
                  <a:lnTo>
                    <a:pt x="1989317" y="573759"/>
                  </a:lnTo>
                  <a:lnTo>
                    <a:pt x="1989312" y="573760"/>
                  </a:lnTo>
                  <a:lnTo>
                    <a:pt x="1989304" y="573761"/>
                  </a:lnTo>
                  <a:lnTo>
                    <a:pt x="1989295" y="573762"/>
                  </a:lnTo>
                  <a:lnTo>
                    <a:pt x="1989283" y="573762"/>
                  </a:lnTo>
                  <a:lnTo>
                    <a:pt x="1989279" y="573761"/>
                  </a:lnTo>
                  <a:lnTo>
                    <a:pt x="1989270" y="573760"/>
                  </a:lnTo>
                  <a:lnTo>
                    <a:pt x="1989267" y="573764"/>
                  </a:lnTo>
                  <a:lnTo>
                    <a:pt x="1989261" y="573768"/>
                  </a:lnTo>
                  <a:lnTo>
                    <a:pt x="1989139" y="573867"/>
                  </a:lnTo>
                  <a:lnTo>
                    <a:pt x="1988885" y="574071"/>
                  </a:lnTo>
                  <a:lnTo>
                    <a:pt x="1988878" y="574070"/>
                  </a:lnTo>
                  <a:lnTo>
                    <a:pt x="1988872" y="574070"/>
                  </a:lnTo>
                  <a:lnTo>
                    <a:pt x="1988865" y="574072"/>
                  </a:lnTo>
                  <a:lnTo>
                    <a:pt x="1988858" y="574075"/>
                  </a:lnTo>
                  <a:lnTo>
                    <a:pt x="1988853" y="574078"/>
                  </a:lnTo>
                  <a:lnTo>
                    <a:pt x="1988850" y="574083"/>
                  </a:lnTo>
                  <a:lnTo>
                    <a:pt x="1988846" y="574090"/>
                  </a:lnTo>
                  <a:lnTo>
                    <a:pt x="1988840" y="574096"/>
                  </a:lnTo>
                  <a:lnTo>
                    <a:pt x="1988835" y="574099"/>
                  </a:lnTo>
                  <a:lnTo>
                    <a:pt x="1988829" y="574101"/>
                  </a:lnTo>
                  <a:lnTo>
                    <a:pt x="1988825" y="574102"/>
                  </a:lnTo>
                  <a:lnTo>
                    <a:pt x="1988821" y="574102"/>
                  </a:lnTo>
                  <a:lnTo>
                    <a:pt x="1988661" y="574153"/>
                  </a:lnTo>
                  <a:lnTo>
                    <a:pt x="1988571" y="574181"/>
                  </a:lnTo>
                  <a:lnTo>
                    <a:pt x="1988538" y="574192"/>
                  </a:lnTo>
                  <a:lnTo>
                    <a:pt x="1988500" y="574204"/>
                  </a:lnTo>
                  <a:lnTo>
                    <a:pt x="1988483" y="574207"/>
                  </a:lnTo>
                  <a:lnTo>
                    <a:pt x="1988113" y="574267"/>
                  </a:lnTo>
                  <a:lnTo>
                    <a:pt x="1988108" y="574268"/>
                  </a:lnTo>
                  <a:lnTo>
                    <a:pt x="1988081" y="574261"/>
                  </a:lnTo>
                  <a:lnTo>
                    <a:pt x="1988040" y="574251"/>
                  </a:lnTo>
                  <a:lnTo>
                    <a:pt x="1987970" y="574234"/>
                  </a:lnTo>
                  <a:lnTo>
                    <a:pt x="1987901" y="574217"/>
                  </a:lnTo>
                  <a:lnTo>
                    <a:pt x="1987737" y="574174"/>
                  </a:lnTo>
                  <a:lnTo>
                    <a:pt x="1987714" y="574168"/>
                  </a:lnTo>
                  <a:lnTo>
                    <a:pt x="1987603" y="574140"/>
                  </a:lnTo>
                  <a:lnTo>
                    <a:pt x="1987594" y="574137"/>
                  </a:lnTo>
                  <a:lnTo>
                    <a:pt x="1987585" y="574135"/>
                  </a:lnTo>
                  <a:lnTo>
                    <a:pt x="1987578" y="574135"/>
                  </a:lnTo>
                  <a:lnTo>
                    <a:pt x="1987458" y="574056"/>
                  </a:lnTo>
                  <a:lnTo>
                    <a:pt x="1987456" y="574052"/>
                  </a:lnTo>
                  <a:lnTo>
                    <a:pt x="1987452" y="574048"/>
                  </a:lnTo>
                  <a:lnTo>
                    <a:pt x="1987446" y="574044"/>
                  </a:lnTo>
                  <a:lnTo>
                    <a:pt x="1987437" y="574040"/>
                  </a:lnTo>
                  <a:lnTo>
                    <a:pt x="1987428" y="574035"/>
                  </a:lnTo>
                  <a:lnTo>
                    <a:pt x="1987420" y="574032"/>
                  </a:lnTo>
                  <a:lnTo>
                    <a:pt x="1987412" y="574029"/>
                  </a:lnTo>
                  <a:lnTo>
                    <a:pt x="1987405" y="574026"/>
                  </a:lnTo>
                  <a:lnTo>
                    <a:pt x="1987391" y="574022"/>
                  </a:lnTo>
                  <a:lnTo>
                    <a:pt x="1987388" y="574016"/>
                  </a:lnTo>
                  <a:lnTo>
                    <a:pt x="1987388" y="574009"/>
                  </a:lnTo>
                  <a:lnTo>
                    <a:pt x="1987383" y="574004"/>
                  </a:lnTo>
                  <a:lnTo>
                    <a:pt x="1987375" y="574004"/>
                  </a:lnTo>
                  <a:lnTo>
                    <a:pt x="1987371" y="574004"/>
                  </a:lnTo>
                  <a:lnTo>
                    <a:pt x="1987366" y="574003"/>
                  </a:lnTo>
                  <a:lnTo>
                    <a:pt x="1987362" y="574002"/>
                  </a:lnTo>
                  <a:lnTo>
                    <a:pt x="1987358" y="574001"/>
                  </a:lnTo>
                  <a:lnTo>
                    <a:pt x="1987353" y="574000"/>
                  </a:lnTo>
                  <a:lnTo>
                    <a:pt x="1987339" y="573993"/>
                  </a:lnTo>
                  <a:lnTo>
                    <a:pt x="1987331" y="573989"/>
                  </a:lnTo>
                  <a:lnTo>
                    <a:pt x="1987323" y="573985"/>
                  </a:lnTo>
                  <a:lnTo>
                    <a:pt x="1987318" y="573982"/>
                  </a:lnTo>
                  <a:lnTo>
                    <a:pt x="1987314" y="573978"/>
                  </a:lnTo>
                  <a:lnTo>
                    <a:pt x="1987310" y="573976"/>
                  </a:lnTo>
                  <a:lnTo>
                    <a:pt x="1987306" y="573975"/>
                  </a:lnTo>
                  <a:lnTo>
                    <a:pt x="1987237" y="573973"/>
                  </a:lnTo>
                  <a:lnTo>
                    <a:pt x="1987229" y="573972"/>
                  </a:lnTo>
                  <a:lnTo>
                    <a:pt x="1987225" y="573972"/>
                  </a:lnTo>
                  <a:lnTo>
                    <a:pt x="1987221" y="573974"/>
                  </a:lnTo>
                  <a:lnTo>
                    <a:pt x="1987211" y="573980"/>
                  </a:lnTo>
                  <a:lnTo>
                    <a:pt x="1987205" y="573983"/>
                  </a:lnTo>
                  <a:lnTo>
                    <a:pt x="1987200" y="573985"/>
                  </a:lnTo>
                  <a:lnTo>
                    <a:pt x="1987195" y="573986"/>
                  </a:lnTo>
                  <a:lnTo>
                    <a:pt x="1987191" y="573986"/>
                  </a:lnTo>
                  <a:lnTo>
                    <a:pt x="1987186" y="573982"/>
                  </a:lnTo>
                  <a:lnTo>
                    <a:pt x="1987186" y="573976"/>
                  </a:lnTo>
                  <a:lnTo>
                    <a:pt x="1987188" y="573964"/>
                  </a:lnTo>
                  <a:lnTo>
                    <a:pt x="1987189" y="573958"/>
                  </a:lnTo>
                  <a:lnTo>
                    <a:pt x="1987189" y="573944"/>
                  </a:lnTo>
                  <a:lnTo>
                    <a:pt x="1987190" y="573938"/>
                  </a:lnTo>
                  <a:lnTo>
                    <a:pt x="1987192" y="573934"/>
                  </a:lnTo>
                  <a:lnTo>
                    <a:pt x="1987196" y="573931"/>
                  </a:lnTo>
                  <a:lnTo>
                    <a:pt x="1987201" y="573930"/>
                  </a:lnTo>
                  <a:lnTo>
                    <a:pt x="1987208" y="573929"/>
                  </a:lnTo>
                  <a:lnTo>
                    <a:pt x="1987211" y="573925"/>
                  </a:lnTo>
                  <a:lnTo>
                    <a:pt x="1987208" y="573923"/>
                  </a:lnTo>
                  <a:lnTo>
                    <a:pt x="1987196" y="573921"/>
                  </a:lnTo>
                  <a:lnTo>
                    <a:pt x="1987191" y="573920"/>
                  </a:lnTo>
                  <a:lnTo>
                    <a:pt x="1987188" y="573916"/>
                  </a:lnTo>
                  <a:lnTo>
                    <a:pt x="1987184" y="573906"/>
                  </a:lnTo>
                  <a:lnTo>
                    <a:pt x="1987181" y="573900"/>
                  </a:lnTo>
                  <a:lnTo>
                    <a:pt x="1987178" y="573896"/>
                  </a:lnTo>
                  <a:lnTo>
                    <a:pt x="1987174" y="573893"/>
                  </a:lnTo>
                  <a:lnTo>
                    <a:pt x="1987169" y="573891"/>
                  </a:lnTo>
                  <a:lnTo>
                    <a:pt x="1987151" y="573884"/>
                  </a:lnTo>
                  <a:lnTo>
                    <a:pt x="1987140" y="573880"/>
                  </a:lnTo>
                  <a:lnTo>
                    <a:pt x="1987134" y="573880"/>
                  </a:lnTo>
                  <a:lnTo>
                    <a:pt x="1987130" y="573882"/>
                  </a:lnTo>
                  <a:lnTo>
                    <a:pt x="1987126" y="573886"/>
                  </a:lnTo>
                  <a:lnTo>
                    <a:pt x="1987122" y="573890"/>
                  </a:lnTo>
                  <a:lnTo>
                    <a:pt x="1987116" y="573889"/>
                  </a:lnTo>
                  <a:lnTo>
                    <a:pt x="1987110" y="573885"/>
                  </a:lnTo>
                  <a:lnTo>
                    <a:pt x="1987106" y="573879"/>
                  </a:lnTo>
                  <a:lnTo>
                    <a:pt x="1987101" y="573874"/>
                  </a:lnTo>
                  <a:lnTo>
                    <a:pt x="1987098" y="573869"/>
                  </a:lnTo>
                  <a:lnTo>
                    <a:pt x="1987093" y="573861"/>
                  </a:lnTo>
                  <a:lnTo>
                    <a:pt x="1987087" y="573852"/>
                  </a:lnTo>
                  <a:lnTo>
                    <a:pt x="1987052" y="573805"/>
                  </a:lnTo>
                  <a:lnTo>
                    <a:pt x="1987048" y="573801"/>
                  </a:lnTo>
                  <a:lnTo>
                    <a:pt x="1987043" y="573793"/>
                  </a:lnTo>
                  <a:lnTo>
                    <a:pt x="1987039" y="573788"/>
                  </a:lnTo>
                  <a:lnTo>
                    <a:pt x="1987035" y="573786"/>
                  </a:lnTo>
                  <a:lnTo>
                    <a:pt x="1987030" y="573783"/>
                  </a:lnTo>
                  <a:lnTo>
                    <a:pt x="1986847" y="573658"/>
                  </a:lnTo>
                  <a:lnTo>
                    <a:pt x="1986845" y="573654"/>
                  </a:lnTo>
                  <a:lnTo>
                    <a:pt x="1986842" y="573651"/>
                  </a:lnTo>
                  <a:lnTo>
                    <a:pt x="1986838" y="573648"/>
                  </a:lnTo>
                  <a:lnTo>
                    <a:pt x="1986822" y="573635"/>
                  </a:lnTo>
                  <a:lnTo>
                    <a:pt x="1986817" y="573632"/>
                  </a:lnTo>
                  <a:lnTo>
                    <a:pt x="1986812" y="573630"/>
                  </a:lnTo>
                  <a:lnTo>
                    <a:pt x="1986718" y="573584"/>
                  </a:lnTo>
                  <a:lnTo>
                    <a:pt x="1986716" y="573579"/>
                  </a:lnTo>
                  <a:lnTo>
                    <a:pt x="1986711" y="573577"/>
                  </a:lnTo>
                  <a:lnTo>
                    <a:pt x="1986695" y="573574"/>
                  </a:lnTo>
                  <a:lnTo>
                    <a:pt x="1986689" y="573573"/>
                  </a:lnTo>
                  <a:lnTo>
                    <a:pt x="1986685" y="573577"/>
                  </a:lnTo>
                  <a:lnTo>
                    <a:pt x="1986683" y="573584"/>
                  </a:lnTo>
                  <a:lnTo>
                    <a:pt x="1986680" y="573590"/>
                  </a:lnTo>
                  <a:lnTo>
                    <a:pt x="1986676" y="573597"/>
                  </a:lnTo>
                  <a:lnTo>
                    <a:pt x="1986673" y="573602"/>
                  </a:lnTo>
                  <a:lnTo>
                    <a:pt x="1986668" y="573605"/>
                  </a:lnTo>
                  <a:lnTo>
                    <a:pt x="1986664" y="573606"/>
                  </a:lnTo>
                  <a:lnTo>
                    <a:pt x="1986658" y="573605"/>
                  </a:lnTo>
                  <a:lnTo>
                    <a:pt x="1986651" y="573602"/>
                  </a:lnTo>
                  <a:lnTo>
                    <a:pt x="1986644" y="573600"/>
                  </a:lnTo>
                  <a:lnTo>
                    <a:pt x="1986637" y="573598"/>
                  </a:lnTo>
                  <a:lnTo>
                    <a:pt x="1986632" y="573598"/>
                  </a:lnTo>
                  <a:lnTo>
                    <a:pt x="1986628" y="573600"/>
                  </a:lnTo>
                  <a:lnTo>
                    <a:pt x="1986624" y="573601"/>
                  </a:lnTo>
                  <a:lnTo>
                    <a:pt x="1986620" y="573601"/>
                  </a:lnTo>
                  <a:lnTo>
                    <a:pt x="1986615" y="573600"/>
                  </a:lnTo>
                  <a:lnTo>
                    <a:pt x="1986609" y="573598"/>
                  </a:lnTo>
                  <a:lnTo>
                    <a:pt x="1986594" y="573596"/>
                  </a:lnTo>
                  <a:lnTo>
                    <a:pt x="1986586" y="573595"/>
                  </a:lnTo>
                  <a:lnTo>
                    <a:pt x="1986578" y="573596"/>
                  </a:lnTo>
                  <a:lnTo>
                    <a:pt x="1986569" y="573598"/>
                  </a:lnTo>
                  <a:lnTo>
                    <a:pt x="1986559" y="573601"/>
                  </a:lnTo>
                  <a:lnTo>
                    <a:pt x="1986549" y="573605"/>
                  </a:lnTo>
                  <a:lnTo>
                    <a:pt x="1986538" y="573610"/>
                  </a:lnTo>
                  <a:lnTo>
                    <a:pt x="1986528" y="573615"/>
                  </a:lnTo>
                  <a:lnTo>
                    <a:pt x="1986519" y="573621"/>
                  </a:lnTo>
                  <a:lnTo>
                    <a:pt x="1986512" y="573627"/>
                  </a:lnTo>
                  <a:lnTo>
                    <a:pt x="1986506" y="573632"/>
                  </a:lnTo>
                  <a:lnTo>
                    <a:pt x="1986408" y="573702"/>
                  </a:lnTo>
                  <a:lnTo>
                    <a:pt x="1986406" y="573709"/>
                  </a:lnTo>
                  <a:lnTo>
                    <a:pt x="1986412" y="573738"/>
                  </a:lnTo>
                  <a:lnTo>
                    <a:pt x="1986413" y="573745"/>
                  </a:lnTo>
                  <a:lnTo>
                    <a:pt x="1986413" y="573752"/>
                  </a:lnTo>
                  <a:lnTo>
                    <a:pt x="1986412" y="573760"/>
                  </a:lnTo>
                  <a:lnTo>
                    <a:pt x="1986406" y="573762"/>
                  </a:lnTo>
                  <a:lnTo>
                    <a:pt x="1986401" y="573762"/>
                  </a:lnTo>
                  <a:lnTo>
                    <a:pt x="1986394" y="573759"/>
                  </a:lnTo>
                  <a:lnTo>
                    <a:pt x="1986374" y="573753"/>
                  </a:lnTo>
                  <a:lnTo>
                    <a:pt x="1986367" y="573751"/>
                  </a:lnTo>
                  <a:lnTo>
                    <a:pt x="1986359" y="573750"/>
                  </a:lnTo>
                  <a:lnTo>
                    <a:pt x="1986351" y="573748"/>
                  </a:lnTo>
                  <a:lnTo>
                    <a:pt x="1986343" y="573747"/>
                  </a:lnTo>
                  <a:lnTo>
                    <a:pt x="1986335" y="573746"/>
                  </a:lnTo>
                  <a:lnTo>
                    <a:pt x="1986327" y="573747"/>
                  </a:lnTo>
                  <a:lnTo>
                    <a:pt x="1986320" y="573748"/>
                  </a:lnTo>
                  <a:lnTo>
                    <a:pt x="1986313" y="573751"/>
                  </a:lnTo>
                  <a:lnTo>
                    <a:pt x="1986308" y="573755"/>
                  </a:lnTo>
                  <a:lnTo>
                    <a:pt x="1986298" y="573765"/>
                  </a:lnTo>
                  <a:lnTo>
                    <a:pt x="1986293" y="573770"/>
                  </a:lnTo>
                  <a:lnTo>
                    <a:pt x="1986288" y="573774"/>
                  </a:lnTo>
                  <a:lnTo>
                    <a:pt x="1986283" y="573777"/>
                  </a:lnTo>
                  <a:lnTo>
                    <a:pt x="1986278" y="573780"/>
                  </a:lnTo>
                  <a:lnTo>
                    <a:pt x="1986273" y="573782"/>
                  </a:lnTo>
                  <a:lnTo>
                    <a:pt x="1986268" y="573785"/>
                  </a:lnTo>
                  <a:lnTo>
                    <a:pt x="1986201" y="573816"/>
                  </a:lnTo>
                  <a:lnTo>
                    <a:pt x="1986069" y="573876"/>
                  </a:lnTo>
                  <a:lnTo>
                    <a:pt x="1986063" y="573876"/>
                  </a:lnTo>
                  <a:lnTo>
                    <a:pt x="1986058" y="573877"/>
                  </a:lnTo>
                  <a:lnTo>
                    <a:pt x="1986052" y="573880"/>
                  </a:lnTo>
                  <a:lnTo>
                    <a:pt x="1986044" y="573884"/>
                  </a:lnTo>
                  <a:lnTo>
                    <a:pt x="1986040" y="573888"/>
                  </a:lnTo>
                  <a:lnTo>
                    <a:pt x="1985983" y="573913"/>
                  </a:lnTo>
                  <a:lnTo>
                    <a:pt x="1985939" y="573931"/>
                  </a:lnTo>
                  <a:lnTo>
                    <a:pt x="1985934" y="573932"/>
                  </a:lnTo>
                  <a:lnTo>
                    <a:pt x="1985929" y="573933"/>
                  </a:lnTo>
                  <a:lnTo>
                    <a:pt x="1985924" y="573936"/>
                  </a:lnTo>
                  <a:lnTo>
                    <a:pt x="1985919" y="573939"/>
                  </a:lnTo>
                  <a:lnTo>
                    <a:pt x="1985914" y="573945"/>
                  </a:lnTo>
                  <a:lnTo>
                    <a:pt x="1985829" y="573844"/>
                  </a:lnTo>
                  <a:lnTo>
                    <a:pt x="1985795" y="573859"/>
                  </a:lnTo>
                  <a:lnTo>
                    <a:pt x="1985786" y="573863"/>
                  </a:lnTo>
                  <a:lnTo>
                    <a:pt x="1985829" y="573910"/>
                  </a:lnTo>
                  <a:lnTo>
                    <a:pt x="1985796" y="573922"/>
                  </a:lnTo>
                  <a:lnTo>
                    <a:pt x="1985694" y="573989"/>
                  </a:lnTo>
                  <a:lnTo>
                    <a:pt x="1985672" y="574002"/>
                  </a:lnTo>
                  <a:lnTo>
                    <a:pt x="1985563" y="574074"/>
                  </a:lnTo>
                  <a:lnTo>
                    <a:pt x="1985481" y="574124"/>
                  </a:lnTo>
                  <a:lnTo>
                    <a:pt x="1985478" y="574129"/>
                  </a:lnTo>
                  <a:lnTo>
                    <a:pt x="1985474" y="574133"/>
                  </a:lnTo>
                  <a:lnTo>
                    <a:pt x="1985470" y="574137"/>
                  </a:lnTo>
                  <a:lnTo>
                    <a:pt x="1985464" y="574142"/>
                  </a:lnTo>
                  <a:lnTo>
                    <a:pt x="1985456" y="574147"/>
                  </a:lnTo>
                  <a:lnTo>
                    <a:pt x="1985448" y="574153"/>
                  </a:lnTo>
                  <a:lnTo>
                    <a:pt x="1985440" y="574158"/>
                  </a:lnTo>
                  <a:lnTo>
                    <a:pt x="1985431" y="574162"/>
                  </a:lnTo>
                  <a:lnTo>
                    <a:pt x="1985421" y="574167"/>
                  </a:lnTo>
                  <a:lnTo>
                    <a:pt x="1985411" y="574171"/>
                  </a:lnTo>
                  <a:lnTo>
                    <a:pt x="1985400" y="574174"/>
                  </a:lnTo>
                  <a:lnTo>
                    <a:pt x="1985391" y="574176"/>
                  </a:lnTo>
                  <a:lnTo>
                    <a:pt x="1985384" y="574176"/>
                  </a:lnTo>
                  <a:lnTo>
                    <a:pt x="1985377" y="574174"/>
                  </a:lnTo>
                  <a:lnTo>
                    <a:pt x="1985369" y="574171"/>
                  </a:lnTo>
                  <a:lnTo>
                    <a:pt x="1985358" y="574166"/>
                  </a:lnTo>
                  <a:lnTo>
                    <a:pt x="1985344" y="574161"/>
                  </a:lnTo>
                  <a:lnTo>
                    <a:pt x="1985327" y="574156"/>
                  </a:lnTo>
                  <a:lnTo>
                    <a:pt x="1985306" y="574152"/>
                  </a:lnTo>
                  <a:lnTo>
                    <a:pt x="1985285" y="574150"/>
                  </a:lnTo>
                  <a:lnTo>
                    <a:pt x="1985266" y="574150"/>
                  </a:lnTo>
                  <a:lnTo>
                    <a:pt x="1985253" y="574150"/>
                  </a:lnTo>
                  <a:lnTo>
                    <a:pt x="1985244" y="574152"/>
                  </a:lnTo>
                  <a:lnTo>
                    <a:pt x="1985237" y="574153"/>
                  </a:lnTo>
                  <a:lnTo>
                    <a:pt x="1985230" y="574154"/>
                  </a:lnTo>
                  <a:lnTo>
                    <a:pt x="1985219" y="574155"/>
                  </a:lnTo>
                  <a:lnTo>
                    <a:pt x="1985215" y="574156"/>
                  </a:lnTo>
                  <a:lnTo>
                    <a:pt x="1985211" y="574158"/>
                  </a:lnTo>
                  <a:lnTo>
                    <a:pt x="1985169" y="574166"/>
                  </a:lnTo>
                  <a:lnTo>
                    <a:pt x="1985093" y="574180"/>
                  </a:lnTo>
                  <a:lnTo>
                    <a:pt x="1985084" y="574183"/>
                  </a:lnTo>
                  <a:lnTo>
                    <a:pt x="1985076" y="574192"/>
                  </a:lnTo>
                  <a:lnTo>
                    <a:pt x="1985072" y="574198"/>
                  </a:lnTo>
                  <a:lnTo>
                    <a:pt x="1985047" y="574229"/>
                  </a:lnTo>
                  <a:lnTo>
                    <a:pt x="1984914" y="574258"/>
                  </a:lnTo>
                  <a:lnTo>
                    <a:pt x="1984886" y="574259"/>
                  </a:lnTo>
                  <a:lnTo>
                    <a:pt x="1984837" y="574261"/>
                  </a:lnTo>
                  <a:lnTo>
                    <a:pt x="1984810" y="574263"/>
                  </a:lnTo>
                  <a:lnTo>
                    <a:pt x="1984750" y="574265"/>
                  </a:lnTo>
                  <a:lnTo>
                    <a:pt x="1984739" y="574264"/>
                  </a:lnTo>
                  <a:lnTo>
                    <a:pt x="1984728" y="574263"/>
                  </a:lnTo>
                  <a:lnTo>
                    <a:pt x="1984640" y="574261"/>
                  </a:lnTo>
                  <a:lnTo>
                    <a:pt x="1984586" y="574256"/>
                  </a:lnTo>
                  <a:lnTo>
                    <a:pt x="1984560" y="574254"/>
                  </a:lnTo>
                  <a:lnTo>
                    <a:pt x="1984555" y="574254"/>
                  </a:lnTo>
                  <a:lnTo>
                    <a:pt x="1984550" y="574253"/>
                  </a:lnTo>
                  <a:lnTo>
                    <a:pt x="1984544" y="574251"/>
                  </a:lnTo>
                  <a:lnTo>
                    <a:pt x="1984499" y="574237"/>
                  </a:lnTo>
                  <a:lnTo>
                    <a:pt x="1984385" y="574207"/>
                  </a:lnTo>
                  <a:lnTo>
                    <a:pt x="1984360" y="574201"/>
                  </a:lnTo>
                  <a:lnTo>
                    <a:pt x="1984355" y="574200"/>
                  </a:lnTo>
                  <a:lnTo>
                    <a:pt x="1984350" y="574200"/>
                  </a:lnTo>
                  <a:lnTo>
                    <a:pt x="1984333" y="574200"/>
                  </a:lnTo>
                  <a:lnTo>
                    <a:pt x="1984326" y="574199"/>
                  </a:lnTo>
                  <a:lnTo>
                    <a:pt x="1984319" y="574198"/>
                  </a:lnTo>
                  <a:lnTo>
                    <a:pt x="1984234" y="574185"/>
                  </a:lnTo>
                  <a:lnTo>
                    <a:pt x="1984102" y="574158"/>
                  </a:lnTo>
                  <a:lnTo>
                    <a:pt x="1984070" y="574151"/>
                  </a:lnTo>
                  <a:lnTo>
                    <a:pt x="1984022" y="574137"/>
                  </a:lnTo>
                  <a:lnTo>
                    <a:pt x="1984011" y="574134"/>
                  </a:lnTo>
                  <a:lnTo>
                    <a:pt x="1983966" y="574118"/>
                  </a:lnTo>
                  <a:lnTo>
                    <a:pt x="1983937" y="574106"/>
                  </a:lnTo>
                  <a:lnTo>
                    <a:pt x="1983828" y="574053"/>
                  </a:lnTo>
                  <a:lnTo>
                    <a:pt x="1983781" y="574028"/>
                  </a:lnTo>
                  <a:lnTo>
                    <a:pt x="1983738" y="574003"/>
                  </a:lnTo>
                  <a:lnTo>
                    <a:pt x="1983719" y="573990"/>
                  </a:lnTo>
                  <a:lnTo>
                    <a:pt x="1983692" y="573966"/>
                  </a:lnTo>
                  <a:lnTo>
                    <a:pt x="1983606" y="573891"/>
                  </a:lnTo>
                  <a:lnTo>
                    <a:pt x="1983542" y="573826"/>
                  </a:lnTo>
                  <a:lnTo>
                    <a:pt x="1983495" y="573778"/>
                  </a:lnTo>
                  <a:lnTo>
                    <a:pt x="1983482" y="573746"/>
                  </a:lnTo>
                  <a:lnTo>
                    <a:pt x="1983474" y="573726"/>
                  </a:lnTo>
                  <a:lnTo>
                    <a:pt x="1983466" y="573707"/>
                  </a:lnTo>
                  <a:lnTo>
                    <a:pt x="1983465" y="573666"/>
                  </a:lnTo>
                  <a:lnTo>
                    <a:pt x="1983464" y="573632"/>
                  </a:lnTo>
                  <a:lnTo>
                    <a:pt x="1983475" y="573602"/>
                  </a:lnTo>
                  <a:lnTo>
                    <a:pt x="1983486" y="573582"/>
                  </a:lnTo>
                  <a:lnTo>
                    <a:pt x="1983532" y="573505"/>
                  </a:lnTo>
                  <a:lnTo>
                    <a:pt x="1983538" y="573494"/>
                  </a:lnTo>
                  <a:lnTo>
                    <a:pt x="1983609" y="573388"/>
                  </a:lnTo>
                  <a:lnTo>
                    <a:pt x="1983628" y="573312"/>
                  </a:lnTo>
                  <a:lnTo>
                    <a:pt x="1983624" y="573221"/>
                  </a:lnTo>
                  <a:lnTo>
                    <a:pt x="1983612" y="573168"/>
                  </a:lnTo>
                  <a:lnTo>
                    <a:pt x="1983586" y="573117"/>
                  </a:lnTo>
                  <a:lnTo>
                    <a:pt x="1983540" y="573077"/>
                  </a:lnTo>
                  <a:lnTo>
                    <a:pt x="1983535" y="573074"/>
                  </a:lnTo>
                  <a:lnTo>
                    <a:pt x="1983530" y="573069"/>
                  </a:lnTo>
                  <a:lnTo>
                    <a:pt x="1983526" y="573065"/>
                  </a:lnTo>
                  <a:lnTo>
                    <a:pt x="1983514" y="573053"/>
                  </a:lnTo>
                  <a:lnTo>
                    <a:pt x="1983509" y="573050"/>
                  </a:lnTo>
                  <a:lnTo>
                    <a:pt x="1983505" y="573048"/>
                  </a:lnTo>
                  <a:lnTo>
                    <a:pt x="1983493" y="573042"/>
                  </a:lnTo>
                  <a:lnTo>
                    <a:pt x="1983479" y="573035"/>
                  </a:lnTo>
                  <a:lnTo>
                    <a:pt x="1983474" y="573034"/>
                  </a:lnTo>
                  <a:lnTo>
                    <a:pt x="1983452" y="573026"/>
                  </a:lnTo>
                  <a:lnTo>
                    <a:pt x="1983447" y="573025"/>
                  </a:lnTo>
                  <a:lnTo>
                    <a:pt x="1983438" y="573022"/>
                  </a:lnTo>
                  <a:lnTo>
                    <a:pt x="1983433" y="573021"/>
                  </a:lnTo>
                  <a:lnTo>
                    <a:pt x="1983427" y="573020"/>
                  </a:lnTo>
                  <a:lnTo>
                    <a:pt x="1983420" y="573020"/>
                  </a:lnTo>
                  <a:lnTo>
                    <a:pt x="1983402" y="573019"/>
                  </a:lnTo>
                  <a:lnTo>
                    <a:pt x="1983370" y="573019"/>
                  </a:lnTo>
                  <a:lnTo>
                    <a:pt x="1983365" y="573020"/>
                  </a:lnTo>
                  <a:lnTo>
                    <a:pt x="1983360" y="573021"/>
                  </a:lnTo>
                  <a:lnTo>
                    <a:pt x="1983334" y="573027"/>
                  </a:lnTo>
                  <a:lnTo>
                    <a:pt x="1983306" y="573037"/>
                  </a:lnTo>
                  <a:lnTo>
                    <a:pt x="1983290" y="573043"/>
                  </a:lnTo>
                  <a:lnTo>
                    <a:pt x="1983285" y="573045"/>
                  </a:lnTo>
                  <a:lnTo>
                    <a:pt x="1983279" y="573047"/>
                  </a:lnTo>
                  <a:lnTo>
                    <a:pt x="1983268" y="573051"/>
                  </a:lnTo>
                  <a:lnTo>
                    <a:pt x="1983262" y="573054"/>
                  </a:lnTo>
                  <a:lnTo>
                    <a:pt x="1983255" y="573058"/>
                  </a:lnTo>
                  <a:lnTo>
                    <a:pt x="1983225" y="573079"/>
                  </a:lnTo>
                  <a:lnTo>
                    <a:pt x="1983219" y="573084"/>
                  </a:lnTo>
                  <a:lnTo>
                    <a:pt x="1983212" y="573090"/>
                  </a:lnTo>
                  <a:lnTo>
                    <a:pt x="1983205" y="573098"/>
                  </a:lnTo>
                  <a:lnTo>
                    <a:pt x="1983142" y="573172"/>
                  </a:lnTo>
                  <a:lnTo>
                    <a:pt x="1983118" y="573206"/>
                  </a:lnTo>
                  <a:lnTo>
                    <a:pt x="1983105" y="573225"/>
                  </a:lnTo>
                  <a:lnTo>
                    <a:pt x="1983067" y="573293"/>
                  </a:lnTo>
                  <a:lnTo>
                    <a:pt x="1983062" y="573303"/>
                  </a:lnTo>
                  <a:lnTo>
                    <a:pt x="1983059" y="573311"/>
                  </a:lnTo>
                  <a:lnTo>
                    <a:pt x="1983057" y="573317"/>
                  </a:lnTo>
                  <a:lnTo>
                    <a:pt x="1983050" y="573335"/>
                  </a:lnTo>
                  <a:lnTo>
                    <a:pt x="1983049" y="573340"/>
                  </a:lnTo>
                  <a:lnTo>
                    <a:pt x="1983048" y="573353"/>
                  </a:lnTo>
                  <a:lnTo>
                    <a:pt x="1983046" y="573359"/>
                  </a:lnTo>
                  <a:lnTo>
                    <a:pt x="1983044" y="573367"/>
                  </a:lnTo>
                  <a:lnTo>
                    <a:pt x="1983042" y="573371"/>
                  </a:lnTo>
                  <a:lnTo>
                    <a:pt x="1983036" y="573379"/>
                  </a:lnTo>
                  <a:lnTo>
                    <a:pt x="1983034" y="573384"/>
                  </a:lnTo>
                  <a:lnTo>
                    <a:pt x="1983030" y="573402"/>
                  </a:lnTo>
                  <a:lnTo>
                    <a:pt x="1983029" y="573408"/>
                  </a:lnTo>
                  <a:lnTo>
                    <a:pt x="1983020" y="573438"/>
                  </a:lnTo>
                  <a:lnTo>
                    <a:pt x="1983019" y="573445"/>
                  </a:lnTo>
                  <a:lnTo>
                    <a:pt x="1983018" y="573454"/>
                  </a:lnTo>
                  <a:lnTo>
                    <a:pt x="1983016" y="573460"/>
                  </a:lnTo>
                  <a:lnTo>
                    <a:pt x="1983007" y="573477"/>
                  </a:lnTo>
                  <a:lnTo>
                    <a:pt x="1983005" y="573482"/>
                  </a:lnTo>
                  <a:lnTo>
                    <a:pt x="1983003" y="573488"/>
                  </a:lnTo>
                  <a:lnTo>
                    <a:pt x="1983000" y="573493"/>
                  </a:lnTo>
                  <a:lnTo>
                    <a:pt x="1982995" y="573500"/>
                  </a:lnTo>
                  <a:lnTo>
                    <a:pt x="1982992" y="573504"/>
                  </a:lnTo>
                  <a:lnTo>
                    <a:pt x="1982989" y="573510"/>
                  </a:lnTo>
                  <a:lnTo>
                    <a:pt x="1982986" y="573517"/>
                  </a:lnTo>
                  <a:lnTo>
                    <a:pt x="1982985" y="573522"/>
                  </a:lnTo>
                  <a:lnTo>
                    <a:pt x="1982985" y="573527"/>
                  </a:lnTo>
                  <a:lnTo>
                    <a:pt x="1982984" y="573532"/>
                  </a:lnTo>
                  <a:lnTo>
                    <a:pt x="1982981" y="573538"/>
                  </a:lnTo>
                  <a:lnTo>
                    <a:pt x="1982973" y="573550"/>
                  </a:lnTo>
                  <a:lnTo>
                    <a:pt x="1982970" y="573555"/>
                  </a:lnTo>
                  <a:lnTo>
                    <a:pt x="1982966" y="573563"/>
                  </a:lnTo>
                  <a:lnTo>
                    <a:pt x="1982964" y="573568"/>
                  </a:lnTo>
                  <a:lnTo>
                    <a:pt x="1982961" y="573571"/>
                  </a:lnTo>
                  <a:lnTo>
                    <a:pt x="1982958" y="573575"/>
                  </a:lnTo>
                  <a:lnTo>
                    <a:pt x="1982948" y="573584"/>
                  </a:lnTo>
                  <a:lnTo>
                    <a:pt x="1982945" y="573588"/>
                  </a:lnTo>
                  <a:lnTo>
                    <a:pt x="1982939" y="573603"/>
                  </a:lnTo>
                  <a:lnTo>
                    <a:pt x="1982860" y="573790"/>
                  </a:lnTo>
                  <a:lnTo>
                    <a:pt x="1982839" y="573839"/>
                  </a:lnTo>
                  <a:lnTo>
                    <a:pt x="1982770" y="573941"/>
                  </a:lnTo>
                  <a:lnTo>
                    <a:pt x="1982765" y="573948"/>
                  </a:lnTo>
                  <a:lnTo>
                    <a:pt x="1982761" y="573954"/>
                  </a:lnTo>
                  <a:lnTo>
                    <a:pt x="1982733" y="573996"/>
                  </a:lnTo>
                  <a:lnTo>
                    <a:pt x="1982722" y="574027"/>
                  </a:lnTo>
                  <a:lnTo>
                    <a:pt x="1982701" y="574088"/>
                  </a:lnTo>
                  <a:lnTo>
                    <a:pt x="1982689" y="574124"/>
                  </a:lnTo>
                  <a:lnTo>
                    <a:pt x="1982679" y="574152"/>
                  </a:lnTo>
                  <a:lnTo>
                    <a:pt x="1982612" y="574256"/>
                  </a:lnTo>
                  <a:lnTo>
                    <a:pt x="1982574" y="574316"/>
                  </a:lnTo>
                  <a:lnTo>
                    <a:pt x="1982500" y="574376"/>
                  </a:lnTo>
                  <a:lnTo>
                    <a:pt x="1982390" y="574514"/>
                  </a:lnTo>
                  <a:lnTo>
                    <a:pt x="1982342" y="574576"/>
                  </a:lnTo>
                  <a:lnTo>
                    <a:pt x="1982233" y="574702"/>
                  </a:lnTo>
                  <a:lnTo>
                    <a:pt x="1982215" y="574722"/>
                  </a:lnTo>
                  <a:lnTo>
                    <a:pt x="1982140" y="574808"/>
                  </a:lnTo>
                  <a:lnTo>
                    <a:pt x="1982162" y="574838"/>
                  </a:lnTo>
                  <a:lnTo>
                    <a:pt x="1982133" y="574874"/>
                  </a:lnTo>
                  <a:lnTo>
                    <a:pt x="1982045" y="574994"/>
                  </a:lnTo>
                  <a:lnTo>
                    <a:pt x="1981974" y="575096"/>
                  </a:lnTo>
                  <a:lnTo>
                    <a:pt x="1981912" y="575188"/>
                  </a:lnTo>
                  <a:lnTo>
                    <a:pt x="1981907" y="575196"/>
                  </a:lnTo>
                  <a:lnTo>
                    <a:pt x="1981904" y="575201"/>
                  </a:lnTo>
                  <a:lnTo>
                    <a:pt x="1981901" y="575209"/>
                  </a:lnTo>
                  <a:lnTo>
                    <a:pt x="1981899" y="575216"/>
                  </a:lnTo>
                  <a:lnTo>
                    <a:pt x="1981899" y="575223"/>
                  </a:lnTo>
                  <a:lnTo>
                    <a:pt x="1981899" y="575229"/>
                  </a:lnTo>
                  <a:lnTo>
                    <a:pt x="1981896" y="575233"/>
                  </a:lnTo>
                  <a:lnTo>
                    <a:pt x="1981889" y="575239"/>
                  </a:lnTo>
                  <a:lnTo>
                    <a:pt x="1981886" y="575244"/>
                  </a:lnTo>
                  <a:lnTo>
                    <a:pt x="1981884" y="575252"/>
                  </a:lnTo>
                  <a:lnTo>
                    <a:pt x="1981881" y="575258"/>
                  </a:lnTo>
                  <a:lnTo>
                    <a:pt x="1981881" y="575263"/>
                  </a:lnTo>
                  <a:lnTo>
                    <a:pt x="1981886" y="575272"/>
                  </a:lnTo>
                  <a:lnTo>
                    <a:pt x="1981885" y="575278"/>
                  </a:lnTo>
                  <a:lnTo>
                    <a:pt x="1981882" y="575282"/>
                  </a:lnTo>
                  <a:lnTo>
                    <a:pt x="1981882" y="575287"/>
                  </a:lnTo>
                  <a:lnTo>
                    <a:pt x="1981888" y="575293"/>
                  </a:lnTo>
                  <a:lnTo>
                    <a:pt x="1981890" y="575299"/>
                  </a:lnTo>
                  <a:lnTo>
                    <a:pt x="1981886" y="575302"/>
                  </a:lnTo>
                  <a:lnTo>
                    <a:pt x="1981872" y="575302"/>
                  </a:lnTo>
                  <a:lnTo>
                    <a:pt x="1981868" y="575302"/>
                  </a:lnTo>
                  <a:lnTo>
                    <a:pt x="1981864" y="575303"/>
                  </a:lnTo>
                  <a:lnTo>
                    <a:pt x="1981859" y="575304"/>
                  </a:lnTo>
                  <a:lnTo>
                    <a:pt x="1981854" y="575305"/>
                  </a:lnTo>
                  <a:lnTo>
                    <a:pt x="1981849" y="575307"/>
                  </a:lnTo>
                  <a:lnTo>
                    <a:pt x="1981842" y="575311"/>
                  </a:lnTo>
                  <a:lnTo>
                    <a:pt x="1981835" y="575315"/>
                  </a:lnTo>
                  <a:lnTo>
                    <a:pt x="1981827" y="575322"/>
                  </a:lnTo>
                  <a:lnTo>
                    <a:pt x="1981820" y="575329"/>
                  </a:lnTo>
                  <a:lnTo>
                    <a:pt x="1981812" y="575337"/>
                  </a:lnTo>
                  <a:lnTo>
                    <a:pt x="1981805" y="575345"/>
                  </a:lnTo>
                  <a:lnTo>
                    <a:pt x="1981793" y="575362"/>
                  </a:lnTo>
                  <a:lnTo>
                    <a:pt x="1981784" y="575377"/>
                  </a:lnTo>
                  <a:lnTo>
                    <a:pt x="1981773" y="575396"/>
                  </a:lnTo>
                  <a:lnTo>
                    <a:pt x="1981770" y="575401"/>
                  </a:lnTo>
                  <a:lnTo>
                    <a:pt x="1981764" y="575407"/>
                  </a:lnTo>
                  <a:lnTo>
                    <a:pt x="1981727" y="575445"/>
                  </a:lnTo>
                  <a:lnTo>
                    <a:pt x="1981714" y="575456"/>
                  </a:lnTo>
                  <a:lnTo>
                    <a:pt x="1981699" y="575468"/>
                  </a:lnTo>
                  <a:lnTo>
                    <a:pt x="1981620" y="575519"/>
                  </a:lnTo>
                  <a:lnTo>
                    <a:pt x="1981615" y="575524"/>
                  </a:lnTo>
                  <a:lnTo>
                    <a:pt x="1981612" y="575528"/>
                  </a:lnTo>
                  <a:lnTo>
                    <a:pt x="1981600" y="575568"/>
                  </a:lnTo>
                  <a:lnTo>
                    <a:pt x="1981594" y="575590"/>
                  </a:lnTo>
                  <a:lnTo>
                    <a:pt x="1981586" y="575593"/>
                  </a:lnTo>
                  <a:lnTo>
                    <a:pt x="1981577" y="575598"/>
                  </a:lnTo>
                  <a:lnTo>
                    <a:pt x="1981494" y="575623"/>
                  </a:lnTo>
                  <a:lnTo>
                    <a:pt x="1981405" y="575651"/>
                  </a:lnTo>
                  <a:lnTo>
                    <a:pt x="1981339" y="575687"/>
                  </a:lnTo>
                  <a:lnTo>
                    <a:pt x="1981260" y="575731"/>
                  </a:lnTo>
                  <a:lnTo>
                    <a:pt x="1981179" y="575777"/>
                  </a:lnTo>
                  <a:lnTo>
                    <a:pt x="1981152" y="575792"/>
                  </a:lnTo>
                  <a:lnTo>
                    <a:pt x="1981064" y="575856"/>
                  </a:lnTo>
                  <a:lnTo>
                    <a:pt x="1980980" y="575917"/>
                  </a:lnTo>
                  <a:lnTo>
                    <a:pt x="1980722" y="576081"/>
                  </a:lnTo>
                  <a:lnTo>
                    <a:pt x="1980721" y="576089"/>
                  </a:lnTo>
                  <a:lnTo>
                    <a:pt x="1980686" y="576119"/>
                  </a:lnTo>
                  <a:lnTo>
                    <a:pt x="1980647" y="576151"/>
                  </a:lnTo>
                  <a:lnTo>
                    <a:pt x="1980642" y="576153"/>
                  </a:lnTo>
                  <a:lnTo>
                    <a:pt x="1980636" y="576157"/>
                  </a:lnTo>
                  <a:lnTo>
                    <a:pt x="1980622" y="576168"/>
                  </a:lnTo>
                  <a:lnTo>
                    <a:pt x="1980611" y="576173"/>
                  </a:lnTo>
                  <a:lnTo>
                    <a:pt x="1980589" y="576184"/>
                  </a:lnTo>
                  <a:lnTo>
                    <a:pt x="1980568" y="576194"/>
                  </a:lnTo>
                  <a:lnTo>
                    <a:pt x="1980487" y="576234"/>
                  </a:lnTo>
                  <a:lnTo>
                    <a:pt x="1980366" y="576321"/>
                  </a:lnTo>
                  <a:lnTo>
                    <a:pt x="1980215" y="576437"/>
                  </a:lnTo>
                  <a:lnTo>
                    <a:pt x="1980169" y="576473"/>
                  </a:lnTo>
                  <a:lnTo>
                    <a:pt x="1980139" y="576497"/>
                  </a:lnTo>
                  <a:lnTo>
                    <a:pt x="1980130" y="576505"/>
                  </a:lnTo>
                  <a:lnTo>
                    <a:pt x="1980124" y="576509"/>
                  </a:lnTo>
                  <a:lnTo>
                    <a:pt x="1980115" y="576514"/>
                  </a:lnTo>
                  <a:lnTo>
                    <a:pt x="1980109" y="576517"/>
                  </a:lnTo>
                  <a:lnTo>
                    <a:pt x="1980105" y="576520"/>
                  </a:lnTo>
                  <a:lnTo>
                    <a:pt x="1980099" y="576524"/>
                  </a:lnTo>
                  <a:lnTo>
                    <a:pt x="1980095" y="576527"/>
                  </a:lnTo>
                  <a:lnTo>
                    <a:pt x="1980091" y="576529"/>
                  </a:lnTo>
                  <a:lnTo>
                    <a:pt x="1980087" y="576530"/>
                  </a:lnTo>
                  <a:lnTo>
                    <a:pt x="1980072" y="576540"/>
                  </a:lnTo>
                  <a:lnTo>
                    <a:pt x="1980067" y="576543"/>
                  </a:lnTo>
                  <a:lnTo>
                    <a:pt x="1980062" y="576544"/>
                  </a:lnTo>
                  <a:lnTo>
                    <a:pt x="1980053" y="576544"/>
                  </a:lnTo>
                  <a:lnTo>
                    <a:pt x="1980046" y="576544"/>
                  </a:lnTo>
                  <a:lnTo>
                    <a:pt x="1980036" y="576543"/>
                  </a:lnTo>
                  <a:lnTo>
                    <a:pt x="1980032" y="576544"/>
                  </a:lnTo>
                  <a:lnTo>
                    <a:pt x="1980027" y="576545"/>
                  </a:lnTo>
                  <a:lnTo>
                    <a:pt x="1980020" y="576547"/>
                  </a:lnTo>
                  <a:lnTo>
                    <a:pt x="1980015" y="576548"/>
                  </a:lnTo>
                  <a:lnTo>
                    <a:pt x="1980010" y="576552"/>
                  </a:lnTo>
                  <a:lnTo>
                    <a:pt x="1980006" y="576556"/>
                  </a:lnTo>
                  <a:lnTo>
                    <a:pt x="1980001" y="576563"/>
                  </a:lnTo>
                  <a:lnTo>
                    <a:pt x="1979986" y="576574"/>
                  </a:lnTo>
                  <a:lnTo>
                    <a:pt x="1979979" y="576576"/>
                  </a:lnTo>
                  <a:lnTo>
                    <a:pt x="1979975" y="576578"/>
                  </a:lnTo>
                  <a:lnTo>
                    <a:pt x="1979971" y="576581"/>
                  </a:lnTo>
                  <a:lnTo>
                    <a:pt x="1979963" y="576586"/>
                  </a:lnTo>
                  <a:lnTo>
                    <a:pt x="1979959" y="576588"/>
                  </a:lnTo>
                  <a:lnTo>
                    <a:pt x="1979945" y="576595"/>
                  </a:lnTo>
                  <a:lnTo>
                    <a:pt x="1979869" y="576639"/>
                  </a:lnTo>
                  <a:lnTo>
                    <a:pt x="1979859" y="576644"/>
                  </a:lnTo>
                  <a:lnTo>
                    <a:pt x="1979855" y="576646"/>
                  </a:lnTo>
                  <a:lnTo>
                    <a:pt x="1979850" y="576649"/>
                  </a:lnTo>
                  <a:lnTo>
                    <a:pt x="1979846" y="576652"/>
                  </a:lnTo>
                  <a:lnTo>
                    <a:pt x="1979843" y="576656"/>
                  </a:lnTo>
                  <a:lnTo>
                    <a:pt x="1979840" y="576659"/>
                  </a:lnTo>
                  <a:lnTo>
                    <a:pt x="1979835" y="576666"/>
                  </a:lnTo>
                  <a:lnTo>
                    <a:pt x="1979831" y="576670"/>
                  </a:lnTo>
                  <a:lnTo>
                    <a:pt x="1979827" y="576673"/>
                  </a:lnTo>
                  <a:lnTo>
                    <a:pt x="1979822" y="576676"/>
                  </a:lnTo>
                  <a:lnTo>
                    <a:pt x="1979779" y="576700"/>
                  </a:lnTo>
                  <a:lnTo>
                    <a:pt x="1979738" y="576719"/>
                  </a:lnTo>
                  <a:lnTo>
                    <a:pt x="1979724" y="576727"/>
                  </a:lnTo>
                  <a:lnTo>
                    <a:pt x="1979709" y="576736"/>
                  </a:lnTo>
                  <a:lnTo>
                    <a:pt x="1979668" y="576763"/>
                  </a:lnTo>
                  <a:lnTo>
                    <a:pt x="1979652" y="576773"/>
                  </a:lnTo>
                  <a:lnTo>
                    <a:pt x="1979648" y="576777"/>
                  </a:lnTo>
                  <a:lnTo>
                    <a:pt x="1979647" y="576786"/>
                  </a:lnTo>
                  <a:lnTo>
                    <a:pt x="1979642" y="576791"/>
                  </a:lnTo>
                  <a:lnTo>
                    <a:pt x="1979636" y="576792"/>
                  </a:lnTo>
                  <a:lnTo>
                    <a:pt x="1979631" y="576790"/>
                  </a:lnTo>
                  <a:lnTo>
                    <a:pt x="1979624" y="576786"/>
                  </a:lnTo>
                  <a:lnTo>
                    <a:pt x="1979620" y="576785"/>
                  </a:lnTo>
                  <a:lnTo>
                    <a:pt x="1979615" y="576786"/>
                  </a:lnTo>
                  <a:lnTo>
                    <a:pt x="1979592" y="576797"/>
                  </a:lnTo>
                  <a:lnTo>
                    <a:pt x="1979547" y="576815"/>
                  </a:lnTo>
                  <a:lnTo>
                    <a:pt x="1979494" y="576838"/>
                  </a:lnTo>
                  <a:lnTo>
                    <a:pt x="1979480" y="576843"/>
                  </a:lnTo>
                  <a:lnTo>
                    <a:pt x="1979451" y="576853"/>
                  </a:lnTo>
                  <a:lnTo>
                    <a:pt x="1979389" y="576878"/>
                  </a:lnTo>
                  <a:lnTo>
                    <a:pt x="1979364" y="576887"/>
                  </a:lnTo>
                  <a:lnTo>
                    <a:pt x="1979347" y="576892"/>
                  </a:lnTo>
                  <a:lnTo>
                    <a:pt x="1979310" y="576902"/>
                  </a:lnTo>
                  <a:lnTo>
                    <a:pt x="1979256" y="576913"/>
                  </a:lnTo>
                  <a:lnTo>
                    <a:pt x="1979234" y="576917"/>
                  </a:lnTo>
                  <a:lnTo>
                    <a:pt x="1979218" y="576919"/>
                  </a:lnTo>
                  <a:lnTo>
                    <a:pt x="1979208" y="576920"/>
                  </a:lnTo>
                  <a:lnTo>
                    <a:pt x="1979197" y="576920"/>
                  </a:lnTo>
                  <a:lnTo>
                    <a:pt x="1979190" y="576922"/>
                  </a:lnTo>
                  <a:lnTo>
                    <a:pt x="1979173" y="576926"/>
                  </a:lnTo>
                  <a:lnTo>
                    <a:pt x="1979128" y="576942"/>
                  </a:lnTo>
                  <a:lnTo>
                    <a:pt x="1979119" y="576944"/>
                  </a:lnTo>
                  <a:lnTo>
                    <a:pt x="1979083" y="576953"/>
                  </a:lnTo>
                  <a:lnTo>
                    <a:pt x="1979054" y="576963"/>
                  </a:lnTo>
                  <a:lnTo>
                    <a:pt x="1979036" y="576969"/>
                  </a:lnTo>
                  <a:lnTo>
                    <a:pt x="1979004" y="576980"/>
                  </a:lnTo>
                  <a:lnTo>
                    <a:pt x="1978962" y="576993"/>
                  </a:lnTo>
                  <a:lnTo>
                    <a:pt x="1978937" y="577002"/>
                  </a:lnTo>
                  <a:lnTo>
                    <a:pt x="1978931" y="577005"/>
                  </a:lnTo>
                  <a:lnTo>
                    <a:pt x="1978924" y="577008"/>
                  </a:lnTo>
                  <a:lnTo>
                    <a:pt x="1978891" y="577008"/>
                  </a:lnTo>
                  <a:lnTo>
                    <a:pt x="1978830" y="577008"/>
                  </a:lnTo>
                  <a:lnTo>
                    <a:pt x="1978826" y="577010"/>
                  </a:lnTo>
                  <a:lnTo>
                    <a:pt x="1978821" y="577015"/>
                  </a:lnTo>
                  <a:lnTo>
                    <a:pt x="1978814" y="577016"/>
                  </a:lnTo>
                  <a:lnTo>
                    <a:pt x="1978803" y="577018"/>
                  </a:lnTo>
                  <a:lnTo>
                    <a:pt x="1978792" y="577019"/>
                  </a:lnTo>
                  <a:lnTo>
                    <a:pt x="1978787" y="577021"/>
                  </a:lnTo>
                  <a:lnTo>
                    <a:pt x="1978782" y="577023"/>
                  </a:lnTo>
                  <a:lnTo>
                    <a:pt x="1978778" y="577027"/>
                  </a:lnTo>
                  <a:lnTo>
                    <a:pt x="1978723" y="577050"/>
                  </a:lnTo>
                  <a:lnTo>
                    <a:pt x="1978679" y="577068"/>
                  </a:lnTo>
                  <a:lnTo>
                    <a:pt x="1978673" y="577067"/>
                  </a:lnTo>
                  <a:lnTo>
                    <a:pt x="1978664" y="577067"/>
                  </a:lnTo>
                  <a:lnTo>
                    <a:pt x="1978650" y="577070"/>
                  </a:lnTo>
                  <a:lnTo>
                    <a:pt x="1978636" y="577074"/>
                  </a:lnTo>
                  <a:lnTo>
                    <a:pt x="1978625" y="577078"/>
                  </a:lnTo>
                  <a:lnTo>
                    <a:pt x="1978618" y="577082"/>
                  </a:lnTo>
                  <a:lnTo>
                    <a:pt x="1978609" y="577086"/>
                  </a:lnTo>
                  <a:lnTo>
                    <a:pt x="1978597" y="577090"/>
                  </a:lnTo>
                  <a:lnTo>
                    <a:pt x="1978531" y="577099"/>
                  </a:lnTo>
                  <a:lnTo>
                    <a:pt x="1978522" y="577101"/>
                  </a:lnTo>
                  <a:lnTo>
                    <a:pt x="1978513" y="577104"/>
                  </a:lnTo>
                  <a:lnTo>
                    <a:pt x="1978503" y="577107"/>
                  </a:lnTo>
                  <a:lnTo>
                    <a:pt x="1978497" y="577110"/>
                  </a:lnTo>
                  <a:lnTo>
                    <a:pt x="1978393" y="577157"/>
                  </a:lnTo>
                  <a:lnTo>
                    <a:pt x="1978350" y="577175"/>
                  </a:lnTo>
                  <a:lnTo>
                    <a:pt x="1978318" y="577185"/>
                  </a:lnTo>
                  <a:lnTo>
                    <a:pt x="1978313" y="577188"/>
                  </a:lnTo>
                  <a:lnTo>
                    <a:pt x="1978266" y="577211"/>
                  </a:lnTo>
                  <a:lnTo>
                    <a:pt x="1978254" y="577217"/>
                  </a:lnTo>
                  <a:lnTo>
                    <a:pt x="1978238" y="577228"/>
                  </a:lnTo>
                  <a:lnTo>
                    <a:pt x="1978226" y="577235"/>
                  </a:lnTo>
                  <a:lnTo>
                    <a:pt x="1978206" y="577251"/>
                  </a:lnTo>
                  <a:lnTo>
                    <a:pt x="1978201" y="577256"/>
                  </a:lnTo>
                  <a:lnTo>
                    <a:pt x="1978198" y="577259"/>
                  </a:lnTo>
                  <a:lnTo>
                    <a:pt x="1978196" y="577265"/>
                  </a:lnTo>
                  <a:lnTo>
                    <a:pt x="1978173" y="577280"/>
                  </a:lnTo>
                  <a:lnTo>
                    <a:pt x="1978152" y="577293"/>
                  </a:lnTo>
                  <a:lnTo>
                    <a:pt x="1978147" y="577293"/>
                  </a:lnTo>
                  <a:lnTo>
                    <a:pt x="1978138" y="577297"/>
                  </a:lnTo>
                  <a:lnTo>
                    <a:pt x="1978127" y="577303"/>
                  </a:lnTo>
                  <a:lnTo>
                    <a:pt x="1978114" y="577311"/>
                  </a:lnTo>
                  <a:lnTo>
                    <a:pt x="1978086" y="577330"/>
                  </a:lnTo>
                  <a:lnTo>
                    <a:pt x="1978077" y="577335"/>
                  </a:lnTo>
                  <a:lnTo>
                    <a:pt x="1978050" y="577353"/>
                  </a:lnTo>
                  <a:lnTo>
                    <a:pt x="1978034" y="577365"/>
                  </a:lnTo>
                  <a:lnTo>
                    <a:pt x="1978027" y="577374"/>
                  </a:lnTo>
                  <a:lnTo>
                    <a:pt x="1978014" y="577391"/>
                  </a:lnTo>
                  <a:lnTo>
                    <a:pt x="1978000" y="577406"/>
                  </a:lnTo>
                  <a:lnTo>
                    <a:pt x="1977994" y="577406"/>
                  </a:lnTo>
                  <a:lnTo>
                    <a:pt x="1977987" y="577408"/>
                  </a:lnTo>
                  <a:lnTo>
                    <a:pt x="1977977" y="577414"/>
                  </a:lnTo>
                  <a:lnTo>
                    <a:pt x="1977966" y="577423"/>
                  </a:lnTo>
                  <a:lnTo>
                    <a:pt x="1977954" y="577432"/>
                  </a:lnTo>
                  <a:lnTo>
                    <a:pt x="1977947" y="577440"/>
                  </a:lnTo>
                  <a:lnTo>
                    <a:pt x="1977943" y="577448"/>
                  </a:lnTo>
                  <a:lnTo>
                    <a:pt x="1977937" y="577453"/>
                  </a:lnTo>
                  <a:lnTo>
                    <a:pt x="1977924" y="577464"/>
                  </a:lnTo>
                  <a:lnTo>
                    <a:pt x="1977913" y="577471"/>
                  </a:lnTo>
                  <a:lnTo>
                    <a:pt x="1977905" y="577477"/>
                  </a:lnTo>
                  <a:lnTo>
                    <a:pt x="1977903" y="577484"/>
                  </a:lnTo>
                  <a:lnTo>
                    <a:pt x="1977903" y="577489"/>
                  </a:lnTo>
                  <a:lnTo>
                    <a:pt x="1977905" y="577496"/>
                  </a:lnTo>
                  <a:lnTo>
                    <a:pt x="1977908" y="577500"/>
                  </a:lnTo>
                  <a:lnTo>
                    <a:pt x="1977912" y="577507"/>
                  </a:lnTo>
                  <a:lnTo>
                    <a:pt x="1977907" y="577510"/>
                  </a:lnTo>
                  <a:lnTo>
                    <a:pt x="1977902" y="577508"/>
                  </a:lnTo>
                  <a:lnTo>
                    <a:pt x="1977894" y="577502"/>
                  </a:lnTo>
                  <a:lnTo>
                    <a:pt x="1977885" y="577499"/>
                  </a:lnTo>
                  <a:lnTo>
                    <a:pt x="1977877" y="577502"/>
                  </a:lnTo>
                  <a:lnTo>
                    <a:pt x="1977866" y="577510"/>
                  </a:lnTo>
                  <a:lnTo>
                    <a:pt x="1977846" y="577527"/>
                  </a:lnTo>
                  <a:lnTo>
                    <a:pt x="1977827" y="577542"/>
                  </a:lnTo>
                  <a:lnTo>
                    <a:pt x="1977810" y="577554"/>
                  </a:lnTo>
                  <a:lnTo>
                    <a:pt x="1977803" y="577561"/>
                  </a:lnTo>
                  <a:lnTo>
                    <a:pt x="1977783" y="577582"/>
                  </a:lnTo>
                  <a:lnTo>
                    <a:pt x="1977778" y="577587"/>
                  </a:lnTo>
                  <a:lnTo>
                    <a:pt x="1977736" y="577629"/>
                  </a:lnTo>
                  <a:lnTo>
                    <a:pt x="1977718" y="577647"/>
                  </a:lnTo>
                  <a:lnTo>
                    <a:pt x="1977692" y="577674"/>
                  </a:lnTo>
                  <a:lnTo>
                    <a:pt x="1977661" y="577713"/>
                  </a:lnTo>
                  <a:lnTo>
                    <a:pt x="1977653" y="577724"/>
                  </a:lnTo>
                  <a:lnTo>
                    <a:pt x="1977635" y="577747"/>
                  </a:lnTo>
                  <a:lnTo>
                    <a:pt x="1977618" y="577774"/>
                  </a:lnTo>
                  <a:lnTo>
                    <a:pt x="1977611" y="577786"/>
                  </a:lnTo>
                  <a:lnTo>
                    <a:pt x="1977606" y="577785"/>
                  </a:lnTo>
                  <a:lnTo>
                    <a:pt x="1977603" y="577777"/>
                  </a:lnTo>
                  <a:lnTo>
                    <a:pt x="1977599" y="577774"/>
                  </a:lnTo>
                  <a:lnTo>
                    <a:pt x="1977595" y="577774"/>
                  </a:lnTo>
                  <a:lnTo>
                    <a:pt x="1977591" y="577776"/>
                  </a:lnTo>
                  <a:lnTo>
                    <a:pt x="1977576" y="577787"/>
                  </a:lnTo>
                  <a:lnTo>
                    <a:pt x="1977571" y="577792"/>
                  </a:lnTo>
                  <a:lnTo>
                    <a:pt x="1977563" y="577798"/>
                  </a:lnTo>
                  <a:lnTo>
                    <a:pt x="1977554" y="577812"/>
                  </a:lnTo>
                  <a:lnTo>
                    <a:pt x="1977551" y="577816"/>
                  </a:lnTo>
                  <a:lnTo>
                    <a:pt x="1977511" y="577861"/>
                  </a:lnTo>
                  <a:lnTo>
                    <a:pt x="1977501" y="577870"/>
                  </a:lnTo>
                  <a:lnTo>
                    <a:pt x="1977481" y="577886"/>
                  </a:lnTo>
                  <a:lnTo>
                    <a:pt x="1977453" y="577910"/>
                  </a:lnTo>
                  <a:lnTo>
                    <a:pt x="1977437" y="577923"/>
                  </a:lnTo>
                  <a:lnTo>
                    <a:pt x="1977419" y="577938"/>
                  </a:lnTo>
                  <a:lnTo>
                    <a:pt x="1977412" y="577945"/>
                  </a:lnTo>
                  <a:lnTo>
                    <a:pt x="1977394" y="577967"/>
                  </a:lnTo>
                  <a:lnTo>
                    <a:pt x="1977367" y="578001"/>
                  </a:lnTo>
                  <a:lnTo>
                    <a:pt x="1977354" y="578032"/>
                  </a:lnTo>
                  <a:lnTo>
                    <a:pt x="1977345" y="578056"/>
                  </a:lnTo>
                  <a:lnTo>
                    <a:pt x="1977342" y="578081"/>
                  </a:lnTo>
                  <a:lnTo>
                    <a:pt x="1977341" y="578087"/>
                  </a:lnTo>
                  <a:lnTo>
                    <a:pt x="1977342" y="578097"/>
                  </a:lnTo>
                  <a:lnTo>
                    <a:pt x="1977338" y="578103"/>
                  </a:lnTo>
                  <a:lnTo>
                    <a:pt x="1977333" y="578106"/>
                  </a:lnTo>
                  <a:lnTo>
                    <a:pt x="1977326" y="578109"/>
                  </a:lnTo>
                  <a:lnTo>
                    <a:pt x="1977322" y="578113"/>
                  </a:lnTo>
                  <a:lnTo>
                    <a:pt x="1977316" y="578127"/>
                  </a:lnTo>
                  <a:lnTo>
                    <a:pt x="1977320" y="578129"/>
                  </a:lnTo>
                  <a:lnTo>
                    <a:pt x="1977325" y="578128"/>
                  </a:lnTo>
                  <a:lnTo>
                    <a:pt x="1977330" y="578125"/>
                  </a:lnTo>
                  <a:lnTo>
                    <a:pt x="1977342" y="578115"/>
                  </a:lnTo>
                  <a:lnTo>
                    <a:pt x="1977357" y="578109"/>
                  </a:lnTo>
                  <a:lnTo>
                    <a:pt x="1977364" y="578108"/>
                  </a:lnTo>
                  <a:lnTo>
                    <a:pt x="1977368" y="578108"/>
                  </a:lnTo>
                  <a:lnTo>
                    <a:pt x="1977384" y="578115"/>
                  </a:lnTo>
                  <a:lnTo>
                    <a:pt x="1977390" y="578118"/>
                  </a:lnTo>
                  <a:lnTo>
                    <a:pt x="1977393" y="578122"/>
                  </a:lnTo>
                  <a:lnTo>
                    <a:pt x="1977380" y="578137"/>
                  </a:lnTo>
                  <a:lnTo>
                    <a:pt x="1977377" y="578141"/>
                  </a:lnTo>
                  <a:lnTo>
                    <a:pt x="1977373" y="578147"/>
                  </a:lnTo>
                  <a:lnTo>
                    <a:pt x="1977371" y="578154"/>
                  </a:lnTo>
                  <a:lnTo>
                    <a:pt x="1977373" y="578159"/>
                  </a:lnTo>
                  <a:lnTo>
                    <a:pt x="1977371" y="578164"/>
                  </a:lnTo>
                  <a:lnTo>
                    <a:pt x="1977366" y="578169"/>
                  </a:lnTo>
                  <a:lnTo>
                    <a:pt x="1977337" y="578188"/>
                  </a:lnTo>
                  <a:lnTo>
                    <a:pt x="1977326" y="578196"/>
                  </a:lnTo>
                  <a:lnTo>
                    <a:pt x="1977321" y="578196"/>
                  </a:lnTo>
                  <a:lnTo>
                    <a:pt x="1977315" y="578193"/>
                  </a:lnTo>
                  <a:lnTo>
                    <a:pt x="1977310" y="578194"/>
                  </a:lnTo>
                  <a:lnTo>
                    <a:pt x="1977306" y="578198"/>
                  </a:lnTo>
                  <a:lnTo>
                    <a:pt x="1977303" y="578204"/>
                  </a:lnTo>
                  <a:lnTo>
                    <a:pt x="1977301" y="578209"/>
                  </a:lnTo>
                  <a:lnTo>
                    <a:pt x="1977294" y="578227"/>
                  </a:lnTo>
                  <a:lnTo>
                    <a:pt x="1977289" y="578237"/>
                  </a:lnTo>
                  <a:lnTo>
                    <a:pt x="1977282" y="578258"/>
                  </a:lnTo>
                  <a:lnTo>
                    <a:pt x="1977267" y="578282"/>
                  </a:lnTo>
                  <a:lnTo>
                    <a:pt x="1977262" y="578293"/>
                  </a:lnTo>
                  <a:lnTo>
                    <a:pt x="1977260" y="578298"/>
                  </a:lnTo>
                  <a:lnTo>
                    <a:pt x="1977260" y="578322"/>
                  </a:lnTo>
                  <a:lnTo>
                    <a:pt x="1977264" y="578327"/>
                  </a:lnTo>
                  <a:lnTo>
                    <a:pt x="1977284" y="578307"/>
                  </a:lnTo>
                  <a:lnTo>
                    <a:pt x="1977289" y="578303"/>
                  </a:lnTo>
                  <a:lnTo>
                    <a:pt x="1977294" y="578301"/>
                  </a:lnTo>
                  <a:lnTo>
                    <a:pt x="1977297" y="578298"/>
                  </a:lnTo>
                  <a:lnTo>
                    <a:pt x="1977302" y="578281"/>
                  </a:lnTo>
                  <a:lnTo>
                    <a:pt x="1977305" y="578275"/>
                  </a:lnTo>
                  <a:lnTo>
                    <a:pt x="1977308" y="578271"/>
                  </a:lnTo>
                  <a:lnTo>
                    <a:pt x="1977315" y="578269"/>
                  </a:lnTo>
                  <a:lnTo>
                    <a:pt x="1977319" y="578269"/>
                  </a:lnTo>
                  <a:lnTo>
                    <a:pt x="1977328" y="578270"/>
                  </a:lnTo>
                  <a:lnTo>
                    <a:pt x="1977333" y="578268"/>
                  </a:lnTo>
                  <a:lnTo>
                    <a:pt x="1977337" y="578265"/>
                  </a:lnTo>
                  <a:lnTo>
                    <a:pt x="1977346" y="578252"/>
                  </a:lnTo>
                  <a:lnTo>
                    <a:pt x="1977351" y="578246"/>
                  </a:lnTo>
                  <a:lnTo>
                    <a:pt x="1977354" y="578244"/>
                  </a:lnTo>
                  <a:lnTo>
                    <a:pt x="1977359" y="578243"/>
                  </a:lnTo>
                  <a:lnTo>
                    <a:pt x="1977371" y="578244"/>
                  </a:lnTo>
                  <a:lnTo>
                    <a:pt x="1977388" y="578243"/>
                  </a:lnTo>
                  <a:lnTo>
                    <a:pt x="1977395" y="578240"/>
                  </a:lnTo>
                  <a:lnTo>
                    <a:pt x="1977403" y="578240"/>
                  </a:lnTo>
                  <a:lnTo>
                    <a:pt x="1977410" y="578241"/>
                  </a:lnTo>
                  <a:lnTo>
                    <a:pt x="1977414" y="578240"/>
                  </a:lnTo>
                  <a:lnTo>
                    <a:pt x="1977418" y="578239"/>
                  </a:lnTo>
                  <a:lnTo>
                    <a:pt x="1977423" y="578237"/>
                  </a:lnTo>
                  <a:lnTo>
                    <a:pt x="1977427" y="578237"/>
                  </a:lnTo>
                  <a:lnTo>
                    <a:pt x="1977431" y="578239"/>
                  </a:lnTo>
                  <a:lnTo>
                    <a:pt x="1977435" y="578243"/>
                  </a:lnTo>
                  <a:lnTo>
                    <a:pt x="1977449" y="578277"/>
                  </a:lnTo>
                  <a:lnTo>
                    <a:pt x="1977450" y="578289"/>
                  </a:lnTo>
                  <a:lnTo>
                    <a:pt x="1977445" y="578298"/>
                  </a:lnTo>
                  <a:lnTo>
                    <a:pt x="1977443" y="578304"/>
                  </a:lnTo>
                  <a:lnTo>
                    <a:pt x="1977443" y="578309"/>
                  </a:lnTo>
                  <a:lnTo>
                    <a:pt x="1977432" y="578327"/>
                  </a:lnTo>
                  <a:lnTo>
                    <a:pt x="1977398" y="578379"/>
                  </a:lnTo>
                  <a:lnTo>
                    <a:pt x="1977358" y="578440"/>
                  </a:lnTo>
                  <a:lnTo>
                    <a:pt x="1977351" y="578440"/>
                  </a:lnTo>
                  <a:lnTo>
                    <a:pt x="1977338" y="578460"/>
                  </a:lnTo>
                  <a:lnTo>
                    <a:pt x="1977330" y="578468"/>
                  </a:lnTo>
                  <a:lnTo>
                    <a:pt x="1977323" y="578476"/>
                  </a:lnTo>
                  <a:lnTo>
                    <a:pt x="1977318" y="578479"/>
                  </a:lnTo>
                  <a:lnTo>
                    <a:pt x="1977314" y="578480"/>
                  </a:lnTo>
                  <a:lnTo>
                    <a:pt x="1977310" y="578480"/>
                  </a:lnTo>
                  <a:lnTo>
                    <a:pt x="1977306" y="578480"/>
                  </a:lnTo>
                  <a:lnTo>
                    <a:pt x="1977300" y="578477"/>
                  </a:lnTo>
                  <a:lnTo>
                    <a:pt x="1977294" y="578477"/>
                  </a:lnTo>
                  <a:lnTo>
                    <a:pt x="1977288" y="578478"/>
                  </a:lnTo>
                  <a:lnTo>
                    <a:pt x="1977283" y="578476"/>
                  </a:lnTo>
                  <a:lnTo>
                    <a:pt x="1977278" y="578474"/>
                  </a:lnTo>
                  <a:lnTo>
                    <a:pt x="1977274" y="578472"/>
                  </a:lnTo>
                  <a:lnTo>
                    <a:pt x="1977269" y="578473"/>
                  </a:lnTo>
                  <a:lnTo>
                    <a:pt x="1977265" y="578477"/>
                  </a:lnTo>
                  <a:lnTo>
                    <a:pt x="1977261" y="578485"/>
                  </a:lnTo>
                  <a:lnTo>
                    <a:pt x="1977261" y="578490"/>
                  </a:lnTo>
                  <a:lnTo>
                    <a:pt x="1977248" y="578516"/>
                  </a:lnTo>
                  <a:lnTo>
                    <a:pt x="1977245" y="578523"/>
                  </a:lnTo>
                  <a:lnTo>
                    <a:pt x="1977244" y="578556"/>
                  </a:lnTo>
                  <a:lnTo>
                    <a:pt x="1977251" y="578567"/>
                  </a:lnTo>
                  <a:lnTo>
                    <a:pt x="1977253" y="578571"/>
                  </a:lnTo>
                  <a:lnTo>
                    <a:pt x="1977252" y="578579"/>
                  </a:lnTo>
                  <a:lnTo>
                    <a:pt x="1977250" y="578584"/>
                  </a:lnTo>
                  <a:lnTo>
                    <a:pt x="1977246" y="578587"/>
                  </a:lnTo>
                  <a:lnTo>
                    <a:pt x="1977244" y="578591"/>
                  </a:lnTo>
                  <a:lnTo>
                    <a:pt x="1977248" y="578594"/>
                  </a:lnTo>
                  <a:lnTo>
                    <a:pt x="1977256" y="578595"/>
                  </a:lnTo>
                  <a:lnTo>
                    <a:pt x="1977263" y="578595"/>
                  </a:lnTo>
                  <a:lnTo>
                    <a:pt x="1977269" y="578595"/>
                  </a:lnTo>
                  <a:lnTo>
                    <a:pt x="1977277" y="578598"/>
                  </a:lnTo>
                  <a:lnTo>
                    <a:pt x="1977281" y="578602"/>
                  </a:lnTo>
                  <a:lnTo>
                    <a:pt x="1977279" y="578609"/>
                  </a:lnTo>
                  <a:lnTo>
                    <a:pt x="1977084" y="578592"/>
                  </a:lnTo>
                  <a:lnTo>
                    <a:pt x="1977082" y="578613"/>
                  </a:lnTo>
                  <a:lnTo>
                    <a:pt x="1977083" y="578620"/>
                  </a:lnTo>
                  <a:lnTo>
                    <a:pt x="1977085" y="578626"/>
                  </a:lnTo>
                  <a:lnTo>
                    <a:pt x="1977087" y="578631"/>
                  </a:lnTo>
                  <a:lnTo>
                    <a:pt x="1977081" y="578635"/>
                  </a:lnTo>
                  <a:lnTo>
                    <a:pt x="1977079" y="578641"/>
                  </a:lnTo>
                  <a:lnTo>
                    <a:pt x="1977080" y="578648"/>
                  </a:lnTo>
                  <a:lnTo>
                    <a:pt x="1977078" y="578654"/>
                  </a:lnTo>
                  <a:lnTo>
                    <a:pt x="1977076" y="578659"/>
                  </a:lnTo>
                  <a:lnTo>
                    <a:pt x="1977073" y="578663"/>
                  </a:lnTo>
                  <a:lnTo>
                    <a:pt x="1977068" y="578665"/>
                  </a:lnTo>
                  <a:lnTo>
                    <a:pt x="1977063" y="578666"/>
                  </a:lnTo>
                  <a:lnTo>
                    <a:pt x="1977060" y="578672"/>
                  </a:lnTo>
                  <a:lnTo>
                    <a:pt x="1977059" y="578678"/>
                  </a:lnTo>
                  <a:lnTo>
                    <a:pt x="1977059" y="578684"/>
                  </a:lnTo>
                  <a:lnTo>
                    <a:pt x="1977059" y="578692"/>
                  </a:lnTo>
                  <a:lnTo>
                    <a:pt x="1977061" y="578711"/>
                  </a:lnTo>
                  <a:lnTo>
                    <a:pt x="1977063" y="578719"/>
                  </a:lnTo>
                  <a:lnTo>
                    <a:pt x="1977065" y="578725"/>
                  </a:lnTo>
                  <a:lnTo>
                    <a:pt x="1977067" y="578731"/>
                  </a:lnTo>
                  <a:lnTo>
                    <a:pt x="1977067" y="578736"/>
                  </a:lnTo>
                  <a:lnTo>
                    <a:pt x="1977068" y="578743"/>
                  </a:lnTo>
                  <a:lnTo>
                    <a:pt x="1977067" y="578751"/>
                  </a:lnTo>
                  <a:lnTo>
                    <a:pt x="1977065" y="578772"/>
                  </a:lnTo>
                  <a:lnTo>
                    <a:pt x="1977063" y="578793"/>
                  </a:lnTo>
                  <a:lnTo>
                    <a:pt x="1977062" y="578800"/>
                  </a:lnTo>
                  <a:lnTo>
                    <a:pt x="1977056" y="578843"/>
                  </a:lnTo>
                  <a:lnTo>
                    <a:pt x="1977056" y="578850"/>
                  </a:lnTo>
                  <a:lnTo>
                    <a:pt x="1977056" y="578854"/>
                  </a:lnTo>
                  <a:lnTo>
                    <a:pt x="1977056" y="578862"/>
                  </a:lnTo>
                  <a:lnTo>
                    <a:pt x="1977056" y="578867"/>
                  </a:lnTo>
                  <a:lnTo>
                    <a:pt x="1977055" y="578873"/>
                  </a:lnTo>
                  <a:lnTo>
                    <a:pt x="1977054" y="578879"/>
                  </a:lnTo>
                  <a:lnTo>
                    <a:pt x="1977043" y="578926"/>
                  </a:lnTo>
                  <a:lnTo>
                    <a:pt x="1977037" y="578947"/>
                  </a:lnTo>
                  <a:lnTo>
                    <a:pt x="1977033" y="578960"/>
                  </a:lnTo>
                  <a:lnTo>
                    <a:pt x="1977033" y="578969"/>
                  </a:lnTo>
                  <a:lnTo>
                    <a:pt x="1977032" y="578976"/>
                  </a:lnTo>
                  <a:lnTo>
                    <a:pt x="1977029" y="578983"/>
                  </a:lnTo>
                  <a:lnTo>
                    <a:pt x="1977005" y="579039"/>
                  </a:lnTo>
                  <a:lnTo>
                    <a:pt x="1977002" y="579043"/>
                  </a:lnTo>
                  <a:lnTo>
                    <a:pt x="1976997" y="579052"/>
                  </a:lnTo>
                  <a:lnTo>
                    <a:pt x="1976994" y="579057"/>
                  </a:lnTo>
                  <a:lnTo>
                    <a:pt x="1976991" y="579063"/>
                  </a:lnTo>
                  <a:lnTo>
                    <a:pt x="1976989" y="579069"/>
                  </a:lnTo>
                  <a:lnTo>
                    <a:pt x="1976987" y="579074"/>
                  </a:lnTo>
                  <a:lnTo>
                    <a:pt x="1976985" y="579082"/>
                  </a:lnTo>
                  <a:lnTo>
                    <a:pt x="1976981" y="579087"/>
                  </a:lnTo>
                  <a:lnTo>
                    <a:pt x="1976977" y="579093"/>
                  </a:lnTo>
                  <a:lnTo>
                    <a:pt x="1976973" y="579101"/>
                  </a:lnTo>
                  <a:lnTo>
                    <a:pt x="1976967" y="579110"/>
                  </a:lnTo>
                  <a:lnTo>
                    <a:pt x="1976963" y="579117"/>
                  </a:lnTo>
                  <a:lnTo>
                    <a:pt x="1976957" y="579124"/>
                  </a:lnTo>
                  <a:lnTo>
                    <a:pt x="1976954" y="579135"/>
                  </a:lnTo>
                  <a:lnTo>
                    <a:pt x="1976940" y="579155"/>
                  </a:lnTo>
                  <a:lnTo>
                    <a:pt x="1976932" y="579169"/>
                  </a:lnTo>
                  <a:lnTo>
                    <a:pt x="1976928" y="579174"/>
                  </a:lnTo>
                  <a:lnTo>
                    <a:pt x="1976922" y="579179"/>
                  </a:lnTo>
                  <a:lnTo>
                    <a:pt x="1976917" y="579183"/>
                  </a:lnTo>
                  <a:lnTo>
                    <a:pt x="1976912" y="579187"/>
                  </a:lnTo>
                  <a:lnTo>
                    <a:pt x="1976908" y="579192"/>
                  </a:lnTo>
                  <a:lnTo>
                    <a:pt x="1976904" y="579198"/>
                  </a:lnTo>
                  <a:lnTo>
                    <a:pt x="1976901" y="579204"/>
                  </a:lnTo>
                  <a:lnTo>
                    <a:pt x="1976898" y="579211"/>
                  </a:lnTo>
                  <a:lnTo>
                    <a:pt x="1976889" y="579234"/>
                  </a:lnTo>
                  <a:lnTo>
                    <a:pt x="1976877" y="579271"/>
                  </a:lnTo>
                  <a:lnTo>
                    <a:pt x="1976875" y="579280"/>
                  </a:lnTo>
                  <a:lnTo>
                    <a:pt x="1976872" y="579301"/>
                  </a:lnTo>
                  <a:lnTo>
                    <a:pt x="1976872" y="579308"/>
                  </a:lnTo>
                  <a:lnTo>
                    <a:pt x="1976875" y="579312"/>
                  </a:lnTo>
                  <a:lnTo>
                    <a:pt x="1976883" y="579309"/>
                  </a:lnTo>
                  <a:lnTo>
                    <a:pt x="1976894" y="579305"/>
                  </a:lnTo>
                  <a:lnTo>
                    <a:pt x="1976900" y="579301"/>
                  </a:lnTo>
                  <a:lnTo>
                    <a:pt x="1976909" y="579294"/>
                  </a:lnTo>
                  <a:lnTo>
                    <a:pt x="1976914" y="579290"/>
                  </a:lnTo>
                  <a:lnTo>
                    <a:pt x="1976918" y="579288"/>
                  </a:lnTo>
                  <a:lnTo>
                    <a:pt x="1976924" y="579286"/>
                  </a:lnTo>
                  <a:lnTo>
                    <a:pt x="1976930" y="579287"/>
                  </a:lnTo>
                  <a:lnTo>
                    <a:pt x="1976935" y="579290"/>
                  </a:lnTo>
                  <a:lnTo>
                    <a:pt x="1976940" y="579295"/>
                  </a:lnTo>
                  <a:lnTo>
                    <a:pt x="1976942" y="579301"/>
                  </a:lnTo>
                  <a:lnTo>
                    <a:pt x="1976943" y="579307"/>
                  </a:lnTo>
                  <a:lnTo>
                    <a:pt x="1976942" y="579314"/>
                  </a:lnTo>
                  <a:lnTo>
                    <a:pt x="1976937" y="579344"/>
                  </a:lnTo>
                  <a:lnTo>
                    <a:pt x="1976936" y="579359"/>
                  </a:lnTo>
                  <a:lnTo>
                    <a:pt x="1976931" y="579441"/>
                  </a:lnTo>
                  <a:lnTo>
                    <a:pt x="1976927" y="579484"/>
                  </a:lnTo>
                  <a:lnTo>
                    <a:pt x="1976919" y="579533"/>
                  </a:lnTo>
                  <a:lnTo>
                    <a:pt x="1976917" y="579557"/>
                  </a:lnTo>
                  <a:lnTo>
                    <a:pt x="1976914" y="579574"/>
                  </a:lnTo>
                  <a:lnTo>
                    <a:pt x="1976907" y="579578"/>
                  </a:lnTo>
                  <a:lnTo>
                    <a:pt x="1976903" y="579583"/>
                  </a:lnTo>
                  <a:lnTo>
                    <a:pt x="1976903" y="579589"/>
                  </a:lnTo>
                  <a:lnTo>
                    <a:pt x="1976906" y="579595"/>
                  </a:lnTo>
                  <a:lnTo>
                    <a:pt x="1976904" y="579611"/>
                  </a:lnTo>
                  <a:lnTo>
                    <a:pt x="1976899" y="579642"/>
                  </a:lnTo>
                  <a:lnTo>
                    <a:pt x="1976897" y="579667"/>
                  </a:lnTo>
                  <a:lnTo>
                    <a:pt x="1976895" y="579694"/>
                  </a:lnTo>
                  <a:lnTo>
                    <a:pt x="1976889" y="579730"/>
                  </a:lnTo>
                  <a:lnTo>
                    <a:pt x="1976880" y="579758"/>
                  </a:lnTo>
                  <a:lnTo>
                    <a:pt x="1976870" y="579781"/>
                  </a:lnTo>
                  <a:lnTo>
                    <a:pt x="1976857" y="579811"/>
                  </a:lnTo>
                  <a:lnTo>
                    <a:pt x="1976849" y="579816"/>
                  </a:lnTo>
                  <a:lnTo>
                    <a:pt x="1976839" y="579821"/>
                  </a:lnTo>
                  <a:lnTo>
                    <a:pt x="1976834" y="579824"/>
                  </a:lnTo>
                  <a:lnTo>
                    <a:pt x="1976821" y="579832"/>
                  </a:lnTo>
                  <a:lnTo>
                    <a:pt x="1976814" y="579837"/>
                  </a:lnTo>
                  <a:lnTo>
                    <a:pt x="1976812" y="579841"/>
                  </a:lnTo>
                  <a:lnTo>
                    <a:pt x="1976813" y="579848"/>
                  </a:lnTo>
                  <a:lnTo>
                    <a:pt x="1976818" y="579859"/>
                  </a:lnTo>
                  <a:lnTo>
                    <a:pt x="1976819" y="579868"/>
                  </a:lnTo>
                  <a:lnTo>
                    <a:pt x="1976812" y="579882"/>
                  </a:lnTo>
                  <a:lnTo>
                    <a:pt x="1976767" y="579967"/>
                  </a:lnTo>
                  <a:lnTo>
                    <a:pt x="1976740" y="580015"/>
                  </a:lnTo>
                  <a:lnTo>
                    <a:pt x="1976729" y="580022"/>
                  </a:lnTo>
                  <a:lnTo>
                    <a:pt x="1976721" y="580032"/>
                  </a:lnTo>
                  <a:lnTo>
                    <a:pt x="1976720" y="580044"/>
                  </a:lnTo>
                  <a:lnTo>
                    <a:pt x="1976709" y="580061"/>
                  </a:lnTo>
                  <a:lnTo>
                    <a:pt x="1976677" y="580094"/>
                  </a:lnTo>
                  <a:lnTo>
                    <a:pt x="1976653" y="580120"/>
                  </a:lnTo>
                  <a:lnTo>
                    <a:pt x="1976615" y="580156"/>
                  </a:lnTo>
                  <a:lnTo>
                    <a:pt x="1976567" y="580184"/>
                  </a:lnTo>
                  <a:lnTo>
                    <a:pt x="1976545" y="580191"/>
                  </a:lnTo>
                  <a:lnTo>
                    <a:pt x="1976509" y="580202"/>
                  </a:lnTo>
                  <a:lnTo>
                    <a:pt x="1976477" y="580213"/>
                  </a:lnTo>
                  <a:lnTo>
                    <a:pt x="1976451" y="580221"/>
                  </a:lnTo>
                  <a:lnTo>
                    <a:pt x="1976446" y="580223"/>
                  </a:lnTo>
                  <a:lnTo>
                    <a:pt x="1976439" y="580226"/>
                  </a:lnTo>
                  <a:lnTo>
                    <a:pt x="1976430" y="580233"/>
                  </a:lnTo>
                  <a:lnTo>
                    <a:pt x="1976425" y="580243"/>
                  </a:lnTo>
                  <a:lnTo>
                    <a:pt x="1976426" y="580253"/>
                  </a:lnTo>
                  <a:lnTo>
                    <a:pt x="1976431" y="580261"/>
                  </a:lnTo>
                  <a:lnTo>
                    <a:pt x="1976435" y="580265"/>
                  </a:lnTo>
                  <a:lnTo>
                    <a:pt x="1976425" y="580273"/>
                  </a:lnTo>
                  <a:lnTo>
                    <a:pt x="1976418" y="580276"/>
                  </a:lnTo>
                  <a:lnTo>
                    <a:pt x="1976405" y="580274"/>
                  </a:lnTo>
                  <a:lnTo>
                    <a:pt x="1976377" y="580242"/>
                  </a:lnTo>
                  <a:lnTo>
                    <a:pt x="1976352" y="580217"/>
                  </a:lnTo>
                  <a:lnTo>
                    <a:pt x="1976326" y="580197"/>
                  </a:lnTo>
                  <a:lnTo>
                    <a:pt x="1976300" y="580182"/>
                  </a:lnTo>
                  <a:lnTo>
                    <a:pt x="1976273" y="580171"/>
                  </a:lnTo>
                  <a:lnTo>
                    <a:pt x="1976226" y="580157"/>
                  </a:lnTo>
                  <a:lnTo>
                    <a:pt x="1976212" y="580157"/>
                  </a:lnTo>
                  <a:lnTo>
                    <a:pt x="1976193" y="580160"/>
                  </a:lnTo>
                  <a:lnTo>
                    <a:pt x="1976179" y="580168"/>
                  </a:lnTo>
                  <a:lnTo>
                    <a:pt x="1976171" y="580175"/>
                  </a:lnTo>
                  <a:lnTo>
                    <a:pt x="1976164" y="580183"/>
                  </a:lnTo>
                  <a:lnTo>
                    <a:pt x="1976157" y="580192"/>
                  </a:lnTo>
                  <a:lnTo>
                    <a:pt x="1976169" y="580195"/>
                  </a:lnTo>
                  <a:lnTo>
                    <a:pt x="1976185" y="580197"/>
                  </a:lnTo>
                  <a:lnTo>
                    <a:pt x="1976188" y="580201"/>
                  </a:lnTo>
                  <a:lnTo>
                    <a:pt x="1976185" y="580206"/>
                  </a:lnTo>
                  <a:lnTo>
                    <a:pt x="1976158" y="580222"/>
                  </a:lnTo>
                  <a:lnTo>
                    <a:pt x="1976152" y="580227"/>
                  </a:lnTo>
                  <a:lnTo>
                    <a:pt x="1976142" y="580228"/>
                  </a:lnTo>
                  <a:lnTo>
                    <a:pt x="1976132" y="580225"/>
                  </a:lnTo>
                  <a:lnTo>
                    <a:pt x="1976126" y="580219"/>
                  </a:lnTo>
                  <a:lnTo>
                    <a:pt x="1976121" y="580221"/>
                  </a:lnTo>
                  <a:lnTo>
                    <a:pt x="1976116" y="580226"/>
                  </a:lnTo>
                  <a:lnTo>
                    <a:pt x="1976112" y="580235"/>
                  </a:lnTo>
                  <a:lnTo>
                    <a:pt x="1976108" y="580247"/>
                  </a:lnTo>
                  <a:lnTo>
                    <a:pt x="1976099" y="580256"/>
                  </a:lnTo>
                  <a:lnTo>
                    <a:pt x="1976049" y="580287"/>
                  </a:lnTo>
                  <a:lnTo>
                    <a:pt x="1976042" y="580296"/>
                  </a:lnTo>
                  <a:lnTo>
                    <a:pt x="1976048" y="580300"/>
                  </a:lnTo>
                  <a:lnTo>
                    <a:pt x="1976059" y="580299"/>
                  </a:lnTo>
                  <a:lnTo>
                    <a:pt x="1976075" y="580293"/>
                  </a:lnTo>
                  <a:lnTo>
                    <a:pt x="1976104" y="580280"/>
                  </a:lnTo>
                  <a:lnTo>
                    <a:pt x="1976129" y="580267"/>
                  </a:lnTo>
                  <a:lnTo>
                    <a:pt x="1976135" y="580264"/>
                  </a:lnTo>
                  <a:lnTo>
                    <a:pt x="1976143" y="580262"/>
                  </a:lnTo>
                  <a:lnTo>
                    <a:pt x="1976154" y="580264"/>
                  </a:lnTo>
                  <a:lnTo>
                    <a:pt x="1976163" y="580269"/>
                  </a:lnTo>
                  <a:lnTo>
                    <a:pt x="1976165" y="580276"/>
                  </a:lnTo>
                  <a:lnTo>
                    <a:pt x="1976172" y="580277"/>
                  </a:lnTo>
                  <a:lnTo>
                    <a:pt x="1976179" y="580278"/>
                  </a:lnTo>
                  <a:lnTo>
                    <a:pt x="1976187" y="580280"/>
                  </a:lnTo>
                  <a:lnTo>
                    <a:pt x="1976198" y="580283"/>
                  </a:lnTo>
                  <a:lnTo>
                    <a:pt x="1976203" y="580289"/>
                  </a:lnTo>
                  <a:lnTo>
                    <a:pt x="1976211" y="580293"/>
                  </a:lnTo>
                  <a:lnTo>
                    <a:pt x="1976215" y="580295"/>
                  </a:lnTo>
                  <a:lnTo>
                    <a:pt x="1976232" y="580293"/>
                  </a:lnTo>
                  <a:lnTo>
                    <a:pt x="1976240" y="580294"/>
                  </a:lnTo>
                  <a:lnTo>
                    <a:pt x="1976237" y="580297"/>
                  </a:lnTo>
                  <a:lnTo>
                    <a:pt x="1976222" y="580301"/>
                  </a:lnTo>
                  <a:lnTo>
                    <a:pt x="1976216" y="580302"/>
                  </a:lnTo>
                  <a:lnTo>
                    <a:pt x="1976195" y="580306"/>
                  </a:lnTo>
                  <a:lnTo>
                    <a:pt x="1976186" y="580308"/>
                  </a:lnTo>
                  <a:lnTo>
                    <a:pt x="1976181" y="580308"/>
                  </a:lnTo>
                  <a:lnTo>
                    <a:pt x="1976178" y="580302"/>
                  </a:lnTo>
                  <a:lnTo>
                    <a:pt x="1976156" y="580301"/>
                  </a:lnTo>
                  <a:lnTo>
                    <a:pt x="1976147" y="580302"/>
                  </a:lnTo>
                  <a:lnTo>
                    <a:pt x="1976140" y="580303"/>
                  </a:lnTo>
                  <a:lnTo>
                    <a:pt x="1976137" y="580306"/>
                  </a:lnTo>
                  <a:lnTo>
                    <a:pt x="1976133" y="580311"/>
                  </a:lnTo>
                  <a:lnTo>
                    <a:pt x="1976130" y="580316"/>
                  </a:lnTo>
                  <a:lnTo>
                    <a:pt x="1976125" y="580321"/>
                  </a:lnTo>
                  <a:lnTo>
                    <a:pt x="1976119" y="580323"/>
                  </a:lnTo>
                  <a:lnTo>
                    <a:pt x="1976111" y="580323"/>
                  </a:lnTo>
                  <a:lnTo>
                    <a:pt x="1976031" y="580347"/>
                  </a:lnTo>
                  <a:lnTo>
                    <a:pt x="1975993" y="580358"/>
                  </a:lnTo>
                  <a:lnTo>
                    <a:pt x="1975950" y="580374"/>
                  </a:lnTo>
                  <a:lnTo>
                    <a:pt x="1975933" y="580380"/>
                  </a:lnTo>
                  <a:lnTo>
                    <a:pt x="1975916" y="580384"/>
                  </a:lnTo>
                  <a:lnTo>
                    <a:pt x="1975909" y="580385"/>
                  </a:lnTo>
                  <a:lnTo>
                    <a:pt x="1975901" y="580386"/>
                  </a:lnTo>
                  <a:lnTo>
                    <a:pt x="1975864" y="580396"/>
                  </a:lnTo>
                  <a:lnTo>
                    <a:pt x="1975857" y="580398"/>
                  </a:lnTo>
                  <a:lnTo>
                    <a:pt x="1975852" y="580400"/>
                  </a:lnTo>
                  <a:lnTo>
                    <a:pt x="1975827" y="580412"/>
                  </a:lnTo>
                  <a:lnTo>
                    <a:pt x="1975821" y="580415"/>
                  </a:lnTo>
                  <a:lnTo>
                    <a:pt x="1975814" y="580418"/>
                  </a:lnTo>
                  <a:lnTo>
                    <a:pt x="1975804" y="580420"/>
                  </a:lnTo>
                  <a:lnTo>
                    <a:pt x="1975791" y="580423"/>
                  </a:lnTo>
                  <a:lnTo>
                    <a:pt x="1975691" y="580441"/>
                  </a:lnTo>
                  <a:lnTo>
                    <a:pt x="1975665" y="580447"/>
                  </a:lnTo>
                  <a:lnTo>
                    <a:pt x="1975642" y="580453"/>
                  </a:lnTo>
                  <a:lnTo>
                    <a:pt x="1975620" y="580460"/>
                  </a:lnTo>
                  <a:lnTo>
                    <a:pt x="1975601" y="580467"/>
                  </a:lnTo>
                  <a:lnTo>
                    <a:pt x="1975492" y="580514"/>
                  </a:lnTo>
                  <a:lnTo>
                    <a:pt x="1975389" y="580563"/>
                  </a:lnTo>
                  <a:lnTo>
                    <a:pt x="1975360" y="580578"/>
                  </a:lnTo>
                  <a:lnTo>
                    <a:pt x="1975356" y="580581"/>
                  </a:lnTo>
                  <a:lnTo>
                    <a:pt x="1975359" y="580585"/>
                  </a:lnTo>
                  <a:lnTo>
                    <a:pt x="1975371" y="580585"/>
                  </a:lnTo>
                  <a:lnTo>
                    <a:pt x="1975397" y="580585"/>
                  </a:lnTo>
                  <a:lnTo>
                    <a:pt x="1975403" y="580586"/>
                  </a:lnTo>
                  <a:lnTo>
                    <a:pt x="1975407" y="580591"/>
                  </a:lnTo>
                  <a:lnTo>
                    <a:pt x="1975403" y="580596"/>
                  </a:lnTo>
                  <a:lnTo>
                    <a:pt x="1975358" y="580612"/>
                  </a:lnTo>
                  <a:lnTo>
                    <a:pt x="1975353" y="580614"/>
                  </a:lnTo>
                  <a:lnTo>
                    <a:pt x="1975349" y="580615"/>
                  </a:lnTo>
                  <a:lnTo>
                    <a:pt x="1975341" y="580618"/>
                  </a:lnTo>
                  <a:lnTo>
                    <a:pt x="1975258" y="580646"/>
                  </a:lnTo>
                  <a:lnTo>
                    <a:pt x="1975231" y="580658"/>
                  </a:lnTo>
                  <a:lnTo>
                    <a:pt x="1975193" y="580671"/>
                  </a:lnTo>
                  <a:lnTo>
                    <a:pt x="1975187" y="580674"/>
                  </a:lnTo>
                  <a:lnTo>
                    <a:pt x="1975182" y="580677"/>
                  </a:lnTo>
                  <a:lnTo>
                    <a:pt x="1975171" y="580683"/>
                  </a:lnTo>
                  <a:lnTo>
                    <a:pt x="1975158" y="580690"/>
                  </a:lnTo>
                  <a:lnTo>
                    <a:pt x="1975142" y="580697"/>
                  </a:lnTo>
                  <a:lnTo>
                    <a:pt x="1975138" y="580699"/>
                  </a:lnTo>
                  <a:lnTo>
                    <a:pt x="1975121" y="580710"/>
                  </a:lnTo>
                  <a:lnTo>
                    <a:pt x="1975114" y="580714"/>
                  </a:lnTo>
                  <a:lnTo>
                    <a:pt x="1975079" y="580732"/>
                  </a:lnTo>
                  <a:lnTo>
                    <a:pt x="1975074" y="580735"/>
                  </a:lnTo>
                  <a:lnTo>
                    <a:pt x="1975056" y="580747"/>
                  </a:lnTo>
                  <a:lnTo>
                    <a:pt x="1975052" y="580750"/>
                  </a:lnTo>
                  <a:lnTo>
                    <a:pt x="1975048" y="580752"/>
                  </a:lnTo>
                  <a:lnTo>
                    <a:pt x="1975043" y="580754"/>
                  </a:lnTo>
                  <a:lnTo>
                    <a:pt x="1975018" y="580762"/>
                  </a:lnTo>
                  <a:lnTo>
                    <a:pt x="1974975" y="580780"/>
                  </a:lnTo>
                  <a:lnTo>
                    <a:pt x="1974968" y="580784"/>
                  </a:lnTo>
                  <a:lnTo>
                    <a:pt x="1974960" y="580788"/>
                  </a:lnTo>
                  <a:lnTo>
                    <a:pt x="1974946" y="580797"/>
                  </a:lnTo>
                  <a:lnTo>
                    <a:pt x="1974936" y="580805"/>
                  </a:lnTo>
                  <a:lnTo>
                    <a:pt x="1974931" y="580807"/>
                  </a:lnTo>
                  <a:lnTo>
                    <a:pt x="1974918" y="580813"/>
                  </a:lnTo>
                  <a:lnTo>
                    <a:pt x="1974911" y="580817"/>
                  </a:lnTo>
                  <a:lnTo>
                    <a:pt x="1974899" y="580825"/>
                  </a:lnTo>
                  <a:lnTo>
                    <a:pt x="1974895" y="580828"/>
                  </a:lnTo>
                  <a:lnTo>
                    <a:pt x="1974891" y="580830"/>
                  </a:lnTo>
                  <a:lnTo>
                    <a:pt x="1974886" y="580832"/>
                  </a:lnTo>
                  <a:lnTo>
                    <a:pt x="1974878" y="580834"/>
                  </a:lnTo>
                  <a:lnTo>
                    <a:pt x="1974871" y="580835"/>
                  </a:lnTo>
                  <a:lnTo>
                    <a:pt x="1974858" y="580836"/>
                  </a:lnTo>
                  <a:lnTo>
                    <a:pt x="1974853" y="580836"/>
                  </a:lnTo>
                  <a:lnTo>
                    <a:pt x="1974848" y="580837"/>
                  </a:lnTo>
                  <a:lnTo>
                    <a:pt x="1974838" y="580838"/>
                  </a:lnTo>
                  <a:lnTo>
                    <a:pt x="1974831" y="580840"/>
                  </a:lnTo>
                  <a:lnTo>
                    <a:pt x="1974805" y="580850"/>
                  </a:lnTo>
                  <a:lnTo>
                    <a:pt x="1974799" y="580853"/>
                  </a:lnTo>
                  <a:lnTo>
                    <a:pt x="1974793" y="580857"/>
                  </a:lnTo>
                  <a:lnTo>
                    <a:pt x="1974755" y="580882"/>
                  </a:lnTo>
                  <a:lnTo>
                    <a:pt x="1974720" y="580909"/>
                  </a:lnTo>
                  <a:lnTo>
                    <a:pt x="1974715" y="580912"/>
                  </a:lnTo>
                  <a:lnTo>
                    <a:pt x="1974710" y="580914"/>
                  </a:lnTo>
                  <a:lnTo>
                    <a:pt x="1974684" y="580924"/>
                  </a:lnTo>
                  <a:lnTo>
                    <a:pt x="1974678" y="580927"/>
                  </a:lnTo>
                  <a:lnTo>
                    <a:pt x="1974674" y="580930"/>
                  </a:lnTo>
                  <a:lnTo>
                    <a:pt x="1974667" y="580935"/>
                  </a:lnTo>
                  <a:lnTo>
                    <a:pt x="1974659" y="580943"/>
                  </a:lnTo>
                  <a:lnTo>
                    <a:pt x="1974620" y="580954"/>
                  </a:lnTo>
                  <a:lnTo>
                    <a:pt x="1974609" y="580957"/>
                  </a:lnTo>
                  <a:lnTo>
                    <a:pt x="1974601" y="580959"/>
                  </a:lnTo>
                  <a:lnTo>
                    <a:pt x="1974587" y="580962"/>
                  </a:lnTo>
                  <a:lnTo>
                    <a:pt x="1974579" y="580966"/>
                  </a:lnTo>
                  <a:lnTo>
                    <a:pt x="1974560" y="580969"/>
                  </a:lnTo>
                  <a:lnTo>
                    <a:pt x="1974528" y="580970"/>
                  </a:lnTo>
                  <a:lnTo>
                    <a:pt x="1974521" y="580971"/>
                  </a:lnTo>
                  <a:lnTo>
                    <a:pt x="1974516" y="580972"/>
                  </a:lnTo>
                  <a:lnTo>
                    <a:pt x="1974511" y="580974"/>
                  </a:lnTo>
                  <a:lnTo>
                    <a:pt x="1974491" y="580983"/>
                  </a:lnTo>
                  <a:lnTo>
                    <a:pt x="1974482" y="580986"/>
                  </a:lnTo>
                  <a:lnTo>
                    <a:pt x="1974459" y="580991"/>
                  </a:lnTo>
                  <a:lnTo>
                    <a:pt x="1974450" y="580994"/>
                  </a:lnTo>
                  <a:lnTo>
                    <a:pt x="1974441" y="580996"/>
                  </a:lnTo>
                  <a:lnTo>
                    <a:pt x="1974286" y="581049"/>
                  </a:lnTo>
                  <a:lnTo>
                    <a:pt x="1974279" y="581051"/>
                  </a:lnTo>
                  <a:lnTo>
                    <a:pt x="1974274" y="581053"/>
                  </a:lnTo>
                  <a:lnTo>
                    <a:pt x="1974269" y="581053"/>
                  </a:lnTo>
                  <a:lnTo>
                    <a:pt x="1974261" y="581053"/>
                  </a:lnTo>
                  <a:lnTo>
                    <a:pt x="1974248" y="581054"/>
                  </a:lnTo>
                  <a:lnTo>
                    <a:pt x="1974232" y="581054"/>
                  </a:lnTo>
                  <a:lnTo>
                    <a:pt x="1974211" y="581055"/>
                  </a:lnTo>
                  <a:lnTo>
                    <a:pt x="1974200" y="581056"/>
                  </a:lnTo>
                  <a:lnTo>
                    <a:pt x="1974189" y="581058"/>
                  </a:lnTo>
                  <a:lnTo>
                    <a:pt x="1974180" y="581060"/>
                  </a:lnTo>
                  <a:lnTo>
                    <a:pt x="1974149" y="581068"/>
                  </a:lnTo>
                  <a:lnTo>
                    <a:pt x="1974144" y="581069"/>
                  </a:lnTo>
                  <a:lnTo>
                    <a:pt x="1974135" y="581070"/>
                  </a:lnTo>
                  <a:lnTo>
                    <a:pt x="1974102" y="581074"/>
                  </a:lnTo>
                  <a:lnTo>
                    <a:pt x="1974093" y="581075"/>
                  </a:lnTo>
                  <a:lnTo>
                    <a:pt x="1974082" y="581078"/>
                  </a:lnTo>
                  <a:lnTo>
                    <a:pt x="1974056" y="581084"/>
                  </a:lnTo>
                  <a:lnTo>
                    <a:pt x="1974045" y="581087"/>
                  </a:lnTo>
                  <a:lnTo>
                    <a:pt x="1974038" y="581089"/>
                  </a:lnTo>
                  <a:lnTo>
                    <a:pt x="1974032" y="581092"/>
                  </a:lnTo>
                  <a:lnTo>
                    <a:pt x="1974028" y="581093"/>
                  </a:lnTo>
                  <a:lnTo>
                    <a:pt x="1974017" y="581099"/>
                  </a:lnTo>
                  <a:lnTo>
                    <a:pt x="1974010" y="581103"/>
                  </a:lnTo>
                  <a:lnTo>
                    <a:pt x="1974003" y="581105"/>
                  </a:lnTo>
                  <a:lnTo>
                    <a:pt x="1974000" y="581106"/>
                  </a:lnTo>
                  <a:lnTo>
                    <a:pt x="1973992" y="581108"/>
                  </a:lnTo>
                  <a:lnTo>
                    <a:pt x="1973982" y="581109"/>
                  </a:lnTo>
                  <a:lnTo>
                    <a:pt x="1973970" y="581110"/>
                  </a:lnTo>
                  <a:lnTo>
                    <a:pt x="1973966" y="581111"/>
                  </a:lnTo>
                  <a:lnTo>
                    <a:pt x="1973960" y="581112"/>
                  </a:lnTo>
                  <a:lnTo>
                    <a:pt x="1973952" y="581115"/>
                  </a:lnTo>
                  <a:lnTo>
                    <a:pt x="1973942" y="581118"/>
                  </a:lnTo>
                  <a:lnTo>
                    <a:pt x="1973920" y="581127"/>
                  </a:lnTo>
                  <a:lnTo>
                    <a:pt x="1973911" y="581132"/>
                  </a:lnTo>
                  <a:lnTo>
                    <a:pt x="1973894" y="581141"/>
                  </a:lnTo>
                  <a:lnTo>
                    <a:pt x="1973888" y="581151"/>
                  </a:lnTo>
                  <a:lnTo>
                    <a:pt x="1973884" y="581156"/>
                  </a:lnTo>
                  <a:lnTo>
                    <a:pt x="1973878" y="581158"/>
                  </a:lnTo>
                  <a:lnTo>
                    <a:pt x="1973816" y="581182"/>
                  </a:lnTo>
                  <a:lnTo>
                    <a:pt x="1973811" y="581184"/>
                  </a:lnTo>
                  <a:lnTo>
                    <a:pt x="1973805" y="581186"/>
                  </a:lnTo>
                  <a:lnTo>
                    <a:pt x="1973796" y="581185"/>
                  </a:lnTo>
                  <a:lnTo>
                    <a:pt x="1973791" y="581186"/>
                  </a:lnTo>
                  <a:lnTo>
                    <a:pt x="1973786" y="581190"/>
                  </a:lnTo>
                  <a:lnTo>
                    <a:pt x="1973781" y="581195"/>
                  </a:lnTo>
                  <a:lnTo>
                    <a:pt x="1973777" y="581197"/>
                  </a:lnTo>
                  <a:lnTo>
                    <a:pt x="1973768" y="581202"/>
                  </a:lnTo>
                  <a:lnTo>
                    <a:pt x="1973707" y="581232"/>
                  </a:lnTo>
                  <a:lnTo>
                    <a:pt x="1973683" y="581241"/>
                  </a:lnTo>
                  <a:lnTo>
                    <a:pt x="1973671" y="581247"/>
                  </a:lnTo>
                  <a:lnTo>
                    <a:pt x="1973646" y="581257"/>
                  </a:lnTo>
                  <a:lnTo>
                    <a:pt x="1973592" y="581276"/>
                  </a:lnTo>
                  <a:lnTo>
                    <a:pt x="1973531" y="581290"/>
                  </a:lnTo>
                  <a:lnTo>
                    <a:pt x="1973519" y="581292"/>
                  </a:lnTo>
                  <a:lnTo>
                    <a:pt x="1973508" y="581295"/>
                  </a:lnTo>
                  <a:lnTo>
                    <a:pt x="1973486" y="581303"/>
                  </a:lnTo>
                  <a:lnTo>
                    <a:pt x="1973477" y="581306"/>
                  </a:lnTo>
                  <a:lnTo>
                    <a:pt x="1973456" y="581312"/>
                  </a:lnTo>
                  <a:lnTo>
                    <a:pt x="1973442" y="581315"/>
                  </a:lnTo>
                  <a:lnTo>
                    <a:pt x="1973417" y="581320"/>
                  </a:lnTo>
                  <a:lnTo>
                    <a:pt x="1973356" y="581332"/>
                  </a:lnTo>
                  <a:lnTo>
                    <a:pt x="1973316" y="581338"/>
                  </a:lnTo>
                  <a:lnTo>
                    <a:pt x="1973235" y="581351"/>
                  </a:lnTo>
                  <a:lnTo>
                    <a:pt x="1973210" y="581354"/>
                  </a:lnTo>
                  <a:lnTo>
                    <a:pt x="1973194" y="581357"/>
                  </a:lnTo>
                  <a:lnTo>
                    <a:pt x="1973172" y="581361"/>
                  </a:lnTo>
                  <a:lnTo>
                    <a:pt x="1973127" y="581367"/>
                  </a:lnTo>
                  <a:lnTo>
                    <a:pt x="1973107" y="581369"/>
                  </a:lnTo>
                  <a:lnTo>
                    <a:pt x="1973102" y="581370"/>
                  </a:lnTo>
                  <a:lnTo>
                    <a:pt x="1973056" y="581379"/>
                  </a:lnTo>
                  <a:lnTo>
                    <a:pt x="1973039" y="581383"/>
                  </a:lnTo>
                  <a:lnTo>
                    <a:pt x="1973034" y="581383"/>
                  </a:lnTo>
                  <a:lnTo>
                    <a:pt x="1973030" y="581384"/>
                  </a:lnTo>
                  <a:lnTo>
                    <a:pt x="1973021" y="581383"/>
                  </a:lnTo>
                  <a:lnTo>
                    <a:pt x="1973016" y="581382"/>
                  </a:lnTo>
                  <a:lnTo>
                    <a:pt x="1973009" y="581382"/>
                  </a:lnTo>
                  <a:lnTo>
                    <a:pt x="1972976" y="581384"/>
                  </a:lnTo>
                  <a:lnTo>
                    <a:pt x="1972969" y="581385"/>
                  </a:lnTo>
                  <a:lnTo>
                    <a:pt x="1972961" y="581386"/>
                  </a:lnTo>
                  <a:lnTo>
                    <a:pt x="1972954" y="581388"/>
                  </a:lnTo>
                  <a:lnTo>
                    <a:pt x="1972935" y="581392"/>
                  </a:lnTo>
                  <a:lnTo>
                    <a:pt x="1972918" y="581395"/>
                  </a:lnTo>
                  <a:lnTo>
                    <a:pt x="1972909" y="581397"/>
                  </a:lnTo>
                  <a:lnTo>
                    <a:pt x="1972901" y="581398"/>
                  </a:lnTo>
                  <a:lnTo>
                    <a:pt x="1972883" y="581398"/>
                  </a:lnTo>
                  <a:lnTo>
                    <a:pt x="1972860" y="581399"/>
                  </a:lnTo>
                  <a:lnTo>
                    <a:pt x="1972781" y="581406"/>
                  </a:lnTo>
                  <a:lnTo>
                    <a:pt x="1972762" y="581409"/>
                  </a:lnTo>
                  <a:lnTo>
                    <a:pt x="1972733" y="581415"/>
                  </a:lnTo>
                  <a:lnTo>
                    <a:pt x="1972658" y="581436"/>
                  </a:lnTo>
                  <a:lnTo>
                    <a:pt x="1972647" y="581441"/>
                  </a:lnTo>
                  <a:lnTo>
                    <a:pt x="1972635" y="581446"/>
                  </a:lnTo>
                  <a:lnTo>
                    <a:pt x="1972605" y="581462"/>
                  </a:lnTo>
                  <a:lnTo>
                    <a:pt x="1972503" y="581510"/>
                  </a:lnTo>
                  <a:lnTo>
                    <a:pt x="1972491" y="581517"/>
                  </a:lnTo>
                  <a:lnTo>
                    <a:pt x="1972434" y="581551"/>
                  </a:lnTo>
                  <a:lnTo>
                    <a:pt x="1972420" y="581558"/>
                  </a:lnTo>
                  <a:lnTo>
                    <a:pt x="1972415" y="581562"/>
                  </a:lnTo>
                  <a:lnTo>
                    <a:pt x="1972408" y="581567"/>
                  </a:lnTo>
                  <a:lnTo>
                    <a:pt x="1972402" y="581572"/>
                  </a:lnTo>
                  <a:lnTo>
                    <a:pt x="1972397" y="581578"/>
                  </a:lnTo>
                  <a:lnTo>
                    <a:pt x="1972393" y="581583"/>
                  </a:lnTo>
                  <a:lnTo>
                    <a:pt x="1972385" y="581593"/>
                  </a:lnTo>
                  <a:lnTo>
                    <a:pt x="1972376" y="581599"/>
                  </a:lnTo>
                  <a:lnTo>
                    <a:pt x="1972372" y="581603"/>
                  </a:lnTo>
                  <a:lnTo>
                    <a:pt x="1972369" y="581607"/>
                  </a:lnTo>
                  <a:lnTo>
                    <a:pt x="1972371" y="581612"/>
                  </a:lnTo>
                  <a:lnTo>
                    <a:pt x="1972376" y="581614"/>
                  </a:lnTo>
                  <a:lnTo>
                    <a:pt x="1972380" y="581614"/>
                  </a:lnTo>
                  <a:lnTo>
                    <a:pt x="1972387" y="581612"/>
                  </a:lnTo>
                  <a:lnTo>
                    <a:pt x="1972397" y="581609"/>
                  </a:lnTo>
                  <a:lnTo>
                    <a:pt x="1972400" y="581612"/>
                  </a:lnTo>
                  <a:lnTo>
                    <a:pt x="1972398" y="581617"/>
                  </a:lnTo>
                  <a:lnTo>
                    <a:pt x="1972394" y="581622"/>
                  </a:lnTo>
                  <a:lnTo>
                    <a:pt x="1972389" y="581627"/>
                  </a:lnTo>
                  <a:lnTo>
                    <a:pt x="1972385" y="581630"/>
                  </a:lnTo>
                  <a:lnTo>
                    <a:pt x="1972340" y="581655"/>
                  </a:lnTo>
                  <a:lnTo>
                    <a:pt x="1972307" y="581677"/>
                  </a:lnTo>
                  <a:lnTo>
                    <a:pt x="1972208" y="581749"/>
                  </a:lnTo>
                  <a:lnTo>
                    <a:pt x="1972108" y="581830"/>
                  </a:lnTo>
                  <a:lnTo>
                    <a:pt x="1972011" y="581911"/>
                  </a:lnTo>
                  <a:lnTo>
                    <a:pt x="1972002" y="581920"/>
                  </a:lnTo>
                  <a:lnTo>
                    <a:pt x="1971979" y="581944"/>
                  </a:lnTo>
                  <a:lnTo>
                    <a:pt x="1971975" y="581948"/>
                  </a:lnTo>
                  <a:lnTo>
                    <a:pt x="1971967" y="581954"/>
                  </a:lnTo>
                  <a:lnTo>
                    <a:pt x="1971952" y="581963"/>
                  </a:lnTo>
                  <a:lnTo>
                    <a:pt x="1971939" y="581971"/>
                  </a:lnTo>
                  <a:lnTo>
                    <a:pt x="1971933" y="581975"/>
                  </a:lnTo>
                  <a:lnTo>
                    <a:pt x="1971927" y="581980"/>
                  </a:lnTo>
                  <a:lnTo>
                    <a:pt x="1971922" y="581985"/>
                  </a:lnTo>
                  <a:lnTo>
                    <a:pt x="1971898" y="582008"/>
                  </a:lnTo>
                  <a:lnTo>
                    <a:pt x="1971880" y="582024"/>
                  </a:lnTo>
                  <a:lnTo>
                    <a:pt x="1971872" y="582030"/>
                  </a:lnTo>
                  <a:lnTo>
                    <a:pt x="1971865" y="582035"/>
                  </a:lnTo>
                  <a:lnTo>
                    <a:pt x="1971842" y="582050"/>
                  </a:lnTo>
                  <a:lnTo>
                    <a:pt x="1971836" y="582054"/>
                  </a:lnTo>
                  <a:lnTo>
                    <a:pt x="1971831" y="582056"/>
                  </a:lnTo>
                  <a:lnTo>
                    <a:pt x="1971825" y="582054"/>
                  </a:lnTo>
                  <a:lnTo>
                    <a:pt x="1971821" y="582049"/>
                  </a:lnTo>
                  <a:lnTo>
                    <a:pt x="1971823" y="582043"/>
                  </a:lnTo>
                  <a:lnTo>
                    <a:pt x="1971827" y="582039"/>
                  </a:lnTo>
                  <a:lnTo>
                    <a:pt x="1971829" y="582035"/>
                  </a:lnTo>
                  <a:lnTo>
                    <a:pt x="1971827" y="582030"/>
                  </a:lnTo>
                  <a:lnTo>
                    <a:pt x="1971825" y="582025"/>
                  </a:lnTo>
                  <a:lnTo>
                    <a:pt x="1971821" y="582022"/>
                  </a:lnTo>
                  <a:lnTo>
                    <a:pt x="1971817" y="582020"/>
                  </a:lnTo>
                  <a:lnTo>
                    <a:pt x="1971801" y="582017"/>
                  </a:lnTo>
                  <a:lnTo>
                    <a:pt x="1971796" y="582017"/>
                  </a:lnTo>
                  <a:lnTo>
                    <a:pt x="1971791" y="582017"/>
                  </a:lnTo>
                  <a:lnTo>
                    <a:pt x="1971785" y="582017"/>
                  </a:lnTo>
                  <a:lnTo>
                    <a:pt x="1971780" y="582017"/>
                  </a:lnTo>
                  <a:lnTo>
                    <a:pt x="1971772" y="582019"/>
                  </a:lnTo>
                  <a:lnTo>
                    <a:pt x="1971759" y="582020"/>
                  </a:lnTo>
                  <a:lnTo>
                    <a:pt x="1971752" y="582025"/>
                  </a:lnTo>
                  <a:lnTo>
                    <a:pt x="1971753" y="582030"/>
                  </a:lnTo>
                  <a:lnTo>
                    <a:pt x="1971755" y="582039"/>
                  </a:lnTo>
                  <a:lnTo>
                    <a:pt x="1971755" y="582047"/>
                  </a:lnTo>
                  <a:lnTo>
                    <a:pt x="1971754" y="582054"/>
                  </a:lnTo>
                  <a:lnTo>
                    <a:pt x="1971751" y="582058"/>
                  </a:lnTo>
                  <a:lnTo>
                    <a:pt x="1971746" y="582066"/>
                  </a:lnTo>
                  <a:lnTo>
                    <a:pt x="1971744" y="582073"/>
                  </a:lnTo>
                  <a:lnTo>
                    <a:pt x="1971747" y="582077"/>
                  </a:lnTo>
                  <a:lnTo>
                    <a:pt x="1971753" y="582080"/>
                  </a:lnTo>
                  <a:lnTo>
                    <a:pt x="1971761" y="582084"/>
                  </a:lnTo>
                  <a:lnTo>
                    <a:pt x="1971765" y="582086"/>
                  </a:lnTo>
                  <a:lnTo>
                    <a:pt x="1971769" y="582089"/>
                  </a:lnTo>
                  <a:lnTo>
                    <a:pt x="1971774" y="582094"/>
                  </a:lnTo>
                  <a:lnTo>
                    <a:pt x="1971771" y="582099"/>
                  </a:lnTo>
                  <a:lnTo>
                    <a:pt x="1971768" y="582102"/>
                  </a:lnTo>
                  <a:lnTo>
                    <a:pt x="1971763" y="582105"/>
                  </a:lnTo>
                  <a:lnTo>
                    <a:pt x="1971751" y="582115"/>
                  </a:lnTo>
                  <a:lnTo>
                    <a:pt x="1971733" y="582126"/>
                  </a:lnTo>
                  <a:lnTo>
                    <a:pt x="1971728" y="582130"/>
                  </a:lnTo>
                  <a:lnTo>
                    <a:pt x="1971724" y="582134"/>
                  </a:lnTo>
                  <a:lnTo>
                    <a:pt x="1971715" y="582143"/>
                  </a:lnTo>
                  <a:lnTo>
                    <a:pt x="1971694" y="582162"/>
                  </a:lnTo>
                  <a:lnTo>
                    <a:pt x="1971676" y="582180"/>
                  </a:lnTo>
                  <a:lnTo>
                    <a:pt x="1971670" y="582188"/>
                  </a:lnTo>
                  <a:lnTo>
                    <a:pt x="1971665" y="582198"/>
                  </a:lnTo>
                  <a:lnTo>
                    <a:pt x="1971664" y="582203"/>
                  </a:lnTo>
                  <a:lnTo>
                    <a:pt x="1971662" y="582208"/>
                  </a:lnTo>
                  <a:lnTo>
                    <a:pt x="1971656" y="582214"/>
                  </a:lnTo>
                  <a:lnTo>
                    <a:pt x="1971649" y="582218"/>
                  </a:lnTo>
                  <a:lnTo>
                    <a:pt x="1971641" y="582222"/>
                  </a:lnTo>
                  <a:lnTo>
                    <a:pt x="1971635" y="582224"/>
                  </a:lnTo>
                  <a:lnTo>
                    <a:pt x="1971629" y="582227"/>
                  </a:lnTo>
                  <a:lnTo>
                    <a:pt x="1971623" y="582233"/>
                  </a:lnTo>
                  <a:lnTo>
                    <a:pt x="1971594" y="582258"/>
                  </a:lnTo>
                  <a:lnTo>
                    <a:pt x="1971571" y="582277"/>
                  </a:lnTo>
                  <a:lnTo>
                    <a:pt x="1971557" y="582291"/>
                  </a:lnTo>
                  <a:lnTo>
                    <a:pt x="1971524" y="582319"/>
                  </a:lnTo>
                  <a:lnTo>
                    <a:pt x="1971485" y="582355"/>
                  </a:lnTo>
                  <a:lnTo>
                    <a:pt x="1971478" y="582362"/>
                  </a:lnTo>
                  <a:lnTo>
                    <a:pt x="1971473" y="582368"/>
                  </a:lnTo>
                  <a:lnTo>
                    <a:pt x="1971470" y="582373"/>
                  </a:lnTo>
                  <a:lnTo>
                    <a:pt x="1971468" y="582378"/>
                  </a:lnTo>
                  <a:lnTo>
                    <a:pt x="1971467" y="582385"/>
                  </a:lnTo>
                  <a:lnTo>
                    <a:pt x="1971468" y="582391"/>
                  </a:lnTo>
                  <a:lnTo>
                    <a:pt x="1971469" y="582396"/>
                  </a:lnTo>
                  <a:lnTo>
                    <a:pt x="1971473" y="582399"/>
                  </a:lnTo>
                  <a:lnTo>
                    <a:pt x="1971478" y="582438"/>
                  </a:lnTo>
                  <a:lnTo>
                    <a:pt x="1971438" y="582494"/>
                  </a:lnTo>
                  <a:lnTo>
                    <a:pt x="1971384" y="582587"/>
                  </a:lnTo>
                  <a:lnTo>
                    <a:pt x="1971346" y="582662"/>
                  </a:lnTo>
                  <a:lnTo>
                    <a:pt x="1971329" y="582704"/>
                  </a:lnTo>
                  <a:lnTo>
                    <a:pt x="1971316" y="582746"/>
                  </a:lnTo>
                  <a:lnTo>
                    <a:pt x="1971312" y="582755"/>
                  </a:lnTo>
                  <a:lnTo>
                    <a:pt x="1971296" y="582792"/>
                  </a:lnTo>
                  <a:lnTo>
                    <a:pt x="1971258" y="582882"/>
                  </a:lnTo>
                  <a:lnTo>
                    <a:pt x="1971249" y="582908"/>
                  </a:lnTo>
                  <a:lnTo>
                    <a:pt x="1971216" y="583020"/>
                  </a:lnTo>
                  <a:lnTo>
                    <a:pt x="1971205" y="583053"/>
                  </a:lnTo>
                  <a:lnTo>
                    <a:pt x="1971203" y="583060"/>
                  </a:lnTo>
                  <a:lnTo>
                    <a:pt x="1971201" y="583067"/>
                  </a:lnTo>
                  <a:lnTo>
                    <a:pt x="1971196" y="583092"/>
                  </a:lnTo>
                  <a:lnTo>
                    <a:pt x="1971194" y="583103"/>
                  </a:lnTo>
                  <a:lnTo>
                    <a:pt x="1971191" y="583113"/>
                  </a:lnTo>
                  <a:lnTo>
                    <a:pt x="1971190" y="583126"/>
                  </a:lnTo>
                  <a:lnTo>
                    <a:pt x="1971188" y="583139"/>
                  </a:lnTo>
                  <a:lnTo>
                    <a:pt x="1971187" y="583145"/>
                  </a:lnTo>
                  <a:lnTo>
                    <a:pt x="1971185" y="583155"/>
                  </a:lnTo>
                  <a:lnTo>
                    <a:pt x="1971184" y="583162"/>
                  </a:lnTo>
                  <a:lnTo>
                    <a:pt x="1971183" y="583172"/>
                  </a:lnTo>
                  <a:lnTo>
                    <a:pt x="1971183" y="583182"/>
                  </a:lnTo>
                  <a:lnTo>
                    <a:pt x="1971183" y="583189"/>
                  </a:lnTo>
                  <a:lnTo>
                    <a:pt x="1971183" y="583194"/>
                  </a:lnTo>
                  <a:lnTo>
                    <a:pt x="1971185" y="583199"/>
                  </a:lnTo>
                  <a:lnTo>
                    <a:pt x="1971186" y="583221"/>
                  </a:lnTo>
                  <a:lnTo>
                    <a:pt x="1971187" y="583244"/>
                  </a:lnTo>
                  <a:lnTo>
                    <a:pt x="1971189" y="583265"/>
                  </a:lnTo>
                  <a:lnTo>
                    <a:pt x="1971192" y="583289"/>
                  </a:lnTo>
                  <a:lnTo>
                    <a:pt x="1971192" y="583297"/>
                  </a:lnTo>
                  <a:lnTo>
                    <a:pt x="1971193" y="583307"/>
                  </a:lnTo>
                  <a:lnTo>
                    <a:pt x="1971193" y="583318"/>
                  </a:lnTo>
                  <a:lnTo>
                    <a:pt x="1971196" y="583332"/>
                  </a:lnTo>
                  <a:lnTo>
                    <a:pt x="1971198" y="583337"/>
                  </a:lnTo>
                  <a:lnTo>
                    <a:pt x="1971199" y="583348"/>
                  </a:lnTo>
                  <a:lnTo>
                    <a:pt x="1971200" y="583360"/>
                  </a:lnTo>
                  <a:lnTo>
                    <a:pt x="1971201" y="583376"/>
                  </a:lnTo>
                  <a:lnTo>
                    <a:pt x="1971202" y="583392"/>
                  </a:lnTo>
                  <a:lnTo>
                    <a:pt x="1971202" y="583403"/>
                  </a:lnTo>
                  <a:lnTo>
                    <a:pt x="1971202" y="583414"/>
                  </a:lnTo>
                  <a:lnTo>
                    <a:pt x="1971203" y="583425"/>
                  </a:lnTo>
                  <a:lnTo>
                    <a:pt x="1971204" y="583434"/>
                  </a:lnTo>
                  <a:lnTo>
                    <a:pt x="1971204" y="583441"/>
                  </a:lnTo>
                  <a:lnTo>
                    <a:pt x="1971212" y="583479"/>
                  </a:lnTo>
                  <a:lnTo>
                    <a:pt x="1971211" y="583499"/>
                  </a:lnTo>
                  <a:lnTo>
                    <a:pt x="1971207" y="583509"/>
                  </a:lnTo>
                  <a:lnTo>
                    <a:pt x="1971201" y="583540"/>
                  </a:lnTo>
                  <a:lnTo>
                    <a:pt x="1971190" y="583637"/>
                  </a:lnTo>
                  <a:lnTo>
                    <a:pt x="1971181" y="583665"/>
                  </a:lnTo>
                  <a:lnTo>
                    <a:pt x="1971169" y="583713"/>
                  </a:lnTo>
                  <a:lnTo>
                    <a:pt x="1971165" y="583716"/>
                  </a:lnTo>
                  <a:lnTo>
                    <a:pt x="1971159" y="583723"/>
                  </a:lnTo>
                  <a:lnTo>
                    <a:pt x="1971153" y="583731"/>
                  </a:lnTo>
                  <a:lnTo>
                    <a:pt x="1971143" y="583741"/>
                  </a:lnTo>
                  <a:lnTo>
                    <a:pt x="1971127" y="583754"/>
                  </a:lnTo>
                  <a:lnTo>
                    <a:pt x="1971101" y="583774"/>
                  </a:lnTo>
                  <a:lnTo>
                    <a:pt x="1971098" y="583776"/>
                  </a:lnTo>
                  <a:lnTo>
                    <a:pt x="1971081" y="583787"/>
                  </a:lnTo>
                  <a:lnTo>
                    <a:pt x="1971058" y="583809"/>
                  </a:lnTo>
                  <a:lnTo>
                    <a:pt x="1971045" y="583823"/>
                  </a:lnTo>
                  <a:lnTo>
                    <a:pt x="1971028" y="583848"/>
                  </a:lnTo>
                  <a:lnTo>
                    <a:pt x="1971019" y="583856"/>
                  </a:lnTo>
                  <a:lnTo>
                    <a:pt x="1971008" y="583864"/>
                  </a:lnTo>
                  <a:lnTo>
                    <a:pt x="1970995" y="583880"/>
                  </a:lnTo>
                  <a:lnTo>
                    <a:pt x="1970965" y="583913"/>
                  </a:lnTo>
                  <a:lnTo>
                    <a:pt x="1970945" y="583939"/>
                  </a:lnTo>
                  <a:lnTo>
                    <a:pt x="1970934" y="583952"/>
                  </a:lnTo>
                  <a:lnTo>
                    <a:pt x="1970926" y="583962"/>
                  </a:lnTo>
                  <a:lnTo>
                    <a:pt x="1970915" y="583979"/>
                  </a:lnTo>
                  <a:lnTo>
                    <a:pt x="1970907" y="583989"/>
                  </a:lnTo>
                  <a:lnTo>
                    <a:pt x="1970903" y="583992"/>
                  </a:lnTo>
                  <a:lnTo>
                    <a:pt x="1970887" y="584009"/>
                  </a:lnTo>
                  <a:lnTo>
                    <a:pt x="1970884" y="584012"/>
                  </a:lnTo>
                  <a:lnTo>
                    <a:pt x="1970880" y="584015"/>
                  </a:lnTo>
                  <a:lnTo>
                    <a:pt x="1970872" y="584019"/>
                  </a:lnTo>
                  <a:lnTo>
                    <a:pt x="1970856" y="584029"/>
                  </a:lnTo>
                  <a:lnTo>
                    <a:pt x="1970846" y="584036"/>
                  </a:lnTo>
                  <a:lnTo>
                    <a:pt x="1970842" y="584038"/>
                  </a:lnTo>
                  <a:lnTo>
                    <a:pt x="1970835" y="584042"/>
                  </a:lnTo>
                  <a:lnTo>
                    <a:pt x="1970825" y="584045"/>
                  </a:lnTo>
                  <a:lnTo>
                    <a:pt x="1970820" y="584047"/>
                  </a:lnTo>
                  <a:lnTo>
                    <a:pt x="1970814" y="584050"/>
                  </a:lnTo>
                  <a:lnTo>
                    <a:pt x="1970810" y="584052"/>
                  </a:lnTo>
                  <a:lnTo>
                    <a:pt x="1970806" y="584055"/>
                  </a:lnTo>
                  <a:lnTo>
                    <a:pt x="1970803" y="584057"/>
                  </a:lnTo>
                  <a:lnTo>
                    <a:pt x="1970798" y="584059"/>
                  </a:lnTo>
                  <a:lnTo>
                    <a:pt x="1970790" y="584062"/>
                  </a:lnTo>
                  <a:lnTo>
                    <a:pt x="1970783" y="584060"/>
                  </a:lnTo>
                  <a:lnTo>
                    <a:pt x="1970784" y="584055"/>
                  </a:lnTo>
                  <a:lnTo>
                    <a:pt x="1970787" y="584051"/>
                  </a:lnTo>
                  <a:lnTo>
                    <a:pt x="1970791" y="584042"/>
                  </a:lnTo>
                  <a:lnTo>
                    <a:pt x="1970794" y="584038"/>
                  </a:lnTo>
                  <a:lnTo>
                    <a:pt x="1970798" y="584034"/>
                  </a:lnTo>
                  <a:lnTo>
                    <a:pt x="1970803" y="584029"/>
                  </a:lnTo>
                  <a:lnTo>
                    <a:pt x="1970809" y="584025"/>
                  </a:lnTo>
                  <a:lnTo>
                    <a:pt x="1970821" y="584015"/>
                  </a:lnTo>
                  <a:lnTo>
                    <a:pt x="1970825" y="584011"/>
                  </a:lnTo>
                  <a:lnTo>
                    <a:pt x="1970827" y="584006"/>
                  </a:lnTo>
                  <a:lnTo>
                    <a:pt x="1970824" y="584002"/>
                  </a:lnTo>
                  <a:lnTo>
                    <a:pt x="1970818" y="583997"/>
                  </a:lnTo>
                  <a:lnTo>
                    <a:pt x="1970814" y="583995"/>
                  </a:lnTo>
                  <a:lnTo>
                    <a:pt x="1970809" y="583993"/>
                  </a:lnTo>
                  <a:lnTo>
                    <a:pt x="1970805" y="583992"/>
                  </a:lnTo>
                  <a:lnTo>
                    <a:pt x="1970799" y="583991"/>
                  </a:lnTo>
                  <a:lnTo>
                    <a:pt x="1970794" y="583991"/>
                  </a:lnTo>
                  <a:lnTo>
                    <a:pt x="1970788" y="583991"/>
                  </a:lnTo>
                  <a:lnTo>
                    <a:pt x="1970774" y="583992"/>
                  </a:lnTo>
                  <a:lnTo>
                    <a:pt x="1970769" y="583991"/>
                  </a:lnTo>
                  <a:lnTo>
                    <a:pt x="1970762" y="583988"/>
                  </a:lnTo>
                  <a:lnTo>
                    <a:pt x="1970756" y="583988"/>
                  </a:lnTo>
                  <a:lnTo>
                    <a:pt x="1970751" y="583990"/>
                  </a:lnTo>
                  <a:lnTo>
                    <a:pt x="1970746" y="583993"/>
                  </a:lnTo>
                  <a:lnTo>
                    <a:pt x="1970741" y="583996"/>
                  </a:lnTo>
                  <a:lnTo>
                    <a:pt x="1970727" y="584009"/>
                  </a:lnTo>
                  <a:lnTo>
                    <a:pt x="1970719" y="584016"/>
                  </a:lnTo>
                  <a:lnTo>
                    <a:pt x="1970695" y="584032"/>
                  </a:lnTo>
                  <a:lnTo>
                    <a:pt x="1970655" y="584063"/>
                  </a:lnTo>
                  <a:lnTo>
                    <a:pt x="1970653" y="584068"/>
                  </a:lnTo>
                  <a:lnTo>
                    <a:pt x="1970651" y="584072"/>
                  </a:lnTo>
                  <a:lnTo>
                    <a:pt x="1970647" y="584076"/>
                  </a:lnTo>
                  <a:lnTo>
                    <a:pt x="1970640" y="584081"/>
                  </a:lnTo>
                  <a:lnTo>
                    <a:pt x="1970635" y="584084"/>
                  </a:lnTo>
                  <a:lnTo>
                    <a:pt x="1970625" y="584090"/>
                  </a:lnTo>
                  <a:lnTo>
                    <a:pt x="1970620" y="584093"/>
                  </a:lnTo>
                  <a:lnTo>
                    <a:pt x="1970594" y="584112"/>
                  </a:lnTo>
                  <a:lnTo>
                    <a:pt x="1970568" y="584127"/>
                  </a:lnTo>
                  <a:lnTo>
                    <a:pt x="1970563" y="584131"/>
                  </a:lnTo>
                  <a:lnTo>
                    <a:pt x="1970559" y="584134"/>
                  </a:lnTo>
                  <a:lnTo>
                    <a:pt x="1970553" y="584139"/>
                  </a:lnTo>
                  <a:lnTo>
                    <a:pt x="1970551" y="584144"/>
                  </a:lnTo>
                  <a:lnTo>
                    <a:pt x="1970547" y="584170"/>
                  </a:lnTo>
                  <a:lnTo>
                    <a:pt x="1970532" y="584174"/>
                  </a:lnTo>
                  <a:lnTo>
                    <a:pt x="1970481" y="584190"/>
                  </a:lnTo>
                  <a:lnTo>
                    <a:pt x="1970474" y="584192"/>
                  </a:lnTo>
                  <a:lnTo>
                    <a:pt x="1970469" y="584194"/>
                  </a:lnTo>
                  <a:lnTo>
                    <a:pt x="1970464" y="584197"/>
                  </a:lnTo>
                  <a:lnTo>
                    <a:pt x="1970458" y="584200"/>
                  </a:lnTo>
                  <a:lnTo>
                    <a:pt x="1970453" y="584203"/>
                  </a:lnTo>
                  <a:lnTo>
                    <a:pt x="1970429" y="584220"/>
                  </a:lnTo>
                  <a:lnTo>
                    <a:pt x="1970416" y="584229"/>
                  </a:lnTo>
                  <a:lnTo>
                    <a:pt x="1970409" y="584232"/>
                  </a:lnTo>
                  <a:lnTo>
                    <a:pt x="1970403" y="584236"/>
                  </a:lnTo>
                  <a:lnTo>
                    <a:pt x="1970397" y="584238"/>
                  </a:lnTo>
                  <a:lnTo>
                    <a:pt x="1970391" y="584240"/>
                  </a:lnTo>
                  <a:lnTo>
                    <a:pt x="1970386" y="584241"/>
                  </a:lnTo>
                  <a:lnTo>
                    <a:pt x="1970378" y="584237"/>
                  </a:lnTo>
                  <a:lnTo>
                    <a:pt x="1970374" y="584235"/>
                  </a:lnTo>
                  <a:lnTo>
                    <a:pt x="1970369" y="584235"/>
                  </a:lnTo>
                  <a:lnTo>
                    <a:pt x="1970362" y="584238"/>
                  </a:lnTo>
                  <a:lnTo>
                    <a:pt x="1970357" y="584239"/>
                  </a:lnTo>
                  <a:lnTo>
                    <a:pt x="1970353" y="584242"/>
                  </a:lnTo>
                  <a:lnTo>
                    <a:pt x="1970344" y="584246"/>
                  </a:lnTo>
                  <a:lnTo>
                    <a:pt x="1970336" y="584250"/>
                  </a:lnTo>
                  <a:lnTo>
                    <a:pt x="1970330" y="584254"/>
                  </a:lnTo>
                  <a:lnTo>
                    <a:pt x="1970318" y="584264"/>
                  </a:lnTo>
                  <a:lnTo>
                    <a:pt x="1970314" y="584267"/>
                  </a:lnTo>
                  <a:lnTo>
                    <a:pt x="1970309" y="584270"/>
                  </a:lnTo>
                  <a:lnTo>
                    <a:pt x="1970304" y="584273"/>
                  </a:lnTo>
                  <a:lnTo>
                    <a:pt x="1970298" y="584275"/>
                  </a:lnTo>
                  <a:lnTo>
                    <a:pt x="1970292" y="584278"/>
                  </a:lnTo>
                  <a:lnTo>
                    <a:pt x="1970286" y="584280"/>
                  </a:lnTo>
                  <a:lnTo>
                    <a:pt x="1970274" y="584284"/>
                  </a:lnTo>
                  <a:lnTo>
                    <a:pt x="1970190" y="584307"/>
                  </a:lnTo>
                  <a:lnTo>
                    <a:pt x="1970165" y="584314"/>
                  </a:lnTo>
                  <a:lnTo>
                    <a:pt x="1970158" y="584314"/>
                  </a:lnTo>
                  <a:lnTo>
                    <a:pt x="1970143" y="584314"/>
                  </a:lnTo>
                  <a:lnTo>
                    <a:pt x="1970137" y="584313"/>
                  </a:lnTo>
                  <a:lnTo>
                    <a:pt x="1970132" y="584313"/>
                  </a:lnTo>
                  <a:lnTo>
                    <a:pt x="1970110" y="584309"/>
                  </a:lnTo>
                  <a:lnTo>
                    <a:pt x="1970104" y="584308"/>
                  </a:lnTo>
                  <a:lnTo>
                    <a:pt x="1970096" y="584307"/>
                  </a:lnTo>
                  <a:lnTo>
                    <a:pt x="1970091" y="584307"/>
                  </a:lnTo>
                  <a:lnTo>
                    <a:pt x="1970086" y="584308"/>
                  </a:lnTo>
                  <a:lnTo>
                    <a:pt x="1970080" y="584309"/>
                  </a:lnTo>
                  <a:lnTo>
                    <a:pt x="1970064" y="584311"/>
                  </a:lnTo>
                  <a:lnTo>
                    <a:pt x="1970059" y="584312"/>
                  </a:lnTo>
                  <a:lnTo>
                    <a:pt x="1970052" y="584314"/>
                  </a:lnTo>
                  <a:lnTo>
                    <a:pt x="1970045" y="584317"/>
                  </a:lnTo>
                  <a:lnTo>
                    <a:pt x="1970009" y="584331"/>
                  </a:lnTo>
                  <a:lnTo>
                    <a:pt x="1970003" y="584334"/>
                  </a:lnTo>
                  <a:lnTo>
                    <a:pt x="1969999" y="584337"/>
                  </a:lnTo>
                  <a:lnTo>
                    <a:pt x="1969991" y="584342"/>
                  </a:lnTo>
                  <a:lnTo>
                    <a:pt x="1969986" y="584346"/>
                  </a:lnTo>
                  <a:lnTo>
                    <a:pt x="1969980" y="584353"/>
                  </a:lnTo>
                  <a:lnTo>
                    <a:pt x="1969962" y="584369"/>
                  </a:lnTo>
                  <a:lnTo>
                    <a:pt x="1969959" y="584374"/>
                  </a:lnTo>
                  <a:lnTo>
                    <a:pt x="1969923" y="584399"/>
                  </a:lnTo>
                  <a:lnTo>
                    <a:pt x="1969901" y="584402"/>
                  </a:lnTo>
                  <a:lnTo>
                    <a:pt x="1969879" y="584409"/>
                  </a:lnTo>
                  <a:lnTo>
                    <a:pt x="1969812" y="584437"/>
                  </a:lnTo>
                  <a:lnTo>
                    <a:pt x="1969776" y="584451"/>
                  </a:lnTo>
                  <a:lnTo>
                    <a:pt x="1969748" y="584451"/>
                  </a:lnTo>
                  <a:lnTo>
                    <a:pt x="1969713" y="584454"/>
                  </a:lnTo>
                  <a:lnTo>
                    <a:pt x="1969672" y="584468"/>
                  </a:lnTo>
                  <a:lnTo>
                    <a:pt x="1969636" y="584496"/>
                  </a:lnTo>
                  <a:lnTo>
                    <a:pt x="1969605" y="584516"/>
                  </a:lnTo>
                  <a:lnTo>
                    <a:pt x="1969576" y="584533"/>
                  </a:lnTo>
                  <a:lnTo>
                    <a:pt x="1969562" y="584543"/>
                  </a:lnTo>
                  <a:lnTo>
                    <a:pt x="1969514" y="584579"/>
                  </a:lnTo>
                  <a:lnTo>
                    <a:pt x="1969509" y="584582"/>
                  </a:lnTo>
                  <a:lnTo>
                    <a:pt x="1969488" y="584606"/>
                  </a:lnTo>
                  <a:lnTo>
                    <a:pt x="1969483" y="584610"/>
                  </a:lnTo>
                  <a:lnTo>
                    <a:pt x="1969458" y="584638"/>
                  </a:lnTo>
                  <a:lnTo>
                    <a:pt x="1969461" y="584641"/>
                  </a:lnTo>
                  <a:lnTo>
                    <a:pt x="1969456" y="584646"/>
                  </a:lnTo>
                  <a:lnTo>
                    <a:pt x="1969448" y="584642"/>
                  </a:lnTo>
                  <a:lnTo>
                    <a:pt x="1969426" y="584670"/>
                  </a:lnTo>
                  <a:lnTo>
                    <a:pt x="1969402" y="584664"/>
                  </a:lnTo>
                  <a:lnTo>
                    <a:pt x="1969414" y="584635"/>
                  </a:lnTo>
                  <a:lnTo>
                    <a:pt x="1969416" y="584623"/>
                  </a:lnTo>
                  <a:lnTo>
                    <a:pt x="1969406" y="584627"/>
                  </a:lnTo>
                  <a:lnTo>
                    <a:pt x="1969378" y="584643"/>
                  </a:lnTo>
                  <a:lnTo>
                    <a:pt x="1969070" y="584726"/>
                  </a:lnTo>
                  <a:lnTo>
                    <a:pt x="1969046" y="584727"/>
                  </a:lnTo>
                  <a:lnTo>
                    <a:pt x="1969036" y="584729"/>
                  </a:lnTo>
                  <a:lnTo>
                    <a:pt x="1969032" y="584730"/>
                  </a:lnTo>
                  <a:lnTo>
                    <a:pt x="1968997" y="584734"/>
                  </a:lnTo>
                  <a:lnTo>
                    <a:pt x="1968963" y="584743"/>
                  </a:lnTo>
                  <a:lnTo>
                    <a:pt x="1968924" y="584757"/>
                  </a:lnTo>
                  <a:lnTo>
                    <a:pt x="1968900" y="584770"/>
                  </a:lnTo>
                  <a:lnTo>
                    <a:pt x="1968887" y="584782"/>
                  </a:lnTo>
                  <a:lnTo>
                    <a:pt x="1968869" y="584789"/>
                  </a:lnTo>
                  <a:lnTo>
                    <a:pt x="1968853" y="584794"/>
                  </a:lnTo>
                  <a:lnTo>
                    <a:pt x="1968831" y="584798"/>
                  </a:lnTo>
                  <a:lnTo>
                    <a:pt x="1968809" y="584805"/>
                  </a:lnTo>
                  <a:lnTo>
                    <a:pt x="1968801" y="584810"/>
                  </a:lnTo>
                  <a:lnTo>
                    <a:pt x="1968803" y="584814"/>
                  </a:lnTo>
                  <a:lnTo>
                    <a:pt x="1968808" y="584821"/>
                  </a:lnTo>
                  <a:lnTo>
                    <a:pt x="1968809" y="584828"/>
                  </a:lnTo>
                  <a:lnTo>
                    <a:pt x="1968800" y="584832"/>
                  </a:lnTo>
                  <a:lnTo>
                    <a:pt x="1968747" y="584848"/>
                  </a:lnTo>
                  <a:lnTo>
                    <a:pt x="1968711" y="584857"/>
                  </a:lnTo>
                  <a:lnTo>
                    <a:pt x="1968680" y="584868"/>
                  </a:lnTo>
                  <a:lnTo>
                    <a:pt x="1968638" y="584886"/>
                  </a:lnTo>
                  <a:lnTo>
                    <a:pt x="1968607" y="584904"/>
                  </a:lnTo>
                  <a:lnTo>
                    <a:pt x="1968576" y="584922"/>
                  </a:lnTo>
                  <a:lnTo>
                    <a:pt x="1968544" y="584943"/>
                  </a:lnTo>
                  <a:lnTo>
                    <a:pt x="1968515" y="584965"/>
                  </a:lnTo>
                  <a:lnTo>
                    <a:pt x="1968507" y="584973"/>
                  </a:lnTo>
                  <a:lnTo>
                    <a:pt x="1968501" y="584979"/>
                  </a:lnTo>
                  <a:lnTo>
                    <a:pt x="1968492" y="584988"/>
                  </a:lnTo>
                  <a:lnTo>
                    <a:pt x="1968488" y="584996"/>
                  </a:lnTo>
                  <a:lnTo>
                    <a:pt x="1968485" y="585013"/>
                  </a:lnTo>
                  <a:lnTo>
                    <a:pt x="1968480" y="585020"/>
                  </a:lnTo>
                  <a:lnTo>
                    <a:pt x="1968474" y="585028"/>
                  </a:lnTo>
                  <a:lnTo>
                    <a:pt x="1968467" y="585040"/>
                  </a:lnTo>
                  <a:lnTo>
                    <a:pt x="1968465" y="585048"/>
                  </a:lnTo>
                  <a:lnTo>
                    <a:pt x="1968465" y="585058"/>
                  </a:lnTo>
                  <a:lnTo>
                    <a:pt x="1968465" y="585066"/>
                  </a:lnTo>
                  <a:lnTo>
                    <a:pt x="1968467" y="585078"/>
                  </a:lnTo>
                  <a:lnTo>
                    <a:pt x="1968469" y="585089"/>
                  </a:lnTo>
                  <a:lnTo>
                    <a:pt x="1968470" y="585096"/>
                  </a:lnTo>
                  <a:lnTo>
                    <a:pt x="1968473" y="585103"/>
                  </a:lnTo>
                  <a:lnTo>
                    <a:pt x="1968478" y="585106"/>
                  </a:lnTo>
                  <a:lnTo>
                    <a:pt x="1968486" y="585111"/>
                  </a:lnTo>
                  <a:lnTo>
                    <a:pt x="1968499" y="585118"/>
                  </a:lnTo>
                  <a:lnTo>
                    <a:pt x="1968503" y="585121"/>
                  </a:lnTo>
                  <a:lnTo>
                    <a:pt x="1968505" y="585125"/>
                  </a:lnTo>
                  <a:lnTo>
                    <a:pt x="1968503" y="585130"/>
                  </a:lnTo>
                  <a:lnTo>
                    <a:pt x="1968499" y="585133"/>
                  </a:lnTo>
                  <a:lnTo>
                    <a:pt x="1968496" y="585137"/>
                  </a:lnTo>
                  <a:lnTo>
                    <a:pt x="1968496" y="585142"/>
                  </a:lnTo>
                  <a:lnTo>
                    <a:pt x="1968500" y="585145"/>
                  </a:lnTo>
                  <a:lnTo>
                    <a:pt x="1968508" y="585149"/>
                  </a:lnTo>
                  <a:lnTo>
                    <a:pt x="1968515" y="585151"/>
                  </a:lnTo>
                  <a:lnTo>
                    <a:pt x="1968528" y="585153"/>
                  </a:lnTo>
                  <a:lnTo>
                    <a:pt x="1968536" y="585154"/>
                  </a:lnTo>
                  <a:lnTo>
                    <a:pt x="1968559" y="585157"/>
                  </a:lnTo>
                  <a:lnTo>
                    <a:pt x="1968571" y="585160"/>
                  </a:lnTo>
                  <a:lnTo>
                    <a:pt x="1968580" y="585167"/>
                  </a:lnTo>
                  <a:lnTo>
                    <a:pt x="1968587" y="585174"/>
                  </a:lnTo>
                  <a:lnTo>
                    <a:pt x="1968593" y="585185"/>
                  </a:lnTo>
                  <a:lnTo>
                    <a:pt x="1968596" y="585197"/>
                  </a:lnTo>
                  <a:lnTo>
                    <a:pt x="1968596" y="585213"/>
                  </a:lnTo>
                  <a:lnTo>
                    <a:pt x="1968595" y="585233"/>
                  </a:lnTo>
                  <a:lnTo>
                    <a:pt x="1968591" y="585242"/>
                  </a:lnTo>
                  <a:lnTo>
                    <a:pt x="1968587" y="585248"/>
                  </a:lnTo>
                  <a:lnTo>
                    <a:pt x="1968583" y="585251"/>
                  </a:lnTo>
                  <a:lnTo>
                    <a:pt x="1968579" y="585254"/>
                  </a:lnTo>
                  <a:lnTo>
                    <a:pt x="1968578" y="585258"/>
                  </a:lnTo>
                  <a:lnTo>
                    <a:pt x="1968580" y="585272"/>
                  </a:lnTo>
                  <a:lnTo>
                    <a:pt x="1968581" y="585277"/>
                  </a:lnTo>
                  <a:lnTo>
                    <a:pt x="1968587" y="585282"/>
                  </a:lnTo>
                  <a:lnTo>
                    <a:pt x="1968591" y="585289"/>
                  </a:lnTo>
                  <a:lnTo>
                    <a:pt x="1968601" y="585291"/>
                  </a:lnTo>
                  <a:lnTo>
                    <a:pt x="1968606" y="585300"/>
                  </a:lnTo>
                  <a:lnTo>
                    <a:pt x="1968609" y="585307"/>
                  </a:lnTo>
                  <a:lnTo>
                    <a:pt x="1968610" y="585317"/>
                  </a:lnTo>
                  <a:lnTo>
                    <a:pt x="1968617" y="585337"/>
                  </a:lnTo>
                  <a:lnTo>
                    <a:pt x="1968619" y="585355"/>
                  </a:lnTo>
                  <a:lnTo>
                    <a:pt x="1968618" y="585367"/>
                  </a:lnTo>
                  <a:lnTo>
                    <a:pt x="1968612" y="585397"/>
                  </a:lnTo>
                  <a:lnTo>
                    <a:pt x="1968612" y="585415"/>
                  </a:lnTo>
                  <a:lnTo>
                    <a:pt x="1968613" y="585420"/>
                  </a:lnTo>
                  <a:lnTo>
                    <a:pt x="1968618" y="585422"/>
                  </a:lnTo>
                  <a:lnTo>
                    <a:pt x="1968623" y="585420"/>
                  </a:lnTo>
                  <a:lnTo>
                    <a:pt x="1968627" y="585416"/>
                  </a:lnTo>
                  <a:lnTo>
                    <a:pt x="1968630" y="585410"/>
                  </a:lnTo>
                  <a:lnTo>
                    <a:pt x="1968634" y="585407"/>
                  </a:lnTo>
                  <a:lnTo>
                    <a:pt x="1968639" y="585410"/>
                  </a:lnTo>
                  <a:lnTo>
                    <a:pt x="1968644" y="585408"/>
                  </a:lnTo>
                  <a:lnTo>
                    <a:pt x="1968646" y="585403"/>
                  </a:lnTo>
                  <a:lnTo>
                    <a:pt x="1968649" y="585399"/>
                  </a:lnTo>
                  <a:lnTo>
                    <a:pt x="1968654" y="585400"/>
                  </a:lnTo>
                  <a:lnTo>
                    <a:pt x="1968659" y="585403"/>
                  </a:lnTo>
                  <a:lnTo>
                    <a:pt x="1968667" y="585402"/>
                  </a:lnTo>
                  <a:lnTo>
                    <a:pt x="1968670" y="585397"/>
                  </a:lnTo>
                  <a:lnTo>
                    <a:pt x="1968671" y="585390"/>
                  </a:lnTo>
                  <a:lnTo>
                    <a:pt x="1968676" y="585384"/>
                  </a:lnTo>
                  <a:lnTo>
                    <a:pt x="1968680" y="585381"/>
                  </a:lnTo>
                  <a:lnTo>
                    <a:pt x="1968706" y="585380"/>
                  </a:lnTo>
                  <a:lnTo>
                    <a:pt x="1968711" y="585382"/>
                  </a:lnTo>
                  <a:lnTo>
                    <a:pt x="1968707" y="585393"/>
                  </a:lnTo>
                  <a:lnTo>
                    <a:pt x="1968702" y="585397"/>
                  </a:lnTo>
                  <a:lnTo>
                    <a:pt x="1968699" y="585402"/>
                  </a:lnTo>
                  <a:lnTo>
                    <a:pt x="1968698" y="585408"/>
                  </a:lnTo>
                  <a:lnTo>
                    <a:pt x="1968695" y="585421"/>
                  </a:lnTo>
                  <a:lnTo>
                    <a:pt x="1968692" y="585429"/>
                  </a:lnTo>
                  <a:lnTo>
                    <a:pt x="1968686" y="585436"/>
                  </a:lnTo>
                  <a:lnTo>
                    <a:pt x="1968686" y="585441"/>
                  </a:lnTo>
                  <a:lnTo>
                    <a:pt x="1968694" y="585446"/>
                  </a:lnTo>
                  <a:lnTo>
                    <a:pt x="1968699" y="585453"/>
                  </a:lnTo>
                  <a:lnTo>
                    <a:pt x="1968697" y="585461"/>
                  </a:lnTo>
                  <a:lnTo>
                    <a:pt x="1968693" y="585470"/>
                  </a:lnTo>
                  <a:lnTo>
                    <a:pt x="1968691" y="585477"/>
                  </a:lnTo>
                  <a:lnTo>
                    <a:pt x="1968688" y="585482"/>
                  </a:lnTo>
                  <a:lnTo>
                    <a:pt x="1968680" y="585491"/>
                  </a:lnTo>
                  <a:lnTo>
                    <a:pt x="1968676" y="585496"/>
                  </a:lnTo>
                  <a:lnTo>
                    <a:pt x="1968673" y="585508"/>
                  </a:lnTo>
                  <a:lnTo>
                    <a:pt x="1968673" y="585513"/>
                  </a:lnTo>
                  <a:lnTo>
                    <a:pt x="1968674" y="585522"/>
                  </a:lnTo>
                  <a:lnTo>
                    <a:pt x="1968680" y="585543"/>
                  </a:lnTo>
                  <a:lnTo>
                    <a:pt x="1968681" y="585558"/>
                  </a:lnTo>
                  <a:lnTo>
                    <a:pt x="1968682" y="585570"/>
                  </a:lnTo>
                  <a:lnTo>
                    <a:pt x="1968683" y="585581"/>
                  </a:lnTo>
                  <a:lnTo>
                    <a:pt x="1968680" y="585587"/>
                  </a:lnTo>
                  <a:lnTo>
                    <a:pt x="1968678" y="585593"/>
                  </a:lnTo>
                  <a:lnTo>
                    <a:pt x="1968678" y="585599"/>
                  </a:lnTo>
                  <a:lnTo>
                    <a:pt x="1968678" y="585619"/>
                  </a:lnTo>
                  <a:lnTo>
                    <a:pt x="1968679" y="585635"/>
                  </a:lnTo>
                  <a:lnTo>
                    <a:pt x="1968680" y="585643"/>
                  </a:lnTo>
                  <a:lnTo>
                    <a:pt x="1968681" y="585655"/>
                  </a:lnTo>
                  <a:lnTo>
                    <a:pt x="1968684" y="585671"/>
                  </a:lnTo>
                  <a:lnTo>
                    <a:pt x="1968685" y="585679"/>
                  </a:lnTo>
                  <a:lnTo>
                    <a:pt x="1968687" y="585694"/>
                  </a:lnTo>
                  <a:lnTo>
                    <a:pt x="1968689" y="585708"/>
                  </a:lnTo>
                  <a:lnTo>
                    <a:pt x="1968693" y="585734"/>
                  </a:lnTo>
                  <a:lnTo>
                    <a:pt x="1968695" y="585747"/>
                  </a:lnTo>
                  <a:lnTo>
                    <a:pt x="1968696" y="585762"/>
                  </a:lnTo>
                  <a:lnTo>
                    <a:pt x="1968697" y="585771"/>
                  </a:lnTo>
                  <a:lnTo>
                    <a:pt x="1968700" y="585791"/>
                  </a:lnTo>
                  <a:lnTo>
                    <a:pt x="1968699" y="585797"/>
                  </a:lnTo>
                  <a:lnTo>
                    <a:pt x="1968697" y="585813"/>
                  </a:lnTo>
                  <a:lnTo>
                    <a:pt x="1968697" y="585822"/>
                  </a:lnTo>
                  <a:lnTo>
                    <a:pt x="1968695" y="585830"/>
                  </a:lnTo>
                  <a:lnTo>
                    <a:pt x="1968693" y="585834"/>
                  </a:lnTo>
                  <a:lnTo>
                    <a:pt x="1968688" y="585841"/>
                  </a:lnTo>
                  <a:lnTo>
                    <a:pt x="1968683" y="585846"/>
                  </a:lnTo>
                  <a:lnTo>
                    <a:pt x="1968676" y="585844"/>
                  </a:lnTo>
                  <a:lnTo>
                    <a:pt x="1968667" y="585841"/>
                  </a:lnTo>
                  <a:lnTo>
                    <a:pt x="1968660" y="585847"/>
                  </a:lnTo>
                  <a:lnTo>
                    <a:pt x="1968658" y="585853"/>
                  </a:lnTo>
                  <a:lnTo>
                    <a:pt x="1968654" y="585860"/>
                  </a:lnTo>
                  <a:lnTo>
                    <a:pt x="1968656" y="585864"/>
                  </a:lnTo>
                  <a:lnTo>
                    <a:pt x="1968667" y="585864"/>
                  </a:lnTo>
                  <a:lnTo>
                    <a:pt x="1968671" y="585865"/>
                  </a:lnTo>
                  <a:lnTo>
                    <a:pt x="1968675" y="585870"/>
                  </a:lnTo>
                  <a:lnTo>
                    <a:pt x="1968677" y="585874"/>
                  </a:lnTo>
                  <a:lnTo>
                    <a:pt x="1968681" y="585878"/>
                  </a:lnTo>
                  <a:lnTo>
                    <a:pt x="1968687" y="585880"/>
                  </a:lnTo>
                  <a:lnTo>
                    <a:pt x="1968689" y="585884"/>
                  </a:lnTo>
                  <a:lnTo>
                    <a:pt x="1968690" y="585890"/>
                  </a:lnTo>
                  <a:lnTo>
                    <a:pt x="1968694" y="585904"/>
                  </a:lnTo>
                  <a:lnTo>
                    <a:pt x="1968694" y="585909"/>
                  </a:lnTo>
                  <a:lnTo>
                    <a:pt x="1968691" y="585919"/>
                  </a:lnTo>
                  <a:lnTo>
                    <a:pt x="1968691" y="585924"/>
                  </a:lnTo>
                  <a:lnTo>
                    <a:pt x="1968693" y="585935"/>
                  </a:lnTo>
                  <a:lnTo>
                    <a:pt x="1968696" y="585945"/>
                  </a:lnTo>
                  <a:lnTo>
                    <a:pt x="1968701" y="585953"/>
                  </a:lnTo>
                  <a:lnTo>
                    <a:pt x="1968704" y="585959"/>
                  </a:lnTo>
                  <a:lnTo>
                    <a:pt x="1968704" y="585966"/>
                  </a:lnTo>
                  <a:lnTo>
                    <a:pt x="1968700" y="585977"/>
                  </a:lnTo>
                  <a:lnTo>
                    <a:pt x="1968699" y="585984"/>
                  </a:lnTo>
                  <a:lnTo>
                    <a:pt x="1968708" y="586003"/>
                  </a:lnTo>
                  <a:lnTo>
                    <a:pt x="1968717" y="586013"/>
                  </a:lnTo>
                  <a:lnTo>
                    <a:pt x="1968723" y="586026"/>
                  </a:lnTo>
                  <a:lnTo>
                    <a:pt x="1968722" y="586031"/>
                  </a:lnTo>
                  <a:lnTo>
                    <a:pt x="1968726" y="586034"/>
                  </a:lnTo>
                  <a:lnTo>
                    <a:pt x="1968740" y="586040"/>
                  </a:lnTo>
                  <a:lnTo>
                    <a:pt x="1968744" y="586034"/>
                  </a:lnTo>
                  <a:lnTo>
                    <a:pt x="1968743" y="586024"/>
                  </a:lnTo>
                  <a:lnTo>
                    <a:pt x="1968746" y="586018"/>
                  </a:lnTo>
                  <a:lnTo>
                    <a:pt x="1968751" y="586021"/>
                  </a:lnTo>
                  <a:lnTo>
                    <a:pt x="1968753" y="586025"/>
                  </a:lnTo>
                  <a:lnTo>
                    <a:pt x="1968758" y="586037"/>
                  </a:lnTo>
                  <a:lnTo>
                    <a:pt x="1968762" y="586049"/>
                  </a:lnTo>
                  <a:lnTo>
                    <a:pt x="1968772" y="586093"/>
                  </a:lnTo>
                  <a:lnTo>
                    <a:pt x="1968773" y="586103"/>
                  </a:lnTo>
                  <a:lnTo>
                    <a:pt x="1968775" y="586111"/>
                  </a:lnTo>
                  <a:lnTo>
                    <a:pt x="1968776" y="586115"/>
                  </a:lnTo>
                  <a:lnTo>
                    <a:pt x="1968780" y="586150"/>
                  </a:lnTo>
                  <a:lnTo>
                    <a:pt x="1968779" y="586162"/>
                  </a:lnTo>
                  <a:lnTo>
                    <a:pt x="1968780" y="586179"/>
                  </a:lnTo>
                  <a:lnTo>
                    <a:pt x="1968780" y="586191"/>
                  </a:lnTo>
                  <a:lnTo>
                    <a:pt x="1968781" y="586196"/>
                  </a:lnTo>
                  <a:lnTo>
                    <a:pt x="1968796" y="586223"/>
                  </a:lnTo>
                  <a:lnTo>
                    <a:pt x="1968803" y="586238"/>
                  </a:lnTo>
                  <a:lnTo>
                    <a:pt x="1968828" y="586296"/>
                  </a:lnTo>
                  <a:lnTo>
                    <a:pt x="1968831" y="586305"/>
                  </a:lnTo>
                  <a:lnTo>
                    <a:pt x="1968831" y="586311"/>
                  </a:lnTo>
                  <a:lnTo>
                    <a:pt x="1968829" y="586315"/>
                  </a:lnTo>
                  <a:lnTo>
                    <a:pt x="1968828" y="586322"/>
                  </a:lnTo>
                  <a:lnTo>
                    <a:pt x="1968828" y="586331"/>
                  </a:lnTo>
                  <a:lnTo>
                    <a:pt x="1968830" y="586339"/>
                  </a:lnTo>
                  <a:lnTo>
                    <a:pt x="1968833" y="586346"/>
                  </a:lnTo>
                  <a:lnTo>
                    <a:pt x="1968831" y="586354"/>
                  </a:lnTo>
                  <a:lnTo>
                    <a:pt x="1968829" y="586365"/>
                  </a:lnTo>
                  <a:lnTo>
                    <a:pt x="1968828" y="586371"/>
                  </a:lnTo>
                  <a:lnTo>
                    <a:pt x="1968828" y="586376"/>
                  </a:lnTo>
                  <a:lnTo>
                    <a:pt x="1968829" y="586382"/>
                  </a:lnTo>
                  <a:lnTo>
                    <a:pt x="1968831" y="586393"/>
                  </a:lnTo>
                  <a:lnTo>
                    <a:pt x="1968833" y="586399"/>
                  </a:lnTo>
                  <a:lnTo>
                    <a:pt x="1968851" y="586439"/>
                  </a:lnTo>
                  <a:lnTo>
                    <a:pt x="1968852" y="586446"/>
                  </a:lnTo>
                  <a:lnTo>
                    <a:pt x="1968854" y="586453"/>
                  </a:lnTo>
                  <a:lnTo>
                    <a:pt x="1968857" y="586457"/>
                  </a:lnTo>
                  <a:lnTo>
                    <a:pt x="1968861" y="586459"/>
                  </a:lnTo>
                  <a:lnTo>
                    <a:pt x="1968865" y="586463"/>
                  </a:lnTo>
                  <a:lnTo>
                    <a:pt x="1968862" y="586468"/>
                  </a:lnTo>
                  <a:lnTo>
                    <a:pt x="1968863" y="586474"/>
                  </a:lnTo>
                  <a:lnTo>
                    <a:pt x="1968866" y="586478"/>
                  </a:lnTo>
                  <a:lnTo>
                    <a:pt x="1968869" y="586482"/>
                  </a:lnTo>
                  <a:lnTo>
                    <a:pt x="1968870" y="586489"/>
                  </a:lnTo>
                  <a:lnTo>
                    <a:pt x="1968871" y="586496"/>
                  </a:lnTo>
                  <a:lnTo>
                    <a:pt x="1968870" y="586506"/>
                  </a:lnTo>
                  <a:lnTo>
                    <a:pt x="1968872" y="586511"/>
                  </a:lnTo>
                  <a:lnTo>
                    <a:pt x="1968874" y="586515"/>
                  </a:lnTo>
                  <a:lnTo>
                    <a:pt x="1968876" y="586522"/>
                  </a:lnTo>
                  <a:lnTo>
                    <a:pt x="1968878" y="586527"/>
                  </a:lnTo>
                  <a:lnTo>
                    <a:pt x="1968880" y="586533"/>
                  </a:lnTo>
                  <a:lnTo>
                    <a:pt x="1968881" y="586540"/>
                  </a:lnTo>
                  <a:lnTo>
                    <a:pt x="1968882" y="586548"/>
                  </a:lnTo>
                  <a:lnTo>
                    <a:pt x="1968883" y="586556"/>
                  </a:lnTo>
                  <a:lnTo>
                    <a:pt x="1968883" y="586566"/>
                  </a:lnTo>
                  <a:lnTo>
                    <a:pt x="1968883" y="586576"/>
                  </a:lnTo>
                  <a:lnTo>
                    <a:pt x="1968878" y="586625"/>
                  </a:lnTo>
                  <a:lnTo>
                    <a:pt x="1968863" y="586688"/>
                  </a:lnTo>
                  <a:lnTo>
                    <a:pt x="1968860" y="586696"/>
                  </a:lnTo>
                  <a:lnTo>
                    <a:pt x="1968857" y="586703"/>
                  </a:lnTo>
                  <a:lnTo>
                    <a:pt x="1968853" y="586711"/>
                  </a:lnTo>
                  <a:lnTo>
                    <a:pt x="1968849" y="586718"/>
                  </a:lnTo>
                  <a:lnTo>
                    <a:pt x="1968845" y="586725"/>
                  </a:lnTo>
                  <a:lnTo>
                    <a:pt x="1968833" y="586742"/>
                  </a:lnTo>
                  <a:lnTo>
                    <a:pt x="1968800" y="586769"/>
                  </a:lnTo>
                  <a:lnTo>
                    <a:pt x="1968781" y="586783"/>
                  </a:lnTo>
                  <a:lnTo>
                    <a:pt x="1968773" y="586788"/>
                  </a:lnTo>
                  <a:lnTo>
                    <a:pt x="1968766" y="586792"/>
                  </a:lnTo>
                  <a:lnTo>
                    <a:pt x="1968760" y="586795"/>
                  </a:lnTo>
                  <a:lnTo>
                    <a:pt x="1968750" y="586800"/>
                  </a:lnTo>
                  <a:lnTo>
                    <a:pt x="1968746" y="586802"/>
                  </a:lnTo>
                  <a:lnTo>
                    <a:pt x="1968742" y="586805"/>
                  </a:lnTo>
                  <a:lnTo>
                    <a:pt x="1968738" y="586808"/>
                  </a:lnTo>
                  <a:lnTo>
                    <a:pt x="1968733" y="586813"/>
                  </a:lnTo>
                  <a:lnTo>
                    <a:pt x="1968690" y="586831"/>
                  </a:lnTo>
                  <a:lnTo>
                    <a:pt x="1968680" y="586835"/>
                  </a:lnTo>
                  <a:lnTo>
                    <a:pt x="1968668" y="586838"/>
                  </a:lnTo>
                  <a:lnTo>
                    <a:pt x="1968656" y="586842"/>
                  </a:lnTo>
                  <a:lnTo>
                    <a:pt x="1968617" y="586850"/>
                  </a:lnTo>
                  <a:lnTo>
                    <a:pt x="1968603" y="586853"/>
                  </a:lnTo>
                  <a:lnTo>
                    <a:pt x="1968590" y="586855"/>
                  </a:lnTo>
                  <a:lnTo>
                    <a:pt x="1968576" y="586856"/>
                  </a:lnTo>
                  <a:lnTo>
                    <a:pt x="1968563" y="586857"/>
                  </a:lnTo>
                  <a:lnTo>
                    <a:pt x="1968443" y="586855"/>
                  </a:lnTo>
                  <a:lnTo>
                    <a:pt x="1968416" y="586854"/>
                  </a:lnTo>
                  <a:lnTo>
                    <a:pt x="1968382" y="586852"/>
                  </a:lnTo>
                  <a:lnTo>
                    <a:pt x="1968370" y="586851"/>
                  </a:lnTo>
                  <a:lnTo>
                    <a:pt x="1968345" y="586849"/>
                  </a:lnTo>
                  <a:lnTo>
                    <a:pt x="1968337" y="586847"/>
                  </a:lnTo>
                  <a:lnTo>
                    <a:pt x="1968330" y="586847"/>
                  </a:lnTo>
                  <a:lnTo>
                    <a:pt x="1968324" y="586847"/>
                  </a:lnTo>
                  <a:lnTo>
                    <a:pt x="1968316" y="586849"/>
                  </a:lnTo>
                  <a:lnTo>
                    <a:pt x="1968310" y="586851"/>
                  </a:lnTo>
                  <a:lnTo>
                    <a:pt x="1968303" y="586852"/>
                  </a:lnTo>
                  <a:lnTo>
                    <a:pt x="1968298" y="586852"/>
                  </a:lnTo>
                  <a:lnTo>
                    <a:pt x="1968288" y="586850"/>
                  </a:lnTo>
                  <a:lnTo>
                    <a:pt x="1968275" y="586850"/>
                  </a:lnTo>
                  <a:lnTo>
                    <a:pt x="1968236" y="586847"/>
                  </a:lnTo>
                  <a:lnTo>
                    <a:pt x="1968228" y="586846"/>
                  </a:lnTo>
                  <a:lnTo>
                    <a:pt x="1968222" y="586845"/>
                  </a:lnTo>
                  <a:lnTo>
                    <a:pt x="1968217" y="586845"/>
                  </a:lnTo>
                  <a:lnTo>
                    <a:pt x="1968207" y="586845"/>
                  </a:lnTo>
                  <a:lnTo>
                    <a:pt x="1968202" y="586845"/>
                  </a:lnTo>
                  <a:lnTo>
                    <a:pt x="1968190" y="586844"/>
                  </a:lnTo>
                  <a:lnTo>
                    <a:pt x="1968182" y="586843"/>
                  </a:lnTo>
                  <a:lnTo>
                    <a:pt x="1968171" y="586841"/>
                  </a:lnTo>
                  <a:lnTo>
                    <a:pt x="1968165" y="586841"/>
                  </a:lnTo>
                  <a:lnTo>
                    <a:pt x="1968160" y="586838"/>
                  </a:lnTo>
                  <a:lnTo>
                    <a:pt x="1968148" y="586832"/>
                  </a:lnTo>
                  <a:lnTo>
                    <a:pt x="1968143" y="586830"/>
                  </a:lnTo>
                  <a:lnTo>
                    <a:pt x="1968138" y="586829"/>
                  </a:lnTo>
                  <a:lnTo>
                    <a:pt x="1968132" y="586828"/>
                  </a:lnTo>
                  <a:lnTo>
                    <a:pt x="1968127" y="586828"/>
                  </a:lnTo>
                  <a:lnTo>
                    <a:pt x="1968132" y="586834"/>
                  </a:lnTo>
                  <a:lnTo>
                    <a:pt x="1968136" y="586837"/>
                  </a:lnTo>
                  <a:lnTo>
                    <a:pt x="1968134" y="586841"/>
                  </a:lnTo>
                  <a:lnTo>
                    <a:pt x="1968129" y="586840"/>
                  </a:lnTo>
                  <a:lnTo>
                    <a:pt x="1968125" y="586838"/>
                  </a:lnTo>
                  <a:lnTo>
                    <a:pt x="1968120" y="586838"/>
                  </a:lnTo>
                  <a:lnTo>
                    <a:pt x="1968067" y="586830"/>
                  </a:lnTo>
                  <a:lnTo>
                    <a:pt x="1968058" y="586830"/>
                  </a:lnTo>
                  <a:lnTo>
                    <a:pt x="1968053" y="586829"/>
                  </a:lnTo>
                  <a:lnTo>
                    <a:pt x="1968048" y="586827"/>
                  </a:lnTo>
                  <a:lnTo>
                    <a:pt x="1968044" y="586825"/>
                  </a:lnTo>
                  <a:lnTo>
                    <a:pt x="1968034" y="586820"/>
                  </a:lnTo>
                  <a:lnTo>
                    <a:pt x="1968031" y="586818"/>
                  </a:lnTo>
                  <a:lnTo>
                    <a:pt x="1968026" y="586817"/>
                  </a:lnTo>
                  <a:lnTo>
                    <a:pt x="1968019" y="586815"/>
                  </a:lnTo>
                  <a:lnTo>
                    <a:pt x="1967981" y="586808"/>
                  </a:lnTo>
                  <a:lnTo>
                    <a:pt x="1967977" y="586806"/>
                  </a:lnTo>
                  <a:lnTo>
                    <a:pt x="1967995" y="586792"/>
                  </a:lnTo>
                  <a:lnTo>
                    <a:pt x="1967991" y="586789"/>
                  </a:lnTo>
                  <a:lnTo>
                    <a:pt x="1967986" y="586788"/>
                  </a:lnTo>
                  <a:lnTo>
                    <a:pt x="1967981" y="586788"/>
                  </a:lnTo>
                  <a:lnTo>
                    <a:pt x="1967977" y="586788"/>
                  </a:lnTo>
                  <a:lnTo>
                    <a:pt x="1967973" y="586789"/>
                  </a:lnTo>
                  <a:lnTo>
                    <a:pt x="1967968" y="586790"/>
                  </a:lnTo>
                  <a:lnTo>
                    <a:pt x="1967961" y="586792"/>
                  </a:lnTo>
                  <a:lnTo>
                    <a:pt x="1967954" y="586798"/>
                  </a:lnTo>
                  <a:lnTo>
                    <a:pt x="1967950" y="586800"/>
                  </a:lnTo>
                  <a:lnTo>
                    <a:pt x="1967945" y="586802"/>
                  </a:lnTo>
                  <a:lnTo>
                    <a:pt x="1967931" y="586807"/>
                  </a:lnTo>
                  <a:lnTo>
                    <a:pt x="1967927" y="586809"/>
                  </a:lnTo>
                  <a:lnTo>
                    <a:pt x="1967922" y="586811"/>
                  </a:lnTo>
                  <a:lnTo>
                    <a:pt x="1967906" y="586822"/>
                  </a:lnTo>
                  <a:lnTo>
                    <a:pt x="1967901" y="586824"/>
                  </a:lnTo>
                  <a:lnTo>
                    <a:pt x="1967897" y="586826"/>
                  </a:lnTo>
                  <a:lnTo>
                    <a:pt x="1967887" y="586830"/>
                  </a:lnTo>
                  <a:lnTo>
                    <a:pt x="1967875" y="586834"/>
                  </a:lnTo>
                  <a:lnTo>
                    <a:pt x="1967867" y="586836"/>
                  </a:lnTo>
                  <a:lnTo>
                    <a:pt x="1967862" y="586837"/>
                  </a:lnTo>
                  <a:lnTo>
                    <a:pt x="1967823" y="586860"/>
                  </a:lnTo>
                  <a:lnTo>
                    <a:pt x="1967801" y="586876"/>
                  </a:lnTo>
                  <a:lnTo>
                    <a:pt x="1967778" y="586894"/>
                  </a:lnTo>
                  <a:lnTo>
                    <a:pt x="1967739" y="586926"/>
                  </a:lnTo>
                  <a:lnTo>
                    <a:pt x="1967737" y="586930"/>
                  </a:lnTo>
                  <a:lnTo>
                    <a:pt x="1967735" y="586936"/>
                  </a:lnTo>
                  <a:lnTo>
                    <a:pt x="1967732" y="586940"/>
                  </a:lnTo>
                  <a:lnTo>
                    <a:pt x="1967729" y="586945"/>
                  </a:lnTo>
                  <a:lnTo>
                    <a:pt x="1967701" y="586983"/>
                  </a:lnTo>
                  <a:lnTo>
                    <a:pt x="1967690" y="586996"/>
                  </a:lnTo>
                  <a:lnTo>
                    <a:pt x="1967687" y="587000"/>
                  </a:lnTo>
                  <a:lnTo>
                    <a:pt x="1967682" y="587008"/>
                  </a:lnTo>
                  <a:lnTo>
                    <a:pt x="1967680" y="587011"/>
                  </a:lnTo>
                  <a:lnTo>
                    <a:pt x="1967663" y="587037"/>
                  </a:lnTo>
                  <a:lnTo>
                    <a:pt x="1967646" y="587061"/>
                  </a:lnTo>
                  <a:lnTo>
                    <a:pt x="1967642" y="587065"/>
                  </a:lnTo>
                  <a:lnTo>
                    <a:pt x="1967639" y="587067"/>
                  </a:lnTo>
                  <a:lnTo>
                    <a:pt x="1967633" y="587068"/>
                  </a:lnTo>
                  <a:lnTo>
                    <a:pt x="1967628" y="587066"/>
                  </a:lnTo>
                  <a:lnTo>
                    <a:pt x="1967625" y="587062"/>
                  </a:lnTo>
                  <a:lnTo>
                    <a:pt x="1967629" y="587053"/>
                  </a:lnTo>
                  <a:lnTo>
                    <a:pt x="1967636" y="587020"/>
                  </a:lnTo>
                  <a:lnTo>
                    <a:pt x="1967638" y="587010"/>
                  </a:lnTo>
                  <a:lnTo>
                    <a:pt x="1967640" y="587005"/>
                  </a:lnTo>
                  <a:lnTo>
                    <a:pt x="1967645" y="586976"/>
                  </a:lnTo>
                  <a:lnTo>
                    <a:pt x="1967648" y="586969"/>
                  </a:lnTo>
                  <a:lnTo>
                    <a:pt x="1967651" y="586964"/>
                  </a:lnTo>
                  <a:lnTo>
                    <a:pt x="1967655" y="586958"/>
                  </a:lnTo>
                  <a:lnTo>
                    <a:pt x="1967658" y="586953"/>
                  </a:lnTo>
                  <a:lnTo>
                    <a:pt x="1967661" y="586949"/>
                  </a:lnTo>
                  <a:lnTo>
                    <a:pt x="1967664" y="586945"/>
                  </a:lnTo>
                  <a:lnTo>
                    <a:pt x="1967668" y="586940"/>
                  </a:lnTo>
                  <a:lnTo>
                    <a:pt x="1967715" y="586889"/>
                  </a:lnTo>
                  <a:lnTo>
                    <a:pt x="1967736" y="586870"/>
                  </a:lnTo>
                  <a:lnTo>
                    <a:pt x="1967797" y="586821"/>
                  </a:lnTo>
                  <a:lnTo>
                    <a:pt x="1967801" y="586817"/>
                  </a:lnTo>
                  <a:lnTo>
                    <a:pt x="1967805" y="586815"/>
                  </a:lnTo>
                  <a:lnTo>
                    <a:pt x="1967810" y="586812"/>
                  </a:lnTo>
                  <a:lnTo>
                    <a:pt x="1967816" y="586810"/>
                  </a:lnTo>
                  <a:lnTo>
                    <a:pt x="1967823" y="586807"/>
                  </a:lnTo>
                  <a:lnTo>
                    <a:pt x="1967827" y="586805"/>
                  </a:lnTo>
                  <a:lnTo>
                    <a:pt x="1967832" y="586802"/>
                  </a:lnTo>
                  <a:lnTo>
                    <a:pt x="1967841" y="586799"/>
                  </a:lnTo>
                  <a:lnTo>
                    <a:pt x="1967854" y="586795"/>
                  </a:lnTo>
                  <a:lnTo>
                    <a:pt x="1967873" y="586789"/>
                  </a:lnTo>
                  <a:lnTo>
                    <a:pt x="1967885" y="586785"/>
                  </a:lnTo>
                  <a:lnTo>
                    <a:pt x="1967889" y="586784"/>
                  </a:lnTo>
                  <a:lnTo>
                    <a:pt x="1967894" y="586782"/>
                  </a:lnTo>
                  <a:lnTo>
                    <a:pt x="1967898" y="586780"/>
                  </a:lnTo>
                  <a:lnTo>
                    <a:pt x="1967902" y="586778"/>
                  </a:lnTo>
                  <a:lnTo>
                    <a:pt x="1967906" y="586775"/>
                  </a:lnTo>
                  <a:lnTo>
                    <a:pt x="1967917" y="586768"/>
                  </a:lnTo>
                  <a:lnTo>
                    <a:pt x="1967923" y="586766"/>
                  </a:lnTo>
                  <a:lnTo>
                    <a:pt x="1967929" y="586765"/>
                  </a:lnTo>
                  <a:lnTo>
                    <a:pt x="1967934" y="586766"/>
                  </a:lnTo>
                  <a:lnTo>
                    <a:pt x="1967941" y="586767"/>
                  </a:lnTo>
                  <a:lnTo>
                    <a:pt x="1967950" y="586767"/>
                  </a:lnTo>
                  <a:lnTo>
                    <a:pt x="1967957" y="586768"/>
                  </a:lnTo>
                  <a:lnTo>
                    <a:pt x="1967963" y="586766"/>
                  </a:lnTo>
                  <a:lnTo>
                    <a:pt x="1967969" y="586763"/>
                  </a:lnTo>
                  <a:lnTo>
                    <a:pt x="1967975" y="586762"/>
                  </a:lnTo>
                  <a:lnTo>
                    <a:pt x="1967984" y="586761"/>
                  </a:lnTo>
                  <a:lnTo>
                    <a:pt x="1967990" y="586761"/>
                  </a:lnTo>
                  <a:lnTo>
                    <a:pt x="1967994" y="586761"/>
                  </a:lnTo>
                  <a:lnTo>
                    <a:pt x="1968002" y="586764"/>
                  </a:lnTo>
                  <a:lnTo>
                    <a:pt x="1968007" y="586765"/>
                  </a:lnTo>
                  <a:lnTo>
                    <a:pt x="1968016" y="586765"/>
                  </a:lnTo>
                  <a:lnTo>
                    <a:pt x="1968029" y="586768"/>
                  </a:lnTo>
                  <a:lnTo>
                    <a:pt x="1968034" y="586769"/>
                  </a:lnTo>
                  <a:lnTo>
                    <a:pt x="1968040" y="586771"/>
                  </a:lnTo>
                  <a:lnTo>
                    <a:pt x="1968047" y="586773"/>
                  </a:lnTo>
                  <a:lnTo>
                    <a:pt x="1968052" y="586775"/>
                  </a:lnTo>
                  <a:lnTo>
                    <a:pt x="1968057" y="586777"/>
                  </a:lnTo>
                  <a:lnTo>
                    <a:pt x="1968065" y="586781"/>
                  </a:lnTo>
                  <a:lnTo>
                    <a:pt x="1968073" y="586781"/>
                  </a:lnTo>
                  <a:lnTo>
                    <a:pt x="1968081" y="586781"/>
                  </a:lnTo>
                  <a:lnTo>
                    <a:pt x="1968085" y="586781"/>
                  </a:lnTo>
                  <a:lnTo>
                    <a:pt x="1968089" y="586782"/>
                  </a:lnTo>
                  <a:lnTo>
                    <a:pt x="1968094" y="586782"/>
                  </a:lnTo>
                  <a:lnTo>
                    <a:pt x="1968111" y="586787"/>
                  </a:lnTo>
                  <a:lnTo>
                    <a:pt x="1968115" y="586790"/>
                  </a:lnTo>
                  <a:lnTo>
                    <a:pt x="1968121" y="586793"/>
                  </a:lnTo>
                  <a:lnTo>
                    <a:pt x="1968126" y="586796"/>
                  </a:lnTo>
                  <a:lnTo>
                    <a:pt x="1968137" y="586800"/>
                  </a:lnTo>
                  <a:lnTo>
                    <a:pt x="1968144" y="586803"/>
                  </a:lnTo>
                  <a:lnTo>
                    <a:pt x="1968150" y="586806"/>
                  </a:lnTo>
                  <a:lnTo>
                    <a:pt x="1968176" y="586805"/>
                  </a:lnTo>
                  <a:lnTo>
                    <a:pt x="1968181" y="586805"/>
                  </a:lnTo>
                  <a:lnTo>
                    <a:pt x="1968219" y="586807"/>
                  </a:lnTo>
                  <a:lnTo>
                    <a:pt x="1968226" y="586807"/>
                  </a:lnTo>
                  <a:lnTo>
                    <a:pt x="1968231" y="586807"/>
                  </a:lnTo>
                  <a:lnTo>
                    <a:pt x="1968241" y="586804"/>
                  </a:lnTo>
                  <a:lnTo>
                    <a:pt x="1968247" y="586803"/>
                  </a:lnTo>
                  <a:lnTo>
                    <a:pt x="1968252" y="586802"/>
                  </a:lnTo>
                  <a:lnTo>
                    <a:pt x="1968257" y="586802"/>
                  </a:lnTo>
                  <a:lnTo>
                    <a:pt x="1968264" y="586803"/>
                  </a:lnTo>
                  <a:lnTo>
                    <a:pt x="1968271" y="586802"/>
                  </a:lnTo>
                  <a:lnTo>
                    <a:pt x="1968310" y="586793"/>
                  </a:lnTo>
                  <a:lnTo>
                    <a:pt x="1968314" y="586793"/>
                  </a:lnTo>
                  <a:lnTo>
                    <a:pt x="1968319" y="586794"/>
                  </a:lnTo>
                  <a:lnTo>
                    <a:pt x="1968326" y="586794"/>
                  </a:lnTo>
                  <a:lnTo>
                    <a:pt x="1968341" y="586793"/>
                  </a:lnTo>
                  <a:lnTo>
                    <a:pt x="1968347" y="586793"/>
                  </a:lnTo>
                  <a:lnTo>
                    <a:pt x="1968354" y="586793"/>
                  </a:lnTo>
                  <a:lnTo>
                    <a:pt x="1968372" y="586795"/>
                  </a:lnTo>
                  <a:lnTo>
                    <a:pt x="1968380" y="586795"/>
                  </a:lnTo>
                  <a:lnTo>
                    <a:pt x="1968386" y="586797"/>
                  </a:lnTo>
                  <a:lnTo>
                    <a:pt x="1968393" y="586798"/>
                  </a:lnTo>
                  <a:lnTo>
                    <a:pt x="1968399" y="586800"/>
                  </a:lnTo>
                  <a:lnTo>
                    <a:pt x="1968405" y="586801"/>
                  </a:lnTo>
                  <a:lnTo>
                    <a:pt x="1968412" y="586804"/>
                  </a:lnTo>
                  <a:lnTo>
                    <a:pt x="1968419" y="586807"/>
                  </a:lnTo>
                  <a:lnTo>
                    <a:pt x="1968423" y="586808"/>
                  </a:lnTo>
                  <a:lnTo>
                    <a:pt x="1968427" y="586809"/>
                  </a:lnTo>
                  <a:lnTo>
                    <a:pt x="1968431" y="586810"/>
                  </a:lnTo>
                  <a:lnTo>
                    <a:pt x="1968441" y="586811"/>
                  </a:lnTo>
                  <a:lnTo>
                    <a:pt x="1968447" y="586812"/>
                  </a:lnTo>
                  <a:lnTo>
                    <a:pt x="1968452" y="586812"/>
                  </a:lnTo>
                  <a:lnTo>
                    <a:pt x="1968470" y="586811"/>
                  </a:lnTo>
                  <a:lnTo>
                    <a:pt x="1968476" y="586811"/>
                  </a:lnTo>
                  <a:lnTo>
                    <a:pt x="1968527" y="586813"/>
                  </a:lnTo>
                  <a:lnTo>
                    <a:pt x="1968532" y="586813"/>
                  </a:lnTo>
                  <a:lnTo>
                    <a:pt x="1968540" y="586815"/>
                  </a:lnTo>
                  <a:lnTo>
                    <a:pt x="1968546" y="586815"/>
                  </a:lnTo>
                  <a:lnTo>
                    <a:pt x="1968598" y="586807"/>
                  </a:lnTo>
                  <a:lnTo>
                    <a:pt x="1968632" y="586800"/>
                  </a:lnTo>
                  <a:lnTo>
                    <a:pt x="1968643" y="586797"/>
                  </a:lnTo>
                  <a:lnTo>
                    <a:pt x="1968654" y="586793"/>
                  </a:lnTo>
                  <a:lnTo>
                    <a:pt x="1968665" y="586789"/>
                  </a:lnTo>
                  <a:lnTo>
                    <a:pt x="1968725" y="586760"/>
                  </a:lnTo>
                  <a:lnTo>
                    <a:pt x="1968731" y="586756"/>
                  </a:lnTo>
                  <a:lnTo>
                    <a:pt x="1968748" y="586745"/>
                  </a:lnTo>
                  <a:lnTo>
                    <a:pt x="1968753" y="586742"/>
                  </a:lnTo>
                  <a:lnTo>
                    <a:pt x="1968759" y="586737"/>
                  </a:lnTo>
                  <a:lnTo>
                    <a:pt x="1968764" y="586733"/>
                  </a:lnTo>
                  <a:lnTo>
                    <a:pt x="1968766" y="586729"/>
                  </a:lnTo>
                  <a:lnTo>
                    <a:pt x="1968778" y="586708"/>
                  </a:lnTo>
                  <a:lnTo>
                    <a:pt x="1968800" y="586682"/>
                  </a:lnTo>
                  <a:lnTo>
                    <a:pt x="1968803" y="586677"/>
                  </a:lnTo>
                  <a:lnTo>
                    <a:pt x="1968810" y="586667"/>
                  </a:lnTo>
                  <a:lnTo>
                    <a:pt x="1968844" y="586605"/>
                  </a:lnTo>
                  <a:lnTo>
                    <a:pt x="1968846" y="586601"/>
                  </a:lnTo>
                  <a:lnTo>
                    <a:pt x="1968847" y="586594"/>
                  </a:lnTo>
                  <a:lnTo>
                    <a:pt x="1968851" y="586563"/>
                  </a:lnTo>
                  <a:lnTo>
                    <a:pt x="1968851" y="586558"/>
                  </a:lnTo>
                  <a:lnTo>
                    <a:pt x="1968849" y="586553"/>
                  </a:lnTo>
                  <a:lnTo>
                    <a:pt x="1968845" y="586545"/>
                  </a:lnTo>
                  <a:lnTo>
                    <a:pt x="1968838" y="586543"/>
                  </a:lnTo>
                  <a:lnTo>
                    <a:pt x="1968836" y="586546"/>
                  </a:lnTo>
                  <a:lnTo>
                    <a:pt x="1968833" y="586553"/>
                  </a:lnTo>
                  <a:lnTo>
                    <a:pt x="1968831" y="586557"/>
                  </a:lnTo>
                  <a:lnTo>
                    <a:pt x="1968828" y="586565"/>
                  </a:lnTo>
                  <a:lnTo>
                    <a:pt x="1968825" y="586574"/>
                  </a:lnTo>
                  <a:lnTo>
                    <a:pt x="1968819" y="586591"/>
                  </a:lnTo>
                  <a:lnTo>
                    <a:pt x="1968814" y="586601"/>
                  </a:lnTo>
                  <a:lnTo>
                    <a:pt x="1968810" y="586605"/>
                  </a:lnTo>
                  <a:lnTo>
                    <a:pt x="1968806" y="586606"/>
                  </a:lnTo>
                  <a:lnTo>
                    <a:pt x="1968802" y="586600"/>
                  </a:lnTo>
                  <a:lnTo>
                    <a:pt x="1968800" y="586592"/>
                  </a:lnTo>
                  <a:lnTo>
                    <a:pt x="1968800" y="586587"/>
                  </a:lnTo>
                  <a:lnTo>
                    <a:pt x="1968801" y="586559"/>
                  </a:lnTo>
                  <a:lnTo>
                    <a:pt x="1968800" y="586518"/>
                  </a:lnTo>
                  <a:lnTo>
                    <a:pt x="1968805" y="586514"/>
                  </a:lnTo>
                  <a:lnTo>
                    <a:pt x="1968810" y="586515"/>
                  </a:lnTo>
                  <a:lnTo>
                    <a:pt x="1968813" y="586519"/>
                  </a:lnTo>
                  <a:lnTo>
                    <a:pt x="1968816" y="586523"/>
                  </a:lnTo>
                  <a:lnTo>
                    <a:pt x="1968821" y="586532"/>
                  </a:lnTo>
                  <a:lnTo>
                    <a:pt x="1968824" y="586535"/>
                  </a:lnTo>
                  <a:lnTo>
                    <a:pt x="1968828" y="586523"/>
                  </a:lnTo>
                  <a:lnTo>
                    <a:pt x="1968807" y="586441"/>
                  </a:lnTo>
                  <a:lnTo>
                    <a:pt x="1968791" y="586348"/>
                  </a:lnTo>
                  <a:lnTo>
                    <a:pt x="1968776" y="586296"/>
                  </a:lnTo>
                  <a:lnTo>
                    <a:pt x="1968751" y="586187"/>
                  </a:lnTo>
                  <a:lnTo>
                    <a:pt x="1968748" y="586167"/>
                  </a:lnTo>
                  <a:lnTo>
                    <a:pt x="1968747" y="586152"/>
                  </a:lnTo>
                  <a:lnTo>
                    <a:pt x="1968749" y="586126"/>
                  </a:lnTo>
                  <a:lnTo>
                    <a:pt x="1968750" y="586113"/>
                  </a:lnTo>
                  <a:lnTo>
                    <a:pt x="1968750" y="586107"/>
                  </a:lnTo>
                  <a:lnTo>
                    <a:pt x="1968748" y="586088"/>
                  </a:lnTo>
                  <a:lnTo>
                    <a:pt x="1968747" y="586074"/>
                  </a:lnTo>
                  <a:lnTo>
                    <a:pt x="1968745" y="586062"/>
                  </a:lnTo>
                  <a:lnTo>
                    <a:pt x="1968746" y="586058"/>
                  </a:lnTo>
                  <a:lnTo>
                    <a:pt x="1968744" y="586054"/>
                  </a:lnTo>
                  <a:lnTo>
                    <a:pt x="1968738" y="586053"/>
                  </a:lnTo>
                  <a:lnTo>
                    <a:pt x="1968733" y="586052"/>
                  </a:lnTo>
                  <a:lnTo>
                    <a:pt x="1968728" y="586050"/>
                  </a:lnTo>
                  <a:lnTo>
                    <a:pt x="1968723" y="586045"/>
                  </a:lnTo>
                  <a:lnTo>
                    <a:pt x="1968717" y="586042"/>
                  </a:lnTo>
                  <a:lnTo>
                    <a:pt x="1968709" y="586046"/>
                  </a:lnTo>
                  <a:lnTo>
                    <a:pt x="1968705" y="586048"/>
                  </a:lnTo>
                  <a:lnTo>
                    <a:pt x="1968702" y="586052"/>
                  </a:lnTo>
                  <a:lnTo>
                    <a:pt x="1968700" y="586056"/>
                  </a:lnTo>
                  <a:lnTo>
                    <a:pt x="1968698" y="586063"/>
                  </a:lnTo>
                  <a:lnTo>
                    <a:pt x="1968697" y="586068"/>
                  </a:lnTo>
                  <a:lnTo>
                    <a:pt x="1968694" y="586074"/>
                  </a:lnTo>
                  <a:lnTo>
                    <a:pt x="1968690" y="586079"/>
                  </a:lnTo>
                  <a:lnTo>
                    <a:pt x="1968686" y="586083"/>
                  </a:lnTo>
                  <a:lnTo>
                    <a:pt x="1968682" y="586085"/>
                  </a:lnTo>
                  <a:lnTo>
                    <a:pt x="1968676" y="586083"/>
                  </a:lnTo>
                  <a:lnTo>
                    <a:pt x="1968673" y="586079"/>
                  </a:lnTo>
                  <a:lnTo>
                    <a:pt x="1968670" y="586075"/>
                  </a:lnTo>
                  <a:lnTo>
                    <a:pt x="1968665" y="586064"/>
                  </a:lnTo>
                  <a:lnTo>
                    <a:pt x="1968660" y="586055"/>
                  </a:lnTo>
                  <a:lnTo>
                    <a:pt x="1968656" y="586031"/>
                  </a:lnTo>
                  <a:lnTo>
                    <a:pt x="1968656" y="586023"/>
                  </a:lnTo>
                  <a:lnTo>
                    <a:pt x="1968656" y="586016"/>
                  </a:lnTo>
                  <a:lnTo>
                    <a:pt x="1968655" y="586009"/>
                  </a:lnTo>
                  <a:lnTo>
                    <a:pt x="1968647" y="585993"/>
                  </a:lnTo>
                  <a:lnTo>
                    <a:pt x="1968643" y="585986"/>
                  </a:lnTo>
                  <a:lnTo>
                    <a:pt x="1968638" y="585979"/>
                  </a:lnTo>
                  <a:lnTo>
                    <a:pt x="1968636" y="585973"/>
                  </a:lnTo>
                  <a:lnTo>
                    <a:pt x="1968633" y="585967"/>
                  </a:lnTo>
                  <a:lnTo>
                    <a:pt x="1968628" y="585948"/>
                  </a:lnTo>
                  <a:lnTo>
                    <a:pt x="1968625" y="585939"/>
                  </a:lnTo>
                  <a:lnTo>
                    <a:pt x="1968620" y="585927"/>
                  </a:lnTo>
                  <a:lnTo>
                    <a:pt x="1968613" y="585911"/>
                  </a:lnTo>
                  <a:lnTo>
                    <a:pt x="1968611" y="585906"/>
                  </a:lnTo>
                  <a:lnTo>
                    <a:pt x="1968611" y="585901"/>
                  </a:lnTo>
                  <a:lnTo>
                    <a:pt x="1968612" y="585894"/>
                  </a:lnTo>
                  <a:lnTo>
                    <a:pt x="1968612" y="585890"/>
                  </a:lnTo>
                  <a:lnTo>
                    <a:pt x="1968610" y="585880"/>
                  </a:lnTo>
                  <a:lnTo>
                    <a:pt x="1968605" y="585844"/>
                  </a:lnTo>
                  <a:lnTo>
                    <a:pt x="1968602" y="585832"/>
                  </a:lnTo>
                  <a:lnTo>
                    <a:pt x="1968602" y="585805"/>
                  </a:lnTo>
                  <a:lnTo>
                    <a:pt x="1968593" y="585706"/>
                  </a:lnTo>
                  <a:lnTo>
                    <a:pt x="1968593" y="585560"/>
                  </a:lnTo>
                  <a:lnTo>
                    <a:pt x="1968595" y="585542"/>
                  </a:lnTo>
                  <a:lnTo>
                    <a:pt x="1968595" y="585525"/>
                  </a:lnTo>
                  <a:lnTo>
                    <a:pt x="1968596" y="585520"/>
                  </a:lnTo>
                  <a:lnTo>
                    <a:pt x="1968604" y="585488"/>
                  </a:lnTo>
                  <a:lnTo>
                    <a:pt x="1968604" y="585483"/>
                  </a:lnTo>
                  <a:lnTo>
                    <a:pt x="1968598" y="585474"/>
                  </a:lnTo>
                  <a:lnTo>
                    <a:pt x="1968595" y="585470"/>
                  </a:lnTo>
                  <a:lnTo>
                    <a:pt x="1968592" y="585462"/>
                  </a:lnTo>
                  <a:lnTo>
                    <a:pt x="1968591" y="585455"/>
                  </a:lnTo>
                  <a:lnTo>
                    <a:pt x="1968592" y="585444"/>
                  </a:lnTo>
                  <a:lnTo>
                    <a:pt x="1968593" y="585425"/>
                  </a:lnTo>
                  <a:lnTo>
                    <a:pt x="1968592" y="585390"/>
                  </a:lnTo>
                  <a:lnTo>
                    <a:pt x="1968589" y="585357"/>
                  </a:lnTo>
                  <a:lnTo>
                    <a:pt x="1968588" y="585352"/>
                  </a:lnTo>
                  <a:lnTo>
                    <a:pt x="1968581" y="585323"/>
                  </a:lnTo>
                  <a:lnTo>
                    <a:pt x="1968578" y="585318"/>
                  </a:lnTo>
                  <a:lnTo>
                    <a:pt x="1968564" y="585288"/>
                  </a:lnTo>
                  <a:lnTo>
                    <a:pt x="1968555" y="585264"/>
                  </a:lnTo>
                  <a:lnTo>
                    <a:pt x="1968559" y="585253"/>
                  </a:lnTo>
                  <a:lnTo>
                    <a:pt x="1968559" y="585242"/>
                  </a:lnTo>
                  <a:lnTo>
                    <a:pt x="1968560" y="585238"/>
                  </a:lnTo>
                  <a:lnTo>
                    <a:pt x="1968563" y="585232"/>
                  </a:lnTo>
                  <a:lnTo>
                    <a:pt x="1968566" y="585228"/>
                  </a:lnTo>
                  <a:lnTo>
                    <a:pt x="1968569" y="585225"/>
                  </a:lnTo>
                  <a:lnTo>
                    <a:pt x="1968574" y="585222"/>
                  </a:lnTo>
                  <a:lnTo>
                    <a:pt x="1968577" y="585216"/>
                  </a:lnTo>
                  <a:lnTo>
                    <a:pt x="1968579" y="585208"/>
                  </a:lnTo>
                  <a:lnTo>
                    <a:pt x="1968580" y="585202"/>
                  </a:lnTo>
                  <a:lnTo>
                    <a:pt x="1968581" y="585196"/>
                  </a:lnTo>
                  <a:lnTo>
                    <a:pt x="1968580" y="585191"/>
                  </a:lnTo>
                  <a:lnTo>
                    <a:pt x="1968579" y="585186"/>
                  </a:lnTo>
                  <a:lnTo>
                    <a:pt x="1968575" y="585180"/>
                  </a:lnTo>
                  <a:lnTo>
                    <a:pt x="1968573" y="585176"/>
                  </a:lnTo>
                  <a:lnTo>
                    <a:pt x="1968568" y="585173"/>
                  </a:lnTo>
                  <a:lnTo>
                    <a:pt x="1968563" y="585171"/>
                  </a:lnTo>
                  <a:lnTo>
                    <a:pt x="1968557" y="585169"/>
                  </a:lnTo>
                  <a:lnTo>
                    <a:pt x="1968495" y="585153"/>
                  </a:lnTo>
                  <a:lnTo>
                    <a:pt x="1968487" y="585151"/>
                  </a:lnTo>
                  <a:lnTo>
                    <a:pt x="1968482" y="585152"/>
                  </a:lnTo>
                  <a:lnTo>
                    <a:pt x="1968479" y="585158"/>
                  </a:lnTo>
                  <a:lnTo>
                    <a:pt x="1968474" y="585167"/>
                  </a:lnTo>
                  <a:lnTo>
                    <a:pt x="1968468" y="585173"/>
                  </a:lnTo>
                  <a:lnTo>
                    <a:pt x="1968464" y="585176"/>
                  </a:lnTo>
                  <a:lnTo>
                    <a:pt x="1968459" y="585177"/>
                  </a:lnTo>
                  <a:lnTo>
                    <a:pt x="1968454" y="585174"/>
                  </a:lnTo>
                  <a:lnTo>
                    <a:pt x="1968451" y="585171"/>
                  </a:lnTo>
                  <a:lnTo>
                    <a:pt x="1968448" y="585166"/>
                  </a:lnTo>
                  <a:lnTo>
                    <a:pt x="1968452" y="585162"/>
                  </a:lnTo>
                  <a:lnTo>
                    <a:pt x="1968455" y="585159"/>
                  </a:lnTo>
                  <a:lnTo>
                    <a:pt x="1968455" y="585150"/>
                  </a:lnTo>
                  <a:lnTo>
                    <a:pt x="1968444" y="585141"/>
                  </a:lnTo>
                  <a:lnTo>
                    <a:pt x="1968440" y="585134"/>
                  </a:lnTo>
                  <a:lnTo>
                    <a:pt x="1968444" y="585121"/>
                  </a:lnTo>
                  <a:lnTo>
                    <a:pt x="1968450" y="585118"/>
                  </a:lnTo>
                  <a:lnTo>
                    <a:pt x="1968449" y="585111"/>
                  </a:lnTo>
                  <a:lnTo>
                    <a:pt x="1968443" y="585104"/>
                  </a:lnTo>
                  <a:lnTo>
                    <a:pt x="1968441" y="585099"/>
                  </a:lnTo>
                  <a:lnTo>
                    <a:pt x="1968441" y="585086"/>
                  </a:lnTo>
                  <a:lnTo>
                    <a:pt x="1968438" y="585074"/>
                  </a:lnTo>
                  <a:lnTo>
                    <a:pt x="1968439" y="585061"/>
                  </a:lnTo>
                  <a:lnTo>
                    <a:pt x="1968442" y="585049"/>
                  </a:lnTo>
                  <a:lnTo>
                    <a:pt x="1968445" y="585041"/>
                  </a:lnTo>
                  <a:lnTo>
                    <a:pt x="1968446" y="585031"/>
                  </a:lnTo>
                  <a:lnTo>
                    <a:pt x="1968456" y="585017"/>
                  </a:lnTo>
                  <a:lnTo>
                    <a:pt x="1968459" y="585014"/>
                  </a:lnTo>
                  <a:lnTo>
                    <a:pt x="1968456" y="585010"/>
                  </a:lnTo>
                  <a:lnTo>
                    <a:pt x="1968449" y="584999"/>
                  </a:lnTo>
                  <a:lnTo>
                    <a:pt x="1968442" y="584992"/>
                  </a:lnTo>
                  <a:lnTo>
                    <a:pt x="1968442" y="584997"/>
                  </a:lnTo>
                  <a:lnTo>
                    <a:pt x="1968444" y="585005"/>
                  </a:lnTo>
                  <a:lnTo>
                    <a:pt x="1968449" y="585011"/>
                  </a:lnTo>
                  <a:lnTo>
                    <a:pt x="1968433" y="585027"/>
                  </a:lnTo>
                  <a:lnTo>
                    <a:pt x="1968424" y="585036"/>
                  </a:lnTo>
                  <a:lnTo>
                    <a:pt x="1968406" y="585047"/>
                  </a:lnTo>
                  <a:lnTo>
                    <a:pt x="1968397" y="585053"/>
                  </a:lnTo>
                  <a:lnTo>
                    <a:pt x="1968392" y="585056"/>
                  </a:lnTo>
                  <a:lnTo>
                    <a:pt x="1968389" y="585059"/>
                  </a:lnTo>
                  <a:lnTo>
                    <a:pt x="1968383" y="585063"/>
                  </a:lnTo>
                  <a:lnTo>
                    <a:pt x="1968378" y="585064"/>
                  </a:lnTo>
                  <a:lnTo>
                    <a:pt x="1968373" y="585065"/>
                  </a:lnTo>
                  <a:lnTo>
                    <a:pt x="1968367" y="585067"/>
                  </a:lnTo>
                  <a:lnTo>
                    <a:pt x="1968357" y="585071"/>
                  </a:lnTo>
                  <a:lnTo>
                    <a:pt x="1968352" y="585074"/>
                  </a:lnTo>
                  <a:lnTo>
                    <a:pt x="1968345" y="585083"/>
                  </a:lnTo>
                  <a:lnTo>
                    <a:pt x="1968344" y="585088"/>
                  </a:lnTo>
                  <a:lnTo>
                    <a:pt x="1968349" y="585092"/>
                  </a:lnTo>
                  <a:lnTo>
                    <a:pt x="1968355" y="585092"/>
                  </a:lnTo>
                  <a:lnTo>
                    <a:pt x="1968364" y="585090"/>
                  </a:lnTo>
                  <a:lnTo>
                    <a:pt x="1968368" y="585094"/>
                  </a:lnTo>
                  <a:lnTo>
                    <a:pt x="1968359" y="585102"/>
                  </a:lnTo>
                  <a:lnTo>
                    <a:pt x="1968344" y="585121"/>
                  </a:lnTo>
                  <a:lnTo>
                    <a:pt x="1968334" y="585138"/>
                  </a:lnTo>
                  <a:lnTo>
                    <a:pt x="1968321" y="585152"/>
                  </a:lnTo>
                  <a:lnTo>
                    <a:pt x="1968315" y="585155"/>
                  </a:lnTo>
                  <a:lnTo>
                    <a:pt x="1968308" y="585156"/>
                  </a:lnTo>
                  <a:lnTo>
                    <a:pt x="1968298" y="585157"/>
                  </a:lnTo>
                  <a:lnTo>
                    <a:pt x="1968287" y="585162"/>
                  </a:lnTo>
                  <a:lnTo>
                    <a:pt x="1968270" y="585170"/>
                  </a:lnTo>
                  <a:lnTo>
                    <a:pt x="1968239" y="585196"/>
                  </a:lnTo>
                  <a:lnTo>
                    <a:pt x="1968230" y="585205"/>
                  </a:lnTo>
                  <a:lnTo>
                    <a:pt x="1968219" y="585217"/>
                  </a:lnTo>
                  <a:lnTo>
                    <a:pt x="1968209" y="585226"/>
                  </a:lnTo>
                  <a:lnTo>
                    <a:pt x="1968206" y="585229"/>
                  </a:lnTo>
                  <a:lnTo>
                    <a:pt x="1968200" y="585234"/>
                  </a:lnTo>
                  <a:lnTo>
                    <a:pt x="1968177" y="585253"/>
                  </a:lnTo>
                  <a:lnTo>
                    <a:pt x="1968167" y="585263"/>
                  </a:lnTo>
                  <a:lnTo>
                    <a:pt x="1968151" y="585275"/>
                  </a:lnTo>
                  <a:lnTo>
                    <a:pt x="1968133" y="585290"/>
                  </a:lnTo>
                  <a:lnTo>
                    <a:pt x="1968094" y="585330"/>
                  </a:lnTo>
                  <a:lnTo>
                    <a:pt x="1968071" y="585346"/>
                  </a:lnTo>
                  <a:lnTo>
                    <a:pt x="1968043" y="585372"/>
                  </a:lnTo>
                  <a:lnTo>
                    <a:pt x="1968019" y="585397"/>
                  </a:lnTo>
                  <a:lnTo>
                    <a:pt x="1967987" y="585424"/>
                  </a:lnTo>
                  <a:lnTo>
                    <a:pt x="1967955" y="585449"/>
                  </a:lnTo>
                  <a:lnTo>
                    <a:pt x="1967943" y="585458"/>
                  </a:lnTo>
                  <a:lnTo>
                    <a:pt x="1967921" y="585474"/>
                  </a:lnTo>
                  <a:lnTo>
                    <a:pt x="1967890" y="585502"/>
                  </a:lnTo>
                  <a:lnTo>
                    <a:pt x="1967843" y="585546"/>
                  </a:lnTo>
                  <a:lnTo>
                    <a:pt x="1967833" y="585568"/>
                  </a:lnTo>
                  <a:lnTo>
                    <a:pt x="1967824" y="585577"/>
                  </a:lnTo>
                  <a:lnTo>
                    <a:pt x="1967818" y="585584"/>
                  </a:lnTo>
                  <a:lnTo>
                    <a:pt x="1967802" y="585598"/>
                  </a:lnTo>
                  <a:lnTo>
                    <a:pt x="1967776" y="585626"/>
                  </a:lnTo>
                  <a:lnTo>
                    <a:pt x="1967755" y="585639"/>
                  </a:lnTo>
                  <a:lnTo>
                    <a:pt x="1967723" y="585664"/>
                  </a:lnTo>
                  <a:lnTo>
                    <a:pt x="1967687" y="585690"/>
                  </a:lnTo>
                  <a:lnTo>
                    <a:pt x="1967656" y="585716"/>
                  </a:lnTo>
                  <a:lnTo>
                    <a:pt x="1967623" y="585754"/>
                  </a:lnTo>
                  <a:lnTo>
                    <a:pt x="1967593" y="585805"/>
                  </a:lnTo>
                  <a:lnTo>
                    <a:pt x="1967581" y="585839"/>
                  </a:lnTo>
                  <a:lnTo>
                    <a:pt x="1967581" y="585866"/>
                  </a:lnTo>
                  <a:lnTo>
                    <a:pt x="1967578" y="585873"/>
                  </a:lnTo>
                  <a:lnTo>
                    <a:pt x="1967577" y="585884"/>
                  </a:lnTo>
                  <a:lnTo>
                    <a:pt x="1967575" y="585892"/>
                  </a:lnTo>
                  <a:lnTo>
                    <a:pt x="1967574" y="585899"/>
                  </a:lnTo>
                  <a:lnTo>
                    <a:pt x="1967581" y="585901"/>
                  </a:lnTo>
                  <a:lnTo>
                    <a:pt x="1967590" y="585893"/>
                  </a:lnTo>
                  <a:lnTo>
                    <a:pt x="1967595" y="585876"/>
                  </a:lnTo>
                  <a:lnTo>
                    <a:pt x="1967601" y="585870"/>
                  </a:lnTo>
                  <a:lnTo>
                    <a:pt x="1967607" y="585874"/>
                  </a:lnTo>
                  <a:lnTo>
                    <a:pt x="1967606" y="585883"/>
                  </a:lnTo>
                  <a:lnTo>
                    <a:pt x="1967606" y="585894"/>
                  </a:lnTo>
                  <a:lnTo>
                    <a:pt x="1967605" y="585908"/>
                  </a:lnTo>
                  <a:lnTo>
                    <a:pt x="1967605" y="585913"/>
                  </a:lnTo>
                  <a:lnTo>
                    <a:pt x="1967599" y="585942"/>
                  </a:lnTo>
                  <a:lnTo>
                    <a:pt x="1967590" y="585969"/>
                  </a:lnTo>
                  <a:lnTo>
                    <a:pt x="1967587" y="585984"/>
                  </a:lnTo>
                  <a:lnTo>
                    <a:pt x="1967584" y="585988"/>
                  </a:lnTo>
                  <a:lnTo>
                    <a:pt x="1967577" y="585989"/>
                  </a:lnTo>
                  <a:lnTo>
                    <a:pt x="1967565" y="585992"/>
                  </a:lnTo>
                  <a:lnTo>
                    <a:pt x="1967563" y="585999"/>
                  </a:lnTo>
                  <a:lnTo>
                    <a:pt x="1967562" y="586008"/>
                  </a:lnTo>
                  <a:lnTo>
                    <a:pt x="1967562" y="586020"/>
                  </a:lnTo>
                  <a:lnTo>
                    <a:pt x="1967558" y="586033"/>
                  </a:lnTo>
                  <a:lnTo>
                    <a:pt x="1967555" y="586050"/>
                  </a:lnTo>
                  <a:lnTo>
                    <a:pt x="1967552" y="586063"/>
                  </a:lnTo>
                  <a:lnTo>
                    <a:pt x="1967549" y="586072"/>
                  </a:lnTo>
                  <a:lnTo>
                    <a:pt x="1967553" y="586075"/>
                  </a:lnTo>
                  <a:lnTo>
                    <a:pt x="1967558" y="586080"/>
                  </a:lnTo>
                  <a:lnTo>
                    <a:pt x="1967555" y="586097"/>
                  </a:lnTo>
                  <a:lnTo>
                    <a:pt x="1967548" y="586110"/>
                  </a:lnTo>
                  <a:lnTo>
                    <a:pt x="1967540" y="586126"/>
                  </a:lnTo>
                  <a:lnTo>
                    <a:pt x="1967535" y="586134"/>
                  </a:lnTo>
                  <a:lnTo>
                    <a:pt x="1967530" y="586147"/>
                  </a:lnTo>
                  <a:lnTo>
                    <a:pt x="1967521" y="586168"/>
                  </a:lnTo>
                  <a:lnTo>
                    <a:pt x="1967514" y="586188"/>
                  </a:lnTo>
                  <a:lnTo>
                    <a:pt x="1967513" y="586198"/>
                  </a:lnTo>
                  <a:lnTo>
                    <a:pt x="1967505" y="586233"/>
                  </a:lnTo>
                  <a:lnTo>
                    <a:pt x="1967497" y="586249"/>
                  </a:lnTo>
                  <a:lnTo>
                    <a:pt x="1967491" y="586255"/>
                  </a:lnTo>
                  <a:lnTo>
                    <a:pt x="1967484" y="586266"/>
                  </a:lnTo>
                  <a:lnTo>
                    <a:pt x="1967481" y="586275"/>
                  </a:lnTo>
                  <a:lnTo>
                    <a:pt x="1967469" y="586296"/>
                  </a:lnTo>
                  <a:lnTo>
                    <a:pt x="1967465" y="586307"/>
                  </a:lnTo>
                  <a:lnTo>
                    <a:pt x="1967451" y="586333"/>
                  </a:lnTo>
                  <a:lnTo>
                    <a:pt x="1967435" y="586359"/>
                  </a:lnTo>
                  <a:lnTo>
                    <a:pt x="1967412" y="586386"/>
                  </a:lnTo>
                  <a:lnTo>
                    <a:pt x="1967404" y="586400"/>
                  </a:lnTo>
                  <a:lnTo>
                    <a:pt x="1967391" y="586419"/>
                  </a:lnTo>
                  <a:lnTo>
                    <a:pt x="1967382" y="586437"/>
                  </a:lnTo>
                  <a:lnTo>
                    <a:pt x="1967378" y="586444"/>
                  </a:lnTo>
                  <a:lnTo>
                    <a:pt x="1967372" y="586452"/>
                  </a:lnTo>
                  <a:lnTo>
                    <a:pt x="1967365" y="586458"/>
                  </a:lnTo>
                  <a:lnTo>
                    <a:pt x="1967358" y="586467"/>
                  </a:lnTo>
                  <a:lnTo>
                    <a:pt x="1967352" y="586473"/>
                  </a:lnTo>
                  <a:lnTo>
                    <a:pt x="1967317" y="586500"/>
                  </a:lnTo>
                  <a:lnTo>
                    <a:pt x="1967271" y="586528"/>
                  </a:lnTo>
                  <a:lnTo>
                    <a:pt x="1967240" y="586539"/>
                  </a:lnTo>
                  <a:lnTo>
                    <a:pt x="1967220" y="586540"/>
                  </a:lnTo>
                  <a:lnTo>
                    <a:pt x="1967191" y="586531"/>
                  </a:lnTo>
                  <a:lnTo>
                    <a:pt x="1967158" y="586513"/>
                  </a:lnTo>
                  <a:lnTo>
                    <a:pt x="1967153" y="586509"/>
                  </a:lnTo>
                  <a:lnTo>
                    <a:pt x="1967149" y="586504"/>
                  </a:lnTo>
                  <a:lnTo>
                    <a:pt x="1967147" y="586499"/>
                  </a:lnTo>
                  <a:lnTo>
                    <a:pt x="1967146" y="586492"/>
                  </a:lnTo>
                  <a:lnTo>
                    <a:pt x="1967144" y="586485"/>
                  </a:lnTo>
                  <a:lnTo>
                    <a:pt x="1967141" y="586481"/>
                  </a:lnTo>
                  <a:lnTo>
                    <a:pt x="1967126" y="586473"/>
                  </a:lnTo>
                  <a:lnTo>
                    <a:pt x="1967096" y="586463"/>
                  </a:lnTo>
                  <a:lnTo>
                    <a:pt x="1967077" y="586459"/>
                  </a:lnTo>
                  <a:lnTo>
                    <a:pt x="1967052" y="586460"/>
                  </a:lnTo>
                  <a:lnTo>
                    <a:pt x="1967044" y="586460"/>
                  </a:lnTo>
                  <a:lnTo>
                    <a:pt x="1967040" y="586461"/>
                  </a:lnTo>
                  <a:lnTo>
                    <a:pt x="1966999" y="586458"/>
                  </a:lnTo>
                  <a:lnTo>
                    <a:pt x="1966908" y="586446"/>
                  </a:lnTo>
                  <a:lnTo>
                    <a:pt x="1966871" y="586437"/>
                  </a:lnTo>
                  <a:lnTo>
                    <a:pt x="1966856" y="586426"/>
                  </a:lnTo>
                  <a:lnTo>
                    <a:pt x="1966845" y="586420"/>
                  </a:lnTo>
                  <a:lnTo>
                    <a:pt x="1966831" y="586415"/>
                  </a:lnTo>
                  <a:lnTo>
                    <a:pt x="1966800" y="586410"/>
                  </a:lnTo>
                  <a:lnTo>
                    <a:pt x="1966772" y="586407"/>
                  </a:lnTo>
                  <a:lnTo>
                    <a:pt x="1966734" y="586405"/>
                  </a:lnTo>
                  <a:lnTo>
                    <a:pt x="1966690" y="586413"/>
                  </a:lnTo>
                  <a:lnTo>
                    <a:pt x="1966679" y="586412"/>
                  </a:lnTo>
                  <a:lnTo>
                    <a:pt x="1966643" y="586412"/>
                  </a:lnTo>
                  <a:lnTo>
                    <a:pt x="1966616" y="586412"/>
                  </a:lnTo>
                  <a:lnTo>
                    <a:pt x="1966574" y="586422"/>
                  </a:lnTo>
                  <a:lnTo>
                    <a:pt x="1966559" y="586426"/>
                  </a:lnTo>
                  <a:lnTo>
                    <a:pt x="1966548" y="586429"/>
                  </a:lnTo>
                  <a:lnTo>
                    <a:pt x="1966508" y="586438"/>
                  </a:lnTo>
                  <a:lnTo>
                    <a:pt x="1966463" y="586451"/>
                  </a:lnTo>
                  <a:lnTo>
                    <a:pt x="1966453" y="586456"/>
                  </a:lnTo>
                  <a:lnTo>
                    <a:pt x="1966442" y="586463"/>
                  </a:lnTo>
                  <a:lnTo>
                    <a:pt x="1966438" y="586468"/>
                  </a:lnTo>
                  <a:lnTo>
                    <a:pt x="1966434" y="586475"/>
                  </a:lnTo>
                  <a:lnTo>
                    <a:pt x="1966430" y="586481"/>
                  </a:lnTo>
                  <a:lnTo>
                    <a:pt x="1966433" y="586488"/>
                  </a:lnTo>
                  <a:lnTo>
                    <a:pt x="1966437" y="586492"/>
                  </a:lnTo>
                  <a:lnTo>
                    <a:pt x="1966439" y="586498"/>
                  </a:lnTo>
                  <a:lnTo>
                    <a:pt x="1966439" y="586506"/>
                  </a:lnTo>
                  <a:lnTo>
                    <a:pt x="1966436" y="586516"/>
                  </a:lnTo>
                  <a:lnTo>
                    <a:pt x="1966429" y="586531"/>
                  </a:lnTo>
                  <a:lnTo>
                    <a:pt x="1966426" y="586541"/>
                  </a:lnTo>
                  <a:lnTo>
                    <a:pt x="1966421" y="586547"/>
                  </a:lnTo>
                  <a:lnTo>
                    <a:pt x="1966415" y="586556"/>
                  </a:lnTo>
                  <a:lnTo>
                    <a:pt x="1966414" y="586563"/>
                  </a:lnTo>
                  <a:lnTo>
                    <a:pt x="1966418" y="586570"/>
                  </a:lnTo>
                  <a:lnTo>
                    <a:pt x="1966422" y="586578"/>
                  </a:lnTo>
                  <a:lnTo>
                    <a:pt x="1966426" y="586582"/>
                  </a:lnTo>
                  <a:lnTo>
                    <a:pt x="1966428" y="586589"/>
                  </a:lnTo>
                  <a:lnTo>
                    <a:pt x="1966427" y="586597"/>
                  </a:lnTo>
                  <a:lnTo>
                    <a:pt x="1966429" y="586605"/>
                  </a:lnTo>
                  <a:lnTo>
                    <a:pt x="1966428" y="586626"/>
                  </a:lnTo>
                  <a:lnTo>
                    <a:pt x="1966425" y="586635"/>
                  </a:lnTo>
                  <a:lnTo>
                    <a:pt x="1966422" y="586640"/>
                  </a:lnTo>
                  <a:lnTo>
                    <a:pt x="1966417" y="586645"/>
                  </a:lnTo>
                  <a:lnTo>
                    <a:pt x="1966409" y="586653"/>
                  </a:lnTo>
                  <a:lnTo>
                    <a:pt x="1966402" y="586665"/>
                  </a:lnTo>
                  <a:lnTo>
                    <a:pt x="1966399" y="586670"/>
                  </a:lnTo>
                  <a:lnTo>
                    <a:pt x="1966391" y="586676"/>
                  </a:lnTo>
                  <a:lnTo>
                    <a:pt x="1966382" y="586682"/>
                  </a:lnTo>
                  <a:lnTo>
                    <a:pt x="1966376" y="586686"/>
                  </a:lnTo>
                  <a:lnTo>
                    <a:pt x="1966371" y="586690"/>
                  </a:lnTo>
                  <a:lnTo>
                    <a:pt x="1966356" y="586702"/>
                  </a:lnTo>
                  <a:lnTo>
                    <a:pt x="1966351" y="586707"/>
                  </a:lnTo>
                  <a:lnTo>
                    <a:pt x="1966337" y="586718"/>
                  </a:lnTo>
                  <a:lnTo>
                    <a:pt x="1966331" y="586722"/>
                  </a:lnTo>
                  <a:lnTo>
                    <a:pt x="1966328" y="586725"/>
                  </a:lnTo>
                  <a:lnTo>
                    <a:pt x="1966323" y="586733"/>
                  </a:lnTo>
                  <a:lnTo>
                    <a:pt x="1966316" y="586744"/>
                  </a:lnTo>
                  <a:lnTo>
                    <a:pt x="1966313" y="586753"/>
                  </a:lnTo>
                  <a:lnTo>
                    <a:pt x="1966306" y="586762"/>
                  </a:lnTo>
                  <a:lnTo>
                    <a:pt x="1966300" y="586770"/>
                  </a:lnTo>
                  <a:lnTo>
                    <a:pt x="1966288" y="586794"/>
                  </a:lnTo>
                  <a:lnTo>
                    <a:pt x="1966285" y="586800"/>
                  </a:lnTo>
                  <a:lnTo>
                    <a:pt x="1966267" y="586839"/>
                  </a:lnTo>
                  <a:lnTo>
                    <a:pt x="1966262" y="586847"/>
                  </a:lnTo>
                  <a:lnTo>
                    <a:pt x="1966260" y="586857"/>
                  </a:lnTo>
                  <a:lnTo>
                    <a:pt x="1966259" y="586862"/>
                  </a:lnTo>
                  <a:lnTo>
                    <a:pt x="1966257" y="586867"/>
                  </a:lnTo>
                  <a:lnTo>
                    <a:pt x="1966255" y="586872"/>
                  </a:lnTo>
                  <a:lnTo>
                    <a:pt x="1966253" y="586877"/>
                  </a:lnTo>
                  <a:lnTo>
                    <a:pt x="1966250" y="586881"/>
                  </a:lnTo>
                  <a:lnTo>
                    <a:pt x="1966224" y="586916"/>
                  </a:lnTo>
                  <a:lnTo>
                    <a:pt x="1966219" y="586922"/>
                  </a:lnTo>
                  <a:lnTo>
                    <a:pt x="1966215" y="586926"/>
                  </a:lnTo>
                  <a:lnTo>
                    <a:pt x="1966211" y="586930"/>
                  </a:lnTo>
                  <a:lnTo>
                    <a:pt x="1966205" y="586936"/>
                  </a:lnTo>
                  <a:lnTo>
                    <a:pt x="1966201" y="586941"/>
                  </a:lnTo>
                  <a:lnTo>
                    <a:pt x="1966196" y="586951"/>
                  </a:lnTo>
                  <a:lnTo>
                    <a:pt x="1966194" y="586956"/>
                  </a:lnTo>
                  <a:lnTo>
                    <a:pt x="1966183" y="586967"/>
                  </a:lnTo>
                  <a:lnTo>
                    <a:pt x="1966181" y="586971"/>
                  </a:lnTo>
                  <a:lnTo>
                    <a:pt x="1966170" y="586998"/>
                  </a:lnTo>
                  <a:lnTo>
                    <a:pt x="1966150" y="587035"/>
                  </a:lnTo>
                  <a:lnTo>
                    <a:pt x="1966143" y="587047"/>
                  </a:lnTo>
                  <a:lnTo>
                    <a:pt x="1966122" y="587078"/>
                  </a:lnTo>
                  <a:lnTo>
                    <a:pt x="1966117" y="587082"/>
                  </a:lnTo>
                  <a:lnTo>
                    <a:pt x="1966113" y="587084"/>
                  </a:lnTo>
                  <a:lnTo>
                    <a:pt x="1966097" y="587094"/>
                  </a:lnTo>
                  <a:lnTo>
                    <a:pt x="1966091" y="587098"/>
                  </a:lnTo>
                  <a:lnTo>
                    <a:pt x="1966086" y="587102"/>
                  </a:lnTo>
                  <a:lnTo>
                    <a:pt x="1966083" y="587105"/>
                  </a:lnTo>
                  <a:lnTo>
                    <a:pt x="1966079" y="587109"/>
                  </a:lnTo>
                  <a:lnTo>
                    <a:pt x="1966074" y="587113"/>
                  </a:lnTo>
                  <a:lnTo>
                    <a:pt x="1966071" y="587118"/>
                  </a:lnTo>
                  <a:lnTo>
                    <a:pt x="1966066" y="587127"/>
                  </a:lnTo>
                  <a:lnTo>
                    <a:pt x="1966060" y="587131"/>
                  </a:lnTo>
                  <a:lnTo>
                    <a:pt x="1966057" y="587137"/>
                  </a:lnTo>
                  <a:lnTo>
                    <a:pt x="1966057" y="587143"/>
                  </a:lnTo>
                  <a:lnTo>
                    <a:pt x="1966058" y="587150"/>
                  </a:lnTo>
                  <a:lnTo>
                    <a:pt x="1966064" y="587163"/>
                  </a:lnTo>
                  <a:lnTo>
                    <a:pt x="1966067" y="587168"/>
                  </a:lnTo>
                  <a:lnTo>
                    <a:pt x="1966066" y="587176"/>
                  </a:lnTo>
                  <a:lnTo>
                    <a:pt x="1966062" y="587182"/>
                  </a:lnTo>
                  <a:lnTo>
                    <a:pt x="1966047" y="587208"/>
                  </a:lnTo>
                  <a:lnTo>
                    <a:pt x="1966042" y="587214"/>
                  </a:lnTo>
                  <a:lnTo>
                    <a:pt x="1966036" y="587217"/>
                  </a:lnTo>
                  <a:lnTo>
                    <a:pt x="1966032" y="587218"/>
                  </a:lnTo>
                  <a:lnTo>
                    <a:pt x="1966026" y="587220"/>
                  </a:lnTo>
                  <a:lnTo>
                    <a:pt x="1966019" y="587220"/>
                  </a:lnTo>
                  <a:lnTo>
                    <a:pt x="1966014" y="587221"/>
                  </a:lnTo>
                  <a:lnTo>
                    <a:pt x="1966009" y="587223"/>
                  </a:lnTo>
                  <a:lnTo>
                    <a:pt x="1965990" y="587230"/>
                  </a:lnTo>
                  <a:lnTo>
                    <a:pt x="1965984" y="587234"/>
                  </a:lnTo>
                  <a:lnTo>
                    <a:pt x="1965979" y="587238"/>
                  </a:lnTo>
                  <a:lnTo>
                    <a:pt x="1965976" y="587242"/>
                  </a:lnTo>
                  <a:lnTo>
                    <a:pt x="1965970" y="587248"/>
                  </a:lnTo>
                  <a:lnTo>
                    <a:pt x="1965966" y="587251"/>
                  </a:lnTo>
                  <a:lnTo>
                    <a:pt x="1965929" y="587276"/>
                  </a:lnTo>
                  <a:lnTo>
                    <a:pt x="1965921" y="587282"/>
                  </a:lnTo>
                  <a:lnTo>
                    <a:pt x="1965917" y="587286"/>
                  </a:lnTo>
                  <a:lnTo>
                    <a:pt x="1965914" y="587289"/>
                  </a:lnTo>
                  <a:lnTo>
                    <a:pt x="1965911" y="587293"/>
                  </a:lnTo>
                  <a:lnTo>
                    <a:pt x="1965907" y="587297"/>
                  </a:lnTo>
                  <a:lnTo>
                    <a:pt x="1965893" y="587307"/>
                  </a:lnTo>
                  <a:lnTo>
                    <a:pt x="1965889" y="587311"/>
                  </a:lnTo>
                  <a:lnTo>
                    <a:pt x="1965885" y="587316"/>
                  </a:lnTo>
                  <a:lnTo>
                    <a:pt x="1965883" y="587323"/>
                  </a:lnTo>
                  <a:lnTo>
                    <a:pt x="1965880" y="587328"/>
                  </a:lnTo>
                  <a:lnTo>
                    <a:pt x="1965871" y="587327"/>
                  </a:lnTo>
                  <a:lnTo>
                    <a:pt x="1965863" y="587326"/>
                  </a:lnTo>
                  <a:lnTo>
                    <a:pt x="1965851" y="587336"/>
                  </a:lnTo>
                  <a:lnTo>
                    <a:pt x="1965841" y="587344"/>
                  </a:lnTo>
                  <a:lnTo>
                    <a:pt x="1965818" y="587368"/>
                  </a:lnTo>
                  <a:lnTo>
                    <a:pt x="1965803" y="587384"/>
                  </a:lnTo>
                  <a:lnTo>
                    <a:pt x="1965783" y="587396"/>
                  </a:lnTo>
                  <a:lnTo>
                    <a:pt x="1965773" y="587407"/>
                  </a:lnTo>
                  <a:lnTo>
                    <a:pt x="1965772" y="587420"/>
                  </a:lnTo>
                  <a:lnTo>
                    <a:pt x="1965769" y="587424"/>
                  </a:lnTo>
                  <a:lnTo>
                    <a:pt x="1965761" y="587428"/>
                  </a:lnTo>
                  <a:lnTo>
                    <a:pt x="1965752" y="587428"/>
                  </a:lnTo>
                  <a:lnTo>
                    <a:pt x="1965741" y="587431"/>
                  </a:lnTo>
                  <a:lnTo>
                    <a:pt x="1965736" y="587426"/>
                  </a:lnTo>
                  <a:lnTo>
                    <a:pt x="1965733" y="587422"/>
                  </a:lnTo>
                  <a:lnTo>
                    <a:pt x="1965720" y="587430"/>
                  </a:lnTo>
                  <a:lnTo>
                    <a:pt x="1965717" y="587424"/>
                  </a:lnTo>
                  <a:lnTo>
                    <a:pt x="1965710" y="587425"/>
                  </a:lnTo>
                  <a:lnTo>
                    <a:pt x="1965696" y="587433"/>
                  </a:lnTo>
                  <a:lnTo>
                    <a:pt x="1965689" y="587450"/>
                  </a:lnTo>
                  <a:lnTo>
                    <a:pt x="1965663" y="587518"/>
                  </a:lnTo>
                  <a:lnTo>
                    <a:pt x="1965662" y="587523"/>
                  </a:lnTo>
                  <a:lnTo>
                    <a:pt x="1965661" y="587528"/>
                  </a:lnTo>
                  <a:lnTo>
                    <a:pt x="1965657" y="587557"/>
                  </a:lnTo>
                  <a:lnTo>
                    <a:pt x="1965656" y="587565"/>
                  </a:lnTo>
                  <a:lnTo>
                    <a:pt x="1965656" y="587571"/>
                  </a:lnTo>
                  <a:lnTo>
                    <a:pt x="1965656" y="587577"/>
                  </a:lnTo>
                  <a:lnTo>
                    <a:pt x="1965671" y="587593"/>
                  </a:lnTo>
                  <a:lnTo>
                    <a:pt x="1965667" y="587607"/>
                  </a:lnTo>
                  <a:lnTo>
                    <a:pt x="1965665" y="587617"/>
                  </a:lnTo>
                  <a:lnTo>
                    <a:pt x="1965662" y="587626"/>
                  </a:lnTo>
                  <a:lnTo>
                    <a:pt x="1965659" y="587632"/>
                  </a:lnTo>
                  <a:lnTo>
                    <a:pt x="1965656" y="587638"/>
                  </a:lnTo>
                  <a:lnTo>
                    <a:pt x="1965653" y="587641"/>
                  </a:lnTo>
                  <a:lnTo>
                    <a:pt x="1965649" y="587645"/>
                  </a:lnTo>
                  <a:lnTo>
                    <a:pt x="1965645" y="587648"/>
                  </a:lnTo>
                  <a:lnTo>
                    <a:pt x="1965639" y="587651"/>
                  </a:lnTo>
                  <a:lnTo>
                    <a:pt x="1965635" y="587654"/>
                  </a:lnTo>
                  <a:lnTo>
                    <a:pt x="1965630" y="587660"/>
                  </a:lnTo>
                  <a:lnTo>
                    <a:pt x="1965626" y="587665"/>
                  </a:lnTo>
                  <a:lnTo>
                    <a:pt x="1965598" y="587716"/>
                  </a:lnTo>
                  <a:lnTo>
                    <a:pt x="1965584" y="587736"/>
                  </a:lnTo>
                  <a:lnTo>
                    <a:pt x="1965568" y="587757"/>
                  </a:lnTo>
                  <a:lnTo>
                    <a:pt x="1965560" y="587768"/>
                  </a:lnTo>
                  <a:lnTo>
                    <a:pt x="1965551" y="587778"/>
                  </a:lnTo>
                  <a:lnTo>
                    <a:pt x="1965543" y="587786"/>
                  </a:lnTo>
                  <a:lnTo>
                    <a:pt x="1965535" y="587793"/>
                  </a:lnTo>
                  <a:lnTo>
                    <a:pt x="1965486" y="587829"/>
                  </a:lnTo>
                  <a:lnTo>
                    <a:pt x="1965481" y="587833"/>
                  </a:lnTo>
                  <a:lnTo>
                    <a:pt x="1965457" y="587846"/>
                  </a:lnTo>
                  <a:lnTo>
                    <a:pt x="1965443" y="587853"/>
                  </a:lnTo>
                  <a:lnTo>
                    <a:pt x="1965412" y="587863"/>
                  </a:lnTo>
                  <a:lnTo>
                    <a:pt x="1965386" y="587869"/>
                  </a:lnTo>
                  <a:lnTo>
                    <a:pt x="1965310" y="587881"/>
                  </a:lnTo>
                  <a:lnTo>
                    <a:pt x="1965261" y="587893"/>
                  </a:lnTo>
                  <a:lnTo>
                    <a:pt x="1965225" y="587901"/>
                  </a:lnTo>
                  <a:lnTo>
                    <a:pt x="1965183" y="587921"/>
                  </a:lnTo>
                  <a:lnTo>
                    <a:pt x="1965175" y="587923"/>
                  </a:lnTo>
                  <a:lnTo>
                    <a:pt x="1965120" y="587939"/>
                  </a:lnTo>
                  <a:lnTo>
                    <a:pt x="1965082" y="587951"/>
                  </a:lnTo>
                  <a:lnTo>
                    <a:pt x="1965062" y="587964"/>
                  </a:lnTo>
                  <a:lnTo>
                    <a:pt x="1965049" y="587975"/>
                  </a:lnTo>
                  <a:lnTo>
                    <a:pt x="1965041" y="587985"/>
                  </a:lnTo>
                  <a:lnTo>
                    <a:pt x="1965024" y="588000"/>
                  </a:lnTo>
                  <a:lnTo>
                    <a:pt x="1965013" y="588010"/>
                  </a:lnTo>
                  <a:lnTo>
                    <a:pt x="1964988" y="588019"/>
                  </a:lnTo>
                  <a:lnTo>
                    <a:pt x="1964943" y="588026"/>
                  </a:lnTo>
                  <a:lnTo>
                    <a:pt x="1964924" y="588027"/>
                  </a:lnTo>
                  <a:lnTo>
                    <a:pt x="1964895" y="588025"/>
                  </a:lnTo>
                  <a:lnTo>
                    <a:pt x="1964873" y="588020"/>
                  </a:lnTo>
                  <a:lnTo>
                    <a:pt x="1964852" y="588013"/>
                  </a:lnTo>
                  <a:lnTo>
                    <a:pt x="1964840" y="588015"/>
                  </a:lnTo>
                  <a:lnTo>
                    <a:pt x="1964820" y="588019"/>
                  </a:lnTo>
                  <a:lnTo>
                    <a:pt x="1964800" y="588026"/>
                  </a:lnTo>
                  <a:lnTo>
                    <a:pt x="1964793" y="588025"/>
                  </a:lnTo>
                  <a:lnTo>
                    <a:pt x="1964785" y="588025"/>
                  </a:lnTo>
                  <a:lnTo>
                    <a:pt x="1964754" y="588027"/>
                  </a:lnTo>
                  <a:lnTo>
                    <a:pt x="1964728" y="588028"/>
                  </a:lnTo>
                  <a:lnTo>
                    <a:pt x="1964713" y="588029"/>
                  </a:lnTo>
                  <a:lnTo>
                    <a:pt x="1964703" y="588029"/>
                  </a:lnTo>
                  <a:lnTo>
                    <a:pt x="1964693" y="588029"/>
                  </a:lnTo>
                  <a:lnTo>
                    <a:pt x="1964653" y="588029"/>
                  </a:lnTo>
                  <a:lnTo>
                    <a:pt x="1964637" y="588029"/>
                  </a:lnTo>
                  <a:lnTo>
                    <a:pt x="1964605" y="588038"/>
                  </a:lnTo>
                  <a:lnTo>
                    <a:pt x="1964585" y="588045"/>
                  </a:lnTo>
                  <a:lnTo>
                    <a:pt x="1964555" y="588057"/>
                  </a:lnTo>
                  <a:lnTo>
                    <a:pt x="1964512" y="588076"/>
                  </a:lnTo>
                  <a:lnTo>
                    <a:pt x="1964484" y="588091"/>
                  </a:lnTo>
                  <a:lnTo>
                    <a:pt x="1964474" y="588098"/>
                  </a:lnTo>
                  <a:lnTo>
                    <a:pt x="1964457" y="588103"/>
                  </a:lnTo>
                  <a:lnTo>
                    <a:pt x="1964446" y="588109"/>
                  </a:lnTo>
                  <a:lnTo>
                    <a:pt x="1964421" y="588128"/>
                  </a:lnTo>
                  <a:lnTo>
                    <a:pt x="1964329" y="588201"/>
                  </a:lnTo>
                  <a:lnTo>
                    <a:pt x="1964272" y="588259"/>
                  </a:lnTo>
                  <a:lnTo>
                    <a:pt x="1964239" y="588303"/>
                  </a:lnTo>
                  <a:lnTo>
                    <a:pt x="1964203" y="588375"/>
                  </a:lnTo>
                  <a:lnTo>
                    <a:pt x="1964139" y="588529"/>
                  </a:lnTo>
                  <a:lnTo>
                    <a:pt x="1964092" y="588657"/>
                  </a:lnTo>
                  <a:lnTo>
                    <a:pt x="1964079" y="588696"/>
                  </a:lnTo>
                  <a:lnTo>
                    <a:pt x="1964081" y="588714"/>
                  </a:lnTo>
                  <a:lnTo>
                    <a:pt x="1964086" y="588731"/>
                  </a:lnTo>
                  <a:lnTo>
                    <a:pt x="1964096" y="588741"/>
                  </a:lnTo>
                  <a:lnTo>
                    <a:pt x="1964109" y="588746"/>
                  </a:lnTo>
                  <a:lnTo>
                    <a:pt x="1964145" y="588741"/>
                  </a:lnTo>
                  <a:lnTo>
                    <a:pt x="1964170" y="588737"/>
                  </a:lnTo>
                  <a:lnTo>
                    <a:pt x="1964176" y="588734"/>
                  </a:lnTo>
                  <a:lnTo>
                    <a:pt x="1964203" y="588731"/>
                  </a:lnTo>
                  <a:lnTo>
                    <a:pt x="1964223" y="588727"/>
                  </a:lnTo>
                  <a:lnTo>
                    <a:pt x="1964234" y="588725"/>
                  </a:lnTo>
                  <a:lnTo>
                    <a:pt x="1964265" y="588716"/>
                  </a:lnTo>
                  <a:lnTo>
                    <a:pt x="1964334" y="588703"/>
                  </a:lnTo>
                  <a:lnTo>
                    <a:pt x="1964382" y="588692"/>
                  </a:lnTo>
                  <a:lnTo>
                    <a:pt x="1964411" y="588689"/>
                  </a:lnTo>
                  <a:lnTo>
                    <a:pt x="1964430" y="588688"/>
                  </a:lnTo>
                  <a:lnTo>
                    <a:pt x="1964463" y="588683"/>
                  </a:lnTo>
                  <a:lnTo>
                    <a:pt x="1964485" y="588682"/>
                  </a:lnTo>
                  <a:lnTo>
                    <a:pt x="1964498" y="588680"/>
                  </a:lnTo>
                  <a:lnTo>
                    <a:pt x="1964521" y="588679"/>
                  </a:lnTo>
                  <a:lnTo>
                    <a:pt x="1964575" y="588681"/>
                  </a:lnTo>
                  <a:lnTo>
                    <a:pt x="1964584" y="588680"/>
                  </a:lnTo>
                  <a:lnTo>
                    <a:pt x="1964614" y="588677"/>
                  </a:lnTo>
                  <a:lnTo>
                    <a:pt x="1964640" y="588675"/>
                  </a:lnTo>
                  <a:lnTo>
                    <a:pt x="1964667" y="588674"/>
                  </a:lnTo>
                  <a:lnTo>
                    <a:pt x="1964728" y="588678"/>
                  </a:lnTo>
                  <a:lnTo>
                    <a:pt x="1964757" y="588682"/>
                  </a:lnTo>
                  <a:lnTo>
                    <a:pt x="1964784" y="588682"/>
                  </a:lnTo>
                  <a:lnTo>
                    <a:pt x="1964826" y="588684"/>
                  </a:lnTo>
                  <a:lnTo>
                    <a:pt x="1964872" y="588678"/>
                  </a:lnTo>
                  <a:lnTo>
                    <a:pt x="1964892" y="588684"/>
                  </a:lnTo>
                  <a:lnTo>
                    <a:pt x="1964901" y="588689"/>
                  </a:lnTo>
                  <a:lnTo>
                    <a:pt x="1964911" y="588695"/>
                  </a:lnTo>
                  <a:lnTo>
                    <a:pt x="1964922" y="588701"/>
                  </a:lnTo>
                  <a:lnTo>
                    <a:pt x="1964938" y="588705"/>
                  </a:lnTo>
                  <a:lnTo>
                    <a:pt x="1964947" y="588708"/>
                  </a:lnTo>
                  <a:lnTo>
                    <a:pt x="1964972" y="588719"/>
                  </a:lnTo>
                  <a:lnTo>
                    <a:pt x="1964991" y="588721"/>
                  </a:lnTo>
                  <a:lnTo>
                    <a:pt x="1965017" y="588727"/>
                  </a:lnTo>
                  <a:lnTo>
                    <a:pt x="1965055" y="588736"/>
                  </a:lnTo>
                  <a:lnTo>
                    <a:pt x="1965103" y="588729"/>
                  </a:lnTo>
                  <a:lnTo>
                    <a:pt x="1965173" y="588705"/>
                  </a:lnTo>
                  <a:lnTo>
                    <a:pt x="1965200" y="588693"/>
                  </a:lnTo>
                  <a:lnTo>
                    <a:pt x="1965245" y="588666"/>
                  </a:lnTo>
                  <a:lnTo>
                    <a:pt x="1965263" y="588651"/>
                  </a:lnTo>
                  <a:lnTo>
                    <a:pt x="1965269" y="588643"/>
                  </a:lnTo>
                  <a:lnTo>
                    <a:pt x="1965276" y="588625"/>
                  </a:lnTo>
                  <a:lnTo>
                    <a:pt x="1965281" y="588594"/>
                  </a:lnTo>
                  <a:lnTo>
                    <a:pt x="1965286" y="588566"/>
                  </a:lnTo>
                  <a:lnTo>
                    <a:pt x="1965287" y="588559"/>
                  </a:lnTo>
                  <a:lnTo>
                    <a:pt x="1965288" y="588550"/>
                  </a:lnTo>
                  <a:lnTo>
                    <a:pt x="1965292" y="588538"/>
                  </a:lnTo>
                  <a:lnTo>
                    <a:pt x="1965295" y="588523"/>
                  </a:lnTo>
                  <a:lnTo>
                    <a:pt x="1965294" y="588515"/>
                  </a:lnTo>
                  <a:lnTo>
                    <a:pt x="1965298" y="588506"/>
                  </a:lnTo>
                  <a:lnTo>
                    <a:pt x="1965310" y="588490"/>
                  </a:lnTo>
                  <a:lnTo>
                    <a:pt x="1965327" y="588475"/>
                  </a:lnTo>
                  <a:lnTo>
                    <a:pt x="1965342" y="588467"/>
                  </a:lnTo>
                  <a:lnTo>
                    <a:pt x="1965362" y="588457"/>
                  </a:lnTo>
                  <a:lnTo>
                    <a:pt x="1965386" y="588448"/>
                  </a:lnTo>
                  <a:lnTo>
                    <a:pt x="1965408" y="588443"/>
                  </a:lnTo>
                  <a:lnTo>
                    <a:pt x="1965415" y="588444"/>
                  </a:lnTo>
                  <a:lnTo>
                    <a:pt x="1965422" y="588444"/>
                  </a:lnTo>
                  <a:lnTo>
                    <a:pt x="1965430" y="588445"/>
                  </a:lnTo>
                  <a:lnTo>
                    <a:pt x="1965454" y="588445"/>
                  </a:lnTo>
                  <a:lnTo>
                    <a:pt x="1965464" y="588444"/>
                  </a:lnTo>
                  <a:lnTo>
                    <a:pt x="1965470" y="588443"/>
                  </a:lnTo>
                  <a:lnTo>
                    <a:pt x="1965477" y="588439"/>
                  </a:lnTo>
                  <a:lnTo>
                    <a:pt x="1965488" y="588434"/>
                  </a:lnTo>
                  <a:lnTo>
                    <a:pt x="1965492" y="588432"/>
                  </a:lnTo>
                  <a:lnTo>
                    <a:pt x="1965496" y="588431"/>
                  </a:lnTo>
                  <a:lnTo>
                    <a:pt x="1965503" y="588430"/>
                  </a:lnTo>
                  <a:lnTo>
                    <a:pt x="1965511" y="588428"/>
                  </a:lnTo>
                  <a:lnTo>
                    <a:pt x="1965528" y="588427"/>
                  </a:lnTo>
                  <a:lnTo>
                    <a:pt x="1965557" y="588425"/>
                  </a:lnTo>
                  <a:lnTo>
                    <a:pt x="1965563" y="588424"/>
                  </a:lnTo>
                  <a:lnTo>
                    <a:pt x="1965577" y="588421"/>
                  </a:lnTo>
                  <a:lnTo>
                    <a:pt x="1965613" y="588418"/>
                  </a:lnTo>
                  <a:lnTo>
                    <a:pt x="1965619" y="588418"/>
                  </a:lnTo>
                  <a:lnTo>
                    <a:pt x="1965722" y="588420"/>
                  </a:lnTo>
                  <a:lnTo>
                    <a:pt x="1965728" y="588419"/>
                  </a:lnTo>
                  <a:lnTo>
                    <a:pt x="1965743" y="588419"/>
                  </a:lnTo>
                  <a:lnTo>
                    <a:pt x="1965778" y="588417"/>
                  </a:lnTo>
                  <a:lnTo>
                    <a:pt x="1965783" y="588417"/>
                  </a:lnTo>
                  <a:lnTo>
                    <a:pt x="1965788" y="588417"/>
                  </a:lnTo>
                  <a:lnTo>
                    <a:pt x="1965796" y="588418"/>
                  </a:lnTo>
                  <a:lnTo>
                    <a:pt x="1965877" y="588427"/>
                  </a:lnTo>
                  <a:lnTo>
                    <a:pt x="1965919" y="588431"/>
                  </a:lnTo>
                  <a:lnTo>
                    <a:pt x="1965944" y="588432"/>
                  </a:lnTo>
                  <a:lnTo>
                    <a:pt x="1965969" y="588432"/>
                  </a:lnTo>
                  <a:lnTo>
                    <a:pt x="1965993" y="588431"/>
                  </a:lnTo>
                  <a:lnTo>
                    <a:pt x="1966016" y="588429"/>
                  </a:lnTo>
                  <a:lnTo>
                    <a:pt x="1966036" y="588426"/>
                  </a:lnTo>
                  <a:lnTo>
                    <a:pt x="1966052" y="588424"/>
                  </a:lnTo>
                  <a:lnTo>
                    <a:pt x="1966075" y="588419"/>
                  </a:lnTo>
                  <a:lnTo>
                    <a:pt x="1966102" y="588414"/>
                  </a:lnTo>
                  <a:lnTo>
                    <a:pt x="1966131" y="588407"/>
                  </a:lnTo>
                  <a:lnTo>
                    <a:pt x="1966165" y="588397"/>
                  </a:lnTo>
                  <a:lnTo>
                    <a:pt x="1966201" y="588385"/>
                  </a:lnTo>
                  <a:lnTo>
                    <a:pt x="1966231" y="588373"/>
                  </a:lnTo>
                  <a:lnTo>
                    <a:pt x="1966243" y="588367"/>
                  </a:lnTo>
                  <a:lnTo>
                    <a:pt x="1966266" y="588356"/>
                  </a:lnTo>
                  <a:lnTo>
                    <a:pt x="1966296" y="588339"/>
                  </a:lnTo>
                  <a:lnTo>
                    <a:pt x="1966327" y="588319"/>
                  </a:lnTo>
                  <a:lnTo>
                    <a:pt x="1966398" y="588267"/>
                  </a:lnTo>
                  <a:lnTo>
                    <a:pt x="1966409" y="588256"/>
                  </a:lnTo>
                  <a:lnTo>
                    <a:pt x="1966412" y="588253"/>
                  </a:lnTo>
                  <a:lnTo>
                    <a:pt x="1966418" y="588249"/>
                  </a:lnTo>
                  <a:lnTo>
                    <a:pt x="1966425" y="588248"/>
                  </a:lnTo>
                  <a:lnTo>
                    <a:pt x="1966430" y="588245"/>
                  </a:lnTo>
                  <a:lnTo>
                    <a:pt x="1966434" y="588242"/>
                  </a:lnTo>
                  <a:lnTo>
                    <a:pt x="1966438" y="588238"/>
                  </a:lnTo>
                  <a:lnTo>
                    <a:pt x="1966443" y="588233"/>
                  </a:lnTo>
                  <a:lnTo>
                    <a:pt x="1966449" y="588226"/>
                  </a:lnTo>
                  <a:lnTo>
                    <a:pt x="1966455" y="588219"/>
                  </a:lnTo>
                  <a:lnTo>
                    <a:pt x="1966466" y="588202"/>
                  </a:lnTo>
                  <a:lnTo>
                    <a:pt x="1966476" y="588186"/>
                  </a:lnTo>
                  <a:lnTo>
                    <a:pt x="1966518" y="588118"/>
                  </a:lnTo>
                  <a:lnTo>
                    <a:pt x="1966535" y="588091"/>
                  </a:lnTo>
                  <a:lnTo>
                    <a:pt x="1966542" y="588080"/>
                  </a:lnTo>
                  <a:lnTo>
                    <a:pt x="1966548" y="588068"/>
                  </a:lnTo>
                  <a:lnTo>
                    <a:pt x="1966551" y="588061"/>
                  </a:lnTo>
                  <a:lnTo>
                    <a:pt x="1966565" y="588026"/>
                  </a:lnTo>
                  <a:lnTo>
                    <a:pt x="1966588" y="587973"/>
                  </a:lnTo>
                  <a:lnTo>
                    <a:pt x="1966591" y="587964"/>
                  </a:lnTo>
                  <a:lnTo>
                    <a:pt x="1966594" y="587954"/>
                  </a:lnTo>
                  <a:lnTo>
                    <a:pt x="1966596" y="587941"/>
                  </a:lnTo>
                  <a:lnTo>
                    <a:pt x="1966604" y="587883"/>
                  </a:lnTo>
                  <a:lnTo>
                    <a:pt x="1966605" y="587875"/>
                  </a:lnTo>
                  <a:lnTo>
                    <a:pt x="1966609" y="587847"/>
                  </a:lnTo>
                  <a:lnTo>
                    <a:pt x="1966632" y="587753"/>
                  </a:lnTo>
                  <a:lnTo>
                    <a:pt x="1966635" y="587742"/>
                  </a:lnTo>
                  <a:lnTo>
                    <a:pt x="1966639" y="587731"/>
                  </a:lnTo>
                  <a:lnTo>
                    <a:pt x="1966676" y="587647"/>
                  </a:lnTo>
                  <a:lnTo>
                    <a:pt x="1966694" y="587614"/>
                  </a:lnTo>
                  <a:lnTo>
                    <a:pt x="1966739" y="587540"/>
                  </a:lnTo>
                  <a:lnTo>
                    <a:pt x="1966742" y="587534"/>
                  </a:lnTo>
                  <a:lnTo>
                    <a:pt x="1966745" y="587527"/>
                  </a:lnTo>
                  <a:lnTo>
                    <a:pt x="1966747" y="587521"/>
                  </a:lnTo>
                  <a:lnTo>
                    <a:pt x="1966756" y="587481"/>
                  </a:lnTo>
                  <a:lnTo>
                    <a:pt x="1966759" y="587474"/>
                  </a:lnTo>
                  <a:lnTo>
                    <a:pt x="1966761" y="587469"/>
                  </a:lnTo>
                  <a:lnTo>
                    <a:pt x="1966763" y="587464"/>
                  </a:lnTo>
                  <a:lnTo>
                    <a:pt x="1966766" y="587459"/>
                  </a:lnTo>
                  <a:lnTo>
                    <a:pt x="1966770" y="587455"/>
                  </a:lnTo>
                  <a:lnTo>
                    <a:pt x="1966784" y="587438"/>
                  </a:lnTo>
                  <a:lnTo>
                    <a:pt x="1966788" y="587432"/>
                  </a:lnTo>
                  <a:lnTo>
                    <a:pt x="1966792" y="587425"/>
                  </a:lnTo>
                  <a:lnTo>
                    <a:pt x="1966795" y="587418"/>
                  </a:lnTo>
                  <a:lnTo>
                    <a:pt x="1966798" y="587409"/>
                  </a:lnTo>
                  <a:lnTo>
                    <a:pt x="1966806" y="587371"/>
                  </a:lnTo>
                  <a:lnTo>
                    <a:pt x="1966808" y="587356"/>
                  </a:lnTo>
                  <a:lnTo>
                    <a:pt x="1966809" y="587340"/>
                  </a:lnTo>
                  <a:lnTo>
                    <a:pt x="1966809" y="587324"/>
                  </a:lnTo>
                  <a:lnTo>
                    <a:pt x="1966808" y="587308"/>
                  </a:lnTo>
                  <a:lnTo>
                    <a:pt x="1966804" y="587274"/>
                  </a:lnTo>
                  <a:lnTo>
                    <a:pt x="1966791" y="587208"/>
                  </a:lnTo>
                  <a:lnTo>
                    <a:pt x="1966788" y="587198"/>
                  </a:lnTo>
                  <a:lnTo>
                    <a:pt x="1966785" y="587191"/>
                  </a:lnTo>
                  <a:lnTo>
                    <a:pt x="1966782" y="587184"/>
                  </a:lnTo>
                  <a:lnTo>
                    <a:pt x="1966778" y="587177"/>
                  </a:lnTo>
                  <a:lnTo>
                    <a:pt x="1966774" y="587170"/>
                  </a:lnTo>
                  <a:lnTo>
                    <a:pt x="1966770" y="587165"/>
                  </a:lnTo>
                  <a:lnTo>
                    <a:pt x="1966766" y="587160"/>
                  </a:lnTo>
                  <a:lnTo>
                    <a:pt x="1966760" y="587154"/>
                  </a:lnTo>
                  <a:lnTo>
                    <a:pt x="1966741" y="587128"/>
                  </a:lnTo>
                  <a:lnTo>
                    <a:pt x="1966737" y="587122"/>
                  </a:lnTo>
                  <a:lnTo>
                    <a:pt x="1966735" y="587117"/>
                  </a:lnTo>
                  <a:lnTo>
                    <a:pt x="1966732" y="587112"/>
                  </a:lnTo>
                  <a:lnTo>
                    <a:pt x="1966730" y="587107"/>
                  </a:lnTo>
                  <a:lnTo>
                    <a:pt x="1966729" y="587102"/>
                  </a:lnTo>
                  <a:lnTo>
                    <a:pt x="1966728" y="587097"/>
                  </a:lnTo>
                  <a:lnTo>
                    <a:pt x="1966727" y="587093"/>
                  </a:lnTo>
                  <a:lnTo>
                    <a:pt x="1966727" y="587087"/>
                  </a:lnTo>
                  <a:lnTo>
                    <a:pt x="1966728" y="587081"/>
                  </a:lnTo>
                  <a:lnTo>
                    <a:pt x="1966729" y="587075"/>
                  </a:lnTo>
                  <a:lnTo>
                    <a:pt x="1966732" y="587069"/>
                  </a:lnTo>
                  <a:lnTo>
                    <a:pt x="1966735" y="587064"/>
                  </a:lnTo>
                  <a:lnTo>
                    <a:pt x="1966739" y="587060"/>
                  </a:lnTo>
                  <a:lnTo>
                    <a:pt x="1966761" y="587040"/>
                  </a:lnTo>
                  <a:lnTo>
                    <a:pt x="1966765" y="587035"/>
                  </a:lnTo>
                  <a:lnTo>
                    <a:pt x="1966768" y="587030"/>
                  </a:lnTo>
                  <a:lnTo>
                    <a:pt x="1966772" y="587024"/>
                  </a:lnTo>
                  <a:lnTo>
                    <a:pt x="1966775" y="587017"/>
                  </a:lnTo>
                  <a:lnTo>
                    <a:pt x="1966781" y="587001"/>
                  </a:lnTo>
                  <a:lnTo>
                    <a:pt x="1966783" y="586995"/>
                  </a:lnTo>
                  <a:lnTo>
                    <a:pt x="1966784" y="586988"/>
                  </a:lnTo>
                  <a:lnTo>
                    <a:pt x="1966784" y="586981"/>
                  </a:lnTo>
                  <a:lnTo>
                    <a:pt x="1966782" y="586968"/>
                  </a:lnTo>
                  <a:lnTo>
                    <a:pt x="1966782" y="586962"/>
                  </a:lnTo>
                  <a:lnTo>
                    <a:pt x="1966782" y="586955"/>
                  </a:lnTo>
                  <a:lnTo>
                    <a:pt x="1966783" y="586951"/>
                  </a:lnTo>
                  <a:lnTo>
                    <a:pt x="1966785" y="586946"/>
                  </a:lnTo>
                  <a:lnTo>
                    <a:pt x="1966787" y="586941"/>
                  </a:lnTo>
                  <a:lnTo>
                    <a:pt x="1966790" y="586937"/>
                  </a:lnTo>
                  <a:lnTo>
                    <a:pt x="1966793" y="586932"/>
                  </a:lnTo>
                  <a:lnTo>
                    <a:pt x="1966796" y="586927"/>
                  </a:lnTo>
                  <a:lnTo>
                    <a:pt x="1966799" y="586924"/>
                  </a:lnTo>
                  <a:lnTo>
                    <a:pt x="1966803" y="586920"/>
                  </a:lnTo>
                  <a:lnTo>
                    <a:pt x="1966808" y="586918"/>
                  </a:lnTo>
                  <a:lnTo>
                    <a:pt x="1966809" y="586924"/>
                  </a:lnTo>
                  <a:lnTo>
                    <a:pt x="1966804" y="586929"/>
                  </a:lnTo>
                  <a:lnTo>
                    <a:pt x="1966801" y="586932"/>
                  </a:lnTo>
                  <a:lnTo>
                    <a:pt x="1966798" y="586937"/>
                  </a:lnTo>
                  <a:lnTo>
                    <a:pt x="1966795" y="586951"/>
                  </a:lnTo>
                  <a:lnTo>
                    <a:pt x="1966792" y="586955"/>
                  </a:lnTo>
                  <a:lnTo>
                    <a:pt x="1966789" y="586959"/>
                  </a:lnTo>
                  <a:lnTo>
                    <a:pt x="1966789" y="586964"/>
                  </a:lnTo>
                  <a:lnTo>
                    <a:pt x="1966792" y="586968"/>
                  </a:lnTo>
                  <a:lnTo>
                    <a:pt x="1966796" y="586968"/>
                  </a:lnTo>
                  <a:lnTo>
                    <a:pt x="1966800" y="586967"/>
                  </a:lnTo>
                  <a:lnTo>
                    <a:pt x="1966797" y="586993"/>
                  </a:lnTo>
                  <a:lnTo>
                    <a:pt x="1966796" y="586998"/>
                  </a:lnTo>
                  <a:lnTo>
                    <a:pt x="1966794" y="587003"/>
                  </a:lnTo>
                  <a:lnTo>
                    <a:pt x="1966784" y="587031"/>
                  </a:lnTo>
                  <a:lnTo>
                    <a:pt x="1966782" y="587035"/>
                  </a:lnTo>
                  <a:lnTo>
                    <a:pt x="1966770" y="587056"/>
                  </a:lnTo>
                  <a:lnTo>
                    <a:pt x="1966750" y="587082"/>
                  </a:lnTo>
                  <a:lnTo>
                    <a:pt x="1966747" y="587087"/>
                  </a:lnTo>
                  <a:lnTo>
                    <a:pt x="1966746" y="587093"/>
                  </a:lnTo>
                  <a:lnTo>
                    <a:pt x="1966745" y="587100"/>
                  </a:lnTo>
                  <a:lnTo>
                    <a:pt x="1966746" y="587105"/>
                  </a:lnTo>
                  <a:lnTo>
                    <a:pt x="1966748" y="587109"/>
                  </a:lnTo>
                  <a:lnTo>
                    <a:pt x="1966751" y="587113"/>
                  </a:lnTo>
                  <a:lnTo>
                    <a:pt x="1966761" y="587122"/>
                  </a:lnTo>
                  <a:lnTo>
                    <a:pt x="1966777" y="587141"/>
                  </a:lnTo>
                  <a:lnTo>
                    <a:pt x="1966784" y="587151"/>
                  </a:lnTo>
                  <a:lnTo>
                    <a:pt x="1966796" y="587169"/>
                  </a:lnTo>
                  <a:lnTo>
                    <a:pt x="1966803" y="587180"/>
                  </a:lnTo>
                  <a:lnTo>
                    <a:pt x="1966808" y="587192"/>
                  </a:lnTo>
                  <a:lnTo>
                    <a:pt x="1966813" y="587205"/>
                  </a:lnTo>
                  <a:lnTo>
                    <a:pt x="1966815" y="587212"/>
                  </a:lnTo>
                  <a:lnTo>
                    <a:pt x="1966824" y="587257"/>
                  </a:lnTo>
                  <a:lnTo>
                    <a:pt x="1966829" y="587277"/>
                  </a:lnTo>
                  <a:lnTo>
                    <a:pt x="1966832" y="587283"/>
                  </a:lnTo>
                  <a:lnTo>
                    <a:pt x="1966834" y="587317"/>
                  </a:lnTo>
                  <a:lnTo>
                    <a:pt x="1966831" y="587382"/>
                  </a:lnTo>
                  <a:lnTo>
                    <a:pt x="1966806" y="587476"/>
                  </a:lnTo>
                  <a:lnTo>
                    <a:pt x="1966800" y="587503"/>
                  </a:lnTo>
                  <a:lnTo>
                    <a:pt x="1966793" y="587522"/>
                  </a:lnTo>
                  <a:lnTo>
                    <a:pt x="1966791" y="587531"/>
                  </a:lnTo>
                  <a:lnTo>
                    <a:pt x="1966787" y="587539"/>
                  </a:lnTo>
                  <a:lnTo>
                    <a:pt x="1966783" y="587542"/>
                  </a:lnTo>
                  <a:lnTo>
                    <a:pt x="1966780" y="587546"/>
                  </a:lnTo>
                  <a:lnTo>
                    <a:pt x="1966770" y="587558"/>
                  </a:lnTo>
                  <a:lnTo>
                    <a:pt x="1966767" y="587562"/>
                  </a:lnTo>
                  <a:lnTo>
                    <a:pt x="1966737" y="587614"/>
                  </a:lnTo>
                  <a:lnTo>
                    <a:pt x="1966713" y="587662"/>
                  </a:lnTo>
                  <a:lnTo>
                    <a:pt x="1966686" y="587728"/>
                  </a:lnTo>
                  <a:lnTo>
                    <a:pt x="1966684" y="587733"/>
                  </a:lnTo>
                  <a:lnTo>
                    <a:pt x="1966683" y="587740"/>
                  </a:lnTo>
                  <a:lnTo>
                    <a:pt x="1966660" y="587862"/>
                  </a:lnTo>
                  <a:lnTo>
                    <a:pt x="1966641" y="587985"/>
                  </a:lnTo>
                  <a:lnTo>
                    <a:pt x="1966637" y="588023"/>
                  </a:lnTo>
                  <a:lnTo>
                    <a:pt x="1966635" y="588047"/>
                  </a:lnTo>
                  <a:lnTo>
                    <a:pt x="1966632" y="588053"/>
                  </a:lnTo>
                  <a:lnTo>
                    <a:pt x="1966628" y="588057"/>
                  </a:lnTo>
                  <a:lnTo>
                    <a:pt x="1966607" y="588076"/>
                  </a:lnTo>
                  <a:lnTo>
                    <a:pt x="1966603" y="588080"/>
                  </a:lnTo>
                  <a:lnTo>
                    <a:pt x="1966590" y="588113"/>
                  </a:lnTo>
                  <a:lnTo>
                    <a:pt x="1966584" y="588126"/>
                  </a:lnTo>
                  <a:lnTo>
                    <a:pt x="1966576" y="588138"/>
                  </a:lnTo>
                  <a:lnTo>
                    <a:pt x="1966550" y="588170"/>
                  </a:lnTo>
                  <a:lnTo>
                    <a:pt x="1966506" y="588222"/>
                  </a:lnTo>
                  <a:lnTo>
                    <a:pt x="1966463" y="588275"/>
                  </a:lnTo>
                  <a:lnTo>
                    <a:pt x="1966407" y="588420"/>
                  </a:lnTo>
                  <a:lnTo>
                    <a:pt x="1966400" y="588428"/>
                  </a:lnTo>
                  <a:lnTo>
                    <a:pt x="1966386" y="588439"/>
                  </a:lnTo>
                  <a:lnTo>
                    <a:pt x="1966376" y="588445"/>
                  </a:lnTo>
                  <a:lnTo>
                    <a:pt x="1966367" y="588451"/>
                  </a:lnTo>
                  <a:lnTo>
                    <a:pt x="1966362" y="588452"/>
                  </a:lnTo>
                  <a:lnTo>
                    <a:pt x="1966351" y="588454"/>
                  </a:lnTo>
                  <a:lnTo>
                    <a:pt x="1966337" y="588455"/>
                  </a:lnTo>
                  <a:lnTo>
                    <a:pt x="1966320" y="588458"/>
                  </a:lnTo>
                  <a:lnTo>
                    <a:pt x="1966308" y="588461"/>
                  </a:lnTo>
                  <a:lnTo>
                    <a:pt x="1966285" y="588469"/>
                  </a:lnTo>
                  <a:lnTo>
                    <a:pt x="1966250" y="588481"/>
                  </a:lnTo>
                  <a:lnTo>
                    <a:pt x="1966229" y="588488"/>
                  </a:lnTo>
                  <a:lnTo>
                    <a:pt x="1966210" y="588493"/>
                  </a:lnTo>
                  <a:lnTo>
                    <a:pt x="1966197" y="588496"/>
                  </a:lnTo>
                  <a:lnTo>
                    <a:pt x="1966187" y="588497"/>
                  </a:lnTo>
                  <a:lnTo>
                    <a:pt x="1966156" y="588501"/>
                  </a:lnTo>
                  <a:lnTo>
                    <a:pt x="1966134" y="588505"/>
                  </a:lnTo>
                  <a:lnTo>
                    <a:pt x="1966119" y="588510"/>
                  </a:lnTo>
                  <a:lnTo>
                    <a:pt x="1966105" y="588513"/>
                  </a:lnTo>
                  <a:lnTo>
                    <a:pt x="1966087" y="588516"/>
                  </a:lnTo>
                  <a:lnTo>
                    <a:pt x="1966080" y="588514"/>
                  </a:lnTo>
                  <a:lnTo>
                    <a:pt x="1966074" y="588518"/>
                  </a:lnTo>
                  <a:lnTo>
                    <a:pt x="1966068" y="588521"/>
                  </a:lnTo>
                  <a:lnTo>
                    <a:pt x="1966064" y="588518"/>
                  </a:lnTo>
                  <a:lnTo>
                    <a:pt x="1966060" y="588517"/>
                  </a:lnTo>
                  <a:lnTo>
                    <a:pt x="1966024" y="588523"/>
                  </a:lnTo>
                  <a:lnTo>
                    <a:pt x="1965904" y="588537"/>
                  </a:lnTo>
                  <a:lnTo>
                    <a:pt x="1965880" y="588539"/>
                  </a:lnTo>
                  <a:lnTo>
                    <a:pt x="1965859" y="588539"/>
                  </a:lnTo>
                  <a:lnTo>
                    <a:pt x="1965849" y="588540"/>
                  </a:lnTo>
                  <a:lnTo>
                    <a:pt x="1965844" y="588539"/>
                  </a:lnTo>
                  <a:lnTo>
                    <a:pt x="1965837" y="588535"/>
                  </a:lnTo>
                  <a:lnTo>
                    <a:pt x="1965828" y="588534"/>
                  </a:lnTo>
                  <a:lnTo>
                    <a:pt x="1965820" y="588536"/>
                  </a:lnTo>
                  <a:lnTo>
                    <a:pt x="1965817" y="588539"/>
                  </a:lnTo>
                  <a:lnTo>
                    <a:pt x="1965800" y="588544"/>
                  </a:lnTo>
                  <a:lnTo>
                    <a:pt x="1965785" y="588550"/>
                  </a:lnTo>
                  <a:lnTo>
                    <a:pt x="1965763" y="588556"/>
                  </a:lnTo>
                  <a:lnTo>
                    <a:pt x="1965756" y="588558"/>
                  </a:lnTo>
                  <a:lnTo>
                    <a:pt x="1965738" y="588564"/>
                  </a:lnTo>
                  <a:lnTo>
                    <a:pt x="1965720" y="588571"/>
                  </a:lnTo>
                  <a:lnTo>
                    <a:pt x="1965708" y="588578"/>
                  </a:lnTo>
                  <a:lnTo>
                    <a:pt x="1965696" y="588584"/>
                  </a:lnTo>
                  <a:lnTo>
                    <a:pt x="1965687" y="588589"/>
                  </a:lnTo>
                  <a:lnTo>
                    <a:pt x="1965677" y="588596"/>
                  </a:lnTo>
                  <a:lnTo>
                    <a:pt x="1965667" y="588606"/>
                  </a:lnTo>
                  <a:lnTo>
                    <a:pt x="1965660" y="588612"/>
                  </a:lnTo>
                  <a:lnTo>
                    <a:pt x="1965649" y="588618"/>
                  </a:lnTo>
                  <a:lnTo>
                    <a:pt x="1965639" y="588627"/>
                  </a:lnTo>
                  <a:lnTo>
                    <a:pt x="1965630" y="588632"/>
                  </a:lnTo>
                  <a:lnTo>
                    <a:pt x="1965620" y="588636"/>
                  </a:lnTo>
                  <a:lnTo>
                    <a:pt x="1965614" y="588637"/>
                  </a:lnTo>
                  <a:lnTo>
                    <a:pt x="1965591" y="588636"/>
                  </a:lnTo>
                  <a:lnTo>
                    <a:pt x="1965587" y="588635"/>
                  </a:lnTo>
                  <a:lnTo>
                    <a:pt x="1965579" y="588635"/>
                  </a:lnTo>
                  <a:lnTo>
                    <a:pt x="1965558" y="588641"/>
                  </a:lnTo>
                  <a:lnTo>
                    <a:pt x="1965542" y="588643"/>
                  </a:lnTo>
                  <a:lnTo>
                    <a:pt x="1965535" y="588646"/>
                  </a:lnTo>
                  <a:lnTo>
                    <a:pt x="1965527" y="588651"/>
                  </a:lnTo>
                  <a:lnTo>
                    <a:pt x="1965524" y="588654"/>
                  </a:lnTo>
                  <a:lnTo>
                    <a:pt x="1965512" y="588659"/>
                  </a:lnTo>
                  <a:lnTo>
                    <a:pt x="1965508" y="588666"/>
                  </a:lnTo>
                  <a:lnTo>
                    <a:pt x="1965488" y="588675"/>
                  </a:lnTo>
                  <a:lnTo>
                    <a:pt x="1965447" y="588696"/>
                  </a:lnTo>
                  <a:lnTo>
                    <a:pt x="1965398" y="588720"/>
                  </a:lnTo>
                  <a:lnTo>
                    <a:pt x="1965373" y="588733"/>
                  </a:lnTo>
                  <a:lnTo>
                    <a:pt x="1965364" y="588737"/>
                  </a:lnTo>
                  <a:lnTo>
                    <a:pt x="1965318" y="588757"/>
                  </a:lnTo>
                  <a:lnTo>
                    <a:pt x="1965287" y="588770"/>
                  </a:lnTo>
                  <a:lnTo>
                    <a:pt x="1965268" y="588778"/>
                  </a:lnTo>
                  <a:lnTo>
                    <a:pt x="1965221" y="588797"/>
                  </a:lnTo>
                  <a:lnTo>
                    <a:pt x="1965166" y="588820"/>
                  </a:lnTo>
                  <a:lnTo>
                    <a:pt x="1965148" y="588827"/>
                  </a:lnTo>
                  <a:lnTo>
                    <a:pt x="1965137" y="588832"/>
                  </a:lnTo>
                  <a:lnTo>
                    <a:pt x="1965119" y="588839"/>
                  </a:lnTo>
                  <a:lnTo>
                    <a:pt x="1965112" y="588843"/>
                  </a:lnTo>
                  <a:lnTo>
                    <a:pt x="1965100" y="588845"/>
                  </a:lnTo>
                  <a:lnTo>
                    <a:pt x="1965077" y="588851"/>
                  </a:lnTo>
                  <a:lnTo>
                    <a:pt x="1965070" y="588854"/>
                  </a:lnTo>
                  <a:lnTo>
                    <a:pt x="1965061" y="588859"/>
                  </a:lnTo>
                  <a:lnTo>
                    <a:pt x="1965056" y="588867"/>
                  </a:lnTo>
                  <a:lnTo>
                    <a:pt x="1965050" y="588874"/>
                  </a:lnTo>
                  <a:lnTo>
                    <a:pt x="1965048" y="588878"/>
                  </a:lnTo>
                  <a:lnTo>
                    <a:pt x="1965048" y="588887"/>
                  </a:lnTo>
                  <a:lnTo>
                    <a:pt x="1965051" y="588892"/>
                  </a:lnTo>
                  <a:lnTo>
                    <a:pt x="1965055" y="588895"/>
                  </a:lnTo>
                  <a:lnTo>
                    <a:pt x="1965067" y="588900"/>
                  </a:lnTo>
                  <a:lnTo>
                    <a:pt x="1965076" y="588904"/>
                  </a:lnTo>
                  <a:lnTo>
                    <a:pt x="1965103" y="588917"/>
                  </a:lnTo>
                  <a:lnTo>
                    <a:pt x="1965124" y="588927"/>
                  </a:lnTo>
                  <a:lnTo>
                    <a:pt x="1965135" y="588933"/>
                  </a:lnTo>
                  <a:lnTo>
                    <a:pt x="1965185" y="588960"/>
                  </a:lnTo>
                  <a:lnTo>
                    <a:pt x="1965199" y="588966"/>
                  </a:lnTo>
                  <a:lnTo>
                    <a:pt x="1965226" y="588983"/>
                  </a:lnTo>
                  <a:lnTo>
                    <a:pt x="1965271" y="589008"/>
                  </a:lnTo>
                  <a:lnTo>
                    <a:pt x="1965297" y="589027"/>
                  </a:lnTo>
                  <a:lnTo>
                    <a:pt x="1965311" y="589033"/>
                  </a:lnTo>
                  <a:lnTo>
                    <a:pt x="1965341" y="589047"/>
                  </a:lnTo>
                  <a:lnTo>
                    <a:pt x="1965354" y="589055"/>
                  </a:lnTo>
                  <a:lnTo>
                    <a:pt x="1965361" y="589059"/>
                  </a:lnTo>
                  <a:lnTo>
                    <a:pt x="1965371" y="589067"/>
                  </a:lnTo>
                  <a:lnTo>
                    <a:pt x="1965390" y="589074"/>
                  </a:lnTo>
                  <a:lnTo>
                    <a:pt x="1965410" y="589083"/>
                  </a:lnTo>
                  <a:lnTo>
                    <a:pt x="1965419" y="589089"/>
                  </a:lnTo>
                  <a:lnTo>
                    <a:pt x="1965426" y="589095"/>
                  </a:lnTo>
                  <a:lnTo>
                    <a:pt x="1965442" y="589105"/>
                  </a:lnTo>
                  <a:lnTo>
                    <a:pt x="1965436" y="589110"/>
                  </a:lnTo>
                  <a:lnTo>
                    <a:pt x="1965429" y="589111"/>
                  </a:lnTo>
                  <a:lnTo>
                    <a:pt x="1965388" y="589085"/>
                  </a:lnTo>
                  <a:lnTo>
                    <a:pt x="1965287" y="589053"/>
                  </a:lnTo>
                  <a:lnTo>
                    <a:pt x="1965248" y="589056"/>
                  </a:lnTo>
                  <a:lnTo>
                    <a:pt x="1965242" y="589054"/>
                  </a:lnTo>
                  <a:lnTo>
                    <a:pt x="1965214" y="589045"/>
                  </a:lnTo>
                  <a:lnTo>
                    <a:pt x="1965200" y="589040"/>
                  </a:lnTo>
                  <a:lnTo>
                    <a:pt x="1965188" y="589035"/>
                  </a:lnTo>
                  <a:lnTo>
                    <a:pt x="1965170" y="589029"/>
                  </a:lnTo>
                  <a:lnTo>
                    <a:pt x="1965152" y="589015"/>
                  </a:lnTo>
                  <a:lnTo>
                    <a:pt x="1965113" y="588982"/>
                  </a:lnTo>
                  <a:lnTo>
                    <a:pt x="1965080" y="588962"/>
                  </a:lnTo>
                  <a:lnTo>
                    <a:pt x="1965015" y="588934"/>
                  </a:lnTo>
                  <a:lnTo>
                    <a:pt x="1964993" y="588920"/>
                  </a:lnTo>
                  <a:lnTo>
                    <a:pt x="1964961" y="588910"/>
                  </a:lnTo>
                  <a:lnTo>
                    <a:pt x="1964927" y="588907"/>
                  </a:lnTo>
                  <a:lnTo>
                    <a:pt x="1964914" y="588910"/>
                  </a:lnTo>
                  <a:lnTo>
                    <a:pt x="1964872" y="588915"/>
                  </a:lnTo>
                  <a:lnTo>
                    <a:pt x="1964853" y="588912"/>
                  </a:lnTo>
                  <a:lnTo>
                    <a:pt x="1964830" y="588917"/>
                  </a:lnTo>
                  <a:lnTo>
                    <a:pt x="1964787" y="588924"/>
                  </a:lnTo>
                  <a:lnTo>
                    <a:pt x="1964778" y="588928"/>
                  </a:lnTo>
                  <a:lnTo>
                    <a:pt x="1964775" y="588934"/>
                  </a:lnTo>
                  <a:lnTo>
                    <a:pt x="1964769" y="588944"/>
                  </a:lnTo>
                  <a:lnTo>
                    <a:pt x="1964763" y="588952"/>
                  </a:lnTo>
                  <a:lnTo>
                    <a:pt x="1964760" y="588958"/>
                  </a:lnTo>
                  <a:lnTo>
                    <a:pt x="1964753" y="588962"/>
                  </a:lnTo>
                  <a:lnTo>
                    <a:pt x="1964750" y="588959"/>
                  </a:lnTo>
                  <a:lnTo>
                    <a:pt x="1964745" y="588955"/>
                  </a:lnTo>
                  <a:lnTo>
                    <a:pt x="1964739" y="588949"/>
                  </a:lnTo>
                  <a:lnTo>
                    <a:pt x="1964728" y="588947"/>
                  </a:lnTo>
                  <a:lnTo>
                    <a:pt x="1964723" y="588947"/>
                  </a:lnTo>
                  <a:lnTo>
                    <a:pt x="1964717" y="588946"/>
                  </a:lnTo>
                  <a:lnTo>
                    <a:pt x="1964712" y="588946"/>
                  </a:lnTo>
                  <a:lnTo>
                    <a:pt x="1964703" y="588943"/>
                  </a:lnTo>
                  <a:lnTo>
                    <a:pt x="1964695" y="588941"/>
                  </a:lnTo>
                  <a:lnTo>
                    <a:pt x="1964680" y="588939"/>
                  </a:lnTo>
                  <a:lnTo>
                    <a:pt x="1964664" y="588934"/>
                  </a:lnTo>
                  <a:lnTo>
                    <a:pt x="1964658" y="588933"/>
                  </a:lnTo>
                  <a:lnTo>
                    <a:pt x="1964649" y="588931"/>
                  </a:lnTo>
                  <a:lnTo>
                    <a:pt x="1964625" y="588927"/>
                  </a:lnTo>
                  <a:lnTo>
                    <a:pt x="1964605" y="588922"/>
                  </a:lnTo>
                  <a:lnTo>
                    <a:pt x="1964576" y="588914"/>
                  </a:lnTo>
                  <a:lnTo>
                    <a:pt x="1964564" y="588911"/>
                  </a:lnTo>
                  <a:lnTo>
                    <a:pt x="1964560" y="588910"/>
                  </a:lnTo>
                  <a:lnTo>
                    <a:pt x="1964555" y="588910"/>
                  </a:lnTo>
                  <a:lnTo>
                    <a:pt x="1964549" y="588909"/>
                  </a:lnTo>
                  <a:lnTo>
                    <a:pt x="1964544" y="588910"/>
                  </a:lnTo>
                  <a:lnTo>
                    <a:pt x="1964539" y="588911"/>
                  </a:lnTo>
                  <a:lnTo>
                    <a:pt x="1964535" y="588912"/>
                  </a:lnTo>
                  <a:lnTo>
                    <a:pt x="1964528" y="588910"/>
                  </a:lnTo>
                  <a:lnTo>
                    <a:pt x="1964513" y="588908"/>
                  </a:lnTo>
                  <a:lnTo>
                    <a:pt x="1964501" y="588908"/>
                  </a:lnTo>
                  <a:lnTo>
                    <a:pt x="1964494" y="588907"/>
                  </a:lnTo>
                  <a:lnTo>
                    <a:pt x="1964480" y="588906"/>
                  </a:lnTo>
                  <a:lnTo>
                    <a:pt x="1964462" y="588904"/>
                  </a:lnTo>
                  <a:lnTo>
                    <a:pt x="1964454" y="588905"/>
                  </a:lnTo>
                  <a:lnTo>
                    <a:pt x="1964449" y="588905"/>
                  </a:lnTo>
                  <a:lnTo>
                    <a:pt x="1964415" y="588902"/>
                  </a:lnTo>
                  <a:lnTo>
                    <a:pt x="1964402" y="588903"/>
                  </a:lnTo>
                  <a:lnTo>
                    <a:pt x="1964386" y="588903"/>
                  </a:lnTo>
                  <a:lnTo>
                    <a:pt x="1964366" y="588901"/>
                  </a:lnTo>
                  <a:lnTo>
                    <a:pt x="1964349" y="588903"/>
                  </a:lnTo>
                  <a:lnTo>
                    <a:pt x="1964324" y="588904"/>
                  </a:lnTo>
                  <a:lnTo>
                    <a:pt x="1964286" y="588908"/>
                  </a:lnTo>
                  <a:lnTo>
                    <a:pt x="1964239" y="588915"/>
                  </a:lnTo>
                  <a:lnTo>
                    <a:pt x="1964188" y="588930"/>
                  </a:lnTo>
                  <a:lnTo>
                    <a:pt x="1964153" y="588944"/>
                  </a:lnTo>
                  <a:lnTo>
                    <a:pt x="1964127" y="588957"/>
                  </a:lnTo>
                  <a:lnTo>
                    <a:pt x="1964128" y="588963"/>
                  </a:lnTo>
                  <a:lnTo>
                    <a:pt x="1964104" y="588980"/>
                  </a:lnTo>
                  <a:lnTo>
                    <a:pt x="1964098" y="588979"/>
                  </a:lnTo>
                  <a:lnTo>
                    <a:pt x="1964063" y="588990"/>
                  </a:lnTo>
                  <a:lnTo>
                    <a:pt x="1964046" y="588999"/>
                  </a:lnTo>
                  <a:lnTo>
                    <a:pt x="1964038" y="589007"/>
                  </a:lnTo>
                  <a:lnTo>
                    <a:pt x="1964034" y="589012"/>
                  </a:lnTo>
                  <a:lnTo>
                    <a:pt x="1964020" y="589036"/>
                  </a:lnTo>
                  <a:lnTo>
                    <a:pt x="1963939" y="589107"/>
                  </a:lnTo>
                  <a:lnTo>
                    <a:pt x="1963870" y="589173"/>
                  </a:lnTo>
                  <a:lnTo>
                    <a:pt x="1963742" y="589290"/>
                  </a:lnTo>
                  <a:lnTo>
                    <a:pt x="1963727" y="589287"/>
                  </a:lnTo>
                  <a:lnTo>
                    <a:pt x="1963651" y="589341"/>
                  </a:lnTo>
                  <a:lnTo>
                    <a:pt x="1963627" y="589358"/>
                  </a:lnTo>
                  <a:lnTo>
                    <a:pt x="1963559" y="589406"/>
                  </a:lnTo>
                  <a:lnTo>
                    <a:pt x="1963547" y="589415"/>
                  </a:lnTo>
                  <a:lnTo>
                    <a:pt x="1963468" y="589474"/>
                  </a:lnTo>
                  <a:lnTo>
                    <a:pt x="1963386" y="589530"/>
                  </a:lnTo>
                  <a:lnTo>
                    <a:pt x="1963335" y="589570"/>
                  </a:lnTo>
                  <a:lnTo>
                    <a:pt x="1963272" y="589621"/>
                  </a:lnTo>
                  <a:lnTo>
                    <a:pt x="1963185" y="589694"/>
                  </a:lnTo>
                  <a:lnTo>
                    <a:pt x="1963190" y="589698"/>
                  </a:lnTo>
                  <a:lnTo>
                    <a:pt x="1963107" y="589766"/>
                  </a:lnTo>
                  <a:lnTo>
                    <a:pt x="1963060" y="589808"/>
                  </a:lnTo>
                  <a:lnTo>
                    <a:pt x="1963035" y="589838"/>
                  </a:lnTo>
                  <a:lnTo>
                    <a:pt x="1962914" y="590023"/>
                  </a:lnTo>
                  <a:lnTo>
                    <a:pt x="1962902" y="590046"/>
                  </a:lnTo>
                  <a:lnTo>
                    <a:pt x="1962892" y="590066"/>
                  </a:lnTo>
                  <a:lnTo>
                    <a:pt x="1962889" y="590073"/>
                  </a:lnTo>
                  <a:lnTo>
                    <a:pt x="1962885" y="590083"/>
                  </a:lnTo>
                  <a:lnTo>
                    <a:pt x="1962881" y="590102"/>
                  </a:lnTo>
                  <a:lnTo>
                    <a:pt x="1962863" y="590131"/>
                  </a:lnTo>
                  <a:lnTo>
                    <a:pt x="1962821" y="590201"/>
                  </a:lnTo>
                  <a:lnTo>
                    <a:pt x="1962798" y="590235"/>
                  </a:lnTo>
                  <a:lnTo>
                    <a:pt x="1962789" y="590246"/>
                  </a:lnTo>
                  <a:lnTo>
                    <a:pt x="1962783" y="590252"/>
                  </a:lnTo>
                  <a:lnTo>
                    <a:pt x="1962773" y="590268"/>
                  </a:lnTo>
                  <a:lnTo>
                    <a:pt x="1962756" y="590297"/>
                  </a:lnTo>
                  <a:lnTo>
                    <a:pt x="1962754" y="590305"/>
                  </a:lnTo>
                  <a:lnTo>
                    <a:pt x="1962755" y="590311"/>
                  </a:lnTo>
                  <a:lnTo>
                    <a:pt x="1962761" y="590317"/>
                  </a:lnTo>
                  <a:lnTo>
                    <a:pt x="1962777" y="590328"/>
                  </a:lnTo>
                  <a:lnTo>
                    <a:pt x="1962793" y="590334"/>
                  </a:lnTo>
                  <a:lnTo>
                    <a:pt x="1962803" y="590344"/>
                  </a:lnTo>
                  <a:lnTo>
                    <a:pt x="1962809" y="590350"/>
                  </a:lnTo>
                  <a:lnTo>
                    <a:pt x="1962812" y="590355"/>
                  </a:lnTo>
                  <a:lnTo>
                    <a:pt x="1962818" y="590364"/>
                  </a:lnTo>
                  <a:lnTo>
                    <a:pt x="1962821" y="590371"/>
                  </a:lnTo>
                  <a:lnTo>
                    <a:pt x="1962826" y="590393"/>
                  </a:lnTo>
                  <a:lnTo>
                    <a:pt x="1962828" y="590397"/>
                  </a:lnTo>
                  <a:lnTo>
                    <a:pt x="1962832" y="590412"/>
                  </a:lnTo>
                  <a:lnTo>
                    <a:pt x="1962836" y="590424"/>
                  </a:lnTo>
                  <a:lnTo>
                    <a:pt x="1962845" y="590468"/>
                  </a:lnTo>
                  <a:lnTo>
                    <a:pt x="1962849" y="590486"/>
                  </a:lnTo>
                  <a:lnTo>
                    <a:pt x="1962854" y="590509"/>
                  </a:lnTo>
                  <a:lnTo>
                    <a:pt x="1962858" y="590524"/>
                  </a:lnTo>
                  <a:lnTo>
                    <a:pt x="1962860" y="590531"/>
                  </a:lnTo>
                  <a:lnTo>
                    <a:pt x="1962866" y="590553"/>
                  </a:lnTo>
                  <a:lnTo>
                    <a:pt x="1962869" y="590564"/>
                  </a:lnTo>
                  <a:lnTo>
                    <a:pt x="1962875" y="590583"/>
                  </a:lnTo>
                  <a:lnTo>
                    <a:pt x="1962879" y="590598"/>
                  </a:lnTo>
                  <a:lnTo>
                    <a:pt x="1962878" y="590609"/>
                  </a:lnTo>
                  <a:lnTo>
                    <a:pt x="1962878" y="590624"/>
                  </a:lnTo>
                  <a:lnTo>
                    <a:pt x="1962879" y="590636"/>
                  </a:lnTo>
                  <a:lnTo>
                    <a:pt x="1962883" y="590645"/>
                  </a:lnTo>
                  <a:lnTo>
                    <a:pt x="1962885" y="590652"/>
                  </a:lnTo>
                  <a:lnTo>
                    <a:pt x="1962890" y="590664"/>
                  </a:lnTo>
                  <a:lnTo>
                    <a:pt x="1962898" y="590679"/>
                  </a:lnTo>
                  <a:lnTo>
                    <a:pt x="1962907" y="590690"/>
                  </a:lnTo>
                  <a:lnTo>
                    <a:pt x="1962924" y="590704"/>
                  </a:lnTo>
                  <a:lnTo>
                    <a:pt x="1962944" y="590723"/>
                  </a:lnTo>
                  <a:lnTo>
                    <a:pt x="1962963" y="590738"/>
                  </a:lnTo>
                  <a:lnTo>
                    <a:pt x="1962982" y="590759"/>
                  </a:lnTo>
                  <a:lnTo>
                    <a:pt x="1963010" y="590787"/>
                  </a:lnTo>
                  <a:lnTo>
                    <a:pt x="1963039" y="590817"/>
                  </a:lnTo>
                  <a:lnTo>
                    <a:pt x="1963058" y="590841"/>
                  </a:lnTo>
                  <a:lnTo>
                    <a:pt x="1963065" y="590853"/>
                  </a:lnTo>
                  <a:lnTo>
                    <a:pt x="1963068" y="590858"/>
                  </a:lnTo>
                  <a:lnTo>
                    <a:pt x="1963075" y="590871"/>
                  </a:lnTo>
                  <a:lnTo>
                    <a:pt x="1963092" y="590895"/>
                  </a:lnTo>
                  <a:lnTo>
                    <a:pt x="1963107" y="590918"/>
                  </a:lnTo>
                  <a:lnTo>
                    <a:pt x="1963121" y="590943"/>
                  </a:lnTo>
                  <a:lnTo>
                    <a:pt x="1963133" y="590965"/>
                  </a:lnTo>
                  <a:lnTo>
                    <a:pt x="1963151" y="591003"/>
                  </a:lnTo>
                  <a:lnTo>
                    <a:pt x="1963164" y="591034"/>
                  </a:lnTo>
                  <a:lnTo>
                    <a:pt x="1963171" y="591049"/>
                  </a:lnTo>
                  <a:lnTo>
                    <a:pt x="1963175" y="591064"/>
                  </a:lnTo>
                  <a:lnTo>
                    <a:pt x="1963178" y="591075"/>
                  </a:lnTo>
                  <a:lnTo>
                    <a:pt x="1963180" y="591081"/>
                  </a:lnTo>
                  <a:lnTo>
                    <a:pt x="1963183" y="591100"/>
                  </a:lnTo>
                  <a:lnTo>
                    <a:pt x="1963185" y="591121"/>
                  </a:lnTo>
                  <a:lnTo>
                    <a:pt x="1963189" y="591154"/>
                  </a:lnTo>
                  <a:lnTo>
                    <a:pt x="1963196" y="591193"/>
                  </a:lnTo>
                  <a:lnTo>
                    <a:pt x="1963195" y="591203"/>
                  </a:lnTo>
                  <a:lnTo>
                    <a:pt x="1963191" y="591213"/>
                  </a:lnTo>
                  <a:lnTo>
                    <a:pt x="1963188" y="591220"/>
                  </a:lnTo>
                  <a:lnTo>
                    <a:pt x="1963182" y="591231"/>
                  </a:lnTo>
                  <a:lnTo>
                    <a:pt x="1963179" y="591241"/>
                  </a:lnTo>
                  <a:lnTo>
                    <a:pt x="1963175" y="591251"/>
                  </a:lnTo>
                  <a:lnTo>
                    <a:pt x="1963175" y="591257"/>
                  </a:lnTo>
                  <a:lnTo>
                    <a:pt x="1963173" y="591266"/>
                  </a:lnTo>
                  <a:lnTo>
                    <a:pt x="1963171" y="591277"/>
                  </a:lnTo>
                  <a:lnTo>
                    <a:pt x="1963170" y="591284"/>
                  </a:lnTo>
                  <a:lnTo>
                    <a:pt x="1963169" y="591289"/>
                  </a:lnTo>
                  <a:lnTo>
                    <a:pt x="1963173" y="591295"/>
                  </a:lnTo>
                  <a:lnTo>
                    <a:pt x="1963188" y="591307"/>
                  </a:lnTo>
                  <a:lnTo>
                    <a:pt x="1963191" y="591312"/>
                  </a:lnTo>
                  <a:lnTo>
                    <a:pt x="1963194" y="591319"/>
                  </a:lnTo>
                  <a:lnTo>
                    <a:pt x="1963196" y="591330"/>
                  </a:lnTo>
                  <a:lnTo>
                    <a:pt x="1963194" y="591381"/>
                  </a:lnTo>
                  <a:lnTo>
                    <a:pt x="1963192" y="591414"/>
                  </a:lnTo>
                  <a:lnTo>
                    <a:pt x="1963194" y="591427"/>
                  </a:lnTo>
                  <a:lnTo>
                    <a:pt x="1963199" y="591448"/>
                  </a:lnTo>
                  <a:lnTo>
                    <a:pt x="1963202" y="591469"/>
                  </a:lnTo>
                  <a:lnTo>
                    <a:pt x="1963204" y="591489"/>
                  </a:lnTo>
                  <a:lnTo>
                    <a:pt x="1963204" y="591495"/>
                  </a:lnTo>
                  <a:lnTo>
                    <a:pt x="1963207" y="591514"/>
                  </a:lnTo>
                  <a:lnTo>
                    <a:pt x="1963207" y="591535"/>
                  </a:lnTo>
                  <a:lnTo>
                    <a:pt x="1963212" y="591566"/>
                  </a:lnTo>
                  <a:lnTo>
                    <a:pt x="1963211" y="591604"/>
                  </a:lnTo>
                  <a:lnTo>
                    <a:pt x="1963199" y="591653"/>
                  </a:lnTo>
                  <a:lnTo>
                    <a:pt x="1963172" y="591702"/>
                  </a:lnTo>
                  <a:lnTo>
                    <a:pt x="1963157" y="591734"/>
                  </a:lnTo>
                  <a:lnTo>
                    <a:pt x="1963143" y="591753"/>
                  </a:lnTo>
                  <a:lnTo>
                    <a:pt x="1963117" y="591780"/>
                  </a:lnTo>
                  <a:lnTo>
                    <a:pt x="1963081" y="591811"/>
                  </a:lnTo>
                  <a:lnTo>
                    <a:pt x="1963070" y="591822"/>
                  </a:lnTo>
                  <a:lnTo>
                    <a:pt x="1963061" y="591837"/>
                  </a:lnTo>
                  <a:lnTo>
                    <a:pt x="1963055" y="591865"/>
                  </a:lnTo>
                  <a:lnTo>
                    <a:pt x="1963053" y="591909"/>
                  </a:lnTo>
                  <a:lnTo>
                    <a:pt x="1963049" y="591960"/>
                  </a:lnTo>
                  <a:lnTo>
                    <a:pt x="1963046" y="591990"/>
                  </a:lnTo>
                  <a:lnTo>
                    <a:pt x="1963045" y="591996"/>
                  </a:lnTo>
                  <a:lnTo>
                    <a:pt x="1963044" y="592014"/>
                  </a:lnTo>
                  <a:lnTo>
                    <a:pt x="1963047" y="592038"/>
                  </a:lnTo>
                  <a:lnTo>
                    <a:pt x="1963056" y="592065"/>
                  </a:lnTo>
                  <a:lnTo>
                    <a:pt x="1963059" y="592076"/>
                  </a:lnTo>
                  <a:lnTo>
                    <a:pt x="1963078" y="592163"/>
                  </a:lnTo>
                  <a:lnTo>
                    <a:pt x="1963101" y="592273"/>
                  </a:lnTo>
                  <a:lnTo>
                    <a:pt x="1963105" y="592281"/>
                  </a:lnTo>
                  <a:lnTo>
                    <a:pt x="1963116" y="592298"/>
                  </a:lnTo>
                  <a:lnTo>
                    <a:pt x="1963126" y="592312"/>
                  </a:lnTo>
                  <a:lnTo>
                    <a:pt x="1963138" y="592328"/>
                  </a:lnTo>
                  <a:lnTo>
                    <a:pt x="1963146" y="592342"/>
                  </a:lnTo>
                  <a:lnTo>
                    <a:pt x="1963149" y="592355"/>
                  </a:lnTo>
                  <a:lnTo>
                    <a:pt x="1963148" y="592365"/>
                  </a:lnTo>
                  <a:lnTo>
                    <a:pt x="1963151" y="592372"/>
                  </a:lnTo>
                  <a:lnTo>
                    <a:pt x="1963156" y="592382"/>
                  </a:lnTo>
                  <a:lnTo>
                    <a:pt x="1963157" y="592387"/>
                  </a:lnTo>
                  <a:lnTo>
                    <a:pt x="1963157" y="592393"/>
                  </a:lnTo>
                  <a:lnTo>
                    <a:pt x="1963158" y="592403"/>
                  </a:lnTo>
                  <a:lnTo>
                    <a:pt x="1963166" y="592431"/>
                  </a:lnTo>
                  <a:lnTo>
                    <a:pt x="1963186" y="592508"/>
                  </a:lnTo>
                  <a:lnTo>
                    <a:pt x="1963208" y="592581"/>
                  </a:lnTo>
                  <a:lnTo>
                    <a:pt x="1963229" y="592631"/>
                  </a:lnTo>
                  <a:lnTo>
                    <a:pt x="1963235" y="592636"/>
                  </a:lnTo>
                  <a:lnTo>
                    <a:pt x="1963250" y="592716"/>
                  </a:lnTo>
                  <a:lnTo>
                    <a:pt x="1963275" y="592846"/>
                  </a:lnTo>
                  <a:lnTo>
                    <a:pt x="1963269" y="592852"/>
                  </a:lnTo>
                  <a:lnTo>
                    <a:pt x="1963270" y="592859"/>
                  </a:lnTo>
                  <a:lnTo>
                    <a:pt x="1963268" y="592866"/>
                  </a:lnTo>
                  <a:lnTo>
                    <a:pt x="1963264" y="592873"/>
                  </a:lnTo>
                  <a:lnTo>
                    <a:pt x="1963260" y="592894"/>
                  </a:lnTo>
                  <a:lnTo>
                    <a:pt x="1963259" y="592898"/>
                  </a:lnTo>
                  <a:lnTo>
                    <a:pt x="1963255" y="592928"/>
                  </a:lnTo>
                  <a:lnTo>
                    <a:pt x="1963254" y="592955"/>
                  </a:lnTo>
                  <a:lnTo>
                    <a:pt x="1963255" y="592990"/>
                  </a:lnTo>
                  <a:lnTo>
                    <a:pt x="1963258" y="593016"/>
                  </a:lnTo>
                  <a:lnTo>
                    <a:pt x="1963258" y="593034"/>
                  </a:lnTo>
                  <a:lnTo>
                    <a:pt x="1963254" y="593052"/>
                  </a:lnTo>
                  <a:lnTo>
                    <a:pt x="1963254" y="593067"/>
                  </a:lnTo>
                  <a:lnTo>
                    <a:pt x="1963252" y="593087"/>
                  </a:lnTo>
                  <a:lnTo>
                    <a:pt x="1963252" y="593135"/>
                  </a:lnTo>
                  <a:lnTo>
                    <a:pt x="1963250" y="593163"/>
                  </a:lnTo>
                  <a:lnTo>
                    <a:pt x="1963247" y="593187"/>
                  </a:lnTo>
                  <a:lnTo>
                    <a:pt x="1963242" y="593223"/>
                  </a:lnTo>
                  <a:lnTo>
                    <a:pt x="1963237" y="593260"/>
                  </a:lnTo>
                  <a:lnTo>
                    <a:pt x="1963237" y="593285"/>
                  </a:lnTo>
                  <a:lnTo>
                    <a:pt x="1963230" y="593311"/>
                  </a:lnTo>
                  <a:lnTo>
                    <a:pt x="1963222" y="593328"/>
                  </a:lnTo>
                  <a:lnTo>
                    <a:pt x="1963211" y="593368"/>
                  </a:lnTo>
                  <a:lnTo>
                    <a:pt x="1963201" y="593405"/>
                  </a:lnTo>
                  <a:lnTo>
                    <a:pt x="1963197" y="593433"/>
                  </a:lnTo>
                  <a:lnTo>
                    <a:pt x="1963186" y="593464"/>
                  </a:lnTo>
                  <a:lnTo>
                    <a:pt x="1963180" y="593484"/>
                  </a:lnTo>
                  <a:lnTo>
                    <a:pt x="1963161" y="593541"/>
                  </a:lnTo>
                  <a:lnTo>
                    <a:pt x="1963151" y="593572"/>
                  </a:lnTo>
                  <a:lnTo>
                    <a:pt x="1963145" y="593592"/>
                  </a:lnTo>
                  <a:lnTo>
                    <a:pt x="1963144" y="593604"/>
                  </a:lnTo>
                  <a:lnTo>
                    <a:pt x="1963135" y="593624"/>
                  </a:lnTo>
                  <a:lnTo>
                    <a:pt x="1963126" y="593649"/>
                  </a:lnTo>
                  <a:lnTo>
                    <a:pt x="1963115" y="593674"/>
                  </a:lnTo>
                  <a:lnTo>
                    <a:pt x="1963107" y="593692"/>
                  </a:lnTo>
                  <a:lnTo>
                    <a:pt x="1963094" y="593720"/>
                  </a:lnTo>
                  <a:lnTo>
                    <a:pt x="1963094" y="593725"/>
                  </a:lnTo>
                  <a:lnTo>
                    <a:pt x="1963091" y="593728"/>
                  </a:lnTo>
                  <a:lnTo>
                    <a:pt x="1963084" y="593733"/>
                  </a:lnTo>
                  <a:lnTo>
                    <a:pt x="1963075" y="593738"/>
                  </a:lnTo>
                  <a:lnTo>
                    <a:pt x="1963070" y="593745"/>
                  </a:lnTo>
                  <a:lnTo>
                    <a:pt x="1963043" y="593788"/>
                  </a:lnTo>
                  <a:lnTo>
                    <a:pt x="1963034" y="593805"/>
                  </a:lnTo>
                  <a:lnTo>
                    <a:pt x="1963033" y="593813"/>
                  </a:lnTo>
                  <a:lnTo>
                    <a:pt x="1963031" y="593819"/>
                  </a:lnTo>
                  <a:lnTo>
                    <a:pt x="1963023" y="593834"/>
                  </a:lnTo>
                  <a:lnTo>
                    <a:pt x="1963020" y="593843"/>
                  </a:lnTo>
                  <a:lnTo>
                    <a:pt x="1963015" y="593853"/>
                  </a:lnTo>
                  <a:lnTo>
                    <a:pt x="1963008" y="593864"/>
                  </a:lnTo>
                  <a:lnTo>
                    <a:pt x="1963002" y="593876"/>
                  </a:lnTo>
                  <a:lnTo>
                    <a:pt x="1962994" y="593891"/>
                  </a:lnTo>
                  <a:lnTo>
                    <a:pt x="1962980" y="593915"/>
                  </a:lnTo>
                  <a:lnTo>
                    <a:pt x="1962959" y="593953"/>
                  </a:lnTo>
                  <a:lnTo>
                    <a:pt x="1962953" y="593967"/>
                  </a:lnTo>
                  <a:lnTo>
                    <a:pt x="1962942" y="593982"/>
                  </a:lnTo>
                  <a:lnTo>
                    <a:pt x="1962937" y="593988"/>
                  </a:lnTo>
                  <a:lnTo>
                    <a:pt x="1962929" y="593999"/>
                  </a:lnTo>
                  <a:lnTo>
                    <a:pt x="1962918" y="594021"/>
                  </a:lnTo>
                  <a:lnTo>
                    <a:pt x="1962909" y="594044"/>
                  </a:lnTo>
                  <a:lnTo>
                    <a:pt x="1962905" y="594049"/>
                  </a:lnTo>
                  <a:lnTo>
                    <a:pt x="1962902" y="594052"/>
                  </a:lnTo>
                  <a:lnTo>
                    <a:pt x="1962892" y="594075"/>
                  </a:lnTo>
                  <a:lnTo>
                    <a:pt x="1962885" y="594088"/>
                  </a:lnTo>
                  <a:lnTo>
                    <a:pt x="1962874" y="594113"/>
                  </a:lnTo>
                  <a:lnTo>
                    <a:pt x="1962865" y="594135"/>
                  </a:lnTo>
                  <a:lnTo>
                    <a:pt x="1962860" y="594152"/>
                  </a:lnTo>
                  <a:lnTo>
                    <a:pt x="1962855" y="594166"/>
                  </a:lnTo>
                  <a:lnTo>
                    <a:pt x="1962839" y="594204"/>
                  </a:lnTo>
                  <a:lnTo>
                    <a:pt x="1962820" y="594262"/>
                  </a:lnTo>
                  <a:lnTo>
                    <a:pt x="1962816" y="594272"/>
                  </a:lnTo>
                  <a:lnTo>
                    <a:pt x="1962814" y="594279"/>
                  </a:lnTo>
                  <a:lnTo>
                    <a:pt x="1962809" y="594290"/>
                  </a:lnTo>
                  <a:lnTo>
                    <a:pt x="1962807" y="594297"/>
                  </a:lnTo>
                  <a:lnTo>
                    <a:pt x="1962800" y="594307"/>
                  </a:lnTo>
                  <a:lnTo>
                    <a:pt x="1962793" y="594313"/>
                  </a:lnTo>
                  <a:lnTo>
                    <a:pt x="1962791" y="594322"/>
                  </a:lnTo>
                  <a:lnTo>
                    <a:pt x="1962780" y="594347"/>
                  </a:lnTo>
                  <a:lnTo>
                    <a:pt x="1962776" y="594358"/>
                  </a:lnTo>
                  <a:lnTo>
                    <a:pt x="1962769" y="594379"/>
                  </a:lnTo>
                  <a:lnTo>
                    <a:pt x="1962768" y="594384"/>
                  </a:lnTo>
                  <a:lnTo>
                    <a:pt x="1962766" y="594393"/>
                  </a:lnTo>
                  <a:lnTo>
                    <a:pt x="1962763" y="594404"/>
                  </a:lnTo>
                  <a:lnTo>
                    <a:pt x="1962763" y="594413"/>
                  </a:lnTo>
                  <a:lnTo>
                    <a:pt x="1962738" y="594465"/>
                  </a:lnTo>
                  <a:lnTo>
                    <a:pt x="1962732" y="594473"/>
                  </a:lnTo>
                  <a:lnTo>
                    <a:pt x="1962729" y="594477"/>
                  </a:lnTo>
                  <a:lnTo>
                    <a:pt x="1962724" y="594490"/>
                  </a:lnTo>
                  <a:lnTo>
                    <a:pt x="1962722" y="594499"/>
                  </a:lnTo>
                  <a:lnTo>
                    <a:pt x="1962720" y="594509"/>
                  </a:lnTo>
                  <a:lnTo>
                    <a:pt x="1962719" y="594516"/>
                  </a:lnTo>
                  <a:lnTo>
                    <a:pt x="1962712" y="594528"/>
                  </a:lnTo>
                  <a:lnTo>
                    <a:pt x="1962707" y="594546"/>
                  </a:lnTo>
                  <a:lnTo>
                    <a:pt x="1962706" y="594552"/>
                  </a:lnTo>
                  <a:lnTo>
                    <a:pt x="1962704" y="594571"/>
                  </a:lnTo>
                  <a:lnTo>
                    <a:pt x="1962702" y="594584"/>
                  </a:lnTo>
                  <a:lnTo>
                    <a:pt x="1962699" y="594597"/>
                  </a:lnTo>
                  <a:lnTo>
                    <a:pt x="1962695" y="594622"/>
                  </a:lnTo>
                  <a:lnTo>
                    <a:pt x="1962693" y="594637"/>
                  </a:lnTo>
                  <a:lnTo>
                    <a:pt x="1962691" y="594647"/>
                  </a:lnTo>
                  <a:lnTo>
                    <a:pt x="1962687" y="594659"/>
                  </a:lnTo>
                  <a:lnTo>
                    <a:pt x="1962684" y="594669"/>
                  </a:lnTo>
                  <a:lnTo>
                    <a:pt x="1962682" y="594676"/>
                  </a:lnTo>
                  <a:lnTo>
                    <a:pt x="1962677" y="594691"/>
                  </a:lnTo>
                  <a:lnTo>
                    <a:pt x="1962672" y="594703"/>
                  </a:lnTo>
                  <a:lnTo>
                    <a:pt x="1962669" y="594713"/>
                  </a:lnTo>
                  <a:lnTo>
                    <a:pt x="1962666" y="594721"/>
                  </a:lnTo>
                  <a:lnTo>
                    <a:pt x="1962663" y="594730"/>
                  </a:lnTo>
                  <a:lnTo>
                    <a:pt x="1962660" y="594739"/>
                  </a:lnTo>
                  <a:lnTo>
                    <a:pt x="1962650" y="594759"/>
                  </a:lnTo>
                  <a:lnTo>
                    <a:pt x="1962649" y="594764"/>
                  </a:lnTo>
                  <a:lnTo>
                    <a:pt x="1962647" y="594769"/>
                  </a:lnTo>
                  <a:lnTo>
                    <a:pt x="1962641" y="594788"/>
                  </a:lnTo>
                  <a:lnTo>
                    <a:pt x="1962640" y="594797"/>
                  </a:lnTo>
                  <a:lnTo>
                    <a:pt x="1962636" y="594820"/>
                  </a:lnTo>
                  <a:lnTo>
                    <a:pt x="1962638" y="594864"/>
                  </a:lnTo>
                  <a:lnTo>
                    <a:pt x="1962639" y="594874"/>
                  </a:lnTo>
                  <a:lnTo>
                    <a:pt x="1962639" y="594885"/>
                  </a:lnTo>
                  <a:lnTo>
                    <a:pt x="1962644" y="594992"/>
                  </a:lnTo>
                  <a:lnTo>
                    <a:pt x="1962645" y="595016"/>
                  </a:lnTo>
                  <a:lnTo>
                    <a:pt x="1962647" y="595057"/>
                  </a:lnTo>
                  <a:lnTo>
                    <a:pt x="1962652" y="595079"/>
                  </a:lnTo>
                  <a:lnTo>
                    <a:pt x="1962654" y="595088"/>
                  </a:lnTo>
                  <a:lnTo>
                    <a:pt x="1962656" y="595095"/>
                  </a:lnTo>
                  <a:lnTo>
                    <a:pt x="1962659" y="595107"/>
                  </a:lnTo>
                  <a:lnTo>
                    <a:pt x="1962663" y="595121"/>
                  </a:lnTo>
                  <a:lnTo>
                    <a:pt x="1962668" y="595129"/>
                  </a:lnTo>
                  <a:lnTo>
                    <a:pt x="1962670" y="595139"/>
                  </a:lnTo>
                  <a:lnTo>
                    <a:pt x="1962675" y="595164"/>
                  </a:lnTo>
                  <a:lnTo>
                    <a:pt x="1962673" y="595177"/>
                  </a:lnTo>
                  <a:lnTo>
                    <a:pt x="1962678" y="595229"/>
                  </a:lnTo>
                  <a:lnTo>
                    <a:pt x="1962680" y="595247"/>
                  </a:lnTo>
                  <a:lnTo>
                    <a:pt x="1962685" y="595306"/>
                  </a:lnTo>
                  <a:lnTo>
                    <a:pt x="1962682" y="595365"/>
                  </a:lnTo>
                  <a:lnTo>
                    <a:pt x="1962683" y="595375"/>
                  </a:lnTo>
                  <a:lnTo>
                    <a:pt x="1962684" y="595384"/>
                  </a:lnTo>
                  <a:lnTo>
                    <a:pt x="1962685" y="595391"/>
                  </a:lnTo>
                  <a:lnTo>
                    <a:pt x="1962688" y="595420"/>
                  </a:lnTo>
                  <a:lnTo>
                    <a:pt x="1962692" y="595436"/>
                  </a:lnTo>
                  <a:lnTo>
                    <a:pt x="1962693" y="595443"/>
                  </a:lnTo>
                  <a:lnTo>
                    <a:pt x="1962697" y="595451"/>
                  </a:lnTo>
                  <a:lnTo>
                    <a:pt x="1962702" y="595466"/>
                  </a:lnTo>
                  <a:lnTo>
                    <a:pt x="1962705" y="595476"/>
                  </a:lnTo>
                  <a:lnTo>
                    <a:pt x="1962706" y="595490"/>
                  </a:lnTo>
                  <a:lnTo>
                    <a:pt x="1962706" y="595502"/>
                  </a:lnTo>
                  <a:lnTo>
                    <a:pt x="1962708" y="595510"/>
                  </a:lnTo>
                  <a:lnTo>
                    <a:pt x="1962708" y="595518"/>
                  </a:lnTo>
                  <a:lnTo>
                    <a:pt x="1962708" y="595523"/>
                  </a:lnTo>
                  <a:lnTo>
                    <a:pt x="1962710" y="595549"/>
                  </a:lnTo>
                  <a:lnTo>
                    <a:pt x="1962711" y="595572"/>
                  </a:lnTo>
                  <a:lnTo>
                    <a:pt x="1962712" y="595583"/>
                  </a:lnTo>
                  <a:lnTo>
                    <a:pt x="1962710" y="595603"/>
                  </a:lnTo>
                  <a:lnTo>
                    <a:pt x="1962708" y="595635"/>
                  </a:lnTo>
                  <a:lnTo>
                    <a:pt x="1962707" y="595648"/>
                  </a:lnTo>
                  <a:lnTo>
                    <a:pt x="1962703" y="595667"/>
                  </a:lnTo>
                  <a:lnTo>
                    <a:pt x="1962698" y="595694"/>
                  </a:lnTo>
                  <a:lnTo>
                    <a:pt x="1962695" y="595706"/>
                  </a:lnTo>
                  <a:lnTo>
                    <a:pt x="1962693" y="595712"/>
                  </a:lnTo>
                  <a:lnTo>
                    <a:pt x="1962690" y="595725"/>
                  </a:lnTo>
                  <a:lnTo>
                    <a:pt x="1962687" y="595734"/>
                  </a:lnTo>
                  <a:lnTo>
                    <a:pt x="1962681" y="595744"/>
                  </a:lnTo>
                  <a:lnTo>
                    <a:pt x="1962672" y="595760"/>
                  </a:lnTo>
                  <a:lnTo>
                    <a:pt x="1962672" y="595764"/>
                  </a:lnTo>
                  <a:lnTo>
                    <a:pt x="1962678" y="595767"/>
                  </a:lnTo>
                  <a:lnTo>
                    <a:pt x="1962693" y="595773"/>
                  </a:lnTo>
                  <a:lnTo>
                    <a:pt x="1962704" y="595780"/>
                  </a:lnTo>
                  <a:lnTo>
                    <a:pt x="1962729" y="595793"/>
                  </a:lnTo>
                  <a:lnTo>
                    <a:pt x="1962738" y="595796"/>
                  </a:lnTo>
                  <a:lnTo>
                    <a:pt x="1962747" y="595806"/>
                  </a:lnTo>
                  <a:lnTo>
                    <a:pt x="1962757" y="595818"/>
                  </a:lnTo>
                  <a:lnTo>
                    <a:pt x="1962771" y="595848"/>
                  </a:lnTo>
                  <a:lnTo>
                    <a:pt x="1962788" y="595880"/>
                  </a:lnTo>
                  <a:lnTo>
                    <a:pt x="1962810" y="595909"/>
                  </a:lnTo>
                  <a:lnTo>
                    <a:pt x="1962821" y="595925"/>
                  </a:lnTo>
                  <a:lnTo>
                    <a:pt x="1962821" y="595932"/>
                  </a:lnTo>
                  <a:lnTo>
                    <a:pt x="1962821" y="595946"/>
                  </a:lnTo>
                  <a:lnTo>
                    <a:pt x="1962814" y="595973"/>
                  </a:lnTo>
                  <a:lnTo>
                    <a:pt x="1962808" y="596000"/>
                  </a:lnTo>
                  <a:lnTo>
                    <a:pt x="1962807" y="596030"/>
                  </a:lnTo>
                  <a:lnTo>
                    <a:pt x="1962808" y="596052"/>
                  </a:lnTo>
                  <a:lnTo>
                    <a:pt x="1962807" y="596083"/>
                  </a:lnTo>
                  <a:lnTo>
                    <a:pt x="1962809" y="596100"/>
                  </a:lnTo>
                  <a:lnTo>
                    <a:pt x="1962805" y="596118"/>
                  </a:lnTo>
                  <a:lnTo>
                    <a:pt x="1962792" y="596140"/>
                  </a:lnTo>
                  <a:lnTo>
                    <a:pt x="1962773" y="596165"/>
                  </a:lnTo>
                  <a:lnTo>
                    <a:pt x="1962768" y="596177"/>
                  </a:lnTo>
                  <a:lnTo>
                    <a:pt x="1962766" y="596195"/>
                  </a:lnTo>
                  <a:lnTo>
                    <a:pt x="1962770" y="596204"/>
                  </a:lnTo>
                  <a:lnTo>
                    <a:pt x="1962775" y="596212"/>
                  </a:lnTo>
                  <a:lnTo>
                    <a:pt x="1962779" y="596216"/>
                  </a:lnTo>
                  <a:lnTo>
                    <a:pt x="1962785" y="596220"/>
                  </a:lnTo>
                  <a:lnTo>
                    <a:pt x="1962790" y="596224"/>
                  </a:lnTo>
                  <a:lnTo>
                    <a:pt x="1962784" y="596226"/>
                  </a:lnTo>
                  <a:lnTo>
                    <a:pt x="1962779" y="596229"/>
                  </a:lnTo>
                  <a:lnTo>
                    <a:pt x="1962775" y="596227"/>
                  </a:lnTo>
                  <a:lnTo>
                    <a:pt x="1962766" y="596221"/>
                  </a:lnTo>
                  <a:lnTo>
                    <a:pt x="1962757" y="596210"/>
                  </a:lnTo>
                  <a:lnTo>
                    <a:pt x="1962754" y="596194"/>
                  </a:lnTo>
                  <a:lnTo>
                    <a:pt x="1962753" y="596176"/>
                  </a:lnTo>
                  <a:lnTo>
                    <a:pt x="1962759" y="596159"/>
                  </a:lnTo>
                  <a:lnTo>
                    <a:pt x="1962772" y="596142"/>
                  </a:lnTo>
                  <a:lnTo>
                    <a:pt x="1962785" y="596128"/>
                  </a:lnTo>
                  <a:lnTo>
                    <a:pt x="1962792" y="596113"/>
                  </a:lnTo>
                  <a:lnTo>
                    <a:pt x="1962795" y="596097"/>
                  </a:lnTo>
                  <a:lnTo>
                    <a:pt x="1962794" y="596044"/>
                  </a:lnTo>
                  <a:lnTo>
                    <a:pt x="1962793" y="596011"/>
                  </a:lnTo>
                  <a:lnTo>
                    <a:pt x="1962793" y="595983"/>
                  </a:lnTo>
                  <a:lnTo>
                    <a:pt x="1962795" y="595970"/>
                  </a:lnTo>
                  <a:lnTo>
                    <a:pt x="1962800" y="595957"/>
                  </a:lnTo>
                  <a:lnTo>
                    <a:pt x="1962803" y="595949"/>
                  </a:lnTo>
                  <a:lnTo>
                    <a:pt x="1962804" y="595935"/>
                  </a:lnTo>
                  <a:lnTo>
                    <a:pt x="1962800" y="595921"/>
                  </a:lnTo>
                  <a:lnTo>
                    <a:pt x="1962772" y="595886"/>
                  </a:lnTo>
                  <a:lnTo>
                    <a:pt x="1962761" y="595867"/>
                  </a:lnTo>
                  <a:lnTo>
                    <a:pt x="1962746" y="595832"/>
                  </a:lnTo>
                  <a:lnTo>
                    <a:pt x="1962735" y="595819"/>
                  </a:lnTo>
                  <a:lnTo>
                    <a:pt x="1962717" y="595810"/>
                  </a:lnTo>
                  <a:lnTo>
                    <a:pt x="1962699" y="595802"/>
                  </a:lnTo>
                  <a:lnTo>
                    <a:pt x="1962682" y="595797"/>
                  </a:lnTo>
                  <a:lnTo>
                    <a:pt x="1962674" y="595793"/>
                  </a:lnTo>
                  <a:lnTo>
                    <a:pt x="1962660" y="595786"/>
                  </a:lnTo>
                  <a:lnTo>
                    <a:pt x="1962654" y="595787"/>
                  </a:lnTo>
                  <a:lnTo>
                    <a:pt x="1962647" y="595790"/>
                  </a:lnTo>
                  <a:lnTo>
                    <a:pt x="1962642" y="595794"/>
                  </a:lnTo>
                  <a:lnTo>
                    <a:pt x="1962637" y="595800"/>
                  </a:lnTo>
                  <a:lnTo>
                    <a:pt x="1962625" y="595808"/>
                  </a:lnTo>
                  <a:lnTo>
                    <a:pt x="1962617" y="595815"/>
                  </a:lnTo>
                  <a:lnTo>
                    <a:pt x="1962614" y="595817"/>
                  </a:lnTo>
                  <a:lnTo>
                    <a:pt x="1962610" y="595820"/>
                  </a:lnTo>
                  <a:lnTo>
                    <a:pt x="1962593" y="595836"/>
                  </a:lnTo>
                  <a:lnTo>
                    <a:pt x="1962560" y="595861"/>
                  </a:lnTo>
                  <a:lnTo>
                    <a:pt x="1962551" y="595869"/>
                  </a:lnTo>
                  <a:lnTo>
                    <a:pt x="1962544" y="595874"/>
                  </a:lnTo>
                  <a:lnTo>
                    <a:pt x="1962517" y="595891"/>
                  </a:lnTo>
                  <a:lnTo>
                    <a:pt x="1962511" y="595897"/>
                  </a:lnTo>
                  <a:lnTo>
                    <a:pt x="1962505" y="595901"/>
                  </a:lnTo>
                  <a:lnTo>
                    <a:pt x="1962493" y="595914"/>
                  </a:lnTo>
                  <a:lnTo>
                    <a:pt x="1962485" y="595922"/>
                  </a:lnTo>
                  <a:lnTo>
                    <a:pt x="1962474" y="595932"/>
                  </a:lnTo>
                  <a:lnTo>
                    <a:pt x="1962466" y="595940"/>
                  </a:lnTo>
                  <a:lnTo>
                    <a:pt x="1962457" y="595949"/>
                  </a:lnTo>
                  <a:lnTo>
                    <a:pt x="1962447" y="595958"/>
                  </a:lnTo>
                  <a:lnTo>
                    <a:pt x="1962439" y="595966"/>
                  </a:lnTo>
                  <a:lnTo>
                    <a:pt x="1962434" y="595973"/>
                  </a:lnTo>
                  <a:lnTo>
                    <a:pt x="1962427" y="595980"/>
                  </a:lnTo>
                  <a:lnTo>
                    <a:pt x="1962420" y="595988"/>
                  </a:lnTo>
                  <a:lnTo>
                    <a:pt x="1962414" y="595995"/>
                  </a:lnTo>
                  <a:lnTo>
                    <a:pt x="1962395" y="596017"/>
                  </a:lnTo>
                  <a:lnTo>
                    <a:pt x="1962390" y="596022"/>
                  </a:lnTo>
                  <a:lnTo>
                    <a:pt x="1962385" y="596027"/>
                  </a:lnTo>
                  <a:lnTo>
                    <a:pt x="1962379" y="596032"/>
                  </a:lnTo>
                  <a:lnTo>
                    <a:pt x="1962373" y="596037"/>
                  </a:lnTo>
                  <a:lnTo>
                    <a:pt x="1962362" y="596045"/>
                  </a:lnTo>
                  <a:lnTo>
                    <a:pt x="1962351" y="596054"/>
                  </a:lnTo>
                  <a:lnTo>
                    <a:pt x="1962336" y="596068"/>
                  </a:lnTo>
                  <a:lnTo>
                    <a:pt x="1962328" y="596074"/>
                  </a:lnTo>
                  <a:lnTo>
                    <a:pt x="1962314" y="596084"/>
                  </a:lnTo>
                  <a:lnTo>
                    <a:pt x="1962306" y="596090"/>
                  </a:lnTo>
                  <a:lnTo>
                    <a:pt x="1962302" y="596094"/>
                  </a:lnTo>
                  <a:lnTo>
                    <a:pt x="1962280" y="596108"/>
                  </a:lnTo>
                  <a:lnTo>
                    <a:pt x="1962272" y="596114"/>
                  </a:lnTo>
                  <a:lnTo>
                    <a:pt x="1962244" y="596140"/>
                  </a:lnTo>
                  <a:lnTo>
                    <a:pt x="1962235" y="596151"/>
                  </a:lnTo>
                  <a:lnTo>
                    <a:pt x="1962225" y="596162"/>
                  </a:lnTo>
                  <a:lnTo>
                    <a:pt x="1962214" y="596175"/>
                  </a:lnTo>
                  <a:lnTo>
                    <a:pt x="1962200" y="596189"/>
                  </a:lnTo>
                  <a:lnTo>
                    <a:pt x="1962195" y="596196"/>
                  </a:lnTo>
                  <a:lnTo>
                    <a:pt x="1962190" y="596201"/>
                  </a:lnTo>
                  <a:lnTo>
                    <a:pt x="1962173" y="596221"/>
                  </a:lnTo>
                  <a:lnTo>
                    <a:pt x="1962148" y="596249"/>
                  </a:lnTo>
                  <a:lnTo>
                    <a:pt x="1962134" y="596265"/>
                  </a:lnTo>
                  <a:lnTo>
                    <a:pt x="1962128" y="596272"/>
                  </a:lnTo>
                  <a:lnTo>
                    <a:pt x="1962118" y="596284"/>
                  </a:lnTo>
                  <a:lnTo>
                    <a:pt x="1962101" y="596304"/>
                  </a:lnTo>
                  <a:lnTo>
                    <a:pt x="1962088" y="596319"/>
                  </a:lnTo>
                  <a:lnTo>
                    <a:pt x="1962062" y="596349"/>
                  </a:lnTo>
                  <a:lnTo>
                    <a:pt x="1962054" y="596358"/>
                  </a:lnTo>
                  <a:lnTo>
                    <a:pt x="1962049" y="596364"/>
                  </a:lnTo>
                  <a:lnTo>
                    <a:pt x="1962037" y="596379"/>
                  </a:lnTo>
                  <a:lnTo>
                    <a:pt x="1962021" y="596397"/>
                  </a:lnTo>
                  <a:lnTo>
                    <a:pt x="1962018" y="596400"/>
                  </a:lnTo>
                  <a:lnTo>
                    <a:pt x="1962005" y="596414"/>
                  </a:lnTo>
                  <a:lnTo>
                    <a:pt x="1961988" y="596431"/>
                  </a:lnTo>
                  <a:lnTo>
                    <a:pt x="1961976" y="596443"/>
                  </a:lnTo>
                  <a:lnTo>
                    <a:pt x="1961963" y="596457"/>
                  </a:lnTo>
                  <a:lnTo>
                    <a:pt x="1961905" y="596514"/>
                  </a:lnTo>
                  <a:lnTo>
                    <a:pt x="1961893" y="596526"/>
                  </a:lnTo>
                  <a:lnTo>
                    <a:pt x="1961884" y="596536"/>
                  </a:lnTo>
                  <a:lnTo>
                    <a:pt x="1961872" y="596548"/>
                  </a:lnTo>
                  <a:lnTo>
                    <a:pt x="1961861" y="596561"/>
                  </a:lnTo>
                  <a:lnTo>
                    <a:pt x="1961854" y="596570"/>
                  </a:lnTo>
                  <a:lnTo>
                    <a:pt x="1961848" y="596578"/>
                  </a:lnTo>
                  <a:lnTo>
                    <a:pt x="1961842" y="596583"/>
                  </a:lnTo>
                  <a:lnTo>
                    <a:pt x="1961839" y="596587"/>
                  </a:lnTo>
                  <a:lnTo>
                    <a:pt x="1961832" y="596593"/>
                  </a:lnTo>
                  <a:lnTo>
                    <a:pt x="1961826" y="596598"/>
                  </a:lnTo>
                  <a:lnTo>
                    <a:pt x="1961795" y="596628"/>
                  </a:lnTo>
                  <a:lnTo>
                    <a:pt x="1961786" y="596637"/>
                  </a:lnTo>
                  <a:lnTo>
                    <a:pt x="1961780" y="596647"/>
                  </a:lnTo>
                  <a:lnTo>
                    <a:pt x="1961775" y="596652"/>
                  </a:lnTo>
                  <a:lnTo>
                    <a:pt x="1961767" y="596662"/>
                  </a:lnTo>
                  <a:lnTo>
                    <a:pt x="1961755" y="596675"/>
                  </a:lnTo>
                  <a:lnTo>
                    <a:pt x="1961741" y="596691"/>
                  </a:lnTo>
                  <a:lnTo>
                    <a:pt x="1961730" y="596706"/>
                  </a:lnTo>
                  <a:lnTo>
                    <a:pt x="1961714" y="596725"/>
                  </a:lnTo>
                  <a:lnTo>
                    <a:pt x="1961699" y="596742"/>
                  </a:lnTo>
                  <a:lnTo>
                    <a:pt x="1961692" y="596751"/>
                  </a:lnTo>
                  <a:lnTo>
                    <a:pt x="1961681" y="596759"/>
                  </a:lnTo>
                  <a:lnTo>
                    <a:pt x="1961674" y="596771"/>
                  </a:lnTo>
                  <a:lnTo>
                    <a:pt x="1961659" y="596788"/>
                  </a:lnTo>
                  <a:lnTo>
                    <a:pt x="1961634" y="596811"/>
                  </a:lnTo>
                  <a:lnTo>
                    <a:pt x="1961606" y="596837"/>
                  </a:lnTo>
                  <a:lnTo>
                    <a:pt x="1961588" y="596855"/>
                  </a:lnTo>
                  <a:lnTo>
                    <a:pt x="1961569" y="596872"/>
                  </a:lnTo>
                  <a:lnTo>
                    <a:pt x="1961555" y="596883"/>
                  </a:lnTo>
                  <a:lnTo>
                    <a:pt x="1961542" y="596895"/>
                  </a:lnTo>
                  <a:lnTo>
                    <a:pt x="1961534" y="596901"/>
                  </a:lnTo>
                  <a:lnTo>
                    <a:pt x="1961530" y="596904"/>
                  </a:lnTo>
                  <a:lnTo>
                    <a:pt x="1961527" y="596908"/>
                  </a:lnTo>
                  <a:lnTo>
                    <a:pt x="1961524" y="596912"/>
                  </a:lnTo>
                  <a:lnTo>
                    <a:pt x="1961522" y="596920"/>
                  </a:lnTo>
                  <a:lnTo>
                    <a:pt x="1961527" y="596927"/>
                  </a:lnTo>
                  <a:lnTo>
                    <a:pt x="1961534" y="596935"/>
                  </a:lnTo>
                  <a:lnTo>
                    <a:pt x="1961545" y="596939"/>
                  </a:lnTo>
                  <a:lnTo>
                    <a:pt x="1961558" y="596945"/>
                  </a:lnTo>
                  <a:lnTo>
                    <a:pt x="1961571" y="596948"/>
                  </a:lnTo>
                  <a:lnTo>
                    <a:pt x="1961587" y="596950"/>
                  </a:lnTo>
                  <a:lnTo>
                    <a:pt x="1961636" y="596954"/>
                  </a:lnTo>
                  <a:lnTo>
                    <a:pt x="1961669" y="596955"/>
                  </a:lnTo>
                  <a:lnTo>
                    <a:pt x="1961736" y="596953"/>
                  </a:lnTo>
                  <a:lnTo>
                    <a:pt x="1961792" y="596949"/>
                  </a:lnTo>
                  <a:lnTo>
                    <a:pt x="1961817" y="596949"/>
                  </a:lnTo>
                  <a:lnTo>
                    <a:pt x="1961848" y="596946"/>
                  </a:lnTo>
                  <a:lnTo>
                    <a:pt x="1961891" y="596939"/>
                  </a:lnTo>
                  <a:lnTo>
                    <a:pt x="1961926" y="596936"/>
                  </a:lnTo>
                  <a:lnTo>
                    <a:pt x="1961959" y="596934"/>
                  </a:lnTo>
                  <a:lnTo>
                    <a:pt x="1961997" y="596925"/>
                  </a:lnTo>
                  <a:lnTo>
                    <a:pt x="1962015" y="596921"/>
                  </a:lnTo>
                  <a:lnTo>
                    <a:pt x="1962053" y="596907"/>
                  </a:lnTo>
                  <a:lnTo>
                    <a:pt x="1962071" y="596900"/>
                  </a:lnTo>
                  <a:lnTo>
                    <a:pt x="1962086" y="596893"/>
                  </a:lnTo>
                  <a:lnTo>
                    <a:pt x="1962094" y="596890"/>
                  </a:lnTo>
                  <a:lnTo>
                    <a:pt x="1962100" y="596893"/>
                  </a:lnTo>
                  <a:lnTo>
                    <a:pt x="1962114" y="596895"/>
                  </a:lnTo>
                  <a:lnTo>
                    <a:pt x="1962129" y="596891"/>
                  </a:lnTo>
                  <a:lnTo>
                    <a:pt x="1962147" y="596881"/>
                  </a:lnTo>
                  <a:lnTo>
                    <a:pt x="1962151" y="596878"/>
                  </a:lnTo>
                  <a:lnTo>
                    <a:pt x="1962164" y="596868"/>
                  </a:lnTo>
                  <a:lnTo>
                    <a:pt x="1962184" y="596857"/>
                  </a:lnTo>
                  <a:lnTo>
                    <a:pt x="1962212" y="596839"/>
                  </a:lnTo>
                  <a:lnTo>
                    <a:pt x="1962226" y="596828"/>
                  </a:lnTo>
                  <a:lnTo>
                    <a:pt x="1962250" y="596811"/>
                  </a:lnTo>
                  <a:lnTo>
                    <a:pt x="1962280" y="596780"/>
                  </a:lnTo>
                  <a:lnTo>
                    <a:pt x="1962284" y="596777"/>
                  </a:lnTo>
                  <a:lnTo>
                    <a:pt x="1962292" y="596769"/>
                  </a:lnTo>
                  <a:lnTo>
                    <a:pt x="1962313" y="596749"/>
                  </a:lnTo>
                  <a:lnTo>
                    <a:pt x="1962324" y="596738"/>
                  </a:lnTo>
                  <a:lnTo>
                    <a:pt x="1962338" y="596716"/>
                  </a:lnTo>
                  <a:lnTo>
                    <a:pt x="1962342" y="596703"/>
                  </a:lnTo>
                  <a:lnTo>
                    <a:pt x="1962348" y="596698"/>
                  </a:lnTo>
                  <a:lnTo>
                    <a:pt x="1962353" y="596693"/>
                  </a:lnTo>
                  <a:lnTo>
                    <a:pt x="1962359" y="596687"/>
                  </a:lnTo>
                  <a:lnTo>
                    <a:pt x="1962370" y="596678"/>
                  </a:lnTo>
                  <a:lnTo>
                    <a:pt x="1962375" y="596665"/>
                  </a:lnTo>
                  <a:lnTo>
                    <a:pt x="1962377" y="596648"/>
                  </a:lnTo>
                  <a:lnTo>
                    <a:pt x="1962376" y="596634"/>
                  </a:lnTo>
                  <a:lnTo>
                    <a:pt x="1962377" y="596614"/>
                  </a:lnTo>
                  <a:lnTo>
                    <a:pt x="1962374" y="596602"/>
                  </a:lnTo>
                  <a:lnTo>
                    <a:pt x="1962371" y="596587"/>
                  </a:lnTo>
                  <a:lnTo>
                    <a:pt x="1962373" y="596573"/>
                  </a:lnTo>
                  <a:lnTo>
                    <a:pt x="1962378" y="596559"/>
                  </a:lnTo>
                  <a:lnTo>
                    <a:pt x="1962384" y="596545"/>
                  </a:lnTo>
                  <a:lnTo>
                    <a:pt x="1962388" y="596537"/>
                  </a:lnTo>
                  <a:lnTo>
                    <a:pt x="1962398" y="596525"/>
                  </a:lnTo>
                  <a:lnTo>
                    <a:pt x="1962409" y="596516"/>
                  </a:lnTo>
                  <a:lnTo>
                    <a:pt x="1962413" y="596515"/>
                  </a:lnTo>
                  <a:lnTo>
                    <a:pt x="1962419" y="596513"/>
                  </a:lnTo>
                  <a:lnTo>
                    <a:pt x="1962439" y="596502"/>
                  </a:lnTo>
                  <a:lnTo>
                    <a:pt x="1962453" y="596493"/>
                  </a:lnTo>
                  <a:lnTo>
                    <a:pt x="1962441" y="596506"/>
                  </a:lnTo>
                  <a:lnTo>
                    <a:pt x="1962429" y="596513"/>
                  </a:lnTo>
                  <a:lnTo>
                    <a:pt x="1962416" y="596518"/>
                  </a:lnTo>
                  <a:lnTo>
                    <a:pt x="1962404" y="596524"/>
                  </a:lnTo>
                  <a:lnTo>
                    <a:pt x="1962397" y="596533"/>
                  </a:lnTo>
                  <a:lnTo>
                    <a:pt x="1962391" y="596541"/>
                  </a:lnTo>
                  <a:lnTo>
                    <a:pt x="1962387" y="596550"/>
                  </a:lnTo>
                  <a:lnTo>
                    <a:pt x="1962382" y="596563"/>
                  </a:lnTo>
                  <a:lnTo>
                    <a:pt x="1962379" y="596577"/>
                  </a:lnTo>
                  <a:lnTo>
                    <a:pt x="1962377" y="596588"/>
                  </a:lnTo>
                  <a:lnTo>
                    <a:pt x="1962380" y="596595"/>
                  </a:lnTo>
                  <a:lnTo>
                    <a:pt x="1962384" y="596611"/>
                  </a:lnTo>
                  <a:lnTo>
                    <a:pt x="1962383" y="596620"/>
                  </a:lnTo>
                  <a:lnTo>
                    <a:pt x="1962383" y="596630"/>
                  </a:lnTo>
                  <a:lnTo>
                    <a:pt x="1962384" y="596638"/>
                  </a:lnTo>
                  <a:lnTo>
                    <a:pt x="1962385" y="596653"/>
                  </a:lnTo>
                  <a:lnTo>
                    <a:pt x="1962386" y="596660"/>
                  </a:lnTo>
                  <a:lnTo>
                    <a:pt x="1962383" y="596669"/>
                  </a:lnTo>
                  <a:lnTo>
                    <a:pt x="1962374" y="596685"/>
                  </a:lnTo>
                  <a:lnTo>
                    <a:pt x="1962370" y="596690"/>
                  </a:lnTo>
                  <a:lnTo>
                    <a:pt x="1962365" y="596698"/>
                  </a:lnTo>
                  <a:lnTo>
                    <a:pt x="1962344" y="596726"/>
                  </a:lnTo>
                  <a:lnTo>
                    <a:pt x="1962342" y="596732"/>
                  </a:lnTo>
                  <a:lnTo>
                    <a:pt x="1962334" y="596745"/>
                  </a:lnTo>
                  <a:lnTo>
                    <a:pt x="1962325" y="596754"/>
                  </a:lnTo>
                  <a:lnTo>
                    <a:pt x="1962318" y="596759"/>
                  </a:lnTo>
                  <a:lnTo>
                    <a:pt x="1962301" y="596774"/>
                  </a:lnTo>
                  <a:lnTo>
                    <a:pt x="1962286" y="596792"/>
                  </a:lnTo>
                  <a:lnTo>
                    <a:pt x="1962271" y="596807"/>
                  </a:lnTo>
                  <a:lnTo>
                    <a:pt x="1962262" y="596816"/>
                  </a:lnTo>
                  <a:lnTo>
                    <a:pt x="1962251" y="596824"/>
                  </a:lnTo>
                  <a:lnTo>
                    <a:pt x="1962240" y="596832"/>
                  </a:lnTo>
                  <a:lnTo>
                    <a:pt x="1962221" y="596848"/>
                  </a:lnTo>
                  <a:lnTo>
                    <a:pt x="1962208" y="596858"/>
                  </a:lnTo>
                  <a:lnTo>
                    <a:pt x="1962193" y="596867"/>
                  </a:lnTo>
                  <a:lnTo>
                    <a:pt x="1962178" y="596877"/>
                  </a:lnTo>
                  <a:lnTo>
                    <a:pt x="1962132" y="596911"/>
                  </a:lnTo>
                  <a:lnTo>
                    <a:pt x="1962118" y="596925"/>
                  </a:lnTo>
                  <a:lnTo>
                    <a:pt x="1962110" y="596928"/>
                  </a:lnTo>
                  <a:lnTo>
                    <a:pt x="1962091" y="596931"/>
                  </a:lnTo>
                  <a:lnTo>
                    <a:pt x="1962078" y="596932"/>
                  </a:lnTo>
                  <a:lnTo>
                    <a:pt x="1962063" y="596933"/>
                  </a:lnTo>
                  <a:lnTo>
                    <a:pt x="1962023" y="596939"/>
                  </a:lnTo>
                  <a:lnTo>
                    <a:pt x="1961992" y="596949"/>
                  </a:lnTo>
                  <a:lnTo>
                    <a:pt x="1961962" y="596948"/>
                  </a:lnTo>
                  <a:lnTo>
                    <a:pt x="1961940" y="596950"/>
                  </a:lnTo>
                  <a:lnTo>
                    <a:pt x="1961906" y="596954"/>
                  </a:lnTo>
                  <a:lnTo>
                    <a:pt x="1961885" y="596958"/>
                  </a:lnTo>
                  <a:lnTo>
                    <a:pt x="1961877" y="596960"/>
                  </a:lnTo>
                  <a:lnTo>
                    <a:pt x="1961867" y="596966"/>
                  </a:lnTo>
                  <a:lnTo>
                    <a:pt x="1961855" y="596969"/>
                  </a:lnTo>
                  <a:lnTo>
                    <a:pt x="1961834" y="596970"/>
                  </a:lnTo>
                  <a:lnTo>
                    <a:pt x="1961814" y="596971"/>
                  </a:lnTo>
                  <a:lnTo>
                    <a:pt x="1961786" y="596971"/>
                  </a:lnTo>
                  <a:lnTo>
                    <a:pt x="1961762" y="596972"/>
                  </a:lnTo>
                  <a:lnTo>
                    <a:pt x="1961734" y="596973"/>
                  </a:lnTo>
                  <a:lnTo>
                    <a:pt x="1961673" y="596974"/>
                  </a:lnTo>
                  <a:lnTo>
                    <a:pt x="1961656" y="596976"/>
                  </a:lnTo>
                  <a:lnTo>
                    <a:pt x="1961619" y="596975"/>
                  </a:lnTo>
                  <a:lnTo>
                    <a:pt x="1961593" y="596975"/>
                  </a:lnTo>
                  <a:lnTo>
                    <a:pt x="1961579" y="596973"/>
                  </a:lnTo>
                  <a:lnTo>
                    <a:pt x="1961561" y="596970"/>
                  </a:lnTo>
                  <a:lnTo>
                    <a:pt x="1961545" y="596968"/>
                  </a:lnTo>
                  <a:lnTo>
                    <a:pt x="1961534" y="596961"/>
                  </a:lnTo>
                  <a:lnTo>
                    <a:pt x="1961516" y="596954"/>
                  </a:lnTo>
                  <a:lnTo>
                    <a:pt x="1961501" y="596944"/>
                  </a:lnTo>
                  <a:lnTo>
                    <a:pt x="1961475" y="596948"/>
                  </a:lnTo>
                  <a:lnTo>
                    <a:pt x="1961468" y="596949"/>
                  </a:lnTo>
                  <a:lnTo>
                    <a:pt x="1961464" y="596953"/>
                  </a:lnTo>
                  <a:lnTo>
                    <a:pt x="1961458" y="596958"/>
                  </a:lnTo>
                  <a:lnTo>
                    <a:pt x="1961450" y="596965"/>
                  </a:lnTo>
                  <a:lnTo>
                    <a:pt x="1961437" y="596972"/>
                  </a:lnTo>
                  <a:lnTo>
                    <a:pt x="1961420" y="596983"/>
                  </a:lnTo>
                  <a:lnTo>
                    <a:pt x="1961409" y="596991"/>
                  </a:lnTo>
                  <a:lnTo>
                    <a:pt x="1961401" y="596998"/>
                  </a:lnTo>
                  <a:lnTo>
                    <a:pt x="1961380" y="597010"/>
                  </a:lnTo>
                  <a:lnTo>
                    <a:pt x="1961362" y="597018"/>
                  </a:lnTo>
                  <a:lnTo>
                    <a:pt x="1961334" y="597030"/>
                  </a:lnTo>
                  <a:lnTo>
                    <a:pt x="1961323" y="597033"/>
                  </a:lnTo>
                  <a:lnTo>
                    <a:pt x="1961293" y="597038"/>
                  </a:lnTo>
                  <a:lnTo>
                    <a:pt x="1961276" y="597041"/>
                  </a:lnTo>
                  <a:lnTo>
                    <a:pt x="1961260" y="597047"/>
                  </a:lnTo>
                  <a:lnTo>
                    <a:pt x="1961226" y="597057"/>
                  </a:lnTo>
                  <a:lnTo>
                    <a:pt x="1961220" y="597060"/>
                  </a:lnTo>
                  <a:lnTo>
                    <a:pt x="1961215" y="597062"/>
                  </a:lnTo>
                  <a:lnTo>
                    <a:pt x="1961143" y="597184"/>
                  </a:lnTo>
                  <a:lnTo>
                    <a:pt x="1961129" y="597198"/>
                  </a:lnTo>
                  <a:lnTo>
                    <a:pt x="1961110" y="597217"/>
                  </a:lnTo>
                  <a:lnTo>
                    <a:pt x="1961072" y="597255"/>
                  </a:lnTo>
                  <a:lnTo>
                    <a:pt x="1960971" y="597348"/>
                  </a:lnTo>
                  <a:lnTo>
                    <a:pt x="1960938" y="597374"/>
                  </a:lnTo>
                  <a:lnTo>
                    <a:pt x="1960914" y="597393"/>
                  </a:lnTo>
                  <a:lnTo>
                    <a:pt x="1960900" y="597397"/>
                  </a:lnTo>
                  <a:lnTo>
                    <a:pt x="1960888" y="597405"/>
                  </a:lnTo>
                  <a:lnTo>
                    <a:pt x="1960856" y="597435"/>
                  </a:lnTo>
                  <a:lnTo>
                    <a:pt x="1960842" y="597451"/>
                  </a:lnTo>
                  <a:lnTo>
                    <a:pt x="1960810" y="597484"/>
                  </a:lnTo>
                  <a:lnTo>
                    <a:pt x="1960776" y="597537"/>
                  </a:lnTo>
                  <a:lnTo>
                    <a:pt x="1960754" y="597583"/>
                  </a:lnTo>
                  <a:lnTo>
                    <a:pt x="1960737" y="597612"/>
                  </a:lnTo>
                  <a:lnTo>
                    <a:pt x="1960709" y="597655"/>
                  </a:lnTo>
                  <a:lnTo>
                    <a:pt x="1960702" y="597674"/>
                  </a:lnTo>
                  <a:lnTo>
                    <a:pt x="1960703" y="597705"/>
                  </a:lnTo>
                  <a:lnTo>
                    <a:pt x="1960702" y="597710"/>
                  </a:lnTo>
                  <a:lnTo>
                    <a:pt x="1960698" y="597717"/>
                  </a:lnTo>
                  <a:lnTo>
                    <a:pt x="1960692" y="597723"/>
                  </a:lnTo>
                  <a:lnTo>
                    <a:pt x="1960677" y="597738"/>
                  </a:lnTo>
                  <a:lnTo>
                    <a:pt x="1960669" y="597747"/>
                  </a:lnTo>
                  <a:lnTo>
                    <a:pt x="1960662" y="597754"/>
                  </a:lnTo>
                  <a:lnTo>
                    <a:pt x="1960657" y="597761"/>
                  </a:lnTo>
                  <a:lnTo>
                    <a:pt x="1960654" y="597767"/>
                  </a:lnTo>
                  <a:lnTo>
                    <a:pt x="1960653" y="597772"/>
                  </a:lnTo>
                  <a:lnTo>
                    <a:pt x="1960653" y="597777"/>
                  </a:lnTo>
                  <a:lnTo>
                    <a:pt x="1960656" y="597807"/>
                  </a:lnTo>
                  <a:lnTo>
                    <a:pt x="1960658" y="597887"/>
                  </a:lnTo>
                  <a:lnTo>
                    <a:pt x="1960662" y="597999"/>
                  </a:lnTo>
                  <a:lnTo>
                    <a:pt x="1960661" y="598114"/>
                  </a:lnTo>
                  <a:lnTo>
                    <a:pt x="1960663" y="598151"/>
                  </a:lnTo>
                  <a:lnTo>
                    <a:pt x="1960664" y="598160"/>
                  </a:lnTo>
                  <a:lnTo>
                    <a:pt x="1960665" y="598169"/>
                  </a:lnTo>
                  <a:lnTo>
                    <a:pt x="1960668" y="598178"/>
                  </a:lnTo>
                  <a:lnTo>
                    <a:pt x="1960671" y="598187"/>
                  </a:lnTo>
                  <a:lnTo>
                    <a:pt x="1960685" y="598218"/>
                  </a:lnTo>
                  <a:lnTo>
                    <a:pt x="1960688" y="598222"/>
                  </a:lnTo>
                  <a:lnTo>
                    <a:pt x="1960692" y="598226"/>
                  </a:lnTo>
                  <a:lnTo>
                    <a:pt x="1960696" y="598230"/>
                  </a:lnTo>
                  <a:lnTo>
                    <a:pt x="1960702" y="598234"/>
                  </a:lnTo>
                  <a:lnTo>
                    <a:pt x="1960707" y="598235"/>
                  </a:lnTo>
                  <a:lnTo>
                    <a:pt x="1960713" y="598234"/>
                  </a:lnTo>
                  <a:lnTo>
                    <a:pt x="1960729" y="598228"/>
                  </a:lnTo>
                  <a:lnTo>
                    <a:pt x="1960733" y="598230"/>
                  </a:lnTo>
                  <a:lnTo>
                    <a:pt x="1960733" y="598235"/>
                  </a:lnTo>
                  <a:lnTo>
                    <a:pt x="1960730" y="598244"/>
                  </a:lnTo>
                  <a:lnTo>
                    <a:pt x="1960730" y="598255"/>
                  </a:lnTo>
                  <a:lnTo>
                    <a:pt x="1960736" y="598259"/>
                  </a:lnTo>
                  <a:lnTo>
                    <a:pt x="1960747" y="598261"/>
                  </a:lnTo>
                  <a:lnTo>
                    <a:pt x="1960752" y="598263"/>
                  </a:lnTo>
                  <a:lnTo>
                    <a:pt x="1960770" y="598273"/>
                  </a:lnTo>
                  <a:lnTo>
                    <a:pt x="1960831" y="598319"/>
                  </a:lnTo>
                  <a:lnTo>
                    <a:pt x="1960837" y="598325"/>
                  </a:lnTo>
                  <a:lnTo>
                    <a:pt x="1960851" y="598338"/>
                  </a:lnTo>
                  <a:lnTo>
                    <a:pt x="1960863" y="598350"/>
                  </a:lnTo>
                  <a:lnTo>
                    <a:pt x="1960911" y="598390"/>
                  </a:lnTo>
                  <a:lnTo>
                    <a:pt x="1960915" y="598393"/>
                  </a:lnTo>
                  <a:lnTo>
                    <a:pt x="1960919" y="598397"/>
                  </a:lnTo>
                  <a:lnTo>
                    <a:pt x="1960923" y="598401"/>
                  </a:lnTo>
                  <a:lnTo>
                    <a:pt x="1960928" y="598407"/>
                  </a:lnTo>
                  <a:lnTo>
                    <a:pt x="1960943" y="598427"/>
                  </a:lnTo>
                  <a:lnTo>
                    <a:pt x="1960960" y="598451"/>
                  </a:lnTo>
                  <a:lnTo>
                    <a:pt x="1960962" y="598455"/>
                  </a:lnTo>
                  <a:lnTo>
                    <a:pt x="1960964" y="598461"/>
                  </a:lnTo>
                  <a:lnTo>
                    <a:pt x="1960975" y="598484"/>
                  </a:lnTo>
                  <a:lnTo>
                    <a:pt x="1960977" y="598490"/>
                  </a:lnTo>
                  <a:lnTo>
                    <a:pt x="1960978" y="598495"/>
                  </a:lnTo>
                  <a:lnTo>
                    <a:pt x="1960980" y="598502"/>
                  </a:lnTo>
                  <a:lnTo>
                    <a:pt x="1960983" y="598508"/>
                  </a:lnTo>
                  <a:lnTo>
                    <a:pt x="1960987" y="598514"/>
                  </a:lnTo>
                  <a:lnTo>
                    <a:pt x="1960991" y="598517"/>
                  </a:lnTo>
                  <a:lnTo>
                    <a:pt x="1960995" y="598520"/>
                  </a:lnTo>
                  <a:lnTo>
                    <a:pt x="1961003" y="598525"/>
                  </a:lnTo>
                  <a:lnTo>
                    <a:pt x="1961007" y="598529"/>
                  </a:lnTo>
                  <a:lnTo>
                    <a:pt x="1961013" y="598541"/>
                  </a:lnTo>
                  <a:lnTo>
                    <a:pt x="1961068" y="598613"/>
                  </a:lnTo>
                  <a:lnTo>
                    <a:pt x="1961128" y="598701"/>
                  </a:lnTo>
                  <a:lnTo>
                    <a:pt x="1961137" y="598712"/>
                  </a:lnTo>
                  <a:lnTo>
                    <a:pt x="1961142" y="598720"/>
                  </a:lnTo>
                  <a:lnTo>
                    <a:pt x="1961185" y="598783"/>
                  </a:lnTo>
                  <a:lnTo>
                    <a:pt x="1961200" y="598809"/>
                  </a:lnTo>
                  <a:lnTo>
                    <a:pt x="1961227" y="598852"/>
                  </a:lnTo>
                  <a:lnTo>
                    <a:pt x="1961258" y="598892"/>
                  </a:lnTo>
                  <a:lnTo>
                    <a:pt x="1961262" y="598897"/>
                  </a:lnTo>
                  <a:lnTo>
                    <a:pt x="1961305" y="598942"/>
                  </a:lnTo>
                  <a:lnTo>
                    <a:pt x="1961370" y="599009"/>
                  </a:lnTo>
                  <a:lnTo>
                    <a:pt x="1961401" y="599021"/>
                  </a:lnTo>
                  <a:lnTo>
                    <a:pt x="1961445" y="599032"/>
                  </a:lnTo>
                  <a:lnTo>
                    <a:pt x="1961481" y="599046"/>
                  </a:lnTo>
                  <a:lnTo>
                    <a:pt x="1961495" y="599051"/>
                  </a:lnTo>
                  <a:lnTo>
                    <a:pt x="1961509" y="599057"/>
                  </a:lnTo>
                  <a:lnTo>
                    <a:pt x="1961532" y="599068"/>
                  </a:lnTo>
                  <a:lnTo>
                    <a:pt x="1961556" y="599078"/>
                  </a:lnTo>
                  <a:lnTo>
                    <a:pt x="1961565" y="599083"/>
                  </a:lnTo>
                  <a:lnTo>
                    <a:pt x="1961584" y="599094"/>
                  </a:lnTo>
                  <a:lnTo>
                    <a:pt x="1961593" y="599101"/>
                  </a:lnTo>
                  <a:lnTo>
                    <a:pt x="1961612" y="599117"/>
                  </a:lnTo>
                  <a:lnTo>
                    <a:pt x="1961629" y="599127"/>
                  </a:lnTo>
                  <a:lnTo>
                    <a:pt x="1961642" y="599136"/>
                  </a:lnTo>
                  <a:lnTo>
                    <a:pt x="1961665" y="599150"/>
                  </a:lnTo>
                  <a:lnTo>
                    <a:pt x="1961681" y="599159"/>
                  </a:lnTo>
                  <a:lnTo>
                    <a:pt x="1961687" y="599162"/>
                  </a:lnTo>
                  <a:lnTo>
                    <a:pt x="1961722" y="599189"/>
                  </a:lnTo>
                  <a:lnTo>
                    <a:pt x="1961729" y="599197"/>
                  </a:lnTo>
                  <a:lnTo>
                    <a:pt x="1961761" y="599229"/>
                  </a:lnTo>
                  <a:lnTo>
                    <a:pt x="1961813" y="599287"/>
                  </a:lnTo>
                  <a:lnTo>
                    <a:pt x="1961819" y="599296"/>
                  </a:lnTo>
                  <a:lnTo>
                    <a:pt x="1961849" y="599336"/>
                  </a:lnTo>
                  <a:lnTo>
                    <a:pt x="1961858" y="599348"/>
                  </a:lnTo>
                  <a:lnTo>
                    <a:pt x="1961859" y="599353"/>
                  </a:lnTo>
                  <a:lnTo>
                    <a:pt x="1961866" y="599363"/>
                  </a:lnTo>
                  <a:lnTo>
                    <a:pt x="1961877" y="599378"/>
                  </a:lnTo>
                  <a:lnTo>
                    <a:pt x="1961906" y="599425"/>
                  </a:lnTo>
                  <a:lnTo>
                    <a:pt x="1961920" y="599451"/>
                  </a:lnTo>
                  <a:lnTo>
                    <a:pt x="1961929" y="599464"/>
                  </a:lnTo>
                  <a:lnTo>
                    <a:pt x="1961947" y="599504"/>
                  </a:lnTo>
                  <a:lnTo>
                    <a:pt x="1961952" y="599511"/>
                  </a:lnTo>
                  <a:lnTo>
                    <a:pt x="1961961" y="599533"/>
                  </a:lnTo>
                  <a:lnTo>
                    <a:pt x="1961965" y="599545"/>
                  </a:lnTo>
                  <a:lnTo>
                    <a:pt x="1961967" y="599553"/>
                  </a:lnTo>
                  <a:lnTo>
                    <a:pt x="1961969" y="599558"/>
                  </a:lnTo>
                  <a:lnTo>
                    <a:pt x="1962014" y="599692"/>
                  </a:lnTo>
                  <a:lnTo>
                    <a:pt x="1962019" y="599710"/>
                  </a:lnTo>
                  <a:lnTo>
                    <a:pt x="1962024" y="599724"/>
                  </a:lnTo>
                  <a:lnTo>
                    <a:pt x="1962027" y="599735"/>
                  </a:lnTo>
                  <a:lnTo>
                    <a:pt x="1962031" y="599743"/>
                  </a:lnTo>
                  <a:lnTo>
                    <a:pt x="1962035" y="599751"/>
                  </a:lnTo>
                  <a:lnTo>
                    <a:pt x="1962039" y="599759"/>
                  </a:lnTo>
                  <a:lnTo>
                    <a:pt x="1962052" y="599791"/>
                  </a:lnTo>
                  <a:lnTo>
                    <a:pt x="1962055" y="599799"/>
                  </a:lnTo>
                  <a:lnTo>
                    <a:pt x="1962057" y="599803"/>
                  </a:lnTo>
                  <a:lnTo>
                    <a:pt x="1962059" y="599808"/>
                  </a:lnTo>
                  <a:lnTo>
                    <a:pt x="1962060" y="599813"/>
                  </a:lnTo>
                  <a:lnTo>
                    <a:pt x="1962062" y="599819"/>
                  </a:lnTo>
                  <a:lnTo>
                    <a:pt x="1962076" y="599861"/>
                  </a:lnTo>
                  <a:lnTo>
                    <a:pt x="1962077" y="599870"/>
                  </a:lnTo>
                  <a:lnTo>
                    <a:pt x="1962085" y="599906"/>
                  </a:lnTo>
                  <a:lnTo>
                    <a:pt x="1962089" y="599927"/>
                  </a:lnTo>
                  <a:lnTo>
                    <a:pt x="1962090" y="599934"/>
                  </a:lnTo>
                  <a:lnTo>
                    <a:pt x="1962092" y="599952"/>
                  </a:lnTo>
                  <a:lnTo>
                    <a:pt x="1962096" y="599976"/>
                  </a:lnTo>
                  <a:lnTo>
                    <a:pt x="1962098" y="599989"/>
                  </a:lnTo>
                  <a:lnTo>
                    <a:pt x="1962101" y="600001"/>
                  </a:lnTo>
                  <a:lnTo>
                    <a:pt x="1962106" y="600026"/>
                  </a:lnTo>
                  <a:lnTo>
                    <a:pt x="1962108" y="600046"/>
                  </a:lnTo>
                  <a:lnTo>
                    <a:pt x="1962113" y="600076"/>
                  </a:lnTo>
                  <a:lnTo>
                    <a:pt x="1962115" y="600106"/>
                  </a:lnTo>
                  <a:lnTo>
                    <a:pt x="1962121" y="600133"/>
                  </a:lnTo>
                  <a:lnTo>
                    <a:pt x="1962125" y="600176"/>
                  </a:lnTo>
                  <a:lnTo>
                    <a:pt x="1962129" y="600199"/>
                  </a:lnTo>
                  <a:lnTo>
                    <a:pt x="1962135" y="600229"/>
                  </a:lnTo>
                  <a:lnTo>
                    <a:pt x="1962137" y="600257"/>
                  </a:lnTo>
                  <a:lnTo>
                    <a:pt x="1962153" y="600318"/>
                  </a:lnTo>
                  <a:lnTo>
                    <a:pt x="1962162" y="600423"/>
                  </a:lnTo>
                  <a:lnTo>
                    <a:pt x="1962176" y="600527"/>
                  </a:lnTo>
                  <a:lnTo>
                    <a:pt x="1962178" y="600543"/>
                  </a:lnTo>
                  <a:lnTo>
                    <a:pt x="1962196" y="600597"/>
                  </a:lnTo>
                  <a:lnTo>
                    <a:pt x="1962227" y="600627"/>
                  </a:lnTo>
                  <a:lnTo>
                    <a:pt x="1962331" y="600710"/>
                  </a:lnTo>
                  <a:lnTo>
                    <a:pt x="1962421" y="600774"/>
                  </a:lnTo>
                  <a:lnTo>
                    <a:pt x="1962510" y="600828"/>
                  </a:lnTo>
                  <a:lnTo>
                    <a:pt x="1962591" y="600875"/>
                  </a:lnTo>
                  <a:lnTo>
                    <a:pt x="1962644" y="600907"/>
                  </a:lnTo>
                  <a:lnTo>
                    <a:pt x="1962749" y="600964"/>
                  </a:lnTo>
                  <a:lnTo>
                    <a:pt x="1962810" y="600991"/>
                  </a:lnTo>
                  <a:lnTo>
                    <a:pt x="1962876" y="601030"/>
                  </a:lnTo>
                  <a:lnTo>
                    <a:pt x="1962917" y="601059"/>
                  </a:lnTo>
                  <a:lnTo>
                    <a:pt x="1962980" y="601111"/>
                  </a:lnTo>
                  <a:lnTo>
                    <a:pt x="1963039" y="601163"/>
                  </a:lnTo>
                  <a:lnTo>
                    <a:pt x="1963047" y="601146"/>
                  </a:lnTo>
                  <a:lnTo>
                    <a:pt x="1962998" y="601059"/>
                  </a:lnTo>
                  <a:lnTo>
                    <a:pt x="1962974" y="600999"/>
                  </a:lnTo>
                  <a:lnTo>
                    <a:pt x="1962969" y="600949"/>
                  </a:lnTo>
                  <a:lnTo>
                    <a:pt x="1962967" y="600900"/>
                  </a:lnTo>
                  <a:lnTo>
                    <a:pt x="1962950" y="600815"/>
                  </a:lnTo>
                  <a:lnTo>
                    <a:pt x="1962941" y="600791"/>
                  </a:lnTo>
                  <a:lnTo>
                    <a:pt x="1962873" y="600667"/>
                  </a:lnTo>
                  <a:lnTo>
                    <a:pt x="1962797" y="600563"/>
                  </a:lnTo>
                  <a:lnTo>
                    <a:pt x="1962692" y="600503"/>
                  </a:lnTo>
                  <a:lnTo>
                    <a:pt x="1962572" y="600441"/>
                  </a:lnTo>
                  <a:lnTo>
                    <a:pt x="1962536" y="600412"/>
                  </a:lnTo>
                  <a:lnTo>
                    <a:pt x="1962528" y="600381"/>
                  </a:lnTo>
                  <a:lnTo>
                    <a:pt x="1962524" y="600369"/>
                  </a:lnTo>
                  <a:lnTo>
                    <a:pt x="1962530" y="600333"/>
                  </a:lnTo>
                  <a:lnTo>
                    <a:pt x="1962533" y="600319"/>
                  </a:lnTo>
                  <a:lnTo>
                    <a:pt x="1962537" y="600301"/>
                  </a:lnTo>
                  <a:lnTo>
                    <a:pt x="1962561" y="600249"/>
                  </a:lnTo>
                  <a:lnTo>
                    <a:pt x="1962581" y="600219"/>
                  </a:lnTo>
                  <a:lnTo>
                    <a:pt x="1962640" y="600161"/>
                  </a:lnTo>
                  <a:lnTo>
                    <a:pt x="1962665" y="600126"/>
                  </a:lnTo>
                  <a:lnTo>
                    <a:pt x="1962686" y="600081"/>
                  </a:lnTo>
                  <a:lnTo>
                    <a:pt x="1962689" y="600062"/>
                  </a:lnTo>
                  <a:lnTo>
                    <a:pt x="1962693" y="600041"/>
                  </a:lnTo>
                  <a:lnTo>
                    <a:pt x="1962679" y="599978"/>
                  </a:lnTo>
                  <a:lnTo>
                    <a:pt x="1962659" y="599899"/>
                  </a:lnTo>
                  <a:lnTo>
                    <a:pt x="1962646" y="599860"/>
                  </a:lnTo>
                  <a:lnTo>
                    <a:pt x="1962641" y="599837"/>
                  </a:lnTo>
                  <a:lnTo>
                    <a:pt x="1962609" y="599719"/>
                  </a:lnTo>
                  <a:lnTo>
                    <a:pt x="1962606" y="599703"/>
                  </a:lnTo>
                  <a:lnTo>
                    <a:pt x="1962601" y="599678"/>
                  </a:lnTo>
                  <a:lnTo>
                    <a:pt x="1962598" y="599649"/>
                  </a:lnTo>
                  <a:lnTo>
                    <a:pt x="1962596" y="599620"/>
                  </a:lnTo>
                  <a:lnTo>
                    <a:pt x="1962599" y="599544"/>
                  </a:lnTo>
                  <a:lnTo>
                    <a:pt x="1962599" y="599527"/>
                  </a:lnTo>
                  <a:lnTo>
                    <a:pt x="1962589" y="599450"/>
                  </a:lnTo>
                  <a:lnTo>
                    <a:pt x="1962588" y="599445"/>
                  </a:lnTo>
                  <a:lnTo>
                    <a:pt x="1962575" y="599395"/>
                  </a:lnTo>
                  <a:lnTo>
                    <a:pt x="1962562" y="599351"/>
                  </a:lnTo>
                  <a:lnTo>
                    <a:pt x="1962550" y="599329"/>
                  </a:lnTo>
                  <a:lnTo>
                    <a:pt x="1962531" y="599296"/>
                  </a:lnTo>
                  <a:lnTo>
                    <a:pt x="1962495" y="599257"/>
                  </a:lnTo>
                  <a:lnTo>
                    <a:pt x="1962483" y="599244"/>
                  </a:lnTo>
                  <a:lnTo>
                    <a:pt x="1962475" y="599236"/>
                  </a:lnTo>
                  <a:lnTo>
                    <a:pt x="1962467" y="599225"/>
                  </a:lnTo>
                  <a:lnTo>
                    <a:pt x="1962445" y="599184"/>
                  </a:lnTo>
                  <a:lnTo>
                    <a:pt x="1962434" y="599170"/>
                  </a:lnTo>
                  <a:lnTo>
                    <a:pt x="1962416" y="599150"/>
                  </a:lnTo>
                  <a:lnTo>
                    <a:pt x="1962401" y="599138"/>
                  </a:lnTo>
                  <a:lnTo>
                    <a:pt x="1962389" y="599130"/>
                  </a:lnTo>
                  <a:lnTo>
                    <a:pt x="1962360" y="599119"/>
                  </a:lnTo>
                  <a:lnTo>
                    <a:pt x="1962336" y="599115"/>
                  </a:lnTo>
                  <a:lnTo>
                    <a:pt x="1962303" y="599105"/>
                  </a:lnTo>
                  <a:lnTo>
                    <a:pt x="1962274" y="599092"/>
                  </a:lnTo>
                  <a:lnTo>
                    <a:pt x="1962222" y="599080"/>
                  </a:lnTo>
                  <a:lnTo>
                    <a:pt x="1962180" y="599081"/>
                  </a:lnTo>
                  <a:lnTo>
                    <a:pt x="1962150" y="599082"/>
                  </a:lnTo>
                  <a:lnTo>
                    <a:pt x="1962133" y="599087"/>
                  </a:lnTo>
                  <a:lnTo>
                    <a:pt x="1962121" y="599087"/>
                  </a:lnTo>
                  <a:lnTo>
                    <a:pt x="1962115" y="599087"/>
                  </a:lnTo>
                  <a:lnTo>
                    <a:pt x="1962101" y="599086"/>
                  </a:lnTo>
                  <a:lnTo>
                    <a:pt x="1962084" y="599082"/>
                  </a:lnTo>
                  <a:lnTo>
                    <a:pt x="1962071" y="599074"/>
                  </a:lnTo>
                  <a:lnTo>
                    <a:pt x="1962061" y="599063"/>
                  </a:lnTo>
                  <a:lnTo>
                    <a:pt x="1962053" y="599042"/>
                  </a:lnTo>
                  <a:lnTo>
                    <a:pt x="1962047" y="599022"/>
                  </a:lnTo>
                  <a:lnTo>
                    <a:pt x="1962041" y="599010"/>
                  </a:lnTo>
                  <a:lnTo>
                    <a:pt x="1962036" y="599004"/>
                  </a:lnTo>
                  <a:lnTo>
                    <a:pt x="1962027" y="598997"/>
                  </a:lnTo>
                  <a:lnTo>
                    <a:pt x="1962015" y="598990"/>
                  </a:lnTo>
                  <a:lnTo>
                    <a:pt x="1961989" y="598975"/>
                  </a:lnTo>
                  <a:lnTo>
                    <a:pt x="1961973" y="598961"/>
                  </a:lnTo>
                  <a:lnTo>
                    <a:pt x="1961958" y="598941"/>
                  </a:lnTo>
                  <a:lnTo>
                    <a:pt x="1961943" y="598912"/>
                  </a:lnTo>
                  <a:lnTo>
                    <a:pt x="1961937" y="598897"/>
                  </a:lnTo>
                  <a:lnTo>
                    <a:pt x="1961935" y="598887"/>
                  </a:lnTo>
                  <a:lnTo>
                    <a:pt x="1961936" y="598857"/>
                  </a:lnTo>
                  <a:lnTo>
                    <a:pt x="1961940" y="598835"/>
                  </a:lnTo>
                  <a:lnTo>
                    <a:pt x="1961945" y="598813"/>
                  </a:lnTo>
                  <a:lnTo>
                    <a:pt x="1961947" y="598798"/>
                  </a:lnTo>
                  <a:lnTo>
                    <a:pt x="1961942" y="598781"/>
                  </a:lnTo>
                  <a:lnTo>
                    <a:pt x="1961933" y="598762"/>
                  </a:lnTo>
                  <a:lnTo>
                    <a:pt x="1961913" y="598735"/>
                  </a:lnTo>
                  <a:lnTo>
                    <a:pt x="1961904" y="598724"/>
                  </a:lnTo>
                  <a:lnTo>
                    <a:pt x="1961901" y="598718"/>
                  </a:lnTo>
                  <a:lnTo>
                    <a:pt x="1961894" y="598686"/>
                  </a:lnTo>
                  <a:lnTo>
                    <a:pt x="1961886" y="598662"/>
                  </a:lnTo>
                  <a:lnTo>
                    <a:pt x="1961880" y="598646"/>
                  </a:lnTo>
                  <a:lnTo>
                    <a:pt x="1961869" y="598632"/>
                  </a:lnTo>
                  <a:lnTo>
                    <a:pt x="1961853" y="598616"/>
                  </a:lnTo>
                  <a:lnTo>
                    <a:pt x="1961840" y="598601"/>
                  </a:lnTo>
                  <a:lnTo>
                    <a:pt x="1961835" y="598593"/>
                  </a:lnTo>
                  <a:lnTo>
                    <a:pt x="1961820" y="598563"/>
                  </a:lnTo>
                  <a:lnTo>
                    <a:pt x="1961811" y="598546"/>
                  </a:lnTo>
                  <a:lnTo>
                    <a:pt x="1961791" y="598519"/>
                  </a:lnTo>
                  <a:lnTo>
                    <a:pt x="1961771" y="598502"/>
                  </a:lnTo>
                  <a:lnTo>
                    <a:pt x="1961766" y="598496"/>
                  </a:lnTo>
                  <a:lnTo>
                    <a:pt x="1961780" y="598503"/>
                  </a:lnTo>
                  <a:lnTo>
                    <a:pt x="1961798" y="598520"/>
                  </a:lnTo>
                  <a:lnTo>
                    <a:pt x="1961814" y="598542"/>
                  </a:lnTo>
                  <a:lnTo>
                    <a:pt x="1961825" y="598561"/>
                  </a:lnTo>
                  <a:lnTo>
                    <a:pt x="1961835" y="598578"/>
                  </a:lnTo>
                  <a:lnTo>
                    <a:pt x="1961838" y="598588"/>
                  </a:lnTo>
                  <a:lnTo>
                    <a:pt x="1961841" y="598593"/>
                  </a:lnTo>
                  <a:lnTo>
                    <a:pt x="1961849" y="598603"/>
                  </a:lnTo>
                  <a:lnTo>
                    <a:pt x="1961879" y="598635"/>
                  </a:lnTo>
                  <a:lnTo>
                    <a:pt x="1961888" y="598647"/>
                  </a:lnTo>
                  <a:lnTo>
                    <a:pt x="1961899" y="598669"/>
                  </a:lnTo>
                  <a:lnTo>
                    <a:pt x="1961903" y="598686"/>
                  </a:lnTo>
                  <a:lnTo>
                    <a:pt x="1961905" y="598708"/>
                  </a:lnTo>
                  <a:lnTo>
                    <a:pt x="1961907" y="598714"/>
                  </a:lnTo>
                  <a:lnTo>
                    <a:pt x="1961924" y="598735"/>
                  </a:lnTo>
                  <a:lnTo>
                    <a:pt x="1961937" y="598754"/>
                  </a:lnTo>
                  <a:lnTo>
                    <a:pt x="1961951" y="598784"/>
                  </a:lnTo>
                  <a:lnTo>
                    <a:pt x="1961954" y="598791"/>
                  </a:lnTo>
                  <a:lnTo>
                    <a:pt x="1961955" y="598808"/>
                  </a:lnTo>
                  <a:lnTo>
                    <a:pt x="1961953" y="598832"/>
                  </a:lnTo>
                  <a:lnTo>
                    <a:pt x="1961948" y="598846"/>
                  </a:lnTo>
                  <a:lnTo>
                    <a:pt x="1961945" y="598863"/>
                  </a:lnTo>
                  <a:lnTo>
                    <a:pt x="1961944" y="598873"/>
                  </a:lnTo>
                  <a:lnTo>
                    <a:pt x="1961946" y="598887"/>
                  </a:lnTo>
                  <a:lnTo>
                    <a:pt x="1961950" y="598902"/>
                  </a:lnTo>
                  <a:lnTo>
                    <a:pt x="1961959" y="598922"/>
                  </a:lnTo>
                  <a:lnTo>
                    <a:pt x="1961965" y="598934"/>
                  </a:lnTo>
                  <a:lnTo>
                    <a:pt x="1961976" y="598948"/>
                  </a:lnTo>
                  <a:lnTo>
                    <a:pt x="1961986" y="598958"/>
                  </a:lnTo>
                  <a:lnTo>
                    <a:pt x="1962008" y="598976"/>
                  </a:lnTo>
                  <a:lnTo>
                    <a:pt x="1962042" y="598997"/>
                  </a:lnTo>
                  <a:lnTo>
                    <a:pt x="1962048" y="599000"/>
                  </a:lnTo>
                  <a:lnTo>
                    <a:pt x="1962057" y="599008"/>
                  </a:lnTo>
                  <a:lnTo>
                    <a:pt x="1962061" y="599015"/>
                  </a:lnTo>
                  <a:lnTo>
                    <a:pt x="1962060" y="599022"/>
                  </a:lnTo>
                  <a:lnTo>
                    <a:pt x="1962060" y="599031"/>
                  </a:lnTo>
                  <a:lnTo>
                    <a:pt x="1962065" y="599047"/>
                  </a:lnTo>
                  <a:lnTo>
                    <a:pt x="1962073" y="599059"/>
                  </a:lnTo>
                  <a:lnTo>
                    <a:pt x="1962079" y="599067"/>
                  </a:lnTo>
                  <a:lnTo>
                    <a:pt x="1962085" y="599072"/>
                  </a:lnTo>
                  <a:lnTo>
                    <a:pt x="1962091" y="599075"/>
                  </a:lnTo>
                  <a:lnTo>
                    <a:pt x="1962106" y="599077"/>
                  </a:lnTo>
                  <a:lnTo>
                    <a:pt x="1962114" y="599078"/>
                  </a:lnTo>
                  <a:lnTo>
                    <a:pt x="1962124" y="599075"/>
                  </a:lnTo>
                  <a:lnTo>
                    <a:pt x="1962143" y="599071"/>
                  </a:lnTo>
                  <a:lnTo>
                    <a:pt x="1962174" y="599064"/>
                  </a:lnTo>
                  <a:lnTo>
                    <a:pt x="1962198" y="599061"/>
                  </a:lnTo>
                  <a:lnTo>
                    <a:pt x="1962217" y="599062"/>
                  </a:lnTo>
                  <a:lnTo>
                    <a:pt x="1962247" y="599068"/>
                  </a:lnTo>
                  <a:lnTo>
                    <a:pt x="1962268" y="599075"/>
                  </a:lnTo>
                  <a:lnTo>
                    <a:pt x="1962280" y="599080"/>
                  </a:lnTo>
                  <a:lnTo>
                    <a:pt x="1962298" y="599087"/>
                  </a:lnTo>
                  <a:lnTo>
                    <a:pt x="1962326" y="599098"/>
                  </a:lnTo>
                  <a:lnTo>
                    <a:pt x="1962361" y="599106"/>
                  </a:lnTo>
                  <a:lnTo>
                    <a:pt x="1962400" y="599120"/>
                  </a:lnTo>
                  <a:lnTo>
                    <a:pt x="1962420" y="599131"/>
                  </a:lnTo>
                  <a:lnTo>
                    <a:pt x="1962432" y="599142"/>
                  </a:lnTo>
                  <a:lnTo>
                    <a:pt x="1962449" y="599161"/>
                  </a:lnTo>
                  <a:lnTo>
                    <a:pt x="1962458" y="599172"/>
                  </a:lnTo>
                  <a:lnTo>
                    <a:pt x="1962470" y="599188"/>
                  </a:lnTo>
                  <a:lnTo>
                    <a:pt x="1962475" y="599192"/>
                  </a:lnTo>
                  <a:lnTo>
                    <a:pt x="1962476" y="599198"/>
                  </a:lnTo>
                  <a:lnTo>
                    <a:pt x="1962482" y="599211"/>
                  </a:lnTo>
                  <a:lnTo>
                    <a:pt x="1962490" y="599220"/>
                  </a:lnTo>
                  <a:lnTo>
                    <a:pt x="1962512" y="599244"/>
                  </a:lnTo>
                  <a:lnTo>
                    <a:pt x="1962552" y="599294"/>
                  </a:lnTo>
                  <a:lnTo>
                    <a:pt x="1962575" y="599330"/>
                  </a:lnTo>
                  <a:lnTo>
                    <a:pt x="1962593" y="599367"/>
                  </a:lnTo>
                  <a:lnTo>
                    <a:pt x="1962635" y="599579"/>
                  </a:lnTo>
                  <a:lnTo>
                    <a:pt x="1962651" y="599654"/>
                  </a:lnTo>
                  <a:lnTo>
                    <a:pt x="1962661" y="599704"/>
                  </a:lnTo>
                  <a:lnTo>
                    <a:pt x="1962667" y="599735"/>
                  </a:lnTo>
                  <a:lnTo>
                    <a:pt x="1962667" y="599762"/>
                  </a:lnTo>
                  <a:lnTo>
                    <a:pt x="1962668" y="599769"/>
                  </a:lnTo>
                  <a:lnTo>
                    <a:pt x="1962679" y="599820"/>
                  </a:lnTo>
                  <a:lnTo>
                    <a:pt x="1962686" y="599833"/>
                  </a:lnTo>
                  <a:lnTo>
                    <a:pt x="1962686" y="599851"/>
                  </a:lnTo>
                  <a:lnTo>
                    <a:pt x="1962687" y="599879"/>
                  </a:lnTo>
                  <a:lnTo>
                    <a:pt x="1962696" y="599925"/>
                  </a:lnTo>
                  <a:lnTo>
                    <a:pt x="1962711" y="599980"/>
                  </a:lnTo>
                  <a:lnTo>
                    <a:pt x="1962717" y="600009"/>
                  </a:lnTo>
                  <a:lnTo>
                    <a:pt x="1962719" y="600018"/>
                  </a:lnTo>
                  <a:lnTo>
                    <a:pt x="1962721" y="600063"/>
                  </a:lnTo>
                  <a:lnTo>
                    <a:pt x="1962710" y="600102"/>
                  </a:lnTo>
                  <a:lnTo>
                    <a:pt x="1962693" y="600138"/>
                  </a:lnTo>
                  <a:lnTo>
                    <a:pt x="1962677" y="600166"/>
                  </a:lnTo>
                  <a:lnTo>
                    <a:pt x="1962657" y="600193"/>
                  </a:lnTo>
                  <a:lnTo>
                    <a:pt x="1962593" y="600273"/>
                  </a:lnTo>
                  <a:lnTo>
                    <a:pt x="1962570" y="600320"/>
                  </a:lnTo>
                  <a:lnTo>
                    <a:pt x="1962568" y="600351"/>
                  </a:lnTo>
                  <a:lnTo>
                    <a:pt x="1962576" y="600374"/>
                  </a:lnTo>
                  <a:lnTo>
                    <a:pt x="1962591" y="600389"/>
                  </a:lnTo>
                  <a:lnTo>
                    <a:pt x="1962626" y="600409"/>
                  </a:lnTo>
                  <a:lnTo>
                    <a:pt x="1962688" y="600433"/>
                  </a:lnTo>
                  <a:lnTo>
                    <a:pt x="1962758" y="600453"/>
                  </a:lnTo>
                  <a:lnTo>
                    <a:pt x="1962782" y="600460"/>
                  </a:lnTo>
                  <a:lnTo>
                    <a:pt x="1962810" y="600481"/>
                  </a:lnTo>
                  <a:lnTo>
                    <a:pt x="1962829" y="600501"/>
                  </a:lnTo>
                  <a:lnTo>
                    <a:pt x="1962856" y="600539"/>
                  </a:lnTo>
                  <a:lnTo>
                    <a:pt x="1962862" y="600549"/>
                  </a:lnTo>
                  <a:lnTo>
                    <a:pt x="1962870" y="600563"/>
                  </a:lnTo>
                  <a:lnTo>
                    <a:pt x="1962889" y="600588"/>
                  </a:lnTo>
                  <a:lnTo>
                    <a:pt x="1962892" y="600593"/>
                  </a:lnTo>
                  <a:lnTo>
                    <a:pt x="1962931" y="600635"/>
                  </a:lnTo>
                  <a:lnTo>
                    <a:pt x="1962936" y="600641"/>
                  </a:lnTo>
                  <a:lnTo>
                    <a:pt x="1962951" y="600658"/>
                  </a:lnTo>
                  <a:lnTo>
                    <a:pt x="1962976" y="600679"/>
                  </a:lnTo>
                  <a:lnTo>
                    <a:pt x="1962995" y="600698"/>
                  </a:lnTo>
                  <a:lnTo>
                    <a:pt x="1962998" y="600702"/>
                  </a:lnTo>
                  <a:lnTo>
                    <a:pt x="1963015" y="600721"/>
                  </a:lnTo>
                  <a:lnTo>
                    <a:pt x="1963023" y="600732"/>
                  </a:lnTo>
                  <a:lnTo>
                    <a:pt x="1963039" y="600752"/>
                  </a:lnTo>
                  <a:lnTo>
                    <a:pt x="1963061" y="600776"/>
                  </a:lnTo>
                  <a:lnTo>
                    <a:pt x="1963089" y="600806"/>
                  </a:lnTo>
                  <a:lnTo>
                    <a:pt x="1963115" y="600827"/>
                  </a:lnTo>
                  <a:lnTo>
                    <a:pt x="1963120" y="600832"/>
                  </a:lnTo>
                  <a:lnTo>
                    <a:pt x="1963127" y="600841"/>
                  </a:lnTo>
                  <a:lnTo>
                    <a:pt x="1963148" y="600864"/>
                  </a:lnTo>
                  <a:lnTo>
                    <a:pt x="1963163" y="600877"/>
                  </a:lnTo>
                  <a:lnTo>
                    <a:pt x="1963175" y="600886"/>
                  </a:lnTo>
                  <a:lnTo>
                    <a:pt x="1963186" y="600886"/>
                  </a:lnTo>
                  <a:lnTo>
                    <a:pt x="1963201" y="600882"/>
                  </a:lnTo>
                  <a:lnTo>
                    <a:pt x="1963220" y="600873"/>
                  </a:lnTo>
                  <a:lnTo>
                    <a:pt x="1963226" y="600868"/>
                  </a:lnTo>
                  <a:lnTo>
                    <a:pt x="1963234" y="600868"/>
                  </a:lnTo>
                  <a:lnTo>
                    <a:pt x="1963238" y="600870"/>
                  </a:lnTo>
                  <a:lnTo>
                    <a:pt x="1963245" y="600882"/>
                  </a:lnTo>
                  <a:lnTo>
                    <a:pt x="1963248" y="600913"/>
                  </a:lnTo>
                  <a:lnTo>
                    <a:pt x="1963246" y="600941"/>
                  </a:lnTo>
                  <a:lnTo>
                    <a:pt x="1963248" y="600952"/>
                  </a:lnTo>
                  <a:lnTo>
                    <a:pt x="1963253" y="600954"/>
                  </a:lnTo>
                  <a:lnTo>
                    <a:pt x="1963277" y="600947"/>
                  </a:lnTo>
                  <a:lnTo>
                    <a:pt x="1963288" y="600942"/>
                  </a:lnTo>
                  <a:lnTo>
                    <a:pt x="1963299" y="600932"/>
                  </a:lnTo>
                  <a:lnTo>
                    <a:pt x="1963309" y="600926"/>
                  </a:lnTo>
                  <a:lnTo>
                    <a:pt x="1963321" y="600922"/>
                  </a:lnTo>
                  <a:lnTo>
                    <a:pt x="1963338" y="600912"/>
                  </a:lnTo>
                  <a:lnTo>
                    <a:pt x="1963355" y="600889"/>
                  </a:lnTo>
                  <a:lnTo>
                    <a:pt x="1963379" y="600843"/>
                  </a:lnTo>
                  <a:lnTo>
                    <a:pt x="1963410" y="600776"/>
                  </a:lnTo>
                  <a:lnTo>
                    <a:pt x="1963420" y="600718"/>
                  </a:lnTo>
                  <a:lnTo>
                    <a:pt x="1963413" y="600638"/>
                  </a:lnTo>
                  <a:lnTo>
                    <a:pt x="1963404" y="600612"/>
                  </a:lnTo>
                  <a:lnTo>
                    <a:pt x="1963404" y="600607"/>
                  </a:lnTo>
                  <a:lnTo>
                    <a:pt x="1963404" y="600588"/>
                  </a:lnTo>
                  <a:lnTo>
                    <a:pt x="1963404" y="600564"/>
                  </a:lnTo>
                  <a:lnTo>
                    <a:pt x="1963412" y="600531"/>
                  </a:lnTo>
                  <a:lnTo>
                    <a:pt x="1963413" y="600519"/>
                  </a:lnTo>
                  <a:lnTo>
                    <a:pt x="1963413" y="600509"/>
                  </a:lnTo>
                  <a:lnTo>
                    <a:pt x="1963412" y="600468"/>
                  </a:lnTo>
                  <a:lnTo>
                    <a:pt x="1963413" y="600395"/>
                  </a:lnTo>
                  <a:lnTo>
                    <a:pt x="1963416" y="600337"/>
                  </a:lnTo>
                  <a:lnTo>
                    <a:pt x="1963427" y="600299"/>
                  </a:lnTo>
                  <a:lnTo>
                    <a:pt x="1963435" y="600270"/>
                  </a:lnTo>
                  <a:lnTo>
                    <a:pt x="1963453" y="600216"/>
                  </a:lnTo>
                  <a:lnTo>
                    <a:pt x="1963461" y="600201"/>
                  </a:lnTo>
                  <a:lnTo>
                    <a:pt x="1963466" y="600190"/>
                  </a:lnTo>
                  <a:lnTo>
                    <a:pt x="1963500" y="600138"/>
                  </a:lnTo>
                  <a:lnTo>
                    <a:pt x="1963526" y="600105"/>
                  </a:lnTo>
                  <a:lnTo>
                    <a:pt x="1963542" y="600085"/>
                  </a:lnTo>
                  <a:lnTo>
                    <a:pt x="1963568" y="600039"/>
                  </a:lnTo>
                  <a:lnTo>
                    <a:pt x="1963582" y="599998"/>
                  </a:lnTo>
                  <a:lnTo>
                    <a:pt x="1963590" y="599941"/>
                  </a:lnTo>
                  <a:lnTo>
                    <a:pt x="1963600" y="599842"/>
                  </a:lnTo>
                  <a:lnTo>
                    <a:pt x="1963647" y="599751"/>
                  </a:lnTo>
                  <a:lnTo>
                    <a:pt x="1963663" y="599733"/>
                  </a:lnTo>
                  <a:lnTo>
                    <a:pt x="1963674" y="599724"/>
                  </a:lnTo>
                  <a:lnTo>
                    <a:pt x="1963691" y="599704"/>
                  </a:lnTo>
                  <a:lnTo>
                    <a:pt x="1963701" y="599689"/>
                  </a:lnTo>
                  <a:lnTo>
                    <a:pt x="1963706" y="599677"/>
                  </a:lnTo>
                  <a:lnTo>
                    <a:pt x="1963707" y="599661"/>
                  </a:lnTo>
                  <a:lnTo>
                    <a:pt x="1963705" y="599636"/>
                  </a:lnTo>
                  <a:lnTo>
                    <a:pt x="1963694" y="599611"/>
                  </a:lnTo>
                  <a:lnTo>
                    <a:pt x="1963663" y="599578"/>
                  </a:lnTo>
                  <a:lnTo>
                    <a:pt x="1963641" y="599561"/>
                  </a:lnTo>
                  <a:lnTo>
                    <a:pt x="1963630" y="599548"/>
                  </a:lnTo>
                  <a:lnTo>
                    <a:pt x="1963618" y="599535"/>
                  </a:lnTo>
                  <a:lnTo>
                    <a:pt x="1963588" y="599482"/>
                  </a:lnTo>
                  <a:lnTo>
                    <a:pt x="1963569" y="599455"/>
                  </a:lnTo>
                  <a:lnTo>
                    <a:pt x="1963537" y="599415"/>
                  </a:lnTo>
                  <a:lnTo>
                    <a:pt x="1963514" y="599392"/>
                  </a:lnTo>
                  <a:lnTo>
                    <a:pt x="1963496" y="599379"/>
                  </a:lnTo>
                  <a:lnTo>
                    <a:pt x="1963456" y="599355"/>
                  </a:lnTo>
                  <a:lnTo>
                    <a:pt x="1963413" y="599331"/>
                  </a:lnTo>
                  <a:lnTo>
                    <a:pt x="1963386" y="599320"/>
                  </a:lnTo>
                  <a:lnTo>
                    <a:pt x="1963362" y="599313"/>
                  </a:lnTo>
                  <a:lnTo>
                    <a:pt x="1963359" y="599311"/>
                  </a:lnTo>
                  <a:lnTo>
                    <a:pt x="1963354" y="599309"/>
                  </a:lnTo>
                  <a:lnTo>
                    <a:pt x="1963341" y="599305"/>
                  </a:lnTo>
                  <a:lnTo>
                    <a:pt x="1963317" y="599298"/>
                  </a:lnTo>
                  <a:lnTo>
                    <a:pt x="1963283" y="599283"/>
                  </a:lnTo>
                  <a:lnTo>
                    <a:pt x="1963262" y="599274"/>
                  </a:lnTo>
                  <a:lnTo>
                    <a:pt x="1963237" y="599266"/>
                  </a:lnTo>
                  <a:lnTo>
                    <a:pt x="1963231" y="599262"/>
                  </a:lnTo>
                  <a:lnTo>
                    <a:pt x="1963274" y="599274"/>
                  </a:lnTo>
                  <a:lnTo>
                    <a:pt x="1963297" y="599284"/>
                  </a:lnTo>
                  <a:lnTo>
                    <a:pt x="1963340" y="599301"/>
                  </a:lnTo>
                  <a:lnTo>
                    <a:pt x="1963364" y="599307"/>
                  </a:lnTo>
                  <a:lnTo>
                    <a:pt x="1963374" y="599309"/>
                  </a:lnTo>
                  <a:lnTo>
                    <a:pt x="1963386" y="599312"/>
                  </a:lnTo>
                  <a:lnTo>
                    <a:pt x="1963402" y="599319"/>
                  </a:lnTo>
                  <a:lnTo>
                    <a:pt x="1963438" y="599336"/>
                  </a:lnTo>
                  <a:lnTo>
                    <a:pt x="1963505" y="599376"/>
                  </a:lnTo>
                  <a:lnTo>
                    <a:pt x="1963535" y="599399"/>
                  </a:lnTo>
                  <a:lnTo>
                    <a:pt x="1963573" y="599438"/>
                  </a:lnTo>
                  <a:lnTo>
                    <a:pt x="1963584" y="599452"/>
                  </a:lnTo>
                  <a:lnTo>
                    <a:pt x="1963604" y="599477"/>
                  </a:lnTo>
                  <a:lnTo>
                    <a:pt x="1963628" y="599520"/>
                  </a:lnTo>
                  <a:lnTo>
                    <a:pt x="1963644" y="599543"/>
                  </a:lnTo>
                  <a:lnTo>
                    <a:pt x="1963652" y="599552"/>
                  </a:lnTo>
                  <a:lnTo>
                    <a:pt x="1963671" y="599570"/>
                  </a:lnTo>
                  <a:lnTo>
                    <a:pt x="1963685" y="599581"/>
                  </a:lnTo>
                  <a:lnTo>
                    <a:pt x="1963702" y="599601"/>
                  </a:lnTo>
                  <a:lnTo>
                    <a:pt x="1963715" y="599620"/>
                  </a:lnTo>
                  <a:lnTo>
                    <a:pt x="1963720" y="599637"/>
                  </a:lnTo>
                  <a:lnTo>
                    <a:pt x="1963723" y="599660"/>
                  </a:lnTo>
                  <a:lnTo>
                    <a:pt x="1963724" y="599667"/>
                  </a:lnTo>
                  <a:lnTo>
                    <a:pt x="1963722" y="599676"/>
                  </a:lnTo>
                  <a:lnTo>
                    <a:pt x="1963711" y="599706"/>
                  </a:lnTo>
                  <a:lnTo>
                    <a:pt x="1963705" y="599713"/>
                  </a:lnTo>
                  <a:lnTo>
                    <a:pt x="1963686" y="599726"/>
                  </a:lnTo>
                  <a:lnTo>
                    <a:pt x="1963672" y="599745"/>
                  </a:lnTo>
                  <a:lnTo>
                    <a:pt x="1963661" y="599769"/>
                  </a:lnTo>
                  <a:lnTo>
                    <a:pt x="1963649" y="599788"/>
                  </a:lnTo>
                  <a:lnTo>
                    <a:pt x="1963630" y="599839"/>
                  </a:lnTo>
                  <a:lnTo>
                    <a:pt x="1963617" y="599870"/>
                  </a:lnTo>
                  <a:lnTo>
                    <a:pt x="1963611" y="599894"/>
                  </a:lnTo>
                  <a:lnTo>
                    <a:pt x="1963611" y="599913"/>
                  </a:lnTo>
                  <a:lnTo>
                    <a:pt x="1963612" y="599940"/>
                  </a:lnTo>
                  <a:lnTo>
                    <a:pt x="1963603" y="599988"/>
                  </a:lnTo>
                  <a:lnTo>
                    <a:pt x="1963596" y="600014"/>
                  </a:lnTo>
                  <a:lnTo>
                    <a:pt x="1963588" y="600047"/>
                  </a:lnTo>
                  <a:lnTo>
                    <a:pt x="1963578" y="600072"/>
                  </a:lnTo>
                  <a:lnTo>
                    <a:pt x="1963539" y="600141"/>
                  </a:lnTo>
                  <a:lnTo>
                    <a:pt x="1963512" y="600171"/>
                  </a:lnTo>
                  <a:lnTo>
                    <a:pt x="1963491" y="600194"/>
                  </a:lnTo>
                  <a:lnTo>
                    <a:pt x="1963479" y="600218"/>
                  </a:lnTo>
                  <a:lnTo>
                    <a:pt x="1963462" y="600279"/>
                  </a:lnTo>
                  <a:lnTo>
                    <a:pt x="1963449" y="600333"/>
                  </a:lnTo>
                  <a:lnTo>
                    <a:pt x="1963439" y="600414"/>
                  </a:lnTo>
                  <a:lnTo>
                    <a:pt x="1963438" y="600464"/>
                  </a:lnTo>
                  <a:lnTo>
                    <a:pt x="1963443" y="600523"/>
                  </a:lnTo>
                  <a:lnTo>
                    <a:pt x="1963442" y="600533"/>
                  </a:lnTo>
                  <a:lnTo>
                    <a:pt x="1963441" y="600546"/>
                  </a:lnTo>
                  <a:lnTo>
                    <a:pt x="1963440" y="600559"/>
                  </a:lnTo>
                  <a:lnTo>
                    <a:pt x="1963443" y="600569"/>
                  </a:lnTo>
                  <a:lnTo>
                    <a:pt x="1963445" y="600577"/>
                  </a:lnTo>
                  <a:lnTo>
                    <a:pt x="1963451" y="600584"/>
                  </a:lnTo>
                  <a:lnTo>
                    <a:pt x="1963462" y="600591"/>
                  </a:lnTo>
                  <a:lnTo>
                    <a:pt x="1963480" y="600597"/>
                  </a:lnTo>
                  <a:lnTo>
                    <a:pt x="1963508" y="600602"/>
                  </a:lnTo>
                  <a:lnTo>
                    <a:pt x="1963565" y="600599"/>
                  </a:lnTo>
                  <a:lnTo>
                    <a:pt x="1963613" y="600603"/>
                  </a:lnTo>
                  <a:lnTo>
                    <a:pt x="1963660" y="600612"/>
                  </a:lnTo>
                  <a:lnTo>
                    <a:pt x="1963675" y="600616"/>
                  </a:lnTo>
                  <a:lnTo>
                    <a:pt x="1963708" y="600625"/>
                  </a:lnTo>
                  <a:lnTo>
                    <a:pt x="1963732" y="600632"/>
                  </a:lnTo>
                  <a:lnTo>
                    <a:pt x="1963747" y="600638"/>
                  </a:lnTo>
                  <a:lnTo>
                    <a:pt x="1963767" y="600645"/>
                  </a:lnTo>
                  <a:lnTo>
                    <a:pt x="1963803" y="600662"/>
                  </a:lnTo>
                  <a:lnTo>
                    <a:pt x="1963830" y="600680"/>
                  </a:lnTo>
                  <a:lnTo>
                    <a:pt x="1963846" y="600696"/>
                  </a:lnTo>
                  <a:lnTo>
                    <a:pt x="1963873" y="600728"/>
                  </a:lnTo>
                  <a:lnTo>
                    <a:pt x="1963896" y="600756"/>
                  </a:lnTo>
                  <a:lnTo>
                    <a:pt x="1963907" y="600770"/>
                  </a:lnTo>
                  <a:lnTo>
                    <a:pt x="1963931" y="600802"/>
                  </a:lnTo>
                  <a:lnTo>
                    <a:pt x="1963942" y="600815"/>
                  </a:lnTo>
                  <a:lnTo>
                    <a:pt x="1963959" y="600837"/>
                  </a:lnTo>
                  <a:lnTo>
                    <a:pt x="1963980" y="600862"/>
                  </a:lnTo>
                  <a:lnTo>
                    <a:pt x="1964018" y="600915"/>
                  </a:lnTo>
                  <a:lnTo>
                    <a:pt x="1964042" y="600950"/>
                  </a:lnTo>
                  <a:lnTo>
                    <a:pt x="1964058" y="600984"/>
                  </a:lnTo>
                  <a:lnTo>
                    <a:pt x="1964073" y="601017"/>
                  </a:lnTo>
                  <a:lnTo>
                    <a:pt x="1964098" y="601061"/>
                  </a:lnTo>
                  <a:lnTo>
                    <a:pt x="1964113" y="601082"/>
                  </a:lnTo>
                  <a:lnTo>
                    <a:pt x="1964158" y="601142"/>
                  </a:lnTo>
                  <a:lnTo>
                    <a:pt x="1964216" y="601215"/>
                  </a:lnTo>
                  <a:lnTo>
                    <a:pt x="1964235" y="601238"/>
                  </a:lnTo>
                  <a:lnTo>
                    <a:pt x="1964255" y="601249"/>
                  </a:lnTo>
                  <a:lnTo>
                    <a:pt x="1964269" y="601257"/>
                  </a:lnTo>
                  <a:lnTo>
                    <a:pt x="1964281" y="601264"/>
                  </a:lnTo>
                  <a:lnTo>
                    <a:pt x="1964300" y="601280"/>
                  </a:lnTo>
                  <a:lnTo>
                    <a:pt x="1964322" y="601299"/>
                  </a:lnTo>
                  <a:lnTo>
                    <a:pt x="1964337" y="601317"/>
                  </a:lnTo>
                  <a:lnTo>
                    <a:pt x="1964352" y="601334"/>
                  </a:lnTo>
                  <a:lnTo>
                    <a:pt x="1964360" y="601343"/>
                  </a:lnTo>
                  <a:lnTo>
                    <a:pt x="1964364" y="601349"/>
                  </a:lnTo>
                  <a:lnTo>
                    <a:pt x="1964370" y="601369"/>
                  </a:lnTo>
                  <a:lnTo>
                    <a:pt x="1964379" y="601382"/>
                  </a:lnTo>
                  <a:lnTo>
                    <a:pt x="1964395" y="601394"/>
                  </a:lnTo>
                  <a:lnTo>
                    <a:pt x="1964416" y="601406"/>
                  </a:lnTo>
                  <a:lnTo>
                    <a:pt x="1964431" y="601417"/>
                  </a:lnTo>
                  <a:lnTo>
                    <a:pt x="1964439" y="601423"/>
                  </a:lnTo>
                  <a:lnTo>
                    <a:pt x="1964446" y="601428"/>
                  </a:lnTo>
                  <a:lnTo>
                    <a:pt x="1964456" y="601428"/>
                  </a:lnTo>
                  <a:lnTo>
                    <a:pt x="1964481" y="601425"/>
                  </a:lnTo>
                  <a:lnTo>
                    <a:pt x="1964492" y="601426"/>
                  </a:lnTo>
                  <a:lnTo>
                    <a:pt x="1964503" y="601428"/>
                  </a:lnTo>
                  <a:lnTo>
                    <a:pt x="1964513" y="601432"/>
                  </a:lnTo>
                  <a:lnTo>
                    <a:pt x="1964521" y="601432"/>
                  </a:lnTo>
                  <a:lnTo>
                    <a:pt x="1964638" y="601443"/>
                  </a:lnTo>
                  <a:lnTo>
                    <a:pt x="1964648" y="601448"/>
                  </a:lnTo>
                  <a:lnTo>
                    <a:pt x="1964654" y="601451"/>
                  </a:lnTo>
                  <a:lnTo>
                    <a:pt x="1964657" y="601455"/>
                  </a:lnTo>
                  <a:lnTo>
                    <a:pt x="1964660" y="601460"/>
                  </a:lnTo>
                  <a:lnTo>
                    <a:pt x="1964659" y="601468"/>
                  </a:lnTo>
                  <a:lnTo>
                    <a:pt x="1964657" y="601473"/>
                  </a:lnTo>
                  <a:lnTo>
                    <a:pt x="1964655" y="601478"/>
                  </a:lnTo>
                  <a:lnTo>
                    <a:pt x="1964652" y="601481"/>
                  </a:lnTo>
                  <a:lnTo>
                    <a:pt x="1964649" y="601487"/>
                  </a:lnTo>
                  <a:lnTo>
                    <a:pt x="1964654" y="601496"/>
                  </a:lnTo>
                  <a:lnTo>
                    <a:pt x="1964661" y="601503"/>
                  </a:lnTo>
                  <a:lnTo>
                    <a:pt x="1964668" y="601507"/>
                  </a:lnTo>
                  <a:lnTo>
                    <a:pt x="1964675" y="601510"/>
                  </a:lnTo>
                  <a:lnTo>
                    <a:pt x="1964682" y="601516"/>
                  </a:lnTo>
                  <a:lnTo>
                    <a:pt x="1964687" y="601521"/>
                  </a:lnTo>
                  <a:lnTo>
                    <a:pt x="1964693" y="601526"/>
                  </a:lnTo>
                  <a:lnTo>
                    <a:pt x="1964697" y="601528"/>
                  </a:lnTo>
                  <a:lnTo>
                    <a:pt x="1964706" y="601528"/>
                  </a:lnTo>
                  <a:lnTo>
                    <a:pt x="1964711" y="601528"/>
                  </a:lnTo>
                  <a:lnTo>
                    <a:pt x="1964718" y="601534"/>
                  </a:lnTo>
                  <a:lnTo>
                    <a:pt x="1964727" y="601543"/>
                  </a:lnTo>
                  <a:lnTo>
                    <a:pt x="1964732" y="601549"/>
                  </a:lnTo>
                  <a:lnTo>
                    <a:pt x="1964735" y="601557"/>
                  </a:lnTo>
                  <a:lnTo>
                    <a:pt x="1964737" y="601563"/>
                  </a:lnTo>
                  <a:lnTo>
                    <a:pt x="1964738" y="601568"/>
                  </a:lnTo>
                  <a:lnTo>
                    <a:pt x="1964743" y="601574"/>
                  </a:lnTo>
                  <a:lnTo>
                    <a:pt x="1964745" y="601580"/>
                  </a:lnTo>
                  <a:lnTo>
                    <a:pt x="1964744" y="601585"/>
                  </a:lnTo>
                  <a:lnTo>
                    <a:pt x="1964744" y="601591"/>
                  </a:lnTo>
                  <a:lnTo>
                    <a:pt x="1964751" y="601600"/>
                  </a:lnTo>
                  <a:lnTo>
                    <a:pt x="1964751" y="601605"/>
                  </a:lnTo>
                  <a:lnTo>
                    <a:pt x="1964753" y="601611"/>
                  </a:lnTo>
                  <a:lnTo>
                    <a:pt x="1964755" y="601626"/>
                  </a:lnTo>
                  <a:lnTo>
                    <a:pt x="1964758" y="601630"/>
                  </a:lnTo>
                  <a:lnTo>
                    <a:pt x="1964763" y="601641"/>
                  </a:lnTo>
                  <a:lnTo>
                    <a:pt x="1964767" y="601648"/>
                  </a:lnTo>
                  <a:lnTo>
                    <a:pt x="1964770" y="601656"/>
                  </a:lnTo>
                  <a:lnTo>
                    <a:pt x="1964772" y="601667"/>
                  </a:lnTo>
                  <a:lnTo>
                    <a:pt x="1964774" y="601683"/>
                  </a:lnTo>
                  <a:lnTo>
                    <a:pt x="1964773" y="601698"/>
                  </a:lnTo>
                  <a:lnTo>
                    <a:pt x="1964769" y="601710"/>
                  </a:lnTo>
                  <a:lnTo>
                    <a:pt x="1964765" y="601716"/>
                  </a:lnTo>
                  <a:lnTo>
                    <a:pt x="1964759" y="601717"/>
                  </a:lnTo>
                  <a:lnTo>
                    <a:pt x="1964753" y="601725"/>
                  </a:lnTo>
                  <a:lnTo>
                    <a:pt x="1964746" y="601756"/>
                  </a:lnTo>
                  <a:lnTo>
                    <a:pt x="1964745" y="601764"/>
                  </a:lnTo>
                  <a:lnTo>
                    <a:pt x="1964747" y="601772"/>
                  </a:lnTo>
                  <a:lnTo>
                    <a:pt x="1964731" y="601792"/>
                  </a:lnTo>
                  <a:lnTo>
                    <a:pt x="1964714" y="601813"/>
                  </a:lnTo>
                  <a:lnTo>
                    <a:pt x="1964692" y="601838"/>
                  </a:lnTo>
                  <a:lnTo>
                    <a:pt x="1964688" y="601838"/>
                  </a:lnTo>
                  <a:lnTo>
                    <a:pt x="1964631" y="601823"/>
                  </a:lnTo>
                  <a:lnTo>
                    <a:pt x="1964624" y="601826"/>
                  </a:lnTo>
                  <a:lnTo>
                    <a:pt x="1964592" y="601859"/>
                  </a:lnTo>
                  <a:lnTo>
                    <a:pt x="1964565" y="601897"/>
                  </a:lnTo>
                  <a:lnTo>
                    <a:pt x="1964592" y="601918"/>
                  </a:lnTo>
                  <a:lnTo>
                    <a:pt x="1964588" y="601922"/>
                  </a:lnTo>
                  <a:lnTo>
                    <a:pt x="1964598" y="601929"/>
                  </a:lnTo>
                  <a:lnTo>
                    <a:pt x="1964581" y="601948"/>
                  </a:lnTo>
                  <a:lnTo>
                    <a:pt x="1964574" y="601989"/>
                  </a:lnTo>
                  <a:lnTo>
                    <a:pt x="1964568" y="601994"/>
                  </a:lnTo>
                  <a:lnTo>
                    <a:pt x="1964566" y="602075"/>
                  </a:lnTo>
                  <a:lnTo>
                    <a:pt x="1964581" y="602075"/>
                  </a:lnTo>
                  <a:lnTo>
                    <a:pt x="1964578" y="602173"/>
                  </a:lnTo>
                  <a:lnTo>
                    <a:pt x="1964568" y="602173"/>
                  </a:lnTo>
                  <a:lnTo>
                    <a:pt x="1964565" y="602290"/>
                  </a:lnTo>
                  <a:lnTo>
                    <a:pt x="1964573" y="602292"/>
                  </a:lnTo>
                  <a:lnTo>
                    <a:pt x="1964531" y="602360"/>
                  </a:lnTo>
                  <a:lnTo>
                    <a:pt x="1964529" y="602364"/>
                  </a:lnTo>
                  <a:lnTo>
                    <a:pt x="1964527" y="602374"/>
                  </a:lnTo>
                  <a:lnTo>
                    <a:pt x="1964524" y="602384"/>
                  </a:lnTo>
                  <a:lnTo>
                    <a:pt x="1964523" y="602393"/>
                  </a:lnTo>
                  <a:lnTo>
                    <a:pt x="1964513" y="602418"/>
                  </a:lnTo>
                  <a:lnTo>
                    <a:pt x="1964502" y="602440"/>
                  </a:lnTo>
                  <a:lnTo>
                    <a:pt x="1964499" y="602443"/>
                  </a:lnTo>
                  <a:lnTo>
                    <a:pt x="1964492" y="602441"/>
                  </a:lnTo>
                  <a:lnTo>
                    <a:pt x="1964484" y="602453"/>
                  </a:lnTo>
                  <a:lnTo>
                    <a:pt x="1964487" y="602457"/>
                  </a:lnTo>
                  <a:lnTo>
                    <a:pt x="1964484" y="602464"/>
                  </a:lnTo>
                  <a:lnTo>
                    <a:pt x="1964479" y="602465"/>
                  </a:lnTo>
                  <a:lnTo>
                    <a:pt x="1964473" y="602474"/>
                  </a:lnTo>
                  <a:lnTo>
                    <a:pt x="1964467" y="602484"/>
                  </a:lnTo>
                  <a:lnTo>
                    <a:pt x="1964451" y="602516"/>
                  </a:lnTo>
                  <a:lnTo>
                    <a:pt x="1963676" y="602433"/>
                  </a:lnTo>
                  <a:lnTo>
                    <a:pt x="1963397" y="602404"/>
                  </a:lnTo>
                  <a:lnTo>
                    <a:pt x="1963133" y="602377"/>
                  </a:lnTo>
                  <a:lnTo>
                    <a:pt x="1962732" y="602336"/>
                  </a:lnTo>
                  <a:lnTo>
                    <a:pt x="1962361" y="602298"/>
                  </a:lnTo>
                  <a:lnTo>
                    <a:pt x="1961943" y="602255"/>
                  </a:lnTo>
                  <a:lnTo>
                    <a:pt x="1961576" y="602219"/>
                  </a:lnTo>
                  <a:lnTo>
                    <a:pt x="1961381" y="602198"/>
                  </a:lnTo>
                  <a:lnTo>
                    <a:pt x="1961245" y="602183"/>
                  </a:lnTo>
                  <a:lnTo>
                    <a:pt x="1960941" y="602152"/>
                  </a:lnTo>
                  <a:lnTo>
                    <a:pt x="1960523" y="602109"/>
                  </a:lnTo>
                  <a:lnTo>
                    <a:pt x="1960060" y="602062"/>
                  </a:lnTo>
                  <a:lnTo>
                    <a:pt x="1959471" y="602001"/>
                  </a:lnTo>
                  <a:lnTo>
                    <a:pt x="1959014" y="601955"/>
                  </a:lnTo>
                  <a:lnTo>
                    <a:pt x="1959013" y="601909"/>
                  </a:lnTo>
                  <a:lnTo>
                    <a:pt x="1959060" y="601641"/>
                  </a:lnTo>
                  <a:lnTo>
                    <a:pt x="1959061" y="601635"/>
                  </a:lnTo>
                  <a:lnTo>
                    <a:pt x="1959063" y="601627"/>
                  </a:lnTo>
                  <a:lnTo>
                    <a:pt x="1959098" y="601522"/>
                  </a:lnTo>
                  <a:lnTo>
                    <a:pt x="1959120" y="601458"/>
                  </a:lnTo>
                  <a:lnTo>
                    <a:pt x="1959128" y="601429"/>
                  </a:lnTo>
                  <a:lnTo>
                    <a:pt x="1959131" y="601415"/>
                  </a:lnTo>
                  <a:lnTo>
                    <a:pt x="1959133" y="601400"/>
                  </a:lnTo>
                  <a:lnTo>
                    <a:pt x="1959134" y="601386"/>
                  </a:lnTo>
                  <a:lnTo>
                    <a:pt x="1959134" y="601344"/>
                  </a:lnTo>
                  <a:lnTo>
                    <a:pt x="1959135" y="601309"/>
                  </a:lnTo>
                  <a:lnTo>
                    <a:pt x="1959137" y="601221"/>
                  </a:lnTo>
                  <a:lnTo>
                    <a:pt x="1959136" y="601216"/>
                  </a:lnTo>
                  <a:lnTo>
                    <a:pt x="1959135" y="601195"/>
                  </a:lnTo>
                  <a:lnTo>
                    <a:pt x="1959127" y="601132"/>
                  </a:lnTo>
                  <a:lnTo>
                    <a:pt x="1959123" y="601116"/>
                  </a:lnTo>
                  <a:lnTo>
                    <a:pt x="1959120" y="601096"/>
                  </a:lnTo>
                  <a:lnTo>
                    <a:pt x="1959109" y="601051"/>
                  </a:lnTo>
                  <a:lnTo>
                    <a:pt x="1959108" y="601039"/>
                  </a:lnTo>
                  <a:lnTo>
                    <a:pt x="1959107" y="601022"/>
                  </a:lnTo>
                  <a:lnTo>
                    <a:pt x="1959106" y="601012"/>
                  </a:lnTo>
                  <a:lnTo>
                    <a:pt x="1959102" y="600993"/>
                  </a:lnTo>
                  <a:lnTo>
                    <a:pt x="1959101" y="600988"/>
                  </a:lnTo>
                  <a:lnTo>
                    <a:pt x="1959092" y="600945"/>
                  </a:lnTo>
                  <a:lnTo>
                    <a:pt x="1959081" y="600882"/>
                  </a:lnTo>
                  <a:lnTo>
                    <a:pt x="1959072" y="600832"/>
                  </a:lnTo>
                  <a:lnTo>
                    <a:pt x="1959063" y="600781"/>
                  </a:lnTo>
                  <a:lnTo>
                    <a:pt x="1959052" y="600717"/>
                  </a:lnTo>
                  <a:lnTo>
                    <a:pt x="1959049" y="600703"/>
                  </a:lnTo>
                  <a:lnTo>
                    <a:pt x="1959028" y="600596"/>
                  </a:lnTo>
                  <a:lnTo>
                    <a:pt x="1959019" y="600554"/>
                  </a:lnTo>
                  <a:lnTo>
                    <a:pt x="1959019" y="600530"/>
                  </a:lnTo>
                  <a:lnTo>
                    <a:pt x="1959016" y="600511"/>
                  </a:lnTo>
                  <a:lnTo>
                    <a:pt x="1959012" y="600467"/>
                  </a:lnTo>
                  <a:lnTo>
                    <a:pt x="1959006" y="600416"/>
                  </a:lnTo>
                  <a:lnTo>
                    <a:pt x="1959003" y="600407"/>
                  </a:lnTo>
                  <a:lnTo>
                    <a:pt x="1958998" y="600385"/>
                  </a:lnTo>
                  <a:lnTo>
                    <a:pt x="1958992" y="600364"/>
                  </a:lnTo>
                  <a:lnTo>
                    <a:pt x="1958989" y="600350"/>
                  </a:lnTo>
                  <a:lnTo>
                    <a:pt x="1958989" y="600345"/>
                  </a:lnTo>
                  <a:lnTo>
                    <a:pt x="1958987" y="600339"/>
                  </a:lnTo>
                  <a:lnTo>
                    <a:pt x="1958963" y="600296"/>
                  </a:lnTo>
                  <a:lnTo>
                    <a:pt x="1958957" y="600290"/>
                  </a:lnTo>
                  <a:lnTo>
                    <a:pt x="1958953" y="600284"/>
                  </a:lnTo>
                  <a:lnTo>
                    <a:pt x="1958951" y="600279"/>
                  </a:lnTo>
                  <a:lnTo>
                    <a:pt x="1958952" y="600271"/>
                  </a:lnTo>
                  <a:lnTo>
                    <a:pt x="1958957" y="600257"/>
                  </a:lnTo>
                  <a:lnTo>
                    <a:pt x="1958960" y="600248"/>
                  </a:lnTo>
                  <a:lnTo>
                    <a:pt x="1958968" y="600224"/>
                  </a:lnTo>
                  <a:lnTo>
                    <a:pt x="1958974" y="600211"/>
                  </a:lnTo>
                  <a:lnTo>
                    <a:pt x="1958974" y="600202"/>
                  </a:lnTo>
                  <a:lnTo>
                    <a:pt x="1958971" y="600181"/>
                  </a:lnTo>
                  <a:lnTo>
                    <a:pt x="1958960" y="600149"/>
                  </a:lnTo>
                  <a:lnTo>
                    <a:pt x="1958954" y="600120"/>
                  </a:lnTo>
                  <a:lnTo>
                    <a:pt x="1958945" y="600040"/>
                  </a:lnTo>
                  <a:lnTo>
                    <a:pt x="1958945" y="600022"/>
                  </a:lnTo>
                  <a:lnTo>
                    <a:pt x="1958944" y="599968"/>
                  </a:lnTo>
                  <a:lnTo>
                    <a:pt x="1958943" y="599959"/>
                  </a:lnTo>
                  <a:lnTo>
                    <a:pt x="1958943" y="599951"/>
                  </a:lnTo>
                  <a:lnTo>
                    <a:pt x="1958944" y="599945"/>
                  </a:lnTo>
                  <a:lnTo>
                    <a:pt x="1958948" y="599923"/>
                  </a:lnTo>
                  <a:lnTo>
                    <a:pt x="1958953" y="599895"/>
                  </a:lnTo>
                  <a:lnTo>
                    <a:pt x="1958957" y="599870"/>
                  </a:lnTo>
                  <a:lnTo>
                    <a:pt x="1958959" y="599855"/>
                  </a:lnTo>
                  <a:lnTo>
                    <a:pt x="1958959" y="599843"/>
                  </a:lnTo>
                  <a:lnTo>
                    <a:pt x="1958959" y="599834"/>
                  </a:lnTo>
                  <a:lnTo>
                    <a:pt x="1958958" y="599818"/>
                  </a:lnTo>
                  <a:lnTo>
                    <a:pt x="1958956" y="599812"/>
                  </a:lnTo>
                  <a:lnTo>
                    <a:pt x="1958953" y="599809"/>
                  </a:lnTo>
                  <a:lnTo>
                    <a:pt x="1958948" y="599798"/>
                  </a:lnTo>
                  <a:lnTo>
                    <a:pt x="1958959" y="599683"/>
                  </a:lnTo>
                  <a:lnTo>
                    <a:pt x="1958969" y="599648"/>
                  </a:lnTo>
                  <a:lnTo>
                    <a:pt x="1958970" y="599640"/>
                  </a:lnTo>
                  <a:lnTo>
                    <a:pt x="1958972" y="599632"/>
                  </a:lnTo>
                  <a:lnTo>
                    <a:pt x="1958973" y="599625"/>
                  </a:lnTo>
                  <a:lnTo>
                    <a:pt x="1958973" y="599618"/>
                  </a:lnTo>
                  <a:lnTo>
                    <a:pt x="1958974" y="599611"/>
                  </a:lnTo>
                  <a:lnTo>
                    <a:pt x="1958974" y="599604"/>
                  </a:lnTo>
                  <a:lnTo>
                    <a:pt x="1958975" y="599598"/>
                  </a:lnTo>
                  <a:lnTo>
                    <a:pt x="1958982" y="599575"/>
                  </a:lnTo>
                  <a:lnTo>
                    <a:pt x="1958986" y="599563"/>
                  </a:lnTo>
                  <a:lnTo>
                    <a:pt x="1958990" y="599546"/>
                  </a:lnTo>
                  <a:lnTo>
                    <a:pt x="1958993" y="599540"/>
                  </a:lnTo>
                  <a:lnTo>
                    <a:pt x="1959022" y="599418"/>
                  </a:lnTo>
                  <a:lnTo>
                    <a:pt x="1959031" y="599393"/>
                  </a:lnTo>
                  <a:lnTo>
                    <a:pt x="1959032" y="599387"/>
                  </a:lnTo>
                  <a:lnTo>
                    <a:pt x="1959035" y="599381"/>
                  </a:lnTo>
                  <a:lnTo>
                    <a:pt x="1959051" y="599336"/>
                  </a:lnTo>
                  <a:lnTo>
                    <a:pt x="1959055" y="599321"/>
                  </a:lnTo>
                  <a:lnTo>
                    <a:pt x="1959057" y="599317"/>
                  </a:lnTo>
                  <a:lnTo>
                    <a:pt x="1959059" y="599309"/>
                  </a:lnTo>
                  <a:lnTo>
                    <a:pt x="1959060" y="599305"/>
                  </a:lnTo>
                  <a:lnTo>
                    <a:pt x="1959063" y="599300"/>
                  </a:lnTo>
                  <a:lnTo>
                    <a:pt x="1959075" y="599263"/>
                  </a:lnTo>
                  <a:lnTo>
                    <a:pt x="1959090" y="599202"/>
                  </a:lnTo>
                  <a:lnTo>
                    <a:pt x="1959097" y="599167"/>
                  </a:lnTo>
                  <a:lnTo>
                    <a:pt x="1959106" y="599118"/>
                  </a:lnTo>
                  <a:lnTo>
                    <a:pt x="1959108" y="599112"/>
                  </a:lnTo>
                  <a:lnTo>
                    <a:pt x="1959116" y="599101"/>
                  </a:lnTo>
                  <a:lnTo>
                    <a:pt x="1959118" y="599097"/>
                  </a:lnTo>
                  <a:lnTo>
                    <a:pt x="1959121" y="599091"/>
                  </a:lnTo>
                  <a:lnTo>
                    <a:pt x="1959116" y="599062"/>
                  </a:lnTo>
                  <a:lnTo>
                    <a:pt x="1959113" y="599056"/>
                  </a:lnTo>
                  <a:lnTo>
                    <a:pt x="1959112" y="599049"/>
                  </a:lnTo>
                  <a:lnTo>
                    <a:pt x="1959112" y="599044"/>
                  </a:lnTo>
                  <a:lnTo>
                    <a:pt x="1959112" y="599039"/>
                  </a:lnTo>
                  <a:lnTo>
                    <a:pt x="1959117" y="599022"/>
                  </a:lnTo>
                  <a:lnTo>
                    <a:pt x="1959119" y="599014"/>
                  </a:lnTo>
                  <a:lnTo>
                    <a:pt x="1959122" y="598998"/>
                  </a:lnTo>
                  <a:lnTo>
                    <a:pt x="1959133" y="598947"/>
                  </a:lnTo>
                  <a:lnTo>
                    <a:pt x="1959165" y="598851"/>
                  </a:lnTo>
                  <a:lnTo>
                    <a:pt x="1959205" y="598752"/>
                  </a:lnTo>
                  <a:lnTo>
                    <a:pt x="1959228" y="598696"/>
                  </a:lnTo>
                  <a:lnTo>
                    <a:pt x="1959245" y="598662"/>
                  </a:lnTo>
                  <a:lnTo>
                    <a:pt x="1959252" y="598650"/>
                  </a:lnTo>
                  <a:lnTo>
                    <a:pt x="1959258" y="598641"/>
                  </a:lnTo>
                  <a:lnTo>
                    <a:pt x="1959263" y="598634"/>
                  </a:lnTo>
                  <a:lnTo>
                    <a:pt x="1959267" y="598630"/>
                  </a:lnTo>
                  <a:lnTo>
                    <a:pt x="1959271" y="598626"/>
                  </a:lnTo>
                  <a:lnTo>
                    <a:pt x="1959274" y="598623"/>
                  </a:lnTo>
                  <a:lnTo>
                    <a:pt x="1959292" y="598612"/>
                  </a:lnTo>
                  <a:lnTo>
                    <a:pt x="1959302" y="598606"/>
                  </a:lnTo>
                  <a:lnTo>
                    <a:pt x="1959309" y="598603"/>
                  </a:lnTo>
                  <a:lnTo>
                    <a:pt x="1959313" y="598601"/>
                  </a:lnTo>
                  <a:lnTo>
                    <a:pt x="1959336" y="598522"/>
                  </a:lnTo>
                  <a:lnTo>
                    <a:pt x="1959333" y="598515"/>
                  </a:lnTo>
                  <a:lnTo>
                    <a:pt x="1959328" y="598512"/>
                  </a:lnTo>
                  <a:lnTo>
                    <a:pt x="1959323" y="598510"/>
                  </a:lnTo>
                  <a:lnTo>
                    <a:pt x="1959318" y="598507"/>
                  </a:lnTo>
                  <a:lnTo>
                    <a:pt x="1959314" y="598503"/>
                  </a:lnTo>
                  <a:lnTo>
                    <a:pt x="1959311" y="598499"/>
                  </a:lnTo>
                  <a:lnTo>
                    <a:pt x="1959301" y="598485"/>
                  </a:lnTo>
                  <a:lnTo>
                    <a:pt x="1959299" y="598479"/>
                  </a:lnTo>
                  <a:lnTo>
                    <a:pt x="1959296" y="598472"/>
                  </a:lnTo>
                  <a:lnTo>
                    <a:pt x="1959292" y="598459"/>
                  </a:lnTo>
                  <a:lnTo>
                    <a:pt x="1959282" y="598446"/>
                  </a:lnTo>
                  <a:lnTo>
                    <a:pt x="1959279" y="598442"/>
                  </a:lnTo>
                  <a:lnTo>
                    <a:pt x="1959283" y="598439"/>
                  </a:lnTo>
                  <a:lnTo>
                    <a:pt x="1959286" y="598432"/>
                  </a:lnTo>
                  <a:lnTo>
                    <a:pt x="1959279" y="598375"/>
                  </a:lnTo>
                  <a:lnTo>
                    <a:pt x="1959284" y="598230"/>
                  </a:lnTo>
                  <a:lnTo>
                    <a:pt x="1959292" y="598194"/>
                  </a:lnTo>
                  <a:lnTo>
                    <a:pt x="1959315" y="598086"/>
                  </a:lnTo>
                  <a:lnTo>
                    <a:pt x="1959316" y="598076"/>
                  </a:lnTo>
                  <a:lnTo>
                    <a:pt x="1959326" y="598014"/>
                  </a:lnTo>
                  <a:lnTo>
                    <a:pt x="1959332" y="597973"/>
                  </a:lnTo>
                  <a:lnTo>
                    <a:pt x="1959336" y="597961"/>
                  </a:lnTo>
                  <a:lnTo>
                    <a:pt x="1959337" y="597955"/>
                  </a:lnTo>
                  <a:lnTo>
                    <a:pt x="1959342" y="597934"/>
                  </a:lnTo>
                  <a:lnTo>
                    <a:pt x="1959348" y="597909"/>
                  </a:lnTo>
                  <a:lnTo>
                    <a:pt x="1959357" y="597884"/>
                  </a:lnTo>
                  <a:lnTo>
                    <a:pt x="1959362" y="597870"/>
                  </a:lnTo>
                  <a:lnTo>
                    <a:pt x="1959367" y="597854"/>
                  </a:lnTo>
                  <a:lnTo>
                    <a:pt x="1959377" y="597817"/>
                  </a:lnTo>
                  <a:lnTo>
                    <a:pt x="1959381" y="597806"/>
                  </a:lnTo>
                  <a:lnTo>
                    <a:pt x="1959385" y="597796"/>
                  </a:lnTo>
                  <a:lnTo>
                    <a:pt x="1959396" y="597760"/>
                  </a:lnTo>
                  <a:lnTo>
                    <a:pt x="1959400" y="597745"/>
                  </a:lnTo>
                  <a:lnTo>
                    <a:pt x="1959403" y="597735"/>
                  </a:lnTo>
                  <a:lnTo>
                    <a:pt x="1959414" y="597709"/>
                  </a:lnTo>
                  <a:lnTo>
                    <a:pt x="1959427" y="597682"/>
                  </a:lnTo>
                  <a:lnTo>
                    <a:pt x="1959429" y="597678"/>
                  </a:lnTo>
                  <a:lnTo>
                    <a:pt x="1959437" y="597658"/>
                  </a:lnTo>
                  <a:lnTo>
                    <a:pt x="1959441" y="597647"/>
                  </a:lnTo>
                  <a:lnTo>
                    <a:pt x="1959444" y="597639"/>
                  </a:lnTo>
                  <a:lnTo>
                    <a:pt x="1959446" y="597633"/>
                  </a:lnTo>
                  <a:lnTo>
                    <a:pt x="1959451" y="597623"/>
                  </a:lnTo>
                  <a:lnTo>
                    <a:pt x="1959464" y="597589"/>
                  </a:lnTo>
                  <a:lnTo>
                    <a:pt x="1959467" y="597580"/>
                  </a:lnTo>
                  <a:lnTo>
                    <a:pt x="1959470" y="597569"/>
                  </a:lnTo>
                  <a:lnTo>
                    <a:pt x="1959481" y="597532"/>
                  </a:lnTo>
                  <a:lnTo>
                    <a:pt x="1959486" y="597519"/>
                  </a:lnTo>
                  <a:lnTo>
                    <a:pt x="1959488" y="597511"/>
                  </a:lnTo>
                  <a:lnTo>
                    <a:pt x="1959491" y="597504"/>
                  </a:lnTo>
                  <a:lnTo>
                    <a:pt x="1959495" y="597494"/>
                  </a:lnTo>
                  <a:lnTo>
                    <a:pt x="1959501" y="597479"/>
                  </a:lnTo>
                  <a:lnTo>
                    <a:pt x="1959503" y="597473"/>
                  </a:lnTo>
                  <a:lnTo>
                    <a:pt x="1959505" y="597465"/>
                  </a:lnTo>
                  <a:lnTo>
                    <a:pt x="1959511" y="597447"/>
                  </a:lnTo>
                  <a:lnTo>
                    <a:pt x="1959514" y="597440"/>
                  </a:lnTo>
                  <a:lnTo>
                    <a:pt x="1959517" y="597433"/>
                  </a:lnTo>
                  <a:lnTo>
                    <a:pt x="1959522" y="597419"/>
                  </a:lnTo>
                  <a:lnTo>
                    <a:pt x="1959525" y="597412"/>
                  </a:lnTo>
                  <a:lnTo>
                    <a:pt x="1959539" y="597378"/>
                  </a:lnTo>
                  <a:lnTo>
                    <a:pt x="1959543" y="597368"/>
                  </a:lnTo>
                  <a:lnTo>
                    <a:pt x="1959548" y="597354"/>
                  </a:lnTo>
                  <a:lnTo>
                    <a:pt x="1959552" y="597342"/>
                  </a:lnTo>
                  <a:lnTo>
                    <a:pt x="1959561" y="597313"/>
                  </a:lnTo>
                  <a:lnTo>
                    <a:pt x="1959562" y="597307"/>
                  </a:lnTo>
                  <a:lnTo>
                    <a:pt x="1959566" y="597294"/>
                  </a:lnTo>
                  <a:lnTo>
                    <a:pt x="1959571" y="597282"/>
                  </a:lnTo>
                  <a:lnTo>
                    <a:pt x="1959574" y="597274"/>
                  </a:lnTo>
                  <a:lnTo>
                    <a:pt x="1959577" y="597264"/>
                  </a:lnTo>
                  <a:lnTo>
                    <a:pt x="1959581" y="597242"/>
                  </a:lnTo>
                  <a:lnTo>
                    <a:pt x="1959580" y="597236"/>
                  </a:lnTo>
                  <a:lnTo>
                    <a:pt x="1959572" y="597227"/>
                  </a:lnTo>
                  <a:lnTo>
                    <a:pt x="1959554" y="597211"/>
                  </a:lnTo>
                  <a:lnTo>
                    <a:pt x="1959542" y="597200"/>
                  </a:lnTo>
                  <a:lnTo>
                    <a:pt x="1959536" y="597194"/>
                  </a:lnTo>
                  <a:lnTo>
                    <a:pt x="1959523" y="597173"/>
                  </a:lnTo>
                  <a:lnTo>
                    <a:pt x="1959515" y="597160"/>
                  </a:lnTo>
                  <a:lnTo>
                    <a:pt x="1959499" y="597133"/>
                  </a:lnTo>
                  <a:lnTo>
                    <a:pt x="1959495" y="597125"/>
                  </a:lnTo>
                  <a:lnTo>
                    <a:pt x="1959497" y="597120"/>
                  </a:lnTo>
                  <a:lnTo>
                    <a:pt x="1959499" y="597114"/>
                  </a:lnTo>
                  <a:lnTo>
                    <a:pt x="1959498" y="597105"/>
                  </a:lnTo>
                  <a:lnTo>
                    <a:pt x="1959493" y="597102"/>
                  </a:lnTo>
                  <a:lnTo>
                    <a:pt x="1959490" y="597108"/>
                  </a:lnTo>
                  <a:lnTo>
                    <a:pt x="1959486" y="597114"/>
                  </a:lnTo>
                  <a:lnTo>
                    <a:pt x="1959471" y="597130"/>
                  </a:lnTo>
                  <a:lnTo>
                    <a:pt x="1959464" y="597136"/>
                  </a:lnTo>
                  <a:lnTo>
                    <a:pt x="1959453" y="597140"/>
                  </a:lnTo>
                  <a:lnTo>
                    <a:pt x="1959424" y="597146"/>
                  </a:lnTo>
                  <a:lnTo>
                    <a:pt x="1959413" y="597148"/>
                  </a:lnTo>
                  <a:lnTo>
                    <a:pt x="1959401" y="597149"/>
                  </a:lnTo>
                  <a:lnTo>
                    <a:pt x="1959388" y="597150"/>
                  </a:lnTo>
                  <a:lnTo>
                    <a:pt x="1959383" y="597151"/>
                  </a:lnTo>
                  <a:lnTo>
                    <a:pt x="1959357" y="597152"/>
                  </a:lnTo>
                  <a:lnTo>
                    <a:pt x="1959343" y="597151"/>
                  </a:lnTo>
                  <a:lnTo>
                    <a:pt x="1959311" y="597142"/>
                  </a:lnTo>
                  <a:lnTo>
                    <a:pt x="1959301" y="597138"/>
                  </a:lnTo>
                  <a:lnTo>
                    <a:pt x="1959296" y="597137"/>
                  </a:lnTo>
                  <a:lnTo>
                    <a:pt x="1959269" y="597124"/>
                  </a:lnTo>
                  <a:lnTo>
                    <a:pt x="1959264" y="597117"/>
                  </a:lnTo>
                  <a:lnTo>
                    <a:pt x="1959250" y="597103"/>
                  </a:lnTo>
                  <a:lnTo>
                    <a:pt x="1959240" y="597095"/>
                  </a:lnTo>
                  <a:lnTo>
                    <a:pt x="1959228" y="597092"/>
                  </a:lnTo>
                  <a:lnTo>
                    <a:pt x="1959206" y="597081"/>
                  </a:lnTo>
                  <a:lnTo>
                    <a:pt x="1959171" y="597068"/>
                  </a:lnTo>
                  <a:lnTo>
                    <a:pt x="1959155" y="597061"/>
                  </a:lnTo>
                  <a:lnTo>
                    <a:pt x="1959132" y="597051"/>
                  </a:lnTo>
                  <a:lnTo>
                    <a:pt x="1959106" y="597040"/>
                  </a:lnTo>
                  <a:lnTo>
                    <a:pt x="1959081" y="597033"/>
                  </a:lnTo>
                  <a:lnTo>
                    <a:pt x="1959068" y="597028"/>
                  </a:lnTo>
                  <a:lnTo>
                    <a:pt x="1959044" y="597018"/>
                  </a:lnTo>
                  <a:lnTo>
                    <a:pt x="1959015" y="597009"/>
                  </a:lnTo>
                  <a:lnTo>
                    <a:pt x="1958995" y="597004"/>
                  </a:lnTo>
                  <a:lnTo>
                    <a:pt x="1958972" y="596999"/>
                  </a:lnTo>
                  <a:lnTo>
                    <a:pt x="1958964" y="596997"/>
                  </a:lnTo>
                  <a:lnTo>
                    <a:pt x="1958954" y="596996"/>
                  </a:lnTo>
                  <a:lnTo>
                    <a:pt x="1958940" y="596995"/>
                  </a:lnTo>
                  <a:lnTo>
                    <a:pt x="1958929" y="596995"/>
                  </a:lnTo>
                  <a:lnTo>
                    <a:pt x="1958913" y="596996"/>
                  </a:lnTo>
                  <a:lnTo>
                    <a:pt x="1958897" y="596998"/>
                  </a:lnTo>
                  <a:lnTo>
                    <a:pt x="1958889" y="596998"/>
                  </a:lnTo>
                  <a:lnTo>
                    <a:pt x="1958859" y="596997"/>
                  </a:lnTo>
                  <a:lnTo>
                    <a:pt x="1958814" y="596997"/>
                  </a:lnTo>
                  <a:lnTo>
                    <a:pt x="1958795" y="596998"/>
                  </a:lnTo>
                  <a:lnTo>
                    <a:pt x="1958780" y="597001"/>
                  </a:lnTo>
                  <a:lnTo>
                    <a:pt x="1958765" y="597006"/>
                  </a:lnTo>
                  <a:lnTo>
                    <a:pt x="1958758" y="597008"/>
                  </a:lnTo>
                  <a:lnTo>
                    <a:pt x="1958750" y="597010"/>
                  </a:lnTo>
                  <a:lnTo>
                    <a:pt x="1958739" y="597012"/>
                  </a:lnTo>
                  <a:lnTo>
                    <a:pt x="1958729" y="597016"/>
                  </a:lnTo>
                  <a:lnTo>
                    <a:pt x="1958720" y="597021"/>
                  </a:lnTo>
                  <a:lnTo>
                    <a:pt x="1958712" y="597030"/>
                  </a:lnTo>
                  <a:lnTo>
                    <a:pt x="1958703" y="597038"/>
                  </a:lnTo>
                  <a:lnTo>
                    <a:pt x="1958693" y="597044"/>
                  </a:lnTo>
                  <a:lnTo>
                    <a:pt x="1958673" y="597051"/>
                  </a:lnTo>
                  <a:lnTo>
                    <a:pt x="1958655" y="597061"/>
                  </a:lnTo>
                  <a:lnTo>
                    <a:pt x="1958607" y="597077"/>
                  </a:lnTo>
                  <a:lnTo>
                    <a:pt x="1958531" y="597083"/>
                  </a:lnTo>
                  <a:lnTo>
                    <a:pt x="1958508" y="597080"/>
                  </a:lnTo>
                  <a:lnTo>
                    <a:pt x="1958494" y="597079"/>
                  </a:lnTo>
                  <a:lnTo>
                    <a:pt x="1958486" y="597079"/>
                  </a:lnTo>
                  <a:lnTo>
                    <a:pt x="1958476" y="597080"/>
                  </a:lnTo>
                  <a:lnTo>
                    <a:pt x="1958467" y="597081"/>
                  </a:lnTo>
                  <a:lnTo>
                    <a:pt x="1958436" y="597085"/>
                  </a:lnTo>
                  <a:lnTo>
                    <a:pt x="1958419" y="597088"/>
                  </a:lnTo>
                  <a:lnTo>
                    <a:pt x="1958367" y="597087"/>
                  </a:lnTo>
                  <a:lnTo>
                    <a:pt x="1958350" y="597087"/>
                  </a:lnTo>
                  <a:lnTo>
                    <a:pt x="1958296" y="597107"/>
                  </a:lnTo>
                  <a:lnTo>
                    <a:pt x="1958250" y="597124"/>
                  </a:lnTo>
                  <a:lnTo>
                    <a:pt x="1958229" y="597129"/>
                  </a:lnTo>
                  <a:lnTo>
                    <a:pt x="1958211" y="597132"/>
                  </a:lnTo>
                  <a:lnTo>
                    <a:pt x="1958146" y="597148"/>
                  </a:lnTo>
                  <a:lnTo>
                    <a:pt x="1958093" y="597158"/>
                  </a:lnTo>
                  <a:lnTo>
                    <a:pt x="1957983" y="597183"/>
                  </a:lnTo>
                  <a:lnTo>
                    <a:pt x="1957882" y="597217"/>
                  </a:lnTo>
                  <a:lnTo>
                    <a:pt x="1957747" y="597280"/>
                  </a:lnTo>
                  <a:lnTo>
                    <a:pt x="1957662" y="597335"/>
                  </a:lnTo>
                  <a:lnTo>
                    <a:pt x="1957546" y="597433"/>
                  </a:lnTo>
                  <a:lnTo>
                    <a:pt x="1957462" y="597508"/>
                  </a:lnTo>
                  <a:lnTo>
                    <a:pt x="1957404" y="597592"/>
                  </a:lnTo>
                  <a:lnTo>
                    <a:pt x="1957370" y="597635"/>
                  </a:lnTo>
                  <a:lnTo>
                    <a:pt x="1957333" y="597697"/>
                  </a:lnTo>
                  <a:lnTo>
                    <a:pt x="1957296" y="597771"/>
                  </a:lnTo>
                  <a:lnTo>
                    <a:pt x="1957267" y="597856"/>
                  </a:lnTo>
                  <a:lnTo>
                    <a:pt x="1957236" y="597923"/>
                  </a:lnTo>
                  <a:lnTo>
                    <a:pt x="1957225" y="597948"/>
                  </a:lnTo>
                  <a:lnTo>
                    <a:pt x="1957222" y="597961"/>
                  </a:lnTo>
                  <a:lnTo>
                    <a:pt x="1957218" y="597984"/>
                  </a:lnTo>
                  <a:lnTo>
                    <a:pt x="1957214" y="598034"/>
                  </a:lnTo>
                  <a:lnTo>
                    <a:pt x="1957214" y="598159"/>
                  </a:lnTo>
                  <a:lnTo>
                    <a:pt x="1957213" y="598178"/>
                  </a:lnTo>
                  <a:lnTo>
                    <a:pt x="1957186" y="598295"/>
                  </a:lnTo>
                  <a:lnTo>
                    <a:pt x="1957155" y="598359"/>
                  </a:lnTo>
                  <a:lnTo>
                    <a:pt x="1957143" y="598381"/>
                  </a:lnTo>
                  <a:lnTo>
                    <a:pt x="1957103" y="598441"/>
                  </a:lnTo>
                  <a:lnTo>
                    <a:pt x="1957090" y="598462"/>
                  </a:lnTo>
                  <a:lnTo>
                    <a:pt x="1957054" y="598532"/>
                  </a:lnTo>
                  <a:lnTo>
                    <a:pt x="1957023" y="598612"/>
                  </a:lnTo>
                  <a:lnTo>
                    <a:pt x="1957015" y="598635"/>
                  </a:lnTo>
                  <a:lnTo>
                    <a:pt x="1957008" y="598674"/>
                  </a:lnTo>
                  <a:lnTo>
                    <a:pt x="1957006" y="598697"/>
                  </a:lnTo>
                  <a:lnTo>
                    <a:pt x="1957005" y="598748"/>
                  </a:lnTo>
                  <a:lnTo>
                    <a:pt x="1957007" y="598844"/>
                  </a:lnTo>
                  <a:lnTo>
                    <a:pt x="1957011" y="598871"/>
                  </a:lnTo>
                  <a:lnTo>
                    <a:pt x="1957040" y="598957"/>
                  </a:lnTo>
                  <a:lnTo>
                    <a:pt x="1957043" y="598976"/>
                  </a:lnTo>
                  <a:lnTo>
                    <a:pt x="1957044" y="599005"/>
                  </a:lnTo>
                  <a:lnTo>
                    <a:pt x="1957037" y="599039"/>
                  </a:lnTo>
                  <a:lnTo>
                    <a:pt x="1957036" y="599048"/>
                  </a:lnTo>
                  <a:lnTo>
                    <a:pt x="1957054" y="599174"/>
                  </a:lnTo>
                  <a:lnTo>
                    <a:pt x="1957063" y="599264"/>
                  </a:lnTo>
                  <a:lnTo>
                    <a:pt x="1957066" y="599316"/>
                  </a:lnTo>
                  <a:lnTo>
                    <a:pt x="1957067" y="599414"/>
                  </a:lnTo>
                  <a:lnTo>
                    <a:pt x="1957073" y="599522"/>
                  </a:lnTo>
                  <a:lnTo>
                    <a:pt x="1957077" y="599584"/>
                  </a:lnTo>
                  <a:lnTo>
                    <a:pt x="1957086" y="599645"/>
                  </a:lnTo>
                  <a:lnTo>
                    <a:pt x="1957090" y="599692"/>
                  </a:lnTo>
                  <a:lnTo>
                    <a:pt x="1957091" y="599768"/>
                  </a:lnTo>
                  <a:lnTo>
                    <a:pt x="1957088" y="599803"/>
                  </a:lnTo>
                  <a:lnTo>
                    <a:pt x="1957089" y="599896"/>
                  </a:lnTo>
                  <a:lnTo>
                    <a:pt x="1957091" y="599925"/>
                  </a:lnTo>
                  <a:lnTo>
                    <a:pt x="1957092" y="599984"/>
                  </a:lnTo>
                  <a:lnTo>
                    <a:pt x="1957097" y="599997"/>
                  </a:lnTo>
                  <a:lnTo>
                    <a:pt x="1957121" y="600043"/>
                  </a:lnTo>
                  <a:lnTo>
                    <a:pt x="1957127" y="600060"/>
                  </a:lnTo>
                  <a:lnTo>
                    <a:pt x="1957127" y="600069"/>
                  </a:lnTo>
                  <a:lnTo>
                    <a:pt x="1957120" y="600084"/>
                  </a:lnTo>
                  <a:lnTo>
                    <a:pt x="1957106" y="600114"/>
                  </a:lnTo>
                  <a:lnTo>
                    <a:pt x="1957099" y="600137"/>
                  </a:lnTo>
                  <a:lnTo>
                    <a:pt x="1957098" y="600152"/>
                  </a:lnTo>
                  <a:lnTo>
                    <a:pt x="1957098" y="600159"/>
                  </a:lnTo>
                  <a:lnTo>
                    <a:pt x="1957088" y="600192"/>
                  </a:lnTo>
                  <a:lnTo>
                    <a:pt x="1957083" y="600206"/>
                  </a:lnTo>
                  <a:lnTo>
                    <a:pt x="1957078" y="600223"/>
                  </a:lnTo>
                  <a:lnTo>
                    <a:pt x="1957067" y="600267"/>
                  </a:lnTo>
                  <a:lnTo>
                    <a:pt x="1957067" y="600275"/>
                  </a:lnTo>
                  <a:lnTo>
                    <a:pt x="1957068" y="600309"/>
                  </a:lnTo>
                  <a:lnTo>
                    <a:pt x="1957079" y="600394"/>
                  </a:lnTo>
                  <a:lnTo>
                    <a:pt x="1957079" y="600430"/>
                  </a:lnTo>
                  <a:lnTo>
                    <a:pt x="1957080" y="600452"/>
                  </a:lnTo>
                  <a:lnTo>
                    <a:pt x="1957080" y="600467"/>
                  </a:lnTo>
                  <a:lnTo>
                    <a:pt x="1957083" y="600476"/>
                  </a:lnTo>
                  <a:lnTo>
                    <a:pt x="1957098" y="600492"/>
                  </a:lnTo>
                  <a:lnTo>
                    <a:pt x="1957108" y="600497"/>
                  </a:lnTo>
                  <a:lnTo>
                    <a:pt x="1957127" y="600502"/>
                  </a:lnTo>
                  <a:lnTo>
                    <a:pt x="1957133" y="600506"/>
                  </a:lnTo>
                  <a:lnTo>
                    <a:pt x="1957137" y="600516"/>
                  </a:lnTo>
                  <a:lnTo>
                    <a:pt x="1957136" y="600522"/>
                  </a:lnTo>
                  <a:lnTo>
                    <a:pt x="1957133" y="600527"/>
                  </a:lnTo>
                  <a:lnTo>
                    <a:pt x="1957103" y="600544"/>
                  </a:lnTo>
                  <a:lnTo>
                    <a:pt x="1957090" y="600548"/>
                  </a:lnTo>
                  <a:lnTo>
                    <a:pt x="1957069" y="600548"/>
                  </a:lnTo>
                  <a:lnTo>
                    <a:pt x="1957044" y="600552"/>
                  </a:lnTo>
                  <a:lnTo>
                    <a:pt x="1957036" y="600556"/>
                  </a:lnTo>
                  <a:lnTo>
                    <a:pt x="1957030" y="600561"/>
                  </a:lnTo>
                  <a:lnTo>
                    <a:pt x="1957017" y="600580"/>
                  </a:lnTo>
                  <a:lnTo>
                    <a:pt x="1957001" y="600611"/>
                  </a:lnTo>
                  <a:lnTo>
                    <a:pt x="1956998" y="600619"/>
                  </a:lnTo>
                  <a:lnTo>
                    <a:pt x="1956998" y="600631"/>
                  </a:lnTo>
                  <a:lnTo>
                    <a:pt x="1956999" y="600655"/>
                  </a:lnTo>
                  <a:lnTo>
                    <a:pt x="1956990" y="600665"/>
                  </a:lnTo>
                  <a:lnTo>
                    <a:pt x="1956986" y="600681"/>
                  </a:lnTo>
                  <a:lnTo>
                    <a:pt x="1956978" y="600684"/>
                  </a:lnTo>
                  <a:lnTo>
                    <a:pt x="1956940" y="600697"/>
                  </a:lnTo>
                  <a:lnTo>
                    <a:pt x="1956927" y="600713"/>
                  </a:lnTo>
                  <a:lnTo>
                    <a:pt x="1956925" y="600723"/>
                  </a:lnTo>
                  <a:lnTo>
                    <a:pt x="1956925" y="600733"/>
                  </a:lnTo>
                  <a:lnTo>
                    <a:pt x="1956934" y="600805"/>
                  </a:lnTo>
                  <a:lnTo>
                    <a:pt x="1956933" y="600812"/>
                  </a:lnTo>
                  <a:lnTo>
                    <a:pt x="1956925" y="600832"/>
                  </a:lnTo>
                  <a:lnTo>
                    <a:pt x="1956918" y="600844"/>
                  </a:lnTo>
                  <a:lnTo>
                    <a:pt x="1956903" y="600857"/>
                  </a:lnTo>
                  <a:lnTo>
                    <a:pt x="1956886" y="600878"/>
                  </a:lnTo>
                  <a:lnTo>
                    <a:pt x="1956872" y="600891"/>
                  </a:lnTo>
                  <a:lnTo>
                    <a:pt x="1956821" y="600928"/>
                  </a:lnTo>
                  <a:lnTo>
                    <a:pt x="1956807" y="600940"/>
                  </a:lnTo>
                  <a:lnTo>
                    <a:pt x="1956797" y="600956"/>
                  </a:lnTo>
                  <a:lnTo>
                    <a:pt x="1956788" y="600977"/>
                  </a:lnTo>
                  <a:lnTo>
                    <a:pt x="1956784" y="600983"/>
                  </a:lnTo>
                  <a:lnTo>
                    <a:pt x="1956746" y="600997"/>
                  </a:lnTo>
                  <a:lnTo>
                    <a:pt x="1956716" y="601019"/>
                  </a:lnTo>
                  <a:lnTo>
                    <a:pt x="1956701" y="601029"/>
                  </a:lnTo>
                  <a:lnTo>
                    <a:pt x="1956685" y="601037"/>
                  </a:lnTo>
                  <a:lnTo>
                    <a:pt x="1956666" y="601050"/>
                  </a:lnTo>
                  <a:lnTo>
                    <a:pt x="1956636" y="601077"/>
                  </a:lnTo>
                  <a:lnTo>
                    <a:pt x="1956573" y="601147"/>
                  </a:lnTo>
                  <a:lnTo>
                    <a:pt x="1956530" y="601189"/>
                  </a:lnTo>
                  <a:lnTo>
                    <a:pt x="1956501" y="601210"/>
                  </a:lnTo>
                  <a:lnTo>
                    <a:pt x="1956458" y="601246"/>
                  </a:lnTo>
                  <a:lnTo>
                    <a:pt x="1956415" y="601279"/>
                  </a:lnTo>
                  <a:lnTo>
                    <a:pt x="1956310" y="601346"/>
                  </a:lnTo>
                  <a:lnTo>
                    <a:pt x="1956154" y="601387"/>
                  </a:lnTo>
                  <a:lnTo>
                    <a:pt x="1956063" y="601424"/>
                  </a:lnTo>
                  <a:lnTo>
                    <a:pt x="1956048" y="601425"/>
                  </a:lnTo>
                  <a:lnTo>
                    <a:pt x="1956035" y="601425"/>
                  </a:lnTo>
                  <a:lnTo>
                    <a:pt x="1956011" y="601438"/>
                  </a:lnTo>
                  <a:lnTo>
                    <a:pt x="1955982" y="601444"/>
                  </a:lnTo>
                  <a:lnTo>
                    <a:pt x="1955955" y="601458"/>
                  </a:lnTo>
                  <a:lnTo>
                    <a:pt x="1955916" y="601486"/>
                  </a:lnTo>
                  <a:lnTo>
                    <a:pt x="1955907" y="601503"/>
                  </a:lnTo>
                  <a:lnTo>
                    <a:pt x="1955877" y="601529"/>
                  </a:lnTo>
                  <a:lnTo>
                    <a:pt x="1955783" y="601624"/>
                  </a:lnTo>
                  <a:lnTo>
                    <a:pt x="1955180" y="601564"/>
                  </a:lnTo>
                  <a:lnTo>
                    <a:pt x="1954901" y="601536"/>
                  </a:lnTo>
                  <a:lnTo>
                    <a:pt x="1954803" y="601526"/>
                  </a:lnTo>
                  <a:lnTo>
                    <a:pt x="1954696" y="602073"/>
                  </a:lnTo>
                  <a:lnTo>
                    <a:pt x="1954200" y="601442"/>
                  </a:lnTo>
                  <a:lnTo>
                    <a:pt x="1953977" y="601070"/>
                  </a:lnTo>
                  <a:lnTo>
                    <a:pt x="1953887" y="601049"/>
                  </a:lnTo>
                  <a:lnTo>
                    <a:pt x="1953808" y="601079"/>
                  </a:lnTo>
                  <a:lnTo>
                    <a:pt x="1953757" y="601124"/>
                  </a:lnTo>
                  <a:lnTo>
                    <a:pt x="1953759" y="601151"/>
                  </a:lnTo>
                  <a:lnTo>
                    <a:pt x="1953776" y="601173"/>
                  </a:lnTo>
                  <a:lnTo>
                    <a:pt x="1953789" y="601191"/>
                  </a:lnTo>
                  <a:lnTo>
                    <a:pt x="1953661" y="601513"/>
                  </a:lnTo>
                  <a:lnTo>
                    <a:pt x="1953297" y="601520"/>
                  </a:lnTo>
                  <a:lnTo>
                    <a:pt x="1953287" y="601520"/>
                  </a:lnTo>
                  <a:lnTo>
                    <a:pt x="1953182" y="601525"/>
                  </a:lnTo>
                  <a:lnTo>
                    <a:pt x="1952823" y="601543"/>
                  </a:lnTo>
                  <a:lnTo>
                    <a:pt x="1952253" y="601692"/>
                  </a:lnTo>
                  <a:lnTo>
                    <a:pt x="1952165" y="601524"/>
                  </a:lnTo>
                  <a:lnTo>
                    <a:pt x="1950829" y="602059"/>
                  </a:lnTo>
                  <a:lnTo>
                    <a:pt x="1950773" y="602022"/>
                  </a:lnTo>
                  <a:lnTo>
                    <a:pt x="1950735" y="601997"/>
                  </a:lnTo>
                  <a:lnTo>
                    <a:pt x="1950389" y="602214"/>
                  </a:lnTo>
                  <a:lnTo>
                    <a:pt x="1950324" y="602255"/>
                  </a:lnTo>
                  <a:lnTo>
                    <a:pt x="1950223" y="602318"/>
                  </a:lnTo>
                  <a:lnTo>
                    <a:pt x="1950029" y="602383"/>
                  </a:lnTo>
                  <a:lnTo>
                    <a:pt x="1949988" y="602396"/>
                  </a:lnTo>
                  <a:lnTo>
                    <a:pt x="1949778" y="602465"/>
                  </a:lnTo>
                  <a:lnTo>
                    <a:pt x="1949754" y="602473"/>
                  </a:lnTo>
                  <a:lnTo>
                    <a:pt x="1949712" y="602485"/>
                  </a:lnTo>
                  <a:lnTo>
                    <a:pt x="1949655" y="602502"/>
                  </a:lnTo>
                  <a:lnTo>
                    <a:pt x="1948805" y="602748"/>
                  </a:lnTo>
                  <a:lnTo>
                    <a:pt x="1948726" y="602739"/>
                  </a:lnTo>
                  <a:lnTo>
                    <a:pt x="1948333" y="602694"/>
                  </a:lnTo>
                  <a:lnTo>
                    <a:pt x="1948329" y="602694"/>
                  </a:lnTo>
                  <a:lnTo>
                    <a:pt x="1947292" y="602425"/>
                  </a:lnTo>
                  <a:lnTo>
                    <a:pt x="1947272" y="602435"/>
                  </a:lnTo>
                  <a:lnTo>
                    <a:pt x="1947153" y="602401"/>
                  </a:lnTo>
                  <a:lnTo>
                    <a:pt x="1946691" y="602091"/>
                  </a:lnTo>
                  <a:lnTo>
                    <a:pt x="1946642" y="602005"/>
                  </a:lnTo>
                  <a:lnTo>
                    <a:pt x="1946591" y="601916"/>
                  </a:lnTo>
                  <a:lnTo>
                    <a:pt x="1946382" y="601927"/>
                  </a:lnTo>
                  <a:lnTo>
                    <a:pt x="1946079" y="601944"/>
                  </a:lnTo>
                  <a:lnTo>
                    <a:pt x="1945462" y="601954"/>
                  </a:lnTo>
                  <a:lnTo>
                    <a:pt x="1944983" y="601917"/>
                  </a:lnTo>
                  <a:lnTo>
                    <a:pt x="1944882" y="601826"/>
                  </a:lnTo>
                  <a:lnTo>
                    <a:pt x="1944865" y="601811"/>
                  </a:lnTo>
                  <a:lnTo>
                    <a:pt x="1944755" y="601782"/>
                  </a:lnTo>
                  <a:lnTo>
                    <a:pt x="1944693" y="601775"/>
                  </a:lnTo>
                  <a:lnTo>
                    <a:pt x="1944460" y="601749"/>
                  </a:lnTo>
                  <a:lnTo>
                    <a:pt x="1944393" y="601741"/>
                  </a:lnTo>
                  <a:lnTo>
                    <a:pt x="1944082" y="601707"/>
                  </a:lnTo>
                  <a:lnTo>
                    <a:pt x="1944047" y="601776"/>
                  </a:lnTo>
                  <a:lnTo>
                    <a:pt x="1944040" y="601789"/>
                  </a:lnTo>
                  <a:lnTo>
                    <a:pt x="1943878" y="601781"/>
                  </a:lnTo>
                  <a:lnTo>
                    <a:pt x="1943855" y="601780"/>
                  </a:lnTo>
                  <a:lnTo>
                    <a:pt x="1943466" y="601761"/>
                  </a:lnTo>
                  <a:lnTo>
                    <a:pt x="1943404" y="601758"/>
                  </a:lnTo>
                  <a:lnTo>
                    <a:pt x="1943259" y="601728"/>
                  </a:lnTo>
                  <a:lnTo>
                    <a:pt x="1943204" y="601716"/>
                  </a:lnTo>
                  <a:lnTo>
                    <a:pt x="1943007" y="601669"/>
                  </a:lnTo>
                  <a:lnTo>
                    <a:pt x="1942890" y="601641"/>
                  </a:lnTo>
                  <a:lnTo>
                    <a:pt x="1942700" y="601596"/>
                  </a:lnTo>
                  <a:lnTo>
                    <a:pt x="1942315" y="601504"/>
                  </a:lnTo>
                  <a:lnTo>
                    <a:pt x="1942271" y="601493"/>
                  </a:lnTo>
                  <a:lnTo>
                    <a:pt x="1942140" y="601462"/>
                  </a:lnTo>
                  <a:lnTo>
                    <a:pt x="1942126" y="601409"/>
                  </a:lnTo>
                  <a:lnTo>
                    <a:pt x="1942149" y="601367"/>
                  </a:lnTo>
                  <a:lnTo>
                    <a:pt x="1942458" y="601294"/>
                  </a:lnTo>
                  <a:lnTo>
                    <a:pt x="1942566" y="601144"/>
                  </a:lnTo>
                  <a:lnTo>
                    <a:pt x="1942596" y="601103"/>
                  </a:lnTo>
                  <a:lnTo>
                    <a:pt x="1942587" y="601035"/>
                  </a:lnTo>
                  <a:lnTo>
                    <a:pt x="1942529" y="601010"/>
                  </a:lnTo>
                  <a:lnTo>
                    <a:pt x="1942449" y="600977"/>
                  </a:lnTo>
                  <a:lnTo>
                    <a:pt x="1942211" y="601110"/>
                  </a:lnTo>
                  <a:lnTo>
                    <a:pt x="1942194" y="601117"/>
                  </a:lnTo>
                  <a:lnTo>
                    <a:pt x="1941831" y="601270"/>
                  </a:lnTo>
                  <a:lnTo>
                    <a:pt x="1941808" y="601279"/>
                  </a:lnTo>
                  <a:lnTo>
                    <a:pt x="1941664" y="601340"/>
                  </a:lnTo>
                  <a:lnTo>
                    <a:pt x="1941228" y="601399"/>
                  </a:lnTo>
                  <a:lnTo>
                    <a:pt x="1941213" y="601401"/>
                  </a:lnTo>
                  <a:lnTo>
                    <a:pt x="1940876" y="601447"/>
                  </a:lnTo>
                  <a:lnTo>
                    <a:pt x="1940427" y="601687"/>
                  </a:lnTo>
                  <a:lnTo>
                    <a:pt x="1940065" y="601814"/>
                  </a:lnTo>
                  <a:lnTo>
                    <a:pt x="1939974" y="601817"/>
                  </a:lnTo>
                  <a:lnTo>
                    <a:pt x="1939722" y="601825"/>
                  </a:lnTo>
                  <a:lnTo>
                    <a:pt x="1939554" y="601831"/>
                  </a:lnTo>
                  <a:lnTo>
                    <a:pt x="1939422" y="601821"/>
                  </a:lnTo>
                  <a:lnTo>
                    <a:pt x="1938973" y="601828"/>
                  </a:lnTo>
                  <a:lnTo>
                    <a:pt x="1938673" y="601884"/>
                  </a:lnTo>
                  <a:lnTo>
                    <a:pt x="1938667" y="601884"/>
                  </a:lnTo>
                  <a:lnTo>
                    <a:pt x="1938499" y="601903"/>
                  </a:lnTo>
                  <a:lnTo>
                    <a:pt x="1938467" y="601723"/>
                  </a:lnTo>
                  <a:lnTo>
                    <a:pt x="1938410" y="601712"/>
                  </a:lnTo>
                  <a:lnTo>
                    <a:pt x="1938344" y="601723"/>
                  </a:lnTo>
                  <a:lnTo>
                    <a:pt x="1936766" y="602215"/>
                  </a:lnTo>
                  <a:lnTo>
                    <a:pt x="1936711" y="602201"/>
                  </a:lnTo>
                  <a:lnTo>
                    <a:pt x="1936675" y="602172"/>
                  </a:lnTo>
                  <a:lnTo>
                    <a:pt x="1936275" y="601661"/>
                  </a:lnTo>
                  <a:lnTo>
                    <a:pt x="1936014" y="601576"/>
                  </a:lnTo>
                  <a:lnTo>
                    <a:pt x="1935795" y="601439"/>
                  </a:lnTo>
                  <a:lnTo>
                    <a:pt x="1935290" y="601121"/>
                  </a:lnTo>
                  <a:lnTo>
                    <a:pt x="1935280" y="601115"/>
                  </a:lnTo>
                  <a:lnTo>
                    <a:pt x="1935253" y="600982"/>
                  </a:lnTo>
                  <a:lnTo>
                    <a:pt x="1935271" y="600828"/>
                  </a:lnTo>
                  <a:lnTo>
                    <a:pt x="1935266" y="600730"/>
                  </a:lnTo>
                  <a:lnTo>
                    <a:pt x="1935227" y="600616"/>
                  </a:lnTo>
                  <a:lnTo>
                    <a:pt x="1935095" y="600482"/>
                  </a:lnTo>
                  <a:lnTo>
                    <a:pt x="1935036" y="600446"/>
                  </a:lnTo>
                  <a:lnTo>
                    <a:pt x="1935030" y="600443"/>
                  </a:lnTo>
                  <a:lnTo>
                    <a:pt x="1934755" y="600299"/>
                  </a:lnTo>
                  <a:lnTo>
                    <a:pt x="1934662" y="600336"/>
                  </a:lnTo>
                  <a:lnTo>
                    <a:pt x="1934571" y="600371"/>
                  </a:lnTo>
                  <a:lnTo>
                    <a:pt x="1934891" y="600946"/>
                  </a:lnTo>
                  <a:lnTo>
                    <a:pt x="1934923" y="601189"/>
                  </a:lnTo>
                  <a:lnTo>
                    <a:pt x="1934923" y="601248"/>
                  </a:lnTo>
                  <a:lnTo>
                    <a:pt x="1934922" y="601297"/>
                  </a:lnTo>
                  <a:lnTo>
                    <a:pt x="1934922" y="601426"/>
                  </a:lnTo>
                  <a:lnTo>
                    <a:pt x="1934906" y="601466"/>
                  </a:lnTo>
                  <a:lnTo>
                    <a:pt x="1934898" y="601468"/>
                  </a:lnTo>
                  <a:lnTo>
                    <a:pt x="1934861" y="601477"/>
                  </a:lnTo>
                  <a:lnTo>
                    <a:pt x="1934850" y="601479"/>
                  </a:lnTo>
                  <a:lnTo>
                    <a:pt x="1934401" y="601375"/>
                  </a:lnTo>
                  <a:lnTo>
                    <a:pt x="1934371" y="601368"/>
                  </a:lnTo>
                  <a:lnTo>
                    <a:pt x="1934319" y="601363"/>
                  </a:lnTo>
                  <a:lnTo>
                    <a:pt x="1934372" y="601818"/>
                  </a:lnTo>
                  <a:lnTo>
                    <a:pt x="1934400" y="601899"/>
                  </a:lnTo>
                  <a:lnTo>
                    <a:pt x="1934465" y="602084"/>
                  </a:lnTo>
                  <a:lnTo>
                    <a:pt x="1934485" y="602113"/>
                  </a:lnTo>
                  <a:lnTo>
                    <a:pt x="1934566" y="602230"/>
                  </a:lnTo>
                  <a:lnTo>
                    <a:pt x="1934621" y="602309"/>
                  </a:lnTo>
                  <a:lnTo>
                    <a:pt x="1934655" y="602329"/>
                  </a:lnTo>
                  <a:lnTo>
                    <a:pt x="1934581" y="602757"/>
                  </a:lnTo>
                  <a:lnTo>
                    <a:pt x="1934558" y="602777"/>
                  </a:lnTo>
                  <a:lnTo>
                    <a:pt x="1934478" y="602777"/>
                  </a:lnTo>
                  <a:lnTo>
                    <a:pt x="1934261" y="602777"/>
                  </a:lnTo>
                  <a:lnTo>
                    <a:pt x="1934227" y="602777"/>
                  </a:lnTo>
                  <a:lnTo>
                    <a:pt x="1934227" y="602869"/>
                  </a:lnTo>
                  <a:lnTo>
                    <a:pt x="1934228" y="602966"/>
                  </a:lnTo>
                  <a:lnTo>
                    <a:pt x="1934228" y="603111"/>
                  </a:lnTo>
                  <a:lnTo>
                    <a:pt x="1934184" y="603130"/>
                  </a:lnTo>
                  <a:lnTo>
                    <a:pt x="1933822" y="603283"/>
                  </a:lnTo>
                  <a:lnTo>
                    <a:pt x="1933759" y="603510"/>
                  </a:lnTo>
                  <a:lnTo>
                    <a:pt x="1933540" y="603776"/>
                  </a:lnTo>
                  <a:lnTo>
                    <a:pt x="1933482" y="603819"/>
                  </a:lnTo>
                  <a:lnTo>
                    <a:pt x="1933053" y="603948"/>
                  </a:lnTo>
                  <a:lnTo>
                    <a:pt x="1933022" y="603957"/>
                  </a:lnTo>
                  <a:lnTo>
                    <a:pt x="1932972" y="603972"/>
                  </a:lnTo>
                  <a:lnTo>
                    <a:pt x="1932428" y="603974"/>
                  </a:lnTo>
                  <a:lnTo>
                    <a:pt x="1932396" y="603953"/>
                  </a:lnTo>
                  <a:lnTo>
                    <a:pt x="1932325" y="603670"/>
                  </a:lnTo>
                  <a:lnTo>
                    <a:pt x="1932346" y="603595"/>
                  </a:lnTo>
                  <a:lnTo>
                    <a:pt x="1932348" y="603584"/>
                  </a:lnTo>
                  <a:lnTo>
                    <a:pt x="1932334" y="603565"/>
                  </a:lnTo>
                  <a:lnTo>
                    <a:pt x="1932295" y="603513"/>
                  </a:lnTo>
                  <a:lnTo>
                    <a:pt x="1932271" y="603504"/>
                  </a:lnTo>
                  <a:lnTo>
                    <a:pt x="1932258" y="603499"/>
                  </a:lnTo>
                  <a:lnTo>
                    <a:pt x="1932221" y="603484"/>
                  </a:lnTo>
                  <a:lnTo>
                    <a:pt x="1932074" y="603480"/>
                  </a:lnTo>
                  <a:lnTo>
                    <a:pt x="1931993" y="603478"/>
                  </a:lnTo>
                  <a:lnTo>
                    <a:pt x="1931921" y="603475"/>
                  </a:lnTo>
                  <a:lnTo>
                    <a:pt x="1931893" y="603513"/>
                  </a:lnTo>
                  <a:lnTo>
                    <a:pt x="1931878" y="603534"/>
                  </a:lnTo>
                  <a:lnTo>
                    <a:pt x="1931846" y="603579"/>
                  </a:lnTo>
                  <a:lnTo>
                    <a:pt x="1931639" y="603864"/>
                  </a:lnTo>
                  <a:lnTo>
                    <a:pt x="1931638" y="603869"/>
                  </a:lnTo>
                  <a:lnTo>
                    <a:pt x="1931615" y="604015"/>
                  </a:lnTo>
                  <a:lnTo>
                    <a:pt x="1931613" y="604027"/>
                  </a:lnTo>
                  <a:lnTo>
                    <a:pt x="1931652" y="604128"/>
                  </a:lnTo>
                  <a:lnTo>
                    <a:pt x="1931657" y="604141"/>
                  </a:lnTo>
                  <a:lnTo>
                    <a:pt x="1931744" y="604189"/>
                  </a:lnTo>
                  <a:lnTo>
                    <a:pt x="1931731" y="604260"/>
                  </a:lnTo>
                  <a:lnTo>
                    <a:pt x="1931610" y="604413"/>
                  </a:lnTo>
                  <a:lnTo>
                    <a:pt x="1931578" y="604439"/>
                  </a:lnTo>
                  <a:lnTo>
                    <a:pt x="1931516" y="604489"/>
                  </a:lnTo>
                  <a:lnTo>
                    <a:pt x="1931489" y="604504"/>
                  </a:lnTo>
                  <a:lnTo>
                    <a:pt x="1931364" y="604576"/>
                  </a:lnTo>
                  <a:lnTo>
                    <a:pt x="1931338" y="604591"/>
                  </a:lnTo>
                  <a:lnTo>
                    <a:pt x="1931199" y="604670"/>
                  </a:lnTo>
                  <a:lnTo>
                    <a:pt x="1931106" y="604707"/>
                  </a:lnTo>
                  <a:lnTo>
                    <a:pt x="1931047" y="604731"/>
                  </a:lnTo>
                  <a:lnTo>
                    <a:pt x="1931038" y="604735"/>
                  </a:lnTo>
                  <a:lnTo>
                    <a:pt x="1931026" y="604722"/>
                  </a:lnTo>
                  <a:lnTo>
                    <a:pt x="1930957" y="604652"/>
                  </a:lnTo>
                  <a:lnTo>
                    <a:pt x="1930949" y="604643"/>
                  </a:lnTo>
                  <a:lnTo>
                    <a:pt x="1930989" y="604617"/>
                  </a:lnTo>
                  <a:lnTo>
                    <a:pt x="1931075" y="604469"/>
                  </a:lnTo>
                  <a:lnTo>
                    <a:pt x="1931081" y="604458"/>
                  </a:lnTo>
                  <a:lnTo>
                    <a:pt x="1931104" y="604109"/>
                  </a:lnTo>
                  <a:lnTo>
                    <a:pt x="1931092" y="603963"/>
                  </a:lnTo>
                  <a:lnTo>
                    <a:pt x="1931014" y="603699"/>
                  </a:lnTo>
                  <a:lnTo>
                    <a:pt x="1930999" y="603646"/>
                  </a:lnTo>
                  <a:lnTo>
                    <a:pt x="1930987" y="603621"/>
                  </a:lnTo>
                  <a:lnTo>
                    <a:pt x="1930860" y="603336"/>
                  </a:lnTo>
                  <a:lnTo>
                    <a:pt x="1930842" y="603335"/>
                  </a:lnTo>
                  <a:lnTo>
                    <a:pt x="1930612" y="603322"/>
                  </a:lnTo>
                  <a:lnTo>
                    <a:pt x="1930487" y="603332"/>
                  </a:lnTo>
                  <a:lnTo>
                    <a:pt x="1929953" y="603444"/>
                  </a:lnTo>
                  <a:lnTo>
                    <a:pt x="1929939" y="603447"/>
                  </a:lnTo>
                  <a:lnTo>
                    <a:pt x="1929912" y="603915"/>
                  </a:lnTo>
                  <a:lnTo>
                    <a:pt x="1929903" y="604083"/>
                  </a:lnTo>
                  <a:lnTo>
                    <a:pt x="1929892" y="604107"/>
                  </a:lnTo>
                  <a:lnTo>
                    <a:pt x="1929203" y="604104"/>
                  </a:lnTo>
                  <a:lnTo>
                    <a:pt x="1929165" y="604104"/>
                  </a:lnTo>
                  <a:lnTo>
                    <a:pt x="1929165" y="604187"/>
                  </a:lnTo>
                  <a:lnTo>
                    <a:pt x="1929165" y="604456"/>
                  </a:lnTo>
                  <a:lnTo>
                    <a:pt x="1929165" y="604499"/>
                  </a:lnTo>
                  <a:lnTo>
                    <a:pt x="1928848" y="604638"/>
                  </a:lnTo>
                  <a:lnTo>
                    <a:pt x="1928593" y="604341"/>
                  </a:lnTo>
                  <a:lnTo>
                    <a:pt x="1928465" y="604350"/>
                  </a:lnTo>
                  <a:lnTo>
                    <a:pt x="1928243" y="604599"/>
                  </a:lnTo>
                  <a:lnTo>
                    <a:pt x="1928169" y="604639"/>
                  </a:lnTo>
                  <a:lnTo>
                    <a:pt x="1928073" y="604640"/>
                  </a:lnTo>
                  <a:lnTo>
                    <a:pt x="1927705" y="604641"/>
                  </a:lnTo>
                  <a:lnTo>
                    <a:pt x="1927726" y="604742"/>
                  </a:lnTo>
                  <a:lnTo>
                    <a:pt x="1927758" y="604817"/>
                  </a:lnTo>
                  <a:lnTo>
                    <a:pt x="1927774" y="604826"/>
                  </a:lnTo>
                  <a:lnTo>
                    <a:pt x="1927814" y="604839"/>
                  </a:lnTo>
                  <a:lnTo>
                    <a:pt x="1927914" y="604869"/>
                  </a:lnTo>
                  <a:lnTo>
                    <a:pt x="1927929" y="604860"/>
                  </a:lnTo>
                  <a:lnTo>
                    <a:pt x="1927961" y="604840"/>
                  </a:lnTo>
                  <a:lnTo>
                    <a:pt x="1927983" y="604835"/>
                  </a:lnTo>
                  <a:lnTo>
                    <a:pt x="1928032" y="604825"/>
                  </a:lnTo>
                  <a:lnTo>
                    <a:pt x="1928041" y="604823"/>
                  </a:lnTo>
                  <a:lnTo>
                    <a:pt x="1928056" y="604829"/>
                  </a:lnTo>
                  <a:lnTo>
                    <a:pt x="1928136" y="604862"/>
                  </a:lnTo>
                  <a:lnTo>
                    <a:pt x="1928157" y="604871"/>
                  </a:lnTo>
                  <a:lnTo>
                    <a:pt x="1928165" y="604887"/>
                  </a:lnTo>
                  <a:lnTo>
                    <a:pt x="1928176" y="604907"/>
                  </a:lnTo>
                  <a:lnTo>
                    <a:pt x="1928171" y="605077"/>
                  </a:lnTo>
                  <a:lnTo>
                    <a:pt x="1928145" y="605124"/>
                  </a:lnTo>
                  <a:lnTo>
                    <a:pt x="1928101" y="605144"/>
                  </a:lnTo>
                  <a:lnTo>
                    <a:pt x="1928088" y="605142"/>
                  </a:lnTo>
                  <a:lnTo>
                    <a:pt x="1927978" y="605123"/>
                  </a:lnTo>
                  <a:lnTo>
                    <a:pt x="1927842" y="605085"/>
                  </a:lnTo>
                  <a:lnTo>
                    <a:pt x="1927714" y="605026"/>
                  </a:lnTo>
                  <a:lnTo>
                    <a:pt x="1927690" y="605015"/>
                  </a:lnTo>
                  <a:lnTo>
                    <a:pt x="1927637" y="605018"/>
                  </a:lnTo>
                  <a:lnTo>
                    <a:pt x="1927604" y="605020"/>
                  </a:lnTo>
                  <a:lnTo>
                    <a:pt x="1927565" y="605035"/>
                  </a:lnTo>
                  <a:lnTo>
                    <a:pt x="1927479" y="605068"/>
                  </a:lnTo>
                  <a:lnTo>
                    <a:pt x="1927459" y="605082"/>
                  </a:lnTo>
                  <a:lnTo>
                    <a:pt x="1927296" y="605189"/>
                  </a:lnTo>
                  <a:lnTo>
                    <a:pt x="1927282" y="605204"/>
                  </a:lnTo>
                  <a:lnTo>
                    <a:pt x="1927243" y="605245"/>
                  </a:lnTo>
                  <a:lnTo>
                    <a:pt x="1927189" y="605303"/>
                  </a:lnTo>
                  <a:lnTo>
                    <a:pt x="1927185" y="605329"/>
                  </a:lnTo>
                  <a:lnTo>
                    <a:pt x="1927162" y="605471"/>
                  </a:lnTo>
                  <a:lnTo>
                    <a:pt x="1927057" y="605551"/>
                  </a:lnTo>
                  <a:lnTo>
                    <a:pt x="1927020" y="605578"/>
                  </a:lnTo>
                  <a:lnTo>
                    <a:pt x="1926999" y="605584"/>
                  </a:lnTo>
                  <a:lnTo>
                    <a:pt x="1926866" y="605619"/>
                  </a:lnTo>
                  <a:lnTo>
                    <a:pt x="1926851" y="605622"/>
                  </a:lnTo>
                  <a:lnTo>
                    <a:pt x="1926752" y="605648"/>
                  </a:lnTo>
                  <a:lnTo>
                    <a:pt x="1926747" y="605650"/>
                  </a:lnTo>
                  <a:lnTo>
                    <a:pt x="1926669" y="605670"/>
                  </a:lnTo>
                  <a:lnTo>
                    <a:pt x="1926531" y="605706"/>
                  </a:lnTo>
                  <a:lnTo>
                    <a:pt x="1926467" y="605723"/>
                  </a:lnTo>
                  <a:lnTo>
                    <a:pt x="1926365" y="605749"/>
                  </a:lnTo>
                  <a:lnTo>
                    <a:pt x="1926280" y="605771"/>
                  </a:lnTo>
                  <a:lnTo>
                    <a:pt x="1926269" y="605774"/>
                  </a:lnTo>
                  <a:lnTo>
                    <a:pt x="1926171" y="605765"/>
                  </a:lnTo>
                  <a:lnTo>
                    <a:pt x="1926035" y="605753"/>
                  </a:lnTo>
                  <a:lnTo>
                    <a:pt x="1925954" y="605647"/>
                  </a:lnTo>
                  <a:lnTo>
                    <a:pt x="1925942" y="605631"/>
                  </a:lnTo>
                  <a:lnTo>
                    <a:pt x="1925925" y="605610"/>
                  </a:lnTo>
                  <a:lnTo>
                    <a:pt x="1925899" y="605584"/>
                  </a:lnTo>
                  <a:lnTo>
                    <a:pt x="1925882" y="605568"/>
                  </a:lnTo>
                  <a:lnTo>
                    <a:pt x="1925827" y="605538"/>
                  </a:lnTo>
                  <a:lnTo>
                    <a:pt x="1925732" y="605619"/>
                  </a:lnTo>
                  <a:lnTo>
                    <a:pt x="1925503" y="605813"/>
                  </a:lnTo>
                  <a:lnTo>
                    <a:pt x="1925353" y="605939"/>
                  </a:lnTo>
                  <a:lnTo>
                    <a:pt x="1925257" y="605975"/>
                  </a:lnTo>
                  <a:lnTo>
                    <a:pt x="1924996" y="606073"/>
                  </a:lnTo>
                  <a:lnTo>
                    <a:pt x="1924892" y="605768"/>
                  </a:lnTo>
                  <a:lnTo>
                    <a:pt x="1924898" y="605722"/>
                  </a:lnTo>
                  <a:lnTo>
                    <a:pt x="1924921" y="605533"/>
                  </a:lnTo>
                  <a:lnTo>
                    <a:pt x="1924925" y="605498"/>
                  </a:lnTo>
                  <a:lnTo>
                    <a:pt x="1924933" y="605430"/>
                  </a:lnTo>
                  <a:lnTo>
                    <a:pt x="1924937" y="605401"/>
                  </a:lnTo>
                  <a:lnTo>
                    <a:pt x="1925102" y="604850"/>
                  </a:lnTo>
                  <a:lnTo>
                    <a:pt x="1925299" y="604931"/>
                  </a:lnTo>
                  <a:lnTo>
                    <a:pt x="1925522" y="605022"/>
                  </a:lnTo>
                  <a:lnTo>
                    <a:pt x="1925771" y="605074"/>
                  </a:lnTo>
                  <a:lnTo>
                    <a:pt x="1925781" y="605077"/>
                  </a:lnTo>
                  <a:lnTo>
                    <a:pt x="1925817" y="605084"/>
                  </a:lnTo>
                  <a:lnTo>
                    <a:pt x="1925903" y="605044"/>
                  </a:lnTo>
                  <a:lnTo>
                    <a:pt x="1925930" y="605012"/>
                  </a:lnTo>
                  <a:lnTo>
                    <a:pt x="1925935" y="605001"/>
                  </a:lnTo>
                  <a:lnTo>
                    <a:pt x="1926069" y="604741"/>
                  </a:lnTo>
                  <a:lnTo>
                    <a:pt x="1926104" y="604673"/>
                  </a:lnTo>
                  <a:lnTo>
                    <a:pt x="1926033" y="604557"/>
                  </a:lnTo>
                  <a:lnTo>
                    <a:pt x="1925981" y="604470"/>
                  </a:lnTo>
                  <a:lnTo>
                    <a:pt x="1925784" y="604548"/>
                  </a:lnTo>
                  <a:lnTo>
                    <a:pt x="1925559" y="604734"/>
                  </a:lnTo>
                  <a:lnTo>
                    <a:pt x="1925488" y="604833"/>
                  </a:lnTo>
                  <a:lnTo>
                    <a:pt x="1925150" y="604773"/>
                  </a:lnTo>
                  <a:lnTo>
                    <a:pt x="1925163" y="604671"/>
                  </a:lnTo>
                  <a:lnTo>
                    <a:pt x="1925175" y="604574"/>
                  </a:lnTo>
                  <a:lnTo>
                    <a:pt x="1925179" y="604563"/>
                  </a:lnTo>
                  <a:lnTo>
                    <a:pt x="1925191" y="604522"/>
                  </a:lnTo>
                  <a:lnTo>
                    <a:pt x="1925206" y="604471"/>
                  </a:lnTo>
                  <a:lnTo>
                    <a:pt x="1925247" y="604332"/>
                  </a:lnTo>
                  <a:lnTo>
                    <a:pt x="1925251" y="604317"/>
                  </a:lnTo>
                  <a:lnTo>
                    <a:pt x="1925257" y="604298"/>
                  </a:lnTo>
                  <a:lnTo>
                    <a:pt x="1925341" y="604155"/>
                  </a:lnTo>
                  <a:lnTo>
                    <a:pt x="1925364" y="604116"/>
                  </a:lnTo>
                  <a:lnTo>
                    <a:pt x="1925359" y="603666"/>
                  </a:lnTo>
                  <a:lnTo>
                    <a:pt x="1925455" y="603625"/>
                  </a:lnTo>
                  <a:lnTo>
                    <a:pt x="1925469" y="603619"/>
                  </a:lnTo>
                  <a:lnTo>
                    <a:pt x="1925518" y="603598"/>
                  </a:lnTo>
                  <a:lnTo>
                    <a:pt x="1925665" y="603464"/>
                  </a:lnTo>
                  <a:lnTo>
                    <a:pt x="1925693" y="603273"/>
                  </a:lnTo>
                  <a:lnTo>
                    <a:pt x="1925658" y="603150"/>
                  </a:lnTo>
                  <a:lnTo>
                    <a:pt x="1925651" y="603126"/>
                  </a:lnTo>
                  <a:lnTo>
                    <a:pt x="1925635" y="603070"/>
                  </a:lnTo>
                  <a:lnTo>
                    <a:pt x="1925645" y="603048"/>
                  </a:lnTo>
                  <a:lnTo>
                    <a:pt x="1925684" y="602961"/>
                  </a:lnTo>
                  <a:lnTo>
                    <a:pt x="1925766" y="602880"/>
                  </a:lnTo>
                  <a:lnTo>
                    <a:pt x="1925780" y="602866"/>
                  </a:lnTo>
                  <a:lnTo>
                    <a:pt x="1925830" y="602836"/>
                  </a:lnTo>
                  <a:lnTo>
                    <a:pt x="1925730" y="602816"/>
                  </a:lnTo>
                  <a:lnTo>
                    <a:pt x="1925567" y="602843"/>
                  </a:lnTo>
                  <a:lnTo>
                    <a:pt x="1925529" y="602858"/>
                  </a:lnTo>
                  <a:lnTo>
                    <a:pt x="1925518" y="602862"/>
                  </a:lnTo>
                  <a:lnTo>
                    <a:pt x="1925527" y="603003"/>
                  </a:lnTo>
                  <a:lnTo>
                    <a:pt x="1925539" y="603217"/>
                  </a:lnTo>
                  <a:lnTo>
                    <a:pt x="1925319" y="603513"/>
                  </a:lnTo>
                  <a:lnTo>
                    <a:pt x="1925150" y="603540"/>
                  </a:lnTo>
                  <a:lnTo>
                    <a:pt x="1924986" y="603566"/>
                  </a:lnTo>
                  <a:lnTo>
                    <a:pt x="1925058" y="604255"/>
                  </a:lnTo>
                  <a:lnTo>
                    <a:pt x="1925050" y="604535"/>
                  </a:lnTo>
                  <a:lnTo>
                    <a:pt x="1924843" y="604981"/>
                  </a:lnTo>
                  <a:lnTo>
                    <a:pt x="1924476" y="605048"/>
                  </a:lnTo>
                  <a:lnTo>
                    <a:pt x="1924275" y="605068"/>
                  </a:lnTo>
                  <a:lnTo>
                    <a:pt x="1924167" y="605079"/>
                  </a:lnTo>
                  <a:lnTo>
                    <a:pt x="1924144" y="605044"/>
                  </a:lnTo>
                  <a:lnTo>
                    <a:pt x="1924121" y="604841"/>
                  </a:lnTo>
                  <a:lnTo>
                    <a:pt x="1923146" y="604961"/>
                  </a:lnTo>
                  <a:lnTo>
                    <a:pt x="1923102" y="604710"/>
                  </a:lnTo>
                  <a:lnTo>
                    <a:pt x="1922790" y="604756"/>
                  </a:lnTo>
                  <a:lnTo>
                    <a:pt x="1922591" y="604785"/>
                  </a:lnTo>
                  <a:lnTo>
                    <a:pt x="1922502" y="604798"/>
                  </a:lnTo>
                  <a:lnTo>
                    <a:pt x="1922464" y="604859"/>
                  </a:lnTo>
                  <a:lnTo>
                    <a:pt x="1922426" y="604875"/>
                  </a:lnTo>
                  <a:lnTo>
                    <a:pt x="1921950" y="604891"/>
                  </a:lnTo>
                  <a:lnTo>
                    <a:pt x="1921917" y="604876"/>
                  </a:lnTo>
                  <a:lnTo>
                    <a:pt x="1921592" y="604559"/>
                  </a:lnTo>
                  <a:lnTo>
                    <a:pt x="1921524" y="604471"/>
                  </a:lnTo>
                  <a:lnTo>
                    <a:pt x="1921398" y="604152"/>
                  </a:lnTo>
                  <a:lnTo>
                    <a:pt x="1921124" y="603841"/>
                  </a:lnTo>
                  <a:lnTo>
                    <a:pt x="1921047" y="603670"/>
                  </a:lnTo>
                  <a:lnTo>
                    <a:pt x="1921043" y="603652"/>
                  </a:lnTo>
                  <a:lnTo>
                    <a:pt x="1921041" y="603641"/>
                  </a:lnTo>
                  <a:lnTo>
                    <a:pt x="1921026" y="603571"/>
                  </a:lnTo>
                  <a:lnTo>
                    <a:pt x="1921037" y="603456"/>
                  </a:lnTo>
                  <a:lnTo>
                    <a:pt x="1920976" y="603180"/>
                  </a:lnTo>
                  <a:lnTo>
                    <a:pt x="1920969" y="603147"/>
                  </a:lnTo>
                  <a:lnTo>
                    <a:pt x="1920956" y="603150"/>
                  </a:lnTo>
                  <a:lnTo>
                    <a:pt x="1920917" y="603159"/>
                  </a:lnTo>
                  <a:lnTo>
                    <a:pt x="1920880" y="603167"/>
                  </a:lnTo>
                  <a:lnTo>
                    <a:pt x="1920811" y="603183"/>
                  </a:lnTo>
                  <a:lnTo>
                    <a:pt x="1920636" y="603222"/>
                  </a:lnTo>
                  <a:lnTo>
                    <a:pt x="1920452" y="603264"/>
                  </a:lnTo>
                  <a:lnTo>
                    <a:pt x="1920425" y="603270"/>
                  </a:lnTo>
                  <a:lnTo>
                    <a:pt x="1920416" y="603273"/>
                  </a:lnTo>
                  <a:lnTo>
                    <a:pt x="1920468" y="603338"/>
                  </a:lnTo>
                  <a:lnTo>
                    <a:pt x="1920481" y="603353"/>
                  </a:lnTo>
                  <a:lnTo>
                    <a:pt x="1920524" y="603406"/>
                  </a:lnTo>
                  <a:lnTo>
                    <a:pt x="1920586" y="603481"/>
                  </a:lnTo>
                  <a:lnTo>
                    <a:pt x="1920608" y="603509"/>
                  </a:lnTo>
                  <a:lnTo>
                    <a:pt x="1920645" y="603562"/>
                  </a:lnTo>
                  <a:lnTo>
                    <a:pt x="1921234" y="604414"/>
                  </a:lnTo>
                  <a:lnTo>
                    <a:pt x="1921288" y="604493"/>
                  </a:lnTo>
                  <a:lnTo>
                    <a:pt x="1921281" y="604498"/>
                  </a:lnTo>
                  <a:lnTo>
                    <a:pt x="1921177" y="604575"/>
                  </a:lnTo>
                  <a:lnTo>
                    <a:pt x="1921165" y="604577"/>
                  </a:lnTo>
                  <a:lnTo>
                    <a:pt x="1920291" y="604760"/>
                  </a:lnTo>
                  <a:lnTo>
                    <a:pt x="1920286" y="604777"/>
                  </a:lnTo>
                  <a:lnTo>
                    <a:pt x="1920283" y="604784"/>
                  </a:lnTo>
                  <a:lnTo>
                    <a:pt x="1920694" y="605330"/>
                  </a:lnTo>
                  <a:lnTo>
                    <a:pt x="1920388" y="605533"/>
                  </a:lnTo>
                  <a:lnTo>
                    <a:pt x="1919951" y="605314"/>
                  </a:lnTo>
                  <a:lnTo>
                    <a:pt x="1919802" y="605110"/>
                  </a:lnTo>
                  <a:lnTo>
                    <a:pt x="1919410" y="604943"/>
                  </a:lnTo>
                  <a:lnTo>
                    <a:pt x="1919378" y="604929"/>
                  </a:lnTo>
                  <a:lnTo>
                    <a:pt x="1919320" y="604905"/>
                  </a:lnTo>
                  <a:lnTo>
                    <a:pt x="1919290" y="604942"/>
                  </a:lnTo>
                  <a:lnTo>
                    <a:pt x="1919277" y="604958"/>
                  </a:lnTo>
                  <a:lnTo>
                    <a:pt x="1919154" y="605203"/>
                  </a:lnTo>
                  <a:lnTo>
                    <a:pt x="1919134" y="605241"/>
                  </a:lnTo>
                  <a:lnTo>
                    <a:pt x="1919135" y="605248"/>
                  </a:lnTo>
                  <a:lnTo>
                    <a:pt x="1919142" y="605303"/>
                  </a:lnTo>
                  <a:lnTo>
                    <a:pt x="1919144" y="605325"/>
                  </a:lnTo>
                  <a:lnTo>
                    <a:pt x="1919187" y="605416"/>
                  </a:lnTo>
                  <a:lnTo>
                    <a:pt x="1919194" y="605424"/>
                  </a:lnTo>
                  <a:lnTo>
                    <a:pt x="1919251" y="605502"/>
                  </a:lnTo>
                  <a:lnTo>
                    <a:pt x="1919344" y="605518"/>
                  </a:lnTo>
                  <a:lnTo>
                    <a:pt x="1919421" y="605471"/>
                  </a:lnTo>
                  <a:lnTo>
                    <a:pt x="1919471" y="605456"/>
                  </a:lnTo>
                  <a:lnTo>
                    <a:pt x="1919588" y="605421"/>
                  </a:lnTo>
                  <a:lnTo>
                    <a:pt x="1919918" y="605551"/>
                  </a:lnTo>
                  <a:lnTo>
                    <a:pt x="1920463" y="606079"/>
                  </a:lnTo>
                  <a:lnTo>
                    <a:pt x="1920454" y="606097"/>
                  </a:lnTo>
                  <a:lnTo>
                    <a:pt x="1920291" y="606400"/>
                  </a:lnTo>
                  <a:lnTo>
                    <a:pt x="1920281" y="606418"/>
                  </a:lnTo>
                  <a:lnTo>
                    <a:pt x="1920232" y="606509"/>
                  </a:lnTo>
                  <a:lnTo>
                    <a:pt x="1920195" y="606578"/>
                  </a:lnTo>
                  <a:lnTo>
                    <a:pt x="1920182" y="606604"/>
                  </a:lnTo>
                  <a:lnTo>
                    <a:pt x="1920161" y="606642"/>
                  </a:lnTo>
                  <a:lnTo>
                    <a:pt x="1920180" y="606740"/>
                  </a:lnTo>
                  <a:lnTo>
                    <a:pt x="1920218" y="606780"/>
                  </a:lnTo>
                  <a:lnTo>
                    <a:pt x="1920226" y="606789"/>
                  </a:lnTo>
                  <a:lnTo>
                    <a:pt x="1920278" y="606845"/>
                  </a:lnTo>
                  <a:lnTo>
                    <a:pt x="1920388" y="606962"/>
                  </a:lnTo>
                  <a:lnTo>
                    <a:pt x="1920667" y="607054"/>
                  </a:lnTo>
                  <a:lnTo>
                    <a:pt x="1920688" y="607065"/>
                  </a:lnTo>
                  <a:lnTo>
                    <a:pt x="1920782" y="607113"/>
                  </a:lnTo>
                  <a:lnTo>
                    <a:pt x="1920799" y="607122"/>
                  </a:lnTo>
                  <a:lnTo>
                    <a:pt x="1920811" y="607167"/>
                  </a:lnTo>
                  <a:lnTo>
                    <a:pt x="1920741" y="607373"/>
                  </a:lnTo>
                  <a:lnTo>
                    <a:pt x="1920709" y="607433"/>
                  </a:lnTo>
                  <a:lnTo>
                    <a:pt x="1920700" y="607450"/>
                  </a:lnTo>
                  <a:lnTo>
                    <a:pt x="1920696" y="607458"/>
                  </a:lnTo>
                  <a:lnTo>
                    <a:pt x="1920643" y="607449"/>
                  </a:lnTo>
                  <a:lnTo>
                    <a:pt x="1920571" y="607371"/>
                  </a:lnTo>
                  <a:lnTo>
                    <a:pt x="1920506" y="607333"/>
                  </a:lnTo>
                  <a:lnTo>
                    <a:pt x="1920048" y="607201"/>
                  </a:lnTo>
                  <a:lnTo>
                    <a:pt x="1919947" y="607209"/>
                  </a:lnTo>
                  <a:lnTo>
                    <a:pt x="1919831" y="607320"/>
                  </a:lnTo>
                  <a:lnTo>
                    <a:pt x="1919713" y="607432"/>
                  </a:lnTo>
                  <a:lnTo>
                    <a:pt x="1919696" y="607450"/>
                  </a:lnTo>
                  <a:lnTo>
                    <a:pt x="1919642" y="607439"/>
                  </a:lnTo>
                  <a:lnTo>
                    <a:pt x="1919578" y="607426"/>
                  </a:lnTo>
                  <a:lnTo>
                    <a:pt x="1919279" y="607365"/>
                  </a:lnTo>
                  <a:lnTo>
                    <a:pt x="1919081" y="607324"/>
                  </a:lnTo>
                  <a:lnTo>
                    <a:pt x="1918718" y="607251"/>
                  </a:lnTo>
                  <a:lnTo>
                    <a:pt x="1918688" y="607245"/>
                  </a:lnTo>
                  <a:lnTo>
                    <a:pt x="1918654" y="607238"/>
                  </a:lnTo>
                  <a:lnTo>
                    <a:pt x="1918644" y="607236"/>
                  </a:lnTo>
                  <a:lnTo>
                    <a:pt x="1918619" y="607169"/>
                  </a:lnTo>
                  <a:lnTo>
                    <a:pt x="1918615" y="607159"/>
                  </a:lnTo>
                  <a:lnTo>
                    <a:pt x="1918593" y="607140"/>
                  </a:lnTo>
                  <a:lnTo>
                    <a:pt x="1918579" y="607128"/>
                  </a:lnTo>
                  <a:lnTo>
                    <a:pt x="1918504" y="607132"/>
                  </a:lnTo>
                  <a:lnTo>
                    <a:pt x="1918422" y="607160"/>
                  </a:lnTo>
                  <a:lnTo>
                    <a:pt x="1918394" y="607170"/>
                  </a:lnTo>
                  <a:lnTo>
                    <a:pt x="1918373" y="607178"/>
                  </a:lnTo>
                  <a:lnTo>
                    <a:pt x="1918328" y="607208"/>
                  </a:lnTo>
                  <a:lnTo>
                    <a:pt x="1918221" y="607280"/>
                  </a:lnTo>
                  <a:lnTo>
                    <a:pt x="1918109" y="607380"/>
                  </a:lnTo>
                  <a:lnTo>
                    <a:pt x="1918081" y="607439"/>
                  </a:lnTo>
                  <a:lnTo>
                    <a:pt x="1918060" y="607484"/>
                  </a:lnTo>
                  <a:lnTo>
                    <a:pt x="1918015" y="607581"/>
                  </a:lnTo>
                  <a:lnTo>
                    <a:pt x="1917998" y="607663"/>
                  </a:lnTo>
                  <a:lnTo>
                    <a:pt x="1918002" y="607682"/>
                  </a:lnTo>
                  <a:lnTo>
                    <a:pt x="1918018" y="607753"/>
                  </a:lnTo>
                  <a:lnTo>
                    <a:pt x="1918022" y="607772"/>
                  </a:lnTo>
                  <a:lnTo>
                    <a:pt x="1918029" y="607777"/>
                  </a:lnTo>
                  <a:lnTo>
                    <a:pt x="1918093" y="607823"/>
                  </a:lnTo>
                  <a:lnTo>
                    <a:pt x="1918099" y="607828"/>
                  </a:lnTo>
                  <a:lnTo>
                    <a:pt x="1918211" y="607809"/>
                  </a:lnTo>
                  <a:lnTo>
                    <a:pt x="1918243" y="607804"/>
                  </a:lnTo>
                  <a:lnTo>
                    <a:pt x="1918273" y="607815"/>
                  </a:lnTo>
                  <a:lnTo>
                    <a:pt x="1918444" y="607881"/>
                  </a:lnTo>
                  <a:lnTo>
                    <a:pt x="1918455" y="607890"/>
                  </a:lnTo>
                  <a:lnTo>
                    <a:pt x="1918472" y="607906"/>
                  </a:lnTo>
                  <a:lnTo>
                    <a:pt x="1918349" y="607984"/>
                  </a:lnTo>
                  <a:lnTo>
                    <a:pt x="1918449" y="608275"/>
                  </a:lnTo>
                  <a:lnTo>
                    <a:pt x="1918439" y="608285"/>
                  </a:lnTo>
                  <a:lnTo>
                    <a:pt x="1918430" y="608293"/>
                  </a:lnTo>
                  <a:lnTo>
                    <a:pt x="1918000" y="608410"/>
                  </a:lnTo>
                  <a:lnTo>
                    <a:pt x="1917856" y="608449"/>
                  </a:lnTo>
                  <a:lnTo>
                    <a:pt x="1917884" y="608498"/>
                  </a:lnTo>
                  <a:lnTo>
                    <a:pt x="1917762" y="608502"/>
                  </a:lnTo>
                  <a:lnTo>
                    <a:pt x="1917654" y="608505"/>
                  </a:lnTo>
                  <a:lnTo>
                    <a:pt x="1917066" y="608504"/>
                  </a:lnTo>
                  <a:lnTo>
                    <a:pt x="1917069" y="608291"/>
                  </a:lnTo>
                  <a:lnTo>
                    <a:pt x="1917056" y="608294"/>
                  </a:lnTo>
                  <a:lnTo>
                    <a:pt x="1916706" y="608381"/>
                  </a:lnTo>
                  <a:lnTo>
                    <a:pt x="1916649" y="608219"/>
                  </a:lnTo>
                  <a:lnTo>
                    <a:pt x="1916570" y="608236"/>
                  </a:lnTo>
                  <a:lnTo>
                    <a:pt x="1916340" y="608283"/>
                  </a:lnTo>
                  <a:lnTo>
                    <a:pt x="1916153" y="608341"/>
                  </a:lnTo>
                  <a:lnTo>
                    <a:pt x="1916084" y="608377"/>
                  </a:lnTo>
                  <a:lnTo>
                    <a:pt x="1916071" y="608402"/>
                  </a:lnTo>
                  <a:lnTo>
                    <a:pt x="1916105" y="608479"/>
                  </a:lnTo>
                  <a:lnTo>
                    <a:pt x="1916177" y="608637"/>
                  </a:lnTo>
                  <a:lnTo>
                    <a:pt x="1916171" y="608646"/>
                  </a:lnTo>
                  <a:lnTo>
                    <a:pt x="1916097" y="608753"/>
                  </a:lnTo>
                  <a:lnTo>
                    <a:pt x="1916049" y="608822"/>
                  </a:lnTo>
                  <a:lnTo>
                    <a:pt x="1915947" y="608913"/>
                  </a:lnTo>
                  <a:lnTo>
                    <a:pt x="1915890" y="608930"/>
                  </a:lnTo>
                  <a:lnTo>
                    <a:pt x="1915713" y="608985"/>
                  </a:lnTo>
                  <a:lnTo>
                    <a:pt x="1915447" y="609177"/>
                  </a:lnTo>
                  <a:lnTo>
                    <a:pt x="1915302" y="609293"/>
                  </a:lnTo>
                  <a:lnTo>
                    <a:pt x="1915325" y="609361"/>
                  </a:lnTo>
                  <a:lnTo>
                    <a:pt x="1915334" y="609387"/>
                  </a:lnTo>
                  <a:lnTo>
                    <a:pt x="1915311" y="609485"/>
                  </a:lnTo>
                  <a:lnTo>
                    <a:pt x="1915131" y="609544"/>
                  </a:lnTo>
                  <a:lnTo>
                    <a:pt x="1915030" y="609534"/>
                  </a:lnTo>
                  <a:lnTo>
                    <a:pt x="1915021" y="609533"/>
                  </a:lnTo>
                  <a:lnTo>
                    <a:pt x="1914997" y="609531"/>
                  </a:lnTo>
                  <a:lnTo>
                    <a:pt x="1914966" y="609528"/>
                  </a:lnTo>
                  <a:lnTo>
                    <a:pt x="1914552" y="609187"/>
                  </a:lnTo>
                  <a:lnTo>
                    <a:pt x="1914566" y="609058"/>
                  </a:lnTo>
                  <a:lnTo>
                    <a:pt x="1914700" y="608898"/>
                  </a:lnTo>
                  <a:lnTo>
                    <a:pt x="1914796" y="608819"/>
                  </a:lnTo>
                  <a:lnTo>
                    <a:pt x="1914607" y="608736"/>
                  </a:lnTo>
                  <a:lnTo>
                    <a:pt x="1913992" y="608278"/>
                  </a:lnTo>
                  <a:lnTo>
                    <a:pt x="1913915" y="608204"/>
                  </a:lnTo>
                  <a:lnTo>
                    <a:pt x="1913904" y="608194"/>
                  </a:lnTo>
                  <a:lnTo>
                    <a:pt x="1913827" y="608068"/>
                  </a:lnTo>
                  <a:lnTo>
                    <a:pt x="1913739" y="608112"/>
                  </a:lnTo>
                  <a:lnTo>
                    <a:pt x="1913628" y="608168"/>
                  </a:lnTo>
                  <a:lnTo>
                    <a:pt x="1913509" y="608228"/>
                  </a:lnTo>
                  <a:lnTo>
                    <a:pt x="1913754" y="608835"/>
                  </a:lnTo>
                  <a:lnTo>
                    <a:pt x="1913738" y="608863"/>
                  </a:lnTo>
                  <a:lnTo>
                    <a:pt x="1913677" y="608877"/>
                  </a:lnTo>
                  <a:lnTo>
                    <a:pt x="1913671" y="608878"/>
                  </a:lnTo>
                  <a:lnTo>
                    <a:pt x="1913592" y="608854"/>
                  </a:lnTo>
                  <a:lnTo>
                    <a:pt x="1913228" y="608976"/>
                  </a:lnTo>
                  <a:lnTo>
                    <a:pt x="1913189" y="608990"/>
                  </a:lnTo>
                  <a:lnTo>
                    <a:pt x="1913171" y="608996"/>
                  </a:lnTo>
                  <a:lnTo>
                    <a:pt x="1913155" y="609001"/>
                  </a:lnTo>
                  <a:lnTo>
                    <a:pt x="1913146" y="608996"/>
                  </a:lnTo>
                  <a:lnTo>
                    <a:pt x="1913037" y="608939"/>
                  </a:lnTo>
                  <a:lnTo>
                    <a:pt x="1912795" y="608570"/>
                  </a:lnTo>
                  <a:lnTo>
                    <a:pt x="1912660" y="608593"/>
                  </a:lnTo>
                  <a:lnTo>
                    <a:pt x="1912571" y="608609"/>
                  </a:lnTo>
                  <a:lnTo>
                    <a:pt x="1912540" y="608626"/>
                  </a:lnTo>
                  <a:lnTo>
                    <a:pt x="1912171" y="608818"/>
                  </a:lnTo>
                  <a:lnTo>
                    <a:pt x="1912103" y="608837"/>
                  </a:lnTo>
                  <a:lnTo>
                    <a:pt x="1912070" y="608846"/>
                  </a:lnTo>
                  <a:lnTo>
                    <a:pt x="1911854" y="608904"/>
                  </a:lnTo>
                  <a:lnTo>
                    <a:pt x="1911762" y="608630"/>
                  </a:lnTo>
                  <a:lnTo>
                    <a:pt x="1911333" y="608638"/>
                  </a:lnTo>
                  <a:lnTo>
                    <a:pt x="1911324" y="608639"/>
                  </a:lnTo>
                  <a:lnTo>
                    <a:pt x="1911310" y="608644"/>
                  </a:lnTo>
                  <a:lnTo>
                    <a:pt x="1911230" y="608673"/>
                  </a:lnTo>
                  <a:lnTo>
                    <a:pt x="1910991" y="608763"/>
                  </a:lnTo>
                  <a:lnTo>
                    <a:pt x="1910980" y="608768"/>
                  </a:lnTo>
                  <a:lnTo>
                    <a:pt x="1910879" y="608819"/>
                  </a:lnTo>
                  <a:lnTo>
                    <a:pt x="1910769" y="608873"/>
                  </a:lnTo>
                  <a:lnTo>
                    <a:pt x="1910743" y="608887"/>
                  </a:lnTo>
                  <a:lnTo>
                    <a:pt x="1910643" y="608880"/>
                  </a:lnTo>
                  <a:lnTo>
                    <a:pt x="1910479" y="608870"/>
                  </a:lnTo>
                  <a:lnTo>
                    <a:pt x="1910283" y="608834"/>
                  </a:lnTo>
                  <a:lnTo>
                    <a:pt x="1910279" y="608759"/>
                  </a:lnTo>
                  <a:lnTo>
                    <a:pt x="1910283" y="608742"/>
                  </a:lnTo>
                  <a:lnTo>
                    <a:pt x="1910348" y="608424"/>
                  </a:lnTo>
                  <a:lnTo>
                    <a:pt x="1910338" y="608386"/>
                  </a:lnTo>
                  <a:lnTo>
                    <a:pt x="1910331" y="608359"/>
                  </a:lnTo>
                  <a:lnTo>
                    <a:pt x="1910319" y="608318"/>
                  </a:lnTo>
                  <a:lnTo>
                    <a:pt x="1910243" y="608128"/>
                  </a:lnTo>
                  <a:lnTo>
                    <a:pt x="1910236" y="608110"/>
                  </a:lnTo>
                  <a:lnTo>
                    <a:pt x="1910221" y="608112"/>
                  </a:lnTo>
                  <a:lnTo>
                    <a:pt x="1910163" y="608117"/>
                  </a:lnTo>
                  <a:lnTo>
                    <a:pt x="1910154" y="608170"/>
                  </a:lnTo>
                  <a:lnTo>
                    <a:pt x="1910117" y="608374"/>
                  </a:lnTo>
                  <a:lnTo>
                    <a:pt x="1909980" y="608629"/>
                  </a:lnTo>
                  <a:lnTo>
                    <a:pt x="1909879" y="608726"/>
                  </a:lnTo>
                  <a:lnTo>
                    <a:pt x="1909710" y="608888"/>
                  </a:lnTo>
                  <a:lnTo>
                    <a:pt x="1909678" y="608919"/>
                  </a:lnTo>
                  <a:lnTo>
                    <a:pt x="1909635" y="608945"/>
                  </a:lnTo>
                  <a:lnTo>
                    <a:pt x="1909509" y="608978"/>
                  </a:lnTo>
                  <a:lnTo>
                    <a:pt x="1909462" y="608980"/>
                  </a:lnTo>
                  <a:lnTo>
                    <a:pt x="1909338" y="608954"/>
                  </a:lnTo>
                  <a:lnTo>
                    <a:pt x="1909273" y="608940"/>
                  </a:lnTo>
                  <a:lnTo>
                    <a:pt x="1909193" y="608875"/>
                  </a:lnTo>
                  <a:lnTo>
                    <a:pt x="1909156" y="608844"/>
                  </a:lnTo>
                  <a:lnTo>
                    <a:pt x="1909141" y="608851"/>
                  </a:lnTo>
                  <a:lnTo>
                    <a:pt x="1909146" y="608890"/>
                  </a:lnTo>
                  <a:lnTo>
                    <a:pt x="1909156" y="608985"/>
                  </a:lnTo>
                  <a:lnTo>
                    <a:pt x="1909183" y="609017"/>
                  </a:lnTo>
                  <a:lnTo>
                    <a:pt x="1909190" y="609020"/>
                  </a:lnTo>
                  <a:lnTo>
                    <a:pt x="1909376" y="609083"/>
                  </a:lnTo>
                  <a:lnTo>
                    <a:pt x="1909391" y="609088"/>
                  </a:lnTo>
                  <a:lnTo>
                    <a:pt x="1909500" y="609081"/>
                  </a:lnTo>
                  <a:lnTo>
                    <a:pt x="1909535" y="609050"/>
                  </a:lnTo>
                  <a:lnTo>
                    <a:pt x="1909603" y="609058"/>
                  </a:lnTo>
                  <a:lnTo>
                    <a:pt x="1909657" y="609092"/>
                  </a:lnTo>
                  <a:lnTo>
                    <a:pt x="1909674" y="609102"/>
                  </a:lnTo>
                  <a:lnTo>
                    <a:pt x="1909802" y="609182"/>
                  </a:lnTo>
                  <a:lnTo>
                    <a:pt x="1909829" y="609199"/>
                  </a:lnTo>
                  <a:lnTo>
                    <a:pt x="1909848" y="609210"/>
                  </a:lnTo>
                  <a:lnTo>
                    <a:pt x="1909960" y="609298"/>
                  </a:lnTo>
                  <a:lnTo>
                    <a:pt x="1909968" y="609330"/>
                  </a:lnTo>
                  <a:lnTo>
                    <a:pt x="1909942" y="609350"/>
                  </a:lnTo>
                  <a:lnTo>
                    <a:pt x="1909696" y="609544"/>
                  </a:lnTo>
                  <a:lnTo>
                    <a:pt x="1909520" y="609682"/>
                  </a:lnTo>
                  <a:lnTo>
                    <a:pt x="1909286" y="609738"/>
                  </a:lnTo>
                  <a:lnTo>
                    <a:pt x="1909213" y="609791"/>
                  </a:lnTo>
                  <a:lnTo>
                    <a:pt x="1908784" y="610131"/>
                  </a:lnTo>
                  <a:lnTo>
                    <a:pt x="1908779" y="610137"/>
                  </a:lnTo>
                  <a:lnTo>
                    <a:pt x="1908649" y="610285"/>
                  </a:lnTo>
                  <a:lnTo>
                    <a:pt x="1908573" y="610372"/>
                  </a:lnTo>
                  <a:lnTo>
                    <a:pt x="1908730" y="610604"/>
                  </a:lnTo>
                  <a:lnTo>
                    <a:pt x="1908746" y="610627"/>
                  </a:lnTo>
                  <a:lnTo>
                    <a:pt x="1908749" y="610753"/>
                  </a:lnTo>
                  <a:lnTo>
                    <a:pt x="1908751" y="610850"/>
                  </a:lnTo>
                  <a:lnTo>
                    <a:pt x="1908749" y="610914"/>
                  </a:lnTo>
                  <a:lnTo>
                    <a:pt x="1908741" y="610914"/>
                  </a:lnTo>
                  <a:lnTo>
                    <a:pt x="1908732" y="611409"/>
                  </a:lnTo>
                  <a:lnTo>
                    <a:pt x="1907824" y="611527"/>
                  </a:lnTo>
                  <a:lnTo>
                    <a:pt x="1907647" y="611011"/>
                  </a:lnTo>
                  <a:lnTo>
                    <a:pt x="1907632" y="610966"/>
                  </a:lnTo>
                  <a:lnTo>
                    <a:pt x="1906256" y="611256"/>
                  </a:lnTo>
                  <a:lnTo>
                    <a:pt x="1906144" y="611060"/>
                  </a:lnTo>
                  <a:lnTo>
                    <a:pt x="1904881" y="611393"/>
                  </a:lnTo>
                  <a:lnTo>
                    <a:pt x="1904723" y="611234"/>
                  </a:lnTo>
                  <a:lnTo>
                    <a:pt x="1903841" y="611432"/>
                  </a:lnTo>
                  <a:lnTo>
                    <a:pt x="1904000" y="611664"/>
                  </a:lnTo>
                  <a:lnTo>
                    <a:pt x="1903569" y="611748"/>
                  </a:lnTo>
                  <a:lnTo>
                    <a:pt x="1903836" y="612588"/>
                  </a:lnTo>
                  <a:lnTo>
                    <a:pt x="1903027" y="612927"/>
                  </a:lnTo>
                  <a:lnTo>
                    <a:pt x="1902922" y="612970"/>
                  </a:lnTo>
                  <a:lnTo>
                    <a:pt x="1902590" y="612133"/>
                  </a:lnTo>
                  <a:lnTo>
                    <a:pt x="1902516" y="612198"/>
                  </a:lnTo>
                  <a:lnTo>
                    <a:pt x="1902477" y="612208"/>
                  </a:lnTo>
                  <a:lnTo>
                    <a:pt x="1902403" y="612184"/>
                  </a:lnTo>
                  <a:lnTo>
                    <a:pt x="1902237" y="612206"/>
                  </a:lnTo>
                  <a:lnTo>
                    <a:pt x="1901887" y="612502"/>
                  </a:lnTo>
                  <a:lnTo>
                    <a:pt x="1901789" y="612584"/>
                  </a:lnTo>
                  <a:lnTo>
                    <a:pt x="1901771" y="612600"/>
                  </a:lnTo>
                  <a:lnTo>
                    <a:pt x="1902471" y="613112"/>
                  </a:lnTo>
                  <a:lnTo>
                    <a:pt x="1899090" y="614516"/>
                  </a:lnTo>
                  <a:lnTo>
                    <a:pt x="1898474" y="614052"/>
                  </a:lnTo>
                  <a:lnTo>
                    <a:pt x="1898282" y="614238"/>
                  </a:lnTo>
                  <a:lnTo>
                    <a:pt x="1898017" y="614495"/>
                  </a:lnTo>
                  <a:lnTo>
                    <a:pt x="1897983" y="614527"/>
                  </a:lnTo>
                  <a:lnTo>
                    <a:pt x="1897816" y="614920"/>
                  </a:lnTo>
                  <a:lnTo>
                    <a:pt x="1897752" y="615110"/>
                  </a:lnTo>
                  <a:lnTo>
                    <a:pt x="1897794" y="615235"/>
                  </a:lnTo>
                  <a:lnTo>
                    <a:pt x="1897768" y="615279"/>
                  </a:lnTo>
                  <a:lnTo>
                    <a:pt x="1897762" y="615279"/>
                  </a:lnTo>
                  <a:lnTo>
                    <a:pt x="1897739" y="615281"/>
                  </a:lnTo>
                  <a:lnTo>
                    <a:pt x="1897694" y="615284"/>
                  </a:lnTo>
                  <a:lnTo>
                    <a:pt x="1897654" y="615273"/>
                  </a:lnTo>
                  <a:lnTo>
                    <a:pt x="1897466" y="615220"/>
                  </a:lnTo>
                  <a:lnTo>
                    <a:pt x="1897189" y="614959"/>
                  </a:lnTo>
                  <a:lnTo>
                    <a:pt x="1897182" y="614940"/>
                  </a:lnTo>
                  <a:lnTo>
                    <a:pt x="1897200" y="614871"/>
                  </a:lnTo>
                  <a:lnTo>
                    <a:pt x="1897180" y="614855"/>
                  </a:lnTo>
                  <a:lnTo>
                    <a:pt x="1897036" y="614740"/>
                  </a:lnTo>
                  <a:lnTo>
                    <a:pt x="1896992" y="614704"/>
                  </a:lnTo>
                  <a:lnTo>
                    <a:pt x="1896561" y="614206"/>
                  </a:lnTo>
                  <a:lnTo>
                    <a:pt x="1896536" y="614177"/>
                  </a:lnTo>
                  <a:lnTo>
                    <a:pt x="1896497" y="614191"/>
                  </a:lnTo>
                  <a:lnTo>
                    <a:pt x="1896484" y="614196"/>
                  </a:lnTo>
                  <a:lnTo>
                    <a:pt x="1896454" y="614207"/>
                  </a:lnTo>
                  <a:lnTo>
                    <a:pt x="1896383" y="614233"/>
                  </a:lnTo>
                  <a:lnTo>
                    <a:pt x="1896030" y="614364"/>
                  </a:lnTo>
                  <a:lnTo>
                    <a:pt x="1896055" y="614400"/>
                  </a:lnTo>
                  <a:lnTo>
                    <a:pt x="1896060" y="614407"/>
                  </a:lnTo>
                  <a:lnTo>
                    <a:pt x="1896067" y="614417"/>
                  </a:lnTo>
                  <a:lnTo>
                    <a:pt x="1896184" y="614578"/>
                  </a:lnTo>
                  <a:lnTo>
                    <a:pt x="1896378" y="614688"/>
                  </a:lnTo>
                  <a:lnTo>
                    <a:pt x="1896396" y="614698"/>
                  </a:lnTo>
                  <a:lnTo>
                    <a:pt x="1896403" y="614702"/>
                  </a:lnTo>
                  <a:lnTo>
                    <a:pt x="1896398" y="614716"/>
                  </a:lnTo>
                  <a:lnTo>
                    <a:pt x="1896316" y="614924"/>
                  </a:lnTo>
                  <a:lnTo>
                    <a:pt x="1896293" y="614982"/>
                  </a:lnTo>
                  <a:lnTo>
                    <a:pt x="1896274" y="615032"/>
                  </a:lnTo>
                  <a:lnTo>
                    <a:pt x="1896269" y="615043"/>
                  </a:lnTo>
                  <a:lnTo>
                    <a:pt x="1896247" y="615099"/>
                  </a:lnTo>
                  <a:lnTo>
                    <a:pt x="1896242" y="615112"/>
                  </a:lnTo>
                  <a:lnTo>
                    <a:pt x="1896204" y="615210"/>
                  </a:lnTo>
                  <a:lnTo>
                    <a:pt x="1896202" y="615222"/>
                  </a:lnTo>
                  <a:lnTo>
                    <a:pt x="1896181" y="615400"/>
                  </a:lnTo>
                  <a:lnTo>
                    <a:pt x="1896169" y="615498"/>
                  </a:lnTo>
                  <a:lnTo>
                    <a:pt x="1896154" y="615617"/>
                  </a:lnTo>
                  <a:lnTo>
                    <a:pt x="1896150" y="615636"/>
                  </a:lnTo>
                  <a:lnTo>
                    <a:pt x="1896134" y="615663"/>
                  </a:lnTo>
                  <a:lnTo>
                    <a:pt x="1896112" y="615684"/>
                  </a:lnTo>
                  <a:lnTo>
                    <a:pt x="1896102" y="615706"/>
                  </a:lnTo>
                  <a:lnTo>
                    <a:pt x="1895930" y="616078"/>
                  </a:lnTo>
                  <a:lnTo>
                    <a:pt x="1895914" y="616113"/>
                  </a:lnTo>
                  <a:lnTo>
                    <a:pt x="1895891" y="616162"/>
                  </a:lnTo>
                  <a:lnTo>
                    <a:pt x="1895866" y="616216"/>
                  </a:lnTo>
                  <a:lnTo>
                    <a:pt x="1895675" y="616196"/>
                  </a:lnTo>
                  <a:lnTo>
                    <a:pt x="1895640" y="616168"/>
                  </a:lnTo>
                  <a:lnTo>
                    <a:pt x="1895677" y="616052"/>
                  </a:lnTo>
                  <a:lnTo>
                    <a:pt x="1895679" y="616047"/>
                  </a:lnTo>
                  <a:lnTo>
                    <a:pt x="1895681" y="616038"/>
                  </a:lnTo>
                  <a:lnTo>
                    <a:pt x="1895694" y="615999"/>
                  </a:lnTo>
                  <a:lnTo>
                    <a:pt x="1895699" y="615985"/>
                  </a:lnTo>
                  <a:lnTo>
                    <a:pt x="1895653" y="615946"/>
                  </a:lnTo>
                  <a:lnTo>
                    <a:pt x="1895545" y="615946"/>
                  </a:lnTo>
                  <a:lnTo>
                    <a:pt x="1895385" y="616053"/>
                  </a:lnTo>
                  <a:lnTo>
                    <a:pt x="1895339" y="616083"/>
                  </a:lnTo>
                  <a:lnTo>
                    <a:pt x="1895316" y="616109"/>
                  </a:lnTo>
                  <a:lnTo>
                    <a:pt x="1895287" y="616142"/>
                  </a:lnTo>
                  <a:lnTo>
                    <a:pt x="1895247" y="616243"/>
                  </a:lnTo>
                  <a:lnTo>
                    <a:pt x="1895249" y="616257"/>
                  </a:lnTo>
                  <a:lnTo>
                    <a:pt x="1895270" y="616386"/>
                  </a:lnTo>
                  <a:lnTo>
                    <a:pt x="1895307" y="616426"/>
                  </a:lnTo>
                  <a:lnTo>
                    <a:pt x="1895323" y="616415"/>
                  </a:lnTo>
                  <a:lnTo>
                    <a:pt x="1895334" y="616407"/>
                  </a:lnTo>
                  <a:lnTo>
                    <a:pt x="1895369" y="616403"/>
                  </a:lnTo>
                  <a:lnTo>
                    <a:pt x="1895454" y="616442"/>
                  </a:lnTo>
                  <a:lnTo>
                    <a:pt x="1895458" y="616449"/>
                  </a:lnTo>
                  <a:lnTo>
                    <a:pt x="1895474" y="616476"/>
                  </a:lnTo>
                  <a:lnTo>
                    <a:pt x="1895510" y="616537"/>
                  </a:lnTo>
                  <a:lnTo>
                    <a:pt x="1895519" y="616663"/>
                  </a:lnTo>
                  <a:lnTo>
                    <a:pt x="1895507" y="616709"/>
                  </a:lnTo>
                  <a:lnTo>
                    <a:pt x="1895463" y="616748"/>
                  </a:lnTo>
                  <a:lnTo>
                    <a:pt x="1895408" y="616739"/>
                  </a:lnTo>
                  <a:lnTo>
                    <a:pt x="1895288" y="616641"/>
                  </a:lnTo>
                  <a:lnTo>
                    <a:pt x="1895283" y="616636"/>
                  </a:lnTo>
                  <a:lnTo>
                    <a:pt x="1895193" y="616563"/>
                  </a:lnTo>
                  <a:lnTo>
                    <a:pt x="1895119" y="616503"/>
                  </a:lnTo>
                  <a:lnTo>
                    <a:pt x="1895112" y="616497"/>
                  </a:lnTo>
                  <a:lnTo>
                    <a:pt x="1894920" y="616340"/>
                  </a:lnTo>
                  <a:lnTo>
                    <a:pt x="1894905" y="616328"/>
                  </a:lnTo>
                  <a:lnTo>
                    <a:pt x="1894864" y="616321"/>
                  </a:lnTo>
                  <a:lnTo>
                    <a:pt x="1894789" y="616339"/>
                  </a:lnTo>
                  <a:lnTo>
                    <a:pt x="1894762" y="616357"/>
                  </a:lnTo>
                  <a:lnTo>
                    <a:pt x="1894695" y="616401"/>
                  </a:lnTo>
                  <a:lnTo>
                    <a:pt x="1894675" y="616443"/>
                  </a:lnTo>
                  <a:lnTo>
                    <a:pt x="1894694" y="616487"/>
                  </a:lnTo>
                  <a:lnTo>
                    <a:pt x="1894712" y="616528"/>
                  </a:lnTo>
                  <a:lnTo>
                    <a:pt x="1894734" y="616540"/>
                  </a:lnTo>
                  <a:lnTo>
                    <a:pt x="1894749" y="616549"/>
                  </a:lnTo>
                  <a:lnTo>
                    <a:pt x="1894838" y="616716"/>
                  </a:lnTo>
                  <a:lnTo>
                    <a:pt x="1894837" y="616743"/>
                  </a:lnTo>
                  <a:lnTo>
                    <a:pt x="1894491" y="616818"/>
                  </a:lnTo>
                  <a:lnTo>
                    <a:pt x="1894255" y="616907"/>
                  </a:lnTo>
                  <a:lnTo>
                    <a:pt x="1894117" y="617046"/>
                  </a:lnTo>
                  <a:lnTo>
                    <a:pt x="1894105" y="617066"/>
                  </a:lnTo>
                  <a:lnTo>
                    <a:pt x="1894048" y="617160"/>
                  </a:lnTo>
                  <a:lnTo>
                    <a:pt x="1893993" y="617251"/>
                  </a:lnTo>
                  <a:lnTo>
                    <a:pt x="1893980" y="617272"/>
                  </a:lnTo>
                  <a:lnTo>
                    <a:pt x="1893924" y="617299"/>
                  </a:lnTo>
                  <a:lnTo>
                    <a:pt x="1893887" y="617317"/>
                  </a:lnTo>
                  <a:lnTo>
                    <a:pt x="1893812" y="617353"/>
                  </a:lnTo>
                  <a:lnTo>
                    <a:pt x="1893759" y="617378"/>
                  </a:lnTo>
                  <a:lnTo>
                    <a:pt x="1893726" y="617394"/>
                  </a:lnTo>
                  <a:lnTo>
                    <a:pt x="1893562" y="617473"/>
                  </a:lnTo>
                  <a:lnTo>
                    <a:pt x="1893544" y="617482"/>
                  </a:lnTo>
                  <a:lnTo>
                    <a:pt x="1893498" y="617470"/>
                  </a:lnTo>
                  <a:lnTo>
                    <a:pt x="1893476" y="617465"/>
                  </a:lnTo>
                  <a:lnTo>
                    <a:pt x="1893474" y="617456"/>
                  </a:lnTo>
                  <a:lnTo>
                    <a:pt x="1893464" y="617418"/>
                  </a:lnTo>
                  <a:lnTo>
                    <a:pt x="1893454" y="617380"/>
                  </a:lnTo>
                  <a:lnTo>
                    <a:pt x="1893452" y="617372"/>
                  </a:lnTo>
                  <a:lnTo>
                    <a:pt x="1893472" y="617369"/>
                  </a:lnTo>
                  <a:lnTo>
                    <a:pt x="1893513" y="617365"/>
                  </a:lnTo>
                  <a:lnTo>
                    <a:pt x="1893546" y="617325"/>
                  </a:lnTo>
                  <a:lnTo>
                    <a:pt x="1893631" y="617224"/>
                  </a:lnTo>
                  <a:lnTo>
                    <a:pt x="1893755" y="617075"/>
                  </a:lnTo>
                  <a:lnTo>
                    <a:pt x="1893853" y="616958"/>
                  </a:lnTo>
                  <a:lnTo>
                    <a:pt x="1893855" y="616863"/>
                  </a:lnTo>
                  <a:lnTo>
                    <a:pt x="1893853" y="616858"/>
                  </a:lnTo>
                  <a:lnTo>
                    <a:pt x="1893851" y="616854"/>
                  </a:lnTo>
                  <a:lnTo>
                    <a:pt x="1893845" y="616838"/>
                  </a:lnTo>
                  <a:lnTo>
                    <a:pt x="1893839" y="616822"/>
                  </a:lnTo>
                  <a:lnTo>
                    <a:pt x="1893833" y="616807"/>
                  </a:lnTo>
                  <a:lnTo>
                    <a:pt x="1893826" y="616790"/>
                  </a:lnTo>
                  <a:lnTo>
                    <a:pt x="1893823" y="616781"/>
                  </a:lnTo>
                  <a:lnTo>
                    <a:pt x="1893812" y="616754"/>
                  </a:lnTo>
                  <a:lnTo>
                    <a:pt x="1893798" y="616716"/>
                  </a:lnTo>
                  <a:lnTo>
                    <a:pt x="1893783" y="616689"/>
                  </a:lnTo>
                  <a:lnTo>
                    <a:pt x="1893764" y="616657"/>
                  </a:lnTo>
                  <a:lnTo>
                    <a:pt x="1893680" y="616505"/>
                  </a:lnTo>
                  <a:lnTo>
                    <a:pt x="1893666" y="616504"/>
                  </a:lnTo>
                  <a:lnTo>
                    <a:pt x="1893596" y="616501"/>
                  </a:lnTo>
                  <a:lnTo>
                    <a:pt x="1893476" y="616536"/>
                  </a:lnTo>
                  <a:lnTo>
                    <a:pt x="1893434" y="616548"/>
                  </a:lnTo>
                  <a:lnTo>
                    <a:pt x="1893428" y="616550"/>
                  </a:lnTo>
                  <a:lnTo>
                    <a:pt x="1893423" y="616551"/>
                  </a:lnTo>
                  <a:lnTo>
                    <a:pt x="1893415" y="616554"/>
                  </a:lnTo>
                  <a:lnTo>
                    <a:pt x="1893404" y="616557"/>
                  </a:lnTo>
                  <a:lnTo>
                    <a:pt x="1893398" y="616558"/>
                  </a:lnTo>
                  <a:lnTo>
                    <a:pt x="1893335" y="616577"/>
                  </a:lnTo>
                  <a:lnTo>
                    <a:pt x="1893258" y="616599"/>
                  </a:lnTo>
                  <a:lnTo>
                    <a:pt x="1893252" y="616607"/>
                  </a:lnTo>
                  <a:lnTo>
                    <a:pt x="1893236" y="616628"/>
                  </a:lnTo>
                  <a:lnTo>
                    <a:pt x="1893232" y="616632"/>
                  </a:lnTo>
                  <a:lnTo>
                    <a:pt x="1893231" y="616669"/>
                  </a:lnTo>
                  <a:lnTo>
                    <a:pt x="1893229" y="616702"/>
                  </a:lnTo>
                  <a:lnTo>
                    <a:pt x="1893231" y="616707"/>
                  </a:lnTo>
                  <a:lnTo>
                    <a:pt x="1893278" y="616785"/>
                  </a:lnTo>
                  <a:lnTo>
                    <a:pt x="1893303" y="616826"/>
                  </a:lnTo>
                  <a:lnTo>
                    <a:pt x="1893353" y="616960"/>
                  </a:lnTo>
                  <a:lnTo>
                    <a:pt x="1893362" y="616986"/>
                  </a:lnTo>
                  <a:lnTo>
                    <a:pt x="1893370" y="617008"/>
                  </a:lnTo>
                  <a:lnTo>
                    <a:pt x="1893407" y="617107"/>
                  </a:lnTo>
                  <a:lnTo>
                    <a:pt x="1893249" y="617570"/>
                  </a:lnTo>
                  <a:lnTo>
                    <a:pt x="1893212" y="617680"/>
                  </a:lnTo>
                  <a:lnTo>
                    <a:pt x="1893158" y="617994"/>
                  </a:lnTo>
                  <a:lnTo>
                    <a:pt x="1893199" y="618199"/>
                  </a:lnTo>
                  <a:lnTo>
                    <a:pt x="1893226" y="618291"/>
                  </a:lnTo>
                  <a:lnTo>
                    <a:pt x="1893311" y="618624"/>
                  </a:lnTo>
                  <a:lnTo>
                    <a:pt x="1893334" y="618805"/>
                  </a:lnTo>
                  <a:lnTo>
                    <a:pt x="1893359" y="618992"/>
                  </a:lnTo>
                  <a:lnTo>
                    <a:pt x="1893004" y="619149"/>
                  </a:lnTo>
                  <a:lnTo>
                    <a:pt x="1892820" y="618488"/>
                  </a:lnTo>
                  <a:lnTo>
                    <a:pt x="1891765" y="619445"/>
                  </a:lnTo>
                  <a:lnTo>
                    <a:pt x="1891470" y="619546"/>
                  </a:lnTo>
                  <a:lnTo>
                    <a:pt x="1891105" y="619670"/>
                  </a:lnTo>
                  <a:lnTo>
                    <a:pt x="1891021" y="619699"/>
                  </a:lnTo>
                  <a:lnTo>
                    <a:pt x="1891005" y="619692"/>
                  </a:lnTo>
                  <a:lnTo>
                    <a:pt x="1890848" y="619339"/>
                  </a:lnTo>
                  <a:lnTo>
                    <a:pt x="1890829" y="619342"/>
                  </a:lnTo>
                  <a:lnTo>
                    <a:pt x="1890810" y="619344"/>
                  </a:lnTo>
                  <a:lnTo>
                    <a:pt x="1890752" y="619361"/>
                  </a:lnTo>
                  <a:lnTo>
                    <a:pt x="1890693" y="619377"/>
                  </a:lnTo>
                  <a:lnTo>
                    <a:pt x="1890798" y="619811"/>
                  </a:lnTo>
                  <a:lnTo>
                    <a:pt x="1890786" y="620012"/>
                  </a:lnTo>
                  <a:lnTo>
                    <a:pt x="1890558" y="620178"/>
                  </a:lnTo>
                  <a:lnTo>
                    <a:pt x="1890494" y="620225"/>
                  </a:lnTo>
                  <a:lnTo>
                    <a:pt x="1890145" y="620225"/>
                  </a:lnTo>
                  <a:lnTo>
                    <a:pt x="1890121" y="620119"/>
                  </a:lnTo>
                  <a:lnTo>
                    <a:pt x="1890083" y="620120"/>
                  </a:lnTo>
                  <a:lnTo>
                    <a:pt x="1889971" y="620122"/>
                  </a:lnTo>
                  <a:lnTo>
                    <a:pt x="1889934" y="620122"/>
                  </a:lnTo>
                  <a:lnTo>
                    <a:pt x="1889423" y="620131"/>
                  </a:lnTo>
                  <a:lnTo>
                    <a:pt x="1888907" y="620181"/>
                  </a:lnTo>
                  <a:lnTo>
                    <a:pt x="1888864" y="619557"/>
                  </a:lnTo>
                  <a:lnTo>
                    <a:pt x="1888358" y="619604"/>
                  </a:lnTo>
                  <a:lnTo>
                    <a:pt x="1887157" y="619591"/>
                  </a:lnTo>
                  <a:lnTo>
                    <a:pt x="1887146" y="619593"/>
                  </a:lnTo>
                  <a:lnTo>
                    <a:pt x="1887095" y="619601"/>
                  </a:lnTo>
                  <a:lnTo>
                    <a:pt x="1887053" y="619608"/>
                  </a:lnTo>
                  <a:lnTo>
                    <a:pt x="1887032" y="619612"/>
                  </a:lnTo>
                  <a:lnTo>
                    <a:pt x="1886497" y="619700"/>
                  </a:lnTo>
                  <a:lnTo>
                    <a:pt x="1886454" y="619707"/>
                  </a:lnTo>
                  <a:lnTo>
                    <a:pt x="1886417" y="619717"/>
                  </a:lnTo>
                  <a:lnTo>
                    <a:pt x="1886335" y="619973"/>
                  </a:lnTo>
                  <a:lnTo>
                    <a:pt x="1886306" y="620251"/>
                  </a:lnTo>
                  <a:lnTo>
                    <a:pt x="1886288" y="620283"/>
                  </a:lnTo>
                  <a:lnTo>
                    <a:pt x="1885071" y="620885"/>
                  </a:lnTo>
                  <a:lnTo>
                    <a:pt x="1884604" y="621116"/>
                  </a:lnTo>
                  <a:lnTo>
                    <a:pt x="1884566" y="621096"/>
                  </a:lnTo>
                  <a:lnTo>
                    <a:pt x="1884435" y="621029"/>
                  </a:lnTo>
                  <a:lnTo>
                    <a:pt x="1884247" y="621107"/>
                  </a:lnTo>
                  <a:lnTo>
                    <a:pt x="1884240" y="621110"/>
                  </a:lnTo>
                  <a:lnTo>
                    <a:pt x="1884294" y="621207"/>
                  </a:lnTo>
                  <a:lnTo>
                    <a:pt x="1884409" y="621413"/>
                  </a:lnTo>
                  <a:lnTo>
                    <a:pt x="1884552" y="621669"/>
                  </a:lnTo>
                  <a:lnTo>
                    <a:pt x="1883386" y="622341"/>
                  </a:lnTo>
                  <a:lnTo>
                    <a:pt x="1883348" y="622350"/>
                  </a:lnTo>
                  <a:lnTo>
                    <a:pt x="1883317" y="622327"/>
                  </a:lnTo>
                  <a:lnTo>
                    <a:pt x="1883106" y="622091"/>
                  </a:lnTo>
                  <a:lnTo>
                    <a:pt x="1883077" y="622086"/>
                  </a:lnTo>
                  <a:lnTo>
                    <a:pt x="1883044" y="622160"/>
                  </a:lnTo>
                  <a:lnTo>
                    <a:pt x="1883014" y="622226"/>
                  </a:lnTo>
                  <a:lnTo>
                    <a:pt x="1883043" y="622291"/>
                  </a:lnTo>
                  <a:lnTo>
                    <a:pt x="1883056" y="622320"/>
                  </a:lnTo>
                  <a:lnTo>
                    <a:pt x="1883075" y="622360"/>
                  </a:lnTo>
                  <a:lnTo>
                    <a:pt x="1883091" y="622396"/>
                  </a:lnTo>
                  <a:lnTo>
                    <a:pt x="1883109" y="622436"/>
                  </a:lnTo>
                  <a:lnTo>
                    <a:pt x="1883626" y="622805"/>
                  </a:lnTo>
                  <a:lnTo>
                    <a:pt x="1883561" y="623176"/>
                  </a:lnTo>
                  <a:lnTo>
                    <a:pt x="1883363" y="623321"/>
                  </a:lnTo>
                  <a:lnTo>
                    <a:pt x="1883074" y="623174"/>
                  </a:lnTo>
                  <a:lnTo>
                    <a:pt x="1882718" y="622632"/>
                  </a:lnTo>
                  <a:lnTo>
                    <a:pt x="1882668" y="622626"/>
                  </a:lnTo>
                  <a:lnTo>
                    <a:pt x="1882483" y="622844"/>
                  </a:lnTo>
                  <a:lnTo>
                    <a:pt x="1881717" y="623749"/>
                  </a:lnTo>
                  <a:lnTo>
                    <a:pt x="1881653" y="623848"/>
                  </a:lnTo>
                  <a:lnTo>
                    <a:pt x="1881647" y="623857"/>
                  </a:lnTo>
                  <a:lnTo>
                    <a:pt x="1881220" y="623796"/>
                  </a:lnTo>
                  <a:lnTo>
                    <a:pt x="1881161" y="623770"/>
                  </a:lnTo>
                  <a:lnTo>
                    <a:pt x="1881111" y="623747"/>
                  </a:lnTo>
                  <a:lnTo>
                    <a:pt x="1880956" y="623617"/>
                  </a:lnTo>
                  <a:lnTo>
                    <a:pt x="1880822" y="623505"/>
                  </a:lnTo>
                  <a:lnTo>
                    <a:pt x="1880754" y="623496"/>
                  </a:lnTo>
                  <a:lnTo>
                    <a:pt x="1880690" y="623522"/>
                  </a:lnTo>
                  <a:lnTo>
                    <a:pt x="1880644" y="623540"/>
                  </a:lnTo>
                  <a:lnTo>
                    <a:pt x="1880628" y="623546"/>
                  </a:lnTo>
                  <a:lnTo>
                    <a:pt x="1880648" y="623590"/>
                  </a:lnTo>
                  <a:lnTo>
                    <a:pt x="1880659" y="623615"/>
                  </a:lnTo>
                  <a:lnTo>
                    <a:pt x="1880664" y="623624"/>
                  </a:lnTo>
                  <a:lnTo>
                    <a:pt x="1880683" y="623649"/>
                  </a:lnTo>
                  <a:lnTo>
                    <a:pt x="1880733" y="623717"/>
                  </a:lnTo>
                  <a:lnTo>
                    <a:pt x="1880742" y="623729"/>
                  </a:lnTo>
                  <a:lnTo>
                    <a:pt x="1880822" y="623810"/>
                  </a:lnTo>
                  <a:lnTo>
                    <a:pt x="1880827" y="623815"/>
                  </a:lnTo>
                  <a:lnTo>
                    <a:pt x="1880830" y="623818"/>
                  </a:lnTo>
                  <a:lnTo>
                    <a:pt x="1880913" y="623861"/>
                  </a:lnTo>
                  <a:lnTo>
                    <a:pt x="1880969" y="623890"/>
                  </a:lnTo>
                  <a:lnTo>
                    <a:pt x="1881013" y="623895"/>
                  </a:lnTo>
                  <a:lnTo>
                    <a:pt x="1881251" y="623919"/>
                  </a:lnTo>
                  <a:lnTo>
                    <a:pt x="1881362" y="623955"/>
                  </a:lnTo>
                  <a:lnTo>
                    <a:pt x="1881367" y="623958"/>
                  </a:lnTo>
                  <a:lnTo>
                    <a:pt x="1881376" y="623965"/>
                  </a:lnTo>
                  <a:lnTo>
                    <a:pt x="1881411" y="623989"/>
                  </a:lnTo>
                  <a:lnTo>
                    <a:pt x="1881497" y="624048"/>
                  </a:lnTo>
                  <a:lnTo>
                    <a:pt x="1881509" y="624063"/>
                  </a:lnTo>
                  <a:lnTo>
                    <a:pt x="1881515" y="624071"/>
                  </a:lnTo>
                  <a:lnTo>
                    <a:pt x="1881521" y="624078"/>
                  </a:lnTo>
                  <a:lnTo>
                    <a:pt x="1881524" y="624148"/>
                  </a:lnTo>
                  <a:lnTo>
                    <a:pt x="1881525" y="624156"/>
                  </a:lnTo>
                  <a:lnTo>
                    <a:pt x="1881527" y="624223"/>
                  </a:lnTo>
                  <a:lnTo>
                    <a:pt x="1881536" y="624433"/>
                  </a:lnTo>
                  <a:lnTo>
                    <a:pt x="1881528" y="624451"/>
                  </a:lnTo>
                  <a:lnTo>
                    <a:pt x="1881523" y="624461"/>
                  </a:lnTo>
                  <a:lnTo>
                    <a:pt x="1881520" y="624467"/>
                  </a:lnTo>
                  <a:lnTo>
                    <a:pt x="1881414" y="624595"/>
                  </a:lnTo>
                  <a:lnTo>
                    <a:pt x="1881402" y="624610"/>
                  </a:lnTo>
                  <a:lnTo>
                    <a:pt x="1881388" y="624627"/>
                  </a:lnTo>
                  <a:lnTo>
                    <a:pt x="1881383" y="624631"/>
                  </a:lnTo>
                  <a:lnTo>
                    <a:pt x="1881001" y="624988"/>
                  </a:lnTo>
                  <a:lnTo>
                    <a:pt x="1880903" y="625079"/>
                  </a:lnTo>
                  <a:lnTo>
                    <a:pt x="1880868" y="625112"/>
                  </a:lnTo>
                  <a:lnTo>
                    <a:pt x="1880854" y="625129"/>
                  </a:lnTo>
                  <a:lnTo>
                    <a:pt x="1880794" y="625198"/>
                  </a:lnTo>
                  <a:lnTo>
                    <a:pt x="1880751" y="625248"/>
                  </a:lnTo>
                  <a:lnTo>
                    <a:pt x="1880724" y="625280"/>
                  </a:lnTo>
                  <a:lnTo>
                    <a:pt x="1880619" y="625592"/>
                  </a:lnTo>
                  <a:lnTo>
                    <a:pt x="1880626" y="625603"/>
                  </a:lnTo>
                  <a:lnTo>
                    <a:pt x="1880655" y="625648"/>
                  </a:lnTo>
                  <a:lnTo>
                    <a:pt x="1880660" y="625656"/>
                  </a:lnTo>
                  <a:lnTo>
                    <a:pt x="1880760" y="625814"/>
                  </a:lnTo>
                  <a:lnTo>
                    <a:pt x="1880821" y="625834"/>
                  </a:lnTo>
                  <a:lnTo>
                    <a:pt x="1880813" y="625840"/>
                  </a:lnTo>
                  <a:lnTo>
                    <a:pt x="1880602" y="625976"/>
                  </a:lnTo>
                  <a:lnTo>
                    <a:pt x="1880582" y="625989"/>
                  </a:lnTo>
                  <a:lnTo>
                    <a:pt x="1880388" y="626061"/>
                  </a:lnTo>
                  <a:lnTo>
                    <a:pt x="1880377" y="626049"/>
                  </a:lnTo>
                  <a:lnTo>
                    <a:pt x="1880196" y="625838"/>
                  </a:lnTo>
                  <a:lnTo>
                    <a:pt x="1880181" y="625841"/>
                  </a:lnTo>
                  <a:lnTo>
                    <a:pt x="1880166" y="625844"/>
                  </a:lnTo>
                  <a:lnTo>
                    <a:pt x="1880024" y="625876"/>
                  </a:lnTo>
                  <a:lnTo>
                    <a:pt x="1879842" y="625916"/>
                  </a:lnTo>
                  <a:lnTo>
                    <a:pt x="1879775" y="625936"/>
                  </a:lnTo>
                  <a:lnTo>
                    <a:pt x="1879718" y="625962"/>
                  </a:lnTo>
                  <a:lnTo>
                    <a:pt x="1879690" y="625975"/>
                  </a:lnTo>
                  <a:lnTo>
                    <a:pt x="1879623" y="626006"/>
                  </a:lnTo>
                  <a:lnTo>
                    <a:pt x="1879613" y="626011"/>
                  </a:lnTo>
                  <a:lnTo>
                    <a:pt x="1879533" y="626048"/>
                  </a:lnTo>
                  <a:lnTo>
                    <a:pt x="1879526" y="626051"/>
                  </a:lnTo>
                  <a:lnTo>
                    <a:pt x="1879504" y="626084"/>
                  </a:lnTo>
                  <a:lnTo>
                    <a:pt x="1879466" y="626137"/>
                  </a:lnTo>
                  <a:lnTo>
                    <a:pt x="1879447" y="626163"/>
                  </a:lnTo>
                  <a:lnTo>
                    <a:pt x="1879498" y="626284"/>
                  </a:lnTo>
                  <a:lnTo>
                    <a:pt x="1879499" y="626330"/>
                  </a:lnTo>
                  <a:lnTo>
                    <a:pt x="1879500" y="626349"/>
                  </a:lnTo>
                  <a:lnTo>
                    <a:pt x="1879473" y="626376"/>
                  </a:lnTo>
                  <a:lnTo>
                    <a:pt x="1879387" y="626465"/>
                  </a:lnTo>
                  <a:lnTo>
                    <a:pt x="1879378" y="626583"/>
                  </a:lnTo>
                  <a:lnTo>
                    <a:pt x="1879182" y="626588"/>
                  </a:lnTo>
                  <a:lnTo>
                    <a:pt x="1879166" y="626434"/>
                  </a:lnTo>
                  <a:lnTo>
                    <a:pt x="1879028" y="626424"/>
                  </a:lnTo>
                  <a:lnTo>
                    <a:pt x="1878960" y="626348"/>
                  </a:lnTo>
                  <a:lnTo>
                    <a:pt x="1878752" y="626398"/>
                  </a:lnTo>
                  <a:lnTo>
                    <a:pt x="1878506" y="626479"/>
                  </a:lnTo>
                  <a:lnTo>
                    <a:pt x="1878485" y="626487"/>
                  </a:lnTo>
                  <a:lnTo>
                    <a:pt x="1878434" y="626521"/>
                  </a:lnTo>
                  <a:lnTo>
                    <a:pt x="1878297" y="626612"/>
                  </a:lnTo>
                  <a:lnTo>
                    <a:pt x="1878274" y="626627"/>
                  </a:lnTo>
                  <a:lnTo>
                    <a:pt x="1878175" y="626694"/>
                  </a:lnTo>
                  <a:lnTo>
                    <a:pt x="1877950" y="626844"/>
                  </a:lnTo>
                  <a:lnTo>
                    <a:pt x="1877943" y="626847"/>
                  </a:lnTo>
                  <a:lnTo>
                    <a:pt x="1877909" y="626913"/>
                  </a:lnTo>
                  <a:lnTo>
                    <a:pt x="1877886" y="626981"/>
                  </a:lnTo>
                  <a:lnTo>
                    <a:pt x="1877864" y="627000"/>
                  </a:lnTo>
                  <a:lnTo>
                    <a:pt x="1877836" y="626987"/>
                  </a:lnTo>
                  <a:lnTo>
                    <a:pt x="1877795" y="626983"/>
                  </a:lnTo>
                  <a:lnTo>
                    <a:pt x="1877684" y="626995"/>
                  </a:lnTo>
                  <a:lnTo>
                    <a:pt x="1877534" y="627032"/>
                  </a:lnTo>
                  <a:lnTo>
                    <a:pt x="1877525" y="627037"/>
                  </a:lnTo>
                  <a:lnTo>
                    <a:pt x="1877426" y="627102"/>
                  </a:lnTo>
                  <a:lnTo>
                    <a:pt x="1877369" y="627144"/>
                  </a:lnTo>
                  <a:lnTo>
                    <a:pt x="1877170" y="627292"/>
                  </a:lnTo>
                  <a:lnTo>
                    <a:pt x="1876984" y="627484"/>
                  </a:lnTo>
                  <a:lnTo>
                    <a:pt x="1876868" y="627604"/>
                  </a:lnTo>
                  <a:lnTo>
                    <a:pt x="1876870" y="627636"/>
                  </a:lnTo>
                  <a:lnTo>
                    <a:pt x="1876872" y="627664"/>
                  </a:lnTo>
                  <a:lnTo>
                    <a:pt x="1876856" y="627692"/>
                  </a:lnTo>
                  <a:lnTo>
                    <a:pt x="1876827" y="627747"/>
                  </a:lnTo>
                  <a:lnTo>
                    <a:pt x="1876763" y="627822"/>
                  </a:lnTo>
                  <a:lnTo>
                    <a:pt x="1876712" y="627883"/>
                  </a:lnTo>
                  <a:lnTo>
                    <a:pt x="1876633" y="627976"/>
                  </a:lnTo>
                  <a:lnTo>
                    <a:pt x="1876479" y="628089"/>
                  </a:lnTo>
                  <a:lnTo>
                    <a:pt x="1876471" y="628080"/>
                  </a:lnTo>
                  <a:lnTo>
                    <a:pt x="1876397" y="628037"/>
                  </a:lnTo>
                  <a:lnTo>
                    <a:pt x="1876386" y="628031"/>
                  </a:lnTo>
                  <a:lnTo>
                    <a:pt x="1876375" y="628025"/>
                  </a:lnTo>
                  <a:lnTo>
                    <a:pt x="1876324" y="627996"/>
                  </a:lnTo>
                  <a:lnTo>
                    <a:pt x="1876285" y="627990"/>
                  </a:lnTo>
                  <a:lnTo>
                    <a:pt x="1876277" y="627993"/>
                  </a:lnTo>
                  <a:lnTo>
                    <a:pt x="1876260" y="627998"/>
                  </a:lnTo>
                  <a:lnTo>
                    <a:pt x="1876195" y="628019"/>
                  </a:lnTo>
                  <a:lnTo>
                    <a:pt x="1876069" y="628079"/>
                  </a:lnTo>
                  <a:lnTo>
                    <a:pt x="1875985" y="628132"/>
                  </a:lnTo>
                  <a:lnTo>
                    <a:pt x="1875965" y="628145"/>
                  </a:lnTo>
                  <a:lnTo>
                    <a:pt x="1875923" y="628171"/>
                  </a:lnTo>
                  <a:lnTo>
                    <a:pt x="1875780" y="628324"/>
                  </a:lnTo>
                  <a:lnTo>
                    <a:pt x="1875708" y="628459"/>
                  </a:lnTo>
                  <a:lnTo>
                    <a:pt x="1875683" y="628507"/>
                  </a:lnTo>
                  <a:lnTo>
                    <a:pt x="1875608" y="628660"/>
                  </a:lnTo>
                  <a:lnTo>
                    <a:pt x="1875582" y="628715"/>
                  </a:lnTo>
                  <a:lnTo>
                    <a:pt x="1875562" y="628756"/>
                  </a:lnTo>
                  <a:lnTo>
                    <a:pt x="1875562" y="628761"/>
                  </a:lnTo>
                  <a:lnTo>
                    <a:pt x="1875557" y="628819"/>
                  </a:lnTo>
                  <a:lnTo>
                    <a:pt x="1875562" y="628825"/>
                  </a:lnTo>
                  <a:lnTo>
                    <a:pt x="1875595" y="628864"/>
                  </a:lnTo>
                  <a:lnTo>
                    <a:pt x="1875613" y="628886"/>
                  </a:lnTo>
                  <a:lnTo>
                    <a:pt x="1875658" y="628942"/>
                  </a:lnTo>
                  <a:lnTo>
                    <a:pt x="1875721" y="629018"/>
                  </a:lnTo>
                  <a:lnTo>
                    <a:pt x="1875735" y="629018"/>
                  </a:lnTo>
                  <a:lnTo>
                    <a:pt x="1875743" y="629018"/>
                  </a:lnTo>
                  <a:lnTo>
                    <a:pt x="1875817" y="629016"/>
                  </a:lnTo>
                  <a:lnTo>
                    <a:pt x="1875876" y="629015"/>
                  </a:lnTo>
                  <a:lnTo>
                    <a:pt x="1875908" y="629018"/>
                  </a:lnTo>
                  <a:lnTo>
                    <a:pt x="1876004" y="629028"/>
                  </a:lnTo>
                  <a:lnTo>
                    <a:pt x="1876009" y="629046"/>
                  </a:lnTo>
                  <a:lnTo>
                    <a:pt x="1875993" y="629088"/>
                  </a:lnTo>
                  <a:lnTo>
                    <a:pt x="1875967" y="629157"/>
                  </a:lnTo>
                  <a:lnTo>
                    <a:pt x="1875901" y="629329"/>
                  </a:lnTo>
                  <a:lnTo>
                    <a:pt x="1875870" y="629410"/>
                  </a:lnTo>
                  <a:lnTo>
                    <a:pt x="1875823" y="629503"/>
                  </a:lnTo>
                  <a:lnTo>
                    <a:pt x="1875819" y="629511"/>
                  </a:lnTo>
                  <a:lnTo>
                    <a:pt x="1875725" y="629695"/>
                  </a:lnTo>
                  <a:lnTo>
                    <a:pt x="1875709" y="629727"/>
                  </a:lnTo>
                  <a:lnTo>
                    <a:pt x="1875704" y="629736"/>
                  </a:lnTo>
                  <a:lnTo>
                    <a:pt x="1875558" y="630023"/>
                  </a:lnTo>
                  <a:lnTo>
                    <a:pt x="1875059" y="629934"/>
                  </a:lnTo>
                  <a:lnTo>
                    <a:pt x="1875038" y="629930"/>
                  </a:lnTo>
                  <a:lnTo>
                    <a:pt x="1875030" y="629929"/>
                  </a:lnTo>
                  <a:lnTo>
                    <a:pt x="1875002" y="629924"/>
                  </a:lnTo>
                  <a:lnTo>
                    <a:pt x="1874835" y="629879"/>
                  </a:lnTo>
                  <a:lnTo>
                    <a:pt x="1874799" y="629920"/>
                  </a:lnTo>
                  <a:lnTo>
                    <a:pt x="1874788" y="629933"/>
                  </a:lnTo>
                  <a:lnTo>
                    <a:pt x="1874772" y="629951"/>
                  </a:lnTo>
                  <a:lnTo>
                    <a:pt x="1874765" y="629959"/>
                  </a:lnTo>
                  <a:lnTo>
                    <a:pt x="1874806" y="630079"/>
                  </a:lnTo>
                  <a:lnTo>
                    <a:pt x="1874836" y="630071"/>
                  </a:lnTo>
                  <a:lnTo>
                    <a:pt x="1874932" y="630046"/>
                  </a:lnTo>
                  <a:lnTo>
                    <a:pt x="1874947" y="630046"/>
                  </a:lnTo>
                  <a:lnTo>
                    <a:pt x="1875224" y="630057"/>
                  </a:lnTo>
                  <a:lnTo>
                    <a:pt x="1875294" y="630072"/>
                  </a:lnTo>
                  <a:lnTo>
                    <a:pt x="1875302" y="630074"/>
                  </a:lnTo>
                  <a:lnTo>
                    <a:pt x="1875348" y="630084"/>
                  </a:lnTo>
                  <a:lnTo>
                    <a:pt x="1875365" y="630087"/>
                  </a:lnTo>
                  <a:lnTo>
                    <a:pt x="1875510" y="630119"/>
                  </a:lnTo>
                  <a:lnTo>
                    <a:pt x="1875799" y="630241"/>
                  </a:lnTo>
                  <a:lnTo>
                    <a:pt x="1875807" y="630244"/>
                  </a:lnTo>
                  <a:lnTo>
                    <a:pt x="1875817" y="630271"/>
                  </a:lnTo>
                  <a:lnTo>
                    <a:pt x="1875716" y="630688"/>
                  </a:lnTo>
                  <a:lnTo>
                    <a:pt x="1875750" y="630697"/>
                  </a:lnTo>
                  <a:lnTo>
                    <a:pt x="1875939" y="630748"/>
                  </a:lnTo>
                  <a:lnTo>
                    <a:pt x="1875965" y="630755"/>
                  </a:lnTo>
                  <a:lnTo>
                    <a:pt x="1876104" y="630792"/>
                  </a:lnTo>
                  <a:lnTo>
                    <a:pt x="1876150" y="630805"/>
                  </a:lnTo>
                  <a:lnTo>
                    <a:pt x="1876218" y="630823"/>
                  </a:lnTo>
                  <a:lnTo>
                    <a:pt x="1876276" y="630816"/>
                  </a:lnTo>
                  <a:lnTo>
                    <a:pt x="1876290" y="630815"/>
                  </a:lnTo>
                  <a:lnTo>
                    <a:pt x="1876377" y="630701"/>
                  </a:lnTo>
                  <a:lnTo>
                    <a:pt x="1876415" y="630683"/>
                  </a:lnTo>
                  <a:lnTo>
                    <a:pt x="1876449" y="630680"/>
                  </a:lnTo>
                  <a:lnTo>
                    <a:pt x="1876488" y="630708"/>
                  </a:lnTo>
                  <a:lnTo>
                    <a:pt x="1876567" y="630782"/>
                  </a:lnTo>
                  <a:lnTo>
                    <a:pt x="1876658" y="630866"/>
                  </a:lnTo>
                  <a:lnTo>
                    <a:pt x="1876813" y="630927"/>
                  </a:lnTo>
                  <a:lnTo>
                    <a:pt x="1877169" y="630938"/>
                  </a:lnTo>
                  <a:lnTo>
                    <a:pt x="1877301" y="630976"/>
                  </a:lnTo>
                  <a:lnTo>
                    <a:pt x="1877394" y="631067"/>
                  </a:lnTo>
                  <a:lnTo>
                    <a:pt x="1877512" y="631106"/>
                  </a:lnTo>
                  <a:lnTo>
                    <a:pt x="1877743" y="631075"/>
                  </a:lnTo>
                  <a:lnTo>
                    <a:pt x="1877789" y="631137"/>
                  </a:lnTo>
                  <a:lnTo>
                    <a:pt x="1877797" y="631147"/>
                  </a:lnTo>
                  <a:lnTo>
                    <a:pt x="1877753" y="631196"/>
                  </a:lnTo>
                  <a:lnTo>
                    <a:pt x="1877454" y="631307"/>
                  </a:lnTo>
                  <a:lnTo>
                    <a:pt x="1877408" y="631285"/>
                  </a:lnTo>
                  <a:lnTo>
                    <a:pt x="1877392" y="631277"/>
                  </a:lnTo>
                  <a:lnTo>
                    <a:pt x="1877385" y="631274"/>
                  </a:lnTo>
                  <a:lnTo>
                    <a:pt x="1877414" y="631245"/>
                  </a:lnTo>
                  <a:lnTo>
                    <a:pt x="1877429" y="631229"/>
                  </a:lnTo>
                  <a:lnTo>
                    <a:pt x="1877427" y="631220"/>
                  </a:lnTo>
                  <a:lnTo>
                    <a:pt x="1877423" y="631206"/>
                  </a:lnTo>
                  <a:lnTo>
                    <a:pt x="1877409" y="631150"/>
                  </a:lnTo>
                  <a:lnTo>
                    <a:pt x="1877401" y="631119"/>
                  </a:lnTo>
                  <a:lnTo>
                    <a:pt x="1877320" y="631072"/>
                  </a:lnTo>
                  <a:lnTo>
                    <a:pt x="1877262" y="631063"/>
                  </a:lnTo>
                  <a:lnTo>
                    <a:pt x="1876902" y="631077"/>
                  </a:lnTo>
                  <a:lnTo>
                    <a:pt x="1876894" y="631078"/>
                  </a:lnTo>
                  <a:lnTo>
                    <a:pt x="1876786" y="631121"/>
                  </a:lnTo>
                  <a:lnTo>
                    <a:pt x="1876528" y="631222"/>
                  </a:lnTo>
                  <a:lnTo>
                    <a:pt x="1876391" y="631277"/>
                  </a:lnTo>
                  <a:lnTo>
                    <a:pt x="1876385" y="631279"/>
                  </a:lnTo>
                  <a:lnTo>
                    <a:pt x="1876135" y="631378"/>
                  </a:lnTo>
                  <a:lnTo>
                    <a:pt x="1876033" y="631367"/>
                  </a:lnTo>
                  <a:lnTo>
                    <a:pt x="1875840" y="631428"/>
                  </a:lnTo>
                  <a:lnTo>
                    <a:pt x="1875798" y="631583"/>
                  </a:lnTo>
                  <a:lnTo>
                    <a:pt x="1875775" y="631694"/>
                  </a:lnTo>
                  <a:lnTo>
                    <a:pt x="1875762" y="631713"/>
                  </a:lnTo>
                  <a:lnTo>
                    <a:pt x="1875746" y="631736"/>
                  </a:lnTo>
                  <a:lnTo>
                    <a:pt x="1875743" y="631741"/>
                  </a:lnTo>
                  <a:lnTo>
                    <a:pt x="1875706" y="631795"/>
                  </a:lnTo>
                  <a:lnTo>
                    <a:pt x="1875663" y="631857"/>
                  </a:lnTo>
                  <a:lnTo>
                    <a:pt x="1875646" y="631882"/>
                  </a:lnTo>
                  <a:lnTo>
                    <a:pt x="1875641" y="631889"/>
                  </a:lnTo>
                  <a:lnTo>
                    <a:pt x="1875633" y="631893"/>
                  </a:lnTo>
                  <a:lnTo>
                    <a:pt x="1875379" y="631997"/>
                  </a:lnTo>
                  <a:lnTo>
                    <a:pt x="1875346" y="631999"/>
                  </a:lnTo>
                  <a:lnTo>
                    <a:pt x="1875293" y="631974"/>
                  </a:lnTo>
                  <a:lnTo>
                    <a:pt x="1875131" y="632021"/>
                  </a:lnTo>
                  <a:lnTo>
                    <a:pt x="1875006" y="632058"/>
                  </a:lnTo>
                  <a:lnTo>
                    <a:pt x="1874983" y="632065"/>
                  </a:lnTo>
                  <a:lnTo>
                    <a:pt x="1874923" y="632170"/>
                  </a:lnTo>
                  <a:lnTo>
                    <a:pt x="1874964" y="632283"/>
                  </a:lnTo>
                  <a:lnTo>
                    <a:pt x="1874972" y="632381"/>
                  </a:lnTo>
                  <a:lnTo>
                    <a:pt x="1874941" y="632428"/>
                  </a:lnTo>
                  <a:lnTo>
                    <a:pt x="1874849" y="632460"/>
                  </a:lnTo>
                  <a:lnTo>
                    <a:pt x="1874723" y="632440"/>
                  </a:lnTo>
                  <a:lnTo>
                    <a:pt x="1874586" y="632321"/>
                  </a:lnTo>
                  <a:lnTo>
                    <a:pt x="1874529" y="632307"/>
                  </a:lnTo>
                  <a:lnTo>
                    <a:pt x="1874511" y="632316"/>
                  </a:lnTo>
                  <a:lnTo>
                    <a:pt x="1874503" y="632320"/>
                  </a:lnTo>
                  <a:lnTo>
                    <a:pt x="1874499" y="632323"/>
                  </a:lnTo>
                  <a:lnTo>
                    <a:pt x="1874417" y="632487"/>
                  </a:lnTo>
                  <a:lnTo>
                    <a:pt x="1874385" y="632550"/>
                  </a:lnTo>
                  <a:lnTo>
                    <a:pt x="1874386" y="632626"/>
                  </a:lnTo>
                  <a:lnTo>
                    <a:pt x="1874396" y="632652"/>
                  </a:lnTo>
                  <a:lnTo>
                    <a:pt x="1874418" y="632659"/>
                  </a:lnTo>
                  <a:lnTo>
                    <a:pt x="1874492" y="632685"/>
                  </a:lnTo>
                  <a:lnTo>
                    <a:pt x="1874592" y="632746"/>
                  </a:lnTo>
                  <a:lnTo>
                    <a:pt x="1874645" y="632778"/>
                  </a:lnTo>
                  <a:lnTo>
                    <a:pt x="1874615" y="632855"/>
                  </a:lnTo>
                  <a:lnTo>
                    <a:pt x="1874582" y="632878"/>
                  </a:lnTo>
                  <a:lnTo>
                    <a:pt x="1874560" y="632880"/>
                  </a:lnTo>
                  <a:lnTo>
                    <a:pt x="1874409" y="632893"/>
                  </a:lnTo>
                  <a:lnTo>
                    <a:pt x="1874350" y="632898"/>
                  </a:lnTo>
                  <a:lnTo>
                    <a:pt x="1874222" y="632868"/>
                  </a:lnTo>
                  <a:lnTo>
                    <a:pt x="1874213" y="632866"/>
                  </a:lnTo>
                  <a:lnTo>
                    <a:pt x="1874210" y="632861"/>
                  </a:lnTo>
                  <a:lnTo>
                    <a:pt x="1874193" y="632827"/>
                  </a:lnTo>
                  <a:lnTo>
                    <a:pt x="1874180" y="632801"/>
                  </a:lnTo>
                  <a:lnTo>
                    <a:pt x="1874167" y="632777"/>
                  </a:lnTo>
                  <a:lnTo>
                    <a:pt x="1874054" y="632771"/>
                  </a:lnTo>
                  <a:lnTo>
                    <a:pt x="1873974" y="632801"/>
                  </a:lnTo>
                  <a:lnTo>
                    <a:pt x="1873839" y="632901"/>
                  </a:lnTo>
                  <a:lnTo>
                    <a:pt x="1873798" y="632931"/>
                  </a:lnTo>
                  <a:lnTo>
                    <a:pt x="1873726" y="632965"/>
                  </a:lnTo>
                  <a:lnTo>
                    <a:pt x="1873635" y="632969"/>
                  </a:lnTo>
                  <a:lnTo>
                    <a:pt x="1873613" y="632961"/>
                  </a:lnTo>
                  <a:lnTo>
                    <a:pt x="1873588" y="632953"/>
                  </a:lnTo>
                  <a:lnTo>
                    <a:pt x="1873584" y="632951"/>
                  </a:lnTo>
                  <a:lnTo>
                    <a:pt x="1873356" y="632873"/>
                  </a:lnTo>
                  <a:lnTo>
                    <a:pt x="1873186" y="632814"/>
                  </a:lnTo>
                  <a:lnTo>
                    <a:pt x="1873098" y="632766"/>
                  </a:lnTo>
                  <a:lnTo>
                    <a:pt x="1873034" y="632655"/>
                  </a:lnTo>
                  <a:lnTo>
                    <a:pt x="1873067" y="632540"/>
                  </a:lnTo>
                  <a:lnTo>
                    <a:pt x="1873060" y="632537"/>
                  </a:lnTo>
                  <a:lnTo>
                    <a:pt x="1872945" y="632494"/>
                  </a:lnTo>
                  <a:lnTo>
                    <a:pt x="1872918" y="632484"/>
                  </a:lnTo>
                  <a:lnTo>
                    <a:pt x="1872911" y="632481"/>
                  </a:lnTo>
                  <a:lnTo>
                    <a:pt x="1872750" y="632420"/>
                  </a:lnTo>
                  <a:lnTo>
                    <a:pt x="1872730" y="632467"/>
                  </a:lnTo>
                  <a:lnTo>
                    <a:pt x="1872671" y="632610"/>
                  </a:lnTo>
                  <a:lnTo>
                    <a:pt x="1872831" y="633212"/>
                  </a:lnTo>
                  <a:lnTo>
                    <a:pt x="1872852" y="633293"/>
                  </a:lnTo>
                  <a:lnTo>
                    <a:pt x="1872919" y="633543"/>
                  </a:lnTo>
                  <a:lnTo>
                    <a:pt x="1872955" y="633638"/>
                  </a:lnTo>
                  <a:lnTo>
                    <a:pt x="1873156" y="634163"/>
                  </a:lnTo>
                  <a:lnTo>
                    <a:pt x="1873166" y="634190"/>
                  </a:lnTo>
                  <a:lnTo>
                    <a:pt x="1873193" y="634218"/>
                  </a:lnTo>
                  <a:lnTo>
                    <a:pt x="1873235" y="634236"/>
                  </a:lnTo>
                  <a:lnTo>
                    <a:pt x="1873275" y="634253"/>
                  </a:lnTo>
                  <a:lnTo>
                    <a:pt x="1873371" y="634246"/>
                  </a:lnTo>
                  <a:lnTo>
                    <a:pt x="1873382" y="634185"/>
                  </a:lnTo>
                  <a:lnTo>
                    <a:pt x="1873388" y="634158"/>
                  </a:lnTo>
                  <a:lnTo>
                    <a:pt x="1873488" y="634159"/>
                  </a:lnTo>
                  <a:lnTo>
                    <a:pt x="1873619" y="634313"/>
                  </a:lnTo>
                  <a:lnTo>
                    <a:pt x="1873651" y="634351"/>
                  </a:lnTo>
                  <a:lnTo>
                    <a:pt x="1873761" y="634480"/>
                  </a:lnTo>
                  <a:lnTo>
                    <a:pt x="1873799" y="634549"/>
                  </a:lnTo>
                  <a:lnTo>
                    <a:pt x="1873964" y="634849"/>
                  </a:lnTo>
                  <a:lnTo>
                    <a:pt x="1873938" y="634932"/>
                  </a:lnTo>
                  <a:lnTo>
                    <a:pt x="1873882" y="635021"/>
                  </a:lnTo>
                  <a:lnTo>
                    <a:pt x="1873836" y="635085"/>
                  </a:lnTo>
                  <a:lnTo>
                    <a:pt x="1873830" y="635091"/>
                  </a:lnTo>
                  <a:lnTo>
                    <a:pt x="1873744" y="635163"/>
                  </a:lnTo>
                  <a:lnTo>
                    <a:pt x="1873703" y="635123"/>
                  </a:lnTo>
                  <a:lnTo>
                    <a:pt x="1873668" y="635090"/>
                  </a:lnTo>
                  <a:lnTo>
                    <a:pt x="1873637" y="635060"/>
                  </a:lnTo>
                  <a:lnTo>
                    <a:pt x="1873597" y="635021"/>
                  </a:lnTo>
                  <a:lnTo>
                    <a:pt x="1873536" y="634962"/>
                  </a:lnTo>
                  <a:lnTo>
                    <a:pt x="1873521" y="634954"/>
                  </a:lnTo>
                  <a:lnTo>
                    <a:pt x="1873374" y="634873"/>
                  </a:lnTo>
                  <a:lnTo>
                    <a:pt x="1873272" y="634852"/>
                  </a:lnTo>
                  <a:lnTo>
                    <a:pt x="1873134" y="634823"/>
                  </a:lnTo>
                  <a:lnTo>
                    <a:pt x="1872995" y="634794"/>
                  </a:lnTo>
                  <a:lnTo>
                    <a:pt x="1872648" y="634689"/>
                  </a:lnTo>
                  <a:lnTo>
                    <a:pt x="1872644" y="634682"/>
                  </a:lnTo>
                  <a:lnTo>
                    <a:pt x="1872641" y="634676"/>
                  </a:lnTo>
                  <a:lnTo>
                    <a:pt x="1872586" y="634571"/>
                  </a:lnTo>
                  <a:lnTo>
                    <a:pt x="1872560" y="634560"/>
                  </a:lnTo>
                  <a:lnTo>
                    <a:pt x="1872375" y="634473"/>
                  </a:lnTo>
                  <a:lnTo>
                    <a:pt x="1872320" y="634447"/>
                  </a:lnTo>
                  <a:lnTo>
                    <a:pt x="1872039" y="634354"/>
                  </a:lnTo>
                  <a:lnTo>
                    <a:pt x="1871991" y="634370"/>
                  </a:lnTo>
                  <a:lnTo>
                    <a:pt x="1871526" y="634521"/>
                  </a:lnTo>
                  <a:lnTo>
                    <a:pt x="1871044" y="634744"/>
                  </a:lnTo>
                  <a:lnTo>
                    <a:pt x="1870758" y="634876"/>
                  </a:lnTo>
                  <a:lnTo>
                    <a:pt x="1870656" y="634950"/>
                  </a:lnTo>
                  <a:lnTo>
                    <a:pt x="1870643" y="634974"/>
                  </a:lnTo>
                  <a:lnTo>
                    <a:pt x="1870261" y="635673"/>
                  </a:lnTo>
                  <a:lnTo>
                    <a:pt x="1870226" y="635785"/>
                  </a:lnTo>
                  <a:lnTo>
                    <a:pt x="1870205" y="635852"/>
                  </a:lnTo>
                  <a:lnTo>
                    <a:pt x="1870140" y="636158"/>
                  </a:lnTo>
                  <a:lnTo>
                    <a:pt x="1870046" y="636453"/>
                  </a:lnTo>
                  <a:lnTo>
                    <a:pt x="1870038" y="636462"/>
                  </a:lnTo>
                  <a:lnTo>
                    <a:pt x="1870034" y="636467"/>
                  </a:lnTo>
                  <a:lnTo>
                    <a:pt x="1870021" y="636481"/>
                  </a:lnTo>
                  <a:lnTo>
                    <a:pt x="1869996" y="636459"/>
                  </a:lnTo>
                  <a:lnTo>
                    <a:pt x="1869960" y="636428"/>
                  </a:lnTo>
                  <a:lnTo>
                    <a:pt x="1869622" y="636233"/>
                  </a:lnTo>
                  <a:lnTo>
                    <a:pt x="1869405" y="636108"/>
                  </a:lnTo>
                  <a:lnTo>
                    <a:pt x="1869347" y="636079"/>
                  </a:lnTo>
                  <a:lnTo>
                    <a:pt x="1869017" y="635914"/>
                  </a:lnTo>
                  <a:lnTo>
                    <a:pt x="1869008" y="635909"/>
                  </a:lnTo>
                  <a:lnTo>
                    <a:pt x="1868991" y="635901"/>
                  </a:lnTo>
                  <a:lnTo>
                    <a:pt x="1868773" y="635742"/>
                  </a:lnTo>
                  <a:lnTo>
                    <a:pt x="1868760" y="635695"/>
                  </a:lnTo>
                  <a:lnTo>
                    <a:pt x="1868749" y="635654"/>
                  </a:lnTo>
                  <a:lnTo>
                    <a:pt x="1868687" y="635542"/>
                  </a:lnTo>
                  <a:lnTo>
                    <a:pt x="1868681" y="635531"/>
                  </a:lnTo>
                  <a:lnTo>
                    <a:pt x="1868412" y="635320"/>
                  </a:lnTo>
                  <a:lnTo>
                    <a:pt x="1868403" y="635319"/>
                  </a:lnTo>
                  <a:lnTo>
                    <a:pt x="1868225" y="635280"/>
                  </a:lnTo>
                  <a:lnTo>
                    <a:pt x="1868178" y="635270"/>
                  </a:lnTo>
                  <a:lnTo>
                    <a:pt x="1868104" y="635254"/>
                  </a:lnTo>
                  <a:lnTo>
                    <a:pt x="1868093" y="635252"/>
                  </a:lnTo>
                  <a:lnTo>
                    <a:pt x="1868061" y="635245"/>
                  </a:lnTo>
                  <a:lnTo>
                    <a:pt x="1867881" y="635247"/>
                  </a:lnTo>
                  <a:lnTo>
                    <a:pt x="1867837" y="635251"/>
                  </a:lnTo>
                  <a:lnTo>
                    <a:pt x="1867553" y="635422"/>
                  </a:lnTo>
                  <a:lnTo>
                    <a:pt x="1867482" y="635464"/>
                  </a:lnTo>
                  <a:lnTo>
                    <a:pt x="1867486" y="635496"/>
                  </a:lnTo>
                  <a:lnTo>
                    <a:pt x="1867524" y="635804"/>
                  </a:lnTo>
                  <a:lnTo>
                    <a:pt x="1867595" y="635920"/>
                  </a:lnTo>
                  <a:lnTo>
                    <a:pt x="1867654" y="635986"/>
                  </a:lnTo>
                  <a:lnTo>
                    <a:pt x="1867761" y="636048"/>
                  </a:lnTo>
                  <a:lnTo>
                    <a:pt x="1867937" y="636070"/>
                  </a:lnTo>
                  <a:lnTo>
                    <a:pt x="1868044" y="636033"/>
                  </a:lnTo>
                  <a:lnTo>
                    <a:pt x="1868156" y="636363"/>
                  </a:lnTo>
                  <a:lnTo>
                    <a:pt x="1868276" y="636719"/>
                  </a:lnTo>
                  <a:lnTo>
                    <a:pt x="1868338" y="636732"/>
                  </a:lnTo>
                  <a:lnTo>
                    <a:pt x="1868368" y="636738"/>
                  </a:lnTo>
                  <a:lnTo>
                    <a:pt x="1868377" y="636767"/>
                  </a:lnTo>
                  <a:lnTo>
                    <a:pt x="1868444" y="636971"/>
                  </a:lnTo>
                  <a:lnTo>
                    <a:pt x="1868235" y="637104"/>
                  </a:lnTo>
                  <a:lnTo>
                    <a:pt x="1868156" y="637109"/>
                  </a:lnTo>
                  <a:lnTo>
                    <a:pt x="1868140" y="637110"/>
                  </a:lnTo>
                  <a:lnTo>
                    <a:pt x="1868136" y="637099"/>
                  </a:lnTo>
                  <a:lnTo>
                    <a:pt x="1868075" y="636922"/>
                  </a:lnTo>
                  <a:lnTo>
                    <a:pt x="1867975" y="636637"/>
                  </a:lnTo>
                  <a:lnTo>
                    <a:pt x="1867969" y="636618"/>
                  </a:lnTo>
                  <a:lnTo>
                    <a:pt x="1867892" y="636557"/>
                  </a:lnTo>
                  <a:lnTo>
                    <a:pt x="1867708" y="636458"/>
                  </a:lnTo>
                  <a:lnTo>
                    <a:pt x="1867686" y="636446"/>
                  </a:lnTo>
                  <a:lnTo>
                    <a:pt x="1867633" y="636438"/>
                  </a:lnTo>
                  <a:lnTo>
                    <a:pt x="1867508" y="636464"/>
                  </a:lnTo>
                  <a:lnTo>
                    <a:pt x="1867349" y="636520"/>
                  </a:lnTo>
                  <a:lnTo>
                    <a:pt x="1867244" y="636572"/>
                  </a:lnTo>
                  <a:lnTo>
                    <a:pt x="1867194" y="636596"/>
                  </a:lnTo>
                  <a:lnTo>
                    <a:pt x="1867180" y="636595"/>
                  </a:lnTo>
                  <a:lnTo>
                    <a:pt x="1867147" y="636593"/>
                  </a:lnTo>
                  <a:lnTo>
                    <a:pt x="1867091" y="636590"/>
                  </a:lnTo>
                  <a:lnTo>
                    <a:pt x="1866868" y="636540"/>
                  </a:lnTo>
                  <a:lnTo>
                    <a:pt x="1866412" y="636293"/>
                  </a:lnTo>
                  <a:lnTo>
                    <a:pt x="1866390" y="636282"/>
                  </a:lnTo>
                  <a:lnTo>
                    <a:pt x="1866362" y="636266"/>
                  </a:lnTo>
                  <a:lnTo>
                    <a:pt x="1865951" y="636143"/>
                  </a:lnTo>
                  <a:lnTo>
                    <a:pt x="1865556" y="636023"/>
                  </a:lnTo>
                  <a:lnTo>
                    <a:pt x="1865232" y="635943"/>
                  </a:lnTo>
                  <a:lnTo>
                    <a:pt x="1865206" y="635954"/>
                  </a:lnTo>
                  <a:lnTo>
                    <a:pt x="1865219" y="636010"/>
                  </a:lnTo>
                  <a:lnTo>
                    <a:pt x="1865376" y="636374"/>
                  </a:lnTo>
                  <a:lnTo>
                    <a:pt x="1865405" y="636433"/>
                  </a:lnTo>
                  <a:lnTo>
                    <a:pt x="1865501" y="636629"/>
                  </a:lnTo>
                  <a:lnTo>
                    <a:pt x="1865514" y="636641"/>
                  </a:lnTo>
                  <a:lnTo>
                    <a:pt x="1865811" y="636905"/>
                  </a:lnTo>
                  <a:lnTo>
                    <a:pt x="1866075" y="637141"/>
                  </a:lnTo>
                  <a:lnTo>
                    <a:pt x="1866116" y="637166"/>
                  </a:lnTo>
                  <a:lnTo>
                    <a:pt x="1866295" y="637274"/>
                  </a:lnTo>
                  <a:lnTo>
                    <a:pt x="1866483" y="637389"/>
                  </a:lnTo>
                  <a:lnTo>
                    <a:pt x="1866606" y="637463"/>
                  </a:lnTo>
                  <a:lnTo>
                    <a:pt x="1867341" y="638031"/>
                  </a:lnTo>
                  <a:lnTo>
                    <a:pt x="1867289" y="638257"/>
                  </a:lnTo>
                  <a:lnTo>
                    <a:pt x="1867286" y="638334"/>
                  </a:lnTo>
                  <a:lnTo>
                    <a:pt x="1867372" y="638952"/>
                  </a:lnTo>
                  <a:lnTo>
                    <a:pt x="1867475" y="639280"/>
                  </a:lnTo>
                  <a:lnTo>
                    <a:pt x="1867465" y="639290"/>
                  </a:lnTo>
                  <a:lnTo>
                    <a:pt x="1867306" y="639445"/>
                  </a:lnTo>
                  <a:lnTo>
                    <a:pt x="1867091" y="639654"/>
                  </a:lnTo>
                  <a:lnTo>
                    <a:pt x="1866987" y="639721"/>
                  </a:lnTo>
                  <a:lnTo>
                    <a:pt x="1866658" y="639934"/>
                  </a:lnTo>
                  <a:lnTo>
                    <a:pt x="1866564" y="639995"/>
                  </a:lnTo>
                  <a:lnTo>
                    <a:pt x="1866149" y="640304"/>
                  </a:lnTo>
                  <a:lnTo>
                    <a:pt x="1866143" y="640306"/>
                  </a:lnTo>
                  <a:lnTo>
                    <a:pt x="1866014" y="640360"/>
                  </a:lnTo>
                  <a:lnTo>
                    <a:pt x="1865588" y="640153"/>
                  </a:lnTo>
                  <a:lnTo>
                    <a:pt x="1865381" y="640027"/>
                  </a:lnTo>
                  <a:lnTo>
                    <a:pt x="1865372" y="640030"/>
                  </a:lnTo>
                  <a:lnTo>
                    <a:pt x="1865260" y="640065"/>
                  </a:lnTo>
                  <a:lnTo>
                    <a:pt x="1865253" y="640067"/>
                  </a:lnTo>
                  <a:lnTo>
                    <a:pt x="1865085" y="640002"/>
                  </a:lnTo>
                  <a:lnTo>
                    <a:pt x="1865078" y="639999"/>
                  </a:lnTo>
                  <a:lnTo>
                    <a:pt x="1865043" y="639986"/>
                  </a:lnTo>
                  <a:lnTo>
                    <a:pt x="1864999" y="639961"/>
                  </a:lnTo>
                  <a:lnTo>
                    <a:pt x="1864992" y="639955"/>
                  </a:lnTo>
                  <a:lnTo>
                    <a:pt x="1864893" y="639863"/>
                  </a:lnTo>
                  <a:lnTo>
                    <a:pt x="1864882" y="639852"/>
                  </a:lnTo>
                  <a:lnTo>
                    <a:pt x="1864760" y="639715"/>
                  </a:lnTo>
                  <a:lnTo>
                    <a:pt x="1864754" y="639708"/>
                  </a:lnTo>
                  <a:lnTo>
                    <a:pt x="1864746" y="639677"/>
                  </a:lnTo>
                  <a:lnTo>
                    <a:pt x="1864749" y="639672"/>
                  </a:lnTo>
                  <a:lnTo>
                    <a:pt x="1864769" y="639646"/>
                  </a:lnTo>
                  <a:lnTo>
                    <a:pt x="1864791" y="639617"/>
                  </a:lnTo>
                  <a:lnTo>
                    <a:pt x="1864814" y="639587"/>
                  </a:lnTo>
                  <a:lnTo>
                    <a:pt x="1864820" y="639579"/>
                  </a:lnTo>
                  <a:lnTo>
                    <a:pt x="1864843" y="639576"/>
                  </a:lnTo>
                  <a:lnTo>
                    <a:pt x="1864950" y="639563"/>
                  </a:lnTo>
                  <a:lnTo>
                    <a:pt x="1865072" y="639548"/>
                  </a:lnTo>
                  <a:lnTo>
                    <a:pt x="1865087" y="639546"/>
                  </a:lnTo>
                  <a:lnTo>
                    <a:pt x="1865151" y="639525"/>
                  </a:lnTo>
                  <a:lnTo>
                    <a:pt x="1865191" y="639461"/>
                  </a:lnTo>
                  <a:lnTo>
                    <a:pt x="1865183" y="639445"/>
                  </a:lnTo>
                  <a:lnTo>
                    <a:pt x="1865019" y="639158"/>
                  </a:lnTo>
                  <a:lnTo>
                    <a:pt x="1864985" y="639130"/>
                  </a:lnTo>
                  <a:lnTo>
                    <a:pt x="1864978" y="639124"/>
                  </a:lnTo>
                  <a:lnTo>
                    <a:pt x="1864946" y="639097"/>
                  </a:lnTo>
                  <a:lnTo>
                    <a:pt x="1864938" y="639091"/>
                  </a:lnTo>
                  <a:lnTo>
                    <a:pt x="1864895" y="639055"/>
                  </a:lnTo>
                  <a:lnTo>
                    <a:pt x="1864861" y="639052"/>
                  </a:lnTo>
                  <a:lnTo>
                    <a:pt x="1864830" y="639049"/>
                  </a:lnTo>
                  <a:lnTo>
                    <a:pt x="1864798" y="639046"/>
                  </a:lnTo>
                  <a:lnTo>
                    <a:pt x="1864688" y="639036"/>
                  </a:lnTo>
                  <a:lnTo>
                    <a:pt x="1864644" y="639032"/>
                  </a:lnTo>
                  <a:lnTo>
                    <a:pt x="1864613" y="639094"/>
                  </a:lnTo>
                  <a:lnTo>
                    <a:pt x="1864534" y="639139"/>
                  </a:lnTo>
                  <a:lnTo>
                    <a:pt x="1864196" y="639223"/>
                  </a:lnTo>
                  <a:lnTo>
                    <a:pt x="1864123" y="639193"/>
                  </a:lnTo>
                  <a:lnTo>
                    <a:pt x="1864074" y="639173"/>
                  </a:lnTo>
                  <a:lnTo>
                    <a:pt x="1864039" y="639122"/>
                  </a:lnTo>
                  <a:lnTo>
                    <a:pt x="1864008" y="639078"/>
                  </a:lnTo>
                  <a:lnTo>
                    <a:pt x="1864101" y="639024"/>
                  </a:lnTo>
                  <a:lnTo>
                    <a:pt x="1864206" y="638924"/>
                  </a:lnTo>
                  <a:lnTo>
                    <a:pt x="1864041" y="638745"/>
                  </a:lnTo>
                  <a:lnTo>
                    <a:pt x="1863944" y="638640"/>
                  </a:lnTo>
                  <a:lnTo>
                    <a:pt x="1863882" y="638574"/>
                  </a:lnTo>
                  <a:lnTo>
                    <a:pt x="1863722" y="637994"/>
                  </a:lnTo>
                  <a:lnTo>
                    <a:pt x="1863719" y="637982"/>
                  </a:lnTo>
                  <a:lnTo>
                    <a:pt x="1863708" y="637938"/>
                  </a:lnTo>
                  <a:lnTo>
                    <a:pt x="1863734" y="637848"/>
                  </a:lnTo>
                  <a:lnTo>
                    <a:pt x="1863712" y="637784"/>
                  </a:lnTo>
                  <a:lnTo>
                    <a:pt x="1863705" y="637762"/>
                  </a:lnTo>
                  <a:lnTo>
                    <a:pt x="1863569" y="637592"/>
                  </a:lnTo>
                  <a:lnTo>
                    <a:pt x="1863356" y="637204"/>
                  </a:lnTo>
                  <a:lnTo>
                    <a:pt x="1863373" y="637116"/>
                  </a:lnTo>
                  <a:lnTo>
                    <a:pt x="1863376" y="637099"/>
                  </a:lnTo>
                  <a:lnTo>
                    <a:pt x="1863380" y="637079"/>
                  </a:lnTo>
                  <a:lnTo>
                    <a:pt x="1863383" y="637067"/>
                  </a:lnTo>
                  <a:lnTo>
                    <a:pt x="1863387" y="637044"/>
                  </a:lnTo>
                  <a:lnTo>
                    <a:pt x="1863381" y="636953"/>
                  </a:lnTo>
                  <a:lnTo>
                    <a:pt x="1863341" y="636926"/>
                  </a:lnTo>
                  <a:lnTo>
                    <a:pt x="1863251" y="636889"/>
                  </a:lnTo>
                  <a:lnTo>
                    <a:pt x="1863160" y="636851"/>
                  </a:lnTo>
                  <a:lnTo>
                    <a:pt x="1863123" y="636835"/>
                  </a:lnTo>
                  <a:lnTo>
                    <a:pt x="1863113" y="636831"/>
                  </a:lnTo>
                  <a:lnTo>
                    <a:pt x="1862959" y="636767"/>
                  </a:lnTo>
                  <a:lnTo>
                    <a:pt x="1862911" y="636747"/>
                  </a:lnTo>
                  <a:lnTo>
                    <a:pt x="1862898" y="636745"/>
                  </a:lnTo>
                  <a:lnTo>
                    <a:pt x="1862698" y="636705"/>
                  </a:lnTo>
                  <a:lnTo>
                    <a:pt x="1862679" y="636701"/>
                  </a:lnTo>
                  <a:lnTo>
                    <a:pt x="1862610" y="636688"/>
                  </a:lnTo>
                  <a:lnTo>
                    <a:pt x="1862542" y="636674"/>
                  </a:lnTo>
                  <a:lnTo>
                    <a:pt x="1862530" y="636672"/>
                  </a:lnTo>
                  <a:lnTo>
                    <a:pt x="1862524" y="636671"/>
                  </a:lnTo>
                  <a:lnTo>
                    <a:pt x="1862502" y="636640"/>
                  </a:lnTo>
                  <a:lnTo>
                    <a:pt x="1862487" y="636590"/>
                  </a:lnTo>
                  <a:lnTo>
                    <a:pt x="1862473" y="636542"/>
                  </a:lnTo>
                  <a:lnTo>
                    <a:pt x="1862463" y="636531"/>
                  </a:lnTo>
                  <a:lnTo>
                    <a:pt x="1862439" y="636506"/>
                  </a:lnTo>
                  <a:lnTo>
                    <a:pt x="1862410" y="636493"/>
                  </a:lnTo>
                  <a:lnTo>
                    <a:pt x="1862263" y="636432"/>
                  </a:lnTo>
                  <a:lnTo>
                    <a:pt x="1862243" y="636431"/>
                  </a:lnTo>
                  <a:lnTo>
                    <a:pt x="1862131" y="636497"/>
                  </a:lnTo>
                  <a:lnTo>
                    <a:pt x="1862025" y="636537"/>
                  </a:lnTo>
                  <a:lnTo>
                    <a:pt x="1861677" y="636565"/>
                  </a:lnTo>
                  <a:lnTo>
                    <a:pt x="1861573" y="636531"/>
                  </a:lnTo>
                  <a:lnTo>
                    <a:pt x="1861539" y="636509"/>
                  </a:lnTo>
                  <a:lnTo>
                    <a:pt x="1861293" y="636350"/>
                  </a:lnTo>
                  <a:lnTo>
                    <a:pt x="1861252" y="636300"/>
                  </a:lnTo>
                  <a:lnTo>
                    <a:pt x="1861253" y="636283"/>
                  </a:lnTo>
                  <a:lnTo>
                    <a:pt x="1861127" y="636235"/>
                  </a:lnTo>
                  <a:lnTo>
                    <a:pt x="1860988" y="636217"/>
                  </a:lnTo>
                  <a:lnTo>
                    <a:pt x="1860820" y="636240"/>
                  </a:lnTo>
                  <a:lnTo>
                    <a:pt x="1860724" y="636276"/>
                  </a:lnTo>
                  <a:lnTo>
                    <a:pt x="1860683" y="636292"/>
                  </a:lnTo>
                  <a:lnTo>
                    <a:pt x="1860673" y="636301"/>
                  </a:lnTo>
                  <a:lnTo>
                    <a:pt x="1860658" y="636313"/>
                  </a:lnTo>
                  <a:lnTo>
                    <a:pt x="1860626" y="636377"/>
                  </a:lnTo>
                  <a:lnTo>
                    <a:pt x="1860566" y="636496"/>
                  </a:lnTo>
                  <a:lnTo>
                    <a:pt x="1860562" y="636534"/>
                  </a:lnTo>
                  <a:lnTo>
                    <a:pt x="1860560" y="636557"/>
                  </a:lnTo>
                  <a:lnTo>
                    <a:pt x="1860559" y="636568"/>
                  </a:lnTo>
                  <a:lnTo>
                    <a:pt x="1860685" y="636656"/>
                  </a:lnTo>
                  <a:lnTo>
                    <a:pt x="1860817" y="636607"/>
                  </a:lnTo>
                  <a:lnTo>
                    <a:pt x="1860826" y="636604"/>
                  </a:lnTo>
                  <a:lnTo>
                    <a:pt x="1860906" y="636575"/>
                  </a:lnTo>
                  <a:lnTo>
                    <a:pt x="1860927" y="636567"/>
                  </a:lnTo>
                  <a:lnTo>
                    <a:pt x="1861030" y="636529"/>
                  </a:lnTo>
                  <a:lnTo>
                    <a:pt x="1861054" y="636521"/>
                  </a:lnTo>
                  <a:lnTo>
                    <a:pt x="1861061" y="636518"/>
                  </a:lnTo>
                  <a:lnTo>
                    <a:pt x="1861174" y="636477"/>
                  </a:lnTo>
                  <a:lnTo>
                    <a:pt x="1861406" y="636738"/>
                  </a:lnTo>
                  <a:lnTo>
                    <a:pt x="1861437" y="636774"/>
                  </a:lnTo>
                  <a:lnTo>
                    <a:pt x="1861611" y="637036"/>
                  </a:lnTo>
                  <a:lnTo>
                    <a:pt x="1861647" y="637091"/>
                  </a:lnTo>
                  <a:lnTo>
                    <a:pt x="1861743" y="637236"/>
                  </a:lnTo>
                  <a:lnTo>
                    <a:pt x="1861457" y="637493"/>
                  </a:lnTo>
                  <a:lnTo>
                    <a:pt x="1861438" y="637510"/>
                  </a:lnTo>
                  <a:lnTo>
                    <a:pt x="1861382" y="637546"/>
                  </a:lnTo>
                  <a:lnTo>
                    <a:pt x="1861303" y="637597"/>
                  </a:lnTo>
                  <a:lnTo>
                    <a:pt x="1861009" y="637744"/>
                  </a:lnTo>
                  <a:lnTo>
                    <a:pt x="1860748" y="637742"/>
                  </a:lnTo>
                  <a:lnTo>
                    <a:pt x="1860718" y="637741"/>
                  </a:lnTo>
                  <a:lnTo>
                    <a:pt x="1860572" y="637740"/>
                  </a:lnTo>
                  <a:lnTo>
                    <a:pt x="1860568" y="637740"/>
                  </a:lnTo>
                  <a:lnTo>
                    <a:pt x="1860531" y="637739"/>
                  </a:lnTo>
                  <a:lnTo>
                    <a:pt x="1860199" y="637707"/>
                  </a:lnTo>
                  <a:lnTo>
                    <a:pt x="1860145" y="637625"/>
                  </a:lnTo>
                  <a:lnTo>
                    <a:pt x="1860218" y="637539"/>
                  </a:lnTo>
                  <a:lnTo>
                    <a:pt x="1860226" y="637530"/>
                  </a:lnTo>
                  <a:lnTo>
                    <a:pt x="1860254" y="637496"/>
                  </a:lnTo>
                  <a:lnTo>
                    <a:pt x="1860345" y="637300"/>
                  </a:lnTo>
                  <a:lnTo>
                    <a:pt x="1860348" y="637295"/>
                  </a:lnTo>
                  <a:lnTo>
                    <a:pt x="1860361" y="637266"/>
                  </a:lnTo>
                  <a:lnTo>
                    <a:pt x="1860345" y="637244"/>
                  </a:lnTo>
                  <a:lnTo>
                    <a:pt x="1860280" y="637154"/>
                  </a:lnTo>
                  <a:lnTo>
                    <a:pt x="1860275" y="637153"/>
                  </a:lnTo>
                  <a:lnTo>
                    <a:pt x="1859726" y="637001"/>
                  </a:lnTo>
                  <a:lnTo>
                    <a:pt x="1859186" y="637106"/>
                  </a:lnTo>
                  <a:lnTo>
                    <a:pt x="1859173" y="637109"/>
                  </a:lnTo>
                  <a:lnTo>
                    <a:pt x="1859173" y="637378"/>
                  </a:lnTo>
                  <a:lnTo>
                    <a:pt x="1859161" y="637435"/>
                  </a:lnTo>
                  <a:lnTo>
                    <a:pt x="1859083" y="637463"/>
                  </a:lnTo>
                  <a:lnTo>
                    <a:pt x="1859061" y="637460"/>
                  </a:lnTo>
                  <a:lnTo>
                    <a:pt x="1858968" y="637445"/>
                  </a:lnTo>
                  <a:lnTo>
                    <a:pt x="1858945" y="637386"/>
                  </a:lnTo>
                  <a:lnTo>
                    <a:pt x="1858900" y="637270"/>
                  </a:lnTo>
                  <a:lnTo>
                    <a:pt x="1858886" y="637232"/>
                  </a:lnTo>
                  <a:lnTo>
                    <a:pt x="1858671" y="637077"/>
                  </a:lnTo>
                  <a:lnTo>
                    <a:pt x="1858660" y="637078"/>
                  </a:lnTo>
                  <a:lnTo>
                    <a:pt x="1858552" y="637087"/>
                  </a:lnTo>
                  <a:lnTo>
                    <a:pt x="1858502" y="637098"/>
                  </a:lnTo>
                  <a:lnTo>
                    <a:pt x="1858208" y="637166"/>
                  </a:lnTo>
                  <a:lnTo>
                    <a:pt x="1857462" y="637666"/>
                  </a:lnTo>
                  <a:lnTo>
                    <a:pt x="1857426" y="637771"/>
                  </a:lnTo>
                  <a:lnTo>
                    <a:pt x="1857489" y="637781"/>
                  </a:lnTo>
                  <a:lnTo>
                    <a:pt x="1857552" y="637791"/>
                  </a:lnTo>
                  <a:lnTo>
                    <a:pt x="1857589" y="637796"/>
                  </a:lnTo>
                  <a:lnTo>
                    <a:pt x="1857718" y="637816"/>
                  </a:lnTo>
                  <a:lnTo>
                    <a:pt x="1857747" y="637821"/>
                  </a:lnTo>
                  <a:lnTo>
                    <a:pt x="1857766" y="637824"/>
                  </a:lnTo>
                  <a:lnTo>
                    <a:pt x="1857772" y="637824"/>
                  </a:lnTo>
                  <a:lnTo>
                    <a:pt x="1858147" y="637861"/>
                  </a:lnTo>
                  <a:lnTo>
                    <a:pt x="1858386" y="638043"/>
                  </a:lnTo>
                  <a:lnTo>
                    <a:pt x="1858405" y="638058"/>
                  </a:lnTo>
                  <a:lnTo>
                    <a:pt x="1858397" y="638212"/>
                  </a:lnTo>
                  <a:lnTo>
                    <a:pt x="1858351" y="638278"/>
                  </a:lnTo>
                  <a:lnTo>
                    <a:pt x="1858334" y="638419"/>
                  </a:lnTo>
                  <a:lnTo>
                    <a:pt x="1858339" y="638499"/>
                  </a:lnTo>
                  <a:lnTo>
                    <a:pt x="1858539" y="638734"/>
                  </a:lnTo>
                  <a:lnTo>
                    <a:pt x="1858418" y="638947"/>
                  </a:lnTo>
                  <a:lnTo>
                    <a:pt x="1858342" y="639015"/>
                  </a:lnTo>
                  <a:lnTo>
                    <a:pt x="1858266" y="639083"/>
                  </a:lnTo>
                  <a:lnTo>
                    <a:pt x="1857991" y="639328"/>
                  </a:lnTo>
                  <a:lnTo>
                    <a:pt x="1857987" y="639332"/>
                  </a:lnTo>
                  <a:lnTo>
                    <a:pt x="1857720" y="639524"/>
                  </a:lnTo>
                  <a:lnTo>
                    <a:pt x="1857685" y="639378"/>
                  </a:lnTo>
                  <a:lnTo>
                    <a:pt x="1857575" y="639395"/>
                  </a:lnTo>
                  <a:lnTo>
                    <a:pt x="1857554" y="639398"/>
                  </a:lnTo>
                  <a:lnTo>
                    <a:pt x="1857262" y="639509"/>
                  </a:lnTo>
                  <a:lnTo>
                    <a:pt x="1857214" y="639527"/>
                  </a:lnTo>
                  <a:lnTo>
                    <a:pt x="1857116" y="639576"/>
                  </a:lnTo>
                  <a:lnTo>
                    <a:pt x="1856986" y="639710"/>
                  </a:lnTo>
                  <a:lnTo>
                    <a:pt x="1856856" y="639843"/>
                  </a:lnTo>
                  <a:lnTo>
                    <a:pt x="1856819" y="639882"/>
                  </a:lnTo>
                  <a:lnTo>
                    <a:pt x="1856476" y="640011"/>
                  </a:lnTo>
                  <a:lnTo>
                    <a:pt x="1856448" y="640021"/>
                  </a:lnTo>
                  <a:lnTo>
                    <a:pt x="1856456" y="640045"/>
                  </a:lnTo>
                  <a:lnTo>
                    <a:pt x="1856460" y="640056"/>
                  </a:lnTo>
                  <a:lnTo>
                    <a:pt x="1856514" y="640219"/>
                  </a:lnTo>
                  <a:lnTo>
                    <a:pt x="1856536" y="640286"/>
                  </a:lnTo>
                  <a:lnTo>
                    <a:pt x="1856560" y="640357"/>
                  </a:lnTo>
                  <a:lnTo>
                    <a:pt x="1856627" y="640559"/>
                  </a:lnTo>
                  <a:lnTo>
                    <a:pt x="1856655" y="640642"/>
                  </a:lnTo>
                  <a:lnTo>
                    <a:pt x="1856663" y="640668"/>
                  </a:lnTo>
                  <a:lnTo>
                    <a:pt x="1856298" y="640777"/>
                  </a:lnTo>
                  <a:lnTo>
                    <a:pt x="1856306" y="640797"/>
                  </a:lnTo>
                  <a:lnTo>
                    <a:pt x="1856322" y="640834"/>
                  </a:lnTo>
                  <a:lnTo>
                    <a:pt x="1856348" y="640894"/>
                  </a:lnTo>
                  <a:lnTo>
                    <a:pt x="1856488" y="641015"/>
                  </a:lnTo>
                  <a:lnTo>
                    <a:pt x="1856580" y="640990"/>
                  </a:lnTo>
                  <a:lnTo>
                    <a:pt x="1856594" y="640987"/>
                  </a:lnTo>
                  <a:lnTo>
                    <a:pt x="1856708" y="640957"/>
                  </a:lnTo>
                  <a:lnTo>
                    <a:pt x="1856876" y="640881"/>
                  </a:lnTo>
                  <a:lnTo>
                    <a:pt x="1856947" y="640795"/>
                  </a:lnTo>
                  <a:lnTo>
                    <a:pt x="1856995" y="640736"/>
                  </a:lnTo>
                  <a:lnTo>
                    <a:pt x="1857126" y="640638"/>
                  </a:lnTo>
                  <a:lnTo>
                    <a:pt x="1857668" y="640378"/>
                  </a:lnTo>
                  <a:lnTo>
                    <a:pt x="1857798" y="640463"/>
                  </a:lnTo>
                  <a:lnTo>
                    <a:pt x="1857847" y="640495"/>
                  </a:lnTo>
                  <a:lnTo>
                    <a:pt x="1857665" y="640708"/>
                  </a:lnTo>
                  <a:lnTo>
                    <a:pt x="1857641" y="640813"/>
                  </a:lnTo>
                  <a:lnTo>
                    <a:pt x="1857637" y="640834"/>
                  </a:lnTo>
                  <a:lnTo>
                    <a:pt x="1857645" y="640845"/>
                  </a:lnTo>
                  <a:lnTo>
                    <a:pt x="1857676" y="640888"/>
                  </a:lnTo>
                  <a:lnTo>
                    <a:pt x="1857687" y="640902"/>
                  </a:lnTo>
                  <a:lnTo>
                    <a:pt x="1857702" y="640903"/>
                  </a:lnTo>
                  <a:lnTo>
                    <a:pt x="1858220" y="640914"/>
                  </a:lnTo>
                  <a:lnTo>
                    <a:pt x="1858316" y="640872"/>
                  </a:lnTo>
                  <a:lnTo>
                    <a:pt x="1858532" y="640777"/>
                  </a:lnTo>
                  <a:lnTo>
                    <a:pt x="1858603" y="640783"/>
                  </a:lnTo>
                  <a:lnTo>
                    <a:pt x="1858614" y="640784"/>
                  </a:lnTo>
                  <a:lnTo>
                    <a:pt x="1858832" y="640801"/>
                  </a:lnTo>
                  <a:lnTo>
                    <a:pt x="1858842" y="640822"/>
                  </a:lnTo>
                  <a:lnTo>
                    <a:pt x="1858898" y="640946"/>
                  </a:lnTo>
                  <a:lnTo>
                    <a:pt x="1859055" y="641017"/>
                  </a:lnTo>
                  <a:lnTo>
                    <a:pt x="1859098" y="641032"/>
                  </a:lnTo>
                  <a:lnTo>
                    <a:pt x="1859172" y="641056"/>
                  </a:lnTo>
                  <a:lnTo>
                    <a:pt x="1859446" y="641148"/>
                  </a:lnTo>
                  <a:lnTo>
                    <a:pt x="1859518" y="641172"/>
                  </a:lnTo>
                  <a:lnTo>
                    <a:pt x="1859735" y="641245"/>
                  </a:lnTo>
                  <a:lnTo>
                    <a:pt x="1859759" y="641252"/>
                  </a:lnTo>
                  <a:lnTo>
                    <a:pt x="1860387" y="641444"/>
                  </a:lnTo>
                  <a:lnTo>
                    <a:pt x="1860445" y="641473"/>
                  </a:lnTo>
                  <a:lnTo>
                    <a:pt x="1860500" y="641539"/>
                  </a:lnTo>
                  <a:lnTo>
                    <a:pt x="1860508" y="641625"/>
                  </a:lnTo>
                  <a:lnTo>
                    <a:pt x="1860549" y="642048"/>
                  </a:lnTo>
                  <a:lnTo>
                    <a:pt x="1860545" y="642065"/>
                  </a:lnTo>
                  <a:lnTo>
                    <a:pt x="1860539" y="642095"/>
                  </a:lnTo>
                  <a:lnTo>
                    <a:pt x="1860528" y="642142"/>
                  </a:lnTo>
                  <a:lnTo>
                    <a:pt x="1860496" y="642202"/>
                  </a:lnTo>
                  <a:lnTo>
                    <a:pt x="1860490" y="642213"/>
                  </a:lnTo>
                  <a:lnTo>
                    <a:pt x="1860421" y="642337"/>
                  </a:lnTo>
                  <a:lnTo>
                    <a:pt x="1860415" y="642347"/>
                  </a:lnTo>
                  <a:lnTo>
                    <a:pt x="1860399" y="642368"/>
                  </a:lnTo>
                  <a:lnTo>
                    <a:pt x="1860375" y="642397"/>
                  </a:lnTo>
                  <a:lnTo>
                    <a:pt x="1860322" y="642465"/>
                  </a:lnTo>
                  <a:lnTo>
                    <a:pt x="1860237" y="642572"/>
                  </a:lnTo>
                  <a:lnTo>
                    <a:pt x="1860219" y="642605"/>
                  </a:lnTo>
                  <a:lnTo>
                    <a:pt x="1860199" y="642642"/>
                  </a:lnTo>
                  <a:lnTo>
                    <a:pt x="1860183" y="642672"/>
                  </a:lnTo>
                  <a:lnTo>
                    <a:pt x="1860155" y="642723"/>
                  </a:lnTo>
                  <a:lnTo>
                    <a:pt x="1860119" y="642790"/>
                  </a:lnTo>
                  <a:lnTo>
                    <a:pt x="1860116" y="642795"/>
                  </a:lnTo>
                  <a:lnTo>
                    <a:pt x="1860128" y="642939"/>
                  </a:lnTo>
                  <a:lnTo>
                    <a:pt x="1860166" y="642947"/>
                  </a:lnTo>
                  <a:lnTo>
                    <a:pt x="1860182" y="643018"/>
                  </a:lnTo>
                  <a:lnTo>
                    <a:pt x="1860177" y="643035"/>
                  </a:lnTo>
                  <a:lnTo>
                    <a:pt x="1860159" y="643104"/>
                  </a:lnTo>
                  <a:lnTo>
                    <a:pt x="1860060" y="643309"/>
                  </a:lnTo>
                  <a:lnTo>
                    <a:pt x="1860002" y="643395"/>
                  </a:lnTo>
                  <a:lnTo>
                    <a:pt x="1859990" y="643412"/>
                  </a:lnTo>
                  <a:lnTo>
                    <a:pt x="1859758" y="643676"/>
                  </a:lnTo>
                  <a:lnTo>
                    <a:pt x="1859740" y="643691"/>
                  </a:lnTo>
                  <a:lnTo>
                    <a:pt x="1859627" y="643786"/>
                  </a:lnTo>
                  <a:lnTo>
                    <a:pt x="1859612" y="643794"/>
                  </a:lnTo>
                  <a:lnTo>
                    <a:pt x="1859571" y="643816"/>
                  </a:lnTo>
                  <a:lnTo>
                    <a:pt x="1859514" y="643833"/>
                  </a:lnTo>
                  <a:lnTo>
                    <a:pt x="1859488" y="643826"/>
                  </a:lnTo>
                  <a:lnTo>
                    <a:pt x="1859495" y="643802"/>
                  </a:lnTo>
                  <a:lnTo>
                    <a:pt x="1859511" y="643753"/>
                  </a:lnTo>
                  <a:lnTo>
                    <a:pt x="1859513" y="643745"/>
                  </a:lnTo>
                  <a:lnTo>
                    <a:pt x="1859470" y="643684"/>
                  </a:lnTo>
                  <a:lnTo>
                    <a:pt x="1859458" y="643667"/>
                  </a:lnTo>
                  <a:lnTo>
                    <a:pt x="1859444" y="643647"/>
                  </a:lnTo>
                  <a:lnTo>
                    <a:pt x="1859303" y="643444"/>
                  </a:lnTo>
                  <a:lnTo>
                    <a:pt x="1859298" y="643437"/>
                  </a:lnTo>
                  <a:lnTo>
                    <a:pt x="1859121" y="643299"/>
                  </a:lnTo>
                  <a:lnTo>
                    <a:pt x="1859097" y="643280"/>
                  </a:lnTo>
                  <a:lnTo>
                    <a:pt x="1859033" y="643277"/>
                  </a:lnTo>
                  <a:lnTo>
                    <a:pt x="1858787" y="643263"/>
                  </a:lnTo>
                  <a:lnTo>
                    <a:pt x="1858761" y="643295"/>
                  </a:lnTo>
                  <a:lnTo>
                    <a:pt x="1858758" y="643300"/>
                  </a:lnTo>
                  <a:lnTo>
                    <a:pt x="1858742" y="643320"/>
                  </a:lnTo>
                  <a:lnTo>
                    <a:pt x="1858723" y="643344"/>
                  </a:lnTo>
                  <a:lnTo>
                    <a:pt x="1858724" y="643361"/>
                  </a:lnTo>
                  <a:lnTo>
                    <a:pt x="1858725" y="643382"/>
                  </a:lnTo>
                  <a:lnTo>
                    <a:pt x="1858781" y="643464"/>
                  </a:lnTo>
                  <a:lnTo>
                    <a:pt x="1858810" y="643480"/>
                  </a:lnTo>
                  <a:lnTo>
                    <a:pt x="1858847" y="643489"/>
                  </a:lnTo>
                  <a:lnTo>
                    <a:pt x="1858856" y="643476"/>
                  </a:lnTo>
                  <a:lnTo>
                    <a:pt x="1858885" y="643492"/>
                  </a:lnTo>
                  <a:lnTo>
                    <a:pt x="1858895" y="643532"/>
                  </a:lnTo>
                  <a:lnTo>
                    <a:pt x="1858926" y="643646"/>
                  </a:lnTo>
                  <a:lnTo>
                    <a:pt x="1858887" y="643697"/>
                  </a:lnTo>
                  <a:lnTo>
                    <a:pt x="1858851" y="643743"/>
                  </a:lnTo>
                  <a:lnTo>
                    <a:pt x="1858839" y="643760"/>
                  </a:lnTo>
                  <a:lnTo>
                    <a:pt x="1858788" y="643827"/>
                  </a:lnTo>
                  <a:lnTo>
                    <a:pt x="1858761" y="643844"/>
                  </a:lnTo>
                  <a:lnTo>
                    <a:pt x="1858745" y="643839"/>
                  </a:lnTo>
                  <a:lnTo>
                    <a:pt x="1858700" y="643826"/>
                  </a:lnTo>
                  <a:lnTo>
                    <a:pt x="1858634" y="643806"/>
                  </a:lnTo>
                  <a:lnTo>
                    <a:pt x="1858621" y="643807"/>
                  </a:lnTo>
                  <a:lnTo>
                    <a:pt x="1858469" y="643816"/>
                  </a:lnTo>
                  <a:lnTo>
                    <a:pt x="1858399" y="643821"/>
                  </a:lnTo>
                  <a:lnTo>
                    <a:pt x="1858304" y="643853"/>
                  </a:lnTo>
                  <a:lnTo>
                    <a:pt x="1858278" y="643862"/>
                  </a:lnTo>
                  <a:lnTo>
                    <a:pt x="1858231" y="643889"/>
                  </a:lnTo>
                  <a:lnTo>
                    <a:pt x="1858212" y="643901"/>
                  </a:lnTo>
                  <a:lnTo>
                    <a:pt x="1858207" y="643915"/>
                  </a:lnTo>
                  <a:lnTo>
                    <a:pt x="1858200" y="643936"/>
                  </a:lnTo>
                  <a:lnTo>
                    <a:pt x="1858116" y="643945"/>
                  </a:lnTo>
                  <a:lnTo>
                    <a:pt x="1858111" y="643945"/>
                  </a:lnTo>
                  <a:lnTo>
                    <a:pt x="1857752" y="643861"/>
                  </a:lnTo>
                  <a:lnTo>
                    <a:pt x="1857150" y="643814"/>
                  </a:lnTo>
                  <a:lnTo>
                    <a:pt x="1856871" y="643817"/>
                  </a:lnTo>
                  <a:lnTo>
                    <a:pt x="1856760" y="643819"/>
                  </a:lnTo>
                  <a:lnTo>
                    <a:pt x="1856626" y="643838"/>
                  </a:lnTo>
                  <a:lnTo>
                    <a:pt x="1856601" y="643842"/>
                  </a:lnTo>
                  <a:lnTo>
                    <a:pt x="1856509" y="643815"/>
                  </a:lnTo>
                  <a:lnTo>
                    <a:pt x="1856503" y="643813"/>
                  </a:lnTo>
                  <a:lnTo>
                    <a:pt x="1856500" y="643805"/>
                  </a:lnTo>
                  <a:lnTo>
                    <a:pt x="1856495" y="643789"/>
                  </a:lnTo>
                  <a:lnTo>
                    <a:pt x="1856472" y="643717"/>
                  </a:lnTo>
                  <a:lnTo>
                    <a:pt x="1856470" y="643712"/>
                  </a:lnTo>
                  <a:lnTo>
                    <a:pt x="1856391" y="643658"/>
                  </a:lnTo>
                  <a:lnTo>
                    <a:pt x="1856230" y="643547"/>
                  </a:lnTo>
                  <a:lnTo>
                    <a:pt x="1856134" y="643480"/>
                  </a:lnTo>
                  <a:lnTo>
                    <a:pt x="1856027" y="643437"/>
                  </a:lnTo>
                  <a:lnTo>
                    <a:pt x="1855987" y="643427"/>
                  </a:lnTo>
                  <a:lnTo>
                    <a:pt x="1855808" y="643386"/>
                  </a:lnTo>
                  <a:lnTo>
                    <a:pt x="1855730" y="643368"/>
                  </a:lnTo>
                  <a:lnTo>
                    <a:pt x="1855663" y="643353"/>
                  </a:lnTo>
                  <a:lnTo>
                    <a:pt x="1855485" y="643312"/>
                  </a:lnTo>
                  <a:lnTo>
                    <a:pt x="1855249" y="643258"/>
                  </a:lnTo>
                  <a:lnTo>
                    <a:pt x="1855204" y="643247"/>
                  </a:lnTo>
                  <a:lnTo>
                    <a:pt x="1855179" y="643248"/>
                  </a:lnTo>
                  <a:lnTo>
                    <a:pt x="1854852" y="643249"/>
                  </a:lnTo>
                  <a:lnTo>
                    <a:pt x="1854772" y="643251"/>
                  </a:lnTo>
                  <a:lnTo>
                    <a:pt x="1854663" y="643253"/>
                  </a:lnTo>
                  <a:lnTo>
                    <a:pt x="1854563" y="643268"/>
                  </a:lnTo>
                  <a:lnTo>
                    <a:pt x="1854465" y="643327"/>
                  </a:lnTo>
                  <a:lnTo>
                    <a:pt x="1854457" y="643339"/>
                  </a:lnTo>
                  <a:lnTo>
                    <a:pt x="1854319" y="643568"/>
                  </a:lnTo>
                  <a:lnTo>
                    <a:pt x="1854274" y="643717"/>
                  </a:lnTo>
                  <a:lnTo>
                    <a:pt x="1853991" y="644010"/>
                  </a:lnTo>
                  <a:lnTo>
                    <a:pt x="1853959" y="644044"/>
                  </a:lnTo>
                  <a:lnTo>
                    <a:pt x="1853933" y="644071"/>
                  </a:lnTo>
                  <a:lnTo>
                    <a:pt x="1853833" y="644174"/>
                  </a:lnTo>
                  <a:lnTo>
                    <a:pt x="1853742" y="644269"/>
                  </a:lnTo>
                  <a:lnTo>
                    <a:pt x="1853733" y="644278"/>
                  </a:lnTo>
                  <a:lnTo>
                    <a:pt x="1853697" y="644295"/>
                  </a:lnTo>
                  <a:lnTo>
                    <a:pt x="1853519" y="644327"/>
                  </a:lnTo>
                  <a:lnTo>
                    <a:pt x="1853385" y="644351"/>
                  </a:lnTo>
                  <a:lnTo>
                    <a:pt x="1853369" y="644354"/>
                  </a:lnTo>
                  <a:lnTo>
                    <a:pt x="1853305" y="644400"/>
                  </a:lnTo>
                  <a:lnTo>
                    <a:pt x="1853062" y="644577"/>
                  </a:lnTo>
                  <a:lnTo>
                    <a:pt x="1853059" y="644580"/>
                  </a:lnTo>
                  <a:lnTo>
                    <a:pt x="1852949" y="644659"/>
                  </a:lnTo>
                  <a:lnTo>
                    <a:pt x="1852926" y="644730"/>
                  </a:lnTo>
                  <a:lnTo>
                    <a:pt x="1852950" y="644737"/>
                  </a:lnTo>
                  <a:lnTo>
                    <a:pt x="1852974" y="644744"/>
                  </a:lnTo>
                  <a:lnTo>
                    <a:pt x="1852980" y="644776"/>
                  </a:lnTo>
                  <a:lnTo>
                    <a:pt x="1852985" y="644812"/>
                  </a:lnTo>
                  <a:lnTo>
                    <a:pt x="1852988" y="644827"/>
                  </a:lnTo>
                  <a:lnTo>
                    <a:pt x="1852978" y="644941"/>
                  </a:lnTo>
                  <a:lnTo>
                    <a:pt x="1852974" y="644984"/>
                  </a:lnTo>
                  <a:lnTo>
                    <a:pt x="1852942" y="645045"/>
                  </a:lnTo>
                  <a:lnTo>
                    <a:pt x="1852723" y="645449"/>
                  </a:lnTo>
                  <a:lnTo>
                    <a:pt x="1852716" y="645461"/>
                  </a:lnTo>
                  <a:lnTo>
                    <a:pt x="1852661" y="645490"/>
                  </a:lnTo>
                  <a:lnTo>
                    <a:pt x="1852596" y="645501"/>
                  </a:lnTo>
                  <a:lnTo>
                    <a:pt x="1852455" y="645525"/>
                  </a:lnTo>
                  <a:lnTo>
                    <a:pt x="1852407" y="645533"/>
                  </a:lnTo>
                  <a:lnTo>
                    <a:pt x="1851991" y="645603"/>
                  </a:lnTo>
                  <a:lnTo>
                    <a:pt x="1851877" y="645550"/>
                  </a:lnTo>
                  <a:lnTo>
                    <a:pt x="1851502" y="645535"/>
                  </a:lnTo>
                  <a:lnTo>
                    <a:pt x="1851440" y="645550"/>
                  </a:lnTo>
                  <a:lnTo>
                    <a:pt x="1851440" y="645584"/>
                  </a:lnTo>
                  <a:lnTo>
                    <a:pt x="1851382" y="645654"/>
                  </a:lnTo>
                  <a:lnTo>
                    <a:pt x="1851244" y="645723"/>
                  </a:lnTo>
                  <a:lnTo>
                    <a:pt x="1851160" y="645765"/>
                  </a:lnTo>
                  <a:lnTo>
                    <a:pt x="1851059" y="645816"/>
                  </a:lnTo>
                  <a:lnTo>
                    <a:pt x="1851055" y="645819"/>
                  </a:lnTo>
                  <a:lnTo>
                    <a:pt x="1850265" y="645905"/>
                  </a:lnTo>
                  <a:lnTo>
                    <a:pt x="1850244" y="645907"/>
                  </a:lnTo>
                  <a:lnTo>
                    <a:pt x="1850214" y="645902"/>
                  </a:lnTo>
                  <a:lnTo>
                    <a:pt x="1850083" y="645824"/>
                  </a:lnTo>
                  <a:lnTo>
                    <a:pt x="1850003" y="645798"/>
                  </a:lnTo>
                  <a:lnTo>
                    <a:pt x="1849971" y="645788"/>
                  </a:lnTo>
                  <a:lnTo>
                    <a:pt x="1849241" y="645870"/>
                  </a:lnTo>
                  <a:lnTo>
                    <a:pt x="1848957" y="646035"/>
                  </a:lnTo>
                  <a:lnTo>
                    <a:pt x="1848919" y="646058"/>
                  </a:lnTo>
                  <a:lnTo>
                    <a:pt x="1848895" y="646055"/>
                  </a:lnTo>
                  <a:lnTo>
                    <a:pt x="1848797" y="646043"/>
                  </a:lnTo>
                  <a:lnTo>
                    <a:pt x="1848737" y="646036"/>
                  </a:lnTo>
                  <a:lnTo>
                    <a:pt x="1848270" y="645979"/>
                  </a:lnTo>
                  <a:lnTo>
                    <a:pt x="1847936" y="645938"/>
                  </a:lnTo>
                  <a:lnTo>
                    <a:pt x="1847844" y="645912"/>
                  </a:lnTo>
                  <a:lnTo>
                    <a:pt x="1847734" y="645880"/>
                  </a:lnTo>
                  <a:lnTo>
                    <a:pt x="1847589" y="645838"/>
                  </a:lnTo>
                  <a:lnTo>
                    <a:pt x="1847545" y="645826"/>
                  </a:lnTo>
                  <a:lnTo>
                    <a:pt x="1847203" y="645704"/>
                  </a:lnTo>
                  <a:lnTo>
                    <a:pt x="1846796" y="645558"/>
                  </a:lnTo>
                  <a:lnTo>
                    <a:pt x="1846681" y="645518"/>
                  </a:lnTo>
                  <a:lnTo>
                    <a:pt x="1846430" y="645521"/>
                  </a:lnTo>
                  <a:lnTo>
                    <a:pt x="1846322" y="645522"/>
                  </a:lnTo>
                  <a:lnTo>
                    <a:pt x="1846263" y="645523"/>
                  </a:lnTo>
                  <a:lnTo>
                    <a:pt x="1846228" y="645524"/>
                  </a:lnTo>
                  <a:lnTo>
                    <a:pt x="1845767" y="645644"/>
                  </a:lnTo>
                  <a:lnTo>
                    <a:pt x="1845750" y="645648"/>
                  </a:lnTo>
                  <a:lnTo>
                    <a:pt x="1845548" y="645701"/>
                  </a:lnTo>
                  <a:lnTo>
                    <a:pt x="1845406" y="645807"/>
                  </a:lnTo>
                  <a:lnTo>
                    <a:pt x="1845369" y="645835"/>
                  </a:lnTo>
                  <a:lnTo>
                    <a:pt x="1845354" y="645845"/>
                  </a:lnTo>
                  <a:lnTo>
                    <a:pt x="1845287" y="645917"/>
                  </a:lnTo>
                  <a:lnTo>
                    <a:pt x="1845237" y="645971"/>
                  </a:lnTo>
                  <a:lnTo>
                    <a:pt x="1845165" y="646047"/>
                  </a:lnTo>
                  <a:lnTo>
                    <a:pt x="1845131" y="646084"/>
                  </a:lnTo>
                  <a:lnTo>
                    <a:pt x="1845140" y="646154"/>
                  </a:lnTo>
                  <a:lnTo>
                    <a:pt x="1845193" y="646198"/>
                  </a:lnTo>
                  <a:lnTo>
                    <a:pt x="1845209" y="646210"/>
                  </a:lnTo>
                  <a:lnTo>
                    <a:pt x="1845230" y="646258"/>
                  </a:lnTo>
                  <a:lnTo>
                    <a:pt x="1845281" y="646373"/>
                  </a:lnTo>
                  <a:lnTo>
                    <a:pt x="1845264" y="646449"/>
                  </a:lnTo>
                  <a:lnTo>
                    <a:pt x="1845235" y="646467"/>
                  </a:lnTo>
                  <a:lnTo>
                    <a:pt x="1845152" y="646520"/>
                  </a:lnTo>
                  <a:lnTo>
                    <a:pt x="1845060" y="646545"/>
                  </a:lnTo>
                  <a:lnTo>
                    <a:pt x="1845042" y="646550"/>
                  </a:lnTo>
                  <a:lnTo>
                    <a:pt x="1844867" y="646671"/>
                  </a:lnTo>
                  <a:lnTo>
                    <a:pt x="1844850" y="646683"/>
                  </a:lnTo>
                  <a:lnTo>
                    <a:pt x="1844832" y="646695"/>
                  </a:lnTo>
                  <a:lnTo>
                    <a:pt x="1844752" y="646750"/>
                  </a:lnTo>
                  <a:lnTo>
                    <a:pt x="1844746" y="646775"/>
                  </a:lnTo>
                  <a:lnTo>
                    <a:pt x="1844806" y="646851"/>
                  </a:lnTo>
                  <a:lnTo>
                    <a:pt x="1844817" y="646864"/>
                  </a:lnTo>
                  <a:lnTo>
                    <a:pt x="1844815" y="646887"/>
                  </a:lnTo>
                  <a:lnTo>
                    <a:pt x="1844790" y="646912"/>
                  </a:lnTo>
                  <a:lnTo>
                    <a:pt x="1844520" y="646908"/>
                  </a:lnTo>
                  <a:lnTo>
                    <a:pt x="1844504" y="646908"/>
                  </a:lnTo>
                  <a:lnTo>
                    <a:pt x="1844460" y="646907"/>
                  </a:lnTo>
                  <a:lnTo>
                    <a:pt x="1844450" y="646907"/>
                  </a:lnTo>
                  <a:lnTo>
                    <a:pt x="1844276" y="646905"/>
                  </a:lnTo>
                  <a:lnTo>
                    <a:pt x="1844176" y="646811"/>
                  </a:lnTo>
                  <a:lnTo>
                    <a:pt x="1844107" y="646769"/>
                  </a:lnTo>
                  <a:lnTo>
                    <a:pt x="1844069" y="646770"/>
                  </a:lnTo>
                  <a:lnTo>
                    <a:pt x="1843971" y="646773"/>
                  </a:lnTo>
                  <a:lnTo>
                    <a:pt x="1843938" y="646774"/>
                  </a:lnTo>
                  <a:lnTo>
                    <a:pt x="1843861" y="646776"/>
                  </a:lnTo>
                  <a:lnTo>
                    <a:pt x="1843785" y="646801"/>
                  </a:lnTo>
                  <a:lnTo>
                    <a:pt x="1843450" y="646914"/>
                  </a:lnTo>
                  <a:lnTo>
                    <a:pt x="1843137" y="646992"/>
                  </a:lnTo>
                  <a:lnTo>
                    <a:pt x="1843099" y="646998"/>
                  </a:lnTo>
                  <a:lnTo>
                    <a:pt x="1843006" y="647011"/>
                  </a:lnTo>
                  <a:lnTo>
                    <a:pt x="1842756" y="646906"/>
                  </a:lnTo>
                  <a:lnTo>
                    <a:pt x="1842744" y="646901"/>
                  </a:lnTo>
                  <a:lnTo>
                    <a:pt x="1842739" y="646894"/>
                  </a:lnTo>
                  <a:lnTo>
                    <a:pt x="1842726" y="646872"/>
                  </a:lnTo>
                  <a:lnTo>
                    <a:pt x="1842724" y="646855"/>
                  </a:lnTo>
                  <a:lnTo>
                    <a:pt x="1842711" y="646774"/>
                  </a:lnTo>
                  <a:lnTo>
                    <a:pt x="1842704" y="646732"/>
                  </a:lnTo>
                  <a:lnTo>
                    <a:pt x="1842708" y="646722"/>
                  </a:lnTo>
                  <a:lnTo>
                    <a:pt x="1842749" y="646619"/>
                  </a:lnTo>
                  <a:lnTo>
                    <a:pt x="1842803" y="646607"/>
                  </a:lnTo>
                  <a:lnTo>
                    <a:pt x="1842773" y="646570"/>
                  </a:lnTo>
                  <a:lnTo>
                    <a:pt x="1842742" y="646531"/>
                  </a:lnTo>
                  <a:lnTo>
                    <a:pt x="1842635" y="646492"/>
                  </a:lnTo>
                  <a:lnTo>
                    <a:pt x="1842493" y="646441"/>
                  </a:lnTo>
                  <a:lnTo>
                    <a:pt x="1842308" y="646427"/>
                  </a:lnTo>
                  <a:lnTo>
                    <a:pt x="1842250" y="646423"/>
                  </a:lnTo>
                  <a:lnTo>
                    <a:pt x="1841960" y="646401"/>
                  </a:lnTo>
                  <a:lnTo>
                    <a:pt x="1841724" y="646454"/>
                  </a:lnTo>
                  <a:lnTo>
                    <a:pt x="1841625" y="646507"/>
                  </a:lnTo>
                  <a:lnTo>
                    <a:pt x="1841577" y="646589"/>
                  </a:lnTo>
                  <a:lnTo>
                    <a:pt x="1841574" y="646594"/>
                  </a:lnTo>
                  <a:lnTo>
                    <a:pt x="1841446" y="646812"/>
                  </a:lnTo>
                  <a:lnTo>
                    <a:pt x="1841419" y="646858"/>
                  </a:lnTo>
                  <a:lnTo>
                    <a:pt x="1841390" y="646934"/>
                  </a:lnTo>
                  <a:lnTo>
                    <a:pt x="1841357" y="647020"/>
                  </a:lnTo>
                  <a:lnTo>
                    <a:pt x="1841345" y="647052"/>
                  </a:lnTo>
                  <a:lnTo>
                    <a:pt x="1841277" y="647234"/>
                  </a:lnTo>
                  <a:lnTo>
                    <a:pt x="1841231" y="647356"/>
                  </a:lnTo>
                  <a:lnTo>
                    <a:pt x="1841239" y="647403"/>
                  </a:lnTo>
                  <a:lnTo>
                    <a:pt x="1841293" y="647713"/>
                  </a:lnTo>
                  <a:lnTo>
                    <a:pt x="1841342" y="647726"/>
                  </a:lnTo>
                  <a:lnTo>
                    <a:pt x="1841469" y="647547"/>
                  </a:lnTo>
                  <a:lnTo>
                    <a:pt x="1841479" y="647478"/>
                  </a:lnTo>
                  <a:lnTo>
                    <a:pt x="1841483" y="647454"/>
                  </a:lnTo>
                  <a:lnTo>
                    <a:pt x="1841519" y="647375"/>
                  </a:lnTo>
                  <a:lnTo>
                    <a:pt x="1841684" y="647239"/>
                  </a:lnTo>
                  <a:lnTo>
                    <a:pt x="1842042" y="647059"/>
                  </a:lnTo>
                  <a:lnTo>
                    <a:pt x="1842400" y="646944"/>
                  </a:lnTo>
                  <a:lnTo>
                    <a:pt x="1842456" y="646926"/>
                  </a:lnTo>
                  <a:lnTo>
                    <a:pt x="1842550" y="646992"/>
                  </a:lnTo>
                  <a:lnTo>
                    <a:pt x="1842452" y="647188"/>
                  </a:lnTo>
                  <a:lnTo>
                    <a:pt x="1842347" y="647399"/>
                  </a:lnTo>
                  <a:lnTo>
                    <a:pt x="1842298" y="647498"/>
                  </a:lnTo>
                  <a:lnTo>
                    <a:pt x="1842247" y="647599"/>
                  </a:lnTo>
                  <a:lnTo>
                    <a:pt x="1842199" y="647660"/>
                  </a:lnTo>
                  <a:lnTo>
                    <a:pt x="1842155" y="647717"/>
                  </a:lnTo>
                  <a:lnTo>
                    <a:pt x="1842077" y="647816"/>
                  </a:lnTo>
                  <a:lnTo>
                    <a:pt x="1842059" y="647840"/>
                  </a:lnTo>
                  <a:lnTo>
                    <a:pt x="1841985" y="647934"/>
                  </a:lnTo>
                  <a:lnTo>
                    <a:pt x="1841845" y="648113"/>
                  </a:lnTo>
                  <a:lnTo>
                    <a:pt x="1841781" y="648159"/>
                  </a:lnTo>
                  <a:lnTo>
                    <a:pt x="1841663" y="648179"/>
                  </a:lnTo>
                  <a:lnTo>
                    <a:pt x="1841429" y="648273"/>
                  </a:lnTo>
                  <a:lnTo>
                    <a:pt x="1841275" y="648335"/>
                  </a:lnTo>
                  <a:lnTo>
                    <a:pt x="1841260" y="648381"/>
                  </a:lnTo>
                  <a:lnTo>
                    <a:pt x="1841241" y="648437"/>
                  </a:lnTo>
                  <a:lnTo>
                    <a:pt x="1841181" y="648612"/>
                  </a:lnTo>
                  <a:lnTo>
                    <a:pt x="1841166" y="648684"/>
                  </a:lnTo>
                  <a:lnTo>
                    <a:pt x="1841157" y="648725"/>
                  </a:lnTo>
                  <a:lnTo>
                    <a:pt x="1841145" y="648859"/>
                  </a:lnTo>
                  <a:lnTo>
                    <a:pt x="1841143" y="648885"/>
                  </a:lnTo>
                  <a:lnTo>
                    <a:pt x="1841134" y="648995"/>
                  </a:lnTo>
                  <a:lnTo>
                    <a:pt x="1841121" y="649151"/>
                  </a:lnTo>
                  <a:lnTo>
                    <a:pt x="1841083" y="649194"/>
                  </a:lnTo>
                  <a:lnTo>
                    <a:pt x="1841027" y="649258"/>
                  </a:lnTo>
                  <a:lnTo>
                    <a:pt x="1840851" y="649458"/>
                  </a:lnTo>
                  <a:lnTo>
                    <a:pt x="1840838" y="649479"/>
                  </a:lnTo>
                  <a:lnTo>
                    <a:pt x="1840525" y="649951"/>
                  </a:lnTo>
                  <a:lnTo>
                    <a:pt x="1840521" y="649957"/>
                  </a:lnTo>
                  <a:lnTo>
                    <a:pt x="1840515" y="649959"/>
                  </a:lnTo>
                  <a:lnTo>
                    <a:pt x="1840436" y="649980"/>
                  </a:lnTo>
                  <a:lnTo>
                    <a:pt x="1840384" y="649995"/>
                  </a:lnTo>
                  <a:lnTo>
                    <a:pt x="1840336" y="650008"/>
                  </a:lnTo>
                  <a:lnTo>
                    <a:pt x="1840321" y="650012"/>
                  </a:lnTo>
                  <a:lnTo>
                    <a:pt x="1839892" y="650048"/>
                  </a:lnTo>
                  <a:lnTo>
                    <a:pt x="1839733" y="650034"/>
                  </a:lnTo>
                  <a:lnTo>
                    <a:pt x="1839705" y="650031"/>
                  </a:lnTo>
                  <a:lnTo>
                    <a:pt x="1839301" y="649996"/>
                  </a:lnTo>
                  <a:lnTo>
                    <a:pt x="1838974" y="649941"/>
                  </a:lnTo>
                  <a:lnTo>
                    <a:pt x="1838804" y="649895"/>
                  </a:lnTo>
                  <a:lnTo>
                    <a:pt x="1838790" y="649894"/>
                  </a:lnTo>
                  <a:lnTo>
                    <a:pt x="1838746" y="649891"/>
                  </a:lnTo>
                  <a:lnTo>
                    <a:pt x="1838734" y="649891"/>
                  </a:lnTo>
                  <a:lnTo>
                    <a:pt x="1838671" y="649899"/>
                  </a:lnTo>
                  <a:lnTo>
                    <a:pt x="1838574" y="649912"/>
                  </a:lnTo>
                  <a:lnTo>
                    <a:pt x="1838563" y="649916"/>
                  </a:lnTo>
                  <a:lnTo>
                    <a:pt x="1838525" y="649930"/>
                  </a:lnTo>
                  <a:lnTo>
                    <a:pt x="1838159" y="649833"/>
                  </a:lnTo>
                  <a:lnTo>
                    <a:pt x="1838049" y="649762"/>
                  </a:lnTo>
                  <a:lnTo>
                    <a:pt x="1838030" y="649629"/>
                  </a:lnTo>
                  <a:lnTo>
                    <a:pt x="1838030" y="649624"/>
                  </a:lnTo>
                  <a:lnTo>
                    <a:pt x="1838030" y="649611"/>
                  </a:lnTo>
                  <a:lnTo>
                    <a:pt x="1838033" y="649442"/>
                  </a:lnTo>
                  <a:lnTo>
                    <a:pt x="1838037" y="649271"/>
                  </a:lnTo>
                  <a:lnTo>
                    <a:pt x="1838024" y="649181"/>
                  </a:lnTo>
                  <a:lnTo>
                    <a:pt x="1838007" y="649064"/>
                  </a:lnTo>
                  <a:lnTo>
                    <a:pt x="1838004" y="649043"/>
                  </a:lnTo>
                  <a:lnTo>
                    <a:pt x="1837923" y="648478"/>
                  </a:lnTo>
                  <a:lnTo>
                    <a:pt x="1837908" y="648375"/>
                  </a:lnTo>
                  <a:lnTo>
                    <a:pt x="1837875" y="648337"/>
                  </a:lnTo>
                  <a:lnTo>
                    <a:pt x="1837795" y="648242"/>
                  </a:lnTo>
                  <a:lnTo>
                    <a:pt x="1837750" y="648201"/>
                  </a:lnTo>
                  <a:lnTo>
                    <a:pt x="1837663" y="648121"/>
                  </a:lnTo>
                  <a:lnTo>
                    <a:pt x="1837626" y="648088"/>
                  </a:lnTo>
                  <a:lnTo>
                    <a:pt x="1837584" y="648084"/>
                  </a:lnTo>
                  <a:lnTo>
                    <a:pt x="1837518" y="648050"/>
                  </a:lnTo>
                  <a:lnTo>
                    <a:pt x="1837442" y="648011"/>
                  </a:lnTo>
                  <a:lnTo>
                    <a:pt x="1837339" y="647905"/>
                  </a:lnTo>
                  <a:lnTo>
                    <a:pt x="1837269" y="647833"/>
                  </a:lnTo>
                  <a:lnTo>
                    <a:pt x="1837238" y="647801"/>
                  </a:lnTo>
                  <a:lnTo>
                    <a:pt x="1837141" y="647700"/>
                  </a:lnTo>
                  <a:lnTo>
                    <a:pt x="1837115" y="647672"/>
                  </a:lnTo>
                  <a:lnTo>
                    <a:pt x="1837114" y="647666"/>
                  </a:lnTo>
                  <a:lnTo>
                    <a:pt x="1837111" y="647628"/>
                  </a:lnTo>
                  <a:lnTo>
                    <a:pt x="1837110" y="647616"/>
                  </a:lnTo>
                  <a:lnTo>
                    <a:pt x="1837106" y="647563"/>
                  </a:lnTo>
                  <a:lnTo>
                    <a:pt x="1837122" y="647541"/>
                  </a:lnTo>
                  <a:lnTo>
                    <a:pt x="1837159" y="647492"/>
                  </a:lnTo>
                  <a:lnTo>
                    <a:pt x="1837175" y="647469"/>
                  </a:lnTo>
                  <a:lnTo>
                    <a:pt x="1837376" y="647359"/>
                  </a:lnTo>
                  <a:lnTo>
                    <a:pt x="1837381" y="647356"/>
                  </a:lnTo>
                  <a:lnTo>
                    <a:pt x="1837410" y="647340"/>
                  </a:lnTo>
                  <a:lnTo>
                    <a:pt x="1837448" y="647320"/>
                  </a:lnTo>
                  <a:lnTo>
                    <a:pt x="1837483" y="647333"/>
                  </a:lnTo>
                  <a:lnTo>
                    <a:pt x="1837644" y="647395"/>
                  </a:lnTo>
                  <a:lnTo>
                    <a:pt x="1837712" y="647421"/>
                  </a:lnTo>
                  <a:lnTo>
                    <a:pt x="1837809" y="647504"/>
                  </a:lnTo>
                  <a:lnTo>
                    <a:pt x="1837835" y="647513"/>
                  </a:lnTo>
                  <a:lnTo>
                    <a:pt x="1837885" y="647531"/>
                  </a:lnTo>
                  <a:lnTo>
                    <a:pt x="1837917" y="647527"/>
                  </a:lnTo>
                  <a:lnTo>
                    <a:pt x="1837984" y="647519"/>
                  </a:lnTo>
                  <a:lnTo>
                    <a:pt x="1837999" y="647517"/>
                  </a:lnTo>
                  <a:lnTo>
                    <a:pt x="1838081" y="647481"/>
                  </a:lnTo>
                  <a:lnTo>
                    <a:pt x="1838138" y="647425"/>
                  </a:lnTo>
                  <a:lnTo>
                    <a:pt x="1838160" y="647403"/>
                  </a:lnTo>
                  <a:lnTo>
                    <a:pt x="1838181" y="647383"/>
                  </a:lnTo>
                  <a:lnTo>
                    <a:pt x="1838234" y="647332"/>
                  </a:lnTo>
                  <a:lnTo>
                    <a:pt x="1838251" y="647310"/>
                  </a:lnTo>
                  <a:lnTo>
                    <a:pt x="1838333" y="647209"/>
                  </a:lnTo>
                  <a:lnTo>
                    <a:pt x="1838402" y="647080"/>
                  </a:lnTo>
                  <a:lnTo>
                    <a:pt x="1838457" y="646933"/>
                  </a:lnTo>
                  <a:lnTo>
                    <a:pt x="1838459" y="646855"/>
                  </a:lnTo>
                  <a:lnTo>
                    <a:pt x="1838403" y="646811"/>
                  </a:lnTo>
                  <a:lnTo>
                    <a:pt x="1838310" y="646773"/>
                  </a:lnTo>
                  <a:lnTo>
                    <a:pt x="1838189" y="646770"/>
                  </a:lnTo>
                  <a:lnTo>
                    <a:pt x="1838095" y="646796"/>
                  </a:lnTo>
                  <a:lnTo>
                    <a:pt x="1837996" y="646885"/>
                  </a:lnTo>
                  <a:lnTo>
                    <a:pt x="1837923" y="646951"/>
                  </a:lnTo>
                  <a:lnTo>
                    <a:pt x="1837835" y="646908"/>
                  </a:lnTo>
                  <a:lnTo>
                    <a:pt x="1837804" y="646876"/>
                  </a:lnTo>
                  <a:lnTo>
                    <a:pt x="1837826" y="646487"/>
                  </a:lnTo>
                  <a:lnTo>
                    <a:pt x="1837958" y="646278"/>
                  </a:lnTo>
                  <a:lnTo>
                    <a:pt x="1837969" y="646261"/>
                  </a:lnTo>
                  <a:lnTo>
                    <a:pt x="1838026" y="646204"/>
                  </a:lnTo>
                  <a:lnTo>
                    <a:pt x="1838112" y="646266"/>
                  </a:lnTo>
                  <a:lnTo>
                    <a:pt x="1838251" y="646135"/>
                  </a:lnTo>
                  <a:lnTo>
                    <a:pt x="1838222" y="646077"/>
                  </a:lnTo>
                  <a:lnTo>
                    <a:pt x="1838189" y="646011"/>
                  </a:lnTo>
                  <a:lnTo>
                    <a:pt x="1838155" y="645943"/>
                  </a:lnTo>
                  <a:lnTo>
                    <a:pt x="1838114" y="645860"/>
                  </a:lnTo>
                  <a:lnTo>
                    <a:pt x="1838080" y="645849"/>
                  </a:lnTo>
                  <a:lnTo>
                    <a:pt x="1837962" y="645849"/>
                  </a:lnTo>
                  <a:lnTo>
                    <a:pt x="1837949" y="645850"/>
                  </a:lnTo>
                  <a:lnTo>
                    <a:pt x="1837891" y="645947"/>
                  </a:lnTo>
                  <a:lnTo>
                    <a:pt x="1837857" y="646006"/>
                  </a:lnTo>
                  <a:lnTo>
                    <a:pt x="1837781" y="646135"/>
                  </a:lnTo>
                  <a:lnTo>
                    <a:pt x="1837565" y="646047"/>
                  </a:lnTo>
                  <a:lnTo>
                    <a:pt x="1837368" y="645966"/>
                  </a:lnTo>
                  <a:lnTo>
                    <a:pt x="1837315" y="645887"/>
                  </a:lnTo>
                  <a:lnTo>
                    <a:pt x="1837251" y="645791"/>
                  </a:lnTo>
                  <a:lnTo>
                    <a:pt x="1837237" y="645771"/>
                  </a:lnTo>
                  <a:lnTo>
                    <a:pt x="1837216" y="645740"/>
                  </a:lnTo>
                  <a:lnTo>
                    <a:pt x="1837265" y="645423"/>
                  </a:lnTo>
                  <a:lnTo>
                    <a:pt x="1837260" y="645228"/>
                  </a:lnTo>
                  <a:lnTo>
                    <a:pt x="1837256" y="645080"/>
                  </a:lnTo>
                  <a:lnTo>
                    <a:pt x="1837252" y="644940"/>
                  </a:lnTo>
                  <a:lnTo>
                    <a:pt x="1837245" y="644928"/>
                  </a:lnTo>
                  <a:lnTo>
                    <a:pt x="1837189" y="644827"/>
                  </a:lnTo>
                  <a:lnTo>
                    <a:pt x="1837155" y="644766"/>
                  </a:lnTo>
                  <a:lnTo>
                    <a:pt x="1837150" y="644762"/>
                  </a:lnTo>
                  <a:lnTo>
                    <a:pt x="1837073" y="644693"/>
                  </a:lnTo>
                  <a:lnTo>
                    <a:pt x="1837042" y="644618"/>
                  </a:lnTo>
                  <a:lnTo>
                    <a:pt x="1836986" y="644372"/>
                  </a:lnTo>
                  <a:lnTo>
                    <a:pt x="1836978" y="644337"/>
                  </a:lnTo>
                  <a:lnTo>
                    <a:pt x="1837089" y="644051"/>
                  </a:lnTo>
                  <a:lnTo>
                    <a:pt x="1837104" y="644012"/>
                  </a:lnTo>
                  <a:lnTo>
                    <a:pt x="1837202" y="643761"/>
                  </a:lnTo>
                  <a:lnTo>
                    <a:pt x="1837215" y="643748"/>
                  </a:lnTo>
                  <a:lnTo>
                    <a:pt x="1837315" y="643653"/>
                  </a:lnTo>
                  <a:lnTo>
                    <a:pt x="1837406" y="643692"/>
                  </a:lnTo>
                  <a:lnTo>
                    <a:pt x="1837457" y="643694"/>
                  </a:lnTo>
                  <a:lnTo>
                    <a:pt x="1837553" y="643627"/>
                  </a:lnTo>
                  <a:lnTo>
                    <a:pt x="1837624" y="643577"/>
                  </a:lnTo>
                  <a:lnTo>
                    <a:pt x="1837703" y="643522"/>
                  </a:lnTo>
                  <a:lnTo>
                    <a:pt x="1837741" y="643495"/>
                  </a:lnTo>
                  <a:lnTo>
                    <a:pt x="1837703" y="643445"/>
                  </a:lnTo>
                  <a:lnTo>
                    <a:pt x="1837616" y="643332"/>
                  </a:lnTo>
                  <a:lnTo>
                    <a:pt x="1837602" y="643257"/>
                  </a:lnTo>
                  <a:lnTo>
                    <a:pt x="1837573" y="643101"/>
                  </a:lnTo>
                  <a:lnTo>
                    <a:pt x="1837549" y="642972"/>
                  </a:lnTo>
                  <a:lnTo>
                    <a:pt x="1837550" y="642876"/>
                  </a:lnTo>
                  <a:lnTo>
                    <a:pt x="1837551" y="642854"/>
                  </a:lnTo>
                  <a:lnTo>
                    <a:pt x="1837553" y="642700"/>
                  </a:lnTo>
                  <a:lnTo>
                    <a:pt x="1837478" y="642650"/>
                  </a:lnTo>
                  <a:lnTo>
                    <a:pt x="1837471" y="642645"/>
                  </a:lnTo>
                  <a:lnTo>
                    <a:pt x="1837113" y="642480"/>
                  </a:lnTo>
                  <a:lnTo>
                    <a:pt x="1837098" y="642473"/>
                  </a:lnTo>
                  <a:lnTo>
                    <a:pt x="1837030" y="642491"/>
                  </a:lnTo>
                  <a:lnTo>
                    <a:pt x="1836918" y="642520"/>
                  </a:lnTo>
                  <a:lnTo>
                    <a:pt x="1836882" y="642523"/>
                  </a:lnTo>
                  <a:lnTo>
                    <a:pt x="1836801" y="642528"/>
                  </a:lnTo>
                  <a:lnTo>
                    <a:pt x="1836678" y="642536"/>
                  </a:lnTo>
                  <a:lnTo>
                    <a:pt x="1836621" y="642540"/>
                  </a:lnTo>
                  <a:lnTo>
                    <a:pt x="1836295" y="642438"/>
                  </a:lnTo>
                  <a:lnTo>
                    <a:pt x="1836275" y="642420"/>
                  </a:lnTo>
                  <a:lnTo>
                    <a:pt x="1836266" y="642350"/>
                  </a:lnTo>
                  <a:lnTo>
                    <a:pt x="1836204" y="641887"/>
                  </a:lnTo>
                  <a:lnTo>
                    <a:pt x="1836196" y="641828"/>
                  </a:lnTo>
                  <a:lnTo>
                    <a:pt x="1836212" y="641724"/>
                  </a:lnTo>
                  <a:lnTo>
                    <a:pt x="1836213" y="641716"/>
                  </a:lnTo>
                  <a:lnTo>
                    <a:pt x="1836224" y="641683"/>
                  </a:lnTo>
                  <a:lnTo>
                    <a:pt x="1836287" y="641487"/>
                  </a:lnTo>
                  <a:lnTo>
                    <a:pt x="1836288" y="641483"/>
                  </a:lnTo>
                  <a:lnTo>
                    <a:pt x="1836431" y="641202"/>
                  </a:lnTo>
                  <a:lnTo>
                    <a:pt x="1836448" y="641168"/>
                  </a:lnTo>
                  <a:lnTo>
                    <a:pt x="1836513" y="641041"/>
                  </a:lnTo>
                  <a:lnTo>
                    <a:pt x="1836517" y="641033"/>
                  </a:lnTo>
                  <a:lnTo>
                    <a:pt x="1836592" y="640942"/>
                  </a:lnTo>
                  <a:lnTo>
                    <a:pt x="1836684" y="640872"/>
                  </a:lnTo>
                  <a:lnTo>
                    <a:pt x="1836823" y="640822"/>
                  </a:lnTo>
                  <a:lnTo>
                    <a:pt x="1836979" y="640767"/>
                  </a:lnTo>
                  <a:lnTo>
                    <a:pt x="1837177" y="640698"/>
                  </a:lnTo>
                  <a:lnTo>
                    <a:pt x="1837367" y="640662"/>
                  </a:lnTo>
                  <a:lnTo>
                    <a:pt x="1837443" y="640662"/>
                  </a:lnTo>
                  <a:lnTo>
                    <a:pt x="1837474" y="640662"/>
                  </a:lnTo>
                  <a:lnTo>
                    <a:pt x="1837508" y="640651"/>
                  </a:lnTo>
                  <a:lnTo>
                    <a:pt x="1837544" y="640639"/>
                  </a:lnTo>
                  <a:lnTo>
                    <a:pt x="1837544" y="640621"/>
                  </a:lnTo>
                  <a:lnTo>
                    <a:pt x="1837547" y="640192"/>
                  </a:lnTo>
                  <a:lnTo>
                    <a:pt x="1837600" y="640170"/>
                  </a:lnTo>
                  <a:lnTo>
                    <a:pt x="1838189" y="639936"/>
                  </a:lnTo>
                  <a:lnTo>
                    <a:pt x="1838233" y="639918"/>
                  </a:lnTo>
                  <a:lnTo>
                    <a:pt x="1838312" y="639887"/>
                  </a:lnTo>
                  <a:lnTo>
                    <a:pt x="1838596" y="639921"/>
                  </a:lnTo>
                  <a:lnTo>
                    <a:pt x="1838633" y="639951"/>
                  </a:lnTo>
                  <a:lnTo>
                    <a:pt x="1838717" y="639983"/>
                  </a:lnTo>
                  <a:lnTo>
                    <a:pt x="1838728" y="639987"/>
                  </a:lnTo>
                  <a:lnTo>
                    <a:pt x="1839071" y="640090"/>
                  </a:lnTo>
                  <a:lnTo>
                    <a:pt x="1839124" y="640093"/>
                  </a:lnTo>
                  <a:lnTo>
                    <a:pt x="1839189" y="640071"/>
                  </a:lnTo>
                  <a:lnTo>
                    <a:pt x="1839284" y="639987"/>
                  </a:lnTo>
                  <a:lnTo>
                    <a:pt x="1839352" y="639964"/>
                  </a:lnTo>
                  <a:lnTo>
                    <a:pt x="1839518" y="639909"/>
                  </a:lnTo>
                  <a:lnTo>
                    <a:pt x="1839530" y="639904"/>
                  </a:lnTo>
                  <a:lnTo>
                    <a:pt x="1839667" y="639922"/>
                  </a:lnTo>
                  <a:lnTo>
                    <a:pt x="1839846" y="639981"/>
                  </a:lnTo>
                  <a:lnTo>
                    <a:pt x="1839958" y="640058"/>
                  </a:lnTo>
                  <a:lnTo>
                    <a:pt x="1840117" y="640188"/>
                  </a:lnTo>
                  <a:lnTo>
                    <a:pt x="1840257" y="640302"/>
                  </a:lnTo>
                  <a:lnTo>
                    <a:pt x="1840606" y="640587"/>
                  </a:lnTo>
                  <a:lnTo>
                    <a:pt x="1840542" y="640671"/>
                  </a:lnTo>
                  <a:lnTo>
                    <a:pt x="1840513" y="640709"/>
                  </a:lnTo>
                  <a:lnTo>
                    <a:pt x="1840615" y="640765"/>
                  </a:lnTo>
                  <a:lnTo>
                    <a:pt x="1840789" y="640805"/>
                  </a:lnTo>
                  <a:lnTo>
                    <a:pt x="1841123" y="640823"/>
                  </a:lnTo>
                  <a:lnTo>
                    <a:pt x="1841389" y="640783"/>
                  </a:lnTo>
                  <a:lnTo>
                    <a:pt x="1841453" y="640774"/>
                  </a:lnTo>
                  <a:lnTo>
                    <a:pt x="1841519" y="640739"/>
                  </a:lnTo>
                  <a:lnTo>
                    <a:pt x="1841528" y="640728"/>
                  </a:lnTo>
                  <a:lnTo>
                    <a:pt x="1841545" y="640704"/>
                  </a:lnTo>
                  <a:lnTo>
                    <a:pt x="1841669" y="640537"/>
                  </a:lnTo>
                  <a:lnTo>
                    <a:pt x="1841687" y="640512"/>
                  </a:lnTo>
                  <a:lnTo>
                    <a:pt x="1841729" y="640404"/>
                  </a:lnTo>
                  <a:lnTo>
                    <a:pt x="1841721" y="640350"/>
                  </a:lnTo>
                  <a:lnTo>
                    <a:pt x="1841712" y="640340"/>
                  </a:lnTo>
                  <a:lnTo>
                    <a:pt x="1841694" y="640320"/>
                  </a:lnTo>
                  <a:lnTo>
                    <a:pt x="1841687" y="640237"/>
                  </a:lnTo>
                  <a:lnTo>
                    <a:pt x="1841707" y="640176"/>
                  </a:lnTo>
                  <a:lnTo>
                    <a:pt x="1841726" y="640121"/>
                  </a:lnTo>
                  <a:lnTo>
                    <a:pt x="1841750" y="640047"/>
                  </a:lnTo>
                  <a:lnTo>
                    <a:pt x="1841931" y="639928"/>
                  </a:lnTo>
                  <a:lnTo>
                    <a:pt x="1841959" y="639909"/>
                  </a:lnTo>
                  <a:lnTo>
                    <a:pt x="1842095" y="639819"/>
                  </a:lnTo>
                  <a:lnTo>
                    <a:pt x="1842115" y="639825"/>
                  </a:lnTo>
                  <a:lnTo>
                    <a:pt x="1842255" y="639862"/>
                  </a:lnTo>
                  <a:lnTo>
                    <a:pt x="1842388" y="639862"/>
                  </a:lnTo>
                  <a:lnTo>
                    <a:pt x="1842420" y="639862"/>
                  </a:lnTo>
                  <a:lnTo>
                    <a:pt x="1842435" y="639862"/>
                  </a:lnTo>
                  <a:lnTo>
                    <a:pt x="1842492" y="639862"/>
                  </a:lnTo>
                  <a:lnTo>
                    <a:pt x="1842585" y="639862"/>
                  </a:lnTo>
                  <a:lnTo>
                    <a:pt x="1842815" y="639836"/>
                  </a:lnTo>
                  <a:lnTo>
                    <a:pt x="1842896" y="639826"/>
                  </a:lnTo>
                  <a:lnTo>
                    <a:pt x="1842900" y="639824"/>
                  </a:lnTo>
                  <a:lnTo>
                    <a:pt x="1843053" y="639729"/>
                  </a:lnTo>
                  <a:lnTo>
                    <a:pt x="1843109" y="639694"/>
                  </a:lnTo>
                  <a:lnTo>
                    <a:pt x="1843280" y="639531"/>
                  </a:lnTo>
                  <a:lnTo>
                    <a:pt x="1843324" y="639489"/>
                  </a:lnTo>
                  <a:lnTo>
                    <a:pt x="1843427" y="639391"/>
                  </a:lnTo>
                  <a:lnTo>
                    <a:pt x="1843512" y="639233"/>
                  </a:lnTo>
                  <a:lnTo>
                    <a:pt x="1843536" y="639229"/>
                  </a:lnTo>
                  <a:lnTo>
                    <a:pt x="1844221" y="639134"/>
                  </a:lnTo>
                  <a:lnTo>
                    <a:pt x="1844411" y="639134"/>
                  </a:lnTo>
                  <a:lnTo>
                    <a:pt x="1844430" y="639150"/>
                  </a:lnTo>
                  <a:lnTo>
                    <a:pt x="1844543" y="639253"/>
                  </a:lnTo>
                  <a:lnTo>
                    <a:pt x="1844621" y="639325"/>
                  </a:lnTo>
                  <a:lnTo>
                    <a:pt x="1844746" y="639357"/>
                  </a:lnTo>
                  <a:lnTo>
                    <a:pt x="1844856" y="639355"/>
                  </a:lnTo>
                  <a:lnTo>
                    <a:pt x="1844882" y="639348"/>
                  </a:lnTo>
                  <a:lnTo>
                    <a:pt x="1845254" y="639250"/>
                  </a:lnTo>
                  <a:lnTo>
                    <a:pt x="1845271" y="639243"/>
                  </a:lnTo>
                  <a:lnTo>
                    <a:pt x="1845486" y="639166"/>
                  </a:lnTo>
                  <a:lnTo>
                    <a:pt x="1845503" y="639160"/>
                  </a:lnTo>
                  <a:lnTo>
                    <a:pt x="1845897" y="638979"/>
                  </a:lnTo>
                  <a:lnTo>
                    <a:pt x="1846026" y="638898"/>
                  </a:lnTo>
                  <a:lnTo>
                    <a:pt x="1846133" y="638775"/>
                  </a:lnTo>
                  <a:lnTo>
                    <a:pt x="1846126" y="638535"/>
                  </a:lnTo>
                  <a:lnTo>
                    <a:pt x="1846125" y="638525"/>
                  </a:lnTo>
                  <a:lnTo>
                    <a:pt x="1846100" y="638501"/>
                  </a:lnTo>
                  <a:lnTo>
                    <a:pt x="1846046" y="638450"/>
                  </a:lnTo>
                  <a:lnTo>
                    <a:pt x="1845949" y="638279"/>
                  </a:lnTo>
                  <a:lnTo>
                    <a:pt x="1845894" y="638042"/>
                  </a:lnTo>
                  <a:lnTo>
                    <a:pt x="1845889" y="638005"/>
                  </a:lnTo>
                  <a:lnTo>
                    <a:pt x="1845853" y="637749"/>
                  </a:lnTo>
                  <a:lnTo>
                    <a:pt x="1845702" y="637756"/>
                  </a:lnTo>
                  <a:lnTo>
                    <a:pt x="1845381" y="637771"/>
                  </a:lnTo>
                  <a:lnTo>
                    <a:pt x="1845347" y="637779"/>
                  </a:lnTo>
                  <a:lnTo>
                    <a:pt x="1845334" y="637805"/>
                  </a:lnTo>
                  <a:lnTo>
                    <a:pt x="1845310" y="637820"/>
                  </a:lnTo>
                  <a:lnTo>
                    <a:pt x="1845298" y="637827"/>
                  </a:lnTo>
                  <a:lnTo>
                    <a:pt x="1845267" y="637825"/>
                  </a:lnTo>
                  <a:lnTo>
                    <a:pt x="1845258" y="637820"/>
                  </a:lnTo>
                  <a:lnTo>
                    <a:pt x="1845128" y="637741"/>
                  </a:lnTo>
                  <a:lnTo>
                    <a:pt x="1845086" y="637590"/>
                  </a:lnTo>
                  <a:lnTo>
                    <a:pt x="1845080" y="637570"/>
                  </a:lnTo>
                  <a:lnTo>
                    <a:pt x="1845037" y="637415"/>
                  </a:lnTo>
                  <a:lnTo>
                    <a:pt x="1845067" y="637402"/>
                  </a:lnTo>
                  <a:lnTo>
                    <a:pt x="1845176" y="637355"/>
                  </a:lnTo>
                  <a:lnTo>
                    <a:pt x="1845203" y="637343"/>
                  </a:lnTo>
                  <a:lnTo>
                    <a:pt x="1845249" y="637344"/>
                  </a:lnTo>
                  <a:lnTo>
                    <a:pt x="1845320" y="637344"/>
                  </a:lnTo>
                  <a:lnTo>
                    <a:pt x="1845327" y="637344"/>
                  </a:lnTo>
                  <a:lnTo>
                    <a:pt x="1845356" y="637322"/>
                  </a:lnTo>
                  <a:lnTo>
                    <a:pt x="1845603" y="637083"/>
                  </a:lnTo>
                  <a:lnTo>
                    <a:pt x="1845638" y="637032"/>
                  </a:lnTo>
                  <a:lnTo>
                    <a:pt x="1845753" y="636748"/>
                  </a:lnTo>
                  <a:lnTo>
                    <a:pt x="1845927" y="636662"/>
                  </a:lnTo>
                  <a:lnTo>
                    <a:pt x="1845977" y="636637"/>
                  </a:lnTo>
                  <a:lnTo>
                    <a:pt x="1846032" y="636561"/>
                  </a:lnTo>
                  <a:lnTo>
                    <a:pt x="1846042" y="636548"/>
                  </a:lnTo>
                  <a:lnTo>
                    <a:pt x="1846117" y="636446"/>
                  </a:lnTo>
                  <a:lnTo>
                    <a:pt x="1846137" y="636395"/>
                  </a:lnTo>
                  <a:lnTo>
                    <a:pt x="1846073" y="636300"/>
                  </a:lnTo>
                  <a:lnTo>
                    <a:pt x="1846067" y="636291"/>
                  </a:lnTo>
                  <a:lnTo>
                    <a:pt x="1846036" y="636288"/>
                  </a:lnTo>
                  <a:lnTo>
                    <a:pt x="1845992" y="636282"/>
                  </a:lnTo>
                  <a:lnTo>
                    <a:pt x="1845972" y="636271"/>
                  </a:lnTo>
                  <a:lnTo>
                    <a:pt x="1845953" y="636260"/>
                  </a:lnTo>
                  <a:lnTo>
                    <a:pt x="1845918" y="636241"/>
                  </a:lnTo>
                  <a:lnTo>
                    <a:pt x="1845972" y="636175"/>
                  </a:lnTo>
                  <a:lnTo>
                    <a:pt x="1846125" y="635987"/>
                  </a:lnTo>
                  <a:lnTo>
                    <a:pt x="1846143" y="635977"/>
                  </a:lnTo>
                  <a:lnTo>
                    <a:pt x="1846198" y="635947"/>
                  </a:lnTo>
                  <a:lnTo>
                    <a:pt x="1846206" y="635943"/>
                  </a:lnTo>
                  <a:lnTo>
                    <a:pt x="1846215" y="635943"/>
                  </a:lnTo>
                  <a:lnTo>
                    <a:pt x="1846279" y="635942"/>
                  </a:lnTo>
                  <a:lnTo>
                    <a:pt x="1846610" y="635992"/>
                  </a:lnTo>
                  <a:lnTo>
                    <a:pt x="1846689" y="636032"/>
                  </a:lnTo>
                  <a:lnTo>
                    <a:pt x="1846700" y="636037"/>
                  </a:lnTo>
                  <a:lnTo>
                    <a:pt x="1846707" y="636035"/>
                  </a:lnTo>
                  <a:lnTo>
                    <a:pt x="1846771" y="636012"/>
                  </a:lnTo>
                  <a:lnTo>
                    <a:pt x="1846838" y="635967"/>
                  </a:lnTo>
                  <a:lnTo>
                    <a:pt x="1846971" y="635833"/>
                  </a:lnTo>
                  <a:lnTo>
                    <a:pt x="1847036" y="635707"/>
                  </a:lnTo>
                  <a:lnTo>
                    <a:pt x="1847058" y="635612"/>
                  </a:lnTo>
                  <a:lnTo>
                    <a:pt x="1847059" y="635511"/>
                  </a:lnTo>
                  <a:lnTo>
                    <a:pt x="1847014" y="635425"/>
                  </a:lnTo>
                  <a:lnTo>
                    <a:pt x="1847024" y="635398"/>
                  </a:lnTo>
                  <a:lnTo>
                    <a:pt x="1847044" y="635375"/>
                  </a:lnTo>
                  <a:lnTo>
                    <a:pt x="1847128" y="635283"/>
                  </a:lnTo>
                  <a:lnTo>
                    <a:pt x="1847180" y="635259"/>
                  </a:lnTo>
                  <a:lnTo>
                    <a:pt x="1847191" y="635254"/>
                  </a:lnTo>
                  <a:lnTo>
                    <a:pt x="1847215" y="635243"/>
                  </a:lnTo>
                  <a:lnTo>
                    <a:pt x="1847290" y="635208"/>
                  </a:lnTo>
                  <a:lnTo>
                    <a:pt x="1847359" y="635216"/>
                  </a:lnTo>
                  <a:lnTo>
                    <a:pt x="1847425" y="635224"/>
                  </a:lnTo>
                  <a:lnTo>
                    <a:pt x="1847453" y="635253"/>
                  </a:lnTo>
                  <a:lnTo>
                    <a:pt x="1847473" y="635275"/>
                  </a:lnTo>
                  <a:lnTo>
                    <a:pt x="1847479" y="635312"/>
                  </a:lnTo>
                  <a:lnTo>
                    <a:pt x="1847508" y="635507"/>
                  </a:lnTo>
                  <a:lnTo>
                    <a:pt x="1847534" y="635584"/>
                  </a:lnTo>
                  <a:lnTo>
                    <a:pt x="1847809" y="635844"/>
                  </a:lnTo>
                  <a:lnTo>
                    <a:pt x="1847914" y="635944"/>
                  </a:lnTo>
                  <a:lnTo>
                    <a:pt x="1847977" y="635983"/>
                  </a:lnTo>
                  <a:lnTo>
                    <a:pt x="1848087" y="636052"/>
                  </a:lnTo>
                  <a:lnTo>
                    <a:pt x="1848139" y="636076"/>
                  </a:lnTo>
                  <a:lnTo>
                    <a:pt x="1848279" y="636138"/>
                  </a:lnTo>
                  <a:lnTo>
                    <a:pt x="1848468" y="636247"/>
                  </a:lnTo>
                  <a:lnTo>
                    <a:pt x="1848537" y="636287"/>
                  </a:lnTo>
                  <a:lnTo>
                    <a:pt x="1848559" y="636348"/>
                  </a:lnTo>
                  <a:lnTo>
                    <a:pt x="1848544" y="636371"/>
                  </a:lnTo>
                  <a:lnTo>
                    <a:pt x="1848521" y="636410"/>
                  </a:lnTo>
                  <a:lnTo>
                    <a:pt x="1848506" y="636422"/>
                  </a:lnTo>
                  <a:lnTo>
                    <a:pt x="1848489" y="636435"/>
                  </a:lnTo>
                  <a:lnTo>
                    <a:pt x="1848486" y="636466"/>
                  </a:lnTo>
                  <a:lnTo>
                    <a:pt x="1848482" y="636496"/>
                  </a:lnTo>
                  <a:lnTo>
                    <a:pt x="1848509" y="636585"/>
                  </a:lnTo>
                  <a:lnTo>
                    <a:pt x="1848517" y="636613"/>
                  </a:lnTo>
                  <a:lnTo>
                    <a:pt x="1848541" y="636695"/>
                  </a:lnTo>
                  <a:lnTo>
                    <a:pt x="1848549" y="636720"/>
                  </a:lnTo>
                  <a:lnTo>
                    <a:pt x="1849304" y="636868"/>
                  </a:lnTo>
                  <a:lnTo>
                    <a:pt x="1849455" y="636897"/>
                  </a:lnTo>
                  <a:lnTo>
                    <a:pt x="1849470" y="636852"/>
                  </a:lnTo>
                  <a:lnTo>
                    <a:pt x="1849477" y="636849"/>
                  </a:lnTo>
                  <a:lnTo>
                    <a:pt x="1849520" y="636828"/>
                  </a:lnTo>
                  <a:lnTo>
                    <a:pt x="1849536" y="636821"/>
                  </a:lnTo>
                  <a:lnTo>
                    <a:pt x="1849718" y="636734"/>
                  </a:lnTo>
                  <a:lnTo>
                    <a:pt x="1849733" y="636730"/>
                  </a:lnTo>
                  <a:lnTo>
                    <a:pt x="1849795" y="636718"/>
                  </a:lnTo>
                  <a:lnTo>
                    <a:pt x="1849963" y="636683"/>
                  </a:lnTo>
                  <a:lnTo>
                    <a:pt x="1850206" y="636651"/>
                  </a:lnTo>
                  <a:lnTo>
                    <a:pt x="1850537" y="636607"/>
                  </a:lnTo>
                  <a:lnTo>
                    <a:pt x="1850552" y="636681"/>
                  </a:lnTo>
                  <a:lnTo>
                    <a:pt x="1850564" y="637109"/>
                  </a:lnTo>
                  <a:lnTo>
                    <a:pt x="1850643" y="637086"/>
                  </a:lnTo>
                  <a:lnTo>
                    <a:pt x="1851238" y="636919"/>
                  </a:lnTo>
                  <a:lnTo>
                    <a:pt x="1851382" y="636878"/>
                  </a:lnTo>
                  <a:lnTo>
                    <a:pt x="1851459" y="636857"/>
                  </a:lnTo>
                  <a:lnTo>
                    <a:pt x="1851495" y="636847"/>
                  </a:lnTo>
                  <a:lnTo>
                    <a:pt x="1851902" y="636707"/>
                  </a:lnTo>
                  <a:lnTo>
                    <a:pt x="1851982" y="636680"/>
                  </a:lnTo>
                  <a:lnTo>
                    <a:pt x="1852016" y="636668"/>
                  </a:lnTo>
                  <a:lnTo>
                    <a:pt x="1852061" y="636652"/>
                  </a:lnTo>
                  <a:lnTo>
                    <a:pt x="1852101" y="636633"/>
                  </a:lnTo>
                  <a:lnTo>
                    <a:pt x="1852147" y="636611"/>
                  </a:lnTo>
                  <a:lnTo>
                    <a:pt x="1852267" y="636554"/>
                  </a:lnTo>
                  <a:lnTo>
                    <a:pt x="1852427" y="636477"/>
                  </a:lnTo>
                  <a:lnTo>
                    <a:pt x="1852538" y="636407"/>
                  </a:lnTo>
                  <a:lnTo>
                    <a:pt x="1852566" y="636390"/>
                  </a:lnTo>
                  <a:lnTo>
                    <a:pt x="1852643" y="636341"/>
                  </a:lnTo>
                  <a:lnTo>
                    <a:pt x="1852665" y="636327"/>
                  </a:lnTo>
                  <a:lnTo>
                    <a:pt x="1852670" y="636301"/>
                  </a:lnTo>
                  <a:lnTo>
                    <a:pt x="1852677" y="636268"/>
                  </a:lnTo>
                  <a:lnTo>
                    <a:pt x="1852758" y="636193"/>
                  </a:lnTo>
                  <a:lnTo>
                    <a:pt x="1852876" y="636102"/>
                  </a:lnTo>
                  <a:lnTo>
                    <a:pt x="1852952" y="636043"/>
                  </a:lnTo>
                  <a:lnTo>
                    <a:pt x="1853044" y="635973"/>
                  </a:lnTo>
                  <a:lnTo>
                    <a:pt x="1853075" y="635948"/>
                  </a:lnTo>
                  <a:lnTo>
                    <a:pt x="1853211" y="635844"/>
                  </a:lnTo>
                  <a:lnTo>
                    <a:pt x="1853220" y="635837"/>
                  </a:lnTo>
                  <a:lnTo>
                    <a:pt x="1853252" y="635812"/>
                  </a:lnTo>
                  <a:lnTo>
                    <a:pt x="1853342" y="635742"/>
                  </a:lnTo>
                  <a:lnTo>
                    <a:pt x="1853429" y="635697"/>
                  </a:lnTo>
                  <a:lnTo>
                    <a:pt x="1853533" y="635643"/>
                  </a:lnTo>
                  <a:lnTo>
                    <a:pt x="1853886" y="635460"/>
                  </a:lnTo>
                  <a:lnTo>
                    <a:pt x="1853915" y="635445"/>
                  </a:lnTo>
                  <a:lnTo>
                    <a:pt x="1854214" y="635290"/>
                  </a:lnTo>
                  <a:lnTo>
                    <a:pt x="1854458" y="635190"/>
                  </a:lnTo>
                  <a:lnTo>
                    <a:pt x="1854757" y="635174"/>
                  </a:lnTo>
                  <a:lnTo>
                    <a:pt x="1854779" y="635170"/>
                  </a:lnTo>
                  <a:lnTo>
                    <a:pt x="1854947" y="635142"/>
                  </a:lnTo>
                  <a:lnTo>
                    <a:pt x="1855190" y="635101"/>
                  </a:lnTo>
                  <a:lnTo>
                    <a:pt x="1855370" y="635071"/>
                  </a:lnTo>
                  <a:lnTo>
                    <a:pt x="1855543" y="635041"/>
                  </a:lnTo>
                  <a:lnTo>
                    <a:pt x="1855906" y="634857"/>
                  </a:lnTo>
                  <a:lnTo>
                    <a:pt x="1856236" y="634689"/>
                  </a:lnTo>
                  <a:lnTo>
                    <a:pt x="1856319" y="634654"/>
                  </a:lnTo>
                  <a:lnTo>
                    <a:pt x="1856390" y="634626"/>
                  </a:lnTo>
                  <a:lnTo>
                    <a:pt x="1856615" y="634533"/>
                  </a:lnTo>
                  <a:lnTo>
                    <a:pt x="1856663" y="634527"/>
                  </a:lnTo>
                  <a:lnTo>
                    <a:pt x="1856674" y="634532"/>
                  </a:lnTo>
                  <a:lnTo>
                    <a:pt x="1856750" y="634569"/>
                  </a:lnTo>
                  <a:lnTo>
                    <a:pt x="1856864" y="634625"/>
                  </a:lnTo>
                  <a:lnTo>
                    <a:pt x="1856924" y="634642"/>
                  </a:lnTo>
                  <a:lnTo>
                    <a:pt x="1856947" y="634649"/>
                  </a:lnTo>
                  <a:lnTo>
                    <a:pt x="1857044" y="634621"/>
                  </a:lnTo>
                  <a:lnTo>
                    <a:pt x="1857056" y="634618"/>
                  </a:lnTo>
                  <a:lnTo>
                    <a:pt x="1857434" y="634449"/>
                  </a:lnTo>
                  <a:lnTo>
                    <a:pt x="1857262" y="634181"/>
                  </a:lnTo>
                  <a:lnTo>
                    <a:pt x="1857238" y="634143"/>
                  </a:lnTo>
                  <a:lnTo>
                    <a:pt x="1857248" y="634139"/>
                  </a:lnTo>
                  <a:lnTo>
                    <a:pt x="1857591" y="634028"/>
                  </a:lnTo>
                  <a:lnTo>
                    <a:pt x="1857614" y="634014"/>
                  </a:lnTo>
                  <a:lnTo>
                    <a:pt x="1857792" y="633902"/>
                  </a:lnTo>
                  <a:lnTo>
                    <a:pt x="1857814" y="633888"/>
                  </a:lnTo>
                  <a:lnTo>
                    <a:pt x="1857865" y="633856"/>
                  </a:lnTo>
                  <a:lnTo>
                    <a:pt x="1857872" y="633852"/>
                  </a:lnTo>
                  <a:lnTo>
                    <a:pt x="1858046" y="633742"/>
                  </a:lnTo>
                  <a:lnTo>
                    <a:pt x="1858348" y="634098"/>
                  </a:lnTo>
                  <a:lnTo>
                    <a:pt x="1858599" y="633919"/>
                  </a:lnTo>
                  <a:lnTo>
                    <a:pt x="1858606" y="633915"/>
                  </a:lnTo>
                  <a:lnTo>
                    <a:pt x="1858818" y="633692"/>
                  </a:lnTo>
                  <a:lnTo>
                    <a:pt x="1858904" y="633602"/>
                  </a:lnTo>
                  <a:lnTo>
                    <a:pt x="1859035" y="633421"/>
                  </a:lnTo>
                  <a:lnTo>
                    <a:pt x="1859205" y="633186"/>
                  </a:lnTo>
                  <a:lnTo>
                    <a:pt x="1859260" y="633138"/>
                  </a:lnTo>
                  <a:lnTo>
                    <a:pt x="1859346" y="633062"/>
                  </a:lnTo>
                  <a:lnTo>
                    <a:pt x="1859349" y="633059"/>
                  </a:lnTo>
                  <a:lnTo>
                    <a:pt x="1859385" y="633028"/>
                  </a:lnTo>
                  <a:lnTo>
                    <a:pt x="1859405" y="632961"/>
                  </a:lnTo>
                  <a:lnTo>
                    <a:pt x="1859287" y="632442"/>
                  </a:lnTo>
                  <a:lnTo>
                    <a:pt x="1859039" y="632379"/>
                  </a:lnTo>
                  <a:lnTo>
                    <a:pt x="1859019" y="632374"/>
                  </a:lnTo>
                  <a:lnTo>
                    <a:pt x="1859022" y="632358"/>
                  </a:lnTo>
                  <a:lnTo>
                    <a:pt x="1859040" y="632228"/>
                  </a:lnTo>
                  <a:lnTo>
                    <a:pt x="1859052" y="632148"/>
                  </a:lnTo>
                  <a:lnTo>
                    <a:pt x="1859257" y="632096"/>
                  </a:lnTo>
                  <a:lnTo>
                    <a:pt x="1859289" y="632088"/>
                  </a:lnTo>
                  <a:lnTo>
                    <a:pt x="1859274" y="632066"/>
                  </a:lnTo>
                  <a:lnTo>
                    <a:pt x="1859190" y="631933"/>
                  </a:lnTo>
                  <a:lnTo>
                    <a:pt x="1859153" y="631876"/>
                  </a:lnTo>
                  <a:lnTo>
                    <a:pt x="1859142" y="631858"/>
                  </a:lnTo>
                  <a:lnTo>
                    <a:pt x="1859139" y="631854"/>
                  </a:lnTo>
                  <a:lnTo>
                    <a:pt x="1859106" y="631802"/>
                  </a:lnTo>
                  <a:lnTo>
                    <a:pt x="1859067" y="631742"/>
                  </a:lnTo>
                  <a:lnTo>
                    <a:pt x="1859044" y="631732"/>
                  </a:lnTo>
                  <a:lnTo>
                    <a:pt x="1858997" y="631715"/>
                  </a:lnTo>
                  <a:lnTo>
                    <a:pt x="1858814" y="631645"/>
                  </a:lnTo>
                  <a:lnTo>
                    <a:pt x="1858784" y="631634"/>
                  </a:lnTo>
                  <a:lnTo>
                    <a:pt x="1858763" y="631626"/>
                  </a:lnTo>
                  <a:lnTo>
                    <a:pt x="1858655" y="631585"/>
                  </a:lnTo>
                  <a:lnTo>
                    <a:pt x="1858637" y="631578"/>
                  </a:lnTo>
                  <a:lnTo>
                    <a:pt x="1858451" y="631399"/>
                  </a:lnTo>
                  <a:lnTo>
                    <a:pt x="1858446" y="631394"/>
                  </a:lnTo>
                  <a:lnTo>
                    <a:pt x="1858421" y="631370"/>
                  </a:lnTo>
                  <a:lnTo>
                    <a:pt x="1858181" y="631305"/>
                  </a:lnTo>
                  <a:lnTo>
                    <a:pt x="1858162" y="631310"/>
                  </a:lnTo>
                  <a:lnTo>
                    <a:pt x="1858134" y="631317"/>
                  </a:lnTo>
                  <a:lnTo>
                    <a:pt x="1857921" y="631091"/>
                  </a:lnTo>
                  <a:lnTo>
                    <a:pt x="1857688" y="630844"/>
                  </a:lnTo>
                  <a:lnTo>
                    <a:pt x="1857539" y="630581"/>
                  </a:lnTo>
                  <a:lnTo>
                    <a:pt x="1857344" y="630483"/>
                  </a:lnTo>
                  <a:lnTo>
                    <a:pt x="1857240" y="630550"/>
                  </a:lnTo>
                  <a:lnTo>
                    <a:pt x="1857183" y="630587"/>
                  </a:lnTo>
                  <a:lnTo>
                    <a:pt x="1856826" y="630369"/>
                  </a:lnTo>
                  <a:lnTo>
                    <a:pt x="1856770" y="630377"/>
                  </a:lnTo>
                  <a:lnTo>
                    <a:pt x="1855968" y="630491"/>
                  </a:lnTo>
                  <a:lnTo>
                    <a:pt x="1855954" y="630493"/>
                  </a:lnTo>
                  <a:lnTo>
                    <a:pt x="1855872" y="630214"/>
                  </a:lnTo>
                  <a:lnTo>
                    <a:pt x="1855836" y="630093"/>
                  </a:lnTo>
                  <a:lnTo>
                    <a:pt x="1855829" y="630069"/>
                  </a:lnTo>
                  <a:lnTo>
                    <a:pt x="1855969" y="630031"/>
                  </a:lnTo>
                  <a:lnTo>
                    <a:pt x="1855969" y="630026"/>
                  </a:lnTo>
                  <a:lnTo>
                    <a:pt x="1855972" y="629841"/>
                  </a:lnTo>
                  <a:lnTo>
                    <a:pt x="1855974" y="629666"/>
                  </a:lnTo>
                  <a:lnTo>
                    <a:pt x="1855944" y="629554"/>
                  </a:lnTo>
                  <a:lnTo>
                    <a:pt x="1855895" y="629511"/>
                  </a:lnTo>
                  <a:lnTo>
                    <a:pt x="1855846" y="629498"/>
                  </a:lnTo>
                  <a:lnTo>
                    <a:pt x="1855832" y="629505"/>
                  </a:lnTo>
                  <a:lnTo>
                    <a:pt x="1855659" y="629577"/>
                  </a:lnTo>
                  <a:lnTo>
                    <a:pt x="1855634" y="629611"/>
                  </a:lnTo>
                  <a:lnTo>
                    <a:pt x="1855559" y="629539"/>
                  </a:lnTo>
                  <a:lnTo>
                    <a:pt x="1855522" y="629504"/>
                  </a:lnTo>
                  <a:lnTo>
                    <a:pt x="1855426" y="629413"/>
                  </a:lnTo>
                  <a:lnTo>
                    <a:pt x="1855410" y="629352"/>
                  </a:lnTo>
                  <a:lnTo>
                    <a:pt x="1855416" y="629251"/>
                  </a:lnTo>
                  <a:lnTo>
                    <a:pt x="1855451" y="629122"/>
                  </a:lnTo>
                  <a:lnTo>
                    <a:pt x="1855454" y="629110"/>
                  </a:lnTo>
                  <a:lnTo>
                    <a:pt x="1855494" y="629080"/>
                  </a:lnTo>
                  <a:lnTo>
                    <a:pt x="1855512" y="629067"/>
                  </a:lnTo>
                  <a:lnTo>
                    <a:pt x="1855727" y="628909"/>
                  </a:lnTo>
                  <a:lnTo>
                    <a:pt x="1855870" y="628924"/>
                  </a:lnTo>
                  <a:lnTo>
                    <a:pt x="1855902" y="628927"/>
                  </a:lnTo>
                  <a:lnTo>
                    <a:pt x="1856028" y="628940"/>
                  </a:lnTo>
                  <a:lnTo>
                    <a:pt x="1856051" y="628943"/>
                  </a:lnTo>
                  <a:lnTo>
                    <a:pt x="1856151" y="628953"/>
                  </a:lnTo>
                  <a:lnTo>
                    <a:pt x="1856163" y="628955"/>
                  </a:lnTo>
                  <a:lnTo>
                    <a:pt x="1856319" y="628971"/>
                  </a:lnTo>
                  <a:lnTo>
                    <a:pt x="1856356" y="628916"/>
                  </a:lnTo>
                  <a:lnTo>
                    <a:pt x="1856372" y="628893"/>
                  </a:lnTo>
                  <a:lnTo>
                    <a:pt x="1856388" y="628870"/>
                  </a:lnTo>
                  <a:lnTo>
                    <a:pt x="1856392" y="628746"/>
                  </a:lnTo>
                  <a:lnTo>
                    <a:pt x="1856392" y="628718"/>
                  </a:lnTo>
                  <a:lnTo>
                    <a:pt x="1856393" y="628695"/>
                  </a:lnTo>
                  <a:lnTo>
                    <a:pt x="1856397" y="628578"/>
                  </a:lnTo>
                  <a:lnTo>
                    <a:pt x="1856398" y="628551"/>
                  </a:lnTo>
                  <a:lnTo>
                    <a:pt x="1856398" y="628536"/>
                  </a:lnTo>
                  <a:lnTo>
                    <a:pt x="1856371" y="628531"/>
                  </a:lnTo>
                  <a:lnTo>
                    <a:pt x="1856255" y="628508"/>
                  </a:lnTo>
                  <a:lnTo>
                    <a:pt x="1855848" y="628498"/>
                  </a:lnTo>
                  <a:lnTo>
                    <a:pt x="1855742" y="628496"/>
                  </a:lnTo>
                  <a:lnTo>
                    <a:pt x="1855601" y="628421"/>
                  </a:lnTo>
                  <a:lnTo>
                    <a:pt x="1855530" y="628200"/>
                  </a:lnTo>
                  <a:lnTo>
                    <a:pt x="1855505" y="628015"/>
                  </a:lnTo>
                  <a:lnTo>
                    <a:pt x="1855599" y="627965"/>
                  </a:lnTo>
                  <a:lnTo>
                    <a:pt x="1855617" y="627965"/>
                  </a:lnTo>
                  <a:lnTo>
                    <a:pt x="1855697" y="627963"/>
                  </a:lnTo>
                  <a:lnTo>
                    <a:pt x="1855814" y="627984"/>
                  </a:lnTo>
                  <a:lnTo>
                    <a:pt x="1856012" y="628020"/>
                  </a:lnTo>
                  <a:lnTo>
                    <a:pt x="1856182" y="628009"/>
                  </a:lnTo>
                  <a:lnTo>
                    <a:pt x="1856203" y="627953"/>
                  </a:lnTo>
                  <a:lnTo>
                    <a:pt x="1856221" y="627903"/>
                  </a:lnTo>
                  <a:lnTo>
                    <a:pt x="1856393" y="627900"/>
                  </a:lnTo>
                  <a:lnTo>
                    <a:pt x="1856969" y="628009"/>
                  </a:lnTo>
                  <a:lnTo>
                    <a:pt x="1857092" y="628049"/>
                  </a:lnTo>
                  <a:lnTo>
                    <a:pt x="1857130" y="628056"/>
                  </a:lnTo>
                  <a:lnTo>
                    <a:pt x="1857136" y="628057"/>
                  </a:lnTo>
                  <a:lnTo>
                    <a:pt x="1857218" y="628071"/>
                  </a:lnTo>
                  <a:lnTo>
                    <a:pt x="1857231" y="628074"/>
                  </a:lnTo>
                  <a:lnTo>
                    <a:pt x="1857333" y="627909"/>
                  </a:lnTo>
                  <a:lnTo>
                    <a:pt x="1857351" y="627881"/>
                  </a:lnTo>
                  <a:lnTo>
                    <a:pt x="1857376" y="627549"/>
                  </a:lnTo>
                  <a:lnTo>
                    <a:pt x="1857441" y="627510"/>
                  </a:lnTo>
                  <a:lnTo>
                    <a:pt x="1857582" y="627426"/>
                  </a:lnTo>
                  <a:lnTo>
                    <a:pt x="1857562" y="627393"/>
                  </a:lnTo>
                  <a:lnTo>
                    <a:pt x="1857524" y="627327"/>
                  </a:lnTo>
                  <a:lnTo>
                    <a:pt x="1857518" y="627318"/>
                  </a:lnTo>
                  <a:lnTo>
                    <a:pt x="1857484" y="627259"/>
                  </a:lnTo>
                  <a:lnTo>
                    <a:pt x="1856795" y="627094"/>
                  </a:lnTo>
                  <a:lnTo>
                    <a:pt x="1856597" y="626952"/>
                  </a:lnTo>
                  <a:lnTo>
                    <a:pt x="1856409" y="626714"/>
                  </a:lnTo>
                  <a:lnTo>
                    <a:pt x="1856333" y="626592"/>
                  </a:lnTo>
                  <a:lnTo>
                    <a:pt x="1856292" y="626526"/>
                  </a:lnTo>
                  <a:lnTo>
                    <a:pt x="1855939" y="626526"/>
                  </a:lnTo>
                  <a:lnTo>
                    <a:pt x="1855930" y="626544"/>
                  </a:lnTo>
                  <a:lnTo>
                    <a:pt x="1855928" y="626549"/>
                  </a:lnTo>
                  <a:lnTo>
                    <a:pt x="1855925" y="626555"/>
                  </a:lnTo>
                  <a:lnTo>
                    <a:pt x="1855915" y="626574"/>
                  </a:lnTo>
                  <a:lnTo>
                    <a:pt x="1855906" y="626593"/>
                  </a:lnTo>
                  <a:lnTo>
                    <a:pt x="1855882" y="626641"/>
                  </a:lnTo>
                  <a:lnTo>
                    <a:pt x="1855836" y="626735"/>
                  </a:lnTo>
                  <a:lnTo>
                    <a:pt x="1855811" y="626724"/>
                  </a:lnTo>
                  <a:lnTo>
                    <a:pt x="1855798" y="626719"/>
                  </a:lnTo>
                  <a:lnTo>
                    <a:pt x="1855753" y="626700"/>
                  </a:lnTo>
                  <a:lnTo>
                    <a:pt x="1855714" y="626635"/>
                  </a:lnTo>
                  <a:lnTo>
                    <a:pt x="1855710" y="626628"/>
                  </a:lnTo>
                  <a:lnTo>
                    <a:pt x="1855568" y="626257"/>
                  </a:lnTo>
                  <a:lnTo>
                    <a:pt x="1855577" y="626166"/>
                  </a:lnTo>
                  <a:lnTo>
                    <a:pt x="1855584" y="626098"/>
                  </a:lnTo>
                  <a:lnTo>
                    <a:pt x="1855644" y="626005"/>
                  </a:lnTo>
                  <a:lnTo>
                    <a:pt x="1855677" y="625953"/>
                  </a:lnTo>
                  <a:lnTo>
                    <a:pt x="1855708" y="625906"/>
                  </a:lnTo>
                  <a:lnTo>
                    <a:pt x="1855746" y="625910"/>
                  </a:lnTo>
                  <a:lnTo>
                    <a:pt x="1855912" y="625926"/>
                  </a:lnTo>
                  <a:lnTo>
                    <a:pt x="1855919" y="625927"/>
                  </a:lnTo>
                  <a:lnTo>
                    <a:pt x="1855936" y="625929"/>
                  </a:lnTo>
                  <a:lnTo>
                    <a:pt x="1856070" y="625942"/>
                  </a:lnTo>
                  <a:lnTo>
                    <a:pt x="1856087" y="625944"/>
                  </a:lnTo>
                  <a:lnTo>
                    <a:pt x="1856269" y="625971"/>
                  </a:lnTo>
                  <a:lnTo>
                    <a:pt x="1856325" y="625979"/>
                  </a:lnTo>
                  <a:lnTo>
                    <a:pt x="1856413" y="625992"/>
                  </a:lnTo>
                  <a:lnTo>
                    <a:pt x="1856457" y="625998"/>
                  </a:lnTo>
                  <a:lnTo>
                    <a:pt x="1856469" y="625991"/>
                  </a:lnTo>
                  <a:lnTo>
                    <a:pt x="1856533" y="625955"/>
                  </a:lnTo>
                  <a:lnTo>
                    <a:pt x="1856552" y="625945"/>
                  </a:lnTo>
                  <a:lnTo>
                    <a:pt x="1856716" y="625854"/>
                  </a:lnTo>
                  <a:lnTo>
                    <a:pt x="1856735" y="625844"/>
                  </a:lnTo>
                  <a:lnTo>
                    <a:pt x="1856741" y="625838"/>
                  </a:lnTo>
                  <a:lnTo>
                    <a:pt x="1856750" y="625827"/>
                  </a:lnTo>
                  <a:lnTo>
                    <a:pt x="1856755" y="625822"/>
                  </a:lnTo>
                  <a:lnTo>
                    <a:pt x="1856775" y="625799"/>
                  </a:lnTo>
                  <a:lnTo>
                    <a:pt x="1856848" y="625717"/>
                  </a:lnTo>
                  <a:lnTo>
                    <a:pt x="1856844" y="625690"/>
                  </a:lnTo>
                  <a:lnTo>
                    <a:pt x="1856842" y="625670"/>
                  </a:lnTo>
                  <a:lnTo>
                    <a:pt x="1856839" y="625654"/>
                  </a:lnTo>
                  <a:lnTo>
                    <a:pt x="1856841" y="625650"/>
                  </a:lnTo>
                  <a:lnTo>
                    <a:pt x="1856846" y="625637"/>
                  </a:lnTo>
                  <a:lnTo>
                    <a:pt x="1856853" y="625621"/>
                  </a:lnTo>
                  <a:lnTo>
                    <a:pt x="1856871" y="625576"/>
                  </a:lnTo>
                  <a:lnTo>
                    <a:pt x="1856880" y="625554"/>
                  </a:lnTo>
                  <a:lnTo>
                    <a:pt x="1856899" y="625536"/>
                  </a:lnTo>
                  <a:lnTo>
                    <a:pt x="1856986" y="625520"/>
                  </a:lnTo>
                  <a:lnTo>
                    <a:pt x="1857010" y="625529"/>
                  </a:lnTo>
                  <a:lnTo>
                    <a:pt x="1857322" y="625666"/>
                  </a:lnTo>
                  <a:lnTo>
                    <a:pt x="1857365" y="625685"/>
                  </a:lnTo>
                  <a:lnTo>
                    <a:pt x="1857385" y="625703"/>
                  </a:lnTo>
                  <a:lnTo>
                    <a:pt x="1857457" y="625768"/>
                  </a:lnTo>
                  <a:lnTo>
                    <a:pt x="1857477" y="625770"/>
                  </a:lnTo>
                  <a:lnTo>
                    <a:pt x="1857681" y="625785"/>
                  </a:lnTo>
                  <a:lnTo>
                    <a:pt x="1857859" y="625819"/>
                  </a:lnTo>
                  <a:lnTo>
                    <a:pt x="1858407" y="625925"/>
                  </a:lnTo>
                  <a:lnTo>
                    <a:pt x="1858833" y="625834"/>
                  </a:lnTo>
                  <a:lnTo>
                    <a:pt x="1858988" y="625731"/>
                  </a:lnTo>
                  <a:lnTo>
                    <a:pt x="1859061" y="625682"/>
                  </a:lnTo>
                  <a:lnTo>
                    <a:pt x="1859149" y="625623"/>
                  </a:lnTo>
                  <a:lnTo>
                    <a:pt x="1859425" y="625439"/>
                  </a:lnTo>
                  <a:lnTo>
                    <a:pt x="1859399" y="625367"/>
                  </a:lnTo>
                  <a:lnTo>
                    <a:pt x="1859389" y="625339"/>
                  </a:lnTo>
                  <a:lnTo>
                    <a:pt x="1859362" y="625263"/>
                  </a:lnTo>
                  <a:lnTo>
                    <a:pt x="1859336" y="625190"/>
                  </a:lnTo>
                  <a:lnTo>
                    <a:pt x="1859289" y="625120"/>
                  </a:lnTo>
                  <a:lnTo>
                    <a:pt x="1859286" y="625116"/>
                  </a:lnTo>
                  <a:lnTo>
                    <a:pt x="1859279" y="625104"/>
                  </a:lnTo>
                  <a:lnTo>
                    <a:pt x="1859207" y="624996"/>
                  </a:lnTo>
                  <a:lnTo>
                    <a:pt x="1859199" y="624985"/>
                  </a:lnTo>
                  <a:lnTo>
                    <a:pt x="1859179" y="624954"/>
                  </a:lnTo>
                  <a:lnTo>
                    <a:pt x="1859174" y="624950"/>
                  </a:lnTo>
                  <a:lnTo>
                    <a:pt x="1858987" y="624610"/>
                  </a:lnTo>
                  <a:lnTo>
                    <a:pt x="1858653" y="624339"/>
                  </a:lnTo>
                  <a:lnTo>
                    <a:pt x="1858702" y="624279"/>
                  </a:lnTo>
                  <a:lnTo>
                    <a:pt x="1858812" y="624240"/>
                  </a:lnTo>
                  <a:lnTo>
                    <a:pt x="1858965" y="624386"/>
                  </a:lnTo>
                  <a:lnTo>
                    <a:pt x="1859459" y="624153"/>
                  </a:lnTo>
                  <a:lnTo>
                    <a:pt x="1859672" y="624053"/>
                  </a:lnTo>
                  <a:lnTo>
                    <a:pt x="1859856" y="624250"/>
                  </a:lnTo>
                  <a:lnTo>
                    <a:pt x="1859864" y="624259"/>
                  </a:lnTo>
                  <a:lnTo>
                    <a:pt x="1859926" y="624326"/>
                  </a:lnTo>
                  <a:lnTo>
                    <a:pt x="1860003" y="624309"/>
                  </a:lnTo>
                  <a:lnTo>
                    <a:pt x="1860021" y="624243"/>
                  </a:lnTo>
                  <a:lnTo>
                    <a:pt x="1860247" y="624224"/>
                  </a:lnTo>
                  <a:lnTo>
                    <a:pt x="1860251" y="624228"/>
                  </a:lnTo>
                  <a:lnTo>
                    <a:pt x="1860505" y="624465"/>
                  </a:lnTo>
                  <a:lnTo>
                    <a:pt x="1860745" y="624599"/>
                  </a:lnTo>
                  <a:lnTo>
                    <a:pt x="1860839" y="624595"/>
                  </a:lnTo>
                  <a:lnTo>
                    <a:pt x="1860914" y="624592"/>
                  </a:lnTo>
                  <a:lnTo>
                    <a:pt x="1860979" y="624537"/>
                  </a:lnTo>
                  <a:lnTo>
                    <a:pt x="1861038" y="624485"/>
                  </a:lnTo>
                  <a:lnTo>
                    <a:pt x="1861030" y="624159"/>
                  </a:lnTo>
                  <a:lnTo>
                    <a:pt x="1861078" y="623931"/>
                  </a:lnTo>
                  <a:lnTo>
                    <a:pt x="1861065" y="623931"/>
                  </a:lnTo>
                  <a:lnTo>
                    <a:pt x="1860706" y="623940"/>
                  </a:lnTo>
                  <a:lnTo>
                    <a:pt x="1860499" y="623902"/>
                  </a:lnTo>
                  <a:lnTo>
                    <a:pt x="1860535" y="623754"/>
                  </a:lnTo>
                  <a:lnTo>
                    <a:pt x="1860747" y="623693"/>
                  </a:lnTo>
                  <a:lnTo>
                    <a:pt x="1860610" y="623308"/>
                  </a:lnTo>
                  <a:lnTo>
                    <a:pt x="1860605" y="623308"/>
                  </a:lnTo>
                  <a:lnTo>
                    <a:pt x="1860538" y="623248"/>
                  </a:lnTo>
                  <a:lnTo>
                    <a:pt x="1860220" y="622967"/>
                  </a:lnTo>
                  <a:lnTo>
                    <a:pt x="1860213" y="622967"/>
                  </a:lnTo>
                  <a:lnTo>
                    <a:pt x="1860206" y="622965"/>
                  </a:lnTo>
                  <a:lnTo>
                    <a:pt x="1860201" y="622960"/>
                  </a:lnTo>
                  <a:lnTo>
                    <a:pt x="1860199" y="622954"/>
                  </a:lnTo>
                  <a:lnTo>
                    <a:pt x="1860199" y="622949"/>
                  </a:lnTo>
                  <a:lnTo>
                    <a:pt x="1860201" y="622944"/>
                  </a:lnTo>
                  <a:lnTo>
                    <a:pt x="1860205" y="622939"/>
                  </a:lnTo>
                  <a:lnTo>
                    <a:pt x="1860210" y="622935"/>
                  </a:lnTo>
                  <a:lnTo>
                    <a:pt x="1860215" y="622932"/>
                  </a:lnTo>
                  <a:lnTo>
                    <a:pt x="1860219" y="622929"/>
                  </a:lnTo>
                  <a:lnTo>
                    <a:pt x="1860298" y="622813"/>
                  </a:lnTo>
                  <a:lnTo>
                    <a:pt x="1860335" y="622759"/>
                  </a:lnTo>
                  <a:lnTo>
                    <a:pt x="1860339" y="622753"/>
                  </a:lnTo>
                  <a:lnTo>
                    <a:pt x="1860362" y="622719"/>
                  </a:lnTo>
                  <a:lnTo>
                    <a:pt x="1860409" y="622650"/>
                  </a:lnTo>
                  <a:lnTo>
                    <a:pt x="1860533" y="622468"/>
                  </a:lnTo>
                  <a:lnTo>
                    <a:pt x="1860573" y="622410"/>
                  </a:lnTo>
                  <a:lnTo>
                    <a:pt x="1860708" y="622481"/>
                  </a:lnTo>
                  <a:lnTo>
                    <a:pt x="1860821" y="622491"/>
                  </a:lnTo>
                  <a:lnTo>
                    <a:pt x="1860921" y="622500"/>
                  </a:lnTo>
                  <a:lnTo>
                    <a:pt x="1861057" y="622253"/>
                  </a:lnTo>
                  <a:lnTo>
                    <a:pt x="1861044" y="622222"/>
                  </a:lnTo>
                  <a:lnTo>
                    <a:pt x="1860814" y="622221"/>
                  </a:lnTo>
                  <a:lnTo>
                    <a:pt x="1860668" y="622220"/>
                  </a:lnTo>
                  <a:lnTo>
                    <a:pt x="1860668" y="622187"/>
                  </a:lnTo>
                  <a:lnTo>
                    <a:pt x="1860667" y="622080"/>
                  </a:lnTo>
                  <a:lnTo>
                    <a:pt x="1860879" y="621682"/>
                  </a:lnTo>
                  <a:lnTo>
                    <a:pt x="1861167" y="621366"/>
                  </a:lnTo>
                  <a:lnTo>
                    <a:pt x="1861290" y="621349"/>
                  </a:lnTo>
                  <a:lnTo>
                    <a:pt x="1861259" y="621202"/>
                  </a:lnTo>
                  <a:lnTo>
                    <a:pt x="1861281" y="621133"/>
                  </a:lnTo>
                  <a:lnTo>
                    <a:pt x="1861342" y="621098"/>
                  </a:lnTo>
                  <a:lnTo>
                    <a:pt x="1861400" y="621086"/>
                  </a:lnTo>
                  <a:lnTo>
                    <a:pt x="1861458" y="621075"/>
                  </a:lnTo>
                  <a:lnTo>
                    <a:pt x="1861559" y="621083"/>
                  </a:lnTo>
                  <a:lnTo>
                    <a:pt x="1861581" y="621085"/>
                  </a:lnTo>
                  <a:lnTo>
                    <a:pt x="1861598" y="621086"/>
                  </a:lnTo>
                  <a:lnTo>
                    <a:pt x="1862029" y="621383"/>
                  </a:lnTo>
                  <a:lnTo>
                    <a:pt x="1862072" y="621399"/>
                  </a:lnTo>
                  <a:lnTo>
                    <a:pt x="1862594" y="621599"/>
                  </a:lnTo>
                  <a:lnTo>
                    <a:pt x="1862687" y="621592"/>
                  </a:lnTo>
                  <a:lnTo>
                    <a:pt x="1864003" y="621773"/>
                  </a:lnTo>
                  <a:lnTo>
                    <a:pt x="1864305" y="621741"/>
                  </a:lnTo>
                  <a:lnTo>
                    <a:pt x="1864527" y="621645"/>
                  </a:lnTo>
                  <a:lnTo>
                    <a:pt x="1864607" y="621610"/>
                  </a:lnTo>
                  <a:lnTo>
                    <a:pt x="1864873" y="621545"/>
                  </a:lnTo>
                  <a:lnTo>
                    <a:pt x="1865251" y="621453"/>
                  </a:lnTo>
                  <a:lnTo>
                    <a:pt x="1865294" y="621467"/>
                  </a:lnTo>
                  <a:lnTo>
                    <a:pt x="1865281" y="621653"/>
                  </a:lnTo>
                  <a:lnTo>
                    <a:pt x="1865443" y="621727"/>
                  </a:lnTo>
                  <a:lnTo>
                    <a:pt x="1865536" y="621726"/>
                  </a:lnTo>
                  <a:lnTo>
                    <a:pt x="1865616" y="621726"/>
                  </a:lnTo>
                  <a:lnTo>
                    <a:pt x="1865627" y="621726"/>
                  </a:lnTo>
                  <a:lnTo>
                    <a:pt x="1865881" y="621658"/>
                  </a:lnTo>
                  <a:lnTo>
                    <a:pt x="1865888" y="621656"/>
                  </a:lnTo>
                  <a:lnTo>
                    <a:pt x="1865943" y="621596"/>
                  </a:lnTo>
                  <a:lnTo>
                    <a:pt x="1866202" y="621312"/>
                  </a:lnTo>
                  <a:lnTo>
                    <a:pt x="1866292" y="621212"/>
                  </a:lnTo>
                  <a:lnTo>
                    <a:pt x="1866859" y="620759"/>
                  </a:lnTo>
                  <a:lnTo>
                    <a:pt x="1867091" y="620767"/>
                  </a:lnTo>
                  <a:lnTo>
                    <a:pt x="1867125" y="620768"/>
                  </a:lnTo>
                  <a:lnTo>
                    <a:pt x="1867268" y="620764"/>
                  </a:lnTo>
                  <a:lnTo>
                    <a:pt x="1867262" y="620552"/>
                  </a:lnTo>
                  <a:lnTo>
                    <a:pt x="1867262" y="620496"/>
                  </a:lnTo>
                  <a:lnTo>
                    <a:pt x="1867514" y="620518"/>
                  </a:lnTo>
                  <a:lnTo>
                    <a:pt x="1867513" y="620562"/>
                  </a:lnTo>
                  <a:lnTo>
                    <a:pt x="1867512" y="620728"/>
                  </a:lnTo>
                  <a:lnTo>
                    <a:pt x="1867838" y="620694"/>
                  </a:lnTo>
                  <a:lnTo>
                    <a:pt x="1867829" y="620593"/>
                  </a:lnTo>
                  <a:lnTo>
                    <a:pt x="1867783" y="620500"/>
                  </a:lnTo>
                  <a:lnTo>
                    <a:pt x="1867765" y="620464"/>
                  </a:lnTo>
                  <a:lnTo>
                    <a:pt x="1867762" y="620458"/>
                  </a:lnTo>
                  <a:lnTo>
                    <a:pt x="1867871" y="620441"/>
                  </a:lnTo>
                  <a:lnTo>
                    <a:pt x="1867984" y="620423"/>
                  </a:lnTo>
                  <a:lnTo>
                    <a:pt x="1868346" y="620366"/>
                  </a:lnTo>
                  <a:lnTo>
                    <a:pt x="1868478" y="620345"/>
                  </a:lnTo>
                  <a:lnTo>
                    <a:pt x="1868551" y="620304"/>
                  </a:lnTo>
                  <a:lnTo>
                    <a:pt x="1868522" y="620290"/>
                  </a:lnTo>
                  <a:lnTo>
                    <a:pt x="1868497" y="620277"/>
                  </a:lnTo>
                  <a:lnTo>
                    <a:pt x="1868470" y="620264"/>
                  </a:lnTo>
                  <a:lnTo>
                    <a:pt x="1868315" y="620246"/>
                  </a:lnTo>
                  <a:lnTo>
                    <a:pt x="1868289" y="620242"/>
                  </a:lnTo>
                  <a:lnTo>
                    <a:pt x="1868047" y="620214"/>
                  </a:lnTo>
                  <a:lnTo>
                    <a:pt x="1867765" y="620212"/>
                  </a:lnTo>
                  <a:lnTo>
                    <a:pt x="1867644" y="620211"/>
                  </a:lnTo>
                  <a:lnTo>
                    <a:pt x="1867556" y="620210"/>
                  </a:lnTo>
                  <a:lnTo>
                    <a:pt x="1867545" y="620210"/>
                  </a:lnTo>
                  <a:lnTo>
                    <a:pt x="1867487" y="620209"/>
                  </a:lnTo>
                  <a:lnTo>
                    <a:pt x="1867259" y="620208"/>
                  </a:lnTo>
                  <a:lnTo>
                    <a:pt x="1867160" y="620207"/>
                  </a:lnTo>
                  <a:lnTo>
                    <a:pt x="1866901" y="620245"/>
                  </a:lnTo>
                  <a:lnTo>
                    <a:pt x="1866623" y="620306"/>
                  </a:lnTo>
                  <a:lnTo>
                    <a:pt x="1866606" y="620311"/>
                  </a:lnTo>
                  <a:lnTo>
                    <a:pt x="1866504" y="620344"/>
                  </a:lnTo>
                  <a:lnTo>
                    <a:pt x="1866038" y="620493"/>
                  </a:lnTo>
                  <a:lnTo>
                    <a:pt x="1865975" y="620513"/>
                  </a:lnTo>
                  <a:lnTo>
                    <a:pt x="1865752" y="620649"/>
                  </a:lnTo>
                  <a:lnTo>
                    <a:pt x="1865107" y="620943"/>
                  </a:lnTo>
                  <a:lnTo>
                    <a:pt x="1864863" y="621024"/>
                  </a:lnTo>
                  <a:lnTo>
                    <a:pt x="1864616" y="621107"/>
                  </a:lnTo>
                  <a:lnTo>
                    <a:pt x="1864561" y="621099"/>
                  </a:lnTo>
                  <a:lnTo>
                    <a:pt x="1864533" y="621095"/>
                  </a:lnTo>
                  <a:lnTo>
                    <a:pt x="1864494" y="621090"/>
                  </a:lnTo>
                  <a:lnTo>
                    <a:pt x="1864420" y="621079"/>
                  </a:lnTo>
                  <a:lnTo>
                    <a:pt x="1864389" y="621077"/>
                  </a:lnTo>
                  <a:lnTo>
                    <a:pt x="1863981" y="621046"/>
                  </a:lnTo>
                  <a:lnTo>
                    <a:pt x="1863640" y="621020"/>
                  </a:lnTo>
                  <a:lnTo>
                    <a:pt x="1863229" y="621011"/>
                  </a:lnTo>
                  <a:lnTo>
                    <a:pt x="1863125" y="621022"/>
                  </a:lnTo>
                  <a:lnTo>
                    <a:pt x="1863052" y="621030"/>
                  </a:lnTo>
                  <a:lnTo>
                    <a:pt x="1862789" y="621058"/>
                  </a:lnTo>
                  <a:lnTo>
                    <a:pt x="1862726" y="621077"/>
                  </a:lnTo>
                  <a:lnTo>
                    <a:pt x="1862646" y="621102"/>
                  </a:lnTo>
                  <a:lnTo>
                    <a:pt x="1862106" y="621079"/>
                  </a:lnTo>
                  <a:lnTo>
                    <a:pt x="1862027" y="621047"/>
                  </a:lnTo>
                  <a:lnTo>
                    <a:pt x="1861839" y="620972"/>
                  </a:lnTo>
                  <a:lnTo>
                    <a:pt x="1861830" y="620966"/>
                  </a:lnTo>
                  <a:lnTo>
                    <a:pt x="1861804" y="620947"/>
                  </a:lnTo>
                  <a:lnTo>
                    <a:pt x="1861572" y="620781"/>
                  </a:lnTo>
                  <a:lnTo>
                    <a:pt x="1861543" y="620773"/>
                  </a:lnTo>
                  <a:lnTo>
                    <a:pt x="1861430" y="620741"/>
                  </a:lnTo>
                  <a:lnTo>
                    <a:pt x="1861392" y="620730"/>
                  </a:lnTo>
                  <a:lnTo>
                    <a:pt x="1861254" y="620692"/>
                  </a:lnTo>
                  <a:lnTo>
                    <a:pt x="1861079" y="620643"/>
                  </a:lnTo>
                  <a:lnTo>
                    <a:pt x="1860717" y="620450"/>
                  </a:lnTo>
                  <a:lnTo>
                    <a:pt x="1860527" y="620338"/>
                  </a:lnTo>
                  <a:lnTo>
                    <a:pt x="1860220" y="620157"/>
                  </a:lnTo>
                  <a:lnTo>
                    <a:pt x="1860220" y="619922"/>
                  </a:lnTo>
                  <a:lnTo>
                    <a:pt x="1860149" y="619869"/>
                  </a:lnTo>
                  <a:lnTo>
                    <a:pt x="1860140" y="619900"/>
                  </a:lnTo>
                  <a:lnTo>
                    <a:pt x="1860116" y="619987"/>
                  </a:lnTo>
                  <a:lnTo>
                    <a:pt x="1860069" y="620154"/>
                  </a:lnTo>
                  <a:lnTo>
                    <a:pt x="1860031" y="620192"/>
                  </a:lnTo>
                  <a:lnTo>
                    <a:pt x="1859931" y="620586"/>
                  </a:lnTo>
                  <a:lnTo>
                    <a:pt x="1859989" y="620738"/>
                  </a:lnTo>
                  <a:lnTo>
                    <a:pt x="1860094" y="620931"/>
                  </a:lnTo>
                  <a:lnTo>
                    <a:pt x="1860184" y="621097"/>
                  </a:lnTo>
                  <a:lnTo>
                    <a:pt x="1860348" y="621340"/>
                  </a:lnTo>
                  <a:lnTo>
                    <a:pt x="1860372" y="621416"/>
                  </a:lnTo>
                  <a:lnTo>
                    <a:pt x="1860389" y="621470"/>
                  </a:lnTo>
                  <a:lnTo>
                    <a:pt x="1860145" y="621905"/>
                  </a:lnTo>
                  <a:lnTo>
                    <a:pt x="1859972" y="622052"/>
                  </a:lnTo>
                  <a:lnTo>
                    <a:pt x="1859869" y="622139"/>
                  </a:lnTo>
                  <a:lnTo>
                    <a:pt x="1859448" y="622290"/>
                  </a:lnTo>
                  <a:lnTo>
                    <a:pt x="1859365" y="622312"/>
                  </a:lnTo>
                  <a:lnTo>
                    <a:pt x="1859329" y="622321"/>
                  </a:lnTo>
                  <a:lnTo>
                    <a:pt x="1859308" y="622326"/>
                  </a:lnTo>
                  <a:lnTo>
                    <a:pt x="1859248" y="622342"/>
                  </a:lnTo>
                  <a:lnTo>
                    <a:pt x="1859223" y="622348"/>
                  </a:lnTo>
                  <a:lnTo>
                    <a:pt x="1859203" y="622353"/>
                  </a:lnTo>
                  <a:lnTo>
                    <a:pt x="1859284" y="622584"/>
                  </a:lnTo>
                  <a:lnTo>
                    <a:pt x="1859038" y="622640"/>
                  </a:lnTo>
                  <a:lnTo>
                    <a:pt x="1858938" y="622309"/>
                  </a:lnTo>
                  <a:lnTo>
                    <a:pt x="1858742" y="622345"/>
                  </a:lnTo>
                  <a:lnTo>
                    <a:pt x="1858714" y="622350"/>
                  </a:lnTo>
                  <a:lnTo>
                    <a:pt x="1858423" y="622430"/>
                  </a:lnTo>
                  <a:lnTo>
                    <a:pt x="1858377" y="622443"/>
                  </a:lnTo>
                  <a:lnTo>
                    <a:pt x="1858366" y="622446"/>
                  </a:lnTo>
                  <a:lnTo>
                    <a:pt x="1858356" y="622449"/>
                  </a:lnTo>
                  <a:lnTo>
                    <a:pt x="1858361" y="622463"/>
                  </a:lnTo>
                  <a:lnTo>
                    <a:pt x="1858412" y="622599"/>
                  </a:lnTo>
                  <a:lnTo>
                    <a:pt x="1858263" y="622657"/>
                  </a:lnTo>
                  <a:lnTo>
                    <a:pt x="1857859" y="622761"/>
                  </a:lnTo>
                  <a:lnTo>
                    <a:pt x="1857472" y="622804"/>
                  </a:lnTo>
                  <a:lnTo>
                    <a:pt x="1857467" y="622804"/>
                  </a:lnTo>
                  <a:lnTo>
                    <a:pt x="1857454" y="622806"/>
                  </a:lnTo>
                  <a:lnTo>
                    <a:pt x="1857357" y="622801"/>
                  </a:lnTo>
                  <a:lnTo>
                    <a:pt x="1857190" y="622792"/>
                  </a:lnTo>
                  <a:lnTo>
                    <a:pt x="1857068" y="623236"/>
                  </a:lnTo>
                  <a:lnTo>
                    <a:pt x="1856821" y="623397"/>
                  </a:lnTo>
                  <a:lnTo>
                    <a:pt x="1855657" y="623550"/>
                  </a:lnTo>
                  <a:lnTo>
                    <a:pt x="1855640" y="623552"/>
                  </a:lnTo>
                  <a:lnTo>
                    <a:pt x="1854918" y="623647"/>
                  </a:lnTo>
                  <a:lnTo>
                    <a:pt x="1854913" y="623647"/>
                  </a:lnTo>
                  <a:lnTo>
                    <a:pt x="1854713" y="623674"/>
                  </a:lnTo>
                  <a:lnTo>
                    <a:pt x="1854611" y="623492"/>
                  </a:lnTo>
                  <a:lnTo>
                    <a:pt x="1854594" y="623492"/>
                  </a:lnTo>
                  <a:lnTo>
                    <a:pt x="1854583" y="623492"/>
                  </a:lnTo>
                  <a:lnTo>
                    <a:pt x="1854573" y="623492"/>
                  </a:lnTo>
                  <a:lnTo>
                    <a:pt x="1854565" y="623492"/>
                  </a:lnTo>
                  <a:lnTo>
                    <a:pt x="1854550" y="623492"/>
                  </a:lnTo>
                  <a:lnTo>
                    <a:pt x="1854299" y="623630"/>
                  </a:lnTo>
                  <a:lnTo>
                    <a:pt x="1854100" y="623879"/>
                  </a:lnTo>
                  <a:lnTo>
                    <a:pt x="1854005" y="624060"/>
                  </a:lnTo>
                  <a:lnTo>
                    <a:pt x="1853849" y="623952"/>
                  </a:lnTo>
                  <a:lnTo>
                    <a:pt x="1853853" y="623906"/>
                  </a:lnTo>
                  <a:lnTo>
                    <a:pt x="1853880" y="623600"/>
                  </a:lnTo>
                  <a:lnTo>
                    <a:pt x="1853888" y="623502"/>
                  </a:lnTo>
                  <a:lnTo>
                    <a:pt x="1853893" y="623442"/>
                  </a:lnTo>
                  <a:lnTo>
                    <a:pt x="1853908" y="623281"/>
                  </a:lnTo>
                  <a:lnTo>
                    <a:pt x="1853866" y="623282"/>
                  </a:lnTo>
                  <a:lnTo>
                    <a:pt x="1853855" y="623282"/>
                  </a:lnTo>
                  <a:lnTo>
                    <a:pt x="1853822" y="623283"/>
                  </a:lnTo>
                  <a:lnTo>
                    <a:pt x="1853718" y="623284"/>
                  </a:lnTo>
                  <a:lnTo>
                    <a:pt x="1853662" y="623285"/>
                  </a:lnTo>
                  <a:lnTo>
                    <a:pt x="1853510" y="623288"/>
                  </a:lnTo>
                  <a:lnTo>
                    <a:pt x="1853436" y="623289"/>
                  </a:lnTo>
                  <a:lnTo>
                    <a:pt x="1853416" y="623289"/>
                  </a:lnTo>
                  <a:lnTo>
                    <a:pt x="1853255" y="623317"/>
                  </a:lnTo>
                  <a:lnTo>
                    <a:pt x="1852958" y="623368"/>
                  </a:lnTo>
                  <a:lnTo>
                    <a:pt x="1852971" y="623634"/>
                  </a:lnTo>
                  <a:lnTo>
                    <a:pt x="1852968" y="623749"/>
                  </a:lnTo>
                  <a:lnTo>
                    <a:pt x="1852962" y="623984"/>
                  </a:lnTo>
                  <a:lnTo>
                    <a:pt x="1852961" y="624004"/>
                  </a:lnTo>
                  <a:lnTo>
                    <a:pt x="1852951" y="624379"/>
                  </a:lnTo>
                  <a:lnTo>
                    <a:pt x="1852940" y="624827"/>
                  </a:lnTo>
                  <a:lnTo>
                    <a:pt x="1852283" y="624874"/>
                  </a:lnTo>
                  <a:lnTo>
                    <a:pt x="1852254" y="625345"/>
                  </a:lnTo>
                  <a:lnTo>
                    <a:pt x="1851898" y="625344"/>
                  </a:lnTo>
                  <a:lnTo>
                    <a:pt x="1851972" y="624812"/>
                  </a:lnTo>
                  <a:lnTo>
                    <a:pt x="1850851" y="624663"/>
                  </a:lnTo>
                  <a:lnTo>
                    <a:pt x="1851013" y="624005"/>
                  </a:lnTo>
                  <a:lnTo>
                    <a:pt x="1851028" y="623931"/>
                  </a:lnTo>
                  <a:lnTo>
                    <a:pt x="1851097" y="623608"/>
                  </a:lnTo>
                  <a:lnTo>
                    <a:pt x="1851183" y="623203"/>
                  </a:lnTo>
                  <a:lnTo>
                    <a:pt x="1851247" y="622903"/>
                  </a:lnTo>
                  <a:lnTo>
                    <a:pt x="1851251" y="622888"/>
                  </a:lnTo>
                  <a:lnTo>
                    <a:pt x="1851151" y="622870"/>
                  </a:lnTo>
                  <a:lnTo>
                    <a:pt x="1850841" y="622813"/>
                  </a:lnTo>
                  <a:lnTo>
                    <a:pt x="1850833" y="622812"/>
                  </a:lnTo>
                  <a:lnTo>
                    <a:pt x="1850190" y="622723"/>
                  </a:lnTo>
                  <a:lnTo>
                    <a:pt x="1850142" y="622826"/>
                  </a:lnTo>
                  <a:lnTo>
                    <a:pt x="1850095" y="622928"/>
                  </a:lnTo>
                  <a:lnTo>
                    <a:pt x="1849830" y="622883"/>
                  </a:lnTo>
                  <a:lnTo>
                    <a:pt x="1850015" y="622488"/>
                  </a:lnTo>
                  <a:lnTo>
                    <a:pt x="1850018" y="622483"/>
                  </a:lnTo>
                  <a:lnTo>
                    <a:pt x="1850021" y="622476"/>
                  </a:lnTo>
                  <a:lnTo>
                    <a:pt x="1850267" y="621950"/>
                  </a:lnTo>
                  <a:lnTo>
                    <a:pt x="1850491" y="621990"/>
                  </a:lnTo>
                  <a:lnTo>
                    <a:pt x="1850650" y="621662"/>
                  </a:lnTo>
                  <a:lnTo>
                    <a:pt x="1850775" y="621404"/>
                  </a:lnTo>
                  <a:lnTo>
                    <a:pt x="1850913" y="621114"/>
                  </a:lnTo>
                  <a:lnTo>
                    <a:pt x="1850946" y="620941"/>
                  </a:lnTo>
                  <a:lnTo>
                    <a:pt x="1850934" y="620362"/>
                  </a:lnTo>
                  <a:lnTo>
                    <a:pt x="1850946" y="620337"/>
                  </a:lnTo>
                  <a:lnTo>
                    <a:pt x="1851040" y="620287"/>
                  </a:lnTo>
                  <a:lnTo>
                    <a:pt x="1851132" y="620202"/>
                  </a:lnTo>
                  <a:lnTo>
                    <a:pt x="1851089" y="619984"/>
                  </a:lnTo>
                  <a:lnTo>
                    <a:pt x="1851079" y="619976"/>
                  </a:lnTo>
                  <a:lnTo>
                    <a:pt x="1851074" y="619972"/>
                  </a:lnTo>
                  <a:lnTo>
                    <a:pt x="1850879" y="619944"/>
                  </a:lnTo>
                  <a:lnTo>
                    <a:pt x="1850865" y="619954"/>
                  </a:lnTo>
                  <a:lnTo>
                    <a:pt x="1850860" y="619981"/>
                  </a:lnTo>
                  <a:lnTo>
                    <a:pt x="1850853" y="620024"/>
                  </a:lnTo>
                  <a:lnTo>
                    <a:pt x="1850843" y="620075"/>
                  </a:lnTo>
                  <a:lnTo>
                    <a:pt x="1850836" y="620113"/>
                  </a:lnTo>
                  <a:lnTo>
                    <a:pt x="1850826" y="620173"/>
                  </a:lnTo>
                  <a:lnTo>
                    <a:pt x="1850703" y="620161"/>
                  </a:lnTo>
                  <a:lnTo>
                    <a:pt x="1850510" y="619982"/>
                  </a:lnTo>
                  <a:lnTo>
                    <a:pt x="1850496" y="619958"/>
                  </a:lnTo>
                  <a:lnTo>
                    <a:pt x="1850478" y="619926"/>
                  </a:lnTo>
                  <a:lnTo>
                    <a:pt x="1850487" y="619890"/>
                  </a:lnTo>
                  <a:lnTo>
                    <a:pt x="1850525" y="619840"/>
                  </a:lnTo>
                  <a:lnTo>
                    <a:pt x="1850516" y="619804"/>
                  </a:lnTo>
                  <a:lnTo>
                    <a:pt x="1850314" y="619620"/>
                  </a:lnTo>
                  <a:lnTo>
                    <a:pt x="1850194" y="619512"/>
                  </a:lnTo>
                  <a:lnTo>
                    <a:pt x="1850168" y="619488"/>
                  </a:lnTo>
                  <a:lnTo>
                    <a:pt x="1850127" y="619451"/>
                  </a:lnTo>
                  <a:lnTo>
                    <a:pt x="1850003" y="619339"/>
                  </a:lnTo>
                  <a:lnTo>
                    <a:pt x="1849842" y="619058"/>
                  </a:lnTo>
                  <a:lnTo>
                    <a:pt x="1849817" y="619056"/>
                  </a:lnTo>
                  <a:lnTo>
                    <a:pt x="1849763" y="619098"/>
                  </a:lnTo>
                  <a:lnTo>
                    <a:pt x="1849759" y="619101"/>
                  </a:lnTo>
                  <a:lnTo>
                    <a:pt x="1849688" y="619156"/>
                  </a:lnTo>
                  <a:lnTo>
                    <a:pt x="1849676" y="619166"/>
                  </a:lnTo>
                  <a:lnTo>
                    <a:pt x="1849681" y="619182"/>
                  </a:lnTo>
                  <a:lnTo>
                    <a:pt x="1849776" y="619472"/>
                  </a:lnTo>
                  <a:lnTo>
                    <a:pt x="1849921" y="619643"/>
                  </a:lnTo>
                  <a:lnTo>
                    <a:pt x="1849997" y="619789"/>
                  </a:lnTo>
                  <a:lnTo>
                    <a:pt x="1849991" y="619993"/>
                  </a:lnTo>
                  <a:lnTo>
                    <a:pt x="1849991" y="620017"/>
                  </a:lnTo>
                  <a:lnTo>
                    <a:pt x="1849988" y="620134"/>
                  </a:lnTo>
                  <a:lnTo>
                    <a:pt x="1849950" y="620225"/>
                  </a:lnTo>
                  <a:lnTo>
                    <a:pt x="1849894" y="620359"/>
                  </a:lnTo>
                  <a:lnTo>
                    <a:pt x="1849833" y="620506"/>
                  </a:lnTo>
                  <a:lnTo>
                    <a:pt x="1849761" y="620682"/>
                  </a:lnTo>
                  <a:lnTo>
                    <a:pt x="1849745" y="620718"/>
                  </a:lnTo>
                  <a:lnTo>
                    <a:pt x="1849651" y="620946"/>
                  </a:lnTo>
                  <a:lnTo>
                    <a:pt x="1849460" y="621082"/>
                  </a:lnTo>
                  <a:lnTo>
                    <a:pt x="1849348" y="621128"/>
                  </a:lnTo>
                  <a:lnTo>
                    <a:pt x="1849339" y="621132"/>
                  </a:lnTo>
                  <a:lnTo>
                    <a:pt x="1849327" y="621128"/>
                  </a:lnTo>
                  <a:lnTo>
                    <a:pt x="1849247" y="621104"/>
                  </a:lnTo>
                  <a:lnTo>
                    <a:pt x="1849142" y="621260"/>
                  </a:lnTo>
                  <a:lnTo>
                    <a:pt x="1849111" y="621305"/>
                  </a:lnTo>
                  <a:lnTo>
                    <a:pt x="1849094" y="621330"/>
                  </a:lnTo>
                  <a:lnTo>
                    <a:pt x="1849094" y="621336"/>
                  </a:lnTo>
                  <a:lnTo>
                    <a:pt x="1849088" y="621412"/>
                  </a:lnTo>
                  <a:lnTo>
                    <a:pt x="1849082" y="621479"/>
                  </a:lnTo>
                  <a:lnTo>
                    <a:pt x="1849104" y="621592"/>
                  </a:lnTo>
                  <a:lnTo>
                    <a:pt x="1848974" y="621676"/>
                  </a:lnTo>
                  <a:lnTo>
                    <a:pt x="1848856" y="621665"/>
                  </a:lnTo>
                  <a:lnTo>
                    <a:pt x="1848739" y="621680"/>
                  </a:lnTo>
                  <a:lnTo>
                    <a:pt x="1848663" y="621722"/>
                  </a:lnTo>
                  <a:lnTo>
                    <a:pt x="1848454" y="621838"/>
                  </a:lnTo>
                  <a:lnTo>
                    <a:pt x="1848345" y="621943"/>
                  </a:lnTo>
                  <a:lnTo>
                    <a:pt x="1848290" y="621995"/>
                  </a:lnTo>
                  <a:lnTo>
                    <a:pt x="1848259" y="621993"/>
                  </a:lnTo>
                  <a:lnTo>
                    <a:pt x="1847993" y="621976"/>
                  </a:lnTo>
                  <a:lnTo>
                    <a:pt x="1847926" y="621918"/>
                  </a:lnTo>
                  <a:lnTo>
                    <a:pt x="1847945" y="621865"/>
                  </a:lnTo>
                  <a:lnTo>
                    <a:pt x="1847910" y="621816"/>
                  </a:lnTo>
                  <a:lnTo>
                    <a:pt x="1847824" y="621740"/>
                  </a:lnTo>
                  <a:lnTo>
                    <a:pt x="1847687" y="621642"/>
                  </a:lnTo>
                  <a:lnTo>
                    <a:pt x="1847667" y="621627"/>
                  </a:lnTo>
                  <a:lnTo>
                    <a:pt x="1847567" y="621555"/>
                  </a:lnTo>
                  <a:lnTo>
                    <a:pt x="1847508" y="621513"/>
                  </a:lnTo>
                  <a:lnTo>
                    <a:pt x="1847452" y="621486"/>
                  </a:lnTo>
                  <a:lnTo>
                    <a:pt x="1847398" y="621479"/>
                  </a:lnTo>
                  <a:lnTo>
                    <a:pt x="1847367" y="621503"/>
                  </a:lnTo>
                  <a:lnTo>
                    <a:pt x="1847293" y="621560"/>
                  </a:lnTo>
                  <a:lnTo>
                    <a:pt x="1847256" y="621545"/>
                  </a:lnTo>
                  <a:lnTo>
                    <a:pt x="1847218" y="621530"/>
                  </a:lnTo>
                  <a:lnTo>
                    <a:pt x="1847190" y="621518"/>
                  </a:lnTo>
                  <a:lnTo>
                    <a:pt x="1847124" y="621491"/>
                  </a:lnTo>
                  <a:lnTo>
                    <a:pt x="1846995" y="621438"/>
                  </a:lnTo>
                  <a:lnTo>
                    <a:pt x="1846906" y="621401"/>
                  </a:lnTo>
                  <a:lnTo>
                    <a:pt x="1846871" y="621387"/>
                  </a:lnTo>
                  <a:lnTo>
                    <a:pt x="1846857" y="621381"/>
                  </a:lnTo>
                  <a:lnTo>
                    <a:pt x="1846697" y="621294"/>
                  </a:lnTo>
                  <a:lnTo>
                    <a:pt x="1846526" y="621170"/>
                  </a:lnTo>
                  <a:lnTo>
                    <a:pt x="1846427" y="621126"/>
                  </a:lnTo>
                  <a:lnTo>
                    <a:pt x="1846345" y="621129"/>
                  </a:lnTo>
                  <a:lnTo>
                    <a:pt x="1846165" y="621188"/>
                  </a:lnTo>
                  <a:lnTo>
                    <a:pt x="1846157" y="621190"/>
                  </a:lnTo>
                  <a:lnTo>
                    <a:pt x="1846140" y="621202"/>
                  </a:lnTo>
                  <a:lnTo>
                    <a:pt x="1845997" y="621296"/>
                  </a:lnTo>
                  <a:lnTo>
                    <a:pt x="1845945" y="621330"/>
                  </a:lnTo>
                  <a:lnTo>
                    <a:pt x="1845770" y="621383"/>
                  </a:lnTo>
                  <a:lnTo>
                    <a:pt x="1845502" y="621439"/>
                  </a:lnTo>
                  <a:lnTo>
                    <a:pt x="1845475" y="621439"/>
                  </a:lnTo>
                  <a:lnTo>
                    <a:pt x="1845446" y="621439"/>
                  </a:lnTo>
                  <a:lnTo>
                    <a:pt x="1845434" y="621439"/>
                  </a:lnTo>
                  <a:lnTo>
                    <a:pt x="1845422" y="621432"/>
                  </a:lnTo>
                  <a:lnTo>
                    <a:pt x="1845118" y="621251"/>
                  </a:lnTo>
                  <a:lnTo>
                    <a:pt x="1845099" y="621238"/>
                  </a:lnTo>
                  <a:lnTo>
                    <a:pt x="1845097" y="621214"/>
                  </a:lnTo>
                  <a:lnTo>
                    <a:pt x="1845093" y="621178"/>
                  </a:lnTo>
                  <a:lnTo>
                    <a:pt x="1845052" y="620796"/>
                  </a:lnTo>
                  <a:lnTo>
                    <a:pt x="1845057" y="620676"/>
                  </a:lnTo>
                  <a:lnTo>
                    <a:pt x="1845149" y="620570"/>
                  </a:lnTo>
                  <a:lnTo>
                    <a:pt x="1845280" y="620635"/>
                  </a:lnTo>
                  <a:lnTo>
                    <a:pt x="1845335" y="620635"/>
                  </a:lnTo>
                  <a:lnTo>
                    <a:pt x="1845389" y="620636"/>
                  </a:lnTo>
                  <a:lnTo>
                    <a:pt x="1845772" y="619900"/>
                  </a:lnTo>
                  <a:lnTo>
                    <a:pt x="1845899" y="619732"/>
                  </a:lnTo>
                  <a:lnTo>
                    <a:pt x="1846015" y="619579"/>
                  </a:lnTo>
                  <a:lnTo>
                    <a:pt x="1846275" y="619717"/>
                  </a:lnTo>
                  <a:lnTo>
                    <a:pt x="1846391" y="619652"/>
                  </a:lnTo>
                  <a:lnTo>
                    <a:pt x="1846421" y="619634"/>
                  </a:lnTo>
                  <a:lnTo>
                    <a:pt x="1846669" y="619494"/>
                  </a:lnTo>
                  <a:lnTo>
                    <a:pt x="1846687" y="619484"/>
                  </a:lnTo>
                  <a:lnTo>
                    <a:pt x="1846896" y="619260"/>
                  </a:lnTo>
                  <a:lnTo>
                    <a:pt x="1846891" y="619227"/>
                  </a:lnTo>
                  <a:lnTo>
                    <a:pt x="1846844" y="618918"/>
                  </a:lnTo>
                  <a:lnTo>
                    <a:pt x="1846840" y="618895"/>
                  </a:lnTo>
                  <a:lnTo>
                    <a:pt x="1846966" y="618290"/>
                  </a:lnTo>
                  <a:lnTo>
                    <a:pt x="1846797" y="618263"/>
                  </a:lnTo>
                  <a:lnTo>
                    <a:pt x="1846789" y="618261"/>
                  </a:lnTo>
                  <a:lnTo>
                    <a:pt x="1846743" y="618279"/>
                  </a:lnTo>
                  <a:lnTo>
                    <a:pt x="1846413" y="618405"/>
                  </a:lnTo>
                  <a:lnTo>
                    <a:pt x="1846385" y="618421"/>
                  </a:lnTo>
                  <a:lnTo>
                    <a:pt x="1845965" y="618677"/>
                  </a:lnTo>
                  <a:lnTo>
                    <a:pt x="1845485" y="619029"/>
                  </a:lnTo>
                  <a:lnTo>
                    <a:pt x="1845361" y="619219"/>
                  </a:lnTo>
                  <a:lnTo>
                    <a:pt x="1845828" y="619456"/>
                  </a:lnTo>
                  <a:lnTo>
                    <a:pt x="1845635" y="619643"/>
                  </a:lnTo>
                  <a:lnTo>
                    <a:pt x="1845612" y="619666"/>
                  </a:lnTo>
                  <a:lnTo>
                    <a:pt x="1845497" y="619778"/>
                  </a:lnTo>
                  <a:lnTo>
                    <a:pt x="1845490" y="619785"/>
                  </a:lnTo>
                  <a:lnTo>
                    <a:pt x="1845320" y="619950"/>
                  </a:lnTo>
                  <a:lnTo>
                    <a:pt x="1845282" y="619952"/>
                  </a:lnTo>
                  <a:lnTo>
                    <a:pt x="1845206" y="619888"/>
                  </a:lnTo>
                  <a:lnTo>
                    <a:pt x="1845070" y="619995"/>
                  </a:lnTo>
                  <a:lnTo>
                    <a:pt x="1845049" y="620012"/>
                  </a:lnTo>
                  <a:lnTo>
                    <a:pt x="1844942" y="620230"/>
                  </a:lnTo>
                  <a:lnTo>
                    <a:pt x="1844700" y="620549"/>
                  </a:lnTo>
                  <a:lnTo>
                    <a:pt x="1844428" y="620293"/>
                  </a:lnTo>
                  <a:lnTo>
                    <a:pt x="1844371" y="620248"/>
                  </a:lnTo>
                  <a:lnTo>
                    <a:pt x="1844220" y="620130"/>
                  </a:lnTo>
                  <a:lnTo>
                    <a:pt x="1844135" y="620064"/>
                  </a:lnTo>
                  <a:lnTo>
                    <a:pt x="1844124" y="620056"/>
                  </a:lnTo>
                  <a:lnTo>
                    <a:pt x="1844057" y="620175"/>
                  </a:lnTo>
                  <a:lnTo>
                    <a:pt x="1844006" y="620362"/>
                  </a:lnTo>
                  <a:lnTo>
                    <a:pt x="1844004" y="620368"/>
                  </a:lnTo>
                  <a:lnTo>
                    <a:pt x="1844069" y="620649"/>
                  </a:lnTo>
                  <a:lnTo>
                    <a:pt x="1844059" y="620659"/>
                  </a:lnTo>
                  <a:lnTo>
                    <a:pt x="1844025" y="620695"/>
                  </a:lnTo>
                  <a:lnTo>
                    <a:pt x="1843949" y="620775"/>
                  </a:lnTo>
                  <a:lnTo>
                    <a:pt x="1843912" y="620815"/>
                  </a:lnTo>
                  <a:lnTo>
                    <a:pt x="1843511" y="621237"/>
                  </a:lnTo>
                  <a:lnTo>
                    <a:pt x="1843470" y="621256"/>
                  </a:lnTo>
                  <a:lnTo>
                    <a:pt x="1843272" y="621347"/>
                  </a:lnTo>
                  <a:lnTo>
                    <a:pt x="1843217" y="621373"/>
                  </a:lnTo>
                  <a:lnTo>
                    <a:pt x="1843085" y="621386"/>
                  </a:lnTo>
                  <a:lnTo>
                    <a:pt x="1843046" y="621390"/>
                  </a:lnTo>
                  <a:lnTo>
                    <a:pt x="1842966" y="621378"/>
                  </a:lnTo>
                  <a:lnTo>
                    <a:pt x="1842933" y="621364"/>
                  </a:lnTo>
                  <a:lnTo>
                    <a:pt x="1842893" y="621306"/>
                  </a:lnTo>
                  <a:lnTo>
                    <a:pt x="1842890" y="621286"/>
                  </a:lnTo>
                  <a:lnTo>
                    <a:pt x="1842886" y="621254"/>
                  </a:lnTo>
                  <a:lnTo>
                    <a:pt x="1842779" y="621034"/>
                  </a:lnTo>
                  <a:lnTo>
                    <a:pt x="1842765" y="621028"/>
                  </a:lnTo>
                  <a:lnTo>
                    <a:pt x="1842416" y="620869"/>
                  </a:lnTo>
                  <a:lnTo>
                    <a:pt x="1842392" y="620858"/>
                  </a:lnTo>
                  <a:lnTo>
                    <a:pt x="1842360" y="620834"/>
                  </a:lnTo>
                  <a:lnTo>
                    <a:pt x="1842330" y="620812"/>
                  </a:lnTo>
                  <a:lnTo>
                    <a:pt x="1842370" y="620738"/>
                  </a:lnTo>
                  <a:lnTo>
                    <a:pt x="1842466" y="620564"/>
                  </a:lnTo>
                  <a:lnTo>
                    <a:pt x="1842507" y="620491"/>
                  </a:lnTo>
                  <a:lnTo>
                    <a:pt x="1842511" y="620483"/>
                  </a:lnTo>
                  <a:lnTo>
                    <a:pt x="1842534" y="620471"/>
                  </a:lnTo>
                  <a:lnTo>
                    <a:pt x="1842540" y="620468"/>
                  </a:lnTo>
                  <a:lnTo>
                    <a:pt x="1842546" y="620465"/>
                  </a:lnTo>
                  <a:lnTo>
                    <a:pt x="1842630" y="620424"/>
                  </a:lnTo>
                  <a:lnTo>
                    <a:pt x="1842652" y="620412"/>
                  </a:lnTo>
                  <a:lnTo>
                    <a:pt x="1842749" y="620364"/>
                  </a:lnTo>
                  <a:lnTo>
                    <a:pt x="1842777" y="620368"/>
                  </a:lnTo>
                  <a:lnTo>
                    <a:pt x="1842801" y="620371"/>
                  </a:lnTo>
                  <a:lnTo>
                    <a:pt x="1842861" y="620324"/>
                  </a:lnTo>
                  <a:lnTo>
                    <a:pt x="1842871" y="620316"/>
                  </a:lnTo>
                  <a:lnTo>
                    <a:pt x="1842920" y="620187"/>
                  </a:lnTo>
                  <a:lnTo>
                    <a:pt x="1842928" y="620166"/>
                  </a:lnTo>
                  <a:lnTo>
                    <a:pt x="1842929" y="620161"/>
                  </a:lnTo>
                  <a:lnTo>
                    <a:pt x="1842934" y="620114"/>
                  </a:lnTo>
                  <a:lnTo>
                    <a:pt x="1842938" y="620071"/>
                  </a:lnTo>
                  <a:lnTo>
                    <a:pt x="1842939" y="620059"/>
                  </a:lnTo>
                  <a:lnTo>
                    <a:pt x="1842916" y="619837"/>
                  </a:lnTo>
                  <a:lnTo>
                    <a:pt x="1842842" y="619652"/>
                  </a:lnTo>
                  <a:lnTo>
                    <a:pt x="1842906" y="619553"/>
                  </a:lnTo>
                  <a:lnTo>
                    <a:pt x="1843171" y="619439"/>
                  </a:lnTo>
                  <a:lnTo>
                    <a:pt x="1843180" y="619428"/>
                  </a:lnTo>
                  <a:lnTo>
                    <a:pt x="1843236" y="619356"/>
                  </a:lnTo>
                  <a:lnTo>
                    <a:pt x="1843328" y="619235"/>
                  </a:lnTo>
                  <a:lnTo>
                    <a:pt x="1843362" y="619191"/>
                  </a:lnTo>
                  <a:lnTo>
                    <a:pt x="1843365" y="619165"/>
                  </a:lnTo>
                  <a:lnTo>
                    <a:pt x="1843313" y="619094"/>
                  </a:lnTo>
                  <a:lnTo>
                    <a:pt x="1843290" y="619063"/>
                  </a:lnTo>
                  <a:lnTo>
                    <a:pt x="1843282" y="619052"/>
                  </a:lnTo>
                  <a:lnTo>
                    <a:pt x="1843218" y="618964"/>
                  </a:lnTo>
                  <a:lnTo>
                    <a:pt x="1843208" y="618863"/>
                  </a:lnTo>
                  <a:lnTo>
                    <a:pt x="1843199" y="618763"/>
                  </a:lnTo>
                  <a:lnTo>
                    <a:pt x="1843193" y="618703"/>
                  </a:lnTo>
                  <a:lnTo>
                    <a:pt x="1843229" y="618532"/>
                  </a:lnTo>
                  <a:lnTo>
                    <a:pt x="1843324" y="618343"/>
                  </a:lnTo>
                  <a:lnTo>
                    <a:pt x="1843329" y="618333"/>
                  </a:lnTo>
                  <a:lnTo>
                    <a:pt x="1843358" y="618275"/>
                  </a:lnTo>
                  <a:lnTo>
                    <a:pt x="1843377" y="618275"/>
                  </a:lnTo>
                  <a:lnTo>
                    <a:pt x="1843532" y="618268"/>
                  </a:lnTo>
                  <a:lnTo>
                    <a:pt x="1843545" y="618267"/>
                  </a:lnTo>
                  <a:lnTo>
                    <a:pt x="1843604" y="618117"/>
                  </a:lnTo>
                  <a:lnTo>
                    <a:pt x="1843611" y="618100"/>
                  </a:lnTo>
                  <a:lnTo>
                    <a:pt x="1843630" y="618053"/>
                  </a:lnTo>
                  <a:lnTo>
                    <a:pt x="1843632" y="618034"/>
                  </a:lnTo>
                  <a:lnTo>
                    <a:pt x="1843619" y="618015"/>
                  </a:lnTo>
                  <a:lnTo>
                    <a:pt x="1843589" y="617976"/>
                  </a:lnTo>
                  <a:lnTo>
                    <a:pt x="1843533" y="617951"/>
                  </a:lnTo>
                  <a:lnTo>
                    <a:pt x="1843495" y="617948"/>
                  </a:lnTo>
                  <a:lnTo>
                    <a:pt x="1843428" y="617887"/>
                  </a:lnTo>
                  <a:lnTo>
                    <a:pt x="1843379" y="617821"/>
                  </a:lnTo>
                  <a:lnTo>
                    <a:pt x="1843379" y="617784"/>
                  </a:lnTo>
                  <a:lnTo>
                    <a:pt x="1843472" y="617583"/>
                  </a:lnTo>
                  <a:lnTo>
                    <a:pt x="1843576" y="617471"/>
                  </a:lnTo>
                  <a:lnTo>
                    <a:pt x="1843643" y="617443"/>
                  </a:lnTo>
                  <a:lnTo>
                    <a:pt x="1844115" y="617248"/>
                  </a:lnTo>
                  <a:lnTo>
                    <a:pt x="1844481" y="617096"/>
                  </a:lnTo>
                  <a:lnTo>
                    <a:pt x="1844802" y="616933"/>
                  </a:lnTo>
                  <a:lnTo>
                    <a:pt x="1844855" y="616869"/>
                  </a:lnTo>
                  <a:lnTo>
                    <a:pt x="1844943" y="616764"/>
                  </a:lnTo>
                  <a:lnTo>
                    <a:pt x="1844949" y="616757"/>
                  </a:lnTo>
                  <a:lnTo>
                    <a:pt x="1844989" y="616710"/>
                  </a:lnTo>
                  <a:lnTo>
                    <a:pt x="1845084" y="616596"/>
                  </a:lnTo>
                  <a:lnTo>
                    <a:pt x="1845167" y="616514"/>
                  </a:lnTo>
                  <a:lnTo>
                    <a:pt x="1845536" y="616417"/>
                  </a:lnTo>
                  <a:lnTo>
                    <a:pt x="1845627" y="616393"/>
                  </a:lnTo>
                  <a:lnTo>
                    <a:pt x="1845637" y="616390"/>
                  </a:lnTo>
                  <a:lnTo>
                    <a:pt x="1845789" y="616350"/>
                  </a:lnTo>
                  <a:lnTo>
                    <a:pt x="1845891" y="616285"/>
                  </a:lnTo>
                  <a:lnTo>
                    <a:pt x="1846142" y="616127"/>
                  </a:lnTo>
                  <a:lnTo>
                    <a:pt x="1846287" y="616035"/>
                  </a:lnTo>
                  <a:lnTo>
                    <a:pt x="1846597" y="615722"/>
                  </a:lnTo>
                  <a:lnTo>
                    <a:pt x="1846740" y="615615"/>
                  </a:lnTo>
                  <a:lnTo>
                    <a:pt x="1847274" y="615623"/>
                  </a:lnTo>
                  <a:lnTo>
                    <a:pt x="1847671" y="615910"/>
                  </a:lnTo>
                  <a:lnTo>
                    <a:pt x="1847779" y="615991"/>
                  </a:lnTo>
                  <a:lnTo>
                    <a:pt x="1847655" y="616403"/>
                  </a:lnTo>
                  <a:lnTo>
                    <a:pt x="1847682" y="616464"/>
                  </a:lnTo>
                  <a:lnTo>
                    <a:pt x="1847714" y="616470"/>
                  </a:lnTo>
                  <a:lnTo>
                    <a:pt x="1847729" y="616473"/>
                  </a:lnTo>
                  <a:lnTo>
                    <a:pt x="1847792" y="616487"/>
                  </a:lnTo>
                  <a:lnTo>
                    <a:pt x="1847806" y="616490"/>
                  </a:lnTo>
                  <a:lnTo>
                    <a:pt x="1847821" y="616493"/>
                  </a:lnTo>
                  <a:lnTo>
                    <a:pt x="1847896" y="616509"/>
                  </a:lnTo>
                  <a:lnTo>
                    <a:pt x="1847939" y="616518"/>
                  </a:lnTo>
                  <a:lnTo>
                    <a:pt x="1847967" y="616524"/>
                  </a:lnTo>
                  <a:lnTo>
                    <a:pt x="1848382" y="616613"/>
                  </a:lnTo>
                  <a:lnTo>
                    <a:pt x="1848427" y="616580"/>
                  </a:lnTo>
                  <a:lnTo>
                    <a:pt x="1848529" y="616149"/>
                  </a:lnTo>
                  <a:lnTo>
                    <a:pt x="1848990" y="615981"/>
                  </a:lnTo>
                  <a:lnTo>
                    <a:pt x="1849131" y="615930"/>
                  </a:lnTo>
                  <a:lnTo>
                    <a:pt x="1849466" y="615808"/>
                  </a:lnTo>
                  <a:lnTo>
                    <a:pt x="1849540" y="615781"/>
                  </a:lnTo>
                  <a:lnTo>
                    <a:pt x="1849621" y="615751"/>
                  </a:lnTo>
                  <a:lnTo>
                    <a:pt x="1849885" y="615637"/>
                  </a:lnTo>
                  <a:lnTo>
                    <a:pt x="1849966" y="615602"/>
                  </a:lnTo>
                  <a:lnTo>
                    <a:pt x="1849965" y="615597"/>
                  </a:lnTo>
                  <a:lnTo>
                    <a:pt x="1849952" y="615570"/>
                  </a:lnTo>
                  <a:lnTo>
                    <a:pt x="1849905" y="615472"/>
                  </a:lnTo>
                  <a:lnTo>
                    <a:pt x="1849908" y="615462"/>
                  </a:lnTo>
                  <a:lnTo>
                    <a:pt x="1849921" y="615426"/>
                  </a:lnTo>
                  <a:lnTo>
                    <a:pt x="1849945" y="615358"/>
                  </a:lnTo>
                  <a:lnTo>
                    <a:pt x="1849962" y="615312"/>
                  </a:lnTo>
                  <a:lnTo>
                    <a:pt x="1849967" y="615298"/>
                  </a:lnTo>
                  <a:lnTo>
                    <a:pt x="1849983" y="615285"/>
                  </a:lnTo>
                  <a:lnTo>
                    <a:pt x="1850184" y="615120"/>
                  </a:lnTo>
                  <a:lnTo>
                    <a:pt x="1850295" y="615101"/>
                  </a:lnTo>
                  <a:lnTo>
                    <a:pt x="1850346" y="615092"/>
                  </a:lnTo>
                  <a:lnTo>
                    <a:pt x="1850560" y="615056"/>
                  </a:lnTo>
                  <a:lnTo>
                    <a:pt x="1850667" y="615038"/>
                  </a:lnTo>
                  <a:lnTo>
                    <a:pt x="1851277" y="614803"/>
                  </a:lnTo>
                  <a:lnTo>
                    <a:pt x="1851319" y="614800"/>
                  </a:lnTo>
                  <a:lnTo>
                    <a:pt x="1851364" y="614776"/>
                  </a:lnTo>
                  <a:lnTo>
                    <a:pt x="1851360" y="614759"/>
                  </a:lnTo>
                  <a:lnTo>
                    <a:pt x="1851336" y="614646"/>
                  </a:lnTo>
                  <a:lnTo>
                    <a:pt x="1851210" y="614642"/>
                  </a:lnTo>
                  <a:lnTo>
                    <a:pt x="1851159" y="614641"/>
                  </a:lnTo>
                  <a:lnTo>
                    <a:pt x="1851000" y="614636"/>
                  </a:lnTo>
                  <a:lnTo>
                    <a:pt x="1850981" y="614637"/>
                  </a:lnTo>
                  <a:lnTo>
                    <a:pt x="1850814" y="614648"/>
                  </a:lnTo>
                  <a:lnTo>
                    <a:pt x="1850813" y="614710"/>
                  </a:lnTo>
                  <a:lnTo>
                    <a:pt x="1850772" y="614787"/>
                  </a:lnTo>
                  <a:lnTo>
                    <a:pt x="1850750" y="614802"/>
                  </a:lnTo>
                  <a:lnTo>
                    <a:pt x="1850574" y="614846"/>
                  </a:lnTo>
                  <a:lnTo>
                    <a:pt x="1850475" y="614870"/>
                  </a:lnTo>
                  <a:lnTo>
                    <a:pt x="1850461" y="614874"/>
                  </a:lnTo>
                  <a:lnTo>
                    <a:pt x="1850267" y="614922"/>
                  </a:lnTo>
                  <a:lnTo>
                    <a:pt x="1850232" y="614947"/>
                  </a:lnTo>
                  <a:lnTo>
                    <a:pt x="1850086" y="615048"/>
                  </a:lnTo>
                  <a:lnTo>
                    <a:pt x="1849763" y="615298"/>
                  </a:lnTo>
                  <a:lnTo>
                    <a:pt x="1849648" y="615462"/>
                  </a:lnTo>
                  <a:lnTo>
                    <a:pt x="1849550" y="615603"/>
                  </a:lnTo>
                  <a:lnTo>
                    <a:pt x="1848992" y="615677"/>
                  </a:lnTo>
                  <a:lnTo>
                    <a:pt x="1848655" y="615722"/>
                  </a:lnTo>
                  <a:lnTo>
                    <a:pt x="1848641" y="615746"/>
                  </a:lnTo>
                  <a:lnTo>
                    <a:pt x="1848571" y="615866"/>
                  </a:lnTo>
                  <a:lnTo>
                    <a:pt x="1848532" y="615876"/>
                  </a:lnTo>
                  <a:lnTo>
                    <a:pt x="1848294" y="615821"/>
                  </a:lnTo>
                  <a:lnTo>
                    <a:pt x="1848274" y="615797"/>
                  </a:lnTo>
                  <a:lnTo>
                    <a:pt x="1848331" y="615608"/>
                  </a:lnTo>
                  <a:lnTo>
                    <a:pt x="1848132" y="615470"/>
                  </a:lnTo>
                  <a:lnTo>
                    <a:pt x="1847979" y="615364"/>
                  </a:lnTo>
                  <a:lnTo>
                    <a:pt x="1847623" y="615144"/>
                  </a:lnTo>
                  <a:lnTo>
                    <a:pt x="1847540" y="615115"/>
                  </a:lnTo>
                  <a:lnTo>
                    <a:pt x="1846886" y="614997"/>
                  </a:lnTo>
                  <a:lnTo>
                    <a:pt x="1846681" y="614998"/>
                  </a:lnTo>
                  <a:lnTo>
                    <a:pt x="1846517" y="615075"/>
                  </a:lnTo>
                  <a:lnTo>
                    <a:pt x="1846403" y="615174"/>
                  </a:lnTo>
                  <a:lnTo>
                    <a:pt x="1846012" y="615408"/>
                  </a:lnTo>
                  <a:lnTo>
                    <a:pt x="1845798" y="615419"/>
                  </a:lnTo>
                  <a:lnTo>
                    <a:pt x="1845724" y="615353"/>
                  </a:lnTo>
                  <a:lnTo>
                    <a:pt x="1845680" y="615343"/>
                  </a:lnTo>
                  <a:lnTo>
                    <a:pt x="1845607" y="615391"/>
                  </a:lnTo>
                  <a:lnTo>
                    <a:pt x="1845235" y="615633"/>
                  </a:lnTo>
                  <a:lnTo>
                    <a:pt x="1845235" y="615648"/>
                  </a:lnTo>
                  <a:lnTo>
                    <a:pt x="1845383" y="615841"/>
                  </a:lnTo>
                  <a:lnTo>
                    <a:pt x="1845208" y="615977"/>
                  </a:lnTo>
                  <a:lnTo>
                    <a:pt x="1844782" y="616230"/>
                  </a:lnTo>
                  <a:lnTo>
                    <a:pt x="1844743" y="616250"/>
                  </a:lnTo>
                  <a:lnTo>
                    <a:pt x="1844740" y="616252"/>
                  </a:lnTo>
                  <a:lnTo>
                    <a:pt x="1844675" y="616285"/>
                  </a:lnTo>
                  <a:lnTo>
                    <a:pt x="1844632" y="616306"/>
                  </a:lnTo>
                  <a:lnTo>
                    <a:pt x="1844627" y="616309"/>
                  </a:lnTo>
                  <a:lnTo>
                    <a:pt x="1844572" y="616337"/>
                  </a:lnTo>
                  <a:lnTo>
                    <a:pt x="1844537" y="616355"/>
                  </a:lnTo>
                  <a:lnTo>
                    <a:pt x="1844525" y="616361"/>
                  </a:lnTo>
                  <a:lnTo>
                    <a:pt x="1844461" y="616394"/>
                  </a:lnTo>
                  <a:lnTo>
                    <a:pt x="1844457" y="616396"/>
                  </a:lnTo>
                  <a:lnTo>
                    <a:pt x="1844380" y="616435"/>
                  </a:lnTo>
                  <a:lnTo>
                    <a:pt x="1844315" y="616430"/>
                  </a:lnTo>
                  <a:lnTo>
                    <a:pt x="1844289" y="616291"/>
                  </a:lnTo>
                  <a:lnTo>
                    <a:pt x="1844233" y="615984"/>
                  </a:lnTo>
                  <a:lnTo>
                    <a:pt x="1844239" y="615817"/>
                  </a:lnTo>
                  <a:lnTo>
                    <a:pt x="1844242" y="615729"/>
                  </a:lnTo>
                  <a:lnTo>
                    <a:pt x="1844078" y="615494"/>
                  </a:lnTo>
                  <a:lnTo>
                    <a:pt x="1843955" y="615357"/>
                  </a:lnTo>
                  <a:lnTo>
                    <a:pt x="1843859" y="615297"/>
                  </a:lnTo>
                  <a:lnTo>
                    <a:pt x="1843669" y="615305"/>
                  </a:lnTo>
                  <a:lnTo>
                    <a:pt x="1843396" y="615317"/>
                  </a:lnTo>
                  <a:lnTo>
                    <a:pt x="1843343" y="615511"/>
                  </a:lnTo>
                  <a:lnTo>
                    <a:pt x="1843349" y="615624"/>
                  </a:lnTo>
                  <a:lnTo>
                    <a:pt x="1843385" y="615735"/>
                  </a:lnTo>
                  <a:lnTo>
                    <a:pt x="1843387" y="615901"/>
                  </a:lnTo>
                  <a:lnTo>
                    <a:pt x="1843349" y="615929"/>
                  </a:lnTo>
                  <a:lnTo>
                    <a:pt x="1843108" y="615924"/>
                  </a:lnTo>
                  <a:lnTo>
                    <a:pt x="1843049" y="615986"/>
                  </a:lnTo>
                  <a:lnTo>
                    <a:pt x="1843058" y="616544"/>
                  </a:lnTo>
                  <a:lnTo>
                    <a:pt x="1843059" y="616604"/>
                  </a:lnTo>
                  <a:lnTo>
                    <a:pt x="1841535" y="616607"/>
                  </a:lnTo>
                  <a:lnTo>
                    <a:pt x="1841498" y="615155"/>
                  </a:lnTo>
                  <a:lnTo>
                    <a:pt x="1841504" y="614801"/>
                  </a:lnTo>
                  <a:lnTo>
                    <a:pt x="1841507" y="614619"/>
                  </a:lnTo>
                  <a:lnTo>
                    <a:pt x="1841517" y="614581"/>
                  </a:lnTo>
                  <a:lnTo>
                    <a:pt x="1841522" y="614577"/>
                  </a:lnTo>
                  <a:lnTo>
                    <a:pt x="1841582" y="614515"/>
                  </a:lnTo>
                  <a:lnTo>
                    <a:pt x="1841600" y="614496"/>
                  </a:lnTo>
                  <a:lnTo>
                    <a:pt x="1841644" y="614196"/>
                  </a:lnTo>
                  <a:lnTo>
                    <a:pt x="1841632" y="613991"/>
                  </a:lnTo>
                  <a:lnTo>
                    <a:pt x="1841746" y="613534"/>
                  </a:lnTo>
                  <a:lnTo>
                    <a:pt x="1842429" y="612890"/>
                  </a:lnTo>
                  <a:lnTo>
                    <a:pt x="1842488" y="612834"/>
                  </a:lnTo>
                  <a:lnTo>
                    <a:pt x="1842541" y="612769"/>
                  </a:lnTo>
                  <a:lnTo>
                    <a:pt x="1842730" y="612539"/>
                  </a:lnTo>
                  <a:lnTo>
                    <a:pt x="1842755" y="612539"/>
                  </a:lnTo>
                  <a:lnTo>
                    <a:pt x="1843266" y="612763"/>
                  </a:lnTo>
                  <a:lnTo>
                    <a:pt x="1843812" y="612515"/>
                  </a:lnTo>
                  <a:lnTo>
                    <a:pt x="1843848" y="612476"/>
                  </a:lnTo>
                  <a:lnTo>
                    <a:pt x="1844128" y="612171"/>
                  </a:lnTo>
                  <a:lnTo>
                    <a:pt x="1844141" y="612025"/>
                  </a:lnTo>
                  <a:lnTo>
                    <a:pt x="1844159" y="611822"/>
                  </a:lnTo>
                  <a:lnTo>
                    <a:pt x="1844211" y="611731"/>
                  </a:lnTo>
                  <a:lnTo>
                    <a:pt x="1844288" y="611596"/>
                  </a:lnTo>
                  <a:lnTo>
                    <a:pt x="1844292" y="611591"/>
                  </a:lnTo>
                  <a:lnTo>
                    <a:pt x="1844395" y="611512"/>
                  </a:lnTo>
                  <a:lnTo>
                    <a:pt x="1844440" y="611477"/>
                  </a:lnTo>
                  <a:lnTo>
                    <a:pt x="1844520" y="611469"/>
                  </a:lnTo>
                  <a:lnTo>
                    <a:pt x="1844818" y="611695"/>
                  </a:lnTo>
                  <a:lnTo>
                    <a:pt x="1844872" y="611736"/>
                  </a:lnTo>
                  <a:lnTo>
                    <a:pt x="1844944" y="611790"/>
                  </a:lnTo>
                  <a:lnTo>
                    <a:pt x="1845003" y="611822"/>
                  </a:lnTo>
                  <a:lnTo>
                    <a:pt x="1845092" y="611838"/>
                  </a:lnTo>
                  <a:lnTo>
                    <a:pt x="1845104" y="611840"/>
                  </a:lnTo>
                  <a:lnTo>
                    <a:pt x="1845273" y="611798"/>
                  </a:lnTo>
                  <a:lnTo>
                    <a:pt x="1845886" y="611546"/>
                  </a:lnTo>
                  <a:lnTo>
                    <a:pt x="1845987" y="611535"/>
                  </a:lnTo>
                  <a:lnTo>
                    <a:pt x="1846075" y="611526"/>
                  </a:lnTo>
                  <a:lnTo>
                    <a:pt x="1846249" y="611507"/>
                  </a:lnTo>
                  <a:lnTo>
                    <a:pt x="1846366" y="611481"/>
                  </a:lnTo>
                  <a:lnTo>
                    <a:pt x="1846508" y="611426"/>
                  </a:lnTo>
                  <a:lnTo>
                    <a:pt x="1846597" y="611414"/>
                  </a:lnTo>
                  <a:lnTo>
                    <a:pt x="1846784" y="611418"/>
                  </a:lnTo>
                  <a:lnTo>
                    <a:pt x="1846794" y="611421"/>
                  </a:lnTo>
                  <a:lnTo>
                    <a:pt x="1846866" y="611449"/>
                  </a:lnTo>
                  <a:lnTo>
                    <a:pt x="1846897" y="611461"/>
                  </a:lnTo>
                  <a:lnTo>
                    <a:pt x="1847105" y="611504"/>
                  </a:lnTo>
                  <a:lnTo>
                    <a:pt x="1847552" y="611518"/>
                  </a:lnTo>
                  <a:lnTo>
                    <a:pt x="1847731" y="611524"/>
                  </a:lnTo>
                  <a:lnTo>
                    <a:pt x="1848067" y="611466"/>
                  </a:lnTo>
                  <a:lnTo>
                    <a:pt x="1848594" y="611328"/>
                  </a:lnTo>
                  <a:lnTo>
                    <a:pt x="1848609" y="611316"/>
                  </a:lnTo>
                  <a:lnTo>
                    <a:pt x="1848836" y="611140"/>
                  </a:lnTo>
                  <a:lnTo>
                    <a:pt x="1848868" y="611054"/>
                  </a:lnTo>
                  <a:lnTo>
                    <a:pt x="1848898" y="610973"/>
                  </a:lnTo>
                  <a:lnTo>
                    <a:pt x="1848948" y="610838"/>
                  </a:lnTo>
                  <a:lnTo>
                    <a:pt x="1849021" y="610769"/>
                  </a:lnTo>
                  <a:lnTo>
                    <a:pt x="1849175" y="610740"/>
                  </a:lnTo>
                  <a:lnTo>
                    <a:pt x="1849337" y="610796"/>
                  </a:lnTo>
                  <a:lnTo>
                    <a:pt x="1849343" y="610895"/>
                  </a:lnTo>
                  <a:lnTo>
                    <a:pt x="1849346" y="610950"/>
                  </a:lnTo>
                  <a:lnTo>
                    <a:pt x="1849347" y="610967"/>
                  </a:lnTo>
                  <a:lnTo>
                    <a:pt x="1849503" y="610962"/>
                  </a:lnTo>
                  <a:lnTo>
                    <a:pt x="1849886" y="610866"/>
                  </a:lnTo>
                  <a:lnTo>
                    <a:pt x="1849927" y="610856"/>
                  </a:lnTo>
                  <a:lnTo>
                    <a:pt x="1849973" y="610838"/>
                  </a:lnTo>
                  <a:lnTo>
                    <a:pt x="1849997" y="610828"/>
                  </a:lnTo>
                  <a:lnTo>
                    <a:pt x="1850035" y="610812"/>
                  </a:lnTo>
                  <a:lnTo>
                    <a:pt x="1850066" y="610796"/>
                  </a:lnTo>
                  <a:lnTo>
                    <a:pt x="1850110" y="610772"/>
                  </a:lnTo>
                  <a:lnTo>
                    <a:pt x="1850140" y="610756"/>
                  </a:lnTo>
                  <a:lnTo>
                    <a:pt x="1850265" y="610668"/>
                  </a:lnTo>
                  <a:lnTo>
                    <a:pt x="1850408" y="610534"/>
                  </a:lnTo>
                  <a:lnTo>
                    <a:pt x="1850523" y="610364"/>
                  </a:lnTo>
                  <a:lnTo>
                    <a:pt x="1850612" y="610141"/>
                  </a:lnTo>
                  <a:lnTo>
                    <a:pt x="1850612" y="609995"/>
                  </a:lnTo>
                  <a:lnTo>
                    <a:pt x="1850595" y="609911"/>
                  </a:lnTo>
                  <a:lnTo>
                    <a:pt x="1850587" y="609872"/>
                  </a:lnTo>
                  <a:lnTo>
                    <a:pt x="1850564" y="609763"/>
                  </a:lnTo>
                  <a:lnTo>
                    <a:pt x="1850512" y="609672"/>
                  </a:lnTo>
                  <a:lnTo>
                    <a:pt x="1850471" y="609643"/>
                  </a:lnTo>
                  <a:lnTo>
                    <a:pt x="1850454" y="609640"/>
                  </a:lnTo>
                  <a:lnTo>
                    <a:pt x="1850350" y="609620"/>
                  </a:lnTo>
                  <a:lnTo>
                    <a:pt x="1850337" y="609617"/>
                  </a:lnTo>
                  <a:lnTo>
                    <a:pt x="1850160" y="609612"/>
                  </a:lnTo>
                  <a:lnTo>
                    <a:pt x="1850007" y="609639"/>
                  </a:lnTo>
                  <a:lnTo>
                    <a:pt x="1849974" y="609671"/>
                  </a:lnTo>
                  <a:lnTo>
                    <a:pt x="1849945" y="609676"/>
                  </a:lnTo>
                  <a:lnTo>
                    <a:pt x="1849947" y="609633"/>
                  </a:lnTo>
                  <a:lnTo>
                    <a:pt x="1849952" y="609543"/>
                  </a:lnTo>
                  <a:lnTo>
                    <a:pt x="1849974" y="609516"/>
                  </a:lnTo>
                  <a:lnTo>
                    <a:pt x="1850008" y="609473"/>
                  </a:lnTo>
                  <a:lnTo>
                    <a:pt x="1850037" y="609451"/>
                  </a:lnTo>
                  <a:lnTo>
                    <a:pt x="1850110" y="609395"/>
                  </a:lnTo>
                  <a:lnTo>
                    <a:pt x="1850119" y="609387"/>
                  </a:lnTo>
                  <a:lnTo>
                    <a:pt x="1850195" y="609328"/>
                  </a:lnTo>
                  <a:lnTo>
                    <a:pt x="1850212" y="609320"/>
                  </a:lnTo>
                  <a:lnTo>
                    <a:pt x="1850311" y="609270"/>
                  </a:lnTo>
                  <a:lnTo>
                    <a:pt x="1850352" y="609249"/>
                  </a:lnTo>
                  <a:lnTo>
                    <a:pt x="1850369" y="609255"/>
                  </a:lnTo>
                  <a:lnTo>
                    <a:pt x="1850462" y="609289"/>
                  </a:lnTo>
                  <a:lnTo>
                    <a:pt x="1850715" y="609276"/>
                  </a:lnTo>
                  <a:lnTo>
                    <a:pt x="1850785" y="609261"/>
                  </a:lnTo>
                  <a:lnTo>
                    <a:pt x="1850800" y="609258"/>
                  </a:lnTo>
                  <a:lnTo>
                    <a:pt x="1851001" y="609214"/>
                  </a:lnTo>
                  <a:lnTo>
                    <a:pt x="1851011" y="609212"/>
                  </a:lnTo>
                  <a:lnTo>
                    <a:pt x="1851168" y="609178"/>
                  </a:lnTo>
                  <a:lnTo>
                    <a:pt x="1851177" y="609176"/>
                  </a:lnTo>
                  <a:lnTo>
                    <a:pt x="1851354" y="609138"/>
                  </a:lnTo>
                  <a:lnTo>
                    <a:pt x="1851599" y="608963"/>
                  </a:lnTo>
                  <a:lnTo>
                    <a:pt x="1851665" y="608968"/>
                  </a:lnTo>
                  <a:lnTo>
                    <a:pt x="1851730" y="608973"/>
                  </a:lnTo>
                  <a:lnTo>
                    <a:pt x="1851766" y="608976"/>
                  </a:lnTo>
                  <a:lnTo>
                    <a:pt x="1851909" y="608988"/>
                  </a:lnTo>
                  <a:lnTo>
                    <a:pt x="1851947" y="608991"/>
                  </a:lnTo>
                  <a:lnTo>
                    <a:pt x="1852017" y="609014"/>
                  </a:lnTo>
                  <a:lnTo>
                    <a:pt x="1852071" y="609053"/>
                  </a:lnTo>
                  <a:lnTo>
                    <a:pt x="1852075" y="609056"/>
                  </a:lnTo>
                  <a:lnTo>
                    <a:pt x="1852086" y="609063"/>
                  </a:lnTo>
                  <a:lnTo>
                    <a:pt x="1852190" y="609138"/>
                  </a:lnTo>
                  <a:lnTo>
                    <a:pt x="1852230" y="609167"/>
                  </a:lnTo>
                  <a:lnTo>
                    <a:pt x="1852499" y="609361"/>
                  </a:lnTo>
                  <a:lnTo>
                    <a:pt x="1852755" y="609545"/>
                  </a:lnTo>
                  <a:lnTo>
                    <a:pt x="1852903" y="609782"/>
                  </a:lnTo>
                  <a:lnTo>
                    <a:pt x="1852912" y="609889"/>
                  </a:lnTo>
                  <a:lnTo>
                    <a:pt x="1852895" y="609945"/>
                  </a:lnTo>
                  <a:lnTo>
                    <a:pt x="1852885" y="609976"/>
                  </a:lnTo>
                  <a:lnTo>
                    <a:pt x="1852876" y="610003"/>
                  </a:lnTo>
                  <a:lnTo>
                    <a:pt x="1852907" y="610122"/>
                  </a:lnTo>
                  <a:lnTo>
                    <a:pt x="1852940" y="610247"/>
                  </a:lnTo>
                  <a:lnTo>
                    <a:pt x="1852950" y="610284"/>
                  </a:lnTo>
                  <a:lnTo>
                    <a:pt x="1853122" y="610741"/>
                  </a:lnTo>
                  <a:lnTo>
                    <a:pt x="1853205" y="610868"/>
                  </a:lnTo>
                  <a:lnTo>
                    <a:pt x="1853257" y="610946"/>
                  </a:lnTo>
                  <a:lnTo>
                    <a:pt x="1853277" y="610998"/>
                  </a:lnTo>
                  <a:lnTo>
                    <a:pt x="1853282" y="611013"/>
                  </a:lnTo>
                  <a:lnTo>
                    <a:pt x="1853284" y="611017"/>
                  </a:lnTo>
                  <a:lnTo>
                    <a:pt x="1853414" y="611358"/>
                  </a:lnTo>
                  <a:lnTo>
                    <a:pt x="1853448" y="611586"/>
                  </a:lnTo>
                  <a:lnTo>
                    <a:pt x="1853451" y="611609"/>
                  </a:lnTo>
                  <a:lnTo>
                    <a:pt x="1853441" y="611733"/>
                  </a:lnTo>
                  <a:lnTo>
                    <a:pt x="1853471" y="611847"/>
                  </a:lnTo>
                  <a:lnTo>
                    <a:pt x="1853505" y="611978"/>
                  </a:lnTo>
                  <a:lnTo>
                    <a:pt x="1853692" y="611979"/>
                  </a:lnTo>
                  <a:lnTo>
                    <a:pt x="1853711" y="611937"/>
                  </a:lnTo>
                  <a:lnTo>
                    <a:pt x="1853653" y="611786"/>
                  </a:lnTo>
                  <a:lnTo>
                    <a:pt x="1853643" y="611760"/>
                  </a:lnTo>
                  <a:lnTo>
                    <a:pt x="1853650" y="611748"/>
                  </a:lnTo>
                  <a:lnTo>
                    <a:pt x="1853687" y="611743"/>
                  </a:lnTo>
                  <a:lnTo>
                    <a:pt x="1853754" y="611733"/>
                  </a:lnTo>
                  <a:lnTo>
                    <a:pt x="1853965" y="611700"/>
                  </a:lnTo>
                  <a:lnTo>
                    <a:pt x="1854045" y="611727"/>
                  </a:lnTo>
                  <a:lnTo>
                    <a:pt x="1854094" y="611720"/>
                  </a:lnTo>
                  <a:lnTo>
                    <a:pt x="1854268" y="611696"/>
                  </a:lnTo>
                  <a:lnTo>
                    <a:pt x="1854395" y="611610"/>
                  </a:lnTo>
                  <a:lnTo>
                    <a:pt x="1854501" y="611461"/>
                  </a:lnTo>
                  <a:lnTo>
                    <a:pt x="1854532" y="611418"/>
                  </a:lnTo>
                  <a:lnTo>
                    <a:pt x="1854564" y="611373"/>
                  </a:lnTo>
                  <a:lnTo>
                    <a:pt x="1854583" y="611322"/>
                  </a:lnTo>
                  <a:lnTo>
                    <a:pt x="1854549" y="611302"/>
                  </a:lnTo>
                  <a:lnTo>
                    <a:pt x="1854506" y="611279"/>
                  </a:lnTo>
                  <a:lnTo>
                    <a:pt x="1854442" y="611336"/>
                  </a:lnTo>
                  <a:lnTo>
                    <a:pt x="1854328" y="611437"/>
                  </a:lnTo>
                  <a:lnTo>
                    <a:pt x="1854304" y="611457"/>
                  </a:lnTo>
                  <a:lnTo>
                    <a:pt x="1854185" y="611513"/>
                  </a:lnTo>
                  <a:lnTo>
                    <a:pt x="1854137" y="611526"/>
                  </a:lnTo>
                  <a:lnTo>
                    <a:pt x="1854123" y="611529"/>
                  </a:lnTo>
                  <a:lnTo>
                    <a:pt x="1854084" y="611540"/>
                  </a:lnTo>
                  <a:lnTo>
                    <a:pt x="1854050" y="611536"/>
                  </a:lnTo>
                  <a:lnTo>
                    <a:pt x="1854040" y="611535"/>
                  </a:lnTo>
                  <a:lnTo>
                    <a:pt x="1853997" y="611530"/>
                  </a:lnTo>
                  <a:lnTo>
                    <a:pt x="1853892" y="611518"/>
                  </a:lnTo>
                  <a:lnTo>
                    <a:pt x="1853623" y="611458"/>
                  </a:lnTo>
                  <a:lnTo>
                    <a:pt x="1853593" y="611437"/>
                  </a:lnTo>
                  <a:lnTo>
                    <a:pt x="1853485" y="611079"/>
                  </a:lnTo>
                  <a:lnTo>
                    <a:pt x="1853485" y="611073"/>
                  </a:lnTo>
                  <a:lnTo>
                    <a:pt x="1853485" y="611041"/>
                  </a:lnTo>
                  <a:lnTo>
                    <a:pt x="1853467" y="611008"/>
                  </a:lnTo>
                  <a:lnTo>
                    <a:pt x="1853443" y="610962"/>
                  </a:lnTo>
                  <a:lnTo>
                    <a:pt x="1853431" y="610939"/>
                  </a:lnTo>
                  <a:lnTo>
                    <a:pt x="1853427" y="610931"/>
                  </a:lnTo>
                  <a:lnTo>
                    <a:pt x="1853396" y="610872"/>
                  </a:lnTo>
                  <a:lnTo>
                    <a:pt x="1853381" y="610845"/>
                  </a:lnTo>
                  <a:lnTo>
                    <a:pt x="1853362" y="610828"/>
                  </a:lnTo>
                  <a:lnTo>
                    <a:pt x="1853325" y="610797"/>
                  </a:lnTo>
                  <a:lnTo>
                    <a:pt x="1853293" y="610769"/>
                  </a:lnTo>
                  <a:lnTo>
                    <a:pt x="1853175" y="610533"/>
                  </a:lnTo>
                  <a:lnTo>
                    <a:pt x="1853132" y="610321"/>
                  </a:lnTo>
                  <a:lnTo>
                    <a:pt x="1853132" y="610295"/>
                  </a:lnTo>
                  <a:lnTo>
                    <a:pt x="1853132" y="610138"/>
                  </a:lnTo>
                  <a:lnTo>
                    <a:pt x="1852956" y="609560"/>
                  </a:lnTo>
                  <a:lnTo>
                    <a:pt x="1852615" y="609172"/>
                  </a:lnTo>
                  <a:lnTo>
                    <a:pt x="1852442" y="609002"/>
                  </a:lnTo>
                  <a:lnTo>
                    <a:pt x="1852181" y="608927"/>
                  </a:lnTo>
                  <a:lnTo>
                    <a:pt x="1851870" y="608838"/>
                  </a:lnTo>
                  <a:lnTo>
                    <a:pt x="1851856" y="608818"/>
                  </a:lnTo>
                  <a:lnTo>
                    <a:pt x="1852009" y="608421"/>
                  </a:lnTo>
                  <a:lnTo>
                    <a:pt x="1852057" y="608405"/>
                  </a:lnTo>
                  <a:lnTo>
                    <a:pt x="1852181" y="608448"/>
                  </a:lnTo>
                  <a:lnTo>
                    <a:pt x="1852299" y="608488"/>
                  </a:lnTo>
                  <a:lnTo>
                    <a:pt x="1852453" y="608541"/>
                  </a:lnTo>
                  <a:lnTo>
                    <a:pt x="1852488" y="608546"/>
                  </a:lnTo>
                  <a:lnTo>
                    <a:pt x="1852548" y="608554"/>
                  </a:lnTo>
                  <a:lnTo>
                    <a:pt x="1852564" y="608541"/>
                  </a:lnTo>
                  <a:lnTo>
                    <a:pt x="1852527" y="608491"/>
                  </a:lnTo>
                  <a:lnTo>
                    <a:pt x="1852465" y="608408"/>
                  </a:lnTo>
                  <a:lnTo>
                    <a:pt x="1852449" y="608400"/>
                  </a:lnTo>
                  <a:lnTo>
                    <a:pt x="1852296" y="608321"/>
                  </a:lnTo>
                  <a:lnTo>
                    <a:pt x="1852207" y="608235"/>
                  </a:lnTo>
                  <a:lnTo>
                    <a:pt x="1852075" y="608057"/>
                  </a:lnTo>
                  <a:lnTo>
                    <a:pt x="1852123" y="607857"/>
                  </a:lnTo>
                  <a:lnTo>
                    <a:pt x="1852180" y="607737"/>
                  </a:lnTo>
                  <a:lnTo>
                    <a:pt x="1852188" y="607721"/>
                  </a:lnTo>
                  <a:lnTo>
                    <a:pt x="1852287" y="607589"/>
                  </a:lnTo>
                  <a:lnTo>
                    <a:pt x="1852335" y="607490"/>
                  </a:lnTo>
                  <a:lnTo>
                    <a:pt x="1852343" y="607433"/>
                  </a:lnTo>
                  <a:lnTo>
                    <a:pt x="1852329" y="607198"/>
                  </a:lnTo>
                  <a:lnTo>
                    <a:pt x="1852297" y="607090"/>
                  </a:lnTo>
                  <a:lnTo>
                    <a:pt x="1852217" y="606817"/>
                  </a:lnTo>
                  <a:lnTo>
                    <a:pt x="1852113" y="606683"/>
                  </a:lnTo>
                  <a:lnTo>
                    <a:pt x="1851985" y="606576"/>
                  </a:lnTo>
                  <a:lnTo>
                    <a:pt x="1851960" y="606567"/>
                  </a:lnTo>
                  <a:lnTo>
                    <a:pt x="1851838" y="606520"/>
                  </a:lnTo>
                  <a:lnTo>
                    <a:pt x="1851770" y="606509"/>
                  </a:lnTo>
                  <a:lnTo>
                    <a:pt x="1851724" y="606450"/>
                  </a:lnTo>
                  <a:lnTo>
                    <a:pt x="1851556" y="606234"/>
                  </a:lnTo>
                  <a:lnTo>
                    <a:pt x="1851457" y="606122"/>
                  </a:lnTo>
                  <a:lnTo>
                    <a:pt x="1851238" y="605874"/>
                  </a:lnTo>
                  <a:lnTo>
                    <a:pt x="1851082" y="605732"/>
                  </a:lnTo>
                  <a:lnTo>
                    <a:pt x="1850891" y="605588"/>
                  </a:lnTo>
                  <a:lnTo>
                    <a:pt x="1850879" y="605582"/>
                  </a:lnTo>
                  <a:lnTo>
                    <a:pt x="1850630" y="605459"/>
                  </a:lnTo>
                  <a:lnTo>
                    <a:pt x="1850578" y="605434"/>
                  </a:lnTo>
                  <a:lnTo>
                    <a:pt x="1850517" y="605403"/>
                  </a:lnTo>
                  <a:lnTo>
                    <a:pt x="1850503" y="605388"/>
                  </a:lnTo>
                  <a:lnTo>
                    <a:pt x="1850443" y="605326"/>
                  </a:lnTo>
                  <a:lnTo>
                    <a:pt x="1850466" y="605235"/>
                  </a:lnTo>
                  <a:lnTo>
                    <a:pt x="1850472" y="605213"/>
                  </a:lnTo>
                  <a:lnTo>
                    <a:pt x="1850518" y="605159"/>
                  </a:lnTo>
                  <a:lnTo>
                    <a:pt x="1850543" y="605151"/>
                  </a:lnTo>
                  <a:lnTo>
                    <a:pt x="1850645" y="605116"/>
                  </a:lnTo>
                  <a:lnTo>
                    <a:pt x="1850724" y="605089"/>
                  </a:lnTo>
                  <a:lnTo>
                    <a:pt x="1851030" y="604986"/>
                  </a:lnTo>
                  <a:lnTo>
                    <a:pt x="1851155" y="604911"/>
                  </a:lnTo>
                  <a:lnTo>
                    <a:pt x="1851423" y="604752"/>
                  </a:lnTo>
                  <a:lnTo>
                    <a:pt x="1851455" y="604722"/>
                  </a:lnTo>
                  <a:lnTo>
                    <a:pt x="1851659" y="604534"/>
                  </a:lnTo>
                  <a:lnTo>
                    <a:pt x="1851751" y="604384"/>
                  </a:lnTo>
                  <a:lnTo>
                    <a:pt x="1851805" y="604210"/>
                  </a:lnTo>
                  <a:lnTo>
                    <a:pt x="1851843" y="603935"/>
                  </a:lnTo>
                  <a:lnTo>
                    <a:pt x="1851840" y="603911"/>
                  </a:lnTo>
                  <a:lnTo>
                    <a:pt x="1851827" y="603809"/>
                  </a:lnTo>
                  <a:lnTo>
                    <a:pt x="1851825" y="603793"/>
                  </a:lnTo>
                  <a:lnTo>
                    <a:pt x="1851680" y="603731"/>
                  </a:lnTo>
                  <a:lnTo>
                    <a:pt x="1851658" y="603722"/>
                  </a:lnTo>
                  <a:lnTo>
                    <a:pt x="1851640" y="603705"/>
                  </a:lnTo>
                  <a:lnTo>
                    <a:pt x="1851620" y="603686"/>
                  </a:lnTo>
                  <a:lnTo>
                    <a:pt x="1851546" y="603616"/>
                  </a:lnTo>
                  <a:lnTo>
                    <a:pt x="1851547" y="603592"/>
                  </a:lnTo>
                  <a:lnTo>
                    <a:pt x="1851554" y="603474"/>
                  </a:lnTo>
                  <a:lnTo>
                    <a:pt x="1851520" y="603295"/>
                  </a:lnTo>
                  <a:lnTo>
                    <a:pt x="1851337" y="603288"/>
                  </a:lnTo>
                  <a:lnTo>
                    <a:pt x="1851302" y="603267"/>
                  </a:lnTo>
                  <a:lnTo>
                    <a:pt x="1851102" y="603152"/>
                  </a:lnTo>
                  <a:lnTo>
                    <a:pt x="1851081" y="603113"/>
                  </a:lnTo>
                  <a:lnTo>
                    <a:pt x="1851016" y="602997"/>
                  </a:lnTo>
                  <a:lnTo>
                    <a:pt x="1851054" y="602666"/>
                  </a:lnTo>
                  <a:lnTo>
                    <a:pt x="1851060" y="602615"/>
                  </a:lnTo>
                  <a:lnTo>
                    <a:pt x="1851072" y="602506"/>
                  </a:lnTo>
                  <a:lnTo>
                    <a:pt x="1851075" y="602500"/>
                  </a:lnTo>
                  <a:lnTo>
                    <a:pt x="1851138" y="602375"/>
                  </a:lnTo>
                  <a:lnTo>
                    <a:pt x="1851180" y="602378"/>
                  </a:lnTo>
                  <a:lnTo>
                    <a:pt x="1851268" y="602385"/>
                  </a:lnTo>
                  <a:lnTo>
                    <a:pt x="1851314" y="602388"/>
                  </a:lnTo>
                  <a:lnTo>
                    <a:pt x="1851361" y="602392"/>
                  </a:lnTo>
                  <a:lnTo>
                    <a:pt x="1851617" y="602375"/>
                  </a:lnTo>
                  <a:lnTo>
                    <a:pt x="1851663" y="602372"/>
                  </a:lnTo>
                  <a:lnTo>
                    <a:pt x="1851778" y="602351"/>
                  </a:lnTo>
                  <a:lnTo>
                    <a:pt x="1851796" y="602348"/>
                  </a:lnTo>
                  <a:lnTo>
                    <a:pt x="1851983" y="602241"/>
                  </a:lnTo>
                  <a:lnTo>
                    <a:pt x="1852066" y="602121"/>
                  </a:lnTo>
                  <a:lnTo>
                    <a:pt x="1852273" y="601823"/>
                  </a:lnTo>
                  <a:lnTo>
                    <a:pt x="1852447" y="601612"/>
                  </a:lnTo>
                  <a:lnTo>
                    <a:pt x="1852574" y="601565"/>
                  </a:lnTo>
                  <a:lnTo>
                    <a:pt x="1852611" y="601521"/>
                  </a:lnTo>
                  <a:lnTo>
                    <a:pt x="1852654" y="601470"/>
                  </a:lnTo>
                  <a:lnTo>
                    <a:pt x="1852759" y="601346"/>
                  </a:lnTo>
                  <a:lnTo>
                    <a:pt x="1852812" y="601235"/>
                  </a:lnTo>
                  <a:lnTo>
                    <a:pt x="1852940" y="601039"/>
                  </a:lnTo>
                  <a:lnTo>
                    <a:pt x="1852983" y="600972"/>
                  </a:lnTo>
                  <a:lnTo>
                    <a:pt x="1853164" y="600898"/>
                  </a:lnTo>
                  <a:lnTo>
                    <a:pt x="1853285" y="600833"/>
                  </a:lnTo>
                  <a:lnTo>
                    <a:pt x="1853348" y="600755"/>
                  </a:lnTo>
                  <a:lnTo>
                    <a:pt x="1853571" y="600221"/>
                  </a:lnTo>
                  <a:lnTo>
                    <a:pt x="1853563" y="600163"/>
                  </a:lnTo>
                  <a:lnTo>
                    <a:pt x="1853525" y="600113"/>
                  </a:lnTo>
                  <a:lnTo>
                    <a:pt x="1853496" y="600030"/>
                  </a:lnTo>
                  <a:lnTo>
                    <a:pt x="1853503" y="600016"/>
                  </a:lnTo>
                  <a:lnTo>
                    <a:pt x="1853537" y="599943"/>
                  </a:lnTo>
                  <a:lnTo>
                    <a:pt x="1853548" y="599917"/>
                  </a:lnTo>
                  <a:lnTo>
                    <a:pt x="1853608" y="599944"/>
                  </a:lnTo>
                  <a:lnTo>
                    <a:pt x="1853730" y="600000"/>
                  </a:lnTo>
                  <a:lnTo>
                    <a:pt x="1853892" y="600074"/>
                  </a:lnTo>
                  <a:lnTo>
                    <a:pt x="1853907" y="600081"/>
                  </a:lnTo>
                  <a:lnTo>
                    <a:pt x="1853929" y="600091"/>
                  </a:lnTo>
                  <a:lnTo>
                    <a:pt x="1854049" y="600145"/>
                  </a:lnTo>
                  <a:lnTo>
                    <a:pt x="1854143" y="600188"/>
                  </a:lnTo>
                  <a:lnTo>
                    <a:pt x="1854239" y="600232"/>
                  </a:lnTo>
                  <a:lnTo>
                    <a:pt x="1854479" y="600298"/>
                  </a:lnTo>
                  <a:lnTo>
                    <a:pt x="1854712" y="600293"/>
                  </a:lnTo>
                  <a:lnTo>
                    <a:pt x="1854764" y="600286"/>
                  </a:lnTo>
                  <a:lnTo>
                    <a:pt x="1854789" y="600282"/>
                  </a:lnTo>
                  <a:lnTo>
                    <a:pt x="1854989" y="600254"/>
                  </a:lnTo>
                  <a:lnTo>
                    <a:pt x="1855228" y="600220"/>
                  </a:lnTo>
                  <a:lnTo>
                    <a:pt x="1855370" y="600199"/>
                  </a:lnTo>
                  <a:lnTo>
                    <a:pt x="1855430" y="600181"/>
                  </a:lnTo>
                  <a:lnTo>
                    <a:pt x="1855506" y="600159"/>
                  </a:lnTo>
                  <a:lnTo>
                    <a:pt x="1855544" y="600141"/>
                  </a:lnTo>
                  <a:lnTo>
                    <a:pt x="1855616" y="600109"/>
                  </a:lnTo>
                  <a:lnTo>
                    <a:pt x="1855681" y="600079"/>
                  </a:lnTo>
                  <a:lnTo>
                    <a:pt x="1855734" y="600055"/>
                  </a:lnTo>
                  <a:lnTo>
                    <a:pt x="1855774" y="600022"/>
                  </a:lnTo>
                  <a:lnTo>
                    <a:pt x="1855808" y="599995"/>
                  </a:lnTo>
                  <a:lnTo>
                    <a:pt x="1855863" y="599950"/>
                  </a:lnTo>
                  <a:lnTo>
                    <a:pt x="1855895" y="599924"/>
                  </a:lnTo>
                  <a:lnTo>
                    <a:pt x="1855946" y="599916"/>
                  </a:lnTo>
                  <a:lnTo>
                    <a:pt x="1856273" y="599923"/>
                  </a:lnTo>
                  <a:lnTo>
                    <a:pt x="1856290" y="599924"/>
                  </a:lnTo>
                  <a:lnTo>
                    <a:pt x="1856381" y="599896"/>
                  </a:lnTo>
                  <a:lnTo>
                    <a:pt x="1856400" y="599881"/>
                  </a:lnTo>
                  <a:lnTo>
                    <a:pt x="1856801" y="599564"/>
                  </a:lnTo>
                  <a:lnTo>
                    <a:pt x="1856830" y="599541"/>
                  </a:lnTo>
                  <a:lnTo>
                    <a:pt x="1857002" y="599405"/>
                  </a:lnTo>
                  <a:lnTo>
                    <a:pt x="1857079" y="599325"/>
                  </a:lnTo>
                  <a:lnTo>
                    <a:pt x="1857141" y="599231"/>
                  </a:lnTo>
                  <a:lnTo>
                    <a:pt x="1857195" y="599151"/>
                  </a:lnTo>
                  <a:lnTo>
                    <a:pt x="1857257" y="599057"/>
                  </a:lnTo>
                  <a:lnTo>
                    <a:pt x="1857267" y="599023"/>
                  </a:lnTo>
                  <a:lnTo>
                    <a:pt x="1857342" y="598750"/>
                  </a:lnTo>
                  <a:lnTo>
                    <a:pt x="1857342" y="598720"/>
                  </a:lnTo>
                  <a:lnTo>
                    <a:pt x="1857343" y="598669"/>
                  </a:lnTo>
                  <a:lnTo>
                    <a:pt x="1857317" y="598576"/>
                  </a:lnTo>
                  <a:lnTo>
                    <a:pt x="1857395" y="598490"/>
                  </a:lnTo>
                  <a:lnTo>
                    <a:pt x="1857432" y="598483"/>
                  </a:lnTo>
                  <a:lnTo>
                    <a:pt x="1857700" y="598431"/>
                  </a:lnTo>
                  <a:lnTo>
                    <a:pt x="1857767" y="598436"/>
                  </a:lnTo>
                  <a:lnTo>
                    <a:pt x="1858011" y="598456"/>
                  </a:lnTo>
                  <a:lnTo>
                    <a:pt x="1858235" y="598414"/>
                  </a:lnTo>
                  <a:lnTo>
                    <a:pt x="1858386" y="598345"/>
                  </a:lnTo>
                  <a:lnTo>
                    <a:pt x="1858466" y="598243"/>
                  </a:lnTo>
                  <a:lnTo>
                    <a:pt x="1858485" y="598220"/>
                  </a:lnTo>
                  <a:lnTo>
                    <a:pt x="1858580" y="598032"/>
                  </a:lnTo>
                  <a:lnTo>
                    <a:pt x="1858765" y="597743"/>
                  </a:lnTo>
                  <a:lnTo>
                    <a:pt x="1858875" y="597710"/>
                  </a:lnTo>
                  <a:lnTo>
                    <a:pt x="1858938" y="597721"/>
                  </a:lnTo>
                  <a:lnTo>
                    <a:pt x="1859034" y="597760"/>
                  </a:lnTo>
                  <a:lnTo>
                    <a:pt x="1859155" y="597757"/>
                  </a:lnTo>
                  <a:lnTo>
                    <a:pt x="1859219" y="597731"/>
                  </a:lnTo>
                  <a:lnTo>
                    <a:pt x="1859300" y="597677"/>
                  </a:lnTo>
                  <a:lnTo>
                    <a:pt x="1859526" y="597434"/>
                  </a:lnTo>
                  <a:lnTo>
                    <a:pt x="1859538" y="597421"/>
                  </a:lnTo>
                  <a:lnTo>
                    <a:pt x="1859563" y="597394"/>
                  </a:lnTo>
                  <a:lnTo>
                    <a:pt x="1859611" y="597343"/>
                  </a:lnTo>
                  <a:lnTo>
                    <a:pt x="1859700" y="597247"/>
                  </a:lnTo>
                  <a:lnTo>
                    <a:pt x="1859749" y="597194"/>
                  </a:lnTo>
                  <a:lnTo>
                    <a:pt x="1859639" y="596998"/>
                  </a:lnTo>
                  <a:lnTo>
                    <a:pt x="1859698" y="596954"/>
                  </a:lnTo>
                  <a:lnTo>
                    <a:pt x="1859833" y="596933"/>
                  </a:lnTo>
                  <a:lnTo>
                    <a:pt x="1860086" y="596926"/>
                  </a:lnTo>
                  <a:lnTo>
                    <a:pt x="1860468" y="597169"/>
                  </a:lnTo>
                  <a:lnTo>
                    <a:pt x="1860448" y="597258"/>
                  </a:lnTo>
                  <a:lnTo>
                    <a:pt x="1860460" y="597437"/>
                  </a:lnTo>
                  <a:lnTo>
                    <a:pt x="1860808" y="597469"/>
                  </a:lnTo>
                  <a:lnTo>
                    <a:pt x="1861200" y="597610"/>
                  </a:lnTo>
                  <a:lnTo>
                    <a:pt x="1861195" y="597736"/>
                  </a:lnTo>
                  <a:lnTo>
                    <a:pt x="1861191" y="597852"/>
                  </a:lnTo>
                  <a:lnTo>
                    <a:pt x="1861356" y="597879"/>
                  </a:lnTo>
                  <a:lnTo>
                    <a:pt x="1861440" y="597867"/>
                  </a:lnTo>
                  <a:lnTo>
                    <a:pt x="1861467" y="597863"/>
                  </a:lnTo>
                  <a:lnTo>
                    <a:pt x="1861462" y="597782"/>
                  </a:lnTo>
                  <a:lnTo>
                    <a:pt x="1861456" y="597673"/>
                  </a:lnTo>
                  <a:lnTo>
                    <a:pt x="1861450" y="597569"/>
                  </a:lnTo>
                  <a:lnTo>
                    <a:pt x="1861445" y="597479"/>
                  </a:lnTo>
                  <a:lnTo>
                    <a:pt x="1861904" y="597406"/>
                  </a:lnTo>
                  <a:lnTo>
                    <a:pt x="1861902" y="597378"/>
                  </a:lnTo>
                  <a:lnTo>
                    <a:pt x="1861897" y="597278"/>
                  </a:lnTo>
                  <a:lnTo>
                    <a:pt x="1861892" y="597188"/>
                  </a:lnTo>
                  <a:lnTo>
                    <a:pt x="1861889" y="597147"/>
                  </a:lnTo>
                  <a:lnTo>
                    <a:pt x="1862105" y="597117"/>
                  </a:lnTo>
                  <a:lnTo>
                    <a:pt x="1862139" y="597113"/>
                  </a:lnTo>
                  <a:lnTo>
                    <a:pt x="1862249" y="597086"/>
                  </a:lnTo>
                  <a:lnTo>
                    <a:pt x="1862331" y="597066"/>
                  </a:lnTo>
                  <a:lnTo>
                    <a:pt x="1862667" y="596984"/>
                  </a:lnTo>
                  <a:lnTo>
                    <a:pt x="1862869" y="596935"/>
                  </a:lnTo>
                  <a:lnTo>
                    <a:pt x="1862910" y="596904"/>
                  </a:lnTo>
                  <a:lnTo>
                    <a:pt x="1862966" y="596861"/>
                  </a:lnTo>
                  <a:lnTo>
                    <a:pt x="1862998" y="596561"/>
                  </a:lnTo>
                  <a:lnTo>
                    <a:pt x="1863096" y="596240"/>
                  </a:lnTo>
                  <a:lnTo>
                    <a:pt x="1863349" y="596051"/>
                  </a:lnTo>
                  <a:lnTo>
                    <a:pt x="1863679" y="595804"/>
                  </a:lnTo>
                  <a:lnTo>
                    <a:pt x="1864220" y="595400"/>
                  </a:lnTo>
                  <a:lnTo>
                    <a:pt x="1864375" y="595284"/>
                  </a:lnTo>
                  <a:lnTo>
                    <a:pt x="1864600" y="595243"/>
                  </a:lnTo>
                  <a:lnTo>
                    <a:pt x="1864871" y="595194"/>
                  </a:lnTo>
                  <a:lnTo>
                    <a:pt x="1864985" y="595188"/>
                  </a:lnTo>
                  <a:lnTo>
                    <a:pt x="1865075" y="595130"/>
                  </a:lnTo>
                  <a:lnTo>
                    <a:pt x="1864540" y="594676"/>
                  </a:lnTo>
                  <a:lnTo>
                    <a:pt x="1864617" y="594606"/>
                  </a:lnTo>
                  <a:lnTo>
                    <a:pt x="1864328" y="594334"/>
                  </a:lnTo>
                  <a:lnTo>
                    <a:pt x="1864531" y="594044"/>
                  </a:lnTo>
                  <a:lnTo>
                    <a:pt x="1864634" y="593896"/>
                  </a:lnTo>
                  <a:lnTo>
                    <a:pt x="1864313" y="593635"/>
                  </a:lnTo>
                  <a:lnTo>
                    <a:pt x="1863871" y="594044"/>
                  </a:lnTo>
                  <a:lnTo>
                    <a:pt x="1863613" y="594282"/>
                  </a:lnTo>
                  <a:lnTo>
                    <a:pt x="1863546" y="594343"/>
                  </a:lnTo>
                  <a:lnTo>
                    <a:pt x="1863504" y="594385"/>
                  </a:lnTo>
                  <a:lnTo>
                    <a:pt x="1863466" y="594399"/>
                  </a:lnTo>
                  <a:lnTo>
                    <a:pt x="1862376" y="594649"/>
                  </a:lnTo>
                  <a:lnTo>
                    <a:pt x="1862314" y="594451"/>
                  </a:lnTo>
                  <a:lnTo>
                    <a:pt x="1862311" y="594436"/>
                  </a:lnTo>
                  <a:lnTo>
                    <a:pt x="1862317" y="594425"/>
                  </a:lnTo>
                  <a:lnTo>
                    <a:pt x="1862425" y="594322"/>
                  </a:lnTo>
                  <a:lnTo>
                    <a:pt x="1862459" y="594293"/>
                  </a:lnTo>
                  <a:lnTo>
                    <a:pt x="1862517" y="594266"/>
                  </a:lnTo>
                  <a:lnTo>
                    <a:pt x="1863034" y="594141"/>
                  </a:lnTo>
                  <a:lnTo>
                    <a:pt x="1863305" y="594083"/>
                  </a:lnTo>
                  <a:lnTo>
                    <a:pt x="1863363" y="594064"/>
                  </a:lnTo>
                  <a:lnTo>
                    <a:pt x="1863389" y="594044"/>
                  </a:lnTo>
                  <a:lnTo>
                    <a:pt x="1863912" y="593533"/>
                  </a:lnTo>
                  <a:lnTo>
                    <a:pt x="1863968" y="593499"/>
                  </a:lnTo>
                  <a:lnTo>
                    <a:pt x="1864189" y="593365"/>
                  </a:lnTo>
                  <a:lnTo>
                    <a:pt x="1864199" y="593359"/>
                  </a:lnTo>
                  <a:lnTo>
                    <a:pt x="1864335" y="593277"/>
                  </a:lnTo>
                  <a:lnTo>
                    <a:pt x="1864436" y="593227"/>
                  </a:lnTo>
                  <a:lnTo>
                    <a:pt x="1864632" y="593129"/>
                  </a:lnTo>
                  <a:lnTo>
                    <a:pt x="1864771" y="593059"/>
                  </a:lnTo>
                  <a:lnTo>
                    <a:pt x="1864859" y="592988"/>
                  </a:lnTo>
                  <a:lnTo>
                    <a:pt x="1864957" y="592910"/>
                  </a:lnTo>
                  <a:lnTo>
                    <a:pt x="1864932" y="592862"/>
                  </a:lnTo>
                  <a:lnTo>
                    <a:pt x="1864626" y="592567"/>
                  </a:lnTo>
                  <a:lnTo>
                    <a:pt x="1865267" y="592460"/>
                  </a:lnTo>
                  <a:lnTo>
                    <a:pt x="1865333" y="592612"/>
                  </a:lnTo>
                  <a:lnTo>
                    <a:pt x="1865682" y="592529"/>
                  </a:lnTo>
                  <a:lnTo>
                    <a:pt x="1865697" y="592525"/>
                  </a:lnTo>
                  <a:lnTo>
                    <a:pt x="1866085" y="592400"/>
                  </a:lnTo>
                  <a:lnTo>
                    <a:pt x="1866459" y="592323"/>
                  </a:lnTo>
                  <a:lnTo>
                    <a:pt x="1866501" y="592502"/>
                  </a:lnTo>
                  <a:lnTo>
                    <a:pt x="1866805" y="592486"/>
                  </a:lnTo>
                  <a:lnTo>
                    <a:pt x="1866866" y="592456"/>
                  </a:lnTo>
                  <a:lnTo>
                    <a:pt x="1866908" y="592434"/>
                  </a:lnTo>
                  <a:lnTo>
                    <a:pt x="1867006" y="592364"/>
                  </a:lnTo>
                  <a:lnTo>
                    <a:pt x="1867020" y="592348"/>
                  </a:lnTo>
                  <a:lnTo>
                    <a:pt x="1866945" y="592137"/>
                  </a:lnTo>
                  <a:lnTo>
                    <a:pt x="1866929" y="592093"/>
                  </a:lnTo>
                  <a:lnTo>
                    <a:pt x="1867320" y="591652"/>
                  </a:lnTo>
                  <a:lnTo>
                    <a:pt x="1867655" y="591374"/>
                  </a:lnTo>
                  <a:lnTo>
                    <a:pt x="1867799" y="591603"/>
                  </a:lnTo>
                  <a:lnTo>
                    <a:pt x="1867973" y="591458"/>
                  </a:lnTo>
                  <a:lnTo>
                    <a:pt x="1868427" y="591060"/>
                  </a:lnTo>
                  <a:lnTo>
                    <a:pt x="1868540" y="590932"/>
                  </a:lnTo>
                  <a:lnTo>
                    <a:pt x="1868632" y="590799"/>
                  </a:lnTo>
                  <a:lnTo>
                    <a:pt x="1868717" y="590646"/>
                  </a:lnTo>
                  <a:lnTo>
                    <a:pt x="1868745" y="590550"/>
                  </a:lnTo>
                  <a:lnTo>
                    <a:pt x="1868755" y="590501"/>
                  </a:lnTo>
                  <a:lnTo>
                    <a:pt x="1868777" y="590388"/>
                  </a:lnTo>
                  <a:lnTo>
                    <a:pt x="1868785" y="590247"/>
                  </a:lnTo>
                  <a:lnTo>
                    <a:pt x="1868778" y="590172"/>
                  </a:lnTo>
                  <a:lnTo>
                    <a:pt x="1868823" y="589850"/>
                  </a:lnTo>
                  <a:lnTo>
                    <a:pt x="1868868" y="589819"/>
                  </a:lnTo>
                  <a:lnTo>
                    <a:pt x="1869147" y="589627"/>
                  </a:lnTo>
                  <a:lnTo>
                    <a:pt x="1869215" y="589573"/>
                  </a:lnTo>
                  <a:lnTo>
                    <a:pt x="1869295" y="589445"/>
                  </a:lnTo>
                  <a:lnTo>
                    <a:pt x="1869323" y="589366"/>
                  </a:lnTo>
                  <a:lnTo>
                    <a:pt x="1869341" y="589295"/>
                  </a:lnTo>
                  <a:lnTo>
                    <a:pt x="1869538" y="589110"/>
                  </a:lnTo>
                  <a:lnTo>
                    <a:pt x="1869561" y="589088"/>
                  </a:lnTo>
                  <a:lnTo>
                    <a:pt x="1869574" y="589076"/>
                  </a:lnTo>
                  <a:lnTo>
                    <a:pt x="1869617" y="589036"/>
                  </a:lnTo>
                  <a:lnTo>
                    <a:pt x="1869650" y="589005"/>
                  </a:lnTo>
                  <a:lnTo>
                    <a:pt x="1869657" y="588998"/>
                  </a:lnTo>
                  <a:lnTo>
                    <a:pt x="1869811" y="588854"/>
                  </a:lnTo>
                  <a:lnTo>
                    <a:pt x="1869820" y="588856"/>
                  </a:lnTo>
                  <a:lnTo>
                    <a:pt x="1869861" y="588868"/>
                  </a:lnTo>
                  <a:lnTo>
                    <a:pt x="1870021" y="588937"/>
                  </a:lnTo>
                  <a:lnTo>
                    <a:pt x="1870038" y="588944"/>
                  </a:lnTo>
                  <a:lnTo>
                    <a:pt x="1870485" y="588903"/>
                  </a:lnTo>
                  <a:lnTo>
                    <a:pt x="1870554" y="588896"/>
                  </a:lnTo>
                  <a:lnTo>
                    <a:pt x="1870964" y="588756"/>
                  </a:lnTo>
                  <a:lnTo>
                    <a:pt x="1871144" y="588661"/>
                  </a:lnTo>
                  <a:lnTo>
                    <a:pt x="1871187" y="588638"/>
                  </a:lnTo>
                  <a:lnTo>
                    <a:pt x="1871374" y="588510"/>
                  </a:lnTo>
                  <a:lnTo>
                    <a:pt x="1871512" y="588388"/>
                  </a:lnTo>
                  <a:lnTo>
                    <a:pt x="1871574" y="588304"/>
                  </a:lnTo>
                  <a:lnTo>
                    <a:pt x="1871611" y="588219"/>
                  </a:lnTo>
                  <a:lnTo>
                    <a:pt x="1871700" y="588013"/>
                  </a:lnTo>
                  <a:lnTo>
                    <a:pt x="1871722" y="587964"/>
                  </a:lnTo>
                  <a:lnTo>
                    <a:pt x="1871760" y="587829"/>
                  </a:lnTo>
                  <a:lnTo>
                    <a:pt x="1871780" y="587738"/>
                  </a:lnTo>
                  <a:lnTo>
                    <a:pt x="1871804" y="587635"/>
                  </a:lnTo>
                  <a:lnTo>
                    <a:pt x="1871842" y="587445"/>
                  </a:lnTo>
                  <a:lnTo>
                    <a:pt x="1871850" y="587403"/>
                  </a:lnTo>
                  <a:lnTo>
                    <a:pt x="1871861" y="587300"/>
                  </a:lnTo>
                  <a:lnTo>
                    <a:pt x="1871860" y="587167"/>
                  </a:lnTo>
                  <a:lnTo>
                    <a:pt x="1871847" y="586987"/>
                  </a:lnTo>
                  <a:lnTo>
                    <a:pt x="1871842" y="586954"/>
                  </a:lnTo>
                  <a:lnTo>
                    <a:pt x="1871809" y="586711"/>
                  </a:lnTo>
                  <a:lnTo>
                    <a:pt x="1871801" y="586684"/>
                  </a:lnTo>
                  <a:lnTo>
                    <a:pt x="1871791" y="586653"/>
                  </a:lnTo>
                  <a:lnTo>
                    <a:pt x="1871755" y="586535"/>
                  </a:lnTo>
                  <a:lnTo>
                    <a:pt x="1871739" y="586493"/>
                  </a:lnTo>
                  <a:lnTo>
                    <a:pt x="1871710" y="586417"/>
                  </a:lnTo>
                  <a:lnTo>
                    <a:pt x="1871633" y="586284"/>
                  </a:lnTo>
                  <a:lnTo>
                    <a:pt x="1871571" y="586197"/>
                  </a:lnTo>
                  <a:lnTo>
                    <a:pt x="1871527" y="586143"/>
                  </a:lnTo>
                  <a:lnTo>
                    <a:pt x="1871516" y="586132"/>
                  </a:lnTo>
                  <a:lnTo>
                    <a:pt x="1871470" y="586097"/>
                  </a:lnTo>
                  <a:lnTo>
                    <a:pt x="1871444" y="586078"/>
                  </a:lnTo>
                  <a:lnTo>
                    <a:pt x="1871407" y="586061"/>
                  </a:lnTo>
                  <a:lnTo>
                    <a:pt x="1871338" y="586061"/>
                  </a:lnTo>
                  <a:lnTo>
                    <a:pt x="1871323" y="586067"/>
                  </a:lnTo>
                  <a:lnTo>
                    <a:pt x="1871181" y="586130"/>
                  </a:lnTo>
                  <a:lnTo>
                    <a:pt x="1871099" y="586230"/>
                  </a:lnTo>
                  <a:lnTo>
                    <a:pt x="1871060" y="586253"/>
                  </a:lnTo>
                  <a:lnTo>
                    <a:pt x="1871036" y="586255"/>
                  </a:lnTo>
                  <a:lnTo>
                    <a:pt x="1870961" y="586231"/>
                  </a:lnTo>
                  <a:lnTo>
                    <a:pt x="1870875" y="586188"/>
                  </a:lnTo>
                  <a:lnTo>
                    <a:pt x="1870869" y="586176"/>
                  </a:lnTo>
                  <a:lnTo>
                    <a:pt x="1870873" y="586161"/>
                  </a:lnTo>
                  <a:lnTo>
                    <a:pt x="1870906" y="586085"/>
                  </a:lnTo>
                  <a:lnTo>
                    <a:pt x="1871020" y="585912"/>
                  </a:lnTo>
                  <a:lnTo>
                    <a:pt x="1871192" y="585851"/>
                  </a:lnTo>
                  <a:lnTo>
                    <a:pt x="1871196" y="585794"/>
                  </a:lnTo>
                  <a:lnTo>
                    <a:pt x="1869929" y="585473"/>
                  </a:lnTo>
                  <a:lnTo>
                    <a:pt x="1869889" y="585454"/>
                  </a:lnTo>
                  <a:lnTo>
                    <a:pt x="1869863" y="585433"/>
                  </a:lnTo>
                  <a:lnTo>
                    <a:pt x="1869852" y="585424"/>
                  </a:lnTo>
                  <a:lnTo>
                    <a:pt x="1869750" y="585239"/>
                  </a:lnTo>
                  <a:lnTo>
                    <a:pt x="1869765" y="585228"/>
                  </a:lnTo>
                  <a:lnTo>
                    <a:pt x="1869870" y="585230"/>
                  </a:lnTo>
                  <a:lnTo>
                    <a:pt x="1869939" y="585232"/>
                  </a:lnTo>
                  <a:lnTo>
                    <a:pt x="1870065" y="585235"/>
                  </a:lnTo>
                  <a:lnTo>
                    <a:pt x="1870241" y="585265"/>
                  </a:lnTo>
                  <a:lnTo>
                    <a:pt x="1870248" y="585266"/>
                  </a:lnTo>
                  <a:lnTo>
                    <a:pt x="1872242" y="585248"/>
                  </a:lnTo>
                  <a:lnTo>
                    <a:pt x="1872234" y="585743"/>
                  </a:lnTo>
                  <a:lnTo>
                    <a:pt x="1872265" y="585767"/>
                  </a:lnTo>
                  <a:lnTo>
                    <a:pt x="1872291" y="585772"/>
                  </a:lnTo>
                  <a:lnTo>
                    <a:pt x="1872371" y="585757"/>
                  </a:lnTo>
                  <a:lnTo>
                    <a:pt x="1872446" y="585731"/>
                  </a:lnTo>
                  <a:lnTo>
                    <a:pt x="1872611" y="585665"/>
                  </a:lnTo>
                  <a:lnTo>
                    <a:pt x="1872878" y="585544"/>
                  </a:lnTo>
                  <a:lnTo>
                    <a:pt x="1873074" y="585441"/>
                  </a:lnTo>
                  <a:lnTo>
                    <a:pt x="1873117" y="585414"/>
                  </a:lnTo>
                  <a:lnTo>
                    <a:pt x="1873390" y="585245"/>
                  </a:lnTo>
                  <a:lnTo>
                    <a:pt x="1873413" y="585218"/>
                  </a:lnTo>
                  <a:lnTo>
                    <a:pt x="1873422" y="585207"/>
                  </a:lnTo>
                  <a:lnTo>
                    <a:pt x="1873406" y="585189"/>
                  </a:lnTo>
                  <a:lnTo>
                    <a:pt x="1873394" y="585178"/>
                  </a:lnTo>
                  <a:lnTo>
                    <a:pt x="1873379" y="585162"/>
                  </a:lnTo>
                  <a:lnTo>
                    <a:pt x="1873375" y="585158"/>
                  </a:lnTo>
                  <a:lnTo>
                    <a:pt x="1873444" y="585068"/>
                  </a:lnTo>
                  <a:lnTo>
                    <a:pt x="1873456" y="585056"/>
                  </a:lnTo>
                  <a:lnTo>
                    <a:pt x="1873471" y="585042"/>
                  </a:lnTo>
                  <a:lnTo>
                    <a:pt x="1873486" y="585028"/>
                  </a:lnTo>
                  <a:lnTo>
                    <a:pt x="1873563" y="584955"/>
                  </a:lnTo>
                  <a:lnTo>
                    <a:pt x="1873596" y="584934"/>
                  </a:lnTo>
                  <a:lnTo>
                    <a:pt x="1873658" y="584894"/>
                  </a:lnTo>
                  <a:lnTo>
                    <a:pt x="1873729" y="584868"/>
                  </a:lnTo>
                  <a:lnTo>
                    <a:pt x="1873794" y="584845"/>
                  </a:lnTo>
                  <a:lnTo>
                    <a:pt x="1873897" y="584830"/>
                  </a:lnTo>
                  <a:lnTo>
                    <a:pt x="1873914" y="584827"/>
                  </a:lnTo>
                  <a:lnTo>
                    <a:pt x="1873942" y="584823"/>
                  </a:lnTo>
                  <a:lnTo>
                    <a:pt x="1874027" y="584808"/>
                  </a:lnTo>
                  <a:lnTo>
                    <a:pt x="1874272" y="584660"/>
                  </a:lnTo>
                  <a:lnTo>
                    <a:pt x="1874810" y="584206"/>
                  </a:lnTo>
                  <a:lnTo>
                    <a:pt x="1874946" y="584088"/>
                  </a:lnTo>
                  <a:lnTo>
                    <a:pt x="1874984" y="584056"/>
                  </a:lnTo>
                  <a:lnTo>
                    <a:pt x="1874988" y="584052"/>
                  </a:lnTo>
                  <a:lnTo>
                    <a:pt x="1875056" y="583982"/>
                  </a:lnTo>
                  <a:lnTo>
                    <a:pt x="1875102" y="583934"/>
                  </a:lnTo>
                  <a:lnTo>
                    <a:pt x="1875144" y="583891"/>
                  </a:lnTo>
                  <a:lnTo>
                    <a:pt x="1875244" y="583788"/>
                  </a:lnTo>
                  <a:lnTo>
                    <a:pt x="1875286" y="583745"/>
                  </a:lnTo>
                  <a:lnTo>
                    <a:pt x="1875304" y="583726"/>
                  </a:lnTo>
                  <a:lnTo>
                    <a:pt x="1875342" y="583687"/>
                  </a:lnTo>
                  <a:lnTo>
                    <a:pt x="1875336" y="583676"/>
                  </a:lnTo>
                  <a:lnTo>
                    <a:pt x="1875320" y="583668"/>
                  </a:lnTo>
                  <a:lnTo>
                    <a:pt x="1875317" y="583667"/>
                  </a:lnTo>
                  <a:lnTo>
                    <a:pt x="1875086" y="583678"/>
                  </a:lnTo>
                  <a:lnTo>
                    <a:pt x="1875067" y="583685"/>
                  </a:lnTo>
                  <a:lnTo>
                    <a:pt x="1874611" y="583687"/>
                  </a:lnTo>
                  <a:lnTo>
                    <a:pt x="1874561" y="583668"/>
                  </a:lnTo>
                  <a:lnTo>
                    <a:pt x="1874528" y="583624"/>
                  </a:lnTo>
                  <a:lnTo>
                    <a:pt x="1874526" y="583607"/>
                  </a:lnTo>
                  <a:lnTo>
                    <a:pt x="1874520" y="583547"/>
                  </a:lnTo>
                  <a:lnTo>
                    <a:pt x="1874516" y="583516"/>
                  </a:lnTo>
                  <a:lnTo>
                    <a:pt x="1874513" y="583274"/>
                  </a:lnTo>
                  <a:lnTo>
                    <a:pt x="1874730" y="583274"/>
                  </a:lnTo>
                  <a:lnTo>
                    <a:pt x="1874864" y="583273"/>
                  </a:lnTo>
                  <a:lnTo>
                    <a:pt x="1875139" y="583235"/>
                  </a:lnTo>
                  <a:lnTo>
                    <a:pt x="1875119" y="581758"/>
                  </a:lnTo>
                  <a:lnTo>
                    <a:pt x="1875223" y="581712"/>
                  </a:lnTo>
                  <a:lnTo>
                    <a:pt x="1875263" y="581702"/>
                  </a:lnTo>
                  <a:lnTo>
                    <a:pt x="1875332" y="581701"/>
                  </a:lnTo>
                  <a:lnTo>
                    <a:pt x="1875343" y="581682"/>
                  </a:lnTo>
                  <a:lnTo>
                    <a:pt x="1875351" y="581630"/>
                  </a:lnTo>
                  <a:lnTo>
                    <a:pt x="1875024" y="581136"/>
                  </a:lnTo>
                  <a:lnTo>
                    <a:pt x="1874878" y="580974"/>
                  </a:lnTo>
                  <a:lnTo>
                    <a:pt x="1874797" y="580920"/>
                  </a:lnTo>
                  <a:lnTo>
                    <a:pt x="1874665" y="580833"/>
                  </a:lnTo>
                  <a:lnTo>
                    <a:pt x="1874262" y="580129"/>
                  </a:lnTo>
                  <a:lnTo>
                    <a:pt x="1872917" y="580708"/>
                  </a:lnTo>
                  <a:lnTo>
                    <a:pt x="1872943" y="580291"/>
                  </a:lnTo>
                  <a:lnTo>
                    <a:pt x="1872949" y="580239"/>
                  </a:lnTo>
                  <a:lnTo>
                    <a:pt x="1872974" y="580191"/>
                  </a:lnTo>
                  <a:lnTo>
                    <a:pt x="1873061" y="580122"/>
                  </a:lnTo>
                  <a:lnTo>
                    <a:pt x="1874289" y="579587"/>
                  </a:lnTo>
                  <a:lnTo>
                    <a:pt x="1874403" y="579583"/>
                  </a:lnTo>
                  <a:lnTo>
                    <a:pt x="1874497" y="579623"/>
                  </a:lnTo>
                  <a:lnTo>
                    <a:pt x="1874544" y="579662"/>
                  </a:lnTo>
                  <a:lnTo>
                    <a:pt x="1874974" y="580422"/>
                  </a:lnTo>
                  <a:lnTo>
                    <a:pt x="1874982" y="580435"/>
                  </a:lnTo>
                  <a:lnTo>
                    <a:pt x="1875097" y="580624"/>
                  </a:lnTo>
                  <a:lnTo>
                    <a:pt x="1875176" y="580669"/>
                  </a:lnTo>
                  <a:lnTo>
                    <a:pt x="1875403" y="580595"/>
                  </a:lnTo>
                  <a:lnTo>
                    <a:pt x="1875566" y="580521"/>
                  </a:lnTo>
                  <a:lnTo>
                    <a:pt x="1875656" y="580271"/>
                  </a:lnTo>
                  <a:lnTo>
                    <a:pt x="1875674" y="580234"/>
                  </a:lnTo>
                  <a:lnTo>
                    <a:pt x="1875709" y="580207"/>
                  </a:lnTo>
                  <a:lnTo>
                    <a:pt x="1876560" y="579706"/>
                  </a:lnTo>
                  <a:lnTo>
                    <a:pt x="1876472" y="579601"/>
                  </a:lnTo>
                  <a:lnTo>
                    <a:pt x="1876614" y="579517"/>
                  </a:lnTo>
                  <a:lnTo>
                    <a:pt x="1876742" y="579441"/>
                  </a:lnTo>
                  <a:lnTo>
                    <a:pt x="1876788" y="579414"/>
                  </a:lnTo>
                  <a:lnTo>
                    <a:pt x="1877088" y="579796"/>
                  </a:lnTo>
                  <a:lnTo>
                    <a:pt x="1877126" y="579787"/>
                  </a:lnTo>
                  <a:lnTo>
                    <a:pt x="1877150" y="579770"/>
                  </a:lnTo>
                  <a:lnTo>
                    <a:pt x="1877131" y="579477"/>
                  </a:lnTo>
                  <a:lnTo>
                    <a:pt x="1877127" y="579428"/>
                  </a:lnTo>
                  <a:lnTo>
                    <a:pt x="1877126" y="579402"/>
                  </a:lnTo>
                  <a:lnTo>
                    <a:pt x="1877137" y="579379"/>
                  </a:lnTo>
                  <a:lnTo>
                    <a:pt x="1877150" y="579368"/>
                  </a:lnTo>
                  <a:lnTo>
                    <a:pt x="1877285" y="579325"/>
                  </a:lnTo>
                  <a:lnTo>
                    <a:pt x="1877325" y="579331"/>
                  </a:lnTo>
                  <a:lnTo>
                    <a:pt x="1877354" y="579360"/>
                  </a:lnTo>
                  <a:lnTo>
                    <a:pt x="1877545" y="579551"/>
                  </a:lnTo>
                  <a:lnTo>
                    <a:pt x="1877712" y="579237"/>
                  </a:lnTo>
                  <a:lnTo>
                    <a:pt x="1877718" y="579225"/>
                  </a:lnTo>
                  <a:lnTo>
                    <a:pt x="1877290" y="578814"/>
                  </a:lnTo>
                  <a:lnTo>
                    <a:pt x="1877267" y="578768"/>
                  </a:lnTo>
                  <a:lnTo>
                    <a:pt x="1877259" y="578725"/>
                  </a:lnTo>
                  <a:lnTo>
                    <a:pt x="1877263" y="578674"/>
                  </a:lnTo>
                  <a:lnTo>
                    <a:pt x="1877288" y="578612"/>
                  </a:lnTo>
                  <a:lnTo>
                    <a:pt x="1877296" y="578604"/>
                  </a:lnTo>
                  <a:lnTo>
                    <a:pt x="1877300" y="578600"/>
                  </a:lnTo>
                  <a:lnTo>
                    <a:pt x="1877555" y="578697"/>
                  </a:lnTo>
                  <a:lnTo>
                    <a:pt x="1877713" y="578762"/>
                  </a:lnTo>
                  <a:lnTo>
                    <a:pt x="1877802" y="578736"/>
                  </a:lnTo>
                  <a:lnTo>
                    <a:pt x="1877845" y="578708"/>
                  </a:lnTo>
                  <a:lnTo>
                    <a:pt x="1877983" y="578616"/>
                  </a:lnTo>
                  <a:lnTo>
                    <a:pt x="1878006" y="578609"/>
                  </a:lnTo>
                  <a:lnTo>
                    <a:pt x="1878033" y="578612"/>
                  </a:lnTo>
                  <a:lnTo>
                    <a:pt x="1878041" y="578619"/>
                  </a:lnTo>
                  <a:lnTo>
                    <a:pt x="1878054" y="578629"/>
                  </a:lnTo>
                  <a:lnTo>
                    <a:pt x="1878106" y="578670"/>
                  </a:lnTo>
                  <a:lnTo>
                    <a:pt x="1878133" y="578691"/>
                  </a:lnTo>
                  <a:lnTo>
                    <a:pt x="1878178" y="578728"/>
                  </a:lnTo>
                  <a:lnTo>
                    <a:pt x="1878266" y="578648"/>
                  </a:lnTo>
                  <a:lnTo>
                    <a:pt x="1878401" y="578526"/>
                  </a:lnTo>
                  <a:lnTo>
                    <a:pt x="1878419" y="578510"/>
                  </a:lnTo>
                  <a:lnTo>
                    <a:pt x="1878494" y="578442"/>
                  </a:lnTo>
                  <a:lnTo>
                    <a:pt x="1878401" y="578321"/>
                  </a:lnTo>
                  <a:lnTo>
                    <a:pt x="1878487" y="578273"/>
                  </a:lnTo>
                  <a:lnTo>
                    <a:pt x="1878575" y="578243"/>
                  </a:lnTo>
                  <a:lnTo>
                    <a:pt x="1878806" y="578375"/>
                  </a:lnTo>
                  <a:lnTo>
                    <a:pt x="1878842" y="578352"/>
                  </a:lnTo>
                  <a:lnTo>
                    <a:pt x="1878855" y="578344"/>
                  </a:lnTo>
                  <a:lnTo>
                    <a:pt x="1878864" y="578329"/>
                  </a:lnTo>
                  <a:lnTo>
                    <a:pt x="1878892" y="578285"/>
                  </a:lnTo>
                  <a:lnTo>
                    <a:pt x="1878908" y="578259"/>
                  </a:lnTo>
                  <a:lnTo>
                    <a:pt x="1878951" y="578171"/>
                  </a:lnTo>
                  <a:lnTo>
                    <a:pt x="1878954" y="578144"/>
                  </a:lnTo>
                  <a:lnTo>
                    <a:pt x="1878953" y="578139"/>
                  </a:lnTo>
                  <a:lnTo>
                    <a:pt x="1878861" y="577755"/>
                  </a:lnTo>
                  <a:lnTo>
                    <a:pt x="1878858" y="577747"/>
                  </a:lnTo>
                  <a:lnTo>
                    <a:pt x="1878643" y="577640"/>
                  </a:lnTo>
                  <a:lnTo>
                    <a:pt x="1878629" y="577639"/>
                  </a:lnTo>
                  <a:lnTo>
                    <a:pt x="1878634" y="577496"/>
                  </a:lnTo>
                  <a:lnTo>
                    <a:pt x="1878989" y="577547"/>
                  </a:lnTo>
                  <a:lnTo>
                    <a:pt x="1879108" y="577611"/>
                  </a:lnTo>
                  <a:lnTo>
                    <a:pt x="1879166" y="577654"/>
                  </a:lnTo>
                  <a:lnTo>
                    <a:pt x="1879300" y="577580"/>
                  </a:lnTo>
                  <a:lnTo>
                    <a:pt x="1879327" y="577560"/>
                  </a:lnTo>
                  <a:lnTo>
                    <a:pt x="1879389" y="577508"/>
                  </a:lnTo>
                  <a:lnTo>
                    <a:pt x="1879402" y="577485"/>
                  </a:lnTo>
                  <a:lnTo>
                    <a:pt x="1879427" y="577398"/>
                  </a:lnTo>
                  <a:lnTo>
                    <a:pt x="1879418" y="577021"/>
                  </a:lnTo>
                  <a:lnTo>
                    <a:pt x="1879422" y="577012"/>
                  </a:lnTo>
                  <a:lnTo>
                    <a:pt x="1879405" y="576889"/>
                  </a:lnTo>
                  <a:lnTo>
                    <a:pt x="1879378" y="576684"/>
                  </a:lnTo>
                  <a:lnTo>
                    <a:pt x="1879376" y="576674"/>
                  </a:lnTo>
                  <a:lnTo>
                    <a:pt x="1879366" y="576598"/>
                  </a:lnTo>
                  <a:lnTo>
                    <a:pt x="1879294" y="576262"/>
                  </a:lnTo>
                  <a:lnTo>
                    <a:pt x="1879291" y="576255"/>
                  </a:lnTo>
                  <a:lnTo>
                    <a:pt x="1879283" y="576235"/>
                  </a:lnTo>
                  <a:lnTo>
                    <a:pt x="1879197" y="576022"/>
                  </a:lnTo>
                  <a:lnTo>
                    <a:pt x="1879162" y="575851"/>
                  </a:lnTo>
                  <a:lnTo>
                    <a:pt x="1879170" y="575805"/>
                  </a:lnTo>
                  <a:lnTo>
                    <a:pt x="1879186" y="575707"/>
                  </a:lnTo>
                  <a:lnTo>
                    <a:pt x="1879191" y="575700"/>
                  </a:lnTo>
                  <a:lnTo>
                    <a:pt x="1879203" y="575685"/>
                  </a:lnTo>
                  <a:lnTo>
                    <a:pt x="1879229" y="575673"/>
                  </a:lnTo>
                  <a:lnTo>
                    <a:pt x="1879253" y="575662"/>
                  </a:lnTo>
                  <a:lnTo>
                    <a:pt x="1879272" y="575652"/>
                  </a:lnTo>
                  <a:lnTo>
                    <a:pt x="1879371" y="575606"/>
                  </a:lnTo>
                  <a:lnTo>
                    <a:pt x="1879521" y="575594"/>
                  </a:lnTo>
                  <a:lnTo>
                    <a:pt x="1879533" y="575606"/>
                  </a:lnTo>
                  <a:lnTo>
                    <a:pt x="1879573" y="575648"/>
                  </a:lnTo>
                  <a:lnTo>
                    <a:pt x="1879622" y="575682"/>
                  </a:lnTo>
                  <a:lnTo>
                    <a:pt x="1879637" y="575683"/>
                  </a:lnTo>
                  <a:lnTo>
                    <a:pt x="1879703" y="575692"/>
                  </a:lnTo>
                  <a:lnTo>
                    <a:pt x="1879732" y="575696"/>
                  </a:lnTo>
                  <a:lnTo>
                    <a:pt x="1879778" y="575702"/>
                  </a:lnTo>
                  <a:lnTo>
                    <a:pt x="1879801" y="575701"/>
                  </a:lnTo>
                  <a:lnTo>
                    <a:pt x="1879813" y="575700"/>
                  </a:lnTo>
                  <a:lnTo>
                    <a:pt x="1879933" y="575683"/>
                  </a:lnTo>
                  <a:lnTo>
                    <a:pt x="1880246" y="575641"/>
                  </a:lnTo>
                  <a:lnTo>
                    <a:pt x="1880258" y="575639"/>
                  </a:lnTo>
                  <a:lnTo>
                    <a:pt x="1880264" y="575631"/>
                  </a:lnTo>
                  <a:lnTo>
                    <a:pt x="1880375" y="575496"/>
                  </a:lnTo>
                  <a:lnTo>
                    <a:pt x="1880381" y="575488"/>
                  </a:lnTo>
                  <a:lnTo>
                    <a:pt x="1880498" y="575344"/>
                  </a:lnTo>
                  <a:lnTo>
                    <a:pt x="1880510" y="575329"/>
                  </a:lnTo>
                  <a:lnTo>
                    <a:pt x="1880553" y="575277"/>
                  </a:lnTo>
                  <a:lnTo>
                    <a:pt x="1880958" y="574782"/>
                  </a:lnTo>
                  <a:lnTo>
                    <a:pt x="1880992" y="574740"/>
                  </a:lnTo>
                  <a:lnTo>
                    <a:pt x="1881066" y="574695"/>
                  </a:lnTo>
                  <a:lnTo>
                    <a:pt x="1881156" y="574609"/>
                  </a:lnTo>
                  <a:lnTo>
                    <a:pt x="1881230" y="574537"/>
                  </a:lnTo>
                  <a:lnTo>
                    <a:pt x="1881164" y="574445"/>
                  </a:lnTo>
                  <a:lnTo>
                    <a:pt x="1881139" y="574409"/>
                  </a:lnTo>
                  <a:lnTo>
                    <a:pt x="1881074" y="574318"/>
                  </a:lnTo>
                  <a:lnTo>
                    <a:pt x="1881039" y="574268"/>
                  </a:lnTo>
                  <a:lnTo>
                    <a:pt x="1880997" y="574210"/>
                  </a:lnTo>
                  <a:lnTo>
                    <a:pt x="1880935" y="574123"/>
                  </a:lnTo>
                  <a:lnTo>
                    <a:pt x="1881054" y="574034"/>
                  </a:lnTo>
                  <a:lnTo>
                    <a:pt x="1881092" y="573999"/>
                  </a:lnTo>
                  <a:lnTo>
                    <a:pt x="1881575" y="573571"/>
                  </a:lnTo>
                  <a:lnTo>
                    <a:pt x="1881687" y="573472"/>
                  </a:lnTo>
                  <a:lnTo>
                    <a:pt x="1881791" y="573358"/>
                  </a:lnTo>
                  <a:lnTo>
                    <a:pt x="1882044" y="573354"/>
                  </a:lnTo>
                  <a:lnTo>
                    <a:pt x="1882127" y="573353"/>
                  </a:lnTo>
                  <a:lnTo>
                    <a:pt x="1882180" y="573352"/>
                  </a:lnTo>
                  <a:lnTo>
                    <a:pt x="1882184" y="573321"/>
                  </a:lnTo>
                  <a:lnTo>
                    <a:pt x="1882186" y="573305"/>
                  </a:lnTo>
                  <a:lnTo>
                    <a:pt x="1882190" y="573267"/>
                  </a:lnTo>
                  <a:lnTo>
                    <a:pt x="1882198" y="573201"/>
                  </a:lnTo>
                  <a:lnTo>
                    <a:pt x="1882257" y="572719"/>
                  </a:lnTo>
                  <a:lnTo>
                    <a:pt x="1882131" y="572745"/>
                  </a:lnTo>
                  <a:lnTo>
                    <a:pt x="1881755" y="572823"/>
                  </a:lnTo>
                  <a:lnTo>
                    <a:pt x="1881200" y="572697"/>
                  </a:lnTo>
                  <a:lnTo>
                    <a:pt x="1881186" y="572639"/>
                  </a:lnTo>
                  <a:lnTo>
                    <a:pt x="1881596" y="572544"/>
                  </a:lnTo>
                  <a:lnTo>
                    <a:pt x="1881623" y="572538"/>
                  </a:lnTo>
                  <a:lnTo>
                    <a:pt x="1881203" y="571760"/>
                  </a:lnTo>
                  <a:lnTo>
                    <a:pt x="1881174" y="571702"/>
                  </a:lnTo>
                  <a:lnTo>
                    <a:pt x="1881163" y="571677"/>
                  </a:lnTo>
                  <a:lnTo>
                    <a:pt x="1881123" y="571596"/>
                  </a:lnTo>
                  <a:lnTo>
                    <a:pt x="1881051" y="571414"/>
                  </a:lnTo>
                  <a:lnTo>
                    <a:pt x="1880769" y="571225"/>
                  </a:lnTo>
                  <a:lnTo>
                    <a:pt x="1880734" y="571197"/>
                  </a:lnTo>
                  <a:lnTo>
                    <a:pt x="1879960" y="570592"/>
                  </a:lnTo>
                  <a:lnTo>
                    <a:pt x="1880141" y="570496"/>
                  </a:lnTo>
                  <a:lnTo>
                    <a:pt x="1880201" y="570480"/>
                  </a:lnTo>
                  <a:lnTo>
                    <a:pt x="1880212" y="570478"/>
                  </a:lnTo>
                  <a:lnTo>
                    <a:pt x="1880319" y="570418"/>
                  </a:lnTo>
                  <a:lnTo>
                    <a:pt x="1880291" y="570371"/>
                  </a:lnTo>
                  <a:lnTo>
                    <a:pt x="1879918" y="570090"/>
                  </a:lnTo>
                  <a:lnTo>
                    <a:pt x="1879653" y="569813"/>
                  </a:lnTo>
                  <a:lnTo>
                    <a:pt x="1879468" y="569620"/>
                  </a:lnTo>
                  <a:lnTo>
                    <a:pt x="1879202" y="569409"/>
                  </a:lnTo>
                  <a:lnTo>
                    <a:pt x="1878994" y="569550"/>
                  </a:lnTo>
                  <a:lnTo>
                    <a:pt x="1878836" y="569419"/>
                  </a:lnTo>
                  <a:lnTo>
                    <a:pt x="1879025" y="569277"/>
                  </a:lnTo>
                  <a:lnTo>
                    <a:pt x="1879187" y="569072"/>
                  </a:lnTo>
                  <a:lnTo>
                    <a:pt x="1879148" y="569047"/>
                  </a:lnTo>
                  <a:lnTo>
                    <a:pt x="1879135" y="569043"/>
                  </a:lnTo>
                  <a:lnTo>
                    <a:pt x="1879099" y="569032"/>
                  </a:lnTo>
                  <a:lnTo>
                    <a:pt x="1879065" y="569010"/>
                  </a:lnTo>
                  <a:lnTo>
                    <a:pt x="1878579" y="568659"/>
                  </a:lnTo>
                  <a:lnTo>
                    <a:pt x="1878376" y="568468"/>
                  </a:lnTo>
                  <a:lnTo>
                    <a:pt x="1878247" y="568364"/>
                  </a:lnTo>
                  <a:lnTo>
                    <a:pt x="1877608" y="567908"/>
                  </a:lnTo>
                  <a:lnTo>
                    <a:pt x="1877238" y="567659"/>
                  </a:lnTo>
                  <a:lnTo>
                    <a:pt x="1877154" y="567593"/>
                  </a:lnTo>
                  <a:lnTo>
                    <a:pt x="1876502" y="567077"/>
                  </a:lnTo>
                  <a:lnTo>
                    <a:pt x="1876506" y="567014"/>
                  </a:lnTo>
                  <a:lnTo>
                    <a:pt x="1876534" y="566886"/>
                  </a:lnTo>
                  <a:lnTo>
                    <a:pt x="1876543" y="566846"/>
                  </a:lnTo>
                  <a:lnTo>
                    <a:pt x="1876566" y="566801"/>
                  </a:lnTo>
                  <a:lnTo>
                    <a:pt x="1876645" y="566651"/>
                  </a:lnTo>
                  <a:lnTo>
                    <a:pt x="1876653" y="566634"/>
                  </a:lnTo>
                  <a:lnTo>
                    <a:pt x="1876663" y="566628"/>
                  </a:lnTo>
                  <a:lnTo>
                    <a:pt x="1876737" y="566585"/>
                  </a:lnTo>
                  <a:lnTo>
                    <a:pt x="1876761" y="566571"/>
                  </a:lnTo>
                  <a:lnTo>
                    <a:pt x="1876791" y="566563"/>
                  </a:lnTo>
                  <a:lnTo>
                    <a:pt x="1876911" y="566511"/>
                  </a:lnTo>
                  <a:lnTo>
                    <a:pt x="1876995" y="566474"/>
                  </a:lnTo>
                  <a:lnTo>
                    <a:pt x="1877107" y="566426"/>
                  </a:lnTo>
                  <a:lnTo>
                    <a:pt x="1877207" y="566272"/>
                  </a:lnTo>
                  <a:lnTo>
                    <a:pt x="1877212" y="566263"/>
                  </a:lnTo>
                  <a:lnTo>
                    <a:pt x="1877249" y="566206"/>
                  </a:lnTo>
                  <a:lnTo>
                    <a:pt x="1877442" y="565909"/>
                  </a:lnTo>
                  <a:lnTo>
                    <a:pt x="1877517" y="565712"/>
                  </a:lnTo>
                  <a:lnTo>
                    <a:pt x="1877581" y="565544"/>
                  </a:lnTo>
                  <a:lnTo>
                    <a:pt x="1877658" y="565341"/>
                  </a:lnTo>
                  <a:lnTo>
                    <a:pt x="1877722" y="565169"/>
                  </a:lnTo>
                  <a:lnTo>
                    <a:pt x="1877729" y="565156"/>
                  </a:lnTo>
                  <a:lnTo>
                    <a:pt x="1877760" y="565098"/>
                  </a:lnTo>
                  <a:lnTo>
                    <a:pt x="1877780" y="565087"/>
                  </a:lnTo>
                  <a:lnTo>
                    <a:pt x="1877814" y="565057"/>
                  </a:lnTo>
                  <a:lnTo>
                    <a:pt x="1877812" y="565029"/>
                  </a:lnTo>
                  <a:lnTo>
                    <a:pt x="1877810" y="565010"/>
                  </a:lnTo>
                  <a:lnTo>
                    <a:pt x="1877800" y="564875"/>
                  </a:lnTo>
                  <a:lnTo>
                    <a:pt x="1877799" y="564858"/>
                  </a:lnTo>
                  <a:lnTo>
                    <a:pt x="1877798" y="564841"/>
                  </a:lnTo>
                  <a:lnTo>
                    <a:pt x="1877796" y="564815"/>
                  </a:lnTo>
                  <a:lnTo>
                    <a:pt x="1877742" y="564641"/>
                  </a:lnTo>
                  <a:lnTo>
                    <a:pt x="1877694" y="564513"/>
                  </a:lnTo>
                  <a:lnTo>
                    <a:pt x="1877588" y="564288"/>
                  </a:lnTo>
                  <a:lnTo>
                    <a:pt x="1877579" y="564287"/>
                  </a:lnTo>
                  <a:lnTo>
                    <a:pt x="1877196" y="564242"/>
                  </a:lnTo>
                  <a:lnTo>
                    <a:pt x="1876938" y="564212"/>
                  </a:lnTo>
                  <a:lnTo>
                    <a:pt x="1876856" y="564594"/>
                  </a:lnTo>
                  <a:lnTo>
                    <a:pt x="1876855" y="564602"/>
                  </a:lnTo>
                  <a:lnTo>
                    <a:pt x="1876839" y="564630"/>
                  </a:lnTo>
                  <a:lnTo>
                    <a:pt x="1876807" y="564663"/>
                  </a:lnTo>
                  <a:lnTo>
                    <a:pt x="1876760" y="564692"/>
                  </a:lnTo>
                  <a:lnTo>
                    <a:pt x="1876563" y="564748"/>
                  </a:lnTo>
                  <a:lnTo>
                    <a:pt x="1876385" y="564798"/>
                  </a:lnTo>
                  <a:lnTo>
                    <a:pt x="1876216" y="564834"/>
                  </a:lnTo>
                  <a:lnTo>
                    <a:pt x="1876011" y="564864"/>
                  </a:lnTo>
                  <a:lnTo>
                    <a:pt x="1875944" y="564864"/>
                  </a:lnTo>
                  <a:lnTo>
                    <a:pt x="1875851" y="564840"/>
                  </a:lnTo>
                  <a:lnTo>
                    <a:pt x="1875621" y="564802"/>
                  </a:lnTo>
                  <a:lnTo>
                    <a:pt x="1875185" y="564871"/>
                  </a:lnTo>
                  <a:lnTo>
                    <a:pt x="1875123" y="564874"/>
                  </a:lnTo>
                  <a:lnTo>
                    <a:pt x="1874768" y="564865"/>
                  </a:lnTo>
                  <a:lnTo>
                    <a:pt x="1874412" y="564888"/>
                  </a:lnTo>
                  <a:lnTo>
                    <a:pt x="1874287" y="564910"/>
                  </a:lnTo>
                  <a:lnTo>
                    <a:pt x="1874155" y="564948"/>
                  </a:lnTo>
                  <a:lnTo>
                    <a:pt x="1873906" y="565057"/>
                  </a:lnTo>
                  <a:lnTo>
                    <a:pt x="1873658" y="565215"/>
                  </a:lnTo>
                  <a:lnTo>
                    <a:pt x="1873616" y="565224"/>
                  </a:lnTo>
                  <a:lnTo>
                    <a:pt x="1873564" y="565212"/>
                  </a:lnTo>
                  <a:lnTo>
                    <a:pt x="1873529" y="565184"/>
                  </a:lnTo>
                  <a:lnTo>
                    <a:pt x="1873289" y="564872"/>
                  </a:lnTo>
                  <a:lnTo>
                    <a:pt x="1873276" y="564840"/>
                  </a:lnTo>
                  <a:lnTo>
                    <a:pt x="1873270" y="564817"/>
                  </a:lnTo>
                  <a:lnTo>
                    <a:pt x="1873273" y="564755"/>
                  </a:lnTo>
                  <a:lnTo>
                    <a:pt x="1873322" y="564428"/>
                  </a:lnTo>
                  <a:lnTo>
                    <a:pt x="1873325" y="564408"/>
                  </a:lnTo>
                  <a:lnTo>
                    <a:pt x="1873365" y="564359"/>
                  </a:lnTo>
                  <a:lnTo>
                    <a:pt x="1873399" y="564338"/>
                  </a:lnTo>
                  <a:lnTo>
                    <a:pt x="1873474" y="564332"/>
                  </a:lnTo>
                  <a:lnTo>
                    <a:pt x="1873644" y="564318"/>
                  </a:lnTo>
                  <a:lnTo>
                    <a:pt x="1873715" y="564299"/>
                  </a:lnTo>
                  <a:lnTo>
                    <a:pt x="1873791" y="564253"/>
                  </a:lnTo>
                  <a:lnTo>
                    <a:pt x="1873932" y="564142"/>
                  </a:lnTo>
                  <a:lnTo>
                    <a:pt x="1874062" y="563934"/>
                  </a:lnTo>
                  <a:lnTo>
                    <a:pt x="1873946" y="563909"/>
                  </a:lnTo>
                  <a:lnTo>
                    <a:pt x="1873799" y="563914"/>
                  </a:lnTo>
                  <a:lnTo>
                    <a:pt x="1873569" y="563969"/>
                  </a:lnTo>
                  <a:lnTo>
                    <a:pt x="1873544" y="563978"/>
                  </a:lnTo>
                  <a:lnTo>
                    <a:pt x="1873415" y="564098"/>
                  </a:lnTo>
                  <a:lnTo>
                    <a:pt x="1873311" y="564090"/>
                  </a:lnTo>
                  <a:lnTo>
                    <a:pt x="1873300" y="564073"/>
                  </a:lnTo>
                  <a:lnTo>
                    <a:pt x="1873987" y="563164"/>
                  </a:lnTo>
                  <a:lnTo>
                    <a:pt x="1874037" y="563089"/>
                  </a:lnTo>
                  <a:lnTo>
                    <a:pt x="1873766" y="562933"/>
                  </a:lnTo>
                  <a:lnTo>
                    <a:pt x="1873761" y="562916"/>
                  </a:lnTo>
                  <a:lnTo>
                    <a:pt x="1873683" y="562876"/>
                  </a:lnTo>
                  <a:lnTo>
                    <a:pt x="1872852" y="563977"/>
                  </a:lnTo>
                  <a:lnTo>
                    <a:pt x="1873143" y="564140"/>
                  </a:lnTo>
                  <a:lnTo>
                    <a:pt x="1872867" y="564502"/>
                  </a:lnTo>
                  <a:lnTo>
                    <a:pt x="1871594" y="563792"/>
                  </a:lnTo>
                  <a:lnTo>
                    <a:pt x="1871356" y="563656"/>
                  </a:lnTo>
                  <a:lnTo>
                    <a:pt x="1871163" y="563546"/>
                  </a:lnTo>
                  <a:lnTo>
                    <a:pt x="1870535" y="563190"/>
                  </a:lnTo>
                  <a:lnTo>
                    <a:pt x="1871528" y="561880"/>
                  </a:lnTo>
                  <a:lnTo>
                    <a:pt x="1871002" y="561549"/>
                  </a:lnTo>
                  <a:lnTo>
                    <a:pt x="1870988" y="561543"/>
                  </a:lnTo>
                  <a:lnTo>
                    <a:pt x="1870973" y="561537"/>
                  </a:lnTo>
                  <a:lnTo>
                    <a:pt x="1870454" y="562225"/>
                  </a:lnTo>
                  <a:lnTo>
                    <a:pt x="1870258" y="562113"/>
                  </a:lnTo>
                  <a:lnTo>
                    <a:pt x="1870721" y="561496"/>
                  </a:lnTo>
                  <a:lnTo>
                    <a:pt x="1870428" y="561328"/>
                  </a:lnTo>
                  <a:lnTo>
                    <a:pt x="1870250" y="561224"/>
                  </a:lnTo>
                  <a:lnTo>
                    <a:pt x="1869947" y="560946"/>
                  </a:lnTo>
                  <a:lnTo>
                    <a:pt x="1870237" y="560581"/>
                  </a:lnTo>
                  <a:lnTo>
                    <a:pt x="1870227" y="560531"/>
                  </a:lnTo>
                  <a:lnTo>
                    <a:pt x="1870220" y="560491"/>
                  </a:lnTo>
                  <a:lnTo>
                    <a:pt x="1870211" y="560484"/>
                  </a:lnTo>
                  <a:lnTo>
                    <a:pt x="1869772" y="560125"/>
                  </a:lnTo>
                  <a:lnTo>
                    <a:pt x="1869535" y="560081"/>
                  </a:lnTo>
                  <a:lnTo>
                    <a:pt x="1869510" y="560067"/>
                  </a:lnTo>
                  <a:lnTo>
                    <a:pt x="1869391" y="559930"/>
                  </a:lnTo>
                  <a:lnTo>
                    <a:pt x="1869494" y="559741"/>
                  </a:lnTo>
                  <a:lnTo>
                    <a:pt x="1869530" y="559753"/>
                  </a:lnTo>
                  <a:lnTo>
                    <a:pt x="1869576" y="559666"/>
                  </a:lnTo>
                  <a:lnTo>
                    <a:pt x="1869587" y="559644"/>
                  </a:lnTo>
                  <a:lnTo>
                    <a:pt x="1869621" y="559550"/>
                  </a:lnTo>
                  <a:lnTo>
                    <a:pt x="1869626" y="559527"/>
                  </a:lnTo>
                  <a:lnTo>
                    <a:pt x="1869649" y="559134"/>
                  </a:lnTo>
                  <a:lnTo>
                    <a:pt x="1869650" y="559111"/>
                  </a:lnTo>
                  <a:lnTo>
                    <a:pt x="1869649" y="558945"/>
                  </a:lnTo>
                  <a:lnTo>
                    <a:pt x="1869627" y="558941"/>
                  </a:lnTo>
                  <a:lnTo>
                    <a:pt x="1869555" y="558925"/>
                  </a:lnTo>
                  <a:lnTo>
                    <a:pt x="1869414" y="558906"/>
                  </a:lnTo>
                  <a:lnTo>
                    <a:pt x="1869195" y="558762"/>
                  </a:lnTo>
                  <a:lnTo>
                    <a:pt x="1869169" y="558701"/>
                  </a:lnTo>
                  <a:lnTo>
                    <a:pt x="1869147" y="558508"/>
                  </a:lnTo>
                  <a:lnTo>
                    <a:pt x="1869137" y="558419"/>
                  </a:lnTo>
                  <a:lnTo>
                    <a:pt x="1868977" y="558288"/>
                  </a:lnTo>
                  <a:lnTo>
                    <a:pt x="1868876" y="558236"/>
                  </a:lnTo>
                  <a:lnTo>
                    <a:pt x="1868880" y="558223"/>
                  </a:lnTo>
                  <a:lnTo>
                    <a:pt x="1868886" y="558205"/>
                  </a:lnTo>
                  <a:lnTo>
                    <a:pt x="1868902" y="558154"/>
                  </a:lnTo>
                  <a:lnTo>
                    <a:pt x="1869202" y="558072"/>
                  </a:lnTo>
                  <a:lnTo>
                    <a:pt x="1869314" y="558080"/>
                  </a:lnTo>
                  <a:lnTo>
                    <a:pt x="1869415" y="558088"/>
                  </a:lnTo>
                  <a:lnTo>
                    <a:pt x="1869474" y="558117"/>
                  </a:lnTo>
                  <a:lnTo>
                    <a:pt x="1869536" y="558063"/>
                  </a:lnTo>
                  <a:lnTo>
                    <a:pt x="1869569" y="558033"/>
                  </a:lnTo>
                  <a:lnTo>
                    <a:pt x="1869575" y="557611"/>
                  </a:lnTo>
                  <a:lnTo>
                    <a:pt x="1869381" y="557584"/>
                  </a:lnTo>
                  <a:lnTo>
                    <a:pt x="1868904" y="557515"/>
                  </a:lnTo>
                  <a:lnTo>
                    <a:pt x="1868616" y="557505"/>
                  </a:lnTo>
                  <a:lnTo>
                    <a:pt x="1868453" y="557500"/>
                  </a:lnTo>
                  <a:lnTo>
                    <a:pt x="1867908" y="557492"/>
                  </a:lnTo>
                  <a:lnTo>
                    <a:pt x="1867905" y="557500"/>
                  </a:lnTo>
                  <a:lnTo>
                    <a:pt x="1867901" y="557511"/>
                  </a:lnTo>
                  <a:lnTo>
                    <a:pt x="1867730" y="557976"/>
                  </a:lnTo>
                  <a:lnTo>
                    <a:pt x="1867735" y="558036"/>
                  </a:lnTo>
                  <a:lnTo>
                    <a:pt x="1867738" y="558062"/>
                  </a:lnTo>
                  <a:lnTo>
                    <a:pt x="1867744" y="558136"/>
                  </a:lnTo>
                  <a:lnTo>
                    <a:pt x="1867746" y="558158"/>
                  </a:lnTo>
                  <a:lnTo>
                    <a:pt x="1867810" y="558330"/>
                  </a:lnTo>
                  <a:lnTo>
                    <a:pt x="1867930" y="558366"/>
                  </a:lnTo>
                  <a:lnTo>
                    <a:pt x="1868035" y="558386"/>
                  </a:lnTo>
                  <a:lnTo>
                    <a:pt x="1868064" y="558392"/>
                  </a:lnTo>
                  <a:lnTo>
                    <a:pt x="1868148" y="558409"/>
                  </a:lnTo>
                  <a:lnTo>
                    <a:pt x="1868161" y="558411"/>
                  </a:lnTo>
                  <a:lnTo>
                    <a:pt x="1868673" y="558447"/>
                  </a:lnTo>
                  <a:lnTo>
                    <a:pt x="1868759" y="558505"/>
                  </a:lnTo>
                  <a:lnTo>
                    <a:pt x="1868768" y="558561"/>
                  </a:lnTo>
                  <a:lnTo>
                    <a:pt x="1868740" y="558614"/>
                  </a:lnTo>
                  <a:lnTo>
                    <a:pt x="1868651" y="558680"/>
                  </a:lnTo>
                  <a:lnTo>
                    <a:pt x="1868630" y="558684"/>
                  </a:lnTo>
                  <a:lnTo>
                    <a:pt x="1867467" y="558693"/>
                  </a:lnTo>
                  <a:lnTo>
                    <a:pt x="1867316" y="558639"/>
                  </a:lnTo>
                  <a:lnTo>
                    <a:pt x="1867237" y="558609"/>
                  </a:lnTo>
                  <a:lnTo>
                    <a:pt x="1866933" y="558501"/>
                  </a:lnTo>
                  <a:lnTo>
                    <a:pt x="1866799" y="558453"/>
                  </a:lnTo>
                  <a:lnTo>
                    <a:pt x="1866422" y="558318"/>
                  </a:lnTo>
                  <a:lnTo>
                    <a:pt x="1866395" y="558297"/>
                  </a:lnTo>
                  <a:lnTo>
                    <a:pt x="1866240" y="557999"/>
                  </a:lnTo>
                  <a:lnTo>
                    <a:pt x="1866000" y="558094"/>
                  </a:lnTo>
                  <a:lnTo>
                    <a:pt x="1865887" y="557853"/>
                  </a:lnTo>
                  <a:lnTo>
                    <a:pt x="1865812" y="557712"/>
                  </a:lnTo>
                  <a:lnTo>
                    <a:pt x="1865805" y="557700"/>
                  </a:lnTo>
                  <a:lnTo>
                    <a:pt x="1865738" y="557565"/>
                  </a:lnTo>
                  <a:lnTo>
                    <a:pt x="1865697" y="557482"/>
                  </a:lnTo>
                  <a:lnTo>
                    <a:pt x="1865701" y="557426"/>
                  </a:lnTo>
                  <a:lnTo>
                    <a:pt x="1865809" y="557385"/>
                  </a:lnTo>
                  <a:lnTo>
                    <a:pt x="1865904" y="557349"/>
                  </a:lnTo>
                  <a:lnTo>
                    <a:pt x="1865501" y="556552"/>
                  </a:lnTo>
                  <a:lnTo>
                    <a:pt x="1865481" y="556511"/>
                  </a:lnTo>
                  <a:lnTo>
                    <a:pt x="1865350" y="556250"/>
                  </a:lnTo>
                  <a:lnTo>
                    <a:pt x="1865145" y="555840"/>
                  </a:lnTo>
                  <a:lnTo>
                    <a:pt x="1865205" y="554999"/>
                  </a:lnTo>
                  <a:lnTo>
                    <a:pt x="1865140" y="554790"/>
                  </a:lnTo>
                  <a:lnTo>
                    <a:pt x="1864915" y="554724"/>
                  </a:lnTo>
                  <a:lnTo>
                    <a:pt x="1864829" y="554551"/>
                  </a:lnTo>
                  <a:lnTo>
                    <a:pt x="1864813" y="554478"/>
                  </a:lnTo>
                  <a:lnTo>
                    <a:pt x="1864819" y="554427"/>
                  </a:lnTo>
                  <a:lnTo>
                    <a:pt x="1864821" y="554415"/>
                  </a:lnTo>
                  <a:lnTo>
                    <a:pt x="1865002" y="554081"/>
                  </a:lnTo>
                  <a:lnTo>
                    <a:pt x="1865088" y="553922"/>
                  </a:lnTo>
                  <a:lnTo>
                    <a:pt x="1865100" y="553900"/>
                  </a:lnTo>
                  <a:lnTo>
                    <a:pt x="1865177" y="553805"/>
                  </a:lnTo>
                  <a:lnTo>
                    <a:pt x="1865187" y="553792"/>
                  </a:lnTo>
                  <a:lnTo>
                    <a:pt x="1865180" y="553748"/>
                  </a:lnTo>
                  <a:lnTo>
                    <a:pt x="1865169" y="553683"/>
                  </a:lnTo>
                  <a:lnTo>
                    <a:pt x="1864922" y="553542"/>
                  </a:lnTo>
                  <a:lnTo>
                    <a:pt x="1864847" y="553526"/>
                  </a:lnTo>
                  <a:lnTo>
                    <a:pt x="1864744" y="553372"/>
                  </a:lnTo>
                  <a:lnTo>
                    <a:pt x="1864710" y="553320"/>
                  </a:lnTo>
                  <a:lnTo>
                    <a:pt x="1864629" y="553198"/>
                  </a:lnTo>
                  <a:lnTo>
                    <a:pt x="1864621" y="553150"/>
                  </a:lnTo>
                  <a:lnTo>
                    <a:pt x="1864588" y="552626"/>
                  </a:lnTo>
                  <a:lnTo>
                    <a:pt x="1864585" y="552530"/>
                  </a:lnTo>
                  <a:lnTo>
                    <a:pt x="1864576" y="552253"/>
                  </a:lnTo>
                  <a:lnTo>
                    <a:pt x="1864740" y="552184"/>
                  </a:lnTo>
                  <a:lnTo>
                    <a:pt x="1864816" y="552142"/>
                  </a:lnTo>
                  <a:lnTo>
                    <a:pt x="1864873" y="552107"/>
                  </a:lnTo>
                  <a:lnTo>
                    <a:pt x="1864945" y="552047"/>
                  </a:lnTo>
                  <a:lnTo>
                    <a:pt x="1865055" y="551918"/>
                  </a:lnTo>
                  <a:lnTo>
                    <a:pt x="1865104" y="551851"/>
                  </a:lnTo>
                  <a:lnTo>
                    <a:pt x="1865200" y="551672"/>
                  </a:lnTo>
                  <a:lnTo>
                    <a:pt x="1865238" y="551603"/>
                  </a:lnTo>
                  <a:lnTo>
                    <a:pt x="1865360" y="551458"/>
                  </a:lnTo>
                  <a:lnTo>
                    <a:pt x="1865400" y="551417"/>
                  </a:lnTo>
                  <a:lnTo>
                    <a:pt x="1865492" y="551320"/>
                  </a:lnTo>
                  <a:lnTo>
                    <a:pt x="1865539" y="551272"/>
                  </a:lnTo>
                  <a:lnTo>
                    <a:pt x="1865636" y="551139"/>
                  </a:lnTo>
                  <a:lnTo>
                    <a:pt x="1865482" y="551107"/>
                  </a:lnTo>
                  <a:lnTo>
                    <a:pt x="1865290" y="551067"/>
                  </a:lnTo>
                  <a:lnTo>
                    <a:pt x="1865167" y="551041"/>
                  </a:lnTo>
                  <a:lnTo>
                    <a:pt x="1865112" y="551094"/>
                  </a:lnTo>
                  <a:lnTo>
                    <a:pt x="1864972" y="551250"/>
                  </a:lnTo>
                  <a:lnTo>
                    <a:pt x="1864864" y="551353"/>
                  </a:lnTo>
                  <a:lnTo>
                    <a:pt x="1864760" y="551428"/>
                  </a:lnTo>
                  <a:lnTo>
                    <a:pt x="1864522" y="551558"/>
                  </a:lnTo>
                  <a:lnTo>
                    <a:pt x="1864512" y="551559"/>
                  </a:lnTo>
                  <a:lnTo>
                    <a:pt x="1864370" y="551579"/>
                  </a:lnTo>
                  <a:lnTo>
                    <a:pt x="1864275" y="551592"/>
                  </a:lnTo>
                  <a:lnTo>
                    <a:pt x="1864179" y="551660"/>
                  </a:lnTo>
                  <a:lnTo>
                    <a:pt x="1863834" y="551921"/>
                  </a:lnTo>
                  <a:lnTo>
                    <a:pt x="1863733" y="552024"/>
                  </a:lnTo>
                  <a:lnTo>
                    <a:pt x="1863754" y="552135"/>
                  </a:lnTo>
                  <a:lnTo>
                    <a:pt x="1863755" y="552139"/>
                  </a:lnTo>
                  <a:lnTo>
                    <a:pt x="1863767" y="552203"/>
                  </a:lnTo>
                  <a:lnTo>
                    <a:pt x="1863772" y="552229"/>
                  </a:lnTo>
                  <a:lnTo>
                    <a:pt x="1863779" y="552272"/>
                  </a:lnTo>
                  <a:lnTo>
                    <a:pt x="1863814" y="552593"/>
                  </a:lnTo>
                  <a:lnTo>
                    <a:pt x="1863728" y="552654"/>
                  </a:lnTo>
                  <a:lnTo>
                    <a:pt x="1863562" y="552773"/>
                  </a:lnTo>
                  <a:lnTo>
                    <a:pt x="1863374" y="552909"/>
                  </a:lnTo>
                  <a:lnTo>
                    <a:pt x="1863063" y="553042"/>
                  </a:lnTo>
                  <a:lnTo>
                    <a:pt x="1863036" y="553053"/>
                  </a:lnTo>
                  <a:lnTo>
                    <a:pt x="1863024" y="553074"/>
                  </a:lnTo>
                  <a:lnTo>
                    <a:pt x="1862945" y="553202"/>
                  </a:lnTo>
                  <a:lnTo>
                    <a:pt x="1862929" y="553230"/>
                  </a:lnTo>
                  <a:lnTo>
                    <a:pt x="1862877" y="553315"/>
                  </a:lnTo>
                  <a:lnTo>
                    <a:pt x="1862876" y="553559"/>
                  </a:lnTo>
                  <a:lnTo>
                    <a:pt x="1862876" y="553650"/>
                  </a:lnTo>
                  <a:lnTo>
                    <a:pt x="1863080" y="553852"/>
                  </a:lnTo>
                  <a:lnTo>
                    <a:pt x="1863144" y="553939"/>
                  </a:lnTo>
                  <a:lnTo>
                    <a:pt x="1863146" y="553979"/>
                  </a:lnTo>
                  <a:lnTo>
                    <a:pt x="1863121" y="554269"/>
                  </a:lnTo>
                  <a:lnTo>
                    <a:pt x="1863120" y="554275"/>
                  </a:lnTo>
                  <a:lnTo>
                    <a:pt x="1862994" y="554390"/>
                  </a:lnTo>
                  <a:lnTo>
                    <a:pt x="1862686" y="554585"/>
                  </a:lnTo>
                  <a:lnTo>
                    <a:pt x="1862657" y="554655"/>
                  </a:lnTo>
                  <a:lnTo>
                    <a:pt x="1862592" y="554812"/>
                  </a:lnTo>
                  <a:lnTo>
                    <a:pt x="1862723" y="554851"/>
                  </a:lnTo>
                  <a:lnTo>
                    <a:pt x="1862742" y="554980"/>
                  </a:lnTo>
                  <a:lnTo>
                    <a:pt x="1862440" y="555179"/>
                  </a:lnTo>
                  <a:lnTo>
                    <a:pt x="1862322" y="555348"/>
                  </a:lnTo>
                  <a:lnTo>
                    <a:pt x="1862227" y="555304"/>
                  </a:lnTo>
                  <a:lnTo>
                    <a:pt x="1862153" y="555011"/>
                  </a:lnTo>
                  <a:lnTo>
                    <a:pt x="1861929" y="554990"/>
                  </a:lnTo>
                  <a:lnTo>
                    <a:pt x="1861909" y="554988"/>
                  </a:lnTo>
                  <a:lnTo>
                    <a:pt x="1861891" y="555129"/>
                  </a:lnTo>
                  <a:lnTo>
                    <a:pt x="1861886" y="555172"/>
                  </a:lnTo>
                  <a:lnTo>
                    <a:pt x="1861850" y="555378"/>
                  </a:lnTo>
                  <a:lnTo>
                    <a:pt x="1861349" y="555247"/>
                  </a:lnTo>
                  <a:lnTo>
                    <a:pt x="1861311" y="555231"/>
                  </a:lnTo>
                  <a:lnTo>
                    <a:pt x="1861284" y="555205"/>
                  </a:lnTo>
                  <a:lnTo>
                    <a:pt x="1861237" y="555116"/>
                  </a:lnTo>
                  <a:lnTo>
                    <a:pt x="1861240" y="555091"/>
                  </a:lnTo>
                  <a:lnTo>
                    <a:pt x="1861250" y="555073"/>
                  </a:lnTo>
                  <a:lnTo>
                    <a:pt x="1861311" y="555043"/>
                  </a:lnTo>
                  <a:lnTo>
                    <a:pt x="1861371" y="555010"/>
                  </a:lnTo>
                  <a:lnTo>
                    <a:pt x="1861400" y="554920"/>
                  </a:lnTo>
                  <a:lnTo>
                    <a:pt x="1861440" y="554797"/>
                  </a:lnTo>
                  <a:lnTo>
                    <a:pt x="1861467" y="554689"/>
                  </a:lnTo>
                  <a:lnTo>
                    <a:pt x="1861457" y="554687"/>
                  </a:lnTo>
                  <a:lnTo>
                    <a:pt x="1861305" y="554657"/>
                  </a:lnTo>
                  <a:lnTo>
                    <a:pt x="1861263" y="554648"/>
                  </a:lnTo>
                  <a:lnTo>
                    <a:pt x="1861163" y="554660"/>
                  </a:lnTo>
                  <a:lnTo>
                    <a:pt x="1861056" y="554674"/>
                  </a:lnTo>
                  <a:lnTo>
                    <a:pt x="1860929" y="554691"/>
                  </a:lnTo>
                  <a:lnTo>
                    <a:pt x="1860686" y="554892"/>
                  </a:lnTo>
                  <a:lnTo>
                    <a:pt x="1860631" y="554943"/>
                  </a:lnTo>
                  <a:lnTo>
                    <a:pt x="1860290" y="555254"/>
                  </a:lnTo>
                  <a:lnTo>
                    <a:pt x="1860279" y="555265"/>
                  </a:lnTo>
                  <a:lnTo>
                    <a:pt x="1860238" y="555329"/>
                  </a:lnTo>
                  <a:lnTo>
                    <a:pt x="1860298" y="555363"/>
                  </a:lnTo>
                  <a:lnTo>
                    <a:pt x="1860734" y="555611"/>
                  </a:lnTo>
                  <a:lnTo>
                    <a:pt x="1860751" y="555619"/>
                  </a:lnTo>
                  <a:lnTo>
                    <a:pt x="1860770" y="555595"/>
                  </a:lnTo>
                  <a:lnTo>
                    <a:pt x="1860777" y="555586"/>
                  </a:lnTo>
                  <a:lnTo>
                    <a:pt x="1860982" y="555327"/>
                  </a:lnTo>
                  <a:lnTo>
                    <a:pt x="1861046" y="555247"/>
                  </a:lnTo>
                  <a:lnTo>
                    <a:pt x="1861062" y="555222"/>
                  </a:lnTo>
                  <a:lnTo>
                    <a:pt x="1861091" y="555179"/>
                  </a:lnTo>
                  <a:lnTo>
                    <a:pt x="1861096" y="555170"/>
                  </a:lnTo>
                  <a:lnTo>
                    <a:pt x="1861116" y="555175"/>
                  </a:lnTo>
                  <a:lnTo>
                    <a:pt x="1861147" y="555193"/>
                  </a:lnTo>
                  <a:lnTo>
                    <a:pt x="1861155" y="555200"/>
                  </a:lnTo>
                  <a:lnTo>
                    <a:pt x="1861169" y="555211"/>
                  </a:lnTo>
                  <a:lnTo>
                    <a:pt x="1861224" y="555254"/>
                  </a:lnTo>
                  <a:lnTo>
                    <a:pt x="1861228" y="555257"/>
                  </a:lnTo>
                  <a:lnTo>
                    <a:pt x="1861314" y="555340"/>
                  </a:lnTo>
                  <a:lnTo>
                    <a:pt x="1861422" y="555376"/>
                  </a:lnTo>
                  <a:lnTo>
                    <a:pt x="1861439" y="555382"/>
                  </a:lnTo>
                  <a:lnTo>
                    <a:pt x="1861465" y="555391"/>
                  </a:lnTo>
                  <a:lnTo>
                    <a:pt x="1861494" y="555400"/>
                  </a:lnTo>
                  <a:lnTo>
                    <a:pt x="1861593" y="555460"/>
                  </a:lnTo>
                  <a:lnTo>
                    <a:pt x="1861873" y="555627"/>
                  </a:lnTo>
                  <a:lnTo>
                    <a:pt x="1861882" y="555650"/>
                  </a:lnTo>
                  <a:lnTo>
                    <a:pt x="1861678" y="556027"/>
                  </a:lnTo>
                  <a:lnTo>
                    <a:pt x="1861599" y="556009"/>
                  </a:lnTo>
                  <a:lnTo>
                    <a:pt x="1861460" y="555958"/>
                  </a:lnTo>
                  <a:lnTo>
                    <a:pt x="1861297" y="555898"/>
                  </a:lnTo>
                  <a:lnTo>
                    <a:pt x="1861293" y="555896"/>
                  </a:lnTo>
                  <a:lnTo>
                    <a:pt x="1861287" y="555895"/>
                  </a:lnTo>
                  <a:lnTo>
                    <a:pt x="1861281" y="555895"/>
                  </a:lnTo>
                  <a:lnTo>
                    <a:pt x="1861275" y="555895"/>
                  </a:lnTo>
                  <a:lnTo>
                    <a:pt x="1861269" y="555896"/>
                  </a:lnTo>
                  <a:lnTo>
                    <a:pt x="1861263" y="555898"/>
                  </a:lnTo>
                  <a:lnTo>
                    <a:pt x="1861258" y="555900"/>
                  </a:lnTo>
                  <a:lnTo>
                    <a:pt x="1861253" y="555903"/>
                  </a:lnTo>
                  <a:lnTo>
                    <a:pt x="1861248" y="555906"/>
                  </a:lnTo>
                  <a:lnTo>
                    <a:pt x="1861244" y="555910"/>
                  </a:lnTo>
                  <a:lnTo>
                    <a:pt x="1861241" y="555914"/>
                  </a:lnTo>
                  <a:lnTo>
                    <a:pt x="1861238" y="555919"/>
                  </a:lnTo>
                  <a:lnTo>
                    <a:pt x="1861236" y="555923"/>
                  </a:lnTo>
                  <a:lnTo>
                    <a:pt x="1861235" y="555928"/>
                  </a:lnTo>
                  <a:lnTo>
                    <a:pt x="1861234" y="555934"/>
                  </a:lnTo>
                  <a:lnTo>
                    <a:pt x="1861235" y="555939"/>
                  </a:lnTo>
                  <a:lnTo>
                    <a:pt x="1861236" y="555944"/>
                  </a:lnTo>
                  <a:lnTo>
                    <a:pt x="1861237" y="555948"/>
                  </a:lnTo>
                  <a:lnTo>
                    <a:pt x="1861383" y="556252"/>
                  </a:lnTo>
                  <a:lnTo>
                    <a:pt x="1860944" y="556291"/>
                  </a:lnTo>
                  <a:lnTo>
                    <a:pt x="1860870" y="556952"/>
                  </a:lnTo>
                  <a:lnTo>
                    <a:pt x="1860664" y="556952"/>
                  </a:lnTo>
                  <a:lnTo>
                    <a:pt x="1860659" y="556950"/>
                  </a:lnTo>
                  <a:lnTo>
                    <a:pt x="1860653" y="556948"/>
                  </a:lnTo>
                  <a:lnTo>
                    <a:pt x="1860647" y="556947"/>
                  </a:lnTo>
                  <a:lnTo>
                    <a:pt x="1860642" y="556947"/>
                  </a:lnTo>
                  <a:lnTo>
                    <a:pt x="1860638" y="556948"/>
                  </a:lnTo>
                  <a:lnTo>
                    <a:pt x="1860632" y="556949"/>
                  </a:lnTo>
                  <a:lnTo>
                    <a:pt x="1860626" y="556950"/>
                  </a:lnTo>
                  <a:lnTo>
                    <a:pt x="1860621" y="556952"/>
                  </a:lnTo>
                  <a:lnTo>
                    <a:pt x="1860616" y="556955"/>
                  </a:lnTo>
                  <a:lnTo>
                    <a:pt x="1860611" y="556958"/>
                  </a:lnTo>
                  <a:lnTo>
                    <a:pt x="1860607" y="556962"/>
                  </a:lnTo>
                  <a:lnTo>
                    <a:pt x="1860604" y="556966"/>
                  </a:lnTo>
                  <a:lnTo>
                    <a:pt x="1860601" y="556971"/>
                  </a:lnTo>
                  <a:lnTo>
                    <a:pt x="1860599" y="556976"/>
                  </a:lnTo>
                  <a:lnTo>
                    <a:pt x="1860598" y="556981"/>
                  </a:lnTo>
                  <a:lnTo>
                    <a:pt x="1860597" y="556986"/>
                  </a:lnTo>
                  <a:lnTo>
                    <a:pt x="1860598" y="557032"/>
                  </a:lnTo>
                  <a:lnTo>
                    <a:pt x="1860311" y="557069"/>
                  </a:lnTo>
                  <a:lnTo>
                    <a:pt x="1860109" y="557094"/>
                  </a:lnTo>
                  <a:lnTo>
                    <a:pt x="1860101" y="556801"/>
                  </a:lnTo>
                  <a:lnTo>
                    <a:pt x="1860101" y="556796"/>
                  </a:lnTo>
                  <a:lnTo>
                    <a:pt x="1860099" y="556790"/>
                  </a:lnTo>
                  <a:lnTo>
                    <a:pt x="1860097" y="556757"/>
                  </a:lnTo>
                  <a:lnTo>
                    <a:pt x="1860071" y="556761"/>
                  </a:lnTo>
                  <a:lnTo>
                    <a:pt x="1860053" y="556764"/>
                  </a:lnTo>
                  <a:lnTo>
                    <a:pt x="1860043" y="556765"/>
                  </a:lnTo>
                  <a:lnTo>
                    <a:pt x="1859741" y="556819"/>
                  </a:lnTo>
                  <a:lnTo>
                    <a:pt x="1859726" y="556822"/>
                  </a:lnTo>
                  <a:lnTo>
                    <a:pt x="1859715" y="556823"/>
                  </a:lnTo>
                  <a:lnTo>
                    <a:pt x="1859705" y="556825"/>
                  </a:lnTo>
                  <a:lnTo>
                    <a:pt x="1859705" y="556834"/>
                  </a:lnTo>
                  <a:lnTo>
                    <a:pt x="1859711" y="556992"/>
                  </a:lnTo>
                  <a:lnTo>
                    <a:pt x="1859390" y="556934"/>
                  </a:lnTo>
                  <a:lnTo>
                    <a:pt x="1859348" y="556738"/>
                  </a:lnTo>
                  <a:lnTo>
                    <a:pt x="1859331" y="556703"/>
                  </a:lnTo>
                  <a:lnTo>
                    <a:pt x="1859331" y="556658"/>
                  </a:lnTo>
                  <a:lnTo>
                    <a:pt x="1859344" y="556485"/>
                  </a:lnTo>
                  <a:lnTo>
                    <a:pt x="1859342" y="556472"/>
                  </a:lnTo>
                  <a:lnTo>
                    <a:pt x="1859332" y="556436"/>
                  </a:lnTo>
                  <a:lnTo>
                    <a:pt x="1859359" y="556089"/>
                  </a:lnTo>
                  <a:lnTo>
                    <a:pt x="1859378" y="555843"/>
                  </a:lnTo>
                  <a:lnTo>
                    <a:pt x="1859291" y="555831"/>
                  </a:lnTo>
                  <a:lnTo>
                    <a:pt x="1859269" y="555896"/>
                  </a:lnTo>
                  <a:lnTo>
                    <a:pt x="1859224" y="556033"/>
                  </a:lnTo>
                  <a:lnTo>
                    <a:pt x="1859217" y="556055"/>
                  </a:lnTo>
                  <a:lnTo>
                    <a:pt x="1859182" y="556162"/>
                  </a:lnTo>
                  <a:lnTo>
                    <a:pt x="1859177" y="556178"/>
                  </a:lnTo>
                  <a:lnTo>
                    <a:pt x="1859151" y="556257"/>
                  </a:lnTo>
                  <a:lnTo>
                    <a:pt x="1859150" y="556262"/>
                  </a:lnTo>
                  <a:lnTo>
                    <a:pt x="1859252" y="556864"/>
                  </a:lnTo>
                  <a:lnTo>
                    <a:pt x="1859364" y="557356"/>
                  </a:lnTo>
                  <a:lnTo>
                    <a:pt x="1859433" y="557563"/>
                  </a:lnTo>
                  <a:lnTo>
                    <a:pt x="1859059" y="557644"/>
                  </a:lnTo>
                  <a:lnTo>
                    <a:pt x="1858934" y="557442"/>
                  </a:lnTo>
                  <a:lnTo>
                    <a:pt x="1858855" y="557294"/>
                  </a:lnTo>
                  <a:lnTo>
                    <a:pt x="1858848" y="557270"/>
                  </a:lnTo>
                  <a:lnTo>
                    <a:pt x="1858759" y="556966"/>
                  </a:lnTo>
                  <a:lnTo>
                    <a:pt x="1858671" y="556929"/>
                  </a:lnTo>
                  <a:lnTo>
                    <a:pt x="1858611" y="557008"/>
                  </a:lnTo>
                  <a:lnTo>
                    <a:pt x="1858650" y="557290"/>
                  </a:lnTo>
                  <a:lnTo>
                    <a:pt x="1858649" y="557390"/>
                  </a:lnTo>
                  <a:lnTo>
                    <a:pt x="1858646" y="557627"/>
                  </a:lnTo>
                  <a:lnTo>
                    <a:pt x="1857773" y="557659"/>
                  </a:lnTo>
                  <a:lnTo>
                    <a:pt x="1857779" y="557511"/>
                  </a:lnTo>
                  <a:lnTo>
                    <a:pt x="1857770" y="557331"/>
                  </a:lnTo>
                  <a:lnTo>
                    <a:pt x="1857748" y="556891"/>
                  </a:lnTo>
                  <a:lnTo>
                    <a:pt x="1857756" y="556868"/>
                  </a:lnTo>
                  <a:lnTo>
                    <a:pt x="1857766" y="556842"/>
                  </a:lnTo>
                  <a:lnTo>
                    <a:pt x="1857791" y="556794"/>
                  </a:lnTo>
                  <a:lnTo>
                    <a:pt x="1857787" y="556789"/>
                  </a:lnTo>
                  <a:lnTo>
                    <a:pt x="1857700" y="556685"/>
                  </a:lnTo>
                  <a:lnTo>
                    <a:pt x="1857512" y="556704"/>
                  </a:lnTo>
                  <a:lnTo>
                    <a:pt x="1857507" y="556704"/>
                  </a:lnTo>
                  <a:lnTo>
                    <a:pt x="1857503" y="556704"/>
                  </a:lnTo>
                  <a:lnTo>
                    <a:pt x="1857498" y="556705"/>
                  </a:lnTo>
                  <a:lnTo>
                    <a:pt x="1857480" y="556708"/>
                  </a:lnTo>
                  <a:lnTo>
                    <a:pt x="1857467" y="556709"/>
                  </a:lnTo>
                  <a:lnTo>
                    <a:pt x="1857460" y="556832"/>
                  </a:lnTo>
                  <a:lnTo>
                    <a:pt x="1857451" y="557009"/>
                  </a:lnTo>
                  <a:lnTo>
                    <a:pt x="1857450" y="557022"/>
                  </a:lnTo>
                  <a:lnTo>
                    <a:pt x="1857453" y="557511"/>
                  </a:lnTo>
                  <a:lnTo>
                    <a:pt x="1857226" y="557524"/>
                  </a:lnTo>
                  <a:lnTo>
                    <a:pt x="1857226" y="557515"/>
                  </a:lnTo>
                  <a:lnTo>
                    <a:pt x="1857233" y="556838"/>
                  </a:lnTo>
                  <a:lnTo>
                    <a:pt x="1857188" y="556830"/>
                  </a:lnTo>
                  <a:lnTo>
                    <a:pt x="1856862" y="556772"/>
                  </a:lnTo>
                  <a:lnTo>
                    <a:pt x="1856504" y="556661"/>
                  </a:lnTo>
                  <a:lnTo>
                    <a:pt x="1856606" y="556424"/>
                  </a:lnTo>
                  <a:lnTo>
                    <a:pt x="1856407" y="556343"/>
                  </a:lnTo>
                  <a:lnTo>
                    <a:pt x="1856384" y="556333"/>
                  </a:lnTo>
                  <a:lnTo>
                    <a:pt x="1856320" y="556307"/>
                  </a:lnTo>
                  <a:lnTo>
                    <a:pt x="1856314" y="556311"/>
                  </a:lnTo>
                  <a:lnTo>
                    <a:pt x="1856219" y="556380"/>
                  </a:lnTo>
                  <a:lnTo>
                    <a:pt x="1856214" y="556383"/>
                  </a:lnTo>
                  <a:lnTo>
                    <a:pt x="1855903" y="556698"/>
                  </a:lnTo>
                  <a:lnTo>
                    <a:pt x="1855897" y="556705"/>
                  </a:lnTo>
                  <a:lnTo>
                    <a:pt x="1855839" y="556763"/>
                  </a:lnTo>
                  <a:lnTo>
                    <a:pt x="1855519" y="557088"/>
                  </a:lnTo>
                  <a:lnTo>
                    <a:pt x="1854782" y="557167"/>
                  </a:lnTo>
                  <a:lnTo>
                    <a:pt x="1854765" y="557169"/>
                  </a:lnTo>
                  <a:lnTo>
                    <a:pt x="1854414" y="557207"/>
                  </a:lnTo>
                  <a:lnTo>
                    <a:pt x="1854411" y="557201"/>
                  </a:lnTo>
                  <a:lnTo>
                    <a:pt x="1854399" y="557177"/>
                  </a:lnTo>
                  <a:lnTo>
                    <a:pt x="1854368" y="557136"/>
                  </a:lnTo>
                  <a:lnTo>
                    <a:pt x="1854362" y="557126"/>
                  </a:lnTo>
                  <a:lnTo>
                    <a:pt x="1854355" y="557115"/>
                  </a:lnTo>
                  <a:lnTo>
                    <a:pt x="1854344" y="557097"/>
                  </a:lnTo>
                  <a:lnTo>
                    <a:pt x="1854309" y="557039"/>
                  </a:lnTo>
                  <a:lnTo>
                    <a:pt x="1854307" y="557033"/>
                  </a:lnTo>
                  <a:lnTo>
                    <a:pt x="1854310" y="557022"/>
                  </a:lnTo>
                  <a:lnTo>
                    <a:pt x="1854317" y="557014"/>
                  </a:lnTo>
                  <a:lnTo>
                    <a:pt x="1854329" y="557003"/>
                  </a:lnTo>
                  <a:lnTo>
                    <a:pt x="1854337" y="556996"/>
                  </a:lnTo>
                  <a:lnTo>
                    <a:pt x="1854381" y="556983"/>
                  </a:lnTo>
                  <a:lnTo>
                    <a:pt x="1854386" y="556982"/>
                  </a:lnTo>
                  <a:lnTo>
                    <a:pt x="1854391" y="556979"/>
                  </a:lnTo>
                  <a:lnTo>
                    <a:pt x="1854396" y="556976"/>
                  </a:lnTo>
                  <a:lnTo>
                    <a:pt x="1854400" y="556973"/>
                  </a:lnTo>
                  <a:lnTo>
                    <a:pt x="1854404" y="556969"/>
                  </a:lnTo>
                  <a:lnTo>
                    <a:pt x="1854407" y="556964"/>
                  </a:lnTo>
                  <a:lnTo>
                    <a:pt x="1854410" y="556957"/>
                  </a:lnTo>
                  <a:lnTo>
                    <a:pt x="1854411" y="556952"/>
                  </a:lnTo>
                  <a:lnTo>
                    <a:pt x="1854416" y="556935"/>
                  </a:lnTo>
                  <a:lnTo>
                    <a:pt x="1854461" y="556877"/>
                  </a:lnTo>
                  <a:lnTo>
                    <a:pt x="1854437" y="556861"/>
                  </a:lnTo>
                  <a:lnTo>
                    <a:pt x="1854429" y="556859"/>
                  </a:lnTo>
                  <a:lnTo>
                    <a:pt x="1854253" y="556905"/>
                  </a:lnTo>
                  <a:lnTo>
                    <a:pt x="1854238" y="556908"/>
                  </a:lnTo>
                  <a:lnTo>
                    <a:pt x="1854231" y="556909"/>
                  </a:lnTo>
                  <a:lnTo>
                    <a:pt x="1854226" y="556907"/>
                  </a:lnTo>
                  <a:lnTo>
                    <a:pt x="1854219" y="556902"/>
                  </a:lnTo>
                  <a:lnTo>
                    <a:pt x="1854205" y="556886"/>
                  </a:lnTo>
                  <a:lnTo>
                    <a:pt x="1854166" y="556838"/>
                  </a:lnTo>
                  <a:lnTo>
                    <a:pt x="1854346" y="556313"/>
                  </a:lnTo>
                  <a:lnTo>
                    <a:pt x="1854348" y="556304"/>
                  </a:lnTo>
                  <a:lnTo>
                    <a:pt x="1854350" y="556286"/>
                  </a:lnTo>
                  <a:lnTo>
                    <a:pt x="1854404" y="555918"/>
                  </a:lnTo>
                  <a:lnTo>
                    <a:pt x="1854403" y="555861"/>
                  </a:lnTo>
                  <a:lnTo>
                    <a:pt x="1854403" y="555849"/>
                  </a:lnTo>
                  <a:lnTo>
                    <a:pt x="1854329" y="555846"/>
                  </a:lnTo>
                  <a:lnTo>
                    <a:pt x="1854294" y="555845"/>
                  </a:lnTo>
                  <a:lnTo>
                    <a:pt x="1854214" y="556011"/>
                  </a:lnTo>
                  <a:lnTo>
                    <a:pt x="1854195" y="556069"/>
                  </a:lnTo>
                  <a:lnTo>
                    <a:pt x="1854143" y="556225"/>
                  </a:lnTo>
                  <a:lnTo>
                    <a:pt x="1854103" y="556397"/>
                  </a:lnTo>
                  <a:lnTo>
                    <a:pt x="1854072" y="556564"/>
                  </a:lnTo>
                  <a:lnTo>
                    <a:pt x="1853984" y="556833"/>
                  </a:lnTo>
                  <a:lnTo>
                    <a:pt x="1853886" y="556847"/>
                  </a:lnTo>
                  <a:lnTo>
                    <a:pt x="1853614" y="556839"/>
                  </a:lnTo>
                  <a:lnTo>
                    <a:pt x="1853609" y="556839"/>
                  </a:lnTo>
                  <a:lnTo>
                    <a:pt x="1853448" y="556822"/>
                  </a:lnTo>
                  <a:lnTo>
                    <a:pt x="1852875" y="556475"/>
                  </a:lnTo>
                  <a:lnTo>
                    <a:pt x="1852870" y="556466"/>
                  </a:lnTo>
                  <a:lnTo>
                    <a:pt x="1852964" y="556276"/>
                  </a:lnTo>
                  <a:lnTo>
                    <a:pt x="1852997" y="556234"/>
                  </a:lnTo>
                  <a:lnTo>
                    <a:pt x="1853049" y="556166"/>
                  </a:lnTo>
                  <a:lnTo>
                    <a:pt x="1853053" y="556159"/>
                  </a:lnTo>
                  <a:lnTo>
                    <a:pt x="1853055" y="556152"/>
                  </a:lnTo>
                  <a:lnTo>
                    <a:pt x="1853055" y="556147"/>
                  </a:lnTo>
                  <a:lnTo>
                    <a:pt x="1853055" y="556142"/>
                  </a:lnTo>
                  <a:lnTo>
                    <a:pt x="1853054" y="556137"/>
                  </a:lnTo>
                  <a:lnTo>
                    <a:pt x="1853052" y="556132"/>
                  </a:lnTo>
                  <a:lnTo>
                    <a:pt x="1853050" y="556127"/>
                  </a:lnTo>
                  <a:lnTo>
                    <a:pt x="1853046" y="556123"/>
                  </a:lnTo>
                  <a:lnTo>
                    <a:pt x="1853042" y="556119"/>
                  </a:lnTo>
                  <a:lnTo>
                    <a:pt x="1853038" y="556115"/>
                  </a:lnTo>
                  <a:lnTo>
                    <a:pt x="1853033" y="556113"/>
                  </a:lnTo>
                  <a:lnTo>
                    <a:pt x="1853028" y="556110"/>
                  </a:lnTo>
                  <a:lnTo>
                    <a:pt x="1853022" y="556108"/>
                  </a:lnTo>
                  <a:lnTo>
                    <a:pt x="1853016" y="556107"/>
                  </a:lnTo>
                  <a:lnTo>
                    <a:pt x="1853010" y="556107"/>
                  </a:lnTo>
                  <a:lnTo>
                    <a:pt x="1853004" y="556107"/>
                  </a:lnTo>
                  <a:lnTo>
                    <a:pt x="1852998" y="556108"/>
                  </a:lnTo>
                  <a:lnTo>
                    <a:pt x="1852993" y="556110"/>
                  </a:lnTo>
                  <a:lnTo>
                    <a:pt x="1852987" y="556112"/>
                  </a:lnTo>
                  <a:lnTo>
                    <a:pt x="1852942" y="556136"/>
                  </a:lnTo>
                  <a:lnTo>
                    <a:pt x="1852812" y="556109"/>
                  </a:lnTo>
                  <a:lnTo>
                    <a:pt x="1852767" y="555841"/>
                  </a:lnTo>
                  <a:lnTo>
                    <a:pt x="1852760" y="555815"/>
                  </a:lnTo>
                  <a:lnTo>
                    <a:pt x="1852262" y="555755"/>
                  </a:lnTo>
                  <a:lnTo>
                    <a:pt x="1852195" y="555628"/>
                  </a:lnTo>
                  <a:lnTo>
                    <a:pt x="1852186" y="555573"/>
                  </a:lnTo>
                  <a:lnTo>
                    <a:pt x="1852186" y="555563"/>
                  </a:lnTo>
                  <a:lnTo>
                    <a:pt x="1852191" y="555332"/>
                  </a:lnTo>
                  <a:lnTo>
                    <a:pt x="1852247" y="555232"/>
                  </a:lnTo>
                  <a:lnTo>
                    <a:pt x="1852268" y="555200"/>
                  </a:lnTo>
                  <a:lnTo>
                    <a:pt x="1852271" y="555195"/>
                  </a:lnTo>
                  <a:lnTo>
                    <a:pt x="1852273" y="555189"/>
                  </a:lnTo>
                  <a:lnTo>
                    <a:pt x="1852273" y="555182"/>
                  </a:lnTo>
                  <a:lnTo>
                    <a:pt x="1852273" y="555177"/>
                  </a:lnTo>
                  <a:lnTo>
                    <a:pt x="1852272" y="555172"/>
                  </a:lnTo>
                  <a:lnTo>
                    <a:pt x="1852270" y="555167"/>
                  </a:lnTo>
                  <a:lnTo>
                    <a:pt x="1852268" y="555163"/>
                  </a:lnTo>
                  <a:lnTo>
                    <a:pt x="1852264" y="555158"/>
                  </a:lnTo>
                  <a:lnTo>
                    <a:pt x="1852261" y="555154"/>
                  </a:lnTo>
                  <a:lnTo>
                    <a:pt x="1852256" y="555151"/>
                  </a:lnTo>
                  <a:lnTo>
                    <a:pt x="1852251" y="555148"/>
                  </a:lnTo>
                  <a:lnTo>
                    <a:pt x="1852246" y="555146"/>
                  </a:lnTo>
                  <a:lnTo>
                    <a:pt x="1852240" y="555144"/>
                  </a:lnTo>
                  <a:lnTo>
                    <a:pt x="1852234" y="555143"/>
                  </a:lnTo>
                  <a:lnTo>
                    <a:pt x="1852228" y="555142"/>
                  </a:lnTo>
                  <a:lnTo>
                    <a:pt x="1852222" y="555143"/>
                  </a:lnTo>
                  <a:lnTo>
                    <a:pt x="1852217" y="555144"/>
                  </a:lnTo>
                  <a:lnTo>
                    <a:pt x="1852211" y="555145"/>
                  </a:lnTo>
                  <a:lnTo>
                    <a:pt x="1852205" y="555147"/>
                  </a:lnTo>
                  <a:lnTo>
                    <a:pt x="1852201" y="555149"/>
                  </a:lnTo>
                  <a:lnTo>
                    <a:pt x="1852183" y="555161"/>
                  </a:lnTo>
                  <a:lnTo>
                    <a:pt x="1852179" y="555164"/>
                  </a:lnTo>
                  <a:lnTo>
                    <a:pt x="1852160" y="555181"/>
                  </a:lnTo>
                  <a:lnTo>
                    <a:pt x="1852076" y="555255"/>
                  </a:lnTo>
                  <a:lnTo>
                    <a:pt x="1852035" y="555335"/>
                  </a:lnTo>
                  <a:lnTo>
                    <a:pt x="1852039" y="555383"/>
                  </a:lnTo>
                  <a:lnTo>
                    <a:pt x="1852031" y="555393"/>
                  </a:lnTo>
                  <a:lnTo>
                    <a:pt x="1851749" y="555440"/>
                  </a:lnTo>
                  <a:lnTo>
                    <a:pt x="1851277" y="555259"/>
                  </a:lnTo>
                  <a:lnTo>
                    <a:pt x="1850621" y="555286"/>
                  </a:lnTo>
                  <a:lnTo>
                    <a:pt x="1850420" y="555294"/>
                  </a:lnTo>
                  <a:lnTo>
                    <a:pt x="1850412" y="555295"/>
                  </a:lnTo>
                  <a:lnTo>
                    <a:pt x="1850395" y="555297"/>
                  </a:lnTo>
                  <a:lnTo>
                    <a:pt x="1850387" y="555298"/>
                  </a:lnTo>
                  <a:lnTo>
                    <a:pt x="1849633" y="555330"/>
                  </a:lnTo>
                  <a:lnTo>
                    <a:pt x="1849518" y="555207"/>
                  </a:lnTo>
                  <a:lnTo>
                    <a:pt x="1849415" y="555028"/>
                  </a:lnTo>
                  <a:lnTo>
                    <a:pt x="1849410" y="554951"/>
                  </a:lnTo>
                  <a:lnTo>
                    <a:pt x="1849406" y="554902"/>
                  </a:lnTo>
                  <a:lnTo>
                    <a:pt x="1849386" y="554611"/>
                  </a:lnTo>
                  <a:lnTo>
                    <a:pt x="1849383" y="554566"/>
                  </a:lnTo>
                  <a:lnTo>
                    <a:pt x="1849387" y="554518"/>
                  </a:lnTo>
                  <a:lnTo>
                    <a:pt x="1849331" y="554501"/>
                  </a:lnTo>
                  <a:lnTo>
                    <a:pt x="1849296" y="554491"/>
                  </a:lnTo>
                  <a:lnTo>
                    <a:pt x="1849268" y="554548"/>
                  </a:lnTo>
                  <a:lnTo>
                    <a:pt x="1849251" y="554581"/>
                  </a:lnTo>
                  <a:lnTo>
                    <a:pt x="1849231" y="554659"/>
                  </a:lnTo>
                  <a:lnTo>
                    <a:pt x="1849230" y="554689"/>
                  </a:lnTo>
                  <a:lnTo>
                    <a:pt x="1849228" y="554730"/>
                  </a:lnTo>
                  <a:lnTo>
                    <a:pt x="1849217" y="554960"/>
                  </a:lnTo>
                  <a:lnTo>
                    <a:pt x="1849258" y="555079"/>
                  </a:lnTo>
                  <a:lnTo>
                    <a:pt x="1849263" y="555117"/>
                  </a:lnTo>
                  <a:lnTo>
                    <a:pt x="1849282" y="555272"/>
                  </a:lnTo>
                  <a:lnTo>
                    <a:pt x="1847883" y="555098"/>
                  </a:lnTo>
                  <a:lnTo>
                    <a:pt x="1847666" y="555058"/>
                  </a:lnTo>
                  <a:lnTo>
                    <a:pt x="1847658" y="555078"/>
                  </a:lnTo>
                  <a:lnTo>
                    <a:pt x="1847973" y="555137"/>
                  </a:lnTo>
                  <a:lnTo>
                    <a:pt x="1848193" y="555179"/>
                  </a:lnTo>
                  <a:lnTo>
                    <a:pt x="1848204" y="555181"/>
                  </a:lnTo>
                  <a:lnTo>
                    <a:pt x="1849279" y="555311"/>
                  </a:lnTo>
                  <a:lnTo>
                    <a:pt x="1849271" y="555419"/>
                  </a:lnTo>
                  <a:lnTo>
                    <a:pt x="1849237" y="555899"/>
                  </a:lnTo>
                  <a:lnTo>
                    <a:pt x="1849336" y="556348"/>
                  </a:lnTo>
                  <a:lnTo>
                    <a:pt x="1849397" y="556631"/>
                  </a:lnTo>
                  <a:lnTo>
                    <a:pt x="1849430" y="556885"/>
                  </a:lnTo>
                  <a:lnTo>
                    <a:pt x="1849470" y="557187"/>
                  </a:lnTo>
                  <a:lnTo>
                    <a:pt x="1849451" y="557538"/>
                  </a:lnTo>
                  <a:lnTo>
                    <a:pt x="1847695" y="557153"/>
                  </a:lnTo>
                  <a:lnTo>
                    <a:pt x="1847212" y="557047"/>
                  </a:lnTo>
                  <a:lnTo>
                    <a:pt x="1846586" y="556910"/>
                  </a:lnTo>
                  <a:lnTo>
                    <a:pt x="1845495" y="556708"/>
                  </a:lnTo>
                  <a:lnTo>
                    <a:pt x="1845513" y="556299"/>
                  </a:lnTo>
                  <a:lnTo>
                    <a:pt x="1845517" y="556197"/>
                  </a:lnTo>
                  <a:lnTo>
                    <a:pt x="1845505" y="556079"/>
                  </a:lnTo>
                  <a:lnTo>
                    <a:pt x="1845470" y="555742"/>
                  </a:lnTo>
                  <a:lnTo>
                    <a:pt x="1845451" y="555744"/>
                  </a:lnTo>
                  <a:lnTo>
                    <a:pt x="1845381" y="555754"/>
                  </a:lnTo>
                  <a:lnTo>
                    <a:pt x="1845323" y="555762"/>
                  </a:lnTo>
                  <a:lnTo>
                    <a:pt x="1843996" y="556040"/>
                  </a:lnTo>
                  <a:lnTo>
                    <a:pt x="1843993" y="556037"/>
                  </a:lnTo>
                  <a:lnTo>
                    <a:pt x="1843970" y="556017"/>
                  </a:lnTo>
                  <a:lnTo>
                    <a:pt x="1843839" y="555823"/>
                  </a:lnTo>
                  <a:lnTo>
                    <a:pt x="1843665" y="555402"/>
                  </a:lnTo>
                  <a:lnTo>
                    <a:pt x="1843663" y="555393"/>
                  </a:lnTo>
                  <a:lnTo>
                    <a:pt x="1843662" y="555388"/>
                  </a:lnTo>
                  <a:lnTo>
                    <a:pt x="1843660" y="555380"/>
                  </a:lnTo>
                  <a:lnTo>
                    <a:pt x="1843648" y="555334"/>
                  </a:lnTo>
                  <a:lnTo>
                    <a:pt x="1843627" y="555247"/>
                  </a:lnTo>
                  <a:lnTo>
                    <a:pt x="1843622" y="555227"/>
                  </a:lnTo>
                  <a:lnTo>
                    <a:pt x="1843615" y="555196"/>
                  </a:lnTo>
                  <a:lnTo>
                    <a:pt x="1843340" y="554656"/>
                  </a:lnTo>
                  <a:lnTo>
                    <a:pt x="1843318" y="554618"/>
                  </a:lnTo>
                  <a:lnTo>
                    <a:pt x="1843311" y="554606"/>
                  </a:lnTo>
                  <a:lnTo>
                    <a:pt x="1843362" y="554573"/>
                  </a:lnTo>
                  <a:lnTo>
                    <a:pt x="1843468" y="554523"/>
                  </a:lnTo>
                  <a:lnTo>
                    <a:pt x="1843575" y="554492"/>
                  </a:lnTo>
                  <a:lnTo>
                    <a:pt x="1844026" y="554416"/>
                  </a:lnTo>
                  <a:lnTo>
                    <a:pt x="1844159" y="554386"/>
                  </a:lnTo>
                  <a:lnTo>
                    <a:pt x="1844500" y="554269"/>
                  </a:lnTo>
                  <a:lnTo>
                    <a:pt x="1844463" y="554116"/>
                  </a:lnTo>
                  <a:lnTo>
                    <a:pt x="1844117" y="554117"/>
                  </a:lnTo>
                  <a:lnTo>
                    <a:pt x="1842938" y="554133"/>
                  </a:lnTo>
                  <a:lnTo>
                    <a:pt x="1842863" y="554134"/>
                  </a:lnTo>
                  <a:lnTo>
                    <a:pt x="1842759" y="553989"/>
                  </a:lnTo>
                  <a:lnTo>
                    <a:pt x="1842603" y="554013"/>
                  </a:lnTo>
                  <a:lnTo>
                    <a:pt x="1842534" y="554039"/>
                  </a:lnTo>
                  <a:lnTo>
                    <a:pt x="1842455" y="554273"/>
                  </a:lnTo>
                  <a:lnTo>
                    <a:pt x="1842429" y="554349"/>
                  </a:lnTo>
                  <a:lnTo>
                    <a:pt x="1842261" y="554351"/>
                  </a:lnTo>
                  <a:lnTo>
                    <a:pt x="1842392" y="554640"/>
                  </a:lnTo>
                  <a:lnTo>
                    <a:pt x="1842552" y="554993"/>
                  </a:lnTo>
                  <a:lnTo>
                    <a:pt x="1842588" y="555071"/>
                  </a:lnTo>
                  <a:lnTo>
                    <a:pt x="1842592" y="555080"/>
                  </a:lnTo>
                  <a:lnTo>
                    <a:pt x="1842587" y="555082"/>
                  </a:lnTo>
                  <a:lnTo>
                    <a:pt x="1842538" y="555095"/>
                  </a:lnTo>
                  <a:lnTo>
                    <a:pt x="1842436" y="555106"/>
                  </a:lnTo>
                  <a:lnTo>
                    <a:pt x="1841913" y="555103"/>
                  </a:lnTo>
                  <a:lnTo>
                    <a:pt x="1841910" y="555275"/>
                  </a:lnTo>
                  <a:lnTo>
                    <a:pt x="1841907" y="555483"/>
                  </a:lnTo>
                  <a:lnTo>
                    <a:pt x="1841903" y="555680"/>
                  </a:lnTo>
                  <a:lnTo>
                    <a:pt x="1841902" y="555729"/>
                  </a:lnTo>
                  <a:lnTo>
                    <a:pt x="1841894" y="556198"/>
                  </a:lnTo>
                  <a:lnTo>
                    <a:pt x="1841890" y="556444"/>
                  </a:lnTo>
                  <a:lnTo>
                    <a:pt x="1841890" y="556726"/>
                  </a:lnTo>
                  <a:lnTo>
                    <a:pt x="1841304" y="556721"/>
                  </a:lnTo>
                  <a:lnTo>
                    <a:pt x="1841398" y="556436"/>
                  </a:lnTo>
                  <a:lnTo>
                    <a:pt x="1841398" y="556414"/>
                  </a:lnTo>
                  <a:lnTo>
                    <a:pt x="1841398" y="556402"/>
                  </a:lnTo>
                  <a:lnTo>
                    <a:pt x="1840415" y="556394"/>
                  </a:lnTo>
                  <a:lnTo>
                    <a:pt x="1840763" y="555791"/>
                  </a:lnTo>
                  <a:lnTo>
                    <a:pt x="1840780" y="555763"/>
                  </a:lnTo>
                  <a:lnTo>
                    <a:pt x="1840868" y="555736"/>
                  </a:lnTo>
                  <a:lnTo>
                    <a:pt x="1840931" y="555717"/>
                  </a:lnTo>
                  <a:lnTo>
                    <a:pt x="1841396" y="555579"/>
                  </a:lnTo>
                  <a:lnTo>
                    <a:pt x="1841444" y="555564"/>
                  </a:lnTo>
                  <a:lnTo>
                    <a:pt x="1841442" y="555150"/>
                  </a:lnTo>
                  <a:lnTo>
                    <a:pt x="1841425" y="555138"/>
                  </a:lnTo>
                  <a:lnTo>
                    <a:pt x="1841060" y="555098"/>
                  </a:lnTo>
                  <a:lnTo>
                    <a:pt x="1840358" y="555097"/>
                  </a:lnTo>
                  <a:lnTo>
                    <a:pt x="1840011" y="555139"/>
                  </a:lnTo>
                  <a:lnTo>
                    <a:pt x="1840008" y="555135"/>
                  </a:lnTo>
                  <a:lnTo>
                    <a:pt x="1840008" y="555125"/>
                  </a:lnTo>
                  <a:lnTo>
                    <a:pt x="1840031" y="554433"/>
                  </a:lnTo>
                  <a:lnTo>
                    <a:pt x="1839968" y="554427"/>
                  </a:lnTo>
                  <a:lnTo>
                    <a:pt x="1839842" y="554415"/>
                  </a:lnTo>
                  <a:lnTo>
                    <a:pt x="1839585" y="554411"/>
                  </a:lnTo>
                  <a:lnTo>
                    <a:pt x="1839280" y="554667"/>
                  </a:lnTo>
                  <a:lnTo>
                    <a:pt x="1839247" y="554675"/>
                  </a:lnTo>
                  <a:lnTo>
                    <a:pt x="1839120" y="554672"/>
                  </a:lnTo>
                  <a:lnTo>
                    <a:pt x="1839069" y="554688"/>
                  </a:lnTo>
                  <a:lnTo>
                    <a:pt x="1839077" y="554857"/>
                  </a:lnTo>
                  <a:lnTo>
                    <a:pt x="1839316" y="554851"/>
                  </a:lnTo>
                  <a:lnTo>
                    <a:pt x="1839548" y="554845"/>
                  </a:lnTo>
                  <a:lnTo>
                    <a:pt x="1839669" y="554854"/>
                  </a:lnTo>
                  <a:lnTo>
                    <a:pt x="1839668" y="554901"/>
                  </a:lnTo>
                  <a:lnTo>
                    <a:pt x="1839667" y="555003"/>
                  </a:lnTo>
                  <a:lnTo>
                    <a:pt x="1839666" y="555105"/>
                  </a:lnTo>
                  <a:lnTo>
                    <a:pt x="1839640" y="555182"/>
                  </a:lnTo>
                  <a:lnTo>
                    <a:pt x="1839603" y="555251"/>
                  </a:lnTo>
                  <a:lnTo>
                    <a:pt x="1839430" y="555568"/>
                  </a:lnTo>
                  <a:lnTo>
                    <a:pt x="1839397" y="555600"/>
                  </a:lnTo>
                  <a:lnTo>
                    <a:pt x="1839327" y="555641"/>
                  </a:lnTo>
                  <a:lnTo>
                    <a:pt x="1839142" y="555682"/>
                  </a:lnTo>
                  <a:lnTo>
                    <a:pt x="1839000" y="555697"/>
                  </a:lnTo>
                  <a:lnTo>
                    <a:pt x="1838931" y="555692"/>
                  </a:lnTo>
                  <a:lnTo>
                    <a:pt x="1838877" y="555677"/>
                  </a:lnTo>
                  <a:lnTo>
                    <a:pt x="1838394" y="555474"/>
                  </a:lnTo>
                  <a:lnTo>
                    <a:pt x="1838237" y="555420"/>
                  </a:lnTo>
                  <a:lnTo>
                    <a:pt x="1837869" y="555477"/>
                  </a:lnTo>
                  <a:lnTo>
                    <a:pt x="1837570" y="555551"/>
                  </a:lnTo>
                  <a:lnTo>
                    <a:pt x="1837091" y="555669"/>
                  </a:lnTo>
                  <a:lnTo>
                    <a:pt x="1836877" y="555691"/>
                  </a:lnTo>
                  <a:lnTo>
                    <a:pt x="1836733" y="555715"/>
                  </a:lnTo>
                  <a:lnTo>
                    <a:pt x="1836479" y="555775"/>
                  </a:lnTo>
                  <a:lnTo>
                    <a:pt x="1836288" y="555836"/>
                  </a:lnTo>
                  <a:lnTo>
                    <a:pt x="1836261" y="555844"/>
                  </a:lnTo>
                  <a:lnTo>
                    <a:pt x="1836199" y="555870"/>
                  </a:lnTo>
                  <a:lnTo>
                    <a:pt x="1836095" y="555921"/>
                  </a:lnTo>
                  <a:lnTo>
                    <a:pt x="1836056" y="555941"/>
                  </a:lnTo>
                  <a:lnTo>
                    <a:pt x="1836027" y="555955"/>
                  </a:lnTo>
                  <a:lnTo>
                    <a:pt x="1835973" y="555993"/>
                  </a:lnTo>
                  <a:lnTo>
                    <a:pt x="1835914" y="556044"/>
                  </a:lnTo>
                  <a:lnTo>
                    <a:pt x="1835866" y="556084"/>
                  </a:lnTo>
                  <a:lnTo>
                    <a:pt x="1835849" y="556152"/>
                  </a:lnTo>
                  <a:lnTo>
                    <a:pt x="1835840" y="556188"/>
                  </a:lnTo>
                  <a:lnTo>
                    <a:pt x="1835773" y="556559"/>
                  </a:lnTo>
                  <a:lnTo>
                    <a:pt x="1835776" y="556591"/>
                  </a:lnTo>
                  <a:lnTo>
                    <a:pt x="1835780" y="556643"/>
                  </a:lnTo>
                  <a:lnTo>
                    <a:pt x="1835836" y="556654"/>
                  </a:lnTo>
                  <a:lnTo>
                    <a:pt x="1835858" y="556658"/>
                  </a:lnTo>
                  <a:lnTo>
                    <a:pt x="1836057" y="556689"/>
                  </a:lnTo>
                  <a:lnTo>
                    <a:pt x="1836207" y="556712"/>
                  </a:lnTo>
                  <a:lnTo>
                    <a:pt x="1836200" y="557264"/>
                  </a:lnTo>
                  <a:lnTo>
                    <a:pt x="1836155" y="557308"/>
                  </a:lnTo>
                  <a:lnTo>
                    <a:pt x="1836017" y="557445"/>
                  </a:lnTo>
                  <a:lnTo>
                    <a:pt x="1835994" y="557468"/>
                  </a:lnTo>
                  <a:lnTo>
                    <a:pt x="1835698" y="557761"/>
                  </a:lnTo>
                  <a:lnTo>
                    <a:pt x="1835181" y="557936"/>
                  </a:lnTo>
                  <a:lnTo>
                    <a:pt x="1835167" y="557943"/>
                  </a:lnTo>
                  <a:lnTo>
                    <a:pt x="1835161" y="557948"/>
                  </a:lnTo>
                  <a:lnTo>
                    <a:pt x="1835171" y="557961"/>
                  </a:lnTo>
                  <a:lnTo>
                    <a:pt x="1835227" y="558038"/>
                  </a:lnTo>
                  <a:lnTo>
                    <a:pt x="1835247" y="558067"/>
                  </a:lnTo>
                  <a:lnTo>
                    <a:pt x="1835322" y="558170"/>
                  </a:lnTo>
                  <a:lnTo>
                    <a:pt x="1835389" y="558262"/>
                  </a:lnTo>
                  <a:lnTo>
                    <a:pt x="1835396" y="558270"/>
                  </a:lnTo>
                  <a:lnTo>
                    <a:pt x="1835472" y="558375"/>
                  </a:lnTo>
                  <a:lnTo>
                    <a:pt x="1835569" y="558509"/>
                  </a:lnTo>
                  <a:lnTo>
                    <a:pt x="1835645" y="558613"/>
                  </a:lnTo>
                  <a:lnTo>
                    <a:pt x="1835677" y="558657"/>
                  </a:lnTo>
                  <a:lnTo>
                    <a:pt x="1835681" y="558663"/>
                  </a:lnTo>
                  <a:lnTo>
                    <a:pt x="1835466" y="558791"/>
                  </a:lnTo>
                  <a:lnTo>
                    <a:pt x="1835457" y="558779"/>
                  </a:lnTo>
                  <a:lnTo>
                    <a:pt x="1835430" y="558742"/>
                  </a:lnTo>
                  <a:lnTo>
                    <a:pt x="1835410" y="558713"/>
                  </a:lnTo>
                  <a:lnTo>
                    <a:pt x="1835389" y="558685"/>
                  </a:lnTo>
                  <a:lnTo>
                    <a:pt x="1835258" y="558502"/>
                  </a:lnTo>
                  <a:lnTo>
                    <a:pt x="1834982" y="558622"/>
                  </a:lnTo>
                  <a:lnTo>
                    <a:pt x="1835057" y="558829"/>
                  </a:lnTo>
                  <a:lnTo>
                    <a:pt x="1835111" y="558925"/>
                  </a:lnTo>
                  <a:lnTo>
                    <a:pt x="1835123" y="558947"/>
                  </a:lnTo>
                  <a:lnTo>
                    <a:pt x="1835189" y="559066"/>
                  </a:lnTo>
                  <a:lnTo>
                    <a:pt x="1834958" y="559164"/>
                  </a:lnTo>
                  <a:lnTo>
                    <a:pt x="1834941" y="559171"/>
                  </a:lnTo>
                  <a:lnTo>
                    <a:pt x="1834892" y="559189"/>
                  </a:lnTo>
                  <a:lnTo>
                    <a:pt x="1834791" y="559183"/>
                  </a:lnTo>
                  <a:lnTo>
                    <a:pt x="1834780" y="559182"/>
                  </a:lnTo>
                  <a:lnTo>
                    <a:pt x="1834599" y="558861"/>
                  </a:lnTo>
                  <a:lnTo>
                    <a:pt x="1834493" y="558672"/>
                  </a:lnTo>
                  <a:lnTo>
                    <a:pt x="1834472" y="558671"/>
                  </a:lnTo>
                  <a:lnTo>
                    <a:pt x="1834285" y="558663"/>
                  </a:lnTo>
                  <a:lnTo>
                    <a:pt x="1834199" y="558659"/>
                  </a:lnTo>
                  <a:lnTo>
                    <a:pt x="1834151" y="558572"/>
                  </a:lnTo>
                  <a:lnTo>
                    <a:pt x="1833969" y="558246"/>
                  </a:lnTo>
                  <a:lnTo>
                    <a:pt x="1833952" y="558216"/>
                  </a:lnTo>
                  <a:lnTo>
                    <a:pt x="1833941" y="558195"/>
                  </a:lnTo>
                  <a:lnTo>
                    <a:pt x="1833797" y="557832"/>
                  </a:lnTo>
                  <a:lnTo>
                    <a:pt x="1833790" y="557832"/>
                  </a:lnTo>
                  <a:lnTo>
                    <a:pt x="1833770" y="557831"/>
                  </a:lnTo>
                  <a:lnTo>
                    <a:pt x="1833736" y="557830"/>
                  </a:lnTo>
                  <a:lnTo>
                    <a:pt x="1833615" y="557826"/>
                  </a:lnTo>
                  <a:lnTo>
                    <a:pt x="1833611" y="557850"/>
                  </a:lnTo>
                  <a:lnTo>
                    <a:pt x="1833610" y="557953"/>
                  </a:lnTo>
                  <a:lnTo>
                    <a:pt x="1833610" y="557982"/>
                  </a:lnTo>
                  <a:lnTo>
                    <a:pt x="1833603" y="558007"/>
                  </a:lnTo>
                  <a:lnTo>
                    <a:pt x="1833573" y="558013"/>
                  </a:lnTo>
                  <a:lnTo>
                    <a:pt x="1833214" y="558009"/>
                  </a:lnTo>
                  <a:lnTo>
                    <a:pt x="1833191" y="558003"/>
                  </a:lnTo>
                  <a:lnTo>
                    <a:pt x="1833118" y="557985"/>
                  </a:lnTo>
                  <a:lnTo>
                    <a:pt x="1833026" y="557962"/>
                  </a:lnTo>
                  <a:lnTo>
                    <a:pt x="1832940" y="557951"/>
                  </a:lnTo>
                  <a:lnTo>
                    <a:pt x="1832823" y="557937"/>
                  </a:lnTo>
                  <a:lnTo>
                    <a:pt x="1832844" y="557787"/>
                  </a:lnTo>
                  <a:lnTo>
                    <a:pt x="1832753" y="557812"/>
                  </a:lnTo>
                  <a:lnTo>
                    <a:pt x="1832145" y="557978"/>
                  </a:lnTo>
                  <a:lnTo>
                    <a:pt x="1832005" y="558028"/>
                  </a:lnTo>
                  <a:lnTo>
                    <a:pt x="1831916" y="558071"/>
                  </a:lnTo>
                  <a:lnTo>
                    <a:pt x="1831792" y="558145"/>
                  </a:lnTo>
                  <a:lnTo>
                    <a:pt x="1831735" y="558188"/>
                  </a:lnTo>
                  <a:lnTo>
                    <a:pt x="1831715" y="558204"/>
                  </a:lnTo>
                  <a:lnTo>
                    <a:pt x="1831586" y="558328"/>
                  </a:lnTo>
                  <a:lnTo>
                    <a:pt x="1831474" y="558484"/>
                  </a:lnTo>
                  <a:lnTo>
                    <a:pt x="1831447" y="558543"/>
                  </a:lnTo>
                  <a:lnTo>
                    <a:pt x="1831331" y="558793"/>
                  </a:lnTo>
                  <a:lnTo>
                    <a:pt x="1831323" y="558826"/>
                  </a:lnTo>
                  <a:lnTo>
                    <a:pt x="1831324" y="558875"/>
                  </a:lnTo>
                  <a:lnTo>
                    <a:pt x="1831360" y="558972"/>
                  </a:lnTo>
                  <a:lnTo>
                    <a:pt x="1831465" y="559153"/>
                  </a:lnTo>
                  <a:lnTo>
                    <a:pt x="1831638" y="559243"/>
                  </a:lnTo>
                  <a:lnTo>
                    <a:pt x="1831655" y="559250"/>
                  </a:lnTo>
                  <a:lnTo>
                    <a:pt x="1831922" y="559465"/>
                  </a:lnTo>
                  <a:lnTo>
                    <a:pt x="1831983" y="559515"/>
                  </a:lnTo>
                  <a:lnTo>
                    <a:pt x="1831980" y="559580"/>
                  </a:lnTo>
                  <a:lnTo>
                    <a:pt x="1831742" y="559840"/>
                  </a:lnTo>
                  <a:lnTo>
                    <a:pt x="1831724" y="559859"/>
                  </a:lnTo>
                  <a:lnTo>
                    <a:pt x="1831341" y="560069"/>
                  </a:lnTo>
                  <a:lnTo>
                    <a:pt x="1831310" y="560074"/>
                  </a:lnTo>
                  <a:lnTo>
                    <a:pt x="1831280" y="560089"/>
                  </a:lnTo>
                  <a:lnTo>
                    <a:pt x="1831203" y="560128"/>
                  </a:lnTo>
                  <a:lnTo>
                    <a:pt x="1831125" y="560200"/>
                  </a:lnTo>
                  <a:lnTo>
                    <a:pt x="1831108" y="560217"/>
                  </a:lnTo>
                  <a:lnTo>
                    <a:pt x="1831112" y="560267"/>
                  </a:lnTo>
                  <a:lnTo>
                    <a:pt x="1831138" y="560277"/>
                  </a:lnTo>
                  <a:lnTo>
                    <a:pt x="1831636" y="560280"/>
                  </a:lnTo>
                  <a:lnTo>
                    <a:pt x="1831687" y="560301"/>
                  </a:lnTo>
                  <a:lnTo>
                    <a:pt x="1831696" y="560324"/>
                  </a:lnTo>
                  <a:lnTo>
                    <a:pt x="1831691" y="561293"/>
                  </a:lnTo>
                  <a:lnTo>
                    <a:pt x="1831710" y="561346"/>
                  </a:lnTo>
                  <a:lnTo>
                    <a:pt x="1831743" y="561478"/>
                  </a:lnTo>
                  <a:lnTo>
                    <a:pt x="1831745" y="561483"/>
                  </a:lnTo>
                  <a:lnTo>
                    <a:pt x="1831768" y="561576"/>
                  </a:lnTo>
                  <a:lnTo>
                    <a:pt x="1831802" y="561709"/>
                  </a:lnTo>
                  <a:lnTo>
                    <a:pt x="1831809" y="561714"/>
                  </a:lnTo>
                  <a:lnTo>
                    <a:pt x="1831841" y="561737"/>
                  </a:lnTo>
                  <a:lnTo>
                    <a:pt x="1831890" y="561761"/>
                  </a:lnTo>
                  <a:lnTo>
                    <a:pt x="1831957" y="561739"/>
                  </a:lnTo>
                  <a:lnTo>
                    <a:pt x="1832239" y="561608"/>
                  </a:lnTo>
                  <a:lnTo>
                    <a:pt x="1832425" y="561448"/>
                  </a:lnTo>
                  <a:lnTo>
                    <a:pt x="1833615" y="561457"/>
                  </a:lnTo>
                  <a:lnTo>
                    <a:pt x="1833762" y="561560"/>
                  </a:lnTo>
                  <a:lnTo>
                    <a:pt x="1833744" y="562362"/>
                  </a:lnTo>
                  <a:lnTo>
                    <a:pt x="1833734" y="562472"/>
                  </a:lnTo>
                  <a:lnTo>
                    <a:pt x="1833789" y="562511"/>
                  </a:lnTo>
                  <a:lnTo>
                    <a:pt x="1833824" y="562555"/>
                  </a:lnTo>
                  <a:lnTo>
                    <a:pt x="1833931" y="562688"/>
                  </a:lnTo>
                  <a:lnTo>
                    <a:pt x="1833906" y="562941"/>
                  </a:lnTo>
                  <a:lnTo>
                    <a:pt x="1833524" y="562918"/>
                  </a:lnTo>
                  <a:lnTo>
                    <a:pt x="1833503" y="562917"/>
                  </a:lnTo>
                  <a:lnTo>
                    <a:pt x="1833353" y="562895"/>
                  </a:lnTo>
                  <a:lnTo>
                    <a:pt x="1833236" y="562771"/>
                  </a:lnTo>
                  <a:lnTo>
                    <a:pt x="1833229" y="562762"/>
                  </a:lnTo>
                  <a:lnTo>
                    <a:pt x="1833151" y="562666"/>
                  </a:lnTo>
                  <a:lnTo>
                    <a:pt x="1832618" y="562613"/>
                  </a:lnTo>
                  <a:lnTo>
                    <a:pt x="1831741" y="562861"/>
                  </a:lnTo>
                  <a:lnTo>
                    <a:pt x="1831095" y="563381"/>
                  </a:lnTo>
                  <a:lnTo>
                    <a:pt x="1830948" y="563499"/>
                  </a:lnTo>
                  <a:lnTo>
                    <a:pt x="1830943" y="563501"/>
                  </a:lnTo>
                  <a:lnTo>
                    <a:pt x="1830926" y="563510"/>
                  </a:lnTo>
                  <a:lnTo>
                    <a:pt x="1830850" y="563550"/>
                  </a:lnTo>
                  <a:lnTo>
                    <a:pt x="1830786" y="563584"/>
                  </a:lnTo>
                  <a:lnTo>
                    <a:pt x="1830748" y="563603"/>
                  </a:lnTo>
                  <a:lnTo>
                    <a:pt x="1830653" y="563653"/>
                  </a:lnTo>
                  <a:lnTo>
                    <a:pt x="1830569" y="563700"/>
                  </a:lnTo>
                  <a:lnTo>
                    <a:pt x="1830473" y="563721"/>
                  </a:lnTo>
                  <a:lnTo>
                    <a:pt x="1830458" y="563725"/>
                  </a:lnTo>
                  <a:lnTo>
                    <a:pt x="1830172" y="563788"/>
                  </a:lnTo>
                  <a:lnTo>
                    <a:pt x="1830160" y="563791"/>
                  </a:lnTo>
                  <a:lnTo>
                    <a:pt x="1829996" y="563827"/>
                  </a:lnTo>
                  <a:lnTo>
                    <a:pt x="1829962" y="563835"/>
                  </a:lnTo>
                  <a:lnTo>
                    <a:pt x="1829929" y="563835"/>
                  </a:lnTo>
                  <a:lnTo>
                    <a:pt x="1829618" y="563823"/>
                  </a:lnTo>
                  <a:lnTo>
                    <a:pt x="1829558" y="563820"/>
                  </a:lnTo>
                  <a:lnTo>
                    <a:pt x="1829527" y="563816"/>
                  </a:lnTo>
                  <a:lnTo>
                    <a:pt x="1829515" y="563816"/>
                  </a:lnTo>
                  <a:lnTo>
                    <a:pt x="1829192" y="563827"/>
                  </a:lnTo>
                  <a:lnTo>
                    <a:pt x="1829176" y="563829"/>
                  </a:lnTo>
                  <a:lnTo>
                    <a:pt x="1829085" y="563840"/>
                  </a:lnTo>
                  <a:lnTo>
                    <a:pt x="1829047" y="563848"/>
                  </a:lnTo>
                  <a:lnTo>
                    <a:pt x="1829027" y="563856"/>
                  </a:lnTo>
                  <a:lnTo>
                    <a:pt x="1828512" y="564064"/>
                  </a:lnTo>
                  <a:lnTo>
                    <a:pt x="1828116" y="564095"/>
                  </a:lnTo>
                  <a:lnTo>
                    <a:pt x="1828028" y="564104"/>
                  </a:lnTo>
                  <a:lnTo>
                    <a:pt x="1828003" y="564117"/>
                  </a:lnTo>
                  <a:lnTo>
                    <a:pt x="1827947" y="564147"/>
                  </a:lnTo>
                  <a:lnTo>
                    <a:pt x="1827929" y="564156"/>
                  </a:lnTo>
                  <a:lnTo>
                    <a:pt x="1827876" y="564189"/>
                  </a:lnTo>
                  <a:lnTo>
                    <a:pt x="1827874" y="564209"/>
                  </a:lnTo>
                  <a:lnTo>
                    <a:pt x="1827866" y="564215"/>
                  </a:lnTo>
                  <a:lnTo>
                    <a:pt x="1827847" y="564217"/>
                  </a:lnTo>
                  <a:lnTo>
                    <a:pt x="1827828" y="564216"/>
                  </a:lnTo>
                  <a:lnTo>
                    <a:pt x="1827789" y="564213"/>
                  </a:lnTo>
                  <a:lnTo>
                    <a:pt x="1827768" y="564212"/>
                  </a:lnTo>
                  <a:lnTo>
                    <a:pt x="1827598" y="564201"/>
                  </a:lnTo>
                  <a:lnTo>
                    <a:pt x="1827529" y="564189"/>
                  </a:lnTo>
                  <a:lnTo>
                    <a:pt x="1827510" y="564186"/>
                  </a:lnTo>
                  <a:lnTo>
                    <a:pt x="1827465" y="564147"/>
                  </a:lnTo>
                  <a:lnTo>
                    <a:pt x="1827420" y="564110"/>
                  </a:lnTo>
                  <a:lnTo>
                    <a:pt x="1827364" y="564054"/>
                  </a:lnTo>
                  <a:lnTo>
                    <a:pt x="1827333" y="564048"/>
                  </a:lnTo>
                  <a:lnTo>
                    <a:pt x="1827302" y="564051"/>
                  </a:lnTo>
                  <a:lnTo>
                    <a:pt x="1826956" y="564117"/>
                  </a:lnTo>
                  <a:lnTo>
                    <a:pt x="1826940" y="564121"/>
                  </a:lnTo>
                  <a:lnTo>
                    <a:pt x="1826869" y="564139"/>
                  </a:lnTo>
                  <a:lnTo>
                    <a:pt x="1826699" y="564184"/>
                  </a:lnTo>
                  <a:lnTo>
                    <a:pt x="1826519" y="564250"/>
                  </a:lnTo>
                  <a:lnTo>
                    <a:pt x="1826348" y="564334"/>
                  </a:lnTo>
                  <a:lnTo>
                    <a:pt x="1826338" y="564340"/>
                  </a:lnTo>
                  <a:lnTo>
                    <a:pt x="1826321" y="564350"/>
                  </a:lnTo>
                  <a:lnTo>
                    <a:pt x="1826262" y="564385"/>
                  </a:lnTo>
                  <a:lnTo>
                    <a:pt x="1826169" y="564457"/>
                  </a:lnTo>
                  <a:lnTo>
                    <a:pt x="1826087" y="564546"/>
                  </a:lnTo>
                  <a:lnTo>
                    <a:pt x="1826048" y="564598"/>
                  </a:lnTo>
                  <a:lnTo>
                    <a:pt x="1825960" y="564778"/>
                  </a:lnTo>
                  <a:lnTo>
                    <a:pt x="1825960" y="564816"/>
                  </a:lnTo>
                  <a:lnTo>
                    <a:pt x="1825958" y="565219"/>
                  </a:lnTo>
                  <a:lnTo>
                    <a:pt x="1825960" y="565228"/>
                  </a:lnTo>
                  <a:lnTo>
                    <a:pt x="1826016" y="565411"/>
                  </a:lnTo>
                  <a:lnTo>
                    <a:pt x="1826020" y="565426"/>
                  </a:lnTo>
                  <a:lnTo>
                    <a:pt x="1826047" y="565441"/>
                  </a:lnTo>
                  <a:lnTo>
                    <a:pt x="1826052" y="565444"/>
                  </a:lnTo>
                  <a:lnTo>
                    <a:pt x="1826067" y="565452"/>
                  </a:lnTo>
                  <a:lnTo>
                    <a:pt x="1826093" y="565467"/>
                  </a:lnTo>
                  <a:lnTo>
                    <a:pt x="1826096" y="565475"/>
                  </a:lnTo>
                  <a:lnTo>
                    <a:pt x="1826135" y="565582"/>
                  </a:lnTo>
                  <a:lnTo>
                    <a:pt x="1826137" y="565588"/>
                  </a:lnTo>
                  <a:lnTo>
                    <a:pt x="1826139" y="565598"/>
                  </a:lnTo>
                  <a:lnTo>
                    <a:pt x="1826144" y="565630"/>
                  </a:lnTo>
                  <a:lnTo>
                    <a:pt x="1826132" y="565864"/>
                  </a:lnTo>
                  <a:lnTo>
                    <a:pt x="1826098" y="565920"/>
                  </a:lnTo>
                  <a:lnTo>
                    <a:pt x="1826084" y="565938"/>
                  </a:lnTo>
                  <a:lnTo>
                    <a:pt x="1826081" y="565942"/>
                  </a:lnTo>
                  <a:lnTo>
                    <a:pt x="1826077" y="565944"/>
                  </a:lnTo>
                  <a:lnTo>
                    <a:pt x="1825936" y="566006"/>
                  </a:lnTo>
                  <a:lnTo>
                    <a:pt x="1825872" y="566042"/>
                  </a:lnTo>
                  <a:lnTo>
                    <a:pt x="1825678" y="566150"/>
                  </a:lnTo>
                  <a:lnTo>
                    <a:pt x="1825588" y="566208"/>
                  </a:lnTo>
                  <a:lnTo>
                    <a:pt x="1825469" y="566320"/>
                  </a:lnTo>
                  <a:lnTo>
                    <a:pt x="1825178" y="566728"/>
                  </a:lnTo>
                  <a:lnTo>
                    <a:pt x="1825144" y="566776"/>
                  </a:lnTo>
                  <a:lnTo>
                    <a:pt x="1825100" y="566865"/>
                  </a:lnTo>
                  <a:lnTo>
                    <a:pt x="1825095" y="566919"/>
                  </a:lnTo>
                  <a:lnTo>
                    <a:pt x="1824982" y="567301"/>
                  </a:lnTo>
                  <a:lnTo>
                    <a:pt x="1824905" y="567560"/>
                  </a:lnTo>
                  <a:lnTo>
                    <a:pt x="1824843" y="567765"/>
                  </a:lnTo>
                  <a:lnTo>
                    <a:pt x="1824838" y="567771"/>
                  </a:lnTo>
                  <a:lnTo>
                    <a:pt x="1824818" y="567793"/>
                  </a:lnTo>
                  <a:lnTo>
                    <a:pt x="1824692" y="567927"/>
                  </a:lnTo>
                  <a:lnTo>
                    <a:pt x="1824445" y="568193"/>
                  </a:lnTo>
                  <a:lnTo>
                    <a:pt x="1824391" y="568250"/>
                  </a:lnTo>
                  <a:lnTo>
                    <a:pt x="1824319" y="568328"/>
                  </a:lnTo>
                  <a:lnTo>
                    <a:pt x="1824244" y="568408"/>
                  </a:lnTo>
                  <a:lnTo>
                    <a:pt x="1823696" y="569149"/>
                  </a:lnTo>
                  <a:lnTo>
                    <a:pt x="1823653" y="569207"/>
                  </a:lnTo>
                  <a:lnTo>
                    <a:pt x="1823614" y="569261"/>
                  </a:lnTo>
                  <a:lnTo>
                    <a:pt x="1823602" y="569264"/>
                  </a:lnTo>
                  <a:lnTo>
                    <a:pt x="1823579" y="569260"/>
                  </a:lnTo>
                  <a:lnTo>
                    <a:pt x="1823225" y="569084"/>
                  </a:lnTo>
                  <a:lnTo>
                    <a:pt x="1822829" y="569254"/>
                  </a:lnTo>
                  <a:lnTo>
                    <a:pt x="1822756" y="569294"/>
                  </a:lnTo>
                  <a:lnTo>
                    <a:pt x="1822291" y="569602"/>
                  </a:lnTo>
                  <a:lnTo>
                    <a:pt x="1822231" y="569660"/>
                  </a:lnTo>
                  <a:lnTo>
                    <a:pt x="1822211" y="569706"/>
                  </a:lnTo>
                  <a:lnTo>
                    <a:pt x="1822198" y="569760"/>
                  </a:lnTo>
                  <a:lnTo>
                    <a:pt x="1822190" y="569835"/>
                  </a:lnTo>
                  <a:lnTo>
                    <a:pt x="1822275" y="569941"/>
                  </a:lnTo>
                  <a:lnTo>
                    <a:pt x="1821810" y="570231"/>
                  </a:lnTo>
                  <a:lnTo>
                    <a:pt x="1821497" y="570266"/>
                  </a:lnTo>
                  <a:lnTo>
                    <a:pt x="1821335" y="570285"/>
                  </a:lnTo>
                  <a:lnTo>
                    <a:pt x="1821328" y="570285"/>
                  </a:lnTo>
                  <a:lnTo>
                    <a:pt x="1821254" y="570308"/>
                  </a:lnTo>
                  <a:lnTo>
                    <a:pt x="1821202" y="570324"/>
                  </a:lnTo>
                  <a:lnTo>
                    <a:pt x="1821227" y="570371"/>
                  </a:lnTo>
                  <a:lnTo>
                    <a:pt x="1821266" y="570447"/>
                  </a:lnTo>
                  <a:lnTo>
                    <a:pt x="1821289" y="570516"/>
                  </a:lnTo>
                  <a:lnTo>
                    <a:pt x="1821293" y="570526"/>
                  </a:lnTo>
                  <a:lnTo>
                    <a:pt x="1821289" y="570550"/>
                  </a:lnTo>
                  <a:lnTo>
                    <a:pt x="1821280" y="570611"/>
                  </a:lnTo>
                  <a:lnTo>
                    <a:pt x="1821264" y="570634"/>
                  </a:lnTo>
                  <a:lnTo>
                    <a:pt x="1821258" y="570638"/>
                  </a:lnTo>
                  <a:lnTo>
                    <a:pt x="1821104" y="570734"/>
                  </a:lnTo>
                  <a:lnTo>
                    <a:pt x="1821089" y="570738"/>
                  </a:lnTo>
                  <a:lnTo>
                    <a:pt x="1820953" y="570770"/>
                  </a:lnTo>
                  <a:lnTo>
                    <a:pt x="1820935" y="570785"/>
                  </a:lnTo>
                  <a:lnTo>
                    <a:pt x="1821090" y="570985"/>
                  </a:lnTo>
                  <a:lnTo>
                    <a:pt x="1821242" y="570897"/>
                  </a:lnTo>
                  <a:lnTo>
                    <a:pt x="1821505" y="570744"/>
                  </a:lnTo>
                  <a:lnTo>
                    <a:pt x="1821919" y="571279"/>
                  </a:lnTo>
                  <a:lnTo>
                    <a:pt x="1821920" y="571289"/>
                  </a:lnTo>
                  <a:lnTo>
                    <a:pt x="1821857" y="571386"/>
                  </a:lnTo>
                  <a:lnTo>
                    <a:pt x="1821764" y="571504"/>
                  </a:lnTo>
                  <a:lnTo>
                    <a:pt x="1821625" y="571634"/>
                  </a:lnTo>
                  <a:lnTo>
                    <a:pt x="1821506" y="571723"/>
                  </a:lnTo>
                  <a:lnTo>
                    <a:pt x="1821430" y="571766"/>
                  </a:lnTo>
                  <a:lnTo>
                    <a:pt x="1821344" y="571813"/>
                  </a:lnTo>
                  <a:lnTo>
                    <a:pt x="1821176" y="571880"/>
                  </a:lnTo>
                  <a:lnTo>
                    <a:pt x="1821017" y="571926"/>
                  </a:lnTo>
                  <a:lnTo>
                    <a:pt x="1820924" y="571943"/>
                  </a:lnTo>
                  <a:lnTo>
                    <a:pt x="1820898" y="571942"/>
                  </a:lnTo>
                  <a:lnTo>
                    <a:pt x="1820879" y="571933"/>
                  </a:lnTo>
                  <a:lnTo>
                    <a:pt x="1820702" y="571699"/>
                  </a:lnTo>
                  <a:lnTo>
                    <a:pt x="1820616" y="571674"/>
                  </a:lnTo>
                  <a:lnTo>
                    <a:pt x="1820286" y="571615"/>
                  </a:lnTo>
                  <a:lnTo>
                    <a:pt x="1820198" y="571607"/>
                  </a:lnTo>
                  <a:lnTo>
                    <a:pt x="1819972" y="571885"/>
                  </a:lnTo>
                  <a:lnTo>
                    <a:pt x="1819876" y="572261"/>
                  </a:lnTo>
                  <a:lnTo>
                    <a:pt x="1819812" y="572551"/>
                  </a:lnTo>
                  <a:lnTo>
                    <a:pt x="1819804" y="572585"/>
                  </a:lnTo>
                  <a:lnTo>
                    <a:pt x="1819791" y="572769"/>
                  </a:lnTo>
                  <a:lnTo>
                    <a:pt x="1819668" y="572940"/>
                  </a:lnTo>
                  <a:lnTo>
                    <a:pt x="1819296" y="573010"/>
                  </a:lnTo>
                  <a:lnTo>
                    <a:pt x="1819291" y="573010"/>
                  </a:lnTo>
                  <a:lnTo>
                    <a:pt x="1819180" y="573031"/>
                  </a:lnTo>
                  <a:lnTo>
                    <a:pt x="1818873" y="573011"/>
                  </a:lnTo>
                  <a:lnTo>
                    <a:pt x="1818649" y="572880"/>
                  </a:lnTo>
                  <a:lnTo>
                    <a:pt x="1818431" y="572751"/>
                  </a:lnTo>
                  <a:lnTo>
                    <a:pt x="1818414" y="572751"/>
                  </a:lnTo>
                  <a:lnTo>
                    <a:pt x="1818356" y="572770"/>
                  </a:lnTo>
                  <a:lnTo>
                    <a:pt x="1818284" y="572811"/>
                  </a:lnTo>
                  <a:lnTo>
                    <a:pt x="1818155" y="572900"/>
                  </a:lnTo>
                  <a:lnTo>
                    <a:pt x="1818062" y="572977"/>
                  </a:lnTo>
                  <a:lnTo>
                    <a:pt x="1818026" y="573007"/>
                  </a:lnTo>
                  <a:lnTo>
                    <a:pt x="1817953" y="573159"/>
                  </a:lnTo>
                  <a:lnTo>
                    <a:pt x="1817879" y="573187"/>
                  </a:lnTo>
                  <a:lnTo>
                    <a:pt x="1817665" y="573267"/>
                  </a:lnTo>
                  <a:lnTo>
                    <a:pt x="1817530" y="573318"/>
                  </a:lnTo>
                  <a:lnTo>
                    <a:pt x="1817397" y="573381"/>
                  </a:lnTo>
                  <a:lnTo>
                    <a:pt x="1817223" y="573490"/>
                  </a:lnTo>
                  <a:lnTo>
                    <a:pt x="1817342" y="573600"/>
                  </a:lnTo>
                  <a:lnTo>
                    <a:pt x="1817447" y="573697"/>
                  </a:lnTo>
                  <a:lnTo>
                    <a:pt x="1817628" y="573865"/>
                  </a:lnTo>
                  <a:lnTo>
                    <a:pt x="1817633" y="573870"/>
                  </a:lnTo>
                  <a:lnTo>
                    <a:pt x="1817718" y="573948"/>
                  </a:lnTo>
                  <a:lnTo>
                    <a:pt x="1817887" y="574105"/>
                  </a:lnTo>
                  <a:lnTo>
                    <a:pt x="1817983" y="574193"/>
                  </a:lnTo>
                  <a:lnTo>
                    <a:pt x="1818036" y="574243"/>
                  </a:lnTo>
                  <a:lnTo>
                    <a:pt x="1817953" y="574318"/>
                  </a:lnTo>
                  <a:lnTo>
                    <a:pt x="1817932" y="574336"/>
                  </a:lnTo>
                  <a:lnTo>
                    <a:pt x="1817848" y="574410"/>
                  </a:lnTo>
                  <a:lnTo>
                    <a:pt x="1817746" y="574351"/>
                  </a:lnTo>
                  <a:lnTo>
                    <a:pt x="1817734" y="574344"/>
                  </a:lnTo>
                  <a:lnTo>
                    <a:pt x="1817504" y="574211"/>
                  </a:lnTo>
                  <a:lnTo>
                    <a:pt x="1817404" y="574153"/>
                  </a:lnTo>
                  <a:lnTo>
                    <a:pt x="1817336" y="574113"/>
                  </a:lnTo>
                  <a:lnTo>
                    <a:pt x="1817311" y="574099"/>
                  </a:lnTo>
                  <a:lnTo>
                    <a:pt x="1817268" y="574074"/>
                  </a:lnTo>
                  <a:lnTo>
                    <a:pt x="1817257" y="574093"/>
                  </a:lnTo>
                  <a:lnTo>
                    <a:pt x="1817234" y="574138"/>
                  </a:lnTo>
                  <a:lnTo>
                    <a:pt x="1817240" y="574416"/>
                  </a:lnTo>
                  <a:lnTo>
                    <a:pt x="1817241" y="574456"/>
                  </a:lnTo>
                  <a:lnTo>
                    <a:pt x="1817242" y="574498"/>
                  </a:lnTo>
                  <a:lnTo>
                    <a:pt x="1817396" y="574504"/>
                  </a:lnTo>
                  <a:lnTo>
                    <a:pt x="1817584" y="574509"/>
                  </a:lnTo>
                  <a:lnTo>
                    <a:pt x="1817604" y="574510"/>
                  </a:lnTo>
                  <a:lnTo>
                    <a:pt x="1817604" y="574525"/>
                  </a:lnTo>
                  <a:lnTo>
                    <a:pt x="1817604" y="574542"/>
                  </a:lnTo>
                  <a:lnTo>
                    <a:pt x="1817603" y="574658"/>
                  </a:lnTo>
                  <a:lnTo>
                    <a:pt x="1817602" y="574684"/>
                  </a:lnTo>
                  <a:lnTo>
                    <a:pt x="1817602" y="574690"/>
                  </a:lnTo>
                  <a:lnTo>
                    <a:pt x="1817602" y="574712"/>
                  </a:lnTo>
                  <a:lnTo>
                    <a:pt x="1817602" y="574720"/>
                  </a:lnTo>
                  <a:lnTo>
                    <a:pt x="1817525" y="574879"/>
                  </a:lnTo>
                  <a:lnTo>
                    <a:pt x="1817502" y="574926"/>
                  </a:lnTo>
                  <a:lnTo>
                    <a:pt x="1817459" y="575014"/>
                  </a:lnTo>
                  <a:lnTo>
                    <a:pt x="1817423" y="575086"/>
                  </a:lnTo>
                  <a:lnTo>
                    <a:pt x="1817357" y="575219"/>
                  </a:lnTo>
                  <a:lnTo>
                    <a:pt x="1817471" y="575207"/>
                  </a:lnTo>
                  <a:lnTo>
                    <a:pt x="1817768" y="575360"/>
                  </a:lnTo>
                  <a:lnTo>
                    <a:pt x="1817815" y="575598"/>
                  </a:lnTo>
                  <a:lnTo>
                    <a:pt x="1817820" y="575670"/>
                  </a:lnTo>
                  <a:lnTo>
                    <a:pt x="1817831" y="575852"/>
                  </a:lnTo>
                  <a:lnTo>
                    <a:pt x="1817809" y="575874"/>
                  </a:lnTo>
                  <a:lnTo>
                    <a:pt x="1817698" y="576016"/>
                  </a:lnTo>
                  <a:lnTo>
                    <a:pt x="1817682" y="576038"/>
                  </a:lnTo>
                  <a:lnTo>
                    <a:pt x="1817672" y="576051"/>
                  </a:lnTo>
                  <a:lnTo>
                    <a:pt x="1817664" y="576060"/>
                  </a:lnTo>
                  <a:lnTo>
                    <a:pt x="1817550" y="576206"/>
                  </a:lnTo>
                  <a:lnTo>
                    <a:pt x="1817534" y="576226"/>
                  </a:lnTo>
                  <a:lnTo>
                    <a:pt x="1817424" y="576366"/>
                  </a:lnTo>
                  <a:lnTo>
                    <a:pt x="1817412" y="576382"/>
                  </a:lnTo>
                  <a:lnTo>
                    <a:pt x="1816639" y="575917"/>
                  </a:lnTo>
                  <a:lnTo>
                    <a:pt x="1816626" y="575930"/>
                  </a:lnTo>
                  <a:lnTo>
                    <a:pt x="1816620" y="575955"/>
                  </a:lnTo>
                  <a:lnTo>
                    <a:pt x="1816618" y="575965"/>
                  </a:lnTo>
                  <a:lnTo>
                    <a:pt x="1816695" y="576282"/>
                  </a:lnTo>
                  <a:lnTo>
                    <a:pt x="1816694" y="576297"/>
                  </a:lnTo>
                  <a:lnTo>
                    <a:pt x="1816681" y="576317"/>
                  </a:lnTo>
                  <a:lnTo>
                    <a:pt x="1816494" y="576514"/>
                  </a:lnTo>
                  <a:lnTo>
                    <a:pt x="1816421" y="576590"/>
                  </a:lnTo>
                  <a:lnTo>
                    <a:pt x="1816371" y="576643"/>
                  </a:lnTo>
                  <a:lnTo>
                    <a:pt x="1816342" y="576673"/>
                  </a:lnTo>
                  <a:lnTo>
                    <a:pt x="1816255" y="576803"/>
                  </a:lnTo>
                  <a:lnTo>
                    <a:pt x="1816250" y="576827"/>
                  </a:lnTo>
                  <a:lnTo>
                    <a:pt x="1816257" y="576865"/>
                  </a:lnTo>
                  <a:lnTo>
                    <a:pt x="1816580" y="577356"/>
                  </a:lnTo>
                  <a:lnTo>
                    <a:pt x="1816630" y="577432"/>
                  </a:lnTo>
                  <a:lnTo>
                    <a:pt x="1816770" y="577376"/>
                  </a:lnTo>
                  <a:lnTo>
                    <a:pt x="1816816" y="577366"/>
                  </a:lnTo>
                  <a:lnTo>
                    <a:pt x="1816999" y="577323"/>
                  </a:lnTo>
                  <a:lnTo>
                    <a:pt x="1817048" y="577358"/>
                  </a:lnTo>
                  <a:lnTo>
                    <a:pt x="1817149" y="577431"/>
                  </a:lnTo>
                  <a:lnTo>
                    <a:pt x="1817192" y="577471"/>
                  </a:lnTo>
                  <a:lnTo>
                    <a:pt x="1817256" y="577530"/>
                  </a:lnTo>
                  <a:lnTo>
                    <a:pt x="1817235" y="577532"/>
                  </a:lnTo>
                  <a:lnTo>
                    <a:pt x="1817162" y="577548"/>
                  </a:lnTo>
                  <a:lnTo>
                    <a:pt x="1817156" y="577553"/>
                  </a:lnTo>
                  <a:lnTo>
                    <a:pt x="1817090" y="577605"/>
                  </a:lnTo>
                  <a:lnTo>
                    <a:pt x="1817058" y="577647"/>
                  </a:lnTo>
                  <a:lnTo>
                    <a:pt x="1817019" y="577722"/>
                  </a:lnTo>
                  <a:lnTo>
                    <a:pt x="1817005" y="577773"/>
                  </a:lnTo>
                  <a:lnTo>
                    <a:pt x="1817003" y="577799"/>
                  </a:lnTo>
                  <a:lnTo>
                    <a:pt x="1816999" y="577857"/>
                  </a:lnTo>
                  <a:lnTo>
                    <a:pt x="1816906" y="578131"/>
                  </a:lnTo>
                  <a:lnTo>
                    <a:pt x="1816747" y="578170"/>
                  </a:lnTo>
                  <a:lnTo>
                    <a:pt x="1816621" y="578204"/>
                  </a:lnTo>
                  <a:lnTo>
                    <a:pt x="1816310" y="578287"/>
                  </a:lnTo>
                  <a:lnTo>
                    <a:pt x="1816290" y="578292"/>
                  </a:lnTo>
                  <a:lnTo>
                    <a:pt x="1816124" y="578341"/>
                  </a:lnTo>
                  <a:lnTo>
                    <a:pt x="1815937" y="578395"/>
                  </a:lnTo>
                  <a:lnTo>
                    <a:pt x="1815776" y="578481"/>
                  </a:lnTo>
                  <a:lnTo>
                    <a:pt x="1815285" y="578803"/>
                  </a:lnTo>
                  <a:lnTo>
                    <a:pt x="1815093" y="578904"/>
                  </a:lnTo>
                  <a:lnTo>
                    <a:pt x="1814778" y="579070"/>
                  </a:lnTo>
                  <a:lnTo>
                    <a:pt x="1814644" y="579125"/>
                  </a:lnTo>
                  <a:lnTo>
                    <a:pt x="1814334" y="579252"/>
                  </a:lnTo>
                  <a:lnTo>
                    <a:pt x="1814205" y="579309"/>
                  </a:lnTo>
                  <a:lnTo>
                    <a:pt x="1813764" y="579577"/>
                  </a:lnTo>
                  <a:lnTo>
                    <a:pt x="1813731" y="579603"/>
                  </a:lnTo>
                  <a:lnTo>
                    <a:pt x="1813721" y="579612"/>
                  </a:lnTo>
                  <a:lnTo>
                    <a:pt x="1813603" y="579710"/>
                  </a:lnTo>
                  <a:lnTo>
                    <a:pt x="1813591" y="579721"/>
                  </a:lnTo>
                  <a:lnTo>
                    <a:pt x="1813524" y="579781"/>
                  </a:lnTo>
                  <a:lnTo>
                    <a:pt x="1813506" y="579808"/>
                  </a:lnTo>
                  <a:lnTo>
                    <a:pt x="1813481" y="579903"/>
                  </a:lnTo>
                  <a:lnTo>
                    <a:pt x="1813476" y="579923"/>
                  </a:lnTo>
                  <a:lnTo>
                    <a:pt x="1813459" y="579988"/>
                  </a:lnTo>
                  <a:lnTo>
                    <a:pt x="1813414" y="580300"/>
                  </a:lnTo>
                  <a:lnTo>
                    <a:pt x="1813519" y="580299"/>
                  </a:lnTo>
                  <a:lnTo>
                    <a:pt x="1813538" y="580317"/>
                  </a:lnTo>
                  <a:lnTo>
                    <a:pt x="1813645" y="580619"/>
                  </a:lnTo>
                  <a:lnTo>
                    <a:pt x="1813850" y="581201"/>
                  </a:lnTo>
                  <a:lnTo>
                    <a:pt x="1813872" y="581248"/>
                  </a:lnTo>
                  <a:lnTo>
                    <a:pt x="1813970" y="581397"/>
                  </a:lnTo>
                  <a:lnTo>
                    <a:pt x="1814058" y="581521"/>
                  </a:lnTo>
                  <a:lnTo>
                    <a:pt x="1814083" y="581558"/>
                  </a:lnTo>
                  <a:lnTo>
                    <a:pt x="1814127" y="581689"/>
                  </a:lnTo>
                  <a:lnTo>
                    <a:pt x="1814200" y="582005"/>
                  </a:lnTo>
                  <a:lnTo>
                    <a:pt x="1814213" y="582116"/>
                  </a:lnTo>
                  <a:lnTo>
                    <a:pt x="1814192" y="582499"/>
                  </a:lnTo>
                  <a:lnTo>
                    <a:pt x="1813786" y="582578"/>
                  </a:lnTo>
                  <a:lnTo>
                    <a:pt x="1813824" y="582611"/>
                  </a:lnTo>
                  <a:lnTo>
                    <a:pt x="1813846" y="582631"/>
                  </a:lnTo>
                  <a:lnTo>
                    <a:pt x="1814038" y="582873"/>
                  </a:lnTo>
                  <a:lnTo>
                    <a:pt x="1813892" y="582960"/>
                  </a:lnTo>
                  <a:lnTo>
                    <a:pt x="1813817" y="583024"/>
                  </a:lnTo>
                  <a:lnTo>
                    <a:pt x="1813800" y="583040"/>
                  </a:lnTo>
                  <a:lnTo>
                    <a:pt x="1813735" y="583106"/>
                  </a:lnTo>
                  <a:lnTo>
                    <a:pt x="1813639" y="583216"/>
                  </a:lnTo>
                  <a:lnTo>
                    <a:pt x="1813602" y="583467"/>
                  </a:lnTo>
                  <a:lnTo>
                    <a:pt x="1813604" y="583544"/>
                  </a:lnTo>
                  <a:lnTo>
                    <a:pt x="1813620" y="583618"/>
                  </a:lnTo>
                  <a:lnTo>
                    <a:pt x="1813617" y="583661"/>
                  </a:lnTo>
                  <a:lnTo>
                    <a:pt x="1813561" y="583739"/>
                  </a:lnTo>
                  <a:lnTo>
                    <a:pt x="1813474" y="583832"/>
                  </a:lnTo>
                  <a:lnTo>
                    <a:pt x="1813290" y="583961"/>
                  </a:lnTo>
                  <a:lnTo>
                    <a:pt x="1813216" y="583902"/>
                  </a:lnTo>
                  <a:lnTo>
                    <a:pt x="1813178" y="583871"/>
                  </a:lnTo>
                  <a:lnTo>
                    <a:pt x="1813137" y="583838"/>
                  </a:lnTo>
                  <a:lnTo>
                    <a:pt x="1813016" y="583742"/>
                  </a:lnTo>
                  <a:lnTo>
                    <a:pt x="1812951" y="583802"/>
                  </a:lnTo>
                  <a:lnTo>
                    <a:pt x="1812926" y="583826"/>
                  </a:lnTo>
                  <a:lnTo>
                    <a:pt x="1812843" y="583902"/>
                  </a:lnTo>
                  <a:lnTo>
                    <a:pt x="1812880" y="583949"/>
                  </a:lnTo>
                  <a:lnTo>
                    <a:pt x="1812900" y="583973"/>
                  </a:lnTo>
                  <a:lnTo>
                    <a:pt x="1812631" y="584238"/>
                  </a:lnTo>
                  <a:lnTo>
                    <a:pt x="1812523" y="584345"/>
                  </a:lnTo>
                  <a:lnTo>
                    <a:pt x="1812517" y="584351"/>
                  </a:lnTo>
                  <a:lnTo>
                    <a:pt x="1812340" y="584527"/>
                  </a:lnTo>
                  <a:lnTo>
                    <a:pt x="1812106" y="584716"/>
                  </a:lnTo>
                  <a:lnTo>
                    <a:pt x="1812038" y="584771"/>
                  </a:lnTo>
                  <a:lnTo>
                    <a:pt x="1811765" y="584993"/>
                  </a:lnTo>
                  <a:lnTo>
                    <a:pt x="1811707" y="585041"/>
                  </a:lnTo>
                  <a:lnTo>
                    <a:pt x="1811587" y="585208"/>
                  </a:lnTo>
                  <a:lnTo>
                    <a:pt x="1811568" y="585234"/>
                  </a:lnTo>
                  <a:lnTo>
                    <a:pt x="1811413" y="585452"/>
                  </a:lnTo>
                  <a:lnTo>
                    <a:pt x="1811312" y="585467"/>
                  </a:lnTo>
                  <a:lnTo>
                    <a:pt x="1810943" y="585475"/>
                  </a:lnTo>
                  <a:lnTo>
                    <a:pt x="1810417" y="585486"/>
                  </a:lnTo>
                  <a:lnTo>
                    <a:pt x="1810285" y="585481"/>
                  </a:lnTo>
                  <a:lnTo>
                    <a:pt x="1810238" y="585475"/>
                  </a:lnTo>
                  <a:lnTo>
                    <a:pt x="1810070" y="585437"/>
                  </a:lnTo>
                  <a:lnTo>
                    <a:pt x="1809681" y="585391"/>
                  </a:lnTo>
                  <a:lnTo>
                    <a:pt x="1809420" y="585371"/>
                  </a:lnTo>
                  <a:lnTo>
                    <a:pt x="1809394" y="585369"/>
                  </a:lnTo>
                  <a:lnTo>
                    <a:pt x="1809299" y="585361"/>
                  </a:lnTo>
                  <a:lnTo>
                    <a:pt x="1809220" y="585355"/>
                  </a:lnTo>
                  <a:lnTo>
                    <a:pt x="1809058" y="585356"/>
                  </a:lnTo>
                  <a:lnTo>
                    <a:pt x="1808995" y="585361"/>
                  </a:lnTo>
                  <a:lnTo>
                    <a:pt x="1808975" y="585363"/>
                  </a:lnTo>
                  <a:lnTo>
                    <a:pt x="1808790" y="585378"/>
                  </a:lnTo>
                  <a:lnTo>
                    <a:pt x="1808751" y="585386"/>
                  </a:lnTo>
                  <a:lnTo>
                    <a:pt x="1808695" y="585397"/>
                  </a:lnTo>
                  <a:lnTo>
                    <a:pt x="1808658" y="585405"/>
                  </a:lnTo>
                  <a:lnTo>
                    <a:pt x="1808561" y="585451"/>
                  </a:lnTo>
                  <a:lnTo>
                    <a:pt x="1808531" y="585474"/>
                  </a:lnTo>
                  <a:lnTo>
                    <a:pt x="1808505" y="585495"/>
                  </a:lnTo>
                  <a:lnTo>
                    <a:pt x="1808331" y="585592"/>
                  </a:lnTo>
                  <a:lnTo>
                    <a:pt x="1808273" y="585603"/>
                  </a:lnTo>
                  <a:lnTo>
                    <a:pt x="1808006" y="585659"/>
                  </a:lnTo>
                  <a:lnTo>
                    <a:pt x="1807971" y="585666"/>
                  </a:lnTo>
                  <a:lnTo>
                    <a:pt x="1807478" y="585768"/>
                  </a:lnTo>
                  <a:lnTo>
                    <a:pt x="1807242" y="585797"/>
                  </a:lnTo>
                  <a:lnTo>
                    <a:pt x="1807225" y="585799"/>
                  </a:lnTo>
                  <a:lnTo>
                    <a:pt x="1807026" y="585823"/>
                  </a:lnTo>
                  <a:lnTo>
                    <a:pt x="1806624" y="585855"/>
                  </a:lnTo>
                  <a:lnTo>
                    <a:pt x="1806424" y="585890"/>
                  </a:lnTo>
                  <a:lnTo>
                    <a:pt x="1806335" y="585921"/>
                  </a:lnTo>
                  <a:lnTo>
                    <a:pt x="1806230" y="585962"/>
                  </a:lnTo>
                  <a:lnTo>
                    <a:pt x="1806213" y="585968"/>
                  </a:lnTo>
                  <a:lnTo>
                    <a:pt x="1805800" y="586127"/>
                  </a:lnTo>
                  <a:lnTo>
                    <a:pt x="1805761" y="586143"/>
                  </a:lnTo>
                  <a:lnTo>
                    <a:pt x="1805739" y="586157"/>
                  </a:lnTo>
                  <a:lnTo>
                    <a:pt x="1805827" y="586247"/>
                  </a:lnTo>
                  <a:lnTo>
                    <a:pt x="1805984" y="586390"/>
                  </a:lnTo>
                  <a:lnTo>
                    <a:pt x="1805648" y="586732"/>
                  </a:lnTo>
                  <a:lnTo>
                    <a:pt x="1805421" y="586892"/>
                  </a:lnTo>
                  <a:lnTo>
                    <a:pt x="1805325" y="586960"/>
                  </a:lnTo>
                  <a:lnTo>
                    <a:pt x="1805276" y="586995"/>
                  </a:lnTo>
                  <a:lnTo>
                    <a:pt x="1805016" y="587178"/>
                  </a:lnTo>
                  <a:lnTo>
                    <a:pt x="1804921" y="587235"/>
                  </a:lnTo>
                  <a:lnTo>
                    <a:pt x="1804869" y="587266"/>
                  </a:lnTo>
                  <a:lnTo>
                    <a:pt x="1804709" y="587320"/>
                  </a:lnTo>
                  <a:lnTo>
                    <a:pt x="1804639" y="587343"/>
                  </a:lnTo>
                  <a:lnTo>
                    <a:pt x="1804369" y="587433"/>
                  </a:lnTo>
                  <a:lnTo>
                    <a:pt x="1804272" y="587459"/>
                  </a:lnTo>
                  <a:lnTo>
                    <a:pt x="1804087" y="587506"/>
                  </a:lnTo>
                  <a:lnTo>
                    <a:pt x="1803998" y="587520"/>
                  </a:lnTo>
                  <a:lnTo>
                    <a:pt x="1803857" y="587568"/>
                  </a:lnTo>
                  <a:lnTo>
                    <a:pt x="1803659" y="587652"/>
                  </a:lnTo>
                  <a:lnTo>
                    <a:pt x="1803307" y="587823"/>
                  </a:lnTo>
                  <a:lnTo>
                    <a:pt x="1803012" y="587929"/>
                  </a:lnTo>
                  <a:lnTo>
                    <a:pt x="1802883" y="587910"/>
                  </a:lnTo>
                  <a:lnTo>
                    <a:pt x="1802778" y="587945"/>
                  </a:lnTo>
                  <a:lnTo>
                    <a:pt x="1802749" y="588055"/>
                  </a:lnTo>
                  <a:lnTo>
                    <a:pt x="1802735" y="588130"/>
                  </a:lnTo>
                  <a:lnTo>
                    <a:pt x="1802716" y="588258"/>
                  </a:lnTo>
                  <a:lnTo>
                    <a:pt x="1802556" y="588311"/>
                  </a:lnTo>
                  <a:lnTo>
                    <a:pt x="1802539" y="588317"/>
                  </a:lnTo>
                  <a:lnTo>
                    <a:pt x="1802400" y="588363"/>
                  </a:lnTo>
                  <a:lnTo>
                    <a:pt x="1802381" y="588369"/>
                  </a:lnTo>
                  <a:lnTo>
                    <a:pt x="1802261" y="588409"/>
                  </a:lnTo>
                  <a:lnTo>
                    <a:pt x="1802245" y="588414"/>
                  </a:lnTo>
                  <a:lnTo>
                    <a:pt x="1802120" y="588456"/>
                  </a:lnTo>
                  <a:lnTo>
                    <a:pt x="1802104" y="588461"/>
                  </a:lnTo>
                  <a:lnTo>
                    <a:pt x="1801956" y="588510"/>
                  </a:lnTo>
                  <a:lnTo>
                    <a:pt x="1801937" y="588517"/>
                  </a:lnTo>
                  <a:lnTo>
                    <a:pt x="1801805" y="588561"/>
                  </a:lnTo>
                  <a:lnTo>
                    <a:pt x="1801780" y="588569"/>
                  </a:lnTo>
                  <a:lnTo>
                    <a:pt x="1801620" y="588613"/>
                  </a:lnTo>
                  <a:lnTo>
                    <a:pt x="1801605" y="588617"/>
                  </a:lnTo>
                  <a:lnTo>
                    <a:pt x="1801448" y="588660"/>
                  </a:lnTo>
                  <a:lnTo>
                    <a:pt x="1801434" y="588663"/>
                  </a:lnTo>
                  <a:lnTo>
                    <a:pt x="1801124" y="588748"/>
                  </a:lnTo>
                  <a:lnTo>
                    <a:pt x="1801114" y="588751"/>
                  </a:lnTo>
                  <a:lnTo>
                    <a:pt x="1801088" y="588760"/>
                  </a:lnTo>
                  <a:lnTo>
                    <a:pt x="1800788" y="588865"/>
                  </a:lnTo>
                  <a:lnTo>
                    <a:pt x="1800773" y="588871"/>
                  </a:lnTo>
                  <a:lnTo>
                    <a:pt x="1800603" y="588930"/>
                  </a:lnTo>
                  <a:lnTo>
                    <a:pt x="1800508" y="588965"/>
                  </a:lnTo>
                  <a:lnTo>
                    <a:pt x="1800425" y="589000"/>
                  </a:lnTo>
                  <a:lnTo>
                    <a:pt x="1800380" y="589042"/>
                  </a:lnTo>
                  <a:lnTo>
                    <a:pt x="1800311" y="589087"/>
                  </a:lnTo>
                  <a:lnTo>
                    <a:pt x="1800164" y="589166"/>
                  </a:lnTo>
                  <a:lnTo>
                    <a:pt x="1800032" y="589206"/>
                  </a:lnTo>
                  <a:lnTo>
                    <a:pt x="1799891" y="589250"/>
                  </a:lnTo>
                  <a:lnTo>
                    <a:pt x="1798986" y="589515"/>
                  </a:lnTo>
                  <a:lnTo>
                    <a:pt x="1798959" y="589526"/>
                  </a:lnTo>
                  <a:lnTo>
                    <a:pt x="1798859" y="589566"/>
                  </a:lnTo>
                  <a:lnTo>
                    <a:pt x="1798713" y="589625"/>
                  </a:lnTo>
                  <a:lnTo>
                    <a:pt x="1797665" y="589930"/>
                  </a:lnTo>
                  <a:lnTo>
                    <a:pt x="1796855" y="590165"/>
                  </a:lnTo>
                  <a:lnTo>
                    <a:pt x="1796759" y="590190"/>
                  </a:lnTo>
                  <a:lnTo>
                    <a:pt x="1796738" y="590195"/>
                  </a:lnTo>
                  <a:lnTo>
                    <a:pt x="1796673" y="590213"/>
                  </a:lnTo>
                  <a:lnTo>
                    <a:pt x="1796651" y="590218"/>
                  </a:lnTo>
                  <a:lnTo>
                    <a:pt x="1796026" y="590381"/>
                  </a:lnTo>
                  <a:lnTo>
                    <a:pt x="1795908" y="590392"/>
                  </a:lnTo>
                  <a:lnTo>
                    <a:pt x="1795769" y="590414"/>
                  </a:lnTo>
                  <a:lnTo>
                    <a:pt x="1795730" y="590420"/>
                  </a:lnTo>
                  <a:lnTo>
                    <a:pt x="1795649" y="590434"/>
                  </a:lnTo>
                  <a:lnTo>
                    <a:pt x="1795599" y="590442"/>
                  </a:lnTo>
                  <a:lnTo>
                    <a:pt x="1795504" y="590457"/>
                  </a:lnTo>
                  <a:lnTo>
                    <a:pt x="1795489" y="590459"/>
                  </a:lnTo>
                  <a:lnTo>
                    <a:pt x="1795453" y="590465"/>
                  </a:lnTo>
                  <a:lnTo>
                    <a:pt x="1795429" y="590514"/>
                  </a:lnTo>
                  <a:lnTo>
                    <a:pt x="1795420" y="590541"/>
                  </a:lnTo>
                  <a:lnTo>
                    <a:pt x="1795410" y="590575"/>
                  </a:lnTo>
                  <a:lnTo>
                    <a:pt x="1795405" y="590591"/>
                  </a:lnTo>
                  <a:lnTo>
                    <a:pt x="1795385" y="590652"/>
                  </a:lnTo>
                  <a:lnTo>
                    <a:pt x="1795509" y="590900"/>
                  </a:lnTo>
                  <a:lnTo>
                    <a:pt x="1795355" y="590972"/>
                  </a:lnTo>
                  <a:lnTo>
                    <a:pt x="1795230" y="591023"/>
                  </a:lnTo>
                  <a:lnTo>
                    <a:pt x="1795217" y="591023"/>
                  </a:lnTo>
                  <a:lnTo>
                    <a:pt x="1795134" y="591027"/>
                  </a:lnTo>
                  <a:lnTo>
                    <a:pt x="1795123" y="591027"/>
                  </a:lnTo>
                  <a:lnTo>
                    <a:pt x="1795069" y="590918"/>
                  </a:lnTo>
                  <a:lnTo>
                    <a:pt x="1794999" y="590778"/>
                  </a:lnTo>
                  <a:lnTo>
                    <a:pt x="1794987" y="590773"/>
                  </a:lnTo>
                  <a:lnTo>
                    <a:pt x="1794919" y="590781"/>
                  </a:lnTo>
                  <a:lnTo>
                    <a:pt x="1794782" y="590813"/>
                  </a:lnTo>
                  <a:lnTo>
                    <a:pt x="1794755" y="590819"/>
                  </a:lnTo>
                  <a:lnTo>
                    <a:pt x="1794609" y="590853"/>
                  </a:lnTo>
                  <a:lnTo>
                    <a:pt x="1794541" y="590868"/>
                  </a:lnTo>
                  <a:lnTo>
                    <a:pt x="1794535" y="590870"/>
                  </a:lnTo>
                  <a:lnTo>
                    <a:pt x="1794297" y="590925"/>
                  </a:lnTo>
                  <a:lnTo>
                    <a:pt x="1794270" y="590927"/>
                  </a:lnTo>
                  <a:lnTo>
                    <a:pt x="1794084" y="590984"/>
                  </a:lnTo>
                  <a:lnTo>
                    <a:pt x="1793356" y="591259"/>
                  </a:lnTo>
                  <a:lnTo>
                    <a:pt x="1792712" y="591404"/>
                  </a:lnTo>
                  <a:lnTo>
                    <a:pt x="1792350" y="591521"/>
                  </a:lnTo>
                  <a:lnTo>
                    <a:pt x="1792103" y="591625"/>
                  </a:lnTo>
                  <a:lnTo>
                    <a:pt x="1791945" y="591720"/>
                  </a:lnTo>
                  <a:lnTo>
                    <a:pt x="1791454" y="592040"/>
                  </a:lnTo>
                  <a:lnTo>
                    <a:pt x="1791277" y="592204"/>
                  </a:lnTo>
                  <a:lnTo>
                    <a:pt x="1791088" y="592465"/>
                  </a:lnTo>
                  <a:lnTo>
                    <a:pt x="1790624" y="593210"/>
                  </a:lnTo>
                  <a:lnTo>
                    <a:pt x="1790695" y="593517"/>
                  </a:lnTo>
                  <a:lnTo>
                    <a:pt x="1790974" y="594044"/>
                  </a:lnTo>
                  <a:lnTo>
                    <a:pt x="1790973" y="594058"/>
                  </a:lnTo>
                  <a:lnTo>
                    <a:pt x="1790286" y="594171"/>
                  </a:lnTo>
                  <a:lnTo>
                    <a:pt x="1790012" y="594144"/>
                  </a:lnTo>
                  <a:lnTo>
                    <a:pt x="1789887" y="594158"/>
                  </a:lnTo>
                  <a:lnTo>
                    <a:pt x="1789741" y="594226"/>
                  </a:lnTo>
                  <a:lnTo>
                    <a:pt x="1789626" y="594339"/>
                  </a:lnTo>
                  <a:lnTo>
                    <a:pt x="1789465" y="594407"/>
                  </a:lnTo>
                  <a:lnTo>
                    <a:pt x="1788975" y="594413"/>
                  </a:lnTo>
                  <a:lnTo>
                    <a:pt x="1788517" y="594462"/>
                  </a:lnTo>
                  <a:lnTo>
                    <a:pt x="1788431" y="594489"/>
                  </a:lnTo>
                  <a:lnTo>
                    <a:pt x="1788411" y="594496"/>
                  </a:lnTo>
                  <a:lnTo>
                    <a:pt x="1788341" y="594518"/>
                  </a:lnTo>
                  <a:lnTo>
                    <a:pt x="1788150" y="594629"/>
                  </a:lnTo>
                  <a:lnTo>
                    <a:pt x="1787964" y="594729"/>
                  </a:lnTo>
                  <a:lnTo>
                    <a:pt x="1787390" y="594868"/>
                  </a:lnTo>
                  <a:lnTo>
                    <a:pt x="1787262" y="594875"/>
                  </a:lnTo>
                  <a:lnTo>
                    <a:pt x="1787221" y="594828"/>
                  </a:lnTo>
                  <a:lnTo>
                    <a:pt x="1787168" y="594823"/>
                  </a:lnTo>
                  <a:lnTo>
                    <a:pt x="1787035" y="594867"/>
                  </a:lnTo>
                  <a:lnTo>
                    <a:pt x="1786756" y="594972"/>
                  </a:lnTo>
                  <a:lnTo>
                    <a:pt x="1786691" y="595014"/>
                  </a:lnTo>
                  <a:lnTo>
                    <a:pt x="1786657" y="595036"/>
                  </a:lnTo>
                  <a:lnTo>
                    <a:pt x="1786581" y="595086"/>
                  </a:lnTo>
                  <a:lnTo>
                    <a:pt x="1786425" y="595291"/>
                  </a:lnTo>
                  <a:lnTo>
                    <a:pt x="1786411" y="595309"/>
                  </a:lnTo>
                  <a:lnTo>
                    <a:pt x="1786385" y="595343"/>
                  </a:lnTo>
                  <a:lnTo>
                    <a:pt x="1786403" y="595488"/>
                  </a:lnTo>
                  <a:lnTo>
                    <a:pt x="1786284" y="595591"/>
                  </a:lnTo>
                  <a:lnTo>
                    <a:pt x="1786071" y="595842"/>
                  </a:lnTo>
                  <a:lnTo>
                    <a:pt x="1786062" y="595902"/>
                  </a:lnTo>
                  <a:lnTo>
                    <a:pt x="1785994" y="595965"/>
                  </a:lnTo>
                  <a:lnTo>
                    <a:pt x="1785861" y="596049"/>
                  </a:lnTo>
                  <a:lnTo>
                    <a:pt x="1785751" y="596091"/>
                  </a:lnTo>
                  <a:lnTo>
                    <a:pt x="1785468" y="596110"/>
                  </a:lnTo>
                  <a:lnTo>
                    <a:pt x="1785028" y="596099"/>
                  </a:lnTo>
                  <a:lnTo>
                    <a:pt x="1784885" y="596111"/>
                  </a:lnTo>
                  <a:lnTo>
                    <a:pt x="1784689" y="596128"/>
                  </a:lnTo>
                  <a:lnTo>
                    <a:pt x="1784193" y="596250"/>
                  </a:lnTo>
                  <a:lnTo>
                    <a:pt x="1783796" y="596388"/>
                  </a:lnTo>
                  <a:lnTo>
                    <a:pt x="1783218" y="596542"/>
                  </a:lnTo>
                  <a:lnTo>
                    <a:pt x="1783189" y="596579"/>
                  </a:lnTo>
                  <a:lnTo>
                    <a:pt x="1783138" y="596644"/>
                  </a:lnTo>
                  <a:lnTo>
                    <a:pt x="1783135" y="596695"/>
                  </a:lnTo>
                  <a:lnTo>
                    <a:pt x="1783122" y="596877"/>
                  </a:lnTo>
                  <a:lnTo>
                    <a:pt x="1782737" y="596878"/>
                  </a:lnTo>
                  <a:lnTo>
                    <a:pt x="1782684" y="596822"/>
                  </a:lnTo>
                  <a:lnTo>
                    <a:pt x="1782410" y="596825"/>
                  </a:lnTo>
                  <a:lnTo>
                    <a:pt x="1782372" y="596941"/>
                  </a:lnTo>
                  <a:lnTo>
                    <a:pt x="1782365" y="597326"/>
                  </a:lnTo>
                  <a:lnTo>
                    <a:pt x="1781925" y="597326"/>
                  </a:lnTo>
                  <a:lnTo>
                    <a:pt x="1781810" y="597130"/>
                  </a:lnTo>
                  <a:lnTo>
                    <a:pt x="1781731" y="596921"/>
                  </a:lnTo>
                  <a:lnTo>
                    <a:pt x="1781576" y="596836"/>
                  </a:lnTo>
                  <a:lnTo>
                    <a:pt x="1781479" y="596864"/>
                  </a:lnTo>
                  <a:lnTo>
                    <a:pt x="1781336" y="596939"/>
                  </a:lnTo>
                  <a:lnTo>
                    <a:pt x="1781088" y="597070"/>
                  </a:lnTo>
                  <a:lnTo>
                    <a:pt x="1781042" y="597093"/>
                  </a:lnTo>
                  <a:lnTo>
                    <a:pt x="1780962" y="597131"/>
                  </a:lnTo>
                  <a:lnTo>
                    <a:pt x="1780885" y="597168"/>
                  </a:lnTo>
                  <a:lnTo>
                    <a:pt x="1780801" y="597208"/>
                  </a:lnTo>
                  <a:lnTo>
                    <a:pt x="1780764" y="597225"/>
                  </a:lnTo>
                  <a:lnTo>
                    <a:pt x="1780748" y="597233"/>
                  </a:lnTo>
                  <a:lnTo>
                    <a:pt x="1780555" y="597323"/>
                  </a:lnTo>
                  <a:lnTo>
                    <a:pt x="1780526" y="597336"/>
                  </a:lnTo>
                  <a:lnTo>
                    <a:pt x="1780446" y="597374"/>
                  </a:lnTo>
                  <a:lnTo>
                    <a:pt x="1780346" y="597209"/>
                  </a:lnTo>
                  <a:lnTo>
                    <a:pt x="1780169" y="597251"/>
                  </a:lnTo>
                  <a:lnTo>
                    <a:pt x="1780072" y="597303"/>
                  </a:lnTo>
                  <a:lnTo>
                    <a:pt x="1780053" y="597322"/>
                  </a:lnTo>
                  <a:lnTo>
                    <a:pt x="1779857" y="597513"/>
                  </a:lnTo>
                  <a:lnTo>
                    <a:pt x="1779835" y="597578"/>
                  </a:lnTo>
                  <a:lnTo>
                    <a:pt x="1779765" y="597656"/>
                  </a:lnTo>
                  <a:lnTo>
                    <a:pt x="1779571" y="597868"/>
                  </a:lnTo>
                  <a:lnTo>
                    <a:pt x="1779555" y="597886"/>
                  </a:lnTo>
                  <a:lnTo>
                    <a:pt x="1779460" y="597990"/>
                  </a:lnTo>
                  <a:lnTo>
                    <a:pt x="1779312" y="598049"/>
                  </a:lnTo>
                  <a:lnTo>
                    <a:pt x="1778909" y="598122"/>
                  </a:lnTo>
                  <a:lnTo>
                    <a:pt x="1778833" y="598076"/>
                  </a:lnTo>
                  <a:lnTo>
                    <a:pt x="1778756" y="597949"/>
                  </a:lnTo>
                  <a:lnTo>
                    <a:pt x="1778694" y="597932"/>
                  </a:lnTo>
                  <a:lnTo>
                    <a:pt x="1778658" y="597934"/>
                  </a:lnTo>
                  <a:lnTo>
                    <a:pt x="1778476" y="597942"/>
                  </a:lnTo>
                  <a:lnTo>
                    <a:pt x="1778328" y="597963"/>
                  </a:lnTo>
                  <a:lnTo>
                    <a:pt x="1778262" y="597973"/>
                  </a:lnTo>
                  <a:lnTo>
                    <a:pt x="1778144" y="597990"/>
                  </a:lnTo>
                  <a:lnTo>
                    <a:pt x="1778188" y="598452"/>
                  </a:lnTo>
                  <a:lnTo>
                    <a:pt x="1777902" y="598471"/>
                  </a:lnTo>
                  <a:lnTo>
                    <a:pt x="1777874" y="598162"/>
                  </a:lnTo>
                  <a:lnTo>
                    <a:pt x="1777841" y="598162"/>
                  </a:lnTo>
                  <a:lnTo>
                    <a:pt x="1777755" y="598162"/>
                  </a:lnTo>
                  <a:lnTo>
                    <a:pt x="1777605" y="598134"/>
                  </a:lnTo>
                  <a:lnTo>
                    <a:pt x="1777508" y="598125"/>
                  </a:lnTo>
                  <a:lnTo>
                    <a:pt x="1777488" y="598132"/>
                  </a:lnTo>
                  <a:lnTo>
                    <a:pt x="1777418" y="598153"/>
                  </a:lnTo>
                  <a:lnTo>
                    <a:pt x="1777357" y="598172"/>
                  </a:lnTo>
                  <a:lnTo>
                    <a:pt x="1777304" y="598198"/>
                  </a:lnTo>
                  <a:lnTo>
                    <a:pt x="1777159" y="598268"/>
                  </a:lnTo>
                  <a:lnTo>
                    <a:pt x="1776516" y="598720"/>
                  </a:lnTo>
                  <a:lnTo>
                    <a:pt x="1776350" y="598885"/>
                  </a:lnTo>
                  <a:lnTo>
                    <a:pt x="1776273" y="598962"/>
                  </a:lnTo>
                  <a:lnTo>
                    <a:pt x="1776242" y="599021"/>
                  </a:lnTo>
                  <a:lnTo>
                    <a:pt x="1776232" y="599040"/>
                  </a:lnTo>
                  <a:lnTo>
                    <a:pt x="1776227" y="599048"/>
                  </a:lnTo>
                  <a:lnTo>
                    <a:pt x="1776186" y="599125"/>
                  </a:lnTo>
                  <a:lnTo>
                    <a:pt x="1776161" y="599172"/>
                  </a:lnTo>
                  <a:lnTo>
                    <a:pt x="1776115" y="599259"/>
                  </a:lnTo>
                  <a:lnTo>
                    <a:pt x="1775994" y="599613"/>
                  </a:lnTo>
                  <a:lnTo>
                    <a:pt x="1775898" y="599966"/>
                  </a:lnTo>
                  <a:lnTo>
                    <a:pt x="1775751" y="600738"/>
                  </a:lnTo>
                  <a:lnTo>
                    <a:pt x="1775718" y="600774"/>
                  </a:lnTo>
                  <a:lnTo>
                    <a:pt x="1775672" y="600779"/>
                  </a:lnTo>
                  <a:lnTo>
                    <a:pt x="1775621" y="600819"/>
                  </a:lnTo>
                  <a:lnTo>
                    <a:pt x="1775539" y="601027"/>
                  </a:lnTo>
                  <a:lnTo>
                    <a:pt x="1775535" y="601035"/>
                  </a:lnTo>
                  <a:lnTo>
                    <a:pt x="1775525" y="601062"/>
                  </a:lnTo>
                  <a:lnTo>
                    <a:pt x="1775516" y="601109"/>
                  </a:lnTo>
                  <a:lnTo>
                    <a:pt x="1775543" y="601215"/>
                  </a:lnTo>
                  <a:lnTo>
                    <a:pt x="1775545" y="601224"/>
                  </a:lnTo>
                  <a:lnTo>
                    <a:pt x="1775526" y="601289"/>
                  </a:lnTo>
                  <a:lnTo>
                    <a:pt x="1775619" y="601293"/>
                  </a:lnTo>
                  <a:lnTo>
                    <a:pt x="1775702" y="601244"/>
                  </a:lnTo>
                  <a:lnTo>
                    <a:pt x="1775787" y="601231"/>
                  </a:lnTo>
                  <a:lnTo>
                    <a:pt x="1775845" y="601231"/>
                  </a:lnTo>
                  <a:lnTo>
                    <a:pt x="1775889" y="601252"/>
                  </a:lnTo>
                  <a:lnTo>
                    <a:pt x="1775934" y="601303"/>
                  </a:lnTo>
                  <a:lnTo>
                    <a:pt x="1775937" y="601381"/>
                  </a:lnTo>
                  <a:lnTo>
                    <a:pt x="1775946" y="601392"/>
                  </a:lnTo>
                  <a:lnTo>
                    <a:pt x="1775974" y="601423"/>
                  </a:lnTo>
                  <a:lnTo>
                    <a:pt x="1776011" y="601452"/>
                  </a:lnTo>
                  <a:lnTo>
                    <a:pt x="1776055" y="601469"/>
                  </a:lnTo>
                  <a:lnTo>
                    <a:pt x="1776084" y="601469"/>
                  </a:lnTo>
                  <a:lnTo>
                    <a:pt x="1776132" y="601432"/>
                  </a:lnTo>
                  <a:lnTo>
                    <a:pt x="1776176" y="601444"/>
                  </a:lnTo>
                  <a:lnTo>
                    <a:pt x="1776205" y="601507"/>
                  </a:lnTo>
                  <a:lnTo>
                    <a:pt x="1776205" y="601582"/>
                  </a:lnTo>
                  <a:lnTo>
                    <a:pt x="1776198" y="601632"/>
                  </a:lnTo>
                  <a:lnTo>
                    <a:pt x="1776143" y="601686"/>
                  </a:lnTo>
                  <a:lnTo>
                    <a:pt x="1776136" y="601694"/>
                  </a:lnTo>
                  <a:lnTo>
                    <a:pt x="1776128" y="601761"/>
                  </a:lnTo>
                  <a:lnTo>
                    <a:pt x="1776117" y="601865"/>
                  </a:lnTo>
                  <a:lnTo>
                    <a:pt x="1776121" y="601986"/>
                  </a:lnTo>
                  <a:lnTo>
                    <a:pt x="1776128" y="602057"/>
                  </a:lnTo>
                  <a:lnTo>
                    <a:pt x="1776169" y="602153"/>
                  </a:lnTo>
                  <a:lnTo>
                    <a:pt x="1776205" y="602236"/>
                  </a:lnTo>
                  <a:lnTo>
                    <a:pt x="1776191" y="602378"/>
                  </a:lnTo>
                  <a:lnTo>
                    <a:pt x="1776022" y="602432"/>
                  </a:lnTo>
                  <a:lnTo>
                    <a:pt x="1775930" y="602390"/>
                  </a:lnTo>
                  <a:lnTo>
                    <a:pt x="1775886" y="602315"/>
                  </a:lnTo>
                  <a:lnTo>
                    <a:pt x="1775856" y="602232"/>
                  </a:lnTo>
                  <a:lnTo>
                    <a:pt x="1775834" y="602195"/>
                  </a:lnTo>
                  <a:lnTo>
                    <a:pt x="1775791" y="602156"/>
                  </a:lnTo>
                  <a:lnTo>
                    <a:pt x="1775323" y="602183"/>
                  </a:lnTo>
                  <a:lnTo>
                    <a:pt x="1775183" y="602090"/>
                  </a:lnTo>
                  <a:lnTo>
                    <a:pt x="1775027" y="602094"/>
                  </a:lnTo>
                  <a:lnTo>
                    <a:pt x="1774585" y="602268"/>
                  </a:lnTo>
                  <a:lnTo>
                    <a:pt x="1774485" y="602258"/>
                  </a:lnTo>
                  <a:lnTo>
                    <a:pt x="1774403" y="602286"/>
                  </a:lnTo>
                  <a:lnTo>
                    <a:pt x="1774345" y="602260"/>
                  </a:lnTo>
                  <a:lnTo>
                    <a:pt x="1774226" y="602265"/>
                  </a:lnTo>
                  <a:lnTo>
                    <a:pt x="1774176" y="602247"/>
                  </a:lnTo>
                  <a:lnTo>
                    <a:pt x="1774106" y="602264"/>
                  </a:lnTo>
                  <a:lnTo>
                    <a:pt x="1774066" y="602274"/>
                  </a:lnTo>
                  <a:lnTo>
                    <a:pt x="1773579" y="602392"/>
                  </a:lnTo>
                  <a:lnTo>
                    <a:pt x="1773343" y="602449"/>
                  </a:lnTo>
                  <a:lnTo>
                    <a:pt x="1773236" y="602475"/>
                  </a:lnTo>
                  <a:lnTo>
                    <a:pt x="1773044" y="602595"/>
                  </a:lnTo>
                  <a:lnTo>
                    <a:pt x="1772940" y="602691"/>
                  </a:lnTo>
                  <a:lnTo>
                    <a:pt x="1772875" y="602805"/>
                  </a:lnTo>
                  <a:lnTo>
                    <a:pt x="1772780" y="602783"/>
                  </a:lnTo>
                  <a:lnTo>
                    <a:pt x="1772547" y="602916"/>
                  </a:lnTo>
                  <a:lnTo>
                    <a:pt x="1772476" y="602956"/>
                  </a:lnTo>
                  <a:lnTo>
                    <a:pt x="1772250" y="603117"/>
                  </a:lnTo>
                  <a:lnTo>
                    <a:pt x="1772180" y="603167"/>
                  </a:lnTo>
                  <a:lnTo>
                    <a:pt x="1772129" y="603204"/>
                  </a:lnTo>
                  <a:lnTo>
                    <a:pt x="1771854" y="603499"/>
                  </a:lnTo>
                  <a:lnTo>
                    <a:pt x="1771758" y="603669"/>
                  </a:lnTo>
                  <a:lnTo>
                    <a:pt x="1771819" y="603807"/>
                  </a:lnTo>
                  <a:lnTo>
                    <a:pt x="1771822" y="603813"/>
                  </a:lnTo>
                  <a:lnTo>
                    <a:pt x="1771782" y="603826"/>
                  </a:lnTo>
                  <a:lnTo>
                    <a:pt x="1771630" y="603798"/>
                  </a:lnTo>
                  <a:lnTo>
                    <a:pt x="1771545" y="603838"/>
                  </a:lnTo>
                  <a:lnTo>
                    <a:pt x="1771443" y="603885"/>
                  </a:lnTo>
                  <a:lnTo>
                    <a:pt x="1771303" y="604052"/>
                  </a:lnTo>
                  <a:lnTo>
                    <a:pt x="1770853" y="604348"/>
                  </a:lnTo>
                  <a:lnTo>
                    <a:pt x="1770725" y="604433"/>
                  </a:lnTo>
                  <a:lnTo>
                    <a:pt x="1770407" y="604643"/>
                  </a:lnTo>
                  <a:lnTo>
                    <a:pt x="1769786" y="605123"/>
                  </a:lnTo>
                  <a:lnTo>
                    <a:pt x="1769632" y="605276"/>
                  </a:lnTo>
                  <a:lnTo>
                    <a:pt x="1769622" y="605292"/>
                  </a:lnTo>
                  <a:lnTo>
                    <a:pt x="1769552" y="605405"/>
                  </a:lnTo>
                  <a:lnTo>
                    <a:pt x="1769542" y="605454"/>
                  </a:lnTo>
                  <a:lnTo>
                    <a:pt x="1769537" y="605463"/>
                  </a:lnTo>
                  <a:lnTo>
                    <a:pt x="1769468" y="605589"/>
                  </a:lnTo>
                  <a:lnTo>
                    <a:pt x="1769465" y="605595"/>
                  </a:lnTo>
                  <a:lnTo>
                    <a:pt x="1769447" y="605627"/>
                  </a:lnTo>
                  <a:lnTo>
                    <a:pt x="1769395" y="605724"/>
                  </a:lnTo>
                  <a:lnTo>
                    <a:pt x="1769242" y="605931"/>
                  </a:lnTo>
                  <a:lnTo>
                    <a:pt x="1769131" y="606084"/>
                  </a:lnTo>
                  <a:lnTo>
                    <a:pt x="1769075" y="606190"/>
                  </a:lnTo>
                  <a:lnTo>
                    <a:pt x="1769049" y="606240"/>
                  </a:lnTo>
                  <a:lnTo>
                    <a:pt x="1769016" y="606304"/>
                  </a:lnTo>
                  <a:lnTo>
                    <a:pt x="1768906" y="606515"/>
                  </a:lnTo>
                  <a:lnTo>
                    <a:pt x="1768688" y="607061"/>
                  </a:lnTo>
                  <a:lnTo>
                    <a:pt x="1768666" y="607138"/>
                  </a:lnTo>
                  <a:lnTo>
                    <a:pt x="1768496" y="607733"/>
                  </a:lnTo>
                  <a:lnTo>
                    <a:pt x="1768494" y="607740"/>
                  </a:lnTo>
                  <a:lnTo>
                    <a:pt x="1768407" y="608035"/>
                  </a:lnTo>
                  <a:lnTo>
                    <a:pt x="1768402" y="608054"/>
                  </a:lnTo>
                  <a:lnTo>
                    <a:pt x="1768393" y="608083"/>
                  </a:lnTo>
                  <a:lnTo>
                    <a:pt x="1768391" y="608096"/>
                  </a:lnTo>
                  <a:lnTo>
                    <a:pt x="1768388" y="608109"/>
                  </a:lnTo>
                  <a:lnTo>
                    <a:pt x="1768360" y="608235"/>
                  </a:lnTo>
                  <a:lnTo>
                    <a:pt x="1768212" y="608549"/>
                  </a:lnTo>
                  <a:lnTo>
                    <a:pt x="1768189" y="608599"/>
                  </a:lnTo>
                  <a:lnTo>
                    <a:pt x="1768030" y="608938"/>
                  </a:lnTo>
                  <a:lnTo>
                    <a:pt x="1768026" y="608951"/>
                  </a:lnTo>
                  <a:lnTo>
                    <a:pt x="1768019" y="608971"/>
                  </a:lnTo>
                  <a:lnTo>
                    <a:pt x="1767892" y="609339"/>
                  </a:lnTo>
                  <a:lnTo>
                    <a:pt x="1767887" y="609351"/>
                  </a:lnTo>
                  <a:lnTo>
                    <a:pt x="1767691" y="609918"/>
                  </a:lnTo>
                  <a:lnTo>
                    <a:pt x="1767682" y="609945"/>
                  </a:lnTo>
                  <a:lnTo>
                    <a:pt x="1767623" y="610144"/>
                  </a:lnTo>
                  <a:lnTo>
                    <a:pt x="1767615" y="610171"/>
                  </a:lnTo>
                  <a:lnTo>
                    <a:pt x="1767578" y="610296"/>
                  </a:lnTo>
                  <a:lnTo>
                    <a:pt x="1767569" y="610329"/>
                  </a:lnTo>
                  <a:lnTo>
                    <a:pt x="1767528" y="610467"/>
                  </a:lnTo>
                  <a:lnTo>
                    <a:pt x="1767523" y="610482"/>
                  </a:lnTo>
                  <a:lnTo>
                    <a:pt x="1767164" y="611441"/>
                  </a:lnTo>
                  <a:lnTo>
                    <a:pt x="1767156" y="611457"/>
                  </a:lnTo>
                  <a:lnTo>
                    <a:pt x="1767046" y="611672"/>
                  </a:lnTo>
                  <a:lnTo>
                    <a:pt x="1766863" y="612030"/>
                  </a:lnTo>
                  <a:lnTo>
                    <a:pt x="1766735" y="612565"/>
                  </a:lnTo>
                  <a:lnTo>
                    <a:pt x="1766636" y="612761"/>
                  </a:lnTo>
                  <a:lnTo>
                    <a:pt x="1766543" y="612943"/>
                  </a:lnTo>
                  <a:lnTo>
                    <a:pt x="1766407" y="613211"/>
                  </a:lnTo>
                  <a:lnTo>
                    <a:pt x="1766146" y="613643"/>
                  </a:lnTo>
                  <a:lnTo>
                    <a:pt x="1766010" y="613926"/>
                  </a:lnTo>
                  <a:lnTo>
                    <a:pt x="1765968" y="614049"/>
                  </a:lnTo>
                  <a:lnTo>
                    <a:pt x="1765936" y="614141"/>
                  </a:lnTo>
                  <a:lnTo>
                    <a:pt x="1765886" y="614285"/>
                  </a:lnTo>
                  <a:lnTo>
                    <a:pt x="1765772" y="614642"/>
                  </a:lnTo>
                  <a:lnTo>
                    <a:pt x="1765624" y="615455"/>
                  </a:lnTo>
                  <a:lnTo>
                    <a:pt x="1765597" y="615805"/>
                  </a:lnTo>
                  <a:lnTo>
                    <a:pt x="1765604" y="616228"/>
                  </a:lnTo>
                  <a:lnTo>
                    <a:pt x="1765606" y="616349"/>
                  </a:lnTo>
                  <a:lnTo>
                    <a:pt x="1765807" y="616598"/>
                  </a:lnTo>
                  <a:lnTo>
                    <a:pt x="1765853" y="616619"/>
                  </a:lnTo>
                  <a:lnTo>
                    <a:pt x="1765967" y="616339"/>
                  </a:lnTo>
                  <a:lnTo>
                    <a:pt x="1765983" y="616338"/>
                  </a:lnTo>
                  <a:lnTo>
                    <a:pt x="1766063" y="616398"/>
                  </a:lnTo>
                  <a:lnTo>
                    <a:pt x="1766270" y="616569"/>
                  </a:lnTo>
                  <a:lnTo>
                    <a:pt x="1766324" y="616660"/>
                  </a:lnTo>
                  <a:lnTo>
                    <a:pt x="1766301" y="616744"/>
                  </a:lnTo>
                  <a:lnTo>
                    <a:pt x="1766616" y="617073"/>
                  </a:lnTo>
                  <a:lnTo>
                    <a:pt x="1766999" y="617555"/>
                  </a:lnTo>
                  <a:lnTo>
                    <a:pt x="1767208" y="617909"/>
                  </a:lnTo>
                  <a:lnTo>
                    <a:pt x="1767447" y="618538"/>
                  </a:lnTo>
                  <a:lnTo>
                    <a:pt x="1767484" y="618696"/>
                  </a:lnTo>
                  <a:lnTo>
                    <a:pt x="1767477" y="618831"/>
                  </a:lnTo>
                  <a:lnTo>
                    <a:pt x="1767441" y="618864"/>
                  </a:lnTo>
                  <a:lnTo>
                    <a:pt x="1767409" y="618891"/>
                  </a:lnTo>
                  <a:lnTo>
                    <a:pt x="1767274" y="619011"/>
                  </a:lnTo>
                  <a:lnTo>
                    <a:pt x="1766952" y="619091"/>
                  </a:lnTo>
                  <a:lnTo>
                    <a:pt x="1766915" y="619108"/>
                  </a:lnTo>
                  <a:lnTo>
                    <a:pt x="1766889" y="619120"/>
                  </a:lnTo>
                  <a:lnTo>
                    <a:pt x="1766837" y="619143"/>
                  </a:lnTo>
                  <a:lnTo>
                    <a:pt x="1766827" y="619171"/>
                  </a:lnTo>
                  <a:lnTo>
                    <a:pt x="1766815" y="619203"/>
                  </a:lnTo>
                  <a:lnTo>
                    <a:pt x="1766807" y="619225"/>
                  </a:lnTo>
                  <a:lnTo>
                    <a:pt x="1766812" y="619233"/>
                  </a:lnTo>
                  <a:lnTo>
                    <a:pt x="1766814" y="619238"/>
                  </a:lnTo>
                  <a:lnTo>
                    <a:pt x="1766830" y="619270"/>
                  </a:lnTo>
                  <a:lnTo>
                    <a:pt x="1766833" y="619278"/>
                  </a:lnTo>
                  <a:lnTo>
                    <a:pt x="1766858" y="619288"/>
                  </a:lnTo>
                  <a:lnTo>
                    <a:pt x="1766912" y="619278"/>
                  </a:lnTo>
                  <a:lnTo>
                    <a:pt x="1766918" y="619277"/>
                  </a:lnTo>
                  <a:lnTo>
                    <a:pt x="1767052" y="619255"/>
                  </a:lnTo>
                  <a:lnTo>
                    <a:pt x="1767061" y="619253"/>
                  </a:lnTo>
                  <a:lnTo>
                    <a:pt x="1767127" y="619242"/>
                  </a:lnTo>
                  <a:lnTo>
                    <a:pt x="1767144" y="619239"/>
                  </a:lnTo>
                  <a:lnTo>
                    <a:pt x="1767155" y="619236"/>
                  </a:lnTo>
                  <a:lnTo>
                    <a:pt x="1767164" y="619234"/>
                  </a:lnTo>
                  <a:lnTo>
                    <a:pt x="1767192" y="619231"/>
                  </a:lnTo>
                  <a:lnTo>
                    <a:pt x="1767295" y="619180"/>
                  </a:lnTo>
                  <a:lnTo>
                    <a:pt x="1767430" y="619144"/>
                  </a:lnTo>
                  <a:lnTo>
                    <a:pt x="1767439" y="619162"/>
                  </a:lnTo>
                  <a:lnTo>
                    <a:pt x="1767430" y="619294"/>
                  </a:lnTo>
                  <a:lnTo>
                    <a:pt x="1767211" y="619720"/>
                  </a:lnTo>
                  <a:lnTo>
                    <a:pt x="1767139" y="619860"/>
                  </a:lnTo>
                  <a:lnTo>
                    <a:pt x="1767054" y="619786"/>
                  </a:lnTo>
                  <a:lnTo>
                    <a:pt x="1766669" y="619775"/>
                  </a:lnTo>
                  <a:lnTo>
                    <a:pt x="1766661" y="619850"/>
                  </a:lnTo>
                  <a:lnTo>
                    <a:pt x="1766636" y="620249"/>
                  </a:lnTo>
                  <a:lnTo>
                    <a:pt x="1766854" y="620376"/>
                  </a:lnTo>
                  <a:lnTo>
                    <a:pt x="1766588" y="620774"/>
                  </a:lnTo>
                  <a:lnTo>
                    <a:pt x="1766511" y="620889"/>
                  </a:lnTo>
                  <a:lnTo>
                    <a:pt x="1766427" y="620992"/>
                  </a:lnTo>
                  <a:lnTo>
                    <a:pt x="1766339" y="621033"/>
                  </a:lnTo>
                  <a:lnTo>
                    <a:pt x="1766237" y="621001"/>
                  </a:lnTo>
                  <a:lnTo>
                    <a:pt x="1765882" y="621074"/>
                  </a:lnTo>
                  <a:lnTo>
                    <a:pt x="1765840" y="621105"/>
                  </a:lnTo>
                  <a:lnTo>
                    <a:pt x="1765838" y="621138"/>
                  </a:lnTo>
                  <a:lnTo>
                    <a:pt x="1765851" y="621178"/>
                  </a:lnTo>
                  <a:lnTo>
                    <a:pt x="1765877" y="621201"/>
                  </a:lnTo>
                  <a:lnTo>
                    <a:pt x="1765926" y="621215"/>
                  </a:lnTo>
                  <a:lnTo>
                    <a:pt x="1765983" y="621202"/>
                  </a:lnTo>
                  <a:lnTo>
                    <a:pt x="1766041" y="621178"/>
                  </a:lnTo>
                  <a:lnTo>
                    <a:pt x="1766128" y="621203"/>
                  </a:lnTo>
                  <a:lnTo>
                    <a:pt x="1766164" y="621242"/>
                  </a:lnTo>
                  <a:lnTo>
                    <a:pt x="1766162" y="621314"/>
                  </a:lnTo>
                  <a:lnTo>
                    <a:pt x="1766016" y="621511"/>
                  </a:lnTo>
                  <a:lnTo>
                    <a:pt x="1765674" y="621836"/>
                  </a:lnTo>
                  <a:lnTo>
                    <a:pt x="1765631" y="621856"/>
                  </a:lnTo>
                  <a:lnTo>
                    <a:pt x="1765397" y="621967"/>
                  </a:lnTo>
                  <a:lnTo>
                    <a:pt x="1765295" y="622015"/>
                  </a:lnTo>
                  <a:lnTo>
                    <a:pt x="1764845" y="622011"/>
                  </a:lnTo>
                  <a:lnTo>
                    <a:pt x="1764502" y="622084"/>
                  </a:lnTo>
                  <a:lnTo>
                    <a:pt x="1764470" y="622091"/>
                  </a:lnTo>
                  <a:lnTo>
                    <a:pt x="1764374" y="622145"/>
                  </a:lnTo>
                  <a:lnTo>
                    <a:pt x="1764221" y="622232"/>
                  </a:lnTo>
                  <a:lnTo>
                    <a:pt x="1764212" y="622237"/>
                  </a:lnTo>
                  <a:lnTo>
                    <a:pt x="1764169" y="622262"/>
                  </a:lnTo>
                  <a:lnTo>
                    <a:pt x="1763798" y="622395"/>
                  </a:lnTo>
                  <a:lnTo>
                    <a:pt x="1763632" y="622407"/>
                  </a:lnTo>
                  <a:lnTo>
                    <a:pt x="1763630" y="622399"/>
                  </a:lnTo>
                  <a:lnTo>
                    <a:pt x="1763558" y="622061"/>
                  </a:lnTo>
                  <a:lnTo>
                    <a:pt x="1763493" y="621856"/>
                  </a:lnTo>
                  <a:lnTo>
                    <a:pt x="1763415" y="621875"/>
                  </a:lnTo>
                  <a:lnTo>
                    <a:pt x="1763076" y="621951"/>
                  </a:lnTo>
                  <a:lnTo>
                    <a:pt x="1762950" y="621771"/>
                  </a:lnTo>
                  <a:lnTo>
                    <a:pt x="1762769" y="622027"/>
                  </a:lnTo>
                  <a:lnTo>
                    <a:pt x="1762692" y="622136"/>
                  </a:lnTo>
                  <a:lnTo>
                    <a:pt x="1762588" y="622251"/>
                  </a:lnTo>
                  <a:lnTo>
                    <a:pt x="1762411" y="622449"/>
                  </a:lnTo>
                  <a:lnTo>
                    <a:pt x="1762389" y="622584"/>
                  </a:lnTo>
                  <a:lnTo>
                    <a:pt x="1762488" y="622702"/>
                  </a:lnTo>
                  <a:lnTo>
                    <a:pt x="1762221" y="622919"/>
                  </a:lnTo>
                  <a:lnTo>
                    <a:pt x="1762154" y="622974"/>
                  </a:lnTo>
                  <a:lnTo>
                    <a:pt x="1762045" y="623082"/>
                  </a:lnTo>
                  <a:lnTo>
                    <a:pt x="1761941" y="623185"/>
                  </a:lnTo>
                  <a:lnTo>
                    <a:pt x="1761861" y="623337"/>
                  </a:lnTo>
                  <a:lnTo>
                    <a:pt x="1761688" y="623586"/>
                  </a:lnTo>
                  <a:lnTo>
                    <a:pt x="1761182" y="624177"/>
                  </a:lnTo>
                  <a:lnTo>
                    <a:pt x="1761076" y="624301"/>
                  </a:lnTo>
                  <a:lnTo>
                    <a:pt x="1760967" y="624448"/>
                  </a:lnTo>
                  <a:lnTo>
                    <a:pt x="1760781" y="624701"/>
                  </a:lnTo>
                  <a:lnTo>
                    <a:pt x="1760579" y="625056"/>
                  </a:lnTo>
                  <a:lnTo>
                    <a:pt x="1760576" y="625127"/>
                  </a:lnTo>
                  <a:lnTo>
                    <a:pt x="1760640" y="625246"/>
                  </a:lnTo>
                  <a:lnTo>
                    <a:pt x="1760540" y="625446"/>
                  </a:lnTo>
                  <a:lnTo>
                    <a:pt x="1760502" y="625467"/>
                  </a:lnTo>
                  <a:lnTo>
                    <a:pt x="1760316" y="625350"/>
                  </a:lnTo>
                  <a:lnTo>
                    <a:pt x="1760259" y="625345"/>
                  </a:lnTo>
                  <a:lnTo>
                    <a:pt x="1760240" y="625359"/>
                  </a:lnTo>
                  <a:lnTo>
                    <a:pt x="1759864" y="625699"/>
                  </a:lnTo>
                  <a:lnTo>
                    <a:pt x="1759783" y="625801"/>
                  </a:lnTo>
                  <a:lnTo>
                    <a:pt x="1759770" y="625818"/>
                  </a:lnTo>
                  <a:lnTo>
                    <a:pt x="1759708" y="625896"/>
                  </a:lnTo>
                  <a:lnTo>
                    <a:pt x="1759579" y="626101"/>
                  </a:lnTo>
                  <a:lnTo>
                    <a:pt x="1759440" y="626249"/>
                  </a:lnTo>
                  <a:lnTo>
                    <a:pt x="1759280" y="626420"/>
                  </a:lnTo>
                  <a:lnTo>
                    <a:pt x="1759128" y="626546"/>
                  </a:lnTo>
                  <a:lnTo>
                    <a:pt x="1758927" y="626809"/>
                  </a:lnTo>
                  <a:lnTo>
                    <a:pt x="1759061" y="626980"/>
                  </a:lnTo>
                  <a:lnTo>
                    <a:pt x="1759385" y="627394"/>
                  </a:lnTo>
                  <a:lnTo>
                    <a:pt x="1759402" y="627416"/>
                  </a:lnTo>
                  <a:lnTo>
                    <a:pt x="1759418" y="627437"/>
                  </a:lnTo>
                  <a:lnTo>
                    <a:pt x="1759418" y="627591"/>
                  </a:lnTo>
                  <a:lnTo>
                    <a:pt x="1759360" y="627626"/>
                  </a:lnTo>
                  <a:lnTo>
                    <a:pt x="1758826" y="627953"/>
                  </a:lnTo>
                  <a:lnTo>
                    <a:pt x="1758350" y="628244"/>
                  </a:lnTo>
                  <a:lnTo>
                    <a:pt x="1758288" y="628281"/>
                  </a:lnTo>
                  <a:lnTo>
                    <a:pt x="1757666" y="628662"/>
                  </a:lnTo>
                  <a:lnTo>
                    <a:pt x="1757655" y="628669"/>
                  </a:lnTo>
                  <a:lnTo>
                    <a:pt x="1756809" y="629186"/>
                  </a:lnTo>
                  <a:lnTo>
                    <a:pt x="1756943" y="629679"/>
                  </a:lnTo>
                  <a:lnTo>
                    <a:pt x="1757165" y="629878"/>
                  </a:lnTo>
                  <a:lnTo>
                    <a:pt x="1757070" y="629963"/>
                  </a:lnTo>
                  <a:lnTo>
                    <a:pt x="1756939" y="630081"/>
                  </a:lnTo>
                  <a:lnTo>
                    <a:pt x="1756890" y="630038"/>
                  </a:lnTo>
                  <a:lnTo>
                    <a:pt x="1756742" y="629908"/>
                  </a:lnTo>
                  <a:lnTo>
                    <a:pt x="1756661" y="629888"/>
                  </a:lnTo>
                  <a:lnTo>
                    <a:pt x="1756625" y="629879"/>
                  </a:lnTo>
                  <a:lnTo>
                    <a:pt x="1755533" y="630227"/>
                  </a:lnTo>
                  <a:lnTo>
                    <a:pt x="1755382" y="630275"/>
                  </a:lnTo>
                  <a:lnTo>
                    <a:pt x="1755232" y="629911"/>
                  </a:lnTo>
                  <a:lnTo>
                    <a:pt x="1755047" y="629954"/>
                  </a:lnTo>
                  <a:lnTo>
                    <a:pt x="1754929" y="630055"/>
                  </a:lnTo>
                  <a:lnTo>
                    <a:pt x="1755001" y="630106"/>
                  </a:lnTo>
                  <a:lnTo>
                    <a:pt x="1755014" y="630151"/>
                  </a:lnTo>
                  <a:lnTo>
                    <a:pt x="1754752" y="630360"/>
                  </a:lnTo>
                  <a:lnTo>
                    <a:pt x="1754623" y="630501"/>
                  </a:lnTo>
                  <a:lnTo>
                    <a:pt x="1754260" y="630899"/>
                  </a:lnTo>
                  <a:lnTo>
                    <a:pt x="1754134" y="631008"/>
                  </a:lnTo>
                  <a:lnTo>
                    <a:pt x="1754052" y="631078"/>
                  </a:lnTo>
                  <a:lnTo>
                    <a:pt x="1753522" y="631534"/>
                  </a:lnTo>
                  <a:lnTo>
                    <a:pt x="1753144" y="631908"/>
                  </a:lnTo>
                  <a:lnTo>
                    <a:pt x="1752995" y="632055"/>
                  </a:lnTo>
                  <a:lnTo>
                    <a:pt x="1752708" y="632305"/>
                  </a:lnTo>
                  <a:lnTo>
                    <a:pt x="1752485" y="632437"/>
                  </a:lnTo>
                  <a:lnTo>
                    <a:pt x="1752279" y="632514"/>
                  </a:lnTo>
                  <a:lnTo>
                    <a:pt x="1751639" y="632631"/>
                  </a:lnTo>
                  <a:lnTo>
                    <a:pt x="1751487" y="632640"/>
                  </a:lnTo>
                  <a:lnTo>
                    <a:pt x="1751359" y="632596"/>
                  </a:lnTo>
                  <a:lnTo>
                    <a:pt x="1751262" y="632428"/>
                  </a:lnTo>
                  <a:lnTo>
                    <a:pt x="1751245" y="632399"/>
                  </a:lnTo>
                  <a:lnTo>
                    <a:pt x="1751226" y="632355"/>
                  </a:lnTo>
                  <a:lnTo>
                    <a:pt x="1751304" y="632179"/>
                  </a:lnTo>
                  <a:lnTo>
                    <a:pt x="1751392" y="632054"/>
                  </a:lnTo>
                  <a:lnTo>
                    <a:pt x="1751784" y="631661"/>
                  </a:lnTo>
                  <a:lnTo>
                    <a:pt x="1752404" y="631140"/>
                  </a:lnTo>
                  <a:lnTo>
                    <a:pt x="1752750" y="630879"/>
                  </a:lnTo>
                  <a:lnTo>
                    <a:pt x="1752925" y="630747"/>
                  </a:lnTo>
                  <a:lnTo>
                    <a:pt x="1753269" y="630530"/>
                  </a:lnTo>
                  <a:lnTo>
                    <a:pt x="1753873" y="630148"/>
                  </a:lnTo>
                  <a:lnTo>
                    <a:pt x="1754425" y="629926"/>
                  </a:lnTo>
                  <a:lnTo>
                    <a:pt x="1754439" y="629920"/>
                  </a:lnTo>
                  <a:lnTo>
                    <a:pt x="1754723" y="629806"/>
                  </a:lnTo>
                  <a:lnTo>
                    <a:pt x="1755009" y="629690"/>
                  </a:lnTo>
                  <a:lnTo>
                    <a:pt x="1755037" y="629667"/>
                  </a:lnTo>
                  <a:lnTo>
                    <a:pt x="1755038" y="629661"/>
                  </a:lnTo>
                  <a:lnTo>
                    <a:pt x="1754979" y="629543"/>
                  </a:lnTo>
                  <a:lnTo>
                    <a:pt x="1754407" y="629754"/>
                  </a:lnTo>
                  <a:lnTo>
                    <a:pt x="1754377" y="629767"/>
                  </a:lnTo>
                  <a:lnTo>
                    <a:pt x="1754218" y="629836"/>
                  </a:lnTo>
                  <a:lnTo>
                    <a:pt x="1753895" y="629974"/>
                  </a:lnTo>
                  <a:lnTo>
                    <a:pt x="1753701" y="629998"/>
                  </a:lnTo>
                  <a:lnTo>
                    <a:pt x="1753495" y="629988"/>
                  </a:lnTo>
                  <a:lnTo>
                    <a:pt x="1753417" y="629789"/>
                  </a:lnTo>
                  <a:lnTo>
                    <a:pt x="1753392" y="629785"/>
                  </a:lnTo>
                  <a:lnTo>
                    <a:pt x="1753367" y="629781"/>
                  </a:lnTo>
                  <a:lnTo>
                    <a:pt x="1753265" y="629941"/>
                  </a:lnTo>
                  <a:lnTo>
                    <a:pt x="1753167" y="630096"/>
                  </a:lnTo>
                  <a:lnTo>
                    <a:pt x="1753152" y="630098"/>
                  </a:lnTo>
                  <a:lnTo>
                    <a:pt x="1753119" y="630086"/>
                  </a:lnTo>
                  <a:lnTo>
                    <a:pt x="1753137" y="629987"/>
                  </a:lnTo>
                  <a:lnTo>
                    <a:pt x="1753131" y="629973"/>
                  </a:lnTo>
                  <a:lnTo>
                    <a:pt x="1753114" y="629973"/>
                  </a:lnTo>
                  <a:lnTo>
                    <a:pt x="1752848" y="630049"/>
                  </a:lnTo>
                  <a:lnTo>
                    <a:pt x="1752371" y="630233"/>
                  </a:lnTo>
                  <a:lnTo>
                    <a:pt x="1752337" y="630334"/>
                  </a:lnTo>
                  <a:lnTo>
                    <a:pt x="1752184" y="630512"/>
                  </a:lnTo>
                  <a:lnTo>
                    <a:pt x="1752175" y="630523"/>
                  </a:lnTo>
                  <a:lnTo>
                    <a:pt x="1752033" y="630617"/>
                  </a:lnTo>
                  <a:lnTo>
                    <a:pt x="1752004" y="630617"/>
                  </a:lnTo>
                  <a:lnTo>
                    <a:pt x="1751941" y="630548"/>
                  </a:lnTo>
                  <a:lnTo>
                    <a:pt x="1751872" y="630579"/>
                  </a:lnTo>
                  <a:lnTo>
                    <a:pt x="1751581" y="630787"/>
                  </a:lnTo>
                  <a:lnTo>
                    <a:pt x="1751252" y="630840"/>
                  </a:lnTo>
                  <a:lnTo>
                    <a:pt x="1750992" y="630955"/>
                  </a:lnTo>
                  <a:lnTo>
                    <a:pt x="1750959" y="631004"/>
                  </a:lnTo>
                  <a:lnTo>
                    <a:pt x="1750933" y="631023"/>
                  </a:lnTo>
                  <a:lnTo>
                    <a:pt x="1750902" y="631032"/>
                  </a:lnTo>
                  <a:lnTo>
                    <a:pt x="1750724" y="631075"/>
                  </a:lnTo>
                  <a:lnTo>
                    <a:pt x="1750661" y="631003"/>
                  </a:lnTo>
                  <a:lnTo>
                    <a:pt x="1750633" y="630823"/>
                  </a:lnTo>
                  <a:lnTo>
                    <a:pt x="1750583" y="630747"/>
                  </a:lnTo>
                  <a:lnTo>
                    <a:pt x="1750405" y="630683"/>
                  </a:lnTo>
                  <a:lnTo>
                    <a:pt x="1750247" y="630525"/>
                  </a:lnTo>
                  <a:lnTo>
                    <a:pt x="1750232" y="630499"/>
                  </a:lnTo>
                  <a:lnTo>
                    <a:pt x="1750208" y="630456"/>
                  </a:lnTo>
                  <a:lnTo>
                    <a:pt x="1750204" y="630447"/>
                  </a:lnTo>
                  <a:lnTo>
                    <a:pt x="1750193" y="630358"/>
                  </a:lnTo>
                  <a:lnTo>
                    <a:pt x="1750190" y="630331"/>
                  </a:lnTo>
                  <a:lnTo>
                    <a:pt x="1750187" y="630305"/>
                  </a:lnTo>
                  <a:lnTo>
                    <a:pt x="1750210" y="630246"/>
                  </a:lnTo>
                  <a:lnTo>
                    <a:pt x="1750215" y="630233"/>
                  </a:lnTo>
                  <a:lnTo>
                    <a:pt x="1750218" y="630222"/>
                  </a:lnTo>
                  <a:lnTo>
                    <a:pt x="1750229" y="630193"/>
                  </a:lnTo>
                  <a:lnTo>
                    <a:pt x="1750234" y="630193"/>
                  </a:lnTo>
                  <a:lnTo>
                    <a:pt x="1750558" y="630159"/>
                  </a:lnTo>
                  <a:lnTo>
                    <a:pt x="1750627" y="630096"/>
                  </a:lnTo>
                  <a:lnTo>
                    <a:pt x="1750704" y="629982"/>
                  </a:lnTo>
                  <a:lnTo>
                    <a:pt x="1750712" y="629967"/>
                  </a:lnTo>
                  <a:lnTo>
                    <a:pt x="1750704" y="629954"/>
                  </a:lnTo>
                  <a:lnTo>
                    <a:pt x="1750685" y="629934"/>
                  </a:lnTo>
                  <a:lnTo>
                    <a:pt x="1750540" y="629765"/>
                  </a:lnTo>
                  <a:lnTo>
                    <a:pt x="1750536" y="629747"/>
                  </a:lnTo>
                  <a:lnTo>
                    <a:pt x="1750533" y="629733"/>
                  </a:lnTo>
                  <a:lnTo>
                    <a:pt x="1750531" y="629723"/>
                  </a:lnTo>
                  <a:lnTo>
                    <a:pt x="1750526" y="629726"/>
                  </a:lnTo>
                  <a:lnTo>
                    <a:pt x="1750501" y="629740"/>
                  </a:lnTo>
                  <a:lnTo>
                    <a:pt x="1750439" y="629777"/>
                  </a:lnTo>
                  <a:lnTo>
                    <a:pt x="1750421" y="629788"/>
                  </a:lnTo>
                  <a:lnTo>
                    <a:pt x="1750298" y="629696"/>
                  </a:lnTo>
                  <a:lnTo>
                    <a:pt x="1750244" y="629597"/>
                  </a:lnTo>
                  <a:lnTo>
                    <a:pt x="1750233" y="629524"/>
                  </a:lnTo>
                  <a:lnTo>
                    <a:pt x="1750228" y="629496"/>
                  </a:lnTo>
                  <a:lnTo>
                    <a:pt x="1750240" y="629477"/>
                  </a:lnTo>
                  <a:lnTo>
                    <a:pt x="1750248" y="629425"/>
                  </a:lnTo>
                  <a:lnTo>
                    <a:pt x="1750252" y="629312"/>
                  </a:lnTo>
                  <a:lnTo>
                    <a:pt x="1750199" y="629126"/>
                  </a:lnTo>
                  <a:lnTo>
                    <a:pt x="1750189" y="629089"/>
                  </a:lnTo>
                  <a:lnTo>
                    <a:pt x="1750176" y="629043"/>
                  </a:lnTo>
                  <a:lnTo>
                    <a:pt x="1750132" y="628879"/>
                  </a:lnTo>
                  <a:lnTo>
                    <a:pt x="1750103" y="628666"/>
                  </a:lnTo>
                  <a:lnTo>
                    <a:pt x="1750118" y="628615"/>
                  </a:lnTo>
                  <a:lnTo>
                    <a:pt x="1750123" y="628596"/>
                  </a:lnTo>
                  <a:lnTo>
                    <a:pt x="1750128" y="628579"/>
                  </a:lnTo>
                  <a:lnTo>
                    <a:pt x="1750134" y="628558"/>
                  </a:lnTo>
                  <a:lnTo>
                    <a:pt x="1750166" y="628441"/>
                  </a:lnTo>
                  <a:lnTo>
                    <a:pt x="1750155" y="628438"/>
                  </a:lnTo>
                  <a:lnTo>
                    <a:pt x="1750144" y="628435"/>
                  </a:lnTo>
                  <a:lnTo>
                    <a:pt x="1750127" y="628470"/>
                  </a:lnTo>
                  <a:lnTo>
                    <a:pt x="1750112" y="628501"/>
                  </a:lnTo>
                  <a:lnTo>
                    <a:pt x="1750108" y="628509"/>
                  </a:lnTo>
                  <a:lnTo>
                    <a:pt x="1750084" y="628558"/>
                  </a:lnTo>
                  <a:lnTo>
                    <a:pt x="1750050" y="628670"/>
                  </a:lnTo>
                  <a:lnTo>
                    <a:pt x="1750051" y="628686"/>
                  </a:lnTo>
                  <a:lnTo>
                    <a:pt x="1750051" y="628705"/>
                  </a:lnTo>
                  <a:lnTo>
                    <a:pt x="1750051" y="628715"/>
                  </a:lnTo>
                  <a:lnTo>
                    <a:pt x="1750172" y="629576"/>
                  </a:lnTo>
                  <a:lnTo>
                    <a:pt x="1750209" y="629666"/>
                  </a:lnTo>
                  <a:lnTo>
                    <a:pt x="1750218" y="629690"/>
                  </a:lnTo>
                  <a:lnTo>
                    <a:pt x="1750233" y="629726"/>
                  </a:lnTo>
                  <a:lnTo>
                    <a:pt x="1750257" y="629779"/>
                  </a:lnTo>
                  <a:lnTo>
                    <a:pt x="1750260" y="629785"/>
                  </a:lnTo>
                  <a:lnTo>
                    <a:pt x="1750263" y="629792"/>
                  </a:lnTo>
                  <a:lnTo>
                    <a:pt x="1750269" y="629795"/>
                  </a:lnTo>
                  <a:lnTo>
                    <a:pt x="1750273" y="629797"/>
                  </a:lnTo>
                  <a:lnTo>
                    <a:pt x="1750277" y="629800"/>
                  </a:lnTo>
                  <a:lnTo>
                    <a:pt x="1750283" y="629802"/>
                  </a:lnTo>
                  <a:lnTo>
                    <a:pt x="1750484" y="629905"/>
                  </a:lnTo>
                  <a:lnTo>
                    <a:pt x="1750501" y="629937"/>
                  </a:lnTo>
                  <a:lnTo>
                    <a:pt x="1750503" y="629946"/>
                  </a:lnTo>
                  <a:lnTo>
                    <a:pt x="1750508" y="629964"/>
                  </a:lnTo>
                  <a:lnTo>
                    <a:pt x="1750521" y="630017"/>
                  </a:lnTo>
                  <a:lnTo>
                    <a:pt x="1750471" y="630059"/>
                  </a:lnTo>
                  <a:lnTo>
                    <a:pt x="1750457" y="630070"/>
                  </a:lnTo>
                  <a:lnTo>
                    <a:pt x="1750280" y="630021"/>
                  </a:lnTo>
                  <a:lnTo>
                    <a:pt x="1750166" y="630095"/>
                  </a:lnTo>
                  <a:lnTo>
                    <a:pt x="1750101" y="630195"/>
                  </a:lnTo>
                  <a:lnTo>
                    <a:pt x="1750084" y="630222"/>
                  </a:lnTo>
                  <a:lnTo>
                    <a:pt x="1750054" y="630269"/>
                  </a:lnTo>
                  <a:lnTo>
                    <a:pt x="1750037" y="630303"/>
                  </a:lnTo>
                  <a:lnTo>
                    <a:pt x="1750020" y="630339"/>
                  </a:lnTo>
                  <a:lnTo>
                    <a:pt x="1750059" y="630609"/>
                  </a:lnTo>
                  <a:lnTo>
                    <a:pt x="1750028" y="630620"/>
                  </a:lnTo>
                  <a:lnTo>
                    <a:pt x="1749938" y="630629"/>
                  </a:lnTo>
                  <a:lnTo>
                    <a:pt x="1749837" y="630624"/>
                  </a:lnTo>
                  <a:lnTo>
                    <a:pt x="1749801" y="630622"/>
                  </a:lnTo>
                  <a:lnTo>
                    <a:pt x="1749697" y="630633"/>
                  </a:lnTo>
                  <a:lnTo>
                    <a:pt x="1749668" y="630655"/>
                  </a:lnTo>
                  <a:lnTo>
                    <a:pt x="1749710" y="630711"/>
                  </a:lnTo>
                  <a:lnTo>
                    <a:pt x="1749778" y="630822"/>
                  </a:lnTo>
                  <a:lnTo>
                    <a:pt x="1749683" y="630865"/>
                  </a:lnTo>
                  <a:lnTo>
                    <a:pt x="1749426" y="630980"/>
                  </a:lnTo>
                  <a:lnTo>
                    <a:pt x="1749178" y="631091"/>
                  </a:lnTo>
                  <a:lnTo>
                    <a:pt x="1749077" y="630942"/>
                  </a:lnTo>
                  <a:lnTo>
                    <a:pt x="1749051" y="630944"/>
                  </a:lnTo>
                  <a:lnTo>
                    <a:pt x="1748711" y="631213"/>
                  </a:lnTo>
                  <a:lnTo>
                    <a:pt x="1748375" y="631544"/>
                  </a:lnTo>
                  <a:lnTo>
                    <a:pt x="1748360" y="631572"/>
                  </a:lnTo>
                  <a:lnTo>
                    <a:pt x="1748396" y="631629"/>
                  </a:lnTo>
                  <a:lnTo>
                    <a:pt x="1748358" y="631667"/>
                  </a:lnTo>
                  <a:lnTo>
                    <a:pt x="1748296" y="631728"/>
                  </a:lnTo>
                  <a:lnTo>
                    <a:pt x="1748258" y="631766"/>
                  </a:lnTo>
                  <a:lnTo>
                    <a:pt x="1748050" y="631806"/>
                  </a:lnTo>
                  <a:lnTo>
                    <a:pt x="1747898" y="631835"/>
                  </a:lnTo>
                  <a:lnTo>
                    <a:pt x="1747699" y="631873"/>
                  </a:lnTo>
                  <a:lnTo>
                    <a:pt x="1747658" y="631824"/>
                  </a:lnTo>
                  <a:lnTo>
                    <a:pt x="1746916" y="631855"/>
                  </a:lnTo>
                  <a:lnTo>
                    <a:pt x="1746186" y="631997"/>
                  </a:lnTo>
                  <a:lnTo>
                    <a:pt x="1746171" y="631788"/>
                  </a:lnTo>
                  <a:lnTo>
                    <a:pt x="1745793" y="631780"/>
                  </a:lnTo>
                  <a:lnTo>
                    <a:pt x="1745345" y="631771"/>
                  </a:lnTo>
                  <a:lnTo>
                    <a:pt x="1744823" y="631787"/>
                  </a:lnTo>
                  <a:lnTo>
                    <a:pt x="1744308" y="631588"/>
                  </a:lnTo>
                  <a:lnTo>
                    <a:pt x="1744101" y="631735"/>
                  </a:lnTo>
                  <a:lnTo>
                    <a:pt x="1743898" y="631552"/>
                  </a:lnTo>
                  <a:lnTo>
                    <a:pt x="1743837" y="631457"/>
                  </a:lnTo>
                  <a:lnTo>
                    <a:pt x="1743532" y="631573"/>
                  </a:lnTo>
                  <a:lnTo>
                    <a:pt x="1743313" y="631243"/>
                  </a:lnTo>
                  <a:lnTo>
                    <a:pt x="1743156" y="631110"/>
                  </a:lnTo>
                  <a:lnTo>
                    <a:pt x="1743150" y="631105"/>
                  </a:lnTo>
                  <a:lnTo>
                    <a:pt x="1743102" y="631096"/>
                  </a:lnTo>
                  <a:lnTo>
                    <a:pt x="1743047" y="631089"/>
                  </a:lnTo>
                  <a:lnTo>
                    <a:pt x="1742963" y="631185"/>
                  </a:lnTo>
                  <a:lnTo>
                    <a:pt x="1742905" y="631252"/>
                  </a:lnTo>
                  <a:lnTo>
                    <a:pt x="1742349" y="631021"/>
                  </a:lnTo>
                  <a:lnTo>
                    <a:pt x="1742306" y="630975"/>
                  </a:lnTo>
                  <a:lnTo>
                    <a:pt x="1741661" y="630869"/>
                  </a:lnTo>
                  <a:lnTo>
                    <a:pt x="1741639" y="630865"/>
                  </a:lnTo>
                  <a:lnTo>
                    <a:pt x="1741611" y="630860"/>
                  </a:lnTo>
                  <a:lnTo>
                    <a:pt x="1741363" y="630852"/>
                  </a:lnTo>
                  <a:lnTo>
                    <a:pt x="1741112" y="630887"/>
                  </a:lnTo>
                  <a:lnTo>
                    <a:pt x="1740857" y="630971"/>
                  </a:lnTo>
                  <a:lnTo>
                    <a:pt x="1740877" y="630994"/>
                  </a:lnTo>
                  <a:lnTo>
                    <a:pt x="1741132" y="630915"/>
                  </a:lnTo>
                  <a:lnTo>
                    <a:pt x="1741239" y="631082"/>
                  </a:lnTo>
                  <a:lnTo>
                    <a:pt x="1740969" y="631162"/>
                  </a:lnTo>
                  <a:lnTo>
                    <a:pt x="1740834" y="630971"/>
                  </a:lnTo>
                  <a:lnTo>
                    <a:pt x="1740641" y="631072"/>
                  </a:lnTo>
                  <a:lnTo>
                    <a:pt x="1740413" y="631206"/>
                  </a:lnTo>
                  <a:lnTo>
                    <a:pt x="1740134" y="631356"/>
                  </a:lnTo>
                  <a:lnTo>
                    <a:pt x="1739841" y="631468"/>
                  </a:lnTo>
                  <a:lnTo>
                    <a:pt x="1739300" y="631566"/>
                  </a:lnTo>
                  <a:lnTo>
                    <a:pt x="1739094" y="631583"/>
                  </a:lnTo>
                  <a:lnTo>
                    <a:pt x="1739034" y="631574"/>
                  </a:lnTo>
                  <a:lnTo>
                    <a:pt x="1738779" y="631540"/>
                  </a:lnTo>
                  <a:lnTo>
                    <a:pt x="1738510" y="631451"/>
                  </a:lnTo>
                  <a:lnTo>
                    <a:pt x="1738263" y="631303"/>
                  </a:lnTo>
                  <a:lnTo>
                    <a:pt x="1738255" y="631298"/>
                  </a:lnTo>
                  <a:lnTo>
                    <a:pt x="1738248" y="631298"/>
                  </a:lnTo>
                  <a:lnTo>
                    <a:pt x="1738197" y="631292"/>
                  </a:lnTo>
                  <a:lnTo>
                    <a:pt x="1738140" y="631286"/>
                  </a:lnTo>
                  <a:lnTo>
                    <a:pt x="1738104" y="631282"/>
                  </a:lnTo>
                  <a:lnTo>
                    <a:pt x="1738075" y="631285"/>
                  </a:lnTo>
                  <a:lnTo>
                    <a:pt x="1738012" y="631292"/>
                  </a:lnTo>
                  <a:lnTo>
                    <a:pt x="1737944" y="631342"/>
                  </a:lnTo>
                  <a:lnTo>
                    <a:pt x="1737934" y="631354"/>
                  </a:lnTo>
                  <a:lnTo>
                    <a:pt x="1737787" y="631218"/>
                  </a:lnTo>
                  <a:lnTo>
                    <a:pt x="1737745" y="631256"/>
                  </a:lnTo>
                  <a:lnTo>
                    <a:pt x="1737724" y="631275"/>
                  </a:lnTo>
                  <a:lnTo>
                    <a:pt x="1737691" y="631304"/>
                  </a:lnTo>
                  <a:lnTo>
                    <a:pt x="1737807" y="631448"/>
                  </a:lnTo>
                  <a:lnTo>
                    <a:pt x="1737836" y="631477"/>
                  </a:lnTo>
                  <a:lnTo>
                    <a:pt x="1737858" y="631498"/>
                  </a:lnTo>
                  <a:lnTo>
                    <a:pt x="1737876" y="631516"/>
                  </a:lnTo>
                  <a:lnTo>
                    <a:pt x="1738182" y="631818"/>
                  </a:lnTo>
                  <a:lnTo>
                    <a:pt x="1738219" y="631854"/>
                  </a:lnTo>
                  <a:lnTo>
                    <a:pt x="1738232" y="631867"/>
                  </a:lnTo>
                  <a:lnTo>
                    <a:pt x="1738237" y="631872"/>
                  </a:lnTo>
                  <a:lnTo>
                    <a:pt x="1738429" y="632061"/>
                  </a:lnTo>
                  <a:lnTo>
                    <a:pt x="1739346" y="632966"/>
                  </a:lnTo>
                  <a:lnTo>
                    <a:pt x="1739348" y="633005"/>
                  </a:lnTo>
                  <a:lnTo>
                    <a:pt x="1739147" y="633366"/>
                  </a:lnTo>
                  <a:lnTo>
                    <a:pt x="1738664" y="633177"/>
                  </a:lnTo>
                  <a:lnTo>
                    <a:pt x="1737786" y="632785"/>
                  </a:lnTo>
                  <a:lnTo>
                    <a:pt x="1737599" y="633119"/>
                  </a:lnTo>
                  <a:lnTo>
                    <a:pt x="1738199" y="633391"/>
                  </a:lnTo>
                  <a:lnTo>
                    <a:pt x="1738200" y="633447"/>
                  </a:lnTo>
                  <a:lnTo>
                    <a:pt x="1738159" y="633523"/>
                  </a:lnTo>
                  <a:lnTo>
                    <a:pt x="1738067" y="633665"/>
                  </a:lnTo>
                  <a:lnTo>
                    <a:pt x="1738041" y="633706"/>
                  </a:lnTo>
                  <a:lnTo>
                    <a:pt x="1737893" y="633936"/>
                  </a:lnTo>
                  <a:lnTo>
                    <a:pt x="1736533" y="633348"/>
                  </a:lnTo>
                  <a:lnTo>
                    <a:pt x="1736415" y="633557"/>
                  </a:lnTo>
                  <a:lnTo>
                    <a:pt x="1736359" y="633661"/>
                  </a:lnTo>
                  <a:lnTo>
                    <a:pt x="1736371" y="633688"/>
                  </a:lnTo>
                  <a:lnTo>
                    <a:pt x="1736946" y="633945"/>
                  </a:lnTo>
                  <a:lnTo>
                    <a:pt x="1736912" y="634008"/>
                  </a:lnTo>
                  <a:lnTo>
                    <a:pt x="1736654" y="634476"/>
                  </a:lnTo>
                  <a:lnTo>
                    <a:pt x="1736631" y="634484"/>
                  </a:lnTo>
                  <a:lnTo>
                    <a:pt x="1736608" y="634473"/>
                  </a:lnTo>
                  <a:lnTo>
                    <a:pt x="1736437" y="634397"/>
                  </a:lnTo>
                  <a:lnTo>
                    <a:pt x="1736415" y="634387"/>
                  </a:lnTo>
                  <a:lnTo>
                    <a:pt x="1736283" y="634329"/>
                  </a:lnTo>
                  <a:lnTo>
                    <a:pt x="1736167" y="634278"/>
                  </a:lnTo>
                  <a:lnTo>
                    <a:pt x="1735926" y="634172"/>
                  </a:lnTo>
                  <a:lnTo>
                    <a:pt x="1735582" y="634020"/>
                  </a:lnTo>
                  <a:lnTo>
                    <a:pt x="1735566" y="634013"/>
                  </a:lnTo>
                  <a:lnTo>
                    <a:pt x="1735516" y="634013"/>
                  </a:lnTo>
                  <a:lnTo>
                    <a:pt x="1735298" y="634157"/>
                  </a:lnTo>
                  <a:lnTo>
                    <a:pt x="1735235" y="634262"/>
                  </a:lnTo>
                  <a:lnTo>
                    <a:pt x="1735254" y="634299"/>
                  </a:lnTo>
                  <a:lnTo>
                    <a:pt x="1735491" y="634406"/>
                  </a:lnTo>
                  <a:lnTo>
                    <a:pt x="1735462" y="634510"/>
                  </a:lnTo>
                  <a:lnTo>
                    <a:pt x="1735420" y="634663"/>
                  </a:lnTo>
                  <a:lnTo>
                    <a:pt x="1735467" y="634774"/>
                  </a:lnTo>
                  <a:lnTo>
                    <a:pt x="1735678" y="635265"/>
                  </a:lnTo>
                  <a:lnTo>
                    <a:pt x="1735686" y="635283"/>
                  </a:lnTo>
                  <a:lnTo>
                    <a:pt x="1735516" y="635423"/>
                  </a:lnTo>
                  <a:lnTo>
                    <a:pt x="1735668" y="635636"/>
                  </a:lnTo>
                  <a:lnTo>
                    <a:pt x="1735805" y="635723"/>
                  </a:lnTo>
                  <a:lnTo>
                    <a:pt x="1735878" y="635682"/>
                  </a:lnTo>
                  <a:lnTo>
                    <a:pt x="1735958" y="635689"/>
                  </a:lnTo>
                  <a:lnTo>
                    <a:pt x="1736134" y="635705"/>
                  </a:lnTo>
                  <a:lnTo>
                    <a:pt x="1737356" y="635921"/>
                  </a:lnTo>
                  <a:lnTo>
                    <a:pt x="1737534" y="636157"/>
                  </a:lnTo>
                  <a:lnTo>
                    <a:pt x="1737565" y="636199"/>
                  </a:lnTo>
                  <a:lnTo>
                    <a:pt x="1737738" y="636429"/>
                  </a:lnTo>
                  <a:lnTo>
                    <a:pt x="1737827" y="636554"/>
                  </a:lnTo>
                  <a:lnTo>
                    <a:pt x="1738146" y="637002"/>
                  </a:lnTo>
                  <a:lnTo>
                    <a:pt x="1738488" y="637481"/>
                  </a:lnTo>
                  <a:lnTo>
                    <a:pt x="1738686" y="637759"/>
                  </a:lnTo>
                  <a:lnTo>
                    <a:pt x="1738730" y="637821"/>
                  </a:lnTo>
                  <a:lnTo>
                    <a:pt x="1739018" y="638225"/>
                  </a:lnTo>
                  <a:lnTo>
                    <a:pt x="1739033" y="638247"/>
                  </a:lnTo>
                  <a:lnTo>
                    <a:pt x="1739063" y="638206"/>
                  </a:lnTo>
                  <a:lnTo>
                    <a:pt x="1739330" y="637847"/>
                  </a:lnTo>
                  <a:lnTo>
                    <a:pt x="1739343" y="637830"/>
                  </a:lnTo>
                  <a:lnTo>
                    <a:pt x="1739736" y="637301"/>
                  </a:lnTo>
                  <a:lnTo>
                    <a:pt x="1740681" y="636426"/>
                  </a:lnTo>
                  <a:lnTo>
                    <a:pt x="1741082" y="636206"/>
                  </a:lnTo>
                  <a:lnTo>
                    <a:pt x="1741122" y="636048"/>
                  </a:lnTo>
                  <a:lnTo>
                    <a:pt x="1741298" y="635795"/>
                  </a:lnTo>
                  <a:lnTo>
                    <a:pt x="1741368" y="635750"/>
                  </a:lnTo>
                  <a:lnTo>
                    <a:pt x="1741407" y="635725"/>
                  </a:lnTo>
                  <a:lnTo>
                    <a:pt x="1741208" y="635409"/>
                  </a:lnTo>
                  <a:lnTo>
                    <a:pt x="1741133" y="635289"/>
                  </a:lnTo>
                  <a:lnTo>
                    <a:pt x="1740890" y="634903"/>
                  </a:lnTo>
                  <a:lnTo>
                    <a:pt x="1741543" y="634598"/>
                  </a:lnTo>
                  <a:lnTo>
                    <a:pt x="1741565" y="634588"/>
                  </a:lnTo>
                  <a:lnTo>
                    <a:pt x="1741984" y="635225"/>
                  </a:lnTo>
                  <a:lnTo>
                    <a:pt x="1742103" y="635406"/>
                  </a:lnTo>
                  <a:lnTo>
                    <a:pt x="1742103" y="635683"/>
                  </a:lnTo>
                  <a:lnTo>
                    <a:pt x="1742103" y="635873"/>
                  </a:lnTo>
                  <a:lnTo>
                    <a:pt x="1741368" y="637021"/>
                  </a:lnTo>
                  <a:lnTo>
                    <a:pt x="1740839" y="637846"/>
                  </a:lnTo>
                  <a:lnTo>
                    <a:pt x="1740116" y="638978"/>
                  </a:lnTo>
                  <a:lnTo>
                    <a:pt x="1740026" y="639048"/>
                  </a:lnTo>
                  <a:lnTo>
                    <a:pt x="1739740" y="639272"/>
                  </a:lnTo>
                  <a:lnTo>
                    <a:pt x="1738950" y="639892"/>
                  </a:lnTo>
                  <a:lnTo>
                    <a:pt x="1738335" y="640374"/>
                  </a:lnTo>
                  <a:lnTo>
                    <a:pt x="1737011" y="641414"/>
                  </a:lnTo>
                  <a:lnTo>
                    <a:pt x="1736781" y="641479"/>
                  </a:lnTo>
                  <a:lnTo>
                    <a:pt x="1736527" y="641440"/>
                  </a:lnTo>
                  <a:lnTo>
                    <a:pt x="1735700" y="640613"/>
                  </a:lnTo>
                  <a:lnTo>
                    <a:pt x="1735891" y="640450"/>
                  </a:lnTo>
                  <a:lnTo>
                    <a:pt x="1736043" y="640322"/>
                  </a:lnTo>
                  <a:lnTo>
                    <a:pt x="1736045" y="640298"/>
                  </a:lnTo>
                  <a:lnTo>
                    <a:pt x="1736046" y="640273"/>
                  </a:lnTo>
                  <a:lnTo>
                    <a:pt x="1735950" y="640139"/>
                  </a:lnTo>
                  <a:lnTo>
                    <a:pt x="1735701" y="639788"/>
                  </a:lnTo>
                  <a:lnTo>
                    <a:pt x="1735587" y="639628"/>
                  </a:lnTo>
                  <a:lnTo>
                    <a:pt x="1735214" y="639103"/>
                  </a:lnTo>
                  <a:lnTo>
                    <a:pt x="1735212" y="639009"/>
                  </a:lnTo>
                  <a:lnTo>
                    <a:pt x="1735213" y="638768"/>
                  </a:lnTo>
                  <a:lnTo>
                    <a:pt x="1735216" y="638425"/>
                  </a:lnTo>
                  <a:lnTo>
                    <a:pt x="1735218" y="638204"/>
                  </a:lnTo>
                  <a:lnTo>
                    <a:pt x="1735218" y="638121"/>
                  </a:lnTo>
                  <a:lnTo>
                    <a:pt x="1735216" y="638073"/>
                  </a:lnTo>
                  <a:lnTo>
                    <a:pt x="1735209" y="637897"/>
                  </a:lnTo>
                  <a:lnTo>
                    <a:pt x="1735199" y="637651"/>
                  </a:lnTo>
                  <a:lnTo>
                    <a:pt x="1735187" y="637361"/>
                  </a:lnTo>
                  <a:lnTo>
                    <a:pt x="1734950" y="636954"/>
                  </a:lnTo>
                  <a:lnTo>
                    <a:pt x="1734921" y="636915"/>
                  </a:lnTo>
                  <a:lnTo>
                    <a:pt x="1734702" y="636989"/>
                  </a:lnTo>
                  <a:lnTo>
                    <a:pt x="1734449" y="637130"/>
                  </a:lnTo>
                  <a:lnTo>
                    <a:pt x="1734693" y="637513"/>
                  </a:lnTo>
                  <a:lnTo>
                    <a:pt x="1734694" y="637629"/>
                  </a:lnTo>
                  <a:lnTo>
                    <a:pt x="1734695" y="637713"/>
                  </a:lnTo>
                  <a:lnTo>
                    <a:pt x="1734694" y="637974"/>
                  </a:lnTo>
                  <a:lnTo>
                    <a:pt x="1734693" y="638270"/>
                  </a:lnTo>
                  <a:lnTo>
                    <a:pt x="1734693" y="638278"/>
                  </a:lnTo>
                  <a:lnTo>
                    <a:pt x="1734688" y="638749"/>
                  </a:lnTo>
                  <a:lnTo>
                    <a:pt x="1734686" y="638896"/>
                  </a:lnTo>
                  <a:lnTo>
                    <a:pt x="1734683" y="639226"/>
                  </a:lnTo>
                  <a:lnTo>
                    <a:pt x="1734681" y="639376"/>
                  </a:lnTo>
                  <a:lnTo>
                    <a:pt x="1734681" y="639738"/>
                  </a:lnTo>
                  <a:lnTo>
                    <a:pt x="1734682" y="639954"/>
                  </a:lnTo>
                  <a:lnTo>
                    <a:pt x="1734658" y="640066"/>
                  </a:lnTo>
                  <a:lnTo>
                    <a:pt x="1734654" y="640085"/>
                  </a:lnTo>
                  <a:lnTo>
                    <a:pt x="1734626" y="640097"/>
                  </a:lnTo>
                  <a:lnTo>
                    <a:pt x="1734615" y="640101"/>
                  </a:lnTo>
                  <a:lnTo>
                    <a:pt x="1734584" y="640088"/>
                  </a:lnTo>
                  <a:lnTo>
                    <a:pt x="1734358" y="639966"/>
                  </a:lnTo>
                  <a:lnTo>
                    <a:pt x="1734038" y="639792"/>
                  </a:lnTo>
                  <a:lnTo>
                    <a:pt x="1733610" y="639559"/>
                  </a:lnTo>
                  <a:lnTo>
                    <a:pt x="1733573" y="639565"/>
                  </a:lnTo>
                  <a:lnTo>
                    <a:pt x="1733402" y="639593"/>
                  </a:lnTo>
                  <a:lnTo>
                    <a:pt x="1733291" y="639612"/>
                  </a:lnTo>
                  <a:lnTo>
                    <a:pt x="1733266" y="639616"/>
                  </a:lnTo>
                  <a:lnTo>
                    <a:pt x="1733266" y="638144"/>
                  </a:lnTo>
                  <a:lnTo>
                    <a:pt x="1733266" y="638096"/>
                  </a:lnTo>
                  <a:lnTo>
                    <a:pt x="1733266" y="637688"/>
                  </a:lnTo>
                  <a:lnTo>
                    <a:pt x="1733266" y="637445"/>
                  </a:lnTo>
                  <a:lnTo>
                    <a:pt x="1733582" y="636969"/>
                  </a:lnTo>
                  <a:lnTo>
                    <a:pt x="1733867" y="636802"/>
                  </a:lnTo>
                  <a:lnTo>
                    <a:pt x="1733951" y="636753"/>
                  </a:lnTo>
                  <a:lnTo>
                    <a:pt x="1733970" y="636742"/>
                  </a:lnTo>
                  <a:lnTo>
                    <a:pt x="1734170" y="636631"/>
                  </a:lnTo>
                  <a:lnTo>
                    <a:pt x="1734410" y="636461"/>
                  </a:lnTo>
                  <a:lnTo>
                    <a:pt x="1734534" y="636364"/>
                  </a:lnTo>
                  <a:lnTo>
                    <a:pt x="1734656" y="636296"/>
                  </a:lnTo>
                  <a:lnTo>
                    <a:pt x="1734717" y="636261"/>
                  </a:lnTo>
                  <a:lnTo>
                    <a:pt x="1734864" y="636178"/>
                  </a:lnTo>
                  <a:lnTo>
                    <a:pt x="1735074" y="636060"/>
                  </a:lnTo>
                  <a:lnTo>
                    <a:pt x="1735104" y="636043"/>
                  </a:lnTo>
                  <a:lnTo>
                    <a:pt x="1735108" y="636041"/>
                  </a:lnTo>
                  <a:lnTo>
                    <a:pt x="1735420" y="635888"/>
                  </a:lnTo>
                  <a:lnTo>
                    <a:pt x="1735618" y="635798"/>
                  </a:lnTo>
                  <a:lnTo>
                    <a:pt x="1735621" y="635759"/>
                  </a:lnTo>
                  <a:lnTo>
                    <a:pt x="1735549" y="635654"/>
                  </a:lnTo>
                  <a:lnTo>
                    <a:pt x="1735529" y="635626"/>
                  </a:lnTo>
                  <a:lnTo>
                    <a:pt x="1735484" y="635563"/>
                  </a:lnTo>
                  <a:lnTo>
                    <a:pt x="1735419" y="635474"/>
                  </a:lnTo>
                  <a:lnTo>
                    <a:pt x="1735150" y="635591"/>
                  </a:lnTo>
                  <a:lnTo>
                    <a:pt x="1735100" y="635614"/>
                  </a:lnTo>
                  <a:lnTo>
                    <a:pt x="1735093" y="635618"/>
                  </a:lnTo>
                  <a:lnTo>
                    <a:pt x="1734859" y="635750"/>
                  </a:lnTo>
                  <a:lnTo>
                    <a:pt x="1733900" y="636315"/>
                  </a:lnTo>
                  <a:lnTo>
                    <a:pt x="1733356" y="636635"/>
                  </a:lnTo>
                  <a:lnTo>
                    <a:pt x="1733264" y="636689"/>
                  </a:lnTo>
                  <a:lnTo>
                    <a:pt x="1733199" y="636788"/>
                  </a:lnTo>
                  <a:lnTo>
                    <a:pt x="1733120" y="636906"/>
                  </a:lnTo>
                  <a:lnTo>
                    <a:pt x="1732708" y="637527"/>
                  </a:lnTo>
                  <a:lnTo>
                    <a:pt x="1732694" y="637954"/>
                  </a:lnTo>
                  <a:lnTo>
                    <a:pt x="1732693" y="637999"/>
                  </a:lnTo>
                  <a:lnTo>
                    <a:pt x="1732701" y="638066"/>
                  </a:lnTo>
                  <a:lnTo>
                    <a:pt x="1732711" y="638142"/>
                  </a:lnTo>
                  <a:lnTo>
                    <a:pt x="1732711" y="638194"/>
                  </a:lnTo>
                  <a:lnTo>
                    <a:pt x="1732707" y="639311"/>
                  </a:lnTo>
                  <a:lnTo>
                    <a:pt x="1731740" y="638792"/>
                  </a:lnTo>
                  <a:lnTo>
                    <a:pt x="1731722" y="638783"/>
                  </a:lnTo>
                  <a:lnTo>
                    <a:pt x="1731482" y="638654"/>
                  </a:lnTo>
                  <a:lnTo>
                    <a:pt x="1731482" y="638571"/>
                  </a:lnTo>
                  <a:lnTo>
                    <a:pt x="1731481" y="638216"/>
                  </a:lnTo>
                  <a:lnTo>
                    <a:pt x="1731480" y="637846"/>
                  </a:lnTo>
                  <a:lnTo>
                    <a:pt x="1731478" y="637370"/>
                  </a:lnTo>
                  <a:lnTo>
                    <a:pt x="1731478" y="637302"/>
                  </a:lnTo>
                  <a:lnTo>
                    <a:pt x="1731477" y="636915"/>
                  </a:lnTo>
                  <a:lnTo>
                    <a:pt x="1731477" y="636834"/>
                  </a:lnTo>
                  <a:lnTo>
                    <a:pt x="1731438" y="636679"/>
                  </a:lnTo>
                  <a:lnTo>
                    <a:pt x="1731311" y="636217"/>
                  </a:lnTo>
                  <a:lnTo>
                    <a:pt x="1731307" y="636201"/>
                  </a:lnTo>
                  <a:lnTo>
                    <a:pt x="1731247" y="636191"/>
                  </a:lnTo>
                  <a:lnTo>
                    <a:pt x="1731227" y="636197"/>
                  </a:lnTo>
                  <a:lnTo>
                    <a:pt x="1731160" y="636216"/>
                  </a:lnTo>
                  <a:lnTo>
                    <a:pt x="1731136" y="636284"/>
                  </a:lnTo>
                  <a:lnTo>
                    <a:pt x="1731008" y="636545"/>
                  </a:lnTo>
                  <a:lnTo>
                    <a:pt x="1730960" y="636642"/>
                  </a:lnTo>
                  <a:lnTo>
                    <a:pt x="1730839" y="636742"/>
                  </a:lnTo>
                  <a:lnTo>
                    <a:pt x="1730701" y="636856"/>
                  </a:lnTo>
                  <a:lnTo>
                    <a:pt x="1730660" y="636868"/>
                  </a:lnTo>
                  <a:lnTo>
                    <a:pt x="1730473" y="636921"/>
                  </a:lnTo>
                  <a:lnTo>
                    <a:pt x="1730461" y="636925"/>
                  </a:lnTo>
                  <a:lnTo>
                    <a:pt x="1730294" y="636671"/>
                  </a:lnTo>
                  <a:lnTo>
                    <a:pt x="1730045" y="636754"/>
                  </a:lnTo>
                  <a:lnTo>
                    <a:pt x="1729606" y="636653"/>
                  </a:lnTo>
                  <a:lnTo>
                    <a:pt x="1729519" y="636619"/>
                  </a:lnTo>
                  <a:lnTo>
                    <a:pt x="1729262" y="636519"/>
                  </a:lnTo>
                  <a:lnTo>
                    <a:pt x="1728988" y="636339"/>
                  </a:lnTo>
                  <a:lnTo>
                    <a:pt x="1728972" y="636289"/>
                  </a:lnTo>
                  <a:lnTo>
                    <a:pt x="1728897" y="636043"/>
                  </a:lnTo>
                  <a:lnTo>
                    <a:pt x="1728884" y="636002"/>
                  </a:lnTo>
                  <a:lnTo>
                    <a:pt x="1728862" y="635984"/>
                  </a:lnTo>
                  <a:lnTo>
                    <a:pt x="1728824" y="635989"/>
                  </a:lnTo>
                  <a:lnTo>
                    <a:pt x="1728779" y="636062"/>
                  </a:lnTo>
                  <a:lnTo>
                    <a:pt x="1728715" y="636093"/>
                  </a:lnTo>
                  <a:lnTo>
                    <a:pt x="1728709" y="636097"/>
                  </a:lnTo>
                  <a:lnTo>
                    <a:pt x="1728695" y="636104"/>
                  </a:lnTo>
                  <a:lnTo>
                    <a:pt x="1728187" y="636074"/>
                  </a:lnTo>
                  <a:lnTo>
                    <a:pt x="1727972" y="636014"/>
                  </a:lnTo>
                  <a:lnTo>
                    <a:pt x="1727870" y="635986"/>
                  </a:lnTo>
                  <a:lnTo>
                    <a:pt x="1727669" y="635930"/>
                  </a:lnTo>
                  <a:lnTo>
                    <a:pt x="1727635" y="636023"/>
                  </a:lnTo>
                  <a:lnTo>
                    <a:pt x="1727525" y="636143"/>
                  </a:lnTo>
                  <a:lnTo>
                    <a:pt x="1727328" y="636130"/>
                  </a:lnTo>
                  <a:lnTo>
                    <a:pt x="1727039" y="636076"/>
                  </a:lnTo>
                  <a:lnTo>
                    <a:pt x="1726527" y="635840"/>
                  </a:lnTo>
                  <a:lnTo>
                    <a:pt x="1726083" y="635497"/>
                  </a:lnTo>
                  <a:lnTo>
                    <a:pt x="1725280" y="634823"/>
                  </a:lnTo>
                  <a:lnTo>
                    <a:pt x="1724828" y="634306"/>
                  </a:lnTo>
                  <a:lnTo>
                    <a:pt x="1724389" y="633645"/>
                  </a:lnTo>
                  <a:lnTo>
                    <a:pt x="1724350" y="633554"/>
                  </a:lnTo>
                  <a:lnTo>
                    <a:pt x="1724292" y="633419"/>
                  </a:lnTo>
                  <a:lnTo>
                    <a:pt x="1724251" y="633282"/>
                  </a:lnTo>
                  <a:lnTo>
                    <a:pt x="1724225" y="633199"/>
                  </a:lnTo>
                  <a:lnTo>
                    <a:pt x="1724189" y="633081"/>
                  </a:lnTo>
                  <a:lnTo>
                    <a:pt x="1723971" y="632588"/>
                  </a:lnTo>
                  <a:lnTo>
                    <a:pt x="1723949" y="632538"/>
                  </a:lnTo>
                  <a:lnTo>
                    <a:pt x="1723836" y="632363"/>
                  </a:lnTo>
                  <a:lnTo>
                    <a:pt x="1723720" y="632176"/>
                  </a:lnTo>
                  <a:lnTo>
                    <a:pt x="1723602" y="631984"/>
                  </a:lnTo>
                  <a:lnTo>
                    <a:pt x="1723486" y="631767"/>
                  </a:lnTo>
                  <a:lnTo>
                    <a:pt x="1723445" y="631686"/>
                  </a:lnTo>
                  <a:lnTo>
                    <a:pt x="1723439" y="631607"/>
                  </a:lnTo>
                  <a:lnTo>
                    <a:pt x="1723450" y="631589"/>
                  </a:lnTo>
                  <a:lnTo>
                    <a:pt x="1723440" y="631561"/>
                  </a:lnTo>
                  <a:lnTo>
                    <a:pt x="1723359" y="631433"/>
                  </a:lnTo>
                  <a:lnTo>
                    <a:pt x="1723255" y="631268"/>
                  </a:lnTo>
                  <a:lnTo>
                    <a:pt x="1723031" y="630960"/>
                  </a:lnTo>
                  <a:lnTo>
                    <a:pt x="1723016" y="630939"/>
                  </a:lnTo>
                  <a:lnTo>
                    <a:pt x="1722878" y="630989"/>
                  </a:lnTo>
                  <a:lnTo>
                    <a:pt x="1722502" y="630587"/>
                  </a:lnTo>
                  <a:lnTo>
                    <a:pt x="1722506" y="630583"/>
                  </a:lnTo>
                  <a:lnTo>
                    <a:pt x="1722687" y="630437"/>
                  </a:lnTo>
                  <a:lnTo>
                    <a:pt x="1722435" y="630191"/>
                  </a:lnTo>
                  <a:lnTo>
                    <a:pt x="1722315" y="630415"/>
                  </a:lnTo>
                  <a:lnTo>
                    <a:pt x="1722109" y="630160"/>
                  </a:lnTo>
                  <a:lnTo>
                    <a:pt x="1722070" y="630112"/>
                  </a:lnTo>
                  <a:lnTo>
                    <a:pt x="1722006" y="630033"/>
                  </a:lnTo>
                  <a:lnTo>
                    <a:pt x="1722127" y="629806"/>
                  </a:lnTo>
                  <a:lnTo>
                    <a:pt x="1722159" y="629644"/>
                  </a:lnTo>
                  <a:lnTo>
                    <a:pt x="1721772" y="629517"/>
                  </a:lnTo>
                  <a:lnTo>
                    <a:pt x="1721601" y="629486"/>
                  </a:lnTo>
                  <a:lnTo>
                    <a:pt x="1721088" y="629289"/>
                  </a:lnTo>
                  <a:lnTo>
                    <a:pt x="1720887" y="629185"/>
                  </a:lnTo>
                  <a:lnTo>
                    <a:pt x="1721053" y="629024"/>
                  </a:lnTo>
                  <a:lnTo>
                    <a:pt x="1721075" y="628937"/>
                  </a:lnTo>
                  <a:lnTo>
                    <a:pt x="1720796" y="628824"/>
                  </a:lnTo>
                  <a:lnTo>
                    <a:pt x="1720258" y="628607"/>
                  </a:lnTo>
                  <a:lnTo>
                    <a:pt x="1720229" y="628595"/>
                  </a:lnTo>
                  <a:lnTo>
                    <a:pt x="1720178" y="628675"/>
                  </a:lnTo>
                  <a:lnTo>
                    <a:pt x="1720045" y="628623"/>
                  </a:lnTo>
                  <a:lnTo>
                    <a:pt x="1719705" y="628380"/>
                  </a:lnTo>
                  <a:lnTo>
                    <a:pt x="1719702" y="628328"/>
                  </a:lnTo>
                  <a:lnTo>
                    <a:pt x="1719701" y="628316"/>
                  </a:lnTo>
                  <a:lnTo>
                    <a:pt x="1719670" y="628308"/>
                  </a:lnTo>
                  <a:lnTo>
                    <a:pt x="1719662" y="628312"/>
                  </a:lnTo>
                  <a:lnTo>
                    <a:pt x="1719652" y="628318"/>
                  </a:lnTo>
                  <a:lnTo>
                    <a:pt x="1719511" y="628397"/>
                  </a:lnTo>
                  <a:lnTo>
                    <a:pt x="1719454" y="628460"/>
                  </a:lnTo>
                  <a:lnTo>
                    <a:pt x="1719174" y="628498"/>
                  </a:lnTo>
                  <a:lnTo>
                    <a:pt x="1719159" y="628497"/>
                  </a:lnTo>
                  <a:lnTo>
                    <a:pt x="1718780" y="628429"/>
                  </a:lnTo>
                  <a:lnTo>
                    <a:pt x="1718621" y="628400"/>
                  </a:lnTo>
                  <a:lnTo>
                    <a:pt x="1718261" y="628335"/>
                  </a:lnTo>
                  <a:lnTo>
                    <a:pt x="1718275" y="628149"/>
                  </a:lnTo>
                  <a:lnTo>
                    <a:pt x="1718260" y="628149"/>
                  </a:lnTo>
                  <a:lnTo>
                    <a:pt x="1718236" y="628149"/>
                  </a:lnTo>
                  <a:lnTo>
                    <a:pt x="1717801" y="628153"/>
                  </a:lnTo>
                  <a:lnTo>
                    <a:pt x="1717486" y="628156"/>
                  </a:lnTo>
                  <a:lnTo>
                    <a:pt x="1717260" y="628158"/>
                  </a:lnTo>
                  <a:lnTo>
                    <a:pt x="1716707" y="628201"/>
                  </a:lnTo>
                  <a:lnTo>
                    <a:pt x="1716278" y="628240"/>
                  </a:lnTo>
                  <a:lnTo>
                    <a:pt x="1716000" y="628290"/>
                  </a:lnTo>
                  <a:lnTo>
                    <a:pt x="1715854" y="628318"/>
                  </a:lnTo>
                  <a:lnTo>
                    <a:pt x="1715460" y="628411"/>
                  </a:lnTo>
                  <a:lnTo>
                    <a:pt x="1715423" y="628415"/>
                  </a:lnTo>
                  <a:lnTo>
                    <a:pt x="1714938" y="628555"/>
                  </a:lnTo>
                  <a:lnTo>
                    <a:pt x="1714975" y="628667"/>
                  </a:lnTo>
                  <a:lnTo>
                    <a:pt x="1715120" y="629111"/>
                  </a:lnTo>
                  <a:lnTo>
                    <a:pt x="1715383" y="629916"/>
                  </a:lnTo>
                  <a:lnTo>
                    <a:pt x="1715081" y="629992"/>
                  </a:lnTo>
                  <a:lnTo>
                    <a:pt x="1714604" y="630102"/>
                  </a:lnTo>
                  <a:lnTo>
                    <a:pt x="1714118" y="628674"/>
                  </a:lnTo>
                  <a:lnTo>
                    <a:pt x="1713780" y="628801"/>
                  </a:lnTo>
                  <a:lnTo>
                    <a:pt x="1712033" y="629460"/>
                  </a:lnTo>
                  <a:lnTo>
                    <a:pt x="1712438" y="630185"/>
                  </a:lnTo>
                  <a:lnTo>
                    <a:pt x="1712477" y="630305"/>
                  </a:lnTo>
                  <a:lnTo>
                    <a:pt x="1712475" y="630439"/>
                  </a:lnTo>
                  <a:lnTo>
                    <a:pt x="1712355" y="630676"/>
                  </a:lnTo>
                  <a:lnTo>
                    <a:pt x="1712350" y="630219"/>
                  </a:lnTo>
                  <a:lnTo>
                    <a:pt x="1712269" y="630072"/>
                  </a:lnTo>
                  <a:lnTo>
                    <a:pt x="1712206" y="629959"/>
                  </a:lnTo>
                  <a:lnTo>
                    <a:pt x="1712146" y="629856"/>
                  </a:lnTo>
                  <a:lnTo>
                    <a:pt x="1711870" y="629959"/>
                  </a:lnTo>
                  <a:lnTo>
                    <a:pt x="1711852" y="630051"/>
                  </a:lnTo>
                  <a:lnTo>
                    <a:pt x="1711893" y="630108"/>
                  </a:lnTo>
                  <a:lnTo>
                    <a:pt x="1712039" y="630204"/>
                  </a:lnTo>
                  <a:lnTo>
                    <a:pt x="1712171" y="630272"/>
                  </a:lnTo>
                  <a:lnTo>
                    <a:pt x="1712263" y="630372"/>
                  </a:lnTo>
                  <a:lnTo>
                    <a:pt x="1712279" y="630389"/>
                  </a:lnTo>
                  <a:lnTo>
                    <a:pt x="1712279" y="630471"/>
                  </a:lnTo>
                  <a:lnTo>
                    <a:pt x="1712273" y="630645"/>
                  </a:lnTo>
                  <a:lnTo>
                    <a:pt x="1711990" y="630430"/>
                  </a:lnTo>
                  <a:lnTo>
                    <a:pt x="1711950" y="630369"/>
                  </a:lnTo>
                  <a:lnTo>
                    <a:pt x="1711618" y="629866"/>
                  </a:lnTo>
                  <a:lnTo>
                    <a:pt x="1711444" y="629942"/>
                  </a:lnTo>
                  <a:lnTo>
                    <a:pt x="1711652" y="630332"/>
                  </a:lnTo>
                  <a:lnTo>
                    <a:pt x="1711671" y="630367"/>
                  </a:lnTo>
                  <a:lnTo>
                    <a:pt x="1711899" y="630796"/>
                  </a:lnTo>
                  <a:lnTo>
                    <a:pt x="1711784" y="630798"/>
                  </a:lnTo>
                  <a:lnTo>
                    <a:pt x="1711724" y="630773"/>
                  </a:lnTo>
                  <a:lnTo>
                    <a:pt x="1711624" y="630605"/>
                  </a:lnTo>
                  <a:lnTo>
                    <a:pt x="1711524" y="630438"/>
                  </a:lnTo>
                  <a:lnTo>
                    <a:pt x="1711506" y="630407"/>
                  </a:lnTo>
                  <a:lnTo>
                    <a:pt x="1711214" y="629918"/>
                  </a:lnTo>
                  <a:lnTo>
                    <a:pt x="1711151" y="629944"/>
                  </a:lnTo>
                  <a:lnTo>
                    <a:pt x="1711133" y="629954"/>
                  </a:lnTo>
                  <a:lnTo>
                    <a:pt x="1711051" y="629997"/>
                  </a:lnTo>
                  <a:lnTo>
                    <a:pt x="1711054" y="630000"/>
                  </a:lnTo>
                  <a:lnTo>
                    <a:pt x="1710823" y="630134"/>
                  </a:lnTo>
                  <a:lnTo>
                    <a:pt x="1710765" y="630157"/>
                  </a:lnTo>
                  <a:lnTo>
                    <a:pt x="1710759" y="630159"/>
                  </a:lnTo>
                  <a:lnTo>
                    <a:pt x="1710730" y="630171"/>
                  </a:lnTo>
                  <a:lnTo>
                    <a:pt x="1710608" y="630220"/>
                  </a:lnTo>
                  <a:lnTo>
                    <a:pt x="1710492" y="630298"/>
                  </a:lnTo>
                  <a:lnTo>
                    <a:pt x="1710466" y="630315"/>
                  </a:lnTo>
                  <a:lnTo>
                    <a:pt x="1710459" y="630320"/>
                  </a:lnTo>
                  <a:lnTo>
                    <a:pt x="1710425" y="630342"/>
                  </a:lnTo>
                  <a:lnTo>
                    <a:pt x="1710415" y="630351"/>
                  </a:lnTo>
                  <a:lnTo>
                    <a:pt x="1710411" y="630354"/>
                  </a:lnTo>
                  <a:lnTo>
                    <a:pt x="1710364" y="630396"/>
                  </a:lnTo>
                  <a:lnTo>
                    <a:pt x="1710371" y="630442"/>
                  </a:lnTo>
                  <a:lnTo>
                    <a:pt x="1710381" y="630452"/>
                  </a:lnTo>
                  <a:lnTo>
                    <a:pt x="1710388" y="630459"/>
                  </a:lnTo>
                  <a:lnTo>
                    <a:pt x="1710550" y="630464"/>
                  </a:lnTo>
                  <a:lnTo>
                    <a:pt x="1710573" y="630477"/>
                  </a:lnTo>
                  <a:lnTo>
                    <a:pt x="1710585" y="630484"/>
                  </a:lnTo>
                  <a:lnTo>
                    <a:pt x="1710608" y="630497"/>
                  </a:lnTo>
                  <a:lnTo>
                    <a:pt x="1710734" y="630569"/>
                  </a:lnTo>
                  <a:lnTo>
                    <a:pt x="1710759" y="630606"/>
                  </a:lnTo>
                  <a:lnTo>
                    <a:pt x="1710736" y="630656"/>
                  </a:lnTo>
                  <a:lnTo>
                    <a:pt x="1710641" y="630670"/>
                  </a:lnTo>
                  <a:lnTo>
                    <a:pt x="1710594" y="630676"/>
                  </a:lnTo>
                  <a:lnTo>
                    <a:pt x="1710579" y="630678"/>
                  </a:lnTo>
                  <a:lnTo>
                    <a:pt x="1710527" y="630686"/>
                  </a:lnTo>
                  <a:lnTo>
                    <a:pt x="1710500" y="630689"/>
                  </a:lnTo>
                  <a:lnTo>
                    <a:pt x="1710394" y="630681"/>
                  </a:lnTo>
                  <a:lnTo>
                    <a:pt x="1710372" y="630680"/>
                  </a:lnTo>
                  <a:lnTo>
                    <a:pt x="1710179" y="630679"/>
                  </a:lnTo>
                  <a:lnTo>
                    <a:pt x="1710125" y="630679"/>
                  </a:lnTo>
                  <a:lnTo>
                    <a:pt x="1710111" y="630701"/>
                  </a:lnTo>
                  <a:lnTo>
                    <a:pt x="1710084" y="630745"/>
                  </a:lnTo>
                  <a:lnTo>
                    <a:pt x="1710142" y="630882"/>
                  </a:lnTo>
                  <a:lnTo>
                    <a:pt x="1710143" y="630903"/>
                  </a:lnTo>
                  <a:lnTo>
                    <a:pt x="1710148" y="630994"/>
                  </a:lnTo>
                  <a:lnTo>
                    <a:pt x="1710125" y="631099"/>
                  </a:lnTo>
                  <a:lnTo>
                    <a:pt x="1710060" y="631218"/>
                  </a:lnTo>
                  <a:lnTo>
                    <a:pt x="1709925" y="631334"/>
                  </a:lnTo>
                  <a:lnTo>
                    <a:pt x="1709705" y="631409"/>
                  </a:lnTo>
                  <a:lnTo>
                    <a:pt x="1709475" y="631389"/>
                  </a:lnTo>
                  <a:lnTo>
                    <a:pt x="1709308" y="631310"/>
                  </a:lnTo>
                  <a:lnTo>
                    <a:pt x="1709167" y="631414"/>
                  </a:lnTo>
                  <a:lnTo>
                    <a:pt x="1709058" y="631573"/>
                  </a:lnTo>
                  <a:lnTo>
                    <a:pt x="1708859" y="631943"/>
                  </a:lnTo>
                  <a:lnTo>
                    <a:pt x="1709403" y="632299"/>
                  </a:lnTo>
                  <a:lnTo>
                    <a:pt x="1711013" y="633353"/>
                  </a:lnTo>
                  <a:lnTo>
                    <a:pt x="1710829" y="633617"/>
                  </a:lnTo>
                  <a:lnTo>
                    <a:pt x="1710112" y="634646"/>
                  </a:lnTo>
                  <a:lnTo>
                    <a:pt x="1710042" y="634663"/>
                  </a:lnTo>
                  <a:lnTo>
                    <a:pt x="1709951" y="634646"/>
                  </a:lnTo>
                  <a:lnTo>
                    <a:pt x="1709325" y="634409"/>
                  </a:lnTo>
                  <a:lnTo>
                    <a:pt x="1708945" y="634265"/>
                  </a:lnTo>
                  <a:lnTo>
                    <a:pt x="1707674" y="633784"/>
                  </a:lnTo>
                  <a:lnTo>
                    <a:pt x="1707551" y="633737"/>
                  </a:lnTo>
                  <a:lnTo>
                    <a:pt x="1707265" y="633629"/>
                  </a:lnTo>
                  <a:lnTo>
                    <a:pt x="1706673" y="633744"/>
                  </a:lnTo>
                  <a:lnTo>
                    <a:pt x="1706565" y="633841"/>
                  </a:lnTo>
                  <a:lnTo>
                    <a:pt x="1706484" y="633915"/>
                  </a:lnTo>
                  <a:lnTo>
                    <a:pt x="1706519" y="633956"/>
                  </a:lnTo>
                  <a:lnTo>
                    <a:pt x="1706632" y="634051"/>
                  </a:lnTo>
                  <a:lnTo>
                    <a:pt x="1707018" y="634306"/>
                  </a:lnTo>
                  <a:lnTo>
                    <a:pt x="1707540" y="634534"/>
                  </a:lnTo>
                  <a:lnTo>
                    <a:pt x="1708357" y="634814"/>
                  </a:lnTo>
                  <a:lnTo>
                    <a:pt x="1708635" y="634910"/>
                  </a:lnTo>
                  <a:lnTo>
                    <a:pt x="1708752" y="634950"/>
                  </a:lnTo>
                  <a:lnTo>
                    <a:pt x="1709591" y="635288"/>
                  </a:lnTo>
                  <a:lnTo>
                    <a:pt x="1710047" y="637105"/>
                  </a:lnTo>
                  <a:lnTo>
                    <a:pt x="1710088" y="637266"/>
                  </a:lnTo>
                  <a:lnTo>
                    <a:pt x="1710300" y="637276"/>
                  </a:lnTo>
                  <a:lnTo>
                    <a:pt x="1710485" y="637349"/>
                  </a:lnTo>
                  <a:lnTo>
                    <a:pt x="1710643" y="637488"/>
                  </a:lnTo>
                  <a:lnTo>
                    <a:pt x="1710735" y="637686"/>
                  </a:lnTo>
                  <a:lnTo>
                    <a:pt x="1710742" y="637847"/>
                  </a:lnTo>
                  <a:lnTo>
                    <a:pt x="1710728" y="637917"/>
                  </a:lnTo>
                  <a:lnTo>
                    <a:pt x="1710675" y="637999"/>
                  </a:lnTo>
                  <a:lnTo>
                    <a:pt x="1710520" y="638143"/>
                  </a:lnTo>
                  <a:lnTo>
                    <a:pt x="1710328" y="638218"/>
                  </a:lnTo>
                  <a:lnTo>
                    <a:pt x="1710451" y="638708"/>
                  </a:lnTo>
                  <a:lnTo>
                    <a:pt x="1710524" y="639000"/>
                  </a:lnTo>
                  <a:lnTo>
                    <a:pt x="1710120" y="638925"/>
                  </a:lnTo>
                  <a:lnTo>
                    <a:pt x="1709841" y="638894"/>
                  </a:lnTo>
                  <a:lnTo>
                    <a:pt x="1709722" y="638939"/>
                  </a:lnTo>
                  <a:lnTo>
                    <a:pt x="1709159" y="638527"/>
                  </a:lnTo>
                  <a:lnTo>
                    <a:pt x="1709050" y="638368"/>
                  </a:lnTo>
                  <a:lnTo>
                    <a:pt x="1708968" y="638051"/>
                  </a:lnTo>
                  <a:lnTo>
                    <a:pt x="1708958" y="638012"/>
                  </a:lnTo>
                  <a:lnTo>
                    <a:pt x="1708947" y="637952"/>
                  </a:lnTo>
                  <a:lnTo>
                    <a:pt x="1708944" y="637934"/>
                  </a:lnTo>
                  <a:lnTo>
                    <a:pt x="1708920" y="637865"/>
                  </a:lnTo>
                  <a:lnTo>
                    <a:pt x="1708916" y="637849"/>
                  </a:lnTo>
                  <a:lnTo>
                    <a:pt x="1708913" y="637837"/>
                  </a:lnTo>
                  <a:lnTo>
                    <a:pt x="1708888" y="637740"/>
                  </a:lnTo>
                  <a:lnTo>
                    <a:pt x="1708856" y="637616"/>
                  </a:lnTo>
                  <a:lnTo>
                    <a:pt x="1708828" y="637369"/>
                  </a:lnTo>
                  <a:lnTo>
                    <a:pt x="1708829" y="637354"/>
                  </a:lnTo>
                  <a:lnTo>
                    <a:pt x="1708444" y="635817"/>
                  </a:lnTo>
                  <a:lnTo>
                    <a:pt x="1708410" y="635804"/>
                  </a:lnTo>
                  <a:lnTo>
                    <a:pt x="1707967" y="635645"/>
                  </a:lnTo>
                  <a:lnTo>
                    <a:pt x="1707905" y="635679"/>
                  </a:lnTo>
                  <a:lnTo>
                    <a:pt x="1707865" y="635772"/>
                  </a:lnTo>
                  <a:lnTo>
                    <a:pt x="1707965" y="635884"/>
                  </a:lnTo>
                  <a:lnTo>
                    <a:pt x="1708041" y="636187"/>
                  </a:lnTo>
                  <a:lnTo>
                    <a:pt x="1708169" y="636704"/>
                  </a:lnTo>
                  <a:lnTo>
                    <a:pt x="1708193" y="636786"/>
                  </a:lnTo>
                  <a:lnTo>
                    <a:pt x="1708198" y="636802"/>
                  </a:lnTo>
                  <a:lnTo>
                    <a:pt x="1708225" y="636902"/>
                  </a:lnTo>
                  <a:lnTo>
                    <a:pt x="1708251" y="637044"/>
                  </a:lnTo>
                  <a:lnTo>
                    <a:pt x="1708315" y="637291"/>
                  </a:lnTo>
                  <a:lnTo>
                    <a:pt x="1708340" y="637383"/>
                  </a:lnTo>
                  <a:lnTo>
                    <a:pt x="1708456" y="637848"/>
                  </a:lnTo>
                  <a:lnTo>
                    <a:pt x="1708476" y="637927"/>
                  </a:lnTo>
                  <a:lnTo>
                    <a:pt x="1708522" y="638111"/>
                  </a:lnTo>
                  <a:lnTo>
                    <a:pt x="1708572" y="638312"/>
                  </a:lnTo>
                  <a:lnTo>
                    <a:pt x="1708595" y="638404"/>
                  </a:lnTo>
                  <a:lnTo>
                    <a:pt x="1708612" y="638471"/>
                  </a:lnTo>
                  <a:lnTo>
                    <a:pt x="1708975" y="638822"/>
                  </a:lnTo>
                  <a:lnTo>
                    <a:pt x="1708955" y="638863"/>
                  </a:lnTo>
                  <a:lnTo>
                    <a:pt x="1708932" y="638911"/>
                  </a:lnTo>
                  <a:lnTo>
                    <a:pt x="1708898" y="638983"/>
                  </a:lnTo>
                  <a:lnTo>
                    <a:pt x="1708888" y="639005"/>
                  </a:lnTo>
                  <a:lnTo>
                    <a:pt x="1708457" y="638863"/>
                  </a:lnTo>
                  <a:lnTo>
                    <a:pt x="1708409" y="638847"/>
                  </a:lnTo>
                  <a:lnTo>
                    <a:pt x="1708068" y="638728"/>
                  </a:lnTo>
                  <a:lnTo>
                    <a:pt x="1707939" y="638655"/>
                  </a:lnTo>
                  <a:lnTo>
                    <a:pt x="1707780" y="638592"/>
                  </a:lnTo>
                  <a:lnTo>
                    <a:pt x="1707651" y="638541"/>
                  </a:lnTo>
                  <a:lnTo>
                    <a:pt x="1707533" y="638495"/>
                  </a:lnTo>
                  <a:lnTo>
                    <a:pt x="1707524" y="638492"/>
                  </a:lnTo>
                  <a:lnTo>
                    <a:pt x="1707498" y="638482"/>
                  </a:lnTo>
                  <a:lnTo>
                    <a:pt x="1707457" y="638466"/>
                  </a:lnTo>
                  <a:lnTo>
                    <a:pt x="1707240" y="638381"/>
                  </a:lnTo>
                  <a:lnTo>
                    <a:pt x="1707165" y="638541"/>
                  </a:lnTo>
                  <a:lnTo>
                    <a:pt x="1706663" y="638340"/>
                  </a:lnTo>
                  <a:lnTo>
                    <a:pt x="1706587" y="638309"/>
                  </a:lnTo>
                  <a:lnTo>
                    <a:pt x="1706474" y="638208"/>
                  </a:lnTo>
                  <a:lnTo>
                    <a:pt x="1706391" y="638180"/>
                  </a:lnTo>
                  <a:lnTo>
                    <a:pt x="1706380" y="638177"/>
                  </a:lnTo>
                  <a:lnTo>
                    <a:pt x="1706291" y="638150"/>
                  </a:lnTo>
                  <a:lnTo>
                    <a:pt x="1706283" y="638153"/>
                  </a:lnTo>
                  <a:lnTo>
                    <a:pt x="1706134" y="638199"/>
                  </a:lnTo>
                  <a:lnTo>
                    <a:pt x="1706079" y="638217"/>
                  </a:lnTo>
                  <a:lnTo>
                    <a:pt x="1706073" y="638219"/>
                  </a:lnTo>
                  <a:lnTo>
                    <a:pt x="1706074" y="638229"/>
                  </a:lnTo>
                  <a:lnTo>
                    <a:pt x="1706087" y="638332"/>
                  </a:lnTo>
                  <a:lnTo>
                    <a:pt x="1706090" y="638356"/>
                  </a:lnTo>
                  <a:lnTo>
                    <a:pt x="1706101" y="638362"/>
                  </a:lnTo>
                  <a:lnTo>
                    <a:pt x="1706111" y="638369"/>
                  </a:lnTo>
                  <a:lnTo>
                    <a:pt x="1706127" y="638380"/>
                  </a:lnTo>
                  <a:lnTo>
                    <a:pt x="1706141" y="638389"/>
                  </a:lnTo>
                  <a:lnTo>
                    <a:pt x="1706157" y="638399"/>
                  </a:lnTo>
                  <a:lnTo>
                    <a:pt x="1706188" y="638419"/>
                  </a:lnTo>
                  <a:lnTo>
                    <a:pt x="1706352" y="638526"/>
                  </a:lnTo>
                  <a:lnTo>
                    <a:pt x="1706438" y="638583"/>
                  </a:lnTo>
                  <a:lnTo>
                    <a:pt x="1706460" y="638597"/>
                  </a:lnTo>
                  <a:lnTo>
                    <a:pt x="1706520" y="638627"/>
                  </a:lnTo>
                  <a:lnTo>
                    <a:pt x="1707107" y="638834"/>
                  </a:lnTo>
                  <a:lnTo>
                    <a:pt x="1707487" y="638967"/>
                  </a:lnTo>
                  <a:lnTo>
                    <a:pt x="1707673" y="639053"/>
                  </a:lnTo>
                  <a:lnTo>
                    <a:pt x="1707755" y="639091"/>
                  </a:lnTo>
                  <a:lnTo>
                    <a:pt x="1707785" y="639096"/>
                  </a:lnTo>
                  <a:lnTo>
                    <a:pt x="1707800" y="639098"/>
                  </a:lnTo>
                  <a:lnTo>
                    <a:pt x="1707994" y="639125"/>
                  </a:lnTo>
                  <a:lnTo>
                    <a:pt x="1708192" y="639154"/>
                  </a:lnTo>
                  <a:lnTo>
                    <a:pt x="1708231" y="639160"/>
                  </a:lnTo>
                  <a:lnTo>
                    <a:pt x="1708472" y="639204"/>
                  </a:lnTo>
                  <a:lnTo>
                    <a:pt x="1708587" y="639226"/>
                  </a:lnTo>
                  <a:lnTo>
                    <a:pt x="1709168" y="639333"/>
                  </a:lnTo>
                  <a:lnTo>
                    <a:pt x="1709302" y="639358"/>
                  </a:lnTo>
                  <a:lnTo>
                    <a:pt x="1709390" y="639374"/>
                  </a:lnTo>
                  <a:lnTo>
                    <a:pt x="1709726" y="639464"/>
                  </a:lnTo>
                  <a:lnTo>
                    <a:pt x="1709702" y="639565"/>
                  </a:lnTo>
                  <a:lnTo>
                    <a:pt x="1709690" y="639615"/>
                  </a:lnTo>
                  <a:lnTo>
                    <a:pt x="1709844" y="639644"/>
                  </a:lnTo>
                  <a:lnTo>
                    <a:pt x="1710927" y="639847"/>
                  </a:lnTo>
                  <a:lnTo>
                    <a:pt x="1711118" y="639883"/>
                  </a:lnTo>
                  <a:lnTo>
                    <a:pt x="1711094" y="639989"/>
                  </a:lnTo>
                  <a:lnTo>
                    <a:pt x="1712433" y="640231"/>
                  </a:lnTo>
                  <a:lnTo>
                    <a:pt x="1712381" y="640439"/>
                  </a:lnTo>
                  <a:lnTo>
                    <a:pt x="1712336" y="640620"/>
                  </a:lnTo>
                  <a:lnTo>
                    <a:pt x="1712252" y="640955"/>
                  </a:lnTo>
                  <a:lnTo>
                    <a:pt x="1710140" y="640339"/>
                  </a:lnTo>
                  <a:lnTo>
                    <a:pt x="1710033" y="640308"/>
                  </a:lnTo>
                  <a:lnTo>
                    <a:pt x="1709995" y="640315"/>
                  </a:lnTo>
                  <a:lnTo>
                    <a:pt x="1707505" y="639562"/>
                  </a:lnTo>
                  <a:lnTo>
                    <a:pt x="1707395" y="639536"/>
                  </a:lnTo>
                  <a:lnTo>
                    <a:pt x="1707309" y="639515"/>
                  </a:lnTo>
                  <a:lnTo>
                    <a:pt x="1706961" y="639433"/>
                  </a:lnTo>
                  <a:lnTo>
                    <a:pt x="1706946" y="639426"/>
                  </a:lnTo>
                  <a:lnTo>
                    <a:pt x="1706532" y="639224"/>
                  </a:lnTo>
                  <a:lnTo>
                    <a:pt x="1706520" y="639215"/>
                  </a:lnTo>
                  <a:lnTo>
                    <a:pt x="1706422" y="639151"/>
                  </a:lnTo>
                  <a:lnTo>
                    <a:pt x="1706387" y="639118"/>
                  </a:lnTo>
                  <a:lnTo>
                    <a:pt x="1706267" y="639004"/>
                  </a:lnTo>
                  <a:lnTo>
                    <a:pt x="1706145" y="638870"/>
                  </a:lnTo>
                  <a:lnTo>
                    <a:pt x="1706117" y="638839"/>
                  </a:lnTo>
                  <a:lnTo>
                    <a:pt x="1706122" y="638800"/>
                  </a:lnTo>
                  <a:lnTo>
                    <a:pt x="1706141" y="638624"/>
                  </a:lnTo>
                  <a:lnTo>
                    <a:pt x="1706095" y="638499"/>
                  </a:lnTo>
                  <a:lnTo>
                    <a:pt x="1706084" y="638467"/>
                  </a:lnTo>
                  <a:lnTo>
                    <a:pt x="1706070" y="638456"/>
                  </a:lnTo>
                  <a:lnTo>
                    <a:pt x="1706055" y="638445"/>
                  </a:lnTo>
                  <a:lnTo>
                    <a:pt x="1706027" y="638447"/>
                  </a:lnTo>
                  <a:lnTo>
                    <a:pt x="1705989" y="638450"/>
                  </a:lnTo>
                  <a:lnTo>
                    <a:pt x="1705902" y="638457"/>
                  </a:lnTo>
                  <a:lnTo>
                    <a:pt x="1705887" y="638458"/>
                  </a:lnTo>
                  <a:lnTo>
                    <a:pt x="1705878" y="638459"/>
                  </a:lnTo>
                  <a:lnTo>
                    <a:pt x="1705804" y="638481"/>
                  </a:lnTo>
                  <a:lnTo>
                    <a:pt x="1705796" y="638484"/>
                  </a:lnTo>
                  <a:lnTo>
                    <a:pt x="1705793" y="638490"/>
                  </a:lnTo>
                  <a:lnTo>
                    <a:pt x="1705780" y="638512"/>
                  </a:lnTo>
                  <a:lnTo>
                    <a:pt x="1705787" y="638537"/>
                  </a:lnTo>
                  <a:lnTo>
                    <a:pt x="1705801" y="638585"/>
                  </a:lnTo>
                  <a:lnTo>
                    <a:pt x="1705888" y="638791"/>
                  </a:lnTo>
                  <a:lnTo>
                    <a:pt x="1705908" y="638838"/>
                  </a:lnTo>
                  <a:lnTo>
                    <a:pt x="1705920" y="638866"/>
                  </a:lnTo>
                  <a:lnTo>
                    <a:pt x="1705936" y="638886"/>
                  </a:lnTo>
                  <a:lnTo>
                    <a:pt x="1705951" y="638905"/>
                  </a:lnTo>
                  <a:lnTo>
                    <a:pt x="1706131" y="639135"/>
                  </a:lnTo>
                  <a:lnTo>
                    <a:pt x="1706195" y="639217"/>
                  </a:lnTo>
                  <a:lnTo>
                    <a:pt x="1706199" y="639223"/>
                  </a:lnTo>
                  <a:lnTo>
                    <a:pt x="1706212" y="639237"/>
                  </a:lnTo>
                  <a:lnTo>
                    <a:pt x="1706221" y="639247"/>
                  </a:lnTo>
                  <a:lnTo>
                    <a:pt x="1706268" y="639299"/>
                  </a:lnTo>
                  <a:lnTo>
                    <a:pt x="1706352" y="639392"/>
                  </a:lnTo>
                  <a:lnTo>
                    <a:pt x="1706380" y="639422"/>
                  </a:lnTo>
                  <a:lnTo>
                    <a:pt x="1706407" y="639453"/>
                  </a:lnTo>
                  <a:lnTo>
                    <a:pt x="1706453" y="639503"/>
                  </a:lnTo>
                  <a:lnTo>
                    <a:pt x="1706466" y="639517"/>
                  </a:lnTo>
                  <a:lnTo>
                    <a:pt x="1706469" y="639520"/>
                  </a:lnTo>
                  <a:lnTo>
                    <a:pt x="1706611" y="639621"/>
                  </a:lnTo>
                  <a:lnTo>
                    <a:pt x="1706702" y="639686"/>
                  </a:lnTo>
                  <a:lnTo>
                    <a:pt x="1706789" y="639748"/>
                  </a:lnTo>
                  <a:lnTo>
                    <a:pt x="1706882" y="639814"/>
                  </a:lnTo>
                  <a:lnTo>
                    <a:pt x="1706902" y="639828"/>
                  </a:lnTo>
                  <a:lnTo>
                    <a:pt x="1706973" y="639879"/>
                  </a:lnTo>
                  <a:lnTo>
                    <a:pt x="1707725" y="640120"/>
                  </a:lnTo>
                  <a:lnTo>
                    <a:pt x="1707738" y="640124"/>
                  </a:lnTo>
                  <a:lnTo>
                    <a:pt x="1707873" y="640166"/>
                  </a:lnTo>
                  <a:lnTo>
                    <a:pt x="1708064" y="640227"/>
                  </a:lnTo>
                  <a:lnTo>
                    <a:pt x="1708094" y="640236"/>
                  </a:lnTo>
                  <a:lnTo>
                    <a:pt x="1708248" y="640285"/>
                  </a:lnTo>
                  <a:lnTo>
                    <a:pt x="1707996" y="640939"/>
                  </a:lnTo>
                  <a:lnTo>
                    <a:pt x="1708015" y="640963"/>
                  </a:lnTo>
                  <a:lnTo>
                    <a:pt x="1708576" y="641139"/>
                  </a:lnTo>
                  <a:lnTo>
                    <a:pt x="1708807" y="640520"/>
                  </a:lnTo>
                  <a:lnTo>
                    <a:pt x="1708813" y="640503"/>
                  </a:lnTo>
                  <a:lnTo>
                    <a:pt x="1710202" y="640954"/>
                  </a:lnTo>
                  <a:lnTo>
                    <a:pt x="1709961" y="641584"/>
                  </a:lnTo>
                  <a:lnTo>
                    <a:pt x="1710372" y="641714"/>
                  </a:lnTo>
                  <a:lnTo>
                    <a:pt x="1710610" y="641083"/>
                  </a:lnTo>
                  <a:lnTo>
                    <a:pt x="1711520" y="641382"/>
                  </a:lnTo>
                  <a:lnTo>
                    <a:pt x="1711598" y="641407"/>
                  </a:lnTo>
                  <a:lnTo>
                    <a:pt x="1710908" y="642547"/>
                  </a:lnTo>
                  <a:lnTo>
                    <a:pt x="1710598" y="643060"/>
                  </a:lnTo>
                  <a:lnTo>
                    <a:pt x="1710560" y="643123"/>
                  </a:lnTo>
                  <a:lnTo>
                    <a:pt x="1710682" y="643181"/>
                  </a:lnTo>
                  <a:lnTo>
                    <a:pt x="1710899" y="643284"/>
                  </a:lnTo>
                  <a:lnTo>
                    <a:pt x="1711151" y="643404"/>
                  </a:lnTo>
                  <a:lnTo>
                    <a:pt x="1710865" y="643881"/>
                  </a:lnTo>
                  <a:lnTo>
                    <a:pt x="1710855" y="643897"/>
                  </a:lnTo>
                  <a:lnTo>
                    <a:pt x="1709778" y="643388"/>
                  </a:lnTo>
                  <a:lnTo>
                    <a:pt x="1709590" y="643299"/>
                  </a:lnTo>
                  <a:lnTo>
                    <a:pt x="1709291" y="643199"/>
                  </a:lnTo>
                  <a:lnTo>
                    <a:pt x="1709283" y="643169"/>
                  </a:lnTo>
                  <a:lnTo>
                    <a:pt x="1708474" y="642908"/>
                  </a:lnTo>
                  <a:lnTo>
                    <a:pt x="1706902" y="642401"/>
                  </a:lnTo>
                  <a:lnTo>
                    <a:pt x="1706784" y="642731"/>
                  </a:lnTo>
                  <a:lnTo>
                    <a:pt x="1706405" y="642624"/>
                  </a:lnTo>
                  <a:lnTo>
                    <a:pt x="1705983" y="642504"/>
                  </a:lnTo>
                  <a:lnTo>
                    <a:pt x="1705944" y="642614"/>
                  </a:lnTo>
                  <a:lnTo>
                    <a:pt x="1705713" y="642550"/>
                  </a:lnTo>
                  <a:lnTo>
                    <a:pt x="1704915" y="642328"/>
                  </a:lnTo>
                  <a:lnTo>
                    <a:pt x="1704784" y="642619"/>
                  </a:lnTo>
                  <a:lnTo>
                    <a:pt x="1704893" y="642652"/>
                  </a:lnTo>
                  <a:lnTo>
                    <a:pt x="1705211" y="642734"/>
                  </a:lnTo>
                  <a:lnTo>
                    <a:pt x="1705536" y="642823"/>
                  </a:lnTo>
                  <a:lnTo>
                    <a:pt x="1705964" y="642945"/>
                  </a:lnTo>
                  <a:lnTo>
                    <a:pt x="1706120" y="642990"/>
                  </a:lnTo>
                  <a:lnTo>
                    <a:pt x="1706606" y="643128"/>
                  </a:lnTo>
                  <a:lnTo>
                    <a:pt x="1706741" y="643167"/>
                  </a:lnTo>
                  <a:lnTo>
                    <a:pt x="1706806" y="643186"/>
                  </a:lnTo>
                  <a:lnTo>
                    <a:pt x="1707510" y="643387"/>
                  </a:lnTo>
                  <a:lnTo>
                    <a:pt x="1707619" y="643610"/>
                  </a:lnTo>
                  <a:lnTo>
                    <a:pt x="1707343" y="644136"/>
                  </a:lnTo>
                  <a:lnTo>
                    <a:pt x="1706789" y="643976"/>
                  </a:lnTo>
                  <a:lnTo>
                    <a:pt x="1706712" y="643954"/>
                  </a:lnTo>
                  <a:lnTo>
                    <a:pt x="1705178" y="643512"/>
                  </a:lnTo>
                  <a:lnTo>
                    <a:pt x="1704953" y="644109"/>
                  </a:lnTo>
                  <a:lnTo>
                    <a:pt x="1707033" y="644702"/>
                  </a:lnTo>
                  <a:lnTo>
                    <a:pt x="1707044" y="644705"/>
                  </a:lnTo>
                  <a:lnTo>
                    <a:pt x="1706682" y="645400"/>
                  </a:lnTo>
                  <a:lnTo>
                    <a:pt x="1706573" y="645369"/>
                  </a:lnTo>
                  <a:lnTo>
                    <a:pt x="1705706" y="645126"/>
                  </a:lnTo>
                  <a:lnTo>
                    <a:pt x="1704363" y="644749"/>
                  </a:lnTo>
                  <a:lnTo>
                    <a:pt x="1703891" y="644617"/>
                  </a:lnTo>
                  <a:lnTo>
                    <a:pt x="1703484" y="644503"/>
                  </a:lnTo>
                  <a:lnTo>
                    <a:pt x="1703435" y="644441"/>
                  </a:lnTo>
                  <a:lnTo>
                    <a:pt x="1703419" y="644420"/>
                  </a:lnTo>
                  <a:lnTo>
                    <a:pt x="1703412" y="644411"/>
                  </a:lnTo>
                  <a:lnTo>
                    <a:pt x="1703347" y="644328"/>
                  </a:lnTo>
                  <a:lnTo>
                    <a:pt x="1703258" y="644213"/>
                  </a:lnTo>
                  <a:lnTo>
                    <a:pt x="1703225" y="644171"/>
                  </a:lnTo>
                  <a:lnTo>
                    <a:pt x="1703221" y="644169"/>
                  </a:lnTo>
                  <a:lnTo>
                    <a:pt x="1703171" y="644153"/>
                  </a:lnTo>
                  <a:lnTo>
                    <a:pt x="1702995" y="644404"/>
                  </a:lnTo>
                  <a:lnTo>
                    <a:pt x="1702834" y="644586"/>
                  </a:lnTo>
                  <a:lnTo>
                    <a:pt x="1702717" y="644629"/>
                  </a:lnTo>
                  <a:lnTo>
                    <a:pt x="1702503" y="644709"/>
                  </a:lnTo>
                  <a:lnTo>
                    <a:pt x="1702405" y="644799"/>
                  </a:lnTo>
                  <a:lnTo>
                    <a:pt x="1701928" y="645715"/>
                  </a:lnTo>
                  <a:lnTo>
                    <a:pt x="1701902" y="645765"/>
                  </a:lnTo>
                  <a:lnTo>
                    <a:pt x="1701619" y="646074"/>
                  </a:lnTo>
                  <a:lnTo>
                    <a:pt x="1701583" y="646068"/>
                  </a:lnTo>
                  <a:lnTo>
                    <a:pt x="1701568" y="646066"/>
                  </a:lnTo>
                  <a:lnTo>
                    <a:pt x="1701555" y="646064"/>
                  </a:lnTo>
                  <a:lnTo>
                    <a:pt x="1701528" y="646084"/>
                  </a:lnTo>
                  <a:lnTo>
                    <a:pt x="1701477" y="646230"/>
                  </a:lnTo>
                  <a:lnTo>
                    <a:pt x="1701413" y="646445"/>
                  </a:lnTo>
                  <a:lnTo>
                    <a:pt x="1701376" y="646569"/>
                  </a:lnTo>
                  <a:lnTo>
                    <a:pt x="1701318" y="646727"/>
                  </a:lnTo>
                  <a:lnTo>
                    <a:pt x="1701161" y="647119"/>
                  </a:lnTo>
                  <a:lnTo>
                    <a:pt x="1701147" y="647167"/>
                  </a:lnTo>
                  <a:lnTo>
                    <a:pt x="1701092" y="647346"/>
                  </a:lnTo>
                  <a:lnTo>
                    <a:pt x="1701084" y="647372"/>
                  </a:lnTo>
                  <a:lnTo>
                    <a:pt x="1701058" y="647457"/>
                  </a:lnTo>
                  <a:lnTo>
                    <a:pt x="1701056" y="647464"/>
                  </a:lnTo>
                  <a:lnTo>
                    <a:pt x="1701047" y="647493"/>
                  </a:lnTo>
                  <a:lnTo>
                    <a:pt x="1701040" y="647515"/>
                  </a:lnTo>
                  <a:lnTo>
                    <a:pt x="1701053" y="647525"/>
                  </a:lnTo>
                  <a:lnTo>
                    <a:pt x="1701102" y="647561"/>
                  </a:lnTo>
                  <a:lnTo>
                    <a:pt x="1701115" y="647560"/>
                  </a:lnTo>
                  <a:lnTo>
                    <a:pt x="1701139" y="647560"/>
                  </a:lnTo>
                  <a:lnTo>
                    <a:pt x="1701186" y="647560"/>
                  </a:lnTo>
                  <a:lnTo>
                    <a:pt x="1701191" y="647560"/>
                  </a:lnTo>
                  <a:lnTo>
                    <a:pt x="1701208" y="647560"/>
                  </a:lnTo>
                  <a:lnTo>
                    <a:pt x="1701208" y="647568"/>
                  </a:lnTo>
                  <a:lnTo>
                    <a:pt x="1701208" y="647573"/>
                  </a:lnTo>
                  <a:lnTo>
                    <a:pt x="1701209" y="647602"/>
                  </a:lnTo>
                  <a:lnTo>
                    <a:pt x="1701209" y="647608"/>
                  </a:lnTo>
                  <a:lnTo>
                    <a:pt x="1701209" y="647614"/>
                  </a:lnTo>
                  <a:lnTo>
                    <a:pt x="1701213" y="647622"/>
                  </a:lnTo>
                  <a:lnTo>
                    <a:pt x="1701218" y="647626"/>
                  </a:lnTo>
                  <a:lnTo>
                    <a:pt x="1701233" y="647665"/>
                  </a:lnTo>
                  <a:lnTo>
                    <a:pt x="1701237" y="647673"/>
                  </a:lnTo>
                  <a:lnTo>
                    <a:pt x="1701243" y="647669"/>
                  </a:lnTo>
                  <a:lnTo>
                    <a:pt x="1701250" y="647664"/>
                  </a:lnTo>
                  <a:lnTo>
                    <a:pt x="1701260" y="647657"/>
                  </a:lnTo>
                  <a:lnTo>
                    <a:pt x="1701313" y="647696"/>
                  </a:lnTo>
                  <a:lnTo>
                    <a:pt x="1701337" y="647714"/>
                  </a:lnTo>
                  <a:lnTo>
                    <a:pt x="1701464" y="647813"/>
                  </a:lnTo>
                  <a:lnTo>
                    <a:pt x="1701584" y="647931"/>
                  </a:lnTo>
                  <a:lnTo>
                    <a:pt x="1701499" y="648017"/>
                  </a:lnTo>
                  <a:lnTo>
                    <a:pt x="1701406" y="648019"/>
                  </a:lnTo>
                  <a:lnTo>
                    <a:pt x="1701329" y="648015"/>
                  </a:lnTo>
                  <a:lnTo>
                    <a:pt x="1701265" y="648036"/>
                  </a:lnTo>
                  <a:lnTo>
                    <a:pt x="1701177" y="648064"/>
                  </a:lnTo>
                  <a:lnTo>
                    <a:pt x="1701114" y="648155"/>
                  </a:lnTo>
                  <a:lnTo>
                    <a:pt x="1701101" y="648177"/>
                  </a:lnTo>
                  <a:lnTo>
                    <a:pt x="1701062" y="648322"/>
                  </a:lnTo>
                  <a:lnTo>
                    <a:pt x="1701566" y="648448"/>
                  </a:lnTo>
                  <a:lnTo>
                    <a:pt x="1701707" y="648452"/>
                  </a:lnTo>
                  <a:lnTo>
                    <a:pt x="1701917" y="648455"/>
                  </a:lnTo>
                  <a:lnTo>
                    <a:pt x="1702035" y="648457"/>
                  </a:lnTo>
                  <a:lnTo>
                    <a:pt x="1702032" y="649053"/>
                  </a:lnTo>
                  <a:lnTo>
                    <a:pt x="1702031" y="649429"/>
                  </a:lnTo>
                  <a:lnTo>
                    <a:pt x="1702027" y="650354"/>
                  </a:lnTo>
                  <a:lnTo>
                    <a:pt x="1702643" y="650360"/>
                  </a:lnTo>
                  <a:lnTo>
                    <a:pt x="1702651" y="649497"/>
                  </a:lnTo>
                  <a:lnTo>
                    <a:pt x="1702655" y="649025"/>
                  </a:lnTo>
                  <a:lnTo>
                    <a:pt x="1703314" y="648444"/>
                  </a:lnTo>
                  <a:lnTo>
                    <a:pt x="1705070" y="648452"/>
                  </a:lnTo>
                  <a:lnTo>
                    <a:pt x="1705069" y="648776"/>
                  </a:lnTo>
                  <a:lnTo>
                    <a:pt x="1705066" y="649927"/>
                  </a:lnTo>
                  <a:lnTo>
                    <a:pt x="1705066" y="649953"/>
                  </a:lnTo>
                  <a:lnTo>
                    <a:pt x="1705141" y="649954"/>
                  </a:lnTo>
                  <a:lnTo>
                    <a:pt x="1705209" y="649955"/>
                  </a:lnTo>
                  <a:lnTo>
                    <a:pt x="1705653" y="649961"/>
                  </a:lnTo>
                  <a:lnTo>
                    <a:pt x="1705802" y="649963"/>
                  </a:lnTo>
                  <a:lnTo>
                    <a:pt x="1705825" y="648688"/>
                  </a:lnTo>
                  <a:lnTo>
                    <a:pt x="1705944" y="648691"/>
                  </a:lnTo>
                  <a:lnTo>
                    <a:pt x="1706314" y="648700"/>
                  </a:lnTo>
                  <a:lnTo>
                    <a:pt x="1706292" y="652291"/>
                  </a:lnTo>
                  <a:lnTo>
                    <a:pt x="1706290" y="652539"/>
                  </a:lnTo>
                  <a:lnTo>
                    <a:pt x="1701997" y="652531"/>
                  </a:lnTo>
                  <a:lnTo>
                    <a:pt x="1701998" y="652138"/>
                  </a:lnTo>
                  <a:lnTo>
                    <a:pt x="1701969" y="652138"/>
                  </a:lnTo>
                  <a:lnTo>
                    <a:pt x="1700864" y="652133"/>
                  </a:lnTo>
                  <a:lnTo>
                    <a:pt x="1700889" y="652477"/>
                  </a:lnTo>
                  <a:lnTo>
                    <a:pt x="1700911" y="652506"/>
                  </a:lnTo>
                  <a:lnTo>
                    <a:pt x="1700969" y="652796"/>
                  </a:lnTo>
                  <a:lnTo>
                    <a:pt x="1700994" y="652920"/>
                  </a:lnTo>
                  <a:lnTo>
                    <a:pt x="1701003" y="652964"/>
                  </a:lnTo>
                  <a:lnTo>
                    <a:pt x="1701088" y="652977"/>
                  </a:lnTo>
                  <a:lnTo>
                    <a:pt x="1701233" y="653735"/>
                  </a:lnTo>
                  <a:lnTo>
                    <a:pt x="1701594" y="653670"/>
                  </a:lnTo>
                  <a:lnTo>
                    <a:pt x="1701655" y="653683"/>
                  </a:lnTo>
                  <a:lnTo>
                    <a:pt x="1701745" y="653843"/>
                  </a:lnTo>
                  <a:lnTo>
                    <a:pt x="1701770" y="653926"/>
                  </a:lnTo>
                  <a:lnTo>
                    <a:pt x="1701807" y="654046"/>
                  </a:lnTo>
                  <a:lnTo>
                    <a:pt x="1701793" y="654430"/>
                  </a:lnTo>
                  <a:lnTo>
                    <a:pt x="1701771" y="654613"/>
                  </a:lnTo>
                  <a:lnTo>
                    <a:pt x="1701769" y="654626"/>
                  </a:lnTo>
                  <a:lnTo>
                    <a:pt x="1701482" y="654648"/>
                  </a:lnTo>
                  <a:lnTo>
                    <a:pt x="1701371" y="654657"/>
                  </a:lnTo>
                  <a:lnTo>
                    <a:pt x="1700956" y="654688"/>
                  </a:lnTo>
                  <a:lnTo>
                    <a:pt x="1700813" y="654724"/>
                  </a:lnTo>
                  <a:lnTo>
                    <a:pt x="1700752" y="654762"/>
                  </a:lnTo>
                  <a:lnTo>
                    <a:pt x="1700761" y="654777"/>
                  </a:lnTo>
                  <a:lnTo>
                    <a:pt x="1700860" y="654758"/>
                  </a:lnTo>
                  <a:lnTo>
                    <a:pt x="1700872" y="654756"/>
                  </a:lnTo>
                  <a:lnTo>
                    <a:pt x="1700900" y="654751"/>
                  </a:lnTo>
                  <a:lnTo>
                    <a:pt x="1700946" y="654760"/>
                  </a:lnTo>
                  <a:lnTo>
                    <a:pt x="1700961" y="654763"/>
                  </a:lnTo>
                  <a:lnTo>
                    <a:pt x="1701171" y="654807"/>
                  </a:lnTo>
                  <a:lnTo>
                    <a:pt x="1701193" y="654875"/>
                  </a:lnTo>
                  <a:lnTo>
                    <a:pt x="1701389" y="655502"/>
                  </a:lnTo>
                  <a:lnTo>
                    <a:pt x="1701398" y="655533"/>
                  </a:lnTo>
                  <a:lnTo>
                    <a:pt x="1701412" y="655576"/>
                  </a:lnTo>
                  <a:lnTo>
                    <a:pt x="1701430" y="655832"/>
                  </a:lnTo>
                  <a:lnTo>
                    <a:pt x="1701330" y="655866"/>
                  </a:lnTo>
                  <a:lnTo>
                    <a:pt x="1701360" y="655959"/>
                  </a:lnTo>
                  <a:lnTo>
                    <a:pt x="1701425" y="655949"/>
                  </a:lnTo>
                  <a:lnTo>
                    <a:pt x="1701539" y="656151"/>
                  </a:lnTo>
                  <a:lnTo>
                    <a:pt x="1701619" y="656309"/>
                  </a:lnTo>
                  <a:lnTo>
                    <a:pt x="1701523" y="656345"/>
                  </a:lnTo>
                  <a:lnTo>
                    <a:pt x="1701571" y="656553"/>
                  </a:lnTo>
                  <a:lnTo>
                    <a:pt x="1701579" y="656586"/>
                  </a:lnTo>
                  <a:lnTo>
                    <a:pt x="1701631" y="656809"/>
                  </a:lnTo>
                  <a:lnTo>
                    <a:pt x="1701778" y="657078"/>
                  </a:lnTo>
                  <a:lnTo>
                    <a:pt x="1702086" y="657639"/>
                  </a:lnTo>
                  <a:lnTo>
                    <a:pt x="1702121" y="657752"/>
                  </a:lnTo>
                  <a:lnTo>
                    <a:pt x="1702147" y="657836"/>
                  </a:lnTo>
                  <a:lnTo>
                    <a:pt x="1702251" y="658171"/>
                  </a:lnTo>
                  <a:lnTo>
                    <a:pt x="1702576" y="658738"/>
                  </a:lnTo>
                  <a:lnTo>
                    <a:pt x="1702637" y="658856"/>
                  </a:lnTo>
                  <a:lnTo>
                    <a:pt x="1702740" y="659123"/>
                  </a:lnTo>
                  <a:lnTo>
                    <a:pt x="1702941" y="659841"/>
                  </a:lnTo>
                  <a:lnTo>
                    <a:pt x="1702934" y="660003"/>
                  </a:lnTo>
                  <a:lnTo>
                    <a:pt x="1702898" y="660034"/>
                  </a:lnTo>
                  <a:lnTo>
                    <a:pt x="1702887" y="660044"/>
                  </a:lnTo>
                  <a:lnTo>
                    <a:pt x="1702803" y="660117"/>
                  </a:lnTo>
                  <a:lnTo>
                    <a:pt x="1702797" y="660123"/>
                  </a:lnTo>
                  <a:lnTo>
                    <a:pt x="1702794" y="660130"/>
                  </a:lnTo>
                  <a:lnTo>
                    <a:pt x="1702790" y="660142"/>
                  </a:lnTo>
                  <a:lnTo>
                    <a:pt x="1702771" y="660206"/>
                  </a:lnTo>
                  <a:lnTo>
                    <a:pt x="1702769" y="660212"/>
                  </a:lnTo>
                  <a:lnTo>
                    <a:pt x="1702761" y="660239"/>
                  </a:lnTo>
                  <a:lnTo>
                    <a:pt x="1702765" y="660247"/>
                  </a:lnTo>
                  <a:lnTo>
                    <a:pt x="1702767" y="660251"/>
                  </a:lnTo>
                  <a:lnTo>
                    <a:pt x="1702794" y="660314"/>
                  </a:lnTo>
                  <a:lnTo>
                    <a:pt x="1702798" y="660323"/>
                  </a:lnTo>
                  <a:lnTo>
                    <a:pt x="1702811" y="660352"/>
                  </a:lnTo>
                  <a:lnTo>
                    <a:pt x="1702803" y="660320"/>
                  </a:lnTo>
                  <a:lnTo>
                    <a:pt x="1702801" y="660313"/>
                  </a:lnTo>
                  <a:lnTo>
                    <a:pt x="1702799" y="660306"/>
                  </a:lnTo>
                  <a:lnTo>
                    <a:pt x="1702783" y="660245"/>
                  </a:lnTo>
                  <a:lnTo>
                    <a:pt x="1702783" y="660240"/>
                  </a:lnTo>
                  <a:lnTo>
                    <a:pt x="1702794" y="660224"/>
                  </a:lnTo>
                  <a:lnTo>
                    <a:pt x="1702817" y="660227"/>
                  </a:lnTo>
                  <a:lnTo>
                    <a:pt x="1702831" y="660229"/>
                  </a:lnTo>
                  <a:lnTo>
                    <a:pt x="1702923" y="660243"/>
                  </a:lnTo>
                  <a:lnTo>
                    <a:pt x="1703000" y="660265"/>
                  </a:lnTo>
                  <a:lnTo>
                    <a:pt x="1703096" y="660294"/>
                  </a:lnTo>
                  <a:lnTo>
                    <a:pt x="1703146" y="660333"/>
                  </a:lnTo>
                  <a:lnTo>
                    <a:pt x="1703359" y="660519"/>
                  </a:lnTo>
                  <a:lnTo>
                    <a:pt x="1703748" y="661023"/>
                  </a:lnTo>
                  <a:lnTo>
                    <a:pt x="1703839" y="661199"/>
                  </a:lnTo>
                  <a:lnTo>
                    <a:pt x="1704002" y="661512"/>
                  </a:lnTo>
                  <a:lnTo>
                    <a:pt x="1704055" y="661614"/>
                  </a:lnTo>
                  <a:lnTo>
                    <a:pt x="1704197" y="661888"/>
                  </a:lnTo>
                  <a:lnTo>
                    <a:pt x="1704219" y="661896"/>
                  </a:lnTo>
                  <a:lnTo>
                    <a:pt x="1704241" y="661903"/>
                  </a:lnTo>
                  <a:lnTo>
                    <a:pt x="1704471" y="662351"/>
                  </a:lnTo>
                  <a:lnTo>
                    <a:pt x="1704552" y="662536"/>
                  </a:lnTo>
                  <a:lnTo>
                    <a:pt x="1704709" y="662827"/>
                  </a:lnTo>
                  <a:lnTo>
                    <a:pt x="1704808" y="663005"/>
                  </a:lnTo>
                  <a:lnTo>
                    <a:pt x="1704864" y="663103"/>
                  </a:lnTo>
                  <a:lnTo>
                    <a:pt x="1705062" y="663446"/>
                  </a:lnTo>
                  <a:lnTo>
                    <a:pt x="1705329" y="663902"/>
                  </a:lnTo>
                  <a:lnTo>
                    <a:pt x="1705590" y="664401"/>
                  </a:lnTo>
                  <a:lnTo>
                    <a:pt x="1705609" y="664470"/>
                  </a:lnTo>
                  <a:lnTo>
                    <a:pt x="1705612" y="664480"/>
                  </a:lnTo>
                  <a:lnTo>
                    <a:pt x="1705628" y="664539"/>
                  </a:lnTo>
                  <a:lnTo>
                    <a:pt x="1705650" y="664602"/>
                  </a:lnTo>
                  <a:lnTo>
                    <a:pt x="1705674" y="664654"/>
                  </a:lnTo>
                  <a:lnTo>
                    <a:pt x="1706040" y="665081"/>
                  </a:lnTo>
                  <a:lnTo>
                    <a:pt x="1706045" y="665088"/>
                  </a:lnTo>
                  <a:lnTo>
                    <a:pt x="1706051" y="665095"/>
                  </a:lnTo>
                  <a:lnTo>
                    <a:pt x="1706060" y="665107"/>
                  </a:lnTo>
                  <a:lnTo>
                    <a:pt x="1706069" y="665118"/>
                  </a:lnTo>
                  <a:lnTo>
                    <a:pt x="1706087" y="665120"/>
                  </a:lnTo>
                  <a:lnTo>
                    <a:pt x="1706093" y="665126"/>
                  </a:lnTo>
                  <a:lnTo>
                    <a:pt x="1706098" y="665132"/>
                  </a:lnTo>
                  <a:lnTo>
                    <a:pt x="1706304" y="665359"/>
                  </a:lnTo>
                  <a:lnTo>
                    <a:pt x="1706407" y="665471"/>
                  </a:lnTo>
                  <a:lnTo>
                    <a:pt x="1706479" y="665570"/>
                  </a:lnTo>
                  <a:lnTo>
                    <a:pt x="1706846" y="666074"/>
                  </a:lnTo>
                  <a:lnTo>
                    <a:pt x="1706865" y="666163"/>
                  </a:lnTo>
                  <a:lnTo>
                    <a:pt x="1706778" y="666229"/>
                  </a:lnTo>
                  <a:lnTo>
                    <a:pt x="1707014" y="666460"/>
                  </a:lnTo>
                  <a:lnTo>
                    <a:pt x="1707209" y="666650"/>
                  </a:lnTo>
                  <a:lnTo>
                    <a:pt x="1707463" y="666843"/>
                  </a:lnTo>
                  <a:lnTo>
                    <a:pt x="1707522" y="666848"/>
                  </a:lnTo>
                  <a:lnTo>
                    <a:pt x="1707779" y="667071"/>
                  </a:lnTo>
                  <a:lnTo>
                    <a:pt x="1707895" y="667267"/>
                  </a:lnTo>
                  <a:lnTo>
                    <a:pt x="1707917" y="667304"/>
                  </a:lnTo>
                  <a:lnTo>
                    <a:pt x="1707947" y="667313"/>
                  </a:lnTo>
                  <a:lnTo>
                    <a:pt x="1708198" y="667147"/>
                  </a:lnTo>
                  <a:lnTo>
                    <a:pt x="1707951" y="666892"/>
                  </a:lnTo>
                  <a:lnTo>
                    <a:pt x="1708216" y="666688"/>
                  </a:lnTo>
                  <a:lnTo>
                    <a:pt x="1708307" y="666618"/>
                  </a:lnTo>
                  <a:lnTo>
                    <a:pt x="1708680" y="666332"/>
                  </a:lnTo>
                  <a:lnTo>
                    <a:pt x="1708945" y="666602"/>
                  </a:lnTo>
                  <a:lnTo>
                    <a:pt x="1709504" y="666175"/>
                  </a:lnTo>
                  <a:lnTo>
                    <a:pt x="1709847" y="666533"/>
                  </a:lnTo>
                  <a:lnTo>
                    <a:pt x="1710680" y="665896"/>
                  </a:lnTo>
                  <a:lnTo>
                    <a:pt x="1711287" y="666039"/>
                  </a:lnTo>
                  <a:lnTo>
                    <a:pt x="1711469" y="666230"/>
                  </a:lnTo>
                  <a:lnTo>
                    <a:pt x="1710363" y="667075"/>
                  </a:lnTo>
                  <a:lnTo>
                    <a:pt x="1710564" y="667283"/>
                  </a:lnTo>
                  <a:lnTo>
                    <a:pt x="1710706" y="667430"/>
                  </a:lnTo>
                  <a:lnTo>
                    <a:pt x="1712181" y="666305"/>
                  </a:lnTo>
                  <a:lnTo>
                    <a:pt x="1713567" y="665625"/>
                  </a:lnTo>
                  <a:lnTo>
                    <a:pt x="1714499" y="665147"/>
                  </a:lnTo>
                  <a:lnTo>
                    <a:pt x="1714855" y="665702"/>
                  </a:lnTo>
                  <a:lnTo>
                    <a:pt x="1714104" y="666161"/>
                  </a:lnTo>
                  <a:lnTo>
                    <a:pt x="1714102" y="666170"/>
                  </a:lnTo>
                  <a:lnTo>
                    <a:pt x="1714025" y="666528"/>
                  </a:lnTo>
                  <a:lnTo>
                    <a:pt x="1714022" y="666545"/>
                  </a:lnTo>
                  <a:lnTo>
                    <a:pt x="1713448" y="666822"/>
                  </a:lnTo>
                  <a:lnTo>
                    <a:pt x="1713044" y="667017"/>
                  </a:lnTo>
                  <a:lnTo>
                    <a:pt x="1712879" y="666996"/>
                  </a:lnTo>
                  <a:lnTo>
                    <a:pt x="1712319" y="666926"/>
                  </a:lnTo>
                  <a:lnTo>
                    <a:pt x="1712278" y="666957"/>
                  </a:lnTo>
                  <a:lnTo>
                    <a:pt x="1712051" y="667132"/>
                  </a:lnTo>
                  <a:lnTo>
                    <a:pt x="1712027" y="667150"/>
                  </a:lnTo>
                  <a:lnTo>
                    <a:pt x="1711854" y="667283"/>
                  </a:lnTo>
                  <a:lnTo>
                    <a:pt x="1711970" y="667406"/>
                  </a:lnTo>
                  <a:lnTo>
                    <a:pt x="1712412" y="667876"/>
                  </a:lnTo>
                  <a:lnTo>
                    <a:pt x="1712799" y="667576"/>
                  </a:lnTo>
                  <a:lnTo>
                    <a:pt x="1712920" y="667699"/>
                  </a:lnTo>
                  <a:lnTo>
                    <a:pt x="1713298" y="667421"/>
                  </a:lnTo>
                  <a:lnTo>
                    <a:pt x="1713291" y="667487"/>
                  </a:lnTo>
                  <a:lnTo>
                    <a:pt x="1713280" y="667596"/>
                  </a:lnTo>
                  <a:lnTo>
                    <a:pt x="1713086" y="667730"/>
                  </a:lnTo>
                  <a:lnTo>
                    <a:pt x="1712613" y="668205"/>
                  </a:lnTo>
                  <a:lnTo>
                    <a:pt x="1711213" y="669268"/>
                  </a:lnTo>
                  <a:lnTo>
                    <a:pt x="1710972" y="669580"/>
                  </a:lnTo>
                  <a:lnTo>
                    <a:pt x="1711202" y="669672"/>
                  </a:lnTo>
                  <a:lnTo>
                    <a:pt x="1711291" y="669707"/>
                  </a:lnTo>
                  <a:lnTo>
                    <a:pt x="1711298" y="669710"/>
                  </a:lnTo>
                  <a:lnTo>
                    <a:pt x="1711250" y="669847"/>
                  </a:lnTo>
                  <a:lnTo>
                    <a:pt x="1711140" y="670043"/>
                  </a:lnTo>
                  <a:lnTo>
                    <a:pt x="1711130" y="670062"/>
                  </a:lnTo>
                  <a:lnTo>
                    <a:pt x="1711124" y="670076"/>
                  </a:lnTo>
                  <a:lnTo>
                    <a:pt x="1711182" y="670145"/>
                  </a:lnTo>
                  <a:lnTo>
                    <a:pt x="1711193" y="670157"/>
                  </a:lnTo>
                  <a:lnTo>
                    <a:pt x="1711196" y="670161"/>
                  </a:lnTo>
                  <a:lnTo>
                    <a:pt x="1711245" y="670198"/>
                  </a:lnTo>
                  <a:lnTo>
                    <a:pt x="1711270" y="670179"/>
                  </a:lnTo>
                  <a:lnTo>
                    <a:pt x="1711298" y="670160"/>
                  </a:lnTo>
                  <a:lnTo>
                    <a:pt x="1711474" y="670029"/>
                  </a:lnTo>
                  <a:lnTo>
                    <a:pt x="1711736" y="669952"/>
                  </a:lnTo>
                  <a:lnTo>
                    <a:pt x="1711808" y="669970"/>
                  </a:lnTo>
                  <a:lnTo>
                    <a:pt x="1711825" y="669980"/>
                  </a:lnTo>
                  <a:lnTo>
                    <a:pt x="1711861" y="670001"/>
                  </a:lnTo>
                  <a:lnTo>
                    <a:pt x="1711880" y="670012"/>
                  </a:lnTo>
                  <a:lnTo>
                    <a:pt x="1711945" y="670050"/>
                  </a:lnTo>
                  <a:lnTo>
                    <a:pt x="1712012" y="670089"/>
                  </a:lnTo>
                  <a:lnTo>
                    <a:pt x="1712128" y="670193"/>
                  </a:lnTo>
                  <a:lnTo>
                    <a:pt x="1712134" y="670199"/>
                  </a:lnTo>
                  <a:lnTo>
                    <a:pt x="1712139" y="670203"/>
                  </a:lnTo>
                  <a:lnTo>
                    <a:pt x="1712147" y="670245"/>
                  </a:lnTo>
                  <a:lnTo>
                    <a:pt x="1712220" y="670589"/>
                  </a:lnTo>
                  <a:lnTo>
                    <a:pt x="1712228" y="670629"/>
                  </a:lnTo>
                  <a:lnTo>
                    <a:pt x="1712237" y="670671"/>
                  </a:lnTo>
                  <a:lnTo>
                    <a:pt x="1712256" y="670710"/>
                  </a:lnTo>
                  <a:lnTo>
                    <a:pt x="1712356" y="670770"/>
                  </a:lnTo>
                  <a:lnTo>
                    <a:pt x="1712361" y="670773"/>
                  </a:lnTo>
                  <a:lnTo>
                    <a:pt x="1712410" y="670803"/>
                  </a:lnTo>
                  <a:lnTo>
                    <a:pt x="1712442" y="670822"/>
                  </a:lnTo>
                  <a:lnTo>
                    <a:pt x="1712615" y="670862"/>
                  </a:lnTo>
                  <a:lnTo>
                    <a:pt x="1712634" y="670864"/>
                  </a:lnTo>
                  <a:lnTo>
                    <a:pt x="1712721" y="670869"/>
                  </a:lnTo>
                  <a:lnTo>
                    <a:pt x="1712726" y="670848"/>
                  </a:lnTo>
                  <a:lnTo>
                    <a:pt x="1712738" y="670683"/>
                  </a:lnTo>
                  <a:lnTo>
                    <a:pt x="1712740" y="670649"/>
                  </a:lnTo>
                  <a:lnTo>
                    <a:pt x="1712819" y="670609"/>
                  </a:lnTo>
                  <a:lnTo>
                    <a:pt x="1712946" y="670614"/>
                  </a:lnTo>
                  <a:lnTo>
                    <a:pt x="1713367" y="670774"/>
                  </a:lnTo>
                  <a:lnTo>
                    <a:pt x="1713410" y="670790"/>
                  </a:lnTo>
                  <a:lnTo>
                    <a:pt x="1713447" y="670803"/>
                  </a:lnTo>
                  <a:lnTo>
                    <a:pt x="1713467" y="670812"/>
                  </a:lnTo>
                  <a:lnTo>
                    <a:pt x="1713944" y="671004"/>
                  </a:lnTo>
                  <a:lnTo>
                    <a:pt x="1714253" y="671146"/>
                  </a:lnTo>
                  <a:lnTo>
                    <a:pt x="1714503" y="671298"/>
                  </a:lnTo>
                  <a:lnTo>
                    <a:pt x="1714808" y="671483"/>
                  </a:lnTo>
                  <a:lnTo>
                    <a:pt x="1714883" y="671537"/>
                  </a:lnTo>
                  <a:lnTo>
                    <a:pt x="1714894" y="671545"/>
                  </a:lnTo>
                  <a:lnTo>
                    <a:pt x="1715038" y="671649"/>
                  </a:lnTo>
                  <a:lnTo>
                    <a:pt x="1715046" y="671655"/>
                  </a:lnTo>
                  <a:lnTo>
                    <a:pt x="1715284" y="671870"/>
                  </a:lnTo>
                  <a:lnTo>
                    <a:pt x="1715351" y="671963"/>
                  </a:lnTo>
                  <a:lnTo>
                    <a:pt x="1715307" y="672189"/>
                  </a:lnTo>
                  <a:lnTo>
                    <a:pt x="1715306" y="672196"/>
                  </a:lnTo>
                  <a:lnTo>
                    <a:pt x="1715304" y="672204"/>
                  </a:lnTo>
                  <a:lnTo>
                    <a:pt x="1715292" y="672231"/>
                  </a:lnTo>
                  <a:lnTo>
                    <a:pt x="1715289" y="672238"/>
                  </a:lnTo>
                  <a:lnTo>
                    <a:pt x="1715284" y="672249"/>
                  </a:lnTo>
                  <a:lnTo>
                    <a:pt x="1715283" y="672256"/>
                  </a:lnTo>
                  <a:lnTo>
                    <a:pt x="1715283" y="672261"/>
                  </a:lnTo>
                  <a:lnTo>
                    <a:pt x="1715282" y="672268"/>
                  </a:lnTo>
                  <a:lnTo>
                    <a:pt x="1715281" y="672277"/>
                  </a:lnTo>
                  <a:lnTo>
                    <a:pt x="1715280" y="672284"/>
                  </a:lnTo>
                  <a:lnTo>
                    <a:pt x="1715308" y="672306"/>
                  </a:lnTo>
                  <a:lnTo>
                    <a:pt x="1715330" y="672324"/>
                  </a:lnTo>
                  <a:lnTo>
                    <a:pt x="1715374" y="672359"/>
                  </a:lnTo>
                  <a:lnTo>
                    <a:pt x="1715453" y="672421"/>
                  </a:lnTo>
                  <a:lnTo>
                    <a:pt x="1715456" y="672423"/>
                  </a:lnTo>
                  <a:lnTo>
                    <a:pt x="1715503" y="672460"/>
                  </a:lnTo>
                  <a:lnTo>
                    <a:pt x="1715524" y="672477"/>
                  </a:lnTo>
                  <a:lnTo>
                    <a:pt x="1715536" y="672486"/>
                  </a:lnTo>
                  <a:lnTo>
                    <a:pt x="1715654" y="672579"/>
                  </a:lnTo>
                  <a:lnTo>
                    <a:pt x="1715701" y="672605"/>
                  </a:lnTo>
                  <a:lnTo>
                    <a:pt x="1715834" y="672681"/>
                  </a:lnTo>
                  <a:lnTo>
                    <a:pt x="1715848" y="672689"/>
                  </a:lnTo>
                  <a:lnTo>
                    <a:pt x="1715916" y="672728"/>
                  </a:lnTo>
                  <a:lnTo>
                    <a:pt x="1715877" y="672879"/>
                  </a:lnTo>
                  <a:lnTo>
                    <a:pt x="1715817" y="673049"/>
                  </a:lnTo>
                  <a:lnTo>
                    <a:pt x="1715810" y="673075"/>
                  </a:lnTo>
                  <a:lnTo>
                    <a:pt x="1715805" y="673093"/>
                  </a:lnTo>
                  <a:lnTo>
                    <a:pt x="1715785" y="673164"/>
                  </a:lnTo>
                  <a:lnTo>
                    <a:pt x="1716374" y="673310"/>
                  </a:lnTo>
                  <a:lnTo>
                    <a:pt x="1716524" y="673265"/>
                  </a:lnTo>
                  <a:lnTo>
                    <a:pt x="1716635" y="673199"/>
                  </a:lnTo>
                  <a:lnTo>
                    <a:pt x="1716745" y="673101"/>
                  </a:lnTo>
                  <a:lnTo>
                    <a:pt x="1716748" y="673062"/>
                  </a:lnTo>
                  <a:lnTo>
                    <a:pt x="1716757" y="672957"/>
                  </a:lnTo>
                  <a:lnTo>
                    <a:pt x="1716819" y="672888"/>
                  </a:lnTo>
                  <a:lnTo>
                    <a:pt x="1717046" y="672886"/>
                  </a:lnTo>
                  <a:lnTo>
                    <a:pt x="1717295" y="672918"/>
                  </a:lnTo>
                  <a:lnTo>
                    <a:pt x="1717710" y="673141"/>
                  </a:lnTo>
                  <a:lnTo>
                    <a:pt x="1718620" y="673559"/>
                  </a:lnTo>
                  <a:lnTo>
                    <a:pt x="1718567" y="673748"/>
                  </a:lnTo>
                  <a:lnTo>
                    <a:pt x="1718788" y="673825"/>
                  </a:lnTo>
                  <a:lnTo>
                    <a:pt x="1718819" y="673835"/>
                  </a:lnTo>
                  <a:lnTo>
                    <a:pt x="1719027" y="673849"/>
                  </a:lnTo>
                  <a:lnTo>
                    <a:pt x="1719193" y="674053"/>
                  </a:lnTo>
                  <a:lnTo>
                    <a:pt x="1719282" y="674217"/>
                  </a:lnTo>
                  <a:lnTo>
                    <a:pt x="1719421" y="674265"/>
                  </a:lnTo>
                  <a:lnTo>
                    <a:pt x="1719496" y="674291"/>
                  </a:lnTo>
                  <a:lnTo>
                    <a:pt x="1719555" y="674322"/>
                  </a:lnTo>
                  <a:lnTo>
                    <a:pt x="1719912" y="674515"/>
                  </a:lnTo>
                  <a:lnTo>
                    <a:pt x="1719928" y="674524"/>
                  </a:lnTo>
                  <a:lnTo>
                    <a:pt x="1720026" y="674573"/>
                  </a:lnTo>
                  <a:lnTo>
                    <a:pt x="1719926" y="674727"/>
                  </a:lnTo>
                  <a:lnTo>
                    <a:pt x="1719792" y="674933"/>
                  </a:lnTo>
                  <a:lnTo>
                    <a:pt x="1719756" y="675085"/>
                  </a:lnTo>
                  <a:lnTo>
                    <a:pt x="1719445" y="675576"/>
                  </a:lnTo>
                  <a:lnTo>
                    <a:pt x="1719677" y="675689"/>
                  </a:lnTo>
                  <a:lnTo>
                    <a:pt x="1719713" y="675671"/>
                  </a:lnTo>
                  <a:lnTo>
                    <a:pt x="1719789" y="675632"/>
                  </a:lnTo>
                  <a:lnTo>
                    <a:pt x="1720746" y="675437"/>
                  </a:lnTo>
                  <a:lnTo>
                    <a:pt x="1720752" y="675436"/>
                  </a:lnTo>
                  <a:lnTo>
                    <a:pt x="1720759" y="675435"/>
                  </a:lnTo>
                  <a:lnTo>
                    <a:pt x="1720790" y="675429"/>
                  </a:lnTo>
                  <a:lnTo>
                    <a:pt x="1720815" y="675423"/>
                  </a:lnTo>
                  <a:lnTo>
                    <a:pt x="1720834" y="675420"/>
                  </a:lnTo>
                  <a:lnTo>
                    <a:pt x="1720860" y="675415"/>
                  </a:lnTo>
                  <a:lnTo>
                    <a:pt x="1720889" y="675409"/>
                  </a:lnTo>
                  <a:lnTo>
                    <a:pt x="1720912" y="675404"/>
                  </a:lnTo>
                  <a:lnTo>
                    <a:pt x="1720917" y="675403"/>
                  </a:lnTo>
                  <a:lnTo>
                    <a:pt x="1720921" y="675403"/>
                  </a:lnTo>
                  <a:lnTo>
                    <a:pt x="1720929" y="675404"/>
                  </a:lnTo>
                  <a:lnTo>
                    <a:pt x="1720944" y="675407"/>
                  </a:lnTo>
                  <a:lnTo>
                    <a:pt x="1720962" y="675413"/>
                  </a:lnTo>
                  <a:lnTo>
                    <a:pt x="1720974" y="675417"/>
                  </a:lnTo>
                  <a:lnTo>
                    <a:pt x="1721028" y="675413"/>
                  </a:lnTo>
                  <a:lnTo>
                    <a:pt x="1721053" y="675404"/>
                  </a:lnTo>
                  <a:lnTo>
                    <a:pt x="1721059" y="675402"/>
                  </a:lnTo>
                  <a:lnTo>
                    <a:pt x="1721071" y="675399"/>
                  </a:lnTo>
                  <a:lnTo>
                    <a:pt x="1721647" y="675215"/>
                  </a:lnTo>
                  <a:lnTo>
                    <a:pt x="1721673" y="675213"/>
                  </a:lnTo>
                  <a:lnTo>
                    <a:pt x="1721713" y="675210"/>
                  </a:lnTo>
                  <a:lnTo>
                    <a:pt x="1721732" y="675209"/>
                  </a:lnTo>
                  <a:lnTo>
                    <a:pt x="1721889" y="675247"/>
                  </a:lnTo>
                  <a:lnTo>
                    <a:pt x="1721953" y="675263"/>
                  </a:lnTo>
                  <a:lnTo>
                    <a:pt x="1722220" y="675328"/>
                  </a:lnTo>
                  <a:lnTo>
                    <a:pt x="1722699" y="675444"/>
                  </a:lnTo>
                  <a:lnTo>
                    <a:pt x="1722875" y="675487"/>
                  </a:lnTo>
                  <a:lnTo>
                    <a:pt x="1722945" y="675504"/>
                  </a:lnTo>
                  <a:lnTo>
                    <a:pt x="1723020" y="675522"/>
                  </a:lnTo>
                  <a:lnTo>
                    <a:pt x="1723212" y="675569"/>
                  </a:lnTo>
                  <a:lnTo>
                    <a:pt x="1723237" y="675703"/>
                  </a:lnTo>
                  <a:lnTo>
                    <a:pt x="1723249" y="675704"/>
                  </a:lnTo>
                  <a:lnTo>
                    <a:pt x="1723509" y="675693"/>
                  </a:lnTo>
                  <a:lnTo>
                    <a:pt x="1723540" y="675692"/>
                  </a:lnTo>
                  <a:lnTo>
                    <a:pt x="1723554" y="675680"/>
                  </a:lnTo>
                  <a:lnTo>
                    <a:pt x="1723559" y="675671"/>
                  </a:lnTo>
                  <a:lnTo>
                    <a:pt x="1723563" y="675666"/>
                  </a:lnTo>
                  <a:lnTo>
                    <a:pt x="1723571" y="675652"/>
                  </a:lnTo>
                  <a:lnTo>
                    <a:pt x="1723587" y="675618"/>
                  </a:lnTo>
                  <a:lnTo>
                    <a:pt x="1723592" y="675606"/>
                  </a:lnTo>
                  <a:lnTo>
                    <a:pt x="1723629" y="675527"/>
                  </a:lnTo>
                  <a:lnTo>
                    <a:pt x="1723631" y="675523"/>
                  </a:lnTo>
                  <a:lnTo>
                    <a:pt x="1723637" y="675508"/>
                  </a:lnTo>
                  <a:lnTo>
                    <a:pt x="1724291" y="675619"/>
                  </a:lnTo>
                  <a:lnTo>
                    <a:pt x="1724296" y="675621"/>
                  </a:lnTo>
                  <a:lnTo>
                    <a:pt x="1724549" y="675698"/>
                  </a:lnTo>
                  <a:lnTo>
                    <a:pt x="1724732" y="675753"/>
                  </a:lnTo>
                  <a:lnTo>
                    <a:pt x="1724809" y="675777"/>
                  </a:lnTo>
                  <a:lnTo>
                    <a:pt x="1725325" y="675806"/>
                  </a:lnTo>
                  <a:lnTo>
                    <a:pt x="1725334" y="675804"/>
                  </a:lnTo>
                  <a:lnTo>
                    <a:pt x="1725680" y="675746"/>
                  </a:lnTo>
                  <a:lnTo>
                    <a:pt x="1725687" y="675748"/>
                  </a:lnTo>
                  <a:lnTo>
                    <a:pt x="1725932" y="675840"/>
                  </a:lnTo>
                  <a:lnTo>
                    <a:pt x="1725936" y="675848"/>
                  </a:lnTo>
                  <a:lnTo>
                    <a:pt x="1725944" y="675865"/>
                  </a:lnTo>
                  <a:lnTo>
                    <a:pt x="1725951" y="675877"/>
                  </a:lnTo>
                  <a:lnTo>
                    <a:pt x="1726016" y="676003"/>
                  </a:lnTo>
                  <a:lnTo>
                    <a:pt x="1726030" y="676031"/>
                  </a:lnTo>
                  <a:lnTo>
                    <a:pt x="1726044" y="676057"/>
                  </a:lnTo>
                  <a:lnTo>
                    <a:pt x="1726057" y="676070"/>
                  </a:lnTo>
                  <a:lnTo>
                    <a:pt x="1726067" y="676080"/>
                  </a:lnTo>
                  <a:lnTo>
                    <a:pt x="1726143" y="676157"/>
                  </a:lnTo>
                  <a:lnTo>
                    <a:pt x="1726160" y="676149"/>
                  </a:lnTo>
                  <a:lnTo>
                    <a:pt x="1726183" y="676140"/>
                  </a:lnTo>
                  <a:lnTo>
                    <a:pt x="1726235" y="676118"/>
                  </a:lnTo>
                  <a:lnTo>
                    <a:pt x="1726298" y="676092"/>
                  </a:lnTo>
                  <a:lnTo>
                    <a:pt x="1726350" y="676088"/>
                  </a:lnTo>
                  <a:lnTo>
                    <a:pt x="1726502" y="676080"/>
                  </a:lnTo>
                  <a:lnTo>
                    <a:pt x="1726788" y="676103"/>
                  </a:lnTo>
                  <a:lnTo>
                    <a:pt x="1726893" y="676111"/>
                  </a:lnTo>
                  <a:lnTo>
                    <a:pt x="1726891" y="676131"/>
                  </a:lnTo>
                  <a:lnTo>
                    <a:pt x="1726875" y="676301"/>
                  </a:lnTo>
                  <a:lnTo>
                    <a:pt x="1726864" y="676409"/>
                  </a:lnTo>
                  <a:lnTo>
                    <a:pt x="1727011" y="676406"/>
                  </a:lnTo>
                  <a:lnTo>
                    <a:pt x="1727034" y="676405"/>
                  </a:lnTo>
                  <a:lnTo>
                    <a:pt x="1727377" y="676384"/>
                  </a:lnTo>
                  <a:lnTo>
                    <a:pt x="1727492" y="676352"/>
                  </a:lnTo>
                  <a:lnTo>
                    <a:pt x="1727532" y="676191"/>
                  </a:lnTo>
                  <a:lnTo>
                    <a:pt x="1727883" y="676265"/>
                  </a:lnTo>
                  <a:lnTo>
                    <a:pt x="1727898" y="676268"/>
                  </a:lnTo>
                  <a:lnTo>
                    <a:pt x="1728157" y="676323"/>
                  </a:lnTo>
                  <a:lnTo>
                    <a:pt x="1728387" y="676299"/>
                  </a:lnTo>
                  <a:lnTo>
                    <a:pt x="1728445" y="676336"/>
                  </a:lnTo>
                  <a:lnTo>
                    <a:pt x="1728477" y="676376"/>
                  </a:lnTo>
                  <a:lnTo>
                    <a:pt x="1728505" y="676455"/>
                  </a:lnTo>
                  <a:lnTo>
                    <a:pt x="1728541" y="676575"/>
                  </a:lnTo>
                  <a:lnTo>
                    <a:pt x="1728551" y="676667"/>
                  </a:lnTo>
                  <a:lnTo>
                    <a:pt x="1728570" y="676756"/>
                  </a:lnTo>
                  <a:lnTo>
                    <a:pt x="1728589" y="676786"/>
                  </a:lnTo>
                  <a:lnTo>
                    <a:pt x="1728835" y="676709"/>
                  </a:lnTo>
                  <a:lnTo>
                    <a:pt x="1728869" y="676690"/>
                  </a:lnTo>
                  <a:lnTo>
                    <a:pt x="1728818" y="676538"/>
                  </a:lnTo>
                  <a:lnTo>
                    <a:pt x="1728764" y="676376"/>
                  </a:lnTo>
                  <a:lnTo>
                    <a:pt x="1728760" y="676364"/>
                  </a:lnTo>
                  <a:lnTo>
                    <a:pt x="1729047" y="676353"/>
                  </a:lnTo>
                  <a:lnTo>
                    <a:pt x="1729220" y="676378"/>
                  </a:lnTo>
                  <a:lnTo>
                    <a:pt x="1729548" y="676529"/>
                  </a:lnTo>
                  <a:lnTo>
                    <a:pt x="1729621" y="676619"/>
                  </a:lnTo>
                  <a:lnTo>
                    <a:pt x="1729551" y="676724"/>
                  </a:lnTo>
                  <a:lnTo>
                    <a:pt x="1729540" y="676724"/>
                  </a:lnTo>
                  <a:lnTo>
                    <a:pt x="1729531" y="676723"/>
                  </a:lnTo>
                  <a:lnTo>
                    <a:pt x="1729320" y="676712"/>
                  </a:lnTo>
                  <a:lnTo>
                    <a:pt x="1729285" y="676710"/>
                  </a:lnTo>
                  <a:lnTo>
                    <a:pt x="1729079" y="676811"/>
                  </a:lnTo>
                  <a:lnTo>
                    <a:pt x="1729118" y="676904"/>
                  </a:lnTo>
                  <a:lnTo>
                    <a:pt x="1729147" y="676962"/>
                  </a:lnTo>
                  <a:lnTo>
                    <a:pt x="1729209" y="677004"/>
                  </a:lnTo>
                  <a:lnTo>
                    <a:pt x="1729276" y="677023"/>
                  </a:lnTo>
                  <a:lnTo>
                    <a:pt x="1729869" y="676980"/>
                  </a:lnTo>
                  <a:lnTo>
                    <a:pt x="1730054" y="676825"/>
                  </a:lnTo>
                  <a:lnTo>
                    <a:pt x="1730155" y="676969"/>
                  </a:lnTo>
                  <a:lnTo>
                    <a:pt x="1730223" y="677297"/>
                  </a:lnTo>
                  <a:lnTo>
                    <a:pt x="1730338" y="677850"/>
                  </a:lnTo>
                  <a:lnTo>
                    <a:pt x="1730323" y="678137"/>
                  </a:lnTo>
                  <a:lnTo>
                    <a:pt x="1730369" y="678117"/>
                  </a:lnTo>
                  <a:lnTo>
                    <a:pt x="1730458" y="678101"/>
                  </a:lnTo>
                  <a:lnTo>
                    <a:pt x="1730535" y="677786"/>
                  </a:lnTo>
                  <a:lnTo>
                    <a:pt x="1730390" y="677536"/>
                  </a:lnTo>
                  <a:lnTo>
                    <a:pt x="1730378" y="677035"/>
                  </a:lnTo>
                  <a:lnTo>
                    <a:pt x="1730377" y="677019"/>
                  </a:lnTo>
                  <a:lnTo>
                    <a:pt x="1730798" y="677018"/>
                  </a:lnTo>
                  <a:lnTo>
                    <a:pt x="1731970" y="677016"/>
                  </a:lnTo>
                  <a:lnTo>
                    <a:pt x="1731976" y="677016"/>
                  </a:lnTo>
                  <a:lnTo>
                    <a:pt x="1733074" y="677014"/>
                  </a:lnTo>
                  <a:lnTo>
                    <a:pt x="1733101" y="677014"/>
                  </a:lnTo>
                  <a:lnTo>
                    <a:pt x="1733172" y="677014"/>
                  </a:lnTo>
                  <a:lnTo>
                    <a:pt x="1733186" y="677022"/>
                  </a:lnTo>
                  <a:lnTo>
                    <a:pt x="1733178" y="677132"/>
                  </a:lnTo>
                  <a:lnTo>
                    <a:pt x="1733112" y="677284"/>
                  </a:lnTo>
                  <a:lnTo>
                    <a:pt x="1732894" y="677695"/>
                  </a:lnTo>
                  <a:lnTo>
                    <a:pt x="1732631" y="677886"/>
                  </a:lnTo>
                  <a:lnTo>
                    <a:pt x="1732561" y="678087"/>
                  </a:lnTo>
                  <a:lnTo>
                    <a:pt x="1732568" y="678202"/>
                  </a:lnTo>
                  <a:lnTo>
                    <a:pt x="1732616" y="678376"/>
                  </a:lnTo>
                  <a:lnTo>
                    <a:pt x="1732650" y="678406"/>
                  </a:lnTo>
                  <a:lnTo>
                    <a:pt x="1732730" y="678375"/>
                  </a:lnTo>
                  <a:lnTo>
                    <a:pt x="1732820" y="678438"/>
                  </a:lnTo>
                  <a:lnTo>
                    <a:pt x="1732849" y="678171"/>
                  </a:lnTo>
                  <a:lnTo>
                    <a:pt x="1732868" y="677996"/>
                  </a:lnTo>
                  <a:lnTo>
                    <a:pt x="1732909" y="678005"/>
                  </a:lnTo>
                  <a:lnTo>
                    <a:pt x="1733064" y="678039"/>
                  </a:lnTo>
                  <a:lnTo>
                    <a:pt x="1733135" y="677829"/>
                  </a:lnTo>
                  <a:lnTo>
                    <a:pt x="1733166" y="677737"/>
                  </a:lnTo>
                  <a:lnTo>
                    <a:pt x="1733194" y="677652"/>
                  </a:lnTo>
                  <a:lnTo>
                    <a:pt x="1733214" y="677592"/>
                  </a:lnTo>
                  <a:lnTo>
                    <a:pt x="1733397" y="677196"/>
                  </a:lnTo>
                  <a:lnTo>
                    <a:pt x="1733974" y="677198"/>
                  </a:lnTo>
                  <a:lnTo>
                    <a:pt x="1734355" y="677308"/>
                  </a:lnTo>
                  <a:lnTo>
                    <a:pt x="1734367" y="677308"/>
                  </a:lnTo>
                  <a:lnTo>
                    <a:pt x="1734751" y="677323"/>
                  </a:lnTo>
                  <a:lnTo>
                    <a:pt x="1734874" y="677328"/>
                  </a:lnTo>
                  <a:lnTo>
                    <a:pt x="1735138" y="677339"/>
                  </a:lnTo>
                  <a:lnTo>
                    <a:pt x="1735277" y="677357"/>
                  </a:lnTo>
                  <a:lnTo>
                    <a:pt x="1735334" y="677364"/>
                  </a:lnTo>
                  <a:lnTo>
                    <a:pt x="1735945" y="677443"/>
                  </a:lnTo>
                  <a:lnTo>
                    <a:pt x="1736016" y="677487"/>
                  </a:lnTo>
                  <a:lnTo>
                    <a:pt x="1736276" y="677646"/>
                  </a:lnTo>
                  <a:lnTo>
                    <a:pt x="1736280" y="677649"/>
                  </a:lnTo>
                  <a:lnTo>
                    <a:pt x="1736486" y="677798"/>
                  </a:lnTo>
                  <a:lnTo>
                    <a:pt x="1736606" y="677885"/>
                  </a:lnTo>
                  <a:lnTo>
                    <a:pt x="1736611" y="677888"/>
                  </a:lnTo>
                  <a:lnTo>
                    <a:pt x="1736612" y="678398"/>
                  </a:lnTo>
                  <a:lnTo>
                    <a:pt x="1736612" y="678538"/>
                  </a:lnTo>
                  <a:lnTo>
                    <a:pt x="1736612" y="678638"/>
                  </a:lnTo>
                  <a:lnTo>
                    <a:pt x="1736641" y="678639"/>
                  </a:lnTo>
                  <a:lnTo>
                    <a:pt x="1736662" y="678639"/>
                  </a:lnTo>
                  <a:lnTo>
                    <a:pt x="1736665" y="678757"/>
                  </a:lnTo>
                  <a:lnTo>
                    <a:pt x="1736674" y="679070"/>
                  </a:lnTo>
                  <a:lnTo>
                    <a:pt x="1736675" y="679121"/>
                  </a:lnTo>
                  <a:lnTo>
                    <a:pt x="1736679" y="679422"/>
                  </a:lnTo>
                  <a:lnTo>
                    <a:pt x="1736679" y="679465"/>
                  </a:lnTo>
                  <a:lnTo>
                    <a:pt x="1737048" y="679599"/>
                  </a:lnTo>
                  <a:lnTo>
                    <a:pt x="1737332" y="679551"/>
                  </a:lnTo>
                  <a:lnTo>
                    <a:pt x="1737520" y="679991"/>
                  </a:lnTo>
                  <a:lnTo>
                    <a:pt x="1737658" y="680032"/>
                  </a:lnTo>
                  <a:lnTo>
                    <a:pt x="1737709" y="680008"/>
                  </a:lnTo>
                  <a:lnTo>
                    <a:pt x="1737703" y="679847"/>
                  </a:lnTo>
                  <a:lnTo>
                    <a:pt x="1737767" y="679777"/>
                  </a:lnTo>
                  <a:lnTo>
                    <a:pt x="1737794" y="679748"/>
                  </a:lnTo>
                  <a:lnTo>
                    <a:pt x="1737953" y="679624"/>
                  </a:lnTo>
                  <a:lnTo>
                    <a:pt x="1738427" y="679486"/>
                  </a:lnTo>
                  <a:lnTo>
                    <a:pt x="1738634" y="679548"/>
                  </a:lnTo>
                  <a:lnTo>
                    <a:pt x="1738780" y="679665"/>
                  </a:lnTo>
                  <a:lnTo>
                    <a:pt x="1738802" y="679699"/>
                  </a:lnTo>
                  <a:lnTo>
                    <a:pt x="1738851" y="679773"/>
                  </a:lnTo>
                  <a:lnTo>
                    <a:pt x="1738857" y="679782"/>
                  </a:lnTo>
                  <a:lnTo>
                    <a:pt x="1739027" y="679767"/>
                  </a:lnTo>
                  <a:lnTo>
                    <a:pt x="1739063" y="679764"/>
                  </a:lnTo>
                  <a:lnTo>
                    <a:pt x="1739117" y="679759"/>
                  </a:lnTo>
                  <a:lnTo>
                    <a:pt x="1739391" y="679735"/>
                  </a:lnTo>
                  <a:lnTo>
                    <a:pt x="1739405" y="679733"/>
                  </a:lnTo>
                  <a:lnTo>
                    <a:pt x="1739488" y="679725"/>
                  </a:lnTo>
                  <a:lnTo>
                    <a:pt x="1739494" y="679726"/>
                  </a:lnTo>
                  <a:lnTo>
                    <a:pt x="1739519" y="679729"/>
                  </a:lnTo>
                  <a:lnTo>
                    <a:pt x="1739667" y="679749"/>
                  </a:lnTo>
                  <a:lnTo>
                    <a:pt x="1739791" y="679765"/>
                  </a:lnTo>
                  <a:lnTo>
                    <a:pt x="1739849" y="679772"/>
                  </a:lnTo>
                  <a:lnTo>
                    <a:pt x="1740056" y="679800"/>
                  </a:lnTo>
                  <a:lnTo>
                    <a:pt x="1740089" y="679804"/>
                  </a:lnTo>
                  <a:lnTo>
                    <a:pt x="1740105" y="679806"/>
                  </a:lnTo>
                  <a:lnTo>
                    <a:pt x="1740408" y="679980"/>
                  </a:lnTo>
                  <a:lnTo>
                    <a:pt x="1740445" y="680001"/>
                  </a:lnTo>
                  <a:lnTo>
                    <a:pt x="1740461" y="680010"/>
                  </a:lnTo>
                  <a:lnTo>
                    <a:pt x="1740495" y="679977"/>
                  </a:lnTo>
                  <a:lnTo>
                    <a:pt x="1740529" y="679944"/>
                  </a:lnTo>
                  <a:lnTo>
                    <a:pt x="1740752" y="679728"/>
                  </a:lnTo>
                  <a:lnTo>
                    <a:pt x="1740820" y="679662"/>
                  </a:lnTo>
                  <a:lnTo>
                    <a:pt x="1740829" y="679654"/>
                  </a:lnTo>
                  <a:lnTo>
                    <a:pt x="1740833" y="679650"/>
                  </a:lnTo>
                  <a:lnTo>
                    <a:pt x="1740826" y="679646"/>
                  </a:lnTo>
                  <a:lnTo>
                    <a:pt x="1740621" y="679556"/>
                  </a:lnTo>
                  <a:lnTo>
                    <a:pt x="1740403" y="679588"/>
                  </a:lnTo>
                  <a:lnTo>
                    <a:pt x="1740288" y="679566"/>
                  </a:lnTo>
                  <a:lnTo>
                    <a:pt x="1740279" y="679549"/>
                  </a:lnTo>
                  <a:lnTo>
                    <a:pt x="1740064" y="678999"/>
                  </a:lnTo>
                  <a:lnTo>
                    <a:pt x="1740171" y="678678"/>
                  </a:lnTo>
                  <a:lnTo>
                    <a:pt x="1740304" y="678326"/>
                  </a:lnTo>
                  <a:lnTo>
                    <a:pt x="1740297" y="678314"/>
                  </a:lnTo>
                  <a:lnTo>
                    <a:pt x="1740227" y="678181"/>
                  </a:lnTo>
                  <a:lnTo>
                    <a:pt x="1740521" y="678026"/>
                  </a:lnTo>
                  <a:lnTo>
                    <a:pt x="1740843" y="677856"/>
                  </a:lnTo>
                  <a:lnTo>
                    <a:pt x="1740852" y="677851"/>
                  </a:lnTo>
                  <a:lnTo>
                    <a:pt x="1741035" y="678130"/>
                  </a:lnTo>
                  <a:lnTo>
                    <a:pt x="1741554" y="678277"/>
                  </a:lnTo>
                  <a:lnTo>
                    <a:pt x="1741582" y="678160"/>
                  </a:lnTo>
                  <a:lnTo>
                    <a:pt x="1741533" y="677991"/>
                  </a:lnTo>
                  <a:lnTo>
                    <a:pt x="1741475" y="677936"/>
                  </a:lnTo>
                  <a:lnTo>
                    <a:pt x="1741447" y="677868"/>
                  </a:lnTo>
                  <a:lnTo>
                    <a:pt x="1741424" y="677749"/>
                  </a:lnTo>
                  <a:lnTo>
                    <a:pt x="1741440" y="677722"/>
                  </a:lnTo>
                  <a:lnTo>
                    <a:pt x="1741654" y="677705"/>
                  </a:lnTo>
                  <a:lnTo>
                    <a:pt x="1741700" y="677701"/>
                  </a:lnTo>
                  <a:lnTo>
                    <a:pt x="1741905" y="677831"/>
                  </a:lnTo>
                  <a:lnTo>
                    <a:pt x="1742067" y="677896"/>
                  </a:lnTo>
                  <a:lnTo>
                    <a:pt x="1742073" y="677894"/>
                  </a:lnTo>
                  <a:lnTo>
                    <a:pt x="1742099" y="677884"/>
                  </a:lnTo>
                  <a:lnTo>
                    <a:pt x="1742098" y="677875"/>
                  </a:lnTo>
                  <a:lnTo>
                    <a:pt x="1742090" y="677807"/>
                  </a:lnTo>
                  <a:lnTo>
                    <a:pt x="1742070" y="677632"/>
                  </a:lnTo>
                  <a:lnTo>
                    <a:pt x="1742066" y="677602"/>
                  </a:lnTo>
                  <a:lnTo>
                    <a:pt x="1742062" y="677570"/>
                  </a:lnTo>
                  <a:lnTo>
                    <a:pt x="1742057" y="677527"/>
                  </a:lnTo>
                  <a:lnTo>
                    <a:pt x="1742053" y="677493"/>
                  </a:lnTo>
                  <a:lnTo>
                    <a:pt x="1742051" y="677487"/>
                  </a:lnTo>
                  <a:lnTo>
                    <a:pt x="1741993" y="677273"/>
                  </a:lnTo>
                  <a:lnTo>
                    <a:pt x="1741983" y="677239"/>
                  </a:lnTo>
                  <a:lnTo>
                    <a:pt x="1741980" y="677225"/>
                  </a:lnTo>
                  <a:lnTo>
                    <a:pt x="1741976" y="677213"/>
                  </a:lnTo>
                  <a:lnTo>
                    <a:pt x="1741973" y="677200"/>
                  </a:lnTo>
                  <a:lnTo>
                    <a:pt x="1741972" y="677171"/>
                  </a:lnTo>
                  <a:lnTo>
                    <a:pt x="1741972" y="677166"/>
                  </a:lnTo>
                  <a:lnTo>
                    <a:pt x="1741972" y="677142"/>
                  </a:lnTo>
                  <a:lnTo>
                    <a:pt x="1741676" y="677189"/>
                  </a:lnTo>
                  <a:lnTo>
                    <a:pt x="1741664" y="677192"/>
                  </a:lnTo>
                  <a:lnTo>
                    <a:pt x="1741658" y="677194"/>
                  </a:lnTo>
                  <a:lnTo>
                    <a:pt x="1741650" y="677196"/>
                  </a:lnTo>
                  <a:lnTo>
                    <a:pt x="1741593" y="677125"/>
                  </a:lnTo>
                  <a:lnTo>
                    <a:pt x="1741588" y="677101"/>
                  </a:lnTo>
                  <a:lnTo>
                    <a:pt x="1741585" y="677087"/>
                  </a:lnTo>
                  <a:lnTo>
                    <a:pt x="1741561" y="676955"/>
                  </a:lnTo>
                  <a:lnTo>
                    <a:pt x="1741558" y="676920"/>
                  </a:lnTo>
                  <a:lnTo>
                    <a:pt x="1741550" y="676837"/>
                  </a:lnTo>
                  <a:lnTo>
                    <a:pt x="1741549" y="676819"/>
                  </a:lnTo>
                  <a:lnTo>
                    <a:pt x="1741546" y="676791"/>
                  </a:lnTo>
                  <a:lnTo>
                    <a:pt x="1741546" y="676784"/>
                  </a:lnTo>
                  <a:lnTo>
                    <a:pt x="1741553" y="676779"/>
                  </a:lnTo>
                  <a:lnTo>
                    <a:pt x="1741563" y="676772"/>
                  </a:lnTo>
                  <a:lnTo>
                    <a:pt x="1741612" y="676755"/>
                  </a:lnTo>
                  <a:lnTo>
                    <a:pt x="1741616" y="676754"/>
                  </a:lnTo>
                  <a:lnTo>
                    <a:pt x="1741663" y="676744"/>
                  </a:lnTo>
                  <a:lnTo>
                    <a:pt x="1741684" y="676739"/>
                  </a:lnTo>
                  <a:lnTo>
                    <a:pt x="1741739" y="676727"/>
                  </a:lnTo>
                  <a:lnTo>
                    <a:pt x="1741739" y="676721"/>
                  </a:lnTo>
                  <a:lnTo>
                    <a:pt x="1741739" y="676715"/>
                  </a:lnTo>
                  <a:lnTo>
                    <a:pt x="1742233" y="676610"/>
                  </a:lnTo>
                  <a:lnTo>
                    <a:pt x="1742234" y="676603"/>
                  </a:lnTo>
                  <a:lnTo>
                    <a:pt x="1742233" y="676595"/>
                  </a:lnTo>
                  <a:lnTo>
                    <a:pt x="1742280" y="676591"/>
                  </a:lnTo>
                  <a:lnTo>
                    <a:pt x="1742336" y="676587"/>
                  </a:lnTo>
                  <a:lnTo>
                    <a:pt x="1742418" y="676581"/>
                  </a:lnTo>
                  <a:lnTo>
                    <a:pt x="1742478" y="676577"/>
                  </a:lnTo>
                  <a:lnTo>
                    <a:pt x="1742564" y="676571"/>
                  </a:lnTo>
                  <a:lnTo>
                    <a:pt x="1742638" y="676566"/>
                  </a:lnTo>
                  <a:lnTo>
                    <a:pt x="1742722" y="676560"/>
                  </a:lnTo>
                  <a:lnTo>
                    <a:pt x="1742772" y="676556"/>
                  </a:lnTo>
                  <a:lnTo>
                    <a:pt x="1742821" y="676553"/>
                  </a:lnTo>
                  <a:lnTo>
                    <a:pt x="1742892" y="676548"/>
                  </a:lnTo>
                  <a:lnTo>
                    <a:pt x="1742894" y="676588"/>
                  </a:lnTo>
                  <a:lnTo>
                    <a:pt x="1742896" y="676629"/>
                  </a:lnTo>
                  <a:lnTo>
                    <a:pt x="1742902" y="676814"/>
                  </a:lnTo>
                  <a:lnTo>
                    <a:pt x="1742906" y="676907"/>
                  </a:lnTo>
                  <a:lnTo>
                    <a:pt x="1742909" y="677000"/>
                  </a:lnTo>
                  <a:lnTo>
                    <a:pt x="1742910" y="677030"/>
                  </a:lnTo>
                  <a:lnTo>
                    <a:pt x="1742911" y="677052"/>
                  </a:lnTo>
                  <a:lnTo>
                    <a:pt x="1742911" y="677066"/>
                  </a:lnTo>
                  <a:lnTo>
                    <a:pt x="1742913" y="677103"/>
                  </a:lnTo>
                  <a:lnTo>
                    <a:pt x="1742916" y="677199"/>
                  </a:lnTo>
                  <a:lnTo>
                    <a:pt x="1742983" y="677186"/>
                  </a:lnTo>
                  <a:lnTo>
                    <a:pt x="1743001" y="677183"/>
                  </a:lnTo>
                  <a:lnTo>
                    <a:pt x="1743114" y="677161"/>
                  </a:lnTo>
                  <a:lnTo>
                    <a:pt x="1743399" y="677106"/>
                  </a:lnTo>
                  <a:lnTo>
                    <a:pt x="1743621" y="677062"/>
                  </a:lnTo>
                  <a:lnTo>
                    <a:pt x="1743655" y="677056"/>
                  </a:lnTo>
                  <a:lnTo>
                    <a:pt x="1743710" y="677045"/>
                  </a:lnTo>
                  <a:lnTo>
                    <a:pt x="1743881" y="677012"/>
                  </a:lnTo>
                  <a:lnTo>
                    <a:pt x="1743949" y="677009"/>
                  </a:lnTo>
                  <a:lnTo>
                    <a:pt x="1744087" y="677028"/>
                  </a:lnTo>
                  <a:lnTo>
                    <a:pt x="1744094" y="677029"/>
                  </a:lnTo>
                  <a:lnTo>
                    <a:pt x="1744112" y="677046"/>
                  </a:lnTo>
                  <a:lnTo>
                    <a:pt x="1744116" y="677077"/>
                  </a:lnTo>
                  <a:lnTo>
                    <a:pt x="1744112" y="677096"/>
                  </a:lnTo>
                  <a:lnTo>
                    <a:pt x="1743965" y="677179"/>
                  </a:lnTo>
                  <a:lnTo>
                    <a:pt x="1743866" y="677204"/>
                  </a:lnTo>
                  <a:lnTo>
                    <a:pt x="1743840" y="677265"/>
                  </a:lnTo>
                  <a:lnTo>
                    <a:pt x="1743915" y="677438"/>
                  </a:lnTo>
                  <a:lnTo>
                    <a:pt x="1743962" y="677479"/>
                  </a:lnTo>
                  <a:lnTo>
                    <a:pt x="1744014" y="677482"/>
                  </a:lnTo>
                  <a:lnTo>
                    <a:pt x="1744206" y="677449"/>
                  </a:lnTo>
                  <a:lnTo>
                    <a:pt x="1744211" y="677360"/>
                  </a:lnTo>
                  <a:lnTo>
                    <a:pt x="1744218" y="677235"/>
                  </a:lnTo>
                  <a:lnTo>
                    <a:pt x="1744335" y="677171"/>
                  </a:lnTo>
                  <a:lnTo>
                    <a:pt x="1744420" y="677163"/>
                  </a:lnTo>
                  <a:lnTo>
                    <a:pt x="1744626" y="677447"/>
                  </a:lnTo>
                  <a:lnTo>
                    <a:pt x="1744653" y="677483"/>
                  </a:lnTo>
                  <a:lnTo>
                    <a:pt x="1744653" y="677497"/>
                  </a:lnTo>
                  <a:lnTo>
                    <a:pt x="1744653" y="677516"/>
                  </a:lnTo>
                  <a:lnTo>
                    <a:pt x="1744652" y="677535"/>
                  </a:lnTo>
                  <a:lnTo>
                    <a:pt x="1744652" y="677605"/>
                  </a:lnTo>
                  <a:lnTo>
                    <a:pt x="1744644" y="677631"/>
                  </a:lnTo>
                  <a:lnTo>
                    <a:pt x="1744635" y="677649"/>
                  </a:lnTo>
                  <a:lnTo>
                    <a:pt x="1744628" y="677654"/>
                  </a:lnTo>
                  <a:lnTo>
                    <a:pt x="1744599" y="677678"/>
                  </a:lnTo>
                  <a:lnTo>
                    <a:pt x="1744575" y="677704"/>
                  </a:lnTo>
                  <a:lnTo>
                    <a:pt x="1744576" y="677787"/>
                  </a:lnTo>
                  <a:lnTo>
                    <a:pt x="1744586" y="677797"/>
                  </a:lnTo>
                  <a:lnTo>
                    <a:pt x="1744595" y="677797"/>
                  </a:lnTo>
                  <a:lnTo>
                    <a:pt x="1744620" y="677750"/>
                  </a:lnTo>
                  <a:lnTo>
                    <a:pt x="1744670" y="677717"/>
                  </a:lnTo>
                  <a:lnTo>
                    <a:pt x="1744702" y="677722"/>
                  </a:lnTo>
                  <a:lnTo>
                    <a:pt x="1744992" y="677760"/>
                  </a:lnTo>
                  <a:lnTo>
                    <a:pt x="1745047" y="677808"/>
                  </a:lnTo>
                  <a:lnTo>
                    <a:pt x="1745052" y="677830"/>
                  </a:lnTo>
                  <a:lnTo>
                    <a:pt x="1745088" y="677997"/>
                  </a:lnTo>
                  <a:lnTo>
                    <a:pt x="1745091" y="678158"/>
                  </a:lnTo>
                  <a:lnTo>
                    <a:pt x="1745114" y="678349"/>
                  </a:lnTo>
                  <a:lnTo>
                    <a:pt x="1745332" y="678347"/>
                  </a:lnTo>
                  <a:lnTo>
                    <a:pt x="1745387" y="678322"/>
                  </a:lnTo>
                  <a:lnTo>
                    <a:pt x="1745392" y="678293"/>
                  </a:lnTo>
                  <a:lnTo>
                    <a:pt x="1745413" y="678170"/>
                  </a:lnTo>
                  <a:lnTo>
                    <a:pt x="1745431" y="678138"/>
                  </a:lnTo>
                  <a:lnTo>
                    <a:pt x="1745521" y="678151"/>
                  </a:lnTo>
                  <a:lnTo>
                    <a:pt x="1745538" y="678154"/>
                  </a:lnTo>
                  <a:lnTo>
                    <a:pt x="1745595" y="678186"/>
                  </a:lnTo>
                  <a:lnTo>
                    <a:pt x="1745613" y="678196"/>
                  </a:lnTo>
                  <a:lnTo>
                    <a:pt x="1745664" y="678283"/>
                  </a:lnTo>
                  <a:lnTo>
                    <a:pt x="1745838" y="678363"/>
                  </a:lnTo>
                  <a:lnTo>
                    <a:pt x="1746099" y="678285"/>
                  </a:lnTo>
                  <a:lnTo>
                    <a:pt x="1746295" y="678105"/>
                  </a:lnTo>
                  <a:lnTo>
                    <a:pt x="1746551" y="678119"/>
                  </a:lnTo>
                  <a:lnTo>
                    <a:pt x="1746698" y="678160"/>
                  </a:lnTo>
                  <a:lnTo>
                    <a:pt x="1746817" y="678189"/>
                  </a:lnTo>
                  <a:lnTo>
                    <a:pt x="1746844" y="678195"/>
                  </a:lnTo>
                  <a:lnTo>
                    <a:pt x="1746854" y="678198"/>
                  </a:lnTo>
                  <a:lnTo>
                    <a:pt x="1746950" y="678221"/>
                  </a:lnTo>
                  <a:lnTo>
                    <a:pt x="1747573" y="678336"/>
                  </a:lnTo>
                  <a:lnTo>
                    <a:pt x="1748011" y="678146"/>
                  </a:lnTo>
                  <a:lnTo>
                    <a:pt x="1748261" y="677783"/>
                  </a:lnTo>
                  <a:lnTo>
                    <a:pt x="1748285" y="677696"/>
                  </a:lnTo>
                  <a:lnTo>
                    <a:pt x="1748233" y="677069"/>
                  </a:lnTo>
                  <a:lnTo>
                    <a:pt x="1748228" y="677008"/>
                  </a:lnTo>
                  <a:lnTo>
                    <a:pt x="1748226" y="676983"/>
                  </a:lnTo>
                  <a:lnTo>
                    <a:pt x="1748210" y="676795"/>
                  </a:lnTo>
                  <a:lnTo>
                    <a:pt x="1748124" y="676785"/>
                  </a:lnTo>
                  <a:lnTo>
                    <a:pt x="1747996" y="676810"/>
                  </a:lnTo>
                  <a:lnTo>
                    <a:pt x="1747934" y="676798"/>
                  </a:lnTo>
                  <a:lnTo>
                    <a:pt x="1747882" y="676760"/>
                  </a:lnTo>
                  <a:lnTo>
                    <a:pt x="1747865" y="676730"/>
                  </a:lnTo>
                  <a:lnTo>
                    <a:pt x="1747813" y="676637"/>
                  </a:lnTo>
                  <a:lnTo>
                    <a:pt x="1747854" y="676595"/>
                  </a:lnTo>
                  <a:lnTo>
                    <a:pt x="1748025" y="676417"/>
                  </a:lnTo>
                  <a:lnTo>
                    <a:pt x="1748178" y="676417"/>
                  </a:lnTo>
                  <a:lnTo>
                    <a:pt x="1748171" y="676344"/>
                  </a:lnTo>
                  <a:lnTo>
                    <a:pt x="1748164" y="676270"/>
                  </a:lnTo>
                  <a:lnTo>
                    <a:pt x="1748154" y="676153"/>
                  </a:lnTo>
                  <a:lnTo>
                    <a:pt x="1748094" y="675430"/>
                  </a:lnTo>
                  <a:lnTo>
                    <a:pt x="1748078" y="675239"/>
                  </a:lnTo>
                  <a:lnTo>
                    <a:pt x="1748743" y="675196"/>
                  </a:lnTo>
                  <a:lnTo>
                    <a:pt x="1749697" y="675325"/>
                  </a:lnTo>
                  <a:lnTo>
                    <a:pt x="1749778" y="675336"/>
                  </a:lnTo>
                  <a:lnTo>
                    <a:pt x="1749797" y="675339"/>
                  </a:lnTo>
                  <a:lnTo>
                    <a:pt x="1749813" y="675364"/>
                  </a:lnTo>
                  <a:lnTo>
                    <a:pt x="1749803" y="675599"/>
                  </a:lnTo>
                  <a:lnTo>
                    <a:pt x="1749771" y="676349"/>
                  </a:lnTo>
                  <a:lnTo>
                    <a:pt x="1749854" y="676360"/>
                  </a:lnTo>
                  <a:lnTo>
                    <a:pt x="1750013" y="676382"/>
                  </a:lnTo>
                  <a:lnTo>
                    <a:pt x="1750074" y="676371"/>
                  </a:lnTo>
                  <a:lnTo>
                    <a:pt x="1750795" y="676246"/>
                  </a:lnTo>
                  <a:lnTo>
                    <a:pt x="1750896" y="676311"/>
                  </a:lnTo>
                  <a:lnTo>
                    <a:pt x="1750973" y="676360"/>
                  </a:lnTo>
                  <a:lnTo>
                    <a:pt x="1751081" y="676201"/>
                  </a:lnTo>
                  <a:lnTo>
                    <a:pt x="1751342" y="675818"/>
                  </a:lnTo>
                  <a:lnTo>
                    <a:pt x="1751461" y="675912"/>
                  </a:lnTo>
                  <a:lnTo>
                    <a:pt x="1753721" y="677334"/>
                  </a:lnTo>
                  <a:lnTo>
                    <a:pt x="1753949" y="677735"/>
                  </a:lnTo>
                  <a:lnTo>
                    <a:pt x="1753709" y="677849"/>
                  </a:lnTo>
                  <a:lnTo>
                    <a:pt x="1753140" y="678118"/>
                  </a:lnTo>
                  <a:lnTo>
                    <a:pt x="1753132" y="678106"/>
                  </a:lnTo>
                  <a:lnTo>
                    <a:pt x="1752978" y="678170"/>
                  </a:lnTo>
                  <a:lnTo>
                    <a:pt x="1753056" y="678315"/>
                  </a:lnTo>
                  <a:lnTo>
                    <a:pt x="1753506" y="678172"/>
                  </a:lnTo>
                  <a:lnTo>
                    <a:pt x="1753766" y="678126"/>
                  </a:lnTo>
                  <a:lnTo>
                    <a:pt x="1754138" y="678102"/>
                  </a:lnTo>
                  <a:lnTo>
                    <a:pt x="1754152" y="678123"/>
                  </a:lnTo>
                  <a:lnTo>
                    <a:pt x="1754195" y="678185"/>
                  </a:lnTo>
                  <a:lnTo>
                    <a:pt x="1754229" y="678235"/>
                  </a:lnTo>
                  <a:lnTo>
                    <a:pt x="1754232" y="678238"/>
                  </a:lnTo>
                  <a:lnTo>
                    <a:pt x="1754231" y="678242"/>
                  </a:lnTo>
                  <a:lnTo>
                    <a:pt x="1754227" y="678245"/>
                  </a:lnTo>
                  <a:lnTo>
                    <a:pt x="1754220" y="678248"/>
                  </a:lnTo>
                  <a:lnTo>
                    <a:pt x="1754231" y="678269"/>
                  </a:lnTo>
                  <a:lnTo>
                    <a:pt x="1754237" y="678280"/>
                  </a:lnTo>
                  <a:lnTo>
                    <a:pt x="1754247" y="678299"/>
                  </a:lnTo>
                  <a:lnTo>
                    <a:pt x="1754257" y="678323"/>
                  </a:lnTo>
                  <a:lnTo>
                    <a:pt x="1754266" y="678345"/>
                  </a:lnTo>
                  <a:lnTo>
                    <a:pt x="1754276" y="678385"/>
                  </a:lnTo>
                  <a:lnTo>
                    <a:pt x="1754280" y="678419"/>
                  </a:lnTo>
                  <a:lnTo>
                    <a:pt x="1754279" y="678453"/>
                  </a:lnTo>
                  <a:lnTo>
                    <a:pt x="1754279" y="678458"/>
                  </a:lnTo>
                  <a:lnTo>
                    <a:pt x="1754274" y="678502"/>
                  </a:lnTo>
                  <a:lnTo>
                    <a:pt x="1754272" y="678523"/>
                  </a:lnTo>
                  <a:lnTo>
                    <a:pt x="1754264" y="678586"/>
                  </a:lnTo>
                  <a:lnTo>
                    <a:pt x="1754262" y="678609"/>
                  </a:lnTo>
                  <a:lnTo>
                    <a:pt x="1754255" y="678676"/>
                  </a:lnTo>
                  <a:lnTo>
                    <a:pt x="1754254" y="678721"/>
                  </a:lnTo>
                  <a:lnTo>
                    <a:pt x="1754254" y="678732"/>
                  </a:lnTo>
                  <a:lnTo>
                    <a:pt x="1754258" y="678831"/>
                  </a:lnTo>
                  <a:lnTo>
                    <a:pt x="1754261" y="678859"/>
                  </a:lnTo>
                  <a:lnTo>
                    <a:pt x="1754262" y="678869"/>
                  </a:lnTo>
                  <a:lnTo>
                    <a:pt x="1754266" y="678891"/>
                  </a:lnTo>
                  <a:lnTo>
                    <a:pt x="1754269" y="678910"/>
                  </a:lnTo>
                  <a:lnTo>
                    <a:pt x="1754271" y="678922"/>
                  </a:lnTo>
                  <a:lnTo>
                    <a:pt x="1754275" y="678938"/>
                  </a:lnTo>
                  <a:lnTo>
                    <a:pt x="1754290" y="679008"/>
                  </a:lnTo>
                  <a:lnTo>
                    <a:pt x="1754307" y="679066"/>
                  </a:lnTo>
                  <a:lnTo>
                    <a:pt x="1754325" y="679115"/>
                  </a:lnTo>
                  <a:lnTo>
                    <a:pt x="1754328" y="679122"/>
                  </a:lnTo>
                  <a:lnTo>
                    <a:pt x="1754334" y="679136"/>
                  </a:lnTo>
                  <a:lnTo>
                    <a:pt x="1754346" y="679167"/>
                  </a:lnTo>
                  <a:lnTo>
                    <a:pt x="1754374" y="679226"/>
                  </a:lnTo>
                  <a:lnTo>
                    <a:pt x="1754402" y="679279"/>
                  </a:lnTo>
                  <a:lnTo>
                    <a:pt x="1754410" y="679294"/>
                  </a:lnTo>
                  <a:lnTo>
                    <a:pt x="1754448" y="679365"/>
                  </a:lnTo>
                  <a:lnTo>
                    <a:pt x="1754453" y="679375"/>
                  </a:lnTo>
                  <a:lnTo>
                    <a:pt x="1754464" y="679396"/>
                  </a:lnTo>
                  <a:lnTo>
                    <a:pt x="1754475" y="679416"/>
                  </a:lnTo>
                  <a:lnTo>
                    <a:pt x="1754485" y="679434"/>
                  </a:lnTo>
                  <a:lnTo>
                    <a:pt x="1754488" y="679439"/>
                  </a:lnTo>
                  <a:lnTo>
                    <a:pt x="1754532" y="679523"/>
                  </a:lnTo>
                  <a:lnTo>
                    <a:pt x="1754565" y="679587"/>
                  </a:lnTo>
                  <a:lnTo>
                    <a:pt x="1754580" y="679616"/>
                  </a:lnTo>
                  <a:lnTo>
                    <a:pt x="1754593" y="679641"/>
                  </a:lnTo>
                  <a:lnTo>
                    <a:pt x="1754618" y="679685"/>
                  </a:lnTo>
                  <a:lnTo>
                    <a:pt x="1754644" y="679735"/>
                  </a:lnTo>
                  <a:lnTo>
                    <a:pt x="1754648" y="679742"/>
                  </a:lnTo>
                  <a:lnTo>
                    <a:pt x="1754663" y="679770"/>
                  </a:lnTo>
                  <a:lnTo>
                    <a:pt x="1754721" y="679880"/>
                  </a:lnTo>
                  <a:lnTo>
                    <a:pt x="1754733" y="679905"/>
                  </a:lnTo>
                  <a:lnTo>
                    <a:pt x="1754737" y="679912"/>
                  </a:lnTo>
                  <a:lnTo>
                    <a:pt x="1754796" y="680021"/>
                  </a:lnTo>
                  <a:lnTo>
                    <a:pt x="1754801" y="680032"/>
                  </a:lnTo>
                  <a:lnTo>
                    <a:pt x="1754808" y="680044"/>
                  </a:lnTo>
                  <a:lnTo>
                    <a:pt x="1754871" y="680163"/>
                  </a:lnTo>
                  <a:lnTo>
                    <a:pt x="1754873" y="680167"/>
                  </a:lnTo>
                  <a:lnTo>
                    <a:pt x="1754887" y="680194"/>
                  </a:lnTo>
                  <a:lnTo>
                    <a:pt x="1754906" y="680230"/>
                  </a:lnTo>
                  <a:lnTo>
                    <a:pt x="1754923" y="680262"/>
                  </a:lnTo>
                  <a:lnTo>
                    <a:pt x="1754947" y="680307"/>
                  </a:lnTo>
                  <a:lnTo>
                    <a:pt x="1754950" y="680312"/>
                  </a:lnTo>
                  <a:lnTo>
                    <a:pt x="1754969" y="680347"/>
                  </a:lnTo>
                  <a:lnTo>
                    <a:pt x="1754983" y="680375"/>
                  </a:lnTo>
                  <a:lnTo>
                    <a:pt x="1754985" y="680381"/>
                  </a:lnTo>
                  <a:lnTo>
                    <a:pt x="1754990" y="680393"/>
                  </a:lnTo>
                  <a:lnTo>
                    <a:pt x="1754991" y="680403"/>
                  </a:lnTo>
                  <a:lnTo>
                    <a:pt x="1754993" y="680412"/>
                  </a:lnTo>
                  <a:lnTo>
                    <a:pt x="1754993" y="680430"/>
                  </a:lnTo>
                  <a:lnTo>
                    <a:pt x="1754991" y="680437"/>
                  </a:lnTo>
                  <a:lnTo>
                    <a:pt x="1754987" y="680456"/>
                  </a:lnTo>
                  <a:lnTo>
                    <a:pt x="1754976" y="680480"/>
                  </a:lnTo>
                  <a:lnTo>
                    <a:pt x="1754964" y="680496"/>
                  </a:lnTo>
                  <a:lnTo>
                    <a:pt x="1754946" y="680513"/>
                  </a:lnTo>
                  <a:lnTo>
                    <a:pt x="1754926" y="680525"/>
                  </a:lnTo>
                  <a:lnTo>
                    <a:pt x="1754920" y="680529"/>
                  </a:lnTo>
                  <a:lnTo>
                    <a:pt x="1754888" y="680537"/>
                  </a:lnTo>
                  <a:lnTo>
                    <a:pt x="1754826" y="680552"/>
                  </a:lnTo>
                  <a:lnTo>
                    <a:pt x="1754763" y="680567"/>
                  </a:lnTo>
                  <a:lnTo>
                    <a:pt x="1754731" y="680575"/>
                  </a:lnTo>
                  <a:lnTo>
                    <a:pt x="1754687" y="680586"/>
                  </a:lnTo>
                  <a:lnTo>
                    <a:pt x="1754673" y="680590"/>
                  </a:lnTo>
                  <a:lnTo>
                    <a:pt x="1754651" y="680593"/>
                  </a:lnTo>
                  <a:lnTo>
                    <a:pt x="1754626" y="680592"/>
                  </a:lnTo>
                  <a:lnTo>
                    <a:pt x="1754611" y="680591"/>
                  </a:lnTo>
                  <a:lnTo>
                    <a:pt x="1754597" y="680591"/>
                  </a:lnTo>
                  <a:lnTo>
                    <a:pt x="1754590" y="680591"/>
                  </a:lnTo>
                  <a:lnTo>
                    <a:pt x="1754583" y="680591"/>
                  </a:lnTo>
                  <a:lnTo>
                    <a:pt x="1754575" y="680592"/>
                  </a:lnTo>
                  <a:lnTo>
                    <a:pt x="1754566" y="680595"/>
                  </a:lnTo>
                  <a:lnTo>
                    <a:pt x="1754549" y="680600"/>
                  </a:lnTo>
                  <a:lnTo>
                    <a:pt x="1754519" y="680613"/>
                  </a:lnTo>
                  <a:lnTo>
                    <a:pt x="1754516" y="680732"/>
                  </a:lnTo>
                  <a:lnTo>
                    <a:pt x="1754519" y="680774"/>
                  </a:lnTo>
                  <a:lnTo>
                    <a:pt x="1754516" y="680838"/>
                  </a:lnTo>
                  <a:lnTo>
                    <a:pt x="1754512" y="680966"/>
                  </a:lnTo>
                  <a:lnTo>
                    <a:pt x="1754503" y="681210"/>
                  </a:lnTo>
                  <a:lnTo>
                    <a:pt x="1754499" y="681332"/>
                  </a:lnTo>
                  <a:lnTo>
                    <a:pt x="1754511" y="681363"/>
                  </a:lnTo>
                  <a:lnTo>
                    <a:pt x="1754744" y="681702"/>
                  </a:lnTo>
                  <a:lnTo>
                    <a:pt x="1754950" y="682001"/>
                  </a:lnTo>
                  <a:lnTo>
                    <a:pt x="1755200" y="682363"/>
                  </a:lnTo>
                  <a:lnTo>
                    <a:pt x="1755222" y="682396"/>
                  </a:lnTo>
                  <a:lnTo>
                    <a:pt x="1755254" y="682442"/>
                  </a:lnTo>
                  <a:lnTo>
                    <a:pt x="1755278" y="682477"/>
                  </a:lnTo>
                  <a:lnTo>
                    <a:pt x="1755388" y="682650"/>
                  </a:lnTo>
                  <a:lnTo>
                    <a:pt x="1755799" y="683813"/>
                  </a:lnTo>
                  <a:lnTo>
                    <a:pt x="1755804" y="683824"/>
                  </a:lnTo>
                  <a:lnTo>
                    <a:pt x="1755901" y="683826"/>
                  </a:lnTo>
                  <a:lnTo>
                    <a:pt x="1755965" y="683828"/>
                  </a:lnTo>
                  <a:lnTo>
                    <a:pt x="1756890" y="683851"/>
                  </a:lnTo>
                  <a:lnTo>
                    <a:pt x="1756916" y="683875"/>
                  </a:lnTo>
                  <a:lnTo>
                    <a:pt x="1756929" y="683933"/>
                  </a:lnTo>
                  <a:lnTo>
                    <a:pt x="1757387" y="684180"/>
                  </a:lnTo>
                  <a:lnTo>
                    <a:pt x="1758029" y="684571"/>
                  </a:lnTo>
                  <a:lnTo>
                    <a:pt x="1758040" y="684772"/>
                  </a:lnTo>
                  <a:lnTo>
                    <a:pt x="1758319" y="684914"/>
                  </a:lnTo>
                  <a:lnTo>
                    <a:pt x="1758634" y="685043"/>
                  </a:lnTo>
                  <a:lnTo>
                    <a:pt x="1758852" y="685189"/>
                  </a:lnTo>
                  <a:lnTo>
                    <a:pt x="1759132" y="685490"/>
                  </a:lnTo>
                  <a:lnTo>
                    <a:pt x="1759138" y="685545"/>
                  </a:lnTo>
                  <a:lnTo>
                    <a:pt x="1759146" y="685617"/>
                  </a:lnTo>
                  <a:lnTo>
                    <a:pt x="1759274" y="686725"/>
                  </a:lnTo>
                  <a:lnTo>
                    <a:pt x="1759427" y="688063"/>
                  </a:lnTo>
                  <a:lnTo>
                    <a:pt x="1759432" y="688104"/>
                  </a:lnTo>
                  <a:lnTo>
                    <a:pt x="1759434" y="688128"/>
                  </a:lnTo>
                  <a:lnTo>
                    <a:pt x="1759418" y="688166"/>
                  </a:lnTo>
                  <a:lnTo>
                    <a:pt x="1759388" y="688237"/>
                  </a:lnTo>
                  <a:lnTo>
                    <a:pt x="1759363" y="688294"/>
                  </a:lnTo>
                  <a:lnTo>
                    <a:pt x="1759320" y="688396"/>
                  </a:lnTo>
                  <a:lnTo>
                    <a:pt x="1758942" y="688752"/>
                  </a:lnTo>
                  <a:lnTo>
                    <a:pt x="1758937" y="688755"/>
                  </a:lnTo>
                  <a:lnTo>
                    <a:pt x="1758930" y="688757"/>
                  </a:lnTo>
                  <a:lnTo>
                    <a:pt x="1758907" y="688764"/>
                  </a:lnTo>
                  <a:lnTo>
                    <a:pt x="1758763" y="688802"/>
                  </a:lnTo>
                  <a:lnTo>
                    <a:pt x="1758743" y="688807"/>
                  </a:lnTo>
                  <a:lnTo>
                    <a:pt x="1758722" y="688809"/>
                  </a:lnTo>
                  <a:lnTo>
                    <a:pt x="1758624" y="688815"/>
                  </a:lnTo>
                  <a:lnTo>
                    <a:pt x="1758599" y="688816"/>
                  </a:lnTo>
                  <a:lnTo>
                    <a:pt x="1758574" y="688817"/>
                  </a:lnTo>
                  <a:lnTo>
                    <a:pt x="1758542" y="688818"/>
                  </a:lnTo>
                  <a:lnTo>
                    <a:pt x="1758521" y="688818"/>
                  </a:lnTo>
                  <a:lnTo>
                    <a:pt x="1758513" y="688818"/>
                  </a:lnTo>
                  <a:lnTo>
                    <a:pt x="1758491" y="688815"/>
                  </a:lnTo>
                  <a:lnTo>
                    <a:pt x="1758478" y="688813"/>
                  </a:lnTo>
                  <a:lnTo>
                    <a:pt x="1758445" y="688954"/>
                  </a:lnTo>
                  <a:lnTo>
                    <a:pt x="1758386" y="689260"/>
                  </a:lnTo>
                  <a:lnTo>
                    <a:pt x="1758387" y="689289"/>
                  </a:lnTo>
                  <a:lnTo>
                    <a:pt x="1758393" y="689695"/>
                  </a:lnTo>
                  <a:lnTo>
                    <a:pt x="1758622" y="689748"/>
                  </a:lnTo>
                  <a:lnTo>
                    <a:pt x="1758733" y="689774"/>
                  </a:lnTo>
                  <a:lnTo>
                    <a:pt x="1759096" y="689742"/>
                  </a:lnTo>
                  <a:lnTo>
                    <a:pt x="1759130" y="689738"/>
                  </a:lnTo>
                  <a:lnTo>
                    <a:pt x="1759272" y="689820"/>
                  </a:lnTo>
                  <a:lnTo>
                    <a:pt x="1759511" y="690178"/>
                  </a:lnTo>
                  <a:lnTo>
                    <a:pt x="1759446" y="690280"/>
                  </a:lnTo>
                  <a:lnTo>
                    <a:pt x="1759172" y="690678"/>
                  </a:lnTo>
                  <a:lnTo>
                    <a:pt x="1759153" y="690703"/>
                  </a:lnTo>
                  <a:lnTo>
                    <a:pt x="1759105" y="690765"/>
                  </a:lnTo>
                  <a:lnTo>
                    <a:pt x="1759042" y="690846"/>
                  </a:lnTo>
                  <a:lnTo>
                    <a:pt x="1758821" y="690868"/>
                  </a:lnTo>
                  <a:lnTo>
                    <a:pt x="1758699" y="691311"/>
                  </a:lnTo>
                  <a:lnTo>
                    <a:pt x="1758676" y="691395"/>
                  </a:lnTo>
                  <a:lnTo>
                    <a:pt x="1759063" y="691409"/>
                  </a:lnTo>
                  <a:lnTo>
                    <a:pt x="1759150" y="691198"/>
                  </a:lnTo>
                  <a:lnTo>
                    <a:pt x="1759216" y="691036"/>
                  </a:lnTo>
                  <a:lnTo>
                    <a:pt x="1760382" y="691392"/>
                  </a:lnTo>
                  <a:lnTo>
                    <a:pt x="1760446" y="691142"/>
                  </a:lnTo>
                  <a:lnTo>
                    <a:pt x="1760763" y="691048"/>
                  </a:lnTo>
                  <a:lnTo>
                    <a:pt x="1761636" y="690962"/>
                  </a:lnTo>
                  <a:lnTo>
                    <a:pt x="1761706" y="690985"/>
                  </a:lnTo>
                  <a:lnTo>
                    <a:pt x="1761801" y="691204"/>
                  </a:lnTo>
                  <a:lnTo>
                    <a:pt x="1761731" y="691468"/>
                  </a:lnTo>
                  <a:lnTo>
                    <a:pt x="1761960" y="691827"/>
                  </a:lnTo>
                  <a:lnTo>
                    <a:pt x="1762063" y="691849"/>
                  </a:lnTo>
                  <a:lnTo>
                    <a:pt x="1762340" y="691679"/>
                  </a:lnTo>
                  <a:lnTo>
                    <a:pt x="1762384" y="691585"/>
                  </a:lnTo>
                  <a:lnTo>
                    <a:pt x="1762411" y="691493"/>
                  </a:lnTo>
                  <a:lnTo>
                    <a:pt x="1762430" y="691456"/>
                  </a:lnTo>
                  <a:lnTo>
                    <a:pt x="1762587" y="691202"/>
                  </a:lnTo>
                  <a:lnTo>
                    <a:pt x="1762783" y="690942"/>
                  </a:lnTo>
                  <a:lnTo>
                    <a:pt x="1762810" y="690933"/>
                  </a:lnTo>
                  <a:lnTo>
                    <a:pt x="1762905" y="690899"/>
                  </a:lnTo>
                  <a:lnTo>
                    <a:pt x="1763108" y="690677"/>
                  </a:lnTo>
                  <a:lnTo>
                    <a:pt x="1763201" y="690541"/>
                  </a:lnTo>
                  <a:lnTo>
                    <a:pt x="1763257" y="690458"/>
                  </a:lnTo>
                  <a:lnTo>
                    <a:pt x="1763490" y="690432"/>
                  </a:lnTo>
                  <a:lnTo>
                    <a:pt x="1763568" y="690438"/>
                  </a:lnTo>
                  <a:lnTo>
                    <a:pt x="1763692" y="690484"/>
                  </a:lnTo>
                  <a:lnTo>
                    <a:pt x="1763798" y="690659"/>
                  </a:lnTo>
                  <a:lnTo>
                    <a:pt x="1763834" y="690770"/>
                  </a:lnTo>
                  <a:lnTo>
                    <a:pt x="1763875" y="690894"/>
                  </a:lnTo>
                  <a:lnTo>
                    <a:pt x="1763892" y="690946"/>
                  </a:lnTo>
                  <a:lnTo>
                    <a:pt x="1763943" y="691093"/>
                  </a:lnTo>
                  <a:lnTo>
                    <a:pt x="1763988" y="691175"/>
                  </a:lnTo>
                  <a:lnTo>
                    <a:pt x="1764007" y="691210"/>
                  </a:lnTo>
                  <a:lnTo>
                    <a:pt x="1764086" y="691255"/>
                  </a:lnTo>
                  <a:lnTo>
                    <a:pt x="1764203" y="691291"/>
                  </a:lnTo>
                  <a:lnTo>
                    <a:pt x="1764232" y="691300"/>
                  </a:lnTo>
                  <a:lnTo>
                    <a:pt x="1764330" y="691352"/>
                  </a:lnTo>
                  <a:lnTo>
                    <a:pt x="1764350" y="691362"/>
                  </a:lnTo>
                  <a:lnTo>
                    <a:pt x="1764396" y="691386"/>
                  </a:lnTo>
                  <a:lnTo>
                    <a:pt x="1764485" y="691344"/>
                  </a:lnTo>
                  <a:lnTo>
                    <a:pt x="1764785" y="691204"/>
                  </a:lnTo>
                  <a:lnTo>
                    <a:pt x="1764862" y="691165"/>
                  </a:lnTo>
                  <a:lnTo>
                    <a:pt x="1765012" y="691042"/>
                  </a:lnTo>
                  <a:lnTo>
                    <a:pt x="1765050" y="690992"/>
                  </a:lnTo>
                  <a:lnTo>
                    <a:pt x="1765141" y="690875"/>
                  </a:lnTo>
                  <a:lnTo>
                    <a:pt x="1765106" y="690774"/>
                  </a:lnTo>
                  <a:lnTo>
                    <a:pt x="1765066" y="690757"/>
                  </a:lnTo>
                  <a:lnTo>
                    <a:pt x="1765055" y="690726"/>
                  </a:lnTo>
                  <a:lnTo>
                    <a:pt x="1765122" y="690682"/>
                  </a:lnTo>
                  <a:lnTo>
                    <a:pt x="1765287" y="690646"/>
                  </a:lnTo>
                  <a:lnTo>
                    <a:pt x="1765408" y="690619"/>
                  </a:lnTo>
                  <a:lnTo>
                    <a:pt x="1765713" y="690583"/>
                  </a:lnTo>
                  <a:lnTo>
                    <a:pt x="1765805" y="690591"/>
                  </a:lnTo>
                  <a:lnTo>
                    <a:pt x="1765886" y="690674"/>
                  </a:lnTo>
                  <a:lnTo>
                    <a:pt x="1765979" y="690709"/>
                  </a:lnTo>
                  <a:lnTo>
                    <a:pt x="1766065" y="690693"/>
                  </a:lnTo>
                  <a:lnTo>
                    <a:pt x="1766189" y="690670"/>
                  </a:lnTo>
                  <a:lnTo>
                    <a:pt x="1766243" y="690613"/>
                  </a:lnTo>
                  <a:lnTo>
                    <a:pt x="1766339" y="690513"/>
                  </a:lnTo>
                  <a:lnTo>
                    <a:pt x="1766287" y="690254"/>
                  </a:lnTo>
                  <a:lnTo>
                    <a:pt x="1766319" y="690212"/>
                  </a:lnTo>
                  <a:lnTo>
                    <a:pt x="1766395" y="690199"/>
                  </a:lnTo>
                  <a:lnTo>
                    <a:pt x="1766519" y="690238"/>
                  </a:lnTo>
                  <a:lnTo>
                    <a:pt x="1766674" y="690323"/>
                  </a:lnTo>
                  <a:lnTo>
                    <a:pt x="1766856" y="690423"/>
                  </a:lnTo>
                  <a:lnTo>
                    <a:pt x="1767074" y="690648"/>
                  </a:lnTo>
                  <a:lnTo>
                    <a:pt x="1767107" y="690733"/>
                  </a:lnTo>
                  <a:lnTo>
                    <a:pt x="1767074" y="690782"/>
                  </a:lnTo>
                  <a:lnTo>
                    <a:pt x="1767030" y="690821"/>
                  </a:lnTo>
                  <a:lnTo>
                    <a:pt x="1767017" y="690833"/>
                  </a:lnTo>
                  <a:lnTo>
                    <a:pt x="1766951" y="690864"/>
                  </a:lnTo>
                  <a:lnTo>
                    <a:pt x="1766919" y="690879"/>
                  </a:lnTo>
                  <a:lnTo>
                    <a:pt x="1766934" y="690914"/>
                  </a:lnTo>
                  <a:lnTo>
                    <a:pt x="1766939" y="690923"/>
                  </a:lnTo>
                  <a:lnTo>
                    <a:pt x="1766973" y="690990"/>
                  </a:lnTo>
                  <a:lnTo>
                    <a:pt x="1766976" y="690996"/>
                  </a:lnTo>
                  <a:lnTo>
                    <a:pt x="1767045" y="691134"/>
                  </a:lnTo>
                  <a:lnTo>
                    <a:pt x="1767049" y="691135"/>
                  </a:lnTo>
                  <a:lnTo>
                    <a:pt x="1767071" y="691138"/>
                  </a:lnTo>
                  <a:lnTo>
                    <a:pt x="1767086" y="691140"/>
                  </a:lnTo>
                  <a:lnTo>
                    <a:pt x="1767092" y="691140"/>
                  </a:lnTo>
                  <a:lnTo>
                    <a:pt x="1767172" y="691150"/>
                  </a:lnTo>
                  <a:lnTo>
                    <a:pt x="1767201" y="691154"/>
                  </a:lnTo>
                  <a:lnTo>
                    <a:pt x="1767279" y="691164"/>
                  </a:lnTo>
                  <a:lnTo>
                    <a:pt x="1767314" y="691181"/>
                  </a:lnTo>
                  <a:lnTo>
                    <a:pt x="1767366" y="691256"/>
                  </a:lnTo>
                  <a:lnTo>
                    <a:pt x="1767356" y="691363"/>
                  </a:lnTo>
                  <a:lnTo>
                    <a:pt x="1767230" y="691504"/>
                  </a:lnTo>
                  <a:lnTo>
                    <a:pt x="1767133" y="691556"/>
                  </a:lnTo>
                  <a:lnTo>
                    <a:pt x="1766511" y="691764"/>
                  </a:lnTo>
                  <a:lnTo>
                    <a:pt x="1766266" y="691730"/>
                  </a:lnTo>
                  <a:lnTo>
                    <a:pt x="1766209" y="691631"/>
                  </a:lnTo>
                  <a:lnTo>
                    <a:pt x="1766205" y="691632"/>
                  </a:lnTo>
                  <a:lnTo>
                    <a:pt x="1766187" y="691637"/>
                  </a:lnTo>
                  <a:lnTo>
                    <a:pt x="1765828" y="691836"/>
                  </a:lnTo>
                  <a:lnTo>
                    <a:pt x="1765733" y="691991"/>
                  </a:lnTo>
                  <a:lnTo>
                    <a:pt x="1765513" y="692244"/>
                  </a:lnTo>
                  <a:lnTo>
                    <a:pt x="1765237" y="692400"/>
                  </a:lnTo>
                  <a:lnTo>
                    <a:pt x="1765228" y="692406"/>
                  </a:lnTo>
                  <a:lnTo>
                    <a:pt x="1765218" y="692411"/>
                  </a:lnTo>
                  <a:lnTo>
                    <a:pt x="1765186" y="692429"/>
                  </a:lnTo>
                  <a:lnTo>
                    <a:pt x="1765157" y="692427"/>
                  </a:lnTo>
                  <a:lnTo>
                    <a:pt x="1765116" y="692437"/>
                  </a:lnTo>
                  <a:lnTo>
                    <a:pt x="1765102" y="692441"/>
                  </a:lnTo>
                  <a:lnTo>
                    <a:pt x="1765011" y="692464"/>
                  </a:lnTo>
                  <a:lnTo>
                    <a:pt x="1764930" y="692485"/>
                  </a:lnTo>
                  <a:lnTo>
                    <a:pt x="1764579" y="692443"/>
                  </a:lnTo>
                  <a:lnTo>
                    <a:pt x="1764354" y="692380"/>
                  </a:lnTo>
                  <a:lnTo>
                    <a:pt x="1764292" y="692362"/>
                  </a:lnTo>
                  <a:lnTo>
                    <a:pt x="1764100" y="692308"/>
                  </a:lnTo>
                  <a:lnTo>
                    <a:pt x="1763714" y="692147"/>
                  </a:lnTo>
                  <a:lnTo>
                    <a:pt x="1763681" y="692133"/>
                  </a:lnTo>
                  <a:lnTo>
                    <a:pt x="1763628" y="692111"/>
                  </a:lnTo>
                  <a:lnTo>
                    <a:pt x="1763614" y="692105"/>
                  </a:lnTo>
                  <a:lnTo>
                    <a:pt x="1763511" y="692091"/>
                  </a:lnTo>
                  <a:lnTo>
                    <a:pt x="1763318" y="692065"/>
                  </a:lnTo>
                  <a:lnTo>
                    <a:pt x="1763142" y="692062"/>
                  </a:lnTo>
                  <a:lnTo>
                    <a:pt x="1762981" y="692143"/>
                  </a:lnTo>
                  <a:lnTo>
                    <a:pt x="1762929" y="692214"/>
                  </a:lnTo>
                  <a:lnTo>
                    <a:pt x="1762686" y="692543"/>
                  </a:lnTo>
                  <a:lnTo>
                    <a:pt x="1762674" y="692560"/>
                  </a:lnTo>
                  <a:lnTo>
                    <a:pt x="1762652" y="692590"/>
                  </a:lnTo>
                  <a:lnTo>
                    <a:pt x="1762597" y="692665"/>
                  </a:lnTo>
                  <a:lnTo>
                    <a:pt x="1762654" y="692699"/>
                  </a:lnTo>
                  <a:lnTo>
                    <a:pt x="1763117" y="692981"/>
                  </a:lnTo>
                  <a:lnTo>
                    <a:pt x="1763182" y="693038"/>
                  </a:lnTo>
                  <a:lnTo>
                    <a:pt x="1763504" y="693326"/>
                  </a:lnTo>
                  <a:lnTo>
                    <a:pt x="1763614" y="693425"/>
                  </a:lnTo>
                  <a:lnTo>
                    <a:pt x="1763886" y="693667"/>
                  </a:lnTo>
                  <a:lnTo>
                    <a:pt x="1763968" y="693741"/>
                  </a:lnTo>
                  <a:lnTo>
                    <a:pt x="1764087" y="693847"/>
                  </a:lnTo>
                  <a:lnTo>
                    <a:pt x="1764342" y="694057"/>
                  </a:lnTo>
                  <a:lnTo>
                    <a:pt x="1764450" y="694146"/>
                  </a:lnTo>
                  <a:lnTo>
                    <a:pt x="1765171" y="694556"/>
                  </a:lnTo>
                  <a:lnTo>
                    <a:pt x="1765656" y="695150"/>
                  </a:lnTo>
                  <a:lnTo>
                    <a:pt x="1766064" y="695477"/>
                  </a:lnTo>
                  <a:lnTo>
                    <a:pt x="1766225" y="695673"/>
                  </a:lnTo>
                  <a:lnTo>
                    <a:pt x="1766304" y="695872"/>
                  </a:lnTo>
                  <a:lnTo>
                    <a:pt x="1766271" y="695963"/>
                  </a:lnTo>
                  <a:lnTo>
                    <a:pt x="1766070" y="695941"/>
                  </a:lnTo>
                  <a:lnTo>
                    <a:pt x="1764420" y="694377"/>
                  </a:lnTo>
                  <a:lnTo>
                    <a:pt x="1763256" y="693551"/>
                  </a:lnTo>
                  <a:lnTo>
                    <a:pt x="1763153" y="693658"/>
                  </a:lnTo>
                  <a:lnTo>
                    <a:pt x="1764033" y="694379"/>
                  </a:lnTo>
                  <a:lnTo>
                    <a:pt x="1765057" y="695510"/>
                  </a:lnTo>
                  <a:lnTo>
                    <a:pt x="1765772" y="696673"/>
                  </a:lnTo>
                  <a:lnTo>
                    <a:pt x="1765752" y="696750"/>
                  </a:lnTo>
                  <a:lnTo>
                    <a:pt x="1765619" y="696754"/>
                  </a:lnTo>
                  <a:lnTo>
                    <a:pt x="1765339" y="696589"/>
                  </a:lnTo>
                  <a:lnTo>
                    <a:pt x="1765149" y="696426"/>
                  </a:lnTo>
                  <a:lnTo>
                    <a:pt x="1764899" y="695551"/>
                  </a:lnTo>
                  <a:lnTo>
                    <a:pt x="1764805" y="695484"/>
                  </a:lnTo>
                  <a:lnTo>
                    <a:pt x="1764625" y="695355"/>
                  </a:lnTo>
                  <a:lnTo>
                    <a:pt x="1764213" y="695060"/>
                  </a:lnTo>
                  <a:lnTo>
                    <a:pt x="1763336" y="694432"/>
                  </a:lnTo>
                  <a:lnTo>
                    <a:pt x="1762794" y="694105"/>
                  </a:lnTo>
                  <a:lnTo>
                    <a:pt x="1762745" y="694075"/>
                  </a:lnTo>
                  <a:lnTo>
                    <a:pt x="1762620" y="694000"/>
                  </a:lnTo>
                  <a:lnTo>
                    <a:pt x="1762545" y="693980"/>
                  </a:lnTo>
                  <a:lnTo>
                    <a:pt x="1762406" y="693961"/>
                  </a:lnTo>
                  <a:lnTo>
                    <a:pt x="1762006" y="694089"/>
                  </a:lnTo>
                  <a:lnTo>
                    <a:pt x="1761793" y="694130"/>
                  </a:lnTo>
                  <a:lnTo>
                    <a:pt x="1761396" y="694117"/>
                  </a:lnTo>
                  <a:lnTo>
                    <a:pt x="1761084" y="694123"/>
                  </a:lnTo>
                  <a:lnTo>
                    <a:pt x="1760603" y="694131"/>
                  </a:lnTo>
                  <a:lnTo>
                    <a:pt x="1760563" y="694107"/>
                  </a:lnTo>
                  <a:lnTo>
                    <a:pt x="1760517" y="693997"/>
                  </a:lnTo>
                  <a:lnTo>
                    <a:pt x="1760428" y="693893"/>
                  </a:lnTo>
                  <a:lnTo>
                    <a:pt x="1760201" y="693854"/>
                  </a:lnTo>
                  <a:lnTo>
                    <a:pt x="1760141" y="693887"/>
                  </a:lnTo>
                  <a:lnTo>
                    <a:pt x="1759934" y="694152"/>
                  </a:lnTo>
                  <a:lnTo>
                    <a:pt x="1759822" y="694342"/>
                  </a:lnTo>
                  <a:lnTo>
                    <a:pt x="1759807" y="694369"/>
                  </a:lnTo>
                  <a:lnTo>
                    <a:pt x="1759777" y="694388"/>
                  </a:lnTo>
                  <a:lnTo>
                    <a:pt x="1759713" y="694431"/>
                  </a:lnTo>
                  <a:lnTo>
                    <a:pt x="1759623" y="694429"/>
                  </a:lnTo>
                  <a:lnTo>
                    <a:pt x="1759245" y="694407"/>
                  </a:lnTo>
                  <a:lnTo>
                    <a:pt x="1759174" y="694380"/>
                  </a:lnTo>
                  <a:lnTo>
                    <a:pt x="1758673" y="694112"/>
                  </a:lnTo>
                  <a:lnTo>
                    <a:pt x="1758155" y="693659"/>
                  </a:lnTo>
                  <a:lnTo>
                    <a:pt x="1757913" y="693580"/>
                  </a:lnTo>
                  <a:lnTo>
                    <a:pt x="1757694" y="693584"/>
                  </a:lnTo>
                  <a:lnTo>
                    <a:pt x="1757279" y="693670"/>
                  </a:lnTo>
                  <a:lnTo>
                    <a:pt x="1756780" y="693713"/>
                  </a:lnTo>
                  <a:lnTo>
                    <a:pt x="1756560" y="693789"/>
                  </a:lnTo>
                  <a:lnTo>
                    <a:pt x="1756562" y="693802"/>
                  </a:lnTo>
                  <a:lnTo>
                    <a:pt x="1756696" y="693844"/>
                  </a:lnTo>
                  <a:lnTo>
                    <a:pt x="1756752" y="693924"/>
                  </a:lnTo>
                  <a:lnTo>
                    <a:pt x="1756798" y="694181"/>
                  </a:lnTo>
                  <a:lnTo>
                    <a:pt x="1756813" y="694269"/>
                  </a:lnTo>
                  <a:lnTo>
                    <a:pt x="1756931" y="694556"/>
                  </a:lnTo>
                  <a:lnTo>
                    <a:pt x="1757028" y="694794"/>
                  </a:lnTo>
                  <a:lnTo>
                    <a:pt x="1757104" y="694917"/>
                  </a:lnTo>
                  <a:lnTo>
                    <a:pt x="1756883" y="695058"/>
                  </a:lnTo>
                  <a:lnTo>
                    <a:pt x="1756862" y="695119"/>
                  </a:lnTo>
                  <a:lnTo>
                    <a:pt x="1756865" y="695150"/>
                  </a:lnTo>
                  <a:lnTo>
                    <a:pt x="1756872" y="695217"/>
                  </a:lnTo>
                  <a:lnTo>
                    <a:pt x="1756990" y="695355"/>
                  </a:lnTo>
                  <a:lnTo>
                    <a:pt x="1757065" y="695490"/>
                  </a:lnTo>
                  <a:lnTo>
                    <a:pt x="1756808" y="696078"/>
                  </a:lnTo>
                  <a:lnTo>
                    <a:pt x="1756783" y="696088"/>
                  </a:lnTo>
                  <a:lnTo>
                    <a:pt x="1756544" y="696031"/>
                  </a:lnTo>
                  <a:lnTo>
                    <a:pt x="1756459" y="696169"/>
                  </a:lnTo>
                  <a:lnTo>
                    <a:pt x="1756371" y="696418"/>
                  </a:lnTo>
                  <a:lnTo>
                    <a:pt x="1756091" y="696723"/>
                  </a:lnTo>
                  <a:lnTo>
                    <a:pt x="1756061" y="696713"/>
                  </a:lnTo>
                  <a:lnTo>
                    <a:pt x="1755955" y="696676"/>
                  </a:lnTo>
                  <a:lnTo>
                    <a:pt x="1755925" y="696665"/>
                  </a:lnTo>
                  <a:lnTo>
                    <a:pt x="1755860" y="696708"/>
                  </a:lnTo>
                  <a:lnTo>
                    <a:pt x="1755817" y="696759"/>
                  </a:lnTo>
                  <a:lnTo>
                    <a:pt x="1755795" y="696846"/>
                  </a:lnTo>
                  <a:lnTo>
                    <a:pt x="1755774" y="696927"/>
                  </a:lnTo>
                  <a:lnTo>
                    <a:pt x="1755706" y="697035"/>
                  </a:lnTo>
                  <a:lnTo>
                    <a:pt x="1755477" y="697222"/>
                  </a:lnTo>
                  <a:lnTo>
                    <a:pt x="1755468" y="697229"/>
                  </a:lnTo>
                  <a:lnTo>
                    <a:pt x="1754913" y="697682"/>
                  </a:lnTo>
                  <a:lnTo>
                    <a:pt x="1754689" y="697903"/>
                  </a:lnTo>
                  <a:lnTo>
                    <a:pt x="1754642" y="697950"/>
                  </a:lnTo>
                  <a:lnTo>
                    <a:pt x="1754636" y="697956"/>
                  </a:lnTo>
                  <a:lnTo>
                    <a:pt x="1754405" y="698246"/>
                  </a:lnTo>
                  <a:lnTo>
                    <a:pt x="1754323" y="698375"/>
                  </a:lnTo>
                  <a:lnTo>
                    <a:pt x="1754298" y="698415"/>
                  </a:lnTo>
                  <a:lnTo>
                    <a:pt x="1754241" y="698504"/>
                  </a:lnTo>
                  <a:lnTo>
                    <a:pt x="1753931" y="699186"/>
                  </a:lnTo>
                  <a:lnTo>
                    <a:pt x="1753904" y="699245"/>
                  </a:lnTo>
                  <a:lnTo>
                    <a:pt x="1753869" y="699323"/>
                  </a:lnTo>
                  <a:lnTo>
                    <a:pt x="1753937" y="699369"/>
                  </a:lnTo>
                  <a:lnTo>
                    <a:pt x="1753948" y="699376"/>
                  </a:lnTo>
                  <a:lnTo>
                    <a:pt x="1753949" y="699396"/>
                  </a:lnTo>
                  <a:lnTo>
                    <a:pt x="1753951" y="699421"/>
                  </a:lnTo>
                  <a:lnTo>
                    <a:pt x="1753952" y="699443"/>
                  </a:lnTo>
                  <a:lnTo>
                    <a:pt x="1753915" y="699489"/>
                  </a:lnTo>
                  <a:lnTo>
                    <a:pt x="1753895" y="699487"/>
                  </a:lnTo>
                  <a:lnTo>
                    <a:pt x="1753800" y="699478"/>
                  </a:lnTo>
                  <a:lnTo>
                    <a:pt x="1753798" y="699483"/>
                  </a:lnTo>
                  <a:lnTo>
                    <a:pt x="1753795" y="699490"/>
                  </a:lnTo>
                  <a:lnTo>
                    <a:pt x="1753629" y="699873"/>
                  </a:lnTo>
                  <a:lnTo>
                    <a:pt x="1753615" y="699904"/>
                  </a:lnTo>
                  <a:lnTo>
                    <a:pt x="1753605" y="699927"/>
                  </a:lnTo>
                  <a:lnTo>
                    <a:pt x="1753563" y="700025"/>
                  </a:lnTo>
                  <a:lnTo>
                    <a:pt x="1753130" y="701022"/>
                  </a:lnTo>
                  <a:lnTo>
                    <a:pt x="1753064" y="701174"/>
                  </a:lnTo>
                  <a:lnTo>
                    <a:pt x="1753015" y="701287"/>
                  </a:lnTo>
                  <a:lnTo>
                    <a:pt x="1752812" y="701754"/>
                  </a:lnTo>
                  <a:lnTo>
                    <a:pt x="1752799" y="701777"/>
                  </a:lnTo>
                  <a:lnTo>
                    <a:pt x="1752724" y="701902"/>
                  </a:lnTo>
                  <a:lnTo>
                    <a:pt x="1752695" y="701952"/>
                  </a:lnTo>
                  <a:lnTo>
                    <a:pt x="1752661" y="701984"/>
                  </a:lnTo>
                  <a:lnTo>
                    <a:pt x="1752495" y="702142"/>
                  </a:lnTo>
                  <a:lnTo>
                    <a:pt x="1752463" y="702172"/>
                  </a:lnTo>
                  <a:lnTo>
                    <a:pt x="1752419" y="702195"/>
                  </a:lnTo>
                  <a:lnTo>
                    <a:pt x="1752224" y="702295"/>
                  </a:lnTo>
                  <a:lnTo>
                    <a:pt x="1752181" y="702317"/>
                  </a:lnTo>
                  <a:lnTo>
                    <a:pt x="1752015" y="702364"/>
                  </a:lnTo>
                  <a:lnTo>
                    <a:pt x="1751838" y="702387"/>
                  </a:lnTo>
                  <a:lnTo>
                    <a:pt x="1751374" y="702372"/>
                  </a:lnTo>
                  <a:lnTo>
                    <a:pt x="1751367" y="702372"/>
                  </a:lnTo>
                  <a:lnTo>
                    <a:pt x="1751376" y="702431"/>
                  </a:lnTo>
                  <a:lnTo>
                    <a:pt x="1751408" y="702469"/>
                  </a:lnTo>
                  <a:lnTo>
                    <a:pt x="1751515" y="702499"/>
                  </a:lnTo>
                  <a:lnTo>
                    <a:pt x="1751520" y="702501"/>
                  </a:lnTo>
                  <a:lnTo>
                    <a:pt x="1751544" y="702507"/>
                  </a:lnTo>
                  <a:lnTo>
                    <a:pt x="1751771" y="702514"/>
                  </a:lnTo>
                  <a:lnTo>
                    <a:pt x="1751895" y="702541"/>
                  </a:lnTo>
                  <a:lnTo>
                    <a:pt x="1752008" y="702601"/>
                  </a:lnTo>
                  <a:lnTo>
                    <a:pt x="1752091" y="702679"/>
                  </a:lnTo>
                  <a:lnTo>
                    <a:pt x="1752117" y="702728"/>
                  </a:lnTo>
                  <a:lnTo>
                    <a:pt x="1752131" y="702754"/>
                  </a:lnTo>
                  <a:lnTo>
                    <a:pt x="1752157" y="702802"/>
                  </a:lnTo>
                  <a:lnTo>
                    <a:pt x="1752174" y="702856"/>
                  </a:lnTo>
                  <a:lnTo>
                    <a:pt x="1752222" y="703016"/>
                  </a:lnTo>
                  <a:lnTo>
                    <a:pt x="1752462" y="703812"/>
                  </a:lnTo>
                  <a:lnTo>
                    <a:pt x="1752605" y="703965"/>
                  </a:lnTo>
                  <a:lnTo>
                    <a:pt x="1752670" y="704036"/>
                  </a:lnTo>
                  <a:lnTo>
                    <a:pt x="1752825" y="704203"/>
                  </a:lnTo>
                  <a:lnTo>
                    <a:pt x="1752829" y="704212"/>
                  </a:lnTo>
                  <a:lnTo>
                    <a:pt x="1752852" y="704259"/>
                  </a:lnTo>
                  <a:lnTo>
                    <a:pt x="1752882" y="704324"/>
                  </a:lnTo>
                  <a:lnTo>
                    <a:pt x="1752887" y="704333"/>
                  </a:lnTo>
                  <a:lnTo>
                    <a:pt x="1752888" y="704346"/>
                  </a:lnTo>
                  <a:lnTo>
                    <a:pt x="1752907" y="704540"/>
                  </a:lnTo>
                  <a:lnTo>
                    <a:pt x="1752907" y="704548"/>
                  </a:lnTo>
                  <a:lnTo>
                    <a:pt x="1752832" y="705025"/>
                  </a:lnTo>
                  <a:lnTo>
                    <a:pt x="1752769" y="705421"/>
                  </a:lnTo>
                  <a:lnTo>
                    <a:pt x="1752756" y="705504"/>
                  </a:lnTo>
                  <a:lnTo>
                    <a:pt x="1752749" y="705521"/>
                  </a:lnTo>
                  <a:lnTo>
                    <a:pt x="1752655" y="705770"/>
                  </a:lnTo>
                  <a:lnTo>
                    <a:pt x="1752536" y="706082"/>
                  </a:lnTo>
                  <a:lnTo>
                    <a:pt x="1752476" y="706291"/>
                  </a:lnTo>
                  <a:lnTo>
                    <a:pt x="1752393" y="706575"/>
                  </a:lnTo>
                  <a:lnTo>
                    <a:pt x="1752297" y="706907"/>
                  </a:lnTo>
                  <a:lnTo>
                    <a:pt x="1752457" y="707371"/>
                  </a:lnTo>
                  <a:lnTo>
                    <a:pt x="1752763" y="708262"/>
                  </a:lnTo>
                  <a:lnTo>
                    <a:pt x="1752550" y="708783"/>
                  </a:lnTo>
                  <a:lnTo>
                    <a:pt x="1752899" y="708898"/>
                  </a:lnTo>
                  <a:lnTo>
                    <a:pt x="1753041" y="708946"/>
                  </a:lnTo>
                  <a:lnTo>
                    <a:pt x="1753214" y="709003"/>
                  </a:lnTo>
                  <a:lnTo>
                    <a:pt x="1753200" y="709718"/>
                  </a:lnTo>
                  <a:lnTo>
                    <a:pt x="1753017" y="709788"/>
                  </a:lnTo>
                  <a:lnTo>
                    <a:pt x="1752734" y="709852"/>
                  </a:lnTo>
                  <a:lnTo>
                    <a:pt x="1752387" y="709856"/>
                  </a:lnTo>
                  <a:lnTo>
                    <a:pt x="1752140" y="709779"/>
                  </a:lnTo>
                  <a:lnTo>
                    <a:pt x="1751670" y="709498"/>
                  </a:lnTo>
                  <a:lnTo>
                    <a:pt x="1751358" y="709210"/>
                  </a:lnTo>
                  <a:lnTo>
                    <a:pt x="1751292" y="709169"/>
                  </a:lnTo>
                  <a:lnTo>
                    <a:pt x="1751261" y="709149"/>
                  </a:lnTo>
                  <a:lnTo>
                    <a:pt x="1751158" y="709159"/>
                  </a:lnTo>
                  <a:lnTo>
                    <a:pt x="1751138" y="709162"/>
                  </a:lnTo>
                  <a:lnTo>
                    <a:pt x="1751091" y="709169"/>
                  </a:lnTo>
                  <a:lnTo>
                    <a:pt x="1751089" y="709175"/>
                  </a:lnTo>
                  <a:lnTo>
                    <a:pt x="1751093" y="709401"/>
                  </a:lnTo>
                  <a:lnTo>
                    <a:pt x="1751094" y="709423"/>
                  </a:lnTo>
                  <a:lnTo>
                    <a:pt x="1751100" y="709736"/>
                  </a:lnTo>
                  <a:lnTo>
                    <a:pt x="1751101" y="709773"/>
                  </a:lnTo>
                  <a:lnTo>
                    <a:pt x="1751147" y="709837"/>
                  </a:lnTo>
                  <a:lnTo>
                    <a:pt x="1751197" y="709830"/>
                  </a:lnTo>
                  <a:lnTo>
                    <a:pt x="1751187" y="709570"/>
                  </a:lnTo>
                  <a:lnTo>
                    <a:pt x="1751272" y="709490"/>
                  </a:lnTo>
                  <a:lnTo>
                    <a:pt x="1751393" y="709536"/>
                  </a:lnTo>
                  <a:lnTo>
                    <a:pt x="1751629" y="709686"/>
                  </a:lnTo>
                  <a:lnTo>
                    <a:pt x="1751642" y="709727"/>
                  </a:lnTo>
                  <a:lnTo>
                    <a:pt x="1751617" y="710020"/>
                  </a:lnTo>
                  <a:lnTo>
                    <a:pt x="1751562" y="710269"/>
                  </a:lnTo>
                  <a:lnTo>
                    <a:pt x="1751533" y="710317"/>
                  </a:lnTo>
                  <a:lnTo>
                    <a:pt x="1751496" y="710327"/>
                  </a:lnTo>
                  <a:lnTo>
                    <a:pt x="1750977" y="710381"/>
                  </a:lnTo>
                  <a:lnTo>
                    <a:pt x="1750873" y="710392"/>
                  </a:lnTo>
                  <a:lnTo>
                    <a:pt x="1750871" y="710477"/>
                  </a:lnTo>
                  <a:lnTo>
                    <a:pt x="1750868" y="710670"/>
                  </a:lnTo>
                  <a:lnTo>
                    <a:pt x="1750868" y="710720"/>
                  </a:lnTo>
                  <a:lnTo>
                    <a:pt x="1750867" y="710732"/>
                  </a:lnTo>
                  <a:lnTo>
                    <a:pt x="1750867" y="710737"/>
                  </a:lnTo>
                  <a:lnTo>
                    <a:pt x="1750867" y="710747"/>
                  </a:lnTo>
                  <a:lnTo>
                    <a:pt x="1750867" y="710756"/>
                  </a:lnTo>
                  <a:lnTo>
                    <a:pt x="1750864" y="710947"/>
                  </a:lnTo>
                  <a:lnTo>
                    <a:pt x="1750863" y="710985"/>
                  </a:lnTo>
                  <a:lnTo>
                    <a:pt x="1750863" y="711027"/>
                  </a:lnTo>
                  <a:lnTo>
                    <a:pt x="1750822" y="711053"/>
                  </a:lnTo>
                  <a:lnTo>
                    <a:pt x="1750759" y="711052"/>
                  </a:lnTo>
                  <a:lnTo>
                    <a:pt x="1750673" y="711039"/>
                  </a:lnTo>
                  <a:lnTo>
                    <a:pt x="1750870" y="711138"/>
                  </a:lnTo>
                  <a:lnTo>
                    <a:pt x="1750995" y="711099"/>
                  </a:lnTo>
                  <a:lnTo>
                    <a:pt x="1751046" y="711015"/>
                  </a:lnTo>
                  <a:lnTo>
                    <a:pt x="1751121" y="710890"/>
                  </a:lnTo>
                  <a:lnTo>
                    <a:pt x="1751454" y="710617"/>
                  </a:lnTo>
                  <a:lnTo>
                    <a:pt x="1751776" y="710488"/>
                  </a:lnTo>
                  <a:lnTo>
                    <a:pt x="1752161" y="710438"/>
                  </a:lnTo>
                  <a:lnTo>
                    <a:pt x="1752535" y="710478"/>
                  </a:lnTo>
                  <a:lnTo>
                    <a:pt x="1752707" y="710519"/>
                  </a:lnTo>
                  <a:lnTo>
                    <a:pt x="1753022" y="710519"/>
                  </a:lnTo>
                  <a:lnTo>
                    <a:pt x="1753488" y="710410"/>
                  </a:lnTo>
                  <a:lnTo>
                    <a:pt x="1753578" y="710673"/>
                  </a:lnTo>
                  <a:lnTo>
                    <a:pt x="1753743" y="711153"/>
                  </a:lnTo>
                  <a:lnTo>
                    <a:pt x="1753766" y="711385"/>
                  </a:lnTo>
                  <a:lnTo>
                    <a:pt x="1753937" y="711847"/>
                  </a:lnTo>
                  <a:lnTo>
                    <a:pt x="1754001" y="711919"/>
                  </a:lnTo>
                  <a:lnTo>
                    <a:pt x="1754174" y="711983"/>
                  </a:lnTo>
                  <a:lnTo>
                    <a:pt x="1754218" y="712025"/>
                  </a:lnTo>
                  <a:lnTo>
                    <a:pt x="1754239" y="712044"/>
                  </a:lnTo>
                  <a:lnTo>
                    <a:pt x="1754354" y="712152"/>
                  </a:lnTo>
                  <a:lnTo>
                    <a:pt x="1754370" y="712177"/>
                  </a:lnTo>
                  <a:lnTo>
                    <a:pt x="1754415" y="712247"/>
                  </a:lnTo>
                  <a:lnTo>
                    <a:pt x="1754454" y="712306"/>
                  </a:lnTo>
                  <a:lnTo>
                    <a:pt x="1754458" y="712313"/>
                  </a:lnTo>
                  <a:lnTo>
                    <a:pt x="1754464" y="712321"/>
                  </a:lnTo>
                  <a:lnTo>
                    <a:pt x="1754564" y="712476"/>
                  </a:lnTo>
                  <a:lnTo>
                    <a:pt x="1754562" y="712482"/>
                  </a:lnTo>
                  <a:lnTo>
                    <a:pt x="1754543" y="712547"/>
                  </a:lnTo>
                  <a:lnTo>
                    <a:pt x="1754388" y="713070"/>
                  </a:lnTo>
                  <a:lnTo>
                    <a:pt x="1754313" y="713251"/>
                  </a:lnTo>
                  <a:lnTo>
                    <a:pt x="1754299" y="713298"/>
                  </a:lnTo>
                  <a:lnTo>
                    <a:pt x="1754434" y="713356"/>
                  </a:lnTo>
                  <a:lnTo>
                    <a:pt x="1754438" y="713357"/>
                  </a:lnTo>
                  <a:lnTo>
                    <a:pt x="1754476" y="713364"/>
                  </a:lnTo>
                  <a:lnTo>
                    <a:pt x="1754524" y="713374"/>
                  </a:lnTo>
                  <a:lnTo>
                    <a:pt x="1754694" y="713406"/>
                  </a:lnTo>
                  <a:lnTo>
                    <a:pt x="1754919" y="713385"/>
                  </a:lnTo>
                  <a:lnTo>
                    <a:pt x="1755098" y="713338"/>
                  </a:lnTo>
                  <a:lnTo>
                    <a:pt x="1755142" y="713348"/>
                  </a:lnTo>
                  <a:lnTo>
                    <a:pt x="1755456" y="713487"/>
                  </a:lnTo>
                  <a:lnTo>
                    <a:pt x="1755523" y="713727"/>
                  </a:lnTo>
                  <a:lnTo>
                    <a:pt x="1755668" y="713727"/>
                  </a:lnTo>
                  <a:lnTo>
                    <a:pt x="1756818" y="713729"/>
                  </a:lnTo>
                  <a:lnTo>
                    <a:pt x="1756842" y="713729"/>
                  </a:lnTo>
                  <a:lnTo>
                    <a:pt x="1757259" y="714053"/>
                  </a:lnTo>
                  <a:lnTo>
                    <a:pt x="1757259" y="714099"/>
                  </a:lnTo>
                  <a:lnTo>
                    <a:pt x="1757255" y="714484"/>
                  </a:lnTo>
                  <a:lnTo>
                    <a:pt x="1757271" y="714496"/>
                  </a:lnTo>
                  <a:lnTo>
                    <a:pt x="1757411" y="714605"/>
                  </a:lnTo>
                  <a:lnTo>
                    <a:pt x="1757436" y="714624"/>
                  </a:lnTo>
                  <a:lnTo>
                    <a:pt x="1757486" y="714663"/>
                  </a:lnTo>
                  <a:lnTo>
                    <a:pt x="1757506" y="714674"/>
                  </a:lnTo>
                  <a:lnTo>
                    <a:pt x="1757546" y="714697"/>
                  </a:lnTo>
                  <a:lnTo>
                    <a:pt x="1757556" y="714703"/>
                  </a:lnTo>
                  <a:lnTo>
                    <a:pt x="1757568" y="714710"/>
                  </a:lnTo>
                  <a:lnTo>
                    <a:pt x="1757576" y="714714"/>
                  </a:lnTo>
                  <a:lnTo>
                    <a:pt x="1757645" y="714753"/>
                  </a:lnTo>
                  <a:lnTo>
                    <a:pt x="1757756" y="714886"/>
                  </a:lnTo>
                  <a:lnTo>
                    <a:pt x="1757850" y="715002"/>
                  </a:lnTo>
                  <a:lnTo>
                    <a:pt x="1757866" y="715011"/>
                  </a:lnTo>
                  <a:lnTo>
                    <a:pt x="1757906" y="715034"/>
                  </a:lnTo>
                  <a:lnTo>
                    <a:pt x="1757991" y="715083"/>
                  </a:lnTo>
                  <a:lnTo>
                    <a:pt x="1758109" y="715151"/>
                  </a:lnTo>
                  <a:lnTo>
                    <a:pt x="1758165" y="715183"/>
                  </a:lnTo>
                  <a:lnTo>
                    <a:pt x="1758344" y="715286"/>
                  </a:lnTo>
                  <a:lnTo>
                    <a:pt x="1758492" y="715371"/>
                  </a:lnTo>
                  <a:lnTo>
                    <a:pt x="1758640" y="715457"/>
                  </a:lnTo>
                  <a:lnTo>
                    <a:pt x="1758810" y="715618"/>
                  </a:lnTo>
                  <a:lnTo>
                    <a:pt x="1759346" y="716127"/>
                  </a:lnTo>
                  <a:lnTo>
                    <a:pt x="1759470" y="716245"/>
                  </a:lnTo>
                  <a:lnTo>
                    <a:pt x="1759573" y="716343"/>
                  </a:lnTo>
                  <a:lnTo>
                    <a:pt x="1759822" y="716150"/>
                  </a:lnTo>
                  <a:lnTo>
                    <a:pt x="1760273" y="715899"/>
                  </a:lnTo>
                  <a:lnTo>
                    <a:pt x="1760405" y="716078"/>
                  </a:lnTo>
                  <a:lnTo>
                    <a:pt x="1760500" y="716207"/>
                  </a:lnTo>
                  <a:lnTo>
                    <a:pt x="1760637" y="716394"/>
                  </a:lnTo>
                  <a:lnTo>
                    <a:pt x="1760824" y="715621"/>
                  </a:lnTo>
                  <a:lnTo>
                    <a:pt x="1760874" y="715413"/>
                  </a:lnTo>
                  <a:lnTo>
                    <a:pt x="1760921" y="715222"/>
                  </a:lnTo>
                  <a:lnTo>
                    <a:pt x="1761288" y="715422"/>
                  </a:lnTo>
                  <a:lnTo>
                    <a:pt x="1761593" y="715588"/>
                  </a:lnTo>
                  <a:lnTo>
                    <a:pt x="1761939" y="715645"/>
                  </a:lnTo>
                  <a:lnTo>
                    <a:pt x="1762759" y="715779"/>
                  </a:lnTo>
                  <a:lnTo>
                    <a:pt x="1762699" y="717120"/>
                  </a:lnTo>
                  <a:lnTo>
                    <a:pt x="1763589" y="717053"/>
                  </a:lnTo>
                  <a:lnTo>
                    <a:pt x="1763544" y="716765"/>
                  </a:lnTo>
                  <a:lnTo>
                    <a:pt x="1763497" y="716466"/>
                  </a:lnTo>
                  <a:lnTo>
                    <a:pt x="1763467" y="716033"/>
                  </a:lnTo>
                  <a:lnTo>
                    <a:pt x="1763675" y="715737"/>
                  </a:lnTo>
                  <a:lnTo>
                    <a:pt x="1764351" y="715971"/>
                  </a:lnTo>
                  <a:lnTo>
                    <a:pt x="1765053" y="716578"/>
                  </a:lnTo>
                  <a:lnTo>
                    <a:pt x="1765566" y="716632"/>
                  </a:lnTo>
                  <a:lnTo>
                    <a:pt x="1766212" y="716427"/>
                  </a:lnTo>
                  <a:lnTo>
                    <a:pt x="1766585" y="716527"/>
                  </a:lnTo>
                  <a:lnTo>
                    <a:pt x="1766775" y="717000"/>
                  </a:lnTo>
                  <a:lnTo>
                    <a:pt x="1766615" y="717367"/>
                  </a:lnTo>
                  <a:lnTo>
                    <a:pt x="1766443" y="718329"/>
                  </a:lnTo>
                  <a:lnTo>
                    <a:pt x="1766861" y="718518"/>
                  </a:lnTo>
                  <a:lnTo>
                    <a:pt x="1766872" y="718922"/>
                  </a:lnTo>
                  <a:lnTo>
                    <a:pt x="1765367" y="721545"/>
                  </a:lnTo>
                  <a:lnTo>
                    <a:pt x="1765443" y="721539"/>
                  </a:lnTo>
                  <a:lnTo>
                    <a:pt x="1765472" y="721536"/>
                  </a:lnTo>
                  <a:lnTo>
                    <a:pt x="1765573" y="721528"/>
                  </a:lnTo>
                  <a:lnTo>
                    <a:pt x="1765590" y="721527"/>
                  </a:lnTo>
                  <a:lnTo>
                    <a:pt x="1765618" y="721524"/>
                  </a:lnTo>
                  <a:lnTo>
                    <a:pt x="1765672" y="721520"/>
                  </a:lnTo>
                  <a:lnTo>
                    <a:pt x="1765699" y="721518"/>
                  </a:lnTo>
                  <a:lnTo>
                    <a:pt x="1765769" y="721512"/>
                  </a:lnTo>
                  <a:lnTo>
                    <a:pt x="1765797" y="721503"/>
                  </a:lnTo>
                  <a:lnTo>
                    <a:pt x="1765807" y="721499"/>
                  </a:lnTo>
                  <a:lnTo>
                    <a:pt x="1765868" y="721479"/>
                  </a:lnTo>
                  <a:lnTo>
                    <a:pt x="1765915" y="721464"/>
                  </a:lnTo>
                  <a:lnTo>
                    <a:pt x="1765986" y="721440"/>
                  </a:lnTo>
                  <a:lnTo>
                    <a:pt x="1766021" y="721414"/>
                  </a:lnTo>
                  <a:lnTo>
                    <a:pt x="1766224" y="721262"/>
                  </a:lnTo>
                  <a:lnTo>
                    <a:pt x="1766380" y="721217"/>
                  </a:lnTo>
                  <a:lnTo>
                    <a:pt x="1766441" y="721243"/>
                  </a:lnTo>
                  <a:lnTo>
                    <a:pt x="1766507" y="721305"/>
                  </a:lnTo>
                  <a:lnTo>
                    <a:pt x="1766536" y="721362"/>
                  </a:lnTo>
                  <a:lnTo>
                    <a:pt x="1766578" y="721383"/>
                  </a:lnTo>
                  <a:lnTo>
                    <a:pt x="1766676" y="721420"/>
                  </a:lnTo>
                  <a:lnTo>
                    <a:pt x="1766780" y="721413"/>
                  </a:lnTo>
                  <a:lnTo>
                    <a:pt x="1766948" y="721313"/>
                  </a:lnTo>
                  <a:lnTo>
                    <a:pt x="1767001" y="721233"/>
                  </a:lnTo>
                  <a:lnTo>
                    <a:pt x="1767009" y="721174"/>
                  </a:lnTo>
                  <a:lnTo>
                    <a:pt x="1767096" y="721077"/>
                  </a:lnTo>
                  <a:lnTo>
                    <a:pt x="1767259" y="721007"/>
                  </a:lnTo>
                  <a:lnTo>
                    <a:pt x="1767415" y="720969"/>
                  </a:lnTo>
                  <a:lnTo>
                    <a:pt x="1767711" y="721070"/>
                  </a:lnTo>
                  <a:lnTo>
                    <a:pt x="1767835" y="721177"/>
                  </a:lnTo>
                  <a:lnTo>
                    <a:pt x="1767849" y="721213"/>
                  </a:lnTo>
                  <a:lnTo>
                    <a:pt x="1767864" y="721248"/>
                  </a:lnTo>
                  <a:lnTo>
                    <a:pt x="1767893" y="721322"/>
                  </a:lnTo>
                  <a:lnTo>
                    <a:pt x="1767925" y="721400"/>
                  </a:lnTo>
                  <a:lnTo>
                    <a:pt x="1767969" y="721509"/>
                  </a:lnTo>
                  <a:lnTo>
                    <a:pt x="1768112" y="721831"/>
                  </a:lnTo>
                  <a:lnTo>
                    <a:pt x="1768138" y="721892"/>
                  </a:lnTo>
                  <a:lnTo>
                    <a:pt x="1768135" y="721910"/>
                  </a:lnTo>
                  <a:lnTo>
                    <a:pt x="1768133" y="721942"/>
                  </a:lnTo>
                  <a:lnTo>
                    <a:pt x="1768209" y="722183"/>
                  </a:lnTo>
                  <a:lnTo>
                    <a:pt x="1768288" y="722370"/>
                  </a:lnTo>
                  <a:lnTo>
                    <a:pt x="1768333" y="722476"/>
                  </a:lnTo>
                  <a:lnTo>
                    <a:pt x="1768358" y="722485"/>
                  </a:lnTo>
                  <a:lnTo>
                    <a:pt x="1768372" y="722491"/>
                  </a:lnTo>
                  <a:lnTo>
                    <a:pt x="1768437" y="722506"/>
                  </a:lnTo>
                  <a:lnTo>
                    <a:pt x="1768539" y="722516"/>
                  </a:lnTo>
                  <a:lnTo>
                    <a:pt x="1768546" y="722505"/>
                  </a:lnTo>
                  <a:lnTo>
                    <a:pt x="1768550" y="722498"/>
                  </a:lnTo>
                  <a:lnTo>
                    <a:pt x="1768553" y="722492"/>
                  </a:lnTo>
                  <a:lnTo>
                    <a:pt x="1768563" y="722471"/>
                  </a:lnTo>
                  <a:lnTo>
                    <a:pt x="1768563" y="722454"/>
                  </a:lnTo>
                  <a:lnTo>
                    <a:pt x="1768563" y="722375"/>
                  </a:lnTo>
                  <a:lnTo>
                    <a:pt x="1768562" y="722349"/>
                  </a:lnTo>
                  <a:lnTo>
                    <a:pt x="1768560" y="722314"/>
                  </a:lnTo>
                  <a:lnTo>
                    <a:pt x="1768558" y="722290"/>
                  </a:lnTo>
                  <a:lnTo>
                    <a:pt x="1768557" y="722259"/>
                  </a:lnTo>
                  <a:lnTo>
                    <a:pt x="1768560" y="722253"/>
                  </a:lnTo>
                  <a:lnTo>
                    <a:pt x="1768600" y="722232"/>
                  </a:lnTo>
                  <a:lnTo>
                    <a:pt x="1768607" y="722231"/>
                  </a:lnTo>
                  <a:lnTo>
                    <a:pt x="1768658" y="722208"/>
                  </a:lnTo>
                  <a:lnTo>
                    <a:pt x="1768674" y="722188"/>
                  </a:lnTo>
                  <a:lnTo>
                    <a:pt x="1768691" y="722166"/>
                  </a:lnTo>
                  <a:lnTo>
                    <a:pt x="1768723" y="722025"/>
                  </a:lnTo>
                  <a:lnTo>
                    <a:pt x="1768722" y="722010"/>
                  </a:lnTo>
                  <a:lnTo>
                    <a:pt x="1768713" y="721847"/>
                  </a:lnTo>
                  <a:lnTo>
                    <a:pt x="1768708" y="721735"/>
                  </a:lnTo>
                  <a:lnTo>
                    <a:pt x="1768698" y="721414"/>
                  </a:lnTo>
                  <a:lnTo>
                    <a:pt x="1768733" y="721357"/>
                  </a:lnTo>
                  <a:lnTo>
                    <a:pt x="1768863" y="721257"/>
                  </a:lnTo>
                  <a:lnTo>
                    <a:pt x="1769075" y="721151"/>
                  </a:lnTo>
                  <a:lnTo>
                    <a:pt x="1769127" y="721130"/>
                  </a:lnTo>
                  <a:lnTo>
                    <a:pt x="1769407" y="721016"/>
                  </a:lnTo>
                  <a:lnTo>
                    <a:pt x="1769492" y="721005"/>
                  </a:lnTo>
                  <a:lnTo>
                    <a:pt x="1769636" y="720986"/>
                  </a:lnTo>
                  <a:lnTo>
                    <a:pt x="1769770" y="720869"/>
                  </a:lnTo>
                  <a:lnTo>
                    <a:pt x="1769795" y="720754"/>
                  </a:lnTo>
                  <a:lnTo>
                    <a:pt x="1769818" y="720697"/>
                  </a:lnTo>
                  <a:lnTo>
                    <a:pt x="1769895" y="720536"/>
                  </a:lnTo>
                  <a:lnTo>
                    <a:pt x="1769943" y="720482"/>
                  </a:lnTo>
                  <a:lnTo>
                    <a:pt x="1770013" y="720452"/>
                  </a:lnTo>
                  <a:lnTo>
                    <a:pt x="1770043" y="720448"/>
                  </a:lnTo>
                  <a:lnTo>
                    <a:pt x="1770082" y="720443"/>
                  </a:lnTo>
                  <a:lnTo>
                    <a:pt x="1770234" y="720420"/>
                  </a:lnTo>
                  <a:lnTo>
                    <a:pt x="1770237" y="720392"/>
                  </a:lnTo>
                  <a:lnTo>
                    <a:pt x="1770245" y="720277"/>
                  </a:lnTo>
                  <a:lnTo>
                    <a:pt x="1770391" y="720230"/>
                  </a:lnTo>
                  <a:lnTo>
                    <a:pt x="1770460" y="720213"/>
                  </a:lnTo>
                  <a:lnTo>
                    <a:pt x="1770534" y="720213"/>
                  </a:lnTo>
                  <a:lnTo>
                    <a:pt x="1770998" y="720213"/>
                  </a:lnTo>
                  <a:lnTo>
                    <a:pt x="1772300" y="720282"/>
                  </a:lnTo>
                  <a:lnTo>
                    <a:pt x="1772300" y="720307"/>
                  </a:lnTo>
                  <a:lnTo>
                    <a:pt x="1772300" y="720406"/>
                  </a:lnTo>
                  <a:lnTo>
                    <a:pt x="1772326" y="720409"/>
                  </a:lnTo>
                  <a:lnTo>
                    <a:pt x="1773485" y="720427"/>
                  </a:lnTo>
                  <a:lnTo>
                    <a:pt x="1773687" y="720430"/>
                  </a:lnTo>
                  <a:lnTo>
                    <a:pt x="1773700" y="720456"/>
                  </a:lnTo>
                  <a:lnTo>
                    <a:pt x="1773576" y="720936"/>
                  </a:lnTo>
                  <a:lnTo>
                    <a:pt x="1773564" y="720982"/>
                  </a:lnTo>
                  <a:lnTo>
                    <a:pt x="1773660" y="721203"/>
                  </a:lnTo>
                  <a:lnTo>
                    <a:pt x="1773670" y="721226"/>
                  </a:lnTo>
                  <a:lnTo>
                    <a:pt x="1773731" y="721364"/>
                  </a:lnTo>
                  <a:lnTo>
                    <a:pt x="1773891" y="721608"/>
                  </a:lnTo>
                  <a:lnTo>
                    <a:pt x="1773918" y="721647"/>
                  </a:lnTo>
                  <a:lnTo>
                    <a:pt x="1773971" y="721637"/>
                  </a:lnTo>
                  <a:lnTo>
                    <a:pt x="1773992" y="721633"/>
                  </a:lnTo>
                  <a:lnTo>
                    <a:pt x="1774002" y="721631"/>
                  </a:lnTo>
                  <a:lnTo>
                    <a:pt x="1774120" y="721612"/>
                  </a:lnTo>
                  <a:lnTo>
                    <a:pt x="1774151" y="721352"/>
                  </a:lnTo>
                  <a:lnTo>
                    <a:pt x="1774279" y="721215"/>
                  </a:lnTo>
                  <a:lnTo>
                    <a:pt x="1774590" y="721241"/>
                  </a:lnTo>
                  <a:lnTo>
                    <a:pt x="1774612" y="721051"/>
                  </a:lnTo>
                  <a:lnTo>
                    <a:pt x="1774684" y="720448"/>
                  </a:lnTo>
                  <a:lnTo>
                    <a:pt x="1774827" y="720450"/>
                  </a:lnTo>
                  <a:lnTo>
                    <a:pt x="1774923" y="720450"/>
                  </a:lnTo>
                  <a:lnTo>
                    <a:pt x="1774933" y="720394"/>
                  </a:lnTo>
                  <a:lnTo>
                    <a:pt x="1774997" y="720052"/>
                  </a:lnTo>
                  <a:lnTo>
                    <a:pt x="1776946" y="720013"/>
                  </a:lnTo>
                  <a:lnTo>
                    <a:pt x="1776983" y="720035"/>
                  </a:lnTo>
                  <a:lnTo>
                    <a:pt x="1776962" y="720718"/>
                  </a:lnTo>
                  <a:lnTo>
                    <a:pt x="1776956" y="720935"/>
                  </a:lnTo>
                  <a:lnTo>
                    <a:pt x="1776944" y="721343"/>
                  </a:lnTo>
                  <a:lnTo>
                    <a:pt x="1776934" y="721674"/>
                  </a:lnTo>
                  <a:lnTo>
                    <a:pt x="1776896" y="722025"/>
                  </a:lnTo>
                  <a:lnTo>
                    <a:pt x="1776871" y="722254"/>
                  </a:lnTo>
                  <a:lnTo>
                    <a:pt x="1776853" y="722417"/>
                  </a:lnTo>
                  <a:lnTo>
                    <a:pt x="1776743" y="722665"/>
                  </a:lnTo>
                  <a:lnTo>
                    <a:pt x="1776712" y="722736"/>
                  </a:lnTo>
                  <a:lnTo>
                    <a:pt x="1776709" y="723016"/>
                  </a:lnTo>
                  <a:lnTo>
                    <a:pt x="1776708" y="723035"/>
                  </a:lnTo>
                  <a:lnTo>
                    <a:pt x="1776765" y="723095"/>
                  </a:lnTo>
                  <a:lnTo>
                    <a:pt x="1776826" y="723158"/>
                  </a:lnTo>
                  <a:lnTo>
                    <a:pt x="1776890" y="723180"/>
                  </a:lnTo>
                  <a:lnTo>
                    <a:pt x="1777013" y="723223"/>
                  </a:lnTo>
                  <a:lnTo>
                    <a:pt x="1777320" y="723264"/>
                  </a:lnTo>
                  <a:lnTo>
                    <a:pt x="1777357" y="723267"/>
                  </a:lnTo>
                  <a:lnTo>
                    <a:pt x="1777385" y="723207"/>
                  </a:lnTo>
                  <a:lnTo>
                    <a:pt x="1777376" y="723145"/>
                  </a:lnTo>
                  <a:lnTo>
                    <a:pt x="1777355" y="723004"/>
                  </a:lnTo>
                  <a:lnTo>
                    <a:pt x="1777339" y="722983"/>
                  </a:lnTo>
                  <a:lnTo>
                    <a:pt x="1777317" y="722955"/>
                  </a:lnTo>
                  <a:lnTo>
                    <a:pt x="1777294" y="722926"/>
                  </a:lnTo>
                  <a:lnTo>
                    <a:pt x="1777272" y="722882"/>
                  </a:lnTo>
                  <a:lnTo>
                    <a:pt x="1777249" y="722836"/>
                  </a:lnTo>
                  <a:lnTo>
                    <a:pt x="1777210" y="722758"/>
                  </a:lnTo>
                  <a:lnTo>
                    <a:pt x="1777195" y="722709"/>
                  </a:lnTo>
                  <a:lnTo>
                    <a:pt x="1777162" y="722598"/>
                  </a:lnTo>
                  <a:lnTo>
                    <a:pt x="1777148" y="722547"/>
                  </a:lnTo>
                  <a:lnTo>
                    <a:pt x="1777148" y="722542"/>
                  </a:lnTo>
                  <a:lnTo>
                    <a:pt x="1777165" y="722516"/>
                  </a:lnTo>
                  <a:lnTo>
                    <a:pt x="1777220" y="722543"/>
                  </a:lnTo>
                  <a:lnTo>
                    <a:pt x="1777239" y="722558"/>
                  </a:lnTo>
                  <a:lnTo>
                    <a:pt x="1777249" y="722537"/>
                  </a:lnTo>
                  <a:lnTo>
                    <a:pt x="1777261" y="722504"/>
                  </a:lnTo>
                  <a:lnTo>
                    <a:pt x="1777271" y="722478"/>
                  </a:lnTo>
                  <a:lnTo>
                    <a:pt x="1777283" y="722422"/>
                  </a:lnTo>
                  <a:lnTo>
                    <a:pt x="1777315" y="722268"/>
                  </a:lnTo>
                  <a:lnTo>
                    <a:pt x="1777331" y="722264"/>
                  </a:lnTo>
                  <a:lnTo>
                    <a:pt x="1777336" y="722249"/>
                  </a:lnTo>
                  <a:lnTo>
                    <a:pt x="1777378" y="722067"/>
                  </a:lnTo>
                  <a:lnTo>
                    <a:pt x="1777383" y="722009"/>
                  </a:lnTo>
                  <a:lnTo>
                    <a:pt x="1777387" y="721999"/>
                  </a:lnTo>
                  <a:lnTo>
                    <a:pt x="1777392" y="721981"/>
                  </a:lnTo>
                  <a:lnTo>
                    <a:pt x="1777440" y="721827"/>
                  </a:lnTo>
                  <a:lnTo>
                    <a:pt x="1777454" y="721785"/>
                  </a:lnTo>
                  <a:lnTo>
                    <a:pt x="1777493" y="721762"/>
                  </a:lnTo>
                  <a:lnTo>
                    <a:pt x="1777613" y="721695"/>
                  </a:lnTo>
                  <a:lnTo>
                    <a:pt x="1777672" y="721653"/>
                  </a:lnTo>
                  <a:lnTo>
                    <a:pt x="1777710" y="721618"/>
                  </a:lnTo>
                  <a:lnTo>
                    <a:pt x="1777746" y="721585"/>
                  </a:lnTo>
                  <a:lnTo>
                    <a:pt x="1777785" y="721554"/>
                  </a:lnTo>
                  <a:lnTo>
                    <a:pt x="1777884" y="721473"/>
                  </a:lnTo>
                  <a:lnTo>
                    <a:pt x="1778008" y="721375"/>
                  </a:lnTo>
                  <a:lnTo>
                    <a:pt x="1778049" y="721321"/>
                  </a:lnTo>
                  <a:lnTo>
                    <a:pt x="1778055" y="721316"/>
                  </a:lnTo>
                  <a:lnTo>
                    <a:pt x="1778046" y="721300"/>
                  </a:lnTo>
                  <a:lnTo>
                    <a:pt x="1778041" y="721292"/>
                  </a:lnTo>
                  <a:lnTo>
                    <a:pt x="1778037" y="721286"/>
                  </a:lnTo>
                  <a:lnTo>
                    <a:pt x="1777948" y="721147"/>
                  </a:lnTo>
                  <a:lnTo>
                    <a:pt x="1777897" y="721066"/>
                  </a:lnTo>
                  <a:lnTo>
                    <a:pt x="1777877" y="721035"/>
                  </a:lnTo>
                  <a:lnTo>
                    <a:pt x="1777877" y="721027"/>
                  </a:lnTo>
                  <a:lnTo>
                    <a:pt x="1777879" y="721023"/>
                  </a:lnTo>
                  <a:lnTo>
                    <a:pt x="1777899" y="721011"/>
                  </a:lnTo>
                  <a:lnTo>
                    <a:pt x="1777899" y="720976"/>
                  </a:lnTo>
                  <a:lnTo>
                    <a:pt x="1777965" y="720933"/>
                  </a:lnTo>
                  <a:lnTo>
                    <a:pt x="1777995" y="720909"/>
                  </a:lnTo>
                  <a:lnTo>
                    <a:pt x="1778009" y="720896"/>
                  </a:lnTo>
                  <a:lnTo>
                    <a:pt x="1778128" y="720824"/>
                  </a:lnTo>
                  <a:lnTo>
                    <a:pt x="1778185" y="720790"/>
                  </a:lnTo>
                  <a:lnTo>
                    <a:pt x="1778352" y="720688"/>
                  </a:lnTo>
                  <a:lnTo>
                    <a:pt x="1778362" y="720682"/>
                  </a:lnTo>
                  <a:lnTo>
                    <a:pt x="1778383" y="720670"/>
                  </a:lnTo>
                  <a:lnTo>
                    <a:pt x="1778411" y="720652"/>
                  </a:lnTo>
                  <a:lnTo>
                    <a:pt x="1778485" y="720607"/>
                  </a:lnTo>
                  <a:lnTo>
                    <a:pt x="1778525" y="720583"/>
                  </a:lnTo>
                  <a:lnTo>
                    <a:pt x="1778543" y="720572"/>
                  </a:lnTo>
                  <a:lnTo>
                    <a:pt x="1778694" y="720503"/>
                  </a:lnTo>
                  <a:lnTo>
                    <a:pt x="1778653" y="720437"/>
                  </a:lnTo>
                  <a:lnTo>
                    <a:pt x="1778430" y="720082"/>
                  </a:lnTo>
                  <a:lnTo>
                    <a:pt x="1779178" y="719722"/>
                  </a:lnTo>
                  <a:lnTo>
                    <a:pt x="1779604" y="719517"/>
                  </a:lnTo>
                  <a:lnTo>
                    <a:pt x="1779791" y="719427"/>
                  </a:lnTo>
                  <a:lnTo>
                    <a:pt x="1779791" y="719711"/>
                  </a:lnTo>
                  <a:lnTo>
                    <a:pt x="1781708" y="719521"/>
                  </a:lnTo>
                  <a:lnTo>
                    <a:pt x="1781664" y="719931"/>
                  </a:lnTo>
                  <a:lnTo>
                    <a:pt x="1781687" y="720211"/>
                  </a:lnTo>
                  <a:lnTo>
                    <a:pt x="1781702" y="720385"/>
                  </a:lnTo>
                  <a:lnTo>
                    <a:pt x="1781724" y="720391"/>
                  </a:lnTo>
                  <a:lnTo>
                    <a:pt x="1782887" y="720283"/>
                  </a:lnTo>
                  <a:lnTo>
                    <a:pt x="1782858" y="719687"/>
                  </a:lnTo>
                  <a:lnTo>
                    <a:pt x="1782845" y="719442"/>
                  </a:lnTo>
                  <a:lnTo>
                    <a:pt x="1783519" y="719385"/>
                  </a:lnTo>
                  <a:lnTo>
                    <a:pt x="1783573" y="719783"/>
                  </a:lnTo>
                  <a:lnTo>
                    <a:pt x="1783583" y="719860"/>
                  </a:lnTo>
                  <a:lnTo>
                    <a:pt x="1783733" y="720217"/>
                  </a:lnTo>
                  <a:lnTo>
                    <a:pt x="1783780" y="720215"/>
                  </a:lnTo>
                  <a:lnTo>
                    <a:pt x="1784045" y="720182"/>
                  </a:lnTo>
                  <a:lnTo>
                    <a:pt x="1784105" y="720174"/>
                  </a:lnTo>
                  <a:lnTo>
                    <a:pt x="1784642" y="720106"/>
                  </a:lnTo>
                  <a:lnTo>
                    <a:pt x="1784607" y="719436"/>
                  </a:lnTo>
                  <a:lnTo>
                    <a:pt x="1784673" y="719278"/>
                  </a:lnTo>
                  <a:lnTo>
                    <a:pt x="1784883" y="719121"/>
                  </a:lnTo>
                  <a:lnTo>
                    <a:pt x="1784952" y="719070"/>
                  </a:lnTo>
                  <a:lnTo>
                    <a:pt x="1785631" y="718560"/>
                  </a:lnTo>
                  <a:lnTo>
                    <a:pt x="1785649" y="718529"/>
                  </a:lnTo>
                  <a:lnTo>
                    <a:pt x="1785654" y="718139"/>
                  </a:lnTo>
                  <a:lnTo>
                    <a:pt x="1785687" y="718086"/>
                  </a:lnTo>
                  <a:lnTo>
                    <a:pt x="1786031" y="717798"/>
                  </a:lnTo>
                  <a:lnTo>
                    <a:pt x="1786155" y="717695"/>
                  </a:lnTo>
                  <a:lnTo>
                    <a:pt x="1786455" y="717480"/>
                  </a:lnTo>
                  <a:lnTo>
                    <a:pt x="1786847" y="717221"/>
                  </a:lnTo>
                  <a:lnTo>
                    <a:pt x="1786852" y="717372"/>
                  </a:lnTo>
                  <a:lnTo>
                    <a:pt x="1787055" y="717290"/>
                  </a:lnTo>
                  <a:lnTo>
                    <a:pt x="1787087" y="717271"/>
                  </a:lnTo>
                  <a:lnTo>
                    <a:pt x="1787184" y="717201"/>
                  </a:lnTo>
                  <a:lnTo>
                    <a:pt x="1787244" y="717163"/>
                  </a:lnTo>
                  <a:lnTo>
                    <a:pt x="1787335" y="717106"/>
                  </a:lnTo>
                  <a:lnTo>
                    <a:pt x="1787994" y="716692"/>
                  </a:lnTo>
                  <a:lnTo>
                    <a:pt x="1788078" y="716609"/>
                  </a:lnTo>
                  <a:lnTo>
                    <a:pt x="1788115" y="716552"/>
                  </a:lnTo>
                  <a:lnTo>
                    <a:pt x="1788182" y="716447"/>
                  </a:lnTo>
                  <a:lnTo>
                    <a:pt x="1788187" y="716372"/>
                  </a:lnTo>
                  <a:lnTo>
                    <a:pt x="1787761" y="716122"/>
                  </a:lnTo>
                  <a:lnTo>
                    <a:pt x="1787646" y="716120"/>
                  </a:lnTo>
                  <a:lnTo>
                    <a:pt x="1787644" y="716071"/>
                  </a:lnTo>
                  <a:lnTo>
                    <a:pt x="1787789" y="716075"/>
                  </a:lnTo>
                  <a:lnTo>
                    <a:pt x="1788228" y="716324"/>
                  </a:lnTo>
                  <a:lnTo>
                    <a:pt x="1788288" y="716255"/>
                  </a:lnTo>
                  <a:lnTo>
                    <a:pt x="1788307" y="716233"/>
                  </a:lnTo>
                  <a:lnTo>
                    <a:pt x="1788690" y="715816"/>
                  </a:lnTo>
                  <a:lnTo>
                    <a:pt x="1788738" y="715777"/>
                  </a:lnTo>
                  <a:lnTo>
                    <a:pt x="1788770" y="715750"/>
                  </a:lnTo>
                  <a:lnTo>
                    <a:pt x="1788937" y="715613"/>
                  </a:lnTo>
                  <a:lnTo>
                    <a:pt x="1789424" y="715481"/>
                  </a:lnTo>
                  <a:lnTo>
                    <a:pt x="1789308" y="715208"/>
                  </a:lnTo>
                  <a:lnTo>
                    <a:pt x="1789365" y="715193"/>
                  </a:lnTo>
                  <a:lnTo>
                    <a:pt x="1789524" y="715149"/>
                  </a:lnTo>
                  <a:lnTo>
                    <a:pt x="1789726" y="715036"/>
                  </a:lnTo>
                  <a:lnTo>
                    <a:pt x="1789919" y="714720"/>
                  </a:lnTo>
                  <a:lnTo>
                    <a:pt x="1789991" y="714225"/>
                  </a:lnTo>
                  <a:lnTo>
                    <a:pt x="1789502" y="714228"/>
                  </a:lnTo>
                  <a:lnTo>
                    <a:pt x="1789518" y="714133"/>
                  </a:lnTo>
                  <a:lnTo>
                    <a:pt x="1789546" y="713974"/>
                  </a:lnTo>
                  <a:lnTo>
                    <a:pt x="1790255" y="714089"/>
                  </a:lnTo>
                  <a:lnTo>
                    <a:pt x="1790273" y="714036"/>
                  </a:lnTo>
                  <a:lnTo>
                    <a:pt x="1790332" y="713858"/>
                  </a:lnTo>
                  <a:lnTo>
                    <a:pt x="1790355" y="713846"/>
                  </a:lnTo>
                  <a:lnTo>
                    <a:pt x="1790378" y="713868"/>
                  </a:lnTo>
                  <a:lnTo>
                    <a:pt x="1790380" y="713736"/>
                  </a:lnTo>
                  <a:lnTo>
                    <a:pt x="1790424" y="713327"/>
                  </a:lnTo>
                  <a:lnTo>
                    <a:pt x="1790409" y="713324"/>
                  </a:lnTo>
                  <a:lnTo>
                    <a:pt x="1789942" y="713230"/>
                  </a:lnTo>
                  <a:lnTo>
                    <a:pt x="1789888" y="713090"/>
                  </a:lnTo>
                  <a:lnTo>
                    <a:pt x="1789838" y="712960"/>
                  </a:lnTo>
                  <a:lnTo>
                    <a:pt x="1789841" y="712795"/>
                  </a:lnTo>
                  <a:lnTo>
                    <a:pt x="1789952" y="712510"/>
                  </a:lnTo>
                  <a:lnTo>
                    <a:pt x="1789967" y="712473"/>
                  </a:lnTo>
                  <a:lnTo>
                    <a:pt x="1790021" y="712484"/>
                  </a:lnTo>
                  <a:lnTo>
                    <a:pt x="1790072" y="712494"/>
                  </a:lnTo>
                  <a:lnTo>
                    <a:pt x="1790056" y="712609"/>
                  </a:lnTo>
                  <a:lnTo>
                    <a:pt x="1790213" y="712683"/>
                  </a:lnTo>
                  <a:lnTo>
                    <a:pt x="1790247" y="712699"/>
                  </a:lnTo>
                  <a:lnTo>
                    <a:pt x="1790334" y="712740"/>
                  </a:lnTo>
                  <a:lnTo>
                    <a:pt x="1790498" y="712764"/>
                  </a:lnTo>
                  <a:lnTo>
                    <a:pt x="1790557" y="712563"/>
                  </a:lnTo>
                  <a:lnTo>
                    <a:pt x="1790435" y="712547"/>
                  </a:lnTo>
                  <a:lnTo>
                    <a:pt x="1790443" y="712462"/>
                  </a:lnTo>
                  <a:lnTo>
                    <a:pt x="1790682" y="712467"/>
                  </a:lnTo>
                  <a:lnTo>
                    <a:pt x="1790651" y="712331"/>
                  </a:lnTo>
                  <a:lnTo>
                    <a:pt x="1790596" y="712268"/>
                  </a:lnTo>
                  <a:lnTo>
                    <a:pt x="1790396" y="712037"/>
                  </a:lnTo>
                  <a:lnTo>
                    <a:pt x="1790156" y="712006"/>
                  </a:lnTo>
                  <a:lnTo>
                    <a:pt x="1789907" y="712052"/>
                  </a:lnTo>
                  <a:lnTo>
                    <a:pt x="1789887" y="711986"/>
                  </a:lnTo>
                  <a:lnTo>
                    <a:pt x="1789885" y="711979"/>
                  </a:lnTo>
                  <a:lnTo>
                    <a:pt x="1789807" y="711691"/>
                  </a:lnTo>
                  <a:lnTo>
                    <a:pt x="1789641" y="711379"/>
                  </a:lnTo>
                  <a:lnTo>
                    <a:pt x="1789550" y="711280"/>
                  </a:lnTo>
                  <a:lnTo>
                    <a:pt x="1789607" y="711063"/>
                  </a:lnTo>
                  <a:lnTo>
                    <a:pt x="1789620" y="711017"/>
                  </a:lnTo>
                  <a:lnTo>
                    <a:pt x="1789625" y="710988"/>
                  </a:lnTo>
                  <a:lnTo>
                    <a:pt x="1789621" y="710983"/>
                  </a:lnTo>
                  <a:lnTo>
                    <a:pt x="1789573" y="710925"/>
                  </a:lnTo>
                  <a:lnTo>
                    <a:pt x="1789496" y="710845"/>
                  </a:lnTo>
                  <a:lnTo>
                    <a:pt x="1789158" y="711034"/>
                  </a:lnTo>
                  <a:lnTo>
                    <a:pt x="1789087" y="711377"/>
                  </a:lnTo>
                  <a:lnTo>
                    <a:pt x="1788889" y="711334"/>
                  </a:lnTo>
                  <a:lnTo>
                    <a:pt x="1788856" y="711327"/>
                  </a:lnTo>
                  <a:lnTo>
                    <a:pt x="1788852" y="711325"/>
                  </a:lnTo>
                  <a:lnTo>
                    <a:pt x="1788699" y="711250"/>
                  </a:lnTo>
                  <a:lnTo>
                    <a:pt x="1788365" y="710911"/>
                  </a:lnTo>
                  <a:lnTo>
                    <a:pt x="1788450" y="710727"/>
                  </a:lnTo>
                  <a:lnTo>
                    <a:pt x="1788435" y="710691"/>
                  </a:lnTo>
                  <a:lnTo>
                    <a:pt x="1788007" y="710456"/>
                  </a:lnTo>
                  <a:lnTo>
                    <a:pt x="1787892" y="710372"/>
                  </a:lnTo>
                  <a:lnTo>
                    <a:pt x="1788076" y="710144"/>
                  </a:lnTo>
                  <a:lnTo>
                    <a:pt x="1788078" y="710139"/>
                  </a:lnTo>
                  <a:lnTo>
                    <a:pt x="1788118" y="710039"/>
                  </a:lnTo>
                  <a:lnTo>
                    <a:pt x="1788188" y="709704"/>
                  </a:lnTo>
                  <a:lnTo>
                    <a:pt x="1788210" y="709550"/>
                  </a:lnTo>
                  <a:lnTo>
                    <a:pt x="1788217" y="709501"/>
                  </a:lnTo>
                  <a:lnTo>
                    <a:pt x="1788048" y="709373"/>
                  </a:lnTo>
                  <a:lnTo>
                    <a:pt x="1788023" y="709317"/>
                  </a:lnTo>
                  <a:lnTo>
                    <a:pt x="1788018" y="709254"/>
                  </a:lnTo>
                  <a:lnTo>
                    <a:pt x="1788040" y="709214"/>
                  </a:lnTo>
                  <a:lnTo>
                    <a:pt x="1788121" y="709157"/>
                  </a:lnTo>
                  <a:lnTo>
                    <a:pt x="1788261" y="709099"/>
                  </a:lnTo>
                  <a:lnTo>
                    <a:pt x="1788407" y="709098"/>
                  </a:lnTo>
                  <a:lnTo>
                    <a:pt x="1788623" y="709060"/>
                  </a:lnTo>
                  <a:lnTo>
                    <a:pt x="1789037" y="708931"/>
                  </a:lnTo>
                  <a:lnTo>
                    <a:pt x="1789184" y="708905"/>
                  </a:lnTo>
                  <a:lnTo>
                    <a:pt x="1789312" y="708883"/>
                  </a:lnTo>
                  <a:lnTo>
                    <a:pt x="1789400" y="708881"/>
                  </a:lnTo>
                  <a:lnTo>
                    <a:pt x="1789831" y="708861"/>
                  </a:lnTo>
                  <a:lnTo>
                    <a:pt x="1790721" y="708807"/>
                  </a:lnTo>
                  <a:lnTo>
                    <a:pt x="1791320" y="708679"/>
                  </a:lnTo>
                  <a:lnTo>
                    <a:pt x="1791617" y="708581"/>
                  </a:lnTo>
                  <a:lnTo>
                    <a:pt x="1791760" y="708514"/>
                  </a:lnTo>
                  <a:lnTo>
                    <a:pt x="1792001" y="708327"/>
                  </a:lnTo>
                  <a:lnTo>
                    <a:pt x="1792026" y="708251"/>
                  </a:lnTo>
                  <a:lnTo>
                    <a:pt x="1792029" y="708243"/>
                  </a:lnTo>
                  <a:lnTo>
                    <a:pt x="1792070" y="708074"/>
                  </a:lnTo>
                  <a:lnTo>
                    <a:pt x="1792084" y="708018"/>
                  </a:lnTo>
                  <a:lnTo>
                    <a:pt x="1792085" y="707996"/>
                  </a:lnTo>
                  <a:lnTo>
                    <a:pt x="1791937" y="707919"/>
                  </a:lnTo>
                  <a:lnTo>
                    <a:pt x="1791874" y="707887"/>
                  </a:lnTo>
                  <a:lnTo>
                    <a:pt x="1791905" y="707624"/>
                  </a:lnTo>
                  <a:lnTo>
                    <a:pt x="1791906" y="707618"/>
                  </a:lnTo>
                  <a:lnTo>
                    <a:pt x="1791937" y="707357"/>
                  </a:lnTo>
                  <a:lnTo>
                    <a:pt x="1791947" y="707341"/>
                  </a:lnTo>
                  <a:lnTo>
                    <a:pt x="1792466" y="707343"/>
                  </a:lnTo>
                  <a:lnTo>
                    <a:pt x="1792466" y="707300"/>
                  </a:lnTo>
                  <a:lnTo>
                    <a:pt x="1792466" y="707250"/>
                  </a:lnTo>
                  <a:lnTo>
                    <a:pt x="1792453" y="707226"/>
                  </a:lnTo>
                  <a:lnTo>
                    <a:pt x="1792427" y="707178"/>
                  </a:lnTo>
                  <a:lnTo>
                    <a:pt x="1792278" y="707179"/>
                  </a:lnTo>
                  <a:lnTo>
                    <a:pt x="1792255" y="707132"/>
                  </a:lnTo>
                  <a:lnTo>
                    <a:pt x="1792430" y="707059"/>
                  </a:lnTo>
                  <a:lnTo>
                    <a:pt x="1792667" y="707060"/>
                  </a:lnTo>
                  <a:lnTo>
                    <a:pt x="1793194" y="707062"/>
                  </a:lnTo>
                  <a:lnTo>
                    <a:pt x="1793205" y="707331"/>
                  </a:lnTo>
                  <a:lnTo>
                    <a:pt x="1794075" y="707154"/>
                  </a:lnTo>
                  <a:lnTo>
                    <a:pt x="1794297" y="707074"/>
                  </a:lnTo>
                  <a:lnTo>
                    <a:pt x="1794481" y="706978"/>
                  </a:lnTo>
                  <a:lnTo>
                    <a:pt x="1794639" y="706874"/>
                  </a:lnTo>
                  <a:lnTo>
                    <a:pt x="1794647" y="706869"/>
                  </a:lnTo>
                  <a:lnTo>
                    <a:pt x="1794729" y="706810"/>
                  </a:lnTo>
                  <a:lnTo>
                    <a:pt x="1794803" y="706717"/>
                  </a:lnTo>
                  <a:lnTo>
                    <a:pt x="1794840" y="706549"/>
                  </a:lnTo>
                  <a:lnTo>
                    <a:pt x="1794824" y="706521"/>
                  </a:lnTo>
                  <a:lnTo>
                    <a:pt x="1794784" y="706503"/>
                  </a:lnTo>
                  <a:lnTo>
                    <a:pt x="1794753" y="706501"/>
                  </a:lnTo>
                  <a:lnTo>
                    <a:pt x="1794722" y="706499"/>
                  </a:lnTo>
                  <a:lnTo>
                    <a:pt x="1794702" y="706466"/>
                  </a:lnTo>
                  <a:lnTo>
                    <a:pt x="1794734" y="706427"/>
                  </a:lnTo>
                  <a:lnTo>
                    <a:pt x="1795192" y="706409"/>
                  </a:lnTo>
                  <a:lnTo>
                    <a:pt x="1795799" y="706386"/>
                  </a:lnTo>
                  <a:lnTo>
                    <a:pt x="1796422" y="706308"/>
                  </a:lnTo>
                  <a:lnTo>
                    <a:pt x="1796503" y="706298"/>
                  </a:lnTo>
                  <a:lnTo>
                    <a:pt x="1796512" y="706297"/>
                  </a:lnTo>
                  <a:lnTo>
                    <a:pt x="1796951" y="706213"/>
                  </a:lnTo>
                  <a:lnTo>
                    <a:pt x="1797383" y="706071"/>
                  </a:lnTo>
                  <a:lnTo>
                    <a:pt x="1797464" y="706045"/>
                  </a:lnTo>
                  <a:lnTo>
                    <a:pt x="1797577" y="705983"/>
                  </a:lnTo>
                  <a:lnTo>
                    <a:pt x="1797704" y="705881"/>
                  </a:lnTo>
                  <a:lnTo>
                    <a:pt x="1797744" y="705741"/>
                  </a:lnTo>
                  <a:lnTo>
                    <a:pt x="1797748" y="705658"/>
                  </a:lnTo>
                  <a:lnTo>
                    <a:pt x="1797718" y="705551"/>
                  </a:lnTo>
                  <a:lnTo>
                    <a:pt x="1797709" y="705454"/>
                  </a:lnTo>
                  <a:lnTo>
                    <a:pt x="1797719" y="705424"/>
                  </a:lnTo>
                  <a:lnTo>
                    <a:pt x="1797747" y="705404"/>
                  </a:lnTo>
                  <a:lnTo>
                    <a:pt x="1797763" y="705403"/>
                  </a:lnTo>
                  <a:lnTo>
                    <a:pt x="1797958" y="705385"/>
                  </a:lnTo>
                  <a:lnTo>
                    <a:pt x="1798211" y="705323"/>
                  </a:lnTo>
                  <a:lnTo>
                    <a:pt x="1798460" y="705228"/>
                  </a:lnTo>
                  <a:lnTo>
                    <a:pt x="1798907" y="705057"/>
                  </a:lnTo>
                  <a:lnTo>
                    <a:pt x="1799014" y="705022"/>
                  </a:lnTo>
                  <a:lnTo>
                    <a:pt x="1799165" y="704973"/>
                  </a:lnTo>
                  <a:lnTo>
                    <a:pt x="1799362" y="704908"/>
                  </a:lnTo>
                  <a:lnTo>
                    <a:pt x="1799599" y="704808"/>
                  </a:lnTo>
                  <a:lnTo>
                    <a:pt x="1799872" y="704692"/>
                  </a:lnTo>
                  <a:lnTo>
                    <a:pt x="1799900" y="704678"/>
                  </a:lnTo>
                  <a:lnTo>
                    <a:pt x="1800131" y="704562"/>
                  </a:lnTo>
                  <a:lnTo>
                    <a:pt x="1800243" y="704499"/>
                  </a:lnTo>
                  <a:lnTo>
                    <a:pt x="1800499" y="704355"/>
                  </a:lnTo>
                  <a:lnTo>
                    <a:pt x="1800801" y="704122"/>
                  </a:lnTo>
                  <a:lnTo>
                    <a:pt x="1801680" y="703302"/>
                  </a:lnTo>
                  <a:lnTo>
                    <a:pt x="1802611" y="702544"/>
                  </a:lnTo>
                  <a:lnTo>
                    <a:pt x="1802853" y="702314"/>
                  </a:lnTo>
                  <a:lnTo>
                    <a:pt x="1802952" y="702199"/>
                  </a:lnTo>
                  <a:lnTo>
                    <a:pt x="1802965" y="702172"/>
                  </a:lnTo>
                  <a:lnTo>
                    <a:pt x="1803016" y="702064"/>
                  </a:lnTo>
                  <a:lnTo>
                    <a:pt x="1803153" y="701862"/>
                  </a:lnTo>
                  <a:lnTo>
                    <a:pt x="1803345" y="701649"/>
                  </a:lnTo>
                  <a:lnTo>
                    <a:pt x="1803542" y="701431"/>
                  </a:lnTo>
                  <a:lnTo>
                    <a:pt x="1803619" y="701355"/>
                  </a:lnTo>
                  <a:lnTo>
                    <a:pt x="1803646" y="701329"/>
                  </a:lnTo>
                  <a:lnTo>
                    <a:pt x="1803707" y="701269"/>
                  </a:lnTo>
                  <a:lnTo>
                    <a:pt x="1803736" y="701241"/>
                  </a:lnTo>
                  <a:lnTo>
                    <a:pt x="1803754" y="701227"/>
                  </a:lnTo>
                  <a:lnTo>
                    <a:pt x="1803768" y="701215"/>
                  </a:lnTo>
                  <a:lnTo>
                    <a:pt x="1803778" y="701210"/>
                  </a:lnTo>
                  <a:lnTo>
                    <a:pt x="1803754" y="701177"/>
                  </a:lnTo>
                  <a:lnTo>
                    <a:pt x="1803731" y="701145"/>
                  </a:lnTo>
                  <a:lnTo>
                    <a:pt x="1803571" y="700924"/>
                  </a:lnTo>
                  <a:lnTo>
                    <a:pt x="1803407" y="700756"/>
                  </a:lnTo>
                  <a:lnTo>
                    <a:pt x="1802334" y="699660"/>
                  </a:lnTo>
                  <a:lnTo>
                    <a:pt x="1802313" y="699592"/>
                  </a:lnTo>
                  <a:lnTo>
                    <a:pt x="1802338" y="699518"/>
                  </a:lnTo>
                  <a:lnTo>
                    <a:pt x="1802775" y="699153"/>
                  </a:lnTo>
                  <a:lnTo>
                    <a:pt x="1803280" y="698732"/>
                  </a:lnTo>
                  <a:lnTo>
                    <a:pt x="1803606" y="698460"/>
                  </a:lnTo>
                  <a:lnTo>
                    <a:pt x="1803863" y="698245"/>
                  </a:lnTo>
                  <a:lnTo>
                    <a:pt x="1806165" y="698254"/>
                  </a:lnTo>
                  <a:lnTo>
                    <a:pt x="1806257" y="698255"/>
                  </a:lnTo>
                  <a:lnTo>
                    <a:pt x="1806341" y="697899"/>
                  </a:lnTo>
                  <a:lnTo>
                    <a:pt x="1806377" y="697748"/>
                  </a:lnTo>
                  <a:lnTo>
                    <a:pt x="1806372" y="697590"/>
                  </a:lnTo>
                  <a:lnTo>
                    <a:pt x="1806371" y="697578"/>
                  </a:lnTo>
                  <a:lnTo>
                    <a:pt x="1806374" y="697574"/>
                  </a:lnTo>
                  <a:lnTo>
                    <a:pt x="1806506" y="697378"/>
                  </a:lnTo>
                  <a:lnTo>
                    <a:pt x="1806574" y="697365"/>
                  </a:lnTo>
                  <a:lnTo>
                    <a:pt x="1806615" y="697357"/>
                  </a:lnTo>
                  <a:lnTo>
                    <a:pt x="1806795" y="697251"/>
                  </a:lnTo>
                  <a:lnTo>
                    <a:pt x="1806809" y="697182"/>
                  </a:lnTo>
                  <a:lnTo>
                    <a:pt x="1806806" y="697054"/>
                  </a:lnTo>
                  <a:lnTo>
                    <a:pt x="1806704" y="696779"/>
                  </a:lnTo>
                  <a:lnTo>
                    <a:pt x="1806304" y="696425"/>
                  </a:lnTo>
                  <a:lnTo>
                    <a:pt x="1806278" y="696401"/>
                  </a:lnTo>
                  <a:lnTo>
                    <a:pt x="1806222" y="696352"/>
                  </a:lnTo>
                  <a:lnTo>
                    <a:pt x="1806218" y="696356"/>
                  </a:lnTo>
                  <a:lnTo>
                    <a:pt x="1805938" y="696604"/>
                  </a:lnTo>
                  <a:lnTo>
                    <a:pt x="1805948" y="696709"/>
                  </a:lnTo>
                  <a:lnTo>
                    <a:pt x="1805994" y="697173"/>
                  </a:lnTo>
                  <a:lnTo>
                    <a:pt x="1805429" y="697209"/>
                  </a:lnTo>
                  <a:lnTo>
                    <a:pt x="1805156" y="696924"/>
                  </a:lnTo>
                  <a:lnTo>
                    <a:pt x="1805379" y="696768"/>
                  </a:lnTo>
                  <a:lnTo>
                    <a:pt x="1805350" y="696450"/>
                  </a:lnTo>
                  <a:lnTo>
                    <a:pt x="1805684" y="696427"/>
                  </a:lnTo>
                  <a:lnTo>
                    <a:pt x="1805750" y="696422"/>
                  </a:lnTo>
                  <a:lnTo>
                    <a:pt x="1806035" y="696219"/>
                  </a:lnTo>
                  <a:lnTo>
                    <a:pt x="1806086" y="696162"/>
                  </a:lnTo>
                  <a:lnTo>
                    <a:pt x="1806094" y="696123"/>
                  </a:lnTo>
                  <a:lnTo>
                    <a:pt x="1806075" y="696092"/>
                  </a:lnTo>
                  <a:lnTo>
                    <a:pt x="1805978" y="696014"/>
                  </a:lnTo>
                  <a:lnTo>
                    <a:pt x="1805537" y="696026"/>
                  </a:lnTo>
                  <a:lnTo>
                    <a:pt x="1805247" y="696048"/>
                  </a:lnTo>
                  <a:lnTo>
                    <a:pt x="1805259" y="696354"/>
                  </a:lnTo>
                  <a:lnTo>
                    <a:pt x="1805159" y="696376"/>
                  </a:lnTo>
                  <a:lnTo>
                    <a:pt x="1805150" y="696372"/>
                  </a:lnTo>
                  <a:lnTo>
                    <a:pt x="1804811" y="696218"/>
                  </a:lnTo>
                  <a:lnTo>
                    <a:pt x="1804800" y="696039"/>
                  </a:lnTo>
                  <a:lnTo>
                    <a:pt x="1804492" y="695990"/>
                  </a:lnTo>
                  <a:lnTo>
                    <a:pt x="1804444" y="695997"/>
                  </a:lnTo>
                  <a:lnTo>
                    <a:pt x="1804234" y="696029"/>
                  </a:lnTo>
                  <a:lnTo>
                    <a:pt x="1804157" y="696051"/>
                  </a:lnTo>
                  <a:lnTo>
                    <a:pt x="1804146" y="696054"/>
                  </a:lnTo>
                  <a:lnTo>
                    <a:pt x="1804092" y="696070"/>
                  </a:lnTo>
                  <a:lnTo>
                    <a:pt x="1803965" y="696106"/>
                  </a:lnTo>
                  <a:lnTo>
                    <a:pt x="1803804" y="696244"/>
                  </a:lnTo>
                  <a:lnTo>
                    <a:pt x="1803677" y="696242"/>
                  </a:lnTo>
                  <a:lnTo>
                    <a:pt x="1803075" y="695955"/>
                  </a:lnTo>
                  <a:lnTo>
                    <a:pt x="1803031" y="695947"/>
                  </a:lnTo>
                  <a:lnTo>
                    <a:pt x="1802901" y="695924"/>
                  </a:lnTo>
                  <a:lnTo>
                    <a:pt x="1802884" y="695921"/>
                  </a:lnTo>
                  <a:lnTo>
                    <a:pt x="1802792" y="695905"/>
                  </a:lnTo>
                  <a:lnTo>
                    <a:pt x="1802695" y="695785"/>
                  </a:lnTo>
                  <a:lnTo>
                    <a:pt x="1802669" y="695604"/>
                  </a:lnTo>
                  <a:lnTo>
                    <a:pt x="1802697" y="695566"/>
                  </a:lnTo>
                  <a:lnTo>
                    <a:pt x="1802813" y="695413"/>
                  </a:lnTo>
                  <a:lnTo>
                    <a:pt x="1802850" y="695377"/>
                  </a:lnTo>
                  <a:lnTo>
                    <a:pt x="1803070" y="695363"/>
                  </a:lnTo>
                  <a:lnTo>
                    <a:pt x="1803446" y="695341"/>
                  </a:lnTo>
                  <a:lnTo>
                    <a:pt x="1803531" y="695357"/>
                  </a:lnTo>
                  <a:lnTo>
                    <a:pt x="1803778" y="695375"/>
                  </a:lnTo>
                  <a:lnTo>
                    <a:pt x="1804020" y="695393"/>
                  </a:lnTo>
                  <a:lnTo>
                    <a:pt x="1804305" y="695392"/>
                  </a:lnTo>
                  <a:lnTo>
                    <a:pt x="1804323" y="695392"/>
                  </a:lnTo>
                  <a:lnTo>
                    <a:pt x="1805353" y="695388"/>
                  </a:lnTo>
                  <a:lnTo>
                    <a:pt x="1805606" y="695387"/>
                  </a:lnTo>
                  <a:lnTo>
                    <a:pt x="1805777" y="695387"/>
                  </a:lnTo>
                  <a:lnTo>
                    <a:pt x="1806156" y="695363"/>
                  </a:lnTo>
                  <a:lnTo>
                    <a:pt x="1806170" y="695362"/>
                  </a:lnTo>
                  <a:lnTo>
                    <a:pt x="1806552" y="695339"/>
                  </a:lnTo>
                  <a:lnTo>
                    <a:pt x="1806625" y="695335"/>
                  </a:lnTo>
                  <a:lnTo>
                    <a:pt x="1806871" y="695307"/>
                  </a:lnTo>
                  <a:lnTo>
                    <a:pt x="1807355" y="695252"/>
                  </a:lnTo>
                  <a:lnTo>
                    <a:pt x="1807681" y="695197"/>
                  </a:lnTo>
                  <a:lnTo>
                    <a:pt x="1807718" y="695191"/>
                  </a:lnTo>
                  <a:lnTo>
                    <a:pt x="1807926" y="695156"/>
                  </a:lnTo>
                  <a:lnTo>
                    <a:pt x="1808073" y="695131"/>
                  </a:lnTo>
                  <a:lnTo>
                    <a:pt x="1808264" y="695073"/>
                  </a:lnTo>
                  <a:lnTo>
                    <a:pt x="1808289" y="695065"/>
                  </a:lnTo>
                  <a:lnTo>
                    <a:pt x="1808276" y="694984"/>
                  </a:lnTo>
                  <a:lnTo>
                    <a:pt x="1808502" y="694914"/>
                  </a:lnTo>
                  <a:lnTo>
                    <a:pt x="1808683" y="694838"/>
                  </a:lnTo>
                  <a:lnTo>
                    <a:pt x="1808694" y="694833"/>
                  </a:lnTo>
                  <a:lnTo>
                    <a:pt x="1808908" y="694744"/>
                  </a:lnTo>
                  <a:lnTo>
                    <a:pt x="1809374" y="694467"/>
                  </a:lnTo>
                  <a:lnTo>
                    <a:pt x="1809528" y="694375"/>
                  </a:lnTo>
                  <a:lnTo>
                    <a:pt x="1809587" y="694340"/>
                  </a:lnTo>
                  <a:lnTo>
                    <a:pt x="1809754" y="694233"/>
                  </a:lnTo>
                  <a:lnTo>
                    <a:pt x="1809776" y="694220"/>
                  </a:lnTo>
                  <a:lnTo>
                    <a:pt x="1809808" y="694237"/>
                  </a:lnTo>
                  <a:lnTo>
                    <a:pt x="1809839" y="694218"/>
                  </a:lnTo>
                  <a:lnTo>
                    <a:pt x="1810034" y="694097"/>
                  </a:lnTo>
                  <a:lnTo>
                    <a:pt x="1810216" y="693959"/>
                  </a:lnTo>
                  <a:lnTo>
                    <a:pt x="1810476" y="693762"/>
                  </a:lnTo>
                  <a:lnTo>
                    <a:pt x="1810608" y="693641"/>
                  </a:lnTo>
                  <a:lnTo>
                    <a:pt x="1810614" y="693635"/>
                  </a:lnTo>
                  <a:lnTo>
                    <a:pt x="1810742" y="693519"/>
                  </a:lnTo>
                  <a:lnTo>
                    <a:pt x="1810810" y="693457"/>
                  </a:lnTo>
                  <a:lnTo>
                    <a:pt x="1810824" y="693427"/>
                  </a:lnTo>
                  <a:lnTo>
                    <a:pt x="1810815" y="693385"/>
                  </a:lnTo>
                  <a:lnTo>
                    <a:pt x="1810809" y="693353"/>
                  </a:lnTo>
                  <a:lnTo>
                    <a:pt x="1810848" y="693279"/>
                  </a:lnTo>
                  <a:lnTo>
                    <a:pt x="1810852" y="693273"/>
                  </a:lnTo>
                  <a:lnTo>
                    <a:pt x="1810984" y="693205"/>
                  </a:lnTo>
                  <a:lnTo>
                    <a:pt x="1811402" y="692876"/>
                  </a:lnTo>
                  <a:lnTo>
                    <a:pt x="1811465" y="692815"/>
                  </a:lnTo>
                  <a:lnTo>
                    <a:pt x="1811561" y="692723"/>
                  </a:lnTo>
                  <a:lnTo>
                    <a:pt x="1811567" y="692717"/>
                  </a:lnTo>
                  <a:lnTo>
                    <a:pt x="1811965" y="692664"/>
                  </a:lnTo>
                  <a:lnTo>
                    <a:pt x="1811972" y="692663"/>
                  </a:lnTo>
                  <a:lnTo>
                    <a:pt x="1812106" y="692646"/>
                  </a:lnTo>
                  <a:lnTo>
                    <a:pt x="1812309" y="692619"/>
                  </a:lnTo>
                  <a:lnTo>
                    <a:pt x="1812391" y="692608"/>
                  </a:lnTo>
                  <a:lnTo>
                    <a:pt x="1812531" y="692660"/>
                  </a:lnTo>
                  <a:lnTo>
                    <a:pt x="1812618" y="692744"/>
                  </a:lnTo>
                  <a:lnTo>
                    <a:pt x="1812675" y="692757"/>
                  </a:lnTo>
                  <a:lnTo>
                    <a:pt x="1812732" y="692770"/>
                  </a:lnTo>
                  <a:lnTo>
                    <a:pt x="1812823" y="692790"/>
                  </a:lnTo>
                  <a:lnTo>
                    <a:pt x="1812908" y="692776"/>
                  </a:lnTo>
                  <a:lnTo>
                    <a:pt x="1813058" y="692752"/>
                  </a:lnTo>
                  <a:lnTo>
                    <a:pt x="1813170" y="692749"/>
                  </a:lnTo>
                  <a:lnTo>
                    <a:pt x="1813186" y="692748"/>
                  </a:lnTo>
                  <a:lnTo>
                    <a:pt x="1813337" y="692744"/>
                  </a:lnTo>
                  <a:lnTo>
                    <a:pt x="1813449" y="692740"/>
                  </a:lnTo>
                  <a:lnTo>
                    <a:pt x="1814245" y="692663"/>
                  </a:lnTo>
                  <a:lnTo>
                    <a:pt x="1814462" y="692639"/>
                  </a:lnTo>
                  <a:lnTo>
                    <a:pt x="1814689" y="692614"/>
                  </a:lnTo>
                  <a:lnTo>
                    <a:pt x="1814845" y="692597"/>
                  </a:lnTo>
                  <a:lnTo>
                    <a:pt x="1815300" y="692547"/>
                  </a:lnTo>
                  <a:lnTo>
                    <a:pt x="1815492" y="692519"/>
                  </a:lnTo>
                  <a:lnTo>
                    <a:pt x="1815763" y="692479"/>
                  </a:lnTo>
                  <a:lnTo>
                    <a:pt x="1816156" y="692396"/>
                  </a:lnTo>
                  <a:lnTo>
                    <a:pt x="1816381" y="692348"/>
                  </a:lnTo>
                  <a:lnTo>
                    <a:pt x="1816440" y="692336"/>
                  </a:lnTo>
                  <a:lnTo>
                    <a:pt x="1816500" y="692323"/>
                  </a:lnTo>
                  <a:lnTo>
                    <a:pt x="1816520" y="692319"/>
                  </a:lnTo>
                  <a:lnTo>
                    <a:pt x="1816661" y="692272"/>
                  </a:lnTo>
                  <a:lnTo>
                    <a:pt x="1816714" y="692254"/>
                  </a:lnTo>
                  <a:lnTo>
                    <a:pt x="1816861" y="692205"/>
                  </a:lnTo>
                  <a:lnTo>
                    <a:pt x="1817013" y="692154"/>
                  </a:lnTo>
                  <a:lnTo>
                    <a:pt x="1817272" y="692004"/>
                  </a:lnTo>
                  <a:lnTo>
                    <a:pt x="1817382" y="691940"/>
                  </a:lnTo>
                  <a:lnTo>
                    <a:pt x="1817559" y="691813"/>
                  </a:lnTo>
                  <a:lnTo>
                    <a:pt x="1817672" y="691694"/>
                  </a:lnTo>
                  <a:lnTo>
                    <a:pt x="1817959" y="691390"/>
                  </a:lnTo>
                  <a:lnTo>
                    <a:pt x="1818114" y="691262"/>
                  </a:lnTo>
                  <a:lnTo>
                    <a:pt x="1818128" y="691250"/>
                  </a:lnTo>
                  <a:lnTo>
                    <a:pt x="1818233" y="691236"/>
                  </a:lnTo>
                  <a:lnTo>
                    <a:pt x="1818383" y="691240"/>
                  </a:lnTo>
                  <a:lnTo>
                    <a:pt x="1818494" y="691343"/>
                  </a:lnTo>
                  <a:lnTo>
                    <a:pt x="1818587" y="691430"/>
                  </a:lnTo>
                  <a:lnTo>
                    <a:pt x="1818992" y="691444"/>
                  </a:lnTo>
                  <a:lnTo>
                    <a:pt x="1819021" y="691427"/>
                  </a:lnTo>
                  <a:lnTo>
                    <a:pt x="1819366" y="691231"/>
                  </a:lnTo>
                  <a:lnTo>
                    <a:pt x="1819411" y="691193"/>
                  </a:lnTo>
                  <a:lnTo>
                    <a:pt x="1819314" y="691052"/>
                  </a:lnTo>
                  <a:lnTo>
                    <a:pt x="1819678" y="690850"/>
                  </a:lnTo>
                  <a:lnTo>
                    <a:pt x="1819707" y="690853"/>
                  </a:lnTo>
                  <a:lnTo>
                    <a:pt x="1819823" y="691036"/>
                  </a:lnTo>
                  <a:lnTo>
                    <a:pt x="1819917" y="690986"/>
                  </a:lnTo>
                  <a:lnTo>
                    <a:pt x="1820159" y="690857"/>
                  </a:lnTo>
                  <a:lnTo>
                    <a:pt x="1820260" y="690803"/>
                  </a:lnTo>
                  <a:lnTo>
                    <a:pt x="1820512" y="690628"/>
                  </a:lnTo>
                  <a:lnTo>
                    <a:pt x="1820586" y="690577"/>
                  </a:lnTo>
                  <a:lnTo>
                    <a:pt x="1820766" y="690432"/>
                  </a:lnTo>
                  <a:lnTo>
                    <a:pt x="1820992" y="690252"/>
                  </a:lnTo>
                  <a:lnTo>
                    <a:pt x="1821629" y="689742"/>
                  </a:lnTo>
                  <a:lnTo>
                    <a:pt x="1821845" y="689586"/>
                  </a:lnTo>
                  <a:lnTo>
                    <a:pt x="1821999" y="689475"/>
                  </a:lnTo>
                  <a:lnTo>
                    <a:pt x="1822005" y="689472"/>
                  </a:lnTo>
                  <a:lnTo>
                    <a:pt x="1822221" y="689370"/>
                  </a:lnTo>
                  <a:lnTo>
                    <a:pt x="1822457" y="689286"/>
                  </a:lnTo>
                  <a:lnTo>
                    <a:pt x="1822582" y="689267"/>
                  </a:lnTo>
                  <a:lnTo>
                    <a:pt x="1822816" y="689231"/>
                  </a:lnTo>
                  <a:lnTo>
                    <a:pt x="1823095" y="689188"/>
                  </a:lnTo>
                  <a:lnTo>
                    <a:pt x="1823135" y="689220"/>
                  </a:lnTo>
                  <a:lnTo>
                    <a:pt x="1823274" y="689333"/>
                  </a:lnTo>
                  <a:lnTo>
                    <a:pt x="1823402" y="689395"/>
                  </a:lnTo>
                  <a:lnTo>
                    <a:pt x="1823596" y="689461"/>
                  </a:lnTo>
                  <a:lnTo>
                    <a:pt x="1823718" y="689482"/>
                  </a:lnTo>
                  <a:lnTo>
                    <a:pt x="1823834" y="689477"/>
                  </a:lnTo>
                  <a:lnTo>
                    <a:pt x="1823946" y="689436"/>
                  </a:lnTo>
                  <a:lnTo>
                    <a:pt x="1824171" y="689404"/>
                  </a:lnTo>
                  <a:lnTo>
                    <a:pt x="1824497" y="689378"/>
                  </a:lnTo>
                  <a:lnTo>
                    <a:pt x="1824594" y="689441"/>
                  </a:lnTo>
                  <a:lnTo>
                    <a:pt x="1824619" y="689467"/>
                  </a:lnTo>
                  <a:lnTo>
                    <a:pt x="1824687" y="689537"/>
                  </a:lnTo>
                  <a:lnTo>
                    <a:pt x="1824792" y="689597"/>
                  </a:lnTo>
                  <a:lnTo>
                    <a:pt x="1825235" y="689766"/>
                  </a:lnTo>
                  <a:lnTo>
                    <a:pt x="1825579" y="689839"/>
                  </a:lnTo>
                  <a:lnTo>
                    <a:pt x="1825920" y="689885"/>
                  </a:lnTo>
                  <a:lnTo>
                    <a:pt x="1826290" y="689898"/>
                  </a:lnTo>
                  <a:lnTo>
                    <a:pt x="1826438" y="689878"/>
                  </a:lnTo>
                  <a:lnTo>
                    <a:pt x="1826789" y="689698"/>
                  </a:lnTo>
                  <a:lnTo>
                    <a:pt x="1826855" y="689664"/>
                  </a:lnTo>
                  <a:lnTo>
                    <a:pt x="1826861" y="689660"/>
                  </a:lnTo>
                  <a:lnTo>
                    <a:pt x="1827024" y="689547"/>
                  </a:lnTo>
                  <a:lnTo>
                    <a:pt x="1827123" y="689446"/>
                  </a:lnTo>
                  <a:lnTo>
                    <a:pt x="1827134" y="689436"/>
                  </a:lnTo>
                  <a:lnTo>
                    <a:pt x="1827230" y="689338"/>
                  </a:lnTo>
                  <a:lnTo>
                    <a:pt x="1827518" y="689203"/>
                  </a:lnTo>
                  <a:lnTo>
                    <a:pt x="1828050" y="689132"/>
                  </a:lnTo>
                  <a:lnTo>
                    <a:pt x="1828435" y="689210"/>
                  </a:lnTo>
                  <a:lnTo>
                    <a:pt x="1828638" y="689357"/>
                  </a:lnTo>
                  <a:lnTo>
                    <a:pt x="1828983" y="689437"/>
                  </a:lnTo>
                  <a:lnTo>
                    <a:pt x="1829203" y="689439"/>
                  </a:lnTo>
                  <a:lnTo>
                    <a:pt x="1829407" y="689477"/>
                  </a:lnTo>
                  <a:lnTo>
                    <a:pt x="1829509" y="689519"/>
                  </a:lnTo>
                  <a:lnTo>
                    <a:pt x="1829561" y="689563"/>
                  </a:lnTo>
                  <a:lnTo>
                    <a:pt x="1829615" y="689679"/>
                  </a:lnTo>
                  <a:lnTo>
                    <a:pt x="1829685" y="689707"/>
                  </a:lnTo>
                  <a:lnTo>
                    <a:pt x="1829891" y="689744"/>
                  </a:lnTo>
                  <a:lnTo>
                    <a:pt x="1829990" y="689727"/>
                  </a:lnTo>
                  <a:lnTo>
                    <a:pt x="1830198" y="689692"/>
                  </a:lnTo>
                  <a:lnTo>
                    <a:pt x="1830503" y="689819"/>
                  </a:lnTo>
                  <a:lnTo>
                    <a:pt x="1830512" y="689824"/>
                  </a:lnTo>
                  <a:lnTo>
                    <a:pt x="1830640" y="689894"/>
                  </a:lnTo>
                  <a:lnTo>
                    <a:pt x="1830692" y="690136"/>
                  </a:lnTo>
                  <a:lnTo>
                    <a:pt x="1830678" y="690204"/>
                  </a:lnTo>
                  <a:lnTo>
                    <a:pt x="1830639" y="690386"/>
                  </a:lnTo>
                  <a:lnTo>
                    <a:pt x="1830547" y="690379"/>
                  </a:lnTo>
                  <a:lnTo>
                    <a:pt x="1830482" y="690373"/>
                  </a:lnTo>
                  <a:lnTo>
                    <a:pt x="1830436" y="690370"/>
                  </a:lnTo>
                  <a:lnTo>
                    <a:pt x="1830401" y="690367"/>
                  </a:lnTo>
                  <a:lnTo>
                    <a:pt x="1830352" y="690401"/>
                  </a:lnTo>
                  <a:lnTo>
                    <a:pt x="1830276" y="690488"/>
                  </a:lnTo>
                  <a:lnTo>
                    <a:pt x="1830169" y="690665"/>
                  </a:lnTo>
                  <a:lnTo>
                    <a:pt x="1830132" y="690764"/>
                  </a:lnTo>
                  <a:lnTo>
                    <a:pt x="1830102" y="690846"/>
                  </a:lnTo>
                  <a:lnTo>
                    <a:pt x="1830109" y="691061"/>
                  </a:lnTo>
                  <a:lnTo>
                    <a:pt x="1830144" y="691166"/>
                  </a:lnTo>
                  <a:lnTo>
                    <a:pt x="1830188" y="691251"/>
                  </a:lnTo>
                  <a:lnTo>
                    <a:pt x="1830242" y="691353"/>
                  </a:lnTo>
                  <a:lnTo>
                    <a:pt x="1830330" y="691459"/>
                  </a:lnTo>
                  <a:lnTo>
                    <a:pt x="1830443" y="691563"/>
                  </a:lnTo>
                  <a:lnTo>
                    <a:pt x="1830562" y="691620"/>
                  </a:lnTo>
                  <a:lnTo>
                    <a:pt x="1830726" y="691697"/>
                  </a:lnTo>
                  <a:lnTo>
                    <a:pt x="1831209" y="691977"/>
                  </a:lnTo>
                  <a:lnTo>
                    <a:pt x="1831292" y="692048"/>
                  </a:lnTo>
                  <a:lnTo>
                    <a:pt x="1831401" y="692141"/>
                  </a:lnTo>
                  <a:lnTo>
                    <a:pt x="1831689" y="692318"/>
                  </a:lnTo>
                  <a:lnTo>
                    <a:pt x="1832013" y="692448"/>
                  </a:lnTo>
                  <a:lnTo>
                    <a:pt x="1832298" y="692562"/>
                  </a:lnTo>
                  <a:lnTo>
                    <a:pt x="1832428" y="692549"/>
                  </a:lnTo>
                  <a:lnTo>
                    <a:pt x="1832443" y="692536"/>
                  </a:lnTo>
                  <a:lnTo>
                    <a:pt x="1832496" y="692529"/>
                  </a:lnTo>
                  <a:lnTo>
                    <a:pt x="1832731" y="692548"/>
                  </a:lnTo>
                  <a:lnTo>
                    <a:pt x="1832865" y="692638"/>
                  </a:lnTo>
                  <a:lnTo>
                    <a:pt x="1832845" y="692679"/>
                  </a:lnTo>
                  <a:lnTo>
                    <a:pt x="1832799" y="692770"/>
                  </a:lnTo>
                  <a:lnTo>
                    <a:pt x="1832811" y="692953"/>
                  </a:lnTo>
                  <a:lnTo>
                    <a:pt x="1832927" y="693075"/>
                  </a:lnTo>
                  <a:lnTo>
                    <a:pt x="1833069" y="693193"/>
                  </a:lnTo>
                  <a:lnTo>
                    <a:pt x="1833110" y="693498"/>
                  </a:lnTo>
                  <a:lnTo>
                    <a:pt x="1833109" y="693674"/>
                  </a:lnTo>
                  <a:lnTo>
                    <a:pt x="1833147" y="693773"/>
                  </a:lnTo>
                  <a:lnTo>
                    <a:pt x="1833282" y="693912"/>
                  </a:lnTo>
                  <a:lnTo>
                    <a:pt x="1833486" y="694072"/>
                  </a:lnTo>
                  <a:lnTo>
                    <a:pt x="1833744" y="694205"/>
                  </a:lnTo>
                  <a:lnTo>
                    <a:pt x="1833846" y="694257"/>
                  </a:lnTo>
                  <a:lnTo>
                    <a:pt x="1833850" y="694259"/>
                  </a:lnTo>
                  <a:lnTo>
                    <a:pt x="1833914" y="694289"/>
                  </a:lnTo>
                  <a:lnTo>
                    <a:pt x="1834039" y="694348"/>
                  </a:lnTo>
                  <a:lnTo>
                    <a:pt x="1834068" y="694361"/>
                  </a:lnTo>
                  <a:lnTo>
                    <a:pt x="1834591" y="694486"/>
                  </a:lnTo>
                  <a:lnTo>
                    <a:pt x="1834895" y="694541"/>
                  </a:lnTo>
                  <a:lnTo>
                    <a:pt x="1834958" y="694553"/>
                  </a:lnTo>
                  <a:lnTo>
                    <a:pt x="1835049" y="694569"/>
                  </a:lnTo>
                  <a:lnTo>
                    <a:pt x="1835119" y="694569"/>
                  </a:lnTo>
                  <a:lnTo>
                    <a:pt x="1835218" y="694540"/>
                  </a:lnTo>
                  <a:lnTo>
                    <a:pt x="1835313" y="694302"/>
                  </a:lnTo>
                  <a:lnTo>
                    <a:pt x="1835331" y="694210"/>
                  </a:lnTo>
                  <a:lnTo>
                    <a:pt x="1835673" y="694208"/>
                  </a:lnTo>
                  <a:lnTo>
                    <a:pt x="1835986" y="694321"/>
                  </a:lnTo>
                  <a:lnTo>
                    <a:pt x="1836041" y="694326"/>
                  </a:lnTo>
                  <a:lnTo>
                    <a:pt x="1836054" y="694327"/>
                  </a:lnTo>
                  <a:lnTo>
                    <a:pt x="1836159" y="694335"/>
                  </a:lnTo>
                  <a:lnTo>
                    <a:pt x="1836731" y="694308"/>
                  </a:lnTo>
                  <a:lnTo>
                    <a:pt x="1836920" y="694320"/>
                  </a:lnTo>
                  <a:lnTo>
                    <a:pt x="1837060" y="694330"/>
                  </a:lnTo>
                  <a:lnTo>
                    <a:pt x="1837088" y="694323"/>
                  </a:lnTo>
                  <a:lnTo>
                    <a:pt x="1837271" y="694276"/>
                  </a:lnTo>
                  <a:lnTo>
                    <a:pt x="1837354" y="694255"/>
                  </a:lnTo>
                  <a:lnTo>
                    <a:pt x="1837613" y="694254"/>
                  </a:lnTo>
                  <a:lnTo>
                    <a:pt x="1837652" y="694254"/>
                  </a:lnTo>
                  <a:lnTo>
                    <a:pt x="1838080" y="694253"/>
                  </a:lnTo>
                  <a:lnTo>
                    <a:pt x="1838200" y="694278"/>
                  </a:lnTo>
                  <a:lnTo>
                    <a:pt x="1838220" y="694314"/>
                  </a:lnTo>
                  <a:lnTo>
                    <a:pt x="1838213" y="694340"/>
                  </a:lnTo>
                  <a:lnTo>
                    <a:pt x="1838230" y="694429"/>
                  </a:lnTo>
                  <a:lnTo>
                    <a:pt x="1838349" y="694577"/>
                  </a:lnTo>
                  <a:lnTo>
                    <a:pt x="1838439" y="694660"/>
                  </a:lnTo>
                  <a:lnTo>
                    <a:pt x="1838466" y="694686"/>
                  </a:lnTo>
                  <a:lnTo>
                    <a:pt x="1838623" y="694830"/>
                  </a:lnTo>
                  <a:lnTo>
                    <a:pt x="1838615" y="694907"/>
                  </a:lnTo>
                  <a:lnTo>
                    <a:pt x="1838578" y="694959"/>
                  </a:lnTo>
                  <a:lnTo>
                    <a:pt x="1838517" y="694997"/>
                  </a:lnTo>
                  <a:lnTo>
                    <a:pt x="1838499" y="695008"/>
                  </a:lnTo>
                  <a:lnTo>
                    <a:pt x="1838374" y="694981"/>
                  </a:lnTo>
                  <a:lnTo>
                    <a:pt x="1838331" y="694971"/>
                  </a:lnTo>
                  <a:lnTo>
                    <a:pt x="1838306" y="694982"/>
                  </a:lnTo>
                  <a:lnTo>
                    <a:pt x="1838246" y="695055"/>
                  </a:lnTo>
                  <a:lnTo>
                    <a:pt x="1838222" y="695204"/>
                  </a:lnTo>
                  <a:lnTo>
                    <a:pt x="1838186" y="695418"/>
                  </a:lnTo>
                  <a:lnTo>
                    <a:pt x="1838172" y="695507"/>
                  </a:lnTo>
                  <a:lnTo>
                    <a:pt x="1838165" y="695550"/>
                  </a:lnTo>
                  <a:lnTo>
                    <a:pt x="1838101" y="695699"/>
                  </a:lnTo>
                  <a:lnTo>
                    <a:pt x="1838069" y="695731"/>
                  </a:lnTo>
                  <a:lnTo>
                    <a:pt x="1838006" y="695796"/>
                  </a:lnTo>
                  <a:lnTo>
                    <a:pt x="1837963" y="695840"/>
                  </a:lnTo>
                  <a:lnTo>
                    <a:pt x="1837876" y="695908"/>
                  </a:lnTo>
                  <a:lnTo>
                    <a:pt x="1837823" y="695948"/>
                  </a:lnTo>
                  <a:lnTo>
                    <a:pt x="1837751" y="696029"/>
                  </a:lnTo>
                  <a:lnTo>
                    <a:pt x="1837734" y="696048"/>
                  </a:lnTo>
                  <a:lnTo>
                    <a:pt x="1837625" y="696168"/>
                  </a:lnTo>
                  <a:lnTo>
                    <a:pt x="1837625" y="696229"/>
                  </a:lnTo>
                  <a:lnTo>
                    <a:pt x="1837715" y="696454"/>
                  </a:lnTo>
                  <a:lnTo>
                    <a:pt x="1837757" y="696507"/>
                  </a:lnTo>
                  <a:lnTo>
                    <a:pt x="1837902" y="696688"/>
                  </a:lnTo>
                  <a:lnTo>
                    <a:pt x="1838021" y="696745"/>
                  </a:lnTo>
                  <a:lnTo>
                    <a:pt x="1838140" y="696771"/>
                  </a:lnTo>
                  <a:lnTo>
                    <a:pt x="1838245" y="696765"/>
                  </a:lnTo>
                  <a:lnTo>
                    <a:pt x="1838337" y="696737"/>
                  </a:lnTo>
                  <a:lnTo>
                    <a:pt x="1838391" y="696722"/>
                  </a:lnTo>
                  <a:lnTo>
                    <a:pt x="1838426" y="696711"/>
                  </a:lnTo>
                  <a:lnTo>
                    <a:pt x="1838474" y="696731"/>
                  </a:lnTo>
                  <a:lnTo>
                    <a:pt x="1838585" y="696798"/>
                  </a:lnTo>
                  <a:lnTo>
                    <a:pt x="1838713" y="696908"/>
                  </a:lnTo>
                  <a:lnTo>
                    <a:pt x="1838804" y="697178"/>
                  </a:lnTo>
                  <a:lnTo>
                    <a:pt x="1838704" y="697355"/>
                  </a:lnTo>
                  <a:lnTo>
                    <a:pt x="1838636" y="697439"/>
                  </a:lnTo>
                  <a:lnTo>
                    <a:pt x="1838542" y="697465"/>
                  </a:lnTo>
                  <a:lnTo>
                    <a:pt x="1838505" y="697475"/>
                  </a:lnTo>
                  <a:lnTo>
                    <a:pt x="1838396" y="697482"/>
                  </a:lnTo>
                  <a:lnTo>
                    <a:pt x="1838296" y="697661"/>
                  </a:lnTo>
                  <a:lnTo>
                    <a:pt x="1838275" y="697699"/>
                  </a:lnTo>
                  <a:lnTo>
                    <a:pt x="1838208" y="697819"/>
                  </a:lnTo>
                  <a:lnTo>
                    <a:pt x="1838272" y="698121"/>
                  </a:lnTo>
                  <a:lnTo>
                    <a:pt x="1838301" y="698258"/>
                  </a:lnTo>
                  <a:lnTo>
                    <a:pt x="1838303" y="698291"/>
                  </a:lnTo>
                  <a:lnTo>
                    <a:pt x="1838308" y="698381"/>
                  </a:lnTo>
                  <a:lnTo>
                    <a:pt x="1838292" y="698394"/>
                  </a:lnTo>
                  <a:lnTo>
                    <a:pt x="1838189" y="698408"/>
                  </a:lnTo>
                  <a:lnTo>
                    <a:pt x="1838021" y="698430"/>
                  </a:lnTo>
                  <a:lnTo>
                    <a:pt x="1837975" y="698437"/>
                  </a:lnTo>
                  <a:lnTo>
                    <a:pt x="1837972" y="698464"/>
                  </a:lnTo>
                  <a:lnTo>
                    <a:pt x="1837971" y="698469"/>
                  </a:lnTo>
                  <a:lnTo>
                    <a:pt x="1837968" y="698517"/>
                  </a:lnTo>
                  <a:lnTo>
                    <a:pt x="1837965" y="698552"/>
                  </a:lnTo>
                  <a:lnTo>
                    <a:pt x="1837980" y="698620"/>
                  </a:lnTo>
                  <a:lnTo>
                    <a:pt x="1838025" y="698716"/>
                  </a:lnTo>
                  <a:lnTo>
                    <a:pt x="1838140" y="698878"/>
                  </a:lnTo>
                  <a:lnTo>
                    <a:pt x="1838437" y="699225"/>
                  </a:lnTo>
                  <a:lnTo>
                    <a:pt x="1838482" y="699279"/>
                  </a:lnTo>
                  <a:lnTo>
                    <a:pt x="1838497" y="699296"/>
                  </a:lnTo>
                  <a:lnTo>
                    <a:pt x="1838509" y="699304"/>
                  </a:lnTo>
                  <a:lnTo>
                    <a:pt x="1838636" y="699393"/>
                  </a:lnTo>
                  <a:lnTo>
                    <a:pt x="1838770" y="699465"/>
                  </a:lnTo>
                  <a:lnTo>
                    <a:pt x="1839071" y="699626"/>
                  </a:lnTo>
                  <a:lnTo>
                    <a:pt x="1839190" y="699689"/>
                  </a:lnTo>
                  <a:lnTo>
                    <a:pt x="1839425" y="699799"/>
                  </a:lnTo>
                  <a:lnTo>
                    <a:pt x="1839538" y="699852"/>
                  </a:lnTo>
                  <a:lnTo>
                    <a:pt x="1839625" y="699893"/>
                  </a:lnTo>
                  <a:lnTo>
                    <a:pt x="1839756" y="699929"/>
                  </a:lnTo>
                  <a:lnTo>
                    <a:pt x="1840005" y="699996"/>
                  </a:lnTo>
                  <a:lnTo>
                    <a:pt x="1840162" y="700040"/>
                  </a:lnTo>
                  <a:lnTo>
                    <a:pt x="1840186" y="700046"/>
                  </a:lnTo>
                  <a:lnTo>
                    <a:pt x="1840558" y="700148"/>
                  </a:lnTo>
                  <a:lnTo>
                    <a:pt x="1841155" y="700266"/>
                  </a:lnTo>
                  <a:lnTo>
                    <a:pt x="1841921" y="700359"/>
                  </a:lnTo>
                  <a:lnTo>
                    <a:pt x="1842270" y="700379"/>
                  </a:lnTo>
                  <a:lnTo>
                    <a:pt x="1842563" y="700396"/>
                  </a:lnTo>
                  <a:lnTo>
                    <a:pt x="1842979" y="700363"/>
                  </a:lnTo>
                  <a:lnTo>
                    <a:pt x="1843409" y="700308"/>
                  </a:lnTo>
                  <a:lnTo>
                    <a:pt x="1843500" y="700272"/>
                  </a:lnTo>
                  <a:lnTo>
                    <a:pt x="1843581" y="700240"/>
                  </a:lnTo>
                  <a:lnTo>
                    <a:pt x="1843778" y="700232"/>
                  </a:lnTo>
                  <a:lnTo>
                    <a:pt x="1844183" y="700216"/>
                  </a:lnTo>
                  <a:lnTo>
                    <a:pt x="1844282" y="700220"/>
                  </a:lnTo>
                  <a:lnTo>
                    <a:pt x="1844323" y="700222"/>
                  </a:lnTo>
                  <a:lnTo>
                    <a:pt x="1844455" y="700227"/>
                  </a:lnTo>
                  <a:lnTo>
                    <a:pt x="1844561" y="700230"/>
                  </a:lnTo>
                  <a:lnTo>
                    <a:pt x="1844578" y="700224"/>
                  </a:lnTo>
                  <a:lnTo>
                    <a:pt x="1844860" y="700123"/>
                  </a:lnTo>
                  <a:lnTo>
                    <a:pt x="1845165" y="700060"/>
                  </a:lnTo>
                  <a:lnTo>
                    <a:pt x="1845219" y="700049"/>
                  </a:lnTo>
                  <a:lnTo>
                    <a:pt x="1845447" y="700002"/>
                  </a:lnTo>
                  <a:lnTo>
                    <a:pt x="1845725" y="699932"/>
                  </a:lnTo>
                  <a:lnTo>
                    <a:pt x="1846129" y="699788"/>
                  </a:lnTo>
                  <a:lnTo>
                    <a:pt x="1846376" y="699666"/>
                  </a:lnTo>
                  <a:lnTo>
                    <a:pt x="1846630" y="699324"/>
                  </a:lnTo>
                  <a:lnTo>
                    <a:pt x="1846649" y="699306"/>
                  </a:lnTo>
                  <a:lnTo>
                    <a:pt x="1846898" y="699075"/>
                  </a:lnTo>
                  <a:lnTo>
                    <a:pt x="1846953" y="698998"/>
                  </a:lnTo>
                  <a:lnTo>
                    <a:pt x="1847032" y="698824"/>
                  </a:lnTo>
                  <a:lnTo>
                    <a:pt x="1846986" y="698747"/>
                  </a:lnTo>
                  <a:lnTo>
                    <a:pt x="1846826" y="698479"/>
                  </a:lnTo>
                  <a:lnTo>
                    <a:pt x="1846808" y="698448"/>
                  </a:lnTo>
                  <a:lnTo>
                    <a:pt x="1846729" y="698314"/>
                  </a:lnTo>
                  <a:lnTo>
                    <a:pt x="1846723" y="698305"/>
                  </a:lnTo>
                  <a:lnTo>
                    <a:pt x="1846410" y="698179"/>
                  </a:lnTo>
                  <a:lnTo>
                    <a:pt x="1846262" y="698078"/>
                  </a:lnTo>
                  <a:lnTo>
                    <a:pt x="1846110" y="697975"/>
                  </a:lnTo>
                  <a:lnTo>
                    <a:pt x="1846091" y="697930"/>
                  </a:lnTo>
                  <a:lnTo>
                    <a:pt x="1846131" y="697821"/>
                  </a:lnTo>
                  <a:lnTo>
                    <a:pt x="1846142" y="697819"/>
                  </a:lnTo>
                  <a:lnTo>
                    <a:pt x="1846334" y="697920"/>
                  </a:lnTo>
                  <a:lnTo>
                    <a:pt x="1846380" y="697944"/>
                  </a:lnTo>
                  <a:lnTo>
                    <a:pt x="1846469" y="697991"/>
                  </a:lnTo>
                  <a:lnTo>
                    <a:pt x="1847295" y="698277"/>
                  </a:lnTo>
                  <a:lnTo>
                    <a:pt x="1847362" y="698276"/>
                  </a:lnTo>
                  <a:lnTo>
                    <a:pt x="1847411" y="698264"/>
                  </a:lnTo>
                  <a:lnTo>
                    <a:pt x="1847462" y="698231"/>
                  </a:lnTo>
                  <a:lnTo>
                    <a:pt x="1847512" y="698231"/>
                  </a:lnTo>
                  <a:lnTo>
                    <a:pt x="1847562" y="698251"/>
                  </a:lnTo>
                  <a:lnTo>
                    <a:pt x="1847806" y="698345"/>
                  </a:lnTo>
                  <a:lnTo>
                    <a:pt x="1847842" y="698372"/>
                  </a:lnTo>
                  <a:lnTo>
                    <a:pt x="1847871" y="698448"/>
                  </a:lnTo>
                  <a:lnTo>
                    <a:pt x="1847854" y="698469"/>
                  </a:lnTo>
                  <a:lnTo>
                    <a:pt x="1847843" y="698485"/>
                  </a:lnTo>
                  <a:lnTo>
                    <a:pt x="1847844" y="698531"/>
                  </a:lnTo>
                  <a:lnTo>
                    <a:pt x="1847858" y="698545"/>
                  </a:lnTo>
                  <a:lnTo>
                    <a:pt x="1848022" y="698718"/>
                  </a:lnTo>
                  <a:lnTo>
                    <a:pt x="1848044" y="698730"/>
                  </a:lnTo>
                  <a:lnTo>
                    <a:pt x="1848288" y="698869"/>
                  </a:lnTo>
                  <a:lnTo>
                    <a:pt x="1848352" y="698906"/>
                  </a:lnTo>
                  <a:lnTo>
                    <a:pt x="1848430" y="698916"/>
                  </a:lnTo>
                  <a:lnTo>
                    <a:pt x="1848464" y="698906"/>
                  </a:lnTo>
                  <a:lnTo>
                    <a:pt x="1848632" y="698931"/>
                  </a:lnTo>
                  <a:lnTo>
                    <a:pt x="1848823" y="699024"/>
                  </a:lnTo>
                  <a:lnTo>
                    <a:pt x="1848970" y="699131"/>
                  </a:lnTo>
                  <a:lnTo>
                    <a:pt x="1849012" y="699162"/>
                  </a:lnTo>
                  <a:lnTo>
                    <a:pt x="1849167" y="699224"/>
                  </a:lnTo>
                  <a:lnTo>
                    <a:pt x="1849273" y="699246"/>
                  </a:lnTo>
                  <a:lnTo>
                    <a:pt x="1849364" y="699242"/>
                  </a:lnTo>
                  <a:lnTo>
                    <a:pt x="1849456" y="699288"/>
                  </a:lnTo>
                  <a:lnTo>
                    <a:pt x="1849526" y="699323"/>
                  </a:lnTo>
                  <a:lnTo>
                    <a:pt x="1849573" y="699368"/>
                  </a:lnTo>
                  <a:lnTo>
                    <a:pt x="1849573" y="699393"/>
                  </a:lnTo>
                  <a:lnTo>
                    <a:pt x="1849516" y="699443"/>
                  </a:lnTo>
                  <a:lnTo>
                    <a:pt x="1849361" y="699472"/>
                  </a:lnTo>
                  <a:lnTo>
                    <a:pt x="1849231" y="699481"/>
                  </a:lnTo>
                  <a:lnTo>
                    <a:pt x="1849206" y="699480"/>
                  </a:lnTo>
                  <a:lnTo>
                    <a:pt x="1848914" y="699470"/>
                  </a:lnTo>
                  <a:lnTo>
                    <a:pt x="1848837" y="699467"/>
                  </a:lnTo>
                  <a:lnTo>
                    <a:pt x="1848713" y="699402"/>
                  </a:lnTo>
                  <a:lnTo>
                    <a:pt x="1848672" y="699390"/>
                  </a:lnTo>
                  <a:lnTo>
                    <a:pt x="1848565" y="699359"/>
                  </a:lnTo>
                  <a:lnTo>
                    <a:pt x="1848311" y="699322"/>
                  </a:lnTo>
                  <a:lnTo>
                    <a:pt x="1848285" y="699318"/>
                  </a:lnTo>
                  <a:lnTo>
                    <a:pt x="1847822" y="699251"/>
                  </a:lnTo>
                  <a:lnTo>
                    <a:pt x="1847442" y="699338"/>
                  </a:lnTo>
                  <a:lnTo>
                    <a:pt x="1847256" y="699471"/>
                  </a:lnTo>
                  <a:lnTo>
                    <a:pt x="1847234" y="699506"/>
                  </a:lnTo>
                  <a:lnTo>
                    <a:pt x="1847242" y="699615"/>
                  </a:lnTo>
                  <a:lnTo>
                    <a:pt x="1847256" y="699626"/>
                  </a:lnTo>
                  <a:lnTo>
                    <a:pt x="1847264" y="699633"/>
                  </a:lnTo>
                  <a:lnTo>
                    <a:pt x="1847317" y="699678"/>
                  </a:lnTo>
                  <a:lnTo>
                    <a:pt x="1847338" y="699697"/>
                  </a:lnTo>
                  <a:lnTo>
                    <a:pt x="1847451" y="699793"/>
                  </a:lnTo>
                  <a:lnTo>
                    <a:pt x="1847488" y="699898"/>
                  </a:lnTo>
                  <a:lnTo>
                    <a:pt x="1847488" y="700166"/>
                  </a:lnTo>
                  <a:lnTo>
                    <a:pt x="1847488" y="700175"/>
                  </a:lnTo>
                  <a:lnTo>
                    <a:pt x="1848012" y="700174"/>
                  </a:lnTo>
                  <a:lnTo>
                    <a:pt x="1848016" y="700437"/>
                  </a:lnTo>
                  <a:lnTo>
                    <a:pt x="1847354" y="700581"/>
                  </a:lnTo>
                  <a:lnTo>
                    <a:pt x="1847263" y="701094"/>
                  </a:lnTo>
                  <a:lnTo>
                    <a:pt x="1847283" y="701146"/>
                  </a:lnTo>
                  <a:lnTo>
                    <a:pt x="1847292" y="701149"/>
                  </a:lnTo>
                  <a:lnTo>
                    <a:pt x="1847303" y="701153"/>
                  </a:lnTo>
                  <a:lnTo>
                    <a:pt x="1847310" y="701155"/>
                  </a:lnTo>
                  <a:lnTo>
                    <a:pt x="1847478" y="701211"/>
                  </a:lnTo>
                  <a:lnTo>
                    <a:pt x="1847485" y="701213"/>
                  </a:lnTo>
                  <a:lnTo>
                    <a:pt x="1847578" y="701228"/>
                  </a:lnTo>
                  <a:lnTo>
                    <a:pt x="1847677" y="701292"/>
                  </a:lnTo>
                  <a:lnTo>
                    <a:pt x="1847638" y="701552"/>
                  </a:lnTo>
                  <a:lnTo>
                    <a:pt x="1847742" y="701609"/>
                  </a:lnTo>
                  <a:lnTo>
                    <a:pt x="1847996" y="701640"/>
                  </a:lnTo>
                  <a:lnTo>
                    <a:pt x="1848295" y="701603"/>
                  </a:lnTo>
                  <a:lnTo>
                    <a:pt x="1848544" y="701793"/>
                  </a:lnTo>
                  <a:lnTo>
                    <a:pt x="1848651" y="701874"/>
                  </a:lnTo>
                  <a:lnTo>
                    <a:pt x="1848799" y="701957"/>
                  </a:lnTo>
                  <a:lnTo>
                    <a:pt x="1848969" y="702020"/>
                  </a:lnTo>
                  <a:lnTo>
                    <a:pt x="1848994" y="702017"/>
                  </a:lnTo>
                  <a:lnTo>
                    <a:pt x="1849025" y="701989"/>
                  </a:lnTo>
                  <a:lnTo>
                    <a:pt x="1849029" y="701986"/>
                  </a:lnTo>
                  <a:lnTo>
                    <a:pt x="1849258" y="702001"/>
                  </a:lnTo>
                  <a:lnTo>
                    <a:pt x="1849272" y="702006"/>
                  </a:lnTo>
                  <a:lnTo>
                    <a:pt x="1849418" y="702058"/>
                  </a:lnTo>
                  <a:lnTo>
                    <a:pt x="1849552" y="702105"/>
                  </a:lnTo>
                  <a:lnTo>
                    <a:pt x="1849628" y="702286"/>
                  </a:lnTo>
                  <a:lnTo>
                    <a:pt x="1849715" y="702488"/>
                  </a:lnTo>
                  <a:lnTo>
                    <a:pt x="1849734" y="702534"/>
                  </a:lnTo>
                  <a:lnTo>
                    <a:pt x="1849777" y="702573"/>
                  </a:lnTo>
                  <a:lnTo>
                    <a:pt x="1849934" y="702663"/>
                  </a:lnTo>
                  <a:lnTo>
                    <a:pt x="1850041" y="702681"/>
                  </a:lnTo>
                  <a:lnTo>
                    <a:pt x="1850025" y="702894"/>
                  </a:lnTo>
                  <a:lnTo>
                    <a:pt x="1849986" y="703150"/>
                  </a:lnTo>
                  <a:lnTo>
                    <a:pt x="1849985" y="703198"/>
                  </a:lnTo>
                  <a:lnTo>
                    <a:pt x="1849980" y="703636"/>
                  </a:lnTo>
                  <a:lnTo>
                    <a:pt x="1849986" y="703740"/>
                  </a:lnTo>
                  <a:lnTo>
                    <a:pt x="1850065" y="703894"/>
                  </a:lnTo>
                  <a:lnTo>
                    <a:pt x="1850175" y="704063"/>
                  </a:lnTo>
                  <a:lnTo>
                    <a:pt x="1850301" y="704223"/>
                  </a:lnTo>
                  <a:lnTo>
                    <a:pt x="1850456" y="704390"/>
                  </a:lnTo>
                  <a:lnTo>
                    <a:pt x="1850568" y="704512"/>
                  </a:lnTo>
                  <a:lnTo>
                    <a:pt x="1850617" y="704565"/>
                  </a:lnTo>
                  <a:lnTo>
                    <a:pt x="1850906" y="704879"/>
                  </a:lnTo>
                  <a:lnTo>
                    <a:pt x="1850949" y="704912"/>
                  </a:lnTo>
                  <a:lnTo>
                    <a:pt x="1851091" y="705019"/>
                  </a:lnTo>
                  <a:lnTo>
                    <a:pt x="1851160" y="705023"/>
                  </a:lnTo>
                  <a:lnTo>
                    <a:pt x="1851260" y="705052"/>
                  </a:lnTo>
                  <a:lnTo>
                    <a:pt x="1851442" y="705156"/>
                  </a:lnTo>
                  <a:lnTo>
                    <a:pt x="1851684" y="705295"/>
                  </a:lnTo>
                  <a:lnTo>
                    <a:pt x="1851718" y="705314"/>
                  </a:lnTo>
                  <a:lnTo>
                    <a:pt x="1851885" y="705410"/>
                  </a:lnTo>
                  <a:lnTo>
                    <a:pt x="1852046" y="705478"/>
                  </a:lnTo>
                  <a:lnTo>
                    <a:pt x="1852300" y="705586"/>
                  </a:lnTo>
                  <a:lnTo>
                    <a:pt x="1852480" y="705649"/>
                  </a:lnTo>
                  <a:lnTo>
                    <a:pt x="1852495" y="705652"/>
                  </a:lnTo>
                  <a:lnTo>
                    <a:pt x="1852504" y="705654"/>
                  </a:lnTo>
                  <a:lnTo>
                    <a:pt x="1852614" y="705608"/>
                  </a:lnTo>
                  <a:lnTo>
                    <a:pt x="1852634" y="705594"/>
                  </a:lnTo>
                  <a:lnTo>
                    <a:pt x="1852640" y="705551"/>
                  </a:lnTo>
                  <a:lnTo>
                    <a:pt x="1852813" y="705494"/>
                  </a:lnTo>
                  <a:lnTo>
                    <a:pt x="1852861" y="705495"/>
                  </a:lnTo>
                  <a:lnTo>
                    <a:pt x="1853022" y="705497"/>
                  </a:lnTo>
                  <a:lnTo>
                    <a:pt x="1853140" y="705499"/>
                  </a:lnTo>
                  <a:lnTo>
                    <a:pt x="1853158" y="705560"/>
                  </a:lnTo>
                  <a:lnTo>
                    <a:pt x="1853276" y="705748"/>
                  </a:lnTo>
                  <a:lnTo>
                    <a:pt x="1853324" y="705795"/>
                  </a:lnTo>
                  <a:lnTo>
                    <a:pt x="1853656" y="705918"/>
                  </a:lnTo>
                  <a:lnTo>
                    <a:pt x="1853724" y="705943"/>
                  </a:lnTo>
                  <a:lnTo>
                    <a:pt x="1853985" y="706039"/>
                  </a:lnTo>
                  <a:lnTo>
                    <a:pt x="1854057" y="706066"/>
                  </a:lnTo>
                  <a:lnTo>
                    <a:pt x="1854330" y="706139"/>
                  </a:lnTo>
                  <a:lnTo>
                    <a:pt x="1854668" y="706212"/>
                  </a:lnTo>
                  <a:lnTo>
                    <a:pt x="1854837" y="706249"/>
                  </a:lnTo>
                  <a:lnTo>
                    <a:pt x="1855003" y="706166"/>
                  </a:lnTo>
                  <a:lnTo>
                    <a:pt x="1855083" y="706126"/>
                  </a:lnTo>
                  <a:lnTo>
                    <a:pt x="1855870" y="705956"/>
                  </a:lnTo>
                  <a:lnTo>
                    <a:pt x="1855991" y="706184"/>
                  </a:lnTo>
                  <a:lnTo>
                    <a:pt x="1856099" y="706469"/>
                  </a:lnTo>
                  <a:lnTo>
                    <a:pt x="1856289" y="706412"/>
                  </a:lnTo>
                  <a:lnTo>
                    <a:pt x="1856300" y="706409"/>
                  </a:lnTo>
                  <a:lnTo>
                    <a:pt x="1856446" y="706366"/>
                  </a:lnTo>
                  <a:lnTo>
                    <a:pt x="1856516" y="706229"/>
                  </a:lnTo>
                  <a:lnTo>
                    <a:pt x="1856475" y="706081"/>
                  </a:lnTo>
                  <a:lnTo>
                    <a:pt x="1856464" y="706042"/>
                  </a:lnTo>
                  <a:lnTo>
                    <a:pt x="1856427" y="705908"/>
                  </a:lnTo>
                  <a:lnTo>
                    <a:pt x="1857483" y="705458"/>
                  </a:lnTo>
                  <a:lnTo>
                    <a:pt x="1857436" y="705915"/>
                  </a:lnTo>
                  <a:lnTo>
                    <a:pt x="1857517" y="705929"/>
                  </a:lnTo>
                  <a:lnTo>
                    <a:pt x="1857755" y="705945"/>
                  </a:lnTo>
                  <a:lnTo>
                    <a:pt x="1857988" y="705960"/>
                  </a:lnTo>
                  <a:lnTo>
                    <a:pt x="1857998" y="705904"/>
                  </a:lnTo>
                  <a:lnTo>
                    <a:pt x="1857829" y="705513"/>
                  </a:lnTo>
                  <a:lnTo>
                    <a:pt x="1857773" y="705127"/>
                  </a:lnTo>
                  <a:lnTo>
                    <a:pt x="1857758" y="705024"/>
                  </a:lnTo>
                  <a:lnTo>
                    <a:pt x="1857889" y="705035"/>
                  </a:lnTo>
                  <a:lnTo>
                    <a:pt x="1858075" y="705124"/>
                  </a:lnTo>
                  <a:lnTo>
                    <a:pt x="1858182" y="705175"/>
                  </a:lnTo>
                  <a:lnTo>
                    <a:pt x="1858311" y="705237"/>
                  </a:lnTo>
                  <a:lnTo>
                    <a:pt x="1858324" y="705243"/>
                  </a:lnTo>
                  <a:lnTo>
                    <a:pt x="1858343" y="705248"/>
                  </a:lnTo>
                  <a:lnTo>
                    <a:pt x="1858367" y="705255"/>
                  </a:lnTo>
                  <a:lnTo>
                    <a:pt x="1858556" y="705309"/>
                  </a:lnTo>
                  <a:lnTo>
                    <a:pt x="1859276" y="705425"/>
                  </a:lnTo>
                  <a:lnTo>
                    <a:pt x="1859753" y="705479"/>
                  </a:lnTo>
                  <a:lnTo>
                    <a:pt x="1860032" y="705498"/>
                  </a:lnTo>
                  <a:lnTo>
                    <a:pt x="1860634" y="705538"/>
                  </a:lnTo>
                  <a:lnTo>
                    <a:pt x="1860777" y="705548"/>
                  </a:lnTo>
                  <a:lnTo>
                    <a:pt x="1861050" y="705553"/>
                  </a:lnTo>
                  <a:lnTo>
                    <a:pt x="1861173" y="705562"/>
                  </a:lnTo>
                  <a:lnTo>
                    <a:pt x="1861389" y="705579"/>
                  </a:lnTo>
                  <a:lnTo>
                    <a:pt x="1861400" y="705580"/>
                  </a:lnTo>
                  <a:lnTo>
                    <a:pt x="1861606" y="705596"/>
                  </a:lnTo>
                  <a:lnTo>
                    <a:pt x="1861680" y="705602"/>
                  </a:lnTo>
                  <a:lnTo>
                    <a:pt x="1861703" y="705633"/>
                  </a:lnTo>
                  <a:lnTo>
                    <a:pt x="1861754" y="705864"/>
                  </a:lnTo>
                  <a:lnTo>
                    <a:pt x="1861833" y="706048"/>
                  </a:lnTo>
                  <a:lnTo>
                    <a:pt x="1861858" y="706106"/>
                  </a:lnTo>
                  <a:lnTo>
                    <a:pt x="1862055" y="706288"/>
                  </a:lnTo>
                  <a:lnTo>
                    <a:pt x="1862084" y="706334"/>
                  </a:lnTo>
                  <a:lnTo>
                    <a:pt x="1862403" y="706844"/>
                  </a:lnTo>
                  <a:lnTo>
                    <a:pt x="1862418" y="706868"/>
                  </a:lnTo>
                  <a:lnTo>
                    <a:pt x="1862466" y="706891"/>
                  </a:lnTo>
                  <a:lnTo>
                    <a:pt x="1862470" y="706772"/>
                  </a:lnTo>
                  <a:lnTo>
                    <a:pt x="1862471" y="706726"/>
                  </a:lnTo>
                  <a:lnTo>
                    <a:pt x="1862456" y="706644"/>
                  </a:lnTo>
                  <a:lnTo>
                    <a:pt x="1862450" y="706617"/>
                  </a:lnTo>
                  <a:lnTo>
                    <a:pt x="1862433" y="706571"/>
                  </a:lnTo>
                  <a:lnTo>
                    <a:pt x="1862378" y="706422"/>
                  </a:lnTo>
                  <a:lnTo>
                    <a:pt x="1862299" y="706331"/>
                  </a:lnTo>
                  <a:lnTo>
                    <a:pt x="1862212" y="706230"/>
                  </a:lnTo>
                  <a:lnTo>
                    <a:pt x="1862072" y="706105"/>
                  </a:lnTo>
                  <a:lnTo>
                    <a:pt x="1861963" y="706008"/>
                  </a:lnTo>
                  <a:lnTo>
                    <a:pt x="1861965" y="705921"/>
                  </a:lnTo>
                  <a:lnTo>
                    <a:pt x="1861973" y="705671"/>
                  </a:lnTo>
                  <a:lnTo>
                    <a:pt x="1862080" y="705578"/>
                  </a:lnTo>
                  <a:lnTo>
                    <a:pt x="1862240" y="705535"/>
                  </a:lnTo>
                  <a:lnTo>
                    <a:pt x="1862412" y="705511"/>
                  </a:lnTo>
                  <a:lnTo>
                    <a:pt x="1862629" y="705497"/>
                  </a:lnTo>
                  <a:lnTo>
                    <a:pt x="1863717" y="705427"/>
                  </a:lnTo>
                  <a:lnTo>
                    <a:pt x="1864645" y="705339"/>
                  </a:lnTo>
                  <a:lnTo>
                    <a:pt x="1864680" y="705336"/>
                  </a:lnTo>
                  <a:lnTo>
                    <a:pt x="1865119" y="705302"/>
                  </a:lnTo>
                  <a:lnTo>
                    <a:pt x="1865664" y="705261"/>
                  </a:lnTo>
                  <a:lnTo>
                    <a:pt x="1865812" y="705250"/>
                  </a:lnTo>
                  <a:lnTo>
                    <a:pt x="1866646" y="705159"/>
                  </a:lnTo>
                  <a:lnTo>
                    <a:pt x="1866740" y="705149"/>
                  </a:lnTo>
                  <a:lnTo>
                    <a:pt x="1866946" y="705126"/>
                  </a:lnTo>
                  <a:lnTo>
                    <a:pt x="1867028" y="705118"/>
                  </a:lnTo>
                  <a:lnTo>
                    <a:pt x="1867576" y="705045"/>
                  </a:lnTo>
                  <a:lnTo>
                    <a:pt x="1867850" y="705003"/>
                  </a:lnTo>
                  <a:lnTo>
                    <a:pt x="1868007" y="704979"/>
                  </a:lnTo>
                  <a:lnTo>
                    <a:pt x="1868311" y="704932"/>
                  </a:lnTo>
                  <a:lnTo>
                    <a:pt x="1868466" y="704908"/>
                  </a:lnTo>
                  <a:lnTo>
                    <a:pt x="1868482" y="704906"/>
                  </a:lnTo>
                  <a:lnTo>
                    <a:pt x="1868606" y="704887"/>
                  </a:lnTo>
                  <a:lnTo>
                    <a:pt x="1868646" y="704881"/>
                  </a:lnTo>
                  <a:lnTo>
                    <a:pt x="1868903" y="704841"/>
                  </a:lnTo>
                  <a:lnTo>
                    <a:pt x="1869005" y="704820"/>
                  </a:lnTo>
                  <a:lnTo>
                    <a:pt x="1869176" y="704753"/>
                  </a:lnTo>
                  <a:lnTo>
                    <a:pt x="1869688" y="704550"/>
                  </a:lnTo>
                  <a:lnTo>
                    <a:pt x="1869751" y="704541"/>
                  </a:lnTo>
                  <a:lnTo>
                    <a:pt x="1869930" y="704706"/>
                  </a:lnTo>
                  <a:lnTo>
                    <a:pt x="1869894" y="704772"/>
                  </a:lnTo>
                  <a:lnTo>
                    <a:pt x="1869868" y="704821"/>
                  </a:lnTo>
                  <a:lnTo>
                    <a:pt x="1869773" y="704996"/>
                  </a:lnTo>
                  <a:lnTo>
                    <a:pt x="1869770" y="705040"/>
                  </a:lnTo>
                  <a:lnTo>
                    <a:pt x="1869800" y="705241"/>
                  </a:lnTo>
                  <a:lnTo>
                    <a:pt x="1869904" y="705476"/>
                  </a:lnTo>
                  <a:lnTo>
                    <a:pt x="1869950" y="705580"/>
                  </a:lnTo>
                  <a:lnTo>
                    <a:pt x="1870037" y="705776"/>
                  </a:lnTo>
                  <a:lnTo>
                    <a:pt x="1869855" y="705916"/>
                  </a:lnTo>
                  <a:lnTo>
                    <a:pt x="1869848" y="705938"/>
                  </a:lnTo>
                  <a:lnTo>
                    <a:pt x="1869981" y="706057"/>
                  </a:lnTo>
                  <a:lnTo>
                    <a:pt x="1870449" y="706053"/>
                  </a:lnTo>
                  <a:lnTo>
                    <a:pt x="1870487" y="706007"/>
                  </a:lnTo>
                  <a:lnTo>
                    <a:pt x="1870454" y="705857"/>
                  </a:lnTo>
                  <a:lnTo>
                    <a:pt x="1870264" y="705766"/>
                  </a:lnTo>
                  <a:lnTo>
                    <a:pt x="1870054" y="705480"/>
                  </a:lnTo>
                  <a:lnTo>
                    <a:pt x="1869993" y="705288"/>
                  </a:lnTo>
                  <a:lnTo>
                    <a:pt x="1870022" y="705111"/>
                  </a:lnTo>
                  <a:lnTo>
                    <a:pt x="1870201" y="705044"/>
                  </a:lnTo>
                  <a:lnTo>
                    <a:pt x="1870192" y="704693"/>
                  </a:lnTo>
                  <a:lnTo>
                    <a:pt x="1870176" y="704637"/>
                  </a:lnTo>
                  <a:lnTo>
                    <a:pt x="1870168" y="704610"/>
                  </a:lnTo>
                  <a:lnTo>
                    <a:pt x="1870136" y="704504"/>
                  </a:lnTo>
                  <a:lnTo>
                    <a:pt x="1870112" y="704421"/>
                  </a:lnTo>
                  <a:lnTo>
                    <a:pt x="1870098" y="704375"/>
                  </a:lnTo>
                  <a:lnTo>
                    <a:pt x="1870173" y="704279"/>
                  </a:lnTo>
                  <a:lnTo>
                    <a:pt x="1870302" y="704248"/>
                  </a:lnTo>
                  <a:lnTo>
                    <a:pt x="1870790" y="704130"/>
                  </a:lnTo>
                  <a:lnTo>
                    <a:pt x="1871103" y="704021"/>
                  </a:lnTo>
                  <a:lnTo>
                    <a:pt x="1871271" y="703963"/>
                  </a:lnTo>
                  <a:lnTo>
                    <a:pt x="1871298" y="703812"/>
                  </a:lnTo>
                  <a:lnTo>
                    <a:pt x="1871304" y="703778"/>
                  </a:lnTo>
                  <a:lnTo>
                    <a:pt x="1871310" y="703744"/>
                  </a:lnTo>
                  <a:lnTo>
                    <a:pt x="1871437" y="703546"/>
                  </a:lnTo>
                  <a:lnTo>
                    <a:pt x="1871544" y="703506"/>
                  </a:lnTo>
                  <a:lnTo>
                    <a:pt x="1871762" y="703363"/>
                  </a:lnTo>
                  <a:lnTo>
                    <a:pt x="1871894" y="703257"/>
                  </a:lnTo>
                  <a:lnTo>
                    <a:pt x="1872028" y="703103"/>
                  </a:lnTo>
                  <a:lnTo>
                    <a:pt x="1872122" y="702951"/>
                  </a:lnTo>
                  <a:lnTo>
                    <a:pt x="1872180" y="702817"/>
                  </a:lnTo>
                  <a:lnTo>
                    <a:pt x="1872223" y="702718"/>
                  </a:lnTo>
                  <a:lnTo>
                    <a:pt x="1872243" y="702671"/>
                  </a:lnTo>
                  <a:lnTo>
                    <a:pt x="1872207" y="702566"/>
                  </a:lnTo>
                  <a:lnTo>
                    <a:pt x="1872081" y="702495"/>
                  </a:lnTo>
                  <a:lnTo>
                    <a:pt x="1871982" y="702479"/>
                  </a:lnTo>
                  <a:lnTo>
                    <a:pt x="1871912" y="702478"/>
                  </a:lnTo>
                  <a:lnTo>
                    <a:pt x="1871870" y="702478"/>
                  </a:lnTo>
                  <a:lnTo>
                    <a:pt x="1871921" y="702364"/>
                  </a:lnTo>
                  <a:lnTo>
                    <a:pt x="1871937" y="702328"/>
                  </a:lnTo>
                  <a:lnTo>
                    <a:pt x="1871953" y="702331"/>
                  </a:lnTo>
                  <a:lnTo>
                    <a:pt x="1872123" y="702364"/>
                  </a:lnTo>
                  <a:lnTo>
                    <a:pt x="1872190" y="702413"/>
                  </a:lnTo>
                  <a:lnTo>
                    <a:pt x="1872207" y="702426"/>
                  </a:lnTo>
                  <a:lnTo>
                    <a:pt x="1872239" y="702429"/>
                  </a:lnTo>
                  <a:lnTo>
                    <a:pt x="1872500" y="702454"/>
                  </a:lnTo>
                  <a:lnTo>
                    <a:pt x="1872657" y="702423"/>
                  </a:lnTo>
                  <a:lnTo>
                    <a:pt x="1872677" y="702419"/>
                  </a:lnTo>
                  <a:lnTo>
                    <a:pt x="1872738" y="702406"/>
                  </a:lnTo>
                  <a:lnTo>
                    <a:pt x="1872758" y="702402"/>
                  </a:lnTo>
                  <a:lnTo>
                    <a:pt x="1872822" y="702382"/>
                  </a:lnTo>
                  <a:lnTo>
                    <a:pt x="1872896" y="702359"/>
                  </a:lnTo>
                  <a:lnTo>
                    <a:pt x="1873000" y="702327"/>
                  </a:lnTo>
                  <a:lnTo>
                    <a:pt x="1873225" y="702212"/>
                  </a:lnTo>
                  <a:lnTo>
                    <a:pt x="1873264" y="702177"/>
                  </a:lnTo>
                  <a:lnTo>
                    <a:pt x="1873298" y="702101"/>
                  </a:lnTo>
                  <a:lnTo>
                    <a:pt x="1873274" y="702023"/>
                  </a:lnTo>
                  <a:lnTo>
                    <a:pt x="1873234" y="701985"/>
                  </a:lnTo>
                  <a:lnTo>
                    <a:pt x="1873222" y="701973"/>
                  </a:lnTo>
                  <a:lnTo>
                    <a:pt x="1873208" y="701942"/>
                  </a:lnTo>
                  <a:lnTo>
                    <a:pt x="1873199" y="701921"/>
                  </a:lnTo>
                  <a:lnTo>
                    <a:pt x="1873258" y="701881"/>
                  </a:lnTo>
                  <a:lnTo>
                    <a:pt x="1873410" y="701779"/>
                  </a:lnTo>
                  <a:lnTo>
                    <a:pt x="1873651" y="701785"/>
                  </a:lnTo>
                  <a:lnTo>
                    <a:pt x="1873727" y="701883"/>
                  </a:lnTo>
                  <a:lnTo>
                    <a:pt x="1873772" y="701988"/>
                  </a:lnTo>
                  <a:lnTo>
                    <a:pt x="1873780" y="701998"/>
                  </a:lnTo>
                  <a:lnTo>
                    <a:pt x="1873865" y="702109"/>
                  </a:lnTo>
                  <a:lnTo>
                    <a:pt x="1873956" y="702106"/>
                  </a:lnTo>
                  <a:lnTo>
                    <a:pt x="1874059" y="702078"/>
                  </a:lnTo>
                  <a:lnTo>
                    <a:pt x="1874231" y="701995"/>
                  </a:lnTo>
                  <a:lnTo>
                    <a:pt x="1874261" y="701970"/>
                  </a:lnTo>
                  <a:lnTo>
                    <a:pt x="1874325" y="701887"/>
                  </a:lnTo>
                  <a:lnTo>
                    <a:pt x="1874336" y="701801"/>
                  </a:lnTo>
                  <a:lnTo>
                    <a:pt x="1874268" y="701453"/>
                  </a:lnTo>
                  <a:lnTo>
                    <a:pt x="1874257" y="701395"/>
                  </a:lnTo>
                  <a:lnTo>
                    <a:pt x="1874241" y="701315"/>
                  </a:lnTo>
                  <a:lnTo>
                    <a:pt x="1874197" y="701204"/>
                  </a:lnTo>
                  <a:lnTo>
                    <a:pt x="1874179" y="701158"/>
                  </a:lnTo>
                  <a:lnTo>
                    <a:pt x="1874082" y="700914"/>
                  </a:lnTo>
                  <a:lnTo>
                    <a:pt x="1874087" y="700812"/>
                  </a:lnTo>
                  <a:lnTo>
                    <a:pt x="1874209" y="700885"/>
                  </a:lnTo>
                  <a:lnTo>
                    <a:pt x="1874440" y="701022"/>
                  </a:lnTo>
                  <a:lnTo>
                    <a:pt x="1874481" y="701065"/>
                  </a:lnTo>
                  <a:lnTo>
                    <a:pt x="1874493" y="701110"/>
                  </a:lnTo>
                  <a:lnTo>
                    <a:pt x="1874514" y="701185"/>
                  </a:lnTo>
                  <a:lnTo>
                    <a:pt x="1874519" y="701202"/>
                  </a:lnTo>
                  <a:lnTo>
                    <a:pt x="1874525" y="701227"/>
                  </a:lnTo>
                  <a:lnTo>
                    <a:pt x="1874528" y="701238"/>
                  </a:lnTo>
                  <a:lnTo>
                    <a:pt x="1874536" y="701266"/>
                  </a:lnTo>
                  <a:lnTo>
                    <a:pt x="1874547" y="701307"/>
                  </a:lnTo>
                  <a:lnTo>
                    <a:pt x="1874557" y="701318"/>
                  </a:lnTo>
                  <a:lnTo>
                    <a:pt x="1874582" y="701348"/>
                  </a:lnTo>
                  <a:lnTo>
                    <a:pt x="1874604" y="701373"/>
                  </a:lnTo>
                  <a:lnTo>
                    <a:pt x="1874616" y="701387"/>
                  </a:lnTo>
                  <a:lnTo>
                    <a:pt x="1874635" y="701408"/>
                  </a:lnTo>
                  <a:lnTo>
                    <a:pt x="1874666" y="701444"/>
                  </a:lnTo>
                  <a:lnTo>
                    <a:pt x="1874678" y="701457"/>
                  </a:lnTo>
                  <a:lnTo>
                    <a:pt x="1874923" y="701692"/>
                  </a:lnTo>
                  <a:lnTo>
                    <a:pt x="1874940" y="701709"/>
                  </a:lnTo>
                  <a:lnTo>
                    <a:pt x="1875066" y="701734"/>
                  </a:lnTo>
                  <a:lnTo>
                    <a:pt x="1875137" y="701734"/>
                  </a:lnTo>
                  <a:lnTo>
                    <a:pt x="1875237" y="701734"/>
                  </a:lnTo>
                  <a:lnTo>
                    <a:pt x="1875254" y="701734"/>
                  </a:lnTo>
                  <a:lnTo>
                    <a:pt x="1875311" y="701733"/>
                  </a:lnTo>
                  <a:lnTo>
                    <a:pt x="1875377" y="701733"/>
                  </a:lnTo>
                  <a:lnTo>
                    <a:pt x="1875520" y="701704"/>
                  </a:lnTo>
                  <a:lnTo>
                    <a:pt x="1875558" y="701684"/>
                  </a:lnTo>
                  <a:lnTo>
                    <a:pt x="1876024" y="701437"/>
                  </a:lnTo>
                  <a:lnTo>
                    <a:pt x="1876028" y="701435"/>
                  </a:lnTo>
                  <a:lnTo>
                    <a:pt x="1876048" y="701424"/>
                  </a:lnTo>
                  <a:lnTo>
                    <a:pt x="1876105" y="701379"/>
                  </a:lnTo>
                  <a:lnTo>
                    <a:pt x="1876159" y="701335"/>
                  </a:lnTo>
                  <a:lnTo>
                    <a:pt x="1876190" y="701287"/>
                  </a:lnTo>
                  <a:lnTo>
                    <a:pt x="1876195" y="701242"/>
                  </a:lnTo>
                  <a:lnTo>
                    <a:pt x="1876100" y="701085"/>
                  </a:lnTo>
                  <a:lnTo>
                    <a:pt x="1876010" y="701042"/>
                  </a:lnTo>
                  <a:lnTo>
                    <a:pt x="1875992" y="700994"/>
                  </a:lnTo>
                  <a:lnTo>
                    <a:pt x="1875976" y="700953"/>
                  </a:lnTo>
                  <a:lnTo>
                    <a:pt x="1875961" y="700912"/>
                  </a:lnTo>
                  <a:lnTo>
                    <a:pt x="1875940" y="700858"/>
                  </a:lnTo>
                  <a:lnTo>
                    <a:pt x="1875948" y="700775"/>
                  </a:lnTo>
                  <a:lnTo>
                    <a:pt x="1875983" y="700753"/>
                  </a:lnTo>
                  <a:lnTo>
                    <a:pt x="1876011" y="700735"/>
                  </a:lnTo>
                  <a:lnTo>
                    <a:pt x="1876033" y="700740"/>
                  </a:lnTo>
                  <a:lnTo>
                    <a:pt x="1876262" y="700858"/>
                  </a:lnTo>
                  <a:lnTo>
                    <a:pt x="1876352" y="701001"/>
                  </a:lnTo>
                  <a:lnTo>
                    <a:pt x="1876360" y="701070"/>
                  </a:lnTo>
                  <a:lnTo>
                    <a:pt x="1876338" y="701121"/>
                  </a:lnTo>
                  <a:lnTo>
                    <a:pt x="1876562" y="701157"/>
                  </a:lnTo>
                  <a:lnTo>
                    <a:pt x="1876710" y="701151"/>
                  </a:lnTo>
                  <a:lnTo>
                    <a:pt x="1877031" y="701137"/>
                  </a:lnTo>
                  <a:lnTo>
                    <a:pt x="1877046" y="701155"/>
                  </a:lnTo>
                  <a:lnTo>
                    <a:pt x="1877035" y="701190"/>
                  </a:lnTo>
                  <a:lnTo>
                    <a:pt x="1876864" y="701347"/>
                  </a:lnTo>
                  <a:lnTo>
                    <a:pt x="1876826" y="701342"/>
                  </a:lnTo>
                  <a:lnTo>
                    <a:pt x="1876791" y="701337"/>
                  </a:lnTo>
                  <a:lnTo>
                    <a:pt x="1876774" y="701349"/>
                  </a:lnTo>
                  <a:lnTo>
                    <a:pt x="1876748" y="701368"/>
                  </a:lnTo>
                  <a:lnTo>
                    <a:pt x="1876730" y="701381"/>
                  </a:lnTo>
                  <a:lnTo>
                    <a:pt x="1876721" y="701466"/>
                  </a:lnTo>
                  <a:lnTo>
                    <a:pt x="1876718" y="701498"/>
                  </a:lnTo>
                  <a:lnTo>
                    <a:pt x="1876716" y="701509"/>
                  </a:lnTo>
                  <a:lnTo>
                    <a:pt x="1876724" y="701534"/>
                  </a:lnTo>
                  <a:lnTo>
                    <a:pt x="1876734" y="701565"/>
                  </a:lnTo>
                  <a:lnTo>
                    <a:pt x="1876737" y="701575"/>
                  </a:lnTo>
                  <a:lnTo>
                    <a:pt x="1876747" y="701608"/>
                  </a:lnTo>
                  <a:lnTo>
                    <a:pt x="1876762" y="701614"/>
                  </a:lnTo>
                  <a:lnTo>
                    <a:pt x="1876797" y="701628"/>
                  </a:lnTo>
                  <a:lnTo>
                    <a:pt x="1876843" y="701647"/>
                  </a:lnTo>
                  <a:lnTo>
                    <a:pt x="1877016" y="701665"/>
                  </a:lnTo>
                  <a:lnTo>
                    <a:pt x="1877344" y="701776"/>
                  </a:lnTo>
                  <a:lnTo>
                    <a:pt x="1877360" y="701790"/>
                  </a:lnTo>
                  <a:lnTo>
                    <a:pt x="1877506" y="701914"/>
                  </a:lnTo>
                  <a:lnTo>
                    <a:pt x="1877565" y="701965"/>
                  </a:lnTo>
                  <a:lnTo>
                    <a:pt x="1877536" y="702016"/>
                  </a:lnTo>
                  <a:lnTo>
                    <a:pt x="1877505" y="702046"/>
                  </a:lnTo>
                  <a:lnTo>
                    <a:pt x="1877500" y="702050"/>
                  </a:lnTo>
                  <a:lnTo>
                    <a:pt x="1877488" y="702061"/>
                  </a:lnTo>
                  <a:lnTo>
                    <a:pt x="1877484" y="702065"/>
                  </a:lnTo>
                  <a:lnTo>
                    <a:pt x="1877466" y="702082"/>
                  </a:lnTo>
                  <a:lnTo>
                    <a:pt x="1877355" y="702186"/>
                  </a:lnTo>
                  <a:lnTo>
                    <a:pt x="1877327" y="702252"/>
                  </a:lnTo>
                  <a:lnTo>
                    <a:pt x="1877336" y="702338"/>
                  </a:lnTo>
                  <a:lnTo>
                    <a:pt x="1877355" y="702384"/>
                  </a:lnTo>
                  <a:lnTo>
                    <a:pt x="1877401" y="702438"/>
                  </a:lnTo>
                  <a:lnTo>
                    <a:pt x="1877417" y="702446"/>
                  </a:lnTo>
                  <a:lnTo>
                    <a:pt x="1877503" y="702418"/>
                  </a:lnTo>
                  <a:lnTo>
                    <a:pt x="1877524" y="702411"/>
                  </a:lnTo>
                  <a:lnTo>
                    <a:pt x="1877544" y="702430"/>
                  </a:lnTo>
                  <a:lnTo>
                    <a:pt x="1877599" y="702483"/>
                  </a:lnTo>
                  <a:lnTo>
                    <a:pt x="1877605" y="702537"/>
                  </a:lnTo>
                  <a:lnTo>
                    <a:pt x="1877607" y="702554"/>
                  </a:lnTo>
                  <a:lnTo>
                    <a:pt x="1877583" y="702639"/>
                  </a:lnTo>
                  <a:lnTo>
                    <a:pt x="1877519" y="702674"/>
                  </a:lnTo>
                  <a:lnTo>
                    <a:pt x="1877351" y="702702"/>
                  </a:lnTo>
                  <a:lnTo>
                    <a:pt x="1877226" y="702687"/>
                  </a:lnTo>
                  <a:lnTo>
                    <a:pt x="1877187" y="702694"/>
                  </a:lnTo>
                  <a:lnTo>
                    <a:pt x="1877140" y="702742"/>
                  </a:lnTo>
                  <a:lnTo>
                    <a:pt x="1877047" y="702838"/>
                  </a:lnTo>
                  <a:lnTo>
                    <a:pt x="1877023" y="702862"/>
                  </a:lnTo>
                  <a:lnTo>
                    <a:pt x="1876881" y="703009"/>
                  </a:lnTo>
                  <a:lnTo>
                    <a:pt x="1876831" y="703021"/>
                  </a:lnTo>
                  <a:lnTo>
                    <a:pt x="1876793" y="703012"/>
                  </a:lnTo>
                  <a:lnTo>
                    <a:pt x="1876759" y="702997"/>
                  </a:lnTo>
                  <a:lnTo>
                    <a:pt x="1876648" y="702948"/>
                  </a:lnTo>
                  <a:lnTo>
                    <a:pt x="1876621" y="702954"/>
                  </a:lnTo>
                  <a:lnTo>
                    <a:pt x="1876494" y="702984"/>
                  </a:lnTo>
                  <a:lnTo>
                    <a:pt x="1876131" y="703163"/>
                  </a:lnTo>
                  <a:lnTo>
                    <a:pt x="1876123" y="703232"/>
                  </a:lnTo>
                  <a:lnTo>
                    <a:pt x="1876215" y="703505"/>
                  </a:lnTo>
                  <a:lnTo>
                    <a:pt x="1876309" y="703695"/>
                  </a:lnTo>
                  <a:lnTo>
                    <a:pt x="1876438" y="703836"/>
                  </a:lnTo>
                  <a:lnTo>
                    <a:pt x="1876485" y="703886"/>
                  </a:lnTo>
                  <a:lnTo>
                    <a:pt x="1876495" y="703888"/>
                  </a:lnTo>
                  <a:lnTo>
                    <a:pt x="1876551" y="703894"/>
                  </a:lnTo>
                  <a:lnTo>
                    <a:pt x="1876590" y="703898"/>
                  </a:lnTo>
                  <a:lnTo>
                    <a:pt x="1876889" y="703933"/>
                  </a:lnTo>
                  <a:lnTo>
                    <a:pt x="1876887" y="703946"/>
                  </a:lnTo>
                  <a:lnTo>
                    <a:pt x="1876875" y="704014"/>
                  </a:lnTo>
                  <a:lnTo>
                    <a:pt x="1876869" y="704048"/>
                  </a:lnTo>
                  <a:lnTo>
                    <a:pt x="1876863" y="704082"/>
                  </a:lnTo>
                  <a:lnTo>
                    <a:pt x="1876849" y="704161"/>
                  </a:lnTo>
                  <a:lnTo>
                    <a:pt x="1876832" y="704260"/>
                  </a:lnTo>
                  <a:lnTo>
                    <a:pt x="1876828" y="704279"/>
                  </a:lnTo>
                  <a:lnTo>
                    <a:pt x="1876823" y="704307"/>
                  </a:lnTo>
                  <a:lnTo>
                    <a:pt x="1876817" y="704340"/>
                  </a:lnTo>
                  <a:lnTo>
                    <a:pt x="1876701" y="704579"/>
                  </a:lnTo>
                  <a:lnTo>
                    <a:pt x="1876669" y="704570"/>
                  </a:lnTo>
                  <a:lnTo>
                    <a:pt x="1876676" y="704641"/>
                  </a:lnTo>
                  <a:lnTo>
                    <a:pt x="1876805" y="705011"/>
                  </a:lnTo>
                  <a:lnTo>
                    <a:pt x="1876905" y="705216"/>
                  </a:lnTo>
                  <a:lnTo>
                    <a:pt x="1876950" y="705304"/>
                  </a:lnTo>
                  <a:lnTo>
                    <a:pt x="1877206" y="705673"/>
                  </a:lnTo>
                  <a:lnTo>
                    <a:pt x="1877223" y="705675"/>
                  </a:lnTo>
                  <a:lnTo>
                    <a:pt x="1877402" y="705698"/>
                  </a:lnTo>
                  <a:lnTo>
                    <a:pt x="1877437" y="705713"/>
                  </a:lnTo>
                  <a:lnTo>
                    <a:pt x="1877461" y="705745"/>
                  </a:lnTo>
                  <a:lnTo>
                    <a:pt x="1877583" y="706026"/>
                  </a:lnTo>
                  <a:lnTo>
                    <a:pt x="1877588" y="706089"/>
                  </a:lnTo>
                  <a:lnTo>
                    <a:pt x="1877557" y="706180"/>
                  </a:lnTo>
                  <a:lnTo>
                    <a:pt x="1877483" y="706204"/>
                  </a:lnTo>
                  <a:lnTo>
                    <a:pt x="1877506" y="706285"/>
                  </a:lnTo>
                  <a:lnTo>
                    <a:pt x="1877594" y="706447"/>
                  </a:lnTo>
                  <a:lnTo>
                    <a:pt x="1878035" y="706689"/>
                  </a:lnTo>
                  <a:lnTo>
                    <a:pt x="1878260" y="706728"/>
                  </a:lnTo>
                  <a:lnTo>
                    <a:pt x="1878428" y="706728"/>
                  </a:lnTo>
                  <a:lnTo>
                    <a:pt x="1878511" y="706712"/>
                  </a:lnTo>
                  <a:lnTo>
                    <a:pt x="1878624" y="706669"/>
                  </a:lnTo>
                  <a:lnTo>
                    <a:pt x="1878687" y="706621"/>
                  </a:lnTo>
                  <a:lnTo>
                    <a:pt x="1878739" y="706524"/>
                  </a:lnTo>
                  <a:lnTo>
                    <a:pt x="1878774" y="706457"/>
                  </a:lnTo>
                  <a:lnTo>
                    <a:pt x="1878878" y="706262"/>
                  </a:lnTo>
                  <a:lnTo>
                    <a:pt x="1878910" y="706204"/>
                  </a:lnTo>
                  <a:lnTo>
                    <a:pt x="1878848" y="705982"/>
                  </a:lnTo>
                  <a:lnTo>
                    <a:pt x="1878759" y="705661"/>
                  </a:lnTo>
                  <a:lnTo>
                    <a:pt x="1878848" y="705575"/>
                  </a:lnTo>
                  <a:lnTo>
                    <a:pt x="1879111" y="705803"/>
                  </a:lnTo>
                  <a:lnTo>
                    <a:pt x="1879868" y="705617"/>
                  </a:lnTo>
                  <a:lnTo>
                    <a:pt x="1879883" y="705613"/>
                  </a:lnTo>
                  <a:lnTo>
                    <a:pt x="1879893" y="705607"/>
                  </a:lnTo>
                  <a:lnTo>
                    <a:pt x="1880021" y="705522"/>
                  </a:lnTo>
                  <a:lnTo>
                    <a:pt x="1880179" y="705418"/>
                  </a:lnTo>
                  <a:lnTo>
                    <a:pt x="1880336" y="705314"/>
                  </a:lnTo>
                  <a:lnTo>
                    <a:pt x="1880437" y="705248"/>
                  </a:lnTo>
                  <a:lnTo>
                    <a:pt x="1880455" y="705249"/>
                  </a:lnTo>
                  <a:lnTo>
                    <a:pt x="1880470" y="705249"/>
                  </a:lnTo>
                  <a:lnTo>
                    <a:pt x="1880579" y="705254"/>
                  </a:lnTo>
                  <a:lnTo>
                    <a:pt x="1880930" y="705271"/>
                  </a:lnTo>
                  <a:lnTo>
                    <a:pt x="1880965" y="705323"/>
                  </a:lnTo>
                  <a:lnTo>
                    <a:pt x="1881214" y="705417"/>
                  </a:lnTo>
                  <a:lnTo>
                    <a:pt x="1881238" y="705426"/>
                  </a:lnTo>
                  <a:lnTo>
                    <a:pt x="1881539" y="705520"/>
                  </a:lnTo>
                  <a:lnTo>
                    <a:pt x="1881618" y="705545"/>
                  </a:lnTo>
                  <a:lnTo>
                    <a:pt x="1881670" y="705544"/>
                  </a:lnTo>
                  <a:lnTo>
                    <a:pt x="1881713" y="705528"/>
                  </a:lnTo>
                  <a:lnTo>
                    <a:pt x="1881750" y="705501"/>
                  </a:lnTo>
                  <a:lnTo>
                    <a:pt x="1881754" y="705481"/>
                  </a:lnTo>
                  <a:lnTo>
                    <a:pt x="1881757" y="705462"/>
                  </a:lnTo>
                  <a:lnTo>
                    <a:pt x="1881842" y="705474"/>
                  </a:lnTo>
                  <a:lnTo>
                    <a:pt x="1881869" y="705493"/>
                  </a:lnTo>
                  <a:lnTo>
                    <a:pt x="1881960" y="705559"/>
                  </a:lnTo>
                  <a:lnTo>
                    <a:pt x="1882194" y="705842"/>
                  </a:lnTo>
                  <a:lnTo>
                    <a:pt x="1882295" y="706018"/>
                  </a:lnTo>
                  <a:lnTo>
                    <a:pt x="1882197" y="706066"/>
                  </a:lnTo>
                  <a:lnTo>
                    <a:pt x="1881992" y="706050"/>
                  </a:lnTo>
                  <a:lnTo>
                    <a:pt x="1881820" y="706036"/>
                  </a:lnTo>
                  <a:lnTo>
                    <a:pt x="1881736" y="706046"/>
                  </a:lnTo>
                  <a:lnTo>
                    <a:pt x="1881736" y="706051"/>
                  </a:lnTo>
                  <a:lnTo>
                    <a:pt x="1881839" y="706640"/>
                  </a:lnTo>
                  <a:lnTo>
                    <a:pt x="1881866" y="706665"/>
                  </a:lnTo>
                  <a:lnTo>
                    <a:pt x="1881878" y="706673"/>
                  </a:lnTo>
                  <a:lnTo>
                    <a:pt x="1882029" y="706776"/>
                  </a:lnTo>
                  <a:lnTo>
                    <a:pt x="1882262" y="706935"/>
                  </a:lnTo>
                  <a:lnTo>
                    <a:pt x="1882452" y="707024"/>
                  </a:lnTo>
                  <a:lnTo>
                    <a:pt x="1883160" y="707358"/>
                  </a:lnTo>
                  <a:lnTo>
                    <a:pt x="1883292" y="707375"/>
                  </a:lnTo>
                  <a:lnTo>
                    <a:pt x="1883375" y="707328"/>
                  </a:lnTo>
                  <a:lnTo>
                    <a:pt x="1883545" y="707332"/>
                  </a:lnTo>
                  <a:lnTo>
                    <a:pt x="1883711" y="707375"/>
                  </a:lnTo>
                  <a:lnTo>
                    <a:pt x="1883860" y="707432"/>
                  </a:lnTo>
                  <a:lnTo>
                    <a:pt x="1883940" y="707462"/>
                  </a:lnTo>
                  <a:lnTo>
                    <a:pt x="1884051" y="707517"/>
                  </a:lnTo>
                  <a:lnTo>
                    <a:pt x="1884109" y="707528"/>
                  </a:lnTo>
                  <a:lnTo>
                    <a:pt x="1884273" y="707534"/>
                  </a:lnTo>
                  <a:lnTo>
                    <a:pt x="1884504" y="707543"/>
                  </a:lnTo>
                  <a:lnTo>
                    <a:pt x="1885027" y="707439"/>
                  </a:lnTo>
                  <a:lnTo>
                    <a:pt x="1885312" y="707396"/>
                  </a:lnTo>
                  <a:lnTo>
                    <a:pt x="1885390" y="707384"/>
                  </a:lnTo>
                  <a:lnTo>
                    <a:pt x="1885628" y="707369"/>
                  </a:lnTo>
                  <a:lnTo>
                    <a:pt x="1885945" y="707348"/>
                  </a:lnTo>
                  <a:lnTo>
                    <a:pt x="1886288" y="707398"/>
                  </a:lnTo>
                  <a:lnTo>
                    <a:pt x="1886388" y="707507"/>
                  </a:lnTo>
                  <a:lnTo>
                    <a:pt x="1886454" y="707537"/>
                  </a:lnTo>
                  <a:lnTo>
                    <a:pt x="1886644" y="707573"/>
                  </a:lnTo>
                  <a:lnTo>
                    <a:pt x="1886892" y="707574"/>
                  </a:lnTo>
                  <a:lnTo>
                    <a:pt x="1887264" y="707577"/>
                  </a:lnTo>
                  <a:lnTo>
                    <a:pt x="1887547" y="707552"/>
                  </a:lnTo>
                  <a:lnTo>
                    <a:pt x="1887559" y="707551"/>
                  </a:lnTo>
                  <a:lnTo>
                    <a:pt x="1887692" y="707534"/>
                  </a:lnTo>
                  <a:lnTo>
                    <a:pt x="1888028" y="707492"/>
                  </a:lnTo>
                  <a:lnTo>
                    <a:pt x="1888655" y="707354"/>
                  </a:lnTo>
                  <a:lnTo>
                    <a:pt x="1888824" y="707317"/>
                  </a:lnTo>
                  <a:lnTo>
                    <a:pt x="1888922" y="707266"/>
                  </a:lnTo>
                  <a:lnTo>
                    <a:pt x="1889438" y="706995"/>
                  </a:lnTo>
                  <a:lnTo>
                    <a:pt x="1889779" y="706757"/>
                  </a:lnTo>
                  <a:lnTo>
                    <a:pt x="1890020" y="706726"/>
                  </a:lnTo>
                  <a:lnTo>
                    <a:pt x="1889978" y="706807"/>
                  </a:lnTo>
                  <a:lnTo>
                    <a:pt x="1889929" y="706963"/>
                  </a:lnTo>
                  <a:lnTo>
                    <a:pt x="1889932" y="707082"/>
                  </a:lnTo>
                  <a:lnTo>
                    <a:pt x="1889959" y="707149"/>
                  </a:lnTo>
                  <a:lnTo>
                    <a:pt x="1890212" y="707444"/>
                  </a:lnTo>
                  <a:lnTo>
                    <a:pt x="1890262" y="707502"/>
                  </a:lnTo>
                  <a:lnTo>
                    <a:pt x="1890230" y="707591"/>
                  </a:lnTo>
                  <a:lnTo>
                    <a:pt x="1890142" y="707608"/>
                  </a:lnTo>
                  <a:lnTo>
                    <a:pt x="1890112" y="707613"/>
                  </a:lnTo>
                  <a:lnTo>
                    <a:pt x="1889925" y="707650"/>
                  </a:lnTo>
                  <a:lnTo>
                    <a:pt x="1889716" y="707806"/>
                  </a:lnTo>
                  <a:lnTo>
                    <a:pt x="1889724" y="708033"/>
                  </a:lnTo>
                  <a:lnTo>
                    <a:pt x="1889745" y="708068"/>
                  </a:lnTo>
                  <a:lnTo>
                    <a:pt x="1889751" y="708079"/>
                  </a:lnTo>
                  <a:lnTo>
                    <a:pt x="1889911" y="708019"/>
                  </a:lnTo>
                  <a:lnTo>
                    <a:pt x="1889946" y="708005"/>
                  </a:lnTo>
                  <a:lnTo>
                    <a:pt x="1890108" y="707944"/>
                  </a:lnTo>
                  <a:lnTo>
                    <a:pt x="1890115" y="708040"/>
                  </a:lnTo>
                  <a:lnTo>
                    <a:pt x="1890149" y="708520"/>
                  </a:lnTo>
                  <a:lnTo>
                    <a:pt x="1889949" y="708508"/>
                  </a:lnTo>
                  <a:lnTo>
                    <a:pt x="1889944" y="708508"/>
                  </a:lnTo>
                  <a:lnTo>
                    <a:pt x="1889905" y="708622"/>
                  </a:lnTo>
                  <a:lnTo>
                    <a:pt x="1890157" y="708706"/>
                  </a:lnTo>
                  <a:lnTo>
                    <a:pt x="1890182" y="708714"/>
                  </a:lnTo>
                  <a:lnTo>
                    <a:pt x="1890568" y="708842"/>
                  </a:lnTo>
                  <a:lnTo>
                    <a:pt x="1890621" y="708839"/>
                  </a:lnTo>
                  <a:lnTo>
                    <a:pt x="1890625" y="708153"/>
                  </a:lnTo>
                  <a:lnTo>
                    <a:pt x="1890509" y="708067"/>
                  </a:lnTo>
                  <a:lnTo>
                    <a:pt x="1890450" y="707998"/>
                  </a:lnTo>
                  <a:lnTo>
                    <a:pt x="1890368" y="707845"/>
                  </a:lnTo>
                  <a:lnTo>
                    <a:pt x="1890385" y="707713"/>
                  </a:lnTo>
                  <a:lnTo>
                    <a:pt x="1890544" y="707820"/>
                  </a:lnTo>
                  <a:lnTo>
                    <a:pt x="1890598" y="707817"/>
                  </a:lnTo>
                  <a:lnTo>
                    <a:pt x="1890704" y="707764"/>
                  </a:lnTo>
                  <a:lnTo>
                    <a:pt x="1890719" y="707757"/>
                  </a:lnTo>
                  <a:lnTo>
                    <a:pt x="1891067" y="707782"/>
                  </a:lnTo>
                  <a:lnTo>
                    <a:pt x="1891114" y="707786"/>
                  </a:lnTo>
                  <a:lnTo>
                    <a:pt x="1891146" y="707788"/>
                  </a:lnTo>
                  <a:lnTo>
                    <a:pt x="1891307" y="707800"/>
                  </a:lnTo>
                  <a:lnTo>
                    <a:pt x="1891400" y="707807"/>
                  </a:lnTo>
                  <a:lnTo>
                    <a:pt x="1891583" y="707821"/>
                  </a:lnTo>
                  <a:lnTo>
                    <a:pt x="1891791" y="707848"/>
                  </a:lnTo>
                  <a:lnTo>
                    <a:pt x="1891855" y="707856"/>
                  </a:lnTo>
                  <a:lnTo>
                    <a:pt x="1892032" y="707897"/>
                  </a:lnTo>
                  <a:lnTo>
                    <a:pt x="1892107" y="707914"/>
                  </a:lnTo>
                  <a:lnTo>
                    <a:pt x="1892557" y="707981"/>
                  </a:lnTo>
                  <a:lnTo>
                    <a:pt x="1892737" y="707983"/>
                  </a:lnTo>
                  <a:lnTo>
                    <a:pt x="1892962" y="707986"/>
                  </a:lnTo>
                  <a:lnTo>
                    <a:pt x="1893247" y="707990"/>
                  </a:lnTo>
                  <a:lnTo>
                    <a:pt x="1893297" y="707979"/>
                  </a:lnTo>
                  <a:lnTo>
                    <a:pt x="1893898" y="707850"/>
                  </a:lnTo>
                  <a:lnTo>
                    <a:pt x="1893906" y="707838"/>
                  </a:lnTo>
                  <a:lnTo>
                    <a:pt x="1894035" y="707638"/>
                  </a:lnTo>
                  <a:lnTo>
                    <a:pt x="1894044" y="707624"/>
                  </a:lnTo>
                  <a:lnTo>
                    <a:pt x="1894120" y="707528"/>
                  </a:lnTo>
                  <a:lnTo>
                    <a:pt x="1894262" y="707346"/>
                  </a:lnTo>
                  <a:lnTo>
                    <a:pt x="1894619" y="707294"/>
                  </a:lnTo>
                  <a:lnTo>
                    <a:pt x="1894633" y="707283"/>
                  </a:lnTo>
                  <a:lnTo>
                    <a:pt x="1894727" y="707214"/>
                  </a:lnTo>
                  <a:lnTo>
                    <a:pt x="1894789" y="707168"/>
                  </a:lnTo>
                  <a:lnTo>
                    <a:pt x="1894829" y="707104"/>
                  </a:lnTo>
                  <a:lnTo>
                    <a:pt x="1894960" y="707052"/>
                  </a:lnTo>
                  <a:lnTo>
                    <a:pt x="1895026" y="707040"/>
                  </a:lnTo>
                  <a:lnTo>
                    <a:pt x="1895117" y="707047"/>
                  </a:lnTo>
                  <a:lnTo>
                    <a:pt x="1895167" y="707051"/>
                  </a:lnTo>
                  <a:lnTo>
                    <a:pt x="1895201" y="707054"/>
                  </a:lnTo>
                  <a:lnTo>
                    <a:pt x="1895233" y="707056"/>
                  </a:lnTo>
                  <a:lnTo>
                    <a:pt x="1895238" y="707056"/>
                  </a:lnTo>
                  <a:lnTo>
                    <a:pt x="1895578" y="707035"/>
                  </a:lnTo>
                  <a:lnTo>
                    <a:pt x="1895670" y="706919"/>
                  </a:lnTo>
                  <a:lnTo>
                    <a:pt x="1895749" y="706857"/>
                  </a:lnTo>
                  <a:lnTo>
                    <a:pt x="1895753" y="706856"/>
                  </a:lnTo>
                  <a:lnTo>
                    <a:pt x="1895880" y="706846"/>
                  </a:lnTo>
                  <a:lnTo>
                    <a:pt x="1895912" y="706880"/>
                  </a:lnTo>
                  <a:lnTo>
                    <a:pt x="1895985" y="706958"/>
                  </a:lnTo>
                  <a:lnTo>
                    <a:pt x="1895989" y="707016"/>
                  </a:lnTo>
                  <a:lnTo>
                    <a:pt x="1895992" y="707056"/>
                  </a:lnTo>
                  <a:lnTo>
                    <a:pt x="1895993" y="707074"/>
                  </a:lnTo>
                  <a:lnTo>
                    <a:pt x="1896000" y="707181"/>
                  </a:lnTo>
                  <a:lnTo>
                    <a:pt x="1896066" y="707280"/>
                  </a:lnTo>
                  <a:lnTo>
                    <a:pt x="1896118" y="707316"/>
                  </a:lnTo>
                  <a:lnTo>
                    <a:pt x="1896174" y="707329"/>
                  </a:lnTo>
                  <a:lnTo>
                    <a:pt x="1896251" y="707348"/>
                  </a:lnTo>
                  <a:lnTo>
                    <a:pt x="1896394" y="707326"/>
                  </a:lnTo>
                  <a:lnTo>
                    <a:pt x="1896431" y="707301"/>
                  </a:lnTo>
                  <a:lnTo>
                    <a:pt x="1896446" y="707276"/>
                  </a:lnTo>
                  <a:lnTo>
                    <a:pt x="1896462" y="707249"/>
                  </a:lnTo>
                  <a:lnTo>
                    <a:pt x="1896495" y="707172"/>
                  </a:lnTo>
                  <a:lnTo>
                    <a:pt x="1896416" y="706998"/>
                  </a:lnTo>
                  <a:lnTo>
                    <a:pt x="1896438" y="706957"/>
                  </a:lnTo>
                  <a:lnTo>
                    <a:pt x="1896470" y="706898"/>
                  </a:lnTo>
                  <a:lnTo>
                    <a:pt x="1896475" y="706889"/>
                  </a:lnTo>
                  <a:lnTo>
                    <a:pt x="1896692" y="706887"/>
                  </a:lnTo>
                  <a:lnTo>
                    <a:pt x="1896737" y="706924"/>
                  </a:lnTo>
                  <a:lnTo>
                    <a:pt x="1896714" y="707010"/>
                  </a:lnTo>
                  <a:lnTo>
                    <a:pt x="1896714" y="707033"/>
                  </a:lnTo>
                  <a:lnTo>
                    <a:pt x="1896713" y="707168"/>
                  </a:lnTo>
                  <a:lnTo>
                    <a:pt x="1896712" y="707301"/>
                  </a:lnTo>
                  <a:lnTo>
                    <a:pt x="1896725" y="707376"/>
                  </a:lnTo>
                  <a:lnTo>
                    <a:pt x="1896796" y="707424"/>
                  </a:lnTo>
                  <a:lnTo>
                    <a:pt x="1897069" y="707492"/>
                  </a:lnTo>
                  <a:lnTo>
                    <a:pt x="1897151" y="707512"/>
                  </a:lnTo>
                  <a:lnTo>
                    <a:pt x="1897239" y="707500"/>
                  </a:lnTo>
                  <a:lnTo>
                    <a:pt x="1897391" y="707399"/>
                  </a:lnTo>
                  <a:lnTo>
                    <a:pt x="1897482" y="707283"/>
                  </a:lnTo>
                  <a:lnTo>
                    <a:pt x="1897533" y="707169"/>
                  </a:lnTo>
                  <a:lnTo>
                    <a:pt x="1897346" y="707076"/>
                  </a:lnTo>
                  <a:lnTo>
                    <a:pt x="1897297" y="707052"/>
                  </a:lnTo>
                  <a:lnTo>
                    <a:pt x="1897192" y="706949"/>
                  </a:lnTo>
                  <a:lnTo>
                    <a:pt x="1897178" y="706935"/>
                  </a:lnTo>
                  <a:lnTo>
                    <a:pt x="1897185" y="706914"/>
                  </a:lnTo>
                  <a:lnTo>
                    <a:pt x="1897284" y="706896"/>
                  </a:lnTo>
                  <a:lnTo>
                    <a:pt x="1897441" y="706942"/>
                  </a:lnTo>
                  <a:lnTo>
                    <a:pt x="1897458" y="706947"/>
                  </a:lnTo>
                  <a:lnTo>
                    <a:pt x="1897525" y="706966"/>
                  </a:lnTo>
                  <a:lnTo>
                    <a:pt x="1897533" y="706968"/>
                  </a:lnTo>
                  <a:lnTo>
                    <a:pt x="1897537" y="706971"/>
                  </a:lnTo>
                  <a:lnTo>
                    <a:pt x="1897837" y="707165"/>
                  </a:lnTo>
                  <a:lnTo>
                    <a:pt x="1897897" y="707204"/>
                  </a:lnTo>
                  <a:lnTo>
                    <a:pt x="1897915" y="707216"/>
                  </a:lnTo>
                  <a:lnTo>
                    <a:pt x="1897931" y="707227"/>
                  </a:lnTo>
                  <a:lnTo>
                    <a:pt x="1897970" y="707252"/>
                  </a:lnTo>
                  <a:lnTo>
                    <a:pt x="1898000" y="707271"/>
                  </a:lnTo>
                  <a:lnTo>
                    <a:pt x="1898182" y="707390"/>
                  </a:lnTo>
                  <a:lnTo>
                    <a:pt x="1898191" y="707395"/>
                  </a:lnTo>
                  <a:lnTo>
                    <a:pt x="1898236" y="707425"/>
                  </a:lnTo>
                  <a:lnTo>
                    <a:pt x="1898306" y="707470"/>
                  </a:lnTo>
                  <a:lnTo>
                    <a:pt x="1898364" y="707508"/>
                  </a:lnTo>
                  <a:lnTo>
                    <a:pt x="1898385" y="707534"/>
                  </a:lnTo>
                  <a:lnTo>
                    <a:pt x="1898344" y="707576"/>
                  </a:lnTo>
                  <a:lnTo>
                    <a:pt x="1898313" y="707577"/>
                  </a:lnTo>
                  <a:lnTo>
                    <a:pt x="1898290" y="707577"/>
                  </a:lnTo>
                  <a:lnTo>
                    <a:pt x="1898257" y="707605"/>
                  </a:lnTo>
                  <a:lnTo>
                    <a:pt x="1898236" y="707659"/>
                  </a:lnTo>
                  <a:lnTo>
                    <a:pt x="1898250" y="707690"/>
                  </a:lnTo>
                  <a:lnTo>
                    <a:pt x="1898296" y="707796"/>
                  </a:lnTo>
                  <a:lnTo>
                    <a:pt x="1898308" y="707824"/>
                  </a:lnTo>
                  <a:lnTo>
                    <a:pt x="1898323" y="707858"/>
                  </a:lnTo>
                  <a:lnTo>
                    <a:pt x="1898344" y="707907"/>
                  </a:lnTo>
                  <a:lnTo>
                    <a:pt x="1898374" y="707977"/>
                  </a:lnTo>
                  <a:lnTo>
                    <a:pt x="1898380" y="707990"/>
                  </a:lnTo>
                  <a:lnTo>
                    <a:pt x="1898432" y="708027"/>
                  </a:lnTo>
                  <a:lnTo>
                    <a:pt x="1898449" y="708039"/>
                  </a:lnTo>
                  <a:lnTo>
                    <a:pt x="1898455" y="708042"/>
                  </a:lnTo>
                  <a:lnTo>
                    <a:pt x="1898573" y="708090"/>
                  </a:lnTo>
                  <a:lnTo>
                    <a:pt x="1898593" y="708094"/>
                  </a:lnTo>
                  <a:lnTo>
                    <a:pt x="1898612" y="708098"/>
                  </a:lnTo>
                  <a:lnTo>
                    <a:pt x="1898617" y="708099"/>
                  </a:lnTo>
                  <a:lnTo>
                    <a:pt x="1898644" y="708104"/>
                  </a:lnTo>
                  <a:lnTo>
                    <a:pt x="1898655" y="708106"/>
                  </a:lnTo>
                  <a:lnTo>
                    <a:pt x="1898696" y="708115"/>
                  </a:lnTo>
                  <a:lnTo>
                    <a:pt x="1898701" y="708118"/>
                  </a:lnTo>
                  <a:lnTo>
                    <a:pt x="1898694" y="708129"/>
                  </a:lnTo>
                  <a:lnTo>
                    <a:pt x="1898681" y="708143"/>
                  </a:lnTo>
                  <a:lnTo>
                    <a:pt x="1898675" y="708152"/>
                  </a:lnTo>
                  <a:lnTo>
                    <a:pt x="1898673" y="708160"/>
                  </a:lnTo>
                  <a:lnTo>
                    <a:pt x="1898673" y="708176"/>
                  </a:lnTo>
                  <a:lnTo>
                    <a:pt x="1898673" y="708187"/>
                  </a:lnTo>
                  <a:lnTo>
                    <a:pt x="1898670" y="708195"/>
                  </a:lnTo>
                  <a:lnTo>
                    <a:pt x="1898622" y="708236"/>
                  </a:lnTo>
                  <a:lnTo>
                    <a:pt x="1898613" y="708243"/>
                  </a:lnTo>
                  <a:lnTo>
                    <a:pt x="1898592" y="708261"/>
                  </a:lnTo>
                  <a:lnTo>
                    <a:pt x="1898509" y="708332"/>
                  </a:lnTo>
                  <a:lnTo>
                    <a:pt x="1898393" y="708381"/>
                  </a:lnTo>
                  <a:lnTo>
                    <a:pt x="1898230" y="708397"/>
                  </a:lnTo>
                  <a:lnTo>
                    <a:pt x="1898119" y="708428"/>
                  </a:lnTo>
                  <a:lnTo>
                    <a:pt x="1898082" y="708438"/>
                  </a:lnTo>
                  <a:lnTo>
                    <a:pt x="1897975" y="708510"/>
                  </a:lnTo>
                  <a:lnTo>
                    <a:pt x="1897964" y="708534"/>
                  </a:lnTo>
                  <a:lnTo>
                    <a:pt x="1897937" y="708590"/>
                  </a:lnTo>
                  <a:lnTo>
                    <a:pt x="1897935" y="708599"/>
                  </a:lnTo>
                  <a:lnTo>
                    <a:pt x="1897914" y="708701"/>
                  </a:lnTo>
                  <a:lnTo>
                    <a:pt x="1897911" y="708716"/>
                  </a:lnTo>
                  <a:lnTo>
                    <a:pt x="1897923" y="708732"/>
                  </a:lnTo>
                  <a:lnTo>
                    <a:pt x="1897970" y="708751"/>
                  </a:lnTo>
                  <a:lnTo>
                    <a:pt x="1897985" y="708757"/>
                  </a:lnTo>
                  <a:lnTo>
                    <a:pt x="1898002" y="708764"/>
                  </a:lnTo>
                  <a:lnTo>
                    <a:pt x="1897998" y="708829"/>
                  </a:lnTo>
                  <a:lnTo>
                    <a:pt x="1897944" y="708879"/>
                  </a:lnTo>
                  <a:lnTo>
                    <a:pt x="1897810" y="709004"/>
                  </a:lnTo>
                  <a:lnTo>
                    <a:pt x="1897786" y="709026"/>
                  </a:lnTo>
                  <a:lnTo>
                    <a:pt x="1897725" y="709030"/>
                  </a:lnTo>
                  <a:lnTo>
                    <a:pt x="1897694" y="708943"/>
                  </a:lnTo>
                  <a:lnTo>
                    <a:pt x="1897639" y="708789"/>
                  </a:lnTo>
                  <a:lnTo>
                    <a:pt x="1897633" y="708749"/>
                  </a:lnTo>
                  <a:lnTo>
                    <a:pt x="1897631" y="708734"/>
                  </a:lnTo>
                  <a:lnTo>
                    <a:pt x="1897612" y="708610"/>
                  </a:lnTo>
                  <a:lnTo>
                    <a:pt x="1897607" y="708574"/>
                  </a:lnTo>
                  <a:lnTo>
                    <a:pt x="1897590" y="708457"/>
                  </a:lnTo>
                  <a:lnTo>
                    <a:pt x="1897573" y="708448"/>
                  </a:lnTo>
                  <a:lnTo>
                    <a:pt x="1897540" y="708431"/>
                  </a:lnTo>
                  <a:lnTo>
                    <a:pt x="1897463" y="708389"/>
                  </a:lnTo>
                  <a:lnTo>
                    <a:pt x="1897374" y="708372"/>
                  </a:lnTo>
                  <a:lnTo>
                    <a:pt x="1897211" y="708385"/>
                  </a:lnTo>
                  <a:lnTo>
                    <a:pt x="1897096" y="708394"/>
                  </a:lnTo>
                  <a:lnTo>
                    <a:pt x="1896734" y="708196"/>
                  </a:lnTo>
                  <a:lnTo>
                    <a:pt x="1896708" y="708182"/>
                  </a:lnTo>
                  <a:lnTo>
                    <a:pt x="1896495" y="708224"/>
                  </a:lnTo>
                  <a:lnTo>
                    <a:pt x="1896295" y="708305"/>
                  </a:lnTo>
                  <a:lnTo>
                    <a:pt x="1896258" y="708320"/>
                  </a:lnTo>
                  <a:lnTo>
                    <a:pt x="1895878" y="708546"/>
                  </a:lnTo>
                  <a:lnTo>
                    <a:pt x="1895593" y="708752"/>
                  </a:lnTo>
                  <a:lnTo>
                    <a:pt x="1895413" y="708845"/>
                  </a:lnTo>
                  <a:lnTo>
                    <a:pt x="1895104" y="708913"/>
                  </a:lnTo>
                  <a:lnTo>
                    <a:pt x="1895086" y="708917"/>
                  </a:lnTo>
                  <a:lnTo>
                    <a:pt x="1895052" y="708924"/>
                  </a:lnTo>
                  <a:lnTo>
                    <a:pt x="1895045" y="708926"/>
                  </a:lnTo>
                  <a:lnTo>
                    <a:pt x="1894988" y="708938"/>
                  </a:lnTo>
                  <a:lnTo>
                    <a:pt x="1894971" y="708942"/>
                  </a:lnTo>
                  <a:lnTo>
                    <a:pt x="1894836" y="709003"/>
                  </a:lnTo>
                  <a:lnTo>
                    <a:pt x="1894793" y="709031"/>
                  </a:lnTo>
                  <a:lnTo>
                    <a:pt x="1894656" y="709121"/>
                  </a:lnTo>
                  <a:lnTo>
                    <a:pt x="1894322" y="709496"/>
                  </a:lnTo>
                  <a:lnTo>
                    <a:pt x="1894248" y="709579"/>
                  </a:lnTo>
                  <a:lnTo>
                    <a:pt x="1894130" y="709730"/>
                  </a:lnTo>
                  <a:lnTo>
                    <a:pt x="1893965" y="710027"/>
                  </a:lnTo>
                  <a:lnTo>
                    <a:pt x="1893912" y="710181"/>
                  </a:lnTo>
                  <a:lnTo>
                    <a:pt x="1893876" y="710355"/>
                  </a:lnTo>
                  <a:lnTo>
                    <a:pt x="1893869" y="710566"/>
                  </a:lnTo>
                  <a:lnTo>
                    <a:pt x="1893866" y="710666"/>
                  </a:lnTo>
                  <a:lnTo>
                    <a:pt x="1893896" y="710714"/>
                  </a:lnTo>
                  <a:lnTo>
                    <a:pt x="1893910" y="710728"/>
                  </a:lnTo>
                  <a:lnTo>
                    <a:pt x="1894013" y="710827"/>
                  </a:lnTo>
                  <a:lnTo>
                    <a:pt x="1894057" y="710870"/>
                  </a:lnTo>
                  <a:lnTo>
                    <a:pt x="1894113" y="710924"/>
                  </a:lnTo>
                  <a:lnTo>
                    <a:pt x="1894203" y="711010"/>
                  </a:lnTo>
                  <a:lnTo>
                    <a:pt x="1894216" y="711079"/>
                  </a:lnTo>
                  <a:lnTo>
                    <a:pt x="1894077" y="711326"/>
                  </a:lnTo>
                  <a:lnTo>
                    <a:pt x="1894060" y="711421"/>
                  </a:lnTo>
                  <a:lnTo>
                    <a:pt x="1894049" y="711486"/>
                  </a:lnTo>
                  <a:lnTo>
                    <a:pt x="1894034" y="711573"/>
                  </a:lnTo>
                  <a:lnTo>
                    <a:pt x="1894025" y="711624"/>
                  </a:lnTo>
                  <a:lnTo>
                    <a:pt x="1893939" y="711711"/>
                  </a:lnTo>
                  <a:lnTo>
                    <a:pt x="1893894" y="711747"/>
                  </a:lnTo>
                  <a:lnTo>
                    <a:pt x="1893884" y="711755"/>
                  </a:lnTo>
                  <a:lnTo>
                    <a:pt x="1893870" y="711766"/>
                  </a:lnTo>
                  <a:lnTo>
                    <a:pt x="1893846" y="711786"/>
                  </a:lnTo>
                  <a:lnTo>
                    <a:pt x="1893686" y="711915"/>
                  </a:lnTo>
                  <a:lnTo>
                    <a:pt x="1893629" y="711947"/>
                  </a:lnTo>
                  <a:lnTo>
                    <a:pt x="1893586" y="711971"/>
                  </a:lnTo>
                  <a:lnTo>
                    <a:pt x="1893536" y="711999"/>
                  </a:lnTo>
                  <a:lnTo>
                    <a:pt x="1893520" y="712008"/>
                  </a:lnTo>
                  <a:lnTo>
                    <a:pt x="1893519" y="712001"/>
                  </a:lnTo>
                  <a:lnTo>
                    <a:pt x="1893505" y="711954"/>
                  </a:lnTo>
                  <a:lnTo>
                    <a:pt x="1893503" y="711947"/>
                  </a:lnTo>
                  <a:lnTo>
                    <a:pt x="1893488" y="711895"/>
                  </a:lnTo>
                  <a:lnTo>
                    <a:pt x="1893497" y="711863"/>
                  </a:lnTo>
                  <a:lnTo>
                    <a:pt x="1893499" y="711856"/>
                  </a:lnTo>
                  <a:lnTo>
                    <a:pt x="1893503" y="711840"/>
                  </a:lnTo>
                  <a:lnTo>
                    <a:pt x="1893504" y="711725"/>
                  </a:lnTo>
                  <a:lnTo>
                    <a:pt x="1893505" y="711686"/>
                  </a:lnTo>
                  <a:lnTo>
                    <a:pt x="1893475" y="711642"/>
                  </a:lnTo>
                  <a:lnTo>
                    <a:pt x="1893460" y="711620"/>
                  </a:lnTo>
                  <a:lnTo>
                    <a:pt x="1893243" y="711479"/>
                  </a:lnTo>
                  <a:lnTo>
                    <a:pt x="1893195" y="711469"/>
                  </a:lnTo>
                  <a:lnTo>
                    <a:pt x="1893155" y="711474"/>
                  </a:lnTo>
                  <a:lnTo>
                    <a:pt x="1893091" y="711483"/>
                  </a:lnTo>
                  <a:lnTo>
                    <a:pt x="1893064" y="711499"/>
                  </a:lnTo>
                  <a:lnTo>
                    <a:pt x="1892983" y="711548"/>
                  </a:lnTo>
                  <a:lnTo>
                    <a:pt x="1892865" y="711618"/>
                  </a:lnTo>
                  <a:lnTo>
                    <a:pt x="1892868" y="711639"/>
                  </a:lnTo>
                  <a:lnTo>
                    <a:pt x="1892908" y="711923"/>
                  </a:lnTo>
                  <a:lnTo>
                    <a:pt x="1892945" y="711915"/>
                  </a:lnTo>
                  <a:lnTo>
                    <a:pt x="1892969" y="711910"/>
                  </a:lnTo>
                  <a:lnTo>
                    <a:pt x="1892993" y="711905"/>
                  </a:lnTo>
                  <a:lnTo>
                    <a:pt x="1893002" y="711903"/>
                  </a:lnTo>
                  <a:lnTo>
                    <a:pt x="1893091" y="711956"/>
                  </a:lnTo>
                  <a:lnTo>
                    <a:pt x="1893373" y="712125"/>
                  </a:lnTo>
                  <a:lnTo>
                    <a:pt x="1893431" y="712160"/>
                  </a:lnTo>
                  <a:lnTo>
                    <a:pt x="1893427" y="712171"/>
                  </a:lnTo>
                  <a:lnTo>
                    <a:pt x="1893407" y="712236"/>
                  </a:lnTo>
                  <a:lnTo>
                    <a:pt x="1893403" y="712247"/>
                  </a:lnTo>
                  <a:lnTo>
                    <a:pt x="1893375" y="712334"/>
                  </a:lnTo>
                  <a:lnTo>
                    <a:pt x="1893368" y="712356"/>
                  </a:lnTo>
                  <a:lnTo>
                    <a:pt x="1893313" y="712528"/>
                  </a:lnTo>
                  <a:lnTo>
                    <a:pt x="1893160" y="712602"/>
                  </a:lnTo>
                  <a:lnTo>
                    <a:pt x="1893077" y="712623"/>
                  </a:lnTo>
                  <a:lnTo>
                    <a:pt x="1893000" y="712641"/>
                  </a:lnTo>
                  <a:lnTo>
                    <a:pt x="1892980" y="712735"/>
                  </a:lnTo>
                  <a:lnTo>
                    <a:pt x="1893027" y="712812"/>
                  </a:lnTo>
                  <a:lnTo>
                    <a:pt x="1893169" y="712909"/>
                  </a:lnTo>
                  <a:lnTo>
                    <a:pt x="1893462" y="713027"/>
                  </a:lnTo>
                  <a:lnTo>
                    <a:pt x="1893417" y="713067"/>
                  </a:lnTo>
                  <a:lnTo>
                    <a:pt x="1893288" y="713137"/>
                  </a:lnTo>
                  <a:lnTo>
                    <a:pt x="1893280" y="713132"/>
                  </a:lnTo>
                  <a:lnTo>
                    <a:pt x="1893126" y="713036"/>
                  </a:lnTo>
                  <a:lnTo>
                    <a:pt x="1893111" y="713027"/>
                  </a:lnTo>
                  <a:lnTo>
                    <a:pt x="1893077" y="713005"/>
                  </a:lnTo>
                  <a:lnTo>
                    <a:pt x="1893070" y="713001"/>
                  </a:lnTo>
                  <a:lnTo>
                    <a:pt x="1893057" y="712993"/>
                  </a:lnTo>
                  <a:lnTo>
                    <a:pt x="1893032" y="712977"/>
                  </a:lnTo>
                  <a:lnTo>
                    <a:pt x="1892985" y="712934"/>
                  </a:lnTo>
                  <a:lnTo>
                    <a:pt x="1892961" y="712912"/>
                  </a:lnTo>
                  <a:lnTo>
                    <a:pt x="1892939" y="712861"/>
                  </a:lnTo>
                  <a:lnTo>
                    <a:pt x="1892924" y="712854"/>
                  </a:lnTo>
                  <a:lnTo>
                    <a:pt x="1892806" y="712870"/>
                  </a:lnTo>
                  <a:lnTo>
                    <a:pt x="1892789" y="712876"/>
                  </a:lnTo>
                  <a:lnTo>
                    <a:pt x="1892733" y="712898"/>
                  </a:lnTo>
                  <a:lnTo>
                    <a:pt x="1892702" y="712924"/>
                  </a:lnTo>
                  <a:lnTo>
                    <a:pt x="1892637" y="713055"/>
                  </a:lnTo>
                  <a:lnTo>
                    <a:pt x="1892632" y="713128"/>
                  </a:lnTo>
                  <a:lnTo>
                    <a:pt x="1892650" y="713209"/>
                  </a:lnTo>
                  <a:lnTo>
                    <a:pt x="1892659" y="713229"/>
                  </a:lnTo>
                  <a:lnTo>
                    <a:pt x="1892741" y="713398"/>
                  </a:lnTo>
                  <a:lnTo>
                    <a:pt x="1892824" y="713405"/>
                  </a:lnTo>
                  <a:lnTo>
                    <a:pt x="1893027" y="713421"/>
                  </a:lnTo>
                  <a:lnTo>
                    <a:pt x="1893099" y="713427"/>
                  </a:lnTo>
                  <a:lnTo>
                    <a:pt x="1893142" y="713430"/>
                  </a:lnTo>
                  <a:lnTo>
                    <a:pt x="1893233" y="713437"/>
                  </a:lnTo>
                  <a:lnTo>
                    <a:pt x="1893269" y="713634"/>
                  </a:lnTo>
                  <a:lnTo>
                    <a:pt x="1893244" y="713677"/>
                  </a:lnTo>
                  <a:lnTo>
                    <a:pt x="1893184" y="713780"/>
                  </a:lnTo>
                  <a:lnTo>
                    <a:pt x="1893165" y="713814"/>
                  </a:lnTo>
                  <a:lnTo>
                    <a:pt x="1893154" y="713834"/>
                  </a:lnTo>
                  <a:lnTo>
                    <a:pt x="1893001" y="713965"/>
                  </a:lnTo>
                  <a:lnTo>
                    <a:pt x="1892975" y="713987"/>
                  </a:lnTo>
                  <a:lnTo>
                    <a:pt x="1892974" y="714011"/>
                  </a:lnTo>
                  <a:lnTo>
                    <a:pt x="1892974" y="714105"/>
                  </a:lnTo>
                  <a:lnTo>
                    <a:pt x="1892974" y="714126"/>
                  </a:lnTo>
                  <a:lnTo>
                    <a:pt x="1892973" y="714221"/>
                  </a:lnTo>
                  <a:lnTo>
                    <a:pt x="1892982" y="714246"/>
                  </a:lnTo>
                  <a:lnTo>
                    <a:pt x="1892993" y="714276"/>
                  </a:lnTo>
                  <a:lnTo>
                    <a:pt x="1893024" y="714274"/>
                  </a:lnTo>
                  <a:lnTo>
                    <a:pt x="1893205" y="714263"/>
                  </a:lnTo>
                  <a:lnTo>
                    <a:pt x="1893296" y="714227"/>
                  </a:lnTo>
                  <a:lnTo>
                    <a:pt x="1893386" y="714192"/>
                  </a:lnTo>
                  <a:lnTo>
                    <a:pt x="1893588" y="714187"/>
                  </a:lnTo>
                  <a:lnTo>
                    <a:pt x="1893690" y="714184"/>
                  </a:lnTo>
                  <a:lnTo>
                    <a:pt x="1893695" y="714184"/>
                  </a:lnTo>
                  <a:lnTo>
                    <a:pt x="1893725" y="714183"/>
                  </a:lnTo>
                  <a:lnTo>
                    <a:pt x="1893772" y="714181"/>
                  </a:lnTo>
                  <a:lnTo>
                    <a:pt x="1893821" y="714254"/>
                  </a:lnTo>
                  <a:lnTo>
                    <a:pt x="1893825" y="714261"/>
                  </a:lnTo>
                  <a:lnTo>
                    <a:pt x="1893919" y="714400"/>
                  </a:lnTo>
                  <a:lnTo>
                    <a:pt x="1894007" y="714552"/>
                  </a:lnTo>
                  <a:lnTo>
                    <a:pt x="1894221" y="714920"/>
                  </a:lnTo>
                  <a:lnTo>
                    <a:pt x="1894291" y="715187"/>
                  </a:lnTo>
                  <a:lnTo>
                    <a:pt x="1894273" y="715258"/>
                  </a:lnTo>
                  <a:lnTo>
                    <a:pt x="1894254" y="715329"/>
                  </a:lnTo>
                  <a:lnTo>
                    <a:pt x="1894239" y="715388"/>
                  </a:lnTo>
                  <a:lnTo>
                    <a:pt x="1894205" y="715524"/>
                  </a:lnTo>
                  <a:lnTo>
                    <a:pt x="1894195" y="715563"/>
                  </a:lnTo>
                  <a:lnTo>
                    <a:pt x="1894202" y="715635"/>
                  </a:lnTo>
                  <a:lnTo>
                    <a:pt x="1894232" y="715717"/>
                  </a:lnTo>
                  <a:lnTo>
                    <a:pt x="1894282" y="715757"/>
                  </a:lnTo>
                  <a:lnTo>
                    <a:pt x="1894589" y="716004"/>
                  </a:lnTo>
                  <a:lnTo>
                    <a:pt x="1894731" y="716100"/>
                  </a:lnTo>
                  <a:lnTo>
                    <a:pt x="1894757" y="716108"/>
                  </a:lnTo>
                  <a:lnTo>
                    <a:pt x="1894926" y="716154"/>
                  </a:lnTo>
                  <a:lnTo>
                    <a:pt x="1894984" y="716191"/>
                  </a:lnTo>
                  <a:lnTo>
                    <a:pt x="1895123" y="716282"/>
                  </a:lnTo>
                  <a:lnTo>
                    <a:pt x="1895138" y="716292"/>
                  </a:lnTo>
                  <a:lnTo>
                    <a:pt x="1895193" y="716328"/>
                  </a:lnTo>
                  <a:lnTo>
                    <a:pt x="1895209" y="716338"/>
                  </a:lnTo>
                  <a:lnTo>
                    <a:pt x="1895394" y="716523"/>
                  </a:lnTo>
                  <a:lnTo>
                    <a:pt x="1895429" y="716559"/>
                  </a:lnTo>
                  <a:lnTo>
                    <a:pt x="1895462" y="716592"/>
                  </a:lnTo>
                  <a:lnTo>
                    <a:pt x="1895476" y="716692"/>
                  </a:lnTo>
                  <a:lnTo>
                    <a:pt x="1895401" y="716826"/>
                  </a:lnTo>
                  <a:lnTo>
                    <a:pt x="1895284" y="716780"/>
                  </a:lnTo>
                  <a:lnTo>
                    <a:pt x="1895206" y="716703"/>
                  </a:lnTo>
                  <a:lnTo>
                    <a:pt x="1895105" y="716684"/>
                  </a:lnTo>
                  <a:lnTo>
                    <a:pt x="1895051" y="716685"/>
                  </a:lnTo>
                  <a:lnTo>
                    <a:pt x="1894819" y="716767"/>
                  </a:lnTo>
                  <a:lnTo>
                    <a:pt x="1894736" y="716807"/>
                  </a:lnTo>
                  <a:lnTo>
                    <a:pt x="1894511" y="716954"/>
                  </a:lnTo>
                  <a:lnTo>
                    <a:pt x="1894406" y="717046"/>
                  </a:lnTo>
                  <a:lnTo>
                    <a:pt x="1893962" y="717101"/>
                  </a:lnTo>
                  <a:lnTo>
                    <a:pt x="1893770" y="717124"/>
                  </a:lnTo>
                  <a:lnTo>
                    <a:pt x="1893124" y="717418"/>
                  </a:lnTo>
                  <a:lnTo>
                    <a:pt x="1893082" y="717446"/>
                  </a:lnTo>
                  <a:lnTo>
                    <a:pt x="1893042" y="717502"/>
                  </a:lnTo>
                  <a:lnTo>
                    <a:pt x="1892973" y="717731"/>
                  </a:lnTo>
                  <a:lnTo>
                    <a:pt x="1892968" y="717784"/>
                  </a:lnTo>
                  <a:lnTo>
                    <a:pt x="1892966" y="717807"/>
                  </a:lnTo>
                  <a:lnTo>
                    <a:pt x="1892958" y="717894"/>
                  </a:lnTo>
                  <a:lnTo>
                    <a:pt x="1892970" y="717927"/>
                  </a:lnTo>
                  <a:lnTo>
                    <a:pt x="1893019" y="718058"/>
                  </a:lnTo>
                  <a:lnTo>
                    <a:pt x="1893058" y="718093"/>
                  </a:lnTo>
                  <a:lnTo>
                    <a:pt x="1893083" y="718100"/>
                  </a:lnTo>
                  <a:lnTo>
                    <a:pt x="1893111" y="718108"/>
                  </a:lnTo>
                  <a:lnTo>
                    <a:pt x="1893116" y="718110"/>
                  </a:lnTo>
                  <a:lnTo>
                    <a:pt x="1893150" y="718119"/>
                  </a:lnTo>
                  <a:lnTo>
                    <a:pt x="1893207" y="718136"/>
                  </a:lnTo>
                  <a:lnTo>
                    <a:pt x="1893238" y="718113"/>
                  </a:lnTo>
                  <a:lnTo>
                    <a:pt x="1893257" y="718100"/>
                  </a:lnTo>
                  <a:lnTo>
                    <a:pt x="1893373" y="718092"/>
                  </a:lnTo>
                  <a:lnTo>
                    <a:pt x="1893392" y="718096"/>
                  </a:lnTo>
                  <a:lnTo>
                    <a:pt x="1893407" y="718099"/>
                  </a:lnTo>
                  <a:lnTo>
                    <a:pt x="1893418" y="718101"/>
                  </a:lnTo>
                  <a:lnTo>
                    <a:pt x="1893457" y="718129"/>
                  </a:lnTo>
                  <a:lnTo>
                    <a:pt x="1893488" y="718150"/>
                  </a:lnTo>
                  <a:lnTo>
                    <a:pt x="1893552" y="718195"/>
                  </a:lnTo>
                  <a:lnTo>
                    <a:pt x="1893559" y="718199"/>
                  </a:lnTo>
                  <a:lnTo>
                    <a:pt x="1893780" y="718384"/>
                  </a:lnTo>
                  <a:lnTo>
                    <a:pt x="1893793" y="718503"/>
                  </a:lnTo>
                  <a:lnTo>
                    <a:pt x="1893788" y="718620"/>
                  </a:lnTo>
                  <a:lnTo>
                    <a:pt x="1893786" y="718659"/>
                  </a:lnTo>
                  <a:lnTo>
                    <a:pt x="1893779" y="718818"/>
                  </a:lnTo>
                  <a:lnTo>
                    <a:pt x="1893744" y="718929"/>
                  </a:lnTo>
                  <a:lnTo>
                    <a:pt x="1893731" y="718974"/>
                  </a:lnTo>
                  <a:lnTo>
                    <a:pt x="1893698" y="718984"/>
                  </a:lnTo>
                  <a:lnTo>
                    <a:pt x="1893653" y="719000"/>
                  </a:lnTo>
                  <a:lnTo>
                    <a:pt x="1893564" y="718999"/>
                  </a:lnTo>
                  <a:lnTo>
                    <a:pt x="1893158" y="718941"/>
                  </a:lnTo>
                  <a:lnTo>
                    <a:pt x="1893149" y="718940"/>
                  </a:lnTo>
                  <a:lnTo>
                    <a:pt x="1892828" y="718847"/>
                  </a:lnTo>
                  <a:lnTo>
                    <a:pt x="1892611" y="718767"/>
                  </a:lnTo>
                  <a:lnTo>
                    <a:pt x="1892477" y="718716"/>
                  </a:lnTo>
                  <a:lnTo>
                    <a:pt x="1892447" y="718704"/>
                  </a:lnTo>
                  <a:lnTo>
                    <a:pt x="1891927" y="718507"/>
                  </a:lnTo>
                  <a:lnTo>
                    <a:pt x="1891916" y="718499"/>
                  </a:lnTo>
                  <a:lnTo>
                    <a:pt x="1891870" y="718469"/>
                  </a:lnTo>
                  <a:lnTo>
                    <a:pt x="1891715" y="718491"/>
                  </a:lnTo>
                  <a:lnTo>
                    <a:pt x="1891706" y="718493"/>
                  </a:lnTo>
                  <a:lnTo>
                    <a:pt x="1891519" y="718520"/>
                  </a:lnTo>
                  <a:lnTo>
                    <a:pt x="1891501" y="718523"/>
                  </a:lnTo>
                  <a:lnTo>
                    <a:pt x="1891346" y="718546"/>
                  </a:lnTo>
                  <a:lnTo>
                    <a:pt x="1891260" y="718583"/>
                  </a:lnTo>
                  <a:lnTo>
                    <a:pt x="1891168" y="718621"/>
                  </a:lnTo>
                  <a:lnTo>
                    <a:pt x="1890975" y="718647"/>
                  </a:lnTo>
                  <a:lnTo>
                    <a:pt x="1890773" y="718674"/>
                  </a:lnTo>
                  <a:lnTo>
                    <a:pt x="1890696" y="718662"/>
                  </a:lnTo>
                  <a:lnTo>
                    <a:pt x="1890617" y="718650"/>
                  </a:lnTo>
                  <a:lnTo>
                    <a:pt x="1890449" y="718625"/>
                  </a:lnTo>
                  <a:lnTo>
                    <a:pt x="1890288" y="718715"/>
                  </a:lnTo>
                  <a:lnTo>
                    <a:pt x="1890184" y="718813"/>
                  </a:lnTo>
                  <a:lnTo>
                    <a:pt x="1890076" y="718952"/>
                  </a:lnTo>
                  <a:lnTo>
                    <a:pt x="1889958" y="719142"/>
                  </a:lnTo>
                  <a:lnTo>
                    <a:pt x="1889787" y="719463"/>
                  </a:lnTo>
                  <a:lnTo>
                    <a:pt x="1889572" y="720004"/>
                  </a:lnTo>
                  <a:lnTo>
                    <a:pt x="1889551" y="720092"/>
                  </a:lnTo>
                  <a:lnTo>
                    <a:pt x="1889465" y="720458"/>
                  </a:lnTo>
                  <a:lnTo>
                    <a:pt x="1889300" y="720490"/>
                  </a:lnTo>
                  <a:lnTo>
                    <a:pt x="1889282" y="720424"/>
                  </a:lnTo>
                  <a:lnTo>
                    <a:pt x="1889250" y="720399"/>
                  </a:lnTo>
                  <a:lnTo>
                    <a:pt x="1889119" y="720292"/>
                  </a:lnTo>
                  <a:lnTo>
                    <a:pt x="1889053" y="720311"/>
                  </a:lnTo>
                  <a:lnTo>
                    <a:pt x="1888787" y="720388"/>
                  </a:lnTo>
                  <a:lnTo>
                    <a:pt x="1888726" y="720448"/>
                  </a:lnTo>
                  <a:lnTo>
                    <a:pt x="1888726" y="720471"/>
                  </a:lnTo>
                  <a:lnTo>
                    <a:pt x="1888727" y="720508"/>
                  </a:lnTo>
                  <a:lnTo>
                    <a:pt x="1888797" y="720666"/>
                  </a:lnTo>
                  <a:lnTo>
                    <a:pt x="1888881" y="720857"/>
                  </a:lnTo>
                  <a:lnTo>
                    <a:pt x="1888884" y="720865"/>
                  </a:lnTo>
                  <a:lnTo>
                    <a:pt x="1889129" y="720998"/>
                  </a:lnTo>
                  <a:lnTo>
                    <a:pt x="1889151" y="720997"/>
                  </a:lnTo>
                  <a:lnTo>
                    <a:pt x="1889190" y="720993"/>
                  </a:lnTo>
                  <a:lnTo>
                    <a:pt x="1889207" y="721014"/>
                  </a:lnTo>
                  <a:lnTo>
                    <a:pt x="1889231" y="721163"/>
                  </a:lnTo>
                  <a:lnTo>
                    <a:pt x="1889234" y="721344"/>
                  </a:lnTo>
                  <a:lnTo>
                    <a:pt x="1889211" y="721425"/>
                  </a:lnTo>
                  <a:lnTo>
                    <a:pt x="1889186" y="721514"/>
                  </a:lnTo>
                  <a:lnTo>
                    <a:pt x="1889203" y="721582"/>
                  </a:lnTo>
                  <a:lnTo>
                    <a:pt x="1889287" y="721918"/>
                  </a:lnTo>
                  <a:lnTo>
                    <a:pt x="1889375" y="722174"/>
                  </a:lnTo>
                  <a:lnTo>
                    <a:pt x="1889367" y="722760"/>
                  </a:lnTo>
                  <a:lnTo>
                    <a:pt x="1889284" y="722841"/>
                  </a:lnTo>
                  <a:lnTo>
                    <a:pt x="1889047" y="722836"/>
                  </a:lnTo>
                  <a:lnTo>
                    <a:pt x="1888515" y="722827"/>
                  </a:lnTo>
                  <a:lnTo>
                    <a:pt x="1888492" y="722826"/>
                  </a:lnTo>
                  <a:lnTo>
                    <a:pt x="1888477" y="722845"/>
                  </a:lnTo>
                  <a:lnTo>
                    <a:pt x="1888243" y="723120"/>
                  </a:lnTo>
                  <a:lnTo>
                    <a:pt x="1887864" y="723674"/>
                  </a:lnTo>
                  <a:lnTo>
                    <a:pt x="1887980" y="723883"/>
                  </a:lnTo>
                  <a:lnTo>
                    <a:pt x="1888132" y="724153"/>
                  </a:lnTo>
                  <a:lnTo>
                    <a:pt x="1888146" y="724177"/>
                  </a:lnTo>
                  <a:lnTo>
                    <a:pt x="1888332" y="724510"/>
                  </a:lnTo>
                  <a:lnTo>
                    <a:pt x="1888364" y="724505"/>
                  </a:lnTo>
                  <a:lnTo>
                    <a:pt x="1888431" y="724495"/>
                  </a:lnTo>
                  <a:lnTo>
                    <a:pt x="1888701" y="724385"/>
                  </a:lnTo>
                  <a:lnTo>
                    <a:pt x="1888721" y="724366"/>
                  </a:lnTo>
                  <a:lnTo>
                    <a:pt x="1888698" y="724324"/>
                  </a:lnTo>
                  <a:lnTo>
                    <a:pt x="1888693" y="724314"/>
                  </a:lnTo>
                  <a:lnTo>
                    <a:pt x="1888703" y="724252"/>
                  </a:lnTo>
                  <a:lnTo>
                    <a:pt x="1888714" y="724239"/>
                  </a:lnTo>
                  <a:lnTo>
                    <a:pt x="1888793" y="724139"/>
                  </a:lnTo>
                  <a:lnTo>
                    <a:pt x="1888842" y="724101"/>
                  </a:lnTo>
                  <a:lnTo>
                    <a:pt x="1889038" y="724020"/>
                  </a:lnTo>
                  <a:lnTo>
                    <a:pt x="1889078" y="724003"/>
                  </a:lnTo>
                  <a:lnTo>
                    <a:pt x="1889555" y="723943"/>
                  </a:lnTo>
                  <a:lnTo>
                    <a:pt x="1889610" y="723935"/>
                  </a:lnTo>
                  <a:lnTo>
                    <a:pt x="1889687" y="723975"/>
                  </a:lnTo>
                  <a:lnTo>
                    <a:pt x="1889702" y="724025"/>
                  </a:lnTo>
                  <a:lnTo>
                    <a:pt x="1889743" y="724078"/>
                  </a:lnTo>
                  <a:lnTo>
                    <a:pt x="1889802" y="724127"/>
                  </a:lnTo>
                  <a:lnTo>
                    <a:pt x="1889893" y="724203"/>
                  </a:lnTo>
                  <a:lnTo>
                    <a:pt x="1890217" y="724420"/>
                  </a:lnTo>
                  <a:lnTo>
                    <a:pt x="1890392" y="724476"/>
                  </a:lnTo>
                  <a:lnTo>
                    <a:pt x="1890517" y="724489"/>
                  </a:lnTo>
                  <a:lnTo>
                    <a:pt x="1890565" y="724474"/>
                  </a:lnTo>
                  <a:lnTo>
                    <a:pt x="1890590" y="724412"/>
                  </a:lnTo>
                  <a:lnTo>
                    <a:pt x="1890643" y="724368"/>
                  </a:lnTo>
                  <a:lnTo>
                    <a:pt x="1890688" y="724359"/>
                  </a:lnTo>
                  <a:lnTo>
                    <a:pt x="1891098" y="724273"/>
                  </a:lnTo>
                  <a:lnTo>
                    <a:pt x="1891293" y="724252"/>
                  </a:lnTo>
                  <a:lnTo>
                    <a:pt x="1891395" y="724241"/>
                  </a:lnTo>
                  <a:lnTo>
                    <a:pt x="1891790" y="724095"/>
                  </a:lnTo>
                  <a:lnTo>
                    <a:pt x="1892926" y="723674"/>
                  </a:lnTo>
                  <a:lnTo>
                    <a:pt x="1893178" y="723609"/>
                  </a:lnTo>
                  <a:lnTo>
                    <a:pt x="1893521" y="723579"/>
                  </a:lnTo>
                  <a:lnTo>
                    <a:pt x="1893573" y="723617"/>
                  </a:lnTo>
                  <a:lnTo>
                    <a:pt x="1893572" y="723677"/>
                  </a:lnTo>
                  <a:lnTo>
                    <a:pt x="1893547" y="723734"/>
                  </a:lnTo>
                  <a:lnTo>
                    <a:pt x="1893412" y="723792"/>
                  </a:lnTo>
                  <a:lnTo>
                    <a:pt x="1893330" y="723827"/>
                  </a:lnTo>
                  <a:lnTo>
                    <a:pt x="1893191" y="723835"/>
                  </a:lnTo>
                  <a:lnTo>
                    <a:pt x="1892732" y="723902"/>
                  </a:lnTo>
                  <a:lnTo>
                    <a:pt x="1892721" y="723904"/>
                  </a:lnTo>
                  <a:lnTo>
                    <a:pt x="1892680" y="723932"/>
                  </a:lnTo>
                  <a:lnTo>
                    <a:pt x="1892473" y="724072"/>
                  </a:lnTo>
                  <a:lnTo>
                    <a:pt x="1892235" y="724313"/>
                  </a:lnTo>
                  <a:lnTo>
                    <a:pt x="1892110" y="724487"/>
                  </a:lnTo>
                  <a:lnTo>
                    <a:pt x="1892104" y="724522"/>
                  </a:lnTo>
                  <a:lnTo>
                    <a:pt x="1892005" y="725101"/>
                  </a:lnTo>
                  <a:lnTo>
                    <a:pt x="1891980" y="725244"/>
                  </a:lnTo>
                  <a:lnTo>
                    <a:pt x="1891983" y="725293"/>
                  </a:lnTo>
                  <a:lnTo>
                    <a:pt x="1891998" y="725578"/>
                  </a:lnTo>
                  <a:lnTo>
                    <a:pt x="1892027" y="725685"/>
                  </a:lnTo>
                  <a:lnTo>
                    <a:pt x="1892036" y="725717"/>
                  </a:lnTo>
                  <a:lnTo>
                    <a:pt x="1892046" y="725755"/>
                  </a:lnTo>
                  <a:lnTo>
                    <a:pt x="1892145" y="726123"/>
                  </a:lnTo>
                  <a:lnTo>
                    <a:pt x="1892164" y="726190"/>
                  </a:lnTo>
                  <a:lnTo>
                    <a:pt x="1892297" y="726405"/>
                  </a:lnTo>
                  <a:lnTo>
                    <a:pt x="1892206" y="726595"/>
                  </a:lnTo>
                  <a:lnTo>
                    <a:pt x="1892094" y="726706"/>
                  </a:lnTo>
                  <a:lnTo>
                    <a:pt x="1891980" y="726819"/>
                  </a:lnTo>
                  <a:lnTo>
                    <a:pt x="1891927" y="726889"/>
                  </a:lnTo>
                  <a:lnTo>
                    <a:pt x="1891869" y="726964"/>
                  </a:lnTo>
                  <a:lnTo>
                    <a:pt x="1891762" y="727104"/>
                  </a:lnTo>
                  <a:lnTo>
                    <a:pt x="1891616" y="727371"/>
                  </a:lnTo>
                  <a:lnTo>
                    <a:pt x="1891569" y="727507"/>
                  </a:lnTo>
                  <a:lnTo>
                    <a:pt x="1891546" y="727629"/>
                  </a:lnTo>
                  <a:lnTo>
                    <a:pt x="1891526" y="727906"/>
                  </a:lnTo>
                  <a:lnTo>
                    <a:pt x="1891526" y="727915"/>
                  </a:lnTo>
                  <a:lnTo>
                    <a:pt x="1891563" y="728120"/>
                  </a:lnTo>
                  <a:lnTo>
                    <a:pt x="1891646" y="728360"/>
                  </a:lnTo>
                  <a:lnTo>
                    <a:pt x="1891725" y="728493"/>
                  </a:lnTo>
                  <a:lnTo>
                    <a:pt x="1891819" y="728611"/>
                  </a:lnTo>
                  <a:lnTo>
                    <a:pt x="1891960" y="728941"/>
                  </a:lnTo>
                  <a:lnTo>
                    <a:pt x="1891734" y="729343"/>
                  </a:lnTo>
                  <a:lnTo>
                    <a:pt x="1891612" y="729451"/>
                  </a:lnTo>
                  <a:lnTo>
                    <a:pt x="1891528" y="729524"/>
                  </a:lnTo>
                  <a:lnTo>
                    <a:pt x="1891213" y="729800"/>
                  </a:lnTo>
                  <a:lnTo>
                    <a:pt x="1891116" y="729783"/>
                  </a:lnTo>
                  <a:lnTo>
                    <a:pt x="1890963" y="729796"/>
                  </a:lnTo>
                  <a:lnTo>
                    <a:pt x="1890918" y="729800"/>
                  </a:lnTo>
                  <a:lnTo>
                    <a:pt x="1890750" y="729883"/>
                  </a:lnTo>
                  <a:lnTo>
                    <a:pt x="1890657" y="729929"/>
                  </a:lnTo>
                  <a:lnTo>
                    <a:pt x="1890533" y="730038"/>
                  </a:lnTo>
                  <a:lnTo>
                    <a:pt x="1890456" y="730148"/>
                  </a:lnTo>
                  <a:lnTo>
                    <a:pt x="1890436" y="730158"/>
                  </a:lnTo>
                  <a:lnTo>
                    <a:pt x="1890397" y="730136"/>
                  </a:lnTo>
                  <a:lnTo>
                    <a:pt x="1890334" y="730064"/>
                  </a:lnTo>
                  <a:lnTo>
                    <a:pt x="1890306" y="729920"/>
                  </a:lnTo>
                  <a:lnTo>
                    <a:pt x="1890364" y="729828"/>
                  </a:lnTo>
                  <a:lnTo>
                    <a:pt x="1890508" y="729666"/>
                  </a:lnTo>
                  <a:lnTo>
                    <a:pt x="1890735" y="729412"/>
                  </a:lnTo>
                  <a:lnTo>
                    <a:pt x="1890767" y="729399"/>
                  </a:lnTo>
                  <a:lnTo>
                    <a:pt x="1890816" y="729380"/>
                  </a:lnTo>
                  <a:lnTo>
                    <a:pt x="1890833" y="729373"/>
                  </a:lnTo>
                  <a:lnTo>
                    <a:pt x="1890938" y="729115"/>
                  </a:lnTo>
                  <a:lnTo>
                    <a:pt x="1891023" y="728908"/>
                  </a:lnTo>
                  <a:lnTo>
                    <a:pt x="1890952" y="728635"/>
                  </a:lnTo>
                  <a:lnTo>
                    <a:pt x="1890929" y="728547"/>
                  </a:lnTo>
                  <a:lnTo>
                    <a:pt x="1890913" y="728486"/>
                  </a:lnTo>
                  <a:lnTo>
                    <a:pt x="1890876" y="728343"/>
                  </a:lnTo>
                  <a:lnTo>
                    <a:pt x="1890871" y="728324"/>
                  </a:lnTo>
                  <a:lnTo>
                    <a:pt x="1890779" y="728317"/>
                  </a:lnTo>
                  <a:lnTo>
                    <a:pt x="1890751" y="728315"/>
                  </a:lnTo>
                  <a:lnTo>
                    <a:pt x="1890731" y="728330"/>
                  </a:lnTo>
                  <a:lnTo>
                    <a:pt x="1890727" y="728356"/>
                  </a:lnTo>
                  <a:lnTo>
                    <a:pt x="1890586" y="728492"/>
                  </a:lnTo>
                  <a:lnTo>
                    <a:pt x="1890530" y="728510"/>
                  </a:lnTo>
                  <a:lnTo>
                    <a:pt x="1890463" y="728492"/>
                  </a:lnTo>
                  <a:lnTo>
                    <a:pt x="1890213" y="728376"/>
                  </a:lnTo>
                  <a:lnTo>
                    <a:pt x="1890149" y="728373"/>
                  </a:lnTo>
                  <a:lnTo>
                    <a:pt x="1890060" y="728393"/>
                  </a:lnTo>
                  <a:lnTo>
                    <a:pt x="1890004" y="728405"/>
                  </a:lnTo>
                  <a:lnTo>
                    <a:pt x="1889738" y="728613"/>
                  </a:lnTo>
                  <a:lnTo>
                    <a:pt x="1889739" y="728896"/>
                  </a:lnTo>
                  <a:lnTo>
                    <a:pt x="1889675" y="728890"/>
                  </a:lnTo>
                  <a:lnTo>
                    <a:pt x="1889589" y="728881"/>
                  </a:lnTo>
                  <a:lnTo>
                    <a:pt x="1889491" y="728695"/>
                  </a:lnTo>
                  <a:lnTo>
                    <a:pt x="1889283" y="728537"/>
                  </a:lnTo>
                  <a:lnTo>
                    <a:pt x="1889142" y="728556"/>
                  </a:lnTo>
                  <a:lnTo>
                    <a:pt x="1889071" y="728565"/>
                  </a:lnTo>
                  <a:lnTo>
                    <a:pt x="1889058" y="728567"/>
                  </a:lnTo>
                  <a:lnTo>
                    <a:pt x="1889000" y="728574"/>
                  </a:lnTo>
                  <a:lnTo>
                    <a:pt x="1888958" y="728590"/>
                  </a:lnTo>
                  <a:lnTo>
                    <a:pt x="1888928" y="728630"/>
                  </a:lnTo>
                  <a:lnTo>
                    <a:pt x="1888880" y="728692"/>
                  </a:lnTo>
                  <a:lnTo>
                    <a:pt x="1888868" y="728695"/>
                  </a:lnTo>
                  <a:lnTo>
                    <a:pt x="1888719" y="728725"/>
                  </a:lnTo>
                  <a:lnTo>
                    <a:pt x="1888569" y="728721"/>
                  </a:lnTo>
                  <a:lnTo>
                    <a:pt x="1888561" y="728721"/>
                  </a:lnTo>
                  <a:lnTo>
                    <a:pt x="1888403" y="728686"/>
                  </a:lnTo>
                  <a:lnTo>
                    <a:pt x="1888384" y="728689"/>
                  </a:lnTo>
                  <a:lnTo>
                    <a:pt x="1888344" y="728694"/>
                  </a:lnTo>
                  <a:lnTo>
                    <a:pt x="1888313" y="728698"/>
                  </a:lnTo>
                  <a:lnTo>
                    <a:pt x="1888287" y="728701"/>
                  </a:lnTo>
                  <a:lnTo>
                    <a:pt x="1888134" y="728721"/>
                  </a:lnTo>
                  <a:lnTo>
                    <a:pt x="1887997" y="728738"/>
                  </a:lnTo>
                  <a:lnTo>
                    <a:pt x="1887772" y="728883"/>
                  </a:lnTo>
                  <a:lnTo>
                    <a:pt x="1887574" y="729035"/>
                  </a:lnTo>
                  <a:lnTo>
                    <a:pt x="1887475" y="729111"/>
                  </a:lnTo>
                  <a:lnTo>
                    <a:pt x="1887405" y="729165"/>
                  </a:lnTo>
                  <a:lnTo>
                    <a:pt x="1887336" y="729462"/>
                  </a:lnTo>
                  <a:lnTo>
                    <a:pt x="1887334" y="729472"/>
                  </a:lnTo>
                  <a:lnTo>
                    <a:pt x="1887329" y="729492"/>
                  </a:lnTo>
                  <a:lnTo>
                    <a:pt x="1887314" y="729557"/>
                  </a:lnTo>
                  <a:lnTo>
                    <a:pt x="1887467" y="729787"/>
                  </a:lnTo>
                  <a:lnTo>
                    <a:pt x="1887593" y="729820"/>
                  </a:lnTo>
                  <a:lnTo>
                    <a:pt x="1887796" y="730034"/>
                  </a:lnTo>
                  <a:lnTo>
                    <a:pt x="1887798" y="730051"/>
                  </a:lnTo>
                  <a:lnTo>
                    <a:pt x="1887833" y="730332"/>
                  </a:lnTo>
                  <a:lnTo>
                    <a:pt x="1887835" y="730350"/>
                  </a:lnTo>
                  <a:lnTo>
                    <a:pt x="1887905" y="730467"/>
                  </a:lnTo>
                  <a:lnTo>
                    <a:pt x="1888185" y="730465"/>
                  </a:lnTo>
                  <a:lnTo>
                    <a:pt x="1888306" y="730047"/>
                  </a:lnTo>
                  <a:lnTo>
                    <a:pt x="1888403" y="730045"/>
                  </a:lnTo>
                  <a:lnTo>
                    <a:pt x="1888401" y="730589"/>
                  </a:lnTo>
                  <a:lnTo>
                    <a:pt x="1888500" y="730859"/>
                  </a:lnTo>
                  <a:lnTo>
                    <a:pt x="1888331" y="730902"/>
                  </a:lnTo>
                  <a:lnTo>
                    <a:pt x="1888221" y="730870"/>
                  </a:lnTo>
                  <a:lnTo>
                    <a:pt x="1888145" y="730898"/>
                  </a:lnTo>
                  <a:lnTo>
                    <a:pt x="1887916" y="731069"/>
                  </a:lnTo>
                  <a:lnTo>
                    <a:pt x="1887882" y="731099"/>
                  </a:lnTo>
                  <a:lnTo>
                    <a:pt x="1887855" y="731122"/>
                  </a:lnTo>
                  <a:lnTo>
                    <a:pt x="1887849" y="731128"/>
                  </a:lnTo>
                  <a:lnTo>
                    <a:pt x="1887637" y="731311"/>
                  </a:lnTo>
                  <a:lnTo>
                    <a:pt x="1887619" y="731317"/>
                  </a:lnTo>
                  <a:lnTo>
                    <a:pt x="1887603" y="731321"/>
                  </a:lnTo>
                  <a:lnTo>
                    <a:pt x="1887579" y="731328"/>
                  </a:lnTo>
                  <a:lnTo>
                    <a:pt x="1887517" y="731346"/>
                  </a:lnTo>
                  <a:lnTo>
                    <a:pt x="1887325" y="731401"/>
                  </a:lnTo>
                  <a:lnTo>
                    <a:pt x="1887092" y="731469"/>
                  </a:lnTo>
                  <a:lnTo>
                    <a:pt x="1887005" y="731464"/>
                  </a:lnTo>
                  <a:lnTo>
                    <a:pt x="1886982" y="731463"/>
                  </a:lnTo>
                  <a:lnTo>
                    <a:pt x="1886801" y="731325"/>
                  </a:lnTo>
                  <a:lnTo>
                    <a:pt x="1886786" y="731314"/>
                  </a:lnTo>
                  <a:lnTo>
                    <a:pt x="1886768" y="731306"/>
                  </a:lnTo>
                  <a:lnTo>
                    <a:pt x="1886624" y="731240"/>
                  </a:lnTo>
                  <a:lnTo>
                    <a:pt x="1886614" y="731235"/>
                  </a:lnTo>
                  <a:lnTo>
                    <a:pt x="1886100" y="731255"/>
                  </a:lnTo>
                  <a:lnTo>
                    <a:pt x="1886068" y="731266"/>
                  </a:lnTo>
                  <a:lnTo>
                    <a:pt x="1886015" y="731284"/>
                  </a:lnTo>
                  <a:lnTo>
                    <a:pt x="1885981" y="731304"/>
                  </a:lnTo>
                  <a:lnTo>
                    <a:pt x="1885884" y="731362"/>
                  </a:lnTo>
                  <a:lnTo>
                    <a:pt x="1885855" y="731418"/>
                  </a:lnTo>
                  <a:lnTo>
                    <a:pt x="1885658" y="731797"/>
                  </a:lnTo>
                  <a:lnTo>
                    <a:pt x="1885660" y="731802"/>
                  </a:lnTo>
                  <a:lnTo>
                    <a:pt x="1885664" y="731815"/>
                  </a:lnTo>
                  <a:lnTo>
                    <a:pt x="1885681" y="731865"/>
                  </a:lnTo>
                  <a:lnTo>
                    <a:pt x="1885687" y="731881"/>
                  </a:lnTo>
                  <a:lnTo>
                    <a:pt x="1885747" y="731940"/>
                  </a:lnTo>
                  <a:lnTo>
                    <a:pt x="1885801" y="731929"/>
                  </a:lnTo>
                  <a:lnTo>
                    <a:pt x="1885878" y="731952"/>
                  </a:lnTo>
                  <a:lnTo>
                    <a:pt x="1885900" y="731959"/>
                  </a:lnTo>
                  <a:lnTo>
                    <a:pt x="1885913" y="731963"/>
                  </a:lnTo>
                  <a:lnTo>
                    <a:pt x="1885949" y="731974"/>
                  </a:lnTo>
                  <a:lnTo>
                    <a:pt x="1885960" y="731977"/>
                  </a:lnTo>
                  <a:lnTo>
                    <a:pt x="1885968" y="731982"/>
                  </a:lnTo>
                  <a:lnTo>
                    <a:pt x="1885998" y="732001"/>
                  </a:lnTo>
                  <a:lnTo>
                    <a:pt x="1885973" y="732018"/>
                  </a:lnTo>
                  <a:lnTo>
                    <a:pt x="1885932" y="732047"/>
                  </a:lnTo>
                  <a:lnTo>
                    <a:pt x="1885908" y="732063"/>
                  </a:lnTo>
                  <a:lnTo>
                    <a:pt x="1885842" y="732109"/>
                  </a:lnTo>
                  <a:lnTo>
                    <a:pt x="1885832" y="732116"/>
                  </a:lnTo>
                  <a:lnTo>
                    <a:pt x="1885755" y="732169"/>
                  </a:lnTo>
                  <a:lnTo>
                    <a:pt x="1885747" y="732175"/>
                  </a:lnTo>
                  <a:lnTo>
                    <a:pt x="1885741" y="732179"/>
                  </a:lnTo>
                  <a:lnTo>
                    <a:pt x="1885604" y="732274"/>
                  </a:lnTo>
                  <a:lnTo>
                    <a:pt x="1885375" y="732432"/>
                  </a:lnTo>
                  <a:lnTo>
                    <a:pt x="1885366" y="732439"/>
                  </a:lnTo>
                  <a:lnTo>
                    <a:pt x="1885346" y="732452"/>
                  </a:lnTo>
                  <a:lnTo>
                    <a:pt x="1885324" y="732468"/>
                  </a:lnTo>
                  <a:lnTo>
                    <a:pt x="1885279" y="732499"/>
                  </a:lnTo>
                  <a:lnTo>
                    <a:pt x="1885230" y="732509"/>
                  </a:lnTo>
                  <a:lnTo>
                    <a:pt x="1885217" y="732512"/>
                  </a:lnTo>
                  <a:lnTo>
                    <a:pt x="1885188" y="732480"/>
                  </a:lnTo>
                  <a:lnTo>
                    <a:pt x="1885183" y="732447"/>
                  </a:lnTo>
                  <a:lnTo>
                    <a:pt x="1885181" y="732429"/>
                  </a:lnTo>
                  <a:lnTo>
                    <a:pt x="1885151" y="732404"/>
                  </a:lnTo>
                  <a:lnTo>
                    <a:pt x="1885142" y="732397"/>
                  </a:lnTo>
                  <a:lnTo>
                    <a:pt x="1885094" y="732392"/>
                  </a:lnTo>
                  <a:lnTo>
                    <a:pt x="1884990" y="732419"/>
                  </a:lnTo>
                  <a:lnTo>
                    <a:pt x="1884959" y="732437"/>
                  </a:lnTo>
                  <a:lnTo>
                    <a:pt x="1884915" y="732463"/>
                  </a:lnTo>
                  <a:lnTo>
                    <a:pt x="1884772" y="732548"/>
                  </a:lnTo>
                  <a:lnTo>
                    <a:pt x="1884726" y="732590"/>
                  </a:lnTo>
                  <a:lnTo>
                    <a:pt x="1884690" y="732681"/>
                  </a:lnTo>
                  <a:lnTo>
                    <a:pt x="1884702" y="732691"/>
                  </a:lnTo>
                  <a:lnTo>
                    <a:pt x="1884724" y="732710"/>
                  </a:lnTo>
                  <a:lnTo>
                    <a:pt x="1884737" y="732722"/>
                  </a:lnTo>
                  <a:lnTo>
                    <a:pt x="1884754" y="732736"/>
                  </a:lnTo>
                  <a:lnTo>
                    <a:pt x="1884759" y="732740"/>
                  </a:lnTo>
                  <a:lnTo>
                    <a:pt x="1884798" y="732774"/>
                  </a:lnTo>
                  <a:lnTo>
                    <a:pt x="1884783" y="732802"/>
                  </a:lnTo>
                  <a:lnTo>
                    <a:pt x="1884758" y="732853"/>
                  </a:lnTo>
                  <a:lnTo>
                    <a:pt x="1884749" y="732871"/>
                  </a:lnTo>
                  <a:lnTo>
                    <a:pt x="1884646" y="732840"/>
                  </a:lnTo>
                  <a:lnTo>
                    <a:pt x="1884493" y="732793"/>
                  </a:lnTo>
                  <a:lnTo>
                    <a:pt x="1884408" y="732767"/>
                  </a:lnTo>
                  <a:lnTo>
                    <a:pt x="1884498" y="732651"/>
                  </a:lnTo>
                  <a:lnTo>
                    <a:pt x="1884476" y="732602"/>
                  </a:lnTo>
                  <a:lnTo>
                    <a:pt x="1884383" y="732526"/>
                  </a:lnTo>
                  <a:lnTo>
                    <a:pt x="1884244" y="732468"/>
                  </a:lnTo>
                  <a:lnTo>
                    <a:pt x="1883974" y="732502"/>
                  </a:lnTo>
                  <a:lnTo>
                    <a:pt x="1883844" y="732565"/>
                  </a:lnTo>
                  <a:lnTo>
                    <a:pt x="1883801" y="732602"/>
                  </a:lnTo>
                  <a:lnTo>
                    <a:pt x="1883756" y="732684"/>
                  </a:lnTo>
                  <a:lnTo>
                    <a:pt x="1883753" y="732750"/>
                  </a:lnTo>
                  <a:lnTo>
                    <a:pt x="1883659" y="732744"/>
                  </a:lnTo>
                  <a:lnTo>
                    <a:pt x="1883602" y="732741"/>
                  </a:lnTo>
                  <a:lnTo>
                    <a:pt x="1883561" y="732738"/>
                  </a:lnTo>
                  <a:lnTo>
                    <a:pt x="1883380" y="732727"/>
                  </a:lnTo>
                  <a:lnTo>
                    <a:pt x="1883328" y="732706"/>
                  </a:lnTo>
                  <a:lnTo>
                    <a:pt x="1883130" y="732625"/>
                  </a:lnTo>
                  <a:lnTo>
                    <a:pt x="1882881" y="732524"/>
                  </a:lnTo>
                  <a:lnTo>
                    <a:pt x="1882703" y="732491"/>
                  </a:lnTo>
                  <a:lnTo>
                    <a:pt x="1882315" y="732420"/>
                  </a:lnTo>
                  <a:lnTo>
                    <a:pt x="1882021" y="732354"/>
                  </a:lnTo>
                  <a:lnTo>
                    <a:pt x="1881770" y="732259"/>
                  </a:lnTo>
                  <a:lnTo>
                    <a:pt x="1881603" y="732294"/>
                  </a:lnTo>
                  <a:lnTo>
                    <a:pt x="1881594" y="732329"/>
                  </a:lnTo>
                  <a:lnTo>
                    <a:pt x="1881482" y="732360"/>
                  </a:lnTo>
                  <a:lnTo>
                    <a:pt x="1881189" y="732370"/>
                  </a:lnTo>
                  <a:lnTo>
                    <a:pt x="1881138" y="732362"/>
                  </a:lnTo>
                  <a:lnTo>
                    <a:pt x="1880796" y="732310"/>
                  </a:lnTo>
                  <a:lnTo>
                    <a:pt x="1880768" y="732306"/>
                  </a:lnTo>
                  <a:lnTo>
                    <a:pt x="1880636" y="732286"/>
                  </a:lnTo>
                  <a:lnTo>
                    <a:pt x="1880473" y="732261"/>
                  </a:lnTo>
                  <a:lnTo>
                    <a:pt x="1880411" y="732251"/>
                  </a:lnTo>
                  <a:lnTo>
                    <a:pt x="1880370" y="732206"/>
                  </a:lnTo>
                  <a:lnTo>
                    <a:pt x="1880211" y="732032"/>
                  </a:lnTo>
                  <a:lnTo>
                    <a:pt x="1880100" y="731975"/>
                  </a:lnTo>
                  <a:lnTo>
                    <a:pt x="1879985" y="731917"/>
                  </a:lnTo>
                  <a:lnTo>
                    <a:pt x="1879873" y="731901"/>
                  </a:lnTo>
                  <a:lnTo>
                    <a:pt x="1879794" y="731906"/>
                  </a:lnTo>
                  <a:lnTo>
                    <a:pt x="1879595" y="731950"/>
                  </a:lnTo>
                  <a:lnTo>
                    <a:pt x="1879495" y="731991"/>
                  </a:lnTo>
                  <a:lnTo>
                    <a:pt x="1879442" y="732049"/>
                  </a:lnTo>
                  <a:lnTo>
                    <a:pt x="1879420" y="732057"/>
                  </a:lnTo>
                  <a:lnTo>
                    <a:pt x="1879183" y="732135"/>
                  </a:lnTo>
                  <a:lnTo>
                    <a:pt x="1879025" y="732187"/>
                  </a:lnTo>
                  <a:lnTo>
                    <a:pt x="1878917" y="732223"/>
                  </a:lnTo>
                  <a:lnTo>
                    <a:pt x="1878867" y="732239"/>
                  </a:lnTo>
                  <a:lnTo>
                    <a:pt x="1878471" y="732206"/>
                  </a:lnTo>
                  <a:lnTo>
                    <a:pt x="1878445" y="732204"/>
                  </a:lnTo>
                  <a:lnTo>
                    <a:pt x="1878421" y="732179"/>
                  </a:lnTo>
                  <a:lnTo>
                    <a:pt x="1878431" y="732119"/>
                  </a:lnTo>
                  <a:lnTo>
                    <a:pt x="1878480" y="732005"/>
                  </a:lnTo>
                  <a:lnTo>
                    <a:pt x="1878662" y="731659"/>
                  </a:lnTo>
                  <a:lnTo>
                    <a:pt x="1878717" y="731594"/>
                  </a:lnTo>
                  <a:lnTo>
                    <a:pt x="1878785" y="731551"/>
                  </a:lnTo>
                  <a:lnTo>
                    <a:pt x="1878853" y="731557"/>
                  </a:lnTo>
                  <a:lnTo>
                    <a:pt x="1878850" y="731599"/>
                  </a:lnTo>
                  <a:lnTo>
                    <a:pt x="1878890" y="731605"/>
                  </a:lnTo>
                  <a:lnTo>
                    <a:pt x="1878950" y="731545"/>
                  </a:lnTo>
                  <a:lnTo>
                    <a:pt x="1878957" y="731456"/>
                  </a:lnTo>
                  <a:lnTo>
                    <a:pt x="1878854" y="731118"/>
                  </a:lnTo>
                  <a:lnTo>
                    <a:pt x="1878756" y="730997"/>
                  </a:lnTo>
                  <a:lnTo>
                    <a:pt x="1878640" y="730886"/>
                  </a:lnTo>
                  <a:lnTo>
                    <a:pt x="1878507" y="730783"/>
                  </a:lnTo>
                  <a:lnTo>
                    <a:pt x="1878498" y="730579"/>
                  </a:lnTo>
                  <a:lnTo>
                    <a:pt x="1878491" y="730432"/>
                  </a:lnTo>
                  <a:lnTo>
                    <a:pt x="1878487" y="730349"/>
                  </a:lnTo>
                  <a:lnTo>
                    <a:pt x="1878664" y="730117"/>
                  </a:lnTo>
                  <a:lnTo>
                    <a:pt x="1878711" y="730085"/>
                  </a:lnTo>
                  <a:lnTo>
                    <a:pt x="1878753" y="730081"/>
                  </a:lnTo>
                  <a:lnTo>
                    <a:pt x="1878779" y="730064"/>
                  </a:lnTo>
                  <a:lnTo>
                    <a:pt x="1878955" y="729838"/>
                  </a:lnTo>
                  <a:lnTo>
                    <a:pt x="1878974" y="729814"/>
                  </a:lnTo>
                  <a:lnTo>
                    <a:pt x="1878983" y="729758"/>
                  </a:lnTo>
                  <a:lnTo>
                    <a:pt x="1878979" y="729742"/>
                  </a:lnTo>
                  <a:lnTo>
                    <a:pt x="1878975" y="729727"/>
                  </a:lnTo>
                  <a:lnTo>
                    <a:pt x="1878932" y="729558"/>
                  </a:lnTo>
                  <a:lnTo>
                    <a:pt x="1878941" y="729527"/>
                  </a:lnTo>
                  <a:lnTo>
                    <a:pt x="1878992" y="729493"/>
                  </a:lnTo>
                  <a:lnTo>
                    <a:pt x="1879153" y="729490"/>
                  </a:lnTo>
                  <a:lnTo>
                    <a:pt x="1879197" y="729490"/>
                  </a:lnTo>
                  <a:lnTo>
                    <a:pt x="1879411" y="729511"/>
                  </a:lnTo>
                  <a:lnTo>
                    <a:pt x="1879808" y="729580"/>
                  </a:lnTo>
                  <a:lnTo>
                    <a:pt x="1880013" y="729570"/>
                  </a:lnTo>
                  <a:lnTo>
                    <a:pt x="1880278" y="729485"/>
                  </a:lnTo>
                  <a:lnTo>
                    <a:pt x="1880500" y="729550"/>
                  </a:lnTo>
                  <a:lnTo>
                    <a:pt x="1880568" y="729571"/>
                  </a:lnTo>
                  <a:lnTo>
                    <a:pt x="1880850" y="729617"/>
                  </a:lnTo>
                  <a:lnTo>
                    <a:pt x="1880875" y="729611"/>
                  </a:lnTo>
                  <a:lnTo>
                    <a:pt x="1880930" y="729599"/>
                  </a:lnTo>
                  <a:lnTo>
                    <a:pt x="1881248" y="729528"/>
                  </a:lnTo>
                  <a:lnTo>
                    <a:pt x="1881208" y="729435"/>
                  </a:lnTo>
                  <a:lnTo>
                    <a:pt x="1881018" y="729521"/>
                  </a:lnTo>
                  <a:lnTo>
                    <a:pt x="1880946" y="729553"/>
                  </a:lnTo>
                  <a:lnTo>
                    <a:pt x="1880709" y="729545"/>
                  </a:lnTo>
                  <a:lnTo>
                    <a:pt x="1880683" y="729538"/>
                  </a:lnTo>
                  <a:lnTo>
                    <a:pt x="1880225" y="729412"/>
                  </a:lnTo>
                  <a:lnTo>
                    <a:pt x="1880124" y="729414"/>
                  </a:lnTo>
                  <a:lnTo>
                    <a:pt x="1880108" y="729414"/>
                  </a:lnTo>
                  <a:lnTo>
                    <a:pt x="1880058" y="729415"/>
                  </a:lnTo>
                  <a:lnTo>
                    <a:pt x="1879712" y="729422"/>
                  </a:lnTo>
                  <a:lnTo>
                    <a:pt x="1879246" y="729357"/>
                  </a:lnTo>
                  <a:lnTo>
                    <a:pt x="1879215" y="729349"/>
                  </a:lnTo>
                  <a:lnTo>
                    <a:pt x="1879202" y="729345"/>
                  </a:lnTo>
                  <a:lnTo>
                    <a:pt x="1879194" y="729343"/>
                  </a:lnTo>
                  <a:lnTo>
                    <a:pt x="1879168" y="729336"/>
                  </a:lnTo>
                  <a:lnTo>
                    <a:pt x="1878759" y="729052"/>
                  </a:lnTo>
                  <a:lnTo>
                    <a:pt x="1878651" y="728978"/>
                  </a:lnTo>
                  <a:lnTo>
                    <a:pt x="1878641" y="729052"/>
                  </a:lnTo>
                  <a:lnTo>
                    <a:pt x="1878601" y="729337"/>
                  </a:lnTo>
                  <a:lnTo>
                    <a:pt x="1878541" y="729410"/>
                  </a:lnTo>
                  <a:lnTo>
                    <a:pt x="1878455" y="729420"/>
                  </a:lnTo>
                  <a:lnTo>
                    <a:pt x="1878082" y="729255"/>
                  </a:lnTo>
                  <a:lnTo>
                    <a:pt x="1877953" y="729199"/>
                  </a:lnTo>
                  <a:lnTo>
                    <a:pt x="1877886" y="729169"/>
                  </a:lnTo>
                  <a:lnTo>
                    <a:pt x="1877571" y="729031"/>
                  </a:lnTo>
                  <a:lnTo>
                    <a:pt x="1877550" y="728991"/>
                  </a:lnTo>
                  <a:lnTo>
                    <a:pt x="1877523" y="728818"/>
                  </a:lnTo>
                  <a:lnTo>
                    <a:pt x="1877572" y="728700"/>
                  </a:lnTo>
                  <a:lnTo>
                    <a:pt x="1877688" y="728420"/>
                  </a:lnTo>
                  <a:lnTo>
                    <a:pt x="1877704" y="728380"/>
                  </a:lnTo>
                  <a:lnTo>
                    <a:pt x="1877732" y="728315"/>
                  </a:lnTo>
                  <a:lnTo>
                    <a:pt x="1877731" y="728275"/>
                  </a:lnTo>
                  <a:lnTo>
                    <a:pt x="1877731" y="728237"/>
                  </a:lnTo>
                  <a:lnTo>
                    <a:pt x="1877673" y="728197"/>
                  </a:lnTo>
                  <a:lnTo>
                    <a:pt x="1877603" y="728193"/>
                  </a:lnTo>
                  <a:lnTo>
                    <a:pt x="1877556" y="728190"/>
                  </a:lnTo>
                  <a:lnTo>
                    <a:pt x="1877465" y="728184"/>
                  </a:lnTo>
                  <a:lnTo>
                    <a:pt x="1877437" y="728306"/>
                  </a:lnTo>
                  <a:lnTo>
                    <a:pt x="1877340" y="728324"/>
                  </a:lnTo>
                  <a:lnTo>
                    <a:pt x="1877267" y="728311"/>
                  </a:lnTo>
                  <a:lnTo>
                    <a:pt x="1877224" y="728303"/>
                  </a:lnTo>
                  <a:lnTo>
                    <a:pt x="1876999" y="728184"/>
                  </a:lnTo>
                  <a:lnTo>
                    <a:pt x="1876968" y="728168"/>
                  </a:lnTo>
                  <a:lnTo>
                    <a:pt x="1877127" y="727807"/>
                  </a:lnTo>
                  <a:lnTo>
                    <a:pt x="1877152" y="727749"/>
                  </a:lnTo>
                  <a:lnTo>
                    <a:pt x="1877193" y="727657"/>
                  </a:lnTo>
                  <a:lnTo>
                    <a:pt x="1877199" y="727642"/>
                  </a:lnTo>
                  <a:lnTo>
                    <a:pt x="1877223" y="727588"/>
                  </a:lnTo>
                  <a:lnTo>
                    <a:pt x="1877281" y="727523"/>
                  </a:lnTo>
                  <a:lnTo>
                    <a:pt x="1877290" y="727518"/>
                  </a:lnTo>
                  <a:lnTo>
                    <a:pt x="1877325" y="727498"/>
                  </a:lnTo>
                  <a:lnTo>
                    <a:pt x="1877414" y="727519"/>
                  </a:lnTo>
                  <a:lnTo>
                    <a:pt x="1877461" y="727530"/>
                  </a:lnTo>
                  <a:lnTo>
                    <a:pt x="1877747" y="727011"/>
                  </a:lnTo>
                  <a:lnTo>
                    <a:pt x="1877758" y="726986"/>
                  </a:lnTo>
                  <a:lnTo>
                    <a:pt x="1877815" y="726862"/>
                  </a:lnTo>
                  <a:lnTo>
                    <a:pt x="1877875" y="726733"/>
                  </a:lnTo>
                  <a:lnTo>
                    <a:pt x="1877942" y="726582"/>
                  </a:lnTo>
                  <a:lnTo>
                    <a:pt x="1878096" y="726233"/>
                  </a:lnTo>
                  <a:lnTo>
                    <a:pt x="1878227" y="725938"/>
                  </a:lnTo>
                  <a:lnTo>
                    <a:pt x="1878165" y="725596"/>
                  </a:lnTo>
                  <a:lnTo>
                    <a:pt x="1878124" y="725570"/>
                  </a:lnTo>
                  <a:lnTo>
                    <a:pt x="1878271" y="725301"/>
                  </a:lnTo>
                  <a:lnTo>
                    <a:pt x="1878288" y="725296"/>
                  </a:lnTo>
                  <a:lnTo>
                    <a:pt x="1878498" y="725231"/>
                  </a:lnTo>
                  <a:lnTo>
                    <a:pt x="1878552" y="725215"/>
                  </a:lnTo>
                  <a:lnTo>
                    <a:pt x="1878650" y="725185"/>
                  </a:lnTo>
                  <a:lnTo>
                    <a:pt x="1879001" y="725228"/>
                  </a:lnTo>
                  <a:lnTo>
                    <a:pt x="1879138" y="725109"/>
                  </a:lnTo>
                  <a:lnTo>
                    <a:pt x="1879144" y="725035"/>
                  </a:lnTo>
                  <a:lnTo>
                    <a:pt x="1879157" y="724884"/>
                  </a:lnTo>
                  <a:lnTo>
                    <a:pt x="1879165" y="724802"/>
                  </a:lnTo>
                  <a:lnTo>
                    <a:pt x="1879191" y="724768"/>
                  </a:lnTo>
                  <a:lnTo>
                    <a:pt x="1879324" y="724594"/>
                  </a:lnTo>
                  <a:lnTo>
                    <a:pt x="1879342" y="724571"/>
                  </a:lnTo>
                  <a:lnTo>
                    <a:pt x="1879371" y="724533"/>
                  </a:lnTo>
                  <a:lnTo>
                    <a:pt x="1879562" y="724311"/>
                  </a:lnTo>
                  <a:lnTo>
                    <a:pt x="1879789" y="724093"/>
                  </a:lnTo>
                  <a:lnTo>
                    <a:pt x="1880002" y="723966"/>
                  </a:lnTo>
                  <a:lnTo>
                    <a:pt x="1880100" y="723942"/>
                  </a:lnTo>
                  <a:lnTo>
                    <a:pt x="1880199" y="723916"/>
                  </a:lnTo>
                  <a:lnTo>
                    <a:pt x="1880215" y="723913"/>
                  </a:lnTo>
                  <a:lnTo>
                    <a:pt x="1880229" y="723909"/>
                  </a:lnTo>
                  <a:lnTo>
                    <a:pt x="1880239" y="723906"/>
                  </a:lnTo>
                  <a:lnTo>
                    <a:pt x="1880191" y="723836"/>
                  </a:lnTo>
                  <a:lnTo>
                    <a:pt x="1880134" y="723845"/>
                  </a:lnTo>
                  <a:lnTo>
                    <a:pt x="1880094" y="723862"/>
                  </a:lnTo>
                  <a:lnTo>
                    <a:pt x="1879845" y="723968"/>
                  </a:lnTo>
                  <a:lnTo>
                    <a:pt x="1879749" y="724029"/>
                  </a:lnTo>
                  <a:lnTo>
                    <a:pt x="1879627" y="724136"/>
                  </a:lnTo>
                  <a:lnTo>
                    <a:pt x="1879601" y="724160"/>
                  </a:lnTo>
                  <a:lnTo>
                    <a:pt x="1879362" y="724312"/>
                  </a:lnTo>
                  <a:lnTo>
                    <a:pt x="1879372" y="724184"/>
                  </a:lnTo>
                  <a:lnTo>
                    <a:pt x="1879385" y="724015"/>
                  </a:lnTo>
                  <a:lnTo>
                    <a:pt x="1879334" y="723880"/>
                  </a:lnTo>
                  <a:lnTo>
                    <a:pt x="1879287" y="723757"/>
                  </a:lnTo>
                  <a:lnTo>
                    <a:pt x="1879228" y="723601"/>
                  </a:lnTo>
                  <a:lnTo>
                    <a:pt x="1879201" y="723560"/>
                  </a:lnTo>
                  <a:lnTo>
                    <a:pt x="1879127" y="723490"/>
                  </a:lnTo>
                  <a:lnTo>
                    <a:pt x="1879103" y="723467"/>
                  </a:lnTo>
                  <a:lnTo>
                    <a:pt x="1878981" y="723352"/>
                  </a:lnTo>
                  <a:lnTo>
                    <a:pt x="1878948" y="723321"/>
                  </a:lnTo>
                  <a:lnTo>
                    <a:pt x="1878917" y="723291"/>
                  </a:lnTo>
                  <a:lnTo>
                    <a:pt x="1878882" y="723280"/>
                  </a:lnTo>
                  <a:lnTo>
                    <a:pt x="1878794" y="723285"/>
                  </a:lnTo>
                  <a:lnTo>
                    <a:pt x="1878617" y="723325"/>
                  </a:lnTo>
                  <a:lnTo>
                    <a:pt x="1878614" y="723342"/>
                  </a:lnTo>
                  <a:lnTo>
                    <a:pt x="1878662" y="723357"/>
                  </a:lnTo>
                  <a:lnTo>
                    <a:pt x="1878816" y="723341"/>
                  </a:lnTo>
                  <a:lnTo>
                    <a:pt x="1878906" y="723384"/>
                  </a:lnTo>
                  <a:lnTo>
                    <a:pt x="1878930" y="723411"/>
                  </a:lnTo>
                  <a:lnTo>
                    <a:pt x="1879055" y="723553"/>
                  </a:lnTo>
                  <a:lnTo>
                    <a:pt x="1879095" y="723651"/>
                  </a:lnTo>
                  <a:lnTo>
                    <a:pt x="1879162" y="724156"/>
                  </a:lnTo>
                  <a:lnTo>
                    <a:pt x="1879166" y="724192"/>
                  </a:lnTo>
                  <a:lnTo>
                    <a:pt x="1879090" y="724311"/>
                  </a:lnTo>
                  <a:lnTo>
                    <a:pt x="1878791" y="724475"/>
                  </a:lnTo>
                  <a:lnTo>
                    <a:pt x="1878791" y="724482"/>
                  </a:lnTo>
                  <a:lnTo>
                    <a:pt x="1878796" y="724573"/>
                  </a:lnTo>
                  <a:lnTo>
                    <a:pt x="1878803" y="724728"/>
                  </a:lnTo>
                  <a:lnTo>
                    <a:pt x="1878806" y="724786"/>
                  </a:lnTo>
                  <a:lnTo>
                    <a:pt x="1878469" y="724875"/>
                  </a:lnTo>
                  <a:lnTo>
                    <a:pt x="1878434" y="724880"/>
                  </a:lnTo>
                  <a:lnTo>
                    <a:pt x="1878251" y="724902"/>
                  </a:lnTo>
                  <a:lnTo>
                    <a:pt x="1878196" y="724920"/>
                  </a:lnTo>
                  <a:lnTo>
                    <a:pt x="1877733" y="725065"/>
                  </a:lnTo>
                  <a:lnTo>
                    <a:pt x="1877702" y="725093"/>
                  </a:lnTo>
                  <a:lnTo>
                    <a:pt x="1877675" y="725117"/>
                  </a:lnTo>
                  <a:lnTo>
                    <a:pt x="1877561" y="725216"/>
                  </a:lnTo>
                  <a:lnTo>
                    <a:pt x="1877365" y="725388"/>
                  </a:lnTo>
                  <a:lnTo>
                    <a:pt x="1877351" y="725401"/>
                  </a:lnTo>
                  <a:lnTo>
                    <a:pt x="1877344" y="725421"/>
                  </a:lnTo>
                  <a:lnTo>
                    <a:pt x="1877358" y="725458"/>
                  </a:lnTo>
                  <a:lnTo>
                    <a:pt x="1877388" y="725461"/>
                  </a:lnTo>
                  <a:lnTo>
                    <a:pt x="1877431" y="725466"/>
                  </a:lnTo>
                  <a:lnTo>
                    <a:pt x="1877463" y="725486"/>
                  </a:lnTo>
                  <a:lnTo>
                    <a:pt x="1877478" y="725528"/>
                  </a:lnTo>
                  <a:lnTo>
                    <a:pt x="1877473" y="725594"/>
                  </a:lnTo>
                  <a:lnTo>
                    <a:pt x="1877471" y="725619"/>
                  </a:lnTo>
                  <a:lnTo>
                    <a:pt x="1877454" y="725857"/>
                  </a:lnTo>
                  <a:lnTo>
                    <a:pt x="1877417" y="726140"/>
                  </a:lnTo>
                  <a:lnTo>
                    <a:pt x="1877406" y="726229"/>
                  </a:lnTo>
                  <a:lnTo>
                    <a:pt x="1877383" y="726236"/>
                  </a:lnTo>
                  <a:lnTo>
                    <a:pt x="1877189" y="726302"/>
                  </a:lnTo>
                  <a:lnTo>
                    <a:pt x="1877217" y="726843"/>
                  </a:lnTo>
                  <a:lnTo>
                    <a:pt x="1877096" y="727496"/>
                  </a:lnTo>
                  <a:lnTo>
                    <a:pt x="1876973" y="727648"/>
                  </a:lnTo>
                  <a:lnTo>
                    <a:pt x="1876934" y="727696"/>
                  </a:lnTo>
                  <a:lnTo>
                    <a:pt x="1876897" y="727728"/>
                  </a:lnTo>
                  <a:lnTo>
                    <a:pt x="1876821" y="727702"/>
                  </a:lnTo>
                  <a:lnTo>
                    <a:pt x="1876809" y="727698"/>
                  </a:lnTo>
                  <a:lnTo>
                    <a:pt x="1876794" y="727692"/>
                  </a:lnTo>
                  <a:lnTo>
                    <a:pt x="1876578" y="727617"/>
                  </a:lnTo>
                  <a:lnTo>
                    <a:pt x="1876512" y="727587"/>
                  </a:lnTo>
                  <a:lnTo>
                    <a:pt x="1876408" y="727541"/>
                  </a:lnTo>
                  <a:lnTo>
                    <a:pt x="1876320" y="727444"/>
                  </a:lnTo>
                  <a:lnTo>
                    <a:pt x="1876241" y="727393"/>
                  </a:lnTo>
                  <a:lnTo>
                    <a:pt x="1876163" y="727376"/>
                  </a:lnTo>
                  <a:lnTo>
                    <a:pt x="1876138" y="727370"/>
                  </a:lnTo>
                  <a:lnTo>
                    <a:pt x="1876075" y="727377"/>
                  </a:lnTo>
                  <a:lnTo>
                    <a:pt x="1876061" y="727379"/>
                  </a:lnTo>
                  <a:lnTo>
                    <a:pt x="1876049" y="727380"/>
                  </a:lnTo>
                  <a:lnTo>
                    <a:pt x="1875970" y="727389"/>
                  </a:lnTo>
                  <a:lnTo>
                    <a:pt x="1875931" y="727393"/>
                  </a:lnTo>
                  <a:lnTo>
                    <a:pt x="1875728" y="727416"/>
                  </a:lnTo>
                  <a:lnTo>
                    <a:pt x="1875640" y="727426"/>
                  </a:lnTo>
                  <a:lnTo>
                    <a:pt x="1875486" y="727443"/>
                  </a:lnTo>
                  <a:lnTo>
                    <a:pt x="1875446" y="727458"/>
                  </a:lnTo>
                  <a:lnTo>
                    <a:pt x="1875426" y="727466"/>
                  </a:lnTo>
                  <a:lnTo>
                    <a:pt x="1875328" y="727505"/>
                  </a:lnTo>
                  <a:lnTo>
                    <a:pt x="1875159" y="727604"/>
                  </a:lnTo>
                  <a:lnTo>
                    <a:pt x="1875108" y="727666"/>
                  </a:lnTo>
                  <a:lnTo>
                    <a:pt x="1874780" y="728239"/>
                  </a:lnTo>
                  <a:lnTo>
                    <a:pt x="1874780" y="728258"/>
                  </a:lnTo>
                  <a:lnTo>
                    <a:pt x="1874777" y="728394"/>
                  </a:lnTo>
                  <a:lnTo>
                    <a:pt x="1874777" y="728427"/>
                  </a:lnTo>
                  <a:lnTo>
                    <a:pt x="1874838" y="728587"/>
                  </a:lnTo>
                  <a:lnTo>
                    <a:pt x="1874901" y="728712"/>
                  </a:lnTo>
                  <a:lnTo>
                    <a:pt x="1874944" y="728797"/>
                  </a:lnTo>
                  <a:lnTo>
                    <a:pt x="1874776" y="728927"/>
                  </a:lnTo>
                  <a:lnTo>
                    <a:pt x="1874539" y="728949"/>
                  </a:lnTo>
                  <a:lnTo>
                    <a:pt x="1874301" y="728997"/>
                  </a:lnTo>
                  <a:lnTo>
                    <a:pt x="1874105" y="729065"/>
                  </a:lnTo>
                  <a:lnTo>
                    <a:pt x="1873985" y="729107"/>
                  </a:lnTo>
                  <a:lnTo>
                    <a:pt x="1873531" y="729266"/>
                  </a:lnTo>
                  <a:lnTo>
                    <a:pt x="1873433" y="729315"/>
                  </a:lnTo>
                  <a:lnTo>
                    <a:pt x="1873239" y="729412"/>
                  </a:lnTo>
                  <a:lnTo>
                    <a:pt x="1873094" y="729526"/>
                  </a:lnTo>
                  <a:lnTo>
                    <a:pt x="1873019" y="729616"/>
                  </a:lnTo>
                  <a:lnTo>
                    <a:pt x="1872946" y="729739"/>
                  </a:lnTo>
                  <a:lnTo>
                    <a:pt x="1872669" y="729590"/>
                  </a:lnTo>
                  <a:lnTo>
                    <a:pt x="1872592" y="729523"/>
                  </a:lnTo>
                  <a:lnTo>
                    <a:pt x="1872489" y="729434"/>
                  </a:lnTo>
                  <a:lnTo>
                    <a:pt x="1872491" y="729413"/>
                  </a:lnTo>
                  <a:lnTo>
                    <a:pt x="1872524" y="729057"/>
                  </a:lnTo>
                  <a:lnTo>
                    <a:pt x="1872532" y="728974"/>
                  </a:lnTo>
                  <a:lnTo>
                    <a:pt x="1872580" y="728942"/>
                  </a:lnTo>
                  <a:lnTo>
                    <a:pt x="1872620" y="728964"/>
                  </a:lnTo>
                  <a:lnTo>
                    <a:pt x="1872657" y="728965"/>
                  </a:lnTo>
                  <a:lnTo>
                    <a:pt x="1872705" y="728911"/>
                  </a:lnTo>
                  <a:lnTo>
                    <a:pt x="1872703" y="728896"/>
                  </a:lnTo>
                  <a:lnTo>
                    <a:pt x="1872596" y="728086"/>
                  </a:lnTo>
                  <a:lnTo>
                    <a:pt x="1872379" y="727763"/>
                  </a:lnTo>
                  <a:lnTo>
                    <a:pt x="1872117" y="727630"/>
                  </a:lnTo>
                  <a:lnTo>
                    <a:pt x="1872110" y="727615"/>
                  </a:lnTo>
                  <a:lnTo>
                    <a:pt x="1872087" y="727427"/>
                  </a:lnTo>
                  <a:lnTo>
                    <a:pt x="1872101" y="727422"/>
                  </a:lnTo>
                  <a:lnTo>
                    <a:pt x="1872206" y="727378"/>
                  </a:lnTo>
                  <a:lnTo>
                    <a:pt x="1872109" y="726920"/>
                  </a:lnTo>
                  <a:lnTo>
                    <a:pt x="1871914" y="726851"/>
                  </a:lnTo>
                  <a:lnTo>
                    <a:pt x="1871879" y="726838"/>
                  </a:lnTo>
                  <a:lnTo>
                    <a:pt x="1871853" y="726835"/>
                  </a:lnTo>
                  <a:lnTo>
                    <a:pt x="1871602" y="726803"/>
                  </a:lnTo>
                  <a:lnTo>
                    <a:pt x="1871417" y="726451"/>
                  </a:lnTo>
                  <a:lnTo>
                    <a:pt x="1871452" y="726223"/>
                  </a:lnTo>
                  <a:lnTo>
                    <a:pt x="1871480" y="726037"/>
                  </a:lnTo>
                  <a:lnTo>
                    <a:pt x="1871464" y="725882"/>
                  </a:lnTo>
                  <a:lnTo>
                    <a:pt x="1871446" y="725838"/>
                  </a:lnTo>
                  <a:lnTo>
                    <a:pt x="1871425" y="725838"/>
                  </a:lnTo>
                  <a:lnTo>
                    <a:pt x="1871372" y="726009"/>
                  </a:lnTo>
                  <a:lnTo>
                    <a:pt x="1871288" y="726282"/>
                  </a:lnTo>
                  <a:lnTo>
                    <a:pt x="1871263" y="726479"/>
                  </a:lnTo>
                  <a:lnTo>
                    <a:pt x="1871264" y="726512"/>
                  </a:lnTo>
                  <a:lnTo>
                    <a:pt x="1871369" y="726728"/>
                  </a:lnTo>
                  <a:lnTo>
                    <a:pt x="1871461" y="726989"/>
                  </a:lnTo>
                  <a:lnTo>
                    <a:pt x="1870524" y="727062"/>
                  </a:lnTo>
                  <a:lnTo>
                    <a:pt x="1870437" y="726877"/>
                  </a:lnTo>
                  <a:lnTo>
                    <a:pt x="1870404" y="726842"/>
                  </a:lnTo>
                  <a:lnTo>
                    <a:pt x="1870180" y="726596"/>
                  </a:lnTo>
                  <a:lnTo>
                    <a:pt x="1869986" y="726479"/>
                  </a:lnTo>
                  <a:lnTo>
                    <a:pt x="1869789" y="726399"/>
                  </a:lnTo>
                  <a:lnTo>
                    <a:pt x="1869755" y="726395"/>
                  </a:lnTo>
                  <a:lnTo>
                    <a:pt x="1869662" y="726384"/>
                  </a:lnTo>
                  <a:lnTo>
                    <a:pt x="1869637" y="726376"/>
                  </a:lnTo>
                  <a:lnTo>
                    <a:pt x="1869552" y="726349"/>
                  </a:lnTo>
                  <a:lnTo>
                    <a:pt x="1869437" y="726313"/>
                  </a:lnTo>
                  <a:lnTo>
                    <a:pt x="1869422" y="726198"/>
                  </a:lnTo>
                  <a:lnTo>
                    <a:pt x="1869398" y="726014"/>
                  </a:lnTo>
                  <a:lnTo>
                    <a:pt x="1869395" y="725991"/>
                  </a:lnTo>
                  <a:lnTo>
                    <a:pt x="1869318" y="725994"/>
                  </a:lnTo>
                  <a:lnTo>
                    <a:pt x="1869308" y="726004"/>
                  </a:lnTo>
                  <a:lnTo>
                    <a:pt x="1869286" y="726025"/>
                  </a:lnTo>
                  <a:lnTo>
                    <a:pt x="1869277" y="726102"/>
                  </a:lnTo>
                  <a:lnTo>
                    <a:pt x="1869363" y="726395"/>
                  </a:lnTo>
                  <a:lnTo>
                    <a:pt x="1869380" y="726453"/>
                  </a:lnTo>
                  <a:lnTo>
                    <a:pt x="1869708" y="726521"/>
                  </a:lnTo>
                  <a:lnTo>
                    <a:pt x="1870038" y="726740"/>
                  </a:lnTo>
                  <a:lnTo>
                    <a:pt x="1870206" y="726851"/>
                  </a:lnTo>
                  <a:lnTo>
                    <a:pt x="1870220" y="726860"/>
                  </a:lnTo>
                  <a:lnTo>
                    <a:pt x="1870237" y="726890"/>
                  </a:lnTo>
                  <a:lnTo>
                    <a:pt x="1870192" y="727098"/>
                  </a:lnTo>
                  <a:lnTo>
                    <a:pt x="1870169" y="727172"/>
                  </a:lnTo>
                  <a:lnTo>
                    <a:pt x="1869990" y="727083"/>
                  </a:lnTo>
                  <a:lnTo>
                    <a:pt x="1869982" y="727079"/>
                  </a:lnTo>
                  <a:lnTo>
                    <a:pt x="1869932" y="727124"/>
                  </a:lnTo>
                  <a:lnTo>
                    <a:pt x="1869863" y="727187"/>
                  </a:lnTo>
                  <a:lnTo>
                    <a:pt x="1869868" y="727188"/>
                  </a:lnTo>
                  <a:lnTo>
                    <a:pt x="1869980" y="727211"/>
                  </a:lnTo>
                  <a:lnTo>
                    <a:pt x="1870285" y="727382"/>
                  </a:lnTo>
                  <a:lnTo>
                    <a:pt x="1870317" y="727414"/>
                  </a:lnTo>
                  <a:lnTo>
                    <a:pt x="1870328" y="727425"/>
                  </a:lnTo>
                  <a:lnTo>
                    <a:pt x="1870334" y="727432"/>
                  </a:lnTo>
                  <a:lnTo>
                    <a:pt x="1870349" y="727447"/>
                  </a:lnTo>
                  <a:lnTo>
                    <a:pt x="1870329" y="727581"/>
                  </a:lnTo>
                  <a:lnTo>
                    <a:pt x="1870286" y="727625"/>
                  </a:lnTo>
                  <a:lnTo>
                    <a:pt x="1870229" y="727684"/>
                  </a:lnTo>
                  <a:lnTo>
                    <a:pt x="1870144" y="727772"/>
                  </a:lnTo>
                  <a:lnTo>
                    <a:pt x="1870053" y="727830"/>
                  </a:lnTo>
                  <a:lnTo>
                    <a:pt x="1869932" y="727887"/>
                  </a:lnTo>
                  <a:lnTo>
                    <a:pt x="1869750" y="727972"/>
                  </a:lnTo>
                  <a:lnTo>
                    <a:pt x="1869677" y="728006"/>
                  </a:lnTo>
                  <a:lnTo>
                    <a:pt x="1869147" y="728132"/>
                  </a:lnTo>
                  <a:lnTo>
                    <a:pt x="1868565" y="728271"/>
                  </a:lnTo>
                  <a:lnTo>
                    <a:pt x="1868295" y="728353"/>
                  </a:lnTo>
                  <a:lnTo>
                    <a:pt x="1868213" y="728378"/>
                  </a:lnTo>
                  <a:lnTo>
                    <a:pt x="1868126" y="728414"/>
                  </a:lnTo>
                  <a:lnTo>
                    <a:pt x="1867839" y="728534"/>
                  </a:lnTo>
                  <a:lnTo>
                    <a:pt x="1867768" y="728564"/>
                  </a:lnTo>
                  <a:lnTo>
                    <a:pt x="1867535" y="728661"/>
                  </a:lnTo>
                  <a:lnTo>
                    <a:pt x="1867284" y="728723"/>
                  </a:lnTo>
                  <a:lnTo>
                    <a:pt x="1867139" y="728759"/>
                  </a:lnTo>
                  <a:lnTo>
                    <a:pt x="1866993" y="728806"/>
                  </a:lnTo>
                  <a:lnTo>
                    <a:pt x="1866902" y="728836"/>
                  </a:lnTo>
                  <a:lnTo>
                    <a:pt x="1866490" y="728970"/>
                  </a:lnTo>
                  <a:lnTo>
                    <a:pt x="1866367" y="729010"/>
                  </a:lnTo>
                  <a:lnTo>
                    <a:pt x="1866281" y="729038"/>
                  </a:lnTo>
                  <a:lnTo>
                    <a:pt x="1866156" y="729091"/>
                  </a:lnTo>
                  <a:lnTo>
                    <a:pt x="1866110" y="729083"/>
                  </a:lnTo>
                  <a:lnTo>
                    <a:pt x="1866037" y="729070"/>
                  </a:lnTo>
                  <a:lnTo>
                    <a:pt x="1865994" y="729062"/>
                  </a:lnTo>
                  <a:lnTo>
                    <a:pt x="1865907" y="729145"/>
                  </a:lnTo>
                  <a:lnTo>
                    <a:pt x="1865653" y="729387"/>
                  </a:lnTo>
                  <a:lnTo>
                    <a:pt x="1865621" y="729418"/>
                  </a:lnTo>
                  <a:lnTo>
                    <a:pt x="1865546" y="729444"/>
                  </a:lnTo>
                  <a:lnTo>
                    <a:pt x="1865350" y="729486"/>
                  </a:lnTo>
                  <a:lnTo>
                    <a:pt x="1865128" y="729533"/>
                  </a:lnTo>
                  <a:lnTo>
                    <a:pt x="1864906" y="729580"/>
                  </a:lnTo>
                  <a:lnTo>
                    <a:pt x="1864612" y="729683"/>
                  </a:lnTo>
                  <a:lnTo>
                    <a:pt x="1864498" y="729723"/>
                  </a:lnTo>
                  <a:lnTo>
                    <a:pt x="1864248" y="729833"/>
                  </a:lnTo>
                  <a:lnTo>
                    <a:pt x="1864085" y="729935"/>
                  </a:lnTo>
                  <a:lnTo>
                    <a:pt x="1863997" y="729989"/>
                  </a:lnTo>
                  <a:lnTo>
                    <a:pt x="1863965" y="730009"/>
                  </a:lnTo>
                  <a:lnTo>
                    <a:pt x="1863946" y="730020"/>
                  </a:lnTo>
                  <a:lnTo>
                    <a:pt x="1863898" y="730046"/>
                  </a:lnTo>
                  <a:lnTo>
                    <a:pt x="1863611" y="730100"/>
                  </a:lnTo>
                  <a:lnTo>
                    <a:pt x="1863310" y="730180"/>
                  </a:lnTo>
                  <a:lnTo>
                    <a:pt x="1862820" y="730362"/>
                  </a:lnTo>
                  <a:lnTo>
                    <a:pt x="1862378" y="730549"/>
                  </a:lnTo>
                  <a:lnTo>
                    <a:pt x="1862312" y="730598"/>
                  </a:lnTo>
                  <a:lnTo>
                    <a:pt x="1862209" y="730674"/>
                  </a:lnTo>
                  <a:lnTo>
                    <a:pt x="1862145" y="730754"/>
                  </a:lnTo>
                  <a:lnTo>
                    <a:pt x="1861902" y="731181"/>
                  </a:lnTo>
                  <a:lnTo>
                    <a:pt x="1861835" y="731300"/>
                  </a:lnTo>
                  <a:lnTo>
                    <a:pt x="1861796" y="731382"/>
                  </a:lnTo>
                  <a:lnTo>
                    <a:pt x="1861721" y="731540"/>
                  </a:lnTo>
                  <a:lnTo>
                    <a:pt x="1861678" y="731631"/>
                  </a:lnTo>
                  <a:lnTo>
                    <a:pt x="1861673" y="731721"/>
                  </a:lnTo>
                  <a:lnTo>
                    <a:pt x="1861720" y="731809"/>
                  </a:lnTo>
                  <a:lnTo>
                    <a:pt x="1861778" y="731841"/>
                  </a:lnTo>
                  <a:lnTo>
                    <a:pt x="1861826" y="731817"/>
                  </a:lnTo>
                  <a:lnTo>
                    <a:pt x="1861863" y="731824"/>
                  </a:lnTo>
                  <a:lnTo>
                    <a:pt x="1861919" y="731895"/>
                  </a:lnTo>
                  <a:lnTo>
                    <a:pt x="1861916" y="732061"/>
                  </a:lnTo>
                  <a:lnTo>
                    <a:pt x="1861883" y="732210"/>
                  </a:lnTo>
                  <a:lnTo>
                    <a:pt x="1861845" y="732295"/>
                  </a:lnTo>
                  <a:lnTo>
                    <a:pt x="1861775" y="732310"/>
                  </a:lnTo>
                  <a:lnTo>
                    <a:pt x="1861742" y="732291"/>
                  </a:lnTo>
                  <a:lnTo>
                    <a:pt x="1861167" y="732510"/>
                  </a:lnTo>
                  <a:lnTo>
                    <a:pt x="1861099" y="732547"/>
                  </a:lnTo>
                  <a:lnTo>
                    <a:pt x="1861047" y="732593"/>
                  </a:lnTo>
                  <a:lnTo>
                    <a:pt x="1860952" y="732772"/>
                  </a:lnTo>
                  <a:lnTo>
                    <a:pt x="1860938" y="732827"/>
                  </a:lnTo>
                  <a:lnTo>
                    <a:pt x="1860944" y="732904"/>
                  </a:lnTo>
                  <a:lnTo>
                    <a:pt x="1860924" y="732933"/>
                  </a:lnTo>
                  <a:lnTo>
                    <a:pt x="1860812" y="733002"/>
                  </a:lnTo>
                  <a:lnTo>
                    <a:pt x="1860741" y="733045"/>
                  </a:lnTo>
                  <a:lnTo>
                    <a:pt x="1860705" y="733024"/>
                  </a:lnTo>
                  <a:lnTo>
                    <a:pt x="1860624" y="732867"/>
                  </a:lnTo>
                  <a:lnTo>
                    <a:pt x="1860621" y="732863"/>
                  </a:lnTo>
                  <a:lnTo>
                    <a:pt x="1860626" y="732836"/>
                  </a:lnTo>
                  <a:lnTo>
                    <a:pt x="1860655" y="732808"/>
                  </a:lnTo>
                  <a:lnTo>
                    <a:pt x="1860653" y="732782"/>
                  </a:lnTo>
                  <a:lnTo>
                    <a:pt x="1860487" y="732776"/>
                  </a:lnTo>
                  <a:lnTo>
                    <a:pt x="1860350" y="732809"/>
                  </a:lnTo>
                  <a:lnTo>
                    <a:pt x="1860213" y="732843"/>
                  </a:lnTo>
                  <a:lnTo>
                    <a:pt x="1860062" y="732948"/>
                  </a:lnTo>
                  <a:lnTo>
                    <a:pt x="1859893" y="733094"/>
                  </a:lnTo>
                  <a:lnTo>
                    <a:pt x="1859854" y="733128"/>
                  </a:lnTo>
                  <a:lnTo>
                    <a:pt x="1859737" y="733131"/>
                  </a:lnTo>
                  <a:lnTo>
                    <a:pt x="1859222" y="733081"/>
                  </a:lnTo>
                  <a:lnTo>
                    <a:pt x="1858972" y="733124"/>
                  </a:lnTo>
                  <a:lnTo>
                    <a:pt x="1858760" y="733160"/>
                  </a:lnTo>
                  <a:lnTo>
                    <a:pt x="1858411" y="733240"/>
                  </a:lnTo>
                  <a:lnTo>
                    <a:pt x="1858354" y="733267"/>
                  </a:lnTo>
                  <a:lnTo>
                    <a:pt x="1858204" y="733339"/>
                  </a:lnTo>
                  <a:lnTo>
                    <a:pt x="1857515" y="733670"/>
                  </a:lnTo>
                  <a:lnTo>
                    <a:pt x="1857318" y="733804"/>
                  </a:lnTo>
                  <a:lnTo>
                    <a:pt x="1857186" y="733969"/>
                  </a:lnTo>
                  <a:lnTo>
                    <a:pt x="1857168" y="733972"/>
                  </a:lnTo>
                  <a:lnTo>
                    <a:pt x="1857096" y="733864"/>
                  </a:lnTo>
                  <a:lnTo>
                    <a:pt x="1857089" y="733834"/>
                  </a:lnTo>
                  <a:lnTo>
                    <a:pt x="1857057" y="733692"/>
                  </a:lnTo>
                  <a:lnTo>
                    <a:pt x="1857030" y="733436"/>
                  </a:lnTo>
                  <a:lnTo>
                    <a:pt x="1857044" y="733407"/>
                  </a:lnTo>
                  <a:lnTo>
                    <a:pt x="1857195" y="733309"/>
                  </a:lnTo>
                  <a:lnTo>
                    <a:pt x="1857280" y="733271"/>
                  </a:lnTo>
                  <a:lnTo>
                    <a:pt x="1857428" y="733219"/>
                  </a:lnTo>
                  <a:lnTo>
                    <a:pt x="1857617" y="733170"/>
                  </a:lnTo>
                  <a:lnTo>
                    <a:pt x="1857733" y="733141"/>
                  </a:lnTo>
                  <a:lnTo>
                    <a:pt x="1857933" y="733028"/>
                  </a:lnTo>
                  <a:lnTo>
                    <a:pt x="1858005" y="732988"/>
                  </a:lnTo>
                  <a:lnTo>
                    <a:pt x="1858015" y="732945"/>
                  </a:lnTo>
                  <a:lnTo>
                    <a:pt x="1858033" y="732865"/>
                  </a:lnTo>
                  <a:lnTo>
                    <a:pt x="1857756" y="732937"/>
                  </a:lnTo>
                  <a:lnTo>
                    <a:pt x="1857597" y="732918"/>
                  </a:lnTo>
                  <a:lnTo>
                    <a:pt x="1857566" y="732914"/>
                  </a:lnTo>
                  <a:lnTo>
                    <a:pt x="1857394" y="732894"/>
                  </a:lnTo>
                  <a:lnTo>
                    <a:pt x="1857386" y="732893"/>
                  </a:lnTo>
                  <a:lnTo>
                    <a:pt x="1857339" y="732923"/>
                  </a:lnTo>
                  <a:lnTo>
                    <a:pt x="1857151" y="733040"/>
                  </a:lnTo>
                  <a:lnTo>
                    <a:pt x="1856930" y="733177"/>
                  </a:lnTo>
                  <a:lnTo>
                    <a:pt x="1856841" y="733462"/>
                  </a:lnTo>
                  <a:lnTo>
                    <a:pt x="1856850" y="733588"/>
                  </a:lnTo>
                  <a:lnTo>
                    <a:pt x="1856861" y="733727"/>
                  </a:lnTo>
                  <a:lnTo>
                    <a:pt x="1856891" y="734111"/>
                  </a:lnTo>
                  <a:lnTo>
                    <a:pt x="1856897" y="734200"/>
                  </a:lnTo>
                  <a:lnTo>
                    <a:pt x="1856860" y="734431"/>
                  </a:lnTo>
                  <a:lnTo>
                    <a:pt x="1856875" y="734595"/>
                  </a:lnTo>
                  <a:lnTo>
                    <a:pt x="1856894" y="734822"/>
                  </a:lnTo>
                  <a:lnTo>
                    <a:pt x="1856898" y="734861"/>
                  </a:lnTo>
                  <a:lnTo>
                    <a:pt x="1856898" y="734866"/>
                  </a:lnTo>
                  <a:lnTo>
                    <a:pt x="1856901" y="734906"/>
                  </a:lnTo>
                  <a:lnTo>
                    <a:pt x="1856911" y="735013"/>
                  </a:lnTo>
                  <a:lnTo>
                    <a:pt x="1856920" y="735046"/>
                  </a:lnTo>
                  <a:lnTo>
                    <a:pt x="1856997" y="735131"/>
                  </a:lnTo>
                  <a:lnTo>
                    <a:pt x="1857041" y="735233"/>
                  </a:lnTo>
                  <a:lnTo>
                    <a:pt x="1857058" y="735274"/>
                  </a:lnTo>
                  <a:lnTo>
                    <a:pt x="1857049" y="735311"/>
                  </a:lnTo>
                  <a:lnTo>
                    <a:pt x="1857022" y="735423"/>
                  </a:lnTo>
                  <a:lnTo>
                    <a:pt x="1857004" y="735493"/>
                  </a:lnTo>
                  <a:lnTo>
                    <a:pt x="1856947" y="735575"/>
                  </a:lnTo>
                  <a:lnTo>
                    <a:pt x="1856925" y="735647"/>
                  </a:lnTo>
                  <a:lnTo>
                    <a:pt x="1856964" y="735840"/>
                  </a:lnTo>
                  <a:lnTo>
                    <a:pt x="1857023" y="735859"/>
                  </a:lnTo>
                  <a:lnTo>
                    <a:pt x="1857106" y="735885"/>
                  </a:lnTo>
                  <a:lnTo>
                    <a:pt x="1857132" y="735893"/>
                  </a:lnTo>
                  <a:lnTo>
                    <a:pt x="1857181" y="735885"/>
                  </a:lnTo>
                  <a:lnTo>
                    <a:pt x="1857200" y="735894"/>
                  </a:lnTo>
                  <a:lnTo>
                    <a:pt x="1857304" y="735944"/>
                  </a:lnTo>
                  <a:lnTo>
                    <a:pt x="1857365" y="735999"/>
                  </a:lnTo>
                  <a:lnTo>
                    <a:pt x="1857372" y="736073"/>
                  </a:lnTo>
                  <a:lnTo>
                    <a:pt x="1857389" y="736262"/>
                  </a:lnTo>
                  <a:lnTo>
                    <a:pt x="1857386" y="736370"/>
                  </a:lnTo>
                  <a:lnTo>
                    <a:pt x="1857382" y="736472"/>
                  </a:lnTo>
                  <a:lnTo>
                    <a:pt x="1857469" y="736654"/>
                  </a:lnTo>
                  <a:lnTo>
                    <a:pt x="1857506" y="736695"/>
                  </a:lnTo>
                  <a:lnTo>
                    <a:pt x="1857518" y="736709"/>
                  </a:lnTo>
                  <a:lnTo>
                    <a:pt x="1857565" y="736761"/>
                  </a:lnTo>
                  <a:lnTo>
                    <a:pt x="1857636" y="736874"/>
                  </a:lnTo>
                  <a:lnTo>
                    <a:pt x="1857697" y="736970"/>
                  </a:lnTo>
                  <a:lnTo>
                    <a:pt x="1857575" y="736989"/>
                  </a:lnTo>
                  <a:lnTo>
                    <a:pt x="1857095" y="737066"/>
                  </a:lnTo>
                  <a:lnTo>
                    <a:pt x="1856967" y="737067"/>
                  </a:lnTo>
                  <a:lnTo>
                    <a:pt x="1856918" y="737032"/>
                  </a:lnTo>
                  <a:lnTo>
                    <a:pt x="1856911" y="736948"/>
                  </a:lnTo>
                  <a:lnTo>
                    <a:pt x="1856537" y="736853"/>
                  </a:lnTo>
                  <a:lnTo>
                    <a:pt x="1856455" y="736826"/>
                  </a:lnTo>
                  <a:lnTo>
                    <a:pt x="1856138" y="736724"/>
                  </a:lnTo>
                  <a:lnTo>
                    <a:pt x="1856033" y="736690"/>
                  </a:lnTo>
                  <a:lnTo>
                    <a:pt x="1856030" y="736665"/>
                  </a:lnTo>
                  <a:lnTo>
                    <a:pt x="1856019" y="736561"/>
                  </a:lnTo>
                  <a:lnTo>
                    <a:pt x="1855962" y="736032"/>
                  </a:lnTo>
                  <a:lnTo>
                    <a:pt x="1855990" y="735681"/>
                  </a:lnTo>
                  <a:lnTo>
                    <a:pt x="1855768" y="735665"/>
                  </a:lnTo>
                  <a:lnTo>
                    <a:pt x="1855720" y="735672"/>
                  </a:lnTo>
                  <a:lnTo>
                    <a:pt x="1855578" y="735690"/>
                  </a:lnTo>
                  <a:lnTo>
                    <a:pt x="1855562" y="735692"/>
                  </a:lnTo>
                  <a:lnTo>
                    <a:pt x="1855412" y="735796"/>
                  </a:lnTo>
                  <a:lnTo>
                    <a:pt x="1855423" y="735997"/>
                  </a:lnTo>
                  <a:lnTo>
                    <a:pt x="1855405" y="736017"/>
                  </a:lnTo>
                  <a:lnTo>
                    <a:pt x="1855389" y="736013"/>
                  </a:lnTo>
                  <a:lnTo>
                    <a:pt x="1855294" y="735988"/>
                  </a:lnTo>
                  <a:lnTo>
                    <a:pt x="1855259" y="735979"/>
                  </a:lnTo>
                  <a:lnTo>
                    <a:pt x="1855124" y="735944"/>
                  </a:lnTo>
                  <a:lnTo>
                    <a:pt x="1855103" y="735938"/>
                  </a:lnTo>
                  <a:lnTo>
                    <a:pt x="1855121" y="735868"/>
                  </a:lnTo>
                  <a:lnTo>
                    <a:pt x="1855154" y="735743"/>
                  </a:lnTo>
                  <a:lnTo>
                    <a:pt x="1855110" y="735723"/>
                  </a:lnTo>
                  <a:lnTo>
                    <a:pt x="1855004" y="735675"/>
                  </a:lnTo>
                  <a:lnTo>
                    <a:pt x="1854596" y="735653"/>
                  </a:lnTo>
                  <a:lnTo>
                    <a:pt x="1854332" y="735701"/>
                  </a:lnTo>
                  <a:lnTo>
                    <a:pt x="1854316" y="735704"/>
                  </a:lnTo>
                  <a:lnTo>
                    <a:pt x="1854108" y="735758"/>
                  </a:lnTo>
                  <a:lnTo>
                    <a:pt x="1854102" y="735780"/>
                  </a:lnTo>
                  <a:lnTo>
                    <a:pt x="1854096" y="735804"/>
                  </a:lnTo>
                  <a:lnTo>
                    <a:pt x="1854330" y="735986"/>
                  </a:lnTo>
                  <a:lnTo>
                    <a:pt x="1854377" y="736034"/>
                  </a:lnTo>
                  <a:lnTo>
                    <a:pt x="1854593" y="736252"/>
                  </a:lnTo>
                  <a:lnTo>
                    <a:pt x="1854831" y="736639"/>
                  </a:lnTo>
                  <a:lnTo>
                    <a:pt x="1854845" y="736710"/>
                  </a:lnTo>
                  <a:lnTo>
                    <a:pt x="1854830" y="736945"/>
                  </a:lnTo>
                  <a:lnTo>
                    <a:pt x="1854828" y="736971"/>
                  </a:lnTo>
                  <a:lnTo>
                    <a:pt x="1854715" y="737100"/>
                  </a:lnTo>
                  <a:lnTo>
                    <a:pt x="1854668" y="737129"/>
                  </a:lnTo>
                  <a:lnTo>
                    <a:pt x="1854476" y="737156"/>
                  </a:lnTo>
                  <a:lnTo>
                    <a:pt x="1854370" y="737150"/>
                  </a:lnTo>
                  <a:lnTo>
                    <a:pt x="1853998" y="737084"/>
                  </a:lnTo>
                  <a:lnTo>
                    <a:pt x="1853832" y="737055"/>
                  </a:lnTo>
                  <a:lnTo>
                    <a:pt x="1853810" y="736965"/>
                  </a:lnTo>
                  <a:lnTo>
                    <a:pt x="1853909" y="736834"/>
                  </a:lnTo>
                  <a:lnTo>
                    <a:pt x="1854014" y="736336"/>
                  </a:lnTo>
                  <a:lnTo>
                    <a:pt x="1853654" y="736264"/>
                  </a:lnTo>
                  <a:lnTo>
                    <a:pt x="1853594" y="736252"/>
                  </a:lnTo>
                  <a:lnTo>
                    <a:pt x="1853506" y="736244"/>
                  </a:lnTo>
                  <a:lnTo>
                    <a:pt x="1853202" y="736217"/>
                  </a:lnTo>
                  <a:lnTo>
                    <a:pt x="1852957" y="736170"/>
                  </a:lnTo>
                  <a:lnTo>
                    <a:pt x="1852967" y="736132"/>
                  </a:lnTo>
                  <a:lnTo>
                    <a:pt x="1852985" y="736058"/>
                  </a:lnTo>
                  <a:lnTo>
                    <a:pt x="1852967" y="735964"/>
                  </a:lnTo>
                  <a:lnTo>
                    <a:pt x="1852942" y="735931"/>
                  </a:lnTo>
                  <a:lnTo>
                    <a:pt x="1852891" y="735863"/>
                  </a:lnTo>
                  <a:lnTo>
                    <a:pt x="1852834" y="735853"/>
                  </a:lnTo>
                  <a:lnTo>
                    <a:pt x="1852752" y="735839"/>
                  </a:lnTo>
                  <a:lnTo>
                    <a:pt x="1852718" y="735834"/>
                  </a:lnTo>
                  <a:lnTo>
                    <a:pt x="1852550" y="735877"/>
                  </a:lnTo>
                  <a:lnTo>
                    <a:pt x="1852507" y="735888"/>
                  </a:lnTo>
                  <a:lnTo>
                    <a:pt x="1852481" y="735935"/>
                  </a:lnTo>
                  <a:lnTo>
                    <a:pt x="1852355" y="735905"/>
                  </a:lnTo>
                  <a:lnTo>
                    <a:pt x="1852296" y="735891"/>
                  </a:lnTo>
                  <a:lnTo>
                    <a:pt x="1852231" y="735852"/>
                  </a:lnTo>
                  <a:lnTo>
                    <a:pt x="1852216" y="735821"/>
                  </a:lnTo>
                  <a:lnTo>
                    <a:pt x="1852274" y="735658"/>
                  </a:lnTo>
                  <a:lnTo>
                    <a:pt x="1852334" y="735635"/>
                  </a:lnTo>
                  <a:lnTo>
                    <a:pt x="1852363" y="735601"/>
                  </a:lnTo>
                  <a:lnTo>
                    <a:pt x="1852340" y="735536"/>
                  </a:lnTo>
                  <a:lnTo>
                    <a:pt x="1852295" y="735495"/>
                  </a:lnTo>
                  <a:lnTo>
                    <a:pt x="1852239" y="735468"/>
                  </a:lnTo>
                  <a:lnTo>
                    <a:pt x="1852121" y="735411"/>
                  </a:lnTo>
                  <a:lnTo>
                    <a:pt x="1852044" y="735373"/>
                  </a:lnTo>
                  <a:lnTo>
                    <a:pt x="1851609" y="735428"/>
                  </a:lnTo>
                  <a:lnTo>
                    <a:pt x="1851491" y="735365"/>
                  </a:lnTo>
                  <a:lnTo>
                    <a:pt x="1851458" y="735348"/>
                  </a:lnTo>
                  <a:lnTo>
                    <a:pt x="1851376" y="735152"/>
                  </a:lnTo>
                  <a:lnTo>
                    <a:pt x="1851384" y="735063"/>
                  </a:lnTo>
                  <a:lnTo>
                    <a:pt x="1851413" y="734998"/>
                  </a:lnTo>
                  <a:lnTo>
                    <a:pt x="1851823" y="734681"/>
                  </a:lnTo>
                  <a:lnTo>
                    <a:pt x="1851980" y="734634"/>
                  </a:lnTo>
                  <a:lnTo>
                    <a:pt x="1851988" y="734631"/>
                  </a:lnTo>
                  <a:lnTo>
                    <a:pt x="1852205" y="734566"/>
                  </a:lnTo>
                  <a:lnTo>
                    <a:pt x="1852473" y="734485"/>
                  </a:lnTo>
                  <a:lnTo>
                    <a:pt x="1852506" y="734466"/>
                  </a:lnTo>
                  <a:lnTo>
                    <a:pt x="1852626" y="734396"/>
                  </a:lnTo>
                  <a:lnTo>
                    <a:pt x="1852983" y="734189"/>
                  </a:lnTo>
                  <a:lnTo>
                    <a:pt x="1853003" y="734177"/>
                  </a:lnTo>
                  <a:lnTo>
                    <a:pt x="1853060" y="734139"/>
                  </a:lnTo>
                  <a:lnTo>
                    <a:pt x="1853147" y="734080"/>
                  </a:lnTo>
                  <a:lnTo>
                    <a:pt x="1853353" y="734067"/>
                  </a:lnTo>
                  <a:lnTo>
                    <a:pt x="1853444" y="734062"/>
                  </a:lnTo>
                  <a:lnTo>
                    <a:pt x="1853644" y="734049"/>
                  </a:lnTo>
                  <a:lnTo>
                    <a:pt x="1853651" y="734142"/>
                  </a:lnTo>
                  <a:lnTo>
                    <a:pt x="1853652" y="734149"/>
                  </a:lnTo>
                  <a:lnTo>
                    <a:pt x="1854013" y="734148"/>
                  </a:lnTo>
                  <a:lnTo>
                    <a:pt x="1854196" y="734042"/>
                  </a:lnTo>
                  <a:lnTo>
                    <a:pt x="1854180" y="733996"/>
                  </a:lnTo>
                  <a:lnTo>
                    <a:pt x="1854136" y="733876"/>
                  </a:lnTo>
                  <a:lnTo>
                    <a:pt x="1854070" y="733867"/>
                  </a:lnTo>
                  <a:lnTo>
                    <a:pt x="1854059" y="733865"/>
                  </a:lnTo>
                  <a:lnTo>
                    <a:pt x="1854024" y="733747"/>
                  </a:lnTo>
                  <a:lnTo>
                    <a:pt x="1854291" y="733506"/>
                  </a:lnTo>
                  <a:lnTo>
                    <a:pt x="1854373" y="733432"/>
                  </a:lnTo>
                  <a:lnTo>
                    <a:pt x="1854504" y="733377"/>
                  </a:lnTo>
                  <a:lnTo>
                    <a:pt x="1854625" y="733326"/>
                  </a:lnTo>
                  <a:lnTo>
                    <a:pt x="1854737" y="733280"/>
                  </a:lnTo>
                  <a:lnTo>
                    <a:pt x="1855065" y="732999"/>
                  </a:lnTo>
                  <a:lnTo>
                    <a:pt x="1855063" y="732520"/>
                  </a:lnTo>
                  <a:lnTo>
                    <a:pt x="1855063" y="732373"/>
                  </a:lnTo>
                  <a:lnTo>
                    <a:pt x="1855515" y="732103"/>
                  </a:lnTo>
                  <a:lnTo>
                    <a:pt x="1855593" y="732077"/>
                  </a:lnTo>
                  <a:lnTo>
                    <a:pt x="1855884" y="731979"/>
                  </a:lnTo>
                  <a:lnTo>
                    <a:pt x="1855914" y="731983"/>
                  </a:lnTo>
                  <a:lnTo>
                    <a:pt x="1855956" y="732009"/>
                  </a:lnTo>
                  <a:lnTo>
                    <a:pt x="1855986" y="732055"/>
                  </a:lnTo>
                  <a:lnTo>
                    <a:pt x="1856131" y="732281"/>
                  </a:lnTo>
                  <a:lnTo>
                    <a:pt x="1856416" y="732167"/>
                  </a:lnTo>
                  <a:lnTo>
                    <a:pt x="1856592" y="732081"/>
                  </a:lnTo>
                  <a:lnTo>
                    <a:pt x="1856585" y="732039"/>
                  </a:lnTo>
                  <a:lnTo>
                    <a:pt x="1856424" y="732112"/>
                  </a:lnTo>
                  <a:lnTo>
                    <a:pt x="1856384" y="732142"/>
                  </a:lnTo>
                  <a:lnTo>
                    <a:pt x="1856237" y="732187"/>
                  </a:lnTo>
                  <a:lnTo>
                    <a:pt x="1856122" y="732184"/>
                  </a:lnTo>
                  <a:lnTo>
                    <a:pt x="1855943" y="731932"/>
                  </a:lnTo>
                  <a:lnTo>
                    <a:pt x="1855936" y="731932"/>
                  </a:lnTo>
                  <a:lnTo>
                    <a:pt x="1855890" y="731929"/>
                  </a:lnTo>
                  <a:lnTo>
                    <a:pt x="1855775" y="731947"/>
                  </a:lnTo>
                  <a:lnTo>
                    <a:pt x="1855707" y="731957"/>
                  </a:lnTo>
                  <a:lnTo>
                    <a:pt x="1855613" y="731993"/>
                  </a:lnTo>
                  <a:lnTo>
                    <a:pt x="1855566" y="732012"/>
                  </a:lnTo>
                  <a:lnTo>
                    <a:pt x="1855086" y="732196"/>
                  </a:lnTo>
                  <a:lnTo>
                    <a:pt x="1855082" y="732197"/>
                  </a:lnTo>
                  <a:lnTo>
                    <a:pt x="1855074" y="732200"/>
                  </a:lnTo>
                  <a:lnTo>
                    <a:pt x="1855037" y="732215"/>
                  </a:lnTo>
                  <a:lnTo>
                    <a:pt x="1854972" y="732240"/>
                  </a:lnTo>
                  <a:lnTo>
                    <a:pt x="1854926" y="732257"/>
                  </a:lnTo>
                  <a:lnTo>
                    <a:pt x="1854914" y="732263"/>
                  </a:lnTo>
                  <a:lnTo>
                    <a:pt x="1854369" y="732532"/>
                  </a:lnTo>
                  <a:lnTo>
                    <a:pt x="1854392" y="732689"/>
                  </a:lnTo>
                  <a:lnTo>
                    <a:pt x="1853972" y="732856"/>
                  </a:lnTo>
                  <a:lnTo>
                    <a:pt x="1853925" y="732875"/>
                  </a:lnTo>
                  <a:lnTo>
                    <a:pt x="1853500" y="733045"/>
                  </a:lnTo>
                  <a:lnTo>
                    <a:pt x="1853375" y="733095"/>
                  </a:lnTo>
                  <a:lnTo>
                    <a:pt x="1853220" y="733157"/>
                  </a:lnTo>
                  <a:lnTo>
                    <a:pt x="1852927" y="733340"/>
                  </a:lnTo>
                  <a:lnTo>
                    <a:pt x="1852816" y="733732"/>
                  </a:lnTo>
                  <a:lnTo>
                    <a:pt x="1852812" y="733744"/>
                  </a:lnTo>
                  <a:lnTo>
                    <a:pt x="1852763" y="733798"/>
                  </a:lnTo>
                  <a:lnTo>
                    <a:pt x="1852660" y="733853"/>
                  </a:lnTo>
                  <a:lnTo>
                    <a:pt x="1852414" y="733924"/>
                  </a:lnTo>
                  <a:lnTo>
                    <a:pt x="1852273" y="733965"/>
                  </a:lnTo>
                  <a:lnTo>
                    <a:pt x="1852008" y="734123"/>
                  </a:lnTo>
                  <a:lnTo>
                    <a:pt x="1851890" y="734194"/>
                  </a:lnTo>
                  <a:lnTo>
                    <a:pt x="1851847" y="734248"/>
                  </a:lnTo>
                  <a:lnTo>
                    <a:pt x="1851924" y="734372"/>
                  </a:lnTo>
                  <a:lnTo>
                    <a:pt x="1851699" y="734464"/>
                  </a:lnTo>
                  <a:lnTo>
                    <a:pt x="1851611" y="734475"/>
                  </a:lnTo>
                  <a:lnTo>
                    <a:pt x="1851573" y="734467"/>
                  </a:lnTo>
                  <a:lnTo>
                    <a:pt x="1851628" y="734176"/>
                  </a:lnTo>
                  <a:lnTo>
                    <a:pt x="1851677" y="734021"/>
                  </a:lnTo>
                  <a:lnTo>
                    <a:pt x="1851686" y="733903"/>
                  </a:lnTo>
                  <a:lnTo>
                    <a:pt x="1851677" y="733732"/>
                  </a:lnTo>
                  <a:lnTo>
                    <a:pt x="1851658" y="733363"/>
                  </a:lnTo>
                  <a:lnTo>
                    <a:pt x="1851525" y="733225"/>
                  </a:lnTo>
                  <a:lnTo>
                    <a:pt x="1851321" y="733162"/>
                  </a:lnTo>
                  <a:lnTo>
                    <a:pt x="1851203" y="733126"/>
                  </a:lnTo>
                  <a:lnTo>
                    <a:pt x="1851144" y="733151"/>
                  </a:lnTo>
                  <a:lnTo>
                    <a:pt x="1850991" y="733218"/>
                  </a:lnTo>
                  <a:lnTo>
                    <a:pt x="1850954" y="733255"/>
                  </a:lnTo>
                  <a:lnTo>
                    <a:pt x="1850852" y="733359"/>
                  </a:lnTo>
                  <a:lnTo>
                    <a:pt x="1851060" y="733620"/>
                  </a:lnTo>
                  <a:lnTo>
                    <a:pt x="1851239" y="733954"/>
                  </a:lnTo>
                  <a:lnTo>
                    <a:pt x="1851100" y="734239"/>
                  </a:lnTo>
                  <a:lnTo>
                    <a:pt x="1851047" y="734348"/>
                  </a:lnTo>
                  <a:lnTo>
                    <a:pt x="1850913" y="734859"/>
                  </a:lnTo>
                  <a:lnTo>
                    <a:pt x="1850972" y="735043"/>
                  </a:lnTo>
                  <a:lnTo>
                    <a:pt x="1851007" y="735150"/>
                  </a:lnTo>
                  <a:lnTo>
                    <a:pt x="1851101" y="735443"/>
                  </a:lnTo>
                  <a:lnTo>
                    <a:pt x="1850966" y="735472"/>
                  </a:lnTo>
                  <a:lnTo>
                    <a:pt x="1850801" y="735507"/>
                  </a:lnTo>
                  <a:lnTo>
                    <a:pt x="1850626" y="735575"/>
                  </a:lnTo>
                  <a:lnTo>
                    <a:pt x="1850332" y="735688"/>
                  </a:lnTo>
                  <a:lnTo>
                    <a:pt x="1850350" y="735722"/>
                  </a:lnTo>
                  <a:lnTo>
                    <a:pt x="1850353" y="735727"/>
                  </a:lnTo>
                  <a:lnTo>
                    <a:pt x="1850355" y="735731"/>
                  </a:lnTo>
                  <a:lnTo>
                    <a:pt x="1850381" y="735778"/>
                  </a:lnTo>
                  <a:lnTo>
                    <a:pt x="1850386" y="735786"/>
                  </a:lnTo>
                  <a:lnTo>
                    <a:pt x="1850396" y="735804"/>
                  </a:lnTo>
                  <a:lnTo>
                    <a:pt x="1850448" y="735849"/>
                  </a:lnTo>
                  <a:lnTo>
                    <a:pt x="1850416" y="736010"/>
                  </a:lnTo>
                  <a:lnTo>
                    <a:pt x="1850341" y="736101"/>
                  </a:lnTo>
                  <a:lnTo>
                    <a:pt x="1850144" y="736128"/>
                  </a:lnTo>
                  <a:lnTo>
                    <a:pt x="1850111" y="736132"/>
                  </a:lnTo>
                  <a:lnTo>
                    <a:pt x="1850078" y="736137"/>
                  </a:lnTo>
                  <a:lnTo>
                    <a:pt x="1849904" y="736109"/>
                  </a:lnTo>
                  <a:lnTo>
                    <a:pt x="1849873" y="736114"/>
                  </a:lnTo>
                  <a:lnTo>
                    <a:pt x="1849864" y="736116"/>
                  </a:lnTo>
                  <a:lnTo>
                    <a:pt x="1849833" y="736122"/>
                  </a:lnTo>
                  <a:lnTo>
                    <a:pt x="1849580" y="736167"/>
                  </a:lnTo>
                  <a:lnTo>
                    <a:pt x="1849485" y="736185"/>
                  </a:lnTo>
                  <a:lnTo>
                    <a:pt x="1849285" y="736221"/>
                  </a:lnTo>
                  <a:lnTo>
                    <a:pt x="1849162" y="736010"/>
                  </a:lnTo>
                  <a:lnTo>
                    <a:pt x="1848916" y="735912"/>
                  </a:lnTo>
                  <a:lnTo>
                    <a:pt x="1848829" y="735908"/>
                  </a:lnTo>
                  <a:lnTo>
                    <a:pt x="1848643" y="735898"/>
                  </a:lnTo>
                  <a:lnTo>
                    <a:pt x="1848523" y="735926"/>
                  </a:lnTo>
                  <a:lnTo>
                    <a:pt x="1848345" y="736019"/>
                  </a:lnTo>
                  <a:lnTo>
                    <a:pt x="1848217" y="736108"/>
                  </a:lnTo>
                  <a:lnTo>
                    <a:pt x="1847769" y="736503"/>
                  </a:lnTo>
                  <a:lnTo>
                    <a:pt x="1847491" y="736785"/>
                  </a:lnTo>
                  <a:lnTo>
                    <a:pt x="1847445" y="736872"/>
                  </a:lnTo>
                  <a:lnTo>
                    <a:pt x="1847384" y="737046"/>
                  </a:lnTo>
                  <a:lnTo>
                    <a:pt x="1847327" y="737308"/>
                  </a:lnTo>
                  <a:lnTo>
                    <a:pt x="1847329" y="737453"/>
                  </a:lnTo>
                  <a:lnTo>
                    <a:pt x="1847380" y="737688"/>
                  </a:lnTo>
                  <a:lnTo>
                    <a:pt x="1847398" y="737715"/>
                  </a:lnTo>
                  <a:lnTo>
                    <a:pt x="1847568" y="737813"/>
                  </a:lnTo>
                  <a:lnTo>
                    <a:pt x="1847577" y="737819"/>
                  </a:lnTo>
                  <a:lnTo>
                    <a:pt x="1847722" y="737645"/>
                  </a:lnTo>
                  <a:lnTo>
                    <a:pt x="1847763" y="737671"/>
                  </a:lnTo>
                  <a:lnTo>
                    <a:pt x="1848113" y="737900"/>
                  </a:lnTo>
                  <a:lnTo>
                    <a:pt x="1848120" y="737905"/>
                  </a:lnTo>
                  <a:lnTo>
                    <a:pt x="1848287" y="738014"/>
                  </a:lnTo>
                  <a:lnTo>
                    <a:pt x="1848270" y="738092"/>
                  </a:lnTo>
                  <a:lnTo>
                    <a:pt x="1848096" y="738262"/>
                  </a:lnTo>
                  <a:lnTo>
                    <a:pt x="1848084" y="738274"/>
                  </a:lnTo>
                  <a:lnTo>
                    <a:pt x="1847991" y="738366"/>
                  </a:lnTo>
                  <a:lnTo>
                    <a:pt x="1847980" y="738376"/>
                  </a:lnTo>
                  <a:lnTo>
                    <a:pt x="1847388" y="738502"/>
                  </a:lnTo>
                  <a:lnTo>
                    <a:pt x="1847342" y="738495"/>
                  </a:lnTo>
                  <a:lnTo>
                    <a:pt x="1847295" y="738468"/>
                  </a:lnTo>
                  <a:lnTo>
                    <a:pt x="1847159" y="738235"/>
                  </a:lnTo>
                  <a:lnTo>
                    <a:pt x="1847098" y="738132"/>
                  </a:lnTo>
                  <a:lnTo>
                    <a:pt x="1847208" y="738051"/>
                  </a:lnTo>
                  <a:lnTo>
                    <a:pt x="1847014" y="737917"/>
                  </a:lnTo>
                  <a:lnTo>
                    <a:pt x="1846839" y="737796"/>
                  </a:lnTo>
                  <a:lnTo>
                    <a:pt x="1846773" y="737784"/>
                  </a:lnTo>
                  <a:lnTo>
                    <a:pt x="1846583" y="737752"/>
                  </a:lnTo>
                  <a:lnTo>
                    <a:pt x="1846326" y="737709"/>
                  </a:lnTo>
                  <a:lnTo>
                    <a:pt x="1845917" y="737716"/>
                  </a:lnTo>
                  <a:lnTo>
                    <a:pt x="1845611" y="737774"/>
                  </a:lnTo>
                  <a:lnTo>
                    <a:pt x="1845275" y="737890"/>
                  </a:lnTo>
                  <a:lnTo>
                    <a:pt x="1845101" y="737981"/>
                  </a:lnTo>
                  <a:lnTo>
                    <a:pt x="1844973" y="738069"/>
                  </a:lnTo>
                  <a:lnTo>
                    <a:pt x="1844924" y="738103"/>
                  </a:lnTo>
                  <a:lnTo>
                    <a:pt x="1844799" y="738068"/>
                  </a:lnTo>
                  <a:lnTo>
                    <a:pt x="1844554" y="738001"/>
                  </a:lnTo>
                  <a:lnTo>
                    <a:pt x="1844410" y="738015"/>
                  </a:lnTo>
                  <a:lnTo>
                    <a:pt x="1844340" y="738022"/>
                  </a:lnTo>
                  <a:lnTo>
                    <a:pt x="1844270" y="738029"/>
                  </a:lnTo>
                  <a:lnTo>
                    <a:pt x="1843739" y="738202"/>
                  </a:lnTo>
                  <a:lnTo>
                    <a:pt x="1843731" y="738205"/>
                  </a:lnTo>
                  <a:lnTo>
                    <a:pt x="1843417" y="738335"/>
                  </a:lnTo>
                  <a:lnTo>
                    <a:pt x="1842972" y="738551"/>
                  </a:lnTo>
                  <a:lnTo>
                    <a:pt x="1842492" y="738806"/>
                  </a:lnTo>
                  <a:lnTo>
                    <a:pt x="1842323" y="738912"/>
                  </a:lnTo>
                  <a:lnTo>
                    <a:pt x="1842301" y="739869"/>
                  </a:lnTo>
                  <a:lnTo>
                    <a:pt x="1842043" y="739913"/>
                  </a:lnTo>
                  <a:lnTo>
                    <a:pt x="1841967" y="739926"/>
                  </a:lnTo>
                  <a:lnTo>
                    <a:pt x="1841971" y="739716"/>
                  </a:lnTo>
                  <a:lnTo>
                    <a:pt x="1841989" y="739632"/>
                  </a:lnTo>
                  <a:lnTo>
                    <a:pt x="1842003" y="739572"/>
                  </a:lnTo>
                  <a:lnTo>
                    <a:pt x="1842042" y="739392"/>
                  </a:lnTo>
                  <a:lnTo>
                    <a:pt x="1842040" y="739313"/>
                  </a:lnTo>
                  <a:lnTo>
                    <a:pt x="1842029" y="738996"/>
                  </a:lnTo>
                  <a:lnTo>
                    <a:pt x="1842018" y="738952"/>
                  </a:lnTo>
                  <a:lnTo>
                    <a:pt x="1841971" y="738899"/>
                  </a:lnTo>
                  <a:lnTo>
                    <a:pt x="1841774" y="738837"/>
                  </a:lnTo>
                  <a:lnTo>
                    <a:pt x="1841557" y="738827"/>
                  </a:lnTo>
                  <a:lnTo>
                    <a:pt x="1841459" y="738823"/>
                  </a:lnTo>
                  <a:lnTo>
                    <a:pt x="1841259" y="738851"/>
                  </a:lnTo>
                  <a:lnTo>
                    <a:pt x="1840912" y="738936"/>
                  </a:lnTo>
                  <a:lnTo>
                    <a:pt x="1840573" y="739067"/>
                  </a:lnTo>
                  <a:lnTo>
                    <a:pt x="1840367" y="739164"/>
                  </a:lnTo>
                  <a:lnTo>
                    <a:pt x="1840010" y="739334"/>
                  </a:lnTo>
                  <a:lnTo>
                    <a:pt x="1839713" y="739534"/>
                  </a:lnTo>
                  <a:lnTo>
                    <a:pt x="1839651" y="739576"/>
                  </a:lnTo>
                  <a:lnTo>
                    <a:pt x="1839476" y="739635"/>
                  </a:lnTo>
                  <a:lnTo>
                    <a:pt x="1839107" y="739787"/>
                  </a:lnTo>
                  <a:lnTo>
                    <a:pt x="1839062" y="739805"/>
                  </a:lnTo>
                  <a:lnTo>
                    <a:pt x="1838641" y="740019"/>
                  </a:lnTo>
                  <a:lnTo>
                    <a:pt x="1838324" y="740210"/>
                  </a:lnTo>
                  <a:lnTo>
                    <a:pt x="1837852" y="740528"/>
                  </a:lnTo>
                  <a:lnTo>
                    <a:pt x="1837257" y="740996"/>
                  </a:lnTo>
                  <a:lnTo>
                    <a:pt x="1837114" y="741145"/>
                  </a:lnTo>
                  <a:lnTo>
                    <a:pt x="1837017" y="741268"/>
                  </a:lnTo>
                  <a:lnTo>
                    <a:pt x="1836872" y="741452"/>
                  </a:lnTo>
                  <a:lnTo>
                    <a:pt x="1836841" y="741492"/>
                  </a:lnTo>
                  <a:lnTo>
                    <a:pt x="1836679" y="741667"/>
                  </a:lnTo>
                  <a:lnTo>
                    <a:pt x="1836466" y="741715"/>
                  </a:lnTo>
                  <a:lnTo>
                    <a:pt x="1836324" y="741833"/>
                  </a:lnTo>
                  <a:lnTo>
                    <a:pt x="1836204" y="741934"/>
                  </a:lnTo>
                  <a:lnTo>
                    <a:pt x="1836103" y="742047"/>
                  </a:lnTo>
                  <a:lnTo>
                    <a:pt x="1836051" y="742049"/>
                  </a:lnTo>
                  <a:lnTo>
                    <a:pt x="1835975" y="742052"/>
                  </a:lnTo>
                  <a:lnTo>
                    <a:pt x="1835851" y="742057"/>
                  </a:lnTo>
                  <a:lnTo>
                    <a:pt x="1835793" y="742059"/>
                  </a:lnTo>
                  <a:lnTo>
                    <a:pt x="1835619" y="742112"/>
                  </a:lnTo>
                  <a:lnTo>
                    <a:pt x="1835497" y="742188"/>
                  </a:lnTo>
                  <a:lnTo>
                    <a:pt x="1835298" y="742258"/>
                  </a:lnTo>
                  <a:lnTo>
                    <a:pt x="1835132" y="742276"/>
                  </a:lnTo>
                  <a:lnTo>
                    <a:pt x="1834865" y="742267"/>
                  </a:lnTo>
                  <a:lnTo>
                    <a:pt x="1834820" y="742233"/>
                  </a:lnTo>
                  <a:lnTo>
                    <a:pt x="1834810" y="742198"/>
                  </a:lnTo>
                  <a:lnTo>
                    <a:pt x="1834833" y="742181"/>
                  </a:lnTo>
                  <a:lnTo>
                    <a:pt x="1834891" y="741908"/>
                  </a:lnTo>
                  <a:lnTo>
                    <a:pt x="1834951" y="741633"/>
                  </a:lnTo>
                  <a:lnTo>
                    <a:pt x="1834935" y="741461"/>
                  </a:lnTo>
                  <a:lnTo>
                    <a:pt x="1834822" y="741379"/>
                  </a:lnTo>
                  <a:lnTo>
                    <a:pt x="1834805" y="741385"/>
                  </a:lnTo>
                  <a:lnTo>
                    <a:pt x="1834791" y="741389"/>
                  </a:lnTo>
                  <a:lnTo>
                    <a:pt x="1834762" y="741399"/>
                  </a:lnTo>
                  <a:lnTo>
                    <a:pt x="1834760" y="741406"/>
                  </a:lnTo>
                  <a:lnTo>
                    <a:pt x="1834633" y="741805"/>
                  </a:lnTo>
                  <a:lnTo>
                    <a:pt x="1834493" y="742337"/>
                  </a:lnTo>
                  <a:lnTo>
                    <a:pt x="1834491" y="742346"/>
                  </a:lnTo>
                  <a:lnTo>
                    <a:pt x="1834461" y="742524"/>
                  </a:lnTo>
                  <a:lnTo>
                    <a:pt x="1834443" y="742800"/>
                  </a:lnTo>
                  <a:lnTo>
                    <a:pt x="1834439" y="742859"/>
                  </a:lnTo>
                  <a:lnTo>
                    <a:pt x="1834430" y="743008"/>
                  </a:lnTo>
                  <a:lnTo>
                    <a:pt x="1834436" y="743051"/>
                  </a:lnTo>
                  <a:lnTo>
                    <a:pt x="1834463" y="743242"/>
                  </a:lnTo>
                  <a:lnTo>
                    <a:pt x="1834400" y="743327"/>
                  </a:lnTo>
                  <a:lnTo>
                    <a:pt x="1834367" y="743371"/>
                  </a:lnTo>
                  <a:lnTo>
                    <a:pt x="1834344" y="743402"/>
                  </a:lnTo>
                  <a:lnTo>
                    <a:pt x="1834319" y="743436"/>
                  </a:lnTo>
                  <a:lnTo>
                    <a:pt x="1834299" y="743435"/>
                  </a:lnTo>
                  <a:lnTo>
                    <a:pt x="1834246" y="743433"/>
                  </a:lnTo>
                  <a:lnTo>
                    <a:pt x="1834156" y="743428"/>
                  </a:lnTo>
                  <a:lnTo>
                    <a:pt x="1834006" y="743453"/>
                  </a:lnTo>
                  <a:lnTo>
                    <a:pt x="1833907" y="743504"/>
                  </a:lnTo>
                  <a:lnTo>
                    <a:pt x="1833672" y="743709"/>
                  </a:lnTo>
                  <a:lnTo>
                    <a:pt x="1833430" y="743868"/>
                  </a:lnTo>
                  <a:lnTo>
                    <a:pt x="1833397" y="743890"/>
                  </a:lnTo>
                  <a:lnTo>
                    <a:pt x="1833367" y="743892"/>
                  </a:lnTo>
                  <a:lnTo>
                    <a:pt x="1833347" y="743893"/>
                  </a:lnTo>
                  <a:lnTo>
                    <a:pt x="1833342" y="743846"/>
                  </a:lnTo>
                  <a:lnTo>
                    <a:pt x="1833339" y="743821"/>
                  </a:lnTo>
                  <a:lnTo>
                    <a:pt x="1833112" y="743682"/>
                  </a:lnTo>
                  <a:lnTo>
                    <a:pt x="1832690" y="743660"/>
                  </a:lnTo>
                  <a:lnTo>
                    <a:pt x="1832681" y="743659"/>
                  </a:lnTo>
                  <a:lnTo>
                    <a:pt x="1832584" y="743697"/>
                  </a:lnTo>
                  <a:lnTo>
                    <a:pt x="1832576" y="743700"/>
                  </a:lnTo>
                  <a:lnTo>
                    <a:pt x="1832572" y="743702"/>
                  </a:lnTo>
                  <a:lnTo>
                    <a:pt x="1832552" y="743709"/>
                  </a:lnTo>
                  <a:lnTo>
                    <a:pt x="1832547" y="743714"/>
                  </a:lnTo>
                  <a:lnTo>
                    <a:pt x="1832554" y="743756"/>
                  </a:lnTo>
                  <a:lnTo>
                    <a:pt x="1832556" y="743766"/>
                  </a:lnTo>
                  <a:lnTo>
                    <a:pt x="1832566" y="743815"/>
                  </a:lnTo>
                  <a:lnTo>
                    <a:pt x="1832569" y="743830"/>
                  </a:lnTo>
                  <a:lnTo>
                    <a:pt x="1832577" y="743867"/>
                  </a:lnTo>
                  <a:lnTo>
                    <a:pt x="1832578" y="743919"/>
                  </a:lnTo>
                  <a:lnTo>
                    <a:pt x="1832571" y="743922"/>
                  </a:lnTo>
                  <a:lnTo>
                    <a:pt x="1832565" y="743925"/>
                  </a:lnTo>
                  <a:lnTo>
                    <a:pt x="1832539" y="743936"/>
                  </a:lnTo>
                  <a:lnTo>
                    <a:pt x="1832522" y="743943"/>
                  </a:lnTo>
                  <a:lnTo>
                    <a:pt x="1832174" y="743990"/>
                  </a:lnTo>
                  <a:lnTo>
                    <a:pt x="1832105" y="743992"/>
                  </a:lnTo>
                  <a:lnTo>
                    <a:pt x="1831857" y="743999"/>
                  </a:lnTo>
                  <a:lnTo>
                    <a:pt x="1831741" y="744002"/>
                  </a:lnTo>
                  <a:lnTo>
                    <a:pt x="1831618" y="743924"/>
                  </a:lnTo>
                  <a:lnTo>
                    <a:pt x="1831479" y="743834"/>
                  </a:lnTo>
                  <a:lnTo>
                    <a:pt x="1831291" y="743554"/>
                  </a:lnTo>
                  <a:lnTo>
                    <a:pt x="1831229" y="743581"/>
                  </a:lnTo>
                  <a:lnTo>
                    <a:pt x="1831170" y="743606"/>
                  </a:lnTo>
                  <a:lnTo>
                    <a:pt x="1831028" y="743974"/>
                  </a:lnTo>
                  <a:lnTo>
                    <a:pt x="1830841" y="743882"/>
                  </a:lnTo>
                  <a:lnTo>
                    <a:pt x="1830828" y="743574"/>
                  </a:lnTo>
                  <a:lnTo>
                    <a:pt x="1830571" y="743512"/>
                  </a:lnTo>
                  <a:lnTo>
                    <a:pt x="1830445" y="743481"/>
                  </a:lnTo>
                  <a:lnTo>
                    <a:pt x="1830432" y="743476"/>
                  </a:lnTo>
                  <a:lnTo>
                    <a:pt x="1830155" y="743366"/>
                  </a:lnTo>
                  <a:lnTo>
                    <a:pt x="1830144" y="743163"/>
                  </a:lnTo>
                  <a:lnTo>
                    <a:pt x="1830138" y="743053"/>
                  </a:lnTo>
                  <a:lnTo>
                    <a:pt x="1830125" y="742816"/>
                  </a:lnTo>
                  <a:lnTo>
                    <a:pt x="1830149" y="742629"/>
                  </a:lnTo>
                  <a:lnTo>
                    <a:pt x="1830199" y="742429"/>
                  </a:lnTo>
                  <a:lnTo>
                    <a:pt x="1830291" y="742159"/>
                  </a:lnTo>
                  <a:lnTo>
                    <a:pt x="1830484" y="741898"/>
                  </a:lnTo>
                  <a:lnTo>
                    <a:pt x="1830493" y="741889"/>
                  </a:lnTo>
                  <a:lnTo>
                    <a:pt x="1830575" y="741811"/>
                  </a:lnTo>
                  <a:lnTo>
                    <a:pt x="1830787" y="741674"/>
                  </a:lnTo>
                  <a:lnTo>
                    <a:pt x="1830589" y="741636"/>
                  </a:lnTo>
                  <a:lnTo>
                    <a:pt x="1830534" y="741654"/>
                  </a:lnTo>
                  <a:lnTo>
                    <a:pt x="1830212" y="741973"/>
                  </a:lnTo>
                  <a:lnTo>
                    <a:pt x="1830182" y="742012"/>
                  </a:lnTo>
                  <a:lnTo>
                    <a:pt x="1830166" y="742033"/>
                  </a:lnTo>
                  <a:lnTo>
                    <a:pt x="1830048" y="742190"/>
                  </a:lnTo>
                  <a:lnTo>
                    <a:pt x="1829894" y="742287"/>
                  </a:lnTo>
                  <a:lnTo>
                    <a:pt x="1829582" y="741777"/>
                  </a:lnTo>
                  <a:lnTo>
                    <a:pt x="1829540" y="741785"/>
                  </a:lnTo>
                  <a:lnTo>
                    <a:pt x="1829424" y="741810"/>
                  </a:lnTo>
                  <a:lnTo>
                    <a:pt x="1829267" y="741811"/>
                  </a:lnTo>
                  <a:lnTo>
                    <a:pt x="1829016" y="741776"/>
                  </a:lnTo>
                  <a:lnTo>
                    <a:pt x="1828999" y="741729"/>
                  </a:lnTo>
                  <a:lnTo>
                    <a:pt x="1828971" y="741651"/>
                  </a:lnTo>
                  <a:lnTo>
                    <a:pt x="1828969" y="741647"/>
                  </a:lnTo>
                  <a:lnTo>
                    <a:pt x="1828992" y="741449"/>
                  </a:lnTo>
                  <a:lnTo>
                    <a:pt x="1828999" y="741384"/>
                  </a:lnTo>
                  <a:lnTo>
                    <a:pt x="1829015" y="741250"/>
                  </a:lnTo>
                  <a:lnTo>
                    <a:pt x="1829008" y="741223"/>
                  </a:lnTo>
                  <a:lnTo>
                    <a:pt x="1828984" y="741132"/>
                  </a:lnTo>
                  <a:lnTo>
                    <a:pt x="1828970" y="741077"/>
                  </a:lnTo>
                  <a:lnTo>
                    <a:pt x="1828924" y="740900"/>
                  </a:lnTo>
                  <a:lnTo>
                    <a:pt x="1828916" y="740848"/>
                  </a:lnTo>
                  <a:lnTo>
                    <a:pt x="1828905" y="740775"/>
                  </a:lnTo>
                  <a:lnTo>
                    <a:pt x="1828841" y="740368"/>
                  </a:lnTo>
                  <a:lnTo>
                    <a:pt x="1828829" y="740375"/>
                  </a:lnTo>
                  <a:lnTo>
                    <a:pt x="1828820" y="740380"/>
                  </a:lnTo>
                  <a:lnTo>
                    <a:pt x="1828760" y="740445"/>
                  </a:lnTo>
                  <a:lnTo>
                    <a:pt x="1828789" y="740779"/>
                  </a:lnTo>
                  <a:lnTo>
                    <a:pt x="1828799" y="740890"/>
                  </a:lnTo>
                  <a:lnTo>
                    <a:pt x="1828817" y="741103"/>
                  </a:lnTo>
                  <a:lnTo>
                    <a:pt x="1828830" y="741325"/>
                  </a:lnTo>
                  <a:lnTo>
                    <a:pt x="1828819" y="741452"/>
                  </a:lnTo>
                  <a:lnTo>
                    <a:pt x="1828736" y="741722"/>
                  </a:lnTo>
                  <a:lnTo>
                    <a:pt x="1828628" y="741948"/>
                  </a:lnTo>
                  <a:lnTo>
                    <a:pt x="1828621" y="741963"/>
                  </a:lnTo>
                  <a:lnTo>
                    <a:pt x="1828593" y="741948"/>
                  </a:lnTo>
                  <a:lnTo>
                    <a:pt x="1828462" y="741878"/>
                  </a:lnTo>
                  <a:lnTo>
                    <a:pt x="1828376" y="741832"/>
                  </a:lnTo>
                  <a:lnTo>
                    <a:pt x="1828356" y="741723"/>
                  </a:lnTo>
                  <a:lnTo>
                    <a:pt x="1828247" y="741461"/>
                  </a:lnTo>
                  <a:lnTo>
                    <a:pt x="1828085" y="741249"/>
                  </a:lnTo>
                  <a:lnTo>
                    <a:pt x="1828027" y="741114"/>
                  </a:lnTo>
                  <a:lnTo>
                    <a:pt x="1827904" y="740698"/>
                  </a:lnTo>
                  <a:lnTo>
                    <a:pt x="1827894" y="740662"/>
                  </a:lnTo>
                  <a:lnTo>
                    <a:pt x="1827791" y="740583"/>
                  </a:lnTo>
                  <a:lnTo>
                    <a:pt x="1827723" y="740601"/>
                  </a:lnTo>
                  <a:lnTo>
                    <a:pt x="1827369" y="740698"/>
                  </a:lnTo>
                  <a:lnTo>
                    <a:pt x="1827325" y="740698"/>
                  </a:lnTo>
                  <a:lnTo>
                    <a:pt x="1827309" y="740738"/>
                  </a:lnTo>
                  <a:lnTo>
                    <a:pt x="1827650" y="741398"/>
                  </a:lnTo>
                  <a:lnTo>
                    <a:pt x="1827870" y="741639"/>
                  </a:lnTo>
                  <a:lnTo>
                    <a:pt x="1827865" y="741716"/>
                  </a:lnTo>
                  <a:lnTo>
                    <a:pt x="1827843" y="741731"/>
                  </a:lnTo>
                  <a:lnTo>
                    <a:pt x="1827712" y="741747"/>
                  </a:lnTo>
                  <a:lnTo>
                    <a:pt x="1827481" y="741775"/>
                  </a:lnTo>
                  <a:lnTo>
                    <a:pt x="1827256" y="741917"/>
                  </a:lnTo>
                  <a:lnTo>
                    <a:pt x="1827058" y="741982"/>
                  </a:lnTo>
                  <a:lnTo>
                    <a:pt x="1826851" y="742051"/>
                  </a:lnTo>
                  <a:lnTo>
                    <a:pt x="1826725" y="742092"/>
                  </a:lnTo>
                  <a:lnTo>
                    <a:pt x="1826858" y="742216"/>
                  </a:lnTo>
                  <a:lnTo>
                    <a:pt x="1826803" y="742304"/>
                  </a:lnTo>
                  <a:lnTo>
                    <a:pt x="1826700" y="742346"/>
                  </a:lnTo>
                  <a:lnTo>
                    <a:pt x="1826293" y="742463"/>
                  </a:lnTo>
                  <a:lnTo>
                    <a:pt x="1826081" y="742549"/>
                  </a:lnTo>
                  <a:lnTo>
                    <a:pt x="1825854" y="742667"/>
                  </a:lnTo>
                  <a:lnTo>
                    <a:pt x="1825645" y="742690"/>
                  </a:lnTo>
                  <a:lnTo>
                    <a:pt x="1825455" y="742627"/>
                  </a:lnTo>
                  <a:lnTo>
                    <a:pt x="1825395" y="742606"/>
                  </a:lnTo>
                  <a:lnTo>
                    <a:pt x="1825162" y="742528"/>
                  </a:lnTo>
                  <a:lnTo>
                    <a:pt x="1825119" y="742476"/>
                  </a:lnTo>
                  <a:lnTo>
                    <a:pt x="1825061" y="742337"/>
                  </a:lnTo>
                  <a:lnTo>
                    <a:pt x="1825048" y="742275"/>
                  </a:lnTo>
                  <a:lnTo>
                    <a:pt x="1825034" y="742207"/>
                  </a:lnTo>
                  <a:lnTo>
                    <a:pt x="1825040" y="742148"/>
                  </a:lnTo>
                  <a:lnTo>
                    <a:pt x="1825028" y="742086"/>
                  </a:lnTo>
                  <a:lnTo>
                    <a:pt x="1824971" y="742014"/>
                  </a:lnTo>
                  <a:lnTo>
                    <a:pt x="1824814" y="741899"/>
                  </a:lnTo>
                  <a:lnTo>
                    <a:pt x="1824488" y="741719"/>
                  </a:lnTo>
                  <a:lnTo>
                    <a:pt x="1824448" y="741762"/>
                  </a:lnTo>
                  <a:lnTo>
                    <a:pt x="1824421" y="741791"/>
                  </a:lnTo>
                  <a:lnTo>
                    <a:pt x="1824397" y="741817"/>
                  </a:lnTo>
                  <a:lnTo>
                    <a:pt x="1824378" y="741837"/>
                  </a:lnTo>
                  <a:lnTo>
                    <a:pt x="1824354" y="741862"/>
                  </a:lnTo>
                  <a:lnTo>
                    <a:pt x="1824374" y="741872"/>
                  </a:lnTo>
                  <a:lnTo>
                    <a:pt x="1824437" y="741901"/>
                  </a:lnTo>
                  <a:lnTo>
                    <a:pt x="1824543" y="741950"/>
                  </a:lnTo>
                  <a:lnTo>
                    <a:pt x="1824548" y="741951"/>
                  </a:lnTo>
                  <a:lnTo>
                    <a:pt x="1824628" y="741964"/>
                  </a:lnTo>
                  <a:lnTo>
                    <a:pt x="1824735" y="741982"/>
                  </a:lnTo>
                  <a:lnTo>
                    <a:pt x="1824837" y="742015"/>
                  </a:lnTo>
                  <a:lnTo>
                    <a:pt x="1824865" y="742063"/>
                  </a:lnTo>
                  <a:lnTo>
                    <a:pt x="1824868" y="742241"/>
                  </a:lnTo>
                  <a:lnTo>
                    <a:pt x="1824884" y="742341"/>
                  </a:lnTo>
                  <a:lnTo>
                    <a:pt x="1824926" y="742483"/>
                  </a:lnTo>
                  <a:lnTo>
                    <a:pt x="1824950" y="742532"/>
                  </a:lnTo>
                  <a:lnTo>
                    <a:pt x="1824979" y="742593"/>
                  </a:lnTo>
                  <a:lnTo>
                    <a:pt x="1825400" y="742834"/>
                  </a:lnTo>
                  <a:lnTo>
                    <a:pt x="1825427" y="742902"/>
                  </a:lnTo>
                  <a:lnTo>
                    <a:pt x="1825435" y="742990"/>
                  </a:lnTo>
                  <a:lnTo>
                    <a:pt x="1825402" y="743262"/>
                  </a:lnTo>
                  <a:lnTo>
                    <a:pt x="1825308" y="743333"/>
                  </a:lnTo>
                  <a:lnTo>
                    <a:pt x="1825302" y="743335"/>
                  </a:lnTo>
                  <a:lnTo>
                    <a:pt x="1825193" y="743374"/>
                  </a:lnTo>
                  <a:lnTo>
                    <a:pt x="1825153" y="743388"/>
                  </a:lnTo>
                  <a:lnTo>
                    <a:pt x="1824738" y="743503"/>
                  </a:lnTo>
                  <a:lnTo>
                    <a:pt x="1824641" y="743518"/>
                  </a:lnTo>
                  <a:lnTo>
                    <a:pt x="1824446" y="743506"/>
                  </a:lnTo>
                  <a:lnTo>
                    <a:pt x="1824400" y="743505"/>
                  </a:lnTo>
                  <a:lnTo>
                    <a:pt x="1824004" y="743505"/>
                  </a:lnTo>
                  <a:lnTo>
                    <a:pt x="1823941" y="743530"/>
                  </a:lnTo>
                  <a:lnTo>
                    <a:pt x="1823897" y="743566"/>
                  </a:lnTo>
                  <a:lnTo>
                    <a:pt x="1823880" y="743580"/>
                  </a:lnTo>
                  <a:lnTo>
                    <a:pt x="1823926" y="743590"/>
                  </a:lnTo>
                  <a:lnTo>
                    <a:pt x="1824008" y="743586"/>
                  </a:lnTo>
                  <a:lnTo>
                    <a:pt x="1824015" y="743586"/>
                  </a:lnTo>
                  <a:lnTo>
                    <a:pt x="1824028" y="743585"/>
                  </a:lnTo>
                  <a:lnTo>
                    <a:pt x="1824208" y="743576"/>
                  </a:lnTo>
                  <a:lnTo>
                    <a:pt x="1824491" y="743562"/>
                  </a:lnTo>
                  <a:lnTo>
                    <a:pt x="1824564" y="743559"/>
                  </a:lnTo>
                  <a:lnTo>
                    <a:pt x="1824960" y="743612"/>
                  </a:lnTo>
                  <a:lnTo>
                    <a:pt x="1825020" y="743621"/>
                  </a:lnTo>
                  <a:lnTo>
                    <a:pt x="1825070" y="743621"/>
                  </a:lnTo>
                  <a:lnTo>
                    <a:pt x="1825150" y="743622"/>
                  </a:lnTo>
                  <a:lnTo>
                    <a:pt x="1825226" y="743623"/>
                  </a:lnTo>
                  <a:lnTo>
                    <a:pt x="1825660" y="743368"/>
                  </a:lnTo>
                  <a:lnTo>
                    <a:pt x="1825800" y="743137"/>
                  </a:lnTo>
                  <a:lnTo>
                    <a:pt x="1825951" y="743056"/>
                  </a:lnTo>
                  <a:lnTo>
                    <a:pt x="1826108" y="742974"/>
                  </a:lnTo>
                  <a:lnTo>
                    <a:pt x="1826676" y="742706"/>
                  </a:lnTo>
                  <a:lnTo>
                    <a:pt x="1826916" y="742520"/>
                  </a:lnTo>
                  <a:lnTo>
                    <a:pt x="1827040" y="742501"/>
                  </a:lnTo>
                  <a:lnTo>
                    <a:pt x="1827102" y="742507"/>
                  </a:lnTo>
                  <a:lnTo>
                    <a:pt x="1827202" y="742536"/>
                  </a:lnTo>
                  <a:lnTo>
                    <a:pt x="1827317" y="742664"/>
                  </a:lnTo>
                  <a:lnTo>
                    <a:pt x="1827345" y="742696"/>
                  </a:lnTo>
                  <a:lnTo>
                    <a:pt x="1827398" y="742754"/>
                  </a:lnTo>
                  <a:lnTo>
                    <a:pt x="1827517" y="742825"/>
                  </a:lnTo>
                  <a:lnTo>
                    <a:pt x="1827685" y="742868"/>
                  </a:lnTo>
                  <a:lnTo>
                    <a:pt x="1827751" y="742885"/>
                  </a:lnTo>
                  <a:lnTo>
                    <a:pt x="1827833" y="742907"/>
                  </a:lnTo>
                  <a:lnTo>
                    <a:pt x="1828058" y="742925"/>
                  </a:lnTo>
                  <a:lnTo>
                    <a:pt x="1828067" y="742926"/>
                  </a:lnTo>
                  <a:lnTo>
                    <a:pt x="1828176" y="742971"/>
                  </a:lnTo>
                  <a:lnTo>
                    <a:pt x="1828258" y="743181"/>
                  </a:lnTo>
                  <a:lnTo>
                    <a:pt x="1828294" y="743331"/>
                  </a:lnTo>
                  <a:lnTo>
                    <a:pt x="1828260" y="743343"/>
                  </a:lnTo>
                  <a:lnTo>
                    <a:pt x="1828300" y="743497"/>
                  </a:lnTo>
                  <a:lnTo>
                    <a:pt x="1828387" y="743748"/>
                  </a:lnTo>
                  <a:lnTo>
                    <a:pt x="1828409" y="743811"/>
                  </a:lnTo>
                  <a:lnTo>
                    <a:pt x="1828606" y="744376"/>
                  </a:lnTo>
                  <a:lnTo>
                    <a:pt x="1828781" y="744302"/>
                  </a:lnTo>
                  <a:lnTo>
                    <a:pt x="1828949" y="744187"/>
                  </a:lnTo>
                  <a:lnTo>
                    <a:pt x="1829008" y="744331"/>
                  </a:lnTo>
                  <a:lnTo>
                    <a:pt x="1828992" y="744576"/>
                  </a:lnTo>
                  <a:lnTo>
                    <a:pt x="1829036" y="744655"/>
                  </a:lnTo>
                  <a:lnTo>
                    <a:pt x="1829173" y="744590"/>
                  </a:lnTo>
                  <a:lnTo>
                    <a:pt x="1829195" y="744580"/>
                  </a:lnTo>
                  <a:lnTo>
                    <a:pt x="1829594" y="744326"/>
                  </a:lnTo>
                  <a:lnTo>
                    <a:pt x="1829669" y="744266"/>
                  </a:lnTo>
                  <a:lnTo>
                    <a:pt x="1829700" y="744276"/>
                  </a:lnTo>
                  <a:lnTo>
                    <a:pt x="1829774" y="744301"/>
                  </a:lnTo>
                  <a:lnTo>
                    <a:pt x="1829867" y="744394"/>
                  </a:lnTo>
                  <a:lnTo>
                    <a:pt x="1829904" y="744484"/>
                  </a:lnTo>
                  <a:lnTo>
                    <a:pt x="1829947" y="744588"/>
                  </a:lnTo>
                  <a:lnTo>
                    <a:pt x="1830044" y="744601"/>
                  </a:lnTo>
                  <a:lnTo>
                    <a:pt x="1830184" y="744620"/>
                  </a:lnTo>
                  <a:lnTo>
                    <a:pt x="1831035" y="744734"/>
                  </a:lnTo>
                  <a:lnTo>
                    <a:pt x="1831186" y="744724"/>
                  </a:lnTo>
                  <a:lnTo>
                    <a:pt x="1831229" y="744721"/>
                  </a:lnTo>
                  <a:lnTo>
                    <a:pt x="1831650" y="745039"/>
                  </a:lnTo>
                  <a:lnTo>
                    <a:pt x="1831708" y="745083"/>
                  </a:lnTo>
                  <a:lnTo>
                    <a:pt x="1831770" y="745158"/>
                  </a:lnTo>
                  <a:lnTo>
                    <a:pt x="1831843" y="745246"/>
                  </a:lnTo>
                  <a:lnTo>
                    <a:pt x="1831859" y="745294"/>
                  </a:lnTo>
                  <a:lnTo>
                    <a:pt x="1831902" y="745420"/>
                  </a:lnTo>
                  <a:lnTo>
                    <a:pt x="1831883" y="745518"/>
                  </a:lnTo>
                  <a:lnTo>
                    <a:pt x="1831875" y="745557"/>
                  </a:lnTo>
                  <a:lnTo>
                    <a:pt x="1831848" y="745702"/>
                  </a:lnTo>
                  <a:lnTo>
                    <a:pt x="1831827" y="745722"/>
                  </a:lnTo>
                  <a:lnTo>
                    <a:pt x="1831681" y="745864"/>
                  </a:lnTo>
                  <a:lnTo>
                    <a:pt x="1831534" y="746005"/>
                  </a:lnTo>
                  <a:lnTo>
                    <a:pt x="1831386" y="746203"/>
                  </a:lnTo>
                  <a:lnTo>
                    <a:pt x="1831378" y="746214"/>
                  </a:lnTo>
                  <a:lnTo>
                    <a:pt x="1831214" y="746434"/>
                  </a:lnTo>
                  <a:lnTo>
                    <a:pt x="1831163" y="746522"/>
                  </a:lnTo>
                  <a:lnTo>
                    <a:pt x="1831014" y="746834"/>
                  </a:lnTo>
                  <a:lnTo>
                    <a:pt x="1831008" y="746847"/>
                  </a:lnTo>
                  <a:lnTo>
                    <a:pt x="1830958" y="746951"/>
                  </a:lnTo>
                  <a:lnTo>
                    <a:pt x="1830959" y="747141"/>
                  </a:lnTo>
                  <a:lnTo>
                    <a:pt x="1830961" y="747317"/>
                  </a:lnTo>
                  <a:lnTo>
                    <a:pt x="1830974" y="747387"/>
                  </a:lnTo>
                  <a:lnTo>
                    <a:pt x="1830814" y="747536"/>
                  </a:lnTo>
                  <a:lnTo>
                    <a:pt x="1830756" y="747533"/>
                  </a:lnTo>
                  <a:lnTo>
                    <a:pt x="1830708" y="747531"/>
                  </a:lnTo>
                  <a:lnTo>
                    <a:pt x="1830654" y="747604"/>
                  </a:lnTo>
                  <a:lnTo>
                    <a:pt x="1830657" y="747697"/>
                  </a:lnTo>
                  <a:lnTo>
                    <a:pt x="1830688" y="747847"/>
                  </a:lnTo>
                  <a:lnTo>
                    <a:pt x="1830938" y="748202"/>
                  </a:lnTo>
                  <a:lnTo>
                    <a:pt x="1830985" y="748238"/>
                  </a:lnTo>
                  <a:lnTo>
                    <a:pt x="1831015" y="748238"/>
                  </a:lnTo>
                  <a:lnTo>
                    <a:pt x="1831090" y="748229"/>
                  </a:lnTo>
                  <a:lnTo>
                    <a:pt x="1831097" y="748200"/>
                  </a:lnTo>
                  <a:lnTo>
                    <a:pt x="1831149" y="748192"/>
                  </a:lnTo>
                  <a:lnTo>
                    <a:pt x="1831172" y="748219"/>
                  </a:lnTo>
                  <a:lnTo>
                    <a:pt x="1831273" y="748337"/>
                  </a:lnTo>
                  <a:lnTo>
                    <a:pt x="1831275" y="748347"/>
                  </a:lnTo>
                  <a:lnTo>
                    <a:pt x="1831285" y="748416"/>
                  </a:lnTo>
                  <a:lnTo>
                    <a:pt x="1831308" y="748580"/>
                  </a:lnTo>
                  <a:lnTo>
                    <a:pt x="1831252" y="748707"/>
                  </a:lnTo>
                  <a:lnTo>
                    <a:pt x="1831223" y="748738"/>
                  </a:lnTo>
                  <a:lnTo>
                    <a:pt x="1831183" y="748693"/>
                  </a:lnTo>
                  <a:lnTo>
                    <a:pt x="1831028" y="748803"/>
                  </a:lnTo>
                  <a:lnTo>
                    <a:pt x="1830846" y="748931"/>
                  </a:lnTo>
                  <a:lnTo>
                    <a:pt x="1830717" y="749022"/>
                  </a:lnTo>
                  <a:lnTo>
                    <a:pt x="1830672" y="749104"/>
                  </a:lnTo>
                  <a:lnTo>
                    <a:pt x="1830647" y="749210"/>
                  </a:lnTo>
                  <a:lnTo>
                    <a:pt x="1830650" y="749248"/>
                  </a:lnTo>
                  <a:lnTo>
                    <a:pt x="1830688" y="749316"/>
                  </a:lnTo>
                  <a:lnTo>
                    <a:pt x="1830691" y="749405"/>
                  </a:lnTo>
                  <a:lnTo>
                    <a:pt x="1830568" y="749468"/>
                  </a:lnTo>
                  <a:lnTo>
                    <a:pt x="1830498" y="749504"/>
                  </a:lnTo>
                  <a:lnTo>
                    <a:pt x="1830464" y="749492"/>
                  </a:lnTo>
                  <a:lnTo>
                    <a:pt x="1830375" y="749463"/>
                  </a:lnTo>
                  <a:lnTo>
                    <a:pt x="1830190" y="749270"/>
                  </a:lnTo>
                  <a:lnTo>
                    <a:pt x="1829968" y="749278"/>
                  </a:lnTo>
                  <a:lnTo>
                    <a:pt x="1829911" y="749280"/>
                  </a:lnTo>
                  <a:lnTo>
                    <a:pt x="1829442" y="749298"/>
                  </a:lnTo>
                  <a:lnTo>
                    <a:pt x="1829282" y="749265"/>
                  </a:lnTo>
                  <a:lnTo>
                    <a:pt x="1829186" y="749301"/>
                  </a:lnTo>
                  <a:lnTo>
                    <a:pt x="1829178" y="749304"/>
                  </a:lnTo>
                  <a:lnTo>
                    <a:pt x="1829013" y="749886"/>
                  </a:lnTo>
                  <a:lnTo>
                    <a:pt x="1829010" y="749899"/>
                  </a:lnTo>
                  <a:lnTo>
                    <a:pt x="1829024" y="749911"/>
                  </a:lnTo>
                  <a:lnTo>
                    <a:pt x="1829106" y="749981"/>
                  </a:lnTo>
                  <a:lnTo>
                    <a:pt x="1829234" y="750092"/>
                  </a:lnTo>
                  <a:lnTo>
                    <a:pt x="1829318" y="750181"/>
                  </a:lnTo>
                  <a:lnTo>
                    <a:pt x="1829418" y="750426"/>
                  </a:lnTo>
                  <a:lnTo>
                    <a:pt x="1829480" y="750770"/>
                  </a:lnTo>
                  <a:lnTo>
                    <a:pt x="1829479" y="750796"/>
                  </a:lnTo>
                  <a:lnTo>
                    <a:pt x="1829478" y="751020"/>
                  </a:lnTo>
                  <a:lnTo>
                    <a:pt x="1829196" y="751160"/>
                  </a:lnTo>
                  <a:lnTo>
                    <a:pt x="1828942" y="751310"/>
                  </a:lnTo>
                  <a:lnTo>
                    <a:pt x="1828847" y="751417"/>
                  </a:lnTo>
                  <a:lnTo>
                    <a:pt x="1828654" y="751635"/>
                  </a:lnTo>
                  <a:lnTo>
                    <a:pt x="1828530" y="751774"/>
                  </a:lnTo>
                  <a:lnTo>
                    <a:pt x="1828482" y="751880"/>
                  </a:lnTo>
                  <a:lnTo>
                    <a:pt x="1828314" y="752249"/>
                  </a:lnTo>
                  <a:lnTo>
                    <a:pt x="1828340" y="752280"/>
                  </a:lnTo>
                  <a:lnTo>
                    <a:pt x="1828479" y="752445"/>
                  </a:lnTo>
                  <a:lnTo>
                    <a:pt x="1828557" y="752473"/>
                  </a:lnTo>
                  <a:lnTo>
                    <a:pt x="1828582" y="752497"/>
                  </a:lnTo>
                  <a:lnTo>
                    <a:pt x="1828620" y="752591"/>
                  </a:lnTo>
                  <a:lnTo>
                    <a:pt x="1828563" y="752703"/>
                  </a:lnTo>
                  <a:lnTo>
                    <a:pt x="1828466" y="752797"/>
                  </a:lnTo>
                  <a:lnTo>
                    <a:pt x="1828312" y="752790"/>
                  </a:lnTo>
                  <a:lnTo>
                    <a:pt x="1828142" y="752783"/>
                  </a:lnTo>
                  <a:lnTo>
                    <a:pt x="1828141" y="753010"/>
                  </a:lnTo>
                  <a:lnTo>
                    <a:pt x="1828033" y="753049"/>
                  </a:lnTo>
                  <a:lnTo>
                    <a:pt x="1828029" y="753047"/>
                  </a:lnTo>
                  <a:lnTo>
                    <a:pt x="1827979" y="753028"/>
                  </a:lnTo>
                  <a:lnTo>
                    <a:pt x="1827979" y="752964"/>
                  </a:lnTo>
                  <a:lnTo>
                    <a:pt x="1827978" y="752840"/>
                  </a:lnTo>
                  <a:lnTo>
                    <a:pt x="1827807" y="752659"/>
                  </a:lnTo>
                  <a:lnTo>
                    <a:pt x="1827751" y="752625"/>
                  </a:lnTo>
                  <a:lnTo>
                    <a:pt x="1827680" y="752619"/>
                  </a:lnTo>
                  <a:lnTo>
                    <a:pt x="1827564" y="752661"/>
                  </a:lnTo>
                  <a:lnTo>
                    <a:pt x="1827560" y="752673"/>
                  </a:lnTo>
                  <a:lnTo>
                    <a:pt x="1827544" y="752725"/>
                  </a:lnTo>
                  <a:lnTo>
                    <a:pt x="1827495" y="752723"/>
                  </a:lnTo>
                  <a:lnTo>
                    <a:pt x="1827241" y="752573"/>
                  </a:lnTo>
                  <a:lnTo>
                    <a:pt x="1827226" y="752564"/>
                  </a:lnTo>
                  <a:lnTo>
                    <a:pt x="1827212" y="752543"/>
                  </a:lnTo>
                  <a:lnTo>
                    <a:pt x="1827108" y="752398"/>
                  </a:lnTo>
                  <a:lnTo>
                    <a:pt x="1827112" y="752384"/>
                  </a:lnTo>
                  <a:lnTo>
                    <a:pt x="1827180" y="752353"/>
                  </a:lnTo>
                  <a:lnTo>
                    <a:pt x="1827204" y="752298"/>
                  </a:lnTo>
                  <a:lnTo>
                    <a:pt x="1827207" y="752199"/>
                  </a:lnTo>
                  <a:lnTo>
                    <a:pt x="1827213" y="751954"/>
                  </a:lnTo>
                  <a:lnTo>
                    <a:pt x="1827178" y="751870"/>
                  </a:lnTo>
                  <a:lnTo>
                    <a:pt x="1827198" y="751544"/>
                  </a:lnTo>
                  <a:lnTo>
                    <a:pt x="1827275" y="751438"/>
                  </a:lnTo>
                  <a:lnTo>
                    <a:pt x="1827479" y="751157"/>
                  </a:lnTo>
                  <a:lnTo>
                    <a:pt x="1827503" y="751098"/>
                  </a:lnTo>
                  <a:lnTo>
                    <a:pt x="1827503" y="751033"/>
                  </a:lnTo>
                  <a:lnTo>
                    <a:pt x="1827459" y="750853"/>
                  </a:lnTo>
                  <a:lnTo>
                    <a:pt x="1827436" y="750802"/>
                  </a:lnTo>
                  <a:lnTo>
                    <a:pt x="1827430" y="750787"/>
                  </a:lnTo>
                  <a:lnTo>
                    <a:pt x="1827401" y="750724"/>
                  </a:lnTo>
                  <a:lnTo>
                    <a:pt x="1827206" y="750517"/>
                  </a:lnTo>
                  <a:lnTo>
                    <a:pt x="1827131" y="750463"/>
                  </a:lnTo>
                  <a:lnTo>
                    <a:pt x="1826989" y="750360"/>
                  </a:lnTo>
                  <a:lnTo>
                    <a:pt x="1826901" y="750339"/>
                  </a:lnTo>
                  <a:lnTo>
                    <a:pt x="1826826" y="750296"/>
                  </a:lnTo>
                  <a:lnTo>
                    <a:pt x="1826677" y="750210"/>
                  </a:lnTo>
                  <a:lnTo>
                    <a:pt x="1826581" y="750107"/>
                  </a:lnTo>
                  <a:lnTo>
                    <a:pt x="1826658" y="749755"/>
                  </a:lnTo>
                  <a:lnTo>
                    <a:pt x="1826822" y="749433"/>
                  </a:lnTo>
                  <a:lnTo>
                    <a:pt x="1826804" y="749380"/>
                  </a:lnTo>
                  <a:lnTo>
                    <a:pt x="1826694" y="749048"/>
                  </a:lnTo>
                  <a:lnTo>
                    <a:pt x="1826690" y="749033"/>
                  </a:lnTo>
                  <a:lnTo>
                    <a:pt x="1826667" y="748992"/>
                  </a:lnTo>
                  <a:lnTo>
                    <a:pt x="1826648" y="748957"/>
                  </a:lnTo>
                  <a:lnTo>
                    <a:pt x="1826523" y="748870"/>
                  </a:lnTo>
                  <a:lnTo>
                    <a:pt x="1826478" y="748852"/>
                  </a:lnTo>
                  <a:lnTo>
                    <a:pt x="1826105" y="748708"/>
                  </a:lnTo>
                  <a:lnTo>
                    <a:pt x="1825947" y="748647"/>
                  </a:lnTo>
                  <a:lnTo>
                    <a:pt x="1825721" y="748599"/>
                  </a:lnTo>
                  <a:lnTo>
                    <a:pt x="1825703" y="748611"/>
                  </a:lnTo>
                  <a:lnTo>
                    <a:pt x="1825682" y="748625"/>
                  </a:lnTo>
                  <a:lnTo>
                    <a:pt x="1825691" y="748796"/>
                  </a:lnTo>
                  <a:lnTo>
                    <a:pt x="1825684" y="748810"/>
                  </a:lnTo>
                  <a:lnTo>
                    <a:pt x="1825653" y="748817"/>
                  </a:lnTo>
                  <a:lnTo>
                    <a:pt x="1824942" y="748869"/>
                  </a:lnTo>
                  <a:lnTo>
                    <a:pt x="1823458" y="748980"/>
                  </a:lnTo>
                  <a:lnTo>
                    <a:pt x="1823440" y="748968"/>
                  </a:lnTo>
                  <a:lnTo>
                    <a:pt x="1822993" y="749089"/>
                  </a:lnTo>
                  <a:lnTo>
                    <a:pt x="1822990" y="749113"/>
                  </a:lnTo>
                  <a:lnTo>
                    <a:pt x="1822975" y="749266"/>
                  </a:lnTo>
                  <a:lnTo>
                    <a:pt x="1822972" y="749296"/>
                  </a:lnTo>
                  <a:lnTo>
                    <a:pt x="1822970" y="749318"/>
                  </a:lnTo>
                  <a:lnTo>
                    <a:pt x="1823024" y="749352"/>
                  </a:lnTo>
                  <a:lnTo>
                    <a:pt x="1823058" y="749350"/>
                  </a:lnTo>
                  <a:lnTo>
                    <a:pt x="1823207" y="749345"/>
                  </a:lnTo>
                  <a:lnTo>
                    <a:pt x="1823266" y="749378"/>
                  </a:lnTo>
                  <a:lnTo>
                    <a:pt x="1823290" y="749411"/>
                  </a:lnTo>
                  <a:lnTo>
                    <a:pt x="1823301" y="749474"/>
                  </a:lnTo>
                  <a:lnTo>
                    <a:pt x="1823302" y="749480"/>
                  </a:lnTo>
                  <a:lnTo>
                    <a:pt x="1823214" y="749657"/>
                  </a:lnTo>
                  <a:lnTo>
                    <a:pt x="1823218" y="749731"/>
                  </a:lnTo>
                  <a:lnTo>
                    <a:pt x="1823379" y="749931"/>
                  </a:lnTo>
                  <a:lnTo>
                    <a:pt x="1823382" y="749992"/>
                  </a:lnTo>
                  <a:lnTo>
                    <a:pt x="1823357" y="750084"/>
                  </a:lnTo>
                  <a:lnTo>
                    <a:pt x="1823290" y="750172"/>
                  </a:lnTo>
                  <a:lnTo>
                    <a:pt x="1823220" y="750213"/>
                  </a:lnTo>
                  <a:lnTo>
                    <a:pt x="1823133" y="750230"/>
                  </a:lnTo>
                  <a:lnTo>
                    <a:pt x="1823056" y="750221"/>
                  </a:lnTo>
                  <a:lnTo>
                    <a:pt x="1822807" y="750190"/>
                  </a:lnTo>
                  <a:lnTo>
                    <a:pt x="1822645" y="750171"/>
                  </a:lnTo>
                  <a:lnTo>
                    <a:pt x="1822618" y="750079"/>
                  </a:lnTo>
                  <a:lnTo>
                    <a:pt x="1822613" y="750078"/>
                  </a:lnTo>
                  <a:lnTo>
                    <a:pt x="1822587" y="750075"/>
                  </a:lnTo>
                  <a:lnTo>
                    <a:pt x="1822565" y="750072"/>
                  </a:lnTo>
                  <a:lnTo>
                    <a:pt x="1822515" y="750064"/>
                  </a:lnTo>
                  <a:lnTo>
                    <a:pt x="1822413" y="750049"/>
                  </a:lnTo>
                  <a:lnTo>
                    <a:pt x="1822364" y="750082"/>
                  </a:lnTo>
                  <a:lnTo>
                    <a:pt x="1822260" y="750203"/>
                  </a:lnTo>
                  <a:lnTo>
                    <a:pt x="1822114" y="750372"/>
                  </a:lnTo>
                  <a:lnTo>
                    <a:pt x="1821845" y="750686"/>
                  </a:lnTo>
                  <a:lnTo>
                    <a:pt x="1821831" y="750721"/>
                  </a:lnTo>
                  <a:lnTo>
                    <a:pt x="1821878" y="750743"/>
                  </a:lnTo>
                  <a:lnTo>
                    <a:pt x="1821907" y="750757"/>
                  </a:lnTo>
                  <a:lnTo>
                    <a:pt x="1821965" y="750752"/>
                  </a:lnTo>
                  <a:lnTo>
                    <a:pt x="1821982" y="750750"/>
                  </a:lnTo>
                  <a:lnTo>
                    <a:pt x="1822065" y="750742"/>
                  </a:lnTo>
                  <a:lnTo>
                    <a:pt x="1822124" y="750887"/>
                  </a:lnTo>
                  <a:lnTo>
                    <a:pt x="1822142" y="750932"/>
                  </a:lnTo>
                  <a:lnTo>
                    <a:pt x="1822127" y="751032"/>
                  </a:lnTo>
                  <a:lnTo>
                    <a:pt x="1822100" y="751068"/>
                  </a:lnTo>
                  <a:lnTo>
                    <a:pt x="1822032" y="751114"/>
                  </a:lnTo>
                  <a:lnTo>
                    <a:pt x="1821979" y="751124"/>
                  </a:lnTo>
                  <a:lnTo>
                    <a:pt x="1821898" y="751114"/>
                  </a:lnTo>
                  <a:lnTo>
                    <a:pt x="1821844" y="751090"/>
                  </a:lnTo>
                  <a:lnTo>
                    <a:pt x="1821839" y="751086"/>
                  </a:lnTo>
                  <a:lnTo>
                    <a:pt x="1821798" y="751049"/>
                  </a:lnTo>
                  <a:lnTo>
                    <a:pt x="1821775" y="751005"/>
                  </a:lnTo>
                  <a:lnTo>
                    <a:pt x="1821773" y="750917"/>
                  </a:lnTo>
                  <a:lnTo>
                    <a:pt x="1821695" y="750869"/>
                  </a:lnTo>
                  <a:lnTo>
                    <a:pt x="1821651" y="750868"/>
                  </a:lnTo>
                  <a:lnTo>
                    <a:pt x="1821594" y="750908"/>
                  </a:lnTo>
                  <a:lnTo>
                    <a:pt x="1821523" y="750980"/>
                  </a:lnTo>
                  <a:lnTo>
                    <a:pt x="1821485" y="751047"/>
                  </a:lnTo>
                  <a:lnTo>
                    <a:pt x="1821412" y="751348"/>
                  </a:lnTo>
                  <a:lnTo>
                    <a:pt x="1821266" y="751653"/>
                  </a:lnTo>
                  <a:lnTo>
                    <a:pt x="1821194" y="751745"/>
                  </a:lnTo>
                  <a:lnTo>
                    <a:pt x="1820971" y="752030"/>
                  </a:lnTo>
                  <a:lnTo>
                    <a:pt x="1820961" y="752067"/>
                  </a:lnTo>
                  <a:lnTo>
                    <a:pt x="1820861" y="752433"/>
                  </a:lnTo>
                  <a:lnTo>
                    <a:pt x="1820842" y="752503"/>
                  </a:lnTo>
                  <a:lnTo>
                    <a:pt x="1820834" y="752574"/>
                  </a:lnTo>
                  <a:lnTo>
                    <a:pt x="1820818" y="752710"/>
                  </a:lnTo>
                  <a:lnTo>
                    <a:pt x="1820821" y="752794"/>
                  </a:lnTo>
                  <a:lnTo>
                    <a:pt x="1820823" y="752860"/>
                  </a:lnTo>
                  <a:lnTo>
                    <a:pt x="1820860" y="753007"/>
                  </a:lnTo>
                  <a:lnTo>
                    <a:pt x="1820938" y="753128"/>
                  </a:lnTo>
                  <a:lnTo>
                    <a:pt x="1821083" y="753292"/>
                  </a:lnTo>
                  <a:lnTo>
                    <a:pt x="1821173" y="753349"/>
                  </a:lnTo>
                  <a:lnTo>
                    <a:pt x="1821233" y="753349"/>
                  </a:lnTo>
                  <a:lnTo>
                    <a:pt x="1821539" y="753347"/>
                  </a:lnTo>
                  <a:lnTo>
                    <a:pt x="1821606" y="753384"/>
                  </a:lnTo>
                  <a:lnTo>
                    <a:pt x="1821643" y="753404"/>
                  </a:lnTo>
                  <a:lnTo>
                    <a:pt x="1821895" y="753543"/>
                  </a:lnTo>
                  <a:lnTo>
                    <a:pt x="1822078" y="753702"/>
                  </a:lnTo>
                  <a:lnTo>
                    <a:pt x="1822376" y="754114"/>
                  </a:lnTo>
                  <a:lnTo>
                    <a:pt x="1822385" y="754127"/>
                  </a:lnTo>
                  <a:lnTo>
                    <a:pt x="1822447" y="754213"/>
                  </a:lnTo>
                  <a:lnTo>
                    <a:pt x="1822495" y="754357"/>
                  </a:lnTo>
                  <a:lnTo>
                    <a:pt x="1822502" y="754380"/>
                  </a:lnTo>
                  <a:lnTo>
                    <a:pt x="1822520" y="754434"/>
                  </a:lnTo>
                  <a:lnTo>
                    <a:pt x="1822544" y="754507"/>
                  </a:lnTo>
                  <a:lnTo>
                    <a:pt x="1822566" y="754574"/>
                  </a:lnTo>
                  <a:lnTo>
                    <a:pt x="1822574" y="754596"/>
                  </a:lnTo>
                  <a:lnTo>
                    <a:pt x="1822529" y="754673"/>
                  </a:lnTo>
                  <a:lnTo>
                    <a:pt x="1822433" y="754839"/>
                  </a:lnTo>
                  <a:lnTo>
                    <a:pt x="1822372" y="754885"/>
                  </a:lnTo>
                  <a:lnTo>
                    <a:pt x="1822317" y="754874"/>
                  </a:lnTo>
                  <a:lnTo>
                    <a:pt x="1822271" y="754843"/>
                  </a:lnTo>
                  <a:lnTo>
                    <a:pt x="1822138" y="754752"/>
                  </a:lnTo>
                  <a:lnTo>
                    <a:pt x="1822008" y="754715"/>
                  </a:lnTo>
                  <a:lnTo>
                    <a:pt x="1821735" y="754637"/>
                  </a:lnTo>
                  <a:lnTo>
                    <a:pt x="1821697" y="754626"/>
                  </a:lnTo>
                  <a:lnTo>
                    <a:pt x="1821527" y="754608"/>
                  </a:lnTo>
                  <a:lnTo>
                    <a:pt x="1821453" y="754614"/>
                  </a:lnTo>
                  <a:lnTo>
                    <a:pt x="1821349" y="754623"/>
                  </a:lnTo>
                  <a:lnTo>
                    <a:pt x="1821132" y="754685"/>
                  </a:lnTo>
                  <a:lnTo>
                    <a:pt x="1820994" y="754724"/>
                  </a:lnTo>
                  <a:lnTo>
                    <a:pt x="1820671" y="754815"/>
                  </a:lnTo>
                  <a:lnTo>
                    <a:pt x="1820643" y="754770"/>
                  </a:lnTo>
                  <a:lnTo>
                    <a:pt x="1820608" y="754712"/>
                  </a:lnTo>
                  <a:lnTo>
                    <a:pt x="1820578" y="754664"/>
                  </a:lnTo>
                  <a:lnTo>
                    <a:pt x="1820528" y="754635"/>
                  </a:lnTo>
                  <a:lnTo>
                    <a:pt x="1820439" y="754582"/>
                  </a:lnTo>
                  <a:lnTo>
                    <a:pt x="1820273" y="754494"/>
                  </a:lnTo>
                  <a:lnTo>
                    <a:pt x="1820177" y="754460"/>
                  </a:lnTo>
                  <a:lnTo>
                    <a:pt x="1820128" y="754443"/>
                  </a:lnTo>
                  <a:lnTo>
                    <a:pt x="1819938" y="754376"/>
                  </a:lnTo>
                  <a:lnTo>
                    <a:pt x="1819909" y="754366"/>
                  </a:lnTo>
                  <a:lnTo>
                    <a:pt x="1819902" y="754363"/>
                  </a:lnTo>
                  <a:lnTo>
                    <a:pt x="1819791" y="754410"/>
                  </a:lnTo>
                  <a:lnTo>
                    <a:pt x="1819468" y="754545"/>
                  </a:lnTo>
                  <a:lnTo>
                    <a:pt x="1819429" y="754583"/>
                  </a:lnTo>
                  <a:lnTo>
                    <a:pt x="1819431" y="754596"/>
                  </a:lnTo>
                  <a:lnTo>
                    <a:pt x="1819433" y="754604"/>
                  </a:lnTo>
                  <a:lnTo>
                    <a:pt x="1819609" y="754716"/>
                  </a:lnTo>
                  <a:lnTo>
                    <a:pt x="1819454" y="754976"/>
                  </a:lnTo>
                  <a:lnTo>
                    <a:pt x="1819225" y="754911"/>
                  </a:lnTo>
                  <a:lnTo>
                    <a:pt x="1819161" y="755129"/>
                  </a:lnTo>
                  <a:lnTo>
                    <a:pt x="1819460" y="755170"/>
                  </a:lnTo>
                  <a:lnTo>
                    <a:pt x="1819500" y="755176"/>
                  </a:lnTo>
                  <a:lnTo>
                    <a:pt x="1819556" y="755184"/>
                  </a:lnTo>
                  <a:lnTo>
                    <a:pt x="1819584" y="755206"/>
                  </a:lnTo>
                  <a:lnTo>
                    <a:pt x="1819583" y="755583"/>
                  </a:lnTo>
                  <a:lnTo>
                    <a:pt x="1819637" y="755613"/>
                  </a:lnTo>
                  <a:lnTo>
                    <a:pt x="1819681" y="755640"/>
                  </a:lnTo>
                  <a:lnTo>
                    <a:pt x="1819806" y="755719"/>
                  </a:lnTo>
                  <a:lnTo>
                    <a:pt x="1819820" y="755881"/>
                  </a:lnTo>
                  <a:lnTo>
                    <a:pt x="1819814" y="755928"/>
                  </a:lnTo>
                  <a:lnTo>
                    <a:pt x="1819800" y="756018"/>
                  </a:lnTo>
                  <a:lnTo>
                    <a:pt x="1819787" y="756107"/>
                  </a:lnTo>
                  <a:lnTo>
                    <a:pt x="1819542" y="756337"/>
                  </a:lnTo>
                  <a:lnTo>
                    <a:pt x="1819478" y="756337"/>
                  </a:lnTo>
                  <a:lnTo>
                    <a:pt x="1819396" y="756319"/>
                  </a:lnTo>
                  <a:lnTo>
                    <a:pt x="1819350" y="756327"/>
                  </a:lnTo>
                  <a:lnTo>
                    <a:pt x="1819285" y="756374"/>
                  </a:lnTo>
                  <a:lnTo>
                    <a:pt x="1819175" y="756455"/>
                  </a:lnTo>
                  <a:lnTo>
                    <a:pt x="1819158" y="756467"/>
                  </a:lnTo>
                  <a:lnTo>
                    <a:pt x="1819124" y="756560"/>
                  </a:lnTo>
                  <a:lnTo>
                    <a:pt x="1819171" y="756886"/>
                  </a:lnTo>
                  <a:lnTo>
                    <a:pt x="1819198" y="756961"/>
                  </a:lnTo>
                  <a:lnTo>
                    <a:pt x="1819225" y="756997"/>
                  </a:lnTo>
                  <a:lnTo>
                    <a:pt x="1819445" y="757291"/>
                  </a:lnTo>
                  <a:lnTo>
                    <a:pt x="1819458" y="757302"/>
                  </a:lnTo>
                  <a:lnTo>
                    <a:pt x="1819480" y="757321"/>
                  </a:lnTo>
                  <a:lnTo>
                    <a:pt x="1819611" y="757285"/>
                  </a:lnTo>
                  <a:lnTo>
                    <a:pt x="1820047" y="757166"/>
                  </a:lnTo>
                  <a:lnTo>
                    <a:pt x="1820194" y="756984"/>
                  </a:lnTo>
                  <a:lnTo>
                    <a:pt x="1820219" y="756953"/>
                  </a:lnTo>
                  <a:lnTo>
                    <a:pt x="1820253" y="756961"/>
                  </a:lnTo>
                  <a:lnTo>
                    <a:pt x="1820497" y="757125"/>
                  </a:lnTo>
                  <a:lnTo>
                    <a:pt x="1820511" y="757196"/>
                  </a:lnTo>
                  <a:lnTo>
                    <a:pt x="1820394" y="757675"/>
                  </a:lnTo>
                  <a:lnTo>
                    <a:pt x="1820315" y="757839"/>
                  </a:lnTo>
                  <a:lnTo>
                    <a:pt x="1820283" y="757904"/>
                  </a:lnTo>
                  <a:lnTo>
                    <a:pt x="1820272" y="757926"/>
                  </a:lnTo>
                  <a:lnTo>
                    <a:pt x="1820279" y="757979"/>
                  </a:lnTo>
                  <a:lnTo>
                    <a:pt x="1820414" y="758155"/>
                  </a:lnTo>
                  <a:lnTo>
                    <a:pt x="1820544" y="758245"/>
                  </a:lnTo>
                  <a:lnTo>
                    <a:pt x="1820562" y="758306"/>
                  </a:lnTo>
                  <a:lnTo>
                    <a:pt x="1820380" y="758432"/>
                  </a:lnTo>
                  <a:lnTo>
                    <a:pt x="1820288" y="758468"/>
                  </a:lnTo>
                  <a:lnTo>
                    <a:pt x="1820131" y="758578"/>
                  </a:lnTo>
                  <a:lnTo>
                    <a:pt x="1820063" y="758711"/>
                  </a:lnTo>
                  <a:lnTo>
                    <a:pt x="1820061" y="758840"/>
                  </a:lnTo>
                  <a:lnTo>
                    <a:pt x="1820106" y="758949"/>
                  </a:lnTo>
                  <a:lnTo>
                    <a:pt x="1820149" y="758953"/>
                  </a:lnTo>
                  <a:lnTo>
                    <a:pt x="1820183" y="758956"/>
                  </a:lnTo>
                  <a:lnTo>
                    <a:pt x="1820297" y="759056"/>
                  </a:lnTo>
                  <a:lnTo>
                    <a:pt x="1820416" y="759203"/>
                  </a:lnTo>
                  <a:lnTo>
                    <a:pt x="1820495" y="759302"/>
                  </a:lnTo>
                  <a:lnTo>
                    <a:pt x="1820513" y="759486"/>
                  </a:lnTo>
                  <a:lnTo>
                    <a:pt x="1820583" y="759725"/>
                  </a:lnTo>
                  <a:lnTo>
                    <a:pt x="1820608" y="759782"/>
                  </a:lnTo>
                  <a:lnTo>
                    <a:pt x="1820640" y="759851"/>
                  </a:lnTo>
                  <a:lnTo>
                    <a:pt x="1820706" y="759997"/>
                  </a:lnTo>
                  <a:lnTo>
                    <a:pt x="1820724" y="760037"/>
                  </a:lnTo>
                  <a:lnTo>
                    <a:pt x="1820763" y="760122"/>
                  </a:lnTo>
                  <a:lnTo>
                    <a:pt x="1820782" y="760202"/>
                  </a:lnTo>
                  <a:lnTo>
                    <a:pt x="1820791" y="760240"/>
                  </a:lnTo>
                  <a:lnTo>
                    <a:pt x="1820805" y="760295"/>
                  </a:lnTo>
                  <a:lnTo>
                    <a:pt x="1820815" y="760392"/>
                  </a:lnTo>
                  <a:lnTo>
                    <a:pt x="1820831" y="760542"/>
                  </a:lnTo>
                  <a:lnTo>
                    <a:pt x="1820810" y="760573"/>
                  </a:lnTo>
                  <a:lnTo>
                    <a:pt x="1820790" y="760567"/>
                  </a:lnTo>
                  <a:lnTo>
                    <a:pt x="1820713" y="760544"/>
                  </a:lnTo>
                  <a:lnTo>
                    <a:pt x="1820637" y="760617"/>
                  </a:lnTo>
                  <a:lnTo>
                    <a:pt x="1820559" y="760851"/>
                  </a:lnTo>
                  <a:lnTo>
                    <a:pt x="1820594" y="760998"/>
                  </a:lnTo>
                  <a:lnTo>
                    <a:pt x="1820630" y="761077"/>
                  </a:lnTo>
                  <a:lnTo>
                    <a:pt x="1820767" y="761139"/>
                  </a:lnTo>
                  <a:lnTo>
                    <a:pt x="1820807" y="761182"/>
                  </a:lnTo>
                  <a:lnTo>
                    <a:pt x="1820809" y="761315"/>
                  </a:lnTo>
                  <a:lnTo>
                    <a:pt x="1820774" y="761436"/>
                  </a:lnTo>
                  <a:lnTo>
                    <a:pt x="1820764" y="761450"/>
                  </a:lnTo>
                  <a:lnTo>
                    <a:pt x="1820736" y="761494"/>
                  </a:lnTo>
                  <a:lnTo>
                    <a:pt x="1820695" y="761557"/>
                  </a:lnTo>
                  <a:lnTo>
                    <a:pt x="1820674" y="761590"/>
                  </a:lnTo>
                  <a:lnTo>
                    <a:pt x="1820912" y="762228"/>
                  </a:lnTo>
                  <a:lnTo>
                    <a:pt x="1820806" y="762443"/>
                  </a:lnTo>
                  <a:lnTo>
                    <a:pt x="1820809" y="762487"/>
                  </a:lnTo>
                  <a:lnTo>
                    <a:pt x="1820841" y="762543"/>
                  </a:lnTo>
                  <a:lnTo>
                    <a:pt x="1820953" y="762587"/>
                  </a:lnTo>
                  <a:lnTo>
                    <a:pt x="1821074" y="762617"/>
                  </a:lnTo>
                  <a:lnTo>
                    <a:pt x="1821081" y="762616"/>
                  </a:lnTo>
                  <a:lnTo>
                    <a:pt x="1821200" y="762599"/>
                  </a:lnTo>
                  <a:lnTo>
                    <a:pt x="1821276" y="762635"/>
                  </a:lnTo>
                  <a:lnTo>
                    <a:pt x="1821286" y="762678"/>
                  </a:lnTo>
                  <a:lnTo>
                    <a:pt x="1821271" y="762753"/>
                  </a:lnTo>
                  <a:lnTo>
                    <a:pt x="1821233" y="762940"/>
                  </a:lnTo>
                  <a:lnTo>
                    <a:pt x="1821192" y="763001"/>
                  </a:lnTo>
                  <a:lnTo>
                    <a:pt x="1821147" y="763069"/>
                  </a:lnTo>
                  <a:lnTo>
                    <a:pt x="1821203" y="763156"/>
                  </a:lnTo>
                  <a:lnTo>
                    <a:pt x="1821255" y="763210"/>
                  </a:lnTo>
                  <a:lnTo>
                    <a:pt x="1821297" y="763227"/>
                  </a:lnTo>
                  <a:lnTo>
                    <a:pt x="1821443" y="763200"/>
                  </a:lnTo>
                  <a:lnTo>
                    <a:pt x="1821608" y="763151"/>
                  </a:lnTo>
                  <a:lnTo>
                    <a:pt x="1821829" y="763254"/>
                  </a:lnTo>
                  <a:lnTo>
                    <a:pt x="1821855" y="763267"/>
                  </a:lnTo>
                  <a:lnTo>
                    <a:pt x="1821877" y="763312"/>
                  </a:lnTo>
                  <a:lnTo>
                    <a:pt x="1821858" y="763348"/>
                  </a:lnTo>
                  <a:lnTo>
                    <a:pt x="1821766" y="763394"/>
                  </a:lnTo>
                  <a:lnTo>
                    <a:pt x="1821611" y="763453"/>
                  </a:lnTo>
                  <a:lnTo>
                    <a:pt x="1821586" y="763463"/>
                  </a:lnTo>
                  <a:lnTo>
                    <a:pt x="1821414" y="763528"/>
                  </a:lnTo>
                  <a:lnTo>
                    <a:pt x="1821112" y="763564"/>
                  </a:lnTo>
                  <a:lnTo>
                    <a:pt x="1820912" y="763588"/>
                  </a:lnTo>
                  <a:lnTo>
                    <a:pt x="1820638" y="763558"/>
                  </a:lnTo>
                  <a:lnTo>
                    <a:pt x="1820565" y="763504"/>
                  </a:lnTo>
                  <a:lnTo>
                    <a:pt x="1820487" y="763446"/>
                  </a:lnTo>
                  <a:lnTo>
                    <a:pt x="1820191" y="763279"/>
                  </a:lnTo>
                  <a:lnTo>
                    <a:pt x="1820080" y="763270"/>
                  </a:lnTo>
                  <a:lnTo>
                    <a:pt x="1820010" y="763264"/>
                  </a:lnTo>
                  <a:lnTo>
                    <a:pt x="1819985" y="763262"/>
                  </a:lnTo>
                  <a:lnTo>
                    <a:pt x="1819907" y="763316"/>
                  </a:lnTo>
                  <a:lnTo>
                    <a:pt x="1819801" y="763388"/>
                  </a:lnTo>
                  <a:lnTo>
                    <a:pt x="1819689" y="763467"/>
                  </a:lnTo>
                  <a:lnTo>
                    <a:pt x="1819574" y="763560"/>
                  </a:lnTo>
                  <a:lnTo>
                    <a:pt x="1819566" y="763569"/>
                  </a:lnTo>
                  <a:lnTo>
                    <a:pt x="1819495" y="763653"/>
                  </a:lnTo>
                  <a:lnTo>
                    <a:pt x="1819362" y="763758"/>
                  </a:lnTo>
                  <a:lnTo>
                    <a:pt x="1819350" y="763768"/>
                  </a:lnTo>
                  <a:lnTo>
                    <a:pt x="1819308" y="763787"/>
                  </a:lnTo>
                  <a:lnTo>
                    <a:pt x="1819005" y="763921"/>
                  </a:lnTo>
                  <a:lnTo>
                    <a:pt x="1818828" y="763976"/>
                  </a:lnTo>
                  <a:lnTo>
                    <a:pt x="1818772" y="763993"/>
                  </a:lnTo>
                  <a:lnTo>
                    <a:pt x="1818686" y="763983"/>
                  </a:lnTo>
                  <a:lnTo>
                    <a:pt x="1818568" y="763969"/>
                  </a:lnTo>
                  <a:lnTo>
                    <a:pt x="1818563" y="763969"/>
                  </a:lnTo>
                  <a:lnTo>
                    <a:pt x="1818359" y="763886"/>
                  </a:lnTo>
                  <a:lnTo>
                    <a:pt x="1818258" y="763846"/>
                  </a:lnTo>
                  <a:lnTo>
                    <a:pt x="1818217" y="763769"/>
                  </a:lnTo>
                  <a:lnTo>
                    <a:pt x="1818119" y="763715"/>
                  </a:lnTo>
                  <a:lnTo>
                    <a:pt x="1818081" y="763718"/>
                  </a:lnTo>
                  <a:lnTo>
                    <a:pt x="1817863" y="763736"/>
                  </a:lnTo>
                  <a:lnTo>
                    <a:pt x="1817691" y="763859"/>
                  </a:lnTo>
                  <a:lnTo>
                    <a:pt x="1817625" y="763944"/>
                  </a:lnTo>
                  <a:lnTo>
                    <a:pt x="1817513" y="764089"/>
                  </a:lnTo>
                  <a:lnTo>
                    <a:pt x="1817508" y="764101"/>
                  </a:lnTo>
                  <a:lnTo>
                    <a:pt x="1817474" y="764181"/>
                  </a:lnTo>
                  <a:lnTo>
                    <a:pt x="1817449" y="764354"/>
                  </a:lnTo>
                  <a:lnTo>
                    <a:pt x="1817463" y="764373"/>
                  </a:lnTo>
                  <a:lnTo>
                    <a:pt x="1817531" y="764385"/>
                  </a:lnTo>
                  <a:lnTo>
                    <a:pt x="1817560" y="764486"/>
                  </a:lnTo>
                  <a:lnTo>
                    <a:pt x="1817544" y="764502"/>
                  </a:lnTo>
                  <a:lnTo>
                    <a:pt x="1817461" y="764587"/>
                  </a:lnTo>
                  <a:lnTo>
                    <a:pt x="1817380" y="764638"/>
                  </a:lnTo>
                  <a:lnTo>
                    <a:pt x="1817233" y="764729"/>
                  </a:lnTo>
                  <a:lnTo>
                    <a:pt x="1817042" y="764778"/>
                  </a:lnTo>
                  <a:lnTo>
                    <a:pt x="1816849" y="764827"/>
                  </a:lnTo>
                  <a:lnTo>
                    <a:pt x="1816704" y="764774"/>
                  </a:lnTo>
                  <a:lnTo>
                    <a:pt x="1816674" y="764763"/>
                  </a:lnTo>
                  <a:lnTo>
                    <a:pt x="1816677" y="764740"/>
                  </a:lnTo>
                  <a:lnTo>
                    <a:pt x="1816790" y="764665"/>
                  </a:lnTo>
                  <a:lnTo>
                    <a:pt x="1816826" y="764608"/>
                  </a:lnTo>
                  <a:lnTo>
                    <a:pt x="1816851" y="764507"/>
                  </a:lnTo>
                  <a:lnTo>
                    <a:pt x="1816843" y="764253"/>
                  </a:lnTo>
                  <a:lnTo>
                    <a:pt x="1816832" y="764245"/>
                  </a:lnTo>
                  <a:lnTo>
                    <a:pt x="1816676" y="764138"/>
                  </a:lnTo>
                  <a:lnTo>
                    <a:pt x="1816656" y="764129"/>
                  </a:lnTo>
                  <a:lnTo>
                    <a:pt x="1816197" y="764130"/>
                  </a:lnTo>
                  <a:lnTo>
                    <a:pt x="1816102" y="764233"/>
                  </a:lnTo>
                  <a:lnTo>
                    <a:pt x="1816101" y="764347"/>
                  </a:lnTo>
                  <a:lnTo>
                    <a:pt x="1815957" y="764445"/>
                  </a:lnTo>
                  <a:lnTo>
                    <a:pt x="1815932" y="764462"/>
                  </a:lnTo>
                  <a:lnTo>
                    <a:pt x="1815681" y="764307"/>
                  </a:lnTo>
                  <a:lnTo>
                    <a:pt x="1815412" y="764191"/>
                  </a:lnTo>
                  <a:lnTo>
                    <a:pt x="1815396" y="764183"/>
                  </a:lnTo>
                  <a:lnTo>
                    <a:pt x="1815302" y="764167"/>
                  </a:lnTo>
                  <a:lnTo>
                    <a:pt x="1815153" y="764272"/>
                  </a:lnTo>
                  <a:lnTo>
                    <a:pt x="1814975" y="764424"/>
                  </a:lnTo>
                  <a:lnTo>
                    <a:pt x="1814949" y="764493"/>
                  </a:lnTo>
                  <a:lnTo>
                    <a:pt x="1814972" y="764600"/>
                  </a:lnTo>
                  <a:lnTo>
                    <a:pt x="1815020" y="764636"/>
                  </a:lnTo>
                  <a:lnTo>
                    <a:pt x="1815053" y="764644"/>
                  </a:lnTo>
                  <a:lnTo>
                    <a:pt x="1815073" y="764623"/>
                  </a:lnTo>
                  <a:lnTo>
                    <a:pt x="1815102" y="764593"/>
                  </a:lnTo>
                  <a:lnTo>
                    <a:pt x="1815131" y="764622"/>
                  </a:lnTo>
                  <a:lnTo>
                    <a:pt x="1815395" y="764889"/>
                  </a:lnTo>
                  <a:lnTo>
                    <a:pt x="1815413" y="764961"/>
                  </a:lnTo>
                  <a:lnTo>
                    <a:pt x="1815378" y="765001"/>
                  </a:lnTo>
                  <a:lnTo>
                    <a:pt x="1815310" y="765083"/>
                  </a:lnTo>
                  <a:lnTo>
                    <a:pt x="1815288" y="765109"/>
                  </a:lnTo>
                  <a:lnTo>
                    <a:pt x="1815220" y="765124"/>
                  </a:lnTo>
                  <a:lnTo>
                    <a:pt x="1814847" y="765113"/>
                  </a:lnTo>
                  <a:lnTo>
                    <a:pt x="1814660" y="765087"/>
                  </a:lnTo>
                  <a:lnTo>
                    <a:pt x="1814524" y="765025"/>
                  </a:lnTo>
                  <a:lnTo>
                    <a:pt x="1814396" y="764947"/>
                  </a:lnTo>
                  <a:lnTo>
                    <a:pt x="1814357" y="764943"/>
                  </a:lnTo>
                  <a:lnTo>
                    <a:pt x="1814323" y="764948"/>
                  </a:lnTo>
                  <a:lnTo>
                    <a:pt x="1814206" y="765008"/>
                  </a:lnTo>
                  <a:lnTo>
                    <a:pt x="1814202" y="765024"/>
                  </a:lnTo>
                  <a:lnTo>
                    <a:pt x="1814193" y="765056"/>
                  </a:lnTo>
                  <a:lnTo>
                    <a:pt x="1814189" y="765070"/>
                  </a:lnTo>
                  <a:lnTo>
                    <a:pt x="1814184" y="765087"/>
                  </a:lnTo>
                  <a:lnTo>
                    <a:pt x="1814169" y="765139"/>
                  </a:lnTo>
                  <a:lnTo>
                    <a:pt x="1814165" y="765154"/>
                  </a:lnTo>
                  <a:lnTo>
                    <a:pt x="1814135" y="765174"/>
                  </a:lnTo>
                  <a:lnTo>
                    <a:pt x="1814126" y="765175"/>
                  </a:lnTo>
                  <a:lnTo>
                    <a:pt x="1814058" y="765184"/>
                  </a:lnTo>
                  <a:lnTo>
                    <a:pt x="1813997" y="765192"/>
                  </a:lnTo>
                  <a:lnTo>
                    <a:pt x="1813425" y="765268"/>
                  </a:lnTo>
                  <a:lnTo>
                    <a:pt x="1813195" y="765224"/>
                  </a:lnTo>
                  <a:lnTo>
                    <a:pt x="1813086" y="765182"/>
                  </a:lnTo>
                  <a:lnTo>
                    <a:pt x="1812942" y="765127"/>
                  </a:lnTo>
                  <a:lnTo>
                    <a:pt x="1812860" y="765113"/>
                  </a:lnTo>
                  <a:lnTo>
                    <a:pt x="1812653" y="765076"/>
                  </a:lnTo>
                  <a:lnTo>
                    <a:pt x="1812519" y="765109"/>
                  </a:lnTo>
                  <a:lnTo>
                    <a:pt x="1812306" y="765200"/>
                  </a:lnTo>
                  <a:lnTo>
                    <a:pt x="1812195" y="765246"/>
                  </a:lnTo>
                  <a:lnTo>
                    <a:pt x="1811981" y="765389"/>
                  </a:lnTo>
                  <a:lnTo>
                    <a:pt x="1811780" y="765629"/>
                  </a:lnTo>
                  <a:lnTo>
                    <a:pt x="1811691" y="765735"/>
                  </a:lnTo>
                  <a:lnTo>
                    <a:pt x="1811679" y="765755"/>
                  </a:lnTo>
                  <a:lnTo>
                    <a:pt x="1811578" y="765925"/>
                  </a:lnTo>
                  <a:lnTo>
                    <a:pt x="1811162" y="766372"/>
                  </a:lnTo>
                  <a:lnTo>
                    <a:pt x="1811149" y="766387"/>
                  </a:lnTo>
                  <a:lnTo>
                    <a:pt x="1811136" y="766400"/>
                  </a:lnTo>
                  <a:lnTo>
                    <a:pt x="1811072" y="766360"/>
                  </a:lnTo>
                  <a:lnTo>
                    <a:pt x="1810940" y="766356"/>
                  </a:lnTo>
                  <a:lnTo>
                    <a:pt x="1810855" y="766440"/>
                  </a:lnTo>
                  <a:lnTo>
                    <a:pt x="1810790" y="766504"/>
                  </a:lnTo>
                  <a:lnTo>
                    <a:pt x="1810784" y="766510"/>
                  </a:lnTo>
                  <a:lnTo>
                    <a:pt x="1810760" y="766556"/>
                  </a:lnTo>
                  <a:lnTo>
                    <a:pt x="1810754" y="766628"/>
                  </a:lnTo>
                  <a:lnTo>
                    <a:pt x="1810750" y="766672"/>
                  </a:lnTo>
                  <a:lnTo>
                    <a:pt x="1810653" y="766731"/>
                  </a:lnTo>
                  <a:lnTo>
                    <a:pt x="1810565" y="766750"/>
                  </a:lnTo>
                  <a:lnTo>
                    <a:pt x="1810538" y="766757"/>
                  </a:lnTo>
                  <a:lnTo>
                    <a:pt x="1810412" y="766785"/>
                  </a:lnTo>
                  <a:lnTo>
                    <a:pt x="1810308" y="766786"/>
                  </a:lnTo>
                  <a:lnTo>
                    <a:pt x="1810226" y="766768"/>
                  </a:lnTo>
                  <a:lnTo>
                    <a:pt x="1809909" y="766829"/>
                  </a:lnTo>
                  <a:lnTo>
                    <a:pt x="1809857" y="766839"/>
                  </a:lnTo>
                  <a:lnTo>
                    <a:pt x="1809837" y="766843"/>
                  </a:lnTo>
                  <a:lnTo>
                    <a:pt x="1809720" y="766920"/>
                  </a:lnTo>
                  <a:lnTo>
                    <a:pt x="1809703" y="766926"/>
                  </a:lnTo>
                  <a:lnTo>
                    <a:pt x="1809567" y="766975"/>
                  </a:lnTo>
                  <a:lnTo>
                    <a:pt x="1809313" y="767020"/>
                  </a:lnTo>
                  <a:lnTo>
                    <a:pt x="1809278" y="766993"/>
                  </a:lnTo>
                  <a:lnTo>
                    <a:pt x="1809377" y="766786"/>
                  </a:lnTo>
                  <a:lnTo>
                    <a:pt x="1809320" y="766740"/>
                  </a:lnTo>
                  <a:lnTo>
                    <a:pt x="1809281" y="766708"/>
                  </a:lnTo>
                  <a:lnTo>
                    <a:pt x="1809111" y="766609"/>
                  </a:lnTo>
                  <a:lnTo>
                    <a:pt x="1809053" y="766586"/>
                  </a:lnTo>
                  <a:lnTo>
                    <a:pt x="1809005" y="766583"/>
                  </a:lnTo>
                  <a:lnTo>
                    <a:pt x="1808911" y="766621"/>
                  </a:lnTo>
                  <a:lnTo>
                    <a:pt x="1808386" y="766830"/>
                  </a:lnTo>
                  <a:lnTo>
                    <a:pt x="1808299" y="766893"/>
                  </a:lnTo>
                  <a:lnTo>
                    <a:pt x="1808234" y="766974"/>
                  </a:lnTo>
                  <a:lnTo>
                    <a:pt x="1807935" y="767021"/>
                  </a:lnTo>
                  <a:lnTo>
                    <a:pt x="1807805" y="767042"/>
                  </a:lnTo>
                  <a:lnTo>
                    <a:pt x="1807614" y="767072"/>
                  </a:lnTo>
                  <a:lnTo>
                    <a:pt x="1807545" y="767083"/>
                  </a:lnTo>
                  <a:lnTo>
                    <a:pt x="1807439" y="767027"/>
                  </a:lnTo>
                  <a:lnTo>
                    <a:pt x="1807423" y="766925"/>
                  </a:lnTo>
                  <a:lnTo>
                    <a:pt x="1807340" y="766784"/>
                  </a:lnTo>
                  <a:lnTo>
                    <a:pt x="1807301" y="766754"/>
                  </a:lnTo>
                  <a:lnTo>
                    <a:pt x="1807219" y="766719"/>
                  </a:lnTo>
                  <a:lnTo>
                    <a:pt x="1807162" y="766721"/>
                  </a:lnTo>
                  <a:lnTo>
                    <a:pt x="1807135" y="766748"/>
                  </a:lnTo>
                  <a:lnTo>
                    <a:pt x="1807074" y="766807"/>
                  </a:lnTo>
                  <a:lnTo>
                    <a:pt x="1807018" y="766845"/>
                  </a:lnTo>
                  <a:lnTo>
                    <a:pt x="1806976" y="766873"/>
                  </a:lnTo>
                  <a:lnTo>
                    <a:pt x="1806914" y="766914"/>
                  </a:lnTo>
                  <a:lnTo>
                    <a:pt x="1806794" y="766951"/>
                  </a:lnTo>
                  <a:lnTo>
                    <a:pt x="1806765" y="766943"/>
                  </a:lnTo>
                  <a:lnTo>
                    <a:pt x="1806746" y="766907"/>
                  </a:lnTo>
                  <a:lnTo>
                    <a:pt x="1806716" y="766738"/>
                  </a:lnTo>
                  <a:lnTo>
                    <a:pt x="1806696" y="766633"/>
                  </a:lnTo>
                  <a:lnTo>
                    <a:pt x="1806691" y="766602"/>
                  </a:lnTo>
                  <a:lnTo>
                    <a:pt x="1806506" y="766553"/>
                  </a:lnTo>
                  <a:lnTo>
                    <a:pt x="1806488" y="766553"/>
                  </a:lnTo>
                  <a:lnTo>
                    <a:pt x="1806331" y="766558"/>
                  </a:lnTo>
                  <a:lnTo>
                    <a:pt x="1806201" y="766576"/>
                  </a:lnTo>
                  <a:lnTo>
                    <a:pt x="1806195" y="766587"/>
                  </a:lnTo>
                  <a:lnTo>
                    <a:pt x="1806070" y="766804"/>
                  </a:lnTo>
                  <a:lnTo>
                    <a:pt x="1806047" y="766883"/>
                  </a:lnTo>
                  <a:lnTo>
                    <a:pt x="1806065" y="766902"/>
                  </a:lnTo>
                  <a:lnTo>
                    <a:pt x="1806101" y="766940"/>
                  </a:lnTo>
                  <a:lnTo>
                    <a:pt x="1806105" y="766985"/>
                  </a:lnTo>
                  <a:lnTo>
                    <a:pt x="1806010" y="767029"/>
                  </a:lnTo>
                  <a:lnTo>
                    <a:pt x="1805438" y="766970"/>
                  </a:lnTo>
                  <a:lnTo>
                    <a:pt x="1805366" y="766830"/>
                  </a:lnTo>
                  <a:lnTo>
                    <a:pt x="1805312" y="766654"/>
                  </a:lnTo>
                  <a:lnTo>
                    <a:pt x="1805317" y="766624"/>
                  </a:lnTo>
                  <a:lnTo>
                    <a:pt x="1805446" y="766503"/>
                  </a:lnTo>
                  <a:lnTo>
                    <a:pt x="1805852" y="766122"/>
                  </a:lnTo>
                  <a:lnTo>
                    <a:pt x="1805891" y="766086"/>
                  </a:lnTo>
                  <a:lnTo>
                    <a:pt x="1806011" y="765973"/>
                  </a:lnTo>
                  <a:lnTo>
                    <a:pt x="1806079" y="765920"/>
                  </a:lnTo>
                  <a:lnTo>
                    <a:pt x="1806166" y="765852"/>
                  </a:lnTo>
                  <a:lnTo>
                    <a:pt x="1806390" y="765676"/>
                  </a:lnTo>
                  <a:lnTo>
                    <a:pt x="1806402" y="765598"/>
                  </a:lnTo>
                  <a:lnTo>
                    <a:pt x="1806344" y="765591"/>
                  </a:lnTo>
                  <a:lnTo>
                    <a:pt x="1806201" y="765575"/>
                  </a:lnTo>
                  <a:lnTo>
                    <a:pt x="1806181" y="765534"/>
                  </a:lnTo>
                  <a:lnTo>
                    <a:pt x="1806329" y="765394"/>
                  </a:lnTo>
                  <a:lnTo>
                    <a:pt x="1806515" y="765292"/>
                  </a:lnTo>
                  <a:lnTo>
                    <a:pt x="1806775" y="765348"/>
                  </a:lnTo>
                  <a:lnTo>
                    <a:pt x="1806814" y="765322"/>
                  </a:lnTo>
                  <a:lnTo>
                    <a:pt x="1806891" y="765270"/>
                  </a:lnTo>
                  <a:lnTo>
                    <a:pt x="1806907" y="765210"/>
                  </a:lnTo>
                  <a:lnTo>
                    <a:pt x="1806946" y="765060"/>
                  </a:lnTo>
                  <a:lnTo>
                    <a:pt x="1806925" y="764967"/>
                  </a:lnTo>
                  <a:lnTo>
                    <a:pt x="1806782" y="764821"/>
                  </a:lnTo>
                  <a:lnTo>
                    <a:pt x="1806685" y="764875"/>
                  </a:lnTo>
                  <a:lnTo>
                    <a:pt x="1806405" y="765030"/>
                  </a:lnTo>
                  <a:lnTo>
                    <a:pt x="1806346" y="765252"/>
                  </a:lnTo>
                  <a:lnTo>
                    <a:pt x="1806216" y="765350"/>
                  </a:lnTo>
                  <a:lnTo>
                    <a:pt x="1806205" y="765337"/>
                  </a:lnTo>
                  <a:lnTo>
                    <a:pt x="1806183" y="765313"/>
                  </a:lnTo>
                  <a:lnTo>
                    <a:pt x="1806160" y="764974"/>
                  </a:lnTo>
                  <a:lnTo>
                    <a:pt x="1806158" y="764943"/>
                  </a:lnTo>
                  <a:lnTo>
                    <a:pt x="1806225" y="764883"/>
                  </a:lnTo>
                  <a:lnTo>
                    <a:pt x="1806320" y="764856"/>
                  </a:lnTo>
                  <a:lnTo>
                    <a:pt x="1806340" y="764849"/>
                  </a:lnTo>
                  <a:lnTo>
                    <a:pt x="1806547" y="764754"/>
                  </a:lnTo>
                  <a:lnTo>
                    <a:pt x="1806565" y="764746"/>
                  </a:lnTo>
                  <a:lnTo>
                    <a:pt x="1806541" y="764701"/>
                  </a:lnTo>
                  <a:lnTo>
                    <a:pt x="1806360" y="764582"/>
                  </a:lnTo>
                  <a:lnTo>
                    <a:pt x="1806536" y="764369"/>
                  </a:lnTo>
                  <a:lnTo>
                    <a:pt x="1806568" y="764371"/>
                  </a:lnTo>
                  <a:lnTo>
                    <a:pt x="1806665" y="764437"/>
                  </a:lnTo>
                  <a:lnTo>
                    <a:pt x="1806679" y="764446"/>
                  </a:lnTo>
                  <a:lnTo>
                    <a:pt x="1806764" y="764345"/>
                  </a:lnTo>
                  <a:lnTo>
                    <a:pt x="1806774" y="764332"/>
                  </a:lnTo>
                  <a:lnTo>
                    <a:pt x="1806834" y="764211"/>
                  </a:lnTo>
                  <a:lnTo>
                    <a:pt x="1806993" y="763769"/>
                  </a:lnTo>
                  <a:lnTo>
                    <a:pt x="1807027" y="763674"/>
                  </a:lnTo>
                  <a:lnTo>
                    <a:pt x="1807077" y="763584"/>
                  </a:lnTo>
                  <a:lnTo>
                    <a:pt x="1807225" y="763322"/>
                  </a:lnTo>
                  <a:lnTo>
                    <a:pt x="1807144" y="763154"/>
                  </a:lnTo>
                  <a:lnTo>
                    <a:pt x="1807387" y="762779"/>
                  </a:lnTo>
                  <a:lnTo>
                    <a:pt x="1807398" y="762761"/>
                  </a:lnTo>
                  <a:lnTo>
                    <a:pt x="1807625" y="762410"/>
                  </a:lnTo>
                  <a:lnTo>
                    <a:pt x="1807680" y="762373"/>
                  </a:lnTo>
                  <a:lnTo>
                    <a:pt x="1807760" y="762379"/>
                  </a:lnTo>
                  <a:lnTo>
                    <a:pt x="1807971" y="762472"/>
                  </a:lnTo>
                  <a:lnTo>
                    <a:pt x="1808392" y="762658"/>
                  </a:lnTo>
                  <a:lnTo>
                    <a:pt x="1808478" y="762696"/>
                  </a:lnTo>
                  <a:lnTo>
                    <a:pt x="1808550" y="762705"/>
                  </a:lnTo>
                  <a:lnTo>
                    <a:pt x="1808563" y="762625"/>
                  </a:lnTo>
                  <a:lnTo>
                    <a:pt x="1808356" y="762515"/>
                  </a:lnTo>
                  <a:lnTo>
                    <a:pt x="1808190" y="762400"/>
                  </a:lnTo>
                  <a:lnTo>
                    <a:pt x="1808066" y="762315"/>
                  </a:lnTo>
                  <a:lnTo>
                    <a:pt x="1808167" y="762156"/>
                  </a:lnTo>
                  <a:lnTo>
                    <a:pt x="1808147" y="762078"/>
                  </a:lnTo>
                  <a:lnTo>
                    <a:pt x="1807878" y="761925"/>
                  </a:lnTo>
                  <a:lnTo>
                    <a:pt x="1808018" y="761614"/>
                  </a:lnTo>
                  <a:lnTo>
                    <a:pt x="1808424" y="761616"/>
                  </a:lnTo>
                  <a:lnTo>
                    <a:pt x="1808451" y="761379"/>
                  </a:lnTo>
                  <a:lnTo>
                    <a:pt x="1808315" y="760772"/>
                  </a:lnTo>
                  <a:lnTo>
                    <a:pt x="1808045" y="760418"/>
                  </a:lnTo>
                  <a:lnTo>
                    <a:pt x="1807814" y="760296"/>
                  </a:lnTo>
                  <a:lnTo>
                    <a:pt x="1807799" y="760288"/>
                  </a:lnTo>
                  <a:lnTo>
                    <a:pt x="1807735" y="760254"/>
                  </a:lnTo>
                  <a:lnTo>
                    <a:pt x="1807387" y="759951"/>
                  </a:lnTo>
                  <a:lnTo>
                    <a:pt x="1807234" y="759819"/>
                  </a:lnTo>
                  <a:lnTo>
                    <a:pt x="1807172" y="759718"/>
                  </a:lnTo>
                  <a:lnTo>
                    <a:pt x="1807171" y="759674"/>
                  </a:lnTo>
                  <a:lnTo>
                    <a:pt x="1807184" y="759607"/>
                  </a:lnTo>
                  <a:lnTo>
                    <a:pt x="1807191" y="759593"/>
                  </a:lnTo>
                  <a:lnTo>
                    <a:pt x="1807212" y="759561"/>
                  </a:lnTo>
                  <a:lnTo>
                    <a:pt x="1807275" y="759507"/>
                  </a:lnTo>
                  <a:lnTo>
                    <a:pt x="1807013" y="759427"/>
                  </a:lnTo>
                  <a:lnTo>
                    <a:pt x="1806935" y="759329"/>
                  </a:lnTo>
                  <a:lnTo>
                    <a:pt x="1806867" y="759271"/>
                  </a:lnTo>
                  <a:lnTo>
                    <a:pt x="1806841" y="759250"/>
                  </a:lnTo>
                  <a:lnTo>
                    <a:pt x="1806732" y="759158"/>
                  </a:lnTo>
                  <a:lnTo>
                    <a:pt x="1806726" y="759147"/>
                  </a:lnTo>
                  <a:lnTo>
                    <a:pt x="1806575" y="758862"/>
                  </a:lnTo>
                  <a:lnTo>
                    <a:pt x="1806503" y="758726"/>
                  </a:lnTo>
                  <a:lnTo>
                    <a:pt x="1806471" y="758666"/>
                  </a:lnTo>
                  <a:lnTo>
                    <a:pt x="1806441" y="758550"/>
                  </a:lnTo>
                  <a:lnTo>
                    <a:pt x="1806445" y="758397"/>
                  </a:lnTo>
                  <a:lnTo>
                    <a:pt x="1806480" y="758296"/>
                  </a:lnTo>
                  <a:lnTo>
                    <a:pt x="1806586" y="758160"/>
                  </a:lnTo>
                  <a:lnTo>
                    <a:pt x="1806559" y="758130"/>
                  </a:lnTo>
                  <a:lnTo>
                    <a:pt x="1806459" y="758014"/>
                  </a:lnTo>
                  <a:lnTo>
                    <a:pt x="1806371" y="757925"/>
                  </a:lnTo>
                  <a:lnTo>
                    <a:pt x="1806341" y="757894"/>
                  </a:lnTo>
                  <a:lnTo>
                    <a:pt x="1806267" y="758094"/>
                  </a:lnTo>
                  <a:lnTo>
                    <a:pt x="1806214" y="758147"/>
                  </a:lnTo>
                  <a:lnTo>
                    <a:pt x="1806156" y="758152"/>
                  </a:lnTo>
                  <a:lnTo>
                    <a:pt x="1806069" y="758133"/>
                  </a:lnTo>
                  <a:lnTo>
                    <a:pt x="1805949" y="758106"/>
                  </a:lnTo>
                  <a:lnTo>
                    <a:pt x="1805815" y="758125"/>
                  </a:lnTo>
                  <a:lnTo>
                    <a:pt x="1805739" y="758142"/>
                  </a:lnTo>
                  <a:lnTo>
                    <a:pt x="1805683" y="758191"/>
                  </a:lnTo>
                  <a:lnTo>
                    <a:pt x="1805666" y="758264"/>
                  </a:lnTo>
                  <a:lnTo>
                    <a:pt x="1805658" y="758301"/>
                  </a:lnTo>
                  <a:lnTo>
                    <a:pt x="1805656" y="758311"/>
                  </a:lnTo>
                  <a:lnTo>
                    <a:pt x="1805657" y="758346"/>
                  </a:lnTo>
                  <a:lnTo>
                    <a:pt x="1805661" y="758473"/>
                  </a:lnTo>
                  <a:lnTo>
                    <a:pt x="1805723" y="758580"/>
                  </a:lnTo>
                  <a:lnTo>
                    <a:pt x="1805818" y="758744"/>
                  </a:lnTo>
                  <a:lnTo>
                    <a:pt x="1805850" y="758886"/>
                  </a:lnTo>
                  <a:lnTo>
                    <a:pt x="1805644" y="759030"/>
                  </a:lnTo>
                  <a:lnTo>
                    <a:pt x="1805636" y="759036"/>
                  </a:lnTo>
                  <a:lnTo>
                    <a:pt x="1805623" y="759054"/>
                  </a:lnTo>
                  <a:lnTo>
                    <a:pt x="1805481" y="759259"/>
                  </a:lnTo>
                  <a:lnTo>
                    <a:pt x="1805417" y="759352"/>
                  </a:lnTo>
                  <a:lnTo>
                    <a:pt x="1805386" y="759436"/>
                  </a:lnTo>
                  <a:lnTo>
                    <a:pt x="1805279" y="759540"/>
                  </a:lnTo>
                  <a:lnTo>
                    <a:pt x="1805261" y="759552"/>
                  </a:lnTo>
                  <a:lnTo>
                    <a:pt x="1805190" y="759487"/>
                  </a:lnTo>
                  <a:lnTo>
                    <a:pt x="1805123" y="759495"/>
                  </a:lnTo>
                  <a:lnTo>
                    <a:pt x="1805075" y="759722"/>
                  </a:lnTo>
                  <a:lnTo>
                    <a:pt x="1805260" y="760108"/>
                  </a:lnTo>
                  <a:lnTo>
                    <a:pt x="1805265" y="760118"/>
                  </a:lnTo>
                  <a:lnTo>
                    <a:pt x="1805526" y="760484"/>
                  </a:lnTo>
                  <a:lnTo>
                    <a:pt x="1805558" y="760450"/>
                  </a:lnTo>
                  <a:lnTo>
                    <a:pt x="1805635" y="760443"/>
                  </a:lnTo>
                  <a:lnTo>
                    <a:pt x="1805823" y="760488"/>
                  </a:lnTo>
                  <a:lnTo>
                    <a:pt x="1805831" y="760491"/>
                  </a:lnTo>
                  <a:lnTo>
                    <a:pt x="1805961" y="760538"/>
                  </a:lnTo>
                  <a:lnTo>
                    <a:pt x="1806151" y="760643"/>
                  </a:lnTo>
                  <a:lnTo>
                    <a:pt x="1806149" y="760664"/>
                  </a:lnTo>
                  <a:lnTo>
                    <a:pt x="1806122" y="760961"/>
                  </a:lnTo>
                  <a:lnTo>
                    <a:pt x="1806013" y="760999"/>
                  </a:lnTo>
                  <a:lnTo>
                    <a:pt x="1805789" y="761075"/>
                  </a:lnTo>
                  <a:lnTo>
                    <a:pt x="1805763" y="761084"/>
                  </a:lnTo>
                  <a:lnTo>
                    <a:pt x="1805229" y="761096"/>
                  </a:lnTo>
                  <a:lnTo>
                    <a:pt x="1804910" y="761103"/>
                  </a:lnTo>
                  <a:lnTo>
                    <a:pt x="1804758" y="761107"/>
                  </a:lnTo>
                  <a:lnTo>
                    <a:pt x="1804746" y="761118"/>
                  </a:lnTo>
                  <a:lnTo>
                    <a:pt x="1804569" y="761277"/>
                  </a:lnTo>
                  <a:lnTo>
                    <a:pt x="1804435" y="761321"/>
                  </a:lnTo>
                  <a:lnTo>
                    <a:pt x="1804306" y="761247"/>
                  </a:lnTo>
                  <a:lnTo>
                    <a:pt x="1804261" y="761221"/>
                  </a:lnTo>
                  <a:lnTo>
                    <a:pt x="1804224" y="761200"/>
                  </a:lnTo>
                  <a:lnTo>
                    <a:pt x="1804202" y="761187"/>
                  </a:lnTo>
                  <a:lnTo>
                    <a:pt x="1804171" y="761047"/>
                  </a:lnTo>
                  <a:lnTo>
                    <a:pt x="1804155" y="760974"/>
                  </a:lnTo>
                  <a:lnTo>
                    <a:pt x="1804159" y="760970"/>
                  </a:lnTo>
                  <a:lnTo>
                    <a:pt x="1804199" y="760923"/>
                  </a:lnTo>
                  <a:lnTo>
                    <a:pt x="1804207" y="760919"/>
                  </a:lnTo>
                  <a:lnTo>
                    <a:pt x="1804316" y="760856"/>
                  </a:lnTo>
                  <a:lnTo>
                    <a:pt x="1804346" y="760869"/>
                  </a:lnTo>
                  <a:lnTo>
                    <a:pt x="1804439" y="760864"/>
                  </a:lnTo>
                  <a:lnTo>
                    <a:pt x="1804461" y="760611"/>
                  </a:lnTo>
                  <a:lnTo>
                    <a:pt x="1804336" y="760503"/>
                  </a:lnTo>
                  <a:lnTo>
                    <a:pt x="1804306" y="760492"/>
                  </a:lnTo>
                  <a:lnTo>
                    <a:pt x="1804170" y="760443"/>
                  </a:lnTo>
                  <a:lnTo>
                    <a:pt x="1804131" y="760429"/>
                  </a:lnTo>
                  <a:lnTo>
                    <a:pt x="1803718" y="760390"/>
                  </a:lnTo>
                  <a:lnTo>
                    <a:pt x="1803407" y="760426"/>
                  </a:lnTo>
                  <a:lnTo>
                    <a:pt x="1803393" y="760427"/>
                  </a:lnTo>
                  <a:lnTo>
                    <a:pt x="1803321" y="760463"/>
                  </a:lnTo>
                  <a:lnTo>
                    <a:pt x="1803260" y="760494"/>
                  </a:lnTo>
                  <a:lnTo>
                    <a:pt x="1803303" y="760561"/>
                  </a:lnTo>
                  <a:lnTo>
                    <a:pt x="1803286" y="760689"/>
                  </a:lnTo>
                  <a:lnTo>
                    <a:pt x="1803256" y="760720"/>
                  </a:lnTo>
                  <a:lnTo>
                    <a:pt x="1803075" y="760902"/>
                  </a:lnTo>
                  <a:lnTo>
                    <a:pt x="1803040" y="760916"/>
                  </a:lnTo>
                  <a:lnTo>
                    <a:pt x="1802789" y="760732"/>
                  </a:lnTo>
                  <a:lnTo>
                    <a:pt x="1802771" y="760622"/>
                  </a:lnTo>
                  <a:lnTo>
                    <a:pt x="1802791" y="760532"/>
                  </a:lnTo>
                  <a:lnTo>
                    <a:pt x="1802797" y="760506"/>
                  </a:lnTo>
                  <a:lnTo>
                    <a:pt x="1802758" y="759987"/>
                  </a:lnTo>
                  <a:lnTo>
                    <a:pt x="1802734" y="759820"/>
                  </a:lnTo>
                  <a:lnTo>
                    <a:pt x="1802724" y="759753"/>
                  </a:lnTo>
                  <a:lnTo>
                    <a:pt x="1802722" y="759734"/>
                  </a:lnTo>
                  <a:lnTo>
                    <a:pt x="1802720" y="759723"/>
                  </a:lnTo>
                  <a:lnTo>
                    <a:pt x="1802719" y="759716"/>
                  </a:lnTo>
                  <a:lnTo>
                    <a:pt x="1802656" y="759629"/>
                  </a:lnTo>
                  <a:lnTo>
                    <a:pt x="1802414" y="759681"/>
                  </a:lnTo>
                  <a:lnTo>
                    <a:pt x="1802396" y="759689"/>
                  </a:lnTo>
                  <a:lnTo>
                    <a:pt x="1801961" y="759877"/>
                  </a:lnTo>
                  <a:lnTo>
                    <a:pt x="1801517" y="760069"/>
                  </a:lnTo>
                  <a:lnTo>
                    <a:pt x="1801378" y="760129"/>
                  </a:lnTo>
                  <a:lnTo>
                    <a:pt x="1800865" y="760352"/>
                  </a:lnTo>
                  <a:lnTo>
                    <a:pt x="1800719" y="760496"/>
                  </a:lnTo>
                  <a:lnTo>
                    <a:pt x="1800609" y="760603"/>
                  </a:lnTo>
                  <a:lnTo>
                    <a:pt x="1800565" y="760647"/>
                  </a:lnTo>
                  <a:lnTo>
                    <a:pt x="1800558" y="760654"/>
                  </a:lnTo>
                  <a:lnTo>
                    <a:pt x="1800438" y="760890"/>
                  </a:lnTo>
                  <a:lnTo>
                    <a:pt x="1800174" y="761092"/>
                  </a:lnTo>
                  <a:lnTo>
                    <a:pt x="1799706" y="761318"/>
                  </a:lnTo>
                  <a:lnTo>
                    <a:pt x="1799583" y="761333"/>
                  </a:lnTo>
                  <a:lnTo>
                    <a:pt x="1799541" y="761338"/>
                  </a:lnTo>
                  <a:lnTo>
                    <a:pt x="1799533" y="761339"/>
                  </a:lnTo>
                  <a:lnTo>
                    <a:pt x="1799324" y="761183"/>
                  </a:lnTo>
                  <a:lnTo>
                    <a:pt x="1799320" y="761180"/>
                  </a:lnTo>
                  <a:lnTo>
                    <a:pt x="1798991" y="761078"/>
                  </a:lnTo>
                  <a:lnTo>
                    <a:pt x="1798935" y="761086"/>
                  </a:lnTo>
                  <a:lnTo>
                    <a:pt x="1798867" y="761077"/>
                  </a:lnTo>
                  <a:lnTo>
                    <a:pt x="1798765" y="761037"/>
                  </a:lnTo>
                  <a:lnTo>
                    <a:pt x="1798721" y="760984"/>
                  </a:lnTo>
                  <a:lnTo>
                    <a:pt x="1798707" y="760904"/>
                  </a:lnTo>
                  <a:lnTo>
                    <a:pt x="1798738" y="760830"/>
                  </a:lnTo>
                  <a:lnTo>
                    <a:pt x="1798860" y="760744"/>
                  </a:lnTo>
                  <a:lnTo>
                    <a:pt x="1798900" y="760732"/>
                  </a:lnTo>
                  <a:lnTo>
                    <a:pt x="1798978" y="760739"/>
                  </a:lnTo>
                  <a:lnTo>
                    <a:pt x="1799094" y="760806"/>
                  </a:lnTo>
                  <a:lnTo>
                    <a:pt x="1799164" y="760803"/>
                  </a:lnTo>
                  <a:lnTo>
                    <a:pt x="1799251" y="760800"/>
                  </a:lnTo>
                  <a:lnTo>
                    <a:pt x="1799245" y="760777"/>
                  </a:lnTo>
                  <a:lnTo>
                    <a:pt x="1799234" y="760732"/>
                  </a:lnTo>
                  <a:lnTo>
                    <a:pt x="1799229" y="760715"/>
                  </a:lnTo>
                  <a:lnTo>
                    <a:pt x="1798981" y="760659"/>
                  </a:lnTo>
                  <a:lnTo>
                    <a:pt x="1798880" y="760657"/>
                  </a:lnTo>
                  <a:lnTo>
                    <a:pt x="1798812" y="760679"/>
                  </a:lnTo>
                  <a:lnTo>
                    <a:pt x="1798726" y="760745"/>
                  </a:lnTo>
                  <a:lnTo>
                    <a:pt x="1798633" y="760892"/>
                  </a:lnTo>
                  <a:lnTo>
                    <a:pt x="1798620" y="760913"/>
                  </a:lnTo>
                  <a:lnTo>
                    <a:pt x="1798623" y="760979"/>
                  </a:lnTo>
                  <a:lnTo>
                    <a:pt x="1798688" y="761080"/>
                  </a:lnTo>
                  <a:lnTo>
                    <a:pt x="1798962" y="761283"/>
                  </a:lnTo>
                  <a:lnTo>
                    <a:pt x="1799050" y="761297"/>
                  </a:lnTo>
                  <a:lnTo>
                    <a:pt x="1799258" y="761511"/>
                  </a:lnTo>
                  <a:lnTo>
                    <a:pt x="1799311" y="761612"/>
                  </a:lnTo>
                  <a:lnTo>
                    <a:pt x="1799295" y="761667"/>
                  </a:lnTo>
                  <a:lnTo>
                    <a:pt x="1799125" y="761836"/>
                  </a:lnTo>
                  <a:lnTo>
                    <a:pt x="1799104" y="761958"/>
                  </a:lnTo>
                  <a:lnTo>
                    <a:pt x="1799109" y="762049"/>
                  </a:lnTo>
                  <a:lnTo>
                    <a:pt x="1799112" y="762095"/>
                  </a:lnTo>
                  <a:lnTo>
                    <a:pt x="1799159" y="762297"/>
                  </a:lnTo>
                  <a:lnTo>
                    <a:pt x="1799194" y="762358"/>
                  </a:lnTo>
                  <a:lnTo>
                    <a:pt x="1799233" y="762382"/>
                  </a:lnTo>
                  <a:lnTo>
                    <a:pt x="1799275" y="762508"/>
                  </a:lnTo>
                  <a:lnTo>
                    <a:pt x="1799298" y="762578"/>
                  </a:lnTo>
                  <a:lnTo>
                    <a:pt x="1799331" y="762678"/>
                  </a:lnTo>
                  <a:lnTo>
                    <a:pt x="1799337" y="762744"/>
                  </a:lnTo>
                  <a:lnTo>
                    <a:pt x="1799314" y="762883"/>
                  </a:lnTo>
                  <a:lnTo>
                    <a:pt x="1799281" y="762953"/>
                  </a:lnTo>
                  <a:lnTo>
                    <a:pt x="1799225" y="763021"/>
                  </a:lnTo>
                  <a:lnTo>
                    <a:pt x="1798753" y="763357"/>
                  </a:lnTo>
                  <a:lnTo>
                    <a:pt x="1798494" y="763490"/>
                  </a:lnTo>
                  <a:lnTo>
                    <a:pt x="1798202" y="763571"/>
                  </a:lnTo>
                  <a:lnTo>
                    <a:pt x="1797851" y="763574"/>
                  </a:lnTo>
                  <a:lnTo>
                    <a:pt x="1797757" y="763561"/>
                  </a:lnTo>
                  <a:lnTo>
                    <a:pt x="1797667" y="763533"/>
                  </a:lnTo>
                  <a:lnTo>
                    <a:pt x="1797449" y="763371"/>
                  </a:lnTo>
                  <a:lnTo>
                    <a:pt x="1797386" y="763422"/>
                  </a:lnTo>
                  <a:lnTo>
                    <a:pt x="1797390" y="763472"/>
                  </a:lnTo>
                  <a:lnTo>
                    <a:pt x="1797392" y="763497"/>
                  </a:lnTo>
                  <a:lnTo>
                    <a:pt x="1797393" y="763502"/>
                  </a:lnTo>
                  <a:lnTo>
                    <a:pt x="1797400" y="763532"/>
                  </a:lnTo>
                  <a:lnTo>
                    <a:pt x="1797404" y="763547"/>
                  </a:lnTo>
                  <a:lnTo>
                    <a:pt x="1797420" y="763612"/>
                  </a:lnTo>
                  <a:lnTo>
                    <a:pt x="1797644" y="763782"/>
                  </a:lnTo>
                  <a:lnTo>
                    <a:pt x="1797667" y="763800"/>
                  </a:lnTo>
                  <a:lnTo>
                    <a:pt x="1797724" y="763803"/>
                  </a:lnTo>
                  <a:lnTo>
                    <a:pt x="1798089" y="763823"/>
                  </a:lnTo>
                  <a:lnTo>
                    <a:pt x="1798097" y="763823"/>
                  </a:lnTo>
                  <a:lnTo>
                    <a:pt x="1798315" y="763943"/>
                  </a:lnTo>
                  <a:lnTo>
                    <a:pt x="1798319" y="763948"/>
                  </a:lnTo>
                  <a:lnTo>
                    <a:pt x="1798337" y="763975"/>
                  </a:lnTo>
                  <a:lnTo>
                    <a:pt x="1798362" y="764012"/>
                  </a:lnTo>
                  <a:lnTo>
                    <a:pt x="1798572" y="764378"/>
                  </a:lnTo>
                  <a:lnTo>
                    <a:pt x="1798565" y="764541"/>
                  </a:lnTo>
                  <a:lnTo>
                    <a:pt x="1798539" y="764564"/>
                  </a:lnTo>
                  <a:lnTo>
                    <a:pt x="1798461" y="764632"/>
                  </a:lnTo>
                  <a:lnTo>
                    <a:pt x="1798391" y="764850"/>
                  </a:lnTo>
                  <a:lnTo>
                    <a:pt x="1798385" y="764871"/>
                  </a:lnTo>
                  <a:lnTo>
                    <a:pt x="1798517" y="764930"/>
                  </a:lnTo>
                  <a:lnTo>
                    <a:pt x="1798633" y="764982"/>
                  </a:lnTo>
                  <a:lnTo>
                    <a:pt x="1798822" y="765005"/>
                  </a:lnTo>
                  <a:lnTo>
                    <a:pt x="1798839" y="765007"/>
                  </a:lnTo>
                  <a:lnTo>
                    <a:pt x="1798849" y="765008"/>
                  </a:lnTo>
                  <a:lnTo>
                    <a:pt x="1798881" y="765012"/>
                  </a:lnTo>
                  <a:lnTo>
                    <a:pt x="1798957" y="765042"/>
                  </a:lnTo>
                  <a:lnTo>
                    <a:pt x="1798987" y="765054"/>
                  </a:lnTo>
                  <a:lnTo>
                    <a:pt x="1799182" y="765133"/>
                  </a:lnTo>
                  <a:lnTo>
                    <a:pt x="1799325" y="765190"/>
                  </a:lnTo>
                  <a:lnTo>
                    <a:pt x="1799579" y="765196"/>
                  </a:lnTo>
                  <a:lnTo>
                    <a:pt x="1799881" y="765341"/>
                  </a:lnTo>
                  <a:lnTo>
                    <a:pt x="1799921" y="765360"/>
                  </a:lnTo>
                  <a:lnTo>
                    <a:pt x="1800035" y="765415"/>
                  </a:lnTo>
                  <a:lnTo>
                    <a:pt x="1800042" y="765479"/>
                  </a:lnTo>
                  <a:lnTo>
                    <a:pt x="1800045" y="765504"/>
                  </a:lnTo>
                  <a:lnTo>
                    <a:pt x="1800079" y="765563"/>
                  </a:lnTo>
                  <a:lnTo>
                    <a:pt x="1800280" y="765814"/>
                  </a:lnTo>
                  <a:lnTo>
                    <a:pt x="1800421" y="765688"/>
                  </a:lnTo>
                  <a:lnTo>
                    <a:pt x="1800799" y="765970"/>
                  </a:lnTo>
                  <a:lnTo>
                    <a:pt x="1800591" y="766197"/>
                  </a:lnTo>
                  <a:lnTo>
                    <a:pt x="1800721" y="766292"/>
                  </a:lnTo>
                  <a:lnTo>
                    <a:pt x="1800793" y="766326"/>
                  </a:lnTo>
                  <a:lnTo>
                    <a:pt x="1800843" y="766350"/>
                  </a:lnTo>
                  <a:lnTo>
                    <a:pt x="1800977" y="766413"/>
                  </a:lnTo>
                  <a:lnTo>
                    <a:pt x="1801094" y="766468"/>
                  </a:lnTo>
                  <a:lnTo>
                    <a:pt x="1801335" y="766533"/>
                  </a:lnTo>
                  <a:lnTo>
                    <a:pt x="1801492" y="766561"/>
                  </a:lnTo>
                  <a:lnTo>
                    <a:pt x="1801599" y="766569"/>
                  </a:lnTo>
                  <a:lnTo>
                    <a:pt x="1801831" y="766558"/>
                  </a:lnTo>
                  <a:lnTo>
                    <a:pt x="1802192" y="766542"/>
                  </a:lnTo>
                  <a:lnTo>
                    <a:pt x="1802247" y="766539"/>
                  </a:lnTo>
                  <a:lnTo>
                    <a:pt x="1802642" y="766541"/>
                  </a:lnTo>
                  <a:lnTo>
                    <a:pt x="1803119" y="766544"/>
                  </a:lnTo>
                  <a:lnTo>
                    <a:pt x="1803370" y="766607"/>
                  </a:lnTo>
                  <a:lnTo>
                    <a:pt x="1803438" y="766687"/>
                  </a:lnTo>
                  <a:lnTo>
                    <a:pt x="1803443" y="766873"/>
                  </a:lnTo>
                  <a:lnTo>
                    <a:pt x="1803352" y="767032"/>
                  </a:lnTo>
                  <a:lnTo>
                    <a:pt x="1803317" y="767093"/>
                  </a:lnTo>
                  <a:lnTo>
                    <a:pt x="1803187" y="767185"/>
                  </a:lnTo>
                  <a:lnTo>
                    <a:pt x="1803161" y="767203"/>
                  </a:lnTo>
                  <a:lnTo>
                    <a:pt x="1803032" y="767176"/>
                  </a:lnTo>
                  <a:lnTo>
                    <a:pt x="1802960" y="767161"/>
                  </a:lnTo>
                  <a:lnTo>
                    <a:pt x="1802885" y="767196"/>
                  </a:lnTo>
                  <a:lnTo>
                    <a:pt x="1802829" y="767243"/>
                  </a:lnTo>
                  <a:lnTo>
                    <a:pt x="1802806" y="767339"/>
                  </a:lnTo>
                  <a:lnTo>
                    <a:pt x="1802874" y="767541"/>
                  </a:lnTo>
                  <a:lnTo>
                    <a:pt x="1802896" y="767608"/>
                  </a:lnTo>
                  <a:lnTo>
                    <a:pt x="1802971" y="767570"/>
                  </a:lnTo>
                  <a:lnTo>
                    <a:pt x="1803144" y="767668"/>
                  </a:lnTo>
                  <a:lnTo>
                    <a:pt x="1803055" y="767973"/>
                  </a:lnTo>
                  <a:lnTo>
                    <a:pt x="1803023" y="767997"/>
                  </a:lnTo>
                  <a:lnTo>
                    <a:pt x="1802478" y="768407"/>
                  </a:lnTo>
                  <a:lnTo>
                    <a:pt x="1802532" y="768606"/>
                  </a:lnTo>
                  <a:lnTo>
                    <a:pt x="1801890" y="769266"/>
                  </a:lnTo>
                  <a:lnTo>
                    <a:pt x="1801847" y="769308"/>
                  </a:lnTo>
                  <a:lnTo>
                    <a:pt x="1801812" y="769280"/>
                  </a:lnTo>
                  <a:lnTo>
                    <a:pt x="1801797" y="769266"/>
                  </a:lnTo>
                  <a:lnTo>
                    <a:pt x="1801784" y="769256"/>
                  </a:lnTo>
                  <a:lnTo>
                    <a:pt x="1801624" y="769032"/>
                  </a:lnTo>
                  <a:lnTo>
                    <a:pt x="1801574" y="769062"/>
                  </a:lnTo>
                  <a:lnTo>
                    <a:pt x="1801549" y="769078"/>
                  </a:lnTo>
                  <a:lnTo>
                    <a:pt x="1801543" y="769081"/>
                  </a:lnTo>
                  <a:lnTo>
                    <a:pt x="1801539" y="769084"/>
                  </a:lnTo>
                  <a:lnTo>
                    <a:pt x="1801533" y="769087"/>
                  </a:lnTo>
                  <a:lnTo>
                    <a:pt x="1801549" y="769113"/>
                  </a:lnTo>
                  <a:lnTo>
                    <a:pt x="1801599" y="769197"/>
                  </a:lnTo>
                  <a:lnTo>
                    <a:pt x="1801626" y="769243"/>
                  </a:lnTo>
                  <a:lnTo>
                    <a:pt x="1801600" y="769266"/>
                  </a:lnTo>
                  <a:lnTo>
                    <a:pt x="1801554" y="769316"/>
                  </a:lnTo>
                  <a:lnTo>
                    <a:pt x="1801710" y="769448"/>
                  </a:lnTo>
                  <a:lnTo>
                    <a:pt x="1801763" y="769489"/>
                  </a:lnTo>
                  <a:lnTo>
                    <a:pt x="1801775" y="769497"/>
                  </a:lnTo>
                  <a:lnTo>
                    <a:pt x="1802035" y="769473"/>
                  </a:lnTo>
                  <a:lnTo>
                    <a:pt x="1802220" y="769455"/>
                  </a:lnTo>
                  <a:lnTo>
                    <a:pt x="1802487" y="769266"/>
                  </a:lnTo>
                  <a:lnTo>
                    <a:pt x="1803394" y="768616"/>
                  </a:lnTo>
                  <a:lnTo>
                    <a:pt x="1803580" y="768865"/>
                  </a:lnTo>
                  <a:lnTo>
                    <a:pt x="1803636" y="768829"/>
                  </a:lnTo>
                  <a:lnTo>
                    <a:pt x="1803733" y="768766"/>
                  </a:lnTo>
                  <a:lnTo>
                    <a:pt x="1803757" y="768751"/>
                  </a:lnTo>
                  <a:lnTo>
                    <a:pt x="1803847" y="768819"/>
                  </a:lnTo>
                  <a:lnTo>
                    <a:pt x="1803933" y="768889"/>
                  </a:lnTo>
                  <a:lnTo>
                    <a:pt x="1803964" y="768915"/>
                  </a:lnTo>
                  <a:lnTo>
                    <a:pt x="1803994" y="768942"/>
                  </a:lnTo>
                  <a:lnTo>
                    <a:pt x="1803870" y="769173"/>
                  </a:lnTo>
                  <a:lnTo>
                    <a:pt x="1803683" y="769206"/>
                  </a:lnTo>
                  <a:lnTo>
                    <a:pt x="1803623" y="769266"/>
                  </a:lnTo>
                  <a:lnTo>
                    <a:pt x="1803783" y="769339"/>
                  </a:lnTo>
                  <a:lnTo>
                    <a:pt x="1803697" y="769817"/>
                  </a:lnTo>
                  <a:lnTo>
                    <a:pt x="1803601" y="770181"/>
                  </a:lnTo>
                  <a:lnTo>
                    <a:pt x="1803568" y="770202"/>
                  </a:lnTo>
                  <a:lnTo>
                    <a:pt x="1803463" y="770267"/>
                  </a:lnTo>
                  <a:lnTo>
                    <a:pt x="1803465" y="770273"/>
                  </a:lnTo>
                  <a:lnTo>
                    <a:pt x="1803491" y="770353"/>
                  </a:lnTo>
                  <a:lnTo>
                    <a:pt x="1803549" y="770407"/>
                  </a:lnTo>
                  <a:lnTo>
                    <a:pt x="1803565" y="770422"/>
                  </a:lnTo>
                  <a:lnTo>
                    <a:pt x="1803577" y="770430"/>
                  </a:lnTo>
                  <a:lnTo>
                    <a:pt x="1803583" y="770434"/>
                  </a:lnTo>
                  <a:lnTo>
                    <a:pt x="1803598" y="770443"/>
                  </a:lnTo>
                  <a:lnTo>
                    <a:pt x="1803649" y="770462"/>
                  </a:lnTo>
                  <a:lnTo>
                    <a:pt x="1803685" y="770465"/>
                  </a:lnTo>
                  <a:lnTo>
                    <a:pt x="1803715" y="770463"/>
                  </a:lnTo>
                  <a:lnTo>
                    <a:pt x="1803863" y="770450"/>
                  </a:lnTo>
                  <a:lnTo>
                    <a:pt x="1803990" y="770131"/>
                  </a:lnTo>
                  <a:lnTo>
                    <a:pt x="1804283" y="769688"/>
                  </a:lnTo>
                  <a:lnTo>
                    <a:pt x="1804245" y="769558"/>
                  </a:lnTo>
                  <a:lnTo>
                    <a:pt x="1804168" y="769358"/>
                  </a:lnTo>
                  <a:lnTo>
                    <a:pt x="1804296" y="769319"/>
                  </a:lnTo>
                  <a:lnTo>
                    <a:pt x="1804348" y="769303"/>
                  </a:lnTo>
                  <a:lnTo>
                    <a:pt x="1804436" y="769552"/>
                  </a:lnTo>
                  <a:lnTo>
                    <a:pt x="1804769" y="769510"/>
                  </a:lnTo>
                  <a:lnTo>
                    <a:pt x="1804796" y="769585"/>
                  </a:lnTo>
                  <a:lnTo>
                    <a:pt x="1804863" y="769763"/>
                  </a:lnTo>
                  <a:lnTo>
                    <a:pt x="1804974" y="769732"/>
                  </a:lnTo>
                  <a:lnTo>
                    <a:pt x="1804986" y="769728"/>
                  </a:lnTo>
                  <a:lnTo>
                    <a:pt x="1805005" y="769723"/>
                  </a:lnTo>
                  <a:lnTo>
                    <a:pt x="1804888" y="769373"/>
                  </a:lnTo>
                  <a:lnTo>
                    <a:pt x="1804870" y="769324"/>
                  </a:lnTo>
                  <a:lnTo>
                    <a:pt x="1804847" y="769266"/>
                  </a:lnTo>
                  <a:lnTo>
                    <a:pt x="1804848" y="769223"/>
                  </a:lnTo>
                  <a:lnTo>
                    <a:pt x="1804850" y="768975"/>
                  </a:lnTo>
                  <a:lnTo>
                    <a:pt x="1804892" y="768938"/>
                  </a:lnTo>
                  <a:lnTo>
                    <a:pt x="1805141" y="768724"/>
                  </a:lnTo>
                  <a:lnTo>
                    <a:pt x="1805159" y="768708"/>
                  </a:lnTo>
                  <a:lnTo>
                    <a:pt x="1805289" y="768597"/>
                  </a:lnTo>
                  <a:lnTo>
                    <a:pt x="1805403" y="768562"/>
                  </a:lnTo>
                  <a:lnTo>
                    <a:pt x="1805417" y="768564"/>
                  </a:lnTo>
                  <a:lnTo>
                    <a:pt x="1805438" y="768565"/>
                  </a:lnTo>
                  <a:lnTo>
                    <a:pt x="1805470" y="768567"/>
                  </a:lnTo>
                  <a:lnTo>
                    <a:pt x="1806039" y="768726"/>
                  </a:lnTo>
                  <a:lnTo>
                    <a:pt x="1806077" y="768761"/>
                  </a:lnTo>
                  <a:lnTo>
                    <a:pt x="1806088" y="768791"/>
                  </a:lnTo>
                  <a:lnTo>
                    <a:pt x="1806210" y="769098"/>
                  </a:lnTo>
                  <a:lnTo>
                    <a:pt x="1806216" y="769114"/>
                  </a:lnTo>
                  <a:lnTo>
                    <a:pt x="1806204" y="769151"/>
                  </a:lnTo>
                  <a:lnTo>
                    <a:pt x="1806187" y="769162"/>
                  </a:lnTo>
                  <a:lnTo>
                    <a:pt x="1806014" y="769266"/>
                  </a:lnTo>
                  <a:lnTo>
                    <a:pt x="1805951" y="769418"/>
                  </a:lnTo>
                  <a:lnTo>
                    <a:pt x="1805854" y="769750"/>
                  </a:lnTo>
                  <a:lnTo>
                    <a:pt x="1805847" y="769814"/>
                  </a:lnTo>
                  <a:lnTo>
                    <a:pt x="1805845" y="769851"/>
                  </a:lnTo>
                  <a:lnTo>
                    <a:pt x="1805845" y="769873"/>
                  </a:lnTo>
                  <a:lnTo>
                    <a:pt x="1805846" y="769889"/>
                  </a:lnTo>
                  <a:lnTo>
                    <a:pt x="1805857" y="769899"/>
                  </a:lnTo>
                  <a:lnTo>
                    <a:pt x="1805867" y="769919"/>
                  </a:lnTo>
                  <a:lnTo>
                    <a:pt x="1805850" y="770036"/>
                  </a:lnTo>
                  <a:lnTo>
                    <a:pt x="1805833" y="770081"/>
                  </a:lnTo>
                  <a:lnTo>
                    <a:pt x="1805737" y="770245"/>
                  </a:lnTo>
                  <a:lnTo>
                    <a:pt x="1805591" y="770451"/>
                  </a:lnTo>
                  <a:lnTo>
                    <a:pt x="1805467" y="770528"/>
                  </a:lnTo>
                  <a:lnTo>
                    <a:pt x="1805394" y="770571"/>
                  </a:lnTo>
                  <a:lnTo>
                    <a:pt x="1805387" y="770574"/>
                  </a:lnTo>
                  <a:lnTo>
                    <a:pt x="1804948" y="770657"/>
                  </a:lnTo>
                  <a:lnTo>
                    <a:pt x="1804783" y="770666"/>
                  </a:lnTo>
                  <a:lnTo>
                    <a:pt x="1804685" y="770644"/>
                  </a:lnTo>
                  <a:lnTo>
                    <a:pt x="1804675" y="770641"/>
                  </a:lnTo>
                  <a:lnTo>
                    <a:pt x="1804663" y="770633"/>
                  </a:lnTo>
                  <a:lnTo>
                    <a:pt x="1804647" y="770622"/>
                  </a:lnTo>
                  <a:lnTo>
                    <a:pt x="1804634" y="770609"/>
                  </a:lnTo>
                  <a:lnTo>
                    <a:pt x="1804624" y="770599"/>
                  </a:lnTo>
                  <a:lnTo>
                    <a:pt x="1804578" y="770593"/>
                  </a:lnTo>
                  <a:lnTo>
                    <a:pt x="1804399" y="770589"/>
                  </a:lnTo>
                  <a:lnTo>
                    <a:pt x="1804389" y="770588"/>
                  </a:lnTo>
                  <a:lnTo>
                    <a:pt x="1804363" y="770594"/>
                  </a:lnTo>
                  <a:lnTo>
                    <a:pt x="1804335" y="770604"/>
                  </a:lnTo>
                  <a:lnTo>
                    <a:pt x="1804259" y="770631"/>
                  </a:lnTo>
                  <a:lnTo>
                    <a:pt x="1804183" y="770664"/>
                  </a:lnTo>
                  <a:lnTo>
                    <a:pt x="1804145" y="770682"/>
                  </a:lnTo>
                  <a:lnTo>
                    <a:pt x="1804120" y="770695"/>
                  </a:lnTo>
                  <a:lnTo>
                    <a:pt x="1804090" y="770713"/>
                  </a:lnTo>
                  <a:lnTo>
                    <a:pt x="1804030" y="770751"/>
                  </a:lnTo>
                  <a:lnTo>
                    <a:pt x="1803994" y="770778"/>
                  </a:lnTo>
                  <a:lnTo>
                    <a:pt x="1803945" y="770817"/>
                  </a:lnTo>
                  <a:lnTo>
                    <a:pt x="1803887" y="770867"/>
                  </a:lnTo>
                  <a:lnTo>
                    <a:pt x="1803789" y="770967"/>
                  </a:lnTo>
                  <a:lnTo>
                    <a:pt x="1803259" y="771526"/>
                  </a:lnTo>
                  <a:lnTo>
                    <a:pt x="1803125" y="771635"/>
                  </a:lnTo>
                  <a:lnTo>
                    <a:pt x="1803087" y="771667"/>
                  </a:lnTo>
                  <a:lnTo>
                    <a:pt x="1803025" y="771735"/>
                  </a:lnTo>
                  <a:lnTo>
                    <a:pt x="1802717" y="772077"/>
                  </a:lnTo>
                  <a:lnTo>
                    <a:pt x="1802631" y="772187"/>
                  </a:lnTo>
                  <a:lnTo>
                    <a:pt x="1802280" y="772594"/>
                  </a:lnTo>
                  <a:lnTo>
                    <a:pt x="1802254" y="772596"/>
                  </a:lnTo>
                  <a:lnTo>
                    <a:pt x="1802189" y="772616"/>
                  </a:lnTo>
                  <a:lnTo>
                    <a:pt x="1802152" y="772631"/>
                  </a:lnTo>
                  <a:lnTo>
                    <a:pt x="1802119" y="772657"/>
                  </a:lnTo>
                  <a:lnTo>
                    <a:pt x="1802100" y="772675"/>
                  </a:lnTo>
                  <a:lnTo>
                    <a:pt x="1802058" y="772713"/>
                  </a:lnTo>
                  <a:lnTo>
                    <a:pt x="1802018" y="772758"/>
                  </a:lnTo>
                  <a:lnTo>
                    <a:pt x="1801916" y="772882"/>
                  </a:lnTo>
                  <a:lnTo>
                    <a:pt x="1801865" y="772947"/>
                  </a:lnTo>
                  <a:lnTo>
                    <a:pt x="1801847" y="772978"/>
                  </a:lnTo>
                  <a:lnTo>
                    <a:pt x="1801698" y="773340"/>
                  </a:lnTo>
                  <a:lnTo>
                    <a:pt x="1801617" y="773654"/>
                  </a:lnTo>
                  <a:lnTo>
                    <a:pt x="1801343" y="773841"/>
                  </a:lnTo>
                  <a:lnTo>
                    <a:pt x="1801234" y="773912"/>
                  </a:lnTo>
                  <a:lnTo>
                    <a:pt x="1801229" y="773914"/>
                  </a:lnTo>
                  <a:lnTo>
                    <a:pt x="1801054" y="773995"/>
                  </a:lnTo>
                  <a:lnTo>
                    <a:pt x="1800779" y="774041"/>
                  </a:lnTo>
                  <a:lnTo>
                    <a:pt x="1800765" y="774041"/>
                  </a:lnTo>
                  <a:lnTo>
                    <a:pt x="1800747" y="774042"/>
                  </a:lnTo>
                  <a:lnTo>
                    <a:pt x="1800738" y="774040"/>
                  </a:lnTo>
                  <a:lnTo>
                    <a:pt x="1800734" y="774038"/>
                  </a:lnTo>
                  <a:lnTo>
                    <a:pt x="1800695" y="773984"/>
                  </a:lnTo>
                  <a:lnTo>
                    <a:pt x="1800696" y="773971"/>
                  </a:lnTo>
                  <a:lnTo>
                    <a:pt x="1800700" y="773946"/>
                  </a:lnTo>
                  <a:lnTo>
                    <a:pt x="1800805" y="773515"/>
                  </a:lnTo>
                  <a:lnTo>
                    <a:pt x="1800989" y="773233"/>
                  </a:lnTo>
                  <a:lnTo>
                    <a:pt x="1800998" y="773225"/>
                  </a:lnTo>
                  <a:lnTo>
                    <a:pt x="1801093" y="773144"/>
                  </a:lnTo>
                  <a:lnTo>
                    <a:pt x="1801105" y="773137"/>
                  </a:lnTo>
                  <a:lnTo>
                    <a:pt x="1801110" y="773136"/>
                  </a:lnTo>
                  <a:lnTo>
                    <a:pt x="1801262" y="773065"/>
                  </a:lnTo>
                  <a:lnTo>
                    <a:pt x="1801427" y="772907"/>
                  </a:lnTo>
                  <a:lnTo>
                    <a:pt x="1801470" y="772789"/>
                  </a:lnTo>
                  <a:lnTo>
                    <a:pt x="1801660" y="772374"/>
                  </a:lnTo>
                  <a:lnTo>
                    <a:pt x="1801859" y="772246"/>
                  </a:lnTo>
                  <a:lnTo>
                    <a:pt x="1801871" y="772249"/>
                  </a:lnTo>
                  <a:lnTo>
                    <a:pt x="1801884" y="772250"/>
                  </a:lnTo>
                  <a:lnTo>
                    <a:pt x="1801893" y="772247"/>
                  </a:lnTo>
                  <a:lnTo>
                    <a:pt x="1802184" y="772149"/>
                  </a:lnTo>
                  <a:lnTo>
                    <a:pt x="1802224" y="772128"/>
                  </a:lnTo>
                  <a:lnTo>
                    <a:pt x="1802270" y="772103"/>
                  </a:lnTo>
                  <a:lnTo>
                    <a:pt x="1802314" y="772073"/>
                  </a:lnTo>
                  <a:lnTo>
                    <a:pt x="1802345" y="772044"/>
                  </a:lnTo>
                  <a:lnTo>
                    <a:pt x="1802367" y="772017"/>
                  </a:lnTo>
                  <a:lnTo>
                    <a:pt x="1802384" y="771993"/>
                  </a:lnTo>
                  <a:lnTo>
                    <a:pt x="1802394" y="771976"/>
                  </a:lnTo>
                  <a:lnTo>
                    <a:pt x="1802398" y="771963"/>
                  </a:lnTo>
                  <a:lnTo>
                    <a:pt x="1802399" y="771952"/>
                  </a:lnTo>
                  <a:lnTo>
                    <a:pt x="1802397" y="771939"/>
                  </a:lnTo>
                  <a:lnTo>
                    <a:pt x="1802343" y="771591"/>
                  </a:lnTo>
                  <a:lnTo>
                    <a:pt x="1802203" y="771554"/>
                  </a:lnTo>
                  <a:lnTo>
                    <a:pt x="1802188" y="771553"/>
                  </a:lnTo>
                  <a:lnTo>
                    <a:pt x="1801689" y="771649"/>
                  </a:lnTo>
                  <a:lnTo>
                    <a:pt x="1801414" y="771775"/>
                  </a:lnTo>
                  <a:lnTo>
                    <a:pt x="1800938" y="772057"/>
                  </a:lnTo>
                  <a:lnTo>
                    <a:pt x="1800800" y="772162"/>
                  </a:lnTo>
                  <a:lnTo>
                    <a:pt x="1800791" y="772256"/>
                  </a:lnTo>
                  <a:lnTo>
                    <a:pt x="1800716" y="772502"/>
                  </a:lnTo>
                  <a:lnTo>
                    <a:pt x="1800713" y="772510"/>
                  </a:lnTo>
                  <a:lnTo>
                    <a:pt x="1800673" y="772522"/>
                  </a:lnTo>
                  <a:lnTo>
                    <a:pt x="1800639" y="772532"/>
                  </a:lnTo>
                  <a:lnTo>
                    <a:pt x="1800634" y="772533"/>
                  </a:lnTo>
                  <a:lnTo>
                    <a:pt x="1800546" y="772567"/>
                  </a:lnTo>
                  <a:lnTo>
                    <a:pt x="1800454" y="772600"/>
                  </a:lnTo>
                  <a:lnTo>
                    <a:pt x="1800449" y="772626"/>
                  </a:lnTo>
                  <a:lnTo>
                    <a:pt x="1800419" y="772779"/>
                  </a:lnTo>
                  <a:lnTo>
                    <a:pt x="1800244" y="772966"/>
                  </a:lnTo>
                  <a:lnTo>
                    <a:pt x="1800243" y="772976"/>
                  </a:lnTo>
                  <a:lnTo>
                    <a:pt x="1800215" y="773115"/>
                  </a:lnTo>
                  <a:lnTo>
                    <a:pt x="1800203" y="773146"/>
                  </a:lnTo>
                  <a:lnTo>
                    <a:pt x="1800088" y="773236"/>
                  </a:lnTo>
                  <a:lnTo>
                    <a:pt x="1800063" y="773242"/>
                  </a:lnTo>
                  <a:lnTo>
                    <a:pt x="1799875" y="773198"/>
                  </a:lnTo>
                  <a:lnTo>
                    <a:pt x="1799780" y="773171"/>
                  </a:lnTo>
                  <a:lnTo>
                    <a:pt x="1799668" y="773052"/>
                  </a:lnTo>
                  <a:lnTo>
                    <a:pt x="1799667" y="773047"/>
                  </a:lnTo>
                  <a:lnTo>
                    <a:pt x="1799656" y="772726"/>
                  </a:lnTo>
                  <a:lnTo>
                    <a:pt x="1799613" y="772698"/>
                  </a:lnTo>
                  <a:lnTo>
                    <a:pt x="1799500" y="772705"/>
                  </a:lnTo>
                  <a:lnTo>
                    <a:pt x="1799400" y="772735"/>
                  </a:lnTo>
                  <a:lnTo>
                    <a:pt x="1799314" y="772784"/>
                  </a:lnTo>
                  <a:lnTo>
                    <a:pt x="1799473" y="773072"/>
                  </a:lnTo>
                  <a:lnTo>
                    <a:pt x="1799479" y="773209"/>
                  </a:lnTo>
                  <a:lnTo>
                    <a:pt x="1799466" y="773240"/>
                  </a:lnTo>
                  <a:lnTo>
                    <a:pt x="1799380" y="773275"/>
                  </a:lnTo>
                  <a:lnTo>
                    <a:pt x="1799371" y="773275"/>
                  </a:lnTo>
                  <a:lnTo>
                    <a:pt x="1799349" y="773267"/>
                  </a:lnTo>
                  <a:lnTo>
                    <a:pt x="1799315" y="773216"/>
                  </a:lnTo>
                  <a:lnTo>
                    <a:pt x="1799313" y="773205"/>
                  </a:lnTo>
                  <a:lnTo>
                    <a:pt x="1799316" y="773193"/>
                  </a:lnTo>
                  <a:lnTo>
                    <a:pt x="1799316" y="773185"/>
                  </a:lnTo>
                  <a:lnTo>
                    <a:pt x="1799314" y="773175"/>
                  </a:lnTo>
                  <a:lnTo>
                    <a:pt x="1799291" y="773134"/>
                  </a:lnTo>
                  <a:lnTo>
                    <a:pt x="1799285" y="773124"/>
                  </a:lnTo>
                  <a:lnTo>
                    <a:pt x="1799280" y="773119"/>
                  </a:lnTo>
                  <a:lnTo>
                    <a:pt x="1799207" y="773058"/>
                  </a:lnTo>
                  <a:lnTo>
                    <a:pt x="1799187" y="773049"/>
                  </a:lnTo>
                  <a:lnTo>
                    <a:pt x="1799150" y="773046"/>
                  </a:lnTo>
                  <a:lnTo>
                    <a:pt x="1799127" y="773044"/>
                  </a:lnTo>
                  <a:lnTo>
                    <a:pt x="1798942" y="773043"/>
                  </a:lnTo>
                  <a:lnTo>
                    <a:pt x="1798891" y="773061"/>
                  </a:lnTo>
                  <a:lnTo>
                    <a:pt x="1798801" y="773095"/>
                  </a:lnTo>
                  <a:lnTo>
                    <a:pt x="1798787" y="773101"/>
                  </a:lnTo>
                  <a:lnTo>
                    <a:pt x="1798767" y="773109"/>
                  </a:lnTo>
                  <a:lnTo>
                    <a:pt x="1798758" y="773114"/>
                  </a:lnTo>
                  <a:lnTo>
                    <a:pt x="1798527" y="773248"/>
                  </a:lnTo>
                  <a:lnTo>
                    <a:pt x="1798307" y="773405"/>
                  </a:lnTo>
                  <a:lnTo>
                    <a:pt x="1797936" y="773669"/>
                  </a:lnTo>
                  <a:lnTo>
                    <a:pt x="1797894" y="773727"/>
                  </a:lnTo>
                  <a:lnTo>
                    <a:pt x="1797821" y="773845"/>
                  </a:lnTo>
                  <a:lnTo>
                    <a:pt x="1797536" y="774177"/>
                  </a:lnTo>
                  <a:lnTo>
                    <a:pt x="1797520" y="774184"/>
                  </a:lnTo>
                  <a:lnTo>
                    <a:pt x="1797467" y="774187"/>
                  </a:lnTo>
                  <a:lnTo>
                    <a:pt x="1797361" y="774163"/>
                  </a:lnTo>
                  <a:lnTo>
                    <a:pt x="1797350" y="774159"/>
                  </a:lnTo>
                  <a:lnTo>
                    <a:pt x="1797270" y="774136"/>
                  </a:lnTo>
                  <a:lnTo>
                    <a:pt x="1797254" y="774131"/>
                  </a:lnTo>
                  <a:lnTo>
                    <a:pt x="1797239" y="774127"/>
                  </a:lnTo>
                  <a:lnTo>
                    <a:pt x="1797198" y="774117"/>
                  </a:lnTo>
                  <a:lnTo>
                    <a:pt x="1797161" y="774110"/>
                  </a:lnTo>
                  <a:lnTo>
                    <a:pt x="1797136" y="774106"/>
                  </a:lnTo>
                  <a:lnTo>
                    <a:pt x="1797111" y="774110"/>
                  </a:lnTo>
                  <a:lnTo>
                    <a:pt x="1797060" y="774118"/>
                  </a:lnTo>
                  <a:lnTo>
                    <a:pt x="1797029" y="774124"/>
                  </a:lnTo>
                  <a:lnTo>
                    <a:pt x="1797023" y="774127"/>
                  </a:lnTo>
                  <a:lnTo>
                    <a:pt x="1796972" y="774151"/>
                  </a:lnTo>
                  <a:lnTo>
                    <a:pt x="1796906" y="774200"/>
                  </a:lnTo>
                  <a:lnTo>
                    <a:pt x="1796874" y="774224"/>
                  </a:lnTo>
                  <a:lnTo>
                    <a:pt x="1796868" y="774229"/>
                  </a:lnTo>
                  <a:lnTo>
                    <a:pt x="1796846" y="774256"/>
                  </a:lnTo>
                  <a:lnTo>
                    <a:pt x="1796737" y="774393"/>
                  </a:lnTo>
                  <a:lnTo>
                    <a:pt x="1796579" y="774611"/>
                  </a:lnTo>
                  <a:lnTo>
                    <a:pt x="1796449" y="774834"/>
                  </a:lnTo>
                  <a:lnTo>
                    <a:pt x="1796371" y="775016"/>
                  </a:lnTo>
                  <a:lnTo>
                    <a:pt x="1796288" y="775192"/>
                  </a:lnTo>
                  <a:lnTo>
                    <a:pt x="1796205" y="775361"/>
                  </a:lnTo>
                  <a:lnTo>
                    <a:pt x="1796179" y="775407"/>
                  </a:lnTo>
                  <a:lnTo>
                    <a:pt x="1796139" y="775465"/>
                  </a:lnTo>
                  <a:lnTo>
                    <a:pt x="1796008" y="775587"/>
                  </a:lnTo>
                  <a:lnTo>
                    <a:pt x="1795993" y="775705"/>
                  </a:lnTo>
                  <a:lnTo>
                    <a:pt x="1795976" y="775754"/>
                  </a:lnTo>
                  <a:lnTo>
                    <a:pt x="1795934" y="775850"/>
                  </a:lnTo>
                  <a:lnTo>
                    <a:pt x="1795880" y="775958"/>
                  </a:lnTo>
                  <a:lnTo>
                    <a:pt x="1795833" y="776035"/>
                  </a:lnTo>
                  <a:lnTo>
                    <a:pt x="1795744" y="776191"/>
                  </a:lnTo>
                  <a:lnTo>
                    <a:pt x="1795602" y="776462"/>
                  </a:lnTo>
                  <a:lnTo>
                    <a:pt x="1795451" y="776819"/>
                  </a:lnTo>
                  <a:lnTo>
                    <a:pt x="1795427" y="776876"/>
                  </a:lnTo>
                  <a:lnTo>
                    <a:pt x="1795379" y="777018"/>
                  </a:lnTo>
                  <a:lnTo>
                    <a:pt x="1795324" y="777196"/>
                  </a:lnTo>
                  <a:lnTo>
                    <a:pt x="1795313" y="777233"/>
                  </a:lnTo>
                  <a:lnTo>
                    <a:pt x="1795277" y="777432"/>
                  </a:lnTo>
                  <a:lnTo>
                    <a:pt x="1795269" y="777497"/>
                  </a:lnTo>
                  <a:lnTo>
                    <a:pt x="1795256" y="777703"/>
                  </a:lnTo>
                  <a:lnTo>
                    <a:pt x="1795257" y="777736"/>
                  </a:lnTo>
                  <a:lnTo>
                    <a:pt x="1795457" y="778045"/>
                  </a:lnTo>
                  <a:lnTo>
                    <a:pt x="1795495" y="778095"/>
                  </a:lnTo>
                  <a:lnTo>
                    <a:pt x="1795507" y="778100"/>
                  </a:lnTo>
                  <a:lnTo>
                    <a:pt x="1795520" y="778101"/>
                  </a:lnTo>
                  <a:lnTo>
                    <a:pt x="1795532" y="778101"/>
                  </a:lnTo>
                  <a:lnTo>
                    <a:pt x="1795615" y="778124"/>
                  </a:lnTo>
                  <a:lnTo>
                    <a:pt x="1795708" y="778447"/>
                  </a:lnTo>
                  <a:lnTo>
                    <a:pt x="1795802" y="778810"/>
                  </a:lnTo>
                  <a:lnTo>
                    <a:pt x="1795803" y="778861"/>
                  </a:lnTo>
                  <a:lnTo>
                    <a:pt x="1795761" y="778883"/>
                  </a:lnTo>
                  <a:lnTo>
                    <a:pt x="1795741" y="778891"/>
                  </a:lnTo>
                  <a:lnTo>
                    <a:pt x="1795737" y="778892"/>
                  </a:lnTo>
                  <a:lnTo>
                    <a:pt x="1795723" y="778901"/>
                  </a:lnTo>
                  <a:lnTo>
                    <a:pt x="1795705" y="778917"/>
                  </a:lnTo>
                  <a:lnTo>
                    <a:pt x="1795672" y="778949"/>
                  </a:lnTo>
                  <a:lnTo>
                    <a:pt x="1795643" y="778985"/>
                  </a:lnTo>
                  <a:lnTo>
                    <a:pt x="1795624" y="779012"/>
                  </a:lnTo>
                  <a:lnTo>
                    <a:pt x="1795607" y="779038"/>
                  </a:lnTo>
                  <a:lnTo>
                    <a:pt x="1795603" y="779045"/>
                  </a:lnTo>
                  <a:lnTo>
                    <a:pt x="1795592" y="779074"/>
                  </a:lnTo>
                  <a:lnTo>
                    <a:pt x="1795587" y="779110"/>
                  </a:lnTo>
                  <a:lnTo>
                    <a:pt x="1795586" y="779134"/>
                  </a:lnTo>
                  <a:lnTo>
                    <a:pt x="1795587" y="779154"/>
                  </a:lnTo>
                  <a:lnTo>
                    <a:pt x="1795588" y="779200"/>
                  </a:lnTo>
                  <a:lnTo>
                    <a:pt x="1795590" y="779252"/>
                  </a:lnTo>
                  <a:lnTo>
                    <a:pt x="1795590" y="779259"/>
                  </a:lnTo>
                  <a:lnTo>
                    <a:pt x="1795593" y="779280"/>
                  </a:lnTo>
                  <a:lnTo>
                    <a:pt x="1795595" y="779291"/>
                  </a:lnTo>
                  <a:lnTo>
                    <a:pt x="1795607" y="779308"/>
                  </a:lnTo>
                  <a:lnTo>
                    <a:pt x="1795614" y="779320"/>
                  </a:lnTo>
                  <a:lnTo>
                    <a:pt x="1795622" y="779332"/>
                  </a:lnTo>
                  <a:lnTo>
                    <a:pt x="1795633" y="779345"/>
                  </a:lnTo>
                  <a:lnTo>
                    <a:pt x="1795501" y="779525"/>
                  </a:lnTo>
                  <a:lnTo>
                    <a:pt x="1795185" y="779945"/>
                  </a:lnTo>
                  <a:lnTo>
                    <a:pt x="1795150" y="779971"/>
                  </a:lnTo>
                  <a:lnTo>
                    <a:pt x="1795130" y="779987"/>
                  </a:lnTo>
                  <a:lnTo>
                    <a:pt x="1795100" y="780016"/>
                  </a:lnTo>
                  <a:lnTo>
                    <a:pt x="1795094" y="780024"/>
                  </a:lnTo>
                  <a:lnTo>
                    <a:pt x="1795087" y="780035"/>
                  </a:lnTo>
                  <a:lnTo>
                    <a:pt x="1794986" y="780196"/>
                  </a:lnTo>
                  <a:lnTo>
                    <a:pt x="1794980" y="780205"/>
                  </a:lnTo>
                  <a:lnTo>
                    <a:pt x="1794970" y="780227"/>
                  </a:lnTo>
                  <a:lnTo>
                    <a:pt x="1794965" y="780242"/>
                  </a:lnTo>
                  <a:lnTo>
                    <a:pt x="1794882" y="780599"/>
                  </a:lnTo>
                  <a:lnTo>
                    <a:pt x="1794878" y="780619"/>
                  </a:lnTo>
                  <a:lnTo>
                    <a:pt x="1794879" y="780644"/>
                  </a:lnTo>
                  <a:lnTo>
                    <a:pt x="1794886" y="780664"/>
                  </a:lnTo>
                  <a:lnTo>
                    <a:pt x="1794895" y="780680"/>
                  </a:lnTo>
                  <a:lnTo>
                    <a:pt x="1795027" y="780825"/>
                  </a:lnTo>
                  <a:lnTo>
                    <a:pt x="1794995" y="780854"/>
                  </a:lnTo>
                  <a:lnTo>
                    <a:pt x="1794979" y="780853"/>
                  </a:lnTo>
                  <a:lnTo>
                    <a:pt x="1794961" y="780854"/>
                  </a:lnTo>
                  <a:lnTo>
                    <a:pt x="1794772" y="780888"/>
                  </a:lnTo>
                  <a:lnTo>
                    <a:pt x="1794750" y="780895"/>
                  </a:lnTo>
                  <a:lnTo>
                    <a:pt x="1794733" y="780905"/>
                  </a:lnTo>
                  <a:lnTo>
                    <a:pt x="1794714" y="780918"/>
                  </a:lnTo>
                  <a:lnTo>
                    <a:pt x="1794696" y="780931"/>
                  </a:lnTo>
                  <a:lnTo>
                    <a:pt x="1794682" y="780948"/>
                  </a:lnTo>
                  <a:lnTo>
                    <a:pt x="1794675" y="780959"/>
                  </a:lnTo>
                  <a:lnTo>
                    <a:pt x="1794668" y="780972"/>
                  </a:lnTo>
                  <a:lnTo>
                    <a:pt x="1794663" y="780991"/>
                  </a:lnTo>
                  <a:lnTo>
                    <a:pt x="1794660" y="781006"/>
                  </a:lnTo>
                  <a:lnTo>
                    <a:pt x="1794663" y="781017"/>
                  </a:lnTo>
                  <a:lnTo>
                    <a:pt x="1794666" y="781026"/>
                  </a:lnTo>
                  <a:lnTo>
                    <a:pt x="1794687" y="781042"/>
                  </a:lnTo>
                  <a:lnTo>
                    <a:pt x="1794758" y="781120"/>
                  </a:lnTo>
                  <a:lnTo>
                    <a:pt x="1794816" y="781301"/>
                  </a:lnTo>
                  <a:lnTo>
                    <a:pt x="1794807" y="781386"/>
                  </a:lnTo>
                  <a:lnTo>
                    <a:pt x="1794803" y="781398"/>
                  </a:lnTo>
                  <a:lnTo>
                    <a:pt x="1794795" y="781411"/>
                  </a:lnTo>
                  <a:lnTo>
                    <a:pt x="1794782" y="781424"/>
                  </a:lnTo>
                  <a:lnTo>
                    <a:pt x="1794610" y="781512"/>
                  </a:lnTo>
                  <a:lnTo>
                    <a:pt x="1794598" y="781512"/>
                  </a:lnTo>
                  <a:lnTo>
                    <a:pt x="1794525" y="781507"/>
                  </a:lnTo>
                  <a:lnTo>
                    <a:pt x="1794509" y="781506"/>
                  </a:lnTo>
                  <a:lnTo>
                    <a:pt x="1794482" y="781502"/>
                  </a:lnTo>
                  <a:lnTo>
                    <a:pt x="1794472" y="781500"/>
                  </a:lnTo>
                  <a:lnTo>
                    <a:pt x="1794427" y="781490"/>
                  </a:lnTo>
                  <a:lnTo>
                    <a:pt x="1794350" y="781452"/>
                  </a:lnTo>
                  <a:lnTo>
                    <a:pt x="1794323" y="781413"/>
                  </a:lnTo>
                  <a:lnTo>
                    <a:pt x="1794297" y="781369"/>
                  </a:lnTo>
                  <a:lnTo>
                    <a:pt x="1794196" y="781321"/>
                  </a:lnTo>
                  <a:lnTo>
                    <a:pt x="1794045" y="781296"/>
                  </a:lnTo>
                  <a:lnTo>
                    <a:pt x="1794001" y="781327"/>
                  </a:lnTo>
                  <a:lnTo>
                    <a:pt x="1793868" y="781265"/>
                  </a:lnTo>
                  <a:lnTo>
                    <a:pt x="1793756" y="781198"/>
                  </a:lnTo>
                  <a:lnTo>
                    <a:pt x="1793740" y="781179"/>
                  </a:lnTo>
                  <a:lnTo>
                    <a:pt x="1793631" y="780941"/>
                  </a:lnTo>
                  <a:lnTo>
                    <a:pt x="1793407" y="780632"/>
                  </a:lnTo>
                  <a:lnTo>
                    <a:pt x="1793105" y="780630"/>
                  </a:lnTo>
                  <a:lnTo>
                    <a:pt x="1793032" y="780730"/>
                  </a:lnTo>
                  <a:lnTo>
                    <a:pt x="1793014" y="780720"/>
                  </a:lnTo>
                  <a:lnTo>
                    <a:pt x="1792872" y="780634"/>
                  </a:lnTo>
                  <a:lnTo>
                    <a:pt x="1792957" y="780536"/>
                  </a:lnTo>
                  <a:lnTo>
                    <a:pt x="1793041" y="780378"/>
                  </a:lnTo>
                  <a:lnTo>
                    <a:pt x="1793036" y="780329"/>
                  </a:lnTo>
                  <a:lnTo>
                    <a:pt x="1792957" y="780063"/>
                  </a:lnTo>
                  <a:lnTo>
                    <a:pt x="1792692" y="779792"/>
                  </a:lnTo>
                  <a:lnTo>
                    <a:pt x="1792531" y="779637"/>
                  </a:lnTo>
                  <a:lnTo>
                    <a:pt x="1792263" y="779544"/>
                  </a:lnTo>
                  <a:lnTo>
                    <a:pt x="1791871" y="779434"/>
                  </a:lnTo>
                  <a:lnTo>
                    <a:pt x="1791764" y="779413"/>
                  </a:lnTo>
                  <a:lnTo>
                    <a:pt x="1791648" y="779432"/>
                  </a:lnTo>
                  <a:lnTo>
                    <a:pt x="1791472" y="779490"/>
                  </a:lnTo>
                  <a:lnTo>
                    <a:pt x="1791298" y="779581"/>
                  </a:lnTo>
                  <a:lnTo>
                    <a:pt x="1791124" y="779705"/>
                  </a:lnTo>
                  <a:lnTo>
                    <a:pt x="1791069" y="779747"/>
                  </a:lnTo>
                  <a:lnTo>
                    <a:pt x="1790891" y="779949"/>
                  </a:lnTo>
                  <a:lnTo>
                    <a:pt x="1790814" y="780087"/>
                  </a:lnTo>
                  <a:lnTo>
                    <a:pt x="1790769" y="780201"/>
                  </a:lnTo>
                  <a:lnTo>
                    <a:pt x="1790755" y="780450"/>
                  </a:lnTo>
                  <a:lnTo>
                    <a:pt x="1790762" y="780525"/>
                  </a:lnTo>
                  <a:lnTo>
                    <a:pt x="1790795" y="780681"/>
                  </a:lnTo>
                  <a:lnTo>
                    <a:pt x="1790846" y="780778"/>
                  </a:lnTo>
                  <a:lnTo>
                    <a:pt x="1791166" y="781087"/>
                  </a:lnTo>
                  <a:lnTo>
                    <a:pt x="1791383" y="781295"/>
                  </a:lnTo>
                  <a:lnTo>
                    <a:pt x="1791442" y="781326"/>
                  </a:lnTo>
                  <a:lnTo>
                    <a:pt x="1791483" y="781335"/>
                  </a:lnTo>
                  <a:lnTo>
                    <a:pt x="1791589" y="781355"/>
                  </a:lnTo>
                  <a:lnTo>
                    <a:pt x="1791674" y="781360"/>
                  </a:lnTo>
                  <a:lnTo>
                    <a:pt x="1792002" y="781369"/>
                  </a:lnTo>
                  <a:lnTo>
                    <a:pt x="1792067" y="781358"/>
                  </a:lnTo>
                  <a:lnTo>
                    <a:pt x="1792100" y="781344"/>
                  </a:lnTo>
                  <a:lnTo>
                    <a:pt x="1792175" y="781271"/>
                  </a:lnTo>
                  <a:lnTo>
                    <a:pt x="1792235" y="781294"/>
                  </a:lnTo>
                  <a:lnTo>
                    <a:pt x="1792228" y="781698"/>
                  </a:lnTo>
                  <a:lnTo>
                    <a:pt x="1792093" y="781846"/>
                  </a:lnTo>
                  <a:lnTo>
                    <a:pt x="1791866" y="782056"/>
                  </a:lnTo>
                  <a:lnTo>
                    <a:pt x="1791774" y="782105"/>
                  </a:lnTo>
                  <a:lnTo>
                    <a:pt x="1791464" y="782195"/>
                  </a:lnTo>
                  <a:lnTo>
                    <a:pt x="1791203" y="782318"/>
                  </a:lnTo>
                  <a:lnTo>
                    <a:pt x="1791099" y="782389"/>
                  </a:lnTo>
                  <a:lnTo>
                    <a:pt x="1791018" y="782497"/>
                  </a:lnTo>
                  <a:lnTo>
                    <a:pt x="1790938" y="782627"/>
                  </a:lnTo>
                  <a:lnTo>
                    <a:pt x="1790802" y="782894"/>
                  </a:lnTo>
                  <a:lnTo>
                    <a:pt x="1790701" y="783113"/>
                  </a:lnTo>
                  <a:lnTo>
                    <a:pt x="1790597" y="783494"/>
                  </a:lnTo>
                  <a:lnTo>
                    <a:pt x="1790569" y="783611"/>
                  </a:lnTo>
                  <a:lnTo>
                    <a:pt x="1790562" y="783670"/>
                  </a:lnTo>
                  <a:lnTo>
                    <a:pt x="1790558" y="783899"/>
                  </a:lnTo>
                  <a:lnTo>
                    <a:pt x="1790564" y="784055"/>
                  </a:lnTo>
                  <a:lnTo>
                    <a:pt x="1790590" y="784151"/>
                  </a:lnTo>
                  <a:lnTo>
                    <a:pt x="1790617" y="784208"/>
                  </a:lnTo>
                  <a:lnTo>
                    <a:pt x="1790653" y="784246"/>
                  </a:lnTo>
                  <a:lnTo>
                    <a:pt x="1790842" y="784378"/>
                  </a:lnTo>
                  <a:lnTo>
                    <a:pt x="1790945" y="784415"/>
                  </a:lnTo>
                  <a:lnTo>
                    <a:pt x="1791180" y="784533"/>
                  </a:lnTo>
                  <a:lnTo>
                    <a:pt x="1791238" y="784568"/>
                  </a:lnTo>
                  <a:lnTo>
                    <a:pt x="1791261" y="784649"/>
                  </a:lnTo>
                  <a:lnTo>
                    <a:pt x="1791257" y="784689"/>
                  </a:lnTo>
                  <a:lnTo>
                    <a:pt x="1790965" y="785139"/>
                  </a:lnTo>
                  <a:lnTo>
                    <a:pt x="1790773" y="785134"/>
                  </a:lnTo>
                  <a:lnTo>
                    <a:pt x="1790641" y="785105"/>
                  </a:lnTo>
                  <a:lnTo>
                    <a:pt x="1790566" y="785103"/>
                  </a:lnTo>
                  <a:lnTo>
                    <a:pt x="1790545" y="785107"/>
                  </a:lnTo>
                  <a:lnTo>
                    <a:pt x="1790297" y="785166"/>
                  </a:lnTo>
                  <a:lnTo>
                    <a:pt x="1790161" y="785207"/>
                  </a:lnTo>
                  <a:lnTo>
                    <a:pt x="1790126" y="785229"/>
                  </a:lnTo>
                  <a:lnTo>
                    <a:pt x="1790089" y="785263"/>
                  </a:lnTo>
                  <a:lnTo>
                    <a:pt x="1790018" y="785333"/>
                  </a:lnTo>
                  <a:lnTo>
                    <a:pt x="1789991" y="785362"/>
                  </a:lnTo>
                  <a:lnTo>
                    <a:pt x="1789965" y="785432"/>
                  </a:lnTo>
                  <a:lnTo>
                    <a:pt x="1789970" y="785464"/>
                  </a:lnTo>
                  <a:lnTo>
                    <a:pt x="1789809" y="785714"/>
                  </a:lnTo>
                  <a:lnTo>
                    <a:pt x="1789795" y="785728"/>
                  </a:lnTo>
                  <a:lnTo>
                    <a:pt x="1789702" y="785749"/>
                  </a:lnTo>
                  <a:lnTo>
                    <a:pt x="1789627" y="785748"/>
                  </a:lnTo>
                  <a:lnTo>
                    <a:pt x="1789572" y="785774"/>
                  </a:lnTo>
                  <a:lnTo>
                    <a:pt x="1789509" y="785849"/>
                  </a:lnTo>
                  <a:lnTo>
                    <a:pt x="1789464" y="786012"/>
                  </a:lnTo>
                  <a:lnTo>
                    <a:pt x="1789441" y="786131"/>
                  </a:lnTo>
                  <a:lnTo>
                    <a:pt x="1789391" y="786197"/>
                  </a:lnTo>
                  <a:lnTo>
                    <a:pt x="1789352" y="786218"/>
                  </a:lnTo>
                  <a:lnTo>
                    <a:pt x="1789151" y="786298"/>
                  </a:lnTo>
                  <a:lnTo>
                    <a:pt x="1789100" y="786295"/>
                  </a:lnTo>
                  <a:lnTo>
                    <a:pt x="1788964" y="786155"/>
                  </a:lnTo>
                  <a:lnTo>
                    <a:pt x="1788953" y="786138"/>
                  </a:lnTo>
                  <a:lnTo>
                    <a:pt x="1789002" y="785958"/>
                  </a:lnTo>
                  <a:lnTo>
                    <a:pt x="1788981" y="785890"/>
                  </a:lnTo>
                  <a:lnTo>
                    <a:pt x="1788932" y="785876"/>
                  </a:lnTo>
                  <a:lnTo>
                    <a:pt x="1788694" y="785855"/>
                  </a:lnTo>
                  <a:lnTo>
                    <a:pt x="1788632" y="785832"/>
                  </a:lnTo>
                  <a:lnTo>
                    <a:pt x="1788599" y="785810"/>
                  </a:lnTo>
                  <a:lnTo>
                    <a:pt x="1788556" y="785739"/>
                  </a:lnTo>
                  <a:lnTo>
                    <a:pt x="1788556" y="785715"/>
                  </a:lnTo>
                  <a:lnTo>
                    <a:pt x="1788577" y="785669"/>
                  </a:lnTo>
                  <a:lnTo>
                    <a:pt x="1788626" y="785634"/>
                  </a:lnTo>
                  <a:lnTo>
                    <a:pt x="1788737" y="785590"/>
                  </a:lnTo>
                  <a:lnTo>
                    <a:pt x="1788797" y="785504"/>
                  </a:lnTo>
                  <a:lnTo>
                    <a:pt x="1788665" y="785391"/>
                  </a:lnTo>
                  <a:lnTo>
                    <a:pt x="1788548" y="785372"/>
                  </a:lnTo>
                  <a:lnTo>
                    <a:pt x="1788408" y="785353"/>
                  </a:lnTo>
                  <a:lnTo>
                    <a:pt x="1788250" y="785372"/>
                  </a:lnTo>
                  <a:lnTo>
                    <a:pt x="1787955" y="785567"/>
                  </a:lnTo>
                  <a:lnTo>
                    <a:pt x="1787783" y="785739"/>
                  </a:lnTo>
                  <a:lnTo>
                    <a:pt x="1787748" y="785800"/>
                  </a:lnTo>
                  <a:lnTo>
                    <a:pt x="1787740" y="785806"/>
                  </a:lnTo>
                  <a:lnTo>
                    <a:pt x="1787727" y="785792"/>
                  </a:lnTo>
                  <a:lnTo>
                    <a:pt x="1787716" y="785779"/>
                  </a:lnTo>
                  <a:lnTo>
                    <a:pt x="1787693" y="785754"/>
                  </a:lnTo>
                  <a:lnTo>
                    <a:pt x="1787666" y="785724"/>
                  </a:lnTo>
                  <a:lnTo>
                    <a:pt x="1787674" y="785699"/>
                  </a:lnTo>
                  <a:lnTo>
                    <a:pt x="1787761" y="785393"/>
                  </a:lnTo>
                  <a:lnTo>
                    <a:pt x="1787742" y="785319"/>
                  </a:lnTo>
                  <a:lnTo>
                    <a:pt x="1787684" y="785257"/>
                  </a:lnTo>
                  <a:lnTo>
                    <a:pt x="1787664" y="785242"/>
                  </a:lnTo>
                  <a:lnTo>
                    <a:pt x="1787644" y="785240"/>
                  </a:lnTo>
                  <a:lnTo>
                    <a:pt x="1787630" y="785224"/>
                  </a:lnTo>
                  <a:lnTo>
                    <a:pt x="1787615" y="785106"/>
                  </a:lnTo>
                  <a:lnTo>
                    <a:pt x="1787620" y="785090"/>
                  </a:lnTo>
                  <a:lnTo>
                    <a:pt x="1787700" y="784963"/>
                  </a:lnTo>
                  <a:lnTo>
                    <a:pt x="1787735" y="784943"/>
                  </a:lnTo>
                  <a:lnTo>
                    <a:pt x="1787768" y="784907"/>
                  </a:lnTo>
                  <a:lnTo>
                    <a:pt x="1787766" y="784878"/>
                  </a:lnTo>
                  <a:lnTo>
                    <a:pt x="1787659" y="784822"/>
                  </a:lnTo>
                  <a:lnTo>
                    <a:pt x="1787173" y="784567"/>
                  </a:lnTo>
                  <a:lnTo>
                    <a:pt x="1787157" y="784570"/>
                  </a:lnTo>
                  <a:lnTo>
                    <a:pt x="1787057" y="784630"/>
                  </a:lnTo>
                  <a:lnTo>
                    <a:pt x="1787044" y="784646"/>
                  </a:lnTo>
                  <a:lnTo>
                    <a:pt x="1787035" y="784714"/>
                  </a:lnTo>
                  <a:lnTo>
                    <a:pt x="1787036" y="784773"/>
                  </a:lnTo>
                  <a:lnTo>
                    <a:pt x="1787069" y="784845"/>
                  </a:lnTo>
                  <a:lnTo>
                    <a:pt x="1787187" y="784840"/>
                  </a:lnTo>
                  <a:lnTo>
                    <a:pt x="1787187" y="784883"/>
                  </a:lnTo>
                  <a:lnTo>
                    <a:pt x="1787170" y="784904"/>
                  </a:lnTo>
                  <a:lnTo>
                    <a:pt x="1787138" y="784926"/>
                  </a:lnTo>
                  <a:lnTo>
                    <a:pt x="1787010" y="784962"/>
                  </a:lnTo>
                  <a:lnTo>
                    <a:pt x="1786812" y="784997"/>
                  </a:lnTo>
                  <a:lnTo>
                    <a:pt x="1786555" y="785201"/>
                  </a:lnTo>
                  <a:lnTo>
                    <a:pt x="1786392" y="785449"/>
                  </a:lnTo>
                  <a:lnTo>
                    <a:pt x="1786302" y="785447"/>
                  </a:lnTo>
                  <a:lnTo>
                    <a:pt x="1786231" y="785464"/>
                  </a:lnTo>
                  <a:lnTo>
                    <a:pt x="1786183" y="785487"/>
                  </a:lnTo>
                  <a:lnTo>
                    <a:pt x="1786121" y="785588"/>
                  </a:lnTo>
                  <a:lnTo>
                    <a:pt x="1786101" y="785655"/>
                  </a:lnTo>
                  <a:lnTo>
                    <a:pt x="1786291" y="785645"/>
                  </a:lnTo>
                  <a:lnTo>
                    <a:pt x="1786298" y="785652"/>
                  </a:lnTo>
                  <a:lnTo>
                    <a:pt x="1786384" y="785853"/>
                  </a:lnTo>
                  <a:lnTo>
                    <a:pt x="1786170" y="785861"/>
                  </a:lnTo>
                  <a:lnTo>
                    <a:pt x="1785960" y="785881"/>
                  </a:lnTo>
                  <a:lnTo>
                    <a:pt x="1785934" y="785895"/>
                  </a:lnTo>
                  <a:lnTo>
                    <a:pt x="1785868" y="785993"/>
                  </a:lnTo>
                  <a:lnTo>
                    <a:pt x="1785845" y="786056"/>
                  </a:lnTo>
                  <a:lnTo>
                    <a:pt x="1785837" y="786104"/>
                  </a:lnTo>
                  <a:lnTo>
                    <a:pt x="1785846" y="786133"/>
                  </a:lnTo>
                  <a:lnTo>
                    <a:pt x="1785870" y="786171"/>
                  </a:lnTo>
                  <a:lnTo>
                    <a:pt x="1785934" y="786245"/>
                  </a:lnTo>
                  <a:lnTo>
                    <a:pt x="1786499" y="786227"/>
                  </a:lnTo>
                  <a:lnTo>
                    <a:pt x="1786561" y="786446"/>
                  </a:lnTo>
                  <a:lnTo>
                    <a:pt x="1785994" y="786797"/>
                  </a:lnTo>
                  <a:lnTo>
                    <a:pt x="1786123" y="786978"/>
                  </a:lnTo>
                  <a:lnTo>
                    <a:pt x="1785984" y="787063"/>
                  </a:lnTo>
                  <a:lnTo>
                    <a:pt x="1786309" y="787508"/>
                  </a:lnTo>
                  <a:lnTo>
                    <a:pt x="1785980" y="787716"/>
                  </a:lnTo>
                  <a:lnTo>
                    <a:pt x="1785725" y="787360"/>
                  </a:lnTo>
                  <a:lnTo>
                    <a:pt x="1785341" y="787596"/>
                  </a:lnTo>
                  <a:lnTo>
                    <a:pt x="1785267" y="787493"/>
                  </a:lnTo>
                  <a:lnTo>
                    <a:pt x="1785181" y="787556"/>
                  </a:lnTo>
                  <a:lnTo>
                    <a:pt x="1784935" y="787552"/>
                  </a:lnTo>
                  <a:lnTo>
                    <a:pt x="1784879" y="787465"/>
                  </a:lnTo>
                  <a:lnTo>
                    <a:pt x="1784853" y="787426"/>
                  </a:lnTo>
                  <a:lnTo>
                    <a:pt x="1784853" y="787418"/>
                  </a:lnTo>
                  <a:lnTo>
                    <a:pt x="1784884" y="787402"/>
                  </a:lnTo>
                  <a:lnTo>
                    <a:pt x="1784883" y="787389"/>
                  </a:lnTo>
                  <a:lnTo>
                    <a:pt x="1784877" y="787365"/>
                  </a:lnTo>
                  <a:lnTo>
                    <a:pt x="1784842" y="787326"/>
                  </a:lnTo>
                  <a:lnTo>
                    <a:pt x="1784799" y="787295"/>
                  </a:lnTo>
                  <a:lnTo>
                    <a:pt x="1784767" y="787276"/>
                  </a:lnTo>
                  <a:lnTo>
                    <a:pt x="1784644" y="787308"/>
                  </a:lnTo>
                  <a:lnTo>
                    <a:pt x="1784634" y="787305"/>
                  </a:lnTo>
                  <a:lnTo>
                    <a:pt x="1784628" y="787286"/>
                  </a:lnTo>
                  <a:lnTo>
                    <a:pt x="1784628" y="785921"/>
                  </a:lnTo>
                  <a:lnTo>
                    <a:pt x="1784453" y="785568"/>
                  </a:lnTo>
                  <a:lnTo>
                    <a:pt x="1784309" y="785297"/>
                  </a:lnTo>
                  <a:lnTo>
                    <a:pt x="1784239" y="785164"/>
                  </a:lnTo>
                  <a:lnTo>
                    <a:pt x="1784157" y="784981"/>
                  </a:lnTo>
                  <a:lnTo>
                    <a:pt x="1784135" y="784965"/>
                  </a:lnTo>
                  <a:lnTo>
                    <a:pt x="1784106" y="784961"/>
                  </a:lnTo>
                  <a:lnTo>
                    <a:pt x="1784096" y="784960"/>
                  </a:lnTo>
                  <a:lnTo>
                    <a:pt x="1784083" y="784958"/>
                  </a:lnTo>
                  <a:lnTo>
                    <a:pt x="1784059" y="785011"/>
                  </a:lnTo>
                  <a:lnTo>
                    <a:pt x="1784084" y="785490"/>
                  </a:lnTo>
                  <a:lnTo>
                    <a:pt x="1784111" y="785513"/>
                  </a:lnTo>
                  <a:lnTo>
                    <a:pt x="1784113" y="785556"/>
                  </a:lnTo>
                  <a:lnTo>
                    <a:pt x="1784121" y="785673"/>
                  </a:lnTo>
                  <a:lnTo>
                    <a:pt x="1784112" y="785699"/>
                  </a:lnTo>
                  <a:lnTo>
                    <a:pt x="1784096" y="785712"/>
                  </a:lnTo>
                  <a:lnTo>
                    <a:pt x="1784062" y="785709"/>
                  </a:lnTo>
                  <a:lnTo>
                    <a:pt x="1783945" y="785683"/>
                  </a:lnTo>
                  <a:lnTo>
                    <a:pt x="1783862" y="785694"/>
                  </a:lnTo>
                  <a:lnTo>
                    <a:pt x="1783780" y="785840"/>
                  </a:lnTo>
                  <a:lnTo>
                    <a:pt x="1783680" y="785827"/>
                  </a:lnTo>
                  <a:lnTo>
                    <a:pt x="1783641" y="785736"/>
                  </a:lnTo>
                  <a:lnTo>
                    <a:pt x="1783496" y="785805"/>
                  </a:lnTo>
                  <a:lnTo>
                    <a:pt x="1783086" y="786032"/>
                  </a:lnTo>
                  <a:lnTo>
                    <a:pt x="1783120" y="786117"/>
                  </a:lnTo>
                  <a:lnTo>
                    <a:pt x="1782881" y="786226"/>
                  </a:lnTo>
                  <a:lnTo>
                    <a:pt x="1782490" y="786430"/>
                  </a:lnTo>
                  <a:lnTo>
                    <a:pt x="1782395" y="786485"/>
                  </a:lnTo>
                  <a:lnTo>
                    <a:pt x="1782127" y="786698"/>
                  </a:lnTo>
                  <a:lnTo>
                    <a:pt x="1782089" y="786728"/>
                  </a:lnTo>
                  <a:lnTo>
                    <a:pt x="1782030" y="786786"/>
                  </a:lnTo>
                  <a:lnTo>
                    <a:pt x="1781811" y="787087"/>
                  </a:lnTo>
                  <a:lnTo>
                    <a:pt x="1781550" y="787245"/>
                  </a:lnTo>
                  <a:lnTo>
                    <a:pt x="1781316" y="787231"/>
                  </a:lnTo>
                  <a:lnTo>
                    <a:pt x="1781253" y="787111"/>
                  </a:lnTo>
                  <a:lnTo>
                    <a:pt x="1781245" y="787013"/>
                  </a:lnTo>
                  <a:lnTo>
                    <a:pt x="1781239" y="786981"/>
                  </a:lnTo>
                  <a:lnTo>
                    <a:pt x="1781044" y="786885"/>
                  </a:lnTo>
                  <a:lnTo>
                    <a:pt x="1781017" y="786850"/>
                  </a:lnTo>
                  <a:lnTo>
                    <a:pt x="1780785" y="786557"/>
                  </a:lnTo>
                  <a:lnTo>
                    <a:pt x="1780461" y="786238"/>
                  </a:lnTo>
                  <a:lnTo>
                    <a:pt x="1780415" y="786244"/>
                  </a:lnTo>
                  <a:lnTo>
                    <a:pt x="1780414" y="786277"/>
                  </a:lnTo>
                  <a:lnTo>
                    <a:pt x="1780447" y="786398"/>
                  </a:lnTo>
                  <a:lnTo>
                    <a:pt x="1780486" y="786469"/>
                  </a:lnTo>
                  <a:lnTo>
                    <a:pt x="1780553" y="786553"/>
                  </a:lnTo>
                  <a:lnTo>
                    <a:pt x="1780651" y="786632"/>
                  </a:lnTo>
                  <a:lnTo>
                    <a:pt x="1780692" y="786673"/>
                  </a:lnTo>
                  <a:lnTo>
                    <a:pt x="1780743" y="786723"/>
                  </a:lnTo>
                  <a:lnTo>
                    <a:pt x="1780879" y="786987"/>
                  </a:lnTo>
                  <a:lnTo>
                    <a:pt x="1780973" y="787200"/>
                  </a:lnTo>
                  <a:lnTo>
                    <a:pt x="1780964" y="787210"/>
                  </a:lnTo>
                  <a:lnTo>
                    <a:pt x="1780935" y="787204"/>
                  </a:lnTo>
                  <a:lnTo>
                    <a:pt x="1780764" y="787139"/>
                  </a:lnTo>
                  <a:lnTo>
                    <a:pt x="1780586" y="787072"/>
                  </a:lnTo>
                  <a:lnTo>
                    <a:pt x="1780419" y="787079"/>
                  </a:lnTo>
                  <a:lnTo>
                    <a:pt x="1780406" y="787082"/>
                  </a:lnTo>
                  <a:lnTo>
                    <a:pt x="1780371" y="787110"/>
                  </a:lnTo>
                  <a:lnTo>
                    <a:pt x="1780429" y="787194"/>
                  </a:lnTo>
                  <a:lnTo>
                    <a:pt x="1780477" y="787229"/>
                  </a:lnTo>
                  <a:lnTo>
                    <a:pt x="1780742" y="787375"/>
                  </a:lnTo>
                  <a:lnTo>
                    <a:pt x="1780957" y="787459"/>
                  </a:lnTo>
                  <a:lnTo>
                    <a:pt x="1781106" y="787591"/>
                  </a:lnTo>
                  <a:lnTo>
                    <a:pt x="1781149" y="787799"/>
                  </a:lnTo>
                  <a:lnTo>
                    <a:pt x="1781096" y="787995"/>
                  </a:lnTo>
                  <a:lnTo>
                    <a:pt x="1780947" y="788228"/>
                  </a:lnTo>
                  <a:lnTo>
                    <a:pt x="1780759" y="788138"/>
                  </a:lnTo>
                  <a:lnTo>
                    <a:pt x="1780663" y="788095"/>
                  </a:lnTo>
                  <a:lnTo>
                    <a:pt x="1780447" y="788087"/>
                  </a:lnTo>
                  <a:lnTo>
                    <a:pt x="1780445" y="788098"/>
                  </a:lnTo>
                  <a:lnTo>
                    <a:pt x="1780407" y="788220"/>
                  </a:lnTo>
                  <a:lnTo>
                    <a:pt x="1780351" y="788217"/>
                  </a:lnTo>
                  <a:lnTo>
                    <a:pt x="1780143" y="788173"/>
                  </a:lnTo>
                  <a:lnTo>
                    <a:pt x="1780071" y="788179"/>
                  </a:lnTo>
                  <a:lnTo>
                    <a:pt x="1779994" y="788193"/>
                  </a:lnTo>
                  <a:lnTo>
                    <a:pt x="1779970" y="788212"/>
                  </a:lnTo>
                  <a:lnTo>
                    <a:pt x="1780002" y="788255"/>
                  </a:lnTo>
                  <a:lnTo>
                    <a:pt x="1780046" y="788240"/>
                  </a:lnTo>
                  <a:lnTo>
                    <a:pt x="1780111" y="788236"/>
                  </a:lnTo>
                  <a:lnTo>
                    <a:pt x="1780278" y="788265"/>
                  </a:lnTo>
                  <a:lnTo>
                    <a:pt x="1780278" y="788316"/>
                  </a:lnTo>
                  <a:lnTo>
                    <a:pt x="1780024" y="788349"/>
                  </a:lnTo>
                  <a:lnTo>
                    <a:pt x="1779899" y="788394"/>
                  </a:lnTo>
                  <a:lnTo>
                    <a:pt x="1779888" y="788401"/>
                  </a:lnTo>
                  <a:lnTo>
                    <a:pt x="1779878" y="788426"/>
                  </a:lnTo>
                  <a:lnTo>
                    <a:pt x="1779858" y="788478"/>
                  </a:lnTo>
                  <a:lnTo>
                    <a:pt x="1779853" y="788509"/>
                  </a:lnTo>
                  <a:lnTo>
                    <a:pt x="1779987" y="788565"/>
                  </a:lnTo>
                  <a:lnTo>
                    <a:pt x="1780532" y="788514"/>
                  </a:lnTo>
                  <a:lnTo>
                    <a:pt x="1780547" y="788493"/>
                  </a:lnTo>
                  <a:lnTo>
                    <a:pt x="1780560" y="788501"/>
                  </a:lnTo>
                  <a:lnTo>
                    <a:pt x="1780571" y="788537"/>
                  </a:lnTo>
                  <a:lnTo>
                    <a:pt x="1780518" y="788664"/>
                  </a:lnTo>
                  <a:lnTo>
                    <a:pt x="1780468" y="788739"/>
                  </a:lnTo>
                  <a:lnTo>
                    <a:pt x="1780279" y="788982"/>
                  </a:lnTo>
                  <a:lnTo>
                    <a:pt x="1779966" y="789469"/>
                  </a:lnTo>
                  <a:lnTo>
                    <a:pt x="1779852" y="789724"/>
                  </a:lnTo>
                  <a:lnTo>
                    <a:pt x="1779659" y="790197"/>
                  </a:lnTo>
                  <a:lnTo>
                    <a:pt x="1779626" y="790361"/>
                  </a:lnTo>
                  <a:lnTo>
                    <a:pt x="1779681" y="790489"/>
                  </a:lnTo>
                  <a:lnTo>
                    <a:pt x="1779715" y="790547"/>
                  </a:lnTo>
                  <a:lnTo>
                    <a:pt x="1779793" y="790648"/>
                  </a:lnTo>
                  <a:lnTo>
                    <a:pt x="1779815" y="790722"/>
                  </a:lnTo>
                  <a:lnTo>
                    <a:pt x="1779816" y="790789"/>
                  </a:lnTo>
                  <a:lnTo>
                    <a:pt x="1779778" y="790892"/>
                  </a:lnTo>
                  <a:lnTo>
                    <a:pt x="1779653" y="790904"/>
                  </a:lnTo>
                  <a:lnTo>
                    <a:pt x="1779635" y="790896"/>
                  </a:lnTo>
                  <a:lnTo>
                    <a:pt x="1779594" y="790872"/>
                  </a:lnTo>
                  <a:lnTo>
                    <a:pt x="1779497" y="790894"/>
                  </a:lnTo>
                  <a:lnTo>
                    <a:pt x="1779470" y="790917"/>
                  </a:lnTo>
                  <a:lnTo>
                    <a:pt x="1779411" y="791004"/>
                  </a:lnTo>
                  <a:lnTo>
                    <a:pt x="1779207" y="791435"/>
                  </a:lnTo>
                  <a:lnTo>
                    <a:pt x="1779181" y="791527"/>
                  </a:lnTo>
                  <a:lnTo>
                    <a:pt x="1779157" y="791609"/>
                  </a:lnTo>
                  <a:lnTo>
                    <a:pt x="1779135" y="791796"/>
                  </a:lnTo>
                  <a:lnTo>
                    <a:pt x="1779038" y="792242"/>
                  </a:lnTo>
                  <a:lnTo>
                    <a:pt x="1779035" y="792346"/>
                  </a:lnTo>
                  <a:lnTo>
                    <a:pt x="1778889" y="792532"/>
                  </a:lnTo>
                  <a:lnTo>
                    <a:pt x="1778839" y="792618"/>
                  </a:lnTo>
                  <a:lnTo>
                    <a:pt x="1778810" y="792710"/>
                  </a:lnTo>
                  <a:lnTo>
                    <a:pt x="1778802" y="792762"/>
                  </a:lnTo>
                  <a:lnTo>
                    <a:pt x="1778789" y="792820"/>
                  </a:lnTo>
                  <a:lnTo>
                    <a:pt x="1778743" y="792818"/>
                  </a:lnTo>
                  <a:lnTo>
                    <a:pt x="1778568" y="792849"/>
                  </a:lnTo>
                  <a:lnTo>
                    <a:pt x="1778153" y="793061"/>
                  </a:lnTo>
                  <a:lnTo>
                    <a:pt x="1778110" y="793090"/>
                  </a:lnTo>
                  <a:lnTo>
                    <a:pt x="1778074" y="793129"/>
                  </a:lnTo>
                  <a:lnTo>
                    <a:pt x="1778042" y="793182"/>
                  </a:lnTo>
                  <a:lnTo>
                    <a:pt x="1777980" y="793335"/>
                  </a:lnTo>
                  <a:lnTo>
                    <a:pt x="1777942" y="793470"/>
                  </a:lnTo>
                  <a:lnTo>
                    <a:pt x="1777927" y="793547"/>
                  </a:lnTo>
                  <a:lnTo>
                    <a:pt x="1777920" y="793634"/>
                  </a:lnTo>
                  <a:lnTo>
                    <a:pt x="1777918" y="793701"/>
                  </a:lnTo>
                  <a:lnTo>
                    <a:pt x="1777929" y="793801"/>
                  </a:lnTo>
                  <a:lnTo>
                    <a:pt x="1777918" y="793856"/>
                  </a:lnTo>
                  <a:lnTo>
                    <a:pt x="1777808" y="793997"/>
                  </a:lnTo>
                  <a:lnTo>
                    <a:pt x="1777691" y="794232"/>
                  </a:lnTo>
                  <a:lnTo>
                    <a:pt x="1777560" y="794545"/>
                  </a:lnTo>
                  <a:lnTo>
                    <a:pt x="1777470" y="794789"/>
                  </a:lnTo>
                  <a:lnTo>
                    <a:pt x="1777427" y="794939"/>
                  </a:lnTo>
                  <a:lnTo>
                    <a:pt x="1777359" y="795225"/>
                  </a:lnTo>
                  <a:lnTo>
                    <a:pt x="1777335" y="795401"/>
                  </a:lnTo>
                  <a:lnTo>
                    <a:pt x="1777334" y="795431"/>
                  </a:lnTo>
                  <a:lnTo>
                    <a:pt x="1777215" y="795357"/>
                  </a:lnTo>
                  <a:lnTo>
                    <a:pt x="1777179" y="795272"/>
                  </a:lnTo>
                  <a:lnTo>
                    <a:pt x="1777111" y="795271"/>
                  </a:lnTo>
                  <a:lnTo>
                    <a:pt x="1777062" y="795345"/>
                  </a:lnTo>
                  <a:lnTo>
                    <a:pt x="1777062" y="795369"/>
                  </a:lnTo>
                  <a:lnTo>
                    <a:pt x="1777107" y="795558"/>
                  </a:lnTo>
                  <a:lnTo>
                    <a:pt x="1777129" y="795584"/>
                  </a:lnTo>
                  <a:lnTo>
                    <a:pt x="1777162" y="795594"/>
                  </a:lnTo>
                  <a:lnTo>
                    <a:pt x="1777234" y="795597"/>
                  </a:lnTo>
                  <a:lnTo>
                    <a:pt x="1777280" y="795591"/>
                  </a:lnTo>
                  <a:lnTo>
                    <a:pt x="1777316" y="795573"/>
                  </a:lnTo>
                  <a:lnTo>
                    <a:pt x="1777346" y="795561"/>
                  </a:lnTo>
                  <a:lnTo>
                    <a:pt x="1777358" y="795619"/>
                  </a:lnTo>
                  <a:lnTo>
                    <a:pt x="1777342" y="795894"/>
                  </a:lnTo>
                  <a:lnTo>
                    <a:pt x="1777339" y="796024"/>
                  </a:lnTo>
                  <a:lnTo>
                    <a:pt x="1777474" y="796558"/>
                  </a:lnTo>
                  <a:lnTo>
                    <a:pt x="1777478" y="796592"/>
                  </a:lnTo>
                  <a:lnTo>
                    <a:pt x="1777126" y="796999"/>
                  </a:lnTo>
                  <a:lnTo>
                    <a:pt x="1777022" y="797175"/>
                  </a:lnTo>
                  <a:lnTo>
                    <a:pt x="1776954" y="797548"/>
                  </a:lnTo>
                  <a:lnTo>
                    <a:pt x="1776931" y="797558"/>
                  </a:lnTo>
                  <a:lnTo>
                    <a:pt x="1776761" y="797526"/>
                  </a:lnTo>
                  <a:lnTo>
                    <a:pt x="1776819" y="797215"/>
                  </a:lnTo>
                  <a:lnTo>
                    <a:pt x="1776909" y="796873"/>
                  </a:lnTo>
                  <a:lnTo>
                    <a:pt x="1777051" y="796662"/>
                  </a:lnTo>
                  <a:lnTo>
                    <a:pt x="1777009" y="796581"/>
                  </a:lnTo>
                  <a:lnTo>
                    <a:pt x="1776899" y="796569"/>
                  </a:lnTo>
                  <a:lnTo>
                    <a:pt x="1776402" y="796522"/>
                  </a:lnTo>
                  <a:lnTo>
                    <a:pt x="1776300" y="796825"/>
                  </a:lnTo>
                  <a:lnTo>
                    <a:pt x="1776310" y="796854"/>
                  </a:lnTo>
                  <a:lnTo>
                    <a:pt x="1776315" y="797684"/>
                  </a:lnTo>
                  <a:lnTo>
                    <a:pt x="1776316" y="797938"/>
                  </a:lnTo>
                  <a:lnTo>
                    <a:pt x="1776317" y="798508"/>
                  </a:lnTo>
                  <a:lnTo>
                    <a:pt x="1776142" y="798508"/>
                  </a:lnTo>
                  <a:lnTo>
                    <a:pt x="1776165" y="799659"/>
                  </a:lnTo>
                  <a:lnTo>
                    <a:pt x="1775619" y="799653"/>
                  </a:lnTo>
                  <a:lnTo>
                    <a:pt x="1775610" y="798280"/>
                  </a:lnTo>
                  <a:lnTo>
                    <a:pt x="1775223" y="798281"/>
                  </a:lnTo>
                  <a:lnTo>
                    <a:pt x="1775209" y="798288"/>
                  </a:lnTo>
                  <a:lnTo>
                    <a:pt x="1775001" y="798284"/>
                  </a:lnTo>
                  <a:lnTo>
                    <a:pt x="1774779" y="798326"/>
                  </a:lnTo>
                  <a:lnTo>
                    <a:pt x="1774568" y="798413"/>
                  </a:lnTo>
                  <a:lnTo>
                    <a:pt x="1773928" y="798733"/>
                  </a:lnTo>
                  <a:lnTo>
                    <a:pt x="1773916" y="798564"/>
                  </a:lnTo>
                  <a:lnTo>
                    <a:pt x="1773882" y="798580"/>
                  </a:lnTo>
                  <a:lnTo>
                    <a:pt x="1773787" y="798694"/>
                  </a:lnTo>
                  <a:lnTo>
                    <a:pt x="1773792" y="798739"/>
                  </a:lnTo>
                  <a:lnTo>
                    <a:pt x="1774082" y="798923"/>
                  </a:lnTo>
                  <a:lnTo>
                    <a:pt x="1774186" y="798993"/>
                  </a:lnTo>
                  <a:lnTo>
                    <a:pt x="1774191" y="799004"/>
                  </a:lnTo>
                  <a:lnTo>
                    <a:pt x="1774193" y="799021"/>
                  </a:lnTo>
                  <a:lnTo>
                    <a:pt x="1773983" y="799295"/>
                  </a:lnTo>
                  <a:lnTo>
                    <a:pt x="1773962" y="799306"/>
                  </a:lnTo>
                  <a:lnTo>
                    <a:pt x="1773950" y="799301"/>
                  </a:lnTo>
                  <a:lnTo>
                    <a:pt x="1773503" y="799027"/>
                  </a:lnTo>
                  <a:lnTo>
                    <a:pt x="1773489" y="799038"/>
                  </a:lnTo>
                  <a:lnTo>
                    <a:pt x="1773405" y="799157"/>
                  </a:lnTo>
                  <a:lnTo>
                    <a:pt x="1773268" y="799375"/>
                  </a:lnTo>
                  <a:lnTo>
                    <a:pt x="1773156" y="799608"/>
                  </a:lnTo>
                  <a:lnTo>
                    <a:pt x="1773076" y="799800"/>
                  </a:lnTo>
                  <a:lnTo>
                    <a:pt x="1773009" y="799923"/>
                  </a:lnTo>
                  <a:lnTo>
                    <a:pt x="1772969" y="799972"/>
                  </a:lnTo>
                  <a:lnTo>
                    <a:pt x="1772931" y="799999"/>
                  </a:lnTo>
                  <a:lnTo>
                    <a:pt x="1772897" y="799927"/>
                  </a:lnTo>
                  <a:lnTo>
                    <a:pt x="1772907" y="799841"/>
                  </a:lnTo>
                  <a:lnTo>
                    <a:pt x="1772894" y="799678"/>
                  </a:lnTo>
                  <a:lnTo>
                    <a:pt x="1772866" y="799635"/>
                  </a:lnTo>
                  <a:lnTo>
                    <a:pt x="1772800" y="799550"/>
                  </a:lnTo>
                  <a:lnTo>
                    <a:pt x="1772696" y="799581"/>
                  </a:lnTo>
                  <a:lnTo>
                    <a:pt x="1772598" y="799611"/>
                  </a:lnTo>
                  <a:lnTo>
                    <a:pt x="1772588" y="799619"/>
                  </a:lnTo>
                  <a:lnTo>
                    <a:pt x="1772526" y="799727"/>
                  </a:lnTo>
                  <a:lnTo>
                    <a:pt x="1772641" y="799866"/>
                  </a:lnTo>
                  <a:lnTo>
                    <a:pt x="1772757" y="799960"/>
                  </a:lnTo>
                  <a:lnTo>
                    <a:pt x="1772774" y="800013"/>
                  </a:lnTo>
                  <a:lnTo>
                    <a:pt x="1772743" y="800360"/>
                  </a:lnTo>
                  <a:lnTo>
                    <a:pt x="1772461" y="800678"/>
                  </a:lnTo>
                  <a:lnTo>
                    <a:pt x="1772279" y="800532"/>
                  </a:lnTo>
                  <a:lnTo>
                    <a:pt x="1772077" y="800703"/>
                  </a:lnTo>
                  <a:lnTo>
                    <a:pt x="1771682" y="801006"/>
                  </a:lnTo>
                  <a:lnTo>
                    <a:pt x="1771514" y="801177"/>
                  </a:lnTo>
                  <a:lnTo>
                    <a:pt x="1771478" y="801224"/>
                  </a:lnTo>
                  <a:lnTo>
                    <a:pt x="1771462" y="801258"/>
                  </a:lnTo>
                  <a:lnTo>
                    <a:pt x="1771404" y="801426"/>
                  </a:lnTo>
                  <a:lnTo>
                    <a:pt x="1771383" y="801557"/>
                  </a:lnTo>
                  <a:lnTo>
                    <a:pt x="1771450" y="801665"/>
                  </a:lnTo>
                  <a:lnTo>
                    <a:pt x="1771444" y="801728"/>
                  </a:lnTo>
                  <a:lnTo>
                    <a:pt x="1771371" y="801965"/>
                  </a:lnTo>
                  <a:lnTo>
                    <a:pt x="1771304" y="802229"/>
                  </a:lnTo>
                  <a:lnTo>
                    <a:pt x="1771229" y="802565"/>
                  </a:lnTo>
                  <a:lnTo>
                    <a:pt x="1771204" y="802685"/>
                  </a:lnTo>
                  <a:lnTo>
                    <a:pt x="1771083" y="803206"/>
                  </a:lnTo>
                  <a:lnTo>
                    <a:pt x="1771023" y="803391"/>
                  </a:lnTo>
                  <a:lnTo>
                    <a:pt x="1770907" y="803619"/>
                  </a:lnTo>
                  <a:lnTo>
                    <a:pt x="1770761" y="803996"/>
                  </a:lnTo>
                  <a:lnTo>
                    <a:pt x="1770732" y="804090"/>
                  </a:lnTo>
                  <a:lnTo>
                    <a:pt x="1770655" y="804335"/>
                  </a:lnTo>
                  <a:lnTo>
                    <a:pt x="1770532" y="804982"/>
                  </a:lnTo>
                  <a:lnTo>
                    <a:pt x="1770515" y="805145"/>
                  </a:lnTo>
                  <a:lnTo>
                    <a:pt x="1770474" y="805501"/>
                  </a:lnTo>
                  <a:lnTo>
                    <a:pt x="1770409" y="805920"/>
                  </a:lnTo>
                  <a:lnTo>
                    <a:pt x="1770342" y="806123"/>
                  </a:lnTo>
                  <a:lnTo>
                    <a:pt x="1770267" y="806197"/>
                  </a:lnTo>
                  <a:lnTo>
                    <a:pt x="1770261" y="806338"/>
                  </a:lnTo>
                  <a:lnTo>
                    <a:pt x="1770274" y="806417"/>
                  </a:lnTo>
                  <a:lnTo>
                    <a:pt x="1770291" y="806586"/>
                  </a:lnTo>
                  <a:lnTo>
                    <a:pt x="1770262" y="806977"/>
                  </a:lnTo>
                  <a:lnTo>
                    <a:pt x="1770219" y="806995"/>
                  </a:lnTo>
                  <a:lnTo>
                    <a:pt x="1770216" y="807279"/>
                  </a:lnTo>
                  <a:lnTo>
                    <a:pt x="1770234" y="807370"/>
                  </a:lnTo>
                  <a:lnTo>
                    <a:pt x="1770535" y="807363"/>
                  </a:lnTo>
                  <a:lnTo>
                    <a:pt x="1770793" y="807428"/>
                  </a:lnTo>
                  <a:lnTo>
                    <a:pt x="1770761" y="807708"/>
                  </a:lnTo>
                  <a:lnTo>
                    <a:pt x="1770649" y="808161"/>
                  </a:lnTo>
                  <a:lnTo>
                    <a:pt x="1770640" y="808190"/>
                  </a:lnTo>
                  <a:lnTo>
                    <a:pt x="1770497" y="808371"/>
                  </a:lnTo>
                  <a:lnTo>
                    <a:pt x="1770457" y="808366"/>
                  </a:lnTo>
                  <a:lnTo>
                    <a:pt x="1770347" y="808257"/>
                  </a:lnTo>
                  <a:lnTo>
                    <a:pt x="1770318" y="808208"/>
                  </a:lnTo>
                  <a:lnTo>
                    <a:pt x="1770310" y="808191"/>
                  </a:lnTo>
                  <a:lnTo>
                    <a:pt x="1770290" y="808163"/>
                  </a:lnTo>
                  <a:lnTo>
                    <a:pt x="1770241" y="808149"/>
                  </a:lnTo>
                  <a:lnTo>
                    <a:pt x="1770196" y="808166"/>
                  </a:lnTo>
                  <a:lnTo>
                    <a:pt x="1770132" y="808241"/>
                  </a:lnTo>
                  <a:lnTo>
                    <a:pt x="1770099" y="808355"/>
                  </a:lnTo>
                  <a:lnTo>
                    <a:pt x="1770130" y="808462"/>
                  </a:lnTo>
                  <a:lnTo>
                    <a:pt x="1770177" y="808468"/>
                  </a:lnTo>
                  <a:lnTo>
                    <a:pt x="1770370" y="808457"/>
                  </a:lnTo>
                  <a:lnTo>
                    <a:pt x="1770467" y="808470"/>
                  </a:lnTo>
                  <a:lnTo>
                    <a:pt x="1770503" y="808717"/>
                  </a:lnTo>
                  <a:lnTo>
                    <a:pt x="1770750" y="808691"/>
                  </a:lnTo>
                  <a:lnTo>
                    <a:pt x="1770794" y="808954"/>
                  </a:lnTo>
                  <a:lnTo>
                    <a:pt x="1770282" y="809014"/>
                  </a:lnTo>
                  <a:lnTo>
                    <a:pt x="1770303" y="809172"/>
                  </a:lnTo>
                  <a:lnTo>
                    <a:pt x="1770134" y="809191"/>
                  </a:lnTo>
                  <a:lnTo>
                    <a:pt x="1770082" y="808870"/>
                  </a:lnTo>
                  <a:lnTo>
                    <a:pt x="1770030" y="808819"/>
                  </a:lnTo>
                  <a:lnTo>
                    <a:pt x="1769725" y="809039"/>
                  </a:lnTo>
                  <a:lnTo>
                    <a:pt x="1769719" y="809270"/>
                  </a:lnTo>
                  <a:lnTo>
                    <a:pt x="1769757" y="809543"/>
                  </a:lnTo>
                  <a:lnTo>
                    <a:pt x="1769277" y="809601"/>
                  </a:lnTo>
                  <a:lnTo>
                    <a:pt x="1769218" y="809271"/>
                  </a:lnTo>
                  <a:lnTo>
                    <a:pt x="1769476" y="809100"/>
                  </a:lnTo>
                  <a:lnTo>
                    <a:pt x="1769606" y="808993"/>
                  </a:lnTo>
                  <a:lnTo>
                    <a:pt x="1769628" y="808959"/>
                  </a:lnTo>
                  <a:lnTo>
                    <a:pt x="1769612" y="808922"/>
                  </a:lnTo>
                  <a:lnTo>
                    <a:pt x="1769566" y="808851"/>
                  </a:lnTo>
                  <a:lnTo>
                    <a:pt x="1769438" y="808897"/>
                  </a:lnTo>
                  <a:lnTo>
                    <a:pt x="1769321" y="808951"/>
                  </a:lnTo>
                  <a:lnTo>
                    <a:pt x="1769283" y="808979"/>
                  </a:lnTo>
                  <a:lnTo>
                    <a:pt x="1769167" y="809144"/>
                  </a:lnTo>
                  <a:lnTo>
                    <a:pt x="1769112" y="809231"/>
                  </a:lnTo>
                  <a:lnTo>
                    <a:pt x="1769087" y="809253"/>
                  </a:lnTo>
                  <a:lnTo>
                    <a:pt x="1769026" y="809265"/>
                  </a:lnTo>
                  <a:lnTo>
                    <a:pt x="1769013" y="809209"/>
                  </a:lnTo>
                  <a:lnTo>
                    <a:pt x="1768999" y="809188"/>
                  </a:lnTo>
                  <a:lnTo>
                    <a:pt x="1768973" y="809170"/>
                  </a:lnTo>
                  <a:lnTo>
                    <a:pt x="1768856" y="809121"/>
                  </a:lnTo>
                  <a:lnTo>
                    <a:pt x="1768804" y="809103"/>
                  </a:lnTo>
                  <a:lnTo>
                    <a:pt x="1768768" y="809096"/>
                  </a:lnTo>
                  <a:lnTo>
                    <a:pt x="1768635" y="809094"/>
                  </a:lnTo>
                  <a:lnTo>
                    <a:pt x="1768486" y="809133"/>
                  </a:lnTo>
                  <a:lnTo>
                    <a:pt x="1768361" y="809254"/>
                  </a:lnTo>
                  <a:lnTo>
                    <a:pt x="1768216" y="809317"/>
                  </a:lnTo>
                  <a:lnTo>
                    <a:pt x="1768106" y="809253"/>
                  </a:lnTo>
                  <a:lnTo>
                    <a:pt x="1768031" y="809235"/>
                  </a:lnTo>
                  <a:lnTo>
                    <a:pt x="1768014" y="809236"/>
                  </a:lnTo>
                  <a:lnTo>
                    <a:pt x="1767922" y="809262"/>
                  </a:lnTo>
                  <a:lnTo>
                    <a:pt x="1767383" y="809550"/>
                  </a:lnTo>
                  <a:lnTo>
                    <a:pt x="1767357" y="809578"/>
                  </a:lnTo>
                  <a:lnTo>
                    <a:pt x="1767299" y="809527"/>
                  </a:lnTo>
                  <a:lnTo>
                    <a:pt x="1767253" y="809305"/>
                  </a:lnTo>
                  <a:lnTo>
                    <a:pt x="1767225" y="809085"/>
                  </a:lnTo>
                  <a:lnTo>
                    <a:pt x="1767122" y="809096"/>
                  </a:lnTo>
                  <a:lnTo>
                    <a:pt x="1767137" y="809299"/>
                  </a:lnTo>
                  <a:lnTo>
                    <a:pt x="1767133" y="809408"/>
                  </a:lnTo>
                  <a:lnTo>
                    <a:pt x="1766933" y="809569"/>
                  </a:lnTo>
                  <a:lnTo>
                    <a:pt x="1766517" y="809724"/>
                  </a:lnTo>
                  <a:lnTo>
                    <a:pt x="1766139" y="809811"/>
                  </a:lnTo>
                  <a:lnTo>
                    <a:pt x="1765599" y="810014"/>
                  </a:lnTo>
                  <a:lnTo>
                    <a:pt x="1765647" y="810176"/>
                  </a:lnTo>
                  <a:lnTo>
                    <a:pt x="1765678" y="810316"/>
                  </a:lnTo>
                  <a:lnTo>
                    <a:pt x="1765126" y="810588"/>
                  </a:lnTo>
                  <a:lnTo>
                    <a:pt x="1765038" y="810321"/>
                  </a:lnTo>
                  <a:lnTo>
                    <a:pt x="1764999" y="810308"/>
                  </a:lnTo>
                  <a:lnTo>
                    <a:pt x="1764862" y="810389"/>
                  </a:lnTo>
                  <a:lnTo>
                    <a:pt x="1764873" y="810526"/>
                  </a:lnTo>
                  <a:lnTo>
                    <a:pt x="1764570" y="810622"/>
                  </a:lnTo>
                  <a:lnTo>
                    <a:pt x="1764523" y="810730"/>
                  </a:lnTo>
                  <a:lnTo>
                    <a:pt x="1764419" y="810975"/>
                  </a:lnTo>
                  <a:lnTo>
                    <a:pt x="1764236" y="811330"/>
                  </a:lnTo>
                  <a:lnTo>
                    <a:pt x="1764041" y="811274"/>
                  </a:lnTo>
                  <a:lnTo>
                    <a:pt x="1763999" y="811245"/>
                  </a:lnTo>
                  <a:lnTo>
                    <a:pt x="1763981" y="811288"/>
                  </a:lnTo>
                  <a:lnTo>
                    <a:pt x="1763815" y="811956"/>
                  </a:lnTo>
                  <a:lnTo>
                    <a:pt x="1763803" y="812013"/>
                  </a:lnTo>
                  <a:lnTo>
                    <a:pt x="1763798" y="812131"/>
                  </a:lnTo>
                  <a:lnTo>
                    <a:pt x="1763664" y="812645"/>
                  </a:lnTo>
                  <a:lnTo>
                    <a:pt x="1763607" y="812797"/>
                  </a:lnTo>
                  <a:lnTo>
                    <a:pt x="1763599" y="812969"/>
                  </a:lnTo>
                  <a:lnTo>
                    <a:pt x="1763607" y="813060"/>
                  </a:lnTo>
                  <a:lnTo>
                    <a:pt x="1763592" y="813287"/>
                  </a:lnTo>
                  <a:lnTo>
                    <a:pt x="1763455" y="813859"/>
                  </a:lnTo>
                  <a:lnTo>
                    <a:pt x="1763406" y="814089"/>
                  </a:lnTo>
                  <a:lnTo>
                    <a:pt x="1763379" y="814252"/>
                  </a:lnTo>
                  <a:lnTo>
                    <a:pt x="1763330" y="814943"/>
                  </a:lnTo>
                  <a:lnTo>
                    <a:pt x="1763321" y="815308"/>
                  </a:lnTo>
                  <a:lnTo>
                    <a:pt x="1763341" y="815646"/>
                  </a:lnTo>
                  <a:lnTo>
                    <a:pt x="1763404" y="816204"/>
                  </a:lnTo>
                  <a:lnTo>
                    <a:pt x="1763475" y="816559"/>
                  </a:lnTo>
                  <a:lnTo>
                    <a:pt x="1763416" y="816565"/>
                  </a:lnTo>
                  <a:lnTo>
                    <a:pt x="1763353" y="816555"/>
                  </a:lnTo>
                  <a:lnTo>
                    <a:pt x="1763281" y="816631"/>
                  </a:lnTo>
                  <a:lnTo>
                    <a:pt x="1763236" y="816678"/>
                  </a:lnTo>
                  <a:lnTo>
                    <a:pt x="1763373" y="816824"/>
                  </a:lnTo>
                  <a:lnTo>
                    <a:pt x="1763358" y="817066"/>
                  </a:lnTo>
                  <a:lnTo>
                    <a:pt x="1763308" y="817280"/>
                  </a:lnTo>
                  <a:lnTo>
                    <a:pt x="1763276" y="817394"/>
                  </a:lnTo>
                  <a:lnTo>
                    <a:pt x="1763209" y="817557"/>
                  </a:lnTo>
                  <a:lnTo>
                    <a:pt x="1763071" y="817788"/>
                  </a:lnTo>
                  <a:lnTo>
                    <a:pt x="1763198" y="817843"/>
                  </a:lnTo>
                  <a:lnTo>
                    <a:pt x="1763155" y="817941"/>
                  </a:lnTo>
                  <a:lnTo>
                    <a:pt x="1762912" y="817942"/>
                  </a:lnTo>
                  <a:lnTo>
                    <a:pt x="1762832" y="817988"/>
                  </a:lnTo>
                  <a:lnTo>
                    <a:pt x="1762824" y="818026"/>
                  </a:lnTo>
                  <a:lnTo>
                    <a:pt x="1762892" y="818094"/>
                  </a:lnTo>
                  <a:lnTo>
                    <a:pt x="1762904" y="818097"/>
                  </a:lnTo>
                  <a:lnTo>
                    <a:pt x="1762986" y="818116"/>
                  </a:lnTo>
                  <a:lnTo>
                    <a:pt x="1763510" y="818277"/>
                  </a:lnTo>
                  <a:lnTo>
                    <a:pt x="1763374" y="819450"/>
                  </a:lnTo>
                  <a:lnTo>
                    <a:pt x="1763346" y="819462"/>
                  </a:lnTo>
                  <a:lnTo>
                    <a:pt x="1763327" y="819447"/>
                  </a:lnTo>
                  <a:lnTo>
                    <a:pt x="1762820" y="819436"/>
                  </a:lnTo>
                  <a:lnTo>
                    <a:pt x="1762765" y="819556"/>
                  </a:lnTo>
                  <a:lnTo>
                    <a:pt x="1762780" y="819580"/>
                  </a:lnTo>
                  <a:lnTo>
                    <a:pt x="1762959" y="819561"/>
                  </a:lnTo>
                  <a:lnTo>
                    <a:pt x="1762968" y="819593"/>
                  </a:lnTo>
                  <a:lnTo>
                    <a:pt x="1763154" y="819580"/>
                  </a:lnTo>
                  <a:lnTo>
                    <a:pt x="1763706" y="819518"/>
                  </a:lnTo>
                  <a:lnTo>
                    <a:pt x="1763751" y="819515"/>
                  </a:lnTo>
                  <a:lnTo>
                    <a:pt x="1763809" y="819548"/>
                  </a:lnTo>
                  <a:lnTo>
                    <a:pt x="1763911" y="819824"/>
                  </a:lnTo>
                  <a:lnTo>
                    <a:pt x="1763928" y="819902"/>
                  </a:lnTo>
                  <a:lnTo>
                    <a:pt x="1763895" y="819963"/>
                  </a:lnTo>
                  <a:lnTo>
                    <a:pt x="1763669" y="820031"/>
                  </a:lnTo>
                  <a:lnTo>
                    <a:pt x="1763140" y="820294"/>
                  </a:lnTo>
                  <a:lnTo>
                    <a:pt x="1763140" y="820432"/>
                  </a:lnTo>
                  <a:lnTo>
                    <a:pt x="1763143" y="820595"/>
                  </a:lnTo>
                  <a:lnTo>
                    <a:pt x="1763180" y="820653"/>
                  </a:lnTo>
                  <a:lnTo>
                    <a:pt x="1763274" y="820718"/>
                  </a:lnTo>
                  <a:lnTo>
                    <a:pt x="1763359" y="820730"/>
                  </a:lnTo>
                  <a:lnTo>
                    <a:pt x="1763687" y="820578"/>
                  </a:lnTo>
                  <a:lnTo>
                    <a:pt x="1763801" y="820853"/>
                  </a:lnTo>
                  <a:lnTo>
                    <a:pt x="1763770" y="821073"/>
                  </a:lnTo>
                  <a:lnTo>
                    <a:pt x="1763766" y="821205"/>
                  </a:lnTo>
                  <a:lnTo>
                    <a:pt x="1763890" y="821403"/>
                  </a:lnTo>
                  <a:lnTo>
                    <a:pt x="1764157" y="821590"/>
                  </a:lnTo>
                  <a:lnTo>
                    <a:pt x="1764377" y="822058"/>
                  </a:lnTo>
                  <a:lnTo>
                    <a:pt x="1764372" y="822068"/>
                  </a:lnTo>
                  <a:lnTo>
                    <a:pt x="1764303" y="822115"/>
                  </a:lnTo>
                  <a:lnTo>
                    <a:pt x="1764227" y="822199"/>
                  </a:lnTo>
                  <a:lnTo>
                    <a:pt x="1764200" y="822241"/>
                  </a:lnTo>
                  <a:lnTo>
                    <a:pt x="1764234" y="822269"/>
                  </a:lnTo>
                  <a:lnTo>
                    <a:pt x="1764331" y="822347"/>
                  </a:lnTo>
                  <a:lnTo>
                    <a:pt x="1764401" y="822381"/>
                  </a:lnTo>
                  <a:lnTo>
                    <a:pt x="1764475" y="822397"/>
                  </a:lnTo>
                  <a:lnTo>
                    <a:pt x="1764534" y="822400"/>
                  </a:lnTo>
                  <a:lnTo>
                    <a:pt x="1764540" y="822388"/>
                  </a:lnTo>
                  <a:lnTo>
                    <a:pt x="1764607" y="822387"/>
                  </a:lnTo>
                  <a:lnTo>
                    <a:pt x="1764856" y="822429"/>
                  </a:lnTo>
                  <a:lnTo>
                    <a:pt x="1765065" y="822548"/>
                  </a:lnTo>
                  <a:lnTo>
                    <a:pt x="1765707" y="822047"/>
                  </a:lnTo>
                  <a:lnTo>
                    <a:pt x="1765771" y="822012"/>
                  </a:lnTo>
                  <a:lnTo>
                    <a:pt x="1765844" y="821999"/>
                  </a:lnTo>
                  <a:lnTo>
                    <a:pt x="1765916" y="822006"/>
                  </a:lnTo>
                  <a:lnTo>
                    <a:pt x="1765981" y="822040"/>
                  </a:lnTo>
                  <a:lnTo>
                    <a:pt x="1766172" y="822203"/>
                  </a:lnTo>
                  <a:lnTo>
                    <a:pt x="1766301" y="822299"/>
                  </a:lnTo>
                  <a:lnTo>
                    <a:pt x="1766580" y="822503"/>
                  </a:lnTo>
                  <a:lnTo>
                    <a:pt x="1766855" y="822677"/>
                  </a:lnTo>
                  <a:lnTo>
                    <a:pt x="1767260" y="822893"/>
                  </a:lnTo>
                  <a:lnTo>
                    <a:pt x="1767425" y="822969"/>
                  </a:lnTo>
                  <a:lnTo>
                    <a:pt x="1767472" y="822988"/>
                  </a:lnTo>
                  <a:lnTo>
                    <a:pt x="1767903" y="823159"/>
                  </a:lnTo>
                  <a:lnTo>
                    <a:pt x="1768098" y="823222"/>
                  </a:lnTo>
                  <a:lnTo>
                    <a:pt x="1768150" y="823251"/>
                  </a:lnTo>
                  <a:lnTo>
                    <a:pt x="1768200" y="823302"/>
                  </a:lnTo>
                  <a:lnTo>
                    <a:pt x="1768313" y="823466"/>
                  </a:lnTo>
                  <a:lnTo>
                    <a:pt x="1768402" y="823411"/>
                  </a:lnTo>
                  <a:lnTo>
                    <a:pt x="1768440" y="823402"/>
                  </a:lnTo>
                  <a:lnTo>
                    <a:pt x="1768663" y="823429"/>
                  </a:lnTo>
                  <a:lnTo>
                    <a:pt x="1768867" y="823408"/>
                  </a:lnTo>
                  <a:lnTo>
                    <a:pt x="1769017" y="823375"/>
                  </a:lnTo>
                  <a:lnTo>
                    <a:pt x="1769067" y="823345"/>
                  </a:lnTo>
                  <a:lnTo>
                    <a:pt x="1769117" y="823294"/>
                  </a:lnTo>
                  <a:lnTo>
                    <a:pt x="1769151" y="823284"/>
                  </a:lnTo>
                  <a:lnTo>
                    <a:pt x="1769294" y="823286"/>
                  </a:lnTo>
                  <a:lnTo>
                    <a:pt x="1769698" y="823336"/>
                  </a:lnTo>
                  <a:lnTo>
                    <a:pt x="1769762" y="823351"/>
                  </a:lnTo>
                  <a:lnTo>
                    <a:pt x="1769809" y="823369"/>
                  </a:lnTo>
                  <a:lnTo>
                    <a:pt x="1769911" y="823429"/>
                  </a:lnTo>
                  <a:lnTo>
                    <a:pt x="1770019" y="823800"/>
                  </a:lnTo>
                  <a:lnTo>
                    <a:pt x="1770078" y="824064"/>
                  </a:lnTo>
                  <a:lnTo>
                    <a:pt x="1770093" y="824065"/>
                  </a:lnTo>
                  <a:lnTo>
                    <a:pt x="1770130" y="824048"/>
                  </a:lnTo>
                  <a:lnTo>
                    <a:pt x="1770155" y="824030"/>
                  </a:lnTo>
                  <a:lnTo>
                    <a:pt x="1770197" y="824023"/>
                  </a:lnTo>
                  <a:lnTo>
                    <a:pt x="1770239" y="824024"/>
                  </a:lnTo>
                  <a:lnTo>
                    <a:pt x="1770624" y="824036"/>
                  </a:lnTo>
                  <a:lnTo>
                    <a:pt x="1770901" y="824097"/>
                  </a:lnTo>
                  <a:lnTo>
                    <a:pt x="1771028" y="824122"/>
                  </a:lnTo>
                  <a:lnTo>
                    <a:pt x="1771373" y="824120"/>
                  </a:lnTo>
                  <a:lnTo>
                    <a:pt x="1771401" y="824220"/>
                  </a:lnTo>
                  <a:lnTo>
                    <a:pt x="1771664" y="824289"/>
                  </a:lnTo>
                  <a:lnTo>
                    <a:pt x="1771690" y="824289"/>
                  </a:lnTo>
                  <a:lnTo>
                    <a:pt x="1771766" y="824290"/>
                  </a:lnTo>
                  <a:lnTo>
                    <a:pt x="1771845" y="824128"/>
                  </a:lnTo>
                  <a:lnTo>
                    <a:pt x="1771967" y="824089"/>
                  </a:lnTo>
                  <a:lnTo>
                    <a:pt x="1772154" y="824242"/>
                  </a:lnTo>
                  <a:lnTo>
                    <a:pt x="1772159" y="824365"/>
                  </a:lnTo>
                  <a:lnTo>
                    <a:pt x="1772437" y="824433"/>
                  </a:lnTo>
                  <a:lnTo>
                    <a:pt x="1772536" y="824420"/>
                  </a:lnTo>
                  <a:lnTo>
                    <a:pt x="1772539" y="824253"/>
                  </a:lnTo>
                  <a:lnTo>
                    <a:pt x="1772885" y="824252"/>
                  </a:lnTo>
                  <a:lnTo>
                    <a:pt x="1772900" y="824253"/>
                  </a:lnTo>
                  <a:lnTo>
                    <a:pt x="1772958" y="824373"/>
                  </a:lnTo>
                  <a:lnTo>
                    <a:pt x="1773030" y="824415"/>
                  </a:lnTo>
                  <a:lnTo>
                    <a:pt x="1773321" y="824584"/>
                  </a:lnTo>
                  <a:lnTo>
                    <a:pt x="1773235" y="824716"/>
                  </a:lnTo>
                  <a:lnTo>
                    <a:pt x="1773387" y="824847"/>
                  </a:lnTo>
                  <a:lnTo>
                    <a:pt x="1773436" y="824887"/>
                  </a:lnTo>
                  <a:lnTo>
                    <a:pt x="1773458" y="824897"/>
                  </a:lnTo>
                  <a:lnTo>
                    <a:pt x="1773517" y="824899"/>
                  </a:lnTo>
                  <a:lnTo>
                    <a:pt x="1773658" y="824866"/>
                  </a:lnTo>
                  <a:lnTo>
                    <a:pt x="1773663" y="824867"/>
                  </a:lnTo>
                  <a:lnTo>
                    <a:pt x="1773796" y="824903"/>
                  </a:lnTo>
                  <a:lnTo>
                    <a:pt x="1773797" y="824897"/>
                  </a:lnTo>
                  <a:lnTo>
                    <a:pt x="1773825" y="824771"/>
                  </a:lnTo>
                  <a:lnTo>
                    <a:pt x="1773898" y="824595"/>
                  </a:lnTo>
                  <a:lnTo>
                    <a:pt x="1774023" y="824626"/>
                  </a:lnTo>
                  <a:lnTo>
                    <a:pt x="1774962" y="824986"/>
                  </a:lnTo>
                  <a:lnTo>
                    <a:pt x="1775033" y="824985"/>
                  </a:lnTo>
                  <a:lnTo>
                    <a:pt x="1775169" y="824982"/>
                  </a:lnTo>
                  <a:lnTo>
                    <a:pt x="1775302" y="824966"/>
                  </a:lnTo>
                  <a:lnTo>
                    <a:pt x="1775472" y="824887"/>
                  </a:lnTo>
                  <a:lnTo>
                    <a:pt x="1775738" y="824764"/>
                  </a:lnTo>
                  <a:lnTo>
                    <a:pt x="1775630" y="825148"/>
                  </a:lnTo>
                  <a:lnTo>
                    <a:pt x="1775359" y="825245"/>
                  </a:lnTo>
                  <a:lnTo>
                    <a:pt x="1775080" y="825245"/>
                  </a:lnTo>
                  <a:lnTo>
                    <a:pt x="1775080" y="825614"/>
                  </a:lnTo>
                  <a:lnTo>
                    <a:pt x="1774016" y="825488"/>
                  </a:lnTo>
                  <a:lnTo>
                    <a:pt x="1774013" y="825509"/>
                  </a:lnTo>
                  <a:lnTo>
                    <a:pt x="1774056" y="825524"/>
                  </a:lnTo>
                  <a:lnTo>
                    <a:pt x="1774188" y="825671"/>
                  </a:lnTo>
                  <a:lnTo>
                    <a:pt x="1774231" y="825722"/>
                  </a:lnTo>
                  <a:lnTo>
                    <a:pt x="1774313" y="825893"/>
                  </a:lnTo>
                  <a:lnTo>
                    <a:pt x="1774311" y="825901"/>
                  </a:lnTo>
                  <a:lnTo>
                    <a:pt x="1774156" y="826210"/>
                  </a:lnTo>
                  <a:lnTo>
                    <a:pt x="1774023" y="826222"/>
                  </a:lnTo>
                  <a:lnTo>
                    <a:pt x="1773984" y="826216"/>
                  </a:lnTo>
                  <a:lnTo>
                    <a:pt x="1773944" y="826203"/>
                  </a:lnTo>
                  <a:lnTo>
                    <a:pt x="1773759" y="826285"/>
                  </a:lnTo>
                  <a:lnTo>
                    <a:pt x="1773687" y="826379"/>
                  </a:lnTo>
                  <a:lnTo>
                    <a:pt x="1773632" y="826532"/>
                  </a:lnTo>
                  <a:lnTo>
                    <a:pt x="1773676" y="826690"/>
                  </a:lnTo>
                  <a:lnTo>
                    <a:pt x="1773555" y="826871"/>
                  </a:lnTo>
                  <a:lnTo>
                    <a:pt x="1773527" y="826912"/>
                  </a:lnTo>
                  <a:lnTo>
                    <a:pt x="1773517" y="826924"/>
                  </a:lnTo>
                  <a:lnTo>
                    <a:pt x="1773401" y="827044"/>
                  </a:lnTo>
                  <a:lnTo>
                    <a:pt x="1773144" y="827074"/>
                  </a:lnTo>
                  <a:lnTo>
                    <a:pt x="1773050" y="827288"/>
                  </a:lnTo>
                  <a:lnTo>
                    <a:pt x="1773422" y="827543"/>
                  </a:lnTo>
                  <a:lnTo>
                    <a:pt x="1773525" y="827675"/>
                  </a:lnTo>
                  <a:lnTo>
                    <a:pt x="1774080" y="828013"/>
                  </a:lnTo>
                  <a:lnTo>
                    <a:pt x="1774304" y="828228"/>
                  </a:lnTo>
                  <a:lnTo>
                    <a:pt x="1774586" y="828522"/>
                  </a:lnTo>
                  <a:lnTo>
                    <a:pt x="1774970" y="828891"/>
                  </a:lnTo>
                  <a:lnTo>
                    <a:pt x="1775806" y="829583"/>
                  </a:lnTo>
                  <a:lnTo>
                    <a:pt x="1775971" y="829726"/>
                  </a:lnTo>
                  <a:lnTo>
                    <a:pt x="1776435" y="829227"/>
                  </a:lnTo>
                  <a:lnTo>
                    <a:pt x="1777135" y="829349"/>
                  </a:lnTo>
                  <a:lnTo>
                    <a:pt x="1776993" y="830133"/>
                  </a:lnTo>
                  <a:lnTo>
                    <a:pt x="1777528" y="830378"/>
                  </a:lnTo>
                  <a:lnTo>
                    <a:pt x="1777328" y="830755"/>
                  </a:lnTo>
                  <a:lnTo>
                    <a:pt x="1777775" y="830957"/>
                  </a:lnTo>
                  <a:lnTo>
                    <a:pt x="1778151" y="831169"/>
                  </a:lnTo>
                  <a:lnTo>
                    <a:pt x="1778131" y="831220"/>
                  </a:lnTo>
                  <a:lnTo>
                    <a:pt x="1778219" y="831250"/>
                  </a:lnTo>
                  <a:lnTo>
                    <a:pt x="1778708" y="831484"/>
                  </a:lnTo>
                  <a:lnTo>
                    <a:pt x="1779278" y="831748"/>
                  </a:lnTo>
                  <a:lnTo>
                    <a:pt x="1779303" y="831760"/>
                  </a:lnTo>
                  <a:lnTo>
                    <a:pt x="1779772" y="831977"/>
                  </a:lnTo>
                  <a:lnTo>
                    <a:pt x="1779830" y="831997"/>
                  </a:lnTo>
                  <a:lnTo>
                    <a:pt x="1780255" y="832193"/>
                  </a:lnTo>
                  <a:lnTo>
                    <a:pt x="1780368" y="832251"/>
                  </a:lnTo>
                  <a:lnTo>
                    <a:pt x="1780419" y="832288"/>
                  </a:lnTo>
                  <a:lnTo>
                    <a:pt x="1780488" y="832352"/>
                  </a:lnTo>
                  <a:lnTo>
                    <a:pt x="1780561" y="832449"/>
                  </a:lnTo>
                  <a:lnTo>
                    <a:pt x="1780611" y="832555"/>
                  </a:lnTo>
                  <a:lnTo>
                    <a:pt x="1780635" y="832647"/>
                  </a:lnTo>
                  <a:lnTo>
                    <a:pt x="1780645" y="832734"/>
                  </a:lnTo>
                  <a:lnTo>
                    <a:pt x="1780643" y="832798"/>
                  </a:lnTo>
                  <a:lnTo>
                    <a:pt x="1780618" y="832907"/>
                  </a:lnTo>
                  <a:lnTo>
                    <a:pt x="1780611" y="833322"/>
                  </a:lnTo>
                  <a:lnTo>
                    <a:pt x="1780631" y="833516"/>
                  </a:lnTo>
                  <a:lnTo>
                    <a:pt x="1780660" y="833640"/>
                  </a:lnTo>
                  <a:lnTo>
                    <a:pt x="1780664" y="833954"/>
                  </a:lnTo>
                  <a:lnTo>
                    <a:pt x="1780665" y="833998"/>
                  </a:lnTo>
                  <a:lnTo>
                    <a:pt x="1780568" y="834065"/>
                  </a:lnTo>
                  <a:lnTo>
                    <a:pt x="1780509" y="834133"/>
                  </a:lnTo>
                  <a:lnTo>
                    <a:pt x="1780491" y="834170"/>
                  </a:lnTo>
                  <a:lnTo>
                    <a:pt x="1780467" y="834281"/>
                  </a:lnTo>
                  <a:lnTo>
                    <a:pt x="1780479" y="834313"/>
                  </a:lnTo>
                  <a:lnTo>
                    <a:pt x="1780853" y="834175"/>
                  </a:lnTo>
                  <a:lnTo>
                    <a:pt x="1780989" y="834138"/>
                  </a:lnTo>
                  <a:lnTo>
                    <a:pt x="1781630" y="834107"/>
                  </a:lnTo>
                  <a:lnTo>
                    <a:pt x="1781837" y="834070"/>
                  </a:lnTo>
                  <a:lnTo>
                    <a:pt x="1781846" y="834066"/>
                  </a:lnTo>
                  <a:lnTo>
                    <a:pt x="1781842" y="834037"/>
                  </a:lnTo>
                  <a:lnTo>
                    <a:pt x="1781847" y="834026"/>
                  </a:lnTo>
                  <a:lnTo>
                    <a:pt x="1781902" y="833975"/>
                  </a:lnTo>
                  <a:lnTo>
                    <a:pt x="1782019" y="833915"/>
                  </a:lnTo>
                  <a:lnTo>
                    <a:pt x="1782190" y="833932"/>
                  </a:lnTo>
                  <a:lnTo>
                    <a:pt x="1782216" y="833947"/>
                  </a:lnTo>
                  <a:lnTo>
                    <a:pt x="1782239" y="833960"/>
                  </a:lnTo>
                  <a:lnTo>
                    <a:pt x="1782263" y="833964"/>
                  </a:lnTo>
                  <a:lnTo>
                    <a:pt x="1782333" y="833949"/>
                  </a:lnTo>
                  <a:lnTo>
                    <a:pt x="1782504" y="833909"/>
                  </a:lnTo>
                  <a:lnTo>
                    <a:pt x="1782606" y="833854"/>
                  </a:lnTo>
                  <a:lnTo>
                    <a:pt x="1782729" y="833808"/>
                  </a:lnTo>
                  <a:lnTo>
                    <a:pt x="1783322" y="833858"/>
                  </a:lnTo>
                  <a:lnTo>
                    <a:pt x="1783575" y="833950"/>
                  </a:lnTo>
                  <a:lnTo>
                    <a:pt x="1783722" y="834018"/>
                  </a:lnTo>
                  <a:lnTo>
                    <a:pt x="1783916" y="834108"/>
                  </a:lnTo>
                  <a:lnTo>
                    <a:pt x="1784700" y="834482"/>
                  </a:lnTo>
                  <a:lnTo>
                    <a:pt x="1785312" y="834764"/>
                  </a:lnTo>
                  <a:lnTo>
                    <a:pt x="1785407" y="834822"/>
                  </a:lnTo>
                  <a:lnTo>
                    <a:pt x="1785442" y="834862"/>
                  </a:lnTo>
                  <a:lnTo>
                    <a:pt x="1785483" y="834916"/>
                  </a:lnTo>
                  <a:lnTo>
                    <a:pt x="1785544" y="835043"/>
                  </a:lnTo>
                  <a:lnTo>
                    <a:pt x="1785563" y="835044"/>
                  </a:lnTo>
                  <a:lnTo>
                    <a:pt x="1785713" y="834990"/>
                  </a:lnTo>
                  <a:lnTo>
                    <a:pt x="1785740" y="834997"/>
                  </a:lnTo>
                  <a:lnTo>
                    <a:pt x="1785976" y="835211"/>
                  </a:lnTo>
                  <a:lnTo>
                    <a:pt x="1786112" y="835382"/>
                  </a:lnTo>
                  <a:lnTo>
                    <a:pt x="1786117" y="835393"/>
                  </a:lnTo>
                  <a:lnTo>
                    <a:pt x="1786117" y="835419"/>
                  </a:lnTo>
                  <a:lnTo>
                    <a:pt x="1786110" y="835430"/>
                  </a:lnTo>
                  <a:lnTo>
                    <a:pt x="1786034" y="835498"/>
                  </a:lnTo>
                  <a:lnTo>
                    <a:pt x="1785806" y="835647"/>
                  </a:lnTo>
                  <a:lnTo>
                    <a:pt x="1786009" y="835791"/>
                  </a:lnTo>
                  <a:lnTo>
                    <a:pt x="1786059" y="835818"/>
                  </a:lnTo>
                  <a:lnTo>
                    <a:pt x="1786089" y="835822"/>
                  </a:lnTo>
                  <a:lnTo>
                    <a:pt x="1786097" y="835838"/>
                  </a:lnTo>
                  <a:lnTo>
                    <a:pt x="1786091" y="835922"/>
                  </a:lnTo>
                  <a:lnTo>
                    <a:pt x="1785891" y="836151"/>
                  </a:lnTo>
                  <a:lnTo>
                    <a:pt x="1786262" y="836423"/>
                  </a:lnTo>
                  <a:lnTo>
                    <a:pt x="1786718" y="836417"/>
                  </a:lnTo>
                  <a:lnTo>
                    <a:pt x="1786866" y="836401"/>
                  </a:lnTo>
                  <a:lnTo>
                    <a:pt x="1786973" y="836376"/>
                  </a:lnTo>
                  <a:lnTo>
                    <a:pt x="1787105" y="836386"/>
                  </a:lnTo>
                  <a:lnTo>
                    <a:pt x="1787381" y="836408"/>
                  </a:lnTo>
                  <a:lnTo>
                    <a:pt x="1787481" y="836448"/>
                  </a:lnTo>
                  <a:lnTo>
                    <a:pt x="1787912" y="836636"/>
                  </a:lnTo>
                  <a:lnTo>
                    <a:pt x="1788183" y="836669"/>
                  </a:lnTo>
                  <a:lnTo>
                    <a:pt x="1788865" y="836724"/>
                  </a:lnTo>
                  <a:lnTo>
                    <a:pt x="1789514" y="836803"/>
                  </a:lnTo>
                  <a:lnTo>
                    <a:pt x="1789754" y="836864"/>
                  </a:lnTo>
                  <a:lnTo>
                    <a:pt x="1789875" y="836897"/>
                  </a:lnTo>
                  <a:lnTo>
                    <a:pt x="1790119" y="836968"/>
                  </a:lnTo>
                  <a:lnTo>
                    <a:pt x="1790223" y="836999"/>
                  </a:lnTo>
                  <a:lnTo>
                    <a:pt x="1790642" y="837143"/>
                  </a:lnTo>
                  <a:lnTo>
                    <a:pt x="1791246" y="837251"/>
                  </a:lnTo>
                  <a:lnTo>
                    <a:pt x="1791372" y="837262"/>
                  </a:lnTo>
                  <a:lnTo>
                    <a:pt x="1791447" y="837254"/>
                  </a:lnTo>
                  <a:lnTo>
                    <a:pt x="1791506" y="837259"/>
                  </a:lnTo>
                  <a:lnTo>
                    <a:pt x="1791576" y="837284"/>
                  </a:lnTo>
                  <a:lnTo>
                    <a:pt x="1792055" y="837455"/>
                  </a:lnTo>
                  <a:lnTo>
                    <a:pt x="1792290" y="837557"/>
                  </a:lnTo>
                  <a:lnTo>
                    <a:pt x="1792679" y="837700"/>
                  </a:lnTo>
                  <a:lnTo>
                    <a:pt x="1793330" y="837950"/>
                  </a:lnTo>
                  <a:lnTo>
                    <a:pt x="1793722" y="838088"/>
                  </a:lnTo>
                  <a:lnTo>
                    <a:pt x="1793751" y="838088"/>
                  </a:lnTo>
                  <a:lnTo>
                    <a:pt x="1793780" y="838072"/>
                  </a:lnTo>
                  <a:lnTo>
                    <a:pt x="1793804" y="838073"/>
                  </a:lnTo>
                  <a:lnTo>
                    <a:pt x="1794205" y="838225"/>
                  </a:lnTo>
                  <a:lnTo>
                    <a:pt x="1794258" y="838270"/>
                  </a:lnTo>
                  <a:lnTo>
                    <a:pt x="1794297" y="838376"/>
                  </a:lnTo>
                  <a:lnTo>
                    <a:pt x="1794511" y="838286"/>
                  </a:lnTo>
                  <a:lnTo>
                    <a:pt x="1794637" y="838244"/>
                  </a:lnTo>
                  <a:lnTo>
                    <a:pt x="1795458" y="838710"/>
                  </a:lnTo>
                  <a:lnTo>
                    <a:pt x="1796361" y="839206"/>
                  </a:lnTo>
                  <a:lnTo>
                    <a:pt x="1796382" y="839220"/>
                  </a:lnTo>
                  <a:lnTo>
                    <a:pt x="1796426" y="839255"/>
                  </a:lnTo>
                  <a:lnTo>
                    <a:pt x="1796686" y="839472"/>
                  </a:lnTo>
                  <a:lnTo>
                    <a:pt x="1796836" y="839598"/>
                  </a:lnTo>
                  <a:lnTo>
                    <a:pt x="1797379" y="840072"/>
                  </a:lnTo>
                  <a:lnTo>
                    <a:pt x="1797713" y="840289"/>
                  </a:lnTo>
                  <a:lnTo>
                    <a:pt x="1797765" y="840333"/>
                  </a:lnTo>
                  <a:lnTo>
                    <a:pt x="1797768" y="840350"/>
                  </a:lnTo>
                  <a:lnTo>
                    <a:pt x="1797771" y="840366"/>
                  </a:lnTo>
                  <a:lnTo>
                    <a:pt x="1797758" y="840439"/>
                  </a:lnTo>
                  <a:lnTo>
                    <a:pt x="1797736" y="840507"/>
                  </a:lnTo>
                  <a:lnTo>
                    <a:pt x="1797684" y="840613"/>
                  </a:lnTo>
                  <a:lnTo>
                    <a:pt x="1797637" y="840690"/>
                  </a:lnTo>
                  <a:lnTo>
                    <a:pt x="1797650" y="840706"/>
                  </a:lnTo>
                  <a:lnTo>
                    <a:pt x="1797731" y="840724"/>
                  </a:lnTo>
                  <a:lnTo>
                    <a:pt x="1797871" y="840666"/>
                  </a:lnTo>
                  <a:lnTo>
                    <a:pt x="1798116" y="840565"/>
                  </a:lnTo>
                  <a:lnTo>
                    <a:pt x="1798120" y="840565"/>
                  </a:lnTo>
                  <a:lnTo>
                    <a:pt x="1798151" y="840571"/>
                  </a:lnTo>
                  <a:lnTo>
                    <a:pt x="1798168" y="840576"/>
                  </a:lnTo>
                  <a:lnTo>
                    <a:pt x="1798344" y="840641"/>
                  </a:lnTo>
                  <a:lnTo>
                    <a:pt x="1798484" y="840696"/>
                  </a:lnTo>
                  <a:lnTo>
                    <a:pt x="1798497" y="840701"/>
                  </a:lnTo>
                  <a:lnTo>
                    <a:pt x="1798502" y="840703"/>
                  </a:lnTo>
                  <a:lnTo>
                    <a:pt x="1798580" y="840745"/>
                  </a:lnTo>
                  <a:lnTo>
                    <a:pt x="1798633" y="840775"/>
                  </a:lnTo>
                  <a:lnTo>
                    <a:pt x="1798648" y="840786"/>
                  </a:lnTo>
                  <a:lnTo>
                    <a:pt x="1798653" y="840789"/>
                  </a:lnTo>
                  <a:lnTo>
                    <a:pt x="1798692" y="840806"/>
                  </a:lnTo>
                  <a:lnTo>
                    <a:pt x="1798762" y="840837"/>
                  </a:lnTo>
                  <a:lnTo>
                    <a:pt x="1798948" y="840920"/>
                  </a:lnTo>
                  <a:lnTo>
                    <a:pt x="1799865" y="841289"/>
                  </a:lnTo>
                  <a:lnTo>
                    <a:pt x="1800119" y="841412"/>
                  </a:lnTo>
                  <a:lnTo>
                    <a:pt x="1800244" y="841473"/>
                  </a:lnTo>
                  <a:lnTo>
                    <a:pt x="1800253" y="841477"/>
                  </a:lnTo>
                  <a:lnTo>
                    <a:pt x="1800294" y="841497"/>
                  </a:lnTo>
                  <a:lnTo>
                    <a:pt x="1800322" y="841511"/>
                  </a:lnTo>
                  <a:lnTo>
                    <a:pt x="1800704" y="841701"/>
                  </a:lnTo>
                  <a:lnTo>
                    <a:pt x="1800756" y="841732"/>
                  </a:lnTo>
                  <a:lnTo>
                    <a:pt x="1800774" y="841741"/>
                  </a:lnTo>
                  <a:lnTo>
                    <a:pt x="1800823" y="841766"/>
                  </a:lnTo>
                  <a:lnTo>
                    <a:pt x="1800895" y="841802"/>
                  </a:lnTo>
                  <a:lnTo>
                    <a:pt x="1800922" y="841814"/>
                  </a:lnTo>
                  <a:lnTo>
                    <a:pt x="1800995" y="841842"/>
                  </a:lnTo>
                  <a:lnTo>
                    <a:pt x="1801031" y="841855"/>
                  </a:lnTo>
                  <a:lnTo>
                    <a:pt x="1801150" y="841882"/>
                  </a:lnTo>
                  <a:lnTo>
                    <a:pt x="1801306" y="841915"/>
                  </a:lnTo>
                  <a:lnTo>
                    <a:pt x="1801462" y="841940"/>
                  </a:lnTo>
                  <a:lnTo>
                    <a:pt x="1801573" y="841992"/>
                  </a:lnTo>
                  <a:lnTo>
                    <a:pt x="1801839" y="842171"/>
                  </a:lnTo>
                  <a:lnTo>
                    <a:pt x="1801971" y="842266"/>
                  </a:lnTo>
                  <a:lnTo>
                    <a:pt x="1801987" y="842277"/>
                  </a:lnTo>
                  <a:lnTo>
                    <a:pt x="1802023" y="842305"/>
                  </a:lnTo>
                  <a:lnTo>
                    <a:pt x="1802047" y="842322"/>
                  </a:lnTo>
                  <a:lnTo>
                    <a:pt x="1802055" y="842328"/>
                  </a:lnTo>
                  <a:lnTo>
                    <a:pt x="1802664" y="842559"/>
                  </a:lnTo>
                  <a:lnTo>
                    <a:pt x="1803486" y="842859"/>
                  </a:lnTo>
                  <a:lnTo>
                    <a:pt x="1804346" y="843284"/>
                  </a:lnTo>
                  <a:lnTo>
                    <a:pt x="1804416" y="843321"/>
                  </a:lnTo>
                  <a:lnTo>
                    <a:pt x="1804570" y="843457"/>
                  </a:lnTo>
                  <a:lnTo>
                    <a:pt x="1804732" y="843621"/>
                  </a:lnTo>
                  <a:lnTo>
                    <a:pt x="1804828" y="843719"/>
                  </a:lnTo>
                  <a:lnTo>
                    <a:pt x="1804841" y="843733"/>
                  </a:lnTo>
                  <a:lnTo>
                    <a:pt x="1804889" y="843782"/>
                  </a:lnTo>
                  <a:lnTo>
                    <a:pt x="1804927" y="843823"/>
                  </a:lnTo>
                  <a:lnTo>
                    <a:pt x="1804954" y="843860"/>
                  </a:lnTo>
                  <a:lnTo>
                    <a:pt x="1804993" y="843943"/>
                  </a:lnTo>
                  <a:lnTo>
                    <a:pt x="1804993" y="843996"/>
                  </a:lnTo>
                  <a:lnTo>
                    <a:pt x="1804992" y="844010"/>
                  </a:lnTo>
                  <a:lnTo>
                    <a:pt x="1804991" y="844016"/>
                  </a:lnTo>
                  <a:lnTo>
                    <a:pt x="1804984" y="844056"/>
                  </a:lnTo>
                  <a:lnTo>
                    <a:pt x="1804971" y="844110"/>
                  </a:lnTo>
                  <a:lnTo>
                    <a:pt x="1804962" y="844143"/>
                  </a:lnTo>
                  <a:lnTo>
                    <a:pt x="1804939" y="844222"/>
                  </a:lnTo>
                  <a:lnTo>
                    <a:pt x="1804919" y="844287"/>
                  </a:lnTo>
                  <a:lnTo>
                    <a:pt x="1804898" y="844349"/>
                  </a:lnTo>
                  <a:lnTo>
                    <a:pt x="1804876" y="844431"/>
                  </a:lnTo>
                  <a:lnTo>
                    <a:pt x="1804815" y="844683"/>
                  </a:lnTo>
                  <a:lnTo>
                    <a:pt x="1805123" y="844991"/>
                  </a:lnTo>
                  <a:lnTo>
                    <a:pt x="1805164" y="845217"/>
                  </a:lnTo>
                  <a:lnTo>
                    <a:pt x="1805182" y="845317"/>
                  </a:lnTo>
                  <a:lnTo>
                    <a:pt x="1804960" y="845630"/>
                  </a:lnTo>
                  <a:lnTo>
                    <a:pt x="1804933" y="845710"/>
                  </a:lnTo>
                  <a:lnTo>
                    <a:pt x="1805004" y="845845"/>
                  </a:lnTo>
                  <a:lnTo>
                    <a:pt x="1805044" y="845906"/>
                  </a:lnTo>
                  <a:lnTo>
                    <a:pt x="1805131" y="846039"/>
                  </a:lnTo>
                  <a:lnTo>
                    <a:pt x="1805193" y="846136"/>
                  </a:lnTo>
                  <a:lnTo>
                    <a:pt x="1805215" y="846198"/>
                  </a:lnTo>
                  <a:lnTo>
                    <a:pt x="1805273" y="846378"/>
                  </a:lnTo>
                  <a:lnTo>
                    <a:pt x="1805296" y="846451"/>
                  </a:lnTo>
                  <a:lnTo>
                    <a:pt x="1805373" y="846709"/>
                  </a:lnTo>
                  <a:lnTo>
                    <a:pt x="1805381" y="846739"/>
                  </a:lnTo>
                  <a:lnTo>
                    <a:pt x="1805390" y="846768"/>
                  </a:lnTo>
                  <a:lnTo>
                    <a:pt x="1805494" y="847150"/>
                  </a:lnTo>
                  <a:lnTo>
                    <a:pt x="1805523" y="847254"/>
                  </a:lnTo>
                  <a:lnTo>
                    <a:pt x="1805539" y="847312"/>
                  </a:lnTo>
                  <a:lnTo>
                    <a:pt x="1805541" y="847323"/>
                  </a:lnTo>
                  <a:lnTo>
                    <a:pt x="1805555" y="847383"/>
                  </a:lnTo>
                  <a:lnTo>
                    <a:pt x="1805590" y="847530"/>
                  </a:lnTo>
                  <a:lnTo>
                    <a:pt x="1805608" y="847617"/>
                  </a:lnTo>
                  <a:lnTo>
                    <a:pt x="1805635" y="847751"/>
                  </a:lnTo>
                  <a:lnTo>
                    <a:pt x="1805772" y="847812"/>
                  </a:lnTo>
                  <a:lnTo>
                    <a:pt x="1805747" y="847997"/>
                  </a:lnTo>
                  <a:lnTo>
                    <a:pt x="1805747" y="848339"/>
                  </a:lnTo>
                  <a:lnTo>
                    <a:pt x="1805750" y="848490"/>
                  </a:lnTo>
                  <a:lnTo>
                    <a:pt x="1805772" y="848624"/>
                  </a:lnTo>
                  <a:lnTo>
                    <a:pt x="1805802" y="848800"/>
                  </a:lnTo>
                  <a:lnTo>
                    <a:pt x="1805875" y="849061"/>
                  </a:lnTo>
                  <a:lnTo>
                    <a:pt x="1805934" y="849255"/>
                  </a:lnTo>
                  <a:lnTo>
                    <a:pt x="1806209" y="850034"/>
                  </a:lnTo>
                  <a:lnTo>
                    <a:pt x="1806329" y="850376"/>
                  </a:lnTo>
                  <a:lnTo>
                    <a:pt x="1806465" y="850527"/>
                  </a:lnTo>
                  <a:lnTo>
                    <a:pt x="1806465" y="850702"/>
                  </a:lnTo>
                  <a:lnTo>
                    <a:pt x="1806546" y="850734"/>
                  </a:lnTo>
                  <a:lnTo>
                    <a:pt x="1806551" y="850737"/>
                  </a:lnTo>
                  <a:lnTo>
                    <a:pt x="1806748" y="851018"/>
                  </a:lnTo>
                  <a:lnTo>
                    <a:pt x="1806764" y="851053"/>
                  </a:lnTo>
                  <a:lnTo>
                    <a:pt x="1806828" y="851200"/>
                  </a:lnTo>
                  <a:lnTo>
                    <a:pt x="1806835" y="851221"/>
                  </a:lnTo>
                  <a:lnTo>
                    <a:pt x="1806909" y="851492"/>
                  </a:lnTo>
                  <a:lnTo>
                    <a:pt x="1806914" y="851515"/>
                  </a:lnTo>
                  <a:lnTo>
                    <a:pt x="1806916" y="851532"/>
                  </a:lnTo>
                  <a:lnTo>
                    <a:pt x="1806914" y="851543"/>
                  </a:lnTo>
                  <a:lnTo>
                    <a:pt x="1806902" y="851601"/>
                  </a:lnTo>
                  <a:lnTo>
                    <a:pt x="1806899" y="851612"/>
                  </a:lnTo>
                  <a:lnTo>
                    <a:pt x="1806813" y="851770"/>
                  </a:lnTo>
                  <a:lnTo>
                    <a:pt x="1806794" y="852139"/>
                  </a:lnTo>
                  <a:lnTo>
                    <a:pt x="1806776" y="852201"/>
                  </a:lnTo>
                  <a:lnTo>
                    <a:pt x="1806766" y="852234"/>
                  </a:lnTo>
                  <a:lnTo>
                    <a:pt x="1806768" y="852282"/>
                  </a:lnTo>
                  <a:lnTo>
                    <a:pt x="1806769" y="852288"/>
                  </a:lnTo>
                  <a:lnTo>
                    <a:pt x="1806775" y="852347"/>
                  </a:lnTo>
                  <a:lnTo>
                    <a:pt x="1806779" y="852360"/>
                  </a:lnTo>
                  <a:lnTo>
                    <a:pt x="1806830" y="852393"/>
                  </a:lnTo>
                  <a:lnTo>
                    <a:pt x="1807027" y="852521"/>
                  </a:lnTo>
                  <a:lnTo>
                    <a:pt x="1807039" y="852530"/>
                  </a:lnTo>
                  <a:lnTo>
                    <a:pt x="1807266" y="852776"/>
                  </a:lnTo>
                  <a:lnTo>
                    <a:pt x="1807283" y="852794"/>
                  </a:lnTo>
                  <a:lnTo>
                    <a:pt x="1807320" y="852839"/>
                  </a:lnTo>
                  <a:lnTo>
                    <a:pt x="1807621" y="853335"/>
                  </a:lnTo>
                  <a:lnTo>
                    <a:pt x="1807633" y="853361"/>
                  </a:lnTo>
                  <a:lnTo>
                    <a:pt x="1807901" y="853928"/>
                  </a:lnTo>
                  <a:lnTo>
                    <a:pt x="1807934" y="853996"/>
                  </a:lnTo>
                  <a:lnTo>
                    <a:pt x="1807936" y="854005"/>
                  </a:lnTo>
                  <a:lnTo>
                    <a:pt x="1807928" y="854025"/>
                  </a:lnTo>
                  <a:lnTo>
                    <a:pt x="1807922" y="854038"/>
                  </a:lnTo>
                  <a:lnTo>
                    <a:pt x="1807896" y="854094"/>
                  </a:lnTo>
                  <a:lnTo>
                    <a:pt x="1807942" y="854085"/>
                  </a:lnTo>
                  <a:lnTo>
                    <a:pt x="1807950" y="854086"/>
                  </a:lnTo>
                  <a:lnTo>
                    <a:pt x="1808051" y="854101"/>
                  </a:lnTo>
                  <a:lnTo>
                    <a:pt x="1808094" y="854168"/>
                  </a:lnTo>
                  <a:lnTo>
                    <a:pt x="1808204" y="854353"/>
                  </a:lnTo>
                  <a:lnTo>
                    <a:pt x="1808380" y="854673"/>
                  </a:lnTo>
                  <a:lnTo>
                    <a:pt x="1808433" y="854814"/>
                  </a:lnTo>
                  <a:lnTo>
                    <a:pt x="1808516" y="855034"/>
                  </a:lnTo>
                  <a:lnTo>
                    <a:pt x="1808526" y="855059"/>
                  </a:lnTo>
                  <a:lnTo>
                    <a:pt x="1808584" y="855208"/>
                  </a:lnTo>
                  <a:lnTo>
                    <a:pt x="1808613" y="855277"/>
                  </a:lnTo>
                  <a:lnTo>
                    <a:pt x="1809077" y="856248"/>
                  </a:lnTo>
                  <a:lnTo>
                    <a:pt x="1809094" y="856284"/>
                  </a:lnTo>
                  <a:lnTo>
                    <a:pt x="1809156" y="856384"/>
                  </a:lnTo>
                  <a:lnTo>
                    <a:pt x="1809187" y="856446"/>
                  </a:lnTo>
                  <a:lnTo>
                    <a:pt x="1809266" y="856606"/>
                  </a:lnTo>
                  <a:lnTo>
                    <a:pt x="1809306" y="856704"/>
                  </a:lnTo>
                  <a:lnTo>
                    <a:pt x="1809356" y="856827"/>
                  </a:lnTo>
                  <a:lnTo>
                    <a:pt x="1809490" y="857154"/>
                  </a:lnTo>
                  <a:lnTo>
                    <a:pt x="1809493" y="857178"/>
                  </a:lnTo>
                  <a:lnTo>
                    <a:pt x="1809483" y="857249"/>
                  </a:lnTo>
                  <a:lnTo>
                    <a:pt x="1809481" y="857261"/>
                  </a:lnTo>
                  <a:lnTo>
                    <a:pt x="1809479" y="857273"/>
                  </a:lnTo>
                  <a:lnTo>
                    <a:pt x="1809481" y="857299"/>
                  </a:lnTo>
                  <a:lnTo>
                    <a:pt x="1809483" y="857306"/>
                  </a:lnTo>
                  <a:lnTo>
                    <a:pt x="1809507" y="857384"/>
                  </a:lnTo>
                  <a:lnTo>
                    <a:pt x="1809510" y="857393"/>
                  </a:lnTo>
                  <a:lnTo>
                    <a:pt x="1809511" y="857398"/>
                  </a:lnTo>
                  <a:lnTo>
                    <a:pt x="1809660" y="857871"/>
                  </a:lnTo>
                  <a:lnTo>
                    <a:pt x="1809664" y="857880"/>
                  </a:lnTo>
                  <a:lnTo>
                    <a:pt x="1809669" y="857888"/>
                  </a:lnTo>
                  <a:lnTo>
                    <a:pt x="1809677" y="857893"/>
                  </a:lnTo>
                  <a:lnTo>
                    <a:pt x="1809688" y="857899"/>
                  </a:lnTo>
                  <a:lnTo>
                    <a:pt x="1809693" y="857899"/>
                  </a:lnTo>
                  <a:lnTo>
                    <a:pt x="1809723" y="857885"/>
                  </a:lnTo>
                  <a:lnTo>
                    <a:pt x="1809824" y="858024"/>
                  </a:lnTo>
                  <a:lnTo>
                    <a:pt x="1809840" y="858045"/>
                  </a:lnTo>
                  <a:lnTo>
                    <a:pt x="1809899" y="858151"/>
                  </a:lnTo>
                  <a:lnTo>
                    <a:pt x="1809939" y="858224"/>
                  </a:lnTo>
                  <a:lnTo>
                    <a:pt x="1809980" y="858298"/>
                  </a:lnTo>
                  <a:lnTo>
                    <a:pt x="1810086" y="858494"/>
                  </a:lnTo>
                  <a:lnTo>
                    <a:pt x="1810142" y="858599"/>
                  </a:lnTo>
                  <a:lnTo>
                    <a:pt x="1810362" y="859028"/>
                  </a:lnTo>
                  <a:lnTo>
                    <a:pt x="1810378" y="859065"/>
                  </a:lnTo>
                  <a:lnTo>
                    <a:pt x="1810396" y="859107"/>
                  </a:lnTo>
                  <a:lnTo>
                    <a:pt x="1810483" y="859337"/>
                  </a:lnTo>
                  <a:lnTo>
                    <a:pt x="1810490" y="859362"/>
                  </a:lnTo>
                  <a:lnTo>
                    <a:pt x="1810533" y="859530"/>
                  </a:lnTo>
                  <a:lnTo>
                    <a:pt x="1810577" y="859703"/>
                  </a:lnTo>
                  <a:lnTo>
                    <a:pt x="1810577" y="859715"/>
                  </a:lnTo>
                  <a:lnTo>
                    <a:pt x="1810576" y="859730"/>
                  </a:lnTo>
                  <a:lnTo>
                    <a:pt x="1810570" y="859736"/>
                  </a:lnTo>
                  <a:lnTo>
                    <a:pt x="1810548" y="859749"/>
                  </a:lnTo>
                  <a:lnTo>
                    <a:pt x="1810538" y="859750"/>
                  </a:lnTo>
                  <a:lnTo>
                    <a:pt x="1810486" y="859751"/>
                  </a:lnTo>
                  <a:lnTo>
                    <a:pt x="1810390" y="859753"/>
                  </a:lnTo>
                  <a:lnTo>
                    <a:pt x="1810376" y="859757"/>
                  </a:lnTo>
                  <a:lnTo>
                    <a:pt x="1810384" y="859774"/>
                  </a:lnTo>
                  <a:lnTo>
                    <a:pt x="1810393" y="859793"/>
                  </a:lnTo>
                  <a:lnTo>
                    <a:pt x="1810425" y="859796"/>
                  </a:lnTo>
                  <a:lnTo>
                    <a:pt x="1810492" y="859802"/>
                  </a:lnTo>
                  <a:lnTo>
                    <a:pt x="1810594" y="859798"/>
                  </a:lnTo>
                  <a:lnTo>
                    <a:pt x="1810602" y="859801"/>
                  </a:lnTo>
                  <a:lnTo>
                    <a:pt x="1810646" y="859885"/>
                  </a:lnTo>
                  <a:lnTo>
                    <a:pt x="1810647" y="859964"/>
                  </a:lnTo>
                  <a:lnTo>
                    <a:pt x="1810632" y="860018"/>
                  </a:lnTo>
                  <a:lnTo>
                    <a:pt x="1810714" y="860260"/>
                  </a:lnTo>
                  <a:lnTo>
                    <a:pt x="1810770" y="860365"/>
                  </a:lnTo>
                  <a:lnTo>
                    <a:pt x="1810901" y="860600"/>
                  </a:lnTo>
                  <a:lnTo>
                    <a:pt x="1810934" y="860654"/>
                  </a:lnTo>
                  <a:lnTo>
                    <a:pt x="1811030" y="860773"/>
                  </a:lnTo>
                  <a:lnTo>
                    <a:pt x="1811415" y="861350"/>
                  </a:lnTo>
                  <a:lnTo>
                    <a:pt x="1811856" y="862061"/>
                  </a:lnTo>
                  <a:lnTo>
                    <a:pt x="1812032" y="862419"/>
                  </a:lnTo>
                  <a:lnTo>
                    <a:pt x="1812091" y="862545"/>
                  </a:lnTo>
                  <a:lnTo>
                    <a:pt x="1812419" y="863260"/>
                  </a:lnTo>
                  <a:lnTo>
                    <a:pt x="1812449" y="863325"/>
                  </a:lnTo>
                  <a:lnTo>
                    <a:pt x="1812490" y="863403"/>
                  </a:lnTo>
                  <a:lnTo>
                    <a:pt x="1812665" y="863728"/>
                  </a:lnTo>
                  <a:lnTo>
                    <a:pt x="1812788" y="864029"/>
                  </a:lnTo>
                  <a:lnTo>
                    <a:pt x="1812822" y="864126"/>
                  </a:lnTo>
                  <a:lnTo>
                    <a:pt x="1812839" y="864180"/>
                  </a:lnTo>
                  <a:lnTo>
                    <a:pt x="1812845" y="864201"/>
                  </a:lnTo>
                  <a:lnTo>
                    <a:pt x="1812860" y="864253"/>
                  </a:lnTo>
                  <a:lnTo>
                    <a:pt x="1812863" y="864272"/>
                  </a:lnTo>
                  <a:lnTo>
                    <a:pt x="1812887" y="864468"/>
                  </a:lnTo>
                  <a:lnTo>
                    <a:pt x="1812883" y="864554"/>
                  </a:lnTo>
                  <a:lnTo>
                    <a:pt x="1812877" y="864736"/>
                  </a:lnTo>
                  <a:lnTo>
                    <a:pt x="1812874" y="864749"/>
                  </a:lnTo>
                  <a:lnTo>
                    <a:pt x="1812704" y="864943"/>
                  </a:lnTo>
                  <a:lnTo>
                    <a:pt x="1812651" y="865004"/>
                  </a:lnTo>
                  <a:lnTo>
                    <a:pt x="1812625" y="865081"/>
                  </a:lnTo>
                  <a:lnTo>
                    <a:pt x="1812610" y="865127"/>
                  </a:lnTo>
                  <a:lnTo>
                    <a:pt x="1812580" y="865216"/>
                  </a:lnTo>
                  <a:lnTo>
                    <a:pt x="1812571" y="865241"/>
                  </a:lnTo>
                  <a:lnTo>
                    <a:pt x="1812565" y="865251"/>
                  </a:lnTo>
                  <a:lnTo>
                    <a:pt x="1812551" y="865270"/>
                  </a:lnTo>
                  <a:lnTo>
                    <a:pt x="1812543" y="865280"/>
                  </a:lnTo>
                  <a:lnTo>
                    <a:pt x="1812523" y="865292"/>
                  </a:lnTo>
                  <a:lnTo>
                    <a:pt x="1812517" y="865295"/>
                  </a:lnTo>
                  <a:lnTo>
                    <a:pt x="1812504" y="865302"/>
                  </a:lnTo>
                  <a:lnTo>
                    <a:pt x="1812496" y="865305"/>
                  </a:lnTo>
                  <a:lnTo>
                    <a:pt x="1812451" y="865326"/>
                  </a:lnTo>
                  <a:lnTo>
                    <a:pt x="1812421" y="865340"/>
                  </a:lnTo>
                  <a:lnTo>
                    <a:pt x="1812417" y="865343"/>
                  </a:lnTo>
                  <a:lnTo>
                    <a:pt x="1812394" y="865363"/>
                  </a:lnTo>
                  <a:lnTo>
                    <a:pt x="1812386" y="865372"/>
                  </a:lnTo>
                  <a:lnTo>
                    <a:pt x="1812382" y="865377"/>
                  </a:lnTo>
                  <a:lnTo>
                    <a:pt x="1812379" y="865381"/>
                  </a:lnTo>
                  <a:lnTo>
                    <a:pt x="1812374" y="865390"/>
                  </a:lnTo>
                  <a:lnTo>
                    <a:pt x="1812363" y="865437"/>
                  </a:lnTo>
                  <a:lnTo>
                    <a:pt x="1812361" y="865448"/>
                  </a:lnTo>
                  <a:lnTo>
                    <a:pt x="1812359" y="865463"/>
                  </a:lnTo>
                  <a:lnTo>
                    <a:pt x="1812359" y="865468"/>
                  </a:lnTo>
                  <a:lnTo>
                    <a:pt x="1812358" y="865547"/>
                  </a:lnTo>
                  <a:lnTo>
                    <a:pt x="1812362" y="865664"/>
                  </a:lnTo>
                  <a:lnTo>
                    <a:pt x="1812426" y="865721"/>
                  </a:lnTo>
                  <a:lnTo>
                    <a:pt x="1812460" y="865751"/>
                  </a:lnTo>
                  <a:lnTo>
                    <a:pt x="1812488" y="865775"/>
                  </a:lnTo>
                  <a:lnTo>
                    <a:pt x="1812513" y="865768"/>
                  </a:lnTo>
                  <a:lnTo>
                    <a:pt x="1812582" y="865686"/>
                  </a:lnTo>
                  <a:lnTo>
                    <a:pt x="1812658" y="865596"/>
                  </a:lnTo>
                  <a:lnTo>
                    <a:pt x="1812887" y="865363"/>
                  </a:lnTo>
                  <a:lnTo>
                    <a:pt x="1813008" y="865241"/>
                  </a:lnTo>
                  <a:lnTo>
                    <a:pt x="1813037" y="865223"/>
                  </a:lnTo>
                  <a:lnTo>
                    <a:pt x="1813060" y="865218"/>
                  </a:lnTo>
                  <a:lnTo>
                    <a:pt x="1813076" y="865216"/>
                  </a:lnTo>
                  <a:lnTo>
                    <a:pt x="1813101" y="865218"/>
                  </a:lnTo>
                  <a:lnTo>
                    <a:pt x="1813122" y="865222"/>
                  </a:lnTo>
                  <a:lnTo>
                    <a:pt x="1813235" y="865291"/>
                  </a:lnTo>
                  <a:lnTo>
                    <a:pt x="1813537" y="865497"/>
                  </a:lnTo>
                  <a:lnTo>
                    <a:pt x="1813941" y="865774"/>
                  </a:lnTo>
                  <a:lnTo>
                    <a:pt x="1814061" y="865867"/>
                  </a:lnTo>
                  <a:lnTo>
                    <a:pt x="1814117" y="865919"/>
                  </a:lnTo>
                  <a:lnTo>
                    <a:pt x="1814182" y="866014"/>
                  </a:lnTo>
                  <a:lnTo>
                    <a:pt x="1814287" y="866171"/>
                  </a:lnTo>
                  <a:lnTo>
                    <a:pt x="1814541" y="866568"/>
                  </a:lnTo>
                  <a:lnTo>
                    <a:pt x="1814559" y="866598"/>
                  </a:lnTo>
                  <a:lnTo>
                    <a:pt x="1814616" y="866693"/>
                  </a:lnTo>
                  <a:lnTo>
                    <a:pt x="1814618" y="866699"/>
                  </a:lnTo>
                  <a:lnTo>
                    <a:pt x="1814631" y="866730"/>
                  </a:lnTo>
                  <a:lnTo>
                    <a:pt x="1814640" y="866754"/>
                  </a:lnTo>
                  <a:lnTo>
                    <a:pt x="1814650" y="866776"/>
                  </a:lnTo>
                  <a:lnTo>
                    <a:pt x="1814657" y="866794"/>
                  </a:lnTo>
                  <a:lnTo>
                    <a:pt x="1814874" y="867327"/>
                  </a:lnTo>
                  <a:lnTo>
                    <a:pt x="1815120" y="867966"/>
                  </a:lnTo>
                  <a:lnTo>
                    <a:pt x="1815223" y="868251"/>
                  </a:lnTo>
                  <a:lnTo>
                    <a:pt x="1815259" y="868352"/>
                  </a:lnTo>
                  <a:lnTo>
                    <a:pt x="1815361" y="868639"/>
                  </a:lnTo>
                  <a:lnTo>
                    <a:pt x="1815471" y="868927"/>
                  </a:lnTo>
                  <a:lnTo>
                    <a:pt x="1815631" y="869156"/>
                  </a:lnTo>
                  <a:lnTo>
                    <a:pt x="1815833" y="869763"/>
                  </a:lnTo>
                  <a:lnTo>
                    <a:pt x="1815851" y="869822"/>
                  </a:lnTo>
                  <a:lnTo>
                    <a:pt x="1815868" y="869887"/>
                  </a:lnTo>
                  <a:lnTo>
                    <a:pt x="1815872" y="869903"/>
                  </a:lnTo>
                  <a:lnTo>
                    <a:pt x="1815873" y="869909"/>
                  </a:lnTo>
                  <a:lnTo>
                    <a:pt x="1815897" y="869926"/>
                  </a:lnTo>
                  <a:lnTo>
                    <a:pt x="1815924" y="869947"/>
                  </a:lnTo>
                  <a:lnTo>
                    <a:pt x="1815965" y="869977"/>
                  </a:lnTo>
                  <a:lnTo>
                    <a:pt x="1816007" y="870044"/>
                  </a:lnTo>
                  <a:lnTo>
                    <a:pt x="1816044" y="870115"/>
                  </a:lnTo>
                  <a:lnTo>
                    <a:pt x="1816111" y="870284"/>
                  </a:lnTo>
                  <a:lnTo>
                    <a:pt x="1816142" y="870369"/>
                  </a:lnTo>
                  <a:lnTo>
                    <a:pt x="1816148" y="870402"/>
                  </a:lnTo>
                  <a:lnTo>
                    <a:pt x="1816148" y="870424"/>
                  </a:lnTo>
                  <a:lnTo>
                    <a:pt x="1816140" y="870445"/>
                  </a:lnTo>
                  <a:lnTo>
                    <a:pt x="1816143" y="870455"/>
                  </a:lnTo>
                  <a:lnTo>
                    <a:pt x="1816299" y="871132"/>
                  </a:lnTo>
                  <a:lnTo>
                    <a:pt x="1816413" y="871602"/>
                  </a:lnTo>
                  <a:lnTo>
                    <a:pt x="1816429" y="871663"/>
                  </a:lnTo>
                  <a:lnTo>
                    <a:pt x="1816436" y="871676"/>
                  </a:lnTo>
                  <a:lnTo>
                    <a:pt x="1816448" y="871678"/>
                  </a:lnTo>
                  <a:lnTo>
                    <a:pt x="1816514" y="871658"/>
                  </a:lnTo>
                  <a:lnTo>
                    <a:pt x="1816584" y="871636"/>
                  </a:lnTo>
                  <a:lnTo>
                    <a:pt x="1816605" y="871630"/>
                  </a:lnTo>
                  <a:lnTo>
                    <a:pt x="1816609" y="871641"/>
                  </a:lnTo>
                  <a:lnTo>
                    <a:pt x="1816719" y="871894"/>
                  </a:lnTo>
                  <a:lnTo>
                    <a:pt x="1816722" y="871899"/>
                  </a:lnTo>
                  <a:lnTo>
                    <a:pt x="1816713" y="872292"/>
                  </a:lnTo>
                  <a:lnTo>
                    <a:pt x="1816698" y="872330"/>
                  </a:lnTo>
                  <a:lnTo>
                    <a:pt x="1816672" y="872399"/>
                  </a:lnTo>
                  <a:lnTo>
                    <a:pt x="1816657" y="872439"/>
                  </a:lnTo>
                  <a:lnTo>
                    <a:pt x="1816550" y="872667"/>
                  </a:lnTo>
                  <a:lnTo>
                    <a:pt x="1816532" y="872695"/>
                  </a:lnTo>
                  <a:lnTo>
                    <a:pt x="1816522" y="872712"/>
                  </a:lnTo>
                  <a:lnTo>
                    <a:pt x="1816493" y="872721"/>
                  </a:lnTo>
                  <a:lnTo>
                    <a:pt x="1816428" y="872743"/>
                  </a:lnTo>
                  <a:lnTo>
                    <a:pt x="1816408" y="872748"/>
                  </a:lnTo>
                  <a:lnTo>
                    <a:pt x="1816311" y="872779"/>
                  </a:lnTo>
                  <a:lnTo>
                    <a:pt x="1816259" y="872796"/>
                  </a:lnTo>
                  <a:lnTo>
                    <a:pt x="1816233" y="872812"/>
                  </a:lnTo>
                  <a:lnTo>
                    <a:pt x="1816209" y="872831"/>
                  </a:lnTo>
                  <a:lnTo>
                    <a:pt x="1816034" y="872974"/>
                  </a:lnTo>
                  <a:lnTo>
                    <a:pt x="1815996" y="873017"/>
                  </a:lnTo>
                  <a:lnTo>
                    <a:pt x="1815990" y="873028"/>
                  </a:lnTo>
                  <a:lnTo>
                    <a:pt x="1815983" y="873051"/>
                  </a:lnTo>
                  <a:lnTo>
                    <a:pt x="1816012" y="873075"/>
                  </a:lnTo>
                  <a:lnTo>
                    <a:pt x="1816036" y="873096"/>
                  </a:lnTo>
                  <a:lnTo>
                    <a:pt x="1816067" y="873122"/>
                  </a:lnTo>
                  <a:lnTo>
                    <a:pt x="1816245" y="873139"/>
                  </a:lnTo>
                  <a:lnTo>
                    <a:pt x="1816288" y="873116"/>
                  </a:lnTo>
                  <a:lnTo>
                    <a:pt x="1816319" y="873101"/>
                  </a:lnTo>
                  <a:lnTo>
                    <a:pt x="1816342" y="873091"/>
                  </a:lnTo>
                  <a:lnTo>
                    <a:pt x="1816356" y="873086"/>
                  </a:lnTo>
                  <a:lnTo>
                    <a:pt x="1816372" y="873084"/>
                  </a:lnTo>
                  <a:lnTo>
                    <a:pt x="1816394" y="873085"/>
                  </a:lnTo>
                  <a:lnTo>
                    <a:pt x="1816516" y="873098"/>
                  </a:lnTo>
                  <a:lnTo>
                    <a:pt x="1816527" y="873101"/>
                  </a:lnTo>
                  <a:lnTo>
                    <a:pt x="1816556" y="873109"/>
                  </a:lnTo>
                  <a:lnTo>
                    <a:pt x="1816563" y="873112"/>
                  </a:lnTo>
                  <a:lnTo>
                    <a:pt x="1816584" y="873126"/>
                  </a:lnTo>
                  <a:lnTo>
                    <a:pt x="1816606" y="873143"/>
                  </a:lnTo>
                  <a:lnTo>
                    <a:pt x="1816724" y="873235"/>
                  </a:lnTo>
                  <a:lnTo>
                    <a:pt x="1816734" y="873243"/>
                  </a:lnTo>
                  <a:lnTo>
                    <a:pt x="1816740" y="873250"/>
                  </a:lnTo>
                  <a:lnTo>
                    <a:pt x="1816745" y="873258"/>
                  </a:lnTo>
                  <a:lnTo>
                    <a:pt x="1816748" y="873268"/>
                  </a:lnTo>
                  <a:lnTo>
                    <a:pt x="1816753" y="873285"/>
                  </a:lnTo>
                  <a:lnTo>
                    <a:pt x="1816759" y="873313"/>
                  </a:lnTo>
                  <a:lnTo>
                    <a:pt x="1816759" y="873326"/>
                  </a:lnTo>
                  <a:lnTo>
                    <a:pt x="1816761" y="873401"/>
                  </a:lnTo>
                  <a:lnTo>
                    <a:pt x="1816761" y="873422"/>
                  </a:lnTo>
                  <a:lnTo>
                    <a:pt x="1816759" y="873449"/>
                  </a:lnTo>
                  <a:lnTo>
                    <a:pt x="1816753" y="873499"/>
                  </a:lnTo>
                  <a:lnTo>
                    <a:pt x="1816749" y="873529"/>
                  </a:lnTo>
                  <a:lnTo>
                    <a:pt x="1816713" y="873790"/>
                  </a:lnTo>
                  <a:lnTo>
                    <a:pt x="1816676" y="874056"/>
                  </a:lnTo>
                  <a:lnTo>
                    <a:pt x="1816694" y="874652"/>
                  </a:lnTo>
                  <a:lnTo>
                    <a:pt x="1815950" y="875132"/>
                  </a:lnTo>
                  <a:lnTo>
                    <a:pt x="1815709" y="875289"/>
                  </a:lnTo>
                  <a:lnTo>
                    <a:pt x="1815646" y="875330"/>
                  </a:lnTo>
                  <a:lnTo>
                    <a:pt x="1815641" y="875334"/>
                  </a:lnTo>
                  <a:lnTo>
                    <a:pt x="1815937" y="875888"/>
                  </a:lnTo>
                  <a:lnTo>
                    <a:pt x="1815403" y="876215"/>
                  </a:lnTo>
                  <a:lnTo>
                    <a:pt x="1815334" y="876262"/>
                  </a:lnTo>
                  <a:lnTo>
                    <a:pt x="1815210" y="876339"/>
                  </a:lnTo>
                  <a:lnTo>
                    <a:pt x="1815203" y="876343"/>
                  </a:lnTo>
                  <a:lnTo>
                    <a:pt x="1815246" y="876409"/>
                  </a:lnTo>
                  <a:lnTo>
                    <a:pt x="1815291" y="876475"/>
                  </a:lnTo>
                  <a:lnTo>
                    <a:pt x="1815419" y="876665"/>
                  </a:lnTo>
                  <a:lnTo>
                    <a:pt x="1815545" y="876834"/>
                  </a:lnTo>
                  <a:lnTo>
                    <a:pt x="1816265" y="877436"/>
                  </a:lnTo>
                  <a:lnTo>
                    <a:pt x="1817208" y="878223"/>
                  </a:lnTo>
                  <a:lnTo>
                    <a:pt x="1817383" y="878326"/>
                  </a:lnTo>
                  <a:lnTo>
                    <a:pt x="1817394" y="878326"/>
                  </a:lnTo>
                  <a:lnTo>
                    <a:pt x="1817427" y="878326"/>
                  </a:lnTo>
                  <a:lnTo>
                    <a:pt x="1817552" y="878327"/>
                  </a:lnTo>
                  <a:lnTo>
                    <a:pt x="1817638" y="878338"/>
                  </a:lnTo>
                  <a:lnTo>
                    <a:pt x="1817645" y="878347"/>
                  </a:lnTo>
                  <a:lnTo>
                    <a:pt x="1817652" y="878376"/>
                  </a:lnTo>
                  <a:lnTo>
                    <a:pt x="1817654" y="878383"/>
                  </a:lnTo>
                  <a:lnTo>
                    <a:pt x="1817656" y="878401"/>
                  </a:lnTo>
                  <a:lnTo>
                    <a:pt x="1817656" y="878406"/>
                  </a:lnTo>
                  <a:lnTo>
                    <a:pt x="1817888" y="878408"/>
                  </a:lnTo>
                  <a:lnTo>
                    <a:pt x="1817957" y="878413"/>
                  </a:lnTo>
                  <a:lnTo>
                    <a:pt x="1818009" y="878417"/>
                  </a:lnTo>
                  <a:lnTo>
                    <a:pt x="1818049" y="878421"/>
                  </a:lnTo>
                  <a:lnTo>
                    <a:pt x="1818060" y="878421"/>
                  </a:lnTo>
                  <a:lnTo>
                    <a:pt x="1818374" y="878470"/>
                  </a:lnTo>
                  <a:lnTo>
                    <a:pt x="1818650" y="878583"/>
                  </a:lnTo>
                  <a:lnTo>
                    <a:pt x="1819020" y="878757"/>
                  </a:lnTo>
                  <a:lnTo>
                    <a:pt x="1818891" y="878822"/>
                  </a:lnTo>
                  <a:lnTo>
                    <a:pt x="1818721" y="878826"/>
                  </a:lnTo>
                  <a:lnTo>
                    <a:pt x="1818639" y="878862"/>
                  </a:lnTo>
                  <a:lnTo>
                    <a:pt x="1818423" y="879056"/>
                  </a:lnTo>
                  <a:lnTo>
                    <a:pt x="1818385" y="879075"/>
                  </a:lnTo>
                  <a:lnTo>
                    <a:pt x="1818362" y="879084"/>
                  </a:lnTo>
                  <a:lnTo>
                    <a:pt x="1818365" y="879096"/>
                  </a:lnTo>
                  <a:lnTo>
                    <a:pt x="1818368" y="879110"/>
                  </a:lnTo>
                  <a:lnTo>
                    <a:pt x="1818476" y="879069"/>
                  </a:lnTo>
                  <a:lnTo>
                    <a:pt x="1818698" y="878986"/>
                  </a:lnTo>
                  <a:lnTo>
                    <a:pt x="1818768" y="878959"/>
                  </a:lnTo>
                  <a:lnTo>
                    <a:pt x="1819350" y="878799"/>
                  </a:lnTo>
                  <a:lnTo>
                    <a:pt x="1819356" y="878800"/>
                  </a:lnTo>
                  <a:lnTo>
                    <a:pt x="1819364" y="878804"/>
                  </a:lnTo>
                  <a:lnTo>
                    <a:pt x="1819388" y="878816"/>
                  </a:lnTo>
                  <a:lnTo>
                    <a:pt x="1819406" y="878829"/>
                  </a:lnTo>
                  <a:lnTo>
                    <a:pt x="1819420" y="878842"/>
                  </a:lnTo>
                  <a:lnTo>
                    <a:pt x="1819441" y="878865"/>
                  </a:lnTo>
                  <a:lnTo>
                    <a:pt x="1819446" y="878876"/>
                  </a:lnTo>
                  <a:lnTo>
                    <a:pt x="1819449" y="878899"/>
                  </a:lnTo>
                  <a:lnTo>
                    <a:pt x="1819436" y="878996"/>
                  </a:lnTo>
                  <a:lnTo>
                    <a:pt x="1819414" y="879236"/>
                  </a:lnTo>
                  <a:lnTo>
                    <a:pt x="1819419" y="879305"/>
                  </a:lnTo>
                  <a:lnTo>
                    <a:pt x="1819424" y="879372"/>
                  </a:lnTo>
                  <a:lnTo>
                    <a:pt x="1819443" y="879648"/>
                  </a:lnTo>
                  <a:lnTo>
                    <a:pt x="1819470" y="879751"/>
                  </a:lnTo>
                  <a:lnTo>
                    <a:pt x="1819560" y="880099"/>
                  </a:lnTo>
                  <a:lnTo>
                    <a:pt x="1819567" y="880122"/>
                  </a:lnTo>
                  <a:lnTo>
                    <a:pt x="1819593" y="880134"/>
                  </a:lnTo>
                  <a:lnTo>
                    <a:pt x="1819605" y="880138"/>
                  </a:lnTo>
                  <a:lnTo>
                    <a:pt x="1819610" y="880138"/>
                  </a:lnTo>
                  <a:lnTo>
                    <a:pt x="1819614" y="880135"/>
                  </a:lnTo>
                  <a:lnTo>
                    <a:pt x="1819635" y="880091"/>
                  </a:lnTo>
                  <a:lnTo>
                    <a:pt x="1819685" y="879965"/>
                  </a:lnTo>
                  <a:lnTo>
                    <a:pt x="1819711" y="879895"/>
                  </a:lnTo>
                  <a:lnTo>
                    <a:pt x="1819745" y="879788"/>
                  </a:lnTo>
                  <a:lnTo>
                    <a:pt x="1819767" y="879786"/>
                  </a:lnTo>
                  <a:lnTo>
                    <a:pt x="1819936" y="879775"/>
                  </a:lnTo>
                  <a:lnTo>
                    <a:pt x="1819948" y="879774"/>
                  </a:lnTo>
                  <a:lnTo>
                    <a:pt x="1820024" y="879779"/>
                  </a:lnTo>
                  <a:lnTo>
                    <a:pt x="1820140" y="879787"/>
                  </a:lnTo>
                  <a:lnTo>
                    <a:pt x="1820148" y="879794"/>
                  </a:lnTo>
                  <a:lnTo>
                    <a:pt x="1820435" y="880107"/>
                  </a:lnTo>
                  <a:lnTo>
                    <a:pt x="1820486" y="880209"/>
                  </a:lnTo>
                  <a:lnTo>
                    <a:pt x="1820665" y="880804"/>
                  </a:lnTo>
                  <a:lnTo>
                    <a:pt x="1820669" y="880818"/>
                  </a:lnTo>
                  <a:lnTo>
                    <a:pt x="1820667" y="880839"/>
                  </a:lnTo>
                  <a:lnTo>
                    <a:pt x="1820668" y="880887"/>
                  </a:lnTo>
                  <a:lnTo>
                    <a:pt x="1820752" y="881291"/>
                  </a:lnTo>
                  <a:lnTo>
                    <a:pt x="1820941" y="881886"/>
                  </a:lnTo>
                  <a:lnTo>
                    <a:pt x="1820951" y="881970"/>
                  </a:lnTo>
                  <a:lnTo>
                    <a:pt x="1820956" y="882003"/>
                  </a:lnTo>
                  <a:lnTo>
                    <a:pt x="1820964" y="882070"/>
                  </a:lnTo>
                  <a:lnTo>
                    <a:pt x="1820964" y="882080"/>
                  </a:lnTo>
                  <a:lnTo>
                    <a:pt x="1820969" y="882084"/>
                  </a:lnTo>
                  <a:lnTo>
                    <a:pt x="1821119" y="882042"/>
                  </a:lnTo>
                  <a:lnTo>
                    <a:pt x="1821360" y="881974"/>
                  </a:lnTo>
                  <a:lnTo>
                    <a:pt x="1821382" y="881973"/>
                  </a:lnTo>
                  <a:lnTo>
                    <a:pt x="1821423" y="881980"/>
                  </a:lnTo>
                  <a:lnTo>
                    <a:pt x="1821467" y="881997"/>
                  </a:lnTo>
                  <a:lnTo>
                    <a:pt x="1821500" y="882036"/>
                  </a:lnTo>
                  <a:lnTo>
                    <a:pt x="1821514" y="882053"/>
                  </a:lnTo>
                  <a:lnTo>
                    <a:pt x="1821786" y="882660"/>
                  </a:lnTo>
                  <a:lnTo>
                    <a:pt x="1821790" y="882730"/>
                  </a:lnTo>
                  <a:lnTo>
                    <a:pt x="1821791" y="883043"/>
                  </a:lnTo>
                  <a:lnTo>
                    <a:pt x="1821794" y="883095"/>
                  </a:lnTo>
                  <a:lnTo>
                    <a:pt x="1821802" y="883253"/>
                  </a:lnTo>
                  <a:lnTo>
                    <a:pt x="1821818" y="883312"/>
                  </a:lnTo>
                  <a:lnTo>
                    <a:pt x="1821872" y="883457"/>
                  </a:lnTo>
                  <a:lnTo>
                    <a:pt x="1821889" y="883452"/>
                  </a:lnTo>
                  <a:lnTo>
                    <a:pt x="1821982" y="883422"/>
                  </a:lnTo>
                  <a:lnTo>
                    <a:pt x="1821986" y="883425"/>
                  </a:lnTo>
                  <a:lnTo>
                    <a:pt x="1821991" y="883427"/>
                  </a:lnTo>
                  <a:lnTo>
                    <a:pt x="1822101" y="883832"/>
                  </a:lnTo>
                  <a:lnTo>
                    <a:pt x="1822095" y="883849"/>
                  </a:lnTo>
                  <a:lnTo>
                    <a:pt x="1821885" y="884220"/>
                  </a:lnTo>
                  <a:lnTo>
                    <a:pt x="1821876" y="884225"/>
                  </a:lnTo>
                  <a:lnTo>
                    <a:pt x="1821799" y="884151"/>
                  </a:lnTo>
                  <a:lnTo>
                    <a:pt x="1821788" y="884142"/>
                  </a:lnTo>
                  <a:lnTo>
                    <a:pt x="1821765" y="884153"/>
                  </a:lnTo>
                  <a:lnTo>
                    <a:pt x="1821633" y="884219"/>
                  </a:lnTo>
                  <a:lnTo>
                    <a:pt x="1821381" y="884345"/>
                  </a:lnTo>
                  <a:lnTo>
                    <a:pt x="1821357" y="884362"/>
                  </a:lnTo>
                  <a:lnTo>
                    <a:pt x="1821358" y="884374"/>
                  </a:lnTo>
                  <a:lnTo>
                    <a:pt x="1821409" y="884506"/>
                  </a:lnTo>
                  <a:lnTo>
                    <a:pt x="1821420" y="884509"/>
                  </a:lnTo>
                  <a:lnTo>
                    <a:pt x="1821430" y="884505"/>
                  </a:lnTo>
                  <a:lnTo>
                    <a:pt x="1821471" y="884489"/>
                  </a:lnTo>
                  <a:lnTo>
                    <a:pt x="1821711" y="884366"/>
                  </a:lnTo>
                  <a:lnTo>
                    <a:pt x="1821758" y="884341"/>
                  </a:lnTo>
                  <a:lnTo>
                    <a:pt x="1821944" y="884246"/>
                  </a:lnTo>
                  <a:lnTo>
                    <a:pt x="1821975" y="884237"/>
                  </a:lnTo>
                  <a:lnTo>
                    <a:pt x="1821988" y="884239"/>
                  </a:lnTo>
                  <a:lnTo>
                    <a:pt x="1822001" y="884252"/>
                  </a:lnTo>
                  <a:lnTo>
                    <a:pt x="1822009" y="884277"/>
                  </a:lnTo>
                  <a:lnTo>
                    <a:pt x="1822124" y="885046"/>
                  </a:lnTo>
                  <a:lnTo>
                    <a:pt x="1822063" y="885439"/>
                  </a:lnTo>
                  <a:lnTo>
                    <a:pt x="1822028" y="885498"/>
                  </a:lnTo>
                  <a:lnTo>
                    <a:pt x="1821972" y="885551"/>
                  </a:lnTo>
                  <a:lnTo>
                    <a:pt x="1821913" y="885594"/>
                  </a:lnTo>
                  <a:lnTo>
                    <a:pt x="1821867" y="885627"/>
                  </a:lnTo>
                  <a:lnTo>
                    <a:pt x="1821818" y="885623"/>
                  </a:lnTo>
                  <a:lnTo>
                    <a:pt x="1821757" y="885606"/>
                  </a:lnTo>
                  <a:lnTo>
                    <a:pt x="1821691" y="885587"/>
                  </a:lnTo>
                  <a:lnTo>
                    <a:pt x="1821623" y="885573"/>
                  </a:lnTo>
                  <a:lnTo>
                    <a:pt x="1821585" y="885584"/>
                  </a:lnTo>
                  <a:lnTo>
                    <a:pt x="1821085" y="885809"/>
                  </a:lnTo>
                  <a:lnTo>
                    <a:pt x="1821013" y="885854"/>
                  </a:lnTo>
                  <a:lnTo>
                    <a:pt x="1820951" y="885939"/>
                  </a:lnTo>
                  <a:lnTo>
                    <a:pt x="1820934" y="885982"/>
                  </a:lnTo>
                  <a:lnTo>
                    <a:pt x="1820922" y="886012"/>
                  </a:lnTo>
                  <a:lnTo>
                    <a:pt x="1820819" y="886052"/>
                  </a:lnTo>
                  <a:lnTo>
                    <a:pt x="1820628" y="886127"/>
                  </a:lnTo>
                  <a:lnTo>
                    <a:pt x="1820602" y="886137"/>
                  </a:lnTo>
                  <a:lnTo>
                    <a:pt x="1820542" y="886141"/>
                  </a:lnTo>
                  <a:lnTo>
                    <a:pt x="1820427" y="886150"/>
                  </a:lnTo>
                  <a:lnTo>
                    <a:pt x="1820200" y="886193"/>
                  </a:lnTo>
                  <a:lnTo>
                    <a:pt x="1820195" y="886197"/>
                  </a:lnTo>
                  <a:lnTo>
                    <a:pt x="1820196" y="886209"/>
                  </a:lnTo>
                  <a:lnTo>
                    <a:pt x="1820197" y="886224"/>
                  </a:lnTo>
                  <a:lnTo>
                    <a:pt x="1820206" y="886229"/>
                  </a:lnTo>
                  <a:lnTo>
                    <a:pt x="1820284" y="886240"/>
                  </a:lnTo>
                  <a:lnTo>
                    <a:pt x="1820293" y="886241"/>
                  </a:lnTo>
                  <a:lnTo>
                    <a:pt x="1820346" y="886240"/>
                  </a:lnTo>
                  <a:lnTo>
                    <a:pt x="1820852" y="886216"/>
                  </a:lnTo>
                  <a:lnTo>
                    <a:pt x="1820873" y="886215"/>
                  </a:lnTo>
                  <a:lnTo>
                    <a:pt x="1820949" y="886211"/>
                  </a:lnTo>
                  <a:lnTo>
                    <a:pt x="1820999" y="886196"/>
                  </a:lnTo>
                  <a:lnTo>
                    <a:pt x="1821044" y="886173"/>
                  </a:lnTo>
                  <a:lnTo>
                    <a:pt x="1821276" y="886054"/>
                  </a:lnTo>
                  <a:lnTo>
                    <a:pt x="1821297" y="886044"/>
                  </a:lnTo>
                  <a:lnTo>
                    <a:pt x="1821304" y="886029"/>
                  </a:lnTo>
                  <a:lnTo>
                    <a:pt x="1821309" y="886018"/>
                  </a:lnTo>
                  <a:lnTo>
                    <a:pt x="1821346" y="885940"/>
                  </a:lnTo>
                  <a:lnTo>
                    <a:pt x="1821345" y="885903"/>
                  </a:lnTo>
                  <a:lnTo>
                    <a:pt x="1821338" y="885853"/>
                  </a:lnTo>
                  <a:lnTo>
                    <a:pt x="1821338" y="885830"/>
                  </a:lnTo>
                  <a:lnTo>
                    <a:pt x="1821353" y="885823"/>
                  </a:lnTo>
                  <a:lnTo>
                    <a:pt x="1821618" y="885731"/>
                  </a:lnTo>
                  <a:lnTo>
                    <a:pt x="1821627" y="885732"/>
                  </a:lnTo>
                  <a:lnTo>
                    <a:pt x="1821812" y="885756"/>
                  </a:lnTo>
                  <a:lnTo>
                    <a:pt x="1821821" y="885757"/>
                  </a:lnTo>
                  <a:lnTo>
                    <a:pt x="1821975" y="885745"/>
                  </a:lnTo>
                  <a:lnTo>
                    <a:pt x="1821981" y="885744"/>
                  </a:lnTo>
                  <a:lnTo>
                    <a:pt x="1821987" y="885736"/>
                  </a:lnTo>
                  <a:lnTo>
                    <a:pt x="1822068" y="885630"/>
                  </a:lnTo>
                  <a:lnTo>
                    <a:pt x="1822159" y="885512"/>
                  </a:lnTo>
                  <a:lnTo>
                    <a:pt x="1822220" y="885417"/>
                  </a:lnTo>
                  <a:lnTo>
                    <a:pt x="1822304" y="885382"/>
                  </a:lnTo>
                  <a:lnTo>
                    <a:pt x="1822313" y="885381"/>
                  </a:lnTo>
                  <a:lnTo>
                    <a:pt x="1822319" y="885386"/>
                  </a:lnTo>
                  <a:lnTo>
                    <a:pt x="1822363" y="885557"/>
                  </a:lnTo>
                  <a:lnTo>
                    <a:pt x="1822437" y="885734"/>
                  </a:lnTo>
                  <a:lnTo>
                    <a:pt x="1822553" y="885967"/>
                  </a:lnTo>
                  <a:lnTo>
                    <a:pt x="1822599" y="886030"/>
                  </a:lnTo>
                  <a:lnTo>
                    <a:pt x="1822644" y="886072"/>
                  </a:lnTo>
                  <a:lnTo>
                    <a:pt x="1822795" y="886184"/>
                  </a:lnTo>
                  <a:lnTo>
                    <a:pt x="1822834" y="886176"/>
                  </a:lnTo>
                  <a:lnTo>
                    <a:pt x="1822884" y="886166"/>
                  </a:lnTo>
                  <a:lnTo>
                    <a:pt x="1822927" y="886157"/>
                  </a:lnTo>
                  <a:lnTo>
                    <a:pt x="1822940" y="886155"/>
                  </a:lnTo>
                  <a:lnTo>
                    <a:pt x="1823113" y="886337"/>
                  </a:lnTo>
                  <a:lnTo>
                    <a:pt x="1823119" y="886343"/>
                  </a:lnTo>
                  <a:lnTo>
                    <a:pt x="1823121" y="886351"/>
                  </a:lnTo>
                  <a:lnTo>
                    <a:pt x="1823123" y="886460"/>
                  </a:lnTo>
                  <a:lnTo>
                    <a:pt x="1823117" y="886472"/>
                  </a:lnTo>
                  <a:lnTo>
                    <a:pt x="1823097" y="886490"/>
                  </a:lnTo>
                  <a:lnTo>
                    <a:pt x="1823086" y="886501"/>
                  </a:lnTo>
                  <a:lnTo>
                    <a:pt x="1823103" y="886506"/>
                  </a:lnTo>
                  <a:lnTo>
                    <a:pt x="1823119" y="886512"/>
                  </a:lnTo>
                  <a:lnTo>
                    <a:pt x="1823128" y="886516"/>
                  </a:lnTo>
                  <a:lnTo>
                    <a:pt x="1823277" y="886685"/>
                  </a:lnTo>
                  <a:lnTo>
                    <a:pt x="1823283" y="886695"/>
                  </a:lnTo>
                  <a:lnTo>
                    <a:pt x="1823564" y="887531"/>
                  </a:lnTo>
                  <a:lnTo>
                    <a:pt x="1823554" y="887645"/>
                  </a:lnTo>
                  <a:lnTo>
                    <a:pt x="1823544" y="887706"/>
                  </a:lnTo>
                  <a:lnTo>
                    <a:pt x="1823632" y="887829"/>
                  </a:lnTo>
                  <a:lnTo>
                    <a:pt x="1823680" y="887896"/>
                  </a:lnTo>
                  <a:lnTo>
                    <a:pt x="1823863" y="888147"/>
                  </a:lnTo>
                  <a:lnTo>
                    <a:pt x="1824103" y="888523"/>
                  </a:lnTo>
                  <a:lnTo>
                    <a:pt x="1824200" y="888694"/>
                  </a:lnTo>
                  <a:lnTo>
                    <a:pt x="1824211" y="888710"/>
                  </a:lnTo>
                  <a:lnTo>
                    <a:pt x="1824207" y="888715"/>
                  </a:lnTo>
                  <a:lnTo>
                    <a:pt x="1824151" y="888785"/>
                  </a:lnTo>
                  <a:lnTo>
                    <a:pt x="1824414" y="889467"/>
                  </a:lnTo>
                  <a:lnTo>
                    <a:pt x="1824452" y="889563"/>
                  </a:lnTo>
                  <a:lnTo>
                    <a:pt x="1824851" y="890561"/>
                  </a:lnTo>
                  <a:lnTo>
                    <a:pt x="1824960" y="890834"/>
                  </a:lnTo>
                  <a:lnTo>
                    <a:pt x="1825756" y="890683"/>
                  </a:lnTo>
                  <a:lnTo>
                    <a:pt x="1826288" y="890559"/>
                  </a:lnTo>
                  <a:lnTo>
                    <a:pt x="1826564" y="891253"/>
                  </a:lnTo>
                  <a:lnTo>
                    <a:pt x="1826123" y="891429"/>
                  </a:lnTo>
                  <a:lnTo>
                    <a:pt x="1826387" y="891860"/>
                  </a:lnTo>
                  <a:lnTo>
                    <a:pt x="1826485" y="892227"/>
                  </a:lnTo>
                  <a:lnTo>
                    <a:pt x="1826549" y="892466"/>
                  </a:lnTo>
                  <a:lnTo>
                    <a:pt x="1826609" y="892690"/>
                  </a:lnTo>
                  <a:lnTo>
                    <a:pt x="1826070" y="892881"/>
                  </a:lnTo>
                  <a:lnTo>
                    <a:pt x="1826186" y="893079"/>
                  </a:lnTo>
                  <a:lnTo>
                    <a:pt x="1826193" y="893091"/>
                  </a:lnTo>
                  <a:lnTo>
                    <a:pt x="1826222" y="893137"/>
                  </a:lnTo>
                  <a:lnTo>
                    <a:pt x="1826234" y="893157"/>
                  </a:lnTo>
                  <a:lnTo>
                    <a:pt x="1826467" y="893535"/>
                  </a:lnTo>
                  <a:lnTo>
                    <a:pt x="1826474" y="893547"/>
                  </a:lnTo>
                  <a:lnTo>
                    <a:pt x="1826516" y="893708"/>
                  </a:lnTo>
                  <a:lnTo>
                    <a:pt x="1826542" y="893808"/>
                  </a:lnTo>
                  <a:lnTo>
                    <a:pt x="1826554" y="893854"/>
                  </a:lnTo>
                  <a:lnTo>
                    <a:pt x="1826570" y="893915"/>
                  </a:lnTo>
                  <a:lnTo>
                    <a:pt x="1826669" y="894097"/>
                  </a:lnTo>
                  <a:lnTo>
                    <a:pt x="1826743" y="894234"/>
                  </a:lnTo>
                  <a:lnTo>
                    <a:pt x="1826845" y="894421"/>
                  </a:lnTo>
                  <a:lnTo>
                    <a:pt x="1826848" y="894428"/>
                  </a:lnTo>
                  <a:lnTo>
                    <a:pt x="1826866" y="894462"/>
                  </a:lnTo>
                  <a:lnTo>
                    <a:pt x="1826864" y="894473"/>
                  </a:lnTo>
                  <a:lnTo>
                    <a:pt x="1826857" y="894481"/>
                  </a:lnTo>
                  <a:lnTo>
                    <a:pt x="1826830" y="894512"/>
                  </a:lnTo>
                  <a:lnTo>
                    <a:pt x="1826883" y="894514"/>
                  </a:lnTo>
                  <a:lnTo>
                    <a:pt x="1826894" y="894517"/>
                  </a:lnTo>
                  <a:lnTo>
                    <a:pt x="1826913" y="894548"/>
                  </a:lnTo>
                  <a:lnTo>
                    <a:pt x="1827141" y="894966"/>
                  </a:lnTo>
                  <a:lnTo>
                    <a:pt x="1827160" y="895011"/>
                  </a:lnTo>
                  <a:lnTo>
                    <a:pt x="1827172" y="895060"/>
                  </a:lnTo>
                  <a:lnTo>
                    <a:pt x="1827179" y="895112"/>
                  </a:lnTo>
                  <a:lnTo>
                    <a:pt x="1827180" y="895140"/>
                  </a:lnTo>
                  <a:lnTo>
                    <a:pt x="1827175" y="895199"/>
                  </a:lnTo>
                  <a:lnTo>
                    <a:pt x="1827142" y="895270"/>
                  </a:lnTo>
                  <a:lnTo>
                    <a:pt x="1827120" y="895318"/>
                  </a:lnTo>
                  <a:lnTo>
                    <a:pt x="1827089" y="895373"/>
                  </a:lnTo>
                  <a:lnTo>
                    <a:pt x="1827107" y="895417"/>
                  </a:lnTo>
                  <a:lnTo>
                    <a:pt x="1827203" y="895589"/>
                  </a:lnTo>
                  <a:lnTo>
                    <a:pt x="1827276" y="895777"/>
                  </a:lnTo>
                  <a:lnTo>
                    <a:pt x="1827297" y="895836"/>
                  </a:lnTo>
                  <a:lnTo>
                    <a:pt x="1827308" y="895869"/>
                  </a:lnTo>
                  <a:lnTo>
                    <a:pt x="1827329" y="895931"/>
                  </a:lnTo>
                  <a:lnTo>
                    <a:pt x="1827367" y="896041"/>
                  </a:lnTo>
                  <a:lnTo>
                    <a:pt x="1827540" y="896572"/>
                  </a:lnTo>
                  <a:lnTo>
                    <a:pt x="1827543" y="896590"/>
                  </a:lnTo>
                  <a:lnTo>
                    <a:pt x="1827557" y="896685"/>
                  </a:lnTo>
                  <a:lnTo>
                    <a:pt x="1827559" y="896759"/>
                  </a:lnTo>
                  <a:lnTo>
                    <a:pt x="1827567" y="897386"/>
                  </a:lnTo>
                  <a:lnTo>
                    <a:pt x="1827566" y="897581"/>
                  </a:lnTo>
                  <a:lnTo>
                    <a:pt x="1827564" y="897632"/>
                  </a:lnTo>
                  <a:lnTo>
                    <a:pt x="1827541" y="897988"/>
                  </a:lnTo>
                  <a:lnTo>
                    <a:pt x="1827537" y="898165"/>
                  </a:lnTo>
                  <a:lnTo>
                    <a:pt x="1827536" y="898195"/>
                  </a:lnTo>
                  <a:lnTo>
                    <a:pt x="1827530" y="898241"/>
                  </a:lnTo>
                  <a:lnTo>
                    <a:pt x="1827517" y="898247"/>
                  </a:lnTo>
                  <a:lnTo>
                    <a:pt x="1827452" y="898247"/>
                  </a:lnTo>
                  <a:lnTo>
                    <a:pt x="1827154" y="898247"/>
                  </a:lnTo>
                  <a:lnTo>
                    <a:pt x="1826998" y="898245"/>
                  </a:lnTo>
                  <a:lnTo>
                    <a:pt x="1826923" y="898244"/>
                  </a:lnTo>
                  <a:lnTo>
                    <a:pt x="1826772" y="898242"/>
                  </a:lnTo>
                  <a:lnTo>
                    <a:pt x="1826124" y="898238"/>
                  </a:lnTo>
                  <a:lnTo>
                    <a:pt x="1825644" y="898639"/>
                  </a:lnTo>
                  <a:lnTo>
                    <a:pt x="1825829" y="898819"/>
                  </a:lnTo>
                  <a:lnTo>
                    <a:pt x="1825862" y="898841"/>
                  </a:lnTo>
                  <a:lnTo>
                    <a:pt x="1825919" y="898853"/>
                  </a:lnTo>
                  <a:lnTo>
                    <a:pt x="1826162" y="898839"/>
                  </a:lnTo>
                  <a:lnTo>
                    <a:pt x="1826203" y="898845"/>
                  </a:lnTo>
                  <a:lnTo>
                    <a:pt x="1827218" y="899286"/>
                  </a:lnTo>
                  <a:lnTo>
                    <a:pt x="1827678" y="899486"/>
                  </a:lnTo>
                  <a:lnTo>
                    <a:pt x="1828400" y="899800"/>
                  </a:lnTo>
                  <a:lnTo>
                    <a:pt x="1828437" y="899871"/>
                  </a:lnTo>
                  <a:lnTo>
                    <a:pt x="1828306" y="899947"/>
                  </a:lnTo>
                  <a:lnTo>
                    <a:pt x="1828223" y="899964"/>
                  </a:lnTo>
                  <a:lnTo>
                    <a:pt x="1828234" y="900054"/>
                  </a:lnTo>
                  <a:lnTo>
                    <a:pt x="1828255" y="900217"/>
                  </a:lnTo>
                  <a:lnTo>
                    <a:pt x="1828256" y="900226"/>
                  </a:lnTo>
                  <a:lnTo>
                    <a:pt x="1828258" y="900239"/>
                  </a:lnTo>
                  <a:lnTo>
                    <a:pt x="1828296" y="900228"/>
                  </a:lnTo>
                  <a:lnTo>
                    <a:pt x="1828310" y="900224"/>
                  </a:lnTo>
                  <a:lnTo>
                    <a:pt x="1828800" y="900084"/>
                  </a:lnTo>
                  <a:lnTo>
                    <a:pt x="1828825" y="900087"/>
                  </a:lnTo>
                  <a:lnTo>
                    <a:pt x="1828969" y="900444"/>
                  </a:lnTo>
                  <a:lnTo>
                    <a:pt x="1829006" y="900685"/>
                  </a:lnTo>
                  <a:lnTo>
                    <a:pt x="1829167" y="902053"/>
                  </a:lnTo>
                  <a:lnTo>
                    <a:pt x="1829168" y="902069"/>
                  </a:lnTo>
                  <a:lnTo>
                    <a:pt x="1829168" y="902097"/>
                  </a:lnTo>
                  <a:lnTo>
                    <a:pt x="1829105" y="902572"/>
                  </a:lnTo>
                  <a:lnTo>
                    <a:pt x="1829097" y="902587"/>
                  </a:lnTo>
                  <a:lnTo>
                    <a:pt x="1828902" y="902651"/>
                  </a:lnTo>
                  <a:lnTo>
                    <a:pt x="1828857" y="902677"/>
                  </a:lnTo>
                  <a:lnTo>
                    <a:pt x="1828824" y="902696"/>
                  </a:lnTo>
                  <a:lnTo>
                    <a:pt x="1828800" y="902710"/>
                  </a:lnTo>
                  <a:lnTo>
                    <a:pt x="1828797" y="902712"/>
                  </a:lnTo>
                  <a:lnTo>
                    <a:pt x="1828760" y="902733"/>
                  </a:lnTo>
                  <a:lnTo>
                    <a:pt x="1828746" y="902741"/>
                  </a:lnTo>
                  <a:lnTo>
                    <a:pt x="1828758" y="902754"/>
                  </a:lnTo>
                  <a:lnTo>
                    <a:pt x="1828774" y="902771"/>
                  </a:lnTo>
                  <a:lnTo>
                    <a:pt x="1828786" y="902784"/>
                  </a:lnTo>
                  <a:lnTo>
                    <a:pt x="1828827" y="902827"/>
                  </a:lnTo>
                  <a:lnTo>
                    <a:pt x="1829164" y="902852"/>
                  </a:lnTo>
                  <a:lnTo>
                    <a:pt x="1829187" y="902853"/>
                  </a:lnTo>
                  <a:lnTo>
                    <a:pt x="1829231" y="902870"/>
                  </a:lnTo>
                  <a:lnTo>
                    <a:pt x="1829248" y="902897"/>
                  </a:lnTo>
                  <a:lnTo>
                    <a:pt x="1829255" y="902914"/>
                  </a:lnTo>
                  <a:lnTo>
                    <a:pt x="1829306" y="903149"/>
                  </a:lnTo>
                  <a:lnTo>
                    <a:pt x="1829312" y="903173"/>
                  </a:lnTo>
                  <a:lnTo>
                    <a:pt x="1829493" y="904019"/>
                  </a:lnTo>
                  <a:lnTo>
                    <a:pt x="1829517" y="904041"/>
                  </a:lnTo>
                  <a:lnTo>
                    <a:pt x="1829704" y="904216"/>
                  </a:lnTo>
                  <a:lnTo>
                    <a:pt x="1829707" y="904226"/>
                  </a:lnTo>
                  <a:lnTo>
                    <a:pt x="1829732" y="904326"/>
                  </a:lnTo>
                  <a:lnTo>
                    <a:pt x="1829744" y="904371"/>
                  </a:lnTo>
                  <a:lnTo>
                    <a:pt x="1829800" y="904661"/>
                  </a:lnTo>
                  <a:lnTo>
                    <a:pt x="1829824" y="904786"/>
                  </a:lnTo>
                  <a:lnTo>
                    <a:pt x="1829883" y="905095"/>
                  </a:lnTo>
                  <a:lnTo>
                    <a:pt x="1829892" y="905331"/>
                  </a:lnTo>
                  <a:lnTo>
                    <a:pt x="1829890" y="905342"/>
                  </a:lnTo>
                  <a:lnTo>
                    <a:pt x="1829887" y="905356"/>
                  </a:lnTo>
                  <a:lnTo>
                    <a:pt x="1829791" y="905564"/>
                  </a:lnTo>
                  <a:lnTo>
                    <a:pt x="1829527" y="905664"/>
                  </a:lnTo>
                  <a:lnTo>
                    <a:pt x="1829517" y="905683"/>
                  </a:lnTo>
                  <a:lnTo>
                    <a:pt x="1829350" y="905977"/>
                  </a:lnTo>
                  <a:lnTo>
                    <a:pt x="1829342" y="905990"/>
                  </a:lnTo>
                  <a:lnTo>
                    <a:pt x="1829336" y="906001"/>
                  </a:lnTo>
                  <a:lnTo>
                    <a:pt x="1829408" y="906279"/>
                  </a:lnTo>
                  <a:lnTo>
                    <a:pt x="1829799" y="906204"/>
                  </a:lnTo>
                  <a:lnTo>
                    <a:pt x="1830081" y="906059"/>
                  </a:lnTo>
                  <a:lnTo>
                    <a:pt x="1830658" y="905886"/>
                  </a:lnTo>
                  <a:lnTo>
                    <a:pt x="1831586" y="905879"/>
                  </a:lnTo>
                  <a:lnTo>
                    <a:pt x="1831677" y="906115"/>
                  </a:lnTo>
                  <a:lnTo>
                    <a:pt x="1831318" y="911131"/>
                  </a:lnTo>
                  <a:lnTo>
                    <a:pt x="1830980" y="911233"/>
                  </a:lnTo>
                  <a:lnTo>
                    <a:pt x="1830775" y="912841"/>
                  </a:lnTo>
                  <a:lnTo>
                    <a:pt x="1829330" y="912930"/>
                  </a:lnTo>
                  <a:lnTo>
                    <a:pt x="1829284" y="913288"/>
                  </a:lnTo>
                  <a:lnTo>
                    <a:pt x="1829245" y="913345"/>
                  </a:lnTo>
                  <a:lnTo>
                    <a:pt x="1829225" y="913366"/>
                  </a:lnTo>
                  <a:lnTo>
                    <a:pt x="1829121" y="913410"/>
                  </a:lnTo>
                  <a:lnTo>
                    <a:pt x="1829033" y="913478"/>
                  </a:lnTo>
                  <a:lnTo>
                    <a:pt x="1828932" y="913555"/>
                  </a:lnTo>
                  <a:lnTo>
                    <a:pt x="1828891" y="913637"/>
                  </a:lnTo>
                  <a:lnTo>
                    <a:pt x="1828773" y="913876"/>
                  </a:lnTo>
                  <a:lnTo>
                    <a:pt x="1828749" y="913923"/>
                  </a:lnTo>
                  <a:lnTo>
                    <a:pt x="1828733" y="913960"/>
                  </a:lnTo>
                  <a:lnTo>
                    <a:pt x="1828754" y="913984"/>
                  </a:lnTo>
                  <a:lnTo>
                    <a:pt x="1828828" y="914060"/>
                  </a:lnTo>
                  <a:lnTo>
                    <a:pt x="1828831" y="914063"/>
                  </a:lnTo>
                  <a:lnTo>
                    <a:pt x="1828859" y="914085"/>
                  </a:lnTo>
                  <a:lnTo>
                    <a:pt x="1828862" y="914088"/>
                  </a:lnTo>
                  <a:lnTo>
                    <a:pt x="1828866" y="914091"/>
                  </a:lnTo>
                  <a:lnTo>
                    <a:pt x="1828863" y="914100"/>
                  </a:lnTo>
                  <a:lnTo>
                    <a:pt x="1828853" y="914126"/>
                  </a:lnTo>
                  <a:lnTo>
                    <a:pt x="1828868" y="914393"/>
                  </a:lnTo>
                  <a:lnTo>
                    <a:pt x="1828871" y="914396"/>
                  </a:lnTo>
                  <a:lnTo>
                    <a:pt x="1828883" y="914406"/>
                  </a:lnTo>
                  <a:lnTo>
                    <a:pt x="1828933" y="914442"/>
                  </a:lnTo>
                  <a:lnTo>
                    <a:pt x="1829088" y="914360"/>
                  </a:lnTo>
                  <a:lnTo>
                    <a:pt x="1830155" y="914357"/>
                  </a:lnTo>
                  <a:lnTo>
                    <a:pt x="1830187" y="914360"/>
                  </a:lnTo>
                  <a:lnTo>
                    <a:pt x="1830247" y="914394"/>
                  </a:lnTo>
                  <a:lnTo>
                    <a:pt x="1830265" y="914385"/>
                  </a:lnTo>
                  <a:lnTo>
                    <a:pt x="1830271" y="914376"/>
                  </a:lnTo>
                  <a:lnTo>
                    <a:pt x="1830275" y="914370"/>
                  </a:lnTo>
                  <a:lnTo>
                    <a:pt x="1830284" y="914365"/>
                  </a:lnTo>
                  <a:lnTo>
                    <a:pt x="1830290" y="914362"/>
                  </a:lnTo>
                  <a:lnTo>
                    <a:pt x="1830312" y="914357"/>
                  </a:lnTo>
                  <a:lnTo>
                    <a:pt x="1830333" y="914354"/>
                  </a:lnTo>
                  <a:lnTo>
                    <a:pt x="1830415" y="914343"/>
                  </a:lnTo>
                  <a:lnTo>
                    <a:pt x="1830660" y="914310"/>
                  </a:lnTo>
                  <a:lnTo>
                    <a:pt x="1830674" y="914313"/>
                  </a:lnTo>
                  <a:lnTo>
                    <a:pt x="1830687" y="914318"/>
                  </a:lnTo>
                  <a:lnTo>
                    <a:pt x="1830753" y="914308"/>
                  </a:lnTo>
                  <a:lnTo>
                    <a:pt x="1830778" y="914356"/>
                  </a:lnTo>
                  <a:lnTo>
                    <a:pt x="1830782" y="914363"/>
                  </a:lnTo>
                  <a:lnTo>
                    <a:pt x="1830740" y="914372"/>
                  </a:lnTo>
                  <a:lnTo>
                    <a:pt x="1830747" y="914394"/>
                  </a:lnTo>
                  <a:lnTo>
                    <a:pt x="1830925" y="914812"/>
                  </a:lnTo>
                  <a:lnTo>
                    <a:pt x="1831044" y="915091"/>
                  </a:lnTo>
                  <a:lnTo>
                    <a:pt x="1831097" y="915215"/>
                  </a:lnTo>
                  <a:lnTo>
                    <a:pt x="1831143" y="915287"/>
                  </a:lnTo>
                  <a:lnTo>
                    <a:pt x="1831372" y="915644"/>
                  </a:lnTo>
                  <a:lnTo>
                    <a:pt x="1831586" y="915979"/>
                  </a:lnTo>
                  <a:lnTo>
                    <a:pt x="1831647" y="916035"/>
                  </a:lnTo>
                  <a:lnTo>
                    <a:pt x="1831728" y="916291"/>
                  </a:lnTo>
                  <a:lnTo>
                    <a:pt x="1831787" y="916475"/>
                  </a:lnTo>
                  <a:lnTo>
                    <a:pt x="1831809" y="916543"/>
                  </a:lnTo>
                  <a:lnTo>
                    <a:pt x="1831779" y="916632"/>
                  </a:lnTo>
                  <a:lnTo>
                    <a:pt x="1831716" y="916716"/>
                  </a:lnTo>
                  <a:lnTo>
                    <a:pt x="1831655" y="916797"/>
                  </a:lnTo>
                  <a:lnTo>
                    <a:pt x="1831009" y="917633"/>
                  </a:lnTo>
                  <a:lnTo>
                    <a:pt x="1830699" y="918027"/>
                  </a:lnTo>
                  <a:lnTo>
                    <a:pt x="1830634" y="918109"/>
                  </a:lnTo>
                  <a:lnTo>
                    <a:pt x="1830633" y="918113"/>
                  </a:lnTo>
                  <a:lnTo>
                    <a:pt x="1830634" y="918118"/>
                  </a:lnTo>
                  <a:lnTo>
                    <a:pt x="1830660" y="918155"/>
                  </a:lnTo>
                  <a:lnTo>
                    <a:pt x="1830664" y="918162"/>
                  </a:lnTo>
                  <a:lnTo>
                    <a:pt x="1830669" y="918166"/>
                  </a:lnTo>
                  <a:lnTo>
                    <a:pt x="1830732" y="918213"/>
                  </a:lnTo>
                  <a:lnTo>
                    <a:pt x="1830795" y="918211"/>
                  </a:lnTo>
                  <a:lnTo>
                    <a:pt x="1830819" y="918210"/>
                  </a:lnTo>
                  <a:lnTo>
                    <a:pt x="1831027" y="917869"/>
                  </a:lnTo>
                  <a:lnTo>
                    <a:pt x="1831603" y="917834"/>
                  </a:lnTo>
                  <a:lnTo>
                    <a:pt x="1831816" y="917890"/>
                  </a:lnTo>
                  <a:lnTo>
                    <a:pt x="1831886" y="917936"/>
                  </a:lnTo>
                  <a:lnTo>
                    <a:pt x="1832195" y="918139"/>
                  </a:lnTo>
                  <a:lnTo>
                    <a:pt x="1832432" y="918061"/>
                  </a:lnTo>
                  <a:lnTo>
                    <a:pt x="1832440" y="918060"/>
                  </a:lnTo>
                  <a:lnTo>
                    <a:pt x="1833155" y="918336"/>
                  </a:lnTo>
                  <a:lnTo>
                    <a:pt x="1833388" y="918086"/>
                  </a:lnTo>
                  <a:lnTo>
                    <a:pt x="1833478" y="918085"/>
                  </a:lnTo>
                  <a:lnTo>
                    <a:pt x="1834447" y="918711"/>
                  </a:lnTo>
                  <a:lnTo>
                    <a:pt x="1834333" y="919019"/>
                  </a:lnTo>
                  <a:lnTo>
                    <a:pt x="1833944" y="919679"/>
                  </a:lnTo>
                  <a:lnTo>
                    <a:pt x="1834108" y="919769"/>
                  </a:lnTo>
                  <a:lnTo>
                    <a:pt x="1834134" y="919782"/>
                  </a:lnTo>
                  <a:lnTo>
                    <a:pt x="1834337" y="919890"/>
                  </a:lnTo>
                  <a:lnTo>
                    <a:pt x="1834348" y="919897"/>
                  </a:lnTo>
                  <a:lnTo>
                    <a:pt x="1834351" y="919900"/>
                  </a:lnTo>
                  <a:lnTo>
                    <a:pt x="1834357" y="919903"/>
                  </a:lnTo>
                  <a:lnTo>
                    <a:pt x="1834396" y="919930"/>
                  </a:lnTo>
                  <a:lnTo>
                    <a:pt x="1834466" y="919977"/>
                  </a:lnTo>
                  <a:lnTo>
                    <a:pt x="1834953" y="920215"/>
                  </a:lnTo>
                  <a:lnTo>
                    <a:pt x="1835058" y="920246"/>
                  </a:lnTo>
                  <a:lnTo>
                    <a:pt x="1835260" y="920301"/>
                  </a:lnTo>
                  <a:lnTo>
                    <a:pt x="1835315" y="920315"/>
                  </a:lnTo>
                  <a:lnTo>
                    <a:pt x="1835502" y="920365"/>
                  </a:lnTo>
                  <a:lnTo>
                    <a:pt x="1835769" y="920432"/>
                  </a:lnTo>
                  <a:lnTo>
                    <a:pt x="1836256" y="920555"/>
                  </a:lnTo>
                  <a:lnTo>
                    <a:pt x="1836907" y="920721"/>
                  </a:lnTo>
                  <a:lnTo>
                    <a:pt x="1837170" y="920789"/>
                  </a:lnTo>
                  <a:lnTo>
                    <a:pt x="1837202" y="920805"/>
                  </a:lnTo>
                  <a:lnTo>
                    <a:pt x="1837476" y="920948"/>
                  </a:lnTo>
                  <a:lnTo>
                    <a:pt x="1840504" y="922541"/>
                  </a:lnTo>
                  <a:lnTo>
                    <a:pt x="1840575" y="922717"/>
                  </a:lnTo>
                  <a:lnTo>
                    <a:pt x="1839984" y="923881"/>
                  </a:lnTo>
                  <a:lnTo>
                    <a:pt x="1840125" y="923939"/>
                  </a:lnTo>
                  <a:lnTo>
                    <a:pt x="1840209" y="923865"/>
                  </a:lnTo>
                  <a:lnTo>
                    <a:pt x="1840283" y="923843"/>
                  </a:lnTo>
                  <a:lnTo>
                    <a:pt x="1840501" y="923869"/>
                  </a:lnTo>
                  <a:lnTo>
                    <a:pt x="1840507" y="923870"/>
                  </a:lnTo>
                  <a:lnTo>
                    <a:pt x="1840513" y="923872"/>
                  </a:lnTo>
                  <a:lnTo>
                    <a:pt x="1840526" y="923876"/>
                  </a:lnTo>
                  <a:lnTo>
                    <a:pt x="1840582" y="923899"/>
                  </a:lnTo>
                  <a:lnTo>
                    <a:pt x="1840818" y="923999"/>
                  </a:lnTo>
                  <a:lnTo>
                    <a:pt x="1841462" y="923308"/>
                  </a:lnTo>
                  <a:lnTo>
                    <a:pt x="1842953" y="923876"/>
                  </a:lnTo>
                  <a:lnTo>
                    <a:pt x="1842972" y="924220"/>
                  </a:lnTo>
                  <a:lnTo>
                    <a:pt x="1843777" y="924889"/>
                  </a:lnTo>
                  <a:lnTo>
                    <a:pt x="1844015" y="924366"/>
                  </a:lnTo>
                  <a:lnTo>
                    <a:pt x="1844036" y="924335"/>
                  </a:lnTo>
                  <a:lnTo>
                    <a:pt x="1844054" y="924320"/>
                  </a:lnTo>
                  <a:lnTo>
                    <a:pt x="1844071" y="924311"/>
                  </a:lnTo>
                  <a:lnTo>
                    <a:pt x="1844084" y="924309"/>
                  </a:lnTo>
                  <a:lnTo>
                    <a:pt x="1844109" y="924309"/>
                  </a:lnTo>
                  <a:lnTo>
                    <a:pt x="1844135" y="924314"/>
                  </a:lnTo>
                  <a:lnTo>
                    <a:pt x="1844169" y="924327"/>
                  </a:lnTo>
                  <a:lnTo>
                    <a:pt x="1844377" y="924414"/>
                  </a:lnTo>
                  <a:lnTo>
                    <a:pt x="1845537" y="924900"/>
                  </a:lnTo>
                  <a:lnTo>
                    <a:pt x="1845611" y="924935"/>
                  </a:lnTo>
                  <a:lnTo>
                    <a:pt x="1845694" y="924980"/>
                  </a:lnTo>
                  <a:lnTo>
                    <a:pt x="1847255" y="925864"/>
                  </a:lnTo>
                  <a:lnTo>
                    <a:pt x="1847250" y="925872"/>
                  </a:lnTo>
                  <a:lnTo>
                    <a:pt x="1847347" y="925928"/>
                  </a:lnTo>
                  <a:lnTo>
                    <a:pt x="1848536" y="926620"/>
                  </a:lnTo>
                  <a:lnTo>
                    <a:pt x="1848801" y="926774"/>
                  </a:lnTo>
                  <a:lnTo>
                    <a:pt x="1848811" y="926783"/>
                  </a:lnTo>
                  <a:lnTo>
                    <a:pt x="1848821" y="926796"/>
                  </a:lnTo>
                  <a:lnTo>
                    <a:pt x="1848828" y="926807"/>
                  </a:lnTo>
                  <a:lnTo>
                    <a:pt x="1848834" y="926820"/>
                  </a:lnTo>
                  <a:lnTo>
                    <a:pt x="1848837" y="926849"/>
                  </a:lnTo>
                  <a:lnTo>
                    <a:pt x="1848835" y="926874"/>
                  </a:lnTo>
                  <a:lnTo>
                    <a:pt x="1848841" y="927140"/>
                  </a:lnTo>
                  <a:lnTo>
                    <a:pt x="1848846" y="927353"/>
                  </a:lnTo>
                  <a:lnTo>
                    <a:pt x="1848858" y="927881"/>
                  </a:lnTo>
                  <a:lnTo>
                    <a:pt x="1848862" y="928068"/>
                  </a:lnTo>
                  <a:lnTo>
                    <a:pt x="1848853" y="928102"/>
                  </a:lnTo>
                  <a:lnTo>
                    <a:pt x="1848852" y="928127"/>
                  </a:lnTo>
                  <a:lnTo>
                    <a:pt x="1848857" y="928140"/>
                  </a:lnTo>
                  <a:lnTo>
                    <a:pt x="1848874" y="928166"/>
                  </a:lnTo>
                  <a:lnTo>
                    <a:pt x="1848886" y="928192"/>
                  </a:lnTo>
                  <a:lnTo>
                    <a:pt x="1848888" y="928217"/>
                  </a:lnTo>
                  <a:lnTo>
                    <a:pt x="1848896" y="928409"/>
                  </a:lnTo>
                  <a:lnTo>
                    <a:pt x="1848899" y="928559"/>
                  </a:lnTo>
                  <a:lnTo>
                    <a:pt x="1848902" y="928824"/>
                  </a:lnTo>
                  <a:lnTo>
                    <a:pt x="1848909" y="929083"/>
                  </a:lnTo>
                  <a:lnTo>
                    <a:pt x="1848927" y="929746"/>
                  </a:lnTo>
                  <a:lnTo>
                    <a:pt x="1848933" y="929889"/>
                  </a:lnTo>
                  <a:lnTo>
                    <a:pt x="1848937" y="929971"/>
                  </a:lnTo>
                  <a:lnTo>
                    <a:pt x="1848941" y="929978"/>
                  </a:lnTo>
                  <a:lnTo>
                    <a:pt x="1849030" y="930575"/>
                  </a:lnTo>
                  <a:lnTo>
                    <a:pt x="1849048" y="930695"/>
                  </a:lnTo>
                  <a:lnTo>
                    <a:pt x="1849318" y="930868"/>
                  </a:lnTo>
                  <a:lnTo>
                    <a:pt x="1849321" y="930870"/>
                  </a:lnTo>
                  <a:lnTo>
                    <a:pt x="1849643" y="930875"/>
                  </a:lnTo>
                  <a:lnTo>
                    <a:pt x="1849674" y="930886"/>
                  </a:lnTo>
                  <a:lnTo>
                    <a:pt x="1849685" y="930893"/>
                  </a:lnTo>
                  <a:lnTo>
                    <a:pt x="1849708" y="930911"/>
                  </a:lnTo>
                  <a:lnTo>
                    <a:pt x="1849731" y="930945"/>
                  </a:lnTo>
                  <a:lnTo>
                    <a:pt x="1849741" y="930975"/>
                  </a:lnTo>
                  <a:lnTo>
                    <a:pt x="1849741" y="931135"/>
                  </a:lnTo>
                  <a:lnTo>
                    <a:pt x="1849739" y="931589"/>
                  </a:lnTo>
                  <a:lnTo>
                    <a:pt x="1849738" y="931671"/>
                  </a:lnTo>
                  <a:lnTo>
                    <a:pt x="1849735" y="931818"/>
                  </a:lnTo>
                  <a:lnTo>
                    <a:pt x="1849732" y="931974"/>
                  </a:lnTo>
                  <a:lnTo>
                    <a:pt x="1849732" y="932018"/>
                  </a:lnTo>
                  <a:lnTo>
                    <a:pt x="1849729" y="932168"/>
                  </a:lnTo>
                  <a:lnTo>
                    <a:pt x="1849728" y="932214"/>
                  </a:lnTo>
                  <a:lnTo>
                    <a:pt x="1849727" y="932261"/>
                  </a:lnTo>
                  <a:lnTo>
                    <a:pt x="1849727" y="932331"/>
                  </a:lnTo>
                  <a:lnTo>
                    <a:pt x="1850130" y="932693"/>
                  </a:lnTo>
                  <a:lnTo>
                    <a:pt x="1850130" y="932727"/>
                  </a:lnTo>
                  <a:lnTo>
                    <a:pt x="1850130" y="932879"/>
                  </a:lnTo>
                  <a:lnTo>
                    <a:pt x="1850130" y="932988"/>
                  </a:lnTo>
                  <a:lnTo>
                    <a:pt x="1850228" y="933359"/>
                  </a:lnTo>
                  <a:lnTo>
                    <a:pt x="1850523" y="933719"/>
                  </a:lnTo>
                  <a:lnTo>
                    <a:pt x="1850856" y="934067"/>
                  </a:lnTo>
                  <a:lnTo>
                    <a:pt x="1851247" y="934195"/>
                  </a:lnTo>
                  <a:lnTo>
                    <a:pt x="1851465" y="934541"/>
                  </a:lnTo>
                  <a:lnTo>
                    <a:pt x="1851459" y="934562"/>
                  </a:lnTo>
                  <a:lnTo>
                    <a:pt x="1851332" y="935025"/>
                  </a:lnTo>
                  <a:lnTo>
                    <a:pt x="1850907" y="935313"/>
                  </a:lnTo>
                  <a:lnTo>
                    <a:pt x="1850418" y="935565"/>
                  </a:lnTo>
                  <a:lnTo>
                    <a:pt x="1849975" y="935716"/>
                  </a:lnTo>
                  <a:lnTo>
                    <a:pt x="1849362" y="935435"/>
                  </a:lnTo>
                  <a:lnTo>
                    <a:pt x="1849277" y="935396"/>
                  </a:lnTo>
                  <a:lnTo>
                    <a:pt x="1848452" y="935016"/>
                  </a:lnTo>
                  <a:lnTo>
                    <a:pt x="1848438" y="934880"/>
                  </a:lnTo>
                  <a:lnTo>
                    <a:pt x="1848405" y="934861"/>
                  </a:lnTo>
                  <a:lnTo>
                    <a:pt x="1848356" y="934857"/>
                  </a:lnTo>
                  <a:lnTo>
                    <a:pt x="1848322" y="934871"/>
                  </a:lnTo>
                  <a:lnTo>
                    <a:pt x="1848230" y="935011"/>
                  </a:lnTo>
                  <a:lnTo>
                    <a:pt x="1848209" y="935053"/>
                  </a:lnTo>
                  <a:lnTo>
                    <a:pt x="1848194" y="935084"/>
                  </a:lnTo>
                  <a:lnTo>
                    <a:pt x="1848173" y="935126"/>
                  </a:lnTo>
                  <a:lnTo>
                    <a:pt x="1848144" y="935135"/>
                  </a:lnTo>
                  <a:lnTo>
                    <a:pt x="1848093" y="935137"/>
                  </a:lnTo>
                  <a:lnTo>
                    <a:pt x="1848088" y="935135"/>
                  </a:lnTo>
                  <a:lnTo>
                    <a:pt x="1848067" y="935127"/>
                  </a:lnTo>
                  <a:lnTo>
                    <a:pt x="1848059" y="935126"/>
                  </a:lnTo>
                  <a:lnTo>
                    <a:pt x="1847927" y="935107"/>
                  </a:lnTo>
                  <a:lnTo>
                    <a:pt x="1847917" y="935109"/>
                  </a:lnTo>
                  <a:lnTo>
                    <a:pt x="1847906" y="935111"/>
                  </a:lnTo>
                  <a:lnTo>
                    <a:pt x="1847443" y="935213"/>
                  </a:lnTo>
                  <a:lnTo>
                    <a:pt x="1847617" y="935358"/>
                  </a:lnTo>
                  <a:lnTo>
                    <a:pt x="1847688" y="935437"/>
                  </a:lnTo>
                  <a:lnTo>
                    <a:pt x="1847699" y="935454"/>
                  </a:lnTo>
                  <a:lnTo>
                    <a:pt x="1847705" y="935465"/>
                  </a:lnTo>
                  <a:lnTo>
                    <a:pt x="1847707" y="935477"/>
                  </a:lnTo>
                  <a:lnTo>
                    <a:pt x="1847707" y="935488"/>
                  </a:lnTo>
                  <a:lnTo>
                    <a:pt x="1847697" y="935508"/>
                  </a:lnTo>
                  <a:lnTo>
                    <a:pt x="1847668" y="935522"/>
                  </a:lnTo>
                  <a:lnTo>
                    <a:pt x="1847634" y="935521"/>
                  </a:lnTo>
                  <a:lnTo>
                    <a:pt x="1847455" y="935447"/>
                  </a:lnTo>
                  <a:lnTo>
                    <a:pt x="1847395" y="935445"/>
                  </a:lnTo>
                  <a:lnTo>
                    <a:pt x="1847112" y="935479"/>
                  </a:lnTo>
                  <a:lnTo>
                    <a:pt x="1846899" y="935439"/>
                  </a:lnTo>
                  <a:lnTo>
                    <a:pt x="1846793" y="935436"/>
                  </a:lnTo>
                  <a:lnTo>
                    <a:pt x="1846783" y="935465"/>
                  </a:lnTo>
                  <a:lnTo>
                    <a:pt x="1846833" y="935613"/>
                  </a:lnTo>
                  <a:lnTo>
                    <a:pt x="1847106" y="935523"/>
                  </a:lnTo>
                  <a:lnTo>
                    <a:pt x="1847141" y="935518"/>
                  </a:lnTo>
                  <a:lnTo>
                    <a:pt x="1847150" y="935517"/>
                  </a:lnTo>
                  <a:lnTo>
                    <a:pt x="1847220" y="935507"/>
                  </a:lnTo>
                  <a:lnTo>
                    <a:pt x="1847279" y="935499"/>
                  </a:lnTo>
                  <a:lnTo>
                    <a:pt x="1847301" y="935496"/>
                  </a:lnTo>
                  <a:lnTo>
                    <a:pt x="1847312" y="935494"/>
                  </a:lnTo>
                  <a:lnTo>
                    <a:pt x="1847410" y="935480"/>
                  </a:lnTo>
                  <a:lnTo>
                    <a:pt x="1847438" y="935482"/>
                  </a:lnTo>
                  <a:lnTo>
                    <a:pt x="1847502" y="935502"/>
                  </a:lnTo>
                  <a:lnTo>
                    <a:pt x="1847536" y="935521"/>
                  </a:lnTo>
                  <a:lnTo>
                    <a:pt x="1847544" y="935525"/>
                  </a:lnTo>
                  <a:lnTo>
                    <a:pt x="1847552" y="935532"/>
                  </a:lnTo>
                  <a:lnTo>
                    <a:pt x="1847591" y="935567"/>
                  </a:lnTo>
                  <a:lnTo>
                    <a:pt x="1847632" y="935602"/>
                  </a:lnTo>
                  <a:lnTo>
                    <a:pt x="1847683" y="935637"/>
                  </a:lnTo>
                  <a:lnTo>
                    <a:pt x="1847707" y="935648"/>
                  </a:lnTo>
                  <a:lnTo>
                    <a:pt x="1847711" y="935650"/>
                  </a:lnTo>
                  <a:lnTo>
                    <a:pt x="1847739" y="935662"/>
                  </a:lnTo>
                  <a:lnTo>
                    <a:pt x="1848604" y="935666"/>
                  </a:lnTo>
                  <a:lnTo>
                    <a:pt x="1848694" y="935690"/>
                  </a:lnTo>
                  <a:lnTo>
                    <a:pt x="1848723" y="935706"/>
                  </a:lnTo>
                  <a:lnTo>
                    <a:pt x="1848761" y="935758"/>
                  </a:lnTo>
                  <a:lnTo>
                    <a:pt x="1848777" y="935792"/>
                  </a:lnTo>
                  <a:lnTo>
                    <a:pt x="1848838" y="935948"/>
                  </a:lnTo>
                  <a:lnTo>
                    <a:pt x="1848814" y="935998"/>
                  </a:lnTo>
                  <a:lnTo>
                    <a:pt x="1848790" y="936048"/>
                  </a:lnTo>
                  <a:lnTo>
                    <a:pt x="1848790" y="936608"/>
                  </a:lnTo>
                  <a:lnTo>
                    <a:pt x="1848790" y="936776"/>
                  </a:lnTo>
                  <a:lnTo>
                    <a:pt x="1848793" y="936782"/>
                  </a:lnTo>
                  <a:lnTo>
                    <a:pt x="1848800" y="936785"/>
                  </a:lnTo>
                  <a:lnTo>
                    <a:pt x="1848882" y="936787"/>
                  </a:lnTo>
                  <a:lnTo>
                    <a:pt x="1848908" y="936782"/>
                  </a:lnTo>
                  <a:lnTo>
                    <a:pt x="1848913" y="936781"/>
                  </a:lnTo>
                  <a:lnTo>
                    <a:pt x="1848989" y="936778"/>
                  </a:lnTo>
                  <a:lnTo>
                    <a:pt x="1848994" y="936780"/>
                  </a:lnTo>
                  <a:lnTo>
                    <a:pt x="1849059" y="936836"/>
                  </a:lnTo>
                  <a:lnTo>
                    <a:pt x="1849216" y="936979"/>
                  </a:lnTo>
                  <a:lnTo>
                    <a:pt x="1849304" y="937060"/>
                  </a:lnTo>
                  <a:lnTo>
                    <a:pt x="1849337" y="937090"/>
                  </a:lnTo>
                  <a:lnTo>
                    <a:pt x="1849341" y="937097"/>
                  </a:lnTo>
                  <a:lnTo>
                    <a:pt x="1849438" y="937369"/>
                  </a:lnTo>
                  <a:lnTo>
                    <a:pt x="1850072" y="937413"/>
                  </a:lnTo>
                  <a:lnTo>
                    <a:pt x="1850370" y="937812"/>
                  </a:lnTo>
                  <a:lnTo>
                    <a:pt x="1851092" y="937461"/>
                  </a:lnTo>
                  <a:lnTo>
                    <a:pt x="1851582" y="937223"/>
                  </a:lnTo>
                  <a:lnTo>
                    <a:pt x="1851794" y="937120"/>
                  </a:lnTo>
                  <a:lnTo>
                    <a:pt x="1851805" y="937115"/>
                  </a:lnTo>
                  <a:lnTo>
                    <a:pt x="1851816" y="937120"/>
                  </a:lnTo>
                  <a:lnTo>
                    <a:pt x="1852181" y="937294"/>
                  </a:lnTo>
                  <a:lnTo>
                    <a:pt x="1852232" y="937319"/>
                  </a:lnTo>
                  <a:lnTo>
                    <a:pt x="1852236" y="937321"/>
                  </a:lnTo>
                  <a:lnTo>
                    <a:pt x="1852752" y="937567"/>
                  </a:lnTo>
                  <a:lnTo>
                    <a:pt x="1852846" y="938065"/>
                  </a:lnTo>
                  <a:lnTo>
                    <a:pt x="1852944" y="938586"/>
                  </a:lnTo>
                  <a:lnTo>
                    <a:pt x="1852699" y="939556"/>
                  </a:lnTo>
                  <a:lnTo>
                    <a:pt x="1852709" y="939557"/>
                  </a:lnTo>
                  <a:lnTo>
                    <a:pt x="1852779" y="939567"/>
                  </a:lnTo>
                  <a:lnTo>
                    <a:pt x="1853007" y="939608"/>
                  </a:lnTo>
                  <a:lnTo>
                    <a:pt x="1853389" y="939707"/>
                  </a:lnTo>
                  <a:lnTo>
                    <a:pt x="1853409" y="939712"/>
                  </a:lnTo>
                  <a:lnTo>
                    <a:pt x="1853471" y="939809"/>
                  </a:lnTo>
                  <a:lnTo>
                    <a:pt x="1853502" y="939854"/>
                  </a:lnTo>
                  <a:lnTo>
                    <a:pt x="1853538" y="939872"/>
                  </a:lnTo>
                  <a:lnTo>
                    <a:pt x="1853760" y="939957"/>
                  </a:lnTo>
                  <a:lnTo>
                    <a:pt x="1853786" y="939966"/>
                  </a:lnTo>
                  <a:lnTo>
                    <a:pt x="1853865" y="939983"/>
                  </a:lnTo>
                  <a:lnTo>
                    <a:pt x="1854200" y="940091"/>
                  </a:lnTo>
                  <a:lnTo>
                    <a:pt x="1854635" y="940273"/>
                  </a:lnTo>
                  <a:lnTo>
                    <a:pt x="1854668" y="940290"/>
                  </a:lnTo>
                  <a:lnTo>
                    <a:pt x="1854997" y="939575"/>
                  </a:lnTo>
                  <a:lnTo>
                    <a:pt x="1855990" y="939887"/>
                  </a:lnTo>
                  <a:lnTo>
                    <a:pt x="1859597" y="941021"/>
                  </a:lnTo>
                  <a:lnTo>
                    <a:pt x="1861189" y="941966"/>
                  </a:lnTo>
                  <a:lnTo>
                    <a:pt x="1861875" y="942686"/>
                  </a:lnTo>
                  <a:lnTo>
                    <a:pt x="1861743" y="942874"/>
                  </a:lnTo>
                  <a:lnTo>
                    <a:pt x="1861234" y="943600"/>
                  </a:lnTo>
                  <a:lnTo>
                    <a:pt x="1861197" y="943654"/>
                  </a:lnTo>
                  <a:lnTo>
                    <a:pt x="1861251" y="943663"/>
                  </a:lnTo>
                  <a:lnTo>
                    <a:pt x="1861307" y="943677"/>
                  </a:lnTo>
                  <a:lnTo>
                    <a:pt x="1861397" y="943730"/>
                  </a:lnTo>
                  <a:lnTo>
                    <a:pt x="1861608" y="943918"/>
                  </a:lnTo>
                  <a:lnTo>
                    <a:pt x="1861666" y="943996"/>
                  </a:lnTo>
                  <a:lnTo>
                    <a:pt x="1861670" y="944006"/>
                  </a:lnTo>
                  <a:lnTo>
                    <a:pt x="1861669" y="944015"/>
                  </a:lnTo>
                  <a:lnTo>
                    <a:pt x="1861831" y="944139"/>
                  </a:lnTo>
                  <a:lnTo>
                    <a:pt x="1862052" y="944267"/>
                  </a:lnTo>
                  <a:lnTo>
                    <a:pt x="1862282" y="944267"/>
                  </a:lnTo>
                  <a:lnTo>
                    <a:pt x="1862555" y="944489"/>
                  </a:lnTo>
                  <a:lnTo>
                    <a:pt x="1863188" y="945122"/>
                  </a:lnTo>
                  <a:lnTo>
                    <a:pt x="1863642" y="945680"/>
                  </a:lnTo>
                  <a:lnTo>
                    <a:pt x="1863914" y="946047"/>
                  </a:lnTo>
                  <a:lnTo>
                    <a:pt x="1864034" y="945834"/>
                  </a:lnTo>
                  <a:lnTo>
                    <a:pt x="1864050" y="945827"/>
                  </a:lnTo>
                  <a:lnTo>
                    <a:pt x="1864069" y="945827"/>
                  </a:lnTo>
                  <a:lnTo>
                    <a:pt x="1864132" y="945870"/>
                  </a:lnTo>
                  <a:lnTo>
                    <a:pt x="1864761" y="946291"/>
                  </a:lnTo>
                  <a:lnTo>
                    <a:pt x="1864779" y="946303"/>
                  </a:lnTo>
                  <a:lnTo>
                    <a:pt x="1864789" y="946332"/>
                  </a:lnTo>
                  <a:lnTo>
                    <a:pt x="1866410" y="950241"/>
                  </a:lnTo>
                  <a:lnTo>
                    <a:pt x="1866457" y="950466"/>
                  </a:lnTo>
                  <a:lnTo>
                    <a:pt x="1866474" y="950547"/>
                  </a:lnTo>
                  <a:lnTo>
                    <a:pt x="1866476" y="950560"/>
                  </a:lnTo>
                  <a:lnTo>
                    <a:pt x="1866479" y="950618"/>
                  </a:lnTo>
                  <a:lnTo>
                    <a:pt x="1866465" y="950729"/>
                  </a:lnTo>
                  <a:lnTo>
                    <a:pt x="1866462" y="950859"/>
                  </a:lnTo>
                  <a:lnTo>
                    <a:pt x="1866456" y="951089"/>
                  </a:lnTo>
                  <a:lnTo>
                    <a:pt x="1866463" y="951091"/>
                  </a:lnTo>
                  <a:lnTo>
                    <a:pt x="1866473" y="951135"/>
                  </a:lnTo>
                  <a:lnTo>
                    <a:pt x="1866475" y="951141"/>
                  </a:lnTo>
                  <a:lnTo>
                    <a:pt x="1866490" y="951194"/>
                  </a:lnTo>
                  <a:lnTo>
                    <a:pt x="1866493" y="951202"/>
                  </a:lnTo>
                  <a:lnTo>
                    <a:pt x="1866496" y="951213"/>
                  </a:lnTo>
                  <a:lnTo>
                    <a:pt x="1866506" y="951250"/>
                  </a:lnTo>
                  <a:lnTo>
                    <a:pt x="1866509" y="951258"/>
                  </a:lnTo>
                  <a:lnTo>
                    <a:pt x="1866520" y="951298"/>
                  </a:lnTo>
                  <a:lnTo>
                    <a:pt x="1866535" y="951319"/>
                  </a:lnTo>
                  <a:lnTo>
                    <a:pt x="1866558" y="951350"/>
                  </a:lnTo>
                  <a:lnTo>
                    <a:pt x="1866561" y="951355"/>
                  </a:lnTo>
                  <a:lnTo>
                    <a:pt x="1866612" y="951427"/>
                  </a:lnTo>
                  <a:lnTo>
                    <a:pt x="1866615" y="951433"/>
                  </a:lnTo>
                  <a:lnTo>
                    <a:pt x="1866692" y="951599"/>
                  </a:lnTo>
                  <a:lnTo>
                    <a:pt x="1866695" y="951606"/>
                  </a:lnTo>
                  <a:lnTo>
                    <a:pt x="1866811" y="951858"/>
                  </a:lnTo>
                  <a:lnTo>
                    <a:pt x="1866814" y="951864"/>
                  </a:lnTo>
                  <a:lnTo>
                    <a:pt x="1866842" y="951917"/>
                  </a:lnTo>
                  <a:lnTo>
                    <a:pt x="1866857" y="951949"/>
                  </a:lnTo>
                  <a:lnTo>
                    <a:pt x="1866859" y="951954"/>
                  </a:lnTo>
                  <a:lnTo>
                    <a:pt x="1866872" y="951977"/>
                  </a:lnTo>
                  <a:lnTo>
                    <a:pt x="1866875" y="951983"/>
                  </a:lnTo>
                  <a:lnTo>
                    <a:pt x="1866894" y="952017"/>
                  </a:lnTo>
                  <a:lnTo>
                    <a:pt x="1866912" y="952051"/>
                  </a:lnTo>
                  <a:lnTo>
                    <a:pt x="1866917" y="952060"/>
                  </a:lnTo>
                  <a:lnTo>
                    <a:pt x="1866947" y="952118"/>
                  </a:lnTo>
                  <a:lnTo>
                    <a:pt x="1866982" y="952185"/>
                  </a:lnTo>
                  <a:lnTo>
                    <a:pt x="1866985" y="952190"/>
                  </a:lnTo>
                  <a:lnTo>
                    <a:pt x="1867000" y="952220"/>
                  </a:lnTo>
                  <a:lnTo>
                    <a:pt x="1867005" y="952228"/>
                  </a:lnTo>
                  <a:lnTo>
                    <a:pt x="1867017" y="952250"/>
                  </a:lnTo>
                  <a:lnTo>
                    <a:pt x="1867018" y="952254"/>
                  </a:lnTo>
                  <a:lnTo>
                    <a:pt x="1867048" y="952308"/>
                  </a:lnTo>
                  <a:lnTo>
                    <a:pt x="1867074" y="952356"/>
                  </a:lnTo>
                  <a:lnTo>
                    <a:pt x="1867091" y="952387"/>
                  </a:lnTo>
                  <a:lnTo>
                    <a:pt x="1867094" y="952392"/>
                  </a:lnTo>
                  <a:lnTo>
                    <a:pt x="1867101" y="952405"/>
                  </a:lnTo>
                  <a:lnTo>
                    <a:pt x="1867115" y="952429"/>
                  </a:lnTo>
                  <a:lnTo>
                    <a:pt x="1867132" y="952462"/>
                  </a:lnTo>
                  <a:lnTo>
                    <a:pt x="1867150" y="952494"/>
                  </a:lnTo>
                  <a:lnTo>
                    <a:pt x="1867152" y="952498"/>
                  </a:lnTo>
                  <a:lnTo>
                    <a:pt x="1867169" y="952529"/>
                  </a:lnTo>
                  <a:lnTo>
                    <a:pt x="1867171" y="952533"/>
                  </a:lnTo>
                  <a:lnTo>
                    <a:pt x="1867187" y="952562"/>
                  </a:lnTo>
                  <a:lnTo>
                    <a:pt x="1867190" y="952567"/>
                  </a:lnTo>
                  <a:lnTo>
                    <a:pt x="1867199" y="952582"/>
                  </a:lnTo>
                  <a:lnTo>
                    <a:pt x="1867205" y="952595"/>
                  </a:lnTo>
                  <a:lnTo>
                    <a:pt x="1867208" y="952599"/>
                  </a:lnTo>
                  <a:lnTo>
                    <a:pt x="1867232" y="952644"/>
                  </a:lnTo>
                  <a:lnTo>
                    <a:pt x="1867235" y="952649"/>
                  </a:lnTo>
                  <a:lnTo>
                    <a:pt x="1867260" y="952696"/>
                  </a:lnTo>
                  <a:lnTo>
                    <a:pt x="1867286" y="952744"/>
                  </a:lnTo>
                  <a:lnTo>
                    <a:pt x="1867290" y="952751"/>
                  </a:lnTo>
                  <a:lnTo>
                    <a:pt x="1867294" y="952759"/>
                  </a:lnTo>
                  <a:lnTo>
                    <a:pt x="1867318" y="952802"/>
                  </a:lnTo>
                  <a:lnTo>
                    <a:pt x="1867335" y="952832"/>
                  </a:lnTo>
                  <a:lnTo>
                    <a:pt x="1867338" y="952837"/>
                  </a:lnTo>
                  <a:lnTo>
                    <a:pt x="1867342" y="952844"/>
                  </a:lnTo>
                  <a:lnTo>
                    <a:pt x="1867376" y="952904"/>
                  </a:lnTo>
                  <a:lnTo>
                    <a:pt x="1867555" y="953212"/>
                  </a:lnTo>
                  <a:lnTo>
                    <a:pt x="1867772" y="953584"/>
                  </a:lnTo>
                  <a:lnTo>
                    <a:pt x="1867775" y="953589"/>
                  </a:lnTo>
                  <a:lnTo>
                    <a:pt x="1867780" y="953599"/>
                  </a:lnTo>
                  <a:lnTo>
                    <a:pt x="1867787" y="953599"/>
                  </a:lnTo>
                  <a:lnTo>
                    <a:pt x="1867794" y="953600"/>
                  </a:lnTo>
                  <a:lnTo>
                    <a:pt x="1867798" y="953606"/>
                  </a:lnTo>
                  <a:lnTo>
                    <a:pt x="1867800" y="953617"/>
                  </a:lnTo>
                  <a:lnTo>
                    <a:pt x="1867795" y="953622"/>
                  </a:lnTo>
                  <a:lnTo>
                    <a:pt x="1867706" y="953674"/>
                  </a:lnTo>
                  <a:lnTo>
                    <a:pt x="1867680" y="953688"/>
                  </a:lnTo>
                  <a:lnTo>
                    <a:pt x="1867620" y="953722"/>
                  </a:lnTo>
                  <a:lnTo>
                    <a:pt x="1867564" y="953763"/>
                  </a:lnTo>
                  <a:lnTo>
                    <a:pt x="1867855" y="954234"/>
                  </a:lnTo>
                  <a:lnTo>
                    <a:pt x="1867972" y="954362"/>
                  </a:lnTo>
                  <a:lnTo>
                    <a:pt x="1868237" y="954710"/>
                  </a:lnTo>
                  <a:lnTo>
                    <a:pt x="1868362" y="954945"/>
                  </a:lnTo>
                  <a:lnTo>
                    <a:pt x="1868513" y="955447"/>
                  </a:lnTo>
                  <a:lnTo>
                    <a:pt x="1868553" y="955581"/>
                  </a:lnTo>
                  <a:lnTo>
                    <a:pt x="1868646" y="955948"/>
                  </a:lnTo>
                  <a:lnTo>
                    <a:pt x="1868657" y="956003"/>
                  </a:lnTo>
                  <a:lnTo>
                    <a:pt x="1868662" y="956024"/>
                  </a:lnTo>
                  <a:lnTo>
                    <a:pt x="1868675" y="956384"/>
                  </a:lnTo>
                  <a:lnTo>
                    <a:pt x="1868675" y="956436"/>
                  </a:lnTo>
                  <a:lnTo>
                    <a:pt x="1868662" y="956525"/>
                  </a:lnTo>
                  <a:lnTo>
                    <a:pt x="1868227" y="957287"/>
                  </a:lnTo>
                  <a:lnTo>
                    <a:pt x="1868142" y="957418"/>
                  </a:lnTo>
                  <a:lnTo>
                    <a:pt x="1867970" y="957505"/>
                  </a:lnTo>
                  <a:lnTo>
                    <a:pt x="1867957" y="957511"/>
                  </a:lnTo>
                  <a:lnTo>
                    <a:pt x="1867903" y="957524"/>
                  </a:lnTo>
                  <a:lnTo>
                    <a:pt x="1867599" y="957593"/>
                  </a:lnTo>
                  <a:lnTo>
                    <a:pt x="1867567" y="957600"/>
                  </a:lnTo>
                  <a:lnTo>
                    <a:pt x="1867540" y="957581"/>
                  </a:lnTo>
                  <a:lnTo>
                    <a:pt x="1867400" y="957630"/>
                  </a:lnTo>
                  <a:lnTo>
                    <a:pt x="1867304" y="957687"/>
                  </a:lnTo>
                  <a:lnTo>
                    <a:pt x="1866908" y="957923"/>
                  </a:lnTo>
                  <a:lnTo>
                    <a:pt x="1866918" y="957997"/>
                  </a:lnTo>
                  <a:lnTo>
                    <a:pt x="1866962" y="959091"/>
                  </a:lnTo>
                  <a:lnTo>
                    <a:pt x="1866641" y="960471"/>
                  </a:lnTo>
                  <a:lnTo>
                    <a:pt x="1866666" y="961417"/>
                  </a:lnTo>
                  <a:lnTo>
                    <a:pt x="1866694" y="962438"/>
                  </a:lnTo>
                  <a:lnTo>
                    <a:pt x="1866955" y="962490"/>
                  </a:lnTo>
                  <a:lnTo>
                    <a:pt x="1867180" y="962494"/>
                  </a:lnTo>
                  <a:lnTo>
                    <a:pt x="1867878" y="962897"/>
                  </a:lnTo>
                  <a:lnTo>
                    <a:pt x="1867968" y="962958"/>
                  </a:lnTo>
                  <a:lnTo>
                    <a:pt x="1868019" y="962970"/>
                  </a:lnTo>
                  <a:lnTo>
                    <a:pt x="1868064" y="962980"/>
                  </a:lnTo>
                  <a:lnTo>
                    <a:pt x="1868079" y="962962"/>
                  </a:lnTo>
                  <a:lnTo>
                    <a:pt x="1868173" y="962808"/>
                  </a:lnTo>
                  <a:lnTo>
                    <a:pt x="1868189" y="962797"/>
                  </a:lnTo>
                  <a:lnTo>
                    <a:pt x="1868230" y="962801"/>
                  </a:lnTo>
                  <a:lnTo>
                    <a:pt x="1869919" y="964211"/>
                  </a:lnTo>
                  <a:lnTo>
                    <a:pt x="1870381" y="964714"/>
                  </a:lnTo>
                  <a:lnTo>
                    <a:pt x="1870650" y="965114"/>
                  </a:lnTo>
                  <a:lnTo>
                    <a:pt x="1870918" y="965773"/>
                  </a:lnTo>
                  <a:lnTo>
                    <a:pt x="1871041" y="966394"/>
                  </a:lnTo>
                  <a:lnTo>
                    <a:pt x="1870979" y="967053"/>
                  </a:lnTo>
                  <a:lnTo>
                    <a:pt x="1870868" y="967406"/>
                  </a:lnTo>
                  <a:lnTo>
                    <a:pt x="1870615" y="967669"/>
                  </a:lnTo>
                  <a:lnTo>
                    <a:pt x="1870449" y="967715"/>
                  </a:lnTo>
                  <a:lnTo>
                    <a:pt x="1870335" y="967643"/>
                  </a:lnTo>
                  <a:lnTo>
                    <a:pt x="1869841" y="967791"/>
                  </a:lnTo>
                  <a:lnTo>
                    <a:pt x="1868481" y="968372"/>
                  </a:lnTo>
                  <a:lnTo>
                    <a:pt x="1866947" y="968937"/>
                  </a:lnTo>
                  <a:lnTo>
                    <a:pt x="1866919" y="969208"/>
                  </a:lnTo>
                  <a:lnTo>
                    <a:pt x="1866589" y="972393"/>
                  </a:lnTo>
                  <a:lnTo>
                    <a:pt x="1866603" y="972406"/>
                  </a:lnTo>
                  <a:lnTo>
                    <a:pt x="1867998" y="973020"/>
                  </a:lnTo>
                  <a:lnTo>
                    <a:pt x="1867741" y="974122"/>
                  </a:lnTo>
                  <a:lnTo>
                    <a:pt x="1868405" y="974230"/>
                  </a:lnTo>
                  <a:lnTo>
                    <a:pt x="1870651" y="974597"/>
                  </a:lnTo>
                  <a:lnTo>
                    <a:pt x="1873623" y="975123"/>
                  </a:lnTo>
                  <a:lnTo>
                    <a:pt x="1873265" y="976029"/>
                  </a:lnTo>
                  <a:lnTo>
                    <a:pt x="1872031" y="975663"/>
                  </a:lnTo>
                  <a:lnTo>
                    <a:pt x="1870736" y="975424"/>
                  </a:lnTo>
                  <a:lnTo>
                    <a:pt x="1870190" y="975363"/>
                  </a:lnTo>
                  <a:lnTo>
                    <a:pt x="1869505" y="975338"/>
                  </a:lnTo>
                  <a:lnTo>
                    <a:pt x="1867418" y="975262"/>
                  </a:lnTo>
                  <a:lnTo>
                    <a:pt x="1867170" y="975253"/>
                  </a:lnTo>
                  <a:lnTo>
                    <a:pt x="1865859" y="975206"/>
                  </a:lnTo>
                  <a:lnTo>
                    <a:pt x="1865688" y="975324"/>
                  </a:lnTo>
                  <a:lnTo>
                    <a:pt x="1865739" y="976020"/>
                  </a:lnTo>
                  <a:lnTo>
                    <a:pt x="1865738" y="976171"/>
                  </a:lnTo>
                  <a:lnTo>
                    <a:pt x="1865736" y="976850"/>
                  </a:lnTo>
                  <a:lnTo>
                    <a:pt x="1865731" y="976908"/>
                  </a:lnTo>
                  <a:lnTo>
                    <a:pt x="1865509" y="977575"/>
                  </a:lnTo>
                  <a:lnTo>
                    <a:pt x="1865208" y="977884"/>
                  </a:lnTo>
                  <a:lnTo>
                    <a:pt x="1865064" y="978041"/>
                  </a:lnTo>
                  <a:lnTo>
                    <a:pt x="1865092" y="978140"/>
                  </a:lnTo>
                  <a:lnTo>
                    <a:pt x="1865125" y="978347"/>
                  </a:lnTo>
                  <a:lnTo>
                    <a:pt x="1865126" y="978403"/>
                  </a:lnTo>
                  <a:lnTo>
                    <a:pt x="1865087" y="978466"/>
                  </a:lnTo>
                  <a:lnTo>
                    <a:pt x="1865005" y="978462"/>
                  </a:lnTo>
                  <a:lnTo>
                    <a:pt x="1864880" y="978407"/>
                  </a:lnTo>
                  <a:lnTo>
                    <a:pt x="1864515" y="978192"/>
                  </a:lnTo>
                  <a:lnTo>
                    <a:pt x="1864379" y="978083"/>
                  </a:lnTo>
                  <a:lnTo>
                    <a:pt x="1864282" y="978035"/>
                  </a:lnTo>
                  <a:lnTo>
                    <a:pt x="1864194" y="978004"/>
                  </a:lnTo>
                  <a:lnTo>
                    <a:pt x="1864160" y="978096"/>
                  </a:lnTo>
                  <a:lnTo>
                    <a:pt x="1863594" y="978154"/>
                  </a:lnTo>
                  <a:lnTo>
                    <a:pt x="1863292" y="978338"/>
                  </a:lnTo>
                  <a:lnTo>
                    <a:pt x="1862713" y="978811"/>
                  </a:lnTo>
                  <a:lnTo>
                    <a:pt x="1862764" y="978910"/>
                  </a:lnTo>
                  <a:lnTo>
                    <a:pt x="1862806" y="978946"/>
                  </a:lnTo>
                  <a:lnTo>
                    <a:pt x="1863305" y="979601"/>
                  </a:lnTo>
                  <a:lnTo>
                    <a:pt x="1863321" y="979625"/>
                  </a:lnTo>
                  <a:lnTo>
                    <a:pt x="1863363" y="979683"/>
                  </a:lnTo>
                  <a:lnTo>
                    <a:pt x="1863540" y="979627"/>
                  </a:lnTo>
                  <a:lnTo>
                    <a:pt x="1864407" y="980697"/>
                  </a:lnTo>
                  <a:lnTo>
                    <a:pt x="1864664" y="980889"/>
                  </a:lnTo>
                  <a:lnTo>
                    <a:pt x="1865153" y="981180"/>
                  </a:lnTo>
                  <a:lnTo>
                    <a:pt x="1866723" y="982491"/>
                  </a:lnTo>
                  <a:lnTo>
                    <a:pt x="1866721" y="982569"/>
                  </a:lnTo>
                  <a:lnTo>
                    <a:pt x="1866060" y="983232"/>
                  </a:lnTo>
                  <a:lnTo>
                    <a:pt x="1866136" y="983332"/>
                  </a:lnTo>
                  <a:lnTo>
                    <a:pt x="1866139" y="983337"/>
                  </a:lnTo>
                  <a:lnTo>
                    <a:pt x="1867289" y="985043"/>
                  </a:lnTo>
                  <a:lnTo>
                    <a:pt x="1867308" y="985036"/>
                  </a:lnTo>
                  <a:lnTo>
                    <a:pt x="1868895" y="987852"/>
                  </a:lnTo>
                  <a:lnTo>
                    <a:pt x="1868897" y="987861"/>
                  </a:lnTo>
                  <a:lnTo>
                    <a:pt x="1868904" y="987891"/>
                  </a:lnTo>
                  <a:lnTo>
                    <a:pt x="1868902" y="987929"/>
                  </a:lnTo>
                  <a:lnTo>
                    <a:pt x="1869028" y="988125"/>
                  </a:lnTo>
                  <a:lnTo>
                    <a:pt x="1869154" y="988321"/>
                  </a:lnTo>
                  <a:lnTo>
                    <a:pt x="1869161" y="988331"/>
                  </a:lnTo>
                  <a:lnTo>
                    <a:pt x="1870473" y="991778"/>
                  </a:lnTo>
                  <a:lnTo>
                    <a:pt x="1870412" y="993333"/>
                  </a:lnTo>
                  <a:lnTo>
                    <a:pt x="1870103" y="993621"/>
                  </a:lnTo>
                  <a:lnTo>
                    <a:pt x="1870014" y="993658"/>
                  </a:lnTo>
                  <a:lnTo>
                    <a:pt x="1869460" y="993885"/>
                  </a:lnTo>
                  <a:lnTo>
                    <a:pt x="1868258" y="994411"/>
                  </a:lnTo>
                  <a:lnTo>
                    <a:pt x="1868098" y="994487"/>
                  </a:lnTo>
                  <a:lnTo>
                    <a:pt x="1867135" y="994943"/>
                  </a:lnTo>
                  <a:lnTo>
                    <a:pt x="1867093" y="994949"/>
                  </a:lnTo>
                  <a:lnTo>
                    <a:pt x="1866909" y="994949"/>
                  </a:lnTo>
                  <a:lnTo>
                    <a:pt x="1866828" y="994887"/>
                  </a:lnTo>
                  <a:lnTo>
                    <a:pt x="1866688" y="994910"/>
                  </a:lnTo>
                  <a:lnTo>
                    <a:pt x="1866606" y="994924"/>
                  </a:lnTo>
                  <a:lnTo>
                    <a:pt x="1865617" y="994843"/>
                  </a:lnTo>
                  <a:lnTo>
                    <a:pt x="1865583" y="994887"/>
                  </a:lnTo>
                  <a:lnTo>
                    <a:pt x="1865548" y="994931"/>
                  </a:lnTo>
                  <a:lnTo>
                    <a:pt x="1865119" y="995072"/>
                  </a:lnTo>
                  <a:lnTo>
                    <a:pt x="1864728" y="995075"/>
                  </a:lnTo>
                  <a:lnTo>
                    <a:pt x="1864403" y="995050"/>
                  </a:lnTo>
                  <a:lnTo>
                    <a:pt x="1863793" y="994964"/>
                  </a:lnTo>
                  <a:lnTo>
                    <a:pt x="1863126" y="994924"/>
                  </a:lnTo>
                  <a:lnTo>
                    <a:pt x="1862395" y="994946"/>
                  </a:lnTo>
                  <a:lnTo>
                    <a:pt x="1862395" y="994834"/>
                  </a:lnTo>
                  <a:lnTo>
                    <a:pt x="1862381" y="994816"/>
                  </a:lnTo>
                  <a:lnTo>
                    <a:pt x="1861478" y="994803"/>
                  </a:lnTo>
                  <a:lnTo>
                    <a:pt x="1861450" y="994820"/>
                  </a:lnTo>
                  <a:lnTo>
                    <a:pt x="1861404" y="994848"/>
                  </a:lnTo>
                  <a:lnTo>
                    <a:pt x="1860621" y="994861"/>
                  </a:lnTo>
                  <a:lnTo>
                    <a:pt x="1860599" y="994861"/>
                  </a:lnTo>
                  <a:lnTo>
                    <a:pt x="1860575" y="994863"/>
                  </a:lnTo>
                  <a:lnTo>
                    <a:pt x="1860039" y="994905"/>
                  </a:lnTo>
                  <a:lnTo>
                    <a:pt x="1859911" y="994966"/>
                  </a:lnTo>
                  <a:lnTo>
                    <a:pt x="1859841" y="994967"/>
                  </a:lnTo>
                  <a:lnTo>
                    <a:pt x="1859375" y="994974"/>
                  </a:lnTo>
                  <a:lnTo>
                    <a:pt x="1858622" y="995033"/>
                  </a:lnTo>
                  <a:lnTo>
                    <a:pt x="1858455" y="995046"/>
                  </a:lnTo>
                  <a:lnTo>
                    <a:pt x="1858329" y="995063"/>
                  </a:lnTo>
                  <a:lnTo>
                    <a:pt x="1858219" y="995130"/>
                  </a:lnTo>
                  <a:lnTo>
                    <a:pt x="1858199" y="995142"/>
                  </a:lnTo>
                  <a:lnTo>
                    <a:pt x="1858179" y="995153"/>
                  </a:lnTo>
                  <a:lnTo>
                    <a:pt x="1858168" y="995182"/>
                  </a:lnTo>
                  <a:lnTo>
                    <a:pt x="1858148" y="995195"/>
                  </a:lnTo>
                  <a:lnTo>
                    <a:pt x="1857541" y="995284"/>
                  </a:lnTo>
                  <a:lnTo>
                    <a:pt x="1857536" y="995249"/>
                  </a:lnTo>
                  <a:lnTo>
                    <a:pt x="1856961" y="995331"/>
                  </a:lnTo>
                  <a:lnTo>
                    <a:pt x="1856609" y="995422"/>
                  </a:lnTo>
                  <a:lnTo>
                    <a:pt x="1856632" y="995570"/>
                  </a:lnTo>
                  <a:lnTo>
                    <a:pt x="1856632" y="995582"/>
                  </a:lnTo>
                  <a:lnTo>
                    <a:pt x="1856618" y="995595"/>
                  </a:lnTo>
                  <a:lnTo>
                    <a:pt x="1855792" y="995864"/>
                  </a:lnTo>
                  <a:lnTo>
                    <a:pt x="1854946" y="996092"/>
                  </a:lnTo>
                  <a:lnTo>
                    <a:pt x="1854892" y="996106"/>
                  </a:lnTo>
                  <a:lnTo>
                    <a:pt x="1854875" y="996104"/>
                  </a:lnTo>
                  <a:lnTo>
                    <a:pt x="1853387" y="996516"/>
                  </a:lnTo>
                  <a:lnTo>
                    <a:pt x="1853365" y="996506"/>
                  </a:lnTo>
                  <a:lnTo>
                    <a:pt x="1853353" y="996483"/>
                  </a:lnTo>
                  <a:lnTo>
                    <a:pt x="1853271" y="996378"/>
                  </a:lnTo>
                  <a:lnTo>
                    <a:pt x="1853147" y="996220"/>
                  </a:lnTo>
                  <a:lnTo>
                    <a:pt x="1852457" y="996467"/>
                  </a:lnTo>
                  <a:lnTo>
                    <a:pt x="1852567" y="996809"/>
                  </a:lnTo>
                  <a:lnTo>
                    <a:pt x="1852567" y="996839"/>
                  </a:lnTo>
                  <a:lnTo>
                    <a:pt x="1851846" y="997166"/>
                  </a:lnTo>
                  <a:lnTo>
                    <a:pt x="1851792" y="997210"/>
                  </a:lnTo>
                  <a:lnTo>
                    <a:pt x="1851677" y="997303"/>
                  </a:lnTo>
                  <a:lnTo>
                    <a:pt x="1851210" y="997585"/>
                  </a:lnTo>
                  <a:lnTo>
                    <a:pt x="1850578" y="997860"/>
                  </a:lnTo>
                  <a:lnTo>
                    <a:pt x="1849384" y="998379"/>
                  </a:lnTo>
                  <a:lnTo>
                    <a:pt x="1849378" y="998400"/>
                  </a:lnTo>
                  <a:lnTo>
                    <a:pt x="1848819" y="998736"/>
                  </a:lnTo>
                  <a:lnTo>
                    <a:pt x="1848394" y="999048"/>
                  </a:lnTo>
                  <a:lnTo>
                    <a:pt x="1847812" y="999620"/>
                  </a:lnTo>
                  <a:lnTo>
                    <a:pt x="1847784" y="999641"/>
                  </a:lnTo>
                  <a:lnTo>
                    <a:pt x="1847737" y="999650"/>
                  </a:lnTo>
                  <a:lnTo>
                    <a:pt x="1847725" y="999648"/>
                  </a:lnTo>
                  <a:lnTo>
                    <a:pt x="1846715" y="1000523"/>
                  </a:lnTo>
                  <a:lnTo>
                    <a:pt x="1846830" y="1000631"/>
                  </a:lnTo>
                  <a:lnTo>
                    <a:pt x="1846831" y="1000638"/>
                  </a:lnTo>
                  <a:lnTo>
                    <a:pt x="1846829" y="1000645"/>
                  </a:lnTo>
                  <a:lnTo>
                    <a:pt x="1846822" y="1000652"/>
                  </a:lnTo>
                  <a:lnTo>
                    <a:pt x="1846595" y="1000887"/>
                  </a:lnTo>
                  <a:lnTo>
                    <a:pt x="1846274" y="1001220"/>
                  </a:lnTo>
                  <a:lnTo>
                    <a:pt x="1846250" y="1001237"/>
                  </a:lnTo>
                  <a:lnTo>
                    <a:pt x="1846218" y="1001248"/>
                  </a:lnTo>
                  <a:lnTo>
                    <a:pt x="1846188" y="1001250"/>
                  </a:lnTo>
                  <a:lnTo>
                    <a:pt x="1846162" y="1001244"/>
                  </a:lnTo>
                  <a:lnTo>
                    <a:pt x="1846091" y="1001216"/>
                  </a:lnTo>
                  <a:lnTo>
                    <a:pt x="1846078" y="1001210"/>
                  </a:lnTo>
                  <a:lnTo>
                    <a:pt x="1845975" y="1001164"/>
                  </a:lnTo>
                  <a:lnTo>
                    <a:pt x="1845904" y="1001226"/>
                  </a:lnTo>
                  <a:lnTo>
                    <a:pt x="1845827" y="1001287"/>
                  </a:lnTo>
                  <a:lnTo>
                    <a:pt x="1845518" y="1001532"/>
                  </a:lnTo>
                  <a:lnTo>
                    <a:pt x="1845224" y="1001572"/>
                  </a:lnTo>
                  <a:lnTo>
                    <a:pt x="1845005" y="1001573"/>
                  </a:lnTo>
                  <a:lnTo>
                    <a:pt x="1844766" y="1001514"/>
                  </a:lnTo>
                  <a:lnTo>
                    <a:pt x="1844699" y="1001480"/>
                  </a:lnTo>
                  <a:lnTo>
                    <a:pt x="1844235" y="1001538"/>
                  </a:lnTo>
                  <a:lnTo>
                    <a:pt x="1843425" y="1001695"/>
                  </a:lnTo>
                  <a:lnTo>
                    <a:pt x="1843364" y="1001715"/>
                  </a:lnTo>
                  <a:lnTo>
                    <a:pt x="1843223" y="1001800"/>
                  </a:lnTo>
                  <a:lnTo>
                    <a:pt x="1843134" y="1001853"/>
                  </a:lnTo>
                  <a:lnTo>
                    <a:pt x="1842801" y="1002078"/>
                  </a:lnTo>
                  <a:lnTo>
                    <a:pt x="1842725" y="1002899"/>
                  </a:lnTo>
                  <a:lnTo>
                    <a:pt x="1842144" y="1010200"/>
                  </a:lnTo>
                  <a:lnTo>
                    <a:pt x="1842125" y="1010427"/>
                  </a:lnTo>
                  <a:lnTo>
                    <a:pt x="1841972" y="1012262"/>
                  </a:lnTo>
                  <a:lnTo>
                    <a:pt x="1841909" y="1013007"/>
                  </a:lnTo>
                  <a:lnTo>
                    <a:pt x="1841658" y="1016017"/>
                  </a:lnTo>
                  <a:lnTo>
                    <a:pt x="1843140" y="1015925"/>
                  </a:lnTo>
                  <a:lnTo>
                    <a:pt x="1843341" y="1014385"/>
                  </a:lnTo>
                  <a:lnTo>
                    <a:pt x="1844569" y="1014733"/>
                  </a:lnTo>
                  <a:lnTo>
                    <a:pt x="1845762" y="1015318"/>
                  </a:lnTo>
                  <a:lnTo>
                    <a:pt x="1847313" y="1016405"/>
                  </a:lnTo>
                  <a:lnTo>
                    <a:pt x="1846864" y="1017114"/>
                  </a:lnTo>
                  <a:lnTo>
                    <a:pt x="1848290" y="1018044"/>
                  </a:lnTo>
                  <a:lnTo>
                    <a:pt x="1848306" y="1018057"/>
                  </a:lnTo>
                  <a:lnTo>
                    <a:pt x="1848319" y="1018066"/>
                  </a:lnTo>
                  <a:lnTo>
                    <a:pt x="1848826" y="1018448"/>
                  </a:lnTo>
                  <a:lnTo>
                    <a:pt x="1849816" y="1019179"/>
                  </a:lnTo>
                  <a:lnTo>
                    <a:pt x="1850804" y="1020055"/>
                  </a:lnTo>
                  <a:lnTo>
                    <a:pt x="1850827" y="1020084"/>
                  </a:lnTo>
                  <a:lnTo>
                    <a:pt x="1851479" y="1021211"/>
                  </a:lnTo>
                  <a:lnTo>
                    <a:pt x="1851528" y="1021261"/>
                  </a:lnTo>
                  <a:lnTo>
                    <a:pt x="1851563" y="1021297"/>
                  </a:lnTo>
                  <a:lnTo>
                    <a:pt x="1852875" y="1022484"/>
                  </a:lnTo>
                  <a:lnTo>
                    <a:pt x="1853477" y="1023499"/>
                  </a:lnTo>
                  <a:lnTo>
                    <a:pt x="1854085" y="1024626"/>
                  </a:lnTo>
                  <a:lnTo>
                    <a:pt x="1854107" y="1024654"/>
                  </a:lnTo>
                  <a:lnTo>
                    <a:pt x="1854131" y="1024683"/>
                  </a:lnTo>
                  <a:lnTo>
                    <a:pt x="1854697" y="1025632"/>
                  </a:lnTo>
                  <a:lnTo>
                    <a:pt x="1855725" y="1027358"/>
                  </a:lnTo>
                  <a:lnTo>
                    <a:pt x="1855752" y="1027402"/>
                  </a:lnTo>
                  <a:lnTo>
                    <a:pt x="1855866" y="1027585"/>
                  </a:lnTo>
                  <a:lnTo>
                    <a:pt x="1856756" y="1029014"/>
                  </a:lnTo>
                  <a:lnTo>
                    <a:pt x="1856766" y="1029030"/>
                  </a:lnTo>
                  <a:lnTo>
                    <a:pt x="1856772" y="1029040"/>
                  </a:lnTo>
                  <a:lnTo>
                    <a:pt x="1857100" y="1029584"/>
                  </a:lnTo>
                  <a:lnTo>
                    <a:pt x="1857108" y="1029597"/>
                  </a:lnTo>
                  <a:lnTo>
                    <a:pt x="1857120" y="1029600"/>
                  </a:lnTo>
                  <a:lnTo>
                    <a:pt x="1857143" y="1029607"/>
                  </a:lnTo>
                  <a:lnTo>
                    <a:pt x="1857182" y="1029660"/>
                  </a:lnTo>
                  <a:lnTo>
                    <a:pt x="1857338" y="1029547"/>
                  </a:lnTo>
                  <a:lnTo>
                    <a:pt x="1857948" y="1029108"/>
                  </a:lnTo>
                  <a:lnTo>
                    <a:pt x="1859048" y="1031398"/>
                  </a:lnTo>
                  <a:lnTo>
                    <a:pt x="1858646" y="1031719"/>
                  </a:lnTo>
                  <a:lnTo>
                    <a:pt x="1858773" y="1031867"/>
                  </a:lnTo>
                  <a:lnTo>
                    <a:pt x="1858797" y="1031894"/>
                  </a:lnTo>
                  <a:lnTo>
                    <a:pt x="1858805" y="1031904"/>
                  </a:lnTo>
                  <a:lnTo>
                    <a:pt x="1858936" y="1032044"/>
                  </a:lnTo>
                  <a:lnTo>
                    <a:pt x="1859220" y="1032229"/>
                  </a:lnTo>
                  <a:lnTo>
                    <a:pt x="1859567" y="1032453"/>
                  </a:lnTo>
                  <a:lnTo>
                    <a:pt x="1860024" y="1032718"/>
                  </a:lnTo>
                  <a:lnTo>
                    <a:pt x="1860284" y="1032843"/>
                  </a:lnTo>
                  <a:lnTo>
                    <a:pt x="1860617" y="1032963"/>
                  </a:lnTo>
                  <a:lnTo>
                    <a:pt x="1860851" y="1033024"/>
                  </a:lnTo>
                  <a:lnTo>
                    <a:pt x="1861080" y="1033083"/>
                  </a:lnTo>
                  <a:lnTo>
                    <a:pt x="1861140" y="1033016"/>
                  </a:lnTo>
                  <a:lnTo>
                    <a:pt x="1861163" y="1033009"/>
                  </a:lnTo>
                  <a:lnTo>
                    <a:pt x="1861547" y="1032940"/>
                  </a:lnTo>
                  <a:lnTo>
                    <a:pt x="1861690" y="1032939"/>
                  </a:lnTo>
                  <a:lnTo>
                    <a:pt x="1861905" y="1033011"/>
                  </a:lnTo>
                  <a:lnTo>
                    <a:pt x="1862006" y="1033075"/>
                  </a:lnTo>
                  <a:lnTo>
                    <a:pt x="1862021" y="1033153"/>
                  </a:lnTo>
                  <a:lnTo>
                    <a:pt x="1862026" y="1033181"/>
                  </a:lnTo>
                  <a:lnTo>
                    <a:pt x="1862037" y="1033234"/>
                  </a:lnTo>
                  <a:lnTo>
                    <a:pt x="1862271" y="1033214"/>
                  </a:lnTo>
                  <a:lnTo>
                    <a:pt x="1862473" y="1033226"/>
                  </a:lnTo>
                  <a:lnTo>
                    <a:pt x="1862632" y="1033280"/>
                  </a:lnTo>
                  <a:lnTo>
                    <a:pt x="1862848" y="1033384"/>
                  </a:lnTo>
                  <a:lnTo>
                    <a:pt x="1863590" y="1033741"/>
                  </a:lnTo>
                  <a:lnTo>
                    <a:pt x="1863694" y="1033791"/>
                  </a:lnTo>
                  <a:lnTo>
                    <a:pt x="1863777" y="1033831"/>
                  </a:lnTo>
                  <a:lnTo>
                    <a:pt x="1863894" y="1033887"/>
                  </a:lnTo>
                  <a:lnTo>
                    <a:pt x="1864125" y="1034032"/>
                  </a:lnTo>
                  <a:lnTo>
                    <a:pt x="1864144" y="1034044"/>
                  </a:lnTo>
                  <a:lnTo>
                    <a:pt x="1864204" y="1034158"/>
                  </a:lnTo>
                  <a:lnTo>
                    <a:pt x="1864233" y="1034232"/>
                  </a:lnTo>
                  <a:lnTo>
                    <a:pt x="1864250" y="1034268"/>
                  </a:lnTo>
                  <a:lnTo>
                    <a:pt x="1864244" y="1034305"/>
                  </a:lnTo>
                  <a:lnTo>
                    <a:pt x="1864212" y="1034349"/>
                  </a:lnTo>
                  <a:lnTo>
                    <a:pt x="1864178" y="1034390"/>
                  </a:lnTo>
                  <a:lnTo>
                    <a:pt x="1864176" y="1034422"/>
                  </a:lnTo>
                  <a:lnTo>
                    <a:pt x="1864187" y="1034448"/>
                  </a:lnTo>
                  <a:lnTo>
                    <a:pt x="1864224" y="1034477"/>
                  </a:lnTo>
                  <a:lnTo>
                    <a:pt x="1864248" y="1034487"/>
                  </a:lnTo>
                  <a:lnTo>
                    <a:pt x="1864287" y="1034475"/>
                  </a:lnTo>
                  <a:lnTo>
                    <a:pt x="1864375" y="1034396"/>
                  </a:lnTo>
                  <a:lnTo>
                    <a:pt x="1864442" y="1034353"/>
                  </a:lnTo>
                  <a:lnTo>
                    <a:pt x="1864480" y="1034350"/>
                  </a:lnTo>
                  <a:lnTo>
                    <a:pt x="1864556" y="1034380"/>
                  </a:lnTo>
                  <a:lnTo>
                    <a:pt x="1864846" y="1034570"/>
                  </a:lnTo>
                  <a:lnTo>
                    <a:pt x="1864883" y="1034575"/>
                  </a:lnTo>
                  <a:lnTo>
                    <a:pt x="1865033" y="1034594"/>
                  </a:lnTo>
                  <a:lnTo>
                    <a:pt x="1865089" y="1034596"/>
                  </a:lnTo>
                  <a:lnTo>
                    <a:pt x="1865516" y="1034803"/>
                  </a:lnTo>
                  <a:lnTo>
                    <a:pt x="1865596" y="1034842"/>
                  </a:lnTo>
                  <a:lnTo>
                    <a:pt x="1865760" y="1034902"/>
                  </a:lnTo>
                  <a:lnTo>
                    <a:pt x="1866697" y="1035213"/>
                  </a:lnTo>
                  <a:lnTo>
                    <a:pt x="1867063" y="1035309"/>
                  </a:lnTo>
                  <a:lnTo>
                    <a:pt x="1867920" y="1035431"/>
                  </a:lnTo>
                  <a:lnTo>
                    <a:pt x="1868073" y="1035465"/>
                  </a:lnTo>
                  <a:lnTo>
                    <a:pt x="1868127" y="1035500"/>
                  </a:lnTo>
                  <a:lnTo>
                    <a:pt x="1868653" y="1036249"/>
                  </a:lnTo>
                  <a:lnTo>
                    <a:pt x="1868884" y="1036556"/>
                  </a:lnTo>
                  <a:lnTo>
                    <a:pt x="1868907" y="1036640"/>
                  </a:lnTo>
                  <a:lnTo>
                    <a:pt x="1868851" y="1036755"/>
                  </a:lnTo>
                  <a:lnTo>
                    <a:pt x="1868801" y="1036771"/>
                  </a:lnTo>
                  <a:lnTo>
                    <a:pt x="1868782" y="1036794"/>
                  </a:lnTo>
                  <a:lnTo>
                    <a:pt x="1868743" y="1036871"/>
                  </a:lnTo>
                  <a:lnTo>
                    <a:pt x="1868956" y="1036892"/>
                  </a:lnTo>
                  <a:lnTo>
                    <a:pt x="1869315" y="1036927"/>
                  </a:lnTo>
                  <a:lnTo>
                    <a:pt x="1869636" y="1036975"/>
                  </a:lnTo>
                  <a:lnTo>
                    <a:pt x="1869641" y="1036975"/>
                  </a:lnTo>
                  <a:lnTo>
                    <a:pt x="1869843" y="1037016"/>
                  </a:lnTo>
                  <a:lnTo>
                    <a:pt x="1869946" y="1036982"/>
                  </a:lnTo>
                  <a:lnTo>
                    <a:pt x="1870089" y="1036958"/>
                  </a:lnTo>
                  <a:lnTo>
                    <a:pt x="1870494" y="1036942"/>
                  </a:lnTo>
                  <a:lnTo>
                    <a:pt x="1870493" y="1036959"/>
                  </a:lnTo>
                  <a:lnTo>
                    <a:pt x="1870886" y="1036970"/>
                  </a:lnTo>
                  <a:lnTo>
                    <a:pt x="1871236" y="1036943"/>
                  </a:lnTo>
                  <a:lnTo>
                    <a:pt x="1871325" y="1036919"/>
                  </a:lnTo>
                  <a:lnTo>
                    <a:pt x="1871442" y="1036870"/>
                  </a:lnTo>
                  <a:lnTo>
                    <a:pt x="1871460" y="1036850"/>
                  </a:lnTo>
                  <a:lnTo>
                    <a:pt x="1871548" y="1036844"/>
                  </a:lnTo>
                  <a:lnTo>
                    <a:pt x="1871651" y="1036836"/>
                  </a:lnTo>
                  <a:lnTo>
                    <a:pt x="1871670" y="1036836"/>
                  </a:lnTo>
                  <a:lnTo>
                    <a:pt x="1871769" y="1036835"/>
                  </a:lnTo>
                  <a:lnTo>
                    <a:pt x="1871781" y="1036844"/>
                  </a:lnTo>
                  <a:lnTo>
                    <a:pt x="1871789" y="1036875"/>
                  </a:lnTo>
                  <a:lnTo>
                    <a:pt x="1871783" y="1037009"/>
                  </a:lnTo>
                  <a:lnTo>
                    <a:pt x="1871775" y="1037044"/>
                  </a:lnTo>
                  <a:lnTo>
                    <a:pt x="1871846" y="1037409"/>
                  </a:lnTo>
                  <a:lnTo>
                    <a:pt x="1871865" y="1037456"/>
                  </a:lnTo>
                  <a:lnTo>
                    <a:pt x="1871896" y="1037486"/>
                  </a:lnTo>
                  <a:lnTo>
                    <a:pt x="1871965" y="1037492"/>
                  </a:lnTo>
                  <a:lnTo>
                    <a:pt x="1872159" y="1037382"/>
                  </a:lnTo>
                  <a:lnTo>
                    <a:pt x="1872227" y="1037300"/>
                  </a:lnTo>
                  <a:lnTo>
                    <a:pt x="1872301" y="1037185"/>
                  </a:lnTo>
                  <a:lnTo>
                    <a:pt x="1872360" y="1037047"/>
                  </a:lnTo>
                  <a:lnTo>
                    <a:pt x="1872390" y="1036807"/>
                  </a:lnTo>
                  <a:lnTo>
                    <a:pt x="1872402" y="1036777"/>
                  </a:lnTo>
                  <a:lnTo>
                    <a:pt x="1872435" y="1036752"/>
                  </a:lnTo>
                  <a:lnTo>
                    <a:pt x="1872473" y="1036743"/>
                  </a:lnTo>
                  <a:lnTo>
                    <a:pt x="1872516" y="1036752"/>
                  </a:lnTo>
                  <a:lnTo>
                    <a:pt x="1872748" y="1036837"/>
                  </a:lnTo>
                  <a:lnTo>
                    <a:pt x="1872956" y="1036913"/>
                  </a:lnTo>
                  <a:lnTo>
                    <a:pt x="1873175" y="1036983"/>
                  </a:lnTo>
                  <a:lnTo>
                    <a:pt x="1873723" y="1037029"/>
                  </a:lnTo>
                  <a:lnTo>
                    <a:pt x="1874005" y="1036980"/>
                  </a:lnTo>
                  <a:lnTo>
                    <a:pt x="1874447" y="1036893"/>
                  </a:lnTo>
                  <a:lnTo>
                    <a:pt x="1874730" y="1036790"/>
                  </a:lnTo>
                  <a:lnTo>
                    <a:pt x="1874736" y="1036788"/>
                  </a:lnTo>
                  <a:lnTo>
                    <a:pt x="1874817" y="1036747"/>
                  </a:lnTo>
                  <a:lnTo>
                    <a:pt x="1874825" y="1036742"/>
                  </a:lnTo>
                  <a:lnTo>
                    <a:pt x="1875073" y="1036588"/>
                  </a:lnTo>
                  <a:lnTo>
                    <a:pt x="1875292" y="1036387"/>
                  </a:lnTo>
                  <a:lnTo>
                    <a:pt x="1875495" y="1036389"/>
                  </a:lnTo>
                  <a:lnTo>
                    <a:pt x="1875577" y="1036390"/>
                  </a:lnTo>
                  <a:lnTo>
                    <a:pt x="1875652" y="1036277"/>
                  </a:lnTo>
                  <a:lnTo>
                    <a:pt x="1875726" y="1036188"/>
                  </a:lnTo>
                  <a:lnTo>
                    <a:pt x="1875789" y="1036171"/>
                  </a:lnTo>
                  <a:lnTo>
                    <a:pt x="1876015" y="1036191"/>
                  </a:lnTo>
                  <a:lnTo>
                    <a:pt x="1876019" y="1036192"/>
                  </a:lnTo>
                  <a:lnTo>
                    <a:pt x="1876343" y="1036267"/>
                  </a:lnTo>
                  <a:lnTo>
                    <a:pt x="1876434" y="1036311"/>
                  </a:lnTo>
                  <a:lnTo>
                    <a:pt x="1876622" y="1036401"/>
                  </a:lnTo>
                  <a:lnTo>
                    <a:pt x="1876653" y="1036488"/>
                  </a:lnTo>
                  <a:lnTo>
                    <a:pt x="1876808" y="1036932"/>
                  </a:lnTo>
                  <a:lnTo>
                    <a:pt x="1876810" y="1036938"/>
                  </a:lnTo>
                  <a:lnTo>
                    <a:pt x="1876805" y="1037306"/>
                  </a:lnTo>
                  <a:lnTo>
                    <a:pt x="1876765" y="1037349"/>
                  </a:lnTo>
                  <a:lnTo>
                    <a:pt x="1876597" y="1037447"/>
                  </a:lnTo>
                  <a:lnTo>
                    <a:pt x="1876220" y="1037639"/>
                  </a:lnTo>
                  <a:lnTo>
                    <a:pt x="1876171" y="1037655"/>
                  </a:lnTo>
                  <a:lnTo>
                    <a:pt x="1876145" y="1037650"/>
                  </a:lnTo>
                  <a:lnTo>
                    <a:pt x="1876119" y="1037629"/>
                  </a:lnTo>
                  <a:lnTo>
                    <a:pt x="1875873" y="1037654"/>
                  </a:lnTo>
                  <a:lnTo>
                    <a:pt x="1875745" y="1037695"/>
                  </a:lnTo>
                  <a:lnTo>
                    <a:pt x="1875485" y="1037793"/>
                  </a:lnTo>
                  <a:lnTo>
                    <a:pt x="1875462" y="1037878"/>
                  </a:lnTo>
                  <a:lnTo>
                    <a:pt x="1875429" y="1037972"/>
                  </a:lnTo>
                  <a:lnTo>
                    <a:pt x="1875412" y="1038022"/>
                  </a:lnTo>
                  <a:lnTo>
                    <a:pt x="1875310" y="1038077"/>
                  </a:lnTo>
                  <a:lnTo>
                    <a:pt x="1874843" y="1038232"/>
                  </a:lnTo>
                  <a:lnTo>
                    <a:pt x="1874354" y="1038484"/>
                  </a:lnTo>
                  <a:lnTo>
                    <a:pt x="1874306" y="1038510"/>
                  </a:lnTo>
                  <a:lnTo>
                    <a:pt x="1874126" y="1038603"/>
                  </a:lnTo>
                  <a:lnTo>
                    <a:pt x="1873834" y="1038669"/>
                  </a:lnTo>
                  <a:lnTo>
                    <a:pt x="1873395" y="1038858"/>
                  </a:lnTo>
                  <a:lnTo>
                    <a:pt x="1873416" y="1038937"/>
                  </a:lnTo>
                  <a:lnTo>
                    <a:pt x="1873404" y="1038985"/>
                  </a:lnTo>
                  <a:lnTo>
                    <a:pt x="1873366" y="1039030"/>
                  </a:lnTo>
                  <a:lnTo>
                    <a:pt x="1873181" y="1039207"/>
                  </a:lnTo>
                  <a:lnTo>
                    <a:pt x="1873069" y="1039277"/>
                  </a:lnTo>
                  <a:lnTo>
                    <a:pt x="1872875" y="1039367"/>
                  </a:lnTo>
                  <a:lnTo>
                    <a:pt x="1872615" y="1039471"/>
                  </a:lnTo>
                  <a:lnTo>
                    <a:pt x="1872580" y="1039482"/>
                  </a:lnTo>
                  <a:lnTo>
                    <a:pt x="1872521" y="1039500"/>
                  </a:lnTo>
                  <a:lnTo>
                    <a:pt x="1872158" y="1039609"/>
                  </a:lnTo>
                  <a:lnTo>
                    <a:pt x="1871590" y="1039799"/>
                  </a:lnTo>
                  <a:lnTo>
                    <a:pt x="1871387" y="1039866"/>
                  </a:lnTo>
                  <a:lnTo>
                    <a:pt x="1871201" y="1039945"/>
                  </a:lnTo>
                  <a:lnTo>
                    <a:pt x="1870849" y="1040126"/>
                  </a:lnTo>
                  <a:lnTo>
                    <a:pt x="1870728" y="1040223"/>
                  </a:lnTo>
                  <a:lnTo>
                    <a:pt x="1870312" y="1040557"/>
                  </a:lnTo>
                  <a:lnTo>
                    <a:pt x="1870132" y="1040754"/>
                  </a:lnTo>
                  <a:lnTo>
                    <a:pt x="1870086" y="1040793"/>
                  </a:lnTo>
                  <a:lnTo>
                    <a:pt x="1869443" y="1041227"/>
                  </a:lnTo>
                  <a:lnTo>
                    <a:pt x="1869373" y="1041263"/>
                  </a:lnTo>
                  <a:lnTo>
                    <a:pt x="1869230" y="1041337"/>
                  </a:lnTo>
                  <a:lnTo>
                    <a:pt x="1869162" y="1041332"/>
                  </a:lnTo>
                  <a:lnTo>
                    <a:pt x="1869116" y="1041339"/>
                  </a:lnTo>
                  <a:lnTo>
                    <a:pt x="1869014" y="1041366"/>
                  </a:lnTo>
                  <a:lnTo>
                    <a:pt x="1868885" y="1041427"/>
                  </a:lnTo>
                  <a:lnTo>
                    <a:pt x="1868881" y="1041431"/>
                  </a:lnTo>
                  <a:lnTo>
                    <a:pt x="1868895" y="1041670"/>
                  </a:lnTo>
                  <a:lnTo>
                    <a:pt x="1868879" y="1041691"/>
                  </a:lnTo>
                  <a:lnTo>
                    <a:pt x="1868660" y="1041976"/>
                  </a:lnTo>
                  <a:lnTo>
                    <a:pt x="1868610" y="1042030"/>
                  </a:lnTo>
                  <a:lnTo>
                    <a:pt x="1868590" y="1042052"/>
                  </a:lnTo>
                  <a:lnTo>
                    <a:pt x="1868581" y="1042062"/>
                  </a:lnTo>
                  <a:lnTo>
                    <a:pt x="1868556" y="1042089"/>
                  </a:lnTo>
                  <a:lnTo>
                    <a:pt x="1868087" y="1042604"/>
                  </a:lnTo>
                  <a:lnTo>
                    <a:pt x="1868076" y="1042625"/>
                  </a:lnTo>
                  <a:lnTo>
                    <a:pt x="1867940" y="1042902"/>
                  </a:lnTo>
                  <a:lnTo>
                    <a:pt x="1867804" y="1042959"/>
                  </a:lnTo>
                  <a:lnTo>
                    <a:pt x="1867641" y="1043075"/>
                  </a:lnTo>
                  <a:lnTo>
                    <a:pt x="1867388" y="1043444"/>
                  </a:lnTo>
                  <a:lnTo>
                    <a:pt x="1867376" y="1043447"/>
                  </a:lnTo>
                  <a:lnTo>
                    <a:pt x="1867196" y="1043424"/>
                  </a:lnTo>
                  <a:lnTo>
                    <a:pt x="1867289" y="1043869"/>
                  </a:lnTo>
                  <a:lnTo>
                    <a:pt x="1867085" y="1044496"/>
                  </a:lnTo>
                  <a:lnTo>
                    <a:pt x="1866937" y="1044648"/>
                  </a:lnTo>
                  <a:lnTo>
                    <a:pt x="1866262" y="1045344"/>
                  </a:lnTo>
                  <a:lnTo>
                    <a:pt x="1865875" y="1045594"/>
                  </a:lnTo>
                  <a:lnTo>
                    <a:pt x="1865706" y="1045703"/>
                  </a:lnTo>
                  <a:lnTo>
                    <a:pt x="1865701" y="1045706"/>
                  </a:lnTo>
                  <a:lnTo>
                    <a:pt x="1865555" y="1045752"/>
                  </a:lnTo>
                  <a:lnTo>
                    <a:pt x="1865499" y="1045705"/>
                  </a:lnTo>
                  <a:lnTo>
                    <a:pt x="1865493" y="1045710"/>
                  </a:lnTo>
                  <a:lnTo>
                    <a:pt x="1865322" y="1045757"/>
                  </a:lnTo>
                  <a:lnTo>
                    <a:pt x="1865246" y="1045791"/>
                  </a:lnTo>
                  <a:lnTo>
                    <a:pt x="1865207" y="1045808"/>
                  </a:lnTo>
                  <a:lnTo>
                    <a:pt x="1865108" y="1045851"/>
                  </a:lnTo>
                  <a:lnTo>
                    <a:pt x="1864892" y="1046016"/>
                  </a:lnTo>
                  <a:lnTo>
                    <a:pt x="1864701" y="1046129"/>
                  </a:lnTo>
                  <a:lnTo>
                    <a:pt x="1864578" y="1046189"/>
                  </a:lnTo>
                  <a:lnTo>
                    <a:pt x="1864438" y="1046225"/>
                  </a:lnTo>
                  <a:lnTo>
                    <a:pt x="1863806" y="1046563"/>
                  </a:lnTo>
                  <a:lnTo>
                    <a:pt x="1863773" y="1046580"/>
                  </a:lnTo>
                  <a:lnTo>
                    <a:pt x="1863706" y="1046622"/>
                  </a:lnTo>
                  <a:lnTo>
                    <a:pt x="1863330" y="1046911"/>
                  </a:lnTo>
                  <a:lnTo>
                    <a:pt x="1863029" y="1047142"/>
                  </a:lnTo>
                  <a:lnTo>
                    <a:pt x="1862813" y="1047341"/>
                  </a:lnTo>
                  <a:lnTo>
                    <a:pt x="1862729" y="1047498"/>
                  </a:lnTo>
                  <a:lnTo>
                    <a:pt x="1862624" y="1047772"/>
                  </a:lnTo>
                  <a:lnTo>
                    <a:pt x="1862630" y="1047854"/>
                  </a:lnTo>
                  <a:lnTo>
                    <a:pt x="1862529" y="1047942"/>
                  </a:lnTo>
                  <a:lnTo>
                    <a:pt x="1862328" y="1048120"/>
                  </a:lnTo>
                  <a:lnTo>
                    <a:pt x="1862137" y="1048322"/>
                  </a:lnTo>
                  <a:lnTo>
                    <a:pt x="1862108" y="1048367"/>
                  </a:lnTo>
                  <a:lnTo>
                    <a:pt x="1861784" y="1048874"/>
                  </a:lnTo>
                  <a:lnTo>
                    <a:pt x="1861763" y="1048981"/>
                  </a:lnTo>
                  <a:lnTo>
                    <a:pt x="1861695" y="1049114"/>
                  </a:lnTo>
                  <a:lnTo>
                    <a:pt x="1861571" y="1049279"/>
                  </a:lnTo>
                  <a:lnTo>
                    <a:pt x="1861235" y="1049651"/>
                  </a:lnTo>
                  <a:lnTo>
                    <a:pt x="1861019" y="1049833"/>
                  </a:lnTo>
                  <a:lnTo>
                    <a:pt x="1860898" y="1049935"/>
                  </a:lnTo>
                  <a:lnTo>
                    <a:pt x="1860650" y="1050074"/>
                  </a:lnTo>
                  <a:lnTo>
                    <a:pt x="1860535" y="1050139"/>
                  </a:lnTo>
                  <a:lnTo>
                    <a:pt x="1860495" y="1050120"/>
                  </a:lnTo>
                  <a:lnTo>
                    <a:pt x="1860167" y="1050831"/>
                  </a:lnTo>
                  <a:lnTo>
                    <a:pt x="1860217" y="1050901"/>
                  </a:lnTo>
                  <a:lnTo>
                    <a:pt x="1860161" y="1051075"/>
                  </a:lnTo>
                  <a:lnTo>
                    <a:pt x="1859940" y="1051327"/>
                  </a:lnTo>
                  <a:lnTo>
                    <a:pt x="1859851" y="1051334"/>
                  </a:lnTo>
                  <a:lnTo>
                    <a:pt x="1859712" y="1051320"/>
                  </a:lnTo>
                  <a:lnTo>
                    <a:pt x="1859542" y="1051289"/>
                  </a:lnTo>
                  <a:lnTo>
                    <a:pt x="1859535" y="1051280"/>
                  </a:lnTo>
                  <a:lnTo>
                    <a:pt x="1859534" y="1051254"/>
                  </a:lnTo>
                  <a:lnTo>
                    <a:pt x="1859550" y="1051227"/>
                  </a:lnTo>
                  <a:lnTo>
                    <a:pt x="1859537" y="1051136"/>
                  </a:lnTo>
                  <a:lnTo>
                    <a:pt x="1859421" y="1051130"/>
                  </a:lnTo>
                  <a:lnTo>
                    <a:pt x="1859173" y="1051271"/>
                  </a:lnTo>
                  <a:lnTo>
                    <a:pt x="1858844" y="1051566"/>
                  </a:lnTo>
                  <a:lnTo>
                    <a:pt x="1858108" y="1051830"/>
                  </a:lnTo>
                  <a:lnTo>
                    <a:pt x="1858039" y="1051834"/>
                  </a:lnTo>
                  <a:lnTo>
                    <a:pt x="1857975" y="1051832"/>
                  </a:lnTo>
                  <a:lnTo>
                    <a:pt x="1857933" y="1051832"/>
                  </a:lnTo>
                  <a:lnTo>
                    <a:pt x="1857897" y="1051811"/>
                  </a:lnTo>
                  <a:lnTo>
                    <a:pt x="1857868" y="1051781"/>
                  </a:lnTo>
                  <a:lnTo>
                    <a:pt x="1857829" y="1051783"/>
                  </a:lnTo>
                  <a:lnTo>
                    <a:pt x="1857688" y="1051840"/>
                  </a:lnTo>
                  <a:lnTo>
                    <a:pt x="1857678" y="1051846"/>
                  </a:lnTo>
                  <a:lnTo>
                    <a:pt x="1857668" y="1051865"/>
                  </a:lnTo>
                  <a:lnTo>
                    <a:pt x="1857684" y="1051929"/>
                  </a:lnTo>
                  <a:lnTo>
                    <a:pt x="1857673" y="1051954"/>
                  </a:lnTo>
                  <a:lnTo>
                    <a:pt x="1857622" y="1051970"/>
                  </a:lnTo>
                  <a:lnTo>
                    <a:pt x="1857492" y="1051964"/>
                  </a:lnTo>
                  <a:lnTo>
                    <a:pt x="1857440" y="1051953"/>
                  </a:lnTo>
                  <a:lnTo>
                    <a:pt x="1857403" y="1051927"/>
                  </a:lnTo>
                  <a:lnTo>
                    <a:pt x="1857370" y="1051886"/>
                  </a:lnTo>
                  <a:lnTo>
                    <a:pt x="1857346" y="1051859"/>
                  </a:lnTo>
                  <a:lnTo>
                    <a:pt x="1857326" y="1051861"/>
                  </a:lnTo>
                  <a:lnTo>
                    <a:pt x="1857265" y="1051878"/>
                  </a:lnTo>
                  <a:lnTo>
                    <a:pt x="1857160" y="1051928"/>
                  </a:lnTo>
                  <a:lnTo>
                    <a:pt x="1857029" y="1051957"/>
                  </a:lnTo>
                  <a:lnTo>
                    <a:pt x="1856884" y="1051928"/>
                  </a:lnTo>
                  <a:lnTo>
                    <a:pt x="1856823" y="1051841"/>
                  </a:lnTo>
                  <a:lnTo>
                    <a:pt x="1856751" y="1051815"/>
                  </a:lnTo>
                  <a:lnTo>
                    <a:pt x="1856708" y="1051826"/>
                  </a:lnTo>
                  <a:lnTo>
                    <a:pt x="1856678" y="1051843"/>
                  </a:lnTo>
                  <a:lnTo>
                    <a:pt x="1856568" y="1052005"/>
                  </a:lnTo>
                  <a:lnTo>
                    <a:pt x="1856504" y="1052077"/>
                  </a:lnTo>
                  <a:lnTo>
                    <a:pt x="1856194" y="1052207"/>
                  </a:lnTo>
                  <a:lnTo>
                    <a:pt x="1855805" y="1052243"/>
                  </a:lnTo>
                  <a:lnTo>
                    <a:pt x="1855706" y="1052226"/>
                  </a:lnTo>
                  <a:lnTo>
                    <a:pt x="1855532" y="1052128"/>
                  </a:lnTo>
                  <a:lnTo>
                    <a:pt x="1855283" y="1051889"/>
                  </a:lnTo>
                  <a:lnTo>
                    <a:pt x="1854830" y="1051900"/>
                  </a:lnTo>
                  <a:lnTo>
                    <a:pt x="1854727" y="1051939"/>
                  </a:lnTo>
                  <a:lnTo>
                    <a:pt x="1854654" y="1051974"/>
                  </a:lnTo>
                  <a:lnTo>
                    <a:pt x="1854532" y="1052150"/>
                  </a:lnTo>
                  <a:lnTo>
                    <a:pt x="1854527" y="1052163"/>
                  </a:lnTo>
                  <a:lnTo>
                    <a:pt x="1854534" y="1052180"/>
                  </a:lnTo>
                  <a:lnTo>
                    <a:pt x="1854543" y="1052203"/>
                  </a:lnTo>
                  <a:lnTo>
                    <a:pt x="1854561" y="1052205"/>
                  </a:lnTo>
                  <a:lnTo>
                    <a:pt x="1854573" y="1052207"/>
                  </a:lnTo>
                  <a:lnTo>
                    <a:pt x="1854612" y="1052241"/>
                  </a:lnTo>
                  <a:lnTo>
                    <a:pt x="1854629" y="1052326"/>
                  </a:lnTo>
                  <a:lnTo>
                    <a:pt x="1854611" y="1052418"/>
                  </a:lnTo>
                  <a:lnTo>
                    <a:pt x="1854586" y="1052454"/>
                  </a:lnTo>
                  <a:lnTo>
                    <a:pt x="1854554" y="1052464"/>
                  </a:lnTo>
                  <a:lnTo>
                    <a:pt x="1854547" y="1052466"/>
                  </a:lnTo>
                  <a:lnTo>
                    <a:pt x="1854536" y="1052469"/>
                  </a:lnTo>
                  <a:lnTo>
                    <a:pt x="1854366" y="1052463"/>
                  </a:lnTo>
                  <a:lnTo>
                    <a:pt x="1854339" y="1052505"/>
                  </a:lnTo>
                  <a:lnTo>
                    <a:pt x="1854302" y="1052558"/>
                  </a:lnTo>
                  <a:lnTo>
                    <a:pt x="1854299" y="1052599"/>
                  </a:lnTo>
                  <a:lnTo>
                    <a:pt x="1854269" y="1052645"/>
                  </a:lnTo>
                  <a:lnTo>
                    <a:pt x="1854208" y="1052714"/>
                  </a:lnTo>
                  <a:lnTo>
                    <a:pt x="1854051" y="1052685"/>
                  </a:lnTo>
                  <a:lnTo>
                    <a:pt x="1854016" y="1052731"/>
                  </a:lnTo>
                  <a:lnTo>
                    <a:pt x="1854079" y="1052851"/>
                  </a:lnTo>
                  <a:lnTo>
                    <a:pt x="1853935" y="1052951"/>
                  </a:lnTo>
                  <a:lnTo>
                    <a:pt x="1853842" y="1052991"/>
                  </a:lnTo>
                  <a:lnTo>
                    <a:pt x="1853790" y="1052942"/>
                  </a:lnTo>
                  <a:lnTo>
                    <a:pt x="1853750" y="1052942"/>
                  </a:lnTo>
                  <a:lnTo>
                    <a:pt x="1853630" y="1053053"/>
                  </a:lnTo>
                  <a:lnTo>
                    <a:pt x="1853630" y="1053085"/>
                  </a:lnTo>
                  <a:lnTo>
                    <a:pt x="1853610" y="1053118"/>
                  </a:lnTo>
                  <a:lnTo>
                    <a:pt x="1853600" y="1053145"/>
                  </a:lnTo>
                  <a:lnTo>
                    <a:pt x="1853615" y="1053172"/>
                  </a:lnTo>
                  <a:lnTo>
                    <a:pt x="1853683" y="1053242"/>
                  </a:lnTo>
                  <a:lnTo>
                    <a:pt x="1853467" y="1053438"/>
                  </a:lnTo>
                  <a:lnTo>
                    <a:pt x="1853409" y="1053490"/>
                  </a:lnTo>
                  <a:lnTo>
                    <a:pt x="1853174" y="1053662"/>
                  </a:lnTo>
                  <a:lnTo>
                    <a:pt x="1852781" y="1053704"/>
                  </a:lnTo>
                  <a:lnTo>
                    <a:pt x="1852764" y="1053692"/>
                  </a:lnTo>
                  <a:lnTo>
                    <a:pt x="1852764" y="1053682"/>
                  </a:lnTo>
                  <a:lnTo>
                    <a:pt x="1852765" y="1053665"/>
                  </a:lnTo>
                  <a:lnTo>
                    <a:pt x="1853011" y="1053390"/>
                  </a:lnTo>
                  <a:lnTo>
                    <a:pt x="1853033" y="1053305"/>
                  </a:lnTo>
                  <a:lnTo>
                    <a:pt x="1852859" y="1052756"/>
                  </a:lnTo>
                  <a:lnTo>
                    <a:pt x="1851198" y="1053159"/>
                  </a:lnTo>
                  <a:lnTo>
                    <a:pt x="1851134" y="1053155"/>
                  </a:lnTo>
                  <a:lnTo>
                    <a:pt x="1851045" y="1053209"/>
                  </a:lnTo>
                  <a:lnTo>
                    <a:pt x="1851041" y="1053211"/>
                  </a:lnTo>
                  <a:lnTo>
                    <a:pt x="1850928" y="1053279"/>
                  </a:lnTo>
                  <a:lnTo>
                    <a:pt x="1850575" y="1053364"/>
                  </a:lnTo>
                  <a:lnTo>
                    <a:pt x="1850506" y="1053380"/>
                  </a:lnTo>
                  <a:lnTo>
                    <a:pt x="1850454" y="1053406"/>
                  </a:lnTo>
                  <a:lnTo>
                    <a:pt x="1850291" y="1053662"/>
                  </a:lnTo>
                  <a:lnTo>
                    <a:pt x="1850263" y="1053750"/>
                  </a:lnTo>
                  <a:lnTo>
                    <a:pt x="1850301" y="1053871"/>
                  </a:lnTo>
                  <a:lnTo>
                    <a:pt x="1850336" y="1053885"/>
                  </a:lnTo>
                  <a:lnTo>
                    <a:pt x="1850553" y="1053910"/>
                  </a:lnTo>
                  <a:lnTo>
                    <a:pt x="1850636" y="1053991"/>
                  </a:lnTo>
                  <a:lnTo>
                    <a:pt x="1850688" y="1054055"/>
                  </a:lnTo>
                  <a:lnTo>
                    <a:pt x="1850593" y="1054360"/>
                  </a:lnTo>
                  <a:lnTo>
                    <a:pt x="1850463" y="1054391"/>
                  </a:lnTo>
                  <a:lnTo>
                    <a:pt x="1849975" y="1055030"/>
                  </a:lnTo>
                  <a:lnTo>
                    <a:pt x="1849912" y="1055068"/>
                  </a:lnTo>
                  <a:lnTo>
                    <a:pt x="1849848" y="1055094"/>
                  </a:lnTo>
                  <a:lnTo>
                    <a:pt x="1849746" y="1055088"/>
                  </a:lnTo>
                  <a:lnTo>
                    <a:pt x="1849600" y="1055115"/>
                  </a:lnTo>
                  <a:lnTo>
                    <a:pt x="1849515" y="1055195"/>
                  </a:lnTo>
                  <a:lnTo>
                    <a:pt x="1849370" y="1055465"/>
                  </a:lnTo>
                  <a:lnTo>
                    <a:pt x="1849379" y="1055721"/>
                  </a:lnTo>
                  <a:lnTo>
                    <a:pt x="1849452" y="1055854"/>
                  </a:lnTo>
                  <a:lnTo>
                    <a:pt x="1849626" y="1055937"/>
                  </a:lnTo>
                  <a:lnTo>
                    <a:pt x="1849679" y="1055909"/>
                  </a:lnTo>
                  <a:lnTo>
                    <a:pt x="1849837" y="1055865"/>
                  </a:lnTo>
                  <a:lnTo>
                    <a:pt x="1849877" y="1055873"/>
                  </a:lnTo>
                  <a:lnTo>
                    <a:pt x="1849881" y="1056019"/>
                  </a:lnTo>
                  <a:lnTo>
                    <a:pt x="1849861" y="1056135"/>
                  </a:lnTo>
                  <a:lnTo>
                    <a:pt x="1849862" y="1056159"/>
                  </a:lnTo>
                  <a:lnTo>
                    <a:pt x="1849968" y="1056338"/>
                  </a:lnTo>
                  <a:lnTo>
                    <a:pt x="1850093" y="1056645"/>
                  </a:lnTo>
                  <a:lnTo>
                    <a:pt x="1850096" y="1056683"/>
                  </a:lnTo>
                  <a:lnTo>
                    <a:pt x="1850090" y="1056719"/>
                  </a:lnTo>
                  <a:lnTo>
                    <a:pt x="1850035" y="1056858"/>
                  </a:lnTo>
                  <a:lnTo>
                    <a:pt x="1849960" y="1056956"/>
                  </a:lnTo>
                  <a:lnTo>
                    <a:pt x="1849916" y="1056988"/>
                  </a:lnTo>
                  <a:lnTo>
                    <a:pt x="1849838" y="1057100"/>
                  </a:lnTo>
                  <a:lnTo>
                    <a:pt x="1849794" y="1057213"/>
                  </a:lnTo>
                  <a:lnTo>
                    <a:pt x="1849820" y="1057425"/>
                  </a:lnTo>
                  <a:lnTo>
                    <a:pt x="1849873" y="1057594"/>
                  </a:lnTo>
                  <a:lnTo>
                    <a:pt x="1849822" y="1057714"/>
                  </a:lnTo>
                  <a:lnTo>
                    <a:pt x="1849743" y="1057757"/>
                  </a:lnTo>
                  <a:lnTo>
                    <a:pt x="1849688" y="1057766"/>
                  </a:lnTo>
                  <a:lnTo>
                    <a:pt x="1849653" y="1057782"/>
                  </a:lnTo>
                  <a:lnTo>
                    <a:pt x="1849658" y="1057857"/>
                  </a:lnTo>
                  <a:lnTo>
                    <a:pt x="1849660" y="1057898"/>
                  </a:lnTo>
                  <a:lnTo>
                    <a:pt x="1849719" y="1057904"/>
                  </a:lnTo>
                  <a:lnTo>
                    <a:pt x="1849898" y="1057869"/>
                  </a:lnTo>
                  <a:lnTo>
                    <a:pt x="1850352" y="1057749"/>
                  </a:lnTo>
                  <a:lnTo>
                    <a:pt x="1850830" y="1057548"/>
                  </a:lnTo>
                  <a:lnTo>
                    <a:pt x="1850963" y="1057435"/>
                  </a:lnTo>
                  <a:lnTo>
                    <a:pt x="1850956" y="1057338"/>
                  </a:lnTo>
                  <a:lnTo>
                    <a:pt x="1850943" y="1057276"/>
                  </a:lnTo>
                  <a:lnTo>
                    <a:pt x="1850921" y="1057254"/>
                  </a:lnTo>
                  <a:lnTo>
                    <a:pt x="1850896" y="1057210"/>
                  </a:lnTo>
                  <a:lnTo>
                    <a:pt x="1850878" y="1057153"/>
                  </a:lnTo>
                  <a:lnTo>
                    <a:pt x="1850883" y="1056907"/>
                  </a:lnTo>
                  <a:lnTo>
                    <a:pt x="1850964" y="1056544"/>
                  </a:lnTo>
                  <a:lnTo>
                    <a:pt x="1851052" y="1056234"/>
                  </a:lnTo>
                  <a:lnTo>
                    <a:pt x="1851091" y="1056192"/>
                  </a:lnTo>
                  <a:lnTo>
                    <a:pt x="1851118" y="1056192"/>
                  </a:lnTo>
                  <a:lnTo>
                    <a:pt x="1851131" y="1056185"/>
                  </a:lnTo>
                  <a:lnTo>
                    <a:pt x="1851170" y="1056140"/>
                  </a:lnTo>
                  <a:lnTo>
                    <a:pt x="1851268" y="1055682"/>
                  </a:lnTo>
                  <a:lnTo>
                    <a:pt x="1851265" y="1055494"/>
                  </a:lnTo>
                  <a:lnTo>
                    <a:pt x="1851262" y="1055488"/>
                  </a:lnTo>
                  <a:lnTo>
                    <a:pt x="1851232" y="1055480"/>
                  </a:lnTo>
                  <a:lnTo>
                    <a:pt x="1851232" y="1055476"/>
                  </a:lnTo>
                  <a:lnTo>
                    <a:pt x="1851288" y="1055398"/>
                  </a:lnTo>
                  <a:lnTo>
                    <a:pt x="1851359" y="1055314"/>
                  </a:lnTo>
                  <a:lnTo>
                    <a:pt x="1851478" y="1055199"/>
                  </a:lnTo>
                  <a:lnTo>
                    <a:pt x="1851699" y="1055042"/>
                  </a:lnTo>
                  <a:lnTo>
                    <a:pt x="1851754" y="1055014"/>
                  </a:lnTo>
                  <a:lnTo>
                    <a:pt x="1851900" y="1054983"/>
                  </a:lnTo>
                  <a:lnTo>
                    <a:pt x="1851947" y="1054996"/>
                  </a:lnTo>
                  <a:lnTo>
                    <a:pt x="1851991" y="1054989"/>
                  </a:lnTo>
                  <a:lnTo>
                    <a:pt x="1852092" y="1054907"/>
                  </a:lnTo>
                  <a:lnTo>
                    <a:pt x="1852263" y="1054557"/>
                  </a:lnTo>
                  <a:lnTo>
                    <a:pt x="1852270" y="1054494"/>
                  </a:lnTo>
                  <a:lnTo>
                    <a:pt x="1852261" y="1054414"/>
                  </a:lnTo>
                  <a:lnTo>
                    <a:pt x="1852271" y="1054379"/>
                  </a:lnTo>
                  <a:lnTo>
                    <a:pt x="1852294" y="1054357"/>
                  </a:lnTo>
                  <a:lnTo>
                    <a:pt x="1852558" y="1054377"/>
                  </a:lnTo>
                  <a:lnTo>
                    <a:pt x="1853064" y="1054922"/>
                  </a:lnTo>
                  <a:lnTo>
                    <a:pt x="1853016" y="1055190"/>
                  </a:lnTo>
                  <a:lnTo>
                    <a:pt x="1853297" y="1055371"/>
                  </a:lnTo>
                  <a:lnTo>
                    <a:pt x="1853398" y="1055488"/>
                  </a:lnTo>
                  <a:lnTo>
                    <a:pt x="1853421" y="1055527"/>
                  </a:lnTo>
                  <a:lnTo>
                    <a:pt x="1853457" y="1055651"/>
                  </a:lnTo>
                  <a:lnTo>
                    <a:pt x="1853456" y="1055670"/>
                  </a:lnTo>
                  <a:lnTo>
                    <a:pt x="1853428" y="1055700"/>
                  </a:lnTo>
                  <a:lnTo>
                    <a:pt x="1853323" y="1055709"/>
                  </a:lnTo>
                  <a:lnTo>
                    <a:pt x="1853120" y="1055793"/>
                  </a:lnTo>
                  <a:lnTo>
                    <a:pt x="1853080" y="1055828"/>
                  </a:lnTo>
                  <a:lnTo>
                    <a:pt x="1852986" y="1055999"/>
                  </a:lnTo>
                  <a:lnTo>
                    <a:pt x="1853011" y="1056027"/>
                  </a:lnTo>
                  <a:lnTo>
                    <a:pt x="1853087" y="1056042"/>
                  </a:lnTo>
                  <a:lnTo>
                    <a:pt x="1853104" y="1056067"/>
                  </a:lnTo>
                  <a:lnTo>
                    <a:pt x="1853114" y="1056107"/>
                  </a:lnTo>
                  <a:lnTo>
                    <a:pt x="1853097" y="1056228"/>
                  </a:lnTo>
                  <a:lnTo>
                    <a:pt x="1853054" y="1056415"/>
                  </a:lnTo>
                  <a:lnTo>
                    <a:pt x="1853041" y="1056441"/>
                  </a:lnTo>
                  <a:lnTo>
                    <a:pt x="1852975" y="1056475"/>
                  </a:lnTo>
                  <a:lnTo>
                    <a:pt x="1852949" y="1056478"/>
                  </a:lnTo>
                  <a:lnTo>
                    <a:pt x="1852853" y="1056432"/>
                  </a:lnTo>
                  <a:lnTo>
                    <a:pt x="1852840" y="1056409"/>
                  </a:lnTo>
                  <a:lnTo>
                    <a:pt x="1852867" y="1056384"/>
                  </a:lnTo>
                  <a:lnTo>
                    <a:pt x="1852937" y="1056368"/>
                  </a:lnTo>
                  <a:lnTo>
                    <a:pt x="1852936" y="1056354"/>
                  </a:lnTo>
                  <a:lnTo>
                    <a:pt x="1852880" y="1056256"/>
                  </a:lnTo>
                  <a:lnTo>
                    <a:pt x="1852862" y="1056244"/>
                  </a:lnTo>
                  <a:lnTo>
                    <a:pt x="1852851" y="1056242"/>
                  </a:lnTo>
                  <a:lnTo>
                    <a:pt x="1852729" y="1056273"/>
                  </a:lnTo>
                  <a:lnTo>
                    <a:pt x="1852673" y="1056378"/>
                  </a:lnTo>
                  <a:lnTo>
                    <a:pt x="1852734" y="1056552"/>
                  </a:lnTo>
                  <a:lnTo>
                    <a:pt x="1852746" y="1056658"/>
                  </a:lnTo>
                  <a:lnTo>
                    <a:pt x="1852683" y="1056875"/>
                  </a:lnTo>
                  <a:lnTo>
                    <a:pt x="1852644" y="1057078"/>
                  </a:lnTo>
                  <a:lnTo>
                    <a:pt x="1852641" y="1057185"/>
                  </a:lnTo>
                  <a:lnTo>
                    <a:pt x="1852665" y="1057225"/>
                  </a:lnTo>
                  <a:lnTo>
                    <a:pt x="1852741" y="1057386"/>
                  </a:lnTo>
                  <a:lnTo>
                    <a:pt x="1852739" y="1057410"/>
                  </a:lnTo>
                  <a:lnTo>
                    <a:pt x="1852705" y="1057510"/>
                  </a:lnTo>
                  <a:lnTo>
                    <a:pt x="1852631" y="1057537"/>
                  </a:lnTo>
                  <a:lnTo>
                    <a:pt x="1852562" y="1057551"/>
                  </a:lnTo>
                  <a:lnTo>
                    <a:pt x="1852451" y="1057554"/>
                  </a:lnTo>
                  <a:lnTo>
                    <a:pt x="1852390" y="1057540"/>
                  </a:lnTo>
                  <a:lnTo>
                    <a:pt x="1852383" y="1057518"/>
                  </a:lnTo>
                  <a:lnTo>
                    <a:pt x="1852351" y="1057507"/>
                  </a:lnTo>
                  <a:lnTo>
                    <a:pt x="1852166" y="1057469"/>
                  </a:lnTo>
                  <a:lnTo>
                    <a:pt x="1851741" y="1057846"/>
                  </a:lnTo>
                  <a:lnTo>
                    <a:pt x="1851701" y="1057891"/>
                  </a:lnTo>
                  <a:lnTo>
                    <a:pt x="1851658" y="1058033"/>
                  </a:lnTo>
                  <a:lnTo>
                    <a:pt x="1851644" y="1058274"/>
                  </a:lnTo>
                  <a:lnTo>
                    <a:pt x="1851647" y="1058498"/>
                  </a:lnTo>
                  <a:lnTo>
                    <a:pt x="1851656" y="1058729"/>
                  </a:lnTo>
                  <a:lnTo>
                    <a:pt x="1851671" y="1058844"/>
                  </a:lnTo>
                  <a:lnTo>
                    <a:pt x="1851685" y="1058866"/>
                  </a:lnTo>
                  <a:lnTo>
                    <a:pt x="1851707" y="1058864"/>
                  </a:lnTo>
                  <a:lnTo>
                    <a:pt x="1851724" y="1058862"/>
                  </a:lnTo>
                  <a:lnTo>
                    <a:pt x="1851719" y="1058823"/>
                  </a:lnTo>
                  <a:lnTo>
                    <a:pt x="1851723" y="1058771"/>
                  </a:lnTo>
                  <a:lnTo>
                    <a:pt x="1851757" y="1058694"/>
                  </a:lnTo>
                  <a:lnTo>
                    <a:pt x="1851979" y="1058506"/>
                  </a:lnTo>
                  <a:lnTo>
                    <a:pt x="1852184" y="1058447"/>
                  </a:lnTo>
                  <a:lnTo>
                    <a:pt x="1852298" y="1058444"/>
                  </a:lnTo>
                  <a:lnTo>
                    <a:pt x="1852331" y="1058451"/>
                  </a:lnTo>
                  <a:lnTo>
                    <a:pt x="1852502" y="1058415"/>
                  </a:lnTo>
                  <a:lnTo>
                    <a:pt x="1852712" y="1058319"/>
                  </a:lnTo>
                  <a:lnTo>
                    <a:pt x="1852879" y="1057969"/>
                  </a:lnTo>
                  <a:lnTo>
                    <a:pt x="1853109" y="1057841"/>
                  </a:lnTo>
                  <a:lnTo>
                    <a:pt x="1853289" y="1057613"/>
                  </a:lnTo>
                  <a:lnTo>
                    <a:pt x="1853360" y="1057422"/>
                  </a:lnTo>
                  <a:lnTo>
                    <a:pt x="1853396" y="1057348"/>
                  </a:lnTo>
                  <a:lnTo>
                    <a:pt x="1853403" y="1057334"/>
                  </a:lnTo>
                  <a:lnTo>
                    <a:pt x="1853675" y="1056827"/>
                  </a:lnTo>
                  <a:lnTo>
                    <a:pt x="1853701" y="1056827"/>
                  </a:lnTo>
                  <a:lnTo>
                    <a:pt x="1853752" y="1056826"/>
                  </a:lnTo>
                  <a:lnTo>
                    <a:pt x="1853898" y="1056724"/>
                  </a:lnTo>
                  <a:lnTo>
                    <a:pt x="1853908" y="1056718"/>
                  </a:lnTo>
                  <a:lnTo>
                    <a:pt x="1853930" y="1056692"/>
                  </a:lnTo>
                  <a:lnTo>
                    <a:pt x="1853962" y="1056653"/>
                  </a:lnTo>
                  <a:lnTo>
                    <a:pt x="1853967" y="1056647"/>
                  </a:lnTo>
                  <a:lnTo>
                    <a:pt x="1853844" y="1056486"/>
                  </a:lnTo>
                  <a:lnTo>
                    <a:pt x="1853838" y="1056045"/>
                  </a:lnTo>
                  <a:lnTo>
                    <a:pt x="1853890" y="1056028"/>
                  </a:lnTo>
                  <a:lnTo>
                    <a:pt x="1854112" y="1055982"/>
                  </a:lnTo>
                  <a:lnTo>
                    <a:pt x="1854309" y="1055857"/>
                  </a:lnTo>
                  <a:lnTo>
                    <a:pt x="1854426" y="1055725"/>
                  </a:lnTo>
                  <a:lnTo>
                    <a:pt x="1854542" y="1055594"/>
                  </a:lnTo>
                  <a:lnTo>
                    <a:pt x="1854579" y="1055531"/>
                  </a:lnTo>
                  <a:lnTo>
                    <a:pt x="1854574" y="1055402"/>
                  </a:lnTo>
                  <a:lnTo>
                    <a:pt x="1854588" y="1055342"/>
                  </a:lnTo>
                  <a:lnTo>
                    <a:pt x="1854700" y="1055123"/>
                  </a:lnTo>
                  <a:lnTo>
                    <a:pt x="1854752" y="1055106"/>
                  </a:lnTo>
                  <a:lnTo>
                    <a:pt x="1855185" y="1054966"/>
                  </a:lnTo>
                  <a:lnTo>
                    <a:pt x="1855193" y="1054963"/>
                  </a:lnTo>
                  <a:lnTo>
                    <a:pt x="1855616" y="1054847"/>
                  </a:lnTo>
                  <a:lnTo>
                    <a:pt x="1857110" y="1054314"/>
                  </a:lnTo>
                  <a:lnTo>
                    <a:pt x="1857499" y="1054196"/>
                  </a:lnTo>
                  <a:lnTo>
                    <a:pt x="1857638" y="1054155"/>
                  </a:lnTo>
                  <a:lnTo>
                    <a:pt x="1857689" y="1054139"/>
                  </a:lnTo>
                  <a:lnTo>
                    <a:pt x="1857812" y="1054066"/>
                  </a:lnTo>
                  <a:lnTo>
                    <a:pt x="1857839" y="1054048"/>
                  </a:lnTo>
                  <a:lnTo>
                    <a:pt x="1858210" y="1053798"/>
                  </a:lnTo>
                  <a:lnTo>
                    <a:pt x="1858726" y="1053377"/>
                  </a:lnTo>
                  <a:lnTo>
                    <a:pt x="1858734" y="1053323"/>
                  </a:lnTo>
                  <a:lnTo>
                    <a:pt x="1858813" y="1053200"/>
                  </a:lnTo>
                  <a:lnTo>
                    <a:pt x="1858849" y="1053174"/>
                  </a:lnTo>
                  <a:lnTo>
                    <a:pt x="1859248" y="1052964"/>
                  </a:lnTo>
                  <a:lnTo>
                    <a:pt x="1859290" y="1052919"/>
                  </a:lnTo>
                  <a:lnTo>
                    <a:pt x="1859499" y="1052697"/>
                  </a:lnTo>
                  <a:lnTo>
                    <a:pt x="1859620" y="1052675"/>
                  </a:lnTo>
                  <a:lnTo>
                    <a:pt x="1859673" y="1052699"/>
                  </a:lnTo>
                  <a:lnTo>
                    <a:pt x="1859799" y="1052701"/>
                  </a:lnTo>
                  <a:lnTo>
                    <a:pt x="1859996" y="1052633"/>
                  </a:lnTo>
                  <a:lnTo>
                    <a:pt x="1860342" y="1052449"/>
                  </a:lnTo>
                  <a:lnTo>
                    <a:pt x="1860524" y="1052340"/>
                  </a:lnTo>
                  <a:lnTo>
                    <a:pt x="1860541" y="1052321"/>
                  </a:lnTo>
                  <a:lnTo>
                    <a:pt x="1860660" y="1052261"/>
                  </a:lnTo>
                  <a:lnTo>
                    <a:pt x="1860771" y="1052217"/>
                  </a:lnTo>
                  <a:lnTo>
                    <a:pt x="1860855" y="1052193"/>
                  </a:lnTo>
                  <a:lnTo>
                    <a:pt x="1860997" y="1052205"/>
                  </a:lnTo>
                  <a:lnTo>
                    <a:pt x="1861045" y="1052217"/>
                  </a:lnTo>
                  <a:lnTo>
                    <a:pt x="1861196" y="1052304"/>
                  </a:lnTo>
                  <a:lnTo>
                    <a:pt x="1861225" y="1052336"/>
                  </a:lnTo>
                  <a:lnTo>
                    <a:pt x="1861245" y="1052381"/>
                  </a:lnTo>
                  <a:lnTo>
                    <a:pt x="1861236" y="1052397"/>
                  </a:lnTo>
                  <a:lnTo>
                    <a:pt x="1861373" y="1052588"/>
                  </a:lnTo>
                  <a:lnTo>
                    <a:pt x="1861704" y="1052746"/>
                  </a:lnTo>
                  <a:lnTo>
                    <a:pt x="1861874" y="1052774"/>
                  </a:lnTo>
                  <a:lnTo>
                    <a:pt x="1861962" y="1052778"/>
                  </a:lnTo>
                  <a:lnTo>
                    <a:pt x="1862135" y="1052738"/>
                  </a:lnTo>
                  <a:lnTo>
                    <a:pt x="1862214" y="1052714"/>
                  </a:lnTo>
                  <a:lnTo>
                    <a:pt x="1862266" y="1052684"/>
                  </a:lnTo>
                  <a:lnTo>
                    <a:pt x="1862295" y="1052640"/>
                  </a:lnTo>
                  <a:lnTo>
                    <a:pt x="1862306" y="1052608"/>
                  </a:lnTo>
                  <a:lnTo>
                    <a:pt x="1862298" y="1052579"/>
                  </a:lnTo>
                  <a:lnTo>
                    <a:pt x="1862305" y="1052523"/>
                  </a:lnTo>
                  <a:lnTo>
                    <a:pt x="1862326" y="1052399"/>
                  </a:lnTo>
                  <a:lnTo>
                    <a:pt x="1862340" y="1052390"/>
                  </a:lnTo>
                  <a:lnTo>
                    <a:pt x="1862757" y="1052364"/>
                  </a:lnTo>
                  <a:lnTo>
                    <a:pt x="1862999" y="1052403"/>
                  </a:lnTo>
                  <a:lnTo>
                    <a:pt x="1863002" y="1052435"/>
                  </a:lnTo>
                  <a:lnTo>
                    <a:pt x="1862955" y="1052505"/>
                  </a:lnTo>
                  <a:lnTo>
                    <a:pt x="1862939" y="1052521"/>
                  </a:lnTo>
                  <a:lnTo>
                    <a:pt x="1862883" y="1052575"/>
                  </a:lnTo>
                  <a:lnTo>
                    <a:pt x="1862815" y="1052655"/>
                  </a:lnTo>
                  <a:lnTo>
                    <a:pt x="1862651" y="1052908"/>
                  </a:lnTo>
                  <a:lnTo>
                    <a:pt x="1862645" y="1052920"/>
                  </a:lnTo>
                  <a:lnTo>
                    <a:pt x="1862516" y="1053183"/>
                  </a:lnTo>
                  <a:lnTo>
                    <a:pt x="1862492" y="1053198"/>
                  </a:lnTo>
                  <a:lnTo>
                    <a:pt x="1862411" y="1053217"/>
                  </a:lnTo>
                  <a:lnTo>
                    <a:pt x="1862277" y="1053523"/>
                  </a:lnTo>
                  <a:lnTo>
                    <a:pt x="1862216" y="1053879"/>
                  </a:lnTo>
                  <a:lnTo>
                    <a:pt x="1862191" y="1054093"/>
                  </a:lnTo>
                  <a:lnTo>
                    <a:pt x="1862192" y="1054317"/>
                  </a:lnTo>
                  <a:lnTo>
                    <a:pt x="1862206" y="1054404"/>
                  </a:lnTo>
                  <a:lnTo>
                    <a:pt x="1862278" y="1054698"/>
                  </a:lnTo>
                  <a:lnTo>
                    <a:pt x="1862344" y="1054926"/>
                  </a:lnTo>
                  <a:lnTo>
                    <a:pt x="1862362" y="1054981"/>
                  </a:lnTo>
                  <a:lnTo>
                    <a:pt x="1862569" y="1055263"/>
                  </a:lnTo>
                  <a:lnTo>
                    <a:pt x="1862710" y="1055343"/>
                  </a:lnTo>
                  <a:lnTo>
                    <a:pt x="1862784" y="1055373"/>
                  </a:lnTo>
                  <a:lnTo>
                    <a:pt x="1862851" y="1055358"/>
                  </a:lnTo>
                  <a:lnTo>
                    <a:pt x="1863157" y="1055249"/>
                  </a:lnTo>
                  <a:lnTo>
                    <a:pt x="1863339" y="1055030"/>
                  </a:lnTo>
                  <a:lnTo>
                    <a:pt x="1863594" y="1054989"/>
                  </a:lnTo>
                  <a:lnTo>
                    <a:pt x="1863745" y="1055045"/>
                  </a:lnTo>
                  <a:lnTo>
                    <a:pt x="1863801" y="1055073"/>
                  </a:lnTo>
                  <a:lnTo>
                    <a:pt x="1863828" y="1055068"/>
                  </a:lnTo>
                  <a:lnTo>
                    <a:pt x="1863947" y="1054903"/>
                  </a:lnTo>
                  <a:lnTo>
                    <a:pt x="1863977" y="1054856"/>
                  </a:lnTo>
                  <a:lnTo>
                    <a:pt x="1864032" y="1054767"/>
                  </a:lnTo>
                  <a:lnTo>
                    <a:pt x="1864100" y="1054619"/>
                  </a:lnTo>
                  <a:lnTo>
                    <a:pt x="1864140" y="1054588"/>
                  </a:lnTo>
                  <a:lnTo>
                    <a:pt x="1864316" y="1054521"/>
                  </a:lnTo>
                  <a:lnTo>
                    <a:pt x="1864411" y="1054411"/>
                  </a:lnTo>
                  <a:lnTo>
                    <a:pt x="1864478" y="1054182"/>
                  </a:lnTo>
                  <a:lnTo>
                    <a:pt x="1864479" y="1054139"/>
                  </a:lnTo>
                  <a:lnTo>
                    <a:pt x="1864443" y="1054047"/>
                  </a:lnTo>
                  <a:lnTo>
                    <a:pt x="1864421" y="1054015"/>
                  </a:lnTo>
                  <a:lnTo>
                    <a:pt x="1864416" y="1053814"/>
                  </a:lnTo>
                  <a:lnTo>
                    <a:pt x="1864485" y="1053513"/>
                  </a:lnTo>
                  <a:lnTo>
                    <a:pt x="1864563" y="1053372"/>
                  </a:lnTo>
                  <a:lnTo>
                    <a:pt x="1864624" y="1053330"/>
                  </a:lnTo>
                  <a:lnTo>
                    <a:pt x="1864645" y="1053307"/>
                  </a:lnTo>
                  <a:lnTo>
                    <a:pt x="1864648" y="1053303"/>
                  </a:lnTo>
                  <a:lnTo>
                    <a:pt x="1864752" y="1053060"/>
                  </a:lnTo>
                  <a:lnTo>
                    <a:pt x="1864788" y="1052968"/>
                  </a:lnTo>
                  <a:lnTo>
                    <a:pt x="1864907" y="1052665"/>
                  </a:lnTo>
                  <a:lnTo>
                    <a:pt x="1864916" y="1052625"/>
                  </a:lnTo>
                  <a:lnTo>
                    <a:pt x="1865212" y="1052668"/>
                  </a:lnTo>
                  <a:lnTo>
                    <a:pt x="1865327" y="1052629"/>
                  </a:lnTo>
                  <a:lnTo>
                    <a:pt x="1865439" y="1052430"/>
                  </a:lnTo>
                  <a:lnTo>
                    <a:pt x="1865441" y="1052426"/>
                  </a:lnTo>
                  <a:lnTo>
                    <a:pt x="1865407" y="1052377"/>
                  </a:lnTo>
                  <a:lnTo>
                    <a:pt x="1865355" y="1052313"/>
                  </a:lnTo>
                  <a:lnTo>
                    <a:pt x="1865173" y="1052254"/>
                  </a:lnTo>
                  <a:lnTo>
                    <a:pt x="1865143" y="1052252"/>
                  </a:lnTo>
                  <a:lnTo>
                    <a:pt x="1864896" y="1052099"/>
                  </a:lnTo>
                  <a:lnTo>
                    <a:pt x="1864850" y="1052041"/>
                  </a:lnTo>
                  <a:lnTo>
                    <a:pt x="1864790" y="1051949"/>
                  </a:lnTo>
                  <a:lnTo>
                    <a:pt x="1864772" y="1051937"/>
                  </a:lnTo>
                  <a:lnTo>
                    <a:pt x="1864441" y="1051895"/>
                  </a:lnTo>
                  <a:lnTo>
                    <a:pt x="1863690" y="1051860"/>
                  </a:lnTo>
                  <a:lnTo>
                    <a:pt x="1863538" y="1051930"/>
                  </a:lnTo>
                  <a:lnTo>
                    <a:pt x="1863466" y="1051952"/>
                  </a:lnTo>
                  <a:lnTo>
                    <a:pt x="1862962" y="1051982"/>
                  </a:lnTo>
                  <a:lnTo>
                    <a:pt x="1862967" y="1051888"/>
                  </a:lnTo>
                  <a:lnTo>
                    <a:pt x="1862694" y="1051824"/>
                  </a:lnTo>
                  <a:lnTo>
                    <a:pt x="1862653" y="1051835"/>
                  </a:lnTo>
                  <a:lnTo>
                    <a:pt x="1862617" y="1051861"/>
                  </a:lnTo>
                  <a:lnTo>
                    <a:pt x="1862611" y="1051877"/>
                  </a:lnTo>
                  <a:lnTo>
                    <a:pt x="1862630" y="1051927"/>
                  </a:lnTo>
                  <a:lnTo>
                    <a:pt x="1862625" y="1051939"/>
                  </a:lnTo>
                  <a:lnTo>
                    <a:pt x="1862546" y="1052000"/>
                  </a:lnTo>
                  <a:lnTo>
                    <a:pt x="1862432" y="1052005"/>
                  </a:lnTo>
                  <a:lnTo>
                    <a:pt x="1862307" y="1051997"/>
                  </a:lnTo>
                  <a:lnTo>
                    <a:pt x="1862191" y="1051970"/>
                  </a:lnTo>
                  <a:lnTo>
                    <a:pt x="1862075" y="1051959"/>
                  </a:lnTo>
                  <a:lnTo>
                    <a:pt x="1861917" y="1052031"/>
                  </a:lnTo>
                  <a:lnTo>
                    <a:pt x="1861762" y="1052118"/>
                  </a:lnTo>
                  <a:lnTo>
                    <a:pt x="1861749" y="1052133"/>
                  </a:lnTo>
                  <a:lnTo>
                    <a:pt x="1861665" y="1052117"/>
                  </a:lnTo>
                  <a:lnTo>
                    <a:pt x="1861571" y="1051990"/>
                  </a:lnTo>
                  <a:lnTo>
                    <a:pt x="1861572" y="1051890"/>
                  </a:lnTo>
                  <a:lnTo>
                    <a:pt x="1861575" y="1051491"/>
                  </a:lnTo>
                  <a:lnTo>
                    <a:pt x="1861601" y="1051460"/>
                  </a:lnTo>
                  <a:lnTo>
                    <a:pt x="1861628" y="1051444"/>
                  </a:lnTo>
                  <a:lnTo>
                    <a:pt x="1861794" y="1051366"/>
                  </a:lnTo>
                  <a:lnTo>
                    <a:pt x="1861920" y="1051351"/>
                  </a:lnTo>
                  <a:lnTo>
                    <a:pt x="1861981" y="1051337"/>
                  </a:lnTo>
                  <a:lnTo>
                    <a:pt x="1862014" y="1051321"/>
                  </a:lnTo>
                  <a:lnTo>
                    <a:pt x="1862260" y="1051007"/>
                  </a:lnTo>
                  <a:lnTo>
                    <a:pt x="1862460" y="1050954"/>
                  </a:lnTo>
                  <a:lnTo>
                    <a:pt x="1862814" y="1050712"/>
                  </a:lnTo>
                  <a:lnTo>
                    <a:pt x="1862879" y="1050478"/>
                  </a:lnTo>
                  <a:lnTo>
                    <a:pt x="1863015" y="1050230"/>
                  </a:lnTo>
                  <a:lnTo>
                    <a:pt x="1863080" y="1050162"/>
                  </a:lnTo>
                  <a:lnTo>
                    <a:pt x="1863134" y="1050119"/>
                  </a:lnTo>
                  <a:lnTo>
                    <a:pt x="1863237" y="1050069"/>
                  </a:lnTo>
                  <a:lnTo>
                    <a:pt x="1863247" y="1050059"/>
                  </a:lnTo>
                  <a:lnTo>
                    <a:pt x="1863261" y="1050045"/>
                  </a:lnTo>
                  <a:lnTo>
                    <a:pt x="1863310" y="1049998"/>
                  </a:lnTo>
                  <a:lnTo>
                    <a:pt x="1863361" y="1049931"/>
                  </a:lnTo>
                  <a:lnTo>
                    <a:pt x="1863386" y="1049803"/>
                  </a:lnTo>
                  <a:lnTo>
                    <a:pt x="1863378" y="1049669"/>
                  </a:lnTo>
                  <a:lnTo>
                    <a:pt x="1863363" y="1049645"/>
                  </a:lnTo>
                  <a:lnTo>
                    <a:pt x="1863608" y="1049411"/>
                  </a:lnTo>
                  <a:lnTo>
                    <a:pt x="1863736" y="1049417"/>
                  </a:lnTo>
                  <a:lnTo>
                    <a:pt x="1863942" y="1049405"/>
                  </a:lnTo>
                  <a:lnTo>
                    <a:pt x="1864435" y="1049284"/>
                  </a:lnTo>
                  <a:lnTo>
                    <a:pt x="1864586" y="1049045"/>
                  </a:lnTo>
                  <a:lnTo>
                    <a:pt x="1865169" y="1048929"/>
                  </a:lnTo>
                  <a:lnTo>
                    <a:pt x="1865727" y="1048874"/>
                  </a:lnTo>
                  <a:lnTo>
                    <a:pt x="1865834" y="1048853"/>
                  </a:lnTo>
                  <a:lnTo>
                    <a:pt x="1866036" y="1048798"/>
                  </a:lnTo>
                  <a:lnTo>
                    <a:pt x="1866073" y="1048788"/>
                  </a:lnTo>
                  <a:lnTo>
                    <a:pt x="1866144" y="1048762"/>
                  </a:lnTo>
                  <a:lnTo>
                    <a:pt x="1866150" y="1048759"/>
                  </a:lnTo>
                  <a:lnTo>
                    <a:pt x="1866116" y="1048671"/>
                  </a:lnTo>
                  <a:lnTo>
                    <a:pt x="1866265" y="1048576"/>
                  </a:lnTo>
                  <a:lnTo>
                    <a:pt x="1866360" y="1048578"/>
                  </a:lnTo>
                  <a:lnTo>
                    <a:pt x="1866802" y="1048909"/>
                  </a:lnTo>
                  <a:lnTo>
                    <a:pt x="1866972" y="1048710"/>
                  </a:lnTo>
                  <a:lnTo>
                    <a:pt x="1867060" y="1048659"/>
                  </a:lnTo>
                  <a:lnTo>
                    <a:pt x="1867262" y="1048543"/>
                  </a:lnTo>
                  <a:lnTo>
                    <a:pt x="1867285" y="1048555"/>
                  </a:lnTo>
                  <a:lnTo>
                    <a:pt x="1867343" y="1048641"/>
                  </a:lnTo>
                  <a:lnTo>
                    <a:pt x="1867708" y="1048521"/>
                  </a:lnTo>
                  <a:lnTo>
                    <a:pt x="1868009" y="1048277"/>
                  </a:lnTo>
                  <a:lnTo>
                    <a:pt x="1868050" y="1048210"/>
                  </a:lnTo>
                  <a:lnTo>
                    <a:pt x="1868094" y="1048088"/>
                  </a:lnTo>
                  <a:lnTo>
                    <a:pt x="1868052" y="1047928"/>
                  </a:lnTo>
                  <a:lnTo>
                    <a:pt x="1868031" y="1047772"/>
                  </a:lnTo>
                  <a:lnTo>
                    <a:pt x="1868037" y="1047763"/>
                  </a:lnTo>
                  <a:lnTo>
                    <a:pt x="1868428" y="1047735"/>
                  </a:lnTo>
                  <a:lnTo>
                    <a:pt x="1868752" y="1047922"/>
                  </a:lnTo>
                  <a:lnTo>
                    <a:pt x="1868807" y="1047979"/>
                  </a:lnTo>
                  <a:lnTo>
                    <a:pt x="1868814" y="1048010"/>
                  </a:lnTo>
                  <a:lnTo>
                    <a:pt x="1868843" y="1048048"/>
                  </a:lnTo>
                  <a:lnTo>
                    <a:pt x="1869150" y="1048102"/>
                  </a:lnTo>
                  <a:lnTo>
                    <a:pt x="1869167" y="1048093"/>
                  </a:lnTo>
                  <a:lnTo>
                    <a:pt x="1869211" y="1047999"/>
                  </a:lnTo>
                  <a:lnTo>
                    <a:pt x="1869225" y="1047998"/>
                  </a:lnTo>
                  <a:lnTo>
                    <a:pt x="1869634" y="1048107"/>
                  </a:lnTo>
                  <a:lnTo>
                    <a:pt x="1869780" y="1048181"/>
                  </a:lnTo>
                  <a:lnTo>
                    <a:pt x="1869802" y="1048226"/>
                  </a:lnTo>
                  <a:lnTo>
                    <a:pt x="1869781" y="1048247"/>
                  </a:lnTo>
                  <a:lnTo>
                    <a:pt x="1869746" y="1048265"/>
                  </a:lnTo>
                  <a:lnTo>
                    <a:pt x="1869599" y="1048644"/>
                  </a:lnTo>
                  <a:lnTo>
                    <a:pt x="1869597" y="1048698"/>
                  </a:lnTo>
                  <a:lnTo>
                    <a:pt x="1869595" y="1048723"/>
                  </a:lnTo>
                  <a:lnTo>
                    <a:pt x="1869605" y="1048803"/>
                  </a:lnTo>
                  <a:lnTo>
                    <a:pt x="1869616" y="1048804"/>
                  </a:lnTo>
                  <a:lnTo>
                    <a:pt x="1869649" y="1048784"/>
                  </a:lnTo>
                  <a:lnTo>
                    <a:pt x="1869696" y="1048743"/>
                  </a:lnTo>
                  <a:lnTo>
                    <a:pt x="1870266" y="1048788"/>
                  </a:lnTo>
                  <a:lnTo>
                    <a:pt x="1870496" y="1048987"/>
                  </a:lnTo>
                  <a:lnTo>
                    <a:pt x="1870433" y="1049179"/>
                  </a:lnTo>
                  <a:lnTo>
                    <a:pt x="1870498" y="1049695"/>
                  </a:lnTo>
                  <a:lnTo>
                    <a:pt x="1870518" y="1049735"/>
                  </a:lnTo>
                  <a:lnTo>
                    <a:pt x="1870565" y="1049775"/>
                  </a:lnTo>
                  <a:lnTo>
                    <a:pt x="1870597" y="1049786"/>
                  </a:lnTo>
                  <a:lnTo>
                    <a:pt x="1870678" y="1049763"/>
                  </a:lnTo>
                  <a:lnTo>
                    <a:pt x="1870706" y="1049748"/>
                  </a:lnTo>
                  <a:lnTo>
                    <a:pt x="1870727" y="1049705"/>
                  </a:lnTo>
                  <a:lnTo>
                    <a:pt x="1870846" y="1049663"/>
                  </a:lnTo>
                  <a:lnTo>
                    <a:pt x="1871029" y="1049658"/>
                  </a:lnTo>
                  <a:lnTo>
                    <a:pt x="1871115" y="1049833"/>
                  </a:lnTo>
                  <a:lnTo>
                    <a:pt x="1871129" y="1050309"/>
                  </a:lnTo>
                  <a:lnTo>
                    <a:pt x="1871097" y="1050313"/>
                  </a:lnTo>
                  <a:lnTo>
                    <a:pt x="1870876" y="1050387"/>
                  </a:lnTo>
                  <a:lnTo>
                    <a:pt x="1870577" y="1050582"/>
                  </a:lnTo>
                  <a:lnTo>
                    <a:pt x="1870569" y="1050618"/>
                  </a:lnTo>
                  <a:lnTo>
                    <a:pt x="1870661" y="1050650"/>
                  </a:lnTo>
                  <a:lnTo>
                    <a:pt x="1870683" y="1050687"/>
                  </a:lnTo>
                  <a:lnTo>
                    <a:pt x="1870691" y="1050725"/>
                  </a:lnTo>
                  <a:lnTo>
                    <a:pt x="1870664" y="1050887"/>
                  </a:lnTo>
                  <a:lnTo>
                    <a:pt x="1870650" y="1050972"/>
                  </a:lnTo>
                  <a:lnTo>
                    <a:pt x="1870705" y="1051002"/>
                  </a:lnTo>
                  <a:lnTo>
                    <a:pt x="1870719" y="1051106"/>
                  </a:lnTo>
                  <a:lnTo>
                    <a:pt x="1870753" y="1051345"/>
                  </a:lnTo>
                  <a:lnTo>
                    <a:pt x="1870758" y="1051380"/>
                  </a:lnTo>
                  <a:lnTo>
                    <a:pt x="1870774" y="1051382"/>
                  </a:lnTo>
                  <a:lnTo>
                    <a:pt x="1870786" y="1051383"/>
                  </a:lnTo>
                  <a:lnTo>
                    <a:pt x="1870792" y="1051391"/>
                  </a:lnTo>
                  <a:lnTo>
                    <a:pt x="1870796" y="1051431"/>
                  </a:lnTo>
                  <a:lnTo>
                    <a:pt x="1870794" y="1051446"/>
                  </a:lnTo>
                  <a:lnTo>
                    <a:pt x="1870782" y="1051518"/>
                  </a:lnTo>
                  <a:lnTo>
                    <a:pt x="1870776" y="1051594"/>
                  </a:lnTo>
                  <a:lnTo>
                    <a:pt x="1870773" y="1051640"/>
                  </a:lnTo>
                  <a:lnTo>
                    <a:pt x="1870823" y="1051687"/>
                  </a:lnTo>
                  <a:lnTo>
                    <a:pt x="1870883" y="1051714"/>
                  </a:lnTo>
                  <a:lnTo>
                    <a:pt x="1870938" y="1051730"/>
                  </a:lnTo>
                  <a:lnTo>
                    <a:pt x="1871012" y="1051704"/>
                  </a:lnTo>
                  <a:lnTo>
                    <a:pt x="1871020" y="1051707"/>
                  </a:lnTo>
                  <a:lnTo>
                    <a:pt x="1871106" y="1051743"/>
                  </a:lnTo>
                  <a:lnTo>
                    <a:pt x="1871151" y="1051762"/>
                  </a:lnTo>
                  <a:lnTo>
                    <a:pt x="1871066" y="1051894"/>
                  </a:lnTo>
                  <a:lnTo>
                    <a:pt x="1871050" y="1051906"/>
                  </a:lnTo>
                  <a:lnTo>
                    <a:pt x="1870837" y="1051971"/>
                  </a:lnTo>
                  <a:lnTo>
                    <a:pt x="1870783" y="1051967"/>
                  </a:lnTo>
                  <a:lnTo>
                    <a:pt x="1870694" y="1052024"/>
                  </a:lnTo>
                  <a:lnTo>
                    <a:pt x="1870684" y="1052031"/>
                  </a:lnTo>
                  <a:lnTo>
                    <a:pt x="1870634" y="1052109"/>
                  </a:lnTo>
                  <a:lnTo>
                    <a:pt x="1869748" y="1053487"/>
                  </a:lnTo>
                  <a:lnTo>
                    <a:pt x="1869729" y="1053516"/>
                  </a:lnTo>
                  <a:lnTo>
                    <a:pt x="1869716" y="1053591"/>
                  </a:lnTo>
                  <a:lnTo>
                    <a:pt x="1869705" y="1053904"/>
                  </a:lnTo>
                  <a:lnTo>
                    <a:pt x="1869782" y="1054988"/>
                  </a:lnTo>
                  <a:lnTo>
                    <a:pt x="1869998" y="1055213"/>
                  </a:lnTo>
                  <a:lnTo>
                    <a:pt x="1870251" y="1055351"/>
                  </a:lnTo>
                  <a:lnTo>
                    <a:pt x="1870427" y="1055388"/>
                  </a:lnTo>
                  <a:lnTo>
                    <a:pt x="1870633" y="1055626"/>
                  </a:lnTo>
                  <a:lnTo>
                    <a:pt x="1870785" y="1055803"/>
                  </a:lnTo>
                  <a:lnTo>
                    <a:pt x="1870873" y="1055971"/>
                  </a:lnTo>
                  <a:lnTo>
                    <a:pt x="1870897" y="1056300"/>
                  </a:lnTo>
                  <a:lnTo>
                    <a:pt x="1870876" y="1056345"/>
                  </a:lnTo>
                  <a:lnTo>
                    <a:pt x="1870853" y="1056344"/>
                  </a:lnTo>
                  <a:lnTo>
                    <a:pt x="1870803" y="1056322"/>
                  </a:lnTo>
                  <a:lnTo>
                    <a:pt x="1870792" y="1056311"/>
                  </a:lnTo>
                  <a:lnTo>
                    <a:pt x="1870585" y="1056119"/>
                  </a:lnTo>
                  <a:lnTo>
                    <a:pt x="1870370" y="1056312"/>
                  </a:lnTo>
                  <a:lnTo>
                    <a:pt x="1870361" y="1056335"/>
                  </a:lnTo>
                  <a:lnTo>
                    <a:pt x="1870361" y="1056356"/>
                  </a:lnTo>
                  <a:lnTo>
                    <a:pt x="1870365" y="1056375"/>
                  </a:lnTo>
                  <a:lnTo>
                    <a:pt x="1870420" y="1056421"/>
                  </a:lnTo>
                  <a:lnTo>
                    <a:pt x="1870465" y="1056464"/>
                  </a:lnTo>
                  <a:lnTo>
                    <a:pt x="1870539" y="1056554"/>
                  </a:lnTo>
                  <a:lnTo>
                    <a:pt x="1870557" y="1056608"/>
                  </a:lnTo>
                  <a:lnTo>
                    <a:pt x="1870549" y="1056637"/>
                  </a:lnTo>
                  <a:lnTo>
                    <a:pt x="1870490" y="1056650"/>
                  </a:lnTo>
                  <a:lnTo>
                    <a:pt x="1870414" y="1056636"/>
                  </a:lnTo>
                  <a:lnTo>
                    <a:pt x="1870277" y="1056623"/>
                  </a:lnTo>
                  <a:lnTo>
                    <a:pt x="1870224" y="1056621"/>
                  </a:lnTo>
                  <a:lnTo>
                    <a:pt x="1870182" y="1056640"/>
                  </a:lnTo>
                  <a:lnTo>
                    <a:pt x="1870161" y="1056722"/>
                  </a:lnTo>
                  <a:lnTo>
                    <a:pt x="1870150" y="1056764"/>
                  </a:lnTo>
                  <a:lnTo>
                    <a:pt x="1870112" y="1056773"/>
                  </a:lnTo>
                  <a:lnTo>
                    <a:pt x="1870049" y="1056758"/>
                  </a:lnTo>
                  <a:lnTo>
                    <a:pt x="1870020" y="1056800"/>
                  </a:lnTo>
                  <a:lnTo>
                    <a:pt x="1870007" y="1056871"/>
                  </a:lnTo>
                  <a:lnTo>
                    <a:pt x="1870017" y="1056943"/>
                  </a:lnTo>
                  <a:lnTo>
                    <a:pt x="1870036" y="1056993"/>
                  </a:lnTo>
                  <a:lnTo>
                    <a:pt x="1870047" y="1057001"/>
                  </a:lnTo>
                  <a:lnTo>
                    <a:pt x="1870064" y="1057012"/>
                  </a:lnTo>
                  <a:lnTo>
                    <a:pt x="1870097" y="1057022"/>
                  </a:lnTo>
                  <a:lnTo>
                    <a:pt x="1870179" y="1056988"/>
                  </a:lnTo>
                  <a:lnTo>
                    <a:pt x="1870267" y="1056979"/>
                  </a:lnTo>
                  <a:lnTo>
                    <a:pt x="1870310" y="1056989"/>
                  </a:lnTo>
                  <a:lnTo>
                    <a:pt x="1870325" y="1057022"/>
                  </a:lnTo>
                  <a:lnTo>
                    <a:pt x="1870310" y="1057056"/>
                  </a:lnTo>
                  <a:lnTo>
                    <a:pt x="1870226" y="1057096"/>
                  </a:lnTo>
                  <a:lnTo>
                    <a:pt x="1870049" y="1057112"/>
                  </a:lnTo>
                  <a:lnTo>
                    <a:pt x="1869987" y="1057117"/>
                  </a:lnTo>
                  <a:lnTo>
                    <a:pt x="1869953" y="1057151"/>
                  </a:lnTo>
                  <a:lnTo>
                    <a:pt x="1869954" y="1057188"/>
                  </a:lnTo>
                  <a:lnTo>
                    <a:pt x="1870016" y="1057307"/>
                  </a:lnTo>
                  <a:lnTo>
                    <a:pt x="1870039" y="1057345"/>
                  </a:lnTo>
                  <a:lnTo>
                    <a:pt x="1870101" y="1057407"/>
                  </a:lnTo>
                  <a:lnTo>
                    <a:pt x="1870166" y="1057444"/>
                  </a:lnTo>
                  <a:lnTo>
                    <a:pt x="1870161" y="1057507"/>
                  </a:lnTo>
                  <a:lnTo>
                    <a:pt x="1870138" y="1057519"/>
                  </a:lnTo>
                  <a:lnTo>
                    <a:pt x="1870087" y="1057503"/>
                  </a:lnTo>
                  <a:lnTo>
                    <a:pt x="1869123" y="1058333"/>
                  </a:lnTo>
                  <a:lnTo>
                    <a:pt x="1869123" y="1058346"/>
                  </a:lnTo>
                  <a:lnTo>
                    <a:pt x="1869080" y="1058513"/>
                  </a:lnTo>
                  <a:lnTo>
                    <a:pt x="1868833" y="1058863"/>
                  </a:lnTo>
                  <a:lnTo>
                    <a:pt x="1868707" y="1058956"/>
                  </a:lnTo>
                  <a:lnTo>
                    <a:pt x="1868677" y="1058960"/>
                  </a:lnTo>
                  <a:lnTo>
                    <a:pt x="1868638" y="1058954"/>
                  </a:lnTo>
                  <a:lnTo>
                    <a:pt x="1868621" y="1058966"/>
                  </a:lnTo>
                  <a:lnTo>
                    <a:pt x="1868599" y="1058994"/>
                  </a:lnTo>
                  <a:lnTo>
                    <a:pt x="1868609" y="1059516"/>
                  </a:lnTo>
                  <a:lnTo>
                    <a:pt x="1868622" y="1059552"/>
                  </a:lnTo>
                  <a:lnTo>
                    <a:pt x="1868659" y="1059565"/>
                  </a:lnTo>
                  <a:lnTo>
                    <a:pt x="1868694" y="1059577"/>
                  </a:lnTo>
                  <a:lnTo>
                    <a:pt x="1868723" y="1059666"/>
                  </a:lnTo>
                  <a:lnTo>
                    <a:pt x="1868704" y="1059811"/>
                  </a:lnTo>
                  <a:lnTo>
                    <a:pt x="1868641" y="1059958"/>
                  </a:lnTo>
                  <a:lnTo>
                    <a:pt x="1868540" y="1060013"/>
                  </a:lnTo>
                  <a:lnTo>
                    <a:pt x="1868450" y="1060011"/>
                  </a:lnTo>
                  <a:lnTo>
                    <a:pt x="1868422" y="1059985"/>
                  </a:lnTo>
                  <a:lnTo>
                    <a:pt x="1868374" y="1060014"/>
                  </a:lnTo>
                  <a:lnTo>
                    <a:pt x="1868341" y="1060045"/>
                  </a:lnTo>
                  <a:lnTo>
                    <a:pt x="1868331" y="1060119"/>
                  </a:lnTo>
                  <a:lnTo>
                    <a:pt x="1868349" y="1060199"/>
                  </a:lnTo>
                  <a:lnTo>
                    <a:pt x="1868537" y="1060349"/>
                  </a:lnTo>
                  <a:lnTo>
                    <a:pt x="1868544" y="1060359"/>
                  </a:lnTo>
                  <a:lnTo>
                    <a:pt x="1868913" y="1060877"/>
                  </a:lnTo>
                  <a:lnTo>
                    <a:pt x="1868937" y="1060911"/>
                  </a:lnTo>
                  <a:lnTo>
                    <a:pt x="1869089" y="1061058"/>
                  </a:lnTo>
                  <a:lnTo>
                    <a:pt x="1869143" y="1061073"/>
                  </a:lnTo>
                  <a:lnTo>
                    <a:pt x="1869213" y="1061079"/>
                  </a:lnTo>
                  <a:lnTo>
                    <a:pt x="1869294" y="1061070"/>
                  </a:lnTo>
                  <a:lnTo>
                    <a:pt x="1869342" y="1061083"/>
                  </a:lnTo>
                  <a:lnTo>
                    <a:pt x="1869354" y="1061106"/>
                  </a:lnTo>
                  <a:lnTo>
                    <a:pt x="1869361" y="1061145"/>
                  </a:lnTo>
                  <a:lnTo>
                    <a:pt x="1869361" y="1061168"/>
                  </a:lnTo>
                  <a:lnTo>
                    <a:pt x="1869120" y="1061518"/>
                  </a:lnTo>
                  <a:lnTo>
                    <a:pt x="1868994" y="1061690"/>
                  </a:lnTo>
                  <a:lnTo>
                    <a:pt x="1868713" y="1061746"/>
                  </a:lnTo>
                  <a:lnTo>
                    <a:pt x="1868425" y="1062113"/>
                  </a:lnTo>
                  <a:lnTo>
                    <a:pt x="1868415" y="1062151"/>
                  </a:lnTo>
                  <a:lnTo>
                    <a:pt x="1868436" y="1062191"/>
                  </a:lnTo>
                  <a:lnTo>
                    <a:pt x="1868461" y="1062218"/>
                  </a:lnTo>
                  <a:lnTo>
                    <a:pt x="1868597" y="1062313"/>
                  </a:lnTo>
                  <a:lnTo>
                    <a:pt x="1868602" y="1062318"/>
                  </a:lnTo>
                  <a:lnTo>
                    <a:pt x="1868722" y="1062437"/>
                  </a:lnTo>
                  <a:lnTo>
                    <a:pt x="1868725" y="1062441"/>
                  </a:lnTo>
                  <a:lnTo>
                    <a:pt x="1868714" y="1062933"/>
                  </a:lnTo>
                  <a:lnTo>
                    <a:pt x="1868659" y="1063133"/>
                  </a:lnTo>
                  <a:lnTo>
                    <a:pt x="1868539" y="1063312"/>
                  </a:lnTo>
                  <a:lnTo>
                    <a:pt x="1868538" y="1063324"/>
                  </a:lnTo>
                  <a:lnTo>
                    <a:pt x="1868577" y="1063384"/>
                  </a:lnTo>
                  <a:lnTo>
                    <a:pt x="1869546" y="1063437"/>
                  </a:lnTo>
                  <a:lnTo>
                    <a:pt x="1869611" y="1063455"/>
                  </a:lnTo>
                  <a:lnTo>
                    <a:pt x="1869654" y="1063467"/>
                  </a:lnTo>
                  <a:lnTo>
                    <a:pt x="1869668" y="1063470"/>
                  </a:lnTo>
                  <a:lnTo>
                    <a:pt x="1870056" y="1063769"/>
                  </a:lnTo>
                  <a:lnTo>
                    <a:pt x="1870172" y="1063828"/>
                  </a:lnTo>
                  <a:lnTo>
                    <a:pt x="1870255" y="1063855"/>
                  </a:lnTo>
                  <a:lnTo>
                    <a:pt x="1870343" y="1063860"/>
                  </a:lnTo>
                  <a:lnTo>
                    <a:pt x="1870433" y="1063844"/>
                  </a:lnTo>
                  <a:lnTo>
                    <a:pt x="1870521" y="1063771"/>
                  </a:lnTo>
                  <a:lnTo>
                    <a:pt x="1870676" y="1063604"/>
                  </a:lnTo>
                  <a:lnTo>
                    <a:pt x="1870689" y="1063497"/>
                  </a:lnTo>
                  <a:lnTo>
                    <a:pt x="1870652" y="1063432"/>
                  </a:lnTo>
                  <a:lnTo>
                    <a:pt x="1870676" y="1063398"/>
                  </a:lnTo>
                  <a:lnTo>
                    <a:pt x="1870695" y="1063386"/>
                  </a:lnTo>
                  <a:lnTo>
                    <a:pt x="1870749" y="1063384"/>
                  </a:lnTo>
                  <a:lnTo>
                    <a:pt x="1870885" y="1063400"/>
                  </a:lnTo>
                  <a:lnTo>
                    <a:pt x="1870943" y="1063420"/>
                  </a:lnTo>
                  <a:lnTo>
                    <a:pt x="1870951" y="1063425"/>
                  </a:lnTo>
                  <a:lnTo>
                    <a:pt x="1870965" y="1063434"/>
                  </a:lnTo>
                  <a:lnTo>
                    <a:pt x="1871119" y="1063663"/>
                  </a:lnTo>
                  <a:lnTo>
                    <a:pt x="1871110" y="1063736"/>
                  </a:lnTo>
                  <a:lnTo>
                    <a:pt x="1871070" y="1063876"/>
                  </a:lnTo>
                  <a:lnTo>
                    <a:pt x="1871046" y="1063895"/>
                  </a:lnTo>
                  <a:lnTo>
                    <a:pt x="1870924" y="1063989"/>
                  </a:lnTo>
                  <a:lnTo>
                    <a:pt x="1870850" y="1064046"/>
                  </a:lnTo>
                  <a:lnTo>
                    <a:pt x="1870765" y="1064112"/>
                  </a:lnTo>
                  <a:lnTo>
                    <a:pt x="1870713" y="1064137"/>
                  </a:lnTo>
                  <a:lnTo>
                    <a:pt x="1870683" y="1064152"/>
                  </a:lnTo>
                  <a:lnTo>
                    <a:pt x="1870624" y="1064164"/>
                  </a:lnTo>
                  <a:lnTo>
                    <a:pt x="1870293" y="1064266"/>
                  </a:lnTo>
                  <a:lnTo>
                    <a:pt x="1870253" y="1064291"/>
                  </a:lnTo>
                  <a:lnTo>
                    <a:pt x="1870192" y="1064350"/>
                  </a:lnTo>
                  <a:lnTo>
                    <a:pt x="1870104" y="1064447"/>
                  </a:lnTo>
                  <a:lnTo>
                    <a:pt x="1870090" y="1064548"/>
                  </a:lnTo>
                  <a:lnTo>
                    <a:pt x="1870079" y="1064625"/>
                  </a:lnTo>
                  <a:lnTo>
                    <a:pt x="1870060" y="1064710"/>
                  </a:lnTo>
                  <a:lnTo>
                    <a:pt x="1869989" y="1064762"/>
                  </a:lnTo>
                  <a:lnTo>
                    <a:pt x="1869969" y="1064764"/>
                  </a:lnTo>
                  <a:lnTo>
                    <a:pt x="1869894" y="1064815"/>
                  </a:lnTo>
                  <a:lnTo>
                    <a:pt x="1869879" y="1064847"/>
                  </a:lnTo>
                  <a:lnTo>
                    <a:pt x="1869870" y="1064900"/>
                  </a:lnTo>
                  <a:lnTo>
                    <a:pt x="1869866" y="1065174"/>
                  </a:lnTo>
                  <a:lnTo>
                    <a:pt x="1869875" y="1065326"/>
                  </a:lnTo>
                  <a:lnTo>
                    <a:pt x="1869888" y="1065403"/>
                  </a:lnTo>
                  <a:lnTo>
                    <a:pt x="1869955" y="1065466"/>
                  </a:lnTo>
                  <a:lnTo>
                    <a:pt x="1869999" y="1065467"/>
                  </a:lnTo>
                  <a:lnTo>
                    <a:pt x="1870031" y="1065452"/>
                  </a:lnTo>
                  <a:lnTo>
                    <a:pt x="1870065" y="1065452"/>
                  </a:lnTo>
                  <a:lnTo>
                    <a:pt x="1870164" y="1065502"/>
                  </a:lnTo>
                  <a:lnTo>
                    <a:pt x="1870247" y="1065664"/>
                  </a:lnTo>
                  <a:lnTo>
                    <a:pt x="1870437" y="1066159"/>
                  </a:lnTo>
                  <a:lnTo>
                    <a:pt x="1870132" y="1066417"/>
                  </a:lnTo>
                  <a:lnTo>
                    <a:pt x="1869987" y="1066518"/>
                  </a:lnTo>
                  <a:lnTo>
                    <a:pt x="1869961" y="1066509"/>
                  </a:lnTo>
                  <a:lnTo>
                    <a:pt x="1869952" y="1066496"/>
                  </a:lnTo>
                  <a:lnTo>
                    <a:pt x="1869917" y="1066404"/>
                  </a:lnTo>
                  <a:lnTo>
                    <a:pt x="1869934" y="1066386"/>
                  </a:lnTo>
                  <a:lnTo>
                    <a:pt x="1869950" y="1066344"/>
                  </a:lnTo>
                  <a:lnTo>
                    <a:pt x="1869926" y="1066168"/>
                  </a:lnTo>
                  <a:lnTo>
                    <a:pt x="1869847" y="1066029"/>
                  </a:lnTo>
                  <a:lnTo>
                    <a:pt x="1869814" y="1065988"/>
                  </a:lnTo>
                  <a:lnTo>
                    <a:pt x="1869752" y="1065953"/>
                  </a:lnTo>
                  <a:lnTo>
                    <a:pt x="1869707" y="1065939"/>
                  </a:lnTo>
                  <a:lnTo>
                    <a:pt x="1869574" y="1065929"/>
                  </a:lnTo>
                  <a:lnTo>
                    <a:pt x="1869542" y="1065933"/>
                  </a:lnTo>
                  <a:lnTo>
                    <a:pt x="1869479" y="1066018"/>
                  </a:lnTo>
                  <a:lnTo>
                    <a:pt x="1869460" y="1066057"/>
                  </a:lnTo>
                  <a:lnTo>
                    <a:pt x="1869425" y="1066131"/>
                  </a:lnTo>
                  <a:lnTo>
                    <a:pt x="1869327" y="1066553"/>
                  </a:lnTo>
                  <a:lnTo>
                    <a:pt x="1869301" y="1066684"/>
                  </a:lnTo>
                  <a:lnTo>
                    <a:pt x="1869301" y="1066698"/>
                  </a:lnTo>
                  <a:lnTo>
                    <a:pt x="1869300" y="1066731"/>
                  </a:lnTo>
                  <a:lnTo>
                    <a:pt x="1869275" y="1066874"/>
                  </a:lnTo>
                  <a:lnTo>
                    <a:pt x="1869194" y="1067097"/>
                  </a:lnTo>
                  <a:lnTo>
                    <a:pt x="1869172" y="1067139"/>
                  </a:lnTo>
                  <a:lnTo>
                    <a:pt x="1869022" y="1067291"/>
                  </a:lnTo>
                  <a:lnTo>
                    <a:pt x="1868979" y="1067316"/>
                  </a:lnTo>
                  <a:lnTo>
                    <a:pt x="1868872" y="1067358"/>
                  </a:lnTo>
                  <a:lnTo>
                    <a:pt x="1868616" y="1067410"/>
                  </a:lnTo>
                  <a:lnTo>
                    <a:pt x="1868308" y="1067472"/>
                  </a:lnTo>
                  <a:lnTo>
                    <a:pt x="1868055" y="1067543"/>
                  </a:lnTo>
                  <a:lnTo>
                    <a:pt x="1867622" y="1067725"/>
                  </a:lnTo>
                  <a:lnTo>
                    <a:pt x="1867082" y="1068090"/>
                  </a:lnTo>
                  <a:lnTo>
                    <a:pt x="1866834" y="1068301"/>
                  </a:lnTo>
                  <a:lnTo>
                    <a:pt x="1866827" y="1068410"/>
                  </a:lnTo>
                  <a:lnTo>
                    <a:pt x="1866767" y="1068488"/>
                  </a:lnTo>
                  <a:lnTo>
                    <a:pt x="1866673" y="1068534"/>
                  </a:lnTo>
                  <a:lnTo>
                    <a:pt x="1866650" y="1068531"/>
                  </a:lnTo>
                  <a:lnTo>
                    <a:pt x="1866464" y="1068469"/>
                  </a:lnTo>
                  <a:lnTo>
                    <a:pt x="1866427" y="1068449"/>
                  </a:lnTo>
                  <a:lnTo>
                    <a:pt x="1866348" y="1068428"/>
                  </a:lnTo>
                  <a:lnTo>
                    <a:pt x="1866289" y="1068420"/>
                  </a:lnTo>
                  <a:lnTo>
                    <a:pt x="1866093" y="1068432"/>
                  </a:lnTo>
                  <a:lnTo>
                    <a:pt x="1865940" y="1068522"/>
                  </a:lnTo>
                  <a:lnTo>
                    <a:pt x="1865849" y="1068620"/>
                  </a:lnTo>
                  <a:lnTo>
                    <a:pt x="1865808" y="1068682"/>
                  </a:lnTo>
                  <a:lnTo>
                    <a:pt x="1865739" y="1068747"/>
                  </a:lnTo>
                  <a:lnTo>
                    <a:pt x="1865721" y="1068758"/>
                  </a:lnTo>
                  <a:lnTo>
                    <a:pt x="1865585" y="1068845"/>
                  </a:lnTo>
                  <a:lnTo>
                    <a:pt x="1865508" y="1068862"/>
                  </a:lnTo>
                  <a:lnTo>
                    <a:pt x="1865284" y="1068913"/>
                  </a:lnTo>
                  <a:lnTo>
                    <a:pt x="1864468" y="1069007"/>
                  </a:lnTo>
                  <a:lnTo>
                    <a:pt x="1864266" y="1069008"/>
                  </a:lnTo>
                  <a:lnTo>
                    <a:pt x="1864222" y="1069003"/>
                  </a:lnTo>
                  <a:lnTo>
                    <a:pt x="1864010" y="1068923"/>
                  </a:lnTo>
                  <a:lnTo>
                    <a:pt x="1863968" y="1068894"/>
                  </a:lnTo>
                  <a:lnTo>
                    <a:pt x="1863891" y="1068810"/>
                  </a:lnTo>
                  <a:lnTo>
                    <a:pt x="1863828" y="1068738"/>
                  </a:lnTo>
                  <a:lnTo>
                    <a:pt x="1863781" y="1068672"/>
                  </a:lnTo>
                  <a:lnTo>
                    <a:pt x="1863597" y="1068571"/>
                  </a:lnTo>
                  <a:lnTo>
                    <a:pt x="1863476" y="1068540"/>
                  </a:lnTo>
                  <a:lnTo>
                    <a:pt x="1863446" y="1068553"/>
                  </a:lnTo>
                  <a:lnTo>
                    <a:pt x="1863369" y="1068558"/>
                  </a:lnTo>
                  <a:lnTo>
                    <a:pt x="1863348" y="1068553"/>
                  </a:lnTo>
                  <a:lnTo>
                    <a:pt x="1863216" y="1068404"/>
                  </a:lnTo>
                  <a:lnTo>
                    <a:pt x="1863082" y="1068175"/>
                  </a:lnTo>
                  <a:lnTo>
                    <a:pt x="1863086" y="1067971"/>
                  </a:lnTo>
                  <a:lnTo>
                    <a:pt x="1863162" y="1067276"/>
                  </a:lnTo>
                  <a:lnTo>
                    <a:pt x="1863275" y="1066997"/>
                  </a:lnTo>
                  <a:lnTo>
                    <a:pt x="1863484" y="1066040"/>
                  </a:lnTo>
                  <a:lnTo>
                    <a:pt x="1863511" y="1065886"/>
                  </a:lnTo>
                  <a:lnTo>
                    <a:pt x="1863512" y="1065776"/>
                  </a:lnTo>
                  <a:lnTo>
                    <a:pt x="1863479" y="1065567"/>
                  </a:lnTo>
                  <a:lnTo>
                    <a:pt x="1863474" y="1065534"/>
                  </a:lnTo>
                  <a:lnTo>
                    <a:pt x="1863624" y="1065147"/>
                  </a:lnTo>
                  <a:lnTo>
                    <a:pt x="1863687" y="1065033"/>
                  </a:lnTo>
                  <a:lnTo>
                    <a:pt x="1863673" y="1064926"/>
                  </a:lnTo>
                  <a:lnTo>
                    <a:pt x="1863670" y="1064903"/>
                  </a:lnTo>
                  <a:lnTo>
                    <a:pt x="1863638" y="1064661"/>
                  </a:lnTo>
                  <a:lnTo>
                    <a:pt x="1863589" y="1064388"/>
                  </a:lnTo>
                  <a:lnTo>
                    <a:pt x="1863570" y="1064384"/>
                  </a:lnTo>
                  <a:lnTo>
                    <a:pt x="1863521" y="1064218"/>
                  </a:lnTo>
                  <a:lnTo>
                    <a:pt x="1863527" y="1064108"/>
                  </a:lnTo>
                  <a:lnTo>
                    <a:pt x="1863577" y="1063996"/>
                  </a:lnTo>
                  <a:lnTo>
                    <a:pt x="1863834" y="1063420"/>
                  </a:lnTo>
                  <a:lnTo>
                    <a:pt x="1863857" y="1063396"/>
                  </a:lnTo>
                  <a:lnTo>
                    <a:pt x="1863977" y="1063347"/>
                  </a:lnTo>
                  <a:lnTo>
                    <a:pt x="1863986" y="1063330"/>
                  </a:lnTo>
                  <a:lnTo>
                    <a:pt x="1863990" y="1063276"/>
                  </a:lnTo>
                  <a:lnTo>
                    <a:pt x="1863976" y="1062928"/>
                  </a:lnTo>
                  <a:lnTo>
                    <a:pt x="1863938" y="1062799"/>
                  </a:lnTo>
                  <a:lnTo>
                    <a:pt x="1863887" y="1062756"/>
                  </a:lnTo>
                  <a:lnTo>
                    <a:pt x="1863905" y="1062666"/>
                  </a:lnTo>
                  <a:lnTo>
                    <a:pt x="1863928" y="1062554"/>
                  </a:lnTo>
                  <a:lnTo>
                    <a:pt x="1864150" y="1062232"/>
                  </a:lnTo>
                  <a:lnTo>
                    <a:pt x="1864255" y="1062188"/>
                  </a:lnTo>
                  <a:lnTo>
                    <a:pt x="1864394" y="1062268"/>
                  </a:lnTo>
                  <a:lnTo>
                    <a:pt x="1864481" y="1062292"/>
                  </a:lnTo>
                  <a:lnTo>
                    <a:pt x="1864701" y="1062084"/>
                  </a:lnTo>
                  <a:lnTo>
                    <a:pt x="1864704" y="1062029"/>
                  </a:lnTo>
                  <a:lnTo>
                    <a:pt x="1864631" y="1061813"/>
                  </a:lnTo>
                  <a:lnTo>
                    <a:pt x="1864888" y="1061718"/>
                  </a:lnTo>
                  <a:lnTo>
                    <a:pt x="1864993" y="1061728"/>
                  </a:lnTo>
                  <a:lnTo>
                    <a:pt x="1865055" y="1061767"/>
                  </a:lnTo>
                  <a:lnTo>
                    <a:pt x="1865128" y="1061786"/>
                  </a:lnTo>
                  <a:lnTo>
                    <a:pt x="1865256" y="1061739"/>
                  </a:lnTo>
                  <a:lnTo>
                    <a:pt x="1865275" y="1061714"/>
                  </a:lnTo>
                  <a:lnTo>
                    <a:pt x="1865299" y="1061495"/>
                  </a:lnTo>
                  <a:lnTo>
                    <a:pt x="1865286" y="1061481"/>
                  </a:lnTo>
                  <a:lnTo>
                    <a:pt x="1865192" y="1061440"/>
                  </a:lnTo>
                  <a:lnTo>
                    <a:pt x="1864836" y="1061338"/>
                  </a:lnTo>
                  <a:lnTo>
                    <a:pt x="1864715" y="1061347"/>
                  </a:lnTo>
                  <a:lnTo>
                    <a:pt x="1864393" y="1061134"/>
                  </a:lnTo>
                  <a:lnTo>
                    <a:pt x="1864330" y="1061081"/>
                  </a:lnTo>
                  <a:lnTo>
                    <a:pt x="1864298" y="1061070"/>
                  </a:lnTo>
                  <a:lnTo>
                    <a:pt x="1864237" y="1061063"/>
                  </a:lnTo>
                  <a:lnTo>
                    <a:pt x="1864018" y="1061128"/>
                  </a:lnTo>
                  <a:lnTo>
                    <a:pt x="1863922" y="1061211"/>
                  </a:lnTo>
                  <a:lnTo>
                    <a:pt x="1863813" y="1061364"/>
                  </a:lnTo>
                  <a:lnTo>
                    <a:pt x="1863820" y="1061657"/>
                  </a:lnTo>
                  <a:lnTo>
                    <a:pt x="1863887" y="1061740"/>
                  </a:lnTo>
                  <a:lnTo>
                    <a:pt x="1863942" y="1061776"/>
                  </a:lnTo>
                  <a:lnTo>
                    <a:pt x="1863954" y="1061829"/>
                  </a:lnTo>
                  <a:lnTo>
                    <a:pt x="1863906" y="1061846"/>
                  </a:lnTo>
                  <a:lnTo>
                    <a:pt x="1863750" y="1061869"/>
                  </a:lnTo>
                  <a:lnTo>
                    <a:pt x="1863466" y="1061887"/>
                  </a:lnTo>
                  <a:lnTo>
                    <a:pt x="1863382" y="1061666"/>
                  </a:lnTo>
                  <a:lnTo>
                    <a:pt x="1863323" y="1061488"/>
                  </a:lnTo>
                  <a:lnTo>
                    <a:pt x="1863337" y="1061421"/>
                  </a:lnTo>
                  <a:lnTo>
                    <a:pt x="1863410" y="1061369"/>
                  </a:lnTo>
                  <a:lnTo>
                    <a:pt x="1863473" y="1061337"/>
                  </a:lnTo>
                  <a:lnTo>
                    <a:pt x="1863501" y="1061293"/>
                  </a:lnTo>
                  <a:lnTo>
                    <a:pt x="1863552" y="1061309"/>
                  </a:lnTo>
                  <a:lnTo>
                    <a:pt x="1863657" y="1061318"/>
                  </a:lnTo>
                  <a:lnTo>
                    <a:pt x="1863672" y="1061314"/>
                  </a:lnTo>
                  <a:lnTo>
                    <a:pt x="1863682" y="1061304"/>
                  </a:lnTo>
                  <a:lnTo>
                    <a:pt x="1863680" y="1061279"/>
                  </a:lnTo>
                  <a:lnTo>
                    <a:pt x="1863643" y="1061167"/>
                  </a:lnTo>
                  <a:lnTo>
                    <a:pt x="1863615" y="1061108"/>
                  </a:lnTo>
                  <a:lnTo>
                    <a:pt x="1863612" y="1061102"/>
                  </a:lnTo>
                  <a:lnTo>
                    <a:pt x="1863563" y="1061083"/>
                  </a:lnTo>
                  <a:lnTo>
                    <a:pt x="1863522" y="1061048"/>
                  </a:lnTo>
                  <a:lnTo>
                    <a:pt x="1863522" y="1060973"/>
                  </a:lnTo>
                  <a:lnTo>
                    <a:pt x="1863541" y="1060922"/>
                  </a:lnTo>
                  <a:lnTo>
                    <a:pt x="1863569" y="1060873"/>
                  </a:lnTo>
                  <a:lnTo>
                    <a:pt x="1863608" y="1060870"/>
                  </a:lnTo>
                  <a:lnTo>
                    <a:pt x="1863630" y="1060880"/>
                  </a:lnTo>
                  <a:lnTo>
                    <a:pt x="1863654" y="1060891"/>
                  </a:lnTo>
                  <a:lnTo>
                    <a:pt x="1863720" y="1060912"/>
                  </a:lnTo>
                  <a:lnTo>
                    <a:pt x="1863755" y="1060913"/>
                  </a:lnTo>
                  <a:lnTo>
                    <a:pt x="1863800" y="1060889"/>
                  </a:lnTo>
                  <a:lnTo>
                    <a:pt x="1863835" y="1060857"/>
                  </a:lnTo>
                  <a:lnTo>
                    <a:pt x="1863851" y="1060793"/>
                  </a:lnTo>
                  <a:lnTo>
                    <a:pt x="1863849" y="1060742"/>
                  </a:lnTo>
                  <a:lnTo>
                    <a:pt x="1863818" y="1060713"/>
                  </a:lnTo>
                  <a:lnTo>
                    <a:pt x="1863761" y="1060676"/>
                  </a:lnTo>
                  <a:lnTo>
                    <a:pt x="1863737" y="1060644"/>
                  </a:lnTo>
                  <a:lnTo>
                    <a:pt x="1863733" y="1060614"/>
                  </a:lnTo>
                  <a:lnTo>
                    <a:pt x="1863756" y="1060479"/>
                  </a:lnTo>
                  <a:lnTo>
                    <a:pt x="1863760" y="1060467"/>
                  </a:lnTo>
                  <a:lnTo>
                    <a:pt x="1863867" y="1060392"/>
                  </a:lnTo>
                  <a:lnTo>
                    <a:pt x="1863902" y="1060383"/>
                  </a:lnTo>
                  <a:lnTo>
                    <a:pt x="1863892" y="1060321"/>
                  </a:lnTo>
                  <a:lnTo>
                    <a:pt x="1863886" y="1060286"/>
                  </a:lnTo>
                  <a:lnTo>
                    <a:pt x="1863867" y="1060215"/>
                  </a:lnTo>
                  <a:lnTo>
                    <a:pt x="1863840" y="1060115"/>
                  </a:lnTo>
                  <a:lnTo>
                    <a:pt x="1863799" y="1060108"/>
                  </a:lnTo>
                  <a:lnTo>
                    <a:pt x="1863683" y="1060089"/>
                  </a:lnTo>
                  <a:lnTo>
                    <a:pt x="1863644" y="1060107"/>
                  </a:lnTo>
                  <a:lnTo>
                    <a:pt x="1863631" y="1060128"/>
                  </a:lnTo>
                  <a:lnTo>
                    <a:pt x="1863477" y="1060108"/>
                  </a:lnTo>
                  <a:lnTo>
                    <a:pt x="1863466" y="1060103"/>
                  </a:lnTo>
                  <a:lnTo>
                    <a:pt x="1863451" y="1060079"/>
                  </a:lnTo>
                  <a:lnTo>
                    <a:pt x="1863374" y="1059948"/>
                  </a:lnTo>
                  <a:lnTo>
                    <a:pt x="1863663" y="1059756"/>
                  </a:lnTo>
                  <a:lnTo>
                    <a:pt x="1863795" y="1059701"/>
                  </a:lnTo>
                  <a:lnTo>
                    <a:pt x="1863900" y="1059684"/>
                  </a:lnTo>
                  <a:lnTo>
                    <a:pt x="1863971" y="1059645"/>
                  </a:lnTo>
                  <a:lnTo>
                    <a:pt x="1864041" y="1059501"/>
                  </a:lnTo>
                  <a:lnTo>
                    <a:pt x="1864052" y="1059479"/>
                  </a:lnTo>
                  <a:lnTo>
                    <a:pt x="1864057" y="1059314"/>
                  </a:lnTo>
                  <a:lnTo>
                    <a:pt x="1864041" y="1059297"/>
                  </a:lnTo>
                  <a:lnTo>
                    <a:pt x="1863910" y="1059331"/>
                  </a:lnTo>
                  <a:lnTo>
                    <a:pt x="1863660" y="1059436"/>
                  </a:lnTo>
                  <a:lnTo>
                    <a:pt x="1863637" y="1059476"/>
                  </a:lnTo>
                  <a:lnTo>
                    <a:pt x="1863585" y="1059529"/>
                  </a:lnTo>
                  <a:lnTo>
                    <a:pt x="1863535" y="1059567"/>
                  </a:lnTo>
                  <a:lnTo>
                    <a:pt x="1863513" y="1059583"/>
                  </a:lnTo>
                  <a:lnTo>
                    <a:pt x="1863376" y="1059674"/>
                  </a:lnTo>
                  <a:lnTo>
                    <a:pt x="1863312" y="1059692"/>
                  </a:lnTo>
                  <a:lnTo>
                    <a:pt x="1863249" y="1059686"/>
                  </a:lnTo>
                  <a:lnTo>
                    <a:pt x="1863125" y="1059669"/>
                  </a:lnTo>
                  <a:lnTo>
                    <a:pt x="1863078" y="1059655"/>
                  </a:lnTo>
                  <a:lnTo>
                    <a:pt x="1863049" y="1059663"/>
                  </a:lnTo>
                  <a:lnTo>
                    <a:pt x="1863032" y="1059689"/>
                  </a:lnTo>
                  <a:lnTo>
                    <a:pt x="1863038" y="1059856"/>
                  </a:lnTo>
                  <a:lnTo>
                    <a:pt x="1862999" y="1059915"/>
                  </a:lnTo>
                  <a:lnTo>
                    <a:pt x="1862905" y="1059983"/>
                  </a:lnTo>
                  <a:lnTo>
                    <a:pt x="1862867" y="1059988"/>
                  </a:lnTo>
                  <a:lnTo>
                    <a:pt x="1862725" y="1059975"/>
                  </a:lnTo>
                  <a:lnTo>
                    <a:pt x="1862514" y="1060241"/>
                  </a:lnTo>
                  <a:lnTo>
                    <a:pt x="1862623" y="1060399"/>
                  </a:lnTo>
                  <a:lnTo>
                    <a:pt x="1862910" y="1060435"/>
                  </a:lnTo>
                  <a:lnTo>
                    <a:pt x="1863072" y="1060485"/>
                  </a:lnTo>
                  <a:lnTo>
                    <a:pt x="1863113" y="1060513"/>
                  </a:lnTo>
                  <a:lnTo>
                    <a:pt x="1863253" y="1060661"/>
                  </a:lnTo>
                  <a:lnTo>
                    <a:pt x="1863277" y="1060691"/>
                  </a:lnTo>
                  <a:lnTo>
                    <a:pt x="1863296" y="1060734"/>
                  </a:lnTo>
                  <a:lnTo>
                    <a:pt x="1863229" y="1061011"/>
                  </a:lnTo>
                  <a:lnTo>
                    <a:pt x="1863170" y="1061115"/>
                  </a:lnTo>
                  <a:lnTo>
                    <a:pt x="1863098" y="1061097"/>
                  </a:lnTo>
                  <a:lnTo>
                    <a:pt x="1863004" y="1061050"/>
                  </a:lnTo>
                  <a:lnTo>
                    <a:pt x="1862967" y="1061064"/>
                  </a:lnTo>
                  <a:lnTo>
                    <a:pt x="1862938" y="1061163"/>
                  </a:lnTo>
                  <a:lnTo>
                    <a:pt x="1862907" y="1061338"/>
                  </a:lnTo>
                  <a:lnTo>
                    <a:pt x="1862905" y="1061352"/>
                  </a:lnTo>
                  <a:lnTo>
                    <a:pt x="1862882" y="1061566"/>
                  </a:lnTo>
                  <a:lnTo>
                    <a:pt x="1863089" y="1061672"/>
                  </a:lnTo>
                  <a:lnTo>
                    <a:pt x="1863161" y="1061864"/>
                  </a:lnTo>
                  <a:lnTo>
                    <a:pt x="1863148" y="1062004"/>
                  </a:lnTo>
                  <a:lnTo>
                    <a:pt x="1863123" y="1062048"/>
                  </a:lnTo>
                  <a:lnTo>
                    <a:pt x="1863049" y="1062179"/>
                  </a:lnTo>
                  <a:lnTo>
                    <a:pt x="1863031" y="1062296"/>
                  </a:lnTo>
                  <a:lnTo>
                    <a:pt x="1863016" y="1062399"/>
                  </a:lnTo>
                  <a:lnTo>
                    <a:pt x="1863004" y="1062528"/>
                  </a:lnTo>
                  <a:lnTo>
                    <a:pt x="1862976" y="1062836"/>
                  </a:lnTo>
                  <a:lnTo>
                    <a:pt x="1863050" y="1063292"/>
                  </a:lnTo>
                  <a:lnTo>
                    <a:pt x="1863086" y="1063522"/>
                  </a:lnTo>
                  <a:lnTo>
                    <a:pt x="1863110" y="1063863"/>
                  </a:lnTo>
                  <a:lnTo>
                    <a:pt x="1863120" y="1064007"/>
                  </a:lnTo>
                  <a:lnTo>
                    <a:pt x="1863119" y="1064158"/>
                  </a:lnTo>
                  <a:lnTo>
                    <a:pt x="1863119" y="1064209"/>
                  </a:lnTo>
                  <a:lnTo>
                    <a:pt x="1862909" y="1065033"/>
                  </a:lnTo>
                  <a:lnTo>
                    <a:pt x="1862802" y="1065369"/>
                  </a:lnTo>
                  <a:lnTo>
                    <a:pt x="1862555" y="1066065"/>
                  </a:lnTo>
                  <a:lnTo>
                    <a:pt x="1862449" y="1066319"/>
                  </a:lnTo>
                  <a:lnTo>
                    <a:pt x="1862421" y="1066367"/>
                  </a:lnTo>
                  <a:lnTo>
                    <a:pt x="1862377" y="1066490"/>
                  </a:lnTo>
                  <a:lnTo>
                    <a:pt x="1862232" y="1066892"/>
                  </a:lnTo>
                  <a:lnTo>
                    <a:pt x="1862232" y="1066899"/>
                  </a:lnTo>
                  <a:lnTo>
                    <a:pt x="1862202" y="1067168"/>
                  </a:lnTo>
                  <a:lnTo>
                    <a:pt x="1862196" y="1067227"/>
                  </a:lnTo>
                  <a:lnTo>
                    <a:pt x="1862190" y="1067277"/>
                  </a:lnTo>
                  <a:lnTo>
                    <a:pt x="1862191" y="1067377"/>
                  </a:lnTo>
                  <a:lnTo>
                    <a:pt x="1862180" y="1067495"/>
                  </a:lnTo>
                  <a:lnTo>
                    <a:pt x="1862163" y="1067685"/>
                  </a:lnTo>
                  <a:lnTo>
                    <a:pt x="1862160" y="1067719"/>
                  </a:lnTo>
                  <a:lnTo>
                    <a:pt x="1862158" y="1067725"/>
                  </a:lnTo>
                  <a:lnTo>
                    <a:pt x="1862155" y="1067769"/>
                  </a:lnTo>
                  <a:lnTo>
                    <a:pt x="1862150" y="1067838"/>
                  </a:lnTo>
                  <a:lnTo>
                    <a:pt x="1862145" y="1067908"/>
                  </a:lnTo>
                  <a:lnTo>
                    <a:pt x="1862136" y="1068031"/>
                  </a:lnTo>
                  <a:lnTo>
                    <a:pt x="1862136" y="1068043"/>
                  </a:lnTo>
                  <a:lnTo>
                    <a:pt x="1862131" y="1068100"/>
                  </a:lnTo>
                  <a:lnTo>
                    <a:pt x="1862116" y="1068311"/>
                  </a:lnTo>
                  <a:lnTo>
                    <a:pt x="1862107" y="1068434"/>
                  </a:lnTo>
                  <a:lnTo>
                    <a:pt x="1862100" y="1068522"/>
                  </a:lnTo>
                  <a:lnTo>
                    <a:pt x="1862097" y="1068568"/>
                  </a:lnTo>
                  <a:lnTo>
                    <a:pt x="1862094" y="1068608"/>
                  </a:lnTo>
                  <a:lnTo>
                    <a:pt x="1862089" y="1068674"/>
                  </a:lnTo>
                  <a:lnTo>
                    <a:pt x="1862088" y="1068680"/>
                  </a:lnTo>
                  <a:lnTo>
                    <a:pt x="1862087" y="1068702"/>
                  </a:lnTo>
                  <a:lnTo>
                    <a:pt x="1862079" y="1068833"/>
                  </a:lnTo>
                  <a:lnTo>
                    <a:pt x="1862077" y="1068845"/>
                  </a:lnTo>
                  <a:lnTo>
                    <a:pt x="1862065" y="1068868"/>
                  </a:lnTo>
                  <a:lnTo>
                    <a:pt x="1861873" y="1069136"/>
                  </a:lnTo>
                  <a:lnTo>
                    <a:pt x="1861806" y="1069230"/>
                  </a:lnTo>
                  <a:lnTo>
                    <a:pt x="1861785" y="1069257"/>
                  </a:lnTo>
                  <a:lnTo>
                    <a:pt x="1861767" y="1069281"/>
                  </a:lnTo>
                  <a:lnTo>
                    <a:pt x="1861742" y="1069314"/>
                  </a:lnTo>
                  <a:lnTo>
                    <a:pt x="1861732" y="1069322"/>
                  </a:lnTo>
                  <a:lnTo>
                    <a:pt x="1861639" y="1069371"/>
                  </a:lnTo>
                  <a:lnTo>
                    <a:pt x="1861616" y="1069383"/>
                  </a:lnTo>
                  <a:lnTo>
                    <a:pt x="1861486" y="1069445"/>
                  </a:lnTo>
                  <a:lnTo>
                    <a:pt x="1861048" y="1069656"/>
                  </a:lnTo>
                  <a:lnTo>
                    <a:pt x="1861036" y="1069662"/>
                  </a:lnTo>
                  <a:lnTo>
                    <a:pt x="1861031" y="1069664"/>
                  </a:lnTo>
                  <a:lnTo>
                    <a:pt x="1860709" y="1069820"/>
                  </a:lnTo>
                  <a:lnTo>
                    <a:pt x="1860699" y="1069825"/>
                  </a:lnTo>
                  <a:lnTo>
                    <a:pt x="1860247" y="1070043"/>
                  </a:lnTo>
                  <a:lnTo>
                    <a:pt x="1860176" y="1070082"/>
                  </a:lnTo>
                  <a:lnTo>
                    <a:pt x="1860095" y="1070126"/>
                  </a:lnTo>
                  <a:lnTo>
                    <a:pt x="1860072" y="1070126"/>
                  </a:lnTo>
                  <a:lnTo>
                    <a:pt x="1859865" y="1070029"/>
                  </a:lnTo>
                  <a:lnTo>
                    <a:pt x="1859790" y="1069995"/>
                  </a:lnTo>
                  <a:lnTo>
                    <a:pt x="1859768" y="1069977"/>
                  </a:lnTo>
                  <a:lnTo>
                    <a:pt x="1859752" y="1069957"/>
                  </a:lnTo>
                  <a:lnTo>
                    <a:pt x="1859677" y="1069902"/>
                  </a:lnTo>
                  <a:lnTo>
                    <a:pt x="1859645" y="1069892"/>
                  </a:lnTo>
                  <a:lnTo>
                    <a:pt x="1859512" y="1069842"/>
                  </a:lnTo>
                  <a:lnTo>
                    <a:pt x="1859386" y="1069791"/>
                  </a:lnTo>
                  <a:lnTo>
                    <a:pt x="1859377" y="1069786"/>
                  </a:lnTo>
                  <a:lnTo>
                    <a:pt x="1859318" y="1069751"/>
                  </a:lnTo>
                  <a:lnTo>
                    <a:pt x="1859260" y="1069704"/>
                  </a:lnTo>
                  <a:lnTo>
                    <a:pt x="1859240" y="1069671"/>
                  </a:lnTo>
                  <a:lnTo>
                    <a:pt x="1859213" y="1069617"/>
                  </a:lnTo>
                  <a:lnTo>
                    <a:pt x="1859208" y="1069608"/>
                  </a:lnTo>
                  <a:lnTo>
                    <a:pt x="1859202" y="1069595"/>
                  </a:lnTo>
                  <a:lnTo>
                    <a:pt x="1859175" y="1069538"/>
                  </a:lnTo>
                  <a:lnTo>
                    <a:pt x="1859142" y="1069511"/>
                  </a:lnTo>
                  <a:lnTo>
                    <a:pt x="1859089" y="1069443"/>
                  </a:lnTo>
                  <a:lnTo>
                    <a:pt x="1859034" y="1069389"/>
                  </a:lnTo>
                  <a:lnTo>
                    <a:pt x="1859030" y="1069384"/>
                  </a:lnTo>
                  <a:lnTo>
                    <a:pt x="1858960" y="1069315"/>
                  </a:lnTo>
                  <a:lnTo>
                    <a:pt x="1858945" y="1069316"/>
                  </a:lnTo>
                  <a:lnTo>
                    <a:pt x="1858927" y="1069305"/>
                  </a:lnTo>
                  <a:lnTo>
                    <a:pt x="1858895" y="1069254"/>
                  </a:lnTo>
                  <a:lnTo>
                    <a:pt x="1858886" y="1069244"/>
                  </a:lnTo>
                  <a:lnTo>
                    <a:pt x="1858874" y="1069245"/>
                  </a:lnTo>
                  <a:lnTo>
                    <a:pt x="1858862" y="1069260"/>
                  </a:lnTo>
                  <a:lnTo>
                    <a:pt x="1858837" y="1069249"/>
                  </a:lnTo>
                  <a:lnTo>
                    <a:pt x="1858784" y="1069209"/>
                  </a:lnTo>
                  <a:lnTo>
                    <a:pt x="1858771" y="1069200"/>
                  </a:lnTo>
                  <a:lnTo>
                    <a:pt x="1858760" y="1069169"/>
                  </a:lnTo>
                  <a:lnTo>
                    <a:pt x="1858744" y="1069142"/>
                  </a:lnTo>
                  <a:lnTo>
                    <a:pt x="1858714" y="1069109"/>
                  </a:lnTo>
                  <a:lnTo>
                    <a:pt x="1858687" y="1069083"/>
                  </a:lnTo>
                  <a:lnTo>
                    <a:pt x="1858674" y="1069058"/>
                  </a:lnTo>
                  <a:lnTo>
                    <a:pt x="1858640" y="1068997"/>
                  </a:lnTo>
                  <a:lnTo>
                    <a:pt x="1858625" y="1068977"/>
                  </a:lnTo>
                  <a:lnTo>
                    <a:pt x="1858579" y="1068914"/>
                  </a:lnTo>
                  <a:lnTo>
                    <a:pt x="1858549" y="1068861"/>
                  </a:lnTo>
                  <a:lnTo>
                    <a:pt x="1858529" y="1068825"/>
                  </a:lnTo>
                  <a:lnTo>
                    <a:pt x="1858522" y="1068801"/>
                  </a:lnTo>
                  <a:lnTo>
                    <a:pt x="1858518" y="1068787"/>
                  </a:lnTo>
                  <a:lnTo>
                    <a:pt x="1858510" y="1068763"/>
                  </a:lnTo>
                  <a:lnTo>
                    <a:pt x="1858493" y="1068713"/>
                  </a:lnTo>
                  <a:lnTo>
                    <a:pt x="1858487" y="1068694"/>
                  </a:lnTo>
                  <a:lnTo>
                    <a:pt x="1858442" y="1068654"/>
                  </a:lnTo>
                  <a:lnTo>
                    <a:pt x="1857588" y="1068036"/>
                  </a:lnTo>
                  <a:lnTo>
                    <a:pt x="1857433" y="1067915"/>
                  </a:lnTo>
                  <a:lnTo>
                    <a:pt x="1857429" y="1067912"/>
                  </a:lnTo>
                  <a:lnTo>
                    <a:pt x="1857381" y="1067879"/>
                  </a:lnTo>
                  <a:lnTo>
                    <a:pt x="1857082" y="1067675"/>
                  </a:lnTo>
                  <a:lnTo>
                    <a:pt x="1857018" y="1067578"/>
                  </a:lnTo>
                  <a:lnTo>
                    <a:pt x="1857029" y="1067547"/>
                  </a:lnTo>
                  <a:lnTo>
                    <a:pt x="1857057" y="1067537"/>
                  </a:lnTo>
                  <a:lnTo>
                    <a:pt x="1856772" y="1066912"/>
                  </a:lnTo>
                  <a:lnTo>
                    <a:pt x="1856648" y="1066585"/>
                  </a:lnTo>
                  <a:lnTo>
                    <a:pt x="1856548" y="1066347"/>
                  </a:lnTo>
                  <a:lnTo>
                    <a:pt x="1856356" y="1066006"/>
                  </a:lnTo>
                  <a:lnTo>
                    <a:pt x="1856247" y="1065813"/>
                  </a:lnTo>
                  <a:lnTo>
                    <a:pt x="1856113" y="1065484"/>
                  </a:lnTo>
                  <a:lnTo>
                    <a:pt x="1856055" y="1065255"/>
                  </a:lnTo>
                  <a:lnTo>
                    <a:pt x="1856090" y="1064771"/>
                  </a:lnTo>
                  <a:lnTo>
                    <a:pt x="1856108" y="1064703"/>
                  </a:lnTo>
                  <a:lnTo>
                    <a:pt x="1856043" y="1064216"/>
                  </a:lnTo>
                  <a:lnTo>
                    <a:pt x="1856022" y="1064134"/>
                  </a:lnTo>
                  <a:lnTo>
                    <a:pt x="1855846" y="1064155"/>
                  </a:lnTo>
                  <a:lnTo>
                    <a:pt x="1855760" y="1064198"/>
                  </a:lnTo>
                  <a:lnTo>
                    <a:pt x="1855658" y="1064249"/>
                  </a:lnTo>
                  <a:lnTo>
                    <a:pt x="1855620" y="1064360"/>
                  </a:lnTo>
                  <a:lnTo>
                    <a:pt x="1855607" y="1064374"/>
                  </a:lnTo>
                  <a:lnTo>
                    <a:pt x="1855600" y="1064382"/>
                  </a:lnTo>
                  <a:lnTo>
                    <a:pt x="1855454" y="1064479"/>
                  </a:lnTo>
                  <a:lnTo>
                    <a:pt x="1855284" y="1064564"/>
                  </a:lnTo>
                  <a:lnTo>
                    <a:pt x="1855258" y="1064553"/>
                  </a:lnTo>
                  <a:lnTo>
                    <a:pt x="1855219" y="1064503"/>
                  </a:lnTo>
                  <a:lnTo>
                    <a:pt x="1855191" y="1064454"/>
                  </a:lnTo>
                  <a:lnTo>
                    <a:pt x="1854858" y="1064385"/>
                  </a:lnTo>
                  <a:lnTo>
                    <a:pt x="1854745" y="1064378"/>
                  </a:lnTo>
                  <a:lnTo>
                    <a:pt x="1854667" y="1064342"/>
                  </a:lnTo>
                  <a:lnTo>
                    <a:pt x="1854603" y="1064265"/>
                  </a:lnTo>
                  <a:lnTo>
                    <a:pt x="1854519" y="1064181"/>
                  </a:lnTo>
                  <a:lnTo>
                    <a:pt x="1854325" y="1064022"/>
                  </a:lnTo>
                  <a:lnTo>
                    <a:pt x="1854316" y="1064015"/>
                  </a:lnTo>
                  <a:lnTo>
                    <a:pt x="1853890" y="1063774"/>
                  </a:lnTo>
                  <a:lnTo>
                    <a:pt x="1853873" y="1063765"/>
                  </a:lnTo>
                  <a:lnTo>
                    <a:pt x="1853823" y="1063746"/>
                  </a:lnTo>
                  <a:lnTo>
                    <a:pt x="1853743" y="1063732"/>
                  </a:lnTo>
                  <a:lnTo>
                    <a:pt x="1853710" y="1063735"/>
                  </a:lnTo>
                  <a:lnTo>
                    <a:pt x="1853651" y="1063739"/>
                  </a:lnTo>
                  <a:lnTo>
                    <a:pt x="1853468" y="1063767"/>
                  </a:lnTo>
                  <a:lnTo>
                    <a:pt x="1853398" y="1063792"/>
                  </a:lnTo>
                  <a:lnTo>
                    <a:pt x="1853387" y="1063796"/>
                  </a:lnTo>
                  <a:lnTo>
                    <a:pt x="1853336" y="1063822"/>
                  </a:lnTo>
                  <a:lnTo>
                    <a:pt x="1853269" y="1063906"/>
                  </a:lnTo>
                  <a:lnTo>
                    <a:pt x="1853251" y="1063962"/>
                  </a:lnTo>
                  <a:lnTo>
                    <a:pt x="1853256" y="1064077"/>
                  </a:lnTo>
                  <a:lnTo>
                    <a:pt x="1853245" y="1064095"/>
                  </a:lnTo>
                  <a:lnTo>
                    <a:pt x="1853228" y="1064098"/>
                  </a:lnTo>
                  <a:lnTo>
                    <a:pt x="1853192" y="1064093"/>
                  </a:lnTo>
                  <a:lnTo>
                    <a:pt x="1852860" y="1064027"/>
                  </a:lnTo>
                  <a:lnTo>
                    <a:pt x="1852845" y="1064034"/>
                  </a:lnTo>
                  <a:lnTo>
                    <a:pt x="1852845" y="1064047"/>
                  </a:lnTo>
                  <a:lnTo>
                    <a:pt x="1852844" y="1064066"/>
                  </a:lnTo>
                  <a:lnTo>
                    <a:pt x="1853040" y="1064161"/>
                  </a:lnTo>
                  <a:lnTo>
                    <a:pt x="1853164" y="1064188"/>
                  </a:lnTo>
                  <a:lnTo>
                    <a:pt x="1853295" y="1064158"/>
                  </a:lnTo>
                  <a:lnTo>
                    <a:pt x="1853318" y="1064140"/>
                  </a:lnTo>
                  <a:lnTo>
                    <a:pt x="1853311" y="1064067"/>
                  </a:lnTo>
                  <a:lnTo>
                    <a:pt x="1853334" y="1064003"/>
                  </a:lnTo>
                  <a:lnTo>
                    <a:pt x="1853352" y="1063951"/>
                  </a:lnTo>
                  <a:lnTo>
                    <a:pt x="1853397" y="1063901"/>
                  </a:lnTo>
                  <a:lnTo>
                    <a:pt x="1853438" y="1063871"/>
                  </a:lnTo>
                  <a:lnTo>
                    <a:pt x="1853480" y="1063857"/>
                  </a:lnTo>
                  <a:lnTo>
                    <a:pt x="1853521" y="1063853"/>
                  </a:lnTo>
                  <a:lnTo>
                    <a:pt x="1853632" y="1063854"/>
                  </a:lnTo>
                  <a:lnTo>
                    <a:pt x="1853696" y="1063879"/>
                  </a:lnTo>
                  <a:lnTo>
                    <a:pt x="1853994" y="1064130"/>
                  </a:lnTo>
                  <a:lnTo>
                    <a:pt x="1854106" y="1064234"/>
                  </a:lnTo>
                  <a:lnTo>
                    <a:pt x="1854133" y="1064277"/>
                  </a:lnTo>
                  <a:lnTo>
                    <a:pt x="1854145" y="1064398"/>
                  </a:lnTo>
                  <a:lnTo>
                    <a:pt x="1854146" y="1064404"/>
                  </a:lnTo>
                  <a:lnTo>
                    <a:pt x="1854440" y="1064581"/>
                  </a:lnTo>
                  <a:lnTo>
                    <a:pt x="1854858" y="1064877"/>
                  </a:lnTo>
                  <a:lnTo>
                    <a:pt x="1854958" y="1064957"/>
                  </a:lnTo>
                  <a:lnTo>
                    <a:pt x="1855059" y="1065064"/>
                  </a:lnTo>
                  <a:lnTo>
                    <a:pt x="1855137" y="1065164"/>
                  </a:lnTo>
                  <a:lnTo>
                    <a:pt x="1855191" y="1065232"/>
                  </a:lnTo>
                  <a:lnTo>
                    <a:pt x="1855204" y="1065248"/>
                  </a:lnTo>
                  <a:lnTo>
                    <a:pt x="1855183" y="1065341"/>
                  </a:lnTo>
                  <a:lnTo>
                    <a:pt x="1855081" y="1065547"/>
                  </a:lnTo>
                  <a:lnTo>
                    <a:pt x="1855264" y="1065668"/>
                  </a:lnTo>
                  <a:lnTo>
                    <a:pt x="1855343" y="1065837"/>
                  </a:lnTo>
                  <a:lnTo>
                    <a:pt x="1855330" y="1065862"/>
                  </a:lnTo>
                  <a:lnTo>
                    <a:pt x="1855304" y="1065912"/>
                  </a:lnTo>
                  <a:lnTo>
                    <a:pt x="1855292" y="1065935"/>
                  </a:lnTo>
                  <a:lnTo>
                    <a:pt x="1855284" y="1065952"/>
                  </a:lnTo>
                  <a:lnTo>
                    <a:pt x="1855173" y="1066166"/>
                  </a:lnTo>
                  <a:lnTo>
                    <a:pt x="1855128" y="1066205"/>
                  </a:lnTo>
                  <a:lnTo>
                    <a:pt x="1855121" y="1066212"/>
                  </a:lnTo>
                  <a:lnTo>
                    <a:pt x="1855089" y="1066202"/>
                  </a:lnTo>
                  <a:lnTo>
                    <a:pt x="1855072" y="1066193"/>
                  </a:lnTo>
                  <a:lnTo>
                    <a:pt x="1854861" y="1066079"/>
                  </a:lnTo>
                  <a:lnTo>
                    <a:pt x="1854777" y="1065973"/>
                  </a:lnTo>
                  <a:lnTo>
                    <a:pt x="1854770" y="1065965"/>
                  </a:lnTo>
                  <a:lnTo>
                    <a:pt x="1854732" y="1065931"/>
                  </a:lnTo>
                  <a:lnTo>
                    <a:pt x="1854550" y="1065961"/>
                  </a:lnTo>
                  <a:lnTo>
                    <a:pt x="1854070" y="1066090"/>
                  </a:lnTo>
                  <a:lnTo>
                    <a:pt x="1854083" y="1066126"/>
                  </a:lnTo>
                  <a:lnTo>
                    <a:pt x="1854070" y="1066149"/>
                  </a:lnTo>
                  <a:lnTo>
                    <a:pt x="1853930" y="1066170"/>
                  </a:lnTo>
                  <a:lnTo>
                    <a:pt x="1853916" y="1066169"/>
                  </a:lnTo>
                  <a:lnTo>
                    <a:pt x="1853491" y="1066156"/>
                  </a:lnTo>
                  <a:lnTo>
                    <a:pt x="1853439" y="1066221"/>
                  </a:lnTo>
                  <a:lnTo>
                    <a:pt x="1853431" y="1066230"/>
                  </a:lnTo>
                  <a:lnTo>
                    <a:pt x="1853433" y="1066234"/>
                  </a:lnTo>
                  <a:lnTo>
                    <a:pt x="1853444" y="1066262"/>
                  </a:lnTo>
                  <a:lnTo>
                    <a:pt x="1853447" y="1066284"/>
                  </a:lnTo>
                  <a:lnTo>
                    <a:pt x="1853448" y="1066296"/>
                  </a:lnTo>
                  <a:lnTo>
                    <a:pt x="1853437" y="1066619"/>
                  </a:lnTo>
                  <a:lnTo>
                    <a:pt x="1853417" y="1066699"/>
                  </a:lnTo>
                  <a:lnTo>
                    <a:pt x="1853397" y="1066774"/>
                  </a:lnTo>
                  <a:lnTo>
                    <a:pt x="1853388" y="1066809"/>
                  </a:lnTo>
                  <a:lnTo>
                    <a:pt x="1853354" y="1066888"/>
                  </a:lnTo>
                  <a:lnTo>
                    <a:pt x="1853322" y="1066930"/>
                  </a:lnTo>
                  <a:lnTo>
                    <a:pt x="1853219" y="1066992"/>
                  </a:lnTo>
                  <a:lnTo>
                    <a:pt x="1853153" y="1067019"/>
                  </a:lnTo>
                  <a:lnTo>
                    <a:pt x="1853132" y="1067023"/>
                  </a:lnTo>
                  <a:lnTo>
                    <a:pt x="1853122" y="1067026"/>
                  </a:lnTo>
                  <a:lnTo>
                    <a:pt x="1853045" y="1067074"/>
                  </a:lnTo>
                  <a:lnTo>
                    <a:pt x="1853142" y="1067658"/>
                  </a:lnTo>
                  <a:lnTo>
                    <a:pt x="1853188" y="1067657"/>
                  </a:lnTo>
                  <a:lnTo>
                    <a:pt x="1853212" y="1067646"/>
                  </a:lnTo>
                  <a:lnTo>
                    <a:pt x="1853334" y="1067639"/>
                  </a:lnTo>
                  <a:lnTo>
                    <a:pt x="1853486" y="1067714"/>
                  </a:lnTo>
                  <a:lnTo>
                    <a:pt x="1853507" y="1067743"/>
                  </a:lnTo>
                  <a:lnTo>
                    <a:pt x="1853536" y="1067823"/>
                  </a:lnTo>
                  <a:lnTo>
                    <a:pt x="1853542" y="1067990"/>
                  </a:lnTo>
                  <a:lnTo>
                    <a:pt x="1854088" y="1068473"/>
                  </a:lnTo>
                  <a:lnTo>
                    <a:pt x="1854158" y="1068534"/>
                  </a:lnTo>
                  <a:lnTo>
                    <a:pt x="1854197" y="1068477"/>
                  </a:lnTo>
                  <a:lnTo>
                    <a:pt x="1854275" y="1068386"/>
                  </a:lnTo>
                  <a:lnTo>
                    <a:pt x="1854315" y="1068364"/>
                  </a:lnTo>
                  <a:lnTo>
                    <a:pt x="1854384" y="1068341"/>
                  </a:lnTo>
                  <a:lnTo>
                    <a:pt x="1854959" y="1068410"/>
                  </a:lnTo>
                  <a:lnTo>
                    <a:pt x="1854983" y="1068443"/>
                  </a:lnTo>
                  <a:lnTo>
                    <a:pt x="1854987" y="1068469"/>
                  </a:lnTo>
                  <a:lnTo>
                    <a:pt x="1854946" y="1068652"/>
                  </a:lnTo>
                  <a:lnTo>
                    <a:pt x="1854893" y="1068971"/>
                  </a:lnTo>
                  <a:lnTo>
                    <a:pt x="1854891" y="1068984"/>
                  </a:lnTo>
                  <a:lnTo>
                    <a:pt x="1855358" y="1069082"/>
                  </a:lnTo>
                  <a:lnTo>
                    <a:pt x="1855416" y="1069073"/>
                  </a:lnTo>
                  <a:lnTo>
                    <a:pt x="1855423" y="1069057"/>
                  </a:lnTo>
                  <a:lnTo>
                    <a:pt x="1855480" y="1069009"/>
                  </a:lnTo>
                  <a:lnTo>
                    <a:pt x="1855572" y="1069004"/>
                  </a:lnTo>
                  <a:lnTo>
                    <a:pt x="1855787" y="1068993"/>
                  </a:lnTo>
                  <a:lnTo>
                    <a:pt x="1855862" y="1069069"/>
                  </a:lnTo>
                  <a:lnTo>
                    <a:pt x="1855902" y="1069123"/>
                  </a:lnTo>
                  <a:lnTo>
                    <a:pt x="1855926" y="1069173"/>
                  </a:lnTo>
                  <a:lnTo>
                    <a:pt x="1855987" y="1069381"/>
                  </a:lnTo>
                  <a:lnTo>
                    <a:pt x="1855992" y="1069451"/>
                  </a:lnTo>
                  <a:lnTo>
                    <a:pt x="1855932" y="1069702"/>
                  </a:lnTo>
                  <a:lnTo>
                    <a:pt x="1854921" y="1069952"/>
                  </a:lnTo>
                  <a:lnTo>
                    <a:pt x="1854779" y="1069946"/>
                  </a:lnTo>
                  <a:lnTo>
                    <a:pt x="1854759" y="1069942"/>
                  </a:lnTo>
                  <a:lnTo>
                    <a:pt x="1854305" y="1069831"/>
                  </a:lnTo>
                  <a:lnTo>
                    <a:pt x="1854055" y="1069770"/>
                  </a:lnTo>
                  <a:lnTo>
                    <a:pt x="1853838" y="1069595"/>
                  </a:lnTo>
                  <a:lnTo>
                    <a:pt x="1853645" y="1069595"/>
                  </a:lnTo>
                  <a:lnTo>
                    <a:pt x="1853466" y="1069560"/>
                  </a:lnTo>
                  <a:lnTo>
                    <a:pt x="1852650" y="1069401"/>
                  </a:lnTo>
                  <a:lnTo>
                    <a:pt x="1852541" y="1069374"/>
                  </a:lnTo>
                  <a:lnTo>
                    <a:pt x="1852249" y="1069242"/>
                  </a:lnTo>
                  <a:lnTo>
                    <a:pt x="1852197" y="1069219"/>
                  </a:lnTo>
                  <a:lnTo>
                    <a:pt x="1852179" y="1069205"/>
                  </a:lnTo>
                  <a:lnTo>
                    <a:pt x="1852091" y="1069137"/>
                  </a:lnTo>
                  <a:lnTo>
                    <a:pt x="1852013" y="1069037"/>
                  </a:lnTo>
                  <a:lnTo>
                    <a:pt x="1851963" y="1068941"/>
                  </a:lnTo>
                  <a:lnTo>
                    <a:pt x="1851951" y="1068867"/>
                  </a:lnTo>
                  <a:lnTo>
                    <a:pt x="1851949" y="1068856"/>
                  </a:lnTo>
                  <a:lnTo>
                    <a:pt x="1851914" y="1068650"/>
                  </a:lnTo>
                  <a:lnTo>
                    <a:pt x="1851960" y="1068528"/>
                  </a:lnTo>
                  <a:lnTo>
                    <a:pt x="1851966" y="1068479"/>
                  </a:lnTo>
                  <a:lnTo>
                    <a:pt x="1851964" y="1068470"/>
                  </a:lnTo>
                  <a:lnTo>
                    <a:pt x="1851946" y="1068452"/>
                  </a:lnTo>
                  <a:lnTo>
                    <a:pt x="1851943" y="1068451"/>
                  </a:lnTo>
                  <a:lnTo>
                    <a:pt x="1851929" y="1068447"/>
                  </a:lnTo>
                  <a:lnTo>
                    <a:pt x="1851900" y="1068450"/>
                  </a:lnTo>
                  <a:lnTo>
                    <a:pt x="1851876" y="1068483"/>
                  </a:lnTo>
                  <a:lnTo>
                    <a:pt x="1851869" y="1068508"/>
                  </a:lnTo>
                  <a:lnTo>
                    <a:pt x="1851845" y="1068596"/>
                  </a:lnTo>
                  <a:lnTo>
                    <a:pt x="1851816" y="1068616"/>
                  </a:lnTo>
                  <a:lnTo>
                    <a:pt x="1851757" y="1068598"/>
                  </a:lnTo>
                  <a:lnTo>
                    <a:pt x="1851622" y="1068556"/>
                  </a:lnTo>
                  <a:lnTo>
                    <a:pt x="1851596" y="1068548"/>
                  </a:lnTo>
                  <a:lnTo>
                    <a:pt x="1851571" y="1068562"/>
                  </a:lnTo>
                  <a:lnTo>
                    <a:pt x="1851487" y="1068674"/>
                  </a:lnTo>
                  <a:lnTo>
                    <a:pt x="1851415" y="1068695"/>
                  </a:lnTo>
                  <a:lnTo>
                    <a:pt x="1851370" y="1068718"/>
                  </a:lnTo>
                  <a:lnTo>
                    <a:pt x="1851335" y="1068753"/>
                  </a:lnTo>
                  <a:lnTo>
                    <a:pt x="1851333" y="1068819"/>
                  </a:lnTo>
                  <a:lnTo>
                    <a:pt x="1851282" y="1068997"/>
                  </a:lnTo>
                  <a:lnTo>
                    <a:pt x="1851213" y="1069056"/>
                  </a:lnTo>
                  <a:lnTo>
                    <a:pt x="1851180" y="1069064"/>
                  </a:lnTo>
                  <a:lnTo>
                    <a:pt x="1851092" y="1069028"/>
                  </a:lnTo>
                  <a:lnTo>
                    <a:pt x="1851023" y="1069006"/>
                  </a:lnTo>
                  <a:lnTo>
                    <a:pt x="1850984" y="1069014"/>
                  </a:lnTo>
                  <a:lnTo>
                    <a:pt x="1850971" y="1069017"/>
                  </a:lnTo>
                  <a:lnTo>
                    <a:pt x="1850913" y="1069063"/>
                  </a:lnTo>
                  <a:lnTo>
                    <a:pt x="1850884" y="1069083"/>
                  </a:lnTo>
                  <a:lnTo>
                    <a:pt x="1850854" y="1069104"/>
                  </a:lnTo>
                  <a:lnTo>
                    <a:pt x="1850834" y="1069106"/>
                  </a:lnTo>
                  <a:lnTo>
                    <a:pt x="1850785" y="1069106"/>
                  </a:lnTo>
                  <a:lnTo>
                    <a:pt x="1850771" y="1069099"/>
                  </a:lnTo>
                  <a:lnTo>
                    <a:pt x="1850755" y="1069079"/>
                  </a:lnTo>
                  <a:lnTo>
                    <a:pt x="1850752" y="1069067"/>
                  </a:lnTo>
                  <a:lnTo>
                    <a:pt x="1850711" y="1068941"/>
                  </a:lnTo>
                  <a:lnTo>
                    <a:pt x="1850635" y="1068822"/>
                  </a:lnTo>
                  <a:lnTo>
                    <a:pt x="1850506" y="1068670"/>
                  </a:lnTo>
                  <a:lnTo>
                    <a:pt x="1850425" y="1068593"/>
                  </a:lnTo>
                  <a:lnTo>
                    <a:pt x="1850348" y="1068551"/>
                  </a:lnTo>
                  <a:lnTo>
                    <a:pt x="1849883" y="1068542"/>
                  </a:lnTo>
                  <a:lnTo>
                    <a:pt x="1849880" y="1068550"/>
                  </a:lnTo>
                  <a:lnTo>
                    <a:pt x="1849849" y="1068628"/>
                  </a:lnTo>
                  <a:lnTo>
                    <a:pt x="1849755" y="1068783"/>
                  </a:lnTo>
                  <a:lnTo>
                    <a:pt x="1849748" y="1068794"/>
                  </a:lnTo>
                  <a:lnTo>
                    <a:pt x="1849744" y="1068840"/>
                  </a:lnTo>
                  <a:lnTo>
                    <a:pt x="1849742" y="1068866"/>
                  </a:lnTo>
                  <a:lnTo>
                    <a:pt x="1849745" y="1068900"/>
                  </a:lnTo>
                  <a:lnTo>
                    <a:pt x="1849766" y="1068914"/>
                  </a:lnTo>
                  <a:lnTo>
                    <a:pt x="1849839" y="1068909"/>
                  </a:lnTo>
                  <a:lnTo>
                    <a:pt x="1849888" y="1068914"/>
                  </a:lnTo>
                  <a:lnTo>
                    <a:pt x="1850015" y="1068929"/>
                  </a:lnTo>
                  <a:lnTo>
                    <a:pt x="1850195" y="1068986"/>
                  </a:lnTo>
                  <a:lnTo>
                    <a:pt x="1850553" y="1069210"/>
                  </a:lnTo>
                  <a:lnTo>
                    <a:pt x="1850604" y="1069265"/>
                  </a:lnTo>
                  <a:lnTo>
                    <a:pt x="1850631" y="1069492"/>
                  </a:lnTo>
                  <a:lnTo>
                    <a:pt x="1850690" y="1069762"/>
                  </a:lnTo>
                  <a:lnTo>
                    <a:pt x="1850693" y="1069776"/>
                  </a:lnTo>
                  <a:lnTo>
                    <a:pt x="1850759" y="1069788"/>
                  </a:lnTo>
                  <a:lnTo>
                    <a:pt x="1850873" y="1069783"/>
                  </a:lnTo>
                  <a:lnTo>
                    <a:pt x="1850994" y="1069627"/>
                  </a:lnTo>
                  <a:lnTo>
                    <a:pt x="1851020" y="1069615"/>
                  </a:lnTo>
                  <a:lnTo>
                    <a:pt x="1851700" y="1069805"/>
                  </a:lnTo>
                  <a:lnTo>
                    <a:pt x="1851879" y="1069833"/>
                  </a:lnTo>
                  <a:lnTo>
                    <a:pt x="1852076" y="1069838"/>
                  </a:lnTo>
                  <a:lnTo>
                    <a:pt x="1852120" y="1069844"/>
                  </a:lnTo>
                  <a:lnTo>
                    <a:pt x="1852138" y="1069870"/>
                  </a:lnTo>
                  <a:lnTo>
                    <a:pt x="1852138" y="1069887"/>
                  </a:lnTo>
                  <a:lnTo>
                    <a:pt x="1852139" y="1070405"/>
                  </a:lnTo>
                  <a:lnTo>
                    <a:pt x="1852217" y="1070475"/>
                  </a:lnTo>
                  <a:lnTo>
                    <a:pt x="1852488" y="1070584"/>
                  </a:lnTo>
                  <a:lnTo>
                    <a:pt x="1852545" y="1070583"/>
                  </a:lnTo>
                  <a:lnTo>
                    <a:pt x="1852820" y="1070549"/>
                  </a:lnTo>
                  <a:lnTo>
                    <a:pt x="1853000" y="1070513"/>
                  </a:lnTo>
                  <a:lnTo>
                    <a:pt x="1853416" y="1070415"/>
                  </a:lnTo>
                  <a:lnTo>
                    <a:pt x="1853988" y="1070626"/>
                  </a:lnTo>
                  <a:lnTo>
                    <a:pt x="1854008" y="1070665"/>
                  </a:lnTo>
                  <a:lnTo>
                    <a:pt x="1853995" y="1070727"/>
                  </a:lnTo>
                  <a:lnTo>
                    <a:pt x="1853999" y="1070743"/>
                  </a:lnTo>
                  <a:lnTo>
                    <a:pt x="1854070" y="1070808"/>
                  </a:lnTo>
                  <a:lnTo>
                    <a:pt x="1854164" y="1070894"/>
                  </a:lnTo>
                  <a:lnTo>
                    <a:pt x="1854176" y="1070905"/>
                  </a:lnTo>
                  <a:lnTo>
                    <a:pt x="1854214" y="1070907"/>
                  </a:lnTo>
                  <a:lnTo>
                    <a:pt x="1854619" y="1070818"/>
                  </a:lnTo>
                  <a:lnTo>
                    <a:pt x="1854815" y="1070750"/>
                  </a:lnTo>
                  <a:lnTo>
                    <a:pt x="1854969" y="1070737"/>
                  </a:lnTo>
                  <a:lnTo>
                    <a:pt x="1855142" y="1070748"/>
                  </a:lnTo>
                  <a:lnTo>
                    <a:pt x="1855250" y="1070774"/>
                  </a:lnTo>
                  <a:lnTo>
                    <a:pt x="1855490" y="1070848"/>
                  </a:lnTo>
                  <a:lnTo>
                    <a:pt x="1855850" y="1070975"/>
                  </a:lnTo>
                  <a:lnTo>
                    <a:pt x="1855897" y="1070996"/>
                  </a:lnTo>
                  <a:lnTo>
                    <a:pt x="1855996" y="1071080"/>
                  </a:lnTo>
                  <a:lnTo>
                    <a:pt x="1856283" y="1071246"/>
                  </a:lnTo>
                  <a:lnTo>
                    <a:pt x="1856450" y="1071299"/>
                  </a:lnTo>
                  <a:lnTo>
                    <a:pt x="1856578" y="1071328"/>
                  </a:lnTo>
                  <a:lnTo>
                    <a:pt x="1856648" y="1071332"/>
                  </a:lnTo>
                  <a:lnTo>
                    <a:pt x="1856904" y="1071310"/>
                  </a:lnTo>
                  <a:lnTo>
                    <a:pt x="1856917" y="1071308"/>
                  </a:lnTo>
                  <a:lnTo>
                    <a:pt x="1856923" y="1071305"/>
                  </a:lnTo>
                  <a:lnTo>
                    <a:pt x="1856938" y="1071264"/>
                  </a:lnTo>
                  <a:lnTo>
                    <a:pt x="1857532" y="1071346"/>
                  </a:lnTo>
                  <a:lnTo>
                    <a:pt x="1857684" y="1071353"/>
                  </a:lnTo>
                  <a:lnTo>
                    <a:pt x="1857749" y="1071339"/>
                  </a:lnTo>
                  <a:lnTo>
                    <a:pt x="1857790" y="1071301"/>
                  </a:lnTo>
                  <a:lnTo>
                    <a:pt x="1857903" y="1071309"/>
                  </a:lnTo>
                  <a:lnTo>
                    <a:pt x="1857952" y="1071358"/>
                  </a:lnTo>
                  <a:lnTo>
                    <a:pt x="1857957" y="1071389"/>
                  </a:lnTo>
                  <a:lnTo>
                    <a:pt x="1857733" y="1071617"/>
                  </a:lnTo>
                  <a:lnTo>
                    <a:pt x="1857337" y="1071807"/>
                  </a:lnTo>
                  <a:lnTo>
                    <a:pt x="1857138" y="1072457"/>
                  </a:lnTo>
                  <a:lnTo>
                    <a:pt x="1857131" y="1072536"/>
                  </a:lnTo>
                  <a:lnTo>
                    <a:pt x="1857149" y="1072579"/>
                  </a:lnTo>
                  <a:lnTo>
                    <a:pt x="1857253" y="1072749"/>
                  </a:lnTo>
                  <a:lnTo>
                    <a:pt x="1857251" y="1072966"/>
                  </a:lnTo>
                  <a:lnTo>
                    <a:pt x="1857190" y="1073147"/>
                  </a:lnTo>
                  <a:lnTo>
                    <a:pt x="1857176" y="1073233"/>
                  </a:lnTo>
                  <a:lnTo>
                    <a:pt x="1857414" y="1073423"/>
                  </a:lnTo>
                  <a:lnTo>
                    <a:pt x="1857459" y="1073437"/>
                  </a:lnTo>
                  <a:lnTo>
                    <a:pt x="1857502" y="1073434"/>
                  </a:lnTo>
                  <a:lnTo>
                    <a:pt x="1857512" y="1073443"/>
                  </a:lnTo>
                  <a:lnTo>
                    <a:pt x="1857513" y="1073451"/>
                  </a:lnTo>
                  <a:lnTo>
                    <a:pt x="1857495" y="1073509"/>
                  </a:lnTo>
                  <a:lnTo>
                    <a:pt x="1857353" y="1073841"/>
                  </a:lnTo>
                  <a:lnTo>
                    <a:pt x="1857232" y="1074027"/>
                  </a:lnTo>
                  <a:lnTo>
                    <a:pt x="1857199" y="1074063"/>
                  </a:lnTo>
                  <a:lnTo>
                    <a:pt x="1857179" y="1074069"/>
                  </a:lnTo>
                  <a:lnTo>
                    <a:pt x="1856965" y="1074069"/>
                  </a:lnTo>
                  <a:lnTo>
                    <a:pt x="1856670" y="1074059"/>
                  </a:lnTo>
                  <a:lnTo>
                    <a:pt x="1856522" y="1074046"/>
                  </a:lnTo>
                  <a:lnTo>
                    <a:pt x="1856420" y="1073943"/>
                  </a:lnTo>
                  <a:lnTo>
                    <a:pt x="1856224" y="1073969"/>
                  </a:lnTo>
                  <a:lnTo>
                    <a:pt x="1856134" y="1074011"/>
                  </a:lnTo>
                  <a:lnTo>
                    <a:pt x="1855761" y="1074097"/>
                  </a:lnTo>
                  <a:lnTo>
                    <a:pt x="1855641" y="1074086"/>
                  </a:lnTo>
                  <a:lnTo>
                    <a:pt x="1855555" y="1074062"/>
                  </a:lnTo>
                  <a:lnTo>
                    <a:pt x="1855546" y="1074051"/>
                  </a:lnTo>
                  <a:lnTo>
                    <a:pt x="1855542" y="1074003"/>
                  </a:lnTo>
                  <a:lnTo>
                    <a:pt x="1855526" y="1073970"/>
                  </a:lnTo>
                  <a:lnTo>
                    <a:pt x="1855468" y="1073880"/>
                  </a:lnTo>
                  <a:lnTo>
                    <a:pt x="1855191" y="1073572"/>
                  </a:lnTo>
                  <a:lnTo>
                    <a:pt x="1855113" y="1073485"/>
                  </a:lnTo>
                  <a:lnTo>
                    <a:pt x="1854553" y="1073487"/>
                  </a:lnTo>
                  <a:lnTo>
                    <a:pt x="1854460" y="1073487"/>
                  </a:lnTo>
                  <a:lnTo>
                    <a:pt x="1854446" y="1073489"/>
                  </a:lnTo>
                  <a:lnTo>
                    <a:pt x="1854001" y="1073547"/>
                  </a:lnTo>
                  <a:lnTo>
                    <a:pt x="1853970" y="1073556"/>
                  </a:lnTo>
                  <a:lnTo>
                    <a:pt x="1853886" y="1073580"/>
                  </a:lnTo>
                  <a:lnTo>
                    <a:pt x="1853790" y="1073677"/>
                  </a:lnTo>
                  <a:lnTo>
                    <a:pt x="1853698" y="1073975"/>
                  </a:lnTo>
                  <a:lnTo>
                    <a:pt x="1853703" y="1074011"/>
                  </a:lnTo>
                  <a:lnTo>
                    <a:pt x="1853813" y="1074235"/>
                  </a:lnTo>
                  <a:lnTo>
                    <a:pt x="1853866" y="1074228"/>
                  </a:lnTo>
                  <a:lnTo>
                    <a:pt x="1853888" y="1074242"/>
                  </a:lnTo>
                  <a:lnTo>
                    <a:pt x="1853904" y="1074384"/>
                  </a:lnTo>
                  <a:lnTo>
                    <a:pt x="1853902" y="1074457"/>
                  </a:lnTo>
                  <a:lnTo>
                    <a:pt x="1853625" y="1074896"/>
                  </a:lnTo>
                  <a:lnTo>
                    <a:pt x="1853512" y="1074986"/>
                  </a:lnTo>
                  <a:lnTo>
                    <a:pt x="1853422" y="1075007"/>
                  </a:lnTo>
                  <a:lnTo>
                    <a:pt x="1853303" y="1075305"/>
                  </a:lnTo>
                  <a:lnTo>
                    <a:pt x="1853321" y="1075813"/>
                  </a:lnTo>
                  <a:lnTo>
                    <a:pt x="1853328" y="1075823"/>
                  </a:lnTo>
                  <a:lnTo>
                    <a:pt x="1853333" y="1075826"/>
                  </a:lnTo>
                  <a:lnTo>
                    <a:pt x="1853429" y="1075876"/>
                  </a:lnTo>
                  <a:lnTo>
                    <a:pt x="1854289" y="1075446"/>
                  </a:lnTo>
                  <a:lnTo>
                    <a:pt x="1854418" y="1075371"/>
                  </a:lnTo>
                  <a:lnTo>
                    <a:pt x="1854480" y="1075283"/>
                  </a:lnTo>
                  <a:lnTo>
                    <a:pt x="1854482" y="1075267"/>
                  </a:lnTo>
                  <a:lnTo>
                    <a:pt x="1854460" y="1075236"/>
                  </a:lnTo>
                  <a:lnTo>
                    <a:pt x="1854233" y="1075064"/>
                  </a:lnTo>
                  <a:lnTo>
                    <a:pt x="1854004" y="1074856"/>
                  </a:lnTo>
                  <a:lnTo>
                    <a:pt x="1854073" y="1074733"/>
                  </a:lnTo>
                  <a:lnTo>
                    <a:pt x="1854090" y="1074588"/>
                  </a:lnTo>
                  <a:lnTo>
                    <a:pt x="1854088" y="1074326"/>
                  </a:lnTo>
                  <a:lnTo>
                    <a:pt x="1854053" y="1074058"/>
                  </a:lnTo>
                  <a:lnTo>
                    <a:pt x="1854072" y="1074019"/>
                  </a:lnTo>
                  <a:lnTo>
                    <a:pt x="1854091" y="1073959"/>
                  </a:lnTo>
                  <a:lnTo>
                    <a:pt x="1854137" y="1073887"/>
                  </a:lnTo>
                  <a:lnTo>
                    <a:pt x="1854281" y="1073766"/>
                  </a:lnTo>
                  <a:lnTo>
                    <a:pt x="1854362" y="1073728"/>
                  </a:lnTo>
                  <a:lnTo>
                    <a:pt x="1854443" y="1073711"/>
                  </a:lnTo>
                  <a:lnTo>
                    <a:pt x="1854833" y="1073705"/>
                  </a:lnTo>
                  <a:lnTo>
                    <a:pt x="1854880" y="1073716"/>
                  </a:lnTo>
                  <a:lnTo>
                    <a:pt x="1855075" y="1073799"/>
                  </a:lnTo>
                  <a:lnTo>
                    <a:pt x="1855082" y="1073795"/>
                  </a:lnTo>
                  <a:lnTo>
                    <a:pt x="1855284" y="1074018"/>
                  </a:lnTo>
                  <a:lnTo>
                    <a:pt x="1855361" y="1074124"/>
                  </a:lnTo>
                  <a:lnTo>
                    <a:pt x="1855420" y="1074192"/>
                  </a:lnTo>
                  <a:lnTo>
                    <a:pt x="1855529" y="1074262"/>
                  </a:lnTo>
                  <a:lnTo>
                    <a:pt x="1855742" y="1074356"/>
                  </a:lnTo>
                  <a:lnTo>
                    <a:pt x="1855842" y="1074359"/>
                  </a:lnTo>
                  <a:lnTo>
                    <a:pt x="1855974" y="1074352"/>
                  </a:lnTo>
                  <a:lnTo>
                    <a:pt x="1855995" y="1074346"/>
                  </a:lnTo>
                  <a:lnTo>
                    <a:pt x="1856126" y="1074306"/>
                  </a:lnTo>
                  <a:lnTo>
                    <a:pt x="1856206" y="1074267"/>
                  </a:lnTo>
                  <a:lnTo>
                    <a:pt x="1856326" y="1074167"/>
                  </a:lnTo>
                  <a:lnTo>
                    <a:pt x="1856782" y="1074272"/>
                  </a:lnTo>
                  <a:lnTo>
                    <a:pt x="1856896" y="1074285"/>
                  </a:lnTo>
                  <a:lnTo>
                    <a:pt x="1857013" y="1074282"/>
                  </a:lnTo>
                  <a:lnTo>
                    <a:pt x="1857080" y="1074273"/>
                  </a:lnTo>
                  <a:lnTo>
                    <a:pt x="1857240" y="1074233"/>
                  </a:lnTo>
                  <a:lnTo>
                    <a:pt x="1857357" y="1074174"/>
                  </a:lnTo>
                  <a:lnTo>
                    <a:pt x="1857472" y="1074092"/>
                  </a:lnTo>
                  <a:lnTo>
                    <a:pt x="1857824" y="1073754"/>
                  </a:lnTo>
                  <a:lnTo>
                    <a:pt x="1857851" y="1073711"/>
                  </a:lnTo>
                  <a:lnTo>
                    <a:pt x="1857869" y="1073665"/>
                  </a:lnTo>
                  <a:lnTo>
                    <a:pt x="1857898" y="1073633"/>
                  </a:lnTo>
                  <a:lnTo>
                    <a:pt x="1858018" y="1073597"/>
                  </a:lnTo>
                  <a:lnTo>
                    <a:pt x="1858312" y="1073545"/>
                  </a:lnTo>
                  <a:lnTo>
                    <a:pt x="1858436" y="1073555"/>
                  </a:lnTo>
                  <a:lnTo>
                    <a:pt x="1858470" y="1073585"/>
                  </a:lnTo>
                  <a:lnTo>
                    <a:pt x="1858510" y="1073771"/>
                  </a:lnTo>
                  <a:lnTo>
                    <a:pt x="1858534" y="1073884"/>
                  </a:lnTo>
                  <a:lnTo>
                    <a:pt x="1858541" y="1073900"/>
                  </a:lnTo>
                  <a:lnTo>
                    <a:pt x="1858557" y="1073900"/>
                  </a:lnTo>
                  <a:lnTo>
                    <a:pt x="1858586" y="1073899"/>
                  </a:lnTo>
                  <a:lnTo>
                    <a:pt x="1858611" y="1073897"/>
                  </a:lnTo>
                  <a:lnTo>
                    <a:pt x="1858642" y="1073895"/>
                  </a:lnTo>
                  <a:lnTo>
                    <a:pt x="1858661" y="1073896"/>
                  </a:lnTo>
                  <a:lnTo>
                    <a:pt x="1858678" y="1073904"/>
                  </a:lnTo>
                  <a:lnTo>
                    <a:pt x="1858700" y="1073916"/>
                  </a:lnTo>
                  <a:lnTo>
                    <a:pt x="1858713" y="1073923"/>
                  </a:lnTo>
                  <a:lnTo>
                    <a:pt x="1858770" y="1073957"/>
                  </a:lnTo>
                  <a:lnTo>
                    <a:pt x="1858787" y="1073966"/>
                  </a:lnTo>
                  <a:lnTo>
                    <a:pt x="1858806" y="1073970"/>
                  </a:lnTo>
                  <a:lnTo>
                    <a:pt x="1858826" y="1073973"/>
                  </a:lnTo>
                  <a:lnTo>
                    <a:pt x="1858920" y="1074028"/>
                  </a:lnTo>
                  <a:lnTo>
                    <a:pt x="1858940" y="1074044"/>
                  </a:lnTo>
                  <a:lnTo>
                    <a:pt x="1858952" y="1074055"/>
                  </a:lnTo>
                  <a:lnTo>
                    <a:pt x="1858957" y="1074067"/>
                  </a:lnTo>
                  <a:lnTo>
                    <a:pt x="1858959" y="1074092"/>
                  </a:lnTo>
                  <a:lnTo>
                    <a:pt x="1858965" y="1074175"/>
                  </a:lnTo>
                  <a:lnTo>
                    <a:pt x="1858967" y="1074207"/>
                  </a:lnTo>
                  <a:lnTo>
                    <a:pt x="1858966" y="1074219"/>
                  </a:lnTo>
                  <a:lnTo>
                    <a:pt x="1858961" y="1074229"/>
                  </a:lnTo>
                  <a:lnTo>
                    <a:pt x="1858956" y="1074234"/>
                  </a:lnTo>
                  <a:lnTo>
                    <a:pt x="1858951" y="1074239"/>
                  </a:lnTo>
                  <a:lnTo>
                    <a:pt x="1858946" y="1074246"/>
                  </a:lnTo>
                  <a:lnTo>
                    <a:pt x="1858944" y="1074256"/>
                  </a:lnTo>
                  <a:lnTo>
                    <a:pt x="1858948" y="1074264"/>
                  </a:lnTo>
                  <a:lnTo>
                    <a:pt x="1858965" y="1074282"/>
                  </a:lnTo>
                  <a:lnTo>
                    <a:pt x="1858979" y="1074290"/>
                  </a:lnTo>
                  <a:lnTo>
                    <a:pt x="1858990" y="1074319"/>
                  </a:lnTo>
                  <a:lnTo>
                    <a:pt x="1859000" y="1074390"/>
                  </a:lnTo>
                  <a:lnTo>
                    <a:pt x="1859002" y="1074409"/>
                  </a:lnTo>
                  <a:lnTo>
                    <a:pt x="1859016" y="1074395"/>
                  </a:lnTo>
                  <a:lnTo>
                    <a:pt x="1859037" y="1074373"/>
                  </a:lnTo>
                  <a:lnTo>
                    <a:pt x="1859069" y="1074376"/>
                  </a:lnTo>
                  <a:lnTo>
                    <a:pt x="1859088" y="1074386"/>
                  </a:lnTo>
                  <a:lnTo>
                    <a:pt x="1859290" y="1074605"/>
                  </a:lnTo>
                  <a:lnTo>
                    <a:pt x="1859296" y="1074629"/>
                  </a:lnTo>
                  <a:lnTo>
                    <a:pt x="1859286" y="1074672"/>
                  </a:lnTo>
                  <a:lnTo>
                    <a:pt x="1859275" y="1074688"/>
                  </a:lnTo>
                  <a:lnTo>
                    <a:pt x="1859162" y="1074735"/>
                  </a:lnTo>
                  <a:lnTo>
                    <a:pt x="1859103" y="1074741"/>
                  </a:lnTo>
                  <a:lnTo>
                    <a:pt x="1859089" y="1074755"/>
                  </a:lnTo>
                  <a:lnTo>
                    <a:pt x="1859071" y="1074864"/>
                  </a:lnTo>
                  <a:lnTo>
                    <a:pt x="1859070" y="1074913"/>
                  </a:lnTo>
                  <a:lnTo>
                    <a:pt x="1859079" y="1074974"/>
                  </a:lnTo>
                  <a:lnTo>
                    <a:pt x="1859096" y="1074994"/>
                  </a:lnTo>
                  <a:lnTo>
                    <a:pt x="1859114" y="1075001"/>
                  </a:lnTo>
                  <a:lnTo>
                    <a:pt x="1859177" y="1075008"/>
                  </a:lnTo>
                  <a:lnTo>
                    <a:pt x="1859255" y="1075010"/>
                  </a:lnTo>
                  <a:lnTo>
                    <a:pt x="1859340" y="1075026"/>
                  </a:lnTo>
                  <a:lnTo>
                    <a:pt x="1859398" y="1075048"/>
                  </a:lnTo>
                  <a:lnTo>
                    <a:pt x="1859436" y="1075048"/>
                  </a:lnTo>
                  <a:lnTo>
                    <a:pt x="1859521" y="1075027"/>
                  </a:lnTo>
                  <a:lnTo>
                    <a:pt x="1859576" y="1074951"/>
                  </a:lnTo>
                  <a:lnTo>
                    <a:pt x="1859634" y="1074940"/>
                  </a:lnTo>
                  <a:lnTo>
                    <a:pt x="1859709" y="1074952"/>
                  </a:lnTo>
                  <a:lnTo>
                    <a:pt x="1859775" y="1075021"/>
                  </a:lnTo>
                  <a:lnTo>
                    <a:pt x="1859915" y="1075150"/>
                  </a:lnTo>
                  <a:lnTo>
                    <a:pt x="1859927" y="1075222"/>
                  </a:lnTo>
                  <a:lnTo>
                    <a:pt x="1859929" y="1075235"/>
                  </a:lnTo>
                  <a:lnTo>
                    <a:pt x="1859914" y="1075271"/>
                  </a:lnTo>
                  <a:lnTo>
                    <a:pt x="1859723" y="1075293"/>
                  </a:lnTo>
                  <a:lnTo>
                    <a:pt x="1859584" y="1075202"/>
                  </a:lnTo>
                  <a:lnTo>
                    <a:pt x="1859486" y="1075180"/>
                  </a:lnTo>
                  <a:lnTo>
                    <a:pt x="1859332" y="1075147"/>
                  </a:lnTo>
                  <a:lnTo>
                    <a:pt x="1859135" y="1075194"/>
                  </a:lnTo>
                  <a:lnTo>
                    <a:pt x="1859071" y="1075205"/>
                  </a:lnTo>
                  <a:lnTo>
                    <a:pt x="1859033" y="1075233"/>
                  </a:lnTo>
                  <a:lnTo>
                    <a:pt x="1859009" y="1075289"/>
                  </a:lnTo>
                  <a:lnTo>
                    <a:pt x="1858997" y="1075398"/>
                  </a:lnTo>
                  <a:lnTo>
                    <a:pt x="1859010" y="1075434"/>
                  </a:lnTo>
                  <a:lnTo>
                    <a:pt x="1859109" y="1075619"/>
                  </a:lnTo>
                  <a:lnTo>
                    <a:pt x="1859114" y="1075628"/>
                  </a:lnTo>
                  <a:lnTo>
                    <a:pt x="1859222" y="1076334"/>
                  </a:lnTo>
                  <a:lnTo>
                    <a:pt x="1859208" y="1076351"/>
                  </a:lnTo>
                  <a:lnTo>
                    <a:pt x="1859063" y="1076387"/>
                  </a:lnTo>
                  <a:lnTo>
                    <a:pt x="1859046" y="1076391"/>
                  </a:lnTo>
                  <a:lnTo>
                    <a:pt x="1858755" y="1076563"/>
                  </a:lnTo>
                  <a:lnTo>
                    <a:pt x="1858532" y="1076786"/>
                  </a:lnTo>
                  <a:lnTo>
                    <a:pt x="1858531" y="1076824"/>
                  </a:lnTo>
                  <a:lnTo>
                    <a:pt x="1858584" y="1076929"/>
                  </a:lnTo>
                  <a:lnTo>
                    <a:pt x="1859109" y="1077370"/>
                  </a:lnTo>
                  <a:lnTo>
                    <a:pt x="1859387" y="1077532"/>
                  </a:lnTo>
                  <a:lnTo>
                    <a:pt x="1859443" y="1077491"/>
                  </a:lnTo>
                  <a:lnTo>
                    <a:pt x="1859498" y="1077441"/>
                  </a:lnTo>
                  <a:lnTo>
                    <a:pt x="1859525" y="1077389"/>
                  </a:lnTo>
                  <a:lnTo>
                    <a:pt x="1859544" y="1077236"/>
                  </a:lnTo>
                  <a:lnTo>
                    <a:pt x="1859546" y="1077219"/>
                  </a:lnTo>
                  <a:lnTo>
                    <a:pt x="1859576" y="1077161"/>
                  </a:lnTo>
                  <a:lnTo>
                    <a:pt x="1859606" y="1077148"/>
                  </a:lnTo>
                  <a:lnTo>
                    <a:pt x="1859649" y="1077147"/>
                  </a:lnTo>
                  <a:lnTo>
                    <a:pt x="1859697" y="1077183"/>
                  </a:lnTo>
                  <a:lnTo>
                    <a:pt x="1859756" y="1077440"/>
                  </a:lnTo>
                  <a:lnTo>
                    <a:pt x="1859796" y="1077581"/>
                  </a:lnTo>
                  <a:lnTo>
                    <a:pt x="1859931" y="1077710"/>
                  </a:lnTo>
                  <a:lnTo>
                    <a:pt x="1859962" y="1077740"/>
                  </a:lnTo>
                  <a:lnTo>
                    <a:pt x="1860001" y="1077756"/>
                  </a:lnTo>
                  <a:lnTo>
                    <a:pt x="1860062" y="1077752"/>
                  </a:lnTo>
                  <a:lnTo>
                    <a:pt x="1860188" y="1077620"/>
                  </a:lnTo>
                  <a:lnTo>
                    <a:pt x="1860292" y="1077628"/>
                  </a:lnTo>
                  <a:lnTo>
                    <a:pt x="1860342" y="1077651"/>
                  </a:lnTo>
                  <a:lnTo>
                    <a:pt x="1860352" y="1077675"/>
                  </a:lnTo>
                  <a:lnTo>
                    <a:pt x="1860357" y="1077735"/>
                  </a:lnTo>
                  <a:lnTo>
                    <a:pt x="1860281" y="1077833"/>
                  </a:lnTo>
                  <a:lnTo>
                    <a:pt x="1860034" y="1078019"/>
                  </a:lnTo>
                  <a:lnTo>
                    <a:pt x="1860048" y="1078090"/>
                  </a:lnTo>
                  <a:lnTo>
                    <a:pt x="1860040" y="1078114"/>
                  </a:lnTo>
                  <a:lnTo>
                    <a:pt x="1860064" y="1078309"/>
                  </a:lnTo>
                  <a:lnTo>
                    <a:pt x="1860127" y="1078330"/>
                  </a:lnTo>
                  <a:lnTo>
                    <a:pt x="1860739" y="1078308"/>
                  </a:lnTo>
                  <a:lnTo>
                    <a:pt x="1860793" y="1078296"/>
                  </a:lnTo>
                  <a:lnTo>
                    <a:pt x="1860857" y="1078282"/>
                  </a:lnTo>
                  <a:lnTo>
                    <a:pt x="1860939" y="1078297"/>
                  </a:lnTo>
                  <a:lnTo>
                    <a:pt x="1860973" y="1078340"/>
                  </a:lnTo>
                  <a:lnTo>
                    <a:pt x="1860974" y="1078390"/>
                  </a:lnTo>
                  <a:lnTo>
                    <a:pt x="1860974" y="1078404"/>
                  </a:lnTo>
                  <a:lnTo>
                    <a:pt x="1860969" y="1078416"/>
                  </a:lnTo>
                  <a:lnTo>
                    <a:pt x="1860701" y="1078605"/>
                  </a:lnTo>
                  <a:lnTo>
                    <a:pt x="1860484" y="1078709"/>
                  </a:lnTo>
                  <a:lnTo>
                    <a:pt x="1860218" y="1078930"/>
                  </a:lnTo>
                  <a:lnTo>
                    <a:pt x="1860061" y="1079135"/>
                  </a:lnTo>
                  <a:lnTo>
                    <a:pt x="1859873" y="1079381"/>
                  </a:lnTo>
                  <a:lnTo>
                    <a:pt x="1859862" y="1079396"/>
                  </a:lnTo>
                  <a:lnTo>
                    <a:pt x="1859857" y="1079418"/>
                  </a:lnTo>
                  <a:lnTo>
                    <a:pt x="1859863" y="1079472"/>
                  </a:lnTo>
                  <a:lnTo>
                    <a:pt x="1859875" y="1079512"/>
                  </a:lnTo>
                  <a:lnTo>
                    <a:pt x="1859908" y="1079585"/>
                  </a:lnTo>
                  <a:lnTo>
                    <a:pt x="1859903" y="1079620"/>
                  </a:lnTo>
                  <a:lnTo>
                    <a:pt x="1859876" y="1079631"/>
                  </a:lnTo>
                  <a:lnTo>
                    <a:pt x="1859843" y="1079631"/>
                  </a:lnTo>
                  <a:lnTo>
                    <a:pt x="1859834" y="1079632"/>
                  </a:lnTo>
                  <a:lnTo>
                    <a:pt x="1859783" y="1079640"/>
                  </a:lnTo>
                  <a:lnTo>
                    <a:pt x="1859723" y="1079703"/>
                  </a:lnTo>
                  <a:lnTo>
                    <a:pt x="1859690" y="1079705"/>
                  </a:lnTo>
                  <a:lnTo>
                    <a:pt x="1859678" y="1079686"/>
                  </a:lnTo>
                  <a:lnTo>
                    <a:pt x="1859664" y="1079620"/>
                  </a:lnTo>
                  <a:lnTo>
                    <a:pt x="1859651" y="1079524"/>
                  </a:lnTo>
                  <a:lnTo>
                    <a:pt x="1859613" y="1079483"/>
                  </a:lnTo>
                  <a:lnTo>
                    <a:pt x="1859584" y="1079486"/>
                  </a:lnTo>
                  <a:lnTo>
                    <a:pt x="1859573" y="1079487"/>
                  </a:lnTo>
                  <a:lnTo>
                    <a:pt x="1859421" y="1079502"/>
                  </a:lnTo>
                  <a:lnTo>
                    <a:pt x="1859371" y="1079526"/>
                  </a:lnTo>
                  <a:lnTo>
                    <a:pt x="1859359" y="1079551"/>
                  </a:lnTo>
                  <a:lnTo>
                    <a:pt x="1859350" y="1079563"/>
                  </a:lnTo>
                  <a:lnTo>
                    <a:pt x="1859291" y="1079574"/>
                  </a:lnTo>
                  <a:lnTo>
                    <a:pt x="1859227" y="1079571"/>
                  </a:lnTo>
                  <a:lnTo>
                    <a:pt x="1859179" y="1079578"/>
                  </a:lnTo>
                  <a:lnTo>
                    <a:pt x="1859152" y="1079594"/>
                  </a:lnTo>
                  <a:lnTo>
                    <a:pt x="1859209" y="1079790"/>
                  </a:lnTo>
                  <a:lnTo>
                    <a:pt x="1859214" y="1079829"/>
                  </a:lnTo>
                  <a:lnTo>
                    <a:pt x="1858822" y="1079991"/>
                  </a:lnTo>
                  <a:lnTo>
                    <a:pt x="1858738" y="1080026"/>
                  </a:lnTo>
                  <a:lnTo>
                    <a:pt x="1858312" y="1080202"/>
                  </a:lnTo>
                  <a:lnTo>
                    <a:pt x="1858266" y="1080185"/>
                  </a:lnTo>
                  <a:lnTo>
                    <a:pt x="1858226" y="1080017"/>
                  </a:lnTo>
                  <a:lnTo>
                    <a:pt x="1858100" y="1079835"/>
                  </a:lnTo>
                  <a:lnTo>
                    <a:pt x="1857913" y="1079817"/>
                  </a:lnTo>
                  <a:lnTo>
                    <a:pt x="1857887" y="1079840"/>
                  </a:lnTo>
                  <a:lnTo>
                    <a:pt x="1857684" y="1079979"/>
                  </a:lnTo>
                  <a:lnTo>
                    <a:pt x="1857633" y="1079999"/>
                  </a:lnTo>
                  <a:lnTo>
                    <a:pt x="1857534" y="1080006"/>
                  </a:lnTo>
                  <a:lnTo>
                    <a:pt x="1856857" y="1079669"/>
                  </a:lnTo>
                  <a:lnTo>
                    <a:pt x="1856393" y="1079414"/>
                  </a:lnTo>
                  <a:lnTo>
                    <a:pt x="1856188" y="1079265"/>
                  </a:lnTo>
                  <a:lnTo>
                    <a:pt x="1856134" y="1079212"/>
                  </a:lnTo>
                  <a:lnTo>
                    <a:pt x="1856085" y="1079196"/>
                  </a:lnTo>
                  <a:lnTo>
                    <a:pt x="1856001" y="1079210"/>
                  </a:lnTo>
                  <a:lnTo>
                    <a:pt x="1855847" y="1079215"/>
                  </a:lnTo>
                  <a:lnTo>
                    <a:pt x="1855511" y="1079171"/>
                  </a:lnTo>
                  <a:lnTo>
                    <a:pt x="1855453" y="1079164"/>
                  </a:lnTo>
                  <a:lnTo>
                    <a:pt x="1855239" y="1079127"/>
                  </a:lnTo>
                  <a:lnTo>
                    <a:pt x="1854752" y="1078899"/>
                  </a:lnTo>
                  <a:lnTo>
                    <a:pt x="1854552" y="1078709"/>
                  </a:lnTo>
                  <a:lnTo>
                    <a:pt x="1854423" y="1078569"/>
                  </a:lnTo>
                  <a:lnTo>
                    <a:pt x="1854334" y="1078404"/>
                  </a:lnTo>
                  <a:lnTo>
                    <a:pt x="1854306" y="1078318"/>
                  </a:lnTo>
                  <a:lnTo>
                    <a:pt x="1854297" y="1078233"/>
                  </a:lnTo>
                  <a:lnTo>
                    <a:pt x="1854034" y="1077902"/>
                  </a:lnTo>
                  <a:lnTo>
                    <a:pt x="1854010" y="1077871"/>
                  </a:lnTo>
                  <a:lnTo>
                    <a:pt x="1853647" y="1077881"/>
                  </a:lnTo>
                  <a:lnTo>
                    <a:pt x="1853510" y="1077922"/>
                  </a:lnTo>
                  <a:lnTo>
                    <a:pt x="1852981" y="1078263"/>
                  </a:lnTo>
                  <a:lnTo>
                    <a:pt x="1852958" y="1078281"/>
                  </a:lnTo>
                  <a:lnTo>
                    <a:pt x="1852714" y="1078462"/>
                  </a:lnTo>
                  <a:lnTo>
                    <a:pt x="1852724" y="1078495"/>
                  </a:lnTo>
                  <a:lnTo>
                    <a:pt x="1852799" y="1078620"/>
                  </a:lnTo>
                  <a:lnTo>
                    <a:pt x="1852902" y="1078653"/>
                  </a:lnTo>
                  <a:lnTo>
                    <a:pt x="1852981" y="1078620"/>
                  </a:lnTo>
                  <a:lnTo>
                    <a:pt x="1853106" y="1078582"/>
                  </a:lnTo>
                  <a:lnTo>
                    <a:pt x="1853300" y="1078749"/>
                  </a:lnTo>
                  <a:lnTo>
                    <a:pt x="1853457" y="1078835"/>
                  </a:lnTo>
                  <a:lnTo>
                    <a:pt x="1853718" y="1078847"/>
                  </a:lnTo>
                  <a:lnTo>
                    <a:pt x="1853869" y="1078902"/>
                  </a:lnTo>
                  <a:lnTo>
                    <a:pt x="1854024" y="1078957"/>
                  </a:lnTo>
                  <a:lnTo>
                    <a:pt x="1854529" y="1079178"/>
                  </a:lnTo>
                  <a:lnTo>
                    <a:pt x="1854531" y="1079188"/>
                  </a:lnTo>
                  <a:lnTo>
                    <a:pt x="1854499" y="1079197"/>
                  </a:lnTo>
                  <a:lnTo>
                    <a:pt x="1854134" y="1079194"/>
                  </a:lnTo>
                  <a:lnTo>
                    <a:pt x="1854092" y="1079189"/>
                  </a:lnTo>
                  <a:lnTo>
                    <a:pt x="1854086" y="1079229"/>
                  </a:lnTo>
                  <a:lnTo>
                    <a:pt x="1854087" y="1079234"/>
                  </a:lnTo>
                  <a:lnTo>
                    <a:pt x="1854116" y="1079316"/>
                  </a:lnTo>
                  <a:lnTo>
                    <a:pt x="1854126" y="1079469"/>
                  </a:lnTo>
                  <a:lnTo>
                    <a:pt x="1854117" y="1079824"/>
                  </a:lnTo>
                  <a:lnTo>
                    <a:pt x="1854079" y="1080066"/>
                  </a:lnTo>
                  <a:lnTo>
                    <a:pt x="1854078" y="1080070"/>
                  </a:lnTo>
                  <a:lnTo>
                    <a:pt x="1854099" y="1080096"/>
                  </a:lnTo>
                  <a:lnTo>
                    <a:pt x="1854302" y="1080126"/>
                  </a:lnTo>
                  <a:lnTo>
                    <a:pt x="1854550" y="1080143"/>
                  </a:lnTo>
                  <a:lnTo>
                    <a:pt x="1854623" y="1080133"/>
                  </a:lnTo>
                  <a:lnTo>
                    <a:pt x="1854651" y="1080064"/>
                  </a:lnTo>
                  <a:lnTo>
                    <a:pt x="1854785" y="1079948"/>
                  </a:lnTo>
                  <a:lnTo>
                    <a:pt x="1854819" y="1079930"/>
                  </a:lnTo>
                  <a:lnTo>
                    <a:pt x="1855035" y="1079879"/>
                  </a:lnTo>
                  <a:lnTo>
                    <a:pt x="1855139" y="1079855"/>
                  </a:lnTo>
                  <a:lnTo>
                    <a:pt x="1855374" y="1079831"/>
                  </a:lnTo>
                  <a:lnTo>
                    <a:pt x="1855455" y="1079832"/>
                  </a:lnTo>
                  <a:lnTo>
                    <a:pt x="1855700" y="1080181"/>
                  </a:lnTo>
                  <a:lnTo>
                    <a:pt x="1855792" y="1080312"/>
                  </a:lnTo>
                  <a:lnTo>
                    <a:pt x="1856111" y="1080379"/>
                  </a:lnTo>
                  <a:lnTo>
                    <a:pt x="1856120" y="1080376"/>
                  </a:lnTo>
                  <a:lnTo>
                    <a:pt x="1856122" y="1080331"/>
                  </a:lnTo>
                  <a:lnTo>
                    <a:pt x="1856147" y="1080308"/>
                  </a:lnTo>
                  <a:lnTo>
                    <a:pt x="1856282" y="1080228"/>
                  </a:lnTo>
                  <a:lnTo>
                    <a:pt x="1856314" y="1080220"/>
                  </a:lnTo>
                  <a:lnTo>
                    <a:pt x="1856381" y="1080212"/>
                  </a:lnTo>
                  <a:lnTo>
                    <a:pt x="1856720" y="1080244"/>
                  </a:lnTo>
                  <a:lnTo>
                    <a:pt x="1856760" y="1080254"/>
                  </a:lnTo>
                  <a:lnTo>
                    <a:pt x="1856846" y="1080291"/>
                  </a:lnTo>
                  <a:lnTo>
                    <a:pt x="1857269" y="1080538"/>
                  </a:lnTo>
                  <a:lnTo>
                    <a:pt x="1857545" y="1080713"/>
                  </a:lnTo>
                  <a:lnTo>
                    <a:pt x="1857560" y="1080723"/>
                  </a:lnTo>
                  <a:lnTo>
                    <a:pt x="1857598" y="1080755"/>
                  </a:lnTo>
                  <a:lnTo>
                    <a:pt x="1857714" y="1080876"/>
                  </a:lnTo>
                  <a:lnTo>
                    <a:pt x="1857727" y="1080896"/>
                  </a:lnTo>
                  <a:lnTo>
                    <a:pt x="1857733" y="1080906"/>
                  </a:lnTo>
                  <a:lnTo>
                    <a:pt x="1857742" y="1080919"/>
                  </a:lnTo>
                  <a:lnTo>
                    <a:pt x="1857751" y="1080940"/>
                  </a:lnTo>
                  <a:lnTo>
                    <a:pt x="1857771" y="1080988"/>
                  </a:lnTo>
                  <a:lnTo>
                    <a:pt x="1857773" y="1080994"/>
                  </a:lnTo>
                  <a:lnTo>
                    <a:pt x="1857773" y="1081004"/>
                  </a:lnTo>
                  <a:lnTo>
                    <a:pt x="1857760" y="1081179"/>
                  </a:lnTo>
                  <a:lnTo>
                    <a:pt x="1857729" y="1081338"/>
                  </a:lnTo>
                  <a:lnTo>
                    <a:pt x="1857816" y="1081689"/>
                  </a:lnTo>
                  <a:lnTo>
                    <a:pt x="1857818" y="1081693"/>
                  </a:lnTo>
                  <a:lnTo>
                    <a:pt x="1857841" y="1081738"/>
                  </a:lnTo>
                  <a:lnTo>
                    <a:pt x="1857859" y="1081794"/>
                  </a:lnTo>
                  <a:lnTo>
                    <a:pt x="1857859" y="1081805"/>
                  </a:lnTo>
                  <a:lnTo>
                    <a:pt x="1857856" y="1081849"/>
                  </a:lnTo>
                  <a:lnTo>
                    <a:pt x="1857855" y="1081861"/>
                  </a:lnTo>
                  <a:lnTo>
                    <a:pt x="1857854" y="1081878"/>
                  </a:lnTo>
                  <a:lnTo>
                    <a:pt x="1857842" y="1081892"/>
                  </a:lnTo>
                  <a:lnTo>
                    <a:pt x="1857829" y="1081908"/>
                  </a:lnTo>
                  <a:lnTo>
                    <a:pt x="1857823" y="1081916"/>
                  </a:lnTo>
                  <a:lnTo>
                    <a:pt x="1857799" y="1081926"/>
                  </a:lnTo>
                  <a:lnTo>
                    <a:pt x="1857767" y="1081937"/>
                  </a:lnTo>
                  <a:lnTo>
                    <a:pt x="1857751" y="1081943"/>
                  </a:lnTo>
                  <a:lnTo>
                    <a:pt x="1857734" y="1081949"/>
                  </a:lnTo>
                  <a:lnTo>
                    <a:pt x="1857705" y="1081949"/>
                  </a:lnTo>
                  <a:lnTo>
                    <a:pt x="1857699" y="1081949"/>
                  </a:lnTo>
                  <a:lnTo>
                    <a:pt x="1857700" y="1081962"/>
                  </a:lnTo>
                  <a:lnTo>
                    <a:pt x="1857703" y="1081989"/>
                  </a:lnTo>
                  <a:lnTo>
                    <a:pt x="1857704" y="1081996"/>
                  </a:lnTo>
                  <a:lnTo>
                    <a:pt x="1857705" y="1082008"/>
                  </a:lnTo>
                  <a:lnTo>
                    <a:pt x="1857706" y="1082017"/>
                  </a:lnTo>
                  <a:lnTo>
                    <a:pt x="1858405" y="1081955"/>
                  </a:lnTo>
                  <a:lnTo>
                    <a:pt x="1858491" y="1081947"/>
                  </a:lnTo>
                  <a:lnTo>
                    <a:pt x="1858525" y="1081946"/>
                  </a:lnTo>
                  <a:lnTo>
                    <a:pt x="1858993" y="1081919"/>
                  </a:lnTo>
                  <a:lnTo>
                    <a:pt x="1858959" y="1082066"/>
                  </a:lnTo>
                  <a:lnTo>
                    <a:pt x="1858950" y="1082087"/>
                  </a:lnTo>
                  <a:lnTo>
                    <a:pt x="1858915" y="1082163"/>
                  </a:lnTo>
                  <a:lnTo>
                    <a:pt x="1858804" y="1082408"/>
                  </a:lnTo>
                  <a:lnTo>
                    <a:pt x="1858648" y="1082731"/>
                  </a:lnTo>
                  <a:lnTo>
                    <a:pt x="1858601" y="1082808"/>
                  </a:lnTo>
                  <a:lnTo>
                    <a:pt x="1858574" y="1082835"/>
                  </a:lnTo>
                  <a:lnTo>
                    <a:pt x="1858528" y="1082841"/>
                  </a:lnTo>
                  <a:lnTo>
                    <a:pt x="1858484" y="1082873"/>
                  </a:lnTo>
                  <a:lnTo>
                    <a:pt x="1858451" y="1082923"/>
                  </a:lnTo>
                  <a:lnTo>
                    <a:pt x="1858433" y="1082951"/>
                  </a:lnTo>
                  <a:lnTo>
                    <a:pt x="1858473" y="1083033"/>
                  </a:lnTo>
                  <a:lnTo>
                    <a:pt x="1858497" y="1083082"/>
                  </a:lnTo>
                  <a:lnTo>
                    <a:pt x="1858562" y="1083212"/>
                  </a:lnTo>
                  <a:lnTo>
                    <a:pt x="1858589" y="1083212"/>
                  </a:lnTo>
                  <a:lnTo>
                    <a:pt x="1858622" y="1083212"/>
                  </a:lnTo>
                  <a:lnTo>
                    <a:pt x="1858880" y="1083210"/>
                  </a:lnTo>
                  <a:lnTo>
                    <a:pt x="1859010" y="1083140"/>
                  </a:lnTo>
                  <a:lnTo>
                    <a:pt x="1859073" y="1083136"/>
                  </a:lnTo>
                  <a:lnTo>
                    <a:pt x="1859102" y="1083150"/>
                  </a:lnTo>
                  <a:lnTo>
                    <a:pt x="1859178" y="1083231"/>
                  </a:lnTo>
                  <a:lnTo>
                    <a:pt x="1859193" y="1083289"/>
                  </a:lnTo>
                  <a:lnTo>
                    <a:pt x="1859189" y="1083309"/>
                  </a:lnTo>
                  <a:lnTo>
                    <a:pt x="1859186" y="1083324"/>
                  </a:lnTo>
                  <a:lnTo>
                    <a:pt x="1859172" y="1083337"/>
                  </a:lnTo>
                  <a:lnTo>
                    <a:pt x="1859162" y="1083346"/>
                  </a:lnTo>
                  <a:lnTo>
                    <a:pt x="1859153" y="1083355"/>
                  </a:lnTo>
                  <a:lnTo>
                    <a:pt x="1859121" y="1083368"/>
                  </a:lnTo>
                  <a:lnTo>
                    <a:pt x="1859098" y="1083386"/>
                  </a:lnTo>
                  <a:lnTo>
                    <a:pt x="1859053" y="1083423"/>
                  </a:lnTo>
                  <a:lnTo>
                    <a:pt x="1859040" y="1083433"/>
                  </a:lnTo>
                  <a:lnTo>
                    <a:pt x="1859028" y="1083443"/>
                  </a:lnTo>
                  <a:lnTo>
                    <a:pt x="1859017" y="1083461"/>
                  </a:lnTo>
                  <a:lnTo>
                    <a:pt x="1859015" y="1083465"/>
                  </a:lnTo>
                  <a:lnTo>
                    <a:pt x="1859007" y="1083477"/>
                  </a:lnTo>
                  <a:lnTo>
                    <a:pt x="1859002" y="1083486"/>
                  </a:lnTo>
                  <a:lnTo>
                    <a:pt x="1859000" y="1083499"/>
                  </a:lnTo>
                  <a:lnTo>
                    <a:pt x="1858998" y="1083510"/>
                  </a:lnTo>
                  <a:lnTo>
                    <a:pt x="1858997" y="1083515"/>
                  </a:lnTo>
                  <a:lnTo>
                    <a:pt x="1858999" y="1083527"/>
                  </a:lnTo>
                  <a:lnTo>
                    <a:pt x="1859001" y="1083537"/>
                  </a:lnTo>
                  <a:lnTo>
                    <a:pt x="1859017" y="1083546"/>
                  </a:lnTo>
                  <a:lnTo>
                    <a:pt x="1859021" y="1083548"/>
                  </a:lnTo>
                  <a:lnTo>
                    <a:pt x="1859027" y="1083551"/>
                  </a:lnTo>
                  <a:lnTo>
                    <a:pt x="1859062" y="1083564"/>
                  </a:lnTo>
                  <a:lnTo>
                    <a:pt x="1859080" y="1083571"/>
                  </a:lnTo>
                  <a:lnTo>
                    <a:pt x="1859086" y="1083572"/>
                  </a:lnTo>
                  <a:lnTo>
                    <a:pt x="1859118" y="1083580"/>
                  </a:lnTo>
                  <a:lnTo>
                    <a:pt x="1859123" y="1083581"/>
                  </a:lnTo>
                  <a:lnTo>
                    <a:pt x="1859149" y="1083587"/>
                  </a:lnTo>
                  <a:lnTo>
                    <a:pt x="1859154" y="1083589"/>
                  </a:lnTo>
                  <a:lnTo>
                    <a:pt x="1859164" y="1083595"/>
                  </a:lnTo>
                  <a:lnTo>
                    <a:pt x="1859171" y="1083599"/>
                  </a:lnTo>
                  <a:lnTo>
                    <a:pt x="1859175" y="1083601"/>
                  </a:lnTo>
                  <a:lnTo>
                    <a:pt x="1859183" y="1083605"/>
                  </a:lnTo>
                  <a:lnTo>
                    <a:pt x="1859191" y="1083611"/>
                  </a:lnTo>
                  <a:lnTo>
                    <a:pt x="1859196" y="1083613"/>
                  </a:lnTo>
                  <a:lnTo>
                    <a:pt x="1859202" y="1083617"/>
                  </a:lnTo>
                  <a:lnTo>
                    <a:pt x="1859209" y="1083621"/>
                  </a:lnTo>
                  <a:lnTo>
                    <a:pt x="1859220" y="1083627"/>
                  </a:lnTo>
                  <a:lnTo>
                    <a:pt x="1859252" y="1083701"/>
                  </a:lnTo>
                  <a:lnTo>
                    <a:pt x="1859252" y="1083711"/>
                  </a:lnTo>
                  <a:lnTo>
                    <a:pt x="1859275" y="1083720"/>
                  </a:lnTo>
                  <a:lnTo>
                    <a:pt x="1859392" y="1084311"/>
                  </a:lnTo>
                  <a:lnTo>
                    <a:pt x="1859414" y="1084420"/>
                  </a:lnTo>
                  <a:lnTo>
                    <a:pt x="1859389" y="1084423"/>
                  </a:lnTo>
                  <a:lnTo>
                    <a:pt x="1859106" y="1084454"/>
                  </a:lnTo>
                  <a:lnTo>
                    <a:pt x="1859096" y="1084469"/>
                  </a:lnTo>
                  <a:lnTo>
                    <a:pt x="1859084" y="1084486"/>
                  </a:lnTo>
                  <a:lnTo>
                    <a:pt x="1859070" y="1084507"/>
                  </a:lnTo>
                  <a:lnTo>
                    <a:pt x="1859078" y="1084507"/>
                  </a:lnTo>
                  <a:lnTo>
                    <a:pt x="1859105" y="1084534"/>
                  </a:lnTo>
                  <a:lnTo>
                    <a:pt x="1859181" y="1084612"/>
                  </a:lnTo>
                  <a:lnTo>
                    <a:pt x="1859169" y="1084649"/>
                  </a:lnTo>
                  <a:lnTo>
                    <a:pt x="1859161" y="1084661"/>
                  </a:lnTo>
                  <a:lnTo>
                    <a:pt x="1859143" y="1084686"/>
                  </a:lnTo>
                  <a:lnTo>
                    <a:pt x="1859134" y="1084702"/>
                  </a:lnTo>
                  <a:lnTo>
                    <a:pt x="1859132" y="1084706"/>
                  </a:lnTo>
                  <a:lnTo>
                    <a:pt x="1859130" y="1084710"/>
                  </a:lnTo>
                  <a:lnTo>
                    <a:pt x="1859122" y="1084715"/>
                  </a:lnTo>
                  <a:lnTo>
                    <a:pt x="1859062" y="1084749"/>
                  </a:lnTo>
                  <a:lnTo>
                    <a:pt x="1859049" y="1084756"/>
                  </a:lnTo>
                  <a:lnTo>
                    <a:pt x="1859042" y="1084760"/>
                  </a:lnTo>
                  <a:lnTo>
                    <a:pt x="1859033" y="1084766"/>
                  </a:lnTo>
                  <a:lnTo>
                    <a:pt x="1859017" y="1084775"/>
                  </a:lnTo>
                  <a:lnTo>
                    <a:pt x="1859013" y="1084779"/>
                  </a:lnTo>
                  <a:lnTo>
                    <a:pt x="1859009" y="1084783"/>
                  </a:lnTo>
                  <a:lnTo>
                    <a:pt x="1859002" y="1084792"/>
                  </a:lnTo>
                  <a:lnTo>
                    <a:pt x="1858997" y="1084797"/>
                  </a:lnTo>
                  <a:lnTo>
                    <a:pt x="1858999" y="1084812"/>
                  </a:lnTo>
                  <a:lnTo>
                    <a:pt x="1859001" y="1084819"/>
                  </a:lnTo>
                  <a:lnTo>
                    <a:pt x="1859002" y="1084827"/>
                  </a:lnTo>
                  <a:lnTo>
                    <a:pt x="1859022" y="1084851"/>
                  </a:lnTo>
                  <a:lnTo>
                    <a:pt x="1859026" y="1084856"/>
                  </a:lnTo>
                  <a:lnTo>
                    <a:pt x="1859063" y="1084900"/>
                  </a:lnTo>
                  <a:lnTo>
                    <a:pt x="1859066" y="1084904"/>
                  </a:lnTo>
                  <a:lnTo>
                    <a:pt x="1859097" y="1084954"/>
                  </a:lnTo>
                  <a:lnTo>
                    <a:pt x="1859101" y="1084959"/>
                  </a:lnTo>
                  <a:lnTo>
                    <a:pt x="1859104" y="1084964"/>
                  </a:lnTo>
                  <a:lnTo>
                    <a:pt x="1859121" y="1084991"/>
                  </a:lnTo>
                  <a:lnTo>
                    <a:pt x="1859129" y="1085004"/>
                  </a:lnTo>
                  <a:lnTo>
                    <a:pt x="1859132" y="1085010"/>
                  </a:lnTo>
                  <a:lnTo>
                    <a:pt x="1859134" y="1085030"/>
                  </a:lnTo>
                  <a:lnTo>
                    <a:pt x="1859137" y="1085051"/>
                  </a:lnTo>
                  <a:lnTo>
                    <a:pt x="1859148" y="1085134"/>
                  </a:lnTo>
                  <a:lnTo>
                    <a:pt x="1859152" y="1085161"/>
                  </a:lnTo>
                  <a:lnTo>
                    <a:pt x="1859149" y="1085180"/>
                  </a:lnTo>
                  <a:lnTo>
                    <a:pt x="1859148" y="1085188"/>
                  </a:lnTo>
                  <a:lnTo>
                    <a:pt x="1859145" y="1085206"/>
                  </a:lnTo>
                  <a:lnTo>
                    <a:pt x="1859111" y="1085225"/>
                  </a:lnTo>
                  <a:lnTo>
                    <a:pt x="1859062" y="1085252"/>
                  </a:lnTo>
                  <a:lnTo>
                    <a:pt x="1859046" y="1085254"/>
                  </a:lnTo>
                  <a:lnTo>
                    <a:pt x="1859039" y="1085255"/>
                  </a:lnTo>
                  <a:lnTo>
                    <a:pt x="1859025" y="1085354"/>
                  </a:lnTo>
                  <a:lnTo>
                    <a:pt x="1858570" y="1087614"/>
                  </a:lnTo>
                  <a:lnTo>
                    <a:pt x="1858350" y="1088129"/>
                  </a:lnTo>
                  <a:lnTo>
                    <a:pt x="1858334" y="1088166"/>
                  </a:lnTo>
                  <a:lnTo>
                    <a:pt x="1858351" y="1088189"/>
                  </a:lnTo>
                  <a:lnTo>
                    <a:pt x="1858348" y="1088234"/>
                  </a:lnTo>
                  <a:lnTo>
                    <a:pt x="1858347" y="1088249"/>
                  </a:lnTo>
                  <a:lnTo>
                    <a:pt x="1858338" y="1088279"/>
                  </a:lnTo>
                  <a:lnTo>
                    <a:pt x="1858252" y="1088290"/>
                  </a:lnTo>
                  <a:lnTo>
                    <a:pt x="1858154" y="1088300"/>
                  </a:lnTo>
                  <a:lnTo>
                    <a:pt x="1858037" y="1088313"/>
                  </a:lnTo>
                  <a:lnTo>
                    <a:pt x="1857980" y="1088366"/>
                  </a:lnTo>
                  <a:lnTo>
                    <a:pt x="1857968" y="1088414"/>
                  </a:lnTo>
                  <a:lnTo>
                    <a:pt x="1857976" y="1088436"/>
                  </a:lnTo>
                  <a:lnTo>
                    <a:pt x="1858001" y="1088476"/>
                  </a:lnTo>
                  <a:lnTo>
                    <a:pt x="1858005" y="1088484"/>
                  </a:lnTo>
                  <a:lnTo>
                    <a:pt x="1857996" y="1088500"/>
                  </a:lnTo>
                  <a:lnTo>
                    <a:pt x="1857987" y="1088516"/>
                  </a:lnTo>
                  <a:lnTo>
                    <a:pt x="1857945" y="1088541"/>
                  </a:lnTo>
                  <a:lnTo>
                    <a:pt x="1857935" y="1088547"/>
                  </a:lnTo>
                  <a:lnTo>
                    <a:pt x="1857881" y="1088554"/>
                  </a:lnTo>
                  <a:lnTo>
                    <a:pt x="1857847" y="1088508"/>
                  </a:lnTo>
                  <a:lnTo>
                    <a:pt x="1857825" y="1088472"/>
                  </a:lnTo>
                  <a:lnTo>
                    <a:pt x="1857802" y="1088435"/>
                  </a:lnTo>
                  <a:lnTo>
                    <a:pt x="1857791" y="1088417"/>
                  </a:lnTo>
                  <a:lnTo>
                    <a:pt x="1857775" y="1088390"/>
                  </a:lnTo>
                  <a:lnTo>
                    <a:pt x="1857724" y="1088371"/>
                  </a:lnTo>
                  <a:lnTo>
                    <a:pt x="1857675" y="1088381"/>
                  </a:lnTo>
                  <a:lnTo>
                    <a:pt x="1857640" y="1088403"/>
                  </a:lnTo>
                  <a:lnTo>
                    <a:pt x="1857629" y="1088424"/>
                  </a:lnTo>
                  <a:lnTo>
                    <a:pt x="1857635" y="1088456"/>
                  </a:lnTo>
                  <a:lnTo>
                    <a:pt x="1857656" y="1088477"/>
                  </a:lnTo>
                  <a:lnTo>
                    <a:pt x="1857682" y="1088506"/>
                  </a:lnTo>
                  <a:lnTo>
                    <a:pt x="1857680" y="1088530"/>
                  </a:lnTo>
                  <a:lnTo>
                    <a:pt x="1857677" y="1088572"/>
                  </a:lnTo>
                  <a:lnTo>
                    <a:pt x="1857647" y="1088607"/>
                  </a:lnTo>
                  <a:lnTo>
                    <a:pt x="1857643" y="1088605"/>
                  </a:lnTo>
                  <a:lnTo>
                    <a:pt x="1857607" y="1088591"/>
                  </a:lnTo>
                  <a:lnTo>
                    <a:pt x="1857572" y="1088553"/>
                  </a:lnTo>
                  <a:lnTo>
                    <a:pt x="1857544" y="1088533"/>
                  </a:lnTo>
                  <a:lnTo>
                    <a:pt x="1857508" y="1088554"/>
                  </a:lnTo>
                  <a:lnTo>
                    <a:pt x="1857481" y="1088564"/>
                  </a:lnTo>
                  <a:lnTo>
                    <a:pt x="1857462" y="1088571"/>
                  </a:lnTo>
                  <a:lnTo>
                    <a:pt x="1857436" y="1088551"/>
                  </a:lnTo>
                  <a:lnTo>
                    <a:pt x="1857434" y="1088521"/>
                  </a:lnTo>
                  <a:lnTo>
                    <a:pt x="1857434" y="1088513"/>
                  </a:lnTo>
                  <a:lnTo>
                    <a:pt x="1857437" y="1088344"/>
                  </a:lnTo>
                  <a:lnTo>
                    <a:pt x="1857412" y="1088296"/>
                  </a:lnTo>
                  <a:lnTo>
                    <a:pt x="1857361" y="1088250"/>
                  </a:lnTo>
                  <a:lnTo>
                    <a:pt x="1857187" y="1088096"/>
                  </a:lnTo>
                  <a:lnTo>
                    <a:pt x="1857009" y="1088087"/>
                  </a:lnTo>
                  <a:lnTo>
                    <a:pt x="1856761" y="1088239"/>
                  </a:lnTo>
                  <a:lnTo>
                    <a:pt x="1856714" y="1088268"/>
                  </a:lnTo>
                  <a:lnTo>
                    <a:pt x="1856702" y="1088370"/>
                  </a:lnTo>
                  <a:lnTo>
                    <a:pt x="1856701" y="1088375"/>
                  </a:lnTo>
                  <a:lnTo>
                    <a:pt x="1856842" y="1088585"/>
                  </a:lnTo>
                  <a:lnTo>
                    <a:pt x="1856847" y="1088598"/>
                  </a:lnTo>
                  <a:lnTo>
                    <a:pt x="1856839" y="1088626"/>
                  </a:lnTo>
                  <a:lnTo>
                    <a:pt x="1856832" y="1088665"/>
                  </a:lnTo>
                  <a:lnTo>
                    <a:pt x="1856825" y="1088701"/>
                  </a:lnTo>
                  <a:lnTo>
                    <a:pt x="1856785" y="1088737"/>
                  </a:lnTo>
                  <a:lnTo>
                    <a:pt x="1856768" y="1088741"/>
                  </a:lnTo>
                  <a:lnTo>
                    <a:pt x="1856764" y="1088742"/>
                  </a:lnTo>
                  <a:lnTo>
                    <a:pt x="1856724" y="1088750"/>
                  </a:lnTo>
                  <a:lnTo>
                    <a:pt x="1856709" y="1088733"/>
                  </a:lnTo>
                  <a:lnTo>
                    <a:pt x="1856698" y="1088719"/>
                  </a:lnTo>
                  <a:lnTo>
                    <a:pt x="1856695" y="1088712"/>
                  </a:lnTo>
                  <a:lnTo>
                    <a:pt x="1856691" y="1088706"/>
                  </a:lnTo>
                  <a:lnTo>
                    <a:pt x="1856687" y="1088701"/>
                  </a:lnTo>
                  <a:lnTo>
                    <a:pt x="1856683" y="1088697"/>
                  </a:lnTo>
                  <a:lnTo>
                    <a:pt x="1856678" y="1088693"/>
                  </a:lnTo>
                  <a:lnTo>
                    <a:pt x="1856691" y="1088727"/>
                  </a:lnTo>
                  <a:lnTo>
                    <a:pt x="1856692" y="1088739"/>
                  </a:lnTo>
                  <a:lnTo>
                    <a:pt x="1856690" y="1088749"/>
                  </a:lnTo>
                  <a:lnTo>
                    <a:pt x="1856688" y="1088762"/>
                  </a:lnTo>
                  <a:lnTo>
                    <a:pt x="1856694" y="1088786"/>
                  </a:lnTo>
                  <a:lnTo>
                    <a:pt x="1856701" y="1088805"/>
                  </a:lnTo>
                  <a:lnTo>
                    <a:pt x="1856709" y="1088821"/>
                  </a:lnTo>
                  <a:lnTo>
                    <a:pt x="1856716" y="1088834"/>
                  </a:lnTo>
                  <a:lnTo>
                    <a:pt x="1856719" y="1088838"/>
                  </a:lnTo>
                  <a:lnTo>
                    <a:pt x="1856731" y="1088839"/>
                  </a:lnTo>
                  <a:lnTo>
                    <a:pt x="1856740" y="1088838"/>
                  </a:lnTo>
                  <a:lnTo>
                    <a:pt x="1856749" y="1088834"/>
                  </a:lnTo>
                  <a:lnTo>
                    <a:pt x="1856757" y="1088837"/>
                  </a:lnTo>
                  <a:lnTo>
                    <a:pt x="1856755" y="1088843"/>
                  </a:lnTo>
                  <a:lnTo>
                    <a:pt x="1856751" y="1088849"/>
                  </a:lnTo>
                  <a:lnTo>
                    <a:pt x="1856748" y="1088855"/>
                  </a:lnTo>
                  <a:lnTo>
                    <a:pt x="1856748" y="1088864"/>
                  </a:lnTo>
                  <a:lnTo>
                    <a:pt x="1856749" y="1088869"/>
                  </a:lnTo>
                  <a:lnTo>
                    <a:pt x="1856739" y="1088875"/>
                  </a:lnTo>
                  <a:lnTo>
                    <a:pt x="1856414" y="1088961"/>
                  </a:lnTo>
                  <a:lnTo>
                    <a:pt x="1856092" y="1089044"/>
                  </a:lnTo>
                  <a:lnTo>
                    <a:pt x="1855782" y="1089133"/>
                  </a:lnTo>
                  <a:lnTo>
                    <a:pt x="1855474" y="1089217"/>
                  </a:lnTo>
                  <a:lnTo>
                    <a:pt x="1855133" y="1089309"/>
                  </a:lnTo>
                  <a:lnTo>
                    <a:pt x="1854869" y="1089383"/>
                  </a:lnTo>
                  <a:lnTo>
                    <a:pt x="1854799" y="1089402"/>
                  </a:lnTo>
                  <a:lnTo>
                    <a:pt x="1854595" y="1089398"/>
                  </a:lnTo>
                  <a:lnTo>
                    <a:pt x="1854049" y="1089381"/>
                  </a:lnTo>
                  <a:lnTo>
                    <a:pt x="1853968" y="1089382"/>
                  </a:lnTo>
                  <a:lnTo>
                    <a:pt x="1853928" y="1089380"/>
                  </a:lnTo>
                  <a:lnTo>
                    <a:pt x="1853896" y="1089378"/>
                  </a:lnTo>
                  <a:lnTo>
                    <a:pt x="1853799" y="1089373"/>
                  </a:lnTo>
                  <a:lnTo>
                    <a:pt x="1853599" y="1089363"/>
                  </a:lnTo>
                  <a:lnTo>
                    <a:pt x="1853313" y="1089349"/>
                  </a:lnTo>
                  <a:lnTo>
                    <a:pt x="1853246" y="1089346"/>
                  </a:lnTo>
                  <a:lnTo>
                    <a:pt x="1853146" y="1089327"/>
                  </a:lnTo>
                  <a:lnTo>
                    <a:pt x="1853067" y="1089313"/>
                  </a:lnTo>
                  <a:lnTo>
                    <a:pt x="1852908" y="1089283"/>
                  </a:lnTo>
                  <a:lnTo>
                    <a:pt x="1852670" y="1089262"/>
                  </a:lnTo>
                  <a:lnTo>
                    <a:pt x="1852414" y="1089238"/>
                  </a:lnTo>
                  <a:lnTo>
                    <a:pt x="1852167" y="1089216"/>
                  </a:lnTo>
                  <a:lnTo>
                    <a:pt x="1852022" y="1089208"/>
                  </a:lnTo>
                  <a:lnTo>
                    <a:pt x="1851948" y="1089215"/>
                  </a:lnTo>
                  <a:lnTo>
                    <a:pt x="1851898" y="1089220"/>
                  </a:lnTo>
                  <a:lnTo>
                    <a:pt x="1851881" y="1089222"/>
                  </a:lnTo>
                  <a:lnTo>
                    <a:pt x="1851850" y="1089256"/>
                  </a:lnTo>
                  <a:lnTo>
                    <a:pt x="1851637" y="1089764"/>
                  </a:lnTo>
                  <a:lnTo>
                    <a:pt x="1851472" y="1090156"/>
                  </a:lnTo>
                  <a:lnTo>
                    <a:pt x="1851534" y="1090201"/>
                  </a:lnTo>
                  <a:lnTo>
                    <a:pt x="1852063" y="1090372"/>
                  </a:lnTo>
                  <a:lnTo>
                    <a:pt x="1852226" y="1090433"/>
                  </a:lnTo>
                  <a:lnTo>
                    <a:pt x="1852380" y="1090511"/>
                  </a:lnTo>
                  <a:lnTo>
                    <a:pt x="1852847" y="1090511"/>
                  </a:lnTo>
                  <a:lnTo>
                    <a:pt x="1852888" y="1090511"/>
                  </a:lnTo>
                  <a:lnTo>
                    <a:pt x="1853332" y="1090605"/>
                  </a:lnTo>
                  <a:lnTo>
                    <a:pt x="1854032" y="1090899"/>
                  </a:lnTo>
                  <a:lnTo>
                    <a:pt x="1854317" y="1091630"/>
                  </a:lnTo>
                  <a:lnTo>
                    <a:pt x="1854799" y="1092869"/>
                  </a:lnTo>
                  <a:lnTo>
                    <a:pt x="1854984" y="1093343"/>
                  </a:lnTo>
                  <a:lnTo>
                    <a:pt x="1855248" y="1093827"/>
                  </a:lnTo>
                  <a:lnTo>
                    <a:pt x="1855638" y="1094540"/>
                  </a:lnTo>
                  <a:lnTo>
                    <a:pt x="1855685" y="1094625"/>
                  </a:lnTo>
                  <a:lnTo>
                    <a:pt x="1855918" y="1095152"/>
                  </a:lnTo>
                  <a:lnTo>
                    <a:pt x="1856051" y="1095453"/>
                  </a:lnTo>
                  <a:lnTo>
                    <a:pt x="1855984" y="1095579"/>
                  </a:lnTo>
                  <a:lnTo>
                    <a:pt x="1855984" y="1095707"/>
                  </a:lnTo>
                  <a:lnTo>
                    <a:pt x="1855986" y="1096184"/>
                  </a:lnTo>
                  <a:lnTo>
                    <a:pt x="1856092" y="1096327"/>
                  </a:lnTo>
                  <a:lnTo>
                    <a:pt x="1856112" y="1096242"/>
                  </a:lnTo>
                  <a:lnTo>
                    <a:pt x="1856117" y="1096221"/>
                  </a:lnTo>
                  <a:lnTo>
                    <a:pt x="1856183" y="1096020"/>
                  </a:lnTo>
                  <a:lnTo>
                    <a:pt x="1856458" y="1096018"/>
                  </a:lnTo>
                  <a:lnTo>
                    <a:pt x="1856847" y="1096330"/>
                  </a:lnTo>
                  <a:lnTo>
                    <a:pt x="1856838" y="1096505"/>
                  </a:lnTo>
                  <a:lnTo>
                    <a:pt x="1856792" y="1096689"/>
                  </a:lnTo>
                  <a:lnTo>
                    <a:pt x="1856755" y="1096762"/>
                  </a:lnTo>
                  <a:lnTo>
                    <a:pt x="1856753" y="1096795"/>
                  </a:lnTo>
                  <a:lnTo>
                    <a:pt x="1856766" y="1096817"/>
                  </a:lnTo>
                  <a:lnTo>
                    <a:pt x="1856831" y="1096804"/>
                  </a:lnTo>
                  <a:lnTo>
                    <a:pt x="1856898" y="1096791"/>
                  </a:lnTo>
                  <a:lnTo>
                    <a:pt x="1856984" y="1096817"/>
                  </a:lnTo>
                  <a:lnTo>
                    <a:pt x="1857000" y="1096827"/>
                  </a:lnTo>
                  <a:lnTo>
                    <a:pt x="1857012" y="1096844"/>
                  </a:lnTo>
                  <a:lnTo>
                    <a:pt x="1857215" y="1096985"/>
                  </a:lnTo>
                  <a:lnTo>
                    <a:pt x="1857206" y="1097011"/>
                  </a:lnTo>
                  <a:lnTo>
                    <a:pt x="1857089" y="1097081"/>
                  </a:lnTo>
                  <a:lnTo>
                    <a:pt x="1857021" y="1097094"/>
                  </a:lnTo>
                  <a:lnTo>
                    <a:pt x="1856933" y="1097087"/>
                  </a:lnTo>
                  <a:lnTo>
                    <a:pt x="1856671" y="1097248"/>
                  </a:lnTo>
                  <a:lnTo>
                    <a:pt x="1856659" y="1097262"/>
                  </a:lnTo>
                  <a:lnTo>
                    <a:pt x="1856644" y="1097331"/>
                  </a:lnTo>
                  <a:lnTo>
                    <a:pt x="1856646" y="1097386"/>
                  </a:lnTo>
                  <a:lnTo>
                    <a:pt x="1856671" y="1097431"/>
                  </a:lnTo>
                  <a:lnTo>
                    <a:pt x="1856708" y="1097448"/>
                  </a:lnTo>
                  <a:lnTo>
                    <a:pt x="1856735" y="1097460"/>
                  </a:lnTo>
                  <a:lnTo>
                    <a:pt x="1856748" y="1097466"/>
                  </a:lnTo>
                  <a:lnTo>
                    <a:pt x="1856766" y="1097475"/>
                  </a:lnTo>
                  <a:lnTo>
                    <a:pt x="1856777" y="1097555"/>
                  </a:lnTo>
                  <a:lnTo>
                    <a:pt x="1856778" y="1097598"/>
                  </a:lnTo>
                  <a:lnTo>
                    <a:pt x="1856709" y="1097689"/>
                  </a:lnTo>
                  <a:lnTo>
                    <a:pt x="1856615" y="1097747"/>
                  </a:lnTo>
                  <a:lnTo>
                    <a:pt x="1856597" y="1097758"/>
                  </a:lnTo>
                  <a:lnTo>
                    <a:pt x="1856495" y="1097769"/>
                  </a:lnTo>
                  <a:lnTo>
                    <a:pt x="1856482" y="1097778"/>
                  </a:lnTo>
                  <a:lnTo>
                    <a:pt x="1856445" y="1097805"/>
                  </a:lnTo>
                  <a:lnTo>
                    <a:pt x="1856426" y="1097848"/>
                  </a:lnTo>
                  <a:lnTo>
                    <a:pt x="1856437" y="1097936"/>
                  </a:lnTo>
                  <a:lnTo>
                    <a:pt x="1856462" y="1098104"/>
                  </a:lnTo>
                  <a:lnTo>
                    <a:pt x="1856457" y="1098108"/>
                  </a:lnTo>
                  <a:lnTo>
                    <a:pt x="1856428" y="1098120"/>
                  </a:lnTo>
                  <a:lnTo>
                    <a:pt x="1856354" y="1098127"/>
                  </a:lnTo>
                  <a:lnTo>
                    <a:pt x="1856230" y="1098028"/>
                  </a:lnTo>
                  <a:lnTo>
                    <a:pt x="1856113" y="1098060"/>
                  </a:lnTo>
                  <a:lnTo>
                    <a:pt x="1856014" y="1098101"/>
                  </a:lnTo>
                  <a:lnTo>
                    <a:pt x="1855906" y="1098167"/>
                  </a:lnTo>
                  <a:lnTo>
                    <a:pt x="1855861" y="1098181"/>
                  </a:lnTo>
                  <a:lnTo>
                    <a:pt x="1855402" y="1098084"/>
                  </a:lnTo>
                  <a:lnTo>
                    <a:pt x="1855370" y="1098070"/>
                  </a:lnTo>
                  <a:lnTo>
                    <a:pt x="1855303" y="1097997"/>
                  </a:lnTo>
                  <a:lnTo>
                    <a:pt x="1855276" y="1098024"/>
                  </a:lnTo>
                  <a:lnTo>
                    <a:pt x="1855251" y="1098048"/>
                  </a:lnTo>
                  <a:lnTo>
                    <a:pt x="1855223" y="1098074"/>
                  </a:lnTo>
                  <a:lnTo>
                    <a:pt x="1855451" y="1098482"/>
                  </a:lnTo>
                  <a:lnTo>
                    <a:pt x="1855735" y="1098534"/>
                  </a:lnTo>
                  <a:lnTo>
                    <a:pt x="1855868" y="1098558"/>
                  </a:lnTo>
                  <a:lnTo>
                    <a:pt x="1856267" y="1098591"/>
                  </a:lnTo>
                  <a:lnTo>
                    <a:pt x="1856269" y="1098595"/>
                  </a:lnTo>
                  <a:lnTo>
                    <a:pt x="1856395" y="1098826"/>
                  </a:lnTo>
                  <a:lnTo>
                    <a:pt x="1856467" y="1098957"/>
                  </a:lnTo>
                  <a:lnTo>
                    <a:pt x="1856439" y="1099047"/>
                  </a:lnTo>
                  <a:lnTo>
                    <a:pt x="1856416" y="1099071"/>
                  </a:lnTo>
                  <a:lnTo>
                    <a:pt x="1856390" y="1099100"/>
                  </a:lnTo>
                  <a:lnTo>
                    <a:pt x="1856372" y="1099107"/>
                  </a:lnTo>
                  <a:lnTo>
                    <a:pt x="1856346" y="1099117"/>
                  </a:lnTo>
                  <a:lnTo>
                    <a:pt x="1856335" y="1099114"/>
                  </a:lnTo>
                  <a:lnTo>
                    <a:pt x="1856054" y="1099382"/>
                  </a:lnTo>
                  <a:lnTo>
                    <a:pt x="1856052" y="1099428"/>
                  </a:lnTo>
                  <a:lnTo>
                    <a:pt x="1856000" y="1099839"/>
                  </a:lnTo>
                  <a:lnTo>
                    <a:pt x="1855858" y="1100893"/>
                  </a:lnTo>
                  <a:lnTo>
                    <a:pt x="1855879" y="1100932"/>
                  </a:lnTo>
                  <a:lnTo>
                    <a:pt x="1856243" y="1101164"/>
                  </a:lnTo>
                  <a:lnTo>
                    <a:pt x="1856441" y="1101214"/>
                  </a:lnTo>
                  <a:lnTo>
                    <a:pt x="1857519" y="1101593"/>
                  </a:lnTo>
                  <a:lnTo>
                    <a:pt x="1857649" y="1101487"/>
                  </a:lnTo>
                  <a:lnTo>
                    <a:pt x="1857816" y="1101472"/>
                  </a:lnTo>
                  <a:lnTo>
                    <a:pt x="1858080" y="1101809"/>
                  </a:lnTo>
                  <a:lnTo>
                    <a:pt x="1858110" y="1101836"/>
                  </a:lnTo>
                  <a:lnTo>
                    <a:pt x="1858326" y="1102026"/>
                  </a:lnTo>
                  <a:lnTo>
                    <a:pt x="1858333" y="1102040"/>
                  </a:lnTo>
                  <a:lnTo>
                    <a:pt x="1858230" y="1102154"/>
                  </a:lnTo>
                  <a:lnTo>
                    <a:pt x="1858041" y="1102241"/>
                  </a:lnTo>
                  <a:lnTo>
                    <a:pt x="1857912" y="1102282"/>
                  </a:lnTo>
                  <a:lnTo>
                    <a:pt x="1857813" y="1102303"/>
                  </a:lnTo>
                  <a:lnTo>
                    <a:pt x="1857773" y="1102335"/>
                  </a:lnTo>
                  <a:lnTo>
                    <a:pt x="1857484" y="1102887"/>
                  </a:lnTo>
                  <a:lnTo>
                    <a:pt x="1857484" y="1102907"/>
                  </a:lnTo>
                  <a:lnTo>
                    <a:pt x="1857490" y="1102913"/>
                  </a:lnTo>
                  <a:lnTo>
                    <a:pt x="1857725" y="1103121"/>
                  </a:lnTo>
                  <a:lnTo>
                    <a:pt x="1857957" y="1103080"/>
                  </a:lnTo>
                  <a:lnTo>
                    <a:pt x="1857892" y="1103225"/>
                  </a:lnTo>
                  <a:lnTo>
                    <a:pt x="1857760" y="1103450"/>
                  </a:lnTo>
                  <a:lnTo>
                    <a:pt x="1857503" y="1103649"/>
                  </a:lnTo>
                  <a:lnTo>
                    <a:pt x="1857138" y="1103825"/>
                  </a:lnTo>
                  <a:lnTo>
                    <a:pt x="1857006" y="1103860"/>
                  </a:lnTo>
                  <a:lnTo>
                    <a:pt x="1856949" y="1103881"/>
                  </a:lnTo>
                  <a:lnTo>
                    <a:pt x="1856919" y="1103889"/>
                  </a:lnTo>
                  <a:lnTo>
                    <a:pt x="1856813" y="1103853"/>
                  </a:lnTo>
                  <a:lnTo>
                    <a:pt x="1856753" y="1103836"/>
                  </a:lnTo>
                  <a:lnTo>
                    <a:pt x="1856706" y="1103859"/>
                  </a:lnTo>
                  <a:lnTo>
                    <a:pt x="1856709" y="1103875"/>
                  </a:lnTo>
                  <a:lnTo>
                    <a:pt x="1856717" y="1103914"/>
                  </a:lnTo>
                  <a:lnTo>
                    <a:pt x="1856775" y="1103989"/>
                  </a:lnTo>
                  <a:lnTo>
                    <a:pt x="1856858" y="1104055"/>
                  </a:lnTo>
                  <a:lnTo>
                    <a:pt x="1856891" y="1104085"/>
                  </a:lnTo>
                  <a:lnTo>
                    <a:pt x="1856869" y="1104134"/>
                  </a:lnTo>
                  <a:lnTo>
                    <a:pt x="1856868" y="1104216"/>
                  </a:lnTo>
                  <a:lnTo>
                    <a:pt x="1856809" y="1104355"/>
                  </a:lnTo>
                  <a:lnTo>
                    <a:pt x="1856758" y="1104408"/>
                  </a:lnTo>
                  <a:lnTo>
                    <a:pt x="1856722" y="1104422"/>
                  </a:lnTo>
                  <a:lnTo>
                    <a:pt x="1856706" y="1104453"/>
                  </a:lnTo>
                  <a:lnTo>
                    <a:pt x="1857131" y="1104739"/>
                  </a:lnTo>
                  <a:lnTo>
                    <a:pt x="1857191" y="1104628"/>
                  </a:lnTo>
                  <a:lnTo>
                    <a:pt x="1857690" y="1104277"/>
                  </a:lnTo>
                  <a:lnTo>
                    <a:pt x="1857894" y="1104226"/>
                  </a:lnTo>
                  <a:lnTo>
                    <a:pt x="1858207" y="1104181"/>
                  </a:lnTo>
                  <a:lnTo>
                    <a:pt x="1858233" y="1104195"/>
                  </a:lnTo>
                  <a:lnTo>
                    <a:pt x="1858239" y="1104205"/>
                  </a:lnTo>
                  <a:lnTo>
                    <a:pt x="1858164" y="1104283"/>
                  </a:lnTo>
                  <a:lnTo>
                    <a:pt x="1858056" y="1104359"/>
                  </a:lnTo>
                  <a:lnTo>
                    <a:pt x="1857984" y="1104378"/>
                  </a:lnTo>
                  <a:lnTo>
                    <a:pt x="1857960" y="1104401"/>
                  </a:lnTo>
                  <a:lnTo>
                    <a:pt x="1857891" y="1104494"/>
                  </a:lnTo>
                  <a:lnTo>
                    <a:pt x="1857869" y="1104606"/>
                  </a:lnTo>
                  <a:lnTo>
                    <a:pt x="1857869" y="1104636"/>
                  </a:lnTo>
                  <a:lnTo>
                    <a:pt x="1857909" y="1104649"/>
                  </a:lnTo>
                  <a:lnTo>
                    <a:pt x="1858115" y="1104589"/>
                  </a:lnTo>
                  <a:lnTo>
                    <a:pt x="1858174" y="1104548"/>
                  </a:lnTo>
                  <a:lnTo>
                    <a:pt x="1858282" y="1104495"/>
                  </a:lnTo>
                  <a:lnTo>
                    <a:pt x="1858333" y="1104477"/>
                  </a:lnTo>
                  <a:lnTo>
                    <a:pt x="1858553" y="1104479"/>
                  </a:lnTo>
                  <a:lnTo>
                    <a:pt x="1858561" y="1104501"/>
                  </a:lnTo>
                  <a:lnTo>
                    <a:pt x="1858540" y="1104540"/>
                  </a:lnTo>
                  <a:lnTo>
                    <a:pt x="1858458" y="1104630"/>
                  </a:lnTo>
                  <a:lnTo>
                    <a:pt x="1858422" y="1104645"/>
                  </a:lnTo>
                  <a:lnTo>
                    <a:pt x="1858415" y="1104640"/>
                  </a:lnTo>
                  <a:lnTo>
                    <a:pt x="1857984" y="1105154"/>
                  </a:lnTo>
                  <a:lnTo>
                    <a:pt x="1857914" y="1105181"/>
                  </a:lnTo>
                  <a:lnTo>
                    <a:pt x="1857883" y="1105182"/>
                  </a:lnTo>
                  <a:lnTo>
                    <a:pt x="1857866" y="1105173"/>
                  </a:lnTo>
                  <a:lnTo>
                    <a:pt x="1857839" y="1105182"/>
                  </a:lnTo>
                  <a:lnTo>
                    <a:pt x="1857832" y="1105195"/>
                  </a:lnTo>
                  <a:lnTo>
                    <a:pt x="1857809" y="1105367"/>
                  </a:lnTo>
                  <a:lnTo>
                    <a:pt x="1857810" y="1105410"/>
                  </a:lnTo>
                  <a:lnTo>
                    <a:pt x="1857819" y="1105431"/>
                  </a:lnTo>
                  <a:lnTo>
                    <a:pt x="1857843" y="1105439"/>
                  </a:lnTo>
                  <a:lnTo>
                    <a:pt x="1857868" y="1105428"/>
                  </a:lnTo>
                  <a:lnTo>
                    <a:pt x="1857895" y="1105398"/>
                  </a:lnTo>
                  <a:lnTo>
                    <a:pt x="1857937" y="1105380"/>
                  </a:lnTo>
                  <a:lnTo>
                    <a:pt x="1857971" y="1105384"/>
                  </a:lnTo>
                  <a:lnTo>
                    <a:pt x="1858044" y="1105400"/>
                  </a:lnTo>
                  <a:lnTo>
                    <a:pt x="1858065" y="1105410"/>
                  </a:lnTo>
                  <a:lnTo>
                    <a:pt x="1858069" y="1105420"/>
                  </a:lnTo>
                  <a:lnTo>
                    <a:pt x="1858062" y="1105463"/>
                  </a:lnTo>
                  <a:lnTo>
                    <a:pt x="1858032" y="1105550"/>
                  </a:lnTo>
                  <a:lnTo>
                    <a:pt x="1857990" y="1105596"/>
                  </a:lnTo>
                  <a:lnTo>
                    <a:pt x="1857925" y="1105652"/>
                  </a:lnTo>
                  <a:lnTo>
                    <a:pt x="1857888" y="1105677"/>
                  </a:lnTo>
                  <a:lnTo>
                    <a:pt x="1857687" y="1105726"/>
                  </a:lnTo>
                  <a:lnTo>
                    <a:pt x="1857598" y="1105827"/>
                  </a:lnTo>
                  <a:lnTo>
                    <a:pt x="1857594" y="1105832"/>
                  </a:lnTo>
                  <a:lnTo>
                    <a:pt x="1857568" y="1105907"/>
                  </a:lnTo>
                  <a:lnTo>
                    <a:pt x="1857568" y="1105919"/>
                  </a:lnTo>
                  <a:lnTo>
                    <a:pt x="1857569" y="1105941"/>
                  </a:lnTo>
                  <a:lnTo>
                    <a:pt x="1857571" y="1105974"/>
                  </a:lnTo>
                  <a:lnTo>
                    <a:pt x="1857591" y="1106046"/>
                  </a:lnTo>
                  <a:lnTo>
                    <a:pt x="1857600" y="1106062"/>
                  </a:lnTo>
                  <a:lnTo>
                    <a:pt x="1857611" y="1106069"/>
                  </a:lnTo>
                  <a:lnTo>
                    <a:pt x="1857651" y="1106096"/>
                  </a:lnTo>
                  <a:lnTo>
                    <a:pt x="1857680" y="1106093"/>
                  </a:lnTo>
                  <a:lnTo>
                    <a:pt x="1857731" y="1106209"/>
                  </a:lnTo>
                  <a:lnTo>
                    <a:pt x="1857741" y="1106232"/>
                  </a:lnTo>
                  <a:lnTo>
                    <a:pt x="1857662" y="1106472"/>
                  </a:lnTo>
                  <a:lnTo>
                    <a:pt x="1857540" y="1106625"/>
                  </a:lnTo>
                  <a:lnTo>
                    <a:pt x="1857484" y="1106658"/>
                  </a:lnTo>
                  <a:lnTo>
                    <a:pt x="1857420" y="1106665"/>
                  </a:lnTo>
                  <a:lnTo>
                    <a:pt x="1857274" y="1106750"/>
                  </a:lnTo>
                  <a:lnTo>
                    <a:pt x="1857269" y="1106770"/>
                  </a:lnTo>
                  <a:lnTo>
                    <a:pt x="1857273" y="1106850"/>
                  </a:lnTo>
                  <a:lnTo>
                    <a:pt x="1857574" y="1107023"/>
                  </a:lnTo>
                  <a:lnTo>
                    <a:pt x="1857590" y="1107045"/>
                  </a:lnTo>
                  <a:lnTo>
                    <a:pt x="1857487" y="1107151"/>
                  </a:lnTo>
                  <a:lnTo>
                    <a:pt x="1857422" y="1107196"/>
                  </a:lnTo>
                  <a:lnTo>
                    <a:pt x="1857358" y="1107207"/>
                  </a:lnTo>
                  <a:lnTo>
                    <a:pt x="1857318" y="1107208"/>
                  </a:lnTo>
                  <a:lnTo>
                    <a:pt x="1857267" y="1107188"/>
                  </a:lnTo>
                  <a:lnTo>
                    <a:pt x="1857229" y="1107154"/>
                  </a:lnTo>
                  <a:lnTo>
                    <a:pt x="1857195" y="1107157"/>
                  </a:lnTo>
                  <a:lnTo>
                    <a:pt x="1857169" y="1107173"/>
                  </a:lnTo>
                  <a:lnTo>
                    <a:pt x="1857154" y="1107220"/>
                  </a:lnTo>
                  <a:lnTo>
                    <a:pt x="1857096" y="1107399"/>
                  </a:lnTo>
                  <a:lnTo>
                    <a:pt x="1857033" y="1107466"/>
                  </a:lnTo>
                  <a:lnTo>
                    <a:pt x="1857026" y="1107470"/>
                  </a:lnTo>
                  <a:lnTo>
                    <a:pt x="1856896" y="1107526"/>
                  </a:lnTo>
                  <a:lnTo>
                    <a:pt x="1856849" y="1107529"/>
                  </a:lnTo>
                  <a:lnTo>
                    <a:pt x="1856792" y="1107492"/>
                  </a:lnTo>
                  <a:lnTo>
                    <a:pt x="1856734" y="1107481"/>
                  </a:lnTo>
                  <a:lnTo>
                    <a:pt x="1856670" y="1107483"/>
                  </a:lnTo>
                  <a:lnTo>
                    <a:pt x="1856656" y="1107498"/>
                  </a:lnTo>
                  <a:lnTo>
                    <a:pt x="1856647" y="1107550"/>
                  </a:lnTo>
                  <a:lnTo>
                    <a:pt x="1856650" y="1107572"/>
                  </a:lnTo>
                  <a:lnTo>
                    <a:pt x="1856680" y="1107664"/>
                  </a:lnTo>
                  <a:lnTo>
                    <a:pt x="1856700" y="1107722"/>
                  </a:lnTo>
                  <a:lnTo>
                    <a:pt x="1856706" y="1107751"/>
                  </a:lnTo>
                  <a:lnTo>
                    <a:pt x="1856701" y="1107789"/>
                  </a:lnTo>
                  <a:lnTo>
                    <a:pt x="1856680" y="1107821"/>
                  </a:lnTo>
                  <a:lnTo>
                    <a:pt x="1856616" y="1107864"/>
                  </a:lnTo>
                  <a:lnTo>
                    <a:pt x="1856597" y="1107896"/>
                  </a:lnTo>
                  <a:lnTo>
                    <a:pt x="1856594" y="1108038"/>
                  </a:lnTo>
                  <a:lnTo>
                    <a:pt x="1856596" y="1108060"/>
                  </a:lnTo>
                  <a:lnTo>
                    <a:pt x="1856615" y="1108088"/>
                  </a:lnTo>
                  <a:lnTo>
                    <a:pt x="1856633" y="1108096"/>
                  </a:lnTo>
                  <a:lnTo>
                    <a:pt x="1856653" y="1108093"/>
                  </a:lnTo>
                  <a:lnTo>
                    <a:pt x="1856684" y="1108075"/>
                  </a:lnTo>
                  <a:lnTo>
                    <a:pt x="1856711" y="1108058"/>
                  </a:lnTo>
                  <a:lnTo>
                    <a:pt x="1856832" y="1108008"/>
                  </a:lnTo>
                  <a:lnTo>
                    <a:pt x="1856893" y="1107996"/>
                  </a:lnTo>
                  <a:lnTo>
                    <a:pt x="1856924" y="1107999"/>
                  </a:lnTo>
                  <a:lnTo>
                    <a:pt x="1856954" y="1108010"/>
                  </a:lnTo>
                  <a:lnTo>
                    <a:pt x="1856978" y="1108019"/>
                  </a:lnTo>
                  <a:lnTo>
                    <a:pt x="1857007" y="1108038"/>
                  </a:lnTo>
                  <a:lnTo>
                    <a:pt x="1857009" y="1108055"/>
                  </a:lnTo>
                  <a:lnTo>
                    <a:pt x="1857001" y="1108073"/>
                  </a:lnTo>
                  <a:lnTo>
                    <a:pt x="1856978" y="1108085"/>
                  </a:lnTo>
                  <a:lnTo>
                    <a:pt x="1856945" y="1108096"/>
                  </a:lnTo>
                  <a:lnTo>
                    <a:pt x="1856860" y="1108140"/>
                  </a:lnTo>
                  <a:lnTo>
                    <a:pt x="1856811" y="1108166"/>
                  </a:lnTo>
                  <a:lnTo>
                    <a:pt x="1856790" y="1108186"/>
                  </a:lnTo>
                  <a:lnTo>
                    <a:pt x="1856783" y="1108193"/>
                  </a:lnTo>
                  <a:lnTo>
                    <a:pt x="1856770" y="1108219"/>
                  </a:lnTo>
                  <a:lnTo>
                    <a:pt x="1856758" y="1108245"/>
                  </a:lnTo>
                  <a:lnTo>
                    <a:pt x="1856728" y="1108316"/>
                  </a:lnTo>
                  <a:lnTo>
                    <a:pt x="1856661" y="1108406"/>
                  </a:lnTo>
                  <a:lnTo>
                    <a:pt x="1856632" y="1108445"/>
                  </a:lnTo>
                  <a:lnTo>
                    <a:pt x="1856564" y="1108519"/>
                  </a:lnTo>
                  <a:lnTo>
                    <a:pt x="1856425" y="1108589"/>
                  </a:lnTo>
                  <a:lnTo>
                    <a:pt x="1856345" y="1108583"/>
                  </a:lnTo>
                  <a:lnTo>
                    <a:pt x="1856311" y="1108565"/>
                  </a:lnTo>
                  <a:lnTo>
                    <a:pt x="1856272" y="1108515"/>
                  </a:lnTo>
                  <a:lnTo>
                    <a:pt x="1856224" y="1108490"/>
                  </a:lnTo>
                  <a:lnTo>
                    <a:pt x="1856182" y="1108494"/>
                  </a:lnTo>
                  <a:lnTo>
                    <a:pt x="1856169" y="1108519"/>
                  </a:lnTo>
                  <a:lnTo>
                    <a:pt x="1856175" y="1108549"/>
                  </a:lnTo>
                  <a:lnTo>
                    <a:pt x="1856171" y="1108581"/>
                  </a:lnTo>
                  <a:lnTo>
                    <a:pt x="1856160" y="1108597"/>
                  </a:lnTo>
                  <a:lnTo>
                    <a:pt x="1856128" y="1108601"/>
                  </a:lnTo>
                  <a:lnTo>
                    <a:pt x="1856094" y="1108602"/>
                  </a:lnTo>
                  <a:lnTo>
                    <a:pt x="1856065" y="1108582"/>
                  </a:lnTo>
                  <a:lnTo>
                    <a:pt x="1856027" y="1108536"/>
                  </a:lnTo>
                  <a:lnTo>
                    <a:pt x="1855981" y="1108511"/>
                  </a:lnTo>
                  <a:lnTo>
                    <a:pt x="1855941" y="1108515"/>
                  </a:lnTo>
                  <a:lnTo>
                    <a:pt x="1855883" y="1108550"/>
                  </a:lnTo>
                  <a:lnTo>
                    <a:pt x="1855842" y="1108591"/>
                  </a:lnTo>
                  <a:lnTo>
                    <a:pt x="1855813" y="1108690"/>
                  </a:lnTo>
                  <a:lnTo>
                    <a:pt x="1855697" y="1108756"/>
                  </a:lnTo>
                  <a:lnTo>
                    <a:pt x="1855673" y="1108760"/>
                  </a:lnTo>
                  <a:lnTo>
                    <a:pt x="1855405" y="1108766"/>
                  </a:lnTo>
                  <a:lnTo>
                    <a:pt x="1855369" y="1108752"/>
                  </a:lnTo>
                  <a:lnTo>
                    <a:pt x="1855356" y="1108728"/>
                  </a:lnTo>
                  <a:lnTo>
                    <a:pt x="1855460" y="1108303"/>
                  </a:lnTo>
                  <a:lnTo>
                    <a:pt x="1855591" y="1108182"/>
                  </a:lnTo>
                  <a:lnTo>
                    <a:pt x="1855709" y="1108036"/>
                  </a:lnTo>
                  <a:lnTo>
                    <a:pt x="1855741" y="1107932"/>
                  </a:lnTo>
                  <a:lnTo>
                    <a:pt x="1855742" y="1107815"/>
                  </a:lnTo>
                  <a:lnTo>
                    <a:pt x="1855736" y="1107739"/>
                  </a:lnTo>
                  <a:lnTo>
                    <a:pt x="1855699" y="1107709"/>
                  </a:lnTo>
                  <a:lnTo>
                    <a:pt x="1855447" y="1107715"/>
                  </a:lnTo>
                  <a:lnTo>
                    <a:pt x="1855426" y="1107806"/>
                  </a:lnTo>
                  <a:lnTo>
                    <a:pt x="1855406" y="1107967"/>
                  </a:lnTo>
                  <a:lnTo>
                    <a:pt x="1855398" y="1107973"/>
                  </a:lnTo>
                  <a:lnTo>
                    <a:pt x="1855263" y="1107982"/>
                  </a:lnTo>
                  <a:lnTo>
                    <a:pt x="1855173" y="1107958"/>
                  </a:lnTo>
                  <a:lnTo>
                    <a:pt x="1854933" y="1107868"/>
                  </a:lnTo>
                  <a:lnTo>
                    <a:pt x="1854915" y="1107797"/>
                  </a:lnTo>
                  <a:lnTo>
                    <a:pt x="1854940" y="1107620"/>
                  </a:lnTo>
                  <a:lnTo>
                    <a:pt x="1854996" y="1107562"/>
                  </a:lnTo>
                  <a:lnTo>
                    <a:pt x="1855054" y="1107526"/>
                  </a:lnTo>
                  <a:lnTo>
                    <a:pt x="1855138" y="1107481"/>
                  </a:lnTo>
                  <a:lnTo>
                    <a:pt x="1855183" y="1107473"/>
                  </a:lnTo>
                  <a:lnTo>
                    <a:pt x="1855269" y="1106903"/>
                  </a:lnTo>
                  <a:lnTo>
                    <a:pt x="1855191" y="1106497"/>
                  </a:lnTo>
                  <a:lnTo>
                    <a:pt x="1854630" y="1106166"/>
                  </a:lnTo>
                  <a:lnTo>
                    <a:pt x="1853989" y="1106019"/>
                  </a:lnTo>
                  <a:lnTo>
                    <a:pt x="1853966" y="1106002"/>
                  </a:lnTo>
                  <a:lnTo>
                    <a:pt x="1853987" y="1105883"/>
                  </a:lnTo>
                  <a:lnTo>
                    <a:pt x="1853994" y="1105793"/>
                  </a:lnTo>
                  <a:lnTo>
                    <a:pt x="1853986" y="1105784"/>
                  </a:lnTo>
                  <a:lnTo>
                    <a:pt x="1853180" y="1105431"/>
                  </a:lnTo>
                  <a:lnTo>
                    <a:pt x="1852868" y="1105303"/>
                  </a:lnTo>
                  <a:lnTo>
                    <a:pt x="1852698" y="1105246"/>
                  </a:lnTo>
                  <a:lnTo>
                    <a:pt x="1852565" y="1105216"/>
                  </a:lnTo>
                  <a:lnTo>
                    <a:pt x="1852066" y="1105181"/>
                  </a:lnTo>
                  <a:lnTo>
                    <a:pt x="1851874" y="1105168"/>
                  </a:lnTo>
                  <a:lnTo>
                    <a:pt x="1851388" y="1105157"/>
                  </a:lnTo>
                  <a:lnTo>
                    <a:pt x="1851211" y="1105174"/>
                  </a:lnTo>
                  <a:lnTo>
                    <a:pt x="1850993" y="1105215"/>
                  </a:lnTo>
                  <a:lnTo>
                    <a:pt x="1850915" y="1105239"/>
                  </a:lnTo>
                  <a:lnTo>
                    <a:pt x="1850780" y="1105292"/>
                  </a:lnTo>
                  <a:lnTo>
                    <a:pt x="1850706" y="1105329"/>
                  </a:lnTo>
                  <a:lnTo>
                    <a:pt x="1850639" y="1105376"/>
                  </a:lnTo>
                  <a:lnTo>
                    <a:pt x="1850639" y="1105385"/>
                  </a:lnTo>
                  <a:lnTo>
                    <a:pt x="1850685" y="1105822"/>
                  </a:lnTo>
                  <a:lnTo>
                    <a:pt x="1850728" y="1106320"/>
                  </a:lnTo>
                  <a:lnTo>
                    <a:pt x="1850716" y="1106395"/>
                  </a:lnTo>
                  <a:lnTo>
                    <a:pt x="1850707" y="1106399"/>
                  </a:lnTo>
                  <a:lnTo>
                    <a:pt x="1850681" y="1106395"/>
                  </a:lnTo>
                  <a:lnTo>
                    <a:pt x="1850575" y="1106349"/>
                  </a:lnTo>
                  <a:lnTo>
                    <a:pt x="1850553" y="1106299"/>
                  </a:lnTo>
                  <a:lnTo>
                    <a:pt x="1850525" y="1106281"/>
                  </a:lnTo>
                  <a:lnTo>
                    <a:pt x="1850361" y="1106234"/>
                  </a:lnTo>
                  <a:lnTo>
                    <a:pt x="1850187" y="1106246"/>
                  </a:lnTo>
                  <a:lnTo>
                    <a:pt x="1850163" y="1106263"/>
                  </a:lnTo>
                  <a:lnTo>
                    <a:pt x="1850134" y="1106322"/>
                  </a:lnTo>
                  <a:lnTo>
                    <a:pt x="1850127" y="1106353"/>
                  </a:lnTo>
                  <a:lnTo>
                    <a:pt x="1850133" y="1106394"/>
                  </a:lnTo>
                  <a:lnTo>
                    <a:pt x="1850155" y="1106416"/>
                  </a:lnTo>
                  <a:lnTo>
                    <a:pt x="1850181" y="1106436"/>
                  </a:lnTo>
                  <a:lnTo>
                    <a:pt x="1850219" y="1106469"/>
                  </a:lnTo>
                  <a:lnTo>
                    <a:pt x="1850247" y="1106524"/>
                  </a:lnTo>
                  <a:lnTo>
                    <a:pt x="1850252" y="1106571"/>
                  </a:lnTo>
                  <a:lnTo>
                    <a:pt x="1850247" y="1106678"/>
                  </a:lnTo>
                  <a:lnTo>
                    <a:pt x="1850220" y="1106752"/>
                  </a:lnTo>
                  <a:lnTo>
                    <a:pt x="1850182" y="1106786"/>
                  </a:lnTo>
                  <a:lnTo>
                    <a:pt x="1850144" y="1106790"/>
                  </a:lnTo>
                  <a:lnTo>
                    <a:pt x="1850082" y="1106787"/>
                  </a:lnTo>
                  <a:lnTo>
                    <a:pt x="1850033" y="1106769"/>
                  </a:lnTo>
                  <a:lnTo>
                    <a:pt x="1850014" y="1106761"/>
                  </a:lnTo>
                  <a:lnTo>
                    <a:pt x="1849998" y="1106747"/>
                  </a:lnTo>
                  <a:lnTo>
                    <a:pt x="1849992" y="1106752"/>
                  </a:lnTo>
                  <a:lnTo>
                    <a:pt x="1849990" y="1106762"/>
                  </a:lnTo>
                  <a:lnTo>
                    <a:pt x="1849987" y="1106768"/>
                  </a:lnTo>
                  <a:lnTo>
                    <a:pt x="1849979" y="1106772"/>
                  </a:lnTo>
                  <a:lnTo>
                    <a:pt x="1849970" y="1106782"/>
                  </a:lnTo>
                  <a:lnTo>
                    <a:pt x="1849960" y="1106819"/>
                  </a:lnTo>
                  <a:lnTo>
                    <a:pt x="1849955" y="1106861"/>
                  </a:lnTo>
                  <a:lnTo>
                    <a:pt x="1849937" y="1107039"/>
                  </a:lnTo>
                  <a:lnTo>
                    <a:pt x="1849927" y="1107078"/>
                  </a:lnTo>
                  <a:lnTo>
                    <a:pt x="1849924" y="1107136"/>
                  </a:lnTo>
                  <a:lnTo>
                    <a:pt x="1849894" y="1107387"/>
                  </a:lnTo>
                  <a:lnTo>
                    <a:pt x="1849866" y="1107624"/>
                  </a:lnTo>
                  <a:lnTo>
                    <a:pt x="1849811" y="1108043"/>
                  </a:lnTo>
                  <a:lnTo>
                    <a:pt x="1849632" y="1108187"/>
                  </a:lnTo>
                  <a:lnTo>
                    <a:pt x="1849603" y="1108205"/>
                  </a:lnTo>
                  <a:lnTo>
                    <a:pt x="1849462" y="1108217"/>
                  </a:lnTo>
                  <a:lnTo>
                    <a:pt x="1849373" y="1108277"/>
                  </a:lnTo>
                  <a:lnTo>
                    <a:pt x="1849249" y="1108306"/>
                  </a:lnTo>
                  <a:lnTo>
                    <a:pt x="1849206" y="1108331"/>
                  </a:lnTo>
                  <a:lnTo>
                    <a:pt x="1849182" y="1108378"/>
                  </a:lnTo>
                  <a:lnTo>
                    <a:pt x="1849158" y="1108422"/>
                  </a:lnTo>
                  <a:lnTo>
                    <a:pt x="1849126" y="1108553"/>
                  </a:lnTo>
                  <a:lnTo>
                    <a:pt x="1849180" y="1108650"/>
                  </a:lnTo>
                  <a:lnTo>
                    <a:pt x="1849219" y="1108674"/>
                  </a:lnTo>
                  <a:lnTo>
                    <a:pt x="1849302" y="1108701"/>
                  </a:lnTo>
                  <a:lnTo>
                    <a:pt x="1849350" y="1108794"/>
                  </a:lnTo>
                  <a:lnTo>
                    <a:pt x="1849045" y="1109179"/>
                  </a:lnTo>
                  <a:lnTo>
                    <a:pt x="1848861" y="1109345"/>
                  </a:lnTo>
                  <a:lnTo>
                    <a:pt x="1848585" y="1109546"/>
                  </a:lnTo>
                  <a:lnTo>
                    <a:pt x="1848434" y="1109823"/>
                  </a:lnTo>
                  <a:lnTo>
                    <a:pt x="1848435" y="1110099"/>
                  </a:lnTo>
                  <a:lnTo>
                    <a:pt x="1848449" y="1110296"/>
                  </a:lnTo>
                  <a:lnTo>
                    <a:pt x="1848447" y="1110333"/>
                  </a:lnTo>
                  <a:lnTo>
                    <a:pt x="1848364" y="1110416"/>
                  </a:lnTo>
                  <a:lnTo>
                    <a:pt x="1848033" y="1110626"/>
                  </a:lnTo>
                  <a:lnTo>
                    <a:pt x="1847993" y="1110621"/>
                  </a:lnTo>
                  <a:lnTo>
                    <a:pt x="1847876" y="1110582"/>
                  </a:lnTo>
                  <a:lnTo>
                    <a:pt x="1847833" y="1110532"/>
                  </a:lnTo>
                  <a:lnTo>
                    <a:pt x="1847760" y="1110409"/>
                  </a:lnTo>
                  <a:lnTo>
                    <a:pt x="1847759" y="1110394"/>
                  </a:lnTo>
                  <a:lnTo>
                    <a:pt x="1847842" y="1110231"/>
                  </a:lnTo>
                  <a:lnTo>
                    <a:pt x="1847802" y="1110090"/>
                  </a:lnTo>
                  <a:lnTo>
                    <a:pt x="1847499" y="1109920"/>
                  </a:lnTo>
                  <a:lnTo>
                    <a:pt x="1847023" y="1109882"/>
                  </a:lnTo>
                  <a:lnTo>
                    <a:pt x="1847000" y="1109894"/>
                  </a:lnTo>
                  <a:lnTo>
                    <a:pt x="1846981" y="1109918"/>
                  </a:lnTo>
                  <a:lnTo>
                    <a:pt x="1846882" y="1110216"/>
                  </a:lnTo>
                  <a:lnTo>
                    <a:pt x="1846877" y="1110302"/>
                  </a:lnTo>
                  <a:lnTo>
                    <a:pt x="1846902" y="1110391"/>
                  </a:lnTo>
                  <a:lnTo>
                    <a:pt x="1847072" y="1110541"/>
                  </a:lnTo>
                  <a:lnTo>
                    <a:pt x="1847237" y="1110584"/>
                  </a:lnTo>
                  <a:lnTo>
                    <a:pt x="1847287" y="1110577"/>
                  </a:lnTo>
                  <a:lnTo>
                    <a:pt x="1847597" y="1110908"/>
                  </a:lnTo>
                  <a:lnTo>
                    <a:pt x="1847605" y="1110937"/>
                  </a:lnTo>
                  <a:lnTo>
                    <a:pt x="1847558" y="1110979"/>
                  </a:lnTo>
                  <a:lnTo>
                    <a:pt x="1847508" y="1111012"/>
                  </a:lnTo>
                  <a:lnTo>
                    <a:pt x="1847428" y="1111042"/>
                  </a:lnTo>
                  <a:lnTo>
                    <a:pt x="1847398" y="1111039"/>
                  </a:lnTo>
                  <a:lnTo>
                    <a:pt x="1847353" y="1111045"/>
                  </a:lnTo>
                  <a:lnTo>
                    <a:pt x="1847160" y="1111142"/>
                  </a:lnTo>
                  <a:lnTo>
                    <a:pt x="1847147" y="1111157"/>
                  </a:lnTo>
                  <a:lnTo>
                    <a:pt x="1847131" y="1111216"/>
                  </a:lnTo>
                  <a:lnTo>
                    <a:pt x="1847558" y="1111590"/>
                  </a:lnTo>
                  <a:lnTo>
                    <a:pt x="1847623" y="1111592"/>
                  </a:lnTo>
                  <a:lnTo>
                    <a:pt x="1847713" y="1111581"/>
                  </a:lnTo>
                  <a:lnTo>
                    <a:pt x="1847761" y="1111542"/>
                  </a:lnTo>
                  <a:lnTo>
                    <a:pt x="1847821" y="1111461"/>
                  </a:lnTo>
                  <a:lnTo>
                    <a:pt x="1847883" y="1111358"/>
                  </a:lnTo>
                  <a:lnTo>
                    <a:pt x="1847903" y="1111250"/>
                  </a:lnTo>
                  <a:lnTo>
                    <a:pt x="1847921" y="1111205"/>
                  </a:lnTo>
                  <a:lnTo>
                    <a:pt x="1847936" y="1111199"/>
                  </a:lnTo>
                  <a:lnTo>
                    <a:pt x="1847944" y="1111196"/>
                  </a:lnTo>
                  <a:lnTo>
                    <a:pt x="1848064" y="1111464"/>
                  </a:lnTo>
                  <a:lnTo>
                    <a:pt x="1848065" y="1111505"/>
                  </a:lnTo>
                  <a:lnTo>
                    <a:pt x="1848017" y="1111710"/>
                  </a:lnTo>
                  <a:lnTo>
                    <a:pt x="1847844" y="1111881"/>
                  </a:lnTo>
                  <a:lnTo>
                    <a:pt x="1847754" y="1111993"/>
                  </a:lnTo>
                  <a:lnTo>
                    <a:pt x="1847739" y="1112027"/>
                  </a:lnTo>
                  <a:lnTo>
                    <a:pt x="1847723" y="1112241"/>
                  </a:lnTo>
                  <a:lnTo>
                    <a:pt x="1847739" y="1112421"/>
                  </a:lnTo>
                  <a:lnTo>
                    <a:pt x="1847751" y="1112444"/>
                  </a:lnTo>
                  <a:lnTo>
                    <a:pt x="1847719" y="1112541"/>
                  </a:lnTo>
                  <a:lnTo>
                    <a:pt x="1847702" y="1112568"/>
                  </a:lnTo>
                  <a:lnTo>
                    <a:pt x="1847667" y="1112598"/>
                  </a:lnTo>
                  <a:lnTo>
                    <a:pt x="1847442" y="1112659"/>
                  </a:lnTo>
                  <a:lnTo>
                    <a:pt x="1847389" y="1112673"/>
                  </a:lnTo>
                  <a:lnTo>
                    <a:pt x="1847278" y="1112617"/>
                  </a:lnTo>
                  <a:lnTo>
                    <a:pt x="1846912" y="1113164"/>
                  </a:lnTo>
                  <a:lnTo>
                    <a:pt x="1846907" y="1113203"/>
                  </a:lnTo>
                  <a:lnTo>
                    <a:pt x="1846937" y="1113228"/>
                  </a:lnTo>
                  <a:lnTo>
                    <a:pt x="1846937" y="1113240"/>
                  </a:lnTo>
                  <a:lnTo>
                    <a:pt x="1846881" y="1113511"/>
                  </a:lnTo>
                  <a:lnTo>
                    <a:pt x="1846833" y="1113559"/>
                  </a:lnTo>
                  <a:lnTo>
                    <a:pt x="1846776" y="1113595"/>
                  </a:lnTo>
                  <a:lnTo>
                    <a:pt x="1846734" y="1113609"/>
                  </a:lnTo>
                  <a:lnTo>
                    <a:pt x="1846696" y="1113610"/>
                  </a:lnTo>
                  <a:lnTo>
                    <a:pt x="1846608" y="1113574"/>
                  </a:lnTo>
                  <a:lnTo>
                    <a:pt x="1846560" y="1113523"/>
                  </a:lnTo>
                  <a:lnTo>
                    <a:pt x="1846549" y="1113483"/>
                  </a:lnTo>
                  <a:lnTo>
                    <a:pt x="1846544" y="1113433"/>
                  </a:lnTo>
                  <a:lnTo>
                    <a:pt x="1846566" y="1113372"/>
                  </a:lnTo>
                  <a:lnTo>
                    <a:pt x="1846567" y="1113332"/>
                  </a:lnTo>
                  <a:lnTo>
                    <a:pt x="1846551" y="1113316"/>
                  </a:lnTo>
                  <a:lnTo>
                    <a:pt x="1846528" y="1113299"/>
                  </a:lnTo>
                  <a:lnTo>
                    <a:pt x="1846474" y="1113309"/>
                  </a:lnTo>
                  <a:lnTo>
                    <a:pt x="1846303" y="1113412"/>
                  </a:lnTo>
                  <a:lnTo>
                    <a:pt x="1846088" y="1113526"/>
                  </a:lnTo>
                  <a:lnTo>
                    <a:pt x="1846046" y="1113528"/>
                  </a:lnTo>
                  <a:lnTo>
                    <a:pt x="1846011" y="1113484"/>
                  </a:lnTo>
                  <a:lnTo>
                    <a:pt x="1845940" y="1113282"/>
                  </a:lnTo>
                  <a:lnTo>
                    <a:pt x="1845888" y="1113103"/>
                  </a:lnTo>
                  <a:lnTo>
                    <a:pt x="1845803" y="1113074"/>
                  </a:lnTo>
                  <a:lnTo>
                    <a:pt x="1845779" y="1113066"/>
                  </a:lnTo>
                  <a:lnTo>
                    <a:pt x="1845768" y="1113059"/>
                  </a:lnTo>
                  <a:lnTo>
                    <a:pt x="1845717" y="1113028"/>
                  </a:lnTo>
                  <a:lnTo>
                    <a:pt x="1845685" y="1112938"/>
                  </a:lnTo>
                  <a:lnTo>
                    <a:pt x="1845674" y="1112910"/>
                  </a:lnTo>
                  <a:lnTo>
                    <a:pt x="1845385" y="1113032"/>
                  </a:lnTo>
                  <a:lnTo>
                    <a:pt x="1845365" y="1112991"/>
                  </a:lnTo>
                  <a:lnTo>
                    <a:pt x="1845334" y="1113003"/>
                  </a:lnTo>
                  <a:lnTo>
                    <a:pt x="1845113" y="1112895"/>
                  </a:lnTo>
                  <a:lnTo>
                    <a:pt x="1844612" y="1112650"/>
                  </a:lnTo>
                  <a:lnTo>
                    <a:pt x="1844592" y="1112628"/>
                  </a:lnTo>
                  <a:lnTo>
                    <a:pt x="1844561" y="1112592"/>
                  </a:lnTo>
                  <a:lnTo>
                    <a:pt x="1844523" y="1112548"/>
                  </a:lnTo>
                  <a:lnTo>
                    <a:pt x="1844493" y="1112542"/>
                  </a:lnTo>
                  <a:lnTo>
                    <a:pt x="1844463" y="1112556"/>
                  </a:lnTo>
                  <a:lnTo>
                    <a:pt x="1844461" y="1112562"/>
                  </a:lnTo>
                  <a:lnTo>
                    <a:pt x="1844459" y="1112570"/>
                  </a:lnTo>
                  <a:lnTo>
                    <a:pt x="1844428" y="1112582"/>
                  </a:lnTo>
                  <a:lnTo>
                    <a:pt x="1844361" y="1112610"/>
                  </a:lnTo>
                  <a:lnTo>
                    <a:pt x="1844297" y="1112637"/>
                  </a:lnTo>
                  <a:lnTo>
                    <a:pt x="1844286" y="1112646"/>
                  </a:lnTo>
                  <a:lnTo>
                    <a:pt x="1844253" y="1112663"/>
                  </a:lnTo>
                  <a:lnTo>
                    <a:pt x="1844242" y="1112675"/>
                  </a:lnTo>
                  <a:lnTo>
                    <a:pt x="1844235" y="1112687"/>
                  </a:lnTo>
                  <a:lnTo>
                    <a:pt x="1844179" y="1112723"/>
                  </a:lnTo>
                  <a:lnTo>
                    <a:pt x="1844160" y="1112724"/>
                  </a:lnTo>
                  <a:lnTo>
                    <a:pt x="1844150" y="1112710"/>
                  </a:lnTo>
                  <a:lnTo>
                    <a:pt x="1844142" y="1112701"/>
                  </a:lnTo>
                  <a:lnTo>
                    <a:pt x="1844133" y="1112690"/>
                  </a:lnTo>
                  <a:lnTo>
                    <a:pt x="1844093" y="1112702"/>
                  </a:lnTo>
                  <a:lnTo>
                    <a:pt x="1844059" y="1112723"/>
                  </a:lnTo>
                  <a:lnTo>
                    <a:pt x="1844030" y="1112752"/>
                  </a:lnTo>
                  <a:lnTo>
                    <a:pt x="1844015" y="1112760"/>
                  </a:lnTo>
                  <a:lnTo>
                    <a:pt x="1844012" y="1112755"/>
                  </a:lnTo>
                  <a:lnTo>
                    <a:pt x="1843997" y="1112755"/>
                  </a:lnTo>
                  <a:lnTo>
                    <a:pt x="1843971" y="1112767"/>
                  </a:lnTo>
                  <a:lnTo>
                    <a:pt x="1843956" y="1112769"/>
                  </a:lnTo>
                  <a:lnTo>
                    <a:pt x="1843938" y="1112773"/>
                  </a:lnTo>
                  <a:lnTo>
                    <a:pt x="1843872" y="1112837"/>
                  </a:lnTo>
                  <a:lnTo>
                    <a:pt x="1843834" y="1112873"/>
                  </a:lnTo>
                  <a:lnTo>
                    <a:pt x="1843829" y="1112871"/>
                  </a:lnTo>
                  <a:lnTo>
                    <a:pt x="1843789" y="1112854"/>
                  </a:lnTo>
                  <a:lnTo>
                    <a:pt x="1843755" y="1112907"/>
                  </a:lnTo>
                  <a:lnTo>
                    <a:pt x="1843801" y="1112938"/>
                  </a:lnTo>
                  <a:lnTo>
                    <a:pt x="1843841" y="1112965"/>
                  </a:lnTo>
                  <a:lnTo>
                    <a:pt x="1843760" y="1113110"/>
                  </a:lnTo>
                  <a:lnTo>
                    <a:pt x="1843736" y="1113099"/>
                  </a:lnTo>
                  <a:lnTo>
                    <a:pt x="1843732" y="1113100"/>
                  </a:lnTo>
                  <a:lnTo>
                    <a:pt x="1843726" y="1113100"/>
                  </a:lnTo>
                  <a:lnTo>
                    <a:pt x="1843717" y="1113117"/>
                  </a:lnTo>
                  <a:lnTo>
                    <a:pt x="1843674" y="1113196"/>
                  </a:lnTo>
                  <a:lnTo>
                    <a:pt x="1843647" y="1113192"/>
                  </a:lnTo>
                  <a:lnTo>
                    <a:pt x="1843619" y="1113290"/>
                  </a:lnTo>
                  <a:lnTo>
                    <a:pt x="1843602" y="1113339"/>
                  </a:lnTo>
                  <a:lnTo>
                    <a:pt x="1843589" y="1113365"/>
                  </a:lnTo>
                  <a:lnTo>
                    <a:pt x="1843576" y="1113368"/>
                  </a:lnTo>
                  <a:lnTo>
                    <a:pt x="1843569" y="1113488"/>
                  </a:lnTo>
                  <a:lnTo>
                    <a:pt x="1843600" y="1113489"/>
                  </a:lnTo>
                  <a:lnTo>
                    <a:pt x="1843596" y="1113527"/>
                  </a:lnTo>
                  <a:lnTo>
                    <a:pt x="1843589" y="1113587"/>
                  </a:lnTo>
                  <a:lnTo>
                    <a:pt x="1843582" y="1113642"/>
                  </a:lnTo>
                  <a:lnTo>
                    <a:pt x="1843565" y="1113639"/>
                  </a:lnTo>
                  <a:lnTo>
                    <a:pt x="1843543" y="1113637"/>
                  </a:lnTo>
                  <a:lnTo>
                    <a:pt x="1843524" y="1113758"/>
                  </a:lnTo>
                  <a:lnTo>
                    <a:pt x="1843522" y="1113782"/>
                  </a:lnTo>
                  <a:lnTo>
                    <a:pt x="1843523" y="1113793"/>
                  </a:lnTo>
                  <a:lnTo>
                    <a:pt x="1843528" y="1113797"/>
                  </a:lnTo>
                  <a:lnTo>
                    <a:pt x="1843539" y="1113799"/>
                  </a:lnTo>
                  <a:lnTo>
                    <a:pt x="1843544" y="1113802"/>
                  </a:lnTo>
                  <a:lnTo>
                    <a:pt x="1843545" y="1113809"/>
                  </a:lnTo>
                  <a:lnTo>
                    <a:pt x="1843544" y="1113823"/>
                  </a:lnTo>
                  <a:lnTo>
                    <a:pt x="1843539" y="1113834"/>
                  </a:lnTo>
                  <a:lnTo>
                    <a:pt x="1843535" y="1113838"/>
                  </a:lnTo>
                  <a:lnTo>
                    <a:pt x="1843527" y="1113842"/>
                  </a:lnTo>
                  <a:lnTo>
                    <a:pt x="1843512" y="1113846"/>
                  </a:lnTo>
                  <a:lnTo>
                    <a:pt x="1843510" y="1113928"/>
                  </a:lnTo>
                  <a:lnTo>
                    <a:pt x="1843505" y="1114049"/>
                  </a:lnTo>
                  <a:lnTo>
                    <a:pt x="1843509" y="1114065"/>
                  </a:lnTo>
                  <a:lnTo>
                    <a:pt x="1843517" y="1114073"/>
                  </a:lnTo>
                  <a:lnTo>
                    <a:pt x="1843529" y="1114085"/>
                  </a:lnTo>
                  <a:lnTo>
                    <a:pt x="1843512" y="1114245"/>
                  </a:lnTo>
                  <a:lnTo>
                    <a:pt x="1843516" y="1114269"/>
                  </a:lnTo>
                  <a:lnTo>
                    <a:pt x="1843136" y="1114272"/>
                  </a:lnTo>
                  <a:lnTo>
                    <a:pt x="1843123" y="1114275"/>
                  </a:lnTo>
                  <a:lnTo>
                    <a:pt x="1843174" y="1114369"/>
                  </a:lnTo>
                  <a:lnTo>
                    <a:pt x="1843319" y="1114753"/>
                  </a:lnTo>
                  <a:lnTo>
                    <a:pt x="1843358" y="1114820"/>
                  </a:lnTo>
                  <a:lnTo>
                    <a:pt x="1843460" y="1114909"/>
                  </a:lnTo>
                  <a:lnTo>
                    <a:pt x="1843766" y="1115083"/>
                  </a:lnTo>
                  <a:lnTo>
                    <a:pt x="1843864" y="1115138"/>
                  </a:lnTo>
                  <a:lnTo>
                    <a:pt x="1843882" y="1115157"/>
                  </a:lnTo>
                  <a:lnTo>
                    <a:pt x="1843908" y="1115169"/>
                  </a:lnTo>
                  <a:lnTo>
                    <a:pt x="1843914" y="1115172"/>
                  </a:lnTo>
                  <a:lnTo>
                    <a:pt x="1843982" y="1115060"/>
                  </a:lnTo>
                  <a:lnTo>
                    <a:pt x="1844096" y="1114944"/>
                  </a:lnTo>
                  <a:lnTo>
                    <a:pt x="1844134" y="1114935"/>
                  </a:lnTo>
                  <a:lnTo>
                    <a:pt x="1844168" y="1114935"/>
                  </a:lnTo>
                  <a:lnTo>
                    <a:pt x="1844182" y="1114965"/>
                  </a:lnTo>
                  <a:lnTo>
                    <a:pt x="1844171" y="1115025"/>
                  </a:lnTo>
                  <a:lnTo>
                    <a:pt x="1844167" y="1115056"/>
                  </a:lnTo>
                  <a:lnTo>
                    <a:pt x="1844159" y="1115121"/>
                  </a:lnTo>
                  <a:lnTo>
                    <a:pt x="1844143" y="1115259"/>
                  </a:lnTo>
                  <a:lnTo>
                    <a:pt x="1844114" y="1115317"/>
                  </a:lnTo>
                  <a:lnTo>
                    <a:pt x="1844047" y="1115383"/>
                  </a:lnTo>
                  <a:lnTo>
                    <a:pt x="1843984" y="1115430"/>
                  </a:lnTo>
                  <a:lnTo>
                    <a:pt x="1843953" y="1115480"/>
                  </a:lnTo>
                  <a:lnTo>
                    <a:pt x="1843941" y="1115512"/>
                  </a:lnTo>
                  <a:lnTo>
                    <a:pt x="1843941" y="1115517"/>
                  </a:lnTo>
                  <a:lnTo>
                    <a:pt x="1843941" y="1115525"/>
                  </a:lnTo>
                  <a:lnTo>
                    <a:pt x="1843940" y="1115617"/>
                  </a:lnTo>
                  <a:lnTo>
                    <a:pt x="1843940" y="1115711"/>
                  </a:lnTo>
                  <a:lnTo>
                    <a:pt x="1843929" y="1115748"/>
                  </a:lnTo>
                  <a:lnTo>
                    <a:pt x="1843899" y="1115778"/>
                  </a:lnTo>
                  <a:lnTo>
                    <a:pt x="1843849" y="1115789"/>
                  </a:lnTo>
                  <a:lnTo>
                    <a:pt x="1843736" y="1115810"/>
                  </a:lnTo>
                  <a:lnTo>
                    <a:pt x="1843626" y="1115885"/>
                  </a:lnTo>
                  <a:lnTo>
                    <a:pt x="1843617" y="1115899"/>
                  </a:lnTo>
                  <a:lnTo>
                    <a:pt x="1843593" y="1115934"/>
                  </a:lnTo>
                  <a:lnTo>
                    <a:pt x="1843581" y="1115951"/>
                  </a:lnTo>
                  <a:lnTo>
                    <a:pt x="1843538" y="1116014"/>
                  </a:lnTo>
                  <a:lnTo>
                    <a:pt x="1843539" y="1116021"/>
                  </a:lnTo>
                  <a:lnTo>
                    <a:pt x="1843547" y="1116084"/>
                  </a:lnTo>
                  <a:lnTo>
                    <a:pt x="1843553" y="1116098"/>
                  </a:lnTo>
                  <a:lnTo>
                    <a:pt x="1843581" y="1116123"/>
                  </a:lnTo>
                  <a:lnTo>
                    <a:pt x="1843706" y="1116118"/>
                  </a:lnTo>
                  <a:lnTo>
                    <a:pt x="1843731" y="1116122"/>
                  </a:lnTo>
                  <a:lnTo>
                    <a:pt x="1843779" y="1116164"/>
                  </a:lnTo>
                  <a:lnTo>
                    <a:pt x="1843880" y="1116236"/>
                  </a:lnTo>
                  <a:lnTo>
                    <a:pt x="1843972" y="1116275"/>
                  </a:lnTo>
                  <a:lnTo>
                    <a:pt x="1844003" y="1116303"/>
                  </a:lnTo>
                  <a:lnTo>
                    <a:pt x="1844031" y="1116348"/>
                  </a:lnTo>
                  <a:lnTo>
                    <a:pt x="1844100" y="1116460"/>
                  </a:lnTo>
                  <a:lnTo>
                    <a:pt x="1844128" y="1116505"/>
                  </a:lnTo>
                  <a:lnTo>
                    <a:pt x="1844134" y="1116532"/>
                  </a:lnTo>
                  <a:lnTo>
                    <a:pt x="1844142" y="1116566"/>
                  </a:lnTo>
                  <a:lnTo>
                    <a:pt x="1844118" y="1116588"/>
                  </a:lnTo>
                  <a:lnTo>
                    <a:pt x="1844083" y="1116593"/>
                  </a:lnTo>
                  <a:lnTo>
                    <a:pt x="1844027" y="1116587"/>
                  </a:lnTo>
                  <a:lnTo>
                    <a:pt x="1843992" y="1116562"/>
                  </a:lnTo>
                  <a:lnTo>
                    <a:pt x="1843919" y="1116414"/>
                  </a:lnTo>
                  <a:lnTo>
                    <a:pt x="1843888" y="1116399"/>
                  </a:lnTo>
                  <a:lnTo>
                    <a:pt x="1843857" y="1116401"/>
                  </a:lnTo>
                  <a:lnTo>
                    <a:pt x="1843841" y="1116420"/>
                  </a:lnTo>
                  <a:lnTo>
                    <a:pt x="1843830" y="1116482"/>
                  </a:lnTo>
                  <a:lnTo>
                    <a:pt x="1843821" y="1116530"/>
                  </a:lnTo>
                  <a:lnTo>
                    <a:pt x="1843749" y="1116574"/>
                  </a:lnTo>
                  <a:lnTo>
                    <a:pt x="1843728" y="1116584"/>
                  </a:lnTo>
                  <a:lnTo>
                    <a:pt x="1843702" y="1116596"/>
                  </a:lnTo>
                  <a:lnTo>
                    <a:pt x="1843672" y="1116581"/>
                  </a:lnTo>
                  <a:lnTo>
                    <a:pt x="1843673" y="1116569"/>
                  </a:lnTo>
                  <a:lnTo>
                    <a:pt x="1843678" y="1116534"/>
                  </a:lnTo>
                  <a:lnTo>
                    <a:pt x="1843683" y="1116490"/>
                  </a:lnTo>
                  <a:lnTo>
                    <a:pt x="1843686" y="1116466"/>
                  </a:lnTo>
                  <a:lnTo>
                    <a:pt x="1843683" y="1116410"/>
                  </a:lnTo>
                  <a:lnTo>
                    <a:pt x="1843669" y="1116391"/>
                  </a:lnTo>
                  <a:lnTo>
                    <a:pt x="1843663" y="1116392"/>
                  </a:lnTo>
                  <a:lnTo>
                    <a:pt x="1843448" y="1116426"/>
                  </a:lnTo>
                  <a:lnTo>
                    <a:pt x="1843440" y="1116430"/>
                  </a:lnTo>
                  <a:lnTo>
                    <a:pt x="1843409" y="1116464"/>
                  </a:lnTo>
                  <a:lnTo>
                    <a:pt x="1843342" y="1116530"/>
                  </a:lnTo>
                  <a:lnTo>
                    <a:pt x="1843323" y="1116544"/>
                  </a:lnTo>
                  <a:lnTo>
                    <a:pt x="1843297" y="1116564"/>
                  </a:lnTo>
                  <a:lnTo>
                    <a:pt x="1843269" y="1116571"/>
                  </a:lnTo>
                  <a:lnTo>
                    <a:pt x="1843255" y="1116560"/>
                  </a:lnTo>
                  <a:lnTo>
                    <a:pt x="1843226" y="1116537"/>
                  </a:lnTo>
                  <a:lnTo>
                    <a:pt x="1843179" y="1116460"/>
                  </a:lnTo>
                  <a:lnTo>
                    <a:pt x="1843171" y="1116424"/>
                  </a:lnTo>
                  <a:lnTo>
                    <a:pt x="1843177" y="1116400"/>
                  </a:lnTo>
                  <a:lnTo>
                    <a:pt x="1843245" y="1116280"/>
                  </a:lnTo>
                  <a:lnTo>
                    <a:pt x="1843248" y="1116219"/>
                  </a:lnTo>
                  <a:lnTo>
                    <a:pt x="1843232" y="1116193"/>
                  </a:lnTo>
                  <a:lnTo>
                    <a:pt x="1843155" y="1116118"/>
                  </a:lnTo>
                  <a:lnTo>
                    <a:pt x="1843087" y="1116086"/>
                  </a:lnTo>
                  <a:lnTo>
                    <a:pt x="1843002" y="1116091"/>
                  </a:lnTo>
                  <a:lnTo>
                    <a:pt x="1842847" y="1116130"/>
                  </a:lnTo>
                  <a:lnTo>
                    <a:pt x="1842723" y="1116208"/>
                  </a:lnTo>
                  <a:lnTo>
                    <a:pt x="1842667" y="1116219"/>
                  </a:lnTo>
                  <a:lnTo>
                    <a:pt x="1842643" y="1116199"/>
                  </a:lnTo>
                  <a:lnTo>
                    <a:pt x="1842631" y="1116163"/>
                  </a:lnTo>
                  <a:lnTo>
                    <a:pt x="1842626" y="1116129"/>
                  </a:lnTo>
                  <a:lnTo>
                    <a:pt x="1842663" y="1116094"/>
                  </a:lnTo>
                  <a:lnTo>
                    <a:pt x="1842675" y="1116058"/>
                  </a:lnTo>
                  <a:lnTo>
                    <a:pt x="1842669" y="1116036"/>
                  </a:lnTo>
                  <a:lnTo>
                    <a:pt x="1842585" y="1116008"/>
                  </a:lnTo>
                  <a:lnTo>
                    <a:pt x="1842578" y="1116005"/>
                  </a:lnTo>
                  <a:lnTo>
                    <a:pt x="1842356" y="1115910"/>
                  </a:lnTo>
                  <a:lnTo>
                    <a:pt x="1842309" y="1115873"/>
                  </a:lnTo>
                  <a:lnTo>
                    <a:pt x="1842263" y="1115845"/>
                  </a:lnTo>
                  <a:lnTo>
                    <a:pt x="1842223" y="1115846"/>
                  </a:lnTo>
                  <a:lnTo>
                    <a:pt x="1842193" y="1115873"/>
                  </a:lnTo>
                  <a:lnTo>
                    <a:pt x="1842184" y="1115897"/>
                  </a:lnTo>
                  <a:lnTo>
                    <a:pt x="1842253" y="1115968"/>
                  </a:lnTo>
                  <a:lnTo>
                    <a:pt x="1842253" y="1115999"/>
                  </a:lnTo>
                  <a:lnTo>
                    <a:pt x="1842253" y="1116014"/>
                  </a:lnTo>
                  <a:lnTo>
                    <a:pt x="1842254" y="1116046"/>
                  </a:lnTo>
                  <a:lnTo>
                    <a:pt x="1842244" y="1116079"/>
                  </a:lnTo>
                  <a:lnTo>
                    <a:pt x="1842197" y="1116099"/>
                  </a:lnTo>
                  <a:lnTo>
                    <a:pt x="1842112" y="1116141"/>
                  </a:lnTo>
                  <a:lnTo>
                    <a:pt x="1841984" y="1116165"/>
                  </a:lnTo>
                  <a:lnTo>
                    <a:pt x="1841875" y="1116172"/>
                  </a:lnTo>
                  <a:lnTo>
                    <a:pt x="1841849" y="1116184"/>
                  </a:lnTo>
                  <a:lnTo>
                    <a:pt x="1841830" y="1116192"/>
                  </a:lnTo>
                  <a:lnTo>
                    <a:pt x="1841757" y="1116297"/>
                  </a:lnTo>
                  <a:lnTo>
                    <a:pt x="1841748" y="1116369"/>
                  </a:lnTo>
                  <a:lnTo>
                    <a:pt x="1841752" y="1116444"/>
                  </a:lnTo>
                  <a:lnTo>
                    <a:pt x="1841779" y="1116461"/>
                  </a:lnTo>
                  <a:lnTo>
                    <a:pt x="1841963" y="1116528"/>
                  </a:lnTo>
                  <a:lnTo>
                    <a:pt x="1842061" y="1116518"/>
                  </a:lnTo>
                  <a:lnTo>
                    <a:pt x="1842095" y="1116502"/>
                  </a:lnTo>
                  <a:lnTo>
                    <a:pt x="1842210" y="1116498"/>
                  </a:lnTo>
                  <a:lnTo>
                    <a:pt x="1842245" y="1116518"/>
                  </a:lnTo>
                  <a:lnTo>
                    <a:pt x="1842275" y="1116571"/>
                  </a:lnTo>
                  <a:lnTo>
                    <a:pt x="1842329" y="1116614"/>
                  </a:lnTo>
                  <a:lnTo>
                    <a:pt x="1842351" y="1116635"/>
                  </a:lnTo>
                  <a:lnTo>
                    <a:pt x="1842364" y="1116679"/>
                  </a:lnTo>
                  <a:lnTo>
                    <a:pt x="1842385" y="1116701"/>
                  </a:lnTo>
                  <a:lnTo>
                    <a:pt x="1842424" y="1116699"/>
                  </a:lnTo>
                  <a:lnTo>
                    <a:pt x="1842495" y="1116691"/>
                  </a:lnTo>
                  <a:lnTo>
                    <a:pt x="1842550" y="1116717"/>
                  </a:lnTo>
                  <a:lnTo>
                    <a:pt x="1842571" y="1116731"/>
                  </a:lnTo>
                  <a:lnTo>
                    <a:pt x="1842579" y="1116744"/>
                  </a:lnTo>
                  <a:lnTo>
                    <a:pt x="1842504" y="1116776"/>
                  </a:lnTo>
                  <a:lnTo>
                    <a:pt x="1842403" y="1116819"/>
                  </a:lnTo>
                  <a:lnTo>
                    <a:pt x="1842357" y="1116839"/>
                  </a:lnTo>
                  <a:lnTo>
                    <a:pt x="1842338" y="1116861"/>
                  </a:lnTo>
                  <a:lnTo>
                    <a:pt x="1842336" y="1116879"/>
                  </a:lnTo>
                  <a:lnTo>
                    <a:pt x="1842356" y="1116900"/>
                  </a:lnTo>
                  <a:lnTo>
                    <a:pt x="1842388" y="1116911"/>
                  </a:lnTo>
                  <a:lnTo>
                    <a:pt x="1842447" y="1116901"/>
                  </a:lnTo>
                  <a:lnTo>
                    <a:pt x="1842467" y="1116902"/>
                  </a:lnTo>
                  <a:lnTo>
                    <a:pt x="1842476" y="1116902"/>
                  </a:lnTo>
                  <a:lnTo>
                    <a:pt x="1842496" y="1116923"/>
                  </a:lnTo>
                  <a:lnTo>
                    <a:pt x="1842495" y="1116932"/>
                  </a:lnTo>
                  <a:lnTo>
                    <a:pt x="1842485" y="1116956"/>
                  </a:lnTo>
                  <a:lnTo>
                    <a:pt x="1842443" y="1116997"/>
                  </a:lnTo>
                  <a:lnTo>
                    <a:pt x="1842399" y="1117041"/>
                  </a:lnTo>
                  <a:lnTo>
                    <a:pt x="1842394" y="1117048"/>
                  </a:lnTo>
                  <a:lnTo>
                    <a:pt x="1842383" y="1117060"/>
                  </a:lnTo>
                  <a:lnTo>
                    <a:pt x="1842381" y="1117090"/>
                  </a:lnTo>
                  <a:lnTo>
                    <a:pt x="1842382" y="1117118"/>
                  </a:lnTo>
                  <a:lnTo>
                    <a:pt x="1842384" y="1117129"/>
                  </a:lnTo>
                  <a:lnTo>
                    <a:pt x="1842386" y="1117141"/>
                  </a:lnTo>
                  <a:lnTo>
                    <a:pt x="1842392" y="1117150"/>
                  </a:lnTo>
                  <a:lnTo>
                    <a:pt x="1842413" y="1117148"/>
                  </a:lnTo>
                  <a:lnTo>
                    <a:pt x="1842442" y="1117130"/>
                  </a:lnTo>
                  <a:lnTo>
                    <a:pt x="1842476" y="1117127"/>
                  </a:lnTo>
                  <a:lnTo>
                    <a:pt x="1842500" y="1117127"/>
                  </a:lnTo>
                  <a:lnTo>
                    <a:pt x="1842521" y="1117137"/>
                  </a:lnTo>
                  <a:lnTo>
                    <a:pt x="1842532" y="1117154"/>
                  </a:lnTo>
                  <a:lnTo>
                    <a:pt x="1842532" y="1117170"/>
                  </a:lnTo>
                  <a:lnTo>
                    <a:pt x="1842510" y="1117188"/>
                  </a:lnTo>
                  <a:lnTo>
                    <a:pt x="1842502" y="1117195"/>
                  </a:lnTo>
                  <a:lnTo>
                    <a:pt x="1842468" y="1117222"/>
                  </a:lnTo>
                  <a:lnTo>
                    <a:pt x="1842461" y="1117267"/>
                  </a:lnTo>
                  <a:lnTo>
                    <a:pt x="1842450" y="1117288"/>
                  </a:lnTo>
                  <a:lnTo>
                    <a:pt x="1842446" y="1117295"/>
                  </a:lnTo>
                  <a:lnTo>
                    <a:pt x="1842420" y="1117312"/>
                  </a:lnTo>
                  <a:lnTo>
                    <a:pt x="1842404" y="1117316"/>
                  </a:lnTo>
                  <a:lnTo>
                    <a:pt x="1842362" y="1117326"/>
                  </a:lnTo>
                  <a:lnTo>
                    <a:pt x="1842358" y="1117327"/>
                  </a:lnTo>
                  <a:lnTo>
                    <a:pt x="1842332" y="1117326"/>
                  </a:lnTo>
                  <a:lnTo>
                    <a:pt x="1842316" y="1117310"/>
                  </a:lnTo>
                  <a:lnTo>
                    <a:pt x="1842348" y="1117258"/>
                  </a:lnTo>
                  <a:lnTo>
                    <a:pt x="1842368" y="1117205"/>
                  </a:lnTo>
                  <a:lnTo>
                    <a:pt x="1842365" y="1117185"/>
                  </a:lnTo>
                  <a:lnTo>
                    <a:pt x="1842355" y="1117167"/>
                  </a:lnTo>
                  <a:lnTo>
                    <a:pt x="1842343" y="1117151"/>
                  </a:lnTo>
                  <a:lnTo>
                    <a:pt x="1842287" y="1117129"/>
                  </a:lnTo>
                  <a:lnTo>
                    <a:pt x="1842196" y="1117095"/>
                  </a:lnTo>
                  <a:lnTo>
                    <a:pt x="1842186" y="1117092"/>
                  </a:lnTo>
                  <a:lnTo>
                    <a:pt x="1842181" y="1117093"/>
                  </a:lnTo>
                  <a:lnTo>
                    <a:pt x="1842087" y="1117106"/>
                  </a:lnTo>
                  <a:lnTo>
                    <a:pt x="1842036" y="1117106"/>
                  </a:lnTo>
                  <a:lnTo>
                    <a:pt x="1842015" y="1117089"/>
                  </a:lnTo>
                  <a:lnTo>
                    <a:pt x="1842009" y="1117066"/>
                  </a:lnTo>
                  <a:lnTo>
                    <a:pt x="1842022" y="1117044"/>
                  </a:lnTo>
                  <a:lnTo>
                    <a:pt x="1842025" y="1117042"/>
                  </a:lnTo>
                  <a:lnTo>
                    <a:pt x="1842104" y="1116980"/>
                  </a:lnTo>
                  <a:lnTo>
                    <a:pt x="1842195" y="1116882"/>
                  </a:lnTo>
                  <a:lnTo>
                    <a:pt x="1842197" y="1116853"/>
                  </a:lnTo>
                  <a:lnTo>
                    <a:pt x="1842164" y="1116807"/>
                  </a:lnTo>
                  <a:lnTo>
                    <a:pt x="1841982" y="1116861"/>
                  </a:lnTo>
                  <a:lnTo>
                    <a:pt x="1841897" y="1116893"/>
                  </a:lnTo>
                  <a:lnTo>
                    <a:pt x="1841865" y="1116889"/>
                  </a:lnTo>
                  <a:lnTo>
                    <a:pt x="1841841" y="1116876"/>
                  </a:lnTo>
                  <a:lnTo>
                    <a:pt x="1841766" y="1116799"/>
                  </a:lnTo>
                  <a:lnTo>
                    <a:pt x="1841607" y="1116711"/>
                  </a:lnTo>
                  <a:lnTo>
                    <a:pt x="1841381" y="1116602"/>
                  </a:lnTo>
                  <a:lnTo>
                    <a:pt x="1841326" y="1116598"/>
                  </a:lnTo>
                  <a:lnTo>
                    <a:pt x="1841299" y="1116613"/>
                  </a:lnTo>
                  <a:lnTo>
                    <a:pt x="1841302" y="1116636"/>
                  </a:lnTo>
                  <a:lnTo>
                    <a:pt x="1841311" y="1116662"/>
                  </a:lnTo>
                  <a:lnTo>
                    <a:pt x="1841315" y="1116673"/>
                  </a:lnTo>
                  <a:lnTo>
                    <a:pt x="1841366" y="1116730"/>
                  </a:lnTo>
                  <a:lnTo>
                    <a:pt x="1841414" y="1116800"/>
                  </a:lnTo>
                  <a:lnTo>
                    <a:pt x="1841412" y="1116855"/>
                  </a:lnTo>
                  <a:lnTo>
                    <a:pt x="1841398" y="1116885"/>
                  </a:lnTo>
                  <a:lnTo>
                    <a:pt x="1841376" y="1116896"/>
                  </a:lnTo>
                  <a:lnTo>
                    <a:pt x="1841333" y="1116891"/>
                  </a:lnTo>
                  <a:lnTo>
                    <a:pt x="1841169" y="1116899"/>
                  </a:lnTo>
                  <a:lnTo>
                    <a:pt x="1840981" y="1116938"/>
                  </a:lnTo>
                  <a:lnTo>
                    <a:pt x="1840894" y="1117012"/>
                  </a:lnTo>
                  <a:lnTo>
                    <a:pt x="1840930" y="1117070"/>
                  </a:lnTo>
                  <a:lnTo>
                    <a:pt x="1841049" y="1117059"/>
                  </a:lnTo>
                  <a:lnTo>
                    <a:pt x="1841138" y="1117061"/>
                  </a:lnTo>
                  <a:lnTo>
                    <a:pt x="1841239" y="1117070"/>
                  </a:lnTo>
                  <a:lnTo>
                    <a:pt x="1841345" y="1117089"/>
                  </a:lnTo>
                  <a:lnTo>
                    <a:pt x="1841530" y="1117184"/>
                  </a:lnTo>
                  <a:lnTo>
                    <a:pt x="1841552" y="1117195"/>
                  </a:lnTo>
                  <a:lnTo>
                    <a:pt x="1841551" y="1117203"/>
                  </a:lnTo>
                  <a:lnTo>
                    <a:pt x="1841518" y="1117232"/>
                  </a:lnTo>
                  <a:lnTo>
                    <a:pt x="1840705" y="1117469"/>
                  </a:lnTo>
                  <a:lnTo>
                    <a:pt x="1840598" y="1117462"/>
                  </a:lnTo>
                  <a:lnTo>
                    <a:pt x="1840529" y="1117442"/>
                  </a:lnTo>
                  <a:lnTo>
                    <a:pt x="1840471" y="1117461"/>
                  </a:lnTo>
                  <a:lnTo>
                    <a:pt x="1840163" y="1117628"/>
                  </a:lnTo>
                  <a:lnTo>
                    <a:pt x="1840162" y="1117640"/>
                  </a:lnTo>
                  <a:lnTo>
                    <a:pt x="1840117" y="1117680"/>
                  </a:lnTo>
                  <a:lnTo>
                    <a:pt x="1840065" y="1117726"/>
                  </a:lnTo>
                  <a:lnTo>
                    <a:pt x="1839998" y="1117763"/>
                  </a:lnTo>
                  <a:lnTo>
                    <a:pt x="1839760" y="1117848"/>
                  </a:lnTo>
                  <a:lnTo>
                    <a:pt x="1839758" y="1117742"/>
                  </a:lnTo>
                  <a:lnTo>
                    <a:pt x="1839660" y="1117627"/>
                  </a:lnTo>
                  <a:lnTo>
                    <a:pt x="1839616" y="1117629"/>
                  </a:lnTo>
                  <a:lnTo>
                    <a:pt x="1838855" y="1117958"/>
                  </a:lnTo>
                  <a:lnTo>
                    <a:pt x="1838835" y="1117957"/>
                  </a:lnTo>
                  <a:lnTo>
                    <a:pt x="1838786" y="1117929"/>
                  </a:lnTo>
                  <a:lnTo>
                    <a:pt x="1838768" y="1117894"/>
                  </a:lnTo>
                  <a:lnTo>
                    <a:pt x="1838777" y="1117849"/>
                  </a:lnTo>
                  <a:lnTo>
                    <a:pt x="1838793" y="1117770"/>
                  </a:lnTo>
                  <a:lnTo>
                    <a:pt x="1838847" y="1117697"/>
                  </a:lnTo>
                  <a:lnTo>
                    <a:pt x="1838911" y="1117654"/>
                  </a:lnTo>
                  <a:lnTo>
                    <a:pt x="1838936" y="1117530"/>
                  </a:lnTo>
                  <a:lnTo>
                    <a:pt x="1838921" y="1117474"/>
                  </a:lnTo>
                  <a:lnTo>
                    <a:pt x="1838917" y="1117456"/>
                  </a:lnTo>
                  <a:lnTo>
                    <a:pt x="1838890" y="1117360"/>
                  </a:lnTo>
                  <a:lnTo>
                    <a:pt x="1838878" y="1117344"/>
                  </a:lnTo>
                  <a:lnTo>
                    <a:pt x="1838856" y="1117330"/>
                  </a:lnTo>
                  <a:lnTo>
                    <a:pt x="1838762" y="1117326"/>
                  </a:lnTo>
                  <a:lnTo>
                    <a:pt x="1838676" y="1117331"/>
                  </a:lnTo>
                  <a:lnTo>
                    <a:pt x="1838556" y="1117303"/>
                  </a:lnTo>
                  <a:lnTo>
                    <a:pt x="1838481" y="1117240"/>
                  </a:lnTo>
                  <a:lnTo>
                    <a:pt x="1838426" y="1117161"/>
                  </a:lnTo>
                  <a:lnTo>
                    <a:pt x="1838417" y="1117139"/>
                  </a:lnTo>
                  <a:lnTo>
                    <a:pt x="1838435" y="1117126"/>
                  </a:lnTo>
                  <a:lnTo>
                    <a:pt x="1838572" y="1117119"/>
                  </a:lnTo>
                  <a:lnTo>
                    <a:pt x="1838698" y="1117146"/>
                  </a:lnTo>
                  <a:lnTo>
                    <a:pt x="1838859" y="1116918"/>
                  </a:lnTo>
                  <a:lnTo>
                    <a:pt x="1838913" y="1116770"/>
                  </a:lnTo>
                  <a:lnTo>
                    <a:pt x="1838932" y="1116677"/>
                  </a:lnTo>
                  <a:lnTo>
                    <a:pt x="1838970" y="1116497"/>
                  </a:lnTo>
                  <a:lnTo>
                    <a:pt x="1838917" y="1116440"/>
                  </a:lnTo>
                  <a:lnTo>
                    <a:pt x="1838859" y="1116452"/>
                  </a:lnTo>
                  <a:lnTo>
                    <a:pt x="1838841" y="1116452"/>
                  </a:lnTo>
                  <a:lnTo>
                    <a:pt x="1838827" y="1116443"/>
                  </a:lnTo>
                  <a:lnTo>
                    <a:pt x="1838508" y="1116105"/>
                  </a:lnTo>
                  <a:lnTo>
                    <a:pt x="1838438" y="1116005"/>
                  </a:lnTo>
                  <a:lnTo>
                    <a:pt x="1838373" y="1115913"/>
                  </a:lnTo>
                  <a:lnTo>
                    <a:pt x="1838365" y="1115901"/>
                  </a:lnTo>
                  <a:lnTo>
                    <a:pt x="1838298" y="1115806"/>
                  </a:lnTo>
                  <a:lnTo>
                    <a:pt x="1838270" y="1115749"/>
                  </a:lnTo>
                  <a:lnTo>
                    <a:pt x="1838233" y="1115676"/>
                  </a:lnTo>
                  <a:lnTo>
                    <a:pt x="1838069" y="1115309"/>
                  </a:lnTo>
                  <a:lnTo>
                    <a:pt x="1838065" y="1115010"/>
                  </a:lnTo>
                  <a:lnTo>
                    <a:pt x="1838101" y="1114956"/>
                  </a:lnTo>
                  <a:lnTo>
                    <a:pt x="1838105" y="1114940"/>
                  </a:lnTo>
                  <a:lnTo>
                    <a:pt x="1838081" y="1114586"/>
                  </a:lnTo>
                  <a:lnTo>
                    <a:pt x="1838011" y="1114307"/>
                  </a:lnTo>
                  <a:lnTo>
                    <a:pt x="1837988" y="1114249"/>
                  </a:lnTo>
                  <a:lnTo>
                    <a:pt x="1837910" y="1114097"/>
                  </a:lnTo>
                  <a:lnTo>
                    <a:pt x="1837871" y="1113760"/>
                  </a:lnTo>
                  <a:lnTo>
                    <a:pt x="1837891" y="1113725"/>
                  </a:lnTo>
                  <a:lnTo>
                    <a:pt x="1838023" y="1113651"/>
                  </a:lnTo>
                  <a:lnTo>
                    <a:pt x="1838571" y="1113417"/>
                  </a:lnTo>
                  <a:lnTo>
                    <a:pt x="1838597" y="1113426"/>
                  </a:lnTo>
                  <a:lnTo>
                    <a:pt x="1838685" y="1113617"/>
                  </a:lnTo>
                  <a:lnTo>
                    <a:pt x="1838703" y="1113646"/>
                  </a:lnTo>
                  <a:lnTo>
                    <a:pt x="1838861" y="1113726"/>
                  </a:lnTo>
                  <a:lnTo>
                    <a:pt x="1839004" y="1113686"/>
                  </a:lnTo>
                  <a:lnTo>
                    <a:pt x="1839023" y="1113663"/>
                  </a:lnTo>
                  <a:lnTo>
                    <a:pt x="1839010" y="1113575"/>
                  </a:lnTo>
                  <a:lnTo>
                    <a:pt x="1838980" y="1113458"/>
                  </a:lnTo>
                  <a:lnTo>
                    <a:pt x="1838996" y="1113431"/>
                  </a:lnTo>
                  <a:lnTo>
                    <a:pt x="1839217" y="1113182"/>
                  </a:lnTo>
                  <a:lnTo>
                    <a:pt x="1839360" y="1113168"/>
                  </a:lnTo>
                  <a:lnTo>
                    <a:pt x="1839412" y="1113182"/>
                  </a:lnTo>
                  <a:lnTo>
                    <a:pt x="1839660" y="1112984"/>
                  </a:lnTo>
                  <a:lnTo>
                    <a:pt x="1839875" y="1112799"/>
                  </a:lnTo>
                  <a:lnTo>
                    <a:pt x="1840187" y="1112448"/>
                  </a:lnTo>
                  <a:lnTo>
                    <a:pt x="1840201" y="1112383"/>
                  </a:lnTo>
                  <a:lnTo>
                    <a:pt x="1840380" y="1112286"/>
                  </a:lnTo>
                  <a:lnTo>
                    <a:pt x="1840454" y="1112267"/>
                  </a:lnTo>
                  <a:lnTo>
                    <a:pt x="1840612" y="1112230"/>
                  </a:lnTo>
                  <a:lnTo>
                    <a:pt x="1840657" y="1112237"/>
                  </a:lnTo>
                  <a:lnTo>
                    <a:pt x="1840679" y="1112259"/>
                  </a:lnTo>
                  <a:lnTo>
                    <a:pt x="1840735" y="1112246"/>
                  </a:lnTo>
                  <a:lnTo>
                    <a:pt x="1840740" y="1112062"/>
                  </a:lnTo>
                  <a:lnTo>
                    <a:pt x="1840710" y="1111820"/>
                  </a:lnTo>
                  <a:lnTo>
                    <a:pt x="1840669" y="1111658"/>
                  </a:lnTo>
                  <a:lnTo>
                    <a:pt x="1840780" y="1111272"/>
                  </a:lnTo>
                  <a:lnTo>
                    <a:pt x="1840793" y="1111245"/>
                  </a:lnTo>
                  <a:lnTo>
                    <a:pt x="1840850" y="1111191"/>
                  </a:lnTo>
                  <a:lnTo>
                    <a:pt x="1840924" y="1111161"/>
                  </a:lnTo>
                  <a:lnTo>
                    <a:pt x="1840949" y="1111100"/>
                  </a:lnTo>
                  <a:lnTo>
                    <a:pt x="1840823" y="1110791"/>
                  </a:lnTo>
                  <a:lnTo>
                    <a:pt x="1840526" y="1110535"/>
                  </a:lnTo>
                  <a:lnTo>
                    <a:pt x="1840499" y="1110498"/>
                  </a:lnTo>
                  <a:lnTo>
                    <a:pt x="1840494" y="1110491"/>
                  </a:lnTo>
                  <a:lnTo>
                    <a:pt x="1840482" y="1110475"/>
                  </a:lnTo>
                  <a:lnTo>
                    <a:pt x="1840468" y="1110456"/>
                  </a:lnTo>
                  <a:lnTo>
                    <a:pt x="1840462" y="1110441"/>
                  </a:lnTo>
                  <a:lnTo>
                    <a:pt x="1840373" y="1110224"/>
                  </a:lnTo>
                  <a:lnTo>
                    <a:pt x="1840378" y="1110181"/>
                  </a:lnTo>
                  <a:lnTo>
                    <a:pt x="1841031" y="1108395"/>
                  </a:lnTo>
                  <a:lnTo>
                    <a:pt x="1841032" y="1108390"/>
                  </a:lnTo>
                  <a:lnTo>
                    <a:pt x="1841043" y="1108383"/>
                  </a:lnTo>
                  <a:lnTo>
                    <a:pt x="1841315" y="1108183"/>
                  </a:lnTo>
                  <a:lnTo>
                    <a:pt x="1841455" y="1108160"/>
                  </a:lnTo>
                  <a:lnTo>
                    <a:pt x="1841659" y="1108166"/>
                  </a:lnTo>
                  <a:lnTo>
                    <a:pt x="1841697" y="1108134"/>
                  </a:lnTo>
                  <a:lnTo>
                    <a:pt x="1841855" y="1108002"/>
                  </a:lnTo>
                  <a:lnTo>
                    <a:pt x="1841981" y="1107856"/>
                  </a:lnTo>
                  <a:lnTo>
                    <a:pt x="1842069" y="1107692"/>
                  </a:lnTo>
                  <a:lnTo>
                    <a:pt x="1842072" y="1107442"/>
                  </a:lnTo>
                  <a:lnTo>
                    <a:pt x="1842073" y="1107432"/>
                  </a:lnTo>
                  <a:lnTo>
                    <a:pt x="1842030" y="1107281"/>
                  </a:lnTo>
                  <a:lnTo>
                    <a:pt x="1842038" y="1107226"/>
                  </a:lnTo>
                  <a:lnTo>
                    <a:pt x="1842099" y="1107114"/>
                  </a:lnTo>
                  <a:lnTo>
                    <a:pt x="1842150" y="1107048"/>
                  </a:lnTo>
                  <a:lnTo>
                    <a:pt x="1842179" y="1107021"/>
                  </a:lnTo>
                  <a:lnTo>
                    <a:pt x="1842231" y="1106986"/>
                  </a:lnTo>
                  <a:lnTo>
                    <a:pt x="1842276" y="1106955"/>
                  </a:lnTo>
                  <a:lnTo>
                    <a:pt x="1841865" y="1106790"/>
                  </a:lnTo>
                  <a:lnTo>
                    <a:pt x="1841820" y="1106763"/>
                  </a:lnTo>
                  <a:lnTo>
                    <a:pt x="1841773" y="1106697"/>
                  </a:lnTo>
                  <a:lnTo>
                    <a:pt x="1841767" y="1106682"/>
                  </a:lnTo>
                  <a:lnTo>
                    <a:pt x="1841770" y="1106668"/>
                  </a:lnTo>
                  <a:lnTo>
                    <a:pt x="1841795" y="1106624"/>
                  </a:lnTo>
                  <a:lnTo>
                    <a:pt x="1841841" y="1106571"/>
                  </a:lnTo>
                  <a:lnTo>
                    <a:pt x="1841866" y="1106563"/>
                  </a:lnTo>
                  <a:lnTo>
                    <a:pt x="1841891" y="1106567"/>
                  </a:lnTo>
                  <a:lnTo>
                    <a:pt x="1841904" y="1106521"/>
                  </a:lnTo>
                  <a:lnTo>
                    <a:pt x="1841899" y="1106464"/>
                  </a:lnTo>
                  <a:lnTo>
                    <a:pt x="1841849" y="1106295"/>
                  </a:lnTo>
                  <a:lnTo>
                    <a:pt x="1841831" y="1106245"/>
                  </a:lnTo>
                  <a:lnTo>
                    <a:pt x="1841793" y="1106174"/>
                  </a:lnTo>
                  <a:lnTo>
                    <a:pt x="1841664" y="1106099"/>
                  </a:lnTo>
                  <a:lnTo>
                    <a:pt x="1841504" y="1106092"/>
                  </a:lnTo>
                  <a:lnTo>
                    <a:pt x="1841165" y="1105658"/>
                  </a:lnTo>
                  <a:lnTo>
                    <a:pt x="1841165" y="1105473"/>
                  </a:lnTo>
                  <a:lnTo>
                    <a:pt x="1841165" y="1105299"/>
                  </a:lnTo>
                  <a:lnTo>
                    <a:pt x="1841192" y="1105179"/>
                  </a:lnTo>
                  <a:lnTo>
                    <a:pt x="1841203" y="1105146"/>
                  </a:lnTo>
                  <a:lnTo>
                    <a:pt x="1841208" y="1105127"/>
                  </a:lnTo>
                  <a:lnTo>
                    <a:pt x="1841270" y="1104925"/>
                  </a:lnTo>
                  <a:lnTo>
                    <a:pt x="1841394" y="1104787"/>
                  </a:lnTo>
                  <a:lnTo>
                    <a:pt x="1841507" y="1104742"/>
                  </a:lnTo>
                  <a:lnTo>
                    <a:pt x="1841585" y="1104720"/>
                  </a:lnTo>
                  <a:lnTo>
                    <a:pt x="1841929" y="1104699"/>
                  </a:lnTo>
                  <a:lnTo>
                    <a:pt x="1842089" y="1104713"/>
                  </a:lnTo>
                  <a:lnTo>
                    <a:pt x="1842155" y="1104702"/>
                  </a:lnTo>
                  <a:lnTo>
                    <a:pt x="1842068" y="1104414"/>
                  </a:lnTo>
                  <a:lnTo>
                    <a:pt x="1842028" y="1104424"/>
                  </a:lnTo>
                  <a:lnTo>
                    <a:pt x="1841964" y="1104454"/>
                  </a:lnTo>
                  <a:lnTo>
                    <a:pt x="1841925" y="1104482"/>
                  </a:lnTo>
                  <a:lnTo>
                    <a:pt x="1841786" y="1104496"/>
                  </a:lnTo>
                  <a:lnTo>
                    <a:pt x="1841335" y="1104561"/>
                  </a:lnTo>
                  <a:lnTo>
                    <a:pt x="1841207" y="1104552"/>
                  </a:lnTo>
                  <a:lnTo>
                    <a:pt x="1841182" y="1104523"/>
                  </a:lnTo>
                  <a:lnTo>
                    <a:pt x="1841165" y="1104478"/>
                  </a:lnTo>
                  <a:lnTo>
                    <a:pt x="1841219" y="1104006"/>
                  </a:lnTo>
                  <a:lnTo>
                    <a:pt x="1841070" y="1103799"/>
                  </a:lnTo>
                  <a:lnTo>
                    <a:pt x="1841038" y="1103767"/>
                  </a:lnTo>
                  <a:lnTo>
                    <a:pt x="1840806" y="1103424"/>
                  </a:lnTo>
                  <a:lnTo>
                    <a:pt x="1840767" y="1103350"/>
                  </a:lnTo>
                  <a:lnTo>
                    <a:pt x="1840639" y="1103111"/>
                  </a:lnTo>
                  <a:lnTo>
                    <a:pt x="1840742" y="1102856"/>
                  </a:lnTo>
                  <a:lnTo>
                    <a:pt x="1840711" y="1102599"/>
                  </a:lnTo>
                  <a:lnTo>
                    <a:pt x="1840706" y="1102589"/>
                  </a:lnTo>
                  <a:lnTo>
                    <a:pt x="1840503" y="1102539"/>
                  </a:lnTo>
                  <a:lnTo>
                    <a:pt x="1840350" y="1102537"/>
                  </a:lnTo>
                  <a:lnTo>
                    <a:pt x="1840239" y="1102547"/>
                  </a:lnTo>
                  <a:lnTo>
                    <a:pt x="1839880" y="1102726"/>
                  </a:lnTo>
                  <a:lnTo>
                    <a:pt x="1839846" y="1103074"/>
                  </a:lnTo>
                  <a:lnTo>
                    <a:pt x="1839793" y="1103176"/>
                  </a:lnTo>
                  <a:lnTo>
                    <a:pt x="1839784" y="1103180"/>
                  </a:lnTo>
                  <a:lnTo>
                    <a:pt x="1839732" y="1103176"/>
                  </a:lnTo>
                  <a:lnTo>
                    <a:pt x="1839697" y="1103160"/>
                  </a:lnTo>
                  <a:lnTo>
                    <a:pt x="1839682" y="1103141"/>
                  </a:lnTo>
                  <a:lnTo>
                    <a:pt x="1839609" y="1103005"/>
                  </a:lnTo>
                  <a:lnTo>
                    <a:pt x="1839589" y="1102877"/>
                  </a:lnTo>
                  <a:lnTo>
                    <a:pt x="1839518" y="1102696"/>
                  </a:lnTo>
                  <a:lnTo>
                    <a:pt x="1839484" y="1102632"/>
                  </a:lnTo>
                  <a:lnTo>
                    <a:pt x="1839446" y="1102649"/>
                  </a:lnTo>
                  <a:lnTo>
                    <a:pt x="1839402" y="1102669"/>
                  </a:lnTo>
                  <a:lnTo>
                    <a:pt x="1839612" y="1103339"/>
                  </a:lnTo>
                  <a:lnTo>
                    <a:pt x="1839615" y="1103349"/>
                  </a:lnTo>
                  <a:lnTo>
                    <a:pt x="1839838" y="1103448"/>
                  </a:lnTo>
                  <a:lnTo>
                    <a:pt x="1839975" y="1103524"/>
                  </a:lnTo>
                  <a:lnTo>
                    <a:pt x="1840026" y="1103613"/>
                  </a:lnTo>
                  <a:lnTo>
                    <a:pt x="1840041" y="1103691"/>
                  </a:lnTo>
                  <a:lnTo>
                    <a:pt x="1840051" y="1103825"/>
                  </a:lnTo>
                  <a:lnTo>
                    <a:pt x="1840039" y="1103916"/>
                  </a:lnTo>
                  <a:lnTo>
                    <a:pt x="1839948" y="1104095"/>
                  </a:lnTo>
                  <a:lnTo>
                    <a:pt x="1839843" y="1104153"/>
                  </a:lnTo>
                  <a:lnTo>
                    <a:pt x="1839663" y="1104243"/>
                  </a:lnTo>
                  <a:lnTo>
                    <a:pt x="1839603" y="1104256"/>
                  </a:lnTo>
                  <a:lnTo>
                    <a:pt x="1839508" y="1104263"/>
                  </a:lnTo>
                  <a:lnTo>
                    <a:pt x="1839430" y="1104241"/>
                  </a:lnTo>
                  <a:lnTo>
                    <a:pt x="1839353" y="1104202"/>
                  </a:lnTo>
                  <a:lnTo>
                    <a:pt x="1839255" y="1104225"/>
                  </a:lnTo>
                  <a:lnTo>
                    <a:pt x="1839192" y="1104307"/>
                  </a:lnTo>
                  <a:lnTo>
                    <a:pt x="1839198" y="1104416"/>
                  </a:lnTo>
                  <a:lnTo>
                    <a:pt x="1839193" y="1104441"/>
                  </a:lnTo>
                  <a:lnTo>
                    <a:pt x="1839120" y="1104489"/>
                  </a:lnTo>
                  <a:lnTo>
                    <a:pt x="1839115" y="1104492"/>
                  </a:lnTo>
                  <a:lnTo>
                    <a:pt x="1839086" y="1104494"/>
                  </a:lnTo>
                  <a:lnTo>
                    <a:pt x="1839062" y="1104486"/>
                  </a:lnTo>
                  <a:lnTo>
                    <a:pt x="1839043" y="1104469"/>
                  </a:lnTo>
                  <a:lnTo>
                    <a:pt x="1839013" y="1104409"/>
                  </a:lnTo>
                  <a:lnTo>
                    <a:pt x="1838978" y="1104303"/>
                  </a:lnTo>
                  <a:lnTo>
                    <a:pt x="1838970" y="1104280"/>
                  </a:lnTo>
                  <a:lnTo>
                    <a:pt x="1838949" y="1104280"/>
                  </a:lnTo>
                  <a:lnTo>
                    <a:pt x="1838928" y="1104291"/>
                  </a:lnTo>
                  <a:lnTo>
                    <a:pt x="1838918" y="1104325"/>
                  </a:lnTo>
                  <a:lnTo>
                    <a:pt x="1838862" y="1104577"/>
                  </a:lnTo>
                  <a:lnTo>
                    <a:pt x="1838836" y="1104638"/>
                  </a:lnTo>
                  <a:lnTo>
                    <a:pt x="1838746" y="1104684"/>
                  </a:lnTo>
                  <a:lnTo>
                    <a:pt x="1838561" y="1104711"/>
                  </a:lnTo>
                  <a:lnTo>
                    <a:pt x="1838531" y="1105119"/>
                  </a:lnTo>
                  <a:lnTo>
                    <a:pt x="1838523" y="1105233"/>
                  </a:lnTo>
                  <a:lnTo>
                    <a:pt x="1838579" y="1105387"/>
                  </a:lnTo>
                  <a:lnTo>
                    <a:pt x="1838569" y="1105486"/>
                  </a:lnTo>
                  <a:lnTo>
                    <a:pt x="1838543" y="1105617"/>
                  </a:lnTo>
                  <a:lnTo>
                    <a:pt x="1838535" y="1105629"/>
                  </a:lnTo>
                  <a:lnTo>
                    <a:pt x="1838476" y="1105719"/>
                  </a:lnTo>
                  <a:lnTo>
                    <a:pt x="1838082" y="1105970"/>
                  </a:lnTo>
                  <a:lnTo>
                    <a:pt x="1837974" y="1105985"/>
                  </a:lnTo>
                  <a:lnTo>
                    <a:pt x="1837901" y="1106098"/>
                  </a:lnTo>
                  <a:lnTo>
                    <a:pt x="1837831" y="1106256"/>
                  </a:lnTo>
                  <a:lnTo>
                    <a:pt x="1837834" y="1106262"/>
                  </a:lnTo>
                  <a:lnTo>
                    <a:pt x="1837999" y="1106294"/>
                  </a:lnTo>
                  <a:lnTo>
                    <a:pt x="1838051" y="1106344"/>
                  </a:lnTo>
                  <a:lnTo>
                    <a:pt x="1838140" y="1106494"/>
                  </a:lnTo>
                  <a:lnTo>
                    <a:pt x="1838128" y="1106573"/>
                  </a:lnTo>
                  <a:lnTo>
                    <a:pt x="1838065" y="1106687"/>
                  </a:lnTo>
                  <a:lnTo>
                    <a:pt x="1838009" y="1106722"/>
                  </a:lnTo>
                  <a:lnTo>
                    <a:pt x="1837866" y="1106745"/>
                  </a:lnTo>
                  <a:lnTo>
                    <a:pt x="1837709" y="1106786"/>
                  </a:lnTo>
                  <a:lnTo>
                    <a:pt x="1837674" y="1106805"/>
                  </a:lnTo>
                  <a:lnTo>
                    <a:pt x="1837583" y="1107038"/>
                  </a:lnTo>
                  <a:lnTo>
                    <a:pt x="1837485" y="1107221"/>
                  </a:lnTo>
                  <a:lnTo>
                    <a:pt x="1837462" y="1107238"/>
                  </a:lnTo>
                  <a:lnTo>
                    <a:pt x="1837292" y="1107218"/>
                  </a:lnTo>
                  <a:lnTo>
                    <a:pt x="1837200" y="1107188"/>
                  </a:lnTo>
                  <a:lnTo>
                    <a:pt x="1837025" y="1107171"/>
                  </a:lnTo>
                  <a:lnTo>
                    <a:pt x="1836842" y="1107200"/>
                  </a:lnTo>
                  <a:lnTo>
                    <a:pt x="1836804" y="1107206"/>
                  </a:lnTo>
                  <a:lnTo>
                    <a:pt x="1836633" y="1107257"/>
                  </a:lnTo>
                  <a:lnTo>
                    <a:pt x="1836604" y="1107263"/>
                  </a:lnTo>
                  <a:lnTo>
                    <a:pt x="1836401" y="1107307"/>
                  </a:lnTo>
                  <a:lnTo>
                    <a:pt x="1836331" y="1107316"/>
                  </a:lnTo>
                  <a:lnTo>
                    <a:pt x="1836271" y="1107323"/>
                  </a:lnTo>
                  <a:lnTo>
                    <a:pt x="1836153" y="1107308"/>
                  </a:lnTo>
                  <a:lnTo>
                    <a:pt x="1836087" y="1107272"/>
                  </a:lnTo>
                  <a:lnTo>
                    <a:pt x="1836032" y="1107221"/>
                  </a:lnTo>
                  <a:lnTo>
                    <a:pt x="1835987" y="1107160"/>
                  </a:lnTo>
                  <a:lnTo>
                    <a:pt x="1835962" y="1107113"/>
                  </a:lnTo>
                  <a:lnTo>
                    <a:pt x="1835938" y="1106982"/>
                  </a:lnTo>
                  <a:lnTo>
                    <a:pt x="1835937" y="1106937"/>
                  </a:lnTo>
                  <a:lnTo>
                    <a:pt x="1835943" y="1106907"/>
                  </a:lnTo>
                  <a:lnTo>
                    <a:pt x="1835950" y="1106909"/>
                  </a:lnTo>
                  <a:lnTo>
                    <a:pt x="1835967" y="1106833"/>
                  </a:lnTo>
                  <a:lnTo>
                    <a:pt x="1835899" y="1106843"/>
                  </a:lnTo>
                  <a:lnTo>
                    <a:pt x="1835849" y="1106861"/>
                  </a:lnTo>
                  <a:lnTo>
                    <a:pt x="1835743" y="1106921"/>
                  </a:lnTo>
                  <a:lnTo>
                    <a:pt x="1835660" y="1106987"/>
                  </a:lnTo>
                  <a:lnTo>
                    <a:pt x="1835642" y="1107000"/>
                  </a:lnTo>
                  <a:lnTo>
                    <a:pt x="1835633" y="1107014"/>
                  </a:lnTo>
                  <a:lnTo>
                    <a:pt x="1835677" y="1107047"/>
                  </a:lnTo>
                  <a:lnTo>
                    <a:pt x="1835701" y="1107081"/>
                  </a:lnTo>
                  <a:lnTo>
                    <a:pt x="1835709" y="1107145"/>
                  </a:lnTo>
                  <a:lnTo>
                    <a:pt x="1835708" y="1107159"/>
                  </a:lnTo>
                  <a:lnTo>
                    <a:pt x="1835705" y="1107167"/>
                  </a:lnTo>
                  <a:lnTo>
                    <a:pt x="1835691" y="1107168"/>
                  </a:lnTo>
                  <a:lnTo>
                    <a:pt x="1835659" y="1107165"/>
                  </a:lnTo>
                  <a:lnTo>
                    <a:pt x="1835547" y="1107141"/>
                  </a:lnTo>
                  <a:lnTo>
                    <a:pt x="1835541" y="1107141"/>
                  </a:lnTo>
                  <a:lnTo>
                    <a:pt x="1835520" y="1107170"/>
                  </a:lnTo>
                  <a:lnTo>
                    <a:pt x="1835512" y="1107183"/>
                  </a:lnTo>
                  <a:lnTo>
                    <a:pt x="1835473" y="1107246"/>
                  </a:lnTo>
                  <a:lnTo>
                    <a:pt x="1835595" y="1107311"/>
                  </a:lnTo>
                  <a:lnTo>
                    <a:pt x="1836068" y="1107529"/>
                  </a:lnTo>
                  <a:lnTo>
                    <a:pt x="1836456" y="1107575"/>
                  </a:lnTo>
                  <a:lnTo>
                    <a:pt x="1836513" y="1107574"/>
                  </a:lnTo>
                  <a:lnTo>
                    <a:pt x="1836611" y="1107558"/>
                  </a:lnTo>
                  <a:lnTo>
                    <a:pt x="1836616" y="1107542"/>
                  </a:lnTo>
                  <a:lnTo>
                    <a:pt x="1836736" y="1107507"/>
                  </a:lnTo>
                  <a:lnTo>
                    <a:pt x="1837061" y="1107465"/>
                  </a:lnTo>
                  <a:lnTo>
                    <a:pt x="1837187" y="1107484"/>
                  </a:lnTo>
                  <a:lnTo>
                    <a:pt x="1837251" y="1107513"/>
                  </a:lnTo>
                  <a:lnTo>
                    <a:pt x="1837274" y="1107531"/>
                  </a:lnTo>
                  <a:lnTo>
                    <a:pt x="1837307" y="1107573"/>
                  </a:lnTo>
                  <a:lnTo>
                    <a:pt x="1837398" y="1107819"/>
                  </a:lnTo>
                  <a:lnTo>
                    <a:pt x="1837486" y="1108160"/>
                  </a:lnTo>
                  <a:lnTo>
                    <a:pt x="1837525" y="1108236"/>
                  </a:lnTo>
                  <a:lnTo>
                    <a:pt x="1837606" y="1108391"/>
                  </a:lnTo>
                  <a:lnTo>
                    <a:pt x="1837928" y="1108877"/>
                  </a:lnTo>
                  <a:lnTo>
                    <a:pt x="1837898" y="1109144"/>
                  </a:lnTo>
                  <a:lnTo>
                    <a:pt x="1837552" y="1110324"/>
                  </a:lnTo>
                  <a:lnTo>
                    <a:pt x="1837548" y="1110458"/>
                  </a:lnTo>
                  <a:lnTo>
                    <a:pt x="1837423" y="1110534"/>
                  </a:lnTo>
                  <a:lnTo>
                    <a:pt x="1837112" y="1110721"/>
                  </a:lnTo>
                  <a:lnTo>
                    <a:pt x="1837043" y="1110775"/>
                  </a:lnTo>
                  <a:lnTo>
                    <a:pt x="1836996" y="1110833"/>
                  </a:lnTo>
                  <a:lnTo>
                    <a:pt x="1836761" y="1111120"/>
                  </a:lnTo>
                  <a:lnTo>
                    <a:pt x="1836724" y="1111175"/>
                  </a:lnTo>
                  <a:lnTo>
                    <a:pt x="1836707" y="1111261"/>
                  </a:lnTo>
                  <a:lnTo>
                    <a:pt x="1836714" y="1111408"/>
                  </a:lnTo>
                  <a:lnTo>
                    <a:pt x="1836738" y="1111462"/>
                  </a:lnTo>
                  <a:lnTo>
                    <a:pt x="1836840" y="1111607"/>
                  </a:lnTo>
                  <a:lnTo>
                    <a:pt x="1836786" y="1111780"/>
                  </a:lnTo>
                  <a:lnTo>
                    <a:pt x="1836767" y="1111816"/>
                  </a:lnTo>
                  <a:lnTo>
                    <a:pt x="1836677" y="1111944"/>
                  </a:lnTo>
                  <a:lnTo>
                    <a:pt x="1836638" y="1112015"/>
                  </a:lnTo>
                  <a:lnTo>
                    <a:pt x="1836634" y="1112023"/>
                  </a:lnTo>
                  <a:lnTo>
                    <a:pt x="1836543" y="1112486"/>
                  </a:lnTo>
                  <a:lnTo>
                    <a:pt x="1836592" y="1112507"/>
                  </a:lnTo>
                  <a:lnTo>
                    <a:pt x="1836638" y="1112527"/>
                  </a:lnTo>
                  <a:lnTo>
                    <a:pt x="1836666" y="1112593"/>
                  </a:lnTo>
                  <a:lnTo>
                    <a:pt x="1836427" y="1113325"/>
                  </a:lnTo>
                  <a:lnTo>
                    <a:pt x="1836414" y="1113328"/>
                  </a:lnTo>
                  <a:lnTo>
                    <a:pt x="1836238" y="1113273"/>
                  </a:lnTo>
                  <a:lnTo>
                    <a:pt x="1835840" y="1112946"/>
                  </a:lnTo>
                  <a:lnTo>
                    <a:pt x="1835604" y="1112752"/>
                  </a:lnTo>
                  <a:lnTo>
                    <a:pt x="1835592" y="1112742"/>
                  </a:lnTo>
                  <a:lnTo>
                    <a:pt x="1835438" y="1112723"/>
                  </a:lnTo>
                  <a:lnTo>
                    <a:pt x="1835422" y="1112721"/>
                  </a:lnTo>
                  <a:lnTo>
                    <a:pt x="1835767" y="1112975"/>
                  </a:lnTo>
                  <a:lnTo>
                    <a:pt x="1835345" y="1113571"/>
                  </a:lnTo>
                  <a:lnTo>
                    <a:pt x="1833811" y="1114843"/>
                  </a:lnTo>
                  <a:lnTo>
                    <a:pt x="1833763" y="1114848"/>
                  </a:lnTo>
                  <a:lnTo>
                    <a:pt x="1833594" y="1114750"/>
                  </a:lnTo>
                  <a:lnTo>
                    <a:pt x="1833568" y="1114755"/>
                  </a:lnTo>
                  <a:lnTo>
                    <a:pt x="1833563" y="1114773"/>
                  </a:lnTo>
                  <a:lnTo>
                    <a:pt x="1833437" y="1115027"/>
                  </a:lnTo>
                  <a:lnTo>
                    <a:pt x="1833146" y="1115740"/>
                  </a:lnTo>
                  <a:lnTo>
                    <a:pt x="1833125" y="1115755"/>
                  </a:lnTo>
                  <a:lnTo>
                    <a:pt x="1833107" y="1115759"/>
                  </a:lnTo>
                  <a:lnTo>
                    <a:pt x="1832977" y="1115716"/>
                  </a:lnTo>
                  <a:lnTo>
                    <a:pt x="1832932" y="1115783"/>
                  </a:lnTo>
                  <a:lnTo>
                    <a:pt x="1832979" y="1115891"/>
                  </a:lnTo>
                  <a:lnTo>
                    <a:pt x="1833387" y="1116060"/>
                  </a:lnTo>
                  <a:lnTo>
                    <a:pt x="1833407" y="1116089"/>
                  </a:lnTo>
                  <a:lnTo>
                    <a:pt x="1833408" y="1116110"/>
                  </a:lnTo>
                  <a:lnTo>
                    <a:pt x="1833272" y="1116588"/>
                  </a:lnTo>
                  <a:lnTo>
                    <a:pt x="1833337" y="1118079"/>
                  </a:lnTo>
                  <a:lnTo>
                    <a:pt x="1833333" y="1118105"/>
                  </a:lnTo>
                  <a:lnTo>
                    <a:pt x="1833319" y="1118125"/>
                  </a:lnTo>
                  <a:lnTo>
                    <a:pt x="1833286" y="1118136"/>
                  </a:lnTo>
                  <a:lnTo>
                    <a:pt x="1832959" y="1118130"/>
                  </a:lnTo>
                  <a:lnTo>
                    <a:pt x="1832951" y="1118146"/>
                  </a:lnTo>
                  <a:lnTo>
                    <a:pt x="1832953" y="1118168"/>
                  </a:lnTo>
                  <a:lnTo>
                    <a:pt x="1832956" y="1118196"/>
                  </a:lnTo>
                  <a:lnTo>
                    <a:pt x="1832959" y="1118214"/>
                  </a:lnTo>
                  <a:lnTo>
                    <a:pt x="1832992" y="1118328"/>
                  </a:lnTo>
                  <a:lnTo>
                    <a:pt x="1833017" y="1118349"/>
                  </a:lnTo>
                  <a:lnTo>
                    <a:pt x="1833009" y="1118553"/>
                  </a:lnTo>
                  <a:lnTo>
                    <a:pt x="1832974" y="1118579"/>
                  </a:lnTo>
                  <a:lnTo>
                    <a:pt x="1832945" y="1118598"/>
                  </a:lnTo>
                  <a:lnTo>
                    <a:pt x="1832814" y="1118544"/>
                  </a:lnTo>
                  <a:lnTo>
                    <a:pt x="1832774" y="1118544"/>
                  </a:lnTo>
                  <a:lnTo>
                    <a:pt x="1832734" y="1118628"/>
                  </a:lnTo>
                  <a:lnTo>
                    <a:pt x="1832718" y="1118680"/>
                  </a:lnTo>
                  <a:lnTo>
                    <a:pt x="1832711" y="1118700"/>
                  </a:lnTo>
                  <a:lnTo>
                    <a:pt x="1832953" y="1118786"/>
                  </a:lnTo>
                  <a:lnTo>
                    <a:pt x="1832976" y="1118795"/>
                  </a:lnTo>
                  <a:lnTo>
                    <a:pt x="1832914" y="1118982"/>
                  </a:lnTo>
                  <a:lnTo>
                    <a:pt x="1832912" y="1119155"/>
                  </a:lnTo>
                  <a:lnTo>
                    <a:pt x="1832911" y="1119264"/>
                  </a:lnTo>
                  <a:lnTo>
                    <a:pt x="1832911" y="1119270"/>
                  </a:lnTo>
                  <a:lnTo>
                    <a:pt x="1832911" y="1119293"/>
                  </a:lnTo>
                  <a:lnTo>
                    <a:pt x="1832757" y="1119474"/>
                  </a:lnTo>
                  <a:lnTo>
                    <a:pt x="1832511" y="1119712"/>
                  </a:lnTo>
                  <a:lnTo>
                    <a:pt x="1832505" y="1119750"/>
                  </a:lnTo>
                  <a:lnTo>
                    <a:pt x="1832499" y="1119759"/>
                  </a:lnTo>
                  <a:lnTo>
                    <a:pt x="1832491" y="1119772"/>
                  </a:lnTo>
                  <a:lnTo>
                    <a:pt x="1832473" y="1119796"/>
                  </a:lnTo>
                  <a:lnTo>
                    <a:pt x="1832470" y="1119801"/>
                  </a:lnTo>
                  <a:lnTo>
                    <a:pt x="1832453" y="1119812"/>
                  </a:lnTo>
                  <a:lnTo>
                    <a:pt x="1832447" y="1119816"/>
                  </a:lnTo>
                  <a:lnTo>
                    <a:pt x="1832436" y="1119824"/>
                  </a:lnTo>
                  <a:lnTo>
                    <a:pt x="1832429" y="1119828"/>
                  </a:lnTo>
                  <a:lnTo>
                    <a:pt x="1832423" y="1119832"/>
                  </a:lnTo>
                  <a:lnTo>
                    <a:pt x="1832033" y="1120079"/>
                  </a:lnTo>
                  <a:lnTo>
                    <a:pt x="1832021" y="1120086"/>
                  </a:lnTo>
                  <a:lnTo>
                    <a:pt x="1831993" y="1120104"/>
                  </a:lnTo>
                  <a:lnTo>
                    <a:pt x="1831767" y="1120240"/>
                  </a:lnTo>
                  <a:lnTo>
                    <a:pt x="1831759" y="1120245"/>
                  </a:lnTo>
                  <a:lnTo>
                    <a:pt x="1831743" y="1120256"/>
                  </a:lnTo>
                  <a:lnTo>
                    <a:pt x="1831734" y="1120262"/>
                  </a:lnTo>
                  <a:lnTo>
                    <a:pt x="1831640" y="1120328"/>
                  </a:lnTo>
                  <a:lnTo>
                    <a:pt x="1831632" y="1120334"/>
                  </a:lnTo>
                  <a:lnTo>
                    <a:pt x="1831607" y="1120353"/>
                  </a:lnTo>
                  <a:lnTo>
                    <a:pt x="1831543" y="1120399"/>
                  </a:lnTo>
                  <a:lnTo>
                    <a:pt x="1831505" y="1120418"/>
                  </a:lnTo>
                  <a:lnTo>
                    <a:pt x="1831281" y="1120534"/>
                  </a:lnTo>
                  <a:lnTo>
                    <a:pt x="1831259" y="1120545"/>
                  </a:lnTo>
                  <a:lnTo>
                    <a:pt x="1831234" y="1120550"/>
                  </a:lnTo>
                  <a:lnTo>
                    <a:pt x="1831226" y="1120550"/>
                  </a:lnTo>
                  <a:lnTo>
                    <a:pt x="1831197" y="1120721"/>
                  </a:lnTo>
                  <a:lnTo>
                    <a:pt x="1831186" y="1120788"/>
                  </a:lnTo>
                  <a:lnTo>
                    <a:pt x="1831153" y="1120983"/>
                  </a:lnTo>
                  <a:lnTo>
                    <a:pt x="1831068" y="1121496"/>
                  </a:lnTo>
                  <a:lnTo>
                    <a:pt x="1831048" y="1121612"/>
                  </a:lnTo>
                  <a:lnTo>
                    <a:pt x="1831044" y="1121637"/>
                  </a:lnTo>
                  <a:lnTo>
                    <a:pt x="1831025" y="1121676"/>
                  </a:lnTo>
                  <a:lnTo>
                    <a:pt x="1830998" y="1121732"/>
                  </a:lnTo>
                  <a:lnTo>
                    <a:pt x="1830996" y="1121737"/>
                  </a:lnTo>
                  <a:lnTo>
                    <a:pt x="1830989" y="1121750"/>
                  </a:lnTo>
                  <a:lnTo>
                    <a:pt x="1831779" y="1122344"/>
                  </a:lnTo>
                  <a:lnTo>
                    <a:pt x="1831732" y="1122406"/>
                  </a:lnTo>
                  <a:lnTo>
                    <a:pt x="1831701" y="1122448"/>
                  </a:lnTo>
                  <a:lnTo>
                    <a:pt x="1831643" y="1122525"/>
                  </a:lnTo>
                  <a:lnTo>
                    <a:pt x="1831620" y="1122556"/>
                  </a:lnTo>
                  <a:lnTo>
                    <a:pt x="1831591" y="1122595"/>
                  </a:lnTo>
                  <a:lnTo>
                    <a:pt x="1831579" y="1122611"/>
                  </a:lnTo>
                  <a:lnTo>
                    <a:pt x="1831556" y="1122642"/>
                  </a:lnTo>
                  <a:lnTo>
                    <a:pt x="1831431" y="1122809"/>
                  </a:lnTo>
                  <a:lnTo>
                    <a:pt x="1831409" y="1122838"/>
                  </a:lnTo>
                  <a:lnTo>
                    <a:pt x="1831344" y="1122925"/>
                  </a:lnTo>
                  <a:lnTo>
                    <a:pt x="1831317" y="1122961"/>
                  </a:lnTo>
                  <a:lnTo>
                    <a:pt x="1831297" y="1122987"/>
                  </a:lnTo>
                  <a:lnTo>
                    <a:pt x="1831265" y="1123030"/>
                  </a:lnTo>
                  <a:lnTo>
                    <a:pt x="1831225" y="1123084"/>
                  </a:lnTo>
                  <a:lnTo>
                    <a:pt x="1831107" y="1123241"/>
                  </a:lnTo>
                  <a:lnTo>
                    <a:pt x="1831078" y="1123281"/>
                  </a:lnTo>
                  <a:lnTo>
                    <a:pt x="1831044" y="1123326"/>
                  </a:lnTo>
                  <a:lnTo>
                    <a:pt x="1831004" y="1123380"/>
                  </a:lnTo>
                  <a:lnTo>
                    <a:pt x="1830934" y="1123473"/>
                  </a:lnTo>
                  <a:lnTo>
                    <a:pt x="1830905" y="1123512"/>
                  </a:lnTo>
                  <a:lnTo>
                    <a:pt x="1830887" y="1123536"/>
                  </a:lnTo>
                  <a:lnTo>
                    <a:pt x="1830881" y="1123544"/>
                  </a:lnTo>
                  <a:lnTo>
                    <a:pt x="1830846" y="1123591"/>
                  </a:lnTo>
                  <a:lnTo>
                    <a:pt x="1830814" y="1123634"/>
                  </a:lnTo>
                  <a:lnTo>
                    <a:pt x="1830808" y="1123642"/>
                  </a:lnTo>
                  <a:lnTo>
                    <a:pt x="1830745" y="1123726"/>
                  </a:lnTo>
                  <a:lnTo>
                    <a:pt x="1830700" y="1123787"/>
                  </a:lnTo>
                  <a:lnTo>
                    <a:pt x="1830656" y="1123845"/>
                  </a:lnTo>
                  <a:lnTo>
                    <a:pt x="1830583" y="1123942"/>
                  </a:lnTo>
                  <a:lnTo>
                    <a:pt x="1830549" y="1123903"/>
                  </a:lnTo>
                  <a:lnTo>
                    <a:pt x="1830499" y="1123845"/>
                  </a:lnTo>
                  <a:lnTo>
                    <a:pt x="1830472" y="1123813"/>
                  </a:lnTo>
                  <a:lnTo>
                    <a:pt x="1830402" y="1123732"/>
                  </a:lnTo>
                  <a:lnTo>
                    <a:pt x="1830373" y="1123698"/>
                  </a:lnTo>
                  <a:lnTo>
                    <a:pt x="1830335" y="1123654"/>
                  </a:lnTo>
                  <a:lnTo>
                    <a:pt x="1830301" y="1123614"/>
                  </a:lnTo>
                  <a:lnTo>
                    <a:pt x="1830184" y="1123478"/>
                  </a:lnTo>
                  <a:lnTo>
                    <a:pt x="1830153" y="1123442"/>
                  </a:lnTo>
                  <a:lnTo>
                    <a:pt x="1830150" y="1123438"/>
                  </a:lnTo>
                  <a:lnTo>
                    <a:pt x="1830142" y="1123429"/>
                  </a:lnTo>
                  <a:lnTo>
                    <a:pt x="1830100" y="1123381"/>
                  </a:lnTo>
                  <a:lnTo>
                    <a:pt x="1830068" y="1123343"/>
                  </a:lnTo>
                  <a:lnTo>
                    <a:pt x="1830014" y="1123281"/>
                  </a:lnTo>
                  <a:lnTo>
                    <a:pt x="1830010" y="1123275"/>
                  </a:lnTo>
                  <a:lnTo>
                    <a:pt x="1830003" y="1123267"/>
                  </a:lnTo>
                  <a:lnTo>
                    <a:pt x="1829993" y="1123255"/>
                  </a:lnTo>
                  <a:lnTo>
                    <a:pt x="1829943" y="1123194"/>
                  </a:lnTo>
                  <a:lnTo>
                    <a:pt x="1829927" y="1123175"/>
                  </a:lnTo>
                  <a:lnTo>
                    <a:pt x="1829924" y="1123172"/>
                  </a:lnTo>
                  <a:lnTo>
                    <a:pt x="1829864" y="1123105"/>
                  </a:lnTo>
                  <a:lnTo>
                    <a:pt x="1829752" y="1123012"/>
                  </a:lnTo>
                  <a:lnTo>
                    <a:pt x="1829697" y="1123042"/>
                  </a:lnTo>
                  <a:lnTo>
                    <a:pt x="1829563" y="1123116"/>
                  </a:lnTo>
                  <a:lnTo>
                    <a:pt x="1828851" y="1123298"/>
                  </a:lnTo>
                  <a:lnTo>
                    <a:pt x="1828787" y="1123308"/>
                  </a:lnTo>
                  <a:lnTo>
                    <a:pt x="1828419" y="1123369"/>
                  </a:lnTo>
                  <a:lnTo>
                    <a:pt x="1828347" y="1123381"/>
                  </a:lnTo>
                  <a:lnTo>
                    <a:pt x="1828343" y="1123430"/>
                  </a:lnTo>
                  <a:lnTo>
                    <a:pt x="1828153" y="1124329"/>
                  </a:lnTo>
                  <a:lnTo>
                    <a:pt x="1828010" y="1124386"/>
                  </a:lnTo>
                  <a:lnTo>
                    <a:pt x="1828014" y="1124438"/>
                  </a:lnTo>
                  <a:lnTo>
                    <a:pt x="1827921" y="1125291"/>
                  </a:lnTo>
                  <a:lnTo>
                    <a:pt x="1827679" y="1125517"/>
                  </a:lnTo>
                  <a:lnTo>
                    <a:pt x="1827694" y="1125529"/>
                  </a:lnTo>
                  <a:lnTo>
                    <a:pt x="1827703" y="1125545"/>
                  </a:lnTo>
                  <a:lnTo>
                    <a:pt x="1827648" y="1125601"/>
                  </a:lnTo>
                  <a:lnTo>
                    <a:pt x="1827334" y="1125915"/>
                  </a:lnTo>
                  <a:lnTo>
                    <a:pt x="1827202" y="1126045"/>
                  </a:lnTo>
                  <a:lnTo>
                    <a:pt x="1827139" y="1126108"/>
                  </a:lnTo>
                  <a:lnTo>
                    <a:pt x="1826863" y="1126379"/>
                  </a:lnTo>
                  <a:lnTo>
                    <a:pt x="1826859" y="1126382"/>
                  </a:lnTo>
                  <a:lnTo>
                    <a:pt x="1826700" y="1126526"/>
                  </a:lnTo>
                  <a:lnTo>
                    <a:pt x="1826673" y="1126550"/>
                  </a:lnTo>
                  <a:lnTo>
                    <a:pt x="1825579" y="1127502"/>
                  </a:lnTo>
                  <a:lnTo>
                    <a:pt x="1825577" y="1127507"/>
                  </a:lnTo>
                  <a:lnTo>
                    <a:pt x="1825574" y="1127511"/>
                  </a:lnTo>
                  <a:lnTo>
                    <a:pt x="1825472" y="1127657"/>
                  </a:lnTo>
                  <a:lnTo>
                    <a:pt x="1825325" y="1127867"/>
                  </a:lnTo>
                  <a:lnTo>
                    <a:pt x="1825201" y="1128044"/>
                  </a:lnTo>
                  <a:lnTo>
                    <a:pt x="1825196" y="1128051"/>
                  </a:lnTo>
                  <a:lnTo>
                    <a:pt x="1824974" y="1128351"/>
                  </a:lnTo>
                  <a:lnTo>
                    <a:pt x="1824914" y="1128432"/>
                  </a:lnTo>
                  <a:lnTo>
                    <a:pt x="1824787" y="1128603"/>
                  </a:lnTo>
                  <a:lnTo>
                    <a:pt x="1824727" y="1128678"/>
                  </a:lnTo>
                  <a:lnTo>
                    <a:pt x="1824714" y="1128694"/>
                  </a:lnTo>
                  <a:lnTo>
                    <a:pt x="1824670" y="1128749"/>
                  </a:lnTo>
                  <a:lnTo>
                    <a:pt x="1824651" y="1128771"/>
                  </a:lnTo>
                  <a:lnTo>
                    <a:pt x="1824630" y="1128751"/>
                  </a:lnTo>
                  <a:lnTo>
                    <a:pt x="1824578" y="1128701"/>
                  </a:lnTo>
                  <a:lnTo>
                    <a:pt x="1824467" y="1128607"/>
                  </a:lnTo>
                  <a:lnTo>
                    <a:pt x="1824440" y="1128585"/>
                  </a:lnTo>
                  <a:lnTo>
                    <a:pt x="1824256" y="1128450"/>
                  </a:lnTo>
                  <a:lnTo>
                    <a:pt x="1824235" y="1128435"/>
                  </a:lnTo>
                  <a:lnTo>
                    <a:pt x="1824202" y="1128413"/>
                  </a:lnTo>
                  <a:lnTo>
                    <a:pt x="1824180" y="1128428"/>
                  </a:lnTo>
                  <a:lnTo>
                    <a:pt x="1824183" y="1128433"/>
                  </a:lnTo>
                  <a:lnTo>
                    <a:pt x="1824178" y="1128448"/>
                  </a:lnTo>
                  <a:lnTo>
                    <a:pt x="1824172" y="1128461"/>
                  </a:lnTo>
                  <a:lnTo>
                    <a:pt x="1824095" y="1128573"/>
                  </a:lnTo>
                  <a:lnTo>
                    <a:pt x="1824049" y="1128640"/>
                  </a:lnTo>
                  <a:lnTo>
                    <a:pt x="1824038" y="1128645"/>
                  </a:lnTo>
                  <a:lnTo>
                    <a:pt x="1824028" y="1128642"/>
                  </a:lnTo>
                  <a:lnTo>
                    <a:pt x="1823983" y="1128612"/>
                  </a:lnTo>
                  <a:lnTo>
                    <a:pt x="1823963" y="1128599"/>
                  </a:lnTo>
                  <a:lnTo>
                    <a:pt x="1823941" y="1128631"/>
                  </a:lnTo>
                  <a:lnTo>
                    <a:pt x="1823766" y="1128896"/>
                  </a:lnTo>
                  <a:lnTo>
                    <a:pt x="1823703" y="1129021"/>
                  </a:lnTo>
                  <a:lnTo>
                    <a:pt x="1823664" y="1129102"/>
                  </a:lnTo>
                  <a:lnTo>
                    <a:pt x="1823601" y="1129225"/>
                  </a:lnTo>
                  <a:lnTo>
                    <a:pt x="1823594" y="1129239"/>
                  </a:lnTo>
                  <a:lnTo>
                    <a:pt x="1823549" y="1129324"/>
                  </a:lnTo>
                  <a:lnTo>
                    <a:pt x="1823544" y="1129331"/>
                  </a:lnTo>
                  <a:lnTo>
                    <a:pt x="1823537" y="1129330"/>
                  </a:lnTo>
                  <a:lnTo>
                    <a:pt x="1823541" y="1129336"/>
                  </a:lnTo>
                  <a:lnTo>
                    <a:pt x="1823540" y="1129343"/>
                  </a:lnTo>
                  <a:lnTo>
                    <a:pt x="1823527" y="1129373"/>
                  </a:lnTo>
                  <a:lnTo>
                    <a:pt x="1823358" y="1129739"/>
                  </a:lnTo>
                  <a:lnTo>
                    <a:pt x="1823264" y="1129944"/>
                  </a:lnTo>
                  <a:lnTo>
                    <a:pt x="1823186" y="1130114"/>
                  </a:lnTo>
                  <a:lnTo>
                    <a:pt x="1823178" y="1130134"/>
                  </a:lnTo>
                  <a:lnTo>
                    <a:pt x="1823168" y="1130155"/>
                  </a:lnTo>
                  <a:lnTo>
                    <a:pt x="1823166" y="1130160"/>
                  </a:lnTo>
                  <a:lnTo>
                    <a:pt x="1823152" y="1130195"/>
                  </a:lnTo>
                  <a:lnTo>
                    <a:pt x="1823129" y="1130252"/>
                  </a:lnTo>
                  <a:lnTo>
                    <a:pt x="1823123" y="1130266"/>
                  </a:lnTo>
                  <a:lnTo>
                    <a:pt x="1823107" y="1130313"/>
                  </a:lnTo>
                  <a:lnTo>
                    <a:pt x="1823102" y="1130329"/>
                  </a:lnTo>
                  <a:lnTo>
                    <a:pt x="1823100" y="1130333"/>
                  </a:lnTo>
                  <a:lnTo>
                    <a:pt x="1823077" y="1130409"/>
                  </a:lnTo>
                  <a:lnTo>
                    <a:pt x="1823059" y="1130475"/>
                  </a:lnTo>
                  <a:lnTo>
                    <a:pt x="1823058" y="1130479"/>
                  </a:lnTo>
                  <a:lnTo>
                    <a:pt x="1823058" y="1130486"/>
                  </a:lnTo>
                  <a:lnTo>
                    <a:pt x="1823056" y="1130493"/>
                  </a:lnTo>
                  <a:lnTo>
                    <a:pt x="1823015" y="1130606"/>
                  </a:lnTo>
                  <a:lnTo>
                    <a:pt x="1822960" y="1130749"/>
                  </a:lnTo>
                  <a:lnTo>
                    <a:pt x="1822930" y="1130823"/>
                  </a:lnTo>
                  <a:lnTo>
                    <a:pt x="1822821" y="1131042"/>
                  </a:lnTo>
                  <a:lnTo>
                    <a:pt x="1822784" y="1131117"/>
                  </a:lnTo>
                  <a:lnTo>
                    <a:pt x="1822781" y="1131123"/>
                  </a:lnTo>
                  <a:lnTo>
                    <a:pt x="1823334" y="1131500"/>
                  </a:lnTo>
                  <a:lnTo>
                    <a:pt x="1823340" y="1131579"/>
                  </a:lnTo>
                  <a:lnTo>
                    <a:pt x="1823142" y="1131843"/>
                  </a:lnTo>
                  <a:lnTo>
                    <a:pt x="1822782" y="1132081"/>
                  </a:lnTo>
                  <a:lnTo>
                    <a:pt x="1822194" y="1132497"/>
                  </a:lnTo>
                  <a:lnTo>
                    <a:pt x="1822124" y="1132517"/>
                  </a:lnTo>
                  <a:lnTo>
                    <a:pt x="1821548" y="1132326"/>
                  </a:lnTo>
                  <a:lnTo>
                    <a:pt x="1821484" y="1132253"/>
                  </a:lnTo>
                  <a:lnTo>
                    <a:pt x="1821472" y="1132110"/>
                  </a:lnTo>
                  <a:lnTo>
                    <a:pt x="1821454" y="1132119"/>
                  </a:lnTo>
                  <a:lnTo>
                    <a:pt x="1821448" y="1132119"/>
                  </a:lnTo>
                  <a:lnTo>
                    <a:pt x="1821443" y="1132118"/>
                  </a:lnTo>
                  <a:lnTo>
                    <a:pt x="1821437" y="1132112"/>
                  </a:lnTo>
                  <a:lnTo>
                    <a:pt x="1821432" y="1132121"/>
                  </a:lnTo>
                  <a:lnTo>
                    <a:pt x="1821418" y="1132122"/>
                  </a:lnTo>
                  <a:lnTo>
                    <a:pt x="1821393" y="1132121"/>
                  </a:lnTo>
                  <a:lnTo>
                    <a:pt x="1821318" y="1132115"/>
                  </a:lnTo>
                  <a:lnTo>
                    <a:pt x="1821307" y="1132113"/>
                  </a:lnTo>
                  <a:lnTo>
                    <a:pt x="1821189" y="1132083"/>
                  </a:lnTo>
                  <a:lnTo>
                    <a:pt x="1821182" y="1132081"/>
                  </a:lnTo>
                  <a:lnTo>
                    <a:pt x="1821068" y="1132052"/>
                  </a:lnTo>
                  <a:lnTo>
                    <a:pt x="1820963" y="1132074"/>
                  </a:lnTo>
                  <a:lnTo>
                    <a:pt x="1820629" y="1132491"/>
                  </a:lnTo>
                  <a:lnTo>
                    <a:pt x="1820526" y="1132618"/>
                  </a:lnTo>
                  <a:lnTo>
                    <a:pt x="1820492" y="1132661"/>
                  </a:lnTo>
                  <a:lnTo>
                    <a:pt x="1820453" y="1132709"/>
                  </a:lnTo>
                  <a:lnTo>
                    <a:pt x="1820524" y="1132811"/>
                  </a:lnTo>
                  <a:lnTo>
                    <a:pt x="1820525" y="1132817"/>
                  </a:lnTo>
                  <a:lnTo>
                    <a:pt x="1820524" y="1132824"/>
                  </a:lnTo>
                  <a:lnTo>
                    <a:pt x="1820554" y="1132841"/>
                  </a:lnTo>
                  <a:lnTo>
                    <a:pt x="1820990" y="1133336"/>
                  </a:lnTo>
                  <a:lnTo>
                    <a:pt x="1820987" y="1133419"/>
                  </a:lnTo>
                  <a:lnTo>
                    <a:pt x="1820984" y="1133501"/>
                  </a:lnTo>
                  <a:lnTo>
                    <a:pt x="1820870" y="1133831"/>
                  </a:lnTo>
                  <a:lnTo>
                    <a:pt x="1820460" y="1135013"/>
                  </a:lnTo>
                  <a:lnTo>
                    <a:pt x="1820426" y="1135106"/>
                  </a:lnTo>
                  <a:lnTo>
                    <a:pt x="1820344" y="1135119"/>
                  </a:lnTo>
                  <a:lnTo>
                    <a:pt x="1820275" y="1135126"/>
                  </a:lnTo>
                  <a:lnTo>
                    <a:pt x="1820313" y="1135166"/>
                  </a:lnTo>
                  <a:lnTo>
                    <a:pt x="1820323" y="1135180"/>
                  </a:lnTo>
                  <a:lnTo>
                    <a:pt x="1820361" y="1135234"/>
                  </a:lnTo>
                  <a:lnTo>
                    <a:pt x="1820399" y="1135405"/>
                  </a:lnTo>
                  <a:lnTo>
                    <a:pt x="1820406" y="1135440"/>
                  </a:lnTo>
                  <a:lnTo>
                    <a:pt x="1820385" y="1135475"/>
                  </a:lnTo>
                  <a:lnTo>
                    <a:pt x="1820381" y="1135482"/>
                  </a:lnTo>
                  <a:lnTo>
                    <a:pt x="1820365" y="1135509"/>
                  </a:lnTo>
                  <a:lnTo>
                    <a:pt x="1820323" y="1135579"/>
                  </a:lnTo>
                  <a:lnTo>
                    <a:pt x="1820293" y="1135595"/>
                  </a:lnTo>
                  <a:lnTo>
                    <a:pt x="1820216" y="1135635"/>
                  </a:lnTo>
                  <a:lnTo>
                    <a:pt x="1820198" y="1135644"/>
                  </a:lnTo>
                  <a:lnTo>
                    <a:pt x="1820109" y="1135691"/>
                  </a:lnTo>
                  <a:lnTo>
                    <a:pt x="1820023" y="1135673"/>
                  </a:lnTo>
                  <a:lnTo>
                    <a:pt x="1820009" y="1135670"/>
                  </a:lnTo>
                  <a:lnTo>
                    <a:pt x="1819991" y="1135666"/>
                  </a:lnTo>
                  <a:lnTo>
                    <a:pt x="1819869" y="1135744"/>
                  </a:lnTo>
                  <a:lnTo>
                    <a:pt x="1819887" y="1136095"/>
                  </a:lnTo>
                  <a:lnTo>
                    <a:pt x="1819800" y="1136414"/>
                  </a:lnTo>
                  <a:lnTo>
                    <a:pt x="1819795" y="1136431"/>
                  </a:lnTo>
                  <a:lnTo>
                    <a:pt x="1819791" y="1136443"/>
                  </a:lnTo>
                  <a:lnTo>
                    <a:pt x="1819764" y="1136536"/>
                  </a:lnTo>
                  <a:lnTo>
                    <a:pt x="1819427" y="1136676"/>
                  </a:lnTo>
                  <a:lnTo>
                    <a:pt x="1819396" y="1136689"/>
                  </a:lnTo>
                  <a:lnTo>
                    <a:pt x="1819376" y="1136697"/>
                  </a:lnTo>
                  <a:lnTo>
                    <a:pt x="1819371" y="1136697"/>
                  </a:lnTo>
                  <a:lnTo>
                    <a:pt x="1819354" y="1136696"/>
                  </a:lnTo>
                  <a:lnTo>
                    <a:pt x="1819309" y="1136681"/>
                  </a:lnTo>
                  <a:lnTo>
                    <a:pt x="1819304" y="1136679"/>
                  </a:lnTo>
                  <a:lnTo>
                    <a:pt x="1819299" y="1136674"/>
                  </a:lnTo>
                  <a:lnTo>
                    <a:pt x="1819293" y="1136666"/>
                  </a:lnTo>
                  <a:lnTo>
                    <a:pt x="1819255" y="1136615"/>
                  </a:lnTo>
                  <a:lnTo>
                    <a:pt x="1819253" y="1136610"/>
                  </a:lnTo>
                  <a:lnTo>
                    <a:pt x="1819248" y="1136595"/>
                  </a:lnTo>
                  <a:lnTo>
                    <a:pt x="1819235" y="1136579"/>
                  </a:lnTo>
                  <a:lnTo>
                    <a:pt x="1819231" y="1136576"/>
                  </a:lnTo>
                  <a:lnTo>
                    <a:pt x="1819224" y="1136573"/>
                  </a:lnTo>
                  <a:lnTo>
                    <a:pt x="1819217" y="1136574"/>
                  </a:lnTo>
                  <a:lnTo>
                    <a:pt x="1819208" y="1136577"/>
                  </a:lnTo>
                  <a:lnTo>
                    <a:pt x="1819194" y="1136582"/>
                  </a:lnTo>
                  <a:lnTo>
                    <a:pt x="1819182" y="1136588"/>
                  </a:lnTo>
                  <a:lnTo>
                    <a:pt x="1819173" y="1136594"/>
                  </a:lnTo>
                  <a:lnTo>
                    <a:pt x="1819105" y="1136646"/>
                  </a:lnTo>
                  <a:lnTo>
                    <a:pt x="1818959" y="1136911"/>
                  </a:lnTo>
                  <a:lnTo>
                    <a:pt x="1818915" y="1136994"/>
                  </a:lnTo>
                  <a:lnTo>
                    <a:pt x="1818907" y="1137016"/>
                  </a:lnTo>
                  <a:lnTo>
                    <a:pt x="1818905" y="1137022"/>
                  </a:lnTo>
                  <a:lnTo>
                    <a:pt x="1818899" y="1137059"/>
                  </a:lnTo>
                  <a:lnTo>
                    <a:pt x="1818897" y="1137082"/>
                  </a:lnTo>
                  <a:lnTo>
                    <a:pt x="1818898" y="1137087"/>
                  </a:lnTo>
                  <a:lnTo>
                    <a:pt x="1818900" y="1137094"/>
                  </a:lnTo>
                  <a:lnTo>
                    <a:pt x="1818903" y="1137100"/>
                  </a:lnTo>
                  <a:lnTo>
                    <a:pt x="1818932" y="1137140"/>
                  </a:lnTo>
                  <a:lnTo>
                    <a:pt x="1818970" y="1137143"/>
                  </a:lnTo>
                  <a:lnTo>
                    <a:pt x="1818982" y="1137143"/>
                  </a:lnTo>
                  <a:lnTo>
                    <a:pt x="1819003" y="1137144"/>
                  </a:lnTo>
                  <a:lnTo>
                    <a:pt x="1819017" y="1137146"/>
                  </a:lnTo>
                  <a:lnTo>
                    <a:pt x="1819035" y="1137148"/>
                  </a:lnTo>
                  <a:lnTo>
                    <a:pt x="1819044" y="1137149"/>
                  </a:lnTo>
                  <a:lnTo>
                    <a:pt x="1819049" y="1137151"/>
                  </a:lnTo>
                  <a:lnTo>
                    <a:pt x="1819062" y="1137162"/>
                  </a:lnTo>
                  <a:lnTo>
                    <a:pt x="1819427" y="1137473"/>
                  </a:lnTo>
                  <a:lnTo>
                    <a:pt x="1819426" y="1137482"/>
                  </a:lnTo>
                  <a:lnTo>
                    <a:pt x="1819412" y="1137502"/>
                  </a:lnTo>
                  <a:lnTo>
                    <a:pt x="1819390" y="1137532"/>
                  </a:lnTo>
                  <a:lnTo>
                    <a:pt x="1819373" y="1137554"/>
                  </a:lnTo>
                  <a:lnTo>
                    <a:pt x="1819355" y="1137573"/>
                  </a:lnTo>
                  <a:lnTo>
                    <a:pt x="1819337" y="1137593"/>
                  </a:lnTo>
                  <a:lnTo>
                    <a:pt x="1819311" y="1137618"/>
                  </a:lnTo>
                  <a:lnTo>
                    <a:pt x="1819305" y="1137621"/>
                  </a:lnTo>
                  <a:lnTo>
                    <a:pt x="1819298" y="1137623"/>
                  </a:lnTo>
                  <a:lnTo>
                    <a:pt x="1819284" y="1137624"/>
                  </a:lnTo>
                  <a:lnTo>
                    <a:pt x="1819108" y="1137641"/>
                  </a:lnTo>
                  <a:lnTo>
                    <a:pt x="1818552" y="1137939"/>
                  </a:lnTo>
                  <a:lnTo>
                    <a:pt x="1817643" y="1137512"/>
                  </a:lnTo>
                  <a:lnTo>
                    <a:pt x="1817624" y="1137488"/>
                  </a:lnTo>
                  <a:lnTo>
                    <a:pt x="1817617" y="1137487"/>
                  </a:lnTo>
                  <a:lnTo>
                    <a:pt x="1817565" y="1137487"/>
                  </a:lnTo>
                  <a:lnTo>
                    <a:pt x="1817266" y="1137482"/>
                  </a:lnTo>
                  <a:lnTo>
                    <a:pt x="1817248" y="1137484"/>
                  </a:lnTo>
                  <a:lnTo>
                    <a:pt x="1817152" y="1137498"/>
                  </a:lnTo>
                  <a:lnTo>
                    <a:pt x="1817135" y="1137501"/>
                  </a:lnTo>
                  <a:lnTo>
                    <a:pt x="1817136" y="1137530"/>
                  </a:lnTo>
                  <a:lnTo>
                    <a:pt x="1817140" y="1137627"/>
                  </a:lnTo>
                  <a:lnTo>
                    <a:pt x="1817141" y="1137643"/>
                  </a:lnTo>
                  <a:lnTo>
                    <a:pt x="1817147" y="1137753"/>
                  </a:lnTo>
                  <a:lnTo>
                    <a:pt x="1817184" y="1137755"/>
                  </a:lnTo>
                  <a:lnTo>
                    <a:pt x="1817242" y="1137758"/>
                  </a:lnTo>
                  <a:lnTo>
                    <a:pt x="1817263" y="1137773"/>
                  </a:lnTo>
                  <a:lnTo>
                    <a:pt x="1817353" y="1137854"/>
                  </a:lnTo>
                  <a:lnTo>
                    <a:pt x="1817357" y="1137857"/>
                  </a:lnTo>
                  <a:lnTo>
                    <a:pt x="1817383" y="1137881"/>
                  </a:lnTo>
                  <a:lnTo>
                    <a:pt x="1817414" y="1137909"/>
                  </a:lnTo>
                  <a:lnTo>
                    <a:pt x="1817556" y="1138041"/>
                  </a:lnTo>
                  <a:lnTo>
                    <a:pt x="1817595" y="1138118"/>
                  </a:lnTo>
                  <a:lnTo>
                    <a:pt x="1817598" y="1138130"/>
                  </a:lnTo>
                  <a:lnTo>
                    <a:pt x="1817598" y="1138160"/>
                  </a:lnTo>
                  <a:lnTo>
                    <a:pt x="1817595" y="1138176"/>
                  </a:lnTo>
                  <a:lnTo>
                    <a:pt x="1817618" y="1138186"/>
                  </a:lnTo>
                  <a:lnTo>
                    <a:pt x="1818742" y="1138953"/>
                  </a:lnTo>
                  <a:lnTo>
                    <a:pt x="1818926" y="1139120"/>
                  </a:lnTo>
                  <a:lnTo>
                    <a:pt x="1819631" y="1140746"/>
                  </a:lnTo>
                  <a:lnTo>
                    <a:pt x="1819751" y="1141087"/>
                  </a:lnTo>
                  <a:lnTo>
                    <a:pt x="1819761" y="1141084"/>
                  </a:lnTo>
                  <a:lnTo>
                    <a:pt x="1819881" y="1141119"/>
                  </a:lnTo>
                  <a:lnTo>
                    <a:pt x="1820022" y="1141232"/>
                  </a:lnTo>
                  <a:lnTo>
                    <a:pt x="1820066" y="1141230"/>
                  </a:lnTo>
                  <a:lnTo>
                    <a:pt x="1820091" y="1141220"/>
                  </a:lnTo>
                  <a:lnTo>
                    <a:pt x="1820144" y="1141132"/>
                  </a:lnTo>
                  <a:lnTo>
                    <a:pt x="1820155" y="1141076"/>
                  </a:lnTo>
                  <a:lnTo>
                    <a:pt x="1820172" y="1141065"/>
                  </a:lnTo>
                  <a:lnTo>
                    <a:pt x="1820252" y="1141101"/>
                  </a:lnTo>
                  <a:lnTo>
                    <a:pt x="1820199" y="1141194"/>
                  </a:lnTo>
                  <a:lnTo>
                    <a:pt x="1820166" y="1141229"/>
                  </a:lnTo>
                  <a:lnTo>
                    <a:pt x="1819913" y="1141380"/>
                  </a:lnTo>
                  <a:lnTo>
                    <a:pt x="1819848" y="1141402"/>
                  </a:lnTo>
                  <a:lnTo>
                    <a:pt x="1819818" y="1141401"/>
                  </a:lnTo>
                  <a:lnTo>
                    <a:pt x="1819719" y="1141352"/>
                  </a:lnTo>
                  <a:lnTo>
                    <a:pt x="1819703" y="1141334"/>
                  </a:lnTo>
                  <a:lnTo>
                    <a:pt x="1819699" y="1141312"/>
                  </a:lnTo>
                  <a:lnTo>
                    <a:pt x="1819715" y="1141146"/>
                  </a:lnTo>
                  <a:lnTo>
                    <a:pt x="1819682" y="1141163"/>
                  </a:lnTo>
                  <a:lnTo>
                    <a:pt x="1819080" y="1141263"/>
                  </a:lnTo>
                  <a:lnTo>
                    <a:pt x="1818933" y="1141405"/>
                  </a:lnTo>
                  <a:lnTo>
                    <a:pt x="1818668" y="1141722"/>
                  </a:lnTo>
                  <a:lnTo>
                    <a:pt x="1818635" y="1141820"/>
                  </a:lnTo>
                  <a:lnTo>
                    <a:pt x="1818643" y="1141826"/>
                  </a:lnTo>
                  <a:lnTo>
                    <a:pt x="1818649" y="1141831"/>
                  </a:lnTo>
                  <a:lnTo>
                    <a:pt x="1818785" y="1141867"/>
                  </a:lnTo>
                  <a:lnTo>
                    <a:pt x="1818821" y="1141792"/>
                  </a:lnTo>
                  <a:lnTo>
                    <a:pt x="1818828" y="1141780"/>
                  </a:lnTo>
                  <a:lnTo>
                    <a:pt x="1818899" y="1141656"/>
                  </a:lnTo>
                  <a:lnTo>
                    <a:pt x="1818903" y="1141651"/>
                  </a:lnTo>
                  <a:lnTo>
                    <a:pt x="1818929" y="1141630"/>
                  </a:lnTo>
                  <a:lnTo>
                    <a:pt x="1819127" y="1141663"/>
                  </a:lnTo>
                  <a:lnTo>
                    <a:pt x="1819353" y="1141664"/>
                  </a:lnTo>
                  <a:lnTo>
                    <a:pt x="1819357" y="1141662"/>
                  </a:lnTo>
                  <a:lnTo>
                    <a:pt x="1819378" y="1141650"/>
                  </a:lnTo>
                  <a:lnTo>
                    <a:pt x="1819422" y="1141599"/>
                  </a:lnTo>
                  <a:lnTo>
                    <a:pt x="1819437" y="1141587"/>
                  </a:lnTo>
                  <a:lnTo>
                    <a:pt x="1819455" y="1141574"/>
                  </a:lnTo>
                  <a:lnTo>
                    <a:pt x="1819551" y="1141556"/>
                  </a:lnTo>
                  <a:lnTo>
                    <a:pt x="1819863" y="1141553"/>
                  </a:lnTo>
                  <a:lnTo>
                    <a:pt x="1819904" y="1141577"/>
                  </a:lnTo>
                  <a:lnTo>
                    <a:pt x="1819917" y="1141616"/>
                  </a:lnTo>
                  <a:lnTo>
                    <a:pt x="1819919" y="1141620"/>
                  </a:lnTo>
                  <a:lnTo>
                    <a:pt x="1819929" y="1141650"/>
                  </a:lnTo>
                  <a:lnTo>
                    <a:pt x="1819927" y="1141763"/>
                  </a:lnTo>
                  <a:lnTo>
                    <a:pt x="1819926" y="1141776"/>
                  </a:lnTo>
                  <a:lnTo>
                    <a:pt x="1819925" y="1141921"/>
                  </a:lnTo>
                  <a:lnTo>
                    <a:pt x="1819922" y="1142219"/>
                  </a:lnTo>
                  <a:lnTo>
                    <a:pt x="1819938" y="1142241"/>
                  </a:lnTo>
                  <a:lnTo>
                    <a:pt x="1819952" y="1142248"/>
                  </a:lnTo>
                  <a:lnTo>
                    <a:pt x="1819956" y="1142248"/>
                  </a:lnTo>
                  <a:lnTo>
                    <a:pt x="1819996" y="1142257"/>
                  </a:lnTo>
                  <a:lnTo>
                    <a:pt x="1820000" y="1142258"/>
                  </a:lnTo>
                  <a:lnTo>
                    <a:pt x="1820061" y="1142286"/>
                  </a:lnTo>
                  <a:lnTo>
                    <a:pt x="1820132" y="1142349"/>
                  </a:lnTo>
                  <a:lnTo>
                    <a:pt x="1820142" y="1142358"/>
                  </a:lnTo>
                  <a:lnTo>
                    <a:pt x="1820228" y="1142443"/>
                  </a:lnTo>
                  <a:lnTo>
                    <a:pt x="1820233" y="1142448"/>
                  </a:lnTo>
                  <a:lnTo>
                    <a:pt x="1820265" y="1142469"/>
                  </a:lnTo>
                  <a:lnTo>
                    <a:pt x="1820446" y="1142586"/>
                  </a:lnTo>
                  <a:lnTo>
                    <a:pt x="1820572" y="1142534"/>
                  </a:lnTo>
                  <a:lnTo>
                    <a:pt x="1820788" y="1142555"/>
                  </a:lnTo>
                  <a:lnTo>
                    <a:pt x="1820800" y="1142557"/>
                  </a:lnTo>
                  <a:lnTo>
                    <a:pt x="1820819" y="1142561"/>
                  </a:lnTo>
                  <a:lnTo>
                    <a:pt x="1820835" y="1142568"/>
                  </a:lnTo>
                  <a:lnTo>
                    <a:pt x="1820853" y="1142651"/>
                  </a:lnTo>
                  <a:lnTo>
                    <a:pt x="1820850" y="1142655"/>
                  </a:lnTo>
                  <a:lnTo>
                    <a:pt x="1820724" y="1142788"/>
                  </a:lnTo>
                  <a:lnTo>
                    <a:pt x="1820718" y="1142791"/>
                  </a:lnTo>
                  <a:lnTo>
                    <a:pt x="1820704" y="1142797"/>
                  </a:lnTo>
                  <a:lnTo>
                    <a:pt x="1820681" y="1142837"/>
                  </a:lnTo>
                  <a:lnTo>
                    <a:pt x="1820544" y="1143076"/>
                  </a:lnTo>
                  <a:lnTo>
                    <a:pt x="1820254" y="1143431"/>
                  </a:lnTo>
                  <a:lnTo>
                    <a:pt x="1820231" y="1143449"/>
                  </a:lnTo>
                  <a:lnTo>
                    <a:pt x="1820226" y="1143452"/>
                  </a:lnTo>
                  <a:lnTo>
                    <a:pt x="1820140" y="1143483"/>
                  </a:lnTo>
                  <a:lnTo>
                    <a:pt x="1820056" y="1143532"/>
                  </a:lnTo>
                  <a:lnTo>
                    <a:pt x="1820024" y="1143566"/>
                  </a:lnTo>
                  <a:lnTo>
                    <a:pt x="1819858" y="1143747"/>
                  </a:lnTo>
                  <a:lnTo>
                    <a:pt x="1819857" y="1143752"/>
                  </a:lnTo>
                  <a:lnTo>
                    <a:pt x="1819860" y="1143756"/>
                  </a:lnTo>
                  <a:lnTo>
                    <a:pt x="1819957" y="1143811"/>
                  </a:lnTo>
                  <a:lnTo>
                    <a:pt x="1820000" y="1143817"/>
                  </a:lnTo>
                  <a:lnTo>
                    <a:pt x="1820005" y="1143827"/>
                  </a:lnTo>
                  <a:lnTo>
                    <a:pt x="1820007" y="1143837"/>
                  </a:lnTo>
                  <a:lnTo>
                    <a:pt x="1820005" y="1143846"/>
                  </a:lnTo>
                  <a:lnTo>
                    <a:pt x="1819986" y="1143882"/>
                  </a:lnTo>
                  <a:lnTo>
                    <a:pt x="1819960" y="1143916"/>
                  </a:lnTo>
                  <a:lnTo>
                    <a:pt x="1819955" y="1143922"/>
                  </a:lnTo>
                  <a:lnTo>
                    <a:pt x="1819866" y="1144003"/>
                  </a:lnTo>
                  <a:lnTo>
                    <a:pt x="1819859" y="1144006"/>
                  </a:lnTo>
                  <a:lnTo>
                    <a:pt x="1819851" y="1144010"/>
                  </a:lnTo>
                  <a:lnTo>
                    <a:pt x="1819846" y="1144011"/>
                  </a:lnTo>
                  <a:lnTo>
                    <a:pt x="1819811" y="1144017"/>
                  </a:lnTo>
                  <a:lnTo>
                    <a:pt x="1819744" y="1144029"/>
                  </a:lnTo>
                  <a:lnTo>
                    <a:pt x="1819695" y="1144019"/>
                  </a:lnTo>
                  <a:lnTo>
                    <a:pt x="1819690" y="1143997"/>
                  </a:lnTo>
                  <a:lnTo>
                    <a:pt x="1819686" y="1143984"/>
                  </a:lnTo>
                  <a:lnTo>
                    <a:pt x="1819673" y="1143939"/>
                  </a:lnTo>
                  <a:lnTo>
                    <a:pt x="1819629" y="1143795"/>
                  </a:lnTo>
                  <a:lnTo>
                    <a:pt x="1819625" y="1143789"/>
                  </a:lnTo>
                  <a:lnTo>
                    <a:pt x="1819618" y="1143783"/>
                  </a:lnTo>
                  <a:lnTo>
                    <a:pt x="1819598" y="1143773"/>
                  </a:lnTo>
                  <a:lnTo>
                    <a:pt x="1819574" y="1143763"/>
                  </a:lnTo>
                  <a:lnTo>
                    <a:pt x="1819556" y="1143758"/>
                  </a:lnTo>
                  <a:lnTo>
                    <a:pt x="1819552" y="1143760"/>
                  </a:lnTo>
                  <a:lnTo>
                    <a:pt x="1819336" y="1143881"/>
                  </a:lnTo>
                  <a:lnTo>
                    <a:pt x="1819323" y="1143891"/>
                  </a:lnTo>
                  <a:lnTo>
                    <a:pt x="1819319" y="1143895"/>
                  </a:lnTo>
                  <a:lnTo>
                    <a:pt x="1819315" y="1143905"/>
                  </a:lnTo>
                  <a:lnTo>
                    <a:pt x="1819285" y="1144034"/>
                  </a:lnTo>
                  <a:lnTo>
                    <a:pt x="1819279" y="1144073"/>
                  </a:lnTo>
                  <a:lnTo>
                    <a:pt x="1819274" y="1144109"/>
                  </a:lnTo>
                  <a:lnTo>
                    <a:pt x="1819282" y="1144160"/>
                  </a:lnTo>
                  <a:lnTo>
                    <a:pt x="1819291" y="1144195"/>
                  </a:lnTo>
                  <a:lnTo>
                    <a:pt x="1819294" y="1144206"/>
                  </a:lnTo>
                  <a:lnTo>
                    <a:pt x="1819308" y="1144252"/>
                  </a:lnTo>
                  <a:lnTo>
                    <a:pt x="1819078" y="1144788"/>
                  </a:lnTo>
                  <a:lnTo>
                    <a:pt x="1819020" y="1144806"/>
                  </a:lnTo>
                  <a:lnTo>
                    <a:pt x="1818992" y="1144921"/>
                  </a:lnTo>
                  <a:lnTo>
                    <a:pt x="1819069" y="1145218"/>
                  </a:lnTo>
                  <a:lnTo>
                    <a:pt x="1819072" y="1145231"/>
                  </a:lnTo>
                  <a:lnTo>
                    <a:pt x="1819086" y="1145288"/>
                  </a:lnTo>
                  <a:lnTo>
                    <a:pt x="1819071" y="1145426"/>
                  </a:lnTo>
                  <a:lnTo>
                    <a:pt x="1819069" y="1145437"/>
                  </a:lnTo>
                  <a:lnTo>
                    <a:pt x="1819061" y="1145449"/>
                  </a:lnTo>
                  <a:lnTo>
                    <a:pt x="1819028" y="1145498"/>
                  </a:lnTo>
                  <a:lnTo>
                    <a:pt x="1818983" y="1145518"/>
                  </a:lnTo>
                  <a:lnTo>
                    <a:pt x="1818980" y="1145519"/>
                  </a:lnTo>
                  <a:lnTo>
                    <a:pt x="1818886" y="1145572"/>
                  </a:lnTo>
                  <a:lnTo>
                    <a:pt x="1818867" y="1145590"/>
                  </a:lnTo>
                  <a:lnTo>
                    <a:pt x="1818856" y="1145604"/>
                  </a:lnTo>
                  <a:lnTo>
                    <a:pt x="1818852" y="1145612"/>
                  </a:lnTo>
                  <a:lnTo>
                    <a:pt x="1818854" y="1145663"/>
                  </a:lnTo>
                  <a:lnTo>
                    <a:pt x="1818872" y="1145700"/>
                  </a:lnTo>
                  <a:lnTo>
                    <a:pt x="1818893" y="1145729"/>
                  </a:lnTo>
                  <a:lnTo>
                    <a:pt x="1818913" y="1145751"/>
                  </a:lnTo>
                  <a:lnTo>
                    <a:pt x="1818919" y="1145758"/>
                  </a:lnTo>
                  <a:lnTo>
                    <a:pt x="1818924" y="1145762"/>
                  </a:lnTo>
                  <a:lnTo>
                    <a:pt x="1818956" y="1145766"/>
                  </a:lnTo>
                  <a:lnTo>
                    <a:pt x="1819050" y="1145777"/>
                  </a:lnTo>
                  <a:lnTo>
                    <a:pt x="1819124" y="1145762"/>
                  </a:lnTo>
                  <a:lnTo>
                    <a:pt x="1819185" y="1145705"/>
                  </a:lnTo>
                  <a:lnTo>
                    <a:pt x="1819188" y="1145692"/>
                  </a:lnTo>
                  <a:lnTo>
                    <a:pt x="1819192" y="1145679"/>
                  </a:lnTo>
                  <a:lnTo>
                    <a:pt x="1819201" y="1145663"/>
                  </a:lnTo>
                  <a:lnTo>
                    <a:pt x="1819216" y="1145648"/>
                  </a:lnTo>
                  <a:lnTo>
                    <a:pt x="1819265" y="1145653"/>
                  </a:lnTo>
                  <a:lnTo>
                    <a:pt x="1819279" y="1145710"/>
                  </a:lnTo>
                  <a:lnTo>
                    <a:pt x="1819281" y="1145720"/>
                  </a:lnTo>
                  <a:lnTo>
                    <a:pt x="1819282" y="1145726"/>
                  </a:lnTo>
                  <a:lnTo>
                    <a:pt x="1819284" y="1145956"/>
                  </a:lnTo>
                  <a:lnTo>
                    <a:pt x="1819283" y="1145970"/>
                  </a:lnTo>
                  <a:lnTo>
                    <a:pt x="1819284" y="1145985"/>
                  </a:lnTo>
                  <a:lnTo>
                    <a:pt x="1819319" y="1146084"/>
                  </a:lnTo>
                  <a:lnTo>
                    <a:pt x="1819371" y="1146192"/>
                  </a:lnTo>
                  <a:lnTo>
                    <a:pt x="1819372" y="1146196"/>
                  </a:lnTo>
                  <a:lnTo>
                    <a:pt x="1819408" y="1146293"/>
                  </a:lnTo>
                  <a:lnTo>
                    <a:pt x="1819424" y="1146608"/>
                  </a:lnTo>
                  <a:lnTo>
                    <a:pt x="1819415" y="1146635"/>
                  </a:lnTo>
                  <a:lnTo>
                    <a:pt x="1819398" y="1146682"/>
                  </a:lnTo>
                  <a:lnTo>
                    <a:pt x="1819390" y="1146691"/>
                  </a:lnTo>
                  <a:lnTo>
                    <a:pt x="1819261" y="1146711"/>
                  </a:lnTo>
                  <a:lnTo>
                    <a:pt x="1819314" y="1146976"/>
                  </a:lnTo>
                  <a:lnTo>
                    <a:pt x="1819324" y="1147028"/>
                  </a:lnTo>
                  <a:lnTo>
                    <a:pt x="1819249" y="1147482"/>
                  </a:lnTo>
                  <a:lnTo>
                    <a:pt x="1819246" y="1147492"/>
                  </a:lnTo>
                  <a:lnTo>
                    <a:pt x="1819242" y="1147498"/>
                  </a:lnTo>
                  <a:lnTo>
                    <a:pt x="1819197" y="1147544"/>
                  </a:lnTo>
                  <a:lnTo>
                    <a:pt x="1819191" y="1147550"/>
                  </a:lnTo>
                  <a:lnTo>
                    <a:pt x="1819183" y="1147553"/>
                  </a:lnTo>
                  <a:lnTo>
                    <a:pt x="1819179" y="1147553"/>
                  </a:lnTo>
                  <a:lnTo>
                    <a:pt x="1819096" y="1147538"/>
                  </a:lnTo>
                  <a:lnTo>
                    <a:pt x="1818925" y="1147440"/>
                  </a:lnTo>
                  <a:lnTo>
                    <a:pt x="1818906" y="1147426"/>
                  </a:lnTo>
                  <a:lnTo>
                    <a:pt x="1818691" y="1147465"/>
                  </a:lnTo>
                  <a:lnTo>
                    <a:pt x="1818650" y="1147506"/>
                  </a:lnTo>
                  <a:lnTo>
                    <a:pt x="1818642" y="1147512"/>
                  </a:lnTo>
                  <a:lnTo>
                    <a:pt x="1818601" y="1147543"/>
                  </a:lnTo>
                  <a:lnTo>
                    <a:pt x="1818582" y="1147556"/>
                  </a:lnTo>
                  <a:lnTo>
                    <a:pt x="1818568" y="1147562"/>
                  </a:lnTo>
                  <a:lnTo>
                    <a:pt x="1818439" y="1147580"/>
                  </a:lnTo>
                  <a:lnTo>
                    <a:pt x="1818412" y="1147582"/>
                  </a:lnTo>
                  <a:lnTo>
                    <a:pt x="1818333" y="1147583"/>
                  </a:lnTo>
                  <a:lnTo>
                    <a:pt x="1818323" y="1147583"/>
                  </a:lnTo>
                  <a:lnTo>
                    <a:pt x="1818311" y="1147583"/>
                  </a:lnTo>
                  <a:lnTo>
                    <a:pt x="1818304" y="1147580"/>
                  </a:lnTo>
                  <a:lnTo>
                    <a:pt x="1818296" y="1147576"/>
                  </a:lnTo>
                  <a:lnTo>
                    <a:pt x="1818161" y="1147496"/>
                  </a:lnTo>
                  <a:lnTo>
                    <a:pt x="1818052" y="1147401"/>
                  </a:lnTo>
                  <a:lnTo>
                    <a:pt x="1818050" y="1147395"/>
                  </a:lnTo>
                  <a:lnTo>
                    <a:pt x="1818050" y="1147388"/>
                  </a:lnTo>
                  <a:lnTo>
                    <a:pt x="1818066" y="1147293"/>
                  </a:lnTo>
                  <a:lnTo>
                    <a:pt x="1818069" y="1147288"/>
                  </a:lnTo>
                  <a:lnTo>
                    <a:pt x="1818108" y="1147243"/>
                  </a:lnTo>
                  <a:lnTo>
                    <a:pt x="1818127" y="1147224"/>
                  </a:lnTo>
                  <a:lnTo>
                    <a:pt x="1818155" y="1147205"/>
                  </a:lnTo>
                  <a:lnTo>
                    <a:pt x="1818164" y="1147204"/>
                  </a:lnTo>
                  <a:lnTo>
                    <a:pt x="1818174" y="1147204"/>
                  </a:lnTo>
                  <a:lnTo>
                    <a:pt x="1818180" y="1147205"/>
                  </a:lnTo>
                  <a:lnTo>
                    <a:pt x="1818184" y="1147207"/>
                  </a:lnTo>
                  <a:lnTo>
                    <a:pt x="1818223" y="1147192"/>
                  </a:lnTo>
                  <a:lnTo>
                    <a:pt x="1818276" y="1147171"/>
                  </a:lnTo>
                  <a:lnTo>
                    <a:pt x="1818285" y="1147165"/>
                  </a:lnTo>
                  <a:lnTo>
                    <a:pt x="1818330" y="1147131"/>
                  </a:lnTo>
                  <a:lnTo>
                    <a:pt x="1818334" y="1147128"/>
                  </a:lnTo>
                  <a:lnTo>
                    <a:pt x="1818336" y="1147124"/>
                  </a:lnTo>
                  <a:lnTo>
                    <a:pt x="1818339" y="1147118"/>
                  </a:lnTo>
                  <a:lnTo>
                    <a:pt x="1818339" y="1147107"/>
                  </a:lnTo>
                  <a:lnTo>
                    <a:pt x="1818339" y="1147093"/>
                  </a:lnTo>
                  <a:lnTo>
                    <a:pt x="1818332" y="1147006"/>
                  </a:lnTo>
                  <a:lnTo>
                    <a:pt x="1818328" y="1146992"/>
                  </a:lnTo>
                  <a:lnTo>
                    <a:pt x="1818325" y="1146985"/>
                  </a:lnTo>
                  <a:lnTo>
                    <a:pt x="1818315" y="1146963"/>
                  </a:lnTo>
                  <a:lnTo>
                    <a:pt x="1818310" y="1146953"/>
                  </a:lnTo>
                  <a:lnTo>
                    <a:pt x="1818301" y="1146936"/>
                  </a:lnTo>
                  <a:lnTo>
                    <a:pt x="1818295" y="1146927"/>
                  </a:lnTo>
                  <a:lnTo>
                    <a:pt x="1818264" y="1146882"/>
                  </a:lnTo>
                  <a:lnTo>
                    <a:pt x="1818239" y="1146852"/>
                  </a:lnTo>
                  <a:lnTo>
                    <a:pt x="1818235" y="1146848"/>
                  </a:lnTo>
                  <a:lnTo>
                    <a:pt x="1818232" y="1146844"/>
                  </a:lnTo>
                  <a:lnTo>
                    <a:pt x="1818227" y="1146843"/>
                  </a:lnTo>
                  <a:lnTo>
                    <a:pt x="1818193" y="1146851"/>
                  </a:lnTo>
                  <a:lnTo>
                    <a:pt x="1818046" y="1146856"/>
                  </a:lnTo>
                  <a:lnTo>
                    <a:pt x="1817991" y="1146858"/>
                  </a:lnTo>
                  <a:lnTo>
                    <a:pt x="1817781" y="1146701"/>
                  </a:lnTo>
                  <a:lnTo>
                    <a:pt x="1817767" y="1146689"/>
                  </a:lnTo>
                  <a:lnTo>
                    <a:pt x="1817763" y="1146681"/>
                  </a:lnTo>
                  <a:lnTo>
                    <a:pt x="1817762" y="1146675"/>
                  </a:lnTo>
                  <a:lnTo>
                    <a:pt x="1817760" y="1146659"/>
                  </a:lnTo>
                  <a:lnTo>
                    <a:pt x="1817761" y="1146641"/>
                  </a:lnTo>
                  <a:lnTo>
                    <a:pt x="1817762" y="1146633"/>
                  </a:lnTo>
                  <a:lnTo>
                    <a:pt x="1817763" y="1146627"/>
                  </a:lnTo>
                  <a:lnTo>
                    <a:pt x="1817775" y="1146595"/>
                  </a:lnTo>
                  <a:lnTo>
                    <a:pt x="1817779" y="1146585"/>
                  </a:lnTo>
                  <a:lnTo>
                    <a:pt x="1817783" y="1146579"/>
                  </a:lnTo>
                  <a:lnTo>
                    <a:pt x="1817787" y="1146575"/>
                  </a:lnTo>
                  <a:lnTo>
                    <a:pt x="1817855" y="1146505"/>
                  </a:lnTo>
                  <a:lnTo>
                    <a:pt x="1817870" y="1146506"/>
                  </a:lnTo>
                  <a:lnTo>
                    <a:pt x="1817914" y="1146510"/>
                  </a:lnTo>
                  <a:lnTo>
                    <a:pt x="1817923" y="1146509"/>
                  </a:lnTo>
                  <a:lnTo>
                    <a:pt x="1817934" y="1146507"/>
                  </a:lnTo>
                  <a:lnTo>
                    <a:pt x="1817939" y="1146501"/>
                  </a:lnTo>
                  <a:lnTo>
                    <a:pt x="1817941" y="1146494"/>
                  </a:lnTo>
                  <a:lnTo>
                    <a:pt x="1817971" y="1146360"/>
                  </a:lnTo>
                  <a:lnTo>
                    <a:pt x="1817966" y="1146354"/>
                  </a:lnTo>
                  <a:lnTo>
                    <a:pt x="1817960" y="1146349"/>
                  </a:lnTo>
                  <a:lnTo>
                    <a:pt x="1817937" y="1146330"/>
                  </a:lnTo>
                  <a:lnTo>
                    <a:pt x="1817933" y="1146328"/>
                  </a:lnTo>
                  <a:lnTo>
                    <a:pt x="1817560" y="1146380"/>
                  </a:lnTo>
                  <a:lnTo>
                    <a:pt x="1817551" y="1146381"/>
                  </a:lnTo>
                  <a:lnTo>
                    <a:pt x="1817539" y="1146384"/>
                  </a:lnTo>
                  <a:lnTo>
                    <a:pt x="1817526" y="1146386"/>
                  </a:lnTo>
                  <a:lnTo>
                    <a:pt x="1817517" y="1146389"/>
                  </a:lnTo>
                  <a:lnTo>
                    <a:pt x="1817505" y="1146392"/>
                  </a:lnTo>
                  <a:lnTo>
                    <a:pt x="1817487" y="1146400"/>
                  </a:lnTo>
                  <a:lnTo>
                    <a:pt x="1817451" y="1146417"/>
                  </a:lnTo>
                  <a:lnTo>
                    <a:pt x="1817447" y="1146420"/>
                  </a:lnTo>
                  <a:lnTo>
                    <a:pt x="1817419" y="1146443"/>
                  </a:lnTo>
                  <a:lnTo>
                    <a:pt x="1817416" y="1146446"/>
                  </a:lnTo>
                  <a:lnTo>
                    <a:pt x="1817408" y="1146454"/>
                  </a:lnTo>
                  <a:lnTo>
                    <a:pt x="1817404" y="1146459"/>
                  </a:lnTo>
                  <a:lnTo>
                    <a:pt x="1817401" y="1146465"/>
                  </a:lnTo>
                  <a:lnTo>
                    <a:pt x="1817398" y="1146471"/>
                  </a:lnTo>
                  <a:lnTo>
                    <a:pt x="1817396" y="1146480"/>
                  </a:lnTo>
                  <a:lnTo>
                    <a:pt x="1817394" y="1146493"/>
                  </a:lnTo>
                  <a:lnTo>
                    <a:pt x="1817392" y="1146501"/>
                  </a:lnTo>
                  <a:lnTo>
                    <a:pt x="1817392" y="1146511"/>
                  </a:lnTo>
                  <a:lnTo>
                    <a:pt x="1817393" y="1146520"/>
                  </a:lnTo>
                  <a:lnTo>
                    <a:pt x="1817394" y="1146526"/>
                  </a:lnTo>
                  <a:lnTo>
                    <a:pt x="1817398" y="1146528"/>
                  </a:lnTo>
                  <a:lnTo>
                    <a:pt x="1817407" y="1146529"/>
                  </a:lnTo>
                  <a:lnTo>
                    <a:pt x="1817432" y="1146538"/>
                  </a:lnTo>
                  <a:lnTo>
                    <a:pt x="1817441" y="1146542"/>
                  </a:lnTo>
                  <a:lnTo>
                    <a:pt x="1817451" y="1146548"/>
                  </a:lnTo>
                  <a:lnTo>
                    <a:pt x="1817460" y="1146554"/>
                  </a:lnTo>
                  <a:lnTo>
                    <a:pt x="1817475" y="1146569"/>
                  </a:lnTo>
                  <a:lnTo>
                    <a:pt x="1817487" y="1146586"/>
                  </a:lnTo>
                  <a:lnTo>
                    <a:pt x="1817482" y="1146629"/>
                  </a:lnTo>
                  <a:lnTo>
                    <a:pt x="1817478" y="1146641"/>
                  </a:lnTo>
                  <a:lnTo>
                    <a:pt x="1817281" y="1146817"/>
                  </a:lnTo>
                  <a:lnTo>
                    <a:pt x="1817254" y="1146827"/>
                  </a:lnTo>
                  <a:lnTo>
                    <a:pt x="1817239" y="1146827"/>
                  </a:lnTo>
                  <a:lnTo>
                    <a:pt x="1817230" y="1146827"/>
                  </a:lnTo>
                  <a:lnTo>
                    <a:pt x="1817225" y="1146826"/>
                  </a:lnTo>
                  <a:lnTo>
                    <a:pt x="1817221" y="1146825"/>
                  </a:lnTo>
                  <a:lnTo>
                    <a:pt x="1817084" y="1146776"/>
                  </a:lnTo>
                  <a:lnTo>
                    <a:pt x="1816659" y="1146487"/>
                  </a:lnTo>
                  <a:lnTo>
                    <a:pt x="1816528" y="1146234"/>
                  </a:lnTo>
                  <a:lnTo>
                    <a:pt x="1816529" y="1146212"/>
                  </a:lnTo>
                  <a:lnTo>
                    <a:pt x="1816527" y="1146207"/>
                  </a:lnTo>
                  <a:lnTo>
                    <a:pt x="1816518" y="1146193"/>
                  </a:lnTo>
                  <a:lnTo>
                    <a:pt x="1816503" y="1146176"/>
                  </a:lnTo>
                  <a:lnTo>
                    <a:pt x="1816489" y="1146160"/>
                  </a:lnTo>
                  <a:lnTo>
                    <a:pt x="1816456" y="1146137"/>
                  </a:lnTo>
                  <a:lnTo>
                    <a:pt x="1816338" y="1146063"/>
                  </a:lnTo>
                  <a:lnTo>
                    <a:pt x="1816082" y="1145905"/>
                  </a:lnTo>
                  <a:lnTo>
                    <a:pt x="1816011" y="1145860"/>
                  </a:lnTo>
                  <a:lnTo>
                    <a:pt x="1815830" y="1145816"/>
                  </a:lnTo>
                  <a:lnTo>
                    <a:pt x="1815418" y="1145720"/>
                  </a:lnTo>
                  <a:lnTo>
                    <a:pt x="1815397" y="1145737"/>
                  </a:lnTo>
                  <a:lnTo>
                    <a:pt x="1815382" y="1145752"/>
                  </a:lnTo>
                  <a:lnTo>
                    <a:pt x="1815360" y="1145776"/>
                  </a:lnTo>
                  <a:lnTo>
                    <a:pt x="1815282" y="1145876"/>
                  </a:lnTo>
                  <a:lnTo>
                    <a:pt x="1815224" y="1145951"/>
                  </a:lnTo>
                  <a:lnTo>
                    <a:pt x="1815206" y="1145975"/>
                  </a:lnTo>
                  <a:lnTo>
                    <a:pt x="1815246" y="1146069"/>
                  </a:lnTo>
                  <a:lnTo>
                    <a:pt x="1815334" y="1146144"/>
                  </a:lnTo>
                  <a:lnTo>
                    <a:pt x="1815397" y="1146184"/>
                  </a:lnTo>
                  <a:lnTo>
                    <a:pt x="1815577" y="1146282"/>
                  </a:lnTo>
                  <a:lnTo>
                    <a:pt x="1815587" y="1146287"/>
                  </a:lnTo>
                  <a:lnTo>
                    <a:pt x="1815596" y="1146291"/>
                  </a:lnTo>
                  <a:lnTo>
                    <a:pt x="1815602" y="1146295"/>
                  </a:lnTo>
                  <a:lnTo>
                    <a:pt x="1815612" y="1146301"/>
                  </a:lnTo>
                  <a:lnTo>
                    <a:pt x="1815618" y="1146307"/>
                  </a:lnTo>
                  <a:lnTo>
                    <a:pt x="1815627" y="1146317"/>
                  </a:lnTo>
                  <a:lnTo>
                    <a:pt x="1815629" y="1146322"/>
                  </a:lnTo>
                  <a:lnTo>
                    <a:pt x="1815631" y="1146326"/>
                  </a:lnTo>
                  <a:lnTo>
                    <a:pt x="1815632" y="1146337"/>
                  </a:lnTo>
                  <a:lnTo>
                    <a:pt x="1815631" y="1146344"/>
                  </a:lnTo>
                  <a:lnTo>
                    <a:pt x="1815629" y="1146349"/>
                  </a:lnTo>
                  <a:lnTo>
                    <a:pt x="1815626" y="1146353"/>
                  </a:lnTo>
                  <a:lnTo>
                    <a:pt x="1815619" y="1146359"/>
                  </a:lnTo>
                  <a:lnTo>
                    <a:pt x="1815578" y="1146375"/>
                  </a:lnTo>
                  <a:lnTo>
                    <a:pt x="1815553" y="1146382"/>
                  </a:lnTo>
                  <a:lnTo>
                    <a:pt x="1815524" y="1146387"/>
                  </a:lnTo>
                  <a:lnTo>
                    <a:pt x="1815390" y="1146398"/>
                  </a:lnTo>
                  <a:lnTo>
                    <a:pt x="1815382" y="1146394"/>
                  </a:lnTo>
                  <a:lnTo>
                    <a:pt x="1815362" y="1146368"/>
                  </a:lnTo>
                  <a:lnTo>
                    <a:pt x="1815359" y="1146362"/>
                  </a:lnTo>
                  <a:lnTo>
                    <a:pt x="1815354" y="1146350"/>
                  </a:lnTo>
                  <a:lnTo>
                    <a:pt x="1815188" y="1146282"/>
                  </a:lnTo>
                  <a:lnTo>
                    <a:pt x="1814986" y="1146563"/>
                  </a:lnTo>
                  <a:lnTo>
                    <a:pt x="1814973" y="1146584"/>
                  </a:lnTo>
                  <a:lnTo>
                    <a:pt x="1814966" y="1146610"/>
                  </a:lnTo>
                  <a:lnTo>
                    <a:pt x="1814967" y="1146621"/>
                  </a:lnTo>
                  <a:lnTo>
                    <a:pt x="1814977" y="1146688"/>
                  </a:lnTo>
                  <a:lnTo>
                    <a:pt x="1814980" y="1146694"/>
                  </a:lnTo>
                  <a:lnTo>
                    <a:pt x="1815003" y="1146717"/>
                  </a:lnTo>
                  <a:lnTo>
                    <a:pt x="1815031" y="1146743"/>
                  </a:lnTo>
                  <a:lnTo>
                    <a:pt x="1815242" y="1146928"/>
                  </a:lnTo>
                  <a:lnTo>
                    <a:pt x="1815290" y="1146921"/>
                  </a:lnTo>
                  <a:lnTo>
                    <a:pt x="1815398" y="1146889"/>
                  </a:lnTo>
                  <a:lnTo>
                    <a:pt x="1815405" y="1146886"/>
                  </a:lnTo>
                  <a:lnTo>
                    <a:pt x="1815444" y="1146851"/>
                  </a:lnTo>
                  <a:lnTo>
                    <a:pt x="1815482" y="1146805"/>
                  </a:lnTo>
                  <a:lnTo>
                    <a:pt x="1815485" y="1146797"/>
                  </a:lnTo>
                  <a:lnTo>
                    <a:pt x="1815486" y="1146782"/>
                  </a:lnTo>
                  <a:lnTo>
                    <a:pt x="1815624" y="1146693"/>
                  </a:lnTo>
                  <a:lnTo>
                    <a:pt x="1815806" y="1146827"/>
                  </a:lnTo>
                  <a:lnTo>
                    <a:pt x="1815883" y="1146884"/>
                  </a:lnTo>
                  <a:lnTo>
                    <a:pt x="1815856" y="1146961"/>
                  </a:lnTo>
                  <a:lnTo>
                    <a:pt x="1815757" y="1147253"/>
                  </a:lnTo>
                  <a:lnTo>
                    <a:pt x="1815753" y="1147264"/>
                  </a:lnTo>
                  <a:lnTo>
                    <a:pt x="1815750" y="1147270"/>
                  </a:lnTo>
                  <a:lnTo>
                    <a:pt x="1815680" y="1147372"/>
                  </a:lnTo>
                  <a:lnTo>
                    <a:pt x="1815593" y="1147454"/>
                  </a:lnTo>
                  <a:lnTo>
                    <a:pt x="1815269" y="1147696"/>
                  </a:lnTo>
                  <a:lnTo>
                    <a:pt x="1815020" y="1147748"/>
                  </a:lnTo>
                  <a:lnTo>
                    <a:pt x="1815023" y="1147743"/>
                  </a:lnTo>
                  <a:lnTo>
                    <a:pt x="1815022" y="1147735"/>
                  </a:lnTo>
                  <a:lnTo>
                    <a:pt x="1815017" y="1147729"/>
                  </a:lnTo>
                  <a:lnTo>
                    <a:pt x="1815008" y="1147715"/>
                  </a:lnTo>
                  <a:lnTo>
                    <a:pt x="1814999" y="1147706"/>
                  </a:lnTo>
                  <a:lnTo>
                    <a:pt x="1814989" y="1147698"/>
                  </a:lnTo>
                  <a:lnTo>
                    <a:pt x="1814982" y="1147695"/>
                  </a:lnTo>
                  <a:lnTo>
                    <a:pt x="1814975" y="1147695"/>
                  </a:lnTo>
                  <a:lnTo>
                    <a:pt x="1814970" y="1147694"/>
                  </a:lnTo>
                  <a:lnTo>
                    <a:pt x="1814963" y="1147696"/>
                  </a:lnTo>
                  <a:lnTo>
                    <a:pt x="1814925" y="1147715"/>
                  </a:lnTo>
                  <a:lnTo>
                    <a:pt x="1814916" y="1147721"/>
                  </a:lnTo>
                  <a:lnTo>
                    <a:pt x="1814903" y="1147731"/>
                  </a:lnTo>
                  <a:lnTo>
                    <a:pt x="1814897" y="1147737"/>
                  </a:lnTo>
                  <a:lnTo>
                    <a:pt x="1814888" y="1147744"/>
                  </a:lnTo>
                  <a:lnTo>
                    <a:pt x="1814881" y="1147753"/>
                  </a:lnTo>
                  <a:lnTo>
                    <a:pt x="1814871" y="1147764"/>
                  </a:lnTo>
                  <a:lnTo>
                    <a:pt x="1814840" y="1147804"/>
                  </a:lnTo>
                  <a:lnTo>
                    <a:pt x="1814831" y="1147819"/>
                  </a:lnTo>
                  <a:lnTo>
                    <a:pt x="1814797" y="1147910"/>
                  </a:lnTo>
                  <a:lnTo>
                    <a:pt x="1814790" y="1147928"/>
                  </a:lnTo>
                  <a:lnTo>
                    <a:pt x="1814786" y="1147943"/>
                  </a:lnTo>
                  <a:lnTo>
                    <a:pt x="1814724" y="1148206"/>
                  </a:lnTo>
                  <a:lnTo>
                    <a:pt x="1814718" y="1148235"/>
                  </a:lnTo>
                  <a:lnTo>
                    <a:pt x="1814718" y="1148252"/>
                  </a:lnTo>
                  <a:lnTo>
                    <a:pt x="1814718" y="1148261"/>
                  </a:lnTo>
                  <a:lnTo>
                    <a:pt x="1814722" y="1148288"/>
                  </a:lnTo>
                  <a:lnTo>
                    <a:pt x="1814728" y="1148298"/>
                  </a:lnTo>
                  <a:lnTo>
                    <a:pt x="1814756" y="1148312"/>
                  </a:lnTo>
                  <a:lnTo>
                    <a:pt x="1814873" y="1148370"/>
                  </a:lnTo>
                  <a:lnTo>
                    <a:pt x="1814973" y="1148415"/>
                  </a:lnTo>
                  <a:lnTo>
                    <a:pt x="1814990" y="1148425"/>
                  </a:lnTo>
                  <a:lnTo>
                    <a:pt x="1815033" y="1148457"/>
                  </a:lnTo>
                  <a:lnTo>
                    <a:pt x="1815036" y="1148460"/>
                  </a:lnTo>
                  <a:lnTo>
                    <a:pt x="1815035" y="1148466"/>
                  </a:lnTo>
                  <a:lnTo>
                    <a:pt x="1814974" y="1148706"/>
                  </a:lnTo>
                  <a:lnTo>
                    <a:pt x="1814834" y="1148634"/>
                  </a:lnTo>
                  <a:lnTo>
                    <a:pt x="1814608" y="1148639"/>
                  </a:lnTo>
                  <a:lnTo>
                    <a:pt x="1814576" y="1148703"/>
                  </a:lnTo>
                  <a:lnTo>
                    <a:pt x="1814323" y="1148750"/>
                  </a:lnTo>
                  <a:lnTo>
                    <a:pt x="1814303" y="1148752"/>
                  </a:lnTo>
                  <a:lnTo>
                    <a:pt x="1814285" y="1148753"/>
                  </a:lnTo>
                  <a:lnTo>
                    <a:pt x="1814281" y="1148753"/>
                  </a:lnTo>
                  <a:lnTo>
                    <a:pt x="1814271" y="1148751"/>
                  </a:lnTo>
                  <a:lnTo>
                    <a:pt x="1814263" y="1148749"/>
                  </a:lnTo>
                  <a:lnTo>
                    <a:pt x="1814259" y="1148747"/>
                  </a:lnTo>
                  <a:lnTo>
                    <a:pt x="1814254" y="1148746"/>
                  </a:lnTo>
                  <a:lnTo>
                    <a:pt x="1814248" y="1148742"/>
                  </a:lnTo>
                  <a:lnTo>
                    <a:pt x="1814243" y="1148739"/>
                  </a:lnTo>
                  <a:lnTo>
                    <a:pt x="1814236" y="1148735"/>
                  </a:lnTo>
                  <a:lnTo>
                    <a:pt x="1814231" y="1148730"/>
                  </a:lnTo>
                  <a:lnTo>
                    <a:pt x="1814196" y="1148683"/>
                  </a:lnTo>
                  <a:lnTo>
                    <a:pt x="1814180" y="1148662"/>
                  </a:lnTo>
                  <a:lnTo>
                    <a:pt x="1814178" y="1148654"/>
                  </a:lnTo>
                  <a:lnTo>
                    <a:pt x="1814172" y="1148647"/>
                  </a:lnTo>
                  <a:lnTo>
                    <a:pt x="1814158" y="1148633"/>
                  </a:lnTo>
                  <a:lnTo>
                    <a:pt x="1814143" y="1148625"/>
                  </a:lnTo>
                  <a:lnTo>
                    <a:pt x="1814132" y="1148621"/>
                  </a:lnTo>
                  <a:lnTo>
                    <a:pt x="1813974" y="1148608"/>
                  </a:lnTo>
                  <a:lnTo>
                    <a:pt x="1813967" y="1148609"/>
                  </a:lnTo>
                  <a:lnTo>
                    <a:pt x="1813958" y="1148617"/>
                  </a:lnTo>
                  <a:lnTo>
                    <a:pt x="1813953" y="1148624"/>
                  </a:lnTo>
                  <a:lnTo>
                    <a:pt x="1813978" y="1148719"/>
                  </a:lnTo>
                  <a:lnTo>
                    <a:pt x="1814030" y="1148813"/>
                  </a:lnTo>
                  <a:lnTo>
                    <a:pt x="1814096" y="1148898"/>
                  </a:lnTo>
                  <a:lnTo>
                    <a:pt x="1814143" y="1148955"/>
                  </a:lnTo>
                  <a:lnTo>
                    <a:pt x="1814149" y="1148963"/>
                  </a:lnTo>
                  <a:lnTo>
                    <a:pt x="1814155" y="1148968"/>
                  </a:lnTo>
                  <a:lnTo>
                    <a:pt x="1814522" y="1149213"/>
                  </a:lnTo>
                  <a:lnTo>
                    <a:pt x="1814572" y="1149229"/>
                  </a:lnTo>
                  <a:lnTo>
                    <a:pt x="1814603" y="1149226"/>
                  </a:lnTo>
                  <a:lnTo>
                    <a:pt x="1815159" y="1149051"/>
                  </a:lnTo>
                  <a:lnTo>
                    <a:pt x="1815183" y="1149298"/>
                  </a:lnTo>
                  <a:lnTo>
                    <a:pt x="1815105" y="1149391"/>
                  </a:lnTo>
                  <a:lnTo>
                    <a:pt x="1815140" y="1149468"/>
                  </a:lnTo>
                  <a:lnTo>
                    <a:pt x="1815174" y="1149542"/>
                  </a:lnTo>
                  <a:lnTo>
                    <a:pt x="1815177" y="1149548"/>
                  </a:lnTo>
                  <a:lnTo>
                    <a:pt x="1815183" y="1149555"/>
                  </a:lnTo>
                  <a:lnTo>
                    <a:pt x="1815198" y="1149566"/>
                  </a:lnTo>
                  <a:lnTo>
                    <a:pt x="1815204" y="1149569"/>
                  </a:lnTo>
                  <a:lnTo>
                    <a:pt x="1815209" y="1149571"/>
                  </a:lnTo>
                  <a:lnTo>
                    <a:pt x="1815272" y="1149577"/>
                  </a:lnTo>
                  <a:lnTo>
                    <a:pt x="1815289" y="1149578"/>
                  </a:lnTo>
                  <a:lnTo>
                    <a:pt x="1815325" y="1149576"/>
                  </a:lnTo>
                  <a:lnTo>
                    <a:pt x="1815338" y="1149572"/>
                  </a:lnTo>
                  <a:lnTo>
                    <a:pt x="1815487" y="1149483"/>
                  </a:lnTo>
                  <a:lnTo>
                    <a:pt x="1815493" y="1149477"/>
                  </a:lnTo>
                  <a:lnTo>
                    <a:pt x="1815550" y="1149421"/>
                  </a:lnTo>
                  <a:lnTo>
                    <a:pt x="1815671" y="1149436"/>
                  </a:lnTo>
                  <a:lnTo>
                    <a:pt x="1815702" y="1149491"/>
                  </a:lnTo>
                  <a:lnTo>
                    <a:pt x="1815751" y="1149575"/>
                  </a:lnTo>
                  <a:lnTo>
                    <a:pt x="1815783" y="1149739"/>
                  </a:lnTo>
                  <a:lnTo>
                    <a:pt x="1815412" y="1150072"/>
                  </a:lnTo>
                  <a:lnTo>
                    <a:pt x="1815374" y="1150091"/>
                  </a:lnTo>
                  <a:lnTo>
                    <a:pt x="1815229" y="1150171"/>
                  </a:lnTo>
                  <a:lnTo>
                    <a:pt x="1815150" y="1150277"/>
                  </a:lnTo>
                  <a:lnTo>
                    <a:pt x="1815133" y="1150334"/>
                  </a:lnTo>
                  <a:lnTo>
                    <a:pt x="1815127" y="1150359"/>
                  </a:lnTo>
                  <a:lnTo>
                    <a:pt x="1815144" y="1150408"/>
                  </a:lnTo>
                  <a:lnTo>
                    <a:pt x="1815152" y="1150412"/>
                  </a:lnTo>
                  <a:lnTo>
                    <a:pt x="1815158" y="1150415"/>
                  </a:lnTo>
                  <a:lnTo>
                    <a:pt x="1815169" y="1150415"/>
                  </a:lnTo>
                  <a:lnTo>
                    <a:pt x="1815389" y="1150352"/>
                  </a:lnTo>
                  <a:lnTo>
                    <a:pt x="1815408" y="1150344"/>
                  </a:lnTo>
                  <a:lnTo>
                    <a:pt x="1815440" y="1150322"/>
                  </a:lnTo>
                  <a:lnTo>
                    <a:pt x="1815459" y="1150310"/>
                  </a:lnTo>
                  <a:lnTo>
                    <a:pt x="1815488" y="1150289"/>
                  </a:lnTo>
                  <a:lnTo>
                    <a:pt x="1815522" y="1150263"/>
                  </a:lnTo>
                  <a:lnTo>
                    <a:pt x="1815541" y="1150257"/>
                  </a:lnTo>
                  <a:lnTo>
                    <a:pt x="1815664" y="1150256"/>
                  </a:lnTo>
                  <a:lnTo>
                    <a:pt x="1815687" y="1150256"/>
                  </a:lnTo>
                  <a:lnTo>
                    <a:pt x="1815700" y="1150257"/>
                  </a:lnTo>
                  <a:lnTo>
                    <a:pt x="1815710" y="1150259"/>
                  </a:lnTo>
                  <a:lnTo>
                    <a:pt x="1815740" y="1150272"/>
                  </a:lnTo>
                  <a:lnTo>
                    <a:pt x="1815748" y="1150275"/>
                  </a:lnTo>
                  <a:lnTo>
                    <a:pt x="1815772" y="1150294"/>
                  </a:lnTo>
                  <a:lnTo>
                    <a:pt x="1815986" y="1150485"/>
                  </a:lnTo>
                  <a:lnTo>
                    <a:pt x="1815992" y="1150491"/>
                  </a:lnTo>
                  <a:lnTo>
                    <a:pt x="1816001" y="1150501"/>
                  </a:lnTo>
                  <a:lnTo>
                    <a:pt x="1816004" y="1150507"/>
                  </a:lnTo>
                  <a:lnTo>
                    <a:pt x="1816038" y="1150580"/>
                  </a:lnTo>
                  <a:lnTo>
                    <a:pt x="1816026" y="1150593"/>
                  </a:lnTo>
                  <a:lnTo>
                    <a:pt x="1816007" y="1150603"/>
                  </a:lnTo>
                  <a:lnTo>
                    <a:pt x="1816002" y="1150604"/>
                  </a:lnTo>
                  <a:lnTo>
                    <a:pt x="1815908" y="1150620"/>
                  </a:lnTo>
                  <a:lnTo>
                    <a:pt x="1815904" y="1150621"/>
                  </a:lnTo>
                  <a:lnTo>
                    <a:pt x="1815873" y="1150618"/>
                  </a:lnTo>
                  <a:lnTo>
                    <a:pt x="1815862" y="1150616"/>
                  </a:lnTo>
                  <a:lnTo>
                    <a:pt x="1815821" y="1150603"/>
                  </a:lnTo>
                  <a:lnTo>
                    <a:pt x="1815816" y="1150599"/>
                  </a:lnTo>
                  <a:lnTo>
                    <a:pt x="1815796" y="1150583"/>
                  </a:lnTo>
                  <a:lnTo>
                    <a:pt x="1815661" y="1150518"/>
                  </a:lnTo>
                  <a:lnTo>
                    <a:pt x="1815653" y="1150516"/>
                  </a:lnTo>
                  <a:lnTo>
                    <a:pt x="1815647" y="1150516"/>
                  </a:lnTo>
                  <a:lnTo>
                    <a:pt x="1815273" y="1150753"/>
                  </a:lnTo>
                  <a:lnTo>
                    <a:pt x="1815264" y="1150765"/>
                  </a:lnTo>
                  <a:lnTo>
                    <a:pt x="1815261" y="1150769"/>
                  </a:lnTo>
                  <a:lnTo>
                    <a:pt x="1815260" y="1150777"/>
                  </a:lnTo>
                  <a:lnTo>
                    <a:pt x="1815265" y="1150835"/>
                  </a:lnTo>
                  <a:lnTo>
                    <a:pt x="1815266" y="1150840"/>
                  </a:lnTo>
                  <a:lnTo>
                    <a:pt x="1815269" y="1150852"/>
                  </a:lnTo>
                  <a:lnTo>
                    <a:pt x="1815273" y="1150856"/>
                  </a:lnTo>
                  <a:lnTo>
                    <a:pt x="1815280" y="1150860"/>
                  </a:lnTo>
                  <a:lnTo>
                    <a:pt x="1815288" y="1150862"/>
                  </a:lnTo>
                  <a:lnTo>
                    <a:pt x="1815320" y="1150867"/>
                  </a:lnTo>
                  <a:lnTo>
                    <a:pt x="1815376" y="1150862"/>
                  </a:lnTo>
                  <a:lnTo>
                    <a:pt x="1815444" y="1150866"/>
                  </a:lnTo>
                  <a:lnTo>
                    <a:pt x="1815475" y="1150875"/>
                  </a:lnTo>
                  <a:lnTo>
                    <a:pt x="1815479" y="1150877"/>
                  </a:lnTo>
                  <a:lnTo>
                    <a:pt x="1815521" y="1150909"/>
                  </a:lnTo>
                  <a:lnTo>
                    <a:pt x="1815545" y="1150939"/>
                  </a:lnTo>
                  <a:lnTo>
                    <a:pt x="1815538" y="1151057"/>
                  </a:lnTo>
                  <a:lnTo>
                    <a:pt x="1815534" y="1151061"/>
                  </a:lnTo>
                  <a:lnTo>
                    <a:pt x="1815221" y="1151250"/>
                  </a:lnTo>
                  <a:lnTo>
                    <a:pt x="1815152" y="1151292"/>
                  </a:lnTo>
                  <a:lnTo>
                    <a:pt x="1815011" y="1151353"/>
                  </a:lnTo>
                  <a:lnTo>
                    <a:pt x="1814947" y="1151380"/>
                  </a:lnTo>
                  <a:lnTo>
                    <a:pt x="1814677" y="1151492"/>
                  </a:lnTo>
                  <a:lnTo>
                    <a:pt x="1814668" y="1151492"/>
                  </a:lnTo>
                  <a:lnTo>
                    <a:pt x="1814660" y="1151490"/>
                  </a:lnTo>
                  <a:lnTo>
                    <a:pt x="1814634" y="1151476"/>
                  </a:lnTo>
                  <a:lnTo>
                    <a:pt x="1814615" y="1151429"/>
                  </a:lnTo>
                  <a:lnTo>
                    <a:pt x="1814607" y="1151402"/>
                  </a:lnTo>
                  <a:lnTo>
                    <a:pt x="1814598" y="1151390"/>
                  </a:lnTo>
                  <a:lnTo>
                    <a:pt x="1814471" y="1151327"/>
                  </a:lnTo>
                  <a:lnTo>
                    <a:pt x="1814381" y="1151300"/>
                  </a:lnTo>
                  <a:lnTo>
                    <a:pt x="1814373" y="1151297"/>
                  </a:lnTo>
                  <a:lnTo>
                    <a:pt x="1814352" y="1151291"/>
                  </a:lnTo>
                  <a:lnTo>
                    <a:pt x="1814303" y="1151281"/>
                  </a:lnTo>
                  <a:lnTo>
                    <a:pt x="1814277" y="1151365"/>
                  </a:lnTo>
                  <a:lnTo>
                    <a:pt x="1814274" y="1151537"/>
                  </a:lnTo>
                  <a:lnTo>
                    <a:pt x="1814428" y="1151763"/>
                  </a:lnTo>
                  <a:lnTo>
                    <a:pt x="1814475" y="1151836"/>
                  </a:lnTo>
                  <a:lnTo>
                    <a:pt x="1814544" y="1151943"/>
                  </a:lnTo>
                  <a:lnTo>
                    <a:pt x="1814515" y="1151959"/>
                  </a:lnTo>
                  <a:lnTo>
                    <a:pt x="1814348" y="1152051"/>
                  </a:lnTo>
                  <a:lnTo>
                    <a:pt x="1814326" y="1152044"/>
                  </a:lnTo>
                  <a:lnTo>
                    <a:pt x="1814312" y="1152044"/>
                  </a:lnTo>
                  <a:lnTo>
                    <a:pt x="1814283" y="1152054"/>
                  </a:lnTo>
                  <a:lnTo>
                    <a:pt x="1814264" y="1152069"/>
                  </a:lnTo>
                  <a:lnTo>
                    <a:pt x="1814235" y="1152093"/>
                  </a:lnTo>
                  <a:lnTo>
                    <a:pt x="1814224" y="1152111"/>
                  </a:lnTo>
                  <a:lnTo>
                    <a:pt x="1814196" y="1152306"/>
                  </a:lnTo>
                  <a:lnTo>
                    <a:pt x="1814220" y="1152452"/>
                  </a:lnTo>
                  <a:lnTo>
                    <a:pt x="1814235" y="1152546"/>
                  </a:lnTo>
                  <a:lnTo>
                    <a:pt x="1814256" y="1152576"/>
                  </a:lnTo>
                  <a:lnTo>
                    <a:pt x="1814276" y="1152604"/>
                  </a:lnTo>
                  <a:lnTo>
                    <a:pt x="1814365" y="1152690"/>
                  </a:lnTo>
                  <a:lnTo>
                    <a:pt x="1814486" y="1152735"/>
                  </a:lnTo>
                  <a:lnTo>
                    <a:pt x="1814507" y="1152743"/>
                  </a:lnTo>
                  <a:lnTo>
                    <a:pt x="1814720" y="1152752"/>
                  </a:lnTo>
                  <a:lnTo>
                    <a:pt x="1814933" y="1152739"/>
                  </a:lnTo>
                  <a:lnTo>
                    <a:pt x="1815025" y="1152855"/>
                  </a:lnTo>
                  <a:lnTo>
                    <a:pt x="1814926" y="1153110"/>
                  </a:lnTo>
                  <a:lnTo>
                    <a:pt x="1814922" y="1153115"/>
                  </a:lnTo>
                  <a:lnTo>
                    <a:pt x="1814804" y="1153165"/>
                  </a:lnTo>
                  <a:lnTo>
                    <a:pt x="1814785" y="1153166"/>
                  </a:lnTo>
                  <a:lnTo>
                    <a:pt x="1814780" y="1153167"/>
                  </a:lnTo>
                  <a:lnTo>
                    <a:pt x="1814775" y="1153166"/>
                  </a:lnTo>
                  <a:lnTo>
                    <a:pt x="1814771" y="1153164"/>
                  </a:lnTo>
                  <a:lnTo>
                    <a:pt x="1814766" y="1153160"/>
                  </a:lnTo>
                  <a:lnTo>
                    <a:pt x="1814760" y="1153160"/>
                  </a:lnTo>
                  <a:lnTo>
                    <a:pt x="1814755" y="1153162"/>
                  </a:lnTo>
                  <a:lnTo>
                    <a:pt x="1814709" y="1153171"/>
                  </a:lnTo>
                  <a:lnTo>
                    <a:pt x="1814693" y="1153180"/>
                  </a:lnTo>
                  <a:lnTo>
                    <a:pt x="1814681" y="1153192"/>
                  </a:lnTo>
                  <a:lnTo>
                    <a:pt x="1814605" y="1153272"/>
                  </a:lnTo>
                  <a:lnTo>
                    <a:pt x="1814588" y="1153292"/>
                  </a:lnTo>
                  <a:lnTo>
                    <a:pt x="1814578" y="1153305"/>
                  </a:lnTo>
                  <a:lnTo>
                    <a:pt x="1814595" y="1153362"/>
                  </a:lnTo>
                  <a:lnTo>
                    <a:pt x="1814620" y="1153383"/>
                  </a:lnTo>
                  <a:lnTo>
                    <a:pt x="1814648" y="1153398"/>
                  </a:lnTo>
                  <a:lnTo>
                    <a:pt x="1814665" y="1153406"/>
                  </a:lnTo>
                  <a:lnTo>
                    <a:pt x="1814677" y="1153408"/>
                  </a:lnTo>
                  <a:lnTo>
                    <a:pt x="1814681" y="1153409"/>
                  </a:lnTo>
                  <a:lnTo>
                    <a:pt x="1814687" y="1153409"/>
                  </a:lnTo>
                  <a:lnTo>
                    <a:pt x="1814702" y="1153416"/>
                  </a:lnTo>
                  <a:lnTo>
                    <a:pt x="1814716" y="1153423"/>
                  </a:lnTo>
                  <a:lnTo>
                    <a:pt x="1814721" y="1153427"/>
                  </a:lnTo>
                  <a:lnTo>
                    <a:pt x="1814747" y="1153467"/>
                  </a:lnTo>
                  <a:lnTo>
                    <a:pt x="1814779" y="1153520"/>
                  </a:lnTo>
                  <a:lnTo>
                    <a:pt x="1814826" y="1153599"/>
                  </a:lnTo>
                  <a:lnTo>
                    <a:pt x="1814832" y="1153633"/>
                  </a:lnTo>
                  <a:lnTo>
                    <a:pt x="1814829" y="1153644"/>
                  </a:lnTo>
                  <a:lnTo>
                    <a:pt x="1814825" y="1153648"/>
                  </a:lnTo>
                  <a:lnTo>
                    <a:pt x="1814816" y="1153654"/>
                  </a:lnTo>
                  <a:lnTo>
                    <a:pt x="1814809" y="1153658"/>
                  </a:lnTo>
                  <a:lnTo>
                    <a:pt x="1814687" y="1153720"/>
                  </a:lnTo>
                  <a:lnTo>
                    <a:pt x="1814674" y="1153719"/>
                  </a:lnTo>
                  <a:lnTo>
                    <a:pt x="1814667" y="1153718"/>
                  </a:lnTo>
                  <a:lnTo>
                    <a:pt x="1814662" y="1153715"/>
                  </a:lnTo>
                  <a:lnTo>
                    <a:pt x="1814655" y="1153707"/>
                  </a:lnTo>
                  <a:lnTo>
                    <a:pt x="1814651" y="1153703"/>
                  </a:lnTo>
                  <a:lnTo>
                    <a:pt x="1814631" y="1153687"/>
                  </a:lnTo>
                  <a:lnTo>
                    <a:pt x="1814237" y="1153578"/>
                  </a:lnTo>
                  <a:lnTo>
                    <a:pt x="1814226" y="1153595"/>
                  </a:lnTo>
                  <a:lnTo>
                    <a:pt x="1814214" y="1153611"/>
                  </a:lnTo>
                  <a:lnTo>
                    <a:pt x="1814177" y="1153672"/>
                  </a:lnTo>
                  <a:lnTo>
                    <a:pt x="1814182" y="1153695"/>
                  </a:lnTo>
                  <a:lnTo>
                    <a:pt x="1814149" y="1153896"/>
                  </a:lnTo>
                  <a:lnTo>
                    <a:pt x="1813971" y="1154088"/>
                  </a:lnTo>
                  <a:lnTo>
                    <a:pt x="1813965" y="1154095"/>
                  </a:lnTo>
                  <a:lnTo>
                    <a:pt x="1813960" y="1154111"/>
                  </a:lnTo>
                  <a:lnTo>
                    <a:pt x="1813940" y="1154399"/>
                  </a:lnTo>
                  <a:lnTo>
                    <a:pt x="1813939" y="1154408"/>
                  </a:lnTo>
                  <a:lnTo>
                    <a:pt x="1813941" y="1154431"/>
                  </a:lnTo>
                  <a:lnTo>
                    <a:pt x="1813942" y="1154444"/>
                  </a:lnTo>
                  <a:lnTo>
                    <a:pt x="1813947" y="1154462"/>
                  </a:lnTo>
                  <a:lnTo>
                    <a:pt x="1813958" y="1154500"/>
                  </a:lnTo>
                  <a:lnTo>
                    <a:pt x="1813981" y="1154537"/>
                  </a:lnTo>
                  <a:lnTo>
                    <a:pt x="1813991" y="1154543"/>
                  </a:lnTo>
                  <a:lnTo>
                    <a:pt x="1814125" y="1154550"/>
                  </a:lnTo>
                  <a:lnTo>
                    <a:pt x="1814260" y="1154560"/>
                  </a:lnTo>
                  <a:lnTo>
                    <a:pt x="1814264" y="1154561"/>
                  </a:lnTo>
                  <a:lnTo>
                    <a:pt x="1814328" y="1154577"/>
                  </a:lnTo>
                  <a:lnTo>
                    <a:pt x="1814333" y="1154587"/>
                  </a:lnTo>
                  <a:lnTo>
                    <a:pt x="1814338" y="1154599"/>
                  </a:lnTo>
                  <a:lnTo>
                    <a:pt x="1814375" y="1154717"/>
                  </a:lnTo>
                  <a:lnTo>
                    <a:pt x="1814379" y="1154738"/>
                  </a:lnTo>
                  <a:lnTo>
                    <a:pt x="1814371" y="1154788"/>
                  </a:lnTo>
                  <a:lnTo>
                    <a:pt x="1814333" y="1154933"/>
                  </a:lnTo>
                  <a:lnTo>
                    <a:pt x="1814136" y="1155044"/>
                  </a:lnTo>
                  <a:lnTo>
                    <a:pt x="1814121" y="1155048"/>
                  </a:lnTo>
                  <a:lnTo>
                    <a:pt x="1814053" y="1155069"/>
                  </a:lnTo>
                  <a:lnTo>
                    <a:pt x="1814038" y="1155074"/>
                  </a:lnTo>
                  <a:lnTo>
                    <a:pt x="1813928" y="1155103"/>
                  </a:lnTo>
                  <a:lnTo>
                    <a:pt x="1813713" y="1155160"/>
                  </a:lnTo>
                  <a:lnTo>
                    <a:pt x="1813700" y="1155153"/>
                  </a:lnTo>
                  <a:lnTo>
                    <a:pt x="1813650" y="1155128"/>
                  </a:lnTo>
                  <a:lnTo>
                    <a:pt x="1813637" y="1155123"/>
                  </a:lnTo>
                  <a:lnTo>
                    <a:pt x="1813498" y="1155120"/>
                  </a:lnTo>
                  <a:lnTo>
                    <a:pt x="1813488" y="1155119"/>
                  </a:lnTo>
                  <a:lnTo>
                    <a:pt x="1813484" y="1155120"/>
                  </a:lnTo>
                  <a:lnTo>
                    <a:pt x="1813462" y="1155123"/>
                  </a:lnTo>
                  <a:lnTo>
                    <a:pt x="1813457" y="1155125"/>
                  </a:lnTo>
                  <a:lnTo>
                    <a:pt x="1813341" y="1155288"/>
                  </a:lnTo>
                  <a:lnTo>
                    <a:pt x="1813330" y="1155408"/>
                  </a:lnTo>
                  <a:lnTo>
                    <a:pt x="1813329" y="1155415"/>
                  </a:lnTo>
                  <a:lnTo>
                    <a:pt x="1813238" y="1155598"/>
                  </a:lnTo>
                  <a:lnTo>
                    <a:pt x="1813224" y="1155604"/>
                  </a:lnTo>
                  <a:lnTo>
                    <a:pt x="1813158" y="1155630"/>
                  </a:lnTo>
                  <a:lnTo>
                    <a:pt x="1813152" y="1155623"/>
                  </a:lnTo>
                  <a:lnTo>
                    <a:pt x="1813148" y="1155620"/>
                  </a:lnTo>
                  <a:lnTo>
                    <a:pt x="1813142" y="1155618"/>
                  </a:lnTo>
                  <a:lnTo>
                    <a:pt x="1813129" y="1155616"/>
                  </a:lnTo>
                  <a:lnTo>
                    <a:pt x="1813114" y="1155614"/>
                  </a:lnTo>
                  <a:lnTo>
                    <a:pt x="1812942" y="1155850"/>
                  </a:lnTo>
                  <a:lnTo>
                    <a:pt x="1812949" y="1156014"/>
                  </a:lnTo>
                  <a:lnTo>
                    <a:pt x="1812938" y="1156043"/>
                  </a:lnTo>
                  <a:lnTo>
                    <a:pt x="1812872" y="1156169"/>
                  </a:lnTo>
                  <a:lnTo>
                    <a:pt x="1812838" y="1156206"/>
                  </a:lnTo>
                  <a:lnTo>
                    <a:pt x="1812823" y="1156218"/>
                  </a:lnTo>
                  <a:lnTo>
                    <a:pt x="1812811" y="1156225"/>
                  </a:lnTo>
                  <a:lnTo>
                    <a:pt x="1812597" y="1156173"/>
                  </a:lnTo>
                  <a:lnTo>
                    <a:pt x="1812305" y="1156011"/>
                  </a:lnTo>
                  <a:lnTo>
                    <a:pt x="1812295" y="1156003"/>
                  </a:lnTo>
                  <a:lnTo>
                    <a:pt x="1812278" y="1155987"/>
                  </a:lnTo>
                  <a:lnTo>
                    <a:pt x="1812268" y="1155976"/>
                  </a:lnTo>
                  <a:lnTo>
                    <a:pt x="1812256" y="1155962"/>
                  </a:lnTo>
                  <a:lnTo>
                    <a:pt x="1812250" y="1155953"/>
                  </a:lnTo>
                  <a:lnTo>
                    <a:pt x="1812211" y="1155898"/>
                  </a:lnTo>
                  <a:lnTo>
                    <a:pt x="1812205" y="1155890"/>
                  </a:lnTo>
                  <a:lnTo>
                    <a:pt x="1812188" y="1155863"/>
                  </a:lnTo>
                  <a:lnTo>
                    <a:pt x="1812172" y="1155835"/>
                  </a:lnTo>
                  <a:lnTo>
                    <a:pt x="1812151" y="1155785"/>
                  </a:lnTo>
                  <a:lnTo>
                    <a:pt x="1812144" y="1155759"/>
                  </a:lnTo>
                  <a:lnTo>
                    <a:pt x="1812038" y="1155183"/>
                  </a:lnTo>
                  <a:lnTo>
                    <a:pt x="1812072" y="1155173"/>
                  </a:lnTo>
                  <a:lnTo>
                    <a:pt x="1812150" y="1155148"/>
                  </a:lnTo>
                  <a:lnTo>
                    <a:pt x="1812228" y="1155090"/>
                  </a:lnTo>
                  <a:lnTo>
                    <a:pt x="1812252" y="1155068"/>
                  </a:lnTo>
                  <a:lnTo>
                    <a:pt x="1812276" y="1155046"/>
                  </a:lnTo>
                  <a:lnTo>
                    <a:pt x="1812338" y="1154988"/>
                  </a:lnTo>
                  <a:lnTo>
                    <a:pt x="1812314" y="1154874"/>
                  </a:lnTo>
                  <a:lnTo>
                    <a:pt x="1812267" y="1154754"/>
                  </a:lnTo>
                  <a:lnTo>
                    <a:pt x="1812257" y="1154755"/>
                  </a:lnTo>
                  <a:lnTo>
                    <a:pt x="1812188" y="1154753"/>
                  </a:lnTo>
                  <a:lnTo>
                    <a:pt x="1812181" y="1154749"/>
                  </a:lnTo>
                  <a:lnTo>
                    <a:pt x="1811974" y="1154267"/>
                  </a:lnTo>
                  <a:lnTo>
                    <a:pt x="1811975" y="1154245"/>
                  </a:lnTo>
                  <a:lnTo>
                    <a:pt x="1811980" y="1154232"/>
                  </a:lnTo>
                  <a:lnTo>
                    <a:pt x="1812004" y="1154211"/>
                  </a:lnTo>
                  <a:lnTo>
                    <a:pt x="1812103" y="1154139"/>
                  </a:lnTo>
                  <a:lnTo>
                    <a:pt x="1812120" y="1154127"/>
                  </a:lnTo>
                  <a:lnTo>
                    <a:pt x="1812127" y="1154122"/>
                  </a:lnTo>
                  <a:lnTo>
                    <a:pt x="1812144" y="1154106"/>
                  </a:lnTo>
                  <a:lnTo>
                    <a:pt x="1812117" y="1154031"/>
                  </a:lnTo>
                  <a:lnTo>
                    <a:pt x="1812112" y="1154020"/>
                  </a:lnTo>
                  <a:lnTo>
                    <a:pt x="1812101" y="1154000"/>
                  </a:lnTo>
                  <a:lnTo>
                    <a:pt x="1812052" y="1153914"/>
                  </a:lnTo>
                  <a:lnTo>
                    <a:pt x="1812048" y="1153911"/>
                  </a:lnTo>
                  <a:lnTo>
                    <a:pt x="1812022" y="1153882"/>
                  </a:lnTo>
                  <a:lnTo>
                    <a:pt x="1811957" y="1153839"/>
                  </a:lnTo>
                  <a:lnTo>
                    <a:pt x="1811913" y="1153816"/>
                  </a:lnTo>
                  <a:lnTo>
                    <a:pt x="1811881" y="1153800"/>
                  </a:lnTo>
                  <a:lnTo>
                    <a:pt x="1811840" y="1153780"/>
                  </a:lnTo>
                  <a:lnTo>
                    <a:pt x="1811804" y="1153762"/>
                  </a:lnTo>
                  <a:lnTo>
                    <a:pt x="1811792" y="1153788"/>
                  </a:lnTo>
                  <a:lnTo>
                    <a:pt x="1811778" y="1153807"/>
                  </a:lnTo>
                  <a:lnTo>
                    <a:pt x="1811773" y="1153814"/>
                  </a:lnTo>
                  <a:lnTo>
                    <a:pt x="1811767" y="1153821"/>
                  </a:lnTo>
                  <a:lnTo>
                    <a:pt x="1811720" y="1153858"/>
                  </a:lnTo>
                  <a:lnTo>
                    <a:pt x="1811713" y="1153862"/>
                  </a:lnTo>
                  <a:lnTo>
                    <a:pt x="1811654" y="1153890"/>
                  </a:lnTo>
                  <a:lnTo>
                    <a:pt x="1811570" y="1153930"/>
                  </a:lnTo>
                  <a:lnTo>
                    <a:pt x="1811522" y="1154183"/>
                  </a:lnTo>
                  <a:lnTo>
                    <a:pt x="1811510" y="1154247"/>
                  </a:lnTo>
                  <a:lnTo>
                    <a:pt x="1811484" y="1154280"/>
                  </a:lnTo>
                  <a:lnTo>
                    <a:pt x="1811460" y="1154311"/>
                  </a:lnTo>
                  <a:lnTo>
                    <a:pt x="1811452" y="1154320"/>
                  </a:lnTo>
                  <a:lnTo>
                    <a:pt x="1811440" y="1154332"/>
                  </a:lnTo>
                  <a:lnTo>
                    <a:pt x="1811436" y="1154335"/>
                  </a:lnTo>
                  <a:lnTo>
                    <a:pt x="1811431" y="1154337"/>
                  </a:lnTo>
                  <a:lnTo>
                    <a:pt x="1811374" y="1154349"/>
                  </a:lnTo>
                  <a:lnTo>
                    <a:pt x="1811360" y="1154349"/>
                  </a:lnTo>
                  <a:lnTo>
                    <a:pt x="1811353" y="1154348"/>
                  </a:lnTo>
                  <a:lnTo>
                    <a:pt x="1811341" y="1154338"/>
                  </a:lnTo>
                  <a:lnTo>
                    <a:pt x="1811332" y="1154324"/>
                  </a:lnTo>
                  <a:lnTo>
                    <a:pt x="1811330" y="1154310"/>
                  </a:lnTo>
                  <a:lnTo>
                    <a:pt x="1811328" y="1154300"/>
                  </a:lnTo>
                  <a:lnTo>
                    <a:pt x="1811325" y="1154284"/>
                  </a:lnTo>
                  <a:lnTo>
                    <a:pt x="1811321" y="1154254"/>
                  </a:lnTo>
                  <a:lnTo>
                    <a:pt x="1811319" y="1154242"/>
                  </a:lnTo>
                  <a:lnTo>
                    <a:pt x="1811317" y="1154218"/>
                  </a:lnTo>
                  <a:lnTo>
                    <a:pt x="1811318" y="1154210"/>
                  </a:lnTo>
                  <a:lnTo>
                    <a:pt x="1811321" y="1154187"/>
                  </a:lnTo>
                  <a:lnTo>
                    <a:pt x="1811322" y="1154182"/>
                  </a:lnTo>
                  <a:lnTo>
                    <a:pt x="1811323" y="1154165"/>
                  </a:lnTo>
                  <a:lnTo>
                    <a:pt x="1811316" y="1154124"/>
                  </a:lnTo>
                  <a:lnTo>
                    <a:pt x="1811315" y="1154120"/>
                  </a:lnTo>
                  <a:lnTo>
                    <a:pt x="1811310" y="1154113"/>
                  </a:lnTo>
                  <a:lnTo>
                    <a:pt x="1811302" y="1154107"/>
                  </a:lnTo>
                  <a:lnTo>
                    <a:pt x="1811295" y="1154103"/>
                  </a:lnTo>
                  <a:lnTo>
                    <a:pt x="1811207" y="1154080"/>
                  </a:lnTo>
                  <a:lnTo>
                    <a:pt x="1811203" y="1154079"/>
                  </a:lnTo>
                  <a:lnTo>
                    <a:pt x="1811153" y="1154084"/>
                  </a:lnTo>
                  <a:lnTo>
                    <a:pt x="1811035" y="1154096"/>
                  </a:lnTo>
                  <a:lnTo>
                    <a:pt x="1810976" y="1154103"/>
                  </a:lnTo>
                  <a:lnTo>
                    <a:pt x="1810972" y="1154103"/>
                  </a:lnTo>
                  <a:lnTo>
                    <a:pt x="1810965" y="1154106"/>
                  </a:lnTo>
                  <a:lnTo>
                    <a:pt x="1810949" y="1154118"/>
                  </a:lnTo>
                  <a:lnTo>
                    <a:pt x="1810940" y="1154129"/>
                  </a:lnTo>
                  <a:lnTo>
                    <a:pt x="1810927" y="1154147"/>
                  </a:lnTo>
                  <a:lnTo>
                    <a:pt x="1810920" y="1154157"/>
                  </a:lnTo>
                  <a:lnTo>
                    <a:pt x="1810909" y="1154290"/>
                  </a:lnTo>
                  <a:lnTo>
                    <a:pt x="1810888" y="1154544"/>
                  </a:lnTo>
                  <a:lnTo>
                    <a:pt x="1810884" y="1154597"/>
                  </a:lnTo>
                  <a:lnTo>
                    <a:pt x="1810769" y="1154808"/>
                  </a:lnTo>
                  <a:lnTo>
                    <a:pt x="1810717" y="1154903"/>
                  </a:lnTo>
                  <a:lnTo>
                    <a:pt x="1810606" y="1155157"/>
                  </a:lnTo>
                  <a:lnTo>
                    <a:pt x="1810598" y="1155201"/>
                  </a:lnTo>
                  <a:lnTo>
                    <a:pt x="1810587" y="1155270"/>
                  </a:lnTo>
                  <a:lnTo>
                    <a:pt x="1810594" y="1155301"/>
                  </a:lnTo>
                  <a:lnTo>
                    <a:pt x="1810608" y="1155330"/>
                  </a:lnTo>
                  <a:lnTo>
                    <a:pt x="1810616" y="1155343"/>
                  </a:lnTo>
                  <a:lnTo>
                    <a:pt x="1810624" y="1155355"/>
                  </a:lnTo>
                  <a:lnTo>
                    <a:pt x="1810636" y="1155367"/>
                  </a:lnTo>
                  <a:lnTo>
                    <a:pt x="1810645" y="1155371"/>
                  </a:lnTo>
                  <a:lnTo>
                    <a:pt x="1810655" y="1155375"/>
                  </a:lnTo>
                  <a:lnTo>
                    <a:pt x="1810742" y="1155398"/>
                  </a:lnTo>
                  <a:lnTo>
                    <a:pt x="1810746" y="1155396"/>
                  </a:lnTo>
                  <a:lnTo>
                    <a:pt x="1810751" y="1155389"/>
                  </a:lnTo>
                  <a:lnTo>
                    <a:pt x="1810754" y="1155387"/>
                  </a:lnTo>
                  <a:lnTo>
                    <a:pt x="1810774" y="1155385"/>
                  </a:lnTo>
                  <a:lnTo>
                    <a:pt x="1810797" y="1155387"/>
                  </a:lnTo>
                  <a:lnTo>
                    <a:pt x="1810815" y="1155393"/>
                  </a:lnTo>
                  <a:lnTo>
                    <a:pt x="1810821" y="1155397"/>
                  </a:lnTo>
                  <a:lnTo>
                    <a:pt x="1810829" y="1155403"/>
                  </a:lnTo>
                  <a:lnTo>
                    <a:pt x="1810863" y="1155438"/>
                  </a:lnTo>
                  <a:lnTo>
                    <a:pt x="1810912" y="1155489"/>
                  </a:lnTo>
                  <a:lnTo>
                    <a:pt x="1811069" y="1155692"/>
                  </a:lnTo>
                  <a:lnTo>
                    <a:pt x="1811071" y="1155696"/>
                  </a:lnTo>
                  <a:lnTo>
                    <a:pt x="1811081" y="1155734"/>
                  </a:lnTo>
                  <a:lnTo>
                    <a:pt x="1811088" y="1155762"/>
                  </a:lnTo>
                  <a:lnTo>
                    <a:pt x="1811087" y="1155779"/>
                  </a:lnTo>
                  <a:lnTo>
                    <a:pt x="1811076" y="1155895"/>
                  </a:lnTo>
                  <a:lnTo>
                    <a:pt x="1811068" y="1155979"/>
                  </a:lnTo>
                  <a:lnTo>
                    <a:pt x="1811065" y="1156014"/>
                  </a:lnTo>
                  <a:lnTo>
                    <a:pt x="1811061" y="1156025"/>
                  </a:lnTo>
                  <a:lnTo>
                    <a:pt x="1811032" y="1156090"/>
                  </a:lnTo>
                  <a:lnTo>
                    <a:pt x="1811030" y="1156095"/>
                  </a:lnTo>
                  <a:lnTo>
                    <a:pt x="1811027" y="1156102"/>
                  </a:lnTo>
                  <a:lnTo>
                    <a:pt x="1811022" y="1156112"/>
                  </a:lnTo>
                  <a:lnTo>
                    <a:pt x="1811018" y="1156122"/>
                  </a:lnTo>
                  <a:lnTo>
                    <a:pt x="1811015" y="1156129"/>
                  </a:lnTo>
                  <a:lnTo>
                    <a:pt x="1810982" y="1156167"/>
                  </a:lnTo>
                  <a:lnTo>
                    <a:pt x="1810978" y="1156169"/>
                  </a:lnTo>
                  <a:lnTo>
                    <a:pt x="1810974" y="1156170"/>
                  </a:lnTo>
                  <a:lnTo>
                    <a:pt x="1810968" y="1156169"/>
                  </a:lnTo>
                  <a:lnTo>
                    <a:pt x="1810963" y="1156169"/>
                  </a:lnTo>
                  <a:lnTo>
                    <a:pt x="1810958" y="1156167"/>
                  </a:lnTo>
                  <a:lnTo>
                    <a:pt x="1810953" y="1156167"/>
                  </a:lnTo>
                  <a:lnTo>
                    <a:pt x="1810949" y="1156166"/>
                  </a:lnTo>
                  <a:lnTo>
                    <a:pt x="1810940" y="1156163"/>
                  </a:lnTo>
                  <a:lnTo>
                    <a:pt x="1810934" y="1156161"/>
                  </a:lnTo>
                  <a:lnTo>
                    <a:pt x="1810929" y="1156158"/>
                  </a:lnTo>
                  <a:lnTo>
                    <a:pt x="1810926" y="1156153"/>
                  </a:lnTo>
                  <a:lnTo>
                    <a:pt x="1810921" y="1156146"/>
                  </a:lnTo>
                  <a:lnTo>
                    <a:pt x="1810915" y="1156140"/>
                  </a:lnTo>
                  <a:lnTo>
                    <a:pt x="1810885" y="1156112"/>
                  </a:lnTo>
                  <a:lnTo>
                    <a:pt x="1810861" y="1156102"/>
                  </a:lnTo>
                  <a:lnTo>
                    <a:pt x="1810680" y="1156056"/>
                  </a:lnTo>
                  <a:lnTo>
                    <a:pt x="1810652" y="1156061"/>
                  </a:lnTo>
                  <a:lnTo>
                    <a:pt x="1810640" y="1156064"/>
                  </a:lnTo>
                  <a:lnTo>
                    <a:pt x="1810632" y="1156070"/>
                  </a:lnTo>
                  <a:lnTo>
                    <a:pt x="1810620" y="1156086"/>
                  </a:lnTo>
                  <a:lnTo>
                    <a:pt x="1810567" y="1156192"/>
                  </a:lnTo>
                  <a:lnTo>
                    <a:pt x="1810570" y="1156218"/>
                  </a:lnTo>
                  <a:lnTo>
                    <a:pt x="1810576" y="1156239"/>
                  </a:lnTo>
                  <a:lnTo>
                    <a:pt x="1810580" y="1156250"/>
                  </a:lnTo>
                  <a:lnTo>
                    <a:pt x="1810589" y="1156265"/>
                  </a:lnTo>
                  <a:lnTo>
                    <a:pt x="1810596" y="1156276"/>
                  </a:lnTo>
                  <a:lnTo>
                    <a:pt x="1810601" y="1156290"/>
                  </a:lnTo>
                  <a:lnTo>
                    <a:pt x="1810602" y="1156332"/>
                  </a:lnTo>
                  <a:lnTo>
                    <a:pt x="1810597" y="1156346"/>
                  </a:lnTo>
                  <a:lnTo>
                    <a:pt x="1810528" y="1156416"/>
                  </a:lnTo>
                  <a:lnTo>
                    <a:pt x="1810510" y="1156427"/>
                  </a:lnTo>
                  <a:lnTo>
                    <a:pt x="1810490" y="1156428"/>
                  </a:lnTo>
                  <a:lnTo>
                    <a:pt x="1810413" y="1156411"/>
                  </a:lnTo>
                  <a:lnTo>
                    <a:pt x="1810391" y="1156406"/>
                  </a:lnTo>
                  <a:lnTo>
                    <a:pt x="1810365" y="1156401"/>
                  </a:lnTo>
                  <a:lnTo>
                    <a:pt x="1810290" y="1156348"/>
                  </a:lnTo>
                  <a:lnTo>
                    <a:pt x="1810285" y="1156324"/>
                  </a:lnTo>
                  <a:lnTo>
                    <a:pt x="1810289" y="1156316"/>
                  </a:lnTo>
                  <a:lnTo>
                    <a:pt x="1810302" y="1156299"/>
                  </a:lnTo>
                  <a:lnTo>
                    <a:pt x="1810312" y="1156265"/>
                  </a:lnTo>
                  <a:lnTo>
                    <a:pt x="1810319" y="1156236"/>
                  </a:lnTo>
                  <a:lnTo>
                    <a:pt x="1810322" y="1156223"/>
                  </a:lnTo>
                  <a:lnTo>
                    <a:pt x="1810325" y="1156212"/>
                  </a:lnTo>
                  <a:lnTo>
                    <a:pt x="1810348" y="1156099"/>
                  </a:lnTo>
                  <a:lnTo>
                    <a:pt x="1810358" y="1155949"/>
                  </a:lnTo>
                  <a:lnTo>
                    <a:pt x="1810354" y="1155647"/>
                  </a:lnTo>
                  <a:lnTo>
                    <a:pt x="1810352" y="1155640"/>
                  </a:lnTo>
                  <a:lnTo>
                    <a:pt x="1810163" y="1155382"/>
                  </a:lnTo>
                  <a:lnTo>
                    <a:pt x="1810135" y="1155344"/>
                  </a:lnTo>
                  <a:lnTo>
                    <a:pt x="1810120" y="1155334"/>
                  </a:lnTo>
                  <a:lnTo>
                    <a:pt x="1810094" y="1155325"/>
                  </a:lnTo>
                  <a:lnTo>
                    <a:pt x="1810089" y="1155324"/>
                  </a:lnTo>
                  <a:lnTo>
                    <a:pt x="1810031" y="1155307"/>
                  </a:lnTo>
                  <a:lnTo>
                    <a:pt x="1810020" y="1155304"/>
                  </a:lnTo>
                  <a:lnTo>
                    <a:pt x="1809914" y="1155266"/>
                  </a:lnTo>
                  <a:lnTo>
                    <a:pt x="1809890" y="1155254"/>
                  </a:lnTo>
                  <a:lnTo>
                    <a:pt x="1809876" y="1155246"/>
                  </a:lnTo>
                  <a:lnTo>
                    <a:pt x="1809868" y="1155241"/>
                  </a:lnTo>
                  <a:lnTo>
                    <a:pt x="1809795" y="1155113"/>
                  </a:lnTo>
                  <a:lnTo>
                    <a:pt x="1809792" y="1155065"/>
                  </a:lnTo>
                  <a:lnTo>
                    <a:pt x="1809791" y="1155057"/>
                  </a:lnTo>
                  <a:lnTo>
                    <a:pt x="1809789" y="1155031"/>
                  </a:lnTo>
                  <a:lnTo>
                    <a:pt x="1809755" y="1154935"/>
                  </a:lnTo>
                  <a:lnTo>
                    <a:pt x="1809662" y="1154868"/>
                  </a:lnTo>
                  <a:lnTo>
                    <a:pt x="1809646" y="1154856"/>
                  </a:lnTo>
                  <a:lnTo>
                    <a:pt x="1809536" y="1154775"/>
                  </a:lnTo>
                  <a:lnTo>
                    <a:pt x="1809523" y="1154766"/>
                  </a:lnTo>
                  <a:lnTo>
                    <a:pt x="1809494" y="1154746"/>
                  </a:lnTo>
                  <a:lnTo>
                    <a:pt x="1809446" y="1154714"/>
                  </a:lnTo>
                  <a:lnTo>
                    <a:pt x="1809393" y="1154682"/>
                  </a:lnTo>
                  <a:lnTo>
                    <a:pt x="1809388" y="1154679"/>
                  </a:lnTo>
                  <a:lnTo>
                    <a:pt x="1809383" y="1154678"/>
                  </a:lnTo>
                  <a:lnTo>
                    <a:pt x="1809374" y="1154677"/>
                  </a:lnTo>
                  <a:lnTo>
                    <a:pt x="1809360" y="1154665"/>
                  </a:lnTo>
                  <a:lnTo>
                    <a:pt x="1809302" y="1154612"/>
                  </a:lnTo>
                  <a:lnTo>
                    <a:pt x="1809279" y="1154589"/>
                  </a:lnTo>
                  <a:lnTo>
                    <a:pt x="1809214" y="1154529"/>
                  </a:lnTo>
                  <a:lnTo>
                    <a:pt x="1809199" y="1154506"/>
                  </a:lnTo>
                  <a:lnTo>
                    <a:pt x="1809195" y="1154500"/>
                  </a:lnTo>
                  <a:lnTo>
                    <a:pt x="1809173" y="1154461"/>
                  </a:lnTo>
                  <a:lnTo>
                    <a:pt x="1809174" y="1154451"/>
                  </a:lnTo>
                  <a:lnTo>
                    <a:pt x="1809181" y="1154374"/>
                  </a:lnTo>
                  <a:lnTo>
                    <a:pt x="1809185" y="1154333"/>
                  </a:lnTo>
                  <a:lnTo>
                    <a:pt x="1809187" y="1154314"/>
                  </a:lnTo>
                  <a:lnTo>
                    <a:pt x="1809192" y="1154291"/>
                  </a:lnTo>
                  <a:lnTo>
                    <a:pt x="1809196" y="1154273"/>
                  </a:lnTo>
                  <a:lnTo>
                    <a:pt x="1809218" y="1154173"/>
                  </a:lnTo>
                  <a:lnTo>
                    <a:pt x="1809220" y="1154163"/>
                  </a:lnTo>
                  <a:lnTo>
                    <a:pt x="1809224" y="1154154"/>
                  </a:lnTo>
                  <a:lnTo>
                    <a:pt x="1809229" y="1154145"/>
                  </a:lnTo>
                  <a:lnTo>
                    <a:pt x="1809232" y="1154139"/>
                  </a:lnTo>
                  <a:lnTo>
                    <a:pt x="1809246" y="1154123"/>
                  </a:lnTo>
                  <a:lnTo>
                    <a:pt x="1809260" y="1154114"/>
                  </a:lnTo>
                  <a:lnTo>
                    <a:pt x="1809280" y="1154111"/>
                  </a:lnTo>
                  <a:lnTo>
                    <a:pt x="1809328" y="1154117"/>
                  </a:lnTo>
                  <a:lnTo>
                    <a:pt x="1809348" y="1154121"/>
                  </a:lnTo>
                  <a:lnTo>
                    <a:pt x="1809359" y="1154123"/>
                  </a:lnTo>
                  <a:lnTo>
                    <a:pt x="1809375" y="1154125"/>
                  </a:lnTo>
                  <a:lnTo>
                    <a:pt x="1809386" y="1154122"/>
                  </a:lnTo>
                  <a:lnTo>
                    <a:pt x="1809392" y="1154120"/>
                  </a:lnTo>
                  <a:lnTo>
                    <a:pt x="1809401" y="1154113"/>
                  </a:lnTo>
                  <a:lnTo>
                    <a:pt x="1809414" y="1154105"/>
                  </a:lnTo>
                  <a:lnTo>
                    <a:pt x="1809466" y="1154064"/>
                  </a:lnTo>
                  <a:lnTo>
                    <a:pt x="1809469" y="1154061"/>
                  </a:lnTo>
                  <a:lnTo>
                    <a:pt x="1809487" y="1154028"/>
                  </a:lnTo>
                  <a:lnTo>
                    <a:pt x="1809491" y="1154022"/>
                  </a:lnTo>
                  <a:lnTo>
                    <a:pt x="1809515" y="1153978"/>
                  </a:lnTo>
                  <a:lnTo>
                    <a:pt x="1809520" y="1153974"/>
                  </a:lnTo>
                  <a:lnTo>
                    <a:pt x="1809527" y="1153972"/>
                  </a:lnTo>
                  <a:lnTo>
                    <a:pt x="1809537" y="1153973"/>
                  </a:lnTo>
                  <a:lnTo>
                    <a:pt x="1809543" y="1153974"/>
                  </a:lnTo>
                  <a:lnTo>
                    <a:pt x="1809568" y="1153977"/>
                  </a:lnTo>
                  <a:lnTo>
                    <a:pt x="1809581" y="1153983"/>
                  </a:lnTo>
                  <a:lnTo>
                    <a:pt x="1809585" y="1153984"/>
                  </a:lnTo>
                  <a:lnTo>
                    <a:pt x="1809593" y="1153988"/>
                  </a:lnTo>
                  <a:lnTo>
                    <a:pt x="1809596" y="1154009"/>
                  </a:lnTo>
                  <a:lnTo>
                    <a:pt x="1809597" y="1154020"/>
                  </a:lnTo>
                  <a:lnTo>
                    <a:pt x="1809597" y="1154029"/>
                  </a:lnTo>
                  <a:lnTo>
                    <a:pt x="1809597" y="1154037"/>
                  </a:lnTo>
                  <a:lnTo>
                    <a:pt x="1809603" y="1154039"/>
                  </a:lnTo>
                  <a:lnTo>
                    <a:pt x="1809611" y="1154042"/>
                  </a:lnTo>
                  <a:lnTo>
                    <a:pt x="1809619" y="1154039"/>
                  </a:lnTo>
                  <a:lnTo>
                    <a:pt x="1809623" y="1154035"/>
                  </a:lnTo>
                  <a:lnTo>
                    <a:pt x="1809630" y="1154027"/>
                  </a:lnTo>
                  <a:lnTo>
                    <a:pt x="1809636" y="1154026"/>
                  </a:lnTo>
                  <a:lnTo>
                    <a:pt x="1809643" y="1154024"/>
                  </a:lnTo>
                  <a:lnTo>
                    <a:pt x="1809656" y="1154021"/>
                  </a:lnTo>
                  <a:lnTo>
                    <a:pt x="1809664" y="1154019"/>
                  </a:lnTo>
                  <a:lnTo>
                    <a:pt x="1809676" y="1154017"/>
                  </a:lnTo>
                  <a:lnTo>
                    <a:pt x="1809692" y="1154016"/>
                  </a:lnTo>
                  <a:lnTo>
                    <a:pt x="1809709" y="1154015"/>
                  </a:lnTo>
                  <a:lnTo>
                    <a:pt x="1809721" y="1154015"/>
                  </a:lnTo>
                  <a:lnTo>
                    <a:pt x="1809742" y="1154014"/>
                  </a:lnTo>
                  <a:lnTo>
                    <a:pt x="1809748" y="1154014"/>
                  </a:lnTo>
                  <a:lnTo>
                    <a:pt x="1809782" y="1154017"/>
                  </a:lnTo>
                  <a:lnTo>
                    <a:pt x="1809794" y="1154010"/>
                  </a:lnTo>
                  <a:lnTo>
                    <a:pt x="1809793" y="1154001"/>
                  </a:lnTo>
                  <a:lnTo>
                    <a:pt x="1809792" y="1153995"/>
                  </a:lnTo>
                  <a:lnTo>
                    <a:pt x="1809786" y="1153986"/>
                  </a:lnTo>
                  <a:lnTo>
                    <a:pt x="1809781" y="1153985"/>
                  </a:lnTo>
                  <a:lnTo>
                    <a:pt x="1809772" y="1153985"/>
                  </a:lnTo>
                  <a:lnTo>
                    <a:pt x="1809719" y="1153987"/>
                  </a:lnTo>
                  <a:lnTo>
                    <a:pt x="1809704" y="1153987"/>
                  </a:lnTo>
                  <a:lnTo>
                    <a:pt x="1809668" y="1153989"/>
                  </a:lnTo>
                  <a:lnTo>
                    <a:pt x="1809664" y="1153986"/>
                  </a:lnTo>
                  <a:lnTo>
                    <a:pt x="1809660" y="1153983"/>
                  </a:lnTo>
                  <a:lnTo>
                    <a:pt x="1809655" y="1153980"/>
                  </a:lnTo>
                  <a:lnTo>
                    <a:pt x="1809611" y="1153952"/>
                  </a:lnTo>
                  <a:lnTo>
                    <a:pt x="1809581" y="1153933"/>
                  </a:lnTo>
                  <a:lnTo>
                    <a:pt x="1809567" y="1153924"/>
                  </a:lnTo>
                  <a:lnTo>
                    <a:pt x="1809559" y="1153919"/>
                  </a:lnTo>
                  <a:lnTo>
                    <a:pt x="1809558" y="1153913"/>
                  </a:lnTo>
                  <a:lnTo>
                    <a:pt x="1809557" y="1153906"/>
                  </a:lnTo>
                  <a:lnTo>
                    <a:pt x="1809561" y="1153897"/>
                  </a:lnTo>
                  <a:lnTo>
                    <a:pt x="1809683" y="1153678"/>
                  </a:lnTo>
                  <a:lnTo>
                    <a:pt x="1809686" y="1153667"/>
                  </a:lnTo>
                  <a:lnTo>
                    <a:pt x="1809723" y="1153535"/>
                  </a:lnTo>
                  <a:lnTo>
                    <a:pt x="1809720" y="1153517"/>
                  </a:lnTo>
                  <a:lnTo>
                    <a:pt x="1809695" y="1153485"/>
                  </a:lnTo>
                  <a:lnTo>
                    <a:pt x="1809661" y="1153443"/>
                  </a:lnTo>
                  <a:lnTo>
                    <a:pt x="1809477" y="1153214"/>
                  </a:lnTo>
                  <a:lnTo>
                    <a:pt x="1809416" y="1153154"/>
                  </a:lnTo>
                  <a:lnTo>
                    <a:pt x="1809367" y="1153107"/>
                  </a:lnTo>
                  <a:lnTo>
                    <a:pt x="1809353" y="1153098"/>
                  </a:lnTo>
                  <a:lnTo>
                    <a:pt x="1809326" y="1153091"/>
                  </a:lnTo>
                  <a:lnTo>
                    <a:pt x="1809312" y="1153091"/>
                  </a:lnTo>
                  <a:lnTo>
                    <a:pt x="1809299" y="1153094"/>
                  </a:lnTo>
                  <a:lnTo>
                    <a:pt x="1809218" y="1153124"/>
                  </a:lnTo>
                  <a:lnTo>
                    <a:pt x="1809154" y="1153165"/>
                  </a:lnTo>
                  <a:lnTo>
                    <a:pt x="1809134" y="1153178"/>
                  </a:lnTo>
                  <a:lnTo>
                    <a:pt x="1808959" y="1153272"/>
                  </a:lnTo>
                  <a:lnTo>
                    <a:pt x="1808949" y="1153271"/>
                  </a:lnTo>
                  <a:lnTo>
                    <a:pt x="1808936" y="1153259"/>
                  </a:lnTo>
                  <a:lnTo>
                    <a:pt x="1808878" y="1153194"/>
                  </a:lnTo>
                  <a:lnTo>
                    <a:pt x="1808876" y="1153143"/>
                  </a:lnTo>
                  <a:lnTo>
                    <a:pt x="1808886" y="1153138"/>
                  </a:lnTo>
                  <a:lnTo>
                    <a:pt x="1808909" y="1153130"/>
                  </a:lnTo>
                  <a:lnTo>
                    <a:pt x="1808975" y="1153086"/>
                  </a:lnTo>
                  <a:lnTo>
                    <a:pt x="1809045" y="1153004"/>
                  </a:lnTo>
                  <a:lnTo>
                    <a:pt x="1809034" y="1152985"/>
                  </a:lnTo>
                  <a:lnTo>
                    <a:pt x="1808974" y="1152916"/>
                  </a:lnTo>
                  <a:lnTo>
                    <a:pt x="1808964" y="1152911"/>
                  </a:lnTo>
                  <a:lnTo>
                    <a:pt x="1808958" y="1152908"/>
                  </a:lnTo>
                  <a:lnTo>
                    <a:pt x="1808856" y="1152883"/>
                  </a:lnTo>
                  <a:lnTo>
                    <a:pt x="1808836" y="1152886"/>
                  </a:lnTo>
                  <a:lnTo>
                    <a:pt x="1808798" y="1152895"/>
                  </a:lnTo>
                  <a:lnTo>
                    <a:pt x="1808781" y="1152899"/>
                  </a:lnTo>
                  <a:lnTo>
                    <a:pt x="1808753" y="1152913"/>
                  </a:lnTo>
                  <a:lnTo>
                    <a:pt x="1808719" y="1152930"/>
                  </a:lnTo>
                  <a:lnTo>
                    <a:pt x="1808686" y="1152935"/>
                  </a:lnTo>
                  <a:lnTo>
                    <a:pt x="1808658" y="1152932"/>
                  </a:lnTo>
                  <a:lnTo>
                    <a:pt x="1808627" y="1152923"/>
                  </a:lnTo>
                  <a:lnTo>
                    <a:pt x="1808599" y="1152915"/>
                  </a:lnTo>
                  <a:lnTo>
                    <a:pt x="1808549" y="1152877"/>
                  </a:lnTo>
                  <a:lnTo>
                    <a:pt x="1808540" y="1152862"/>
                  </a:lnTo>
                  <a:lnTo>
                    <a:pt x="1808527" y="1152834"/>
                  </a:lnTo>
                  <a:lnTo>
                    <a:pt x="1808521" y="1152807"/>
                  </a:lnTo>
                  <a:lnTo>
                    <a:pt x="1808517" y="1152790"/>
                  </a:lnTo>
                  <a:lnTo>
                    <a:pt x="1808518" y="1152782"/>
                  </a:lnTo>
                  <a:lnTo>
                    <a:pt x="1808528" y="1152729"/>
                  </a:lnTo>
                  <a:lnTo>
                    <a:pt x="1808533" y="1152716"/>
                  </a:lnTo>
                  <a:lnTo>
                    <a:pt x="1808539" y="1152709"/>
                  </a:lnTo>
                  <a:lnTo>
                    <a:pt x="1808552" y="1152690"/>
                  </a:lnTo>
                  <a:lnTo>
                    <a:pt x="1808560" y="1152673"/>
                  </a:lnTo>
                  <a:lnTo>
                    <a:pt x="1808563" y="1152665"/>
                  </a:lnTo>
                  <a:lnTo>
                    <a:pt x="1808564" y="1152654"/>
                  </a:lnTo>
                  <a:lnTo>
                    <a:pt x="1808566" y="1152626"/>
                  </a:lnTo>
                  <a:lnTo>
                    <a:pt x="1808557" y="1152605"/>
                  </a:lnTo>
                  <a:lnTo>
                    <a:pt x="1808553" y="1152601"/>
                  </a:lnTo>
                  <a:lnTo>
                    <a:pt x="1808483" y="1152562"/>
                  </a:lnTo>
                  <a:lnTo>
                    <a:pt x="1808471" y="1152561"/>
                  </a:lnTo>
                  <a:lnTo>
                    <a:pt x="1808404" y="1152576"/>
                  </a:lnTo>
                  <a:lnTo>
                    <a:pt x="1807934" y="1152697"/>
                  </a:lnTo>
                  <a:lnTo>
                    <a:pt x="1807819" y="1152786"/>
                  </a:lnTo>
                  <a:lnTo>
                    <a:pt x="1807661" y="1152948"/>
                  </a:lnTo>
                  <a:lnTo>
                    <a:pt x="1807649" y="1152961"/>
                  </a:lnTo>
                  <a:lnTo>
                    <a:pt x="1807636" y="1152975"/>
                  </a:lnTo>
                  <a:lnTo>
                    <a:pt x="1807597" y="1153071"/>
                  </a:lnTo>
                  <a:lnTo>
                    <a:pt x="1807588" y="1153106"/>
                  </a:lnTo>
                  <a:lnTo>
                    <a:pt x="1807590" y="1153152"/>
                  </a:lnTo>
                  <a:lnTo>
                    <a:pt x="1807598" y="1153176"/>
                  </a:lnTo>
                  <a:lnTo>
                    <a:pt x="1807581" y="1153205"/>
                  </a:lnTo>
                  <a:lnTo>
                    <a:pt x="1807573" y="1153209"/>
                  </a:lnTo>
                  <a:lnTo>
                    <a:pt x="1807470" y="1153263"/>
                  </a:lnTo>
                  <a:lnTo>
                    <a:pt x="1807466" y="1153264"/>
                  </a:lnTo>
                  <a:lnTo>
                    <a:pt x="1807459" y="1153265"/>
                  </a:lnTo>
                  <a:lnTo>
                    <a:pt x="1807278" y="1153257"/>
                  </a:lnTo>
                  <a:lnTo>
                    <a:pt x="1807132" y="1153158"/>
                  </a:lnTo>
                  <a:lnTo>
                    <a:pt x="1807128" y="1153152"/>
                  </a:lnTo>
                  <a:lnTo>
                    <a:pt x="1807122" y="1153141"/>
                  </a:lnTo>
                  <a:lnTo>
                    <a:pt x="1807107" y="1153099"/>
                  </a:lnTo>
                  <a:lnTo>
                    <a:pt x="1807103" y="1153088"/>
                  </a:lnTo>
                  <a:lnTo>
                    <a:pt x="1807083" y="1152998"/>
                  </a:lnTo>
                  <a:lnTo>
                    <a:pt x="1807080" y="1152980"/>
                  </a:lnTo>
                  <a:lnTo>
                    <a:pt x="1807079" y="1152964"/>
                  </a:lnTo>
                  <a:lnTo>
                    <a:pt x="1807078" y="1152938"/>
                  </a:lnTo>
                  <a:lnTo>
                    <a:pt x="1807083" y="1152868"/>
                  </a:lnTo>
                  <a:lnTo>
                    <a:pt x="1807087" y="1152845"/>
                  </a:lnTo>
                  <a:lnTo>
                    <a:pt x="1806988" y="1152805"/>
                  </a:lnTo>
                  <a:lnTo>
                    <a:pt x="1806982" y="1152803"/>
                  </a:lnTo>
                  <a:lnTo>
                    <a:pt x="1806951" y="1152790"/>
                  </a:lnTo>
                  <a:lnTo>
                    <a:pt x="1806924" y="1152789"/>
                  </a:lnTo>
                  <a:lnTo>
                    <a:pt x="1806806" y="1152849"/>
                  </a:lnTo>
                  <a:lnTo>
                    <a:pt x="1806794" y="1152858"/>
                  </a:lnTo>
                  <a:lnTo>
                    <a:pt x="1806770" y="1152878"/>
                  </a:lnTo>
                  <a:lnTo>
                    <a:pt x="1806759" y="1152892"/>
                  </a:lnTo>
                  <a:lnTo>
                    <a:pt x="1806743" y="1152924"/>
                  </a:lnTo>
                  <a:lnTo>
                    <a:pt x="1806727" y="1152960"/>
                  </a:lnTo>
                  <a:lnTo>
                    <a:pt x="1806725" y="1152972"/>
                  </a:lnTo>
                  <a:lnTo>
                    <a:pt x="1806723" y="1153009"/>
                  </a:lnTo>
                  <a:lnTo>
                    <a:pt x="1806723" y="1153024"/>
                  </a:lnTo>
                  <a:lnTo>
                    <a:pt x="1806756" y="1153059"/>
                  </a:lnTo>
                  <a:lnTo>
                    <a:pt x="1806744" y="1153074"/>
                  </a:lnTo>
                  <a:lnTo>
                    <a:pt x="1806660" y="1153143"/>
                  </a:lnTo>
                  <a:lnTo>
                    <a:pt x="1806506" y="1153254"/>
                  </a:lnTo>
                  <a:lnTo>
                    <a:pt x="1806180" y="1153476"/>
                  </a:lnTo>
                  <a:lnTo>
                    <a:pt x="1806088" y="1153510"/>
                  </a:lnTo>
                  <a:lnTo>
                    <a:pt x="1806062" y="1153494"/>
                  </a:lnTo>
                  <a:lnTo>
                    <a:pt x="1806013" y="1153424"/>
                  </a:lnTo>
                  <a:lnTo>
                    <a:pt x="1806006" y="1153414"/>
                  </a:lnTo>
                  <a:lnTo>
                    <a:pt x="1805700" y="1152918"/>
                  </a:lnTo>
                  <a:lnTo>
                    <a:pt x="1805746" y="1152876"/>
                  </a:lnTo>
                  <a:lnTo>
                    <a:pt x="1805776" y="1152834"/>
                  </a:lnTo>
                  <a:lnTo>
                    <a:pt x="1805792" y="1152811"/>
                  </a:lnTo>
                  <a:lnTo>
                    <a:pt x="1805806" y="1152787"/>
                  </a:lnTo>
                  <a:lnTo>
                    <a:pt x="1805880" y="1152604"/>
                  </a:lnTo>
                  <a:lnTo>
                    <a:pt x="1805877" y="1152589"/>
                  </a:lnTo>
                  <a:lnTo>
                    <a:pt x="1805869" y="1152574"/>
                  </a:lnTo>
                  <a:lnTo>
                    <a:pt x="1805865" y="1152568"/>
                  </a:lnTo>
                  <a:lnTo>
                    <a:pt x="1805860" y="1152563"/>
                  </a:lnTo>
                  <a:lnTo>
                    <a:pt x="1805770" y="1152555"/>
                  </a:lnTo>
                  <a:lnTo>
                    <a:pt x="1805761" y="1152548"/>
                  </a:lnTo>
                  <a:lnTo>
                    <a:pt x="1805754" y="1152527"/>
                  </a:lnTo>
                  <a:lnTo>
                    <a:pt x="1805734" y="1152467"/>
                  </a:lnTo>
                  <a:lnTo>
                    <a:pt x="1805695" y="1152340"/>
                  </a:lnTo>
                  <a:lnTo>
                    <a:pt x="1805669" y="1152257"/>
                  </a:lnTo>
                  <a:lnTo>
                    <a:pt x="1805666" y="1152247"/>
                  </a:lnTo>
                  <a:lnTo>
                    <a:pt x="1805643" y="1152174"/>
                  </a:lnTo>
                  <a:lnTo>
                    <a:pt x="1805643" y="1152160"/>
                  </a:lnTo>
                  <a:lnTo>
                    <a:pt x="1805647" y="1152153"/>
                  </a:lnTo>
                  <a:lnTo>
                    <a:pt x="1805656" y="1152144"/>
                  </a:lnTo>
                  <a:lnTo>
                    <a:pt x="1805945" y="1151842"/>
                  </a:lnTo>
                  <a:lnTo>
                    <a:pt x="1805951" y="1151815"/>
                  </a:lnTo>
                  <a:lnTo>
                    <a:pt x="1805977" y="1151705"/>
                  </a:lnTo>
                  <a:lnTo>
                    <a:pt x="1806077" y="1151557"/>
                  </a:lnTo>
                  <a:lnTo>
                    <a:pt x="1806170" y="1151444"/>
                  </a:lnTo>
                  <a:lnTo>
                    <a:pt x="1806246" y="1151390"/>
                  </a:lnTo>
                  <a:lnTo>
                    <a:pt x="1806250" y="1151387"/>
                  </a:lnTo>
                  <a:lnTo>
                    <a:pt x="1806273" y="1151371"/>
                  </a:lnTo>
                  <a:lnTo>
                    <a:pt x="1806281" y="1151368"/>
                  </a:lnTo>
                  <a:lnTo>
                    <a:pt x="1806298" y="1151366"/>
                  </a:lnTo>
                  <a:lnTo>
                    <a:pt x="1806302" y="1151367"/>
                  </a:lnTo>
                  <a:lnTo>
                    <a:pt x="1806307" y="1151372"/>
                  </a:lnTo>
                  <a:lnTo>
                    <a:pt x="1806311" y="1151377"/>
                  </a:lnTo>
                  <a:lnTo>
                    <a:pt x="1806316" y="1151387"/>
                  </a:lnTo>
                  <a:lnTo>
                    <a:pt x="1806338" y="1151409"/>
                  </a:lnTo>
                  <a:lnTo>
                    <a:pt x="1806344" y="1151410"/>
                  </a:lnTo>
                  <a:lnTo>
                    <a:pt x="1806487" y="1151324"/>
                  </a:lnTo>
                  <a:lnTo>
                    <a:pt x="1806513" y="1151245"/>
                  </a:lnTo>
                  <a:lnTo>
                    <a:pt x="1806534" y="1151171"/>
                  </a:lnTo>
                  <a:lnTo>
                    <a:pt x="1806646" y="1151037"/>
                  </a:lnTo>
                  <a:lnTo>
                    <a:pt x="1806802" y="1150930"/>
                  </a:lnTo>
                  <a:lnTo>
                    <a:pt x="1807012" y="1150801"/>
                  </a:lnTo>
                  <a:lnTo>
                    <a:pt x="1806976" y="1150761"/>
                  </a:lnTo>
                  <a:lnTo>
                    <a:pt x="1806956" y="1150741"/>
                  </a:lnTo>
                  <a:lnTo>
                    <a:pt x="1806937" y="1150755"/>
                  </a:lnTo>
                  <a:lnTo>
                    <a:pt x="1806902" y="1150783"/>
                  </a:lnTo>
                  <a:lnTo>
                    <a:pt x="1806714" y="1150901"/>
                  </a:lnTo>
                  <a:lnTo>
                    <a:pt x="1806641" y="1150935"/>
                  </a:lnTo>
                  <a:lnTo>
                    <a:pt x="1806358" y="1151148"/>
                  </a:lnTo>
                  <a:lnTo>
                    <a:pt x="1806348" y="1151164"/>
                  </a:lnTo>
                  <a:lnTo>
                    <a:pt x="1806330" y="1151182"/>
                  </a:lnTo>
                  <a:lnTo>
                    <a:pt x="1806303" y="1151208"/>
                  </a:lnTo>
                  <a:lnTo>
                    <a:pt x="1806250" y="1151235"/>
                  </a:lnTo>
                  <a:lnTo>
                    <a:pt x="1805801" y="1151468"/>
                  </a:lnTo>
                  <a:lnTo>
                    <a:pt x="1805683" y="1151514"/>
                  </a:lnTo>
                  <a:lnTo>
                    <a:pt x="1805624" y="1151494"/>
                  </a:lnTo>
                  <a:lnTo>
                    <a:pt x="1805607" y="1151486"/>
                  </a:lnTo>
                  <a:lnTo>
                    <a:pt x="1805539" y="1151355"/>
                  </a:lnTo>
                  <a:lnTo>
                    <a:pt x="1805570" y="1151304"/>
                  </a:lnTo>
                  <a:lnTo>
                    <a:pt x="1805582" y="1151285"/>
                  </a:lnTo>
                  <a:lnTo>
                    <a:pt x="1805595" y="1151273"/>
                  </a:lnTo>
                  <a:lnTo>
                    <a:pt x="1805605" y="1151263"/>
                  </a:lnTo>
                  <a:lnTo>
                    <a:pt x="1805620" y="1151261"/>
                  </a:lnTo>
                  <a:lnTo>
                    <a:pt x="1805631" y="1151263"/>
                  </a:lnTo>
                  <a:lnTo>
                    <a:pt x="1805641" y="1151268"/>
                  </a:lnTo>
                  <a:lnTo>
                    <a:pt x="1805648" y="1151271"/>
                  </a:lnTo>
                  <a:lnTo>
                    <a:pt x="1805656" y="1151273"/>
                  </a:lnTo>
                  <a:lnTo>
                    <a:pt x="1805675" y="1151270"/>
                  </a:lnTo>
                  <a:lnTo>
                    <a:pt x="1805708" y="1151242"/>
                  </a:lnTo>
                  <a:lnTo>
                    <a:pt x="1805785" y="1151171"/>
                  </a:lnTo>
                  <a:lnTo>
                    <a:pt x="1805812" y="1151139"/>
                  </a:lnTo>
                  <a:lnTo>
                    <a:pt x="1805841" y="1151090"/>
                  </a:lnTo>
                  <a:lnTo>
                    <a:pt x="1805823" y="1151042"/>
                  </a:lnTo>
                  <a:lnTo>
                    <a:pt x="1805728" y="1150921"/>
                  </a:lnTo>
                  <a:lnTo>
                    <a:pt x="1805621" y="1150819"/>
                  </a:lnTo>
                  <a:lnTo>
                    <a:pt x="1805476" y="1150683"/>
                  </a:lnTo>
                  <a:lnTo>
                    <a:pt x="1805420" y="1150630"/>
                  </a:lnTo>
                  <a:lnTo>
                    <a:pt x="1805410" y="1150624"/>
                  </a:lnTo>
                  <a:lnTo>
                    <a:pt x="1805403" y="1150624"/>
                  </a:lnTo>
                  <a:lnTo>
                    <a:pt x="1805388" y="1150624"/>
                  </a:lnTo>
                  <a:lnTo>
                    <a:pt x="1805371" y="1150625"/>
                  </a:lnTo>
                  <a:lnTo>
                    <a:pt x="1805274" y="1150701"/>
                  </a:lnTo>
                  <a:lnTo>
                    <a:pt x="1805130" y="1150773"/>
                  </a:lnTo>
                  <a:lnTo>
                    <a:pt x="1805144" y="1150966"/>
                  </a:lnTo>
                  <a:lnTo>
                    <a:pt x="1805171" y="1151013"/>
                  </a:lnTo>
                  <a:lnTo>
                    <a:pt x="1805173" y="1151019"/>
                  </a:lnTo>
                  <a:lnTo>
                    <a:pt x="1805193" y="1151087"/>
                  </a:lnTo>
                  <a:lnTo>
                    <a:pt x="1805193" y="1151097"/>
                  </a:lnTo>
                  <a:lnTo>
                    <a:pt x="1805186" y="1151106"/>
                  </a:lnTo>
                  <a:lnTo>
                    <a:pt x="1805077" y="1151239"/>
                  </a:lnTo>
                  <a:lnTo>
                    <a:pt x="1805002" y="1151382"/>
                  </a:lnTo>
                  <a:lnTo>
                    <a:pt x="1804976" y="1151466"/>
                  </a:lnTo>
                  <a:lnTo>
                    <a:pt x="1804982" y="1151482"/>
                  </a:lnTo>
                  <a:lnTo>
                    <a:pt x="1804992" y="1151506"/>
                  </a:lnTo>
                  <a:lnTo>
                    <a:pt x="1805003" y="1151529"/>
                  </a:lnTo>
                  <a:lnTo>
                    <a:pt x="1805040" y="1151556"/>
                  </a:lnTo>
                  <a:lnTo>
                    <a:pt x="1805095" y="1151568"/>
                  </a:lnTo>
                  <a:lnTo>
                    <a:pt x="1805100" y="1151568"/>
                  </a:lnTo>
                  <a:lnTo>
                    <a:pt x="1805106" y="1151568"/>
                  </a:lnTo>
                  <a:lnTo>
                    <a:pt x="1805132" y="1151565"/>
                  </a:lnTo>
                  <a:lnTo>
                    <a:pt x="1805154" y="1151556"/>
                  </a:lnTo>
                  <a:lnTo>
                    <a:pt x="1805170" y="1151545"/>
                  </a:lnTo>
                  <a:lnTo>
                    <a:pt x="1805194" y="1151538"/>
                  </a:lnTo>
                  <a:lnTo>
                    <a:pt x="1805249" y="1151538"/>
                  </a:lnTo>
                  <a:lnTo>
                    <a:pt x="1805255" y="1151540"/>
                  </a:lnTo>
                  <a:lnTo>
                    <a:pt x="1805301" y="1151554"/>
                  </a:lnTo>
                  <a:lnTo>
                    <a:pt x="1805422" y="1151619"/>
                  </a:lnTo>
                  <a:lnTo>
                    <a:pt x="1805427" y="1151623"/>
                  </a:lnTo>
                  <a:lnTo>
                    <a:pt x="1805432" y="1151627"/>
                  </a:lnTo>
                  <a:lnTo>
                    <a:pt x="1805434" y="1151631"/>
                  </a:lnTo>
                  <a:lnTo>
                    <a:pt x="1805437" y="1151638"/>
                  </a:lnTo>
                  <a:lnTo>
                    <a:pt x="1805452" y="1151679"/>
                  </a:lnTo>
                  <a:lnTo>
                    <a:pt x="1805484" y="1151807"/>
                  </a:lnTo>
                  <a:lnTo>
                    <a:pt x="1805485" y="1151812"/>
                  </a:lnTo>
                  <a:lnTo>
                    <a:pt x="1805484" y="1151819"/>
                  </a:lnTo>
                  <a:lnTo>
                    <a:pt x="1805474" y="1151882"/>
                  </a:lnTo>
                  <a:lnTo>
                    <a:pt x="1805472" y="1151887"/>
                  </a:lnTo>
                  <a:lnTo>
                    <a:pt x="1805469" y="1151891"/>
                  </a:lnTo>
                  <a:lnTo>
                    <a:pt x="1805461" y="1151900"/>
                  </a:lnTo>
                  <a:lnTo>
                    <a:pt x="1805444" y="1151912"/>
                  </a:lnTo>
                  <a:lnTo>
                    <a:pt x="1805434" y="1151915"/>
                  </a:lnTo>
                  <a:lnTo>
                    <a:pt x="1805427" y="1151913"/>
                  </a:lnTo>
                  <a:lnTo>
                    <a:pt x="1805424" y="1151908"/>
                  </a:lnTo>
                  <a:lnTo>
                    <a:pt x="1805419" y="1151895"/>
                  </a:lnTo>
                  <a:lnTo>
                    <a:pt x="1805417" y="1151890"/>
                  </a:lnTo>
                  <a:lnTo>
                    <a:pt x="1805414" y="1151884"/>
                  </a:lnTo>
                  <a:lnTo>
                    <a:pt x="1805397" y="1151860"/>
                  </a:lnTo>
                  <a:lnTo>
                    <a:pt x="1805390" y="1151853"/>
                  </a:lnTo>
                  <a:lnTo>
                    <a:pt x="1805378" y="1151851"/>
                  </a:lnTo>
                  <a:lnTo>
                    <a:pt x="1805367" y="1151851"/>
                  </a:lnTo>
                  <a:lnTo>
                    <a:pt x="1805292" y="1151889"/>
                  </a:lnTo>
                  <a:lnTo>
                    <a:pt x="1805280" y="1151898"/>
                  </a:lnTo>
                  <a:lnTo>
                    <a:pt x="1805234" y="1151959"/>
                  </a:lnTo>
                  <a:lnTo>
                    <a:pt x="1805213" y="1151987"/>
                  </a:lnTo>
                  <a:lnTo>
                    <a:pt x="1805207" y="1151996"/>
                  </a:lnTo>
                  <a:lnTo>
                    <a:pt x="1805132" y="1152096"/>
                  </a:lnTo>
                  <a:lnTo>
                    <a:pt x="1805098" y="1152140"/>
                  </a:lnTo>
                  <a:lnTo>
                    <a:pt x="1805068" y="1152178"/>
                  </a:lnTo>
                  <a:lnTo>
                    <a:pt x="1804939" y="1152313"/>
                  </a:lnTo>
                  <a:lnTo>
                    <a:pt x="1804930" y="1152312"/>
                  </a:lnTo>
                  <a:lnTo>
                    <a:pt x="1804781" y="1152301"/>
                  </a:lnTo>
                  <a:lnTo>
                    <a:pt x="1804771" y="1152293"/>
                  </a:lnTo>
                  <a:lnTo>
                    <a:pt x="1804762" y="1152281"/>
                  </a:lnTo>
                  <a:lnTo>
                    <a:pt x="1804757" y="1152268"/>
                  </a:lnTo>
                  <a:lnTo>
                    <a:pt x="1804686" y="1152132"/>
                  </a:lnTo>
                  <a:lnTo>
                    <a:pt x="1804603" y="1151977"/>
                  </a:lnTo>
                  <a:lnTo>
                    <a:pt x="1804516" y="1151864"/>
                  </a:lnTo>
                  <a:lnTo>
                    <a:pt x="1804509" y="1151855"/>
                  </a:lnTo>
                  <a:lnTo>
                    <a:pt x="1804394" y="1151709"/>
                  </a:lnTo>
                  <a:lnTo>
                    <a:pt x="1804381" y="1151707"/>
                  </a:lnTo>
                  <a:lnTo>
                    <a:pt x="1804377" y="1151704"/>
                  </a:lnTo>
                  <a:lnTo>
                    <a:pt x="1804371" y="1151680"/>
                  </a:lnTo>
                  <a:lnTo>
                    <a:pt x="1804374" y="1151671"/>
                  </a:lnTo>
                  <a:lnTo>
                    <a:pt x="1804386" y="1151637"/>
                  </a:lnTo>
                  <a:lnTo>
                    <a:pt x="1804494" y="1151425"/>
                  </a:lnTo>
                  <a:lnTo>
                    <a:pt x="1804517" y="1151380"/>
                  </a:lnTo>
                  <a:lnTo>
                    <a:pt x="1804590" y="1151326"/>
                  </a:lnTo>
                  <a:lnTo>
                    <a:pt x="1804654" y="1151263"/>
                  </a:lnTo>
                  <a:lnTo>
                    <a:pt x="1804655" y="1151234"/>
                  </a:lnTo>
                  <a:lnTo>
                    <a:pt x="1804475" y="1151037"/>
                  </a:lnTo>
                  <a:lnTo>
                    <a:pt x="1804386" y="1150989"/>
                  </a:lnTo>
                  <a:lnTo>
                    <a:pt x="1804353" y="1150920"/>
                  </a:lnTo>
                  <a:lnTo>
                    <a:pt x="1804231" y="1150528"/>
                  </a:lnTo>
                  <a:lnTo>
                    <a:pt x="1803991" y="1150358"/>
                  </a:lnTo>
                  <a:lnTo>
                    <a:pt x="1803937" y="1150301"/>
                  </a:lnTo>
                  <a:lnTo>
                    <a:pt x="1803804" y="1150159"/>
                  </a:lnTo>
                  <a:lnTo>
                    <a:pt x="1803751" y="1150103"/>
                  </a:lnTo>
                  <a:lnTo>
                    <a:pt x="1803744" y="1150050"/>
                  </a:lnTo>
                  <a:lnTo>
                    <a:pt x="1803712" y="1149979"/>
                  </a:lnTo>
                  <a:lnTo>
                    <a:pt x="1803708" y="1149970"/>
                  </a:lnTo>
                  <a:lnTo>
                    <a:pt x="1803671" y="1149938"/>
                  </a:lnTo>
                  <a:lnTo>
                    <a:pt x="1803660" y="1149929"/>
                  </a:lnTo>
                  <a:lnTo>
                    <a:pt x="1803632" y="1149911"/>
                  </a:lnTo>
                  <a:lnTo>
                    <a:pt x="1803597" y="1149887"/>
                  </a:lnTo>
                  <a:lnTo>
                    <a:pt x="1803489" y="1149878"/>
                  </a:lnTo>
                  <a:lnTo>
                    <a:pt x="1803481" y="1149877"/>
                  </a:lnTo>
                  <a:lnTo>
                    <a:pt x="1803445" y="1149875"/>
                  </a:lnTo>
                  <a:lnTo>
                    <a:pt x="1803383" y="1149870"/>
                  </a:lnTo>
                  <a:lnTo>
                    <a:pt x="1803347" y="1149867"/>
                  </a:lnTo>
                  <a:lnTo>
                    <a:pt x="1803263" y="1149860"/>
                  </a:lnTo>
                  <a:lnTo>
                    <a:pt x="1803246" y="1149859"/>
                  </a:lnTo>
                  <a:lnTo>
                    <a:pt x="1803237" y="1149858"/>
                  </a:lnTo>
                  <a:lnTo>
                    <a:pt x="1803232" y="1149858"/>
                  </a:lnTo>
                  <a:lnTo>
                    <a:pt x="1803226" y="1149858"/>
                  </a:lnTo>
                  <a:lnTo>
                    <a:pt x="1803222" y="1149858"/>
                  </a:lnTo>
                  <a:lnTo>
                    <a:pt x="1803203" y="1149860"/>
                  </a:lnTo>
                  <a:lnTo>
                    <a:pt x="1803183" y="1149898"/>
                  </a:lnTo>
                  <a:lnTo>
                    <a:pt x="1803173" y="1149917"/>
                  </a:lnTo>
                  <a:lnTo>
                    <a:pt x="1803169" y="1149924"/>
                  </a:lnTo>
                  <a:lnTo>
                    <a:pt x="1803166" y="1149929"/>
                  </a:lnTo>
                  <a:lnTo>
                    <a:pt x="1803175" y="1149929"/>
                  </a:lnTo>
                  <a:lnTo>
                    <a:pt x="1803209" y="1149928"/>
                  </a:lnTo>
                  <a:lnTo>
                    <a:pt x="1803239" y="1149927"/>
                  </a:lnTo>
                  <a:lnTo>
                    <a:pt x="1803245" y="1149927"/>
                  </a:lnTo>
                  <a:lnTo>
                    <a:pt x="1803341" y="1149924"/>
                  </a:lnTo>
                  <a:lnTo>
                    <a:pt x="1803352" y="1149924"/>
                  </a:lnTo>
                  <a:lnTo>
                    <a:pt x="1803366" y="1149928"/>
                  </a:lnTo>
                  <a:lnTo>
                    <a:pt x="1803373" y="1149932"/>
                  </a:lnTo>
                  <a:lnTo>
                    <a:pt x="1803387" y="1149943"/>
                  </a:lnTo>
                  <a:lnTo>
                    <a:pt x="1803392" y="1149946"/>
                  </a:lnTo>
                  <a:lnTo>
                    <a:pt x="1803410" y="1149958"/>
                  </a:lnTo>
                  <a:lnTo>
                    <a:pt x="1803410" y="1149965"/>
                  </a:lnTo>
                  <a:lnTo>
                    <a:pt x="1803409" y="1149976"/>
                  </a:lnTo>
                  <a:lnTo>
                    <a:pt x="1803402" y="1149998"/>
                  </a:lnTo>
                  <a:lnTo>
                    <a:pt x="1803395" y="1150007"/>
                  </a:lnTo>
                  <a:lnTo>
                    <a:pt x="1803367" y="1150044"/>
                  </a:lnTo>
                  <a:lnTo>
                    <a:pt x="1803358" y="1150056"/>
                  </a:lnTo>
                  <a:lnTo>
                    <a:pt x="1803332" y="1150092"/>
                  </a:lnTo>
                  <a:lnTo>
                    <a:pt x="1803324" y="1150105"/>
                  </a:lnTo>
                  <a:lnTo>
                    <a:pt x="1803316" y="1150118"/>
                  </a:lnTo>
                  <a:lnTo>
                    <a:pt x="1803313" y="1150123"/>
                  </a:lnTo>
                  <a:lnTo>
                    <a:pt x="1803307" y="1150135"/>
                  </a:lnTo>
                  <a:lnTo>
                    <a:pt x="1803299" y="1150155"/>
                  </a:lnTo>
                  <a:lnTo>
                    <a:pt x="1803299" y="1150165"/>
                  </a:lnTo>
                  <a:lnTo>
                    <a:pt x="1803307" y="1150192"/>
                  </a:lnTo>
                  <a:lnTo>
                    <a:pt x="1803310" y="1150197"/>
                  </a:lnTo>
                  <a:lnTo>
                    <a:pt x="1803314" y="1150202"/>
                  </a:lnTo>
                  <a:lnTo>
                    <a:pt x="1803320" y="1150209"/>
                  </a:lnTo>
                  <a:lnTo>
                    <a:pt x="1803417" y="1150303"/>
                  </a:lnTo>
                  <a:lnTo>
                    <a:pt x="1803460" y="1150299"/>
                  </a:lnTo>
                  <a:lnTo>
                    <a:pt x="1803504" y="1150273"/>
                  </a:lnTo>
                  <a:lnTo>
                    <a:pt x="1803508" y="1150270"/>
                  </a:lnTo>
                  <a:lnTo>
                    <a:pt x="1803563" y="1150247"/>
                  </a:lnTo>
                  <a:lnTo>
                    <a:pt x="1803626" y="1150220"/>
                  </a:lnTo>
                  <a:lnTo>
                    <a:pt x="1803637" y="1150219"/>
                  </a:lnTo>
                  <a:lnTo>
                    <a:pt x="1803644" y="1150220"/>
                  </a:lnTo>
                  <a:lnTo>
                    <a:pt x="1803657" y="1150225"/>
                  </a:lnTo>
                  <a:lnTo>
                    <a:pt x="1803707" y="1150256"/>
                  </a:lnTo>
                  <a:lnTo>
                    <a:pt x="1803712" y="1150262"/>
                  </a:lnTo>
                  <a:lnTo>
                    <a:pt x="1803761" y="1150364"/>
                  </a:lnTo>
                  <a:lnTo>
                    <a:pt x="1803805" y="1150456"/>
                  </a:lnTo>
                  <a:lnTo>
                    <a:pt x="1803818" y="1150484"/>
                  </a:lnTo>
                  <a:lnTo>
                    <a:pt x="1803820" y="1150499"/>
                  </a:lnTo>
                  <a:lnTo>
                    <a:pt x="1803821" y="1150506"/>
                  </a:lnTo>
                  <a:lnTo>
                    <a:pt x="1803820" y="1150523"/>
                  </a:lnTo>
                  <a:lnTo>
                    <a:pt x="1803808" y="1150542"/>
                  </a:lnTo>
                  <a:lnTo>
                    <a:pt x="1803790" y="1150555"/>
                  </a:lnTo>
                  <a:lnTo>
                    <a:pt x="1803773" y="1150560"/>
                  </a:lnTo>
                  <a:lnTo>
                    <a:pt x="1803769" y="1150561"/>
                  </a:lnTo>
                  <a:lnTo>
                    <a:pt x="1803757" y="1150600"/>
                  </a:lnTo>
                  <a:lnTo>
                    <a:pt x="1803781" y="1150743"/>
                  </a:lnTo>
                  <a:lnTo>
                    <a:pt x="1803842" y="1150864"/>
                  </a:lnTo>
                  <a:lnTo>
                    <a:pt x="1803886" y="1150893"/>
                  </a:lnTo>
                  <a:lnTo>
                    <a:pt x="1803945" y="1150922"/>
                  </a:lnTo>
                  <a:lnTo>
                    <a:pt x="1804008" y="1150929"/>
                  </a:lnTo>
                  <a:lnTo>
                    <a:pt x="1804018" y="1150913"/>
                  </a:lnTo>
                  <a:lnTo>
                    <a:pt x="1804030" y="1150895"/>
                  </a:lnTo>
                  <a:lnTo>
                    <a:pt x="1804037" y="1150885"/>
                  </a:lnTo>
                  <a:lnTo>
                    <a:pt x="1804048" y="1150875"/>
                  </a:lnTo>
                  <a:lnTo>
                    <a:pt x="1804071" y="1150865"/>
                  </a:lnTo>
                  <a:lnTo>
                    <a:pt x="1804129" y="1150883"/>
                  </a:lnTo>
                  <a:lnTo>
                    <a:pt x="1804143" y="1150923"/>
                  </a:lnTo>
                  <a:lnTo>
                    <a:pt x="1804153" y="1150969"/>
                  </a:lnTo>
                  <a:lnTo>
                    <a:pt x="1804163" y="1151008"/>
                  </a:lnTo>
                  <a:lnTo>
                    <a:pt x="1804177" y="1151141"/>
                  </a:lnTo>
                  <a:lnTo>
                    <a:pt x="1804181" y="1151174"/>
                  </a:lnTo>
                  <a:lnTo>
                    <a:pt x="1804182" y="1151185"/>
                  </a:lnTo>
                  <a:lnTo>
                    <a:pt x="1804110" y="1151252"/>
                  </a:lnTo>
                  <a:lnTo>
                    <a:pt x="1804152" y="1151801"/>
                  </a:lnTo>
                  <a:lnTo>
                    <a:pt x="1804153" y="1151816"/>
                  </a:lnTo>
                  <a:lnTo>
                    <a:pt x="1804147" y="1151909"/>
                  </a:lnTo>
                  <a:lnTo>
                    <a:pt x="1804077" y="1151967"/>
                  </a:lnTo>
                  <a:lnTo>
                    <a:pt x="1804069" y="1151973"/>
                  </a:lnTo>
                  <a:lnTo>
                    <a:pt x="1804054" y="1151981"/>
                  </a:lnTo>
                  <a:lnTo>
                    <a:pt x="1804030" y="1151987"/>
                  </a:lnTo>
                  <a:lnTo>
                    <a:pt x="1804015" y="1151988"/>
                  </a:lnTo>
                  <a:lnTo>
                    <a:pt x="1803945" y="1151958"/>
                  </a:lnTo>
                  <a:lnTo>
                    <a:pt x="1803828" y="1151961"/>
                  </a:lnTo>
                  <a:lnTo>
                    <a:pt x="1803800" y="1151983"/>
                  </a:lnTo>
                  <a:lnTo>
                    <a:pt x="1803677" y="1152127"/>
                  </a:lnTo>
                  <a:lnTo>
                    <a:pt x="1803651" y="1152190"/>
                  </a:lnTo>
                  <a:lnTo>
                    <a:pt x="1803651" y="1152199"/>
                  </a:lnTo>
                  <a:lnTo>
                    <a:pt x="1803600" y="1152247"/>
                  </a:lnTo>
                  <a:lnTo>
                    <a:pt x="1803540" y="1152300"/>
                  </a:lnTo>
                  <a:lnTo>
                    <a:pt x="1803239" y="1152477"/>
                  </a:lnTo>
                  <a:lnTo>
                    <a:pt x="1803228" y="1152482"/>
                  </a:lnTo>
                  <a:lnTo>
                    <a:pt x="1803156" y="1152486"/>
                  </a:lnTo>
                  <a:lnTo>
                    <a:pt x="1803138" y="1152480"/>
                  </a:lnTo>
                  <a:lnTo>
                    <a:pt x="1803110" y="1152456"/>
                  </a:lnTo>
                  <a:lnTo>
                    <a:pt x="1803012" y="1152357"/>
                  </a:lnTo>
                  <a:lnTo>
                    <a:pt x="1803003" y="1152349"/>
                  </a:lnTo>
                  <a:lnTo>
                    <a:pt x="1802999" y="1152344"/>
                  </a:lnTo>
                  <a:lnTo>
                    <a:pt x="1802996" y="1152338"/>
                  </a:lnTo>
                  <a:lnTo>
                    <a:pt x="1802974" y="1152262"/>
                  </a:lnTo>
                  <a:lnTo>
                    <a:pt x="1802974" y="1152244"/>
                  </a:lnTo>
                  <a:lnTo>
                    <a:pt x="1802979" y="1152212"/>
                  </a:lnTo>
                  <a:lnTo>
                    <a:pt x="1802983" y="1152187"/>
                  </a:lnTo>
                  <a:lnTo>
                    <a:pt x="1802995" y="1152153"/>
                  </a:lnTo>
                  <a:lnTo>
                    <a:pt x="1803006" y="1152132"/>
                  </a:lnTo>
                  <a:lnTo>
                    <a:pt x="1803050" y="1152084"/>
                  </a:lnTo>
                  <a:lnTo>
                    <a:pt x="1803106" y="1152072"/>
                  </a:lnTo>
                  <a:lnTo>
                    <a:pt x="1803112" y="1152072"/>
                  </a:lnTo>
                  <a:lnTo>
                    <a:pt x="1803131" y="1152081"/>
                  </a:lnTo>
                  <a:lnTo>
                    <a:pt x="1803137" y="1152078"/>
                  </a:lnTo>
                  <a:lnTo>
                    <a:pt x="1803146" y="1152064"/>
                  </a:lnTo>
                  <a:lnTo>
                    <a:pt x="1803125" y="1152012"/>
                  </a:lnTo>
                  <a:lnTo>
                    <a:pt x="1803080" y="1151929"/>
                  </a:lnTo>
                  <a:lnTo>
                    <a:pt x="1803034" y="1151876"/>
                  </a:lnTo>
                  <a:lnTo>
                    <a:pt x="1802990" y="1151849"/>
                  </a:lnTo>
                  <a:lnTo>
                    <a:pt x="1802971" y="1151848"/>
                  </a:lnTo>
                  <a:lnTo>
                    <a:pt x="1802783" y="1151839"/>
                  </a:lnTo>
                  <a:lnTo>
                    <a:pt x="1802697" y="1151716"/>
                  </a:lnTo>
                  <a:lnTo>
                    <a:pt x="1802614" y="1151483"/>
                  </a:lnTo>
                  <a:lnTo>
                    <a:pt x="1802592" y="1151419"/>
                  </a:lnTo>
                  <a:lnTo>
                    <a:pt x="1802575" y="1151368"/>
                  </a:lnTo>
                  <a:lnTo>
                    <a:pt x="1802525" y="1151043"/>
                  </a:lnTo>
                  <a:lnTo>
                    <a:pt x="1802525" y="1151022"/>
                  </a:lnTo>
                  <a:lnTo>
                    <a:pt x="1802364" y="1150804"/>
                  </a:lnTo>
                  <a:lnTo>
                    <a:pt x="1802340" y="1150790"/>
                  </a:lnTo>
                  <a:lnTo>
                    <a:pt x="1802331" y="1150769"/>
                  </a:lnTo>
                  <a:lnTo>
                    <a:pt x="1802308" y="1150688"/>
                  </a:lnTo>
                  <a:lnTo>
                    <a:pt x="1802284" y="1150584"/>
                  </a:lnTo>
                  <a:lnTo>
                    <a:pt x="1802281" y="1150572"/>
                  </a:lnTo>
                  <a:lnTo>
                    <a:pt x="1802274" y="1150567"/>
                  </a:lnTo>
                  <a:lnTo>
                    <a:pt x="1802247" y="1150621"/>
                  </a:lnTo>
                  <a:lnTo>
                    <a:pt x="1802241" y="1150648"/>
                  </a:lnTo>
                  <a:lnTo>
                    <a:pt x="1802239" y="1150661"/>
                  </a:lnTo>
                  <a:lnTo>
                    <a:pt x="1802238" y="1150755"/>
                  </a:lnTo>
                  <a:lnTo>
                    <a:pt x="1802286" y="1150844"/>
                  </a:lnTo>
                  <a:lnTo>
                    <a:pt x="1802290" y="1150859"/>
                  </a:lnTo>
                  <a:lnTo>
                    <a:pt x="1802293" y="1150886"/>
                  </a:lnTo>
                  <a:lnTo>
                    <a:pt x="1802294" y="1150902"/>
                  </a:lnTo>
                  <a:lnTo>
                    <a:pt x="1802297" y="1150937"/>
                  </a:lnTo>
                  <a:lnTo>
                    <a:pt x="1802298" y="1151003"/>
                  </a:lnTo>
                  <a:lnTo>
                    <a:pt x="1802248" y="1151192"/>
                  </a:lnTo>
                  <a:lnTo>
                    <a:pt x="1802164" y="1151244"/>
                  </a:lnTo>
                  <a:lnTo>
                    <a:pt x="1802068" y="1151304"/>
                  </a:lnTo>
                  <a:lnTo>
                    <a:pt x="1802012" y="1151299"/>
                  </a:lnTo>
                  <a:lnTo>
                    <a:pt x="1801702" y="1151272"/>
                  </a:lnTo>
                  <a:lnTo>
                    <a:pt x="1801509" y="1151450"/>
                  </a:lnTo>
                  <a:lnTo>
                    <a:pt x="1801506" y="1151454"/>
                  </a:lnTo>
                  <a:lnTo>
                    <a:pt x="1801534" y="1151650"/>
                  </a:lnTo>
                  <a:lnTo>
                    <a:pt x="1801568" y="1151652"/>
                  </a:lnTo>
                  <a:lnTo>
                    <a:pt x="1801586" y="1151656"/>
                  </a:lnTo>
                  <a:lnTo>
                    <a:pt x="1801600" y="1151662"/>
                  </a:lnTo>
                  <a:lnTo>
                    <a:pt x="1801680" y="1151736"/>
                  </a:lnTo>
                  <a:lnTo>
                    <a:pt x="1801850" y="1151953"/>
                  </a:lnTo>
                  <a:lnTo>
                    <a:pt x="1801883" y="1152035"/>
                  </a:lnTo>
                  <a:lnTo>
                    <a:pt x="1802031" y="1152426"/>
                  </a:lnTo>
                  <a:lnTo>
                    <a:pt x="1801944" y="1152699"/>
                  </a:lnTo>
                  <a:lnTo>
                    <a:pt x="1801877" y="1152673"/>
                  </a:lnTo>
                  <a:lnTo>
                    <a:pt x="1801767" y="1152666"/>
                  </a:lnTo>
                  <a:lnTo>
                    <a:pt x="1801702" y="1152724"/>
                  </a:lnTo>
                  <a:lnTo>
                    <a:pt x="1801689" y="1152740"/>
                  </a:lnTo>
                  <a:lnTo>
                    <a:pt x="1801665" y="1152767"/>
                  </a:lnTo>
                  <a:lnTo>
                    <a:pt x="1801657" y="1152778"/>
                  </a:lnTo>
                  <a:lnTo>
                    <a:pt x="1801652" y="1152869"/>
                  </a:lnTo>
                  <a:lnTo>
                    <a:pt x="1801657" y="1152950"/>
                  </a:lnTo>
                  <a:lnTo>
                    <a:pt x="1801663" y="1152982"/>
                  </a:lnTo>
                  <a:lnTo>
                    <a:pt x="1801662" y="1152995"/>
                  </a:lnTo>
                  <a:lnTo>
                    <a:pt x="1801608" y="1153431"/>
                  </a:lnTo>
                  <a:lnTo>
                    <a:pt x="1801604" y="1153455"/>
                  </a:lnTo>
                  <a:lnTo>
                    <a:pt x="1801553" y="1153700"/>
                  </a:lnTo>
                  <a:lnTo>
                    <a:pt x="1801442" y="1153728"/>
                  </a:lnTo>
                  <a:lnTo>
                    <a:pt x="1801404" y="1153743"/>
                  </a:lnTo>
                  <a:lnTo>
                    <a:pt x="1801391" y="1153761"/>
                  </a:lnTo>
                  <a:lnTo>
                    <a:pt x="1801386" y="1153775"/>
                  </a:lnTo>
                  <a:lnTo>
                    <a:pt x="1801386" y="1153922"/>
                  </a:lnTo>
                  <a:lnTo>
                    <a:pt x="1801382" y="1154144"/>
                  </a:lnTo>
                  <a:lnTo>
                    <a:pt x="1801293" y="1154158"/>
                  </a:lnTo>
                  <a:lnTo>
                    <a:pt x="1801280" y="1154247"/>
                  </a:lnTo>
                  <a:lnTo>
                    <a:pt x="1801286" y="1154263"/>
                  </a:lnTo>
                  <a:lnTo>
                    <a:pt x="1801311" y="1154299"/>
                  </a:lnTo>
                  <a:lnTo>
                    <a:pt x="1801341" y="1154322"/>
                  </a:lnTo>
                  <a:lnTo>
                    <a:pt x="1801365" y="1154335"/>
                  </a:lnTo>
                  <a:lnTo>
                    <a:pt x="1801392" y="1154336"/>
                  </a:lnTo>
                  <a:lnTo>
                    <a:pt x="1801397" y="1154336"/>
                  </a:lnTo>
                  <a:lnTo>
                    <a:pt x="1801423" y="1154333"/>
                  </a:lnTo>
                  <a:lnTo>
                    <a:pt x="1801515" y="1154299"/>
                  </a:lnTo>
                  <a:lnTo>
                    <a:pt x="1801525" y="1154285"/>
                  </a:lnTo>
                  <a:lnTo>
                    <a:pt x="1801555" y="1154243"/>
                  </a:lnTo>
                  <a:lnTo>
                    <a:pt x="1801600" y="1154187"/>
                  </a:lnTo>
                  <a:lnTo>
                    <a:pt x="1801649" y="1154240"/>
                  </a:lnTo>
                  <a:lnTo>
                    <a:pt x="1801740" y="1154337"/>
                  </a:lnTo>
                  <a:lnTo>
                    <a:pt x="1801844" y="1154451"/>
                  </a:lnTo>
                  <a:lnTo>
                    <a:pt x="1801843" y="1154460"/>
                  </a:lnTo>
                  <a:lnTo>
                    <a:pt x="1801784" y="1154585"/>
                  </a:lnTo>
                  <a:lnTo>
                    <a:pt x="1801745" y="1154799"/>
                  </a:lnTo>
                  <a:lnTo>
                    <a:pt x="1801758" y="1154804"/>
                  </a:lnTo>
                  <a:lnTo>
                    <a:pt x="1801790" y="1154784"/>
                  </a:lnTo>
                  <a:lnTo>
                    <a:pt x="1801807" y="1154770"/>
                  </a:lnTo>
                  <a:lnTo>
                    <a:pt x="1801927" y="1154663"/>
                  </a:lnTo>
                  <a:lnTo>
                    <a:pt x="1801996" y="1154567"/>
                  </a:lnTo>
                  <a:lnTo>
                    <a:pt x="1802031" y="1154512"/>
                  </a:lnTo>
                  <a:lnTo>
                    <a:pt x="1802055" y="1154415"/>
                  </a:lnTo>
                  <a:lnTo>
                    <a:pt x="1802209" y="1153674"/>
                  </a:lnTo>
                  <a:lnTo>
                    <a:pt x="1802223" y="1153472"/>
                  </a:lnTo>
                  <a:lnTo>
                    <a:pt x="1802226" y="1153414"/>
                  </a:lnTo>
                  <a:lnTo>
                    <a:pt x="1802346" y="1153017"/>
                  </a:lnTo>
                  <a:lnTo>
                    <a:pt x="1802504" y="1152828"/>
                  </a:lnTo>
                  <a:lnTo>
                    <a:pt x="1802881" y="1152519"/>
                  </a:lnTo>
                  <a:lnTo>
                    <a:pt x="1802903" y="1152507"/>
                  </a:lnTo>
                  <a:lnTo>
                    <a:pt x="1802912" y="1152506"/>
                  </a:lnTo>
                  <a:lnTo>
                    <a:pt x="1802954" y="1152507"/>
                  </a:lnTo>
                  <a:lnTo>
                    <a:pt x="1802980" y="1152508"/>
                  </a:lnTo>
                  <a:lnTo>
                    <a:pt x="1802993" y="1152514"/>
                  </a:lnTo>
                  <a:lnTo>
                    <a:pt x="1803047" y="1152549"/>
                  </a:lnTo>
                  <a:lnTo>
                    <a:pt x="1803057" y="1152563"/>
                  </a:lnTo>
                  <a:lnTo>
                    <a:pt x="1803061" y="1152577"/>
                  </a:lnTo>
                  <a:lnTo>
                    <a:pt x="1803089" y="1152676"/>
                  </a:lnTo>
                  <a:lnTo>
                    <a:pt x="1803134" y="1152776"/>
                  </a:lnTo>
                  <a:lnTo>
                    <a:pt x="1803154" y="1152787"/>
                  </a:lnTo>
                  <a:lnTo>
                    <a:pt x="1803171" y="1152793"/>
                  </a:lnTo>
                  <a:lnTo>
                    <a:pt x="1803193" y="1152793"/>
                  </a:lnTo>
                  <a:lnTo>
                    <a:pt x="1803616" y="1152771"/>
                  </a:lnTo>
                  <a:lnTo>
                    <a:pt x="1803945" y="1152643"/>
                  </a:lnTo>
                  <a:lnTo>
                    <a:pt x="1803996" y="1152565"/>
                  </a:lnTo>
                  <a:lnTo>
                    <a:pt x="1804003" y="1152549"/>
                  </a:lnTo>
                  <a:lnTo>
                    <a:pt x="1804006" y="1152535"/>
                  </a:lnTo>
                  <a:lnTo>
                    <a:pt x="1804007" y="1152530"/>
                  </a:lnTo>
                  <a:lnTo>
                    <a:pt x="1804009" y="1152513"/>
                  </a:lnTo>
                  <a:lnTo>
                    <a:pt x="1804012" y="1152504"/>
                  </a:lnTo>
                  <a:lnTo>
                    <a:pt x="1804015" y="1152494"/>
                  </a:lnTo>
                  <a:lnTo>
                    <a:pt x="1804021" y="1152484"/>
                  </a:lnTo>
                  <a:lnTo>
                    <a:pt x="1804028" y="1152478"/>
                  </a:lnTo>
                  <a:lnTo>
                    <a:pt x="1804043" y="1152468"/>
                  </a:lnTo>
                  <a:lnTo>
                    <a:pt x="1804114" y="1152423"/>
                  </a:lnTo>
                  <a:lnTo>
                    <a:pt x="1804140" y="1152410"/>
                  </a:lnTo>
                  <a:lnTo>
                    <a:pt x="1804423" y="1152336"/>
                  </a:lnTo>
                  <a:lnTo>
                    <a:pt x="1804434" y="1152334"/>
                  </a:lnTo>
                  <a:lnTo>
                    <a:pt x="1804592" y="1152432"/>
                  </a:lnTo>
                  <a:lnTo>
                    <a:pt x="1804615" y="1152450"/>
                  </a:lnTo>
                  <a:lnTo>
                    <a:pt x="1804776" y="1152579"/>
                  </a:lnTo>
                  <a:lnTo>
                    <a:pt x="1804789" y="1152671"/>
                  </a:lnTo>
                  <a:lnTo>
                    <a:pt x="1804782" y="1152686"/>
                  </a:lnTo>
                  <a:lnTo>
                    <a:pt x="1804781" y="1152695"/>
                  </a:lnTo>
                  <a:lnTo>
                    <a:pt x="1804774" y="1152806"/>
                  </a:lnTo>
                  <a:lnTo>
                    <a:pt x="1804849" y="1152939"/>
                  </a:lnTo>
                  <a:lnTo>
                    <a:pt x="1804844" y="1152961"/>
                  </a:lnTo>
                  <a:lnTo>
                    <a:pt x="1804846" y="1152980"/>
                  </a:lnTo>
                  <a:lnTo>
                    <a:pt x="1804851" y="1152992"/>
                  </a:lnTo>
                  <a:lnTo>
                    <a:pt x="1804960" y="1153100"/>
                  </a:lnTo>
                  <a:lnTo>
                    <a:pt x="1804982" y="1153122"/>
                  </a:lnTo>
                  <a:lnTo>
                    <a:pt x="1805073" y="1153211"/>
                  </a:lnTo>
                  <a:lnTo>
                    <a:pt x="1805250" y="1153384"/>
                  </a:lnTo>
                  <a:lnTo>
                    <a:pt x="1805256" y="1153387"/>
                  </a:lnTo>
                  <a:lnTo>
                    <a:pt x="1805271" y="1153383"/>
                  </a:lnTo>
                  <a:lnTo>
                    <a:pt x="1805376" y="1153336"/>
                  </a:lnTo>
                  <a:lnTo>
                    <a:pt x="1805649" y="1153359"/>
                  </a:lnTo>
                  <a:lnTo>
                    <a:pt x="1805660" y="1153363"/>
                  </a:lnTo>
                  <a:lnTo>
                    <a:pt x="1805667" y="1153369"/>
                  </a:lnTo>
                  <a:lnTo>
                    <a:pt x="1805673" y="1153374"/>
                  </a:lnTo>
                  <a:lnTo>
                    <a:pt x="1805698" y="1153397"/>
                  </a:lnTo>
                  <a:lnTo>
                    <a:pt x="1805759" y="1153455"/>
                  </a:lnTo>
                  <a:lnTo>
                    <a:pt x="1805781" y="1153484"/>
                  </a:lnTo>
                  <a:lnTo>
                    <a:pt x="1805793" y="1153544"/>
                  </a:lnTo>
                  <a:lnTo>
                    <a:pt x="1805793" y="1153549"/>
                  </a:lnTo>
                  <a:lnTo>
                    <a:pt x="1805792" y="1153555"/>
                  </a:lnTo>
                  <a:lnTo>
                    <a:pt x="1805763" y="1153644"/>
                  </a:lnTo>
                  <a:lnTo>
                    <a:pt x="1805742" y="1153668"/>
                  </a:lnTo>
                  <a:lnTo>
                    <a:pt x="1805738" y="1153669"/>
                  </a:lnTo>
                  <a:lnTo>
                    <a:pt x="1805711" y="1153669"/>
                  </a:lnTo>
                  <a:lnTo>
                    <a:pt x="1805681" y="1153665"/>
                  </a:lnTo>
                  <a:lnTo>
                    <a:pt x="1805641" y="1153649"/>
                  </a:lnTo>
                  <a:lnTo>
                    <a:pt x="1805626" y="1153644"/>
                  </a:lnTo>
                  <a:lnTo>
                    <a:pt x="1805619" y="1153640"/>
                  </a:lnTo>
                  <a:lnTo>
                    <a:pt x="1805588" y="1153754"/>
                  </a:lnTo>
                  <a:lnTo>
                    <a:pt x="1805738" y="1153973"/>
                  </a:lnTo>
                  <a:lnTo>
                    <a:pt x="1805900" y="1154210"/>
                  </a:lnTo>
                  <a:lnTo>
                    <a:pt x="1806251" y="1154397"/>
                  </a:lnTo>
                  <a:lnTo>
                    <a:pt x="1806365" y="1154397"/>
                  </a:lnTo>
                  <a:lnTo>
                    <a:pt x="1806545" y="1154254"/>
                  </a:lnTo>
                  <a:lnTo>
                    <a:pt x="1806552" y="1154247"/>
                  </a:lnTo>
                  <a:lnTo>
                    <a:pt x="1806659" y="1154148"/>
                  </a:lnTo>
                  <a:lnTo>
                    <a:pt x="1806692" y="1154103"/>
                  </a:lnTo>
                  <a:lnTo>
                    <a:pt x="1806713" y="1154044"/>
                  </a:lnTo>
                  <a:lnTo>
                    <a:pt x="1806732" y="1153973"/>
                  </a:lnTo>
                  <a:lnTo>
                    <a:pt x="1806744" y="1153882"/>
                  </a:lnTo>
                  <a:lnTo>
                    <a:pt x="1806739" y="1153879"/>
                  </a:lnTo>
                  <a:lnTo>
                    <a:pt x="1806733" y="1153873"/>
                  </a:lnTo>
                  <a:lnTo>
                    <a:pt x="1806720" y="1153835"/>
                  </a:lnTo>
                  <a:lnTo>
                    <a:pt x="1806719" y="1153819"/>
                  </a:lnTo>
                  <a:lnTo>
                    <a:pt x="1806723" y="1153801"/>
                  </a:lnTo>
                  <a:lnTo>
                    <a:pt x="1806760" y="1153726"/>
                  </a:lnTo>
                  <a:lnTo>
                    <a:pt x="1806804" y="1153674"/>
                  </a:lnTo>
                  <a:lnTo>
                    <a:pt x="1807076" y="1153451"/>
                  </a:lnTo>
                  <a:lnTo>
                    <a:pt x="1807170" y="1153460"/>
                  </a:lnTo>
                  <a:lnTo>
                    <a:pt x="1807201" y="1153464"/>
                  </a:lnTo>
                  <a:lnTo>
                    <a:pt x="1807214" y="1153468"/>
                  </a:lnTo>
                  <a:lnTo>
                    <a:pt x="1807218" y="1153471"/>
                  </a:lnTo>
                  <a:lnTo>
                    <a:pt x="1807224" y="1153477"/>
                  </a:lnTo>
                  <a:lnTo>
                    <a:pt x="1807226" y="1153484"/>
                  </a:lnTo>
                  <a:lnTo>
                    <a:pt x="1807231" y="1153495"/>
                  </a:lnTo>
                  <a:lnTo>
                    <a:pt x="1807247" y="1153529"/>
                  </a:lnTo>
                  <a:lnTo>
                    <a:pt x="1807278" y="1153579"/>
                  </a:lnTo>
                  <a:lnTo>
                    <a:pt x="1807285" y="1153587"/>
                  </a:lnTo>
                  <a:lnTo>
                    <a:pt x="1807293" y="1153595"/>
                  </a:lnTo>
                  <a:lnTo>
                    <a:pt x="1807617" y="1153548"/>
                  </a:lnTo>
                  <a:lnTo>
                    <a:pt x="1807664" y="1153524"/>
                  </a:lnTo>
                  <a:lnTo>
                    <a:pt x="1807697" y="1153486"/>
                  </a:lnTo>
                  <a:lnTo>
                    <a:pt x="1807724" y="1153441"/>
                  </a:lnTo>
                  <a:lnTo>
                    <a:pt x="1807730" y="1153428"/>
                  </a:lnTo>
                  <a:lnTo>
                    <a:pt x="1807751" y="1153364"/>
                  </a:lnTo>
                  <a:lnTo>
                    <a:pt x="1807758" y="1153340"/>
                  </a:lnTo>
                  <a:lnTo>
                    <a:pt x="1807761" y="1153318"/>
                  </a:lnTo>
                  <a:lnTo>
                    <a:pt x="1807761" y="1153301"/>
                  </a:lnTo>
                  <a:lnTo>
                    <a:pt x="1807758" y="1153292"/>
                  </a:lnTo>
                  <a:lnTo>
                    <a:pt x="1807763" y="1153274"/>
                  </a:lnTo>
                  <a:lnTo>
                    <a:pt x="1807766" y="1153268"/>
                  </a:lnTo>
                  <a:lnTo>
                    <a:pt x="1807843" y="1153156"/>
                  </a:lnTo>
                  <a:lnTo>
                    <a:pt x="1807848" y="1153149"/>
                  </a:lnTo>
                  <a:lnTo>
                    <a:pt x="1807860" y="1153133"/>
                  </a:lnTo>
                  <a:lnTo>
                    <a:pt x="1807874" y="1153116"/>
                  </a:lnTo>
                  <a:lnTo>
                    <a:pt x="1807941" y="1153061"/>
                  </a:lnTo>
                  <a:lnTo>
                    <a:pt x="1807972" y="1153041"/>
                  </a:lnTo>
                  <a:lnTo>
                    <a:pt x="1807995" y="1153029"/>
                  </a:lnTo>
                  <a:lnTo>
                    <a:pt x="1808006" y="1153025"/>
                  </a:lnTo>
                  <a:lnTo>
                    <a:pt x="1808016" y="1153022"/>
                  </a:lnTo>
                  <a:lnTo>
                    <a:pt x="1808035" y="1153020"/>
                  </a:lnTo>
                  <a:lnTo>
                    <a:pt x="1808058" y="1153024"/>
                  </a:lnTo>
                  <a:lnTo>
                    <a:pt x="1808090" y="1153029"/>
                  </a:lnTo>
                  <a:lnTo>
                    <a:pt x="1808106" y="1153034"/>
                  </a:lnTo>
                  <a:lnTo>
                    <a:pt x="1808232" y="1153105"/>
                  </a:lnTo>
                  <a:lnTo>
                    <a:pt x="1808304" y="1153156"/>
                  </a:lnTo>
                  <a:lnTo>
                    <a:pt x="1808343" y="1153192"/>
                  </a:lnTo>
                  <a:lnTo>
                    <a:pt x="1808361" y="1153218"/>
                  </a:lnTo>
                  <a:lnTo>
                    <a:pt x="1808379" y="1153249"/>
                  </a:lnTo>
                  <a:lnTo>
                    <a:pt x="1808435" y="1153345"/>
                  </a:lnTo>
                  <a:lnTo>
                    <a:pt x="1808440" y="1153353"/>
                  </a:lnTo>
                  <a:lnTo>
                    <a:pt x="1808459" y="1153393"/>
                  </a:lnTo>
                  <a:lnTo>
                    <a:pt x="1808461" y="1153400"/>
                  </a:lnTo>
                  <a:lnTo>
                    <a:pt x="1808488" y="1153523"/>
                  </a:lnTo>
                  <a:lnTo>
                    <a:pt x="1808489" y="1153532"/>
                  </a:lnTo>
                  <a:lnTo>
                    <a:pt x="1808527" y="1153579"/>
                  </a:lnTo>
                  <a:lnTo>
                    <a:pt x="1808691" y="1153700"/>
                  </a:lnTo>
                  <a:lnTo>
                    <a:pt x="1808869" y="1153814"/>
                  </a:lnTo>
                  <a:lnTo>
                    <a:pt x="1808824" y="1154045"/>
                  </a:lnTo>
                  <a:lnTo>
                    <a:pt x="1808810" y="1154208"/>
                  </a:lnTo>
                  <a:lnTo>
                    <a:pt x="1808799" y="1154325"/>
                  </a:lnTo>
                  <a:lnTo>
                    <a:pt x="1808816" y="1154560"/>
                  </a:lnTo>
                  <a:lnTo>
                    <a:pt x="1808828" y="1154739"/>
                  </a:lnTo>
                  <a:lnTo>
                    <a:pt x="1808829" y="1155082"/>
                  </a:lnTo>
                  <a:lnTo>
                    <a:pt x="1808929" y="1155463"/>
                  </a:lnTo>
                  <a:lnTo>
                    <a:pt x="1808936" y="1155490"/>
                  </a:lnTo>
                  <a:lnTo>
                    <a:pt x="1808940" y="1155506"/>
                  </a:lnTo>
                  <a:lnTo>
                    <a:pt x="1808945" y="1155506"/>
                  </a:lnTo>
                  <a:lnTo>
                    <a:pt x="1808956" y="1155505"/>
                  </a:lnTo>
                  <a:lnTo>
                    <a:pt x="1808986" y="1155492"/>
                  </a:lnTo>
                  <a:lnTo>
                    <a:pt x="1808994" y="1155482"/>
                  </a:lnTo>
                  <a:lnTo>
                    <a:pt x="1808999" y="1155478"/>
                  </a:lnTo>
                  <a:lnTo>
                    <a:pt x="1809060" y="1155450"/>
                  </a:lnTo>
                  <a:lnTo>
                    <a:pt x="1809251" y="1155562"/>
                  </a:lnTo>
                  <a:lnTo>
                    <a:pt x="1809259" y="1155568"/>
                  </a:lnTo>
                  <a:lnTo>
                    <a:pt x="1809294" y="1155612"/>
                  </a:lnTo>
                  <a:lnTo>
                    <a:pt x="1809297" y="1155621"/>
                  </a:lnTo>
                  <a:lnTo>
                    <a:pt x="1809298" y="1155636"/>
                  </a:lnTo>
                  <a:lnTo>
                    <a:pt x="1809252" y="1155721"/>
                  </a:lnTo>
                  <a:lnTo>
                    <a:pt x="1809236" y="1155734"/>
                  </a:lnTo>
                  <a:lnTo>
                    <a:pt x="1809213" y="1155743"/>
                  </a:lnTo>
                  <a:lnTo>
                    <a:pt x="1809187" y="1155755"/>
                  </a:lnTo>
                  <a:lnTo>
                    <a:pt x="1809149" y="1155781"/>
                  </a:lnTo>
                  <a:lnTo>
                    <a:pt x="1809126" y="1155802"/>
                  </a:lnTo>
                  <a:lnTo>
                    <a:pt x="1809124" y="1155806"/>
                  </a:lnTo>
                  <a:lnTo>
                    <a:pt x="1809122" y="1155812"/>
                  </a:lnTo>
                  <a:lnTo>
                    <a:pt x="1809164" y="1155901"/>
                  </a:lnTo>
                  <a:lnTo>
                    <a:pt x="1809237" y="1156029"/>
                  </a:lnTo>
                  <a:lnTo>
                    <a:pt x="1809395" y="1156015"/>
                  </a:lnTo>
                  <a:lnTo>
                    <a:pt x="1809395" y="1155998"/>
                  </a:lnTo>
                  <a:lnTo>
                    <a:pt x="1809417" y="1155962"/>
                  </a:lnTo>
                  <a:lnTo>
                    <a:pt x="1809434" y="1155948"/>
                  </a:lnTo>
                  <a:lnTo>
                    <a:pt x="1809447" y="1155939"/>
                  </a:lnTo>
                  <a:lnTo>
                    <a:pt x="1809461" y="1155933"/>
                  </a:lnTo>
                  <a:lnTo>
                    <a:pt x="1809483" y="1155927"/>
                  </a:lnTo>
                  <a:lnTo>
                    <a:pt x="1809500" y="1155927"/>
                  </a:lnTo>
                  <a:lnTo>
                    <a:pt x="1809520" y="1155930"/>
                  </a:lnTo>
                  <a:lnTo>
                    <a:pt x="1809529" y="1155933"/>
                  </a:lnTo>
                  <a:lnTo>
                    <a:pt x="1809540" y="1155937"/>
                  </a:lnTo>
                  <a:lnTo>
                    <a:pt x="1809550" y="1155942"/>
                  </a:lnTo>
                  <a:lnTo>
                    <a:pt x="1809560" y="1155947"/>
                  </a:lnTo>
                  <a:lnTo>
                    <a:pt x="1809570" y="1155955"/>
                  </a:lnTo>
                  <a:lnTo>
                    <a:pt x="1809582" y="1155970"/>
                  </a:lnTo>
                  <a:lnTo>
                    <a:pt x="1809606" y="1156048"/>
                  </a:lnTo>
                  <a:lnTo>
                    <a:pt x="1809613" y="1156161"/>
                  </a:lnTo>
                  <a:lnTo>
                    <a:pt x="1809630" y="1156235"/>
                  </a:lnTo>
                  <a:lnTo>
                    <a:pt x="1809655" y="1156330"/>
                  </a:lnTo>
                  <a:lnTo>
                    <a:pt x="1809659" y="1156341"/>
                  </a:lnTo>
                  <a:lnTo>
                    <a:pt x="1809686" y="1156397"/>
                  </a:lnTo>
                  <a:lnTo>
                    <a:pt x="1809960" y="1156796"/>
                  </a:lnTo>
                  <a:lnTo>
                    <a:pt x="1810081" y="1156902"/>
                  </a:lnTo>
                  <a:lnTo>
                    <a:pt x="1810087" y="1156901"/>
                  </a:lnTo>
                  <a:lnTo>
                    <a:pt x="1810325" y="1156926"/>
                  </a:lnTo>
                  <a:lnTo>
                    <a:pt x="1810401" y="1156937"/>
                  </a:lnTo>
                  <a:lnTo>
                    <a:pt x="1810705" y="1157007"/>
                  </a:lnTo>
                  <a:lnTo>
                    <a:pt x="1810739" y="1157016"/>
                  </a:lnTo>
                  <a:lnTo>
                    <a:pt x="1810786" y="1157048"/>
                  </a:lnTo>
                  <a:lnTo>
                    <a:pt x="1810824" y="1157086"/>
                  </a:lnTo>
                  <a:lnTo>
                    <a:pt x="1810899" y="1157055"/>
                  </a:lnTo>
                  <a:lnTo>
                    <a:pt x="1810943" y="1156935"/>
                  </a:lnTo>
                  <a:lnTo>
                    <a:pt x="1811019" y="1156826"/>
                  </a:lnTo>
                  <a:lnTo>
                    <a:pt x="1811223" y="1156799"/>
                  </a:lnTo>
                  <a:lnTo>
                    <a:pt x="1811230" y="1156800"/>
                  </a:lnTo>
                  <a:lnTo>
                    <a:pt x="1811234" y="1156803"/>
                  </a:lnTo>
                  <a:lnTo>
                    <a:pt x="1811241" y="1156811"/>
                  </a:lnTo>
                  <a:lnTo>
                    <a:pt x="1811244" y="1156818"/>
                  </a:lnTo>
                  <a:lnTo>
                    <a:pt x="1811247" y="1156826"/>
                  </a:lnTo>
                  <a:lnTo>
                    <a:pt x="1811248" y="1156833"/>
                  </a:lnTo>
                  <a:lnTo>
                    <a:pt x="1811258" y="1156948"/>
                  </a:lnTo>
                  <a:lnTo>
                    <a:pt x="1811185" y="1157121"/>
                  </a:lnTo>
                  <a:lnTo>
                    <a:pt x="1811114" y="1157234"/>
                  </a:lnTo>
                  <a:lnTo>
                    <a:pt x="1810920" y="1157545"/>
                  </a:lnTo>
                  <a:lnTo>
                    <a:pt x="1810907" y="1157566"/>
                  </a:lnTo>
                  <a:lnTo>
                    <a:pt x="1810904" y="1157571"/>
                  </a:lnTo>
                  <a:lnTo>
                    <a:pt x="1810870" y="1157597"/>
                  </a:lnTo>
                  <a:lnTo>
                    <a:pt x="1810862" y="1157599"/>
                  </a:lnTo>
                  <a:lnTo>
                    <a:pt x="1810777" y="1157593"/>
                  </a:lnTo>
                  <a:lnTo>
                    <a:pt x="1810771" y="1157590"/>
                  </a:lnTo>
                  <a:lnTo>
                    <a:pt x="1810764" y="1157585"/>
                  </a:lnTo>
                  <a:lnTo>
                    <a:pt x="1810615" y="1157474"/>
                  </a:lnTo>
                  <a:lnTo>
                    <a:pt x="1810583" y="1157433"/>
                  </a:lnTo>
                  <a:lnTo>
                    <a:pt x="1810535" y="1157352"/>
                  </a:lnTo>
                  <a:lnTo>
                    <a:pt x="1810528" y="1157339"/>
                  </a:lnTo>
                  <a:lnTo>
                    <a:pt x="1810519" y="1157324"/>
                  </a:lnTo>
                  <a:lnTo>
                    <a:pt x="1810478" y="1157288"/>
                  </a:lnTo>
                  <a:lnTo>
                    <a:pt x="1810455" y="1157273"/>
                  </a:lnTo>
                  <a:lnTo>
                    <a:pt x="1810451" y="1157272"/>
                  </a:lnTo>
                  <a:lnTo>
                    <a:pt x="1810444" y="1157271"/>
                  </a:lnTo>
                  <a:lnTo>
                    <a:pt x="1810431" y="1157270"/>
                  </a:lnTo>
                  <a:lnTo>
                    <a:pt x="1810238" y="1157259"/>
                  </a:lnTo>
                  <a:lnTo>
                    <a:pt x="1810179" y="1157258"/>
                  </a:lnTo>
                  <a:lnTo>
                    <a:pt x="1810173" y="1157263"/>
                  </a:lnTo>
                  <a:lnTo>
                    <a:pt x="1810159" y="1157272"/>
                  </a:lnTo>
                  <a:lnTo>
                    <a:pt x="1810155" y="1157279"/>
                  </a:lnTo>
                  <a:lnTo>
                    <a:pt x="1810139" y="1157305"/>
                  </a:lnTo>
                  <a:lnTo>
                    <a:pt x="1810137" y="1157346"/>
                  </a:lnTo>
                  <a:lnTo>
                    <a:pt x="1810135" y="1157378"/>
                  </a:lnTo>
                  <a:lnTo>
                    <a:pt x="1810126" y="1157385"/>
                  </a:lnTo>
                  <a:lnTo>
                    <a:pt x="1810038" y="1157425"/>
                  </a:lnTo>
                  <a:lnTo>
                    <a:pt x="1809898" y="1157489"/>
                  </a:lnTo>
                  <a:lnTo>
                    <a:pt x="1809886" y="1157491"/>
                  </a:lnTo>
                  <a:lnTo>
                    <a:pt x="1809805" y="1157500"/>
                  </a:lnTo>
                  <a:lnTo>
                    <a:pt x="1809778" y="1157503"/>
                  </a:lnTo>
                  <a:lnTo>
                    <a:pt x="1809377" y="1157471"/>
                  </a:lnTo>
                  <a:lnTo>
                    <a:pt x="1809332" y="1157465"/>
                  </a:lnTo>
                  <a:lnTo>
                    <a:pt x="1809321" y="1157463"/>
                  </a:lnTo>
                  <a:lnTo>
                    <a:pt x="1809308" y="1157459"/>
                  </a:lnTo>
                  <a:lnTo>
                    <a:pt x="1809199" y="1157417"/>
                  </a:lnTo>
                  <a:lnTo>
                    <a:pt x="1809096" y="1157378"/>
                  </a:lnTo>
                  <a:lnTo>
                    <a:pt x="1809037" y="1157359"/>
                  </a:lnTo>
                  <a:lnTo>
                    <a:pt x="1809011" y="1157355"/>
                  </a:lnTo>
                  <a:lnTo>
                    <a:pt x="1808992" y="1157352"/>
                  </a:lnTo>
                  <a:lnTo>
                    <a:pt x="1808983" y="1157353"/>
                  </a:lnTo>
                  <a:lnTo>
                    <a:pt x="1808978" y="1157355"/>
                  </a:lnTo>
                  <a:lnTo>
                    <a:pt x="1808952" y="1157383"/>
                  </a:lnTo>
                  <a:lnTo>
                    <a:pt x="1808928" y="1157421"/>
                  </a:lnTo>
                  <a:lnTo>
                    <a:pt x="1808912" y="1157467"/>
                  </a:lnTo>
                  <a:lnTo>
                    <a:pt x="1808906" y="1157527"/>
                  </a:lnTo>
                  <a:lnTo>
                    <a:pt x="1808909" y="1157534"/>
                  </a:lnTo>
                  <a:lnTo>
                    <a:pt x="1808913" y="1157539"/>
                  </a:lnTo>
                  <a:lnTo>
                    <a:pt x="1809256" y="1157659"/>
                  </a:lnTo>
                  <a:lnTo>
                    <a:pt x="1809582" y="1157798"/>
                  </a:lnTo>
                  <a:lnTo>
                    <a:pt x="1809664" y="1157833"/>
                  </a:lnTo>
                  <a:lnTo>
                    <a:pt x="1810071" y="1157998"/>
                  </a:lnTo>
                  <a:lnTo>
                    <a:pt x="1810076" y="1158000"/>
                  </a:lnTo>
                  <a:lnTo>
                    <a:pt x="1810308" y="1158080"/>
                  </a:lnTo>
                  <a:lnTo>
                    <a:pt x="1810363" y="1158157"/>
                  </a:lnTo>
                  <a:lnTo>
                    <a:pt x="1810361" y="1158218"/>
                  </a:lnTo>
                  <a:lnTo>
                    <a:pt x="1810336" y="1158224"/>
                  </a:lnTo>
                  <a:lnTo>
                    <a:pt x="1810239" y="1158244"/>
                  </a:lnTo>
                  <a:lnTo>
                    <a:pt x="1810191" y="1158252"/>
                  </a:lnTo>
                  <a:lnTo>
                    <a:pt x="1810183" y="1158251"/>
                  </a:lnTo>
                  <a:lnTo>
                    <a:pt x="1810032" y="1158239"/>
                  </a:lnTo>
                  <a:lnTo>
                    <a:pt x="1809834" y="1158224"/>
                  </a:lnTo>
                  <a:lnTo>
                    <a:pt x="1809475" y="1158283"/>
                  </a:lnTo>
                  <a:lnTo>
                    <a:pt x="1809457" y="1158285"/>
                  </a:lnTo>
                  <a:lnTo>
                    <a:pt x="1809343" y="1158294"/>
                  </a:lnTo>
                  <a:lnTo>
                    <a:pt x="1809298" y="1158294"/>
                  </a:lnTo>
                  <a:lnTo>
                    <a:pt x="1809224" y="1158289"/>
                  </a:lnTo>
                  <a:lnTo>
                    <a:pt x="1809057" y="1158276"/>
                  </a:lnTo>
                  <a:lnTo>
                    <a:pt x="1808945" y="1158225"/>
                  </a:lnTo>
                  <a:lnTo>
                    <a:pt x="1808806" y="1158161"/>
                  </a:lnTo>
                  <a:lnTo>
                    <a:pt x="1808792" y="1158158"/>
                  </a:lnTo>
                  <a:lnTo>
                    <a:pt x="1808756" y="1158154"/>
                  </a:lnTo>
                  <a:lnTo>
                    <a:pt x="1808747" y="1158153"/>
                  </a:lnTo>
                  <a:lnTo>
                    <a:pt x="1808687" y="1158241"/>
                  </a:lnTo>
                  <a:lnTo>
                    <a:pt x="1808506" y="1158504"/>
                  </a:lnTo>
                  <a:lnTo>
                    <a:pt x="1808521" y="1158641"/>
                  </a:lnTo>
                  <a:lnTo>
                    <a:pt x="1808526" y="1158653"/>
                  </a:lnTo>
                  <a:lnTo>
                    <a:pt x="1808530" y="1158654"/>
                  </a:lnTo>
                  <a:lnTo>
                    <a:pt x="1808575" y="1158666"/>
                  </a:lnTo>
                  <a:lnTo>
                    <a:pt x="1808926" y="1158713"/>
                  </a:lnTo>
                  <a:lnTo>
                    <a:pt x="1808931" y="1158791"/>
                  </a:lnTo>
                  <a:lnTo>
                    <a:pt x="1808893" y="1158805"/>
                  </a:lnTo>
                  <a:lnTo>
                    <a:pt x="1808842" y="1158834"/>
                  </a:lnTo>
                  <a:lnTo>
                    <a:pt x="1808693" y="1158989"/>
                  </a:lnTo>
                  <a:lnTo>
                    <a:pt x="1808668" y="1159021"/>
                  </a:lnTo>
                  <a:lnTo>
                    <a:pt x="1808599" y="1159172"/>
                  </a:lnTo>
                  <a:lnTo>
                    <a:pt x="1808595" y="1159213"/>
                  </a:lnTo>
                  <a:lnTo>
                    <a:pt x="1808668" y="1159386"/>
                  </a:lnTo>
                  <a:lnTo>
                    <a:pt x="1808673" y="1159396"/>
                  </a:lnTo>
                  <a:lnTo>
                    <a:pt x="1808735" y="1159487"/>
                  </a:lnTo>
                  <a:lnTo>
                    <a:pt x="1808772" y="1159495"/>
                  </a:lnTo>
                  <a:lnTo>
                    <a:pt x="1808928" y="1159487"/>
                  </a:lnTo>
                  <a:lnTo>
                    <a:pt x="1808953" y="1159486"/>
                  </a:lnTo>
                  <a:lnTo>
                    <a:pt x="1809219" y="1159459"/>
                  </a:lnTo>
                  <a:lnTo>
                    <a:pt x="1809232" y="1159458"/>
                  </a:lnTo>
                  <a:lnTo>
                    <a:pt x="1809247" y="1159455"/>
                  </a:lnTo>
                  <a:lnTo>
                    <a:pt x="1809275" y="1159450"/>
                  </a:lnTo>
                  <a:lnTo>
                    <a:pt x="1809378" y="1159408"/>
                  </a:lnTo>
                  <a:lnTo>
                    <a:pt x="1809410" y="1159395"/>
                  </a:lnTo>
                  <a:lnTo>
                    <a:pt x="1809429" y="1159381"/>
                  </a:lnTo>
                  <a:lnTo>
                    <a:pt x="1809434" y="1159377"/>
                  </a:lnTo>
                  <a:lnTo>
                    <a:pt x="1809442" y="1159364"/>
                  </a:lnTo>
                  <a:lnTo>
                    <a:pt x="1809448" y="1159356"/>
                  </a:lnTo>
                  <a:lnTo>
                    <a:pt x="1809451" y="1159354"/>
                  </a:lnTo>
                  <a:lnTo>
                    <a:pt x="1809459" y="1159350"/>
                  </a:lnTo>
                  <a:lnTo>
                    <a:pt x="1809466" y="1159349"/>
                  </a:lnTo>
                  <a:lnTo>
                    <a:pt x="1809559" y="1159338"/>
                  </a:lnTo>
                  <a:lnTo>
                    <a:pt x="1809563" y="1159340"/>
                  </a:lnTo>
                  <a:lnTo>
                    <a:pt x="1809567" y="1159344"/>
                  </a:lnTo>
                  <a:lnTo>
                    <a:pt x="1809568" y="1159349"/>
                  </a:lnTo>
                  <a:lnTo>
                    <a:pt x="1809570" y="1159353"/>
                  </a:lnTo>
                  <a:lnTo>
                    <a:pt x="1809570" y="1159359"/>
                  </a:lnTo>
                  <a:lnTo>
                    <a:pt x="1809569" y="1159366"/>
                  </a:lnTo>
                  <a:lnTo>
                    <a:pt x="1809561" y="1159379"/>
                  </a:lnTo>
                  <a:lnTo>
                    <a:pt x="1809208" y="1159735"/>
                  </a:lnTo>
                  <a:lnTo>
                    <a:pt x="1809144" y="1159776"/>
                  </a:lnTo>
                  <a:lnTo>
                    <a:pt x="1809034" y="1159746"/>
                  </a:lnTo>
                  <a:lnTo>
                    <a:pt x="1808909" y="1159670"/>
                  </a:lnTo>
                  <a:lnTo>
                    <a:pt x="1808899" y="1159666"/>
                  </a:lnTo>
                  <a:lnTo>
                    <a:pt x="1808861" y="1159657"/>
                  </a:lnTo>
                  <a:lnTo>
                    <a:pt x="1808819" y="1159646"/>
                  </a:lnTo>
                  <a:lnTo>
                    <a:pt x="1808811" y="1159645"/>
                  </a:lnTo>
                  <a:lnTo>
                    <a:pt x="1808456" y="1159574"/>
                  </a:lnTo>
                  <a:lnTo>
                    <a:pt x="1808310" y="1159583"/>
                  </a:lnTo>
                  <a:lnTo>
                    <a:pt x="1808230" y="1159595"/>
                  </a:lnTo>
                  <a:lnTo>
                    <a:pt x="1808030" y="1159550"/>
                  </a:lnTo>
                  <a:lnTo>
                    <a:pt x="1808023" y="1159544"/>
                  </a:lnTo>
                  <a:lnTo>
                    <a:pt x="1807917" y="1159447"/>
                  </a:lnTo>
                  <a:lnTo>
                    <a:pt x="1807863" y="1159434"/>
                  </a:lnTo>
                  <a:lnTo>
                    <a:pt x="1807834" y="1159427"/>
                  </a:lnTo>
                  <a:lnTo>
                    <a:pt x="1807827" y="1159426"/>
                  </a:lnTo>
                  <a:lnTo>
                    <a:pt x="1806920" y="1159370"/>
                  </a:lnTo>
                  <a:lnTo>
                    <a:pt x="1806804" y="1159193"/>
                  </a:lnTo>
                  <a:lnTo>
                    <a:pt x="1806782" y="1159164"/>
                  </a:lnTo>
                  <a:lnTo>
                    <a:pt x="1806729" y="1159095"/>
                  </a:lnTo>
                  <a:lnTo>
                    <a:pt x="1806705" y="1159077"/>
                  </a:lnTo>
                  <a:lnTo>
                    <a:pt x="1806700" y="1159073"/>
                  </a:lnTo>
                  <a:lnTo>
                    <a:pt x="1806604" y="1159003"/>
                  </a:lnTo>
                  <a:lnTo>
                    <a:pt x="1806590" y="1158994"/>
                  </a:lnTo>
                  <a:lnTo>
                    <a:pt x="1806574" y="1158988"/>
                  </a:lnTo>
                  <a:lnTo>
                    <a:pt x="1806565" y="1158984"/>
                  </a:lnTo>
                  <a:lnTo>
                    <a:pt x="1806549" y="1158980"/>
                  </a:lnTo>
                  <a:lnTo>
                    <a:pt x="1806529" y="1158979"/>
                  </a:lnTo>
                  <a:lnTo>
                    <a:pt x="1806475" y="1158983"/>
                  </a:lnTo>
                  <a:lnTo>
                    <a:pt x="1806463" y="1158984"/>
                  </a:lnTo>
                  <a:lnTo>
                    <a:pt x="1806438" y="1158990"/>
                  </a:lnTo>
                  <a:lnTo>
                    <a:pt x="1806409" y="1159000"/>
                  </a:lnTo>
                  <a:lnTo>
                    <a:pt x="1806388" y="1159009"/>
                  </a:lnTo>
                  <a:lnTo>
                    <a:pt x="1806325" y="1159036"/>
                  </a:lnTo>
                  <a:lnTo>
                    <a:pt x="1806296" y="1159063"/>
                  </a:lnTo>
                  <a:lnTo>
                    <a:pt x="1806290" y="1159076"/>
                  </a:lnTo>
                  <a:lnTo>
                    <a:pt x="1806276" y="1159093"/>
                  </a:lnTo>
                  <a:lnTo>
                    <a:pt x="1806259" y="1159112"/>
                  </a:lnTo>
                  <a:lnTo>
                    <a:pt x="1806093" y="1159224"/>
                  </a:lnTo>
                  <a:lnTo>
                    <a:pt x="1806017" y="1159275"/>
                  </a:lnTo>
                  <a:lnTo>
                    <a:pt x="1805957" y="1159308"/>
                  </a:lnTo>
                  <a:lnTo>
                    <a:pt x="1805950" y="1159312"/>
                  </a:lnTo>
                  <a:lnTo>
                    <a:pt x="1805853" y="1159335"/>
                  </a:lnTo>
                  <a:lnTo>
                    <a:pt x="1805833" y="1159335"/>
                  </a:lnTo>
                  <a:lnTo>
                    <a:pt x="1805803" y="1159331"/>
                  </a:lnTo>
                  <a:lnTo>
                    <a:pt x="1805767" y="1159324"/>
                  </a:lnTo>
                  <a:lnTo>
                    <a:pt x="1805730" y="1159314"/>
                  </a:lnTo>
                  <a:lnTo>
                    <a:pt x="1805644" y="1159288"/>
                  </a:lnTo>
                  <a:lnTo>
                    <a:pt x="1805608" y="1159239"/>
                  </a:lnTo>
                  <a:lnTo>
                    <a:pt x="1805612" y="1159234"/>
                  </a:lnTo>
                  <a:lnTo>
                    <a:pt x="1805609" y="1159223"/>
                  </a:lnTo>
                  <a:lnTo>
                    <a:pt x="1805607" y="1159219"/>
                  </a:lnTo>
                  <a:lnTo>
                    <a:pt x="1805557" y="1159162"/>
                  </a:lnTo>
                  <a:lnTo>
                    <a:pt x="1805293" y="1158926"/>
                  </a:lnTo>
                  <a:lnTo>
                    <a:pt x="1805290" y="1158923"/>
                  </a:lnTo>
                  <a:lnTo>
                    <a:pt x="1805285" y="1158920"/>
                  </a:lnTo>
                  <a:lnTo>
                    <a:pt x="1805262" y="1158910"/>
                  </a:lnTo>
                  <a:lnTo>
                    <a:pt x="1805255" y="1158910"/>
                  </a:lnTo>
                  <a:lnTo>
                    <a:pt x="1805250" y="1158912"/>
                  </a:lnTo>
                  <a:lnTo>
                    <a:pt x="1805206" y="1158944"/>
                  </a:lnTo>
                  <a:lnTo>
                    <a:pt x="1805168" y="1158969"/>
                  </a:lnTo>
                  <a:lnTo>
                    <a:pt x="1805086" y="1159022"/>
                  </a:lnTo>
                  <a:lnTo>
                    <a:pt x="1805075" y="1159027"/>
                  </a:lnTo>
                  <a:lnTo>
                    <a:pt x="1805068" y="1159028"/>
                  </a:lnTo>
                  <a:lnTo>
                    <a:pt x="1805050" y="1159033"/>
                  </a:lnTo>
                  <a:lnTo>
                    <a:pt x="1805001" y="1159044"/>
                  </a:lnTo>
                  <a:lnTo>
                    <a:pt x="1804865" y="1159065"/>
                  </a:lnTo>
                  <a:lnTo>
                    <a:pt x="1804853" y="1159066"/>
                  </a:lnTo>
                  <a:lnTo>
                    <a:pt x="1804843" y="1159064"/>
                  </a:lnTo>
                  <a:lnTo>
                    <a:pt x="1804835" y="1159061"/>
                  </a:lnTo>
                  <a:lnTo>
                    <a:pt x="1804767" y="1159023"/>
                  </a:lnTo>
                  <a:lnTo>
                    <a:pt x="1804747" y="1159006"/>
                  </a:lnTo>
                  <a:lnTo>
                    <a:pt x="1804739" y="1158998"/>
                  </a:lnTo>
                  <a:lnTo>
                    <a:pt x="1804734" y="1158987"/>
                  </a:lnTo>
                  <a:lnTo>
                    <a:pt x="1804733" y="1158978"/>
                  </a:lnTo>
                  <a:lnTo>
                    <a:pt x="1804717" y="1158787"/>
                  </a:lnTo>
                  <a:lnTo>
                    <a:pt x="1804718" y="1158771"/>
                  </a:lnTo>
                  <a:lnTo>
                    <a:pt x="1804725" y="1158756"/>
                  </a:lnTo>
                  <a:lnTo>
                    <a:pt x="1804736" y="1158743"/>
                  </a:lnTo>
                  <a:lnTo>
                    <a:pt x="1804743" y="1158736"/>
                  </a:lnTo>
                  <a:lnTo>
                    <a:pt x="1804752" y="1158729"/>
                  </a:lnTo>
                  <a:lnTo>
                    <a:pt x="1804759" y="1158727"/>
                  </a:lnTo>
                  <a:lnTo>
                    <a:pt x="1804765" y="1158725"/>
                  </a:lnTo>
                  <a:lnTo>
                    <a:pt x="1804808" y="1158700"/>
                  </a:lnTo>
                  <a:lnTo>
                    <a:pt x="1804813" y="1158695"/>
                  </a:lnTo>
                  <a:lnTo>
                    <a:pt x="1804849" y="1158661"/>
                  </a:lnTo>
                  <a:lnTo>
                    <a:pt x="1804857" y="1158651"/>
                  </a:lnTo>
                  <a:lnTo>
                    <a:pt x="1804854" y="1158646"/>
                  </a:lnTo>
                  <a:lnTo>
                    <a:pt x="1804850" y="1158641"/>
                  </a:lnTo>
                  <a:lnTo>
                    <a:pt x="1804775" y="1158569"/>
                  </a:lnTo>
                  <a:lnTo>
                    <a:pt x="1804770" y="1158565"/>
                  </a:lnTo>
                  <a:lnTo>
                    <a:pt x="1804765" y="1158563"/>
                  </a:lnTo>
                  <a:lnTo>
                    <a:pt x="1804761" y="1158561"/>
                  </a:lnTo>
                  <a:lnTo>
                    <a:pt x="1804694" y="1158555"/>
                  </a:lnTo>
                  <a:lnTo>
                    <a:pt x="1804440" y="1158532"/>
                  </a:lnTo>
                  <a:lnTo>
                    <a:pt x="1804349" y="1158528"/>
                  </a:lnTo>
                  <a:lnTo>
                    <a:pt x="1804234" y="1158683"/>
                  </a:lnTo>
                  <a:lnTo>
                    <a:pt x="1804168" y="1158774"/>
                  </a:lnTo>
                  <a:lnTo>
                    <a:pt x="1804160" y="1158788"/>
                  </a:lnTo>
                  <a:lnTo>
                    <a:pt x="1804182" y="1159089"/>
                  </a:lnTo>
                  <a:lnTo>
                    <a:pt x="1804177" y="1159147"/>
                  </a:lnTo>
                  <a:lnTo>
                    <a:pt x="1804224" y="1159254"/>
                  </a:lnTo>
                  <a:lnTo>
                    <a:pt x="1804304" y="1159433"/>
                  </a:lnTo>
                  <a:lnTo>
                    <a:pt x="1804307" y="1159438"/>
                  </a:lnTo>
                  <a:lnTo>
                    <a:pt x="1804354" y="1159506"/>
                  </a:lnTo>
                  <a:lnTo>
                    <a:pt x="1804357" y="1159510"/>
                  </a:lnTo>
                  <a:lnTo>
                    <a:pt x="1804365" y="1159518"/>
                  </a:lnTo>
                  <a:lnTo>
                    <a:pt x="1804407" y="1159543"/>
                  </a:lnTo>
                  <a:lnTo>
                    <a:pt x="1804425" y="1159550"/>
                  </a:lnTo>
                  <a:lnTo>
                    <a:pt x="1804453" y="1159556"/>
                  </a:lnTo>
                  <a:lnTo>
                    <a:pt x="1804468" y="1159560"/>
                  </a:lnTo>
                  <a:lnTo>
                    <a:pt x="1804474" y="1159558"/>
                  </a:lnTo>
                  <a:lnTo>
                    <a:pt x="1804482" y="1159553"/>
                  </a:lnTo>
                  <a:lnTo>
                    <a:pt x="1804610" y="1159439"/>
                  </a:lnTo>
                  <a:lnTo>
                    <a:pt x="1804651" y="1159389"/>
                  </a:lnTo>
                  <a:lnTo>
                    <a:pt x="1804657" y="1159384"/>
                  </a:lnTo>
                  <a:lnTo>
                    <a:pt x="1804724" y="1159337"/>
                  </a:lnTo>
                  <a:lnTo>
                    <a:pt x="1804733" y="1159333"/>
                  </a:lnTo>
                  <a:lnTo>
                    <a:pt x="1804744" y="1159334"/>
                  </a:lnTo>
                  <a:lnTo>
                    <a:pt x="1804753" y="1159335"/>
                  </a:lnTo>
                  <a:lnTo>
                    <a:pt x="1804763" y="1159340"/>
                  </a:lnTo>
                  <a:lnTo>
                    <a:pt x="1804916" y="1159423"/>
                  </a:lnTo>
                  <a:lnTo>
                    <a:pt x="1804970" y="1159474"/>
                  </a:lnTo>
                  <a:lnTo>
                    <a:pt x="1804989" y="1159503"/>
                  </a:lnTo>
                  <a:lnTo>
                    <a:pt x="1805011" y="1159536"/>
                  </a:lnTo>
                  <a:lnTo>
                    <a:pt x="1805027" y="1159560"/>
                  </a:lnTo>
                  <a:lnTo>
                    <a:pt x="1805033" y="1159571"/>
                  </a:lnTo>
                  <a:lnTo>
                    <a:pt x="1805062" y="1159641"/>
                  </a:lnTo>
                  <a:lnTo>
                    <a:pt x="1805195" y="1159970"/>
                  </a:lnTo>
                  <a:lnTo>
                    <a:pt x="1805168" y="1160286"/>
                  </a:lnTo>
                  <a:lnTo>
                    <a:pt x="1805144" y="1160294"/>
                  </a:lnTo>
                  <a:lnTo>
                    <a:pt x="1805104" y="1160310"/>
                  </a:lnTo>
                  <a:lnTo>
                    <a:pt x="1805072" y="1160333"/>
                  </a:lnTo>
                  <a:lnTo>
                    <a:pt x="1805067" y="1160338"/>
                  </a:lnTo>
                  <a:lnTo>
                    <a:pt x="1804987" y="1160466"/>
                  </a:lnTo>
                  <a:lnTo>
                    <a:pt x="1804967" y="1160501"/>
                  </a:lnTo>
                  <a:lnTo>
                    <a:pt x="1804968" y="1160506"/>
                  </a:lnTo>
                  <a:lnTo>
                    <a:pt x="1804997" y="1160573"/>
                  </a:lnTo>
                  <a:lnTo>
                    <a:pt x="1805051" y="1160698"/>
                  </a:lnTo>
                  <a:lnTo>
                    <a:pt x="1805067" y="1160961"/>
                  </a:lnTo>
                  <a:lnTo>
                    <a:pt x="1805056" y="1160974"/>
                  </a:lnTo>
                  <a:lnTo>
                    <a:pt x="1805045" y="1160994"/>
                  </a:lnTo>
                  <a:lnTo>
                    <a:pt x="1805046" y="1161003"/>
                  </a:lnTo>
                  <a:lnTo>
                    <a:pt x="1805055" y="1161077"/>
                  </a:lnTo>
                  <a:lnTo>
                    <a:pt x="1805059" y="1161104"/>
                  </a:lnTo>
                  <a:lnTo>
                    <a:pt x="1805062" y="1161121"/>
                  </a:lnTo>
                  <a:lnTo>
                    <a:pt x="1805122" y="1161188"/>
                  </a:lnTo>
                  <a:lnTo>
                    <a:pt x="1805180" y="1161245"/>
                  </a:lnTo>
                  <a:lnTo>
                    <a:pt x="1805220" y="1161267"/>
                  </a:lnTo>
                  <a:lnTo>
                    <a:pt x="1805225" y="1161269"/>
                  </a:lnTo>
                  <a:lnTo>
                    <a:pt x="1805238" y="1161267"/>
                  </a:lnTo>
                  <a:lnTo>
                    <a:pt x="1805249" y="1161261"/>
                  </a:lnTo>
                  <a:lnTo>
                    <a:pt x="1805259" y="1161260"/>
                  </a:lnTo>
                  <a:lnTo>
                    <a:pt x="1805370" y="1161272"/>
                  </a:lnTo>
                  <a:lnTo>
                    <a:pt x="1805397" y="1161277"/>
                  </a:lnTo>
                  <a:lnTo>
                    <a:pt x="1805485" y="1161341"/>
                  </a:lnTo>
                  <a:lnTo>
                    <a:pt x="1805538" y="1161439"/>
                  </a:lnTo>
                  <a:lnTo>
                    <a:pt x="1805603" y="1161562"/>
                  </a:lnTo>
                  <a:lnTo>
                    <a:pt x="1805609" y="1161585"/>
                  </a:lnTo>
                  <a:lnTo>
                    <a:pt x="1805572" y="1161721"/>
                  </a:lnTo>
                  <a:lnTo>
                    <a:pt x="1805551" y="1161749"/>
                  </a:lnTo>
                  <a:lnTo>
                    <a:pt x="1805512" y="1161760"/>
                  </a:lnTo>
                  <a:lnTo>
                    <a:pt x="1805165" y="1161772"/>
                  </a:lnTo>
                  <a:lnTo>
                    <a:pt x="1804953" y="1161753"/>
                  </a:lnTo>
                  <a:lnTo>
                    <a:pt x="1804839" y="1161524"/>
                  </a:lnTo>
                  <a:lnTo>
                    <a:pt x="1804760" y="1161272"/>
                  </a:lnTo>
                  <a:lnTo>
                    <a:pt x="1804748" y="1161061"/>
                  </a:lnTo>
                  <a:lnTo>
                    <a:pt x="1804250" y="1160698"/>
                  </a:lnTo>
                  <a:lnTo>
                    <a:pt x="1804241" y="1160693"/>
                  </a:lnTo>
                  <a:lnTo>
                    <a:pt x="1804230" y="1160690"/>
                  </a:lnTo>
                  <a:lnTo>
                    <a:pt x="1804217" y="1160693"/>
                  </a:lnTo>
                  <a:lnTo>
                    <a:pt x="1804209" y="1160696"/>
                  </a:lnTo>
                  <a:lnTo>
                    <a:pt x="1804200" y="1160702"/>
                  </a:lnTo>
                  <a:lnTo>
                    <a:pt x="1804194" y="1160712"/>
                  </a:lnTo>
                  <a:lnTo>
                    <a:pt x="1804206" y="1161045"/>
                  </a:lnTo>
                  <a:lnTo>
                    <a:pt x="1804274" y="1161061"/>
                  </a:lnTo>
                  <a:lnTo>
                    <a:pt x="1804281" y="1161064"/>
                  </a:lnTo>
                  <a:lnTo>
                    <a:pt x="1804294" y="1161073"/>
                  </a:lnTo>
                  <a:lnTo>
                    <a:pt x="1804309" y="1161084"/>
                  </a:lnTo>
                  <a:lnTo>
                    <a:pt x="1804312" y="1161090"/>
                  </a:lnTo>
                  <a:lnTo>
                    <a:pt x="1804314" y="1161096"/>
                  </a:lnTo>
                  <a:lnTo>
                    <a:pt x="1804314" y="1161104"/>
                  </a:lnTo>
                  <a:lnTo>
                    <a:pt x="1804315" y="1161160"/>
                  </a:lnTo>
                  <a:lnTo>
                    <a:pt x="1804315" y="1161167"/>
                  </a:lnTo>
                  <a:lnTo>
                    <a:pt x="1804315" y="1161172"/>
                  </a:lnTo>
                  <a:lnTo>
                    <a:pt x="1804312" y="1161177"/>
                  </a:lnTo>
                  <a:lnTo>
                    <a:pt x="1804304" y="1161189"/>
                  </a:lnTo>
                  <a:lnTo>
                    <a:pt x="1804298" y="1161189"/>
                  </a:lnTo>
                  <a:lnTo>
                    <a:pt x="1804238" y="1161147"/>
                  </a:lnTo>
                  <a:lnTo>
                    <a:pt x="1804213" y="1161159"/>
                  </a:lnTo>
                  <a:lnTo>
                    <a:pt x="1804184" y="1161173"/>
                  </a:lnTo>
                  <a:lnTo>
                    <a:pt x="1803949" y="1161290"/>
                  </a:lnTo>
                  <a:lnTo>
                    <a:pt x="1803943" y="1161294"/>
                  </a:lnTo>
                  <a:lnTo>
                    <a:pt x="1803946" y="1161307"/>
                  </a:lnTo>
                  <a:lnTo>
                    <a:pt x="1803964" y="1161386"/>
                  </a:lnTo>
                  <a:lnTo>
                    <a:pt x="1803967" y="1161390"/>
                  </a:lnTo>
                  <a:lnTo>
                    <a:pt x="1804137" y="1161604"/>
                  </a:lnTo>
                  <a:lnTo>
                    <a:pt x="1804159" y="1161632"/>
                  </a:lnTo>
                  <a:lnTo>
                    <a:pt x="1804164" y="1161637"/>
                  </a:lnTo>
                  <a:lnTo>
                    <a:pt x="1804196" y="1161647"/>
                  </a:lnTo>
                  <a:lnTo>
                    <a:pt x="1804249" y="1161680"/>
                  </a:lnTo>
                  <a:lnTo>
                    <a:pt x="1804279" y="1161702"/>
                  </a:lnTo>
                  <a:lnTo>
                    <a:pt x="1804294" y="1161715"/>
                  </a:lnTo>
                  <a:lnTo>
                    <a:pt x="1804295" y="1161751"/>
                  </a:lnTo>
                  <a:lnTo>
                    <a:pt x="1804275" y="1161753"/>
                  </a:lnTo>
                  <a:lnTo>
                    <a:pt x="1804240" y="1161743"/>
                  </a:lnTo>
                  <a:lnTo>
                    <a:pt x="1804008" y="1161543"/>
                  </a:lnTo>
                  <a:lnTo>
                    <a:pt x="1803801" y="1161543"/>
                  </a:lnTo>
                  <a:lnTo>
                    <a:pt x="1803775" y="1161568"/>
                  </a:lnTo>
                  <a:lnTo>
                    <a:pt x="1803740" y="1161671"/>
                  </a:lnTo>
                  <a:lnTo>
                    <a:pt x="1803746" y="1161701"/>
                  </a:lnTo>
                  <a:lnTo>
                    <a:pt x="1803764" y="1161711"/>
                  </a:lnTo>
                  <a:lnTo>
                    <a:pt x="1803896" y="1161811"/>
                  </a:lnTo>
                  <a:lnTo>
                    <a:pt x="1803898" y="1161848"/>
                  </a:lnTo>
                  <a:lnTo>
                    <a:pt x="1803744" y="1161951"/>
                  </a:lnTo>
                  <a:lnTo>
                    <a:pt x="1803621" y="1161946"/>
                  </a:lnTo>
                  <a:lnTo>
                    <a:pt x="1803614" y="1161971"/>
                  </a:lnTo>
                  <a:lnTo>
                    <a:pt x="1803607" y="1162006"/>
                  </a:lnTo>
                  <a:lnTo>
                    <a:pt x="1803572" y="1162172"/>
                  </a:lnTo>
                  <a:lnTo>
                    <a:pt x="1803565" y="1162201"/>
                  </a:lnTo>
                  <a:lnTo>
                    <a:pt x="1803576" y="1162229"/>
                  </a:lnTo>
                  <a:lnTo>
                    <a:pt x="1803693" y="1162278"/>
                  </a:lnTo>
                  <a:lnTo>
                    <a:pt x="1803708" y="1162273"/>
                  </a:lnTo>
                  <a:lnTo>
                    <a:pt x="1803718" y="1162276"/>
                  </a:lnTo>
                  <a:lnTo>
                    <a:pt x="1803762" y="1162274"/>
                  </a:lnTo>
                  <a:lnTo>
                    <a:pt x="1803916" y="1162231"/>
                  </a:lnTo>
                  <a:lnTo>
                    <a:pt x="1803956" y="1162191"/>
                  </a:lnTo>
                  <a:lnTo>
                    <a:pt x="1803959" y="1162186"/>
                  </a:lnTo>
                  <a:lnTo>
                    <a:pt x="1804002" y="1162171"/>
                  </a:lnTo>
                  <a:lnTo>
                    <a:pt x="1804099" y="1162168"/>
                  </a:lnTo>
                  <a:lnTo>
                    <a:pt x="1804105" y="1162229"/>
                  </a:lnTo>
                  <a:lnTo>
                    <a:pt x="1804136" y="1162264"/>
                  </a:lnTo>
                  <a:lnTo>
                    <a:pt x="1804171" y="1162279"/>
                  </a:lnTo>
                  <a:lnTo>
                    <a:pt x="1804242" y="1162271"/>
                  </a:lnTo>
                  <a:lnTo>
                    <a:pt x="1804357" y="1162189"/>
                  </a:lnTo>
                  <a:lnTo>
                    <a:pt x="1804381" y="1162146"/>
                  </a:lnTo>
                  <a:lnTo>
                    <a:pt x="1804391" y="1162116"/>
                  </a:lnTo>
                  <a:lnTo>
                    <a:pt x="1804443" y="1162178"/>
                  </a:lnTo>
                  <a:lnTo>
                    <a:pt x="1804485" y="1162215"/>
                  </a:lnTo>
                  <a:lnTo>
                    <a:pt x="1804498" y="1162226"/>
                  </a:lnTo>
                  <a:lnTo>
                    <a:pt x="1804536" y="1162267"/>
                  </a:lnTo>
                  <a:lnTo>
                    <a:pt x="1804552" y="1162321"/>
                  </a:lnTo>
                  <a:lnTo>
                    <a:pt x="1804553" y="1162329"/>
                  </a:lnTo>
                  <a:lnTo>
                    <a:pt x="1804565" y="1162414"/>
                  </a:lnTo>
                  <a:lnTo>
                    <a:pt x="1804617" y="1162790"/>
                  </a:lnTo>
                  <a:lnTo>
                    <a:pt x="1804624" y="1162841"/>
                  </a:lnTo>
                  <a:lnTo>
                    <a:pt x="1804607" y="1163067"/>
                  </a:lnTo>
                  <a:lnTo>
                    <a:pt x="1804484" y="1163298"/>
                  </a:lnTo>
                  <a:lnTo>
                    <a:pt x="1804460" y="1163403"/>
                  </a:lnTo>
                  <a:lnTo>
                    <a:pt x="1804476" y="1163434"/>
                  </a:lnTo>
                  <a:lnTo>
                    <a:pt x="1804562" y="1163458"/>
                  </a:lnTo>
                  <a:lnTo>
                    <a:pt x="1804585" y="1163465"/>
                  </a:lnTo>
                  <a:lnTo>
                    <a:pt x="1804622" y="1163507"/>
                  </a:lnTo>
                  <a:lnTo>
                    <a:pt x="1804628" y="1163515"/>
                  </a:lnTo>
                  <a:lnTo>
                    <a:pt x="1804630" y="1163537"/>
                  </a:lnTo>
                  <a:lnTo>
                    <a:pt x="1804626" y="1163561"/>
                  </a:lnTo>
                  <a:lnTo>
                    <a:pt x="1804624" y="1163572"/>
                  </a:lnTo>
                  <a:lnTo>
                    <a:pt x="1804604" y="1163623"/>
                  </a:lnTo>
                  <a:lnTo>
                    <a:pt x="1804600" y="1163631"/>
                  </a:lnTo>
                  <a:lnTo>
                    <a:pt x="1804486" y="1163822"/>
                  </a:lnTo>
                  <a:lnTo>
                    <a:pt x="1804429" y="1163891"/>
                  </a:lnTo>
                  <a:lnTo>
                    <a:pt x="1804284" y="1163943"/>
                  </a:lnTo>
                  <a:lnTo>
                    <a:pt x="1804274" y="1163946"/>
                  </a:lnTo>
                  <a:lnTo>
                    <a:pt x="1804253" y="1163952"/>
                  </a:lnTo>
                  <a:lnTo>
                    <a:pt x="1804216" y="1163956"/>
                  </a:lnTo>
                  <a:lnTo>
                    <a:pt x="1804174" y="1163958"/>
                  </a:lnTo>
                  <a:lnTo>
                    <a:pt x="1804084" y="1163963"/>
                  </a:lnTo>
                  <a:lnTo>
                    <a:pt x="1804067" y="1163963"/>
                  </a:lnTo>
                  <a:lnTo>
                    <a:pt x="1803944" y="1163969"/>
                  </a:lnTo>
                  <a:lnTo>
                    <a:pt x="1803882" y="1163970"/>
                  </a:lnTo>
                  <a:lnTo>
                    <a:pt x="1803863" y="1163972"/>
                  </a:lnTo>
                  <a:lnTo>
                    <a:pt x="1803840" y="1163977"/>
                  </a:lnTo>
                  <a:lnTo>
                    <a:pt x="1803830" y="1163979"/>
                  </a:lnTo>
                  <a:lnTo>
                    <a:pt x="1803825" y="1163984"/>
                  </a:lnTo>
                  <a:lnTo>
                    <a:pt x="1803827" y="1163992"/>
                  </a:lnTo>
                  <a:lnTo>
                    <a:pt x="1803831" y="1164009"/>
                  </a:lnTo>
                  <a:lnTo>
                    <a:pt x="1803844" y="1164063"/>
                  </a:lnTo>
                  <a:lnTo>
                    <a:pt x="1803908" y="1164156"/>
                  </a:lnTo>
                  <a:lnTo>
                    <a:pt x="1803911" y="1164163"/>
                  </a:lnTo>
                  <a:lnTo>
                    <a:pt x="1803910" y="1164173"/>
                  </a:lnTo>
                  <a:lnTo>
                    <a:pt x="1803901" y="1164184"/>
                  </a:lnTo>
                  <a:lnTo>
                    <a:pt x="1803890" y="1164191"/>
                  </a:lnTo>
                  <a:lnTo>
                    <a:pt x="1803833" y="1164224"/>
                  </a:lnTo>
                  <a:lnTo>
                    <a:pt x="1803807" y="1164235"/>
                  </a:lnTo>
                  <a:lnTo>
                    <a:pt x="1803670" y="1164287"/>
                  </a:lnTo>
                  <a:lnTo>
                    <a:pt x="1803654" y="1164293"/>
                  </a:lnTo>
                  <a:lnTo>
                    <a:pt x="1803558" y="1164314"/>
                  </a:lnTo>
                  <a:lnTo>
                    <a:pt x="1803522" y="1164321"/>
                  </a:lnTo>
                  <a:lnTo>
                    <a:pt x="1803486" y="1164324"/>
                  </a:lnTo>
                  <a:lnTo>
                    <a:pt x="1803454" y="1164331"/>
                  </a:lnTo>
                  <a:lnTo>
                    <a:pt x="1803434" y="1164335"/>
                  </a:lnTo>
                  <a:lnTo>
                    <a:pt x="1803225" y="1164381"/>
                  </a:lnTo>
                  <a:lnTo>
                    <a:pt x="1803058" y="1164419"/>
                  </a:lnTo>
                  <a:lnTo>
                    <a:pt x="1803034" y="1164427"/>
                  </a:lnTo>
                  <a:lnTo>
                    <a:pt x="1802960" y="1164450"/>
                  </a:lnTo>
                  <a:lnTo>
                    <a:pt x="1802943" y="1164458"/>
                  </a:lnTo>
                  <a:lnTo>
                    <a:pt x="1802864" y="1164497"/>
                  </a:lnTo>
                  <a:lnTo>
                    <a:pt x="1802752" y="1164554"/>
                  </a:lnTo>
                  <a:lnTo>
                    <a:pt x="1802670" y="1164569"/>
                  </a:lnTo>
                  <a:lnTo>
                    <a:pt x="1802546" y="1164584"/>
                  </a:lnTo>
                  <a:lnTo>
                    <a:pt x="1802360" y="1164525"/>
                  </a:lnTo>
                  <a:lnTo>
                    <a:pt x="1802308" y="1164496"/>
                  </a:lnTo>
                  <a:lnTo>
                    <a:pt x="1802303" y="1164491"/>
                  </a:lnTo>
                  <a:lnTo>
                    <a:pt x="1802293" y="1164470"/>
                  </a:lnTo>
                  <a:lnTo>
                    <a:pt x="1802286" y="1164451"/>
                  </a:lnTo>
                  <a:lnTo>
                    <a:pt x="1802293" y="1164437"/>
                  </a:lnTo>
                  <a:lnTo>
                    <a:pt x="1802189" y="1164337"/>
                  </a:lnTo>
                  <a:lnTo>
                    <a:pt x="1802132" y="1164330"/>
                  </a:lnTo>
                  <a:lnTo>
                    <a:pt x="1801991" y="1164329"/>
                  </a:lnTo>
                  <a:lnTo>
                    <a:pt x="1801970" y="1164361"/>
                  </a:lnTo>
                  <a:lnTo>
                    <a:pt x="1801935" y="1164420"/>
                  </a:lnTo>
                  <a:lnTo>
                    <a:pt x="1801919" y="1164459"/>
                  </a:lnTo>
                  <a:lnTo>
                    <a:pt x="1801890" y="1164467"/>
                  </a:lnTo>
                  <a:lnTo>
                    <a:pt x="1801754" y="1164483"/>
                  </a:lnTo>
                  <a:lnTo>
                    <a:pt x="1801679" y="1164476"/>
                  </a:lnTo>
                  <a:lnTo>
                    <a:pt x="1801615" y="1164462"/>
                  </a:lnTo>
                  <a:lnTo>
                    <a:pt x="1801537" y="1164438"/>
                  </a:lnTo>
                  <a:lnTo>
                    <a:pt x="1801487" y="1164418"/>
                  </a:lnTo>
                  <a:lnTo>
                    <a:pt x="1801480" y="1164417"/>
                  </a:lnTo>
                  <a:lnTo>
                    <a:pt x="1801434" y="1164409"/>
                  </a:lnTo>
                  <a:lnTo>
                    <a:pt x="1801401" y="1164405"/>
                  </a:lnTo>
                  <a:lnTo>
                    <a:pt x="1801385" y="1164419"/>
                  </a:lnTo>
                  <a:lnTo>
                    <a:pt x="1801386" y="1164426"/>
                  </a:lnTo>
                  <a:lnTo>
                    <a:pt x="1801385" y="1164445"/>
                  </a:lnTo>
                  <a:lnTo>
                    <a:pt x="1801386" y="1164449"/>
                  </a:lnTo>
                  <a:lnTo>
                    <a:pt x="1801466" y="1164570"/>
                  </a:lnTo>
                  <a:lnTo>
                    <a:pt x="1801526" y="1164617"/>
                  </a:lnTo>
                  <a:lnTo>
                    <a:pt x="1801612" y="1164645"/>
                  </a:lnTo>
                  <a:lnTo>
                    <a:pt x="1801705" y="1164661"/>
                  </a:lnTo>
                  <a:lnTo>
                    <a:pt x="1801753" y="1164654"/>
                  </a:lnTo>
                  <a:lnTo>
                    <a:pt x="1801787" y="1164640"/>
                  </a:lnTo>
                  <a:lnTo>
                    <a:pt x="1801831" y="1164637"/>
                  </a:lnTo>
                  <a:lnTo>
                    <a:pt x="1801859" y="1164637"/>
                  </a:lnTo>
                  <a:lnTo>
                    <a:pt x="1801896" y="1164643"/>
                  </a:lnTo>
                  <a:lnTo>
                    <a:pt x="1801899" y="1164648"/>
                  </a:lnTo>
                  <a:lnTo>
                    <a:pt x="1801964" y="1164824"/>
                  </a:lnTo>
                  <a:lnTo>
                    <a:pt x="1801965" y="1164840"/>
                  </a:lnTo>
                  <a:lnTo>
                    <a:pt x="1801962" y="1164858"/>
                  </a:lnTo>
                  <a:lnTo>
                    <a:pt x="1801959" y="1164868"/>
                  </a:lnTo>
                  <a:lnTo>
                    <a:pt x="1801955" y="1164870"/>
                  </a:lnTo>
                  <a:lnTo>
                    <a:pt x="1801933" y="1164871"/>
                  </a:lnTo>
                  <a:lnTo>
                    <a:pt x="1801910" y="1164863"/>
                  </a:lnTo>
                  <a:lnTo>
                    <a:pt x="1801899" y="1164860"/>
                  </a:lnTo>
                  <a:lnTo>
                    <a:pt x="1801785" y="1164807"/>
                  </a:lnTo>
                  <a:lnTo>
                    <a:pt x="1801731" y="1164833"/>
                  </a:lnTo>
                  <a:lnTo>
                    <a:pt x="1801680" y="1164839"/>
                  </a:lnTo>
                  <a:lnTo>
                    <a:pt x="1801608" y="1164921"/>
                  </a:lnTo>
                  <a:lnTo>
                    <a:pt x="1801602" y="1164935"/>
                  </a:lnTo>
                  <a:lnTo>
                    <a:pt x="1801599" y="1164941"/>
                  </a:lnTo>
                  <a:lnTo>
                    <a:pt x="1801593" y="1164971"/>
                  </a:lnTo>
                  <a:lnTo>
                    <a:pt x="1801598" y="1165004"/>
                  </a:lnTo>
                  <a:lnTo>
                    <a:pt x="1801618" y="1165237"/>
                  </a:lnTo>
                  <a:lnTo>
                    <a:pt x="1801480" y="1165341"/>
                  </a:lnTo>
                  <a:lnTo>
                    <a:pt x="1801436" y="1165377"/>
                  </a:lnTo>
                  <a:lnTo>
                    <a:pt x="1801430" y="1165386"/>
                  </a:lnTo>
                  <a:lnTo>
                    <a:pt x="1801424" y="1165393"/>
                  </a:lnTo>
                  <a:lnTo>
                    <a:pt x="1801416" y="1165407"/>
                  </a:lnTo>
                  <a:lnTo>
                    <a:pt x="1801410" y="1165419"/>
                  </a:lnTo>
                  <a:lnTo>
                    <a:pt x="1801414" y="1165429"/>
                  </a:lnTo>
                  <a:lnTo>
                    <a:pt x="1801424" y="1165434"/>
                  </a:lnTo>
                  <a:lnTo>
                    <a:pt x="1801451" y="1165434"/>
                  </a:lnTo>
                  <a:lnTo>
                    <a:pt x="1801899" y="1165408"/>
                  </a:lnTo>
                  <a:lnTo>
                    <a:pt x="1802266" y="1165300"/>
                  </a:lnTo>
                  <a:lnTo>
                    <a:pt x="1802469" y="1165183"/>
                  </a:lnTo>
                  <a:lnTo>
                    <a:pt x="1802473" y="1165180"/>
                  </a:lnTo>
                  <a:lnTo>
                    <a:pt x="1802497" y="1165166"/>
                  </a:lnTo>
                  <a:lnTo>
                    <a:pt x="1802518" y="1165151"/>
                  </a:lnTo>
                  <a:lnTo>
                    <a:pt x="1802589" y="1165102"/>
                  </a:lnTo>
                  <a:lnTo>
                    <a:pt x="1802832" y="1164926"/>
                  </a:lnTo>
                  <a:lnTo>
                    <a:pt x="1803226" y="1164857"/>
                  </a:lnTo>
                  <a:lnTo>
                    <a:pt x="1803233" y="1164864"/>
                  </a:lnTo>
                  <a:lnTo>
                    <a:pt x="1803237" y="1164867"/>
                  </a:lnTo>
                  <a:lnTo>
                    <a:pt x="1803357" y="1165033"/>
                  </a:lnTo>
                  <a:lnTo>
                    <a:pt x="1803415" y="1165018"/>
                  </a:lnTo>
                  <a:lnTo>
                    <a:pt x="1803661" y="1165004"/>
                  </a:lnTo>
                  <a:lnTo>
                    <a:pt x="1803670" y="1165004"/>
                  </a:lnTo>
                  <a:lnTo>
                    <a:pt x="1803680" y="1165006"/>
                  </a:lnTo>
                  <a:lnTo>
                    <a:pt x="1803688" y="1165013"/>
                  </a:lnTo>
                  <a:lnTo>
                    <a:pt x="1803692" y="1165020"/>
                  </a:lnTo>
                  <a:lnTo>
                    <a:pt x="1803700" y="1165134"/>
                  </a:lnTo>
                  <a:lnTo>
                    <a:pt x="1803700" y="1165142"/>
                  </a:lnTo>
                  <a:lnTo>
                    <a:pt x="1803695" y="1165152"/>
                  </a:lnTo>
                  <a:lnTo>
                    <a:pt x="1803608" y="1165191"/>
                  </a:lnTo>
                  <a:lnTo>
                    <a:pt x="1803590" y="1165195"/>
                  </a:lnTo>
                  <a:lnTo>
                    <a:pt x="1803519" y="1165236"/>
                  </a:lnTo>
                  <a:lnTo>
                    <a:pt x="1803507" y="1165257"/>
                  </a:lnTo>
                  <a:lnTo>
                    <a:pt x="1803354" y="1165532"/>
                  </a:lnTo>
                  <a:lnTo>
                    <a:pt x="1803344" y="1165572"/>
                  </a:lnTo>
                  <a:lnTo>
                    <a:pt x="1803342" y="1165581"/>
                  </a:lnTo>
                  <a:lnTo>
                    <a:pt x="1803351" y="1165680"/>
                  </a:lnTo>
                  <a:lnTo>
                    <a:pt x="1803380" y="1165990"/>
                  </a:lnTo>
                  <a:lnTo>
                    <a:pt x="1803383" y="1166018"/>
                  </a:lnTo>
                  <a:lnTo>
                    <a:pt x="1803414" y="1166051"/>
                  </a:lnTo>
                  <a:lnTo>
                    <a:pt x="1803447" y="1166068"/>
                  </a:lnTo>
                  <a:lnTo>
                    <a:pt x="1803492" y="1166094"/>
                  </a:lnTo>
                  <a:lnTo>
                    <a:pt x="1803519" y="1166110"/>
                  </a:lnTo>
                  <a:lnTo>
                    <a:pt x="1803612" y="1166171"/>
                  </a:lnTo>
                  <a:lnTo>
                    <a:pt x="1803618" y="1166199"/>
                  </a:lnTo>
                  <a:lnTo>
                    <a:pt x="1803620" y="1166223"/>
                  </a:lnTo>
                  <a:lnTo>
                    <a:pt x="1803452" y="1166759"/>
                  </a:lnTo>
                  <a:lnTo>
                    <a:pt x="1803408" y="1166786"/>
                  </a:lnTo>
                  <a:lnTo>
                    <a:pt x="1803403" y="1166789"/>
                  </a:lnTo>
                  <a:lnTo>
                    <a:pt x="1803357" y="1166839"/>
                  </a:lnTo>
                  <a:lnTo>
                    <a:pt x="1803189" y="1167024"/>
                  </a:lnTo>
                  <a:lnTo>
                    <a:pt x="1803189" y="1167033"/>
                  </a:lnTo>
                  <a:lnTo>
                    <a:pt x="1803170" y="1167124"/>
                  </a:lnTo>
                  <a:lnTo>
                    <a:pt x="1803157" y="1167151"/>
                  </a:lnTo>
                  <a:lnTo>
                    <a:pt x="1803058" y="1167304"/>
                  </a:lnTo>
                  <a:lnTo>
                    <a:pt x="1803052" y="1167310"/>
                  </a:lnTo>
                  <a:lnTo>
                    <a:pt x="1803000" y="1167350"/>
                  </a:lnTo>
                  <a:lnTo>
                    <a:pt x="1802964" y="1167371"/>
                  </a:lnTo>
                  <a:lnTo>
                    <a:pt x="1802947" y="1167373"/>
                  </a:lnTo>
                  <a:lnTo>
                    <a:pt x="1802931" y="1167371"/>
                  </a:lnTo>
                  <a:lnTo>
                    <a:pt x="1802912" y="1167351"/>
                  </a:lnTo>
                  <a:lnTo>
                    <a:pt x="1802912" y="1167337"/>
                  </a:lnTo>
                  <a:lnTo>
                    <a:pt x="1802915" y="1167322"/>
                  </a:lnTo>
                  <a:lnTo>
                    <a:pt x="1802905" y="1167262"/>
                  </a:lnTo>
                  <a:lnTo>
                    <a:pt x="1802891" y="1167218"/>
                  </a:lnTo>
                  <a:lnTo>
                    <a:pt x="1802878" y="1167178"/>
                  </a:lnTo>
                  <a:lnTo>
                    <a:pt x="1802791" y="1166994"/>
                  </a:lnTo>
                  <a:lnTo>
                    <a:pt x="1802772" y="1166966"/>
                  </a:lnTo>
                  <a:lnTo>
                    <a:pt x="1802744" y="1166947"/>
                  </a:lnTo>
                  <a:lnTo>
                    <a:pt x="1802724" y="1166944"/>
                  </a:lnTo>
                  <a:lnTo>
                    <a:pt x="1802679" y="1166949"/>
                  </a:lnTo>
                  <a:lnTo>
                    <a:pt x="1802552" y="1167008"/>
                  </a:lnTo>
                  <a:lnTo>
                    <a:pt x="1802544" y="1167055"/>
                  </a:lnTo>
                  <a:lnTo>
                    <a:pt x="1802531" y="1167088"/>
                  </a:lnTo>
                  <a:lnTo>
                    <a:pt x="1802519" y="1167096"/>
                  </a:lnTo>
                  <a:lnTo>
                    <a:pt x="1802474" y="1167116"/>
                  </a:lnTo>
                  <a:lnTo>
                    <a:pt x="1802451" y="1167114"/>
                  </a:lnTo>
                  <a:lnTo>
                    <a:pt x="1802322" y="1167100"/>
                  </a:lnTo>
                  <a:lnTo>
                    <a:pt x="1802310" y="1167098"/>
                  </a:lnTo>
                  <a:lnTo>
                    <a:pt x="1802293" y="1167087"/>
                  </a:lnTo>
                  <a:lnTo>
                    <a:pt x="1802292" y="1167075"/>
                  </a:lnTo>
                  <a:lnTo>
                    <a:pt x="1802293" y="1167070"/>
                  </a:lnTo>
                  <a:lnTo>
                    <a:pt x="1802303" y="1167032"/>
                  </a:lnTo>
                  <a:lnTo>
                    <a:pt x="1802311" y="1166998"/>
                  </a:lnTo>
                  <a:lnTo>
                    <a:pt x="1802267" y="1166946"/>
                  </a:lnTo>
                  <a:lnTo>
                    <a:pt x="1802260" y="1166943"/>
                  </a:lnTo>
                  <a:lnTo>
                    <a:pt x="1802157" y="1166906"/>
                  </a:lnTo>
                  <a:lnTo>
                    <a:pt x="1802132" y="1166903"/>
                  </a:lnTo>
                  <a:lnTo>
                    <a:pt x="1802110" y="1166907"/>
                  </a:lnTo>
                  <a:lnTo>
                    <a:pt x="1802089" y="1166914"/>
                  </a:lnTo>
                  <a:lnTo>
                    <a:pt x="1802019" y="1166933"/>
                  </a:lnTo>
                  <a:lnTo>
                    <a:pt x="1801987" y="1166942"/>
                  </a:lnTo>
                  <a:lnTo>
                    <a:pt x="1801847" y="1166977"/>
                  </a:lnTo>
                  <a:lnTo>
                    <a:pt x="1801745" y="1166989"/>
                  </a:lnTo>
                  <a:lnTo>
                    <a:pt x="1801548" y="1167010"/>
                  </a:lnTo>
                  <a:lnTo>
                    <a:pt x="1801473" y="1166956"/>
                  </a:lnTo>
                  <a:lnTo>
                    <a:pt x="1801449" y="1166939"/>
                  </a:lnTo>
                  <a:lnTo>
                    <a:pt x="1801367" y="1166820"/>
                  </a:lnTo>
                  <a:lnTo>
                    <a:pt x="1801202" y="1166668"/>
                  </a:lnTo>
                  <a:lnTo>
                    <a:pt x="1801178" y="1166646"/>
                  </a:lnTo>
                  <a:lnTo>
                    <a:pt x="1801158" y="1166636"/>
                  </a:lnTo>
                  <a:lnTo>
                    <a:pt x="1801144" y="1166630"/>
                  </a:lnTo>
                  <a:lnTo>
                    <a:pt x="1801064" y="1166625"/>
                  </a:lnTo>
                  <a:lnTo>
                    <a:pt x="1801049" y="1166627"/>
                  </a:lnTo>
                  <a:lnTo>
                    <a:pt x="1800899" y="1166656"/>
                  </a:lnTo>
                  <a:lnTo>
                    <a:pt x="1800813" y="1166640"/>
                  </a:lnTo>
                  <a:lnTo>
                    <a:pt x="1800533" y="1166588"/>
                  </a:lnTo>
                  <a:lnTo>
                    <a:pt x="1800342" y="1166701"/>
                  </a:lnTo>
                  <a:lnTo>
                    <a:pt x="1800139" y="1166823"/>
                  </a:lnTo>
                  <a:lnTo>
                    <a:pt x="1800122" y="1166838"/>
                  </a:lnTo>
                  <a:lnTo>
                    <a:pt x="1800090" y="1166854"/>
                  </a:lnTo>
                  <a:lnTo>
                    <a:pt x="1800000" y="1166878"/>
                  </a:lnTo>
                  <a:lnTo>
                    <a:pt x="1799984" y="1166872"/>
                  </a:lnTo>
                  <a:lnTo>
                    <a:pt x="1799948" y="1166858"/>
                  </a:lnTo>
                  <a:lnTo>
                    <a:pt x="1799627" y="1166810"/>
                  </a:lnTo>
                  <a:lnTo>
                    <a:pt x="1799609" y="1166809"/>
                  </a:lnTo>
                  <a:lnTo>
                    <a:pt x="1799586" y="1166811"/>
                  </a:lnTo>
                  <a:lnTo>
                    <a:pt x="1799557" y="1166816"/>
                  </a:lnTo>
                  <a:lnTo>
                    <a:pt x="1799539" y="1166829"/>
                  </a:lnTo>
                  <a:lnTo>
                    <a:pt x="1799523" y="1166842"/>
                  </a:lnTo>
                  <a:lnTo>
                    <a:pt x="1799300" y="1167095"/>
                  </a:lnTo>
                  <a:lnTo>
                    <a:pt x="1799229" y="1167240"/>
                  </a:lnTo>
                  <a:lnTo>
                    <a:pt x="1799145" y="1167198"/>
                  </a:lnTo>
                  <a:lnTo>
                    <a:pt x="1799132" y="1167178"/>
                  </a:lnTo>
                  <a:lnTo>
                    <a:pt x="1799132" y="1167148"/>
                  </a:lnTo>
                  <a:lnTo>
                    <a:pt x="1799150" y="1167108"/>
                  </a:lnTo>
                  <a:lnTo>
                    <a:pt x="1799198" y="1167106"/>
                  </a:lnTo>
                  <a:lnTo>
                    <a:pt x="1799231" y="1167096"/>
                  </a:lnTo>
                  <a:lnTo>
                    <a:pt x="1799220" y="1167073"/>
                  </a:lnTo>
                  <a:lnTo>
                    <a:pt x="1799200" y="1167031"/>
                  </a:lnTo>
                  <a:lnTo>
                    <a:pt x="1799213" y="1166936"/>
                  </a:lnTo>
                  <a:lnTo>
                    <a:pt x="1799224" y="1166851"/>
                  </a:lnTo>
                  <a:lnTo>
                    <a:pt x="1799222" y="1166788"/>
                  </a:lnTo>
                  <a:lnTo>
                    <a:pt x="1799156" y="1166696"/>
                  </a:lnTo>
                  <a:lnTo>
                    <a:pt x="1799139" y="1166653"/>
                  </a:lnTo>
                  <a:lnTo>
                    <a:pt x="1799094" y="1166631"/>
                  </a:lnTo>
                  <a:lnTo>
                    <a:pt x="1799002" y="1166651"/>
                  </a:lnTo>
                  <a:lnTo>
                    <a:pt x="1798859" y="1166636"/>
                  </a:lnTo>
                  <a:lnTo>
                    <a:pt x="1798810" y="1166585"/>
                  </a:lnTo>
                  <a:lnTo>
                    <a:pt x="1798768" y="1166570"/>
                  </a:lnTo>
                  <a:lnTo>
                    <a:pt x="1798471" y="1166733"/>
                  </a:lnTo>
                  <a:lnTo>
                    <a:pt x="1798460" y="1166746"/>
                  </a:lnTo>
                  <a:lnTo>
                    <a:pt x="1798506" y="1166913"/>
                  </a:lnTo>
                  <a:lnTo>
                    <a:pt x="1798486" y="1167156"/>
                  </a:lnTo>
                  <a:lnTo>
                    <a:pt x="1798447" y="1167198"/>
                  </a:lnTo>
                  <a:lnTo>
                    <a:pt x="1798378" y="1167178"/>
                  </a:lnTo>
                  <a:lnTo>
                    <a:pt x="1798356" y="1167193"/>
                  </a:lnTo>
                  <a:lnTo>
                    <a:pt x="1798345" y="1167233"/>
                  </a:lnTo>
                  <a:lnTo>
                    <a:pt x="1798414" y="1167351"/>
                  </a:lnTo>
                  <a:lnTo>
                    <a:pt x="1798535" y="1167494"/>
                  </a:lnTo>
                  <a:lnTo>
                    <a:pt x="1798643" y="1167741"/>
                  </a:lnTo>
                  <a:lnTo>
                    <a:pt x="1798654" y="1167761"/>
                  </a:lnTo>
                  <a:lnTo>
                    <a:pt x="1798652" y="1167794"/>
                  </a:lnTo>
                  <a:lnTo>
                    <a:pt x="1798627" y="1167841"/>
                  </a:lnTo>
                  <a:lnTo>
                    <a:pt x="1798660" y="1167904"/>
                  </a:lnTo>
                  <a:lnTo>
                    <a:pt x="1798710" y="1167921"/>
                  </a:lnTo>
                  <a:lnTo>
                    <a:pt x="1798696" y="1167969"/>
                  </a:lnTo>
                  <a:lnTo>
                    <a:pt x="1798694" y="1167976"/>
                  </a:lnTo>
                  <a:lnTo>
                    <a:pt x="1798695" y="1168014"/>
                  </a:lnTo>
                  <a:lnTo>
                    <a:pt x="1798702" y="1168085"/>
                  </a:lnTo>
                  <a:lnTo>
                    <a:pt x="1798712" y="1168120"/>
                  </a:lnTo>
                  <a:lnTo>
                    <a:pt x="1798716" y="1168122"/>
                  </a:lnTo>
                  <a:lnTo>
                    <a:pt x="1798733" y="1168128"/>
                  </a:lnTo>
                  <a:lnTo>
                    <a:pt x="1798728" y="1168172"/>
                  </a:lnTo>
                  <a:lnTo>
                    <a:pt x="1798676" y="1168260"/>
                  </a:lnTo>
                  <a:lnTo>
                    <a:pt x="1798619" y="1168320"/>
                  </a:lnTo>
                  <a:lnTo>
                    <a:pt x="1798270" y="1168686"/>
                  </a:lnTo>
                  <a:lnTo>
                    <a:pt x="1798036" y="1168911"/>
                  </a:lnTo>
                  <a:lnTo>
                    <a:pt x="1798026" y="1168920"/>
                  </a:lnTo>
                  <a:lnTo>
                    <a:pt x="1798002" y="1168929"/>
                  </a:lnTo>
                  <a:lnTo>
                    <a:pt x="1797887" y="1168943"/>
                  </a:lnTo>
                  <a:lnTo>
                    <a:pt x="1797878" y="1168942"/>
                  </a:lnTo>
                  <a:lnTo>
                    <a:pt x="1797832" y="1168903"/>
                  </a:lnTo>
                  <a:lnTo>
                    <a:pt x="1797814" y="1168878"/>
                  </a:lnTo>
                  <a:lnTo>
                    <a:pt x="1797777" y="1168853"/>
                  </a:lnTo>
                  <a:lnTo>
                    <a:pt x="1797704" y="1168807"/>
                  </a:lnTo>
                  <a:lnTo>
                    <a:pt x="1797609" y="1168757"/>
                  </a:lnTo>
                  <a:lnTo>
                    <a:pt x="1797579" y="1168741"/>
                  </a:lnTo>
                  <a:lnTo>
                    <a:pt x="1797543" y="1168726"/>
                  </a:lnTo>
                  <a:lnTo>
                    <a:pt x="1797520" y="1168736"/>
                  </a:lnTo>
                  <a:lnTo>
                    <a:pt x="1797493" y="1168762"/>
                  </a:lnTo>
                  <a:lnTo>
                    <a:pt x="1797482" y="1168773"/>
                  </a:lnTo>
                  <a:lnTo>
                    <a:pt x="1797479" y="1168796"/>
                  </a:lnTo>
                  <a:lnTo>
                    <a:pt x="1797474" y="1168804"/>
                  </a:lnTo>
                  <a:lnTo>
                    <a:pt x="1797461" y="1168811"/>
                  </a:lnTo>
                  <a:lnTo>
                    <a:pt x="1797316" y="1168798"/>
                  </a:lnTo>
                  <a:lnTo>
                    <a:pt x="1797233" y="1168784"/>
                  </a:lnTo>
                  <a:lnTo>
                    <a:pt x="1797219" y="1168781"/>
                  </a:lnTo>
                  <a:lnTo>
                    <a:pt x="1797203" y="1168776"/>
                  </a:lnTo>
                  <a:lnTo>
                    <a:pt x="1797190" y="1168769"/>
                  </a:lnTo>
                  <a:lnTo>
                    <a:pt x="1797184" y="1168762"/>
                  </a:lnTo>
                  <a:lnTo>
                    <a:pt x="1797266" y="1168508"/>
                  </a:lnTo>
                  <a:lnTo>
                    <a:pt x="1797293" y="1168451"/>
                  </a:lnTo>
                  <a:lnTo>
                    <a:pt x="1797371" y="1168356"/>
                  </a:lnTo>
                  <a:lnTo>
                    <a:pt x="1797377" y="1168335"/>
                  </a:lnTo>
                  <a:lnTo>
                    <a:pt x="1797316" y="1168281"/>
                  </a:lnTo>
                  <a:lnTo>
                    <a:pt x="1797109" y="1168247"/>
                  </a:lnTo>
                  <a:lnTo>
                    <a:pt x="1796772" y="1168290"/>
                  </a:lnTo>
                  <a:lnTo>
                    <a:pt x="1796342" y="1168099"/>
                  </a:lnTo>
                  <a:lnTo>
                    <a:pt x="1796313" y="1168098"/>
                  </a:lnTo>
                  <a:lnTo>
                    <a:pt x="1796298" y="1168110"/>
                  </a:lnTo>
                  <a:lnTo>
                    <a:pt x="1796267" y="1168158"/>
                  </a:lnTo>
                  <a:lnTo>
                    <a:pt x="1796267" y="1168170"/>
                  </a:lnTo>
                  <a:lnTo>
                    <a:pt x="1796230" y="1168285"/>
                  </a:lnTo>
                  <a:lnTo>
                    <a:pt x="1796109" y="1168407"/>
                  </a:lnTo>
                  <a:lnTo>
                    <a:pt x="1796089" y="1168427"/>
                  </a:lnTo>
                  <a:lnTo>
                    <a:pt x="1796080" y="1168487"/>
                  </a:lnTo>
                  <a:lnTo>
                    <a:pt x="1796097" y="1168519"/>
                  </a:lnTo>
                  <a:lnTo>
                    <a:pt x="1796124" y="1168567"/>
                  </a:lnTo>
                  <a:lnTo>
                    <a:pt x="1796157" y="1168604"/>
                  </a:lnTo>
                  <a:lnTo>
                    <a:pt x="1796180" y="1168621"/>
                  </a:lnTo>
                  <a:lnTo>
                    <a:pt x="1796324" y="1168676"/>
                  </a:lnTo>
                  <a:lnTo>
                    <a:pt x="1796447" y="1168711"/>
                  </a:lnTo>
                  <a:lnTo>
                    <a:pt x="1796507" y="1168723"/>
                  </a:lnTo>
                  <a:lnTo>
                    <a:pt x="1796567" y="1168722"/>
                  </a:lnTo>
                  <a:lnTo>
                    <a:pt x="1796583" y="1168713"/>
                  </a:lnTo>
                  <a:lnTo>
                    <a:pt x="1796600" y="1168701"/>
                  </a:lnTo>
                  <a:lnTo>
                    <a:pt x="1796623" y="1168694"/>
                  </a:lnTo>
                  <a:lnTo>
                    <a:pt x="1796634" y="1168697"/>
                  </a:lnTo>
                  <a:lnTo>
                    <a:pt x="1796674" y="1168714"/>
                  </a:lnTo>
                  <a:lnTo>
                    <a:pt x="1796740" y="1168755"/>
                  </a:lnTo>
                  <a:lnTo>
                    <a:pt x="1796823" y="1168985"/>
                  </a:lnTo>
                  <a:lnTo>
                    <a:pt x="1796825" y="1168993"/>
                  </a:lnTo>
                  <a:lnTo>
                    <a:pt x="1796832" y="1169038"/>
                  </a:lnTo>
                  <a:lnTo>
                    <a:pt x="1796832" y="1169053"/>
                  </a:lnTo>
                  <a:lnTo>
                    <a:pt x="1796800" y="1169101"/>
                  </a:lnTo>
                  <a:lnTo>
                    <a:pt x="1796777" y="1169125"/>
                  </a:lnTo>
                  <a:lnTo>
                    <a:pt x="1796739" y="1169147"/>
                  </a:lnTo>
                  <a:lnTo>
                    <a:pt x="1796648" y="1169200"/>
                  </a:lnTo>
                  <a:lnTo>
                    <a:pt x="1796629" y="1169208"/>
                  </a:lnTo>
                  <a:lnTo>
                    <a:pt x="1796616" y="1169214"/>
                  </a:lnTo>
                  <a:lnTo>
                    <a:pt x="1796574" y="1169230"/>
                  </a:lnTo>
                  <a:lnTo>
                    <a:pt x="1796553" y="1169235"/>
                  </a:lnTo>
                  <a:lnTo>
                    <a:pt x="1796952" y="1171298"/>
                  </a:lnTo>
                  <a:lnTo>
                    <a:pt x="1796980" y="1171336"/>
                  </a:lnTo>
                  <a:lnTo>
                    <a:pt x="1797275" y="1171376"/>
                  </a:lnTo>
                  <a:lnTo>
                    <a:pt x="1797333" y="1171383"/>
                  </a:lnTo>
                  <a:lnTo>
                    <a:pt x="1797657" y="1171472"/>
                  </a:lnTo>
                  <a:lnTo>
                    <a:pt x="1797675" y="1171497"/>
                  </a:lnTo>
                  <a:lnTo>
                    <a:pt x="1797678" y="1171502"/>
                  </a:lnTo>
                  <a:lnTo>
                    <a:pt x="1797683" y="1171531"/>
                  </a:lnTo>
                  <a:lnTo>
                    <a:pt x="1797677" y="1171537"/>
                  </a:lnTo>
                  <a:lnTo>
                    <a:pt x="1797590" y="1171608"/>
                  </a:lnTo>
                  <a:lnTo>
                    <a:pt x="1797572" y="1171609"/>
                  </a:lnTo>
                  <a:lnTo>
                    <a:pt x="1797552" y="1171619"/>
                  </a:lnTo>
                  <a:lnTo>
                    <a:pt x="1797539" y="1171626"/>
                  </a:lnTo>
                  <a:lnTo>
                    <a:pt x="1797520" y="1171640"/>
                  </a:lnTo>
                  <a:lnTo>
                    <a:pt x="1797518" y="1171657"/>
                  </a:lnTo>
                  <a:lnTo>
                    <a:pt x="1797529" y="1171720"/>
                  </a:lnTo>
                  <a:lnTo>
                    <a:pt x="1797552" y="1171810"/>
                  </a:lnTo>
                  <a:lnTo>
                    <a:pt x="1797569" y="1171879"/>
                  </a:lnTo>
                  <a:lnTo>
                    <a:pt x="1797611" y="1172016"/>
                  </a:lnTo>
                  <a:lnTo>
                    <a:pt x="1797694" y="1172217"/>
                  </a:lnTo>
                  <a:lnTo>
                    <a:pt x="1797716" y="1172266"/>
                  </a:lnTo>
                  <a:lnTo>
                    <a:pt x="1797739" y="1172313"/>
                  </a:lnTo>
                  <a:lnTo>
                    <a:pt x="1797757" y="1172348"/>
                  </a:lnTo>
                  <a:lnTo>
                    <a:pt x="1797812" y="1172454"/>
                  </a:lnTo>
                  <a:lnTo>
                    <a:pt x="1797842" y="1172501"/>
                  </a:lnTo>
                  <a:lnTo>
                    <a:pt x="1797878" y="1172550"/>
                  </a:lnTo>
                  <a:lnTo>
                    <a:pt x="1797913" y="1172592"/>
                  </a:lnTo>
                  <a:lnTo>
                    <a:pt x="1797981" y="1172623"/>
                  </a:lnTo>
                  <a:lnTo>
                    <a:pt x="1798097" y="1172620"/>
                  </a:lnTo>
                  <a:lnTo>
                    <a:pt x="1798101" y="1172620"/>
                  </a:lnTo>
                  <a:lnTo>
                    <a:pt x="1798151" y="1172617"/>
                  </a:lnTo>
                  <a:lnTo>
                    <a:pt x="1798185" y="1172615"/>
                  </a:lnTo>
                  <a:lnTo>
                    <a:pt x="1798219" y="1172592"/>
                  </a:lnTo>
                  <a:lnTo>
                    <a:pt x="1798238" y="1172571"/>
                  </a:lnTo>
                  <a:lnTo>
                    <a:pt x="1798240" y="1172550"/>
                  </a:lnTo>
                  <a:lnTo>
                    <a:pt x="1798239" y="1172539"/>
                  </a:lnTo>
                  <a:lnTo>
                    <a:pt x="1798258" y="1172518"/>
                  </a:lnTo>
                  <a:lnTo>
                    <a:pt x="1798271" y="1172509"/>
                  </a:lnTo>
                  <a:lnTo>
                    <a:pt x="1798404" y="1172447"/>
                  </a:lnTo>
                  <a:lnTo>
                    <a:pt x="1798707" y="1172357"/>
                  </a:lnTo>
                  <a:lnTo>
                    <a:pt x="1798775" y="1172337"/>
                  </a:lnTo>
                  <a:lnTo>
                    <a:pt x="1798787" y="1172334"/>
                  </a:lnTo>
                  <a:lnTo>
                    <a:pt x="1798799" y="1172333"/>
                  </a:lnTo>
                  <a:lnTo>
                    <a:pt x="1798815" y="1172352"/>
                  </a:lnTo>
                  <a:lnTo>
                    <a:pt x="1798812" y="1172360"/>
                  </a:lnTo>
                  <a:lnTo>
                    <a:pt x="1798809" y="1172366"/>
                  </a:lnTo>
                  <a:lnTo>
                    <a:pt x="1798804" y="1172373"/>
                  </a:lnTo>
                  <a:lnTo>
                    <a:pt x="1798759" y="1172412"/>
                  </a:lnTo>
                  <a:lnTo>
                    <a:pt x="1798694" y="1172447"/>
                  </a:lnTo>
                  <a:lnTo>
                    <a:pt x="1798661" y="1172461"/>
                  </a:lnTo>
                  <a:lnTo>
                    <a:pt x="1798655" y="1172461"/>
                  </a:lnTo>
                  <a:lnTo>
                    <a:pt x="1798648" y="1172462"/>
                  </a:lnTo>
                  <a:lnTo>
                    <a:pt x="1798636" y="1172468"/>
                  </a:lnTo>
                  <a:lnTo>
                    <a:pt x="1798627" y="1172478"/>
                  </a:lnTo>
                  <a:lnTo>
                    <a:pt x="1798623" y="1172489"/>
                  </a:lnTo>
                  <a:lnTo>
                    <a:pt x="1798626" y="1172513"/>
                  </a:lnTo>
                  <a:lnTo>
                    <a:pt x="1798637" y="1172541"/>
                  </a:lnTo>
                  <a:lnTo>
                    <a:pt x="1798645" y="1172559"/>
                  </a:lnTo>
                  <a:lnTo>
                    <a:pt x="1798665" y="1172602"/>
                  </a:lnTo>
                  <a:lnTo>
                    <a:pt x="1798688" y="1172635"/>
                  </a:lnTo>
                  <a:lnTo>
                    <a:pt x="1798715" y="1172655"/>
                  </a:lnTo>
                  <a:lnTo>
                    <a:pt x="1798727" y="1172655"/>
                  </a:lnTo>
                  <a:lnTo>
                    <a:pt x="1798825" y="1172638"/>
                  </a:lnTo>
                  <a:lnTo>
                    <a:pt x="1798845" y="1172630"/>
                  </a:lnTo>
                  <a:lnTo>
                    <a:pt x="1798978" y="1172570"/>
                  </a:lnTo>
                  <a:lnTo>
                    <a:pt x="1799140" y="1172498"/>
                  </a:lnTo>
                  <a:lnTo>
                    <a:pt x="1799305" y="1172401"/>
                  </a:lnTo>
                  <a:lnTo>
                    <a:pt x="1799351" y="1172380"/>
                  </a:lnTo>
                  <a:lnTo>
                    <a:pt x="1799428" y="1172344"/>
                  </a:lnTo>
                  <a:lnTo>
                    <a:pt x="1799437" y="1172340"/>
                  </a:lnTo>
                  <a:lnTo>
                    <a:pt x="1799459" y="1172335"/>
                  </a:lnTo>
                  <a:lnTo>
                    <a:pt x="1799471" y="1172335"/>
                  </a:lnTo>
                  <a:lnTo>
                    <a:pt x="1799477" y="1172339"/>
                  </a:lnTo>
                  <a:lnTo>
                    <a:pt x="1799494" y="1172357"/>
                  </a:lnTo>
                  <a:lnTo>
                    <a:pt x="1799500" y="1172364"/>
                  </a:lnTo>
                  <a:lnTo>
                    <a:pt x="1799503" y="1172375"/>
                  </a:lnTo>
                  <a:lnTo>
                    <a:pt x="1799502" y="1172380"/>
                  </a:lnTo>
                  <a:lnTo>
                    <a:pt x="1799490" y="1172410"/>
                  </a:lnTo>
                  <a:lnTo>
                    <a:pt x="1799400" y="1172578"/>
                  </a:lnTo>
                  <a:lnTo>
                    <a:pt x="1799366" y="1172642"/>
                  </a:lnTo>
                  <a:lnTo>
                    <a:pt x="1799299" y="1172685"/>
                  </a:lnTo>
                  <a:lnTo>
                    <a:pt x="1798913" y="1172927"/>
                  </a:lnTo>
                  <a:lnTo>
                    <a:pt x="1798822" y="1172935"/>
                  </a:lnTo>
                  <a:lnTo>
                    <a:pt x="1798791" y="1172939"/>
                  </a:lnTo>
                  <a:lnTo>
                    <a:pt x="1798754" y="1172967"/>
                  </a:lnTo>
                  <a:lnTo>
                    <a:pt x="1798725" y="1172992"/>
                  </a:lnTo>
                  <a:lnTo>
                    <a:pt x="1798721" y="1172995"/>
                  </a:lnTo>
                  <a:lnTo>
                    <a:pt x="1798637" y="1173066"/>
                  </a:lnTo>
                  <a:lnTo>
                    <a:pt x="1798634" y="1173078"/>
                  </a:lnTo>
                  <a:lnTo>
                    <a:pt x="1798542" y="1173435"/>
                  </a:lnTo>
                  <a:lnTo>
                    <a:pt x="1798391" y="1173731"/>
                  </a:lnTo>
                  <a:lnTo>
                    <a:pt x="1798379" y="1173749"/>
                  </a:lnTo>
                  <a:lnTo>
                    <a:pt x="1798370" y="1173760"/>
                  </a:lnTo>
                  <a:lnTo>
                    <a:pt x="1798345" y="1173790"/>
                  </a:lnTo>
                  <a:lnTo>
                    <a:pt x="1798337" y="1173798"/>
                  </a:lnTo>
                  <a:lnTo>
                    <a:pt x="1798275" y="1173845"/>
                  </a:lnTo>
                  <a:lnTo>
                    <a:pt x="1798198" y="1173905"/>
                  </a:lnTo>
                  <a:lnTo>
                    <a:pt x="1798190" y="1173911"/>
                  </a:lnTo>
                  <a:lnTo>
                    <a:pt x="1798183" y="1173914"/>
                  </a:lnTo>
                  <a:lnTo>
                    <a:pt x="1798065" y="1173952"/>
                  </a:lnTo>
                  <a:lnTo>
                    <a:pt x="1798054" y="1173950"/>
                  </a:lnTo>
                  <a:lnTo>
                    <a:pt x="1798036" y="1173947"/>
                  </a:lnTo>
                  <a:lnTo>
                    <a:pt x="1798024" y="1173939"/>
                  </a:lnTo>
                  <a:lnTo>
                    <a:pt x="1797954" y="1173933"/>
                  </a:lnTo>
                  <a:lnTo>
                    <a:pt x="1797944" y="1173932"/>
                  </a:lnTo>
                  <a:lnTo>
                    <a:pt x="1797932" y="1173932"/>
                  </a:lnTo>
                  <a:lnTo>
                    <a:pt x="1797924" y="1173933"/>
                  </a:lnTo>
                  <a:lnTo>
                    <a:pt x="1797919" y="1173935"/>
                  </a:lnTo>
                  <a:lnTo>
                    <a:pt x="1797916" y="1173941"/>
                  </a:lnTo>
                  <a:lnTo>
                    <a:pt x="1797890" y="1174059"/>
                  </a:lnTo>
                  <a:lnTo>
                    <a:pt x="1797876" y="1174132"/>
                  </a:lnTo>
                  <a:lnTo>
                    <a:pt x="1797877" y="1174191"/>
                  </a:lnTo>
                  <a:lnTo>
                    <a:pt x="1797884" y="1174242"/>
                  </a:lnTo>
                  <a:lnTo>
                    <a:pt x="1797893" y="1174301"/>
                  </a:lnTo>
                  <a:lnTo>
                    <a:pt x="1797904" y="1174372"/>
                  </a:lnTo>
                  <a:lnTo>
                    <a:pt x="1797920" y="1174472"/>
                  </a:lnTo>
                  <a:lnTo>
                    <a:pt x="1797925" y="1174492"/>
                  </a:lnTo>
                  <a:lnTo>
                    <a:pt x="1797927" y="1174499"/>
                  </a:lnTo>
                  <a:lnTo>
                    <a:pt x="1797931" y="1174515"/>
                  </a:lnTo>
                  <a:lnTo>
                    <a:pt x="1797946" y="1174557"/>
                  </a:lnTo>
                  <a:lnTo>
                    <a:pt x="1797969" y="1174591"/>
                  </a:lnTo>
                  <a:lnTo>
                    <a:pt x="1797983" y="1174606"/>
                  </a:lnTo>
                  <a:lnTo>
                    <a:pt x="1797998" y="1174620"/>
                  </a:lnTo>
                  <a:lnTo>
                    <a:pt x="1798033" y="1174642"/>
                  </a:lnTo>
                  <a:lnTo>
                    <a:pt x="1798041" y="1174641"/>
                  </a:lnTo>
                  <a:lnTo>
                    <a:pt x="1798223" y="1174705"/>
                  </a:lnTo>
                  <a:lnTo>
                    <a:pt x="1798292" y="1174905"/>
                  </a:lnTo>
                  <a:lnTo>
                    <a:pt x="1798320" y="1174973"/>
                  </a:lnTo>
                  <a:lnTo>
                    <a:pt x="1798379" y="1175078"/>
                  </a:lnTo>
                  <a:lnTo>
                    <a:pt x="1798428" y="1175158"/>
                  </a:lnTo>
                  <a:lnTo>
                    <a:pt x="1798467" y="1175199"/>
                  </a:lnTo>
                  <a:lnTo>
                    <a:pt x="1798518" y="1175234"/>
                  </a:lnTo>
                  <a:lnTo>
                    <a:pt x="1798550" y="1175243"/>
                  </a:lnTo>
                  <a:lnTo>
                    <a:pt x="1798625" y="1175211"/>
                  </a:lnTo>
                  <a:lnTo>
                    <a:pt x="1798935" y="1175095"/>
                  </a:lnTo>
                  <a:lnTo>
                    <a:pt x="1799110" y="1175029"/>
                  </a:lnTo>
                  <a:lnTo>
                    <a:pt x="1799281" y="1175031"/>
                  </a:lnTo>
                  <a:lnTo>
                    <a:pt x="1799337" y="1175017"/>
                  </a:lnTo>
                  <a:lnTo>
                    <a:pt x="1799533" y="1174968"/>
                  </a:lnTo>
                  <a:lnTo>
                    <a:pt x="1799662" y="1174930"/>
                  </a:lnTo>
                  <a:lnTo>
                    <a:pt x="1799674" y="1174927"/>
                  </a:lnTo>
                  <a:lnTo>
                    <a:pt x="1799691" y="1174922"/>
                  </a:lnTo>
                  <a:lnTo>
                    <a:pt x="1799708" y="1174923"/>
                  </a:lnTo>
                  <a:lnTo>
                    <a:pt x="1799807" y="1174938"/>
                  </a:lnTo>
                  <a:lnTo>
                    <a:pt x="1799812" y="1174950"/>
                  </a:lnTo>
                  <a:lnTo>
                    <a:pt x="1799633" y="1175070"/>
                  </a:lnTo>
                  <a:lnTo>
                    <a:pt x="1799509" y="1175133"/>
                  </a:lnTo>
                  <a:lnTo>
                    <a:pt x="1799489" y="1175143"/>
                  </a:lnTo>
                  <a:lnTo>
                    <a:pt x="1799403" y="1175184"/>
                  </a:lnTo>
                  <a:lnTo>
                    <a:pt x="1799229" y="1175296"/>
                  </a:lnTo>
                  <a:lnTo>
                    <a:pt x="1799226" y="1175308"/>
                  </a:lnTo>
                  <a:lnTo>
                    <a:pt x="1799218" y="1175345"/>
                  </a:lnTo>
                  <a:lnTo>
                    <a:pt x="1799217" y="1175360"/>
                  </a:lnTo>
                  <a:lnTo>
                    <a:pt x="1799219" y="1175371"/>
                  </a:lnTo>
                  <a:lnTo>
                    <a:pt x="1799219" y="1175380"/>
                  </a:lnTo>
                  <a:lnTo>
                    <a:pt x="1799221" y="1175393"/>
                  </a:lnTo>
                  <a:lnTo>
                    <a:pt x="1799235" y="1175437"/>
                  </a:lnTo>
                  <a:lnTo>
                    <a:pt x="1799259" y="1175471"/>
                  </a:lnTo>
                  <a:lnTo>
                    <a:pt x="1799270" y="1175483"/>
                  </a:lnTo>
                  <a:lnTo>
                    <a:pt x="1799352" y="1175477"/>
                  </a:lnTo>
                  <a:lnTo>
                    <a:pt x="1799389" y="1175473"/>
                  </a:lnTo>
                  <a:lnTo>
                    <a:pt x="1799783" y="1175430"/>
                  </a:lnTo>
                  <a:lnTo>
                    <a:pt x="1799856" y="1175401"/>
                  </a:lnTo>
                  <a:lnTo>
                    <a:pt x="1799953" y="1175363"/>
                  </a:lnTo>
                  <a:lnTo>
                    <a:pt x="1799998" y="1175345"/>
                  </a:lnTo>
                  <a:lnTo>
                    <a:pt x="1800008" y="1175331"/>
                  </a:lnTo>
                  <a:lnTo>
                    <a:pt x="1800028" y="1175329"/>
                  </a:lnTo>
                  <a:lnTo>
                    <a:pt x="1800055" y="1175336"/>
                  </a:lnTo>
                  <a:lnTo>
                    <a:pt x="1800132" y="1175373"/>
                  </a:lnTo>
                  <a:lnTo>
                    <a:pt x="1800138" y="1175377"/>
                  </a:lnTo>
                  <a:lnTo>
                    <a:pt x="1800202" y="1175466"/>
                  </a:lnTo>
                  <a:lnTo>
                    <a:pt x="1800206" y="1175497"/>
                  </a:lnTo>
                  <a:lnTo>
                    <a:pt x="1800199" y="1175556"/>
                  </a:lnTo>
                  <a:lnTo>
                    <a:pt x="1800138" y="1175709"/>
                  </a:lnTo>
                  <a:lnTo>
                    <a:pt x="1800101" y="1175780"/>
                  </a:lnTo>
                  <a:lnTo>
                    <a:pt x="1800040" y="1175829"/>
                  </a:lnTo>
                  <a:lnTo>
                    <a:pt x="1799808" y="1175996"/>
                  </a:lnTo>
                  <a:lnTo>
                    <a:pt x="1799643" y="1176113"/>
                  </a:lnTo>
                  <a:lnTo>
                    <a:pt x="1799572" y="1176141"/>
                  </a:lnTo>
                  <a:lnTo>
                    <a:pt x="1799535" y="1176134"/>
                  </a:lnTo>
                  <a:lnTo>
                    <a:pt x="1799513" y="1176125"/>
                  </a:lnTo>
                  <a:lnTo>
                    <a:pt x="1799508" y="1176118"/>
                  </a:lnTo>
                  <a:lnTo>
                    <a:pt x="1799429" y="1176102"/>
                  </a:lnTo>
                  <a:lnTo>
                    <a:pt x="1799352" y="1176086"/>
                  </a:lnTo>
                  <a:lnTo>
                    <a:pt x="1799197" y="1176126"/>
                  </a:lnTo>
                  <a:lnTo>
                    <a:pt x="1799117" y="1176157"/>
                  </a:lnTo>
                  <a:lnTo>
                    <a:pt x="1799043" y="1176246"/>
                  </a:lnTo>
                  <a:lnTo>
                    <a:pt x="1798864" y="1176334"/>
                  </a:lnTo>
                  <a:lnTo>
                    <a:pt x="1798859" y="1176334"/>
                  </a:lnTo>
                  <a:lnTo>
                    <a:pt x="1798846" y="1176331"/>
                  </a:lnTo>
                  <a:lnTo>
                    <a:pt x="1798838" y="1176328"/>
                  </a:lnTo>
                  <a:lnTo>
                    <a:pt x="1798826" y="1176323"/>
                  </a:lnTo>
                  <a:lnTo>
                    <a:pt x="1798787" y="1176300"/>
                  </a:lnTo>
                  <a:lnTo>
                    <a:pt x="1798753" y="1176280"/>
                  </a:lnTo>
                  <a:lnTo>
                    <a:pt x="1798589" y="1176355"/>
                  </a:lnTo>
                  <a:lnTo>
                    <a:pt x="1798305" y="1176732"/>
                  </a:lnTo>
                  <a:lnTo>
                    <a:pt x="1798253" y="1176804"/>
                  </a:lnTo>
                  <a:lnTo>
                    <a:pt x="1798231" y="1176837"/>
                  </a:lnTo>
                  <a:lnTo>
                    <a:pt x="1798206" y="1176873"/>
                  </a:lnTo>
                  <a:lnTo>
                    <a:pt x="1798181" y="1176925"/>
                  </a:lnTo>
                  <a:lnTo>
                    <a:pt x="1798167" y="1176971"/>
                  </a:lnTo>
                  <a:lnTo>
                    <a:pt x="1798162" y="1176987"/>
                  </a:lnTo>
                  <a:lnTo>
                    <a:pt x="1798161" y="1177031"/>
                  </a:lnTo>
                  <a:lnTo>
                    <a:pt x="1798171" y="1177063"/>
                  </a:lnTo>
                  <a:lnTo>
                    <a:pt x="1798175" y="1177067"/>
                  </a:lnTo>
                  <a:lnTo>
                    <a:pt x="1798218" y="1177109"/>
                  </a:lnTo>
                  <a:lnTo>
                    <a:pt x="1798226" y="1177117"/>
                  </a:lnTo>
                  <a:lnTo>
                    <a:pt x="1798286" y="1177214"/>
                  </a:lnTo>
                  <a:lnTo>
                    <a:pt x="1798322" y="1177320"/>
                  </a:lnTo>
                  <a:lnTo>
                    <a:pt x="1798349" y="1177451"/>
                  </a:lnTo>
                  <a:lnTo>
                    <a:pt x="1798385" y="1177634"/>
                  </a:lnTo>
                  <a:lnTo>
                    <a:pt x="1798344" y="1177664"/>
                  </a:lnTo>
                  <a:lnTo>
                    <a:pt x="1798312" y="1177690"/>
                  </a:lnTo>
                  <a:lnTo>
                    <a:pt x="1798307" y="1177695"/>
                  </a:lnTo>
                  <a:lnTo>
                    <a:pt x="1798261" y="1177809"/>
                  </a:lnTo>
                  <a:lnTo>
                    <a:pt x="1798258" y="1177817"/>
                  </a:lnTo>
                  <a:lnTo>
                    <a:pt x="1798238" y="1177897"/>
                  </a:lnTo>
                  <a:lnTo>
                    <a:pt x="1798244" y="1177917"/>
                  </a:lnTo>
                  <a:lnTo>
                    <a:pt x="1798249" y="1177934"/>
                  </a:lnTo>
                  <a:lnTo>
                    <a:pt x="1798257" y="1177948"/>
                  </a:lnTo>
                  <a:lnTo>
                    <a:pt x="1798278" y="1177967"/>
                  </a:lnTo>
                  <a:lnTo>
                    <a:pt x="1798306" y="1177984"/>
                  </a:lnTo>
                  <a:lnTo>
                    <a:pt x="1798322" y="1177991"/>
                  </a:lnTo>
                  <a:lnTo>
                    <a:pt x="1798361" y="1178030"/>
                  </a:lnTo>
                  <a:lnTo>
                    <a:pt x="1798388" y="1178082"/>
                  </a:lnTo>
                  <a:lnTo>
                    <a:pt x="1798407" y="1178157"/>
                  </a:lnTo>
                  <a:lnTo>
                    <a:pt x="1798409" y="1178166"/>
                  </a:lnTo>
                  <a:lnTo>
                    <a:pt x="1798421" y="1178227"/>
                  </a:lnTo>
                  <a:lnTo>
                    <a:pt x="1798423" y="1178238"/>
                  </a:lnTo>
                  <a:lnTo>
                    <a:pt x="1798566" y="1178608"/>
                  </a:lnTo>
                  <a:lnTo>
                    <a:pt x="1798601" y="1178724"/>
                  </a:lnTo>
                  <a:lnTo>
                    <a:pt x="1798602" y="1178770"/>
                  </a:lnTo>
                  <a:lnTo>
                    <a:pt x="1798597" y="1178785"/>
                  </a:lnTo>
                  <a:lnTo>
                    <a:pt x="1798535" y="1178814"/>
                  </a:lnTo>
                  <a:lnTo>
                    <a:pt x="1798438" y="1178852"/>
                  </a:lnTo>
                  <a:lnTo>
                    <a:pt x="1798385" y="1178864"/>
                  </a:lnTo>
                  <a:lnTo>
                    <a:pt x="1798341" y="1178874"/>
                  </a:lnTo>
                  <a:lnTo>
                    <a:pt x="1798291" y="1178901"/>
                  </a:lnTo>
                  <a:lnTo>
                    <a:pt x="1798265" y="1178922"/>
                  </a:lnTo>
                  <a:lnTo>
                    <a:pt x="1798257" y="1178947"/>
                  </a:lnTo>
                  <a:lnTo>
                    <a:pt x="1798308" y="1179061"/>
                  </a:lnTo>
                  <a:lnTo>
                    <a:pt x="1798320" y="1179084"/>
                  </a:lnTo>
                  <a:lnTo>
                    <a:pt x="1798329" y="1179099"/>
                  </a:lnTo>
                  <a:lnTo>
                    <a:pt x="1798340" y="1179117"/>
                  </a:lnTo>
                  <a:lnTo>
                    <a:pt x="1798373" y="1179170"/>
                  </a:lnTo>
                  <a:lnTo>
                    <a:pt x="1798438" y="1179250"/>
                  </a:lnTo>
                  <a:lnTo>
                    <a:pt x="1798449" y="1179257"/>
                  </a:lnTo>
                  <a:lnTo>
                    <a:pt x="1798460" y="1179258"/>
                  </a:lnTo>
                  <a:lnTo>
                    <a:pt x="1798742" y="1179136"/>
                  </a:lnTo>
                  <a:lnTo>
                    <a:pt x="1798866" y="1179040"/>
                  </a:lnTo>
                  <a:lnTo>
                    <a:pt x="1798884" y="1179027"/>
                  </a:lnTo>
                  <a:lnTo>
                    <a:pt x="1798904" y="1179001"/>
                  </a:lnTo>
                  <a:lnTo>
                    <a:pt x="1798927" y="1178978"/>
                  </a:lnTo>
                  <a:lnTo>
                    <a:pt x="1799269" y="1178838"/>
                  </a:lnTo>
                  <a:lnTo>
                    <a:pt x="1799328" y="1178831"/>
                  </a:lnTo>
                  <a:lnTo>
                    <a:pt x="1799372" y="1178840"/>
                  </a:lnTo>
                  <a:lnTo>
                    <a:pt x="1799412" y="1178859"/>
                  </a:lnTo>
                  <a:lnTo>
                    <a:pt x="1799420" y="1178870"/>
                  </a:lnTo>
                  <a:lnTo>
                    <a:pt x="1799424" y="1178934"/>
                  </a:lnTo>
                  <a:lnTo>
                    <a:pt x="1799422" y="1178949"/>
                  </a:lnTo>
                  <a:lnTo>
                    <a:pt x="1799188" y="1179193"/>
                  </a:lnTo>
                  <a:lnTo>
                    <a:pt x="1798960" y="1179386"/>
                  </a:lnTo>
                  <a:lnTo>
                    <a:pt x="1798823" y="1179500"/>
                  </a:lnTo>
                  <a:lnTo>
                    <a:pt x="1798427" y="1179746"/>
                  </a:lnTo>
                  <a:lnTo>
                    <a:pt x="1798124" y="1179892"/>
                  </a:lnTo>
                  <a:lnTo>
                    <a:pt x="1798079" y="1179958"/>
                  </a:lnTo>
                  <a:lnTo>
                    <a:pt x="1798051" y="1180016"/>
                  </a:lnTo>
                  <a:lnTo>
                    <a:pt x="1798042" y="1180036"/>
                  </a:lnTo>
                  <a:lnTo>
                    <a:pt x="1797877" y="1180247"/>
                  </a:lnTo>
                  <a:lnTo>
                    <a:pt x="1797855" y="1180253"/>
                  </a:lnTo>
                  <a:lnTo>
                    <a:pt x="1797755" y="1180255"/>
                  </a:lnTo>
                  <a:lnTo>
                    <a:pt x="1797746" y="1180255"/>
                  </a:lnTo>
                  <a:lnTo>
                    <a:pt x="1797602" y="1180224"/>
                  </a:lnTo>
                  <a:lnTo>
                    <a:pt x="1797591" y="1180220"/>
                  </a:lnTo>
                  <a:lnTo>
                    <a:pt x="1797275" y="1180003"/>
                  </a:lnTo>
                  <a:lnTo>
                    <a:pt x="1797268" y="1179998"/>
                  </a:lnTo>
                  <a:lnTo>
                    <a:pt x="1797241" y="1179977"/>
                  </a:lnTo>
                  <a:lnTo>
                    <a:pt x="1797231" y="1179963"/>
                  </a:lnTo>
                  <a:lnTo>
                    <a:pt x="1797207" y="1179886"/>
                  </a:lnTo>
                  <a:lnTo>
                    <a:pt x="1797219" y="1179853"/>
                  </a:lnTo>
                  <a:lnTo>
                    <a:pt x="1797442" y="1179660"/>
                  </a:lnTo>
                  <a:lnTo>
                    <a:pt x="1797500" y="1179617"/>
                  </a:lnTo>
                  <a:lnTo>
                    <a:pt x="1797511" y="1179616"/>
                  </a:lnTo>
                  <a:lnTo>
                    <a:pt x="1797632" y="1179382"/>
                  </a:lnTo>
                  <a:lnTo>
                    <a:pt x="1797665" y="1179091"/>
                  </a:lnTo>
                  <a:lnTo>
                    <a:pt x="1797666" y="1179082"/>
                  </a:lnTo>
                  <a:lnTo>
                    <a:pt x="1797668" y="1178991"/>
                  </a:lnTo>
                  <a:lnTo>
                    <a:pt x="1797664" y="1178983"/>
                  </a:lnTo>
                  <a:lnTo>
                    <a:pt x="1797619" y="1178964"/>
                  </a:lnTo>
                  <a:lnTo>
                    <a:pt x="1797604" y="1178958"/>
                  </a:lnTo>
                  <a:lnTo>
                    <a:pt x="1797593" y="1178956"/>
                  </a:lnTo>
                  <a:lnTo>
                    <a:pt x="1797490" y="1178933"/>
                  </a:lnTo>
                  <a:lnTo>
                    <a:pt x="1797432" y="1178931"/>
                  </a:lnTo>
                  <a:lnTo>
                    <a:pt x="1797355" y="1178929"/>
                  </a:lnTo>
                  <a:lnTo>
                    <a:pt x="1797334" y="1178936"/>
                  </a:lnTo>
                  <a:lnTo>
                    <a:pt x="1797242" y="1178968"/>
                  </a:lnTo>
                  <a:lnTo>
                    <a:pt x="1797214" y="1178977"/>
                  </a:lnTo>
                  <a:lnTo>
                    <a:pt x="1797193" y="1178984"/>
                  </a:lnTo>
                  <a:lnTo>
                    <a:pt x="1796836" y="1179189"/>
                  </a:lnTo>
                  <a:lnTo>
                    <a:pt x="1796816" y="1179201"/>
                  </a:lnTo>
                  <a:lnTo>
                    <a:pt x="1796692" y="1179368"/>
                  </a:lnTo>
                  <a:lnTo>
                    <a:pt x="1796665" y="1179435"/>
                  </a:lnTo>
                  <a:lnTo>
                    <a:pt x="1796593" y="1179609"/>
                  </a:lnTo>
                  <a:lnTo>
                    <a:pt x="1796523" y="1179697"/>
                  </a:lnTo>
                  <a:lnTo>
                    <a:pt x="1796513" y="1179703"/>
                  </a:lnTo>
                  <a:lnTo>
                    <a:pt x="1796014" y="1179926"/>
                  </a:lnTo>
                  <a:lnTo>
                    <a:pt x="1795820" y="1180003"/>
                  </a:lnTo>
                  <a:lnTo>
                    <a:pt x="1795746" y="1180020"/>
                  </a:lnTo>
                  <a:lnTo>
                    <a:pt x="1795687" y="1180034"/>
                  </a:lnTo>
                  <a:lnTo>
                    <a:pt x="1795601" y="1180058"/>
                  </a:lnTo>
                  <a:lnTo>
                    <a:pt x="1795581" y="1180063"/>
                  </a:lnTo>
                  <a:lnTo>
                    <a:pt x="1794933" y="1180468"/>
                  </a:lnTo>
                  <a:lnTo>
                    <a:pt x="1794895" y="1180549"/>
                  </a:lnTo>
                  <a:lnTo>
                    <a:pt x="1794831" y="1180686"/>
                  </a:lnTo>
                  <a:lnTo>
                    <a:pt x="1794834" y="1180693"/>
                  </a:lnTo>
                  <a:lnTo>
                    <a:pt x="1794787" y="1180770"/>
                  </a:lnTo>
                  <a:lnTo>
                    <a:pt x="1794775" y="1180780"/>
                  </a:lnTo>
                  <a:lnTo>
                    <a:pt x="1794735" y="1180798"/>
                  </a:lnTo>
                  <a:lnTo>
                    <a:pt x="1794667" y="1180829"/>
                  </a:lnTo>
                  <a:lnTo>
                    <a:pt x="1794612" y="1180834"/>
                  </a:lnTo>
                  <a:lnTo>
                    <a:pt x="1794595" y="1180835"/>
                  </a:lnTo>
                  <a:lnTo>
                    <a:pt x="1794586" y="1180835"/>
                  </a:lnTo>
                  <a:lnTo>
                    <a:pt x="1794469" y="1180834"/>
                  </a:lnTo>
                  <a:lnTo>
                    <a:pt x="1794356" y="1180818"/>
                  </a:lnTo>
                  <a:lnTo>
                    <a:pt x="1794335" y="1180815"/>
                  </a:lnTo>
                  <a:lnTo>
                    <a:pt x="1794330" y="1180814"/>
                  </a:lnTo>
                  <a:lnTo>
                    <a:pt x="1794297" y="1180809"/>
                  </a:lnTo>
                  <a:lnTo>
                    <a:pt x="1794273" y="1180811"/>
                  </a:lnTo>
                  <a:lnTo>
                    <a:pt x="1794253" y="1180831"/>
                  </a:lnTo>
                  <a:lnTo>
                    <a:pt x="1794016" y="1180889"/>
                  </a:lnTo>
                  <a:lnTo>
                    <a:pt x="1793713" y="1180912"/>
                  </a:lnTo>
                  <a:lnTo>
                    <a:pt x="1793292" y="1180863"/>
                  </a:lnTo>
                  <a:lnTo>
                    <a:pt x="1793296" y="1180814"/>
                  </a:lnTo>
                  <a:lnTo>
                    <a:pt x="1793169" y="1180702"/>
                  </a:lnTo>
                  <a:lnTo>
                    <a:pt x="1792851" y="1180592"/>
                  </a:lnTo>
                  <a:lnTo>
                    <a:pt x="1792754" y="1180574"/>
                  </a:lnTo>
                  <a:lnTo>
                    <a:pt x="1792597" y="1180602"/>
                  </a:lnTo>
                  <a:lnTo>
                    <a:pt x="1792413" y="1180754"/>
                  </a:lnTo>
                  <a:lnTo>
                    <a:pt x="1792110" y="1181057"/>
                  </a:lnTo>
                  <a:lnTo>
                    <a:pt x="1792011" y="1181182"/>
                  </a:lnTo>
                  <a:lnTo>
                    <a:pt x="1791974" y="1181293"/>
                  </a:lnTo>
                  <a:lnTo>
                    <a:pt x="1791947" y="1181521"/>
                  </a:lnTo>
                  <a:lnTo>
                    <a:pt x="1791873" y="1181643"/>
                  </a:lnTo>
                  <a:lnTo>
                    <a:pt x="1791747" y="1181754"/>
                  </a:lnTo>
                  <a:lnTo>
                    <a:pt x="1791584" y="1181785"/>
                  </a:lnTo>
                  <a:lnTo>
                    <a:pt x="1791566" y="1181816"/>
                  </a:lnTo>
                  <a:lnTo>
                    <a:pt x="1791556" y="1181947"/>
                  </a:lnTo>
                  <a:lnTo>
                    <a:pt x="1791586" y="1182005"/>
                  </a:lnTo>
                  <a:lnTo>
                    <a:pt x="1791841" y="1182287"/>
                  </a:lnTo>
                  <a:lnTo>
                    <a:pt x="1792064" y="1182457"/>
                  </a:lnTo>
                  <a:lnTo>
                    <a:pt x="1792136" y="1182557"/>
                  </a:lnTo>
                  <a:lnTo>
                    <a:pt x="1792096" y="1182602"/>
                  </a:lnTo>
                  <a:lnTo>
                    <a:pt x="1791829" y="1182662"/>
                  </a:lnTo>
                  <a:lnTo>
                    <a:pt x="1791685" y="1182678"/>
                  </a:lnTo>
                  <a:lnTo>
                    <a:pt x="1791651" y="1182749"/>
                  </a:lnTo>
                  <a:lnTo>
                    <a:pt x="1791737" y="1182960"/>
                  </a:lnTo>
                  <a:lnTo>
                    <a:pt x="1791712" y="1183051"/>
                  </a:lnTo>
                  <a:lnTo>
                    <a:pt x="1791656" y="1183138"/>
                  </a:lnTo>
                  <a:lnTo>
                    <a:pt x="1791594" y="1183163"/>
                  </a:lnTo>
                  <a:lnTo>
                    <a:pt x="1791247" y="1183212"/>
                  </a:lnTo>
                  <a:lnTo>
                    <a:pt x="1791108" y="1183144"/>
                  </a:lnTo>
                  <a:lnTo>
                    <a:pt x="1791064" y="1183140"/>
                  </a:lnTo>
                  <a:lnTo>
                    <a:pt x="1790737" y="1183356"/>
                  </a:lnTo>
                  <a:lnTo>
                    <a:pt x="1790371" y="1183680"/>
                  </a:lnTo>
                  <a:lnTo>
                    <a:pt x="1790305" y="1183855"/>
                  </a:lnTo>
                  <a:lnTo>
                    <a:pt x="1790331" y="1183913"/>
                  </a:lnTo>
                  <a:lnTo>
                    <a:pt x="1790218" y="1184176"/>
                  </a:lnTo>
                  <a:lnTo>
                    <a:pt x="1790013" y="1184418"/>
                  </a:lnTo>
                  <a:lnTo>
                    <a:pt x="1789752" y="1184658"/>
                  </a:lnTo>
                  <a:lnTo>
                    <a:pt x="1789596" y="1184680"/>
                  </a:lnTo>
                  <a:lnTo>
                    <a:pt x="1789563" y="1184676"/>
                  </a:lnTo>
                  <a:lnTo>
                    <a:pt x="1789466" y="1184601"/>
                  </a:lnTo>
                  <a:lnTo>
                    <a:pt x="1789351" y="1184589"/>
                  </a:lnTo>
                  <a:lnTo>
                    <a:pt x="1789205" y="1184683"/>
                  </a:lnTo>
                  <a:lnTo>
                    <a:pt x="1789140" y="1184708"/>
                  </a:lnTo>
                  <a:lnTo>
                    <a:pt x="1789095" y="1184726"/>
                  </a:lnTo>
                  <a:lnTo>
                    <a:pt x="1788988" y="1184695"/>
                  </a:lnTo>
                  <a:lnTo>
                    <a:pt x="1788973" y="1184648"/>
                  </a:lnTo>
                  <a:lnTo>
                    <a:pt x="1788929" y="1184520"/>
                  </a:lnTo>
                  <a:lnTo>
                    <a:pt x="1788833" y="1184470"/>
                  </a:lnTo>
                  <a:lnTo>
                    <a:pt x="1788731" y="1184435"/>
                  </a:lnTo>
                  <a:lnTo>
                    <a:pt x="1788615" y="1184520"/>
                  </a:lnTo>
                  <a:lnTo>
                    <a:pt x="1788466" y="1184539"/>
                  </a:lnTo>
                  <a:lnTo>
                    <a:pt x="1788378" y="1184486"/>
                  </a:lnTo>
                  <a:lnTo>
                    <a:pt x="1788403" y="1184385"/>
                  </a:lnTo>
                  <a:lnTo>
                    <a:pt x="1788400" y="1184329"/>
                  </a:lnTo>
                  <a:lnTo>
                    <a:pt x="1788351" y="1184317"/>
                  </a:lnTo>
                  <a:lnTo>
                    <a:pt x="1788243" y="1184360"/>
                  </a:lnTo>
                  <a:lnTo>
                    <a:pt x="1788147" y="1184445"/>
                  </a:lnTo>
                  <a:lnTo>
                    <a:pt x="1788070" y="1184401"/>
                  </a:lnTo>
                  <a:lnTo>
                    <a:pt x="1788009" y="1184379"/>
                  </a:lnTo>
                  <a:lnTo>
                    <a:pt x="1787938" y="1184395"/>
                  </a:lnTo>
                  <a:lnTo>
                    <a:pt x="1787899" y="1184370"/>
                  </a:lnTo>
                  <a:lnTo>
                    <a:pt x="1787913" y="1184320"/>
                  </a:lnTo>
                  <a:lnTo>
                    <a:pt x="1787965" y="1184248"/>
                  </a:lnTo>
                  <a:lnTo>
                    <a:pt x="1788048" y="1184198"/>
                  </a:lnTo>
                  <a:lnTo>
                    <a:pt x="1788089" y="1184060"/>
                  </a:lnTo>
                  <a:lnTo>
                    <a:pt x="1788095" y="1183954"/>
                  </a:lnTo>
                  <a:lnTo>
                    <a:pt x="1788089" y="1183898"/>
                  </a:lnTo>
                  <a:lnTo>
                    <a:pt x="1788026" y="1183904"/>
                  </a:lnTo>
                  <a:lnTo>
                    <a:pt x="1787770" y="1184054"/>
                  </a:lnTo>
                  <a:lnTo>
                    <a:pt x="1787665" y="1184079"/>
                  </a:lnTo>
                  <a:lnTo>
                    <a:pt x="1787635" y="1184026"/>
                  </a:lnTo>
                  <a:lnTo>
                    <a:pt x="1787651" y="1183963"/>
                  </a:lnTo>
                  <a:lnTo>
                    <a:pt x="1787825" y="1183904"/>
                  </a:lnTo>
                  <a:lnTo>
                    <a:pt x="1787869" y="1183854"/>
                  </a:lnTo>
                  <a:lnTo>
                    <a:pt x="1787833" y="1183813"/>
                  </a:lnTo>
                  <a:lnTo>
                    <a:pt x="1787794" y="1183704"/>
                  </a:lnTo>
                  <a:lnTo>
                    <a:pt x="1787843" y="1183617"/>
                  </a:lnTo>
                  <a:lnTo>
                    <a:pt x="1787928" y="1183586"/>
                  </a:lnTo>
                  <a:lnTo>
                    <a:pt x="1787983" y="1183601"/>
                  </a:lnTo>
                  <a:lnTo>
                    <a:pt x="1788027" y="1183578"/>
                  </a:lnTo>
                  <a:lnTo>
                    <a:pt x="1788031" y="1183567"/>
                  </a:lnTo>
                  <a:lnTo>
                    <a:pt x="1788066" y="1183489"/>
                  </a:lnTo>
                  <a:lnTo>
                    <a:pt x="1788042" y="1183419"/>
                  </a:lnTo>
                  <a:lnTo>
                    <a:pt x="1787998" y="1183357"/>
                  </a:lnTo>
                  <a:lnTo>
                    <a:pt x="1787943" y="1183357"/>
                  </a:lnTo>
                  <a:lnTo>
                    <a:pt x="1787910" y="1183358"/>
                  </a:lnTo>
                  <a:lnTo>
                    <a:pt x="1787822" y="1183375"/>
                  </a:lnTo>
                  <a:lnTo>
                    <a:pt x="1787753" y="1183404"/>
                  </a:lnTo>
                  <a:lnTo>
                    <a:pt x="1787720" y="1183369"/>
                  </a:lnTo>
                  <a:lnTo>
                    <a:pt x="1787731" y="1183325"/>
                  </a:lnTo>
                  <a:lnTo>
                    <a:pt x="1787783" y="1183319"/>
                  </a:lnTo>
                  <a:lnTo>
                    <a:pt x="1787865" y="1183275"/>
                  </a:lnTo>
                  <a:lnTo>
                    <a:pt x="1787984" y="1183200"/>
                  </a:lnTo>
                  <a:lnTo>
                    <a:pt x="1788111" y="1183141"/>
                  </a:lnTo>
                  <a:lnTo>
                    <a:pt x="1788229" y="1183062"/>
                  </a:lnTo>
                  <a:lnTo>
                    <a:pt x="1788233" y="1183034"/>
                  </a:lnTo>
                  <a:lnTo>
                    <a:pt x="1788243" y="1183013"/>
                  </a:lnTo>
                  <a:lnTo>
                    <a:pt x="1788182" y="1182798"/>
                  </a:lnTo>
                  <a:lnTo>
                    <a:pt x="1788070" y="1182765"/>
                  </a:lnTo>
                  <a:lnTo>
                    <a:pt x="1787871" y="1182816"/>
                  </a:lnTo>
                  <a:lnTo>
                    <a:pt x="1787811" y="1182803"/>
                  </a:lnTo>
                  <a:lnTo>
                    <a:pt x="1787806" y="1182783"/>
                  </a:lnTo>
                  <a:lnTo>
                    <a:pt x="1787881" y="1182615"/>
                  </a:lnTo>
                  <a:lnTo>
                    <a:pt x="1787995" y="1182524"/>
                  </a:lnTo>
                  <a:lnTo>
                    <a:pt x="1788081" y="1182482"/>
                  </a:lnTo>
                  <a:lnTo>
                    <a:pt x="1788097" y="1182464"/>
                  </a:lnTo>
                  <a:lnTo>
                    <a:pt x="1788265" y="1182456"/>
                  </a:lnTo>
                  <a:lnTo>
                    <a:pt x="1788406" y="1182465"/>
                  </a:lnTo>
                  <a:lnTo>
                    <a:pt x="1788497" y="1182444"/>
                  </a:lnTo>
                  <a:lnTo>
                    <a:pt x="1788497" y="1182381"/>
                  </a:lnTo>
                  <a:lnTo>
                    <a:pt x="1788444" y="1182322"/>
                  </a:lnTo>
                  <a:lnTo>
                    <a:pt x="1788367" y="1182240"/>
                  </a:lnTo>
                  <a:lnTo>
                    <a:pt x="1788323" y="1182184"/>
                  </a:lnTo>
                  <a:lnTo>
                    <a:pt x="1788319" y="1182168"/>
                  </a:lnTo>
                  <a:lnTo>
                    <a:pt x="1788358" y="1181893"/>
                  </a:lnTo>
                  <a:lnTo>
                    <a:pt x="1788367" y="1181893"/>
                  </a:lnTo>
                  <a:lnTo>
                    <a:pt x="1788522" y="1181918"/>
                  </a:lnTo>
                  <a:lnTo>
                    <a:pt x="1788626" y="1181959"/>
                  </a:lnTo>
                  <a:lnTo>
                    <a:pt x="1788712" y="1181940"/>
                  </a:lnTo>
                  <a:lnTo>
                    <a:pt x="1788728" y="1181862"/>
                  </a:lnTo>
                  <a:lnTo>
                    <a:pt x="1788692" y="1181834"/>
                  </a:lnTo>
                  <a:lnTo>
                    <a:pt x="1788563" y="1181834"/>
                  </a:lnTo>
                  <a:lnTo>
                    <a:pt x="1788497" y="1181793"/>
                  </a:lnTo>
                  <a:lnTo>
                    <a:pt x="1788444" y="1181737"/>
                  </a:lnTo>
                  <a:lnTo>
                    <a:pt x="1788420" y="1181671"/>
                  </a:lnTo>
                  <a:lnTo>
                    <a:pt x="1788345" y="1181659"/>
                  </a:lnTo>
                  <a:lnTo>
                    <a:pt x="1788278" y="1181659"/>
                  </a:lnTo>
                  <a:lnTo>
                    <a:pt x="1788265" y="1181625"/>
                  </a:lnTo>
                  <a:lnTo>
                    <a:pt x="1788404" y="1181421"/>
                  </a:lnTo>
                  <a:lnTo>
                    <a:pt x="1788435" y="1181391"/>
                  </a:lnTo>
                  <a:lnTo>
                    <a:pt x="1788721" y="1181115"/>
                  </a:lnTo>
                  <a:lnTo>
                    <a:pt x="1788975" y="1181030"/>
                  </a:lnTo>
                  <a:lnTo>
                    <a:pt x="1789026" y="1181033"/>
                  </a:lnTo>
                  <a:lnTo>
                    <a:pt x="1789208" y="1180917"/>
                  </a:lnTo>
                  <a:lnTo>
                    <a:pt x="1789416" y="1180758"/>
                  </a:lnTo>
                  <a:lnTo>
                    <a:pt x="1789603" y="1180501"/>
                  </a:lnTo>
                  <a:lnTo>
                    <a:pt x="1790372" y="1179995"/>
                  </a:lnTo>
                  <a:lnTo>
                    <a:pt x="1790516" y="1179964"/>
                  </a:lnTo>
                  <a:lnTo>
                    <a:pt x="1790645" y="1180095"/>
                  </a:lnTo>
                  <a:lnTo>
                    <a:pt x="1790903" y="1180230"/>
                  </a:lnTo>
                  <a:lnTo>
                    <a:pt x="1791061" y="1180195"/>
                  </a:lnTo>
                  <a:lnTo>
                    <a:pt x="1791066" y="1180195"/>
                  </a:lnTo>
                  <a:lnTo>
                    <a:pt x="1791083" y="1180103"/>
                  </a:lnTo>
                  <a:lnTo>
                    <a:pt x="1791102" y="1180049"/>
                  </a:lnTo>
                  <a:lnTo>
                    <a:pt x="1791135" y="1180038"/>
                  </a:lnTo>
                  <a:lnTo>
                    <a:pt x="1791182" y="1180047"/>
                  </a:lnTo>
                  <a:lnTo>
                    <a:pt x="1791258" y="1180033"/>
                  </a:lnTo>
                  <a:lnTo>
                    <a:pt x="1791367" y="1180006"/>
                  </a:lnTo>
                  <a:lnTo>
                    <a:pt x="1791397" y="1180002"/>
                  </a:lnTo>
                  <a:lnTo>
                    <a:pt x="1791409" y="1180004"/>
                  </a:lnTo>
                  <a:lnTo>
                    <a:pt x="1791431" y="1180042"/>
                  </a:lnTo>
                  <a:lnTo>
                    <a:pt x="1791473" y="1180063"/>
                  </a:lnTo>
                  <a:lnTo>
                    <a:pt x="1791488" y="1180108"/>
                  </a:lnTo>
                  <a:lnTo>
                    <a:pt x="1791506" y="1180166"/>
                  </a:lnTo>
                  <a:lnTo>
                    <a:pt x="1791533" y="1180225"/>
                  </a:lnTo>
                  <a:lnTo>
                    <a:pt x="1791613" y="1180350"/>
                  </a:lnTo>
                  <a:lnTo>
                    <a:pt x="1791670" y="1180389"/>
                  </a:lnTo>
                  <a:lnTo>
                    <a:pt x="1791719" y="1180369"/>
                  </a:lnTo>
                  <a:lnTo>
                    <a:pt x="1791773" y="1180332"/>
                  </a:lnTo>
                  <a:lnTo>
                    <a:pt x="1791766" y="1180299"/>
                  </a:lnTo>
                  <a:lnTo>
                    <a:pt x="1791734" y="1180269"/>
                  </a:lnTo>
                  <a:lnTo>
                    <a:pt x="1791696" y="1180213"/>
                  </a:lnTo>
                  <a:lnTo>
                    <a:pt x="1791704" y="1180136"/>
                  </a:lnTo>
                  <a:lnTo>
                    <a:pt x="1791696" y="1180044"/>
                  </a:lnTo>
                  <a:lnTo>
                    <a:pt x="1791667" y="1179978"/>
                  </a:lnTo>
                  <a:lnTo>
                    <a:pt x="1791619" y="1179941"/>
                  </a:lnTo>
                  <a:lnTo>
                    <a:pt x="1791613" y="1179916"/>
                  </a:lnTo>
                  <a:lnTo>
                    <a:pt x="1791614" y="1179898"/>
                  </a:lnTo>
                  <a:lnTo>
                    <a:pt x="1791634" y="1179894"/>
                  </a:lnTo>
                  <a:lnTo>
                    <a:pt x="1791653" y="1179897"/>
                  </a:lnTo>
                  <a:lnTo>
                    <a:pt x="1791735" y="1179900"/>
                  </a:lnTo>
                  <a:lnTo>
                    <a:pt x="1791763" y="1179913"/>
                  </a:lnTo>
                  <a:lnTo>
                    <a:pt x="1791826" y="1179941"/>
                  </a:lnTo>
                  <a:lnTo>
                    <a:pt x="1791901" y="1180070"/>
                  </a:lnTo>
                  <a:lnTo>
                    <a:pt x="1791908" y="1180290"/>
                  </a:lnTo>
                  <a:lnTo>
                    <a:pt x="1791891" y="1180329"/>
                  </a:lnTo>
                  <a:lnTo>
                    <a:pt x="1791838" y="1180371"/>
                  </a:lnTo>
                  <a:lnTo>
                    <a:pt x="1791811" y="1180463"/>
                  </a:lnTo>
                  <a:lnTo>
                    <a:pt x="1791910" y="1180527"/>
                  </a:lnTo>
                  <a:lnTo>
                    <a:pt x="1792194" y="1180436"/>
                  </a:lnTo>
                  <a:lnTo>
                    <a:pt x="1792409" y="1180290"/>
                  </a:lnTo>
                  <a:lnTo>
                    <a:pt x="1792398" y="1180106"/>
                  </a:lnTo>
                  <a:lnTo>
                    <a:pt x="1792298" y="1180096"/>
                  </a:lnTo>
                  <a:lnTo>
                    <a:pt x="1792209" y="1179868"/>
                  </a:lnTo>
                  <a:lnTo>
                    <a:pt x="1792237" y="1179806"/>
                  </a:lnTo>
                  <a:lnTo>
                    <a:pt x="1792295" y="1179748"/>
                  </a:lnTo>
                  <a:lnTo>
                    <a:pt x="1792432" y="1179707"/>
                  </a:lnTo>
                  <a:lnTo>
                    <a:pt x="1792703" y="1179682"/>
                  </a:lnTo>
                  <a:lnTo>
                    <a:pt x="1792796" y="1179369"/>
                  </a:lnTo>
                  <a:lnTo>
                    <a:pt x="1792911" y="1179202"/>
                  </a:lnTo>
                  <a:lnTo>
                    <a:pt x="1793007" y="1179110"/>
                  </a:lnTo>
                  <a:lnTo>
                    <a:pt x="1793032" y="1179055"/>
                  </a:lnTo>
                  <a:lnTo>
                    <a:pt x="1792935" y="1178971"/>
                  </a:lnTo>
                  <a:lnTo>
                    <a:pt x="1792818" y="1178905"/>
                  </a:lnTo>
                  <a:lnTo>
                    <a:pt x="1792724" y="1178926"/>
                  </a:lnTo>
                  <a:lnTo>
                    <a:pt x="1792596" y="1178886"/>
                  </a:lnTo>
                  <a:lnTo>
                    <a:pt x="1792617" y="1178608"/>
                  </a:lnTo>
                  <a:lnTo>
                    <a:pt x="1792718" y="1178604"/>
                  </a:lnTo>
                  <a:lnTo>
                    <a:pt x="1792853" y="1178715"/>
                  </a:lnTo>
                  <a:lnTo>
                    <a:pt x="1792908" y="1178789"/>
                  </a:lnTo>
                  <a:lnTo>
                    <a:pt x="1793006" y="1178815"/>
                  </a:lnTo>
                  <a:lnTo>
                    <a:pt x="1793277" y="1178514"/>
                  </a:lnTo>
                  <a:lnTo>
                    <a:pt x="1793398" y="1178281"/>
                  </a:lnTo>
                  <a:lnTo>
                    <a:pt x="1793387" y="1178222"/>
                  </a:lnTo>
                  <a:lnTo>
                    <a:pt x="1793295" y="1178166"/>
                  </a:lnTo>
                  <a:lnTo>
                    <a:pt x="1793263" y="1178050"/>
                  </a:lnTo>
                  <a:lnTo>
                    <a:pt x="1793421" y="1177860"/>
                  </a:lnTo>
                  <a:lnTo>
                    <a:pt x="1793711" y="1177792"/>
                  </a:lnTo>
                  <a:lnTo>
                    <a:pt x="1793859" y="1177646"/>
                  </a:lnTo>
                  <a:lnTo>
                    <a:pt x="1793977" y="1177464"/>
                  </a:lnTo>
                  <a:lnTo>
                    <a:pt x="1794072" y="1177456"/>
                  </a:lnTo>
                  <a:lnTo>
                    <a:pt x="1794086" y="1177478"/>
                  </a:lnTo>
                  <a:lnTo>
                    <a:pt x="1794078" y="1177444"/>
                  </a:lnTo>
                  <a:lnTo>
                    <a:pt x="1793953" y="1177397"/>
                  </a:lnTo>
                  <a:lnTo>
                    <a:pt x="1793825" y="1177376"/>
                  </a:lnTo>
                  <a:lnTo>
                    <a:pt x="1793766" y="1177408"/>
                  </a:lnTo>
                  <a:lnTo>
                    <a:pt x="1793707" y="1177473"/>
                  </a:lnTo>
                  <a:lnTo>
                    <a:pt x="1793676" y="1177474"/>
                  </a:lnTo>
                  <a:lnTo>
                    <a:pt x="1793332" y="1177318"/>
                  </a:lnTo>
                  <a:lnTo>
                    <a:pt x="1793295" y="1177288"/>
                  </a:lnTo>
                  <a:lnTo>
                    <a:pt x="1793125" y="1177066"/>
                  </a:lnTo>
                  <a:lnTo>
                    <a:pt x="1793552" y="1176725"/>
                  </a:lnTo>
                  <a:lnTo>
                    <a:pt x="1793721" y="1176493"/>
                  </a:lnTo>
                  <a:lnTo>
                    <a:pt x="1794161" y="1176281"/>
                  </a:lnTo>
                  <a:lnTo>
                    <a:pt x="1794257" y="1176299"/>
                  </a:lnTo>
                  <a:lnTo>
                    <a:pt x="1794297" y="1176364"/>
                  </a:lnTo>
                  <a:lnTo>
                    <a:pt x="1794322" y="1176337"/>
                  </a:lnTo>
                  <a:lnTo>
                    <a:pt x="1794326" y="1176333"/>
                  </a:lnTo>
                  <a:lnTo>
                    <a:pt x="1794340" y="1176318"/>
                  </a:lnTo>
                  <a:lnTo>
                    <a:pt x="1794352" y="1176306"/>
                  </a:lnTo>
                  <a:lnTo>
                    <a:pt x="1794362" y="1176295"/>
                  </a:lnTo>
                  <a:lnTo>
                    <a:pt x="1794366" y="1176293"/>
                  </a:lnTo>
                  <a:lnTo>
                    <a:pt x="1794578" y="1176198"/>
                  </a:lnTo>
                  <a:lnTo>
                    <a:pt x="1794511" y="1176132"/>
                  </a:lnTo>
                  <a:lnTo>
                    <a:pt x="1794462" y="1176083"/>
                  </a:lnTo>
                  <a:lnTo>
                    <a:pt x="1794446" y="1176067"/>
                  </a:lnTo>
                  <a:lnTo>
                    <a:pt x="1794424" y="1176048"/>
                  </a:lnTo>
                  <a:lnTo>
                    <a:pt x="1794387" y="1176065"/>
                  </a:lnTo>
                  <a:lnTo>
                    <a:pt x="1794377" y="1176069"/>
                  </a:lnTo>
                  <a:lnTo>
                    <a:pt x="1794372" y="1176070"/>
                  </a:lnTo>
                  <a:lnTo>
                    <a:pt x="1794365" y="1176070"/>
                  </a:lnTo>
                  <a:lnTo>
                    <a:pt x="1794356" y="1176063"/>
                  </a:lnTo>
                  <a:lnTo>
                    <a:pt x="1794348" y="1176045"/>
                  </a:lnTo>
                  <a:lnTo>
                    <a:pt x="1794318" y="1175979"/>
                  </a:lnTo>
                  <a:lnTo>
                    <a:pt x="1794297" y="1175918"/>
                  </a:lnTo>
                  <a:lnTo>
                    <a:pt x="1794125" y="1175919"/>
                  </a:lnTo>
                  <a:lnTo>
                    <a:pt x="1794056" y="1175924"/>
                  </a:lnTo>
                  <a:lnTo>
                    <a:pt x="1794027" y="1175906"/>
                  </a:lnTo>
                  <a:lnTo>
                    <a:pt x="1793892" y="1175824"/>
                  </a:lnTo>
                  <a:lnTo>
                    <a:pt x="1793886" y="1175820"/>
                  </a:lnTo>
                  <a:lnTo>
                    <a:pt x="1793890" y="1175811"/>
                  </a:lnTo>
                  <a:lnTo>
                    <a:pt x="1793898" y="1175791"/>
                  </a:lnTo>
                  <a:lnTo>
                    <a:pt x="1793903" y="1175780"/>
                  </a:lnTo>
                  <a:lnTo>
                    <a:pt x="1793921" y="1175773"/>
                  </a:lnTo>
                  <a:lnTo>
                    <a:pt x="1793984" y="1175752"/>
                  </a:lnTo>
                  <a:lnTo>
                    <a:pt x="1794019" y="1175740"/>
                  </a:lnTo>
                  <a:lnTo>
                    <a:pt x="1794087" y="1175750"/>
                  </a:lnTo>
                  <a:lnTo>
                    <a:pt x="1794110" y="1175740"/>
                  </a:lnTo>
                  <a:lnTo>
                    <a:pt x="1794227" y="1175687"/>
                  </a:lnTo>
                  <a:lnTo>
                    <a:pt x="1794296" y="1175602"/>
                  </a:lnTo>
                  <a:lnTo>
                    <a:pt x="1794307" y="1175604"/>
                  </a:lnTo>
                  <a:lnTo>
                    <a:pt x="1794384" y="1175617"/>
                  </a:lnTo>
                  <a:lnTo>
                    <a:pt x="1794766" y="1175633"/>
                  </a:lnTo>
                  <a:lnTo>
                    <a:pt x="1794807" y="1175635"/>
                  </a:lnTo>
                  <a:lnTo>
                    <a:pt x="1794826" y="1175636"/>
                  </a:lnTo>
                  <a:lnTo>
                    <a:pt x="1794841" y="1175636"/>
                  </a:lnTo>
                  <a:lnTo>
                    <a:pt x="1794856" y="1175637"/>
                  </a:lnTo>
                  <a:lnTo>
                    <a:pt x="1794898" y="1175639"/>
                  </a:lnTo>
                  <a:lnTo>
                    <a:pt x="1794918" y="1175630"/>
                  </a:lnTo>
                  <a:lnTo>
                    <a:pt x="1795191" y="1175372"/>
                  </a:lnTo>
                  <a:lnTo>
                    <a:pt x="1795196" y="1175358"/>
                  </a:lnTo>
                  <a:lnTo>
                    <a:pt x="1795199" y="1175339"/>
                  </a:lnTo>
                  <a:lnTo>
                    <a:pt x="1795202" y="1175326"/>
                  </a:lnTo>
                  <a:lnTo>
                    <a:pt x="1795198" y="1175317"/>
                  </a:lnTo>
                  <a:lnTo>
                    <a:pt x="1795119" y="1175208"/>
                  </a:lnTo>
                  <a:lnTo>
                    <a:pt x="1795100" y="1175215"/>
                  </a:lnTo>
                  <a:lnTo>
                    <a:pt x="1795022" y="1175239"/>
                  </a:lnTo>
                  <a:lnTo>
                    <a:pt x="1795005" y="1175243"/>
                  </a:lnTo>
                  <a:lnTo>
                    <a:pt x="1794997" y="1175237"/>
                  </a:lnTo>
                  <a:lnTo>
                    <a:pt x="1794956" y="1175109"/>
                  </a:lnTo>
                  <a:lnTo>
                    <a:pt x="1794950" y="1175086"/>
                  </a:lnTo>
                  <a:lnTo>
                    <a:pt x="1794953" y="1175066"/>
                  </a:lnTo>
                  <a:lnTo>
                    <a:pt x="1794965" y="1175057"/>
                  </a:lnTo>
                  <a:lnTo>
                    <a:pt x="1795360" y="1174835"/>
                  </a:lnTo>
                  <a:lnTo>
                    <a:pt x="1795410" y="1174827"/>
                  </a:lnTo>
                  <a:lnTo>
                    <a:pt x="1795444" y="1174823"/>
                  </a:lnTo>
                  <a:lnTo>
                    <a:pt x="1795461" y="1174822"/>
                  </a:lnTo>
                  <a:lnTo>
                    <a:pt x="1795585" y="1174857"/>
                  </a:lnTo>
                  <a:lnTo>
                    <a:pt x="1795641" y="1174881"/>
                  </a:lnTo>
                  <a:lnTo>
                    <a:pt x="1795717" y="1174874"/>
                  </a:lnTo>
                  <a:lnTo>
                    <a:pt x="1795913" y="1174771"/>
                  </a:lnTo>
                  <a:lnTo>
                    <a:pt x="1796096" y="1174610"/>
                  </a:lnTo>
                  <a:lnTo>
                    <a:pt x="1796139" y="1174524"/>
                  </a:lnTo>
                  <a:lnTo>
                    <a:pt x="1796138" y="1174500"/>
                  </a:lnTo>
                  <a:lnTo>
                    <a:pt x="1796138" y="1174478"/>
                  </a:lnTo>
                  <a:lnTo>
                    <a:pt x="1796097" y="1174361"/>
                  </a:lnTo>
                  <a:lnTo>
                    <a:pt x="1796092" y="1174346"/>
                  </a:lnTo>
                  <a:lnTo>
                    <a:pt x="1796062" y="1174251"/>
                  </a:lnTo>
                  <a:lnTo>
                    <a:pt x="1796062" y="1174234"/>
                  </a:lnTo>
                  <a:lnTo>
                    <a:pt x="1796100" y="1174187"/>
                  </a:lnTo>
                  <a:lnTo>
                    <a:pt x="1796119" y="1174171"/>
                  </a:lnTo>
                  <a:lnTo>
                    <a:pt x="1796247" y="1174069"/>
                  </a:lnTo>
                  <a:lnTo>
                    <a:pt x="1796335" y="1174011"/>
                  </a:lnTo>
                  <a:lnTo>
                    <a:pt x="1796428" y="1173961"/>
                  </a:lnTo>
                  <a:lnTo>
                    <a:pt x="1796545" y="1173902"/>
                  </a:lnTo>
                  <a:lnTo>
                    <a:pt x="1796578" y="1173886"/>
                  </a:lnTo>
                  <a:lnTo>
                    <a:pt x="1796609" y="1173863"/>
                  </a:lnTo>
                  <a:lnTo>
                    <a:pt x="1796676" y="1173813"/>
                  </a:lnTo>
                  <a:lnTo>
                    <a:pt x="1796714" y="1173781"/>
                  </a:lnTo>
                  <a:lnTo>
                    <a:pt x="1796818" y="1173696"/>
                  </a:lnTo>
                  <a:lnTo>
                    <a:pt x="1796894" y="1173635"/>
                  </a:lnTo>
                  <a:lnTo>
                    <a:pt x="1796909" y="1173616"/>
                  </a:lnTo>
                  <a:lnTo>
                    <a:pt x="1796919" y="1173603"/>
                  </a:lnTo>
                  <a:lnTo>
                    <a:pt x="1796938" y="1173578"/>
                  </a:lnTo>
                  <a:lnTo>
                    <a:pt x="1797011" y="1173486"/>
                  </a:lnTo>
                  <a:lnTo>
                    <a:pt x="1797083" y="1173391"/>
                  </a:lnTo>
                  <a:lnTo>
                    <a:pt x="1797160" y="1173291"/>
                  </a:lnTo>
                  <a:lnTo>
                    <a:pt x="1797257" y="1173068"/>
                  </a:lnTo>
                  <a:lnTo>
                    <a:pt x="1797366" y="1172815"/>
                  </a:lnTo>
                  <a:lnTo>
                    <a:pt x="1797245" y="1172389"/>
                  </a:lnTo>
                  <a:lnTo>
                    <a:pt x="1797182" y="1172342"/>
                  </a:lnTo>
                  <a:lnTo>
                    <a:pt x="1797079" y="1172318"/>
                  </a:lnTo>
                  <a:lnTo>
                    <a:pt x="1797008" y="1172319"/>
                  </a:lnTo>
                  <a:lnTo>
                    <a:pt x="1796957" y="1172332"/>
                  </a:lnTo>
                  <a:lnTo>
                    <a:pt x="1796879" y="1172376"/>
                  </a:lnTo>
                  <a:lnTo>
                    <a:pt x="1796871" y="1172380"/>
                  </a:lnTo>
                  <a:lnTo>
                    <a:pt x="1796821" y="1172397"/>
                  </a:lnTo>
                  <a:lnTo>
                    <a:pt x="1796636" y="1172460"/>
                  </a:lnTo>
                  <a:lnTo>
                    <a:pt x="1796626" y="1172464"/>
                  </a:lnTo>
                  <a:lnTo>
                    <a:pt x="1796328" y="1172574"/>
                  </a:lnTo>
                  <a:lnTo>
                    <a:pt x="1796206" y="1172639"/>
                  </a:lnTo>
                  <a:lnTo>
                    <a:pt x="1796080" y="1172685"/>
                  </a:lnTo>
                  <a:lnTo>
                    <a:pt x="1796053" y="1172694"/>
                  </a:lnTo>
                  <a:lnTo>
                    <a:pt x="1795980" y="1172708"/>
                  </a:lnTo>
                  <a:lnTo>
                    <a:pt x="1795970" y="1172709"/>
                  </a:lnTo>
                  <a:lnTo>
                    <a:pt x="1795739" y="1172702"/>
                  </a:lnTo>
                  <a:lnTo>
                    <a:pt x="1795633" y="1172707"/>
                  </a:lnTo>
                  <a:lnTo>
                    <a:pt x="1795463" y="1172715"/>
                  </a:lnTo>
                  <a:lnTo>
                    <a:pt x="1795245" y="1172746"/>
                  </a:lnTo>
                  <a:lnTo>
                    <a:pt x="1795240" y="1172746"/>
                  </a:lnTo>
                  <a:lnTo>
                    <a:pt x="1795136" y="1172759"/>
                  </a:lnTo>
                  <a:lnTo>
                    <a:pt x="1794964" y="1172751"/>
                  </a:lnTo>
                  <a:lnTo>
                    <a:pt x="1794951" y="1172749"/>
                  </a:lnTo>
                  <a:lnTo>
                    <a:pt x="1794902" y="1172743"/>
                  </a:lnTo>
                  <a:lnTo>
                    <a:pt x="1794722" y="1172721"/>
                  </a:lnTo>
                  <a:lnTo>
                    <a:pt x="1794515" y="1172694"/>
                  </a:lnTo>
                  <a:lnTo>
                    <a:pt x="1794494" y="1172693"/>
                  </a:lnTo>
                  <a:lnTo>
                    <a:pt x="1794470" y="1172697"/>
                  </a:lnTo>
                  <a:lnTo>
                    <a:pt x="1794424" y="1172709"/>
                  </a:lnTo>
                  <a:lnTo>
                    <a:pt x="1794358" y="1172737"/>
                  </a:lnTo>
                  <a:lnTo>
                    <a:pt x="1794345" y="1172743"/>
                  </a:lnTo>
                  <a:lnTo>
                    <a:pt x="1794296" y="1172764"/>
                  </a:lnTo>
                  <a:lnTo>
                    <a:pt x="1794199" y="1172814"/>
                  </a:lnTo>
                  <a:lnTo>
                    <a:pt x="1794032" y="1172782"/>
                  </a:lnTo>
                  <a:lnTo>
                    <a:pt x="1793946" y="1172795"/>
                  </a:lnTo>
                  <a:lnTo>
                    <a:pt x="1793278" y="1173054"/>
                  </a:lnTo>
                  <a:lnTo>
                    <a:pt x="1793152" y="1173181"/>
                  </a:lnTo>
                  <a:lnTo>
                    <a:pt x="1793013" y="1173112"/>
                  </a:lnTo>
                  <a:lnTo>
                    <a:pt x="1792968" y="1173049"/>
                  </a:lnTo>
                  <a:lnTo>
                    <a:pt x="1792961" y="1172972"/>
                  </a:lnTo>
                  <a:lnTo>
                    <a:pt x="1793001" y="1172945"/>
                  </a:lnTo>
                  <a:lnTo>
                    <a:pt x="1793100" y="1172980"/>
                  </a:lnTo>
                  <a:lnTo>
                    <a:pt x="1793146" y="1172832"/>
                  </a:lnTo>
                  <a:lnTo>
                    <a:pt x="1793152" y="1172590"/>
                  </a:lnTo>
                  <a:lnTo>
                    <a:pt x="1792944" y="1172490"/>
                  </a:lnTo>
                  <a:lnTo>
                    <a:pt x="1792559" y="1172598"/>
                  </a:lnTo>
                  <a:lnTo>
                    <a:pt x="1792541" y="1172659"/>
                  </a:lnTo>
                  <a:lnTo>
                    <a:pt x="1792554" y="1172731"/>
                  </a:lnTo>
                  <a:lnTo>
                    <a:pt x="1792434" y="1172760"/>
                  </a:lnTo>
                  <a:lnTo>
                    <a:pt x="1792383" y="1172763"/>
                  </a:lnTo>
                  <a:lnTo>
                    <a:pt x="1792207" y="1172720"/>
                  </a:lnTo>
                  <a:lnTo>
                    <a:pt x="1792165" y="1172540"/>
                  </a:lnTo>
                  <a:lnTo>
                    <a:pt x="1792151" y="1172412"/>
                  </a:lnTo>
                  <a:lnTo>
                    <a:pt x="1792063" y="1172424"/>
                  </a:lnTo>
                  <a:lnTo>
                    <a:pt x="1791897" y="1172471"/>
                  </a:lnTo>
                  <a:lnTo>
                    <a:pt x="1791727" y="1172663"/>
                  </a:lnTo>
                  <a:lnTo>
                    <a:pt x="1791782" y="1172685"/>
                  </a:lnTo>
                  <a:lnTo>
                    <a:pt x="1791813" y="1172705"/>
                  </a:lnTo>
                  <a:lnTo>
                    <a:pt x="1791790" y="1172738"/>
                  </a:lnTo>
                  <a:lnTo>
                    <a:pt x="1791695" y="1172815"/>
                  </a:lnTo>
                  <a:lnTo>
                    <a:pt x="1791507" y="1172938"/>
                  </a:lnTo>
                  <a:lnTo>
                    <a:pt x="1791440" y="1172954"/>
                  </a:lnTo>
                  <a:lnTo>
                    <a:pt x="1791321" y="1173045"/>
                  </a:lnTo>
                  <a:lnTo>
                    <a:pt x="1791120" y="1173362"/>
                  </a:lnTo>
                  <a:lnTo>
                    <a:pt x="1791116" y="1173392"/>
                  </a:lnTo>
                  <a:lnTo>
                    <a:pt x="1791176" y="1173590"/>
                  </a:lnTo>
                  <a:lnTo>
                    <a:pt x="1791365" y="1173949"/>
                  </a:lnTo>
                  <a:lnTo>
                    <a:pt x="1791463" y="1174026"/>
                  </a:lnTo>
                  <a:lnTo>
                    <a:pt x="1791558" y="1174206"/>
                  </a:lnTo>
                  <a:lnTo>
                    <a:pt x="1791650" y="1174512"/>
                  </a:lnTo>
                  <a:lnTo>
                    <a:pt x="1791438" y="1174898"/>
                  </a:lnTo>
                  <a:lnTo>
                    <a:pt x="1791449" y="1175120"/>
                  </a:lnTo>
                  <a:lnTo>
                    <a:pt x="1791433" y="1175169"/>
                  </a:lnTo>
                  <a:lnTo>
                    <a:pt x="1791204" y="1175364"/>
                  </a:lnTo>
                  <a:lnTo>
                    <a:pt x="1790750" y="1175664"/>
                  </a:lnTo>
                  <a:lnTo>
                    <a:pt x="1790585" y="1175841"/>
                  </a:lnTo>
                  <a:lnTo>
                    <a:pt x="1790333" y="1176334"/>
                  </a:lnTo>
                  <a:lnTo>
                    <a:pt x="1790194" y="1176661"/>
                  </a:lnTo>
                  <a:lnTo>
                    <a:pt x="1790169" y="1176947"/>
                  </a:lnTo>
                  <a:lnTo>
                    <a:pt x="1790326" y="1177325"/>
                  </a:lnTo>
                  <a:lnTo>
                    <a:pt x="1790180" y="1177456"/>
                  </a:lnTo>
                  <a:lnTo>
                    <a:pt x="1790120" y="1177451"/>
                  </a:lnTo>
                  <a:lnTo>
                    <a:pt x="1790073" y="1177476"/>
                  </a:lnTo>
                  <a:lnTo>
                    <a:pt x="1789961" y="1177571"/>
                  </a:lnTo>
                  <a:lnTo>
                    <a:pt x="1789863" y="1177698"/>
                  </a:lnTo>
                  <a:lnTo>
                    <a:pt x="1789861" y="1177763"/>
                  </a:lnTo>
                  <a:lnTo>
                    <a:pt x="1789899" y="1177815"/>
                  </a:lnTo>
                  <a:lnTo>
                    <a:pt x="1790166" y="1177997"/>
                  </a:lnTo>
                  <a:lnTo>
                    <a:pt x="1790336" y="1178050"/>
                  </a:lnTo>
                  <a:lnTo>
                    <a:pt x="1790414" y="1178041"/>
                  </a:lnTo>
                  <a:lnTo>
                    <a:pt x="1790448" y="1178017"/>
                  </a:lnTo>
                  <a:lnTo>
                    <a:pt x="1790554" y="1178034"/>
                  </a:lnTo>
                  <a:lnTo>
                    <a:pt x="1790545" y="1178092"/>
                  </a:lnTo>
                  <a:lnTo>
                    <a:pt x="1790347" y="1178307"/>
                  </a:lnTo>
                  <a:lnTo>
                    <a:pt x="1790131" y="1178358"/>
                  </a:lnTo>
                  <a:lnTo>
                    <a:pt x="1789831" y="1178538"/>
                  </a:lnTo>
                  <a:lnTo>
                    <a:pt x="1789734" y="1178678"/>
                  </a:lnTo>
                  <a:lnTo>
                    <a:pt x="1789429" y="1178835"/>
                  </a:lnTo>
                  <a:lnTo>
                    <a:pt x="1789171" y="1178943"/>
                  </a:lnTo>
                  <a:lnTo>
                    <a:pt x="1788957" y="1178764"/>
                  </a:lnTo>
                  <a:lnTo>
                    <a:pt x="1788920" y="1178331"/>
                  </a:lnTo>
                  <a:lnTo>
                    <a:pt x="1788969" y="1178218"/>
                  </a:lnTo>
                  <a:lnTo>
                    <a:pt x="1789095" y="1178085"/>
                  </a:lnTo>
                  <a:lnTo>
                    <a:pt x="1789324" y="1177885"/>
                  </a:lnTo>
                  <a:lnTo>
                    <a:pt x="1789284" y="1177727"/>
                  </a:lnTo>
                  <a:lnTo>
                    <a:pt x="1789192" y="1177573"/>
                  </a:lnTo>
                  <a:lnTo>
                    <a:pt x="1789019" y="1177373"/>
                  </a:lnTo>
                  <a:lnTo>
                    <a:pt x="1788838" y="1177195"/>
                  </a:lnTo>
                  <a:lnTo>
                    <a:pt x="1788591" y="1177030"/>
                  </a:lnTo>
                  <a:lnTo>
                    <a:pt x="1788131" y="1176890"/>
                  </a:lnTo>
                  <a:lnTo>
                    <a:pt x="1788018" y="1176821"/>
                  </a:lnTo>
                  <a:lnTo>
                    <a:pt x="1788027" y="1176571"/>
                  </a:lnTo>
                  <a:lnTo>
                    <a:pt x="1788072" y="1176418"/>
                  </a:lnTo>
                  <a:lnTo>
                    <a:pt x="1788131" y="1176365"/>
                  </a:lnTo>
                  <a:lnTo>
                    <a:pt x="1788151" y="1176308"/>
                  </a:lnTo>
                  <a:lnTo>
                    <a:pt x="1788161" y="1176248"/>
                  </a:lnTo>
                  <a:lnTo>
                    <a:pt x="1788138" y="1176196"/>
                  </a:lnTo>
                  <a:lnTo>
                    <a:pt x="1788041" y="1176165"/>
                  </a:lnTo>
                  <a:lnTo>
                    <a:pt x="1787736" y="1176165"/>
                  </a:lnTo>
                  <a:lnTo>
                    <a:pt x="1787633" y="1176190"/>
                  </a:lnTo>
                  <a:lnTo>
                    <a:pt x="1787377" y="1176396"/>
                  </a:lnTo>
                  <a:lnTo>
                    <a:pt x="1787380" y="1176517"/>
                  </a:lnTo>
                  <a:lnTo>
                    <a:pt x="1787446" y="1176584"/>
                  </a:lnTo>
                  <a:lnTo>
                    <a:pt x="1787354" y="1176809"/>
                  </a:lnTo>
                  <a:lnTo>
                    <a:pt x="1786921" y="1176808"/>
                  </a:lnTo>
                  <a:lnTo>
                    <a:pt x="1786726" y="1176914"/>
                  </a:lnTo>
                  <a:lnTo>
                    <a:pt x="1786727" y="1176956"/>
                  </a:lnTo>
                  <a:lnTo>
                    <a:pt x="1786665" y="1177008"/>
                  </a:lnTo>
                  <a:lnTo>
                    <a:pt x="1786251" y="1176752"/>
                  </a:lnTo>
                  <a:lnTo>
                    <a:pt x="1786006" y="1176215"/>
                  </a:lnTo>
                  <a:lnTo>
                    <a:pt x="1786313" y="1175883"/>
                  </a:lnTo>
                  <a:lnTo>
                    <a:pt x="1786746" y="1175709"/>
                  </a:lnTo>
                  <a:lnTo>
                    <a:pt x="1786837" y="1175631"/>
                  </a:lnTo>
                  <a:lnTo>
                    <a:pt x="1786848" y="1175465"/>
                  </a:lnTo>
                  <a:lnTo>
                    <a:pt x="1786712" y="1175230"/>
                  </a:lnTo>
                  <a:lnTo>
                    <a:pt x="1786678" y="1175084"/>
                  </a:lnTo>
                  <a:lnTo>
                    <a:pt x="1786651" y="1174649"/>
                  </a:lnTo>
                  <a:lnTo>
                    <a:pt x="1786529" y="1174567"/>
                  </a:lnTo>
                  <a:lnTo>
                    <a:pt x="1786381" y="1174564"/>
                  </a:lnTo>
                  <a:lnTo>
                    <a:pt x="1786256" y="1174439"/>
                  </a:lnTo>
                  <a:lnTo>
                    <a:pt x="1786303" y="1174302"/>
                  </a:lnTo>
                  <a:lnTo>
                    <a:pt x="1786601" y="1173984"/>
                  </a:lnTo>
                  <a:lnTo>
                    <a:pt x="1786722" y="1173990"/>
                  </a:lnTo>
                  <a:lnTo>
                    <a:pt x="1786784" y="1173944"/>
                  </a:lnTo>
                  <a:lnTo>
                    <a:pt x="1786675" y="1173593"/>
                  </a:lnTo>
                  <a:lnTo>
                    <a:pt x="1786663" y="1173497"/>
                  </a:lnTo>
                  <a:lnTo>
                    <a:pt x="1786811" y="1173302"/>
                  </a:lnTo>
                  <a:lnTo>
                    <a:pt x="1787088" y="1173047"/>
                  </a:lnTo>
                  <a:lnTo>
                    <a:pt x="1787295" y="1172991"/>
                  </a:lnTo>
                  <a:lnTo>
                    <a:pt x="1787748" y="1173183"/>
                  </a:lnTo>
                  <a:lnTo>
                    <a:pt x="1787877" y="1173144"/>
                  </a:lnTo>
                  <a:lnTo>
                    <a:pt x="1787924" y="1173148"/>
                  </a:lnTo>
                  <a:lnTo>
                    <a:pt x="1788098" y="1173202"/>
                  </a:lnTo>
                  <a:lnTo>
                    <a:pt x="1788312" y="1173315"/>
                  </a:lnTo>
                  <a:lnTo>
                    <a:pt x="1788629" y="1173234"/>
                  </a:lnTo>
                  <a:lnTo>
                    <a:pt x="1788680" y="1173140"/>
                  </a:lnTo>
                  <a:lnTo>
                    <a:pt x="1788650" y="1173022"/>
                  </a:lnTo>
                  <a:lnTo>
                    <a:pt x="1788507" y="1172666"/>
                  </a:lnTo>
                  <a:lnTo>
                    <a:pt x="1788315" y="1172555"/>
                  </a:lnTo>
                  <a:lnTo>
                    <a:pt x="1788464" y="1172201"/>
                  </a:lnTo>
                  <a:lnTo>
                    <a:pt x="1788533" y="1171937"/>
                  </a:lnTo>
                  <a:lnTo>
                    <a:pt x="1788432" y="1171654"/>
                  </a:lnTo>
                  <a:lnTo>
                    <a:pt x="1788273" y="1171584"/>
                  </a:lnTo>
                  <a:lnTo>
                    <a:pt x="1788110" y="1171681"/>
                  </a:lnTo>
                  <a:lnTo>
                    <a:pt x="1788071" y="1171730"/>
                  </a:lnTo>
                  <a:lnTo>
                    <a:pt x="1788077" y="1171842"/>
                  </a:lnTo>
                  <a:lnTo>
                    <a:pt x="1788028" y="1171966"/>
                  </a:lnTo>
                  <a:lnTo>
                    <a:pt x="1787882" y="1172215"/>
                  </a:lnTo>
                  <a:lnTo>
                    <a:pt x="1787715" y="1172345"/>
                  </a:lnTo>
                  <a:lnTo>
                    <a:pt x="1787376" y="1172463"/>
                  </a:lnTo>
                  <a:lnTo>
                    <a:pt x="1786981" y="1172551"/>
                  </a:lnTo>
                  <a:lnTo>
                    <a:pt x="1786296" y="1172519"/>
                  </a:lnTo>
                  <a:lnTo>
                    <a:pt x="1786208" y="1172641"/>
                  </a:lnTo>
                  <a:lnTo>
                    <a:pt x="1786187" y="1172743"/>
                  </a:lnTo>
                  <a:lnTo>
                    <a:pt x="1786190" y="1172870"/>
                  </a:lnTo>
                  <a:lnTo>
                    <a:pt x="1786096" y="1172845"/>
                  </a:lnTo>
                  <a:lnTo>
                    <a:pt x="1786061" y="1172800"/>
                  </a:lnTo>
                  <a:lnTo>
                    <a:pt x="1785873" y="1172407"/>
                  </a:lnTo>
                  <a:lnTo>
                    <a:pt x="1785861" y="1172290"/>
                  </a:lnTo>
                  <a:lnTo>
                    <a:pt x="1785877" y="1172186"/>
                  </a:lnTo>
                  <a:lnTo>
                    <a:pt x="1786053" y="1171648"/>
                  </a:lnTo>
                  <a:lnTo>
                    <a:pt x="1786123" y="1171528"/>
                  </a:lnTo>
                  <a:lnTo>
                    <a:pt x="1786491" y="1171178"/>
                  </a:lnTo>
                  <a:lnTo>
                    <a:pt x="1786704" y="1171029"/>
                  </a:lnTo>
                  <a:lnTo>
                    <a:pt x="1787355" y="1170981"/>
                  </a:lnTo>
                  <a:lnTo>
                    <a:pt x="1787438" y="1170965"/>
                  </a:lnTo>
                  <a:lnTo>
                    <a:pt x="1788000" y="1170611"/>
                  </a:lnTo>
                  <a:lnTo>
                    <a:pt x="1788029" y="1170531"/>
                  </a:lnTo>
                  <a:lnTo>
                    <a:pt x="1788194" y="1170344"/>
                  </a:lnTo>
                  <a:lnTo>
                    <a:pt x="1788729" y="1170144"/>
                  </a:lnTo>
                  <a:lnTo>
                    <a:pt x="1788668" y="1170057"/>
                  </a:lnTo>
                  <a:lnTo>
                    <a:pt x="1788589" y="1170001"/>
                  </a:lnTo>
                  <a:lnTo>
                    <a:pt x="1788496" y="1169948"/>
                  </a:lnTo>
                  <a:lnTo>
                    <a:pt x="1788298" y="1169867"/>
                  </a:lnTo>
                  <a:lnTo>
                    <a:pt x="1788263" y="1169816"/>
                  </a:lnTo>
                  <a:lnTo>
                    <a:pt x="1788247" y="1169769"/>
                  </a:lnTo>
                  <a:lnTo>
                    <a:pt x="1788245" y="1169723"/>
                  </a:lnTo>
                  <a:lnTo>
                    <a:pt x="1788252" y="1169600"/>
                  </a:lnTo>
                  <a:lnTo>
                    <a:pt x="1788178" y="1169639"/>
                  </a:lnTo>
                  <a:lnTo>
                    <a:pt x="1788160" y="1169690"/>
                  </a:lnTo>
                  <a:lnTo>
                    <a:pt x="1788161" y="1169770"/>
                  </a:lnTo>
                  <a:lnTo>
                    <a:pt x="1788178" y="1169835"/>
                  </a:lnTo>
                  <a:lnTo>
                    <a:pt x="1788183" y="1169845"/>
                  </a:lnTo>
                  <a:lnTo>
                    <a:pt x="1788197" y="1169878"/>
                  </a:lnTo>
                  <a:lnTo>
                    <a:pt x="1788211" y="1169910"/>
                  </a:lnTo>
                  <a:lnTo>
                    <a:pt x="1788339" y="1169991"/>
                  </a:lnTo>
                  <a:lnTo>
                    <a:pt x="1788337" y="1170042"/>
                  </a:lnTo>
                  <a:lnTo>
                    <a:pt x="1788145" y="1170155"/>
                  </a:lnTo>
                  <a:lnTo>
                    <a:pt x="1787959" y="1170262"/>
                  </a:lnTo>
                  <a:lnTo>
                    <a:pt x="1787254" y="1170599"/>
                  </a:lnTo>
                  <a:lnTo>
                    <a:pt x="1786999" y="1170707"/>
                  </a:lnTo>
                  <a:lnTo>
                    <a:pt x="1786687" y="1170638"/>
                  </a:lnTo>
                  <a:lnTo>
                    <a:pt x="1786536" y="1170118"/>
                  </a:lnTo>
                  <a:lnTo>
                    <a:pt x="1786634" y="1169974"/>
                  </a:lnTo>
                  <a:lnTo>
                    <a:pt x="1786789" y="1169909"/>
                  </a:lnTo>
                  <a:lnTo>
                    <a:pt x="1786788" y="1169888"/>
                  </a:lnTo>
                  <a:lnTo>
                    <a:pt x="1786680" y="1169928"/>
                  </a:lnTo>
                  <a:lnTo>
                    <a:pt x="1786574" y="1169922"/>
                  </a:lnTo>
                  <a:lnTo>
                    <a:pt x="1786484" y="1169897"/>
                  </a:lnTo>
                  <a:lnTo>
                    <a:pt x="1786417" y="1170021"/>
                  </a:lnTo>
                  <a:lnTo>
                    <a:pt x="1786357" y="1170214"/>
                  </a:lnTo>
                  <a:lnTo>
                    <a:pt x="1786413" y="1170314"/>
                  </a:lnTo>
                  <a:lnTo>
                    <a:pt x="1786343" y="1170457"/>
                  </a:lnTo>
                  <a:lnTo>
                    <a:pt x="1786102" y="1170714"/>
                  </a:lnTo>
                  <a:lnTo>
                    <a:pt x="1786117" y="1170955"/>
                  </a:lnTo>
                  <a:lnTo>
                    <a:pt x="1785861" y="1171115"/>
                  </a:lnTo>
                  <a:lnTo>
                    <a:pt x="1785602" y="1171404"/>
                  </a:lnTo>
                  <a:lnTo>
                    <a:pt x="1785659" y="1171456"/>
                  </a:lnTo>
                  <a:lnTo>
                    <a:pt x="1785582" y="1171681"/>
                  </a:lnTo>
                  <a:lnTo>
                    <a:pt x="1785418" y="1171870"/>
                  </a:lnTo>
                  <a:lnTo>
                    <a:pt x="1785206" y="1172018"/>
                  </a:lnTo>
                  <a:lnTo>
                    <a:pt x="1785006" y="1172128"/>
                  </a:lnTo>
                  <a:lnTo>
                    <a:pt x="1784964" y="1172168"/>
                  </a:lnTo>
                  <a:lnTo>
                    <a:pt x="1784931" y="1172491"/>
                  </a:lnTo>
                  <a:lnTo>
                    <a:pt x="1784958" y="1172849"/>
                  </a:lnTo>
                  <a:lnTo>
                    <a:pt x="1785315" y="1173249"/>
                  </a:lnTo>
                  <a:lnTo>
                    <a:pt x="1785347" y="1173255"/>
                  </a:lnTo>
                  <a:lnTo>
                    <a:pt x="1785393" y="1173264"/>
                  </a:lnTo>
                  <a:lnTo>
                    <a:pt x="1785485" y="1173334"/>
                  </a:lnTo>
                  <a:lnTo>
                    <a:pt x="1785487" y="1173347"/>
                  </a:lnTo>
                  <a:lnTo>
                    <a:pt x="1785468" y="1173682"/>
                  </a:lnTo>
                  <a:lnTo>
                    <a:pt x="1785423" y="1173876"/>
                  </a:lnTo>
                  <a:lnTo>
                    <a:pt x="1785179" y="1173879"/>
                  </a:lnTo>
                  <a:lnTo>
                    <a:pt x="1785180" y="1173885"/>
                  </a:lnTo>
                  <a:lnTo>
                    <a:pt x="1785180" y="1173891"/>
                  </a:lnTo>
                  <a:lnTo>
                    <a:pt x="1785178" y="1173898"/>
                  </a:lnTo>
                  <a:lnTo>
                    <a:pt x="1785166" y="1173909"/>
                  </a:lnTo>
                  <a:lnTo>
                    <a:pt x="1785145" y="1173938"/>
                  </a:lnTo>
                  <a:lnTo>
                    <a:pt x="1785139" y="1173945"/>
                  </a:lnTo>
                  <a:lnTo>
                    <a:pt x="1785135" y="1173950"/>
                  </a:lnTo>
                  <a:lnTo>
                    <a:pt x="1785125" y="1173958"/>
                  </a:lnTo>
                  <a:lnTo>
                    <a:pt x="1785113" y="1173968"/>
                  </a:lnTo>
                  <a:lnTo>
                    <a:pt x="1785102" y="1173982"/>
                  </a:lnTo>
                  <a:lnTo>
                    <a:pt x="1785099" y="1173994"/>
                  </a:lnTo>
                  <a:lnTo>
                    <a:pt x="1785097" y="1174016"/>
                  </a:lnTo>
                  <a:lnTo>
                    <a:pt x="1785105" y="1174030"/>
                  </a:lnTo>
                  <a:lnTo>
                    <a:pt x="1785112" y="1174043"/>
                  </a:lnTo>
                  <a:lnTo>
                    <a:pt x="1785206" y="1174219"/>
                  </a:lnTo>
                  <a:lnTo>
                    <a:pt x="1785217" y="1174239"/>
                  </a:lnTo>
                  <a:lnTo>
                    <a:pt x="1785223" y="1174236"/>
                  </a:lnTo>
                  <a:lnTo>
                    <a:pt x="1785237" y="1174254"/>
                  </a:lnTo>
                  <a:lnTo>
                    <a:pt x="1785246" y="1174276"/>
                  </a:lnTo>
                  <a:lnTo>
                    <a:pt x="1785256" y="1174291"/>
                  </a:lnTo>
                  <a:lnTo>
                    <a:pt x="1785263" y="1174312"/>
                  </a:lnTo>
                  <a:lnTo>
                    <a:pt x="1785260" y="1174328"/>
                  </a:lnTo>
                  <a:lnTo>
                    <a:pt x="1785255" y="1174338"/>
                  </a:lnTo>
                  <a:lnTo>
                    <a:pt x="1785228" y="1174353"/>
                  </a:lnTo>
                  <a:lnTo>
                    <a:pt x="1785207" y="1174357"/>
                  </a:lnTo>
                  <a:lnTo>
                    <a:pt x="1785195" y="1174369"/>
                  </a:lnTo>
                  <a:lnTo>
                    <a:pt x="1785181" y="1174373"/>
                  </a:lnTo>
                  <a:lnTo>
                    <a:pt x="1785155" y="1174411"/>
                  </a:lnTo>
                  <a:lnTo>
                    <a:pt x="1784826" y="1174885"/>
                  </a:lnTo>
                  <a:lnTo>
                    <a:pt x="1784476" y="1175082"/>
                  </a:lnTo>
                  <a:lnTo>
                    <a:pt x="1784323" y="1175109"/>
                  </a:lnTo>
                  <a:lnTo>
                    <a:pt x="1783846" y="1174848"/>
                  </a:lnTo>
                  <a:lnTo>
                    <a:pt x="1783767" y="1174788"/>
                  </a:lnTo>
                  <a:lnTo>
                    <a:pt x="1783847" y="1174565"/>
                  </a:lnTo>
                  <a:lnTo>
                    <a:pt x="1783839" y="1174310"/>
                  </a:lnTo>
                  <a:lnTo>
                    <a:pt x="1783777" y="1173928"/>
                  </a:lnTo>
                  <a:lnTo>
                    <a:pt x="1783677" y="1173608"/>
                  </a:lnTo>
                  <a:lnTo>
                    <a:pt x="1783321" y="1172728"/>
                  </a:lnTo>
                  <a:lnTo>
                    <a:pt x="1783130" y="1172417"/>
                  </a:lnTo>
                  <a:lnTo>
                    <a:pt x="1782950" y="1172095"/>
                  </a:lnTo>
                  <a:lnTo>
                    <a:pt x="1782849" y="1171855"/>
                  </a:lnTo>
                  <a:lnTo>
                    <a:pt x="1782698" y="1171595"/>
                  </a:lnTo>
                  <a:lnTo>
                    <a:pt x="1782591" y="1171455"/>
                  </a:lnTo>
                  <a:lnTo>
                    <a:pt x="1782299" y="1171261"/>
                  </a:lnTo>
                  <a:lnTo>
                    <a:pt x="1782072" y="1171431"/>
                  </a:lnTo>
                  <a:lnTo>
                    <a:pt x="1782154" y="1171736"/>
                  </a:lnTo>
                  <a:lnTo>
                    <a:pt x="1782292" y="1172042"/>
                  </a:lnTo>
                  <a:lnTo>
                    <a:pt x="1782376" y="1172059"/>
                  </a:lnTo>
                  <a:lnTo>
                    <a:pt x="1782401" y="1172098"/>
                  </a:lnTo>
                  <a:lnTo>
                    <a:pt x="1782385" y="1172432"/>
                  </a:lnTo>
                  <a:lnTo>
                    <a:pt x="1782304" y="1172960"/>
                  </a:lnTo>
                  <a:lnTo>
                    <a:pt x="1782378" y="1173189"/>
                  </a:lnTo>
                  <a:lnTo>
                    <a:pt x="1782413" y="1173264"/>
                  </a:lnTo>
                  <a:lnTo>
                    <a:pt x="1782393" y="1173267"/>
                  </a:lnTo>
                  <a:lnTo>
                    <a:pt x="1782387" y="1173258"/>
                  </a:lnTo>
                  <a:lnTo>
                    <a:pt x="1782368" y="1173251"/>
                  </a:lnTo>
                  <a:lnTo>
                    <a:pt x="1782358" y="1173252"/>
                  </a:lnTo>
                  <a:lnTo>
                    <a:pt x="1782374" y="1173334"/>
                  </a:lnTo>
                  <a:lnTo>
                    <a:pt x="1782370" y="1173334"/>
                  </a:lnTo>
                  <a:lnTo>
                    <a:pt x="1782320" y="1173336"/>
                  </a:lnTo>
                  <a:lnTo>
                    <a:pt x="1782296" y="1173335"/>
                  </a:lnTo>
                  <a:lnTo>
                    <a:pt x="1782260" y="1173334"/>
                  </a:lnTo>
                  <a:lnTo>
                    <a:pt x="1782236" y="1173336"/>
                  </a:lnTo>
                  <a:lnTo>
                    <a:pt x="1782159" y="1173338"/>
                  </a:lnTo>
                  <a:lnTo>
                    <a:pt x="1782145" y="1173334"/>
                  </a:lnTo>
                  <a:lnTo>
                    <a:pt x="1782128" y="1173331"/>
                  </a:lnTo>
                  <a:lnTo>
                    <a:pt x="1782060" y="1173316"/>
                  </a:lnTo>
                  <a:lnTo>
                    <a:pt x="1782028" y="1173312"/>
                  </a:lnTo>
                  <a:lnTo>
                    <a:pt x="1782020" y="1173318"/>
                  </a:lnTo>
                  <a:lnTo>
                    <a:pt x="1782021" y="1173324"/>
                  </a:lnTo>
                  <a:lnTo>
                    <a:pt x="1782026" y="1173340"/>
                  </a:lnTo>
                  <a:lnTo>
                    <a:pt x="1782039" y="1173362"/>
                  </a:lnTo>
                  <a:lnTo>
                    <a:pt x="1782034" y="1173368"/>
                  </a:lnTo>
                  <a:lnTo>
                    <a:pt x="1782009" y="1173394"/>
                  </a:lnTo>
                  <a:lnTo>
                    <a:pt x="1781989" y="1173392"/>
                  </a:lnTo>
                  <a:lnTo>
                    <a:pt x="1781956" y="1173385"/>
                  </a:lnTo>
                  <a:lnTo>
                    <a:pt x="1781945" y="1173387"/>
                  </a:lnTo>
                  <a:lnTo>
                    <a:pt x="1781933" y="1173359"/>
                  </a:lnTo>
                  <a:lnTo>
                    <a:pt x="1781934" y="1173354"/>
                  </a:lnTo>
                  <a:lnTo>
                    <a:pt x="1781941" y="1173346"/>
                  </a:lnTo>
                  <a:lnTo>
                    <a:pt x="1781947" y="1173341"/>
                  </a:lnTo>
                  <a:lnTo>
                    <a:pt x="1781945" y="1173335"/>
                  </a:lnTo>
                  <a:lnTo>
                    <a:pt x="1781937" y="1173324"/>
                  </a:lnTo>
                  <a:lnTo>
                    <a:pt x="1781929" y="1173314"/>
                  </a:lnTo>
                  <a:lnTo>
                    <a:pt x="1781898" y="1173332"/>
                  </a:lnTo>
                  <a:lnTo>
                    <a:pt x="1781894" y="1173335"/>
                  </a:lnTo>
                  <a:lnTo>
                    <a:pt x="1781888" y="1173389"/>
                  </a:lnTo>
                  <a:lnTo>
                    <a:pt x="1781956" y="1173423"/>
                  </a:lnTo>
                  <a:lnTo>
                    <a:pt x="1781992" y="1173484"/>
                  </a:lnTo>
                  <a:lnTo>
                    <a:pt x="1782007" y="1173525"/>
                  </a:lnTo>
                  <a:lnTo>
                    <a:pt x="1782014" y="1173546"/>
                  </a:lnTo>
                  <a:lnTo>
                    <a:pt x="1782018" y="1173554"/>
                  </a:lnTo>
                  <a:lnTo>
                    <a:pt x="1782033" y="1173576"/>
                  </a:lnTo>
                  <a:lnTo>
                    <a:pt x="1782041" y="1173589"/>
                  </a:lnTo>
                  <a:lnTo>
                    <a:pt x="1782046" y="1173606"/>
                  </a:lnTo>
                  <a:lnTo>
                    <a:pt x="1782045" y="1173622"/>
                  </a:lnTo>
                  <a:lnTo>
                    <a:pt x="1782047" y="1173648"/>
                  </a:lnTo>
                  <a:lnTo>
                    <a:pt x="1782050" y="1173672"/>
                  </a:lnTo>
                  <a:lnTo>
                    <a:pt x="1782044" y="1173695"/>
                  </a:lnTo>
                  <a:lnTo>
                    <a:pt x="1782041" y="1173710"/>
                  </a:lnTo>
                  <a:lnTo>
                    <a:pt x="1782034" y="1173739"/>
                  </a:lnTo>
                  <a:lnTo>
                    <a:pt x="1782031" y="1173748"/>
                  </a:lnTo>
                  <a:lnTo>
                    <a:pt x="1782021" y="1173776"/>
                  </a:lnTo>
                  <a:lnTo>
                    <a:pt x="1782015" y="1173795"/>
                  </a:lnTo>
                  <a:lnTo>
                    <a:pt x="1782019" y="1173798"/>
                  </a:lnTo>
                  <a:lnTo>
                    <a:pt x="1782022" y="1173810"/>
                  </a:lnTo>
                  <a:lnTo>
                    <a:pt x="1782034" y="1173841"/>
                  </a:lnTo>
                  <a:lnTo>
                    <a:pt x="1782035" y="1173852"/>
                  </a:lnTo>
                  <a:lnTo>
                    <a:pt x="1782036" y="1173913"/>
                  </a:lnTo>
                  <a:lnTo>
                    <a:pt x="1782033" y="1173934"/>
                  </a:lnTo>
                  <a:lnTo>
                    <a:pt x="1782025" y="1173970"/>
                  </a:lnTo>
                  <a:lnTo>
                    <a:pt x="1782006" y="1174022"/>
                  </a:lnTo>
                  <a:lnTo>
                    <a:pt x="1781993" y="1174053"/>
                  </a:lnTo>
                  <a:lnTo>
                    <a:pt x="1781991" y="1174057"/>
                  </a:lnTo>
                  <a:lnTo>
                    <a:pt x="1781985" y="1174065"/>
                  </a:lnTo>
                  <a:lnTo>
                    <a:pt x="1781980" y="1174072"/>
                  </a:lnTo>
                  <a:lnTo>
                    <a:pt x="1782018" y="1174150"/>
                  </a:lnTo>
                  <a:lnTo>
                    <a:pt x="1782059" y="1174244"/>
                  </a:lnTo>
                  <a:lnTo>
                    <a:pt x="1782129" y="1174236"/>
                  </a:lnTo>
                  <a:lnTo>
                    <a:pt x="1782129" y="1174229"/>
                  </a:lnTo>
                  <a:lnTo>
                    <a:pt x="1782144" y="1174212"/>
                  </a:lnTo>
                  <a:lnTo>
                    <a:pt x="1782155" y="1174200"/>
                  </a:lnTo>
                  <a:lnTo>
                    <a:pt x="1782160" y="1174190"/>
                  </a:lnTo>
                  <a:lnTo>
                    <a:pt x="1782191" y="1174165"/>
                  </a:lnTo>
                  <a:lnTo>
                    <a:pt x="1782200" y="1174163"/>
                  </a:lnTo>
                  <a:lnTo>
                    <a:pt x="1782214" y="1174175"/>
                  </a:lnTo>
                  <a:lnTo>
                    <a:pt x="1782220" y="1174182"/>
                  </a:lnTo>
                  <a:lnTo>
                    <a:pt x="1782236" y="1174166"/>
                  </a:lnTo>
                  <a:lnTo>
                    <a:pt x="1782260" y="1174178"/>
                  </a:lnTo>
                  <a:lnTo>
                    <a:pt x="1782268" y="1174191"/>
                  </a:lnTo>
                  <a:lnTo>
                    <a:pt x="1782274" y="1174193"/>
                  </a:lnTo>
                  <a:lnTo>
                    <a:pt x="1782277" y="1174201"/>
                  </a:lnTo>
                  <a:lnTo>
                    <a:pt x="1782270" y="1174207"/>
                  </a:lnTo>
                  <a:lnTo>
                    <a:pt x="1782262" y="1174216"/>
                  </a:lnTo>
                  <a:lnTo>
                    <a:pt x="1782248" y="1174222"/>
                  </a:lnTo>
                  <a:lnTo>
                    <a:pt x="1782248" y="1174232"/>
                  </a:lnTo>
                  <a:lnTo>
                    <a:pt x="1782215" y="1174254"/>
                  </a:lnTo>
                  <a:lnTo>
                    <a:pt x="1782177" y="1174270"/>
                  </a:lnTo>
                  <a:lnTo>
                    <a:pt x="1782175" y="1174280"/>
                  </a:lnTo>
                  <a:lnTo>
                    <a:pt x="1782182" y="1174299"/>
                  </a:lnTo>
                  <a:lnTo>
                    <a:pt x="1782179" y="1174319"/>
                  </a:lnTo>
                  <a:lnTo>
                    <a:pt x="1782160" y="1174348"/>
                  </a:lnTo>
                  <a:lnTo>
                    <a:pt x="1782157" y="1174351"/>
                  </a:lnTo>
                  <a:lnTo>
                    <a:pt x="1782147" y="1174359"/>
                  </a:lnTo>
                  <a:lnTo>
                    <a:pt x="1782154" y="1174393"/>
                  </a:lnTo>
                  <a:lnTo>
                    <a:pt x="1782245" y="1174497"/>
                  </a:lnTo>
                  <a:lnTo>
                    <a:pt x="1782280" y="1174522"/>
                  </a:lnTo>
                  <a:lnTo>
                    <a:pt x="1782289" y="1174510"/>
                  </a:lnTo>
                  <a:lnTo>
                    <a:pt x="1782300" y="1174514"/>
                  </a:lnTo>
                  <a:lnTo>
                    <a:pt x="1782321" y="1174522"/>
                  </a:lnTo>
                  <a:lnTo>
                    <a:pt x="1782339" y="1174528"/>
                  </a:lnTo>
                  <a:lnTo>
                    <a:pt x="1782361" y="1174539"/>
                  </a:lnTo>
                  <a:lnTo>
                    <a:pt x="1782386" y="1174555"/>
                  </a:lnTo>
                  <a:lnTo>
                    <a:pt x="1782433" y="1174587"/>
                  </a:lnTo>
                  <a:lnTo>
                    <a:pt x="1782438" y="1174591"/>
                  </a:lnTo>
                  <a:lnTo>
                    <a:pt x="1782448" y="1174599"/>
                  </a:lnTo>
                  <a:lnTo>
                    <a:pt x="1782476" y="1174620"/>
                  </a:lnTo>
                  <a:lnTo>
                    <a:pt x="1782488" y="1174638"/>
                  </a:lnTo>
                  <a:lnTo>
                    <a:pt x="1782502" y="1174667"/>
                  </a:lnTo>
                  <a:lnTo>
                    <a:pt x="1782508" y="1174686"/>
                  </a:lnTo>
                  <a:lnTo>
                    <a:pt x="1782523" y="1174695"/>
                  </a:lnTo>
                  <a:lnTo>
                    <a:pt x="1782567" y="1174692"/>
                  </a:lnTo>
                  <a:lnTo>
                    <a:pt x="1782584" y="1174697"/>
                  </a:lnTo>
                  <a:lnTo>
                    <a:pt x="1782588" y="1174683"/>
                  </a:lnTo>
                  <a:lnTo>
                    <a:pt x="1782640" y="1174625"/>
                  </a:lnTo>
                  <a:lnTo>
                    <a:pt x="1782654" y="1174615"/>
                  </a:lnTo>
                  <a:lnTo>
                    <a:pt x="1782659" y="1174615"/>
                  </a:lnTo>
                  <a:lnTo>
                    <a:pt x="1782675" y="1174621"/>
                  </a:lnTo>
                  <a:lnTo>
                    <a:pt x="1782699" y="1174631"/>
                  </a:lnTo>
                  <a:lnTo>
                    <a:pt x="1782708" y="1174638"/>
                  </a:lnTo>
                  <a:lnTo>
                    <a:pt x="1782715" y="1174643"/>
                  </a:lnTo>
                  <a:lnTo>
                    <a:pt x="1782730" y="1174662"/>
                  </a:lnTo>
                  <a:lnTo>
                    <a:pt x="1782710" y="1174694"/>
                  </a:lnTo>
                  <a:lnTo>
                    <a:pt x="1782668" y="1174734"/>
                  </a:lnTo>
                  <a:lnTo>
                    <a:pt x="1782631" y="1174764"/>
                  </a:lnTo>
                  <a:lnTo>
                    <a:pt x="1782636" y="1174778"/>
                  </a:lnTo>
                  <a:lnTo>
                    <a:pt x="1782688" y="1174830"/>
                  </a:lnTo>
                  <a:lnTo>
                    <a:pt x="1782731" y="1174840"/>
                  </a:lnTo>
                  <a:lnTo>
                    <a:pt x="1782736" y="1174832"/>
                  </a:lnTo>
                  <a:lnTo>
                    <a:pt x="1782813" y="1174709"/>
                  </a:lnTo>
                  <a:lnTo>
                    <a:pt x="1782826" y="1174696"/>
                  </a:lnTo>
                  <a:lnTo>
                    <a:pt x="1782847" y="1174692"/>
                  </a:lnTo>
                  <a:lnTo>
                    <a:pt x="1782883" y="1174702"/>
                  </a:lnTo>
                  <a:lnTo>
                    <a:pt x="1782899" y="1174711"/>
                  </a:lnTo>
                  <a:lnTo>
                    <a:pt x="1782908" y="1174716"/>
                  </a:lnTo>
                  <a:lnTo>
                    <a:pt x="1782925" y="1174727"/>
                  </a:lnTo>
                  <a:lnTo>
                    <a:pt x="1782955" y="1174754"/>
                  </a:lnTo>
                  <a:lnTo>
                    <a:pt x="1782959" y="1174778"/>
                  </a:lnTo>
                  <a:lnTo>
                    <a:pt x="1782919" y="1174889"/>
                  </a:lnTo>
                  <a:lnTo>
                    <a:pt x="1782932" y="1174913"/>
                  </a:lnTo>
                  <a:lnTo>
                    <a:pt x="1782938" y="1174911"/>
                  </a:lnTo>
                  <a:lnTo>
                    <a:pt x="1782943" y="1174914"/>
                  </a:lnTo>
                  <a:lnTo>
                    <a:pt x="1782973" y="1174929"/>
                  </a:lnTo>
                  <a:lnTo>
                    <a:pt x="1783011" y="1174880"/>
                  </a:lnTo>
                  <a:lnTo>
                    <a:pt x="1783032" y="1174887"/>
                  </a:lnTo>
                  <a:lnTo>
                    <a:pt x="1783052" y="1174882"/>
                  </a:lnTo>
                  <a:lnTo>
                    <a:pt x="1783061" y="1174880"/>
                  </a:lnTo>
                  <a:lnTo>
                    <a:pt x="1783119" y="1174903"/>
                  </a:lnTo>
                  <a:lnTo>
                    <a:pt x="1783132" y="1174909"/>
                  </a:lnTo>
                  <a:lnTo>
                    <a:pt x="1783153" y="1174876"/>
                  </a:lnTo>
                  <a:lnTo>
                    <a:pt x="1783159" y="1174867"/>
                  </a:lnTo>
                  <a:lnTo>
                    <a:pt x="1783196" y="1174886"/>
                  </a:lnTo>
                  <a:lnTo>
                    <a:pt x="1783172" y="1174945"/>
                  </a:lnTo>
                  <a:lnTo>
                    <a:pt x="1783181" y="1174962"/>
                  </a:lnTo>
                  <a:lnTo>
                    <a:pt x="1783173" y="1174980"/>
                  </a:lnTo>
                  <a:lnTo>
                    <a:pt x="1783167" y="1174994"/>
                  </a:lnTo>
                  <a:lnTo>
                    <a:pt x="1783160" y="1174994"/>
                  </a:lnTo>
                  <a:lnTo>
                    <a:pt x="1783152" y="1175001"/>
                  </a:lnTo>
                  <a:lnTo>
                    <a:pt x="1783150" y="1175013"/>
                  </a:lnTo>
                  <a:lnTo>
                    <a:pt x="1783167" y="1175029"/>
                  </a:lnTo>
                  <a:lnTo>
                    <a:pt x="1783170" y="1175044"/>
                  </a:lnTo>
                  <a:lnTo>
                    <a:pt x="1783200" y="1175031"/>
                  </a:lnTo>
                  <a:lnTo>
                    <a:pt x="1783216" y="1174930"/>
                  </a:lnTo>
                  <a:lnTo>
                    <a:pt x="1783246" y="1174922"/>
                  </a:lnTo>
                  <a:lnTo>
                    <a:pt x="1783329" y="1174932"/>
                  </a:lnTo>
                  <a:lnTo>
                    <a:pt x="1783366" y="1174912"/>
                  </a:lnTo>
                  <a:lnTo>
                    <a:pt x="1783408" y="1174926"/>
                  </a:lnTo>
                  <a:lnTo>
                    <a:pt x="1783422" y="1174931"/>
                  </a:lnTo>
                  <a:lnTo>
                    <a:pt x="1783516" y="1174990"/>
                  </a:lnTo>
                  <a:lnTo>
                    <a:pt x="1783560" y="1175018"/>
                  </a:lnTo>
                  <a:lnTo>
                    <a:pt x="1783690" y="1175101"/>
                  </a:lnTo>
                  <a:lnTo>
                    <a:pt x="1784120" y="1175438"/>
                  </a:lnTo>
                  <a:lnTo>
                    <a:pt x="1784089" y="1175571"/>
                  </a:lnTo>
                  <a:lnTo>
                    <a:pt x="1784017" y="1175762"/>
                  </a:lnTo>
                  <a:lnTo>
                    <a:pt x="1783762" y="1175981"/>
                  </a:lnTo>
                  <a:lnTo>
                    <a:pt x="1783754" y="1176069"/>
                  </a:lnTo>
                  <a:lnTo>
                    <a:pt x="1783785" y="1176152"/>
                  </a:lnTo>
                  <a:lnTo>
                    <a:pt x="1783830" y="1176184"/>
                  </a:lnTo>
                  <a:lnTo>
                    <a:pt x="1783782" y="1176450"/>
                  </a:lnTo>
                  <a:lnTo>
                    <a:pt x="1783759" y="1176467"/>
                  </a:lnTo>
                  <a:lnTo>
                    <a:pt x="1783671" y="1176478"/>
                  </a:lnTo>
                  <a:lnTo>
                    <a:pt x="1783539" y="1176398"/>
                  </a:lnTo>
                  <a:lnTo>
                    <a:pt x="1783328" y="1176336"/>
                  </a:lnTo>
                  <a:lnTo>
                    <a:pt x="1783129" y="1176308"/>
                  </a:lnTo>
                  <a:lnTo>
                    <a:pt x="1782924" y="1176303"/>
                  </a:lnTo>
                  <a:lnTo>
                    <a:pt x="1782775" y="1176349"/>
                  </a:lnTo>
                  <a:lnTo>
                    <a:pt x="1782595" y="1176323"/>
                  </a:lnTo>
                  <a:lnTo>
                    <a:pt x="1782201" y="1175925"/>
                  </a:lnTo>
                  <a:lnTo>
                    <a:pt x="1782025" y="1175695"/>
                  </a:lnTo>
                  <a:lnTo>
                    <a:pt x="1781997" y="1175612"/>
                  </a:lnTo>
                  <a:lnTo>
                    <a:pt x="1781905" y="1175491"/>
                  </a:lnTo>
                  <a:lnTo>
                    <a:pt x="1781770" y="1175357"/>
                  </a:lnTo>
                  <a:lnTo>
                    <a:pt x="1781712" y="1175334"/>
                  </a:lnTo>
                  <a:lnTo>
                    <a:pt x="1781548" y="1175271"/>
                  </a:lnTo>
                  <a:lnTo>
                    <a:pt x="1781503" y="1175280"/>
                  </a:lnTo>
                  <a:lnTo>
                    <a:pt x="1781389" y="1175298"/>
                  </a:lnTo>
                  <a:lnTo>
                    <a:pt x="1781281" y="1175298"/>
                  </a:lnTo>
                  <a:lnTo>
                    <a:pt x="1781263" y="1175250"/>
                  </a:lnTo>
                  <a:lnTo>
                    <a:pt x="1781278" y="1175183"/>
                  </a:lnTo>
                  <a:lnTo>
                    <a:pt x="1781375" y="1175098"/>
                  </a:lnTo>
                  <a:lnTo>
                    <a:pt x="1781383" y="1175062"/>
                  </a:lnTo>
                  <a:lnTo>
                    <a:pt x="1781356" y="1174940"/>
                  </a:lnTo>
                  <a:lnTo>
                    <a:pt x="1781315" y="1174839"/>
                  </a:lnTo>
                  <a:lnTo>
                    <a:pt x="1781157" y="1174622"/>
                  </a:lnTo>
                  <a:lnTo>
                    <a:pt x="1781082" y="1174554"/>
                  </a:lnTo>
                  <a:lnTo>
                    <a:pt x="1781073" y="1174311"/>
                  </a:lnTo>
                  <a:lnTo>
                    <a:pt x="1780988" y="1174157"/>
                  </a:lnTo>
                  <a:lnTo>
                    <a:pt x="1780849" y="1174001"/>
                  </a:lnTo>
                  <a:lnTo>
                    <a:pt x="1780580" y="1174044"/>
                  </a:lnTo>
                  <a:lnTo>
                    <a:pt x="1780448" y="1174100"/>
                  </a:lnTo>
                  <a:lnTo>
                    <a:pt x="1779668" y="1174152"/>
                  </a:lnTo>
                  <a:lnTo>
                    <a:pt x="1779452" y="1174148"/>
                  </a:lnTo>
                  <a:lnTo>
                    <a:pt x="1779329" y="1174078"/>
                  </a:lnTo>
                  <a:lnTo>
                    <a:pt x="1779287" y="1173993"/>
                  </a:lnTo>
                  <a:lnTo>
                    <a:pt x="1779310" y="1173911"/>
                  </a:lnTo>
                  <a:lnTo>
                    <a:pt x="1779384" y="1173818"/>
                  </a:lnTo>
                  <a:lnTo>
                    <a:pt x="1779467" y="1173756"/>
                  </a:lnTo>
                  <a:lnTo>
                    <a:pt x="1779582" y="1173526"/>
                  </a:lnTo>
                  <a:lnTo>
                    <a:pt x="1779770" y="1173098"/>
                  </a:lnTo>
                  <a:lnTo>
                    <a:pt x="1779771" y="1172398"/>
                  </a:lnTo>
                  <a:lnTo>
                    <a:pt x="1779738" y="1172317"/>
                  </a:lnTo>
                  <a:lnTo>
                    <a:pt x="1779578" y="1172294"/>
                  </a:lnTo>
                  <a:lnTo>
                    <a:pt x="1779212" y="1172466"/>
                  </a:lnTo>
                  <a:lnTo>
                    <a:pt x="1778984" y="1172701"/>
                  </a:lnTo>
                  <a:lnTo>
                    <a:pt x="1778818" y="1172838"/>
                  </a:lnTo>
                  <a:lnTo>
                    <a:pt x="1778642" y="1172942"/>
                  </a:lnTo>
                  <a:lnTo>
                    <a:pt x="1778614" y="1172947"/>
                  </a:lnTo>
                  <a:lnTo>
                    <a:pt x="1778369" y="1172944"/>
                  </a:lnTo>
                  <a:lnTo>
                    <a:pt x="1778337" y="1172928"/>
                  </a:lnTo>
                  <a:lnTo>
                    <a:pt x="1778310" y="1172889"/>
                  </a:lnTo>
                  <a:lnTo>
                    <a:pt x="1778309" y="1172875"/>
                  </a:lnTo>
                  <a:lnTo>
                    <a:pt x="1778305" y="1172835"/>
                  </a:lnTo>
                  <a:lnTo>
                    <a:pt x="1778095" y="1172622"/>
                  </a:lnTo>
                  <a:lnTo>
                    <a:pt x="1777865" y="1172467"/>
                  </a:lnTo>
                  <a:lnTo>
                    <a:pt x="1777571" y="1172345"/>
                  </a:lnTo>
                  <a:lnTo>
                    <a:pt x="1777548" y="1172366"/>
                  </a:lnTo>
                  <a:lnTo>
                    <a:pt x="1777580" y="1172401"/>
                  </a:lnTo>
                  <a:lnTo>
                    <a:pt x="1777636" y="1172463"/>
                  </a:lnTo>
                  <a:lnTo>
                    <a:pt x="1777684" y="1172516"/>
                  </a:lnTo>
                  <a:lnTo>
                    <a:pt x="1777750" y="1172588"/>
                  </a:lnTo>
                  <a:lnTo>
                    <a:pt x="1777799" y="1172626"/>
                  </a:lnTo>
                  <a:lnTo>
                    <a:pt x="1777848" y="1172664"/>
                  </a:lnTo>
                  <a:lnTo>
                    <a:pt x="1778011" y="1172702"/>
                  </a:lnTo>
                  <a:lnTo>
                    <a:pt x="1778046" y="1172737"/>
                  </a:lnTo>
                  <a:lnTo>
                    <a:pt x="1778029" y="1172951"/>
                  </a:lnTo>
                  <a:lnTo>
                    <a:pt x="1777997" y="1173104"/>
                  </a:lnTo>
                  <a:lnTo>
                    <a:pt x="1777906" y="1173408"/>
                  </a:lnTo>
                  <a:lnTo>
                    <a:pt x="1777477" y="1173940"/>
                  </a:lnTo>
                  <a:lnTo>
                    <a:pt x="1777202" y="1174148"/>
                  </a:lnTo>
                  <a:lnTo>
                    <a:pt x="1777086" y="1173906"/>
                  </a:lnTo>
                  <a:lnTo>
                    <a:pt x="1777052" y="1173909"/>
                  </a:lnTo>
                  <a:lnTo>
                    <a:pt x="1777011" y="1173925"/>
                  </a:lnTo>
                  <a:lnTo>
                    <a:pt x="1777012" y="1173946"/>
                  </a:lnTo>
                  <a:lnTo>
                    <a:pt x="1777153" y="1174383"/>
                  </a:lnTo>
                  <a:lnTo>
                    <a:pt x="1777189" y="1174441"/>
                  </a:lnTo>
                  <a:lnTo>
                    <a:pt x="1777312" y="1174457"/>
                  </a:lnTo>
                  <a:lnTo>
                    <a:pt x="1777372" y="1174534"/>
                  </a:lnTo>
                  <a:lnTo>
                    <a:pt x="1777336" y="1174678"/>
                  </a:lnTo>
                  <a:lnTo>
                    <a:pt x="1777237" y="1174906"/>
                  </a:lnTo>
                  <a:lnTo>
                    <a:pt x="1777200" y="1174939"/>
                  </a:lnTo>
                  <a:lnTo>
                    <a:pt x="1777180" y="1174933"/>
                  </a:lnTo>
                  <a:lnTo>
                    <a:pt x="1777233" y="1174991"/>
                  </a:lnTo>
                  <a:lnTo>
                    <a:pt x="1777342" y="1174985"/>
                  </a:lnTo>
                  <a:lnTo>
                    <a:pt x="1777479" y="1174945"/>
                  </a:lnTo>
                  <a:lnTo>
                    <a:pt x="1777546" y="1174852"/>
                  </a:lnTo>
                  <a:lnTo>
                    <a:pt x="1777736" y="1174744"/>
                  </a:lnTo>
                  <a:lnTo>
                    <a:pt x="1778466" y="1174463"/>
                  </a:lnTo>
                  <a:lnTo>
                    <a:pt x="1778507" y="1174475"/>
                  </a:lnTo>
                  <a:lnTo>
                    <a:pt x="1778716" y="1174603"/>
                  </a:lnTo>
                  <a:lnTo>
                    <a:pt x="1778760" y="1174663"/>
                  </a:lnTo>
                  <a:lnTo>
                    <a:pt x="1778803" y="1174668"/>
                  </a:lnTo>
                  <a:lnTo>
                    <a:pt x="1778814" y="1174554"/>
                  </a:lnTo>
                  <a:lnTo>
                    <a:pt x="1778819" y="1174539"/>
                  </a:lnTo>
                  <a:lnTo>
                    <a:pt x="1778829" y="1174531"/>
                  </a:lnTo>
                  <a:lnTo>
                    <a:pt x="1778842" y="1174528"/>
                  </a:lnTo>
                  <a:lnTo>
                    <a:pt x="1778993" y="1174541"/>
                  </a:lnTo>
                  <a:lnTo>
                    <a:pt x="1779045" y="1174544"/>
                  </a:lnTo>
                  <a:lnTo>
                    <a:pt x="1779117" y="1174570"/>
                  </a:lnTo>
                  <a:lnTo>
                    <a:pt x="1779119" y="1174609"/>
                  </a:lnTo>
                  <a:lnTo>
                    <a:pt x="1779113" y="1174709"/>
                  </a:lnTo>
                  <a:lnTo>
                    <a:pt x="1779134" y="1174701"/>
                  </a:lnTo>
                  <a:lnTo>
                    <a:pt x="1779197" y="1174677"/>
                  </a:lnTo>
                  <a:lnTo>
                    <a:pt x="1779345" y="1174620"/>
                  </a:lnTo>
                  <a:lnTo>
                    <a:pt x="1779660" y="1174473"/>
                  </a:lnTo>
                  <a:lnTo>
                    <a:pt x="1779749" y="1174448"/>
                  </a:lnTo>
                  <a:lnTo>
                    <a:pt x="1779854" y="1174493"/>
                  </a:lnTo>
                  <a:lnTo>
                    <a:pt x="1780143" y="1174670"/>
                  </a:lnTo>
                  <a:lnTo>
                    <a:pt x="1780199" y="1174750"/>
                  </a:lnTo>
                  <a:lnTo>
                    <a:pt x="1780213" y="1174834"/>
                  </a:lnTo>
                  <a:lnTo>
                    <a:pt x="1780160" y="1175113"/>
                  </a:lnTo>
                  <a:lnTo>
                    <a:pt x="1780177" y="1175142"/>
                  </a:lnTo>
                  <a:lnTo>
                    <a:pt x="1780307" y="1175132"/>
                  </a:lnTo>
                  <a:lnTo>
                    <a:pt x="1780413" y="1175138"/>
                  </a:lnTo>
                  <a:lnTo>
                    <a:pt x="1780441" y="1175148"/>
                  </a:lnTo>
                  <a:lnTo>
                    <a:pt x="1780487" y="1175167"/>
                  </a:lnTo>
                  <a:lnTo>
                    <a:pt x="1780507" y="1175179"/>
                  </a:lnTo>
                  <a:lnTo>
                    <a:pt x="1780512" y="1175186"/>
                  </a:lnTo>
                  <a:lnTo>
                    <a:pt x="1780514" y="1175198"/>
                  </a:lnTo>
                  <a:lnTo>
                    <a:pt x="1780480" y="1175249"/>
                  </a:lnTo>
                  <a:lnTo>
                    <a:pt x="1780238" y="1175396"/>
                  </a:lnTo>
                  <a:lnTo>
                    <a:pt x="1780053" y="1175515"/>
                  </a:lnTo>
                  <a:lnTo>
                    <a:pt x="1779968" y="1175568"/>
                  </a:lnTo>
                  <a:lnTo>
                    <a:pt x="1779947" y="1175604"/>
                  </a:lnTo>
                  <a:lnTo>
                    <a:pt x="1779878" y="1175727"/>
                  </a:lnTo>
                  <a:lnTo>
                    <a:pt x="1779884" y="1175761"/>
                  </a:lnTo>
                  <a:lnTo>
                    <a:pt x="1779868" y="1175843"/>
                  </a:lnTo>
                  <a:lnTo>
                    <a:pt x="1779824" y="1175888"/>
                  </a:lnTo>
                  <a:lnTo>
                    <a:pt x="1779809" y="1175881"/>
                  </a:lnTo>
                  <a:lnTo>
                    <a:pt x="1779800" y="1175865"/>
                  </a:lnTo>
                  <a:lnTo>
                    <a:pt x="1779773" y="1175813"/>
                  </a:lnTo>
                  <a:lnTo>
                    <a:pt x="1779749" y="1175693"/>
                  </a:lnTo>
                  <a:lnTo>
                    <a:pt x="1779742" y="1175628"/>
                  </a:lnTo>
                  <a:lnTo>
                    <a:pt x="1779806" y="1175558"/>
                  </a:lnTo>
                  <a:lnTo>
                    <a:pt x="1779826" y="1175495"/>
                  </a:lnTo>
                  <a:lnTo>
                    <a:pt x="1779835" y="1175460"/>
                  </a:lnTo>
                  <a:lnTo>
                    <a:pt x="1779864" y="1175355"/>
                  </a:lnTo>
                  <a:lnTo>
                    <a:pt x="1779848" y="1175325"/>
                  </a:lnTo>
                  <a:lnTo>
                    <a:pt x="1779828" y="1175323"/>
                  </a:lnTo>
                  <a:lnTo>
                    <a:pt x="1779802" y="1175333"/>
                  </a:lnTo>
                  <a:lnTo>
                    <a:pt x="1779787" y="1175383"/>
                  </a:lnTo>
                  <a:lnTo>
                    <a:pt x="1779776" y="1175473"/>
                  </a:lnTo>
                  <a:lnTo>
                    <a:pt x="1779723" y="1175568"/>
                  </a:lnTo>
                  <a:lnTo>
                    <a:pt x="1779690" y="1175673"/>
                  </a:lnTo>
                  <a:lnTo>
                    <a:pt x="1779716" y="1175808"/>
                  </a:lnTo>
                  <a:lnTo>
                    <a:pt x="1779781" y="1175921"/>
                  </a:lnTo>
                  <a:lnTo>
                    <a:pt x="1779810" y="1176373"/>
                  </a:lnTo>
                  <a:lnTo>
                    <a:pt x="1779779" y="1176387"/>
                  </a:lnTo>
                  <a:lnTo>
                    <a:pt x="1779638" y="1176305"/>
                  </a:lnTo>
                  <a:lnTo>
                    <a:pt x="1779509" y="1176185"/>
                  </a:lnTo>
                  <a:lnTo>
                    <a:pt x="1779469" y="1176103"/>
                  </a:lnTo>
                  <a:lnTo>
                    <a:pt x="1779460" y="1176028"/>
                  </a:lnTo>
                  <a:lnTo>
                    <a:pt x="1779441" y="1175986"/>
                  </a:lnTo>
                  <a:lnTo>
                    <a:pt x="1779346" y="1175966"/>
                  </a:lnTo>
                  <a:lnTo>
                    <a:pt x="1779241" y="1175934"/>
                  </a:lnTo>
                  <a:lnTo>
                    <a:pt x="1779223" y="1175928"/>
                  </a:lnTo>
                  <a:lnTo>
                    <a:pt x="1779209" y="1175923"/>
                  </a:lnTo>
                  <a:lnTo>
                    <a:pt x="1779172" y="1175948"/>
                  </a:lnTo>
                  <a:lnTo>
                    <a:pt x="1779068" y="1175943"/>
                  </a:lnTo>
                  <a:lnTo>
                    <a:pt x="1779000" y="1175886"/>
                  </a:lnTo>
                  <a:lnTo>
                    <a:pt x="1778978" y="1175842"/>
                  </a:lnTo>
                  <a:lnTo>
                    <a:pt x="1778969" y="1175823"/>
                  </a:lnTo>
                  <a:lnTo>
                    <a:pt x="1778938" y="1175788"/>
                  </a:lnTo>
                  <a:lnTo>
                    <a:pt x="1778874" y="1175793"/>
                  </a:lnTo>
                  <a:lnTo>
                    <a:pt x="1778687" y="1175781"/>
                  </a:lnTo>
                  <a:lnTo>
                    <a:pt x="1778592" y="1175783"/>
                  </a:lnTo>
                  <a:lnTo>
                    <a:pt x="1778586" y="1175821"/>
                  </a:lnTo>
                  <a:lnTo>
                    <a:pt x="1778597" y="1175851"/>
                  </a:lnTo>
                  <a:lnTo>
                    <a:pt x="1778725" y="1175835"/>
                  </a:lnTo>
                  <a:lnTo>
                    <a:pt x="1778799" y="1175826"/>
                  </a:lnTo>
                  <a:lnTo>
                    <a:pt x="1778885" y="1175856"/>
                  </a:lnTo>
                  <a:lnTo>
                    <a:pt x="1778940" y="1175913"/>
                  </a:lnTo>
                  <a:lnTo>
                    <a:pt x="1778978" y="1175971"/>
                  </a:lnTo>
                  <a:lnTo>
                    <a:pt x="1778998" y="1176001"/>
                  </a:lnTo>
                  <a:lnTo>
                    <a:pt x="1779075" y="1176031"/>
                  </a:lnTo>
                  <a:lnTo>
                    <a:pt x="1779255" y="1176070"/>
                  </a:lnTo>
                  <a:lnTo>
                    <a:pt x="1779299" y="1176085"/>
                  </a:lnTo>
                  <a:lnTo>
                    <a:pt x="1779358" y="1176158"/>
                  </a:lnTo>
                  <a:lnTo>
                    <a:pt x="1779373" y="1176177"/>
                  </a:lnTo>
                  <a:lnTo>
                    <a:pt x="1779366" y="1176205"/>
                  </a:lnTo>
                  <a:lnTo>
                    <a:pt x="1779378" y="1176265"/>
                  </a:lnTo>
                  <a:lnTo>
                    <a:pt x="1779633" y="1176459"/>
                  </a:lnTo>
                  <a:lnTo>
                    <a:pt x="1779890" y="1176595"/>
                  </a:lnTo>
                  <a:lnTo>
                    <a:pt x="1779964" y="1176697"/>
                  </a:lnTo>
                  <a:lnTo>
                    <a:pt x="1779984" y="1176724"/>
                  </a:lnTo>
                  <a:lnTo>
                    <a:pt x="1780004" y="1176812"/>
                  </a:lnTo>
                  <a:lnTo>
                    <a:pt x="1780178" y="1177123"/>
                  </a:lnTo>
                  <a:lnTo>
                    <a:pt x="1780010" y="1177436"/>
                  </a:lnTo>
                  <a:lnTo>
                    <a:pt x="1779973" y="1177464"/>
                  </a:lnTo>
                  <a:lnTo>
                    <a:pt x="1779833" y="1177367"/>
                  </a:lnTo>
                  <a:lnTo>
                    <a:pt x="1779801" y="1177344"/>
                  </a:lnTo>
                  <a:lnTo>
                    <a:pt x="1779794" y="1177269"/>
                  </a:lnTo>
                  <a:lnTo>
                    <a:pt x="1779636" y="1177188"/>
                  </a:lnTo>
                  <a:lnTo>
                    <a:pt x="1779585" y="1177186"/>
                  </a:lnTo>
                  <a:lnTo>
                    <a:pt x="1779397" y="1177014"/>
                  </a:lnTo>
                  <a:lnTo>
                    <a:pt x="1779356" y="1177047"/>
                  </a:lnTo>
                  <a:lnTo>
                    <a:pt x="1779374" y="1177102"/>
                  </a:lnTo>
                  <a:lnTo>
                    <a:pt x="1779420" y="1177183"/>
                  </a:lnTo>
                  <a:lnTo>
                    <a:pt x="1779551" y="1177290"/>
                  </a:lnTo>
                  <a:lnTo>
                    <a:pt x="1779551" y="1177373"/>
                  </a:lnTo>
                  <a:lnTo>
                    <a:pt x="1779501" y="1177464"/>
                  </a:lnTo>
                  <a:lnTo>
                    <a:pt x="1779439" y="1177480"/>
                  </a:lnTo>
                  <a:lnTo>
                    <a:pt x="1779390" y="1177436"/>
                  </a:lnTo>
                  <a:lnTo>
                    <a:pt x="1779335" y="1177245"/>
                  </a:lnTo>
                  <a:lnTo>
                    <a:pt x="1779312" y="1177201"/>
                  </a:lnTo>
                  <a:lnTo>
                    <a:pt x="1779276" y="1177217"/>
                  </a:lnTo>
                  <a:lnTo>
                    <a:pt x="1779230" y="1177248"/>
                  </a:lnTo>
                  <a:lnTo>
                    <a:pt x="1779161" y="1177209"/>
                  </a:lnTo>
                  <a:lnTo>
                    <a:pt x="1779119" y="1177219"/>
                  </a:lnTo>
                  <a:lnTo>
                    <a:pt x="1779113" y="1177258"/>
                  </a:lnTo>
                  <a:lnTo>
                    <a:pt x="1779175" y="1177298"/>
                  </a:lnTo>
                  <a:lnTo>
                    <a:pt x="1779220" y="1177342"/>
                  </a:lnTo>
                  <a:lnTo>
                    <a:pt x="1779200" y="1177394"/>
                  </a:lnTo>
                  <a:lnTo>
                    <a:pt x="1779131" y="1177537"/>
                  </a:lnTo>
                  <a:lnTo>
                    <a:pt x="1779023" y="1177592"/>
                  </a:lnTo>
                  <a:lnTo>
                    <a:pt x="1778991" y="1177634"/>
                  </a:lnTo>
                  <a:lnTo>
                    <a:pt x="1779048" y="1177675"/>
                  </a:lnTo>
                  <a:lnTo>
                    <a:pt x="1779152" y="1177717"/>
                  </a:lnTo>
                  <a:lnTo>
                    <a:pt x="1779165" y="1177772"/>
                  </a:lnTo>
                  <a:lnTo>
                    <a:pt x="1779179" y="1177811"/>
                  </a:lnTo>
                  <a:lnTo>
                    <a:pt x="1779255" y="1177847"/>
                  </a:lnTo>
                  <a:lnTo>
                    <a:pt x="1779507" y="1177905"/>
                  </a:lnTo>
                  <a:lnTo>
                    <a:pt x="1779634" y="1177932"/>
                  </a:lnTo>
                  <a:lnTo>
                    <a:pt x="1779512" y="1178418"/>
                  </a:lnTo>
                  <a:lnTo>
                    <a:pt x="1779451" y="1178594"/>
                  </a:lnTo>
                  <a:lnTo>
                    <a:pt x="1779423" y="1178635"/>
                  </a:lnTo>
                  <a:lnTo>
                    <a:pt x="1779147" y="1178843"/>
                  </a:lnTo>
                  <a:lnTo>
                    <a:pt x="1779104" y="1178843"/>
                  </a:lnTo>
                  <a:lnTo>
                    <a:pt x="1778823" y="1178810"/>
                  </a:lnTo>
                  <a:lnTo>
                    <a:pt x="1778637" y="1178688"/>
                  </a:lnTo>
                  <a:lnTo>
                    <a:pt x="1778247" y="1178597"/>
                  </a:lnTo>
                  <a:lnTo>
                    <a:pt x="1778021" y="1178826"/>
                  </a:lnTo>
                  <a:lnTo>
                    <a:pt x="1777909" y="1179001"/>
                  </a:lnTo>
                  <a:lnTo>
                    <a:pt x="1777917" y="1179057"/>
                  </a:lnTo>
                  <a:lnTo>
                    <a:pt x="1777900" y="1179088"/>
                  </a:lnTo>
                  <a:lnTo>
                    <a:pt x="1777649" y="1179262"/>
                  </a:lnTo>
                  <a:lnTo>
                    <a:pt x="1777521" y="1179292"/>
                  </a:lnTo>
                  <a:lnTo>
                    <a:pt x="1777423" y="1179370"/>
                  </a:lnTo>
                  <a:lnTo>
                    <a:pt x="1777255" y="1179535"/>
                  </a:lnTo>
                  <a:lnTo>
                    <a:pt x="1777320" y="1180320"/>
                  </a:lnTo>
                  <a:lnTo>
                    <a:pt x="1777688" y="1180303"/>
                  </a:lnTo>
                  <a:lnTo>
                    <a:pt x="1777855" y="1180675"/>
                  </a:lnTo>
                  <a:lnTo>
                    <a:pt x="1778273" y="1180727"/>
                  </a:lnTo>
                  <a:lnTo>
                    <a:pt x="1778670" y="1181214"/>
                  </a:lnTo>
                  <a:lnTo>
                    <a:pt x="1778665" y="1181484"/>
                  </a:lnTo>
                  <a:lnTo>
                    <a:pt x="1778928" y="1181762"/>
                  </a:lnTo>
                  <a:lnTo>
                    <a:pt x="1778932" y="1181768"/>
                  </a:lnTo>
                  <a:lnTo>
                    <a:pt x="1778934" y="1181778"/>
                  </a:lnTo>
                  <a:lnTo>
                    <a:pt x="1778940" y="1181801"/>
                  </a:lnTo>
                  <a:lnTo>
                    <a:pt x="1778949" y="1181847"/>
                  </a:lnTo>
                  <a:lnTo>
                    <a:pt x="1778948" y="1181883"/>
                  </a:lnTo>
                  <a:lnTo>
                    <a:pt x="1778948" y="1181895"/>
                  </a:lnTo>
                  <a:lnTo>
                    <a:pt x="1778948" y="1181900"/>
                  </a:lnTo>
                  <a:lnTo>
                    <a:pt x="1778943" y="1181938"/>
                  </a:lnTo>
                  <a:lnTo>
                    <a:pt x="1778888" y="1182076"/>
                  </a:lnTo>
                  <a:lnTo>
                    <a:pt x="1778837" y="1182157"/>
                  </a:lnTo>
                  <a:lnTo>
                    <a:pt x="1778829" y="1182170"/>
                  </a:lnTo>
                  <a:lnTo>
                    <a:pt x="1778817" y="1182199"/>
                  </a:lnTo>
                  <a:lnTo>
                    <a:pt x="1778761" y="1182309"/>
                  </a:lnTo>
                  <a:lnTo>
                    <a:pt x="1778750" y="1182340"/>
                  </a:lnTo>
                  <a:lnTo>
                    <a:pt x="1778743" y="1182370"/>
                  </a:lnTo>
                  <a:lnTo>
                    <a:pt x="1778736" y="1182408"/>
                  </a:lnTo>
                  <a:lnTo>
                    <a:pt x="1778735" y="1182413"/>
                  </a:lnTo>
                  <a:lnTo>
                    <a:pt x="1778735" y="1182444"/>
                  </a:lnTo>
                  <a:lnTo>
                    <a:pt x="1778737" y="1182461"/>
                  </a:lnTo>
                  <a:lnTo>
                    <a:pt x="1778752" y="1182502"/>
                  </a:lnTo>
                  <a:lnTo>
                    <a:pt x="1778768" y="1182536"/>
                  </a:lnTo>
                  <a:lnTo>
                    <a:pt x="1778791" y="1182575"/>
                  </a:lnTo>
                  <a:lnTo>
                    <a:pt x="1778799" y="1182585"/>
                  </a:lnTo>
                  <a:lnTo>
                    <a:pt x="1778802" y="1182590"/>
                  </a:lnTo>
                  <a:lnTo>
                    <a:pt x="1778808" y="1182598"/>
                  </a:lnTo>
                  <a:lnTo>
                    <a:pt x="1778822" y="1182618"/>
                  </a:lnTo>
                  <a:lnTo>
                    <a:pt x="1778870" y="1182683"/>
                  </a:lnTo>
                  <a:lnTo>
                    <a:pt x="1778894" y="1182712"/>
                  </a:lnTo>
                  <a:lnTo>
                    <a:pt x="1778900" y="1182722"/>
                  </a:lnTo>
                  <a:lnTo>
                    <a:pt x="1778899" y="1182729"/>
                  </a:lnTo>
                  <a:lnTo>
                    <a:pt x="1778896" y="1182737"/>
                  </a:lnTo>
                  <a:lnTo>
                    <a:pt x="1778889" y="1182760"/>
                  </a:lnTo>
                  <a:lnTo>
                    <a:pt x="1778885" y="1182771"/>
                  </a:lnTo>
                  <a:lnTo>
                    <a:pt x="1778882" y="1182780"/>
                  </a:lnTo>
                  <a:lnTo>
                    <a:pt x="1778882" y="1182790"/>
                  </a:lnTo>
                  <a:lnTo>
                    <a:pt x="1778887" y="1182795"/>
                  </a:lnTo>
                  <a:lnTo>
                    <a:pt x="1778896" y="1182793"/>
                  </a:lnTo>
                  <a:lnTo>
                    <a:pt x="1778909" y="1182755"/>
                  </a:lnTo>
                  <a:lnTo>
                    <a:pt x="1778915" y="1182738"/>
                  </a:lnTo>
                  <a:lnTo>
                    <a:pt x="1778919" y="1182729"/>
                  </a:lnTo>
                  <a:lnTo>
                    <a:pt x="1778919" y="1182719"/>
                  </a:lnTo>
                  <a:lnTo>
                    <a:pt x="1778897" y="1182676"/>
                  </a:lnTo>
                  <a:lnTo>
                    <a:pt x="1778893" y="1182670"/>
                  </a:lnTo>
                  <a:lnTo>
                    <a:pt x="1778866" y="1182626"/>
                  </a:lnTo>
                  <a:lnTo>
                    <a:pt x="1778824" y="1182551"/>
                  </a:lnTo>
                  <a:lnTo>
                    <a:pt x="1778811" y="1182516"/>
                  </a:lnTo>
                  <a:lnTo>
                    <a:pt x="1778809" y="1182495"/>
                  </a:lnTo>
                  <a:lnTo>
                    <a:pt x="1778812" y="1182473"/>
                  </a:lnTo>
                  <a:lnTo>
                    <a:pt x="1778852" y="1182340"/>
                  </a:lnTo>
                  <a:lnTo>
                    <a:pt x="1778863" y="1182315"/>
                  </a:lnTo>
                  <a:lnTo>
                    <a:pt x="1778887" y="1182265"/>
                  </a:lnTo>
                  <a:lnTo>
                    <a:pt x="1778912" y="1182215"/>
                  </a:lnTo>
                  <a:lnTo>
                    <a:pt x="1778923" y="1182192"/>
                  </a:lnTo>
                  <a:lnTo>
                    <a:pt x="1778967" y="1182144"/>
                  </a:lnTo>
                  <a:lnTo>
                    <a:pt x="1779005" y="1182080"/>
                  </a:lnTo>
                  <a:lnTo>
                    <a:pt x="1779021" y="1182048"/>
                  </a:lnTo>
                  <a:lnTo>
                    <a:pt x="1779028" y="1181982"/>
                  </a:lnTo>
                  <a:lnTo>
                    <a:pt x="1779042" y="1181903"/>
                  </a:lnTo>
                  <a:lnTo>
                    <a:pt x="1779047" y="1181879"/>
                  </a:lnTo>
                  <a:lnTo>
                    <a:pt x="1779052" y="1181867"/>
                  </a:lnTo>
                  <a:lnTo>
                    <a:pt x="1779076" y="1181833"/>
                  </a:lnTo>
                  <a:lnTo>
                    <a:pt x="1779098" y="1181802"/>
                  </a:lnTo>
                  <a:lnTo>
                    <a:pt x="1779096" y="1181763"/>
                  </a:lnTo>
                  <a:lnTo>
                    <a:pt x="1779094" y="1181720"/>
                  </a:lnTo>
                  <a:lnTo>
                    <a:pt x="1779248" y="1181492"/>
                  </a:lnTo>
                  <a:lnTo>
                    <a:pt x="1779637" y="1181271"/>
                  </a:lnTo>
                  <a:lnTo>
                    <a:pt x="1779695" y="1181229"/>
                  </a:lnTo>
                  <a:lnTo>
                    <a:pt x="1779712" y="1181217"/>
                  </a:lnTo>
                  <a:lnTo>
                    <a:pt x="1779691" y="1181129"/>
                  </a:lnTo>
                  <a:lnTo>
                    <a:pt x="1779702" y="1181091"/>
                  </a:lnTo>
                  <a:lnTo>
                    <a:pt x="1779850" y="1181007"/>
                  </a:lnTo>
                  <a:lnTo>
                    <a:pt x="1779902" y="1181008"/>
                  </a:lnTo>
                  <a:lnTo>
                    <a:pt x="1779917" y="1181030"/>
                  </a:lnTo>
                  <a:lnTo>
                    <a:pt x="1779919" y="1181068"/>
                  </a:lnTo>
                  <a:lnTo>
                    <a:pt x="1779921" y="1181141"/>
                  </a:lnTo>
                  <a:lnTo>
                    <a:pt x="1779943" y="1181151"/>
                  </a:lnTo>
                  <a:lnTo>
                    <a:pt x="1779972" y="1181119"/>
                  </a:lnTo>
                  <a:lnTo>
                    <a:pt x="1780007" y="1181024"/>
                  </a:lnTo>
                  <a:lnTo>
                    <a:pt x="1780010" y="1181016"/>
                  </a:lnTo>
                  <a:lnTo>
                    <a:pt x="1780020" y="1180990"/>
                  </a:lnTo>
                  <a:lnTo>
                    <a:pt x="1780054" y="1180954"/>
                  </a:lnTo>
                  <a:lnTo>
                    <a:pt x="1780087" y="1180937"/>
                  </a:lnTo>
                  <a:lnTo>
                    <a:pt x="1780145" y="1180906"/>
                  </a:lnTo>
                  <a:lnTo>
                    <a:pt x="1780473" y="1180757"/>
                  </a:lnTo>
                  <a:lnTo>
                    <a:pt x="1780675" y="1180689"/>
                  </a:lnTo>
                  <a:lnTo>
                    <a:pt x="1780910" y="1180679"/>
                  </a:lnTo>
                  <a:lnTo>
                    <a:pt x="1781128" y="1180572"/>
                  </a:lnTo>
                  <a:lnTo>
                    <a:pt x="1781266" y="1180454"/>
                  </a:lnTo>
                  <a:lnTo>
                    <a:pt x="1781384" y="1180303"/>
                  </a:lnTo>
                  <a:lnTo>
                    <a:pt x="1781390" y="1180222"/>
                  </a:lnTo>
                  <a:lnTo>
                    <a:pt x="1781457" y="1180174"/>
                  </a:lnTo>
                  <a:lnTo>
                    <a:pt x="1781518" y="1180151"/>
                  </a:lnTo>
                  <a:lnTo>
                    <a:pt x="1781720" y="1180207"/>
                  </a:lnTo>
                  <a:lnTo>
                    <a:pt x="1782086" y="1180424"/>
                  </a:lnTo>
                  <a:lnTo>
                    <a:pt x="1782681" y="1180547"/>
                  </a:lnTo>
                  <a:lnTo>
                    <a:pt x="1783132" y="1180498"/>
                  </a:lnTo>
                  <a:lnTo>
                    <a:pt x="1783492" y="1180348"/>
                  </a:lnTo>
                  <a:lnTo>
                    <a:pt x="1783540" y="1180357"/>
                  </a:lnTo>
                  <a:lnTo>
                    <a:pt x="1783967" y="1180479"/>
                  </a:lnTo>
                  <a:lnTo>
                    <a:pt x="1784020" y="1180516"/>
                  </a:lnTo>
                  <a:lnTo>
                    <a:pt x="1784234" y="1180749"/>
                  </a:lnTo>
                  <a:lnTo>
                    <a:pt x="1784273" y="1180824"/>
                  </a:lnTo>
                  <a:lnTo>
                    <a:pt x="1784554" y="1181145"/>
                  </a:lnTo>
                  <a:lnTo>
                    <a:pt x="1784664" y="1181198"/>
                  </a:lnTo>
                  <a:lnTo>
                    <a:pt x="1784850" y="1181250"/>
                  </a:lnTo>
                  <a:lnTo>
                    <a:pt x="1785212" y="1181328"/>
                  </a:lnTo>
                  <a:lnTo>
                    <a:pt x="1785312" y="1181427"/>
                  </a:lnTo>
                  <a:lnTo>
                    <a:pt x="1785270" y="1181482"/>
                  </a:lnTo>
                  <a:lnTo>
                    <a:pt x="1785306" y="1181543"/>
                  </a:lnTo>
                  <a:lnTo>
                    <a:pt x="1785632" y="1181720"/>
                  </a:lnTo>
                  <a:lnTo>
                    <a:pt x="1785863" y="1181744"/>
                  </a:lnTo>
                  <a:lnTo>
                    <a:pt x="1786102" y="1182017"/>
                  </a:lnTo>
                  <a:lnTo>
                    <a:pt x="1785980" y="1182137"/>
                  </a:lnTo>
                  <a:lnTo>
                    <a:pt x="1785908" y="1182173"/>
                  </a:lnTo>
                  <a:lnTo>
                    <a:pt x="1785841" y="1182183"/>
                  </a:lnTo>
                  <a:lnTo>
                    <a:pt x="1785870" y="1182451"/>
                  </a:lnTo>
                  <a:lnTo>
                    <a:pt x="1785950" y="1182538"/>
                  </a:lnTo>
                  <a:lnTo>
                    <a:pt x="1786058" y="1182589"/>
                  </a:lnTo>
                  <a:lnTo>
                    <a:pt x="1786327" y="1182834"/>
                  </a:lnTo>
                  <a:lnTo>
                    <a:pt x="1786436" y="1183130"/>
                  </a:lnTo>
                  <a:lnTo>
                    <a:pt x="1786433" y="1183133"/>
                  </a:lnTo>
                  <a:lnTo>
                    <a:pt x="1786334" y="1183214"/>
                  </a:lnTo>
                  <a:lnTo>
                    <a:pt x="1786293" y="1183216"/>
                  </a:lnTo>
                  <a:lnTo>
                    <a:pt x="1786231" y="1183144"/>
                  </a:lnTo>
                  <a:lnTo>
                    <a:pt x="1786151" y="1182987"/>
                  </a:lnTo>
                  <a:lnTo>
                    <a:pt x="1786060" y="1182858"/>
                  </a:lnTo>
                  <a:lnTo>
                    <a:pt x="1785620" y="1182579"/>
                  </a:lnTo>
                  <a:lnTo>
                    <a:pt x="1785575" y="1182550"/>
                  </a:lnTo>
                  <a:lnTo>
                    <a:pt x="1785457" y="1182518"/>
                  </a:lnTo>
                  <a:lnTo>
                    <a:pt x="1785377" y="1182882"/>
                  </a:lnTo>
                  <a:lnTo>
                    <a:pt x="1785357" y="1182972"/>
                  </a:lnTo>
                  <a:lnTo>
                    <a:pt x="1785334" y="1183017"/>
                  </a:lnTo>
                  <a:lnTo>
                    <a:pt x="1785058" y="1183198"/>
                  </a:lnTo>
                  <a:lnTo>
                    <a:pt x="1784987" y="1183305"/>
                  </a:lnTo>
                  <a:lnTo>
                    <a:pt x="1785014" y="1183399"/>
                  </a:lnTo>
                  <a:lnTo>
                    <a:pt x="1785124" y="1183442"/>
                  </a:lnTo>
                  <a:lnTo>
                    <a:pt x="1785229" y="1183330"/>
                  </a:lnTo>
                  <a:lnTo>
                    <a:pt x="1785383" y="1183286"/>
                  </a:lnTo>
                  <a:lnTo>
                    <a:pt x="1785477" y="1183330"/>
                  </a:lnTo>
                  <a:lnTo>
                    <a:pt x="1785509" y="1183334"/>
                  </a:lnTo>
                  <a:lnTo>
                    <a:pt x="1785795" y="1183530"/>
                  </a:lnTo>
                  <a:lnTo>
                    <a:pt x="1785867" y="1183643"/>
                  </a:lnTo>
                  <a:lnTo>
                    <a:pt x="1785857" y="1183736"/>
                  </a:lnTo>
                  <a:lnTo>
                    <a:pt x="1785747" y="1183911"/>
                  </a:lnTo>
                  <a:lnTo>
                    <a:pt x="1785725" y="1184055"/>
                  </a:lnTo>
                  <a:lnTo>
                    <a:pt x="1785736" y="1184243"/>
                  </a:lnTo>
                  <a:lnTo>
                    <a:pt x="1785758" y="1184305"/>
                  </a:lnTo>
                  <a:lnTo>
                    <a:pt x="1785833" y="1184351"/>
                  </a:lnTo>
                  <a:lnTo>
                    <a:pt x="1785749" y="1184377"/>
                  </a:lnTo>
                  <a:lnTo>
                    <a:pt x="1785496" y="1184524"/>
                  </a:lnTo>
                  <a:lnTo>
                    <a:pt x="1785431" y="1184595"/>
                  </a:lnTo>
                  <a:lnTo>
                    <a:pt x="1785495" y="1184622"/>
                  </a:lnTo>
                  <a:lnTo>
                    <a:pt x="1785670" y="1184622"/>
                  </a:lnTo>
                  <a:lnTo>
                    <a:pt x="1785937" y="1184554"/>
                  </a:lnTo>
                  <a:lnTo>
                    <a:pt x="1786153" y="1184536"/>
                  </a:lnTo>
                  <a:lnTo>
                    <a:pt x="1786201" y="1184563"/>
                  </a:lnTo>
                  <a:lnTo>
                    <a:pt x="1786204" y="1184587"/>
                  </a:lnTo>
                  <a:lnTo>
                    <a:pt x="1786171" y="1184687"/>
                  </a:lnTo>
                  <a:lnTo>
                    <a:pt x="1786144" y="1184831"/>
                  </a:lnTo>
                  <a:lnTo>
                    <a:pt x="1786254" y="1184893"/>
                  </a:lnTo>
                  <a:lnTo>
                    <a:pt x="1786483" y="1184797"/>
                  </a:lnTo>
                  <a:lnTo>
                    <a:pt x="1786608" y="1184904"/>
                  </a:lnTo>
                  <a:lnTo>
                    <a:pt x="1786631" y="1184988"/>
                  </a:lnTo>
                  <a:lnTo>
                    <a:pt x="1786564" y="1185135"/>
                  </a:lnTo>
                  <a:lnTo>
                    <a:pt x="1786430" y="1185159"/>
                  </a:lnTo>
                  <a:lnTo>
                    <a:pt x="1786348" y="1185111"/>
                  </a:lnTo>
                  <a:lnTo>
                    <a:pt x="1786149" y="1185133"/>
                  </a:lnTo>
                  <a:lnTo>
                    <a:pt x="1785807" y="1185263"/>
                  </a:lnTo>
                  <a:lnTo>
                    <a:pt x="1785592" y="1185435"/>
                  </a:lnTo>
                  <a:lnTo>
                    <a:pt x="1785576" y="1185466"/>
                  </a:lnTo>
                  <a:lnTo>
                    <a:pt x="1785766" y="1185577"/>
                  </a:lnTo>
                  <a:lnTo>
                    <a:pt x="1786272" y="1185669"/>
                  </a:lnTo>
                  <a:lnTo>
                    <a:pt x="1786334" y="1185742"/>
                  </a:lnTo>
                  <a:lnTo>
                    <a:pt x="1786497" y="1185749"/>
                  </a:lnTo>
                  <a:lnTo>
                    <a:pt x="1786555" y="1185676"/>
                  </a:lnTo>
                  <a:lnTo>
                    <a:pt x="1786579" y="1185590"/>
                  </a:lnTo>
                  <a:lnTo>
                    <a:pt x="1786666" y="1185566"/>
                  </a:lnTo>
                  <a:lnTo>
                    <a:pt x="1786704" y="1185625"/>
                  </a:lnTo>
                  <a:lnTo>
                    <a:pt x="1786713" y="1185648"/>
                  </a:lnTo>
                  <a:lnTo>
                    <a:pt x="1786648" y="1185788"/>
                  </a:lnTo>
                  <a:lnTo>
                    <a:pt x="1786637" y="1185907"/>
                  </a:lnTo>
                  <a:lnTo>
                    <a:pt x="1786648" y="1185967"/>
                  </a:lnTo>
                  <a:lnTo>
                    <a:pt x="1786753" y="1186026"/>
                  </a:lnTo>
                  <a:lnTo>
                    <a:pt x="1786844" y="1186017"/>
                  </a:lnTo>
                  <a:lnTo>
                    <a:pt x="1786850" y="1186033"/>
                  </a:lnTo>
                  <a:lnTo>
                    <a:pt x="1786868" y="1186120"/>
                  </a:lnTo>
                  <a:lnTo>
                    <a:pt x="1786572" y="1186378"/>
                  </a:lnTo>
                  <a:lnTo>
                    <a:pt x="1786466" y="1186491"/>
                  </a:lnTo>
                  <a:lnTo>
                    <a:pt x="1786469" y="1186520"/>
                  </a:lnTo>
                  <a:lnTo>
                    <a:pt x="1786480" y="1186531"/>
                  </a:lnTo>
                  <a:lnTo>
                    <a:pt x="1786878" y="1186525"/>
                  </a:lnTo>
                  <a:lnTo>
                    <a:pt x="1787044" y="1186409"/>
                  </a:lnTo>
                  <a:lnTo>
                    <a:pt x="1787152" y="1186494"/>
                  </a:lnTo>
                  <a:lnTo>
                    <a:pt x="1787174" y="1186601"/>
                  </a:lnTo>
                  <a:lnTo>
                    <a:pt x="1787152" y="1186788"/>
                  </a:lnTo>
                  <a:lnTo>
                    <a:pt x="1786898" y="1186995"/>
                  </a:lnTo>
                  <a:lnTo>
                    <a:pt x="1786805" y="1187107"/>
                  </a:lnTo>
                  <a:lnTo>
                    <a:pt x="1786799" y="1187182"/>
                  </a:lnTo>
                  <a:lnTo>
                    <a:pt x="1786975" y="1187182"/>
                  </a:lnTo>
                  <a:lnTo>
                    <a:pt x="1787130" y="1187163"/>
                  </a:lnTo>
                  <a:lnTo>
                    <a:pt x="1787245" y="1187189"/>
                  </a:lnTo>
                  <a:lnTo>
                    <a:pt x="1787300" y="1187301"/>
                  </a:lnTo>
                  <a:lnTo>
                    <a:pt x="1787306" y="1187395"/>
                  </a:lnTo>
                  <a:lnTo>
                    <a:pt x="1787262" y="1187470"/>
                  </a:lnTo>
                  <a:lnTo>
                    <a:pt x="1787190" y="1187564"/>
                  </a:lnTo>
                  <a:lnTo>
                    <a:pt x="1787201" y="1187608"/>
                  </a:lnTo>
                  <a:lnTo>
                    <a:pt x="1787300" y="1187595"/>
                  </a:lnTo>
                  <a:lnTo>
                    <a:pt x="1787460" y="1187557"/>
                  </a:lnTo>
                  <a:lnTo>
                    <a:pt x="1787569" y="1187488"/>
                  </a:lnTo>
                  <a:lnTo>
                    <a:pt x="1787666" y="1187549"/>
                  </a:lnTo>
                  <a:lnTo>
                    <a:pt x="1787703" y="1187591"/>
                  </a:lnTo>
                  <a:lnTo>
                    <a:pt x="1787688" y="1187716"/>
                  </a:lnTo>
                  <a:lnTo>
                    <a:pt x="1787670" y="1187740"/>
                  </a:lnTo>
                  <a:lnTo>
                    <a:pt x="1787640" y="1187767"/>
                  </a:lnTo>
                  <a:lnTo>
                    <a:pt x="1787617" y="1187787"/>
                  </a:lnTo>
                  <a:lnTo>
                    <a:pt x="1787555" y="1187811"/>
                  </a:lnTo>
                  <a:lnTo>
                    <a:pt x="1787465" y="1187823"/>
                  </a:lnTo>
                  <a:lnTo>
                    <a:pt x="1786987" y="1188129"/>
                  </a:lnTo>
                  <a:lnTo>
                    <a:pt x="1786922" y="1188010"/>
                  </a:lnTo>
                  <a:lnTo>
                    <a:pt x="1786814" y="1187971"/>
                  </a:lnTo>
                  <a:lnTo>
                    <a:pt x="1786634" y="1187966"/>
                  </a:lnTo>
                  <a:lnTo>
                    <a:pt x="1786585" y="1187988"/>
                  </a:lnTo>
                  <a:lnTo>
                    <a:pt x="1786522" y="1188085"/>
                  </a:lnTo>
                  <a:lnTo>
                    <a:pt x="1786467" y="1188169"/>
                  </a:lnTo>
                  <a:lnTo>
                    <a:pt x="1786450" y="1188194"/>
                  </a:lnTo>
                  <a:lnTo>
                    <a:pt x="1786536" y="1188320"/>
                  </a:lnTo>
                  <a:lnTo>
                    <a:pt x="1786541" y="1188327"/>
                  </a:lnTo>
                  <a:lnTo>
                    <a:pt x="1786532" y="1188344"/>
                  </a:lnTo>
                  <a:lnTo>
                    <a:pt x="1786397" y="1188636"/>
                  </a:lnTo>
                  <a:lnTo>
                    <a:pt x="1786392" y="1188648"/>
                  </a:lnTo>
                  <a:lnTo>
                    <a:pt x="1786371" y="1188693"/>
                  </a:lnTo>
                  <a:lnTo>
                    <a:pt x="1786317" y="1188716"/>
                  </a:lnTo>
                  <a:lnTo>
                    <a:pt x="1786244" y="1188754"/>
                  </a:lnTo>
                  <a:lnTo>
                    <a:pt x="1786154" y="1188804"/>
                  </a:lnTo>
                  <a:lnTo>
                    <a:pt x="1786125" y="1188844"/>
                  </a:lnTo>
                  <a:lnTo>
                    <a:pt x="1786127" y="1188886"/>
                  </a:lnTo>
                  <a:lnTo>
                    <a:pt x="1786152" y="1188901"/>
                  </a:lnTo>
                  <a:lnTo>
                    <a:pt x="1786226" y="1188896"/>
                  </a:lnTo>
                  <a:lnTo>
                    <a:pt x="1786263" y="1188896"/>
                  </a:lnTo>
                  <a:lnTo>
                    <a:pt x="1786284" y="1188896"/>
                  </a:lnTo>
                  <a:lnTo>
                    <a:pt x="1786301" y="1188929"/>
                  </a:lnTo>
                  <a:lnTo>
                    <a:pt x="1786301" y="1188992"/>
                  </a:lnTo>
                  <a:lnTo>
                    <a:pt x="1786262" y="1189034"/>
                  </a:lnTo>
                  <a:lnTo>
                    <a:pt x="1786198" y="1189052"/>
                  </a:lnTo>
                  <a:lnTo>
                    <a:pt x="1786156" y="1189039"/>
                  </a:lnTo>
                  <a:lnTo>
                    <a:pt x="1786125" y="1189016"/>
                  </a:lnTo>
                  <a:lnTo>
                    <a:pt x="1786109" y="1189025"/>
                  </a:lnTo>
                  <a:lnTo>
                    <a:pt x="1785835" y="1189175"/>
                  </a:lnTo>
                  <a:lnTo>
                    <a:pt x="1785757" y="1189218"/>
                  </a:lnTo>
                  <a:lnTo>
                    <a:pt x="1785746" y="1189247"/>
                  </a:lnTo>
                  <a:lnTo>
                    <a:pt x="1785725" y="1189262"/>
                  </a:lnTo>
                  <a:lnTo>
                    <a:pt x="1785678" y="1189257"/>
                  </a:lnTo>
                  <a:lnTo>
                    <a:pt x="1785609" y="1189237"/>
                  </a:lnTo>
                  <a:lnTo>
                    <a:pt x="1785492" y="1189251"/>
                  </a:lnTo>
                  <a:lnTo>
                    <a:pt x="1785376" y="1189275"/>
                  </a:lnTo>
                  <a:lnTo>
                    <a:pt x="1785341" y="1189294"/>
                  </a:lnTo>
                  <a:lnTo>
                    <a:pt x="1785353" y="1189371"/>
                  </a:lnTo>
                  <a:lnTo>
                    <a:pt x="1785355" y="1189383"/>
                  </a:lnTo>
                  <a:lnTo>
                    <a:pt x="1785348" y="1189395"/>
                  </a:lnTo>
                  <a:lnTo>
                    <a:pt x="1785332" y="1189396"/>
                  </a:lnTo>
                  <a:lnTo>
                    <a:pt x="1785316" y="1189411"/>
                  </a:lnTo>
                  <a:lnTo>
                    <a:pt x="1785312" y="1189416"/>
                  </a:lnTo>
                  <a:lnTo>
                    <a:pt x="1785183" y="1189433"/>
                  </a:lnTo>
                  <a:lnTo>
                    <a:pt x="1785094" y="1189383"/>
                  </a:lnTo>
                  <a:lnTo>
                    <a:pt x="1785006" y="1189297"/>
                  </a:lnTo>
                  <a:lnTo>
                    <a:pt x="1784978" y="1189197"/>
                  </a:lnTo>
                  <a:lnTo>
                    <a:pt x="1784968" y="1189008"/>
                  </a:lnTo>
                  <a:lnTo>
                    <a:pt x="1785254" y="1188829"/>
                  </a:lnTo>
                  <a:lnTo>
                    <a:pt x="1785364" y="1188791"/>
                  </a:lnTo>
                  <a:lnTo>
                    <a:pt x="1785561" y="1188595"/>
                  </a:lnTo>
                  <a:lnTo>
                    <a:pt x="1785559" y="1188272"/>
                  </a:lnTo>
                  <a:lnTo>
                    <a:pt x="1785523" y="1188152"/>
                  </a:lnTo>
                  <a:lnTo>
                    <a:pt x="1785452" y="1188064"/>
                  </a:lnTo>
                  <a:lnTo>
                    <a:pt x="1784912" y="1187743"/>
                  </a:lnTo>
                  <a:lnTo>
                    <a:pt x="1784501" y="1187384"/>
                  </a:lnTo>
                  <a:lnTo>
                    <a:pt x="1784387" y="1187364"/>
                  </a:lnTo>
                  <a:lnTo>
                    <a:pt x="1784273" y="1187394"/>
                  </a:lnTo>
                  <a:lnTo>
                    <a:pt x="1784296" y="1187454"/>
                  </a:lnTo>
                  <a:lnTo>
                    <a:pt x="1784298" y="1187571"/>
                  </a:lnTo>
                  <a:lnTo>
                    <a:pt x="1784273" y="1187832"/>
                  </a:lnTo>
                  <a:lnTo>
                    <a:pt x="1783655" y="1187812"/>
                  </a:lnTo>
                  <a:lnTo>
                    <a:pt x="1783289" y="1187689"/>
                  </a:lnTo>
                  <a:lnTo>
                    <a:pt x="1782706" y="1187240"/>
                  </a:lnTo>
                  <a:lnTo>
                    <a:pt x="1782185" y="1186914"/>
                  </a:lnTo>
                  <a:lnTo>
                    <a:pt x="1781858" y="1186669"/>
                  </a:lnTo>
                  <a:lnTo>
                    <a:pt x="1781623" y="1186450"/>
                  </a:lnTo>
                  <a:lnTo>
                    <a:pt x="1780774" y="1186281"/>
                  </a:lnTo>
                  <a:lnTo>
                    <a:pt x="1780307" y="1186162"/>
                  </a:lnTo>
                  <a:lnTo>
                    <a:pt x="1779994" y="1186325"/>
                  </a:lnTo>
                  <a:lnTo>
                    <a:pt x="1779647" y="1186580"/>
                  </a:lnTo>
                  <a:lnTo>
                    <a:pt x="1779350" y="1187010"/>
                  </a:lnTo>
                  <a:lnTo>
                    <a:pt x="1779377" y="1187105"/>
                  </a:lnTo>
                  <a:lnTo>
                    <a:pt x="1779591" y="1187527"/>
                  </a:lnTo>
                  <a:lnTo>
                    <a:pt x="1779633" y="1187609"/>
                  </a:lnTo>
                  <a:lnTo>
                    <a:pt x="1779688" y="1187648"/>
                  </a:lnTo>
                  <a:lnTo>
                    <a:pt x="1779802" y="1187855"/>
                  </a:lnTo>
                  <a:lnTo>
                    <a:pt x="1779831" y="1187960"/>
                  </a:lnTo>
                  <a:lnTo>
                    <a:pt x="1779813" y="1188000"/>
                  </a:lnTo>
                  <a:lnTo>
                    <a:pt x="1779830" y="1188024"/>
                  </a:lnTo>
                  <a:lnTo>
                    <a:pt x="1780137" y="1188115"/>
                  </a:lnTo>
                  <a:lnTo>
                    <a:pt x="1780343" y="1187872"/>
                  </a:lnTo>
                  <a:lnTo>
                    <a:pt x="1780549" y="1187684"/>
                  </a:lnTo>
                  <a:lnTo>
                    <a:pt x="1780582" y="1187690"/>
                  </a:lnTo>
                  <a:lnTo>
                    <a:pt x="1780677" y="1187785"/>
                  </a:lnTo>
                  <a:lnTo>
                    <a:pt x="1780893" y="1188000"/>
                  </a:lnTo>
                  <a:lnTo>
                    <a:pt x="1781225" y="1188588"/>
                  </a:lnTo>
                  <a:lnTo>
                    <a:pt x="1781287" y="1188726"/>
                  </a:lnTo>
                  <a:lnTo>
                    <a:pt x="1781210" y="1188875"/>
                  </a:lnTo>
                  <a:lnTo>
                    <a:pt x="1781245" y="1189021"/>
                  </a:lnTo>
                  <a:lnTo>
                    <a:pt x="1781268" y="1189122"/>
                  </a:lnTo>
                  <a:lnTo>
                    <a:pt x="1781260" y="1189136"/>
                  </a:lnTo>
                  <a:lnTo>
                    <a:pt x="1781247" y="1189174"/>
                  </a:lnTo>
                  <a:lnTo>
                    <a:pt x="1781224" y="1189247"/>
                  </a:lnTo>
                  <a:lnTo>
                    <a:pt x="1781222" y="1189253"/>
                  </a:lnTo>
                  <a:lnTo>
                    <a:pt x="1781208" y="1189308"/>
                  </a:lnTo>
                  <a:lnTo>
                    <a:pt x="1781196" y="1189363"/>
                  </a:lnTo>
                  <a:lnTo>
                    <a:pt x="1781189" y="1189397"/>
                  </a:lnTo>
                  <a:lnTo>
                    <a:pt x="1781188" y="1189409"/>
                  </a:lnTo>
                  <a:lnTo>
                    <a:pt x="1781188" y="1189421"/>
                  </a:lnTo>
                  <a:lnTo>
                    <a:pt x="1781186" y="1189433"/>
                  </a:lnTo>
                  <a:lnTo>
                    <a:pt x="1781184" y="1189438"/>
                  </a:lnTo>
                  <a:lnTo>
                    <a:pt x="1781168" y="1189486"/>
                  </a:lnTo>
                  <a:lnTo>
                    <a:pt x="1781153" y="1189511"/>
                  </a:lnTo>
                  <a:lnTo>
                    <a:pt x="1781135" y="1189530"/>
                  </a:lnTo>
                  <a:lnTo>
                    <a:pt x="1781128" y="1189547"/>
                  </a:lnTo>
                  <a:lnTo>
                    <a:pt x="1781127" y="1189555"/>
                  </a:lnTo>
                  <a:lnTo>
                    <a:pt x="1781125" y="1189575"/>
                  </a:lnTo>
                  <a:lnTo>
                    <a:pt x="1781123" y="1189591"/>
                  </a:lnTo>
                  <a:lnTo>
                    <a:pt x="1781119" y="1189647"/>
                  </a:lnTo>
                  <a:lnTo>
                    <a:pt x="1781117" y="1189669"/>
                  </a:lnTo>
                  <a:lnTo>
                    <a:pt x="1781113" y="1189689"/>
                  </a:lnTo>
                  <a:lnTo>
                    <a:pt x="1781067" y="1189770"/>
                  </a:lnTo>
                  <a:lnTo>
                    <a:pt x="1781060" y="1189781"/>
                  </a:lnTo>
                  <a:lnTo>
                    <a:pt x="1781033" y="1189828"/>
                  </a:lnTo>
                  <a:lnTo>
                    <a:pt x="1781025" y="1189849"/>
                  </a:lnTo>
                  <a:lnTo>
                    <a:pt x="1781004" y="1189886"/>
                  </a:lnTo>
                  <a:lnTo>
                    <a:pt x="1780997" y="1189898"/>
                  </a:lnTo>
                  <a:lnTo>
                    <a:pt x="1780983" y="1189922"/>
                  </a:lnTo>
                  <a:lnTo>
                    <a:pt x="1780968" y="1189947"/>
                  </a:lnTo>
                  <a:lnTo>
                    <a:pt x="1780981" y="1189952"/>
                  </a:lnTo>
                  <a:lnTo>
                    <a:pt x="1780997" y="1189964"/>
                  </a:lnTo>
                  <a:lnTo>
                    <a:pt x="1780999" y="1189973"/>
                  </a:lnTo>
                  <a:lnTo>
                    <a:pt x="1780997" y="1189986"/>
                  </a:lnTo>
                  <a:lnTo>
                    <a:pt x="1780995" y="1189992"/>
                  </a:lnTo>
                  <a:lnTo>
                    <a:pt x="1780983" y="1190020"/>
                  </a:lnTo>
                  <a:lnTo>
                    <a:pt x="1780969" y="1190064"/>
                  </a:lnTo>
                  <a:lnTo>
                    <a:pt x="1780964" y="1190083"/>
                  </a:lnTo>
                  <a:lnTo>
                    <a:pt x="1780954" y="1190163"/>
                  </a:lnTo>
                  <a:lnTo>
                    <a:pt x="1780949" y="1190207"/>
                  </a:lnTo>
                  <a:lnTo>
                    <a:pt x="1780948" y="1190222"/>
                  </a:lnTo>
                  <a:lnTo>
                    <a:pt x="1780948" y="1190234"/>
                  </a:lnTo>
                  <a:lnTo>
                    <a:pt x="1780948" y="1190239"/>
                  </a:lnTo>
                  <a:lnTo>
                    <a:pt x="1780948" y="1190248"/>
                  </a:lnTo>
                  <a:lnTo>
                    <a:pt x="1780947" y="1190271"/>
                  </a:lnTo>
                  <a:lnTo>
                    <a:pt x="1780949" y="1190277"/>
                  </a:lnTo>
                  <a:lnTo>
                    <a:pt x="1780950" y="1190290"/>
                  </a:lnTo>
                  <a:lnTo>
                    <a:pt x="1780954" y="1190338"/>
                  </a:lnTo>
                  <a:lnTo>
                    <a:pt x="1780957" y="1190390"/>
                  </a:lnTo>
                  <a:lnTo>
                    <a:pt x="1780954" y="1190457"/>
                  </a:lnTo>
                  <a:lnTo>
                    <a:pt x="1780957" y="1190490"/>
                  </a:lnTo>
                  <a:lnTo>
                    <a:pt x="1781048" y="1190483"/>
                  </a:lnTo>
                  <a:lnTo>
                    <a:pt x="1781220" y="1190602"/>
                  </a:lnTo>
                  <a:lnTo>
                    <a:pt x="1781237" y="1190604"/>
                  </a:lnTo>
                  <a:lnTo>
                    <a:pt x="1781421" y="1190624"/>
                  </a:lnTo>
                  <a:lnTo>
                    <a:pt x="1781474" y="1190731"/>
                  </a:lnTo>
                  <a:lnTo>
                    <a:pt x="1781150" y="1191273"/>
                  </a:lnTo>
                  <a:lnTo>
                    <a:pt x="1781214" y="1191305"/>
                  </a:lnTo>
                  <a:lnTo>
                    <a:pt x="1781401" y="1191625"/>
                  </a:lnTo>
                  <a:lnTo>
                    <a:pt x="1781661" y="1192274"/>
                  </a:lnTo>
                  <a:lnTo>
                    <a:pt x="1782181" y="1192226"/>
                  </a:lnTo>
                  <a:lnTo>
                    <a:pt x="1782493" y="1192172"/>
                  </a:lnTo>
                  <a:lnTo>
                    <a:pt x="1782703" y="1192025"/>
                  </a:lnTo>
                  <a:lnTo>
                    <a:pt x="1782950" y="1191833"/>
                  </a:lnTo>
                  <a:lnTo>
                    <a:pt x="1783014" y="1191708"/>
                  </a:lnTo>
                  <a:lnTo>
                    <a:pt x="1783175" y="1191661"/>
                  </a:lnTo>
                  <a:lnTo>
                    <a:pt x="1783395" y="1191640"/>
                  </a:lnTo>
                  <a:lnTo>
                    <a:pt x="1783620" y="1191610"/>
                  </a:lnTo>
                  <a:lnTo>
                    <a:pt x="1783705" y="1191581"/>
                  </a:lnTo>
                  <a:lnTo>
                    <a:pt x="1783837" y="1191535"/>
                  </a:lnTo>
                  <a:lnTo>
                    <a:pt x="1783993" y="1191466"/>
                  </a:lnTo>
                  <a:lnTo>
                    <a:pt x="1784035" y="1191405"/>
                  </a:lnTo>
                  <a:lnTo>
                    <a:pt x="1784036" y="1191359"/>
                  </a:lnTo>
                  <a:lnTo>
                    <a:pt x="1784188" y="1191276"/>
                  </a:lnTo>
                  <a:lnTo>
                    <a:pt x="1784257" y="1191462"/>
                  </a:lnTo>
                  <a:lnTo>
                    <a:pt x="1784205" y="1191639"/>
                  </a:lnTo>
                  <a:lnTo>
                    <a:pt x="1784133" y="1191748"/>
                  </a:lnTo>
                  <a:lnTo>
                    <a:pt x="1783934" y="1191784"/>
                  </a:lnTo>
                  <a:lnTo>
                    <a:pt x="1783928" y="1191839"/>
                  </a:lnTo>
                  <a:lnTo>
                    <a:pt x="1784110" y="1191871"/>
                  </a:lnTo>
                  <a:lnTo>
                    <a:pt x="1784390" y="1191777"/>
                  </a:lnTo>
                  <a:lnTo>
                    <a:pt x="1784487" y="1191688"/>
                  </a:lnTo>
                  <a:lnTo>
                    <a:pt x="1784524" y="1191511"/>
                  </a:lnTo>
                  <a:lnTo>
                    <a:pt x="1784668" y="1191039"/>
                  </a:lnTo>
                  <a:lnTo>
                    <a:pt x="1785054" y="1190800"/>
                  </a:lnTo>
                  <a:lnTo>
                    <a:pt x="1785360" y="1190704"/>
                  </a:lnTo>
                  <a:lnTo>
                    <a:pt x="1785453" y="1190737"/>
                  </a:lnTo>
                  <a:lnTo>
                    <a:pt x="1785515" y="1190786"/>
                  </a:lnTo>
                  <a:lnTo>
                    <a:pt x="1785538" y="1190920"/>
                  </a:lnTo>
                  <a:lnTo>
                    <a:pt x="1785709" y="1190815"/>
                  </a:lnTo>
                  <a:lnTo>
                    <a:pt x="1785796" y="1190616"/>
                  </a:lnTo>
                  <a:lnTo>
                    <a:pt x="1785813" y="1190523"/>
                  </a:lnTo>
                  <a:lnTo>
                    <a:pt x="1785670" y="1190319"/>
                  </a:lnTo>
                  <a:lnTo>
                    <a:pt x="1785893" y="1190160"/>
                  </a:lnTo>
                  <a:lnTo>
                    <a:pt x="1785964" y="1190254"/>
                  </a:lnTo>
                  <a:lnTo>
                    <a:pt x="1786003" y="1190269"/>
                  </a:lnTo>
                  <a:lnTo>
                    <a:pt x="1786030" y="1190222"/>
                  </a:lnTo>
                  <a:lnTo>
                    <a:pt x="1786066" y="1190188"/>
                  </a:lnTo>
                  <a:lnTo>
                    <a:pt x="1786051" y="1190166"/>
                  </a:lnTo>
                  <a:lnTo>
                    <a:pt x="1785956" y="1190023"/>
                  </a:lnTo>
                  <a:lnTo>
                    <a:pt x="1786003" y="1189980"/>
                  </a:lnTo>
                  <a:lnTo>
                    <a:pt x="1786049" y="1189939"/>
                  </a:lnTo>
                  <a:lnTo>
                    <a:pt x="1786245" y="1189891"/>
                  </a:lnTo>
                  <a:lnTo>
                    <a:pt x="1786366" y="1189943"/>
                  </a:lnTo>
                  <a:lnTo>
                    <a:pt x="1786473" y="1189906"/>
                  </a:lnTo>
                  <a:lnTo>
                    <a:pt x="1786484" y="1189768"/>
                  </a:lnTo>
                  <a:lnTo>
                    <a:pt x="1786480" y="1189662"/>
                  </a:lnTo>
                  <a:lnTo>
                    <a:pt x="1786606" y="1189560"/>
                  </a:lnTo>
                  <a:lnTo>
                    <a:pt x="1786615" y="1189557"/>
                  </a:lnTo>
                  <a:lnTo>
                    <a:pt x="1786689" y="1189601"/>
                  </a:lnTo>
                  <a:lnTo>
                    <a:pt x="1786796" y="1189564"/>
                  </a:lnTo>
                  <a:lnTo>
                    <a:pt x="1786961" y="1189339"/>
                  </a:lnTo>
                  <a:lnTo>
                    <a:pt x="1787152" y="1188955"/>
                  </a:lnTo>
                  <a:lnTo>
                    <a:pt x="1787310" y="1188780"/>
                  </a:lnTo>
                  <a:lnTo>
                    <a:pt x="1787696" y="1188655"/>
                  </a:lnTo>
                  <a:lnTo>
                    <a:pt x="1787835" y="1188638"/>
                  </a:lnTo>
                  <a:lnTo>
                    <a:pt x="1787879" y="1188651"/>
                  </a:lnTo>
                  <a:lnTo>
                    <a:pt x="1787883" y="1188817"/>
                  </a:lnTo>
                  <a:lnTo>
                    <a:pt x="1787699" y="1189168"/>
                  </a:lnTo>
                  <a:lnTo>
                    <a:pt x="1787721" y="1189280"/>
                  </a:lnTo>
                  <a:lnTo>
                    <a:pt x="1787832" y="1189301"/>
                  </a:lnTo>
                  <a:lnTo>
                    <a:pt x="1787960" y="1189243"/>
                  </a:lnTo>
                  <a:lnTo>
                    <a:pt x="1788023" y="1189194"/>
                  </a:lnTo>
                  <a:lnTo>
                    <a:pt x="1788179" y="1189302"/>
                  </a:lnTo>
                  <a:lnTo>
                    <a:pt x="1788239" y="1189342"/>
                  </a:lnTo>
                  <a:lnTo>
                    <a:pt x="1788345" y="1189415"/>
                  </a:lnTo>
                  <a:lnTo>
                    <a:pt x="1788468" y="1189469"/>
                  </a:lnTo>
                  <a:lnTo>
                    <a:pt x="1788699" y="1189609"/>
                  </a:lnTo>
                  <a:lnTo>
                    <a:pt x="1788748" y="1189759"/>
                  </a:lnTo>
                  <a:lnTo>
                    <a:pt x="1788737" y="1189853"/>
                  </a:lnTo>
                  <a:lnTo>
                    <a:pt x="1788711" y="1189882"/>
                  </a:lnTo>
                  <a:lnTo>
                    <a:pt x="1788613" y="1189977"/>
                  </a:lnTo>
                  <a:lnTo>
                    <a:pt x="1788495" y="1190053"/>
                  </a:lnTo>
                  <a:lnTo>
                    <a:pt x="1788401" y="1190082"/>
                  </a:lnTo>
                  <a:lnTo>
                    <a:pt x="1788274" y="1190156"/>
                  </a:lnTo>
                  <a:lnTo>
                    <a:pt x="1788179" y="1190248"/>
                  </a:lnTo>
                  <a:lnTo>
                    <a:pt x="1788123" y="1190334"/>
                  </a:lnTo>
                  <a:lnTo>
                    <a:pt x="1788134" y="1190366"/>
                  </a:lnTo>
                  <a:lnTo>
                    <a:pt x="1788218" y="1190484"/>
                  </a:lnTo>
                  <a:lnTo>
                    <a:pt x="1788255" y="1190509"/>
                  </a:lnTo>
                  <a:lnTo>
                    <a:pt x="1788673" y="1190463"/>
                  </a:lnTo>
                  <a:lnTo>
                    <a:pt x="1788794" y="1190332"/>
                  </a:lnTo>
                  <a:lnTo>
                    <a:pt x="1788850" y="1190302"/>
                  </a:lnTo>
                  <a:lnTo>
                    <a:pt x="1788893" y="1190314"/>
                  </a:lnTo>
                  <a:lnTo>
                    <a:pt x="1789043" y="1190467"/>
                  </a:lnTo>
                  <a:lnTo>
                    <a:pt x="1789180" y="1190892"/>
                  </a:lnTo>
                  <a:lnTo>
                    <a:pt x="1789300" y="1190844"/>
                  </a:lnTo>
                  <a:lnTo>
                    <a:pt x="1789365" y="1190865"/>
                  </a:lnTo>
                  <a:lnTo>
                    <a:pt x="1789380" y="1190896"/>
                  </a:lnTo>
                  <a:lnTo>
                    <a:pt x="1789345" y="1191072"/>
                  </a:lnTo>
                  <a:lnTo>
                    <a:pt x="1789141" y="1191300"/>
                  </a:lnTo>
                  <a:lnTo>
                    <a:pt x="1789060" y="1191345"/>
                  </a:lnTo>
                  <a:lnTo>
                    <a:pt x="1788990" y="1191339"/>
                  </a:lnTo>
                  <a:lnTo>
                    <a:pt x="1788928" y="1191359"/>
                  </a:lnTo>
                  <a:lnTo>
                    <a:pt x="1788719" y="1191505"/>
                  </a:lnTo>
                  <a:lnTo>
                    <a:pt x="1788677" y="1191634"/>
                  </a:lnTo>
                  <a:lnTo>
                    <a:pt x="1788692" y="1191715"/>
                  </a:lnTo>
                  <a:lnTo>
                    <a:pt x="1788728" y="1191822"/>
                  </a:lnTo>
                  <a:lnTo>
                    <a:pt x="1788801" y="1191924"/>
                  </a:lnTo>
                  <a:lnTo>
                    <a:pt x="1788847" y="1191959"/>
                  </a:lnTo>
                  <a:lnTo>
                    <a:pt x="1789238" y="1191982"/>
                  </a:lnTo>
                  <a:lnTo>
                    <a:pt x="1789579" y="1191929"/>
                  </a:lnTo>
                  <a:lnTo>
                    <a:pt x="1789839" y="1191842"/>
                  </a:lnTo>
                  <a:lnTo>
                    <a:pt x="1789896" y="1191813"/>
                  </a:lnTo>
                  <a:lnTo>
                    <a:pt x="1789975" y="1191710"/>
                  </a:lnTo>
                  <a:lnTo>
                    <a:pt x="1790138" y="1191698"/>
                  </a:lnTo>
                  <a:lnTo>
                    <a:pt x="1790174" y="1191712"/>
                  </a:lnTo>
                  <a:lnTo>
                    <a:pt x="1790273" y="1191915"/>
                  </a:lnTo>
                  <a:lnTo>
                    <a:pt x="1790226" y="1191994"/>
                  </a:lnTo>
                  <a:lnTo>
                    <a:pt x="1790178" y="1192033"/>
                  </a:lnTo>
                  <a:lnTo>
                    <a:pt x="1790136" y="1192090"/>
                  </a:lnTo>
                  <a:lnTo>
                    <a:pt x="1790140" y="1192108"/>
                  </a:lnTo>
                  <a:lnTo>
                    <a:pt x="1790204" y="1192212"/>
                  </a:lnTo>
                  <a:lnTo>
                    <a:pt x="1790276" y="1192265"/>
                  </a:lnTo>
                  <a:lnTo>
                    <a:pt x="1790380" y="1192249"/>
                  </a:lnTo>
                  <a:lnTo>
                    <a:pt x="1790430" y="1192222"/>
                  </a:lnTo>
                  <a:lnTo>
                    <a:pt x="1790598" y="1192039"/>
                  </a:lnTo>
                  <a:lnTo>
                    <a:pt x="1790686" y="1191781"/>
                  </a:lnTo>
                  <a:lnTo>
                    <a:pt x="1790938" y="1191613"/>
                  </a:lnTo>
                  <a:lnTo>
                    <a:pt x="1791136" y="1191636"/>
                  </a:lnTo>
                  <a:lnTo>
                    <a:pt x="1791417" y="1191470"/>
                  </a:lnTo>
                  <a:lnTo>
                    <a:pt x="1791450" y="1191398"/>
                  </a:lnTo>
                  <a:lnTo>
                    <a:pt x="1791613" y="1191292"/>
                  </a:lnTo>
                  <a:lnTo>
                    <a:pt x="1792124" y="1191065"/>
                  </a:lnTo>
                  <a:lnTo>
                    <a:pt x="1792383" y="1190856"/>
                  </a:lnTo>
                  <a:lnTo>
                    <a:pt x="1792478" y="1190833"/>
                  </a:lnTo>
                  <a:lnTo>
                    <a:pt x="1792639" y="1190839"/>
                  </a:lnTo>
                  <a:lnTo>
                    <a:pt x="1792473" y="1191095"/>
                  </a:lnTo>
                  <a:lnTo>
                    <a:pt x="1792418" y="1191080"/>
                  </a:lnTo>
                  <a:lnTo>
                    <a:pt x="1792309" y="1191116"/>
                  </a:lnTo>
                  <a:lnTo>
                    <a:pt x="1792233" y="1191271"/>
                  </a:lnTo>
                  <a:lnTo>
                    <a:pt x="1792214" y="1191310"/>
                  </a:lnTo>
                  <a:lnTo>
                    <a:pt x="1792115" y="1191510"/>
                  </a:lnTo>
                  <a:lnTo>
                    <a:pt x="1792110" y="1191544"/>
                  </a:lnTo>
                  <a:lnTo>
                    <a:pt x="1792151" y="1191638"/>
                  </a:lnTo>
                  <a:lnTo>
                    <a:pt x="1791928" y="1191783"/>
                  </a:lnTo>
                  <a:lnTo>
                    <a:pt x="1791723" y="1191897"/>
                  </a:lnTo>
                  <a:lnTo>
                    <a:pt x="1791428" y="1192292"/>
                  </a:lnTo>
                  <a:lnTo>
                    <a:pt x="1791242" y="1192353"/>
                  </a:lnTo>
                  <a:lnTo>
                    <a:pt x="1790918" y="1192557"/>
                  </a:lnTo>
                  <a:lnTo>
                    <a:pt x="1790820" y="1192717"/>
                  </a:lnTo>
                  <a:lnTo>
                    <a:pt x="1790593" y="1192821"/>
                  </a:lnTo>
                  <a:lnTo>
                    <a:pt x="1790288" y="1192990"/>
                  </a:lnTo>
                  <a:lnTo>
                    <a:pt x="1790301" y="1193106"/>
                  </a:lnTo>
                  <a:lnTo>
                    <a:pt x="1790449" y="1193122"/>
                  </a:lnTo>
                  <a:lnTo>
                    <a:pt x="1790559" y="1193211"/>
                  </a:lnTo>
                  <a:lnTo>
                    <a:pt x="1790581" y="1193332"/>
                  </a:lnTo>
                  <a:lnTo>
                    <a:pt x="1790564" y="1193424"/>
                  </a:lnTo>
                  <a:lnTo>
                    <a:pt x="1790289" y="1193501"/>
                  </a:lnTo>
                  <a:lnTo>
                    <a:pt x="1789854" y="1193482"/>
                  </a:lnTo>
                  <a:lnTo>
                    <a:pt x="1789782" y="1193448"/>
                  </a:lnTo>
                  <a:lnTo>
                    <a:pt x="1789787" y="1193319"/>
                  </a:lnTo>
                  <a:lnTo>
                    <a:pt x="1789831" y="1193241"/>
                  </a:lnTo>
                  <a:lnTo>
                    <a:pt x="1789755" y="1193157"/>
                  </a:lnTo>
                  <a:lnTo>
                    <a:pt x="1789706" y="1193136"/>
                  </a:lnTo>
                  <a:lnTo>
                    <a:pt x="1789627" y="1193117"/>
                  </a:lnTo>
                  <a:lnTo>
                    <a:pt x="1789582" y="1193127"/>
                  </a:lnTo>
                  <a:lnTo>
                    <a:pt x="1789561" y="1193257"/>
                  </a:lnTo>
                  <a:lnTo>
                    <a:pt x="1789123" y="1193599"/>
                  </a:lnTo>
                  <a:lnTo>
                    <a:pt x="1788984" y="1193672"/>
                  </a:lnTo>
                  <a:lnTo>
                    <a:pt x="1788969" y="1193668"/>
                  </a:lnTo>
                  <a:lnTo>
                    <a:pt x="1788947" y="1193624"/>
                  </a:lnTo>
                  <a:lnTo>
                    <a:pt x="1788927" y="1193527"/>
                  </a:lnTo>
                  <a:lnTo>
                    <a:pt x="1789061" y="1193441"/>
                  </a:lnTo>
                  <a:lnTo>
                    <a:pt x="1789067" y="1193415"/>
                  </a:lnTo>
                  <a:lnTo>
                    <a:pt x="1789058" y="1193199"/>
                  </a:lnTo>
                  <a:lnTo>
                    <a:pt x="1789022" y="1193045"/>
                  </a:lnTo>
                  <a:lnTo>
                    <a:pt x="1789007" y="1193022"/>
                  </a:lnTo>
                  <a:lnTo>
                    <a:pt x="1788945" y="1192988"/>
                  </a:lnTo>
                  <a:lnTo>
                    <a:pt x="1788762" y="1193002"/>
                  </a:lnTo>
                  <a:lnTo>
                    <a:pt x="1788670" y="1193063"/>
                  </a:lnTo>
                  <a:lnTo>
                    <a:pt x="1788392" y="1192837"/>
                  </a:lnTo>
                  <a:lnTo>
                    <a:pt x="1788282" y="1192631"/>
                  </a:lnTo>
                  <a:lnTo>
                    <a:pt x="1788108" y="1192688"/>
                  </a:lnTo>
                  <a:lnTo>
                    <a:pt x="1787983" y="1192805"/>
                  </a:lnTo>
                  <a:lnTo>
                    <a:pt x="1787738" y="1192975"/>
                  </a:lnTo>
                  <a:lnTo>
                    <a:pt x="1787564" y="1193031"/>
                  </a:lnTo>
                  <a:lnTo>
                    <a:pt x="1787052" y="1193121"/>
                  </a:lnTo>
                  <a:lnTo>
                    <a:pt x="1786210" y="1193658"/>
                  </a:lnTo>
                  <a:lnTo>
                    <a:pt x="1786134" y="1193724"/>
                  </a:lnTo>
                  <a:lnTo>
                    <a:pt x="1786105" y="1193990"/>
                  </a:lnTo>
                  <a:lnTo>
                    <a:pt x="1786148" y="1194199"/>
                  </a:lnTo>
                  <a:lnTo>
                    <a:pt x="1786294" y="1194400"/>
                  </a:lnTo>
                  <a:lnTo>
                    <a:pt x="1786367" y="1194421"/>
                  </a:lnTo>
                  <a:lnTo>
                    <a:pt x="1786768" y="1194404"/>
                  </a:lnTo>
                  <a:lnTo>
                    <a:pt x="1786966" y="1194296"/>
                  </a:lnTo>
                  <a:lnTo>
                    <a:pt x="1787021" y="1194344"/>
                  </a:lnTo>
                  <a:lnTo>
                    <a:pt x="1787023" y="1194387"/>
                  </a:lnTo>
                  <a:lnTo>
                    <a:pt x="1786974" y="1194684"/>
                  </a:lnTo>
                  <a:lnTo>
                    <a:pt x="1786540" y="1195165"/>
                  </a:lnTo>
                  <a:lnTo>
                    <a:pt x="1786431" y="1195185"/>
                  </a:lnTo>
                  <a:lnTo>
                    <a:pt x="1786200" y="1195167"/>
                  </a:lnTo>
                  <a:lnTo>
                    <a:pt x="1786073" y="1195039"/>
                  </a:lnTo>
                  <a:lnTo>
                    <a:pt x="1786071" y="1194809"/>
                  </a:lnTo>
                  <a:lnTo>
                    <a:pt x="1786036" y="1194522"/>
                  </a:lnTo>
                  <a:lnTo>
                    <a:pt x="1786010" y="1194424"/>
                  </a:lnTo>
                  <a:lnTo>
                    <a:pt x="1785906" y="1194236"/>
                  </a:lnTo>
                  <a:lnTo>
                    <a:pt x="1785247" y="1194115"/>
                  </a:lnTo>
                  <a:lnTo>
                    <a:pt x="1785179" y="1194118"/>
                  </a:lnTo>
                  <a:lnTo>
                    <a:pt x="1785009" y="1194158"/>
                  </a:lnTo>
                  <a:lnTo>
                    <a:pt x="1784643" y="1194302"/>
                  </a:lnTo>
                  <a:lnTo>
                    <a:pt x="1784663" y="1194454"/>
                  </a:lnTo>
                  <a:lnTo>
                    <a:pt x="1784735" y="1194558"/>
                  </a:lnTo>
                  <a:lnTo>
                    <a:pt x="1784776" y="1194577"/>
                  </a:lnTo>
                  <a:lnTo>
                    <a:pt x="1784909" y="1194551"/>
                  </a:lnTo>
                  <a:lnTo>
                    <a:pt x="1784949" y="1194567"/>
                  </a:lnTo>
                  <a:lnTo>
                    <a:pt x="1784650" y="1194802"/>
                  </a:lnTo>
                  <a:lnTo>
                    <a:pt x="1784496" y="1194817"/>
                  </a:lnTo>
                  <a:lnTo>
                    <a:pt x="1784480" y="1194763"/>
                  </a:lnTo>
                  <a:lnTo>
                    <a:pt x="1784511" y="1194706"/>
                  </a:lnTo>
                  <a:lnTo>
                    <a:pt x="1784564" y="1194683"/>
                  </a:lnTo>
                  <a:lnTo>
                    <a:pt x="1784580" y="1194639"/>
                  </a:lnTo>
                  <a:lnTo>
                    <a:pt x="1784561" y="1194616"/>
                  </a:lnTo>
                  <a:lnTo>
                    <a:pt x="1784411" y="1194626"/>
                  </a:lnTo>
                  <a:lnTo>
                    <a:pt x="1783895" y="1194875"/>
                  </a:lnTo>
                  <a:lnTo>
                    <a:pt x="1783816" y="1194959"/>
                  </a:lnTo>
                  <a:lnTo>
                    <a:pt x="1783799" y="1195041"/>
                  </a:lnTo>
                  <a:lnTo>
                    <a:pt x="1783742" y="1195077"/>
                  </a:lnTo>
                  <a:lnTo>
                    <a:pt x="1783633" y="1195132"/>
                  </a:lnTo>
                  <a:lnTo>
                    <a:pt x="1783440" y="1195174"/>
                  </a:lnTo>
                  <a:lnTo>
                    <a:pt x="1783252" y="1195160"/>
                  </a:lnTo>
                  <a:lnTo>
                    <a:pt x="1783129" y="1195073"/>
                  </a:lnTo>
                  <a:lnTo>
                    <a:pt x="1782965" y="1195021"/>
                  </a:lnTo>
                  <a:lnTo>
                    <a:pt x="1782502" y="1195089"/>
                  </a:lnTo>
                  <a:lnTo>
                    <a:pt x="1782080" y="1195223"/>
                  </a:lnTo>
                  <a:lnTo>
                    <a:pt x="1781554" y="1195408"/>
                  </a:lnTo>
                  <a:lnTo>
                    <a:pt x="1781015" y="1195348"/>
                  </a:lnTo>
                  <a:lnTo>
                    <a:pt x="1780625" y="1195399"/>
                  </a:lnTo>
                  <a:lnTo>
                    <a:pt x="1780498" y="1195451"/>
                  </a:lnTo>
                  <a:lnTo>
                    <a:pt x="1780247" y="1195607"/>
                  </a:lnTo>
                  <a:lnTo>
                    <a:pt x="1779911" y="1195956"/>
                  </a:lnTo>
                  <a:lnTo>
                    <a:pt x="1779970" y="1196080"/>
                  </a:lnTo>
                  <a:lnTo>
                    <a:pt x="1780029" y="1196203"/>
                  </a:lnTo>
                  <a:lnTo>
                    <a:pt x="1780190" y="1196154"/>
                  </a:lnTo>
                  <a:lnTo>
                    <a:pt x="1780297" y="1196088"/>
                  </a:lnTo>
                  <a:lnTo>
                    <a:pt x="1780303" y="1196054"/>
                  </a:lnTo>
                  <a:lnTo>
                    <a:pt x="1780530" y="1195964"/>
                  </a:lnTo>
                  <a:lnTo>
                    <a:pt x="1780628" y="1195963"/>
                  </a:lnTo>
                  <a:lnTo>
                    <a:pt x="1780806" y="1196047"/>
                  </a:lnTo>
                  <a:lnTo>
                    <a:pt x="1780813" y="1196057"/>
                  </a:lnTo>
                  <a:lnTo>
                    <a:pt x="1780854" y="1196073"/>
                  </a:lnTo>
                  <a:lnTo>
                    <a:pt x="1781043" y="1196311"/>
                  </a:lnTo>
                  <a:lnTo>
                    <a:pt x="1781037" y="1196332"/>
                  </a:lnTo>
                  <a:lnTo>
                    <a:pt x="1780920" y="1196369"/>
                  </a:lnTo>
                  <a:lnTo>
                    <a:pt x="1780930" y="1196394"/>
                  </a:lnTo>
                  <a:lnTo>
                    <a:pt x="1780943" y="1196419"/>
                  </a:lnTo>
                  <a:lnTo>
                    <a:pt x="1780948" y="1196429"/>
                  </a:lnTo>
                  <a:lnTo>
                    <a:pt x="1781098" y="1196385"/>
                  </a:lnTo>
                  <a:lnTo>
                    <a:pt x="1781158" y="1196475"/>
                  </a:lnTo>
                  <a:lnTo>
                    <a:pt x="1781457" y="1196928"/>
                  </a:lnTo>
                  <a:lnTo>
                    <a:pt x="1781669" y="1196999"/>
                  </a:lnTo>
                  <a:lnTo>
                    <a:pt x="1781684" y="1197084"/>
                  </a:lnTo>
                  <a:lnTo>
                    <a:pt x="1781667" y="1197127"/>
                  </a:lnTo>
                  <a:lnTo>
                    <a:pt x="1781366" y="1197214"/>
                  </a:lnTo>
                  <a:lnTo>
                    <a:pt x="1781184" y="1197219"/>
                  </a:lnTo>
                  <a:lnTo>
                    <a:pt x="1781066" y="1197297"/>
                  </a:lnTo>
                  <a:lnTo>
                    <a:pt x="1780913" y="1197490"/>
                  </a:lnTo>
                  <a:lnTo>
                    <a:pt x="1780964" y="1197796"/>
                  </a:lnTo>
                  <a:lnTo>
                    <a:pt x="1781048" y="1197876"/>
                  </a:lnTo>
                  <a:lnTo>
                    <a:pt x="1781117" y="1198008"/>
                  </a:lnTo>
                  <a:lnTo>
                    <a:pt x="1781048" y="1198115"/>
                  </a:lnTo>
                  <a:lnTo>
                    <a:pt x="1780909" y="1198287"/>
                  </a:lnTo>
                  <a:lnTo>
                    <a:pt x="1780849" y="1198344"/>
                  </a:lnTo>
                  <a:lnTo>
                    <a:pt x="1780692" y="1198410"/>
                  </a:lnTo>
                  <a:lnTo>
                    <a:pt x="1780589" y="1198373"/>
                  </a:lnTo>
                  <a:lnTo>
                    <a:pt x="1780039" y="1198467"/>
                  </a:lnTo>
                  <a:lnTo>
                    <a:pt x="1779933" y="1198590"/>
                  </a:lnTo>
                  <a:lnTo>
                    <a:pt x="1779758" y="1199071"/>
                  </a:lnTo>
                  <a:lnTo>
                    <a:pt x="1779777" y="1199122"/>
                  </a:lnTo>
                  <a:lnTo>
                    <a:pt x="1779732" y="1199255"/>
                  </a:lnTo>
                  <a:lnTo>
                    <a:pt x="1779511" y="1199342"/>
                  </a:lnTo>
                  <a:lnTo>
                    <a:pt x="1779473" y="1199345"/>
                  </a:lnTo>
                  <a:lnTo>
                    <a:pt x="1779388" y="1199278"/>
                  </a:lnTo>
                  <a:lnTo>
                    <a:pt x="1778946" y="1199506"/>
                  </a:lnTo>
                  <a:lnTo>
                    <a:pt x="1778818" y="1199684"/>
                  </a:lnTo>
                  <a:lnTo>
                    <a:pt x="1778727" y="1199979"/>
                  </a:lnTo>
                  <a:lnTo>
                    <a:pt x="1778728" y="1200424"/>
                  </a:lnTo>
                  <a:lnTo>
                    <a:pt x="1778758" y="1200509"/>
                  </a:lnTo>
                  <a:lnTo>
                    <a:pt x="1778913" y="1200741"/>
                  </a:lnTo>
                  <a:lnTo>
                    <a:pt x="1779030" y="1200844"/>
                  </a:lnTo>
                  <a:lnTo>
                    <a:pt x="1779144" y="1200980"/>
                  </a:lnTo>
                  <a:lnTo>
                    <a:pt x="1779131" y="1201114"/>
                  </a:lnTo>
                  <a:lnTo>
                    <a:pt x="1779050" y="1201174"/>
                  </a:lnTo>
                  <a:lnTo>
                    <a:pt x="1778521" y="1201382"/>
                  </a:lnTo>
                  <a:lnTo>
                    <a:pt x="1778383" y="1201380"/>
                  </a:lnTo>
                  <a:lnTo>
                    <a:pt x="1777998" y="1201323"/>
                  </a:lnTo>
                  <a:lnTo>
                    <a:pt x="1777463" y="1201464"/>
                  </a:lnTo>
                  <a:lnTo>
                    <a:pt x="1777275" y="1201554"/>
                  </a:lnTo>
                  <a:lnTo>
                    <a:pt x="1777178" y="1201627"/>
                  </a:lnTo>
                  <a:lnTo>
                    <a:pt x="1777044" y="1201702"/>
                  </a:lnTo>
                  <a:lnTo>
                    <a:pt x="1776857" y="1201940"/>
                  </a:lnTo>
                  <a:lnTo>
                    <a:pt x="1776817" y="1202011"/>
                  </a:lnTo>
                  <a:lnTo>
                    <a:pt x="1776673" y="1202264"/>
                  </a:lnTo>
                  <a:lnTo>
                    <a:pt x="1775925" y="1203444"/>
                  </a:lnTo>
                  <a:lnTo>
                    <a:pt x="1775587" y="1203727"/>
                  </a:lnTo>
                  <a:lnTo>
                    <a:pt x="1775391" y="1204240"/>
                  </a:lnTo>
                  <a:lnTo>
                    <a:pt x="1775355" y="1204478"/>
                  </a:lnTo>
                  <a:lnTo>
                    <a:pt x="1775368" y="1204581"/>
                  </a:lnTo>
                  <a:lnTo>
                    <a:pt x="1775360" y="1204711"/>
                  </a:lnTo>
                  <a:lnTo>
                    <a:pt x="1775113" y="1205115"/>
                  </a:lnTo>
                  <a:lnTo>
                    <a:pt x="1775118" y="1205724"/>
                  </a:lnTo>
                  <a:lnTo>
                    <a:pt x="1775103" y="1205875"/>
                  </a:lnTo>
                  <a:lnTo>
                    <a:pt x="1774859" y="1206129"/>
                  </a:lnTo>
                  <a:lnTo>
                    <a:pt x="1774397" y="1206514"/>
                  </a:lnTo>
                  <a:lnTo>
                    <a:pt x="1774315" y="1206617"/>
                  </a:lnTo>
                  <a:lnTo>
                    <a:pt x="1774606" y="1206606"/>
                  </a:lnTo>
                  <a:lnTo>
                    <a:pt x="1774815" y="1206650"/>
                  </a:lnTo>
                  <a:lnTo>
                    <a:pt x="1774918" y="1206465"/>
                  </a:lnTo>
                  <a:lnTo>
                    <a:pt x="1774971" y="1206318"/>
                  </a:lnTo>
                  <a:lnTo>
                    <a:pt x="1775105" y="1206188"/>
                  </a:lnTo>
                  <a:lnTo>
                    <a:pt x="1775211" y="1206141"/>
                  </a:lnTo>
                  <a:lnTo>
                    <a:pt x="1775317" y="1205980"/>
                  </a:lnTo>
                  <a:lnTo>
                    <a:pt x="1775370" y="1205742"/>
                  </a:lnTo>
                  <a:lnTo>
                    <a:pt x="1775312" y="1205660"/>
                  </a:lnTo>
                  <a:lnTo>
                    <a:pt x="1775300" y="1205491"/>
                  </a:lnTo>
                  <a:lnTo>
                    <a:pt x="1775302" y="1205370"/>
                  </a:lnTo>
                  <a:lnTo>
                    <a:pt x="1775354" y="1205147"/>
                  </a:lnTo>
                  <a:lnTo>
                    <a:pt x="1775543" y="1204795"/>
                  </a:lnTo>
                  <a:lnTo>
                    <a:pt x="1775787" y="1204550"/>
                  </a:lnTo>
                  <a:lnTo>
                    <a:pt x="1775877" y="1204514"/>
                  </a:lnTo>
                  <a:lnTo>
                    <a:pt x="1776008" y="1204376"/>
                  </a:lnTo>
                  <a:lnTo>
                    <a:pt x="1776142" y="1204107"/>
                  </a:lnTo>
                  <a:lnTo>
                    <a:pt x="1776417" y="1204074"/>
                  </a:lnTo>
                  <a:lnTo>
                    <a:pt x="1776724" y="1204156"/>
                  </a:lnTo>
                  <a:lnTo>
                    <a:pt x="1776778" y="1204210"/>
                  </a:lnTo>
                  <a:lnTo>
                    <a:pt x="1776862" y="1204348"/>
                  </a:lnTo>
                  <a:lnTo>
                    <a:pt x="1777047" y="1204764"/>
                  </a:lnTo>
                  <a:lnTo>
                    <a:pt x="1777231" y="1205055"/>
                  </a:lnTo>
                  <a:lnTo>
                    <a:pt x="1777911" y="1205212"/>
                  </a:lnTo>
                  <a:lnTo>
                    <a:pt x="1778235" y="1205224"/>
                  </a:lnTo>
                  <a:lnTo>
                    <a:pt x="1778291" y="1205207"/>
                  </a:lnTo>
                  <a:lnTo>
                    <a:pt x="1778351" y="1205154"/>
                  </a:lnTo>
                  <a:lnTo>
                    <a:pt x="1778392" y="1205145"/>
                  </a:lnTo>
                  <a:lnTo>
                    <a:pt x="1778630" y="1205182"/>
                  </a:lnTo>
                  <a:lnTo>
                    <a:pt x="1778760" y="1205241"/>
                  </a:lnTo>
                  <a:lnTo>
                    <a:pt x="1779122" y="1205353"/>
                  </a:lnTo>
                  <a:lnTo>
                    <a:pt x="1779181" y="1205356"/>
                  </a:lnTo>
                  <a:lnTo>
                    <a:pt x="1779173" y="1205471"/>
                  </a:lnTo>
                  <a:lnTo>
                    <a:pt x="1779212" y="1205713"/>
                  </a:lnTo>
                  <a:lnTo>
                    <a:pt x="1779355" y="1205874"/>
                  </a:lnTo>
                  <a:lnTo>
                    <a:pt x="1779780" y="1206124"/>
                  </a:lnTo>
                  <a:lnTo>
                    <a:pt x="1779832" y="1206100"/>
                  </a:lnTo>
                  <a:lnTo>
                    <a:pt x="1779875" y="1206044"/>
                  </a:lnTo>
                  <a:lnTo>
                    <a:pt x="1781438" y="1206609"/>
                  </a:lnTo>
                  <a:lnTo>
                    <a:pt x="1781621" y="1206573"/>
                  </a:lnTo>
                  <a:lnTo>
                    <a:pt x="1781637" y="1206481"/>
                  </a:lnTo>
                  <a:lnTo>
                    <a:pt x="1781853" y="1206355"/>
                  </a:lnTo>
                  <a:lnTo>
                    <a:pt x="1782058" y="1206282"/>
                  </a:lnTo>
                  <a:lnTo>
                    <a:pt x="1782429" y="1206188"/>
                  </a:lnTo>
                  <a:lnTo>
                    <a:pt x="1782566" y="1206173"/>
                  </a:lnTo>
                  <a:lnTo>
                    <a:pt x="1782825" y="1206251"/>
                  </a:lnTo>
                  <a:lnTo>
                    <a:pt x="1783201" y="1206561"/>
                  </a:lnTo>
                  <a:lnTo>
                    <a:pt x="1783235" y="1206606"/>
                  </a:lnTo>
                  <a:lnTo>
                    <a:pt x="1783285" y="1206744"/>
                  </a:lnTo>
                  <a:lnTo>
                    <a:pt x="1783301" y="1206958"/>
                  </a:lnTo>
                  <a:lnTo>
                    <a:pt x="1783215" y="1207274"/>
                  </a:lnTo>
                  <a:lnTo>
                    <a:pt x="1783017" y="1208231"/>
                  </a:lnTo>
                  <a:lnTo>
                    <a:pt x="1782856" y="1208921"/>
                  </a:lnTo>
                  <a:lnTo>
                    <a:pt x="1782504" y="1209171"/>
                  </a:lnTo>
                  <a:lnTo>
                    <a:pt x="1782424" y="1209242"/>
                  </a:lnTo>
                  <a:lnTo>
                    <a:pt x="1782352" y="1209377"/>
                  </a:lnTo>
                  <a:lnTo>
                    <a:pt x="1782264" y="1209659"/>
                  </a:lnTo>
                  <a:lnTo>
                    <a:pt x="1782178" y="1210227"/>
                  </a:lnTo>
                  <a:lnTo>
                    <a:pt x="1782064" y="1210832"/>
                  </a:lnTo>
                  <a:lnTo>
                    <a:pt x="1781931" y="1211220"/>
                  </a:lnTo>
                  <a:lnTo>
                    <a:pt x="1781828" y="1211340"/>
                  </a:lnTo>
                  <a:lnTo>
                    <a:pt x="1781727" y="1211310"/>
                  </a:lnTo>
                  <a:lnTo>
                    <a:pt x="1781418" y="1211281"/>
                  </a:lnTo>
                  <a:lnTo>
                    <a:pt x="1780964" y="1211263"/>
                  </a:lnTo>
                  <a:lnTo>
                    <a:pt x="1780694" y="1211306"/>
                  </a:lnTo>
                  <a:lnTo>
                    <a:pt x="1780322" y="1211421"/>
                  </a:lnTo>
                  <a:lnTo>
                    <a:pt x="1780002" y="1211627"/>
                  </a:lnTo>
                  <a:lnTo>
                    <a:pt x="1779909" y="1211709"/>
                  </a:lnTo>
                  <a:lnTo>
                    <a:pt x="1779618" y="1212113"/>
                  </a:lnTo>
                  <a:lnTo>
                    <a:pt x="1779436" y="1212705"/>
                  </a:lnTo>
                  <a:lnTo>
                    <a:pt x="1779283" y="1213392"/>
                  </a:lnTo>
                  <a:lnTo>
                    <a:pt x="1779235" y="1213741"/>
                  </a:lnTo>
                  <a:lnTo>
                    <a:pt x="1779525" y="1214098"/>
                  </a:lnTo>
                  <a:lnTo>
                    <a:pt x="1779543" y="1214199"/>
                  </a:lnTo>
                  <a:lnTo>
                    <a:pt x="1779518" y="1214265"/>
                  </a:lnTo>
                  <a:lnTo>
                    <a:pt x="1779050" y="1215021"/>
                  </a:lnTo>
                  <a:lnTo>
                    <a:pt x="1779272" y="1215440"/>
                  </a:lnTo>
                  <a:lnTo>
                    <a:pt x="1779274" y="1215538"/>
                  </a:lnTo>
                  <a:lnTo>
                    <a:pt x="1779318" y="1216054"/>
                  </a:lnTo>
                  <a:lnTo>
                    <a:pt x="1779369" y="1216108"/>
                  </a:lnTo>
                  <a:lnTo>
                    <a:pt x="1779451" y="1216622"/>
                  </a:lnTo>
                  <a:lnTo>
                    <a:pt x="1779446" y="1216869"/>
                  </a:lnTo>
                  <a:lnTo>
                    <a:pt x="1779389" y="1217021"/>
                  </a:lnTo>
                  <a:lnTo>
                    <a:pt x="1779375" y="1217125"/>
                  </a:lnTo>
                  <a:lnTo>
                    <a:pt x="1779442" y="1217256"/>
                  </a:lnTo>
                  <a:lnTo>
                    <a:pt x="1779582" y="1217420"/>
                  </a:lnTo>
                  <a:lnTo>
                    <a:pt x="1779797" y="1217628"/>
                  </a:lnTo>
                  <a:lnTo>
                    <a:pt x="1779937" y="1217707"/>
                  </a:lnTo>
                  <a:lnTo>
                    <a:pt x="1780083" y="1217716"/>
                  </a:lnTo>
                  <a:lnTo>
                    <a:pt x="1780092" y="1218106"/>
                  </a:lnTo>
                  <a:lnTo>
                    <a:pt x="1779923" y="1218333"/>
                  </a:lnTo>
                  <a:lnTo>
                    <a:pt x="1779855" y="1218392"/>
                  </a:lnTo>
                  <a:lnTo>
                    <a:pt x="1779629" y="1218400"/>
                  </a:lnTo>
                  <a:lnTo>
                    <a:pt x="1779435" y="1218735"/>
                  </a:lnTo>
                  <a:lnTo>
                    <a:pt x="1779188" y="1218934"/>
                  </a:lnTo>
                  <a:lnTo>
                    <a:pt x="1779052" y="1219003"/>
                  </a:lnTo>
                  <a:lnTo>
                    <a:pt x="1778994" y="1219184"/>
                  </a:lnTo>
                  <a:lnTo>
                    <a:pt x="1778998" y="1219369"/>
                  </a:lnTo>
                  <a:lnTo>
                    <a:pt x="1778940" y="1219559"/>
                  </a:lnTo>
                  <a:lnTo>
                    <a:pt x="1778782" y="1219962"/>
                  </a:lnTo>
                  <a:lnTo>
                    <a:pt x="1778959" y="1220264"/>
                  </a:lnTo>
                  <a:lnTo>
                    <a:pt x="1778972" y="1220315"/>
                  </a:lnTo>
                  <a:lnTo>
                    <a:pt x="1778693" y="1220866"/>
                  </a:lnTo>
                  <a:lnTo>
                    <a:pt x="1778529" y="1220939"/>
                  </a:lnTo>
                  <a:lnTo>
                    <a:pt x="1778226" y="1221007"/>
                  </a:lnTo>
                  <a:lnTo>
                    <a:pt x="1778016" y="1221016"/>
                  </a:lnTo>
                  <a:lnTo>
                    <a:pt x="1777874" y="1221022"/>
                  </a:lnTo>
                  <a:lnTo>
                    <a:pt x="1777112" y="1220703"/>
                  </a:lnTo>
                  <a:lnTo>
                    <a:pt x="1776857" y="1220716"/>
                  </a:lnTo>
                  <a:lnTo>
                    <a:pt x="1775641" y="1220912"/>
                  </a:lnTo>
                  <a:lnTo>
                    <a:pt x="1775626" y="1220922"/>
                  </a:lnTo>
                  <a:lnTo>
                    <a:pt x="1775709" y="1221047"/>
                  </a:lnTo>
                  <a:lnTo>
                    <a:pt x="1775560" y="1221145"/>
                  </a:lnTo>
                  <a:lnTo>
                    <a:pt x="1775503" y="1221175"/>
                  </a:lnTo>
                  <a:lnTo>
                    <a:pt x="1774928" y="1221290"/>
                  </a:lnTo>
                  <a:lnTo>
                    <a:pt x="1774617" y="1221250"/>
                  </a:lnTo>
                  <a:lnTo>
                    <a:pt x="1774492" y="1221111"/>
                  </a:lnTo>
                  <a:lnTo>
                    <a:pt x="1774428" y="1221208"/>
                  </a:lnTo>
                  <a:lnTo>
                    <a:pt x="1774299" y="1221255"/>
                  </a:lnTo>
                  <a:lnTo>
                    <a:pt x="1774207" y="1221316"/>
                  </a:lnTo>
                  <a:lnTo>
                    <a:pt x="1774210" y="1221384"/>
                  </a:lnTo>
                  <a:lnTo>
                    <a:pt x="1774331" y="1221577"/>
                  </a:lnTo>
                  <a:lnTo>
                    <a:pt x="1774222" y="1221736"/>
                  </a:lnTo>
                  <a:lnTo>
                    <a:pt x="1774163" y="1221772"/>
                  </a:lnTo>
                  <a:lnTo>
                    <a:pt x="1773986" y="1221759"/>
                  </a:lnTo>
                  <a:lnTo>
                    <a:pt x="1773928" y="1221571"/>
                  </a:lnTo>
                  <a:lnTo>
                    <a:pt x="1773841" y="1221603"/>
                  </a:lnTo>
                  <a:lnTo>
                    <a:pt x="1773644" y="1221606"/>
                  </a:lnTo>
                  <a:lnTo>
                    <a:pt x="1773599" y="1221857"/>
                  </a:lnTo>
                  <a:lnTo>
                    <a:pt x="1773578" y="1221904"/>
                  </a:lnTo>
                  <a:lnTo>
                    <a:pt x="1773477" y="1221989"/>
                  </a:lnTo>
                  <a:lnTo>
                    <a:pt x="1773508" y="1222681"/>
                  </a:lnTo>
                  <a:lnTo>
                    <a:pt x="1773482" y="1222790"/>
                  </a:lnTo>
                  <a:lnTo>
                    <a:pt x="1773505" y="1222866"/>
                  </a:lnTo>
                  <a:lnTo>
                    <a:pt x="1773564" y="1222862"/>
                  </a:lnTo>
                  <a:lnTo>
                    <a:pt x="1773632" y="1222814"/>
                  </a:lnTo>
                  <a:lnTo>
                    <a:pt x="1773721" y="1222695"/>
                  </a:lnTo>
                  <a:lnTo>
                    <a:pt x="1773822" y="1222700"/>
                  </a:lnTo>
                  <a:lnTo>
                    <a:pt x="1773870" y="1222851"/>
                  </a:lnTo>
                  <a:lnTo>
                    <a:pt x="1773898" y="1223007"/>
                  </a:lnTo>
                  <a:lnTo>
                    <a:pt x="1773843" y="1223131"/>
                  </a:lnTo>
                  <a:lnTo>
                    <a:pt x="1773791" y="1223132"/>
                  </a:lnTo>
                  <a:lnTo>
                    <a:pt x="1773764" y="1223113"/>
                  </a:lnTo>
                  <a:lnTo>
                    <a:pt x="1773721" y="1223162"/>
                  </a:lnTo>
                  <a:lnTo>
                    <a:pt x="1773704" y="1223214"/>
                  </a:lnTo>
                  <a:lnTo>
                    <a:pt x="1774102" y="1223626"/>
                  </a:lnTo>
                  <a:lnTo>
                    <a:pt x="1774385" y="1223496"/>
                  </a:lnTo>
                  <a:lnTo>
                    <a:pt x="1774604" y="1223656"/>
                  </a:lnTo>
                  <a:lnTo>
                    <a:pt x="1774822" y="1223863"/>
                  </a:lnTo>
                  <a:lnTo>
                    <a:pt x="1775213" y="1223633"/>
                  </a:lnTo>
                  <a:lnTo>
                    <a:pt x="1776011" y="1223777"/>
                  </a:lnTo>
                  <a:lnTo>
                    <a:pt x="1776054" y="1223796"/>
                  </a:lnTo>
                  <a:lnTo>
                    <a:pt x="1776064" y="1223633"/>
                  </a:lnTo>
                  <a:lnTo>
                    <a:pt x="1776145" y="1223499"/>
                  </a:lnTo>
                  <a:lnTo>
                    <a:pt x="1776265" y="1223454"/>
                  </a:lnTo>
                  <a:lnTo>
                    <a:pt x="1776362" y="1223498"/>
                  </a:lnTo>
                  <a:lnTo>
                    <a:pt x="1776353" y="1223707"/>
                  </a:lnTo>
                  <a:lnTo>
                    <a:pt x="1776387" y="1224072"/>
                  </a:lnTo>
                  <a:lnTo>
                    <a:pt x="1776448" y="1224421"/>
                  </a:lnTo>
                  <a:lnTo>
                    <a:pt x="1776334" y="1224640"/>
                  </a:lnTo>
                  <a:lnTo>
                    <a:pt x="1776087" y="1225000"/>
                  </a:lnTo>
                  <a:lnTo>
                    <a:pt x="1776198" y="1225514"/>
                  </a:lnTo>
                  <a:lnTo>
                    <a:pt x="1776299" y="1225387"/>
                  </a:lnTo>
                  <a:lnTo>
                    <a:pt x="1776377" y="1225392"/>
                  </a:lnTo>
                  <a:lnTo>
                    <a:pt x="1776518" y="1225509"/>
                  </a:lnTo>
                  <a:lnTo>
                    <a:pt x="1776646" y="1225644"/>
                  </a:lnTo>
                  <a:lnTo>
                    <a:pt x="1777144" y="1225639"/>
                  </a:lnTo>
                  <a:lnTo>
                    <a:pt x="1777279" y="1225607"/>
                  </a:lnTo>
                  <a:lnTo>
                    <a:pt x="1777639" y="1225768"/>
                  </a:lnTo>
                  <a:lnTo>
                    <a:pt x="1777789" y="1225749"/>
                  </a:lnTo>
                  <a:lnTo>
                    <a:pt x="1777851" y="1225735"/>
                  </a:lnTo>
                  <a:lnTo>
                    <a:pt x="1778128" y="1225483"/>
                  </a:lnTo>
                  <a:lnTo>
                    <a:pt x="1778140" y="1225384"/>
                  </a:lnTo>
                  <a:lnTo>
                    <a:pt x="1778215" y="1225267"/>
                  </a:lnTo>
                  <a:lnTo>
                    <a:pt x="1778300" y="1225188"/>
                  </a:lnTo>
                  <a:lnTo>
                    <a:pt x="1778329" y="1225185"/>
                  </a:lnTo>
                  <a:lnTo>
                    <a:pt x="1778475" y="1225277"/>
                  </a:lnTo>
                  <a:lnTo>
                    <a:pt x="1778519" y="1225331"/>
                  </a:lnTo>
                  <a:lnTo>
                    <a:pt x="1778376" y="1225359"/>
                  </a:lnTo>
                  <a:lnTo>
                    <a:pt x="1778352" y="1225398"/>
                  </a:lnTo>
                  <a:lnTo>
                    <a:pt x="1778330" y="1225487"/>
                  </a:lnTo>
                  <a:lnTo>
                    <a:pt x="1778417" y="1226117"/>
                  </a:lnTo>
                  <a:lnTo>
                    <a:pt x="1778652" y="1226334"/>
                  </a:lnTo>
                  <a:lnTo>
                    <a:pt x="1778748" y="1226293"/>
                  </a:lnTo>
                  <a:lnTo>
                    <a:pt x="1778792" y="1226245"/>
                  </a:lnTo>
                  <a:lnTo>
                    <a:pt x="1778811" y="1226154"/>
                  </a:lnTo>
                  <a:lnTo>
                    <a:pt x="1778788" y="1226113"/>
                  </a:lnTo>
                  <a:lnTo>
                    <a:pt x="1778812" y="1226087"/>
                  </a:lnTo>
                  <a:lnTo>
                    <a:pt x="1778870" y="1226110"/>
                  </a:lnTo>
                  <a:lnTo>
                    <a:pt x="1779075" y="1226268"/>
                  </a:lnTo>
                  <a:lnTo>
                    <a:pt x="1779205" y="1226620"/>
                  </a:lnTo>
                  <a:lnTo>
                    <a:pt x="1779137" y="1226795"/>
                  </a:lnTo>
                  <a:lnTo>
                    <a:pt x="1779057" y="1226933"/>
                  </a:lnTo>
                  <a:lnTo>
                    <a:pt x="1779202" y="1227241"/>
                  </a:lnTo>
                  <a:lnTo>
                    <a:pt x="1779304" y="1227334"/>
                  </a:lnTo>
                  <a:lnTo>
                    <a:pt x="1779363" y="1227564"/>
                  </a:lnTo>
                  <a:lnTo>
                    <a:pt x="1779181" y="1227824"/>
                  </a:lnTo>
                  <a:lnTo>
                    <a:pt x="1779140" y="1227836"/>
                  </a:lnTo>
                  <a:lnTo>
                    <a:pt x="1778999" y="1227733"/>
                  </a:lnTo>
                  <a:lnTo>
                    <a:pt x="1778654" y="1228103"/>
                  </a:lnTo>
                  <a:lnTo>
                    <a:pt x="1778653" y="1228149"/>
                  </a:lnTo>
                  <a:lnTo>
                    <a:pt x="1778710" y="1228366"/>
                  </a:lnTo>
                  <a:lnTo>
                    <a:pt x="1778858" y="1228780"/>
                  </a:lnTo>
                  <a:lnTo>
                    <a:pt x="1778946" y="1228726"/>
                  </a:lnTo>
                  <a:lnTo>
                    <a:pt x="1778997" y="1228731"/>
                  </a:lnTo>
                  <a:lnTo>
                    <a:pt x="1779108" y="1228779"/>
                  </a:lnTo>
                  <a:lnTo>
                    <a:pt x="1778970" y="1229101"/>
                  </a:lnTo>
                  <a:lnTo>
                    <a:pt x="1778857" y="1229197"/>
                  </a:lnTo>
                  <a:lnTo>
                    <a:pt x="1778799" y="1229224"/>
                  </a:lnTo>
                  <a:lnTo>
                    <a:pt x="1778985" y="1229508"/>
                  </a:lnTo>
                  <a:lnTo>
                    <a:pt x="1779339" y="1229588"/>
                  </a:lnTo>
                  <a:lnTo>
                    <a:pt x="1779383" y="1229587"/>
                  </a:lnTo>
                  <a:lnTo>
                    <a:pt x="1779462" y="1229536"/>
                  </a:lnTo>
                  <a:lnTo>
                    <a:pt x="1779516" y="1229571"/>
                  </a:lnTo>
                  <a:lnTo>
                    <a:pt x="1779534" y="1229606"/>
                  </a:lnTo>
                  <a:lnTo>
                    <a:pt x="1779532" y="1229643"/>
                  </a:lnTo>
                  <a:lnTo>
                    <a:pt x="1779500" y="1229688"/>
                  </a:lnTo>
                  <a:lnTo>
                    <a:pt x="1779417" y="1229736"/>
                  </a:lnTo>
                  <a:lnTo>
                    <a:pt x="1779207" y="1229815"/>
                  </a:lnTo>
                  <a:lnTo>
                    <a:pt x="1779108" y="1229802"/>
                  </a:lnTo>
                  <a:lnTo>
                    <a:pt x="1779003" y="1229809"/>
                  </a:lnTo>
                  <a:lnTo>
                    <a:pt x="1778926" y="1229903"/>
                  </a:lnTo>
                  <a:lnTo>
                    <a:pt x="1778916" y="1229944"/>
                  </a:lnTo>
                  <a:lnTo>
                    <a:pt x="1779025" y="1230635"/>
                  </a:lnTo>
                  <a:lnTo>
                    <a:pt x="1779309" y="1230834"/>
                  </a:lnTo>
                  <a:lnTo>
                    <a:pt x="1779754" y="1230769"/>
                  </a:lnTo>
                  <a:lnTo>
                    <a:pt x="1779973" y="1230681"/>
                  </a:lnTo>
                  <a:lnTo>
                    <a:pt x="1780138" y="1230888"/>
                  </a:lnTo>
                  <a:lnTo>
                    <a:pt x="1780334" y="1230567"/>
                  </a:lnTo>
                  <a:lnTo>
                    <a:pt x="1780333" y="1230471"/>
                  </a:lnTo>
                  <a:lnTo>
                    <a:pt x="1780304" y="1230455"/>
                  </a:lnTo>
                  <a:lnTo>
                    <a:pt x="1780322" y="1230346"/>
                  </a:lnTo>
                  <a:lnTo>
                    <a:pt x="1780360" y="1230384"/>
                  </a:lnTo>
                  <a:lnTo>
                    <a:pt x="1780409" y="1230541"/>
                  </a:lnTo>
                  <a:lnTo>
                    <a:pt x="1780361" y="1230876"/>
                  </a:lnTo>
                  <a:lnTo>
                    <a:pt x="1780254" y="1231360"/>
                  </a:lnTo>
                  <a:lnTo>
                    <a:pt x="1780205" y="1231486"/>
                  </a:lnTo>
                  <a:lnTo>
                    <a:pt x="1779902" y="1231647"/>
                  </a:lnTo>
                  <a:lnTo>
                    <a:pt x="1779610" y="1231659"/>
                  </a:lnTo>
                  <a:lnTo>
                    <a:pt x="1779271" y="1231857"/>
                  </a:lnTo>
                  <a:lnTo>
                    <a:pt x="1779222" y="1231916"/>
                  </a:lnTo>
                  <a:lnTo>
                    <a:pt x="1779187" y="1232004"/>
                  </a:lnTo>
                  <a:lnTo>
                    <a:pt x="1779144" y="1232211"/>
                  </a:lnTo>
                  <a:lnTo>
                    <a:pt x="1779259" y="1232308"/>
                  </a:lnTo>
                  <a:lnTo>
                    <a:pt x="1779313" y="1232201"/>
                  </a:lnTo>
                  <a:lnTo>
                    <a:pt x="1779432" y="1232072"/>
                  </a:lnTo>
                  <a:lnTo>
                    <a:pt x="1779543" y="1232070"/>
                  </a:lnTo>
                  <a:lnTo>
                    <a:pt x="1779849" y="1232327"/>
                  </a:lnTo>
                  <a:lnTo>
                    <a:pt x="1780107" y="1232262"/>
                  </a:lnTo>
                  <a:lnTo>
                    <a:pt x="1780389" y="1232208"/>
                  </a:lnTo>
                  <a:lnTo>
                    <a:pt x="1780588" y="1232190"/>
                  </a:lnTo>
                  <a:lnTo>
                    <a:pt x="1780859" y="1232545"/>
                  </a:lnTo>
                  <a:lnTo>
                    <a:pt x="1780947" y="1232825"/>
                  </a:lnTo>
                  <a:lnTo>
                    <a:pt x="1780982" y="1233016"/>
                  </a:lnTo>
                  <a:lnTo>
                    <a:pt x="1780945" y="1233112"/>
                  </a:lnTo>
                  <a:lnTo>
                    <a:pt x="1780913" y="1233153"/>
                  </a:lnTo>
                  <a:lnTo>
                    <a:pt x="1780835" y="1233317"/>
                  </a:lnTo>
                  <a:lnTo>
                    <a:pt x="1780772" y="1233626"/>
                  </a:lnTo>
                  <a:lnTo>
                    <a:pt x="1780776" y="1233667"/>
                  </a:lnTo>
                  <a:lnTo>
                    <a:pt x="1780922" y="1233976"/>
                  </a:lnTo>
                  <a:lnTo>
                    <a:pt x="1780909" y="1234063"/>
                  </a:lnTo>
                  <a:lnTo>
                    <a:pt x="1780898" y="1234192"/>
                  </a:lnTo>
                  <a:lnTo>
                    <a:pt x="1780871" y="1234350"/>
                  </a:lnTo>
                  <a:lnTo>
                    <a:pt x="1780844" y="1234402"/>
                  </a:lnTo>
                  <a:lnTo>
                    <a:pt x="1780809" y="1234555"/>
                  </a:lnTo>
                  <a:lnTo>
                    <a:pt x="1780807" y="1234563"/>
                  </a:lnTo>
                  <a:lnTo>
                    <a:pt x="1780819" y="1234564"/>
                  </a:lnTo>
                  <a:lnTo>
                    <a:pt x="1780842" y="1234562"/>
                  </a:lnTo>
                  <a:lnTo>
                    <a:pt x="1780856" y="1234554"/>
                  </a:lnTo>
                  <a:lnTo>
                    <a:pt x="1780865" y="1234540"/>
                  </a:lnTo>
                  <a:lnTo>
                    <a:pt x="1780873" y="1234520"/>
                  </a:lnTo>
                  <a:lnTo>
                    <a:pt x="1780888" y="1234481"/>
                  </a:lnTo>
                  <a:lnTo>
                    <a:pt x="1780899" y="1234455"/>
                  </a:lnTo>
                  <a:lnTo>
                    <a:pt x="1780950" y="1234434"/>
                  </a:lnTo>
                  <a:lnTo>
                    <a:pt x="1780992" y="1234418"/>
                  </a:lnTo>
                  <a:lnTo>
                    <a:pt x="1781016" y="1234413"/>
                  </a:lnTo>
                  <a:lnTo>
                    <a:pt x="1781070" y="1234417"/>
                  </a:lnTo>
                  <a:lnTo>
                    <a:pt x="1781084" y="1234424"/>
                  </a:lnTo>
                  <a:lnTo>
                    <a:pt x="1781099" y="1234441"/>
                  </a:lnTo>
                  <a:lnTo>
                    <a:pt x="1781119" y="1234472"/>
                  </a:lnTo>
                  <a:lnTo>
                    <a:pt x="1781121" y="1234484"/>
                  </a:lnTo>
                  <a:lnTo>
                    <a:pt x="1781122" y="1234489"/>
                  </a:lnTo>
                  <a:lnTo>
                    <a:pt x="1781119" y="1234498"/>
                  </a:lnTo>
                  <a:lnTo>
                    <a:pt x="1781108" y="1234505"/>
                  </a:lnTo>
                  <a:lnTo>
                    <a:pt x="1781094" y="1234509"/>
                  </a:lnTo>
                  <a:lnTo>
                    <a:pt x="1781088" y="1234508"/>
                  </a:lnTo>
                  <a:lnTo>
                    <a:pt x="1781084" y="1234507"/>
                  </a:lnTo>
                  <a:lnTo>
                    <a:pt x="1781079" y="1234504"/>
                  </a:lnTo>
                  <a:lnTo>
                    <a:pt x="1781073" y="1234501"/>
                  </a:lnTo>
                  <a:lnTo>
                    <a:pt x="1781069" y="1234497"/>
                  </a:lnTo>
                  <a:lnTo>
                    <a:pt x="1781065" y="1234494"/>
                  </a:lnTo>
                  <a:lnTo>
                    <a:pt x="1781058" y="1234493"/>
                  </a:lnTo>
                  <a:lnTo>
                    <a:pt x="1781053" y="1234493"/>
                  </a:lnTo>
                  <a:lnTo>
                    <a:pt x="1781019" y="1234505"/>
                  </a:lnTo>
                  <a:lnTo>
                    <a:pt x="1780993" y="1234521"/>
                  </a:lnTo>
                  <a:lnTo>
                    <a:pt x="1780983" y="1234537"/>
                  </a:lnTo>
                  <a:lnTo>
                    <a:pt x="1780970" y="1234577"/>
                  </a:lnTo>
                  <a:lnTo>
                    <a:pt x="1780969" y="1234624"/>
                  </a:lnTo>
                  <a:lnTo>
                    <a:pt x="1780973" y="1234650"/>
                  </a:lnTo>
                  <a:lnTo>
                    <a:pt x="1780980" y="1234667"/>
                  </a:lnTo>
                  <a:lnTo>
                    <a:pt x="1780987" y="1234670"/>
                  </a:lnTo>
                  <a:lnTo>
                    <a:pt x="1780992" y="1234671"/>
                  </a:lnTo>
                  <a:lnTo>
                    <a:pt x="1780999" y="1234672"/>
                  </a:lnTo>
                  <a:lnTo>
                    <a:pt x="1781007" y="1234672"/>
                  </a:lnTo>
                  <a:lnTo>
                    <a:pt x="1781012" y="1234670"/>
                  </a:lnTo>
                  <a:lnTo>
                    <a:pt x="1781017" y="1234665"/>
                  </a:lnTo>
                  <a:lnTo>
                    <a:pt x="1781022" y="1234662"/>
                  </a:lnTo>
                  <a:lnTo>
                    <a:pt x="1781026" y="1234658"/>
                  </a:lnTo>
                  <a:lnTo>
                    <a:pt x="1781032" y="1234651"/>
                  </a:lnTo>
                  <a:lnTo>
                    <a:pt x="1781036" y="1234645"/>
                  </a:lnTo>
                  <a:lnTo>
                    <a:pt x="1781038" y="1234636"/>
                  </a:lnTo>
                  <a:lnTo>
                    <a:pt x="1781041" y="1234630"/>
                  </a:lnTo>
                  <a:lnTo>
                    <a:pt x="1781054" y="1234620"/>
                  </a:lnTo>
                  <a:lnTo>
                    <a:pt x="1781060" y="1234617"/>
                  </a:lnTo>
                  <a:lnTo>
                    <a:pt x="1781067" y="1234617"/>
                  </a:lnTo>
                  <a:lnTo>
                    <a:pt x="1781073" y="1234618"/>
                  </a:lnTo>
                  <a:lnTo>
                    <a:pt x="1781081" y="1234621"/>
                  </a:lnTo>
                  <a:lnTo>
                    <a:pt x="1781092" y="1234623"/>
                  </a:lnTo>
                  <a:lnTo>
                    <a:pt x="1781109" y="1234630"/>
                  </a:lnTo>
                  <a:lnTo>
                    <a:pt x="1781119" y="1234640"/>
                  </a:lnTo>
                  <a:lnTo>
                    <a:pt x="1781135" y="1234650"/>
                  </a:lnTo>
                  <a:lnTo>
                    <a:pt x="1781161" y="1234663"/>
                  </a:lnTo>
                  <a:lnTo>
                    <a:pt x="1781174" y="1234672"/>
                  </a:lnTo>
                  <a:lnTo>
                    <a:pt x="1781177" y="1234676"/>
                  </a:lnTo>
                  <a:lnTo>
                    <a:pt x="1781182" y="1234685"/>
                  </a:lnTo>
                  <a:lnTo>
                    <a:pt x="1781183" y="1234694"/>
                  </a:lnTo>
                  <a:lnTo>
                    <a:pt x="1781180" y="1234701"/>
                  </a:lnTo>
                  <a:lnTo>
                    <a:pt x="1781176" y="1234706"/>
                  </a:lnTo>
                  <a:lnTo>
                    <a:pt x="1781161" y="1234716"/>
                  </a:lnTo>
                  <a:lnTo>
                    <a:pt x="1781149" y="1234722"/>
                  </a:lnTo>
                  <a:lnTo>
                    <a:pt x="1781122" y="1234731"/>
                  </a:lnTo>
                  <a:lnTo>
                    <a:pt x="1781114" y="1234732"/>
                  </a:lnTo>
                  <a:lnTo>
                    <a:pt x="1781098" y="1234731"/>
                  </a:lnTo>
                  <a:lnTo>
                    <a:pt x="1781091" y="1234731"/>
                  </a:lnTo>
                  <a:lnTo>
                    <a:pt x="1781086" y="1234733"/>
                  </a:lnTo>
                  <a:lnTo>
                    <a:pt x="1781080" y="1234737"/>
                  </a:lnTo>
                  <a:lnTo>
                    <a:pt x="1781074" y="1234744"/>
                  </a:lnTo>
                  <a:lnTo>
                    <a:pt x="1781070" y="1234752"/>
                  </a:lnTo>
                  <a:lnTo>
                    <a:pt x="1781065" y="1234757"/>
                  </a:lnTo>
                  <a:lnTo>
                    <a:pt x="1781038" y="1234796"/>
                  </a:lnTo>
                  <a:lnTo>
                    <a:pt x="1781026" y="1234818"/>
                  </a:lnTo>
                  <a:lnTo>
                    <a:pt x="1781022" y="1234837"/>
                  </a:lnTo>
                  <a:lnTo>
                    <a:pt x="1781027" y="1234859"/>
                  </a:lnTo>
                  <a:lnTo>
                    <a:pt x="1781042" y="1234893"/>
                  </a:lnTo>
                  <a:lnTo>
                    <a:pt x="1781050" y="1234915"/>
                  </a:lnTo>
                  <a:lnTo>
                    <a:pt x="1781053" y="1234922"/>
                  </a:lnTo>
                  <a:lnTo>
                    <a:pt x="1781052" y="1234934"/>
                  </a:lnTo>
                  <a:lnTo>
                    <a:pt x="1781051" y="1234943"/>
                  </a:lnTo>
                  <a:lnTo>
                    <a:pt x="1781048" y="1234951"/>
                  </a:lnTo>
                  <a:lnTo>
                    <a:pt x="1781042" y="1234957"/>
                  </a:lnTo>
                  <a:lnTo>
                    <a:pt x="1781036" y="1234960"/>
                  </a:lnTo>
                  <a:lnTo>
                    <a:pt x="1781022" y="1234956"/>
                  </a:lnTo>
                  <a:lnTo>
                    <a:pt x="1781013" y="1234952"/>
                  </a:lnTo>
                  <a:lnTo>
                    <a:pt x="1781009" y="1234944"/>
                  </a:lnTo>
                  <a:lnTo>
                    <a:pt x="1781003" y="1234933"/>
                  </a:lnTo>
                  <a:lnTo>
                    <a:pt x="1780992" y="1234894"/>
                  </a:lnTo>
                  <a:lnTo>
                    <a:pt x="1780970" y="1234862"/>
                  </a:lnTo>
                  <a:lnTo>
                    <a:pt x="1780961" y="1234849"/>
                  </a:lnTo>
                  <a:lnTo>
                    <a:pt x="1780939" y="1234825"/>
                  </a:lnTo>
                  <a:lnTo>
                    <a:pt x="1780923" y="1234815"/>
                  </a:lnTo>
                  <a:lnTo>
                    <a:pt x="1780910" y="1234810"/>
                  </a:lnTo>
                  <a:lnTo>
                    <a:pt x="1780900" y="1234796"/>
                  </a:lnTo>
                  <a:lnTo>
                    <a:pt x="1780898" y="1234775"/>
                  </a:lnTo>
                  <a:lnTo>
                    <a:pt x="1780732" y="1234745"/>
                  </a:lnTo>
                  <a:lnTo>
                    <a:pt x="1780710" y="1234748"/>
                  </a:lnTo>
                  <a:lnTo>
                    <a:pt x="1780693" y="1234814"/>
                  </a:lnTo>
                  <a:lnTo>
                    <a:pt x="1780406" y="1235062"/>
                  </a:lnTo>
                  <a:lnTo>
                    <a:pt x="1780059" y="1235110"/>
                  </a:lnTo>
                  <a:lnTo>
                    <a:pt x="1779723" y="1235212"/>
                  </a:lnTo>
                  <a:lnTo>
                    <a:pt x="1779588" y="1235412"/>
                  </a:lnTo>
                  <a:lnTo>
                    <a:pt x="1779892" y="1235572"/>
                  </a:lnTo>
                  <a:lnTo>
                    <a:pt x="1780411" y="1235475"/>
                  </a:lnTo>
                  <a:lnTo>
                    <a:pt x="1780854" y="1235219"/>
                  </a:lnTo>
                  <a:lnTo>
                    <a:pt x="1780939" y="1235107"/>
                  </a:lnTo>
                  <a:lnTo>
                    <a:pt x="1781012" y="1235135"/>
                  </a:lnTo>
                  <a:lnTo>
                    <a:pt x="1781016" y="1235152"/>
                  </a:lnTo>
                  <a:lnTo>
                    <a:pt x="1780922" y="1235537"/>
                  </a:lnTo>
                  <a:lnTo>
                    <a:pt x="1780769" y="1235712"/>
                  </a:lnTo>
                  <a:lnTo>
                    <a:pt x="1780611" y="1235845"/>
                  </a:lnTo>
                  <a:lnTo>
                    <a:pt x="1780082" y="1236118"/>
                  </a:lnTo>
                  <a:lnTo>
                    <a:pt x="1780014" y="1236131"/>
                  </a:lnTo>
                  <a:lnTo>
                    <a:pt x="1779528" y="1236103"/>
                  </a:lnTo>
                  <a:lnTo>
                    <a:pt x="1779315" y="1235968"/>
                  </a:lnTo>
                  <a:lnTo>
                    <a:pt x="1779139" y="1235948"/>
                  </a:lnTo>
                  <a:lnTo>
                    <a:pt x="1779051" y="1235981"/>
                  </a:lnTo>
                  <a:lnTo>
                    <a:pt x="1778797" y="1236147"/>
                  </a:lnTo>
                  <a:lnTo>
                    <a:pt x="1778742" y="1236212"/>
                  </a:lnTo>
                  <a:lnTo>
                    <a:pt x="1778516" y="1236084"/>
                  </a:lnTo>
                  <a:lnTo>
                    <a:pt x="1778515" y="1235901"/>
                  </a:lnTo>
                  <a:lnTo>
                    <a:pt x="1778615" y="1235878"/>
                  </a:lnTo>
                  <a:lnTo>
                    <a:pt x="1778678" y="1235898"/>
                  </a:lnTo>
                  <a:lnTo>
                    <a:pt x="1778730" y="1235827"/>
                  </a:lnTo>
                  <a:lnTo>
                    <a:pt x="1778780" y="1235689"/>
                  </a:lnTo>
                  <a:lnTo>
                    <a:pt x="1778789" y="1235587"/>
                  </a:lnTo>
                  <a:lnTo>
                    <a:pt x="1778776" y="1235394"/>
                  </a:lnTo>
                  <a:lnTo>
                    <a:pt x="1778630" y="1235146"/>
                  </a:lnTo>
                  <a:lnTo>
                    <a:pt x="1778468" y="1234978"/>
                  </a:lnTo>
                  <a:lnTo>
                    <a:pt x="1778197" y="1234742"/>
                  </a:lnTo>
                  <a:lnTo>
                    <a:pt x="1778120" y="1234698"/>
                  </a:lnTo>
                  <a:lnTo>
                    <a:pt x="1778089" y="1234608"/>
                  </a:lnTo>
                  <a:lnTo>
                    <a:pt x="1778086" y="1234552"/>
                  </a:lnTo>
                  <a:lnTo>
                    <a:pt x="1778104" y="1234341"/>
                  </a:lnTo>
                  <a:lnTo>
                    <a:pt x="1778122" y="1234311"/>
                  </a:lnTo>
                  <a:lnTo>
                    <a:pt x="1778260" y="1234304"/>
                  </a:lnTo>
                  <a:lnTo>
                    <a:pt x="1778290" y="1234348"/>
                  </a:lnTo>
                  <a:lnTo>
                    <a:pt x="1778413" y="1234414"/>
                  </a:lnTo>
                  <a:lnTo>
                    <a:pt x="1778450" y="1234402"/>
                  </a:lnTo>
                  <a:lnTo>
                    <a:pt x="1778530" y="1234346"/>
                  </a:lnTo>
                  <a:lnTo>
                    <a:pt x="1778552" y="1234265"/>
                  </a:lnTo>
                  <a:lnTo>
                    <a:pt x="1778582" y="1234036"/>
                  </a:lnTo>
                  <a:lnTo>
                    <a:pt x="1778559" y="1233982"/>
                  </a:lnTo>
                  <a:lnTo>
                    <a:pt x="1778516" y="1234012"/>
                  </a:lnTo>
                  <a:lnTo>
                    <a:pt x="1778452" y="1234014"/>
                  </a:lnTo>
                  <a:lnTo>
                    <a:pt x="1778337" y="1234004"/>
                  </a:lnTo>
                  <a:lnTo>
                    <a:pt x="1778314" y="1233985"/>
                  </a:lnTo>
                  <a:lnTo>
                    <a:pt x="1778344" y="1233673"/>
                  </a:lnTo>
                  <a:lnTo>
                    <a:pt x="1778305" y="1233475"/>
                  </a:lnTo>
                  <a:lnTo>
                    <a:pt x="1778237" y="1233131"/>
                  </a:lnTo>
                  <a:lnTo>
                    <a:pt x="1778098" y="1232765"/>
                  </a:lnTo>
                  <a:lnTo>
                    <a:pt x="1778087" y="1232680"/>
                  </a:lnTo>
                  <a:lnTo>
                    <a:pt x="1778143" y="1232492"/>
                  </a:lnTo>
                  <a:lnTo>
                    <a:pt x="1778099" y="1232025"/>
                  </a:lnTo>
                  <a:lnTo>
                    <a:pt x="1778197" y="1231678"/>
                  </a:lnTo>
                  <a:lnTo>
                    <a:pt x="1778298" y="1231321"/>
                  </a:lnTo>
                  <a:lnTo>
                    <a:pt x="1778288" y="1231291"/>
                  </a:lnTo>
                  <a:lnTo>
                    <a:pt x="1778082" y="1231031"/>
                  </a:lnTo>
                  <a:lnTo>
                    <a:pt x="1777542" y="1230924"/>
                  </a:lnTo>
                  <a:lnTo>
                    <a:pt x="1777369" y="1230905"/>
                  </a:lnTo>
                  <a:lnTo>
                    <a:pt x="1777275" y="1231004"/>
                  </a:lnTo>
                  <a:lnTo>
                    <a:pt x="1777250" y="1231156"/>
                  </a:lnTo>
                  <a:lnTo>
                    <a:pt x="1777069" y="1231831"/>
                  </a:lnTo>
                  <a:lnTo>
                    <a:pt x="1777027" y="1231954"/>
                  </a:lnTo>
                  <a:lnTo>
                    <a:pt x="1776996" y="1231988"/>
                  </a:lnTo>
                  <a:lnTo>
                    <a:pt x="1776943" y="1231989"/>
                  </a:lnTo>
                  <a:lnTo>
                    <a:pt x="1776856" y="1231819"/>
                  </a:lnTo>
                  <a:lnTo>
                    <a:pt x="1776869" y="1231777"/>
                  </a:lnTo>
                  <a:lnTo>
                    <a:pt x="1776858" y="1231752"/>
                  </a:lnTo>
                  <a:lnTo>
                    <a:pt x="1776582" y="1231623"/>
                  </a:lnTo>
                  <a:lnTo>
                    <a:pt x="1776439" y="1231661"/>
                  </a:lnTo>
                  <a:lnTo>
                    <a:pt x="1776379" y="1231690"/>
                  </a:lnTo>
                  <a:lnTo>
                    <a:pt x="1776404" y="1231728"/>
                  </a:lnTo>
                  <a:lnTo>
                    <a:pt x="1776403" y="1231825"/>
                  </a:lnTo>
                  <a:lnTo>
                    <a:pt x="1776356" y="1231979"/>
                  </a:lnTo>
                  <a:lnTo>
                    <a:pt x="1776318" y="1232036"/>
                  </a:lnTo>
                  <a:lnTo>
                    <a:pt x="1776275" y="1232047"/>
                  </a:lnTo>
                  <a:lnTo>
                    <a:pt x="1776173" y="1231978"/>
                  </a:lnTo>
                  <a:lnTo>
                    <a:pt x="1776117" y="1232047"/>
                  </a:lnTo>
                  <a:lnTo>
                    <a:pt x="1776083" y="1232123"/>
                  </a:lnTo>
                  <a:lnTo>
                    <a:pt x="1776103" y="1232186"/>
                  </a:lnTo>
                  <a:lnTo>
                    <a:pt x="1776195" y="1232338"/>
                  </a:lnTo>
                  <a:lnTo>
                    <a:pt x="1776295" y="1232408"/>
                  </a:lnTo>
                  <a:lnTo>
                    <a:pt x="1776416" y="1232379"/>
                  </a:lnTo>
                  <a:lnTo>
                    <a:pt x="1776492" y="1232452"/>
                  </a:lnTo>
                  <a:lnTo>
                    <a:pt x="1776681" y="1232711"/>
                  </a:lnTo>
                  <a:lnTo>
                    <a:pt x="1776631" y="1232857"/>
                  </a:lnTo>
                  <a:lnTo>
                    <a:pt x="1776697" y="1232912"/>
                  </a:lnTo>
                  <a:lnTo>
                    <a:pt x="1776741" y="1232914"/>
                  </a:lnTo>
                  <a:lnTo>
                    <a:pt x="1776881" y="1232813"/>
                  </a:lnTo>
                  <a:lnTo>
                    <a:pt x="1777035" y="1232588"/>
                  </a:lnTo>
                  <a:lnTo>
                    <a:pt x="1777170" y="1232472"/>
                  </a:lnTo>
                  <a:lnTo>
                    <a:pt x="1777253" y="1232510"/>
                  </a:lnTo>
                  <a:lnTo>
                    <a:pt x="1777325" y="1232593"/>
                  </a:lnTo>
                  <a:lnTo>
                    <a:pt x="1777340" y="1232779"/>
                  </a:lnTo>
                  <a:lnTo>
                    <a:pt x="1777244" y="1232875"/>
                  </a:lnTo>
                  <a:lnTo>
                    <a:pt x="1777255" y="1233024"/>
                  </a:lnTo>
                  <a:lnTo>
                    <a:pt x="1777320" y="1233057"/>
                  </a:lnTo>
                  <a:lnTo>
                    <a:pt x="1777357" y="1233056"/>
                  </a:lnTo>
                  <a:lnTo>
                    <a:pt x="1777494" y="1232939"/>
                  </a:lnTo>
                  <a:lnTo>
                    <a:pt x="1777613" y="1232887"/>
                  </a:lnTo>
                  <a:lnTo>
                    <a:pt x="1777732" y="1233366"/>
                  </a:lnTo>
                  <a:lnTo>
                    <a:pt x="1777634" y="1233560"/>
                  </a:lnTo>
                  <a:lnTo>
                    <a:pt x="1777486" y="1233570"/>
                  </a:lnTo>
                  <a:lnTo>
                    <a:pt x="1777370" y="1233740"/>
                  </a:lnTo>
                  <a:lnTo>
                    <a:pt x="1777313" y="1234069"/>
                  </a:lnTo>
                  <a:lnTo>
                    <a:pt x="1777005" y="1234181"/>
                  </a:lnTo>
                  <a:lnTo>
                    <a:pt x="1776918" y="1234194"/>
                  </a:lnTo>
                  <a:lnTo>
                    <a:pt x="1776800" y="1234268"/>
                  </a:lnTo>
                  <a:lnTo>
                    <a:pt x="1776627" y="1234564"/>
                  </a:lnTo>
                  <a:lnTo>
                    <a:pt x="1776574" y="1234706"/>
                  </a:lnTo>
                  <a:lnTo>
                    <a:pt x="1776648" y="1234815"/>
                  </a:lnTo>
                  <a:lnTo>
                    <a:pt x="1776660" y="1234884"/>
                  </a:lnTo>
                  <a:lnTo>
                    <a:pt x="1776614" y="1234954"/>
                  </a:lnTo>
                  <a:lnTo>
                    <a:pt x="1776368" y="1235114"/>
                  </a:lnTo>
                  <a:lnTo>
                    <a:pt x="1776139" y="1235201"/>
                  </a:lnTo>
                  <a:lnTo>
                    <a:pt x="1776114" y="1235193"/>
                  </a:lnTo>
                  <a:lnTo>
                    <a:pt x="1776077" y="1235117"/>
                  </a:lnTo>
                  <a:lnTo>
                    <a:pt x="1776099" y="1235006"/>
                  </a:lnTo>
                  <a:lnTo>
                    <a:pt x="1776280" y="1234975"/>
                  </a:lnTo>
                  <a:lnTo>
                    <a:pt x="1776333" y="1234883"/>
                  </a:lnTo>
                  <a:lnTo>
                    <a:pt x="1776225" y="1234587"/>
                  </a:lnTo>
                  <a:lnTo>
                    <a:pt x="1776189" y="1234528"/>
                  </a:lnTo>
                  <a:lnTo>
                    <a:pt x="1775833" y="1234376"/>
                  </a:lnTo>
                  <a:lnTo>
                    <a:pt x="1775754" y="1234368"/>
                  </a:lnTo>
                  <a:lnTo>
                    <a:pt x="1775319" y="1234474"/>
                  </a:lnTo>
                  <a:lnTo>
                    <a:pt x="1774900" y="1234778"/>
                  </a:lnTo>
                  <a:lnTo>
                    <a:pt x="1774674" y="1234987"/>
                  </a:lnTo>
                  <a:lnTo>
                    <a:pt x="1774696" y="1235062"/>
                  </a:lnTo>
                  <a:lnTo>
                    <a:pt x="1774738" y="1235125"/>
                  </a:lnTo>
                  <a:lnTo>
                    <a:pt x="1774731" y="1235168"/>
                  </a:lnTo>
                  <a:lnTo>
                    <a:pt x="1774623" y="1235151"/>
                  </a:lnTo>
                  <a:lnTo>
                    <a:pt x="1774433" y="1235098"/>
                  </a:lnTo>
                  <a:lnTo>
                    <a:pt x="1774331" y="1234961"/>
                  </a:lnTo>
                  <a:lnTo>
                    <a:pt x="1774341" y="1234936"/>
                  </a:lnTo>
                  <a:lnTo>
                    <a:pt x="1774605" y="1234635"/>
                  </a:lnTo>
                  <a:lnTo>
                    <a:pt x="1774812" y="1234464"/>
                  </a:lnTo>
                  <a:lnTo>
                    <a:pt x="1775025" y="1234323"/>
                  </a:lnTo>
                  <a:lnTo>
                    <a:pt x="1775080" y="1234293"/>
                  </a:lnTo>
                  <a:lnTo>
                    <a:pt x="1775305" y="1234236"/>
                  </a:lnTo>
                  <a:lnTo>
                    <a:pt x="1775445" y="1234122"/>
                  </a:lnTo>
                  <a:lnTo>
                    <a:pt x="1775476" y="1234074"/>
                  </a:lnTo>
                  <a:lnTo>
                    <a:pt x="1775489" y="1234006"/>
                  </a:lnTo>
                  <a:lnTo>
                    <a:pt x="1775502" y="1233741"/>
                  </a:lnTo>
                  <a:lnTo>
                    <a:pt x="1775325" y="1233358"/>
                  </a:lnTo>
                  <a:lnTo>
                    <a:pt x="1774971" y="1232841"/>
                  </a:lnTo>
                  <a:lnTo>
                    <a:pt x="1774473" y="1232420"/>
                  </a:lnTo>
                  <a:lnTo>
                    <a:pt x="1774392" y="1232348"/>
                  </a:lnTo>
                  <a:lnTo>
                    <a:pt x="1774365" y="1232266"/>
                  </a:lnTo>
                  <a:lnTo>
                    <a:pt x="1774638" y="1231691"/>
                  </a:lnTo>
                  <a:lnTo>
                    <a:pt x="1774882" y="1231267"/>
                  </a:lnTo>
                  <a:lnTo>
                    <a:pt x="1774964" y="1230976"/>
                  </a:lnTo>
                  <a:lnTo>
                    <a:pt x="1774980" y="1230861"/>
                  </a:lnTo>
                  <a:lnTo>
                    <a:pt x="1774921" y="1230843"/>
                  </a:lnTo>
                  <a:lnTo>
                    <a:pt x="1774856" y="1230934"/>
                  </a:lnTo>
                  <a:lnTo>
                    <a:pt x="1774823" y="1230882"/>
                  </a:lnTo>
                  <a:lnTo>
                    <a:pt x="1774773" y="1230842"/>
                  </a:lnTo>
                  <a:lnTo>
                    <a:pt x="1774598" y="1231007"/>
                  </a:lnTo>
                  <a:lnTo>
                    <a:pt x="1774593" y="1231083"/>
                  </a:lnTo>
                  <a:lnTo>
                    <a:pt x="1774364" y="1231140"/>
                  </a:lnTo>
                  <a:lnTo>
                    <a:pt x="1774329" y="1231244"/>
                  </a:lnTo>
                  <a:lnTo>
                    <a:pt x="1774013" y="1231222"/>
                  </a:lnTo>
                  <a:lnTo>
                    <a:pt x="1774034" y="1231065"/>
                  </a:lnTo>
                  <a:lnTo>
                    <a:pt x="1773830" y="1231069"/>
                  </a:lnTo>
                  <a:lnTo>
                    <a:pt x="1773571" y="1231003"/>
                  </a:lnTo>
                  <a:lnTo>
                    <a:pt x="1773441" y="1231015"/>
                  </a:lnTo>
                  <a:lnTo>
                    <a:pt x="1773369" y="1231107"/>
                  </a:lnTo>
                  <a:lnTo>
                    <a:pt x="1773337" y="1231201"/>
                  </a:lnTo>
                  <a:lnTo>
                    <a:pt x="1773363" y="1231289"/>
                  </a:lnTo>
                  <a:lnTo>
                    <a:pt x="1773276" y="1231483"/>
                  </a:lnTo>
                  <a:lnTo>
                    <a:pt x="1773095" y="1231743"/>
                  </a:lnTo>
                  <a:lnTo>
                    <a:pt x="1772638" y="1232165"/>
                  </a:lnTo>
                  <a:lnTo>
                    <a:pt x="1772593" y="1232188"/>
                  </a:lnTo>
                  <a:lnTo>
                    <a:pt x="1772395" y="1232107"/>
                  </a:lnTo>
                  <a:lnTo>
                    <a:pt x="1772379" y="1231996"/>
                  </a:lnTo>
                  <a:lnTo>
                    <a:pt x="1772598" y="1231799"/>
                  </a:lnTo>
                  <a:lnTo>
                    <a:pt x="1772755" y="1231680"/>
                  </a:lnTo>
                  <a:lnTo>
                    <a:pt x="1772784" y="1231626"/>
                  </a:lnTo>
                  <a:lnTo>
                    <a:pt x="1772900" y="1231175"/>
                  </a:lnTo>
                  <a:lnTo>
                    <a:pt x="1772913" y="1230866"/>
                  </a:lnTo>
                  <a:lnTo>
                    <a:pt x="1772851" y="1230511"/>
                  </a:lnTo>
                  <a:lnTo>
                    <a:pt x="1772772" y="1230331"/>
                  </a:lnTo>
                  <a:lnTo>
                    <a:pt x="1772808" y="1230174"/>
                  </a:lnTo>
                  <a:lnTo>
                    <a:pt x="1772851" y="1230116"/>
                  </a:lnTo>
                  <a:lnTo>
                    <a:pt x="1772968" y="1230079"/>
                  </a:lnTo>
                  <a:lnTo>
                    <a:pt x="1773158" y="1230100"/>
                  </a:lnTo>
                  <a:lnTo>
                    <a:pt x="1773299" y="1229530"/>
                  </a:lnTo>
                  <a:lnTo>
                    <a:pt x="1773292" y="1229244"/>
                  </a:lnTo>
                  <a:lnTo>
                    <a:pt x="1773285" y="1229190"/>
                  </a:lnTo>
                  <a:lnTo>
                    <a:pt x="1773207" y="1229169"/>
                  </a:lnTo>
                  <a:lnTo>
                    <a:pt x="1773209" y="1229090"/>
                  </a:lnTo>
                  <a:lnTo>
                    <a:pt x="1773251" y="1228938"/>
                  </a:lnTo>
                  <a:lnTo>
                    <a:pt x="1773181" y="1228865"/>
                  </a:lnTo>
                  <a:lnTo>
                    <a:pt x="1773145" y="1228851"/>
                  </a:lnTo>
                  <a:lnTo>
                    <a:pt x="1772976" y="1229103"/>
                  </a:lnTo>
                  <a:lnTo>
                    <a:pt x="1772620" y="1229054"/>
                  </a:lnTo>
                  <a:lnTo>
                    <a:pt x="1772403" y="1228971"/>
                  </a:lnTo>
                  <a:lnTo>
                    <a:pt x="1772247" y="1228845"/>
                  </a:lnTo>
                  <a:lnTo>
                    <a:pt x="1772188" y="1228825"/>
                  </a:lnTo>
                  <a:lnTo>
                    <a:pt x="1771997" y="1229506"/>
                  </a:lnTo>
                  <a:lnTo>
                    <a:pt x="1771955" y="1229532"/>
                  </a:lnTo>
                  <a:lnTo>
                    <a:pt x="1771029" y="1229211"/>
                  </a:lnTo>
                  <a:lnTo>
                    <a:pt x="1771013" y="1229188"/>
                  </a:lnTo>
                  <a:lnTo>
                    <a:pt x="1771388" y="1228534"/>
                  </a:lnTo>
                  <a:lnTo>
                    <a:pt x="1771331" y="1228518"/>
                  </a:lnTo>
                  <a:lnTo>
                    <a:pt x="1771203" y="1228610"/>
                  </a:lnTo>
                  <a:lnTo>
                    <a:pt x="1770460" y="1228377"/>
                  </a:lnTo>
                  <a:lnTo>
                    <a:pt x="1770436" y="1228362"/>
                  </a:lnTo>
                  <a:lnTo>
                    <a:pt x="1770434" y="1228346"/>
                  </a:lnTo>
                  <a:lnTo>
                    <a:pt x="1770443" y="1228084"/>
                  </a:lnTo>
                  <a:lnTo>
                    <a:pt x="1770262" y="1228143"/>
                  </a:lnTo>
                  <a:lnTo>
                    <a:pt x="1770083" y="1228148"/>
                  </a:lnTo>
                  <a:lnTo>
                    <a:pt x="1769935" y="1228114"/>
                  </a:lnTo>
                  <a:lnTo>
                    <a:pt x="1769722" y="1228020"/>
                  </a:lnTo>
                  <a:lnTo>
                    <a:pt x="1769665" y="1227965"/>
                  </a:lnTo>
                  <a:lnTo>
                    <a:pt x="1769507" y="1227799"/>
                  </a:lnTo>
                  <a:lnTo>
                    <a:pt x="1769429" y="1227678"/>
                  </a:lnTo>
                  <a:lnTo>
                    <a:pt x="1769377" y="1227382"/>
                  </a:lnTo>
                  <a:lnTo>
                    <a:pt x="1769382" y="1227323"/>
                  </a:lnTo>
                  <a:lnTo>
                    <a:pt x="1769568" y="1226971"/>
                  </a:lnTo>
                  <a:lnTo>
                    <a:pt x="1769605" y="1226901"/>
                  </a:lnTo>
                  <a:lnTo>
                    <a:pt x="1769609" y="1226895"/>
                  </a:lnTo>
                  <a:lnTo>
                    <a:pt x="1769620" y="1226877"/>
                  </a:lnTo>
                  <a:lnTo>
                    <a:pt x="1769632" y="1226857"/>
                  </a:lnTo>
                  <a:lnTo>
                    <a:pt x="1769637" y="1226850"/>
                  </a:lnTo>
                  <a:lnTo>
                    <a:pt x="1769640" y="1226844"/>
                  </a:lnTo>
                  <a:lnTo>
                    <a:pt x="1769661" y="1226810"/>
                  </a:lnTo>
                  <a:lnTo>
                    <a:pt x="1769524" y="1226704"/>
                  </a:lnTo>
                  <a:lnTo>
                    <a:pt x="1769459" y="1226731"/>
                  </a:lnTo>
                  <a:lnTo>
                    <a:pt x="1769452" y="1226727"/>
                  </a:lnTo>
                  <a:lnTo>
                    <a:pt x="1769374" y="1226682"/>
                  </a:lnTo>
                  <a:lnTo>
                    <a:pt x="1769371" y="1226680"/>
                  </a:lnTo>
                  <a:lnTo>
                    <a:pt x="1769244" y="1226859"/>
                  </a:lnTo>
                  <a:lnTo>
                    <a:pt x="1769262" y="1226869"/>
                  </a:lnTo>
                  <a:lnTo>
                    <a:pt x="1769318" y="1226899"/>
                  </a:lnTo>
                  <a:lnTo>
                    <a:pt x="1769213" y="1227208"/>
                  </a:lnTo>
                  <a:lnTo>
                    <a:pt x="1769077" y="1227360"/>
                  </a:lnTo>
                  <a:lnTo>
                    <a:pt x="1769029" y="1227431"/>
                  </a:lnTo>
                  <a:lnTo>
                    <a:pt x="1768991" y="1227537"/>
                  </a:lnTo>
                  <a:lnTo>
                    <a:pt x="1769067" y="1227983"/>
                  </a:lnTo>
                  <a:lnTo>
                    <a:pt x="1768983" y="1228276"/>
                  </a:lnTo>
                  <a:lnTo>
                    <a:pt x="1768936" y="1228549"/>
                  </a:lnTo>
                  <a:lnTo>
                    <a:pt x="1768921" y="1228659"/>
                  </a:lnTo>
                  <a:lnTo>
                    <a:pt x="1768950" y="1228751"/>
                  </a:lnTo>
                  <a:lnTo>
                    <a:pt x="1768755" y="1229180"/>
                  </a:lnTo>
                  <a:lnTo>
                    <a:pt x="1768576" y="1229224"/>
                  </a:lnTo>
                  <a:lnTo>
                    <a:pt x="1768553" y="1229251"/>
                  </a:lnTo>
                  <a:lnTo>
                    <a:pt x="1768327" y="1229969"/>
                  </a:lnTo>
                  <a:lnTo>
                    <a:pt x="1768356" y="1230145"/>
                  </a:lnTo>
                  <a:lnTo>
                    <a:pt x="1768436" y="1230407"/>
                  </a:lnTo>
                  <a:lnTo>
                    <a:pt x="1768521" y="1230590"/>
                  </a:lnTo>
                  <a:lnTo>
                    <a:pt x="1768486" y="1230662"/>
                  </a:lnTo>
                  <a:lnTo>
                    <a:pt x="1768402" y="1230701"/>
                  </a:lnTo>
                  <a:lnTo>
                    <a:pt x="1768413" y="1230961"/>
                  </a:lnTo>
                  <a:lnTo>
                    <a:pt x="1768493" y="1231300"/>
                  </a:lnTo>
                  <a:lnTo>
                    <a:pt x="1768583" y="1231466"/>
                  </a:lnTo>
                  <a:lnTo>
                    <a:pt x="1768737" y="1231735"/>
                  </a:lnTo>
                  <a:lnTo>
                    <a:pt x="1768853" y="1231740"/>
                  </a:lnTo>
                  <a:lnTo>
                    <a:pt x="1769071" y="1232037"/>
                  </a:lnTo>
                  <a:lnTo>
                    <a:pt x="1769070" y="1232120"/>
                  </a:lnTo>
                  <a:lnTo>
                    <a:pt x="1769014" y="1232173"/>
                  </a:lnTo>
                  <a:lnTo>
                    <a:pt x="1768895" y="1232201"/>
                  </a:lnTo>
                  <a:lnTo>
                    <a:pt x="1768864" y="1232166"/>
                  </a:lnTo>
                  <a:lnTo>
                    <a:pt x="1768863" y="1232048"/>
                  </a:lnTo>
                  <a:lnTo>
                    <a:pt x="1768288" y="1231910"/>
                  </a:lnTo>
                  <a:lnTo>
                    <a:pt x="1768119" y="1231900"/>
                  </a:lnTo>
                  <a:lnTo>
                    <a:pt x="1767795" y="1232986"/>
                  </a:lnTo>
                  <a:lnTo>
                    <a:pt x="1767354" y="1232762"/>
                  </a:lnTo>
                  <a:lnTo>
                    <a:pt x="1767203" y="1232870"/>
                  </a:lnTo>
                  <a:lnTo>
                    <a:pt x="1767151" y="1232940"/>
                  </a:lnTo>
                  <a:lnTo>
                    <a:pt x="1767011" y="1233026"/>
                  </a:lnTo>
                  <a:lnTo>
                    <a:pt x="1766441" y="1232731"/>
                  </a:lnTo>
                  <a:lnTo>
                    <a:pt x="1766692" y="1232211"/>
                  </a:lnTo>
                  <a:lnTo>
                    <a:pt x="1766451" y="1232084"/>
                  </a:lnTo>
                  <a:lnTo>
                    <a:pt x="1766432" y="1232074"/>
                  </a:lnTo>
                  <a:lnTo>
                    <a:pt x="1766147" y="1231925"/>
                  </a:lnTo>
                  <a:lnTo>
                    <a:pt x="1765977" y="1231837"/>
                  </a:lnTo>
                  <a:lnTo>
                    <a:pt x="1765905" y="1231797"/>
                  </a:lnTo>
                  <a:lnTo>
                    <a:pt x="1765888" y="1231781"/>
                  </a:lnTo>
                  <a:lnTo>
                    <a:pt x="1765873" y="1231767"/>
                  </a:lnTo>
                  <a:lnTo>
                    <a:pt x="1765844" y="1231732"/>
                  </a:lnTo>
                  <a:lnTo>
                    <a:pt x="1765819" y="1231675"/>
                  </a:lnTo>
                  <a:lnTo>
                    <a:pt x="1765810" y="1231623"/>
                  </a:lnTo>
                  <a:lnTo>
                    <a:pt x="1765807" y="1231520"/>
                  </a:lnTo>
                  <a:lnTo>
                    <a:pt x="1765807" y="1231385"/>
                  </a:lnTo>
                  <a:lnTo>
                    <a:pt x="1765806" y="1231234"/>
                  </a:lnTo>
                  <a:lnTo>
                    <a:pt x="1765808" y="1231188"/>
                  </a:lnTo>
                  <a:lnTo>
                    <a:pt x="1765809" y="1231170"/>
                  </a:lnTo>
                  <a:lnTo>
                    <a:pt x="1765821" y="1231107"/>
                  </a:lnTo>
                  <a:lnTo>
                    <a:pt x="1765833" y="1231069"/>
                  </a:lnTo>
                  <a:lnTo>
                    <a:pt x="1765871" y="1230972"/>
                  </a:lnTo>
                  <a:lnTo>
                    <a:pt x="1765907" y="1230886"/>
                  </a:lnTo>
                  <a:lnTo>
                    <a:pt x="1765950" y="1230785"/>
                  </a:lnTo>
                  <a:lnTo>
                    <a:pt x="1765979" y="1230714"/>
                  </a:lnTo>
                  <a:lnTo>
                    <a:pt x="1766027" y="1230593"/>
                  </a:lnTo>
                  <a:lnTo>
                    <a:pt x="1766055" y="1230528"/>
                  </a:lnTo>
                  <a:lnTo>
                    <a:pt x="1766089" y="1230444"/>
                  </a:lnTo>
                  <a:lnTo>
                    <a:pt x="1766117" y="1230374"/>
                  </a:lnTo>
                  <a:lnTo>
                    <a:pt x="1766135" y="1230336"/>
                  </a:lnTo>
                  <a:lnTo>
                    <a:pt x="1766153" y="1230300"/>
                  </a:lnTo>
                  <a:lnTo>
                    <a:pt x="1766172" y="1230273"/>
                  </a:lnTo>
                  <a:lnTo>
                    <a:pt x="1766179" y="1230263"/>
                  </a:lnTo>
                  <a:lnTo>
                    <a:pt x="1766236" y="1230188"/>
                  </a:lnTo>
                  <a:lnTo>
                    <a:pt x="1766272" y="1230134"/>
                  </a:lnTo>
                  <a:lnTo>
                    <a:pt x="1766318" y="1230071"/>
                  </a:lnTo>
                  <a:lnTo>
                    <a:pt x="1766365" y="1229996"/>
                  </a:lnTo>
                  <a:lnTo>
                    <a:pt x="1766387" y="1229964"/>
                  </a:lnTo>
                  <a:lnTo>
                    <a:pt x="1766267" y="1229861"/>
                  </a:lnTo>
                  <a:lnTo>
                    <a:pt x="1766096" y="1229713"/>
                  </a:lnTo>
                  <a:lnTo>
                    <a:pt x="1765846" y="1229928"/>
                  </a:lnTo>
                  <a:lnTo>
                    <a:pt x="1765794" y="1229917"/>
                  </a:lnTo>
                  <a:lnTo>
                    <a:pt x="1765670" y="1229861"/>
                  </a:lnTo>
                  <a:lnTo>
                    <a:pt x="1765663" y="1229825"/>
                  </a:lnTo>
                  <a:lnTo>
                    <a:pt x="1765798" y="1229294"/>
                  </a:lnTo>
                  <a:lnTo>
                    <a:pt x="1765795" y="1229287"/>
                  </a:lnTo>
                  <a:lnTo>
                    <a:pt x="1765780" y="1229257"/>
                  </a:lnTo>
                  <a:lnTo>
                    <a:pt x="1765759" y="1229215"/>
                  </a:lnTo>
                  <a:lnTo>
                    <a:pt x="1765750" y="1229197"/>
                  </a:lnTo>
                  <a:lnTo>
                    <a:pt x="1765736" y="1229168"/>
                  </a:lnTo>
                  <a:lnTo>
                    <a:pt x="1765725" y="1229146"/>
                  </a:lnTo>
                  <a:lnTo>
                    <a:pt x="1765720" y="1229146"/>
                  </a:lnTo>
                  <a:lnTo>
                    <a:pt x="1765623" y="1229157"/>
                  </a:lnTo>
                  <a:lnTo>
                    <a:pt x="1765650" y="1229219"/>
                  </a:lnTo>
                  <a:lnTo>
                    <a:pt x="1765351" y="1229480"/>
                  </a:lnTo>
                  <a:lnTo>
                    <a:pt x="1764859" y="1229742"/>
                  </a:lnTo>
                  <a:lnTo>
                    <a:pt x="1764471" y="1230089"/>
                  </a:lnTo>
                  <a:lnTo>
                    <a:pt x="1764360" y="1230236"/>
                  </a:lnTo>
                  <a:lnTo>
                    <a:pt x="1764356" y="1230309"/>
                  </a:lnTo>
                  <a:lnTo>
                    <a:pt x="1764390" y="1230392"/>
                  </a:lnTo>
                  <a:lnTo>
                    <a:pt x="1764332" y="1230430"/>
                  </a:lnTo>
                  <a:lnTo>
                    <a:pt x="1764172" y="1230413"/>
                  </a:lnTo>
                  <a:lnTo>
                    <a:pt x="1764039" y="1230357"/>
                  </a:lnTo>
                  <a:lnTo>
                    <a:pt x="1764005" y="1230299"/>
                  </a:lnTo>
                  <a:lnTo>
                    <a:pt x="1763968" y="1230307"/>
                  </a:lnTo>
                  <a:lnTo>
                    <a:pt x="1763819" y="1230340"/>
                  </a:lnTo>
                  <a:lnTo>
                    <a:pt x="1763826" y="1230366"/>
                  </a:lnTo>
                  <a:lnTo>
                    <a:pt x="1763805" y="1230440"/>
                  </a:lnTo>
                  <a:lnTo>
                    <a:pt x="1763678" y="1230592"/>
                  </a:lnTo>
                  <a:lnTo>
                    <a:pt x="1762910" y="1230798"/>
                  </a:lnTo>
                  <a:lnTo>
                    <a:pt x="1762932" y="1230971"/>
                  </a:lnTo>
                  <a:lnTo>
                    <a:pt x="1762611" y="1231108"/>
                  </a:lnTo>
                  <a:lnTo>
                    <a:pt x="1762563" y="1231129"/>
                  </a:lnTo>
                  <a:lnTo>
                    <a:pt x="1762484" y="1231154"/>
                  </a:lnTo>
                  <a:lnTo>
                    <a:pt x="1762248" y="1231219"/>
                  </a:lnTo>
                  <a:lnTo>
                    <a:pt x="1762109" y="1231245"/>
                  </a:lnTo>
                  <a:lnTo>
                    <a:pt x="1761788" y="1231522"/>
                  </a:lnTo>
                  <a:lnTo>
                    <a:pt x="1761568" y="1231663"/>
                  </a:lnTo>
                  <a:lnTo>
                    <a:pt x="1761278" y="1232009"/>
                  </a:lnTo>
                  <a:lnTo>
                    <a:pt x="1761154" y="1232204"/>
                  </a:lnTo>
                  <a:lnTo>
                    <a:pt x="1761083" y="1232314"/>
                  </a:lnTo>
                  <a:lnTo>
                    <a:pt x="1760920" y="1232723"/>
                  </a:lnTo>
                  <a:lnTo>
                    <a:pt x="1761012" y="1232773"/>
                  </a:lnTo>
                  <a:lnTo>
                    <a:pt x="1760850" y="1233142"/>
                  </a:lnTo>
                  <a:lnTo>
                    <a:pt x="1760700" y="1233331"/>
                  </a:lnTo>
                  <a:lnTo>
                    <a:pt x="1760653" y="1233324"/>
                  </a:lnTo>
                  <a:lnTo>
                    <a:pt x="1760458" y="1233172"/>
                  </a:lnTo>
                  <a:lnTo>
                    <a:pt x="1760355" y="1233229"/>
                  </a:lnTo>
                  <a:lnTo>
                    <a:pt x="1760282" y="1233269"/>
                  </a:lnTo>
                  <a:lnTo>
                    <a:pt x="1760417" y="1233417"/>
                  </a:lnTo>
                  <a:lnTo>
                    <a:pt x="1760565" y="1233683"/>
                  </a:lnTo>
                  <a:lnTo>
                    <a:pt x="1760701" y="1233994"/>
                  </a:lnTo>
                  <a:lnTo>
                    <a:pt x="1760734" y="1234186"/>
                  </a:lnTo>
                  <a:lnTo>
                    <a:pt x="1760822" y="1234229"/>
                  </a:lnTo>
                  <a:lnTo>
                    <a:pt x="1761038" y="1234250"/>
                  </a:lnTo>
                  <a:lnTo>
                    <a:pt x="1761313" y="1234565"/>
                  </a:lnTo>
                  <a:lnTo>
                    <a:pt x="1761919" y="1234390"/>
                  </a:lnTo>
                  <a:lnTo>
                    <a:pt x="1761970" y="1234533"/>
                  </a:lnTo>
                  <a:lnTo>
                    <a:pt x="1762559" y="1234744"/>
                  </a:lnTo>
                  <a:lnTo>
                    <a:pt x="1763246" y="1235028"/>
                  </a:lnTo>
                  <a:lnTo>
                    <a:pt x="1763411" y="1235418"/>
                  </a:lnTo>
                  <a:lnTo>
                    <a:pt x="1763525" y="1235329"/>
                  </a:lnTo>
                  <a:lnTo>
                    <a:pt x="1763467" y="1235279"/>
                  </a:lnTo>
                  <a:lnTo>
                    <a:pt x="1763461" y="1235225"/>
                  </a:lnTo>
                  <a:lnTo>
                    <a:pt x="1763498" y="1235138"/>
                  </a:lnTo>
                  <a:lnTo>
                    <a:pt x="1763646" y="1235137"/>
                  </a:lnTo>
                  <a:lnTo>
                    <a:pt x="1763841" y="1235259"/>
                  </a:lnTo>
                  <a:lnTo>
                    <a:pt x="1763977" y="1235405"/>
                  </a:lnTo>
                  <a:lnTo>
                    <a:pt x="1764025" y="1235478"/>
                  </a:lnTo>
                  <a:lnTo>
                    <a:pt x="1763936" y="1235790"/>
                  </a:lnTo>
                  <a:lnTo>
                    <a:pt x="1763936" y="1235839"/>
                  </a:lnTo>
                  <a:lnTo>
                    <a:pt x="1763965" y="1235911"/>
                  </a:lnTo>
                  <a:lnTo>
                    <a:pt x="1764110" y="1236138"/>
                  </a:lnTo>
                  <a:lnTo>
                    <a:pt x="1764256" y="1236284"/>
                  </a:lnTo>
                  <a:lnTo>
                    <a:pt x="1764181" y="1236550"/>
                  </a:lnTo>
                  <a:lnTo>
                    <a:pt x="1764195" y="1236620"/>
                  </a:lnTo>
                  <a:lnTo>
                    <a:pt x="1764356" y="1236838"/>
                  </a:lnTo>
                  <a:lnTo>
                    <a:pt x="1764425" y="1236894"/>
                  </a:lnTo>
                  <a:lnTo>
                    <a:pt x="1764486" y="1236884"/>
                  </a:lnTo>
                  <a:lnTo>
                    <a:pt x="1764733" y="1236949"/>
                  </a:lnTo>
                  <a:lnTo>
                    <a:pt x="1764779" y="1237084"/>
                  </a:lnTo>
                  <a:lnTo>
                    <a:pt x="1764768" y="1237148"/>
                  </a:lnTo>
                  <a:lnTo>
                    <a:pt x="1764722" y="1237167"/>
                  </a:lnTo>
                  <a:lnTo>
                    <a:pt x="1764599" y="1237557"/>
                  </a:lnTo>
                  <a:lnTo>
                    <a:pt x="1764611" y="1237563"/>
                  </a:lnTo>
                  <a:lnTo>
                    <a:pt x="1765117" y="1237825"/>
                  </a:lnTo>
                  <a:lnTo>
                    <a:pt x="1765248" y="1237868"/>
                  </a:lnTo>
                  <a:lnTo>
                    <a:pt x="1765393" y="1237835"/>
                  </a:lnTo>
                  <a:lnTo>
                    <a:pt x="1765501" y="1237757"/>
                  </a:lnTo>
                  <a:lnTo>
                    <a:pt x="1765508" y="1237738"/>
                  </a:lnTo>
                  <a:lnTo>
                    <a:pt x="1765475" y="1237105"/>
                  </a:lnTo>
                  <a:lnTo>
                    <a:pt x="1765396" y="1236805"/>
                  </a:lnTo>
                  <a:lnTo>
                    <a:pt x="1765336" y="1236661"/>
                  </a:lnTo>
                  <a:lnTo>
                    <a:pt x="1765340" y="1236626"/>
                  </a:lnTo>
                  <a:lnTo>
                    <a:pt x="1765368" y="1236637"/>
                  </a:lnTo>
                  <a:lnTo>
                    <a:pt x="1765514" y="1236798"/>
                  </a:lnTo>
                  <a:lnTo>
                    <a:pt x="1765584" y="1236887"/>
                  </a:lnTo>
                  <a:lnTo>
                    <a:pt x="1765603" y="1236930"/>
                  </a:lnTo>
                  <a:lnTo>
                    <a:pt x="1765683" y="1237016"/>
                  </a:lnTo>
                  <a:lnTo>
                    <a:pt x="1766048" y="1237314"/>
                  </a:lnTo>
                  <a:lnTo>
                    <a:pt x="1766382" y="1237471"/>
                  </a:lnTo>
                  <a:lnTo>
                    <a:pt x="1766759" y="1237189"/>
                  </a:lnTo>
                  <a:lnTo>
                    <a:pt x="1766845" y="1237103"/>
                  </a:lnTo>
                  <a:lnTo>
                    <a:pt x="1766860" y="1237039"/>
                  </a:lnTo>
                  <a:lnTo>
                    <a:pt x="1766831" y="1236972"/>
                  </a:lnTo>
                  <a:lnTo>
                    <a:pt x="1766761" y="1236920"/>
                  </a:lnTo>
                  <a:lnTo>
                    <a:pt x="1766732" y="1236798"/>
                  </a:lnTo>
                  <a:lnTo>
                    <a:pt x="1766807" y="1236782"/>
                  </a:lnTo>
                  <a:lnTo>
                    <a:pt x="1766925" y="1236778"/>
                  </a:lnTo>
                  <a:lnTo>
                    <a:pt x="1767111" y="1236947"/>
                  </a:lnTo>
                  <a:lnTo>
                    <a:pt x="1767361" y="1237323"/>
                  </a:lnTo>
                  <a:lnTo>
                    <a:pt x="1767382" y="1237604"/>
                  </a:lnTo>
                  <a:lnTo>
                    <a:pt x="1767276" y="1237722"/>
                  </a:lnTo>
                  <a:lnTo>
                    <a:pt x="1767431" y="1237893"/>
                  </a:lnTo>
                  <a:lnTo>
                    <a:pt x="1767820" y="1238188"/>
                  </a:lnTo>
                  <a:lnTo>
                    <a:pt x="1768144" y="1238382"/>
                  </a:lnTo>
                  <a:lnTo>
                    <a:pt x="1768363" y="1238447"/>
                  </a:lnTo>
                  <a:lnTo>
                    <a:pt x="1768464" y="1238516"/>
                  </a:lnTo>
                  <a:lnTo>
                    <a:pt x="1768533" y="1238581"/>
                  </a:lnTo>
                  <a:lnTo>
                    <a:pt x="1768555" y="1238672"/>
                  </a:lnTo>
                  <a:lnTo>
                    <a:pt x="1768547" y="1238740"/>
                  </a:lnTo>
                  <a:lnTo>
                    <a:pt x="1768582" y="1238801"/>
                  </a:lnTo>
                  <a:lnTo>
                    <a:pt x="1768910" y="1239100"/>
                  </a:lnTo>
                  <a:lnTo>
                    <a:pt x="1769050" y="1239175"/>
                  </a:lnTo>
                  <a:lnTo>
                    <a:pt x="1769122" y="1239188"/>
                  </a:lnTo>
                  <a:lnTo>
                    <a:pt x="1769277" y="1239123"/>
                  </a:lnTo>
                  <a:lnTo>
                    <a:pt x="1769405" y="1239222"/>
                  </a:lnTo>
                  <a:lnTo>
                    <a:pt x="1769714" y="1239389"/>
                  </a:lnTo>
                  <a:lnTo>
                    <a:pt x="1769764" y="1239390"/>
                  </a:lnTo>
                  <a:lnTo>
                    <a:pt x="1769844" y="1239295"/>
                  </a:lnTo>
                  <a:lnTo>
                    <a:pt x="1770055" y="1239305"/>
                  </a:lnTo>
                  <a:lnTo>
                    <a:pt x="1770042" y="1239378"/>
                  </a:lnTo>
                  <a:lnTo>
                    <a:pt x="1769810" y="1239698"/>
                  </a:lnTo>
                  <a:lnTo>
                    <a:pt x="1769742" y="1239971"/>
                  </a:lnTo>
                  <a:lnTo>
                    <a:pt x="1769735" y="1240086"/>
                  </a:lnTo>
                  <a:lnTo>
                    <a:pt x="1769536" y="1240048"/>
                  </a:lnTo>
                  <a:lnTo>
                    <a:pt x="1769397" y="1240048"/>
                  </a:lnTo>
                  <a:lnTo>
                    <a:pt x="1769257" y="1240082"/>
                  </a:lnTo>
                  <a:lnTo>
                    <a:pt x="1768524" y="1240448"/>
                  </a:lnTo>
                  <a:lnTo>
                    <a:pt x="1768439" y="1240544"/>
                  </a:lnTo>
                  <a:lnTo>
                    <a:pt x="1768362" y="1240672"/>
                  </a:lnTo>
                  <a:lnTo>
                    <a:pt x="1768387" y="1240791"/>
                  </a:lnTo>
                  <a:lnTo>
                    <a:pt x="1768376" y="1240815"/>
                  </a:lnTo>
                  <a:lnTo>
                    <a:pt x="1768260" y="1240768"/>
                  </a:lnTo>
                  <a:lnTo>
                    <a:pt x="1768026" y="1240517"/>
                  </a:lnTo>
                  <a:lnTo>
                    <a:pt x="1767980" y="1240491"/>
                  </a:lnTo>
                  <a:lnTo>
                    <a:pt x="1767721" y="1240508"/>
                  </a:lnTo>
                  <a:lnTo>
                    <a:pt x="1767583" y="1240600"/>
                  </a:lnTo>
                  <a:lnTo>
                    <a:pt x="1767334" y="1240688"/>
                  </a:lnTo>
                  <a:lnTo>
                    <a:pt x="1767273" y="1240672"/>
                  </a:lnTo>
                  <a:lnTo>
                    <a:pt x="1767227" y="1240594"/>
                  </a:lnTo>
                  <a:lnTo>
                    <a:pt x="1767210" y="1240518"/>
                  </a:lnTo>
                  <a:lnTo>
                    <a:pt x="1767032" y="1240455"/>
                  </a:lnTo>
                  <a:lnTo>
                    <a:pt x="1766938" y="1240482"/>
                  </a:lnTo>
                  <a:lnTo>
                    <a:pt x="1766762" y="1240770"/>
                  </a:lnTo>
                  <a:lnTo>
                    <a:pt x="1766804" y="1240848"/>
                  </a:lnTo>
                  <a:lnTo>
                    <a:pt x="1766891" y="1240962"/>
                  </a:lnTo>
                  <a:lnTo>
                    <a:pt x="1766925" y="1241066"/>
                  </a:lnTo>
                  <a:lnTo>
                    <a:pt x="1766990" y="1241705"/>
                  </a:lnTo>
                  <a:lnTo>
                    <a:pt x="1766949" y="1241775"/>
                  </a:lnTo>
                  <a:lnTo>
                    <a:pt x="1767045" y="1242235"/>
                  </a:lnTo>
                  <a:lnTo>
                    <a:pt x="1767273" y="1242396"/>
                  </a:lnTo>
                  <a:lnTo>
                    <a:pt x="1767387" y="1242434"/>
                  </a:lnTo>
                  <a:lnTo>
                    <a:pt x="1767399" y="1242507"/>
                  </a:lnTo>
                  <a:lnTo>
                    <a:pt x="1767258" y="1242698"/>
                  </a:lnTo>
                  <a:lnTo>
                    <a:pt x="1767135" y="1242773"/>
                  </a:lnTo>
                  <a:lnTo>
                    <a:pt x="1766775" y="1242941"/>
                  </a:lnTo>
                  <a:lnTo>
                    <a:pt x="1766672" y="1243009"/>
                  </a:lnTo>
                  <a:lnTo>
                    <a:pt x="1766417" y="1243283"/>
                  </a:lnTo>
                  <a:lnTo>
                    <a:pt x="1766364" y="1243422"/>
                  </a:lnTo>
                  <a:lnTo>
                    <a:pt x="1766365" y="1243480"/>
                  </a:lnTo>
                  <a:lnTo>
                    <a:pt x="1766387" y="1243497"/>
                  </a:lnTo>
                  <a:lnTo>
                    <a:pt x="1766368" y="1243554"/>
                  </a:lnTo>
                  <a:lnTo>
                    <a:pt x="1766154" y="1243641"/>
                  </a:lnTo>
                  <a:lnTo>
                    <a:pt x="1766128" y="1243618"/>
                  </a:lnTo>
                  <a:lnTo>
                    <a:pt x="1766099" y="1243254"/>
                  </a:lnTo>
                  <a:lnTo>
                    <a:pt x="1765997" y="1243158"/>
                  </a:lnTo>
                  <a:lnTo>
                    <a:pt x="1765744" y="1243034"/>
                  </a:lnTo>
                  <a:lnTo>
                    <a:pt x="1765513" y="1243024"/>
                  </a:lnTo>
                  <a:lnTo>
                    <a:pt x="1765248" y="1243062"/>
                  </a:lnTo>
                  <a:lnTo>
                    <a:pt x="1765143" y="1243009"/>
                  </a:lnTo>
                  <a:lnTo>
                    <a:pt x="1765136" y="1242957"/>
                  </a:lnTo>
                  <a:lnTo>
                    <a:pt x="1764904" y="1242707"/>
                  </a:lnTo>
                  <a:lnTo>
                    <a:pt x="1764811" y="1242668"/>
                  </a:lnTo>
                  <a:lnTo>
                    <a:pt x="1764110" y="1242714"/>
                  </a:lnTo>
                  <a:lnTo>
                    <a:pt x="1763955" y="1242628"/>
                  </a:lnTo>
                  <a:lnTo>
                    <a:pt x="1763678" y="1242857"/>
                  </a:lnTo>
                  <a:lnTo>
                    <a:pt x="1763188" y="1243144"/>
                  </a:lnTo>
                  <a:lnTo>
                    <a:pt x="1763054" y="1243187"/>
                  </a:lnTo>
                  <a:lnTo>
                    <a:pt x="1762823" y="1243159"/>
                  </a:lnTo>
                  <a:lnTo>
                    <a:pt x="1762669" y="1243119"/>
                  </a:lnTo>
                  <a:lnTo>
                    <a:pt x="1762538" y="1243053"/>
                  </a:lnTo>
                  <a:lnTo>
                    <a:pt x="1762222" y="1242811"/>
                  </a:lnTo>
                  <a:lnTo>
                    <a:pt x="1762179" y="1242707"/>
                  </a:lnTo>
                  <a:lnTo>
                    <a:pt x="1761980" y="1242420"/>
                  </a:lnTo>
                  <a:lnTo>
                    <a:pt x="1761675" y="1242185"/>
                  </a:lnTo>
                  <a:lnTo>
                    <a:pt x="1761416" y="1242090"/>
                  </a:lnTo>
                  <a:lnTo>
                    <a:pt x="1761293" y="1241944"/>
                  </a:lnTo>
                  <a:lnTo>
                    <a:pt x="1761170" y="1241327"/>
                  </a:lnTo>
                  <a:lnTo>
                    <a:pt x="1761403" y="1241056"/>
                  </a:lnTo>
                  <a:lnTo>
                    <a:pt x="1761167" y="1240768"/>
                  </a:lnTo>
                  <a:lnTo>
                    <a:pt x="1761110" y="1240735"/>
                  </a:lnTo>
                  <a:lnTo>
                    <a:pt x="1761045" y="1240730"/>
                  </a:lnTo>
                  <a:lnTo>
                    <a:pt x="1761022" y="1240828"/>
                  </a:lnTo>
                  <a:lnTo>
                    <a:pt x="1760808" y="1240768"/>
                  </a:lnTo>
                  <a:lnTo>
                    <a:pt x="1760643" y="1240693"/>
                  </a:lnTo>
                  <a:lnTo>
                    <a:pt x="1760556" y="1240629"/>
                  </a:lnTo>
                  <a:lnTo>
                    <a:pt x="1760535" y="1240690"/>
                  </a:lnTo>
                  <a:lnTo>
                    <a:pt x="1760533" y="1241006"/>
                  </a:lnTo>
                  <a:lnTo>
                    <a:pt x="1760500" y="1241209"/>
                  </a:lnTo>
                  <a:lnTo>
                    <a:pt x="1760247" y="1241461"/>
                  </a:lnTo>
                  <a:lnTo>
                    <a:pt x="1760105" y="1241478"/>
                  </a:lnTo>
                  <a:lnTo>
                    <a:pt x="1760028" y="1241548"/>
                  </a:lnTo>
                  <a:lnTo>
                    <a:pt x="1759979" y="1241615"/>
                  </a:lnTo>
                  <a:lnTo>
                    <a:pt x="1759941" y="1241710"/>
                  </a:lnTo>
                  <a:lnTo>
                    <a:pt x="1759917" y="1241825"/>
                  </a:lnTo>
                  <a:lnTo>
                    <a:pt x="1759933" y="1241885"/>
                  </a:lnTo>
                  <a:lnTo>
                    <a:pt x="1759845" y="1242061"/>
                  </a:lnTo>
                  <a:lnTo>
                    <a:pt x="1759545" y="1242344"/>
                  </a:lnTo>
                  <a:lnTo>
                    <a:pt x="1759945" y="1243284"/>
                  </a:lnTo>
                  <a:lnTo>
                    <a:pt x="1760043" y="1243453"/>
                  </a:lnTo>
                  <a:lnTo>
                    <a:pt x="1760179" y="1243561"/>
                  </a:lnTo>
                  <a:lnTo>
                    <a:pt x="1760387" y="1243540"/>
                  </a:lnTo>
                  <a:lnTo>
                    <a:pt x="1760481" y="1243567"/>
                  </a:lnTo>
                  <a:lnTo>
                    <a:pt x="1760717" y="1243683"/>
                  </a:lnTo>
                  <a:lnTo>
                    <a:pt x="1760859" y="1243705"/>
                  </a:lnTo>
                  <a:lnTo>
                    <a:pt x="1760910" y="1243654"/>
                  </a:lnTo>
                  <a:lnTo>
                    <a:pt x="1761008" y="1243627"/>
                  </a:lnTo>
                  <a:lnTo>
                    <a:pt x="1761078" y="1243753"/>
                  </a:lnTo>
                  <a:lnTo>
                    <a:pt x="1761080" y="1244066"/>
                  </a:lnTo>
                  <a:lnTo>
                    <a:pt x="1760922" y="1244087"/>
                  </a:lnTo>
                  <a:lnTo>
                    <a:pt x="1760706" y="1244268"/>
                  </a:lnTo>
                  <a:lnTo>
                    <a:pt x="1760700" y="1244375"/>
                  </a:lnTo>
                  <a:lnTo>
                    <a:pt x="1760728" y="1244487"/>
                  </a:lnTo>
                  <a:lnTo>
                    <a:pt x="1760850" y="1244647"/>
                  </a:lnTo>
                  <a:lnTo>
                    <a:pt x="1761210" y="1244730"/>
                  </a:lnTo>
                  <a:lnTo>
                    <a:pt x="1761337" y="1244747"/>
                  </a:lnTo>
                  <a:lnTo>
                    <a:pt x="1761371" y="1244735"/>
                  </a:lnTo>
                  <a:lnTo>
                    <a:pt x="1761450" y="1244665"/>
                  </a:lnTo>
                  <a:lnTo>
                    <a:pt x="1761381" y="1244558"/>
                  </a:lnTo>
                  <a:lnTo>
                    <a:pt x="1761488" y="1244422"/>
                  </a:lnTo>
                  <a:lnTo>
                    <a:pt x="1761694" y="1244431"/>
                  </a:lnTo>
                  <a:lnTo>
                    <a:pt x="1761781" y="1244473"/>
                  </a:lnTo>
                  <a:lnTo>
                    <a:pt x="1761841" y="1244554"/>
                  </a:lnTo>
                  <a:lnTo>
                    <a:pt x="1761891" y="1244697"/>
                  </a:lnTo>
                  <a:lnTo>
                    <a:pt x="1761893" y="1244793"/>
                  </a:lnTo>
                  <a:lnTo>
                    <a:pt x="1761838" y="1244948"/>
                  </a:lnTo>
                  <a:lnTo>
                    <a:pt x="1761634" y="1245408"/>
                  </a:lnTo>
                  <a:lnTo>
                    <a:pt x="1761649" y="1245425"/>
                  </a:lnTo>
                  <a:lnTo>
                    <a:pt x="1761729" y="1245417"/>
                  </a:lnTo>
                  <a:lnTo>
                    <a:pt x="1761790" y="1245445"/>
                  </a:lnTo>
                  <a:lnTo>
                    <a:pt x="1761691" y="1245574"/>
                  </a:lnTo>
                  <a:lnTo>
                    <a:pt x="1761615" y="1245639"/>
                  </a:lnTo>
                  <a:lnTo>
                    <a:pt x="1761443" y="1245681"/>
                  </a:lnTo>
                  <a:lnTo>
                    <a:pt x="1761410" y="1245589"/>
                  </a:lnTo>
                  <a:lnTo>
                    <a:pt x="1761428" y="1245372"/>
                  </a:lnTo>
                  <a:lnTo>
                    <a:pt x="1759865" y="1246052"/>
                  </a:lnTo>
                  <a:lnTo>
                    <a:pt x="1759842" y="1246062"/>
                  </a:lnTo>
                  <a:lnTo>
                    <a:pt x="1759802" y="1246137"/>
                  </a:lnTo>
                  <a:lnTo>
                    <a:pt x="1759792" y="1246144"/>
                  </a:lnTo>
                  <a:lnTo>
                    <a:pt x="1759764" y="1246163"/>
                  </a:lnTo>
                  <a:lnTo>
                    <a:pt x="1759756" y="1246174"/>
                  </a:lnTo>
                  <a:lnTo>
                    <a:pt x="1759754" y="1246188"/>
                  </a:lnTo>
                  <a:lnTo>
                    <a:pt x="1759751" y="1246195"/>
                  </a:lnTo>
                  <a:lnTo>
                    <a:pt x="1759742" y="1246197"/>
                  </a:lnTo>
                  <a:lnTo>
                    <a:pt x="1759736" y="1246202"/>
                  </a:lnTo>
                  <a:lnTo>
                    <a:pt x="1759731" y="1246216"/>
                  </a:lnTo>
                  <a:lnTo>
                    <a:pt x="1759731" y="1246231"/>
                  </a:lnTo>
                  <a:lnTo>
                    <a:pt x="1759726" y="1246243"/>
                  </a:lnTo>
                  <a:lnTo>
                    <a:pt x="1759685" y="1246235"/>
                  </a:lnTo>
                  <a:lnTo>
                    <a:pt x="1759687" y="1246213"/>
                  </a:lnTo>
                  <a:lnTo>
                    <a:pt x="1759666" y="1246205"/>
                  </a:lnTo>
                  <a:lnTo>
                    <a:pt x="1759661" y="1246205"/>
                  </a:lnTo>
                  <a:lnTo>
                    <a:pt x="1759643" y="1246204"/>
                  </a:lnTo>
                  <a:lnTo>
                    <a:pt x="1759635" y="1246203"/>
                  </a:lnTo>
                  <a:lnTo>
                    <a:pt x="1759623" y="1246205"/>
                  </a:lnTo>
                  <a:lnTo>
                    <a:pt x="1759612" y="1246240"/>
                  </a:lnTo>
                  <a:lnTo>
                    <a:pt x="1759583" y="1246237"/>
                  </a:lnTo>
                  <a:lnTo>
                    <a:pt x="1759578" y="1246231"/>
                  </a:lnTo>
                  <a:lnTo>
                    <a:pt x="1759570" y="1246209"/>
                  </a:lnTo>
                  <a:lnTo>
                    <a:pt x="1759560" y="1246206"/>
                  </a:lnTo>
                  <a:lnTo>
                    <a:pt x="1759546" y="1246196"/>
                  </a:lnTo>
                  <a:lnTo>
                    <a:pt x="1759541" y="1246190"/>
                  </a:lnTo>
                  <a:lnTo>
                    <a:pt x="1759535" y="1246188"/>
                  </a:lnTo>
                  <a:lnTo>
                    <a:pt x="1759459" y="1246161"/>
                  </a:lnTo>
                  <a:lnTo>
                    <a:pt x="1759451" y="1246159"/>
                  </a:lnTo>
                  <a:lnTo>
                    <a:pt x="1759377" y="1246130"/>
                  </a:lnTo>
                  <a:lnTo>
                    <a:pt x="1759352" y="1246125"/>
                  </a:lnTo>
                  <a:lnTo>
                    <a:pt x="1759289" y="1246120"/>
                  </a:lnTo>
                  <a:lnTo>
                    <a:pt x="1759170" y="1246106"/>
                  </a:lnTo>
                  <a:lnTo>
                    <a:pt x="1758926" y="1246079"/>
                  </a:lnTo>
                  <a:lnTo>
                    <a:pt x="1758869" y="1246073"/>
                  </a:lnTo>
                  <a:lnTo>
                    <a:pt x="1758776" y="1246064"/>
                  </a:lnTo>
                  <a:lnTo>
                    <a:pt x="1758742" y="1246076"/>
                  </a:lnTo>
                  <a:lnTo>
                    <a:pt x="1758710" y="1246124"/>
                  </a:lnTo>
                  <a:lnTo>
                    <a:pt x="1758629" y="1246250"/>
                  </a:lnTo>
                  <a:lnTo>
                    <a:pt x="1758608" y="1246283"/>
                  </a:lnTo>
                  <a:lnTo>
                    <a:pt x="1758403" y="1246609"/>
                  </a:lnTo>
                  <a:lnTo>
                    <a:pt x="1758385" y="1246637"/>
                  </a:lnTo>
                  <a:lnTo>
                    <a:pt x="1758371" y="1246636"/>
                  </a:lnTo>
                  <a:lnTo>
                    <a:pt x="1758174" y="1246498"/>
                  </a:lnTo>
                  <a:lnTo>
                    <a:pt x="1758172" y="1246487"/>
                  </a:lnTo>
                  <a:lnTo>
                    <a:pt x="1758180" y="1246471"/>
                  </a:lnTo>
                  <a:lnTo>
                    <a:pt x="1758320" y="1246245"/>
                  </a:lnTo>
                  <a:lnTo>
                    <a:pt x="1758437" y="1246056"/>
                  </a:lnTo>
                  <a:lnTo>
                    <a:pt x="1758440" y="1246045"/>
                  </a:lnTo>
                  <a:lnTo>
                    <a:pt x="1758402" y="1246022"/>
                  </a:lnTo>
                  <a:lnTo>
                    <a:pt x="1758358" y="1246018"/>
                  </a:lnTo>
                  <a:lnTo>
                    <a:pt x="1758136" y="1245993"/>
                  </a:lnTo>
                  <a:lnTo>
                    <a:pt x="1758118" y="1245991"/>
                  </a:lnTo>
                  <a:lnTo>
                    <a:pt x="1758070" y="1246002"/>
                  </a:lnTo>
                  <a:lnTo>
                    <a:pt x="1758054" y="1246007"/>
                  </a:lnTo>
                  <a:lnTo>
                    <a:pt x="1758024" y="1246012"/>
                  </a:lnTo>
                  <a:lnTo>
                    <a:pt x="1758006" y="1246009"/>
                  </a:lnTo>
                  <a:lnTo>
                    <a:pt x="1757973" y="1246057"/>
                  </a:lnTo>
                  <a:lnTo>
                    <a:pt x="1757966" y="1246057"/>
                  </a:lnTo>
                  <a:lnTo>
                    <a:pt x="1757952" y="1246023"/>
                  </a:lnTo>
                  <a:lnTo>
                    <a:pt x="1757949" y="1246016"/>
                  </a:lnTo>
                  <a:lnTo>
                    <a:pt x="1757936" y="1246022"/>
                  </a:lnTo>
                  <a:lnTo>
                    <a:pt x="1757929" y="1246049"/>
                  </a:lnTo>
                  <a:lnTo>
                    <a:pt x="1757926" y="1246053"/>
                  </a:lnTo>
                  <a:lnTo>
                    <a:pt x="1757915" y="1246059"/>
                  </a:lnTo>
                  <a:lnTo>
                    <a:pt x="1757909" y="1246074"/>
                  </a:lnTo>
                  <a:lnTo>
                    <a:pt x="1757887" y="1246085"/>
                  </a:lnTo>
                  <a:lnTo>
                    <a:pt x="1757866" y="1246097"/>
                  </a:lnTo>
                  <a:lnTo>
                    <a:pt x="1757849" y="1246107"/>
                  </a:lnTo>
                  <a:lnTo>
                    <a:pt x="1757829" y="1246127"/>
                  </a:lnTo>
                  <a:lnTo>
                    <a:pt x="1757822" y="1246155"/>
                  </a:lnTo>
                  <a:lnTo>
                    <a:pt x="1757822" y="1246175"/>
                  </a:lnTo>
                  <a:lnTo>
                    <a:pt x="1757826" y="1246197"/>
                  </a:lnTo>
                  <a:lnTo>
                    <a:pt x="1757818" y="1246211"/>
                  </a:lnTo>
                  <a:lnTo>
                    <a:pt x="1757807" y="1246226"/>
                  </a:lnTo>
                  <a:lnTo>
                    <a:pt x="1757801" y="1246237"/>
                  </a:lnTo>
                  <a:lnTo>
                    <a:pt x="1757797" y="1246245"/>
                  </a:lnTo>
                  <a:lnTo>
                    <a:pt x="1757784" y="1246237"/>
                  </a:lnTo>
                  <a:lnTo>
                    <a:pt x="1757709" y="1246184"/>
                  </a:lnTo>
                  <a:lnTo>
                    <a:pt x="1757688" y="1246165"/>
                  </a:lnTo>
                  <a:lnTo>
                    <a:pt x="1757689" y="1246160"/>
                  </a:lnTo>
                  <a:lnTo>
                    <a:pt x="1757697" y="1246160"/>
                  </a:lnTo>
                  <a:lnTo>
                    <a:pt x="1757713" y="1246164"/>
                  </a:lnTo>
                  <a:lnTo>
                    <a:pt x="1757727" y="1246151"/>
                  </a:lnTo>
                  <a:lnTo>
                    <a:pt x="1757729" y="1246145"/>
                  </a:lnTo>
                  <a:lnTo>
                    <a:pt x="1757731" y="1246139"/>
                  </a:lnTo>
                  <a:lnTo>
                    <a:pt x="1757734" y="1246128"/>
                  </a:lnTo>
                  <a:lnTo>
                    <a:pt x="1757730" y="1246112"/>
                  </a:lnTo>
                  <a:lnTo>
                    <a:pt x="1757713" y="1246094"/>
                  </a:lnTo>
                  <a:lnTo>
                    <a:pt x="1757683" y="1246088"/>
                  </a:lnTo>
                  <a:lnTo>
                    <a:pt x="1757653" y="1246077"/>
                  </a:lnTo>
                  <a:lnTo>
                    <a:pt x="1757643" y="1246051"/>
                  </a:lnTo>
                  <a:lnTo>
                    <a:pt x="1757642" y="1246039"/>
                  </a:lnTo>
                  <a:lnTo>
                    <a:pt x="1757644" y="1246025"/>
                  </a:lnTo>
                  <a:lnTo>
                    <a:pt x="1757646" y="1246014"/>
                  </a:lnTo>
                  <a:lnTo>
                    <a:pt x="1757655" y="1246008"/>
                  </a:lnTo>
                  <a:lnTo>
                    <a:pt x="1757655" y="1246001"/>
                  </a:lnTo>
                  <a:lnTo>
                    <a:pt x="1757642" y="1245996"/>
                  </a:lnTo>
                  <a:lnTo>
                    <a:pt x="1757615" y="1246005"/>
                  </a:lnTo>
                  <a:lnTo>
                    <a:pt x="1757600" y="1246002"/>
                  </a:lnTo>
                  <a:lnTo>
                    <a:pt x="1757598" y="1245992"/>
                  </a:lnTo>
                  <a:lnTo>
                    <a:pt x="1757611" y="1245972"/>
                  </a:lnTo>
                  <a:lnTo>
                    <a:pt x="1757647" y="1245915"/>
                  </a:lnTo>
                  <a:lnTo>
                    <a:pt x="1757662" y="1245887"/>
                  </a:lnTo>
                  <a:lnTo>
                    <a:pt x="1757586" y="1245847"/>
                  </a:lnTo>
                  <a:lnTo>
                    <a:pt x="1757220" y="1245660"/>
                  </a:lnTo>
                  <a:lnTo>
                    <a:pt x="1757014" y="1245535"/>
                  </a:lnTo>
                  <a:lnTo>
                    <a:pt x="1756943" y="1245446"/>
                  </a:lnTo>
                  <a:lnTo>
                    <a:pt x="1756795" y="1245049"/>
                  </a:lnTo>
                  <a:lnTo>
                    <a:pt x="1756753" y="1244830"/>
                  </a:lnTo>
                  <a:lnTo>
                    <a:pt x="1756702" y="1244278"/>
                  </a:lnTo>
                  <a:lnTo>
                    <a:pt x="1756859" y="1243872"/>
                  </a:lnTo>
                  <a:lnTo>
                    <a:pt x="1757016" y="1243542"/>
                  </a:lnTo>
                  <a:lnTo>
                    <a:pt x="1757041" y="1243589"/>
                  </a:lnTo>
                  <a:lnTo>
                    <a:pt x="1757088" y="1243625"/>
                  </a:lnTo>
                  <a:lnTo>
                    <a:pt x="1757306" y="1243744"/>
                  </a:lnTo>
                  <a:lnTo>
                    <a:pt x="1757525" y="1243847"/>
                  </a:lnTo>
                  <a:lnTo>
                    <a:pt x="1757753" y="1243896"/>
                  </a:lnTo>
                  <a:lnTo>
                    <a:pt x="1758022" y="1243534"/>
                  </a:lnTo>
                  <a:lnTo>
                    <a:pt x="1758205" y="1243008"/>
                  </a:lnTo>
                  <a:lnTo>
                    <a:pt x="1758326" y="1243048"/>
                  </a:lnTo>
                  <a:lnTo>
                    <a:pt x="1758513" y="1242715"/>
                  </a:lnTo>
                  <a:lnTo>
                    <a:pt x="1758528" y="1242606"/>
                  </a:lnTo>
                  <a:lnTo>
                    <a:pt x="1758493" y="1242312"/>
                  </a:lnTo>
                  <a:lnTo>
                    <a:pt x="1758343" y="1242260"/>
                  </a:lnTo>
                  <a:lnTo>
                    <a:pt x="1758434" y="1241950"/>
                  </a:lnTo>
                  <a:lnTo>
                    <a:pt x="1758528" y="1241967"/>
                  </a:lnTo>
                  <a:lnTo>
                    <a:pt x="1758534" y="1241968"/>
                  </a:lnTo>
                  <a:lnTo>
                    <a:pt x="1758714" y="1241515"/>
                  </a:lnTo>
                  <a:lnTo>
                    <a:pt x="1758711" y="1241378"/>
                  </a:lnTo>
                  <a:lnTo>
                    <a:pt x="1758701" y="1241378"/>
                  </a:lnTo>
                  <a:lnTo>
                    <a:pt x="1758671" y="1241383"/>
                  </a:lnTo>
                  <a:lnTo>
                    <a:pt x="1758671" y="1241396"/>
                  </a:lnTo>
                  <a:lnTo>
                    <a:pt x="1758672" y="1241509"/>
                  </a:lnTo>
                  <a:lnTo>
                    <a:pt x="1758661" y="1241536"/>
                  </a:lnTo>
                  <a:lnTo>
                    <a:pt x="1758608" y="1241555"/>
                  </a:lnTo>
                  <a:lnTo>
                    <a:pt x="1758059" y="1241831"/>
                  </a:lnTo>
                  <a:lnTo>
                    <a:pt x="1757923" y="1241481"/>
                  </a:lnTo>
                  <a:lnTo>
                    <a:pt x="1758233" y="1241203"/>
                  </a:lnTo>
                  <a:lnTo>
                    <a:pt x="1758311" y="1241152"/>
                  </a:lnTo>
                  <a:lnTo>
                    <a:pt x="1758316" y="1241141"/>
                  </a:lnTo>
                  <a:lnTo>
                    <a:pt x="1758275" y="1241061"/>
                  </a:lnTo>
                  <a:lnTo>
                    <a:pt x="1757852" y="1241260"/>
                  </a:lnTo>
                  <a:lnTo>
                    <a:pt x="1757024" y="1241474"/>
                  </a:lnTo>
                  <a:lnTo>
                    <a:pt x="1756241" y="1241676"/>
                  </a:lnTo>
                  <a:lnTo>
                    <a:pt x="1756220" y="1241673"/>
                  </a:lnTo>
                  <a:lnTo>
                    <a:pt x="1756047" y="1241336"/>
                  </a:lnTo>
                  <a:lnTo>
                    <a:pt x="1756101" y="1241290"/>
                  </a:lnTo>
                  <a:lnTo>
                    <a:pt x="1756427" y="1241100"/>
                  </a:lnTo>
                  <a:lnTo>
                    <a:pt x="1757032" y="1240964"/>
                  </a:lnTo>
                  <a:lnTo>
                    <a:pt x="1757963" y="1240754"/>
                  </a:lnTo>
                  <a:lnTo>
                    <a:pt x="1757973" y="1240691"/>
                  </a:lnTo>
                  <a:lnTo>
                    <a:pt x="1757953" y="1240695"/>
                  </a:lnTo>
                  <a:lnTo>
                    <a:pt x="1757951" y="1240707"/>
                  </a:lnTo>
                  <a:lnTo>
                    <a:pt x="1757947" y="1240712"/>
                  </a:lnTo>
                  <a:lnTo>
                    <a:pt x="1757942" y="1240709"/>
                  </a:lnTo>
                  <a:lnTo>
                    <a:pt x="1757942" y="1240704"/>
                  </a:lnTo>
                  <a:lnTo>
                    <a:pt x="1757938" y="1240701"/>
                  </a:lnTo>
                  <a:lnTo>
                    <a:pt x="1757928" y="1240693"/>
                  </a:lnTo>
                  <a:lnTo>
                    <a:pt x="1757925" y="1240690"/>
                  </a:lnTo>
                  <a:lnTo>
                    <a:pt x="1757911" y="1240678"/>
                  </a:lnTo>
                  <a:lnTo>
                    <a:pt x="1757708" y="1240693"/>
                  </a:lnTo>
                  <a:lnTo>
                    <a:pt x="1757704" y="1240725"/>
                  </a:lnTo>
                  <a:lnTo>
                    <a:pt x="1757602" y="1240705"/>
                  </a:lnTo>
                  <a:lnTo>
                    <a:pt x="1757297" y="1240617"/>
                  </a:lnTo>
                  <a:lnTo>
                    <a:pt x="1757119" y="1240703"/>
                  </a:lnTo>
                  <a:lnTo>
                    <a:pt x="1757009" y="1240808"/>
                  </a:lnTo>
                  <a:lnTo>
                    <a:pt x="1756980" y="1240886"/>
                  </a:lnTo>
                  <a:lnTo>
                    <a:pt x="1756808" y="1240963"/>
                  </a:lnTo>
                  <a:lnTo>
                    <a:pt x="1756175" y="1241127"/>
                  </a:lnTo>
                  <a:lnTo>
                    <a:pt x="1755998" y="1241295"/>
                  </a:lnTo>
                  <a:lnTo>
                    <a:pt x="1755876" y="1241584"/>
                  </a:lnTo>
                  <a:lnTo>
                    <a:pt x="1755749" y="1241839"/>
                  </a:lnTo>
                  <a:lnTo>
                    <a:pt x="1755460" y="1241839"/>
                  </a:lnTo>
                  <a:lnTo>
                    <a:pt x="1755276" y="1241780"/>
                  </a:lnTo>
                  <a:lnTo>
                    <a:pt x="1755096" y="1241649"/>
                  </a:lnTo>
                  <a:lnTo>
                    <a:pt x="1755001" y="1241555"/>
                  </a:lnTo>
                  <a:lnTo>
                    <a:pt x="1754801" y="1241253"/>
                  </a:lnTo>
                  <a:lnTo>
                    <a:pt x="1754769" y="1241107"/>
                  </a:lnTo>
                  <a:lnTo>
                    <a:pt x="1754863" y="1240882"/>
                  </a:lnTo>
                  <a:lnTo>
                    <a:pt x="1755019" y="1240731"/>
                  </a:lnTo>
                  <a:lnTo>
                    <a:pt x="1755060" y="1240736"/>
                  </a:lnTo>
                  <a:lnTo>
                    <a:pt x="1755123" y="1240669"/>
                  </a:lnTo>
                  <a:lnTo>
                    <a:pt x="1755139" y="1240158"/>
                  </a:lnTo>
                  <a:lnTo>
                    <a:pt x="1755115" y="1239944"/>
                  </a:lnTo>
                  <a:lnTo>
                    <a:pt x="1755121" y="1239928"/>
                  </a:lnTo>
                  <a:lnTo>
                    <a:pt x="1755288" y="1239848"/>
                  </a:lnTo>
                  <a:lnTo>
                    <a:pt x="1755340" y="1239642"/>
                  </a:lnTo>
                  <a:lnTo>
                    <a:pt x="1755329" y="1239495"/>
                  </a:lnTo>
                  <a:lnTo>
                    <a:pt x="1755613" y="1239581"/>
                  </a:lnTo>
                  <a:lnTo>
                    <a:pt x="1755703" y="1239708"/>
                  </a:lnTo>
                  <a:lnTo>
                    <a:pt x="1755802" y="1239893"/>
                  </a:lnTo>
                  <a:lnTo>
                    <a:pt x="1755933" y="1239904"/>
                  </a:lnTo>
                  <a:lnTo>
                    <a:pt x="1756309" y="1239824"/>
                  </a:lnTo>
                  <a:lnTo>
                    <a:pt x="1756625" y="1239609"/>
                  </a:lnTo>
                  <a:lnTo>
                    <a:pt x="1756733" y="1239316"/>
                  </a:lnTo>
                  <a:lnTo>
                    <a:pt x="1756877" y="1238926"/>
                  </a:lnTo>
                  <a:lnTo>
                    <a:pt x="1756393" y="1238570"/>
                  </a:lnTo>
                  <a:lnTo>
                    <a:pt x="1756168" y="1238573"/>
                  </a:lnTo>
                  <a:lnTo>
                    <a:pt x="1756123" y="1238712"/>
                  </a:lnTo>
                  <a:lnTo>
                    <a:pt x="1755987" y="1238713"/>
                  </a:lnTo>
                  <a:lnTo>
                    <a:pt x="1755684" y="1238659"/>
                  </a:lnTo>
                  <a:lnTo>
                    <a:pt x="1755606" y="1238629"/>
                  </a:lnTo>
                  <a:lnTo>
                    <a:pt x="1755382" y="1238529"/>
                  </a:lnTo>
                  <a:lnTo>
                    <a:pt x="1755396" y="1238456"/>
                  </a:lnTo>
                  <a:lnTo>
                    <a:pt x="1755312" y="1238421"/>
                  </a:lnTo>
                  <a:lnTo>
                    <a:pt x="1755050" y="1238514"/>
                  </a:lnTo>
                  <a:lnTo>
                    <a:pt x="1755003" y="1238735"/>
                  </a:lnTo>
                  <a:lnTo>
                    <a:pt x="1754671" y="1238922"/>
                  </a:lnTo>
                  <a:lnTo>
                    <a:pt x="1754552" y="1238900"/>
                  </a:lnTo>
                  <a:lnTo>
                    <a:pt x="1754545" y="1238831"/>
                  </a:lnTo>
                  <a:lnTo>
                    <a:pt x="1754441" y="1238859"/>
                  </a:lnTo>
                  <a:lnTo>
                    <a:pt x="1754029" y="1238889"/>
                  </a:lnTo>
                  <a:lnTo>
                    <a:pt x="1753855" y="1239044"/>
                  </a:lnTo>
                  <a:lnTo>
                    <a:pt x="1753541" y="1239210"/>
                  </a:lnTo>
                  <a:lnTo>
                    <a:pt x="1752522" y="1239642"/>
                  </a:lnTo>
                  <a:lnTo>
                    <a:pt x="1752511" y="1239644"/>
                  </a:lnTo>
                  <a:lnTo>
                    <a:pt x="1752506" y="1239645"/>
                  </a:lnTo>
                  <a:lnTo>
                    <a:pt x="1752469" y="1239615"/>
                  </a:lnTo>
                  <a:lnTo>
                    <a:pt x="1752327" y="1239630"/>
                  </a:lnTo>
                  <a:lnTo>
                    <a:pt x="1752129" y="1239692"/>
                  </a:lnTo>
                  <a:lnTo>
                    <a:pt x="1752054" y="1239715"/>
                  </a:lnTo>
                  <a:lnTo>
                    <a:pt x="1752146" y="1239862"/>
                  </a:lnTo>
                  <a:lnTo>
                    <a:pt x="1752151" y="1239871"/>
                  </a:lnTo>
                  <a:lnTo>
                    <a:pt x="1752296" y="1240142"/>
                  </a:lnTo>
                  <a:lnTo>
                    <a:pt x="1751868" y="1240188"/>
                  </a:lnTo>
                  <a:lnTo>
                    <a:pt x="1751731" y="1240203"/>
                  </a:lnTo>
                  <a:lnTo>
                    <a:pt x="1751682" y="1240234"/>
                  </a:lnTo>
                  <a:lnTo>
                    <a:pt x="1751696" y="1240264"/>
                  </a:lnTo>
                  <a:lnTo>
                    <a:pt x="1751625" y="1240347"/>
                  </a:lnTo>
                  <a:lnTo>
                    <a:pt x="1751148" y="1240412"/>
                  </a:lnTo>
                  <a:lnTo>
                    <a:pt x="1750913" y="1240320"/>
                  </a:lnTo>
                  <a:lnTo>
                    <a:pt x="1750715" y="1240335"/>
                  </a:lnTo>
                  <a:lnTo>
                    <a:pt x="1750694" y="1240383"/>
                  </a:lnTo>
                  <a:lnTo>
                    <a:pt x="1750751" y="1240412"/>
                  </a:lnTo>
                  <a:lnTo>
                    <a:pt x="1751083" y="1240579"/>
                  </a:lnTo>
                  <a:lnTo>
                    <a:pt x="1751582" y="1240471"/>
                  </a:lnTo>
                  <a:lnTo>
                    <a:pt x="1751824" y="1240594"/>
                  </a:lnTo>
                  <a:lnTo>
                    <a:pt x="1752025" y="1240507"/>
                  </a:lnTo>
                  <a:lnTo>
                    <a:pt x="1752352" y="1240579"/>
                  </a:lnTo>
                  <a:lnTo>
                    <a:pt x="1752385" y="1240827"/>
                  </a:lnTo>
                  <a:lnTo>
                    <a:pt x="1752739" y="1240905"/>
                  </a:lnTo>
                  <a:lnTo>
                    <a:pt x="1752848" y="1241224"/>
                  </a:lnTo>
                  <a:lnTo>
                    <a:pt x="1752863" y="1241232"/>
                  </a:lnTo>
                  <a:lnTo>
                    <a:pt x="1752935" y="1241236"/>
                  </a:lnTo>
                  <a:lnTo>
                    <a:pt x="1753259" y="1241209"/>
                  </a:lnTo>
                  <a:lnTo>
                    <a:pt x="1753277" y="1241241"/>
                  </a:lnTo>
                  <a:lnTo>
                    <a:pt x="1753288" y="1241306"/>
                  </a:lnTo>
                  <a:lnTo>
                    <a:pt x="1753252" y="1241379"/>
                  </a:lnTo>
                  <a:lnTo>
                    <a:pt x="1753177" y="1241429"/>
                  </a:lnTo>
                  <a:lnTo>
                    <a:pt x="1753317" y="1241733"/>
                  </a:lnTo>
                  <a:lnTo>
                    <a:pt x="1753196" y="1241793"/>
                  </a:lnTo>
                  <a:lnTo>
                    <a:pt x="1753323" y="1242089"/>
                  </a:lnTo>
                  <a:lnTo>
                    <a:pt x="1753645" y="1242090"/>
                  </a:lnTo>
                  <a:lnTo>
                    <a:pt x="1753739" y="1242201"/>
                  </a:lnTo>
                  <a:lnTo>
                    <a:pt x="1754015" y="1242104"/>
                  </a:lnTo>
                  <a:lnTo>
                    <a:pt x="1754060" y="1241984"/>
                  </a:lnTo>
                  <a:lnTo>
                    <a:pt x="1754257" y="1241890"/>
                  </a:lnTo>
                  <a:lnTo>
                    <a:pt x="1754474" y="1241973"/>
                  </a:lnTo>
                  <a:lnTo>
                    <a:pt x="1754421" y="1242113"/>
                  </a:lnTo>
                  <a:lnTo>
                    <a:pt x="1754490" y="1242166"/>
                  </a:lnTo>
                  <a:lnTo>
                    <a:pt x="1754868" y="1242207"/>
                  </a:lnTo>
                  <a:lnTo>
                    <a:pt x="1754976" y="1242363"/>
                  </a:lnTo>
                  <a:lnTo>
                    <a:pt x="1754955" y="1242469"/>
                  </a:lnTo>
                  <a:lnTo>
                    <a:pt x="1754659" y="1242997"/>
                  </a:lnTo>
                  <a:lnTo>
                    <a:pt x="1754674" y="1243089"/>
                  </a:lnTo>
                  <a:lnTo>
                    <a:pt x="1754813" y="1243096"/>
                  </a:lnTo>
                  <a:lnTo>
                    <a:pt x="1754877" y="1243507"/>
                  </a:lnTo>
                  <a:lnTo>
                    <a:pt x="1754821" y="1243752"/>
                  </a:lnTo>
                  <a:lnTo>
                    <a:pt x="1754650" y="1243956"/>
                  </a:lnTo>
                  <a:lnTo>
                    <a:pt x="1754455" y="1243788"/>
                  </a:lnTo>
                  <a:lnTo>
                    <a:pt x="1754417" y="1243807"/>
                  </a:lnTo>
                  <a:lnTo>
                    <a:pt x="1754365" y="1243952"/>
                  </a:lnTo>
                  <a:lnTo>
                    <a:pt x="1754248" y="1244141"/>
                  </a:lnTo>
                  <a:lnTo>
                    <a:pt x="1754129" y="1244223"/>
                  </a:lnTo>
                  <a:lnTo>
                    <a:pt x="1753752" y="1244229"/>
                  </a:lnTo>
                  <a:lnTo>
                    <a:pt x="1753633" y="1244288"/>
                  </a:lnTo>
                  <a:lnTo>
                    <a:pt x="1753274" y="1244849"/>
                  </a:lnTo>
                  <a:lnTo>
                    <a:pt x="1753288" y="1244976"/>
                  </a:lnTo>
                  <a:lnTo>
                    <a:pt x="1753324" y="1245075"/>
                  </a:lnTo>
                  <a:lnTo>
                    <a:pt x="1753494" y="1245402"/>
                  </a:lnTo>
                  <a:lnTo>
                    <a:pt x="1753708" y="1245627"/>
                  </a:lnTo>
                  <a:lnTo>
                    <a:pt x="1753777" y="1245693"/>
                  </a:lnTo>
                  <a:lnTo>
                    <a:pt x="1754006" y="1245728"/>
                  </a:lnTo>
                  <a:lnTo>
                    <a:pt x="1754396" y="1245837"/>
                  </a:lnTo>
                  <a:lnTo>
                    <a:pt x="1754424" y="1245891"/>
                  </a:lnTo>
                  <a:lnTo>
                    <a:pt x="1754421" y="1245909"/>
                  </a:lnTo>
                  <a:lnTo>
                    <a:pt x="1754358" y="1246003"/>
                  </a:lnTo>
                  <a:lnTo>
                    <a:pt x="1754291" y="1246012"/>
                  </a:lnTo>
                  <a:lnTo>
                    <a:pt x="1754217" y="1245995"/>
                  </a:lnTo>
                  <a:lnTo>
                    <a:pt x="1754134" y="1246016"/>
                  </a:lnTo>
                  <a:lnTo>
                    <a:pt x="1753836" y="1246132"/>
                  </a:lnTo>
                  <a:lnTo>
                    <a:pt x="1753630" y="1246343"/>
                  </a:lnTo>
                  <a:lnTo>
                    <a:pt x="1753419" y="1246430"/>
                  </a:lnTo>
                  <a:lnTo>
                    <a:pt x="1752944" y="1246423"/>
                  </a:lnTo>
                  <a:lnTo>
                    <a:pt x="1752940" y="1246396"/>
                  </a:lnTo>
                  <a:lnTo>
                    <a:pt x="1752222" y="1246412"/>
                  </a:lnTo>
                  <a:lnTo>
                    <a:pt x="1752215" y="1246491"/>
                  </a:lnTo>
                  <a:lnTo>
                    <a:pt x="1752253" y="1246611"/>
                  </a:lnTo>
                  <a:lnTo>
                    <a:pt x="1752205" y="1246853"/>
                  </a:lnTo>
                  <a:lnTo>
                    <a:pt x="1751610" y="1246899"/>
                  </a:lnTo>
                  <a:lnTo>
                    <a:pt x="1751626" y="1246645"/>
                  </a:lnTo>
                  <a:lnTo>
                    <a:pt x="1751550" y="1246693"/>
                  </a:lnTo>
                  <a:lnTo>
                    <a:pt x="1751273" y="1246747"/>
                  </a:lnTo>
                  <a:lnTo>
                    <a:pt x="1750738" y="1246996"/>
                  </a:lnTo>
                  <a:lnTo>
                    <a:pt x="1750391" y="1247188"/>
                  </a:lnTo>
                  <a:lnTo>
                    <a:pt x="1750213" y="1247287"/>
                  </a:lnTo>
                  <a:lnTo>
                    <a:pt x="1750200" y="1247297"/>
                  </a:lnTo>
                  <a:lnTo>
                    <a:pt x="1750265" y="1247391"/>
                  </a:lnTo>
                  <a:lnTo>
                    <a:pt x="1750270" y="1247393"/>
                  </a:lnTo>
                  <a:lnTo>
                    <a:pt x="1750337" y="1247463"/>
                  </a:lnTo>
                  <a:lnTo>
                    <a:pt x="1750373" y="1247444"/>
                  </a:lnTo>
                  <a:lnTo>
                    <a:pt x="1750379" y="1247436"/>
                  </a:lnTo>
                  <a:lnTo>
                    <a:pt x="1750386" y="1247429"/>
                  </a:lnTo>
                  <a:lnTo>
                    <a:pt x="1750398" y="1247427"/>
                  </a:lnTo>
                  <a:lnTo>
                    <a:pt x="1750469" y="1247433"/>
                  </a:lnTo>
                  <a:lnTo>
                    <a:pt x="1750701" y="1247440"/>
                  </a:lnTo>
                  <a:lnTo>
                    <a:pt x="1751114" y="1247463"/>
                  </a:lnTo>
                  <a:lnTo>
                    <a:pt x="1751130" y="1247459"/>
                  </a:lnTo>
                  <a:lnTo>
                    <a:pt x="1751140" y="1247443"/>
                  </a:lnTo>
                  <a:lnTo>
                    <a:pt x="1751153" y="1247426"/>
                  </a:lnTo>
                  <a:lnTo>
                    <a:pt x="1751161" y="1247420"/>
                  </a:lnTo>
                  <a:lnTo>
                    <a:pt x="1751171" y="1247420"/>
                  </a:lnTo>
                  <a:lnTo>
                    <a:pt x="1751197" y="1247425"/>
                  </a:lnTo>
                  <a:lnTo>
                    <a:pt x="1751236" y="1247452"/>
                  </a:lnTo>
                  <a:lnTo>
                    <a:pt x="1751272" y="1247473"/>
                  </a:lnTo>
                  <a:lnTo>
                    <a:pt x="1751288" y="1247474"/>
                  </a:lnTo>
                  <a:lnTo>
                    <a:pt x="1751300" y="1247465"/>
                  </a:lnTo>
                  <a:lnTo>
                    <a:pt x="1751304" y="1247457"/>
                  </a:lnTo>
                  <a:lnTo>
                    <a:pt x="1751319" y="1247452"/>
                  </a:lnTo>
                  <a:lnTo>
                    <a:pt x="1751326" y="1247456"/>
                  </a:lnTo>
                  <a:lnTo>
                    <a:pt x="1751331" y="1247469"/>
                  </a:lnTo>
                  <a:lnTo>
                    <a:pt x="1751329" y="1247484"/>
                  </a:lnTo>
                  <a:lnTo>
                    <a:pt x="1751319" y="1247495"/>
                  </a:lnTo>
                  <a:lnTo>
                    <a:pt x="1751308" y="1247498"/>
                  </a:lnTo>
                  <a:lnTo>
                    <a:pt x="1751297" y="1247502"/>
                  </a:lnTo>
                  <a:lnTo>
                    <a:pt x="1751292" y="1247511"/>
                  </a:lnTo>
                  <a:lnTo>
                    <a:pt x="1751290" y="1247518"/>
                  </a:lnTo>
                  <a:lnTo>
                    <a:pt x="1751284" y="1247559"/>
                  </a:lnTo>
                  <a:lnTo>
                    <a:pt x="1751292" y="1247567"/>
                  </a:lnTo>
                  <a:lnTo>
                    <a:pt x="1751674" y="1247929"/>
                  </a:lnTo>
                  <a:lnTo>
                    <a:pt x="1751879" y="1248124"/>
                  </a:lnTo>
                  <a:lnTo>
                    <a:pt x="1752769" y="1248969"/>
                  </a:lnTo>
                  <a:lnTo>
                    <a:pt x="1753091" y="1249104"/>
                  </a:lnTo>
                  <a:lnTo>
                    <a:pt x="1753153" y="1249130"/>
                  </a:lnTo>
                  <a:lnTo>
                    <a:pt x="1753243" y="1249168"/>
                  </a:lnTo>
                  <a:lnTo>
                    <a:pt x="1753255" y="1249173"/>
                  </a:lnTo>
                  <a:lnTo>
                    <a:pt x="1753286" y="1249186"/>
                  </a:lnTo>
                  <a:lnTo>
                    <a:pt x="1753292" y="1249189"/>
                  </a:lnTo>
                  <a:lnTo>
                    <a:pt x="1753320" y="1249145"/>
                  </a:lnTo>
                  <a:lnTo>
                    <a:pt x="1753320" y="1249126"/>
                  </a:lnTo>
                  <a:lnTo>
                    <a:pt x="1753320" y="1249119"/>
                  </a:lnTo>
                  <a:lnTo>
                    <a:pt x="1753319" y="1249082"/>
                  </a:lnTo>
                  <a:lnTo>
                    <a:pt x="1753326" y="1249081"/>
                  </a:lnTo>
                  <a:lnTo>
                    <a:pt x="1753349" y="1249077"/>
                  </a:lnTo>
                  <a:lnTo>
                    <a:pt x="1753366" y="1249113"/>
                  </a:lnTo>
                  <a:lnTo>
                    <a:pt x="1753369" y="1249119"/>
                  </a:lnTo>
                  <a:lnTo>
                    <a:pt x="1753369" y="1249130"/>
                  </a:lnTo>
                  <a:lnTo>
                    <a:pt x="1753373" y="1249203"/>
                  </a:lnTo>
                  <a:lnTo>
                    <a:pt x="1753357" y="1249245"/>
                  </a:lnTo>
                  <a:lnTo>
                    <a:pt x="1753352" y="1249260"/>
                  </a:lnTo>
                  <a:lnTo>
                    <a:pt x="1753367" y="1249280"/>
                  </a:lnTo>
                  <a:lnTo>
                    <a:pt x="1753376" y="1249292"/>
                  </a:lnTo>
                  <a:lnTo>
                    <a:pt x="1753652" y="1249458"/>
                  </a:lnTo>
                  <a:lnTo>
                    <a:pt x="1753835" y="1249592"/>
                  </a:lnTo>
                  <a:lnTo>
                    <a:pt x="1754179" y="1249844"/>
                  </a:lnTo>
                  <a:lnTo>
                    <a:pt x="1754268" y="1249909"/>
                  </a:lnTo>
                  <a:lnTo>
                    <a:pt x="1754513" y="1250088"/>
                  </a:lnTo>
                  <a:lnTo>
                    <a:pt x="1754586" y="1250141"/>
                  </a:lnTo>
                  <a:lnTo>
                    <a:pt x="1754696" y="1250220"/>
                  </a:lnTo>
                  <a:lnTo>
                    <a:pt x="1754868" y="1250345"/>
                  </a:lnTo>
                  <a:lnTo>
                    <a:pt x="1754904" y="1250334"/>
                  </a:lnTo>
                  <a:lnTo>
                    <a:pt x="1754916" y="1250322"/>
                  </a:lnTo>
                  <a:lnTo>
                    <a:pt x="1755066" y="1250244"/>
                  </a:lnTo>
                  <a:lnTo>
                    <a:pt x="1755225" y="1250135"/>
                  </a:lnTo>
                  <a:lnTo>
                    <a:pt x="1755292" y="1249983"/>
                  </a:lnTo>
                  <a:lnTo>
                    <a:pt x="1755341" y="1249578"/>
                  </a:lnTo>
                  <a:lnTo>
                    <a:pt x="1755117" y="1249453"/>
                  </a:lnTo>
                  <a:lnTo>
                    <a:pt x="1755019" y="1249328"/>
                  </a:lnTo>
                  <a:lnTo>
                    <a:pt x="1755011" y="1249288"/>
                  </a:lnTo>
                  <a:lnTo>
                    <a:pt x="1755089" y="1249258"/>
                  </a:lnTo>
                  <a:lnTo>
                    <a:pt x="1755369" y="1249292"/>
                  </a:lnTo>
                  <a:lnTo>
                    <a:pt x="1755420" y="1249177"/>
                  </a:lnTo>
                  <a:lnTo>
                    <a:pt x="1755366" y="1249146"/>
                  </a:lnTo>
                  <a:lnTo>
                    <a:pt x="1755374" y="1248990"/>
                  </a:lnTo>
                  <a:lnTo>
                    <a:pt x="1755546" y="1248725"/>
                  </a:lnTo>
                  <a:lnTo>
                    <a:pt x="1755993" y="1248572"/>
                  </a:lnTo>
                  <a:lnTo>
                    <a:pt x="1756298" y="1248703"/>
                  </a:lnTo>
                  <a:lnTo>
                    <a:pt x="1756369" y="1248771"/>
                  </a:lnTo>
                  <a:lnTo>
                    <a:pt x="1756394" y="1248868"/>
                  </a:lnTo>
                  <a:lnTo>
                    <a:pt x="1756128" y="1249275"/>
                  </a:lnTo>
                  <a:lnTo>
                    <a:pt x="1756047" y="1249365"/>
                  </a:lnTo>
                  <a:lnTo>
                    <a:pt x="1755950" y="1249429"/>
                  </a:lnTo>
                  <a:lnTo>
                    <a:pt x="1755887" y="1249446"/>
                  </a:lnTo>
                  <a:lnTo>
                    <a:pt x="1755815" y="1249446"/>
                  </a:lnTo>
                  <a:lnTo>
                    <a:pt x="1755721" y="1249631"/>
                  </a:lnTo>
                  <a:lnTo>
                    <a:pt x="1755707" y="1249813"/>
                  </a:lnTo>
                  <a:lnTo>
                    <a:pt x="1755595" y="1250722"/>
                  </a:lnTo>
                  <a:lnTo>
                    <a:pt x="1755441" y="1250912"/>
                  </a:lnTo>
                  <a:lnTo>
                    <a:pt x="1755173" y="1250855"/>
                  </a:lnTo>
                  <a:lnTo>
                    <a:pt x="1755068" y="1250926"/>
                  </a:lnTo>
                  <a:lnTo>
                    <a:pt x="1754986" y="1251028"/>
                  </a:lnTo>
                  <a:lnTo>
                    <a:pt x="1754921" y="1251216"/>
                  </a:lnTo>
                  <a:lnTo>
                    <a:pt x="1754898" y="1251391"/>
                  </a:lnTo>
                  <a:lnTo>
                    <a:pt x="1754917" y="1251683"/>
                  </a:lnTo>
                  <a:lnTo>
                    <a:pt x="1755005" y="1252090"/>
                  </a:lnTo>
                  <a:lnTo>
                    <a:pt x="1755068" y="1252247"/>
                  </a:lnTo>
                  <a:lnTo>
                    <a:pt x="1755309" y="1252567"/>
                  </a:lnTo>
                  <a:lnTo>
                    <a:pt x="1755314" y="1252571"/>
                  </a:lnTo>
                  <a:lnTo>
                    <a:pt x="1755421" y="1252664"/>
                  </a:lnTo>
                  <a:lnTo>
                    <a:pt x="1755432" y="1252671"/>
                  </a:lnTo>
                  <a:lnTo>
                    <a:pt x="1755466" y="1252692"/>
                  </a:lnTo>
                  <a:lnTo>
                    <a:pt x="1755478" y="1252701"/>
                  </a:lnTo>
                  <a:lnTo>
                    <a:pt x="1755497" y="1252719"/>
                  </a:lnTo>
                  <a:lnTo>
                    <a:pt x="1755520" y="1252728"/>
                  </a:lnTo>
                  <a:lnTo>
                    <a:pt x="1755540" y="1252732"/>
                  </a:lnTo>
                  <a:lnTo>
                    <a:pt x="1755549" y="1252728"/>
                  </a:lnTo>
                  <a:lnTo>
                    <a:pt x="1755590" y="1252714"/>
                  </a:lnTo>
                  <a:lnTo>
                    <a:pt x="1755601" y="1252706"/>
                  </a:lnTo>
                  <a:lnTo>
                    <a:pt x="1755524" y="1252601"/>
                  </a:lnTo>
                  <a:lnTo>
                    <a:pt x="1755752" y="1252338"/>
                  </a:lnTo>
                  <a:lnTo>
                    <a:pt x="1755860" y="1252452"/>
                  </a:lnTo>
                  <a:lnTo>
                    <a:pt x="1755698" y="1252622"/>
                  </a:lnTo>
                  <a:lnTo>
                    <a:pt x="1755692" y="1252636"/>
                  </a:lnTo>
                  <a:lnTo>
                    <a:pt x="1755679" y="1252671"/>
                  </a:lnTo>
                  <a:lnTo>
                    <a:pt x="1755671" y="1252697"/>
                  </a:lnTo>
                  <a:lnTo>
                    <a:pt x="1755671" y="1252723"/>
                  </a:lnTo>
                  <a:lnTo>
                    <a:pt x="1755671" y="1252732"/>
                  </a:lnTo>
                  <a:lnTo>
                    <a:pt x="1755667" y="1252758"/>
                  </a:lnTo>
                  <a:lnTo>
                    <a:pt x="1755667" y="1252767"/>
                  </a:lnTo>
                  <a:lnTo>
                    <a:pt x="1755667" y="1252776"/>
                  </a:lnTo>
                  <a:lnTo>
                    <a:pt x="1755675" y="1252789"/>
                  </a:lnTo>
                  <a:lnTo>
                    <a:pt x="1755675" y="1252798"/>
                  </a:lnTo>
                  <a:lnTo>
                    <a:pt x="1755671" y="1252802"/>
                  </a:lnTo>
                  <a:lnTo>
                    <a:pt x="1755675" y="1252820"/>
                  </a:lnTo>
                  <a:lnTo>
                    <a:pt x="1755682" y="1252828"/>
                  </a:lnTo>
                  <a:lnTo>
                    <a:pt x="1755709" y="1252868"/>
                  </a:lnTo>
                  <a:lnTo>
                    <a:pt x="1755736" y="1252907"/>
                  </a:lnTo>
                  <a:lnTo>
                    <a:pt x="1755752" y="1252929"/>
                  </a:lnTo>
                  <a:lnTo>
                    <a:pt x="1755760" y="1252933"/>
                  </a:lnTo>
                  <a:lnTo>
                    <a:pt x="1755775" y="1252942"/>
                  </a:lnTo>
                  <a:lnTo>
                    <a:pt x="1755787" y="1252955"/>
                  </a:lnTo>
                  <a:lnTo>
                    <a:pt x="1755802" y="1252986"/>
                  </a:lnTo>
                  <a:lnTo>
                    <a:pt x="1755809" y="1252997"/>
                  </a:lnTo>
                  <a:lnTo>
                    <a:pt x="1755815" y="1253002"/>
                  </a:lnTo>
                  <a:lnTo>
                    <a:pt x="1755896" y="1253059"/>
                  </a:lnTo>
                  <a:lnTo>
                    <a:pt x="1755912" y="1253070"/>
                  </a:lnTo>
                  <a:lnTo>
                    <a:pt x="1755996" y="1253087"/>
                  </a:lnTo>
                  <a:lnTo>
                    <a:pt x="1756022" y="1253074"/>
                  </a:lnTo>
                  <a:lnTo>
                    <a:pt x="1756045" y="1252997"/>
                  </a:lnTo>
                  <a:lnTo>
                    <a:pt x="1756452" y="1252724"/>
                  </a:lnTo>
                  <a:lnTo>
                    <a:pt x="1756717" y="1252775"/>
                  </a:lnTo>
                  <a:lnTo>
                    <a:pt x="1756775" y="1252824"/>
                  </a:lnTo>
                  <a:lnTo>
                    <a:pt x="1756765" y="1252859"/>
                  </a:lnTo>
                  <a:lnTo>
                    <a:pt x="1756675" y="1252965"/>
                  </a:lnTo>
                  <a:lnTo>
                    <a:pt x="1756545" y="1252974"/>
                  </a:lnTo>
                  <a:lnTo>
                    <a:pt x="1756467" y="1252999"/>
                  </a:lnTo>
                  <a:lnTo>
                    <a:pt x="1756349" y="1253071"/>
                  </a:lnTo>
                  <a:lnTo>
                    <a:pt x="1756214" y="1253174"/>
                  </a:lnTo>
                  <a:lnTo>
                    <a:pt x="1756070" y="1253353"/>
                  </a:lnTo>
                  <a:lnTo>
                    <a:pt x="1755890" y="1253429"/>
                  </a:lnTo>
                  <a:lnTo>
                    <a:pt x="1755346" y="1253516"/>
                  </a:lnTo>
                  <a:lnTo>
                    <a:pt x="1755234" y="1253513"/>
                  </a:lnTo>
                  <a:lnTo>
                    <a:pt x="1755184" y="1253412"/>
                  </a:lnTo>
                  <a:lnTo>
                    <a:pt x="1754908" y="1253383"/>
                  </a:lnTo>
                  <a:lnTo>
                    <a:pt x="1754975" y="1252987"/>
                  </a:lnTo>
                  <a:lnTo>
                    <a:pt x="1754867" y="1252768"/>
                  </a:lnTo>
                  <a:lnTo>
                    <a:pt x="1754418" y="1252652"/>
                  </a:lnTo>
                  <a:lnTo>
                    <a:pt x="1754136" y="1252648"/>
                  </a:lnTo>
                  <a:lnTo>
                    <a:pt x="1753894" y="1252674"/>
                  </a:lnTo>
                  <a:lnTo>
                    <a:pt x="1753777" y="1252711"/>
                  </a:lnTo>
                  <a:lnTo>
                    <a:pt x="1753547" y="1252850"/>
                  </a:lnTo>
                  <a:lnTo>
                    <a:pt x="1753289" y="1252924"/>
                  </a:lnTo>
                  <a:lnTo>
                    <a:pt x="1753128" y="1252913"/>
                  </a:lnTo>
                  <a:lnTo>
                    <a:pt x="1753002" y="1252722"/>
                  </a:lnTo>
                  <a:lnTo>
                    <a:pt x="1752379" y="1252832"/>
                  </a:lnTo>
                  <a:lnTo>
                    <a:pt x="1751958" y="1253493"/>
                  </a:lnTo>
                  <a:lnTo>
                    <a:pt x="1751811" y="1253823"/>
                  </a:lnTo>
                  <a:lnTo>
                    <a:pt x="1751983" y="1253773"/>
                  </a:lnTo>
                  <a:lnTo>
                    <a:pt x="1752043" y="1253787"/>
                  </a:lnTo>
                  <a:lnTo>
                    <a:pt x="1752232" y="1254058"/>
                  </a:lnTo>
                  <a:lnTo>
                    <a:pt x="1752208" y="1254145"/>
                  </a:lnTo>
                  <a:lnTo>
                    <a:pt x="1752148" y="1254198"/>
                  </a:lnTo>
                  <a:lnTo>
                    <a:pt x="1752134" y="1254302"/>
                  </a:lnTo>
                  <a:lnTo>
                    <a:pt x="1752171" y="1254722"/>
                  </a:lnTo>
                  <a:lnTo>
                    <a:pt x="1752195" y="1254794"/>
                  </a:lnTo>
                  <a:lnTo>
                    <a:pt x="1752268" y="1254894"/>
                  </a:lnTo>
                  <a:lnTo>
                    <a:pt x="1752430" y="1254986"/>
                  </a:lnTo>
                  <a:lnTo>
                    <a:pt x="1752533" y="1255032"/>
                  </a:lnTo>
                  <a:lnTo>
                    <a:pt x="1752643" y="1255205"/>
                  </a:lnTo>
                  <a:lnTo>
                    <a:pt x="1752694" y="1255316"/>
                  </a:lnTo>
                  <a:lnTo>
                    <a:pt x="1752754" y="1255395"/>
                  </a:lnTo>
                  <a:lnTo>
                    <a:pt x="1752863" y="1255494"/>
                  </a:lnTo>
                  <a:lnTo>
                    <a:pt x="1752981" y="1255509"/>
                  </a:lnTo>
                  <a:lnTo>
                    <a:pt x="1753348" y="1255703"/>
                  </a:lnTo>
                  <a:lnTo>
                    <a:pt x="1754279" y="1255550"/>
                  </a:lnTo>
                  <a:lnTo>
                    <a:pt x="1754611" y="1255484"/>
                  </a:lnTo>
                  <a:lnTo>
                    <a:pt x="1754800" y="1255545"/>
                  </a:lnTo>
                  <a:lnTo>
                    <a:pt x="1754860" y="1255586"/>
                  </a:lnTo>
                  <a:lnTo>
                    <a:pt x="1754930" y="1255703"/>
                  </a:lnTo>
                  <a:lnTo>
                    <a:pt x="1755144" y="1256039"/>
                  </a:lnTo>
                  <a:lnTo>
                    <a:pt x="1755171" y="1256126"/>
                  </a:lnTo>
                  <a:lnTo>
                    <a:pt x="1755132" y="1256246"/>
                  </a:lnTo>
                  <a:lnTo>
                    <a:pt x="1754983" y="1256367"/>
                  </a:lnTo>
                  <a:lnTo>
                    <a:pt x="1754662" y="1256338"/>
                  </a:lnTo>
                  <a:lnTo>
                    <a:pt x="1754448" y="1256263"/>
                  </a:lnTo>
                  <a:lnTo>
                    <a:pt x="1754231" y="1256320"/>
                  </a:lnTo>
                  <a:lnTo>
                    <a:pt x="1753869" y="1256393"/>
                  </a:lnTo>
                  <a:lnTo>
                    <a:pt x="1753483" y="1256385"/>
                  </a:lnTo>
                  <a:lnTo>
                    <a:pt x="1753242" y="1256456"/>
                  </a:lnTo>
                  <a:lnTo>
                    <a:pt x="1753188" y="1256540"/>
                  </a:lnTo>
                  <a:lnTo>
                    <a:pt x="1753134" y="1256581"/>
                  </a:lnTo>
                  <a:lnTo>
                    <a:pt x="1752989" y="1256625"/>
                  </a:lnTo>
                  <a:lnTo>
                    <a:pt x="1752860" y="1256615"/>
                  </a:lnTo>
                  <a:lnTo>
                    <a:pt x="1752215" y="1256461"/>
                  </a:lnTo>
                  <a:lnTo>
                    <a:pt x="1751844" y="1256301"/>
                  </a:lnTo>
                  <a:lnTo>
                    <a:pt x="1751785" y="1256159"/>
                  </a:lnTo>
                  <a:lnTo>
                    <a:pt x="1751789" y="1256154"/>
                  </a:lnTo>
                  <a:lnTo>
                    <a:pt x="1751715" y="1255878"/>
                  </a:lnTo>
                  <a:lnTo>
                    <a:pt x="1751688" y="1255829"/>
                  </a:lnTo>
                  <a:lnTo>
                    <a:pt x="1751407" y="1255705"/>
                  </a:lnTo>
                  <a:lnTo>
                    <a:pt x="1750773" y="1255677"/>
                  </a:lnTo>
                  <a:lnTo>
                    <a:pt x="1750378" y="1255787"/>
                  </a:lnTo>
                  <a:lnTo>
                    <a:pt x="1750077" y="1255899"/>
                  </a:lnTo>
                  <a:lnTo>
                    <a:pt x="1750033" y="1256028"/>
                  </a:lnTo>
                  <a:lnTo>
                    <a:pt x="1749932" y="1256199"/>
                  </a:lnTo>
                  <a:lnTo>
                    <a:pt x="1749643" y="1256393"/>
                  </a:lnTo>
                  <a:lnTo>
                    <a:pt x="1749197" y="1256271"/>
                  </a:lnTo>
                  <a:lnTo>
                    <a:pt x="1749053" y="1256617"/>
                  </a:lnTo>
                  <a:lnTo>
                    <a:pt x="1748897" y="1256774"/>
                  </a:lnTo>
                  <a:lnTo>
                    <a:pt x="1748885" y="1256792"/>
                  </a:lnTo>
                  <a:lnTo>
                    <a:pt x="1748607" y="1256600"/>
                  </a:lnTo>
                  <a:lnTo>
                    <a:pt x="1748362" y="1256592"/>
                  </a:lnTo>
                  <a:lnTo>
                    <a:pt x="1748078" y="1256649"/>
                  </a:lnTo>
                  <a:lnTo>
                    <a:pt x="1747774" y="1256807"/>
                  </a:lnTo>
                  <a:lnTo>
                    <a:pt x="1747603" y="1256977"/>
                  </a:lnTo>
                  <a:lnTo>
                    <a:pt x="1747424" y="1257188"/>
                  </a:lnTo>
                  <a:lnTo>
                    <a:pt x="1747158" y="1257349"/>
                  </a:lnTo>
                  <a:lnTo>
                    <a:pt x="1747045" y="1257348"/>
                  </a:lnTo>
                  <a:lnTo>
                    <a:pt x="1746899" y="1257334"/>
                  </a:lnTo>
                  <a:lnTo>
                    <a:pt x="1746337" y="1257280"/>
                  </a:lnTo>
                  <a:lnTo>
                    <a:pt x="1746012" y="1257344"/>
                  </a:lnTo>
                  <a:lnTo>
                    <a:pt x="1745929" y="1257403"/>
                  </a:lnTo>
                  <a:lnTo>
                    <a:pt x="1745884" y="1257491"/>
                  </a:lnTo>
                  <a:lnTo>
                    <a:pt x="1745793" y="1257606"/>
                  </a:lnTo>
                  <a:lnTo>
                    <a:pt x="1745739" y="1257676"/>
                  </a:lnTo>
                  <a:lnTo>
                    <a:pt x="1745659" y="1257671"/>
                  </a:lnTo>
                  <a:lnTo>
                    <a:pt x="1745484" y="1257619"/>
                  </a:lnTo>
                  <a:lnTo>
                    <a:pt x="1745281" y="1257603"/>
                  </a:lnTo>
                  <a:lnTo>
                    <a:pt x="1744764" y="1257756"/>
                  </a:lnTo>
                  <a:lnTo>
                    <a:pt x="1744561" y="1257604"/>
                  </a:lnTo>
                  <a:lnTo>
                    <a:pt x="1744214" y="1257661"/>
                  </a:lnTo>
                  <a:lnTo>
                    <a:pt x="1744156" y="1257634"/>
                  </a:lnTo>
                  <a:lnTo>
                    <a:pt x="1744016" y="1257511"/>
                  </a:lnTo>
                  <a:lnTo>
                    <a:pt x="1743997" y="1257460"/>
                  </a:lnTo>
                  <a:lnTo>
                    <a:pt x="1744166" y="1257204"/>
                  </a:lnTo>
                  <a:lnTo>
                    <a:pt x="1744253" y="1256873"/>
                  </a:lnTo>
                  <a:lnTo>
                    <a:pt x="1744247" y="1256763"/>
                  </a:lnTo>
                  <a:lnTo>
                    <a:pt x="1744108" y="1256556"/>
                  </a:lnTo>
                  <a:lnTo>
                    <a:pt x="1744096" y="1256400"/>
                  </a:lnTo>
                  <a:lnTo>
                    <a:pt x="1744088" y="1256263"/>
                  </a:lnTo>
                  <a:lnTo>
                    <a:pt x="1744081" y="1256105"/>
                  </a:lnTo>
                  <a:lnTo>
                    <a:pt x="1744039" y="1256049"/>
                  </a:lnTo>
                  <a:lnTo>
                    <a:pt x="1743895" y="1255858"/>
                  </a:lnTo>
                  <a:lnTo>
                    <a:pt x="1743771" y="1255694"/>
                  </a:lnTo>
                  <a:lnTo>
                    <a:pt x="1743703" y="1255647"/>
                  </a:lnTo>
                  <a:lnTo>
                    <a:pt x="1743631" y="1255667"/>
                  </a:lnTo>
                  <a:lnTo>
                    <a:pt x="1743596" y="1255705"/>
                  </a:lnTo>
                  <a:lnTo>
                    <a:pt x="1743574" y="1255691"/>
                  </a:lnTo>
                  <a:lnTo>
                    <a:pt x="1743466" y="1255469"/>
                  </a:lnTo>
                  <a:lnTo>
                    <a:pt x="1743442" y="1255265"/>
                  </a:lnTo>
                  <a:lnTo>
                    <a:pt x="1743455" y="1255155"/>
                  </a:lnTo>
                  <a:lnTo>
                    <a:pt x="1743609" y="1254726"/>
                  </a:lnTo>
                  <a:lnTo>
                    <a:pt x="1743639" y="1254703"/>
                  </a:lnTo>
                  <a:lnTo>
                    <a:pt x="1743648" y="1254698"/>
                  </a:lnTo>
                  <a:lnTo>
                    <a:pt x="1743656" y="1254698"/>
                  </a:lnTo>
                  <a:lnTo>
                    <a:pt x="1743662" y="1254697"/>
                  </a:lnTo>
                  <a:lnTo>
                    <a:pt x="1743673" y="1254693"/>
                  </a:lnTo>
                  <a:lnTo>
                    <a:pt x="1743694" y="1254693"/>
                  </a:lnTo>
                  <a:lnTo>
                    <a:pt x="1743800" y="1254703"/>
                  </a:lnTo>
                  <a:lnTo>
                    <a:pt x="1743806" y="1254703"/>
                  </a:lnTo>
                  <a:lnTo>
                    <a:pt x="1743822" y="1254687"/>
                  </a:lnTo>
                  <a:lnTo>
                    <a:pt x="1743821" y="1254674"/>
                  </a:lnTo>
                  <a:lnTo>
                    <a:pt x="1743820" y="1254662"/>
                  </a:lnTo>
                  <a:lnTo>
                    <a:pt x="1743834" y="1254603"/>
                  </a:lnTo>
                  <a:lnTo>
                    <a:pt x="1743838" y="1254587"/>
                  </a:lnTo>
                  <a:lnTo>
                    <a:pt x="1743839" y="1254579"/>
                  </a:lnTo>
                  <a:lnTo>
                    <a:pt x="1743831" y="1254560"/>
                  </a:lnTo>
                  <a:lnTo>
                    <a:pt x="1743833" y="1254538"/>
                  </a:lnTo>
                  <a:lnTo>
                    <a:pt x="1743844" y="1254517"/>
                  </a:lnTo>
                  <a:lnTo>
                    <a:pt x="1743888" y="1254443"/>
                  </a:lnTo>
                  <a:lnTo>
                    <a:pt x="1743892" y="1254438"/>
                  </a:lnTo>
                  <a:lnTo>
                    <a:pt x="1743898" y="1254431"/>
                  </a:lnTo>
                  <a:lnTo>
                    <a:pt x="1743946" y="1254380"/>
                  </a:lnTo>
                  <a:lnTo>
                    <a:pt x="1743964" y="1254362"/>
                  </a:lnTo>
                  <a:lnTo>
                    <a:pt x="1744000" y="1254336"/>
                  </a:lnTo>
                  <a:lnTo>
                    <a:pt x="1744010" y="1254330"/>
                  </a:lnTo>
                  <a:lnTo>
                    <a:pt x="1744013" y="1254323"/>
                  </a:lnTo>
                  <a:lnTo>
                    <a:pt x="1744021" y="1254298"/>
                  </a:lnTo>
                  <a:lnTo>
                    <a:pt x="1744049" y="1254224"/>
                  </a:lnTo>
                  <a:lnTo>
                    <a:pt x="1744082" y="1254149"/>
                  </a:lnTo>
                  <a:lnTo>
                    <a:pt x="1744085" y="1254143"/>
                  </a:lnTo>
                  <a:lnTo>
                    <a:pt x="1744093" y="1254137"/>
                  </a:lnTo>
                  <a:lnTo>
                    <a:pt x="1744097" y="1254132"/>
                  </a:lnTo>
                  <a:lnTo>
                    <a:pt x="1744105" y="1254109"/>
                  </a:lnTo>
                  <a:lnTo>
                    <a:pt x="1744058" y="1254026"/>
                  </a:lnTo>
                  <a:lnTo>
                    <a:pt x="1744044" y="1254002"/>
                  </a:lnTo>
                  <a:lnTo>
                    <a:pt x="1744046" y="1253980"/>
                  </a:lnTo>
                  <a:lnTo>
                    <a:pt x="1744049" y="1253972"/>
                  </a:lnTo>
                  <a:lnTo>
                    <a:pt x="1744097" y="1253847"/>
                  </a:lnTo>
                  <a:lnTo>
                    <a:pt x="1744099" y="1253842"/>
                  </a:lnTo>
                  <a:lnTo>
                    <a:pt x="1744097" y="1253830"/>
                  </a:lnTo>
                  <a:lnTo>
                    <a:pt x="1744096" y="1253820"/>
                  </a:lnTo>
                  <a:lnTo>
                    <a:pt x="1743968" y="1253724"/>
                  </a:lnTo>
                  <a:lnTo>
                    <a:pt x="1743941" y="1253690"/>
                  </a:lnTo>
                  <a:lnTo>
                    <a:pt x="1743938" y="1253683"/>
                  </a:lnTo>
                  <a:lnTo>
                    <a:pt x="1743936" y="1253675"/>
                  </a:lnTo>
                  <a:lnTo>
                    <a:pt x="1743937" y="1253652"/>
                  </a:lnTo>
                  <a:lnTo>
                    <a:pt x="1743940" y="1253612"/>
                  </a:lnTo>
                  <a:lnTo>
                    <a:pt x="1743946" y="1253597"/>
                  </a:lnTo>
                  <a:lnTo>
                    <a:pt x="1743947" y="1253591"/>
                  </a:lnTo>
                  <a:lnTo>
                    <a:pt x="1743937" y="1253448"/>
                  </a:lnTo>
                  <a:lnTo>
                    <a:pt x="1743933" y="1253422"/>
                  </a:lnTo>
                  <a:lnTo>
                    <a:pt x="1743932" y="1253415"/>
                  </a:lnTo>
                  <a:lnTo>
                    <a:pt x="1743869" y="1253331"/>
                  </a:lnTo>
                  <a:lnTo>
                    <a:pt x="1743843" y="1253296"/>
                  </a:lnTo>
                  <a:lnTo>
                    <a:pt x="1743833" y="1253282"/>
                  </a:lnTo>
                  <a:lnTo>
                    <a:pt x="1743824" y="1253267"/>
                  </a:lnTo>
                  <a:lnTo>
                    <a:pt x="1743806" y="1253205"/>
                  </a:lnTo>
                  <a:lnTo>
                    <a:pt x="1743806" y="1253197"/>
                  </a:lnTo>
                  <a:lnTo>
                    <a:pt x="1743806" y="1253188"/>
                  </a:lnTo>
                  <a:lnTo>
                    <a:pt x="1743810" y="1253182"/>
                  </a:lnTo>
                  <a:lnTo>
                    <a:pt x="1743823" y="1253170"/>
                  </a:lnTo>
                  <a:lnTo>
                    <a:pt x="1743826" y="1253161"/>
                  </a:lnTo>
                  <a:lnTo>
                    <a:pt x="1743822" y="1253151"/>
                  </a:lnTo>
                  <a:lnTo>
                    <a:pt x="1743790" y="1253084"/>
                  </a:lnTo>
                  <a:lnTo>
                    <a:pt x="1743783" y="1253082"/>
                  </a:lnTo>
                  <a:lnTo>
                    <a:pt x="1743768" y="1253089"/>
                  </a:lnTo>
                  <a:lnTo>
                    <a:pt x="1743762" y="1253085"/>
                  </a:lnTo>
                  <a:lnTo>
                    <a:pt x="1743758" y="1253077"/>
                  </a:lnTo>
                  <a:lnTo>
                    <a:pt x="1743726" y="1253015"/>
                  </a:lnTo>
                  <a:lnTo>
                    <a:pt x="1743723" y="1253010"/>
                  </a:lnTo>
                  <a:lnTo>
                    <a:pt x="1743702" y="1253006"/>
                  </a:lnTo>
                  <a:lnTo>
                    <a:pt x="1743697" y="1253004"/>
                  </a:lnTo>
                  <a:lnTo>
                    <a:pt x="1743693" y="1252997"/>
                  </a:lnTo>
                  <a:lnTo>
                    <a:pt x="1743682" y="1252977"/>
                  </a:lnTo>
                  <a:lnTo>
                    <a:pt x="1743679" y="1252975"/>
                  </a:lnTo>
                  <a:lnTo>
                    <a:pt x="1743583" y="1252979"/>
                  </a:lnTo>
                  <a:lnTo>
                    <a:pt x="1743542" y="1252983"/>
                  </a:lnTo>
                  <a:lnTo>
                    <a:pt x="1743523" y="1252985"/>
                  </a:lnTo>
                  <a:lnTo>
                    <a:pt x="1743340" y="1253007"/>
                  </a:lnTo>
                  <a:lnTo>
                    <a:pt x="1743315" y="1253010"/>
                  </a:lnTo>
                  <a:lnTo>
                    <a:pt x="1743296" y="1253007"/>
                  </a:lnTo>
                  <a:lnTo>
                    <a:pt x="1743290" y="1253004"/>
                  </a:lnTo>
                  <a:lnTo>
                    <a:pt x="1743273" y="1252999"/>
                  </a:lnTo>
                  <a:lnTo>
                    <a:pt x="1743143" y="1252913"/>
                  </a:lnTo>
                  <a:lnTo>
                    <a:pt x="1743137" y="1252919"/>
                  </a:lnTo>
                  <a:lnTo>
                    <a:pt x="1743126" y="1252921"/>
                  </a:lnTo>
                  <a:lnTo>
                    <a:pt x="1743119" y="1252918"/>
                  </a:lnTo>
                  <a:lnTo>
                    <a:pt x="1743102" y="1252904"/>
                  </a:lnTo>
                  <a:lnTo>
                    <a:pt x="1743041" y="1252956"/>
                  </a:lnTo>
                  <a:lnTo>
                    <a:pt x="1743022" y="1252973"/>
                  </a:lnTo>
                  <a:lnTo>
                    <a:pt x="1742987" y="1253003"/>
                  </a:lnTo>
                  <a:lnTo>
                    <a:pt x="1742971" y="1253016"/>
                  </a:lnTo>
                  <a:lnTo>
                    <a:pt x="1743076" y="1253155"/>
                  </a:lnTo>
                  <a:lnTo>
                    <a:pt x="1743133" y="1253236"/>
                  </a:lnTo>
                  <a:lnTo>
                    <a:pt x="1743140" y="1253254"/>
                  </a:lnTo>
                  <a:lnTo>
                    <a:pt x="1743156" y="1253265"/>
                  </a:lnTo>
                  <a:lnTo>
                    <a:pt x="1743166" y="1253292"/>
                  </a:lnTo>
                  <a:lnTo>
                    <a:pt x="1743186" y="1253338"/>
                  </a:lnTo>
                  <a:lnTo>
                    <a:pt x="1743198" y="1253351"/>
                  </a:lnTo>
                  <a:lnTo>
                    <a:pt x="1743218" y="1253351"/>
                  </a:lnTo>
                  <a:lnTo>
                    <a:pt x="1743221" y="1253362"/>
                  </a:lnTo>
                  <a:lnTo>
                    <a:pt x="1743224" y="1253368"/>
                  </a:lnTo>
                  <a:lnTo>
                    <a:pt x="1743226" y="1253378"/>
                  </a:lnTo>
                  <a:lnTo>
                    <a:pt x="1743229" y="1253408"/>
                  </a:lnTo>
                  <a:lnTo>
                    <a:pt x="1743225" y="1253431"/>
                  </a:lnTo>
                  <a:lnTo>
                    <a:pt x="1743230" y="1253437"/>
                  </a:lnTo>
                  <a:lnTo>
                    <a:pt x="1743240" y="1253452"/>
                  </a:lnTo>
                  <a:lnTo>
                    <a:pt x="1743239" y="1253460"/>
                  </a:lnTo>
                  <a:lnTo>
                    <a:pt x="1743239" y="1253465"/>
                  </a:lnTo>
                  <a:lnTo>
                    <a:pt x="1743230" y="1253472"/>
                  </a:lnTo>
                  <a:lnTo>
                    <a:pt x="1743202" y="1253472"/>
                  </a:lnTo>
                  <a:lnTo>
                    <a:pt x="1743194" y="1253496"/>
                  </a:lnTo>
                  <a:lnTo>
                    <a:pt x="1743194" y="1253512"/>
                  </a:lnTo>
                  <a:lnTo>
                    <a:pt x="1743187" y="1253515"/>
                  </a:lnTo>
                  <a:lnTo>
                    <a:pt x="1743162" y="1253516"/>
                  </a:lnTo>
                  <a:lnTo>
                    <a:pt x="1743164" y="1253526"/>
                  </a:lnTo>
                  <a:lnTo>
                    <a:pt x="1743168" y="1253550"/>
                  </a:lnTo>
                  <a:lnTo>
                    <a:pt x="1743167" y="1253631"/>
                  </a:lnTo>
                  <a:lnTo>
                    <a:pt x="1743159" y="1253678"/>
                  </a:lnTo>
                  <a:lnTo>
                    <a:pt x="1743153" y="1253717"/>
                  </a:lnTo>
                  <a:lnTo>
                    <a:pt x="1743149" y="1253740"/>
                  </a:lnTo>
                  <a:lnTo>
                    <a:pt x="1743141" y="1253771"/>
                  </a:lnTo>
                  <a:lnTo>
                    <a:pt x="1743132" y="1253807"/>
                  </a:lnTo>
                  <a:lnTo>
                    <a:pt x="1743115" y="1253873"/>
                  </a:lnTo>
                  <a:lnTo>
                    <a:pt x="1743113" y="1253884"/>
                  </a:lnTo>
                  <a:lnTo>
                    <a:pt x="1743105" y="1253908"/>
                  </a:lnTo>
                  <a:lnTo>
                    <a:pt x="1743078" y="1253994"/>
                  </a:lnTo>
                  <a:lnTo>
                    <a:pt x="1743095" y="1254012"/>
                  </a:lnTo>
                  <a:lnTo>
                    <a:pt x="1743100" y="1254017"/>
                  </a:lnTo>
                  <a:lnTo>
                    <a:pt x="1743107" y="1254025"/>
                  </a:lnTo>
                  <a:lnTo>
                    <a:pt x="1743111" y="1254030"/>
                  </a:lnTo>
                  <a:lnTo>
                    <a:pt x="1743121" y="1254042"/>
                  </a:lnTo>
                  <a:lnTo>
                    <a:pt x="1743130" y="1254052"/>
                  </a:lnTo>
                  <a:lnTo>
                    <a:pt x="1743137" y="1254060"/>
                  </a:lnTo>
                  <a:lnTo>
                    <a:pt x="1743153" y="1254083"/>
                  </a:lnTo>
                  <a:lnTo>
                    <a:pt x="1743183" y="1254124"/>
                  </a:lnTo>
                  <a:lnTo>
                    <a:pt x="1743189" y="1254131"/>
                  </a:lnTo>
                  <a:lnTo>
                    <a:pt x="1743206" y="1254153"/>
                  </a:lnTo>
                  <a:lnTo>
                    <a:pt x="1743219" y="1254167"/>
                  </a:lnTo>
                  <a:lnTo>
                    <a:pt x="1743239" y="1254184"/>
                  </a:lnTo>
                  <a:lnTo>
                    <a:pt x="1743248" y="1254193"/>
                  </a:lnTo>
                  <a:lnTo>
                    <a:pt x="1743261" y="1254206"/>
                  </a:lnTo>
                  <a:lnTo>
                    <a:pt x="1743264" y="1254237"/>
                  </a:lnTo>
                  <a:lnTo>
                    <a:pt x="1743265" y="1254244"/>
                  </a:lnTo>
                  <a:lnTo>
                    <a:pt x="1743276" y="1254283"/>
                  </a:lnTo>
                  <a:lnTo>
                    <a:pt x="1743308" y="1254363"/>
                  </a:lnTo>
                  <a:lnTo>
                    <a:pt x="1743310" y="1254367"/>
                  </a:lnTo>
                  <a:lnTo>
                    <a:pt x="1743312" y="1254372"/>
                  </a:lnTo>
                  <a:lnTo>
                    <a:pt x="1743329" y="1254396"/>
                  </a:lnTo>
                  <a:lnTo>
                    <a:pt x="1743334" y="1254408"/>
                  </a:lnTo>
                  <a:lnTo>
                    <a:pt x="1743333" y="1254418"/>
                  </a:lnTo>
                  <a:lnTo>
                    <a:pt x="1743330" y="1254428"/>
                  </a:lnTo>
                  <a:lnTo>
                    <a:pt x="1743059" y="1254479"/>
                  </a:lnTo>
                  <a:lnTo>
                    <a:pt x="1742725" y="1254581"/>
                  </a:lnTo>
                  <a:lnTo>
                    <a:pt x="1742719" y="1254583"/>
                  </a:lnTo>
                  <a:lnTo>
                    <a:pt x="1742472" y="1254806"/>
                  </a:lnTo>
                  <a:lnTo>
                    <a:pt x="1742357" y="1254938"/>
                  </a:lnTo>
                  <a:lnTo>
                    <a:pt x="1742309" y="1255199"/>
                  </a:lnTo>
                  <a:lnTo>
                    <a:pt x="1742308" y="1255265"/>
                  </a:lnTo>
                  <a:lnTo>
                    <a:pt x="1742445" y="1255365"/>
                  </a:lnTo>
                  <a:lnTo>
                    <a:pt x="1742565" y="1255414"/>
                  </a:lnTo>
                  <a:lnTo>
                    <a:pt x="1742841" y="1255390"/>
                  </a:lnTo>
                  <a:lnTo>
                    <a:pt x="1743108" y="1255557"/>
                  </a:lnTo>
                  <a:lnTo>
                    <a:pt x="1743470" y="1256085"/>
                  </a:lnTo>
                  <a:lnTo>
                    <a:pt x="1743431" y="1256442"/>
                  </a:lnTo>
                  <a:lnTo>
                    <a:pt x="1743473" y="1256923"/>
                  </a:lnTo>
                  <a:lnTo>
                    <a:pt x="1743451" y="1257056"/>
                  </a:lnTo>
                  <a:lnTo>
                    <a:pt x="1743302" y="1257279"/>
                  </a:lnTo>
                  <a:lnTo>
                    <a:pt x="1743184" y="1257357"/>
                  </a:lnTo>
                  <a:lnTo>
                    <a:pt x="1742841" y="1257386"/>
                  </a:lnTo>
                  <a:lnTo>
                    <a:pt x="1742310" y="1257572"/>
                  </a:lnTo>
                  <a:lnTo>
                    <a:pt x="1742144" y="1257561"/>
                  </a:lnTo>
                  <a:lnTo>
                    <a:pt x="1742119" y="1257468"/>
                  </a:lnTo>
                  <a:lnTo>
                    <a:pt x="1741897" y="1257519"/>
                  </a:lnTo>
                  <a:lnTo>
                    <a:pt x="1741780" y="1257546"/>
                  </a:lnTo>
                  <a:lnTo>
                    <a:pt x="1741915" y="1257885"/>
                  </a:lnTo>
                  <a:lnTo>
                    <a:pt x="1741916" y="1257940"/>
                  </a:lnTo>
                  <a:lnTo>
                    <a:pt x="1741873" y="1258007"/>
                  </a:lnTo>
                  <a:lnTo>
                    <a:pt x="1741849" y="1258127"/>
                  </a:lnTo>
                  <a:lnTo>
                    <a:pt x="1741741" y="1258480"/>
                  </a:lnTo>
                  <a:lnTo>
                    <a:pt x="1741890" y="1259151"/>
                  </a:lnTo>
                  <a:lnTo>
                    <a:pt x="1742106" y="1259613"/>
                  </a:lnTo>
                  <a:lnTo>
                    <a:pt x="1742373" y="1259590"/>
                  </a:lnTo>
                  <a:lnTo>
                    <a:pt x="1742455" y="1259693"/>
                  </a:lnTo>
                  <a:lnTo>
                    <a:pt x="1742560" y="1259942"/>
                  </a:lnTo>
                  <a:lnTo>
                    <a:pt x="1742568" y="1260004"/>
                  </a:lnTo>
                  <a:lnTo>
                    <a:pt x="1742539" y="1260026"/>
                  </a:lnTo>
                  <a:lnTo>
                    <a:pt x="1742296" y="1260074"/>
                  </a:lnTo>
                  <a:lnTo>
                    <a:pt x="1742234" y="1260120"/>
                  </a:lnTo>
                  <a:lnTo>
                    <a:pt x="1742218" y="1260281"/>
                  </a:lnTo>
                  <a:lnTo>
                    <a:pt x="1742232" y="1260291"/>
                  </a:lnTo>
                  <a:lnTo>
                    <a:pt x="1742250" y="1260303"/>
                  </a:lnTo>
                  <a:lnTo>
                    <a:pt x="1742456" y="1260377"/>
                  </a:lnTo>
                  <a:lnTo>
                    <a:pt x="1743469" y="1259978"/>
                  </a:lnTo>
                  <a:lnTo>
                    <a:pt x="1743769" y="1260012"/>
                  </a:lnTo>
                  <a:lnTo>
                    <a:pt x="1744023" y="1260106"/>
                  </a:lnTo>
                  <a:lnTo>
                    <a:pt x="1744239" y="1260114"/>
                  </a:lnTo>
                  <a:lnTo>
                    <a:pt x="1744480" y="1260022"/>
                  </a:lnTo>
                  <a:lnTo>
                    <a:pt x="1744573" y="1259914"/>
                  </a:lnTo>
                  <a:lnTo>
                    <a:pt x="1744603" y="1259786"/>
                  </a:lnTo>
                  <a:lnTo>
                    <a:pt x="1744516" y="1259488"/>
                  </a:lnTo>
                  <a:lnTo>
                    <a:pt x="1744789" y="1259103"/>
                  </a:lnTo>
                  <a:lnTo>
                    <a:pt x="1745217" y="1259144"/>
                  </a:lnTo>
                  <a:lnTo>
                    <a:pt x="1745205" y="1259478"/>
                  </a:lnTo>
                  <a:lnTo>
                    <a:pt x="1745039" y="1259626"/>
                  </a:lnTo>
                  <a:lnTo>
                    <a:pt x="1744863" y="1259643"/>
                  </a:lnTo>
                  <a:lnTo>
                    <a:pt x="1744867" y="1259594"/>
                  </a:lnTo>
                  <a:lnTo>
                    <a:pt x="1744822" y="1259612"/>
                  </a:lnTo>
                  <a:lnTo>
                    <a:pt x="1744771" y="1259724"/>
                  </a:lnTo>
                  <a:lnTo>
                    <a:pt x="1744746" y="1259888"/>
                  </a:lnTo>
                  <a:lnTo>
                    <a:pt x="1744762" y="1259990"/>
                  </a:lnTo>
                  <a:lnTo>
                    <a:pt x="1744900" y="1260406"/>
                  </a:lnTo>
                  <a:lnTo>
                    <a:pt x="1745167" y="1260855"/>
                  </a:lnTo>
                  <a:lnTo>
                    <a:pt x="1745286" y="1260989"/>
                  </a:lnTo>
                  <a:lnTo>
                    <a:pt x="1745368" y="1261061"/>
                  </a:lnTo>
                  <a:lnTo>
                    <a:pt x="1745562" y="1261153"/>
                  </a:lnTo>
                  <a:lnTo>
                    <a:pt x="1745664" y="1261188"/>
                  </a:lnTo>
                  <a:lnTo>
                    <a:pt x="1745718" y="1261184"/>
                  </a:lnTo>
                  <a:lnTo>
                    <a:pt x="1745810" y="1261137"/>
                  </a:lnTo>
                  <a:lnTo>
                    <a:pt x="1745882" y="1261067"/>
                  </a:lnTo>
                  <a:lnTo>
                    <a:pt x="1745888" y="1261036"/>
                  </a:lnTo>
                  <a:lnTo>
                    <a:pt x="1745851" y="1260938"/>
                  </a:lnTo>
                  <a:lnTo>
                    <a:pt x="1745927" y="1260845"/>
                  </a:lnTo>
                  <a:lnTo>
                    <a:pt x="1745964" y="1260816"/>
                  </a:lnTo>
                  <a:lnTo>
                    <a:pt x="1746119" y="1260746"/>
                  </a:lnTo>
                  <a:lnTo>
                    <a:pt x="1746279" y="1260870"/>
                  </a:lnTo>
                  <a:lnTo>
                    <a:pt x="1746480" y="1261060"/>
                  </a:lnTo>
                  <a:lnTo>
                    <a:pt x="1746691" y="1261111"/>
                  </a:lnTo>
                  <a:lnTo>
                    <a:pt x="1746752" y="1261109"/>
                  </a:lnTo>
                  <a:lnTo>
                    <a:pt x="1746811" y="1261081"/>
                  </a:lnTo>
                  <a:lnTo>
                    <a:pt x="1746827" y="1261026"/>
                  </a:lnTo>
                  <a:lnTo>
                    <a:pt x="1746820" y="1260990"/>
                  </a:lnTo>
                  <a:lnTo>
                    <a:pt x="1746792" y="1260967"/>
                  </a:lnTo>
                  <a:lnTo>
                    <a:pt x="1746776" y="1260905"/>
                  </a:lnTo>
                  <a:lnTo>
                    <a:pt x="1746876" y="1260768"/>
                  </a:lnTo>
                  <a:lnTo>
                    <a:pt x="1747146" y="1260935"/>
                  </a:lnTo>
                  <a:lnTo>
                    <a:pt x="1747250" y="1261114"/>
                  </a:lnTo>
                  <a:lnTo>
                    <a:pt x="1747092" y="1261228"/>
                  </a:lnTo>
                  <a:lnTo>
                    <a:pt x="1747045" y="1261281"/>
                  </a:lnTo>
                  <a:lnTo>
                    <a:pt x="1747020" y="1261406"/>
                  </a:lnTo>
                  <a:lnTo>
                    <a:pt x="1747082" y="1261629"/>
                  </a:lnTo>
                  <a:lnTo>
                    <a:pt x="1747049" y="1261922"/>
                  </a:lnTo>
                  <a:lnTo>
                    <a:pt x="1746998" y="1262116"/>
                  </a:lnTo>
                  <a:lnTo>
                    <a:pt x="1746813" y="1262235"/>
                  </a:lnTo>
                  <a:lnTo>
                    <a:pt x="1746636" y="1262241"/>
                  </a:lnTo>
                  <a:lnTo>
                    <a:pt x="1746512" y="1262334"/>
                  </a:lnTo>
                  <a:lnTo>
                    <a:pt x="1746384" y="1262550"/>
                  </a:lnTo>
                  <a:lnTo>
                    <a:pt x="1746336" y="1262657"/>
                  </a:lnTo>
                  <a:lnTo>
                    <a:pt x="1746335" y="1262664"/>
                  </a:lnTo>
                  <a:lnTo>
                    <a:pt x="1746395" y="1262776"/>
                  </a:lnTo>
                  <a:lnTo>
                    <a:pt x="1746375" y="1262934"/>
                  </a:lnTo>
                  <a:lnTo>
                    <a:pt x="1746194" y="1263193"/>
                  </a:lnTo>
                  <a:lnTo>
                    <a:pt x="1746152" y="1263237"/>
                  </a:lnTo>
                  <a:lnTo>
                    <a:pt x="1746027" y="1263324"/>
                  </a:lnTo>
                  <a:lnTo>
                    <a:pt x="1745832" y="1263103"/>
                  </a:lnTo>
                  <a:lnTo>
                    <a:pt x="1745896" y="1262995"/>
                  </a:lnTo>
                  <a:lnTo>
                    <a:pt x="1745876" y="1262975"/>
                  </a:lnTo>
                  <a:lnTo>
                    <a:pt x="1745730" y="1262988"/>
                  </a:lnTo>
                  <a:lnTo>
                    <a:pt x="1745656" y="1263003"/>
                  </a:lnTo>
                  <a:lnTo>
                    <a:pt x="1745627" y="1263023"/>
                  </a:lnTo>
                  <a:lnTo>
                    <a:pt x="1745462" y="1263241"/>
                  </a:lnTo>
                  <a:lnTo>
                    <a:pt x="1745414" y="1263342"/>
                  </a:lnTo>
                  <a:lnTo>
                    <a:pt x="1745310" y="1263914"/>
                  </a:lnTo>
                  <a:lnTo>
                    <a:pt x="1745311" y="1264078"/>
                  </a:lnTo>
                  <a:lnTo>
                    <a:pt x="1745357" y="1264190"/>
                  </a:lnTo>
                  <a:lnTo>
                    <a:pt x="1745407" y="1264237"/>
                  </a:lnTo>
                  <a:lnTo>
                    <a:pt x="1745244" y="1264422"/>
                  </a:lnTo>
                  <a:lnTo>
                    <a:pt x="1744965" y="1264455"/>
                  </a:lnTo>
                  <a:lnTo>
                    <a:pt x="1744813" y="1264535"/>
                  </a:lnTo>
                  <a:lnTo>
                    <a:pt x="1744693" y="1264784"/>
                  </a:lnTo>
                  <a:lnTo>
                    <a:pt x="1744703" y="1265098"/>
                  </a:lnTo>
                  <a:lnTo>
                    <a:pt x="1744102" y="1265589"/>
                  </a:lnTo>
                  <a:lnTo>
                    <a:pt x="1743975" y="1265637"/>
                  </a:lnTo>
                  <a:lnTo>
                    <a:pt x="1743421" y="1265685"/>
                  </a:lnTo>
                  <a:lnTo>
                    <a:pt x="1743220" y="1265294"/>
                  </a:lnTo>
                  <a:lnTo>
                    <a:pt x="1743232" y="1265194"/>
                  </a:lnTo>
                  <a:lnTo>
                    <a:pt x="1743124" y="1264813"/>
                  </a:lnTo>
                  <a:lnTo>
                    <a:pt x="1742877" y="1264729"/>
                  </a:lnTo>
                  <a:lnTo>
                    <a:pt x="1742546" y="1264780"/>
                  </a:lnTo>
                  <a:lnTo>
                    <a:pt x="1742437" y="1264846"/>
                  </a:lnTo>
                  <a:lnTo>
                    <a:pt x="1742302" y="1264982"/>
                  </a:lnTo>
                  <a:lnTo>
                    <a:pt x="1742150" y="1265245"/>
                  </a:lnTo>
                  <a:lnTo>
                    <a:pt x="1741963" y="1266183"/>
                  </a:lnTo>
                  <a:lnTo>
                    <a:pt x="1741966" y="1266472"/>
                  </a:lnTo>
                  <a:lnTo>
                    <a:pt x="1741988" y="1266653"/>
                  </a:lnTo>
                  <a:lnTo>
                    <a:pt x="1742070" y="1267023"/>
                  </a:lnTo>
                  <a:lnTo>
                    <a:pt x="1742277" y="1267410"/>
                  </a:lnTo>
                  <a:lnTo>
                    <a:pt x="1742504" y="1267751"/>
                  </a:lnTo>
                  <a:lnTo>
                    <a:pt x="1742497" y="1267843"/>
                  </a:lnTo>
                  <a:lnTo>
                    <a:pt x="1742582" y="1267855"/>
                  </a:lnTo>
                  <a:lnTo>
                    <a:pt x="1742685" y="1267817"/>
                  </a:lnTo>
                  <a:lnTo>
                    <a:pt x="1742858" y="1267611"/>
                  </a:lnTo>
                  <a:lnTo>
                    <a:pt x="1742961" y="1267436"/>
                  </a:lnTo>
                  <a:lnTo>
                    <a:pt x="1743185" y="1267292"/>
                  </a:lnTo>
                  <a:lnTo>
                    <a:pt x="1743232" y="1267275"/>
                  </a:lnTo>
                  <a:lnTo>
                    <a:pt x="1743453" y="1267338"/>
                  </a:lnTo>
                  <a:lnTo>
                    <a:pt x="1743393" y="1267500"/>
                  </a:lnTo>
                  <a:lnTo>
                    <a:pt x="1743347" y="1267781"/>
                  </a:lnTo>
                  <a:lnTo>
                    <a:pt x="1743471" y="1268248"/>
                  </a:lnTo>
                  <a:lnTo>
                    <a:pt x="1743446" y="1268304"/>
                  </a:lnTo>
                  <a:lnTo>
                    <a:pt x="1743292" y="1268374"/>
                  </a:lnTo>
                  <a:lnTo>
                    <a:pt x="1743243" y="1268564"/>
                  </a:lnTo>
                  <a:lnTo>
                    <a:pt x="1743045" y="1268634"/>
                  </a:lnTo>
                  <a:lnTo>
                    <a:pt x="1742973" y="1268807"/>
                  </a:lnTo>
                  <a:lnTo>
                    <a:pt x="1743078" y="1269127"/>
                  </a:lnTo>
                  <a:lnTo>
                    <a:pt x="1743012" y="1269274"/>
                  </a:lnTo>
                  <a:lnTo>
                    <a:pt x="1742805" y="1269627"/>
                  </a:lnTo>
                  <a:lnTo>
                    <a:pt x="1742599" y="1269576"/>
                  </a:lnTo>
                  <a:lnTo>
                    <a:pt x="1742456" y="1269578"/>
                  </a:lnTo>
                  <a:lnTo>
                    <a:pt x="1742112" y="1270081"/>
                  </a:lnTo>
                  <a:lnTo>
                    <a:pt x="1742091" y="1270213"/>
                  </a:lnTo>
                  <a:lnTo>
                    <a:pt x="1742100" y="1270290"/>
                  </a:lnTo>
                  <a:lnTo>
                    <a:pt x="1742162" y="1270401"/>
                  </a:lnTo>
                  <a:lnTo>
                    <a:pt x="1742278" y="1270395"/>
                  </a:lnTo>
                  <a:lnTo>
                    <a:pt x="1742312" y="1270495"/>
                  </a:lnTo>
                  <a:lnTo>
                    <a:pt x="1742113" y="1270553"/>
                  </a:lnTo>
                  <a:lnTo>
                    <a:pt x="1742102" y="1270481"/>
                  </a:lnTo>
                  <a:lnTo>
                    <a:pt x="1742042" y="1270448"/>
                  </a:lnTo>
                  <a:lnTo>
                    <a:pt x="1741865" y="1270407"/>
                  </a:lnTo>
                  <a:lnTo>
                    <a:pt x="1741854" y="1270416"/>
                  </a:lnTo>
                  <a:lnTo>
                    <a:pt x="1741844" y="1270420"/>
                  </a:lnTo>
                  <a:lnTo>
                    <a:pt x="1741633" y="1270507"/>
                  </a:lnTo>
                  <a:lnTo>
                    <a:pt x="1741526" y="1270642"/>
                  </a:lnTo>
                  <a:lnTo>
                    <a:pt x="1741483" y="1270766"/>
                  </a:lnTo>
                  <a:lnTo>
                    <a:pt x="1741495" y="1270852"/>
                  </a:lnTo>
                  <a:lnTo>
                    <a:pt x="1741282" y="1271009"/>
                  </a:lnTo>
                  <a:lnTo>
                    <a:pt x="1741060" y="1271099"/>
                  </a:lnTo>
                  <a:lnTo>
                    <a:pt x="1741048" y="1271245"/>
                  </a:lnTo>
                  <a:lnTo>
                    <a:pt x="1741018" y="1271314"/>
                  </a:lnTo>
                  <a:lnTo>
                    <a:pt x="1740879" y="1271352"/>
                  </a:lnTo>
                  <a:lnTo>
                    <a:pt x="1740662" y="1271461"/>
                  </a:lnTo>
                  <a:lnTo>
                    <a:pt x="1740573" y="1271646"/>
                  </a:lnTo>
                  <a:lnTo>
                    <a:pt x="1740600" y="1271693"/>
                  </a:lnTo>
                  <a:lnTo>
                    <a:pt x="1740585" y="1271752"/>
                  </a:lnTo>
                  <a:lnTo>
                    <a:pt x="1740554" y="1271783"/>
                  </a:lnTo>
                  <a:lnTo>
                    <a:pt x="1740478" y="1271837"/>
                  </a:lnTo>
                  <a:lnTo>
                    <a:pt x="1740341" y="1271823"/>
                  </a:lnTo>
                  <a:lnTo>
                    <a:pt x="1740240" y="1271797"/>
                  </a:lnTo>
                  <a:lnTo>
                    <a:pt x="1740205" y="1271765"/>
                  </a:lnTo>
                  <a:lnTo>
                    <a:pt x="1740115" y="1271733"/>
                  </a:lnTo>
                  <a:lnTo>
                    <a:pt x="1739905" y="1271702"/>
                  </a:lnTo>
                  <a:lnTo>
                    <a:pt x="1739856" y="1271706"/>
                  </a:lnTo>
                  <a:lnTo>
                    <a:pt x="1739629" y="1271796"/>
                  </a:lnTo>
                  <a:lnTo>
                    <a:pt x="1739376" y="1272009"/>
                  </a:lnTo>
                  <a:lnTo>
                    <a:pt x="1739319" y="1272077"/>
                  </a:lnTo>
                  <a:lnTo>
                    <a:pt x="1739272" y="1272243"/>
                  </a:lnTo>
                  <a:lnTo>
                    <a:pt x="1739301" y="1272286"/>
                  </a:lnTo>
                  <a:lnTo>
                    <a:pt x="1739273" y="1272404"/>
                  </a:lnTo>
                  <a:lnTo>
                    <a:pt x="1739225" y="1272495"/>
                  </a:lnTo>
                  <a:lnTo>
                    <a:pt x="1739136" y="1272508"/>
                  </a:lnTo>
                  <a:lnTo>
                    <a:pt x="1739066" y="1271867"/>
                  </a:lnTo>
                  <a:lnTo>
                    <a:pt x="1739078" y="1271670"/>
                  </a:lnTo>
                  <a:lnTo>
                    <a:pt x="1739284" y="1271380"/>
                  </a:lnTo>
                  <a:lnTo>
                    <a:pt x="1739191" y="1270997"/>
                  </a:lnTo>
                  <a:lnTo>
                    <a:pt x="1739346" y="1270829"/>
                  </a:lnTo>
                  <a:lnTo>
                    <a:pt x="1739402" y="1270738"/>
                  </a:lnTo>
                  <a:lnTo>
                    <a:pt x="1739391" y="1270605"/>
                  </a:lnTo>
                  <a:lnTo>
                    <a:pt x="1739043" y="1269704"/>
                  </a:lnTo>
                  <a:lnTo>
                    <a:pt x="1739106" y="1269407"/>
                  </a:lnTo>
                  <a:lnTo>
                    <a:pt x="1738130" y="1268827"/>
                  </a:lnTo>
                  <a:lnTo>
                    <a:pt x="1737802" y="1268339"/>
                  </a:lnTo>
                  <a:lnTo>
                    <a:pt x="1737590" y="1268216"/>
                  </a:lnTo>
                  <a:lnTo>
                    <a:pt x="1736986" y="1268003"/>
                  </a:lnTo>
                  <a:lnTo>
                    <a:pt x="1736789" y="1267990"/>
                  </a:lnTo>
                  <a:lnTo>
                    <a:pt x="1736562" y="1267903"/>
                  </a:lnTo>
                  <a:lnTo>
                    <a:pt x="1736399" y="1267678"/>
                  </a:lnTo>
                  <a:lnTo>
                    <a:pt x="1736368" y="1267530"/>
                  </a:lnTo>
                  <a:lnTo>
                    <a:pt x="1736345" y="1267499"/>
                  </a:lnTo>
                  <a:lnTo>
                    <a:pt x="1736176" y="1267421"/>
                  </a:lnTo>
                  <a:lnTo>
                    <a:pt x="1735919" y="1267343"/>
                  </a:lnTo>
                  <a:lnTo>
                    <a:pt x="1735453" y="1267278"/>
                  </a:lnTo>
                  <a:lnTo>
                    <a:pt x="1735073" y="1267283"/>
                  </a:lnTo>
                  <a:lnTo>
                    <a:pt x="1734316" y="1267433"/>
                  </a:lnTo>
                  <a:lnTo>
                    <a:pt x="1734208" y="1267425"/>
                  </a:lnTo>
                  <a:lnTo>
                    <a:pt x="1734101" y="1267342"/>
                  </a:lnTo>
                  <a:lnTo>
                    <a:pt x="1734099" y="1267313"/>
                  </a:lnTo>
                  <a:lnTo>
                    <a:pt x="1734156" y="1267332"/>
                  </a:lnTo>
                  <a:lnTo>
                    <a:pt x="1734196" y="1267323"/>
                  </a:lnTo>
                  <a:lnTo>
                    <a:pt x="1734371" y="1267238"/>
                  </a:lnTo>
                  <a:lnTo>
                    <a:pt x="1734270" y="1266985"/>
                  </a:lnTo>
                  <a:lnTo>
                    <a:pt x="1734220" y="1266587"/>
                  </a:lnTo>
                  <a:lnTo>
                    <a:pt x="1734161" y="1266438"/>
                  </a:lnTo>
                  <a:lnTo>
                    <a:pt x="1734171" y="1266374"/>
                  </a:lnTo>
                  <a:lnTo>
                    <a:pt x="1734403" y="1265870"/>
                  </a:lnTo>
                  <a:lnTo>
                    <a:pt x="1734444" y="1265773"/>
                  </a:lnTo>
                  <a:lnTo>
                    <a:pt x="1734452" y="1265749"/>
                  </a:lnTo>
                  <a:lnTo>
                    <a:pt x="1734458" y="1265731"/>
                  </a:lnTo>
                  <a:lnTo>
                    <a:pt x="1734474" y="1265685"/>
                  </a:lnTo>
                  <a:lnTo>
                    <a:pt x="1734475" y="1265677"/>
                  </a:lnTo>
                  <a:lnTo>
                    <a:pt x="1734320" y="1265659"/>
                  </a:lnTo>
                  <a:lnTo>
                    <a:pt x="1734324" y="1265652"/>
                  </a:lnTo>
                  <a:lnTo>
                    <a:pt x="1734340" y="1265627"/>
                  </a:lnTo>
                  <a:lnTo>
                    <a:pt x="1734388" y="1265529"/>
                  </a:lnTo>
                  <a:lnTo>
                    <a:pt x="1734390" y="1265522"/>
                  </a:lnTo>
                  <a:lnTo>
                    <a:pt x="1734406" y="1265467"/>
                  </a:lnTo>
                  <a:lnTo>
                    <a:pt x="1734440" y="1265437"/>
                  </a:lnTo>
                  <a:lnTo>
                    <a:pt x="1734454" y="1265425"/>
                  </a:lnTo>
                  <a:lnTo>
                    <a:pt x="1734521" y="1265405"/>
                  </a:lnTo>
                  <a:lnTo>
                    <a:pt x="1734540" y="1265363"/>
                  </a:lnTo>
                  <a:lnTo>
                    <a:pt x="1734545" y="1265353"/>
                  </a:lnTo>
                  <a:lnTo>
                    <a:pt x="1734532" y="1265306"/>
                  </a:lnTo>
                  <a:lnTo>
                    <a:pt x="1734521" y="1265280"/>
                  </a:lnTo>
                  <a:lnTo>
                    <a:pt x="1734506" y="1265244"/>
                  </a:lnTo>
                  <a:lnTo>
                    <a:pt x="1734471" y="1265201"/>
                  </a:lnTo>
                  <a:lnTo>
                    <a:pt x="1734412" y="1265146"/>
                  </a:lnTo>
                  <a:lnTo>
                    <a:pt x="1734344" y="1265095"/>
                  </a:lnTo>
                  <a:lnTo>
                    <a:pt x="1734326" y="1265082"/>
                  </a:lnTo>
                  <a:lnTo>
                    <a:pt x="1734293" y="1265055"/>
                  </a:lnTo>
                  <a:lnTo>
                    <a:pt x="1734260" y="1265014"/>
                  </a:lnTo>
                  <a:lnTo>
                    <a:pt x="1734230" y="1264982"/>
                  </a:lnTo>
                  <a:lnTo>
                    <a:pt x="1734191" y="1264922"/>
                  </a:lnTo>
                  <a:lnTo>
                    <a:pt x="1734172" y="1264871"/>
                  </a:lnTo>
                  <a:lnTo>
                    <a:pt x="1734159" y="1264770"/>
                  </a:lnTo>
                  <a:lnTo>
                    <a:pt x="1734155" y="1264559"/>
                  </a:lnTo>
                  <a:lnTo>
                    <a:pt x="1734148" y="1264453"/>
                  </a:lnTo>
                  <a:lnTo>
                    <a:pt x="1734146" y="1264392"/>
                  </a:lnTo>
                  <a:lnTo>
                    <a:pt x="1733918" y="1264179"/>
                  </a:lnTo>
                  <a:lnTo>
                    <a:pt x="1733922" y="1264189"/>
                  </a:lnTo>
                  <a:lnTo>
                    <a:pt x="1733943" y="1264227"/>
                  </a:lnTo>
                  <a:lnTo>
                    <a:pt x="1733957" y="1264246"/>
                  </a:lnTo>
                  <a:lnTo>
                    <a:pt x="1734010" y="1264344"/>
                  </a:lnTo>
                  <a:lnTo>
                    <a:pt x="1734022" y="1264366"/>
                  </a:lnTo>
                  <a:lnTo>
                    <a:pt x="1734022" y="1264378"/>
                  </a:lnTo>
                  <a:lnTo>
                    <a:pt x="1734022" y="1264387"/>
                  </a:lnTo>
                  <a:lnTo>
                    <a:pt x="1734001" y="1264604"/>
                  </a:lnTo>
                  <a:lnTo>
                    <a:pt x="1734004" y="1264648"/>
                  </a:lnTo>
                  <a:lnTo>
                    <a:pt x="1733994" y="1264710"/>
                  </a:lnTo>
                  <a:lnTo>
                    <a:pt x="1733950" y="1264948"/>
                  </a:lnTo>
                  <a:lnTo>
                    <a:pt x="1733945" y="1264974"/>
                  </a:lnTo>
                  <a:lnTo>
                    <a:pt x="1733917" y="1265185"/>
                  </a:lnTo>
                  <a:lnTo>
                    <a:pt x="1733922" y="1265190"/>
                  </a:lnTo>
                  <a:lnTo>
                    <a:pt x="1733946" y="1265217"/>
                  </a:lnTo>
                  <a:lnTo>
                    <a:pt x="1733972" y="1265246"/>
                  </a:lnTo>
                  <a:lnTo>
                    <a:pt x="1733989" y="1265265"/>
                  </a:lnTo>
                  <a:lnTo>
                    <a:pt x="1734034" y="1265315"/>
                  </a:lnTo>
                  <a:lnTo>
                    <a:pt x="1734044" y="1265331"/>
                  </a:lnTo>
                  <a:lnTo>
                    <a:pt x="1734064" y="1265362"/>
                  </a:lnTo>
                  <a:lnTo>
                    <a:pt x="1734066" y="1265370"/>
                  </a:lnTo>
                  <a:lnTo>
                    <a:pt x="1734073" y="1265397"/>
                  </a:lnTo>
                  <a:lnTo>
                    <a:pt x="1734058" y="1265540"/>
                  </a:lnTo>
                  <a:lnTo>
                    <a:pt x="1734049" y="1265623"/>
                  </a:lnTo>
                  <a:lnTo>
                    <a:pt x="1734045" y="1265632"/>
                  </a:lnTo>
                  <a:lnTo>
                    <a:pt x="1734036" y="1265635"/>
                  </a:lnTo>
                  <a:lnTo>
                    <a:pt x="1734005" y="1265624"/>
                  </a:lnTo>
                  <a:lnTo>
                    <a:pt x="1733906" y="1265570"/>
                  </a:lnTo>
                  <a:lnTo>
                    <a:pt x="1733890" y="1265561"/>
                  </a:lnTo>
                  <a:lnTo>
                    <a:pt x="1733866" y="1265547"/>
                  </a:lnTo>
                  <a:lnTo>
                    <a:pt x="1733812" y="1265625"/>
                  </a:lnTo>
                  <a:lnTo>
                    <a:pt x="1733810" y="1265639"/>
                  </a:lnTo>
                  <a:lnTo>
                    <a:pt x="1733809" y="1265654"/>
                  </a:lnTo>
                  <a:lnTo>
                    <a:pt x="1733802" y="1265684"/>
                  </a:lnTo>
                  <a:lnTo>
                    <a:pt x="1733723" y="1266003"/>
                  </a:lnTo>
                  <a:lnTo>
                    <a:pt x="1733703" y="1266063"/>
                  </a:lnTo>
                  <a:lnTo>
                    <a:pt x="1733645" y="1266162"/>
                  </a:lnTo>
                  <a:lnTo>
                    <a:pt x="1733469" y="1266432"/>
                  </a:lnTo>
                  <a:lnTo>
                    <a:pt x="1733477" y="1266530"/>
                  </a:lnTo>
                  <a:lnTo>
                    <a:pt x="1733500" y="1266564"/>
                  </a:lnTo>
                  <a:lnTo>
                    <a:pt x="1733614" y="1266569"/>
                  </a:lnTo>
                  <a:lnTo>
                    <a:pt x="1733610" y="1267028"/>
                  </a:lnTo>
                  <a:lnTo>
                    <a:pt x="1733853" y="1267443"/>
                  </a:lnTo>
                  <a:lnTo>
                    <a:pt x="1733758" y="1267891"/>
                  </a:lnTo>
                  <a:lnTo>
                    <a:pt x="1733346" y="1268317"/>
                  </a:lnTo>
                  <a:lnTo>
                    <a:pt x="1733202" y="1268410"/>
                  </a:lnTo>
                  <a:lnTo>
                    <a:pt x="1733070" y="1268442"/>
                  </a:lnTo>
                  <a:lnTo>
                    <a:pt x="1732990" y="1268418"/>
                  </a:lnTo>
                  <a:lnTo>
                    <a:pt x="1732526" y="1268602"/>
                  </a:lnTo>
                  <a:lnTo>
                    <a:pt x="1732441" y="1268670"/>
                  </a:lnTo>
                  <a:lnTo>
                    <a:pt x="1732054" y="1268628"/>
                  </a:lnTo>
                  <a:lnTo>
                    <a:pt x="1732079" y="1268939"/>
                  </a:lnTo>
                  <a:lnTo>
                    <a:pt x="1732060" y="1269012"/>
                  </a:lnTo>
                  <a:lnTo>
                    <a:pt x="1731640" y="1269309"/>
                  </a:lnTo>
                  <a:lnTo>
                    <a:pt x="1731336" y="1269444"/>
                  </a:lnTo>
                  <a:lnTo>
                    <a:pt x="1731201" y="1269548"/>
                  </a:lnTo>
                  <a:lnTo>
                    <a:pt x="1731031" y="1269582"/>
                  </a:lnTo>
                  <a:lnTo>
                    <a:pt x="1730828" y="1269501"/>
                  </a:lnTo>
                  <a:lnTo>
                    <a:pt x="1730775" y="1269432"/>
                  </a:lnTo>
                  <a:lnTo>
                    <a:pt x="1730623" y="1269462"/>
                  </a:lnTo>
                  <a:lnTo>
                    <a:pt x="1730171" y="1269552"/>
                  </a:lnTo>
                  <a:lnTo>
                    <a:pt x="1729844" y="1269592"/>
                  </a:lnTo>
                  <a:lnTo>
                    <a:pt x="1729550" y="1269539"/>
                  </a:lnTo>
                  <a:lnTo>
                    <a:pt x="1729527" y="1269428"/>
                  </a:lnTo>
                  <a:lnTo>
                    <a:pt x="1729293" y="1269458"/>
                  </a:lnTo>
                  <a:lnTo>
                    <a:pt x="1728918" y="1269532"/>
                  </a:lnTo>
                  <a:lnTo>
                    <a:pt x="1728732" y="1269433"/>
                  </a:lnTo>
                  <a:lnTo>
                    <a:pt x="1728428" y="1269350"/>
                  </a:lnTo>
                  <a:lnTo>
                    <a:pt x="1728258" y="1269256"/>
                  </a:lnTo>
                  <a:lnTo>
                    <a:pt x="1728187" y="1269538"/>
                  </a:lnTo>
                  <a:lnTo>
                    <a:pt x="1728391" y="1269598"/>
                  </a:lnTo>
                  <a:lnTo>
                    <a:pt x="1728387" y="1269660"/>
                  </a:lnTo>
                  <a:lnTo>
                    <a:pt x="1728338" y="1269764"/>
                  </a:lnTo>
                  <a:lnTo>
                    <a:pt x="1728156" y="1270002"/>
                  </a:lnTo>
                  <a:lnTo>
                    <a:pt x="1727522" y="1270397"/>
                  </a:lnTo>
                  <a:lnTo>
                    <a:pt x="1727358" y="1270463"/>
                  </a:lnTo>
                  <a:lnTo>
                    <a:pt x="1726967" y="1270663"/>
                  </a:lnTo>
                  <a:lnTo>
                    <a:pt x="1726768" y="1270931"/>
                  </a:lnTo>
                  <a:lnTo>
                    <a:pt x="1726825" y="1271019"/>
                  </a:lnTo>
                  <a:lnTo>
                    <a:pt x="1726872" y="1271151"/>
                  </a:lnTo>
                  <a:lnTo>
                    <a:pt x="1726632" y="1271400"/>
                  </a:lnTo>
                  <a:lnTo>
                    <a:pt x="1726492" y="1271456"/>
                  </a:lnTo>
                  <a:lnTo>
                    <a:pt x="1726408" y="1271452"/>
                  </a:lnTo>
                  <a:lnTo>
                    <a:pt x="1725893" y="1271314"/>
                  </a:lnTo>
                  <a:lnTo>
                    <a:pt x="1725672" y="1271054"/>
                  </a:lnTo>
                  <a:lnTo>
                    <a:pt x="1725266" y="1270784"/>
                  </a:lnTo>
                  <a:lnTo>
                    <a:pt x="1724802" y="1270329"/>
                  </a:lnTo>
                  <a:lnTo>
                    <a:pt x="1724441" y="1270032"/>
                  </a:lnTo>
                  <a:lnTo>
                    <a:pt x="1724420" y="1269648"/>
                  </a:lnTo>
                  <a:lnTo>
                    <a:pt x="1724471" y="1269633"/>
                  </a:lnTo>
                  <a:lnTo>
                    <a:pt x="1724511" y="1269562"/>
                  </a:lnTo>
                  <a:lnTo>
                    <a:pt x="1724494" y="1268953"/>
                  </a:lnTo>
                  <a:lnTo>
                    <a:pt x="1724445" y="1268881"/>
                  </a:lnTo>
                  <a:lnTo>
                    <a:pt x="1724376" y="1268735"/>
                  </a:lnTo>
                  <a:lnTo>
                    <a:pt x="1724362" y="1268634"/>
                  </a:lnTo>
                  <a:lnTo>
                    <a:pt x="1724390" y="1268505"/>
                  </a:lnTo>
                  <a:lnTo>
                    <a:pt x="1724420" y="1268497"/>
                  </a:lnTo>
                  <a:lnTo>
                    <a:pt x="1724489" y="1268414"/>
                  </a:lnTo>
                  <a:lnTo>
                    <a:pt x="1724477" y="1267681"/>
                  </a:lnTo>
                  <a:lnTo>
                    <a:pt x="1724456" y="1267660"/>
                  </a:lnTo>
                  <a:lnTo>
                    <a:pt x="1724354" y="1267637"/>
                  </a:lnTo>
                  <a:lnTo>
                    <a:pt x="1724093" y="1267632"/>
                  </a:lnTo>
                  <a:lnTo>
                    <a:pt x="1724005" y="1267543"/>
                  </a:lnTo>
                  <a:lnTo>
                    <a:pt x="1724009" y="1267366"/>
                  </a:lnTo>
                  <a:lnTo>
                    <a:pt x="1724081" y="1267296"/>
                  </a:lnTo>
                  <a:lnTo>
                    <a:pt x="1724359" y="1267091"/>
                  </a:lnTo>
                  <a:lnTo>
                    <a:pt x="1724593" y="1266901"/>
                  </a:lnTo>
                  <a:lnTo>
                    <a:pt x="1724832" y="1266588"/>
                  </a:lnTo>
                  <a:lnTo>
                    <a:pt x="1724910" y="1266387"/>
                  </a:lnTo>
                  <a:lnTo>
                    <a:pt x="1724713" y="1266377"/>
                  </a:lnTo>
                  <a:lnTo>
                    <a:pt x="1724429" y="1266199"/>
                  </a:lnTo>
                  <a:lnTo>
                    <a:pt x="1724289" y="1266085"/>
                  </a:lnTo>
                  <a:lnTo>
                    <a:pt x="1724219" y="1265960"/>
                  </a:lnTo>
                  <a:lnTo>
                    <a:pt x="1724201" y="1265944"/>
                  </a:lnTo>
                  <a:lnTo>
                    <a:pt x="1724105" y="1265857"/>
                  </a:lnTo>
                  <a:lnTo>
                    <a:pt x="1723989" y="1265975"/>
                  </a:lnTo>
                  <a:lnTo>
                    <a:pt x="1724049" y="1266090"/>
                  </a:lnTo>
                  <a:lnTo>
                    <a:pt x="1724095" y="1266255"/>
                  </a:lnTo>
                  <a:lnTo>
                    <a:pt x="1724064" y="1266449"/>
                  </a:lnTo>
                  <a:lnTo>
                    <a:pt x="1723935" y="1266783"/>
                  </a:lnTo>
                  <a:lnTo>
                    <a:pt x="1723602" y="1267150"/>
                  </a:lnTo>
                  <a:lnTo>
                    <a:pt x="1723439" y="1266998"/>
                  </a:lnTo>
                  <a:lnTo>
                    <a:pt x="1723461" y="1266874"/>
                  </a:lnTo>
                  <a:lnTo>
                    <a:pt x="1722954" y="1266705"/>
                  </a:lnTo>
                  <a:lnTo>
                    <a:pt x="1722930" y="1266722"/>
                  </a:lnTo>
                  <a:lnTo>
                    <a:pt x="1722869" y="1266762"/>
                  </a:lnTo>
                  <a:lnTo>
                    <a:pt x="1722862" y="1266799"/>
                  </a:lnTo>
                  <a:lnTo>
                    <a:pt x="1723004" y="1266870"/>
                  </a:lnTo>
                  <a:lnTo>
                    <a:pt x="1723024" y="1266906"/>
                  </a:lnTo>
                  <a:lnTo>
                    <a:pt x="1722809" y="1267166"/>
                  </a:lnTo>
                  <a:lnTo>
                    <a:pt x="1722748" y="1267270"/>
                  </a:lnTo>
                  <a:lnTo>
                    <a:pt x="1722629" y="1267530"/>
                  </a:lnTo>
                  <a:lnTo>
                    <a:pt x="1722592" y="1267761"/>
                  </a:lnTo>
                  <a:lnTo>
                    <a:pt x="1722477" y="1268034"/>
                  </a:lnTo>
                  <a:lnTo>
                    <a:pt x="1722269" y="1268356"/>
                  </a:lnTo>
                  <a:lnTo>
                    <a:pt x="1721952" y="1268731"/>
                  </a:lnTo>
                  <a:lnTo>
                    <a:pt x="1721823" y="1268884"/>
                  </a:lnTo>
                  <a:lnTo>
                    <a:pt x="1721435" y="1269282"/>
                  </a:lnTo>
                  <a:lnTo>
                    <a:pt x="1721305" y="1269487"/>
                  </a:lnTo>
                  <a:lnTo>
                    <a:pt x="1721221" y="1269745"/>
                  </a:lnTo>
                  <a:lnTo>
                    <a:pt x="1721045" y="1270021"/>
                  </a:lnTo>
                  <a:lnTo>
                    <a:pt x="1720981" y="1270090"/>
                  </a:lnTo>
                  <a:lnTo>
                    <a:pt x="1720883" y="1270140"/>
                  </a:lnTo>
                  <a:lnTo>
                    <a:pt x="1720528" y="1270172"/>
                  </a:lnTo>
                  <a:lnTo>
                    <a:pt x="1720406" y="1270161"/>
                  </a:lnTo>
                  <a:lnTo>
                    <a:pt x="1720386" y="1270060"/>
                  </a:lnTo>
                  <a:lnTo>
                    <a:pt x="1719703" y="1269936"/>
                  </a:lnTo>
                  <a:lnTo>
                    <a:pt x="1719507" y="1270281"/>
                  </a:lnTo>
                  <a:lnTo>
                    <a:pt x="1719278" y="1270622"/>
                  </a:lnTo>
                  <a:lnTo>
                    <a:pt x="1719040" y="1270552"/>
                  </a:lnTo>
                  <a:lnTo>
                    <a:pt x="1718246" y="1270762"/>
                  </a:lnTo>
                  <a:lnTo>
                    <a:pt x="1718245" y="1271000"/>
                  </a:lnTo>
                  <a:lnTo>
                    <a:pt x="1718243" y="1271222"/>
                  </a:lnTo>
                  <a:lnTo>
                    <a:pt x="1718242" y="1271379"/>
                  </a:lnTo>
                  <a:lnTo>
                    <a:pt x="1718242" y="1271395"/>
                  </a:lnTo>
                  <a:lnTo>
                    <a:pt x="1718352" y="1271531"/>
                  </a:lnTo>
                  <a:lnTo>
                    <a:pt x="1718509" y="1271621"/>
                  </a:lnTo>
                  <a:lnTo>
                    <a:pt x="1718615" y="1271647"/>
                  </a:lnTo>
                  <a:lnTo>
                    <a:pt x="1718721" y="1271635"/>
                  </a:lnTo>
                  <a:lnTo>
                    <a:pt x="1718720" y="1271550"/>
                  </a:lnTo>
                  <a:lnTo>
                    <a:pt x="1718735" y="1271533"/>
                  </a:lnTo>
                  <a:lnTo>
                    <a:pt x="1718852" y="1271497"/>
                  </a:lnTo>
                  <a:lnTo>
                    <a:pt x="1718960" y="1271534"/>
                  </a:lnTo>
                  <a:lnTo>
                    <a:pt x="1719778" y="1272662"/>
                  </a:lnTo>
                  <a:lnTo>
                    <a:pt x="1719781" y="1272693"/>
                  </a:lnTo>
                  <a:lnTo>
                    <a:pt x="1719755" y="1272755"/>
                  </a:lnTo>
                  <a:lnTo>
                    <a:pt x="1719672" y="1272882"/>
                  </a:lnTo>
                  <a:lnTo>
                    <a:pt x="1719252" y="1273207"/>
                  </a:lnTo>
                  <a:lnTo>
                    <a:pt x="1718848" y="1273639"/>
                  </a:lnTo>
                  <a:lnTo>
                    <a:pt x="1718564" y="1273966"/>
                  </a:lnTo>
                  <a:lnTo>
                    <a:pt x="1718485" y="1274070"/>
                  </a:lnTo>
                  <a:lnTo>
                    <a:pt x="1718424" y="1274191"/>
                  </a:lnTo>
                  <a:lnTo>
                    <a:pt x="1718395" y="1274381"/>
                  </a:lnTo>
                  <a:lnTo>
                    <a:pt x="1718417" y="1274569"/>
                  </a:lnTo>
                  <a:lnTo>
                    <a:pt x="1718617" y="1274930"/>
                  </a:lnTo>
                  <a:lnTo>
                    <a:pt x="1718717" y="1275329"/>
                  </a:lnTo>
                  <a:lnTo>
                    <a:pt x="1718720" y="1275616"/>
                  </a:lnTo>
                  <a:lnTo>
                    <a:pt x="1718097" y="1275578"/>
                  </a:lnTo>
                  <a:lnTo>
                    <a:pt x="1717883" y="1275455"/>
                  </a:lnTo>
                  <a:lnTo>
                    <a:pt x="1716121" y="1275045"/>
                  </a:lnTo>
                  <a:lnTo>
                    <a:pt x="1715567" y="1274916"/>
                  </a:lnTo>
                  <a:lnTo>
                    <a:pt x="1715302" y="1274773"/>
                  </a:lnTo>
                  <a:lnTo>
                    <a:pt x="1715344" y="1274558"/>
                  </a:lnTo>
                  <a:lnTo>
                    <a:pt x="1715206" y="1274519"/>
                  </a:lnTo>
                  <a:lnTo>
                    <a:pt x="1715059" y="1274478"/>
                  </a:lnTo>
                  <a:lnTo>
                    <a:pt x="1714206" y="1274166"/>
                  </a:lnTo>
                  <a:lnTo>
                    <a:pt x="1714098" y="1274098"/>
                  </a:lnTo>
                  <a:lnTo>
                    <a:pt x="1713818" y="1273979"/>
                  </a:lnTo>
                  <a:lnTo>
                    <a:pt x="1713680" y="1273935"/>
                  </a:lnTo>
                  <a:lnTo>
                    <a:pt x="1713670" y="1273939"/>
                  </a:lnTo>
                  <a:lnTo>
                    <a:pt x="1713621" y="1273964"/>
                  </a:lnTo>
                  <a:lnTo>
                    <a:pt x="1713559" y="1273942"/>
                  </a:lnTo>
                  <a:lnTo>
                    <a:pt x="1713463" y="1274008"/>
                  </a:lnTo>
                  <a:lnTo>
                    <a:pt x="1713435" y="1274036"/>
                  </a:lnTo>
                  <a:lnTo>
                    <a:pt x="1713398" y="1274093"/>
                  </a:lnTo>
                  <a:lnTo>
                    <a:pt x="1713337" y="1274159"/>
                  </a:lnTo>
                  <a:lnTo>
                    <a:pt x="1713504" y="1274445"/>
                  </a:lnTo>
                  <a:lnTo>
                    <a:pt x="1713770" y="1274736"/>
                  </a:lnTo>
                  <a:lnTo>
                    <a:pt x="1713786" y="1274764"/>
                  </a:lnTo>
                  <a:lnTo>
                    <a:pt x="1713764" y="1274899"/>
                  </a:lnTo>
                  <a:lnTo>
                    <a:pt x="1713611" y="1275303"/>
                  </a:lnTo>
                  <a:lnTo>
                    <a:pt x="1713408" y="1275778"/>
                  </a:lnTo>
                  <a:lnTo>
                    <a:pt x="1713286" y="1275882"/>
                  </a:lnTo>
                  <a:lnTo>
                    <a:pt x="1713058" y="1275961"/>
                  </a:lnTo>
                  <a:lnTo>
                    <a:pt x="1712726" y="1275940"/>
                  </a:lnTo>
                  <a:lnTo>
                    <a:pt x="1712564" y="1275976"/>
                  </a:lnTo>
                  <a:lnTo>
                    <a:pt x="1712524" y="1275967"/>
                  </a:lnTo>
                  <a:lnTo>
                    <a:pt x="1712467" y="1276003"/>
                  </a:lnTo>
                  <a:lnTo>
                    <a:pt x="1712467" y="1276074"/>
                  </a:lnTo>
                  <a:lnTo>
                    <a:pt x="1712467" y="1276149"/>
                  </a:lnTo>
                  <a:lnTo>
                    <a:pt x="1712627" y="1276170"/>
                  </a:lnTo>
                  <a:lnTo>
                    <a:pt x="1712626" y="1276162"/>
                  </a:lnTo>
                  <a:lnTo>
                    <a:pt x="1712687" y="1276151"/>
                  </a:lnTo>
                  <a:lnTo>
                    <a:pt x="1713062" y="1276399"/>
                  </a:lnTo>
                  <a:lnTo>
                    <a:pt x="1713501" y="1276829"/>
                  </a:lnTo>
                  <a:lnTo>
                    <a:pt x="1713494" y="1276920"/>
                  </a:lnTo>
                  <a:lnTo>
                    <a:pt x="1713364" y="1276965"/>
                  </a:lnTo>
                  <a:lnTo>
                    <a:pt x="1713085" y="1276968"/>
                  </a:lnTo>
                  <a:lnTo>
                    <a:pt x="1712813" y="1276920"/>
                  </a:lnTo>
                  <a:lnTo>
                    <a:pt x="1713030" y="1277146"/>
                  </a:lnTo>
                  <a:lnTo>
                    <a:pt x="1713168" y="1277289"/>
                  </a:lnTo>
                  <a:lnTo>
                    <a:pt x="1713260" y="1277392"/>
                  </a:lnTo>
                  <a:lnTo>
                    <a:pt x="1713321" y="1277458"/>
                  </a:lnTo>
                  <a:lnTo>
                    <a:pt x="1713466" y="1277613"/>
                  </a:lnTo>
                  <a:lnTo>
                    <a:pt x="1713498" y="1277683"/>
                  </a:lnTo>
                  <a:lnTo>
                    <a:pt x="1714063" y="1277666"/>
                  </a:lnTo>
                  <a:lnTo>
                    <a:pt x="1714568" y="1277571"/>
                  </a:lnTo>
                  <a:lnTo>
                    <a:pt x="1714680" y="1277571"/>
                  </a:lnTo>
                  <a:lnTo>
                    <a:pt x="1714981" y="1277604"/>
                  </a:lnTo>
                  <a:lnTo>
                    <a:pt x="1715185" y="1277594"/>
                  </a:lnTo>
                  <a:lnTo>
                    <a:pt x="1715339" y="1277564"/>
                  </a:lnTo>
                  <a:lnTo>
                    <a:pt x="1715527" y="1277486"/>
                  </a:lnTo>
                  <a:lnTo>
                    <a:pt x="1715534" y="1277447"/>
                  </a:lnTo>
                  <a:lnTo>
                    <a:pt x="1715576" y="1277427"/>
                  </a:lnTo>
                  <a:lnTo>
                    <a:pt x="1716363" y="1277368"/>
                  </a:lnTo>
                  <a:lnTo>
                    <a:pt x="1716564" y="1277256"/>
                  </a:lnTo>
                  <a:lnTo>
                    <a:pt x="1716813" y="1277088"/>
                  </a:lnTo>
                  <a:lnTo>
                    <a:pt x="1716964" y="1277003"/>
                  </a:lnTo>
                  <a:lnTo>
                    <a:pt x="1717363" y="1276855"/>
                  </a:lnTo>
                  <a:lnTo>
                    <a:pt x="1717779" y="1276739"/>
                  </a:lnTo>
                  <a:lnTo>
                    <a:pt x="1718512" y="1276835"/>
                  </a:lnTo>
                  <a:lnTo>
                    <a:pt x="1719041" y="1276865"/>
                  </a:lnTo>
                  <a:lnTo>
                    <a:pt x="1719502" y="1276951"/>
                  </a:lnTo>
                  <a:lnTo>
                    <a:pt x="1719640" y="1277012"/>
                  </a:lnTo>
                  <a:lnTo>
                    <a:pt x="1719728" y="1277118"/>
                  </a:lnTo>
                  <a:lnTo>
                    <a:pt x="1719780" y="1277279"/>
                  </a:lnTo>
                  <a:lnTo>
                    <a:pt x="1719787" y="1277359"/>
                  </a:lnTo>
                  <a:lnTo>
                    <a:pt x="1719721" y="1277742"/>
                  </a:lnTo>
                  <a:lnTo>
                    <a:pt x="1719698" y="1277814"/>
                  </a:lnTo>
                  <a:lnTo>
                    <a:pt x="1719455" y="1277921"/>
                  </a:lnTo>
                  <a:lnTo>
                    <a:pt x="1719227" y="1277986"/>
                  </a:lnTo>
                  <a:lnTo>
                    <a:pt x="1719106" y="1278090"/>
                  </a:lnTo>
                  <a:lnTo>
                    <a:pt x="1719087" y="1278255"/>
                  </a:lnTo>
                  <a:lnTo>
                    <a:pt x="1719134" y="1278623"/>
                  </a:lnTo>
                  <a:lnTo>
                    <a:pt x="1719211" y="1278825"/>
                  </a:lnTo>
                  <a:lnTo>
                    <a:pt x="1719262" y="1278834"/>
                  </a:lnTo>
                  <a:lnTo>
                    <a:pt x="1719311" y="1278933"/>
                  </a:lnTo>
                  <a:lnTo>
                    <a:pt x="1719225" y="1279015"/>
                  </a:lnTo>
                  <a:lnTo>
                    <a:pt x="1719141" y="1279068"/>
                  </a:lnTo>
                  <a:lnTo>
                    <a:pt x="1719073" y="1279093"/>
                  </a:lnTo>
                  <a:lnTo>
                    <a:pt x="1719068" y="1279104"/>
                  </a:lnTo>
                  <a:lnTo>
                    <a:pt x="1719061" y="1279108"/>
                  </a:lnTo>
                  <a:lnTo>
                    <a:pt x="1719053" y="1279112"/>
                  </a:lnTo>
                  <a:lnTo>
                    <a:pt x="1719046" y="1279120"/>
                  </a:lnTo>
                  <a:lnTo>
                    <a:pt x="1719044" y="1279128"/>
                  </a:lnTo>
                  <a:lnTo>
                    <a:pt x="1719033" y="1279181"/>
                  </a:lnTo>
                  <a:lnTo>
                    <a:pt x="1719014" y="1279192"/>
                  </a:lnTo>
                  <a:lnTo>
                    <a:pt x="1719011" y="1279198"/>
                  </a:lnTo>
                  <a:lnTo>
                    <a:pt x="1719014" y="1279202"/>
                  </a:lnTo>
                  <a:lnTo>
                    <a:pt x="1719020" y="1279213"/>
                  </a:lnTo>
                  <a:lnTo>
                    <a:pt x="1719016" y="1279217"/>
                  </a:lnTo>
                  <a:lnTo>
                    <a:pt x="1719010" y="1279225"/>
                  </a:lnTo>
                  <a:lnTo>
                    <a:pt x="1718992" y="1279243"/>
                  </a:lnTo>
                  <a:lnTo>
                    <a:pt x="1718958" y="1279273"/>
                  </a:lnTo>
                  <a:lnTo>
                    <a:pt x="1718935" y="1279292"/>
                  </a:lnTo>
                  <a:lnTo>
                    <a:pt x="1718915" y="1279311"/>
                  </a:lnTo>
                  <a:lnTo>
                    <a:pt x="1718874" y="1279348"/>
                  </a:lnTo>
                  <a:lnTo>
                    <a:pt x="1718862" y="1279361"/>
                  </a:lnTo>
                  <a:lnTo>
                    <a:pt x="1718879" y="1279387"/>
                  </a:lnTo>
                  <a:lnTo>
                    <a:pt x="1718796" y="1279448"/>
                  </a:lnTo>
                  <a:lnTo>
                    <a:pt x="1718791" y="1279449"/>
                  </a:lnTo>
                  <a:lnTo>
                    <a:pt x="1718749" y="1279478"/>
                  </a:lnTo>
                  <a:lnTo>
                    <a:pt x="1718707" y="1279499"/>
                  </a:lnTo>
                  <a:lnTo>
                    <a:pt x="1718697" y="1279506"/>
                  </a:lnTo>
                  <a:lnTo>
                    <a:pt x="1718686" y="1279514"/>
                  </a:lnTo>
                  <a:lnTo>
                    <a:pt x="1718669" y="1279527"/>
                  </a:lnTo>
                  <a:lnTo>
                    <a:pt x="1718646" y="1279544"/>
                  </a:lnTo>
                  <a:lnTo>
                    <a:pt x="1718616" y="1279571"/>
                  </a:lnTo>
                  <a:lnTo>
                    <a:pt x="1718619" y="1279585"/>
                  </a:lnTo>
                  <a:lnTo>
                    <a:pt x="1718614" y="1279590"/>
                  </a:lnTo>
                  <a:lnTo>
                    <a:pt x="1718596" y="1279607"/>
                  </a:lnTo>
                  <a:lnTo>
                    <a:pt x="1718592" y="1279610"/>
                  </a:lnTo>
                  <a:lnTo>
                    <a:pt x="1718585" y="1279617"/>
                  </a:lnTo>
                  <a:lnTo>
                    <a:pt x="1718610" y="1279681"/>
                  </a:lnTo>
                  <a:lnTo>
                    <a:pt x="1718646" y="1279769"/>
                  </a:lnTo>
                  <a:lnTo>
                    <a:pt x="1718679" y="1279852"/>
                  </a:lnTo>
                  <a:lnTo>
                    <a:pt x="1718694" y="1279842"/>
                  </a:lnTo>
                  <a:lnTo>
                    <a:pt x="1718775" y="1279785"/>
                  </a:lnTo>
                  <a:lnTo>
                    <a:pt x="1718796" y="1279770"/>
                  </a:lnTo>
                  <a:lnTo>
                    <a:pt x="1718841" y="1279737"/>
                  </a:lnTo>
                  <a:lnTo>
                    <a:pt x="1718889" y="1279700"/>
                  </a:lnTo>
                  <a:lnTo>
                    <a:pt x="1718899" y="1279692"/>
                  </a:lnTo>
                  <a:lnTo>
                    <a:pt x="1718947" y="1279629"/>
                  </a:lnTo>
                  <a:lnTo>
                    <a:pt x="1718999" y="1279562"/>
                  </a:lnTo>
                  <a:lnTo>
                    <a:pt x="1718992" y="1279554"/>
                  </a:lnTo>
                  <a:lnTo>
                    <a:pt x="1719006" y="1279535"/>
                  </a:lnTo>
                  <a:lnTo>
                    <a:pt x="1719013" y="1279527"/>
                  </a:lnTo>
                  <a:lnTo>
                    <a:pt x="1719038" y="1279497"/>
                  </a:lnTo>
                  <a:lnTo>
                    <a:pt x="1719045" y="1279488"/>
                  </a:lnTo>
                  <a:lnTo>
                    <a:pt x="1719072" y="1279454"/>
                  </a:lnTo>
                  <a:lnTo>
                    <a:pt x="1719087" y="1279457"/>
                  </a:lnTo>
                  <a:lnTo>
                    <a:pt x="1719094" y="1279448"/>
                  </a:lnTo>
                  <a:lnTo>
                    <a:pt x="1719106" y="1279433"/>
                  </a:lnTo>
                  <a:lnTo>
                    <a:pt x="1719124" y="1279434"/>
                  </a:lnTo>
                  <a:lnTo>
                    <a:pt x="1719133" y="1279427"/>
                  </a:lnTo>
                  <a:lnTo>
                    <a:pt x="1719139" y="1279423"/>
                  </a:lnTo>
                  <a:lnTo>
                    <a:pt x="1719217" y="1279370"/>
                  </a:lnTo>
                  <a:lnTo>
                    <a:pt x="1720082" y="1279289"/>
                  </a:lnTo>
                  <a:lnTo>
                    <a:pt x="1720269" y="1279189"/>
                  </a:lnTo>
                  <a:lnTo>
                    <a:pt x="1720514" y="1279169"/>
                  </a:lnTo>
                  <a:lnTo>
                    <a:pt x="1720704" y="1279158"/>
                  </a:lnTo>
                  <a:lnTo>
                    <a:pt x="1720761" y="1279174"/>
                  </a:lnTo>
                  <a:lnTo>
                    <a:pt x="1720774" y="1279189"/>
                  </a:lnTo>
                  <a:lnTo>
                    <a:pt x="1720962" y="1279314"/>
                  </a:lnTo>
                  <a:lnTo>
                    <a:pt x="1721225" y="1279612"/>
                  </a:lnTo>
                  <a:lnTo>
                    <a:pt x="1721233" y="1279806"/>
                  </a:lnTo>
                  <a:lnTo>
                    <a:pt x="1721199" y="1279891"/>
                  </a:lnTo>
                  <a:lnTo>
                    <a:pt x="1721409" y="1280191"/>
                  </a:lnTo>
                  <a:lnTo>
                    <a:pt x="1721558" y="1280444"/>
                  </a:lnTo>
                  <a:lnTo>
                    <a:pt x="1721500" y="1280742"/>
                  </a:lnTo>
                  <a:lnTo>
                    <a:pt x="1721499" y="1280808"/>
                  </a:lnTo>
                  <a:lnTo>
                    <a:pt x="1721596" y="1281108"/>
                  </a:lnTo>
                  <a:lnTo>
                    <a:pt x="1722028" y="1281254"/>
                  </a:lnTo>
                  <a:lnTo>
                    <a:pt x="1722270" y="1281455"/>
                  </a:lnTo>
                  <a:lnTo>
                    <a:pt x="1721924" y="1281819"/>
                  </a:lnTo>
                  <a:lnTo>
                    <a:pt x="1721938" y="1282186"/>
                  </a:lnTo>
                  <a:lnTo>
                    <a:pt x="1721984" y="1282320"/>
                  </a:lnTo>
                  <a:lnTo>
                    <a:pt x="1722117" y="1282577"/>
                  </a:lnTo>
                  <a:lnTo>
                    <a:pt x="1722329" y="1282786"/>
                  </a:lnTo>
                  <a:lnTo>
                    <a:pt x="1722510" y="1283074"/>
                  </a:lnTo>
                  <a:lnTo>
                    <a:pt x="1722518" y="1283121"/>
                  </a:lnTo>
                  <a:lnTo>
                    <a:pt x="1722337" y="1283380"/>
                  </a:lnTo>
                  <a:lnTo>
                    <a:pt x="1722284" y="1283382"/>
                  </a:lnTo>
                  <a:lnTo>
                    <a:pt x="1722133" y="1283311"/>
                  </a:lnTo>
                  <a:lnTo>
                    <a:pt x="1722029" y="1283206"/>
                  </a:lnTo>
                  <a:lnTo>
                    <a:pt x="1721852" y="1283105"/>
                  </a:lnTo>
                  <a:lnTo>
                    <a:pt x="1721795" y="1283098"/>
                  </a:lnTo>
                  <a:lnTo>
                    <a:pt x="1721367" y="1283264"/>
                  </a:lnTo>
                  <a:lnTo>
                    <a:pt x="1721123" y="1283452"/>
                  </a:lnTo>
                  <a:lnTo>
                    <a:pt x="1721048" y="1283537"/>
                  </a:lnTo>
                  <a:lnTo>
                    <a:pt x="1720941" y="1283706"/>
                  </a:lnTo>
                  <a:lnTo>
                    <a:pt x="1720875" y="1283889"/>
                  </a:lnTo>
                  <a:lnTo>
                    <a:pt x="1720808" y="1283970"/>
                  </a:lnTo>
                  <a:lnTo>
                    <a:pt x="1720675" y="1283881"/>
                  </a:lnTo>
                  <a:lnTo>
                    <a:pt x="1720347" y="1283732"/>
                  </a:lnTo>
                  <a:lnTo>
                    <a:pt x="1720167" y="1283763"/>
                  </a:lnTo>
                  <a:lnTo>
                    <a:pt x="1719900" y="1283846"/>
                  </a:lnTo>
                  <a:lnTo>
                    <a:pt x="1719780" y="1283913"/>
                  </a:lnTo>
                  <a:lnTo>
                    <a:pt x="1719615" y="1284048"/>
                  </a:lnTo>
                  <a:lnTo>
                    <a:pt x="1719449" y="1284257"/>
                  </a:lnTo>
                  <a:lnTo>
                    <a:pt x="1719358" y="1284473"/>
                  </a:lnTo>
                  <a:lnTo>
                    <a:pt x="1719181" y="1284513"/>
                  </a:lnTo>
                  <a:lnTo>
                    <a:pt x="1719063" y="1284517"/>
                  </a:lnTo>
                  <a:lnTo>
                    <a:pt x="1718963" y="1284586"/>
                  </a:lnTo>
                  <a:lnTo>
                    <a:pt x="1718867" y="1284697"/>
                  </a:lnTo>
                  <a:lnTo>
                    <a:pt x="1718811" y="1284810"/>
                  </a:lnTo>
                  <a:lnTo>
                    <a:pt x="1718715" y="1285129"/>
                  </a:lnTo>
                  <a:lnTo>
                    <a:pt x="1718562" y="1285530"/>
                  </a:lnTo>
                  <a:lnTo>
                    <a:pt x="1718491" y="1285405"/>
                  </a:lnTo>
                  <a:lnTo>
                    <a:pt x="1718449" y="1285390"/>
                  </a:lnTo>
                  <a:lnTo>
                    <a:pt x="1718363" y="1285405"/>
                  </a:lnTo>
                  <a:lnTo>
                    <a:pt x="1718188" y="1285489"/>
                  </a:lnTo>
                  <a:lnTo>
                    <a:pt x="1718072" y="1285610"/>
                  </a:lnTo>
                  <a:lnTo>
                    <a:pt x="1717959" y="1285869"/>
                  </a:lnTo>
                  <a:lnTo>
                    <a:pt x="1717785" y="1285859"/>
                  </a:lnTo>
                  <a:lnTo>
                    <a:pt x="1717658" y="1285835"/>
                  </a:lnTo>
                  <a:lnTo>
                    <a:pt x="1717553" y="1285860"/>
                  </a:lnTo>
                  <a:lnTo>
                    <a:pt x="1717361" y="1285958"/>
                  </a:lnTo>
                  <a:lnTo>
                    <a:pt x="1717121" y="1286219"/>
                  </a:lnTo>
                  <a:lnTo>
                    <a:pt x="1717041" y="1286380"/>
                  </a:lnTo>
                  <a:lnTo>
                    <a:pt x="1717014" y="1286496"/>
                  </a:lnTo>
                  <a:lnTo>
                    <a:pt x="1717063" y="1286620"/>
                  </a:lnTo>
                  <a:lnTo>
                    <a:pt x="1716658" y="1286777"/>
                  </a:lnTo>
                  <a:lnTo>
                    <a:pt x="1716521" y="1286971"/>
                  </a:lnTo>
                  <a:lnTo>
                    <a:pt x="1716439" y="1287231"/>
                  </a:lnTo>
                  <a:lnTo>
                    <a:pt x="1716397" y="1287508"/>
                  </a:lnTo>
                  <a:lnTo>
                    <a:pt x="1716400" y="1287872"/>
                  </a:lnTo>
                  <a:lnTo>
                    <a:pt x="1715924" y="1288207"/>
                  </a:lnTo>
                  <a:lnTo>
                    <a:pt x="1715855" y="1288202"/>
                  </a:lnTo>
                  <a:lnTo>
                    <a:pt x="1715834" y="1288176"/>
                  </a:lnTo>
                  <a:lnTo>
                    <a:pt x="1715790" y="1287969"/>
                  </a:lnTo>
                  <a:lnTo>
                    <a:pt x="1715817" y="1287805"/>
                  </a:lnTo>
                  <a:lnTo>
                    <a:pt x="1715883" y="1287746"/>
                  </a:lnTo>
                  <a:lnTo>
                    <a:pt x="1715948" y="1287495"/>
                  </a:lnTo>
                  <a:lnTo>
                    <a:pt x="1715878" y="1287204"/>
                  </a:lnTo>
                  <a:lnTo>
                    <a:pt x="1716060" y="1286888"/>
                  </a:lnTo>
                  <a:lnTo>
                    <a:pt x="1716189" y="1286626"/>
                  </a:lnTo>
                  <a:lnTo>
                    <a:pt x="1715908" y="1286660"/>
                  </a:lnTo>
                  <a:lnTo>
                    <a:pt x="1715937" y="1286853"/>
                  </a:lnTo>
                  <a:lnTo>
                    <a:pt x="1715894" y="1286925"/>
                  </a:lnTo>
                  <a:lnTo>
                    <a:pt x="1715785" y="1286983"/>
                  </a:lnTo>
                  <a:lnTo>
                    <a:pt x="1715730" y="1286989"/>
                  </a:lnTo>
                  <a:lnTo>
                    <a:pt x="1715693" y="1286972"/>
                  </a:lnTo>
                  <a:lnTo>
                    <a:pt x="1715630" y="1286803"/>
                  </a:lnTo>
                  <a:lnTo>
                    <a:pt x="1715653" y="1286707"/>
                  </a:lnTo>
                  <a:lnTo>
                    <a:pt x="1715721" y="1286541"/>
                  </a:lnTo>
                  <a:lnTo>
                    <a:pt x="1715674" y="1286480"/>
                  </a:lnTo>
                  <a:lnTo>
                    <a:pt x="1715446" y="1286389"/>
                  </a:lnTo>
                  <a:lnTo>
                    <a:pt x="1715387" y="1286234"/>
                  </a:lnTo>
                  <a:lnTo>
                    <a:pt x="1715384" y="1286166"/>
                  </a:lnTo>
                  <a:lnTo>
                    <a:pt x="1715450" y="1286050"/>
                  </a:lnTo>
                  <a:lnTo>
                    <a:pt x="1715512" y="1285969"/>
                  </a:lnTo>
                  <a:lnTo>
                    <a:pt x="1715399" y="1285944"/>
                  </a:lnTo>
                  <a:lnTo>
                    <a:pt x="1715110" y="1285976"/>
                  </a:lnTo>
                  <a:lnTo>
                    <a:pt x="1715056" y="1286028"/>
                  </a:lnTo>
                  <a:lnTo>
                    <a:pt x="1715016" y="1286499"/>
                  </a:lnTo>
                  <a:lnTo>
                    <a:pt x="1715239" y="1286783"/>
                  </a:lnTo>
                  <a:lnTo>
                    <a:pt x="1715620" y="1287169"/>
                  </a:lnTo>
                  <a:lnTo>
                    <a:pt x="1715597" y="1287334"/>
                  </a:lnTo>
                  <a:lnTo>
                    <a:pt x="1715493" y="1287427"/>
                  </a:lnTo>
                  <a:lnTo>
                    <a:pt x="1715136" y="1287305"/>
                  </a:lnTo>
                  <a:lnTo>
                    <a:pt x="1715104" y="1287001"/>
                  </a:lnTo>
                  <a:lnTo>
                    <a:pt x="1714990" y="1286888"/>
                  </a:lnTo>
                  <a:lnTo>
                    <a:pt x="1714888" y="1286809"/>
                  </a:lnTo>
                  <a:lnTo>
                    <a:pt x="1714844" y="1286816"/>
                  </a:lnTo>
                  <a:lnTo>
                    <a:pt x="1714895" y="1286972"/>
                  </a:lnTo>
                  <a:lnTo>
                    <a:pt x="1714971" y="1287085"/>
                  </a:lnTo>
                  <a:lnTo>
                    <a:pt x="1714961" y="1287115"/>
                  </a:lnTo>
                  <a:lnTo>
                    <a:pt x="1714900" y="1287166"/>
                  </a:lnTo>
                  <a:lnTo>
                    <a:pt x="1714854" y="1287173"/>
                  </a:lnTo>
                  <a:lnTo>
                    <a:pt x="1714790" y="1287141"/>
                  </a:lnTo>
                  <a:lnTo>
                    <a:pt x="1714568" y="1286976"/>
                  </a:lnTo>
                  <a:lnTo>
                    <a:pt x="1714539" y="1287006"/>
                  </a:lnTo>
                  <a:lnTo>
                    <a:pt x="1714506" y="1287037"/>
                  </a:lnTo>
                  <a:lnTo>
                    <a:pt x="1715007" y="1287562"/>
                  </a:lnTo>
                  <a:lnTo>
                    <a:pt x="1715253" y="1287702"/>
                  </a:lnTo>
                  <a:lnTo>
                    <a:pt x="1715432" y="1287704"/>
                  </a:lnTo>
                  <a:lnTo>
                    <a:pt x="1715289" y="1287879"/>
                  </a:lnTo>
                  <a:lnTo>
                    <a:pt x="1715144" y="1287997"/>
                  </a:lnTo>
                  <a:lnTo>
                    <a:pt x="1715064" y="1288138"/>
                  </a:lnTo>
                  <a:lnTo>
                    <a:pt x="1715043" y="1288204"/>
                  </a:lnTo>
                  <a:lnTo>
                    <a:pt x="1715048" y="1288251"/>
                  </a:lnTo>
                  <a:lnTo>
                    <a:pt x="1714910" y="1288476"/>
                  </a:lnTo>
                  <a:lnTo>
                    <a:pt x="1714579" y="1288839"/>
                  </a:lnTo>
                  <a:lnTo>
                    <a:pt x="1714459" y="1289194"/>
                  </a:lnTo>
                  <a:lnTo>
                    <a:pt x="1714257" y="1289618"/>
                  </a:lnTo>
                  <a:lnTo>
                    <a:pt x="1714068" y="1289563"/>
                  </a:lnTo>
                  <a:lnTo>
                    <a:pt x="1713827" y="1289659"/>
                  </a:lnTo>
                  <a:lnTo>
                    <a:pt x="1713686" y="1289783"/>
                  </a:lnTo>
                  <a:lnTo>
                    <a:pt x="1713588" y="1289929"/>
                  </a:lnTo>
                  <a:lnTo>
                    <a:pt x="1713351" y="1290394"/>
                  </a:lnTo>
                  <a:lnTo>
                    <a:pt x="1713192" y="1290901"/>
                  </a:lnTo>
                  <a:lnTo>
                    <a:pt x="1713149" y="1291123"/>
                  </a:lnTo>
                  <a:lnTo>
                    <a:pt x="1713119" y="1291819"/>
                  </a:lnTo>
                  <a:lnTo>
                    <a:pt x="1713142" y="1292584"/>
                  </a:lnTo>
                  <a:lnTo>
                    <a:pt x="1713160" y="1292820"/>
                  </a:lnTo>
                  <a:lnTo>
                    <a:pt x="1713249" y="1293161"/>
                  </a:lnTo>
                  <a:lnTo>
                    <a:pt x="1713301" y="1293239"/>
                  </a:lnTo>
                  <a:lnTo>
                    <a:pt x="1713209" y="1293417"/>
                  </a:lnTo>
                  <a:lnTo>
                    <a:pt x="1713057" y="1293614"/>
                  </a:lnTo>
                  <a:lnTo>
                    <a:pt x="1712927" y="1293739"/>
                  </a:lnTo>
                  <a:lnTo>
                    <a:pt x="1712914" y="1293713"/>
                  </a:lnTo>
                  <a:lnTo>
                    <a:pt x="1712704" y="1293571"/>
                  </a:lnTo>
                  <a:lnTo>
                    <a:pt x="1712528" y="1293514"/>
                  </a:lnTo>
                  <a:lnTo>
                    <a:pt x="1712335" y="1293552"/>
                  </a:lnTo>
                  <a:lnTo>
                    <a:pt x="1712310" y="1293524"/>
                  </a:lnTo>
                  <a:lnTo>
                    <a:pt x="1712264" y="1293369"/>
                  </a:lnTo>
                  <a:lnTo>
                    <a:pt x="1711765" y="1293454"/>
                  </a:lnTo>
                  <a:lnTo>
                    <a:pt x="1711336" y="1293558"/>
                  </a:lnTo>
                  <a:lnTo>
                    <a:pt x="1711026" y="1293749"/>
                  </a:lnTo>
                  <a:lnTo>
                    <a:pt x="1710768" y="1293997"/>
                  </a:lnTo>
                  <a:lnTo>
                    <a:pt x="1710553" y="1294278"/>
                  </a:lnTo>
                  <a:lnTo>
                    <a:pt x="1710380" y="1294630"/>
                  </a:lnTo>
                  <a:lnTo>
                    <a:pt x="1710338" y="1294750"/>
                  </a:lnTo>
                  <a:lnTo>
                    <a:pt x="1710305" y="1294874"/>
                  </a:lnTo>
                  <a:lnTo>
                    <a:pt x="1710329" y="1294934"/>
                  </a:lnTo>
                  <a:lnTo>
                    <a:pt x="1710320" y="1294951"/>
                  </a:lnTo>
                  <a:lnTo>
                    <a:pt x="1710304" y="1294962"/>
                  </a:lnTo>
                  <a:lnTo>
                    <a:pt x="1710293" y="1294986"/>
                  </a:lnTo>
                  <a:lnTo>
                    <a:pt x="1710296" y="1295001"/>
                  </a:lnTo>
                  <a:lnTo>
                    <a:pt x="1710300" y="1295022"/>
                  </a:lnTo>
                  <a:lnTo>
                    <a:pt x="1710300" y="1295045"/>
                  </a:lnTo>
                  <a:lnTo>
                    <a:pt x="1710285" y="1295065"/>
                  </a:lnTo>
                  <a:lnTo>
                    <a:pt x="1710272" y="1295067"/>
                  </a:lnTo>
                  <a:lnTo>
                    <a:pt x="1710265" y="1295062"/>
                  </a:lnTo>
                  <a:lnTo>
                    <a:pt x="1710255" y="1295043"/>
                  </a:lnTo>
                  <a:lnTo>
                    <a:pt x="1710254" y="1295030"/>
                  </a:lnTo>
                  <a:lnTo>
                    <a:pt x="1710255" y="1294997"/>
                  </a:lnTo>
                  <a:lnTo>
                    <a:pt x="1710254" y="1294989"/>
                  </a:lnTo>
                  <a:lnTo>
                    <a:pt x="1710244" y="1294980"/>
                  </a:lnTo>
                  <a:lnTo>
                    <a:pt x="1710222" y="1294987"/>
                  </a:lnTo>
                  <a:lnTo>
                    <a:pt x="1710209" y="1294986"/>
                  </a:lnTo>
                  <a:lnTo>
                    <a:pt x="1710200" y="1294970"/>
                  </a:lnTo>
                  <a:lnTo>
                    <a:pt x="1710190" y="1294957"/>
                  </a:lnTo>
                  <a:lnTo>
                    <a:pt x="1710183" y="1294947"/>
                  </a:lnTo>
                  <a:lnTo>
                    <a:pt x="1710177" y="1294936"/>
                  </a:lnTo>
                  <a:lnTo>
                    <a:pt x="1710205" y="1294851"/>
                  </a:lnTo>
                  <a:lnTo>
                    <a:pt x="1710150" y="1294812"/>
                  </a:lnTo>
                  <a:lnTo>
                    <a:pt x="1710079" y="1294794"/>
                  </a:lnTo>
                  <a:lnTo>
                    <a:pt x="1709891" y="1294835"/>
                  </a:lnTo>
                  <a:lnTo>
                    <a:pt x="1709727" y="1294934"/>
                  </a:lnTo>
                  <a:lnTo>
                    <a:pt x="1709702" y="1294955"/>
                  </a:lnTo>
                  <a:lnTo>
                    <a:pt x="1709609" y="1295070"/>
                  </a:lnTo>
                  <a:lnTo>
                    <a:pt x="1709551" y="1295154"/>
                  </a:lnTo>
                  <a:lnTo>
                    <a:pt x="1709443" y="1295349"/>
                  </a:lnTo>
                  <a:lnTo>
                    <a:pt x="1709404" y="1295441"/>
                  </a:lnTo>
                  <a:lnTo>
                    <a:pt x="1709354" y="1295587"/>
                  </a:lnTo>
                  <a:lnTo>
                    <a:pt x="1709304" y="1295801"/>
                  </a:lnTo>
                  <a:lnTo>
                    <a:pt x="1709276" y="1295953"/>
                  </a:lnTo>
                  <a:lnTo>
                    <a:pt x="1709240" y="1296303"/>
                  </a:lnTo>
                  <a:lnTo>
                    <a:pt x="1709294" y="1296465"/>
                  </a:lnTo>
                  <a:lnTo>
                    <a:pt x="1709329" y="1296514"/>
                  </a:lnTo>
                  <a:lnTo>
                    <a:pt x="1709363" y="1296564"/>
                  </a:lnTo>
                  <a:lnTo>
                    <a:pt x="1709370" y="1296576"/>
                  </a:lnTo>
                  <a:lnTo>
                    <a:pt x="1709382" y="1296629"/>
                  </a:lnTo>
                  <a:lnTo>
                    <a:pt x="1709380" y="1296665"/>
                  </a:lnTo>
                  <a:lnTo>
                    <a:pt x="1709319" y="1296712"/>
                  </a:lnTo>
                  <a:lnTo>
                    <a:pt x="1709310" y="1296718"/>
                  </a:lnTo>
                  <a:lnTo>
                    <a:pt x="1709184" y="1296717"/>
                  </a:lnTo>
                  <a:lnTo>
                    <a:pt x="1708947" y="1296588"/>
                  </a:lnTo>
                  <a:lnTo>
                    <a:pt x="1708940" y="1296581"/>
                  </a:lnTo>
                  <a:lnTo>
                    <a:pt x="1708956" y="1296507"/>
                  </a:lnTo>
                  <a:lnTo>
                    <a:pt x="1708919" y="1296482"/>
                  </a:lnTo>
                  <a:lnTo>
                    <a:pt x="1708883" y="1296477"/>
                  </a:lnTo>
                  <a:lnTo>
                    <a:pt x="1708783" y="1296507"/>
                  </a:lnTo>
                  <a:lnTo>
                    <a:pt x="1708694" y="1296553"/>
                  </a:lnTo>
                  <a:lnTo>
                    <a:pt x="1708585" y="1296622"/>
                  </a:lnTo>
                  <a:lnTo>
                    <a:pt x="1708513" y="1296684"/>
                  </a:lnTo>
                  <a:lnTo>
                    <a:pt x="1708485" y="1296710"/>
                  </a:lnTo>
                  <a:lnTo>
                    <a:pt x="1708430" y="1296782"/>
                  </a:lnTo>
                  <a:lnTo>
                    <a:pt x="1708400" y="1296846"/>
                  </a:lnTo>
                  <a:lnTo>
                    <a:pt x="1708281" y="1297195"/>
                  </a:lnTo>
                  <a:lnTo>
                    <a:pt x="1708233" y="1297426"/>
                  </a:lnTo>
                  <a:lnTo>
                    <a:pt x="1708181" y="1297786"/>
                  </a:lnTo>
                  <a:lnTo>
                    <a:pt x="1708116" y="1298054"/>
                  </a:lnTo>
                  <a:lnTo>
                    <a:pt x="1708141" y="1298290"/>
                  </a:lnTo>
                  <a:lnTo>
                    <a:pt x="1708163" y="1298444"/>
                  </a:lnTo>
                  <a:lnTo>
                    <a:pt x="1708130" y="1298537"/>
                  </a:lnTo>
                  <a:lnTo>
                    <a:pt x="1708072" y="1298561"/>
                  </a:lnTo>
                  <a:lnTo>
                    <a:pt x="1707973" y="1298573"/>
                  </a:lnTo>
                  <a:lnTo>
                    <a:pt x="1707735" y="1298643"/>
                  </a:lnTo>
                  <a:lnTo>
                    <a:pt x="1707694" y="1298662"/>
                  </a:lnTo>
                  <a:lnTo>
                    <a:pt x="1707593" y="1298732"/>
                  </a:lnTo>
                  <a:lnTo>
                    <a:pt x="1707582" y="1298746"/>
                  </a:lnTo>
                  <a:lnTo>
                    <a:pt x="1707451" y="1298972"/>
                  </a:lnTo>
                  <a:lnTo>
                    <a:pt x="1707397" y="1299014"/>
                  </a:lnTo>
                  <a:lnTo>
                    <a:pt x="1707183" y="1299069"/>
                  </a:lnTo>
                  <a:lnTo>
                    <a:pt x="1706975" y="1298892"/>
                  </a:lnTo>
                  <a:lnTo>
                    <a:pt x="1706951" y="1298824"/>
                  </a:lnTo>
                  <a:lnTo>
                    <a:pt x="1706944" y="1298771"/>
                  </a:lnTo>
                  <a:lnTo>
                    <a:pt x="1706964" y="1298732"/>
                  </a:lnTo>
                  <a:lnTo>
                    <a:pt x="1706973" y="1298721"/>
                  </a:lnTo>
                  <a:lnTo>
                    <a:pt x="1707039" y="1298688"/>
                  </a:lnTo>
                  <a:lnTo>
                    <a:pt x="1707066" y="1298484"/>
                  </a:lnTo>
                  <a:lnTo>
                    <a:pt x="1706866" y="1297931"/>
                  </a:lnTo>
                  <a:lnTo>
                    <a:pt x="1706769" y="1297817"/>
                  </a:lnTo>
                  <a:lnTo>
                    <a:pt x="1706765" y="1297813"/>
                  </a:lnTo>
                  <a:lnTo>
                    <a:pt x="1706736" y="1297755"/>
                  </a:lnTo>
                  <a:lnTo>
                    <a:pt x="1706733" y="1297749"/>
                  </a:lnTo>
                  <a:lnTo>
                    <a:pt x="1706733" y="1297742"/>
                  </a:lnTo>
                  <a:lnTo>
                    <a:pt x="1706733" y="1297706"/>
                  </a:lnTo>
                  <a:lnTo>
                    <a:pt x="1706747" y="1297661"/>
                  </a:lnTo>
                  <a:lnTo>
                    <a:pt x="1706768" y="1297637"/>
                  </a:lnTo>
                  <a:lnTo>
                    <a:pt x="1706775" y="1297634"/>
                  </a:lnTo>
                  <a:lnTo>
                    <a:pt x="1707015" y="1297529"/>
                  </a:lnTo>
                  <a:lnTo>
                    <a:pt x="1707384" y="1297239"/>
                  </a:lnTo>
                  <a:lnTo>
                    <a:pt x="1707742" y="1296923"/>
                  </a:lnTo>
                  <a:lnTo>
                    <a:pt x="1707654" y="1296826"/>
                  </a:lnTo>
                  <a:lnTo>
                    <a:pt x="1707784" y="1296664"/>
                  </a:lnTo>
                  <a:lnTo>
                    <a:pt x="1707816" y="1296632"/>
                  </a:lnTo>
                  <a:lnTo>
                    <a:pt x="1707892" y="1296518"/>
                  </a:lnTo>
                  <a:lnTo>
                    <a:pt x="1708026" y="1296237"/>
                  </a:lnTo>
                  <a:lnTo>
                    <a:pt x="1708054" y="1296189"/>
                  </a:lnTo>
                  <a:lnTo>
                    <a:pt x="1708188" y="1296039"/>
                  </a:lnTo>
                  <a:lnTo>
                    <a:pt x="1708124" y="1295986"/>
                  </a:lnTo>
                  <a:lnTo>
                    <a:pt x="1708110" y="1295975"/>
                  </a:lnTo>
                  <a:lnTo>
                    <a:pt x="1708084" y="1295954"/>
                  </a:lnTo>
                  <a:lnTo>
                    <a:pt x="1708112" y="1295752"/>
                  </a:lnTo>
                  <a:lnTo>
                    <a:pt x="1708356" y="1295395"/>
                  </a:lnTo>
                  <a:lnTo>
                    <a:pt x="1708377" y="1295385"/>
                  </a:lnTo>
                  <a:lnTo>
                    <a:pt x="1708474" y="1295369"/>
                  </a:lnTo>
                  <a:lnTo>
                    <a:pt x="1708502" y="1295364"/>
                  </a:lnTo>
                  <a:lnTo>
                    <a:pt x="1708603" y="1295348"/>
                  </a:lnTo>
                  <a:lnTo>
                    <a:pt x="1708702" y="1295427"/>
                  </a:lnTo>
                  <a:lnTo>
                    <a:pt x="1708715" y="1295437"/>
                  </a:lnTo>
                  <a:lnTo>
                    <a:pt x="1708777" y="1295360"/>
                  </a:lnTo>
                  <a:lnTo>
                    <a:pt x="1708900" y="1295209"/>
                  </a:lnTo>
                  <a:lnTo>
                    <a:pt x="1708921" y="1295172"/>
                  </a:lnTo>
                  <a:lnTo>
                    <a:pt x="1709057" y="1294934"/>
                  </a:lnTo>
                  <a:lnTo>
                    <a:pt x="1709079" y="1294894"/>
                  </a:lnTo>
                  <a:lnTo>
                    <a:pt x="1709081" y="1294887"/>
                  </a:lnTo>
                  <a:lnTo>
                    <a:pt x="1709056" y="1294867"/>
                  </a:lnTo>
                  <a:lnTo>
                    <a:pt x="1709028" y="1294855"/>
                  </a:lnTo>
                  <a:lnTo>
                    <a:pt x="1709005" y="1294848"/>
                  </a:lnTo>
                  <a:lnTo>
                    <a:pt x="1708995" y="1294847"/>
                  </a:lnTo>
                  <a:lnTo>
                    <a:pt x="1708991" y="1294838"/>
                  </a:lnTo>
                  <a:lnTo>
                    <a:pt x="1708980" y="1294805"/>
                  </a:lnTo>
                  <a:lnTo>
                    <a:pt x="1708970" y="1294798"/>
                  </a:lnTo>
                  <a:lnTo>
                    <a:pt x="1708959" y="1294758"/>
                  </a:lnTo>
                  <a:lnTo>
                    <a:pt x="1708960" y="1294734"/>
                  </a:lnTo>
                  <a:lnTo>
                    <a:pt x="1708955" y="1294734"/>
                  </a:lnTo>
                  <a:lnTo>
                    <a:pt x="1708888" y="1294739"/>
                  </a:lnTo>
                  <a:lnTo>
                    <a:pt x="1708872" y="1294739"/>
                  </a:lnTo>
                  <a:lnTo>
                    <a:pt x="1708874" y="1294753"/>
                  </a:lnTo>
                  <a:lnTo>
                    <a:pt x="1708861" y="1294759"/>
                  </a:lnTo>
                  <a:lnTo>
                    <a:pt x="1708857" y="1294760"/>
                  </a:lnTo>
                  <a:lnTo>
                    <a:pt x="1708857" y="1294768"/>
                  </a:lnTo>
                  <a:lnTo>
                    <a:pt x="1708870" y="1294769"/>
                  </a:lnTo>
                  <a:lnTo>
                    <a:pt x="1708876" y="1294774"/>
                  </a:lnTo>
                  <a:lnTo>
                    <a:pt x="1708883" y="1294789"/>
                  </a:lnTo>
                  <a:lnTo>
                    <a:pt x="1708890" y="1294804"/>
                  </a:lnTo>
                  <a:lnTo>
                    <a:pt x="1708898" y="1294835"/>
                  </a:lnTo>
                  <a:lnTo>
                    <a:pt x="1708902" y="1294861"/>
                  </a:lnTo>
                  <a:lnTo>
                    <a:pt x="1708900" y="1294872"/>
                  </a:lnTo>
                  <a:lnTo>
                    <a:pt x="1708879" y="1294889"/>
                  </a:lnTo>
                  <a:lnTo>
                    <a:pt x="1708875" y="1294894"/>
                  </a:lnTo>
                  <a:lnTo>
                    <a:pt x="1708873" y="1294902"/>
                  </a:lnTo>
                  <a:lnTo>
                    <a:pt x="1708872" y="1294923"/>
                  </a:lnTo>
                  <a:lnTo>
                    <a:pt x="1708874" y="1294936"/>
                  </a:lnTo>
                  <a:lnTo>
                    <a:pt x="1708874" y="1294973"/>
                  </a:lnTo>
                  <a:lnTo>
                    <a:pt x="1708853" y="1295036"/>
                  </a:lnTo>
                  <a:lnTo>
                    <a:pt x="1708793" y="1295105"/>
                  </a:lnTo>
                  <a:lnTo>
                    <a:pt x="1708724" y="1295169"/>
                  </a:lnTo>
                  <a:lnTo>
                    <a:pt x="1708646" y="1295198"/>
                  </a:lnTo>
                  <a:lnTo>
                    <a:pt x="1708630" y="1295195"/>
                  </a:lnTo>
                  <a:lnTo>
                    <a:pt x="1708614" y="1295192"/>
                  </a:lnTo>
                  <a:lnTo>
                    <a:pt x="1708550" y="1295191"/>
                  </a:lnTo>
                  <a:lnTo>
                    <a:pt x="1708534" y="1295191"/>
                  </a:lnTo>
                  <a:lnTo>
                    <a:pt x="1708525" y="1295189"/>
                  </a:lnTo>
                  <a:lnTo>
                    <a:pt x="1708520" y="1295192"/>
                  </a:lnTo>
                  <a:lnTo>
                    <a:pt x="1708512" y="1295220"/>
                  </a:lnTo>
                  <a:lnTo>
                    <a:pt x="1708490" y="1295221"/>
                  </a:lnTo>
                  <a:lnTo>
                    <a:pt x="1708459" y="1295201"/>
                  </a:lnTo>
                  <a:lnTo>
                    <a:pt x="1708457" y="1295194"/>
                  </a:lnTo>
                  <a:lnTo>
                    <a:pt x="1708495" y="1295131"/>
                  </a:lnTo>
                  <a:lnTo>
                    <a:pt x="1708510" y="1295077"/>
                  </a:lnTo>
                  <a:lnTo>
                    <a:pt x="1708518" y="1295052"/>
                  </a:lnTo>
                  <a:lnTo>
                    <a:pt x="1708524" y="1295031"/>
                  </a:lnTo>
                  <a:lnTo>
                    <a:pt x="1708526" y="1295025"/>
                  </a:lnTo>
                  <a:lnTo>
                    <a:pt x="1708530" y="1295021"/>
                  </a:lnTo>
                  <a:lnTo>
                    <a:pt x="1708535" y="1295018"/>
                  </a:lnTo>
                  <a:lnTo>
                    <a:pt x="1708540" y="1295018"/>
                  </a:lnTo>
                  <a:lnTo>
                    <a:pt x="1708541" y="1295008"/>
                  </a:lnTo>
                  <a:lnTo>
                    <a:pt x="1708538" y="1295003"/>
                  </a:lnTo>
                  <a:lnTo>
                    <a:pt x="1708532" y="1294989"/>
                  </a:lnTo>
                  <a:lnTo>
                    <a:pt x="1708536" y="1294934"/>
                  </a:lnTo>
                  <a:lnTo>
                    <a:pt x="1708542" y="1294911"/>
                  </a:lnTo>
                  <a:lnTo>
                    <a:pt x="1708543" y="1294906"/>
                  </a:lnTo>
                  <a:lnTo>
                    <a:pt x="1708549" y="1294862"/>
                  </a:lnTo>
                  <a:lnTo>
                    <a:pt x="1708553" y="1294839"/>
                  </a:lnTo>
                  <a:lnTo>
                    <a:pt x="1708552" y="1294829"/>
                  </a:lnTo>
                  <a:lnTo>
                    <a:pt x="1708542" y="1294827"/>
                  </a:lnTo>
                  <a:lnTo>
                    <a:pt x="1708538" y="1294826"/>
                  </a:lnTo>
                  <a:lnTo>
                    <a:pt x="1708519" y="1294820"/>
                  </a:lnTo>
                  <a:lnTo>
                    <a:pt x="1708499" y="1294815"/>
                  </a:lnTo>
                  <a:lnTo>
                    <a:pt x="1708494" y="1294814"/>
                  </a:lnTo>
                  <a:lnTo>
                    <a:pt x="1708485" y="1294812"/>
                  </a:lnTo>
                  <a:lnTo>
                    <a:pt x="1708483" y="1294825"/>
                  </a:lnTo>
                  <a:lnTo>
                    <a:pt x="1708483" y="1294830"/>
                  </a:lnTo>
                  <a:lnTo>
                    <a:pt x="1708486" y="1294842"/>
                  </a:lnTo>
                  <a:lnTo>
                    <a:pt x="1708486" y="1294862"/>
                  </a:lnTo>
                  <a:lnTo>
                    <a:pt x="1708487" y="1294869"/>
                  </a:lnTo>
                  <a:lnTo>
                    <a:pt x="1708479" y="1294873"/>
                  </a:lnTo>
                  <a:lnTo>
                    <a:pt x="1708472" y="1294867"/>
                  </a:lnTo>
                  <a:lnTo>
                    <a:pt x="1708466" y="1294861"/>
                  </a:lnTo>
                  <a:lnTo>
                    <a:pt x="1708458" y="1294857"/>
                  </a:lnTo>
                  <a:lnTo>
                    <a:pt x="1708451" y="1294854"/>
                  </a:lnTo>
                  <a:lnTo>
                    <a:pt x="1708430" y="1294848"/>
                  </a:lnTo>
                  <a:lnTo>
                    <a:pt x="1708426" y="1294869"/>
                  </a:lnTo>
                  <a:lnTo>
                    <a:pt x="1708424" y="1294881"/>
                  </a:lnTo>
                  <a:lnTo>
                    <a:pt x="1708422" y="1294897"/>
                  </a:lnTo>
                  <a:lnTo>
                    <a:pt x="1708417" y="1294918"/>
                  </a:lnTo>
                  <a:lnTo>
                    <a:pt x="1708412" y="1294936"/>
                  </a:lnTo>
                  <a:lnTo>
                    <a:pt x="1708410" y="1294946"/>
                  </a:lnTo>
                  <a:lnTo>
                    <a:pt x="1708408" y="1294955"/>
                  </a:lnTo>
                  <a:lnTo>
                    <a:pt x="1708405" y="1294959"/>
                  </a:lnTo>
                  <a:lnTo>
                    <a:pt x="1708403" y="1294965"/>
                  </a:lnTo>
                  <a:lnTo>
                    <a:pt x="1708388" y="1294964"/>
                  </a:lnTo>
                  <a:lnTo>
                    <a:pt x="1708355" y="1294943"/>
                  </a:lnTo>
                  <a:lnTo>
                    <a:pt x="1708340" y="1294965"/>
                  </a:lnTo>
                  <a:lnTo>
                    <a:pt x="1708335" y="1294973"/>
                  </a:lnTo>
                  <a:lnTo>
                    <a:pt x="1708296" y="1295030"/>
                  </a:lnTo>
                  <a:lnTo>
                    <a:pt x="1708288" y="1295042"/>
                  </a:lnTo>
                  <a:lnTo>
                    <a:pt x="1708228" y="1295131"/>
                  </a:lnTo>
                  <a:lnTo>
                    <a:pt x="1708217" y="1295131"/>
                  </a:lnTo>
                  <a:lnTo>
                    <a:pt x="1708202" y="1295115"/>
                  </a:lnTo>
                  <a:lnTo>
                    <a:pt x="1708190" y="1295098"/>
                  </a:lnTo>
                  <a:lnTo>
                    <a:pt x="1708157" y="1295054"/>
                  </a:lnTo>
                  <a:lnTo>
                    <a:pt x="1708132" y="1295020"/>
                  </a:lnTo>
                  <a:lnTo>
                    <a:pt x="1708123" y="1295008"/>
                  </a:lnTo>
                  <a:lnTo>
                    <a:pt x="1708113" y="1294967"/>
                  </a:lnTo>
                  <a:lnTo>
                    <a:pt x="1708126" y="1294949"/>
                  </a:lnTo>
                  <a:lnTo>
                    <a:pt x="1708134" y="1294935"/>
                  </a:lnTo>
                  <a:lnTo>
                    <a:pt x="1708239" y="1294874"/>
                  </a:lnTo>
                  <a:lnTo>
                    <a:pt x="1708288" y="1294689"/>
                  </a:lnTo>
                  <a:lnTo>
                    <a:pt x="1708031" y="1294490"/>
                  </a:lnTo>
                  <a:lnTo>
                    <a:pt x="1707735" y="1294149"/>
                  </a:lnTo>
                  <a:lnTo>
                    <a:pt x="1707772" y="1293931"/>
                  </a:lnTo>
                  <a:lnTo>
                    <a:pt x="1707820" y="1293783"/>
                  </a:lnTo>
                  <a:lnTo>
                    <a:pt x="1708034" y="1293554"/>
                  </a:lnTo>
                  <a:lnTo>
                    <a:pt x="1708242" y="1293285"/>
                  </a:lnTo>
                  <a:lnTo>
                    <a:pt x="1708227" y="1293258"/>
                  </a:lnTo>
                  <a:lnTo>
                    <a:pt x="1708210" y="1293246"/>
                  </a:lnTo>
                  <a:lnTo>
                    <a:pt x="1708132" y="1293292"/>
                  </a:lnTo>
                  <a:lnTo>
                    <a:pt x="1708034" y="1293377"/>
                  </a:lnTo>
                  <a:lnTo>
                    <a:pt x="1707950" y="1293466"/>
                  </a:lnTo>
                  <a:lnTo>
                    <a:pt x="1707789" y="1293635"/>
                  </a:lnTo>
                  <a:lnTo>
                    <a:pt x="1707726" y="1293724"/>
                  </a:lnTo>
                  <a:lnTo>
                    <a:pt x="1707593" y="1293913"/>
                  </a:lnTo>
                  <a:lnTo>
                    <a:pt x="1707593" y="1293923"/>
                  </a:lnTo>
                  <a:lnTo>
                    <a:pt x="1707609" y="1294275"/>
                  </a:lnTo>
                  <a:lnTo>
                    <a:pt x="1707219" y="1294484"/>
                  </a:lnTo>
                  <a:lnTo>
                    <a:pt x="1707094" y="1294254"/>
                  </a:lnTo>
                  <a:lnTo>
                    <a:pt x="1706592" y="1293866"/>
                  </a:lnTo>
                  <a:lnTo>
                    <a:pt x="1706297" y="1293695"/>
                  </a:lnTo>
                  <a:lnTo>
                    <a:pt x="1706208" y="1293668"/>
                  </a:lnTo>
                  <a:lnTo>
                    <a:pt x="1706073" y="1293587"/>
                  </a:lnTo>
                  <a:lnTo>
                    <a:pt x="1705996" y="1293451"/>
                  </a:lnTo>
                  <a:lnTo>
                    <a:pt x="1705988" y="1293421"/>
                  </a:lnTo>
                  <a:lnTo>
                    <a:pt x="1705901" y="1293081"/>
                  </a:lnTo>
                  <a:lnTo>
                    <a:pt x="1705861" y="1293028"/>
                  </a:lnTo>
                  <a:lnTo>
                    <a:pt x="1705754" y="1292948"/>
                  </a:lnTo>
                  <a:lnTo>
                    <a:pt x="1705648" y="1292940"/>
                  </a:lnTo>
                  <a:lnTo>
                    <a:pt x="1705442" y="1293007"/>
                  </a:lnTo>
                  <a:lnTo>
                    <a:pt x="1705440" y="1293048"/>
                  </a:lnTo>
                  <a:lnTo>
                    <a:pt x="1705439" y="1293078"/>
                  </a:lnTo>
                  <a:lnTo>
                    <a:pt x="1705515" y="1293150"/>
                  </a:lnTo>
                  <a:lnTo>
                    <a:pt x="1705695" y="1293007"/>
                  </a:lnTo>
                  <a:lnTo>
                    <a:pt x="1705735" y="1293014"/>
                  </a:lnTo>
                  <a:lnTo>
                    <a:pt x="1705771" y="1293050"/>
                  </a:lnTo>
                  <a:lnTo>
                    <a:pt x="1705834" y="1293274"/>
                  </a:lnTo>
                  <a:lnTo>
                    <a:pt x="1705862" y="1293492"/>
                  </a:lnTo>
                  <a:lnTo>
                    <a:pt x="1705910" y="1293651"/>
                  </a:lnTo>
                  <a:lnTo>
                    <a:pt x="1705971" y="1293669"/>
                  </a:lnTo>
                  <a:lnTo>
                    <a:pt x="1706004" y="1293914"/>
                  </a:lnTo>
                  <a:lnTo>
                    <a:pt x="1705893" y="1294154"/>
                  </a:lnTo>
                  <a:lnTo>
                    <a:pt x="1705815" y="1294276"/>
                  </a:lnTo>
                  <a:lnTo>
                    <a:pt x="1705424" y="1294795"/>
                  </a:lnTo>
                  <a:lnTo>
                    <a:pt x="1705291" y="1294934"/>
                  </a:lnTo>
                  <a:lnTo>
                    <a:pt x="1705289" y="1294943"/>
                  </a:lnTo>
                  <a:lnTo>
                    <a:pt x="1705364" y="1294986"/>
                  </a:lnTo>
                  <a:lnTo>
                    <a:pt x="1705356" y="1295016"/>
                  </a:lnTo>
                  <a:lnTo>
                    <a:pt x="1705348" y="1295043"/>
                  </a:lnTo>
                  <a:lnTo>
                    <a:pt x="1705344" y="1295048"/>
                  </a:lnTo>
                  <a:lnTo>
                    <a:pt x="1705340" y="1295066"/>
                  </a:lnTo>
                  <a:lnTo>
                    <a:pt x="1705331" y="1295087"/>
                  </a:lnTo>
                  <a:lnTo>
                    <a:pt x="1705320" y="1295099"/>
                  </a:lnTo>
                  <a:lnTo>
                    <a:pt x="1705319" y="1295116"/>
                  </a:lnTo>
                  <a:lnTo>
                    <a:pt x="1705265" y="1295228"/>
                  </a:lnTo>
                  <a:lnTo>
                    <a:pt x="1705247" y="1295265"/>
                  </a:lnTo>
                  <a:lnTo>
                    <a:pt x="1705250" y="1295268"/>
                  </a:lnTo>
                  <a:lnTo>
                    <a:pt x="1705209" y="1295381"/>
                  </a:lnTo>
                  <a:lnTo>
                    <a:pt x="1705178" y="1295516"/>
                  </a:lnTo>
                  <a:lnTo>
                    <a:pt x="1705167" y="1295694"/>
                  </a:lnTo>
                  <a:lnTo>
                    <a:pt x="1705235" y="1295926"/>
                  </a:lnTo>
                  <a:lnTo>
                    <a:pt x="1705251" y="1295961"/>
                  </a:lnTo>
                  <a:lnTo>
                    <a:pt x="1705300" y="1296029"/>
                  </a:lnTo>
                  <a:lnTo>
                    <a:pt x="1705363" y="1296077"/>
                  </a:lnTo>
                  <a:lnTo>
                    <a:pt x="1705404" y="1296058"/>
                  </a:lnTo>
                  <a:lnTo>
                    <a:pt x="1705423" y="1296058"/>
                  </a:lnTo>
                  <a:lnTo>
                    <a:pt x="1705559" y="1296309"/>
                  </a:lnTo>
                  <a:lnTo>
                    <a:pt x="1705557" y="1296430"/>
                  </a:lnTo>
                  <a:lnTo>
                    <a:pt x="1705661" y="1296617"/>
                  </a:lnTo>
                  <a:lnTo>
                    <a:pt x="1705748" y="1296757"/>
                  </a:lnTo>
                  <a:lnTo>
                    <a:pt x="1705763" y="1296785"/>
                  </a:lnTo>
                  <a:lnTo>
                    <a:pt x="1705781" y="1296859"/>
                  </a:lnTo>
                  <a:lnTo>
                    <a:pt x="1705803" y="1297013"/>
                  </a:lnTo>
                  <a:lnTo>
                    <a:pt x="1705808" y="1297057"/>
                  </a:lnTo>
                  <a:lnTo>
                    <a:pt x="1705781" y="1297079"/>
                  </a:lnTo>
                  <a:lnTo>
                    <a:pt x="1705689" y="1297122"/>
                  </a:lnTo>
                  <a:lnTo>
                    <a:pt x="1705269" y="1297276"/>
                  </a:lnTo>
                  <a:lnTo>
                    <a:pt x="1705156" y="1297330"/>
                  </a:lnTo>
                  <a:lnTo>
                    <a:pt x="1705050" y="1297392"/>
                  </a:lnTo>
                  <a:lnTo>
                    <a:pt x="1704895" y="1297491"/>
                  </a:lnTo>
                  <a:lnTo>
                    <a:pt x="1704781" y="1297564"/>
                  </a:lnTo>
                  <a:lnTo>
                    <a:pt x="1704526" y="1297783"/>
                  </a:lnTo>
                  <a:lnTo>
                    <a:pt x="1704304" y="1298003"/>
                  </a:lnTo>
                  <a:lnTo>
                    <a:pt x="1703994" y="1298245"/>
                  </a:lnTo>
                  <a:lnTo>
                    <a:pt x="1703915" y="1298299"/>
                  </a:lnTo>
                  <a:lnTo>
                    <a:pt x="1703800" y="1298400"/>
                  </a:lnTo>
                  <a:lnTo>
                    <a:pt x="1703723" y="1298487"/>
                  </a:lnTo>
                  <a:lnTo>
                    <a:pt x="1703597" y="1298658"/>
                  </a:lnTo>
                  <a:lnTo>
                    <a:pt x="1703364" y="1299027"/>
                  </a:lnTo>
                  <a:lnTo>
                    <a:pt x="1703305" y="1299127"/>
                  </a:lnTo>
                  <a:lnTo>
                    <a:pt x="1703124" y="1299467"/>
                  </a:lnTo>
                  <a:lnTo>
                    <a:pt x="1703021" y="1299699"/>
                  </a:lnTo>
                  <a:lnTo>
                    <a:pt x="1702903" y="1300046"/>
                  </a:lnTo>
                  <a:lnTo>
                    <a:pt x="1702795" y="1300434"/>
                  </a:lnTo>
                  <a:lnTo>
                    <a:pt x="1702723" y="1300775"/>
                  </a:lnTo>
                  <a:lnTo>
                    <a:pt x="1702641" y="1301251"/>
                  </a:lnTo>
                  <a:lnTo>
                    <a:pt x="1702611" y="1301854"/>
                  </a:lnTo>
                  <a:lnTo>
                    <a:pt x="1702595" y="1302058"/>
                  </a:lnTo>
                  <a:lnTo>
                    <a:pt x="1702603" y="1302400"/>
                  </a:lnTo>
                  <a:lnTo>
                    <a:pt x="1702630" y="1302651"/>
                  </a:lnTo>
                  <a:lnTo>
                    <a:pt x="1702665" y="1302917"/>
                  </a:lnTo>
                  <a:lnTo>
                    <a:pt x="1702686" y="1303056"/>
                  </a:lnTo>
                  <a:lnTo>
                    <a:pt x="1702732" y="1303219"/>
                  </a:lnTo>
                  <a:lnTo>
                    <a:pt x="1702796" y="1303391"/>
                  </a:lnTo>
                  <a:lnTo>
                    <a:pt x="1702895" y="1303597"/>
                  </a:lnTo>
                  <a:lnTo>
                    <a:pt x="1703064" y="1303835"/>
                  </a:lnTo>
                  <a:lnTo>
                    <a:pt x="1703125" y="1303887"/>
                  </a:lnTo>
                  <a:lnTo>
                    <a:pt x="1703148" y="1303896"/>
                  </a:lnTo>
                  <a:lnTo>
                    <a:pt x="1703232" y="1303912"/>
                  </a:lnTo>
                  <a:lnTo>
                    <a:pt x="1703271" y="1303979"/>
                  </a:lnTo>
                  <a:lnTo>
                    <a:pt x="1703194" y="1304121"/>
                  </a:lnTo>
                  <a:lnTo>
                    <a:pt x="1703165" y="1304161"/>
                  </a:lnTo>
                  <a:lnTo>
                    <a:pt x="1703131" y="1304179"/>
                  </a:lnTo>
                  <a:lnTo>
                    <a:pt x="1702986" y="1304292"/>
                  </a:lnTo>
                  <a:lnTo>
                    <a:pt x="1702878" y="1304410"/>
                  </a:lnTo>
                  <a:lnTo>
                    <a:pt x="1702659" y="1304681"/>
                  </a:lnTo>
                  <a:lnTo>
                    <a:pt x="1702649" y="1304708"/>
                  </a:lnTo>
                  <a:lnTo>
                    <a:pt x="1702594" y="1304924"/>
                  </a:lnTo>
                  <a:lnTo>
                    <a:pt x="1702611" y="1304962"/>
                  </a:lnTo>
                  <a:lnTo>
                    <a:pt x="1702625" y="1305044"/>
                  </a:lnTo>
                  <a:lnTo>
                    <a:pt x="1702617" y="1305148"/>
                  </a:lnTo>
                  <a:lnTo>
                    <a:pt x="1702599" y="1305196"/>
                  </a:lnTo>
                  <a:lnTo>
                    <a:pt x="1702567" y="1305232"/>
                  </a:lnTo>
                  <a:lnTo>
                    <a:pt x="1702533" y="1305237"/>
                  </a:lnTo>
                  <a:lnTo>
                    <a:pt x="1702425" y="1305232"/>
                  </a:lnTo>
                  <a:lnTo>
                    <a:pt x="1702397" y="1305224"/>
                  </a:lnTo>
                  <a:lnTo>
                    <a:pt x="1702382" y="1305201"/>
                  </a:lnTo>
                  <a:lnTo>
                    <a:pt x="1702351" y="1305172"/>
                  </a:lnTo>
                  <a:lnTo>
                    <a:pt x="1702335" y="1305171"/>
                  </a:lnTo>
                  <a:lnTo>
                    <a:pt x="1702261" y="1305209"/>
                  </a:lnTo>
                  <a:lnTo>
                    <a:pt x="1702190" y="1305308"/>
                  </a:lnTo>
                  <a:lnTo>
                    <a:pt x="1702153" y="1305389"/>
                  </a:lnTo>
                  <a:lnTo>
                    <a:pt x="1702133" y="1305513"/>
                  </a:lnTo>
                  <a:lnTo>
                    <a:pt x="1702140" y="1305525"/>
                  </a:lnTo>
                  <a:lnTo>
                    <a:pt x="1702145" y="1305550"/>
                  </a:lnTo>
                  <a:lnTo>
                    <a:pt x="1702134" y="1305759"/>
                  </a:lnTo>
                  <a:lnTo>
                    <a:pt x="1702112" y="1305822"/>
                  </a:lnTo>
                  <a:lnTo>
                    <a:pt x="1701978" y="1306048"/>
                  </a:lnTo>
                  <a:lnTo>
                    <a:pt x="1701880" y="1306198"/>
                  </a:lnTo>
                  <a:lnTo>
                    <a:pt x="1701868" y="1306212"/>
                  </a:lnTo>
                  <a:lnTo>
                    <a:pt x="1701834" y="1306211"/>
                  </a:lnTo>
                  <a:lnTo>
                    <a:pt x="1701811" y="1306184"/>
                  </a:lnTo>
                  <a:lnTo>
                    <a:pt x="1701709" y="1306128"/>
                  </a:lnTo>
                  <a:lnTo>
                    <a:pt x="1701677" y="1306123"/>
                  </a:lnTo>
                  <a:lnTo>
                    <a:pt x="1701635" y="1306131"/>
                  </a:lnTo>
                  <a:lnTo>
                    <a:pt x="1701584" y="1306158"/>
                  </a:lnTo>
                  <a:lnTo>
                    <a:pt x="1701549" y="1306191"/>
                  </a:lnTo>
                  <a:lnTo>
                    <a:pt x="1701524" y="1306219"/>
                  </a:lnTo>
                  <a:lnTo>
                    <a:pt x="1701420" y="1306364"/>
                  </a:lnTo>
                  <a:lnTo>
                    <a:pt x="1701389" y="1306435"/>
                  </a:lnTo>
                  <a:lnTo>
                    <a:pt x="1701380" y="1306478"/>
                  </a:lnTo>
                  <a:lnTo>
                    <a:pt x="1701381" y="1306495"/>
                  </a:lnTo>
                  <a:lnTo>
                    <a:pt x="1701397" y="1306514"/>
                  </a:lnTo>
                  <a:lnTo>
                    <a:pt x="1701418" y="1306519"/>
                  </a:lnTo>
                  <a:lnTo>
                    <a:pt x="1701426" y="1306532"/>
                  </a:lnTo>
                  <a:lnTo>
                    <a:pt x="1701409" y="1306916"/>
                  </a:lnTo>
                  <a:lnTo>
                    <a:pt x="1701392" y="1307034"/>
                  </a:lnTo>
                  <a:lnTo>
                    <a:pt x="1701378" y="1307111"/>
                  </a:lnTo>
                  <a:lnTo>
                    <a:pt x="1701358" y="1307208"/>
                  </a:lnTo>
                  <a:lnTo>
                    <a:pt x="1701355" y="1307216"/>
                  </a:lnTo>
                  <a:lnTo>
                    <a:pt x="1701311" y="1307241"/>
                  </a:lnTo>
                  <a:lnTo>
                    <a:pt x="1701061" y="1307236"/>
                  </a:lnTo>
                  <a:lnTo>
                    <a:pt x="1701045" y="1307221"/>
                  </a:lnTo>
                  <a:lnTo>
                    <a:pt x="1701033" y="1307205"/>
                  </a:lnTo>
                  <a:lnTo>
                    <a:pt x="1701020" y="1307151"/>
                  </a:lnTo>
                  <a:lnTo>
                    <a:pt x="1700984" y="1306816"/>
                  </a:lnTo>
                  <a:lnTo>
                    <a:pt x="1700981" y="1306782"/>
                  </a:lnTo>
                  <a:lnTo>
                    <a:pt x="1700982" y="1306686"/>
                  </a:lnTo>
                  <a:lnTo>
                    <a:pt x="1701049" y="1306599"/>
                  </a:lnTo>
                  <a:lnTo>
                    <a:pt x="1701081" y="1306563"/>
                  </a:lnTo>
                  <a:lnTo>
                    <a:pt x="1701105" y="1306240"/>
                  </a:lnTo>
                  <a:lnTo>
                    <a:pt x="1701251" y="1306221"/>
                  </a:lnTo>
                  <a:lnTo>
                    <a:pt x="1701388" y="1306215"/>
                  </a:lnTo>
                  <a:lnTo>
                    <a:pt x="1701487" y="1306169"/>
                  </a:lnTo>
                  <a:lnTo>
                    <a:pt x="1701496" y="1306158"/>
                  </a:lnTo>
                  <a:lnTo>
                    <a:pt x="1701516" y="1306096"/>
                  </a:lnTo>
                  <a:lnTo>
                    <a:pt x="1701587" y="1305670"/>
                  </a:lnTo>
                  <a:lnTo>
                    <a:pt x="1701596" y="1305595"/>
                  </a:lnTo>
                  <a:lnTo>
                    <a:pt x="1701586" y="1305565"/>
                  </a:lnTo>
                  <a:lnTo>
                    <a:pt x="1701539" y="1305502"/>
                  </a:lnTo>
                  <a:lnTo>
                    <a:pt x="1701241" y="1305116"/>
                  </a:lnTo>
                  <a:lnTo>
                    <a:pt x="1701228" y="1305099"/>
                  </a:lnTo>
                  <a:lnTo>
                    <a:pt x="1701205" y="1305014"/>
                  </a:lnTo>
                  <a:lnTo>
                    <a:pt x="1701209" y="1304983"/>
                  </a:lnTo>
                  <a:lnTo>
                    <a:pt x="1701405" y="1304722"/>
                  </a:lnTo>
                  <a:lnTo>
                    <a:pt x="1701409" y="1304671"/>
                  </a:lnTo>
                  <a:lnTo>
                    <a:pt x="1701394" y="1304632"/>
                  </a:lnTo>
                  <a:lnTo>
                    <a:pt x="1701377" y="1304605"/>
                  </a:lnTo>
                  <a:lnTo>
                    <a:pt x="1701362" y="1304576"/>
                  </a:lnTo>
                  <a:lnTo>
                    <a:pt x="1701361" y="1304544"/>
                  </a:lnTo>
                  <a:lnTo>
                    <a:pt x="1701361" y="1304529"/>
                  </a:lnTo>
                  <a:lnTo>
                    <a:pt x="1701440" y="1304388"/>
                  </a:lnTo>
                  <a:lnTo>
                    <a:pt x="1701522" y="1304332"/>
                  </a:lnTo>
                  <a:lnTo>
                    <a:pt x="1701601" y="1304233"/>
                  </a:lnTo>
                  <a:lnTo>
                    <a:pt x="1701670" y="1304095"/>
                  </a:lnTo>
                  <a:lnTo>
                    <a:pt x="1701673" y="1304053"/>
                  </a:lnTo>
                  <a:lnTo>
                    <a:pt x="1701703" y="1303987"/>
                  </a:lnTo>
                  <a:lnTo>
                    <a:pt x="1701747" y="1303950"/>
                  </a:lnTo>
                  <a:lnTo>
                    <a:pt x="1701757" y="1303947"/>
                  </a:lnTo>
                  <a:lnTo>
                    <a:pt x="1701854" y="1303944"/>
                  </a:lnTo>
                  <a:lnTo>
                    <a:pt x="1701978" y="1303883"/>
                  </a:lnTo>
                  <a:lnTo>
                    <a:pt x="1702036" y="1303837"/>
                  </a:lnTo>
                  <a:lnTo>
                    <a:pt x="1702074" y="1303768"/>
                  </a:lnTo>
                  <a:lnTo>
                    <a:pt x="1702112" y="1303679"/>
                  </a:lnTo>
                  <a:lnTo>
                    <a:pt x="1702139" y="1303530"/>
                  </a:lnTo>
                  <a:lnTo>
                    <a:pt x="1702205" y="1303019"/>
                  </a:lnTo>
                  <a:lnTo>
                    <a:pt x="1702211" y="1302718"/>
                  </a:lnTo>
                  <a:lnTo>
                    <a:pt x="1702084" y="1302305"/>
                  </a:lnTo>
                  <a:lnTo>
                    <a:pt x="1702071" y="1302291"/>
                  </a:lnTo>
                  <a:lnTo>
                    <a:pt x="1702037" y="1302229"/>
                  </a:lnTo>
                  <a:lnTo>
                    <a:pt x="1702008" y="1302171"/>
                  </a:lnTo>
                  <a:lnTo>
                    <a:pt x="1701964" y="1302073"/>
                  </a:lnTo>
                  <a:lnTo>
                    <a:pt x="1701936" y="1301987"/>
                  </a:lnTo>
                  <a:lnTo>
                    <a:pt x="1701938" y="1301864"/>
                  </a:lnTo>
                  <a:lnTo>
                    <a:pt x="1701931" y="1301755"/>
                  </a:lnTo>
                  <a:lnTo>
                    <a:pt x="1701885" y="1301630"/>
                  </a:lnTo>
                  <a:lnTo>
                    <a:pt x="1701800" y="1301440"/>
                  </a:lnTo>
                  <a:lnTo>
                    <a:pt x="1701735" y="1301317"/>
                  </a:lnTo>
                  <a:lnTo>
                    <a:pt x="1701709" y="1301288"/>
                  </a:lnTo>
                  <a:lnTo>
                    <a:pt x="1701657" y="1301204"/>
                  </a:lnTo>
                  <a:lnTo>
                    <a:pt x="1701637" y="1301144"/>
                  </a:lnTo>
                  <a:lnTo>
                    <a:pt x="1701771" y="1301041"/>
                  </a:lnTo>
                  <a:lnTo>
                    <a:pt x="1701794" y="1300986"/>
                  </a:lnTo>
                  <a:lnTo>
                    <a:pt x="1701806" y="1300928"/>
                  </a:lnTo>
                  <a:lnTo>
                    <a:pt x="1701738" y="1300788"/>
                  </a:lnTo>
                  <a:lnTo>
                    <a:pt x="1701667" y="1300709"/>
                  </a:lnTo>
                  <a:lnTo>
                    <a:pt x="1701590" y="1300653"/>
                  </a:lnTo>
                  <a:lnTo>
                    <a:pt x="1701539" y="1300596"/>
                  </a:lnTo>
                  <a:lnTo>
                    <a:pt x="1701468" y="1300459"/>
                  </a:lnTo>
                  <a:lnTo>
                    <a:pt x="1701410" y="1300348"/>
                  </a:lnTo>
                  <a:lnTo>
                    <a:pt x="1701383" y="1300225"/>
                  </a:lnTo>
                  <a:lnTo>
                    <a:pt x="1701335" y="1300226"/>
                  </a:lnTo>
                  <a:lnTo>
                    <a:pt x="1701283" y="1300228"/>
                  </a:lnTo>
                  <a:lnTo>
                    <a:pt x="1701237" y="1300218"/>
                  </a:lnTo>
                  <a:lnTo>
                    <a:pt x="1701101" y="1300101"/>
                  </a:lnTo>
                  <a:lnTo>
                    <a:pt x="1701029" y="1300067"/>
                  </a:lnTo>
                  <a:lnTo>
                    <a:pt x="1700980" y="1300083"/>
                  </a:lnTo>
                  <a:lnTo>
                    <a:pt x="1700884" y="1300189"/>
                  </a:lnTo>
                  <a:lnTo>
                    <a:pt x="1700821" y="1300189"/>
                  </a:lnTo>
                  <a:lnTo>
                    <a:pt x="1700431" y="1300019"/>
                  </a:lnTo>
                  <a:lnTo>
                    <a:pt x="1700391" y="1299979"/>
                  </a:lnTo>
                  <a:lnTo>
                    <a:pt x="1700403" y="1299918"/>
                  </a:lnTo>
                  <a:lnTo>
                    <a:pt x="1700482" y="1299844"/>
                  </a:lnTo>
                  <a:lnTo>
                    <a:pt x="1700660" y="1299716"/>
                  </a:lnTo>
                  <a:lnTo>
                    <a:pt x="1700674" y="1299661"/>
                  </a:lnTo>
                  <a:lnTo>
                    <a:pt x="1700662" y="1299621"/>
                  </a:lnTo>
                  <a:lnTo>
                    <a:pt x="1700643" y="1299600"/>
                  </a:lnTo>
                  <a:lnTo>
                    <a:pt x="1700554" y="1299470"/>
                  </a:lnTo>
                  <a:lnTo>
                    <a:pt x="1700524" y="1299377"/>
                  </a:lnTo>
                  <a:lnTo>
                    <a:pt x="1700440" y="1299289"/>
                  </a:lnTo>
                  <a:lnTo>
                    <a:pt x="1700379" y="1299266"/>
                  </a:lnTo>
                  <a:lnTo>
                    <a:pt x="1700344" y="1299329"/>
                  </a:lnTo>
                  <a:lnTo>
                    <a:pt x="1700337" y="1299600"/>
                  </a:lnTo>
                  <a:lnTo>
                    <a:pt x="1700318" y="1299605"/>
                  </a:lnTo>
                  <a:lnTo>
                    <a:pt x="1700162" y="1299573"/>
                  </a:lnTo>
                  <a:lnTo>
                    <a:pt x="1700082" y="1299512"/>
                  </a:lnTo>
                  <a:lnTo>
                    <a:pt x="1699762" y="1299252"/>
                  </a:lnTo>
                  <a:lnTo>
                    <a:pt x="1699674" y="1299183"/>
                  </a:lnTo>
                  <a:lnTo>
                    <a:pt x="1699674" y="1299106"/>
                  </a:lnTo>
                  <a:lnTo>
                    <a:pt x="1699679" y="1299038"/>
                  </a:lnTo>
                  <a:lnTo>
                    <a:pt x="1699653" y="1299041"/>
                  </a:lnTo>
                  <a:lnTo>
                    <a:pt x="1699487" y="1299039"/>
                  </a:lnTo>
                  <a:lnTo>
                    <a:pt x="1699404" y="1299016"/>
                  </a:lnTo>
                  <a:lnTo>
                    <a:pt x="1698984" y="1298901"/>
                  </a:lnTo>
                  <a:lnTo>
                    <a:pt x="1698705" y="1298754"/>
                  </a:lnTo>
                  <a:lnTo>
                    <a:pt x="1698378" y="1298577"/>
                  </a:lnTo>
                  <a:lnTo>
                    <a:pt x="1698255" y="1298548"/>
                  </a:lnTo>
                  <a:lnTo>
                    <a:pt x="1698199" y="1298530"/>
                  </a:lnTo>
                  <a:lnTo>
                    <a:pt x="1698066" y="1298441"/>
                  </a:lnTo>
                  <a:lnTo>
                    <a:pt x="1697980" y="1298405"/>
                  </a:lnTo>
                  <a:lnTo>
                    <a:pt x="1697899" y="1298388"/>
                  </a:lnTo>
                  <a:lnTo>
                    <a:pt x="1697725" y="1298362"/>
                  </a:lnTo>
                  <a:lnTo>
                    <a:pt x="1697676" y="1298443"/>
                  </a:lnTo>
                  <a:lnTo>
                    <a:pt x="1697638" y="1298472"/>
                  </a:lnTo>
                  <a:lnTo>
                    <a:pt x="1697585" y="1298478"/>
                  </a:lnTo>
                  <a:lnTo>
                    <a:pt x="1697492" y="1298471"/>
                  </a:lnTo>
                  <a:lnTo>
                    <a:pt x="1697345" y="1298402"/>
                  </a:lnTo>
                  <a:lnTo>
                    <a:pt x="1697124" y="1298431"/>
                  </a:lnTo>
                  <a:lnTo>
                    <a:pt x="1696702" y="1298402"/>
                  </a:lnTo>
                  <a:lnTo>
                    <a:pt x="1696527" y="1298372"/>
                  </a:lnTo>
                  <a:lnTo>
                    <a:pt x="1696363" y="1298326"/>
                  </a:lnTo>
                  <a:lnTo>
                    <a:pt x="1696309" y="1298311"/>
                  </a:lnTo>
                  <a:lnTo>
                    <a:pt x="1696289" y="1298304"/>
                  </a:lnTo>
                  <a:lnTo>
                    <a:pt x="1696271" y="1298290"/>
                  </a:lnTo>
                  <a:lnTo>
                    <a:pt x="1696259" y="1298281"/>
                  </a:lnTo>
                  <a:lnTo>
                    <a:pt x="1696250" y="1298263"/>
                  </a:lnTo>
                  <a:lnTo>
                    <a:pt x="1696248" y="1298257"/>
                  </a:lnTo>
                  <a:lnTo>
                    <a:pt x="1696247" y="1298251"/>
                  </a:lnTo>
                  <a:lnTo>
                    <a:pt x="1696249" y="1298237"/>
                  </a:lnTo>
                  <a:lnTo>
                    <a:pt x="1696262" y="1298141"/>
                  </a:lnTo>
                  <a:lnTo>
                    <a:pt x="1696247" y="1298119"/>
                  </a:lnTo>
                  <a:lnTo>
                    <a:pt x="1696242" y="1298180"/>
                  </a:lnTo>
                  <a:lnTo>
                    <a:pt x="1696240" y="1298186"/>
                  </a:lnTo>
                  <a:lnTo>
                    <a:pt x="1696237" y="1298198"/>
                  </a:lnTo>
                  <a:lnTo>
                    <a:pt x="1696214" y="1298248"/>
                  </a:lnTo>
                  <a:lnTo>
                    <a:pt x="1696019" y="1298098"/>
                  </a:lnTo>
                  <a:lnTo>
                    <a:pt x="1695972" y="1298057"/>
                  </a:lnTo>
                  <a:lnTo>
                    <a:pt x="1695905" y="1297985"/>
                  </a:lnTo>
                  <a:lnTo>
                    <a:pt x="1695843" y="1297859"/>
                  </a:lnTo>
                  <a:lnTo>
                    <a:pt x="1695802" y="1297791"/>
                  </a:lnTo>
                  <a:lnTo>
                    <a:pt x="1695792" y="1297779"/>
                  </a:lnTo>
                  <a:lnTo>
                    <a:pt x="1695655" y="1297644"/>
                  </a:lnTo>
                  <a:lnTo>
                    <a:pt x="1695374" y="1297469"/>
                  </a:lnTo>
                  <a:lnTo>
                    <a:pt x="1695355" y="1297457"/>
                  </a:lnTo>
                  <a:lnTo>
                    <a:pt x="1695343" y="1297450"/>
                  </a:lnTo>
                  <a:lnTo>
                    <a:pt x="1695259" y="1297398"/>
                  </a:lnTo>
                  <a:lnTo>
                    <a:pt x="1695243" y="1297396"/>
                  </a:lnTo>
                  <a:lnTo>
                    <a:pt x="1695237" y="1297395"/>
                  </a:lnTo>
                  <a:lnTo>
                    <a:pt x="1695233" y="1297394"/>
                  </a:lnTo>
                  <a:lnTo>
                    <a:pt x="1695224" y="1297395"/>
                  </a:lnTo>
                  <a:lnTo>
                    <a:pt x="1695109" y="1297386"/>
                  </a:lnTo>
                  <a:lnTo>
                    <a:pt x="1695095" y="1297385"/>
                  </a:lnTo>
                  <a:lnTo>
                    <a:pt x="1695096" y="1297393"/>
                  </a:lnTo>
                  <a:lnTo>
                    <a:pt x="1695091" y="1297403"/>
                  </a:lnTo>
                  <a:lnTo>
                    <a:pt x="1695072" y="1297407"/>
                  </a:lnTo>
                  <a:lnTo>
                    <a:pt x="1695057" y="1297410"/>
                  </a:lnTo>
                  <a:lnTo>
                    <a:pt x="1695045" y="1297408"/>
                  </a:lnTo>
                  <a:lnTo>
                    <a:pt x="1694915" y="1297452"/>
                  </a:lnTo>
                  <a:lnTo>
                    <a:pt x="1694880" y="1297455"/>
                  </a:lnTo>
                  <a:lnTo>
                    <a:pt x="1694868" y="1297455"/>
                  </a:lnTo>
                  <a:lnTo>
                    <a:pt x="1694838" y="1297457"/>
                  </a:lnTo>
                  <a:lnTo>
                    <a:pt x="1694832" y="1297458"/>
                  </a:lnTo>
                  <a:lnTo>
                    <a:pt x="1694823" y="1297458"/>
                  </a:lnTo>
                  <a:lnTo>
                    <a:pt x="1694801" y="1297460"/>
                  </a:lnTo>
                  <a:lnTo>
                    <a:pt x="1694788" y="1297460"/>
                  </a:lnTo>
                  <a:lnTo>
                    <a:pt x="1694781" y="1297461"/>
                  </a:lnTo>
                  <a:lnTo>
                    <a:pt x="1694762" y="1297462"/>
                  </a:lnTo>
                  <a:lnTo>
                    <a:pt x="1694747" y="1297463"/>
                  </a:lnTo>
                  <a:lnTo>
                    <a:pt x="1694729" y="1297464"/>
                  </a:lnTo>
                  <a:lnTo>
                    <a:pt x="1694713" y="1297465"/>
                  </a:lnTo>
                  <a:lnTo>
                    <a:pt x="1694629" y="1297470"/>
                  </a:lnTo>
                  <a:lnTo>
                    <a:pt x="1694612" y="1297471"/>
                  </a:lnTo>
                  <a:lnTo>
                    <a:pt x="1694573" y="1297474"/>
                  </a:lnTo>
                  <a:lnTo>
                    <a:pt x="1694538" y="1297476"/>
                  </a:lnTo>
                  <a:lnTo>
                    <a:pt x="1694511" y="1297478"/>
                  </a:lnTo>
                  <a:lnTo>
                    <a:pt x="1694507" y="1297478"/>
                  </a:lnTo>
                  <a:lnTo>
                    <a:pt x="1694489" y="1297479"/>
                  </a:lnTo>
                  <a:lnTo>
                    <a:pt x="1694472" y="1297480"/>
                  </a:lnTo>
                  <a:lnTo>
                    <a:pt x="1694439" y="1297481"/>
                  </a:lnTo>
                  <a:lnTo>
                    <a:pt x="1694414" y="1297482"/>
                  </a:lnTo>
                  <a:lnTo>
                    <a:pt x="1694397" y="1297483"/>
                  </a:lnTo>
                  <a:lnTo>
                    <a:pt x="1694387" y="1297484"/>
                  </a:lnTo>
                  <a:lnTo>
                    <a:pt x="1694313" y="1297488"/>
                  </a:lnTo>
                  <a:lnTo>
                    <a:pt x="1694262" y="1297516"/>
                  </a:lnTo>
                  <a:lnTo>
                    <a:pt x="1694260" y="1297525"/>
                  </a:lnTo>
                  <a:lnTo>
                    <a:pt x="1694260" y="1297537"/>
                  </a:lnTo>
                  <a:lnTo>
                    <a:pt x="1694255" y="1297538"/>
                  </a:lnTo>
                  <a:lnTo>
                    <a:pt x="1694236" y="1297543"/>
                  </a:lnTo>
                  <a:lnTo>
                    <a:pt x="1694231" y="1297532"/>
                  </a:lnTo>
                  <a:lnTo>
                    <a:pt x="1694213" y="1297535"/>
                  </a:lnTo>
                  <a:lnTo>
                    <a:pt x="1694202" y="1297536"/>
                  </a:lnTo>
                  <a:lnTo>
                    <a:pt x="1694061" y="1297607"/>
                  </a:lnTo>
                  <a:lnTo>
                    <a:pt x="1694051" y="1297640"/>
                  </a:lnTo>
                  <a:lnTo>
                    <a:pt x="1694032" y="1297699"/>
                  </a:lnTo>
                  <a:lnTo>
                    <a:pt x="1694014" y="1297756"/>
                  </a:lnTo>
                  <a:lnTo>
                    <a:pt x="1694010" y="1297772"/>
                  </a:lnTo>
                  <a:lnTo>
                    <a:pt x="1694001" y="1297798"/>
                  </a:lnTo>
                  <a:lnTo>
                    <a:pt x="1694014" y="1297826"/>
                  </a:lnTo>
                  <a:lnTo>
                    <a:pt x="1694143" y="1297832"/>
                  </a:lnTo>
                  <a:lnTo>
                    <a:pt x="1694151" y="1297822"/>
                  </a:lnTo>
                  <a:lnTo>
                    <a:pt x="1694188" y="1297809"/>
                  </a:lnTo>
                  <a:lnTo>
                    <a:pt x="1694270" y="1297797"/>
                  </a:lnTo>
                  <a:lnTo>
                    <a:pt x="1694317" y="1297799"/>
                  </a:lnTo>
                  <a:lnTo>
                    <a:pt x="1694335" y="1297801"/>
                  </a:lnTo>
                  <a:lnTo>
                    <a:pt x="1694455" y="1297873"/>
                  </a:lnTo>
                  <a:lnTo>
                    <a:pt x="1694480" y="1297928"/>
                  </a:lnTo>
                  <a:lnTo>
                    <a:pt x="1694487" y="1297963"/>
                  </a:lnTo>
                  <a:lnTo>
                    <a:pt x="1694485" y="1298137"/>
                  </a:lnTo>
                  <a:lnTo>
                    <a:pt x="1694464" y="1298192"/>
                  </a:lnTo>
                  <a:lnTo>
                    <a:pt x="1694467" y="1298224"/>
                  </a:lnTo>
                  <a:lnTo>
                    <a:pt x="1694489" y="1298269"/>
                  </a:lnTo>
                  <a:lnTo>
                    <a:pt x="1694526" y="1298331"/>
                  </a:lnTo>
                  <a:lnTo>
                    <a:pt x="1694565" y="1298371"/>
                  </a:lnTo>
                  <a:lnTo>
                    <a:pt x="1694628" y="1298433"/>
                  </a:lnTo>
                  <a:lnTo>
                    <a:pt x="1694645" y="1298446"/>
                  </a:lnTo>
                  <a:lnTo>
                    <a:pt x="1694790" y="1298529"/>
                  </a:lnTo>
                  <a:lnTo>
                    <a:pt x="1694962" y="1298615"/>
                  </a:lnTo>
                  <a:lnTo>
                    <a:pt x="1695001" y="1298631"/>
                  </a:lnTo>
                  <a:lnTo>
                    <a:pt x="1695082" y="1298664"/>
                  </a:lnTo>
                  <a:lnTo>
                    <a:pt x="1695338" y="1298729"/>
                  </a:lnTo>
                  <a:lnTo>
                    <a:pt x="1695475" y="1298758"/>
                  </a:lnTo>
                  <a:lnTo>
                    <a:pt x="1695862" y="1298823"/>
                  </a:lnTo>
                  <a:lnTo>
                    <a:pt x="1696105" y="1298834"/>
                  </a:lnTo>
                  <a:lnTo>
                    <a:pt x="1696293" y="1298818"/>
                  </a:lnTo>
                  <a:lnTo>
                    <a:pt x="1696326" y="1298815"/>
                  </a:lnTo>
                  <a:lnTo>
                    <a:pt x="1696388" y="1298784"/>
                  </a:lnTo>
                  <a:lnTo>
                    <a:pt x="1696493" y="1298753"/>
                  </a:lnTo>
                  <a:lnTo>
                    <a:pt x="1696531" y="1298751"/>
                  </a:lnTo>
                  <a:lnTo>
                    <a:pt x="1696763" y="1298781"/>
                  </a:lnTo>
                  <a:lnTo>
                    <a:pt x="1696860" y="1298834"/>
                  </a:lnTo>
                  <a:lnTo>
                    <a:pt x="1697173" y="1299014"/>
                  </a:lnTo>
                  <a:lnTo>
                    <a:pt x="1697215" y="1299070"/>
                  </a:lnTo>
                  <a:lnTo>
                    <a:pt x="1697312" y="1299221"/>
                  </a:lnTo>
                  <a:lnTo>
                    <a:pt x="1697442" y="1299447"/>
                  </a:lnTo>
                  <a:lnTo>
                    <a:pt x="1697478" y="1299510"/>
                  </a:lnTo>
                  <a:lnTo>
                    <a:pt x="1697520" y="1299587"/>
                  </a:lnTo>
                  <a:lnTo>
                    <a:pt x="1697524" y="1299628"/>
                  </a:lnTo>
                  <a:lnTo>
                    <a:pt x="1697512" y="1299665"/>
                  </a:lnTo>
                  <a:lnTo>
                    <a:pt x="1697486" y="1299686"/>
                  </a:lnTo>
                  <a:lnTo>
                    <a:pt x="1697440" y="1299686"/>
                  </a:lnTo>
                  <a:lnTo>
                    <a:pt x="1697405" y="1299706"/>
                  </a:lnTo>
                  <a:lnTo>
                    <a:pt x="1697379" y="1299756"/>
                  </a:lnTo>
                  <a:lnTo>
                    <a:pt x="1697376" y="1299773"/>
                  </a:lnTo>
                  <a:lnTo>
                    <a:pt x="1697375" y="1299968"/>
                  </a:lnTo>
                  <a:lnTo>
                    <a:pt x="1697465" y="1300192"/>
                  </a:lnTo>
                  <a:lnTo>
                    <a:pt x="1697515" y="1300230"/>
                  </a:lnTo>
                  <a:lnTo>
                    <a:pt x="1697556" y="1300249"/>
                  </a:lnTo>
                  <a:lnTo>
                    <a:pt x="1697738" y="1300506"/>
                  </a:lnTo>
                  <a:lnTo>
                    <a:pt x="1697855" y="1300623"/>
                  </a:lnTo>
                  <a:lnTo>
                    <a:pt x="1697992" y="1300825"/>
                  </a:lnTo>
                  <a:lnTo>
                    <a:pt x="1697868" y="1300975"/>
                  </a:lnTo>
                  <a:lnTo>
                    <a:pt x="1697568" y="1301420"/>
                  </a:lnTo>
                  <a:lnTo>
                    <a:pt x="1697500" y="1301597"/>
                  </a:lnTo>
                  <a:lnTo>
                    <a:pt x="1697353" y="1301822"/>
                  </a:lnTo>
                  <a:lnTo>
                    <a:pt x="1697329" y="1301926"/>
                  </a:lnTo>
                  <a:lnTo>
                    <a:pt x="1697298" y="1302059"/>
                  </a:lnTo>
                  <a:lnTo>
                    <a:pt x="1697387" y="1302113"/>
                  </a:lnTo>
                  <a:lnTo>
                    <a:pt x="1697453" y="1302154"/>
                  </a:lnTo>
                  <a:lnTo>
                    <a:pt x="1697510" y="1302175"/>
                  </a:lnTo>
                  <a:lnTo>
                    <a:pt x="1697544" y="1302187"/>
                  </a:lnTo>
                  <a:lnTo>
                    <a:pt x="1697597" y="1302208"/>
                  </a:lnTo>
                  <a:lnTo>
                    <a:pt x="1697663" y="1302329"/>
                  </a:lnTo>
                  <a:lnTo>
                    <a:pt x="1697663" y="1302337"/>
                  </a:lnTo>
                  <a:lnTo>
                    <a:pt x="1697652" y="1302402"/>
                  </a:lnTo>
                  <a:lnTo>
                    <a:pt x="1697629" y="1302459"/>
                  </a:lnTo>
                  <a:lnTo>
                    <a:pt x="1697622" y="1302475"/>
                  </a:lnTo>
                  <a:lnTo>
                    <a:pt x="1697583" y="1302542"/>
                  </a:lnTo>
                  <a:lnTo>
                    <a:pt x="1697567" y="1302540"/>
                  </a:lnTo>
                  <a:lnTo>
                    <a:pt x="1697551" y="1302535"/>
                  </a:lnTo>
                  <a:lnTo>
                    <a:pt x="1697501" y="1302488"/>
                  </a:lnTo>
                  <a:lnTo>
                    <a:pt x="1697484" y="1302469"/>
                  </a:lnTo>
                  <a:lnTo>
                    <a:pt x="1697471" y="1302438"/>
                  </a:lnTo>
                  <a:lnTo>
                    <a:pt x="1697448" y="1302422"/>
                  </a:lnTo>
                  <a:lnTo>
                    <a:pt x="1697394" y="1302401"/>
                  </a:lnTo>
                  <a:lnTo>
                    <a:pt x="1697353" y="1302404"/>
                  </a:lnTo>
                  <a:lnTo>
                    <a:pt x="1697294" y="1302444"/>
                  </a:lnTo>
                  <a:lnTo>
                    <a:pt x="1697186" y="1302530"/>
                  </a:lnTo>
                  <a:lnTo>
                    <a:pt x="1697038" y="1302705"/>
                  </a:lnTo>
                  <a:lnTo>
                    <a:pt x="1696995" y="1302723"/>
                  </a:lnTo>
                  <a:lnTo>
                    <a:pt x="1696820" y="1302775"/>
                  </a:lnTo>
                  <a:lnTo>
                    <a:pt x="1696674" y="1302779"/>
                  </a:lnTo>
                  <a:lnTo>
                    <a:pt x="1696628" y="1303008"/>
                  </a:lnTo>
                  <a:lnTo>
                    <a:pt x="1696621" y="1303046"/>
                  </a:lnTo>
                  <a:lnTo>
                    <a:pt x="1696626" y="1303201"/>
                  </a:lnTo>
                  <a:lnTo>
                    <a:pt x="1696707" y="1303501"/>
                  </a:lnTo>
                  <a:lnTo>
                    <a:pt x="1696746" y="1303600"/>
                  </a:lnTo>
                  <a:lnTo>
                    <a:pt x="1696770" y="1303642"/>
                  </a:lnTo>
                  <a:lnTo>
                    <a:pt x="1696789" y="1303726"/>
                  </a:lnTo>
                  <a:lnTo>
                    <a:pt x="1696769" y="1303782"/>
                  </a:lnTo>
                  <a:lnTo>
                    <a:pt x="1696696" y="1303819"/>
                  </a:lnTo>
                  <a:lnTo>
                    <a:pt x="1696436" y="1303984"/>
                  </a:lnTo>
                  <a:lnTo>
                    <a:pt x="1696242" y="1304106"/>
                  </a:lnTo>
                  <a:lnTo>
                    <a:pt x="1696075" y="1304274"/>
                  </a:lnTo>
                  <a:lnTo>
                    <a:pt x="1695814" y="1304681"/>
                  </a:lnTo>
                  <a:lnTo>
                    <a:pt x="1695665" y="1304946"/>
                  </a:lnTo>
                  <a:lnTo>
                    <a:pt x="1695512" y="1305231"/>
                  </a:lnTo>
                  <a:lnTo>
                    <a:pt x="1695511" y="1305281"/>
                  </a:lnTo>
                  <a:lnTo>
                    <a:pt x="1695525" y="1305305"/>
                  </a:lnTo>
                  <a:lnTo>
                    <a:pt x="1695569" y="1305329"/>
                  </a:lnTo>
                  <a:lnTo>
                    <a:pt x="1695582" y="1305375"/>
                  </a:lnTo>
                  <a:lnTo>
                    <a:pt x="1695582" y="1305389"/>
                  </a:lnTo>
                  <a:lnTo>
                    <a:pt x="1695538" y="1305474"/>
                  </a:lnTo>
                  <a:lnTo>
                    <a:pt x="1695471" y="1305523"/>
                  </a:lnTo>
                  <a:lnTo>
                    <a:pt x="1695460" y="1305528"/>
                  </a:lnTo>
                  <a:lnTo>
                    <a:pt x="1695380" y="1305510"/>
                  </a:lnTo>
                  <a:lnTo>
                    <a:pt x="1695226" y="1305422"/>
                  </a:lnTo>
                  <a:lnTo>
                    <a:pt x="1694964" y="1305121"/>
                  </a:lnTo>
                  <a:lnTo>
                    <a:pt x="1694536" y="1304792"/>
                  </a:lnTo>
                  <a:lnTo>
                    <a:pt x="1694416" y="1304732"/>
                  </a:lnTo>
                  <a:lnTo>
                    <a:pt x="1694236" y="1304682"/>
                  </a:lnTo>
                  <a:lnTo>
                    <a:pt x="1694156" y="1304769"/>
                  </a:lnTo>
                  <a:lnTo>
                    <a:pt x="1694115" y="1304814"/>
                  </a:lnTo>
                  <a:lnTo>
                    <a:pt x="1694108" y="1304833"/>
                  </a:lnTo>
                  <a:lnTo>
                    <a:pt x="1694207" y="1304925"/>
                  </a:lnTo>
                  <a:lnTo>
                    <a:pt x="1694294" y="1304973"/>
                  </a:lnTo>
                  <a:lnTo>
                    <a:pt x="1694593" y="1305125"/>
                  </a:lnTo>
                  <a:lnTo>
                    <a:pt x="1694734" y="1305195"/>
                  </a:lnTo>
                  <a:lnTo>
                    <a:pt x="1694840" y="1305285"/>
                  </a:lnTo>
                  <a:lnTo>
                    <a:pt x="1694873" y="1305323"/>
                  </a:lnTo>
                  <a:lnTo>
                    <a:pt x="1694977" y="1305479"/>
                  </a:lnTo>
                  <a:lnTo>
                    <a:pt x="1695019" y="1305568"/>
                  </a:lnTo>
                  <a:lnTo>
                    <a:pt x="1695149" y="1305822"/>
                  </a:lnTo>
                  <a:lnTo>
                    <a:pt x="1695255" y="1306030"/>
                  </a:lnTo>
                  <a:lnTo>
                    <a:pt x="1695292" y="1306207"/>
                  </a:lnTo>
                  <a:lnTo>
                    <a:pt x="1695474" y="1306328"/>
                  </a:lnTo>
                  <a:lnTo>
                    <a:pt x="1695539" y="1306371"/>
                  </a:lnTo>
                  <a:lnTo>
                    <a:pt x="1695551" y="1306374"/>
                  </a:lnTo>
                  <a:lnTo>
                    <a:pt x="1695647" y="1306305"/>
                  </a:lnTo>
                  <a:lnTo>
                    <a:pt x="1695720" y="1306162"/>
                  </a:lnTo>
                  <a:lnTo>
                    <a:pt x="1695797" y="1306111"/>
                  </a:lnTo>
                  <a:lnTo>
                    <a:pt x="1695995" y="1306073"/>
                  </a:lnTo>
                  <a:lnTo>
                    <a:pt x="1696018" y="1306075"/>
                  </a:lnTo>
                  <a:lnTo>
                    <a:pt x="1696030" y="1306101"/>
                  </a:lnTo>
                  <a:lnTo>
                    <a:pt x="1696129" y="1306177"/>
                  </a:lnTo>
                  <a:lnTo>
                    <a:pt x="1696154" y="1306188"/>
                  </a:lnTo>
                  <a:lnTo>
                    <a:pt x="1696279" y="1306233"/>
                  </a:lnTo>
                  <a:lnTo>
                    <a:pt x="1696339" y="1306246"/>
                  </a:lnTo>
                  <a:lnTo>
                    <a:pt x="1696588" y="1306140"/>
                  </a:lnTo>
                  <a:lnTo>
                    <a:pt x="1696626" y="1306001"/>
                  </a:lnTo>
                  <a:lnTo>
                    <a:pt x="1696600" y="1305962"/>
                  </a:lnTo>
                  <a:lnTo>
                    <a:pt x="1696581" y="1305862"/>
                  </a:lnTo>
                  <a:lnTo>
                    <a:pt x="1696578" y="1305849"/>
                  </a:lnTo>
                  <a:lnTo>
                    <a:pt x="1696583" y="1305830"/>
                  </a:lnTo>
                  <a:lnTo>
                    <a:pt x="1696683" y="1305712"/>
                  </a:lnTo>
                  <a:lnTo>
                    <a:pt x="1696713" y="1305680"/>
                  </a:lnTo>
                  <a:lnTo>
                    <a:pt x="1696740" y="1305694"/>
                  </a:lnTo>
                  <a:lnTo>
                    <a:pt x="1696750" y="1305712"/>
                  </a:lnTo>
                  <a:lnTo>
                    <a:pt x="1696756" y="1305746"/>
                  </a:lnTo>
                  <a:lnTo>
                    <a:pt x="1696838" y="1305797"/>
                  </a:lnTo>
                  <a:lnTo>
                    <a:pt x="1696970" y="1305852"/>
                  </a:lnTo>
                  <a:lnTo>
                    <a:pt x="1697005" y="1305861"/>
                  </a:lnTo>
                  <a:lnTo>
                    <a:pt x="1697092" y="1305875"/>
                  </a:lnTo>
                  <a:lnTo>
                    <a:pt x="1697158" y="1305878"/>
                  </a:lnTo>
                  <a:lnTo>
                    <a:pt x="1697167" y="1305874"/>
                  </a:lnTo>
                  <a:lnTo>
                    <a:pt x="1697226" y="1305683"/>
                  </a:lnTo>
                  <a:lnTo>
                    <a:pt x="1697275" y="1305440"/>
                  </a:lnTo>
                  <a:lnTo>
                    <a:pt x="1697323" y="1305373"/>
                  </a:lnTo>
                  <a:lnTo>
                    <a:pt x="1697383" y="1305333"/>
                  </a:lnTo>
                  <a:lnTo>
                    <a:pt x="1697727" y="1305345"/>
                  </a:lnTo>
                  <a:lnTo>
                    <a:pt x="1697737" y="1305352"/>
                  </a:lnTo>
                  <a:lnTo>
                    <a:pt x="1697771" y="1305445"/>
                  </a:lnTo>
                  <a:lnTo>
                    <a:pt x="1697825" y="1305624"/>
                  </a:lnTo>
                  <a:lnTo>
                    <a:pt x="1697708" y="1305762"/>
                  </a:lnTo>
                  <a:lnTo>
                    <a:pt x="1697705" y="1305791"/>
                  </a:lnTo>
                  <a:lnTo>
                    <a:pt x="1697774" y="1305863"/>
                  </a:lnTo>
                  <a:lnTo>
                    <a:pt x="1697990" y="1305894"/>
                  </a:lnTo>
                  <a:lnTo>
                    <a:pt x="1698003" y="1305894"/>
                  </a:lnTo>
                  <a:lnTo>
                    <a:pt x="1698018" y="1305888"/>
                  </a:lnTo>
                  <a:lnTo>
                    <a:pt x="1698054" y="1305860"/>
                  </a:lnTo>
                  <a:lnTo>
                    <a:pt x="1698139" y="1305780"/>
                  </a:lnTo>
                  <a:lnTo>
                    <a:pt x="1698349" y="1305835"/>
                  </a:lnTo>
                  <a:lnTo>
                    <a:pt x="1698503" y="1306135"/>
                  </a:lnTo>
                  <a:lnTo>
                    <a:pt x="1698510" y="1306157"/>
                  </a:lnTo>
                  <a:lnTo>
                    <a:pt x="1698693" y="1306212"/>
                  </a:lnTo>
                  <a:lnTo>
                    <a:pt x="1698731" y="1306213"/>
                  </a:lnTo>
                  <a:lnTo>
                    <a:pt x="1698925" y="1306276"/>
                  </a:lnTo>
                  <a:lnTo>
                    <a:pt x="1699116" y="1306386"/>
                  </a:lnTo>
                  <a:lnTo>
                    <a:pt x="1699202" y="1306458"/>
                  </a:lnTo>
                  <a:lnTo>
                    <a:pt x="1699216" y="1306474"/>
                  </a:lnTo>
                  <a:lnTo>
                    <a:pt x="1699210" y="1306494"/>
                  </a:lnTo>
                  <a:lnTo>
                    <a:pt x="1699131" y="1306559"/>
                  </a:lnTo>
                  <a:lnTo>
                    <a:pt x="1699077" y="1306594"/>
                  </a:lnTo>
                  <a:lnTo>
                    <a:pt x="1699038" y="1306588"/>
                  </a:lnTo>
                  <a:lnTo>
                    <a:pt x="1698966" y="1306557"/>
                  </a:lnTo>
                  <a:lnTo>
                    <a:pt x="1698874" y="1306551"/>
                  </a:lnTo>
                  <a:lnTo>
                    <a:pt x="1698814" y="1306554"/>
                  </a:lnTo>
                  <a:lnTo>
                    <a:pt x="1698719" y="1306585"/>
                  </a:lnTo>
                  <a:lnTo>
                    <a:pt x="1698695" y="1306609"/>
                  </a:lnTo>
                  <a:lnTo>
                    <a:pt x="1698626" y="1306713"/>
                  </a:lnTo>
                  <a:lnTo>
                    <a:pt x="1698597" y="1306775"/>
                  </a:lnTo>
                  <a:lnTo>
                    <a:pt x="1698585" y="1306819"/>
                  </a:lnTo>
                  <a:lnTo>
                    <a:pt x="1698580" y="1306879"/>
                  </a:lnTo>
                  <a:lnTo>
                    <a:pt x="1698585" y="1306967"/>
                  </a:lnTo>
                  <a:lnTo>
                    <a:pt x="1698496" y="1307232"/>
                  </a:lnTo>
                  <a:lnTo>
                    <a:pt x="1698466" y="1307299"/>
                  </a:lnTo>
                  <a:lnTo>
                    <a:pt x="1698453" y="1307360"/>
                  </a:lnTo>
                  <a:lnTo>
                    <a:pt x="1698451" y="1307380"/>
                  </a:lnTo>
                  <a:lnTo>
                    <a:pt x="1698466" y="1307435"/>
                  </a:lnTo>
                  <a:lnTo>
                    <a:pt x="1698459" y="1307445"/>
                  </a:lnTo>
                  <a:lnTo>
                    <a:pt x="1698191" y="1307436"/>
                  </a:lnTo>
                  <a:lnTo>
                    <a:pt x="1698160" y="1307413"/>
                  </a:lnTo>
                  <a:lnTo>
                    <a:pt x="1698040" y="1307173"/>
                  </a:lnTo>
                  <a:lnTo>
                    <a:pt x="1697871" y="1306921"/>
                  </a:lnTo>
                  <a:lnTo>
                    <a:pt x="1697793" y="1306882"/>
                  </a:lnTo>
                  <a:lnTo>
                    <a:pt x="1697753" y="1306878"/>
                  </a:lnTo>
                  <a:lnTo>
                    <a:pt x="1697697" y="1306891"/>
                  </a:lnTo>
                  <a:lnTo>
                    <a:pt x="1697565" y="1306946"/>
                  </a:lnTo>
                  <a:lnTo>
                    <a:pt x="1697312" y="1307097"/>
                  </a:lnTo>
                  <a:lnTo>
                    <a:pt x="1697276" y="1307149"/>
                  </a:lnTo>
                  <a:lnTo>
                    <a:pt x="1697261" y="1307177"/>
                  </a:lnTo>
                  <a:lnTo>
                    <a:pt x="1697220" y="1307324"/>
                  </a:lnTo>
                  <a:lnTo>
                    <a:pt x="1697215" y="1307419"/>
                  </a:lnTo>
                  <a:lnTo>
                    <a:pt x="1697178" y="1307582"/>
                  </a:lnTo>
                  <a:lnTo>
                    <a:pt x="1697163" y="1307656"/>
                  </a:lnTo>
                  <a:lnTo>
                    <a:pt x="1697098" y="1307763"/>
                  </a:lnTo>
                  <a:lnTo>
                    <a:pt x="1696996" y="1307860"/>
                  </a:lnTo>
                  <a:lnTo>
                    <a:pt x="1696924" y="1307957"/>
                  </a:lnTo>
                  <a:lnTo>
                    <a:pt x="1696883" y="1308025"/>
                  </a:lnTo>
                  <a:lnTo>
                    <a:pt x="1696821" y="1308160"/>
                  </a:lnTo>
                  <a:lnTo>
                    <a:pt x="1696720" y="1308467"/>
                  </a:lnTo>
                  <a:lnTo>
                    <a:pt x="1696711" y="1308766"/>
                  </a:lnTo>
                  <a:lnTo>
                    <a:pt x="1696713" y="1308963"/>
                  </a:lnTo>
                  <a:lnTo>
                    <a:pt x="1696725" y="1309133"/>
                  </a:lnTo>
                  <a:lnTo>
                    <a:pt x="1696753" y="1309259"/>
                  </a:lnTo>
                  <a:lnTo>
                    <a:pt x="1696779" y="1309340"/>
                  </a:lnTo>
                  <a:lnTo>
                    <a:pt x="1696835" y="1309389"/>
                  </a:lnTo>
                  <a:lnTo>
                    <a:pt x="1696887" y="1309423"/>
                  </a:lnTo>
                  <a:lnTo>
                    <a:pt x="1696987" y="1309447"/>
                  </a:lnTo>
                  <a:lnTo>
                    <a:pt x="1697090" y="1309468"/>
                  </a:lnTo>
                  <a:lnTo>
                    <a:pt x="1697147" y="1309472"/>
                  </a:lnTo>
                  <a:lnTo>
                    <a:pt x="1697435" y="1309733"/>
                  </a:lnTo>
                  <a:lnTo>
                    <a:pt x="1697430" y="1309760"/>
                  </a:lnTo>
                  <a:lnTo>
                    <a:pt x="1697392" y="1309924"/>
                  </a:lnTo>
                  <a:lnTo>
                    <a:pt x="1697375" y="1309953"/>
                  </a:lnTo>
                  <a:lnTo>
                    <a:pt x="1697339" y="1309985"/>
                  </a:lnTo>
                  <a:lnTo>
                    <a:pt x="1697278" y="1310020"/>
                  </a:lnTo>
                  <a:lnTo>
                    <a:pt x="1697260" y="1310029"/>
                  </a:lnTo>
                  <a:lnTo>
                    <a:pt x="1697056" y="1310035"/>
                  </a:lnTo>
                  <a:lnTo>
                    <a:pt x="1696964" y="1310037"/>
                  </a:lnTo>
                  <a:lnTo>
                    <a:pt x="1696894" y="1310002"/>
                  </a:lnTo>
                  <a:lnTo>
                    <a:pt x="1696757" y="1309958"/>
                  </a:lnTo>
                  <a:lnTo>
                    <a:pt x="1696712" y="1309948"/>
                  </a:lnTo>
                  <a:lnTo>
                    <a:pt x="1696638" y="1309981"/>
                  </a:lnTo>
                  <a:lnTo>
                    <a:pt x="1696597" y="1310018"/>
                  </a:lnTo>
                  <a:lnTo>
                    <a:pt x="1696588" y="1310031"/>
                  </a:lnTo>
                  <a:lnTo>
                    <a:pt x="1696493" y="1310131"/>
                  </a:lnTo>
                  <a:lnTo>
                    <a:pt x="1696324" y="1310208"/>
                  </a:lnTo>
                  <a:lnTo>
                    <a:pt x="1696314" y="1310203"/>
                  </a:lnTo>
                  <a:lnTo>
                    <a:pt x="1696245" y="1310098"/>
                  </a:lnTo>
                  <a:lnTo>
                    <a:pt x="1696214" y="1309995"/>
                  </a:lnTo>
                  <a:lnTo>
                    <a:pt x="1696236" y="1309937"/>
                  </a:lnTo>
                  <a:lnTo>
                    <a:pt x="1696237" y="1309927"/>
                  </a:lnTo>
                  <a:lnTo>
                    <a:pt x="1696215" y="1309871"/>
                  </a:lnTo>
                  <a:lnTo>
                    <a:pt x="1696156" y="1309817"/>
                  </a:lnTo>
                  <a:lnTo>
                    <a:pt x="1696125" y="1309806"/>
                  </a:lnTo>
                  <a:lnTo>
                    <a:pt x="1696045" y="1309792"/>
                  </a:lnTo>
                  <a:lnTo>
                    <a:pt x="1695918" y="1309815"/>
                  </a:lnTo>
                  <a:lnTo>
                    <a:pt x="1695845" y="1309837"/>
                  </a:lnTo>
                  <a:lnTo>
                    <a:pt x="1695796" y="1309871"/>
                  </a:lnTo>
                  <a:lnTo>
                    <a:pt x="1695739" y="1309811"/>
                  </a:lnTo>
                  <a:lnTo>
                    <a:pt x="1695740" y="1309630"/>
                  </a:lnTo>
                  <a:lnTo>
                    <a:pt x="1695675" y="1309595"/>
                  </a:lnTo>
                  <a:lnTo>
                    <a:pt x="1695471" y="1309606"/>
                  </a:lnTo>
                  <a:lnTo>
                    <a:pt x="1695424" y="1309608"/>
                  </a:lnTo>
                  <a:lnTo>
                    <a:pt x="1695374" y="1309634"/>
                  </a:lnTo>
                  <a:lnTo>
                    <a:pt x="1695165" y="1309777"/>
                  </a:lnTo>
                  <a:lnTo>
                    <a:pt x="1695078" y="1309858"/>
                  </a:lnTo>
                  <a:lnTo>
                    <a:pt x="1695017" y="1309923"/>
                  </a:lnTo>
                  <a:lnTo>
                    <a:pt x="1694955" y="1310000"/>
                  </a:lnTo>
                  <a:lnTo>
                    <a:pt x="1694889" y="1310097"/>
                  </a:lnTo>
                  <a:lnTo>
                    <a:pt x="1694737" y="1310413"/>
                  </a:lnTo>
                  <a:lnTo>
                    <a:pt x="1694657" y="1310645"/>
                  </a:lnTo>
                  <a:lnTo>
                    <a:pt x="1694602" y="1310864"/>
                  </a:lnTo>
                  <a:lnTo>
                    <a:pt x="1694549" y="1311134"/>
                  </a:lnTo>
                  <a:lnTo>
                    <a:pt x="1694542" y="1311310"/>
                  </a:lnTo>
                  <a:lnTo>
                    <a:pt x="1694532" y="1311755"/>
                  </a:lnTo>
                  <a:lnTo>
                    <a:pt x="1694542" y="1311917"/>
                  </a:lnTo>
                  <a:lnTo>
                    <a:pt x="1694583" y="1312160"/>
                  </a:lnTo>
                  <a:lnTo>
                    <a:pt x="1694595" y="1312233"/>
                  </a:lnTo>
                  <a:lnTo>
                    <a:pt x="1694670" y="1312487"/>
                  </a:lnTo>
                  <a:lnTo>
                    <a:pt x="1694724" y="1312576"/>
                  </a:lnTo>
                  <a:lnTo>
                    <a:pt x="1694798" y="1312683"/>
                  </a:lnTo>
                  <a:lnTo>
                    <a:pt x="1694884" y="1312744"/>
                  </a:lnTo>
                  <a:lnTo>
                    <a:pt x="1694898" y="1312751"/>
                  </a:lnTo>
                  <a:lnTo>
                    <a:pt x="1694970" y="1312783"/>
                  </a:lnTo>
                  <a:lnTo>
                    <a:pt x="1695006" y="1312787"/>
                  </a:lnTo>
                  <a:lnTo>
                    <a:pt x="1695029" y="1312782"/>
                  </a:lnTo>
                  <a:lnTo>
                    <a:pt x="1695044" y="1312766"/>
                  </a:lnTo>
                  <a:lnTo>
                    <a:pt x="1695045" y="1312720"/>
                  </a:lnTo>
                  <a:lnTo>
                    <a:pt x="1695147" y="1312614"/>
                  </a:lnTo>
                  <a:lnTo>
                    <a:pt x="1695225" y="1312550"/>
                  </a:lnTo>
                  <a:lnTo>
                    <a:pt x="1695264" y="1312544"/>
                  </a:lnTo>
                  <a:lnTo>
                    <a:pt x="1695292" y="1312559"/>
                  </a:lnTo>
                  <a:lnTo>
                    <a:pt x="1695293" y="1312603"/>
                  </a:lnTo>
                  <a:lnTo>
                    <a:pt x="1695303" y="1312625"/>
                  </a:lnTo>
                  <a:lnTo>
                    <a:pt x="1695410" y="1312789"/>
                  </a:lnTo>
                  <a:lnTo>
                    <a:pt x="1695466" y="1312819"/>
                  </a:lnTo>
                  <a:lnTo>
                    <a:pt x="1695488" y="1312829"/>
                  </a:lnTo>
                  <a:lnTo>
                    <a:pt x="1695547" y="1312791"/>
                  </a:lnTo>
                  <a:lnTo>
                    <a:pt x="1695573" y="1312760"/>
                  </a:lnTo>
                  <a:lnTo>
                    <a:pt x="1695602" y="1312752"/>
                  </a:lnTo>
                  <a:lnTo>
                    <a:pt x="1695615" y="1312756"/>
                  </a:lnTo>
                  <a:lnTo>
                    <a:pt x="1695636" y="1312781"/>
                  </a:lnTo>
                  <a:lnTo>
                    <a:pt x="1695640" y="1312802"/>
                  </a:lnTo>
                  <a:lnTo>
                    <a:pt x="1695617" y="1312866"/>
                  </a:lnTo>
                  <a:lnTo>
                    <a:pt x="1695595" y="1312921"/>
                  </a:lnTo>
                  <a:lnTo>
                    <a:pt x="1695544" y="1313029"/>
                  </a:lnTo>
                  <a:lnTo>
                    <a:pt x="1695495" y="1313096"/>
                  </a:lnTo>
                  <a:lnTo>
                    <a:pt x="1695418" y="1313190"/>
                  </a:lnTo>
                  <a:lnTo>
                    <a:pt x="1695331" y="1313220"/>
                  </a:lnTo>
                  <a:lnTo>
                    <a:pt x="1695195" y="1313230"/>
                  </a:lnTo>
                  <a:lnTo>
                    <a:pt x="1695160" y="1313218"/>
                  </a:lnTo>
                  <a:lnTo>
                    <a:pt x="1695105" y="1313156"/>
                  </a:lnTo>
                  <a:lnTo>
                    <a:pt x="1695124" y="1313101"/>
                  </a:lnTo>
                  <a:lnTo>
                    <a:pt x="1695133" y="1313049"/>
                  </a:lnTo>
                  <a:lnTo>
                    <a:pt x="1695127" y="1313028"/>
                  </a:lnTo>
                  <a:lnTo>
                    <a:pt x="1695096" y="1312967"/>
                  </a:lnTo>
                  <a:lnTo>
                    <a:pt x="1695088" y="1312952"/>
                  </a:lnTo>
                  <a:lnTo>
                    <a:pt x="1695032" y="1312928"/>
                  </a:lnTo>
                  <a:lnTo>
                    <a:pt x="1694918" y="1312922"/>
                  </a:lnTo>
                  <a:lnTo>
                    <a:pt x="1694865" y="1312933"/>
                  </a:lnTo>
                  <a:lnTo>
                    <a:pt x="1694728" y="1312988"/>
                  </a:lnTo>
                  <a:lnTo>
                    <a:pt x="1694455" y="1313138"/>
                  </a:lnTo>
                  <a:lnTo>
                    <a:pt x="1694371" y="1313201"/>
                  </a:lnTo>
                  <a:lnTo>
                    <a:pt x="1694154" y="1313235"/>
                  </a:lnTo>
                  <a:lnTo>
                    <a:pt x="1693991" y="1313235"/>
                  </a:lnTo>
                  <a:lnTo>
                    <a:pt x="1693808" y="1313272"/>
                  </a:lnTo>
                  <a:lnTo>
                    <a:pt x="1693668" y="1313311"/>
                  </a:lnTo>
                  <a:lnTo>
                    <a:pt x="1693495" y="1313378"/>
                  </a:lnTo>
                  <a:lnTo>
                    <a:pt x="1693234" y="1313480"/>
                  </a:lnTo>
                  <a:lnTo>
                    <a:pt x="1692846" y="1313767"/>
                  </a:lnTo>
                  <a:lnTo>
                    <a:pt x="1692772" y="1313851"/>
                  </a:lnTo>
                  <a:lnTo>
                    <a:pt x="1692744" y="1313880"/>
                  </a:lnTo>
                  <a:lnTo>
                    <a:pt x="1692715" y="1313897"/>
                  </a:lnTo>
                  <a:lnTo>
                    <a:pt x="1692683" y="1313883"/>
                  </a:lnTo>
                  <a:lnTo>
                    <a:pt x="1692677" y="1313874"/>
                  </a:lnTo>
                  <a:lnTo>
                    <a:pt x="1692678" y="1313845"/>
                  </a:lnTo>
                  <a:lnTo>
                    <a:pt x="1692698" y="1313792"/>
                  </a:lnTo>
                  <a:lnTo>
                    <a:pt x="1692711" y="1313780"/>
                  </a:lnTo>
                  <a:lnTo>
                    <a:pt x="1692743" y="1313769"/>
                  </a:lnTo>
                  <a:lnTo>
                    <a:pt x="1692752" y="1313780"/>
                  </a:lnTo>
                  <a:lnTo>
                    <a:pt x="1692787" y="1313764"/>
                  </a:lnTo>
                  <a:lnTo>
                    <a:pt x="1692802" y="1313754"/>
                  </a:lnTo>
                  <a:lnTo>
                    <a:pt x="1692831" y="1313694"/>
                  </a:lnTo>
                  <a:lnTo>
                    <a:pt x="1692837" y="1313598"/>
                  </a:lnTo>
                  <a:lnTo>
                    <a:pt x="1692816" y="1313523"/>
                  </a:lnTo>
                  <a:lnTo>
                    <a:pt x="1692744" y="1313387"/>
                  </a:lnTo>
                  <a:lnTo>
                    <a:pt x="1692721" y="1313367"/>
                  </a:lnTo>
                  <a:lnTo>
                    <a:pt x="1692612" y="1313293"/>
                  </a:lnTo>
                  <a:lnTo>
                    <a:pt x="1692470" y="1313245"/>
                  </a:lnTo>
                  <a:lnTo>
                    <a:pt x="1692315" y="1313231"/>
                  </a:lnTo>
                  <a:lnTo>
                    <a:pt x="1692213" y="1313233"/>
                  </a:lnTo>
                  <a:lnTo>
                    <a:pt x="1692108" y="1313244"/>
                  </a:lnTo>
                  <a:lnTo>
                    <a:pt x="1691931" y="1313286"/>
                  </a:lnTo>
                  <a:lnTo>
                    <a:pt x="1691442" y="1313411"/>
                  </a:lnTo>
                  <a:lnTo>
                    <a:pt x="1691171" y="1313533"/>
                  </a:lnTo>
                  <a:lnTo>
                    <a:pt x="1690993" y="1313606"/>
                  </a:lnTo>
                  <a:lnTo>
                    <a:pt x="1690822" y="1313658"/>
                  </a:lnTo>
                  <a:lnTo>
                    <a:pt x="1690757" y="1313619"/>
                  </a:lnTo>
                  <a:lnTo>
                    <a:pt x="1690741" y="1313592"/>
                  </a:lnTo>
                  <a:lnTo>
                    <a:pt x="1690724" y="1313438"/>
                  </a:lnTo>
                  <a:lnTo>
                    <a:pt x="1690959" y="1313130"/>
                  </a:lnTo>
                  <a:lnTo>
                    <a:pt x="1691073" y="1313082"/>
                  </a:lnTo>
                  <a:lnTo>
                    <a:pt x="1691086" y="1313075"/>
                  </a:lnTo>
                  <a:lnTo>
                    <a:pt x="1691115" y="1313051"/>
                  </a:lnTo>
                  <a:lnTo>
                    <a:pt x="1691194" y="1312974"/>
                  </a:lnTo>
                  <a:lnTo>
                    <a:pt x="1691368" y="1312758"/>
                  </a:lnTo>
                  <a:lnTo>
                    <a:pt x="1691481" y="1312626"/>
                  </a:lnTo>
                  <a:lnTo>
                    <a:pt x="1691646" y="1312440"/>
                  </a:lnTo>
                  <a:lnTo>
                    <a:pt x="1691770" y="1312287"/>
                  </a:lnTo>
                  <a:lnTo>
                    <a:pt x="1692050" y="1312075"/>
                  </a:lnTo>
                  <a:lnTo>
                    <a:pt x="1692206" y="1312012"/>
                  </a:lnTo>
                  <a:lnTo>
                    <a:pt x="1692246" y="1311995"/>
                  </a:lnTo>
                  <a:lnTo>
                    <a:pt x="1692340" y="1311957"/>
                  </a:lnTo>
                  <a:lnTo>
                    <a:pt x="1692494" y="1311590"/>
                  </a:lnTo>
                  <a:lnTo>
                    <a:pt x="1693021" y="1310930"/>
                  </a:lnTo>
                  <a:lnTo>
                    <a:pt x="1693031" y="1310920"/>
                  </a:lnTo>
                  <a:lnTo>
                    <a:pt x="1693034" y="1310901"/>
                  </a:lnTo>
                  <a:lnTo>
                    <a:pt x="1692896" y="1310497"/>
                  </a:lnTo>
                  <a:lnTo>
                    <a:pt x="1692491" y="1309305"/>
                  </a:lnTo>
                  <a:lnTo>
                    <a:pt x="1692452" y="1309258"/>
                  </a:lnTo>
                  <a:lnTo>
                    <a:pt x="1692426" y="1309237"/>
                  </a:lnTo>
                  <a:lnTo>
                    <a:pt x="1692298" y="1309155"/>
                  </a:lnTo>
                  <a:lnTo>
                    <a:pt x="1692289" y="1309149"/>
                  </a:lnTo>
                  <a:lnTo>
                    <a:pt x="1692266" y="1309141"/>
                  </a:lnTo>
                  <a:lnTo>
                    <a:pt x="1692254" y="1309145"/>
                  </a:lnTo>
                  <a:lnTo>
                    <a:pt x="1692080" y="1309141"/>
                  </a:lnTo>
                  <a:lnTo>
                    <a:pt x="1691950" y="1309133"/>
                  </a:lnTo>
                  <a:lnTo>
                    <a:pt x="1691925" y="1309108"/>
                  </a:lnTo>
                  <a:lnTo>
                    <a:pt x="1691873" y="1308932"/>
                  </a:lnTo>
                  <a:lnTo>
                    <a:pt x="1691758" y="1308747"/>
                  </a:lnTo>
                  <a:lnTo>
                    <a:pt x="1691663" y="1308676"/>
                  </a:lnTo>
                  <a:lnTo>
                    <a:pt x="1691655" y="1308660"/>
                  </a:lnTo>
                  <a:lnTo>
                    <a:pt x="1691638" y="1308607"/>
                  </a:lnTo>
                  <a:lnTo>
                    <a:pt x="1691648" y="1308532"/>
                  </a:lnTo>
                  <a:lnTo>
                    <a:pt x="1691684" y="1308378"/>
                  </a:lnTo>
                  <a:lnTo>
                    <a:pt x="1691717" y="1308278"/>
                  </a:lnTo>
                  <a:lnTo>
                    <a:pt x="1691986" y="1308068"/>
                  </a:lnTo>
                  <a:lnTo>
                    <a:pt x="1692071" y="1308001"/>
                  </a:lnTo>
                  <a:lnTo>
                    <a:pt x="1692117" y="1307966"/>
                  </a:lnTo>
                  <a:lnTo>
                    <a:pt x="1692252" y="1307719"/>
                  </a:lnTo>
                  <a:lnTo>
                    <a:pt x="1692404" y="1307518"/>
                  </a:lnTo>
                  <a:lnTo>
                    <a:pt x="1692503" y="1307225"/>
                  </a:lnTo>
                  <a:lnTo>
                    <a:pt x="1692493" y="1307171"/>
                  </a:lnTo>
                  <a:lnTo>
                    <a:pt x="1692492" y="1307099"/>
                  </a:lnTo>
                  <a:lnTo>
                    <a:pt x="1692262" y="1306759"/>
                  </a:lnTo>
                  <a:lnTo>
                    <a:pt x="1692147" y="1306626"/>
                  </a:lnTo>
                  <a:lnTo>
                    <a:pt x="1692047" y="1306460"/>
                  </a:lnTo>
                  <a:lnTo>
                    <a:pt x="1691969" y="1306176"/>
                  </a:lnTo>
                  <a:lnTo>
                    <a:pt x="1691961" y="1306095"/>
                  </a:lnTo>
                  <a:lnTo>
                    <a:pt x="1691960" y="1306066"/>
                  </a:lnTo>
                  <a:lnTo>
                    <a:pt x="1691973" y="1306031"/>
                  </a:lnTo>
                  <a:lnTo>
                    <a:pt x="1692013" y="1305928"/>
                  </a:lnTo>
                  <a:lnTo>
                    <a:pt x="1692055" y="1305830"/>
                  </a:lnTo>
                  <a:lnTo>
                    <a:pt x="1692075" y="1305798"/>
                  </a:lnTo>
                  <a:lnTo>
                    <a:pt x="1692098" y="1305776"/>
                  </a:lnTo>
                  <a:lnTo>
                    <a:pt x="1692135" y="1305742"/>
                  </a:lnTo>
                  <a:lnTo>
                    <a:pt x="1692611" y="1305341"/>
                  </a:lnTo>
                  <a:lnTo>
                    <a:pt x="1692753" y="1305263"/>
                  </a:lnTo>
                  <a:lnTo>
                    <a:pt x="1692802" y="1305225"/>
                  </a:lnTo>
                  <a:lnTo>
                    <a:pt x="1692809" y="1305197"/>
                  </a:lnTo>
                  <a:lnTo>
                    <a:pt x="1692797" y="1305167"/>
                  </a:lnTo>
                  <a:lnTo>
                    <a:pt x="1692674" y="1305020"/>
                  </a:lnTo>
                  <a:lnTo>
                    <a:pt x="1692849" y="1304830"/>
                  </a:lnTo>
                  <a:lnTo>
                    <a:pt x="1693007" y="1304684"/>
                  </a:lnTo>
                  <a:lnTo>
                    <a:pt x="1693083" y="1304626"/>
                  </a:lnTo>
                  <a:lnTo>
                    <a:pt x="1693449" y="1304417"/>
                  </a:lnTo>
                  <a:lnTo>
                    <a:pt x="1693578" y="1304399"/>
                  </a:lnTo>
                  <a:lnTo>
                    <a:pt x="1693715" y="1304407"/>
                  </a:lnTo>
                  <a:lnTo>
                    <a:pt x="1693839" y="1304471"/>
                  </a:lnTo>
                  <a:lnTo>
                    <a:pt x="1693853" y="1304487"/>
                  </a:lnTo>
                  <a:lnTo>
                    <a:pt x="1693842" y="1304501"/>
                  </a:lnTo>
                  <a:lnTo>
                    <a:pt x="1693848" y="1304517"/>
                  </a:lnTo>
                  <a:lnTo>
                    <a:pt x="1693961" y="1304686"/>
                  </a:lnTo>
                  <a:lnTo>
                    <a:pt x="1694023" y="1304777"/>
                  </a:lnTo>
                  <a:lnTo>
                    <a:pt x="1694083" y="1304800"/>
                  </a:lnTo>
                  <a:lnTo>
                    <a:pt x="1694117" y="1304795"/>
                  </a:lnTo>
                  <a:lnTo>
                    <a:pt x="1694146" y="1304762"/>
                  </a:lnTo>
                  <a:lnTo>
                    <a:pt x="1694199" y="1304702"/>
                  </a:lnTo>
                  <a:lnTo>
                    <a:pt x="1693985" y="1304417"/>
                  </a:lnTo>
                  <a:lnTo>
                    <a:pt x="1693857" y="1304251"/>
                  </a:lnTo>
                  <a:lnTo>
                    <a:pt x="1693526" y="1304200"/>
                  </a:lnTo>
                  <a:lnTo>
                    <a:pt x="1693478" y="1304197"/>
                  </a:lnTo>
                  <a:lnTo>
                    <a:pt x="1693411" y="1304203"/>
                  </a:lnTo>
                  <a:lnTo>
                    <a:pt x="1693346" y="1304230"/>
                  </a:lnTo>
                  <a:lnTo>
                    <a:pt x="1693340" y="1304246"/>
                  </a:lnTo>
                  <a:lnTo>
                    <a:pt x="1693316" y="1304250"/>
                  </a:lnTo>
                  <a:lnTo>
                    <a:pt x="1693308" y="1304243"/>
                  </a:lnTo>
                  <a:lnTo>
                    <a:pt x="1693223" y="1304275"/>
                  </a:lnTo>
                  <a:lnTo>
                    <a:pt x="1693084" y="1304397"/>
                  </a:lnTo>
                  <a:lnTo>
                    <a:pt x="1692736" y="1304637"/>
                  </a:lnTo>
                  <a:lnTo>
                    <a:pt x="1692732" y="1304640"/>
                  </a:lnTo>
                  <a:lnTo>
                    <a:pt x="1692652" y="1304713"/>
                  </a:lnTo>
                  <a:lnTo>
                    <a:pt x="1692602" y="1304757"/>
                  </a:lnTo>
                  <a:lnTo>
                    <a:pt x="1692552" y="1304817"/>
                  </a:lnTo>
                  <a:lnTo>
                    <a:pt x="1692475" y="1304914"/>
                  </a:lnTo>
                  <a:lnTo>
                    <a:pt x="1692420" y="1305008"/>
                  </a:lnTo>
                  <a:lnTo>
                    <a:pt x="1692396" y="1305163"/>
                  </a:lnTo>
                  <a:lnTo>
                    <a:pt x="1692211" y="1305376"/>
                  </a:lnTo>
                  <a:lnTo>
                    <a:pt x="1692112" y="1305482"/>
                  </a:lnTo>
                  <a:lnTo>
                    <a:pt x="1691940" y="1305644"/>
                  </a:lnTo>
                  <a:lnTo>
                    <a:pt x="1691842" y="1305707"/>
                  </a:lnTo>
                  <a:lnTo>
                    <a:pt x="1691781" y="1305726"/>
                  </a:lnTo>
                  <a:lnTo>
                    <a:pt x="1691763" y="1305723"/>
                  </a:lnTo>
                  <a:lnTo>
                    <a:pt x="1691636" y="1305692"/>
                  </a:lnTo>
                  <a:lnTo>
                    <a:pt x="1691294" y="1305717"/>
                  </a:lnTo>
                  <a:lnTo>
                    <a:pt x="1691160" y="1305802"/>
                  </a:lnTo>
                  <a:lnTo>
                    <a:pt x="1691100" y="1305827"/>
                  </a:lnTo>
                  <a:lnTo>
                    <a:pt x="1691008" y="1305781"/>
                  </a:lnTo>
                  <a:lnTo>
                    <a:pt x="1690953" y="1305745"/>
                  </a:lnTo>
                  <a:lnTo>
                    <a:pt x="1690829" y="1305590"/>
                  </a:lnTo>
                  <a:lnTo>
                    <a:pt x="1690809" y="1305571"/>
                  </a:lnTo>
                  <a:lnTo>
                    <a:pt x="1690732" y="1305507"/>
                  </a:lnTo>
                  <a:lnTo>
                    <a:pt x="1690560" y="1305582"/>
                  </a:lnTo>
                  <a:lnTo>
                    <a:pt x="1690594" y="1305624"/>
                  </a:lnTo>
                  <a:lnTo>
                    <a:pt x="1690622" y="1305708"/>
                  </a:lnTo>
                  <a:lnTo>
                    <a:pt x="1690683" y="1305966"/>
                  </a:lnTo>
                  <a:lnTo>
                    <a:pt x="1690684" y="1305994"/>
                  </a:lnTo>
                  <a:lnTo>
                    <a:pt x="1690664" y="1306015"/>
                  </a:lnTo>
                  <a:lnTo>
                    <a:pt x="1690455" y="1306131"/>
                  </a:lnTo>
                  <a:lnTo>
                    <a:pt x="1690418" y="1306150"/>
                  </a:lnTo>
                  <a:lnTo>
                    <a:pt x="1690238" y="1306203"/>
                  </a:lnTo>
                  <a:lnTo>
                    <a:pt x="1689659" y="1306341"/>
                  </a:lnTo>
                  <a:lnTo>
                    <a:pt x="1689279" y="1306496"/>
                  </a:lnTo>
                  <a:lnTo>
                    <a:pt x="1689272" y="1306497"/>
                  </a:lnTo>
                  <a:lnTo>
                    <a:pt x="1689126" y="1306522"/>
                  </a:lnTo>
                  <a:lnTo>
                    <a:pt x="1689076" y="1306784"/>
                  </a:lnTo>
                  <a:lnTo>
                    <a:pt x="1689036" y="1307076"/>
                  </a:lnTo>
                  <a:lnTo>
                    <a:pt x="1688925" y="1307372"/>
                  </a:lnTo>
                  <a:lnTo>
                    <a:pt x="1688941" y="1307475"/>
                  </a:lnTo>
                  <a:lnTo>
                    <a:pt x="1688985" y="1307654"/>
                  </a:lnTo>
                  <a:lnTo>
                    <a:pt x="1689114" y="1308153"/>
                  </a:lnTo>
                  <a:lnTo>
                    <a:pt x="1689148" y="1308353"/>
                  </a:lnTo>
                  <a:lnTo>
                    <a:pt x="1689191" y="1308512"/>
                  </a:lnTo>
                  <a:lnTo>
                    <a:pt x="1689251" y="1308721"/>
                  </a:lnTo>
                  <a:lnTo>
                    <a:pt x="1689290" y="1308894"/>
                  </a:lnTo>
                  <a:lnTo>
                    <a:pt x="1689214" y="1309023"/>
                  </a:lnTo>
                  <a:lnTo>
                    <a:pt x="1689101" y="1309009"/>
                  </a:lnTo>
                  <a:lnTo>
                    <a:pt x="1688936" y="1309045"/>
                  </a:lnTo>
                  <a:lnTo>
                    <a:pt x="1688910" y="1309059"/>
                  </a:lnTo>
                  <a:lnTo>
                    <a:pt x="1688867" y="1309097"/>
                  </a:lnTo>
                  <a:lnTo>
                    <a:pt x="1688836" y="1309145"/>
                  </a:lnTo>
                  <a:lnTo>
                    <a:pt x="1688814" y="1309207"/>
                  </a:lnTo>
                  <a:lnTo>
                    <a:pt x="1688799" y="1309275"/>
                  </a:lnTo>
                  <a:lnTo>
                    <a:pt x="1688793" y="1309397"/>
                  </a:lnTo>
                  <a:lnTo>
                    <a:pt x="1688800" y="1309542"/>
                  </a:lnTo>
                  <a:lnTo>
                    <a:pt x="1688789" y="1309703"/>
                  </a:lnTo>
                  <a:lnTo>
                    <a:pt x="1688800" y="1309944"/>
                  </a:lnTo>
                  <a:lnTo>
                    <a:pt x="1688829" y="1310040"/>
                  </a:lnTo>
                  <a:lnTo>
                    <a:pt x="1688862" y="1310134"/>
                  </a:lnTo>
                  <a:lnTo>
                    <a:pt x="1688924" y="1310271"/>
                  </a:lnTo>
                  <a:lnTo>
                    <a:pt x="1688940" y="1310303"/>
                  </a:lnTo>
                  <a:lnTo>
                    <a:pt x="1689018" y="1310437"/>
                  </a:lnTo>
                  <a:lnTo>
                    <a:pt x="1689083" y="1310536"/>
                  </a:lnTo>
                  <a:lnTo>
                    <a:pt x="1689200" y="1310677"/>
                  </a:lnTo>
                  <a:lnTo>
                    <a:pt x="1689215" y="1310684"/>
                  </a:lnTo>
                  <a:lnTo>
                    <a:pt x="1689300" y="1310751"/>
                  </a:lnTo>
                  <a:lnTo>
                    <a:pt x="1689355" y="1310838"/>
                  </a:lnTo>
                  <a:lnTo>
                    <a:pt x="1689362" y="1310915"/>
                  </a:lnTo>
                  <a:lnTo>
                    <a:pt x="1689318" y="1311100"/>
                  </a:lnTo>
                  <a:lnTo>
                    <a:pt x="1689187" y="1311244"/>
                  </a:lnTo>
                  <a:lnTo>
                    <a:pt x="1689163" y="1311256"/>
                  </a:lnTo>
                  <a:lnTo>
                    <a:pt x="1688987" y="1311306"/>
                  </a:lnTo>
                  <a:lnTo>
                    <a:pt x="1688905" y="1311301"/>
                  </a:lnTo>
                  <a:lnTo>
                    <a:pt x="1688589" y="1311329"/>
                  </a:lnTo>
                  <a:lnTo>
                    <a:pt x="1688499" y="1311352"/>
                  </a:lnTo>
                  <a:lnTo>
                    <a:pt x="1688426" y="1311373"/>
                  </a:lnTo>
                  <a:lnTo>
                    <a:pt x="1688392" y="1311394"/>
                  </a:lnTo>
                  <a:lnTo>
                    <a:pt x="1688281" y="1311624"/>
                  </a:lnTo>
                  <a:lnTo>
                    <a:pt x="1688272" y="1311649"/>
                  </a:lnTo>
                  <a:lnTo>
                    <a:pt x="1688269" y="1311689"/>
                  </a:lnTo>
                  <a:lnTo>
                    <a:pt x="1688276" y="1311704"/>
                  </a:lnTo>
                  <a:lnTo>
                    <a:pt x="1688313" y="1311723"/>
                  </a:lnTo>
                  <a:lnTo>
                    <a:pt x="1688328" y="1311756"/>
                  </a:lnTo>
                  <a:lnTo>
                    <a:pt x="1688327" y="1311813"/>
                  </a:lnTo>
                  <a:lnTo>
                    <a:pt x="1688301" y="1311898"/>
                  </a:lnTo>
                  <a:lnTo>
                    <a:pt x="1688212" y="1312033"/>
                  </a:lnTo>
                  <a:lnTo>
                    <a:pt x="1688145" y="1312114"/>
                  </a:lnTo>
                  <a:lnTo>
                    <a:pt x="1688137" y="1312119"/>
                  </a:lnTo>
                  <a:lnTo>
                    <a:pt x="1687901" y="1312173"/>
                  </a:lnTo>
                  <a:lnTo>
                    <a:pt x="1687528" y="1312323"/>
                  </a:lnTo>
                  <a:lnTo>
                    <a:pt x="1687513" y="1312324"/>
                  </a:lnTo>
                  <a:lnTo>
                    <a:pt x="1687482" y="1312288"/>
                  </a:lnTo>
                  <a:lnTo>
                    <a:pt x="1687397" y="1312171"/>
                  </a:lnTo>
                  <a:lnTo>
                    <a:pt x="1687397" y="1312156"/>
                  </a:lnTo>
                  <a:lnTo>
                    <a:pt x="1687404" y="1312095"/>
                  </a:lnTo>
                  <a:lnTo>
                    <a:pt x="1687439" y="1312024"/>
                  </a:lnTo>
                  <a:lnTo>
                    <a:pt x="1687491" y="1311802"/>
                  </a:lnTo>
                  <a:lnTo>
                    <a:pt x="1687488" y="1311771"/>
                  </a:lnTo>
                  <a:lnTo>
                    <a:pt x="1687459" y="1311703"/>
                  </a:lnTo>
                  <a:lnTo>
                    <a:pt x="1687441" y="1311687"/>
                  </a:lnTo>
                  <a:lnTo>
                    <a:pt x="1687351" y="1311238"/>
                  </a:lnTo>
                  <a:lnTo>
                    <a:pt x="1687352" y="1311185"/>
                  </a:lnTo>
                  <a:lnTo>
                    <a:pt x="1687452" y="1310955"/>
                  </a:lnTo>
                  <a:lnTo>
                    <a:pt x="1687475" y="1310920"/>
                  </a:lnTo>
                  <a:lnTo>
                    <a:pt x="1687620" y="1310701"/>
                  </a:lnTo>
                  <a:lnTo>
                    <a:pt x="1687619" y="1310514"/>
                  </a:lnTo>
                  <a:lnTo>
                    <a:pt x="1687708" y="1310147"/>
                  </a:lnTo>
                  <a:lnTo>
                    <a:pt x="1687696" y="1310040"/>
                  </a:lnTo>
                  <a:lnTo>
                    <a:pt x="1687721" y="1309987"/>
                  </a:lnTo>
                  <a:lnTo>
                    <a:pt x="1687780" y="1309948"/>
                  </a:lnTo>
                  <a:lnTo>
                    <a:pt x="1687823" y="1309929"/>
                  </a:lnTo>
                  <a:lnTo>
                    <a:pt x="1687854" y="1309869"/>
                  </a:lnTo>
                  <a:lnTo>
                    <a:pt x="1687856" y="1309849"/>
                  </a:lnTo>
                  <a:lnTo>
                    <a:pt x="1687904" y="1309685"/>
                  </a:lnTo>
                  <a:lnTo>
                    <a:pt x="1688061" y="1309296"/>
                  </a:lnTo>
                  <a:lnTo>
                    <a:pt x="1688055" y="1309255"/>
                  </a:lnTo>
                  <a:lnTo>
                    <a:pt x="1688047" y="1309222"/>
                  </a:lnTo>
                  <a:lnTo>
                    <a:pt x="1687898" y="1308958"/>
                  </a:lnTo>
                  <a:lnTo>
                    <a:pt x="1687866" y="1308901"/>
                  </a:lnTo>
                  <a:lnTo>
                    <a:pt x="1687810" y="1308798"/>
                  </a:lnTo>
                  <a:lnTo>
                    <a:pt x="1687787" y="1308736"/>
                  </a:lnTo>
                  <a:lnTo>
                    <a:pt x="1687594" y="1308558"/>
                  </a:lnTo>
                  <a:lnTo>
                    <a:pt x="1687417" y="1308455"/>
                  </a:lnTo>
                  <a:lnTo>
                    <a:pt x="1687387" y="1308482"/>
                  </a:lnTo>
                  <a:lnTo>
                    <a:pt x="1687357" y="1308500"/>
                  </a:lnTo>
                  <a:lnTo>
                    <a:pt x="1687323" y="1308507"/>
                  </a:lnTo>
                  <a:lnTo>
                    <a:pt x="1687329" y="1308529"/>
                  </a:lnTo>
                  <a:lnTo>
                    <a:pt x="1687339" y="1308548"/>
                  </a:lnTo>
                  <a:lnTo>
                    <a:pt x="1687353" y="1308565"/>
                  </a:lnTo>
                  <a:lnTo>
                    <a:pt x="1687382" y="1308582"/>
                  </a:lnTo>
                  <a:lnTo>
                    <a:pt x="1687433" y="1308591"/>
                  </a:lnTo>
                  <a:lnTo>
                    <a:pt x="1687468" y="1308595"/>
                  </a:lnTo>
                  <a:lnTo>
                    <a:pt x="1687521" y="1308600"/>
                  </a:lnTo>
                  <a:lnTo>
                    <a:pt x="1687639" y="1308697"/>
                  </a:lnTo>
                  <a:lnTo>
                    <a:pt x="1687743" y="1308906"/>
                  </a:lnTo>
                  <a:lnTo>
                    <a:pt x="1687847" y="1309124"/>
                  </a:lnTo>
                  <a:lnTo>
                    <a:pt x="1687836" y="1309176"/>
                  </a:lnTo>
                  <a:lnTo>
                    <a:pt x="1687706" y="1309194"/>
                  </a:lnTo>
                  <a:lnTo>
                    <a:pt x="1687689" y="1309164"/>
                  </a:lnTo>
                  <a:lnTo>
                    <a:pt x="1687671" y="1309133"/>
                  </a:lnTo>
                  <a:lnTo>
                    <a:pt x="1687657" y="1309103"/>
                  </a:lnTo>
                  <a:lnTo>
                    <a:pt x="1687608" y="1309092"/>
                  </a:lnTo>
                  <a:lnTo>
                    <a:pt x="1687556" y="1309108"/>
                  </a:lnTo>
                  <a:lnTo>
                    <a:pt x="1687510" y="1309166"/>
                  </a:lnTo>
                  <a:lnTo>
                    <a:pt x="1687502" y="1309202"/>
                  </a:lnTo>
                  <a:lnTo>
                    <a:pt x="1687517" y="1309232"/>
                  </a:lnTo>
                  <a:lnTo>
                    <a:pt x="1687517" y="1309385"/>
                  </a:lnTo>
                  <a:lnTo>
                    <a:pt x="1687498" y="1309614"/>
                  </a:lnTo>
                  <a:lnTo>
                    <a:pt x="1687493" y="1309671"/>
                  </a:lnTo>
                  <a:lnTo>
                    <a:pt x="1687380" y="1309793"/>
                  </a:lnTo>
                  <a:lnTo>
                    <a:pt x="1687269" y="1309795"/>
                  </a:lnTo>
                  <a:lnTo>
                    <a:pt x="1687253" y="1309682"/>
                  </a:lnTo>
                  <a:lnTo>
                    <a:pt x="1687240" y="1309587"/>
                  </a:lnTo>
                  <a:lnTo>
                    <a:pt x="1687219" y="1309432"/>
                  </a:lnTo>
                  <a:lnTo>
                    <a:pt x="1687216" y="1309408"/>
                  </a:lnTo>
                  <a:lnTo>
                    <a:pt x="1687199" y="1309363"/>
                  </a:lnTo>
                  <a:lnTo>
                    <a:pt x="1687154" y="1309269"/>
                  </a:lnTo>
                  <a:lnTo>
                    <a:pt x="1687085" y="1309124"/>
                  </a:lnTo>
                  <a:lnTo>
                    <a:pt x="1686675" y="1308882"/>
                  </a:lnTo>
                  <a:lnTo>
                    <a:pt x="1686631" y="1308872"/>
                  </a:lnTo>
                  <a:lnTo>
                    <a:pt x="1686620" y="1308886"/>
                  </a:lnTo>
                  <a:lnTo>
                    <a:pt x="1686613" y="1308896"/>
                  </a:lnTo>
                  <a:lnTo>
                    <a:pt x="1686582" y="1308936"/>
                  </a:lnTo>
                  <a:lnTo>
                    <a:pt x="1686603" y="1309065"/>
                  </a:lnTo>
                  <a:lnTo>
                    <a:pt x="1686605" y="1309075"/>
                  </a:lnTo>
                  <a:lnTo>
                    <a:pt x="1686613" y="1309087"/>
                  </a:lnTo>
                  <a:lnTo>
                    <a:pt x="1686804" y="1309271"/>
                  </a:lnTo>
                  <a:lnTo>
                    <a:pt x="1686890" y="1309384"/>
                  </a:lnTo>
                  <a:lnTo>
                    <a:pt x="1686902" y="1309411"/>
                  </a:lnTo>
                  <a:lnTo>
                    <a:pt x="1686916" y="1309432"/>
                  </a:lnTo>
                  <a:lnTo>
                    <a:pt x="1686920" y="1309465"/>
                  </a:lnTo>
                  <a:lnTo>
                    <a:pt x="1686920" y="1309511"/>
                  </a:lnTo>
                  <a:lnTo>
                    <a:pt x="1686883" y="1309738"/>
                  </a:lnTo>
                  <a:lnTo>
                    <a:pt x="1686877" y="1309775"/>
                  </a:lnTo>
                  <a:lnTo>
                    <a:pt x="1686721" y="1309759"/>
                  </a:lnTo>
                  <a:lnTo>
                    <a:pt x="1686665" y="1309784"/>
                  </a:lnTo>
                  <a:lnTo>
                    <a:pt x="1686784" y="1310051"/>
                  </a:lnTo>
                  <a:lnTo>
                    <a:pt x="1686808" y="1310064"/>
                  </a:lnTo>
                  <a:lnTo>
                    <a:pt x="1686830" y="1310069"/>
                  </a:lnTo>
                  <a:lnTo>
                    <a:pt x="1686841" y="1310049"/>
                  </a:lnTo>
                  <a:lnTo>
                    <a:pt x="1686894" y="1310089"/>
                  </a:lnTo>
                  <a:lnTo>
                    <a:pt x="1686920" y="1310115"/>
                  </a:lnTo>
                  <a:lnTo>
                    <a:pt x="1687073" y="1310272"/>
                  </a:lnTo>
                  <a:lnTo>
                    <a:pt x="1687084" y="1310287"/>
                  </a:lnTo>
                  <a:lnTo>
                    <a:pt x="1687108" y="1310349"/>
                  </a:lnTo>
                  <a:lnTo>
                    <a:pt x="1687190" y="1310741"/>
                  </a:lnTo>
                  <a:lnTo>
                    <a:pt x="1687220" y="1310996"/>
                  </a:lnTo>
                  <a:lnTo>
                    <a:pt x="1687241" y="1311281"/>
                  </a:lnTo>
                  <a:lnTo>
                    <a:pt x="1687242" y="1311307"/>
                  </a:lnTo>
                  <a:lnTo>
                    <a:pt x="1687233" y="1311345"/>
                  </a:lnTo>
                  <a:lnTo>
                    <a:pt x="1687167" y="1311378"/>
                  </a:lnTo>
                  <a:lnTo>
                    <a:pt x="1687106" y="1311397"/>
                  </a:lnTo>
                  <a:lnTo>
                    <a:pt x="1686937" y="1311376"/>
                  </a:lnTo>
                  <a:lnTo>
                    <a:pt x="1686787" y="1311372"/>
                  </a:lnTo>
                  <a:lnTo>
                    <a:pt x="1686468" y="1311403"/>
                  </a:lnTo>
                  <a:lnTo>
                    <a:pt x="1686173" y="1311471"/>
                  </a:lnTo>
                  <a:lnTo>
                    <a:pt x="1686090" y="1311499"/>
                  </a:lnTo>
                  <a:lnTo>
                    <a:pt x="1685837" y="1311580"/>
                  </a:lnTo>
                  <a:lnTo>
                    <a:pt x="1685814" y="1311587"/>
                  </a:lnTo>
                  <a:lnTo>
                    <a:pt x="1685775" y="1311599"/>
                  </a:lnTo>
                  <a:lnTo>
                    <a:pt x="1685634" y="1311644"/>
                  </a:lnTo>
                  <a:lnTo>
                    <a:pt x="1685478" y="1311680"/>
                  </a:lnTo>
                  <a:lnTo>
                    <a:pt x="1684994" y="1311937"/>
                  </a:lnTo>
                  <a:lnTo>
                    <a:pt x="1684781" y="1312056"/>
                  </a:lnTo>
                  <a:lnTo>
                    <a:pt x="1684448" y="1312305"/>
                  </a:lnTo>
                  <a:lnTo>
                    <a:pt x="1684195" y="1312510"/>
                  </a:lnTo>
                  <a:lnTo>
                    <a:pt x="1683843" y="1312919"/>
                  </a:lnTo>
                  <a:lnTo>
                    <a:pt x="1683625" y="1313194"/>
                  </a:lnTo>
                  <a:lnTo>
                    <a:pt x="1683490" y="1313378"/>
                  </a:lnTo>
                  <a:lnTo>
                    <a:pt x="1683447" y="1313450"/>
                  </a:lnTo>
                  <a:lnTo>
                    <a:pt x="1683372" y="1313618"/>
                  </a:lnTo>
                  <a:lnTo>
                    <a:pt x="1683308" y="1313865"/>
                  </a:lnTo>
                  <a:lnTo>
                    <a:pt x="1683338" y="1313915"/>
                  </a:lnTo>
                  <a:lnTo>
                    <a:pt x="1683333" y="1313966"/>
                  </a:lnTo>
                  <a:lnTo>
                    <a:pt x="1683316" y="1313981"/>
                  </a:lnTo>
                  <a:lnTo>
                    <a:pt x="1683300" y="1313983"/>
                  </a:lnTo>
                  <a:lnTo>
                    <a:pt x="1683103" y="1313982"/>
                  </a:lnTo>
                  <a:lnTo>
                    <a:pt x="1682933" y="1313964"/>
                  </a:lnTo>
                  <a:lnTo>
                    <a:pt x="1682779" y="1313944"/>
                  </a:lnTo>
                  <a:lnTo>
                    <a:pt x="1682615" y="1313993"/>
                  </a:lnTo>
                  <a:lnTo>
                    <a:pt x="1682417" y="1314214"/>
                  </a:lnTo>
                  <a:lnTo>
                    <a:pt x="1682266" y="1314103"/>
                  </a:lnTo>
                  <a:lnTo>
                    <a:pt x="1682238" y="1314101"/>
                  </a:lnTo>
                  <a:lnTo>
                    <a:pt x="1682222" y="1314117"/>
                  </a:lnTo>
                  <a:lnTo>
                    <a:pt x="1682083" y="1314322"/>
                  </a:lnTo>
                  <a:lnTo>
                    <a:pt x="1681933" y="1314591"/>
                  </a:lnTo>
                  <a:lnTo>
                    <a:pt x="1681972" y="1314635"/>
                  </a:lnTo>
                  <a:lnTo>
                    <a:pt x="1681972" y="1314705"/>
                  </a:lnTo>
                  <a:lnTo>
                    <a:pt x="1681961" y="1314749"/>
                  </a:lnTo>
                  <a:lnTo>
                    <a:pt x="1681933" y="1314774"/>
                  </a:lnTo>
                  <a:lnTo>
                    <a:pt x="1681706" y="1314863"/>
                  </a:lnTo>
                  <a:lnTo>
                    <a:pt x="1681698" y="1314864"/>
                  </a:lnTo>
                  <a:lnTo>
                    <a:pt x="1681687" y="1314851"/>
                  </a:lnTo>
                  <a:lnTo>
                    <a:pt x="1681689" y="1314799"/>
                  </a:lnTo>
                  <a:lnTo>
                    <a:pt x="1681706" y="1314782"/>
                  </a:lnTo>
                  <a:lnTo>
                    <a:pt x="1681723" y="1314743"/>
                  </a:lnTo>
                  <a:lnTo>
                    <a:pt x="1681742" y="1314687"/>
                  </a:lnTo>
                  <a:lnTo>
                    <a:pt x="1681734" y="1314672"/>
                  </a:lnTo>
                  <a:lnTo>
                    <a:pt x="1681642" y="1314577"/>
                  </a:lnTo>
                  <a:lnTo>
                    <a:pt x="1681530" y="1314558"/>
                  </a:lnTo>
                  <a:lnTo>
                    <a:pt x="1681510" y="1314557"/>
                  </a:lnTo>
                  <a:lnTo>
                    <a:pt x="1681488" y="1314495"/>
                  </a:lnTo>
                  <a:lnTo>
                    <a:pt x="1681489" y="1314491"/>
                  </a:lnTo>
                  <a:lnTo>
                    <a:pt x="1681540" y="1314256"/>
                  </a:lnTo>
                  <a:lnTo>
                    <a:pt x="1681549" y="1314243"/>
                  </a:lnTo>
                  <a:lnTo>
                    <a:pt x="1681661" y="1314164"/>
                  </a:lnTo>
                  <a:lnTo>
                    <a:pt x="1681786" y="1314078"/>
                  </a:lnTo>
                  <a:lnTo>
                    <a:pt x="1681800" y="1314101"/>
                  </a:lnTo>
                  <a:lnTo>
                    <a:pt x="1681812" y="1314101"/>
                  </a:lnTo>
                  <a:lnTo>
                    <a:pt x="1681655" y="1313611"/>
                  </a:lnTo>
                  <a:lnTo>
                    <a:pt x="1681645" y="1313604"/>
                  </a:lnTo>
                  <a:lnTo>
                    <a:pt x="1681622" y="1313603"/>
                  </a:lnTo>
                  <a:lnTo>
                    <a:pt x="1681614" y="1313604"/>
                  </a:lnTo>
                  <a:lnTo>
                    <a:pt x="1681612" y="1313612"/>
                  </a:lnTo>
                  <a:lnTo>
                    <a:pt x="1681568" y="1313539"/>
                  </a:lnTo>
                  <a:lnTo>
                    <a:pt x="1681585" y="1313447"/>
                  </a:lnTo>
                  <a:lnTo>
                    <a:pt x="1681821" y="1313243"/>
                  </a:lnTo>
                  <a:lnTo>
                    <a:pt x="1681886" y="1313145"/>
                  </a:lnTo>
                  <a:lnTo>
                    <a:pt x="1681885" y="1313135"/>
                  </a:lnTo>
                  <a:lnTo>
                    <a:pt x="1681880" y="1313092"/>
                  </a:lnTo>
                  <a:lnTo>
                    <a:pt x="1681850" y="1313010"/>
                  </a:lnTo>
                  <a:lnTo>
                    <a:pt x="1681835" y="1312974"/>
                  </a:lnTo>
                  <a:lnTo>
                    <a:pt x="1681798" y="1312909"/>
                  </a:lnTo>
                  <a:lnTo>
                    <a:pt x="1681782" y="1312894"/>
                  </a:lnTo>
                  <a:lnTo>
                    <a:pt x="1681768" y="1312887"/>
                  </a:lnTo>
                  <a:lnTo>
                    <a:pt x="1681671" y="1312808"/>
                  </a:lnTo>
                  <a:lnTo>
                    <a:pt x="1681493" y="1312587"/>
                  </a:lnTo>
                  <a:lnTo>
                    <a:pt x="1681455" y="1312516"/>
                  </a:lnTo>
                  <a:lnTo>
                    <a:pt x="1681387" y="1312344"/>
                  </a:lnTo>
                  <a:lnTo>
                    <a:pt x="1681334" y="1312208"/>
                  </a:lnTo>
                  <a:lnTo>
                    <a:pt x="1681321" y="1312158"/>
                  </a:lnTo>
                  <a:lnTo>
                    <a:pt x="1681376" y="1311769"/>
                  </a:lnTo>
                  <a:lnTo>
                    <a:pt x="1681401" y="1311655"/>
                  </a:lnTo>
                  <a:lnTo>
                    <a:pt x="1681404" y="1311612"/>
                  </a:lnTo>
                  <a:lnTo>
                    <a:pt x="1681397" y="1311579"/>
                  </a:lnTo>
                  <a:lnTo>
                    <a:pt x="1681357" y="1311572"/>
                  </a:lnTo>
                  <a:lnTo>
                    <a:pt x="1681313" y="1311565"/>
                  </a:lnTo>
                  <a:lnTo>
                    <a:pt x="1681202" y="1311564"/>
                  </a:lnTo>
                  <a:lnTo>
                    <a:pt x="1680551" y="1311530"/>
                  </a:lnTo>
                  <a:lnTo>
                    <a:pt x="1680520" y="1311528"/>
                  </a:lnTo>
                  <a:lnTo>
                    <a:pt x="1680469" y="1311523"/>
                  </a:lnTo>
                  <a:lnTo>
                    <a:pt x="1680365" y="1311513"/>
                  </a:lnTo>
                  <a:lnTo>
                    <a:pt x="1679894" y="1311484"/>
                  </a:lnTo>
                  <a:lnTo>
                    <a:pt x="1679878" y="1311483"/>
                  </a:lnTo>
                  <a:lnTo>
                    <a:pt x="1679870" y="1311484"/>
                  </a:lnTo>
                  <a:lnTo>
                    <a:pt x="1679839" y="1311487"/>
                  </a:lnTo>
                  <a:lnTo>
                    <a:pt x="1679827" y="1311488"/>
                  </a:lnTo>
                  <a:lnTo>
                    <a:pt x="1679811" y="1311486"/>
                  </a:lnTo>
                  <a:lnTo>
                    <a:pt x="1679792" y="1311476"/>
                  </a:lnTo>
                  <a:lnTo>
                    <a:pt x="1679776" y="1311454"/>
                  </a:lnTo>
                  <a:lnTo>
                    <a:pt x="1679693" y="1311307"/>
                  </a:lnTo>
                  <a:lnTo>
                    <a:pt x="1679670" y="1311370"/>
                  </a:lnTo>
                  <a:lnTo>
                    <a:pt x="1679580" y="1311476"/>
                  </a:lnTo>
                  <a:lnTo>
                    <a:pt x="1679508" y="1311441"/>
                  </a:lnTo>
                  <a:lnTo>
                    <a:pt x="1679487" y="1311431"/>
                  </a:lnTo>
                  <a:lnTo>
                    <a:pt x="1679448" y="1311449"/>
                  </a:lnTo>
                  <a:lnTo>
                    <a:pt x="1679392" y="1311475"/>
                  </a:lnTo>
                  <a:lnTo>
                    <a:pt x="1679300" y="1311548"/>
                  </a:lnTo>
                  <a:lnTo>
                    <a:pt x="1679278" y="1311571"/>
                  </a:lnTo>
                  <a:lnTo>
                    <a:pt x="1679259" y="1311588"/>
                  </a:lnTo>
                  <a:lnTo>
                    <a:pt x="1679249" y="1311595"/>
                  </a:lnTo>
                  <a:lnTo>
                    <a:pt x="1679252" y="1311606"/>
                  </a:lnTo>
                  <a:lnTo>
                    <a:pt x="1679256" y="1311621"/>
                  </a:lnTo>
                  <a:lnTo>
                    <a:pt x="1679257" y="1311627"/>
                  </a:lnTo>
                  <a:lnTo>
                    <a:pt x="1679262" y="1311650"/>
                  </a:lnTo>
                  <a:lnTo>
                    <a:pt x="1679250" y="1311663"/>
                  </a:lnTo>
                  <a:lnTo>
                    <a:pt x="1679232" y="1311677"/>
                  </a:lnTo>
                  <a:lnTo>
                    <a:pt x="1679220" y="1311682"/>
                  </a:lnTo>
                  <a:lnTo>
                    <a:pt x="1679149" y="1311678"/>
                  </a:lnTo>
                  <a:lnTo>
                    <a:pt x="1679104" y="1311672"/>
                  </a:lnTo>
                  <a:lnTo>
                    <a:pt x="1679097" y="1311670"/>
                  </a:lnTo>
                  <a:lnTo>
                    <a:pt x="1679059" y="1311638"/>
                  </a:lnTo>
                  <a:lnTo>
                    <a:pt x="1678817" y="1311484"/>
                  </a:lnTo>
                  <a:lnTo>
                    <a:pt x="1678332" y="1311283"/>
                  </a:lnTo>
                  <a:lnTo>
                    <a:pt x="1678062" y="1311130"/>
                  </a:lnTo>
                  <a:lnTo>
                    <a:pt x="1678024" y="1311226"/>
                  </a:lnTo>
                  <a:lnTo>
                    <a:pt x="1677953" y="1311342"/>
                  </a:lnTo>
                  <a:lnTo>
                    <a:pt x="1677913" y="1311394"/>
                  </a:lnTo>
                  <a:lnTo>
                    <a:pt x="1677624" y="1311700"/>
                  </a:lnTo>
                  <a:lnTo>
                    <a:pt x="1677528" y="1311771"/>
                  </a:lnTo>
                  <a:lnTo>
                    <a:pt x="1677227" y="1311843"/>
                  </a:lnTo>
                  <a:lnTo>
                    <a:pt x="1677167" y="1311857"/>
                  </a:lnTo>
                  <a:lnTo>
                    <a:pt x="1676991" y="1312003"/>
                  </a:lnTo>
                  <a:lnTo>
                    <a:pt x="1676984" y="1312015"/>
                  </a:lnTo>
                  <a:lnTo>
                    <a:pt x="1676956" y="1312043"/>
                  </a:lnTo>
                  <a:lnTo>
                    <a:pt x="1677091" y="1312495"/>
                  </a:lnTo>
                  <a:lnTo>
                    <a:pt x="1677105" y="1312543"/>
                  </a:lnTo>
                  <a:lnTo>
                    <a:pt x="1677143" y="1312550"/>
                  </a:lnTo>
                  <a:lnTo>
                    <a:pt x="1677155" y="1312537"/>
                  </a:lnTo>
                  <a:lnTo>
                    <a:pt x="1677145" y="1312520"/>
                  </a:lnTo>
                  <a:lnTo>
                    <a:pt x="1677237" y="1312417"/>
                  </a:lnTo>
                  <a:lnTo>
                    <a:pt x="1677301" y="1312399"/>
                  </a:lnTo>
                  <a:lnTo>
                    <a:pt x="1677492" y="1312388"/>
                  </a:lnTo>
                  <a:lnTo>
                    <a:pt x="1677527" y="1312395"/>
                  </a:lnTo>
                  <a:lnTo>
                    <a:pt x="1677605" y="1312603"/>
                  </a:lnTo>
                  <a:lnTo>
                    <a:pt x="1677585" y="1312692"/>
                  </a:lnTo>
                  <a:lnTo>
                    <a:pt x="1677425" y="1313127"/>
                  </a:lnTo>
                  <a:lnTo>
                    <a:pt x="1677405" y="1313170"/>
                  </a:lnTo>
                  <a:lnTo>
                    <a:pt x="1677301" y="1313295"/>
                  </a:lnTo>
                  <a:lnTo>
                    <a:pt x="1677186" y="1313323"/>
                  </a:lnTo>
                  <a:lnTo>
                    <a:pt x="1677139" y="1313329"/>
                  </a:lnTo>
                  <a:lnTo>
                    <a:pt x="1677022" y="1313489"/>
                  </a:lnTo>
                  <a:lnTo>
                    <a:pt x="1677002" y="1313583"/>
                  </a:lnTo>
                  <a:lnTo>
                    <a:pt x="1676998" y="1313631"/>
                  </a:lnTo>
                  <a:lnTo>
                    <a:pt x="1676989" y="1313736"/>
                  </a:lnTo>
                  <a:lnTo>
                    <a:pt x="1676984" y="1313957"/>
                  </a:lnTo>
                  <a:lnTo>
                    <a:pt x="1677007" y="1314023"/>
                  </a:lnTo>
                  <a:lnTo>
                    <a:pt x="1677070" y="1314155"/>
                  </a:lnTo>
                  <a:lnTo>
                    <a:pt x="1677130" y="1314269"/>
                  </a:lnTo>
                  <a:lnTo>
                    <a:pt x="1677172" y="1314366"/>
                  </a:lnTo>
                  <a:lnTo>
                    <a:pt x="1677159" y="1314585"/>
                  </a:lnTo>
                  <a:lnTo>
                    <a:pt x="1677158" y="1314603"/>
                  </a:lnTo>
                  <a:lnTo>
                    <a:pt x="1677196" y="1314618"/>
                  </a:lnTo>
                  <a:lnTo>
                    <a:pt x="1677232" y="1314618"/>
                  </a:lnTo>
                  <a:lnTo>
                    <a:pt x="1677279" y="1314595"/>
                  </a:lnTo>
                  <a:lnTo>
                    <a:pt x="1677304" y="1314488"/>
                  </a:lnTo>
                  <a:lnTo>
                    <a:pt x="1677300" y="1314476"/>
                  </a:lnTo>
                  <a:lnTo>
                    <a:pt x="1677338" y="1314285"/>
                  </a:lnTo>
                  <a:lnTo>
                    <a:pt x="1677523" y="1314090"/>
                  </a:lnTo>
                  <a:lnTo>
                    <a:pt x="1677532" y="1314083"/>
                  </a:lnTo>
                  <a:lnTo>
                    <a:pt x="1677538" y="1314083"/>
                  </a:lnTo>
                  <a:lnTo>
                    <a:pt x="1677675" y="1314189"/>
                  </a:lnTo>
                  <a:lnTo>
                    <a:pt x="1677861" y="1314255"/>
                  </a:lnTo>
                  <a:lnTo>
                    <a:pt x="1677957" y="1314260"/>
                  </a:lnTo>
                  <a:lnTo>
                    <a:pt x="1678071" y="1314218"/>
                  </a:lnTo>
                  <a:lnTo>
                    <a:pt x="1678240" y="1314155"/>
                  </a:lnTo>
                  <a:lnTo>
                    <a:pt x="1678275" y="1314135"/>
                  </a:lnTo>
                  <a:lnTo>
                    <a:pt x="1678426" y="1314020"/>
                  </a:lnTo>
                  <a:lnTo>
                    <a:pt x="1678440" y="1313997"/>
                  </a:lnTo>
                  <a:lnTo>
                    <a:pt x="1678450" y="1313979"/>
                  </a:lnTo>
                  <a:lnTo>
                    <a:pt x="1678500" y="1313891"/>
                  </a:lnTo>
                  <a:lnTo>
                    <a:pt x="1678784" y="1313893"/>
                  </a:lnTo>
                  <a:lnTo>
                    <a:pt x="1678858" y="1313894"/>
                  </a:lnTo>
                  <a:lnTo>
                    <a:pt x="1679014" y="1313957"/>
                  </a:lnTo>
                  <a:lnTo>
                    <a:pt x="1679225" y="1314062"/>
                  </a:lnTo>
                  <a:lnTo>
                    <a:pt x="1679280" y="1314145"/>
                  </a:lnTo>
                  <a:lnTo>
                    <a:pt x="1679294" y="1314355"/>
                  </a:lnTo>
                  <a:lnTo>
                    <a:pt x="1679254" y="1314499"/>
                  </a:lnTo>
                  <a:lnTo>
                    <a:pt x="1679231" y="1314532"/>
                  </a:lnTo>
                  <a:lnTo>
                    <a:pt x="1679212" y="1314532"/>
                  </a:lnTo>
                  <a:lnTo>
                    <a:pt x="1679106" y="1314517"/>
                  </a:lnTo>
                  <a:lnTo>
                    <a:pt x="1678949" y="1314572"/>
                  </a:lnTo>
                  <a:lnTo>
                    <a:pt x="1678588" y="1314770"/>
                  </a:lnTo>
                  <a:lnTo>
                    <a:pt x="1678574" y="1314769"/>
                  </a:lnTo>
                  <a:lnTo>
                    <a:pt x="1678521" y="1314818"/>
                  </a:lnTo>
                  <a:lnTo>
                    <a:pt x="1678396" y="1314988"/>
                  </a:lnTo>
                  <a:lnTo>
                    <a:pt x="1678374" y="1315029"/>
                  </a:lnTo>
                  <a:lnTo>
                    <a:pt x="1678364" y="1315054"/>
                  </a:lnTo>
                  <a:lnTo>
                    <a:pt x="1678313" y="1315379"/>
                  </a:lnTo>
                  <a:lnTo>
                    <a:pt x="1678294" y="1315528"/>
                  </a:lnTo>
                  <a:lnTo>
                    <a:pt x="1678268" y="1315742"/>
                  </a:lnTo>
                  <a:lnTo>
                    <a:pt x="1678247" y="1315920"/>
                  </a:lnTo>
                  <a:lnTo>
                    <a:pt x="1678219" y="1316221"/>
                  </a:lnTo>
                  <a:lnTo>
                    <a:pt x="1678270" y="1316265"/>
                  </a:lnTo>
                  <a:lnTo>
                    <a:pt x="1678289" y="1316292"/>
                  </a:lnTo>
                  <a:lnTo>
                    <a:pt x="1678316" y="1316355"/>
                  </a:lnTo>
                  <a:lnTo>
                    <a:pt x="1678309" y="1316366"/>
                  </a:lnTo>
                  <a:lnTo>
                    <a:pt x="1678284" y="1316382"/>
                  </a:lnTo>
                  <a:lnTo>
                    <a:pt x="1678128" y="1316463"/>
                  </a:lnTo>
                  <a:lnTo>
                    <a:pt x="1678106" y="1316464"/>
                  </a:lnTo>
                  <a:lnTo>
                    <a:pt x="1678066" y="1316457"/>
                  </a:lnTo>
                  <a:lnTo>
                    <a:pt x="1678028" y="1316446"/>
                  </a:lnTo>
                  <a:lnTo>
                    <a:pt x="1677867" y="1316393"/>
                  </a:lnTo>
                  <a:lnTo>
                    <a:pt x="1677850" y="1316387"/>
                  </a:lnTo>
                  <a:lnTo>
                    <a:pt x="1677798" y="1316358"/>
                  </a:lnTo>
                  <a:lnTo>
                    <a:pt x="1677750" y="1316330"/>
                  </a:lnTo>
                  <a:lnTo>
                    <a:pt x="1677684" y="1316294"/>
                  </a:lnTo>
                  <a:lnTo>
                    <a:pt x="1677668" y="1316287"/>
                  </a:lnTo>
                  <a:lnTo>
                    <a:pt x="1677567" y="1316257"/>
                  </a:lnTo>
                  <a:lnTo>
                    <a:pt x="1677528" y="1316246"/>
                  </a:lnTo>
                  <a:lnTo>
                    <a:pt x="1677505" y="1316243"/>
                  </a:lnTo>
                  <a:lnTo>
                    <a:pt x="1677347" y="1316249"/>
                  </a:lnTo>
                  <a:lnTo>
                    <a:pt x="1677236" y="1316255"/>
                  </a:lnTo>
                  <a:lnTo>
                    <a:pt x="1677214" y="1316256"/>
                  </a:lnTo>
                  <a:lnTo>
                    <a:pt x="1677078" y="1316211"/>
                  </a:lnTo>
                  <a:lnTo>
                    <a:pt x="1676908" y="1316133"/>
                  </a:lnTo>
                  <a:lnTo>
                    <a:pt x="1676885" y="1316098"/>
                  </a:lnTo>
                  <a:lnTo>
                    <a:pt x="1676860" y="1316082"/>
                  </a:lnTo>
                  <a:lnTo>
                    <a:pt x="1676669" y="1316040"/>
                  </a:lnTo>
                  <a:lnTo>
                    <a:pt x="1676367" y="1315973"/>
                  </a:lnTo>
                  <a:lnTo>
                    <a:pt x="1676234" y="1315923"/>
                  </a:lnTo>
                  <a:lnTo>
                    <a:pt x="1676221" y="1315912"/>
                  </a:lnTo>
                  <a:lnTo>
                    <a:pt x="1676113" y="1315841"/>
                  </a:lnTo>
                  <a:lnTo>
                    <a:pt x="1675978" y="1315693"/>
                  </a:lnTo>
                  <a:lnTo>
                    <a:pt x="1675913" y="1315590"/>
                  </a:lnTo>
                  <a:lnTo>
                    <a:pt x="1675872" y="1315491"/>
                  </a:lnTo>
                  <a:lnTo>
                    <a:pt x="1675915" y="1315291"/>
                  </a:lnTo>
                  <a:lnTo>
                    <a:pt x="1675932" y="1315274"/>
                  </a:lnTo>
                  <a:lnTo>
                    <a:pt x="1675972" y="1315258"/>
                  </a:lnTo>
                  <a:lnTo>
                    <a:pt x="1676231" y="1315161"/>
                  </a:lnTo>
                  <a:lnTo>
                    <a:pt x="1676594" y="1315087"/>
                  </a:lnTo>
                  <a:lnTo>
                    <a:pt x="1676786" y="1315076"/>
                  </a:lnTo>
                  <a:lnTo>
                    <a:pt x="1676835" y="1315068"/>
                  </a:lnTo>
                  <a:lnTo>
                    <a:pt x="1677000" y="1315040"/>
                  </a:lnTo>
                  <a:lnTo>
                    <a:pt x="1677055" y="1315002"/>
                  </a:lnTo>
                  <a:lnTo>
                    <a:pt x="1677123" y="1314939"/>
                  </a:lnTo>
                  <a:lnTo>
                    <a:pt x="1677098" y="1314902"/>
                  </a:lnTo>
                  <a:lnTo>
                    <a:pt x="1677066" y="1314868"/>
                  </a:lnTo>
                  <a:lnTo>
                    <a:pt x="1676981" y="1314951"/>
                  </a:lnTo>
                  <a:lnTo>
                    <a:pt x="1676896" y="1314943"/>
                  </a:lnTo>
                  <a:lnTo>
                    <a:pt x="1676590" y="1314916"/>
                  </a:lnTo>
                  <a:lnTo>
                    <a:pt x="1676510" y="1314932"/>
                  </a:lnTo>
                  <a:lnTo>
                    <a:pt x="1676492" y="1314933"/>
                  </a:lnTo>
                  <a:lnTo>
                    <a:pt x="1676299" y="1314869"/>
                  </a:lnTo>
                  <a:lnTo>
                    <a:pt x="1676214" y="1314810"/>
                  </a:lnTo>
                  <a:lnTo>
                    <a:pt x="1676204" y="1314808"/>
                  </a:lnTo>
                  <a:lnTo>
                    <a:pt x="1676092" y="1315147"/>
                  </a:lnTo>
                  <a:lnTo>
                    <a:pt x="1675919" y="1315161"/>
                  </a:lnTo>
                  <a:lnTo>
                    <a:pt x="1675611" y="1315105"/>
                  </a:lnTo>
                  <a:lnTo>
                    <a:pt x="1675520" y="1315008"/>
                  </a:lnTo>
                  <a:lnTo>
                    <a:pt x="1675465" y="1314569"/>
                  </a:lnTo>
                  <a:lnTo>
                    <a:pt x="1675465" y="1314514"/>
                  </a:lnTo>
                  <a:lnTo>
                    <a:pt x="1675471" y="1314476"/>
                  </a:lnTo>
                  <a:lnTo>
                    <a:pt x="1675469" y="1314452"/>
                  </a:lnTo>
                  <a:lnTo>
                    <a:pt x="1675399" y="1314451"/>
                  </a:lnTo>
                  <a:lnTo>
                    <a:pt x="1675381" y="1314461"/>
                  </a:lnTo>
                  <a:lnTo>
                    <a:pt x="1675345" y="1314476"/>
                  </a:lnTo>
                  <a:lnTo>
                    <a:pt x="1675294" y="1314493"/>
                  </a:lnTo>
                  <a:lnTo>
                    <a:pt x="1675186" y="1314529"/>
                  </a:lnTo>
                  <a:lnTo>
                    <a:pt x="1675170" y="1314534"/>
                  </a:lnTo>
                  <a:lnTo>
                    <a:pt x="1675133" y="1314549"/>
                  </a:lnTo>
                  <a:lnTo>
                    <a:pt x="1674300" y="1314403"/>
                  </a:lnTo>
                  <a:lnTo>
                    <a:pt x="1674087" y="1314417"/>
                  </a:lnTo>
                  <a:lnTo>
                    <a:pt x="1673783" y="1314489"/>
                  </a:lnTo>
                  <a:lnTo>
                    <a:pt x="1673728" y="1314515"/>
                  </a:lnTo>
                  <a:lnTo>
                    <a:pt x="1674014" y="1314725"/>
                  </a:lnTo>
                  <a:lnTo>
                    <a:pt x="1674504" y="1314911"/>
                  </a:lnTo>
                  <a:lnTo>
                    <a:pt x="1674103" y="1315692"/>
                  </a:lnTo>
                  <a:lnTo>
                    <a:pt x="1673643" y="1316586"/>
                  </a:lnTo>
                  <a:lnTo>
                    <a:pt x="1673625" y="1316627"/>
                  </a:lnTo>
                  <a:lnTo>
                    <a:pt x="1673478" y="1316907"/>
                  </a:lnTo>
                  <a:lnTo>
                    <a:pt x="1673312" y="1316777"/>
                  </a:lnTo>
                  <a:lnTo>
                    <a:pt x="1673303" y="1316724"/>
                  </a:lnTo>
                  <a:lnTo>
                    <a:pt x="1673199" y="1316637"/>
                  </a:lnTo>
                  <a:lnTo>
                    <a:pt x="1673172" y="1316661"/>
                  </a:lnTo>
                  <a:lnTo>
                    <a:pt x="1673172" y="1316674"/>
                  </a:lnTo>
                  <a:lnTo>
                    <a:pt x="1673173" y="1316720"/>
                  </a:lnTo>
                  <a:lnTo>
                    <a:pt x="1673173" y="1316739"/>
                  </a:lnTo>
                  <a:lnTo>
                    <a:pt x="1673210" y="1316750"/>
                  </a:lnTo>
                  <a:lnTo>
                    <a:pt x="1673177" y="1317008"/>
                  </a:lnTo>
                  <a:lnTo>
                    <a:pt x="1673178" y="1317093"/>
                  </a:lnTo>
                  <a:lnTo>
                    <a:pt x="1673293" y="1317303"/>
                  </a:lnTo>
                  <a:lnTo>
                    <a:pt x="1673301" y="1317334"/>
                  </a:lnTo>
                  <a:lnTo>
                    <a:pt x="1673298" y="1317346"/>
                  </a:lnTo>
                  <a:lnTo>
                    <a:pt x="1673280" y="1317415"/>
                  </a:lnTo>
                  <a:lnTo>
                    <a:pt x="1673112" y="1317746"/>
                  </a:lnTo>
                  <a:lnTo>
                    <a:pt x="1673159" y="1317896"/>
                  </a:lnTo>
                  <a:lnTo>
                    <a:pt x="1673264" y="1317987"/>
                  </a:lnTo>
                  <a:lnTo>
                    <a:pt x="1673340" y="1318011"/>
                  </a:lnTo>
                  <a:lnTo>
                    <a:pt x="1673391" y="1317959"/>
                  </a:lnTo>
                  <a:lnTo>
                    <a:pt x="1673491" y="1317917"/>
                  </a:lnTo>
                  <a:lnTo>
                    <a:pt x="1673505" y="1317919"/>
                  </a:lnTo>
                  <a:lnTo>
                    <a:pt x="1673552" y="1317971"/>
                  </a:lnTo>
                  <a:lnTo>
                    <a:pt x="1673685" y="1318184"/>
                  </a:lnTo>
                  <a:lnTo>
                    <a:pt x="1673692" y="1318200"/>
                  </a:lnTo>
                  <a:lnTo>
                    <a:pt x="1673606" y="1318451"/>
                  </a:lnTo>
                  <a:lnTo>
                    <a:pt x="1673507" y="1318525"/>
                  </a:lnTo>
                  <a:lnTo>
                    <a:pt x="1673458" y="1318548"/>
                  </a:lnTo>
                  <a:lnTo>
                    <a:pt x="1673430" y="1318554"/>
                  </a:lnTo>
                  <a:lnTo>
                    <a:pt x="1673417" y="1318552"/>
                  </a:lnTo>
                  <a:lnTo>
                    <a:pt x="1673307" y="1318487"/>
                  </a:lnTo>
                  <a:lnTo>
                    <a:pt x="1673244" y="1318471"/>
                  </a:lnTo>
                  <a:lnTo>
                    <a:pt x="1673044" y="1318456"/>
                  </a:lnTo>
                  <a:lnTo>
                    <a:pt x="1672805" y="1318454"/>
                  </a:lnTo>
                  <a:lnTo>
                    <a:pt x="1672685" y="1318539"/>
                  </a:lnTo>
                  <a:lnTo>
                    <a:pt x="1672577" y="1318603"/>
                  </a:lnTo>
                  <a:lnTo>
                    <a:pt x="1672212" y="1318694"/>
                  </a:lnTo>
                  <a:lnTo>
                    <a:pt x="1672127" y="1318716"/>
                  </a:lnTo>
                  <a:lnTo>
                    <a:pt x="1671822" y="1318777"/>
                  </a:lnTo>
                  <a:lnTo>
                    <a:pt x="1671770" y="1318766"/>
                  </a:lnTo>
                  <a:lnTo>
                    <a:pt x="1671633" y="1318699"/>
                  </a:lnTo>
                  <a:lnTo>
                    <a:pt x="1671612" y="1318750"/>
                  </a:lnTo>
                  <a:lnTo>
                    <a:pt x="1671587" y="1318805"/>
                  </a:lnTo>
                  <a:lnTo>
                    <a:pt x="1671584" y="1318811"/>
                  </a:lnTo>
                  <a:lnTo>
                    <a:pt x="1671758" y="1318942"/>
                  </a:lnTo>
                  <a:lnTo>
                    <a:pt x="1671828" y="1318961"/>
                  </a:lnTo>
                  <a:lnTo>
                    <a:pt x="1671949" y="1318953"/>
                  </a:lnTo>
                  <a:lnTo>
                    <a:pt x="1672010" y="1318930"/>
                  </a:lnTo>
                  <a:lnTo>
                    <a:pt x="1672122" y="1318884"/>
                  </a:lnTo>
                  <a:lnTo>
                    <a:pt x="1672309" y="1318826"/>
                  </a:lnTo>
                  <a:lnTo>
                    <a:pt x="1672671" y="1318879"/>
                  </a:lnTo>
                  <a:lnTo>
                    <a:pt x="1672833" y="1318905"/>
                  </a:lnTo>
                  <a:lnTo>
                    <a:pt x="1673279" y="1319181"/>
                  </a:lnTo>
                  <a:lnTo>
                    <a:pt x="1673287" y="1319201"/>
                  </a:lnTo>
                  <a:lnTo>
                    <a:pt x="1673289" y="1319264"/>
                  </a:lnTo>
                  <a:lnTo>
                    <a:pt x="1673264" y="1319349"/>
                  </a:lnTo>
                  <a:lnTo>
                    <a:pt x="1673131" y="1319496"/>
                  </a:lnTo>
                  <a:lnTo>
                    <a:pt x="1673087" y="1319553"/>
                  </a:lnTo>
                  <a:lnTo>
                    <a:pt x="1672986" y="1319745"/>
                  </a:lnTo>
                  <a:lnTo>
                    <a:pt x="1672989" y="1319905"/>
                  </a:lnTo>
                  <a:lnTo>
                    <a:pt x="1672992" y="1320044"/>
                  </a:lnTo>
                  <a:lnTo>
                    <a:pt x="1673021" y="1320174"/>
                  </a:lnTo>
                  <a:lnTo>
                    <a:pt x="1673136" y="1320378"/>
                  </a:lnTo>
                  <a:lnTo>
                    <a:pt x="1673159" y="1320410"/>
                  </a:lnTo>
                  <a:lnTo>
                    <a:pt x="1673175" y="1320419"/>
                  </a:lnTo>
                  <a:lnTo>
                    <a:pt x="1673226" y="1320411"/>
                  </a:lnTo>
                  <a:lnTo>
                    <a:pt x="1673277" y="1320372"/>
                  </a:lnTo>
                  <a:lnTo>
                    <a:pt x="1673353" y="1320396"/>
                  </a:lnTo>
                  <a:lnTo>
                    <a:pt x="1673373" y="1320415"/>
                  </a:lnTo>
                  <a:lnTo>
                    <a:pt x="1673388" y="1320483"/>
                  </a:lnTo>
                  <a:lnTo>
                    <a:pt x="1673375" y="1320520"/>
                  </a:lnTo>
                  <a:lnTo>
                    <a:pt x="1673253" y="1320613"/>
                  </a:lnTo>
                  <a:lnTo>
                    <a:pt x="1673203" y="1320633"/>
                  </a:lnTo>
                  <a:lnTo>
                    <a:pt x="1673170" y="1320625"/>
                  </a:lnTo>
                  <a:lnTo>
                    <a:pt x="1673088" y="1320586"/>
                  </a:lnTo>
                  <a:lnTo>
                    <a:pt x="1673081" y="1320507"/>
                  </a:lnTo>
                  <a:lnTo>
                    <a:pt x="1673077" y="1320484"/>
                  </a:lnTo>
                  <a:lnTo>
                    <a:pt x="1673066" y="1320453"/>
                  </a:lnTo>
                  <a:lnTo>
                    <a:pt x="1673060" y="1320447"/>
                  </a:lnTo>
                  <a:lnTo>
                    <a:pt x="1672943" y="1320434"/>
                  </a:lnTo>
                  <a:lnTo>
                    <a:pt x="1672724" y="1320446"/>
                  </a:lnTo>
                  <a:lnTo>
                    <a:pt x="1672694" y="1320440"/>
                  </a:lnTo>
                  <a:lnTo>
                    <a:pt x="1672610" y="1320534"/>
                  </a:lnTo>
                  <a:lnTo>
                    <a:pt x="1672606" y="1320578"/>
                  </a:lnTo>
                  <a:lnTo>
                    <a:pt x="1672591" y="1320613"/>
                  </a:lnTo>
                  <a:lnTo>
                    <a:pt x="1672460" y="1320788"/>
                  </a:lnTo>
                  <a:lnTo>
                    <a:pt x="1672440" y="1320819"/>
                  </a:lnTo>
                  <a:lnTo>
                    <a:pt x="1672402" y="1320863"/>
                  </a:lnTo>
                  <a:lnTo>
                    <a:pt x="1672356" y="1320924"/>
                  </a:lnTo>
                  <a:lnTo>
                    <a:pt x="1672259" y="1321082"/>
                  </a:lnTo>
                  <a:lnTo>
                    <a:pt x="1672128" y="1321314"/>
                  </a:lnTo>
                  <a:lnTo>
                    <a:pt x="1672101" y="1321384"/>
                  </a:lnTo>
                  <a:lnTo>
                    <a:pt x="1672020" y="1321581"/>
                  </a:lnTo>
                  <a:lnTo>
                    <a:pt x="1671989" y="1321660"/>
                  </a:lnTo>
                  <a:lnTo>
                    <a:pt x="1671950" y="1321778"/>
                  </a:lnTo>
                  <a:lnTo>
                    <a:pt x="1671916" y="1321809"/>
                  </a:lnTo>
                  <a:lnTo>
                    <a:pt x="1671877" y="1321818"/>
                  </a:lnTo>
                  <a:lnTo>
                    <a:pt x="1671850" y="1321818"/>
                  </a:lnTo>
                  <a:lnTo>
                    <a:pt x="1671811" y="1321805"/>
                  </a:lnTo>
                  <a:lnTo>
                    <a:pt x="1671622" y="1321594"/>
                  </a:lnTo>
                  <a:lnTo>
                    <a:pt x="1671588" y="1321612"/>
                  </a:lnTo>
                  <a:lnTo>
                    <a:pt x="1671572" y="1321621"/>
                  </a:lnTo>
                  <a:lnTo>
                    <a:pt x="1671537" y="1321599"/>
                  </a:lnTo>
                  <a:lnTo>
                    <a:pt x="1671418" y="1321502"/>
                  </a:lnTo>
                  <a:lnTo>
                    <a:pt x="1671414" y="1321476"/>
                  </a:lnTo>
                  <a:lnTo>
                    <a:pt x="1671360" y="1321415"/>
                  </a:lnTo>
                  <a:lnTo>
                    <a:pt x="1671383" y="1321389"/>
                  </a:lnTo>
                  <a:lnTo>
                    <a:pt x="1671391" y="1321367"/>
                  </a:lnTo>
                  <a:lnTo>
                    <a:pt x="1671394" y="1321349"/>
                  </a:lnTo>
                  <a:lnTo>
                    <a:pt x="1671387" y="1321341"/>
                  </a:lnTo>
                  <a:lnTo>
                    <a:pt x="1671357" y="1321304"/>
                  </a:lnTo>
                  <a:lnTo>
                    <a:pt x="1671326" y="1321266"/>
                  </a:lnTo>
                  <a:lnTo>
                    <a:pt x="1671318" y="1321256"/>
                  </a:lnTo>
                  <a:lnTo>
                    <a:pt x="1671211" y="1321144"/>
                  </a:lnTo>
                  <a:lnTo>
                    <a:pt x="1671125" y="1321131"/>
                  </a:lnTo>
                  <a:lnTo>
                    <a:pt x="1671117" y="1321129"/>
                  </a:lnTo>
                  <a:lnTo>
                    <a:pt x="1671111" y="1321129"/>
                  </a:lnTo>
                  <a:lnTo>
                    <a:pt x="1671105" y="1321128"/>
                  </a:lnTo>
                  <a:lnTo>
                    <a:pt x="1671043" y="1321118"/>
                  </a:lnTo>
                  <a:lnTo>
                    <a:pt x="1671016" y="1321308"/>
                  </a:lnTo>
                  <a:lnTo>
                    <a:pt x="1671008" y="1321403"/>
                  </a:lnTo>
                  <a:lnTo>
                    <a:pt x="1671097" y="1321482"/>
                  </a:lnTo>
                  <a:lnTo>
                    <a:pt x="1671137" y="1321562"/>
                  </a:lnTo>
                  <a:lnTo>
                    <a:pt x="1671139" y="1321709"/>
                  </a:lnTo>
                  <a:lnTo>
                    <a:pt x="1671202" y="1321919"/>
                  </a:lnTo>
                  <a:lnTo>
                    <a:pt x="1671449" y="1322164"/>
                  </a:lnTo>
                  <a:lnTo>
                    <a:pt x="1671487" y="1322208"/>
                  </a:lnTo>
                  <a:lnTo>
                    <a:pt x="1671499" y="1322252"/>
                  </a:lnTo>
                  <a:lnTo>
                    <a:pt x="1671487" y="1322300"/>
                  </a:lnTo>
                  <a:lnTo>
                    <a:pt x="1671468" y="1322326"/>
                  </a:lnTo>
                  <a:lnTo>
                    <a:pt x="1671144" y="1322611"/>
                  </a:lnTo>
                  <a:lnTo>
                    <a:pt x="1671078" y="1322672"/>
                  </a:lnTo>
                  <a:lnTo>
                    <a:pt x="1671059" y="1322703"/>
                  </a:lnTo>
                  <a:lnTo>
                    <a:pt x="1671028" y="1322725"/>
                  </a:lnTo>
                  <a:lnTo>
                    <a:pt x="1670966" y="1322799"/>
                  </a:lnTo>
                  <a:lnTo>
                    <a:pt x="1670893" y="1322895"/>
                  </a:lnTo>
                  <a:lnTo>
                    <a:pt x="1670743" y="1323128"/>
                  </a:lnTo>
                  <a:lnTo>
                    <a:pt x="1670700" y="1323206"/>
                  </a:lnTo>
                  <a:lnTo>
                    <a:pt x="1670580" y="1323465"/>
                  </a:lnTo>
                  <a:lnTo>
                    <a:pt x="1670476" y="1323785"/>
                  </a:lnTo>
                  <a:lnTo>
                    <a:pt x="1670322" y="1324052"/>
                  </a:lnTo>
                  <a:lnTo>
                    <a:pt x="1670314" y="1324091"/>
                  </a:lnTo>
                  <a:lnTo>
                    <a:pt x="1670279" y="1324131"/>
                  </a:lnTo>
                  <a:lnTo>
                    <a:pt x="1670272" y="1324137"/>
                  </a:lnTo>
                  <a:lnTo>
                    <a:pt x="1670260" y="1324153"/>
                  </a:lnTo>
                  <a:lnTo>
                    <a:pt x="1670222" y="1324192"/>
                  </a:lnTo>
                  <a:lnTo>
                    <a:pt x="1670214" y="1324205"/>
                  </a:lnTo>
                  <a:lnTo>
                    <a:pt x="1670079" y="1324350"/>
                  </a:lnTo>
                  <a:lnTo>
                    <a:pt x="1669928" y="1324503"/>
                  </a:lnTo>
                  <a:lnTo>
                    <a:pt x="1669897" y="1324525"/>
                  </a:lnTo>
                  <a:lnTo>
                    <a:pt x="1669877" y="1324528"/>
                  </a:lnTo>
                  <a:lnTo>
                    <a:pt x="1669863" y="1324529"/>
                  </a:lnTo>
                  <a:lnTo>
                    <a:pt x="1669828" y="1324516"/>
                  </a:lnTo>
                  <a:lnTo>
                    <a:pt x="1669774" y="1324464"/>
                  </a:lnTo>
                  <a:lnTo>
                    <a:pt x="1669654" y="1324319"/>
                  </a:lnTo>
                  <a:lnTo>
                    <a:pt x="1669535" y="1324196"/>
                  </a:lnTo>
                  <a:lnTo>
                    <a:pt x="1669531" y="1324192"/>
                  </a:lnTo>
                  <a:lnTo>
                    <a:pt x="1669511" y="1324165"/>
                  </a:lnTo>
                  <a:lnTo>
                    <a:pt x="1669449" y="1324415"/>
                  </a:lnTo>
                  <a:lnTo>
                    <a:pt x="1669435" y="1324456"/>
                  </a:lnTo>
                  <a:lnTo>
                    <a:pt x="1669403" y="1324548"/>
                  </a:lnTo>
                  <a:lnTo>
                    <a:pt x="1669382" y="1324594"/>
                  </a:lnTo>
                  <a:lnTo>
                    <a:pt x="1669368" y="1324625"/>
                  </a:lnTo>
                  <a:lnTo>
                    <a:pt x="1669247" y="1324822"/>
                  </a:lnTo>
                  <a:lnTo>
                    <a:pt x="1669223" y="1324851"/>
                  </a:lnTo>
                  <a:lnTo>
                    <a:pt x="1669157" y="1325241"/>
                  </a:lnTo>
                  <a:lnTo>
                    <a:pt x="1669144" y="1325328"/>
                  </a:lnTo>
                  <a:lnTo>
                    <a:pt x="1669156" y="1325356"/>
                  </a:lnTo>
                  <a:lnTo>
                    <a:pt x="1669180" y="1325375"/>
                  </a:lnTo>
                  <a:lnTo>
                    <a:pt x="1669251" y="1325405"/>
                  </a:lnTo>
                  <a:lnTo>
                    <a:pt x="1669361" y="1325468"/>
                  </a:lnTo>
                  <a:lnTo>
                    <a:pt x="1669562" y="1325753"/>
                  </a:lnTo>
                  <a:lnTo>
                    <a:pt x="1669698" y="1325975"/>
                  </a:lnTo>
                  <a:lnTo>
                    <a:pt x="1669696" y="1326006"/>
                  </a:lnTo>
                  <a:lnTo>
                    <a:pt x="1669696" y="1326016"/>
                  </a:lnTo>
                  <a:lnTo>
                    <a:pt x="1669714" y="1326316"/>
                  </a:lnTo>
                  <a:lnTo>
                    <a:pt x="1669716" y="1326811"/>
                  </a:lnTo>
                  <a:lnTo>
                    <a:pt x="1669717" y="1327062"/>
                  </a:lnTo>
                  <a:lnTo>
                    <a:pt x="1669737" y="1327380"/>
                  </a:lnTo>
                  <a:lnTo>
                    <a:pt x="1669756" y="1327495"/>
                  </a:lnTo>
                  <a:lnTo>
                    <a:pt x="1669779" y="1327589"/>
                  </a:lnTo>
                  <a:lnTo>
                    <a:pt x="1669837" y="1327815"/>
                  </a:lnTo>
                  <a:lnTo>
                    <a:pt x="1669876" y="1327914"/>
                  </a:lnTo>
                  <a:lnTo>
                    <a:pt x="1669991" y="1328126"/>
                  </a:lnTo>
                  <a:lnTo>
                    <a:pt x="1670044" y="1328189"/>
                  </a:lnTo>
                  <a:lnTo>
                    <a:pt x="1670145" y="1328285"/>
                  </a:lnTo>
                  <a:lnTo>
                    <a:pt x="1670363" y="1328347"/>
                  </a:lnTo>
                  <a:lnTo>
                    <a:pt x="1670377" y="1328333"/>
                  </a:lnTo>
                  <a:lnTo>
                    <a:pt x="1670533" y="1328200"/>
                  </a:lnTo>
                  <a:lnTo>
                    <a:pt x="1670781" y="1328131"/>
                  </a:lnTo>
                  <a:lnTo>
                    <a:pt x="1671112" y="1328224"/>
                  </a:lnTo>
                  <a:lnTo>
                    <a:pt x="1671123" y="1328236"/>
                  </a:lnTo>
                  <a:lnTo>
                    <a:pt x="1671135" y="1328286"/>
                  </a:lnTo>
                  <a:lnTo>
                    <a:pt x="1671120" y="1328340"/>
                  </a:lnTo>
                  <a:lnTo>
                    <a:pt x="1671069" y="1328365"/>
                  </a:lnTo>
                  <a:lnTo>
                    <a:pt x="1670994" y="1328354"/>
                  </a:lnTo>
                  <a:lnTo>
                    <a:pt x="1670962" y="1328336"/>
                  </a:lnTo>
                  <a:lnTo>
                    <a:pt x="1670948" y="1328336"/>
                  </a:lnTo>
                  <a:lnTo>
                    <a:pt x="1670925" y="1328360"/>
                  </a:lnTo>
                  <a:lnTo>
                    <a:pt x="1670817" y="1328489"/>
                  </a:lnTo>
                  <a:lnTo>
                    <a:pt x="1670670" y="1328780"/>
                  </a:lnTo>
                  <a:lnTo>
                    <a:pt x="1670640" y="1328849"/>
                  </a:lnTo>
                  <a:lnTo>
                    <a:pt x="1670614" y="1328938"/>
                  </a:lnTo>
                  <a:lnTo>
                    <a:pt x="1670607" y="1328999"/>
                  </a:lnTo>
                  <a:lnTo>
                    <a:pt x="1670616" y="1329025"/>
                  </a:lnTo>
                  <a:lnTo>
                    <a:pt x="1670636" y="1329037"/>
                  </a:lnTo>
                  <a:lnTo>
                    <a:pt x="1670662" y="1329084"/>
                  </a:lnTo>
                  <a:lnTo>
                    <a:pt x="1670685" y="1329126"/>
                  </a:lnTo>
                  <a:lnTo>
                    <a:pt x="1670707" y="1329248"/>
                  </a:lnTo>
                  <a:lnTo>
                    <a:pt x="1670706" y="1329254"/>
                  </a:lnTo>
                  <a:lnTo>
                    <a:pt x="1670704" y="1329262"/>
                  </a:lnTo>
                  <a:lnTo>
                    <a:pt x="1670687" y="1329278"/>
                  </a:lnTo>
                  <a:lnTo>
                    <a:pt x="1670636" y="1329318"/>
                  </a:lnTo>
                  <a:lnTo>
                    <a:pt x="1670485" y="1329435"/>
                  </a:lnTo>
                  <a:lnTo>
                    <a:pt x="1670453" y="1329459"/>
                  </a:lnTo>
                  <a:lnTo>
                    <a:pt x="1670406" y="1329472"/>
                  </a:lnTo>
                  <a:lnTo>
                    <a:pt x="1670378" y="1329467"/>
                  </a:lnTo>
                  <a:lnTo>
                    <a:pt x="1670363" y="1329463"/>
                  </a:lnTo>
                  <a:lnTo>
                    <a:pt x="1670323" y="1329453"/>
                  </a:lnTo>
                  <a:lnTo>
                    <a:pt x="1670220" y="1329423"/>
                  </a:lnTo>
                  <a:lnTo>
                    <a:pt x="1669935" y="1329250"/>
                  </a:lnTo>
                  <a:lnTo>
                    <a:pt x="1669910" y="1329085"/>
                  </a:lnTo>
                  <a:lnTo>
                    <a:pt x="1669951" y="1328826"/>
                  </a:lnTo>
                  <a:lnTo>
                    <a:pt x="1669917" y="1328774"/>
                  </a:lnTo>
                  <a:lnTo>
                    <a:pt x="1669768" y="1328696"/>
                  </a:lnTo>
                  <a:lnTo>
                    <a:pt x="1669694" y="1328676"/>
                  </a:lnTo>
                  <a:lnTo>
                    <a:pt x="1669539" y="1328650"/>
                  </a:lnTo>
                  <a:lnTo>
                    <a:pt x="1669479" y="1328652"/>
                  </a:lnTo>
                  <a:lnTo>
                    <a:pt x="1669430" y="1328687"/>
                  </a:lnTo>
                  <a:lnTo>
                    <a:pt x="1669421" y="1328708"/>
                  </a:lnTo>
                  <a:lnTo>
                    <a:pt x="1669433" y="1328723"/>
                  </a:lnTo>
                  <a:lnTo>
                    <a:pt x="1669417" y="1328743"/>
                  </a:lnTo>
                  <a:lnTo>
                    <a:pt x="1669407" y="1328753"/>
                  </a:lnTo>
                  <a:lnTo>
                    <a:pt x="1669336" y="1328759"/>
                  </a:lnTo>
                  <a:lnTo>
                    <a:pt x="1669284" y="1328747"/>
                  </a:lnTo>
                  <a:lnTo>
                    <a:pt x="1669147" y="1328647"/>
                  </a:lnTo>
                  <a:lnTo>
                    <a:pt x="1669076" y="1328456"/>
                  </a:lnTo>
                  <a:lnTo>
                    <a:pt x="1669053" y="1328408"/>
                  </a:lnTo>
                  <a:lnTo>
                    <a:pt x="1669012" y="1328348"/>
                  </a:lnTo>
                  <a:lnTo>
                    <a:pt x="1668805" y="1328121"/>
                  </a:lnTo>
                  <a:lnTo>
                    <a:pt x="1668814" y="1327969"/>
                  </a:lnTo>
                  <a:lnTo>
                    <a:pt x="1668816" y="1327962"/>
                  </a:lnTo>
                  <a:lnTo>
                    <a:pt x="1668811" y="1327910"/>
                  </a:lnTo>
                  <a:lnTo>
                    <a:pt x="1668801" y="1327841"/>
                  </a:lnTo>
                  <a:lnTo>
                    <a:pt x="1668800" y="1327831"/>
                  </a:lnTo>
                  <a:lnTo>
                    <a:pt x="1668798" y="1327809"/>
                  </a:lnTo>
                  <a:lnTo>
                    <a:pt x="1668789" y="1327739"/>
                  </a:lnTo>
                  <a:lnTo>
                    <a:pt x="1668785" y="1327710"/>
                  </a:lnTo>
                  <a:lnTo>
                    <a:pt x="1668783" y="1327695"/>
                  </a:lnTo>
                  <a:lnTo>
                    <a:pt x="1668781" y="1327686"/>
                  </a:lnTo>
                  <a:lnTo>
                    <a:pt x="1668777" y="1327659"/>
                  </a:lnTo>
                  <a:lnTo>
                    <a:pt x="1668774" y="1327641"/>
                  </a:lnTo>
                  <a:lnTo>
                    <a:pt x="1668759" y="1327528"/>
                  </a:lnTo>
                  <a:lnTo>
                    <a:pt x="1668758" y="1327519"/>
                  </a:lnTo>
                  <a:lnTo>
                    <a:pt x="1668757" y="1327513"/>
                  </a:lnTo>
                  <a:lnTo>
                    <a:pt x="1668759" y="1327503"/>
                  </a:lnTo>
                  <a:lnTo>
                    <a:pt x="1668755" y="1327494"/>
                  </a:lnTo>
                  <a:lnTo>
                    <a:pt x="1668753" y="1327479"/>
                  </a:lnTo>
                  <a:lnTo>
                    <a:pt x="1668751" y="1327472"/>
                  </a:lnTo>
                  <a:lnTo>
                    <a:pt x="1668587" y="1327381"/>
                  </a:lnTo>
                  <a:lnTo>
                    <a:pt x="1668567" y="1327369"/>
                  </a:lnTo>
                  <a:lnTo>
                    <a:pt x="1668370" y="1327261"/>
                  </a:lnTo>
                  <a:lnTo>
                    <a:pt x="1668230" y="1327201"/>
                  </a:lnTo>
                  <a:lnTo>
                    <a:pt x="1668120" y="1327225"/>
                  </a:lnTo>
                  <a:lnTo>
                    <a:pt x="1668062" y="1327211"/>
                  </a:lnTo>
                  <a:lnTo>
                    <a:pt x="1668021" y="1327177"/>
                  </a:lnTo>
                  <a:lnTo>
                    <a:pt x="1668003" y="1327151"/>
                  </a:lnTo>
                  <a:lnTo>
                    <a:pt x="1667987" y="1327110"/>
                  </a:lnTo>
                  <a:lnTo>
                    <a:pt x="1667906" y="1327145"/>
                  </a:lnTo>
                  <a:lnTo>
                    <a:pt x="1667794" y="1327194"/>
                  </a:lnTo>
                  <a:lnTo>
                    <a:pt x="1667708" y="1327376"/>
                  </a:lnTo>
                  <a:lnTo>
                    <a:pt x="1667837" y="1327648"/>
                  </a:lnTo>
                  <a:lnTo>
                    <a:pt x="1667924" y="1327654"/>
                  </a:lnTo>
                  <a:lnTo>
                    <a:pt x="1668026" y="1327605"/>
                  </a:lnTo>
                  <a:lnTo>
                    <a:pt x="1668096" y="1327555"/>
                  </a:lnTo>
                  <a:lnTo>
                    <a:pt x="1668112" y="1327537"/>
                  </a:lnTo>
                  <a:lnTo>
                    <a:pt x="1668235" y="1327519"/>
                  </a:lnTo>
                  <a:lnTo>
                    <a:pt x="1668552" y="1327697"/>
                  </a:lnTo>
                  <a:lnTo>
                    <a:pt x="1668574" y="1327765"/>
                  </a:lnTo>
                  <a:lnTo>
                    <a:pt x="1668577" y="1327807"/>
                  </a:lnTo>
                  <a:lnTo>
                    <a:pt x="1668570" y="1327854"/>
                  </a:lnTo>
                  <a:lnTo>
                    <a:pt x="1668538" y="1327954"/>
                  </a:lnTo>
                  <a:lnTo>
                    <a:pt x="1668526" y="1327954"/>
                  </a:lnTo>
                  <a:lnTo>
                    <a:pt x="1668479" y="1327919"/>
                  </a:lnTo>
                  <a:lnTo>
                    <a:pt x="1668422" y="1327892"/>
                  </a:lnTo>
                  <a:lnTo>
                    <a:pt x="1668272" y="1327885"/>
                  </a:lnTo>
                  <a:lnTo>
                    <a:pt x="1668150" y="1327900"/>
                  </a:lnTo>
                  <a:lnTo>
                    <a:pt x="1667878" y="1327992"/>
                  </a:lnTo>
                  <a:lnTo>
                    <a:pt x="1667656" y="1328064"/>
                  </a:lnTo>
                  <a:lnTo>
                    <a:pt x="1667648" y="1328057"/>
                  </a:lnTo>
                  <a:lnTo>
                    <a:pt x="1667592" y="1328035"/>
                  </a:lnTo>
                  <a:lnTo>
                    <a:pt x="1667568" y="1328032"/>
                  </a:lnTo>
                  <a:lnTo>
                    <a:pt x="1667532" y="1328036"/>
                  </a:lnTo>
                  <a:lnTo>
                    <a:pt x="1667489" y="1328051"/>
                  </a:lnTo>
                  <a:lnTo>
                    <a:pt x="1667309" y="1328132"/>
                  </a:lnTo>
                  <a:lnTo>
                    <a:pt x="1667041" y="1328282"/>
                  </a:lnTo>
                  <a:lnTo>
                    <a:pt x="1666926" y="1328366"/>
                  </a:lnTo>
                  <a:lnTo>
                    <a:pt x="1666630" y="1328605"/>
                  </a:lnTo>
                  <a:lnTo>
                    <a:pt x="1666432" y="1328786"/>
                  </a:lnTo>
                  <a:lnTo>
                    <a:pt x="1666268" y="1328944"/>
                  </a:lnTo>
                  <a:lnTo>
                    <a:pt x="1666133" y="1329090"/>
                  </a:lnTo>
                  <a:lnTo>
                    <a:pt x="1666096" y="1329140"/>
                  </a:lnTo>
                  <a:lnTo>
                    <a:pt x="1665601" y="1329809"/>
                  </a:lnTo>
                  <a:lnTo>
                    <a:pt x="1665554" y="1329884"/>
                  </a:lnTo>
                  <a:lnTo>
                    <a:pt x="1665516" y="1329957"/>
                  </a:lnTo>
                  <a:lnTo>
                    <a:pt x="1665464" y="1330082"/>
                  </a:lnTo>
                  <a:lnTo>
                    <a:pt x="1665465" y="1330129"/>
                  </a:lnTo>
                  <a:lnTo>
                    <a:pt x="1665491" y="1330193"/>
                  </a:lnTo>
                  <a:lnTo>
                    <a:pt x="1665498" y="1330387"/>
                  </a:lnTo>
                  <a:lnTo>
                    <a:pt x="1665501" y="1330524"/>
                  </a:lnTo>
                  <a:lnTo>
                    <a:pt x="1665497" y="1330561"/>
                  </a:lnTo>
                  <a:lnTo>
                    <a:pt x="1665420" y="1330697"/>
                  </a:lnTo>
                  <a:lnTo>
                    <a:pt x="1664988" y="1331460"/>
                  </a:lnTo>
                  <a:lnTo>
                    <a:pt x="1664960" y="1331478"/>
                  </a:lnTo>
                  <a:lnTo>
                    <a:pt x="1664798" y="1331533"/>
                  </a:lnTo>
                  <a:lnTo>
                    <a:pt x="1664561" y="1331542"/>
                  </a:lnTo>
                  <a:lnTo>
                    <a:pt x="1664507" y="1331520"/>
                  </a:lnTo>
                  <a:lnTo>
                    <a:pt x="1664492" y="1331500"/>
                  </a:lnTo>
                  <a:lnTo>
                    <a:pt x="1664213" y="1331091"/>
                  </a:lnTo>
                  <a:lnTo>
                    <a:pt x="1664197" y="1331034"/>
                  </a:lnTo>
                  <a:lnTo>
                    <a:pt x="1664227" y="1330990"/>
                  </a:lnTo>
                  <a:lnTo>
                    <a:pt x="1664283" y="1331019"/>
                  </a:lnTo>
                  <a:lnTo>
                    <a:pt x="1664359" y="1331073"/>
                  </a:lnTo>
                  <a:lnTo>
                    <a:pt x="1664377" y="1331046"/>
                  </a:lnTo>
                  <a:lnTo>
                    <a:pt x="1664385" y="1330990"/>
                  </a:lnTo>
                  <a:lnTo>
                    <a:pt x="1664380" y="1330959"/>
                  </a:lnTo>
                  <a:lnTo>
                    <a:pt x="1664351" y="1330883"/>
                  </a:lnTo>
                  <a:lnTo>
                    <a:pt x="1664299" y="1330821"/>
                  </a:lnTo>
                  <a:lnTo>
                    <a:pt x="1664264" y="1330797"/>
                  </a:lnTo>
                  <a:lnTo>
                    <a:pt x="1664216" y="1330769"/>
                  </a:lnTo>
                  <a:lnTo>
                    <a:pt x="1664135" y="1330738"/>
                  </a:lnTo>
                  <a:lnTo>
                    <a:pt x="1663752" y="1330697"/>
                  </a:lnTo>
                  <a:lnTo>
                    <a:pt x="1663599" y="1330733"/>
                  </a:lnTo>
                  <a:lnTo>
                    <a:pt x="1663490" y="1330776"/>
                  </a:lnTo>
                  <a:lnTo>
                    <a:pt x="1663480" y="1330773"/>
                  </a:lnTo>
                  <a:lnTo>
                    <a:pt x="1663401" y="1330720"/>
                  </a:lnTo>
                  <a:lnTo>
                    <a:pt x="1663380" y="1330699"/>
                  </a:lnTo>
                  <a:lnTo>
                    <a:pt x="1663369" y="1330680"/>
                  </a:lnTo>
                  <a:lnTo>
                    <a:pt x="1663314" y="1330510"/>
                  </a:lnTo>
                  <a:lnTo>
                    <a:pt x="1663307" y="1330468"/>
                  </a:lnTo>
                  <a:lnTo>
                    <a:pt x="1663379" y="1330103"/>
                  </a:lnTo>
                  <a:lnTo>
                    <a:pt x="1663382" y="1330093"/>
                  </a:lnTo>
                  <a:lnTo>
                    <a:pt x="1663392" y="1330083"/>
                  </a:lnTo>
                  <a:lnTo>
                    <a:pt x="1663411" y="1330070"/>
                  </a:lnTo>
                  <a:lnTo>
                    <a:pt x="1663498" y="1330011"/>
                  </a:lnTo>
                  <a:lnTo>
                    <a:pt x="1663710" y="1329999"/>
                  </a:lnTo>
                  <a:lnTo>
                    <a:pt x="1663804" y="1329915"/>
                  </a:lnTo>
                  <a:lnTo>
                    <a:pt x="1663818" y="1329896"/>
                  </a:lnTo>
                  <a:lnTo>
                    <a:pt x="1663822" y="1329885"/>
                  </a:lnTo>
                  <a:lnTo>
                    <a:pt x="1663871" y="1329371"/>
                  </a:lnTo>
                  <a:lnTo>
                    <a:pt x="1663820" y="1329167"/>
                  </a:lnTo>
                  <a:lnTo>
                    <a:pt x="1663759" y="1329182"/>
                  </a:lnTo>
                  <a:lnTo>
                    <a:pt x="1663691" y="1329199"/>
                  </a:lnTo>
                  <a:lnTo>
                    <a:pt x="1663683" y="1329202"/>
                  </a:lnTo>
                  <a:lnTo>
                    <a:pt x="1663554" y="1329256"/>
                  </a:lnTo>
                  <a:lnTo>
                    <a:pt x="1663587" y="1329305"/>
                  </a:lnTo>
                  <a:lnTo>
                    <a:pt x="1663652" y="1329401"/>
                  </a:lnTo>
                  <a:lnTo>
                    <a:pt x="1663671" y="1329476"/>
                  </a:lnTo>
                  <a:lnTo>
                    <a:pt x="1663693" y="1329686"/>
                  </a:lnTo>
                  <a:lnTo>
                    <a:pt x="1663651" y="1329789"/>
                  </a:lnTo>
                  <a:lnTo>
                    <a:pt x="1663645" y="1329795"/>
                  </a:lnTo>
                  <a:lnTo>
                    <a:pt x="1663535" y="1329783"/>
                  </a:lnTo>
                  <a:lnTo>
                    <a:pt x="1663325" y="1329760"/>
                  </a:lnTo>
                  <a:lnTo>
                    <a:pt x="1663286" y="1329851"/>
                  </a:lnTo>
                  <a:lnTo>
                    <a:pt x="1663215" y="1330029"/>
                  </a:lnTo>
                  <a:lnTo>
                    <a:pt x="1663221" y="1330076"/>
                  </a:lnTo>
                  <a:lnTo>
                    <a:pt x="1663242" y="1330150"/>
                  </a:lnTo>
                  <a:lnTo>
                    <a:pt x="1663082" y="1330259"/>
                  </a:lnTo>
                  <a:lnTo>
                    <a:pt x="1662931" y="1330346"/>
                  </a:lnTo>
                  <a:lnTo>
                    <a:pt x="1662779" y="1330396"/>
                  </a:lnTo>
                  <a:lnTo>
                    <a:pt x="1662682" y="1330441"/>
                  </a:lnTo>
                  <a:lnTo>
                    <a:pt x="1662448" y="1330581"/>
                  </a:lnTo>
                  <a:lnTo>
                    <a:pt x="1662288" y="1330693"/>
                  </a:lnTo>
                  <a:lnTo>
                    <a:pt x="1662128" y="1330826"/>
                  </a:lnTo>
                  <a:lnTo>
                    <a:pt x="1661894" y="1331041"/>
                  </a:lnTo>
                  <a:lnTo>
                    <a:pt x="1661565" y="1331425"/>
                  </a:lnTo>
                  <a:lnTo>
                    <a:pt x="1661497" y="1331485"/>
                  </a:lnTo>
                  <a:lnTo>
                    <a:pt x="1661376" y="1331639"/>
                  </a:lnTo>
                  <a:lnTo>
                    <a:pt x="1661215" y="1331862"/>
                  </a:lnTo>
                  <a:lnTo>
                    <a:pt x="1661137" y="1331991"/>
                  </a:lnTo>
                  <a:lnTo>
                    <a:pt x="1660969" y="1332302"/>
                  </a:lnTo>
                  <a:lnTo>
                    <a:pt x="1660883" y="1332484"/>
                  </a:lnTo>
                  <a:lnTo>
                    <a:pt x="1660812" y="1332654"/>
                  </a:lnTo>
                  <a:lnTo>
                    <a:pt x="1660699" y="1332955"/>
                  </a:lnTo>
                  <a:lnTo>
                    <a:pt x="1660610" y="1333289"/>
                  </a:lnTo>
                  <a:lnTo>
                    <a:pt x="1660574" y="1333465"/>
                  </a:lnTo>
                  <a:lnTo>
                    <a:pt x="1660567" y="1333498"/>
                  </a:lnTo>
                  <a:lnTo>
                    <a:pt x="1660545" y="1333679"/>
                  </a:lnTo>
                  <a:lnTo>
                    <a:pt x="1660541" y="1333853"/>
                  </a:lnTo>
                  <a:lnTo>
                    <a:pt x="1660553" y="1333985"/>
                  </a:lnTo>
                  <a:lnTo>
                    <a:pt x="1660575" y="1334078"/>
                  </a:lnTo>
                  <a:lnTo>
                    <a:pt x="1660596" y="1334126"/>
                  </a:lnTo>
                  <a:lnTo>
                    <a:pt x="1660648" y="1334189"/>
                  </a:lnTo>
                  <a:lnTo>
                    <a:pt x="1660679" y="1334226"/>
                  </a:lnTo>
                  <a:lnTo>
                    <a:pt x="1660980" y="1334501"/>
                  </a:lnTo>
                  <a:lnTo>
                    <a:pt x="1661055" y="1334608"/>
                  </a:lnTo>
                  <a:lnTo>
                    <a:pt x="1661073" y="1334621"/>
                  </a:lnTo>
                  <a:lnTo>
                    <a:pt x="1661212" y="1334720"/>
                  </a:lnTo>
                  <a:lnTo>
                    <a:pt x="1661373" y="1334900"/>
                  </a:lnTo>
                  <a:lnTo>
                    <a:pt x="1661340" y="1334909"/>
                  </a:lnTo>
                  <a:lnTo>
                    <a:pt x="1661273" y="1334956"/>
                  </a:lnTo>
                  <a:lnTo>
                    <a:pt x="1661243" y="1334999"/>
                  </a:lnTo>
                  <a:lnTo>
                    <a:pt x="1661226" y="1335036"/>
                  </a:lnTo>
                  <a:lnTo>
                    <a:pt x="1661148" y="1335281"/>
                  </a:lnTo>
                  <a:lnTo>
                    <a:pt x="1661102" y="1335473"/>
                  </a:lnTo>
                  <a:lnTo>
                    <a:pt x="1661064" y="1335704"/>
                  </a:lnTo>
                  <a:lnTo>
                    <a:pt x="1661044" y="1335895"/>
                  </a:lnTo>
                  <a:lnTo>
                    <a:pt x="1661038" y="1336003"/>
                  </a:lnTo>
                  <a:lnTo>
                    <a:pt x="1661035" y="1336077"/>
                  </a:lnTo>
                  <a:lnTo>
                    <a:pt x="1661036" y="1336158"/>
                  </a:lnTo>
                  <a:lnTo>
                    <a:pt x="1661040" y="1336238"/>
                  </a:lnTo>
                  <a:lnTo>
                    <a:pt x="1661056" y="1336368"/>
                  </a:lnTo>
                  <a:lnTo>
                    <a:pt x="1661073" y="1336431"/>
                  </a:lnTo>
                  <a:lnTo>
                    <a:pt x="1661136" y="1336561"/>
                  </a:lnTo>
                  <a:lnTo>
                    <a:pt x="1661202" y="1336683"/>
                  </a:lnTo>
                  <a:lnTo>
                    <a:pt x="1661220" y="1336696"/>
                  </a:lnTo>
                  <a:lnTo>
                    <a:pt x="1661268" y="1336722"/>
                  </a:lnTo>
                  <a:lnTo>
                    <a:pt x="1661296" y="1336733"/>
                  </a:lnTo>
                  <a:lnTo>
                    <a:pt x="1661310" y="1336729"/>
                  </a:lnTo>
                  <a:lnTo>
                    <a:pt x="1661315" y="1336714"/>
                  </a:lnTo>
                  <a:lnTo>
                    <a:pt x="1661327" y="1336711"/>
                  </a:lnTo>
                  <a:lnTo>
                    <a:pt x="1661360" y="1336758"/>
                  </a:lnTo>
                  <a:lnTo>
                    <a:pt x="1661361" y="1336847"/>
                  </a:lnTo>
                  <a:lnTo>
                    <a:pt x="1661355" y="1337067"/>
                  </a:lnTo>
                  <a:lnTo>
                    <a:pt x="1661342" y="1337206"/>
                  </a:lnTo>
                  <a:lnTo>
                    <a:pt x="1661333" y="1337282"/>
                  </a:lnTo>
                  <a:lnTo>
                    <a:pt x="1661508" y="1337642"/>
                  </a:lnTo>
                  <a:lnTo>
                    <a:pt x="1661532" y="1337682"/>
                  </a:lnTo>
                  <a:lnTo>
                    <a:pt x="1661607" y="1337777"/>
                  </a:lnTo>
                  <a:lnTo>
                    <a:pt x="1661719" y="1337891"/>
                  </a:lnTo>
                  <a:lnTo>
                    <a:pt x="1661572" y="1338044"/>
                  </a:lnTo>
                  <a:lnTo>
                    <a:pt x="1661375" y="1338184"/>
                  </a:lnTo>
                  <a:lnTo>
                    <a:pt x="1661358" y="1338202"/>
                  </a:lnTo>
                  <a:lnTo>
                    <a:pt x="1661477" y="1338513"/>
                  </a:lnTo>
                  <a:lnTo>
                    <a:pt x="1661207" y="1338633"/>
                  </a:lnTo>
                  <a:lnTo>
                    <a:pt x="1661120" y="1338695"/>
                  </a:lnTo>
                  <a:lnTo>
                    <a:pt x="1661045" y="1338753"/>
                  </a:lnTo>
                  <a:lnTo>
                    <a:pt x="1661012" y="1338849"/>
                  </a:lnTo>
                  <a:lnTo>
                    <a:pt x="1660957" y="1338829"/>
                  </a:lnTo>
                  <a:lnTo>
                    <a:pt x="1660924" y="1338698"/>
                  </a:lnTo>
                  <a:lnTo>
                    <a:pt x="1660882" y="1338452"/>
                  </a:lnTo>
                  <a:lnTo>
                    <a:pt x="1660895" y="1338436"/>
                  </a:lnTo>
                  <a:lnTo>
                    <a:pt x="1660877" y="1338421"/>
                  </a:lnTo>
                  <a:lnTo>
                    <a:pt x="1660781" y="1338430"/>
                  </a:lnTo>
                  <a:lnTo>
                    <a:pt x="1660690" y="1338439"/>
                  </a:lnTo>
                  <a:lnTo>
                    <a:pt x="1660432" y="1338515"/>
                  </a:lnTo>
                  <a:lnTo>
                    <a:pt x="1660375" y="1338544"/>
                  </a:lnTo>
                  <a:lnTo>
                    <a:pt x="1660283" y="1338604"/>
                  </a:lnTo>
                  <a:lnTo>
                    <a:pt x="1660130" y="1338749"/>
                  </a:lnTo>
                  <a:lnTo>
                    <a:pt x="1660074" y="1338818"/>
                  </a:lnTo>
                  <a:lnTo>
                    <a:pt x="1659965" y="1338977"/>
                  </a:lnTo>
                  <a:lnTo>
                    <a:pt x="1659906" y="1339083"/>
                  </a:lnTo>
                  <a:lnTo>
                    <a:pt x="1659857" y="1339221"/>
                  </a:lnTo>
                  <a:lnTo>
                    <a:pt x="1659796" y="1339429"/>
                  </a:lnTo>
                  <a:lnTo>
                    <a:pt x="1659746" y="1339702"/>
                  </a:lnTo>
                  <a:lnTo>
                    <a:pt x="1659745" y="1339749"/>
                  </a:lnTo>
                  <a:lnTo>
                    <a:pt x="1659755" y="1339837"/>
                  </a:lnTo>
                  <a:lnTo>
                    <a:pt x="1659781" y="1339899"/>
                  </a:lnTo>
                  <a:lnTo>
                    <a:pt x="1659791" y="1339909"/>
                  </a:lnTo>
                  <a:lnTo>
                    <a:pt x="1659810" y="1339920"/>
                  </a:lnTo>
                  <a:lnTo>
                    <a:pt x="1659843" y="1340050"/>
                  </a:lnTo>
                  <a:lnTo>
                    <a:pt x="1659771" y="1340126"/>
                  </a:lnTo>
                  <a:lnTo>
                    <a:pt x="1659702" y="1340133"/>
                  </a:lnTo>
                  <a:lnTo>
                    <a:pt x="1659669" y="1340124"/>
                  </a:lnTo>
                  <a:lnTo>
                    <a:pt x="1659652" y="1340139"/>
                  </a:lnTo>
                  <a:lnTo>
                    <a:pt x="1659615" y="1340249"/>
                  </a:lnTo>
                  <a:lnTo>
                    <a:pt x="1659416" y="1340666"/>
                  </a:lnTo>
                  <a:lnTo>
                    <a:pt x="1659375" y="1340857"/>
                  </a:lnTo>
                  <a:lnTo>
                    <a:pt x="1659356" y="1341005"/>
                  </a:lnTo>
                  <a:lnTo>
                    <a:pt x="1659354" y="1341057"/>
                  </a:lnTo>
                  <a:lnTo>
                    <a:pt x="1659366" y="1341127"/>
                  </a:lnTo>
                  <a:lnTo>
                    <a:pt x="1659375" y="1341159"/>
                  </a:lnTo>
                  <a:lnTo>
                    <a:pt x="1659400" y="1341207"/>
                  </a:lnTo>
                  <a:lnTo>
                    <a:pt x="1659165" y="1341395"/>
                  </a:lnTo>
                  <a:lnTo>
                    <a:pt x="1659105" y="1341425"/>
                  </a:lnTo>
                  <a:lnTo>
                    <a:pt x="1658759" y="1341511"/>
                  </a:lnTo>
                  <a:lnTo>
                    <a:pt x="1658673" y="1341528"/>
                  </a:lnTo>
                  <a:lnTo>
                    <a:pt x="1658639" y="1341523"/>
                  </a:lnTo>
                  <a:lnTo>
                    <a:pt x="1658580" y="1341442"/>
                  </a:lnTo>
                  <a:lnTo>
                    <a:pt x="1658573" y="1341428"/>
                  </a:lnTo>
                  <a:lnTo>
                    <a:pt x="1658572" y="1341388"/>
                  </a:lnTo>
                  <a:lnTo>
                    <a:pt x="1658596" y="1341349"/>
                  </a:lnTo>
                  <a:lnTo>
                    <a:pt x="1658586" y="1341304"/>
                  </a:lnTo>
                  <a:lnTo>
                    <a:pt x="1658474" y="1341226"/>
                  </a:lnTo>
                  <a:lnTo>
                    <a:pt x="1658248" y="1341076"/>
                  </a:lnTo>
                  <a:lnTo>
                    <a:pt x="1658203" y="1341063"/>
                  </a:lnTo>
                  <a:lnTo>
                    <a:pt x="1658095" y="1341058"/>
                  </a:lnTo>
                  <a:lnTo>
                    <a:pt x="1657949" y="1341084"/>
                  </a:lnTo>
                  <a:lnTo>
                    <a:pt x="1657884" y="1341086"/>
                  </a:lnTo>
                  <a:lnTo>
                    <a:pt x="1657680" y="1341018"/>
                  </a:lnTo>
                  <a:lnTo>
                    <a:pt x="1657640" y="1340990"/>
                  </a:lnTo>
                  <a:lnTo>
                    <a:pt x="1657611" y="1340957"/>
                  </a:lnTo>
                  <a:lnTo>
                    <a:pt x="1657597" y="1340957"/>
                  </a:lnTo>
                  <a:lnTo>
                    <a:pt x="1657471" y="1340988"/>
                  </a:lnTo>
                  <a:lnTo>
                    <a:pt x="1657391" y="1341016"/>
                  </a:lnTo>
                  <a:lnTo>
                    <a:pt x="1657247" y="1341091"/>
                  </a:lnTo>
                  <a:lnTo>
                    <a:pt x="1657155" y="1341167"/>
                  </a:lnTo>
                  <a:lnTo>
                    <a:pt x="1657047" y="1341288"/>
                  </a:lnTo>
                  <a:lnTo>
                    <a:pt x="1656901" y="1341311"/>
                  </a:lnTo>
                  <a:lnTo>
                    <a:pt x="1656789" y="1341321"/>
                  </a:lnTo>
                  <a:lnTo>
                    <a:pt x="1656697" y="1341338"/>
                  </a:lnTo>
                  <a:lnTo>
                    <a:pt x="1656472" y="1341419"/>
                  </a:lnTo>
                  <a:lnTo>
                    <a:pt x="1656384" y="1341462"/>
                  </a:lnTo>
                  <a:lnTo>
                    <a:pt x="1656324" y="1341492"/>
                  </a:lnTo>
                  <a:lnTo>
                    <a:pt x="1656282" y="1341526"/>
                  </a:lnTo>
                  <a:lnTo>
                    <a:pt x="1656198" y="1341551"/>
                  </a:lnTo>
                  <a:lnTo>
                    <a:pt x="1656076" y="1341539"/>
                  </a:lnTo>
                  <a:lnTo>
                    <a:pt x="1656066" y="1341502"/>
                  </a:lnTo>
                  <a:lnTo>
                    <a:pt x="1656048" y="1341465"/>
                  </a:lnTo>
                  <a:lnTo>
                    <a:pt x="1656031" y="1341444"/>
                  </a:lnTo>
                  <a:lnTo>
                    <a:pt x="1655994" y="1341429"/>
                  </a:lnTo>
                  <a:lnTo>
                    <a:pt x="1655948" y="1341418"/>
                  </a:lnTo>
                  <a:lnTo>
                    <a:pt x="1655813" y="1341419"/>
                  </a:lnTo>
                  <a:lnTo>
                    <a:pt x="1655785" y="1341420"/>
                  </a:lnTo>
                  <a:lnTo>
                    <a:pt x="1655705" y="1341437"/>
                  </a:lnTo>
                  <a:lnTo>
                    <a:pt x="1655564" y="1341507"/>
                  </a:lnTo>
                  <a:lnTo>
                    <a:pt x="1655386" y="1341638"/>
                  </a:lnTo>
                  <a:lnTo>
                    <a:pt x="1655207" y="1341727"/>
                  </a:lnTo>
                  <a:lnTo>
                    <a:pt x="1655119" y="1341678"/>
                  </a:lnTo>
                  <a:lnTo>
                    <a:pt x="1655085" y="1341660"/>
                  </a:lnTo>
                  <a:lnTo>
                    <a:pt x="1655043" y="1341652"/>
                  </a:lnTo>
                  <a:lnTo>
                    <a:pt x="1654996" y="1341664"/>
                  </a:lnTo>
                  <a:lnTo>
                    <a:pt x="1654920" y="1341697"/>
                  </a:lnTo>
                  <a:lnTo>
                    <a:pt x="1654821" y="1341751"/>
                  </a:lnTo>
                  <a:lnTo>
                    <a:pt x="1654735" y="1341809"/>
                  </a:lnTo>
                  <a:lnTo>
                    <a:pt x="1654691" y="1341855"/>
                  </a:lnTo>
                  <a:lnTo>
                    <a:pt x="1654638" y="1341856"/>
                  </a:lnTo>
                  <a:lnTo>
                    <a:pt x="1654392" y="1341796"/>
                  </a:lnTo>
                  <a:lnTo>
                    <a:pt x="1654354" y="1341783"/>
                  </a:lnTo>
                  <a:lnTo>
                    <a:pt x="1654299" y="1341738"/>
                  </a:lnTo>
                  <a:lnTo>
                    <a:pt x="1654293" y="1341731"/>
                  </a:lnTo>
                  <a:lnTo>
                    <a:pt x="1654238" y="1341699"/>
                  </a:lnTo>
                  <a:lnTo>
                    <a:pt x="1654122" y="1341639"/>
                  </a:lnTo>
                  <a:lnTo>
                    <a:pt x="1654027" y="1341599"/>
                  </a:lnTo>
                  <a:lnTo>
                    <a:pt x="1653666" y="1341496"/>
                  </a:lnTo>
                  <a:lnTo>
                    <a:pt x="1653480" y="1341391"/>
                  </a:lnTo>
                  <a:lnTo>
                    <a:pt x="1653370" y="1341348"/>
                  </a:lnTo>
                  <a:lnTo>
                    <a:pt x="1653096" y="1341156"/>
                  </a:lnTo>
                  <a:lnTo>
                    <a:pt x="1653090" y="1341152"/>
                  </a:lnTo>
                  <a:lnTo>
                    <a:pt x="1653077" y="1341144"/>
                  </a:lnTo>
                  <a:lnTo>
                    <a:pt x="1653020" y="1341137"/>
                  </a:lnTo>
                  <a:lnTo>
                    <a:pt x="1652947" y="1341143"/>
                  </a:lnTo>
                  <a:lnTo>
                    <a:pt x="1652909" y="1341159"/>
                  </a:lnTo>
                  <a:lnTo>
                    <a:pt x="1652824" y="1341150"/>
                  </a:lnTo>
                  <a:lnTo>
                    <a:pt x="1652682" y="1341023"/>
                  </a:lnTo>
                  <a:lnTo>
                    <a:pt x="1652531" y="1340885"/>
                  </a:lnTo>
                  <a:lnTo>
                    <a:pt x="1652531" y="1340849"/>
                  </a:lnTo>
                  <a:lnTo>
                    <a:pt x="1652540" y="1340788"/>
                  </a:lnTo>
                  <a:lnTo>
                    <a:pt x="1652548" y="1340753"/>
                  </a:lnTo>
                  <a:lnTo>
                    <a:pt x="1652529" y="1340712"/>
                  </a:lnTo>
                  <a:lnTo>
                    <a:pt x="1652432" y="1340504"/>
                  </a:lnTo>
                  <a:lnTo>
                    <a:pt x="1652347" y="1340420"/>
                  </a:lnTo>
                  <a:lnTo>
                    <a:pt x="1652270" y="1340395"/>
                  </a:lnTo>
                  <a:lnTo>
                    <a:pt x="1652088" y="1340394"/>
                  </a:lnTo>
                  <a:lnTo>
                    <a:pt x="1651987" y="1340393"/>
                  </a:lnTo>
                  <a:lnTo>
                    <a:pt x="1651333" y="1340497"/>
                  </a:lnTo>
                  <a:lnTo>
                    <a:pt x="1651251" y="1340515"/>
                  </a:lnTo>
                  <a:lnTo>
                    <a:pt x="1651011" y="1340586"/>
                  </a:lnTo>
                  <a:lnTo>
                    <a:pt x="1650833" y="1340652"/>
                  </a:lnTo>
                  <a:lnTo>
                    <a:pt x="1650467" y="1340805"/>
                  </a:lnTo>
                  <a:lnTo>
                    <a:pt x="1650092" y="1341011"/>
                  </a:lnTo>
                  <a:lnTo>
                    <a:pt x="1649970" y="1341086"/>
                  </a:lnTo>
                  <a:lnTo>
                    <a:pt x="1649798" y="1341210"/>
                  </a:lnTo>
                  <a:lnTo>
                    <a:pt x="1649675" y="1341313"/>
                  </a:lnTo>
                  <a:lnTo>
                    <a:pt x="1649490" y="1341446"/>
                  </a:lnTo>
                  <a:lnTo>
                    <a:pt x="1649312" y="1341574"/>
                  </a:lnTo>
                  <a:lnTo>
                    <a:pt x="1649237" y="1341633"/>
                  </a:lnTo>
                  <a:lnTo>
                    <a:pt x="1648974" y="1341837"/>
                  </a:lnTo>
                  <a:lnTo>
                    <a:pt x="1648719" y="1342035"/>
                  </a:lnTo>
                  <a:lnTo>
                    <a:pt x="1648494" y="1342226"/>
                  </a:lnTo>
                  <a:lnTo>
                    <a:pt x="1648446" y="1342271"/>
                  </a:lnTo>
                  <a:lnTo>
                    <a:pt x="1648329" y="1342382"/>
                  </a:lnTo>
                  <a:lnTo>
                    <a:pt x="1648075" y="1342670"/>
                  </a:lnTo>
                  <a:lnTo>
                    <a:pt x="1647924" y="1342869"/>
                  </a:lnTo>
                  <a:lnTo>
                    <a:pt x="1647714" y="1343083"/>
                  </a:lnTo>
                  <a:lnTo>
                    <a:pt x="1647682" y="1343112"/>
                  </a:lnTo>
                  <a:lnTo>
                    <a:pt x="1647645" y="1343152"/>
                  </a:lnTo>
                  <a:lnTo>
                    <a:pt x="1647547" y="1343260"/>
                  </a:lnTo>
                  <a:lnTo>
                    <a:pt x="1646902" y="1344078"/>
                  </a:lnTo>
                  <a:lnTo>
                    <a:pt x="1646733" y="1344259"/>
                  </a:lnTo>
                  <a:lnTo>
                    <a:pt x="1646511" y="1344563"/>
                  </a:lnTo>
                  <a:lnTo>
                    <a:pt x="1645497" y="1345403"/>
                  </a:lnTo>
                  <a:lnTo>
                    <a:pt x="1645468" y="1345425"/>
                  </a:lnTo>
                  <a:lnTo>
                    <a:pt x="1645381" y="1345526"/>
                  </a:lnTo>
                  <a:lnTo>
                    <a:pt x="1645189" y="1345757"/>
                  </a:lnTo>
                  <a:lnTo>
                    <a:pt x="1645022" y="1345867"/>
                  </a:lnTo>
                  <a:lnTo>
                    <a:pt x="1644815" y="1345893"/>
                  </a:lnTo>
                  <a:lnTo>
                    <a:pt x="1644808" y="1345883"/>
                  </a:lnTo>
                  <a:lnTo>
                    <a:pt x="1644772" y="1345866"/>
                  </a:lnTo>
                  <a:lnTo>
                    <a:pt x="1644725" y="1345866"/>
                  </a:lnTo>
                  <a:lnTo>
                    <a:pt x="1644497" y="1345906"/>
                  </a:lnTo>
                  <a:lnTo>
                    <a:pt x="1644468" y="1345914"/>
                  </a:lnTo>
                  <a:lnTo>
                    <a:pt x="1644194" y="1346085"/>
                  </a:lnTo>
                  <a:lnTo>
                    <a:pt x="1643989" y="1346217"/>
                  </a:lnTo>
                  <a:lnTo>
                    <a:pt x="1643964" y="1346244"/>
                  </a:lnTo>
                  <a:lnTo>
                    <a:pt x="1643818" y="1346430"/>
                  </a:lnTo>
                  <a:lnTo>
                    <a:pt x="1643815" y="1346439"/>
                  </a:lnTo>
                  <a:lnTo>
                    <a:pt x="1643797" y="1346511"/>
                  </a:lnTo>
                  <a:lnTo>
                    <a:pt x="1643694" y="1346602"/>
                  </a:lnTo>
                  <a:lnTo>
                    <a:pt x="1643618" y="1346644"/>
                  </a:lnTo>
                  <a:lnTo>
                    <a:pt x="1643605" y="1346644"/>
                  </a:lnTo>
                  <a:lnTo>
                    <a:pt x="1643592" y="1346635"/>
                  </a:lnTo>
                  <a:lnTo>
                    <a:pt x="1643358" y="1346416"/>
                  </a:lnTo>
                  <a:lnTo>
                    <a:pt x="1643299" y="1346353"/>
                  </a:lnTo>
                  <a:lnTo>
                    <a:pt x="1643264" y="1346284"/>
                  </a:lnTo>
                  <a:lnTo>
                    <a:pt x="1643212" y="1346039"/>
                  </a:lnTo>
                  <a:lnTo>
                    <a:pt x="1643212" y="1346023"/>
                  </a:lnTo>
                  <a:lnTo>
                    <a:pt x="1643232" y="1345975"/>
                  </a:lnTo>
                  <a:lnTo>
                    <a:pt x="1643223" y="1345889"/>
                  </a:lnTo>
                  <a:lnTo>
                    <a:pt x="1643169" y="1345719"/>
                  </a:lnTo>
                  <a:lnTo>
                    <a:pt x="1643022" y="1345488"/>
                  </a:lnTo>
                  <a:lnTo>
                    <a:pt x="1642997" y="1345447"/>
                  </a:lnTo>
                  <a:lnTo>
                    <a:pt x="1642965" y="1345419"/>
                  </a:lnTo>
                  <a:lnTo>
                    <a:pt x="1642900" y="1345407"/>
                  </a:lnTo>
                  <a:lnTo>
                    <a:pt x="1642877" y="1345403"/>
                  </a:lnTo>
                  <a:lnTo>
                    <a:pt x="1642492" y="1345332"/>
                  </a:lnTo>
                  <a:lnTo>
                    <a:pt x="1642225" y="1345307"/>
                  </a:lnTo>
                  <a:lnTo>
                    <a:pt x="1641998" y="1345307"/>
                  </a:lnTo>
                  <a:lnTo>
                    <a:pt x="1641901" y="1345312"/>
                  </a:lnTo>
                  <a:lnTo>
                    <a:pt x="1641775" y="1345322"/>
                  </a:lnTo>
                  <a:lnTo>
                    <a:pt x="1641631" y="1345341"/>
                  </a:lnTo>
                  <a:lnTo>
                    <a:pt x="1641526" y="1345355"/>
                  </a:lnTo>
                  <a:lnTo>
                    <a:pt x="1641434" y="1345371"/>
                  </a:lnTo>
                  <a:lnTo>
                    <a:pt x="1640884" y="1345590"/>
                  </a:lnTo>
                  <a:lnTo>
                    <a:pt x="1640864" y="1345587"/>
                  </a:lnTo>
                  <a:lnTo>
                    <a:pt x="1640772" y="1345613"/>
                  </a:lnTo>
                  <a:lnTo>
                    <a:pt x="1640562" y="1345725"/>
                  </a:lnTo>
                  <a:lnTo>
                    <a:pt x="1640419" y="1345838"/>
                  </a:lnTo>
                  <a:lnTo>
                    <a:pt x="1640355" y="1345893"/>
                  </a:lnTo>
                  <a:lnTo>
                    <a:pt x="1640270" y="1345955"/>
                  </a:lnTo>
                  <a:lnTo>
                    <a:pt x="1640189" y="1345998"/>
                  </a:lnTo>
                  <a:lnTo>
                    <a:pt x="1640008" y="1346076"/>
                  </a:lnTo>
                  <a:lnTo>
                    <a:pt x="1639998" y="1346080"/>
                  </a:lnTo>
                  <a:lnTo>
                    <a:pt x="1639849" y="1346024"/>
                  </a:lnTo>
                  <a:lnTo>
                    <a:pt x="1639721" y="1345963"/>
                  </a:lnTo>
                  <a:lnTo>
                    <a:pt x="1639674" y="1345964"/>
                  </a:lnTo>
                  <a:lnTo>
                    <a:pt x="1639494" y="1346064"/>
                  </a:lnTo>
                  <a:lnTo>
                    <a:pt x="1639293" y="1346187"/>
                  </a:lnTo>
                  <a:lnTo>
                    <a:pt x="1638977" y="1346479"/>
                  </a:lnTo>
                  <a:lnTo>
                    <a:pt x="1638873" y="1346585"/>
                  </a:lnTo>
                  <a:lnTo>
                    <a:pt x="1638612" y="1346896"/>
                  </a:lnTo>
                  <a:lnTo>
                    <a:pt x="1638548" y="1346983"/>
                  </a:lnTo>
                  <a:lnTo>
                    <a:pt x="1638397" y="1347218"/>
                  </a:lnTo>
                  <a:lnTo>
                    <a:pt x="1638344" y="1347268"/>
                  </a:lnTo>
                  <a:lnTo>
                    <a:pt x="1638204" y="1347397"/>
                  </a:lnTo>
                  <a:lnTo>
                    <a:pt x="1638179" y="1347404"/>
                  </a:lnTo>
                  <a:lnTo>
                    <a:pt x="1637950" y="1347369"/>
                  </a:lnTo>
                  <a:lnTo>
                    <a:pt x="1637893" y="1347289"/>
                  </a:lnTo>
                  <a:lnTo>
                    <a:pt x="1637873" y="1347253"/>
                  </a:lnTo>
                  <a:lnTo>
                    <a:pt x="1638007" y="1347034"/>
                  </a:lnTo>
                  <a:lnTo>
                    <a:pt x="1638209" y="1346995"/>
                  </a:lnTo>
                  <a:lnTo>
                    <a:pt x="1638252" y="1346934"/>
                  </a:lnTo>
                  <a:lnTo>
                    <a:pt x="1638216" y="1346888"/>
                  </a:lnTo>
                  <a:lnTo>
                    <a:pt x="1638190" y="1346855"/>
                  </a:lnTo>
                  <a:lnTo>
                    <a:pt x="1637971" y="1346872"/>
                  </a:lnTo>
                  <a:lnTo>
                    <a:pt x="1637891" y="1346927"/>
                  </a:lnTo>
                  <a:lnTo>
                    <a:pt x="1637862" y="1346973"/>
                  </a:lnTo>
                  <a:lnTo>
                    <a:pt x="1637864" y="1347023"/>
                  </a:lnTo>
                  <a:lnTo>
                    <a:pt x="1637781" y="1347050"/>
                  </a:lnTo>
                  <a:lnTo>
                    <a:pt x="1637663" y="1347031"/>
                  </a:lnTo>
                  <a:lnTo>
                    <a:pt x="1637591" y="1347031"/>
                  </a:lnTo>
                  <a:lnTo>
                    <a:pt x="1637548" y="1347035"/>
                  </a:lnTo>
                  <a:lnTo>
                    <a:pt x="1637408" y="1347059"/>
                  </a:lnTo>
                  <a:lnTo>
                    <a:pt x="1637237" y="1347108"/>
                  </a:lnTo>
                  <a:lnTo>
                    <a:pt x="1637079" y="1347180"/>
                  </a:lnTo>
                  <a:lnTo>
                    <a:pt x="1636920" y="1347266"/>
                  </a:lnTo>
                  <a:lnTo>
                    <a:pt x="1636761" y="1347371"/>
                  </a:lnTo>
                  <a:lnTo>
                    <a:pt x="1636574" y="1347514"/>
                  </a:lnTo>
                  <a:lnTo>
                    <a:pt x="1636454" y="1347626"/>
                  </a:lnTo>
                  <a:lnTo>
                    <a:pt x="1636352" y="1347722"/>
                  </a:lnTo>
                  <a:lnTo>
                    <a:pt x="1636246" y="1347846"/>
                  </a:lnTo>
                  <a:lnTo>
                    <a:pt x="1636236" y="1347878"/>
                  </a:lnTo>
                  <a:lnTo>
                    <a:pt x="1636150" y="1347865"/>
                  </a:lnTo>
                  <a:lnTo>
                    <a:pt x="1635971" y="1347802"/>
                  </a:lnTo>
                  <a:lnTo>
                    <a:pt x="1635933" y="1347776"/>
                  </a:lnTo>
                  <a:lnTo>
                    <a:pt x="1635901" y="1347744"/>
                  </a:lnTo>
                  <a:lnTo>
                    <a:pt x="1635907" y="1347731"/>
                  </a:lnTo>
                  <a:lnTo>
                    <a:pt x="1635903" y="1347654"/>
                  </a:lnTo>
                  <a:lnTo>
                    <a:pt x="1635892" y="1347640"/>
                  </a:lnTo>
                  <a:lnTo>
                    <a:pt x="1635751" y="1347535"/>
                  </a:lnTo>
                  <a:lnTo>
                    <a:pt x="1635642" y="1347518"/>
                  </a:lnTo>
                  <a:lnTo>
                    <a:pt x="1635560" y="1347513"/>
                  </a:lnTo>
                  <a:lnTo>
                    <a:pt x="1635476" y="1347524"/>
                  </a:lnTo>
                  <a:lnTo>
                    <a:pt x="1635312" y="1347588"/>
                  </a:lnTo>
                  <a:lnTo>
                    <a:pt x="1635170" y="1347667"/>
                  </a:lnTo>
                  <a:lnTo>
                    <a:pt x="1634828" y="1347913"/>
                  </a:lnTo>
                  <a:lnTo>
                    <a:pt x="1634573" y="1348104"/>
                  </a:lnTo>
                  <a:lnTo>
                    <a:pt x="1634424" y="1348231"/>
                  </a:lnTo>
                  <a:lnTo>
                    <a:pt x="1634276" y="1348373"/>
                  </a:lnTo>
                  <a:lnTo>
                    <a:pt x="1634186" y="1348469"/>
                  </a:lnTo>
                  <a:lnTo>
                    <a:pt x="1634025" y="1348646"/>
                  </a:lnTo>
                  <a:lnTo>
                    <a:pt x="1633610" y="1349194"/>
                  </a:lnTo>
                  <a:lnTo>
                    <a:pt x="1633426" y="1349428"/>
                  </a:lnTo>
                  <a:lnTo>
                    <a:pt x="1632981" y="1349996"/>
                  </a:lnTo>
                  <a:lnTo>
                    <a:pt x="1632956" y="1350016"/>
                  </a:lnTo>
                  <a:lnTo>
                    <a:pt x="1632847" y="1350070"/>
                  </a:lnTo>
                  <a:lnTo>
                    <a:pt x="1632834" y="1350076"/>
                  </a:lnTo>
                  <a:lnTo>
                    <a:pt x="1632702" y="1349989"/>
                  </a:lnTo>
                  <a:lnTo>
                    <a:pt x="1632546" y="1349913"/>
                  </a:lnTo>
                  <a:lnTo>
                    <a:pt x="1632371" y="1349812"/>
                  </a:lnTo>
                  <a:lnTo>
                    <a:pt x="1632237" y="1349674"/>
                  </a:lnTo>
                  <a:lnTo>
                    <a:pt x="1632214" y="1349622"/>
                  </a:lnTo>
                  <a:lnTo>
                    <a:pt x="1632038" y="1349192"/>
                  </a:lnTo>
                  <a:lnTo>
                    <a:pt x="1632033" y="1349172"/>
                  </a:lnTo>
                  <a:lnTo>
                    <a:pt x="1632038" y="1349164"/>
                  </a:lnTo>
                  <a:lnTo>
                    <a:pt x="1632136" y="1349146"/>
                  </a:lnTo>
                  <a:lnTo>
                    <a:pt x="1632183" y="1349150"/>
                  </a:lnTo>
                  <a:lnTo>
                    <a:pt x="1632213" y="1349153"/>
                  </a:lnTo>
                  <a:lnTo>
                    <a:pt x="1632278" y="1349019"/>
                  </a:lnTo>
                  <a:lnTo>
                    <a:pt x="1632318" y="1348876"/>
                  </a:lnTo>
                  <a:lnTo>
                    <a:pt x="1632317" y="1348843"/>
                  </a:lnTo>
                  <a:lnTo>
                    <a:pt x="1632302" y="1348750"/>
                  </a:lnTo>
                  <a:lnTo>
                    <a:pt x="1632219" y="1348444"/>
                  </a:lnTo>
                  <a:lnTo>
                    <a:pt x="1632208" y="1348060"/>
                  </a:lnTo>
                  <a:lnTo>
                    <a:pt x="1632225" y="1348055"/>
                  </a:lnTo>
                  <a:lnTo>
                    <a:pt x="1632278" y="1348019"/>
                  </a:lnTo>
                  <a:lnTo>
                    <a:pt x="1632328" y="1347956"/>
                  </a:lnTo>
                  <a:lnTo>
                    <a:pt x="1632338" y="1347885"/>
                  </a:lnTo>
                  <a:lnTo>
                    <a:pt x="1632325" y="1347748"/>
                  </a:lnTo>
                  <a:lnTo>
                    <a:pt x="1632314" y="1347713"/>
                  </a:lnTo>
                  <a:lnTo>
                    <a:pt x="1632281" y="1347653"/>
                  </a:lnTo>
                  <a:lnTo>
                    <a:pt x="1632182" y="1347530"/>
                  </a:lnTo>
                  <a:lnTo>
                    <a:pt x="1632053" y="1347318"/>
                  </a:lnTo>
                  <a:lnTo>
                    <a:pt x="1631973" y="1347042"/>
                  </a:lnTo>
                  <a:lnTo>
                    <a:pt x="1632004" y="1347026"/>
                  </a:lnTo>
                  <a:lnTo>
                    <a:pt x="1632033" y="1347001"/>
                  </a:lnTo>
                  <a:lnTo>
                    <a:pt x="1632051" y="1346968"/>
                  </a:lnTo>
                  <a:lnTo>
                    <a:pt x="1632055" y="1346932"/>
                  </a:lnTo>
                  <a:lnTo>
                    <a:pt x="1632050" y="1346901"/>
                  </a:lnTo>
                  <a:lnTo>
                    <a:pt x="1632030" y="1346853"/>
                  </a:lnTo>
                  <a:lnTo>
                    <a:pt x="1631996" y="1346800"/>
                  </a:lnTo>
                  <a:lnTo>
                    <a:pt x="1631971" y="1346771"/>
                  </a:lnTo>
                  <a:lnTo>
                    <a:pt x="1631905" y="1346718"/>
                  </a:lnTo>
                  <a:lnTo>
                    <a:pt x="1631904" y="1346706"/>
                  </a:lnTo>
                  <a:lnTo>
                    <a:pt x="1631994" y="1346585"/>
                  </a:lnTo>
                  <a:lnTo>
                    <a:pt x="1632012" y="1346571"/>
                  </a:lnTo>
                  <a:lnTo>
                    <a:pt x="1632081" y="1346560"/>
                  </a:lnTo>
                  <a:lnTo>
                    <a:pt x="1632105" y="1346574"/>
                  </a:lnTo>
                  <a:lnTo>
                    <a:pt x="1632166" y="1346634"/>
                  </a:lnTo>
                  <a:lnTo>
                    <a:pt x="1632217" y="1346703"/>
                  </a:lnTo>
                  <a:lnTo>
                    <a:pt x="1632242" y="1346759"/>
                  </a:lnTo>
                  <a:lnTo>
                    <a:pt x="1632272" y="1346799"/>
                  </a:lnTo>
                  <a:lnTo>
                    <a:pt x="1632336" y="1346805"/>
                  </a:lnTo>
                  <a:lnTo>
                    <a:pt x="1632412" y="1346784"/>
                  </a:lnTo>
                  <a:lnTo>
                    <a:pt x="1632439" y="1346789"/>
                  </a:lnTo>
                  <a:lnTo>
                    <a:pt x="1632491" y="1346827"/>
                  </a:lnTo>
                  <a:lnTo>
                    <a:pt x="1632545" y="1346924"/>
                  </a:lnTo>
                  <a:lnTo>
                    <a:pt x="1632584" y="1347050"/>
                  </a:lnTo>
                  <a:lnTo>
                    <a:pt x="1632660" y="1347230"/>
                  </a:lnTo>
                  <a:lnTo>
                    <a:pt x="1632669" y="1347236"/>
                  </a:lnTo>
                  <a:lnTo>
                    <a:pt x="1632683" y="1347227"/>
                  </a:lnTo>
                  <a:lnTo>
                    <a:pt x="1632869" y="1347106"/>
                  </a:lnTo>
                  <a:lnTo>
                    <a:pt x="1632869" y="1347099"/>
                  </a:lnTo>
                  <a:lnTo>
                    <a:pt x="1632861" y="1347076"/>
                  </a:lnTo>
                  <a:lnTo>
                    <a:pt x="1632611" y="1346651"/>
                  </a:lnTo>
                  <a:lnTo>
                    <a:pt x="1632593" y="1346633"/>
                  </a:lnTo>
                  <a:lnTo>
                    <a:pt x="1632429" y="1346606"/>
                  </a:lnTo>
                  <a:lnTo>
                    <a:pt x="1632319" y="1346581"/>
                  </a:lnTo>
                  <a:lnTo>
                    <a:pt x="1632245" y="1346565"/>
                  </a:lnTo>
                  <a:lnTo>
                    <a:pt x="1632228" y="1346558"/>
                  </a:lnTo>
                  <a:lnTo>
                    <a:pt x="1632271" y="1346470"/>
                  </a:lnTo>
                  <a:lnTo>
                    <a:pt x="1632216" y="1346426"/>
                  </a:lnTo>
                  <a:lnTo>
                    <a:pt x="1632052" y="1346353"/>
                  </a:lnTo>
                  <a:lnTo>
                    <a:pt x="1632002" y="1346341"/>
                  </a:lnTo>
                  <a:lnTo>
                    <a:pt x="1631936" y="1346344"/>
                  </a:lnTo>
                  <a:lnTo>
                    <a:pt x="1631906" y="1346353"/>
                  </a:lnTo>
                  <a:lnTo>
                    <a:pt x="1631859" y="1346412"/>
                  </a:lnTo>
                  <a:lnTo>
                    <a:pt x="1631826" y="1346464"/>
                  </a:lnTo>
                  <a:lnTo>
                    <a:pt x="1631777" y="1346458"/>
                  </a:lnTo>
                  <a:lnTo>
                    <a:pt x="1631501" y="1346286"/>
                  </a:lnTo>
                  <a:lnTo>
                    <a:pt x="1631228" y="1346040"/>
                  </a:lnTo>
                  <a:lnTo>
                    <a:pt x="1631150" y="1345956"/>
                  </a:lnTo>
                  <a:lnTo>
                    <a:pt x="1631138" y="1345874"/>
                  </a:lnTo>
                  <a:lnTo>
                    <a:pt x="1631126" y="1345798"/>
                  </a:lnTo>
                  <a:lnTo>
                    <a:pt x="1631120" y="1345784"/>
                  </a:lnTo>
                  <a:lnTo>
                    <a:pt x="1631096" y="1345763"/>
                  </a:lnTo>
                  <a:lnTo>
                    <a:pt x="1630588" y="1345520"/>
                  </a:lnTo>
                  <a:lnTo>
                    <a:pt x="1630331" y="1345419"/>
                  </a:lnTo>
                  <a:lnTo>
                    <a:pt x="1630026" y="1345344"/>
                  </a:lnTo>
                  <a:lnTo>
                    <a:pt x="1629387" y="1345247"/>
                  </a:lnTo>
                  <a:lnTo>
                    <a:pt x="1629312" y="1345241"/>
                  </a:lnTo>
                  <a:lnTo>
                    <a:pt x="1629052" y="1345235"/>
                  </a:lnTo>
                  <a:lnTo>
                    <a:pt x="1628597" y="1345257"/>
                  </a:lnTo>
                  <a:lnTo>
                    <a:pt x="1628335" y="1345277"/>
                  </a:lnTo>
                  <a:lnTo>
                    <a:pt x="1628325" y="1345286"/>
                  </a:lnTo>
                  <a:lnTo>
                    <a:pt x="1628322" y="1345301"/>
                  </a:lnTo>
                  <a:lnTo>
                    <a:pt x="1628295" y="1345315"/>
                  </a:lnTo>
                  <a:lnTo>
                    <a:pt x="1628247" y="1345243"/>
                  </a:lnTo>
                  <a:lnTo>
                    <a:pt x="1628233" y="1345193"/>
                  </a:lnTo>
                  <a:lnTo>
                    <a:pt x="1628242" y="1345108"/>
                  </a:lnTo>
                  <a:lnTo>
                    <a:pt x="1628253" y="1345050"/>
                  </a:lnTo>
                  <a:lnTo>
                    <a:pt x="1628257" y="1345039"/>
                  </a:lnTo>
                  <a:lnTo>
                    <a:pt x="1628305" y="1344973"/>
                  </a:lnTo>
                  <a:lnTo>
                    <a:pt x="1628347" y="1344936"/>
                  </a:lnTo>
                  <a:lnTo>
                    <a:pt x="1628357" y="1344876"/>
                  </a:lnTo>
                  <a:lnTo>
                    <a:pt x="1628382" y="1344527"/>
                  </a:lnTo>
                  <a:lnTo>
                    <a:pt x="1628357" y="1344422"/>
                  </a:lnTo>
                  <a:lnTo>
                    <a:pt x="1628314" y="1344341"/>
                  </a:lnTo>
                  <a:lnTo>
                    <a:pt x="1628227" y="1344245"/>
                  </a:lnTo>
                  <a:lnTo>
                    <a:pt x="1628176" y="1344204"/>
                  </a:lnTo>
                  <a:lnTo>
                    <a:pt x="1628079" y="1344163"/>
                  </a:lnTo>
                  <a:lnTo>
                    <a:pt x="1627965" y="1344131"/>
                  </a:lnTo>
                  <a:lnTo>
                    <a:pt x="1627772" y="1344103"/>
                  </a:lnTo>
                  <a:lnTo>
                    <a:pt x="1627459" y="1344096"/>
                  </a:lnTo>
                  <a:lnTo>
                    <a:pt x="1627311" y="1344104"/>
                  </a:lnTo>
                  <a:lnTo>
                    <a:pt x="1626905" y="1344148"/>
                  </a:lnTo>
                  <a:lnTo>
                    <a:pt x="1626766" y="1344164"/>
                  </a:lnTo>
                  <a:lnTo>
                    <a:pt x="1626575" y="1344209"/>
                  </a:lnTo>
                  <a:lnTo>
                    <a:pt x="1626319" y="1344282"/>
                  </a:lnTo>
                  <a:lnTo>
                    <a:pt x="1625838" y="1344452"/>
                  </a:lnTo>
                  <a:lnTo>
                    <a:pt x="1625726" y="1344502"/>
                  </a:lnTo>
                  <a:lnTo>
                    <a:pt x="1625354" y="1344669"/>
                  </a:lnTo>
                  <a:lnTo>
                    <a:pt x="1625166" y="1344763"/>
                  </a:lnTo>
                  <a:lnTo>
                    <a:pt x="1625096" y="1344791"/>
                  </a:lnTo>
                  <a:lnTo>
                    <a:pt x="1625060" y="1344792"/>
                  </a:lnTo>
                  <a:lnTo>
                    <a:pt x="1625056" y="1344785"/>
                  </a:lnTo>
                  <a:lnTo>
                    <a:pt x="1625057" y="1344746"/>
                  </a:lnTo>
                  <a:lnTo>
                    <a:pt x="1625082" y="1344712"/>
                  </a:lnTo>
                  <a:lnTo>
                    <a:pt x="1625101" y="1344669"/>
                  </a:lnTo>
                  <a:lnTo>
                    <a:pt x="1625030" y="1344657"/>
                  </a:lnTo>
                  <a:lnTo>
                    <a:pt x="1624984" y="1344650"/>
                  </a:lnTo>
                  <a:lnTo>
                    <a:pt x="1624960" y="1344646"/>
                  </a:lnTo>
                  <a:lnTo>
                    <a:pt x="1624845" y="1344628"/>
                  </a:lnTo>
                  <a:lnTo>
                    <a:pt x="1624744" y="1344715"/>
                  </a:lnTo>
                  <a:lnTo>
                    <a:pt x="1624639" y="1344846"/>
                  </a:lnTo>
                  <a:lnTo>
                    <a:pt x="1624607" y="1344911"/>
                  </a:lnTo>
                  <a:lnTo>
                    <a:pt x="1624590" y="1344960"/>
                  </a:lnTo>
                  <a:lnTo>
                    <a:pt x="1624596" y="1345052"/>
                  </a:lnTo>
                  <a:lnTo>
                    <a:pt x="1624609" y="1345129"/>
                  </a:lnTo>
                  <a:lnTo>
                    <a:pt x="1624589" y="1345180"/>
                  </a:lnTo>
                  <a:lnTo>
                    <a:pt x="1624566" y="1345201"/>
                  </a:lnTo>
                  <a:lnTo>
                    <a:pt x="1624527" y="1345219"/>
                  </a:lnTo>
                  <a:lnTo>
                    <a:pt x="1624433" y="1345243"/>
                  </a:lnTo>
                  <a:lnTo>
                    <a:pt x="1624296" y="1345310"/>
                  </a:lnTo>
                  <a:lnTo>
                    <a:pt x="1624203" y="1345377"/>
                  </a:lnTo>
                  <a:lnTo>
                    <a:pt x="1624039" y="1345512"/>
                  </a:lnTo>
                  <a:lnTo>
                    <a:pt x="1623702" y="1345810"/>
                  </a:lnTo>
                  <a:lnTo>
                    <a:pt x="1623481" y="1346041"/>
                  </a:lnTo>
                  <a:lnTo>
                    <a:pt x="1623406" y="1346130"/>
                  </a:lnTo>
                  <a:lnTo>
                    <a:pt x="1623097" y="1346517"/>
                  </a:lnTo>
                  <a:lnTo>
                    <a:pt x="1622931" y="1346740"/>
                  </a:lnTo>
                  <a:lnTo>
                    <a:pt x="1622879" y="1346892"/>
                  </a:lnTo>
                  <a:lnTo>
                    <a:pt x="1622876" y="1346934"/>
                  </a:lnTo>
                  <a:lnTo>
                    <a:pt x="1622890" y="1346957"/>
                  </a:lnTo>
                  <a:lnTo>
                    <a:pt x="1622912" y="1346970"/>
                  </a:lnTo>
                  <a:lnTo>
                    <a:pt x="1622966" y="1347023"/>
                  </a:lnTo>
                  <a:lnTo>
                    <a:pt x="1622983" y="1347075"/>
                  </a:lnTo>
                  <a:lnTo>
                    <a:pt x="1622988" y="1347087"/>
                  </a:lnTo>
                  <a:lnTo>
                    <a:pt x="1622986" y="1347103"/>
                  </a:lnTo>
                  <a:lnTo>
                    <a:pt x="1622739" y="1347479"/>
                  </a:lnTo>
                  <a:lnTo>
                    <a:pt x="1622566" y="1347659"/>
                  </a:lnTo>
                  <a:lnTo>
                    <a:pt x="1622442" y="1347723"/>
                  </a:lnTo>
                  <a:lnTo>
                    <a:pt x="1622410" y="1347721"/>
                  </a:lnTo>
                  <a:lnTo>
                    <a:pt x="1622390" y="1347733"/>
                  </a:lnTo>
                  <a:lnTo>
                    <a:pt x="1622364" y="1347767"/>
                  </a:lnTo>
                  <a:lnTo>
                    <a:pt x="1622259" y="1347978"/>
                  </a:lnTo>
                  <a:lnTo>
                    <a:pt x="1622199" y="1348224"/>
                  </a:lnTo>
                  <a:lnTo>
                    <a:pt x="1622178" y="1348353"/>
                  </a:lnTo>
                  <a:lnTo>
                    <a:pt x="1622184" y="1348363"/>
                  </a:lnTo>
                  <a:lnTo>
                    <a:pt x="1622195" y="1348423"/>
                  </a:lnTo>
                  <a:lnTo>
                    <a:pt x="1622185" y="1348442"/>
                  </a:lnTo>
                  <a:lnTo>
                    <a:pt x="1622137" y="1348463"/>
                  </a:lnTo>
                  <a:lnTo>
                    <a:pt x="1622064" y="1348447"/>
                  </a:lnTo>
                  <a:lnTo>
                    <a:pt x="1622054" y="1348444"/>
                  </a:lnTo>
                  <a:lnTo>
                    <a:pt x="1622013" y="1348416"/>
                  </a:lnTo>
                  <a:lnTo>
                    <a:pt x="1621973" y="1348375"/>
                  </a:lnTo>
                  <a:lnTo>
                    <a:pt x="1621951" y="1348378"/>
                  </a:lnTo>
                  <a:lnTo>
                    <a:pt x="1621909" y="1348401"/>
                  </a:lnTo>
                  <a:lnTo>
                    <a:pt x="1621654" y="1348686"/>
                  </a:lnTo>
                  <a:lnTo>
                    <a:pt x="1621648" y="1348693"/>
                  </a:lnTo>
                  <a:lnTo>
                    <a:pt x="1621624" y="1348761"/>
                  </a:lnTo>
                  <a:lnTo>
                    <a:pt x="1621627" y="1348851"/>
                  </a:lnTo>
                  <a:lnTo>
                    <a:pt x="1621741" y="1348831"/>
                  </a:lnTo>
                  <a:lnTo>
                    <a:pt x="1621817" y="1348842"/>
                  </a:lnTo>
                  <a:lnTo>
                    <a:pt x="1621819" y="1348847"/>
                  </a:lnTo>
                  <a:lnTo>
                    <a:pt x="1621867" y="1348959"/>
                  </a:lnTo>
                  <a:lnTo>
                    <a:pt x="1621789" y="1349230"/>
                  </a:lnTo>
                  <a:lnTo>
                    <a:pt x="1621596" y="1349481"/>
                  </a:lnTo>
                  <a:lnTo>
                    <a:pt x="1621543" y="1349507"/>
                  </a:lnTo>
                  <a:lnTo>
                    <a:pt x="1621482" y="1349528"/>
                  </a:lnTo>
                  <a:lnTo>
                    <a:pt x="1621492" y="1349548"/>
                  </a:lnTo>
                  <a:lnTo>
                    <a:pt x="1621508" y="1349577"/>
                  </a:lnTo>
                  <a:lnTo>
                    <a:pt x="1621691" y="1349912"/>
                  </a:lnTo>
                  <a:lnTo>
                    <a:pt x="1621893" y="1350282"/>
                  </a:lnTo>
                  <a:lnTo>
                    <a:pt x="1621965" y="1350556"/>
                  </a:lnTo>
                  <a:lnTo>
                    <a:pt x="1622059" y="1350884"/>
                  </a:lnTo>
                  <a:lnTo>
                    <a:pt x="1622153" y="1351049"/>
                  </a:lnTo>
                  <a:lnTo>
                    <a:pt x="1622306" y="1351202"/>
                  </a:lnTo>
                  <a:lnTo>
                    <a:pt x="1622377" y="1351257"/>
                  </a:lnTo>
                  <a:lnTo>
                    <a:pt x="1622483" y="1351177"/>
                  </a:lnTo>
                  <a:lnTo>
                    <a:pt x="1622512" y="1351139"/>
                  </a:lnTo>
                  <a:lnTo>
                    <a:pt x="1622689" y="1350819"/>
                  </a:lnTo>
                  <a:lnTo>
                    <a:pt x="1622743" y="1350720"/>
                  </a:lnTo>
                  <a:lnTo>
                    <a:pt x="1622825" y="1350568"/>
                  </a:lnTo>
                  <a:lnTo>
                    <a:pt x="1623075" y="1350092"/>
                  </a:lnTo>
                  <a:lnTo>
                    <a:pt x="1623005" y="1350010"/>
                  </a:lnTo>
                  <a:lnTo>
                    <a:pt x="1622985" y="1349999"/>
                  </a:lnTo>
                  <a:lnTo>
                    <a:pt x="1622954" y="1349990"/>
                  </a:lnTo>
                  <a:lnTo>
                    <a:pt x="1622840" y="1349963"/>
                  </a:lnTo>
                  <a:lnTo>
                    <a:pt x="1622818" y="1349963"/>
                  </a:lnTo>
                  <a:lnTo>
                    <a:pt x="1622803" y="1349972"/>
                  </a:lnTo>
                  <a:lnTo>
                    <a:pt x="1622788" y="1349968"/>
                  </a:lnTo>
                  <a:lnTo>
                    <a:pt x="1622750" y="1349918"/>
                  </a:lnTo>
                  <a:lnTo>
                    <a:pt x="1622750" y="1349862"/>
                  </a:lnTo>
                  <a:lnTo>
                    <a:pt x="1622795" y="1349744"/>
                  </a:lnTo>
                  <a:lnTo>
                    <a:pt x="1622910" y="1349503"/>
                  </a:lnTo>
                  <a:lnTo>
                    <a:pt x="1622949" y="1349482"/>
                  </a:lnTo>
                  <a:lnTo>
                    <a:pt x="1622985" y="1349507"/>
                  </a:lnTo>
                  <a:lnTo>
                    <a:pt x="1623007" y="1349559"/>
                  </a:lnTo>
                  <a:lnTo>
                    <a:pt x="1623040" y="1349593"/>
                  </a:lnTo>
                  <a:lnTo>
                    <a:pt x="1623170" y="1349655"/>
                  </a:lnTo>
                  <a:lnTo>
                    <a:pt x="1623544" y="1349905"/>
                  </a:lnTo>
                  <a:lnTo>
                    <a:pt x="1623733" y="1350000"/>
                  </a:lnTo>
                  <a:lnTo>
                    <a:pt x="1623806" y="1350020"/>
                  </a:lnTo>
                  <a:lnTo>
                    <a:pt x="1623872" y="1350018"/>
                  </a:lnTo>
                  <a:lnTo>
                    <a:pt x="1623898" y="1350009"/>
                  </a:lnTo>
                  <a:lnTo>
                    <a:pt x="1623975" y="1349964"/>
                  </a:lnTo>
                  <a:lnTo>
                    <a:pt x="1624007" y="1349908"/>
                  </a:lnTo>
                  <a:lnTo>
                    <a:pt x="1624015" y="1349881"/>
                  </a:lnTo>
                  <a:lnTo>
                    <a:pt x="1624133" y="1349755"/>
                  </a:lnTo>
                  <a:lnTo>
                    <a:pt x="1624155" y="1349732"/>
                  </a:lnTo>
                  <a:lnTo>
                    <a:pt x="1624378" y="1349571"/>
                  </a:lnTo>
                  <a:lnTo>
                    <a:pt x="1624412" y="1349488"/>
                  </a:lnTo>
                  <a:lnTo>
                    <a:pt x="1624436" y="1349481"/>
                  </a:lnTo>
                  <a:lnTo>
                    <a:pt x="1624448" y="1349485"/>
                  </a:lnTo>
                  <a:lnTo>
                    <a:pt x="1624532" y="1349572"/>
                  </a:lnTo>
                  <a:lnTo>
                    <a:pt x="1624550" y="1349598"/>
                  </a:lnTo>
                  <a:lnTo>
                    <a:pt x="1624550" y="1349614"/>
                  </a:lnTo>
                  <a:lnTo>
                    <a:pt x="1624498" y="1349692"/>
                  </a:lnTo>
                  <a:lnTo>
                    <a:pt x="1624453" y="1349859"/>
                  </a:lnTo>
                  <a:lnTo>
                    <a:pt x="1624436" y="1349926"/>
                  </a:lnTo>
                  <a:lnTo>
                    <a:pt x="1624444" y="1349978"/>
                  </a:lnTo>
                  <a:lnTo>
                    <a:pt x="1624458" y="1349999"/>
                  </a:lnTo>
                  <a:lnTo>
                    <a:pt x="1624471" y="1350002"/>
                  </a:lnTo>
                  <a:lnTo>
                    <a:pt x="1624488" y="1349990"/>
                  </a:lnTo>
                  <a:lnTo>
                    <a:pt x="1624512" y="1349996"/>
                  </a:lnTo>
                  <a:lnTo>
                    <a:pt x="1624552" y="1350043"/>
                  </a:lnTo>
                  <a:lnTo>
                    <a:pt x="1624559" y="1350079"/>
                  </a:lnTo>
                  <a:lnTo>
                    <a:pt x="1624553" y="1350176"/>
                  </a:lnTo>
                  <a:lnTo>
                    <a:pt x="1624538" y="1350234"/>
                  </a:lnTo>
                  <a:lnTo>
                    <a:pt x="1624511" y="1350274"/>
                  </a:lnTo>
                  <a:lnTo>
                    <a:pt x="1624476" y="1350299"/>
                  </a:lnTo>
                  <a:lnTo>
                    <a:pt x="1624393" y="1350348"/>
                  </a:lnTo>
                  <a:lnTo>
                    <a:pt x="1623982" y="1350406"/>
                  </a:lnTo>
                  <a:lnTo>
                    <a:pt x="1623894" y="1350477"/>
                  </a:lnTo>
                  <a:lnTo>
                    <a:pt x="1623723" y="1350663"/>
                  </a:lnTo>
                  <a:lnTo>
                    <a:pt x="1623435" y="1350947"/>
                  </a:lnTo>
                  <a:lnTo>
                    <a:pt x="1623427" y="1350959"/>
                  </a:lnTo>
                  <a:lnTo>
                    <a:pt x="1623298" y="1351153"/>
                  </a:lnTo>
                  <a:lnTo>
                    <a:pt x="1623147" y="1351381"/>
                  </a:lnTo>
                  <a:lnTo>
                    <a:pt x="1623070" y="1351497"/>
                  </a:lnTo>
                  <a:lnTo>
                    <a:pt x="1622979" y="1351697"/>
                  </a:lnTo>
                  <a:lnTo>
                    <a:pt x="1622933" y="1351841"/>
                  </a:lnTo>
                  <a:lnTo>
                    <a:pt x="1622889" y="1352045"/>
                  </a:lnTo>
                  <a:lnTo>
                    <a:pt x="1622874" y="1352152"/>
                  </a:lnTo>
                  <a:lnTo>
                    <a:pt x="1622904" y="1352486"/>
                  </a:lnTo>
                  <a:lnTo>
                    <a:pt x="1622913" y="1352510"/>
                  </a:lnTo>
                  <a:lnTo>
                    <a:pt x="1622943" y="1352553"/>
                  </a:lnTo>
                  <a:lnTo>
                    <a:pt x="1623216" y="1352783"/>
                  </a:lnTo>
                  <a:lnTo>
                    <a:pt x="1623353" y="1352878"/>
                  </a:lnTo>
                  <a:lnTo>
                    <a:pt x="1623405" y="1352911"/>
                  </a:lnTo>
                  <a:lnTo>
                    <a:pt x="1623588" y="1353001"/>
                  </a:lnTo>
                  <a:lnTo>
                    <a:pt x="1623621" y="1353036"/>
                  </a:lnTo>
                  <a:lnTo>
                    <a:pt x="1623651" y="1353077"/>
                  </a:lnTo>
                  <a:lnTo>
                    <a:pt x="1623653" y="1353095"/>
                  </a:lnTo>
                  <a:lnTo>
                    <a:pt x="1623641" y="1353111"/>
                  </a:lnTo>
                  <a:lnTo>
                    <a:pt x="1623613" y="1353139"/>
                  </a:lnTo>
                  <a:lnTo>
                    <a:pt x="1623542" y="1353191"/>
                  </a:lnTo>
                  <a:lnTo>
                    <a:pt x="1623466" y="1353231"/>
                  </a:lnTo>
                  <a:lnTo>
                    <a:pt x="1623451" y="1353221"/>
                  </a:lnTo>
                  <a:lnTo>
                    <a:pt x="1623416" y="1353213"/>
                  </a:lnTo>
                  <a:lnTo>
                    <a:pt x="1623387" y="1353206"/>
                  </a:lnTo>
                  <a:lnTo>
                    <a:pt x="1623355" y="1353214"/>
                  </a:lnTo>
                  <a:lnTo>
                    <a:pt x="1623293" y="1353275"/>
                  </a:lnTo>
                  <a:lnTo>
                    <a:pt x="1623249" y="1353352"/>
                  </a:lnTo>
                  <a:lnTo>
                    <a:pt x="1623237" y="1353412"/>
                  </a:lnTo>
                  <a:lnTo>
                    <a:pt x="1623230" y="1353530"/>
                  </a:lnTo>
                  <a:lnTo>
                    <a:pt x="1623235" y="1353574"/>
                  </a:lnTo>
                  <a:lnTo>
                    <a:pt x="1623250" y="1353618"/>
                  </a:lnTo>
                  <a:lnTo>
                    <a:pt x="1623272" y="1353636"/>
                  </a:lnTo>
                  <a:lnTo>
                    <a:pt x="1623373" y="1353676"/>
                  </a:lnTo>
                  <a:lnTo>
                    <a:pt x="1623403" y="1353687"/>
                  </a:lnTo>
                  <a:lnTo>
                    <a:pt x="1623374" y="1353897"/>
                  </a:lnTo>
                  <a:lnTo>
                    <a:pt x="1623359" y="1353907"/>
                  </a:lnTo>
                  <a:lnTo>
                    <a:pt x="1623295" y="1353848"/>
                  </a:lnTo>
                  <a:lnTo>
                    <a:pt x="1623248" y="1353793"/>
                  </a:lnTo>
                  <a:lnTo>
                    <a:pt x="1623071" y="1353633"/>
                  </a:lnTo>
                  <a:lnTo>
                    <a:pt x="1622962" y="1353523"/>
                  </a:lnTo>
                  <a:lnTo>
                    <a:pt x="1622937" y="1353333"/>
                  </a:lnTo>
                  <a:lnTo>
                    <a:pt x="1622923" y="1353297"/>
                  </a:lnTo>
                  <a:lnTo>
                    <a:pt x="1622886" y="1353249"/>
                  </a:lnTo>
                  <a:lnTo>
                    <a:pt x="1622785" y="1353171"/>
                  </a:lnTo>
                  <a:lnTo>
                    <a:pt x="1622731" y="1353147"/>
                  </a:lnTo>
                  <a:lnTo>
                    <a:pt x="1622553" y="1353109"/>
                  </a:lnTo>
                  <a:lnTo>
                    <a:pt x="1622470" y="1353105"/>
                  </a:lnTo>
                  <a:lnTo>
                    <a:pt x="1622363" y="1353110"/>
                  </a:lnTo>
                  <a:lnTo>
                    <a:pt x="1622121" y="1353198"/>
                  </a:lnTo>
                  <a:lnTo>
                    <a:pt x="1622079" y="1353219"/>
                  </a:lnTo>
                  <a:lnTo>
                    <a:pt x="1621911" y="1353121"/>
                  </a:lnTo>
                  <a:lnTo>
                    <a:pt x="1621906" y="1353080"/>
                  </a:lnTo>
                  <a:lnTo>
                    <a:pt x="1621844" y="1353006"/>
                  </a:lnTo>
                  <a:lnTo>
                    <a:pt x="1621815" y="1352985"/>
                  </a:lnTo>
                  <a:lnTo>
                    <a:pt x="1621761" y="1352961"/>
                  </a:lnTo>
                  <a:lnTo>
                    <a:pt x="1621726" y="1352958"/>
                  </a:lnTo>
                  <a:lnTo>
                    <a:pt x="1621705" y="1352966"/>
                  </a:lnTo>
                  <a:lnTo>
                    <a:pt x="1621701" y="1352994"/>
                  </a:lnTo>
                  <a:lnTo>
                    <a:pt x="1621677" y="1353007"/>
                  </a:lnTo>
                  <a:lnTo>
                    <a:pt x="1621624" y="1353009"/>
                  </a:lnTo>
                  <a:lnTo>
                    <a:pt x="1621509" y="1352975"/>
                  </a:lnTo>
                  <a:lnTo>
                    <a:pt x="1621401" y="1352885"/>
                  </a:lnTo>
                  <a:lnTo>
                    <a:pt x="1621335" y="1352806"/>
                  </a:lnTo>
                  <a:lnTo>
                    <a:pt x="1621327" y="1352789"/>
                  </a:lnTo>
                  <a:lnTo>
                    <a:pt x="1621256" y="1352586"/>
                  </a:lnTo>
                  <a:lnTo>
                    <a:pt x="1621271" y="1352524"/>
                  </a:lnTo>
                  <a:lnTo>
                    <a:pt x="1621268" y="1352514"/>
                  </a:lnTo>
                  <a:lnTo>
                    <a:pt x="1621216" y="1352473"/>
                  </a:lnTo>
                  <a:lnTo>
                    <a:pt x="1621166" y="1352452"/>
                  </a:lnTo>
                  <a:lnTo>
                    <a:pt x="1621118" y="1352444"/>
                  </a:lnTo>
                  <a:lnTo>
                    <a:pt x="1620912" y="1352437"/>
                  </a:lnTo>
                  <a:lnTo>
                    <a:pt x="1620839" y="1352437"/>
                  </a:lnTo>
                  <a:lnTo>
                    <a:pt x="1620720" y="1352448"/>
                  </a:lnTo>
                  <a:lnTo>
                    <a:pt x="1620688" y="1352472"/>
                  </a:lnTo>
                  <a:lnTo>
                    <a:pt x="1620679" y="1352483"/>
                  </a:lnTo>
                  <a:lnTo>
                    <a:pt x="1620620" y="1352480"/>
                  </a:lnTo>
                  <a:lnTo>
                    <a:pt x="1620446" y="1352468"/>
                  </a:lnTo>
                  <a:lnTo>
                    <a:pt x="1620402" y="1352457"/>
                  </a:lnTo>
                  <a:lnTo>
                    <a:pt x="1620394" y="1352453"/>
                  </a:lnTo>
                  <a:lnTo>
                    <a:pt x="1620344" y="1352428"/>
                  </a:lnTo>
                  <a:lnTo>
                    <a:pt x="1620284" y="1352390"/>
                  </a:lnTo>
                  <a:lnTo>
                    <a:pt x="1620148" y="1352278"/>
                  </a:lnTo>
                  <a:lnTo>
                    <a:pt x="1620112" y="1352232"/>
                  </a:lnTo>
                  <a:lnTo>
                    <a:pt x="1619823" y="1352032"/>
                  </a:lnTo>
                  <a:lnTo>
                    <a:pt x="1619663" y="1351894"/>
                  </a:lnTo>
                  <a:lnTo>
                    <a:pt x="1619445" y="1351716"/>
                  </a:lnTo>
                  <a:lnTo>
                    <a:pt x="1619217" y="1351720"/>
                  </a:lnTo>
                  <a:lnTo>
                    <a:pt x="1619117" y="1351733"/>
                  </a:lnTo>
                  <a:lnTo>
                    <a:pt x="1618822" y="1351800"/>
                  </a:lnTo>
                  <a:lnTo>
                    <a:pt x="1618626" y="1351852"/>
                  </a:lnTo>
                  <a:lnTo>
                    <a:pt x="1618374" y="1351856"/>
                  </a:lnTo>
                  <a:lnTo>
                    <a:pt x="1618250" y="1351799"/>
                  </a:lnTo>
                  <a:lnTo>
                    <a:pt x="1618238" y="1351801"/>
                  </a:lnTo>
                  <a:lnTo>
                    <a:pt x="1618095" y="1351873"/>
                  </a:lnTo>
                  <a:lnTo>
                    <a:pt x="1618034" y="1351912"/>
                  </a:lnTo>
                  <a:lnTo>
                    <a:pt x="1617962" y="1351972"/>
                  </a:lnTo>
                  <a:lnTo>
                    <a:pt x="1617800" y="1352150"/>
                  </a:lnTo>
                  <a:lnTo>
                    <a:pt x="1617718" y="1352255"/>
                  </a:lnTo>
                  <a:lnTo>
                    <a:pt x="1617675" y="1352325"/>
                  </a:lnTo>
                  <a:lnTo>
                    <a:pt x="1617631" y="1352352"/>
                  </a:lnTo>
                  <a:lnTo>
                    <a:pt x="1617379" y="1352327"/>
                  </a:lnTo>
                  <a:lnTo>
                    <a:pt x="1617052" y="1352260"/>
                  </a:lnTo>
                  <a:lnTo>
                    <a:pt x="1616845" y="1352238"/>
                  </a:lnTo>
                  <a:lnTo>
                    <a:pt x="1616538" y="1352249"/>
                  </a:lnTo>
                  <a:lnTo>
                    <a:pt x="1616205" y="1352293"/>
                  </a:lnTo>
                  <a:lnTo>
                    <a:pt x="1616149" y="1352308"/>
                  </a:lnTo>
                  <a:lnTo>
                    <a:pt x="1616136" y="1352318"/>
                  </a:lnTo>
                  <a:lnTo>
                    <a:pt x="1616108" y="1352344"/>
                  </a:lnTo>
                  <a:lnTo>
                    <a:pt x="1616082" y="1352355"/>
                  </a:lnTo>
                  <a:lnTo>
                    <a:pt x="1616033" y="1352306"/>
                  </a:lnTo>
                  <a:lnTo>
                    <a:pt x="1616019" y="1352274"/>
                  </a:lnTo>
                  <a:lnTo>
                    <a:pt x="1615936" y="1352051"/>
                  </a:lnTo>
                  <a:lnTo>
                    <a:pt x="1615924" y="1352020"/>
                  </a:lnTo>
                  <a:lnTo>
                    <a:pt x="1615916" y="1351957"/>
                  </a:lnTo>
                  <a:lnTo>
                    <a:pt x="1615880" y="1351928"/>
                  </a:lnTo>
                  <a:lnTo>
                    <a:pt x="1615512" y="1351753"/>
                  </a:lnTo>
                  <a:lnTo>
                    <a:pt x="1615420" y="1351766"/>
                  </a:lnTo>
                  <a:lnTo>
                    <a:pt x="1615402" y="1351760"/>
                  </a:lnTo>
                  <a:lnTo>
                    <a:pt x="1615360" y="1351738"/>
                  </a:lnTo>
                  <a:lnTo>
                    <a:pt x="1615262" y="1351547"/>
                  </a:lnTo>
                  <a:lnTo>
                    <a:pt x="1615227" y="1351477"/>
                  </a:lnTo>
                  <a:lnTo>
                    <a:pt x="1615179" y="1351374"/>
                  </a:lnTo>
                  <a:lnTo>
                    <a:pt x="1615142" y="1351345"/>
                  </a:lnTo>
                  <a:lnTo>
                    <a:pt x="1615076" y="1351334"/>
                  </a:lnTo>
                  <a:lnTo>
                    <a:pt x="1615050" y="1351354"/>
                  </a:lnTo>
                  <a:lnTo>
                    <a:pt x="1614996" y="1351369"/>
                  </a:lnTo>
                  <a:lnTo>
                    <a:pt x="1614936" y="1351364"/>
                  </a:lnTo>
                  <a:lnTo>
                    <a:pt x="1614921" y="1351355"/>
                  </a:lnTo>
                  <a:lnTo>
                    <a:pt x="1614827" y="1351234"/>
                  </a:lnTo>
                  <a:lnTo>
                    <a:pt x="1614737" y="1351105"/>
                  </a:lnTo>
                  <a:lnTo>
                    <a:pt x="1614642" y="1350780"/>
                  </a:lnTo>
                  <a:lnTo>
                    <a:pt x="1614571" y="1350670"/>
                  </a:lnTo>
                  <a:lnTo>
                    <a:pt x="1614474" y="1350491"/>
                  </a:lnTo>
                  <a:lnTo>
                    <a:pt x="1614458" y="1350449"/>
                  </a:lnTo>
                  <a:lnTo>
                    <a:pt x="1614459" y="1350402"/>
                  </a:lnTo>
                  <a:lnTo>
                    <a:pt x="1614469" y="1350377"/>
                  </a:lnTo>
                  <a:lnTo>
                    <a:pt x="1614553" y="1350257"/>
                  </a:lnTo>
                  <a:lnTo>
                    <a:pt x="1614634" y="1350207"/>
                  </a:lnTo>
                  <a:lnTo>
                    <a:pt x="1614694" y="1350192"/>
                  </a:lnTo>
                  <a:lnTo>
                    <a:pt x="1614707" y="1350185"/>
                  </a:lnTo>
                  <a:lnTo>
                    <a:pt x="1614750" y="1350135"/>
                  </a:lnTo>
                  <a:lnTo>
                    <a:pt x="1614805" y="1350034"/>
                  </a:lnTo>
                  <a:lnTo>
                    <a:pt x="1614835" y="1349966"/>
                  </a:lnTo>
                  <a:lnTo>
                    <a:pt x="1614833" y="1349651"/>
                  </a:lnTo>
                  <a:lnTo>
                    <a:pt x="1614791" y="1349425"/>
                  </a:lnTo>
                  <a:lnTo>
                    <a:pt x="1614808" y="1349371"/>
                  </a:lnTo>
                  <a:lnTo>
                    <a:pt x="1614832" y="1349345"/>
                  </a:lnTo>
                  <a:lnTo>
                    <a:pt x="1614888" y="1349306"/>
                  </a:lnTo>
                  <a:lnTo>
                    <a:pt x="1614902" y="1349286"/>
                  </a:lnTo>
                  <a:lnTo>
                    <a:pt x="1614928" y="1349199"/>
                  </a:lnTo>
                  <a:lnTo>
                    <a:pt x="1614948" y="1349179"/>
                  </a:lnTo>
                  <a:lnTo>
                    <a:pt x="1615012" y="1349184"/>
                  </a:lnTo>
                  <a:lnTo>
                    <a:pt x="1615058" y="1349243"/>
                  </a:lnTo>
                  <a:lnTo>
                    <a:pt x="1615060" y="1349310"/>
                  </a:lnTo>
                  <a:lnTo>
                    <a:pt x="1615099" y="1349377"/>
                  </a:lnTo>
                  <a:lnTo>
                    <a:pt x="1615146" y="1349426"/>
                  </a:lnTo>
                  <a:lnTo>
                    <a:pt x="1615279" y="1349509"/>
                  </a:lnTo>
                  <a:lnTo>
                    <a:pt x="1615640" y="1349612"/>
                  </a:lnTo>
                  <a:lnTo>
                    <a:pt x="1615931" y="1349634"/>
                  </a:lnTo>
                  <a:lnTo>
                    <a:pt x="1616106" y="1349668"/>
                  </a:lnTo>
                  <a:lnTo>
                    <a:pt x="1616223" y="1349706"/>
                  </a:lnTo>
                  <a:lnTo>
                    <a:pt x="1616261" y="1349727"/>
                  </a:lnTo>
                  <a:lnTo>
                    <a:pt x="1616586" y="1349783"/>
                  </a:lnTo>
                  <a:lnTo>
                    <a:pt x="1616671" y="1349794"/>
                  </a:lnTo>
                  <a:lnTo>
                    <a:pt x="1616706" y="1349797"/>
                  </a:lnTo>
                  <a:lnTo>
                    <a:pt x="1616975" y="1349733"/>
                  </a:lnTo>
                  <a:lnTo>
                    <a:pt x="1617083" y="1349669"/>
                  </a:lnTo>
                  <a:lnTo>
                    <a:pt x="1617170" y="1349608"/>
                  </a:lnTo>
                  <a:lnTo>
                    <a:pt x="1617249" y="1349553"/>
                  </a:lnTo>
                  <a:lnTo>
                    <a:pt x="1617444" y="1349361"/>
                  </a:lnTo>
                  <a:lnTo>
                    <a:pt x="1617652" y="1349340"/>
                  </a:lnTo>
                  <a:lnTo>
                    <a:pt x="1617931" y="1349193"/>
                  </a:lnTo>
                  <a:lnTo>
                    <a:pt x="1618079" y="1349161"/>
                  </a:lnTo>
                  <a:lnTo>
                    <a:pt x="1618003" y="1349075"/>
                  </a:lnTo>
                  <a:lnTo>
                    <a:pt x="1617911" y="1349031"/>
                  </a:lnTo>
                  <a:lnTo>
                    <a:pt x="1617859" y="1349002"/>
                  </a:lnTo>
                  <a:lnTo>
                    <a:pt x="1617809" y="1348974"/>
                  </a:lnTo>
                  <a:lnTo>
                    <a:pt x="1617699" y="1348780"/>
                  </a:lnTo>
                  <a:lnTo>
                    <a:pt x="1617655" y="1348689"/>
                  </a:lnTo>
                  <a:lnTo>
                    <a:pt x="1617588" y="1348549"/>
                  </a:lnTo>
                  <a:lnTo>
                    <a:pt x="1617422" y="1348204"/>
                  </a:lnTo>
                  <a:lnTo>
                    <a:pt x="1617368" y="1348092"/>
                  </a:lnTo>
                  <a:lnTo>
                    <a:pt x="1617323" y="1348031"/>
                  </a:lnTo>
                  <a:lnTo>
                    <a:pt x="1617277" y="1348017"/>
                  </a:lnTo>
                  <a:lnTo>
                    <a:pt x="1617213" y="1347990"/>
                  </a:lnTo>
                  <a:lnTo>
                    <a:pt x="1617104" y="1347960"/>
                  </a:lnTo>
                  <a:lnTo>
                    <a:pt x="1617062" y="1347955"/>
                  </a:lnTo>
                  <a:lnTo>
                    <a:pt x="1616731" y="1347964"/>
                  </a:lnTo>
                  <a:lnTo>
                    <a:pt x="1616665" y="1347967"/>
                  </a:lnTo>
                  <a:lnTo>
                    <a:pt x="1616606" y="1347985"/>
                  </a:lnTo>
                  <a:lnTo>
                    <a:pt x="1616557" y="1348018"/>
                  </a:lnTo>
                  <a:lnTo>
                    <a:pt x="1616321" y="1348228"/>
                  </a:lnTo>
                  <a:lnTo>
                    <a:pt x="1616238" y="1348373"/>
                  </a:lnTo>
                  <a:lnTo>
                    <a:pt x="1616120" y="1348485"/>
                  </a:lnTo>
                  <a:lnTo>
                    <a:pt x="1616055" y="1348543"/>
                  </a:lnTo>
                  <a:lnTo>
                    <a:pt x="1616031" y="1348556"/>
                  </a:lnTo>
                  <a:lnTo>
                    <a:pt x="1615990" y="1348538"/>
                  </a:lnTo>
                  <a:lnTo>
                    <a:pt x="1615980" y="1348532"/>
                  </a:lnTo>
                  <a:lnTo>
                    <a:pt x="1615927" y="1348497"/>
                  </a:lnTo>
                  <a:lnTo>
                    <a:pt x="1615920" y="1348492"/>
                  </a:lnTo>
                  <a:lnTo>
                    <a:pt x="1615816" y="1348462"/>
                  </a:lnTo>
                  <a:lnTo>
                    <a:pt x="1615748" y="1348458"/>
                  </a:lnTo>
                  <a:lnTo>
                    <a:pt x="1615632" y="1348481"/>
                  </a:lnTo>
                  <a:lnTo>
                    <a:pt x="1615606" y="1348493"/>
                  </a:lnTo>
                  <a:lnTo>
                    <a:pt x="1615599" y="1348503"/>
                  </a:lnTo>
                  <a:lnTo>
                    <a:pt x="1615574" y="1348634"/>
                  </a:lnTo>
                  <a:lnTo>
                    <a:pt x="1615569" y="1348719"/>
                  </a:lnTo>
                  <a:lnTo>
                    <a:pt x="1615585" y="1348853"/>
                  </a:lnTo>
                  <a:lnTo>
                    <a:pt x="1615620" y="1348956"/>
                  </a:lnTo>
                  <a:lnTo>
                    <a:pt x="1615619" y="1349005"/>
                  </a:lnTo>
                  <a:lnTo>
                    <a:pt x="1615599" y="1349041"/>
                  </a:lnTo>
                  <a:lnTo>
                    <a:pt x="1615578" y="1349055"/>
                  </a:lnTo>
                  <a:lnTo>
                    <a:pt x="1615318" y="1349137"/>
                  </a:lnTo>
                  <a:lnTo>
                    <a:pt x="1615282" y="1349132"/>
                  </a:lnTo>
                  <a:lnTo>
                    <a:pt x="1615252" y="1349114"/>
                  </a:lnTo>
                  <a:lnTo>
                    <a:pt x="1614900" y="1348681"/>
                  </a:lnTo>
                  <a:lnTo>
                    <a:pt x="1614879" y="1348624"/>
                  </a:lnTo>
                  <a:lnTo>
                    <a:pt x="1614810" y="1348514"/>
                  </a:lnTo>
                  <a:lnTo>
                    <a:pt x="1614794" y="1348497"/>
                  </a:lnTo>
                  <a:lnTo>
                    <a:pt x="1614730" y="1348436"/>
                  </a:lnTo>
                  <a:lnTo>
                    <a:pt x="1614492" y="1348221"/>
                  </a:lnTo>
                  <a:lnTo>
                    <a:pt x="1614389" y="1348161"/>
                  </a:lnTo>
                  <a:lnTo>
                    <a:pt x="1613830" y="1347886"/>
                  </a:lnTo>
                  <a:lnTo>
                    <a:pt x="1613728" y="1347841"/>
                  </a:lnTo>
                  <a:lnTo>
                    <a:pt x="1613443" y="1347773"/>
                  </a:lnTo>
                  <a:lnTo>
                    <a:pt x="1613307" y="1347759"/>
                  </a:lnTo>
                  <a:lnTo>
                    <a:pt x="1612981" y="1347742"/>
                  </a:lnTo>
                  <a:lnTo>
                    <a:pt x="1612748" y="1347749"/>
                  </a:lnTo>
                  <a:lnTo>
                    <a:pt x="1612307" y="1347780"/>
                  </a:lnTo>
                  <a:lnTo>
                    <a:pt x="1611854" y="1347835"/>
                  </a:lnTo>
                  <a:lnTo>
                    <a:pt x="1611806" y="1347847"/>
                  </a:lnTo>
                  <a:lnTo>
                    <a:pt x="1611692" y="1347888"/>
                  </a:lnTo>
                  <a:lnTo>
                    <a:pt x="1611616" y="1347932"/>
                  </a:lnTo>
                  <a:lnTo>
                    <a:pt x="1611552" y="1347955"/>
                  </a:lnTo>
                  <a:lnTo>
                    <a:pt x="1611255" y="1348050"/>
                  </a:lnTo>
                  <a:lnTo>
                    <a:pt x="1611041" y="1348061"/>
                  </a:lnTo>
                  <a:lnTo>
                    <a:pt x="1610739" y="1348059"/>
                  </a:lnTo>
                  <a:lnTo>
                    <a:pt x="1610585" y="1348074"/>
                  </a:lnTo>
                  <a:lnTo>
                    <a:pt x="1610445" y="1348099"/>
                  </a:lnTo>
                  <a:lnTo>
                    <a:pt x="1610391" y="1348126"/>
                  </a:lnTo>
                  <a:lnTo>
                    <a:pt x="1610311" y="1348229"/>
                  </a:lnTo>
                  <a:lnTo>
                    <a:pt x="1610286" y="1348291"/>
                  </a:lnTo>
                  <a:lnTo>
                    <a:pt x="1610250" y="1348325"/>
                  </a:lnTo>
                  <a:lnTo>
                    <a:pt x="1610245" y="1348320"/>
                  </a:lnTo>
                  <a:lnTo>
                    <a:pt x="1610176" y="1348198"/>
                  </a:lnTo>
                  <a:lnTo>
                    <a:pt x="1610167" y="1348160"/>
                  </a:lnTo>
                  <a:lnTo>
                    <a:pt x="1610168" y="1348071"/>
                  </a:lnTo>
                  <a:lnTo>
                    <a:pt x="1610202" y="1348024"/>
                  </a:lnTo>
                  <a:lnTo>
                    <a:pt x="1610243" y="1347991"/>
                  </a:lnTo>
                  <a:lnTo>
                    <a:pt x="1610257" y="1347984"/>
                  </a:lnTo>
                  <a:lnTo>
                    <a:pt x="1610301" y="1347967"/>
                  </a:lnTo>
                  <a:lnTo>
                    <a:pt x="1610368" y="1347974"/>
                  </a:lnTo>
                  <a:lnTo>
                    <a:pt x="1610442" y="1347971"/>
                  </a:lnTo>
                  <a:lnTo>
                    <a:pt x="1610480" y="1347943"/>
                  </a:lnTo>
                  <a:lnTo>
                    <a:pt x="1610498" y="1347913"/>
                  </a:lnTo>
                  <a:lnTo>
                    <a:pt x="1610517" y="1347855"/>
                  </a:lnTo>
                  <a:lnTo>
                    <a:pt x="1610512" y="1347796"/>
                  </a:lnTo>
                  <a:lnTo>
                    <a:pt x="1610439" y="1347641"/>
                  </a:lnTo>
                  <a:lnTo>
                    <a:pt x="1610392" y="1347643"/>
                  </a:lnTo>
                  <a:lnTo>
                    <a:pt x="1610363" y="1347638"/>
                  </a:lnTo>
                  <a:lnTo>
                    <a:pt x="1610336" y="1347540"/>
                  </a:lnTo>
                  <a:lnTo>
                    <a:pt x="1610329" y="1347459"/>
                  </a:lnTo>
                  <a:lnTo>
                    <a:pt x="1610338" y="1347407"/>
                  </a:lnTo>
                  <a:lnTo>
                    <a:pt x="1610372" y="1347314"/>
                  </a:lnTo>
                  <a:lnTo>
                    <a:pt x="1610625" y="1347132"/>
                  </a:lnTo>
                  <a:lnTo>
                    <a:pt x="1610693" y="1347110"/>
                  </a:lnTo>
                  <a:lnTo>
                    <a:pt x="1610742" y="1347118"/>
                  </a:lnTo>
                  <a:lnTo>
                    <a:pt x="1610970" y="1346876"/>
                  </a:lnTo>
                  <a:lnTo>
                    <a:pt x="1610977" y="1346870"/>
                  </a:lnTo>
                  <a:lnTo>
                    <a:pt x="1611017" y="1346844"/>
                  </a:lnTo>
                  <a:lnTo>
                    <a:pt x="1611023" y="1346846"/>
                  </a:lnTo>
                  <a:lnTo>
                    <a:pt x="1611621" y="1346617"/>
                  </a:lnTo>
                  <a:lnTo>
                    <a:pt x="1611683" y="1346438"/>
                  </a:lnTo>
                  <a:lnTo>
                    <a:pt x="1611690" y="1346411"/>
                  </a:lnTo>
                  <a:lnTo>
                    <a:pt x="1611688" y="1346351"/>
                  </a:lnTo>
                  <a:lnTo>
                    <a:pt x="1611695" y="1346316"/>
                  </a:lnTo>
                  <a:lnTo>
                    <a:pt x="1611698" y="1346303"/>
                  </a:lnTo>
                  <a:lnTo>
                    <a:pt x="1611717" y="1346278"/>
                  </a:lnTo>
                  <a:lnTo>
                    <a:pt x="1611816" y="1346206"/>
                  </a:lnTo>
                  <a:lnTo>
                    <a:pt x="1612168" y="1346044"/>
                  </a:lnTo>
                  <a:lnTo>
                    <a:pt x="1612219" y="1346050"/>
                  </a:lnTo>
                  <a:lnTo>
                    <a:pt x="1612267" y="1346085"/>
                  </a:lnTo>
                  <a:lnTo>
                    <a:pt x="1612276" y="1346097"/>
                  </a:lnTo>
                  <a:lnTo>
                    <a:pt x="1612293" y="1346174"/>
                  </a:lnTo>
                  <a:lnTo>
                    <a:pt x="1612335" y="1346181"/>
                  </a:lnTo>
                  <a:lnTo>
                    <a:pt x="1612350" y="1345848"/>
                  </a:lnTo>
                  <a:lnTo>
                    <a:pt x="1612351" y="1345809"/>
                  </a:lnTo>
                  <a:lnTo>
                    <a:pt x="1612375" y="1345161"/>
                  </a:lnTo>
                  <a:lnTo>
                    <a:pt x="1612380" y="1345148"/>
                  </a:lnTo>
                  <a:lnTo>
                    <a:pt x="1612439" y="1345160"/>
                  </a:lnTo>
                  <a:lnTo>
                    <a:pt x="1612701" y="1345243"/>
                  </a:lnTo>
                  <a:lnTo>
                    <a:pt x="1612738" y="1345252"/>
                  </a:lnTo>
                  <a:lnTo>
                    <a:pt x="1612754" y="1345237"/>
                  </a:lnTo>
                  <a:lnTo>
                    <a:pt x="1612759" y="1345227"/>
                  </a:lnTo>
                  <a:lnTo>
                    <a:pt x="1612780" y="1345179"/>
                  </a:lnTo>
                  <a:lnTo>
                    <a:pt x="1612944" y="1345033"/>
                  </a:lnTo>
                  <a:lnTo>
                    <a:pt x="1612987" y="1345007"/>
                  </a:lnTo>
                  <a:lnTo>
                    <a:pt x="1613053" y="1344997"/>
                  </a:lnTo>
                  <a:lnTo>
                    <a:pt x="1613096" y="1344941"/>
                  </a:lnTo>
                  <a:lnTo>
                    <a:pt x="1613125" y="1344924"/>
                  </a:lnTo>
                  <a:lnTo>
                    <a:pt x="1613359" y="1344803"/>
                  </a:lnTo>
                  <a:lnTo>
                    <a:pt x="1613403" y="1344793"/>
                  </a:lnTo>
                  <a:lnTo>
                    <a:pt x="1613582" y="1344516"/>
                  </a:lnTo>
                  <a:lnTo>
                    <a:pt x="1613608" y="1344436"/>
                  </a:lnTo>
                  <a:lnTo>
                    <a:pt x="1613620" y="1343784"/>
                  </a:lnTo>
                  <a:lnTo>
                    <a:pt x="1613615" y="1343774"/>
                  </a:lnTo>
                  <a:lnTo>
                    <a:pt x="1613610" y="1343517"/>
                  </a:lnTo>
                  <a:lnTo>
                    <a:pt x="1613606" y="1343405"/>
                  </a:lnTo>
                  <a:lnTo>
                    <a:pt x="1613575" y="1343262"/>
                  </a:lnTo>
                  <a:lnTo>
                    <a:pt x="1613563" y="1343239"/>
                  </a:lnTo>
                  <a:lnTo>
                    <a:pt x="1613625" y="1343067"/>
                  </a:lnTo>
                  <a:lnTo>
                    <a:pt x="1613638" y="1343005"/>
                  </a:lnTo>
                  <a:lnTo>
                    <a:pt x="1613660" y="1343001"/>
                  </a:lnTo>
                  <a:lnTo>
                    <a:pt x="1613752" y="1342953"/>
                  </a:lnTo>
                  <a:lnTo>
                    <a:pt x="1613805" y="1342912"/>
                  </a:lnTo>
                  <a:lnTo>
                    <a:pt x="1613841" y="1342871"/>
                  </a:lnTo>
                  <a:lnTo>
                    <a:pt x="1613877" y="1342817"/>
                  </a:lnTo>
                  <a:lnTo>
                    <a:pt x="1613981" y="1342620"/>
                  </a:lnTo>
                  <a:lnTo>
                    <a:pt x="1614019" y="1342547"/>
                  </a:lnTo>
                  <a:lnTo>
                    <a:pt x="1614001" y="1342522"/>
                  </a:lnTo>
                  <a:lnTo>
                    <a:pt x="1613998" y="1342519"/>
                  </a:lnTo>
                  <a:lnTo>
                    <a:pt x="1613983" y="1342499"/>
                  </a:lnTo>
                  <a:lnTo>
                    <a:pt x="1613921" y="1342427"/>
                  </a:lnTo>
                  <a:lnTo>
                    <a:pt x="1613910" y="1342416"/>
                  </a:lnTo>
                  <a:lnTo>
                    <a:pt x="1613901" y="1342407"/>
                  </a:lnTo>
                  <a:lnTo>
                    <a:pt x="1613891" y="1342423"/>
                  </a:lnTo>
                  <a:lnTo>
                    <a:pt x="1613888" y="1342532"/>
                  </a:lnTo>
                  <a:lnTo>
                    <a:pt x="1613827" y="1342773"/>
                  </a:lnTo>
                  <a:lnTo>
                    <a:pt x="1613804" y="1342822"/>
                  </a:lnTo>
                  <a:lnTo>
                    <a:pt x="1613777" y="1342851"/>
                  </a:lnTo>
                  <a:lnTo>
                    <a:pt x="1613739" y="1342869"/>
                  </a:lnTo>
                  <a:lnTo>
                    <a:pt x="1613466" y="1342998"/>
                  </a:lnTo>
                  <a:lnTo>
                    <a:pt x="1613457" y="1343002"/>
                  </a:lnTo>
                  <a:lnTo>
                    <a:pt x="1613404" y="1342990"/>
                  </a:lnTo>
                  <a:lnTo>
                    <a:pt x="1613399" y="1342984"/>
                  </a:lnTo>
                  <a:lnTo>
                    <a:pt x="1613390" y="1342949"/>
                  </a:lnTo>
                  <a:lnTo>
                    <a:pt x="1613341" y="1342854"/>
                  </a:lnTo>
                  <a:lnTo>
                    <a:pt x="1613268" y="1342756"/>
                  </a:lnTo>
                  <a:lnTo>
                    <a:pt x="1613260" y="1342764"/>
                  </a:lnTo>
                  <a:lnTo>
                    <a:pt x="1613250" y="1342774"/>
                  </a:lnTo>
                  <a:lnTo>
                    <a:pt x="1613233" y="1342790"/>
                  </a:lnTo>
                  <a:lnTo>
                    <a:pt x="1613182" y="1342840"/>
                  </a:lnTo>
                  <a:lnTo>
                    <a:pt x="1613161" y="1342864"/>
                  </a:lnTo>
                  <a:lnTo>
                    <a:pt x="1613147" y="1342894"/>
                  </a:lnTo>
                  <a:lnTo>
                    <a:pt x="1613142" y="1342931"/>
                  </a:lnTo>
                  <a:lnTo>
                    <a:pt x="1613162" y="1343039"/>
                  </a:lnTo>
                  <a:lnTo>
                    <a:pt x="1613234" y="1343082"/>
                  </a:lnTo>
                  <a:lnTo>
                    <a:pt x="1613317" y="1343150"/>
                  </a:lnTo>
                  <a:lnTo>
                    <a:pt x="1613361" y="1343210"/>
                  </a:lnTo>
                  <a:lnTo>
                    <a:pt x="1613368" y="1343224"/>
                  </a:lnTo>
                  <a:lnTo>
                    <a:pt x="1613436" y="1343523"/>
                  </a:lnTo>
                  <a:lnTo>
                    <a:pt x="1613437" y="1343567"/>
                  </a:lnTo>
                  <a:lnTo>
                    <a:pt x="1613421" y="1343962"/>
                  </a:lnTo>
                  <a:lnTo>
                    <a:pt x="1613338" y="1344294"/>
                  </a:lnTo>
                  <a:lnTo>
                    <a:pt x="1613337" y="1344298"/>
                  </a:lnTo>
                  <a:lnTo>
                    <a:pt x="1613325" y="1344332"/>
                  </a:lnTo>
                  <a:lnTo>
                    <a:pt x="1613315" y="1344347"/>
                  </a:lnTo>
                  <a:lnTo>
                    <a:pt x="1613312" y="1344354"/>
                  </a:lnTo>
                  <a:lnTo>
                    <a:pt x="1613287" y="1344389"/>
                  </a:lnTo>
                  <a:lnTo>
                    <a:pt x="1613146" y="1344482"/>
                  </a:lnTo>
                  <a:lnTo>
                    <a:pt x="1613073" y="1344522"/>
                  </a:lnTo>
                  <a:lnTo>
                    <a:pt x="1613034" y="1344540"/>
                  </a:lnTo>
                  <a:lnTo>
                    <a:pt x="1612795" y="1344594"/>
                  </a:lnTo>
                  <a:lnTo>
                    <a:pt x="1612708" y="1344619"/>
                  </a:lnTo>
                  <a:lnTo>
                    <a:pt x="1612640" y="1344657"/>
                  </a:lnTo>
                  <a:lnTo>
                    <a:pt x="1612580" y="1344693"/>
                  </a:lnTo>
                  <a:lnTo>
                    <a:pt x="1612410" y="1344809"/>
                  </a:lnTo>
                  <a:lnTo>
                    <a:pt x="1612235" y="1344959"/>
                  </a:lnTo>
                  <a:lnTo>
                    <a:pt x="1612100" y="1345453"/>
                  </a:lnTo>
                  <a:lnTo>
                    <a:pt x="1612117" y="1345474"/>
                  </a:lnTo>
                  <a:lnTo>
                    <a:pt x="1612117" y="1345500"/>
                  </a:lnTo>
                  <a:lnTo>
                    <a:pt x="1612114" y="1345507"/>
                  </a:lnTo>
                  <a:lnTo>
                    <a:pt x="1612113" y="1345512"/>
                  </a:lnTo>
                  <a:lnTo>
                    <a:pt x="1612019" y="1345722"/>
                  </a:lnTo>
                  <a:lnTo>
                    <a:pt x="1611883" y="1345775"/>
                  </a:lnTo>
                  <a:lnTo>
                    <a:pt x="1611822" y="1345763"/>
                  </a:lnTo>
                  <a:lnTo>
                    <a:pt x="1611797" y="1345758"/>
                  </a:lnTo>
                  <a:lnTo>
                    <a:pt x="1611745" y="1345826"/>
                  </a:lnTo>
                  <a:lnTo>
                    <a:pt x="1611639" y="1345975"/>
                  </a:lnTo>
                  <a:lnTo>
                    <a:pt x="1611623" y="1346007"/>
                  </a:lnTo>
                  <a:lnTo>
                    <a:pt x="1611530" y="1346128"/>
                  </a:lnTo>
                  <a:lnTo>
                    <a:pt x="1611484" y="1346202"/>
                  </a:lnTo>
                  <a:lnTo>
                    <a:pt x="1611408" y="1346325"/>
                  </a:lnTo>
                  <a:lnTo>
                    <a:pt x="1611303" y="1346453"/>
                  </a:lnTo>
                  <a:lnTo>
                    <a:pt x="1611247" y="1346505"/>
                  </a:lnTo>
                  <a:lnTo>
                    <a:pt x="1611088" y="1346498"/>
                  </a:lnTo>
                  <a:lnTo>
                    <a:pt x="1611004" y="1346476"/>
                  </a:lnTo>
                  <a:lnTo>
                    <a:pt x="1610934" y="1346435"/>
                  </a:lnTo>
                  <a:lnTo>
                    <a:pt x="1610931" y="1346422"/>
                  </a:lnTo>
                  <a:lnTo>
                    <a:pt x="1610937" y="1346385"/>
                  </a:lnTo>
                  <a:lnTo>
                    <a:pt x="1610933" y="1346343"/>
                  </a:lnTo>
                  <a:lnTo>
                    <a:pt x="1610928" y="1346337"/>
                  </a:lnTo>
                  <a:lnTo>
                    <a:pt x="1610521" y="1346159"/>
                  </a:lnTo>
                  <a:lnTo>
                    <a:pt x="1610280" y="1346088"/>
                  </a:lnTo>
                  <a:lnTo>
                    <a:pt x="1609983" y="1346028"/>
                  </a:lnTo>
                  <a:lnTo>
                    <a:pt x="1609684" y="1345984"/>
                  </a:lnTo>
                  <a:lnTo>
                    <a:pt x="1609611" y="1345981"/>
                  </a:lnTo>
                  <a:lnTo>
                    <a:pt x="1609579" y="1345980"/>
                  </a:lnTo>
                  <a:lnTo>
                    <a:pt x="1609546" y="1345979"/>
                  </a:lnTo>
                  <a:lnTo>
                    <a:pt x="1609525" y="1345978"/>
                  </a:lnTo>
                  <a:lnTo>
                    <a:pt x="1609509" y="1345976"/>
                  </a:lnTo>
                  <a:lnTo>
                    <a:pt x="1609468" y="1345976"/>
                  </a:lnTo>
                  <a:lnTo>
                    <a:pt x="1609449" y="1345981"/>
                  </a:lnTo>
                  <a:lnTo>
                    <a:pt x="1609446" y="1345985"/>
                  </a:lnTo>
                  <a:lnTo>
                    <a:pt x="1609444" y="1345993"/>
                  </a:lnTo>
                  <a:lnTo>
                    <a:pt x="1609440" y="1345996"/>
                  </a:lnTo>
                  <a:lnTo>
                    <a:pt x="1609385" y="1346002"/>
                  </a:lnTo>
                  <a:lnTo>
                    <a:pt x="1609335" y="1346007"/>
                  </a:lnTo>
                  <a:lnTo>
                    <a:pt x="1609271" y="1346017"/>
                  </a:lnTo>
                  <a:lnTo>
                    <a:pt x="1609261" y="1346018"/>
                  </a:lnTo>
                  <a:lnTo>
                    <a:pt x="1609189" y="1346026"/>
                  </a:lnTo>
                  <a:lnTo>
                    <a:pt x="1609171" y="1346028"/>
                  </a:lnTo>
                  <a:lnTo>
                    <a:pt x="1608992" y="1346059"/>
                  </a:lnTo>
                  <a:lnTo>
                    <a:pt x="1608930" y="1346081"/>
                  </a:lnTo>
                  <a:lnTo>
                    <a:pt x="1608892" y="1346096"/>
                  </a:lnTo>
                  <a:lnTo>
                    <a:pt x="1608834" y="1346116"/>
                  </a:lnTo>
                  <a:lnTo>
                    <a:pt x="1608797" y="1346127"/>
                  </a:lnTo>
                  <a:lnTo>
                    <a:pt x="1608752" y="1346145"/>
                  </a:lnTo>
                  <a:lnTo>
                    <a:pt x="1608630" y="1346194"/>
                  </a:lnTo>
                  <a:lnTo>
                    <a:pt x="1608533" y="1346237"/>
                  </a:lnTo>
                  <a:lnTo>
                    <a:pt x="1608219" y="1346419"/>
                  </a:lnTo>
                  <a:lnTo>
                    <a:pt x="1608208" y="1346425"/>
                  </a:lnTo>
                  <a:lnTo>
                    <a:pt x="1608084" y="1346539"/>
                  </a:lnTo>
                  <a:lnTo>
                    <a:pt x="1608035" y="1346631"/>
                  </a:lnTo>
                  <a:lnTo>
                    <a:pt x="1608018" y="1346723"/>
                  </a:lnTo>
                  <a:lnTo>
                    <a:pt x="1608021" y="1346752"/>
                  </a:lnTo>
                  <a:lnTo>
                    <a:pt x="1608026" y="1346880"/>
                  </a:lnTo>
                  <a:lnTo>
                    <a:pt x="1607924" y="1347018"/>
                  </a:lnTo>
                  <a:lnTo>
                    <a:pt x="1607866" y="1347067"/>
                  </a:lnTo>
                  <a:lnTo>
                    <a:pt x="1607823" y="1347103"/>
                  </a:lnTo>
                  <a:lnTo>
                    <a:pt x="1607769" y="1347111"/>
                  </a:lnTo>
                  <a:lnTo>
                    <a:pt x="1607762" y="1347119"/>
                  </a:lnTo>
                  <a:lnTo>
                    <a:pt x="1607749" y="1347150"/>
                  </a:lnTo>
                  <a:lnTo>
                    <a:pt x="1607711" y="1347281"/>
                  </a:lnTo>
                  <a:lnTo>
                    <a:pt x="1607713" y="1347303"/>
                  </a:lnTo>
                  <a:lnTo>
                    <a:pt x="1607803" y="1347474"/>
                  </a:lnTo>
                  <a:lnTo>
                    <a:pt x="1607903" y="1347655"/>
                  </a:lnTo>
                  <a:lnTo>
                    <a:pt x="1608234" y="1347799"/>
                  </a:lnTo>
                  <a:lnTo>
                    <a:pt x="1608247" y="1347783"/>
                  </a:lnTo>
                  <a:lnTo>
                    <a:pt x="1608281" y="1347767"/>
                  </a:lnTo>
                  <a:lnTo>
                    <a:pt x="1608398" y="1347716"/>
                  </a:lnTo>
                  <a:lnTo>
                    <a:pt x="1608414" y="1347716"/>
                  </a:lnTo>
                  <a:lnTo>
                    <a:pt x="1608441" y="1347727"/>
                  </a:lnTo>
                  <a:lnTo>
                    <a:pt x="1608575" y="1347886"/>
                  </a:lnTo>
                  <a:lnTo>
                    <a:pt x="1608602" y="1347919"/>
                  </a:lnTo>
                  <a:lnTo>
                    <a:pt x="1608621" y="1347970"/>
                  </a:lnTo>
                  <a:lnTo>
                    <a:pt x="1608666" y="1348163"/>
                  </a:lnTo>
                  <a:lnTo>
                    <a:pt x="1608667" y="1348207"/>
                  </a:lnTo>
                  <a:lnTo>
                    <a:pt x="1608468" y="1348402"/>
                  </a:lnTo>
                  <a:lnTo>
                    <a:pt x="1608275" y="1348448"/>
                  </a:lnTo>
                  <a:lnTo>
                    <a:pt x="1607998" y="1348405"/>
                  </a:lnTo>
                  <a:lnTo>
                    <a:pt x="1607979" y="1348381"/>
                  </a:lnTo>
                  <a:lnTo>
                    <a:pt x="1608014" y="1348333"/>
                  </a:lnTo>
                  <a:lnTo>
                    <a:pt x="1608067" y="1348319"/>
                  </a:lnTo>
                  <a:lnTo>
                    <a:pt x="1608086" y="1348305"/>
                  </a:lnTo>
                  <a:lnTo>
                    <a:pt x="1608151" y="1348246"/>
                  </a:lnTo>
                  <a:lnTo>
                    <a:pt x="1608106" y="1348160"/>
                  </a:lnTo>
                  <a:lnTo>
                    <a:pt x="1608002" y="1348070"/>
                  </a:lnTo>
                  <a:lnTo>
                    <a:pt x="1607966" y="1348047"/>
                  </a:lnTo>
                  <a:lnTo>
                    <a:pt x="1607896" y="1348019"/>
                  </a:lnTo>
                  <a:lnTo>
                    <a:pt x="1607795" y="1348005"/>
                  </a:lnTo>
                  <a:lnTo>
                    <a:pt x="1607682" y="1348016"/>
                  </a:lnTo>
                  <a:lnTo>
                    <a:pt x="1607542" y="1347927"/>
                  </a:lnTo>
                  <a:lnTo>
                    <a:pt x="1607415" y="1347804"/>
                  </a:lnTo>
                  <a:lnTo>
                    <a:pt x="1607386" y="1347773"/>
                  </a:lnTo>
                  <a:lnTo>
                    <a:pt x="1607333" y="1347686"/>
                  </a:lnTo>
                  <a:lnTo>
                    <a:pt x="1607304" y="1347637"/>
                  </a:lnTo>
                  <a:lnTo>
                    <a:pt x="1607300" y="1347628"/>
                  </a:lnTo>
                  <a:lnTo>
                    <a:pt x="1607271" y="1347405"/>
                  </a:lnTo>
                  <a:lnTo>
                    <a:pt x="1607262" y="1347302"/>
                  </a:lnTo>
                  <a:lnTo>
                    <a:pt x="1607288" y="1347272"/>
                  </a:lnTo>
                  <a:lnTo>
                    <a:pt x="1607342" y="1347245"/>
                  </a:lnTo>
                  <a:lnTo>
                    <a:pt x="1607371" y="1347249"/>
                  </a:lnTo>
                  <a:lnTo>
                    <a:pt x="1607422" y="1347279"/>
                  </a:lnTo>
                  <a:lnTo>
                    <a:pt x="1607452" y="1347282"/>
                  </a:lnTo>
                  <a:lnTo>
                    <a:pt x="1607470" y="1347275"/>
                  </a:lnTo>
                  <a:lnTo>
                    <a:pt x="1607480" y="1347271"/>
                  </a:lnTo>
                  <a:lnTo>
                    <a:pt x="1607580" y="1347170"/>
                  </a:lnTo>
                  <a:lnTo>
                    <a:pt x="1607578" y="1347149"/>
                  </a:lnTo>
                  <a:lnTo>
                    <a:pt x="1607551" y="1347111"/>
                  </a:lnTo>
                  <a:lnTo>
                    <a:pt x="1607279" y="1346977"/>
                  </a:lnTo>
                  <a:lnTo>
                    <a:pt x="1607090" y="1346916"/>
                  </a:lnTo>
                  <a:lnTo>
                    <a:pt x="1606910" y="1346906"/>
                  </a:lnTo>
                  <a:lnTo>
                    <a:pt x="1606784" y="1346913"/>
                  </a:lnTo>
                  <a:lnTo>
                    <a:pt x="1606587" y="1346948"/>
                  </a:lnTo>
                  <a:lnTo>
                    <a:pt x="1606278" y="1347004"/>
                  </a:lnTo>
                  <a:lnTo>
                    <a:pt x="1606115" y="1347045"/>
                  </a:lnTo>
                  <a:lnTo>
                    <a:pt x="1605883" y="1347118"/>
                  </a:lnTo>
                  <a:lnTo>
                    <a:pt x="1605832" y="1347143"/>
                  </a:lnTo>
                  <a:lnTo>
                    <a:pt x="1605549" y="1347330"/>
                  </a:lnTo>
                  <a:lnTo>
                    <a:pt x="1605292" y="1347517"/>
                  </a:lnTo>
                  <a:lnTo>
                    <a:pt x="1605229" y="1347541"/>
                  </a:lnTo>
                  <a:lnTo>
                    <a:pt x="1605109" y="1347565"/>
                  </a:lnTo>
                  <a:lnTo>
                    <a:pt x="1605036" y="1347554"/>
                  </a:lnTo>
                  <a:lnTo>
                    <a:pt x="1604927" y="1347543"/>
                  </a:lnTo>
                  <a:lnTo>
                    <a:pt x="1604699" y="1347542"/>
                  </a:lnTo>
                  <a:lnTo>
                    <a:pt x="1604643" y="1347545"/>
                  </a:lnTo>
                  <a:lnTo>
                    <a:pt x="1604513" y="1347551"/>
                  </a:lnTo>
                  <a:lnTo>
                    <a:pt x="1604350" y="1347579"/>
                  </a:lnTo>
                  <a:lnTo>
                    <a:pt x="1604092" y="1347665"/>
                  </a:lnTo>
                  <a:lnTo>
                    <a:pt x="1603737" y="1347824"/>
                  </a:lnTo>
                  <a:lnTo>
                    <a:pt x="1603491" y="1347948"/>
                  </a:lnTo>
                  <a:lnTo>
                    <a:pt x="1603433" y="1347951"/>
                  </a:lnTo>
                  <a:lnTo>
                    <a:pt x="1603410" y="1347941"/>
                  </a:lnTo>
                  <a:lnTo>
                    <a:pt x="1603436" y="1347899"/>
                  </a:lnTo>
                  <a:lnTo>
                    <a:pt x="1603373" y="1347722"/>
                  </a:lnTo>
                  <a:lnTo>
                    <a:pt x="1603316" y="1347636"/>
                  </a:lnTo>
                  <a:lnTo>
                    <a:pt x="1603281" y="1347587"/>
                  </a:lnTo>
                  <a:lnTo>
                    <a:pt x="1603277" y="1347588"/>
                  </a:lnTo>
                  <a:lnTo>
                    <a:pt x="1603257" y="1347595"/>
                  </a:lnTo>
                  <a:lnTo>
                    <a:pt x="1603227" y="1347605"/>
                  </a:lnTo>
                  <a:lnTo>
                    <a:pt x="1603260" y="1347698"/>
                  </a:lnTo>
                  <a:lnTo>
                    <a:pt x="1603261" y="1347754"/>
                  </a:lnTo>
                  <a:lnTo>
                    <a:pt x="1603276" y="1347799"/>
                  </a:lnTo>
                  <a:lnTo>
                    <a:pt x="1603296" y="1347822"/>
                  </a:lnTo>
                  <a:lnTo>
                    <a:pt x="1603301" y="1347832"/>
                  </a:lnTo>
                  <a:lnTo>
                    <a:pt x="1603296" y="1347850"/>
                  </a:lnTo>
                  <a:lnTo>
                    <a:pt x="1603266" y="1347872"/>
                  </a:lnTo>
                  <a:lnTo>
                    <a:pt x="1603236" y="1347860"/>
                  </a:lnTo>
                  <a:lnTo>
                    <a:pt x="1603158" y="1347937"/>
                  </a:lnTo>
                  <a:lnTo>
                    <a:pt x="1603128" y="1347975"/>
                  </a:lnTo>
                  <a:lnTo>
                    <a:pt x="1603100" y="1348056"/>
                  </a:lnTo>
                  <a:lnTo>
                    <a:pt x="1603076" y="1348113"/>
                  </a:lnTo>
                  <a:lnTo>
                    <a:pt x="1603069" y="1348143"/>
                  </a:lnTo>
                  <a:lnTo>
                    <a:pt x="1603001" y="1348468"/>
                  </a:lnTo>
                  <a:lnTo>
                    <a:pt x="1602999" y="1348507"/>
                  </a:lnTo>
                  <a:lnTo>
                    <a:pt x="1603008" y="1348579"/>
                  </a:lnTo>
                  <a:lnTo>
                    <a:pt x="1603041" y="1348897"/>
                  </a:lnTo>
                  <a:lnTo>
                    <a:pt x="1603012" y="1349128"/>
                  </a:lnTo>
                  <a:lnTo>
                    <a:pt x="1603037" y="1349362"/>
                  </a:lnTo>
                  <a:lnTo>
                    <a:pt x="1603075" y="1349509"/>
                  </a:lnTo>
                  <a:lnTo>
                    <a:pt x="1603107" y="1349568"/>
                  </a:lnTo>
                  <a:lnTo>
                    <a:pt x="1603106" y="1349580"/>
                  </a:lnTo>
                  <a:lnTo>
                    <a:pt x="1603093" y="1349594"/>
                  </a:lnTo>
                  <a:lnTo>
                    <a:pt x="1602839" y="1349685"/>
                  </a:lnTo>
                  <a:lnTo>
                    <a:pt x="1602799" y="1349691"/>
                  </a:lnTo>
                  <a:lnTo>
                    <a:pt x="1602420" y="1349751"/>
                  </a:lnTo>
                  <a:lnTo>
                    <a:pt x="1602287" y="1349874"/>
                  </a:lnTo>
                  <a:lnTo>
                    <a:pt x="1602127" y="1350041"/>
                  </a:lnTo>
                  <a:lnTo>
                    <a:pt x="1602041" y="1350172"/>
                  </a:lnTo>
                  <a:lnTo>
                    <a:pt x="1601981" y="1350364"/>
                  </a:lnTo>
                  <a:lnTo>
                    <a:pt x="1601964" y="1350452"/>
                  </a:lnTo>
                  <a:lnTo>
                    <a:pt x="1601943" y="1350593"/>
                  </a:lnTo>
                  <a:lnTo>
                    <a:pt x="1601947" y="1350622"/>
                  </a:lnTo>
                  <a:lnTo>
                    <a:pt x="1602036" y="1350698"/>
                  </a:lnTo>
                  <a:lnTo>
                    <a:pt x="1602221" y="1350770"/>
                  </a:lnTo>
                  <a:lnTo>
                    <a:pt x="1602398" y="1350807"/>
                  </a:lnTo>
                  <a:lnTo>
                    <a:pt x="1602426" y="1350821"/>
                  </a:lnTo>
                  <a:lnTo>
                    <a:pt x="1602489" y="1350875"/>
                  </a:lnTo>
                  <a:lnTo>
                    <a:pt x="1602501" y="1350898"/>
                  </a:lnTo>
                  <a:lnTo>
                    <a:pt x="1602609" y="1351146"/>
                  </a:lnTo>
                  <a:lnTo>
                    <a:pt x="1602550" y="1351224"/>
                  </a:lnTo>
                  <a:lnTo>
                    <a:pt x="1602496" y="1351278"/>
                  </a:lnTo>
                  <a:lnTo>
                    <a:pt x="1602457" y="1351335"/>
                  </a:lnTo>
                  <a:lnTo>
                    <a:pt x="1602421" y="1351440"/>
                  </a:lnTo>
                  <a:lnTo>
                    <a:pt x="1602420" y="1351536"/>
                  </a:lnTo>
                  <a:lnTo>
                    <a:pt x="1602415" y="1351558"/>
                  </a:lnTo>
                  <a:lnTo>
                    <a:pt x="1602397" y="1351590"/>
                  </a:lnTo>
                  <a:lnTo>
                    <a:pt x="1602378" y="1351596"/>
                  </a:lnTo>
                  <a:lnTo>
                    <a:pt x="1602238" y="1351623"/>
                  </a:lnTo>
                  <a:lnTo>
                    <a:pt x="1602206" y="1351623"/>
                  </a:lnTo>
                  <a:lnTo>
                    <a:pt x="1602145" y="1351617"/>
                  </a:lnTo>
                  <a:lnTo>
                    <a:pt x="1602138" y="1351616"/>
                  </a:lnTo>
                  <a:lnTo>
                    <a:pt x="1602121" y="1351615"/>
                  </a:lnTo>
                  <a:lnTo>
                    <a:pt x="1601902" y="1351625"/>
                  </a:lnTo>
                  <a:lnTo>
                    <a:pt x="1601536" y="1351619"/>
                  </a:lnTo>
                  <a:lnTo>
                    <a:pt x="1601506" y="1351627"/>
                  </a:lnTo>
                  <a:lnTo>
                    <a:pt x="1601407" y="1351696"/>
                  </a:lnTo>
                  <a:lnTo>
                    <a:pt x="1601236" y="1351838"/>
                  </a:lnTo>
                  <a:lnTo>
                    <a:pt x="1600869" y="1352150"/>
                  </a:lnTo>
                  <a:lnTo>
                    <a:pt x="1600827" y="1352200"/>
                  </a:lnTo>
                  <a:lnTo>
                    <a:pt x="1600791" y="1352268"/>
                  </a:lnTo>
                  <a:lnTo>
                    <a:pt x="1600520" y="1352393"/>
                  </a:lnTo>
                  <a:lnTo>
                    <a:pt x="1600467" y="1352397"/>
                  </a:lnTo>
                  <a:lnTo>
                    <a:pt x="1600414" y="1352396"/>
                  </a:lnTo>
                  <a:lnTo>
                    <a:pt x="1600380" y="1352363"/>
                  </a:lnTo>
                  <a:lnTo>
                    <a:pt x="1600389" y="1352324"/>
                  </a:lnTo>
                  <a:lnTo>
                    <a:pt x="1600420" y="1352275"/>
                  </a:lnTo>
                  <a:lnTo>
                    <a:pt x="1600422" y="1352254"/>
                  </a:lnTo>
                  <a:lnTo>
                    <a:pt x="1600410" y="1352151"/>
                  </a:lnTo>
                  <a:lnTo>
                    <a:pt x="1600388" y="1352110"/>
                  </a:lnTo>
                  <a:lnTo>
                    <a:pt x="1600333" y="1352069"/>
                  </a:lnTo>
                  <a:lnTo>
                    <a:pt x="1600094" y="1351958"/>
                  </a:lnTo>
                  <a:lnTo>
                    <a:pt x="1600070" y="1351947"/>
                  </a:lnTo>
                  <a:lnTo>
                    <a:pt x="1599992" y="1351967"/>
                  </a:lnTo>
                  <a:lnTo>
                    <a:pt x="1599920" y="1352004"/>
                  </a:lnTo>
                  <a:lnTo>
                    <a:pt x="1599869" y="1352015"/>
                  </a:lnTo>
                  <a:lnTo>
                    <a:pt x="1599756" y="1352015"/>
                  </a:lnTo>
                  <a:lnTo>
                    <a:pt x="1599717" y="1352004"/>
                  </a:lnTo>
                  <a:lnTo>
                    <a:pt x="1599460" y="1351559"/>
                  </a:lnTo>
                  <a:lnTo>
                    <a:pt x="1599451" y="1351538"/>
                  </a:lnTo>
                  <a:lnTo>
                    <a:pt x="1599427" y="1351353"/>
                  </a:lnTo>
                  <a:lnTo>
                    <a:pt x="1599433" y="1351019"/>
                  </a:lnTo>
                  <a:lnTo>
                    <a:pt x="1599435" y="1350993"/>
                  </a:lnTo>
                  <a:lnTo>
                    <a:pt x="1599504" y="1350737"/>
                  </a:lnTo>
                  <a:lnTo>
                    <a:pt x="1599570" y="1350542"/>
                  </a:lnTo>
                  <a:lnTo>
                    <a:pt x="1599547" y="1350277"/>
                  </a:lnTo>
                  <a:lnTo>
                    <a:pt x="1599529" y="1350219"/>
                  </a:lnTo>
                  <a:lnTo>
                    <a:pt x="1599517" y="1350177"/>
                  </a:lnTo>
                  <a:lnTo>
                    <a:pt x="1599498" y="1350113"/>
                  </a:lnTo>
                  <a:lnTo>
                    <a:pt x="1599420" y="1350061"/>
                  </a:lnTo>
                  <a:lnTo>
                    <a:pt x="1598945" y="1349711"/>
                  </a:lnTo>
                  <a:lnTo>
                    <a:pt x="1598910" y="1349655"/>
                  </a:lnTo>
                  <a:lnTo>
                    <a:pt x="1598897" y="1349627"/>
                  </a:lnTo>
                  <a:lnTo>
                    <a:pt x="1598841" y="1349605"/>
                  </a:lnTo>
                  <a:lnTo>
                    <a:pt x="1598796" y="1349598"/>
                  </a:lnTo>
                  <a:lnTo>
                    <a:pt x="1598757" y="1349592"/>
                  </a:lnTo>
                  <a:lnTo>
                    <a:pt x="1598475" y="1349565"/>
                  </a:lnTo>
                  <a:lnTo>
                    <a:pt x="1598383" y="1349592"/>
                  </a:lnTo>
                  <a:lnTo>
                    <a:pt x="1598360" y="1349634"/>
                  </a:lnTo>
                  <a:lnTo>
                    <a:pt x="1598287" y="1349670"/>
                  </a:lnTo>
                  <a:lnTo>
                    <a:pt x="1598181" y="1349687"/>
                  </a:lnTo>
                  <a:lnTo>
                    <a:pt x="1597734" y="1349723"/>
                  </a:lnTo>
                  <a:lnTo>
                    <a:pt x="1597652" y="1349729"/>
                  </a:lnTo>
                  <a:lnTo>
                    <a:pt x="1597455" y="1349600"/>
                  </a:lnTo>
                  <a:lnTo>
                    <a:pt x="1597200" y="1349413"/>
                  </a:lnTo>
                  <a:lnTo>
                    <a:pt x="1597060" y="1349167"/>
                  </a:lnTo>
                  <a:lnTo>
                    <a:pt x="1597051" y="1349137"/>
                  </a:lnTo>
                  <a:lnTo>
                    <a:pt x="1596975" y="1349079"/>
                  </a:lnTo>
                  <a:lnTo>
                    <a:pt x="1596970" y="1349080"/>
                  </a:lnTo>
                  <a:lnTo>
                    <a:pt x="1596953" y="1349080"/>
                  </a:lnTo>
                  <a:lnTo>
                    <a:pt x="1596765" y="1348922"/>
                  </a:lnTo>
                  <a:lnTo>
                    <a:pt x="1596761" y="1348920"/>
                  </a:lnTo>
                  <a:lnTo>
                    <a:pt x="1596757" y="1348919"/>
                  </a:lnTo>
                  <a:lnTo>
                    <a:pt x="1596753" y="1348919"/>
                  </a:lnTo>
                  <a:lnTo>
                    <a:pt x="1596748" y="1348920"/>
                  </a:lnTo>
                  <a:lnTo>
                    <a:pt x="1596744" y="1348922"/>
                  </a:lnTo>
                  <a:lnTo>
                    <a:pt x="1596740" y="1348926"/>
                  </a:lnTo>
                  <a:lnTo>
                    <a:pt x="1596737" y="1348930"/>
                  </a:lnTo>
                  <a:lnTo>
                    <a:pt x="1596736" y="1348935"/>
                  </a:lnTo>
                  <a:lnTo>
                    <a:pt x="1596732" y="1348977"/>
                  </a:lnTo>
                  <a:lnTo>
                    <a:pt x="1596730" y="1349001"/>
                  </a:lnTo>
                  <a:lnTo>
                    <a:pt x="1596698" y="1349160"/>
                  </a:lnTo>
                  <a:lnTo>
                    <a:pt x="1596675" y="1349202"/>
                  </a:lnTo>
                  <a:lnTo>
                    <a:pt x="1596646" y="1349240"/>
                  </a:lnTo>
                  <a:lnTo>
                    <a:pt x="1596580" y="1349261"/>
                  </a:lnTo>
                  <a:lnTo>
                    <a:pt x="1596374" y="1349281"/>
                  </a:lnTo>
                  <a:lnTo>
                    <a:pt x="1596323" y="1349284"/>
                  </a:lnTo>
                  <a:lnTo>
                    <a:pt x="1596284" y="1349296"/>
                  </a:lnTo>
                  <a:lnTo>
                    <a:pt x="1596246" y="1349309"/>
                  </a:lnTo>
                  <a:lnTo>
                    <a:pt x="1596495" y="1349587"/>
                  </a:lnTo>
                  <a:lnTo>
                    <a:pt x="1596695" y="1349761"/>
                  </a:lnTo>
                  <a:lnTo>
                    <a:pt x="1596902" y="1349921"/>
                  </a:lnTo>
                  <a:lnTo>
                    <a:pt x="1596924" y="1349941"/>
                  </a:lnTo>
                  <a:lnTo>
                    <a:pt x="1596927" y="1349951"/>
                  </a:lnTo>
                  <a:lnTo>
                    <a:pt x="1596937" y="1350027"/>
                  </a:lnTo>
                  <a:lnTo>
                    <a:pt x="1596912" y="1350234"/>
                  </a:lnTo>
                  <a:lnTo>
                    <a:pt x="1596863" y="1350342"/>
                  </a:lnTo>
                  <a:lnTo>
                    <a:pt x="1596823" y="1350380"/>
                  </a:lnTo>
                  <a:lnTo>
                    <a:pt x="1596763" y="1350412"/>
                  </a:lnTo>
                  <a:lnTo>
                    <a:pt x="1596758" y="1350429"/>
                  </a:lnTo>
                  <a:lnTo>
                    <a:pt x="1596661" y="1350596"/>
                  </a:lnTo>
                  <a:lnTo>
                    <a:pt x="1596651" y="1350629"/>
                  </a:lnTo>
                  <a:lnTo>
                    <a:pt x="1596655" y="1350652"/>
                  </a:lnTo>
                  <a:lnTo>
                    <a:pt x="1596661" y="1350653"/>
                  </a:lnTo>
                  <a:lnTo>
                    <a:pt x="1596666" y="1350652"/>
                  </a:lnTo>
                  <a:lnTo>
                    <a:pt x="1596672" y="1350649"/>
                  </a:lnTo>
                  <a:lnTo>
                    <a:pt x="1596954" y="1350608"/>
                  </a:lnTo>
                  <a:lnTo>
                    <a:pt x="1597026" y="1350639"/>
                  </a:lnTo>
                  <a:lnTo>
                    <a:pt x="1597036" y="1350646"/>
                  </a:lnTo>
                  <a:lnTo>
                    <a:pt x="1597090" y="1350706"/>
                  </a:lnTo>
                  <a:lnTo>
                    <a:pt x="1597212" y="1350841"/>
                  </a:lnTo>
                  <a:lnTo>
                    <a:pt x="1597300" y="1350993"/>
                  </a:lnTo>
                  <a:lnTo>
                    <a:pt x="1597311" y="1351011"/>
                  </a:lnTo>
                  <a:lnTo>
                    <a:pt x="1597582" y="1351066"/>
                  </a:lnTo>
                  <a:lnTo>
                    <a:pt x="1597779" y="1351024"/>
                  </a:lnTo>
                  <a:lnTo>
                    <a:pt x="1597952" y="1350901"/>
                  </a:lnTo>
                  <a:lnTo>
                    <a:pt x="1598076" y="1350807"/>
                  </a:lnTo>
                  <a:lnTo>
                    <a:pt x="1598143" y="1350779"/>
                  </a:lnTo>
                  <a:lnTo>
                    <a:pt x="1598187" y="1350798"/>
                  </a:lnTo>
                  <a:lnTo>
                    <a:pt x="1598239" y="1350829"/>
                  </a:lnTo>
                  <a:lnTo>
                    <a:pt x="1598282" y="1350864"/>
                  </a:lnTo>
                  <a:lnTo>
                    <a:pt x="1598331" y="1350946"/>
                  </a:lnTo>
                  <a:lnTo>
                    <a:pt x="1598328" y="1350998"/>
                  </a:lnTo>
                  <a:lnTo>
                    <a:pt x="1598335" y="1351028"/>
                  </a:lnTo>
                  <a:lnTo>
                    <a:pt x="1598500" y="1351207"/>
                  </a:lnTo>
                  <a:lnTo>
                    <a:pt x="1598648" y="1351283"/>
                  </a:lnTo>
                  <a:lnTo>
                    <a:pt x="1598737" y="1351293"/>
                  </a:lnTo>
                  <a:lnTo>
                    <a:pt x="1598783" y="1351310"/>
                  </a:lnTo>
                  <a:lnTo>
                    <a:pt x="1598818" y="1351337"/>
                  </a:lnTo>
                  <a:lnTo>
                    <a:pt x="1599081" y="1351535"/>
                  </a:lnTo>
                  <a:lnTo>
                    <a:pt x="1599426" y="1351757"/>
                  </a:lnTo>
                  <a:lnTo>
                    <a:pt x="1599467" y="1351788"/>
                  </a:lnTo>
                  <a:lnTo>
                    <a:pt x="1599467" y="1351808"/>
                  </a:lnTo>
                  <a:lnTo>
                    <a:pt x="1599461" y="1351928"/>
                  </a:lnTo>
                  <a:lnTo>
                    <a:pt x="1599465" y="1351946"/>
                  </a:lnTo>
                  <a:lnTo>
                    <a:pt x="1599487" y="1351993"/>
                  </a:lnTo>
                  <a:lnTo>
                    <a:pt x="1599519" y="1352034"/>
                  </a:lnTo>
                  <a:lnTo>
                    <a:pt x="1599576" y="1352089"/>
                  </a:lnTo>
                  <a:lnTo>
                    <a:pt x="1599799" y="1352164"/>
                  </a:lnTo>
                  <a:lnTo>
                    <a:pt x="1599922" y="1352151"/>
                  </a:lnTo>
                  <a:lnTo>
                    <a:pt x="1600027" y="1352182"/>
                  </a:lnTo>
                  <a:lnTo>
                    <a:pt x="1600011" y="1352437"/>
                  </a:lnTo>
                  <a:lnTo>
                    <a:pt x="1600011" y="1352449"/>
                  </a:lnTo>
                  <a:lnTo>
                    <a:pt x="1600081" y="1352615"/>
                  </a:lnTo>
                  <a:lnTo>
                    <a:pt x="1600145" y="1352796"/>
                  </a:lnTo>
                  <a:lnTo>
                    <a:pt x="1600144" y="1352813"/>
                  </a:lnTo>
                  <a:lnTo>
                    <a:pt x="1599934" y="1352956"/>
                  </a:lnTo>
                  <a:lnTo>
                    <a:pt x="1599616" y="1353189"/>
                  </a:lnTo>
                  <a:lnTo>
                    <a:pt x="1599008" y="1353733"/>
                  </a:lnTo>
                  <a:lnTo>
                    <a:pt x="1598851" y="1353927"/>
                  </a:lnTo>
                  <a:lnTo>
                    <a:pt x="1598509" y="1354352"/>
                  </a:lnTo>
                  <a:lnTo>
                    <a:pt x="1598404" y="1354530"/>
                  </a:lnTo>
                  <a:lnTo>
                    <a:pt x="1598310" y="1354713"/>
                  </a:lnTo>
                  <a:lnTo>
                    <a:pt x="1598188" y="1354971"/>
                  </a:lnTo>
                  <a:lnTo>
                    <a:pt x="1598066" y="1355199"/>
                  </a:lnTo>
                  <a:lnTo>
                    <a:pt x="1597992" y="1355309"/>
                  </a:lnTo>
                  <a:lnTo>
                    <a:pt x="1597865" y="1355542"/>
                  </a:lnTo>
                  <a:lnTo>
                    <a:pt x="1597708" y="1355846"/>
                  </a:lnTo>
                  <a:lnTo>
                    <a:pt x="1597667" y="1355954"/>
                  </a:lnTo>
                  <a:lnTo>
                    <a:pt x="1597591" y="1356207"/>
                  </a:lnTo>
                  <a:lnTo>
                    <a:pt x="1597549" y="1356419"/>
                  </a:lnTo>
                  <a:lnTo>
                    <a:pt x="1597504" y="1356685"/>
                  </a:lnTo>
                  <a:lnTo>
                    <a:pt x="1597491" y="1356888"/>
                  </a:lnTo>
                  <a:lnTo>
                    <a:pt x="1597516" y="1357229"/>
                  </a:lnTo>
                  <a:lnTo>
                    <a:pt x="1597531" y="1357274"/>
                  </a:lnTo>
                  <a:lnTo>
                    <a:pt x="1597574" y="1357346"/>
                  </a:lnTo>
                  <a:lnTo>
                    <a:pt x="1597594" y="1357347"/>
                  </a:lnTo>
                  <a:lnTo>
                    <a:pt x="1597957" y="1357488"/>
                  </a:lnTo>
                  <a:lnTo>
                    <a:pt x="1598027" y="1357609"/>
                  </a:lnTo>
                  <a:lnTo>
                    <a:pt x="1598084" y="1357684"/>
                  </a:lnTo>
                  <a:lnTo>
                    <a:pt x="1598156" y="1357767"/>
                  </a:lnTo>
                  <a:lnTo>
                    <a:pt x="1598178" y="1357817"/>
                  </a:lnTo>
                  <a:lnTo>
                    <a:pt x="1598183" y="1357846"/>
                  </a:lnTo>
                  <a:lnTo>
                    <a:pt x="1598178" y="1357945"/>
                  </a:lnTo>
                  <a:lnTo>
                    <a:pt x="1598018" y="1358180"/>
                  </a:lnTo>
                  <a:lnTo>
                    <a:pt x="1597794" y="1358347"/>
                  </a:lnTo>
                  <a:lnTo>
                    <a:pt x="1597778" y="1358356"/>
                  </a:lnTo>
                  <a:lnTo>
                    <a:pt x="1597666" y="1358381"/>
                  </a:lnTo>
                  <a:lnTo>
                    <a:pt x="1597487" y="1358305"/>
                  </a:lnTo>
                  <a:lnTo>
                    <a:pt x="1597257" y="1358234"/>
                  </a:lnTo>
                  <a:lnTo>
                    <a:pt x="1597203" y="1358246"/>
                  </a:lnTo>
                  <a:lnTo>
                    <a:pt x="1597030" y="1358363"/>
                  </a:lnTo>
                  <a:lnTo>
                    <a:pt x="1597027" y="1358372"/>
                  </a:lnTo>
                  <a:lnTo>
                    <a:pt x="1596988" y="1358494"/>
                  </a:lnTo>
                  <a:lnTo>
                    <a:pt x="1596972" y="1358565"/>
                  </a:lnTo>
                  <a:lnTo>
                    <a:pt x="1596978" y="1358596"/>
                  </a:lnTo>
                  <a:lnTo>
                    <a:pt x="1596972" y="1358620"/>
                  </a:lnTo>
                  <a:lnTo>
                    <a:pt x="1596874" y="1358705"/>
                  </a:lnTo>
                  <a:lnTo>
                    <a:pt x="1596863" y="1358700"/>
                  </a:lnTo>
                  <a:lnTo>
                    <a:pt x="1596811" y="1358669"/>
                  </a:lnTo>
                  <a:lnTo>
                    <a:pt x="1596764" y="1358597"/>
                  </a:lnTo>
                  <a:lnTo>
                    <a:pt x="1596766" y="1358293"/>
                  </a:lnTo>
                  <a:lnTo>
                    <a:pt x="1596784" y="1358224"/>
                  </a:lnTo>
                  <a:lnTo>
                    <a:pt x="1596806" y="1358203"/>
                  </a:lnTo>
                  <a:lnTo>
                    <a:pt x="1596834" y="1358197"/>
                  </a:lnTo>
                  <a:lnTo>
                    <a:pt x="1596911" y="1358209"/>
                  </a:lnTo>
                  <a:lnTo>
                    <a:pt x="1596940" y="1358200"/>
                  </a:lnTo>
                  <a:lnTo>
                    <a:pt x="1597079" y="1358084"/>
                  </a:lnTo>
                  <a:lnTo>
                    <a:pt x="1597104" y="1358035"/>
                  </a:lnTo>
                  <a:lnTo>
                    <a:pt x="1597116" y="1357965"/>
                  </a:lnTo>
                  <a:lnTo>
                    <a:pt x="1597112" y="1357916"/>
                  </a:lnTo>
                  <a:lnTo>
                    <a:pt x="1597111" y="1357910"/>
                  </a:lnTo>
                  <a:lnTo>
                    <a:pt x="1597110" y="1357905"/>
                  </a:lnTo>
                  <a:lnTo>
                    <a:pt x="1597079" y="1357786"/>
                  </a:lnTo>
                  <a:lnTo>
                    <a:pt x="1596995" y="1357657"/>
                  </a:lnTo>
                  <a:lnTo>
                    <a:pt x="1596953" y="1357616"/>
                  </a:lnTo>
                  <a:lnTo>
                    <a:pt x="1596940" y="1357589"/>
                  </a:lnTo>
                  <a:lnTo>
                    <a:pt x="1596999" y="1357510"/>
                  </a:lnTo>
                  <a:lnTo>
                    <a:pt x="1597013" y="1357503"/>
                  </a:lnTo>
                  <a:lnTo>
                    <a:pt x="1597079" y="1357409"/>
                  </a:lnTo>
                  <a:lnTo>
                    <a:pt x="1597199" y="1357241"/>
                  </a:lnTo>
                  <a:lnTo>
                    <a:pt x="1597199" y="1357199"/>
                  </a:lnTo>
                  <a:lnTo>
                    <a:pt x="1597137" y="1357011"/>
                  </a:lnTo>
                  <a:lnTo>
                    <a:pt x="1597084" y="1356888"/>
                  </a:lnTo>
                  <a:lnTo>
                    <a:pt x="1596981" y="1356739"/>
                  </a:lnTo>
                  <a:lnTo>
                    <a:pt x="1596887" y="1356640"/>
                  </a:lnTo>
                  <a:lnTo>
                    <a:pt x="1596804" y="1356572"/>
                  </a:lnTo>
                  <a:lnTo>
                    <a:pt x="1596531" y="1356397"/>
                  </a:lnTo>
                  <a:lnTo>
                    <a:pt x="1596410" y="1356343"/>
                  </a:lnTo>
                  <a:lnTo>
                    <a:pt x="1596141" y="1356239"/>
                  </a:lnTo>
                  <a:lnTo>
                    <a:pt x="1595991" y="1356194"/>
                  </a:lnTo>
                  <a:lnTo>
                    <a:pt x="1595881" y="1356171"/>
                  </a:lnTo>
                  <a:lnTo>
                    <a:pt x="1595572" y="1356139"/>
                  </a:lnTo>
                  <a:lnTo>
                    <a:pt x="1595343" y="1356135"/>
                  </a:lnTo>
                  <a:lnTo>
                    <a:pt x="1595203" y="1356133"/>
                  </a:lnTo>
                  <a:lnTo>
                    <a:pt x="1595188" y="1356133"/>
                  </a:lnTo>
                  <a:lnTo>
                    <a:pt x="1594774" y="1356184"/>
                  </a:lnTo>
                  <a:lnTo>
                    <a:pt x="1594668" y="1356203"/>
                  </a:lnTo>
                  <a:lnTo>
                    <a:pt x="1594528" y="1356238"/>
                  </a:lnTo>
                  <a:lnTo>
                    <a:pt x="1594522" y="1356245"/>
                  </a:lnTo>
                  <a:lnTo>
                    <a:pt x="1594517" y="1356251"/>
                  </a:lnTo>
                  <a:lnTo>
                    <a:pt x="1594543" y="1356310"/>
                  </a:lnTo>
                  <a:lnTo>
                    <a:pt x="1594544" y="1356396"/>
                  </a:lnTo>
                  <a:lnTo>
                    <a:pt x="1594525" y="1356455"/>
                  </a:lnTo>
                  <a:lnTo>
                    <a:pt x="1594507" y="1356472"/>
                  </a:lnTo>
                  <a:lnTo>
                    <a:pt x="1594309" y="1356426"/>
                  </a:lnTo>
                  <a:lnTo>
                    <a:pt x="1594140" y="1356485"/>
                  </a:lnTo>
                  <a:lnTo>
                    <a:pt x="1594047" y="1356530"/>
                  </a:lnTo>
                  <a:lnTo>
                    <a:pt x="1593765" y="1356638"/>
                  </a:lnTo>
                  <a:lnTo>
                    <a:pt x="1593745" y="1356644"/>
                  </a:lnTo>
                  <a:lnTo>
                    <a:pt x="1593736" y="1356634"/>
                  </a:lnTo>
                  <a:lnTo>
                    <a:pt x="1593694" y="1356593"/>
                  </a:lnTo>
                  <a:lnTo>
                    <a:pt x="1593624" y="1356474"/>
                  </a:lnTo>
                  <a:lnTo>
                    <a:pt x="1593613" y="1356367"/>
                  </a:lnTo>
                  <a:lnTo>
                    <a:pt x="1593608" y="1356360"/>
                  </a:lnTo>
                  <a:lnTo>
                    <a:pt x="1593604" y="1356355"/>
                  </a:lnTo>
                  <a:lnTo>
                    <a:pt x="1593554" y="1356333"/>
                  </a:lnTo>
                  <a:lnTo>
                    <a:pt x="1593519" y="1356326"/>
                  </a:lnTo>
                  <a:lnTo>
                    <a:pt x="1593182" y="1356266"/>
                  </a:lnTo>
                  <a:lnTo>
                    <a:pt x="1592861" y="1356344"/>
                  </a:lnTo>
                  <a:lnTo>
                    <a:pt x="1592668" y="1356412"/>
                  </a:lnTo>
                  <a:lnTo>
                    <a:pt x="1592635" y="1356431"/>
                  </a:lnTo>
                  <a:lnTo>
                    <a:pt x="1592461" y="1356389"/>
                  </a:lnTo>
                  <a:lnTo>
                    <a:pt x="1592439" y="1356375"/>
                  </a:lnTo>
                  <a:lnTo>
                    <a:pt x="1592417" y="1356369"/>
                  </a:lnTo>
                  <a:lnTo>
                    <a:pt x="1592368" y="1356370"/>
                  </a:lnTo>
                  <a:lnTo>
                    <a:pt x="1592330" y="1356378"/>
                  </a:lnTo>
                  <a:lnTo>
                    <a:pt x="1592260" y="1356411"/>
                  </a:lnTo>
                  <a:lnTo>
                    <a:pt x="1592241" y="1356422"/>
                  </a:lnTo>
                  <a:lnTo>
                    <a:pt x="1592239" y="1356431"/>
                  </a:lnTo>
                  <a:lnTo>
                    <a:pt x="1592268" y="1356495"/>
                  </a:lnTo>
                  <a:lnTo>
                    <a:pt x="1592247" y="1356534"/>
                  </a:lnTo>
                  <a:lnTo>
                    <a:pt x="1591981" y="1356729"/>
                  </a:lnTo>
                  <a:lnTo>
                    <a:pt x="1591901" y="1356734"/>
                  </a:lnTo>
                  <a:lnTo>
                    <a:pt x="1591856" y="1356722"/>
                  </a:lnTo>
                  <a:lnTo>
                    <a:pt x="1591826" y="1356704"/>
                  </a:lnTo>
                  <a:lnTo>
                    <a:pt x="1591804" y="1356650"/>
                  </a:lnTo>
                  <a:lnTo>
                    <a:pt x="1591799" y="1356577"/>
                  </a:lnTo>
                  <a:lnTo>
                    <a:pt x="1591742" y="1356306"/>
                  </a:lnTo>
                  <a:lnTo>
                    <a:pt x="1591468" y="1356214"/>
                  </a:lnTo>
                  <a:lnTo>
                    <a:pt x="1591273" y="1356084"/>
                  </a:lnTo>
                  <a:lnTo>
                    <a:pt x="1591194" y="1356021"/>
                  </a:lnTo>
                  <a:lnTo>
                    <a:pt x="1591140" y="1355905"/>
                  </a:lnTo>
                  <a:lnTo>
                    <a:pt x="1591157" y="1355864"/>
                  </a:lnTo>
                  <a:lnTo>
                    <a:pt x="1591189" y="1355824"/>
                  </a:lnTo>
                  <a:lnTo>
                    <a:pt x="1591383" y="1355617"/>
                  </a:lnTo>
                  <a:lnTo>
                    <a:pt x="1591435" y="1355428"/>
                  </a:lnTo>
                  <a:lnTo>
                    <a:pt x="1591455" y="1355228"/>
                  </a:lnTo>
                  <a:lnTo>
                    <a:pt x="1591450" y="1355178"/>
                  </a:lnTo>
                  <a:lnTo>
                    <a:pt x="1591438" y="1355059"/>
                  </a:lnTo>
                  <a:lnTo>
                    <a:pt x="1591443" y="1354982"/>
                  </a:lnTo>
                  <a:lnTo>
                    <a:pt x="1591470" y="1354850"/>
                  </a:lnTo>
                  <a:lnTo>
                    <a:pt x="1591525" y="1354763"/>
                  </a:lnTo>
                  <a:lnTo>
                    <a:pt x="1591573" y="1354687"/>
                  </a:lnTo>
                  <a:lnTo>
                    <a:pt x="1591582" y="1354667"/>
                  </a:lnTo>
                  <a:lnTo>
                    <a:pt x="1591589" y="1354583"/>
                  </a:lnTo>
                  <a:lnTo>
                    <a:pt x="1591588" y="1354502"/>
                  </a:lnTo>
                  <a:lnTo>
                    <a:pt x="1591422" y="1354262"/>
                  </a:lnTo>
                  <a:lnTo>
                    <a:pt x="1591376" y="1354218"/>
                  </a:lnTo>
                  <a:lnTo>
                    <a:pt x="1591026" y="1353942"/>
                  </a:lnTo>
                  <a:lnTo>
                    <a:pt x="1591022" y="1353791"/>
                  </a:lnTo>
                  <a:lnTo>
                    <a:pt x="1591032" y="1353661"/>
                  </a:lnTo>
                  <a:lnTo>
                    <a:pt x="1591055" y="1353626"/>
                  </a:lnTo>
                  <a:lnTo>
                    <a:pt x="1591198" y="1353348"/>
                  </a:lnTo>
                  <a:lnTo>
                    <a:pt x="1591363" y="1352946"/>
                  </a:lnTo>
                  <a:lnTo>
                    <a:pt x="1591497" y="1352802"/>
                  </a:lnTo>
                  <a:lnTo>
                    <a:pt x="1591550" y="1352745"/>
                  </a:lnTo>
                  <a:lnTo>
                    <a:pt x="1591621" y="1352658"/>
                  </a:lnTo>
                  <a:lnTo>
                    <a:pt x="1591669" y="1352582"/>
                  </a:lnTo>
                  <a:lnTo>
                    <a:pt x="1591692" y="1352532"/>
                  </a:lnTo>
                  <a:lnTo>
                    <a:pt x="1591726" y="1352422"/>
                  </a:lnTo>
                  <a:lnTo>
                    <a:pt x="1591731" y="1352321"/>
                  </a:lnTo>
                  <a:lnTo>
                    <a:pt x="1591717" y="1352234"/>
                  </a:lnTo>
                  <a:lnTo>
                    <a:pt x="1591687" y="1352137"/>
                  </a:lnTo>
                  <a:lnTo>
                    <a:pt x="1591633" y="1352030"/>
                  </a:lnTo>
                  <a:lnTo>
                    <a:pt x="1591529" y="1351864"/>
                  </a:lnTo>
                  <a:lnTo>
                    <a:pt x="1591498" y="1351816"/>
                  </a:lnTo>
                  <a:lnTo>
                    <a:pt x="1591463" y="1351781"/>
                  </a:lnTo>
                  <a:lnTo>
                    <a:pt x="1591391" y="1351747"/>
                  </a:lnTo>
                  <a:lnTo>
                    <a:pt x="1591247" y="1351520"/>
                  </a:lnTo>
                  <a:lnTo>
                    <a:pt x="1591236" y="1351475"/>
                  </a:lnTo>
                  <a:lnTo>
                    <a:pt x="1591204" y="1351258"/>
                  </a:lnTo>
                  <a:lnTo>
                    <a:pt x="1591204" y="1351240"/>
                  </a:lnTo>
                  <a:lnTo>
                    <a:pt x="1591223" y="1351206"/>
                  </a:lnTo>
                  <a:lnTo>
                    <a:pt x="1591317" y="1351135"/>
                  </a:lnTo>
                  <a:lnTo>
                    <a:pt x="1591355" y="1351085"/>
                  </a:lnTo>
                  <a:lnTo>
                    <a:pt x="1591368" y="1351040"/>
                  </a:lnTo>
                  <a:lnTo>
                    <a:pt x="1591386" y="1350963"/>
                  </a:lnTo>
                  <a:lnTo>
                    <a:pt x="1591381" y="1350901"/>
                  </a:lnTo>
                  <a:lnTo>
                    <a:pt x="1591327" y="1350813"/>
                  </a:lnTo>
                  <a:lnTo>
                    <a:pt x="1591293" y="1350518"/>
                  </a:lnTo>
                  <a:lnTo>
                    <a:pt x="1591323" y="1350285"/>
                  </a:lnTo>
                  <a:lnTo>
                    <a:pt x="1591448" y="1349979"/>
                  </a:lnTo>
                  <a:lnTo>
                    <a:pt x="1591533" y="1349869"/>
                  </a:lnTo>
                  <a:lnTo>
                    <a:pt x="1591632" y="1349771"/>
                  </a:lnTo>
                  <a:lnTo>
                    <a:pt x="1591693" y="1349718"/>
                  </a:lnTo>
                  <a:lnTo>
                    <a:pt x="1591879" y="1349483"/>
                  </a:lnTo>
                  <a:lnTo>
                    <a:pt x="1591935" y="1349425"/>
                  </a:lnTo>
                  <a:lnTo>
                    <a:pt x="1592070" y="1349321"/>
                  </a:lnTo>
                  <a:lnTo>
                    <a:pt x="1592194" y="1349265"/>
                  </a:lnTo>
                  <a:lnTo>
                    <a:pt x="1592510" y="1349180"/>
                  </a:lnTo>
                  <a:lnTo>
                    <a:pt x="1592537" y="1349180"/>
                  </a:lnTo>
                  <a:lnTo>
                    <a:pt x="1592666" y="1349203"/>
                  </a:lnTo>
                  <a:lnTo>
                    <a:pt x="1592681" y="1349197"/>
                  </a:lnTo>
                  <a:lnTo>
                    <a:pt x="1592739" y="1349153"/>
                  </a:lnTo>
                  <a:lnTo>
                    <a:pt x="1593241" y="1348578"/>
                  </a:lnTo>
                  <a:lnTo>
                    <a:pt x="1593246" y="1348566"/>
                  </a:lnTo>
                  <a:lnTo>
                    <a:pt x="1593271" y="1348543"/>
                  </a:lnTo>
                  <a:lnTo>
                    <a:pt x="1593373" y="1348498"/>
                  </a:lnTo>
                  <a:lnTo>
                    <a:pt x="1593471" y="1348496"/>
                  </a:lnTo>
                  <a:lnTo>
                    <a:pt x="1593501" y="1348504"/>
                  </a:lnTo>
                  <a:lnTo>
                    <a:pt x="1593688" y="1348530"/>
                  </a:lnTo>
                  <a:lnTo>
                    <a:pt x="1593903" y="1348497"/>
                  </a:lnTo>
                  <a:lnTo>
                    <a:pt x="1594252" y="1348320"/>
                  </a:lnTo>
                  <a:lnTo>
                    <a:pt x="1594347" y="1348256"/>
                  </a:lnTo>
                  <a:lnTo>
                    <a:pt x="1594461" y="1348138"/>
                  </a:lnTo>
                  <a:lnTo>
                    <a:pt x="1594576" y="1347956"/>
                  </a:lnTo>
                  <a:lnTo>
                    <a:pt x="1594618" y="1347769"/>
                  </a:lnTo>
                  <a:lnTo>
                    <a:pt x="1594485" y="1347692"/>
                  </a:lnTo>
                  <a:lnTo>
                    <a:pt x="1594274" y="1347517"/>
                  </a:lnTo>
                  <a:lnTo>
                    <a:pt x="1594107" y="1347318"/>
                  </a:lnTo>
                  <a:lnTo>
                    <a:pt x="1593959" y="1347167"/>
                  </a:lnTo>
                  <a:lnTo>
                    <a:pt x="1593844" y="1347055"/>
                  </a:lnTo>
                  <a:lnTo>
                    <a:pt x="1593815" y="1347028"/>
                  </a:lnTo>
                  <a:lnTo>
                    <a:pt x="1593732" y="1346694"/>
                  </a:lnTo>
                  <a:lnTo>
                    <a:pt x="1593547" y="1346622"/>
                  </a:lnTo>
                  <a:lnTo>
                    <a:pt x="1593532" y="1346594"/>
                  </a:lnTo>
                  <a:lnTo>
                    <a:pt x="1593510" y="1346473"/>
                  </a:lnTo>
                  <a:lnTo>
                    <a:pt x="1593504" y="1346404"/>
                  </a:lnTo>
                  <a:lnTo>
                    <a:pt x="1593447" y="1346283"/>
                  </a:lnTo>
                  <a:lnTo>
                    <a:pt x="1593368" y="1346285"/>
                  </a:lnTo>
                  <a:lnTo>
                    <a:pt x="1593336" y="1346309"/>
                  </a:lnTo>
                  <a:lnTo>
                    <a:pt x="1593293" y="1346380"/>
                  </a:lnTo>
                  <a:lnTo>
                    <a:pt x="1593280" y="1346382"/>
                  </a:lnTo>
                  <a:lnTo>
                    <a:pt x="1593215" y="1346321"/>
                  </a:lnTo>
                  <a:lnTo>
                    <a:pt x="1593176" y="1346255"/>
                  </a:lnTo>
                  <a:lnTo>
                    <a:pt x="1592946" y="1345858"/>
                  </a:lnTo>
                  <a:lnTo>
                    <a:pt x="1592844" y="1345798"/>
                  </a:lnTo>
                  <a:lnTo>
                    <a:pt x="1592843" y="1345803"/>
                  </a:lnTo>
                  <a:lnTo>
                    <a:pt x="1592840" y="1345825"/>
                  </a:lnTo>
                  <a:lnTo>
                    <a:pt x="1592836" y="1345849"/>
                  </a:lnTo>
                  <a:lnTo>
                    <a:pt x="1592922" y="1346056"/>
                  </a:lnTo>
                  <a:lnTo>
                    <a:pt x="1592980" y="1346048"/>
                  </a:lnTo>
                  <a:lnTo>
                    <a:pt x="1593213" y="1346504"/>
                  </a:lnTo>
                  <a:lnTo>
                    <a:pt x="1593231" y="1346591"/>
                  </a:lnTo>
                  <a:lnTo>
                    <a:pt x="1593229" y="1346603"/>
                  </a:lnTo>
                  <a:lnTo>
                    <a:pt x="1593222" y="1346623"/>
                  </a:lnTo>
                  <a:lnTo>
                    <a:pt x="1593111" y="1346736"/>
                  </a:lnTo>
                  <a:lnTo>
                    <a:pt x="1593036" y="1346772"/>
                  </a:lnTo>
                  <a:lnTo>
                    <a:pt x="1593002" y="1346772"/>
                  </a:lnTo>
                  <a:lnTo>
                    <a:pt x="1592986" y="1346748"/>
                  </a:lnTo>
                  <a:lnTo>
                    <a:pt x="1593011" y="1346712"/>
                  </a:lnTo>
                  <a:lnTo>
                    <a:pt x="1592870" y="1346320"/>
                  </a:lnTo>
                  <a:lnTo>
                    <a:pt x="1592823" y="1346235"/>
                  </a:lnTo>
                  <a:lnTo>
                    <a:pt x="1592820" y="1346229"/>
                  </a:lnTo>
                  <a:lnTo>
                    <a:pt x="1592785" y="1346181"/>
                  </a:lnTo>
                  <a:lnTo>
                    <a:pt x="1592657" y="1346101"/>
                  </a:lnTo>
                  <a:lnTo>
                    <a:pt x="1592503" y="1346069"/>
                  </a:lnTo>
                  <a:lnTo>
                    <a:pt x="1592479" y="1346112"/>
                  </a:lnTo>
                  <a:lnTo>
                    <a:pt x="1592471" y="1346126"/>
                  </a:lnTo>
                  <a:lnTo>
                    <a:pt x="1592384" y="1346278"/>
                  </a:lnTo>
                  <a:lnTo>
                    <a:pt x="1592376" y="1346302"/>
                  </a:lnTo>
                  <a:lnTo>
                    <a:pt x="1592398" y="1346410"/>
                  </a:lnTo>
                  <a:lnTo>
                    <a:pt x="1592400" y="1346423"/>
                  </a:lnTo>
                  <a:lnTo>
                    <a:pt x="1592435" y="1346424"/>
                  </a:lnTo>
                  <a:lnTo>
                    <a:pt x="1592550" y="1346381"/>
                  </a:lnTo>
                  <a:lnTo>
                    <a:pt x="1592609" y="1346460"/>
                  </a:lnTo>
                  <a:lnTo>
                    <a:pt x="1592686" y="1346632"/>
                  </a:lnTo>
                  <a:lnTo>
                    <a:pt x="1592688" y="1346651"/>
                  </a:lnTo>
                  <a:lnTo>
                    <a:pt x="1592689" y="1346818"/>
                  </a:lnTo>
                  <a:lnTo>
                    <a:pt x="1592692" y="1347113"/>
                  </a:lnTo>
                  <a:lnTo>
                    <a:pt x="1592711" y="1347266"/>
                  </a:lnTo>
                  <a:lnTo>
                    <a:pt x="1592712" y="1347296"/>
                  </a:lnTo>
                  <a:lnTo>
                    <a:pt x="1592640" y="1347588"/>
                  </a:lnTo>
                  <a:lnTo>
                    <a:pt x="1592635" y="1347599"/>
                  </a:lnTo>
                  <a:lnTo>
                    <a:pt x="1592580" y="1347668"/>
                  </a:lnTo>
                  <a:lnTo>
                    <a:pt x="1592518" y="1347700"/>
                  </a:lnTo>
                  <a:lnTo>
                    <a:pt x="1592423" y="1348010"/>
                  </a:lnTo>
                  <a:lnTo>
                    <a:pt x="1592382" y="1348057"/>
                  </a:lnTo>
                  <a:lnTo>
                    <a:pt x="1592267" y="1348123"/>
                  </a:lnTo>
                  <a:lnTo>
                    <a:pt x="1592235" y="1348123"/>
                  </a:lnTo>
                  <a:lnTo>
                    <a:pt x="1592199" y="1348083"/>
                  </a:lnTo>
                  <a:lnTo>
                    <a:pt x="1592126" y="1348063"/>
                  </a:lnTo>
                  <a:lnTo>
                    <a:pt x="1591795" y="1348205"/>
                  </a:lnTo>
                  <a:lnTo>
                    <a:pt x="1591645" y="1348329"/>
                  </a:lnTo>
                  <a:lnTo>
                    <a:pt x="1591508" y="1348477"/>
                  </a:lnTo>
                  <a:lnTo>
                    <a:pt x="1591162" y="1348490"/>
                  </a:lnTo>
                  <a:lnTo>
                    <a:pt x="1591135" y="1348483"/>
                  </a:lnTo>
                  <a:lnTo>
                    <a:pt x="1591120" y="1348469"/>
                  </a:lnTo>
                  <a:lnTo>
                    <a:pt x="1591048" y="1348402"/>
                  </a:lnTo>
                  <a:lnTo>
                    <a:pt x="1591016" y="1348326"/>
                  </a:lnTo>
                  <a:lnTo>
                    <a:pt x="1591015" y="1348313"/>
                  </a:lnTo>
                  <a:lnTo>
                    <a:pt x="1590972" y="1348274"/>
                  </a:lnTo>
                  <a:lnTo>
                    <a:pt x="1590913" y="1348240"/>
                  </a:lnTo>
                  <a:lnTo>
                    <a:pt x="1590773" y="1348181"/>
                  </a:lnTo>
                  <a:lnTo>
                    <a:pt x="1590753" y="1348176"/>
                  </a:lnTo>
                  <a:lnTo>
                    <a:pt x="1590719" y="1348183"/>
                  </a:lnTo>
                  <a:lnTo>
                    <a:pt x="1590644" y="1348184"/>
                  </a:lnTo>
                  <a:lnTo>
                    <a:pt x="1590579" y="1348068"/>
                  </a:lnTo>
                  <a:lnTo>
                    <a:pt x="1590652" y="1347910"/>
                  </a:lnTo>
                  <a:lnTo>
                    <a:pt x="1590664" y="1347779"/>
                  </a:lnTo>
                  <a:lnTo>
                    <a:pt x="1590662" y="1347757"/>
                  </a:lnTo>
                  <a:lnTo>
                    <a:pt x="1590647" y="1347741"/>
                  </a:lnTo>
                  <a:lnTo>
                    <a:pt x="1590468" y="1347588"/>
                  </a:lnTo>
                  <a:lnTo>
                    <a:pt x="1590406" y="1347551"/>
                  </a:lnTo>
                  <a:lnTo>
                    <a:pt x="1590344" y="1347542"/>
                  </a:lnTo>
                  <a:lnTo>
                    <a:pt x="1590257" y="1347572"/>
                  </a:lnTo>
                  <a:lnTo>
                    <a:pt x="1590204" y="1347598"/>
                  </a:lnTo>
                  <a:lnTo>
                    <a:pt x="1590176" y="1347628"/>
                  </a:lnTo>
                  <a:lnTo>
                    <a:pt x="1590164" y="1347656"/>
                  </a:lnTo>
                  <a:lnTo>
                    <a:pt x="1590171" y="1347742"/>
                  </a:lnTo>
                  <a:lnTo>
                    <a:pt x="1590212" y="1347822"/>
                  </a:lnTo>
                  <a:lnTo>
                    <a:pt x="1590212" y="1347830"/>
                  </a:lnTo>
                  <a:lnTo>
                    <a:pt x="1590212" y="1347897"/>
                  </a:lnTo>
                  <a:lnTo>
                    <a:pt x="1590211" y="1347907"/>
                  </a:lnTo>
                  <a:lnTo>
                    <a:pt x="1590161" y="1347931"/>
                  </a:lnTo>
                  <a:lnTo>
                    <a:pt x="1590147" y="1347930"/>
                  </a:lnTo>
                  <a:lnTo>
                    <a:pt x="1590071" y="1347868"/>
                  </a:lnTo>
                  <a:lnTo>
                    <a:pt x="1590061" y="1347850"/>
                  </a:lnTo>
                  <a:lnTo>
                    <a:pt x="1590061" y="1347822"/>
                  </a:lnTo>
                  <a:lnTo>
                    <a:pt x="1590046" y="1347807"/>
                  </a:lnTo>
                  <a:lnTo>
                    <a:pt x="1590015" y="1347794"/>
                  </a:lnTo>
                  <a:lnTo>
                    <a:pt x="1589877" y="1347787"/>
                  </a:lnTo>
                  <a:lnTo>
                    <a:pt x="1589846" y="1347786"/>
                  </a:lnTo>
                  <a:lnTo>
                    <a:pt x="1589826" y="1347785"/>
                  </a:lnTo>
                  <a:lnTo>
                    <a:pt x="1589495" y="1347807"/>
                  </a:lnTo>
                  <a:lnTo>
                    <a:pt x="1589358" y="1347838"/>
                  </a:lnTo>
                  <a:lnTo>
                    <a:pt x="1589328" y="1347850"/>
                  </a:lnTo>
                  <a:lnTo>
                    <a:pt x="1589255" y="1347899"/>
                  </a:lnTo>
                  <a:lnTo>
                    <a:pt x="1589219" y="1347934"/>
                  </a:lnTo>
                  <a:lnTo>
                    <a:pt x="1589203" y="1347982"/>
                  </a:lnTo>
                  <a:lnTo>
                    <a:pt x="1589200" y="1348026"/>
                  </a:lnTo>
                  <a:lnTo>
                    <a:pt x="1589257" y="1348266"/>
                  </a:lnTo>
                  <a:lnTo>
                    <a:pt x="1589302" y="1348318"/>
                  </a:lnTo>
                  <a:lnTo>
                    <a:pt x="1589287" y="1348366"/>
                  </a:lnTo>
                  <a:lnTo>
                    <a:pt x="1589126" y="1348479"/>
                  </a:lnTo>
                  <a:lnTo>
                    <a:pt x="1589050" y="1348515"/>
                  </a:lnTo>
                  <a:lnTo>
                    <a:pt x="1589002" y="1348495"/>
                  </a:lnTo>
                  <a:lnTo>
                    <a:pt x="1588943" y="1348466"/>
                  </a:lnTo>
                  <a:lnTo>
                    <a:pt x="1588920" y="1348441"/>
                  </a:lnTo>
                  <a:lnTo>
                    <a:pt x="1588893" y="1348437"/>
                  </a:lnTo>
                  <a:lnTo>
                    <a:pt x="1588720" y="1348468"/>
                  </a:lnTo>
                  <a:lnTo>
                    <a:pt x="1588690" y="1348480"/>
                  </a:lnTo>
                  <a:lnTo>
                    <a:pt x="1588393" y="1348585"/>
                  </a:lnTo>
                  <a:lnTo>
                    <a:pt x="1588124" y="1348679"/>
                  </a:lnTo>
                  <a:lnTo>
                    <a:pt x="1587838" y="1348780"/>
                  </a:lnTo>
                  <a:lnTo>
                    <a:pt x="1587798" y="1348786"/>
                  </a:lnTo>
                  <a:lnTo>
                    <a:pt x="1587669" y="1348827"/>
                  </a:lnTo>
                  <a:lnTo>
                    <a:pt x="1587608" y="1348853"/>
                  </a:lnTo>
                  <a:lnTo>
                    <a:pt x="1587569" y="1348882"/>
                  </a:lnTo>
                  <a:lnTo>
                    <a:pt x="1587560" y="1348898"/>
                  </a:lnTo>
                  <a:lnTo>
                    <a:pt x="1587515" y="1349143"/>
                  </a:lnTo>
                  <a:lnTo>
                    <a:pt x="1587482" y="1349309"/>
                  </a:lnTo>
                  <a:lnTo>
                    <a:pt x="1587444" y="1349440"/>
                  </a:lnTo>
                  <a:lnTo>
                    <a:pt x="1587425" y="1349477"/>
                  </a:lnTo>
                  <a:lnTo>
                    <a:pt x="1587389" y="1349507"/>
                  </a:lnTo>
                  <a:lnTo>
                    <a:pt x="1587279" y="1349565"/>
                  </a:lnTo>
                  <a:lnTo>
                    <a:pt x="1587251" y="1349579"/>
                  </a:lnTo>
                  <a:lnTo>
                    <a:pt x="1587172" y="1349613"/>
                  </a:lnTo>
                  <a:lnTo>
                    <a:pt x="1587167" y="1349604"/>
                  </a:lnTo>
                  <a:lnTo>
                    <a:pt x="1586085" y="1350085"/>
                  </a:lnTo>
                  <a:lnTo>
                    <a:pt x="1585597" y="1350296"/>
                  </a:lnTo>
                  <a:lnTo>
                    <a:pt x="1585511" y="1350334"/>
                  </a:lnTo>
                  <a:lnTo>
                    <a:pt x="1585426" y="1350372"/>
                  </a:lnTo>
                  <a:lnTo>
                    <a:pt x="1584944" y="1350590"/>
                  </a:lnTo>
                  <a:lnTo>
                    <a:pt x="1584833" y="1350642"/>
                  </a:lnTo>
                  <a:lnTo>
                    <a:pt x="1584684" y="1350673"/>
                  </a:lnTo>
                  <a:lnTo>
                    <a:pt x="1584566" y="1350722"/>
                  </a:lnTo>
                  <a:lnTo>
                    <a:pt x="1584517" y="1350775"/>
                  </a:lnTo>
                  <a:lnTo>
                    <a:pt x="1584518" y="1350880"/>
                  </a:lnTo>
                  <a:lnTo>
                    <a:pt x="1584705" y="1351100"/>
                  </a:lnTo>
                  <a:lnTo>
                    <a:pt x="1584780" y="1351279"/>
                  </a:lnTo>
                  <a:lnTo>
                    <a:pt x="1584760" y="1351460"/>
                  </a:lnTo>
                  <a:lnTo>
                    <a:pt x="1584764" y="1351551"/>
                  </a:lnTo>
                  <a:lnTo>
                    <a:pt x="1584781" y="1351616"/>
                  </a:lnTo>
                  <a:lnTo>
                    <a:pt x="1584862" y="1351759"/>
                  </a:lnTo>
                  <a:lnTo>
                    <a:pt x="1584912" y="1351792"/>
                  </a:lnTo>
                  <a:lnTo>
                    <a:pt x="1584972" y="1351831"/>
                  </a:lnTo>
                  <a:lnTo>
                    <a:pt x="1585011" y="1352010"/>
                  </a:lnTo>
                  <a:lnTo>
                    <a:pt x="1585011" y="1352025"/>
                  </a:lnTo>
                  <a:lnTo>
                    <a:pt x="1584979" y="1352210"/>
                  </a:lnTo>
                  <a:lnTo>
                    <a:pt x="1584965" y="1352236"/>
                  </a:lnTo>
                  <a:lnTo>
                    <a:pt x="1584880" y="1352264"/>
                  </a:lnTo>
                  <a:lnTo>
                    <a:pt x="1584704" y="1352266"/>
                  </a:lnTo>
                  <a:lnTo>
                    <a:pt x="1584342" y="1352062"/>
                  </a:lnTo>
                  <a:lnTo>
                    <a:pt x="1584239" y="1352023"/>
                  </a:lnTo>
                  <a:lnTo>
                    <a:pt x="1584201" y="1351979"/>
                  </a:lnTo>
                  <a:lnTo>
                    <a:pt x="1584205" y="1351955"/>
                  </a:lnTo>
                  <a:lnTo>
                    <a:pt x="1584210" y="1351811"/>
                  </a:lnTo>
                  <a:lnTo>
                    <a:pt x="1584204" y="1351789"/>
                  </a:lnTo>
                  <a:lnTo>
                    <a:pt x="1584164" y="1351755"/>
                  </a:lnTo>
                  <a:lnTo>
                    <a:pt x="1583988" y="1351653"/>
                  </a:lnTo>
                  <a:lnTo>
                    <a:pt x="1583962" y="1351646"/>
                  </a:lnTo>
                  <a:lnTo>
                    <a:pt x="1583886" y="1351637"/>
                  </a:lnTo>
                  <a:lnTo>
                    <a:pt x="1583852" y="1351642"/>
                  </a:lnTo>
                  <a:lnTo>
                    <a:pt x="1583783" y="1351623"/>
                  </a:lnTo>
                  <a:lnTo>
                    <a:pt x="1583654" y="1351470"/>
                  </a:lnTo>
                  <a:lnTo>
                    <a:pt x="1583648" y="1351460"/>
                  </a:lnTo>
                  <a:lnTo>
                    <a:pt x="1583551" y="1351295"/>
                  </a:lnTo>
                  <a:lnTo>
                    <a:pt x="1583438" y="1351278"/>
                  </a:lnTo>
                  <a:lnTo>
                    <a:pt x="1583339" y="1351306"/>
                  </a:lnTo>
                  <a:lnTo>
                    <a:pt x="1583279" y="1351336"/>
                  </a:lnTo>
                  <a:lnTo>
                    <a:pt x="1583226" y="1351375"/>
                  </a:lnTo>
                  <a:lnTo>
                    <a:pt x="1583191" y="1351418"/>
                  </a:lnTo>
                  <a:lnTo>
                    <a:pt x="1583197" y="1351448"/>
                  </a:lnTo>
                  <a:lnTo>
                    <a:pt x="1583210" y="1351507"/>
                  </a:lnTo>
                  <a:lnTo>
                    <a:pt x="1583241" y="1351551"/>
                  </a:lnTo>
                  <a:lnTo>
                    <a:pt x="1583320" y="1351716"/>
                  </a:lnTo>
                  <a:lnTo>
                    <a:pt x="1583331" y="1351923"/>
                  </a:lnTo>
                  <a:lnTo>
                    <a:pt x="1583446" y="1351988"/>
                  </a:lnTo>
                  <a:lnTo>
                    <a:pt x="1583486" y="1352012"/>
                  </a:lnTo>
                  <a:lnTo>
                    <a:pt x="1583688" y="1352160"/>
                  </a:lnTo>
                  <a:lnTo>
                    <a:pt x="1583692" y="1352170"/>
                  </a:lnTo>
                  <a:lnTo>
                    <a:pt x="1583613" y="1352411"/>
                  </a:lnTo>
                  <a:lnTo>
                    <a:pt x="1583605" y="1352421"/>
                  </a:lnTo>
                  <a:lnTo>
                    <a:pt x="1583539" y="1352502"/>
                  </a:lnTo>
                  <a:lnTo>
                    <a:pt x="1583514" y="1352525"/>
                  </a:lnTo>
                  <a:lnTo>
                    <a:pt x="1583482" y="1352546"/>
                  </a:lnTo>
                  <a:lnTo>
                    <a:pt x="1583447" y="1352566"/>
                  </a:lnTo>
                  <a:lnTo>
                    <a:pt x="1583249" y="1352604"/>
                  </a:lnTo>
                  <a:lnTo>
                    <a:pt x="1582904" y="1352609"/>
                  </a:lnTo>
                  <a:lnTo>
                    <a:pt x="1582593" y="1352511"/>
                  </a:lnTo>
                  <a:lnTo>
                    <a:pt x="1582549" y="1352520"/>
                  </a:lnTo>
                  <a:lnTo>
                    <a:pt x="1582543" y="1352530"/>
                  </a:lnTo>
                  <a:lnTo>
                    <a:pt x="1582513" y="1352619"/>
                  </a:lnTo>
                  <a:lnTo>
                    <a:pt x="1582490" y="1352686"/>
                  </a:lnTo>
                  <a:lnTo>
                    <a:pt x="1582505" y="1352687"/>
                  </a:lnTo>
                  <a:lnTo>
                    <a:pt x="1582603" y="1352759"/>
                  </a:lnTo>
                  <a:lnTo>
                    <a:pt x="1582624" y="1352793"/>
                  </a:lnTo>
                  <a:lnTo>
                    <a:pt x="1582620" y="1352877"/>
                  </a:lnTo>
                  <a:lnTo>
                    <a:pt x="1582579" y="1353071"/>
                  </a:lnTo>
                  <a:lnTo>
                    <a:pt x="1582528" y="1353189"/>
                  </a:lnTo>
                  <a:lnTo>
                    <a:pt x="1582495" y="1353256"/>
                  </a:lnTo>
                  <a:lnTo>
                    <a:pt x="1582448" y="1353315"/>
                  </a:lnTo>
                  <a:lnTo>
                    <a:pt x="1582395" y="1353372"/>
                  </a:lnTo>
                  <a:lnTo>
                    <a:pt x="1582391" y="1353376"/>
                  </a:lnTo>
                  <a:lnTo>
                    <a:pt x="1582191" y="1353587"/>
                  </a:lnTo>
                  <a:lnTo>
                    <a:pt x="1582160" y="1353618"/>
                  </a:lnTo>
                  <a:lnTo>
                    <a:pt x="1582115" y="1353641"/>
                  </a:lnTo>
                  <a:lnTo>
                    <a:pt x="1582098" y="1353640"/>
                  </a:lnTo>
                  <a:lnTo>
                    <a:pt x="1582051" y="1353681"/>
                  </a:lnTo>
                  <a:lnTo>
                    <a:pt x="1582013" y="1353718"/>
                  </a:lnTo>
                  <a:lnTo>
                    <a:pt x="1582001" y="1353737"/>
                  </a:lnTo>
                  <a:lnTo>
                    <a:pt x="1581980" y="1353783"/>
                  </a:lnTo>
                  <a:lnTo>
                    <a:pt x="1581952" y="1353860"/>
                  </a:lnTo>
                  <a:lnTo>
                    <a:pt x="1582121" y="1354197"/>
                  </a:lnTo>
                  <a:lnTo>
                    <a:pt x="1582261" y="1354251"/>
                  </a:lnTo>
                  <a:lnTo>
                    <a:pt x="1582356" y="1354228"/>
                  </a:lnTo>
                  <a:lnTo>
                    <a:pt x="1582436" y="1354205"/>
                  </a:lnTo>
                  <a:lnTo>
                    <a:pt x="1582619" y="1354037"/>
                  </a:lnTo>
                  <a:lnTo>
                    <a:pt x="1582703" y="1353959"/>
                  </a:lnTo>
                  <a:lnTo>
                    <a:pt x="1582712" y="1353944"/>
                  </a:lnTo>
                  <a:lnTo>
                    <a:pt x="1582734" y="1353929"/>
                  </a:lnTo>
                  <a:lnTo>
                    <a:pt x="1583013" y="1353829"/>
                  </a:lnTo>
                  <a:lnTo>
                    <a:pt x="1583078" y="1353845"/>
                  </a:lnTo>
                  <a:lnTo>
                    <a:pt x="1583126" y="1353857"/>
                  </a:lnTo>
                  <a:lnTo>
                    <a:pt x="1583205" y="1353909"/>
                  </a:lnTo>
                  <a:lnTo>
                    <a:pt x="1583209" y="1353943"/>
                  </a:lnTo>
                  <a:lnTo>
                    <a:pt x="1583213" y="1353973"/>
                  </a:lnTo>
                  <a:lnTo>
                    <a:pt x="1583238" y="1353991"/>
                  </a:lnTo>
                  <a:lnTo>
                    <a:pt x="1583467" y="1354062"/>
                  </a:lnTo>
                  <a:lnTo>
                    <a:pt x="1583590" y="1354045"/>
                  </a:lnTo>
                  <a:lnTo>
                    <a:pt x="1583937" y="1354019"/>
                  </a:lnTo>
                  <a:lnTo>
                    <a:pt x="1584160" y="1354003"/>
                  </a:lnTo>
                  <a:lnTo>
                    <a:pt x="1584486" y="1353978"/>
                  </a:lnTo>
                  <a:lnTo>
                    <a:pt x="1584687" y="1353963"/>
                  </a:lnTo>
                  <a:lnTo>
                    <a:pt x="1584805" y="1353915"/>
                  </a:lnTo>
                  <a:lnTo>
                    <a:pt x="1584823" y="1353899"/>
                  </a:lnTo>
                  <a:lnTo>
                    <a:pt x="1584843" y="1353815"/>
                  </a:lnTo>
                  <a:lnTo>
                    <a:pt x="1584840" y="1353750"/>
                  </a:lnTo>
                  <a:lnTo>
                    <a:pt x="1584926" y="1353609"/>
                  </a:lnTo>
                  <a:lnTo>
                    <a:pt x="1584977" y="1353594"/>
                  </a:lnTo>
                  <a:lnTo>
                    <a:pt x="1585043" y="1353609"/>
                  </a:lnTo>
                  <a:lnTo>
                    <a:pt x="1585180" y="1353635"/>
                  </a:lnTo>
                  <a:lnTo>
                    <a:pt x="1585344" y="1353698"/>
                  </a:lnTo>
                  <a:lnTo>
                    <a:pt x="1585619" y="1353767"/>
                  </a:lnTo>
                  <a:lnTo>
                    <a:pt x="1585750" y="1353876"/>
                  </a:lnTo>
                  <a:lnTo>
                    <a:pt x="1585748" y="1353909"/>
                  </a:lnTo>
                  <a:lnTo>
                    <a:pt x="1585727" y="1353980"/>
                  </a:lnTo>
                  <a:lnTo>
                    <a:pt x="1585695" y="1354021"/>
                  </a:lnTo>
                  <a:lnTo>
                    <a:pt x="1585686" y="1354024"/>
                  </a:lnTo>
                  <a:lnTo>
                    <a:pt x="1585652" y="1354010"/>
                  </a:lnTo>
                  <a:lnTo>
                    <a:pt x="1585630" y="1354020"/>
                  </a:lnTo>
                  <a:lnTo>
                    <a:pt x="1585586" y="1354060"/>
                  </a:lnTo>
                  <a:lnTo>
                    <a:pt x="1585563" y="1354099"/>
                  </a:lnTo>
                  <a:lnTo>
                    <a:pt x="1585542" y="1354158"/>
                  </a:lnTo>
                  <a:lnTo>
                    <a:pt x="1585538" y="1354229"/>
                  </a:lnTo>
                  <a:lnTo>
                    <a:pt x="1585542" y="1354322"/>
                  </a:lnTo>
                  <a:lnTo>
                    <a:pt x="1585536" y="1354355"/>
                  </a:lnTo>
                  <a:lnTo>
                    <a:pt x="1585511" y="1354415"/>
                  </a:lnTo>
                  <a:lnTo>
                    <a:pt x="1585479" y="1354468"/>
                  </a:lnTo>
                  <a:lnTo>
                    <a:pt x="1585452" y="1354477"/>
                  </a:lnTo>
                  <a:lnTo>
                    <a:pt x="1585433" y="1354470"/>
                  </a:lnTo>
                  <a:lnTo>
                    <a:pt x="1585404" y="1354470"/>
                  </a:lnTo>
                  <a:lnTo>
                    <a:pt x="1585351" y="1354490"/>
                  </a:lnTo>
                  <a:lnTo>
                    <a:pt x="1585273" y="1354534"/>
                  </a:lnTo>
                  <a:lnTo>
                    <a:pt x="1585230" y="1354589"/>
                  </a:lnTo>
                  <a:lnTo>
                    <a:pt x="1585194" y="1354646"/>
                  </a:lnTo>
                  <a:lnTo>
                    <a:pt x="1585155" y="1354727"/>
                  </a:lnTo>
                  <a:lnTo>
                    <a:pt x="1585090" y="1354908"/>
                  </a:lnTo>
                  <a:lnTo>
                    <a:pt x="1585084" y="1354936"/>
                  </a:lnTo>
                  <a:lnTo>
                    <a:pt x="1585078" y="1354989"/>
                  </a:lnTo>
                  <a:lnTo>
                    <a:pt x="1585105" y="1355064"/>
                  </a:lnTo>
                  <a:lnTo>
                    <a:pt x="1585135" y="1355107"/>
                  </a:lnTo>
                  <a:lnTo>
                    <a:pt x="1585140" y="1355136"/>
                  </a:lnTo>
                  <a:lnTo>
                    <a:pt x="1585127" y="1355268"/>
                  </a:lnTo>
                  <a:lnTo>
                    <a:pt x="1585125" y="1355287"/>
                  </a:lnTo>
                  <a:lnTo>
                    <a:pt x="1585107" y="1355406"/>
                  </a:lnTo>
                  <a:lnTo>
                    <a:pt x="1585076" y="1355442"/>
                  </a:lnTo>
                  <a:lnTo>
                    <a:pt x="1584994" y="1355506"/>
                  </a:lnTo>
                  <a:lnTo>
                    <a:pt x="1584954" y="1355526"/>
                  </a:lnTo>
                  <a:lnTo>
                    <a:pt x="1584857" y="1355545"/>
                  </a:lnTo>
                  <a:lnTo>
                    <a:pt x="1584843" y="1355553"/>
                  </a:lnTo>
                  <a:lnTo>
                    <a:pt x="1584602" y="1355765"/>
                  </a:lnTo>
                  <a:lnTo>
                    <a:pt x="1584465" y="1355868"/>
                  </a:lnTo>
                  <a:lnTo>
                    <a:pt x="1584049" y="1356200"/>
                  </a:lnTo>
                  <a:lnTo>
                    <a:pt x="1583609" y="1356526"/>
                  </a:lnTo>
                  <a:lnTo>
                    <a:pt x="1583395" y="1356566"/>
                  </a:lnTo>
                  <a:lnTo>
                    <a:pt x="1583190" y="1356630"/>
                  </a:lnTo>
                  <a:lnTo>
                    <a:pt x="1582967" y="1356681"/>
                  </a:lnTo>
                  <a:lnTo>
                    <a:pt x="1582889" y="1356694"/>
                  </a:lnTo>
                  <a:lnTo>
                    <a:pt x="1582722" y="1356605"/>
                  </a:lnTo>
                  <a:lnTo>
                    <a:pt x="1582699" y="1356581"/>
                  </a:lnTo>
                  <a:lnTo>
                    <a:pt x="1582588" y="1356476"/>
                  </a:lnTo>
                  <a:lnTo>
                    <a:pt x="1582583" y="1356474"/>
                  </a:lnTo>
                  <a:lnTo>
                    <a:pt x="1582458" y="1356513"/>
                  </a:lnTo>
                  <a:lnTo>
                    <a:pt x="1582384" y="1356571"/>
                  </a:lnTo>
                  <a:lnTo>
                    <a:pt x="1582279" y="1356701"/>
                  </a:lnTo>
                  <a:lnTo>
                    <a:pt x="1582163" y="1356870"/>
                  </a:lnTo>
                  <a:lnTo>
                    <a:pt x="1582044" y="1357121"/>
                  </a:lnTo>
                  <a:lnTo>
                    <a:pt x="1582043" y="1357198"/>
                  </a:lnTo>
                  <a:lnTo>
                    <a:pt x="1582054" y="1357324"/>
                  </a:lnTo>
                  <a:lnTo>
                    <a:pt x="1582095" y="1357547"/>
                  </a:lnTo>
                  <a:lnTo>
                    <a:pt x="1582117" y="1357656"/>
                  </a:lnTo>
                  <a:lnTo>
                    <a:pt x="1582108" y="1357689"/>
                  </a:lnTo>
                  <a:lnTo>
                    <a:pt x="1582087" y="1357710"/>
                  </a:lnTo>
                  <a:lnTo>
                    <a:pt x="1582076" y="1357708"/>
                  </a:lnTo>
                  <a:lnTo>
                    <a:pt x="1582070" y="1357716"/>
                  </a:lnTo>
                  <a:lnTo>
                    <a:pt x="1582017" y="1358047"/>
                  </a:lnTo>
                  <a:lnTo>
                    <a:pt x="1582014" y="1358065"/>
                  </a:lnTo>
                  <a:lnTo>
                    <a:pt x="1582005" y="1358124"/>
                  </a:lnTo>
                  <a:lnTo>
                    <a:pt x="1582017" y="1358207"/>
                  </a:lnTo>
                  <a:lnTo>
                    <a:pt x="1582103" y="1358184"/>
                  </a:lnTo>
                  <a:lnTo>
                    <a:pt x="1582107" y="1358185"/>
                  </a:lnTo>
                  <a:lnTo>
                    <a:pt x="1582747" y="1358341"/>
                  </a:lnTo>
                  <a:lnTo>
                    <a:pt x="1582770" y="1358346"/>
                  </a:lnTo>
                  <a:lnTo>
                    <a:pt x="1582777" y="1358344"/>
                  </a:lnTo>
                  <a:lnTo>
                    <a:pt x="1582792" y="1358339"/>
                  </a:lnTo>
                  <a:lnTo>
                    <a:pt x="1583046" y="1358014"/>
                  </a:lnTo>
                  <a:lnTo>
                    <a:pt x="1583051" y="1357907"/>
                  </a:lnTo>
                  <a:lnTo>
                    <a:pt x="1583042" y="1357791"/>
                  </a:lnTo>
                  <a:lnTo>
                    <a:pt x="1583027" y="1357728"/>
                  </a:lnTo>
                  <a:lnTo>
                    <a:pt x="1583020" y="1357712"/>
                  </a:lnTo>
                  <a:lnTo>
                    <a:pt x="1583031" y="1357686"/>
                  </a:lnTo>
                  <a:lnTo>
                    <a:pt x="1583053" y="1357661"/>
                  </a:lnTo>
                  <a:lnTo>
                    <a:pt x="1583088" y="1357636"/>
                  </a:lnTo>
                  <a:lnTo>
                    <a:pt x="1583149" y="1357627"/>
                  </a:lnTo>
                  <a:lnTo>
                    <a:pt x="1583256" y="1357669"/>
                  </a:lnTo>
                  <a:lnTo>
                    <a:pt x="1583427" y="1357583"/>
                  </a:lnTo>
                  <a:lnTo>
                    <a:pt x="1583502" y="1357553"/>
                  </a:lnTo>
                  <a:lnTo>
                    <a:pt x="1583746" y="1357514"/>
                  </a:lnTo>
                  <a:lnTo>
                    <a:pt x="1583796" y="1357525"/>
                  </a:lnTo>
                  <a:lnTo>
                    <a:pt x="1583885" y="1357559"/>
                  </a:lnTo>
                  <a:lnTo>
                    <a:pt x="1583941" y="1357614"/>
                  </a:lnTo>
                  <a:lnTo>
                    <a:pt x="1583971" y="1357661"/>
                  </a:lnTo>
                  <a:lnTo>
                    <a:pt x="1584229" y="1358069"/>
                  </a:lnTo>
                  <a:lnTo>
                    <a:pt x="1584465" y="1358365"/>
                  </a:lnTo>
                  <a:lnTo>
                    <a:pt x="1584500" y="1358441"/>
                  </a:lnTo>
                  <a:lnTo>
                    <a:pt x="1584532" y="1358492"/>
                  </a:lnTo>
                  <a:lnTo>
                    <a:pt x="1584588" y="1358536"/>
                  </a:lnTo>
                  <a:lnTo>
                    <a:pt x="1585162" y="1358677"/>
                  </a:lnTo>
                  <a:lnTo>
                    <a:pt x="1585500" y="1358773"/>
                  </a:lnTo>
                  <a:lnTo>
                    <a:pt x="1585535" y="1358778"/>
                  </a:lnTo>
                  <a:lnTo>
                    <a:pt x="1585855" y="1358807"/>
                  </a:lnTo>
                  <a:lnTo>
                    <a:pt x="1585915" y="1358786"/>
                  </a:lnTo>
                  <a:lnTo>
                    <a:pt x="1586023" y="1358728"/>
                  </a:lnTo>
                  <a:lnTo>
                    <a:pt x="1586078" y="1358682"/>
                  </a:lnTo>
                  <a:lnTo>
                    <a:pt x="1586138" y="1358692"/>
                  </a:lnTo>
                  <a:lnTo>
                    <a:pt x="1586143" y="1358716"/>
                  </a:lnTo>
                  <a:lnTo>
                    <a:pt x="1586184" y="1358938"/>
                  </a:lnTo>
                  <a:lnTo>
                    <a:pt x="1586177" y="1358952"/>
                  </a:lnTo>
                  <a:lnTo>
                    <a:pt x="1586149" y="1358965"/>
                  </a:lnTo>
                  <a:lnTo>
                    <a:pt x="1586111" y="1359008"/>
                  </a:lnTo>
                  <a:lnTo>
                    <a:pt x="1586056" y="1359087"/>
                  </a:lnTo>
                  <a:lnTo>
                    <a:pt x="1586046" y="1359170"/>
                  </a:lnTo>
                  <a:lnTo>
                    <a:pt x="1586054" y="1359241"/>
                  </a:lnTo>
                  <a:lnTo>
                    <a:pt x="1586065" y="1359269"/>
                  </a:lnTo>
                  <a:lnTo>
                    <a:pt x="1586127" y="1359332"/>
                  </a:lnTo>
                  <a:lnTo>
                    <a:pt x="1586200" y="1359381"/>
                  </a:lnTo>
                  <a:lnTo>
                    <a:pt x="1586397" y="1359502"/>
                  </a:lnTo>
                  <a:lnTo>
                    <a:pt x="1586458" y="1359528"/>
                  </a:lnTo>
                  <a:lnTo>
                    <a:pt x="1586544" y="1359609"/>
                  </a:lnTo>
                  <a:lnTo>
                    <a:pt x="1586582" y="1359657"/>
                  </a:lnTo>
                  <a:lnTo>
                    <a:pt x="1586728" y="1359875"/>
                  </a:lnTo>
                  <a:lnTo>
                    <a:pt x="1586782" y="1359979"/>
                  </a:lnTo>
                  <a:lnTo>
                    <a:pt x="1586807" y="1360067"/>
                  </a:lnTo>
                  <a:lnTo>
                    <a:pt x="1586796" y="1360113"/>
                  </a:lnTo>
                  <a:lnTo>
                    <a:pt x="1586745" y="1360218"/>
                  </a:lnTo>
                  <a:lnTo>
                    <a:pt x="1586530" y="1360483"/>
                  </a:lnTo>
                  <a:lnTo>
                    <a:pt x="1586336" y="1360675"/>
                  </a:lnTo>
                  <a:lnTo>
                    <a:pt x="1586180" y="1360727"/>
                  </a:lnTo>
                  <a:lnTo>
                    <a:pt x="1586126" y="1360707"/>
                  </a:lnTo>
                  <a:lnTo>
                    <a:pt x="1586104" y="1360704"/>
                  </a:lnTo>
                  <a:lnTo>
                    <a:pt x="1585700" y="1360770"/>
                  </a:lnTo>
                  <a:lnTo>
                    <a:pt x="1585675" y="1360798"/>
                  </a:lnTo>
                  <a:lnTo>
                    <a:pt x="1585666" y="1360819"/>
                  </a:lnTo>
                  <a:lnTo>
                    <a:pt x="1585661" y="1360893"/>
                  </a:lnTo>
                  <a:lnTo>
                    <a:pt x="1585655" y="1360969"/>
                  </a:lnTo>
                  <a:lnTo>
                    <a:pt x="1585647" y="1360983"/>
                  </a:lnTo>
                  <a:lnTo>
                    <a:pt x="1585610" y="1360985"/>
                  </a:lnTo>
                  <a:lnTo>
                    <a:pt x="1585529" y="1360969"/>
                  </a:lnTo>
                  <a:lnTo>
                    <a:pt x="1585418" y="1360935"/>
                  </a:lnTo>
                  <a:lnTo>
                    <a:pt x="1585275" y="1360902"/>
                  </a:lnTo>
                  <a:lnTo>
                    <a:pt x="1585227" y="1360911"/>
                  </a:lnTo>
                  <a:lnTo>
                    <a:pt x="1585200" y="1360933"/>
                  </a:lnTo>
                  <a:lnTo>
                    <a:pt x="1585152" y="1360990"/>
                  </a:lnTo>
                  <a:lnTo>
                    <a:pt x="1585140" y="1361012"/>
                  </a:lnTo>
                  <a:lnTo>
                    <a:pt x="1585117" y="1361085"/>
                  </a:lnTo>
                  <a:lnTo>
                    <a:pt x="1585117" y="1361108"/>
                  </a:lnTo>
                  <a:lnTo>
                    <a:pt x="1585123" y="1361118"/>
                  </a:lnTo>
                  <a:lnTo>
                    <a:pt x="1585127" y="1361125"/>
                  </a:lnTo>
                  <a:lnTo>
                    <a:pt x="1585087" y="1361204"/>
                  </a:lnTo>
                  <a:lnTo>
                    <a:pt x="1584882" y="1361215"/>
                  </a:lnTo>
                  <a:lnTo>
                    <a:pt x="1584546" y="1361326"/>
                  </a:lnTo>
                  <a:lnTo>
                    <a:pt x="1584416" y="1361452"/>
                  </a:lnTo>
                  <a:lnTo>
                    <a:pt x="1584401" y="1361469"/>
                  </a:lnTo>
                  <a:lnTo>
                    <a:pt x="1584337" y="1361569"/>
                  </a:lnTo>
                  <a:lnTo>
                    <a:pt x="1584328" y="1361602"/>
                  </a:lnTo>
                  <a:lnTo>
                    <a:pt x="1584281" y="1361608"/>
                  </a:lnTo>
                  <a:lnTo>
                    <a:pt x="1584149" y="1361576"/>
                  </a:lnTo>
                  <a:lnTo>
                    <a:pt x="1584119" y="1361560"/>
                  </a:lnTo>
                  <a:lnTo>
                    <a:pt x="1584086" y="1361532"/>
                  </a:lnTo>
                  <a:lnTo>
                    <a:pt x="1584061" y="1361496"/>
                  </a:lnTo>
                  <a:lnTo>
                    <a:pt x="1584034" y="1361451"/>
                  </a:lnTo>
                  <a:lnTo>
                    <a:pt x="1583967" y="1361386"/>
                  </a:lnTo>
                  <a:lnTo>
                    <a:pt x="1583901" y="1361331"/>
                  </a:lnTo>
                  <a:lnTo>
                    <a:pt x="1583870" y="1361320"/>
                  </a:lnTo>
                  <a:lnTo>
                    <a:pt x="1583841" y="1361314"/>
                  </a:lnTo>
                  <a:lnTo>
                    <a:pt x="1583746" y="1361335"/>
                  </a:lnTo>
                  <a:lnTo>
                    <a:pt x="1583641" y="1361376"/>
                  </a:lnTo>
                  <a:lnTo>
                    <a:pt x="1583502" y="1361463"/>
                  </a:lnTo>
                  <a:lnTo>
                    <a:pt x="1583371" y="1361568"/>
                  </a:lnTo>
                  <a:lnTo>
                    <a:pt x="1583126" y="1361815"/>
                  </a:lnTo>
                  <a:lnTo>
                    <a:pt x="1583101" y="1361849"/>
                  </a:lnTo>
                  <a:lnTo>
                    <a:pt x="1583076" y="1361894"/>
                  </a:lnTo>
                  <a:lnTo>
                    <a:pt x="1583065" y="1361953"/>
                  </a:lnTo>
                  <a:lnTo>
                    <a:pt x="1583061" y="1361989"/>
                  </a:lnTo>
                  <a:lnTo>
                    <a:pt x="1583069" y="1362041"/>
                  </a:lnTo>
                  <a:lnTo>
                    <a:pt x="1583076" y="1362056"/>
                  </a:lnTo>
                  <a:lnTo>
                    <a:pt x="1583110" y="1362075"/>
                  </a:lnTo>
                  <a:lnTo>
                    <a:pt x="1583128" y="1362085"/>
                  </a:lnTo>
                  <a:lnTo>
                    <a:pt x="1583175" y="1362087"/>
                  </a:lnTo>
                  <a:lnTo>
                    <a:pt x="1583190" y="1362096"/>
                  </a:lnTo>
                  <a:lnTo>
                    <a:pt x="1583215" y="1362121"/>
                  </a:lnTo>
                  <a:lnTo>
                    <a:pt x="1583214" y="1362138"/>
                  </a:lnTo>
                  <a:lnTo>
                    <a:pt x="1583152" y="1362229"/>
                  </a:lnTo>
                  <a:lnTo>
                    <a:pt x="1583047" y="1362305"/>
                  </a:lnTo>
                  <a:lnTo>
                    <a:pt x="1582971" y="1362355"/>
                  </a:lnTo>
                  <a:lnTo>
                    <a:pt x="1582892" y="1362416"/>
                  </a:lnTo>
                  <a:lnTo>
                    <a:pt x="1582798" y="1362497"/>
                  </a:lnTo>
                  <a:lnTo>
                    <a:pt x="1582785" y="1362524"/>
                  </a:lnTo>
                  <a:lnTo>
                    <a:pt x="1582798" y="1362637"/>
                  </a:lnTo>
                  <a:lnTo>
                    <a:pt x="1582789" y="1362662"/>
                  </a:lnTo>
                  <a:lnTo>
                    <a:pt x="1582781" y="1362669"/>
                  </a:lnTo>
                  <a:lnTo>
                    <a:pt x="1582658" y="1362751"/>
                  </a:lnTo>
                  <a:lnTo>
                    <a:pt x="1582175" y="1362813"/>
                  </a:lnTo>
                  <a:lnTo>
                    <a:pt x="1582087" y="1362790"/>
                  </a:lnTo>
                  <a:lnTo>
                    <a:pt x="1581976" y="1362690"/>
                  </a:lnTo>
                  <a:lnTo>
                    <a:pt x="1581873" y="1362590"/>
                  </a:lnTo>
                  <a:lnTo>
                    <a:pt x="1581866" y="1362576"/>
                  </a:lnTo>
                  <a:lnTo>
                    <a:pt x="1581887" y="1362399"/>
                  </a:lnTo>
                  <a:lnTo>
                    <a:pt x="1581891" y="1362373"/>
                  </a:lnTo>
                  <a:lnTo>
                    <a:pt x="1581911" y="1362276"/>
                  </a:lnTo>
                  <a:lnTo>
                    <a:pt x="1581929" y="1362170"/>
                  </a:lnTo>
                  <a:lnTo>
                    <a:pt x="1581920" y="1362141"/>
                  </a:lnTo>
                  <a:lnTo>
                    <a:pt x="1581885" y="1362096"/>
                  </a:lnTo>
                  <a:lnTo>
                    <a:pt x="1581739" y="1362024"/>
                  </a:lnTo>
                  <a:lnTo>
                    <a:pt x="1581667" y="1362034"/>
                  </a:lnTo>
                  <a:lnTo>
                    <a:pt x="1581469" y="1362020"/>
                  </a:lnTo>
                  <a:lnTo>
                    <a:pt x="1581380" y="1361957"/>
                  </a:lnTo>
                  <a:lnTo>
                    <a:pt x="1581358" y="1361920"/>
                  </a:lnTo>
                  <a:lnTo>
                    <a:pt x="1581396" y="1361603"/>
                  </a:lnTo>
                  <a:lnTo>
                    <a:pt x="1581400" y="1361587"/>
                  </a:lnTo>
                  <a:lnTo>
                    <a:pt x="1581484" y="1361377"/>
                  </a:lnTo>
                  <a:lnTo>
                    <a:pt x="1581566" y="1361106"/>
                  </a:lnTo>
                  <a:lnTo>
                    <a:pt x="1581568" y="1361085"/>
                  </a:lnTo>
                  <a:lnTo>
                    <a:pt x="1581535" y="1361032"/>
                  </a:lnTo>
                  <a:lnTo>
                    <a:pt x="1581492" y="1360991"/>
                  </a:lnTo>
                  <a:lnTo>
                    <a:pt x="1581442" y="1360976"/>
                  </a:lnTo>
                  <a:lnTo>
                    <a:pt x="1581426" y="1360985"/>
                  </a:lnTo>
                  <a:lnTo>
                    <a:pt x="1581389" y="1360980"/>
                  </a:lnTo>
                  <a:lnTo>
                    <a:pt x="1581284" y="1360939"/>
                  </a:lnTo>
                  <a:lnTo>
                    <a:pt x="1581246" y="1360908"/>
                  </a:lnTo>
                  <a:lnTo>
                    <a:pt x="1581239" y="1360897"/>
                  </a:lnTo>
                  <a:lnTo>
                    <a:pt x="1581238" y="1360882"/>
                  </a:lnTo>
                  <a:lnTo>
                    <a:pt x="1581266" y="1360796"/>
                  </a:lnTo>
                  <a:lnTo>
                    <a:pt x="1581300" y="1360707"/>
                  </a:lnTo>
                  <a:lnTo>
                    <a:pt x="1581282" y="1360530"/>
                  </a:lnTo>
                  <a:lnTo>
                    <a:pt x="1581222" y="1360369"/>
                  </a:lnTo>
                  <a:lnTo>
                    <a:pt x="1581159" y="1360274"/>
                  </a:lnTo>
                  <a:lnTo>
                    <a:pt x="1581145" y="1360239"/>
                  </a:lnTo>
                  <a:lnTo>
                    <a:pt x="1581128" y="1360057"/>
                  </a:lnTo>
                  <a:lnTo>
                    <a:pt x="1581148" y="1360028"/>
                  </a:lnTo>
                  <a:lnTo>
                    <a:pt x="1581170" y="1360019"/>
                  </a:lnTo>
                  <a:lnTo>
                    <a:pt x="1581225" y="1360011"/>
                  </a:lnTo>
                  <a:lnTo>
                    <a:pt x="1581256" y="1360022"/>
                  </a:lnTo>
                  <a:lnTo>
                    <a:pt x="1581271" y="1360019"/>
                  </a:lnTo>
                  <a:lnTo>
                    <a:pt x="1581300" y="1359975"/>
                  </a:lnTo>
                  <a:lnTo>
                    <a:pt x="1581349" y="1359895"/>
                  </a:lnTo>
                  <a:lnTo>
                    <a:pt x="1581489" y="1359614"/>
                  </a:lnTo>
                  <a:lnTo>
                    <a:pt x="1581520" y="1359551"/>
                  </a:lnTo>
                  <a:lnTo>
                    <a:pt x="1581527" y="1359469"/>
                  </a:lnTo>
                  <a:lnTo>
                    <a:pt x="1581548" y="1359088"/>
                  </a:lnTo>
                  <a:lnTo>
                    <a:pt x="1581527" y="1359043"/>
                  </a:lnTo>
                  <a:lnTo>
                    <a:pt x="1581509" y="1359024"/>
                  </a:lnTo>
                  <a:lnTo>
                    <a:pt x="1581415" y="1358945"/>
                  </a:lnTo>
                  <a:lnTo>
                    <a:pt x="1581264" y="1358676"/>
                  </a:lnTo>
                  <a:lnTo>
                    <a:pt x="1581196" y="1358512"/>
                  </a:lnTo>
                  <a:lnTo>
                    <a:pt x="1581185" y="1358498"/>
                  </a:lnTo>
                  <a:lnTo>
                    <a:pt x="1581092" y="1358455"/>
                  </a:lnTo>
                  <a:lnTo>
                    <a:pt x="1580993" y="1358433"/>
                  </a:lnTo>
                  <a:lnTo>
                    <a:pt x="1580979" y="1358436"/>
                  </a:lnTo>
                  <a:lnTo>
                    <a:pt x="1580871" y="1358416"/>
                  </a:lnTo>
                  <a:lnTo>
                    <a:pt x="1580811" y="1358390"/>
                  </a:lnTo>
                  <a:lnTo>
                    <a:pt x="1580775" y="1358318"/>
                  </a:lnTo>
                  <a:lnTo>
                    <a:pt x="1580754" y="1358252"/>
                  </a:lnTo>
                  <a:lnTo>
                    <a:pt x="1580603" y="1357912"/>
                  </a:lnTo>
                  <a:lnTo>
                    <a:pt x="1580494" y="1357593"/>
                  </a:lnTo>
                  <a:lnTo>
                    <a:pt x="1580488" y="1357584"/>
                  </a:lnTo>
                  <a:lnTo>
                    <a:pt x="1580464" y="1357573"/>
                  </a:lnTo>
                  <a:lnTo>
                    <a:pt x="1580304" y="1357545"/>
                  </a:lnTo>
                  <a:lnTo>
                    <a:pt x="1580146" y="1357526"/>
                  </a:lnTo>
                  <a:lnTo>
                    <a:pt x="1579838" y="1357487"/>
                  </a:lnTo>
                  <a:lnTo>
                    <a:pt x="1579685" y="1357407"/>
                  </a:lnTo>
                  <a:lnTo>
                    <a:pt x="1579470" y="1357267"/>
                  </a:lnTo>
                  <a:lnTo>
                    <a:pt x="1579469" y="1357258"/>
                  </a:lnTo>
                  <a:lnTo>
                    <a:pt x="1579529" y="1356988"/>
                  </a:lnTo>
                  <a:lnTo>
                    <a:pt x="1579522" y="1356848"/>
                  </a:lnTo>
                  <a:lnTo>
                    <a:pt x="1579507" y="1356736"/>
                  </a:lnTo>
                  <a:lnTo>
                    <a:pt x="1579444" y="1356635"/>
                  </a:lnTo>
                  <a:lnTo>
                    <a:pt x="1579317" y="1356423"/>
                  </a:lnTo>
                  <a:lnTo>
                    <a:pt x="1579261" y="1356294"/>
                  </a:lnTo>
                  <a:lnTo>
                    <a:pt x="1579233" y="1356200"/>
                  </a:lnTo>
                  <a:lnTo>
                    <a:pt x="1579214" y="1356174"/>
                  </a:lnTo>
                  <a:lnTo>
                    <a:pt x="1578949" y="1356061"/>
                  </a:lnTo>
                  <a:lnTo>
                    <a:pt x="1578782" y="1356033"/>
                  </a:lnTo>
                  <a:lnTo>
                    <a:pt x="1578719" y="1355968"/>
                  </a:lnTo>
                  <a:lnTo>
                    <a:pt x="1578683" y="1355858"/>
                  </a:lnTo>
                  <a:lnTo>
                    <a:pt x="1578598" y="1355745"/>
                  </a:lnTo>
                  <a:lnTo>
                    <a:pt x="1578590" y="1355740"/>
                  </a:lnTo>
                  <a:lnTo>
                    <a:pt x="1578579" y="1355731"/>
                  </a:lnTo>
                  <a:lnTo>
                    <a:pt x="1578394" y="1355707"/>
                  </a:lnTo>
                  <a:lnTo>
                    <a:pt x="1578177" y="1355673"/>
                  </a:lnTo>
                  <a:lnTo>
                    <a:pt x="1577758" y="1355616"/>
                  </a:lnTo>
                  <a:lnTo>
                    <a:pt x="1577599" y="1355640"/>
                  </a:lnTo>
                  <a:lnTo>
                    <a:pt x="1577200" y="1355748"/>
                  </a:lnTo>
                  <a:lnTo>
                    <a:pt x="1577099" y="1355785"/>
                  </a:lnTo>
                  <a:lnTo>
                    <a:pt x="1577017" y="1355816"/>
                  </a:lnTo>
                  <a:lnTo>
                    <a:pt x="1576955" y="1355849"/>
                  </a:lnTo>
                  <a:lnTo>
                    <a:pt x="1576825" y="1355914"/>
                  </a:lnTo>
                  <a:lnTo>
                    <a:pt x="1576706" y="1355974"/>
                  </a:lnTo>
                  <a:lnTo>
                    <a:pt x="1576373" y="1356130"/>
                  </a:lnTo>
                  <a:lnTo>
                    <a:pt x="1576205" y="1356208"/>
                  </a:lnTo>
                  <a:lnTo>
                    <a:pt x="1576148" y="1356238"/>
                  </a:lnTo>
                  <a:lnTo>
                    <a:pt x="1576128" y="1356249"/>
                  </a:lnTo>
                  <a:lnTo>
                    <a:pt x="1576122" y="1356253"/>
                  </a:lnTo>
                  <a:lnTo>
                    <a:pt x="1576104" y="1356262"/>
                  </a:lnTo>
                  <a:lnTo>
                    <a:pt x="1576018" y="1356311"/>
                  </a:lnTo>
                  <a:lnTo>
                    <a:pt x="1575865" y="1356317"/>
                  </a:lnTo>
                  <a:lnTo>
                    <a:pt x="1575725" y="1356288"/>
                  </a:lnTo>
                  <a:lnTo>
                    <a:pt x="1575686" y="1356229"/>
                  </a:lnTo>
                  <a:lnTo>
                    <a:pt x="1575652" y="1356193"/>
                  </a:lnTo>
                  <a:lnTo>
                    <a:pt x="1575473" y="1356068"/>
                  </a:lnTo>
                  <a:lnTo>
                    <a:pt x="1575377" y="1356035"/>
                  </a:lnTo>
                  <a:lnTo>
                    <a:pt x="1575238" y="1356090"/>
                  </a:lnTo>
                  <a:lnTo>
                    <a:pt x="1574813" y="1356220"/>
                  </a:lnTo>
                  <a:lnTo>
                    <a:pt x="1574628" y="1356319"/>
                  </a:lnTo>
                  <a:lnTo>
                    <a:pt x="1574565" y="1356356"/>
                  </a:lnTo>
                  <a:lnTo>
                    <a:pt x="1574535" y="1356375"/>
                  </a:lnTo>
                  <a:lnTo>
                    <a:pt x="1574473" y="1356417"/>
                  </a:lnTo>
                  <a:lnTo>
                    <a:pt x="1574327" y="1356627"/>
                  </a:lnTo>
                  <a:lnTo>
                    <a:pt x="1574318" y="1356722"/>
                  </a:lnTo>
                  <a:lnTo>
                    <a:pt x="1574326" y="1356740"/>
                  </a:lnTo>
                  <a:lnTo>
                    <a:pt x="1574373" y="1356761"/>
                  </a:lnTo>
                  <a:lnTo>
                    <a:pt x="1574425" y="1356809"/>
                  </a:lnTo>
                  <a:lnTo>
                    <a:pt x="1574431" y="1356882"/>
                  </a:lnTo>
                  <a:lnTo>
                    <a:pt x="1574429" y="1356952"/>
                  </a:lnTo>
                  <a:lnTo>
                    <a:pt x="1574428" y="1356963"/>
                  </a:lnTo>
                  <a:lnTo>
                    <a:pt x="1574347" y="1357442"/>
                  </a:lnTo>
                  <a:lnTo>
                    <a:pt x="1574217" y="1357430"/>
                  </a:lnTo>
                  <a:lnTo>
                    <a:pt x="1573903" y="1357046"/>
                  </a:lnTo>
                  <a:lnTo>
                    <a:pt x="1573687" y="1356856"/>
                  </a:lnTo>
                  <a:lnTo>
                    <a:pt x="1573553" y="1356755"/>
                  </a:lnTo>
                  <a:lnTo>
                    <a:pt x="1573393" y="1356732"/>
                  </a:lnTo>
                  <a:lnTo>
                    <a:pt x="1573153" y="1356984"/>
                  </a:lnTo>
                  <a:lnTo>
                    <a:pt x="1572095" y="1358028"/>
                  </a:lnTo>
                  <a:lnTo>
                    <a:pt x="1571851" y="1358301"/>
                  </a:lnTo>
                  <a:lnTo>
                    <a:pt x="1571756" y="1358491"/>
                  </a:lnTo>
                  <a:lnTo>
                    <a:pt x="1571669" y="1358623"/>
                  </a:lnTo>
                  <a:lnTo>
                    <a:pt x="1571654" y="1358641"/>
                  </a:lnTo>
                  <a:lnTo>
                    <a:pt x="1571562" y="1358714"/>
                  </a:lnTo>
                  <a:lnTo>
                    <a:pt x="1571541" y="1358720"/>
                  </a:lnTo>
                  <a:lnTo>
                    <a:pt x="1571515" y="1358727"/>
                  </a:lnTo>
                  <a:lnTo>
                    <a:pt x="1571502" y="1358730"/>
                  </a:lnTo>
                  <a:lnTo>
                    <a:pt x="1571447" y="1358727"/>
                  </a:lnTo>
                  <a:lnTo>
                    <a:pt x="1571415" y="1358687"/>
                  </a:lnTo>
                  <a:lnTo>
                    <a:pt x="1571404" y="1358688"/>
                  </a:lnTo>
                  <a:lnTo>
                    <a:pt x="1571326" y="1358710"/>
                  </a:lnTo>
                  <a:lnTo>
                    <a:pt x="1571253" y="1358736"/>
                  </a:lnTo>
                  <a:lnTo>
                    <a:pt x="1571178" y="1358769"/>
                  </a:lnTo>
                  <a:lnTo>
                    <a:pt x="1570865" y="1359092"/>
                  </a:lnTo>
                  <a:lnTo>
                    <a:pt x="1570850" y="1359108"/>
                  </a:lnTo>
                  <a:lnTo>
                    <a:pt x="1570821" y="1359165"/>
                  </a:lnTo>
                  <a:lnTo>
                    <a:pt x="1570818" y="1359403"/>
                  </a:lnTo>
                  <a:lnTo>
                    <a:pt x="1570821" y="1359510"/>
                  </a:lnTo>
                  <a:lnTo>
                    <a:pt x="1570823" y="1359542"/>
                  </a:lnTo>
                  <a:lnTo>
                    <a:pt x="1570852" y="1359576"/>
                  </a:lnTo>
                  <a:lnTo>
                    <a:pt x="1570876" y="1359586"/>
                  </a:lnTo>
                  <a:lnTo>
                    <a:pt x="1570905" y="1359585"/>
                  </a:lnTo>
                  <a:lnTo>
                    <a:pt x="1570907" y="1359578"/>
                  </a:lnTo>
                  <a:lnTo>
                    <a:pt x="1571118" y="1359523"/>
                  </a:lnTo>
                  <a:lnTo>
                    <a:pt x="1571790" y="1359240"/>
                  </a:lnTo>
                  <a:lnTo>
                    <a:pt x="1571874" y="1359177"/>
                  </a:lnTo>
                  <a:lnTo>
                    <a:pt x="1571950" y="1359065"/>
                  </a:lnTo>
                  <a:lnTo>
                    <a:pt x="1571966" y="1359015"/>
                  </a:lnTo>
                  <a:lnTo>
                    <a:pt x="1571974" y="1358959"/>
                  </a:lnTo>
                  <a:lnTo>
                    <a:pt x="1571968" y="1358937"/>
                  </a:lnTo>
                  <a:lnTo>
                    <a:pt x="1571974" y="1358871"/>
                  </a:lnTo>
                  <a:lnTo>
                    <a:pt x="1572069" y="1358620"/>
                  </a:lnTo>
                  <a:lnTo>
                    <a:pt x="1572104" y="1358535"/>
                  </a:lnTo>
                  <a:lnTo>
                    <a:pt x="1572140" y="1358501"/>
                  </a:lnTo>
                  <a:lnTo>
                    <a:pt x="1572224" y="1358474"/>
                  </a:lnTo>
                  <a:lnTo>
                    <a:pt x="1572482" y="1358464"/>
                  </a:lnTo>
                  <a:lnTo>
                    <a:pt x="1572664" y="1358476"/>
                  </a:lnTo>
                  <a:lnTo>
                    <a:pt x="1572735" y="1358556"/>
                  </a:lnTo>
                  <a:lnTo>
                    <a:pt x="1572888" y="1358863"/>
                  </a:lnTo>
                  <a:lnTo>
                    <a:pt x="1572912" y="1358886"/>
                  </a:lnTo>
                  <a:lnTo>
                    <a:pt x="1573075" y="1359044"/>
                  </a:lnTo>
                  <a:lnTo>
                    <a:pt x="1573098" y="1359093"/>
                  </a:lnTo>
                  <a:lnTo>
                    <a:pt x="1573097" y="1359137"/>
                  </a:lnTo>
                  <a:lnTo>
                    <a:pt x="1573078" y="1359180"/>
                  </a:lnTo>
                  <a:lnTo>
                    <a:pt x="1573034" y="1359192"/>
                  </a:lnTo>
                  <a:lnTo>
                    <a:pt x="1572973" y="1359198"/>
                  </a:lnTo>
                  <a:lnTo>
                    <a:pt x="1572955" y="1359208"/>
                  </a:lnTo>
                  <a:lnTo>
                    <a:pt x="1572918" y="1359296"/>
                  </a:lnTo>
                  <a:lnTo>
                    <a:pt x="1572865" y="1359470"/>
                  </a:lnTo>
                  <a:lnTo>
                    <a:pt x="1572861" y="1359484"/>
                  </a:lnTo>
                  <a:lnTo>
                    <a:pt x="1572871" y="1359509"/>
                  </a:lnTo>
                  <a:lnTo>
                    <a:pt x="1572886" y="1359532"/>
                  </a:lnTo>
                  <a:lnTo>
                    <a:pt x="1572920" y="1359555"/>
                  </a:lnTo>
                  <a:lnTo>
                    <a:pt x="1572974" y="1359535"/>
                  </a:lnTo>
                  <a:lnTo>
                    <a:pt x="1573048" y="1359491"/>
                  </a:lnTo>
                  <a:lnTo>
                    <a:pt x="1573397" y="1359413"/>
                  </a:lnTo>
                  <a:lnTo>
                    <a:pt x="1573430" y="1359400"/>
                  </a:lnTo>
                  <a:lnTo>
                    <a:pt x="1573564" y="1359386"/>
                  </a:lnTo>
                  <a:lnTo>
                    <a:pt x="1573708" y="1359434"/>
                  </a:lnTo>
                  <a:lnTo>
                    <a:pt x="1573792" y="1359521"/>
                  </a:lnTo>
                  <a:lnTo>
                    <a:pt x="1573807" y="1359538"/>
                  </a:lnTo>
                  <a:lnTo>
                    <a:pt x="1573796" y="1359593"/>
                  </a:lnTo>
                  <a:lnTo>
                    <a:pt x="1573789" y="1359602"/>
                  </a:lnTo>
                  <a:lnTo>
                    <a:pt x="1573692" y="1359709"/>
                  </a:lnTo>
                  <a:lnTo>
                    <a:pt x="1573556" y="1359845"/>
                  </a:lnTo>
                  <a:lnTo>
                    <a:pt x="1573410" y="1359930"/>
                  </a:lnTo>
                  <a:lnTo>
                    <a:pt x="1573318" y="1359985"/>
                  </a:lnTo>
                  <a:lnTo>
                    <a:pt x="1573257" y="1360080"/>
                  </a:lnTo>
                  <a:lnTo>
                    <a:pt x="1573359" y="1360217"/>
                  </a:lnTo>
                  <a:lnTo>
                    <a:pt x="1573461" y="1360215"/>
                  </a:lnTo>
                  <a:lnTo>
                    <a:pt x="1573494" y="1360198"/>
                  </a:lnTo>
                  <a:lnTo>
                    <a:pt x="1573583" y="1360181"/>
                  </a:lnTo>
                  <a:lnTo>
                    <a:pt x="1573727" y="1360161"/>
                  </a:lnTo>
                  <a:lnTo>
                    <a:pt x="1573780" y="1360164"/>
                  </a:lnTo>
                  <a:lnTo>
                    <a:pt x="1573793" y="1360170"/>
                  </a:lnTo>
                  <a:lnTo>
                    <a:pt x="1574024" y="1360253"/>
                  </a:lnTo>
                  <a:lnTo>
                    <a:pt x="1574081" y="1360273"/>
                  </a:lnTo>
                  <a:lnTo>
                    <a:pt x="1574105" y="1360292"/>
                  </a:lnTo>
                  <a:lnTo>
                    <a:pt x="1574160" y="1360413"/>
                  </a:lnTo>
                  <a:lnTo>
                    <a:pt x="1574461" y="1360665"/>
                  </a:lnTo>
                  <a:lnTo>
                    <a:pt x="1574515" y="1360674"/>
                  </a:lnTo>
                  <a:lnTo>
                    <a:pt x="1574604" y="1360593"/>
                  </a:lnTo>
                  <a:lnTo>
                    <a:pt x="1574730" y="1360537"/>
                  </a:lnTo>
                  <a:lnTo>
                    <a:pt x="1574910" y="1360465"/>
                  </a:lnTo>
                  <a:lnTo>
                    <a:pt x="1574939" y="1360460"/>
                  </a:lnTo>
                  <a:lnTo>
                    <a:pt x="1574999" y="1360464"/>
                  </a:lnTo>
                  <a:lnTo>
                    <a:pt x="1575181" y="1360437"/>
                  </a:lnTo>
                  <a:lnTo>
                    <a:pt x="1575420" y="1360313"/>
                  </a:lnTo>
                  <a:lnTo>
                    <a:pt x="1575437" y="1360297"/>
                  </a:lnTo>
                  <a:lnTo>
                    <a:pt x="1575616" y="1360167"/>
                  </a:lnTo>
                  <a:lnTo>
                    <a:pt x="1575650" y="1360145"/>
                  </a:lnTo>
                  <a:lnTo>
                    <a:pt x="1575735" y="1360213"/>
                  </a:lnTo>
                  <a:lnTo>
                    <a:pt x="1575759" y="1360282"/>
                  </a:lnTo>
                  <a:lnTo>
                    <a:pt x="1575734" y="1360316"/>
                  </a:lnTo>
                  <a:lnTo>
                    <a:pt x="1575657" y="1360401"/>
                  </a:lnTo>
                  <a:lnTo>
                    <a:pt x="1575588" y="1360457"/>
                  </a:lnTo>
                  <a:lnTo>
                    <a:pt x="1575546" y="1360486"/>
                  </a:lnTo>
                  <a:lnTo>
                    <a:pt x="1575438" y="1360544"/>
                  </a:lnTo>
                  <a:lnTo>
                    <a:pt x="1575344" y="1360607"/>
                  </a:lnTo>
                  <a:lnTo>
                    <a:pt x="1575324" y="1360622"/>
                  </a:lnTo>
                  <a:lnTo>
                    <a:pt x="1575285" y="1360677"/>
                  </a:lnTo>
                  <a:lnTo>
                    <a:pt x="1575276" y="1360701"/>
                  </a:lnTo>
                  <a:lnTo>
                    <a:pt x="1575157" y="1360862"/>
                  </a:lnTo>
                  <a:lnTo>
                    <a:pt x="1574933" y="1361112"/>
                  </a:lnTo>
                  <a:lnTo>
                    <a:pt x="1574915" y="1361128"/>
                  </a:lnTo>
                  <a:lnTo>
                    <a:pt x="1574855" y="1361171"/>
                  </a:lnTo>
                  <a:lnTo>
                    <a:pt x="1574618" y="1361379"/>
                  </a:lnTo>
                  <a:lnTo>
                    <a:pt x="1574544" y="1361428"/>
                  </a:lnTo>
                  <a:lnTo>
                    <a:pt x="1574040" y="1361712"/>
                  </a:lnTo>
                  <a:lnTo>
                    <a:pt x="1573215" y="1362127"/>
                  </a:lnTo>
                  <a:lnTo>
                    <a:pt x="1573110" y="1362163"/>
                  </a:lnTo>
                  <a:lnTo>
                    <a:pt x="1572911" y="1362298"/>
                  </a:lnTo>
                  <a:lnTo>
                    <a:pt x="1572902" y="1362308"/>
                  </a:lnTo>
                  <a:lnTo>
                    <a:pt x="1572848" y="1362376"/>
                  </a:lnTo>
                  <a:lnTo>
                    <a:pt x="1572781" y="1362502"/>
                  </a:lnTo>
                  <a:lnTo>
                    <a:pt x="1572775" y="1362534"/>
                  </a:lnTo>
                  <a:lnTo>
                    <a:pt x="1572734" y="1362591"/>
                  </a:lnTo>
                  <a:lnTo>
                    <a:pt x="1572677" y="1362663"/>
                  </a:lnTo>
                  <a:lnTo>
                    <a:pt x="1572609" y="1362701"/>
                  </a:lnTo>
                  <a:lnTo>
                    <a:pt x="1572577" y="1362708"/>
                  </a:lnTo>
                  <a:lnTo>
                    <a:pt x="1572452" y="1362681"/>
                  </a:lnTo>
                  <a:lnTo>
                    <a:pt x="1572327" y="1362608"/>
                  </a:lnTo>
                  <a:lnTo>
                    <a:pt x="1572292" y="1362569"/>
                  </a:lnTo>
                  <a:lnTo>
                    <a:pt x="1572058" y="1362308"/>
                  </a:lnTo>
                  <a:lnTo>
                    <a:pt x="1571831" y="1362054"/>
                  </a:lnTo>
                  <a:lnTo>
                    <a:pt x="1571751" y="1361921"/>
                  </a:lnTo>
                  <a:lnTo>
                    <a:pt x="1571729" y="1361891"/>
                  </a:lnTo>
                  <a:lnTo>
                    <a:pt x="1571706" y="1361863"/>
                  </a:lnTo>
                  <a:lnTo>
                    <a:pt x="1571685" y="1361857"/>
                  </a:lnTo>
                  <a:lnTo>
                    <a:pt x="1571066" y="1361817"/>
                  </a:lnTo>
                  <a:lnTo>
                    <a:pt x="1571040" y="1361801"/>
                  </a:lnTo>
                  <a:lnTo>
                    <a:pt x="1571004" y="1361814"/>
                  </a:lnTo>
                  <a:lnTo>
                    <a:pt x="1570982" y="1361845"/>
                  </a:lnTo>
                  <a:lnTo>
                    <a:pt x="1570887" y="1361992"/>
                  </a:lnTo>
                  <a:lnTo>
                    <a:pt x="1570838" y="1362091"/>
                  </a:lnTo>
                  <a:lnTo>
                    <a:pt x="1570685" y="1362295"/>
                  </a:lnTo>
                  <a:lnTo>
                    <a:pt x="1570411" y="1362684"/>
                  </a:lnTo>
                  <a:lnTo>
                    <a:pt x="1570392" y="1362711"/>
                  </a:lnTo>
                  <a:lnTo>
                    <a:pt x="1570356" y="1362734"/>
                  </a:lnTo>
                  <a:lnTo>
                    <a:pt x="1570209" y="1362790"/>
                  </a:lnTo>
                  <a:lnTo>
                    <a:pt x="1569991" y="1362729"/>
                  </a:lnTo>
                  <a:lnTo>
                    <a:pt x="1569931" y="1362734"/>
                  </a:lnTo>
                  <a:lnTo>
                    <a:pt x="1569762" y="1362749"/>
                  </a:lnTo>
                  <a:lnTo>
                    <a:pt x="1569604" y="1362857"/>
                  </a:lnTo>
                  <a:lnTo>
                    <a:pt x="1569601" y="1362875"/>
                  </a:lnTo>
                  <a:lnTo>
                    <a:pt x="1569600" y="1362885"/>
                  </a:lnTo>
                  <a:lnTo>
                    <a:pt x="1569630" y="1362980"/>
                  </a:lnTo>
                  <a:lnTo>
                    <a:pt x="1569652" y="1363048"/>
                  </a:lnTo>
                  <a:lnTo>
                    <a:pt x="1569655" y="1363056"/>
                  </a:lnTo>
                  <a:lnTo>
                    <a:pt x="1569761" y="1363138"/>
                  </a:lnTo>
                  <a:lnTo>
                    <a:pt x="1569947" y="1363255"/>
                  </a:lnTo>
                  <a:lnTo>
                    <a:pt x="1570046" y="1363313"/>
                  </a:lnTo>
                  <a:lnTo>
                    <a:pt x="1570055" y="1363292"/>
                  </a:lnTo>
                  <a:lnTo>
                    <a:pt x="1570208" y="1363267"/>
                  </a:lnTo>
                  <a:lnTo>
                    <a:pt x="1570251" y="1363275"/>
                  </a:lnTo>
                  <a:lnTo>
                    <a:pt x="1570291" y="1363289"/>
                  </a:lnTo>
                  <a:lnTo>
                    <a:pt x="1570362" y="1363332"/>
                  </a:lnTo>
                  <a:lnTo>
                    <a:pt x="1570554" y="1363479"/>
                  </a:lnTo>
                  <a:lnTo>
                    <a:pt x="1570857" y="1363721"/>
                  </a:lnTo>
                  <a:lnTo>
                    <a:pt x="1571000" y="1363839"/>
                  </a:lnTo>
                  <a:lnTo>
                    <a:pt x="1571053" y="1363911"/>
                  </a:lnTo>
                  <a:lnTo>
                    <a:pt x="1571065" y="1363942"/>
                  </a:lnTo>
                  <a:lnTo>
                    <a:pt x="1571071" y="1363982"/>
                  </a:lnTo>
                  <a:lnTo>
                    <a:pt x="1571053" y="1364218"/>
                  </a:lnTo>
                  <a:lnTo>
                    <a:pt x="1571014" y="1364495"/>
                  </a:lnTo>
                  <a:lnTo>
                    <a:pt x="1571017" y="1364543"/>
                  </a:lnTo>
                  <a:lnTo>
                    <a:pt x="1571157" y="1364673"/>
                  </a:lnTo>
                  <a:lnTo>
                    <a:pt x="1571193" y="1364701"/>
                  </a:lnTo>
                  <a:lnTo>
                    <a:pt x="1571210" y="1364714"/>
                  </a:lnTo>
                  <a:lnTo>
                    <a:pt x="1571214" y="1364718"/>
                  </a:lnTo>
                  <a:lnTo>
                    <a:pt x="1571221" y="1364718"/>
                  </a:lnTo>
                  <a:lnTo>
                    <a:pt x="1571258" y="1364662"/>
                  </a:lnTo>
                  <a:lnTo>
                    <a:pt x="1571299" y="1364574"/>
                  </a:lnTo>
                  <a:lnTo>
                    <a:pt x="1571322" y="1364491"/>
                  </a:lnTo>
                  <a:lnTo>
                    <a:pt x="1571402" y="1364129"/>
                  </a:lnTo>
                  <a:lnTo>
                    <a:pt x="1571430" y="1364031"/>
                  </a:lnTo>
                  <a:lnTo>
                    <a:pt x="1571502" y="1363901"/>
                  </a:lnTo>
                  <a:lnTo>
                    <a:pt x="1571578" y="1363805"/>
                  </a:lnTo>
                  <a:lnTo>
                    <a:pt x="1571915" y="1363450"/>
                  </a:lnTo>
                  <a:lnTo>
                    <a:pt x="1571955" y="1363408"/>
                  </a:lnTo>
                  <a:lnTo>
                    <a:pt x="1572100" y="1363380"/>
                  </a:lnTo>
                  <a:lnTo>
                    <a:pt x="1572164" y="1363410"/>
                  </a:lnTo>
                  <a:lnTo>
                    <a:pt x="1572260" y="1363464"/>
                  </a:lnTo>
                  <a:lnTo>
                    <a:pt x="1572558" y="1363508"/>
                  </a:lnTo>
                  <a:lnTo>
                    <a:pt x="1572578" y="1363512"/>
                  </a:lnTo>
                  <a:lnTo>
                    <a:pt x="1572984" y="1363540"/>
                  </a:lnTo>
                  <a:lnTo>
                    <a:pt x="1573030" y="1363546"/>
                  </a:lnTo>
                  <a:lnTo>
                    <a:pt x="1573094" y="1363558"/>
                  </a:lnTo>
                  <a:lnTo>
                    <a:pt x="1573185" y="1363657"/>
                  </a:lnTo>
                  <a:lnTo>
                    <a:pt x="1573218" y="1363705"/>
                  </a:lnTo>
                  <a:lnTo>
                    <a:pt x="1573227" y="1363839"/>
                  </a:lnTo>
                  <a:lnTo>
                    <a:pt x="1573217" y="1364009"/>
                  </a:lnTo>
                  <a:lnTo>
                    <a:pt x="1573249" y="1364111"/>
                  </a:lnTo>
                  <a:lnTo>
                    <a:pt x="1573268" y="1364183"/>
                  </a:lnTo>
                  <a:lnTo>
                    <a:pt x="1573334" y="1364219"/>
                  </a:lnTo>
                  <a:lnTo>
                    <a:pt x="1573415" y="1364223"/>
                  </a:lnTo>
                  <a:lnTo>
                    <a:pt x="1573550" y="1364121"/>
                  </a:lnTo>
                  <a:lnTo>
                    <a:pt x="1573606" y="1364081"/>
                  </a:lnTo>
                  <a:lnTo>
                    <a:pt x="1573677" y="1364049"/>
                  </a:lnTo>
                  <a:lnTo>
                    <a:pt x="1573744" y="1363993"/>
                  </a:lnTo>
                  <a:lnTo>
                    <a:pt x="1573788" y="1363940"/>
                  </a:lnTo>
                  <a:lnTo>
                    <a:pt x="1573796" y="1363813"/>
                  </a:lnTo>
                  <a:lnTo>
                    <a:pt x="1573799" y="1363734"/>
                  </a:lnTo>
                  <a:lnTo>
                    <a:pt x="1573730" y="1363629"/>
                  </a:lnTo>
                  <a:lnTo>
                    <a:pt x="1573706" y="1363578"/>
                  </a:lnTo>
                  <a:lnTo>
                    <a:pt x="1573641" y="1363365"/>
                  </a:lnTo>
                  <a:lnTo>
                    <a:pt x="1573520" y="1363080"/>
                  </a:lnTo>
                  <a:lnTo>
                    <a:pt x="1573614" y="1362874"/>
                  </a:lnTo>
                  <a:lnTo>
                    <a:pt x="1573675" y="1362790"/>
                  </a:lnTo>
                  <a:lnTo>
                    <a:pt x="1573802" y="1362675"/>
                  </a:lnTo>
                  <a:lnTo>
                    <a:pt x="1573819" y="1362663"/>
                  </a:lnTo>
                  <a:lnTo>
                    <a:pt x="1574027" y="1362478"/>
                  </a:lnTo>
                  <a:lnTo>
                    <a:pt x="1574042" y="1362465"/>
                  </a:lnTo>
                  <a:lnTo>
                    <a:pt x="1574057" y="1362465"/>
                  </a:lnTo>
                  <a:lnTo>
                    <a:pt x="1574085" y="1362475"/>
                  </a:lnTo>
                  <a:lnTo>
                    <a:pt x="1574212" y="1362578"/>
                  </a:lnTo>
                  <a:lnTo>
                    <a:pt x="1574343" y="1362652"/>
                  </a:lnTo>
                  <a:lnTo>
                    <a:pt x="1574365" y="1362650"/>
                  </a:lnTo>
                  <a:lnTo>
                    <a:pt x="1574403" y="1362640"/>
                  </a:lnTo>
                  <a:lnTo>
                    <a:pt x="1574470" y="1362597"/>
                  </a:lnTo>
                  <a:lnTo>
                    <a:pt x="1574483" y="1362550"/>
                  </a:lnTo>
                  <a:lnTo>
                    <a:pt x="1574501" y="1362448"/>
                  </a:lnTo>
                  <a:lnTo>
                    <a:pt x="1574497" y="1362426"/>
                  </a:lnTo>
                  <a:lnTo>
                    <a:pt x="1574493" y="1362415"/>
                  </a:lnTo>
                  <a:lnTo>
                    <a:pt x="1574451" y="1362361"/>
                  </a:lnTo>
                  <a:lnTo>
                    <a:pt x="1574444" y="1362269"/>
                  </a:lnTo>
                  <a:lnTo>
                    <a:pt x="1574560" y="1362058"/>
                  </a:lnTo>
                  <a:lnTo>
                    <a:pt x="1574662" y="1361932"/>
                  </a:lnTo>
                  <a:lnTo>
                    <a:pt x="1574677" y="1361917"/>
                  </a:lnTo>
                  <a:lnTo>
                    <a:pt x="1574896" y="1361741"/>
                  </a:lnTo>
                  <a:lnTo>
                    <a:pt x="1575163" y="1361508"/>
                  </a:lnTo>
                  <a:lnTo>
                    <a:pt x="1575175" y="1361498"/>
                  </a:lnTo>
                  <a:lnTo>
                    <a:pt x="1575199" y="1361511"/>
                  </a:lnTo>
                  <a:lnTo>
                    <a:pt x="1575250" y="1361619"/>
                  </a:lnTo>
                  <a:lnTo>
                    <a:pt x="1575259" y="1361668"/>
                  </a:lnTo>
                  <a:lnTo>
                    <a:pt x="1575246" y="1361713"/>
                  </a:lnTo>
                  <a:lnTo>
                    <a:pt x="1575228" y="1361741"/>
                  </a:lnTo>
                  <a:lnTo>
                    <a:pt x="1575236" y="1361804"/>
                  </a:lnTo>
                  <a:lnTo>
                    <a:pt x="1575268" y="1361856"/>
                  </a:lnTo>
                  <a:lnTo>
                    <a:pt x="1575291" y="1361881"/>
                  </a:lnTo>
                  <a:lnTo>
                    <a:pt x="1575314" y="1361906"/>
                  </a:lnTo>
                  <a:lnTo>
                    <a:pt x="1575419" y="1361910"/>
                  </a:lnTo>
                  <a:lnTo>
                    <a:pt x="1575479" y="1361918"/>
                  </a:lnTo>
                  <a:lnTo>
                    <a:pt x="1575422" y="1362147"/>
                  </a:lnTo>
                  <a:lnTo>
                    <a:pt x="1575384" y="1362269"/>
                  </a:lnTo>
                  <a:lnTo>
                    <a:pt x="1575377" y="1362336"/>
                  </a:lnTo>
                  <a:lnTo>
                    <a:pt x="1575384" y="1362358"/>
                  </a:lnTo>
                  <a:lnTo>
                    <a:pt x="1575387" y="1362364"/>
                  </a:lnTo>
                  <a:lnTo>
                    <a:pt x="1575400" y="1362368"/>
                  </a:lnTo>
                  <a:lnTo>
                    <a:pt x="1575734" y="1362291"/>
                  </a:lnTo>
                  <a:lnTo>
                    <a:pt x="1575782" y="1362263"/>
                  </a:lnTo>
                  <a:lnTo>
                    <a:pt x="1575865" y="1361951"/>
                  </a:lnTo>
                  <a:lnTo>
                    <a:pt x="1575878" y="1361888"/>
                  </a:lnTo>
                  <a:lnTo>
                    <a:pt x="1575863" y="1361837"/>
                  </a:lnTo>
                  <a:lnTo>
                    <a:pt x="1575837" y="1361809"/>
                  </a:lnTo>
                  <a:lnTo>
                    <a:pt x="1575808" y="1361781"/>
                  </a:lnTo>
                  <a:lnTo>
                    <a:pt x="1575798" y="1361765"/>
                  </a:lnTo>
                  <a:lnTo>
                    <a:pt x="1575807" y="1361747"/>
                  </a:lnTo>
                  <a:lnTo>
                    <a:pt x="1575931" y="1361574"/>
                  </a:lnTo>
                  <a:lnTo>
                    <a:pt x="1575943" y="1361569"/>
                  </a:lnTo>
                  <a:lnTo>
                    <a:pt x="1575962" y="1361576"/>
                  </a:lnTo>
                  <a:lnTo>
                    <a:pt x="1575985" y="1361602"/>
                  </a:lnTo>
                  <a:lnTo>
                    <a:pt x="1576048" y="1361820"/>
                  </a:lnTo>
                  <a:lnTo>
                    <a:pt x="1576051" y="1361877"/>
                  </a:lnTo>
                  <a:lnTo>
                    <a:pt x="1576038" y="1361901"/>
                  </a:lnTo>
                  <a:lnTo>
                    <a:pt x="1576036" y="1361926"/>
                  </a:lnTo>
                  <a:lnTo>
                    <a:pt x="1576040" y="1361958"/>
                  </a:lnTo>
                  <a:lnTo>
                    <a:pt x="1576060" y="1362019"/>
                  </a:lnTo>
                  <a:lnTo>
                    <a:pt x="1576126" y="1362170"/>
                  </a:lnTo>
                  <a:lnTo>
                    <a:pt x="1576157" y="1362197"/>
                  </a:lnTo>
                  <a:lnTo>
                    <a:pt x="1576166" y="1362232"/>
                  </a:lnTo>
                  <a:lnTo>
                    <a:pt x="1576167" y="1362269"/>
                  </a:lnTo>
                  <a:lnTo>
                    <a:pt x="1576144" y="1362325"/>
                  </a:lnTo>
                  <a:lnTo>
                    <a:pt x="1576083" y="1362358"/>
                  </a:lnTo>
                  <a:lnTo>
                    <a:pt x="1576059" y="1362368"/>
                  </a:lnTo>
                  <a:lnTo>
                    <a:pt x="1576034" y="1362366"/>
                  </a:lnTo>
                  <a:lnTo>
                    <a:pt x="1575973" y="1362342"/>
                  </a:lnTo>
                  <a:lnTo>
                    <a:pt x="1575956" y="1362333"/>
                  </a:lnTo>
                  <a:lnTo>
                    <a:pt x="1575842" y="1362409"/>
                  </a:lnTo>
                  <a:lnTo>
                    <a:pt x="1575803" y="1362585"/>
                  </a:lnTo>
                  <a:lnTo>
                    <a:pt x="1575792" y="1362684"/>
                  </a:lnTo>
                  <a:lnTo>
                    <a:pt x="1575832" y="1362856"/>
                  </a:lnTo>
                  <a:lnTo>
                    <a:pt x="1575923" y="1362964"/>
                  </a:lnTo>
                  <a:lnTo>
                    <a:pt x="1575933" y="1362977"/>
                  </a:lnTo>
                  <a:lnTo>
                    <a:pt x="1575945" y="1363006"/>
                  </a:lnTo>
                  <a:lnTo>
                    <a:pt x="1575950" y="1363075"/>
                  </a:lnTo>
                  <a:lnTo>
                    <a:pt x="1575909" y="1363188"/>
                  </a:lnTo>
                  <a:lnTo>
                    <a:pt x="1575850" y="1363250"/>
                  </a:lnTo>
                  <a:lnTo>
                    <a:pt x="1575816" y="1363261"/>
                  </a:lnTo>
                  <a:lnTo>
                    <a:pt x="1575784" y="1363254"/>
                  </a:lnTo>
                  <a:lnTo>
                    <a:pt x="1575759" y="1363229"/>
                  </a:lnTo>
                  <a:lnTo>
                    <a:pt x="1575688" y="1363210"/>
                  </a:lnTo>
                  <a:lnTo>
                    <a:pt x="1575679" y="1363212"/>
                  </a:lnTo>
                  <a:lnTo>
                    <a:pt x="1575663" y="1363225"/>
                  </a:lnTo>
                  <a:lnTo>
                    <a:pt x="1575622" y="1363277"/>
                  </a:lnTo>
                  <a:lnTo>
                    <a:pt x="1575609" y="1363298"/>
                  </a:lnTo>
                  <a:lnTo>
                    <a:pt x="1575631" y="1363325"/>
                  </a:lnTo>
                  <a:lnTo>
                    <a:pt x="1575664" y="1363359"/>
                  </a:lnTo>
                  <a:lnTo>
                    <a:pt x="1575693" y="1363389"/>
                  </a:lnTo>
                  <a:lnTo>
                    <a:pt x="1575718" y="1363406"/>
                  </a:lnTo>
                  <a:lnTo>
                    <a:pt x="1575762" y="1363458"/>
                  </a:lnTo>
                  <a:lnTo>
                    <a:pt x="1575792" y="1363558"/>
                  </a:lnTo>
                  <a:lnTo>
                    <a:pt x="1575791" y="1363567"/>
                  </a:lnTo>
                  <a:lnTo>
                    <a:pt x="1575764" y="1363657"/>
                  </a:lnTo>
                  <a:lnTo>
                    <a:pt x="1575721" y="1363731"/>
                  </a:lnTo>
                  <a:lnTo>
                    <a:pt x="1575708" y="1363745"/>
                  </a:lnTo>
                  <a:lnTo>
                    <a:pt x="1575687" y="1363754"/>
                  </a:lnTo>
                  <a:lnTo>
                    <a:pt x="1575660" y="1363754"/>
                  </a:lnTo>
                  <a:lnTo>
                    <a:pt x="1575630" y="1363733"/>
                  </a:lnTo>
                  <a:lnTo>
                    <a:pt x="1575623" y="1363744"/>
                  </a:lnTo>
                  <a:lnTo>
                    <a:pt x="1575621" y="1363767"/>
                  </a:lnTo>
                  <a:lnTo>
                    <a:pt x="1575627" y="1363783"/>
                  </a:lnTo>
                  <a:lnTo>
                    <a:pt x="1575678" y="1363807"/>
                  </a:lnTo>
                  <a:lnTo>
                    <a:pt x="1575710" y="1363811"/>
                  </a:lnTo>
                  <a:lnTo>
                    <a:pt x="1575804" y="1363774"/>
                  </a:lnTo>
                  <a:lnTo>
                    <a:pt x="1575907" y="1363657"/>
                  </a:lnTo>
                  <a:lnTo>
                    <a:pt x="1575971" y="1363555"/>
                  </a:lnTo>
                  <a:lnTo>
                    <a:pt x="1575961" y="1363529"/>
                  </a:lnTo>
                  <a:lnTo>
                    <a:pt x="1575967" y="1363478"/>
                  </a:lnTo>
                  <a:lnTo>
                    <a:pt x="1576038" y="1363361"/>
                  </a:lnTo>
                  <a:lnTo>
                    <a:pt x="1576100" y="1363318"/>
                  </a:lnTo>
                  <a:lnTo>
                    <a:pt x="1576139" y="1363307"/>
                  </a:lnTo>
                  <a:lnTo>
                    <a:pt x="1576182" y="1363381"/>
                  </a:lnTo>
                  <a:lnTo>
                    <a:pt x="1576313" y="1363862"/>
                  </a:lnTo>
                  <a:lnTo>
                    <a:pt x="1576225" y="1363898"/>
                  </a:lnTo>
                  <a:lnTo>
                    <a:pt x="1576170" y="1363919"/>
                  </a:lnTo>
                  <a:lnTo>
                    <a:pt x="1576162" y="1363945"/>
                  </a:lnTo>
                  <a:lnTo>
                    <a:pt x="1576158" y="1363995"/>
                  </a:lnTo>
                  <a:lnTo>
                    <a:pt x="1576246" y="1364069"/>
                  </a:lnTo>
                  <a:lnTo>
                    <a:pt x="1576269" y="1364077"/>
                  </a:lnTo>
                  <a:lnTo>
                    <a:pt x="1576460" y="1364061"/>
                  </a:lnTo>
                  <a:lnTo>
                    <a:pt x="1576476" y="1364059"/>
                  </a:lnTo>
                  <a:lnTo>
                    <a:pt x="1576511" y="1364047"/>
                  </a:lnTo>
                  <a:lnTo>
                    <a:pt x="1576517" y="1363942"/>
                  </a:lnTo>
                  <a:lnTo>
                    <a:pt x="1576508" y="1363897"/>
                  </a:lnTo>
                  <a:lnTo>
                    <a:pt x="1576487" y="1363813"/>
                  </a:lnTo>
                  <a:lnTo>
                    <a:pt x="1576443" y="1363762"/>
                  </a:lnTo>
                  <a:lnTo>
                    <a:pt x="1576434" y="1363682"/>
                  </a:lnTo>
                  <a:lnTo>
                    <a:pt x="1576428" y="1363631"/>
                  </a:lnTo>
                  <a:lnTo>
                    <a:pt x="1576440" y="1363483"/>
                  </a:lnTo>
                  <a:lnTo>
                    <a:pt x="1576466" y="1363227"/>
                  </a:lnTo>
                  <a:lnTo>
                    <a:pt x="1576474" y="1363020"/>
                  </a:lnTo>
                  <a:lnTo>
                    <a:pt x="1576464" y="1362809"/>
                  </a:lnTo>
                  <a:lnTo>
                    <a:pt x="1576559" y="1362785"/>
                  </a:lnTo>
                  <a:lnTo>
                    <a:pt x="1576661" y="1362744"/>
                  </a:lnTo>
                  <a:lnTo>
                    <a:pt x="1576694" y="1362603"/>
                  </a:lnTo>
                  <a:lnTo>
                    <a:pt x="1576684" y="1362554"/>
                  </a:lnTo>
                  <a:lnTo>
                    <a:pt x="1576691" y="1362365"/>
                  </a:lnTo>
                  <a:lnTo>
                    <a:pt x="1576702" y="1362357"/>
                  </a:lnTo>
                  <a:lnTo>
                    <a:pt x="1576905" y="1362447"/>
                  </a:lnTo>
                  <a:lnTo>
                    <a:pt x="1576934" y="1362469"/>
                  </a:lnTo>
                  <a:lnTo>
                    <a:pt x="1577035" y="1362600"/>
                  </a:lnTo>
                  <a:lnTo>
                    <a:pt x="1577053" y="1362649"/>
                  </a:lnTo>
                  <a:lnTo>
                    <a:pt x="1577055" y="1362681"/>
                  </a:lnTo>
                  <a:lnTo>
                    <a:pt x="1577033" y="1362851"/>
                  </a:lnTo>
                  <a:lnTo>
                    <a:pt x="1576984" y="1362901"/>
                  </a:lnTo>
                  <a:lnTo>
                    <a:pt x="1576938" y="1362927"/>
                  </a:lnTo>
                  <a:lnTo>
                    <a:pt x="1576918" y="1362950"/>
                  </a:lnTo>
                  <a:lnTo>
                    <a:pt x="1576914" y="1363014"/>
                  </a:lnTo>
                  <a:lnTo>
                    <a:pt x="1576920" y="1363054"/>
                  </a:lnTo>
                  <a:lnTo>
                    <a:pt x="1577029" y="1363364"/>
                  </a:lnTo>
                  <a:lnTo>
                    <a:pt x="1577074" y="1363396"/>
                  </a:lnTo>
                  <a:lnTo>
                    <a:pt x="1577110" y="1363409"/>
                  </a:lnTo>
                  <a:lnTo>
                    <a:pt x="1577518" y="1363434"/>
                  </a:lnTo>
                  <a:lnTo>
                    <a:pt x="1577572" y="1363403"/>
                  </a:lnTo>
                  <a:lnTo>
                    <a:pt x="1577639" y="1363352"/>
                  </a:lnTo>
                  <a:lnTo>
                    <a:pt x="1577745" y="1363313"/>
                  </a:lnTo>
                  <a:lnTo>
                    <a:pt x="1577866" y="1363304"/>
                  </a:lnTo>
                  <a:lnTo>
                    <a:pt x="1578015" y="1363371"/>
                  </a:lnTo>
                  <a:lnTo>
                    <a:pt x="1578116" y="1363442"/>
                  </a:lnTo>
                  <a:lnTo>
                    <a:pt x="1578129" y="1363519"/>
                  </a:lnTo>
                  <a:lnTo>
                    <a:pt x="1578147" y="1363631"/>
                  </a:lnTo>
                  <a:lnTo>
                    <a:pt x="1578052" y="1363753"/>
                  </a:lnTo>
                  <a:lnTo>
                    <a:pt x="1578108" y="1363970"/>
                  </a:lnTo>
                  <a:lnTo>
                    <a:pt x="1578270" y="1364132"/>
                  </a:lnTo>
                  <a:lnTo>
                    <a:pt x="1578334" y="1364164"/>
                  </a:lnTo>
                  <a:lnTo>
                    <a:pt x="1578342" y="1364189"/>
                  </a:lnTo>
                  <a:lnTo>
                    <a:pt x="1578424" y="1364463"/>
                  </a:lnTo>
                  <a:lnTo>
                    <a:pt x="1578421" y="1364469"/>
                  </a:lnTo>
                  <a:lnTo>
                    <a:pt x="1578376" y="1364492"/>
                  </a:lnTo>
                  <a:lnTo>
                    <a:pt x="1578300" y="1364507"/>
                  </a:lnTo>
                  <a:lnTo>
                    <a:pt x="1578194" y="1364509"/>
                  </a:lnTo>
                  <a:lnTo>
                    <a:pt x="1578174" y="1364501"/>
                  </a:lnTo>
                  <a:lnTo>
                    <a:pt x="1578140" y="1364470"/>
                  </a:lnTo>
                  <a:lnTo>
                    <a:pt x="1578008" y="1364345"/>
                  </a:lnTo>
                  <a:lnTo>
                    <a:pt x="1577998" y="1364329"/>
                  </a:lnTo>
                  <a:lnTo>
                    <a:pt x="1578000" y="1364274"/>
                  </a:lnTo>
                  <a:lnTo>
                    <a:pt x="1578014" y="1364259"/>
                  </a:lnTo>
                  <a:lnTo>
                    <a:pt x="1578012" y="1364244"/>
                  </a:lnTo>
                  <a:lnTo>
                    <a:pt x="1577998" y="1364225"/>
                  </a:lnTo>
                  <a:lnTo>
                    <a:pt x="1577942" y="1364151"/>
                  </a:lnTo>
                  <a:lnTo>
                    <a:pt x="1577930" y="1364136"/>
                  </a:lnTo>
                  <a:lnTo>
                    <a:pt x="1577912" y="1364124"/>
                  </a:lnTo>
                  <a:lnTo>
                    <a:pt x="1577697" y="1364108"/>
                  </a:lnTo>
                  <a:lnTo>
                    <a:pt x="1577663" y="1364117"/>
                  </a:lnTo>
                  <a:lnTo>
                    <a:pt x="1577628" y="1364141"/>
                  </a:lnTo>
                  <a:lnTo>
                    <a:pt x="1577478" y="1364276"/>
                  </a:lnTo>
                  <a:lnTo>
                    <a:pt x="1577257" y="1364552"/>
                  </a:lnTo>
                  <a:lnTo>
                    <a:pt x="1577232" y="1364754"/>
                  </a:lnTo>
                  <a:lnTo>
                    <a:pt x="1577224" y="1364874"/>
                  </a:lnTo>
                  <a:lnTo>
                    <a:pt x="1577261" y="1365015"/>
                  </a:lnTo>
                  <a:lnTo>
                    <a:pt x="1577299" y="1365101"/>
                  </a:lnTo>
                  <a:lnTo>
                    <a:pt x="1577420" y="1365194"/>
                  </a:lnTo>
                  <a:lnTo>
                    <a:pt x="1577553" y="1365392"/>
                  </a:lnTo>
                  <a:lnTo>
                    <a:pt x="1577604" y="1365493"/>
                  </a:lnTo>
                  <a:lnTo>
                    <a:pt x="1577623" y="1365497"/>
                  </a:lnTo>
                  <a:lnTo>
                    <a:pt x="1577639" y="1365493"/>
                  </a:lnTo>
                  <a:lnTo>
                    <a:pt x="1577706" y="1365468"/>
                  </a:lnTo>
                  <a:lnTo>
                    <a:pt x="1577797" y="1365507"/>
                  </a:lnTo>
                  <a:lnTo>
                    <a:pt x="1577807" y="1365514"/>
                  </a:lnTo>
                  <a:lnTo>
                    <a:pt x="1577824" y="1365541"/>
                  </a:lnTo>
                  <a:lnTo>
                    <a:pt x="1577843" y="1365573"/>
                  </a:lnTo>
                  <a:lnTo>
                    <a:pt x="1577846" y="1365619"/>
                  </a:lnTo>
                  <a:lnTo>
                    <a:pt x="1577846" y="1365859"/>
                  </a:lnTo>
                  <a:lnTo>
                    <a:pt x="1577846" y="1366299"/>
                  </a:lnTo>
                  <a:lnTo>
                    <a:pt x="1577858" y="1366312"/>
                  </a:lnTo>
                  <a:lnTo>
                    <a:pt x="1577869" y="1366341"/>
                  </a:lnTo>
                  <a:lnTo>
                    <a:pt x="1577880" y="1366400"/>
                  </a:lnTo>
                  <a:lnTo>
                    <a:pt x="1577875" y="1366440"/>
                  </a:lnTo>
                  <a:lnTo>
                    <a:pt x="1577843" y="1366517"/>
                  </a:lnTo>
                  <a:lnTo>
                    <a:pt x="1577810" y="1366553"/>
                  </a:lnTo>
                  <a:lnTo>
                    <a:pt x="1577789" y="1366554"/>
                  </a:lnTo>
                  <a:lnTo>
                    <a:pt x="1577702" y="1366516"/>
                  </a:lnTo>
                  <a:lnTo>
                    <a:pt x="1577656" y="1366370"/>
                  </a:lnTo>
                  <a:lnTo>
                    <a:pt x="1577613" y="1366288"/>
                  </a:lnTo>
                  <a:lnTo>
                    <a:pt x="1577546" y="1366170"/>
                  </a:lnTo>
                  <a:lnTo>
                    <a:pt x="1577495" y="1366144"/>
                  </a:lnTo>
                  <a:lnTo>
                    <a:pt x="1577351" y="1366120"/>
                  </a:lnTo>
                  <a:lnTo>
                    <a:pt x="1577317" y="1366130"/>
                  </a:lnTo>
                  <a:lnTo>
                    <a:pt x="1577274" y="1366177"/>
                  </a:lnTo>
                  <a:lnTo>
                    <a:pt x="1577250" y="1366218"/>
                  </a:lnTo>
                  <a:lnTo>
                    <a:pt x="1577248" y="1366229"/>
                  </a:lnTo>
                  <a:lnTo>
                    <a:pt x="1577248" y="1366247"/>
                  </a:lnTo>
                  <a:lnTo>
                    <a:pt x="1577280" y="1366316"/>
                  </a:lnTo>
                  <a:lnTo>
                    <a:pt x="1577313" y="1366377"/>
                  </a:lnTo>
                  <a:lnTo>
                    <a:pt x="1577355" y="1366394"/>
                  </a:lnTo>
                  <a:lnTo>
                    <a:pt x="1577413" y="1366433"/>
                  </a:lnTo>
                  <a:lnTo>
                    <a:pt x="1577468" y="1366491"/>
                  </a:lnTo>
                  <a:lnTo>
                    <a:pt x="1577476" y="1366535"/>
                  </a:lnTo>
                  <a:lnTo>
                    <a:pt x="1577460" y="1366607"/>
                  </a:lnTo>
                  <a:lnTo>
                    <a:pt x="1577438" y="1366634"/>
                  </a:lnTo>
                  <a:lnTo>
                    <a:pt x="1577408" y="1366646"/>
                  </a:lnTo>
                  <a:lnTo>
                    <a:pt x="1577361" y="1366645"/>
                  </a:lnTo>
                  <a:lnTo>
                    <a:pt x="1577187" y="1366991"/>
                  </a:lnTo>
                  <a:lnTo>
                    <a:pt x="1577169" y="1367024"/>
                  </a:lnTo>
                  <a:lnTo>
                    <a:pt x="1577052" y="1367052"/>
                  </a:lnTo>
                  <a:lnTo>
                    <a:pt x="1576988" y="1367038"/>
                  </a:lnTo>
                  <a:lnTo>
                    <a:pt x="1576863" y="1366994"/>
                  </a:lnTo>
                  <a:lnTo>
                    <a:pt x="1576802" y="1367019"/>
                  </a:lnTo>
                  <a:lnTo>
                    <a:pt x="1576691" y="1367131"/>
                  </a:lnTo>
                  <a:lnTo>
                    <a:pt x="1576639" y="1367187"/>
                  </a:lnTo>
                  <a:lnTo>
                    <a:pt x="1576718" y="1367603"/>
                  </a:lnTo>
                  <a:lnTo>
                    <a:pt x="1576630" y="1367806"/>
                  </a:lnTo>
                  <a:lnTo>
                    <a:pt x="1576622" y="1367813"/>
                  </a:lnTo>
                  <a:lnTo>
                    <a:pt x="1576547" y="1367856"/>
                  </a:lnTo>
                  <a:lnTo>
                    <a:pt x="1576536" y="1367857"/>
                  </a:lnTo>
                  <a:lnTo>
                    <a:pt x="1576511" y="1367849"/>
                  </a:lnTo>
                  <a:lnTo>
                    <a:pt x="1576499" y="1367840"/>
                  </a:lnTo>
                  <a:lnTo>
                    <a:pt x="1576475" y="1367819"/>
                  </a:lnTo>
                  <a:lnTo>
                    <a:pt x="1576382" y="1367140"/>
                  </a:lnTo>
                  <a:lnTo>
                    <a:pt x="1576357" y="1367042"/>
                  </a:lnTo>
                  <a:lnTo>
                    <a:pt x="1576297" y="1367024"/>
                  </a:lnTo>
                  <a:lnTo>
                    <a:pt x="1576256" y="1367045"/>
                  </a:lnTo>
                  <a:lnTo>
                    <a:pt x="1576152" y="1367193"/>
                  </a:lnTo>
                  <a:lnTo>
                    <a:pt x="1576111" y="1367257"/>
                  </a:lnTo>
                  <a:lnTo>
                    <a:pt x="1576062" y="1367308"/>
                  </a:lnTo>
                  <a:lnTo>
                    <a:pt x="1576054" y="1367323"/>
                  </a:lnTo>
                  <a:lnTo>
                    <a:pt x="1575984" y="1367318"/>
                  </a:lnTo>
                  <a:lnTo>
                    <a:pt x="1575936" y="1367268"/>
                  </a:lnTo>
                  <a:lnTo>
                    <a:pt x="1575858" y="1367152"/>
                  </a:lnTo>
                  <a:lnTo>
                    <a:pt x="1575693" y="1366810"/>
                  </a:lnTo>
                  <a:lnTo>
                    <a:pt x="1575659" y="1366778"/>
                  </a:lnTo>
                  <a:lnTo>
                    <a:pt x="1575587" y="1366694"/>
                  </a:lnTo>
                  <a:lnTo>
                    <a:pt x="1575555" y="1366638"/>
                  </a:lnTo>
                  <a:lnTo>
                    <a:pt x="1575544" y="1366601"/>
                  </a:lnTo>
                  <a:lnTo>
                    <a:pt x="1575548" y="1366590"/>
                  </a:lnTo>
                  <a:lnTo>
                    <a:pt x="1575559" y="1366564"/>
                  </a:lnTo>
                  <a:lnTo>
                    <a:pt x="1575622" y="1366436"/>
                  </a:lnTo>
                  <a:lnTo>
                    <a:pt x="1575633" y="1366422"/>
                  </a:lnTo>
                  <a:lnTo>
                    <a:pt x="1575667" y="1366322"/>
                  </a:lnTo>
                  <a:lnTo>
                    <a:pt x="1575680" y="1366238"/>
                  </a:lnTo>
                  <a:lnTo>
                    <a:pt x="1575689" y="1366182"/>
                  </a:lnTo>
                  <a:lnTo>
                    <a:pt x="1575638" y="1366096"/>
                  </a:lnTo>
                  <a:lnTo>
                    <a:pt x="1575559" y="1366011"/>
                  </a:lnTo>
                  <a:lnTo>
                    <a:pt x="1575071" y="1365824"/>
                  </a:lnTo>
                  <a:lnTo>
                    <a:pt x="1574719" y="1365690"/>
                  </a:lnTo>
                  <a:lnTo>
                    <a:pt x="1574430" y="1365579"/>
                  </a:lnTo>
                  <a:lnTo>
                    <a:pt x="1574164" y="1365477"/>
                  </a:lnTo>
                  <a:lnTo>
                    <a:pt x="1573921" y="1365288"/>
                  </a:lnTo>
                  <a:lnTo>
                    <a:pt x="1573813" y="1365218"/>
                  </a:lnTo>
                  <a:lnTo>
                    <a:pt x="1573786" y="1365211"/>
                  </a:lnTo>
                  <a:lnTo>
                    <a:pt x="1573523" y="1365259"/>
                  </a:lnTo>
                  <a:lnTo>
                    <a:pt x="1573480" y="1365300"/>
                  </a:lnTo>
                  <a:lnTo>
                    <a:pt x="1573441" y="1365400"/>
                  </a:lnTo>
                  <a:lnTo>
                    <a:pt x="1573424" y="1365540"/>
                  </a:lnTo>
                  <a:lnTo>
                    <a:pt x="1573423" y="1365577"/>
                  </a:lnTo>
                  <a:lnTo>
                    <a:pt x="1573431" y="1365630"/>
                  </a:lnTo>
                  <a:lnTo>
                    <a:pt x="1573426" y="1365740"/>
                  </a:lnTo>
                  <a:lnTo>
                    <a:pt x="1573387" y="1366109"/>
                  </a:lnTo>
                  <a:lnTo>
                    <a:pt x="1573336" y="1366219"/>
                  </a:lnTo>
                  <a:lnTo>
                    <a:pt x="1573313" y="1366257"/>
                  </a:lnTo>
                  <a:lnTo>
                    <a:pt x="1573274" y="1366309"/>
                  </a:lnTo>
                  <a:lnTo>
                    <a:pt x="1573265" y="1366310"/>
                  </a:lnTo>
                  <a:lnTo>
                    <a:pt x="1573254" y="1366331"/>
                  </a:lnTo>
                  <a:lnTo>
                    <a:pt x="1573257" y="1366387"/>
                  </a:lnTo>
                  <a:lnTo>
                    <a:pt x="1573290" y="1366572"/>
                  </a:lnTo>
                  <a:lnTo>
                    <a:pt x="1573393" y="1366734"/>
                  </a:lnTo>
                  <a:lnTo>
                    <a:pt x="1573434" y="1366746"/>
                  </a:lnTo>
                  <a:lnTo>
                    <a:pt x="1573461" y="1366736"/>
                  </a:lnTo>
                  <a:lnTo>
                    <a:pt x="1573503" y="1366768"/>
                  </a:lnTo>
                  <a:lnTo>
                    <a:pt x="1573527" y="1366814"/>
                  </a:lnTo>
                  <a:lnTo>
                    <a:pt x="1573489" y="1366968"/>
                  </a:lnTo>
                  <a:lnTo>
                    <a:pt x="1573394" y="1367178"/>
                  </a:lnTo>
                  <a:lnTo>
                    <a:pt x="1573386" y="1367186"/>
                  </a:lnTo>
                  <a:lnTo>
                    <a:pt x="1573381" y="1367183"/>
                  </a:lnTo>
                  <a:lnTo>
                    <a:pt x="1573348" y="1367156"/>
                  </a:lnTo>
                  <a:lnTo>
                    <a:pt x="1573332" y="1367136"/>
                  </a:lnTo>
                  <a:lnTo>
                    <a:pt x="1573247" y="1366980"/>
                  </a:lnTo>
                  <a:lnTo>
                    <a:pt x="1573076" y="1366880"/>
                  </a:lnTo>
                  <a:lnTo>
                    <a:pt x="1573079" y="1366767"/>
                  </a:lnTo>
                  <a:lnTo>
                    <a:pt x="1573113" y="1366742"/>
                  </a:lnTo>
                  <a:lnTo>
                    <a:pt x="1573181" y="1366659"/>
                  </a:lnTo>
                  <a:lnTo>
                    <a:pt x="1573194" y="1366624"/>
                  </a:lnTo>
                  <a:lnTo>
                    <a:pt x="1573192" y="1366534"/>
                  </a:lnTo>
                  <a:lnTo>
                    <a:pt x="1573183" y="1366490"/>
                  </a:lnTo>
                  <a:lnTo>
                    <a:pt x="1573110" y="1366327"/>
                  </a:lnTo>
                  <a:lnTo>
                    <a:pt x="1573088" y="1366318"/>
                  </a:lnTo>
                  <a:lnTo>
                    <a:pt x="1572999" y="1366288"/>
                  </a:lnTo>
                  <a:lnTo>
                    <a:pt x="1572952" y="1366288"/>
                  </a:lnTo>
                  <a:lnTo>
                    <a:pt x="1572965" y="1366354"/>
                  </a:lnTo>
                  <a:lnTo>
                    <a:pt x="1572957" y="1366375"/>
                  </a:lnTo>
                  <a:lnTo>
                    <a:pt x="1572912" y="1366448"/>
                  </a:lnTo>
                  <a:lnTo>
                    <a:pt x="1572799" y="1366624"/>
                  </a:lnTo>
                  <a:lnTo>
                    <a:pt x="1572627" y="1366878"/>
                  </a:lnTo>
                  <a:lnTo>
                    <a:pt x="1572567" y="1366925"/>
                  </a:lnTo>
                  <a:lnTo>
                    <a:pt x="1572445" y="1367033"/>
                  </a:lnTo>
                  <a:lnTo>
                    <a:pt x="1572446" y="1367049"/>
                  </a:lnTo>
                  <a:lnTo>
                    <a:pt x="1572496" y="1367118"/>
                  </a:lnTo>
                  <a:lnTo>
                    <a:pt x="1572587" y="1367066"/>
                  </a:lnTo>
                  <a:lnTo>
                    <a:pt x="1572661" y="1367032"/>
                  </a:lnTo>
                  <a:lnTo>
                    <a:pt x="1572698" y="1367021"/>
                  </a:lnTo>
                  <a:lnTo>
                    <a:pt x="1572831" y="1367014"/>
                  </a:lnTo>
                  <a:lnTo>
                    <a:pt x="1572892" y="1367019"/>
                  </a:lnTo>
                  <a:lnTo>
                    <a:pt x="1572915" y="1367031"/>
                  </a:lnTo>
                  <a:lnTo>
                    <a:pt x="1573118" y="1367163"/>
                  </a:lnTo>
                  <a:lnTo>
                    <a:pt x="1573141" y="1367205"/>
                  </a:lnTo>
                  <a:lnTo>
                    <a:pt x="1573136" y="1367238"/>
                  </a:lnTo>
                  <a:lnTo>
                    <a:pt x="1573059" y="1367301"/>
                  </a:lnTo>
                  <a:lnTo>
                    <a:pt x="1573038" y="1367366"/>
                  </a:lnTo>
                  <a:lnTo>
                    <a:pt x="1573019" y="1367468"/>
                  </a:lnTo>
                  <a:lnTo>
                    <a:pt x="1573033" y="1367640"/>
                  </a:lnTo>
                  <a:lnTo>
                    <a:pt x="1573076" y="1367729"/>
                  </a:lnTo>
                  <a:lnTo>
                    <a:pt x="1573262" y="1368390"/>
                  </a:lnTo>
                  <a:lnTo>
                    <a:pt x="1573275" y="1368417"/>
                  </a:lnTo>
                  <a:lnTo>
                    <a:pt x="1573600" y="1368510"/>
                  </a:lnTo>
                  <a:lnTo>
                    <a:pt x="1574152" y="1368883"/>
                  </a:lnTo>
                  <a:lnTo>
                    <a:pt x="1574222" y="1368922"/>
                  </a:lnTo>
                  <a:lnTo>
                    <a:pt x="1574309" y="1368955"/>
                  </a:lnTo>
                  <a:lnTo>
                    <a:pt x="1574452" y="1368941"/>
                  </a:lnTo>
                  <a:lnTo>
                    <a:pt x="1574478" y="1368944"/>
                  </a:lnTo>
                  <a:lnTo>
                    <a:pt x="1574526" y="1369002"/>
                  </a:lnTo>
                  <a:lnTo>
                    <a:pt x="1574740" y="1369284"/>
                  </a:lnTo>
                  <a:lnTo>
                    <a:pt x="1574764" y="1369321"/>
                  </a:lnTo>
                  <a:lnTo>
                    <a:pt x="1574803" y="1369405"/>
                  </a:lnTo>
                  <a:lnTo>
                    <a:pt x="1574818" y="1369472"/>
                  </a:lnTo>
                  <a:lnTo>
                    <a:pt x="1574815" y="1369482"/>
                  </a:lnTo>
                  <a:lnTo>
                    <a:pt x="1574752" y="1369664"/>
                  </a:lnTo>
                  <a:lnTo>
                    <a:pt x="1574736" y="1369708"/>
                  </a:lnTo>
                  <a:lnTo>
                    <a:pt x="1574727" y="1369724"/>
                  </a:lnTo>
                  <a:lnTo>
                    <a:pt x="1574432" y="1369950"/>
                  </a:lnTo>
                  <a:lnTo>
                    <a:pt x="1574421" y="1369956"/>
                  </a:lnTo>
                  <a:lnTo>
                    <a:pt x="1574387" y="1369967"/>
                  </a:lnTo>
                  <a:lnTo>
                    <a:pt x="1574350" y="1369966"/>
                  </a:lnTo>
                  <a:lnTo>
                    <a:pt x="1574198" y="1369934"/>
                  </a:lnTo>
                  <a:lnTo>
                    <a:pt x="1574145" y="1369921"/>
                  </a:lnTo>
                  <a:lnTo>
                    <a:pt x="1574130" y="1369915"/>
                  </a:lnTo>
                  <a:lnTo>
                    <a:pt x="1574119" y="1369896"/>
                  </a:lnTo>
                  <a:lnTo>
                    <a:pt x="1574117" y="1369866"/>
                  </a:lnTo>
                  <a:lnTo>
                    <a:pt x="1574124" y="1369854"/>
                  </a:lnTo>
                  <a:lnTo>
                    <a:pt x="1574137" y="1369847"/>
                  </a:lnTo>
                  <a:lnTo>
                    <a:pt x="1574140" y="1369835"/>
                  </a:lnTo>
                  <a:lnTo>
                    <a:pt x="1574118" y="1369806"/>
                  </a:lnTo>
                  <a:lnTo>
                    <a:pt x="1574012" y="1369779"/>
                  </a:lnTo>
                  <a:lnTo>
                    <a:pt x="1573987" y="1369795"/>
                  </a:lnTo>
                  <a:lnTo>
                    <a:pt x="1573874" y="1369920"/>
                  </a:lnTo>
                  <a:lnTo>
                    <a:pt x="1573868" y="1369936"/>
                  </a:lnTo>
                  <a:lnTo>
                    <a:pt x="1573879" y="1370215"/>
                  </a:lnTo>
                  <a:lnTo>
                    <a:pt x="1573887" y="1370249"/>
                  </a:lnTo>
                  <a:lnTo>
                    <a:pt x="1573893" y="1370263"/>
                  </a:lnTo>
                  <a:lnTo>
                    <a:pt x="1574075" y="1370457"/>
                  </a:lnTo>
                  <a:lnTo>
                    <a:pt x="1574162" y="1370457"/>
                  </a:lnTo>
                  <a:lnTo>
                    <a:pt x="1574301" y="1370299"/>
                  </a:lnTo>
                  <a:lnTo>
                    <a:pt x="1574344" y="1370300"/>
                  </a:lnTo>
                  <a:lnTo>
                    <a:pt x="1574366" y="1370311"/>
                  </a:lnTo>
                  <a:lnTo>
                    <a:pt x="1574373" y="1370340"/>
                  </a:lnTo>
                  <a:lnTo>
                    <a:pt x="1574363" y="1370406"/>
                  </a:lnTo>
                  <a:lnTo>
                    <a:pt x="1574365" y="1370740"/>
                  </a:lnTo>
                  <a:lnTo>
                    <a:pt x="1574445" y="1370795"/>
                  </a:lnTo>
                  <a:lnTo>
                    <a:pt x="1574530" y="1370774"/>
                  </a:lnTo>
                  <a:lnTo>
                    <a:pt x="1574561" y="1370726"/>
                  </a:lnTo>
                  <a:lnTo>
                    <a:pt x="1574574" y="1370725"/>
                  </a:lnTo>
                  <a:lnTo>
                    <a:pt x="1574587" y="1370739"/>
                  </a:lnTo>
                  <a:lnTo>
                    <a:pt x="1574621" y="1370813"/>
                  </a:lnTo>
                  <a:lnTo>
                    <a:pt x="1574611" y="1370891"/>
                  </a:lnTo>
                  <a:lnTo>
                    <a:pt x="1574605" y="1370908"/>
                  </a:lnTo>
                  <a:lnTo>
                    <a:pt x="1574550" y="1370968"/>
                  </a:lnTo>
                  <a:lnTo>
                    <a:pt x="1574370" y="1371046"/>
                  </a:lnTo>
                  <a:lnTo>
                    <a:pt x="1574245" y="1371082"/>
                  </a:lnTo>
                  <a:lnTo>
                    <a:pt x="1574248" y="1371058"/>
                  </a:lnTo>
                  <a:lnTo>
                    <a:pt x="1574176" y="1370911"/>
                  </a:lnTo>
                  <a:lnTo>
                    <a:pt x="1573949" y="1370713"/>
                  </a:lnTo>
                  <a:lnTo>
                    <a:pt x="1573925" y="1370698"/>
                  </a:lnTo>
                  <a:lnTo>
                    <a:pt x="1573670" y="1370652"/>
                  </a:lnTo>
                  <a:lnTo>
                    <a:pt x="1573652" y="1370651"/>
                  </a:lnTo>
                  <a:lnTo>
                    <a:pt x="1573639" y="1370674"/>
                  </a:lnTo>
                  <a:lnTo>
                    <a:pt x="1573491" y="1370966"/>
                  </a:lnTo>
                  <a:lnTo>
                    <a:pt x="1573483" y="1370984"/>
                  </a:lnTo>
                  <a:lnTo>
                    <a:pt x="1573477" y="1371034"/>
                  </a:lnTo>
                  <a:lnTo>
                    <a:pt x="1573468" y="1371050"/>
                  </a:lnTo>
                  <a:lnTo>
                    <a:pt x="1573445" y="1371053"/>
                  </a:lnTo>
                  <a:lnTo>
                    <a:pt x="1573352" y="1371050"/>
                  </a:lnTo>
                  <a:lnTo>
                    <a:pt x="1573339" y="1371049"/>
                  </a:lnTo>
                  <a:lnTo>
                    <a:pt x="1573161" y="1370709"/>
                  </a:lnTo>
                  <a:lnTo>
                    <a:pt x="1573102" y="1370634"/>
                  </a:lnTo>
                  <a:lnTo>
                    <a:pt x="1573042" y="1370556"/>
                  </a:lnTo>
                  <a:lnTo>
                    <a:pt x="1572977" y="1370478"/>
                  </a:lnTo>
                  <a:lnTo>
                    <a:pt x="1572976" y="1370463"/>
                  </a:lnTo>
                  <a:lnTo>
                    <a:pt x="1572985" y="1370383"/>
                  </a:lnTo>
                  <a:lnTo>
                    <a:pt x="1573044" y="1370177"/>
                  </a:lnTo>
                  <a:lnTo>
                    <a:pt x="1573111" y="1370058"/>
                  </a:lnTo>
                  <a:lnTo>
                    <a:pt x="1573115" y="1369949"/>
                  </a:lnTo>
                  <a:lnTo>
                    <a:pt x="1573105" y="1369888"/>
                  </a:lnTo>
                  <a:lnTo>
                    <a:pt x="1573062" y="1369765"/>
                  </a:lnTo>
                  <a:lnTo>
                    <a:pt x="1572959" y="1369516"/>
                  </a:lnTo>
                  <a:lnTo>
                    <a:pt x="1572948" y="1369404"/>
                  </a:lnTo>
                  <a:lnTo>
                    <a:pt x="1572923" y="1369375"/>
                  </a:lnTo>
                  <a:lnTo>
                    <a:pt x="1572871" y="1369350"/>
                  </a:lnTo>
                  <a:lnTo>
                    <a:pt x="1572820" y="1369352"/>
                  </a:lnTo>
                  <a:lnTo>
                    <a:pt x="1572632" y="1369440"/>
                  </a:lnTo>
                  <a:lnTo>
                    <a:pt x="1572408" y="1369722"/>
                  </a:lnTo>
                  <a:lnTo>
                    <a:pt x="1572165" y="1370025"/>
                  </a:lnTo>
                  <a:lnTo>
                    <a:pt x="1572147" y="1370033"/>
                  </a:lnTo>
                  <a:lnTo>
                    <a:pt x="1572050" y="1370016"/>
                  </a:lnTo>
                  <a:lnTo>
                    <a:pt x="1572021" y="1370009"/>
                  </a:lnTo>
                  <a:lnTo>
                    <a:pt x="1571912" y="1369933"/>
                  </a:lnTo>
                  <a:lnTo>
                    <a:pt x="1571904" y="1369924"/>
                  </a:lnTo>
                  <a:lnTo>
                    <a:pt x="1571919" y="1369837"/>
                  </a:lnTo>
                  <a:lnTo>
                    <a:pt x="1571749" y="1369610"/>
                  </a:lnTo>
                  <a:lnTo>
                    <a:pt x="1571647" y="1369481"/>
                  </a:lnTo>
                  <a:lnTo>
                    <a:pt x="1571614" y="1369464"/>
                  </a:lnTo>
                  <a:lnTo>
                    <a:pt x="1571454" y="1369292"/>
                  </a:lnTo>
                  <a:lnTo>
                    <a:pt x="1571360" y="1369172"/>
                  </a:lnTo>
                  <a:lnTo>
                    <a:pt x="1571341" y="1369145"/>
                  </a:lnTo>
                  <a:lnTo>
                    <a:pt x="1571273" y="1369129"/>
                  </a:lnTo>
                  <a:lnTo>
                    <a:pt x="1571212" y="1369146"/>
                  </a:lnTo>
                  <a:lnTo>
                    <a:pt x="1571157" y="1369193"/>
                  </a:lnTo>
                  <a:lnTo>
                    <a:pt x="1571154" y="1369203"/>
                  </a:lnTo>
                  <a:lnTo>
                    <a:pt x="1571103" y="1369259"/>
                  </a:lnTo>
                  <a:lnTo>
                    <a:pt x="1571090" y="1369263"/>
                  </a:lnTo>
                  <a:lnTo>
                    <a:pt x="1571083" y="1369258"/>
                  </a:lnTo>
                  <a:lnTo>
                    <a:pt x="1571015" y="1369196"/>
                  </a:lnTo>
                  <a:lnTo>
                    <a:pt x="1570977" y="1369158"/>
                  </a:lnTo>
                  <a:lnTo>
                    <a:pt x="1570964" y="1369136"/>
                  </a:lnTo>
                  <a:lnTo>
                    <a:pt x="1570356" y="1368518"/>
                  </a:lnTo>
                  <a:lnTo>
                    <a:pt x="1570235" y="1368660"/>
                  </a:lnTo>
                  <a:lnTo>
                    <a:pt x="1570178" y="1368770"/>
                  </a:lnTo>
                  <a:lnTo>
                    <a:pt x="1570171" y="1368943"/>
                  </a:lnTo>
                  <a:lnTo>
                    <a:pt x="1570170" y="1368970"/>
                  </a:lnTo>
                  <a:lnTo>
                    <a:pt x="1570250" y="1369039"/>
                  </a:lnTo>
                  <a:lnTo>
                    <a:pt x="1570222" y="1369283"/>
                  </a:lnTo>
                  <a:lnTo>
                    <a:pt x="1570166" y="1369325"/>
                  </a:lnTo>
                  <a:lnTo>
                    <a:pt x="1570122" y="1369354"/>
                  </a:lnTo>
                  <a:lnTo>
                    <a:pt x="1570103" y="1369363"/>
                  </a:lnTo>
                  <a:lnTo>
                    <a:pt x="1569878" y="1369461"/>
                  </a:lnTo>
                  <a:lnTo>
                    <a:pt x="1569696" y="1369604"/>
                  </a:lnTo>
                  <a:lnTo>
                    <a:pt x="1569602" y="1369681"/>
                  </a:lnTo>
                  <a:lnTo>
                    <a:pt x="1569524" y="1369700"/>
                  </a:lnTo>
                  <a:lnTo>
                    <a:pt x="1569434" y="1369706"/>
                  </a:lnTo>
                  <a:lnTo>
                    <a:pt x="1569423" y="1369702"/>
                  </a:lnTo>
                  <a:lnTo>
                    <a:pt x="1569305" y="1369712"/>
                  </a:lnTo>
                  <a:lnTo>
                    <a:pt x="1569281" y="1369714"/>
                  </a:lnTo>
                  <a:lnTo>
                    <a:pt x="1569280" y="1369704"/>
                  </a:lnTo>
                  <a:lnTo>
                    <a:pt x="1569126" y="1369657"/>
                  </a:lnTo>
                  <a:lnTo>
                    <a:pt x="1569065" y="1369637"/>
                  </a:lnTo>
                  <a:lnTo>
                    <a:pt x="1568921" y="1369555"/>
                  </a:lnTo>
                  <a:lnTo>
                    <a:pt x="1568763" y="1369465"/>
                  </a:lnTo>
                  <a:lnTo>
                    <a:pt x="1568746" y="1369453"/>
                  </a:lnTo>
                  <a:lnTo>
                    <a:pt x="1568723" y="1369424"/>
                  </a:lnTo>
                  <a:lnTo>
                    <a:pt x="1568724" y="1369323"/>
                  </a:lnTo>
                  <a:lnTo>
                    <a:pt x="1568752" y="1369256"/>
                  </a:lnTo>
                  <a:lnTo>
                    <a:pt x="1568835" y="1369256"/>
                  </a:lnTo>
                  <a:lnTo>
                    <a:pt x="1568940" y="1369096"/>
                  </a:lnTo>
                  <a:lnTo>
                    <a:pt x="1568940" y="1368724"/>
                  </a:lnTo>
                  <a:lnTo>
                    <a:pt x="1568919" y="1368667"/>
                  </a:lnTo>
                  <a:lnTo>
                    <a:pt x="1568752" y="1368667"/>
                  </a:lnTo>
                  <a:lnTo>
                    <a:pt x="1568489" y="1368631"/>
                  </a:lnTo>
                  <a:lnTo>
                    <a:pt x="1568362" y="1368615"/>
                  </a:lnTo>
                  <a:lnTo>
                    <a:pt x="1568072" y="1368578"/>
                  </a:lnTo>
                  <a:lnTo>
                    <a:pt x="1567924" y="1368607"/>
                  </a:lnTo>
                  <a:lnTo>
                    <a:pt x="1567763" y="1368636"/>
                  </a:lnTo>
                  <a:lnTo>
                    <a:pt x="1567462" y="1368462"/>
                  </a:lnTo>
                  <a:lnTo>
                    <a:pt x="1567458" y="1368424"/>
                  </a:lnTo>
                  <a:lnTo>
                    <a:pt x="1567501" y="1368359"/>
                  </a:lnTo>
                  <a:lnTo>
                    <a:pt x="1567573" y="1368296"/>
                  </a:lnTo>
                  <a:lnTo>
                    <a:pt x="1567622" y="1368241"/>
                  </a:lnTo>
                  <a:lnTo>
                    <a:pt x="1567651" y="1368199"/>
                  </a:lnTo>
                  <a:lnTo>
                    <a:pt x="1567658" y="1368161"/>
                  </a:lnTo>
                  <a:lnTo>
                    <a:pt x="1567565" y="1367848"/>
                  </a:lnTo>
                  <a:lnTo>
                    <a:pt x="1567531" y="1367735"/>
                  </a:lnTo>
                  <a:lnTo>
                    <a:pt x="1567393" y="1367275"/>
                  </a:lnTo>
                  <a:lnTo>
                    <a:pt x="1567260" y="1367007"/>
                  </a:lnTo>
                  <a:lnTo>
                    <a:pt x="1567142" y="1366774"/>
                  </a:lnTo>
                  <a:lnTo>
                    <a:pt x="1567107" y="1366578"/>
                  </a:lnTo>
                  <a:lnTo>
                    <a:pt x="1567100" y="1366558"/>
                  </a:lnTo>
                  <a:lnTo>
                    <a:pt x="1567070" y="1366513"/>
                  </a:lnTo>
                  <a:lnTo>
                    <a:pt x="1567048" y="1366486"/>
                  </a:lnTo>
                  <a:lnTo>
                    <a:pt x="1566969" y="1366445"/>
                  </a:lnTo>
                  <a:lnTo>
                    <a:pt x="1566848" y="1366382"/>
                  </a:lnTo>
                  <a:lnTo>
                    <a:pt x="1566619" y="1366388"/>
                  </a:lnTo>
                  <a:lnTo>
                    <a:pt x="1566612" y="1366395"/>
                  </a:lnTo>
                  <a:lnTo>
                    <a:pt x="1566607" y="1366399"/>
                  </a:lnTo>
                  <a:lnTo>
                    <a:pt x="1566599" y="1366406"/>
                  </a:lnTo>
                  <a:lnTo>
                    <a:pt x="1566526" y="1366424"/>
                  </a:lnTo>
                  <a:lnTo>
                    <a:pt x="1566283" y="1366464"/>
                  </a:lnTo>
                  <a:lnTo>
                    <a:pt x="1566108" y="1366460"/>
                  </a:lnTo>
                  <a:lnTo>
                    <a:pt x="1566049" y="1366454"/>
                  </a:lnTo>
                  <a:lnTo>
                    <a:pt x="1566026" y="1366447"/>
                  </a:lnTo>
                  <a:lnTo>
                    <a:pt x="1565955" y="1366396"/>
                  </a:lnTo>
                  <a:lnTo>
                    <a:pt x="1565929" y="1366385"/>
                  </a:lnTo>
                  <a:lnTo>
                    <a:pt x="1565902" y="1366378"/>
                  </a:lnTo>
                  <a:lnTo>
                    <a:pt x="1565850" y="1366381"/>
                  </a:lnTo>
                  <a:lnTo>
                    <a:pt x="1565654" y="1366450"/>
                  </a:lnTo>
                  <a:lnTo>
                    <a:pt x="1565620" y="1366469"/>
                  </a:lnTo>
                  <a:lnTo>
                    <a:pt x="1565521" y="1366551"/>
                  </a:lnTo>
                  <a:lnTo>
                    <a:pt x="1565506" y="1366579"/>
                  </a:lnTo>
                  <a:lnTo>
                    <a:pt x="1565516" y="1366603"/>
                  </a:lnTo>
                  <a:lnTo>
                    <a:pt x="1565504" y="1366622"/>
                  </a:lnTo>
                  <a:lnTo>
                    <a:pt x="1565401" y="1366636"/>
                  </a:lnTo>
                  <a:lnTo>
                    <a:pt x="1565344" y="1366628"/>
                  </a:lnTo>
                  <a:lnTo>
                    <a:pt x="1565255" y="1366602"/>
                  </a:lnTo>
                  <a:lnTo>
                    <a:pt x="1565224" y="1366553"/>
                  </a:lnTo>
                  <a:lnTo>
                    <a:pt x="1565099" y="1366504"/>
                  </a:lnTo>
                  <a:lnTo>
                    <a:pt x="1565087" y="1366504"/>
                  </a:lnTo>
                  <a:lnTo>
                    <a:pt x="1565006" y="1366529"/>
                  </a:lnTo>
                  <a:lnTo>
                    <a:pt x="1564890" y="1366600"/>
                  </a:lnTo>
                  <a:lnTo>
                    <a:pt x="1564809" y="1366684"/>
                  </a:lnTo>
                  <a:lnTo>
                    <a:pt x="1564625" y="1366752"/>
                  </a:lnTo>
                  <a:lnTo>
                    <a:pt x="1564607" y="1366757"/>
                  </a:lnTo>
                  <a:lnTo>
                    <a:pt x="1564289" y="1366859"/>
                  </a:lnTo>
                  <a:lnTo>
                    <a:pt x="1564013" y="1366955"/>
                  </a:lnTo>
                  <a:lnTo>
                    <a:pt x="1563926" y="1366978"/>
                  </a:lnTo>
                  <a:lnTo>
                    <a:pt x="1563776" y="1366989"/>
                  </a:lnTo>
                  <a:lnTo>
                    <a:pt x="1563711" y="1366983"/>
                  </a:lnTo>
                  <a:lnTo>
                    <a:pt x="1563610" y="1366953"/>
                  </a:lnTo>
                  <a:lnTo>
                    <a:pt x="1563532" y="1366921"/>
                  </a:lnTo>
                  <a:lnTo>
                    <a:pt x="1563467" y="1366828"/>
                  </a:lnTo>
                  <a:lnTo>
                    <a:pt x="1563467" y="1366819"/>
                  </a:lnTo>
                  <a:lnTo>
                    <a:pt x="1563410" y="1366733"/>
                  </a:lnTo>
                  <a:lnTo>
                    <a:pt x="1563329" y="1366637"/>
                  </a:lnTo>
                  <a:lnTo>
                    <a:pt x="1563161" y="1366563"/>
                  </a:lnTo>
                  <a:lnTo>
                    <a:pt x="1563130" y="1366550"/>
                  </a:lnTo>
                  <a:lnTo>
                    <a:pt x="1563096" y="1366550"/>
                  </a:lnTo>
                  <a:lnTo>
                    <a:pt x="1563055" y="1366562"/>
                  </a:lnTo>
                  <a:lnTo>
                    <a:pt x="1562769" y="1366696"/>
                  </a:lnTo>
                  <a:lnTo>
                    <a:pt x="1562707" y="1366699"/>
                  </a:lnTo>
                  <a:lnTo>
                    <a:pt x="1562661" y="1366624"/>
                  </a:lnTo>
                  <a:lnTo>
                    <a:pt x="1562239" y="1366177"/>
                  </a:lnTo>
                  <a:lnTo>
                    <a:pt x="1561988" y="1366028"/>
                  </a:lnTo>
                  <a:lnTo>
                    <a:pt x="1561864" y="1365828"/>
                  </a:lnTo>
                  <a:lnTo>
                    <a:pt x="1561550" y="1365954"/>
                  </a:lnTo>
                  <a:lnTo>
                    <a:pt x="1561547" y="1365978"/>
                  </a:lnTo>
                  <a:lnTo>
                    <a:pt x="1561711" y="1366305"/>
                  </a:lnTo>
                  <a:lnTo>
                    <a:pt x="1561384" y="1366222"/>
                  </a:lnTo>
                  <a:lnTo>
                    <a:pt x="1561086" y="1366217"/>
                  </a:lnTo>
                  <a:lnTo>
                    <a:pt x="1560934" y="1366324"/>
                  </a:lnTo>
                  <a:lnTo>
                    <a:pt x="1560740" y="1366791"/>
                  </a:lnTo>
                  <a:lnTo>
                    <a:pt x="1560559" y="1366841"/>
                  </a:lnTo>
                  <a:lnTo>
                    <a:pt x="1560345" y="1366809"/>
                  </a:lnTo>
                  <a:lnTo>
                    <a:pt x="1560053" y="1366599"/>
                  </a:lnTo>
                  <a:lnTo>
                    <a:pt x="1559715" y="1366330"/>
                  </a:lnTo>
                  <a:lnTo>
                    <a:pt x="1559654" y="1366278"/>
                  </a:lnTo>
                  <a:lnTo>
                    <a:pt x="1559489" y="1366107"/>
                  </a:lnTo>
                  <a:lnTo>
                    <a:pt x="1559482" y="1366084"/>
                  </a:lnTo>
                  <a:lnTo>
                    <a:pt x="1559484" y="1366070"/>
                  </a:lnTo>
                  <a:lnTo>
                    <a:pt x="1559517" y="1366011"/>
                  </a:lnTo>
                  <a:lnTo>
                    <a:pt x="1559555" y="1365971"/>
                  </a:lnTo>
                  <a:lnTo>
                    <a:pt x="1559617" y="1365958"/>
                  </a:lnTo>
                  <a:lnTo>
                    <a:pt x="1559643" y="1365941"/>
                  </a:lnTo>
                  <a:lnTo>
                    <a:pt x="1559664" y="1365912"/>
                  </a:lnTo>
                  <a:lnTo>
                    <a:pt x="1559685" y="1365857"/>
                  </a:lnTo>
                  <a:lnTo>
                    <a:pt x="1559719" y="1365671"/>
                  </a:lnTo>
                  <a:lnTo>
                    <a:pt x="1559717" y="1365610"/>
                  </a:lnTo>
                  <a:lnTo>
                    <a:pt x="1559696" y="1365533"/>
                  </a:lnTo>
                  <a:lnTo>
                    <a:pt x="1559684" y="1365504"/>
                  </a:lnTo>
                  <a:lnTo>
                    <a:pt x="1559620" y="1365415"/>
                  </a:lnTo>
                  <a:lnTo>
                    <a:pt x="1559532" y="1365355"/>
                  </a:lnTo>
                  <a:lnTo>
                    <a:pt x="1559499" y="1365077"/>
                  </a:lnTo>
                  <a:lnTo>
                    <a:pt x="1559464" y="1364972"/>
                  </a:lnTo>
                  <a:lnTo>
                    <a:pt x="1559405" y="1364890"/>
                  </a:lnTo>
                  <a:lnTo>
                    <a:pt x="1559386" y="1364872"/>
                  </a:lnTo>
                  <a:lnTo>
                    <a:pt x="1559284" y="1364852"/>
                  </a:lnTo>
                  <a:lnTo>
                    <a:pt x="1559196" y="1364859"/>
                  </a:lnTo>
                  <a:lnTo>
                    <a:pt x="1559006" y="1364791"/>
                  </a:lnTo>
                  <a:lnTo>
                    <a:pt x="1558974" y="1364773"/>
                  </a:lnTo>
                  <a:lnTo>
                    <a:pt x="1558970" y="1364764"/>
                  </a:lnTo>
                  <a:lnTo>
                    <a:pt x="1558971" y="1364734"/>
                  </a:lnTo>
                  <a:lnTo>
                    <a:pt x="1559095" y="1364580"/>
                  </a:lnTo>
                  <a:lnTo>
                    <a:pt x="1559424" y="1364220"/>
                  </a:lnTo>
                  <a:lnTo>
                    <a:pt x="1559439" y="1364126"/>
                  </a:lnTo>
                  <a:lnTo>
                    <a:pt x="1559461" y="1364102"/>
                  </a:lnTo>
                  <a:lnTo>
                    <a:pt x="1559772" y="1363994"/>
                  </a:lnTo>
                  <a:lnTo>
                    <a:pt x="1559847" y="1363983"/>
                  </a:lnTo>
                  <a:lnTo>
                    <a:pt x="1559928" y="1363992"/>
                  </a:lnTo>
                  <a:lnTo>
                    <a:pt x="1560051" y="1363970"/>
                  </a:lnTo>
                  <a:lnTo>
                    <a:pt x="1560361" y="1363871"/>
                  </a:lnTo>
                  <a:lnTo>
                    <a:pt x="1560647" y="1363665"/>
                  </a:lnTo>
                  <a:lnTo>
                    <a:pt x="1560718" y="1363489"/>
                  </a:lnTo>
                  <a:lnTo>
                    <a:pt x="1560749" y="1363298"/>
                  </a:lnTo>
                  <a:lnTo>
                    <a:pt x="1560983" y="1362970"/>
                  </a:lnTo>
                  <a:lnTo>
                    <a:pt x="1561127" y="1362836"/>
                  </a:lnTo>
                  <a:lnTo>
                    <a:pt x="1561422" y="1362717"/>
                  </a:lnTo>
                  <a:lnTo>
                    <a:pt x="1561676" y="1362638"/>
                  </a:lnTo>
                  <a:lnTo>
                    <a:pt x="1561836" y="1362531"/>
                  </a:lnTo>
                  <a:lnTo>
                    <a:pt x="1561931" y="1362421"/>
                  </a:lnTo>
                  <a:lnTo>
                    <a:pt x="1562016" y="1362135"/>
                  </a:lnTo>
                  <a:lnTo>
                    <a:pt x="1562190" y="1361860"/>
                  </a:lnTo>
                  <a:lnTo>
                    <a:pt x="1562324" y="1361760"/>
                  </a:lnTo>
                  <a:lnTo>
                    <a:pt x="1562482" y="1361642"/>
                  </a:lnTo>
                  <a:lnTo>
                    <a:pt x="1562595" y="1361280"/>
                  </a:lnTo>
                  <a:lnTo>
                    <a:pt x="1562597" y="1361275"/>
                  </a:lnTo>
                  <a:lnTo>
                    <a:pt x="1562603" y="1361267"/>
                  </a:lnTo>
                  <a:lnTo>
                    <a:pt x="1562683" y="1361158"/>
                  </a:lnTo>
                  <a:lnTo>
                    <a:pt x="1562699" y="1361141"/>
                  </a:lnTo>
                  <a:lnTo>
                    <a:pt x="1562725" y="1361115"/>
                  </a:lnTo>
                  <a:lnTo>
                    <a:pt x="1562728" y="1361112"/>
                  </a:lnTo>
                  <a:lnTo>
                    <a:pt x="1562769" y="1361121"/>
                  </a:lnTo>
                  <a:lnTo>
                    <a:pt x="1562816" y="1361110"/>
                  </a:lnTo>
                  <a:lnTo>
                    <a:pt x="1562839" y="1361110"/>
                  </a:lnTo>
                  <a:lnTo>
                    <a:pt x="1562867" y="1361111"/>
                  </a:lnTo>
                  <a:lnTo>
                    <a:pt x="1562891" y="1361116"/>
                  </a:lnTo>
                  <a:lnTo>
                    <a:pt x="1562905" y="1361123"/>
                  </a:lnTo>
                  <a:lnTo>
                    <a:pt x="1562920" y="1361137"/>
                  </a:lnTo>
                  <a:lnTo>
                    <a:pt x="1562929" y="1361148"/>
                  </a:lnTo>
                  <a:lnTo>
                    <a:pt x="1562934" y="1361154"/>
                  </a:lnTo>
                  <a:lnTo>
                    <a:pt x="1562952" y="1361157"/>
                  </a:lnTo>
                  <a:lnTo>
                    <a:pt x="1562957" y="1361161"/>
                  </a:lnTo>
                  <a:lnTo>
                    <a:pt x="1562971" y="1361173"/>
                  </a:lnTo>
                  <a:lnTo>
                    <a:pt x="1562983" y="1361178"/>
                  </a:lnTo>
                  <a:lnTo>
                    <a:pt x="1562995" y="1361182"/>
                  </a:lnTo>
                  <a:lnTo>
                    <a:pt x="1563013" y="1361183"/>
                  </a:lnTo>
                  <a:lnTo>
                    <a:pt x="1563032" y="1361185"/>
                  </a:lnTo>
                  <a:lnTo>
                    <a:pt x="1563043" y="1361184"/>
                  </a:lnTo>
                  <a:lnTo>
                    <a:pt x="1563048" y="1361184"/>
                  </a:lnTo>
                  <a:lnTo>
                    <a:pt x="1563059" y="1361184"/>
                  </a:lnTo>
                  <a:lnTo>
                    <a:pt x="1563064" y="1361185"/>
                  </a:lnTo>
                  <a:lnTo>
                    <a:pt x="1563068" y="1361191"/>
                  </a:lnTo>
                  <a:lnTo>
                    <a:pt x="1563070" y="1361197"/>
                  </a:lnTo>
                  <a:lnTo>
                    <a:pt x="1563074" y="1361201"/>
                  </a:lnTo>
                  <a:lnTo>
                    <a:pt x="1563099" y="1361209"/>
                  </a:lnTo>
                  <a:lnTo>
                    <a:pt x="1563117" y="1361213"/>
                  </a:lnTo>
                  <a:lnTo>
                    <a:pt x="1563120" y="1361217"/>
                  </a:lnTo>
                  <a:lnTo>
                    <a:pt x="1563120" y="1361221"/>
                  </a:lnTo>
                  <a:lnTo>
                    <a:pt x="1563127" y="1361229"/>
                  </a:lnTo>
                  <a:lnTo>
                    <a:pt x="1563134" y="1361232"/>
                  </a:lnTo>
                  <a:lnTo>
                    <a:pt x="1563143" y="1361233"/>
                  </a:lnTo>
                  <a:lnTo>
                    <a:pt x="1563156" y="1361232"/>
                  </a:lnTo>
                  <a:lnTo>
                    <a:pt x="1563171" y="1361228"/>
                  </a:lnTo>
                  <a:lnTo>
                    <a:pt x="1563186" y="1361226"/>
                  </a:lnTo>
                  <a:lnTo>
                    <a:pt x="1563211" y="1361232"/>
                  </a:lnTo>
                  <a:lnTo>
                    <a:pt x="1563223" y="1361232"/>
                  </a:lnTo>
                  <a:lnTo>
                    <a:pt x="1563240" y="1361223"/>
                  </a:lnTo>
                  <a:lnTo>
                    <a:pt x="1563262" y="1361210"/>
                  </a:lnTo>
                  <a:lnTo>
                    <a:pt x="1563270" y="1361212"/>
                  </a:lnTo>
                  <a:lnTo>
                    <a:pt x="1563262" y="1361222"/>
                  </a:lnTo>
                  <a:lnTo>
                    <a:pt x="1563218" y="1361256"/>
                  </a:lnTo>
                  <a:lnTo>
                    <a:pt x="1563212" y="1361265"/>
                  </a:lnTo>
                  <a:lnTo>
                    <a:pt x="1563213" y="1361270"/>
                  </a:lnTo>
                  <a:lnTo>
                    <a:pt x="1563221" y="1361325"/>
                  </a:lnTo>
                  <a:lnTo>
                    <a:pt x="1563219" y="1361370"/>
                  </a:lnTo>
                  <a:lnTo>
                    <a:pt x="1563208" y="1361518"/>
                  </a:lnTo>
                  <a:lnTo>
                    <a:pt x="1563198" y="1361545"/>
                  </a:lnTo>
                  <a:lnTo>
                    <a:pt x="1563198" y="1361558"/>
                  </a:lnTo>
                  <a:lnTo>
                    <a:pt x="1563200" y="1361586"/>
                  </a:lnTo>
                  <a:lnTo>
                    <a:pt x="1563198" y="1361597"/>
                  </a:lnTo>
                  <a:lnTo>
                    <a:pt x="1563166" y="1361699"/>
                  </a:lnTo>
                  <a:lnTo>
                    <a:pt x="1563169" y="1361704"/>
                  </a:lnTo>
                  <a:lnTo>
                    <a:pt x="1563195" y="1361741"/>
                  </a:lnTo>
                  <a:lnTo>
                    <a:pt x="1563210" y="1361761"/>
                  </a:lnTo>
                  <a:lnTo>
                    <a:pt x="1563222" y="1361778"/>
                  </a:lnTo>
                  <a:lnTo>
                    <a:pt x="1563230" y="1361785"/>
                  </a:lnTo>
                  <a:lnTo>
                    <a:pt x="1563243" y="1361796"/>
                  </a:lnTo>
                  <a:lnTo>
                    <a:pt x="1563249" y="1361808"/>
                  </a:lnTo>
                  <a:lnTo>
                    <a:pt x="1563254" y="1361817"/>
                  </a:lnTo>
                  <a:lnTo>
                    <a:pt x="1563266" y="1361834"/>
                  </a:lnTo>
                  <a:lnTo>
                    <a:pt x="1563269" y="1361840"/>
                  </a:lnTo>
                  <a:lnTo>
                    <a:pt x="1563276" y="1361841"/>
                  </a:lnTo>
                  <a:lnTo>
                    <a:pt x="1563285" y="1361839"/>
                  </a:lnTo>
                  <a:lnTo>
                    <a:pt x="1563299" y="1361834"/>
                  </a:lnTo>
                  <a:lnTo>
                    <a:pt x="1563310" y="1361827"/>
                  </a:lnTo>
                  <a:lnTo>
                    <a:pt x="1563321" y="1361817"/>
                  </a:lnTo>
                  <a:lnTo>
                    <a:pt x="1563328" y="1361808"/>
                  </a:lnTo>
                  <a:lnTo>
                    <a:pt x="1563347" y="1361786"/>
                  </a:lnTo>
                  <a:lnTo>
                    <a:pt x="1563375" y="1361754"/>
                  </a:lnTo>
                  <a:lnTo>
                    <a:pt x="1563382" y="1361744"/>
                  </a:lnTo>
                  <a:lnTo>
                    <a:pt x="1563395" y="1361727"/>
                  </a:lnTo>
                  <a:lnTo>
                    <a:pt x="1563457" y="1361651"/>
                  </a:lnTo>
                  <a:lnTo>
                    <a:pt x="1563515" y="1361612"/>
                  </a:lnTo>
                  <a:lnTo>
                    <a:pt x="1563619" y="1361579"/>
                  </a:lnTo>
                  <a:lnTo>
                    <a:pt x="1563627" y="1361569"/>
                  </a:lnTo>
                  <a:lnTo>
                    <a:pt x="1563662" y="1361557"/>
                  </a:lnTo>
                  <a:lnTo>
                    <a:pt x="1563692" y="1361547"/>
                  </a:lnTo>
                  <a:lnTo>
                    <a:pt x="1563694" y="1361552"/>
                  </a:lnTo>
                  <a:lnTo>
                    <a:pt x="1563698" y="1361553"/>
                  </a:lnTo>
                  <a:lnTo>
                    <a:pt x="1563707" y="1361551"/>
                  </a:lnTo>
                  <a:lnTo>
                    <a:pt x="1563712" y="1361551"/>
                  </a:lnTo>
                  <a:lnTo>
                    <a:pt x="1563717" y="1361555"/>
                  </a:lnTo>
                  <a:lnTo>
                    <a:pt x="1563721" y="1361562"/>
                  </a:lnTo>
                  <a:lnTo>
                    <a:pt x="1563723" y="1361567"/>
                  </a:lnTo>
                  <a:lnTo>
                    <a:pt x="1563725" y="1361577"/>
                  </a:lnTo>
                  <a:lnTo>
                    <a:pt x="1563730" y="1361598"/>
                  </a:lnTo>
                  <a:lnTo>
                    <a:pt x="1563732" y="1361606"/>
                  </a:lnTo>
                  <a:lnTo>
                    <a:pt x="1563735" y="1361620"/>
                  </a:lnTo>
                  <a:lnTo>
                    <a:pt x="1563738" y="1361623"/>
                  </a:lnTo>
                  <a:lnTo>
                    <a:pt x="1563742" y="1361628"/>
                  </a:lnTo>
                  <a:lnTo>
                    <a:pt x="1563747" y="1361633"/>
                  </a:lnTo>
                  <a:lnTo>
                    <a:pt x="1563752" y="1361640"/>
                  </a:lnTo>
                  <a:lnTo>
                    <a:pt x="1563755" y="1361642"/>
                  </a:lnTo>
                  <a:lnTo>
                    <a:pt x="1563763" y="1361638"/>
                  </a:lnTo>
                  <a:lnTo>
                    <a:pt x="1563768" y="1361635"/>
                  </a:lnTo>
                  <a:lnTo>
                    <a:pt x="1563768" y="1361630"/>
                  </a:lnTo>
                  <a:lnTo>
                    <a:pt x="1563776" y="1361611"/>
                  </a:lnTo>
                  <a:lnTo>
                    <a:pt x="1563781" y="1361602"/>
                  </a:lnTo>
                  <a:lnTo>
                    <a:pt x="1563785" y="1361589"/>
                  </a:lnTo>
                  <a:lnTo>
                    <a:pt x="1563787" y="1361579"/>
                  </a:lnTo>
                  <a:lnTo>
                    <a:pt x="1563788" y="1361572"/>
                  </a:lnTo>
                  <a:lnTo>
                    <a:pt x="1563827" y="1361527"/>
                  </a:lnTo>
                  <a:lnTo>
                    <a:pt x="1563834" y="1361524"/>
                  </a:lnTo>
                  <a:lnTo>
                    <a:pt x="1563844" y="1361528"/>
                  </a:lnTo>
                  <a:lnTo>
                    <a:pt x="1563857" y="1361543"/>
                  </a:lnTo>
                  <a:lnTo>
                    <a:pt x="1563862" y="1361552"/>
                  </a:lnTo>
                  <a:lnTo>
                    <a:pt x="1563884" y="1361595"/>
                  </a:lnTo>
                  <a:lnTo>
                    <a:pt x="1563885" y="1361600"/>
                  </a:lnTo>
                  <a:lnTo>
                    <a:pt x="1563899" y="1361601"/>
                  </a:lnTo>
                  <a:lnTo>
                    <a:pt x="1563931" y="1361600"/>
                  </a:lnTo>
                  <a:lnTo>
                    <a:pt x="1563949" y="1361596"/>
                  </a:lnTo>
                  <a:lnTo>
                    <a:pt x="1563955" y="1361573"/>
                  </a:lnTo>
                  <a:lnTo>
                    <a:pt x="1563963" y="1361546"/>
                  </a:lnTo>
                  <a:lnTo>
                    <a:pt x="1563958" y="1361541"/>
                  </a:lnTo>
                  <a:lnTo>
                    <a:pt x="1563958" y="1361535"/>
                  </a:lnTo>
                  <a:lnTo>
                    <a:pt x="1563967" y="1361520"/>
                  </a:lnTo>
                  <a:lnTo>
                    <a:pt x="1563973" y="1361517"/>
                  </a:lnTo>
                  <a:lnTo>
                    <a:pt x="1564002" y="1361515"/>
                  </a:lnTo>
                  <a:lnTo>
                    <a:pt x="1564042" y="1361514"/>
                  </a:lnTo>
                  <a:lnTo>
                    <a:pt x="1564048" y="1361508"/>
                  </a:lnTo>
                  <a:lnTo>
                    <a:pt x="1564046" y="1361503"/>
                  </a:lnTo>
                  <a:lnTo>
                    <a:pt x="1564046" y="1361494"/>
                  </a:lnTo>
                  <a:lnTo>
                    <a:pt x="1564051" y="1361491"/>
                  </a:lnTo>
                  <a:lnTo>
                    <a:pt x="1564049" y="1361471"/>
                  </a:lnTo>
                  <a:lnTo>
                    <a:pt x="1564044" y="1361457"/>
                  </a:lnTo>
                  <a:lnTo>
                    <a:pt x="1564037" y="1361442"/>
                  </a:lnTo>
                  <a:lnTo>
                    <a:pt x="1563999" y="1361196"/>
                  </a:lnTo>
                  <a:lnTo>
                    <a:pt x="1564045" y="1361036"/>
                  </a:lnTo>
                  <a:lnTo>
                    <a:pt x="1564064" y="1360968"/>
                  </a:lnTo>
                  <a:lnTo>
                    <a:pt x="1564109" y="1360794"/>
                  </a:lnTo>
                  <a:lnTo>
                    <a:pt x="1564079" y="1360752"/>
                  </a:lnTo>
                  <a:lnTo>
                    <a:pt x="1564080" y="1360723"/>
                  </a:lnTo>
                  <a:lnTo>
                    <a:pt x="1564092" y="1360709"/>
                  </a:lnTo>
                  <a:lnTo>
                    <a:pt x="1564235" y="1360591"/>
                  </a:lnTo>
                  <a:lnTo>
                    <a:pt x="1564281" y="1360566"/>
                  </a:lnTo>
                  <a:lnTo>
                    <a:pt x="1564301" y="1360559"/>
                  </a:lnTo>
                  <a:lnTo>
                    <a:pt x="1564311" y="1360557"/>
                  </a:lnTo>
                  <a:lnTo>
                    <a:pt x="1564318" y="1360556"/>
                  </a:lnTo>
                  <a:lnTo>
                    <a:pt x="1564356" y="1360546"/>
                  </a:lnTo>
                  <a:lnTo>
                    <a:pt x="1564399" y="1360534"/>
                  </a:lnTo>
                  <a:lnTo>
                    <a:pt x="1564405" y="1360536"/>
                  </a:lnTo>
                  <a:lnTo>
                    <a:pt x="1564423" y="1360527"/>
                  </a:lnTo>
                  <a:lnTo>
                    <a:pt x="1564441" y="1360518"/>
                  </a:lnTo>
                  <a:lnTo>
                    <a:pt x="1564445" y="1360512"/>
                  </a:lnTo>
                  <a:lnTo>
                    <a:pt x="1564460" y="1360481"/>
                  </a:lnTo>
                  <a:lnTo>
                    <a:pt x="1564456" y="1360460"/>
                  </a:lnTo>
                  <a:lnTo>
                    <a:pt x="1564457" y="1360453"/>
                  </a:lnTo>
                  <a:lnTo>
                    <a:pt x="1564459" y="1360438"/>
                  </a:lnTo>
                  <a:lnTo>
                    <a:pt x="1564463" y="1360431"/>
                  </a:lnTo>
                  <a:lnTo>
                    <a:pt x="1564441" y="1360424"/>
                  </a:lnTo>
                  <a:lnTo>
                    <a:pt x="1564414" y="1360417"/>
                  </a:lnTo>
                  <a:lnTo>
                    <a:pt x="1564409" y="1360415"/>
                  </a:lnTo>
                  <a:lnTo>
                    <a:pt x="1564403" y="1360413"/>
                  </a:lnTo>
                  <a:lnTo>
                    <a:pt x="1564304" y="1360389"/>
                  </a:lnTo>
                  <a:lnTo>
                    <a:pt x="1564285" y="1360378"/>
                  </a:lnTo>
                  <a:lnTo>
                    <a:pt x="1564244" y="1360368"/>
                  </a:lnTo>
                  <a:lnTo>
                    <a:pt x="1564194" y="1360358"/>
                  </a:lnTo>
                  <a:lnTo>
                    <a:pt x="1564101" y="1360336"/>
                  </a:lnTo>
                  <a:lnTo>
                    <a:pt x="1564095" y="1360325"/>
                  </a:lnTo>
                  <a:lnTo>
                    <a:pt x="1564080" y="1360267"/>
                  </a:lnTo>
                  <a:lnTo>
                    <a:pt x="1564070" y="1360248"/>
                  </a:lnTo>
                  <a:lnTo>
                    <a:pt x="1564045" y="1360197"/>
                  </a:lnTo>
                  <a:lnTo>
                    <a:pt x="1564038" y="1360175"/>
                  </a:lnTo>
                  <a:lnTo>
                    <a:pt x="1564035" y="1360168"/>
                  </a:lnTo>
                  <a:lnTo>
                    <a:pt x="1564028" y="1360147"/>
                  </a:lnTo>
                  <a:lnTo>
                    <a:pt x="1564028" y="1360125"/>
                  </a:lnTo>
                  <a:lnTo>
                    <a:pt x="1564027" y="1360089"/>
                  </a:lnTo>
                  <a:lnTo>
                    <a:pt x="1564010" y="1360064"/>
                  </a:lnTo>
                  <a:lnTo>
                    <a:pt x="1563979" y="1360025"/>
                  </a:lnTo>
                  <a:lnTo>
                    <a:pt x="1563956" y="1359988"/>
                  </a:lnTo>
                  <a:lnTo>
                    <a:pt x="1563936" y="1359959"/>
                  </a:lnTo>
                  <a:lnTo>
                    <a:pt x="1563900" y="1359913"/>
                  </a:lnTo>
                  <a:lnTo>
                    <a:pt x="1563862" y="1359869"/>
                  </a:lnTo>
                  <a:lnTo>
                    <a:pt x="1563821" y="1359826"/>
                  </a:lnTo>
                  <a:lnTo>
                    <a:pt x="1563789" y="1359792"/>
                  </a:lnTo>
                  <a:lnTo>
                    <a:pt x="1563320" y="1359619"/>
                  </a:lnTo>
                  <a:lnTo>
                    <a:pt x="1563294" y="1359606"/>
                  </a:lnTo>
                  <a:lnTo>
                    <a:pt x="1563201" y="1359550"/>
                  </a:lnTo>
                  <a:lnTo>
                    <a:pt x="1563192" y="1359545"/>
                  </a:lnTo>
                  <a:lnTo>
                    <a:pt x="1563184" y="1359541"/>
                  </a:lnTo>
                  <a:lnTo>
                    <a:pt x="1563135" y="1359514"/>
                  </a:lnTo>
                  <a:lnTo>
                    <a:pt x="1563116" y="1359505"/>
                  </a:lnTo>
                  <a:lnTo>
                    <a:pt x="1563097" y="1359493"/>
                  </a:lnTo>
                  <a:lnTo>
                    <a:pt x="1563092" y="1359490"/>
                  </a:lnTo>
                  <a:lnTo>
                    <a:pt x="1563086" y="1359487"/>
                  </a:lnTo>
                  <a:lnTo>
                    <a:pt x="1563068" y="1359474"/>
                  </a:lnTo>
                  <a:lnTo>
                    <a:pt x="1563062" y="1359468"/>
                  </a:lnTo>
                  <a:lnTo>
                    <a:pt x="1563056" y="1359463"/>
                  </a:lnTo>
                  <a:lnTo>
                    <a:pt x="1563040" y="1359453"/>
                  </a:lnTo>
                  <a:lnTo>
                    <a:pt x="1563022" y="1359444"/>
                  </a:lnTo>
                  <a:lnTo>
                    <a:pt x="1563012" y="1359438"/>
                  </a:lnTo>
                  <a:lnTo>
                    <a:pt x="1562990" y="1359425"/>
                  </a:lnTo>
                  <a:lnTo>
                    <a:pt x="1562941" y="1359393"/>
                  </a:lnTo>
                  <a:lnTo>
                    <a:pt x="1562930" y="1359385"/>
                  </a:lnTo>
                  <a:lnTo>
                    <a:pt x="1562925" y="1359383"/>
                  </a:lnTo>
                  <a:lnTo>
                    <a:pt x="1562921" y="1359381"/>
                  </a:lnTo>
                  <a:lnTo>
                    <a:pt x="1562915" y="1359377"/>
                  </a:lnTo>
                  <a:lnTo>
                    <a:pt x="1562901" y="1359367"/>
                  </a:lnTo>
                  <a:lnTo>
                    <a:pt x="1562810" y="1359342"/>
                  </a:lnTo>
                  <a:lnTo>
                    <a:pt x="1562799" y="1359340"/>
                  </a:lnTo>
                  <a:lnTo>
                    <a:pt x="1562792" y="1359341"/>
                  </a:lnTo>
                  <a:lnTo>
                    <a:pt x="1562774" y="1359343"/>
                  </a:lnTo>
                  <a:lnTo>
                    <a:pt x="1562769" y="1359343"/>
                  </a:lnTo>
                  <a:lnTo>
                    <a:pt x="1562727" y="1359356"/>
                  </a:lnTo>
                  <a:lnTo>
                    <a:pt x="1562677" y="1359372"/>
                  </a:lnTo>
                  <a:lnTo>
                    <a:pt x="1562653" y="1359388"/>
                  </a:lnTo>
                  <a:lnTo>
                    <a:pt x="1562714" y="1359513"/>
                  </a:lnTo>
                  <a:lnTo>
                    <a:pt x="1562715" y="1359530"/>
                  </a:lnTo>
                  <a:lnTo>
                    <a:pt x="1562710" y="1359540"/>
                  </a:lnTo>
                  <a:lnTo>
                    <a:pt x="1562576" y="1359620"/>
                  </a:lnTo>
                  <a:lnTo>
                    <a:pt x="1561175" y="1359673"/>
                  </a:lnTo>
                  <a:lnTo>
                    <a:pt x="1560917" y="1359683"/>
                  </a:lnTo>
                  <a:lnTo>
                    <a:pt x="1560899" y="1359683"/>
                  </a:lnTo>
                  <a:lnTo>
                    <a:pt x="1560864" y="1359653"/>
                  </a:lnTo>
                  <a:lnTo>
                    <a:pt x="1560840" y="1359690"/>
                  </a:lnTo>
                  <a:lnTo>
                    <a:pt x="1560750" y="1361030"/>
                  </a:lnTo>
                  <a:lnTo>
                    <a:pt x="1560745" y="1361039"/>
                  </a:lnTo>
                  <a:lnTo>
                    <a:pt x="1560343" y="1361375"/>
                  </a:lnTo>
                  <a:lnTo>
                    <a:pt x="1560161" y="1361485"/>
                  </a:lnTo>
                  <a:lnTo>
                    <a:pt x="1560104" y="1361520"/>
                  </a:lnTo>
                  <a:lnTo>
                    <a:pt x="1559744" y="1361425"/>
                  </a:lnTo>
                  <a:lnTo>
                    <a:pt x="1559549" y="1361419"/>
                  </a:lnTo>
                  <a:lnTo>
                    <a:pt x="1559206" y="1361598"/>
                  </a:lnTo>
                  <a:lnTo>
                    <a:pt x="1559029" y="1361744"/>
                  </a:lnTo>
                  <a:lnTo>
                    <a:pt x="1558884" y="1361913"/>
                  </a:lnTo>
                  <a:lnTo>
                    <a:pt x="1558692" y="1362137"/>
                  </a:lnTo>
                  <a:lnTo>
                    <a:pt x="1558757" y="1362494"/>
                  </a:lnTo>
                  <a:lnTo>
                    <a:pt x="1558404" y="1362992"/>
                  </a:lnTo>
                  <a:lnTo>
                    <a:pt x="1558357" y="1362898"/>
                  </a:lnTo>
                  <a:lnTo>
                    <a:pt x="1558102" y="1362394"/>
                  </a:lnTo>
                  <a:lnTo>
                    <a:pt x="1557806" y="1361740"/>
                  </a:lnTo>
                  <a:lnTo>
                    <a:pt x="1557787" y="1361663"/>
                  </a:lnTo>
                  <a:lnTo>
                    <a:pt x="1557623" y="1361137"/>
                  </a:lnTo>
                  <a:lnTo>
                    <a:pt x="1557480" y="1360697"/>
                  </a:lnTo>
                  <a:lnTo>
                    <a:pt x="1557489" y="1360642"/>
                  </a:lnTo>
                  <a:lnTo>
                    <a:pt x="1557513" y="1360585"/>
                  </a:lnTo>
                  <a:lnTo>
                    <a:pt x="1557553" y="1360545"/>
                  </a:lnTo>
                  <a:lnTo>
                    <a:pt x="1557554" y="1360527"/>
                  </a:lnTo>
                  <a:lnTo>
                    <a:pt x="1557456" y="1360094"/>
                  </a:lnTo>
                  <a:lnTo>
                    <a:pt x="1557480" y="1359932"/>
                  </a:lnTo>
                  <a:lnTo>
                    <a:pt x="1557718" y="1359793"/>
                  </a:lnTo>
                  <a:lnTo>
                    <a:pt x="1558171" y="1359513"/>
                  </a:lnTo>
                  <a:lnTo>
                    <a:pt x="1558307" y="1359327"/>
                  </a:lnTo>
                  <a:lnTo>
                    <a:pt x="1558354" y="1359169"/>
                  </a:lnTo>
                  <a:lnTo>
                    <a:pt x="1558370" y="1359115"/>
                  </a:lnTo>
                  <a:lnTo>
                    <a:pt x="1558536" y="1358730"/>
                  </a:lnTo>
                  <a:lnTo>
                    <a:pt x="1558034" y="1358599"/>
                  </a:lnTo>
                  <a:lnTo>
                    <a:pt x="1557982" y="1358625"/>
                  </a:lnTo>
                  <a:lnTo>
                    <a:pt x="1557941" y="1358645"/>
                  </a:lnTo>
                  <a:lnTo>
                    <a:pt x="1557823" y="1358597"/>
                  </a:lnTo>
                  <a:lnTo>
                    <a:pt x="1557749" y="1358505"/>
                  </a:lnTo>
                  <a:lnTo>
                    <a:pt x="1557611" y="1358333"/>
                  </a:lnTo>
                  <a:lnTo>
                    <a:pt x="1557479" y="1358144"/>
                  </a:lnTo>
                  <a:lnTo>
                    <a:pt x="1557385" y="1358231"/>
                  </a:lnTo>
                  <a:lnTo>
                    <a:pt x="1557371" y="1358261"/>
                  </a:lnTo>
                  <a:lnTo>
                    <a:pt x="1557658" y="1359340"/>
                  </a:lnTo>
                  <a:lnTo>
                    <a:pt x="1557655" y="1359359"/>
                  </a:lnTo>
                  <a:lnTo>
                    <a:pt x="1557497" y="1359460"/>
                  </a:lnTo>
                  <a:lnTo>
                    <a:pt x="1557285" y="1359548"/>
                  </a:lnTo>
                  <a:lnTo>
                    <a:pt x="1556901" y="1358144"/>
                  </a:lnTo>
                  <a:lnTo>
                    <a:pt x="1556890" y="1358105"/>
                  </a:lnTo>
                  <a:lnTo>
                    <a:pt x="1556730" y="1357977"/>
                  </a:lnTo>
                  <a:lnTo>
                    <a:pt x="1556721" y="1357970"/>
                  </a:lnTo>
                  <a:lnTo>
                    <a:pt x="1556422" y="1357455"/>
                  </a:lnTo>
                  <a:lnTo>
                    <a:pt x="1556563" y="1357381"/>
                  </a:lnTo>
                  <a:lnTo>
                    <a:pt x="1556564" y="1357371"/>
                  </a:lnTo>
                  <a:lnTo>
                    <a:pt x="1556275" y="1357100"/>
                  </a:lnTo>
                  <a:lnTo>
                    <a:pt x="1556244" y="1357049"/>
                  </a:lnTo>
                  <a:lnTo>
                    <a:pt x="1556240" y="1357007"/>
                  </a:lnTo>
                  <a:lnTo>
                    <a:pt x="1556244" y="1356980"/>
                  </a:lnTo>
                  <a:lnTo>
                    <a:pt x="1556333" y="1356819"/>
                  </a:lnTo>
                  <a:lnTo>
                    <a:pt x="1555901" y="1355793"/>
                  </a:lnTo>
                  <a:lnTo>
                    <a:pt x="1555897" y="1355783"/>
                  </a:lnTo>
                  <a:lnTo>
                    <a:pt x="1555335" y="1356006"/>
                  </a:lnTo>
                  <a:lnTo>
                    <a:pt x="1554993" y="1355117"/>
                  </a:lnTo>
                  <a:lnTo>
                    <a:pt x="1554500" y="1354100"/>
                  </a:lnTo>
                  <a:lnTo>
                    <a:pt x="1553831" y="1353002"/>
                  </a:lnTo>
                  <a:lnTo>
                    <a:pt x="1553713" y="1352793"/>
                  </a:lnTo>
                  <a:lnTo>
                    <a:pt x="1553729" y="1352771"/>
                  </a:lnTo>
                  <a:lnTo>
                    <a:pt x="1553729" y="1352765"/>
                  </a:lnTo>
                  <a:lnTo>
                    <a:pt x="1553735" y="1352755"/>
                  </a:lnTo>
                  <a:lnTo>
                    <a:pt x="1553670" y="1352625"/>
                  </a:lnTo>
                  <a:lnTo>
                    <a:pt x="1553497" y="1352661"/>
                  </a:lnTo>
                  <a:lnTo>
                    <a:pt x="1553277" y="1352309"/>
                  </a:lnTo>
                  <a:lnTo>
                    <a:pt x="1553277" y="1352300"/>
                  </a:lnTo>
                  <a:lnTo>
                    <a:pt x="1553277" y="1352293"/>
                  </a:lnTo>
                  <a:lnTo>
                    <a:pt x="1553275" y="1352289"/>
                  </a:lnTo>
                  <a:lnTo>
                    <a:pt x="1553272" y="1352282"/>
                  </a:lnTo>
                  <a:lnTo>
                    <a:pt x="1553223" y="1351999"/>
                  </a:lnTo>
                  <a:lnTo>
                    <a:pt x="1553215" y="1351538"/>
                  </a:lnTo>
                  <a:lnTo>
                    <a:pt x="1553212" y="1351508"/>
                  </a:lnTo>
                  <a:lnTo>
                    <a:pt x="1553213" y="1351502"/>
                  </a:lnTo>
                  <a:lnTo>
                    <a:pt x="1553213" y="1351497"/>
                  </a:lnTo>
                  <a:lnTo>
                    <a:pt x="1553212" y="1351492"/>
                  </a:lnTo>
                  <a:lnTo>
                    <a:pt x="1553211" y="1351487"/>
                  </a:lnTo>
                  <a:lnTo>
                    <a:pt x="1553209" y="1351482"/>
                  </a:lnTo>
                  <a:lnTo>
                    <a:pt x="1553191" y="1351318"/>
                  </a:lnTo>
                  <a:lnTo>
                    <a:pt x="1553186" y="1351132"/>
                  </a:lnTo>
                  <a:lnTo>
                    <a:pt x="1553226" y="1350973"/>
                  </a:lnTo>
                  <a:lnTo>
                    <a:pt x="1553232" y="1350947"/>
                  </a:lnTo>
                  <a:lnTo>
                    <a:pt x="1553326" y="1350574"/>
                  </a:lnTo>
                  <a:lnTo>
                    <a:pt x="1553320" y="1350482"/>
                  </a:lnTo>
                  <a:lnTo>
                    <a:pt x="1553358" y="1350351"/>
                  </a:lnTo>
                  <a:lnTo>
                    <a:pt x="1553387" y="1350249"/>
                  </a:lnTo>
                  <a:lnTo>
                    <a:pt x="1553499" y="1350123"/>
                  </a:lnTo>
                  <a:lnTo>
                    <a:pt x="1553559" y="1350066"/>
                  </a:lnTo>
                  <a:lnTo>
                    <a:pt x="1553662" y="1349986"/>
                  </a:lnTo>
                  <a:lnTo>
                    <a:pt x="1553674" y="1349966"/>
                  </a:lnTo>
                  <a:lnTo>
                    <a:pt x="1553668" y="1349960"/>
                  </a:lnTo>
                  <a:lnTo>
                    <a:pt x="1553652" y="1349948"/>
                  </a:lnTo>
                  <a:lnTo>
                    <a:pt x="1553618" y="1349920"/>
                  </a:lnTo>
                  <a:lnTo>
                    <a:pt x="1553603" y="1349907"/>
                  </a:lnTo>
                  <a:lnTo>
                    <a:pt x="1553544" y="1349942"/>
                  </a:lnTo>
                  <a:lnTo>
                    <a:pt x="1553480" y="1349989"/>
                  </a:lnTo>
                  <a:lnTo>
                    <a:pt x="1553473" y="1349994"/>
                  </a:lnTo>
                  <a:lnTo>
                    <a:pt x="1553368" y="1350076"/>
                  </a:lnTo>
                  <a:lnTo>
                    <a:pt x="1553332" y="1350104"/>
                  </a:lnTo>
                  <a:lnTo>
                    <a:pt x="1553301" y="1350128"/>
                  </a:lnTo>
                  <a:lnTo>
                    <a:pt x="1553072" y="1350379"/>
                  </a:lnTo>
                  <a:lnTo>
                    <a:pt x="1553063" y="1350378"/>
                  </a:lnTo>
                  <a:lnTo>
                    <a:pt x="1552868" y="1350197"/>
                  </a:lnTo>
                  <a:lnTo>
                    <a:pt x="1552431" y="1349859"/>
                  </a:lnTo>
                  <a:lnTo>
                    <a:pt x="1552321" y="1349775"/>
                  </a:lnTo>
                  <a:lnTo>
                    <a:pt x="1552062" y="1349576"/>
                  </a:lnTo>
                  <a:lnTo>
                    <a:pt x="1552043" y="1349587"/>
                  </a:lnTo>
                  <a:lnTo>
                    <a:pt x="1551933" y="1349694"/>
                  </a:lnTo>
                  <a:lnTo>
                    <a:pt x="1551913" y="1349699"/>
                  </a:lnTo>
                  <a:lnTo>
                    <a:pt x="1551815" y="1349571"/>
                  </a:lnTo>
                  <a:lnTo>
                    <a:pt x="1551669" y="1349381"/>
                  </a:lnTo>
                  <a:lnTo>
                    <a:pt x="1551673" y="1349364"/>
                  </a:lnTo>
                  <a:lnTo>
                    <a:pt x="1551719" y="1349300"/>
                  </a:lnTo>
                  <a:lnTo>
                    <a:pt x="1551701" y="1349286"/>
                  </a:lnTo>
                  <a:lnTo>
                    <a:pt x="1551686" y="1349274"/>
                  </a:lnTo>
                  <a:lnTo>
                    <a:pt x="1551659" y="1349324"/>
                  </a:lnTo>
                  <a:lnTo>
                    <a:pt x="1551624" y="1349390"/>
                  </a:lnTo>
                  <a:lnTo>
                    <a:pt x="1551634" y="1349465"/>
                  </a:lnTo>
                  <a:lnTo>
                    <a:pt x="1551636" y="1349480"/>
                  </a:lnTo>
                  <a:lnTo>
                    <a:pt x="1551680" y="1349770"/>
                  </a:lnTo>
                  <a:lnTo>
                    <a:pt x="1551682" y="1349842"/>
                  </a:lnTo>
                  <a:lnTo>
                    <a:pt x="1551634" y="1349962"/>
                  </a:lnTo>
                  <a:lnTo>
                    <a:pt x="1551607" y="1349984"/>
                  </a:lnTo>
                  <a:lnTo>
                    <a:pt x="1551589" y="1349989"/>
                  </a:lnTo>
                  <a:lnTo>
                    <a:pt x="1551465" y="1349989"/>
                  </a:lnTo>
                  <a:lnTo>
                    <a:pt x="1550393" y="1349956"/>
                  </a:lnTo>
                  <a:lnTo>
                    <a:pt x="1549920" y="1349895"/>
                  </a:lnTo>
                  <a:lnTo>
                    <a:pt x="1549877" y="1349866"/>
                  </a:lnTo>
                  <a:lnTo>
                    <a:pt x="1549783" y="1349791"/>
                  </a:lnTo>
                  <a:lnTo>
                    <a:pt x="1549661" y="1349543"/>
                  </a:lnTo>
                  <a:lnTo>
                    <a:pt x="1549669" y="1349499"/>
                  </a:lnTo>
                  <a:lnTo>
                    <a:pt x="1549665" y="1349482"/>
                  </a:lnTo>
                  <a:lnTo>
                    <a:pt x="1549607" y="1349437"/>
                  </a:lnTo>
                  <a:lnTo>
                    <a:pt x="1549598" y="1349442"/>
                  </a:lnTo>
                  <a:lnTo>
                    <a:pt x="1549573" y="1349416"/>
                  </a:lnTo>
                  <a:lnTo>
                    <a:pt x="1549517" y="1349265"/>
                  </a:lnTo>
                  <a:lnTo>
                    <a:pt x="1549517" y="1349254"/>
                  </a:lnTo>
                  <a:lnTo>
                    <a:pt x="1549540" y="1349236"/>
                  </a:lnTo>
                  <a:lnTo>
                    <a:pt x="1549534" y="1349194"/>
                  </a:lnTo>
                  <a:lnTo>
                    <a:pt x="1549052" y="1349236"/>
                  </a:lnTo>
                  <a:lnTo>
                    <a:pt x="1548045" y="1349324"/>
                  </a:lnTo>
                  <a:lnTo>
                    <a:pt x="1548044" y="1349368"/>
                  </a:lnTo>
                  <a:lnTo>
                    <a:pt x="1548083" y="1349535"/>
                  </a:lnTo>
                  <a:lnTo>
                    <a:pt x="1547632" y="1349941"/>
                  </a:lnTo>
                  <a:lnTo>
                    <a:pt x="1547161" y="1349985"/>
                  </a:lnTo>
                  <a:lnTo>
                    <a:pt x="1546731" y="1349999"/>
                  </a:lnTo>
                  <a:lnTo>
                    <a:pt x="1546709" y="1350060"/>
                  </a:lnTo>
                  <a:lnTo>
                    <a:pt x="1546262" y="1350067"/>
                  </a:lnTo>
                  <a:lnTo>
                    <a:pt x="1545972" y="1349953"/>
                  </a:lnTo>
                  <a:lnTo>
                    <a:pt x="1545678" y="1349693"/>
                  </a:lnTo>
                  <a:lnTo>
                    <a:pt x="1545412" y="1350044"/>
                  </a:lnTo>
                  <a:lnTo>
                    <a:pt x="1545650" y="1350336"/>
                  </a:lnTo>
                  <a:lnTo>
                    <a:pt x="1545719" y="1350318"/>
                  </a:lnTo>
                  <a:lnTo>
                    <a:pt x="1545915" y="1350455"/>
                  </a:lnTo>
                  <a:lnTo>
                    <a:pt x="1545926" y="1350470"/>
                  </a:lnTo>
                  <a:lnTo>
                    <a:pt x="1546137" y="1350751"/>
                  </a:lnTo>
                  <a:lnTo>
                    <a:pt x="1546078" y="1350823"/>
                  </a:lnTo>
                  <a:lnTo>
                    <a:pt x="1546326" y="1351069"/>
                  </a:lnTo>
                  <a:lnTo>
                    <a:pt x="1546363" y="1351111"/>
                  </a:lnTo>
                  <a:lnTo>
                    <a:pt x="1546371" y="1351120"/>
                  </a:lnTo>
                  <a:lnTo>
                    <a:pt x="1546643" y="1351812"/>
                  </a:lnTo>
                  <a:lnTo>
                    <a:pt x="1546760" y="1351977"/>
                  </a:lnTo>
                  <a:lnTo>
                    <a:pt x="1546764" y="1351983"/>
                  </a:lnTo>
                  <a:lnTo>
                    <a:pt x="1546759" y="1352009"/>
                  </a:lnTo>
                  <a:lnTo>
                    <a:pt x="1546785" y="1352054"/>
                  </a:lnTo>
                  <a:lnTo>
                    <a:pt x="1547079" y="1352304"/>
                  </a:lnTo>
                  <a:lnTo>
                    <a:pt x="1547132" y="1352298"/>
                  </a:lnTo>
                  <a:lnTo>
                    <a:pt x="1547148" y="1352287"/>
                  </a:lnTo>
                  <a:lnTo>
                    <a:pt x="1547195" y="1352307"/>
                  </a:lnTo>
                  <a:lnTo>
                    <a:pt x="1547382" y="1352408"/>
                  </a:lnTo>
                  <a:lnTo>
                    <a:pt x="1547527" y="1352543"/>
                  </a:lnTo>
                  <a:lnTo>
                    <a:pt x="1547761" y="1352829"/>
                  </a:lnTo>
                  <a:lnTo>
                    <a:pt x="1547790" y="1352869"/>
                  </a:lnTo>
                  <a:lnTo>
                    <a:pt x="1547982" y="1353131"/>
                  </a:lnTo>
                  <a:lnTo>
                    <a:pt x="1548146" y="1353348"/>
                  </a:lnTo>
                  <a:lnTo>
                    <a:pt x="1548146" y="1353353"/>
                  </a:lnTo>
                  <a:lnTo>
                    <a:pt x="1548147" y="1353358"/>
                  </a:lnTo>
                  <a:lnTo>
                    <a:pt x="1548148" y="1353363"/>
                  </a:lnTo>
                  <a:lnTo>
                    <a:pt x="1548149" y="1353368"/>
                  </a:lnTo>
                  <a:lnTo>
                    <a:pt x="1548153" y="1353374"/>
                  </a:lnTo>
                  <a:lnTo>
                    <a:pt x="1548156" y="1353379"/>
                  </a:lnTo>
                  <a:lnTo>
                    <a:pt x="1548160" y="1353382"/>
                  </a:lnTo>
                  <a:lnTo>
                    <a:pt x="1548163" y="1353386"/>
                  </a:lnTo>
                  <a:lnTo>
                    <a:pt x="1548168" y="1353388"/>
                  </a:lnTo>
                  <a:lnTo>
                    <a:pt x="1548174" y="1353390"/>
                  </a:lnTo>
                  <a:lnTo>
                    <a:pt x="1548180" y="1353392"/>
                  </a:lnTo>
                  <a:lnTo>
                    <a:pt x="1548213" y="1353428"/>
                  </a:lnTo>
                  <a:lnTo>
                    <a:pt x="1548477" y="1353774"/>
                  </a:lnTo>
                  <a:lnTo>
                    <a:pt x="1548491" y="1353792"/>
                  </a:lnTo>
                  <a:lnTo>
                    <a:pt x="1548505" y="1353811"/>
                  </a:lnTo>
                  <a:lnTo>
                    <a:pt x="1548803" y="1354218"/>
                  </a:lnTo>
                  <a:lnTo>
                    <a:pt x="1549041" y="1354523"/>
                  </a:lnTo>
                  <a:lnTo>
                    <a:pt x="1549070" y="1354650"/>
                  </a:lnTo>
                  <a:lnTo>
                    <a:pt x="1549113" y="1354901"/>
                  </a:lnTo>
                  <a:lnTo>
                    <a:pt x="1549155" y="1355142"/>
                  </a:lnTo>
                  <a:lnTo>
                    <a:pt x="1549164" y="1355193"/>
                  </a:lnTo>
                  <a:lnTo>
                    <a:pt x="1549233" y="1355516"/>
                  </a:lnTo>
                  <a:lnTo>
                    <a:pt x="1549340" y="1355729"/>
                  </a:lnTo>
                  <a:lnTo>
                    <a:pt x="1549594" y="1356235"/>
                  </a:lnTo>
                  <a:lnTo>
                    <a:pt x="1549202" y="1356611"/>
                  </a:lnTo>
                  <a:lnTo>
                    <a:pt x="1548374" y="1357387"/>
                  </a:lnTo>
                  <a:lnTo>
                    <a:pt x="1548363" y="1357378"/>
                  </a:lnTo>
                  <a:lnTo>
                    <a:pt x="1548115" y="1356951"/>
                  </a:lnTo>
                  <a:lnTo>
                    <a:pt x="1547831" y="1356464"/>
                  </a:lnTo>
                  <a:lnTo>
                    <a:pt x="1547809" y="1356437"/>
                  </a:lnTo>
                  <a:lnTo>
                    <a:pt x="1547472" y="1356181"/>
                  </a:lnTo>
                  <a:lnTo>
                    <a:pt x="1547151" y="1355844"/>
                  </a:lnTo>
                  <a:lnTo>
                    <a:pt x="1547065" y="1355951"/>
                  </a:lnTo>
                  <a:lnTo>
                    <a:pt x="1547019" y="1356009"/>
                  </a:lnTo>
                  <a:lnTo>
                    <a:pt x="1546904" y="1356153"/>
                  </a:lnTo>
                  <a:lnTo>
                    <a:pt x="1546874" y="1356088"/>
                  </a:lnTo>
                  <a:lnTo>
                    <a:pt x="1546664" y="1356237"/>
                  </a:lnTo>
                  <a:lnTo>
                    <a:pt x="1546609" y="1356276"/>
                  </a:lnTo>
                  <a:lnTo>
                    <a:pt x="1546571" y="1356403"/>
                  </a:lnTo>
                  <a:lnTo>
                    <a:pt x="1546565" y="1356404"/>
                  </a:lnTo>
                  <a:lnTo>
                    <a:pt x="1546401" y="1356360"/>
                  </a:lnTo>
                  <a:lnTo>
                    <a:pt x="1546392" y="1356363"/>
                  </a:lnTo>
                  <a:lnTo>
                    <a:pt x="1546365" y="1356409"/>
                  </a:lnTo>
                  <a:lnTo>
                    <a:pt x="1546330" y="1356489"/>
                  </a:lnTo>
                  <a:lnTo>
                    <a:pt x="1546290" y="1356584"/>
                  </a:lnTo>
                  <a:lnTo>
                    <a:pt x="1546486" y="1356624"/>
                  </a:lnTo>
                  <a:lnTo>
                    <a:pt x="1546496" y="1356636"/>
                  </a:lnTo>
                  <a:lnTo>
                    <a:pt x="1546494" y="1356659"/>
                  </a:lnTo>
                  <a:lnTo>
                    <a:pt x="1546177" y="1356854"/>
                  </a:lnTo>
                  <a:lnTo>
                    <a:pt x="1545649" y="1356979"/>
                  </a:lnTo>
                  <a:lnTo>
                    <a:pt x="1545563" y="1356999"/>
                  </a:lnTo>
                  <a:lnTo>
                    <a:pt x="1545567" y="1357005"/>
                  </a:lnTo>
                  <a:lnTo>
                    <a:pt x="1545587" y="1357048"/>
                  </a:lnTo>
                  <a:lnTo>
                    <a:pt x="1545615" y="1357079"/>
                  </a:lnTo>
                  <a:lnTo>
                    <a:pt x="1545640" y="1357109"/>
                  </a:lnTo>
                  <a:lnTo>
                    <a:pt x="1545698" y="1357174"/>
                  </a:lnTo>
                  <a:lnTo>
                    <a:pt x="1545793" y="1357126"/>
                  </a:lnTo>
                  <a:lnTo>
                    <a:pt x="1545804" y="1357121"/>
                  </a:lnTo>
                  <a:lnTo>
                    <a:pt x="1546122" y="1357043"/>
                  </a:lnTo>
                  <a:lnTo>
                    <a:pt x="1546797" y="1356993"/>
                  </a:lnTo>
                  <a:lnTo>
                    <a:pt x="1547126" y="1356958"/>
                  </a:lnTo>
                  <a:lnTo>
                    <a:pt x="1547171" y="1356966"/>
                  </a:lnTo>
                  <a:lnTo>
                    <a:pt x="1547234" y="1357007"/>
                  </a:lnTo>
                  <a:lnTo>
                    <a:pt x="1547551" y="1357246"/>
                  </a:lnTo>
                  <a:lnTo>
                    <a:pt x="1547817" y="1357546"/>
                  </a:lnTo>
                  <a:lnTo>
                    <a:pt x="1547894" y="1357640"/>
                  </a:lnTo>
                  <a:lnTo>
                    <a:pt x="1547903" y="1357651"/>
                  </a:lnTo>
                  <a:lnTo>
                    <a:pt x="1547917" y="1357687"/>
                  </a:lnTo>
                  <a:lnTo>
                    <a:pt x="1547955" y="1357760"/>
                  </a:lnTo>
                  <a:lnTo>
                    <a:pt x="1547973" y="1357797"/>
                  </a:lnTo>
                  <a:lnTo>
                    <a:pt x="1547989" y="1357832"/>
                  </a:lnTo>
                  <a:lnTo>
                    <a:pt x="1548038" y="1357936"/>
                  </a:lnTo>
                  <a:lnTo>
                    <a:pt x="1548043" y="1357945"/>
                  </a:lnTo>
                  <a:lnTo>
                    <a:pt x="1548051" y="1357954"/>
                  </a:lnTo>
                  <a:lnTo>
                    <a:pt x="1548090" y="1358054"/>
                  </a:lnTo>
                  <a:lnTo>
                    <a:pt x="1548131" y="1358207"/>
                  </a:lnTo>
                  <a:lnTo>
                    <a:pt x="1548153" y="1358276"/>
                  </a:lnTo>
                  <a:lnTo>
                    <a:pt x="1548160" y="1358335"/>
                  </a:lnTo>
                  <a:lnTo>
                    <a:pt x="1548172" y="1358486"/>
                  </a:lnTo>
                  <a:lnTo>
                    <a:pt x="1548188" y="1358662"/>
                  </a:lnTo>
                  <a:lnTo>
                    <a:pt x="1548195" y="1358983"/>
                  </a:lnTo>
                  <a:lnTo>
                    <a:pt x="1548192" y="1359425"/>
                  </a:lnTo>
                  <a:lnTo>
                    <a:pt x="1548192" y="1359439"/>
                  </a:lnTo>
                  <a:lnTo>
                    <a:pt x="1548191" y="1359488"/>
                  </a:lnTo>
                  <a:lnTo>
                    <a:pt x="1548217" y="1359757"/>
                  </a:lnTo>
                  <a:lnTo>
                    <a:pt x="1548223" y="1359815"/>
                  </a:lnTo>
                  <a:lnTo>
                    <a:pt x="1548224" y="1359823"/>
                  </a:lnTo>
                  <a:lnTo>
                    <a:pt x="1548236" y="1359949"/>
                  </a:lnTo>
                  <a:lnTo>
                    <a:pt x="1548318" y="1360407"/>
                  </a:lnTo>
                  <a:lnTo>
                    <a:pt x="1547874" y="1360443"/>
                  </a:lnTo>
                  <a:lnTo>
                    <a:pt x="1547855" y="1360436"/>
                  </a:lnTo>
                  <a:lnTo>
                    <a:pt x="1547845" y="1360440"/>
                  </a:lnTo>
                  <a:lnTo>
                    <a:pt x="1547837" y="1360444"/>
                  </a:lnTo>
                  <a:lnTo>
                    <a:pt x="1547832" y="1360445"/>
                  </a:lnTo>
                  <a:lnTo>
                    <a:pt x="1547821" y="1360449"/>
                  </a:lnTo>
                  <a:lnTo>
                    <a:pt x="1547757" y="1360469"/>
                  </a:lnTo>
                  <a:lnTo>
                    <a:pt x="1547656" y="1360499"/>
                  </a:lnTo>
                  <a:lnTo>
                    <a:pt x="1547631" y="1360506"/>
                  </a:lnTo>
                  <a:lnTo>
                    <a:pt x="1547625" y="1360508"/>
                  </a:lnTo>
                  <a:lnTo>
                    <a:pt x="1547617" y="1360510"/>
                  </a:lnTo>
                  <a:lnTo>
                    <a:pt x="1547589" y="1360517"/>
                  </a:lnTo>
                  <a:lnTo>
                    <a:pt x="1547452" y="1360530"/>
                  </a:lnTo>
                  <a:lnTo>
                    <a:pt x="1547398" y="1360538"/>
                  </a:lnTo>
                  <a:lnTo>
                    <a:pt x="1547389" y="1360539"/>
                  </a:lnTo>
                  <a:lnTo>
                    <a:pt x="1547341" y="1360546"/>
                  </a:lnTo>
                  <a:lnTo>
                    <a:pt x="1547282" y="1360555"/>
                  </a:lnTo>
                  <a:lnTo>
                    <a:pt x="1547054" y="1360587"/>
                  </a:lnTo>
                  <a:lnTo>
                    <a:pt x="1547042" y="1360531"/>
                  </a:lnTo>
                  <a:lnTo>
                    <a:pt x="1547041" y="1360526"/>
                  </a:lnTo>
                  <a:lnTo>
                    <a:pt x="1547022" y="1360438"/>
                  </a:lnTo>
                  <a:lnTo>
                    <a:pt x="1547013" y="1360395"/>
                  </a:lnTo>
                  <a:lnTo>
                    <a:pt x="1547005" y="1360351"/>
                  </a:lnTo>
                  <a:lnTo>
                    <a:pt x="1547003" y="1360340"/>
                  </a:lnTo>
                  <a:lnTo>
                    <a:pt x="1546991" y="1360277"/>
                  </a:lnTo>
                  <a:lnTo>
                    <a:pt x="1546964" y="1360161"/>
                  </a:lnTo>
                  <a:lnTo>
                    <a:pt x="1546949" y="1360099"/>
                  </a:lnTo>
                  <a:lnTo>
                    <a:pt x="1546944" y="1360060"/>
                  </a:lnTo>
                  <a:lnTo>
                    <a:pt x="1546843" y="1359575"/>
                  </a:lnTo>
                  <a:lnTo>
                    <a:pt x="1546835" y="1359535"/>
                  </a:lnTo>
                  <a:lnTo>
                    <a:pt x="1546810" y="1359415"/>
                  </a:lnTo>
                  <a:lnTo>
                    <a:pt x="1546768" y="1359020"/>
                  </a:lnTo>
                  <a:lnTo>
                    <a:pt x="1546719" y="1358549"/>
                  </a:lnTo>
                  <a:lnTo>
                    <a:pt x="1546717" y="1358530"/>
                  </a:lnTo>
                  <a:lnTo>
                    <a:pt x="1546711" y="1358471"/>
                  </a:lnTo>
                  <a:lnTo>
                    <a:pt x="1546710" y="1358457"/>
                  </a:lnTo>
                  <a:lnTo>
                    <a:pt x="1546767" y="1358346"/>
                  </a:lnTo>
                  <a:lnTo>
                    <a:pt x="1546213" y="1357812"/>
                  </a:lnTo>
                  <a:lnTo>
                    <a:pt x="1546177" y="1357835"/>
                  </a:lnTo>
                  <a:lnTo>
                    <a:pt x="1546144" y="1357858"/>
                  </a:lnTo>
                  <a:lnTo>
                    <a:pt x="1546244" y="1358013"/>
                  </a:lnTo>
                  <a:lnTo>
                    <a:pt x="1546375" y="1358298"/>
                  </a:lnTo>
                  <a:lnTo>
                    <a:pt x="1546544" y="1358866"/>
                  </a:lnTo>
                  <a:lnTo>
                    <a:pt x="1546563" y="1359392"/>
                  </a:lnTo>
                  <a:lnTo>
                    <a:pt x="1546561" y="1359439"/>
                  </a:lnTo>
                  <a:lnTo>
                    <a:pt x="1546719" y="1360271"/>
                  </a:lnTo>
                  <a:lnTo>
                    <a:pt x="1546817" y="1360827"/>
                  </a:lnTo>
                  <a:lnTo>
                    <a:pt x="1546790" y="1360936"/>
                  </a:lnTo>
                  <a:lnTo>
                    <a:pt x="1546758" y="1360977"/>
                  </a:lnTo>
                  <a:lnTo>
                    <a:pt x="1546756" y="1361013"/>
                  </a:lnTo>
                  <a:lnTo>
                    <a:pt x="1546689" y="1361189"/>
                  </a:lnTo>
                  <a:lnTo>
                    <a:pt x="1546473" y="1361239"/>
                  </a:lnTo>
                  <a:lnTo>
                    <a:pt x="1546414" y="1361406"/>
                  </a:lnTo>
                  <a:lnTo>
                    <a:pt x="1546192" y="1361996"/>
                  </a:lnTo>
                  <a:lnTo>
                    <a:pt x="1546201" y="1362076"/>
                  </a:lnTo>
                  <a:lnTo>
                    <a:pt x="1546238" y="1362086"/>
                  </a:lnTo>
                  <a:lnTo>
                    <a:pt x="1546599" y="1362091"/>
                  </a:lnTo>
                  <a:lnTo>
                    <a:pt x="1546588" y="1362584"/>
                  </a:lnTo>
                  <a:lnTo>
                    <a:pt x="1546597" y="1362893"/>
                  </a:lnTo>
                  <a:lnTo>
                    <a:pt x="1546608" y="1363229"/>
                  </a:lnTo>
                  <a:lnTo>
                    <a:pt x="1546606" y="1363563"/>
                  </a:lnTo>
                  <a:lnTo>
                    <a:pt x="1546605" y="1363585"/>
                  </a:lnTo>
                  <a:lnTo>
                    <a:pt x="1546604" y="1363607"/>
                  </a:lnTo>
                  <a:lnTo>
                    <a:pt x="1546567" y="1363834"/>
                  </a:lnTo>
                  <a:lnTo>
                    <a:pt x="1546094" y="1364322"/>
                  </a:lnTo>
                  <a:lnTo>
                    <a:pt x="1545882" y="1364313"/>
                  </a:lnTo>
                  <a:lnTo>
                    <a:pt x="1545882" y="1364339"/>
                  </a:lnTo>
                  <a:lnTo>
                    <a:pt x="1545882" y="1364357"/>
                  </a:lnTo>
                  <a:lnTo>
                    <a:pt x="1545917" y="1364821"/>
                  </a:lnTo>
                  <a:lnTo>
                    <a:pt x="1545931" y="1364977"/>
                  </a:lnTo>
                  <a:lnTo>
                    <a:pt x="1545971" y="1365411"/>
                  </a:lnTo>
                  <a:lnTo>
                    <a:pt x="1546042" y="1365585"/>
                  </a:lnTo>
                  <a:lnTo>
                    <a:pt x="1546114" y="1365607"/>
                  </a:lnTo>
                  <a:lnTo>
                    <a:pt x="1546257" y="1365371"/>
                  </a:lnTo>
                  <a:lnTo>
                    <a:pt x="1546265" y="1365369"/>
                  </a:lnTo>
                  <a:lnTo>
                    <a:pt x="1546795" y="1365587"/>
                  </a:lnTo>
                  <a:lnTo>
                    <a:pt x="1547215" y="1365696"/>
                  </a:lnTo>
                  <a:lnTo>
                    <a:pt x="1547576" y="1365777"/>
                  </a:lnTo>
                  <a:lnTo>
                    <a:pt x="1547679" y="1365980"/>
                  </a:lnTo>
                  <a:lnTo>
                    <a:pt x="1547693" y="1366127"/>
                  </a:lnTo>
                  <a:lnTo>
                    <a:pt x="1547802" y="1366229"/>
                  </a:lnTo>
                  <a:lnTo>
                    <a:pt x="1547889" y="1366134"/>
                  </a:lnTo>
                  <a:lnTo>
                    <a:pt x="1547988" y="1365965"/>
                  </a:lnTo>
                  <a:lnTo>
                    <a:pt x="1548165" y="1365960"/>
                  </a:lnTo>
                  <a:lnTo>
                    <a:pt x="1548234" y="1366047"/>
                  </a:lnTo>
                  <a:lnTo>
                    <a:pt x="1548268" y="1366200"/>
                  </a:lnTo>
                  <a:lnTo>
                    <a:pt x="1548238" y="1366303"/>
                  </a:lnTo>
                  <a:lnTo>
                    <a:pt x="1548170" y="1366454"/>
                  </a:lnTo>
                  <a:lnTo>
                    <a:pt x="1548192" y="1366540"/>
                  </a:lnTo>
                  <a:lnTo>
                    <a:pt x="1548227" y="1366610"/>
                  </a:lnTo>
                  <a:lnTo>
                    <a:pt x="1548235" y="1366701"/>
                  </a:lnTo>
                  <a:lnTo>
                    <a:pt x="1548228" y="1366744"/>
                  </a:lnTo>
                  <a:lnTo>
                    <a:pt x="1548171" y="1366928"/>
                  </a:lnTo>
                  <a:lnTo>
                    <a:pt x="1548126" y="1367045"/>
                  </a:lnTo>
                  <a:lnTo>
                    <a:pt x="1548063" y="1367133"/>
                  </a:lnTo>
                  <a:lnTo>
                    <a:pt x="1548026" y="1367171"/>
                  </a:lnTo>
                  <a:lnTo>
                    <a:pt x="1547952" y="1367225"/>
                  </a:lnTo>
                  <a:lnTo>
                    <a:pt x="1547894" y="1367253"/>
                  </a:lnTo>
                  <a:lnTo>
                    <a:pt x="1547844" y="1367271"/>
                  </a:lnTo>
                  <a:lnTo>
                    <a:pt x="1547780" y="1367282"/>
                  </a:lnTo>
                  <a:lnTo>
                    <a:pt x="1547672" y="1367281"/>
                  </a:lnTo>
                  <a:lnTo>
                    <a:pt x="1547365" y="1367213"/>
                  </a:lnTo>
                  <a:lnTo>
                    <a:pt x="1547308" y="1367206"/>
                  </a:lnTo>
                  <a:lnTo>
                    <a:pt x="1547245" y="1367211"/>
                  </a:lnTo>
                  <a:lnTo>
                    <a:pt x="1547188" y="1367225"/>
                  </a:lnTo>
                  <a:lnTo>
                    <a:pt x="1547127" y="1367251"/>
                  </a:lnTo>
                  <a:lnTo>
                    <a:pt x="1546979" y="1367339"/>
                  </a:lnTo>
                  <a:lnTo>
                    <a:pt x="1546956" y="1367466"/>
                  </a:lnTo>
                  <a:lnTo>
                    <a:pt x="1546935" y="1367645"/>
                  </a:lnTo>
                  <a:lnTo>
                    <a:pt x="1546954" y="1367734"/>
                  </a:lnTo>
                  <a:lnTo>
                    <a:pt x="1546968" y="1367765"/>
                  </a:lnTo>
                  <a:lnTo>
                    <a:pt x="1547290" y="1368138"/>
                  </a:lnTo>
                  <a:lnTo>
                    <a:pt x="1547327" y="1368263"/>
                  </a:lnTo>
                  <a:lnTo>
                    <a:pt x="1547324" y="1368402"/>
                  </a:lnTo>
                  <a:lnTo>
                    <a:pt x="1547340" y="1368467"/>
                  </a:lnTo>
                  <a:lnTo>
                    <a:pt x="1547363" y="1368513"/>
                  </a:lnTo>
                  <a:lnTo>
                    <a:pt x="1547377" y="1368528"/>
                  </a:lnTo>
                  <a:lnTo>
                    <a:pt x="1547431" y="1368560"/>
                  </a:lnTo>
                  <a:lnTo>
                    <a:pt x="1547457" y="1368555"/>
                  </a:lnTo>
                  <a:lnTo>
                    <a:pt x="1547480" y="1368534"/>
                  </a:lnTo>
                  <a:lnTo>
                    <a:pt x="1547486" y="1368521"/>
                  </a:lnTo>
                  <a:lnTo>
                    <a:pt x="1547504" y="1368511"/>
                  </a:lnTo>
                  <a:lnTo>
                    <a:pt x="1547522" y="1368510"/>
                  </a:lnTo>
                  <a:lnTo>
                    <a:pt x="1547590" y="1368551"/>
                  </a:lnTo>
                  <a:lnTo>
                    <a:pt x="1547282" y="1368771"/>
                  </a:lnTo>
                  <a:lnTo>
                    <a:pt x="1547157" y="1368730"/>
                  </a:lnTo>
                  <a:lnTo>
                    <a:pt x="1547073" y="1368657"/>
                  </a:lnTo>
                  <a:lnTo>
                    <a:pt x="1547067" y="1368647"/>
                  </a:lnTo>
                  <a:lnTo>
                    <a:pt x="1546962" y="1368635"/>
                  </a:lnTo>
                  <a:lnTo>
                    <a:pt x="1546915" y="1368636"/>
                  </a:lnTo>
                  <a:lnTo>
                    <a:pt x="1546880" y="1368644"/>
                  </a:lnTo>
                  <a:lnTo>
                    <a:pt x="1546859" y="1368655"/>
                  </a:lnTo>
                  <a:lnTo>
                    <a:pt x="1546573" y="1368858"/>
                  </a:lnTo>
                  <a:lnTo>
                    <a:pt x="1546515" y="1368948"/>
                  </a:lnTo>
                  <a:lnTo>
                    <a:pt x="1546364" y="1369255"/>
                  </a:lnTo>
                  <a:lnTo>
                    <a:pt x="1546311" y="1369537"/>
                  </a:lnTo>
                  <a:lnTo>
                    <a:pt x="1546308" y="1369780"/>
                  </a:lnTo>
                  <a:lnTo>
                    <a:pt x="1546328" y="1369931"/>
                  </a:lnTo>
                  <a:lnTo>
                    <a:pt x="1546358" y="1370068"/>
                  </a:lnTo>
                  <a:lnTo>
                    <a:pt x="1546432" y="1370254"/>
                  </a:lnTo>
                  <a:lnTo>
                    <a:pt x="1546456" y="1370360"/>
                  </a:lnTo>
                  <a:lnTo>
                    <a:pt x="1546436" y="1370706"/>
                  </a:lnTo>
                  <a:lnTo>
                    <a:pt x="1546444" y="1370770"/>
                  </a:lnTo>
                  <a:lnTo>
                    <a:pt x="1546479" y="1370889"/>
                  </a:lnTo>
                  <a:lnTo>
                    <a:pt x="1546513" y="1370950"/>
                  </a:lnTo>
                  <a:lnTo>
                    <a:pt x="1546780" y="1371108"/>
                  </a:lnTo>
                  <a:lnTo>
                    <a:pt x="1546816" y="1371303"/>
                  </a:lnTo>
                  <a:lnTo>
                    <a:pt x="1546848" y="1371366"/>
                  </a:lnTo>
                  <a:lnTo>
                    <a:pt x="1546864" y="1371393"/>
                  </a:lnTo>
                  <a:lnTo>
                    <a:pt x="1546965" y="1371458"/>
                  </a:lnTo>
                  <a:lnTo>
                    <a:pt x="1547009" y="1371608"/>
                  </a:lnTo>
                  <a:lnTo>
                    <a:pt x="1546910" y="1371983"/>
                  </a:lnTo>
                  <a:lnTo>
                    <a:pt x="1546756" y="1372284"/>
                  </a:lnTo>
                  <a:lnTo>
                    <a:pt x="1546734" y="1372282"/>
                  </a:lnTo>
                  <a:lnTo>
                    <a:pt x="1546473" y="1372188"/>
                  </a:lnTo>
                  <a:lnTo>
                    <a:pt x="1546273" y="1372207"/>
                  </a:lnTo>
                  <a:lnTo>
                    <a:pt x="1545950" y="1372288"/>
                  </a:lnTo>
                  <a:lnTo>
                    <a:pt x="1545896" y="1372326"/>
                  </a:lnTo>
                  <a:lnTo>
                    <a:pt x="1545856" y="1372362"/>
                  </a:lnTo>
                  <a:lnTo>
                    <a:pt x="1545818" y="1372410"/>
                  </a:lnTo>
                  <a:lnTo>
                    <a:pt x="1545790" y="1372453"/>
                  </a:lnTo>
                  <a:lnTo>
                    <a:pt x="1545707" y="1372581"/>
                  </a:lnTo>
                  <a:lnTo>
                    <a:pt x="1545452" y="1373040"/>
                  </a:lnTo>
                  <a:lnTo>
                    <a:pt x="1545690" y="1373209"/>
                  </a:lnTo>
                  <a:lnTo>
                    <a:pt x="1545703" y="1373215"/>
                  </a:lnTo>
                  <a:lnTo>
                    <a:pt x="1545759" y="1373240"/>
                  </a:lnTo>
                  <a:lnTo>
                    <a:pt x="1545800" y="1373283"/>
                  </a:lnTo>
                  <a:lnTo>
                    <a:pt x="1545829" y="1373341"/>
                  </a:lnTo>
                  <a:lnTo>
                    <a:pt x="1545830" y="1373353"/>
                  </a:lnTo>
                  <a:lnTo>
                    <a:pt x="1545884" y="1373799"/>
                  </a:lnTo>
                  <a:lnTo>
                    <a:pt x="1545771" y="1373961"/>
                  </a:lnTo>
                  <a:lnTo>
                    <a:pt x="1545705" y="1374011"/>
                  </a:lnTo>
                  <a:lnTo>
                    <a:pt x="1545739" y="1374346"/>
                  </a:lnTo>
                  <a:lnTo>
                    <a:pt x="1545678" y="1374411"/>
                  </a:lnTo>
                  <a:lnTo>
                    <a:pt x="1545653" y="1374409"/>
                  </a:lnTo>
                  <a:lnTo>
                    <a:pt x="1545621" y="1374344"/>
                  </a:lnTo>
                  <a:lnTo>
                    <a:pt x="1545457" y="1374392"/>
                  </a:lnTo>
                  <a:lnTo>
                    <a:pt x="1545417" y="1374535"/>
                  </a:lnTo>
                  <a:lnTo>
                    <a:pt x="1545371" y="1374583"/>
                  </a:lnTo>
                  <a:lnTo>
                    <a:pt x="1545250" y="1374623"/>
                  </a:lnTo>
                  <a:lnTo>
                    <a:pt x="1545001" y="1374682"/>
                  </a:lnTo>
                  <a:lnTo>
                    <a:pt x="1544699" y="1374689"/>
                  </a:lnTo>
                  <a:lnTo>
                    <a:pt x="1544647" y="1374629"/>
                  </a:lnTo>
                  <a:lnTo>
                    <a:pt x="1544608" y="1374572"/>
                  </a:lnTo>
                  <a:lnTo>
                    <a:pt x="1544589" y="1374528"/>
                  </a:lnTo>
                  <a:lnTo>
                    <a:pt x="1544580" y="1374486"/>
                  </a:lnTo>
                  <a:lnTo>
                    <a:pt x="1544582" y="1374453"/>
                  </a:lnTo>
                  <a:lnTo>
                    <a:pt x="1544596" y="1374423"/>
                  </a:lnTo>
                  <a:lnTo>
                    <a:pt x="1544625" y="1374363"/>
                  </a:lnTo>
                  <a:lnTo>
                    <a:pt x="1544920" y="1373505"/>
                  </a:lnTo>
                  <a:lnTo>
                    <a:pt x="1544773" y="1373222"/>
                  </a:lnTo>
                  <a:lnTo>
                    <a:pt x="1544745" y="1373245"/>
                  </a:lnTo>
                  <a:lnTo>
                    <a:pt x="1544809" y="1373464"/>
                  </a:lnTo>
                  <a:lnTo>
                    <a:pt x="1544814" y="1373505"/>
                  </a:lnTo>
                  <a:lnTo>
                    <a:pt x="1544738" y="1373726"/>
                  </a:lnTo>
                  <a:lnTo>
                    <a:pt x="1544673" y="1373917"/>
                  </a:lnTo>
                  <a:lnTo>
                    <a:pt x="1544635" y="1373997"/>
                  </a:lnTo>
                  <a:lnTo>
                    <a:pt x="1544567" y="1374118"/>
                  </a:lnTo>
                  <a:lnTo>
                    <a:pt x="1544533" y="1374158"/>
                  </a:lnTo>
                  <a:lnTo>
                    <a:pt x="1544503" y="1374272"/>
                  </a:lnTo>
                  <a:lnTo>
                    <a:pt x="1544325" y="1374950"/>
                  </a:lnTo>
                  <a:lnTo>
                    <a:pt x="1544361" y="1375029"/>
                  </a:lnTo>
                  <a:lnTo>
                    <a:pt x="1544397" y="1375082"/>
                  </a:lnTo>
                  <a:lnTo>
                    <a:pt x="1544471" y="1375193"/>
                  </a:lnTo>
                  <a:lnTo>
                    <a:pt x="1544588" y="1375132"/>
                  </a:lnTo>
                  <a:lnTo>
                    <a:pt x="1544651" y="1375116"/>
                  </a:lnTo>
                  <a:lnTo>
                    <a:pt x="1544737" y="1375267"/>
                  </a:lnTo>
                  <a:lnTo>
                    <a:pt x="1544848" y="1375536"/>
                  </a:lnTo>
                  <a:lnTo>
                    <a:pt x="1545125" y="1375904"/>
                  </a:lnTo>
                  <a:lnTo>
                    <a:pt x="1545221" y="1376022"/>
                  </a:lnTo>
                  <a:lnTo>
                    <a:pt x="1545286" y="1376121"/>
                  </a:lnTo>
                  <a:lnTo>
                    <a:pt x="1545313" y="1376227"/>
                  </a:lnTo>
                  <a:lnTo>
                    <a:pt x="1545319" y="1376290"/>
                  </a:lnTo>
                  <a:lnTo>
                    <a:pt x="1545297" y="1376663"/>
                  </a:lnTo>
                  <a:lnTo>
                    <a:pt x="1545296" y="1376673"/>
                  </a:lnTo>
                  <a:lnTo>
                    <a:pt x="1545252" y="1377783"/>
                  </a:lnTo>
                  <a:lnTo>
                    <a:pt x="1545203" y="1377929"/>
                  </a:lnTo>
                  <a:lnTo>
                    <a:pt x="1545190" y="1378021"/>
                  </a:lnTo>
                  <a:lnTo>
                    <a:pt x="1545192" y="1378048"/>
                  </a:lnTo>
                  <a:lnTo>
                    <a:pt x="1545202" y="1378125"/>
                  </a:lnTo>
                  <a:lnTo>
                    <a:pt x="1545212" y="1378159"/>
                  </a:lnTo>
                  <a:lnTo>
                    <a:pt x="1545288" y="1378321"/>
                  </a:lnTo>
                  <a:lnTo>
                    <a:pt x="1545346" y="1378389"/>
                  </a:lnTo>
                  <a:lnTo>
                    <a:pt x="1545394" y="1378434"/>
                  </a:lnTo>
                  <a:lnTo>
                    <a:pt x="1545405" y="1378444"/>
                  </a:lnTo>
                  <a:lnTo>
                    <a:pt x="1545415" y="1378450"/>
                  </a:lnTo>
                  <a:lnTo>
                    <a:pt x="1545455" y="1378472"/>
                  </a:lnTo>
                  <a:lnTo>
                    <a:pt x="1545547" y="1378523"/>
                  </a:lnTo>
                  <a:lnTo>
                    <a:pt x="1545592" y="1378568"/>
                  </a:lnTo>
                  <a:lnTo>
                    <a:pt x="1545571" y="1378643"/>
                  </a:lnTo>
                  <a:lnTo>
                    <a:pt x="1545551" y="1378650"/>
                  </a:lnTo>
                  <a:lnTo>
                    <a:pt x="1545523" y="1378658"/>
                  </a:lnTo>
                  <a:lnTo>
                    <a:pt x="1545454" y="1378697"/>
                  </a:lnTo>
                  <a:lnTo>
                    <a:pt x="1545430" y="1378764"/>
                  </a:lnTo>
                  <a:lnTo>
                    <a:pt x="1545462" y="1378847"/>
                  </a:lnTo>
                  <a:lnTo>
                    <a:pt x="1545574" y="1378864"/>
                  </a:lnTo>
                  <a:lnTo>
                    <a:pt x="1545613" y="1378886"/>
                  </a:lnTo>
                  <a:lnTo>
                    <a:pt x="1545597" y="1379027"/>
                  </a:lnTo>
                  <a:lnTo>
                    <a:pt x="1545585" y="1379069"/>
                  </a:lnTo>
                  <a:lnTo>
                    <a:pt x="1545525" y="1379144"/>
                  </a:lnTo>
                  <a:lnTo>
                    <a:pt x="1545460" y="1379193"/>
                  </a:lnTo>
                  <a:lnTo>
                    <a:pt x="1545193" y="1379122"/>
                  </a:lnTo>
                  <a:lnTo>
                    <a:pt x="1545166" y="1379074"/>
                  </a:lnTo>
                  <a:lnTo>
                    <a:pt x="1545167" y="1379000"/>
                  </a:lnTo>
                  <a:lnTo>
                    <a:pt x="1545175" y="1378933"/>
                  </a:lnTo>
                  <a:lnTo>
                    <a:pt x="1545080" y="1378863"/>
                  </a:lnTo>
                  <a:lnTo>
                    <a:pt x="1545000" y="1378857"/>
                  </a:lnTo>
                  <a:lnTo>
                    <a:pt x="1544809" y="1378938"/>
                  </a:lnTo>
                  <a:lnTo>
                    <a:pt x="1544697" y="1378934"/>
                  </a:lnTo>
                  <a:lnTo>
                    <a:pt x="1544634" y="1378879"/>
                  </a:lnTo>
                  <a:lnTo>
                    <a:pt x="1544591" y="1378859"/>
                  </a:lnTo>
                  <a:lnTo>
                    <a:pt x="1544275" y="1378961"/>
                  </a:lnTo>
                  <a:lnTo>
                    <a:pt x="1543646" y="1379388"/>
                  </a:lnTo>
                  <a:lnTo>
                    <a:pt x="1543378" y="1379229"/>
                  </a:lnTo>
                  <a:lnTo>
                    <a:pt x="1543384" y="1379205"/>
                  </a:lnTo>
                  <a:lnTo>
                    <a:pt x="1543365" y="1379152"/>
                  </a:lnTo>
                  <a:lnTo>
                    <a:pt x="1543289" y="1379074"/>
                  </a:lnTo>
                  <a:lnTo>
                    <a:pt x="1543272" y="1379063"/>
                  </a:lnTo>
                  <a:lnTo>
                    <a:pt x="1543249" y="1379068"/>
                  </a:lnTo>
                  <a:lnTo>
                    <a:pt x="1543103" y="1379065"/>
                  </a:lnTo>
                  <a:lnTo>
                    <a:pt x="1542699" y="1378802"/>
                  </a:lnTo>
                  <a:lnTo>
                    <a:pt x="1542610" y="1378745"/>
                  </a:lnTo>
                  <a:lnTo>
                    <a:pt x="1542518" y="1378673"/>
                  </a:lnTo>
                  <a:lnTo>
                    <a:pt x="1542353" y="1378437"/>
                  </a:lnTo>
                  <a:lnTo>
                    <a:pt x="1542248" y="1378366"/>
                  </a:lnTo>
                  <a:lnTo>
                    <a:pt x="1542219" y="1378332"/>
                  </a:lnTo>
                  <a:lnTo>
                    <a:pt x="1542019" y="1377842"/>
                  </a:lnTo>
                  <a:lnTo>
                    <a:pt x="1542021" y="1377834"/>
                  </a:lnTo>
                  <a:lnTo>
                    <a:pt x="1541908" y="1377585"/>
                  </a:lnTo>
                  <a:lnTo>
                    <a:pt x="1541845" y="1377448"/>
                  </a:lnTo>
                  <a:lnTo>
                    <a:pt x="1541816" y="1377378"/>
                  </a:lnTo>
                  <a:lnTo>
                    <a:pt x="1541811" y="1377377"/>
                  </a:lnTo>
                  <a:lnTo>
                    <a:pt x="1541787" y="1377321"/>
                  </a:lnTo>
                  <a:lnTo>
                    <a:pt x="1541783" y="1377311"/>
                  </a:lnTo>
                  <a:lnTo>
                    <a:pt x="1541782" y="1377300"/>
                  </a:lnTo>
                  <a:lnTo>
                    <a:pt x="1541782" y="1377293"/>
                  </a:lnTo>
                  <a:lnTo>
                    <a:pt x="1541777" y="1377285"/>
                  </a:lnTo>
                  <a:lnTo>
                    <a:pt x="1541766" y="1377259"/>
                  </a:lnTo>
                  <a:lnTo>
                    <a:pt x="1541397" y="1376389"/>
                  </a:lnTo>
                  <a:lnTo>
                    <a:pt x="1540884" y="1375178"/>
                  </a:lnTo>
                  <a:lnTo>
                    <a:pt x="1540863" y="1375129"/>
                  </a:lnTo>
                  <a:lnTo>
                    <a:pt x="1540494" y="1375133"/>
                  </a:lnTo>
                  <a:lnTo>
                    <a:pt x="1540303" y="1375135"/>
                  </a:lnTo>
                  <a:lnTo>
                    <a:pt x="1539969" y="1375140"/>
                  </a:lnTo>
                  <a:lnTo>
                    <a:pt x="1540139" y="1375565"/>
                  </a:lnTo>
                  <a:lnTo>
                    <a:pt x="1539713" y="1375961"/>
                  </a:lnTo>
                  <a:lnTo>
                    <a:pt x="1539450" y="1376206"/>
                  </a:lnTo>
                  <a:lnTo>
                    <a:pt x="1538775" y="1376699"/>
                  </a:lnTo>
                  <a:lnTo>
                    <a:pt x="1538487" y="1376243"/>
                  </a:lnTo>
                  <a:lnTo>
                    <a:pt x="1538381" y="1376057"/>
                  </a:lnTo>
                  <a:lnTo>
                    <a:pt x="1538291" y="1375876"/>
                  </a:lnTo>
                  <a:lnTo>
                    <a:pt x="1538251" y="1375796"/>
                  </a:lnTo>
                  <a:lnTo>
                    <a:pt x="1538246" y="1375786"/>
                  </a:lnTo>
                  <a:lnTo>
                    <a:pt x="1538204" y="1375791"/>
                  </a:lnTo>
                  <a:lnTo>
                    <a:pt x="1538157" y="1375796"/>
                  </a:lnTo>
                  <a:lnTo>
                    <a:pt x="1538159" y="1375841"/>
                  </a:lnTo>
                  <a:lnTo>
                    <a:pt x="1538164" y="1375998"/>
                  </a:lnTo>
                  <a:lnTo>
                    <a:pt x="1538164" y="1376016"/>
                  </a:lnTo>
                  <a:lnTo>
                    <a:pt x="1538165" y="1376043"/>
                  </a:lnTo>
                  <a:lnTo>
                    <a:pt x="1538165" y="1376048"/>
                  </a:lnTo>
                  <a:lnTo>
                    <a:pt x="1538166" y="1376058"/>
                  </a:lnTo>
                  <a:lnTo>
                    <a:pt x="1538186" y="1376089"/>
                  </a:lnTo>
                  <a:lnTo>
                    <a:pt x="1538241" y="1376318"/>
                  </a:lnTo>
                  <a:lnTo>
                    <a:pt x="1538425" y="1377084"/>
                  </a:lnTo>
                  <a:lnTo>
                    <a:pt x="1538510" y="1377457"/>
                  </a:lnTo>
                  <a:lnTo>
                    <a:pt x="1538663" y="1378130"/>
                  </a:lnTo>
                  <a:lnTo>
                    <a:pt x="1538712" y="1378347"/>
                  </a:lnTo>
                  <a:lnTo>
                    <a:pt x="1538749" y="1378511"/>
                  </a:lnTo>
                  <a:lnTo>
                    <a:pt x="1538772" y="1378613"/>
                  </a:lnTo>
                  <a:lnTo>
                    <a:pt x="1538780" y="1378648"/>
                  </a:lnTo>
                  <a:lnTo>
                    <a:pt x="1538783" y="1378661"/>
                  </a:lnTo>
                  <a:lnTo>
                    <a:pt x="1539024" y="1378896"/>
                  </a:lnTo>
                  <a:lnTo>
                    <a:pt x="1539434" y="1379269"/>
                  </a:lnTo>
                  <a:lnTo>
                    <a:pt x="1539503" y="1379255"/>
                  </a:lnTo>
                  <a:lnTo>
                    <a:pt x="1539657" y="1379186"/>
                  </a:lnTo>
                  <a:lnTo>
                    <a:pt x="1539772" y="1379134"/>
                  </a:lnTo>
                  <a:lnTo>
                    <a:pt x="1539781" y="1379108"/>
                  </a:lnTo>
                  <a:lnTo>
                    <a:pt x="1539801" y="1379092"/>
                  </a:lnTo>
                  <a:lnTo>
                    <a:pt x="1539829" y="1379088"/>
                  </a:lnTo>
                  <a:lnTo>
                    <a:pt x="1539963" y="1379139"/>
                  </a:lnTo>
                  <a:lnTo>
                    <a:pt x="1539976" y="1379152"/>
                  </a:lnTo>
                  <a:lnTo>
                    <a:pt x="1540010" y="1379208"/>
                  </a:lnTo>
                  <a:lnTo>
                    <a:pt x="1540110" y="1379373"/>
                  </a:lnTo>
                  <a:lnTo>
                    <a:pt x="1540153" y="1379445"/>
                  </a:lnTo>
                  <a:lnTo>
                    <a:pt x="1540156" y="1379449"/>
                  </a:lnTo>
                  <a:lnTo>
                    <a:pt x="1540170" y="1379481"/>
                  </a:lnTo>
                  <a:lnTo>
                    <a:pt x="1540201" y="1379551"/>
                  </a:lnTo>
                  <a:lnTo>
                    <a:pt x="1540203" y="1379578"/>
                  </a:lnTo>
                  <a:lnTo>
                    <a:pt x="1540186" y="1379614"/>
                  </a:lnTo>
                  <a:lnTo>
                    <a:pt x="1540160" y="1379628"/>
                  </a:lnTo>
                  <a:lnTo>
                    <a:pt x="1540127" y="1379628"/>
                  </a:lnTo>
                  <a:lnTo>
                    <a:pt x="1540111" y="1379640"/>
                  </a:lnTo>
                  <a:lnTo>
                    <a:pt x="1540027" y="1379792"/>
                  </a:lnTo>
                  <a:lnTo>
                    <a:pt x="1539836" y="1380137"/>
                  </a:lnTo>
                  <a:lnTo>
                    <a:pt x="1539587" y="1380608"/>
                  </a:lnTo>
                  <a:lnTo>
                    <a:pt x="1539558" y="1380674"/>
                  </a:lnTo>
                  <a:lnTo>
                    <a:pt x="1539648" y="1380765"/>
                  </a:lnTo>
                  <a:lnTo>
                    <a:pt x="1539665" y="1380798"/>
                  </a:lnTo>
                  <a:lnTo>
                    <a:pt x="1539650" y="1380814"/>
                  </a:lnTo>
                  <a:lnTo>
                    <a:pt x="1539545" y="1380919"/>
                  </a:lnTo>
                  <a:lnTo>
                    <a:pt x="1539532" y="1380932"/>
                  </a:lnTo>
                  <a:lnTo>
                    <a:pt x="1539386" y="1381024"/>
                  </a:lnTo>
                  <a:lnTo>
                    <a:pt x="1539356" y="1381049"/>
                  </a:lnTo>
                  <a:lnTo>
                    <a:pt x="1539343" y="1381061"/>
                  </a:lnTo>
                  <a:lnTo>
                    <a:pt x="1539309" y="1381127"/>
                  </a:lnTo>
                  <a:lnTo>
                    <a:pt x="1539274" y="1381193"/>
                  </a:lnTo>
                  <a:lnTo>
                    <a:pt x="1539237" y="1381265"/>
                  </a:lnTo>
                  <a:lnTo>
                    <a:pt x="1539245" y="1381864"/>
                  </a:lnTo>
                  <a:lnTo>
                    <a:pt x="1539310" y="1381933"/>
                  </a:lnTo>
                  <a:lnTo>
                    <a:pt x="1539329" y="1381942"/>
                  </a:lnTo>
                  <a:lnTo>
                    <a:pt x="1539370" y="1381962"/>
                  </a:lnTo>
                  <a:lnTo>
                    <a:pt x="1539425" y="1381945"/>
                  </a:lnTo>
                  <a:lnTo>
                    <a:pt x="1539447" y="1381920"/>
                  </a:lnTo>
                  <a:lnTo>
                    <a:pt x="1539458" y="1381907"/>
                  </a:lnTo>
                  <a:lnTo>
                    <a:pt x="1539467" y="1381896"/>
                  </a:lnTo>
                  <a:lnTo>
                    <a:pt x="1539472" y="1381891"/>
                  </a:lnTo>
                  <a:lnTo>
                    <a:pt x="1539521" y="1381877"/>
                  </a:lnTo>
                  <a:lnTo>
                    <a:pt x="1539620" y="1381851"/>
                  </a:lnTo>
                  <a:lnTo>
                    <a:pt x="1539624" y="1381850"/>
                  </a:lnTo>
                  <a:lnTo>
                    <a:pt x="1539707" y="1381865"/>
                  </a:lnTo>
                  <a:lnTo>
                    <a:pt x="1539718" y="1381866"/>
                  </a:lnTo>
                  <a:lnTo>
                    <a:pt x="1539738" y="1381870"/>
                  </a:lnTo>
                  <a:lnTo>
                    <a:pt x="1539800" y="1381925"/>
                  </a:lnTo>
                  <a:lnTo>
                    <a:pt x="1539853" y="1382185"/>
                  </a:lnTo>
                  <a:lnTo>
                    <a:pt x="1539843" y="1382206"/>
                  </a:lnTo>
                  <a:lnTo>
                    <a:pt x="1539810" y="1382231"/>
                  </a:lnTo>
                  <a:lnTo>
                    <a:pt x="1539775" y="1382240"/>
                  </a:lnTo>
                  <a:lnTo>
                    <a:pt x="1539737" y="1382233"/>
                  </a:lnTo>
                  <a:lnTo>
                    <a:pt x="1539697" y="1382213"/>
                  </a:lnTo>
                  <a:lnTo>
                    <a:pt x="1539651" y="1382188"/>
                  </a:lnTo>
                  <a:lnTo>
                    <a:pt x="1539629" y="1382143"/>
                  </a:lnTo>
                  <a:lnTo>
                    <a:pt x="1539617" y="1382117"/>
                  </a:lnTo>
                  <a:lnTo>
                    <a:pt x="1539594" y="1382102"/>
                  </a:lnTo>
                  <a:lnTo>
                    <a:pt x="1539575" y="1382088"/>
                  </a:lnTo>
                  <a:lnTo>
                    <a:pt x="1539545" y="1382081"/>
                  </a:lnTo>
                  <a:lnTo>
                    <a:pt x="1539494" y="1382102"/>
                  </a:lnTo>
                  <a:lnTo>
                    <a:pt x="1539324" y="1382172"/>
                  </a:lnTo>
                  <a:lnTo>
                    <a:pt x="1539248" y="1382204"/>
                  </a:lnTo>
                  <a:lnTo>
                    <a:pt x="1538927" y="1382350"/>
                  </a:lnTo>
                  <a:lnTo>
                    <a:pt x="1538793" y="1382438"/>
                  </a:lnTo>
                  <a:lnTo>
                    <a:pt x="1538783" y="1382444"/>
                  </a:lnTo>
                  <a:lnTo>
                    <a:pt x="1538734" y="1382476"/>
                  </a:lnTo>
                  <a:lnTo>
                    <a:pt x="1538705" y="1382508"/>
                  </a:lnTo>
                  <a:lnTo>
                    <a:pt x="1538682" y="1382532"/>
                  </a:lnTo>
                  <a:lnTo>
                    <a:pt x="1538594" y="1382684"/>
                  </a:lnTo>
                  <a:lnTo>
                    <a:pt x="1538589" y="1382706"/>
                  </a:lnTo>
                  <a:lnTo>
                    <a:pt x="1538606" y="1382739"/>
                  </a:lnTo>
                  <a:lnTo>
                    <a:pt x="1538606" y="1382753"/>
                  </a:lnTo>
                  <a:lnTo>
                    <a:pt x="1538592" y="1382772"/>
                  </a:lnTo>
                  <a:lnTo>
                    <a:pt x="1538582" y="1382787"/>
                  </a:lnTo>
                  <a:lnTo>
                    <a:pt x="1538560" y="1382818"/>
                  </a:lnTo>
                  <a:lnTo>
                    <a:pt x="1538550" y="1382831"/>
                  </a:lnTo>
                  <a:lnTo>
                    <a:pt x="1538450" y="1382959"/>
                  </a:lnTo>
                  <a:lnTo>
                    <a:pt x="1538152" y="1383033"/>
                  </a:lnTo>
                  <a:lnTo>
                    <a:pt x="1538100" y="1382998"/>
                  </a:lnTo>
                  <a:lnTo>
                    <a:pt x="1537963" y="1382902"/>
                  </a:lnTo>
                  <a:lnTo>
                    <a:pt x="1537890" y="1382731"/>
                  </a:lnTo>
                  <a:lnTo>
                    <a:pt x="1537862" y="1382664"/>
                  </a:lnTo>
                  <a:lnTo>
                    <a:pt x="1537705" y="1382484"/>
                  </a:lnTo>
                  <a:lnTo>
                    <a:pt x="1537685" y="1382461"/>
                  </a:lnTo>
                  <a:lnTo>
                    <a:pt x="1537483" y="1382243"/>
                  </a:lnTo>
                  <a:lnTo>
                    <a:pt x="1537479" y="1382239"/>
                  </a:lnTo>
                  <a:lnTo>
                    <a:pt x="1537465" y="1382236"/>
                  </a:lnTo>
                  <a:lnTo>
                    <a:pt x="1537461" y="1382235"/>
                  </a:lnTo>
                  <a:lnTo>
                    <a:pt x="1536842" y="1382159"/>
                  </a:lnTo>
                  <a:lnTo>
                    <a:pt x="1536828" y="1382160"/>
                  </a:lnTo>
                  <a:lnTo>
                    <a:pt x="1536821" y="1382160"/>
                  </a:lnTo>
                  <a:lnTo>
                    <a:pt x="1536682" y="1382195"/>
                  </a:lnTo>
                  <a:lnTo>
                    <a:pt x="1536502" y="1382258"/>
                  </a:lnTo>
                  <a:lnTo>
                    <a:pt x="1536466" y="1382280"/>
                  </a:lnTo>
                  <a:lnTo>
                    <a:pt x="1536461" y="1382283"/>
                  </a:lnTo>
                  <a:lnTo>
                    <a:pt x="1536448" y="1382291"/>
                  </a:lnTo>
                  <a:lnTo>
                    <a:pt x="1536424" y="1382316"/>
                  </a:lnTo>
                  <a:lnTo>
                    <a:pt x="1536408" y="1382337"/>
                  </a:lnTo>
                  <a:lnTo>
                    <a:pt x="1536358" y="1382360"/>
                  </a:lnTo>
                  <a:lnTo>
                    <a:pt x="1536223" y="1382420"/>
                  </a:lnTo>
                  <a:lnTo>
                    <a:pt x="1536214" y="1382423"/>
                  </a:lnTo>
                  <a:lnTo>
                    <a:pt x="1536034" y="1382409"/>
                  </a:lnTo>
                  <a:lnTo>
                    <a:pt x="1535991" y="1382396"/>
                  </a:lnTo>
                  <a:lnTo>
                    <a:pt x="1535985" y="1382394"/>
                  </a:lnTo>
                  <a:lnTo>
                    <a:pt x="1535701" y="1382310"/>
                  </a:lnTo>
                  <a:lnTo>
                    <a:pt x="1535524" y="1382145"/>
                  </a:lnTo>
                  <a:lnTo>
                    <a:pt x="1535478" y="1382102"/>
                  </a:lnTo>
                  <a:lnTo>
                    <a:pt x="1535453" y="1382079"/>
                  </a:lnTo>
                  <a:lnTo>
                    <a:pt x="1535507" y="1381744"/>
                  </a:lnTo>
                  <a:lnTo>
                    <a:pt x="1535510" y="1381724"/>
                  </a:lnTo>
                  <a:lnTo>
                    <a:pt x="1535531" y="1381604"/>
                  </a:lnTo>
                  <a:lnTo>
                    <a:pt x="1535555" y="1381501"/>
                  </a:lnTo>
                  <a:lnTo>
                    <a:pt x="1535544" y="1381494"/>
                  </a:lnTo>
                  <a:lnTo>
                    <a:pt x="1535355" y="1381370"/>
                  </a:lnTo>
                  <a:lnTo>
                    <a:pt x="1535328" y="1381344"/>
                  </a:lnTo>
                  <a:lnTo>
                    <a:pt x="1535324" y="1381340"/>
                  </a:lnTo>
                  <a:lnTo>
                    <a:pt x="1535208" y="1381225"/>
                  </a:lnTo>
                  <a:lnTo>
                    <a:pt x="1535203" y="1381222"/>
                  </a:lnTo>
                  <a:lnTo>
                    <a:pt x="1535008" y="1381111"/>
                  </a:lnTo>
                  <a:lnTo>
                    <a:pt x="1534981" y="1380926"/>
                  </a:lnTo>
                  <a:lnTo>
                    <a:pt x="1534936" y="1380537"/>
                  </a:lnTo>
                  <a:lnTo>
                    <a:pt x="1534936" y="1380531"/>
                  </a:lnTo>
                  <a:lnTo>
                    <a:pt x="1534939" y="1380523"/>
                  </a:lnTo>
                  <a:lnTo>
                    <a:pt x="1534943" y="1380506"/>
                  </a:lnTo>
                  <a:lnTo>
                    <a:pt x="1534960" y="1380425"/>
                  </a:lnTo>
                  <a:lnTo>
                    <a:pt x="1534966" y="1380313"/>
                  </a:lnTo>
                  <a:lnTo>
                    <a:pt x="1534984" y="1380083"/>
                  </a:lnTo>
                  <a:lnTo>
                    <a:pt x="1534893" y="1379557"/>
                  </a:lnTo>
                  <a:lnTo>
                    <a:pt x="1534718" y="1379203"/>
                  </a:lnTo>
                  <a:lnTo>
                    <a:pt x="1534484" y="1378774"/>
                  </a:lnTo>
                  <a:lnTo>
                    <a:pt x="1534249" y="1378897"/>
                  </a:lnTo>
                  <a:lnTo>
                    <a:pt x="1534254" y="1378926"/>
                  </a:lnTo>
                  <a:lnTo>
                    <a:pt x="1534342" y="1379078"/>
                  </a:lnTo>
                  <a:lnTo>
                    <a:pt x="1534525" y="1379323"/>
                  </a:lnTo>
                  <a:lnTo>
                    <a:pt x="1534594" y="1379609"/>
                  </a:lnTo>
                  <a:lnTo>
                    <a:pt x="1534640" y="1379839"/>
                  </a:lnTo>
                  <a:lnTo>
                    <a:pt x="1534618" y="1380049"/>
                  </a:lnTo>
                  <a:lnTo>
                    <a:pt x="1534628" y="1380391"/>
                  </a:lnTo>
                  <a:lnTo>
                    <a:pt x="1534576" y="1380681"/>
                  </a:lnTo>
                  <a:lnTo>
                    <a:pt x="1534511" y="1380713"/>
                  </a:lnTo>
                  <a:lnTo>
                    <a:pt x="1534409" y="1380690"/>
                  </a:lnTo>
                  <a:lnTo>
                    <a:pt x="1534267" y="1380668"/>
                  </a:lnTo>
                  <a:lnTo>
                    <a:pt x="1534160" y="1380674"/>
                  </a:lnTo>
                  <a:lnTo>
                    <a:pt x="1534069" y="1380719"/>
                  </a:lnTo>
                  <a:lnTo>
                    <a:pt x="1534002" y="1380832"/>
                  </a:lnTo>
                  <a:lnTo>
                    <a:pt x="1533973" y="1381087"/>
                  </a:lnTo>
                  <a:lnTo>
                    <a:pt x="1533968" y="1381106"/>
                  </a:lnTo>
                  <a:lnTo>
                    <a:pt x="1533962" y="1381125"/>
                  </a:lnTo>
                  <a:lnTo>
                    <a:pt x="1533870" y="1381179"/>
                  </a:lnTo>
                  <a:lnTo>
                    <a:pt x="1533530" y="1381411"/>
                  </a:lnTo>
                  <a:lnTo>
                    <a:pt x="1533419" y="1381496"/>
                  </a:lnTo>
                  <a:lnTo>
                    <a:pt x="1533391" y="1381544"/>
                  </a:lnTo>
                  <a:lnTo>
                    <a:pt x="1533391" y="1381550"/>
                  </a:lnTo>
                  <a:lnTo>
                    <a:pt x="1533390" y="1381556"/>
                  </a:lnTo>
                  <a:lnTo>
                    <a:pt x="1533389" y="1381570"/>
                  </a:lnTo>
                  <a:lnTo>
                    <a:pt x="1533389" y="1381596"/>
                  </a:lnTo>
                  <a:lnTo>
                    <a:pt x="1533389" y="1381602"/>
                  </a:lnTo>
                  <a:lnTo>
                    <a:pt x="1533388" y="1381610"/>
                  </a:lnTo>
                  <a:lnTo>
                    <a:pt x="1533401" y="1381638"/>
                  </a:lnTo>
                  <a:lnTo>
                    <a:pt x="1533405" y="1381641"/>
                  </a:lnTo>
                  <a:lnTo>
                    <a:pt x="1533558" y="1381758"/>
                  </a:lnTo>
                  <a:lnTo>
                    <a:pt x="1533631" y="1381793"/>
                  </a:lnTo>
                  <a:lnTo>
                    <a:pt x="1533650" y="1381791"/>
                  </a:lnTo>
                  <a:lnTo>
                    <a:pt x="1533680" y="1381787"/>
                  </a:lnTo>
                  <a:lnTo>
                    <a:pt x="1533694" y="1381781"/>
                  </a:lnTo>
                  <a:lnTo>
                    <a:pt x="1533711" y="1381777"/>
                  </a:lnTo>
                  <a:lnTo>
                    <a:pt x="1533833" y="1381818"/>
                  </a:lnTo>
                  <a:lnTo>
                    <a:pt x="1533951" y="1382144"/>
                  </a:lnTo>
                  <a:lnTo>
                    <a:pt x="1533959" y="1382166"/>
                  </a:lnTo>
                  <a:lnTo>
                    <a:pt x="1533841" y="1382307"/>
                  </a:lnTo>
                  <a:lnTo>
                    <a:pt x="1533837" y="1382313"/>
                  </a:lnTo>
                  <a:lnTo>
                    <a:pt x="1533813" y="1382341"/>
                  </a:lnTo>
                  <a:lnTo>
                    <a:pt x="1533861" y="1382546"/>
                  </a:lnTo>
                  <a:lnTo>
                    <a:pt x="1533917" y="1382786"/>
                  </a:lnTo>
                  <a:lnTo>
                    <a:pt x="1534330" y="1384563"/>
                  </a:lnTo>
                  <a:lnTo>
                    <a:pt x="1534501" y="1384652"/>
                  </a:lnTo>
                  <a:lnTo>
                    <a:pt x="1534521" y="1384662"/>
                  </a:lnTo>
                  <a:lnTo>
                    <a:pt x="1534777" y="1385080"/>
                  </a:lnTo>
                  <a:lnTo>
                    <a:pt x="1534735" y="1385178"/>
                  </a:lnTo>
                  <a:lnTo>
                    <a:pt x="1534735" y="1385287"/>
                  </a:lnTo>
                  <a:lnTo>
                    <a:pt x="1534893" y="1385414"/>
                  </a:lnTo>
                  <a:lnTo>
                    <a:pt x="1534972" y="1385556"/>
                  </a:lnTo>
                  <a:lnTo>
                    <a:pt x="1535010" y="1385703"/>
                  </a:lnTo>
                  <a:lnTo>
                    <a:pt x="1535060" y="1385825"/>
                  </a:lnTo>
                  <a:lnTo>
                    <a:pt x="1535126" y="1385849"/>
                  </a:lnTo>
                  <a:lnTo>
                    <a:pt x="1535339" y="1385856"/>
                  </a:lnTo>
                  <a:lnTo>
                    <a:pt x="1535353" y="1385873"/>
                  </a:lnTo>
                  <a:lnTo>
                    <a:pt x="1535553" y="1385956"/>
                  </a:lnTo>
                  <a:lnTo>
                    <a:pt x="1535579" y="1386024"/>
                  </a:lnTo>
                  <a:lnTo>
                    <a:pt x="1535521" y="1386124"/>
                  </a:lnTo>
                  <a:lnTo>
                    <a:pt x="1535467" y="1386201"/>
                  </a:lnTo>
                  <a:lnTo>
                    <a:pt x="1535399" y="1386223"/>
                  </a:lnTo>
                  <a:lnTo>
                    <a:pt x="1535326" y="1386190"/>
                  </a:lnTo>
                  <a:lnTo>
                    <a:pt x="1535293" y="1386156"/>
                  </a:lnTo>
                  <a:lnTo>
                    <a:pt x="1535277" y="1386149"/>
                  </a:lnTo>
                  <a:lnTo>
                    <a:pt x="1535226" y="1386125"/>
                  </a:lnTo>
                  <a:lnTo>
                    <a:pt x="1535183" y="1386128"/>
                  </a:lnTo>
                  <a:lnTo>
                    <a:pt x="1535147" y="1386130"/>
                  </a:lnTo>
                  <a:lnTo>
                    <a:pt x="1535068" y="1386212"/>
                  </a:lnTo>
                  <a:lnTo>
                    <a:pt x="1535050" y="1386233"/>
                  </a:lnTo>
                  <a:lnTo>
                    <a:pt x="1535013" y="1386276"/>
                  </a:lnTo>
                  <a:lnTo>
                    <a:pt x="1534904" y="1386442"/>
                  </a:lnTo>
                  <a:lnTo>
                    <a:pt x="1534900" y="1386450"/>
                  </a:lnTo>
                  <a:lnTo>
                    <a:pt x="1534892" y="1386464"/>
                  </a:lnTo>
                  <a:lnTo>
                    <a:pt x="1534862" y="1386517"/>
                  </a:lnTo>
                  <a:lnTo>
                    <a:pt x="1534849" y="1386573"/>
                  </a:lnTo>
                  <a:lnTo>
                    <a:pt x="1534849" y="1386593"/>
                  </a:lnTo>
                  <a:lnTo>
                    <a:pt x="1534849" y="1386616"/>
                  </a:lnTo>
                  <a:lnTo>
                    <a:pt x="1534855" y="1386622"/>
                  </a:lnTo>
                  <a:lnTo>
                    <a:pt x="1534890" y="1386654"/>
                  </a:lnTo>
                  <a:lnTo>
                    <a:pt x="1535145" y="1386802"/>
                  </a:lnTo>
                  <a:lnTo>
                    <a:pt x="1535186" y="1386826"/>
                  </a:lnTo>
                  <a:lnTo>
                    <a:pt x="1535205" y="1386837"/>
                  </a:lnTo>
                  <a:lnTo>
                    <a:pt x="1535246" y="1386891"/>
                  </a:lnTo>
                  <a:lnTo>
                    <a:pt x="1535247" y="1386962"/>
                  </a:lnTo>
                  <a:lnTo>
                    <a:pt x="1535226" y="1386974"/>
                  </a:lnTo>
                  <a:lnTo>
                    <a:pt x="1535191" y="1386995"/>
                  </a:lnTo>
                  <a:lnTo>
                    <a:pt x="1535172" y="1387009"/>
                  </a:lnTo>
                  <a:lnTo>
                    <a:pt x="1535014" y="1387020"/>
                  </a:lnTo>
                  <a:lnTo>
                    <a:pt x="1534893" y="1387048"/>
                  </a:lnTo>
                  <a:lnTo>
                    <a:pt x="1534773" y="1387166"/>
                  </a:lnTo>
                  <a:lnTo>
                    <a:pt x="1534681" y="1387360"/>
                  </a:lnTo>
                  <a:lnTo>
                    <a:pt x="1534614" y="1387472"/>
                  </a:lnTo>
                  <a:lnTo>
                    <a:pt x="1534319" y="1387964"/>
                  </a:lnTo>
                  <a:lnTo>
                    <a:pt x="1534282" y="1388035"/>
                  </a:lnTo>
                  <a:lnTo>
                    <a:pt x="1534128" y="1387931"/>
                  </a:lnTo>
                  <a:lnTo>
                    <a:pt x="1533824" y="1387667"/>
                  </a:lnTo>
                  <a:lnTo>
                    <a:pt x="1533487" y="1387473"/>
                  </a:lnTo>
                  <a:lnTo>
                    <a:pt x="1533362" y="1387393"/>
                  </a:lnTo>
                  <a:lnTo>
                    <a:pt x="1533338" y="1387335"/>
                  </a:lnTo>
                  <a:lnTo>
                    <a:pt x="1533304" y="1387256"/>
                  </a:lnTo>
                  <a:lnTo>
                    <a:pt x="1533184" y="1387124"/>
                  </a:lnTo>
                  <a:lnTo>
                    <a:pt x="1533059" y="1386822"/>
                  </a:lnTo>
                  <a:lnTo>
                    <a:pt x="1533013" y="1386675"/>
                  </a:lnTo>
                  <a:lnTo>
                    <a:pt x="1532639" y="1386826"/>
                  </a:lnTo>
                  <a:lnTo>
                    <a:pt x="1532626" y="1386816"/>
                  </a:lnTo>
                  <a:lnTo>
                    <a:pt x="1532560" y="1386632"/>
                  </a:lnTo>
                  <a:lnTo>
                    <a:pt x="1532559" y="1386625"/>
                  </a:lnTo>
                  <a:lnTo>
                    <a:pt x="1532540" y="1386473"/>
                  </a:lnTo>
                  <a:lnTo>
                    <a:pt x="1532467" y="1385890"/>
                  </a:lnTo>
                  <a:lnTo>
                    <a:pt x="1532706" y="1385551"/>
                  </a:lnTo>
                  <a:lnTo>
                    <a:pt x="1532819" y="1385391"/>
                  </a:lnTo>
                  <a:lnTo>
                    <a:pt x="1532993" y="1385161"/>
                  </a:lnTo>
                  <a:lnTo>
                    <a:pt x="1533164" y="1384922"/>
                  </a:lnTo>
                  <a:lnTo>
                    <a:pt x="1532895" y="1384695"/>
                  </a:lnTo>
                  <a:lnTo>
                    <a:pt x="1532889" y="1384690"/>
                  </a:lnTo>
                  <a:lnTo>
                    <a:pt x="1532862" y="1384668"/>
                  </a:lnTo>
                  <a:lnTo>
                    <a:pt x="1532854" y="1384679"/>
                  </a:lnTo>
                  <a:lnTo>
                    <a:pt x="1532829" y="1384708"/>
                  </a:lnTo>
                  <a:lnTo>
                    <a:pt x="1532826" y="1384712"/>
                  </a:lnTo>
                  <a:lnTo>
                    <a:pt x="1532790" y="1384760"/>
                  </a:lnTo>
                  <a:lnTo>
                    <a:pt x="1532784" y="1384768"/>
                  </a:lnTo>
                  <a:lnTo>
                    <a:pt x="1532618" y="1384987"/>
                  </a:lnTo>
                  <a:lnTo>
                    <a:pt x="1532555" y="1385071"/>
                  </a:lnTo>
                  <a:lnTo>
                    <a:pt x="1532542" y="1385088"/>
                  </a:lnTo>
                  <a:lnTo>
                    <a:pt x="1532331" y="1385367"/>
                  </a:lnTo>
                  <a:lnTo>
                    <a:pt x="1532235" y="1385494"/>
                  </a:lnTo>
                  <a:lnTo>
                    <a:pt x="1532066" y="1385348"/>
                  </a:lnTo>
                  <a:lnTo>
                    <a:pt x="1532054" y="1385324"/>
                  </a:lnTo>
                  <a:lnTo>
                    <a:pt x="1531993" y="1385122"/>
                  </a:lnTo>
                  <a:lnTo>
                    <a:pt x="1531993" y="1385114"/>
                  </a:lnTo>
                  <a:lnTo>
                    <a:pt x="1531996" y="1385109"/>
                  </a:lnTo>
                  <a:lnTo>
                    <a:pt x="1532053" y="1385031"/>
                  </a:lnTo>
                  <a:lnTo>
                    <a:pt x="1532229" y="1384799"/>
                  </a:lnTo>
                  <a:lnTo>
                    <a:pt x="1532297" y="1384710"/>
                  </a:lnTo>
                  <a:lnTo>
                    <a:pt x="1532304" y="1384700"/>
                  </a:lnTo>
                  <a:lnTo>
                    <a:pt x="1532315" y="1384676"/>
                  </a:lnTo>
                  <a:lnTo>
                    <a:pt x="1532314" y="1384632"/>
                  </a:lnTo>
                  <a:lnTo>
                    <a:pt x="1532405" y="1384507"/>
                  </a:lnTo>
                  <a:lnTo>
                    <a:pt x="1532487" y="1384381"/>
                  </a:lnTo>
                  <a:lnTo>
                    <a:pt x="1532472" y="1384368"/>
                  </a:lnTo>
                  <a:lnTo>
                    <a:pt x="1532436" y="1384338"/>
                  </a:lnTo>
                  <a:lnTo>
                    <a:pt x="1532421" y="1384326"/>
                  </a:lnTo>
                  <a:lnTo>
                    <a:pt x="1532416" y="1384321"/>
                  </a:lnTo>
                  <a:lnTo>
                    <a:pt x="1532412" y="1384318"/>
                  </a:lnTo>
                  <a:lnTo>
                    <a:pt x="1532471" y="1384238"/>
                  </a:lnTo>
                  <a:lnTo>
                    <a:pt x="1532517" y="1384169"/>
                  </a:lnTo>
                  <a:lnTo>
                    <a:pt x="1532518" y="1384150"/>
                  </a:lnTo>
                  <a:lnTo>
                    <a:pt x="1532513" y="1384129"/>
                  </a:lnTo>
                  <a:lnTo>
                    <a:pt x="1532473" y="1384115"/>
                  </a:lnTo>
                  <a:lnTo>
                    <a:pt x="1532439" y="1384119"/>
                  </a:lnTo>
                  <a:lnTo>
                    <a:pt x="1532302" y="1384179"/>
                  </a:lnTo>
                  <a:lnTo>
                    <a:pt x="1532157" y="1384279"/>
                  </a:lnTo>
                  <a:lnTo>
                    <a:pt x="1532197" y="1384351"/>
                  </a:lnTo>
                  <a:lnTo>
                    <a:pt x="1532199" y="1384355"/>
                  </a:lnTo>
                  <a:lnTo>
                    <a:pt x="1532224" y="1384413"/>
                  </a:lnTo>
                  <a:lnTo>
                    <a:pt x="1531970" y="1384569"/>
                  </a:lnTo>
                  <a:lnTo>
                    <a:pt x="1531853" y="1384639"/>
                  </a:lnTo>
                  <a:lnTo>
                    <a:pt x="1531772" y="1384680"/>
                  </a:lnTo>
                  <a:lnTo>
                    <a:pt x="1531731" y="1384607"/>
                  </a:lnTo>
                  <a:lnTo>
                    <a:pt x="1531688" y="1384522"/>
                  </a:lnTo>
                  <a:lnTo>
                    <a:pt x="1531609" y="1384366"/>
                  </a:lnTo>
                  <a:lnTo>
                    <a:pt x="1531604" y="1384363"/>
                  </a:lnTo>
                  <a:lnTo>
                    <a:pt x="1531271" y="1384219"/>
                  </a:lnTo>
                  <a:lnTo>
                    <a:pt x="1531157" y="1384169"/>
                  </a:lnTo>
                  <a:lnTo>
                    <a:pt x="1530992" y="1384148"/>
                  </a:lnTo>
                  <a:lnTo>
                    <a:pt x="1530976" y="1384127"/>
                  </a:lnTo>
                  <a:lnTo>
                    <a:pt x="1530952" y="1384095"/>
                  </a:lnTo>
                  <a:lnTo>
                    <a:pt x="1530892" y="1384015"/>
                  </a:lnTo>
                  <a:lnTo>
                    <a:pt x="1530861" y="1383974"/>
                  </a:lnTo>
                  <a:lnTo>
                    <a:pt x="1530733" y="1383800"/>
                  </a:lnTo>
                  <a:lnTo>
                    <a:pt x="1530370" y="1383317"/>
                  </a:lnTo>
                  <a:lnTo>
                    <a:pt x="1530126" y="1382995"/>
                  </a:lnTo>
                  <a:lnTo>
                    <a:pt x="1530129" y="1382983"/>
                  </a:lnTo>
                  <a:lnTo>
                    <a:pt x="1530258" y="1382857"/>
                  </a:lnTo>
                  <a:lnTo>
                    <a:pt x="1530262" y="1382839"/>
                  </a:lnTo>
                  <a:lnTo>
                    <a:pt x="1530257" y="1382825"/>
                  </a:lnTo>
                  <a:lnTo>
                    <a:pt x="1530248" y="1382800"/>
                  </a:lnTo>
                  <a:lnTo>
                    <a:pt x="1530068" y="1382539"/>
                  </a:lnTo>
                  <a:lnTo>
                    <a:pt x="1529727" y="1382041"/>
                  </a:lnTo>
                  <a:lnTo>
                    <a:pt x="1529563" y="1381802"/>
                  </a:lnTo>
                  <a:lnTo>
                    <a:pt x="1529560" y="1381795"/>
                  </a:lnTo>
                  <a:lnTo>
                    <a:pt x="1529557" y="1381792"/>
                  </a:lnTo>
                  <a:lnTo>
                    <a:pt x="1529554" y="1381788"/>
                  </a:lnTo>
                  <a:lnTo>
                    <a:pt x="1529551" y="1381785"/>
                  </a:lnTo>
                  <a:lnTo>
                    <a:pt x="1529125" y="1381165"/>
                  </a:lnTo>
                  <a:lnTo>
                    <a:pt x="1528921" y="1380852"/>
                  </a:lnTo>
                  <a:lnTo>
                    <a:pt x="1528907" y="1380831"/>
                  </a:lnTo>
                  <a:lnTo>
                    <a:pt x="1528727" y="1380542"/>
                  </a:lnTo>
                  <a:lnTo>
                    <a:pt x="1528560" y="1380264"/>
                  </a:lnTo>
                  <a:lnTo>
                    <a:pt x="1528372" y="1379952"/>
                  </a:lnTo>
                  <a:lnTo>
                    <a:pt x="1528333" y="1379503"/>
                  </a:lnTo>
                  <a:lnTo>
                    <a:pt x="1528262" y="1379459"/>
                  </a:lnTo>
                  <a:lnTo>
                    <a:pt x="1528251" y="1379254"/>
                  </a:lnTo>
                  <a:lnTo>
                    <a:pt x="1528234" y="1378953"/>
                  </a:lnTo>
                  <a:lnTo>
                    <a:pt x="1528233" y="1378893"/>
                  </a:lnTo>
                  <a:lnTo>
                    <a:pt x="1528246" y="1378671"/>
                  </a:lnTo>
                  <a:lnTo>
                    <a:pt x="1528244" y="1378666"/>
                  </a:lnTo>
                  <a:lnTo>
                    <a:pt x="1528180" y="1378656"/>
                  </a:lnTo>
                  <a:lnTo>
                    <a:pt x="1528174" y="1378650"/>
                  </a:lnTo>
                  <a:lnTo>
                    <a:pt x="1528174" y="1378621"/>
                  </a:lnTo>
                  <a:lnTo>
                    <a:pt x="1528184" y="1378557"/>
                  </a:lnTo>
                  <a:lnTo>
                    <a:pt x="1528211" y="1378394"/>
                  </a:lnTo>
                  <a:lnTo>
                    <a:pt x="1528280" y="1378097"/>
                  </a:lnTo>
                  <a:lnTo>
                    <a:pt x="1528288" y="1378068"/>
                  </a:lnTo>
                  <a:lnTo>
                    <a:pt x="1528291" y="1378057"/>
                  </a:lnTo>
                  <a:lnTo>
                    <a:pt x="1528294" y="1378048"/>
                  </a:lnTo>
                  <a:lnTo>
                    <a:pt x="1528345" y="1377864"/>
                  </a:lnTo>
                  <a:lnTo>
                    <a:pt x="1528408" y="1377658"/>
                  </a:lnTo>
                  <a:lnTo>
                    <a:pt x="1528419" y="1377637"/>
                  </a:lnTo>
                  <a:lnTo>
                    <a:pt x="1528440" y="1377595"/>
                  </a:lnTo>
                  <a:lnTo>
                    <a:pt x="1528442" y="1377591"/>
                  </a:lnTo>
                  <a:lnTo>
                    <a:pt x="1528462" y="1377552"/>
                  </a:lnTo>
                  <a:lnTo>
                    <a:pt x="1528647" y="1376985"/>
                  </a:lnTo>
                  <a:lnTo>
                    <a:pt x="1528665" y="1376060"/>
                  </a:lnTo>
                  <a:lnTo>
                    <a:pt x="1528666" y="1376027"/>
                  </a:lnTo>
                  <a:lnTo>
                    <a:pt x="1528666" y="1375997"/>
                  </a:lnTo>
                  <a:lnTo>
                    <a:pt x="1528647" y="1375987"/>
                  </a:lnTo>
                  <a:lnTo>
                    <a:pt x="1528570" y="1375731"/>
                  </a:lnTo>
                  <a:lnTo>
                    <a:pt x="1528361" y="1374951"/>
                  </a:lnTo>
                  <a:lnTo>
                    <a:pt x="1528233" y="1374520"/>
                  </a:lnTo>
                  <a:lnTo>
                    <a:pt x="1528229" y="1374509"/>
                  </a:lnTo>
                  <a:lnTo>
                    <a:pt x="1528219" y="1374481"/>
                  </a:lnTo>
                  <a:lnTo>
                    <a:pt x="1528207" y="1374450"/>
                  </a:lnTo>
                  <a:lnTo>
                    <a:pt x="1528151" y="1374059"/>
                  </a:lnTo>
                  <a:lnTo>
                    <a:pt x="1528220" y="1373735"/>
                  </a:lnTo>
                  <a:lnTo>
                    <a:pt x="1528245" y="1373662"/>
                  </a:lnTo>
                  <a:lnTo>
                    <a:pt x="1528338" y="1373577"/>
                  </a:lnTo>
                  <a:lnTo>
                    <a:pt x="1528351" y="1373566"/>
                  </a:lnTo>
                  <a:lnTo>
                    <a:pt x="1528410" y="1373519"/>
                  </a:lnTo>
                  <a:lnTo>
                    <a:pt x="1528421" y="1373511"/>
                  </a:lnTo>
                  <a:lnTo>
                    <a:pt x="1528537" y="1373402"/>
                  </a:lnTo>
                  <a:lnTo>
                    <a:pt x="1528721" y="1373229"/>
                  </a:lnTo>
                  <a:lnTo>
                    <a:pt x="1528736" y="1373202"/>
                  </a:lnTo>
                  <a:lnTo>
                    <a:pt x="1528834" y="1373101"/>
                  </a:lnTo>
                  <a:lnTo>
                    <a:pt x="1528942" y="1372994"/>
                  </a:lnTo>
                  <a:lnTo>
                    <a:pt x="1529009" y="1372937"/>
                  </a:lnTo>
                  <a:lnTo>
                    <a:pt x="1529021" y="1372937"/>
                  </a:lnTo>
                  <a:lnTo>
                    <a:pt x="1529025" y="1372937"/>
                  </a:lnTo>
                  <a:lnTo>
                    <a:pt x="1529032" y="1372932"/>
                  </a:lnTo>
                  <a:lnTo>
                    <a:pt x="1528981" y="1372867"/>
                  </a:lnTo>
                  <a:lnTo>
                    <a:pt x="1528932" y="1372805"/>
                  </a:lnTo>
                  <a:lnTo>
                    <a:pt x="1528770" y="1372925"/>
                  </a:lnTo>
                  <a:lnTo>
                    <a:pt x="1528609" y="1373045"/>
                  </a:lnTo>
                  <a:lnTo>
                    <a:pt x="1528627" y="1373070"/>
                  </a:lnTo>
                  <a:lnTo>
                    <a:pt x="1528618" y="1373101"/>
                  </a:lnTo>
                  <a:lnTo>
                    <a:pt x="1528605" y="1373113"/>
                  </a:lnTo>
                  <a:lnTo>
                    <a:pt x="1528424" y="1373245"/>
                  </a:lnTo>
                  <a:lnTo>
                    <a:pt x="1528293" y="1373340"/>
                  </a:lnTo>
                  <a:lnTo>
                    <a:pt x="1528043" y="1373540"/>
                  </a:lnTo>
                  <a:lnTo>
                    <a:pt x="1527979" y="1373443"/>
                  </a:lnTo>
                  <a:lnTo>
                    <a:pt x="1527977" y="1373353"/>
                  </a:lnTo>
                  <a:lnTo>
                    <a:pt x="1527861" y="1373129"/>
                  </a:lnTo>
                  <a:lnTo>
                    <a:pt x="1527682" y="1372869"/>
                  </a:lnTo>
                  <a:lnTo>
                    <a:pt x="1527627" y="1372798"/>
                  </a:lnTo>
                  <a:lnTo>
                    <a:pt x="1527609" y="1372773"/>
                  </a:lnTo>
                  <a:lnTo>
                    <a:pt x="1527589" y="1372741"/>
                  </a:lnTo>
                  <a:lnTo>
                    <a:pt x="1527550" y="1372662"/>
                  </a:lnTo>
                  <a:lnTo>
                    <a:pt x="1527563" y="1372653"/>
                  </a:lnTo>
                  <a:lnTo>
                    <a:pt x="1527543" y="1372619"/>
                  </a:lnTo>
                  <a:lnTo>
                    <a:pt x="1527416" y="1372646"/>
                  </a:lnTo>
                  <a:lnTo>
                    <a:pt x="1527266" y="1372679"/>
                  </a:lnTo>
                  <a:lnTo>
                    <a:pt x="1527306" y="1372754"/>
                  </a:lnTo>
                  <a:lnTo>
                    <a:pt x="1527344" y="1372778"/>
                  </a:lnTo>
                  <a:lnTo>
                    <a:pt x="1527417" y="1373001"/>
                  </a:lnTo>
                  <a:lnTo>
                    <a:pt x="1527441" y="1373238"/>
                  </a:lnTo>
                  <a:lnTo>
                    <a:pt x="1527425" y="1373389"/>
                  </a:lnTo>
                  <a:lnTo>
                    <a:pt x="1527491" y="1373494"/>
                  </a:lnTo>
                  <a:lnTo>
                    <a:pt x="1527504" y="1373641"/>
                  </a:lnTo>
                  <a:lnTo>
                    <a:pt x="1527502" y="1373812"/>
                  </a:lnTo>
                  <a:lnTo>
                    <a:pt x="1527374" y="1374322"/>
                  </a:lnTo>
                  <a:lnTo>
                    <a:pt x="1527391" y="1374345"/>
                  </a:lnTo>
                  <a:lnTo>
                    <a:pt x="1527395" y="1374350"/>
                  </a:lnTo>
                  <a:lnTo>
                    <a:pt x="1527429" y="1374395"/>
                  </a:lnTo>
                  <a:lnTo>
                    <a:pt x="1527442" y="1375135"/>
                  </a:lnTo>
                  <a:lnTo>
                    <a:pt x="1527430" y="1375160"/>
                  </a:lnTo>
                  <a:lnTo>
                    <a:pt x="1527370" y="1375243"/>
                  </a:lnTo>
                  <a:lnTo>
                    <a:pt x="1526994" y="1375695"/>
                  </a:lnTo>
                  <a:lnTo>
                    <a:pt x="1526971" y="1375722"/>
                  </a:lnTo>
                  <a:lnTo>
                    <a:pt x="1527397" y="1376128"/>
                  </a:lnTo>
                  <a:lnTo>
                    <a:pt x="1527395" y="1376138"/>
                  </a:lnTo>
                  <a:lnTo>
                    <a:pt x="1527383" y="1376153"/>
                  </a:lnTo>
                  <a:lnTo>
                    <a:pt x="1526846" y="1376858"/>
                  </a:lnTo>
                  <a:lnTo>
                    <a:pt x="1526561" y="1377233"/>
                  </a:lnTo>
                  <a:lnTo>
                    <a:pt x="1526466" y="1377357"/>
                  </a:lnTo>
                  <a:lnTo>
                    <a:pt x="1526446" y="1377348"/>
                  </a:lnTo>
                  <a:lnTo>
                    <a:pt x="1525380" y="1376483"/>
                  </a:lnTo>
                  <a:lnTo>
                    <a:pt x="1525356" y="1376464"/>
                  </a:lnTo>
                  <a:lnTo>
                    <a:pt x="1525343" y="1376468"/>
                  </a:lnTo>
                  <a:lnTo>
                    <a:pt x="1525325" y="1376495"/>
                  </a:lnTo>
                  <a:lnTo>
                    <a:pt x="1525290" y="1376549"/>
                  </a:lnTo>
                  <a:lnTo>
                    <a:pt x="1524777" y="1377383"/>
                  </a:lnTo>
                  <a:lnTo>
                    <a:pt x="1524772" y="1377391"/>
                  </a:lnTo>
                  <a:lnTo>
                    <a:pt x="1524776" y="1377406"/>
                  </a:lnTo>
                  <a:lnTo>
                    <a:pt x="1524964" y="1377631"/>
                  </a:lnTo>
                  <a:lnTo>
                    <a:pt x="1525184" y="1377919"/>
                  </a:lnTo>
                  <a:lnTo>
                    <a:pt x="1525050" y="1378224"/>
                  </a:lnTo>
                  <a:lnTo>
                    <a:pt x="1525032" y="1378237"/>
                  </a:lnTo>
                  <a:lnTo>
                    <a:pt x="1525005" y="1378377"/>
                  </a:lnTo>
                  <a:lnTo>
                    <a:pt x="1524955" y="1378556"/>
                  </a:lnTo>
                  <a:lnTo>
                    <a:pt x="1524875" y="1378849"/>
                  </a:lnTo>
                  <a:lnTo>
                    <a:pt x="1524883" y="1378861"/>
                  </a:lnTo>
                  <a:lnTo>
                    <a:pt x="1524936" y="1378874"/>
                  </a:lnTo>
                  <a:lnTo>
                    <a:pt x="1524966" y="1378918"/>
                  </a:lnTo>
                  <a:lnTo>
                    <a:pt x="1524983" y="1378977"/>
                  </a:lnTo>
                  <a:lnTo>
                    <a:pt x="1524972" y="1379027"/>
                  </a:lnTo>
                  <a:lnTo>
                    <a:pt x="1524892" y="1379080"/>
                  </a:lnTo>
                  <a:lnTo>
                    <a:pt x="1524590" y="1379002"/>
                  </a:lnTo>
                  <a:lnTo>
                    <a:pt x="1524565" y="1379212"/>
                  </a:lnTo>
                  <a:lnTo>
                    <a:pt x="1524555" y="1379260"/>
                  </a:lnTo>
                  <a:lnTo>
                    <a:pt x="1524557" y="1379279"/>
                  </a:lnTo>
                  <a:lnTo>
                    <a:pt x="1524559" y="1379289"/>
                  </a:lnTo>
                  <a:lnTo>
                    <a:pt x="1524559" y="1379295"/>
                  </a:lnTo>
                  <a:lnTo>
                    <a:pt x="1524564" y="1379330"/>
                  </a:lnTo>
                  <a:lnTo>
                    <a:pt x="1524810" y="1379327"/>
                  </a:lnTo>
                  <a:lnTo>
                    <a:pt x="1524796" y="1379510"/>
                  </a:lnTo>
                  <a:lnTo>
                    <a:pt x="1524727" y="1380378"/>
                  </a:lnTo>
                  <a:lnTo>
                    <a:pt x="1524681" y="1380952"/>
                  </a:lnTo>
                  <a:lnTo>
                    <a:pt x="1524669" y="1381108"/>
                  </a:lnTo>
                  <a:lnTo>
                    <a:pt x="1524672" y="1381177"/>
                  </a:lnTo>
                  <a:lnTo>
                    <a:pt x="1524718" y="1381315"/>
                  </a:lnTo>
                  <a:lnTo>
                    <a:pt x="1524876" y="1381373"/>
                  </a:lnTo>
                  <a:lnTo>
                    <a:pt x="1524830" y="1381561"/>
                  </a:lnTo>
                  <a:lnTo>
                    <a:pt x="1524828" y="1381572"/>
                  </a:lnTo>
                  <a:lnTo>
                    <a:pt x="1524954" y="1381628"/>
                  </a:lnTo>
                  <a:lnTo>
                    <a:pt x="1524961" y="1381650"/>
                  </a:lnTo>
                  <a:lnTo>
                    <a:pt x="1524963" y="1381655"/>
                  </a:lnTo>
                  <a:lnTo>
                    <a:pt x="1525196" y="1382435"/>
                  </a:lnTo>
                  <a:lnTo>
                    <a:pt x="1525209" y="1382479"/>
                  </a:lnTo>
                  <a:lnTo>
                    <a:pt x="1525202" y="1382669"/>
                  </a:lnTo>
                  <a:lnTo>
                    <a:pt x="1525201" y="1382694"/>
                  </a:lnTo>
                  <a:lnTo>
                    <a:pt x="1525177" y="1382695"/>
                  </a:lnTo>
                  <a:lnTo>
                    <a:pt x="1525117" y="1382699"/>
                  </a:lnTo>
                  <a:lnTo>
                    <a:pt x="1525111" y="1382701"/>
                  </a:lnTo>
                  <a:lnTo>
                    <a:pt x="1525114" y="1382723"/>
                  </a:lnTo>
                  <a:lnTo>
                    <a:pt x="1525156" y="1383098"/>
                  </a:lnTo>
                  <a:lnTo>
                    <a:pt x="1525157" y="1383110"/>
                  </a:lnTo>
                  <a:lnTo>
                    <a:pt x="1525156" y="1383125"/>
                  </a:lnTo>
                  <a:lnTo>
                    <a:pt x="1525134" y="1383387"/>
                  </a:lnTo>
                  <a:lnTo>
                    <a:pt x="1525117" y="1383387"/>
                  </a:lnTo>
                  <a:lnTo>
                    <a:pt x="1525004" y="1383385"/>
                  </a:lnTo>
                  <a:lnTo>
                    <a:pt x="1524987" y="1383590"/>
                  </a:lnTo>
                  <a:lnTo>
                    <a:pt x="1524985" y="1383616"/>
                  </a:lnTo>
                  <a:lnTo>
                    <a:pt x="1524991" y="1383708"/>
                  </a:lnTo>
                  <a:lnTo>
                    <a:pt x="1524992" y="1383715"/>
                  </a:lnTo>
                  <a:lnTo>
                    <a:pt x="1524995" y="1383741"/>
                  </a:lnTo>
                  <a:lnTo>
                    <a:pt x="1525002" y="1383810"/>
                  </a:lnTo>
                  <a:lnTo>
                    <a:pt x="1525007" y="1383815"/>
                  </a:lnTo>
                  <a:lnTo>
                    <a:pt x="1525024" y="1383837"/>
                  </a:lnTo>
                  <a:lnTo>
                    <a:pt x="1525059" y="1383880"/>
                  </a:lnTo>
                  <a:lnTo>
                    <a:pt x="1525139" y="1383969"/>
                  </a:lnTo>
                  <a:lnTo>
                    <a:pt x="1525284" y="1384178"/>
                  </a:lnTo>
                  <a:lnTo>
                    <a:pt x="1525291" y="1384190"/>
                  </a:lnTo>
                  <a:lnTo>
                    <a:pt x="1525294" y="1384198"/>
                  </a:lnTo>
                  <a:lnTo>
                    <a:pt x="1525297" y="1384202"/>
                  </a:lnTo>
                  <a:lnTo>
                    <a:pt x="1525302" y="1384218"/>
                  </a:lnTo>
                  <a:lnTo>
                    <a:pt x="1525304" y="1384223"/>
                  </a:lnTo>
                  <a:lnTo>
                    <a:pt x="1525340" y="1384351"/>
                  </a:lnTo>
                  <a:lnTo>
                    <a:pt x="1525349" y="1384386"/>
                  </a:lnTo>
                  <a:lnTo>
                    <a:pt x="1525352" y="1384406"/>
                  </a:lnTo>
                  <a:lnTo>
                    <a:pt x="1525353" y="1384416"/>
                  </a:lnTo>
                  <a:lnTo>
                    <a:pt x="1525353" y="1384430"/>
                  </a:lnTo>
                  <a:lnTo>
                    <a:pt x="1525313" y="1384714"/>
                  </a:lnTo>
                  <a:lnTo>
                    <a:pt x="1525312" y="1384725"/>
                  </a:lnTo>
                  <a:lnTo>
                    <a:pt x="1525308" y="1384738"/>
                  </a:lnTo>
                  <a:lnTo>
                    <a:pt x="1525300" y="1384754"/>
                  </a:lnTo>
                  <a:lnTo>
                    <a:pt x="1525290" y="1384767"/>
                  </a:lnTo>
                  <a:lnTo>
                    <a:pt x="1525278" y="1384777"/>
                  </a:lnTo>
                  <a:lnTo>
                    <a:pt x="1525261" y="1384788"/>
                  </a:lnTo>
                  <a:lnTo>
                    <a:pt x="1525253" y="1384791"/>
                  </a:lnTo>
                  <a:lnTo>
                    <a:pt x="1525210" y="1384810"/>
                  </a:lnTo>
                  <a:lnTo>
                    <a:pt x="1525152" y="1384835"/>
                  </a:lnTo>
                  <a:lnTo>
                    <a:pt x="1525128" y="1384846"/>
                  </a:lnTo>
                  <a:lnTo>
                    <a:pt x="1525114" y="1384855"/>
                  </a:lnTo>
                  <a:lnTo>
                    <a:pt x="1525105" y="1384864"/>
                  </a:lnTo>
                  <a:lnTo>
                    <a:pt x="1525067" y="1384906"/>
                  </a:lnTo>
                  <a:lnTo>
                    <a:pt x="1524907" y="1385079"/>
                  </a:lnTo>
                  <a:lnTo>
                    <a:pt x="1524896" y="1385092"/>
                  </a:lnTo>
                  <a:lnTo>
                    <a:pt x="1524863" y="1385137"/>
                  </a:lnTo>
                  <a:lnTo>
                    <a:pt x="1524857" y="1385171"/>
                  </a:lnTo>
                  <a:lnTo>
                    <a:pt x="1524858" y="1385184"/>
                  </a:lnTo>
                  <a:lnTo>
                    <a:pt x="1524863" y="1385203"/>
                  </a:lnTo>
                  <a:lnTo>
                    <a:pt x="1524867" y="1385211"/>
                  </a:lnTo>
                  <a:lnTo>
                    <a:pt x="1524874" y="1385226"/>
                  </a:lnTo>
                  <a:lnTo>
                    <a:pt x="1524874" y="1385234"/>
                  </a:lnTo>
                  <a:lnTo>
                    <a:pt x="1524870" y="1385243"/>
                  </a:lnTo>
                  <a:lnTo>
                    <a:pt x="1524862" y="1385251"/>
                  </a:lnTo>
                  <a:lnTo>
                    <a:pt x="1524820" y="1385263"/>
                  </a:lnTo>
                  <a:lnTo>
                    <a:pt x="1524633" y="1385283"/>
                  </a:lnTo>
                  <a:lnTo>
                    <a:pt x="1524622" y="1385284"/>
                  </a:lnTo>
                  <a:lnTo>
                    <a:pt x="1524487" y="1385291"/>
                  </a:lnTo>
                  <a:lnTo>
                    <a:pt x="1524478" y="1385292"/>
                  </a:lnTo>
                  <a:lnTo>
                    <a:pt x="1524470" y="1385295"/>
                  </a:lnTo>
                  <a:lnTo>
                    <a:pt x="1524400" y="1385319"/>
                  </a:lnTo>
                  <a:lnTo>
                    <a:pt x="1524333" y="1385392"/>
                  </a:lnTo>
                  <a:lnTo>
                    <a:pt x="1523979" y="1385800"/>
                  </a:lnTo>
                  <a:lnTo>
                    <a:pt x="1523792" y="1386031"/>
                  </a:lnTo>
                  <a:lnTo>
                    <a:pt x="1523786" y="1386039"/>
                  </a:lnTo>
                  <a:lnTo>
                    <a:pt x="1523784" y="1386051"/>
                  </a:lnTo>
                  <a:lnTo>
                    <a:pt x="1523774" y="1386126"/>
                  </a:lnTo>
                  <a:lnTo>
                    <a:pt x="1523733" y="1386523"/>
                  </a:lnTo>
                  <a:lnTo>
                    <a:pt x="1523641" y="1386793"/>
                  </a:lnTo>
                  <a:lnTo>
                    <a:pt x="1523542" y="1387076"/>
                  </a:lnTo>
                  <a:lnTo>
                    <a:pt x="1523539" y="1387132"/>
                  </a:lnTo>
                  <a:lnTo>
                    <a:pt x="1523531" y="1387245"/>
                  </a:lnTo>
                  <a:lnTo>
                    <a:pt x="1523522" y="1387266"/>
                  </a:lnTo>
                  <a:lnTo>
                    <a:pt x="1523367" y="1387333"/>
                  </a:lnTo>
                  <a:lnTo>
                    <a:pt x="1523005" y="1387463"/>
                  </a:lnTo>
                  <a:lnTo>
                    <a:pt x="1522826" y="1387554"/>
                  </a:lnTo>
                  <a:lnTo>
                    <a:pt x="1522676" y="1387659"/>
                  </a:lnTo>
                  <a:lnTo>
                    <a:pt x="1522645" y="1387705"/>
                  </a:lnTo>
                  <a:lnTo>
                    <a:pt x="1522633" y="1387786"/>
                  </a:lnTo>
                  <a:lnTo>
                    <a:pt x="1522626" y="1387835"/>
                  </a:lnTo>
                  <a:lnTo>
                    <a:pt x="1522555" y="1388069"/>
                  </a:lnTo>
                  <a:lnTo>
                    <a:pt x="1522548" y="1388090"/>
                  </a:lnTo>
                  <a:lnTo>
                    <a:pt x="1522507" y="1388102"/>
                  </a:lnTo>
                  <a:lnTo>
                    <a:pt x="1522216" y="1388193"/>
                  </a:lnTo>
                  <a:lnTo>
                    <a:pt x="1522056" y="1388243"/>
                  </a:lnTo>
                  <a:lnTo>
                    <a:pt x="1521874" y="1388195"/>
                  </a:lnTo>
                  <a:lnTo>
                    <a:pt x="1521869" y="1388194"/>
                  </a:lnTo>
                  <a:lnTo>
                    <a:pt x="1521804" y="1388176"/>
                  </a:lnTo>
                  <a:lnTo>
                    <a:pt x="1521763" y="1388162"/>
                  </a:lnTo>
                  <a:lnTo>
                    <a:pt x="1521729" y="1388173"/>
                  </a:lnTo>
                  <a:lnTo>
                    <a:pt x="1521635" y="1388214"/>
                  </a:lnTo>
                  <a:lnTo>
                    <a:pt x="1521548" y="1388265"/>
                  </a:lnTo>
                  <a:lnTo>
                    <a:pt x="1521411" y="1388349"/>
                  </a:lnTo>
                  <a:lnTo>
                    <a:pt x="1521400" y="1388359"/>
                  </a:lnTo>
                  <a:lnTo>
                    <a:pt x="1521399" y="1388874"/>
                  </a:lnTo>
                  <a:lnTo>
                    <a:pt x="1521155" y="1388894"/>
                  </a:lnTo>
                  <a:lnTo>
                    <a:pt x="1520909" y="1388947"/>
                  </a:lnTo>
                  <a:lnTo>
                    <a:pt x="1520641" y="1389005"/>
                  </a:lnTo>
                  <a:lnTo>
                    <a:pt x="1520604" y="1389013"/>
                  </a:lnTo>
                  <a:lnTo>
                    <a:pt x="1520218" y="1388845"/>
                  </a:lnTo>
                  <a:lnTo>
                    <a:pt x="1520163" y="1388766"/>
                  </a:lnTo>
                  <a:lnTo>
                    <a:pt x="1519998" y="1388528"/>
                  </a:lnTo>
                  <a:lnTo>
                    <a:pt x="1519929" y="1388280"/>
                  </a:lnTo>
                  <a:lnTo>
                    <a:pt x="1519964" y="1388099"/>
                  </a:lnTo>
                  <a:lnTo>
                    <a:pt x="1519985" y="1387992"/>
                  </a:lnTo>
                  <a:lnTo>
                    <a:pt x="1519988" y="1387894"/>
                  </a:lnTo>
                  <a:lnTo>
                    <a:pt x="1519956" y="1387713"/>
                  </a:lnTo>
                  <a:lnTo>
                    <a:pt x="1519945" y="1387671"/>
                  </a:lnTo>
                  <a:lnTo>
                    <a:pt x="1519917" y="1387612"/>
                  </a:lnTo>
                  <a:lnTo>
                    <a:pt x="1519900" y="1387589"/>
                  </a:lnTo>
                  <a:lnTo>
                    <a:pt x="1519803" y="1387499"/>
                  </a:lnTo>
                  <a:lnTo>
                    <a:pt x="1519738" y="1387460"/>
                  </a:lnTo>
                  <a:lnTo>
                    <a:pt x="1519466" y="1387395"/>
                  </a:lnTo>
                  <a:lnTo>
                    <a:pt x="1519440" y="1387392"/>
                  </a:lnTo>
                  <a:lnTo>
                    <a:pt x="1519354" y="1387397"/>
                  </a:lnTo>
                  <a:lnTo>
                    <a:pt x="1519293" y="1387412"/>
                  </a:lnTo>
                  <a:lnTo>
                    <a:pt x="1519270" y="1387404"/>
                  </a:lnTo>
                  <a:lnTo>
                    <a:pt x="1519092" y="1387214"/>
                  </a:lnTo>
                  <a:lnTo>
                    <a:pt x="1518993" y="1386909"/>
                  </a:lnTo>
                  <a:lnTo>
                    <a:pt x="1518870" y="1386445"/>
                  </a:lnTo>
                  <a:lnTo>
                    <a:pt x="1518749" y="1385986"/>
                  </a:lnTo>
                  <a:lnTo>
                    <a:pt x="1518730" y="1385917"/>
                  </a:lnTo>
                  <a:lnTo>
                    <a:pt x="1518714" y="1385911"/>
                  </a:lnTo>
                  <a:lnTo>
                    <a:pt x="1518568" y="1385913"/>
                  </a:lnTo>
                  <a:lnTo>
                    <a:pt x="1518543" y="1385903"/>
                  </a:lnTo>
                  <a:lnTo>
                    <a:pt x="1518486" y="1385745"/>
                  </a:lnTo>
                  <a:lnTo>
                    <a:pt x="1518488" y="1385696"/>
                  </a:lnTo>
                  <a:lnTo>
                    <a:pt x="1518499" y="1385671"/>
                  </a:lnTo>
                  <a:lnTo>
                    <a:pt x="1518528" y="1385632"/>
                  </a:lnTo>
                  <a:lnTo>
                    <a:pt x="1518625" y="1385497"/>
                  </a:lnTo>
                  <a:lnTo>
                    <a:pt x="1518680" y="1385420"/>
                  </a:lnTo>
                  <a:lnTo>
                    <a:pt x="1518694" y="1385400"/>
                  </a:lnTo>
                  <a:lnTo>
                    <a:pt x="1518683" y="1385390"/>
                  </a:lnTo>
                  <a:lnTo>
                    <a:pt x="1518646" y="1385358"/>
                  </a:lnTo>
                  <a:lnTo>
                    <a:pt x="1518614" y="1385330"/>
                  </a:lnTo>
                  <a:lnTo>
                    <a:pt x="1518442" y="1385178"/>
                  </a:lnTo>
                  <a:lnTo>
                    <a:pt x="1518230" y="1385028"/>
                  </a:lnTo>
                  <a:lnTo>
                    <a:pt x="1517727" y="1384628"/>
                  </a:lnTo>
                  <a:lnTo>
                    <a:pt x="1517640" y="1384559"/>
                  </a:lnTo>
                  <a:lnTo>
                    <a:pt x="1517621" y="1384544"/>
                  </a:lnTo>
                  <a:lnTo>
                    <a:pt x="1517614" y="1384528"/>
                  </a:lnTo>
                  <a:lnTo>
                    <a:pt x="1517610" y="1384521"/>
                  </a:lnTo>
                  <a:lnTo>
                    <a:pt x="1517554" y="1384399"/>
                  </a:lnTo>
                  <a:lnTo>
                    <a:pt x="1517441" y="1384226"/>
                  </a:lnTo>
                  <a:lnTo>
                    <a:pt x="1517344" y="1384149"/>
                  </a:lnTo>
                  <a:lnTo>
                    <a:pt x="1517308" y="1384184"/>
                  </a:lnTo>
                  <a:lnTo>
                    <a:pt x="1517273" y="1384218"/>
                  </a:lnTo>
                  <a:lnTo>
                    <a:pt x="1517295" y="1384251"/>
                  </a:lnTo>
                  <a:lnTo>
                    <a:pt x="1517346" y="1384319"/>
                  </a:lnTo>
                  <a:lnTo>
                    <a:pt x="1517354" y="1384329"/>
                  </a:lnTo>
                  <a:lnTo>
                    <a:pt x="1517387" y="1384373"/>
                  </a:lnTo>
                  <a:lnTo>
                    <a:pt x="1517455" y="1384446"/>
                  </a:lnTo>
                  <a:lnTo>
                    <a:pt x="1517468" y="1384461"/>
                  </a:lnTo>
                  <a:lnTo>
                    <a:pt x="1517502" y="1384497"/>
                  </a:lnTo>
                  <a:lnTo>
                    <a:pt x="1517508" y="1384513"/>
                  </a:lnTo>
                  <a:lnTo>
                    <a:pt x="1517511" y="1384521"/>
                  </a:lnTo>
                  <a:lnTo>
                    <a:pt x="1517518" y="1384538"/>
                  </a:lnTo>
                  <a:lnTo>
                    <a:pt x="1517521" y="1384544"/>
                  </a:lnTo>
                  <a:lnTo>
                    <a:pt x="1517524" y="1384565"/>
                  </a:lnTo>
                  <a:lnTo>
                    <a:pt x="1517523" y="1384585"/>
                  </a:lnTo>
                  <a:lnTo>
                    <a:pt x="1517522" y="1384596"/>
                  </a:lnTo>
                  <a:lnTo>
                    <a:pt x="1517511" y="1384769"/>
                  </a:lnTo>
                  <a:lnTo>
                    <a:pt x="1517507" y="1384812"/>
                  </a:lnTo>
                  <a:lnTo>
                    <a:pt x="1517505" y="1384826"/>
                  </a:lnTo>
                  <a:lnTo>
                    <a:pt x="1517492" y="1384844"/>
                  </a:lnTo>
                  <a:lnTo>
                    <a:pt x="1517471" y="1384861"/>
                  </a:lnTo>
                  <a:lnTo>
                    <a:pt x="1517457" y="1384868"/>
                  </a:lnTo>
                  <a:lnTo>
                    <a:pt x="1517427" y="1384874"/>
                  </a:lnTo>
                  <a:lnTo>
                    <a:pt x="1517404" y="1384877"/>
                  </a:lnTo>
                  <a:lnTo>
                    <a:pt x="1517399" y="1384877"/>
                  </a:lnTo>
                  <a:lnTo>
                    <a:pt x="1517391" y="1384877"/>
                  </a:lnTo>
                  <a:lnTo>
                    <a:pt x="1517236" y="1384853"/>
                  </a:lnTo>
                  <a:lnTo>
                    <a:pt x="1517096" y="1384855"/>
                  </a:lnTo>
                  <a:lnTo>
                    <a:pt x="1517050" y="1384856"/>
                  </a:lnTo>
                  <a:lnTo>
                    <a:pt x="1516915" y="1384862"/>
                  </a:lnTo>
                  <a:lnTo>
                    <a:pt x="1516857" y="1384865"/>
                  </a:lnTo>
                  <a:lnTo>
                    <a:pt x="1516845" y="1384877"/>
                  </a:lnTo>
                  <a:lnTo>
                    <a:pt x="1516845" y="1384895"/>
                  </a:lnTo>
                  <a:lnTo>
                    <a:pt x="1516832" y="1384905"/>
                  </a:lnTo>
                  <a:lnTo>
                    <a:pt x="1516521" y="1385002"/>
                  </a:lnTo>
                  <a:lnTo>
                    <a:pt x="1516310" y="1384994"/>
                  </a:lnTo>
                  <a:lnTo>
                    <a:pt x="1516217" y="1385016"/>
                  </a:lnTo>
                  <a:lnTo>
                    <a:pt x="1516081" y="1385048"/>
                  </a:lnTo>
                  <a:lnTo>
                    <a:pt x="1516034" y="1385038"/>
                  </a:lnTo>
                  <a:lnTo>
                    <a:pt x="1515988" y="1385028"/>
                  </a:lnTo>
                  <a:lnTo>
                    <a:pt x="1515932" y="1385039"/>
                  </a:lnTo>
                  <a:lnTo>
                    <a:pt x="1515756" y="1385071"/>
                  </a:lnTo>
                  <a:lnTo>
                    <a:pt x="1515749" y="1385075"/>
                  </a:lnTo>
                  <a:lnTo>
                    <a:pt x="1515486" y="1385248"/>
                  </a:lnTo>
                  <a:lnTo>
                    <a:pt x="1515469" y="1385259"/>
                  </a:lnTo>
                  <a:lnTo>
                    <a:pt x="1515094" y="1385505"/>
                  </a:lnTo>
                  <a:lnTo>
                    <a:pt x="1514964" y="1385583"/>
                  </a:lnTo>
                  <a:lnTo>
                    <a:pt x="1514824" y="1385685"/>
                  </a:lnTo>
                  <a:lnTo>
                    <a:pt x="1514665" y="1385827"/>
                  </a:lnTo>
                  <a:lnTo>
                    <a:pt x="1514619" y="1385873"/>
                  </a:lnTo>
                  <a:lnTo>
                    <a:pt x="1514614" y="1385878"/>
                  </a:lnTo>
                  <a:lnTo>
                    <a:pt x="1514612" y="1385882"/>
                  </a:lnTo>
                  <a:lnTo>
                    <a:pt x="1514604" y="1385896"/>
                  </a:lnTo>
                  <a:lnTo>
                    <a:pt x="1514548" y="1385989"/>
                  </a:lnTo>
                  <a:lnTo>
                    <a:pt x="1514558" y="1386028"/>
                  </a:lnTo>
                  <a:lnTo>
                    <a:pt x="1514484" y="1386130"/>
                  </a:lnTo>
                  <a:lnTo>
                    <a:pt x="1514449" y="1386153"/>
                  </a:lnTo>
                  <a:lnTo>
                    <a:pt x="1514318" y="1386303"/>
                  </a:lnTo>
                  <a:lnTo>
                    <a:pt x="1514272" y="1386374"/>
                  </a:lnTo>
                  <a:lnTo>
                    <a:pt x="1514277" y="1386410"/>
                  </a:lnTo>
                  <a:lnTo>
                    <a:pt x="1514320" y="1386717"/>
                  </a:lnTo>
                  <a:lnTo>
                    <a:pt x="1514330" y="1386784"/>
                  </a:lnTo>
                  <a:lnTo>
                    <a:pt x="1514389" y="1386936"/>
                  </a:lnTo>
                  <a:lnTo>
                    <a:pt x="1514442" y="1386958"/>
                  </a:lnTo>
                  <a:lnTo>
                    <a:pt x="1514447" y="1386965"/>
                  </a:lnTo>
                  <a:lnTo>
                    <a:pt x="1514457" y="1386991"/>
                  </a:lnTo>
                  <a:lnTo>
                    <a:pt x="1514499" y="1387087"/>
                  </a:lnTo>
                  <a:lnTo>
                    <a:pt x="1514525" y="1387147"/>
                  </a:lnTo>
                  <a:lnTo>
                    <a:pt x="1514213" y="1387413"/>
                  </a:lnTo>
                  <a:lnTo>
                    <a:pt x="1514074" y="1387443"/>
                  </a:lnTo>
                  <a:lnTo>
                    <a:pt x="1514067" y="1387443"/>
                  </a:lnTo>
                  <a:lnTo>
                    <a:pt x="1513839" y="1387161"/>
                  </a:lnTo>
                  <a:lnTo>
                    <a:pt x="1513837" y="1387157"/>
                  </a:lnTo>
                  <a:lnTo>
                    <a:pt x="1513824" y="1387165"/>
                  </a:lnTo>
                  <a:lnTo>
                    <a:pt x="1513703" y="1387226"/>
                  </a:lnTo>
                  <a:lnTo>
                    <a:pt x="1513450" y="1387373"/>
                  </a:lnTo>
                  <a:lnTo>
                    <a:pt x="1513315" y="1387457"/>
                  </a:lnTo>
                  <a:lnTo>
                    <a:pt x="1513215" y="1387541"/>
                  </a:lnTo>
                  <a:lnTo>
                    <a:pt x="1513191" y="1387554"/>
                  </a:lnTo>
                  <a:lnTo>
                    <a:pt x="1513177" y="1387557"/>
                  </a:lnTo>
                  <a:lnTo>
                    <a:pt x="1513022" y="1387282"/>
                  </a:lnTo>
                  <a:lnTo>
                    <a:pt x="1512970" y="1387331"/>
                  </a:lnTo>
                  <a:lnTo>
                    <a:pt x="1512735" y="1387616"/>
                  </a:lnTo>
                  <a:lnTo>
                    <a:pt x="1512650" y="1387735"/>
                  </a:lnTo>
                  <a:lnTo>
                    <a:pt x="1512478" y="1388003"/>
                  </a:lnTo>
                  <a:lnTo>
                    <a:pt x="1512314" y="1388319"/>
                  </a:lnTo>
                  <a:lnTo>
                    <a:pt x="1512257" y="1388441"/>
                  </a:lnTo>
                  <a:lnTo>
                    <a:pt x="1512213" y="1388704"/>
                  </a:lnTo>
                  <a:lnTo>
                    <a:pt x="1512145" y="1389116"/>
                  </a:lnTo>
                  <a:lnTo>
                    <a:pt x="1511876" y="1389064"/>
                  </a:lnTo>
                  <a:lnTo>
                    <a:pt x="1511863" y="1389045"/>
                  </a:lnTo>
                  <a:lnTo>
                    <a:pt x="1511688" y="1389018"/>
                  </a:lnTo>
                  <a:lnTo>
                    <a:pt x="1511671" y="1389025"/>
                  </a:lnTo>
                  <a:lnTo>
                    <a:pt x="1511560" y="1389133"/>
                  </a:lnTo>
                  <a:lnTo>
                    <a:pt x="1511508" y="1389241"/>
                  </a:lnTo>
                  <a:lnTo>
                    <a:pt x="1511504" y="1389250"/>
                  </a:lnTo>
                  <a:lnTo>
                    <a:pt x="1511473" y="1389279"/>
                  </a:lnTo>
                  <a:lnTo>
                    <a:pt x="1511158" y="1389580"/>
                  </a:lnTo>
                  <a:lnTo>
                    <a:pt x="1511022" y="1389607"/>
                  </a:lnTo>
                  <a:lnTo>
                    <a:pt x="1511014" y="1389810"/>
                  </a:lnTo>
                  <a:lnTo>
                    <a:pt x="1511001" y="1389927"/>
                  </a:lnTo>
                  <a:lnTo>
                    <a:pt x="1510997" y="1389958"/>
                  </a:lnTo>
                  <a:lnTo>
                    <a:pt x="1510983" y="1390089"/>
                  </a:lnTo>
                  <a:lnTo>
                    <a:pt x="1510735" y="1390226"/>
                  </a:lnTo>
                  <a:lnTo>
                    <a:pt x="1510676" y="1390259"/>
                  </a:lnTo>
                  <a:lnTo>
                    <a:pt x="1510669" y="1390263"/>
                  </a:lnTo>
                  <a:lnTo>
                    <a:pt x="1510614" y="1390431"/>
                  </a:lnTo>
                  <a:lnTo>
                    <a:pt x="1510594" y="1390506"/>
                  </a:lnTo>
                  <a:lnTo>
                    <a:pt x="1510559" y="1390692"/>
                  </a:lnTo>
                  <a:lnTo>
                    <a:pt x="1510539" y="1390832"/>
                  </a:lnTo>
                  <a:lnTo>
                    <a:pt x="1510537" y="1390845"/>
                  </a:lnTo>
                  <a:lnTo>
                    <a:pt x="1510535" y="1390866"/>
                  </a:lnTo>
                  <a:lnTo>
                    <a:pt x="1510512" y="1391390"/>
                  </a:lnTo>
                  <a:lnTo>
                    <a:pt x="1510511" y="1391508"/>
                  </a:lnTo>
                  <a:lnTo>
                    <a:pt x="1510502" y="1391700"/>
                  </a:lnTo>
                  <a:lnTo>
                    <a:pt x="1510496" y="1391812"/>
                  </a:lnTo>
                  <a:lnTo>
                    <a:pt x="1510494" y="1391863"/>
                  </a:lnTo>
                  <a:lnTo>
                    <a:pt x="1510490" y="1391876"/>
                  </a:lnTo>
                  <a:lnTo>
                    <a:pt x="1510484" y="1391893"/>
                  </a:lnTo>
                  <a:lnTo>
                    <a:pt x="1510473" y="1391910"/>
                  </a:lnTo>
                  <a:lnTo>
                    <a:pt x="1510468" y="1391913"/>
                  </a:lnTo>
                  <a:lnTo>
                    <a:pt x="1510463" y="1391916"/>
                  </a:lnTo>
                  <a:lnTo>
                    <a:pt x="1510449" y="1391921"/>
                  </a:lnTo>
                  <a:lnTo>
                    <a:pt x="1510442" y="1391924"/>
                  </a:lnTo>
                  <a:lnTo>
                    <a:pt x="1510425" y="1391927"/>
                  </a:lnTo>
                  <a:lnTo>
                    <a:pt x="1510410" y="1391928"/>
                  </a:lnTo>
                  <a:lnTo>
                    <a:pt x="1510356" y="1391908"/>
                  </a:lnTo>
                  <a:lnTo>
                    <a:pt x="1510322" y="1391895"/>
                  </a:lnTo>
                  <a:lnTo>
                    <a:pt x="1510218" y="1391856"/>
                  </a:lnTo>
                  <a:lnTo>
                    <a:pt x="1510213" y="1391854"/>
                  </a:lnTo>
                  <a:lnTo>
                    <a:pt x="1510101" y="1391812"/>
                  </a:lnTo>
                  <a:lnTo>
                    <a:pt x="1510090" y="1391811"/>
                  </a:lnTo>
                  <a:lnTo>
                    <a:pt x="1510065" y="1391810"/>
                  </a:lnTo>
                  <a:lnTo>
                    <a:pt x="1510047" y="1391808"/>
                  </a:lnTo>
                  <a:lnTo>
                    <a:pt x="1510041" y="1391807"/>
                  </a:lnTo>
                  <a:lnTo>
                    <a:pt x="1509972" y="1391793"/>
                  </a:lnTo>
                  <a:lnTo>
                    <a:pt x="1509789" y="1391754"/>
                  </a:lnTo>
                  <a:lnTo>
                    <a:pt x="1509741" y="1391743"/>
                  </a:lnTo>
                  <a:lnTo>
                    <a:pt x="1509714" y="1391737"/>
                  </a:lnTo>
                  <a:lnTo>
                    <a:pt x="1509694" y="1391734"/>
                  </a:lnTo>
                  <a:lnTo>
                    <a:pt x="1509585" y="1391774"/>
                  </a:lnTo>
                  <a:lnTo>
                    <a:pt x="1509528" y="1391811"/>
                  </a:lnTo>
                  <a:lnTo>
                    <a:pt x="1509523" y="1391821"/>
                  </a:lnTo>
                  <a:lnTo>
                    <a:pt x="1509518" y="1391830"/>
                  </a:lnTo>
                  <a:lnTo>
                    <a:pt x="1509679" y="1392039"/>
                  </a:lnTo>
                  <a:lnTo>
                    <a:pt x="1509730" y="1392238"/>
                  </a:lnTo>
                  <a:lnTo>
                    <a:pt x="1509752" y="1392384"/>
                  </a:lnTo>
                  <a:lnTo>
                    <a:pt x="1509694" y="1392523"/>
                  </a:lnTo>
                  <a:lnTo>
                    <a:pt x="1509683" y="1392525"/>
                  </a:lnTo>
                  <a:lnTo>
                    <a:pt x="1509522" y="1392486"/>
                  </a:lnTo>
                  <a:lnTo>
                    <a:pt x="1509494" y="1392479"/>
                  </a:lnTo>
                  <a:lnTo>
                    <a:pt x="1509474" y="1392446"/>
                  </a:lnTo>
                  <a:lnTo>
                    <a:pt x="1509470" y="1392410"/>
                  </a:lnTo>
                  <a:lnTo>
                    <a:pt x="1509474" y="1392390"/>
                  </a:lnTo>
                  <a:lnTo>
                    <a:pt x="1509417" y="1392371"/>
                  </a:lnTo>
                  <a:lnTo>
                    <a:pt x="1509402" y="1392368"/>
                  </a:lnTo>
                  <a:lnTo>
                    <a:pt x="1509394" y="1392369"/>
                  </a:lnTo>
                  <a:lnTo>
                    <a:pt x="1509388" y="1392370"/>
                  </a:lnTo>
                  <a:lnTo>
                    <a:pt x="1509269" y="1392428"/>
                  </a:lnTo>
                  <a:lnTo>
                    <a:pt x="1509184" y="1392532"/>
                  </a:lnTo>
                  <a:lnTo>
                    <a:pt x="1509116" y="1392698"/>
                  </a:lnTo>
                  <a:lnTo>
                    <a:pt x="1508935" y="1392716"/>
                  </a:lnTo>
                  <a:lnTo>
                    <a:pt x="1508759" y="1392781"/>
                  </a:lnTo>
                  <a:lnTo>
                    <a:pt x="1508687" y="1392813"/>
                  </a:lnTo>
                  <a:lnTo>
                    <a:pt x="1508645" y="1392840"/>
                  </a:lnTo>
                  <a:lnTo>
                    <a:pt x="1508608" y="1392879"/>
                  </a:lnTo>
                  <a:lnTo>
                    <a:pt x="1508514" y="1392976"/>
                  </a:lnTo>
                  <a:lnTo>
                    <a:pt x="1508493" y="1392997"/>
                  </a:lnTo>
                  <a:lnTo>
                    <a:pt x="1508307" y="1393014"/>
                  </a:lnTo>
                  <a:lnTo>
                    <a:pt x="1508226" y="1393013"/>
                  </a:lnTo>
                  <a:lnTo>
                    <a:pt x="1507967" y="1392992"/>
                  </a:lnTo>
                  <a:lnTo>
                    <a:pt x="1507817" y="1392981"/>
                  </a:lnTo>
                  <a:lnTo>
                    <a:pt x="1507799" y="1392979"/>
                  </a:lnTo>
                  <a:lnTo>
                    <a:pt x="1507631" y="1392986"/>
                  </a:lnTo>
                  <a:lnTo>
                    <a:pt x="1507598" y="1393007"/>
                  </a:lnTo>
                  <a:lnTo>
                    <a:pt x="1507592" y="1393045"/>
                  </a:lnTo>
                  <a:lnTo>
                    <a:pt x="1507581" y="1393083"/>
                  </a:lnTo>
                  <a:lnTo>
                    <a:pt x="1507562" y="1393139"/>
                  </a:lnTo>
                  <a:lnTo>
                    <a:pt x="1507540" y="1393186"/>
                  </a:lnTo>
                  <a:lnTo>
                    <a:pt x="1507521" y="1393206"/>
                  </a:lnTo>
                  <a:lnTo>
                    <a:pt x="1507493" y="1393228"/>
                  </a:lnTo>
                  <a:lnTo>
                    <a:pt x="1507433" y="1393268"/>
                  </a:lnTo>
                  <a:lnTo>
                    <a:pt x="1507398" y="1393287"/>
                  </a:lnTo>
                  <a:lnTo>
                    <a:pt x="1507393" y="1393289"/>
                  </a:lnTo>
                  <a:lnTo>
                    <a:pt x="1507387" y="1393287"/>
                  </a:lnTo>
                  <a:lnTo>
                    <a:pt x="1507370" y="1393280"/>
                  </a:lnTo>
                  <a:lnTo>
                    <a:pt x="1507347" y="1393270"/>
                  </a:lnTo>
                  <a:lnTo>
                    <a:pt x="1507337" y="1393265"/>
                  </a:lnTo>
                  <a:lnTo>
                    <a:pt x="1507329" y="1393261"/>
                  </a:lnTo>
                  <a:lnTo>
                    <a:pt x="1507312" y="1393252"/>
                  </a:lnTo>
                  <a:lnTo>
                    <a:pt x="1507286" y="1393239"/>
                  </a:lnTo>
                  <a:lnTo>
                    <a:pt x="1507256" y="1393222"/>
                  </a:lnTo>
                  <a:lnTo>
                    <a:pt x="1507027" y="1393091"/>
                  </a:lnTo>
                  <a:lnTo>
                    <a:pt x="1506997" y="1393074"/>
                  </a:lnTo>
                  <a:lnTo>
                    <a:pt x="1506990" y="1393072"/>
                  </a:lnTo>
                  <a:lnTo>
                    <a:pt x="1506826" y="1393003"/>
                  </a:lnTo>
                  <a:lnTo>
                    <a:pt x="1506582" y="1392834"/>
                  </a:lnTo>
                  <a:lnTo>
                    <a:pt x="1506561" y="1392787"/>
                  </a:lnTo>
                  <a:lnTo>
                    <a:pt x="1506469" y="1392572"/>
                  </a:lnTo>
                  <a:lnTo>
                    <a:pt x="1506516" y="1392416"/>
                  </a:lnTo>
                  <a:lnTo>
                    <a:pt x="1506517" y="1392411"/>
                  </a:lnTo>
                  <a:lnTo>
                    <a:pt x="1506494" y="1392362"/>
                  </a:lnTo>
                  <a:lnTo>
                    <a:pt x="1506486" y="1392361"/>
                  </a:lnTo>
                  <a:lnTo>
                    <a:pt x="1506434" y="1392358"/>
                  </a:lnTo>
                  <a:lnTo>
                    <a:pt x="1506328" y="1392362"/>
                  </a:lnTo>
                  <a:lnTo>
                    <a:pt x="1506210" y="1392367"/>
                  </a:lnTo>
                  <a:lnTo>
                    <a:pt x="1506110" y="1392370"/>
                  </a:lnTo>
                  <a:lnTo>
                    <a:pt x="1505976" y="1392452"/>
                  </a:lnTo>
                  <a:lnTo>
                    <a:pt x="1505943" y="1392444"/>
                  </a:lnTo>
                  <a:lnTo>
                    <a:pt x="1505905" y="1392436"/>
                  </a:lnTo>
                  <a:lnTo>
                    <a:pt x="1505472" y="1392210"/>
                  </a:lnTo>
                  <a:lnTo>
                    <a:pt x="1505449" y="1392199"/>
                  </a:lnTo>
                  <a:lnTo>
                    <a:pt x="1505266" y="1392144"/>
                  </a:lnTo>
                  <a:lnTo>
                    <a:pt x="1505177" y="1392105"/>
                  </a:lnTo>
                  <a:lnTo>
                    <a:pt x="1505149" y="1392090"/>
                  </a:lnTo>
                  <a:lnTo>
                    <a:pt x="1505052" y="1392022"/>
                  </a:lnTo>
                  <a:lnTo>
                    <a:pt x="1505039" y="1392004"/>
                  </a:lnTo>
                  <a:lnTo>
                    <a:pt x="1505023" y="1391896"/>
                  </a:lnTo>
                  <a:lnTo>
                    <a:pt x="1504833" y="1391780"/>
                  </a:lnTo>
                  <a:lnTo>
                    <a:pt x="1504755" y="1391733"/>
                  </a:lnTo>
                  <a:lnTo>
                    <a:pt x="1504601" y="1391724"/>
                  </a:lnTo>
                  <a:lnTo>
                    <a:pt x="1504591" y="1391723"/>
                  </a:lnTo>
                  <a:lnTo>
                    <a:pt x="1504568" y="1391723"/>
                  </a:lnTo>
                  <a:lnTo>
                    <a:pt x="1504521" y="1391693"/>
                  </a:lnTo>
                  <a:lnTo>
                    <a:pt x="1504435" y="1391639"/>
                  </a:lnTo>
                  <a:lnTo>
                    <a:pt x="1504417" y="1391627"/>
                  </a:lnTo>
                  <a:lnTo>
                    <a:pt x="1504294" y="1391508"/>
                  </a:lnTo>
                  <a:lnTo>
                    <a:pt x="1504281" y="1391490"/>
                  </a:lnTo>
                  <a:lnTo>
                    <a:pt x="1504253" y="1391450"/>
                  </a:lnTo>
                  <a:lnTo>
                    <a:pt x="1504084" y="1391334"/>
                  </a:lnTo>
                  <a:lnTo>
                    <a:pt x="1503931" y="1391282"/>
                  </a:lnTo>
                  <a:lnTo>
                    <a:pt x="1503648" y="1391100"/>
                  </a:lnTo>
                  <a:lnTo>
                    <a:pt x="1503640" y="1391090"/>
                  </a:lnTo>
                  <a:lnTo>
                    <a:pt x="1503613" y="1390948"/>
                  </a:lnTo>
                  <a:lnTo>
                    <a:pt x="1503597" y="1390908"/>
                  </a:lnTo>
                  <a:lnTo>
                    <a:pt x="1503582" y="1390896"/>
                  </a:lnTo>
                  <a:lnTo>
                    <a:pt x="1503573" y="1390895"/>
                  </a:lnTo>
                  <a:lnTo>
                    <a:pt x="1503535" y="1390890"/>
                  </a:lnTo>
                  <a:lnTo>
                    <a:pt x="1503395" y="1390877"/>
                  </a:lnTo>
                  <a:lnTo>
                    <a:pt x="1503288" y="1391022"/>
                  </a:lnTo>
                  <a:lnTo>
                    <a:pt x="1503263" y="1391016"/>
                  </a:lnTo>
                  <a:lnTo>
                    <a:pt x="1503053" y="1390910"/>
                  </a:lnTo>
                  <a:lnTo>
                    <a:pt x="1502917" y="1390942"/>
                  </a:lnTo>
                  <a:lnTo>
                    <a:pt x="1502868" y="1390933"/>
                  </a:lnTo>
                  <a:lnTo>
                    <a:pt x="1502795" y="1390913"/>
                  </a:lnTo>
                  <a:lnTo>
                    <a:pt x="1502687" y="1390867"/>
                  </a:lnTo>
                  <a:lnTo>
                    <a:pt x="1502588" y="1390825"/>
                  </a:lnTo>
                  <a:lnTo>
                    <a:pt x="1502560" y="1390812"/>
                  </a:lnTo>
                  <a:lnTo>
                    <a:pt x="1502462" y="1390764"/>
                  </a:lnTo>
                  <a:lnTo>
                    <a:pt x="1502458" y="1390761"/>
                  </a:lnTo>
                  <a:lnTo>
                    <a:pt x="1502286" y="1390656"/>
                  </a:lnTo>
                  <a:lnTo>
                    <a:pt x="1502269" y="1390646"/>
                  </a:lnTo>
                  <a:lnTo>
                    <a:pt x="1502235" y="1390610"/>
                  </a:lnTo>
                  <a:lnTo>
                    <a:pt x="1502156" y="1390507"/>
                  </a:lnTo>
                  <a:lnTo>
                    <a:pt x="1502148" y="1390491"/>
                  </a:lnTo>
                  <a:lnTo>
                    <a:pt x="1502142" y="1390481"/>
                  </a:lnTo>
                  <a:lnTo>
                    <a:pt x="1502137" y="1390461"/>
                  </a:lnTo>
                  <a:lnTo>
                    <a:pt x="1502060" y="1390219"/>
                  </a:lnTo>
                  <a:lnTo>
                    <a:pt x="1502043" y="1390185"/>
                  </a:lnTo>
                  <a:lnTo>
                    <a:pt x="1501999" y="1390092"/>
                  </a:lnTo>
                  <a:lnTo>
                    <a:pt x="1501993" y="1390080"/>
                  </a:lnTo>
                  <a:lnTo>
                    <a:pt x="1501988" y="1390072"/>
                  </a:lnTo>
                  <a:lnTo>
                    <a:pt x="1501935" y="1389961"/>
                  </a:lnTo>
                  <a:lnTo>
                    <a:pt x="1501930" y="1389949"/>
                  </a:lnTo>
                  <a:lnTo>
                    <a:pt x="1501911" y="1389910"/>
                  </a:lnTo>
                  <a:lnTo>
                    <a:pt x="1501909" y="1389906"/>
                  </a:lnTo>
                  <a:lnTo>
                    <a:pt x="1501906" y="1389894"/>
                  </a:lnTo>
                  <a:lnTo>
                    <a:pt x="1501886" y="1389833"/>
                  </a:lnTo>
                  <a:lnTo>
                    <a:pt x="1501882" y="1389820"/>
                  </a:lnTo>
                  <a:lnTo>
                    <a:pt x="1501816" y="1389618"/>
                  </a:lnTo>
                  <a:lnTo>
                    <a:pt x="1501814" y="1389611"/>
                  </a:lnTo>
                  <a:lnTo>
                    <a:pt x="1501813" y="1389606"/>
                  </a:lnTo>
                  <a:lnTo>
                    <a:pt x="1501810" y="1389601"/>
                  </a:lnTo>
                  <a:lnTo>
                    <a:pt x="1501808" y="1389597"/>
                  </a:lnTo>
                  <a:lnTo>
                    <a:pt x="1501805" y="1389594"/>
                  </a:lnTo>
                  <a:lnTo>
                    <a:pt x="1501802" y="1389590"/>
                  </a:lnTo>
                  <a:lnTo>
                    <a:pt x="1501789" y="1389557"/>
                  </a:lnTo>
                  <a:lnTo>
                    <a:pt x="1501787" y="1389549"/>
                  </a:lnTo>
                  <a:lnTo>
                    <a:pt x="1501773" y="1389477"/>
                  </a:lnTo>
                  <a:lnTo>
                    <a:pt x="1501766" y="1389431"/>
                  </a:lnTo>
                  <a:lnTo>
                    <a:pt x="1501762" y="1389395"/>
                  </a:lnTo>
                  <a:lnTo>
                    <a:pt x="1501741" y="1389209"/>
                  </a:lnTo>
                  <a:lnTo>
                    <a:pt x="1501726" y="1389069"/>
                  </a:lnTo>
                  <a:lnTo>
                    <a:pt x="1501724" y="1389049"/>
                  </a:lnTo>
                  <a:lnTo>
                    <a:pt x="1501722" y="1389015"/>
                  </a:lnTo>
                  <a:lnTo>
                    <a:pt x="1501718" y="1388952"/>
                  </a:lnTo>
                  <a:lnTo>
                    <a:pt x="1501718" y="1388940"/>
                  </a:lnTo>
                  <a:lnTo>
                    <a:pt x="1501710" y="1388586"/>
                  </a:lnTo>
                  <a:lnTo>
                    <a:pt x="1501714" y="1388383"/>
                  </a:lnTo>
                  <a:lnTo>
                    <a:pt x="1501719" y="1388341"/>
                  </a:lnTo>
                  <a:lnTo>
                    <a:pt x="1501725" y="1388314"/>
                  </a:lnTo>
                  <a:lnTo>
                    <a:pt x="1501730" y="1388296"/>
                  </a:lnTo>
                  <a:lnTo>
                    <a:pt x="1501740" y="1388257"/>
                  </a:lnTo>
                  <a:lnTo>
                    <a:pt x="1501647" y="1387479"/>
                  </a:lnTo>
                  <a:lnTo>
                    <a:pt x="1501641" y="1387430"/>
                  </a:lnTo>
                  <a:lnTo>
                    <a:pt x="1501624" y="1387240"/>
                  </a:lnTo>
                  <a:lnTo>
                    <a:pt x="1501637" y="1387006"/>
                  </a:lnTo>
                  <a:lnTo>
                    <a:pt x="1501642" y="1386918"/>
                  </a:lnTo>
                  <a:lnTo>
                    <a:pt x="1501644" y="1386905"/>
                  </a:lnTo>
                  <a:lnTo>
                    <a:pt x="1501730" y="1386538"/>
                  </a:lnTo>
                  <a:lnTo>
                    <a:pt x="1501768" y="1386445"/>
                  </a:lnTo>
                  <a:lnTo>
                    <a:pt x="1501824" y="1386330"/>
                  </a:lnTo>
                  <a:lnTo>
                    <a:pt x="1501840" y="1386298"/>
                  </a:lnTo>
                  <a:lnTo>
                    <a:pt x="1501891" y="1386193"/>
                  </a:lnTo>
                  <a:lnTo>
                    <a:pt x="1501938" y="1386116"/>
                  </a:lnTo>
                  <a:lnTo>
                    <a:pt x="1501968" y="1386083"/>
                  </a:lnTo>
                  <a:lnTo>
                    <a:pt x="1502022" y="1386025"/>
                  </a:lnTo>
                  <a:lnTo>
                    <a:pt x="1502168" y="1385921"/>
                  </a:lnTo>
                  <a:lnTo>
                    <a:pt x="1502497" y="1385742"/>
                  </a:lnTo>
                  <a:lnTo>
                    <a:pt x="1502545" y="1385720"/>
                  </a:lnTo>
                  <a:lnTo>
                    <a:pt x="1502578" y="1385713"/>
                  </a:lnTo>
                  <a:lnTo>
                    <a:pt x="1502624" y="1385703"/>
                  </a:lnTo>
                  <a:lnTo>
                    <a:pt x="1502682" y="1385683"/>
                  </a:lnTo>
                  <a:lnTo>
                    <a:pt x="1502719" y="1385655"/>
                  </a:lnTo>
                  <a:lnTo>
                    <a:pt x="1502744" y="1385637"/>
                  </a:lnTo>
                  <a:lnTo>
                    <a:pt x="1502748" y="1385633"/>
                  </a:lnTo>
                  <a:lnTo>
                    <a:pt x="1502930" y="1385503"/>
                  </a:lnTo>
                  <a:lnTo>
                    <a:pt x="1503062" y="1385453"/>
                  </a:lnTo>
                  <a:lnTo>
                    <a:pt x="1503161" y="1385437"/>
                  </a:lnTo>
                  <a:lnTo>
                    <a:pt x="1503198" y="1385438"/>
                  </a:lnTo>
                  <a:lnTo>
                    <a:pt x="1503494" y="1385487"/>
                  </a:lnTo>
                  <a:lnTo>
                    <a:pt x="1503845" y="1385384"/>
                  </a:lnTo>
                  <a:lnTo>
                    <a:pt x="1503907" y="1385346"/>
                  </a:lnTo>
                  <a:lnTo>
                    <a:pt x="1503962" y="1385312"/>
                  </a:lnTo>
                  <a:lnTo>
                    <a:pt x="1504092" y="1385185"/>
                  </a:lnTo>
                  <a:lnTo>
                    <a:pt x="1504111" y="1385177"/>
                  </a:lnTo>
                  <a:lnTo>
                    <a:pt x="1504142" y="1385169"/>
                  </a:lnTo>
                  <a:lnTo>
                    <a:pt x="1504397" y="1385105"/>
                  </a:lnTo>
                  <a:lnTo>
                    <a:pt x="1504414" y="1385104"/>
                  </a:lnTo>
                  <a:lnTo>
                    <a:pt x="1504435" y="1385103"/>
                  </a:lnTo>
                  <a:lnTo>
                    <a:pt x="1504642" y="1385093"/>
                  </a:lnTo>
                  <a:lnTo>
                    <a:pt x="1504671" y="1385095"/>
                  </a:lnTo>
                  <a:lnTo>
                    <a:pt x="1504737" y="1385101"/>
                  </a:lnTo>
                  <a:lnTo>
                    <a:pt x="1504904" y="1385094"/>
                  </a:lnTo>
                  <a:lnTo>
                    <a:pt x="1504944" y="1385103"/>
                  </a:lnTo>
                  <a:lnTo>
                    <a:pt x="1504954" y="1385106"/>
                  </a:lnTo>
                  <a:lnTo>
                    <a:pt x="1504968" y="1385111"/>
                  </a:lnTo>
                  <a:lnTo>
                    <a:pt x="1504998" y="1385093"/>
                  </a:lnTo>
                  <a:lnTo>
                    <a:pt x="1505073" y="1385034"/>
                  </a:lnTo>
                  <a:lnTo>
                    <a:pt x="1505181" y="1384817"/>
                  </a:lnTo>
                  <a:lnTo>
                    <a:pt x="1505167" y="1384764"/>
                  </a:lnTo>
                  <a:lnTo>
                    <a:pt x="1505160" y="1384734"/>
                  </a:lnTo>
                  <a:lnTo>
                    <a:pt x="1505108" y="1384672"/>
                  </a:lnTo>
                  <a:lnTo>
                    <a:pt x="1505104" y="1384671"/>
                  </a:lnTo>
                  <a:lnTo>
                    <a:pt x="1505085" y="1384666"/>
                  </a:lnTo>
                  <a:lnTo>
                    <a:pt x="1505071" y="1384662"/>
                  </a:lnTo>
                  <a:lnTo>
                    <a:pt x="1505038" y="1384674"/>
                  </a:lnTo>
                  <a:lnTo>
                    <a:pt x="1505039" y="1384691"/>
                  </a:lnTo>
                  <a:lnTo>
                    <a:pt x="1505046" y="1384879"/>
                  </a:lnTo>
                  <a:lnTo>
                    <a:pt x="1505041" y="1384894"/>
                  </a:lnTo>
                  <a:lnTo>
                    <a:pt x="1505038" y="1384899"/>
                  </a:lnTo>
                  <a:lnTo>
                    <a:pt x="1505018" y="1384934"/>
                  </a:lnTo>
                  <a:lnTo>
                    <a:pt x="1504995" y="1384967"/>
                  </a:lnTo>
                  <a:lnTo>
                    <a:pt x="1504974" y="1384987"/>
                  </a:lnTo>
                  <a:lnTo>
                    <a:pt x="1504941" y="1385003"/>
                  </a:lnTo>
                  <a:lnTo>
                    <a:pt x="1504925" y="1385007"/>
                  </a:lnTo>
                  <a:lnTo>
                    <a:pt x="1504904" y="1385011"/>
                  </a:lnTo>
                  <a:lnTo>
                    <a:pt x="1504897" y="1385009"/>
                  </a:lnTo>
                  <a:lnTo>
                    <a:pt x="1504893" y="1385008"/>
                  </a:lnTo>
                  <a:lnTo>
                    <a:pt x="1504887" y="1385005"/>
                  </a:lnTo>
                  <a:lnTo>
                    <a:pt x="1504869" y="1385026"/>
                  </a:lnTo>
                  <a:lnTo>
                    <a:pt x="1504848" y="1385033"/>
                  </a:lnTo>
                  <a:lnTo>
                    <a:pt x="1504827" y="1385033"/>
                  </a:lnTo>
                  <a:lnTo>
                    <a:pt x="1504647" y="1385024"/>
                  </a:lnTo>
                  <a:lnTo>
                    <a:pt x="1504587" y="1385020"/>
                  </a:lnTo>
                  <a:lnTo>
                    <a:pt x="1504511" y="1384960"/>
                  </a:lnTo>
                  <a:lnTo>
                    <a:pt x="1504505" y="1384955"/>
                  </a:lnTo>
                  <a:lnTo>
                    <a:pt x="1504506" y="1384949"/>
                  </a:lnTo>
                  <a:lnTo>
                    <a:pt x="1504488" y="1384924"/>
                  </a:lnTo>
                  <a:lnTo>
                    <a:pt x="1504477" y="1384920"/>
                  </a:lnTo>
                  <a:lnTo>
                    <a:pt x="1504451" y="1384911"/>
                  </a:lnTo>
                  <a:lnTo>
                    <a:pt x="1504427" y="1384899"/>
                  </a:lnTo>
                  <a:lnTo>
                    <a:pt x="1504205" y="1384785"/>
                  </a:lnTo>
                  <a:lnTo>
                    <a:pt x="1504032" y="1384693"/>
                  </a:lnTo>
                  <a:lnTo>
                    <a:pt x="1503854" y="1384624"/>
                  </a:lnTo>
                  <a:lnTo>
                    <a:pt x="1503706" y="1384592"/>
                  </a:lnTo>
                  <a:lnTo>
                    <a:pt x="1503421" y="1384574"/>
                  </a:lnTo>
                  <a:lnTo>
                    <a:pt x="1503348" y="1384603"/>
                  </a:lnTo>
                  <a:lnTo>
                    <a:pt x="1503303" y="1384638"/>
                  </a:lnTo>
                  <a:lnTo>
                    <a:pt x="1503188" y="1384759"/>
                  </a:lnTo>
                  <a:lnTo>
                    <a:pt x="1503188" y="1384765"/>
                  </a:lnTo>
                  <a:lnTo>
                    <a:pt x="1503185" y="1384842"/>
                  </a:lnTo>
                  <a:lnTo>
                    <a:pt x="1503189" y="1385011"/>
                  </a:lnTo>
                  <a:lnTo>
                    <a:pt x="1503178" y="1385068"/>
                  </a:lnTo>
                  <a:lnTo>
                    <a:pt x="1503141" y="1385143"/>
                  </a:lnTo>
                  <a:lnTo>
                    <a:pt x="1503101" y="1385194"/>
                  </a:lnTo>
                  <a:lnTo>
                    <a:pt x="1503000" y="1385282"/>
                  </a:lnTo>
                  <a:lnTo>
                    <a:pt x="1502878" y="1385368"/>
                  </a:lnTo>
                  <a:lnTo>
                    <a:pt x="1502672" y="1385476"/>
                  </a:lnTo>
                  <a:lnTo>
                    <a:pt x="1502631" y="1385495"/>
                  </a:lnTo>
                  <a:lnTo>
                    <a:pt x="1502574" y="1385523"/>
                  </a:lnTo>
                  <a:lnTo>
                    <a:pt x="1502484" y="1385558"/>
                  </a:lnTo>
                  <a:lnTo>
                    <a:pt x="1502284" y="1385619"/>
                  </a:lnTo>
                  <a:lnTo>
                    <a:pt x="1502213" y="1385652"/>
                  </a:lnTo>
                  <a:lnTo>
                    <a:pt x="1501968" y="1385810"/>
                  </a:lnTo>
                  <a:lnTo>
                    <a:pt x="1501944" y="1385824"/>
                  </a:lnTo>
                  <a:lnTo>
                    <a:pt x="1501935" y="1385832"/>
                  </a:lnTo>
                  <a:lnTo>
                    <a:pt x="1501788" y="1385946"/>
                  </a:lnTo>
                  <a:lnTo>
                    <a:pt x="1501702" y="1386013"/>
                  </a:lnTo>
                  <a:lnTo>
                    <a:pt x="1501639" y="1386094"/>
                  </a:lnTo>
                  <a:lnTo>
                    <a:pt x="1501576" y="1386377"/>
                  </a:lnTo>
                  <a:lnTo>
                    <a:pt x="1501569" y="1386441"/>
                  </a:lnTo>
                  <a:lnTo>
                    <a:pt x="1501567" y="1386470"/>
                  </a:lnTo>
                  <a:lnTo>
                    <a:pt x="1501570" y="1386589"/>
                  </a:lnTo>
                  <a:lnTo>
                    <a:pt x="1501524" y="1386558"/>
                  </a:lnTo>
                  <a:lnTo>
                    <a:pt x="1501507" y="1386542"/>
                  </a:lnTo>
                  <a:lnTo>
                    <a:pt x="1501486" y="1386500"/>
                  </a:lnTo>
                  <a:lnTo>
                    <a:pt x="1501401" y="1386377"/>
                  </a:lnTo>
                  <a:lnTo>
                    <a:pt x="1501382" y="1386406"/>
                  </a:lnTo>
                  <a:lnTo>
                    <a:pt x="1501398" y="1386458"/>
                  </a:lnTo>
                  <a:lnTo>
                    <a:pt x="1501439" y="1386507"/>
                  </a:lnTo>
                  <a:lnTo>
                    <a:pt x="1501434" y="1386552"/>
                  </a:lnTo>
                  <a:lnTo>
                    <a:pt x="1501426" y="1386571"/>
                  </a:lnTo>
                  <a:lnTo>
                    <a:pt x="1501397" y="1386600"/>
                  </a:lnTo>
                  <a:lnTo>
                    <a:pt x="1501324" y="1386580"/>
                  </a:lnTo>
                  <a:lnTo>
                    <a:pt x="1501316" y="1386512"/>
                  </a:lnTo>
                  <a:lnTo>
                    <a:pt x="1501312" y="1386464"/>
                  </a:lnTo>
                  <a:lnTo>
                    <a:pt x="1501315" y="1386430"/>
                  </a:lnTo>
                  <a:lnTo>
                    <a:pt x="1501316" y="1386413"/>
                  </a:lnTo>
                  <a:lnTo>
                    <a:pt x="1501327" y="1386377"/>
                  </a:lnTo>
                  <a:lnTo>
                    <a:pt x="1501266" y="1386202"/>
                  </a:lnTo>
                  <a:lnTo>
                    <a:pt x="1501234" y="1386110"/>
                  </a:lnTo>
                  <a:lnTo>
                    <a:pt x="1501200" y="1386011"/>
                  </a:lnTo>
                  <a:lnTo>
                    <a:pt x="1501175" y="1385938"/>
                  </a:lnTo>
                  <a:lnTo>
                    <a:pt x="1501112" y="1385771"/>
                  </a:lnTo>
                  <a:lnTo>
                    <a:pt x="1501073" y="1385667"/>
                  </a:lnTo>
                  <a:lnTo>
                    <a:pt x="1501050" y="1385579"/>
                  </a:lnTo>
                  <a:lnTo>
                    <a:pt x="1501042" y="1385547"/>
                  </a:lnTo>
                  <a:lnTo>
                    <a:pt x="1501033" y="1385510"/>
                  </a:lnTo>
                  <a:lnTo>
                    <a:pt x="1500995" y="1385366"/>
                  </a:lnTo>
                  <a:lnTo>
                    <a:pt x="1500867" y="1385102"/>
                  </a:lnTo>
                  <a:lnTo>
                    <a:pt x="1500828" y="1385019"/>
                  </a:lnTo>
                  <a:lnTo>
                    <a:pt x="1500757" y="1384851"/>
                  </a:lnTo>
                  <a:lnTo>
                    <a:pt x="1500743" y="1384785"/>
                  </a:lnTo>
                  <a:lnTo>
                    <a:pt x="1500725" y="1384699"/>
                  </a:lnTo>
                  <a:lnTo>
                    <a:pt x="1500703" y="1384593"/>
                  </a:lnTo>
                  <a:lnTo>
                    <a:pt x="1500679" y="1384537"/>
                  </a:lnTo>
                  <a:lnTo>
                    <a:pt x="1500613" y="1384381"/>
                  </a:lnTo>
                  <a:lnTo>
                    <a:pt x="1500580" y="1384352"/>
                  </a:lnTo>
                  <a:lnTo>
                    <a:pt x="1500402" y="1384098"/>
                  </a:lnTo>
                  <a:lnTo>
                    <a:pt x="1500372" y="1384050"/>
                  </a:lnTo>
                  <a:lnTo>
                    <a:pt x="1500344" y="1383998"/>
                  </a:lnTo>
                  <a:lnTo>
                    <a:pt x="1500339" y="1383988"/>
                  </a:lnTo>
                  <a:lnTo>
                    <a:pt x="1500340" y="1383968"/>
                  </a:lnTo>
                  <a:lnTo>
                    <a:pt x="1500378" y="1383809"/>
                  </a:lnTo>
                  <a:lnTo>
                    <a:pt x="1500415" y="1383705"/>
                  </a:lnTo>
                  <a:lnTo>
                    <a:pt x="1500401" y="1383616"/>
                  </a:lnTo>
                  <a:lnTo>
                    <a:pt x="1500309" y="1383341"/>
                  </a:lnTo>
                  <a:lnTo>
                    <a:pt x="1500219" y="1383173"/>
                  </a:lnTo>
                  <a:lnTo>
                    <a:pt x="1500182" y="1383156"/>
                  </a:lnTo>
                  <a:lnTo>
                    <a:pt x="1500067" y="1383065"/>
                  </a:lnTo>
                  <a:lnTo>
                    <a:pt x="1499988" y="1382987"/>
                  </a:lnTo>
                  <a:lnTo>
                    <a:pt x="1499961" y="1382938"/>
                  </a:lnTo>
                  <a:lnTo>
                    <a:pt x="1499952" y="1382903"/>
                  </a:lnTo>
                  <a:lnTo>
                    <a:pt x="1499946" y="1382779"/>
                  </a:lnTo>
                  <a:lnTo>
                    <a:pt x="1499969" y="1382654"/>
                  </a:lnTo>
                  <a:lnTo>
                    <a:pt x="1499975" y="1382630"/>
                  </a:lnTo>
                  <a:lnTo>
                    <a:pt x="1500001" y="1382529"/>
                  </a:lnTo>
                  <a:lnTo>
                    <a:pt x="1500009" y="1382511"/>
                  </a:lnTo>
                  <a:lnTo>
                    <a:pt x="1500017" y="1382494"/>
                  </a:lnTo>
                  <a:lnTo>
                    <a:pt x="1500063" y="1382454"/>
                  </a:lnTo>
                  <a:lnTo>
                    <a:pt x="1500088" y="1382442"/>
                  </a:lnTo>
                  <a:lnTo>
                    <a:pt x="1500114" y="1382434"/>
                  </a:lnTo>
                  <a:lnTo>
                    <a:pt x="1500142" y="1382420"/>
                  </a:lnTo>
                  <a:lnTo>
                    <a:pt x="1500149" y="1382413"/>
                  </a:lnTo>
                  <a:lnTo>
                    <a:pt x="1500197" y="1382371"/>
                  </a:lnTo>
                  <a:lnTo>
                    <a:pt x="1500223" y="1382348"/>
                  </a:lnTo>
                  <a:lnTo>
                    <a:pt x="1500304" y="1382199"/>
                  </a:lnTo>
                  <a:lnTo>
                    <a:pt x="1500310" y="1382183"/>
                  </a:lnTo>
                  <a:lnTo>
                    <a:pt x="1500312" y="1382178"/>
                  </a:lnTo>
                  <a:lnTo>
                    <a:pt x="1500325" y="1382141"/>
                  </a:lnTo>
                  <a:lnTo>
                    <a:pt x="1500351" y="1382071"/>
                  </a:lnTo>
                  <a:lnTo>
                    <a:pt x="1500359" y="1382064"/>
                  </a:lnTo>
                  <a:lnTo>
                    <a:pt x="1500506" y="1381943"/>
                  </a:lnTo>
                  <a:lnTo>
                    <a:pt x="1500528" y="1381892"/>
                  </a:lnTo>
                  <a:lnTo>
                    <a:pt x="1500515" y="1381880"/>
                  </a:lnTo>
                  <a:lnTo>
                    <a:pt x="1500442" y="1381815"/>
                  </a:lnTo>
                  <a:lnTo>
                    <a:pt x="1500413" y="1381849"/>
                  </a:lnTo>
                  <a:lnTo>
                    <a:pt x="1500382" y="1381878"/>
                  </a:lnTo>
                  <a:lnTo>
                    <a:pt x="1500374" y="1381883"/>
                  </a:lnTo>
                  <a:lnTo>
                    <a:pt x="1500367" y="1381883"/>
                  </a:lnTo>
                  <a:lnTo>
                    <a:pt x="1500363" y="1381881"/>
                  </a:lnTo>
                  <a:lnTo>
                    <a:pt x="1500325" y="1381821"/>
                  </a:lnTo>
                  <a:lnTo>
                    <a:pt x="1500322" y="1381813"/>
                  </a:lnTo>
                  <a:lnTo>
                    <a:pt x="1500322" y="1381801"/>
                  </a:lnTo>
                  <a:lnTo>
                    <a:pt x="1500335" y="1381717"/>
                  </a:lnTo>
                  <a:lnTo>
                    <a:pt x="1500342" y="1381676"/>
                  </a:lnTo>
                  <a:lnTo>
                    <a:pt x="1500347" y="1381656"/>
                  </a:lnTo>
                  <a:lnTo>
                    <a:pt x="1500433" y="1381550"/>
                  </a:lnTo>
                  <a:lnTo>
                    <a:pt x="1500455" y="1381521"/>
                  </a:lnTo>
                  <a:lnTo>
                    <a:pt x="1500462" y="1381517"/>
                  </a:lnTo>
                  <a:lnTo>
                    <a:pt x="1500555" y="1381472"/>
                  </a:lnTo>
                  <a:lnTo>
                    <a:pt x="1500560" y="1381471"/>
                  </a:lnTo>
                  <a:lnTo>
                    <a:pt x="1500843" y="1381409"/>
                  </a:lnTo>
                  <a:lnTo>
                    <a:pt x="1500887" y="1381353"/>
                  </a:lnTo>
                  <a:lnTo>
                    <a:pt x="1500910" y="1381177"/>
                  </a:lnTo>
                  <a:lnTo>
                    <a:pt x="1500927" y="1381104"/>
                  </a:lnTo>
                  <a:lnTo>
                    <a:pt x="1500958" y="1380965"/>
                  </a:lnTo>
                  <a:lnTo>
                    <a:pt x="1500984" y="1380846"/>
                  </a:lnTo>
                  <a:lnTo>
                    <a:pt x="1501003" y="1380756"/>
                  </a:lnTo>
                  <a:lnTo>
                    <a:pt x="1501018" y="1380687"/>
                  </a:lnTo>
                  <a:lnTo>
                    <a:pt x="1501023" y="1380664"/>
                  </a:lnTo>
                  <a:lnTo>
                    <a:pt x="1501029" y="1380633"/>
                  </a:lnTo>
                  <a:lnTo>
                    <a:pt x="1501066" y="1380318"/>
                  </a:lnTo>
                  <a:lnTo>
                    <a:pt x="1501036" y="1380155"/>
                  </a:lnTo>
                  <a:lnTo>
                    <a:pt x="1501032" y="1380136"/>
                  </a:lnTo>
                  <a:lnTo>
                    <a:pt x="1501030" y="1380131"/>
                  </a:lnTo>
                  <a:lnTo>
                    <a:pt x="1501025" y="1380117"/>
                  </a:lnTo>
                  <a:lnTo>
                    <a:pt x="1501017" y="1380107"/>
                  </a:lnTo>
                  <a:lnTo>
                    <a:pt x="1501014" y="1380103"/>
                  </a:lnTo>
                  <a:lnTo>
                    <a:pt x="1501010" y="1380097"/>
                  </a:lnTo>
                  <a:lnTo>
                    <a:pt x="1500989" y="1380074"/>
                  </a:lnTo>
                  <a:lnTo>
                    <a:pt x="1500940" y="1380015"/>
                  </a:lnTo>
                  <a:lnTo>
                    <a:pt x="1500903" y="1379969"/>
                  </a:lnTo>
                  <a:lnTo>
                    <a:pt x="1500889" y="1379939"/>
                  </a:lnTo>
                  <a:lnTo>
                    <a:pt x="1500884" y="1379911"/>
                  </a:lnTo>
                  <a:lnTo>
                    <a:pt x="1500895" y="1379854"/>
                  </a:lnTo>
                  <a:lnTo>
                    <a:pt x="1500917" y="1379820"/>
                  </a:lnTo>
                  <a:lnTo>
                    <a:pt x="1500958" y="1379772"/>
                  </a:lnTo>
                  <a:lnTo>
                    <a:pt x="1500980" y="1379739"/>
                  </a:lnTo>
                  <a:lnTo>
                    <a:pt x="1500995" y="1379712"/>
                  </a:lnTo>
                  <a:lnTo>
                    <a:pt x="1500998" y="1379689"/>
                  </a:lnTo>
                  <a:lnTo>
                    <a:pt x="1501009" y="1379601"/>
                  </a:lnTo>
                  <a:lnTo>
                    <a:pt x="1500999" y="1379598"/>
                  </a:lnTo>
                  <a:lnTo>
                    <a:pt x="1500993" y="1379597"/>
                  </a:lnTo>
                  <a:lnTo>
                    <a:pt x="1500980" y="1379592"/>
                  </a:lnTo>
                  <a:lnTo>
                    <a:pt x="1500970" y="1379665"/>
                  </a:lnTo>
                  <a:lnTo>
                    <a:pt x="1500957" y="1379695"/>
                  </a:lnTo>
                  <a:lnTo>
                    <a:pt x="1500954" y="1379701"/>
                  </a:lnTo>
                  <a:lnTo>
                    <a:pt x="1500931" y="1379738"/>
                  </a:lnTo>
                  <a:lnTo>
                    <a:pt x="1500913" y="1379762"/>
                  </a:lnTo>
                  <a:lnTo>
                    <a:pt x="1500851" y="1379834"/>
                  </a:lnTo>
                  <a:lnTo>
                    <a:pt x="1500834" y="1379854"/>
                  </a:lnTo>
                  <a:lnTo>
                    <a:pt x="1500831" y="1379886"/>
                  </a:lnTo>
                  <a:lnTo>
                    <a:pt x="1500830" y="1379908"/>
                  </a:lnTo>
                  <a:lnTo>
                    <a:pt x="1500849" y="1379973"/>
                  </a:lnTo>
                  <a:lnTo>
                    <a:pt x="1500870" y="1380048"/>
                  </a:lnTo>
                  <a:lnTo>
                    <a:pt x="1500908" y="1380176"/>
                  </a:lnTo>
                  <a:lnTo>
                    <a:pt x="1500880" y="1380251"/>
                  </a:lnTo>
                  <a:lnTo>
                    <a:pt x="1500834" y="1380363"/>
                  </a:lnTo>
                  <a:lnTo>
                    <a:pt x="1500824" y="1380389"/>
                  </a:lnTo>
                  <a:lnTo>
                    <a:pt x="1500834" y="1380398"/>
                  </a:lnTo>
                  <a:lnTo>
                    <a:pt x="1500863" y="1380515"/>
                  </a:lnTo>
                  <a:lnTo>
                    <a:pt x="1500869" y="1380538"/>
                  </a:lnTo>
                  <a:lnTo>
                    <a:pt x="1500873" y="1380563"/>
                  </a:lnTo>
                  <a:lnTo>
                    <a:pt x="1500874" y="1380600"/>
                  </a:lnTo>
                  <a:lnTo>
                    <a:pt x="1500869" y="1380657"/>
                  </a:lnTo>
                  <a:lnTo>
                    <a:pt x="1500851" y="1380712"/>
                  </a:lnTo>
                  <a:lnTo>
                    <a:pt x="1500829" y="1380778"/>
                  </a:lnTo>
                  <a:lnTo>
                    <a:pt x="1500814" y="1380816"/>
                  </a:lnTo>
                  <a:lnTo>
                    <a:pt x="1500693" y="1380890"/>
                  </a:lnTo>
                  <a:lnTo>
                    <a:pt x="1500683" y="1380893"/>
                  </a:lnTo>
                  <a:lnTo>
                    <a:pt x="1500467" y="1381010"/>
                  </a:lnTo>
                  <a:lnTo>
                    <a:pt x="1500437" y="1381026"/>
                  </a:lnTo>
                  <a:lnTo>
                    <a:pt x="1500288" y="1381138"/>
                  </a:lnTo>
                  <a:lnTo>
                    <a:pt x="1500253" y="1381165"/>
                  </a:lnTo>
                  <a:lnTo>
                    <a:pt x="1500241" y="1381174"/>
                  </a:lnTo>
                  <a:lnTo>
                    <a:pt x="1500178" y="1381232"/>
                  </a:lnTo>
                  <a:lnTo>
                    <a:pt x="1500126" y="1381277"/>
                  </a:lnTo>
                  <a:lnTo>
                    <a:pt x="1500062" y="1381340"/>
                  </a:lnTo>
                  <a:lnTo>
                    <a:pt x="1500012" y="1381461"/>
                  </a:lnTo>
                  <a:lnTo>
                    <a:pt x="1500008" y="1381563"/>
                  </a:lnTo>
                  <a:lnTo>
                    <a:pt x="1500006" y="1381628"/>
                  </a:lnTo>
                  <a:lnTo>
                    <a:pt x="1500012" y="1381634"/>
                  </a:lnTo>
                  <a:lnTo>
                    <a:pt x="1500023" y="1381660"/>
                  </a:lnTo>
                  <a:lnTo>
                    <a:pt x="1500051" y="1381876"/>
                  </a:lnTo>
                  <a:lnTo>
                    <a:pt x="1500052" y="1381886"/>
                  </a:lnTo>
                  <a:lnTo>
                    <a:pt x="1500049" y="1381897"/>
                  </a:lnTo>
                  <a:lnTo>
                    <a:pt x="1500031" y="1381974"/>
                  </a:lnTo>
                  <a:lnTo>
                    <a:pt x="1500024" y="1382000"/>
                  </a:lnTo>
                  <a:lnTo>
                    <a:pt x="1500021" y="1382011"/>
                  </a:lnTo>
                  <a:lnTo>
                    <a:pt x="1499864" y="1382054"/>
                  </a:lnTo>
                  <a:lnTo>
                    <a:pt x="1499855" y="1382055"/>
                  </a:lnTo>
                  <a:lnTo>
                    <a:pt x="1499844" y="1382050"/>
                  </a:lnTo>
                  <a:lnTo>
                    <a:pt x="1499826" y="1382035"/>
                  </a:lnTo>
                  <a:lnTo>
                    <a:pt x="1499811" y="1382016"/>
                  </a:lnTo>
                  <a:lnTo>
                    <a:pt x="1499807" y="1382014"/>
                  </a:lnTo>
                  <a:lnTo>
                    <a:pt x="1499792" y="1382011"/>
                  </a:lnTo>
                  <a:lnTo>
                    <a:pt x="1499789" y="1382013"/>
                  </a:lnTo>
                  <a:lnTo>
                    <a:pt x="1499787" y="1382018"/>
                  </a:lnTo>
                  <a:lnTo>
                    <a:pt x="1499785" y="1382023"/>
                  </a:lnTo>
                  <a:lnTo>
                    <a:pt x="1499760" y="1382099"/>
                  </a:lnTo>
                  <a:lnTo>
                    <a:pt x="1499729" y="1382193"/>
                  </a:lnTo>
                  <a:lnTo>
                    <a:pt x="1499726" y="1382200"/>
                  </a:lnTo>
                  <a:lnTo>
                    <a:pt x="1499722" y="1382212"/>
                  </a:lnTo>
                  <a:lnTo>
                    <a:pt x="1499712" y="1382244"/>
                  </a:lnTo>
                  <a:lnTo>
                    <a:pt x="1499710" y="1382249"/>
                  </a:lnTo>
                  <a:lnTo>
                    <a:pt x="1499709" y="1382254"/>
                  </a:lnTo>
                  <a:lnTo>
                    <a:pt x="1499707" y="1382265"/>
                  </a:lnTo>
                  <a:lnTo>
                    <a:pt x="1499718" y="1382424"/>
                  </a:lnTo>
                  <a:lnTo>
                    <a:pt x="1499720" y="1382444"/>
                  </a:lnTo>
                  <a:lnTo>
                    <a:pt x="1499721" y="1382472"/>
                  </a:lnTo>
                  <a:lnTo>
                    <a:pt x="1499752" y="1382530"/>
                  </a:lnTo>
                  <a:lnTo>
                    <a:pt x="1499759" y="1382544"/>
                  </a:lnTo>
                  <a:lnTo>
                    <a:pt x="1499761" y="1382548"/>
                  </a:lnTo>
                  <a:lnTo>
                    <a:pt x="1499761" y="1382562"/>
                  </a:lnTo>
                  <a:lnTo>
                    <a:pt x="1499741" y="1382873"/>
                  </a:lnTo>
                  <a:lnTo>
                    <a:pt x="1499737" y="1382970"/>
                  </a:lnTo>
                  <a:lnTo>
                    <a:pt x="1499782" y="1382992"/>
                  </a:lnTo>
                  <a:lnTo>
                    <a:pt x="1499788" y="1382999"/>
                  </a:lnTo>
                  <a:lnTo>
                    <a:pt x="1499850" y="1383117"/>
                  </a:lnTo>
                  <a:lnTo>
                    <a:pt x="1499876" y="1383175"/>
                  </a:lnTo>
                  <a:lnTo>
                    <a:pt x="1499879" y="1383182"/>
                  </a:lnTo>
                  <a:lnTo>
                    <a:pt x="1499911" y="1383205"/>
                  </a:lnTo>
                  <a:lnTo>
                    <a:pt x="1499906" y="1383213"/>
                  </a:lnTo>
                  <a:lnTo>
                    <a:pt x="1499967" y="1383248"/>
                  </a:lnTo>
                  <a:lnTo>
                    <a:pt x="1500016" y="1383306"/>
                  </a:lnTo>
                  <a:lnTo>
                    <a:pt x="1500062" y="1383415"/>
                  </a:lnTo>
                  <a:lnTo>
                    <a:pt x="1500070" y="1383434"/>
                  </a:lnTo>
                  <a:lnTo>
                    <a:pt x="1500085" y="1383497"/>
                  </a:lnTo>
                  <a:lnTo>
                    <a:pt x="1500091" y="1383532"/>
                  </a:lnTo>
                  <a:lnTo>
                    <a:pt x="1500092" y="1383550"/>
                  </a:lnTo>
                  <a:lnTo>
                    <a:pt x="1500125" y="1383805"/>
                  </a:lnTo>
                  <a:lnTo>
                    <a:pt x="1500172" y="1384163"/>
                  </a:lnTo>
                  <a:lnTo>
                    <a:pt x="1500186" y="1384189"/>
                  </a:lnTo>
                  <a:lnTo>
                    <a:pt x="1500234" y="1384276"/>
                  </a:lnTo>
                  <a:lnTo>
                    <a:pt x="1500240" y="1384290"/>
                  </a:lnTo>
                  <a:lnTo>
                    <a:pt x="1500319" y="1384493"/>
                  </a:lnTo>
                  <a:lnTo>
                    <a:pt x="1500344" y="1384558"/>
                  </a:lnTo>
                  <a:lnTo>
                    <a:pt x="1500354" y="1384624"/>
                  </a:lnTo>
                  <a:lnTo>
                    <a:pt x="1500356" y="1384638"/>
                  </a:lnTo>
                  <a:lnTo>
                    <a:pt x="1500395" y="1384892"/>
                  </a:lnTo>
                  <a:lnTo>
                    <a:pt x="1500428" y="1385075"/>
                  </a:lnTo>
                  <a:lnTo>
                    <a:pt x="1500471" y="1385290"/>
                  </a:lnTo>
                  <a:lnTo>
                    <a:pt x="1500493" y="1385401"/>
                  </a:lnTo>
                  <a:lnTo>
                    <a:pt x="1500496" y="1385413"/>
                  </a:lnTo>
                  <a:lnTo>
                    <a:pt x="1500523" y="1385484"/>
                  </a:lnTo>
                  <a:lnTo>
                    <a:pt x="1500650" y="1385820"/>
                  </a:lnTo>
                  <a:lnTo>
                    <a:pt x="1500705" y="1385938"/>
                  </a:lnTo>
                  <a:lnTo>
                    <a:pt x="1500753" y="1386040"/>
                  </a:lnTo>
                  <a:lnTo>
                    <a:pt x="1500810" y="1386198"/>
                  </a:lnTo>
                  <a:lnTo>
                    <a:pt x="1500861" y="1386445"/>
                  </a:lnTo>
                  <a:lnTo>
                    <a:pt x="1500862" y="1386458"/>
                  </a:lnTo>
                  <a:lnTo>
                    <a:pt x="1500862" y="1386481"/>
                  </a:lnTo>
                  <a:lnTo>
                    <a:pt x="1500849" y="1386518"/>
                  </a:lnTo>
                  <a:lnTo>
                    <a:pt x="1500820" y="1386553"/>
                  </a:lnTo>
                  <a:lnTo>
                    <a:pt x="1500813" y="1386562"/>
                  </a:lnTo>
                  <a:lnTo>
                    <a:pt x="1500840" y="1386618"/>
                  </a:lnTo>
                  <a:lnTo>
                    <a:pt x="1500848" y="1386633"/>
                  </a:lnTo>
                  <a:lnTo>
                    <a:pt x="1500850" y="1386637"/>
                  </a:lnTo>
                  <a:lnTo>
                    <a:pt x="1500867" y="1386679"/>
                  </a:lnTo>
                  <a:lnTo>
                    <a:pt x="1500867" y="1386686"/>
                  </a:lnTo>
                  <a:lnTo>
                    <a:pt x="1500882" y="1386719"/>
                  </a:lnTo>
                  <a:lnTo>
                    <a:pt x="1500884" y="1386724"/>
                  </a:lnTo>
                  <a:lnTo>
                    <a:pt x="1500942" y="1386851"/>
                  </a:lnTo>
                  <a:lnTo>
                    <a:pt x="1500959" y="1386878"/>
                  </a:lnTo>
                  <a:lnTo>
                    <a:pt x="1500964" y="1386887"/>
                  </a:lnTo>
                  <a:lnTo>
                    <a:pt x="1500978" y="1386927"/>
                  </a:lnTo>
                  <a:lnTo>
                    <a:pt x="1500986" y="1386970"/>
                  </a:lnTo>
                  <a:lnTo>
                    <a:pt x="1501010" y="1387104"/>
                  </a:lnTo>
                  <a:lnTo>
                    <a:pt x="1501026" y="1387237"/>
                  </a:lnTo>
                  <a:lnTo>
                    <a:pt x="1501029" y="1387262"/>
                  </a:lnTo>
                  <a:lnTo>
                    <a:pt x="1501028" y="1387269"/>
                  </a:lnTo>
                  <a:lnTo>
                    <a:pt x="1501034" y="1387495"/>
                  </a:lnTo>
                  <a:lnTo>
                    <a:pt x="1501036" y="1387584"/>
                  </a:lnTo>
                  <a:lnTo>
                    <a:pt x="1501049" y="1387617"/>
                  </a:lnTo>
                  <a:lnTo>
                    <a:pt x="1501097" y="1387750"/>
                  </a:lnTo>
                  <a:lnTo>
                    <a:pt x="1501166" y="1387968"/>
                  </a:lnTo>
                  <a:lnTo>
                    <a:pt x="1501172" y="1388025"/>
                  </a:lnTo>
                  <a:lnTo>
                    <a:pt x="1501172" y="1388061"/>
                  </a:lnTo>
                  <a:lnTo>
                    <a:pt x="1501172" y="1388076"/>
                  </a:lnTo>
                  <a:lnTo>
                    <a:pt x="1501170" y="1388081"/>
                  </a:lnTo>
                  <a:lnTo>
                    <a:pt x="1501167" y="1388084"/>
                  </a:lnTo>
                  <a:lnTo>
                    <a:pt x="1501157" y="1388329"/>
                  </a:lnTo>
                  <a:lnTo>
                    <a:pt x="1501155" y="1388383"/>
                  </a:lnTo>
                  <a:lnTo>
                    <a:pt x="1501156" y="1388607"/>
                  </a:lnTo>
                  <a:lnTo>
                    <a:pt x="1501155" y="1388635"/>
                  </a:lnTo>
                  <a:lnTo>
                    <a:pt x="1501156" y="1388775"/>
                  </a:lnTo>
                  <a:lnTo>
                    <a:pt x="1501165" y="1388946"/>
                  </a:lnTo>
                  <a:lnTo>
                    <a:pt x="1501187" y="1389153"/>
                  </a:lnTo>
                  <a:lnTo>
                    <a:pt x="1501238" y="1389388"/>
                  </a:lnTo>
                  <a:lnTo>
                    <a:pt x="1501261" y="1389474"/>
                  </a:lnTo>
                  <a:lnTo>
                    <a:pt x="1501265" y="1389485"/>
                  </a:lnTo>
                  <a:lnTo>
                    <a:pt x="1501320" y="1389674"/>
                  </a:lnTo>
                  <a:lnTo>
                    <a:pt x="1501322" y="1389681"/>
                  </a:lnTo>
                  <a:lnTo>
                    <a:pt x="1501325" y="1389695"/>
                  </a:lnTo>
                  <a:lnTo>
                    <a:pt x="1501364" y="1389814"/>
                  </a:lnTo>
                  <a:lnTo>
                    <a:pt x="1501373" y="1389829"/>
                  </a:lnTo>
                  <a:lnTo>
                    <a:pt x="1501382" y="1389845"/>
                  </a:lnTo>
                  <a:lnTo>
                    <a:pt x="1501438" y="1389955"/>
                  </a:lnTo>
                  <a:lnTo>
                    <a:pt x="1501454" y="1389987"/>
                  </a:lnTo>
                  <a:lnTo>
                    <a:pt x="1501462" y="1390012"/>
                  </a:lnTo>
                  <a:lnTo>
                    <a:pt x="1501540" y="1390311"/>
                  </a:lnTo>
                  <a:lnTo>
                    <a:pt x="1501466" y="1390375"/>
                  </a:lnTo>
                  <a:lnTo>
                    <a:pt x="1501423" y="1390412"/>
                  </a:lnTo>
                  <a:lnTo>
                    <a:pt x="1501432" y="1390546"/>
                  </a:lnTo>
                  <a:lnTo>
                    <a:pt x="1501440" y="1390669"/>
                  </a:lnTo>
                  <a:lnTo>
                    <a:pt x="1501441" y="1390681"/>
                  </a:lnTo>
                  <a:lnTo>
                    <a:pt x="1501435" y="1390728"/>
                  </a:lnTo>
                  <a:lnTo>
                    <a:pt x="1501429" y="1390785"/>
                  </a:lnTo>
                  <a:lnTo>
                    <a:pt x="1501424" y="1390827"/>
                  </a:lnTo>
                  <a:lnTo>
                    <a:pt x="1501406" y="1391203"/>
                  </a:lnTo>
                  <a:lnTo>
                    <a:pt x="1501405" y="1391244"/>
                  </a:lnTo>
                  <a:lnTo>
                    <a:pt x="1501429" y="1391287"/>
                  </a:lnTo>
                  <a:lnTo>
                    <a:pt x="1501483" y="1391383"/>
                  </a:lnTo>
                  <a:lnTo>
                    <a:pt x="1501550" y="1391566"/>
                  </a:lnTo>
                  <a:lnTo>
                    <a:pt x="1501550" y="1391584"/>
                  </a:lnTo>
                  <a:lnTo>
                    <a:pt x="1501532" y="1391632"/>
                  </a:lnTo>
                  <a:lnTo>
                    <a:pt x="1501530" y="1391642"/>
                  </a:lnTo>
                  <a:lnTo>
                    <a:pt x="1501458" y="1391795"/>
                  </a:lnTo>
                  <a:lnTo>
                    <a:pt x="1501443" y="1391817"/>
                  </a:lnTo>
                  <a:lnTo>
                    <a:pt x="1501427" y="1391839"/>
                  </a:lnTo>
                  <a:lnTo>
                    <a:pt x="1501449" y="1391969"/>
                  </a:lnTo>
                  <a:lnTo>
                    <a:pt x="1501455" y="1392008"/>
                  </a:lnTo>
                  <a:lnTo>
                    <a:pt x="1501460" y="1392015"/>
                  </a:lnTo>
                  <a:lnTo>
                    <a:pt x="1501454" y="1392019"/>
                  </a:lnTo>
                  <a:lnTo>
                    <a:pt x="1501468" y="1392036"/>
                  </a:lnTo>
                  <a:lnTo>
                    <a:pt x="1501552" y="1392141"/>
                  </a:lnTo>
                  <a:lnTo>
                    <a:pt x="1501629" y="1392260"/>
                  </a:lnTo>
                  <a:lnTo>
                    <a:pt x="1501657" y="1392334"/>
                  </a:lnTo>
                  <a:lnTo>
                    <a:pt x="1501667" y="1392406"/>
                  </a:lnTo>
                  <a:lnTo>
                    <a:pt x="1501666" y="1392421"/>
                  </a:lnTo>
                  <a:lnTo>
                    <a:pt x="1501655" y="1392429"/>
                  </a:lnTo>
                  <a:lnTo>
                    <a:pt x="1501620" y="1392430"/>
                  </a:lnTo>
                  <a:lnTo>
                    <a:pt x="1501566" y="1392492"/>
                  </a:lnTo>
                  <a:lnTo>
                    <a:pt x="1501469" y="1392603"/>
                  </a:lnTo>
                  <a:lnTo>
                    <a:pt x="1501371" y="1392740"/>
                  </a:lnTo>
                  <a:lnTo>
                    <a:pt x="1501342" y="1392807"/>
                  </a:lnTo>
                  <a:lnTo>
                    <a:pt x="1501339" y="1392815"/>
                  </a:lnTo>
                  <a:lnTo>
                    <a:pt x="1501332" y="1392856"/>
                  </a:lnTo>
                  <a:lnTo>
                    <a:pt x="1501330" y="1392875"/>
                  </a:lnTo>
                  <a:lnTo>
                    <a:pt x="1501331" y="1392884"/>
                  </a:lnTo>
                  <a:lnTo>
                    <a:pt x="1501377" y="1393107"/>
                  </a:lnTo>
                  <a:lnTo>
                    <a:pt x="1501317" y="1393163"/>
                  </a:lnTo>
                  <a:lnTo>
                    <a:pt x="1501290" y="1393188"/>
                  </a:lnTo>
                  <a:lnTo>
                    <a:pt x="1501250" y="1393243"/>
                  </a:lnTo>
                  <a:lnTo>
                    <a:pt x="1501231" y="1393281"/>
                  </a:lnTo>
                  <a:lnTo>
                    <a:pt x="1501223" y="1393346"/>
                  </a:lnTo>
                  <a:lnTo>
                    <a:pt x="1501203" y="1393541"/>
                  </a:lnTo>
                  <a:lnTo>
                    <a:pt x="1501201" y="1393641"/>
                  </a:lnTo>
                  <a:lnTo>
                    <a:pt x="1501209" y="1393658"/>
                  </a:lnTo>
                  <a:lnTo>
                    <a:pt x="1501225" y="1393672"/>
                  </a:lnTo>
                  <a:lnTo>
                    <a:pt x="1501267" y="1393679"/>
                  </a:lnTo>
                  <a:lnTo>
                    <a:pt x="1501286" y="1393691"/>
                  </a:lnTo>
                  <a:lnTo>
                    <a:pt x="1501324" y="1393843"/>
                  </a:lnTo>
                  <a:lnTo>
                    <a:pt x="1501250" y="1393953"/>
                  </a:lnTo>
                  <a:lnTo>
                    <a:pt x="1501172" y="1394060"/>
                  </a:lnTo>
                  <a:lnTo>
                    <a:pt x="1501135" y="1394088"/>
                  </a:lnTo>
                  <a:lnTo>
                    <a:pt x="1501099" y="1394116"/>
                  </a:lnTo>
                  <a:lnTo>
                    <a:pt x="1501085" y="1394124"/>
                  </a:lnTo>
                  <a:lnTo>
                    <a:pt x="1500888" y="1394212"/>
                  </a:lnTo>
                  <a:lnTo>
                    <a:pt x="1500824" y="1394238"/>
                  </a:lnTo>
                  <a:lnTo>
                    <a:pt x="1500674" y="1394289"/>
                  </a:lnTo>
                  <a:lnTo>
                    <a:pt x="1500499" y="1394334"/>
                  </a:lnTo>
                  <a:lnTo>
                    <a:pt x="1500304" y="1394382"/>
                  </a:lnTo>
                  <a:lnTo>
                    <a:pt x="1500299" y="1394383"/>
                  </a:lnTo>
                  <a:lnTo>
                    <a:pt x="1500086" y="1394328"/>
                  </a:lnTo>
                  <a:lnTo>
                    <a:pt x="1500079" y="1394328"/>
                  </a:lnTo>
                  <a:lnTo>
                    <a:pt x="1500030" y="1394344"/>
                  </a:lnTo>
                  <a:lnTo>
                    <a:pt x="1500017" y="1394362"/>
                  </a:lnTo>
                  <a:lnTo>
                    <a:pt x="1500004" y="1394380"/>
                  </a:lnTo>
                  <a:lnTo>
                    <a:pt x="1500002" y="1394383"/>
                  </a:lnTo>
                  <a:lnTo>
                    <a:pt x="1499993" y="1394388"/>
                  </a:lnTo>
                  <a:lnTo>
                    <a:pt x="1499966" y="1394393"/>
                  </a:lnTo>
                  <a:lnTo>
                    <a:pt x="1499570" y="1394458"/>
                  </a:lnTo>
                  <a:lnTo>
                    <a:pt x="1499477" y="1394485"/>
                  </a:lnTo>
                  <a:lnTo>
                    <a:pt x="1499396" y="1394517"/>
                  </a:lnTo>
                  <a:lnTo>
                    <a:pt x="1499142" y="1394646"/>
                  </a:lnTo>
                  <a:lnTo>
                    <a:pt x="1499105" y="1394665"/>
                  </a:lnTo>
                  <a:lnTo>
                    <a:pt x="1499090" y="1394674"/>
                  </a:lnTo>
                  <a:lnTo>
                    <a:pt x="1499078" y="1394683"/>
                  </a:lnTo>
                  <a:lnTo>
                    <a:pt x="1499065" y="1394695"/>
                  </a:lnTo>
                  <a:lnTo>
                    <a:pt x="1499051" y="1394710"/>
                  </a:lnTo>
                  <a:lnTo>
                    <a:pt x="1499047" y="1394721"/>
                  </a:lnTo>
                  <a:lnTo>
                    <a:pt x="1499043" y="1394734"/>
                  </a:lnTo>
                  <a:lnTo>
                    <a:pt x="1499040" y="1394755"/>
                  </a:lnTo>
                  <a:lnTo>
                    <a:pt x="1499021" y="1394960"/>
                  </a:lnTo>
                  <a:lnTo>
                    <a:pt x="1499040" y="1394970"/>
                  </a:lnTo>
                  <a:lnTo>
                    <a:pt x="1499051" y="1394979"/>
                  </a:lnTo>
                  <a:lnTo>
                    <a:pt x="1499059" y="1394993"/>
                  </a:lnTo>
                  <a:lnTo>
                    <a:pt x="1499061" y="1394997"/>
                  </a:lnTo>
                  <a:lnTo>
                    <a:pt x="1499073" y="1395021"/>
                  </a:lnTo>
                  <a:lnTo>
                    <a:pt x="1499080" y="1395040"/>
                  </a:lnTo>
                  <a:lnTo>
                    <a:pt x="1499081" y="1395056"/>
                  </a:lnTo>
                  <a:lnTo>
                    <a:pt x="1499079" y="1395065"/>
                  </a:lnTo>
                  <a:lnTo>
                    <a:pt x="1499074" y="1395075"/>
                  </a:lnTo>
                  <a:lnTo>
                    <a:pt x="1498954" y="1395220"/>
                  </a:lnTo>
                  <a:lnTo>
                    <a:pt x="1498942" y="1395233"/>
                  </a:lnTo>
                  <a:lnTo>
                    <a:pt x="1498923" y="1395252"/>
                  </a:lnTo>
                  <a:lnTo>
                    <a:pt x="1498896" y="1395243"/>
                  </a:lnTo>
                  <a:lnTo>
                    <a:pt x="1498868" y="1395216"/>
                  </a:lnTo>
                  <a:lnTo>
                    <a:pt x="1498803" y="1395049"/>
                  </a:lnTo>
                  <a:lnTo>
                    <a:pt x="1498803" y="1395034"/>
                  </a:lnTo>
                  <a:lnTo>
                    <a:pt x="1498820" y="1394994"/>
                  </a:lnTo>
                  <a:lnTo>
                    <a:pt x="1498843" y="1394958"/>
                  </a:lnTo>
                  <a:lnTo>
                    <a:pt x="1498824" y="1394891"/>
                  </a:lnTo>
                  <a:lnTo>
                    <a:pt x="1498796" y="1394859"/>
                  </a:lnTo>
                  <a:lnTo>
                    <a:pt x="1498740" y="1394834"/>
                  </a:lnTo>
                  <a:lnTo>
                    <a:pt x="1498663" y="1394828"/>
                  </a:lnTo>
                  <a:lnTo>
                    <a:pt x="1498626" y="1394826"/>
                  </a:lnTo>
                  <a:lnTo>
                    <a:pt x="1498606" y="1394827"/>
                  </a:lnTo>
                  <a:lnTo>
                    <a:pt x="1498591" y="1394828"/>
                  </a:lnTo>
                  <a:lnTo>
                    <a:pt x="1498577" y="1394832"/>
                  </a:lnTo>
                  <a:lnTo>
                    <a:pt x="1498556" y="1394841"/>
                  </a:lnTo>
                  <a:lnTo>
                    <a:pt x="1498549" y="1394845"/>
                  </a:lnTo>
                  <a:lnTo>
                    <a:pt x="1498542" y="1394854"/>
                  </a:lnTo>
                  <a:lnTo>
                    <a:pt x="1498371" y="1394804"/>
                  </a:lnTo>
                  <a:lnTo>
                    <a:pt x="1498359" y="1394803"/>
                  </a:lnTo>
                  <a:lnTo>
                    <a:pt x="1498343" y="1394805"/>
                  </a:lnTo>
                  <a:lnTo>
                    <a:pt x="1498301" y="1394810"/>
                  </a:lnTo>
                  <a:lnTo>
                    <a:pt x="1498212" y="1394841"/>
                  </a:lnTo>
                  <a:lnTo>
                    <a:pt x="1498164" y="1394874"/>
                  </a:lnTo>
                  <a:lnTo>
                    <a:pt x="1498159" y="1394881"/>
                  </a:lnTo>
                  <a:lnTo>
                    <a:pt x="1498153" y="1394887"/>
                  </a:lnTo>
                  <a:lnTo>
                    <a:pt x="1498141" y="1394902"/>
                  </a:lnTo>
                  <a:lnTo>
                    <a:pt x="1498135" y="1394911"/>
                  </a:lnTo>
                  <a:lnTo>
                    <a:pt x="1498133" y="1394917"/>
                  </a:lnTo>
                  <a:lnTo>
                    <a:pt x="1498122" y="1394935"/>
                  </a:lnTo>
                  <a:lnTo>
                    <a:pt x="1498110" y="1394990"/>
                  </a:lnTo>
                  <a:lnTo>
                    <a:pt x="1498114" y="1395053"/>
                  </a:lnTo>
                  <a:lnTo>
                    <a:pt x="1498116" y="1395113"/>
                  </a:lnTo>
                  <a:lnTo>
                    <a:pt x="1497945" y="1395132"/>
                  </a:lnTo>
                  <a:lnTo>
                    <a:pt x="1497921" y="1395134"/>
                  </a:lnTo>
                  <a:lnTo>
                    <a:pt x="1497899" y="1395140"/>
                  </a:lnTo>
                  <a:lnTo>
                    <a:pt x="1497868" y="1395151"/>
                  </a:lnTo>
                  <a:lnTo>
                    <a:pt x="1497759" y="1395190"/>
                  </a:lnTo>
                  <a:lnTo>
                    <a:pt x="1497745" y="1395199"/>
                  </a:lnTo>
                  <a:lnTo>
                    <a:pt x="1497721" y="1395289"/>
                  </a:lnTo>
                  <a:lnTo>
                    <a:pt x="1497713" y="1395317"/>
                  </a:lnTo>
                  <a:lnTo>
                    <a:pt x="1497712" y="1395324"/>
                  </a:lnTo>
                  <a:lnTo>
                    <a:pt x="1497712" y="1395330"/>
                  </a:lnTo>
                  <a:lnTo>
                    <a:pt x="1497713" y="1395335"/>
                  </a:lnTo>
                  <a:lnTo>
                    <a:pt x="1497669" y="1395412"/>
                  </a:lnTo>
                  <a:lnTo>
                    <a:pt x="1497555" y="1395485"/>
                  </a:lnTo>
                  <a:lnTo>
                    <a:pt x="1497539" y="1395493"/>
                  </a:lnTo>
                  <a:lnTo>
                    <a:pt x="1497508" y="1395501"/>
                  </a:lnTo>
                  <a:lnTo>
                    <a:pt x="1497501" y="1395500"/>
                  </a:lnTo>
                  <a:lnTo>
                    <a:pt x="1497483" y="1395495"/>
                  </a:lnTo>
                  <a:lnTo>
                    <a:pt x="1497476" y="1395489"/>
                  </a:lnTo>
                  <a:lnTo>
                    <a:pt x="1497467" y="1395471"/>
                  </a:lnTo>
                  <a:lnTo>
                    <a:pt x="1497460" y="1395453"/>
                  </a:lnTo>
                  <a:lnTo>
                    <a:pt x="1497447" y="1395409"/>
                  </a:lnTo>
                  <a:lnTo>
                    <a:pt x="1497435" y="1395346"/>
                  </a:lnTo>
                  <a:lnTo>
                    <a:pt x="1497422" y="1395333"/>
                  </a:lnTo>
                  <a:lnTo>
                    <a:pt x="1497288" y="1395337"/>
                  </a:lnTo>
                  <a:lnTo>
                    <a:pt x="1497263" y="1395346"/>
                  </a:lnTo>
                  <a:lnTo>
                    <a:pt x="1497201" y="1395373"/>
                  </a:lnTo>
                  <a:lnTo>
                    <a:pt x="1497094" y="1395420"/>
                  </a:lnTo>
                  <a:lnTo>
                    <a:pt x="1496992" y="1395433"/>
                  </a:lnTo>
                  <a:lnTo>
                    <a:pt x="1496923" y="1395451"/>
                  </a:lnTo>
                  <a:lnTo>
                    <a:pt x="1496882" y="1395448"/>
                  </a:lnTo>
                  <a:lnTo>
                    <a:pt x="1496854" y="1395491"/>
                  </a:lnTo>
                  <a:lnTo>
                    <a:pt x="1496823" y="1395521"/>
                  </a:lnTo>
                  <a:lnTo>
                    <a:pt x="1496797" y="1395540"/>
                  </a:lnTo>
                  <a:lnTo>
                    <a:pt x="1496780" y="1395529"/>
                  </a:lnTo>
                  <a:lnTo>
                    <a:pt x="1496745" y="1395468"/>
                  </a:lnTo>
                  <a:lnTo>
                    <a:pt x="1496725" y="1395443"/>
                  </a:lnTo>
                  <a:lnTo>
                    <a:pt x="1496707" y="1395442"/>
                  </a:lnTo>
                  <a:lnTo>
                    <a:pt x="1496632" y="1395443"/>
                  </a:lnTo>
                  <a:lnTo>
                    <a:pt x="1496625" y="1395444"/>
                  </a:lnTo>
                  <a:lnTo>
                    <a:pt x="1496609" y="1395445"/>
                  </a:lnTo>
                  <a:lnTo>
                    <a:pt x="1496536" y="1395445"/>
                  </a:lnTo>
                  <a:lnTo>
                    <a:pt x="1496473" y="1395454"/>
                  </a:lnTo>
                  <a:lnTo>
                    <a:pt x="1495956" y="1395529"/>
                  </a:lnTo>
                  <a:lnTo>
                    <a:pt x="1495948" y="1395530"/>
                  </a:lnTo>
                  <a:lnTo>
                    <a:pt x="1495941" y="1395531"/>
                  </a:lnTo>
                  <a:lnTo>
                    <a:pt x="1495888" y="1395561"/>
                  </a:lnTo>
                  <a:lnTo>
                    <a:pt x="1495849" y="1395606"/>
                  </a:lnTo>
                  <a:lnTo>
                    <a:pt x="1495803" y="1395661"/>
                  </a:lnTo>
                  <a:lnTo>
                    <a:pt x="1495739" y="1395651"/>
                  </a:lnTo>
                  <a:lnTo>
                    <a:pt x="1495655" y="1395601"/>
                  </a:lnTo>
                  <a:lnTo>
                    <a:pt x="1495585" y="1395528"/>
                  </a:lnTo>
                  <a:lnTo>
                    <a:pt x="1495574" y="1395516"/>
                  </a:lnTo>
                  <a:lnTo>
                    <a:pt x="1495504" y="1395513"/>
                  </a:lnTo>
                  <a:lnTo>
                    <a:pt x="1495484" y="1395512"/>
                  </a:lnTo>
                  <a:lnTo>
                    <a:pt x="1495391" y="1395513"/>
                  </a:lnTo>
                  <a:lnTo>
                    <a:pt x="1495348" y="1395514"/>
                  </a:lnTo>
                  <a:lnTo>
                    <a:pt x="1495293" y="1395514"/>
                  </a:lnTo>
                  <a:lnTo>
                    <a:pt x="1495052" y="1395400"/>
                  </a:lnTo>
                  <a:lnTo>
                    <a:pt x="1495044" y="1395396"/>
                  </a:lnTo>
                  <a:lnTo>
                    <a:pt x="1494919" y="1395373"/>
                  </a:lnTo>
                  <a:lnTo>
                    <a:pt x="1494902" y="1395373"/>
                  </a:lnTo>
                  <a:lnTo>
                    <a:pt x="1494836" y="1395373"/>
                  </a:lnTo>
                  <a:lnTo>
                    <a:pt x="1494831" y="1395373"/>
                  </a:lnTo>
                  <a:lnTo>
                    <a:pt x="1494823" y="1395363"/>
                  </a:lnTo>
                  <a:lnTo>
                    <a:pt x="1494796" y="1395330"/>
                  </a:lnTo>
                  <a:lnTo>
                    <a:pt x="1494811" y="1395283"/>
                  </a:lnTo>
                  <a:lnTo>
                    <a:pt x="1494850" y="1395243"/>
                  </a:lnTo>
                  <a:lnTo>
                    <a:pt x="1494875" y="1395229"/>
                  </a:lnTo>
                  <a:lnTo>
                    <a:pt x="1494917" y="1395206"/>
                  </a:lnTo>
                  <a:lnTo>
                    <a:pt x="1495001" y="1395168"/>
                  </a:lnTo>
                  <a:lnTo>
                    <a:pt x="1495030" y="1395148"/>
                  </a:lnTo>
                  <a:lnTo>
                    <a:pt x="1495039" y="1395121"/>
                  </a:lnTo>
                  <a:lnTo>
                    <a:pt x="1495051" y="1395026"/>
                  </a:lnTo>
                  <a:lnTo>
                    <a:pt x="1495044" y="1394989"/>
                  </a:lnTo>
                  <a:lnTo>
                    <a:pt x="1494954" y="1394774"/>
                  </a:lnTo>
                  <a:lnTo>
                    <a:pt x="1494957" y="1394760"/>
                  </a:lnTo>
                  <a:lnTo>
                    <a:pt x="1494984" y="1394633"/>
                  </a:lnTo>
                  <a:lnTo>
                    <a:pt x="1494993" y="1394596"/>
                  </a:lnTo>
                  <a:lnTo>
                    <a:pt x="1494968" y="1394532"/>
                  </a:lnTo>
                  <a:lnTo>
                    <a:pt x="1494969" y="1394498"/>
                  </a:lnTo>
                  <a:lnTo>
                    <a:pt x="1494964" y="1394469"/>
                  </a:lnTo>
                  <a:lnTo>
                    <a:pt x="1494935" y="1394370"/>
                  </a:lnTo>
                  <a:lnTo>
                    <a:pt x="1494921" y="1394352"/>
                  </a:lnTo>
                  <a:lnTo>
                    <a:pt x="1494900" y="1394342"/>
                  </a:lnTo>
                  <a:lnTo>
                    <a:pt x="1494876" y="1394346"/>
                  </a:lnTo>
                  <a:lnTo>
                    <a:pt x="1494845" y="1394364"/>
                  </a:lnTo>
                  <a:lnTo>
                    <a:pt x="1494813" y="1394360"/>
                  </a:lnTo>
                  <a:lnTo>
                    <a:pt x="1494787" y="1394337"/>
                  </a:lnTo>
                  <a:lnTo>
                    <a:pt x="1494759" y="1394238"/>
                  </a:lnTo>
                  <a:lnTo>
                    <a:pt x="1494737" y="1394207"/>
                  </a:lnTo>
                  <a:lnTo>
                    <a:pt x="1494555" y="1394057"/>
                  </a:lnTo>
                  <a:lnTo>
                    <a:pt x="1494512" y="1394025"/>
                  </a:lnTo>
                  <a:lnTo>
                    <a:pt x="1494401" y="1393999"/>
                  </a:lnTo>
                  <a:lnTo>
                    <a:pt x="1494264" y="1393977"/>
                  </a:lnTo>
                  <a:lnTo>
                    <a:pt x="1494221" y="1393976"/>
                  </a:lnTo>
                  <a:lnTo>
                    <a:pt x="1494154" y="1394074"/>
                  </a:lnTo>
                  <a:lnTo>
                    <a:pt x="1493867" y="1394241"/>
                  </a:lnTo>
                  <a:lnTo>
                    <a:pt x="1493838" y="1394235"/>
                  </a:lnTo>
                  <a:lnTo>
                    <a:pt x="1493830" y="1394220"/>
                  </a:lnTo>
                  <a:lnTo>
                    <a:pt x="1493764" y="1394070"/>
                  </a:lnTo>
                  <a:lnTo>
                    <a:pt x="1493745" y="1394030"/>
                  </a:lnTo>
                  <a:lnTo>
                    <a:pt x="1493744" y="1393995"/>
                  </a:lnTo>
                  <a:lnTo>
                    <a:pt x="1493743" y="1393985"/>
                  </a:lnTo>
                  <a:lnTo>
                    <a:pt x="1493773" y="1393919"/>
                  </a:lnTo>
                  <a:lnTo>
                    <a:pt x="1493803" y="1393902"/>
                  </a:lnTo>
                  <a:lnTo>
                    <a:pt x="1493810" y="1393898"/>
                  </a:lnTo>
                  <a:lnTo>
                    <a:pt x="1493829" y="1393887"/>
                  </a:lnTo>
                  <a:lnTo>
                    <a:pt x="1493823" y="1393875"/>
                  </a:lnTo>
                  <a:lnTo>
                    <a:pt x="1493819" y="1393866"/>
                  </a:lnTo>
                  <a:lnTo>
                    <a:pt x="1493786" y="1393793"/>
                  </a:lnTo>
                  <a:lnTo>
                    <a:pt x="1493662" y="1393703"/>
                  </a:lnTo>
                  <a:lnTo>
                    <a:pt x="1493620" y="1393690"/>
                  </a:lnTo>
                  <a:lnTo>
                    <a:pt x="1493328" y="1393723"/>
                  </a:lnTo>
                  <a:lnTo>
                    <a:pt x="1493234" y="1393702"/>
                  </a:lnTo>
                  <a:lnTo>
                    <a:pt x="1493200" y="1393612"/>
                  </a:lnTo>
                  <a:lnTo>
                    <a:pt x="1493128" y="1393423"/>
                  </a:lnTo>
                  <a:lnTo>
                    <a:pt x="1493123" y="1393410"/>
                  </a:lnTo>
                  <a:lnTo>
                    <a:pt x="1493120" y="1393404"/>
                  </a:lnTo>
                  <a:lnTo>
                    <a:pt x="1493082" y="1393330"/>
                  </a:lnTo>
                  <a:lnTo>
                    <a:pt x="1493019" y="1393208"/>
                  </a:lnTo>
                  <a:lnTo>
                    <a:pt x="1493020" y="1393077"/>
                  </a:lnTo>
                  <a:lnTo>
                    <a:pt x="1493037" y="1393037"/>
                  </a:lnTo>
                  <a:lnTo>
                    <a:pt x="1493056" y="1393016"/>
                  </a:lnTo>
                  <a:lnTo>
                    <a:pt x="1493142" y="1392922"/>
                  </a:lnTo>
                  <a:lnTo>
                    <a:pt x="1493236" y="1392885"/>
                  </a:lnTo>
                  <a:lnTo>
                    <a:pt x="1493281" y="1392880"/>
                  </a:lnTo>
                  <a:lnTo>
                    <a:pt x="1493285" y="1392704"/>
                  </a:lnTo>
                  <a:lnTo>
                    <a:pt x="1493268" y="1392640"/>
                  </a:lnTo>
                  <a:lnTo>
                    <a:pt x="1493263" y="1392641"/>
                  </a:lnTo>
                  <a:lnTo>
                    <a:pt x="1493198" y="1392453"/>
                  </a:lnTo>
                  <a:lnTo>
                    <a:pt x="1493179" y="1392424"/>
                  </a:lnTo>
                  <a:lnTo>
                    <a:pt x="1493173" y="1392415"/>
                  </a:lnTo>
                  <a:lnTo>
                    <a:pt x="1493166" y="1392402"/>
                  </a:lnTo>
                  <a:lnTo>
                    <a:pt x="1493163" y="1392391"/>
                  </a:lnTo>
                  <a:lnTo>
                    <a:pt x="1493165" y="1392373"/>
                  </a:lnTo>
                  <a:lnTo>
                    <a:pt x="1493194" y="1392191"/>
                  </a:lnTo>
                  <a:lnTo>
                    <a:pt x="1493195" y="1392174"/>
                  </a:lnTo>
                  <a:lnTo>
                    <a:pt x="1493198" y="1392153"/>
                  </a:lnTo>
                  <a:lnTo>
                    <a:pt x="1493248" y="1391914"/>
                  </a:lnTo>
                  <a:lnTo>
                    <a:pt x="1493307" y="1391736"/>
                  </a:lnTo>
                  <a:lnTo>
                    <a:pt x="1493308" y="1391706"/>
                  </a:lnTo>
                  <a:lnTo>
                    <a:pt x="1493300" y="1391643"/>
                  </a:lnTo>
                  <a:lnTo>
                    <a:pt x="1493278" y="1391635"/>
                  </a:lnTo>
                  <a:lnTo>
                    <a:pt x="1493148" y="1391630"/>
                  </a:lnTo>
                  <a:lnTo>
                    <a:pt x="1493138" y="1391630"/>
                  </a:lnTo>
                  <a:lnTo>
                    <a:pt x="1493127" y="1391623"/>
                  </a:lnTo>
                  <a:lnTo>
                    <a:pt x="1493103" y="1391600"/>
                  </a:lnTo>
                  <a:lnTo>
                    <a:pt x="1493069" y="1391567"/>
                  </a:lnTo>
                  <a:lnTo>
                    <a:pt x="1492936" y="1391409"/>
                  </a:lnTo>
                  <a:lnTo>
                    <a:pt x="1492905" y="1391356"/>
                  </a:lnTo>
                  <a:lnTo>
                    <a:pt x="1492898" y="1391336"/>
                  </a:lnTo>
                  <a:lnTo>
                    <a:pt x="1492869" y="1391249"/>
                  </a:lnTo>
                  <a:lnTo>
                    <a:pt x="1492829" y="1391195"/>
                  </a:lnTo>
                  <a:lnTo>
                    <a:pt x="1492738" y="1391123"/>
                  </a:lnTo>
                  <a:lnTo>
                    <a:pt x="1492637" y="1391072"/>
                  </a:lnTo>
                  <a:lnTo>
                    <a:pt x="1492409" y="1391028"/>
                  </a:lnTo>
                  <a:lnTo>
                    <a:pt x="1492198" y="1391004"/>
                  </a:lnTo>
                  <a:lnTo>
                    <a:pt x="1491885" y="1390994"/>
                  </a:lnTo>
                  <a:lnTo>
                    <a:pt x="1491530" y="1391008"/>
                  </a:lnTo>
                  <a:lnTo>
                    <a:pt x="1491171" y="1391062"/>
                  </a:lnTo>
                  <a:lnTo>
                    <a:pt x="1490734" y="1391152"/>
                  </a:lnTo>
                  <a:lnTo>
                    <a:pt x="1490196" y="1391319"/>
                  </a:lnTo>
                  <a:lnTo>
                    <a:pt x="1489806" y="1391453"/>
                  </a:lnTo>
                  <a:lnTo>
                    <a:pt x="1489529" y="1391580"/>
                  </a:lnTo>
                  <a:lnTo>
                    <a:pt x="1489410" y="1391638"/>
                  </a:lnTo>
                  <a:lnTo>
                    <a:pt x="1489342" y="1391674"/>
                  </a:lnTo>
                  <a:lnTo>
                    <a:pt x="1489324" y="1391680"/>
                  </a:lnTo>
                  <a:lnTo>
                    <a:pt x="1489224" y="1391716"/>
                  </a:lnTo>
                  <a:lnTo>
                    <a:pt x="1489217" y="1391718"/>
                  </a:lnTo>
                  <a:lnTo>
                    <a:pt x="1489195" y="1391728"/>
                  </a:lnTo>
                  <a:lnTo>
                    <a:pt x="1489179" y="1391734"/>
                  </a:lnTo>
                  <a:lnTo>
                    <a:pt x="1488791" y="1391900"/>
                  </a:lnTo>
                  <a:lnTo>
                    <a:pt x="1488515" y="1392017"/>
                  </a:lnTo>
                  <a:lnTo>
                    <a:pt x="1488502" y="1392023"/>
                  </a:lnTo>
                  <a:lnTo>
                    <a:pt x="1488495" y="1392027"/>
                  </a:lnTo>
                  <a:lnTo>
                    <a:pt x="1488467" y="1392041"/>
                  </a:lnTo>
                  <a:lnTo>
                    <a:pt x="1488460" y="1392041"/>
                  </a:lnTo>
                  <a:lnTo>
                    <a:pt x="1488445" y="1392040"/>
                  </a:lnTo>
                  <a:lnTo>
                    <a:pt x="1488360" y="1392029"/>
                  </a:lnTo>
                  <a:lnTo>
                    <a:pt x="1488272" y="1392019"/>
                  </a:lnTo>
                  <a:lnTo>
                    <a:pt x="1488181" y="1391999"/>
                  </a:lnTo>
                  <a:lnTo>
                    <a:pt x="1488168" y="1391994"/>
                  </a:lnTo>
                  <a:lnTo>
                    <a:pt x="1488155" y="1391989"/>
                  </a:lnTo>
                  <a:lnTo>
                    <a:pt x="1488143" y="1391985"/>
                  </a:lnTo>
                  <a:lnTo>
                    <a:pt x="1488099" y="1391975"/>
                  </a:lnTo>
                  <a:lnTo>
                    <a:pt x="1488068" y="1391969"/>
                  </a:lnTo>
                  <a:lnTo>
                    <a:pt x="1487938" y="1391944"/>
                  </a:lnTo>
                  <a:lnTo>
                    <a:pt x="1487872" y="1391932"/>
                  </a:lnTo>
                  <a:lnTo>
                    <a:pt x="1487739" y="1391931"/>
                  </a:lnTo>
                  <a:lnTo>
                    <a:pt x="1487668" y="1391924"/>
                  </a:lnTo>
                  <a:lnTo>
                    <a:pt x="1487656" y="1391923"/>
                  </a:lnTo>
                  <a:lnTo>
                    <a:pt x="1487294" y="1391887"/>
                  </a:lnTo>
                  <a:lnTo>
                    <a:pt x="1487228" y="1391876"/>
                  </a:lnTo>
                  <a:lnTo>
                    <a:pt x="1487211" y="1391871"/>
                  </a:lnTo>
                  <a:lnTo>
                    <a:pt x="1487185" y="1391863"/>
                  </a:lnTo>
                  <a:lnTo>
                    <a:pt x="1487142" y="1391850"/>
                  </a:lnTo>
                  <a:lnTo>
                    <a:pt x="1487114" y="1391838"/>
                  </a:lnTo>
                  <a:lnTo>
                    <a:pt x="1487096" y="1391827"/>
                  </a:lnTo>
                  <a:lnTo>
                    <a:pt x="1486972" y="1391763"/>
                  </a:lnTo>
                  <a:lnTo>
                    <a:pt x="1486924" y="1391744"/>
                  </a:lnTo>
                  <a:lnTo>
                    <a:pt x="1486843" y="1391712"/>
                  </a:lnTo>
                  <a:lnTo>
                    <a:pt x="1486721" y="1391686"/>
                  </a:lnTo>
                  <a:lnTo>
                    <a:pt x="1486445" y="1391674"/>
                  </a:lnTo>
                  <a:lnTo>
                    <a:pt x="1486403" y="1391672"/>
                  </a:lnTo>
                  <a:lnTo>
                    <a:pt x="1486385" y="1391764"/>
                  </a:lnTo>
                  <a:lnTo>
                    <a:pt x="1486367" y="1391854"/>
                  </a:lnTo>
                  <a:lnTo>
                    <a:pt x="1486360" y="1391888"/>
                  </a:lnTo>
                  <a:lnTo>
                    <a:pt x="1486410" y="1391900"/>
                  </a:lnTo>
                  <a:lnTo>
                    <a:pt x="1486422" y="1391903"/>
                  </a:lnTo>
                  <a:lnTo>
                    <a:pt x="1486439" y="1391905"/>
                  </a:lnTo>
                  <a:lnTo>
                    <a:pt x="1486836" y="1392063"/>
                  </a:lnTo>
                  <a:lnTo>
                    <a:pt x="1486921" y="1392098"/>
                  </a:lnTo>
                  <a:lnTo>
                    <a:pt x="1486931" y="1392103"/>
                  </a:lnTo>
                  <a:lnTo>
                    <a:pt x="1486998" y="1392129"/>
                  </a:lnTo>
                  <a:lnTo>
                    <a:pt x="1487304" y="1392248"/>
                  </a:lnTo>
                  <a:lnTo>
                    <a:pt x="1487466" y="1392281"/>
                  </a:lnTo>
                  <a:lnTo>
                    <a:pt x="1487562" y="1392286"/>
                  </a:lnTo>
                  <a:lnTo>
                    <a:pt x="1487634" y="1392305"/>
                  </a:lnTo>
                  <a:lnTo>
                    <a:pt x="1487665" y="1392339"/>
                  </a:lnTo>
                  <a:lnTo>
                    <a:pt x="1487677" y="1392375"/>
                  </a:lnTo>
                  <a:lnTo>
                    <a:pt x="1487674" y="1392401"/>
                  </a:lnTo>
                  <a:lnTo>
                    <a:pt x="1487649" y="1392418"/>
                  </a:lnTo>
                  <a:lnTo>
                    <a:pt x="1487625" y="1392426"/>
                  </a:lnTo>
                  <a:lnTo>
                    <a:pt x="1487327" y="1392537"/>
                  </a:lnTo>
                  <a:lnTo>
                    <a:pt x="1487268" y="1392558"/>
                  </a:lnTo>
                  <a:lnTo>
                    <a:pt x="1487167" y="1392589"/>
                  </a:lnTo>
                  <a:lnTo>
                    <a:pt x="1487132" y="1392584"/>
                  </a:lnTo>
                  <a:lnTo>
                    <a:pt x="1487085" y="1392584"/>
                  </a:lnTo>
                  <a:lnTo>
                    <a:pt x="1486998" y="1392598"/>
                  </a:lnTo>
                  <a:lnTo>
                    <a:pt x="1486932" y="1392616"/>
                  </a:lnTo>
                  <a:lnTo>
                    <a:pt x="1486912" y="1392625"/>
                  </a:lnTo>
                  <a:lnTo>
                    <a:pt x="1486870" y="1392642"/>
                  </a:lnTo>
                  <a:lnTo>
                    <a:pt x="1486847" y="1392652"/>
                  </a:lnTo>
                  <a:lnTo>
                    <a:pt x="1486821" y="1392663"/>
                  </a:lnTo>
                  <a:lnTo>
                    <a:pt x="1486810" y="1392668"/>
                  </a:lnTo>
                  <a:lnTo>
                    <a:pt x="1486716" y="1392707"/>
                  </a:lnTo>
                  <a:lnTo>
                    <a:pt x="1486691" y="1392718"/>
                  </a:lnTo>
                  <a:lnTo>
                    <a:pt x="1486565" y="1392768"/>
                  </a:lnTo>
                  <a:lnTo>
                    <a:pt x="1486488" y="1392798"/>
                  </a:lnTo>
                  <a:lnTo>
                    <a:pt x="1486423" y="1392819"/>
                  </a:lnTo>
                  <a:lnTo>
                    <a:pt x="1486371" y="1392829"/>
                  </a:lnTo>
                  <a:lnTo>
                    <a:pt x="1486257" y="1392879"/>
                  </a:lnTo>
                  <a:lnTo>
                    <a:pt x="1486211" y="1392899"/>
                  </a:lnTo>
                  <a:lnTo>
                    <a:pt x="1486100" y="1392950"/>
                  </a:lnTo>
                  <a:lnTo>
                    <a:pt x="1485901" y="1393042"/>
                  </a:lnTo>
                  <a:lnTo>
                    <a:pt x="1485896" y="1393044"/>
                  </a:lnTo>
                  <a:lnTo>
                    <a:pt x="1485797" y="1393104"/>
                  </a:lnTo>
                  <a:lnTo>
                    <a:pt x="1485585" y="1393179"/>
                  </a:lnTo>
                  <a:lnTo>
                    <a:pt x="1485491" y="1393220"/>
                  </a:lnTo>
                  <a:lnTo>
                    <a:pt x="1485353" y="1393270"/>
                  </a:lnTo>
                  <a:lnTo>
                    <a:pt x="1485190" y="1393370"/>
                  </a:lnTo>
                  <a:lnTo>
                    <a:pt x="1484851" y="1393649"/>
                  </a:lnTo>
                  <a:lnTo>
                    <a:pt x="1484710" y="1393749"/>
                  </a:lnTo>
                  <a:lnTo>
                    <a:pt x="1484368" y="1394043"/>
                  </a:lnTo>
                  <a:lnTo>
                    <a:pt x="1484264" y="1394134"/>
                  </a:lnTo>
                  <a:lnTo>
                    <a:pt x="1484029" y="1394388"/>
                  </a:lnTo>
                  <a:lnTo>
                    <a:pt x="1483952" y="1394466"/>
                  </a:lnTo>
                  <a:lnTo>
                    <a:pt x="1483930" y="1394485"/>
                  </a:lnTo>
                  <a:lnTo>
                    <a:pt x="1483894" y="1394475"/>
                  </a:lnTo>
                  <a:lnTo>
                    <a:pt x="1483844" y="1394410"/>
                  </a:lnTo>
                  <a:lnTo>
                    <a:pt x="1483828" y="1394363"/>
                  </a:lnTo>
                  <a:lnTo>
                    <a:pt x="1483833" y="1394334"/>
                  </a:lnTo>
                  <a:lnTo>
                    <a:pt x="1483900" y="1394225"/>
                  </a:lnTo>
                  <a:lnTo>
                    <a:pt x="1483952" y="1394125"/>
                  </a:lnTo>
                  <a:lnTo>
                    <a:pt x="1483977" y="1394065"/>
                  </a:lnTo>
                  <a:lnTo>
                    <a:pt x="1484040" y="1393962"/>
                  </a:lnTo>
                  <a:lnTo>
                    <a:pt x="1484090" y="1393931"/>
                  </a:lnTo>
                  <a:lnTo>
                    <a:pt x="1484162" y="1393924"/>
                  </a:lnTo>
                  <a:lnTo>
                    <a:pt x="1484228" y="1393893"/>
                  </a:lnTo>
                  <a:lnTo>
                    <a:pt x="1484327" y="1393843"/>
                  </a:lnTo>
                  <a:lnTo>
                    <a:pt x="1484570" y="1393733"/>
                  </a:lnTo>
                  <a:lnTo>
                    <a:pt x="1484617" y="1393693"/>
                  </a:lnTo>
                  <a:lnTo>
                    <a:pt x="1484617" y="1393677"/>
                  </a:lnTo>
                  <a:lnTo>
                    <a:pt x="1484597" y="1393608"/>
                  </a:lnTo>
                  <a:lnTo>
                    <a:pt x="1484574" y="1393514"/>
                  </a:lnTo>
                  <a:lnTo>
                    <a:pt x="1484568" y="1393515"/>
                  </a:lnTo>
                  <a:lnTo>
                    <a:pt x="1484543" y="1393518"/>
                  </a:lnTo>
                  <a:lnTo>
                    <a:pt x="1484517" y="1393521"/>
                  </a:lnTo>
                  <a:lnTo>
                    <a:pt x="1484512" y="1393522"/>
                  </a:lnTo>
                  <a:lnTo>
                    <a:pt x="1484489" y="1393529"/>
                  </a:lnTo>
                  <a:lnTo>
                    <a:pt x="1484469" y="1393546"/>
                  </a:lnTo>
                  <a:lnTo>
                    <a:pt x="1484459" y="1393559"/>
                  </a:lnTo>
                  <a:lnTo>
                    <a:pt x="1484443" y="1393582"/>
                  </a:lnTo>
                  <a:lnTo>
                    <a:pt x="1484439" y="1393588"/>
                  </a:lnTo>
                  <a:lnTo>
                    <a:pt x="1484383" y="1393644"/>
                  </a:lnTo>
                  <a:lnTo>
                    <a:pt x="1484354" y="1393673"/>
                  </a:lnTo>
                  <a:lnTo>
                    <a:pt x="1484327" y="1393692"/>
                  </a:lnTo>
                  <a:lnTo>
                    <a:pt x="1484256" y="1393729"/>
                  </a:lnTo>
                  <a:lnTo>
                    <a:pt x="1484218" y="1393748"/>
                  </a:lnTo>
                  <a:lnTo>
                    <a:pt x="1484185" y="1393765"/>
                  </a:lnTo>
                  <a:lnTo>
                    <a:pt x="1484160" y="1393779"/>
                  </a:lnTo>
                  <a:lnTo>
                    <a:pt x="1484134" y="1393795"/>
                  </a:lnTo>
                  <a:lnTo>
                    <a:pt x="1484126" y="1393803"/>
                  </a:lnTo>
                  <a:lnTo>
                    <a:pt x="1484121" y="1393812"/>
                  </a:lnTo>
                  <a:lnTo>
                    <a:pt x="1484060" y="1393863"/>
                  </a:lnTo>
                  <a:lnTo>
                    <a:pt x="1484050" y="1393867"/>
                  </a:lnTo>
                  <a:lnTo>
                    <a:pt x="1484037" y="1393876"/>
                  </a:lnTo>
                  <a:lnTo>
                    <a:pt x="1484003" y="1393913"/>
                  </a:lnTo>
                  <a:lnTo>
                    <a:pt x="1484000" y="1393916"/>
                  </a:lnTo>
                  <a:lnTo>
                    <a:pt x="1483977" y="1393940"/>
                  </a:lnTo>
                  <a:lnTo>
                    <a:pt x="1483950" y="1393993"/>
                  </a:lnTo>
                  <a:lnTo>
                    <a:pt x="1483921" y="1394037"/>
                  </a:lnTo>
                  <a:lnTo>
                    <a:pt x="1483885" y="1394084"/>
                  </a:lnTo>
                  <a:lnTo>
                    <a:pt x="1483802" y="1394186"/>
                  </a:lnTo>
                  <a:lnTo>
                    <a:pt x="1483759" y="1394234"/>
                  </a:lnTo>
                  <a:lnTo>
                    <a:pt x="1483701" y="1394319"/>
                  </a:lnTo>
                  <a:lnTo>
                    <a:pt x="1483664" y="1394383"/>
                  </a:lnTo>
                  <a:lnTo>
                    <a:pt x="1483659" y="1394393"/>
                  </a:lnTo>
                  <a:lnTo>
                    <a:pt x="1483652" y="1394402"/>
                  </a:lnTo>
                  <a:lnTo>
                    <a:pt x="1483648" y="1394409"/>
                  </a:lnTo>
                  <a:lnTo>
                    <a:pt x="1483645" y="1394413"/>
                  </a:lnTo>
                  <a:lnTo>
                    <a:pt x="1483643" y="1394417"/>
                  </a:lnTo>
                  <a:lnTo>
                    <a:pt x="1483627" y="1394431"/>
                  </a:lnTo>
                  <a:lnTo>
                    <a:pt x="1483596" y="1394459"/>
                  </a:lnTo>
                  <a:lnTo>
                    <a:pt x="1483574" y="1394485"/>
                  </a:lnTo>
                  <a:lnTo>
                    <a:pt x="1483492" y="1394585"/>
                  </a:lnTo>
                  <a:lnTo>
                    <a:pt x="1483442" y="1394653"/>
                  </a:lnTo>
                  <a:lnTo>
                    <a:pt x="1483434" y="1394662"/>
                  </a:lnTo>
                  <a:lnTo>
                    <a:pt x="1483405" y="1394700"/>
                  </a:lnTo>
                  <a:lnTo>
                    <a:pt x="1483356" y="1394766"/>
                  </a:lnTo>
                  <a:lnTo>
                    <a:pt x="1483266" y="1394877"/>
                  </a:lnTo>
                  <a:lnTo>
                    <a:pt x="1483262" y="1394879"/>
                  </a:lnTo>
                  <a:lnTo>
                    <a:pt x="1483245" y="1394888"/>
                  </a:lnTo>
                  <a:lnTo>
                    <a:pt x="1483236" y="1394868"/>
                  </a:lnTo>
                  <a:lnTo>
                    <a:pt x="1483238" y="1394826"/>
                  </a:lnTo>
                  <a:lnTo>
                    <a:pt x="1483240" y="1394797"/>
                  </a:lnTo>
                  <a:lnTo>
                    <a:pt x="1483283" y="1394760"/>
                  </a:lnTo>
                  <a:lnTo>
                    <a:pt x="1483319" y="1394729"/>
                  </a:lnTo>
                  <a:lnTo>
                    <a:pt x="1483353" y="1394721"/>
                  </a:lnTo>
                  <a:lnTo>
                    <a:pt x="1483384" y="1394682"/>
                  </a:lnTo>
                  <a:lnTo>
                    <a:pt x="1483404" y="1394642"/>
                  </a:lnTo>
                  <a:lnTo>
                    <a:pt x="1483406" y="1394621"/>
                  </a:lnTo>
                  <a:lnTo>
                    <a:pt x="1483369" y="1394633"/>
                  </a:lnTo>
                  <a:lnTo>
                    <a:pt x="1483339" y="1394642"/>
                  </a:lnTo>
                  <a:lnTo>
                    <a:pt x="1483319" y="1394644"/>
                  </a:lnTo>
                  <a:lnTo>
                    <a:pt x="1483312" y="1394644"/>
                  </a:lnTo>
                  <a:lnTo>
                    <a:pt x="1483293" y="1394590"/>
                  </a:lnTo>
                  <a:lnTo>
                    <a:pt x="1483275" y="1394553"/>
                  </a:lnTo>
                  <a:lnTo>
                    <a:pt x="1483258" y="1394519"/>
                  </a:lnTo>
                  <a:lnTo>
                    <a:pt x="1483251" y="1394504"/>
                  </a:lnTo>
                  <a:lnTo>
                    <a:pt x="1483245" y="1394493"/>
                  </a:lnTo>
                  <a:lnTo>
                    <a:pt x="1483226" y="1394492"/>
                  </a:lnTo>
                  <a:lnTo>
                    <a:pt x="1483222" y="1394492"/>
                  </a:lnTo>
                  <a:lnTo>
                    <a:pt x="1483204" y="1394498"/>
                  </a:lnTo>
                  <a:lnTo>
                    <a:pt x="1483194" y="1394503"/>
                  </a:lnTo>
                  <a:lnTo>
                    <a:pt x="1483181" y="1394509"/>
                  </a:lnTo>
                  <a:lnTo>
                    <a:pt x="1483112" y="1394550"/>
                  </a:lnTo>
                  <a:lnTo>
                    <a:pt x="1483105" y="1394556"/>
                  </a:lnTo>
                  <a:lnTo>
                    <a:pt x="1483099" y="1394563"/>
                  </a:lnTo>
                  <a:lnTo>
                    <a:pt x="1483089" y="1394585"/>
                  </a:lnTo>
                  <a:lnTo>
                    <a:pt x="1483068" y="1394628"/>
                  </a:lnTo>
                  <a:lnTo>
                    <a:pt x="1483048" y="1394671"/>
                  </a:lnTo>
                  <a:lnTo>
                    <a:pt x="1483040" y="1394687"/>
                  </a:lnTo>
                  <a:lnTo>
                    <a:pt x="1483037" y="1394693"/>
                  </a:lnTo>
                  <a:lnTo>
                    <a:pt x="1483028" y="1394711"/>
                  </a:lnTo>
                  <a:lnTo>
                    <a:pt x="1483005" y="1394751"/>
                  </a:lnTo>
                  <a:lnTo>
                    <a:pt x="1482973" y="1394804"/>
                  </a:lnTo>
                  <a:lnTo>
                    <a:pt x="1482964" y="1394823"/>
                  </a:lnTo>
                  <a:lnTo>
                    <a:pt x="1482948" y="1394866"/>
                  </a:lnTo>
                  <a:lnTo>
                    <a:pt x="1482942" y="1394880"/>
                  </a:lnTo>
                  <a:lnTo>
                    <a:pt x="1482928" y="1394912"/>
                  </a:lnTo>
                  <a:lnTo>
                    <a:pt x="1482915" y="1394936"/>
                  </a:lnTo>
                  <a:lnTo>
                    <a:pt x="1482912" y="1394940"/>
                  </a:lnTo>
                  <a:lnTo>
                    <a:pt x="1482905" y="1394949"/>
                  </a:lnTo>
                  <a:lnTo>
                    <a:pt x="1482867" y="1394997"/>
                  </a:lnTo>
                  <a:lnTo>
                    <a:pt x="1482854" y="1395012"/>
                  </a:lnTo>
                  <a:lnTo>
                    <a:pt x="1482816" y="1395055"/>
                  </a:lnTo>
                  <a:lnTo>
                    <a:pt x="1482701" y="1395178"/>
                  </a:lnTo>
                  <a:lnTo>
                    <a:pt x="1482617" y="1395264"/>
                  </a:lnTo>
                  <a:lnTo>
                    <a:pt x="1482583" y="1395298"/>
                  </a:lnTo>
                  <a:lnTo>
                    <a:pt x="1482570" y="1395311"/>
                  </a:lnTo>
                  <a:lnTo>
                    <a:pt x="1482510" y="1395351"/>
                  </a:lnTo>
                  <a:lnTo>
                    <a:pt x="1482378" y="1395441"/>
                  </a:lnTo>
                  <a:lnTo>
                    <a:pt x="1482304" y="1395471"/>
                  </a:lnTo>
                  <a:lnTo>
                    <a:pt x="1482292" y="1395475"/>
                  </a:lnTo>
                  <a:lnTo>
                    <a:pt x="1482260" y="1395484"/>
                  </a:lnTo>
                  <a:lnTo>
                    <a:pt x="1482241" y="1395486"/>
                  </a:lnTo>
                  <a:lnTo>
                    <a:pt x="1482153" y="1395481"/>
                  </a:lnTo>
                  <a:lnTo>
                    <a:pt x="1482142" y="1395480"/>
                  </a:lnTo>
                  <a:lnTo>
                    <a:pt x="1482063" y="1395485"/>
                  </a:lnTo>
                  <a:lnTo>
                    <a:pt x="1482052" y="1395487"/>
                  </a:lnTo>
                  <a:lnTo>
                    <a:pt x="1482042" y="1395489"/>
                  </a:lnTo>
                  <a:lnTo>
                    <a:pt x="1482034" y="1395491"/>
                  </a:lnTo>
                  <a:lnTo>
                    <a:pt x="1482029" y="1395494"/>
                  </a:lnTo>
                  <a:lnTo>
                    <a:pt x="1482003" y="1395521"/>
                  </a:lnTo>
                  <a:lnTo>
                    <a:pt x="1481944" y="1395581"/>
                  </a:lnTo>
                  <a:lnTo>
                    <a:pt x="1481832" y="1395694"/>
                  </a:lnTo>
                  <a:lnTo>
                    <a:pt x="1481749" y="1395791"/>
                  </a:lnTo>
                  <a:lnTo>
                    <a:pt x="1481660" y="1395888"/>
                  </a:lnTo>
                  <a:lnTo>
                    <a:pt x="1481648" y="1395900"/>
                  </a:lnTo>
                  <a:lnTo>
                    <a:pt x="1481637" y="1395907"/>
                  </a:lnTo>
                  <a:lnTo>
                    <a:pt x="1481601" y="1395930"/>
                  </a:lnTo>
                  <a:lnTo>
                    <a:pt x="1481588" y="1395939"/>
                  </a:lnTo>
                  <a:lnTo>
                    <a:pt x="1481577" y="1395945"/>
                  </a:lnTo>
                  <a:lnTo>
                    <a:pt x="1481544" y="1395967"/>
                  </a:lnTo>
                  <a:lnTo>
                    <a:pt x="1481518" y="1395983"/>
                  </a:lnTo>
                  <a:lnTo>
                    <a:pt x="1481508" y="1395990"/>
                  </a:lnTo>
                  <a:lnTo>
                    <a:pt x="1481412" y="1396051"/>
                  </a:lnTo>
                  <a:lnTo>
                    <a:pt x="1481404" y="1396055"/>
                  </a:lnTo>
                  <a:lnTo>
                    <a:pt x="1481385" y="1396065"/>
                  </a:lnTo>
                  <a:lnTo>
                    <a:pt x="1481371" y="1396072"/>
                  </a:lnTo>
                  <a:lnTo>
                    <a:pt x="1481339" y="1396088"/>
                  </a:lnTo>
                  <a:lnTo>
                    <a:pt x="1481143" y="1396185"/>
                  </a:lnTo>
                  <a:lnTo>
                    <a:pt x="1481138" y="1396188"/>
                  </a:lnTo>
                  <a:lnTo>
                    <a:pt x="1481120" y="1396197"/>
                  </a:lnTo>
                  <a:lnTo>
                    <a:pt x="1481102" y="1396206"/>
                  </a:lnTo>
                  <a:lnTo>
                    <a:pt x="1480991" y="1396261"/>
                  </a:lnTo>
                  <a:lnTo>
                    <a:pt x="1480985" y="1396263"/>
                  </a:lnTo>
                  <a:lnTo>
                    <a:pt x="1480965" y="1396271"/>
                  </a:lnTo>
                  <a:lnTo>
                    <a:pt x="1480922" y="1396282"/>
                  </a:lnTo>
                  <a:lnTo>
                    <a:pt x="1480870" y="1396292"/>
                  </a:lnTo>
                  <a:lnTo>
                    <a:pt x="1480801" y="1396303"/>
                  </a:lnTo>
                  <a:lnTo>
                    <a:pt x="1480765" y="1396308"/>
                  </a:lnTo>
                  <a:lnTo>
                    <a:pt x="1480753" y="1396310"/>
                  </a:lnTo>
                  <a:lnTo>
                    <a:pt x="1480745" y="1396310"/>
                  </a:lnTo>
                  <a:lnTo>
                    <a:pt x="1480683" y="1396315"/>
                  </a:lnTo>
                  <a:lnTo>
                    <a:pt x="1480565" y="1396331"/>
                  </a:lnTo>
                  <a:lnTo>
                    <a:pt x="1480535" y="1396349"/>
                  </a:lnTo>
                  <a:lnTo>
                    <a:pt x="1480504" y="1396368"/>
                  </a:lnTo>
                  <a:lnTo>
                    <a:pt x="1480435" y="1396412"/>
                  </a:lnTo>
                  <a:lnTo>
                    <a:pt x="1480431" y="1396423"/>
                  </a:lnTo>
                  <a:lnTo>
                    <a:pt x="1480403" y="1396440"/>
                  </a:lnTo>
                  <a:lnTo>
                    <a:pt x="1480188" y="1396572"/>
                  </a:lnTo>
                  <a:lnTo>
                    <a:pt x="1480182" y="1396576"/>
                  </a:lnTo>
                  <a:lnTo>
                    <a:pt x="1480170" y="1396581"/>
                  </a:lnTo>
                  <a:lnTo>
                    <a:pt x="1480161" y="1396584"/>
                  </a:lnTo>
                  <a:lnTo>
                    <a:pt x="1480152" y="1396585"/>
                  </a:lnTo>
                  <a:lnTo>
                    <a:pt x="1480145" y="1396583"/>
                  </a:lnTo>
                  <a:lnTo>
                    <a:pt x="1480134" y="1396577"/>
                  </a:lnTo>
                  <a:lnTo>
                    <a:pt x="1480096" y="1396559"/>
                  </a:lnTo>
                  <a:lnTo>
                    <a:pt x="1480057" y="1396538"/>
                  </a:lnTo>
                  <a:lnTo>
                    <a:pt x="1480028" y="1396523"/>
                  </a:lnTo>
                  <a:lnTo>
                    <a:pt x="1479814" y="1396389"/>
                  </a:lnTo>
                  <a:lnTo>
                    <a:pt x="1479658" y="1396281"/>
                  </a:lnTo>
                  <a:lnTo>
                    <a:pt x="1479600" y="1396268"/>
                  </a:lnTo>
                  <a:lnTo>
                    <a:pt x="1479513" y="1396264"/>
                  </a:lnTo>
                  <a:lnTo>
                    <a:pt x="1479433" y="1396277"/>
                  </a:lnTo>
                  <a:lnTo>
                    <a:pt x="1479303" y="1396298"/>
                  </a:lnTo>
                  <a:lnTo>
                    <a:pt x="1479234" y="1396307"/>
                  </a:lnTo>
                  <a:lnTo>
                    <a:pt x="1479181" y="1396285"/>
                  </a:lnTo>
                  <a:lnTo>
                    <a:pt x="1479127" y="1396255"/>
                  </a:lnTo>
                  <a:lnTo>
                    <a:pt x="1479104" y="1396199"/>
                  </a:lnTo>
                  <a:lnTo>
                    <a:pt x="1479127" y="1396103"/>
                  </a:lnTo>
                  <a:lnTo>
                    <a:pt x="1479125" y="1396082"/>
                  </a:lnTo>
                  <a:lnTo>
                    <a:pt x="1479108" y="1395958"/>
                  </a:lnTo>
                  <a:lnTo>
                    <a:pt x="1479051" y="1395740"/>
                  </a:lnTo>
                  <a:lnTo>
                    <a:pt x="1479049" y="1395659"/>
                  </a:lnTo>
                  <a:lnTo>
                    <a:pt x="1479063" y="1395616"/>
                  </a:lnTo>
                  <a:lnTo>
                    <a:pt x="1479072" y="1395585"/>
                  </a:lnTo>
                  <a:lnTo>
                    <a:pt x="1479078" y="1395571"/>
                  </a:lnTo>
                  <a:lnTo>
                    <a:pt x="1479080" y="1395565"/>
                  </a:lnTo>
                  <a:lnTo>
                    <a:pt x="1479100" y="1395528"/>
                  </a:lnTo>
                  <a:lnTo>
                    <a:pt x="1479120" y="1395490"/>
                  </a:lnTo>
                  <a:lnTo>
                    <a:pt x="1479147" y="1395452"/>
                  </a:lnTo>
                  <a:lnTo>
                    <a:pt x="1479174" y="1395420"/>
                  </a:lnTo>
                  <a:lnTo>
                    <a:pt x="1479212" y="1395374"/>
                  </a:lnTo>
                  <a:lnTo>
                    <a:pt x="1479225" y="1395358"/>
                  </a:lnTo>
                  <a:lnTo>
                    <a:pt x="1479283" y="1395289"/>
                  </a:lnTo>
                  <a:lnTo>
                    <a:pt x="1479290" y="1395281"/>
                  </a:lnTo>
                  <a:lnTo>
                    <a:pt x="1479320" y="1395245"/>
                  </a:lnTo>
                  <a:lnTo>
                    <a:pt x="1479329" y="1395191"/>
                  </a:lnTo>
                  <a:lnTo>
                    <a:pt x="1479329" y="1395125"/>
                  </a:lnTo>
                  <a:lnTo>
                    <a:pt x="1479329" y="1395106"/>
                  </a:lnTo>
                  <a:lnTo>
                    <a:pt x="1479314" y="1395098"/>
                  </a:lnTo>
                  <a:lnTo>
                    <a:pt x="1479287" y="1395116"/>
                  </a:lnTo>
                  <a:lnTo>
                    <a:pt x="1479253" y="1395121"/>
                  </a:lnTo>
                  <a:lnTo>
                    <a:pt x="1479247" y="1395116"/>
                  </a:lnTo>
                  <a:lnTo>
                    <a:pt x="1479240" y="1395086"/>
                  </a:lnTo>
                  <a:lnTo>
                    <a:pt x="1479232" y="1394991"/>
                  </a:lnTo>
                  <a:lnTo>
                    <a:pt x="1479236" y="1394918"/>
                  </a:lnTo>
                  <a:lnTo>
                    <a:pt x="1479268" y="1394885"/>
                  </a:lnTo>
                  <a:lnTo>
                    <a:pt x="1479284" y="1394882"/>
                  </a:lnTo>
                  <a:lnTo>
                    <a:pt x="1479301" y="1394894"/>
                  </a:lnTo>
                  <a:lnTo>
                    <a:pt x="1479316" y="1394871"/>
                  </a:lnTo>
                  <a:lnTo>
                    <a:pt x="1479316" y="1394854"/>
                  </a:lnTo>
                  <a:lnTo>
                    <a:pt x="1479317" y="1394832"/>
                  </a:lnTo>
                  <a:lnTo>
                    <a:pt x="1479312" y="1394834"/>
                  </a:lnTo>
                  <a:lnTo>
                    <a:pt x="1479256" y="1394861"/>
                  </a:lnTo>
                  <a:lnTo>
                    <a:pt x="1479227" y="1394881"/>
                  </a:lnTo>
                  <a:lnTo>
                    <a:pt x="1479132" y="1394951"/>
                  </a:lnTo>
                  <a:lnTo>
                    <a:pt x="1479041" y="1395018"/>
                  </a:lnTo>
                  <a:lnTo>
                    <a:pt x="1478959" y="1395097"/>
                  </a:lnTo>
                  <a:lnTo>
                    <a:pt x="1478930" y="1395288"/>
                  </a:lnTo>
                  <a:lnTo>
                    <a:pt x="1478792" y="1395307"/>
                  </a:lnTo>
                  <a:lnTo>
                    <a:pt x="1478705" y="1395310"/>
                  </a:lnTo>
                  <a:lnTo>
                    <a:pt x="1478696" y="1395311"/>
                  </a:lnTo>
                  <a:lnTo>
                    <a:pt x="1478677" y="1395332"/>
                  </a:lnTo>
                  <a:lnTo>
                    <a:pt x="1478673" y="1395367"/>
                  </a:lnTo>
                  <a:lnTo>
                    <a:pt x="1478689" y="1395467"/>
                  </a:lnTo>
                  <a:lnTo>
                    <a:pt x="1478704" y="1395493"/>
                  </a:lnTo>
                  <a:lnTo>
                    <a:pt x="1478723" y="1395523"/>
                  </a:lnTo>
                  <a:lnTo>
                    <a:pt x="1478742" y="1395562"/>
                  </a:lnTo>
                  <a:lnTo>
                    <a:pt x="1478734" y="1395575"/>
                  </a:lnTo>
                  <a:lnTo>
                    <a:pt x="1478704" y="1395598"/>
                  </a:lnTo>
                  <a:lnTo>
                    <a:pt x="1478608" y="1395670"/>
                  </a:lnTo>
                  <a:lnTo>
                    <a:pt x="1478589" y="1395662"/>
                  </a:lnTo>
                  <a:lnTo>
                    <a:pt x="1478402" y="1395402"/>
                  </a:lnTo>
                  <a:lnTo>
                    <a:pt x="1478391" y="1395380"/>
                  </a:lnTo>
                  <a:lnTo>
                    <a:pt x="1478421" y="1395324"/>
                  </a:lnTo>
                  <a:lnTo>
                    <a:pt x="1478296" y="1395138"/>
                  </a:lnTo>
                  <a:lnTo>
                    <a:pt x="1478421" y="1395060"/>
                  </a:lnTo>
                  <a:lnTo>
                    <a:pt x="1478395" y="1394995"/>
                  </a:lnTo>
                  <a:lnTo>
                    <a:pt x="1478429" y="1394899"/>
                  </a:lnTo>
                  <a:lnTo>
                    <a:pt x="1478483" y="1394817"/>
                  </a:lnTo>
                  <a:lnTo>
                    <a:pt x="1478515" y="1394795"/>
                  </a:lnTo>
                  <a:lnTo>
                    <a:pt x="1478598" y="1394708"/>
                  </a:lnTo>
                  <a:lnTo>
                    <a:pt x="1478695" y="1394621"/>
                  </a:lnTo>
                  <a:lnTo>
                    <a:pt x="1478832" y="1394580"/>
                  </a:lnTo>
                  <a:lnTo>
                    <a:pt x="1479037" y="1394527"/>
                  </a:lnTo>
                  <a:lnTo>
                    <a:pt x="1479176" y="1394396"/>
                  </a:lnTo>
                  <a:lnTo>
                    <a:pt x="1479303" y="1394253"/>
                  </a:lnTo>
                  <a:lnTo>
                    <a:pt x="1479244" y="1394095"/>
                  </a:lnTo>
                  <a:lnTo>
                    <a:pt x="1479155" y="1393865"/>
                  </a:lnTo>
                  <a:lnTo>
                    <a:pt x="1478801" y="1393998"/>
                  </a:lnTo>
                  <a:lnTo>
                    <a:pt x="1478807" y="1394033"/>
                  </a:lnTo>
                  <a:lnTo>
                    <a:pt x="1478675" y="1394083"/>
                  </a:lnTo>
                  <a:lnTo>
                    <a:pt x="1478603" y="1394019"/>
                  </a:lnTo>
                  <a:lnTo>
                    <a:pt x="1478599" y="1394014"/>
                  </a:lnTo>
                  <a:lnTo>
                    <a:pt x="1478631" y="1393885"/>
                  </a:lnTo>
                  <a:lnTo>
                    <a:pt x="1478663" y="1393830"/>
                  </a:lnTo>
                  <a:lnTo>
                    <a:pt x="1478737" y="1393773"/>
                  </a:lnTo>
                  <a:lnTo>
                    <a:pt x="1478867" y="1393714"/>
                  </a:lnTo>
                  <a:lnTo>
                    <a:pt x="1478949" y="1393687"/>
                  </a:lnTo>
                  <a:lnTo>
                    <a:pt x="1479092" y="1393662"/>
                  </a:lnTo>
                  <a:lnTo>
                    <a:pt x="1479187" y="1393618"/>
                  </a:lnTo>
                  <a:lnTo>
                    <a:pt x="1479283" y="1393574"/>
                  </a:lnTo>
                  <a:lnTo>
                    <a:pt x="1479488" y="1393464"/>
                  </a:lnTo>
                  <a:lnTo>
                    <a:pt x="1479447" y="1393415"/>
                  </a:lnTo>
                  <a:lnTo>
                    <a:pt x="1479319" y="1393411"/>
                  </a:lnTo>
                  <a:lnTo>
                    <a:pt x="1479313" y="1393411"/>
                  </a:lnTo>
                  <a:lnTo>
                    <a:pt x="1479268" y="1393379"/>
                  </a:lnTo>
                  <a:lnTo>
                    <a:pt x="1479253" y="1393379"/>
                  </a:lnTo>
                  <a:lnTo>
                    <a:pt x="1479232" y="1393379"/>
                  </a:lnTo>
                  <a:lnTo>
                    <a:pt x="1479097" y="1393474"/>
                  </a:lnTo>
                  <a:lnTo>
                    <a:pt x="1478953" y="1393532"/>
                  </a:lnTo>
                  <a:lnTo>
                    <a:pt x="1478839" y="1393536"/>
                  </a:lnTo>
                  <a:lnTo>
                    <a:pt x="1478746" y="1393481"/>
                  </a:lnTo>
                  <a:lnTo>
                    <a:pt x="1478715" y="1393485"/>
                  </a:lnTo>
                  <a:lnTo>
                    <a:pt x="1478608" y="1393525"/>
                  </a:lnTo>
                  <a:lnTo>
                    <a:pt x="1478518" y="1393627"/>
                  </a:lnTo>
                  <a:lnTo>
                    <a:pt x="1478408" y="1393862"/>
                  </a:lnTo>
                  <a:lnTo>
                    <a:pt x="1478387" y="1393876"/>
                  </a:lnTo>
                  <a:lnTo>
                    <a:pt x="1478306" y="1393876"/>
                  </a:lnTo>
                  <a:lnTo>
                    <a:pt x="1478285" y="1393889"/>
                  </a:lnTo>
                  <a:lnTo>
                    <a:pt x="1478251" y="1393973"/>
                  </a:lnTo>
                  <a:lnTo>
                    <a:pt x="1478246" y="1394006"/>
                  </a:lnTo>
                  <a:lnTo>
                    <a:pt x="1478236" y="1394061"/>
                  </a:lnTo>
                  <a:lnTo>
                    <a:pt x="1478030" y="1394200"/>
                  </a:lnTo>
                  <a:lnTo>
                    <a:pt x="1477969" y="1394213"/>
                  </a:lnTo>
                  <a:lnTo>
                    <a:pt x="1477901" y="1394208"/>
                  </a:lnTo>
                  <a:lnTo>
                    <a:pt x="1477846" y="1394193"/>
                  </a:lnTo>
                  <a:lnTo>
                    <a:pt x="1477835" y="1394163"/>
                  </a:lnTo>
                  <a:lnTo>
                    <a:pt x="1477836" y="1394138"/>
                  </a:lnTo>
                  <a:lnTo>
                    <a:pt x="1477872" y="1393931"/>
                  </a:lnTo>
                  <a:lnTo>
                    <a:pt x="1477914" y="1393822"/>
                  </a:lnTo>
                  <a:lnTo>
                    <a:pt x="1477879" y="1393756"/>
                  </a:lnTo>
                  <a:lnTo>
                    <a:pt x="1477830" y="1393725"/>
                  </a:lnTo>
                  <a:lnTo>
                    <a:pt x="1477832" y="1393639"/>
                  </a:lnTo>
                  <a:lnTo>
                    <a:pt x="1477865" y="1393520"/>
                  </a:lnTo>
                  <a:lnTo>
                    <a:pt x="1477898" y="1393464"/>
                  </a:lnTo>
                  <a:lnTo>
                    <a:pt x="1477935" y="1393439"/>
                  </a:lnTo>
                  <a:lnTo>
                    <a:pt x="1477972" y="1393415"/>
                  </a:lnTo>
                  <a:lnTo>
                    <a:pt x="1477994" y="1393373"/>
                  </a:lnTo>
                  <a:lnTo>
                    <a:pt x="1477988" y="1393342"/>
                  </a:lnTo>
                  <a:lnTo>
                    <a:pt x="1477925" y="1393250"/>
                  </a:lnTo>
                  <a:lnTo>
                    <a:pt x="1477879" y="1393192"/>
                  </a:lnTo>
                  <a:lnTo>
                    <a:pt x="1477871" y="1393114"/>
                  </a:lnTo>
                  <a:lnTo>
                    <a:pt x="1477874" y="1393059"/>
                  </a:lnTo>
                  <a:lnTo>
                    <a:pt x="1477895" y="1393015"/>
                  </a:lnTo>
                  <a:lnTo>
                    <a:pt x="1477928" y="1392960"/>
                  </a:lnTo>
                  <a:lnTo>
                    <a:pt x="1478018" y="1392920"/>
                  </a:lnTo>
                  <a:lnTo>
                    <a:pt x="1478102" y="1392886"/>
                  </a:lnTo>
                  <a:lnTo>
                    <a:pt x="1478102" y="1392875"/>
                  </a:lnTo>
                  <a:lnTo>
                    <a:pt x="1478087" y="1392852"/>
                  </a:lnTo>
                  <a:lnTo>
                    <a:pt x="1478054" y="1392828"/>
                  </a:lnTo>
                  <a:lnTo>
                    <a:pt x="1478018" y="1392831"/>
                  </a:lnTo>
                  <a:lnTo>
                    <a:pt x="1477919" y="1392899"/>
                  </a:lnTo>
                  <a:lnTo>
                    <a:pt x="1477826" y="1393039"/>
                  </a:lnTo>
                  <a:lnTo>
                    <a:pt x="1477773" y="1393133"/>
                  </a:lnTo>
                  <a:lnTo>
                    <a:pt x="1477739" y="1393175"/>
                  </a:lnTo>
                  <a:lnTo>
                    <a:pt x="1477700" y="1393270"/>
                  </a:lnTo>
                  <a:lnTo>
                    <a:pt x="1477679" y="1393321"/>
                  </a:lnTo>
                  <a:lnTo>
                    <a:pt x="1477655" y="1393325"/>
                  </a:lnTo>
                  <a:lnTo>
                    <a:pt x="1477592" y="1393304"/>
                  </a:lnTo>
                  <a:lnTo>
                    <a:pt x="1477556" y="1393253"/>
                  </a:lnTo>
                  <a:lnTo>
                    <a:pt x="1477550" y="1393222"/>
                  </a:lnTo>
                  <a:lnTo>
                    <a:pt x="1477550" y="1393168"/>
                  </a:lnTo>
                  <a:lnTo>
                    <a:pt x="1477544" y="1393083"/>
                  </a:lnTo>
                  <a:lnTo>
                    <a:pt x="1477505" y="1392994"/>
                  </a:lnTo>
                  <a:lnTo>
                    <a:pt x="1477460" y="1392855"/>
                  </a:lnTo>
                  <a:lnTo>
                    <a:pt x="1477469" y="1392780"/>
                  </a:lnTo>
                  <a:lnTo>
                    <a:pt x="1477508" y="1392685"/>
                  </a:lnTo>
                  <a:lnTo>
                    <a:pt x="1477556" y="1392634"/>
                  </a:lnTo>
                  <a:lnTo>
                    <a:pt x="1477574" y="1392589"/>
                  </a:lnTo>
                  <a:lnTo>
                    <a:pt x="1477573" y="1392573"/>
                  </a:lnTo>
                  <a:lnTo>
                    <a:pt x="1477642" y="1392440"/>
                  </a:lnTo>
                  <a:lnTo>
                    <a:pt x="1477700" y="1392326"/>
                  </a:lnTo>
                  <a:lnTo>
                    <a:pt x="1477742" y="1392182"/>
                  </a:lnTo>
                  <a:lnTo>
                    <a:pt x="1477769" y="1392090"/>
                  </a:lnTo>
                  <a:lnTo>
                    <a:pt x="1477771" y="1392080"/>
                  </a:lnTo>
                  <a:lnTo>
                    <a:pt x="1477772" y="1392072"/>
                  </a:lnTo>
                  <a:lnTo>
                    <a:pt x="1477764" y="1392065"/>
                  </a:lnTo>
                  <a:lnTo>
                    <a:pt x="1477732" y="1392039"/>
                  </a:lnTo>
                  <a:lnTo>
                    <a:pt x="1477696" y="1392049"/>
                  </a:lnTo>
                  <a:lnTo>
                    <a:pt x="1477626" y="1392149"/>
                  </a:lnTo>
                  <a:lnTo>
                    <a:pt x="1477585" y="1392191"/>
                  </a:lnTo>
                  <a:lnTo>
                    <a:pt x="1477566" y="1392225"/>
                  </a:lnTo>
                  <a:lnTo>
                    <a:pt x="1477467" y="1392401"/>
                  </a:lnTo>
                  <a:lnTo>
                    <a:pt x="1477247" y="1392568"/>
                  </a:lnTo>
                  <a:lnTo>
                    <a:pt x="1477161" y="1392627"/>
                  </a:lnTo>
                  <a:lnTo>
                    <a:pt x="1476935" y="1392781"/>
                  </a:lnTo>
                  <a:lnTo>
                    <a:pt x="1476876" y="1392822"/>
                  </a:lnTo>
                  <a:lnTo>
                    <a:pt x="1476850" y="1392914"/>
                  </a:lnTo>
                  <a:lnTo>
                    <a:pt x="1476838" y="1392941"/>
                  </a:lnTo>
                  <a:lnTo>
                    <a:pt x="1476802" y="1392935"/>
                  </a:lnTo>
                  <a:lnTo>
                    <a:pt x="1476682" y="1392918"/>
                  </a:lnTo>
                  <a:lnTo>
                    <a:pt x="1476644" y="1392884"/>
                  </a:lnTo>
                  <a:lnTo>
                    <a:pt x="1476588" y="1392787"/>
                  </a:lnTo>
                  <a:lnTo>
                    <a:pt x="1476478" y="1392700"/>
                  </a:lnTo>
                  <a:lnTo>
                    <a:pt x="1476381" y="1392641"/>
                  </a:lnTo>
                  <a:lnTo>
                    <a:pt x="1476360" y="1392547"/>
                  </a:lnTo>
                  <a:lnTo>
                    <a:pt x="1476344" y="1392479"/>
                  </a:lnTo>
                  <a:lnTo>
                    <a:pt x="1476323" y="1392342"/>
                  </a:lnTo>
                  <a:lnTo>
                    <a:pt x="1476319" y="1392333"/>
                  </a:lnTo>
                  <a:lnTo>
                    <a:pt x="1476285" y="1392336"/>
                  </a:lnTo>
                  <a:lnTo>
                    <a:pt x="1476243" y="1392360"/>
                  </a:lnTo>
                  <a:lnTo>
                    <a:pt x="1476140" y="1392480"/>
                  </a:lnTo>
                  <a:lnTo>
                    <a:pt x="1476065" y="1392573"/>
                  </a:lnTo>
                  <a:lnTo>
                    <a:pt x="1475966" y="1392623"/>
                  </a:lnTo>
                  <a:lnTo>
                    <a:pt x="1475859" y="1392712"/>
                  </a:lnTo>
                  <a:lnTo>
                    <a:pt x="1475679" y="1392867"/>
                  </a:lnTo>
                  <a:lnTo>
                    <a:pt x="1475429" y="1392970"/>
                  </a:lnTo>
                  <a:lnTo>
                    <a:pt x="1475361" y="1392953"/>
                  </a:lnTo>
                  <a:lnTo>
                    <a:pt x="1475249" y="1392940"/>
                  </a:lnTo>
                  <a:lnTo>
                    <a:pt x="1475136" y="1392954"/>
                  </a:lnTo>
                  <a:lnTo>
                    <a:pt x="1474901" y="1393011"/>
                  </a:lnTo>
                  <a:lnTo>
                    <a:pt x="1474839" y="1393023"/>
                  </a:lnTo>
                  <a:lnTo>
                    <a:pt x="1474817" y="1393027"/>
                  </a:lnTo>
                  <a:lnTo>
                    <a:pt x="1474450" y="1392898"/>
                  </a:lnTo>
                  <a:lnTo>
                    <a:pt x="1474428" y="1392879"/>
                  </a:lnTo>
                  <a:lnTo>
                    <a:pt x="1474231" y="1392341"/>
                  </a:lnTo>
                  <a:lnTo>
                    <a:pt x="1474231" y="1392318"/>
                  </a:lnTo>
                  <a:lnTo>
                    <a:pt x="1474242" y="1392298"/>
                  </a:lnTo>
                  <a:lnTo>
                    <a:pt x="1474247" y="1392294"/>
                  </a:lnTo>
                  <a:lnTo>
                    <a:pt x="1474263" y="1392282"/>
                  </a:lnTo>
                  <a:lnTo>
                    <a:pt x="1474278" y="1392270"/>
                  </a:lnTo>
                  <a:lnTo>
                    <a:pt x="1474290" y="1392265"/>
                  </a:lnTo>
                  <a:lnTo>
                    <a:pt x="1474329" y="1392247"/>
                  </a:lnTo>
                  <a:lnTo>
                    <a:pt x="1474337" y="1392244"/>
                  </a:lnTo>
                  <a:lnTo>
                    <a:pt x="1474367" y="1392242"/>
                  </a:lnTo>
                  <a:lnTo>
                    <a:pt x="1474381" y="1392234"/>
                  </a:lnTo>
                  <a:lnTo>
                    <a:pt x="1474397" y="1392217"/>
                  </a:lnTo>
                  <a:lnTo>
                    <a:pt x="1474404" y="1392200"/>
                  </a:lnTo>
                  <a:lnTo>
                    <a:pt x="1474402" y="1392184"/>
                  </a:lnTo>
                  <a:lnTo>
                    <a:pt x="1474388" y="1392160"/>
                  </a:lnTo>
                  <a:lnTo>
                    <a:pt x="1474375" y="1392144"/>
                  </a:lnTo>
                  <a:lnTo>
                    <a:pt x="1474346" y="1392131"/>
                  </a:lnTo>
                  <a:lnTo>
                    <a:pt x="1474223" y="1392091"/>
                  </a:lnTo>
                  <a:lnTo>
                    <a:pt x="1474213" y="1392101"/>
                  </a:lnTo>
                  <a:lnTo>
                    <a:pt x="1474205" y="1392109"/>
                  </a:lnTo>
                  <a:lnTo>
                    <a:pt x="1474202" y="1392116"/>
                  </a:lnTo>
                  <a:lnTo>
                    <a:pt x="1474196" y="1392127"/>
                  </a:lnTo>
                  <a:lnTo>
                    <a:pt x="1474200" y="1392180"/>
                  </a:lnTo>
                  <a:lnTo>
                    <a:pt x="1474196" y="1392346"/>
                  </a:lnTo>
                  <a:lnTo>
                    <a:pt x="1474196" y="1392431"/>
                  </a:lnTo>
                  <a:lnTo>
                    <a:pt x="1474245" y="1392540"/>
                  </a:lnTo>
                  <a:lnTo>
                    <a:pt x="1474252" y="1392574"/>
                  </a:lnTo>
                  <a:lnTo>
                    <a:pt x="1474248" y="1392638"/>
                  </a:lnTo>
                  <a:lnTo>
                    <a:pt x="1474245" y="1392658"/>
                  </a:lnTo>
                  <a:lnTo>
                    <a:pt x="1474232" y="1392683"/>
                  </a:lnTo>
                  <a:lnTo>
                    <a:pt x="1474221" y="1392697"/>
                  </a:lnTo>
                  <a:lnTo>
                    <a:pt x="1474180" y="1392728"/>
                  </a:lnTo>
                  <a:lnTo>
                    <a:pt x="1474092" y="1392748"/>
                  </a:lnTo>
                  <a:lnTo>
                    <a:pt x="1473954" y="1392787"/>
                  </a:lnTo>
                  <a:lnTo>
                    <a:pt x="1473906" y="1392799"/>
                  </a:lnTo>
                  <a:lnTo>
                    <a:pt x="1473888" y="1392803"/>
                  </a:lnTo>
                  <a:lnTo>
                    <a:pt x="1473884" y="1392804"/>
                  </a:lnTo>
                  <a:lnTo>
                    <a:pt x="1473854" y="1392789"/>
                  </a:lnTo>
                  <a:lnTo>
                    <a:pt x="1473840" y="1392779"/>
                  </a:lnTo>
                  <a:lnTo>
                    <a:pt x="1473829" y="1392772"/>
                  </a:lnTo>
                  <a:lnTo>
                    <a:pt x="1473787" y="1392727"/>
                  </a:lnTo>
                  <a:lnTo>
                    <a:pt x="1473768" y="1392701"/>
                  </a:lnTo>
                  <a:lnTo>
                    <a:pt x="1473758" y="1392685"/>
                  </a:lnTo>
                  <a:lnTo>
                    <a:pt x="1473746" y="1392657"/>
                  </a:lnTo>
                  <a:lnTo>
                    <a:pt x="1473743" y="1392636"/>
                  </a:lnTo>
                  <a:lnTo>
                    <a:pt x="1473741" y="1392629"/>
                  </a:lnTo>
                  <a:lnTo>
                    <a:pt x="1473671" y="1392563"/>
                  </a:lnTo>
                  <a:lnTo>
                    <a:pt x="1473631" y="1392524"/>
                  </a:lnTo>
                  <a:lnTo>
                    <a:pt x="1473548" y="1392458"/>
                  </a:lnTo>
                  <a:lnTo>
                    <a:pt x="1473470" y="1392564"/>
                  </a:lnTo>
                  <a:lnTo>
                    <a:pt x="1473459" y="1392579"/>
                  </a:lnTo>
                  <a:lnTo>
                    <a:pt x="1473466" y="1392579"/>
                  </a:lnTo>
                  <a:lnTo>
                    <a:pt x="1473482" y="1392588"/>
                  </a:lnTo>
                  <a:lnTo>
                    <a:pt x="1473507" y="1392606"/>
                  </a:lnTo>
                  <a:lnTo>
                    <a:pt x="1473528" y="1392622"/>
                  </a:lnTo>
                  <a:lnTo>
                    <a:pt x="1473549" y="1392643"/>
                  </a:lnTo>
                  <a:lnTo>
                    <a:pt x="1473582" y="1392682"/>
                  </a:lnTo>
                  <a:lnTo>
                    <a:pt x="1473599" y="1392706"/>
                  </a:lnTo>
                  <a:lnTo>
                    <a:pt x="1473672" y="1392785"/>
                  </a:lnTo>
                  <a:lnTo>
                    <a:pt x="1473802" y="1392935"/>
                  </a:lnTo>
                  <a:lnTo>
                    <a:pt x="1473849" y="1393016"/>
                  </a:lnTo>
                  <a:lnTo>
                    <a:pt x="1473847" y="1393044"/>
                  </a:lnTo>
                  <a:lnTo>
                    <a:pt x="1473861" y="1393054"/>
                  </a:lnTo>
                  <a:lnTo>
                    <a:pt x="1473898" y="1393079"/>
                  </a:lnTo>
                  <a:lnTo>
                    <a:pt x="1473995" y="1393124"/>
                  </a:lnTo>
                  <a:lnTo>
                    <a:pt x="1474021" y="1393129"/>
                  </a:lnTo>
                  <a:lnTo>
                    <a:pt x="1474063" y="1393138"/>
                  </a:lnTo>
                  <a:lnTo>
                    <a:pt x="1474145" y="1393155"/>
                  </a:lnTo>
                  <a:lnTo>
                    <a:pt x="1474237" y="1393171"/>
                  </a:lnTo>
                  <a:lnTo>
                    <a:pt x="1474307" y="1393168"/>
                  </a:lnTo>
                  <a:lnTo>
                    <a:pt x="1474331" y="1393167"/>
                  </a:lnTo>
                  <a:lnTo>
                    <a:pt x="1474389" y="1393189"/>
                  </a:lnTo>
                  <a:lnTo>
                    <a:pt x="1474448" y="1393224"/>
                  </a:lnTo>
                  <a:lnTo>
                    <a:pt x="1474463" y="1393240"/>
                  </a:lnTo>
                  <a:lnTo>
                    <a:pt x="1474524" y="1393311"/>
                  </a:lnTo>
                  <a:lnTo>
                    <a:pt x="1474530" y="1393320"/>
                  </a:lnTo>
                  <a:lnTo>
                    <a:pt x="1474532" y="1393329"/>
                  </a:lnTo>
                  <a:lnTo>
                    <a:pt x="1474527" y="1393346"/>
                  </a:lnTo>
                  <a:lnTo>
                    <a:pt x="1474447" y="1393497"/>
                  </a:lnTo>
                  <a:lnTo>
                    <a:pt x="1474434" y="1393513"/>
                  </a:lnTo>
                  <a:lnTo>
                    <a:pt x="1474429" y="1393516"/>
                  </a:lnTo>
                  <a:lnTo>
                    <a:pt x="1474414" y="1393519"/>
                  </a:lnTo>
                  <a:lnTo>
                    <a:pt x="1474216" y="1393511"/>
                  </a:lnTo>
                  <a:lnTo>
                    <a:pt x="1474190" y="1393508"/>
                  </a:lnTo>
                  <a:lnTo>
                    <a:pt x="1474162" y="1393505"/>
                  </a:lnTo>
                  <a:lnTo>
                    <a:pt x="1474148" y="1393503"/>
                  </a:lnTo>
                  <a:lnTo>
                    <a:pt x="1474127" y="1393495"/>
                  </a:lnTo>
                  <a:lnTo>
                    <a:pt x="1474115" y="1393488"/>
                  </a:lnTo>
                  <a:lnTo>
                    <a:pt x="1474108" y="1393484"/>
                  </a:lnTo>
                  <a:lnTo>
                    <a:pt x="1474099" y="1393487"/>
                  </a:lnTo>
                  <a:lnTo>
                    <a:pt x="1474095" y="1393489"/>
                  </a:lnTo>
                  <a:lnTo>
                    <a:pt x="1474053" y="1393524"/>
                  </a:lnTo>
                  <a:lnTo>
                    <a:pt x="1474038" y="1393537"/>
                  </a:lnTo>
                  <a:lnTo>
                    <a:pt x="1474025" y="1393549"/>
                  </a:lnTo>
                  <a:lnTo>
                    <a:pt x="1474027" y="1393582"/>
                  </a:lnTo>
                  <a:lnTo>
                    <a:pt x="1474061" y="1393590"/>
                  </a:lnTo>
                  <a:lnTo>
                    <a:pt x="1474252" y="1393635"/>
                  </a:lnTo>
                  <a:lnTo>
                    <a:pt x="1474258" y="1393636"/>
                  </a:lnTo>
                  <a:lnTo>
                    <a:pt x="1474315" y="1393639"/>
                  </a:lnTo>
                  <a:lnTo>
                    <a:pt x="1474363" y="1393638"/>
                  </a:lnTo>
                  <a:lnTo>
                    <a:pt x="1474388" y="1393587"/>
                  </a:lnTo>
                  <a:lnTo>
                    <a:pt x="1474431" y="1393580"/>
                  </a:lnTo>
                  <a:lnTo>
                    <a:pt x="1474474" y="1393572"/>
                  </a:lnTo>
                  <a:lnTo>
                    <a:pt x="1474478" y="1393573"/>
                  </a:lnTo>
                  <a:lnTo>
                    <a:pt x="1474512" y="1393581"/>
                  </a:lnTo>
                  <a:lnTo>
                    <a:pt x="1474534" y="1393586"/>
                  </a:lnTo>
                  <a:lnTo>
                    <a:pt x="1474572" y="1393600"/>
                  </a:lnTo>
                  <a:lnTo>
                    <a:pt x="1474578" y="1393602"/>
                  </a:lnTo>
                  <a:lnTo>
                    <a:pt x="1474620" y="1393635"/>
                  </a:lnTo>
                  <a:lnTo>
                    <a:pt x="1474639" y="1393686"/>
                  </a:lnTo>
                  <a:lnTo>
                    <a:pt x="1474688" y="1393767"/>
                  </a:lnTo>
                  <a:lnTo>
                    <a:pt x="1474765" y="1393863"/>
                  </a:lnTo>
                  <a:lnTo>
                    <a:pt x="1474832" y="1393904"/>
                  </a:lnTo>
                  <a:lnTo>
                    <a:pt x="1474894" y="1393930"/>
                  </a:lnTo>
                  <a:lnTo>
                    <a:pt x="1474919" y="1393947"/>
                  </a:lnTo>
                  <a:lnTo>
                    <a:pt x="1474927" y="1393952"/>
                  </a:lnTo>
                  <a:lnTo>
                    <a:pt x="1474935" y="1393958"/>
                  </a:lnTo>
                  <a:lnTo>
                    <a:pt x="1474953" y="1393980"/>
                  </a:lnTo>
                  <a:lnTo>
                    <a:pt x="1474965" y="1393999"/>
                  </a:lnTo>
                  <a:lnTo>
                    <a:pt x="1474974" y="1394016"/>
                  </a:lnTo>
                  <a:lnTo>
                    <a:pt x="1474982" y="1394031"/>
                  </a:lnTo>
                  <a:lnTo>
                    <a:pt x="1474984" y="1394042"/>
                  </a:lnTo>
                  <a:lnTo>
                    <a:pt x="1474983" y="1394048"/>
                  </a:lnTo>
                  <a:lnTo>
                    <a:pt x="1474982" y="1394053"/>
                  </a:lnTo>
                  <a:lnTo>
                    <a:pt x="1474976" y="1394061"/>
                  </a:lnTo>
                  <a:lnTo>
                    <a:pt x="1474956" y="1394080"/>
                  </a:lnTo>
                  <a:lnTo>
                    <a:pt x="1474936" y="1394093"/>
                  </a:lnTo>
                  <a:lnTo>
                    <a:pt x="1474902" y="1394113"/>
                  </a:lnTo>
                  <a:lnTo>
                    <a:pt x="1474889" y="1394121"/>
                  </a:lnTo>
                  <a:lnTo>
                    <a:pt x="1474795" y="1394176"/>
                  </a:lnTo>
                  <a:lnTo>
                    <a:pt x="1474787" y="1394176"/>
                  </a:lnTo>
                  <a:lnTo>
                    <a:pt x="1474780" y="1394176"/>
                  </a:lnTo>
                  <a:lnTo>
                    <a:pt x="1474774" y="1394174"/>
                  </a:lnTo>
                  <a:lnTo>
                    <a:pt x="1474768" y="1394171"/>
                  </a:lnTo>
                  <a:lnTo>
                    <a:pt x="1474761" y="1394162"/>
                  </a:lnTo>
                  <a:lnTo>
                    <a:pt x="1474750" y="1394146"/>
                  </a:lnTo>
                  <a:lnTo>
                    <a:pt x="1474745" y="1394136"/>
                  </a:lnTo>
                  <a:lnTo>
                    <a:pt x="1474743" y="1394125"/>
                  </a:lnTo>
                  <a:lnTo>
                    <a:pt x="1474743" y="1394117"/>
                  </a:lnTo>
                  <a:lnTo>
                    <a:pt x="1474744" y="1394101"/>
                  </a:lnTo>
                  <a:lnTo>
                    <a:pt x="1474746" y="1394091"/>
                  </a:lnTo>
                  <a:lnTo>
                    <a:pt x="1474747" y="1394083"/>
                  </a:lnTo>
                  <a:lnTo>
                    <a:pt x="1474746" y="1394079"/>
                  </a:lnTo>
                  <a:lnTo>
                    <a:pt x="1474715" y="1394045"/>
                  </a:lnTo>
                  <a:lnTo>
                    <a:pt x="1474708" y="1394052"/>
                  </a:lnTo>
                  <a:lnTo>
                    <a:pt x="1474705" y="1394057"/>
                  </a:lnTo>
                  <a:lnTo>
                    <a:pt x="1474698" y="1394066"/>
                  </a:lnTo>
                  <a:lnTo>
                    <a:pt x="1474699" y="1394093"/>
                  </a:lnTo>
                  <a:lnTo>
                    <a:pt x="1474743" y="1394200"/>
                  </a:lnTo>
                  <a:lnTo>
                    <a:pt x="1474753" y="1394214"/>
                  </a:lnTo>
                  <a:lnTo>
                    <a:pt x="1474764" y="1394230"/>
                  </a:lnTo>
                  <a:lnTo>
                    <a:pt x="1474771" y="1394234"/>
                  </a:lnTo>
                  <a:lnTo>
                    <a:pt x="1474808" y="1394232"/>
                  </a:lnTo>
                  <a:lnTo>
                    <a:pt x="1474927" y="1394197"/>
                  </a:lnTo>
                  <a:lnTo>
                    <a:pt x="1474985" y="1394172"/>
                  </a:lnTo>
                  <a:lnTo>
                    <a:pt x="1475136" y="1394184"/>
                  </a:lnTo>
                  <a:lnTo>
                    <a:pt x="1475173" y="1394202"/>
                  </a:lnTo>
                  <a:lnTo>
                    <a:pt x="1475339" y="1394301"/>
                  </a:lnTo>
                  <a:lnTo>
                    <a:pt x="1475363" y="1394321"/>
                  </a:lnTo>
                  <a:lnTo>
                    <a:pt x="1475389" y="1394395"/>
                  </a:lnTo>
                  <a:lnTo>
                    <a:pt x="1475330" y="1394552"/>
                  </a:lnTo>
                  <a:lnTo>
                    <a:pt x="1475330" y="1394571"/>
                  </a:lnTo>
                  <a:lnTo>
                    <a:pt x="1475329" y="1394620"/>
                  </a:lnTo>
                  <a:lnTo>
                    <a:pt x="1475348" y="1394773"/>
                  </a:lnTo>
                  <a:lnTo>
                    <a:pt x="1475354" y="1394791"/>
                  </a:lnTo>
                  <a:lnTo>
                    <a:pt x="1475388" y="1394899"/>
                  </a:lnTo>
                  <a:lnTo>
                    <a:pt x="1475408" y="1394899"/>
                  </a:lnTo>
                  <a:lnTo>
                    <a:pt x="1475422" y="1394899"/>
                  </a:lnTo>
                  <a:lnTo>
                    <a:pt x="1475442" y="1394848"/>
                  </a:lnTo>
                  <a:lnTo>
                    <a:pt x="1475443" y="1394744"/>
                  </a:lnTo>
                  <a:lnTo>
                    <a:pt x="1475469" y="1394585"/>
                  </a:lnTo>
                  <a:lnTo>
                    <a:pt x="1475486" y="1394495"/>
                  </a:lnTo>
                  <a:lnTo>
                    <a:pt x="1475518" y="1394446"/>
                  </a:lnTo>
                  <a:lnTo>
                    <a:pt x="1475536" y="1394424"/>
                  </a:lnTo>
                  <a:lnTo>
                    <a:pt x="1475570" y="1394381"/>
                  </a:lnTo>
                  <a:lnTo>
                    <a:pt x="1475586" y="1394369"/>
                  </a:lnTo>
                  <a:lnTo>
                    <a:pt x="1475649" y="1394361"/>
                  </a:lnTo>
                  <a:lnTo>
                    <a:pt x="1475951" y="1394538"/>
                  </a:lnTo>
                  <a:lnTo>
                    <a:pt x="1476352" y="1394744"/>
                  </a:lnTo>
                  <a:lnTo>
                    <a:pt x="1476489" y="1394751"/>
                  </a:lnTo>
                  <a:lnTo>
                    <a:pt x="1476545" y="1394762"/>
                  </a:lnTo>
                  <a:lnTo>
                    <a:pt x="1476601" y="1394798"/>
                  </a:lnTo>
                  <a:lnTo>
                    <a:pt x="1476615" y="1394807"/>
                  </a:lnTo>
                  <a:lnTo>
                    <a:pt x="1476958" y="1394935"/>
                  </a:lnTo>
                  <a:lnTo>
                    <a:pt x="1477226" y="1395011"/>
                  </a:lnTo>
                  <a:lnTo>
                    <a:pt x="1477312" y="1395044"/>
                  </a:lnTo>
                  <a:lnTo>
                    <a:pt x="1477360" y="1395096"/>
                  </a:lnTo>
                  <a:lnTo>
                    <a:pt x="1477408" y="1395186"/>
                  </a:lnTo>
                  <a:lnTo>
                    <a:pt x="1477417" y="1395238"/>
                  </a:lnTo>
                  <a:lnTo>
                    <a:pt x="1477406" y="1395564"/>
                  </a:lnTo>
                  <a:lnTo>
                    <a:pt x="1477396" y="1395613"/>
                  </a:lnTo>
                  <a:lnTo>
                    <a:pt x="1477363" y="1395778"/>
                  </a:lnTo>
                  <a:lnTo>
                    <a:pt x="1477355" y="1395820"/>
                  </a:lnTo>
                  <a:lnTo>
                    <a:pt x="1477334" y="1395895"/>
                  </a:lnTo>
                  <a:lnTo>
                    <a:pt x="1477319" y="1396026"/>
                  </a:lnTo>
                  <a:lnTo>
                    <a:pt x="1477345" y="1396212"/>
                  </a:lnTo>
                  <a:lnTo>
                    <a:pt x="1477370" y="1396390"/>
                  </a:lnTo>
                  <a:lnTo>
                    <a:pt x="1477311" y="1396486"/>
                  </a:lnTo>
                  <a:lnTo>
                    <a:pt x="1477216" y="1396507"/>
                  </a:lnTo>
                  <a:lnTo>
                    <a:pt x="1477198" y="1396509"/>
                  </a:lnTo>
                  <a:lnTo>
                    <a:pt x="1477178" y="1396520"/>
                  </a:lnTo>
                  <a:lnTo>
                    <a:pt x="1477150" y="1396556"/>
                  </a:lnTo>
                  <a:lnTo>
                    <a:pt x="1477171" y="1396689"/>
                  </a:lnTo>
                  <a:lnTo>
                    <a:pt x="1477224" y="1396707"/>
                  </a:lnTo>
                  <a:lnTo>
                    <a:pt x="1477278" y="1396702"/>
                  </a:lnTo>
                  <a:lnTo>
                    <a:pt x="1477314" y="1396733"/>
                  </a:lnTo>
                  <a:lnTo>
                    <a:pt x="1477336" y="1396765"/>
                  </a:lnTo>
                  <a:lnTo>
                    <a:pt x="1477325" y="1397010"/>
                  </a:lnTo>
                  <a:lnTo>
                    <a:pt x="1477208" y="1397359"/>
                  </a:lnTo>
                  <a:lnTo>
                    <a:pt x="1477137" y="1397478"/>
                  </a:lnTo>
                  <a:lnTo>
                    <a:pt x="1477026" y="1397600"/>
                  </a:lnTo>
                  <a:lnTo>
                    <a:pt x="1476993" y="1397678"/>
                  </a:lnTo>
                  <a:lnTo>
                    <a:pt x="1476932" y="1397811"/>
                  </a:lnTo>
                  <a:lnTo>
                    <a:pt x="1476898" y="1398040"/>
                  </a:lnTo>
                  <a:lnTo>
                    <a:pt x="1476896" y="1398150"/>
                  </a:lnTo>
                  <a:lnTo>
                    <a:pt x="1476891" y="1398171"/>
                  </a:lnTo>
                  <a:lnTo>
                    <a:pt x="1476875" y="1398198"/>
                  </a:lnTo>
                  <a:lnTo>
                    <a:pt x="1476841" y="1398217"/>
                  </a:lnTo>
                  <a:lnTo>
                    <a:pt x="1476819" y="1398218"/>
                  </a:lnTo>
                  <a:lnTo>
                    <a:pt x="1476811" y="1398213"/>
                  </a:lnTo>
                  <a:lnTo>
                    <a:pt x="1476711" y="1398107"/>
                  </a:lnTo>
                  <a:lnTo>
                    <a:pt x="1476706" y="1398078"/>
                  </a:lnTo>
                  <a:lnTo>
                    <a:pt x="1476604" y="1398043"/>
                  </a:lnTo>
                  <a:lnTo>
                    <a:pt x="1476459" y="1398056"/>
                  </a:lnTo>
                  <a:lnTo>
                    <a:pt x="1476319" y="1398103"/>
                  </a:lnTo>
                  <a:lnTo>
                    <a:pt x="1476277" y="1398156"/>
                  </a:lnTo>
                  <a:lnTo>
                    <a:pt x="1476279" y="1398161"/>
                  </a:lnTo>
                  <a:lnTo>
                    <a:pt x="1476304" y="1398200"/>
                  </a:lnTo>
                  <a:lnTo>
                    <a:pt x="1476363" y="1398281"/>
                  </a:lnTo>
                  <a:lnTo>
                    <a:pt x="1476385" y="1398304"/>
                  </a:lnTo>
                  <a:lnTo>
                    <a:pt x="1476427" y="1398370"/>
                  </a:lnTo>
                  <a:lnTo>
                    <a:pt x="1476536" y="1398622"/>
                  </a:lnTo>
                  <a:lnTo>
                    <a:pt x="1476593" y="1398747"/>
                  </a:lnTo>
                  <a:lnTo>
                    <a:pt x="1476585" y="1398820"/>
                  </a:lnTo>
                  <a:lnTo>
                    <a:pt x="1476614" y="1398845"/>
                  </a:lnTo>
                  <a:lnTo>
                    <a:pt x="1476659" y="1398858"/>
                  </a:lnTo>
                  <a:lnTo>
                    <a:pt x="1476917" y="1398855"/>
                  </a:lnTo>
                  <a:lnTo>
                    <a:pt x="1476981" y="1398869"/>
                  </a:lnTo>
                  <a:lnTo>
                    <a:pt x="1477233" y="1399081"/>
                  </a:lnTo>
                  <a:lnTo>
                    <a:pt x="1477289" y="1399144"/>
                  </a:lnTo>
                  <a:lnTo>
                    <a:pt x="1477305" y="1399195"/>
                  </a:lnTo>
                  <a:lnTo>
                    <a:pt x="1477289" y="1399220"/>
                  </a:lnTo>
                  <a:lnTo>
                    <a:pt x="1477273" y="1399227"/>
                  </a:lnTo>
                  <a:lnTo>
                    <a:pt x="1477172" y="1399238"/>
                  </a:lnTo>
                  <a:lnTo>
                    <a:pt x="1476761" y="1399223"/>
                  </a:lnTo>
                  <a:lnTo>
                    <a:pt x="1476486" y="1399213"/>
                  </a:lnTo>
                  <a:lnTo>
                    <a:pt x="1475908" y="1399251"/>
                  </a:lnTo>
                  <a:lnTo>
                    <a:pt x="1475590" y="1399312"/>
                  </a:lnTo>
                  <a:lnTo>
                    <a:pt x="1475388" y="1399361"/>
                  </a:lnTo>
                  <a:lnTo>
                    <a:pt x="1475016" y="1399475"/>
                  </a:lnTo>
                  <a:lnTo>
                    <a:pt x="1474670" y="1399641"/>
                  </a:lnTo>
                  <a:lnTo>
                    <a:pt x="1474536" y="1399708"/>
                  </a:lnTo>
                  <a:lnTo>
                    <a:pt x="1474363" y="1399788"/>
                  </a:lnTo>
                  <a:lnTo>
                    <a:pt x="1474200" y="1399878"/>
                  </a:lnTo>
                  <a:lnTo>
                    <a:pt x="1473897" y="1400060"/>
                  </a:lnTo>
                  <a:lnTo>
                    <a:pt x="1473356" y="1400527"/>
                  </a:lnTo>
                  <a:lnTo>
                    <a:pt x="1473172" y="1400743"/>
                  </a:lnTo>
                  <a:lnTo>
                    <a:pt x="1473114" y="1400827"/>
                  </a:lnTo>
                  <a:lnTo>
                    <a:pt x="1472962" y="1401112"/>
                  </a:lnTo>
                  <a:lnTo>
                    <a:pt x="1472872" y="1401359"/>
                  </a:lnTo>
                  <a:lnTo>
                    <a:pt x="1472805" y="1401679"/>
                  </a:lnTo>
                  <a:lnTo>
                    <a:pt x="1472868" y="1401862"/>
                  </a:lnTo>
                  <a:lnTo>
                    <a:pt x="1472886" y="1401952"/>
                  </a:lnTo>
                  <a:lnTo>
                    <a:pt x="1472861" y="1402149"/>
                  </a:lnTo>
                  <a:lnTo>
                    <a:pt x="1472873" y="1402391"/>
                  </a:lnTo>
                  <a:lnTo>
                    <a:pt x="1472892" y="1402554"/>
                  </a:lnTo>
                  <a:lnTo>
                    <a:pt x="1472931" y="1402651"/>
                  </a:lnTo>
                  <a:lnTo>
                    <a:pt x="1473001" y="1402734"/>
                  </a:lnTo>
                  <a:lnTo>
                    <a:pt x="1472857" y="1403008"/>
                  </a:lnTo>
                  <a:lnTo>
                    <a:pt x="1472672" y="1403077"/>
                  </a:lnTo>
                  <a:lnTo>
                    <a:pt x="1472435" y="1403109"/>
                  </a:lnTo>
                  <a:lnTo>
                    <a:pt x="1472384" y="1403120"/>
                  </a:lnTo>
                  <a:lnTo>
                    <a:pt x="1472343" y="1403147"/>
                  </a:lnTo>
                  <a:lnTo>
                    <a:pt x="1472119" y="1403342"/>
                  </a:lnTo>
                  <a:lnTo>
                    <a:pt x="1472021" y="1403435"/>
                  </a:lnTo>
                  <a:lnTo>
                    <a:pt x="1471945" y="1403520"/>
                  </a:lnTo>
                  <a:lnTo>
                    <a:pt x="1471888" y="1403598"/>
                  </a:lnTo>
                  <a:lnTo>
                    <a:pt x="1471884" y="1403625"/>
                  </a:lnTo>
                  <a:lnTo>
                    <a:pt x="1471916" y="1403705"/>
                  </a:lnTo>
                  <a:lnTo>
                    <a:pt x="1471918" y="1403716"/>
                  </a:lnTo>
                  <a:lnTo>
                    <a:pt x="1471905" y="1403737"/>
                  </a:lnTo>
                  <a:lnTo>
                    <a:pt x="1471831" y="1403757"/>
                  </a:lnTo>
                  <a:lnTo>
                    <a:pt x="1471723" y="1403766"/>
                  </a:lnTo>
                  <a:lnTo>
                    <a:pt x="1471709" y="1403760"/>
                  </a:lnTo>
                  <a:lnTo>
                    <a:pt x="1471651" y="1403711"/>
                  </a:lnTo>
                  <a:lnTo>
                    <a:pt x="1471619" y="1403667"/>
                  </a:lnTo>
                  <a:lnTo>
                    <a:pt x="1471618" y="1403658"/>
                  </a:lnTo>
                  <a:lnTo>
                    <a:pt x="1471633" y="1403646"/>
                  </a:lnTo>
                  <a:lnTo>
                    <a:pt x="1471655" y="1403653"/>
                  </a:lnTo>
                  <a:lnTo>
                    <a:pt x="1471679" y="1403650"/>
                  </a:lnTo>
                  <a:lnTo>
                    <a:pt x="1471688" y="1403645"/>
                  </a:lnTo>
                  <a:lnTo>
                    <a:pt x="1471692" y="1403633"/>
                  </a:lnTo>
                  <a:lnTo>
                    <a:pt x="1471714" y="1403518"/>
                  </a:lnTo>
                  <a:lnTo>
                    <a:pt x="1471697" y="1403415"/>
                  </a:lnTo>
                  <a:lnTo>
                    <a:pt x="1471663" y="1403341"/>
                  </a:lnTo>
                  <a:lnTo>
                    <a:pt x="1471593" y="1403257"/>
                  </a:lnTo>
                  <a:lnTo>
                    <a:pt x="1471565" y="1403239"/>
                  </a:lnTo>
                  <a:lnTo>
                    <a:pt x="1471526" y="1403222"/>
                  </a:lnTo>
                  <a:lnTo>
                    <a:pt x="1471481" y="1403166"/>
                  </a:lnTo>
                  <a:lnTo>
                    <a:pt x="1471497" y="1403102"/>
                  </a:lnTo>
                  <a:lnTo>
                    <a:pt x="1471576" y="1402939"/>
                  </a:lnTo>
                  <a:lnTo>
                    <a:pt x="1471584" y="1402915"/>
                  </a:lnTo>
                  <a:lnTo>
                    <a:pt x="1471376" y="1402677"/>
                  </a:lnTo>
                  <a:lnTo>
                    <a:pt x="1471305" y="1402660"/>
                  </a:lnTo>
                  <a:lnTo>
                    <a:pt x="1471259" y="1402649"/>
                  </a:lnTo>
                  <a:lnTo>
                    <a:pt x="1471067" y="1402642"/>
                  </a:lnTo>
                  <a:lnTo>
                    <a:pt x="1470893" y="1402649"/>
                  </a:lnTo>
                  <a:lnTo>
                    <a:pt x="1470857" y="1402641"/>
                  </a:lnTo>
                  <a:lnTo>
                    <a:pt x="1470732" y="1402453"/>
                  </a:lnTo>
                  <a:lnTo>
                    <a:pt x="1470704" y="1402379"/>
                  </a:lnTo>
                  <a:lnTo>
                    <a:pt x="1470700" y="1402333"/>
                  </a:lnTo>
                  <a:lnTo>
                    <a:pt x="1470671" y="1402318"/>
                  </a:lnTo>
                  <a:lnTo>
                    <a:pt x="1470633" y="1402312"/>
                  </a:lnTo>
                  <a:lnTo>
                    <a:pt x="1470508" y="1402327"/>
                  </a:lnTo>
                  <a:lnTo>
                    <a:pt x="1470423" y="1402559"/>
                  </a:lnTo>
                  <a:lnTo>
                    <a:pt x="1470419" y="1402582"/>
                  </a:lnTo>
                  <a:lnTo>
                    <a:pt x="1470445" y="1402609"/>
                  </a:lnTo>
                  <a:lnTo>
                    <a:pt x="1470475" y="1402617"/>
                  </a:lnTo>
                  <a:lnTo>
                    <a:pt x="1470510" y="1402612"/>
                  </a:lnTo>
                  <a:lnTo>
                    <a:pt x="1470554" y="1402617"/>
                  </a:lnTo>
                  <a:lnTo>
                    <a:pt x="1470595" y="1402634"/>
                  </a:lnTo>
                  <a:lnTo>
                    <a:pt x="1470672" y="1402665"/>
                  </a:lnTo>
                  <a:lnTo>
                    <a:pt x="1470699" y="1402679"/>
                  </a:lnTo>
                  <a:lnTo>
                    <a:pt x="1470743" y="1402720"/>
                  </a:lnTo>
                  <a:lnTo>
                    <a:pt x="1470782" y="1402774"/>
                  </a:lnTo>
                  <a:lnTo>
                    <a:pt x="1470840" y="1402827"/>
                  </a:lnTo>
                  <a:lnTo>
                    <a:pt x="1470928" y="1402892"/>
                  </a:lnTo>
                  <a:lnTo>
                    <a:pt x="1470987" y="1402919"/>
                  </a:lnTo>
                  <a:lnTo>
                    <a:pt x="1471067" y="1402923"/>
                  </a:lnTo>
                  <a:lnTo>
                    <a:pt x="1471092" y="1402933"/>
                  </a:lnTo>
                  <a:lnTo>
                    <a:pt x="1471394" y="1403101"/>
                  </a:lnTo>
                  <a:lnTo>
                    <a:pt x="1471409" y="1403131"/>
                  </a:lnTo>
                  <a:lnTo>
                    <a:pt x="1471426" y="1403243"/>
                  </a:lnTo>
                  <a:lnTo>
                    <a:pt x="1471386" y="1403289"/>
                  </a:lnTo>
                  <a:lnTo>
                    <a:pt x="1471374" y="1403288"/>
                  </a:lnTo>
                  <a:lnTo>
                    <a:pt x="1471349" y="1403269"/>
                  </a:lnTo>
                  <a:lnTo>
                    <a:pt x="1471229" y="1403152"/>
                  </a:lnTo>
                  <a:lnTo>
                    <a:pt x="1471078" y="1403044"/>
                  </a:lnTo>
                  <a:lnTo>
                    <a:pt x="1470974" y="1402994"/>
                  </a:lnTo>
                  <a:lnTo>
                    <a:pt x="1470905" y="1402970"/>
                  </a:lnTo>
                  <a:lnTo>
                    <a:pt x="1470798" y="1402943"/>
                  </a:lnTo>
                  <a:lnTo>
                    <a:pt x="1470692" y="1402933"/>
                  </a:lnTo>
                  <a:lnTo>
                    <a:pt x="1470374" y="1402922"/>
                  </a:lnTo>
                  <a:lnTo>
                    <a:pt x="1470213" y="1402937"/>
                  </a:lnTo>
                  <a:lnTo>
                    <a:pt x="1469877" y="1403007"/>
                  </a:lnTo>
                  <a:lnTo>
                    <a:pt x="1469653" y="1403082"/>
                  </a:lnTo>
                  <a:lnTo>
                    <a:pt x="1469542" y="1403130"/>
                  </a:lnTo>
                  <a:lnTo>
                    <a:pt x="1469177" y="1403327"/>
                  </a:lnTo>
                  <a:lnTo>
                    <a:pt x="1469117" y="1403364"/>
                  </a:lnTo>
                  <a:lnTo>
                    <a:pt x="1468790" y="1403595"/>
                  </a:lnTo>
                  <a:lnTo>
                    <a:pt x="1468666" y="1403687"/>
                  </a:lnTo>
                  <a:lnTo>
                    <a:pt x="1468461" y="1403848"/>
                  </a:lnTo>
                  <a:lnTo>
                    <a:pt x="1468410" y="1403889"/>
                  </a:lnTo>
                  <a:lnTo>
                    <a:pt x="1468106" y="1404027"/>
                  </a:lnTo>
                  <a:lnTo>
                    <a:pt x="1468030" y="1404124"/>
                  </a:lnTo>
                  <a:lnTo>
                    <a:pt x="1468009" y="1404129"/>
                  </a:lnTo>
                  <a:lnTo>
                    <a:pt x="1467992" y="1404125"/>
                  </a:lnTo>
                  <a:lnTo>
                    <a:pt x="1467798" y="1403960"/>
                  </a:lnTo>
                  <a:lnTo>
                    <a:pt x="1467791" y="1403943"/>
                  </a:lnTo>
                  <a:lnTo>
                    <a:pt x="1467908" y="1403651"/>
                  </a:lnTo>
                  <a:lnTo>
                    <a:pt x="1467923" y="1403643"/>
                  </a:lnTo>
                  <a:lnTo>
                    <a:pt x="1467969" y="1403645"/>
                  </a:lnTo>
                  <a:lnTo>
                    <a:pt x="1468003" y="1403669"/>
                  </a:lnTo>
                  <a:lnTo>
                    <a:pt x="1468024" y="1403670"/>
                  </a:lnTo>
                  <a:lnTo>
                    <a:pt x="1468088" y="1403635"/>
                  </a:lnTo>
                  <a:lnTo>
                    <a:pt x="1468104" y="1403617"/>
                  </a:lnTo>
                  <a:lnTo>
                    <a:pt x="1468171" y="1403443"/>
                  </a:lnTo>
                  <a:lnTo>
                    <a:pt x="1468149" y="1403378"/>
                  </a:lnTo>
                  <a:lnTo>
                    <a:pt x="1467981" y="1403252"/>
                  </a:lnTo>
                  <a:lnTo>
                    <a:pt x="1467845" y="1403330"/>
                  </a:lnTo>
                  <a:lnTo>
                    <a:pt x="1467726" y="1403370"/>
                  </a:lnTo>
                  <a:lnTo>
                    <a:pt x="1467486" y="1403356"/>
                  </a:lnTo>
                  <a:lnTo>
                    <a:pt x="1467388" y="1403340"/>
                  </a:lnTo>
                  <a:lnTo>
                    <a:pt x="1467292" y="1403336"/>
                  </a:lnTo>
                  <a:lnTo>
                    <a:pt x="1467231" y="1403344"/>
                  </a:lnTo>
                  <a:lnTo>
                    <a:pt x="1467196" y="1403356"/>
                  </a:lnTo>
                  <a:lnTo>
                    <a:pt x="1466890" y="1403458"/>
                  </a:lnTo>
                  <a:lnTo>
                    <a:pt x="1466828" y="1403487"/>
                  </a:lnTo>
                  <a:lnTo>
                    <a:pt x="1466638" y="1403576"/>
                  </a:lnTo>
                  <a:lnTo>
                    <a:pt x="1466438" y="1403707"/>
                  </a:lnTo>
                  <a:lnTo>
                    <a:pt x="1466095" y="1403936"/>
                  </a:lnTo>
                  <a:lnTo>
                    <a:pt x="1465896" y="1404089"/>
                  </a:lnTo>
                  <a:lnTo>
                    <a:pt x="1465612" y="1404109"/>
                  </a:lnTo>
                  <a:lnTo>
                    <a:pt x="1465504" y="1404181"/>
                  </a:lnTo>
                  <a:lnTo>
                    <a:pt x="1465487" y="1404219"/>
                  </a:lnTo>
                  <a:lnTo>
                    <a:pt x="1465393" y="1404280"/>
                  </a:lnTo>
                  <a:lnTo>
                    <a:pt x="1465318" y="1404330"/>
                  </a:lnTo>
                  <a:lnTo>
                    <a:pt x="1465296" y="1404319"/>
                  </a:lnTo>
                  <a:lnTo>
                    <a:pt x="1465255" y="1404256"/>
                  </a:lnTo>
                  <a:lnTo>
                    <a:pt x="1465241" y="1404077"/>
                  </a:lnTo>
                  <a:lnTo>
                    <a:pt x="1465229" y="1403961"/>
                  </a:lnTo>
                  <a:lnTo>
                    <a:pt x="1465208" y="1403916"/>
                  </a:lnTo>
                  <a:lnTo>
                    <a:pt x="1465181" y="1403884"/>
                  </a:lnTo>
                  <a:lnTo>
                    <a:pt x="1464952" y="1403732"/>
                  </a:lnTo>
                  <a:lnTo>
                    <a:pt x="1464931" y="1403723"/>
                  </a:lnTo>
                  <a:lnTo>
                    <a:pt x="1464881" y="1403717"/>
                  </a:lnTo>
                  <a:lnTo>
                    <a:pt x="1464865" y="1403733"/>
                  </a:lnTo>
                  <a:lnTo>
                    <a:pt x="1464629" y="1403587"/>
                  </a:lnTo>
                  <a:lnTo>
                    <a:pt x="1464573" y="1403451"/>
                  </a:lnTo>
                  <a:lnTo>
                    <a:pt x="1464573" y="1403441"/>
                  </a:lnTo>
                  <a:lnTo>
                    <a:pt x="1464737" y="1403270"/>
                  </a:lnTo>
                  <a:lnTo>
                    <a:pt x="1464873" y="1403287"/>
                  </a:lnTo>
                  <a:lnTo>
                    <a:pt x="1464884" y="1403293"/>
                  </a:lnTo>
                  <a:lnTo>
                    <a:pt x="1464885" y="1403308"/>
                  </a:lnTo>
                  <a:lnTo>
                    <a:pt x="1464927" y="1403353"/>
                  </a:lnTo>
                  <a:lnTo>
                    <a:pt x="1465000" y="1403399"/>
                  </a:lnTo>
                  <a:lnTo>
                    <a:pt x="1465195" y="1403431"/>
                  </a:lnTo>
                  <a:lnTo>
                    <a:pt x="1465311" y="1403451"/>
                  </a:lnTo>
                  <a:lnTo>
                    <a:pt x="1465423" y="1403440"/>
                  </a:lnTo>
                  <a:lnTo>
                    <a:pt x="1465609" y="1403411"/>
                  </a:lnTo>
                  <a:lnTo>
                    <a:pt x="1465754" y="1403334"/>
                  </a:lnTo>
                  <a:lnTo>
                    <a:pt x="1465753" y="1403309"/>
                  </a:lnTo>
                  <a:lnTo>
                    <a:pt x="1465704" y="1403242"/>
                  </a:lnTo>
                  <a:lnTo>
                    <a:pt x="1465540" y="1403180"/>
                  </a:lnTo>
                  <a:lnTo>
                    <a:pt x="1465511" y="1403170"/>
                  </a:lnTo>
                  <a:lnTo>
                    <a:pt x="1465463" y="1403167"/>
                  </a:lnTo>
                  <a:lnTo>
                    <a:pt x="1465271" y="1403188"/>
                  </a:lnTo>
                  <a:lnTo>
                    <a:pt x="1465239" y="1403194"/>
                  </a:lnTo>
                  <a:lnTo>
                    <a:pt x="1465215" y="1403200"/>
                  </a:lnTo>
                  <a:lnTo>
                    <a:pt x="1465164" y="1403254"/>
                  </a:lnTo>
                  <a:lnTo>
                    <a:pt x="1465143" y="1403286"/>
                  </a:lnTo>
                  <a:lnTo>
                    <a:pt x="1465115" y="1403294"/>
                  </a:lnTo>
                  <a:lnTo>
                    <a:pt x="1465067" y="1403277"/>
                  </a:lnTo>
                  <a:lnTo>
                    <a:pt x="1465018" y="1403249"/>
                  </a:lnTo>
                  <a:lnTo>
                    <a:pt x="1464975" y="1403207"/>
                  </a:lnTo>
                  <a:lnTo>
                    <a:pt x="1464957" y="1403180"/>
                  </a:lnTo>
                  <a:lnTo>
                    <a:pt x="1464970" y="1403147"/>
                  </a:lnTo>
                  <a:lnTo>
                    <a:pt x="1465008" y="1403084"/>
                  </a:lnTo>
                  <a:lnTo>
                    <a:pt x="1465016" y="1403071"/>
                  </a:lnTo>
                  <a:lnTo>
                    <a:pt x="1465052" y="1403024"/>
                  </a:lnTo>
                  <a:lnTo>
                    <a:pt x="1465050" y="1403020"/>
                  </a:lnTo>
                  <a:lnTo>
                    <a:pt x="1465046" y="1403017"/>
                  </a:lnTo>
                  <a:lnTo>
                    <a:pt x="1465041" y="1403013"/>
                  </a:lnTo>
                  <a:lnTo>
                    <a:pt x="1464970" y="1402967"/>
                  </a:lnTo>
                  <a:lnTo>
                    <a:pt x="1464942" y="1402950"/>
                  </a:lnTo>
                  <a:lnTo>
                    <a:pt x="1464924" y="1402939"/>
                  </a:lnTo>
                  <a:lnTo>
                    <a:pt x="1464912" y="1402933"/>
                  </a:lnTo>
                  <a:lnTo>
                    <a:pt x="1464905" y="1402930"/>
                  </a:lnTo>
                  <a:lnTo>
                    <a:pt x="1464896" y="1402930"/>
                  </a:lnTo>
                  <a:lnTo>
                    <a:pt x="1464884" y="1402929"/>
                  </a:lnTo>
                  <a:lnTo>
                    <a:pt x="1464874" y="1402928"/>
                  </a:lnTo>
                  <a:lnTo>
                    <a:pt x="1464864" y="1402925"/>
                  </a:lnTo>
                  <a:lnTo>
                    <a:pt x="1464858" y="1402922"/>
                  </a:lnTo>
                  <a:lnTo>
                    <a:pt x="1464851" y="1402919"/>
                  </a:lnTo>
                  <a:lnTo>
                    <a:pt x="1464840" y="1402913"/>
                  </a:lnTo>
                  <a:lnTo>
                    <a:pt x="1464833" y="1402908"/>
                  </a:lnTo>
                  <a:lnTo>
                    <a:pt x="1464828" y="1402902"/>
                  </a:lnTo>
                  <a:lnTo>
                    <a:pt x="1464822" y="1402892"/>
                  </a:lnTo>
                  <a:lnTo>
                    <a:pt x="1464607" y="1402479"/>
                  </a:lnTo>
                  <a:lnTo>
                    <a:pt x="1464604" y="1402473"/>
                  </a:lnTo>
                  <a:lnTo>
                    <a:pt x="1464601" y="1402468"/>
                  </a:lnTo>
                  <a:lnTo>
                    <a:pt x="1464587" y="1402441"/>
                  </a:lnTo>
                  <a:lnTo>
                    <a:pt x="1464577" y="1402424"/>
                  </a:lnTo>
                  <a:lnTo>
                    <a:pt x="1464572" y="1402412"/>
                  </a:lnTo>
                  <a:lnTo>
                    <a:pt x="1464564" y="1402387"/>
                  </a:lnTo>
                  <a:lnTo>
                    <a:pt x="1464554" y="1402348"/>
                  </a:lnTo>
                  <a:lnTo>
                    <a:pt x="1464549" y="1402207"/>
                  </a:lnTo>
                  <a:lnTo>
                    <a:pt x="1464431" y="1401766"/>
                  </a:lnTo>
                  <a:lnTo>
                    <a:pt x="1464420" y="1401761"/>
                  </a:lnTo>
                  <a:lnTo>
                    <a:pt x="1464397" y="1401746"/>
                  </a:lnTo>
                  <a:lnTo>
                    <a:pt x="1464373" y="1401733"/>
                  </a:lnTo>
                  <a:lnTo>
                    <a:pt x="1464317" y="1401680"/>
                  </a:lnTo>
                  <a:lnTo>
                    <a:pt x="1464311" y="1401666"/>
                  </a:lnTo>
                  <a:lnTo>
                    <a:pt x="1464315" y="1401572"/>
                  </a:lnTo>
                  <a:lnTo>
                    <a:pt x="1464322" y="1401528"/>
                  </a:lnTo>
                  <a:lnTo>
                    <a:pt x="1464323" y="1401472"/>
                  </a:lnTo>
                  <a:lnTo>
                    <a:pt x="1464322" y="1401466"/>
                  </a:lnTo>
                  <a:lnTo>
                    <a:pt x="1464322" y="1401461"/>
                  </a:lnTo>
                  <a:lnTo>
                    <a:pt x="1464320" y="1401456"/>
                  </a:lnTo>
                  <a:lnTo>
                    <a:pt x="1464318" y="1401452"/>
                  </a:lnTo>
                  <a:lnTo>
                    <a:pt x="1464316" y="1401447"/>
                  </a:lnTo>
                  <a:lnTo>
                    <a:pt x="1464312" y="1401443"/>
                  </a:lnTo>
                  <a:lnTo>
                    <a:pt x="1464305" y="1401427"/>
                  </a:lnTo>
                  <a:lnTo>
                    <a:pt x="1464274" y="1401392"/>
                  </a:lnTo>
                  <a:lnTo>
                    <a:pt x="1464224" y="1401371"/>
                  </a:lnTo>
                  <a:lnTo>
                    <a:pt x="1464206" y="1401377"/>
                  </a:lnTo>
                  <a:lnTo>
                    <a:pt x="1464188" y="1401384"/>
                  </a:lnTo>
                  <a:lnTo>
                    <a:pt x="1464186" y="1401415"/>
                  </a:lnTo>
                  <a:lnTo>
                    <a:pt x="1464193" y="1401458"/>
                  </a:lnTo>
                  <a:lnTo>
                    <a:pt x="1464222" y="1401506"/>
                  </a:lnTo>
                  <a:lnTo>
                    <a:pt x="1464248" y="1401558"/>
                  </a:lnTo>
                  <a:lnTo>
                    <a:pt x="1464239" y="1401656"/>
                  </a:lnTo>
                  <a:lnTo>
                    <a:pt x="1464222" y="1401675"/>
                  </a:lnTo>
                  <a:lnTo>
                    <a:pt x="1464206" y="1401674"/>
                  </a:lnTo>
                  <a:lnTo>
                    <a:pt x="1464187" y="1401659"/>
                  </a:lnTo>
                  <a:lnTo>
                    <a:pt x="1464103" y="1401553"/>
                  </a:lnTo>
                  <a:lnTo>
                    <a:pt x="1464049" y="1401469"/>
                  </a:lnTo>
                  <a:lnTo>
                    <a:pt x="1464016" y="1401398"/>
                  </a:lnTo>
                  <a:lnTo>
                    <a:pt x="1463976" y="1401223"/>
                  </a:lnTo>
                  <a:lnTo>
                    <a:pt x="1463931" y="1401018"/>
                  </a:lnTo>
                  <a:lnTo>
                    <a:pt x="1463925" y="1400975"/>
                  </a:lnTo>
                  <a:lnTo>
                    <a:pt x="1463934" y="1400955"/>
                  </a:lnTo>
                  <a:lnTo>
                    <a:pt x="1463914" y="1400935"/>
                  </a:lnTo>
                  <a:lnTo>
                    <a:pt x="1463880" y="1400924"/>
                  </a:lnTo>
                  <a:lnTo>
                    <a:pt x="1463848" y="1400921"/>
                  </a:lnTo>
                  <a:lnTo>
                    <a:pt x="1463786" y="1400926"/>
                  </a:lnTo>
                  <a:lnTo>
                    <a:pt x="1463705" y="1400941"/>
                  </a:lnTo>
                  <a:lnTo>
                    <a:pt x="1463702" y="1400964"/>
                  </a:lnTo>
                  <a:lnTo>
                    <a:pt x="1463696" y="1400978"/>
                  </a:lnTo>
                  <a:lnTo>
                    <a:pt x="1463727" y="1400995"/>
                  </a:lnTo>
                  <a:lnTo>
                    <a:pt x="1463782" y="1401036"/>
                  </a:lnTo>
                  <a:lnTo>
                    <a:pt x="1463786" y="1401040"/>
                  </a:lnTo>
                  <a:lnTo>
                    <a:pt x="1463820" y="1401099"/>
                  </a:lnTo>
                  <a:lnTo>
                    <a:pt x="1463819" y="1401118"/>
                  </a:lnTo>
                  <a:lnTo>
                    <a:pt x="1463815" y="1401123"/>
                  </a:lnTo>
                  <a:lnTo>
                    <a:pt x="1463809" y="1401131"/>
                  </a:lnTo>
                  <a:lnTo>
                    <a:pt x="1463771" y="1401183"/>
                  </a:lnTo>
                  <a:lnTo>
                    <a:pt x="1463741" y="1401222"/>
                  </a:lnTo>
                  <a:lnTo>
                    <a:pt x="1463737" y="1401245"/>
                  </a:lnTo>
                  <a:lnTo>
                    <a:pt x="1463735" y="1401258"/>
                  </a:lnTo>
                  <a:lnTo>
                    <a:pt x="1463752" y="1401293"/>
                  </a:lnTo>
                  <a:lnTo>
                    <a:pt x="1463794" y="1401377"/>
                  </a:lnTo>
                  <a:lnTo>
                    <a:pt x="1463844" y="1401393"/>
                  </a:lnTo>
                  <a:lnTo>
                    <a:pt x="1463936" y="1401658"/>
                  </a:lnTo>
                  <a:lnTo>
                    <a:pt x="1463941" y="1401674"/>
                  </a:lnTo>
                  <a:lnTo>
                    <a:pt x="1463946" y="1401686"/>
                  </a:lnTo>
                  <a:lnTo>
                    <a:pt x="1463961" y="1401715"/>
                  </a:lnTo>
                  <a:lnTo>
                    <a:pt x="1464058" y="1401885"/>
                  </a:lnTo>
                  <a:lnTo>
                    <a:pt x="1464071" y="1401904"/>
                  </a:lnTo>
                  <a:lnTo>
                    <a:pt x="1464084" y="1401927"/>
                  </a:lnTo>
                  <a:lnTo>
                    <a:pt x="1464126" y="1402003"/>
                  </a:lnTo>
                  <a:lnTo>
                    <a:pt x="1464129" y="1402012"/>
                  </a:lnTo>
                  <a:lnTo>
                    <a:pt x="1464134" y="1402062"/>
                  </a:lnTo>
                  <a:lnTo>
                    <a:pt x="1464134" y="1402083"/>
                  </a:lnTo>
                  <a:lnTo>
                    <a:pt x="1464124" y="1402148"/>
                  </a:lnTo>
                  <a:lnTo>
                    <a:pt x="1464120" y="1402159"/>
                  </a:lnTo>
                  <a:lnTo>
                    <a:pt x="1464115" y="1402178"/>
                  </a:lnTo>
                  <a:lnTo>
                    <a:pt x="1464107" y="1402198"/>
                  </a:lnTo>
                  <a:lnTo>
                    <a:pt x="1464098" y="1402218"/>
                  </a:lnTo>
                  <a:lnTo>
                    <a:pt x="1464087" y="1402232"/>
                  </a:lnTo>
                  <a:lnTo>
                    <a:pt x="1464083" y="1402235"/>
                  </a:lnTo>
                  <a:lnTo>
                    <a:pt x="1464056" y="1402255"/>
                  </a:lnTo>
                  <a:lnTo>
                    <a:pt x="1464045" y="1402261"/>
                  </a:lnTo>
                  <a:lnTo>
                    <a:pt x="1464003" y="1402217"/>
                  </a:lnTo>
                  <a:lnTo>
                    <a:pt x="1463956" y="1402152"/>
                  </a:lnTo>
                  <a:lnTo>
                    <a:pt x="1463951" y="1402141"/>
                  </a:lnTo>
                  <a:lnTo>
                    <a:pt x="1463951" y="1402134"/>
                  </a:lnTo>
                  <a:lnTo>
                    <a:pt x="1463928" y="1402083"/>
                  </a:lnTo>
                  <a:lnTo>
                    <a:pt x="1463917" y="1402076"/>
                  </a:lnTo>
                  <a:lnTo>
                    <a:pt x="1463903" y="1402067"/>
                  </a:lnTo>
                  <a:lnTo>
                    <a:pt x="1463892" y="1402092"/>
                  </a:lnTo>
                  <a:lnTo>
                    <a:pt x="1463890" y="1402099"/>
                  </a:lnTo>
                  <a:lnTo>
                    <a:pt x="1463841" y="1402235"/>
                  </a:lnTo>
                  <a:lnTo>
                    <a:pt x="1463835" y="1402252"/>
                  </a:lnTo>
                  <a:lnTo>
                    <a:pt x="1463826" y="1402277"/>
                  </a:lnTo>
                  <a:lnTo>
                    <a:pt x="1463820" y="1402292"/>
                  </a:lnTo>
                  <a:lnTo>
                    <a:pt x="1463820" y="1402298"/>
                  </a:lnTo>
                  <a:lnTo>
                    <a:pt x="1463818" y="1402306"/>
                  </a:lnTo>
                  <a:lnTo>
                    <a:pt x="1463882" y="1402355"/>
                  </a:lnTo>
                  <a:lnTo>
                    <a:pt x="1463897" y="1402392"/>
                  </a:lnTo>
                  <a:lnTo>
                    <a:pt x="1463898" y="1402418"/>
                  </a:lnTo>
                  <a:lnTo>
                    <a:pt x="1463882" y="1402455"/>
                  </a:lnTo>
                  <a:lnTo>
                    <a:pt x="1463821" y="1402560"/>
                  </a:lnTo>
                  <a:lnTo>
                    <a:pt x="1463802" y="1402587"/>
                  </a:lnTo>
                  <a:lnTo>
                    <a:pt x="1463796" y="1402592"/>
                  </a:lnTo>
                  <a:lnTo>
                    <a:pt x="1463793" y="1402596"/>
                  </a:lnTo>
                  <a:lnTo>
                    <a:pt x="1463776" y="1402620"/>
                  </a:lnTo>
                  <a:lnTo>
                    <a:pt x="1463843" y="1402674"/>
                  </a:lnTo>
                  <a:lnTo>
                    <a:pt x="1463887" y="1402710"/>
                  </a:lnTo>
                  <a:lnTo>
                    <a:pt x="1464010" y="1402809"/>
                  </a:lnTo>
                  <a:lnTo>
                    <a:pt x="1464018" y="1402814"/>
                  </a:lnTo>
                  <a:lnTo>
                    <a:pt x="1464081" y="1402854"/>
                  </a:lnTo>
                  <a:lnTo>
                    <a:pt x="1464251" y="1402961"/>
                  </a:lnTo>
                  <a:lnTo>
                    <a:pt x="1464330" y="1402984"/>
                  </a:lnTo>
                  <a:lnTo>
                    <a:pt x="1464365" y="1403003"/>
                  </a:lnTo>
                  <a:lnTo>
                    <a:pt x="1464371" y="1403006"/>
                  </a:lnTo>
                  <a:lnTo>
                    <a:pt x="1464379" y="1403011"/>
                  </a:lnTo>
                  <a:lnTo>
                    <a:pt x="1464390" y="1403020"/>
                  </a:lnTo>
                  <a:lnTo>
                    <a:pt x="1464387" y="1403027"/>
                  </a:lnTo>
                  <a:lnTo>
                    <a:pt x="1464384" y="1403035"/>
                  </a:lnTo>
                  <a:lnTo>
                    <a:pt x="1464348" y="1403054"/>
                  </a:lnTo>
                  <a:lnTo>
                    <a:pt x="1464254" y="1403088"/>
                  </a:lnTo>
                  <a:lnTo>
                    <a:pt x="1464190" y="1403111"/>
                  </a:lnTo>
                  <a:lnTo>
                    <a:pt x="1464125" y="1403132"/>
                  </a:lnTo>
                  <a:lnTo>
                    <a:pt x="1464066" y="1403151"/>
                  </a:lnTo>
                  <a:lnTo>
                    <a:pt x="1464035" y="1403160"/>
                  </a:lnTo>
                  <a:lnTo>
                    <a:pt x="1464018" y="1403162"/>
                  </a:lnTo>
                  <a:lnTo>
                    <a:pt x="1464007" y="1403163"/>
                  </a:lnTo>
                  <a:lnTo>
                    <a:pt x="1463955" y="1403177"/>
                  </a:lnTo>
                  <a:lnTo>
                    <a:pt x="1463908" y="1403190"/>
                  </a:lnTo>
                  <a:lnTo>
                    <a:pt x="1463810" y="1403224"/>
                  </a:lnTo>
                  <a:lnTo>
                    <a:pt x="1463798" y="1403228"/>
                  </a:lnTo>
                  <a:lnTo>
                    <a:pt x="1463718" y="1403262"/>
                  </a:lnTo>
                  <a:lnTo>
                    <a:pt x="1463677" y="1403280"/>
                  </a:lnTo>
                  <a:lnTo>
                    <a:pt x="1463581" y="1403324"/>
                  </a:lnTo>
                  <a:lnTo>
                    <a:pt x="1463527" y="1403365"/>
                  </a:lnTo>
                  <a:lnTo>
                    <a:pt x="1463504" y="1403402"/>
                  </a:lnTo>
                  <a:lnTo>
                    <a:pt x="1463490" y="1403481"/>
                  </a:lnTo>
                  <a:lnTo>
                    <a:pt x="1463484" y="1403500"/>
                  </a:lnTo>
                  <a:lnTo>
                    <a:pt x="1463465" y="1403511"/>
                  </a:lnTo>
                  <a:lnTo>
                    <a:pt x="1463394" y="1403525"/>
                  </a:lnTo>
                  <a:lnTo>
                    <a:pt x="1463303" y="1403532"/>
                  </a:lnTo>
                  <a:lnTo>
                    <a:pt x="1463254" y="1403525"/>
                  </a:lnTo>
                  <a:lnTo>
                    <a:pt x="1463237" y="1403495"/>
                  </a:lnTo>
                  <a:lnTo>
                    <a:pt x="1463229" y="1403460"/>
                  </a:lnTo>
                  <a:lnTo>
                    <a:pt x="1463235" y="1403430"/>
                  </a:lnTo>
                  <a:lnTo>
                    <a:pt x="1463237" y="1403400"/>
                  </a:lnTo>
                  <a:lnTo>
                    <a:pt x="1463217" y="1403354"/>
                  </a:lnTo>
                  <a:lnTo>
                    <a:pt x="1463215" y="1403348"/>
                  </a:lnTo>
                  <a:lnTo>
                    <a:pt x="1463197" y="1403331"/>
                  </a:lnTo>
                  <a:lnTo>
                    <a:pt x="1463160" y="1403232"/>
                  </a:lnTo>
                  <a:lnTo>
                    <a:pt x="1463039" y="1403088"/>
                  </a:lnTo>
                  <a:lnTo>
                    <a:pt x="1463035" y="1403084"/>
                  </a:lnTo>
                  <a:lnTo>
                    <a:pt x="1463005" y="1403059"/>
                  </a:lnTo>
                  <a:lnTo>
                    <a:pt x="1462998" y="1403055"/>
                  </a:lnTo>
                  <a:lnTo>
                    <a:pt x="1462986" y="1403049"/>
                  </a:lnTo>
                  <a:lnTo>
                    <a:pt x="1462934" y="1403023"/>
                  </a:lnTo>
                  <a:lnTo>
                    <a:pt x="1462889" y="1403018"/>
                  </a:lnTo>
                  <a:lnTo>
                    <a:pt x="1462821" y="1403018"/>
                  </a:lnTo>
                  <a:lnTo>
                    <a:pt x="1462740" y="1403029"/>
                  </a:lnTo>
                  <a:lnTo>
                    <a:pt x="1462685" y="1403055"/>
                  </a:lnTo>
                  <a:lnTo>
                    <a:pt x="1462642" y="1403055"/>
                  </a:lnTo>
                  <a:lnTo>
                    <a:pt x="1462420" y="1402977"/>
                  </a:lnTo>
                  <a:lnTo>
                    <a:pt x="1462357" y="1402954"/>
                  </a:lnTo>
                  <a:lnTo>
                    <a:pt x="1462302" y="1402914"/>
                  </a:lnTo>
                  <a:lnTo>
                    <a:pt x="1462307" y="1402906"/>
                  </a:lnTo>
                  <a:lnTo>
                    <a:pt x="1462222" y="1402839"/>
                  </a:lnTo>
                  <a:lnTo>
                    <a:pt x="1462183" y="1402816"/>
                  </a:lnTo>
                  <a:lnTo>
                    <a:pt x="1461984" y="1402789"/>
                  </a:lnTo>
                  <a:lnTo>
                    <a:pt x="1461846" y="1402779"/>
                  </a:lnTo>
                  <a:lnTo>
                    <a:pt x="1461822" y="1402777"/>
                  </a:lnTo>
                  <a:lnTo>
                    <a:pt x="1461773" y="1402780"/>
                  </a:lnTo>
                  <a:lnTo>
                    <a:pt x="1461717" y="1402800"/>
                  </a:lnTo>
                  <a:lnTo>
                    <a:pt x="1461695" y="1402807"/>
                  </a:lnTo>
                  <a:lnTo>
                    <a:pt x="1461552" y="1402857"/>
                  </a:lnTo>
                  <a:lnTo>
                    <a:pt x="1461534" y="1402879"/>
                  </a:lnTo>
                  <a:lnTo>
                    <a:pt x="1461528" y="1402886"/>
                  </a:lnTo>
                  <a:lnTo>
                    <a:pt x="1461526" y="1402896"/>
                  </a:lnTo>
                  <a:lnTo>
                    <a:pt x="1461516" y="1402937"/>
                  </a:lnTo>
                  <a:lnTo>
                    <a:pt x="1461517" y="1402961"/>
                  </a:lnTo>
                  <a:lnTo>
                    <a:pt x="1461517" y="1402989"/>
                  </a:lnTo>
                  <a:lnTo>
                    <a:pt x="1461560" y="1403026"/>
                  </a:lnTo>
                  <a:lnTo>
                    <a:pt x="1461607" y="1403084"/>
                  </a:lnTo>
                  <a:lnTo>
                    <a:pt x="1461630" y="1403110"/>
                  </a:lnTo>
                  <a:lnTo>
                    <a:pt x="1461669" y="1403093"/>
                  </a:lnTo>
                  <a:lnTo>
                    <a:pt x="1461743" y="1403024"/>
                  </a:lnTo>
                  <a:lnTo>
                    <a:pt x="1461882" y="1402945"/>
                  </a:lnTo>
                  <a:lnTo>
                    <a:pt x="1461988" y="1402902"/>
                  </a:lnTo>
                  <a:lnTo>
                    <a:pt x="1462050" y="1402891"/>
                  </a:lnTo>
                  <a:lnTo>
                    <a:pt x="1462061" y="1402891"/>
                  </a:lnTo>
                  <a:lnTo>
                    <a:pt x="1462079" y="1402892"/>
                  </a:lnTo>
                  <a:lnTo>
                    <a:pt x="1462116" y="1402903"/>
                  </a:lnTo>
                  <a:lnTo>
                    <a:pt x="1462149" y="1402914"/>
                  </a:lnTo>
                  <a:lnTo>
                    <a:pt x="1462168" y="1402955"/>
                  </a:lnTo>
                  <a:lnTo>
                    <a:pt x="1462184" y="1402981"/>
                  </a:lnTo>
                  <a:lnTo>
                    <a:pt x="1462252" y="1403095"/>
                  </a:lnTo>
                  <a:lnTo>
                    <a:pt x="1462293" y="1403191"/>
                  </a:lnTo>
                  <a:lnTo>
                    <a:pt x="1462288" y="1403202"/>
                  </a:lnTo>
                  <a:lnTo>
                    <a:pt x="1462283" y="1403367"/>
                  </a:lnTo>
                  <a:lnTo>
                    <a:pt x="1462307" y="1403394"/>
                  </a:lnTo>
                  <a:lnTo>
                    <a:pt x="1462395" y="1403425"/>
                  </a:lnTo>
                  <a:lnTo>
                    <a:pt x="1462517" y="1403457"/>
                  </a:lnTo>
                  <a:lnTo>
                    <a:pt x="1462643" y="1403469"/>
                  </a:lnTo>
                  <a:lnTo>
                    <a:pt x="1462676" y="1403481"/>
                  </a:lnTo>
                  <a:lnTo>
                    <a:pt x="1462753" y="1403467"/>
                  </a:lnTo>
                  <a:lnTo>
                    <a:pt x="1462853" y="1403439"/>
                  </a:lnTo>
                  <a:lnTo>
                    <a:pt x="1462910" y="1403402"/>
                  </a:lnTo>
                  <a:lnTo>
                    <a:pt x="1462995" y="1403347"/>
                  </a:lnTo>
                  <a:lnTo>
                    <a:pt x="1463066" y="1403333"/>
                  </a:lnTo>
                  <a:lnTo>
                    <a:pt x="1463111" y="1403335"/>
                  </a:lnTo>
                  <a:lnTo>
                    <a:pt x="1463134" y="1403345"/>
                  </a:lnTo>
                  <a:lnTo>
                    <a:pt x="1463150" y="1403379"/>
                  </a:lnTo>
                  <a:lnTo>
                    <a:pt x="1463127" y="1403419"/>
                  </a:lnTo>
                  <a:lnTo>
                    <a:pt x="1463097" y="1403446"/>
                  </a:lnTo>
                  <a:lnTo>
                    <a:pt x="1462995" y="1403520"/>
                  </a:lnTo>
                  <a:lnTo>
                    <a:pt x="1462869" y="1403617"/>
                  </a:lnTo>
                  <a:lnTo>
                    <a:pt x="1462810" y="1403666"/>
                  </a:lnTo>
                  <a:lnTo>
                    <a:pt x="1462704" y="1403688"/>
                  </a:lnTo>
                  <a:lnTo>
                    <a:pt x="1462284" y="1403832"/>
                  </a:lnTo>
                  <a:lnTo>
                    <a:pt x="1462185" y="1403861"/>
                  </a:lnTo>
                  <a:lnTo>
                    <a:pt x="1462041" y="1403915"/>
                  </a:lnTo>
                  <a:lnTo>
                    <a:pt x="1461944" y="1403952"/>
                  </a:lnTo>
                  <a:lnTo>
                    <a:pt x="1461917" y="1403962"/>
                  </a:lnTo>
                  <a:lnTo>
                    <a:pt x="1461711" y="1404071"/>
                  </a:lnTo>
                  <a:lnTo>
                    <a:pt x="1461450" y="1404232"/>
                  </a:lnTo>
                  <a:lnTo>
                    <a:pt x="1461260" y="1404390"/>
                  </a:lnTo>
                  <a:lnTo>
                    <a:pt x="1461225" y="1404418"/>
                  </a:lnTo>
                  <a:lnTo>
                    <a:pt x="1461069" y="1404618"/>
                  </a:lnTo>
                  <a:lnTo>
                    <a:pt x="1460749" y="1404987"/>
                  </a:lnTo>
                  <a:lnTo>
                    <a:pt x="1460539" y="1405247"/>
                  </a:lnTo>
                  <a:lnTo>
                    <a:pt x="1460279" y="1405524"/>
                  </a:lnTo>
                  <a:lnTo>
                    <a:pt x="1460111" y="1405688"/>
                  </a:lnTo>
                  <a:lnTo>
                    <a:pt x="1459763" y="1405994"/>
                  </a:lnTo>
                  <a:lnTo>
                    <a:pt x="1459657" y="1406069"/>
                  </a:lnTo>
                  <a:lnTo>
                    <a:pt x="1459273" y="1406406"/>
                  </a:lnTo>
                  <a:lnTo>
                    <a:pt x="1459036" y="1406553"/>
                  </a:lnTo>
                  <a:lnTo>
                    <a:pt x="1458915" y="1406675"/>
                  </a:lnTo>
                  <a:lnTo>
                    <a:pt x="1458868" y="1406733"/>
                  </a:lnTo>
                  <a:lnTo>
                    <a:pt x="1458847" y="1406759"/>
                  </a:lnTo>
                  <a:lnTo>
                    <a:pt x="1458806" y="1406847"/>
                  </a:lnTo>
                  <a:lnTo>
                    <a:pt x="1458771" y="1406906"/>
                  </a:lnTo>
                  <a:lnTo>
                    <a:pt x="1458668" y="1407016"/>
                  </a:lnTo>
                  <a:lnTo>
                    <a:pt x="1458635" y="1407017"/>
                  </a:lnTo>
                  <a:lnTo>
                    <a:pt x="1458515" y="1406937"/>
                  </a:lnTo>
                  <a:lnTo>
                    <a:pt x="1458504" y="1406929"/>
                  </a:lnTo>
                  <a:lnTo>
                    <a:pt x="1458480" y="1406927"/>
                  </a:lnTo>
                  <a:lnTo>
                    <a:pt x="1458418" y="1406936"/>
                  </a:lnTo>
                  <a:lnTo>
                    <a:pt x="1458218" y="1407070"/>
                  </a:lnTo>
                  <a:lnTo>
                    <a:pt x="1458159" y="1407124"/>
                  </a:lnTo>
                  <a:lnTo>
                    <a:pt x="1458127" y="1407157"/>
                  </a:lnTo>
                  <a:lnTo>
                    <a:pt x="1457852" y="1407555"/>
                  </a:lnTo>
                  <a:lnTo>
                    <a:pt x="1457844" y="1407567"/>
                  </a:lnTo>
                  <a:lnTo>
                    <a:pt x="1457799" y="1407659"/>
                  </a:lnTo>
                  <a:lnTo>
                    <a:pt x="1457740" y="1407830"/>
                  </a:lnTo>
                  <a:lnTo>
                    <a:pt x="1457631" y="1407915"/>
                  </a:lnTo>
                  <a:lnTo>
                    <a:pt x="1457596" y="1407931"/>
                  </a:lnTo>
                  <a:lnTo>
                    <a:pt x="1457527" y="1407939"/>
                  </a:lnTo>
                  <a:lnTo>
                    <a:pt x="1457406" y="1407877"/>
                  </a:lnTo>
                  <a:lnTo>
                    <a:pt x="1457335" y="1407822"/>
                  </a:lnTo>
                  <a:lnTo>
                    <a:pt x="1457299" y="1407828"/>
                  </a:lnTo>
                  <a:lnTo>
                    <a:pt x="1457251" y="1407835"/>
                  </a:lnTo>
                  <a:lnTo>
                    <a:pt x="1457107" y="1407933"/>
                  </a:lnTo>
                  <a:lnTo>
                    <a:pt x="1456975" y="1408040"/>
                  </a:lnTo>
                  <a:lnTo>
                    <a:pt x="1456966" y="1408060"/>
                  </a:lnTo>
                  <a:lnTo>
                    <a:pt x="1456974" y="1408086"/>
                  </a:lnTo>
                  <a:lnTo>
                    <a:pt x="1456986" y="1408091"/>
                  </a:lnTo>
                  <a:lnTo>
                    <a:pt x="1456980" y="1408138"/>
                  </a:lnTo>
                  <a:lnTo>
                    <a:pt x="1456973" y="1408151"/>
                  </a:lnTo>
                  <a:lnTo>
                    <a:pt x="1456945" y="1408158"/>
                  </a:lnTo>
                  <a:lnTo>
                    <a:pt x="1456926" y="1408155"/>
                  </a:lnTo>
                  <a:lnTo>
                    <a:pt x="1456847" y="1408093"/>
                  </a:lnTo>
                  <a:lnTo>
                    <a:pt x="1456822" y="1408008"/>
                  </a:lnTo>
                  <a:lnTo>
                    <a:pt x="1456859" y="1407971"/>
                  </a:lnTo>
                  <a:lnTo>
                    <a:pt x="1456889" y="1407922"/>
                  </a:lnTo>
                  <a:lnTo>
                    <a:pt x="1456924" y="1407835"/>
                  </a:lnTo>
                  <a:lnTo>
                    <a:pt x="1456929" y="1407808"/>
                  </a:lnTo>
                  <a:lnTo>
                    <a:pt x="1456929" y="1407735"/>
                  </a:lnTo>
                  <a:lnTo>
                    <a:pt x="1456873" y="1407655"/>
                  </a:lnTo>
                  <a:lnTo>
                    <a:pt x="1456869" y="1407630"/>
                  </a:lnTo>
                  <a:lnTo>
                    <a:pt x="1456867" y="1407616"/>
                  </a:lnTo>
                  <a:lnTo>
                    <a:pt x="1456914" y="1407479"/>
                  </a:lnTo>
                  <a:lnTo>
                    <a:pt x="1456943" y="1407322"/>
                  </a:lnTo>
                  <a:lnTo>
                    <a:pt x="1456895" y="1407179"/>
                  </a:lnTo>
                  <a:lnTo>
                    <a:pt x="1456809" y="1406944"/>
                  </a:lnTo>
                  <a:lnTo>
                    <a:pt x="1456758" y="1406839"/>
                  </a:lnTo>
                  <a:lnTo>
                    <a:pt x="1456746" y="1406817"/>
                  </a:lnTo>
                  <a:lnTo>
                    <a:pt x="1456790" y="1406747"/>
                  </a:lnTo>
                  <a:lnTo>
                    <a:pt x="1456837" y="1406803"/>
                  </a:lnTo>
                  <a:lnTo>
                    <a:pt x="1456945" y="1406917"/>
                  </a:lnTo>
                  <a:lnTo>
                    <a:pt x="1456953" y="1406925"/>
                  </a:lnTo>
                  <a:lnTo>
                    <a:pt x="1457111" y="1407021"/>
                  </a:lnTo>
                  <a:lnTo>
                    <a:pt x="1457187" y="1407067"/>
                  </a:lnTo>
                  <a:lnTo>
                    <a:pt x="1457267" y="1407111"/>
                  </a:lnTo>
                  <a:lnTo>
                    <a:pt x="1457318" y="1407096"/>
                  </a:lnTo>
                  <a:lnTo>
                    <a:pt x="1457376" y="1407079"/>
                  </a:lnTo>
                  <a:lnTo>
                    <a:pt x="1457382" y="1407079"/>
                  </a:lnTo>
                  <a:lnTo>
                    <a:pt x="1457393" y="1407075"/>
                  </a:lnTo>
                  <a:lnTo>
                    <a:pt x="1457409" y="1407074"/>
                  </a:lnTo>
                  <a:lnTo>
                    <a:pt x="1457667" y="1407109"/>
                  </a:lnTo>
                  <a:lnTo>
                    <a:pt x="1457678" y="1407129"/>
                  </a:lnTo>
                  <a:lnTo>
                    <a:pt x="1457693" y="1407203"/>
                  </a:lnTo>
                  <a:lnTo>
                    <a:pt x="1457690" y="1407225"/>
                  </a:lnTo>
                  <a:lnTo>
                    <a:pt x="1457717" y="1407244"/>
                  </a:lnTo>
                  <a:lnTo>
                    <a:pt x="1457793" y="1407266"/>
                  </a:lnTo>
                  <a:lnTo>
                    <a:pt x="1457880" y="1407280"/>
                  </a:lnTo>
                  <a:lnTo>
                    <a:pt x="1457939" y="1407211"/>
                  </a:lnTo>
                  <a:lnTo>
                    <a:pt x="1457977" y="1407139"/>
                  </a:lnTo>
                  <a:lnTo>
                    <a:pt x="1457999" y="1407056"/>
                  </a:lnTo>
                  <a:lnTo>
                    <a:pt x="1457980" y="1406987"/>
                  </a:lnTo>
                  <a:lnTo>
                    <a:pt x="1457979" y="1406980"/>
                  </a:lnTo>
                  <a:lnTo>
                    <a:pt x="1457967" y="1406933"/>
                  </a:lnTo>
                  <a:lnTo>
                    <a:pt x="1457976" y="1406867"/>
                  </a:lnTo>
                  <a:lnTo>
                    <a:pt x="1458029" y="1406770"/>
                  </a:lnTo>
                  <a:lnTo>
                    <a:pt x="1458036" y="1406750"/>
                  </a:lnTo>
                  <a:lnTo>
                    <a:pt x="1458030" y="1406706"/>
                  </a:lnTo>
                  <a:lnTo>
                    <a:pt x="1457999" y="1406659"/>
                  </a:lnTo>
                  <a:lnTo>
                    <a:pt x="1457970" y="1406628"/>
                  </a:lnTo>
                  <a:lnTo>
                    <a:pt x="1457934" y="1406506"/>
                  </a:lnTo>
                  <a:lnTo>
                    <a:pt x="1457890" y="1406413"/>
                  </a:lnTo>
                  <a:lnTo>
                    <a:pt x="1457867" y="1406390"/>
                  </a:lnTo>
                  <a:lnTo>
                    <a:pt x="1457786" y="1406369"/>
                  </a:lnTo>
                  <a:lnTo>
                    <a:pt x="1457765" y="1406342"/>
                  </a:lnTo>
                  <a:lnTo>
                    <a:pt x="1457756" y="1406285"/>
                  </a:lnTo>
                  <a:lnTo>
                    <a:pt x="1457762" y="1406241"/>
                  </a:lnTo>
                  <a:lnTo>
                    <a:pt x="1457847" y="1406104"/>
                  </a:lnTo>
                  <a:lnTo>
                    <a:pt x="1457904" y="1405998"/>
                  </a:lnTo>
                  <a:lnTo>
                    <a:pt x="1457921" y="1405967"/>
                  </a:lnTo>
                  <a:lnTo>
                    <a:pt x="1458060" y="1405702"/>
                  </a:lnTo>
                  <a:lnTo>
                    <a:pt x="1458133" y="1405562"/>
                  </a:lnTo>
                  <a:lnTo>
                    <a:pt x="1458175" y="1405535"/>
                  </a:lnTo>
                  <a:lnTo>
                    <a:pt x="1458220" y="1405505"/>
                  </a:lnTo>
                  <a:lnTo>
                    <a:pt x="1458319" y="1405440"/>
                  </a:lnTo>
                  <a:lnTo>
                    <a:pt x="1458521" y="1405287"/>
                  </a:lnTo>
                  <a:lnTo>
                    <a:pt x="1458593" y="1405248"/>
                  </a:lnTo>
                  <a:lnTo>
                    <a:pt x="1458598" y="1405246"/>
                  </a:lnTo>
                  <a:lnTo>
                    <a:pt x="1458600" y="1405239"/>
                  </a:lnTo>
                  <a:lnTo>
                    <a:pt x="1458597" y="1405217"/>
                  </a:lnTo>
                  <a:lnTo>
                    <a:pt x="1458570" y="1405180"/>
                  </a:lnTo>
                  <a:lnTo>
                    <a:pt x="1458553" y="1405165"/>
                  </a:lnTo>
                  <a:lnTo>
                    <a:pt x="1458542" y="1405161"/>
                  </a:lnTo>
                  <a:lnTo>
                    <a:pt x="1458531" y="1405160"/>
                  </a:lnTo>
                  <a:lnTo>
                    <a:pt x="1458532" y="1405172"/>
                  </a:lnTo>
                  <a:lnTo>
                    <a:pt x="1458503" y="1405210"/>
                  </a:lnTo>
                  <a:lnTo>
                    <a:pt x="1458449" y="1405245"/>
                  </a:lnTo>
                  <a:lnTo>
                    <a:pt x="1458425" y="1405254"/>
                  </a:lnTo>
                  <a:lnTo>
                    <a:pt x="1458369" y="1405258"/>
                  </a:lnTo>
                  <a:lnTo>
                    <a:pt x="1458157" y="1405113"/>
                  </a:lnTo>
                  <a:lnTo>
                    <a:pt x="1458102" y="1405073"/>
                  </a:lnTo>
                  <a:lnTo>
                    <a:pt x="1458088" y="1405057"/>
                  </a:lnTo>
                  <a:lnTo>
                    <a:pt x="1458082" y="1405051"/>
                  </a:lnTo>
                  <a:lnTo>
                    <a:pt x="1458076" y="1404943"/>
                  </a:lnTo>
                  <a:lnTo>
                    <a:pt x="1458076" y="1404878"/>
                  </a:lnTo>
                  <a:lnTo>
                    <a:pt x="1457898" y="1404859"/>
                  </a:lnTo>
                  <a:lnTo>
                    <a:pt x="1457721" y="1404795"/>
                  </a:lnTo>
                  <a:lnTo>
                    <a:pt x="1457700" y="1404788"/>
                  </a:lnTo>
                  <a:lnTo>
                    <a:pt x="1457629" y="1404739"/>
                  </a:lnTo>
                  <a:lnTo>
                    <a:pt x="1457624" y="1404729"/>
                  </a:lnTo>
                  <a:lnTo>
                    <a:pt x="1457635" y="1404695"/>
                  </a:lnTo>
                  <a:lnTo>
                    <a:pt x="1457642" y="1404675"/>
                  </a:lnTo>
                  <a:lnTo>
                    <a:pt x="1457647" y="1404670"/>
                  </a:lnTo>
                  <a:lnTo>
                    <a:pt x="1457678" y="1404643"/>
                  </a:lnTo>
                  <a:lnTo>
                    <a:pt x="1457690" y="1404636"/>
                  </a:lnTo>
                  <a:lnTo>
                    <a:pt x="1457687" y="1404605"/>
                  </a:lnTo>
                  <a:lnTo>
                    <a:pt x="1457627" y="1404560"/>
                  </a:lnTo>
                  <a:lnTo>
                    <a:pt x="1457574" y="1404519"/>
                  </a:lnTo>
                  <a:lnTo>
                    <a:pt x="1457520" y="1404499"/>
                  </a:lnTo>
                  <a:lnTo>
                    <a:pt x="1457512" y="1404496"/>
                  </a:lnTo>
                  <a:lnTo>
                    <a:pt x="1457408" y="1404484"/>
                  </a:lnTo>
                  <a:lnTo>
                    <a:pt x="1457346" y="1404476"/>
                  </a:lnTo>
                  <a:lnTo>
                    <a:pt x="1457223" y="1404526"/>
                  </a:lnTo>
                  <a:lnTo>
                    <a:pt x="1457172" y="1404627"/>
                  </a:lnTo>
                  <a:lnTo>
                    <a:pt x="1457141" y="1404764"/>
                  </a:lnTo>
                  <a:lnTo>
                    <a:pt x="1457071" y="1404835"/>
                  </a:lnTo>
                  <a:lnTo>
                    <a:pt x="1457063" y="1404837"/>
                  </a:lnTo>
                  <a:lnTo>
                    <a:pt x="1457050" y="1404842"/>
                  </a:lnTo>
                  <a:lnTo>
                    <a:pt x="1457038" y="1404839"/>
                  </a:lnTo>
                  <a:lnTo>
                    <a:pt x="1456864" y="1404788"/>
                  </a:lnTo>
                  <a:lnTo>
                    <a:pt x="1456705" y="1404741"/>
                  </a:lnTo>
                  <a:lnTo>
                    <a:pt x="1456682" y="1404748"/>
                  </a:lnTo>
                  <a:lnTo>
                    <a:pt x="1456494" y="1404799"/>
                  </a:lnTo>
                  <a:lnTo>
                    <a:pt x="1456500" y="1404733"/>
                  </a:lnTo>
                  <a:lnTo>
                    <a:pt x="1456490" y="1404621"/>
                  </a:lnTo>
                  <a:lnTo>
                    <a:pt x="1456479" y="1404598"/>
                  </a:lnTo>
                  <a:lnTo>
                    <a:pt x="1456465" y="1404588"/>
                  </a:lnTo>
                  <a:lnTo>
                    <a:pt x="1456310" y="1404540"/>
                  </a:lnTo>
                  <a:lnTo>
                    <a:pt x="1456237" y="1404567"/>
                  </a:lnTo>
                  <a:lnTo>
                    <a:pt x="1456221" y="1404629"/>
                  </a:lnTo>
                  <a:lnTo>
                    <a:pt x="1456203" y="1404649"/>
                  </a:lnTo>
                  <a:lnTo>
                    <a:pt x="1456173" y="1404612"/>
                  </a:lnTo>
                  <a:lnTo>
                    <a:pt x="1456148" y="1404578"/>
                  </a:lnTo>
                  <a:lnTo>
                    <a:pt x="1456063" y="1404460"/>
                  </a:lnTo>
                  <a:lnTo>
                    <a:pt x="1456016" y="1404394"/>
                  </a:lnTo>
                  <a:lnTo>
                    <a:pt x="1455981" y="1404348"/>
                  </a:lnTo>
                  <a:lnTo>
                    <a:pt x="1455834" y="1404152"/>
                  </a:lnTo>
                  <a:lnTo>
                    <a:pt x="1455814" y="1404137"/>
                  </a:lnTo>
                  <a:lnTo>
                    <a:pt x="1455779" y="1404110"/>
                  </a:lnTo>
                  <a:lnTo>
                    <a:pt x="1455711" y="1404066"/>
                  </a:lnTo>
                  <a:lnTo>
                    <a:pt x="1455697" y="1404062"/>
                  </a:lnTo>
                  <a:lnTo>
                    <a:pt x="1455609" y="1404036"/>
                  </a:lnTo>
                  <a:lnTo>
                    <a:pt x="1455507" y="1404010"/>
                  </a:lnTo>
                  <a:lnTo>
                    <a:pt x="1455408" y="1403987"/>
                  </a:lnTo>
                  <a:lnTo>
                    <a:pt x="1455206" y="1403930"/>
                  </a:lnTo>
                  <a:lnTo>
                    <a:pt x="1455129" y="1403896"/>
                  </a:lnTo>
                  <a:lnTo>
                    <a:pt x="1455042" y="1403857"/>
                  </a:lnTo>
                  <a:lnTo>
                    <a:pt x="1454960" y="1403818"/>
                  </a:lnTo>
                  <a:lnTo>
                    <a:pt x="1454937" y="1403838"/>
                  </a:lnTo>
                  <a:lnTo>
                    <a:pt x="1454926" y="1403880"/>
                  </a:lnTo>
                  <a:lnTo>
                    <a:pt x="1454894" y="1404026"/>
                  </a:lnTo>
                  <a:lnTo>
                    <a:pt x="1454890" y="1404046"/>
                  </a:lnTo>
                  <a:lnTo>
                    <a:pt x="1454869" y="1404148"/>
                  </a:lnTo>
                  <a:lnTo>
                    <a:pt x="1454867" y="1404154"/>
                  </a:lnTo>
                  <a:lnTo>
                    <a:pt x="1454854" y="1404166"/>
                  </a:lnTo>
                  <a:lnTo>
                    <a:pt x="1454846" y="1404165"/>
                  </a:lnTo>
                  <a:lnTo>
                    <a:pt x="1454835" y="1404164"/>
                  </a:lnTo>
                  <a:lnTo>
                    <a:pt x="1454831" y="1404163"/>
                  </a:lnTo>
                  <a:lnTo>
                    <a:pt x="1454825" y="1404160"/>
                  </a:lnTo>
                  <a:lnTo>
                    <a:pt x="1454757" y="1404126"/>
                  </a:lnTo>
                  <a:lnTo>
                    <a:pt x="1454685" y="1404088"/>
                  </a:lnTo>
                  <a:lnTo>
                    <a:pt x="1454629" y="1404058"/>
                  </a:lnTo>
                  <a:lnTo>
                    <a:pt x="1454570" y="1404025"/>
                  </a:lnTo>
                  <a:lnTo>
                    <a:pt x="1454524" y="1404005"/>
                  </a:lnTo>
                  <a:lnTo>
                    <a:pt x="1454427" y="1403969"/>
                  </a:lnTo>
                  <a:lnTo>
                    <a:pt x="1454256" y="1403906"/>
                  </a:lnTo>
                  <a:lnTo>
                    <a:pt x="1454221" y="1403893"/>
                  </a:lnTo>
                  <a:lnTo>
                    <a:pt x="1454188" y="1403923"/>
                  </a:lnTo>
                  <a:lnTo>
                    <a:pt x="1454162" y="1403948"/>
                  </a:lnTo>
                  <a:lnTo>
                    <a:pt x="1454167" y="1403951"/>
                  </a:lnTo>
                  <a:lnTo>
                    <a:pt x="1454263" y="1404020"/>
                  </a:lnTo>
                  <a:lnTo>
                    <a:pt x="1454302" y="1404043"/>
                  </a:lnTo>
                  <a:lnTo>
                    <a:pt x="1454309" y="1404048"/>
                  </a:lnTo>
                  <a:lnTo>
                    <a:pt x="1454437" y="1404122"/>
                  </a:lnTo>
                  <a:lnTo>
                    <a:pt x="1454490" y="1404153"/>
                  </a:lnTo>
                  <a:lnTo>
                    <a:pt x="1454463" y="1404229"/>
                  </a:lnTo>
                  <a:lnTo>
                    <a:pt x="1454448" y="1404273"/>
                  </a:lnTo>
                  <a:lnTo>
                    <a:pt x="1454350" y="1404338"/>
                  </a:lnTo>
                  <a:lnTo>
                    <a:pt x="1454319" y="1404358"/>
                  </a:lnTo>
                  <a:lnTo>
                    <a:pt x="1454312" y="1404360"/>
                  </a:lnTo>
                  <a:lnTo>
                    <a:pt x="1454281" y="1404383"/>
                  </a:lnTo>
                  <a:lnTo>
                    <a:pt x="1454263" y="1404402"/>
                  </a:lnTo>
                  <a:lnTo>
                    <a:pt x="1454185" y="1404482"/>
                  </a:lnTo>
                  <a:lnTo>
                    <a:pt x="1454227" y="1404597"/>
                  </a:lnTo>
                  <a:lnTo>
                    <a:pt x="1454361" y="1404564"/>
                  </a:lnTo>
                  <a:lnTo>
                    <a:pt x="1454402" y="1404554"/>
                  </a:lnTo>
                  <a:lnTo>
                    <a:pt x="1454477" y="1404519"/>
                  </a:lnTo>
                  <a:lnTo>
                    <a:pt x="1454551" y="1404460"/>
                  </a:lnTo>
                  <a:lnTo>
                    <a:pt x="1454765" y="1404427"/>
                  </a:lnTo>
                  <a:lnTo>
                    <a:pt x="1454994" y="1404427"/>
                  </a:lnTo>
                  <a:lnTo>
                    <a:pt x="1455345" y="1404428"/>
                  </a:lnTo>
                  <a:lnTo>
                    <a:pt x="1455523" y="1404422"/>
                  </a:lnTo>
                  <a:lnTo>
                    <a:pt x="1455571" y="1404456"/>
                  </a:lnTo>
                  <a:lnTo>
                    <a:pt x="1455738" y="1404716"/>
                  </a:lnTo>
                  <a:lnTo>
                    <a:pt x="1455826" y="1404769"/>
                  </a:lnTo>
                  <a:lnTo>
                    <a:pt x="1455957" y="1404780"/>
                  </a:lnTo>
                  <a:lnTo>
                    <a:pt x="1456000" y="1404827"/>
                  </a:lnTo>
                  <a:lnTo>
                    <a:pt x="1456029" y="1404888"/>
                  </a:lnTo>
                  <a:lnTo>
                    <a:pt x="1456086" y="1405106"/>
                  </a:lnTo>
                  <a:lnTo>
                    <a:pt x="1456038" y="1405254"/>
                  </a:lnTo>
                  <a:lnTo>
                    <a:pt x="1456023" y="1405286"/>
                  </a:lnTo>
                  <a:lnTo>
                    <a:pt x="1456004" y="1405306"/>
                  </a:lnTo>
                  <a:lnTo>
                    <a:pt x="1455972" y="1405324"/>
                  </a:lnTo>
                  <a:lnTo>
                    <a:pt x="1455883" y="1405323"/>
                  </a:lnTo>
                  <a:lnTo>
                    <a:pt x="1455738" y="1405308"/>
                  </a:lnTo>
                  <a:lnTo>
                    <a:pt x="1455443" y="1405246"/>
                  </a:lnTo>
                  <a:lnTo>
                    <a:pt x="1455244" y="1405191"/>
                  </a:lnTo>
                  <a:lnTo>
                    <a:pt x="1455192" y="1405189"/>
                  </a:lnTo>
                  <a:lnTo>
                    <a:pt x="1455070" y="1405205"/>
                  </a:lnTo>
                  <a:lnTo>
                    <a:pt x="1454892" y="1405236"/>
                  </a:lnTo>
                  <a:lnTo>
                    <a:pt x="1454871" y="1405240"/>
                  </a:lnTo>
                  <a:lnTo>
                    <a:pt x="1454448" y="1405351"/>
                  </a:lnTo>
                  <a:lnTo>
                    <a:pt x="1454432" y="1405355"/>
                  </a:lnTo>
                  <a:lnTo>
                    <a:pt x="1454088" y="1405484"/>
                  </a:lnTo>
                  <a:lnTo>
                    <a:pt x="1454062" y="1405493"/>
                  </a:lnTo>
                  <a:lnTo>
                    <a:pt x="1454048" y="1405500"/>
                  </a:lnTo>
                  <a:lnTo>
                    <a:pt x="1453928" y="1405557"/>
                  </a:lnTo>
                  <a:lnTo>
                    <a:pt x="1453609" y="1405685"/>
                  </a:lnTo>
                  <a:lnTo>
                    <a:pt x="1453222" y="1405832"/>
                  </a:lnTo>
                  <a:lnTo>
                    <a:pt x="1453199" y="1405839"/>
                  </a:lnTo>
                  <a:lnTo>
                    <a:pt x="1453182" y="1405843"/>
                  </a:lnTo>
                  <a:lnTo>
                    <a:pt x="1452767" y="1405874"/>
                  </a:lnTo>
                  <a:lnTo>
                    <a:pt x="1452531" y="1405929"/>
                  </a:lnTo>
                  <a:lnTo>
                    <a:pt x="1452412" y="1405977"/>
                  </a:lnTo>
                  <a:lnTo>
                    <a:pt x="1452350" y="1406002"/>
                  </a:lnTo>
                  <a:lnTo>
                    <a:pt x="1452266" y="1406024"/>
                  </a:lnTo>
                  <a:lnTo>
                    <a:pt x="1452251" y="1406022"/>
                  </a:lnTo>
                  <a:lnTo>
                    <a:pt x="1452238" y="1406007"/>
                  </a:lnTo>
                  <a:lnTo>
                    <a:pt x="1452240" y="1405923"/>
                  </a:lnTo>
                  <a:lnTo>
                    <a:pt x="1452241" y="1405915"/>
                  </a:lnTo>
                  <a:lnTo>
                    <a:pt x="1452230" y="1405888"/>
                  </a:lnTo>
                  <a:lnTo>
                    <a:pt x="1452203" y="1405858"/>
                  </a:lnTo>
                  <a:lnTo>
                    <a:pt x="1452136" y="1405830"/>
                  </a:lnTo>
                  <a:lnTo>
                    <a:pt x="1452019" y="1405798"/>
                  </a:lnTo>
                  <a:lnTo>
                    <a:pt x="1451950" y="1405793"/>
                  </a:lnTo>
                  <a:lnTo>
                    <a:pt x="1451671" y="1405818"/>
                  </a:lnTo>
                  <a:lnTo>
                    <a:pt x="1451446" y="1405881"/>
                  </a:lnTo>
                  <a:lnTo>
                    <a:pt x="1451282" y="1405964"/>
                  </a:lnTo>
                  <a:lnTo>
                    <a:pt x="1451186" y="1406024"/>
                  </a:lnTo>
                  <a:lnTo>
                    <a:pt x="1450983" y="1406124"/>
                  </a:lnTo>
                  <a:lnTo>
                    <a:pt x="1450913" y="1406159"/>
                  </a:lnTo>
                  <a:lnTo>
                    <a:pt x="1450887" y="1406165"/>
                  </a:lnTo>
                  <a:lnTo>
                    <a:pt x="1450863" y="1406152"/>
                  </a:lnTo>
                  <a:lnTo>
                    <a:pt x="1450809" y="1406047"/>
                  </a:lnTo>
                  <a:lnTo>
                    <a:pt x="1450737" y="1405934"/>
                  </a:lnTo>
                  <a:lnTo>
                    <a:pt x="1450630" y="1405809"/>
                  </a:lnTo>
                  <a:lnTo>
                    <a:pt x="1450563" y="1405746"/>
                  </a:lnTo>
                  <a:lnTo>
                    <a:pt x="1450452" y="1405656"/>
                  </a:lnTo>
                  <a:lnTo>
                    <a:pt x="1450399" y="1405621"/>
                  </a:lnTo>
                  <a:lnTo>
                    <a:pt x="1450382" y="1405602"/>
                  </a:lnTo>
                  <a:lnTo>
                    <a:pt x="1450372" y="1405577"/>
                  </a:lnTo>
                  <a:lnTo>
                    <a:pt x="1450302" y="1405398"/>
                  </a:lnTo>
                  <a:lnTo>
                    <a:pt x="1450289" y="1405351"/>
                  </a:lnTo>
                  <a:lnTo>
                    <a:pt x="1450303" y="1405335"/>
                  </a:lnTo>
                  <a:lnTo>
                    <a:pt x="1450379" y="1405314"/>
                  </a:lnTo>
                  <a:lnTo>
                    <a:pt x="1450635" y="1405361"/>
                  </a:lnTo>
                  <a:lnTo>
                    <a:pt x="1450651" y="1405378"/>
                  </a:lnTo>
                  <a:lnTo>
                    <a:pt x="1450666" y="1405377"/>
                  </a:lnTo>
                  <a:lnTo>
                    <a:pt x="1450679" y="1405375"/>
                  </a:lnTo>
                  <a:lnTo>
                    <a:pt x="1450683" y="1405114"/>
                  </a:lnTo>
                  <a:lnTo>
                    <a:pt x="1450666" y="1405113"/>
                  </a:lnTo>
                  <a:lnTo>
                    <a:pt x="1450637" y="1405119"/>
                  </a:lnTo>
                  <a:lnTo>
                    <a:pt x="1450478" y="1405143"/>
                  </a:lnTo>
                  <a:lnTo>
                    <a:pt x="1450264" y="1405212"/>
                  </a:lnTo>
                  <a:lnTo>
                    <a:pt x="1450254" y="1405215"/>
                  </a:lnTo>
                  <a:lnTo>
                    <a:pt x="1450227" y="1405250"/>
                  </a:lnTo>
                  <a:lnTo>
                    <a:pt x="1450090" y="1405142"/>
                  </a:lnTo>
                  <a:lnTo>
                    <a:pt x="1450085" y="1405134"/>
                  </a:lnTo>
                  <a:lnTo>
                    <a:pt x="1449956" y="1405026"/>
                  </a:lnTo>
                  <a:lnTo>
                    <a:pt x="1449951" y="1405022"/>
                  </a:lnTo>
                  <a:lnTo>
                    <a:pt x="1449805" y="1404934"/>
                  </a:lnTo>
                  <a:lnTo>
                    <a:pt x="1449816" y="1404795"/>
                  </a:lnTo>
                  <a:lnTo>
                    <a:pt x="1449828" y="1404654"/>
                  </a:lnTo>
                  <a:lnTo>
                    <a:pt x="1449848" y="1404612"/>
                  </a:lnTo>
                  <a:lnTo>
                    <a:pt x="1450013" y="1404285"/>
                  </a:lnTo>
                  <a:lnTo>
                    <a:pt x="1450059" y="1404150"/>
                  </a:lnTo>
                  <a:lnTo>
                    <a:pt x="1450084" y="1403986"/>
                  </a:lnTo>
                  <a:lnTo>
                    <a:pt x="1450078" y="1403966"/>
                  </a:lnTo>
                  <a:lnTo>
                    <a:pt x="1449937" y="1403873"/>
                  </a:lnTo>
                  <a:lnTo>
                    <a:pt x="1449716" y="1403743"/>
                  </a:lnTo>
                  <a:lnTo>
                    <a:pt x="1449569" y="1403746"/>
                  </a:lnTo>
                  <a:lnTo>
                    <a:pt x="1449432" y="1403737"/>
                  </a:lnTo>
                  <a:lnTo>
                    <a:pt x="1448891" y="1403666"/>
                  </a:lnTo>
                  <a:lnTo>
                    <a:pt x="1448737" y="1403613"/>
                  </a:lnTo>
                  <a:lnTo>
                    <a:pt x="1448653" y="1403571"/>
                  </a:lnTo>
                  <a:lnTo>
                    <a:pt x="1448634" y="1403562"/>
                  </a:lnTo>
                  <a:lnTo>
                    <a:pt x="1448600" y="1403610"/>
                  </a:lnTo>
                  <a:lnTo>
                    <a:pt x="1448564" y="1403700"/>
                  </a:lnTo>
                  <a:lnTo>
                    <a:pt x="1448541" y="1403716"/>
                  </a:lnTo>
                  <a:lnTo>
                    <a:pt x="1448511" y="1403737"/>
                  </a:lnTo>
                  <a:lnTo>
                    <a:pt x="1448421" y="1403740"/>
                  </a:lnTo>
                  <a:lnTo>
                    <a:pt x="1448331" y="1403685"/>
                  </a:lnTo>
                  <a:lnTo>
                    <a:pt x="1448248" y="1403634"/>
                  </a:lnTo>
                  <a:lnTo>
                    <a:pt x="1448223" y="1403560"/>
                  </a:lnTo>
                  <a:lnTo>
                    <a:pt x="1448253" y="1403490"/>
                  </a:lnTo>
                  <a:lnTo>
                    <a:pt x="1448300" y="1403422"/>
                  </a:lnTo>
                  <a:lnTo>
                    <a:pt x="1448321" y="1403375"/>
                  </a:lnTo>
                  <a:lnTo>
                    <a:pt x="1448324" y="1403370"/>
                  </a:lnTo>
                  <a:lnTo>
                    <a:pt x="1448323" y="1403366"/>
                  </a:lnTo>
                  <a:lnTo>
                    <a:pt x="1448320" y="1403283"/>
                  </a:lnTo>
                  <a:lnTo>
                    <a:pt x="1448309" y="1403210"/>
                  </a:lnTo>
                  <a:lnTo>
                    <a:pt x="1448296" y="1403134"/>
                  </a:lnTo>
                  <a:lnTo>
                    <a:pt x="1448288" y="1403082"/>
                  </a:lnTo>
                  <a:lnTo>
                    <a:pt x="1448283" y="1403051"/>
                  </a:lnTo>
                  <a:lnTo>
                    <a:pt x="1448296" y="1402890"/>
                  </a:lnTo>
                  <a:lnTo>
                    <a:pt x="1448341" y="1402851"/>
                  </a:lnTo>
                  <a:lnTo>
                    <a:pt x="1448337" y="1402805"/>
                  </a:lnTo>
                  <a:lnTo>
                    <a:pt x="1448264" y="1402788"/>
                  </a:lnTo>
                  <a:lnTo>
                    <a:pt x="1448240" y="1402782"/>
                  </a:lnTo>
                  <a:lnTo>
                    <a:pt x="1448228" y="1402801"/>
                  </a:lnTo>
                  <a:lnTo>
                    <a:pt x="1448240" y="1402860"/>
                  </a:lnTo>
                  <a:lnTo>
                    <a:pt x="1448247" y="1402910"/>
                  </a:lnTo>
                  <a:lnTo>
                    <a:pt x="1448189" y="1403169"/>
                  </a:lnTo>
                  <a:lnTo>
                    <a:pt x="1448144" y="1403315"/>
                  </a:lnTo>
                  <a:lnTo>
                    <a:pt x="1448011" y="1403486"/>
                  </a:lnTo>
                  <a:lnTo>
                    <a:pt x="1447781" y="1403784"/>
                  </a:lnTo>
                  <a:lnTo>
                    <a:pt x="1447689" y="1403845"/>
                  </a:lnTo>
                  <a:lnTo>
                    <a:pt x="1447555" y="1403702"/>
                  </a:lnTo>
                  <a:lnTo>
                    <a:pt x="1447540" y="1403709"/>
                  </a:lnTo>
                  <a:lnTo>
                    <a:pt x="1447498" y="1403749"/>
                  </a:lnTo>
                  <a:lnTo>
                    <a:pt x="1447639" y="1403911"/>
                  </a:lnTo>
                  <a:lnTo>
                    <a:pt x="1447317" y="1404239"/>
                  </a:lnTo>
                  <a:lnTo>
                    <a:pt x="1447268" y="1404308"/>
                  </a:lnTo>
                  <a:lnTo>
                    <a:pt x="1447210" y="1404392"/>
                  </a:lnTo>
                  <a:lnTo>
                    <a:pt x="1447136" y="1404385"/>
                  </a:lnTo>
                  <a:lnTo>
                    <a:pt x="1447025" y="1404341"/>
                  </a:lnTo>
                  <a:lnTo>
                    <a:pt x="1447005" y="1404346"/>
                  </a:lnTo>
                  <a:lnTo>
                    <a:pt x="1446990" y="1404350"/>
                  </a:lnTo>
                  <a:lnTo>
                    <a:pt x="1446946" y="1404392"/>
                  </a:lnTo>
                  <a:lnTo>
                    <a:pt x="1446934" y="1404400"/>
                  </a:lnTo>
                  <a:lnTo>
                    <a:pt x="1446960" y="1404435"/>
                  </a:lnTo>
                  <a:lnTo>
                    <a:pt x="1447005" y="1404459"/>
                  </a:lnTo>
                  <a:lnTo>
                    <a:pt x="1447015" y="1404464"/>
                  </a:lnTo>
                  <a:lnTo>
                    <a:pt x="1447080" y="1404534"/>
                  </a:lnTo>
                  <a:lnTo>
                    <a:pt x="1447095" y="1404574"/>
                  </a:lnTo>
                  <a:lnTo>
                    <a:pt x="1447097" y="1404591"/>
                  </a:lnTo>
                  <a:lnTo>
                    <a:pt x="1447075" y="1404652"/>
                  </a:lnTo>
                  <a:lnTo>
                    <a:pt x="1447048" y="1404699"/>
                  </a:lnTo>
                  <a:lnTo>
                    <a:pt x="1446993" y="1404780"/>
                  </a:lnTo>
                  <a:lnTo>
                    <a:pt x="1446936" y="1404853"/>
                  </a:lnTo>
                  <a:lnTo>
                    <a:pt x="1446904" y="1404891"/>
                  </a:lnTo>
                  <a:lnTo>
                    <a:pt x="1446919" y="1404941"/>
                  </a:lnTo>
                  <a:lnTo>
                    <a:pt x="1446934" y="1404991"/>
                  </a:lnTo>
                  <a:lnTo>
                    <a:pt x="1447082" y="1405026"/>
                  </a:lnTo>
                  <a:lnTo>
                    <a:pt x="1447210" y="1405055"/>
                  </a:lnTo>
                  <a:lnTo>
                    <a:pt x="1447260" y="1404979"/>
                  </a:lnTo>
                  <a:lnTo>
                    <a:pt x="1447348" y="1404968"/>
                  </a:lnTo>
                  <a:lnTo>
                    <a:pt x="1447536" y="1405001"/>
                  </a:lnTo>
                  <a:lnTo>
                    <a:pt x="1447559" y="1405011"/>
                  </a:lnTo>
                  <a:lnTo>
                    <a:pt x="1447659" y="1405099"/>
                  </a:lnTo>
                  <a:lnTo>
                    <a:pt x="1447671" y="1405172"/>
                  </a:lnTo>
                  <a:lnTo>
                    <a:pt x="1447656" y="1405208"/>
                  </a:lnTo>
                  <a:lnTo>
                    <a:pt x="1447622" y="1405249"/>
                  </a:lnTo>
                  <a:lnTo>
                    <a:pt x="1447604" y="1405250"/>
                  </a:lnTo>
                  <a:lnTo>
                    <a:pt x="1447548" y="1405340"/>
                  </a:lnTo>
                  <a:lnTo>
                    <a:pt x="1447504" y="1405544"/>
                  </a:lnTo>
                  <a:lnTo>
                    <a:pt x="1447515" y="1405553"/>
                  </a:lnTo>
                  <a:lnTo>
                    <a:pt x="1447694" y="1405699"/>
                  </a:lnTo>
                  <a:lnTo>
                    <a:pt x="1447818" y="1405557"/>
                  </a:lnTo>
                  <a:lnTo>
                    <a:pt x="1447877" y="1405392"/>
                  </a:lnTo>
                  <a:lnTo>
                    <a:pt x="1447928" y="1405270"/>
                  </a:lnTo>
                  <a:lnTo>
                    <a:pt x="1447945" y="1405228"/>
                  </a:lnTo>
                  <a:lnTo>
                    <a:pt x="1448034" y="1405213"/>
                  </a:lnTo>
                  <a:lnTo>
                    <a:pt x="1448136" y="1405207"/>
                  </a:lnTo>
                  <a:lnTo>
                    <a:pt x="1448225" y="1405235"/>
                  </a:lnTo>
                  <a:lnTo>
                    <a:pt x="1448388" y="1405305"/>
                  </a:lnTo>
                  <a:lnTo>
                    <a:pt x="1448414" y="1405338"/>
                  </a:lnTo>
                  <a:lnTo>
                    <a:pt x="1448415" y="1405355"/>
                  </a:lnTo>
                  <a:lnTo>
                    <a:pt x="1448610" y="1405443"/>
                  </a:lnTo>
                  <a:lnTo>
                    <a:pt x="1448683" y="1405437"/>
                  </a:lnTo>
                  <a:lnTo>
                    <a:pt x="1448703" y="1405426"/>
                  </a:lnTo>
                  <a:lnTo>
                    <a:pt x="1448758" y="1405272"/>
                  </a:lnTo>
                  <a:lnTo>
                    <a:pt x="1448768" y="1405174"/>
                  </a:lnTo>
                  <a:lnTo>
                    <a:pt x="1448810" y="1405140"/>
                  </a:lnTo>
                  <a:lnTo>
                    <a:pt x="1448943" y="1405054"/>
                  </a:lnTo>
                  <a:lnTo>
                    <a:pt x="1448984" y="1405034"/>
                  </a:lnTo>
                  <a:lnTo>
                    <a:pt x="1449113" y="1405022"/>
                  </a:lnTo>
                  <a:lnTo>
                    <a:pt x="1449433" y="1405110"/>
                  </a:lnTo>
                  <a:lnTo>
                    <a:pt x="1449739" y="1405342"/>
                  </a:lnTo>
                  <a:lnTo>
                    <a:pt x="1449871" y="1405452"/>
                  </a:lnTo>
                  <a:lnTo>
                    <a:pt x="1450267" y="1405869"/>
                  </a:lnTo>
                  <a:lnTo>
                    <a:pt x="1450269" y="1405889"/>
                  </a:lnTo>
                  <a:lnTo>
                    <a:pt x="1450261" y="1405896"/>
                  </a:lnTo>
                  <a:lnTo>
                    <a:pt x="1450099" y="1406002"/>
                  </a:lnTo>
                  <a:lnTo>
                    <a:pt x="1450043" y="1406015"/>
                  </a:lnTo>
                  <a:lnTo>
                    <a:pt x="1449597" y="1406111"/>
                  </a:lnTo>
                  <a:lnTo>
                    <a:pt x="1449350" y="1406149"/>
                  </a:lnTo>
                  <a:lnTo>
                    <a:pt x="1449251" y="1406170"/>
                  </a:lnTo>
                  <a:lnTo>
                    <a:pt x="1448583" y="1406391"/>
                  </a:lnTo>
                  <a:lnTo>
                    <a:pt x="1448344" y="1406485"/>
                  </a:lnTo>
                  <a:lnTo>
                    <a:pt x="1448119" y="1406587"/>
                  </a:lnTo>
                  <a:lnTo>
                    <a:pt x="1447681" y="1406874"/>
                  </a:lnTo>
                  <a:lnTo>
                    <a:pt x="1447216" y="1407230"/>
                  </a:lnTo>
                  <a:lnTo>
                    <a:pt x="1447076" y="1407349"/>
                  </a:lnTo>
                  <a:lnTo>
                    <a:pt x="1446915" y="1407497"/>
                  </a:lnTo>
                  <a:lnTo>
                    <a:pt x="1446725" y="1407678"/>
                  </a:lnTo>
                  <a:lnTo>
                    <a:pt x="1446642" y="1407659"/>
                  </a:lnTo>
                  <a:lnTo>
                    <a:pt x="1446651" y="1407617"/>
                  </a:lnTo>
                  <a:lnTo>
                    <a:pt x="1446648" y="1407601"/>
                  </a:lnTo>
                  <a:lnTo>
                    <a:pt x="1446574" y="1407550"/>
                  </a:lnTo>
                  <a:lnTo>
                    <a:pt x="1446544" y="1407539"/>
                  </a:lnTo>
                  <a:lnTo>
                    <a:pt x="1446476" y="1407530"/>
                  </a:lnTo>
                  <a:lnTo>
                    <a:pt x="1446276" y="1407533"/>
                  </a:lnTo>
                  <a:lnTo>
                    <a:pt x="1446161" y="1407573"/>
                  </a:lnTo>
                  <a:lnTo>
                    <a:pt x="1446009" y="1407638"/>
                  </a:lnTo>
                  <a:lnTo>
                    <a:pt x="1445880" y="1407704"/>
                  </a:lnTo>
                  <a:lnTo>
                    <a:pt x="1445722" y="1407816"/>
                  </a:lnTo>
                  <a:lnTo>
                    <a:pt x="1445689" y="1407842"/>
                  </a:lnTo>
                  <a:lnTo>
                    <a:pt x="1445587" y="1407923"/>
                  </a:lnTo>
                  <a:lnTo>
                    <a:pt x="1445416" y="1408045"/>
                  </a:lnTo>
                  <a:lnTo>
                    <a:pt x="1445056" y="1408163"/>
                  </a:lnTo>
                  <a:lnTo>
                    <a:pt x="1444999" y="1408155"/>
                  </a:lnTo>
                  <a:lnTo>
                    <a:pt x="1444953" y="1408148"/>
                  </a:lnTo>
                  <a:lnTo>
                    <a:pt x="1444903" y="1408141"/>
                  </a:lnTo>
                  <a:lnTo>
                    <a:pt x="1444892" y="1408122"/>
                  </a:lnTo>
                  <a:lnTo>
                    <a:pt x="1444892" y="1408099"/>
                  </a:lnTo>
                  <a:lnTo>
                    <a:pt x="1444909" y="1408077"/>
                  </a:lnTo>
                  <a:lnTo>
                    <a:pt x="1444946" y="1408015"/>
                  </a:lnTo>
                  <a:lnTo>
                    <a:pt x="1444953" y="1407998"/>
                  </a:lnTo>
                  <a:lnTo>
                    <a:pt x="1444957" y="1407987"/>
                  </a:lnTo>
                  <a:lnTo>
                    <a:pt x="1444956" y="1407973"/>
                  </a:lnTo>
                  <a:lnTo>
                    <a:pt x="1444947" y="1407936"/>
                  </a:lnTo>
                  <a:lnTo>
                    <a:pt x="1444944" y="1407927"/>
                  </a:lnTo>
                  <a:lnTo>
                    <a:pt x="1444940" y="1407921"/>
                  </a:lnTo>
                  <a:lnTo>
                    <a:pt x="1444857" y="1407861"/>
                  </a:lnTo>
                  <a:lnTo>
                    <a:pt x="1444852" y="1407858"/>
                  </a:lnTo>
                  <a:lnTo>
                    <a:pt x="1444847" y="1407854"/>
                  </a:lnTo>
                  <a:lnTo>
                    <a:pt x="1444828" y="1407849"/>
                  </a:lnTo>
                  <a:lnTo>
                    <a:pt x="1444821" y="1407847"/>
                  </a:lnTo>
                  <a:lnTo>
                    <a:pt x="1444800" y="1407841"/>
                  </a:lnTo>
                  <a:lnTo>
                    <a:pt x="1444793" y="1407850"/>
                  </a:lnTo>
                  <a:lnTo>
                    <a:pt x="1444789" y="1407857"/>
                  </a:lnTo>
                  <a:lnTo>
                    <a:pt x="1444779" y="1407872"/>
                  </a:lnTo>
                  <a:lnTo>
                    <a:pt x="1444818" y="1407886"/>
                  </a:lnTo>
                  <a:lnTo>
                    <a:pt x="1444823" y="1407890"/>
                  </a:lnTo>
                  <a:lnTo>
                    <a:pt x="1444826" y="1407894"/>
                  </a:lnTo>
                  <a:lnTo>
                    <a:pt x="1444831" y="1407901"/>
                  </a:lnTo>
                  <a:lnTo>
                    <a:pt x="1444839" y="1407918"/>
                  </a:lnTo>
                  <a:lnTo>
                    <a:pt x="1444847" y="1407939"/>
                  </a:lnTo>
                  <a:lnTo>
                    <a:pt x="1444853" y="1407960"/>
                  </a:lnTo>
                  <a:lnTo>
                    <a:pt x="1444858" y="1407981"/>
                  </a:lnTo>
                  <a:lnTo>
                    <a:pt x="1444857" y="1407988"/>
                  </a:lnTo>
                  <a:lnTo>
                    <a:pt x="1444855" y="1407996"/>
                  </a:lnTo>
                  <a:lnTo>
                    <a:pt x="1444850" y="1408008"/>
                  </a:lnTo>
                  <a:lnTo>
                    <a:pt x="1444844" y="1408013"/>
                  </a:lnTo>
                  <a:lnTo>
                    <a:pt x="1444839" y="1408016"/>
                  </a:lnTo>
                  <a:lnTo>
                    <a:pt x="1444832" y="1408016"/>
                  </a:lnTo>
                  <a:lnTo>
                    <a:pt x="1444825" y="1408011"/>
                  </a:lnTo>
                  <a:lnTo>
                    <a:pt x="1444820" y="1408006"/>
                  </a:lnTo>
                  <a:lnTo>
                    <a:pt x="1444817" y="1408003"/>
                  </a:lnTo>
                  <a:lnTo>
                    <a:pt x="1444806" y="1407995"/>
                  </a:lnTo>
                  <a:lnTo>
                    <a:pt x="1444761" y="1407974"/>
                  </a:lnTo>
                  <a:lnTo>
                    <a:pt x="1444754" y="1407971"/>
                  </a:lnTo>
                  <a:lnTo>
                    <a:pt x="1444741" y="1407967"/>
                  </a:lnTo>
                  <a:lnTo>
                    <a:pt x="1444719" y="1407963"/>
                  </a:lnTo>
                  <a:lnTo>
                    <a:pt x="1444664" y="1407956"/>
                  </a:lnTo>
                  <a:lnTo>
                    <a:pt x="1444591" y="1407952"/>
                  </a:lnTo>
                  <a:lnTo>
                    <a:pt x="1444563" y="1407953"/>
                  </a:lnTo>
                  <a:lnTo>
                    <a:pt x="1444477" y="1407958"/>
                  </a:lnTo>
                  <a:lnTo>
                    <a:pt x="1444431" y="1407965"/>
                  </a:lnTo>
                  <a:lnTo>
                    <a:pt x="1444408" y="1407972"/>
                  </a:lnTo>
                  <a:lnTo>
                    <a:pt x="1444204" y="1408048"/>
                  </a:lnTo>
                  <a:lnTo>
                    <a:pt x="1444186" y="1408055"/>
                  </a:lnTo>
                  <a:lnTo>
                    <a:pt x="1444153" y="1408071"/>
                  </a:lnTo>
                  <a:lnTo>
                    <a:pt x="1444108" y="1408094"/>
                  </a:lnTo>
                  <a:lnTo>
                    <a:pt x="1444074" y="1408114"/>
                  </a:lnTo>
                  <a:lnTo>
                    <a:pt x="1444036" y="1408140"/>
                  </a:lnTo>
                  <a:lnTo>
                    <a:pt x="1443937" y="1408207"/>
                  </a:lnTo>
                  <a:lnTo>
                    <a:pt x="1443866" y="1408256"/>
                  </a:lnTo>
                  <a:lnTo>
                    <a:pt x="1443854" y="1408266"/>
                  </a:lnTo>
                  <a:lnTo>
                    <a:pt x="1443851" y="1408271"/>
                  </a:lnTo>
                  <a:lnTo>
                    <a:pt x="1443728" y="1408373"/>
                  </a:lnTo>
                  <a:lnTo>
                    <a:pt x="1443663" y="1408410"/>
                  </a:lnTo>
                  <a:lnTo>
                    <a:pt x="1443606" y="1408451"/>
                  </a:lnTo>
                  <a:lnTo>
                    <a:pt x="1443579" y="1408473"/>
                  </a:lnTo>
                  <a:lnTo>
                    <a:pt x="1443541" y="1408505"/>
                  </a:lnTo>
                  <a:lnTo>
                    <a:pt x="1443448" y="1408594"/>
                  </a:lnTo>
                  <a:lnTo>
                    <a:pt x="1443333" y="1408709"/>
                  </a:lnTo>
                  <a:lnTo>
                    <a:pt x="1443263" y="1408779"/>
                  </a:lnTo>
                  <a:lnTo>
                    <a:pt x="1443253" y="1408788"/>
                  </a:lnTo>
                  <a:lnTo>
                    <a:pt x="1443104" y="1408947"/>
                  </a:lnTo>
                  <a:lnTo>
                    <a:pt x="1442968" y="1409108"/>
                  </a:lnTo>
                  <a:lnTo>
                    <a:pt x="1442952" y="1409128"/>
                  </a:lnTo>
                  <a:lnTo>
                    <a:pt x="1442949" y="1409132"/>
                  </a:lnTo>
                  <a:lnTo>
                    <a:pt x="1442912" y="1409179"/>
                  </a:lnTo>
                  <a:lnTo>
                    <a:pt x="1442874" y="1409227"/>
                  </a:lnTo>
                  <a:lnTo>
                    <a:pt x="1442823" y="1409280"/>
                  </a:lnTo>
                  <a:lnTo>
                    <a:pt x="1442786" y="1409318"/>
                  </a:lnTo>
                  <a:lnTo>
                    <a:pt x="1442772" y="1409329"/>
                  </a:lnTo>
                  <a:lnTo>
                    <a:pt x="1442721" y="1409368"/>
                  </a:lnTo>
                  <a:lnTo>
                    <a:pt x="1442438" y="1409448"/>
                  </a:lnTo>
                  <a:lnTo>
                    <a:pt x="1442432" y="1409447"/>
                  </a:lnTo>
                  <a:lnTo>
                    <a:pt x="1442280" y="1409417"/>
                  </a:lnTo>
                  <a:lnTo>
                    <a:pt x="1442099" y="1409377"/>
                  </a:lnTo>
                  <a:lnTo>
                    <a:pt x="1442080" y="1409380"/>
                  </a:lnTo>
                  <a:lnTo>
                    <a:pt x="1441965" y="1409399"/>
                  </a:lnTo>
                  <a:lnTo>
                    <a:pt x="1441863" y="1409453"/>
                  </a:lnTo>
                  <a:lnTo>
                    <a:pt x="1441743" y="1409460"/>
                  </a:lnTo>
                  <a:lnTo>
                    <a:pt x="1441568" y="1409426"/>
                  </a:lnTo>
                  <a:lnTo>
                    <a:pt x="1441517" y="1409414"/>
                  </a:lnTo>
                  <a:lnTo>
                    <a:pt x="1441514" y="1409396"/>
                  </a:lnTo>
                  <a:lnTo>
                    <a:pt x="1441525" y="1409329"/>
                  </a:lnTo>
                  <a:lnTo>
                    <a:pt x="1441502" y="1409260"/>
                  </a:lnTo>
                  <a:lnTo>
                    <a:pt x="1441475" y="1409237"/>
                  </a:lnTo>
                  <a:lnTo>
                    <a:pt x="1441385" y="1409187"/>
                  </a:lnTo>
                  <a:lnTo>
                    <a:pt x="1441325" y="1409175"/>
                  </a:lnTo>
                  <a:lnTo>
                    <a:pt x="1441051" y="1409142"/>
                  </a:lnTo>
                  <a:lnTo>
                    <a:pt x="1440970" y="1409150"/>
                  </a:lnTo>
                  <a:lnTo>
                    <a:pt x="1440914" y="1409168"/>
                  </a:lnTo>
                  <a:lnTo>
                    <a:pt x="1440727" y="1409260"/>
                  </a:lnTo>
                  <a:lnTo>
                    <a:pt x="1440658" y="1409295"/>
                  </a:lnTo>
                  <a:lnTo>
                    <a:pt x="1440619" y="1409315"/>
                  </a:lnTo>
                  <a:lnTo>
                    <a:pt x="1440503" y="1409375"/>
                  </a:lnTo>
                  <a:lnTo>
                    <a:pt x="1440449" y="1409362"/>
                  </a:lnTo>
                  <a:lnTo>
                    <a:pt x="1440407" y="1409213"/>
                  </a:lnTo>
                  <a:lnTo>
                    <a:pt x="1440405" y="1409209"/>
                  </a:lnTo>
                  <a:lnTo>
                    <a:pt x="1440324" y="1409079"/>
                  </a:lnTo>
                  <a:lnTo>
                    <a:pt x="1440296" y="1409044"/>
                  </a:lnTo>
                  <a:lnTo>
                    <a:pt x="1440290" y="1409039"/>
                  </a:lnTo>
                  <a:lnTo>
                    <a:pt x="1440123" y="1408905"/>
                  </a:lnTo>
                  <a:lnTo>
                    <a:pt x="1440118" y="1408903"/>
                  </a:lnTo>
                  <a:lnTo>
                    <a:pt x="1440029" y="1408867"/>
                  </a:lnTo>
                  <a:lnTo>
                    <a:pt x="1440014" y="1408865"/>
                  </a:lnTo>
                  <a:lnTo>
                    <a:pt x="1439963" y="1408858"/>
                  </a:lnTo>
                  <a:lnTo>
                    <a:pt x="1439942" y="1408856"/>
                  </a:lnTo>
                  <a:lnTo>
                    <a:pt x="1439870" y="1408858"/>
                  </a:lnTo>
                  <a:lnTo>
                    <a:pt x="1439763" y="1408868"/>
                  </a:lnTo>
                  <a:lnTo>
                    <a:pt x="1439722" y="1408874"/>
                  </a:lnTo>
                  <a:lnTo>
                    <a:pt x="1439444" y="1408906"/>
                  </a:lnTo>
                  <a:lnTo>
                    <a:pt x="1439400" y="1408912"/>
                  </a:lnTo>
                  <a:lnTo>
                    <a:pt x="1439331" y="1408930"/>
                  </a:lnTo>
                  <a:lnTo>
                    <a:pt x="1439267" y="1408955"/>
                  </a:lnTo>
                  <a:lnTo>
                    <a:pt x="1439221" y="1408972"/>
                  </a:lnTo>
                  <a:lnTo>
                    <a:pt x="1439194" y="1408932"/>
                  </a:lnTo>
                  <a:lnTo>
                    <a:pt x="1439211" y="1408900"/>
                  </a:lnTo>
                  <a:lnTo>
                    <a:pt x="1439259" y="1408794"/>
                  </a:lnTo>
                  <a:lnTo>
                    <a:pt x="1439259" y="1408776"/>
                  </a:lnTo>
                  <a:lnTo>
                    <a:pt x="1439233" y="1408751"/>
                  </a:lnTo>
                  <a:lnTo>
                    <a:pt x="1439204" y="1408723"/>
                  </a:lnTo>
                  <a:lnTo>
                    <a:pt x="1439166" y="1408709"/>
                  </a:lnTo>
                  <a:lnTo>
                    <a:pt x="1439154" y="1408712"/>
                  </a:lnTo>
                  <a:lnTo>
                    <a:pt x="1438769" y="1408806"/>
                  </a:lnTo>
                  <a:lnTo>
                    <a:pt x="1438622" y="1408848"/>
                  </a:lnTo>
                  <a:lnTo>
                    <a:pt x="1438334" y="1408936"/>
                  </a:lnTo>
                  <a:lnTo>
                    <a:pt x="1438140" y="1409010"/>
                  </a:lnTo>
                  <a:lnTo>
                    <a:pt x="1437816" y="1409252"/>
                  </a:lnTo>
                  <a:lnTo>
                    <a:pt x="1437764" y="1409304"/>
                  </a:lnTo>
                  <a:lnTo>
                    <a:pt x="1437737" y="1409351"/>
                  </a:lnTo>
                  <a:lnTo>
                    <a:pt x="1437726" y="1409371"/>
                  </a:lnTo>
                  <a:lnTo>
                    <a:pt x="1437658" y="1409451"/>
                  </a:lnTo>
                  <a:lnTo>
                    <a:pt x="1437631" y="1409481"/>
                  </a:lnTo>
                  <a:lnTo>
                    <a:pt x="1437523" y="1409576"/>
                  </a:lnTo>
                  <a:lnTo>
                    <a:pt x="1437507" y="1409587"/>
                  </a:lnTo>
                  <a:lnTo>
                    <a:pt x="1437486" y="1409593"/>
                  </a:lnTo>
                  <a:lnTo>
                    <a:pt x="1437468" y="1409591"/>
                  </a:lnTo>
                  <a:lnTo>
                    <a:pt x="1437450" y="1409583"/>
                  </a:lnTo>
                  <a:lnTo>
                    <a:pt x="1437440" y="1409579"/>
                  </a:lnTo>
                  <a:lnTo>
                    <a:pt x="1437368" y="1409487"/>
                  </a:lnTo>
                  <a:lnTo>
                    <a:pt x="1437335" y="1409469"/>
                  </a:lnTo>
                  <a:lnTo>
                    <a:pt x="1437233" y="1409441"/>
                  </a:lnTo>
                  <a:lnTo>
                    <a:pt x="1437191" y="1409467"/>
                  </a:lnTo>
                  <a:lnTo>
                    <a:pt x="1437168" y="1409481"/>
                  </a:lnTo>
                  <a:lnTo>
                    <a:pt x="1437140" y="1409498"/>
                  </a:lnTo>
                  <a:lnTo>
                    <a:pt x="1437113" y="1409515"/>
                  </a:lnTo>
                  <a:lnTo>
                    <a:pt x="1437062" y="1409735"/>
                  </a:lnTo>
                  <a:lnTo>
                    <a:pt x="1437037" y="1409849"/>
                  </a:lnTo>
                  <a:lnTo>
                    <a:pt x="1437033" y="1409865"/>
                  </a:lnTo>
                  <a:lnTo>
                    <a:pt x="1436971" y="1409931"/>
                  </a:lnTo>
                  <a:lnTo>
                    <a:pt x="1436889" y="1409978"/>
                  </a:lnTo>
                  <a:lnTo>
                    <a:pt x="1436844" y="1409990"/>
                  </a:lnTo>
                  <a:lnTo>
                    <a:pt x="1436793" y="1410017"/>
                  </a:lnTo>
                  <a:lnTo>
                    <a:pt x="1436620" y="1410144"/>
                  </a:lnTo>
                  <a:lnTo>
                    <a:pt x="1436501" y="1410252"/>
                  </a:lnTo>
                  <a:lnTo>
                    <a:pt x="1436432" y="1410324"/>
                  </a:lnTo>
                  <a:lnTo>
                    <a:pt x="1436329" y="1410445"/>
                  </a:lnTo>
                  <a:lnTo>
                    <a:pt x="1436125" y="1410688"/>
                  </a:lnTo>
                  <a:lnTo>
                    <a:pt x="1435968" y="1410876"/>
                  </a:lnTo>
                  <a:lnTo>
                    <a:pt x="1435807" y="1411084"/>
                  </a:lnTo>
                  <a:lnTo>
                    <a:pt x="1435563" y="1411416"/>
                  </a:lnTo>
                  <a:lnTo>
                    <a:pt x="1435415" y="1411646"/>
                  </a:lnTo>
                  <a:lnTo>
                    <a:pt x="1435231" y="1411936"/>
                  </a:lnTo>
                  <a:lnTo>
                    <a:pt x="1435108" y="1412140"/>
                  </a:lnTo>
                  <a:lnTo>
                    <a:pt x="1434862" y="1412486"/>
                  </a:lnTo>
                  <a:lnTo>
                    <a:pt x="1434647" y="1412799"/>
                  </a:lnTo>
                  <a:lnTo>
                    <a:pt x="1434573" y="1412917"/>
                  </a:lnTo>
                  <a:lnTo>
                    <a:pt x="1434396" y="1413262"/>
                  </a:lnTo>
                  <a:lnTo>
                    <a:pt x="1434253" y="1413584"/>
                  </a:lnTo>
                  <a:lnTo>
                    <a:pt x="1434128" y="1413919"/>
                  </a:lnTo>
                  <a:lnTo>
                    <a:pt x="1434052" y="1414151"/>
                  </a:lnTo>
                  <a:lnTo>
                    <a:pt x="1434021" y="1414248"/>
                  </a:lnTo>
                  <a:lnTo>
                    <a:pt x="1433995" y="1414399"/>
                  </a:lnTo>
                  <a:lnTo>
                    <a:pt x="1433935" y="1414583"/>
                  </a:lnTo>
                  <a:lnTo>
                    <a:pt x="1433843" y="1414843"/>
                  </a:lnTo>
                  <a:lnTo>
                    <a:pt x="1433753" y="1415048"/>
                  </a:lnTo>
                  <a:lnTo>
                    <a:pt x="1433649" y="1415242"/>
                  </a:lnTo>
                  <a:lnTo>
                    <a:pt x="1433495" y="1415530"/>
                  </a:lnTo>
                  <a:lnTo>
                    <a:pt x="1433352" y="1415668"/>
                  </a:lnTo>
                  <a:lnTo>
                    <a:pt x="1433322" y="1415676"/>
                  </a:lnTo>
                  <a:lnTo>
                    <a:pt x="1433257" y="1415694"/>
                  </a:lnTo>
                  <a:lnTo>
                    <a:pt x="1433152" y="1415828"/>
                  </a:lnTo>
                  <a:lnTo>
                    <a:pt x="1433134" y="1415852"/>
                  </a:lnTo>
                  <a:lnTo>
                    <a:pt x="1432980" y="1416050"/>
                  </a:lnTo>
                  <a:lnTo>
                    <a:pt x="1432976" y="1416088"/>
                  </a:lnTo>
                  <a:lnTo>
                    <a:pt x="1432821" y="1416321"/>
                  </a:lnTo>
                  <a:lnTo>
                    <a:pt x="1432726" y="1416406"/>
                  </a:lnTo>
                  <a:lnTo>
                    <a:pt x="1432452" y="1416560"/>
                  </a:lnTo>
                  <a:lnTo>
                    <a:pt x="1432257" y="1416658"/>
                  </a:lnTo>
                  <a:lnTo>
                    <a:pt x="1432181" y="1416682"/>
                  </a:lnTo>
                  <a:lnTo>
                    <a:pt x="1432010" y="1416659"/>
                  </a:lnTo>
                  <a:lnTo>
                    <a:pt x="1431973" y="1416643"/>
                  </a:lnTo>
                  <a:lnTo>
                    <a:pt x="1431864" y="1416495"/>
                  </a:lnTo>
                  <a:lnTo>
                    <a:pt x="1431812" y="1416388"/>
                  </a:lnTo>
                  <a:lnTo>
                    <a:pt x="1431808" y="1416276"/>
                  </a:lnTo>
                  <a:lnTo>
                    <a:pt x="1431813" y="1416275"/>
                  </a:lnTo>
                  <a:lnTo>
                    <a:pt x="1431820" y="1416241"/>
                  </a:lnTo>
                  <a:lnTo>
                    <a:pt x="1431815" y="1416217"/>
                  </a:lnTo>
                  <a:lnTo>
                    <a:pt x="1431796" y="1416139"/>
                  </a:lnTo>
                  <a:lnTo>
                    <a:pt x="1431786" y="1416138"/>
                  </a:lnTo>
                  <a:lnTo>
                    <a:pt x="1431777" y="1416138"/>
                  </a:lnTo>
                  <a:lnTo>
                    <a:pt x="1431710" y="1416174"/>
                  </a:lnTo>
                  <a:lnTo>
                    <a:pt x="1431688" y="1416229"/>
                  </a:lnTo>
                  <a:lnTo>
                    <a:pt x="1431685" y="1416329"/>
                  </a:lnTo>
                  <a:lnTo>
                    <a:pt x="1431688" y="1416392"/>
                  </a:lnTo>
                  <a:lnTo>
                    <a:pt x="1431748" y="1416658"/>
                  </a:lnTo>
                  <a:lnTo>
                    <a:pt x="1431706" y="1416737"/>
                  </a:lnTo>
                  <a:lnTo>
                    <a:pt x="1431619" y="1416761"/>
                  </a:lnTo>
                  <a:lnTo>
                    <a:pt x="1431101" y="1416765"/>
                  </a:lnTo>
                  <a:lnTo>
                    <a:pt x="1430938" y="1416718"/>
                  </a:lnTo>
                  <a:lnTo>
                    <a:pt x="1430766" y="1416731"/>
                  </a:lnTo>
                  <a:lnTo>
                    <a:pt x="1430743" y="1416728"/>
                  </a:lnTo>
                  <a:lnTo>
                    <a:pt x="1430466" y="1416692"/>
                  </a:lnTo>
                  <a:lnTo>
                    <a:pt x="1430190" y="1416686"/>
                  </a:lnTo>
                  <a:lnTo>
                    <a:pt x="1430167" y="1416664"/>
                  </a:lnTo>
                  <a:lnTo>
                    <a:pt x="1430114" y="1416611"/>
                  </a:lnTo>
                  <a:lnTo>
                    <a:pt x="1430110" y="1416609"/>
                  </a:lnTo>
                  <a:lnTo>
                    <a:pt x="1430060" y="1416586"/>
                  </a:lnTo>
                  <a:lnTo>
                    <a:pt x="1430014" y="1416581"/>
                  </a:lnTo>
                  <a:lnTo>
                    <a:pt x="1429957" y="1416605"/>
                  </a:lnTo>
                  <a:lnTo>
                    <a:pt x="1429626" y="1416747"/>
                  </a:lnTo>
                  <a:lnTo>
                    <a:pt x="1429603" y="1416757"/>
                  </a:lnTo>
                  <a:lnTo>
                    <a:pt x="1429554" y="1416781"/>
                  </a:lnTo>
                  <a:lnTo>
                    <a:pt x="1429438" y="1416841"/>
                  </a:lnTo>
                  <a:lnTo>
                    <a:pt x="1429419" y="1416851"/>
                  </a:lnTo>
                  <a:lnTo>
                    <a:pt x="1429349" y="1416898"/>
                  </a:lnTo>
                  <a:lnTo>
                    <a:pt x="1429337" y="1416933"/>
                  </a:lnTo>
                  <a:lnTo>
                    <a:pt x="1429195" y="1417072"/>
                  </a:lnTo>
                  <a:lnTo>
                    <a:pt x="1429152" y="1417114"/>
                  </a:lnTo>
                  <a:lnTo>
                    <a:pt x="1428972" y="1417206"/>
                  </a:lnTo>
                  <a:lnTo>
                    <a:pt x="1428926" y="1417225"/>
                  </a:lnTo>
                  <a:lnTo>
                    <a:pt x="1428829" y="1417245"/>
                  </a:lnTo>
                  <a:lnTo>
                    <a:pt x="1428800" y="1417243"/>
                  </a:lnTo>
                  <a:lnTo>
                    <a:pt x="1428697" y="1417236"/>
                  </a:lnTo>
                  <a:lnTo>
                    <a:pt x="1428632" y="1417205"/>
                  </a:lnTo>
                  <a:lnTo>
                    <a:pt x="1428560" y="1417136"/>
                  </a:lnTo>
                  <a:lnTo>
                    <a:pt x="1428548" y="1417123"/>
                  </a:lnTo>
                  <a:lnTo>
                    <a:pt x="1428451" y="1417013"/>
                  </a:lnTo>
                  <a:lnTo>
                    <a:pt x="1428443" y="1416998"/>
                  </a:lnTo>
                  <a:lnTo>
                    <a:pt x="1428206" y="1416872"/>
                  </a:lnTo>
                  <a:lnTo>
                    <a:pt x="1428126" y="1416859"/>
                  </a:lnTo>
                  <a:lnTo>
                    <a:pt x="1427960" y="1416815"/>
                  </a:lnTo>
                  <a:lnTo>
                    <a:pt x="1427890" y="1416785"/>
                  </a:lnTo>
                  <a:lnTo>
                    <a:pt x="1427786" y="1416738"/>
                  </a:lnTo>
                  <a:lnTo>
                    <a:pt x="1427634" y="1416676"/>
                  </a:lnTo>
                  <a:lnTo>
                    <a:pt x="1427293" y="1416667"/>
                  </a:lnTo>
                  <a:lnTo>
                    <a:pt x="1427199" y="1416684"/>
                  </a:lnTo>
                  <a:lnTo>
                    <a:pt x="1427061" y="1416739"/>
                  </a:lnTo>
                  <a:lnTo>
                    <a:pt x="1427044" y="1416748"/>
                  </a:lnTo>
                  <a:lnTo>
                    <a:pt x="1426927" y="1416854"/>
                  </a:lnTo>
                  <a:lnTo>
                    <a:pt x="1426947" y="1416888"/>
                  </a:lnTo>
                  <a:lnTo>
                    <a:pt x="1426937" y="1417014"/>
                  </a:lnTo>
                  <a:lnTo>
                    <a:pt x="1426893" y="1417059"/>
                  </a:lnTo>
                  <a:lnTo>
                    <a:pt x="1426828" y="1417105"/>
                  </a:lnTo>
                  <a:lnTo>
                    <a:pt x="1426764" y="1417126"/>
                  </a:lnTo>
                  <a:lnTo>
                    <a:pt x="1426739" y="1417136"/>
                  </a:lnTo>
                  <a:lnTo>
                    <a:pt x="1426727" y="1417137"/>
                  </a:lnTo>
                  <a:lnTo>
                    <a:pt x="1426721" y="1417110"/>
                  </a:lnTo>
                  <a:lnTo>
                    <a:pt x="1426695" y="1417095"/>
                  </a:lnTo>
                  <a:lnTo>
                    <a:pt x="1426672" y="1417097"/>
                  </a:lnTo>
                  <a:lnTo>
                    <a:pt x="1426659" y="1417098"/>
                  </a:lnTo>
                  <a:lnTo>
                    <a:pt x="1426503" y="1417115"/>
                  </a:lnTo>
                  <a:lnTo>
                    <a:pt x="1426440" y="1417123"/>
                  </a:lnTo>
                  <a:lnTo>
                    <a:pt x="1426395" y="1417132"/>
                  </a:lnTo>
                  <a:lnTo>
                    <a:pt x="1426354" y="1417151"/>
                  </a:lnTo>
                  <a:lnTo>
                    <a:pt x="1426213" y="1417221"/>
                  </a:lnTo>
                  <a:lnTo>
                    <a:pt x="1426018" y="1417318"/>
                  </a:lnTo>
                  <a:lnTo>
                    <a:pt x="1426016" y="1417323"/>
                  </a:lnTo>
                  <a:lnTo>
                    <a:pt x="1426017" y="1417328"/>
                  </a:lnTo>
                  <a:lnTo>
                    <a:pt x="1426021" y="1417347"/>
                  </a:lnTo>
                  <a:lnTo>
                    <a:pt x="1426022" y="1417351"/>
                  </a:lnTo>
                  <a:lnTo>
                    <a:pt x="1426026" y="1417381"/>
                  </a:lnTo>
                  <a:lnTo>
                    <a:pt x="1426025" y="1417426"/>
                  </a:lnTo>
                  <a:lnTo>
                    <a:pt x="1426023" y="1417459"/>
                  </a:lnTo>
                  <a:lnTo>
                    <a:pt x="1426020" y="1417485"/>
                  </a:lnTo>
                  <a:lnTo>
                    <a:pt x="1425956" y="1417787"/>
                  </a:lnTo>
                  <a:lnTo>
                    <a:pt x="1425949" y="1417807"/>
                  </a:lnTo>
                  <a:lnTo>
                    <a:pt x="1425939" y="1417836"/>
                  </a:lnTo>
                  <a:lnTo>
                    <a:pt x="1425894" y="1417899"/>
                  </a:lnTo>
                  <a:lnTo>
                    <a:pt x="1425888" y="1417906"/>
                  </a:lnTo>
                  <a:lnTo>
                    <a:pt x="1425852" y="1417941"/>
                  </a:lnTo>
                  <a:lnTo>
                    <a:pt x="1425825" y="1417964"/>
                  </a:lnTo>
                  <a:lnTo>
                    <a:pt x="1425815" y="1417972"/>
                  </a:lnTo>
                  <a:lnTo>
                    <a:pt x="1425798" y="1417983"/>
                  </a:lnTo>
                  <a:lnTo>
                    <a:pt x="1425788" y="1417988"/>
                  </a:lnTo>
                  <a:lnTo>
                    <a:pt x="1425672" y="1418012"/>
                  </a:lnTo>
                  <a:lnTo>
                    <a:pt x="1425544" y="1418040"/>
                  </a:lnTo>
                  <a:lnTo>
                    <a:pt x="1425423" y="1418044"/>
                  </a:lnTo>
                  <a:lnTo>
                    <a:pt x="1425289" y="1418041"/>
                  </a:lnTo>
                  <a:lnTo>
                    <a:pt x="1425146" y="1418030"/>
                  </a:lnTo>
                  <a:lnTo>
                    <a:pt x="1425107" y="1417994"/>
                  </a:lnTo>
                  <a:lnTo>
                    <a:pt x="1425012" y="1417854"/>
                  </a:lnTo>
                  <a:lnTo>
                    <a:pt x="1424930" y="1417734"/>
                  </a:lnTo>
                  <a:lnTo>
                    <a:pt x="1424904" y="1417696"/>
                  </a:lnTo>
                  <a:lnTo>
                    <a:pt x="1424945" y="1417589"/>
                  </a:lnTo>
                  <a:lnTo>
                    <a:pt x="1424990" y="1417469"/>
                  </a:lnTo>
                  <a:lnTo>
                    <a:pt x="1425118" y="1417350"/>
                  </a:lnTo>
                  <a:lnTo>
                    <a:pt x="1425167" y="1417302"/>
                  </a:lnTo>
                  <a:lnTo>
                    <a:pt x="1425195" y="1417258"/>
                  </a:lnTo>
                  <a:lnTo>
                    <a:pt x="1425355" y="1416839"/>
                  </a:lnTo>
                  <a:lnTo>
                    <a:pt x="1425413" y="1416693"/>
                  </a:lnTo>
                  <a:lnTo>
                    <a:pt x="1425420" y="1416586"/>
                  </a:lnTo>
                  <a:lnTo>
                    <a:pt x="1425423" y="1416531"/>
                  </a:lnTo>
                  <a:lnTo>
                    <a:pt x="1425551" y="1416365"/>
                  </a:lnTo>
                  <a:lnTo>
                    <a:pt x="1425709" y="1416284"/>
                  </a:lnTo>
                  <a:lnTo>
                    <a:pt x="1425752" y="1416200"/>
                  </a:lnTo>
                  <a:lnTo>
                    <a:pt x="1425688" y="1416043"/>
                  </a:lnTo>
                  <a:lnTo>
                    <a:pt x="1425646" y="1415929"/>
                  </a:lnTo>
                  <a:lnTo>
                    <a:pt x="1425652" y="1415894"/>
                  </a:lnTo>
                  <a:lnTo>
                    <a:pt x="1425667" y="1415834"/>
                  </a:lnTo>
                  <a:lnTo>
                    <a:pt x="1425710" y="1415842"/>
                  </a:lnTo>
                  <a:lnTo>
                    <a:pt x="1425712" y="1415798"/>
                  </a:lnTo>
                  <a:lnTo>
                    <a:pt x="1425667" y="1415631"/>
                  </a:lnTo>
                  <a:lnTo>
                    <a:pt x="1425640" y="1415598"/>
                  </a:lnTo>
                  <a:lnTo>
                    <a:pt x="1425626" y="1415589"/>
                  </a:lnTo>
                  <a:lnTo>
                    <a:pt x="1425495" y="1415558"/>
                  </a:lnTo>
                  <a:lnTo>
                    <a:pt x="1425204" y="1415701"/>
                  </a:lnTo>
                  <a:lnTo>
                    <a:pt x="1425071" y="1415498"/>
                  </a:lnTo>
                  <a:lnTo>
                    <a:pt x="1425103" y="1415410"/>
                  </a:lnTo>
                  <a:lnTo>
                    <a:pt x="1425122" y="1415321"/>
                  </a:lnTo>
                  <a:lnTo>
                    <a:pt x="1425130" y="1415266"/>
                  </a:lnTo>
                  <a:lnTo>
                    <a:pt x="1425007" y="1415076"/>
                  </a:lnTo>
                  <a:lnTo>
                    <a:pt x="1424970" y="1415077"/>
                  </a:lnTo>
                  <a:lnTo>
                    <a:pt x="1424906" y="1415008"/>
                  </a:lnTo>
                  <a:lnTo>
                    <a:pt x="1424844" y="1414748"/>
                  </a:lnTo>
                  <a:lnTo>
                    <a:pt x="1424834" y="1414651"/>
                  </a:lnTo>
                  <a:lnTo>
                    <a:pt x="1424870" y="1414487"/>
                  </a:lnTo>
                  <a:lnTo>
                    <a:pt x="1424898" y="1414355"/>
                  </a:lnTo>
                  <a:lnTo>
                    <a:pt x="1424967" y="1414091"/>
                  </a:lnTo>
                  <a:lnTo>
                    <a:pt x="1425000" y="1414012"/>
                  </a:lnTo>
                  <a:lnTo>
                    <a:pt x="1425002" y="1414007"/>
                  </a:lnTo>
                  <a:lnTo>
                    <a:pt x="1425055" y="1413878"/>
                  </a:lnTo>
                  <a:lnTo>
                    <a:pt x="1425101" y="1413777"/>
                  </a:lnTo>
                  <a:lnTo>
                    <a:pt x="1425184" y="1413685"/>
                  </a:lnTo>
                  <a:lnTo>
                    <a:pt x="1425286" y="1413579"/>
                  </a:lnTo>
                  <a:lnTo>
                    <a:pt x="1425327" y="1413543"/>
                  </a:lnTo>
                  <a:lnTo>
                    <a:pt x="1425334" y="1413537"/>
                  </a:lnTo>
                  <a:lnTo>
                    <a:pt x="1425345" y="1413526"/>
                  </a:lnTo>
                  <a:lnTo>
                    <a:pt x="1425363" y="1413511"/>
                  </a:lnTo>
                  <a:lnTo>
                    <a:pt x="1425454" y="1413431"/>
                  </a:lnTo>
                  <a:lnTo>
                    <a:pt x="1425542" y="1413353"/>
                  </a:lnTo>
                  <a:lnTo>
                    <a:pt x="1425722" y="1413213"/>
                  </a:lnTo>
                  <a:lnTo>
                    <a:pt x="1425727" y="1413209"/>
                  </a:lnTo>
                  <a:lnTo>
                    <a:pt x="1425737" y="1413180"/>
                  </a:lnTo>
                  <a:lnTo>
                    <a:pt x="1425758" y="1413121"/>
                  </a:lnTo>
                  <a:lnTo>
                    <a:pt x="1425786" y="1413044"/>
                  </a:lnTo>
                  <a:lnTo>
                    <a:pt x="1425792" y="1413011"/>
                  </a:lnTo>
                  <a:lnTo>
                    <a:pt x="1425792" y="1413001"/>
                  </a:lnTo>
                  <a:lnTo>
                    <a:pt x="1425780" y="1412985"/>
                  </a:lnTo>
                  <a:lnTo>
                    <a:pt x="1425734" y="1412926"/>
                  </a:lnTo>
                  <a:lnTo>
                    <a:pt x="1425687" y="1412867"/>
                  </a:lnTo>
                  <a:lnTo>
                    <a:pt x="1425672" y="1412849"/>
                  </a:lnTo>
                  <a:lnTo>
                    <a:pt x="1425636" y="1412806"/>
                  </a:lnTo>
                  <a:lnTo>
                    <a:pt x="1425624" y="1412788"/>
                  </a:lnTo>
                  <a:lnTo>
                    <a:pt x="1425433" y="1412916"/>
                  </a:lnTo>
                  <a:lnTo>
                    <a:pt x="1425367" y="1412968"/>
                  </a:lnTo>
                  <a:lnTo>
                    <a:pt x="1425314" y="1413009"/>
                  </a:lnTo>
                  <a:lnTo>
                    <a:pt x="1425306" y="1413022"/>
                  </a:lnTo>
                  <a:lnTo>
                    <a:pt x="1425273" y="1413038"/>
                  </a:lnTo>
                  <a:lnTo>
                    <a:pt x="1425151" y="1413052"/>
                  </a:lnTo>
                  <a:lnTo>
                    <a:pt x="1425059" y="1412990"/>
                  </a:lnTo>
                  <a:lnTo>
                    <a:pt x="1425048" y="1412950"/>
                  </a:lnTo>
                  <a:lnTo>
                    <a:pt x="1425022" y="1412860"/>
                  </a:lnTo>
                  <a:lnTo>
                    <a:pt x="1424872" y="1412705"/>
                  </a:lnTo>
                  <a:lnTo>
                    <a:pt x="1424783" y="1412739"/>
                  </a:lnTo>
                  <a:lnTo>
                    <a:pt x="1424761" y="1412694"/>
                  </a:lnTo>
                  <a:lnTo>
                    <a:pt x="1424758" y="1412660"/>
                  </a:lnTo>
                  <a:lnTo>
                    <a:pt x="1424731" y="1412404"/>
                  </a:lnTo>
                  <a:lnTo>
                    <a:pt x="1424730" y="1412063"/>
                  </a:lnTo>
                  <a:lnTo>
                    <a:pt x="1424736" y="1412051"/>
                  </a:lnTo>
                  <a:lnTo>
                    <a:pt x="1424746" y="1412027"/>
                  </a:lnTo>
                  <a:lnTo>
                    <a:pt x="1424800" y="1411925"/>
                  </a:lnTo>
                  <a:lnTo>
                    <a:pt x="1424891" y="1411872"/>
                  </a:lnTo>
                  <a:lnTo>
                    <a:pt x="1424917" y="1411862"/>
                  </a:lnTo>
                  <a:lnTo>
                    <a:pt x="1424910" y="1411835"/>
                  </a:lnTo>
                  <a:lnTo>
                    <a:pt x="1424901" y="1411802"/>
                  </a:lnTo>
                  <a:lnTo>
                    <a:pt x="1424848" y="1411608"/>
                  </a:lnTo>
                  <a:lnTo>
                    <a:pt x="1424816" y="1411141"/>
                  </a:lnTo>
                  <a:lnTo>
                    <a:pt x="1424794" y="1410762"/>
                  </a:lnTo>
                  <a:lnTo>
                    <a:pt x="1424792" y="1410724"/>
                  </a:lnTo>
                  <a:lnTo>
                    <a:pt x="1424811" y="1410664"/>
                  </a:lnTo>
                  <a:lnTo>
                    <a:pt x="1424831" y="1410620"/>
                  </a:lnTo>
                  <a:lnTo>
                    <a:pt x="1424971" y="1410427"/>
                  </a:lnTo>
                  <a:lnTo>
                    <a:pt x="1425068" y="1410364"/>
                  </a:lnTo>
                  <a:lnTo>
                    <a:pt x="1425117" y="1410293"/>
                  </a:lnTo>
                  <a:lnTo>
                    <a:pt x="1425133" y="1410240"/>
                  </a:lnTo>
                  <a:lnTo>
                    <a:pt x="1425143" y="1410198"/>
                  </a:lnTo>
                  <a:lnTo>
                    <a:pt x="1425153" y="1409722"/>
                  </a:lnTo>
                  <a:lnTo>
                    <a:pt x="1425142" y="1409454"/>
                  </a:lnTo>
                  <a:lnTo>
                    <a:pt x="1425140" y="1409434"/>
                  </a:lnTo>
                  <a:lnTo>
                    <a:pt x="1425007" y="1409411"/>
                  </a:lnTo>
                  <a:lnTo>
                    <a:pt x="1424997" y="1409470"/>
                  </a:lnTo>
                  <a:lnTo>
                    <a:pt x="1424996" y="1409544"/>
                  </a:lnTo>
                  <a:lnTo>
                    <a:pt x="1424996" y="1409709"/>
                  </a:lnTo>
                  <a:lnTo>
                    <a:pt x="1424989" y="1409894"/>
                  </a:lnTo>
                  <a:lnTo>
                    <a:pt x="1424978" y="1409940"/>
                  </a:lnTo>
                  <a:lnTo>
                    <a:pt x="1424816" y="1410289"/>
                  </a:lnTo>
                  <a:lnTo>
                    <a:pt x="1424728" y="1410288"/>
                  </a:lnTo>
                  <a:lnTo>
                    <a:pt x="1424689" y="1410275"/>
                  </a:lnTo>
                  <a:lnTo>
                    <a:pt x="1424561" y="1410187"/>
                  </a:lnTo>
                  <a:lnTo>
                    <a:pt x="1424529" y="1410162"/>
                  </a:lnTo>
                  <a:lnTo>
                    <a:pt x="1424481" y="1410108"/>
                  </a:lnTo>
                  <a:lnTo>
                    <a:pt x="1424346" y="1409997"/>
                  </a:lnTo>
                  <a:lnTo>
                    <a:pt x="1424192" y="1409879"/>
                  </a:lnTo>
                  <a:lnTo>
                    <a:pt x="1423929" y="1409683"/>
                  </a:lnTo>
                  <a:lnTo>
                    <a:pt x="1423790" y="1409583"/>
                  </a:lnTo>
                  <a:lnTo>
                    <a:pt x="1423778" y="1409553"/>
                  </a:lnTo>
                  <a:lnTo>
                    <a:pt x="1423702" y="1409393"/>
                  </a:lnTo>
                  <a:lnTo>
                    <a:pt x="1423663" y="1409317"/>
                  </a:lnTo>
                  <a:lnTo>
                    <a:pt x="1423570" y="1409245"/>
                  </a:lnTo>
                  <a:lnTo>
                    <a:pt x="1423505" y="1409213"/>
                  </a:lnTo>
                  <a:lnTo>
                    <a:pt x="1423456" y="1409148"/>
                  </a:lnTo>
                  <a:lnTo>
                    <a:pt x="1423399" y="1409057"/>
                  </a:lnTo>
                  <a:lnTo>
                    <a:pt x="1423347" y="1408896"/>
                  </a:lnTo>
                  <a:lnTo>
                    <a:pt x="1423328" y="1408734"/>
                  </a:lnTo>
                  <a:lnTo>
                    <a:pt x="1423333" y="1408611"/>
                  </a:lnTo>
                  <a:lnTo>
                    <a:pt x="1423308" y="1408536"/>
                  </a:lnTo>
                  <a:lnTo>
                    <a:pt x="1423258" y="1408399"/>
                  </a:lnTo>
                  <a:lnTo>
                    <a:pt x="1423210" y="1408349"/>
                  </a:lnTo>
                  <a:lnTo>
                    <a:pt x="1423130" y="1408287"/>
                  </a:lnTo>
                  <a:lnTo>
                    <a:pt x="1423116" y="1408282"/>
                  </a:lnTo>
                  <a:lnTo>
                    <a:pt x="1423110" y="1408305"/>
                  </a:lnTo>
                  <a:lnTo>
                    <a:pt x="1423086" y="1408359"/>
                  </a:lnTo>
                  <a:lnTo>
                    <a:pt x="1423076" y="1408361"/>
                  </a:lnTo>
                  <a:lnTo>
                    <a:pt x="1423030" y="1408333"/>
                  </a:lnTo>
                  <a:lnTo>
                    <a:pt x="1422944" y="1408254"/>
                  </a:lnTo>
                  <a:lnTo>
                    <a:pt x="1422885" y="1408180"/>
                  </a:lnTo>
                  <a:lnTo>
                    <a:pt x="1422781" y="1408242"/>
                  </a:lnTo>
                  <a:lnTo>
                    <a:pt x="1422690" y="1408295"/>
                  </a:lnTo>
                  <a:lnTo>
                    <a:pt x="1422707" y="1408345"/>
                  </a:lnTo>
                  <a:lnTo>
                    <a:pt x="1422730" y="1408398"/>
                  </a:lnTo>
                  <a:lnTo>
                    <a:pt x="1422734" y="1408406"/>
                  </a:lnTo>
                  <a:lnTo>
                    <a:pt x="1422939" y="1408546"/>
                  </a:lnTo>
                  <a:lnTo>
                    <a:pt x="1423153" y="1408735"/>
                  </a:lnTo>
                  <a:lnTo>
                    <a:pt x="1423165" y="1408756"/>
                  </a:lnTo>
                  <a:lnTo>
                    <a:pt x="1423175" y="1408774"/>
                  </a:lnTo>
                  <a:lnTo>
                    <a:pt x="1423186" y="1408791"/>
                  </a:lnTo>
                  <a:lnTo>
                    <a:pt x="1423198" y="1408873"/>
                  </a:lnTo>
                  <a:lnTo>
                    <a:pt x="1423203" y="1408989"/>
                  </a:lnTo>
                  <a:lnTo>
                    <a:pt x="1423201" y="1409135"/>
                  </a:lnTo>
                  <a:lnTo>
                    <a:pt x="1423231" y="1409294"/>
                  </a:lnTo>
                  <a:lnTo>
                    <a:pt x="1423309" y="1409534"/>
                  </a:lnTo>
                  <a:lnTo>
                    <a:pt x="1423416" y="1409757"/>
                  </a:lnTo>
                  <a:lnTo>
                    <a:pt x="1423503" y="1409931"/>
                  </a:lnTo>
                  <a:lnTo>
                    <a:pt x="1423580" y="1409948"/>
                  </a:lnTo>
                  <a:lnTo>
                    <a:pt x="1423684" y="1409984"/>
                  </a:lnTo>
                  <a:lnTo>
                    <a:pt x="1423723" y="1410012"/>
                  </a:lnTo>
                  <a:lnTo>
                    <a:pt x="1423764" y="1410070"/>
                  </a:lnTo>
                  <a:lnTo>
                    <a:pt x="1423789" y="1410121"/>
                  </a:lnTo>
                  <a:lnTo>
                    <a:pt x="1423804" y="1410162"/>
                  </a:lnTo>
                  <a:lnTo>
                    <a:pt x="1423789" y="1410251"/>
                  </a:lnTo>
                  <a:lnTo>
                    <a:pt x="1423777" y="1410273"/>
                  </a:lnTo>
                  <a:lnTo>
                    <a:pt x="1423708" y="1410327"/>
                  </a:lnTo>
                  <a:lnTo>
                    <a:pt x="1423732" y="1410421"/>
                  </a:lnTo>
                  <a:lnTo>
                    <a:pt x="1423774" y="1410522"/>
                  </a:lnTo>
                  <a:lnTo>
                    <a:pt x="1423802" y="1410537"/>
                  </a:lnTo>
                  <a:lnTo>
                    <a:pt x="1423941" y="1410890"/>
                  </a:lnTo>
                  <a:lnTo>
                    <a:pt x="1423975" y="1410981"/>
                  </a:lnTo>
                  <a:lnTo>
                    <a:pt x="1424030" y="1411123"/>
                  </a:lnTo>
                  <a:lnTo>
                    <a:pt x="1424050" y="1411132"/>
                  </a:lnTo>
                  <a:lnTo>
                    <a:pt x="1424079" y="1411186"/>
                  </a:lnTo>
                  <a:lnTo>
                    <a:pt x="1424117" y="1411317"/>
                  </a:lnTo>
                  <a:lnTo>
                    <a:pt x="1424213" y="1411719"/>
                  </a:lnTo>
                  <a:lnTo>
                    <a:pt x="1424222" y="1411961"/>
                  </a:lnTo>
                  <a:lnTo>
                    <a:pt x="1424134" y="1411967"/>
                  </a:lnTo>
                  <a:lnTo>
                    <a:pt x="1423929" y="1411983"/>
                  </a:lnTo>
                  <a:lnTo>
                    <a:pt x="1423732" y="1412002"/>
                  </a:lnTo>
                  <a:lnTo>
                    <a:pt x="1423651" y="1412018"/>
                  </a:lnTo>
                  <a:lnTo>
                    <a:pt x="1423562" y="1412049"/>
                  </a:lnTo>
                  <a:lnTo>
                    <a:pt x="1423486" y="1412114"/>
                  </a:lnTo>
                  <a:lnTo>
                    <a:pt x="1423483" y="1412367"/>
                  </a:lnTo>
                  <a:lnTo>
                    <a:pt x="1423544" y="1412590"/>
                  </a:lnTo>
                  <a:lnTo>
                    <a:pt x="1423562" y="1412601"/>
                  </a:lnTo>
                  <a:lnTo>
                    <a:pt x="1423685" y="1412677"/>
                  </a:lnTo>
                  <a:lnTo>
                    <a:pt x="1423878" y="1412796"/>
                  </a:lnTo>
                  <a:lnTo>
                    <a:pt x="1423893" y="1412795"/>
                  </a:lnTo>
                  <a:lnTo>
                    <a:pt x="1423908" y="1412768"/>
                  </a:lnTo>
                  <a:lnTo>
                    <a:pt x="1423901" y="1412757"/>
                  </a:lnTo>
                  <a:lnTo>
                    <a:pt x="1423859" y="1412747"/>
                  </a:lnTo>
                  <a:lnTo>
                    <a:pt x="1423767" y="1412554"/>
                  </a:lnTo>
                  <a:lnTo>
                    <a:pt x="1423911" y="1412251"/>
                  </a:lnTo>
                  <a:lnTo>
                    <a:pt x="1424003" y="1412134"/>
                  </a:lnTo>
                  <a:lnTo>
                    <a:pt x="1424158" y="1412035"/>
                  </a:lnTo>
                  <a:lnTo>
                    <a:pt x="1424199" y="1412035"/>
                  </a:lnTo>
                  <a:lnTo>
                    <a:pt x="1424223" y="1412055"/>
                  </a:lnTo>
                  <a:lnTo>
                    <a:pt x="1424299" y="1412563"/>
                  </a:lnTo>
                  <a:lnTo>
                    <a:pt x="1424311" y="1412669"/>
                  </a:lnTo>
                  <a:lnTo>
                    <a:pt x="1424334" y="1412834"/>
                  </a:lnTo>
                  <a:lnTo>
                    <a:pt x="1424338" y="1412860"/>
                  </a:lnTo>
                  <a:lnTo>
                    <a:pt x="1424362" y="1412944"/>
                  </a:lnTo>
                  <a:lnTo>
                    <a:pt x="1424388" y="1413041"/>
                  </a:lnTo>
                  <a:lnTo>
                    <a:pt x="1424390" y="1413046"/>
                  </a:lnTo>
                  <a:lnTo>
                    <a:pt x="1424486" y="1413200"/>
                  </a:lnTo>
                  <a:lnTo>
                    <a:pt x="1424481" y="1413591"/>
                  </a:lnTo>
                  <a:lnTo>
                    <a:pt x="1424480" y="1413618"/>
                  </a:lnTo>
                  <a:lnTo>
                    <a:pt x="1424398" y="1413617"/>
                  </a:lnTo>
                  <a:lnTo>
                    <a:pt x="1424368" y="1413598"/>
                  </a:lnTo>
                  <a:lnTo>
                    <a:pt x="1424365" y="1413583"/>
                  </a:lnTo>
                  <a:lnTo>
                    <a:pt x="1424265" y="1413546"/>
                  </a:lnTo>
                  <a:lnTo>
                    <a:pt x="1424216" y="1413610"/>
                  </a:lnTo>
                  <a:lnTo>
                    <a:pt x="1424172" y="1413687"/>
                  </a:lnTo>
                  <a:lnTo>
                    <a:pt x="1424190" y="1413841"/>
                  </a:lnTo>
                  <a:lnTo>
                    <a:pt x="1423902" y="1414193"/>
                  </a:lnTo>
                  <a:lnTo>
                    <a:pt x="1423892" y="1414205"/>
                  </a:lnTo>
                  <a:lnTo>
                    <a:pt x="1423892" y="1414216"/>
                  </a:lnTo>
                  <a:lnTo>
                    <a:pt x="1423893" y="1414238"/>
                  </a:lnTo>
                  <a:lnTo>
                    <a:pt x="1423895" y="1414293"/>
                  </a:lnTo>
                  <a:lnTo>
                    <a:pt x="1423893" y="1414318"/>
                  </a:lnTo>
                  <a:lnTo>
                    <a:pt x="1423867" y="1414344"/>
                  </a:lnTo>
                  <a:lnTo>
                    <a:pt x="1423863" y="1414349"/>
                  </a:lnTo>
                  <a:lnTo>
                    <a:pt x="1423843" y="1414353"/>
                  </a:lnTo>
                  <a:lnTo>
                    <a:pt x="1423827" y="1414350"/>
                  </a:lnTo>
                  <a:lnTo>
                    <a:pt x="1423822" y="1414348"/>
                  </a:lnTo>
                  <a:lnTo>
                    <a:pt x="1423760" y="1414323"/>
                  </a:lnTo>
                  <a:lnTo>
                    <a:pt x="1423727" y="1414290"/>
                  </a:lnTo>
                  <a:lnTo>
                    <a:pt x="1423608" y="1414172"/>
                  </a:lnTo>
                  <a:lnTo>
                    <a:pt x="1423597" y="1414160"/>
                  </a:lnTo>
                  <a:lnTo>
                    <a:pt x="1423573" y="1414137"/>
                  </a:lnTo>
                  <a:lnTo>
                    <a:pt x="1423553" y="1414116"/>
                  </a:lnTo>
                  <a:lnTo>
                    <a:pt x="1423500" y="1414335"/>
                  </a:lnTo>
                  <a:lnTo>
                    <a:pt x="1423496" y="1414343"/>
                  </a:lnTo>
                  <a:lnTo>
                    <a:pt x="1423471" y="1414667"/>
                  </a:lnTo>
                  <a:lnTo>
                    <a:pt x="1423474" y="1414679"/>
                  </a:lnTo>
                  <a:lnTo>
                    <a:pt x="1423544" y="1414817"/>
                  </a:lnTo>
                  <a:lnTo>
                    <a:pt x="1423704" y="1415068"/>
                  </a:lnTo>
                  <a:lnTo>
                    <a:pt x="1423763" y="1415122"/>
                  </a:lnTo>
                  <a:lnTo>
                    <a:pt x="1423770" y="1415118"/>
                  </a:lnTo>
                  <a:lnTo>
                    <a:pt x="1423834" y="1415006"/>
                  </a:lnTo>
                  <a:lnTo>
                    <a:pt x="1423827" y="1414967"/>
                  </a:lnTo>
                  <a:lnTo>
                    <a:pt x="1423771" y="1414925"/>
                  </a:lnTo>
                  <a:lnTo>
                    <a:pt x="1423797" y="1414889"/>
                  </a:lnTo>
                  <a:lnTo>
                    <a:pt x="1424002" y="1415028"/>
                  </a:lnTo>
                  <a:lnTo>
                    <a:pt x="1424013" y="1415036"/>
                  </a:lnTo>
                  <a:lnTo>
                    <a:pt x="1424106" y="1415132"/>
                  </a:lnTo>
                  <a:lnTo>
                    <a:pt x="1424197" y="1415281"/>
                  </a:lnTo>
                  <a:lnTo>
                    <a:pt x="1424221" y="1415340"/>
                  </a:lnTo>
                  <a:lnTo>
                    <a:pt x="1424115" y="1415418"/>
                  </a:lnTo>
                  <a:lnTo>
                    <a:pt x="1424119" y="1415464"/>
                  </a:lnTo>
                  <a:lnTo>
                    <a:pt x="1424212" y="1415678"/>
                  </a:lnTo>
                  <a:lnTo>
                    <a:pt x="1424218" y="1415691"/>
                  </a:lnTo>
                  <a:lnTo>
                    <a:pt x="1424294" y="1415783"/>
                  </a:lnTo>
                  <a:lnTo>
                    <a:pt x="1424381" y="1415665"/>
                  </a:lnTo>
                  <a:lnTo>
                    <a:pt x="1424707" y="1415889"/>
                  </a:lnTo>
                  <a:lnTo>
                    <a:pt x="1424744" y="1415994"/>
                  </a:lnTo>
                  <a:lnTo>
                    <a:pt x="1424775" y="1416302"/>
                  </a:lnTo>
                  <a:lnTo>
                    <a:pt x="1424773" y="1416467"/>
                  </a:lnTo>
                  <a:lnTo>
                    <a:pt x="1424737" y="1416566"/>
                  </a:lnTo>
                  <a:lnTo>
                    <a:pt x="1424640" y="1416804"/>
                  </a:lnTo>
                  <a:lnTo>
                    <a:pt x="1424593" y="1416870"/>
                  </a:lnTo>
                  <a:lnTo>
                    <a:pt x="1424524" y="1417004"/>
                  </a:lnTo>
                  <a:lnTo>
                    <a:pt x="1424493" y="1417074"/>
                  </a:lnTo>
                  <a:lnTo>
                    <a:pt x="1424442" y="1417259"/>
                  </a:lnTo>
                  <a:lnTo>
                    <a:pt x="1424425" y="1417394"/>
                  </a:lnTo>
                  <a:lnTo>
                    <a:pt x="1424452" y="1417487"/>
                  </a:lnTo>
                  <a:lnTo>
                    <a:pt x="1424449" y="1417744"/>
                  </a:lnTo>
                  <a:lnTo>
                    <a:pt x="1424401" y="1418034"/>
                  </a:lnTo>
                  <a:lnTo>
                    <a:pt x="1424313" y="1418369"/>
                  </a:lnTo>
                  <a:lnTo>
                    <a:pt x="1424147" y="1418302"/>
                  </a:lnTo>
                  <a:lnTo>
                    <a:pt x="1424091" y="1418457"/>
                  </a:lnTo>
                  <a:lnTo>
                    <a:pt x="1424070" y="1418548"/>
                  </a:lnTo>
                  <a:lnTo>
                    <a:pt x="1424048" y="1418641"/>
                  </a:lnTo>
                  <a:lnTo>
                    <a:pt x="1423953" y="1419041"/>
                  </a:lnTo>
                  <a:lnTo>
                    <a:pt x="1423958" y="1419088"/>
                  </a:lnTo>
                  <a:lnTo>
                    <a:pt x="1423974" y="1419251"/>
                  </a:lnTo>
                  <a:lnTo>
                    <a:pt x="1423947" y="1419586"/>
                  </a:lnTo>
                  <a:lnTo>
                    <a:pt x="1423866" y="1419837"/>
                  </a:lnTo>
                  <a:lnTo>
                    <a:pt x="1424002" y="1419960"/>
                  </a:lnTo>
                  <a:lnTo>
                    <a:pt x="1423937" y="1420045"/>
                  </a:lnTo>
                  <a:lnTo>
                    <a:pt x="1423861" y="1420124"/>
                  </a:lnTo>
                  <a:lnTo>
                    <a:pt x="1423745" y="1420295"/>
                  </a:lnTo>
                  <a:lnTo>
                    <a:pt x="1423709" y="1420347"/>
                  </a:lnTo>
                  <a:lnTo>
                    <a:pt x="1423583" y="1420494"/>
                  </a:lnTo>
                  <a:lnTo>
                    <a:pt x="1423354" y="1420589"/>
                  </a:lnTo>
                  <a:lnTo>
                    <a:pt x="1423244" y="1420477"/>
                  </a:lnTo>
                  <a:lnTo>
                    <a:pt x="1422987" y="1420121"/>
                  </a:lnTo>
                  <a:lnTo>
                    <a:pt x="1422932" y="1420086"/>
                  </a:lnTo>
                  <a:lnTo>
                    <a:pt x="1422774" y="1420160"/>
                  </a:lnTo>
                  <a:lnTo>
                    <a:pt x="1422708" y="1420209"/>
                  </a:lnTo>
                  <a:lnTo>
                    <a:pt x="1422470" y="1420467"/>
                  </a:lnTo>
                  <a:lnTo>
                    <a:pt x="1422388" y="1420517"/>
                  </a:lnTo>
                  <a:lnTo>
                    <a:pt x="1422370" y="1420498"/>
                  </a:lnTo>
                  <a:lnTo>
                    <a:pt x="1422348" y="1420465"/>
                  </a:lnTo>
                  <a:lnTo>
                    <a:pt x="1422319" y="1420497"/>
                  </a:lnTo>
                  <a:lnTo>
                    <a:pt x="1422306" y="1420516"/>
                  </a:lnTo>
                  <a:lnTo>
                    <a:pt x="1422250" y="1420650"/>
                  </a:lnTo>
                  <a:lnTo>
                    <a:pt x="1422191" y="1420788"/>
                  </a:lnTo>
                  <a:lnTo>
                    <a:pt x="1422216" y="1420821"/>
                  </a:lnTo>
                  <a:lnTo>
                    <a:pt x="1422209" y="1420874"/>
                  </a:lnTo>
                  <a:lnTo>
                    <a:pt x="1422180" y="1420984"/>
                  </a:lnTo>
                  <a:lnTo>
                    <a:pt x="1422166" y="1421039"/>
                  </a:lnTo>
                  <a:lnTo>
                    <a:pt x="1422063" y="1421222"/>
                  </a:lnTo>
                  <a:lnTo>
                    <a:pt x="1421963" y="1421326"/>
                  </a:lnTo>
                  <a:lnTo>
                    <a:pt x="1421917" y="1421367"/>
                  </a:lnTo>
                  <a:lnTo>
                    <a:pt x="1421908" y="1421374"/>
                  </a:lnTo>
                  <a:lnTo>
                    <a:pt x="1421903" y="1421373"/>
                  </a:lnTo>
                  <a:lnTo>
                    <a:pt x="1421898" y="1421374"/>
                  </a:lnTo>
                  <a:lnTo>
                    <a:pt x="1421893" y="1421375"/>
                  </a:lnTo>
                  <a:lnTo>
                    <a:pt x="1421889" y="1421377"/>
                  </a:lnTo>
                  <a:lnTo>
                    <a:pt x="1421883" y="1421381"/>
                  </a:lnTo>
                  <a:lnTo>
                    <a:pt x="1421879" y="1421384"/>
                  </a:lnTo>
                  <a:lnTo>
                    <a:pt x="1421876" y="1421388"/>
                  </a:lnTo>
                  <a:lnTo>
                    <a:pt x="1421873" y="1421392"/>
                  </a:lnTo>
                  <a:lnTo>
                    <a:pt x="1421871" y="1421397"/>
                  </a:lnTo>
                  <a:lnTo>
                    <a:pt x="1421869" y="1421401"/>
                  </a:lnTo>
                  <a:lnTo>
                    <a:pt x="1421736" y="1421496"/>
                  </a:lnTo>
                  <a:lnTo>
                    <a:pt x="1421719" y="1421508"/>
                  </a:lnTo>
                  <a:lnTo>
                    <a:pt x="1421638" y="1421536"/>
                  </a:lnTo>
                  <a:lnTo>
                    <a:pt x="1421548" y="1421560"/>
                  </a:lnTo>
                  <a:lnTo>
                    <a:pt x="1421497" y="1421563"/>
                  </a:lnTo>
                  <a:lnTo>
                    <a:pt x="1421378" y="1421557"/>
                  </a:lnTo>
                  <a:lnTo>
                    <a:pt x="1421310" y="1421601"/>
                  </a:lnTo>
                  <a:lnTo>
                    <a:pt x="1421147" y="1421713"/>
                  </a:lnTo>
                  <a:lnTo>
                    <a:pt x="1421122" y="1421713"/>
                  </a:lnTo>
                  <a:lnTo>
                    <a:pt x="1421092" y="1421688"/>
                  </a:lnTo>
                  <a:lnTo>
                    <a:pt x="1421077" y="1421668"/>
                  </a:lnTo>
                  <a:lnTo>
                    <a:pt x="1421074" y="1421664"/>
                  </a:lnTo>
                  <a:lnTo>
                    <a:pt x="1421069" y="1421658"/>
                  </a:lnTo>
                  <a:lnTo>
                    <a:pt x="1421024" y="1421600"/>
                  </a:lnTo>
                  <a:lnTo>
                    <a:pt x="1420925" y="1421301"/>
                  </a:lnTo>
                  <a:lnTo>
                    <a:pt x="1420915" y="1421269"/>
                  </a:lnTo>
                  <a:lnTo>
                    <a:pt x="1420889" y="1421281"/>
                  </a:lnTo>
                  <a:lnTo>
                    <a:pt x="1420856" y="1421297"/>
                  </a:lnTo>
                  <a:lnTo>
                    <a:pt x="1420814" y="1421316"/>
                  </a:lnTo>
                  <a:lnTo>
                    <a:pt x="1420751" y="1421355"/>
                  </a:lnTo>
                  <a:lnTo>
                    <a:pt x="1420737" y="1421379"/>
                  </a:lnTo>
                  <a:lnTo>
                    <a:pt x="1420725" y="1421400"/>
                  </a:lnTo>
                  <a:lnTo>
                    <a:pt x="1420636" y="1421477"/>
                  </a:lnTo>
                  <a:lnTo>
                    <a:pt x="1420488" y="1421499"/>
                  </a:lnTo>
                  <a:lnTo>
                    <a:pt x="1420454" y="1421512"/>
                  </a:lnTo>
                  <a:lnTo>
                    <a:pt x="1420449" y="1421512"/>
                  </a:lnTo>
                  <a:lnTo>
                    <a:pt x="1420445" y="1421514"/>
                  </a:lnTo>
                  <a:lnTo>
                    <a:pt x="1420438" y="1421517"/>
                  </a:lnTo>
                  <a:lnTo>
                    <a:pt x="1420397" y="1421534"/>
                  </a:lnTo>
                  <a:lnTo>
                    <a:pt x="1420376" y="1421544"/>
                  </a:lnTo>
                  <a:lnTo>
                    <a:pt x="1420367" y="1421548"/>
                  </a:lnTo>
                  <a:lnTo>
                    <a:pt x="1420285" y="1421587"/>
                  </a:lnTo>
                  <a:lnTo>
                    <a:pt x="1420317" y="1421640"/>
                  </a:lnTo>
                  <a:lnTo>
                    <a:pt x="1420319" y="1421727"/>
                  </a:lnTo>
                  <a:lnTo>
                    <a:pt x="1420297" y="1421792"/>
                  </a:lnTo>
                  <a:lnTo>
                    <a:pt x="1420126" y="1421814"/>
                  </a:lnTo>
                  <a:lnTo>
                    <a:pt x="1419927" y="1421910"/>
                  </a:lnTo>
                  <a:lnTo>
                    <a:pt x="1419848" y="1421946"/>
                  </a:lnTo>
                  <a:lnTo>
                    <a:pt x="1419825" y="1421941"/>
                  </a:lnTo>
                  <a:lnTo>
                    <a:pt x="1419810" y="1421865"/>
                  </a:lnTo>
                  <a:lnTo>
                    <a:pt x="1419789" y="1421852"/>
                  </a:lnTo>
                  <a:lnTo>
                    <a:pt x="1419781" y="1421856"/>
                  </a:lnTo>
                  <a:lnTo>
                    <a:pt x="1419758" y="1421866"/>
                  </a:lnTo>
                  <a:lnTo>
                    <a:pt x="1419627" y="1421922"/>
                  </a:lnTo>
                  <a:lnTo>
                    <a:pt x="1419621" y="1421925"/>
                  </a:lnTo>
                  <a:lnTo>
                    <a:pt x="1419597" y="1421937"/>
                  </a:lnTo>
                  <a:lnTo>
                    <a:pt x="1419414" y="1422040"/>
                  </a:lnTo>
                  <a:lnTo>
                    <a:pt x="1419210" y="1422151"/>
                  </a:lnTo>
                  <a:lnTo>
                    <a:pt x="1419136" y="1422191"/>
                  </a:lnTo>
                  <a:lnTo>
                    <a:pt x="1419121" y="1422200"/>
                  </a:lnTo>
                  <a:lnTo>
                    <a:pt x="1419060" y="1422233"/>
                  </a:lnTo>
                  <a:lnTo>
                    <a:pt x="1418976" y="1422274"/>
                  </a:lnTo>
                  <a:lnTo>
                    <a:pt x="1418903" y="1422310"/>
                  </a:lnTo>
                  <a:lnTo>
                    <a:pt x="1418724" y="1422395"/>
                  </a:lnTo>
                  <a:lnTo>
                    <a:pt x="1418423" y="1422472"/>
                  </a:lnTo>
                  <a:lnTo>
                    <a:pt x="1418341" y="1422434"/>
                  </a:lnTo>
                  <a:lnTo>
                    <a:pt x="1418331" y="1422417"/>
                  </a:lnTo>
                  <a:lnTo>
                    <a:pt x="1418329" y="1422393"/>
                  </a:lnTo>
                  <a:lnTo>
                    <a:pt x="1418328" y="1422387"/>
                  </a:lnTo>
                  <a:lnTo>
                    <a:pt x="1418316" y="1422343"/>
                  </a:lnTo>
                  <a:lnTo>
                    <a:pt x="1418309" y="1422318"/>
                  </a:lnTo>
                  <a:lnTo>
                    <a:pt x="1418291" y="1422261"/>
                  </a:lnTo>
                  <a:lnTo>
                    <a:pt x="1418284" y="1422250"/>
                  </a:lnTo>
                  <a:lnTo>
                    <a:pt x="1418248" y="1422193"/>
                  </a:lnTo>
                  <a:lnTo>
                    <a:pt x="1418212" y="1422144"/>
                  </a:lnTo>
                  <a:lnTo>
                    <a:pt x="1418192" y="1422146"/>
                  </a:lnTo>
                  <a:lnTo>
                    <a:pt x="1418019" y="1422165"/>
                  </a:lnTo>
                  <a:lnTo>
                    <a:pt x="1417979" y="1422169"/>
                  </a:lnTo>
                  <a:lnTo>
                    <a:pt x="1417919" y="1422134"/>
                  </a:lnTo>
                  <a:lnTo>
                    <a:pt x="1417908" y="1422130"/>
                  </a:lnTo>
                  <a:lnTo>
                    <a:pt x="1417809" y="1422095"/>
                  </a:lnTo>
                  <a:lnTo>
                    <a:pt x="1417791" y="1422090"/>
                  </a:lnTo>
                  <a:lnTo>
                    <a:pt x="1417711" y="1422071"/>
                  </a:lnTo>
                  <a:lnTo>
                    <a:pt x="1417598" y="1422045"/>
                  </a:lnTo>
                  <a:lnTo>
                    <a:pt x="1417591" y="1422087"/>
                  </a:lnTo>
                  <a:lnTo>
                    <a:pt x="1417595" y="1422095"/>
                  </a:lnTo>
                  <a:lnTo>
                    <a:pt x="1417601" y="1422105"/>
                  </a:lnTo>
                  <a:lnTo>
                    <a:pt x="1417668" y="1422101"/>
                  </a:lnTo>
                  <a:lnTo>
                    <a:pt x="1417684" y="1422114"/>
                  </a:lnTo>
                  <a:lnTo>
                    <a:pt x="1417805" y="1422291"/>
                  </a:lnTo>
                  <a:lnTo>
                    <a:pt x="1417836" y="1422335"/>
                  </a:lnTo>
                  <a:lnTo>
                    <a:pt x="1417978" y="1422543"/>
                  </a:lnTo>
                  <a:lnTo>
                    <a:pt x="1417985" y="1422633"/>
                  </a:lnTo>
                  <a:lnTo>
                    <a:pt x="1417987" y="1422657"/>
                  </a:lnTo>
                  <a:lnTo>
                    <a:pt x="1417973" y="1422874"/>
                  </a:lnTo>
                  <a:lnTo>
                    <a:pt x="1417968" y="1422886"/>
                  </a:lnTo>
                  <a:lnTo>
                    <a:pt x="1417695" y="1423136"/>
                  </a:lnTo>
                  <a:lnTo>
                    <a:pt x="1417624" y="1423350"/>
                  </a:lnTo>
                  <a:lnTo>
                    <a:pt x="1417596" y="1423433"/>
                  </a:lnTo>
                  <a:lnTo>
                    <a:pt x="1417591" y="1423549"/>
                  </a:lnTo>
                  <a:lnTo>
                    <a:pt x="1417587" y="1423642"/>
                  </a:lnTo>
                  <a:lnTo>
                    <a:pt x="1417602" y="1423660"/>
                  </a:lnTo>
                  <a:lnTo>
                    <a:pt x="1417631" y="1423693"/>
                  </a:lnTo>
                  <a:lnTo>
                    <a:pt x="1417634" y="1423704"/>
                  </a:lnTo>
                  <a:lnTo>
                    <a:pt x="1417612" y="1423795"/>
                  </a:lnTo>
                  <a:lnTo>
                    <a:pt x="1417594" y="1423875"/>
                  </a:lnTo>
                  <a:lnTo>
                    <a:pt x="1417530" y="1424127"/>
                  </a:lnTo>
                  <a:lnTo>
                    <a:pt x="1417452" y="1424242"/>
                  </a:lnTo>
                  <a:lnTo>
                    <a:pt x="1417440" y="1424256"/>
                  </a:lnTo>
                  <a:lnTo>
                    <a:pt x="1417376" y="1424329"/>
                  </a:lnTo>
                  <a:lnTo>
                    <a:pt x="1417347" y="1424359"/>
                  </a:lnTo>
                  <a:lnTo>
                    <a:pt x="1417340" y="1424366"/>
                  </a:lnTo>
                  <a:lnTo>
                    <a:pt x="1417300" y="1424400"/>
                  </a:lnTo>
                  <a:lnTo>
                    <a:pt x="1417301" y="1424416"/>
                  </a:lnTo>
                  <a:lnTo>
                    <a:pt x="1417302" y="1424469"/>
                  </a:lnTo>
                  <a:lnTo>
                    <a:pt x="1417305" y="1424568"/>
                  </a:lnTo>
                  <a:lnTo>
                    <a:pt x="1417282" y="1424641"/>
                  </a:lnTo>
                  <a:lnTo>
                    <a:pt x="1417243" y="1424720"/>
                  </a:lnTo>
                  <a:lnTo>
                    <a:pt x="1417170" y="1424764"/>
                  </a:lnTo>
                  <a:lnTo>
                    <a:pt x="1417050" y="1424834"/>
                  </a:lnTo>
                  <a:lnTo>
                    <a:pt x="1416996" y="1424867"/>
                  </a:lnTo>
                  <a:lnTo>
                    <a:pt x="1416972" y="1424859"/>
                  </a:lnTo>
                  <a:lnTo>
                    <a:pt x="1416962" y="1424856"/>
                  </a:lnTo>
                  <a:lnTo>
                    <a:pt x="1416883" y="1424648"/>
                  </a:lnTo>
                  <a:lnTo>
                    <a:pt x="1416824" y="1424493"/>
                  </a:lnTo>
                  <a:lnTo>
                    <a:pt x="1416821" y="1424484"/>
                  </a:lnTo>
                  <a:lnTo>
                    <a:pt x="1416809" y="1424454"/>
                  </a:lnTo>
                  <a:lnTo>
                    <a:pt x="1416812" y="1424433"/>
                  </a:lnTo>
                  <a:lnTo>
                    <a:pt x="1416827" y="1424329"/>
                  </a:lnTo>
                  <a:lnTo>
                    <a:pt x="1416829" y="1424308"/>
                  </a:lnTo>
                  <a:lnTo>
                    <a:pt x="1416870" y="1424296"/>
                  </a:lnTo>
                  <a:lnTo>
                    <a:pt x="1416890" y="1424290"/>
                  </a:lnTo>
                  <a:lnTo>
                    <a:pt x="1416883" y="1424228"/>
                  </a:lnTo>
                  <a:lnTo>
                    <a:pt x="1416880" y="1424204"/>
                  </a:lnTo>
                  <a:lnTo>
                    <a:pt x="1416812" y="1423983"/>
                  </a:lnTo>
                  <a:lnTo>
                    <a:pt x="1416702" y="1423872"/>
                  </a:lnTo>
                  <a:lnTo>
                    <a:pt x="1416669" y="1423846"/>
                  </a:lnTo>
                  <a:lnTo>
                    <a:pt x="1416647" y="1423828"/>
                  </a:lnTo>
                  <a:lnTo>
                    <a:pt x="1416650" y="1423808"/>
                  </a:lnTo>
                  <a:lnTo>
                    <a:pt x="1416676" y="1423748"/>
                  </a:lnTo>
                  <a:lnTo>
                    <a:pt x="1416684" y="1423730"/>
                  </a:lnTo>
                  <a:lnTo>
                    <a:pt x="1416690" y="1423722"/>
                  </a:lnTo>
                  <a:lnTo>
                    <a:pt x="1416704" y="1423706"/>
                  </a:lnTo>
                  <a:lnTo>
                    <a:pt x="1416719" y="1423652"/>
                  </a:lnTo>
                  <a:lnTo>
                    <a:pt x="1416720" y="1423578"/>
                  </a:lnTo>
                  <a:lnTo>
                    <a:pt x="1416702" y="1423531"/>
                  </a:lnTo>
                  <a:lnTo>
                    <a:pt x="1416698" y="1423520"/>
                  </a:lnTo>
                  <a:lnTo>
                    <a:pt x="1416687" y="1423492"/>
                  </a:lnTo>
                  <a:lnTo>
                    <a:pt x="1416669" y="1423439"/>
                  </a:lnTo>
                  <a:lnTo>
                    <a:pt x="1416655" y="1423396"/>
                  </a:lnTo>
                  <a:lnTo>
                    <a:pt x="1416649" y="1423380"/>
                  </a:lnTo>
                  <a:lnTo>
                    <a:pt x="1416646" y="1423370"/>
                  </a:lnTo>
                  <a:lnTo>
                    <a:pt x="1416641" y="1423356"/>
                  </a:lnTo>
                  <a:lnTo>
                    <a:pt x="1416634" y="1423285"/>
                  </a:lnTo>
                  <a:lnTo>
                    <a:pt x="1416637" y="1423279"/>
                  </a:lnTo>
                  <a:lnTo>
                    <a:pt x="1416685" y="1423192"/>
                  </a:lnTo>
                  <a:lnTo>
                    <a:pt x="1416731" y="1423146"/>
                  </a:lnTo>
                  <a:lnTo>
                    <a:pt x="1416791" y="1423072"/>
                  </a:lnTo>
                  <a:lnTo>
                    <a:pt x="1416799" y="1423021"/>
                  </a:lnTo>
                  <a:lnTo>
                    <a:pt x="1416799" y="1422973"/>
                  </a:lnTo>
                  <a:lnTo>
                    <a:pt x="1416784" y="1422854"/>
                  </a:lnTo>
                  <a:lnTo>
                    <a:pt x="1416796" y="1422730"/>
                  </a:lnTo>
                  <a:lnTo>
                    <a:pt x="1416839" y="1422580"/>
                  </a:lnTo>
                  <a:lnTo>
                    <a:pt x="1416854" y="1422322"/>
                  </a:lnTo>
                  <a:lnTo>
                    <a:pt x="1416872" y="1422112"/>
                  </a:lnTo>
                  <a:lnTo>
                    <a:pt x="1416903" y="1421940"/>
                  </a:lnTo>
                  <a:lnTo>
                    <a:pt x="1416924" y="1421897"/>
                  </a:lnTo>
                  <a:lnTo>
                    <a:pt x="1416979" y="1421885"/>
                  </a:lnTo>
                  <a:lnTo>
                    <a:pt x="1417008" y="1421889"/>
                  </a:lnTo>
                  <a:lnTo>
                    <a:pt x="1417024" y="1421901"/>
                  </a:lnTo>
                  <a:lnTo>
                    <a:pt x="1417037" y="1421900"/>
                  </a:lnTo>
                  <a:lnTo>
                    <a:pt x="1417054" y="1421898"/>
                  </a:lnTo>
                  <a:lnTo>
                    <a:pt x="1417102" y="1421851"/>
                  </a:lnTo>
                  <a:lnTo>
                    <a:pt x="1417124" y="1421829"/>
                  </a:lnTo>
                  <a:lnTo>
                    <a:pt x="1417134" y="1421811"/>
                  </a:lnTo>
                  <a:lnTo>
                    <a:pt x="1416846" y="1421552"/>
                  </a:lnTo>
                  <a:lnTo>
                    <a:pt x="1416798" y="1421509"/>
                  </a:lnTo>
                  <a:lnTo>
                    <a:pt x="1416701" y="1421542"/>
                  </a:lnTo>
                  <a:lnTo>
                    <a:pt x="1416656" y="1421569"/>
                  </a:lnTo>
                  <a:lnTo>
                    <a:pt x="1416598" y="1421600"/>
                  </a:lnTo>
                  <a:lnTo>
                    <a:pt x="1416581" y="1421575"/>
                  </a:lnTo>
                  <a:lnTo>
                    <a:pt x="1416568" y="1421538"/>
                  </a:lnTo>
                  <a:lnTo>
                    <a:pt x="1416593" y="1421478"/>
                  </a:lnTo>
                  <a:lnTo>
                    <a:pt x="1416627" y="1421403"/>
                  </a:lnTo>
                  <a:lnTo>
                    <a:pt x="1416636" y="1421342"/>
                  </a:lnTo>
                  <a:lnTo>
                    <a:pt x="1416596" y="1421336"/>
                  </a:lnTo>
                  <a:lnTo>
                    <a:pt x="1416501" y="1421345"/>
                  </a:lnTo>
                  <a:lnTo>
                    <a:pt x="1416473" y="1421348"/>
                  </a:lnTo>
                  <a:lnTo>
                    <a:pt x="1416415" y="1421413"/>
                  </a:lnTo>
                  <a:lnTo>
                    <a:pt x="1416302" y="1421538"/>
                  </a:lnTo>
                  <a:lnTo>
                    <a:pt x="1416212" y="1421637"/>
                  </a:lnTo>
                  <a:lnTo>
                    <a:pt x="1416095" y="1421768"/>
                  </a:lnTo>
                  <a:lnTo>
                    <a:pt x="1416123" y="1421786"/>
                  </a:lnTo>
                  <a:lnTo>
                    <a:pt x="1416152" y="1421805"/>
                  </a:lnTo>
                  <a:lnTo>
                    <a:pt x="1416214" y="1421785"/>
                  </a:lnTo>
                  <a:lnTo>
                    <a:pt x="1416226" y="1421804"/>
                  </a:lnTo>
                  <a:lnTo>
                    <a:pt x="1416368" y="1422037"/>
                  </a:lnTo>
                  <a:lnTo>
                    <a:pt x="1416396" y="1422079"/>
                  </a:lnTo>
                  <a:lnTo>
                    <a:pt x="1416409" y="1422571"/>
                  </a:lnTo>
                  <a:lnTo>
                    <a:pt x="1416417" y="1422648"/>
                  </a:lnTo>
                  <a:lnTo>
                    <a:pt x="1416436" y="1422809"/>
                  </a:lnTo>
                  <a:lnTo>
                    <a:pt x="1416442" y="1422826"/>
                  </a:lnTo>
                  <a:lnTo>
                    <a:pt x="1416461" y="1422874"/>
                  </a:lnTo>
                  <a:lnTo>
                    <a:pt x="1416478" y="1422920"/>
                  </a:lnTo>
                  <a:lnTo>
                    <a:pt x="1416531" y="1423138"/>
                  </a:lnTo>
                  <a:lnTo>
                    <a:pt x="1416531" y="1423158"/>
                  </a:lnTo>
                  <a:lnTo>
                    <a:pt x="1416519" y="1423239"/>
                  </a:lnTo>
                  <a:lnTo>
                    <a:pt x="1416500" y="1423275"/>
                  </a:lnTo>
                  <a:lnTo>
                    <a:pt x="1416471" y="1423291"/>
                  </a:lnTo>
                  <a:lnTo>
                    <a:pt x="1416440" y="1423288"/>
                  </a:lnTo>
                  <a:lnTo>
                    <a:pt x="1416405" y="1423285"/>
                  </a:lnTo>
                  <a:lnTo>
                    <a:pt x="1416359" y="1423331"/>
                  </a:lnTo>
                  <a:lnTo>
                    <a:pt x="1416329" y="1423398"/>
                  </a:lnTo>
                  <a:lnTo>
                    <a:pt x="1416304" y="1423616"/>
                  </a:lnTo>
                  <a:lnTo>
                    <a:pt x="1416091" y="1423603"/>
                  </a:lnTo>
                  <a:lnTo>
                    <a:pt x="1416084" y="1423603"/>
                  </a:lnTo>
                  <a:lnTo>
                    <a:pt x="1416067" y="1423602"/>
                  </a:lnTo>
                  <a:lnTo>
                    <a:pt x="1415975" y="1423597"/>
                  </a:lnTo>
                  <a:lnTo>
                    <a:pt x="1415989" y="1423569"/>
                  </a:lnTo>
                  <a:lnTo>
                    <a:pt x="1415924" y="1423530"/>
                  </a:lnTo>
                  <a:lnTo>
                    <a:pt x="1415830" y="1423492"/>
                  </a:lnTo>
                  <a:lnTo>
                    <a:pt x="1415787" y="1423481"/>
                  </a:lnTo>
                  <a:lnTo>
                    <a:pt x="1415705" y="1423491"/>
                  </a:lnTo>
                  <a:lnTo>
                    <a:pt x="1415601" y="1423519"/>
                  </a:lnTo>
                  <a:lnTo>
                    <a:pt x="1415536" y="1423545"/>
                  </a:lnTo>
                  <a:lnTo>
                    <a:pt x="1415513" y="1423603"/>
                  </a:lnTo>
                  <a:lnTo>
                    <a:pt x="1415519" y="1423614"/>
                  </a:lnTo>
                  <a:lnTo>
                    <a:pt x="1415538" y="1423614"/>
                  </a:lnTo>
                  <a:lnTo>
                    <a:pt x="1415605" y="1423602"/>
                  </a:lnTo>
                  <a:lnTo>
                    <a:pt x="1415664" y="1423584"/>
                  </a:lnTo>
                  <a:lnTo>
                    <a:pt x="1415743" y="1423596"/>
                  </a:lnTo>
                  <a:lnTo>
                    <a:pt x="1415788" y="1423631"/>
                  </a:lnTo>
                  <a:lnTo>
                    <a:pt x="1415806" y="1423641"/>
                  </a:lnTo>
                  <a:lnTo>
                    <a:pt x="1415927" y="1423708"/>
                  </a:lnTo>
                  <a:lnTo>
                    <a:pt x="1416014" y="1423697"/>
                  </a:lnTo>
                  <a:lnTo>
                    <a:pt x="1416084" y="1423691"/>
                  </a:lnTo>
                  <a:lnTo>
                    <a:pt x="1416127" y="1423698"/>
                  </a:lnTo>
                  <a:lnTo>
                    <a:pt x="1416210" y="1423769"/>
                  </a:lnTo>
                  <a:lnTo>
                    <a:pt x="1416212" y="1423830"/>
                  </a:lnTo>
                  <a:lnTo>
                    <a:pt x="1416190" y="1423921"/>
                  </a:lnTo>
                  <a:lnTo>
                    <a:pt x="1416130" y="1423978"/>
                  </a:lnTo>
                  <a:lnTo>
                    <a:pt x="1416034" y="1424096"/>
                  </a:lnTo>
                  <a:lnTo>
                    <a:pt x="1416085" y="1424135"/>
                  </a:lnTo>
                  <a:lnTo>
                    <a:pt x="1416118" y="1424161"/>
                  </a:lnTo>
                  <a:lnTo>
                    <a:pt x="1416127" y="1424171"/>
                  </a:lnTo>
                  <a:lnTo>
                    <a:pt x="1416160" y="1424206"/>
                  </a:lnTo>
                  <a:lnTo>
                    <a:pt x="1416037" y="1424485"/>
                  </a:lnTo>
                  <a:lnTo>
                    <a:pt x="1415997" y="1424558"/>
                  </a:lnTo>
                  <a:lnTo>
                    <a:pt x="1415863" y="1424422"/>
                  </a:lnTo>
                  <a:lnTo>
                    <a:pt x="1415853" y="1424437"/>
                  </a:lnTo>
                  <a:lnTo>
                    <a:pt x="1415810" y="1424529"/>
                  </a:lnTo>
                  <a:lnTo>
                    <a:pt x="1415757" y="1424656"/>
                  </a:lnTo>
                  <a:lnTo>
                    <a:pt x="1415686" y="1424924"/>
                  </a:lnTo>
                  <a:lnTo>
                    <a:pt x="1415663" y="1425048"/>
                  </a:lnTo>
                  <a:lnTo>
                    <a:pt x="1415531" y="1425294"/>
                  </a:lnTo>
                  <a:lnTo>
                    <a:pt x="1415512" y="1425336"/>
                  </a:lnTo>
                  <a:lnTo>
                    <a:pt x="1415238" y="1425865"/>
                  </a:lnTo>
                  <a:lnTo>
                    <a:pt x="1415165" y="1426005"/>
                  </a:lnTo>
                  <a:lnTo>
                    <a:pt x="1415114" y="1426154"/>
                  </a:lnTo>
                  <a:lnTo>
                    <a:pt x="1415105" y="1426186"/>
                  </a:lnTo>
                  <a:lnTo>
                    <a:pt x="1415103" y="1426244"/>
                  </a:lnTo>
                  <a:lnTo>
                    <a:pt x="1415296" y="1426350"/>
                  </a:lnTo>
                  <a:lnTo>
                    <a:pt x="1415304" y="1426358"/>
                  </a:lnTo>
                  <a:lnTo>
                    <a:pt x="1415389" y="1426442"/>
                  </a:lnTo>
                  <a:lnTo>
                    <a:pt x="1415489" y="1426541"/>
                  </a:lnTo>
                  <a:lnTo>
                    <a:pt x="1415483" y="1426546"/>
                  </a:lnTo>
                  <a:lnTo>
                    <a:pt x="1415444" y="1426554"/>
                  </a:lnTo>
                  <a:lnTo>
                    <a:pt x="1415377" y="1426546"/>
                  </a:lnTo>
                  <a:lnTo>
                    <a:pt x="1415292" y="1426537"/>
                  </a:lnTo>
                  <a:lnTo>
                    <a:pt x="1415205" y="1426487"/>
                  </a:lnTo>
                  <a:lnTo>
                    <a:pt x="1415173" y="1426520"/>
                  </a:lnTo>
                  <a:lnTo>
                    <a:pt x="1415026" y="1426665"/>
                  </a:lnTo>
                  <a:lnTo>
                    <a:pt x="1414937" y="1426853"/>
                  </a:lnTo>
                  <a:lnTo>
                    <a:pt x="1414917" y="1426894"/>
                  </a:lnTo>
                  <a:lnTo>
                    <a:pt x="1414924" y="1426985"/>
                  </a:lnTo>
                  <a:lnTo>
                    <a:pt x="1414927" y="1427027"/>
                  </a:lnTo>
                  <a:lnTo>
                    <a:pt x="1414884" y="1427059"/>
                  </a:lnTo>
                  <a:lnTo>
                    <a:pt x="1414851" y="1427070"/>
                  </a:lnTo>
                  <a:lnTo>
                    <a:pt x="1414835" y="1427076"/>
                  </a:lnTo>
                  <a:lnTo>
                    <a:pt x="1414803" y="1427057"/>
                  </a:lnTo>
                  <a:lnTo>
                    <a:pt x="1414773" y="1427039"/>
                  </a:lnTo>
                  <a:lnTo>
                    <a:pt x="1414754" y="1427021"/>
                  </a:lnTo>
                  <a:lnTo>
                    <a:pt x="1414701" y="1426970"/>
                  </a:lnTo>
                  <a:lnTo>
                    <a:pt x="1414625" y="1426912"/>
                  </a:lnTo>
                  <a:lnTo>
                    <a:pt x="1414583" y="1426906"/>
                  </a:lnTo>
                  <a:lnTo>
                    <a:pt x="1414542" y="1426913"/>
                  </a:lnTo>
                  <a:lnTo>
                    <a:pt x="1414512" y="1426920"/>
                  </a:lnTo>
                  <a:lnTo>
                    <a:pt x="1414513" y="1426962"/>
                  </a:lnTo>
                  <a:lnTo>
                    <a:pt x="1414476" y="1427005"/>
                  </a:lnTo>
                  <a:lnTo>
                    <a:pt x="1414443" y="1427043"/>
                  </a:lnTo>
                  <a:lnTo>
                    <a:pt x="1414405" y="1427086"/>
                  </a:lnTo>
                  <a:lnTo>
                    <a:pt x="1414400" y="1427091"/>
                  </a:lnTo>
                  <a:lnTo>
                    <a:pt x="1414406" y="1427100"/>
                  </a:lnTo>
                  <a:lnTo>
                    <a:pt x="1414437" y="1427151"/>
                  </a:lnTo>
                  <a:lnTo>
                    <a:pt x="1414445" y="1427157"/>
                  </a:lnTo>
                  <a:lnTo>
                    <a:pt x="1414460" y="1427166"/>
                  </a:lnTo>
                  <a:lnTo>
                    <a:pt x="1414489" y="1427182"/>
                  </a:lnTo>
                  <a:lnTo>
                    <a:pt x="1414497" y="1427187"/>
                  </a:lnTo>
                  <a:lnTo>
                    <a:pt x="1414533" y="1427210"/>
                  </a:lnTo>
                  <a:lnTo>
                    <a:pt x="1414545" y="1427217"/>
                  </a:lnTo>
                  <a:lnTo>
                    <a:pt x="1414571" y="1427233"/>
                  </a:lnTo>
                  <a:lnTo>
                    <a:pt x="1414605" y="1427254"/>
                  </a:lnTo>
                  <a:lnTo>
                    <a:pt x="1414616" y="1427259"/>
                  </a:lnTo>
                  <a:lnTo>
                    <a:pt x="1414680" y="1427296"/>
                  </a:lnTo>
                  <a:lnTo>
                    <a:pt x="1414693" y="1427305"/>
                  </a:lnTo>
                  <a:lnTo>
                    <a:pt x="1414697" y="1427312"/>
                  </a:lnTo>
                  <a:lnTo>
                    <a:pt x="1414705" y="1427328"/>
                  </a:lnTo>
                  <a:lnTo>
                    <a:pt x="1414721" y="1427370"/>
                  </a:lnTo>
                  <a:lnTo>
                    <a:pt x="1414730" y="1427387"/>
                  </a:lnTo>
                  <a:lnTo>
                    <a:pt x="1414767" y="1427360"/>
                  </a:lnTo>
                  <a:lnTo>
                    <a:pt x="1414785" y="1427362"/>
                  </a:lnTo>
                  <a:lnTo>
                    <a:pt x="1414832" y="1427385"/>
                  </a:lnTo>
                  <a:lnTo>
                    <a:pt x="1414888" y="1427418"/>
                  </a:lnTo>
                  <a:lnTo>
                    <a:pt x="1414900" y="1427434"/>
                  </a:lnTo>
                  <a:lnTo>
                    <a:pt x="1414930" y="1427548"/>
                  </a:lnTo>
                  <a:lnTo>
                    <a:pt x="1414960" y="1427664"/>
                  </a:lnTo>
                  <a:lnTo>
                    <a:pt x="1414952" y="1427800"/>
                  </a:lnTo>
                  <a:lnTo>
                    <a:pt x="1414950" y="1427824"/>
                  </a:lnTo>
                  <a:lnTo>
                    <a:pt x="1414938" y="1427883"/>
                  </a:lnTo>
                  <a:lnTo>
                    <a:pt x="1414915" y="1427950"/>
                  </a:lnTo>
                  <a:lnTo>
                    <a:pt x="1414904" y="1427961"/>
                  </a:lnTo>
                  <a:lnTo>
                    <a:pt x="1414897" y="1427977"/>
                  </a:lnTo>
                  <a:lnTo>
                    <a:pt x="1414881" y="1428085"/>
                  </a:lnTo>
                  <a:lnTo>
                    <a:pt x="1414870" y="1428135"/>
                  </a:lnTo>
                  <a:lnTo>
                    <a:pt x="1414865" y="1428166"/>
                  </a:lnTo>
                  <a:lnTo>
                    <a:pt x="1414862" y="1428178"/>
                  </a:lnTo>
                  <a:lnTo>
                    <a:pt x="1414859" y="1428182"/>
                  </a:lnTo>
                  <a:lnTo>
                    <a:pt x="1414856" y="1428187"/>
                  </a:lnTo>
                  <a:lnTo>
                    <a:pt x="1414854" y="1428192"/>
                  </a:lnTo>
                  <a:lnTo>
                    <a:pt x="1414853" y="1428197"/>
                  </a:lnTo>
                  <a:lnTo>
                    <a:pt x="1414852" y="1428201"/>
                  </a:lnTo>
                  <a:lnTo>
                    <a:pt x="1414852" y="1428207"/>
                  </a:lnTo>
                  <a:lnTo>
                    <a:pt x="1414852" y="1428212"/>
                  </a:lnTo>
                  <a:lnTo>
                    <a:pt x="1414854" y="1428219"/>
                  </a:lnTo>
                  <a:lnTo>
                    <a:pt x="1414839" y="1428285"/>
                  </a:lnTo>
                  <a:lnTo>
                    <a:pt x="1414833" y="1428308"/>
                  </a:lnTo>
                  <a:lnTo>
                    <a:pt x="1414822" y="1428357"/>
                  </a:lnTo>
                  <a:lnTo>
                    <a:pt x="1414797" y="1428461"/>
                  </a:lnTo>
                  <a:lnTo>
                    <a:pt x="1414784" y="1428514"/>
                  </a:lnTo>
                  <a:lnTo>
                    <a:pt x="1414739" y="1428635"/>
                  </a:lnTo>
                  <a:lnTo>
                    <a:pt x="1414708" y="1428762"/>
                  </a:lnTo>
                  <a:lnTo>
                    <a:pt x="1414706" y="1428768"/>
                  </a:lnTo>
                  <a:lnTo>
                    <a:pt x="1414689" y="1428848"/>
                  </a:lnTo>
                  <a:lnTo>
                    <a:pt x="1414668" y="1428944"/>
                  </a:lnTo>
                  <a:lnTo>
                    <a:pt x="1414663" y="1429002"/>
                  </a:lnTo>
                  <a:lnTo>
                    <a:pt x="1414659" y="1429042"/>
                  </a:lnTo>
                  <a:lnTo>
                    <a:pt x="1414679" y="1429156"/>
                  </a:lnTo>
                  <a:lnTo>
                    <a:pt x="1414679" y="1429297"/>
                  </a:lnTo>
                  <a:lnTo>
                    <a:pt x="1414679" y="1429355"/>
                  </a:lnTo>
                  <a:lnTo>
                    <a:pt x="1414679" y="1429397"/>
                  </a:lnTo>
                  <a:lnTo>
                    <a:pt x="1414700" y="1429644"/>
                  </a:lnTo>
                  <a:lnTo>
                    <a:pt x="1414709" y="1429743"/>
                  </a:lnTo>
                  <a:lnTo>
                    <a:pt x="1414713" y="1429815"/>
                  </a:lnTo>
                  <a:lnTo>
                    <a:pt x="1414730" y="1429863"/>
                  </a:lnTo>
                  <a:lnTo>
                    <a:pt x="1414767" y="1429947"/>
                  </a:lnTo>
                  <a:lnTo>
                    <a:pt x="1414799" y="1430154"/>
                  </a:lnTo>
                  <a:lnTo>
                    <a:pt x="1414802" y="1430173"/>
                  </a:lnTo>
                  <a:lnTo>
                    <a:pt x="1414833" y="1430402"/>
                  </a:lnTo>
                  <a:lnTo>
                    <a:pt x="1414837" y="1430404"/>
                  </a:lnTo>
                  <a:lnTo>
                    <a:pt x="1414842" y="1430408"/>
                  </a:lnTo>
                  <a:lnTo>
                    <a:pt x="1414841" y="1430415"/>
                  </a:lnTo>
                  <a:lnTo>
                    <a:pt x="1414840" y="1430422"/>
                  </a:lnTo>
                  <a:lnTo>
                    <a:pt x="1414830" y="1430424"/>
                  </a:lnTo>
                  <a:lnTo>
                    <a:pt x="1414825" y="1430422"/>
                  </a:lnTo>
                  <a:lnTo>
                    <a:pt x="1414818" y="1430420"/>
                  </a:lnTo>
                  <a:lnTo>
                    <a:pt x="1414809" y="1430418"/>
                  </a:lnTo>
                  <a:lnTo>
                    <a:pt x="1414797" y="1430411"/>
                  </a:lnTo>
                  <a:lnTo>
                    <a:pt x="1414791" y="1430409"/>
                  </a:lnTo>
                  <a:lnTo>
                    <a:pt x="1414757" y="1430400"/>
                  </a:lnTo>
                  <a:lnTo>
                    <a:pt x="1414730" y="1430394"/>
                  </a:lnTo>
                  <a:lnTo>
                    <a:pt x="1414725" y="1430393"/>
                  </a:lnTo>
                  <a:lnTo>
                    <a:pt x="1414727" y="1430399"/>
                  </a:lnTo>
                  <a:lnTo>
                    <a:pt x="1414761" y="1430408"/>
                  </a:lnTo>
                  <a:lnTo>
                    <a:pt x="1414792" y="1430419"/>
                  </a:lnTo>
                  <a:lnTo>
                    <a:pt x="1414802" y="1430423"/>
                  </a:lnTo>
                  <a:lnTo>
                    <a:pt x="1414826" y="1430437"/>
                  </a:lnTo>
                  <a:lnTo>
                    <a:pt x="1414832" y="1430484"/>
                  </a:lnTo>
                  <a:lnTo>
                    <a:pt x="1414854" y="1430525"/>
                  </a:lnTo>
                  <a:lnTo>
                    <a:pt x="1414889" y="1430556"/>
                  </a:lnTo>
                  <a:lnTo>
                    <a:pt x="1414922" y="1430621"/>
                  </a:lnTo>
                  <a:lnTo>
                    <a:pt x="1414996" y="1430813"/>
                  </a:lnTo>
                  <a:lnTo>
                    <a:pt x="1415019" y="1430873"/>
                  </a:lnTo>
                  <a:lnTo>
                    <a:pt x="1415025" y="1430889"/>
                  </a:lnTo>
                  <a:lnTo>
                    <a:pt x="1415034" y="1430913"/>
                  </a:lnTo>
                  <a:lnTo>
                    <a:pt x="1415043" y="1430937"/>
                  </a:lnTo>
                  <a:lnTo>
                    <a:pt x="1415044" y="1430943"/>
                  </a:lnTo>
                  <a:lnTo>
                    <a:pt x="1415045" y="1430947"/>
                  </a:lnTo>
                  <a:lnTo>
                    <a:pt x="1415047" y="1430952"/>
                  </a:lnTo>
                  <a:lnTo>
                    <a:pt x="1415050" y="1430957"/>
                  </a:lnTo>
                  <a:lnTo>
                    <a:pt x="1415053" y="1430966"/>
                  </a:lnTo>
                  <a:lnTo>
                    <a:pt x="1415224" y="1431396"/>
                  </a:lnTo>
                  <a:lnTo>
                    <a:pt x="1415245" y="1431437"/>
                  </a:lnTo>
                  <a:lnTo>
                    <a:pt x="1415248" y="1431442"/>
                  </a:lnTo>
                  <a:lnTo>
                    <a:pt x="1415396" y="1431639"/>
                  </a:lnTo>
                  <a:lnTo>
                    <a:pt x="1415424" y="1431677"/>
                  </a:lnTo>
                  <a:lnTo>
                    <a:pt x="1415432" y="1431691"/>
                  </a:lnTo>
                  <a:lnTo>
                    <a:pt x="1415479" y="1431772"/>
                  </a:lnTo>
                  <a:lnTo>
                    <a:pt x="1415548" y="1431890"/>
                  </a:lnTo>
                  <a:lnTo>
                    <a:pt x="1415578" y="1431943"/>
                  </a:lnTo>
                  <a:lnTo>
                    <a:pt x="1415591" y="1431965"/>
                  </a:lnTo>
                  <a:lnTo>
                    <a:pt x="1415604" y="1431988"/>
                  </a:lnTo>
                  <a:lnTo>
                    <a:pt x="1415618" y="1432011"/>
                  </a:lnTo>
                  <a:lnTo>
                    <a:pt x="1415641" y="1432061"/>
                  </a:lnTo>
                  <a:lnTo>
                    <a:pt x="1415708" y="1432200"/>
                  </a:lnTo>
                  <a:lnTo>
                    <a:pt x="1415712" y="1432229"/>
                  </a:lnTo>
                  <a:lnTo>
                    <a:pt x="1415720" y="1432300"/>
                  </a:lnTo>
                  <a:lnTo>
                    <a:pt x="1415727" y="1432314"/>
                  </a:lnTo>
                  <a:lnTo>
                    <a:pt x="1415750" y="1432364"/>
                  </a:lnTo>
                  <a:lnTo>
                    <a:pt x="1415795" y="1432461"/>
                  </a:lnTo>
                  <a:lnTo>
                    <a:pt x="1415844" y="1432581"/>
                  </a:lnTo>
                  <a:lnTo>
                    <a:pt x="1415852" y="1432598"/>
                  </a:lnTo>
                  <a:lnTo>
                    <a:pt x="1415856" y="1432602"/>
                  </a:lnTo>
                  <a:lnTo>
                    <a:pt x="1415856" y="1432656"/>
                  </a:lnTo>
                  <a:lnTo>
                    <a:pt x="1415814" y="1432730"/>
                  </a:lnTo>
                  <a:lnTo>
                    <a:pt x="1415784" y="1432753"/>
                  </a:lnTo>
                  <a:lnTo>
                    <a:pt x="1415778" y="1432757"/>
                  </a:lnTo>
                  <a:lnTo>
                    <a:pt x="1415743" y="1432784"/>
                  </a:lnTo>
                  <a:lnTo>
                    <a:pt x="1415709" y="1432810"/>
                  </a:lnTo>
                  <a:lnTo>
                    <a:pt x="1415680" y="1432832"/>
                  </a:lnTo>
                  <a:lnTo>
                    <a:pt x="1415637" y="1432851"/>
                  </a:lnTo>
                  <a:lnTo>
                    <a:pt x="1415572" y="1432880"/>
                  </a:lnTo>
                  <a:lnTo>
                    <a:pt x="1415484" y="1432920"/>
                  </a:lnTo>
                  <a:lnTo>
                    <a:pt x="1415422" y="1432962"/>
                  </a:lnTo>
                  <a:lnTo>
                    <a:pt x="1415397" y="1432979"/>
                  </a:lnTo>
                  <a:lnTo>
                    <a:pt x="1415384" y="1433032"/>
                  </a:lnTo>
                  <a:lnTo>
                    <a:pt x="1415357" y="1433078"/>
                  </a:lnTo>
                  <a:lnTo>
                    <a:pt x="1415214" y="1433328"/>
                  </a:lnTo>
                  <a:lnTo>
                    <a:pt x="1415149" y="1433441"/>
                  </a:lnTo>
                  <a:lnTo>
                    <a:pt x="1415149" y="1433445"/>
                  </a:lnTo>
                  <a:lnTo>
                    <a:pt x="1415154" y="1433446"/>
                  </a:lnTo>
                  <a:lnTo>
                    <a:pt x="1415176" y="1433445"/>
                  </a:lnTo>
                  <a:lnTo>
                    <a:pt x="1415181" y="1433443"/>
                  </a:lnTo>
                  <a:lnTo>
                    <a:pt x="1415208" y="1433428"/>
                  </a:lnTo>
                  <a:lnTo>
                    <a:pt x="1415339" y="1433353"/>
                  </a:lnTo>
                  <a:lnTo>
                    <a:pt x="1415438" y="1433296"/>
                  </a:lnTo>
                  <a:lnTo>
                    <a:pt x="1415463" y="1433282"/>
                  </a:lnTo>
                  <a:lnTo>
                    <a:pt x="1415522" y="1433249"/>
                  </a:lnTo>
                  <a:lnTo>
                    <a:pt x="1415529" y="1433245"/>
                  </a:lnTo>
                  <a:lnTo>
                    <a:pt x="1415536" y="1433270"/>
                  </a:lnTo>
                  <a:lnTo>
                    <a:pt x="1415541" y="1433292"/>
                  </a:lnTo>
                  <a:lnTo>
                    <a:pt x="1415547" y="1433304"/>
                  </a:lnTo>
                  <a:lnTo>
                    <a:pt x="1415564" y="1433299"/>
                  </a:lnTo>
                  <a:lnTo>
                    <a:pt x="1415678" y="1433270"/>
                  </a:lnTo>
                  <a:lnTo>
                    <a:pt x="1415898" y="1433223"/>
                  </a:lnTo>
                  <a:lnTo>
                    <a:pt x="1415986" y="1433211"/>
                  </a:lnTo>
                  <a:lnTo>
                    <a:pt x="1416069" y="1433200"/>
                  </a:lnTo>
                  <a:lnTo>
                    <a:pt x="1416109" y="1433194"/>
                  </a:lnTo>
                  <a:lnTo>
                    <a:pt x="1416175" y="1433185"/>
                  </a:lnTo>
                  <a:lnTo>
                    <a:pt x="1416226" y="1433180"/>
                  </a:lnTo>
                  <a:lnTo>
                    <a:pt x="1416220" y="1433091"/>
                  </a:lnTo>
                  <a:lnTo>
                    <a:pt x="1416360" y="1433009"/>
                  </a:lnTo>
                  <a:lnTo>
                    <a:pt x="1416731" y="1432916"/>
                  </a:lnTo>
                  <a:lnTo>
                    <a:pt x="1416975" y="1432839"/>
                  </a:lnTo>
                  <a:lnTo>
                    <a:pt x="1417134" y="1432697"/>
                  </a:lnTo>
                  <a:lnTo>
                    <a:pt x="1417237" y="1432659"/>
                  </a:lnTo>
                  <a:lnTo>
                    <a:pt x="1417331" y="1432670"/>
                  </a:lnTo>
                  <a:lnTo>
                    <a:pt x="1417342" y="1432677"/>
                  </a:lnTo>
                  <a:lnTo>
                    <a:pt x="1417418" y="1432727"/>
                  </a:lnTo>
                  <a:lnTo>
                    <a:pt x="1417457" y="1432782"/>
                  </a:lnTo>
                  <a:lnTo>
                    <a:pt x="1417570" y="1432875"/>
                  </a:lnTo>
                  <a:lnTo>
                    <a:pt x="1417707" y="1432922"/>
                  </a:lnTo>
                  <a:lnTo>
                    <a:pt x="1417825" y="1432957"/>
                  </a:lnTo>
                  <a:lnTo>
                    <a:pt x="1417874" y="1433009"/>
                  </a:lnTo>
                  <a:lnTo>
                    <a:pt x="1417886" y="1433064"/>
                  </a:lnTo>
                  <a:lnTo>
                    <a:pt x="1417890" y="1433143"/>
                  </a:lnTo>
                  <a:lnTo>
                    <a:pt x="1417889" y="1433196"/>
                  </a:lnTo>
                  <a:lnTo>
                    <a:pt x="1417967" y="1433188"/>
                  </a:lnTo>
                  <a:lnTo>
                    <a:pt x="1417995" y="1433188"/>
                  </a:lnTo>
                  <a:lnTo>
                    <a:pt x="1418029" y="1433195"/>
                  </a:lnTo>
                  <a:lnTo>
                    <a:pt x="1418044" y="1433200"/>
                  </a:lnTo>
                  <a:lnTo>
                    <a:pt x="1418056" y="1433205"/>
                  </a:lnTo>
                  <a:lnTo>
                    <a:pt x="1418078" y="1433213"/>
                  </a:lnTo>
                  <a:lnTo>
                    <a:pt x="1418098" y="1433220"/>
                  </a:lnTo>
                  <a:lnTo>
                    <a:pt x="1418107" y="1433224"/>
                  </a:lnTo>
                  <a:lnTo>
                    <a:pt x="1418172" y="1433254"/>
                  </a:lnTo>
                  <a:lnTo>
                    <a:pt x="1418233" y="1433279"/>
                  </a:lnTo>
                  <a:lnTo>
                    <a:pt x="1418247" y="1433285"/>
                  </a:lnTo>
                  <a:lnTo>
                    <a:pt x="1418253" y="1433287"/>
                  </a:lnTo>
                  <a:lnTo>
                    <a:pt x="1418257" y="1433289"/>
                  </a:lnTo>
                  <a:lnTo>
                    <a:pt x="1418272" y="1433295"/>
                  </a:lnTo>
                  <a:lnTo>
                    <a:pt x="1418315" y="1433312"/>
                  </a:lnTo>
                  <a:lnTo>
                    <a:pt x="1418366" y="1433333"/>
                  </a:lnTo>
                  <a:lnTo>
                    <a:pt x="1418377" y="1433338"/>
                  </a:lnTo>
                  <a:lnTo>
                    <a:pt x="1418396" y="1433346"/>
                  </a:lnTo>
                  <a:lnTo>
                    <a:pt x="1418429" y="1433360"/>
                  </a:lnTo>
                  <a:lnTo>
                    <a:pt x="1418484" y="1433383"/>
                  </a:lnTo>
                  <a:lnTo>
                    <a:pt x="1418498" y="1433389"/>
                  </a:lnTo>
                  <a:lnTo>
                    <a:pt x="1418503" y="1433391"/>
                  </a:lnTo>
                  <a:lnTo>
                    <a:pt x="1418546" y="1433410"/>
                  </a:lnTo>
                  <a:lnTo>
                    <a:pt x="1418590" y="1433427"/>
                  </a:lnTo>
                  <a:lnTo>
                    <a:pt x="1418617" y="1433411"/>
                  </a:lnTo>
                  <a:lnTo>
                    <a:pt x="1418631" y="1433403"/>
                  </a:lnTo>
                  <a:lnTo>
                    <a:pt x="1418646" y="1433393"/>
                  </a:lnTo>
                  <a:lnTo>
                    <a:pt x="1418669" y="1433381"/>
                  </a:lnTo>
                  <a:lnTo>
                    <a:pt x="1418764" y="1433332"/>
                  </a:lnTo>
                  <a:lnTo>
                    <a:pt x="1418773" y="1433326"/>
                  </a:lnTo>
                  <a:lnTo>
                    <a:pt x="1418802" y="1433309"/>
                  </a:lnTo>
                  <a:lnTo>
                    <a:pt x="1418846" y="1433288"/>
                  </a:lnTo>
                  <a:lnTo>
                    <a:pt x="1418857" y="1433283"/>
                  </a:lnTo>
                  <a:lnTo>
                    <a:pt x="1418932" y="1433270"/>
                  </a:lnTo>
                  <a:lnTo>
                    <a:pt x="1418949" y="1433268"/>
                  </a:lnTo>
                  <a:lnTo>
                    <a:pt x="1419011" y="1433260"/>
                  </a:lnTo>
                  <a:lnTo>
                    <a:pt x="1419047" y="1433256"/>
                  </a:lnTo>
                  <a:lnTo>
                    <a:pt x="1419073" y="1433253"/>
                  </a:lnTo>
                  <a:lnTo>
                    <a:pt x="1419107" y="1433247"/>
                  </a:lnTo>
                  <a:lnTo>
                    <a:pt x="1419111" y="1433247"/>
                  </a:lnTo>
                  <a:lnTo>
                    <a:pt x="1419170" y="1433238"/>
                  </a:lnTo>
                  <a:lnTo>
                    <a:pt x="1419224" y="1433234"/>
                  </a:lnTo>
                  <a:lnTo>
                    <a:pt x="1419256" y="1433232"/>
                  </a:lnTo>
                  <a:lnTo>
                    <a:pt x="1419298" y="1433230"/>
                  </a:lnTo>
                  <a:lnTo>
                    <a:pt x="1419363" y="1433188"/>
                  </a:lnTo>
                  <a:lnTo>
                    <a:pt x="1419401" y="1433164"/>
                  </a:lnTo>
                  <a:lnTo>
                    <a:pt x="1419457" y="1433120"/>
                  </a:lnTo>
                  <a:lnTo>
                    <a:pt x="1419500" y="1433087"/>
                  </a:lnTo>
                  <a:lnTo>
                    <a:pt x="1419556" y="1433096"/>
                  </a:lnTo>
                  <a:lnTo>
                    <a:pt x="1420341" y="1433026"/>
                  </a:lnTo>
                  <a:lnTo>
                    <a:pt x="1420646" y="1433019"/>
                  </a:lnTo>
                  <a:lnTo>
                    <a:pt x="1420899" y="1433013"/>
                  </a:lnTo>
                  <a:lnTo>
                    <a:pt x="1420908" y="1433022"/>
                  </a:lnTo>
                  <a:lnTo>
                    <a:pt x="1420927" y="1433076"/>
                  </a:lnTo>
                  <a:lnTo>
                    <a:pt x="1420940" y="1433143"/>
                  </a:lnTo>
                  <a:lnTo>
                    <a:pt x="1420933" y="1433195"/>
                  </a:lnTo>
                  <a:lnTo>
                    <a:pt x="1420947" y="1433278"/>
                  </a:lnTo>
                  <a:lnTo>
                    <a:pt x="1420961" y="1433356"/>
                  </a:lnTo>
                  <a:lnTo>
                    <a:pt x="1420964" y="1433373"/>
                  </a:lnTo>
                  <a:lnTo>
                    <a:pt x="1420980" y="1433417"/>
                  </a:lnTo>
                  <a:lnTo>
                    <a:pt x="1420990" y="1433443"/>
                  </a:lnTo>
                  <a:lnTo>
                    <a:pt x="1421005" y="1433465"/>
                  </a:lnTo>
                  <a:lnTo>
                    <a:pt x="1421008" y="1433469"/>
                  </a:lnTo>
                  <a:lnTo>
                    <a:pt x="1421018" y="1433484"/>
                  </a:lnTo>
                  <a:lnTo>
                    <a:pt x="1421027" y="1433494"/>
                  </a:lnTo>
                  <a:lnTo>
                    <a:pt x="1421044" y="1433513"/>
                  </a:lnTo>
                  <a:lnTo>
                    <a:pt x="1421049" y="1433516"/>
                  </a:lnTo>
                  <a:lnTo>
                    <a:pt x="1421053" y="1433512"/>
                  </a:lnTo>
                  <a:lnTo>
                    <a:pt x="1421084" y="1433482"/>
                  </a:lnTo>
                  <a:lnTo>
                    <a:pt x="1421197" y="1433398"/>
                  </a:lnTo>
                  <a:lnTo>
                    <a:pt x="1421262" y="1433462"/>
                  </a:lnTo>
                  <a:lnTo>
                    <a:pt x="1421321" y="1433519"/>
                  </a:lnTo>
                  <a:lnTo>
                    <a:pt x="1421443" y="1433651"/>
                  </a:lnTo>
                  <a:lnTo>
                    <a:pt x="1421453" y="1433660"/>
                  </a:lnTo>
                  <a:lnTo>
                    <a:pt x="1421488" y="1433694"/>
                  </a:lnTo>
                  <a:lnTo>
                    <a:pt x="1421615" y="1433786"/>
                  </a:lnTo>
                  <a:lnTo>
                    <a:pt x="1421658" y="1433818"/>
                  </a:lnTo>
                  <a:lnTo>
                    <a:pt x="1421681" y="1433835"/>
                  </a:lnTo>
                  <a:lnTo>
                    <a:pt x="1421728" y="1433869"/>
                  </a:lnTo>
                  <a:lnTo>
                    <a:pt x="1421750" y="1433873"/>
                  </a:lnTo>
                  <a:lnTo>
                    <a:pt x="1421766" y="1433878"/>
                  </a:lnTo>
                  <a:lnTo>
                    <a:pt x="1421819" y="1433881"/>
                  </a:lnTo>
                  <a:lnTo>
                    <a:pt x="1421831" y="1433881"/>
                  </a:lnTo>
                  <a:lnTo>
                    <a:pt x="1421852" y="1433881"/>
                  </a:lnTo>
                  <a:lnTo>
                    <a:pt x="1421868" y="1433881"/>
                  </a:lnTo>
                  <a:lnTo>
                    <a:pt x="1421960" y="1433895"/>
                  </a:lnTo>
                  <a:lnTo>
                    <a:pt x="1422019" y="1433922"/>
                  </a:lnTo>
                  <a:lnTo>
                    <a:pt x="1422025" y="1433924"/>
                  </a:lnTo>
                  <a:lnTo>
                    <a:pt x="1422056" y="1433938"/>
                  </a:lnTo>
                  <a:lnTo>
                    <a:pt x="1422118" y="1433964"/>
                  </a:lnTo>
                  <a:lnTo>
                    <a:pt x="1422131" y="1433968"/>
                  </a:lnTo>
                  <a:lnTo>
                    <a:pt x="1422168" y="1433984"/>
                  </a:lnTo>
                  <a:lnTo>
                    <a:pt x="1422209" y="1434000"/>
                  </a:lnTo>
                  <a:lnTo>
                    <a:pt x="1422270" y="1434023"/>
                  </a:lnTo>
                  <a:lnTo>
                    <a:pt x="1422356" y="1434068"/>
                  </a:lnTo>
                  <a:lnTo>
                    <a:pt x="1422408" y="1434094"/>
                  </a:lnTo>
                  <a:lnTo>
                    <a:pt x="1422491" y="1434139"/>
                  </a:lnTo>
                  <a:lnTo>
                    <a:pt x="1422518" y="1434155"/>
                  </a:lnTo>
                  <a:lnTo>
                    <a:pt x="1422583" y="1434190"/>
                  </a:lnTo>
                  <a:lnTo>
                    <a:pt x="1422713" y="1434263"/>
                  </a:lnTo>
                  <a:lnTo>
                    <a:pt x="1422829" y="1434338"/>
                  </a:lnTo>
                  <a:lnTo>
                    <a:pt x="1422874" y="1434368"/>
                  </a:lnTo>
                  <a:lnTo>
                    <a:pt x="1422882" y="1434370"/>
                  </a:lnTo>
                  <a:lnTo>
                    <a:pt x="1422904" y="1434376"/>
                  </a:lnTo>
                  <a:lnTo>
                    <a:pt x="1422951" y="1434390"/>
                  </a:lnTo>
                  <a:lnTo>
                    <a:pt x="1422985" y="1434415"/>
                  </a:lnTo>
                  <a:lnTo>
                    <a:pt x="1423003" y="1434442"/>
                  </a:lnTo>
                  <a:lnTo>
                    <a:pt x="1423022" y="1434472"/>
                  </a:lnTo>
                  <a:lnTo>
                    <a:pt x="1423029" y="1434469"/>
                  </a:lnTo>
                  <a:lnTo>
                    <a:pt x="1423044" y="1434454"/>
                  </a:lnTo>
                  <a:lnTo>
                    <a:pt x="1423067" y="1434441"/>
                  </a:lnTo>
                  <a:lnTo>
                    <a:pt x="1423096" y="1434435"/>
                  </a:lnTo>
                  <a:lnTo>
                    <a:pt x="1423104" y="1434431"/>
                  </a:lnTo>
                  <a:lnTo>
                    <a:pt x="1423107" y="1434420"/>
                  </a:lnTo>
                  <a:lnTo>
                    <a:pt x="1423097" y="1434400"/>
                  </a:lnTo>
                  <a:lnTo>
                    <a:pt x="1423084" y="1434367"/>
                  </a:lnTo>
                  <a:lnTo>
                    <a:pt x="1423071" y="1434355"/>
                  </a:lnTo>
                  <a:lnTo>
                    <a:pt x="1423052" y="1434339"/>
                  </a:lnTo>
                  <a:lnTo>
                    <a:pt x="1422990" y="1434212"/>
                  </a:lnTo>
                  <a:lnTo>
                    <a:pt x="1422953" y="1434191"/>
                  </a:lnTo>
                  <a:lnTo>
                    <a:pt x="1422905" y="1434168"/>
                  </a:lnTo>
                  <a:lnTo>
                    <a:pt x="1422870" y="1434153"/>
                  </a:lnTo>
                  <a:lnTo>
                    <a:pt x="1422852" y="1434150"/>
                  </a:lnTo>
                  <a:lnTo>
                    <a:pt x="1422792" y="1434144"/>
                  </a:lnTo>
                  <a:lnTo>
                    <a:pt x="1422785" y="1434142"/>
                  </a:lnTo>
                  <a:lnTo>
                    <a:pt x="1422757" y="1434139"/>
                  </a:lnTo>
                  <a:lnTo>
                    <a:pt x="1422749" y="1434134"/>
                  </a:lnTo>
                  <a:lnTo>
                    <a:pt x="1422746" y="1434123"/>
                  </a:lnTo>
                  <a:lnTo>
                    <a:pt x="1422745" y="1434099"/>
                  </a:lnTo>
                  <a:lnTo>
                    <a:pt x="1422758" y="1434047"/>
                  </a:lnTo>
                  <a:lnTo>
                    <a:pt x="1422765" y="1434034"/>
                  </a:lnTo>
                  <a:lnTo>
                    <a:pt x="1422772" y="1434031"/>
                  </a:lnTo>
                  <a:lnTo>
                    <a:pt x="1422783" y="1434024"/>
                  </a:lnTo>
                  <a:lnTo>
                    <a:pt x="1422946" y="1434050"/>
                  </a:lnTo>
                  <a:lnTo>
                    <a:pt x="1422979" y="1434062"/>
                  </a:lnTo>
                  <a:lnTo>
                    <a:pt x="1422999" y="1434070"/>
                  </a:lnTo>
                  <a:lnTo>
                    <a:pt x="1423058" y="1434102"/>
                  </a:lnTo>
                  <a:lnTo>
                    <a:pt x="1423086" y="1434118"/>
                  </a:lnTo>
                  <a:lnTo>
                    <a:pt x="1423110" y="1434132"/>
                  </a:lnTo>
                  <a:lnTo>
                    <a:pt x="1423273" y="1434249"/>
                  </a:lnTo>
                  <a:lnTo>
                    <a:pt x="1423279" y="1434258"/>
                  </a:lnTo>
                  <a:lnTo>
                    <a:pt x="1423293" y="1434299"/>
                  </a:lnTo>
                  <a:lnTo>
                    <a:pt x="1423296" y="1434312"/>
                  </a:lnTo>
                  <a:lnTo>
                    <a:pt x="1423301" y="1434335"/>
                  </a:lnTo>
                  <a:lnTo>
                    <a:pt x="1423305" y="1434379"/>
                  </a:lnTo>
                  <a:lnTo>
                    <a:pt x="1423305" y="1434431"/>
                  </a:lnTo>
                  <a:lnTo>
                    <a:pt x="1423306" y="1434460"/>
                  </a:lnTo>
                  <a:lnTo>
                    <a:pt x="1423301" y="1434509"/>
                  </a:lnTo>
                  <a:lnTo>
                    <a:pt x="1423298" y="1434541"/>
                  </a:lnTo>
                  <a:lnTo>
                    <a:pt x="1423297" y="1434572"/>
                  </a:lnTo>
                  <a:lnTo>
                    <a:pt x="1423294" y="1434636"/>
                  </a:lnTo>
                  <a:lnTo>
                    <a:pt x="1423300" y="1434709"/>
                  </a:lnTo>
                  <a:lnTo>
                    <a:pt x="1423301" y="1434719"/>
                  </a:lnTo>
                  <a:lnTo>
                    <a:pt x="1423306" y="1434773"/>
                  </a:lnTo>
                  <a:lnTo>
                    <a:pt x="1423306" y="1434778"/>
                  </a:lnTo>
                  <a:lnTo>
                    <a:pt x="1423307" y="1434799"/>
                  </a:lnTo>
                  <a:lnTo>
                    <a:pt x="1423312" y="1434876"/>
                  </a:lnTo>
                  <a:lnTo>
                    <a:pt x="1423327" y="1435023"/>
                  </a:lnTo>
                  <a:lnTo>
                    <a:pt x="1423331" y="1435046"/>
                  </a:lnTo>
                  <a:lnTo>
                    <a:pt x="1423334" y="1435074"/>
                  </a:lnTo>
                  <a:lnTo>
                    <a:pt x="1423335" y="1435081"/>
                  </a:lnTo>
                  <a:lnTo>
                    <a:pt x="1423334" y="1435100"/>
                  </a:lnTo>
                  <a:lnTo>
                    <a:pt x="1423332" y="1435127"/>
                  </a:lnTo>
                  <a:lnTo>
                    <a:pt x="1423330" y="1435160"/>
                  </a:lnTo>
                  <a:lnTo>
                    <a:pt x="1423329" y="1435173"/>
                  </a:lnTo>
                  <a:lnTo>
                    <a:pt x="1423321" y="1435198"/>
                  </a:lnTo>
                  <a:lnTo>
                    <a:pt x="1423319" y="1435204"/>
                  </a:lnTo>
                  <a:lnTo>
                    <a:pt x="1423315" y="1435218"/>
                  </a:lnTo>
                  <a:lnTo>
                    <a:pt x="1423311" y="1435226"/>
                  </a:lnTo>
                  <a:lnTo>
                    <a:pt x="1423290" y="1435263"/>
                  </a:lnTo>
                  <a:lnTo>
                    <a:pt x="1423215" y="1435364"/>
                  </a:lnTo>
                  <a:lnTo>
                    <a:pt x="1423189" y="1435361"/>
                  </a:lnTo>
                  <a:lnTo>
                    <a:pt x="1423161" y="1435363"/>
                  </a:lnTo>
                  <a:lnTo>
                    <a:pt x="1423146" y="1435377"/>
                  </a:lnTo>
                  <a:lnTo>
                    <a:pt x="1423150" y="1435461"/>
                  </a:lnTo>
                  <a:lnTo>
                    <a:pt x="1423154" y="1435496"/>
                  </a:lnTo>
                  <a:lnTo>
                    <a:pt x="1423178" y="1435520"/>
                  </a:lnTo>
                  <a:lnTo>
                    <a:pt x="1423214" y="1435540"/>
                  </a:lnTo>
                  <a:lnTo>
                    <a:pt x="1423225" y="1435546"/>
                  </a:lnTo>
                  <a:lnTo>
                    <a:pt x="1423229" y="1435545"/>
                  </a:lnTo>
                  <a:lnTo>
                    <a:pt x="1423238" y="1435541"/>
                  </a:lnTo>
                  <a:lnTo>
                    <a:pt x="1423245" y="1435526"/>
                  </a:lnTo>
                  <a:lnTo>
                    <a:pt x="1423252" y="1435516"/>
                  </a:lnTo>
                  <a:lnTo>
                    <a:pt x="1423258" y="1435506"/>
                  </a:lnTo>
                  <a:lnTo>
                    <a:pt x="1423284" y="1435481"/>
                  </a:lnTo>
                  <a:lnTo>
                    <a:pt x="1423297" y="1435456"/>
                  </a:lnTo>
                  <a:lnTo>
                    <a:pt x="1423296" y="1435426"/>
                  </a:lnTo>
                  <a:lnTo>
                    <a:pt x="1423300" y="1435424"/>
                  </a:lnTo>
                  <a:lnTo>
                    <a:pt x="1423311" y="1435430"/>
                  </a:lnTo>
                  <a:lnTo>
                    <a:pt x="1423319" y="1435435"/>
                  </a:lnTo>
                  <a:lnTo>
                    <a:pt x="1423325" y="1435440"/>
                  </a:lnTo>
                  <a:lnTo>
                    <a:pt x="1423343" y="1435454"/>
                  </a:lnTo>
                  <a:lnTo>
                    <a:pt x="1423363" y="1435491"/>
                  </a:lnTo>
                  <a:lnTo>
                    <a:pt x="1423378" y="1435529"/>
                  </a:lnTo>
                  <a:lnTo>
                    <a:pt x="1423381" y="1435539"/>
                  </a:lnTo>
                  <a:lnTo>
                    <a:pt x="1423389" y="1435585"/>
                  </a:lnTo>
                  <a:lnTo>
                    <a:pt x="1423393" y="1435607"/>
                  </a:lnTo>
                  <a:lnTo>
                    <a:pt x="1423396" y="1435626"/>
                  </a:lnTo>
                  <a:lnTo>
                    <a:pt x="1423414" y="1435765"/>
                  </a:lnTo>
                  <a:lnTo>
                    <a:pt x="1423420" y="1435810"/>
                  </a:lnTo>
                  <a:lnTo>
                    <a:pt x="1423438" y="1436006"/>
                  </a:lnTo>
                  <a:lnTo>
                    <a:pt x="1423439" y="1436032"/>
                  </a:lnTo>
                  <a:lnTo>
                    <a:pt x="1423430" y="1436066"/>
                  </a:lnTo>
                  <a:lnTo>
                    <a:pt x="1423422" y="1436086"/>
                  </a:lnTo>
                  <a:lnTo>
                    <a:pt x="1423415" y="1436106"/>
                  </a:lnTo>
                  <a:lnTo>
                    <a:pt x="1423406" y="1436108"/>
                  </a:lnTo>
                  <a:lnTo>
                    <a:pt x="1423405" y="1436141"/>
                  </a:lnTo>
                  <a:lnTo>
                    <a:pt x="1423412" y="1436156"/>
                  </a:lnTo>
                  <a:lnTo>
                    <a:pt x="1423427" y="1436196"/>
                  </a:lnTo>
                  <a:lnTo>
                    <a:pt x="1423441" y="1436241"/>
                  </a:lnTo>
                  <a:lnTo>
                    <a:pt x="1423449" y="1436268"/>
                  </a:lnTo>
                  <a:lnTo>
                    <a:pt x="1423455" y="1436286"/>
                  </a:lnTo>
                  <a:lnTo>
                    <a:pt x="1423469" y="1436336"/>
                  </a:lnTo>
                  <a:lnTo>
                    <a:pt x="1423491" y="1436381"/>
                  </a:lnTo>
                  <a:lnTo>
                    <a:pt x="1423503" y="1436395"/>
                  </a:lnTo>
                  <a:lnTo>
                    <a:pt x="1423508" y="1436401"/>
                  </a:lnTo>
                  <a:lnTo>
                    <a:pt x="1423516" y="1436435"/>
                  </a:lnTo>
                  <a:lnTo>
                    <a:pt x="1423547" y="1436555"/>
                  </a:lnTo>
                  <a:lnTo>
                    <a:pt x="1423569" y="1436606"/>
                  </a:lnTo>
                  <a:lnTo>
                    <a:pt x="1423576" y="1436667"/>
                  </a:lnTo>
                  <a:lnTo>
                    <a:pt x="1423575" y="1436678"/>
                  </a:lnTo>
                  <a:lnTo>
                    <a:pt x="1423574" y="1436719"/>
                  </a:lnTo>
                  <a:lnTo>
                    <a:pt x="1423568" y="1436857"/>
                  </a:lnTo>
                  <a:lnTo>
                    <a:pt x="1423562" y="1436988"/>
                  </a:lnTo>
                  <a:lnTo>
                    <a:pt x="1423560" y="1437053"/>
                  </a:lnTo>
                  <a:lnTo>
                    <a:pt x="1423558" y="1437126"/>
                  </a:lnTo>
                  <a:lnTo>
                    <a:pt x="1423535" y="1437173"/>
                  </a:lnTo>
                  <a:lnTo>
                    <a:pt x="1423521" y="1437190"/>
                  </a:lnTo>
                  <a:lnTo>
                    <a:pt x="1423514" y="1437199"/>
                  </a:lnTo>
                  <a:lnTo>
                    <a:pt x="1423513" y="1437230"/>
                  </a:lnTo>
                  <a:lnTo>
                    <a:pt x="1423507" y="1437277"/>
                  </a:lnTo>
                  <a:lnTo>
                    <a:pt x="1423500" y="1437352"/>
                  </a:lnTo>
                  <a:lnTo>
                    <a:pt x="1423493" y="1437430"/>
                  </a:lnTo>
                  <a:lnTo>
                    <a:pt x="1423474" y="1437575"/>
                  </a:lnTo>
                  <a:lnTo>
                    <a:pt x="1423465" y="1437646"/>
                  </a:lnTo>
                  <a:lnTo>
                    <a:pt x="1423448" y="1437776"/>
                  </a:lnTo>
                  <a:lnTo>
                    <a:pt x="1423440" y="1437830"/>
                  </a:lnTo>
                  <a:lnTo>
                    <a:pt x="1423433" y="1437880"/>
                  </a:lnTo>
                  <a:lnTo>
                    <a:pt x="1423423" y="1437948"/>
                  </a:lnTo>
                  <a:lnTo>
                    <a:pt x="1423420" y="1438018"/>
                  </a:lnTo>
                  <a:lnTo>
                    <a:pt x="1423419" y="1438043"/>
                  </a:lnTo>
                  <a:lnTo>
                    <a:pt x="1423418" y="1438064"/>
                  </a:lnTo>
                  <a:lnTo>
                    <a:pt x="1423397" y="1438448"/>
                  </a:lnTo>
                  <a:lnTo>
                    <a:pt x="1423378" y="1438527"/>
                  </a:lnTo>
                  <a:lnTo>
                    <a:pt x="1423369" y="1438562"/>
                  </a:lnTo>
                  <a:lnTo>
                    <a:pt x="1423304" y="1438756"/>
                  </a:lnTo>
                  <a:lnTo>
                    <a:pt x="1423245" y="1438875"/>
                  </a:lnTo>
                  <a:lnTo>
                    <a:pt x="1423231" y="1438890"/>
                  </a:lnTo>
                  <a:lnTo>
                    <a:pt x="1423220" y="1438888"/>
                  </a:lnTo>
                  <a:lnTo>
                    <a:pt x="1423179" y="1438850"/>
                  </a:lnTo>
                  <a:lnTo>
                    <a:pt x="1423148" y="1438901"/>
                  </a:lnTo>
                  <a:lnTo>
                    <a:pt x="1423122" y="1438929"/>
                  </a:lnTo>
                  <a:lnTo>
                    <a:pt x="1423049" y="1438971"/>
                  </a:lnTo>
                  <a:lnTo>
                    <a:pt x="1423038" y="1438984"/>
                  </a:lnTo>
                  <a:lnTo>
                    <a:pt x="1423017" y="1439008"/>
                  </a:lnTo>
                  <a:lnTo>
                    <a:pt x="1422991" y="1439072"/>
                  </a:lnTo>
                  <a:lnTo>
                    <a:pt x="1422985" y="1439087"/>
                  </a:lnTo>
                  <a:lnTo>
                    <a:pt x="1422936" y="1439139"/>
                  </a:lnTo>
                  <a:lnTo>
                    <a:pt x="1422856" y="1439177"/>
                  </a:lnTo>
                  <a:lnTo>
                    <a:pt x="1422806" y="1439177"/>
                  </a:lnTo>
                  <a:lnTo>
                    <a:pt x="1422645" y="1439140"/>
                  </a:lnTo>
                  <a:lnTo>
                    <a:pt x="1422438" y="1439093"/>
                  </a:lnTo>
                  <a:lnTo>
                    <a:pt x="1422425" y="1439088"/>
                  </a:lnTo>
                  <a:lnTo>
                    <a:pt x="1422377" y="1439070"/>
                  </a:lnTo>
                  <a:lnTo>
                    <a:pt x="1422315" y="1439020"/>
                  </a:lnTo>
                  <a:lnTo>
                    <a:pt x="1422191" y="1438913"/>
                  </a:lnTo>
                  <a:lnTo>
                    <a:pt x="1422144" y="1438870"/>
                  </a:lnTo>
                  <a:lnTo>
                    <a:pt x="1422136" y="1438859"/>
                  </a:lnTo>
                  <a:lnTo>
                    <a:pt x="1422131" y="1438848"/>
                  </a:lnTo>
                  <a:lnTo>
                    <a:pt x="1422104" y="1438785"/>
                  </a:lnTo>
                  <a:lnTo>
                    <a:pt x="1422103" y="1438766"/>
                  </a:lnTo>
                  <a:lnTo>
                    <a:pt x="1422100" y="1438715"/>
                  </a:lnTo>
                  <a:lnTo>
                    <a:pt x="1422099" y="1438702"/>
                  </a:lnTo>
                  <a:lnTo>
                    <a:pt x="1422112" y="1438657"/>
                  </a:lnTo>
                  <a:lnTo>
                    <a:pt x="1422118" y="1438591"/>
                  </a:lnTo>
                  <a:lnTo>
                    <a:pt x="1422074" y="1438515"/>
                  </a:lnTo>
                  <a:lnTo>
                    <a:pt x="1422039" y="1438479"/>
                  </a:lnTo>
                  <a:lnTo>
                    <a:pt x="1422031" y="1438471"/>
                  </a:lnTo>
                  <a:lnTo>
                    <a:pt x="1421949" y="1438388"/>
                  </a:lnTo>
                  <a:lnTo>
                    <a:pt x="1421813" y="1438233"/>
                  </a:lnTo>
                  <a:lnTo>
                    <a:pt x="1421795" y="1438213"/>
                  </a:lnTo>
                  <a:lnTo>
                    <a:pt x="1421773" y="1438197"/>
                  </a:lnTo>
                  <a:lnTo>
                    <a:pt x="1421697" y="1438137"/>
                  </a:lnTo>
                  <a:lnTo>
                    <a:pt x="1421655" y="1438122"/>
                  </a:lnTo>
                  <a:lnTo>
                    <a:pt x="1421616" y="1438081"/>
                  </a:lnTo>
                  <a:lnTo>
                    <a:pt x="1421572" y="1438066"/>
                  </a:lnTo>
                  <a:lnTo>
                    <a:pt x="1421557" y="1438042"/>
                  </a:lnTo>
                  <a:lnTo>
                    <a:pt x="1421556" y="1438010"/>
                  </a:lnTo>
                  <a:lnTo>
                    <a:pt x="1421563" y="1437911"/>
                  </a:lnTo>
                  <a:lnTo>
                    <a:pt x="1421564" y="1437885"/>
                  </a:lnTo>
                  <a:lnTo>
                    <a:pt x="1421570" y="1437875"/>
                  </a:lnTo>
                  <a:lnTo>
                    <a:pt x="1421586" y="1437878"/>
                  </a:lnTo>
                  <a:lnTo>
                    <a:pt x="1421608" y="1437882"/>
                  </a:lnTo>
                  <a:lnTo>
                    <a:pt x="1421626" y="1437871"/>
                  </a:lnTo>
                  <a:lnTo>
                    <a:pt x="1421632" y="1437864"/>
                  </a:lnTo>
                  <a:lnTo>
                    <a:pt x="1421622" y="1437774"/>
                  </a:lnTo>
                  <a:lnTo>
                    <a:pt x="1421615" y="1437735"/>
                  </a:lnTo>
                  <a:lnTo>
                    <a:pt x="1421612" y="1437719"/>
                  </a:lnTo>
                  <a:lnTo>
                    <a:pt x="1421588" y="1437679"/>
                  </a:lnTo>
                  <a:lnTo>
                    <a:pt x="1421551" y="1437683"/>
                  </a:lnTo>
                  <a:lnTo>
                    <a:pt x="1421530" y="1437685"/>
                  </a:lnTo>
                  <a:lnTo>
                    <a:pt x="1421521" y="1437679"/>
                  </a:lnTo>
                  <a:lnTo>
                    <a:pt x="1421505" y="1437614"/>
                  </a:lnTo>
                  <a:lnTo>
                    <a:pt x="1421471" y="1437468"/>
                  </a:lnTo>
                  <a:lnTo>
                    <a:pt x="1421434" y="1437229"/>
                  </a:lnTo>
                  <a:lnTo>
                    <a:pt x="1421431" y="1437209"/>
                  </a:lnTo>
                  <a:lnTo>
                    <a:pt x="1421426" y="1437164"/>
                  </a:lnTo>
                  <a:lnTo>
                    <a:pt x="1421422" y="1437129"/>
                  </a:lnTo>
                  <a:lnTo>
                    <a:pt x="1421417" y="1437090"/>
                  </a:lnTo>
                  <a:lnTo>
                    <a:pt x="1421413" y="1437061"/>
                  </a:lnTo>
                  <a:lnTo>
                    <a:pt x="1421413" y="1437056"/>
                  </a:lnTo>
                  <a:lnTo>
                    <a:pt x="1421412" y="1437050"/>
                  </a:lnTo>
                  <a:lnTo>
                    <a:pt x="1421418" y="1436954"/>
                  </a:lnTo>
                  <a:lnTo>
                    <a:pt x="1421423" y="1436905"/>
                  </a:lnTo>
                  <a:lnTo>
                    <a:pt x="1421356" y="1436896"/>
                  </a:lnTo>
                  <a:lnTo>
                    <a:pt x="1421346" y="1436873"/>
                  </a:lnTo>
                  <a:lnTo>
                    <a:pt x="1421315" y="1436807"/>
                  </a:lnTo>
                  <a:lnTo>
                    <a:pt x="1421309" y="1436733"/>
                  </a:lnTo>
                  <a:lnTo>
                    <a:pt x="1421308" y="1436719"/>
                  </a:lnTo>
                  <a:lnTo>
                    <a:pt x="1421240" y="1436611"/>
                  </a:lnTo>
                  <a:lnTo>
                    <a:pt x="1421200" y="1436549"/>
                  </a:lnTo>
                  <a:lnTo>
                    <a:pt x="1421171" y="1436504"/>
                  </a:lnTo>
                  <a:lnTo>
                    <a:pt x="1421127" y="1436436"/>
                  </a:lnTo>
                  <a:lnTo>
                    <a:pt x="1421093" y="1436344"/>
                  </a:lnTo>
                  <a:lnTo>
                    <a:pt x="1421078" y="1436263"/>
                  </a:lnTo>
                  <a:lnTo>
                    <a:pt x="1421058" y="1436126"/>
                  </a:lnTo>
                  <a:lnTo>
                    <a:pt x="1421059" y="1436091"/>
                  </a:lnTo>
                  <a:lnTo>
                    <a:pt x="1421061" y="1436069"/>
                  </a:lnTo>
                  <a:lnTo>
                    <a:pt x="1421065" y="1436062"/>
                  </a:lnTo>
                  <a:lnTo>
                    <a:pt x="1421069" y="1436055"/>
                  </a:lnTo>
                  <a:lnTo>
                    <a:pt x="1421078" y="1436044"/>
                  </a:lnTo>
                  <a:lnTo>
                    <a:pt x="1421109" y="1436007"/>
                  </a:lnTo>
                  <a:lnTo>
                    <a:pt x="1421123" y="1435997"/>
                  </a:lnTo>
                  <a:lnTo>
                    <a:pt x="1421137" y="1435986"/>
                  </a:lnTo>
                  <a:lnTo>
                    <a:pt x="1421137" y="1435978"/>
                  </a:lnTo>
                  <a:lnTo>
                    <a:pt x="1421136" y="1435953"/>
                  </a:lnTo>
                  <a:lnTo>
                    <a:pt x="1421121" y="1435948"/>
                  </a:lnTo>
                  <a:lnTo>
                    <a:pt x="1421088" y="1435969"/>
                  </a:lnTo>
                  <a:lnTo>
                    <a:pt x="1421066" y="1435996"/>
                  </a:lnTo>
                  <a:lnTo>
                    <a:pt x="1421050" y="1436010"/>
                  </a:lnTo>
                  <a:lnTo>
                    <a:pt x="1421030" y="1436020"/>
                  </a:lnTo>
                  <a:lnTo>
                    <a:pt x="1421007" y="1436027"/>
                  </a:lnTo>
                  <a:lnTo>
                    <a:pt x="1420988" y="1436019"/>
                  </a:lnTo>
                  <a:lnTo>
                    <a:pt x="1420940" y="1435998"/>
                  </a:lnTo>
                  <a:lnTo>
                    <a:pt x="1420910" y="1435984"/>
                  </a:lnTo>
                  <a:lnTo>
                    <a:pt x="1420881" y="1435983"/>
                  </a:lnTo>
                  <a:lnTo>
                    <a:pt x="1420874" y="1435991"/>
                  </a:lnTo>
                  <a:lnTo>
                    <a:pt x="1420869" y="1436006"/>
                  </a:lnTo>
                  <a:lnTo>
                    <a:pt x="1420874" y="1436021"/>
                  </a:lnTo>
                  <a:lnTo>
                    <a:pt x="1420908" y="1436026"/>
                  </a:lnTo>
                  <a:lnTo>
                    <a:pt x="1420958" y="1436040"/>
                  </a:lnTo>
                  <a:lnTo>
                    <a:pt x="1420987" y="1436058"/>
                  </a:lnTo>
                  <a:lnTo>
                    <a:pt x="1421000" y="1436068"/>
                  </a:lnTo>
                  <a:lnTo>
                    <a:pt x="1421008" y="1436101"/>
                  </a:lnTo>
                  <a:lnTo>
                    <a:pt x="1420994" y="1436113"/>
                  </a:lnTo>
                  <a:lnTo>
                    <a:pt x="1420976" y="1436141"/>
                  </a:lnTo>
                  <a:lnTo>
                    <a:pt x="1420975" y="1436164"/>
                  </a:lnTo>
                  <a:lnTo>
                    <a:pt x="1420997" y="1436252"/>
                  </a:lnTo>
                  <a:lnTo>
                    <a:pt x="1421004" y="1436279"/>
                  </a:lnTo>
                  <a:lnTo>
                    <a:pt x="1421033" y="1436328"/>
                  </a:lnTo>
                  <a:lnTo>
                    <a:pt x="1421061" y="1436402"/>
                  </a:lnTo>
                  <a:lnTo>
                    <a:pt x="1421066" y="1436430"/>
                  </a:lnTo>
                  <a:lnTo>
                    <a:pt x="1421073" y="1436493"/>
                  </a:lnTo>
                  <a:lnTo>
                    <a:pt x="1421086" y="1436529"/>
                  </a:lnTo>
                  <a:lnTo>
                    <a:pt x="1421103" y="1436575"/>
                  </a:lnTo>
                  <a:lnTo>
                    <a:pt x="1421107" y="1436585"/>
                  </a:lnTo>
                  <a:lnTo>
                    <a:pt x="1421115" y="1436607"/>
                  </a:lnTo>
                  <a:lnTo>
                    <a:pt x="1421141" y="1436646"/>
                  </a:lnTo>
                  <a:lnTo>
                    <a:pt x="1421164" y="1436708"/>
                  </a:lnTo>
                  <a:lnTo>
                    <a:pt x="1421159" y="1436755"/>
                  </a:lnTo>
                  <a:lnTo>
                    <a:pt x="1421160" y="1436816"/>
                  </a:lnTo>
                  <a:lnTo>
                    <a:pt x="1421143" y="1436820"/>
                  </a:lnTo>
                  <a:lnTo>
                    <a:pt x="1421137" y="1436841"/>
                  </a:lnTo>
                  <a:lnTo>
                    <a:pt x="1421137" y="1436906"/>
                  </a:lnTo>
                  <a:lnTo>
                    <a:pt x="1421140" y="1436946"/>
                  </a:lnTo>
                  <a:lnTo>
                    <a:pt x="1421145" y="1437042"/>
                  </a:lnTo>
                  <a:lnTo>
                    <a:pt x="1421144" y="1437059"/>
                  </a:lnTo>
                  <a:lnTo>
                    <a:pt x="1421143" y="1437071"/>
                  </a:lnTo>
                  <a:lnTo>
                    <a:pt x="1421142" y="1437077"/>
                  </a:lnTo>
                  <a:lnTo>
                    <a:pt x="1421198" y="1437079"/>
                  </a:lnTo>
                  <a:lnTo>
                    <a:pt x="1421200" y="1437178"/>
                  </a:lnTo>
                  <a:lnTo>
                    <a:pt x="1421201" y="1437266"/>
                  </a:lnTo>
                  <a:lnTo>
                    <a:pt x="1421160" y="1437375"/>
                  </a:lnTo>
                  <a:lnTo>
                    <a:pt x="1421139" y="1437426"/>
                  </a:lnTo>
                  <a:lnTo>
                    <a:pt x="1421124" y="1437464"/>
                  </a:lnTo>
                  <a:lnTo>
                    <a:pt x="1421108" y="1437503"/>
                  </a:lnTo>
                  <a:lnTo>
                    <a:pt x="1421079" y="1437537"/>
                  </a:lnTo>
                  <a:lnTo>
                    <a:pt x="1421067" y="1437549"/>
                  </a:lnTo>
                  <a:lnTo>
                    <a:pt x="1421060" y="1437556"/>
                  </a:lnTo>
                  <a:lnTo>
                    <a:pt x="1421051" y="1437565"/>
                  </a:lnTo>
                  <a:lnTo>
                    <a:pt x="1421025" y="1437583"/>
                  </a:lnTo>
                  <a:lnTo>
                    <a:pt x="1421003" y="1437584"/>
                  </a:lnTo>
                  <a:lnTo>
                    <a:pt x="1420987" y="1437584"/>
                  </a:lnTo>
                  <a:lnTo>
                    <a:pt x="1420965" y="1437580"/>
                  </a:lnTo>
                  <a:lnTo>
                    <a:pt x="1420940" y="1437573"/>
                  </a:lnTo>
                  <a:lnTo>
                    <a:pt x="1420919" y="1437573"/>
                  </a:lnTo>
                  <a:lnTo>
                    <a:pt x="1420883" y="1437572"/>
                  </a:lnTo>
                  <a:lnTo>
                    <a:pt x="1420862" y="1437573"/>
                  </a:lnTo>
                  <a:lnTo>
                    <a:pt x="1420857" y="1437573"/>
                  </a:lnTo>
                  <a:lnTo>
                    <a:pt x="1420812" y="1437582"/>
                  </a:lnTo>
                  <a:lnTo>
                    <a:pt x="1420786" y="1437588"/>
                  </a:lnTo>
                  <a:lnTo>
                    <a:pt x="1420762" y="1437605"/>
                  </a:lnTo>
                  <a:lnTo>
                    <a:pt x="1420693" y="1437638"/>
                  </a:lnTo>
                  <a:lnTo>
                    <a:pt x="1420682" y="1437646"/>
                  </a:lnTo>
                  <a:lnTo>
                    <a:pt x="1420607" y="1437685"/>
                  </a:lnTo>
                  <a:lnTo>
                    <a:pt x="1420561" y="1437701"/>
                  </a:lnTo>
                  <a:lnTo>
                    <a:pt x="1420549" y="1437707"/>
                  </a:lnTo>
                  <a:lnTo>
                    <a:pt x="1420544" y="1437709"/>
                  </a:lnTo>
                  <a:lnTo>
                    <a:pt x="1420534" y="1437709"/>
                  </a:lnTo>
                  <a:lnTo>
                    <a:pt x="1420515" y="1437698"/>
                  </a:lnTo>
                  <a:lnTo>
                    <a:pt x="1420516" y="1437685"/>
                  </a:lnTo>
                  <a:lnTo>
                    <a:pt x="1420431" y="1437638"/>
                  </a:lnTo>
                  <a:lnTo>
                    <a:pt x="1420374" y="1437607"/>
                  </a:lnTo>
                  <a:lnTo>
                    <a:pt x="1420366" y="1437615"/>
                  </a:lnTo>
                  <a:lnTo>
                    <a:pt x="1420371" y="1437639"/>
                  </a:lnTo>
                  <a:lnTo>
                    <a:pt x="1420418" y="1437708"/>
                  </a:lnTo>
                  <a:lnTo>
                    <a:pt x="1420484" y="1437815"/>
                  </a:lnTo>
                  <a:lnTo>
                    <a:pt x="1420515" y="1437840"/>
                  </a:lnTo>
                  <a:lnTo>
                    <a:pt x="1420522" y="1437935"/>
                  </a:lnTo>
                  <a:lnTo>
                    <a:pt x="1420515" y="1437966"/>
                  </a:lnTo>
                  <a:lnTo>
                    <a:pt x="1420484" y="1438075"/>
                  </a:lnTo>
                  <a:lnTo>
                    <a:pt x="1420480" y="1438108"/>
                  </a:lnTo>
                  <a:lnTo>
                    <a:pt x="1420451" y="1438140"/>
                  </a:lnTo>
                  <a:lnTo>
                    <a:pt x="1420398" y="1438159"/>
                  </a:lnTo>
                  <a:lnTo>
                    <a:pt x="1420370" y="1438156"/>
                  </a:lnTo>
                  <a:lnTo>
                    <a:pt x="1420359" y="1438122"/>
                  </a:lnTo>
                  <a:lnTo>
                    <a:pt x="1420340" y="1438086"/>
                  </a:lnTo>
                  <a:lnTo>
                    <a:pt x="1420309" y="1438027"/>
                  </a:lnTo>
                  <a:lnTo>
                    <a:pt x="1420265" y="1437975"/>
                  </a:lnTo>
                  <a:lnTo>
                    <a:pt x="1420242" y="1437958"/>
                  </a:lnTo>
                  <a:lnTo>
                    <a:pt x="1420233" y="1437961"/>
                  </a:lnTo>
                  <a:lnTo>
                    <a:pt x="1420210" y="1437975"/>
                  </a:lnTo>
                  <a:lnTo>
                    <a:pt x="1420206" y="1437978"/>
                  </a:lnTo>
                  <a:lnTo>
                    <a:pt x="1420202" y="1437982"/>
                  </a:lnTo>
                  <a:lnTo>
                    <a:pt x="1420216" y="1438008"/>
                  </a:lnTo>
                  <a:lnTo>
                    <a:pt x="1420232" y="1438051"/>
                  </a:lnTo>
                  <a:lnTo>
                    <a:pt x="1420233" y="1438091"/>
                  </a:lnTo>
                  <a:lnTo>
                    <a:pt x="1420236" y="1438131"/>
                  </a:lnTo>
                  <a:lnTo>
                    <a:pt x="1420236" y="1438140"/>
                  </a:lnTo>
                  <a:lnTo>
                    <a:pt x="1420243" y="1438169"/>
                  </a:lnTo>
                  <a:lnTo>
                    <a:pt x="1420246" y="1438178"/>
                  </a:lnTo>
                  <a:lnTo>
                    <a:pt x="1420319" y="1438223"/>
                  </a:lnTo>
                  <a:lnTo>
                    <a:pt x="1420342" y="1438232"/>
                  </a:lnTo>
                  <a:lnTo>
                    <a:pt x="1420436" y="1438259"/>
                  </a:lnTo>
                  <a:lnTo>
                    <a:pt x="1420450" y="1438263"/>
                  </a:lnTo>
                  <a:lnTo>
                    <a:pt x="1420504" y="1438278"/>
                  </a:lnTo>
                  <a:lnTo>
                    <a:pt x="1420517" y="1438282"/>
                  </a:lnTo>
                  <a:lnTo>
                    <a:pt x="1420572" y="1438253"/>
                  </a:lnTo>
                  <a:lnTo>
                    <a:pt x="1420577" y="1438249"/>
                  </a:lnTo>
                  <a:lnTo>
                    <a:pt x="1420592" y="1438239"/>
                  </a:lnTo>
                  <a:lnTo>
                    <a:pt x="1420625" y="1438217"/>
                  </a:lnTo>
                  <a:lnTo>
                    <a:pt x="1420630" y="1438212"/>
                  </a:lnTo>
                  <a:lnTo>
                    <a:pt x="1420638" y="1438200"/>
                  </a:lnTo>
                  <a:lnTo>
                    <a:pt x="1420642" y="1438186"/>
                  </a:lnTo>
                  <a:lnTo>
                    <a:pt x="1420648" y="1438178"/>
                  </a:lnTo>
                  <a:lnTo>
                    <a:pt x="1420658" y="1438165"/>
                  </a:lnTo>
                  <a:lnTo>
                    <a:pt x="1420666" y="1438154"/>
                  </a:lnTo>
                  <a:lnTo>
                    <a:pt x="1420667" y="1438136"/>
                  </a:lnTo>
                  <a:lnTo>
                    <a:pt x="1420671" y="1438119"/>
                  </a:lnTo>
                  <a:lnTo>
                    <a:pt x="1420680" y="1438118"/>
                  </a:lnTo>
                  <a:lnTo>
                    <a:pt x="1420681" y="1438103"/>
                  </a:lnTo>
                  <a:lnTo>
                    <a:pt x="1420682" y="1438091"/>
                  </a:lnTo>
                  <a:lnTo>
                    <a:pt x="1420681" y="1438055"/>
                  </a:lnTo>
                  <a:lnTo>
                    <a:pt x="1420679" y="1437982"/>
                  </a:lnTo>
                  <a:lnTo>
                    <a:pt x="1420675" y="1437975"/>
                  </a:lnTo>
                  <a:lnTo>
                    <a:pt x="1420670" y="1437966"/>
                  </a:lnTo>
                  <a:lnTo>
                    <a:pt x="1420654" y="1437948"/>
                  </a:lnTo>
                  <a:lnTo>
                    <a:pt x="1420652" y="1437942"/>
                  </a:lnTo>
                  <a:lnTo>
                    <a:pt x="1420634" y="1437904"/>
                  </a:lnTo>
                  <a:lnTo>
                    <a:pt x="1420630" y="1437892"/>
                  </a:lnTo>
                  <a:lnTo>
                    <a:pt x="1420616" y="1437850"/>
                  </a:lnTo>
                  <a:lnTo>
                    <a:pt x="1420613" y="1437840"/>
                  </a:lnTo>
                  <a:lnTo>
                    <a:pt x="1420612" y="1437811"/>
                  </a:lnTo>
                  <a:lnTo>
                    <a:pt x="1420614" y="1437783"/>
                  </a:lnTo>
                  <a:lnTo>
                    <a:pt x="1420614" y="1437773"/>
                  </a:lnTo>
                  <a:lnTo>
                    <a:pt x="1420623" y="1437763"/>
                  </a:lnTo>
                  <a:lnTo>
                    <a:pt x="1420639" y="1437755"/>
                  </a:lnTo>
                  <a:lnTo>
                    <a:pt x="1420649" y="1437748"/>
                  </a:lnTo>
                  <a:lnTo>
                    <a:pt x="1420690" y="1437738"/>
                  </a:lnTo>
                  <a:lnTo>
                    <a:pt x="1420712" y="1437732"/>
                  </a:lnTo>
                  <a:lnTo>
                    <a:pt x="1420728" y="1437728"/>
                  </a:lnTo>
                  <a:lnTo>
                    <a:pt x="1420750" y="1437728"/>
                  </a:lnTo>
                  <a:lnTo>
                    <a:pt x="1420781" y="1437728"/>
                  </a:lnTo>
                  <a:lnTo>
                    <a:pt x="1420795" y="1437727"/>
                  </a:lnTo>
                  <a:lnTo>
                    <a:pt x="1420807" y="1437726"/>
                  </a:lnTo>
                  <a:lnTo>
                    <a:pt x="1420940" y="1437724"/>
                  </a:lnTo>
                  <a:lnTo>
                    <a:pt x="1420953" y="1437725"/>
                  </a:lnTo>
                  <a:lnTo>
                    <a:pt x="1420982" y="1437724"/>
                  </a:lnTo>
                  <a:lnTo>
                    <a:pt x="1420999" y="1437722"/>
                  </a:lnTo>
                  <a:lnTo>
                    <a:pt x="1421001" y="1437709"/>
                  </a:lnTo>
                  <a:lnTo>
                    <a:pt x="1420996" y="1437687"/>
                  </a:lnTo>
                  <a:lnTo>
                    <a:pt x="1421010" y="1437679"/>
                  </a:lnTo>
                  <a:lnTo>
                    <a:pt x="1421054" y="1437681"/>
                  </a:lnTo>
                  <a:lnTo>
                    <a:pt x="1421072" y="1437682"/>
                  </a:lnTo>
                  <a:lnTo>
                    <a:pt x="1421083" y="1437682"/>
                  </a:lnTo>
                  <a:lnTo>
                    <a:pt x="1421085" y="1437699"/>
                  </a:lnTo>
                  <a:lnTo>
                    <a:pt x="1421103" y="1437821"/>
                  </a:lnTo>
                  <a:lnTo>
                    <a:pt x="1421118" y="1437916"/>
                  </a:lnTo>
                  <a:lnTo>
                    <a:pt x="1421138" y="1438051"/>
                  </a:lnTo>
                  <a:lnTo>
                    <a:pt x="1421148" y="1438119"/>
                  </a:lnTo>
                  <a:lnTo>
                    <a:pt x="1421128" y="1438170"/>
                  </a:lnTo>
                  <a:lnTo>
                    <a:pt x="1421124" y="1438181"/>
                  </a:lnTo>
                  <a:lnTo>
                    <a:pt x="1421085" y="1438243"/>
                  </a:lnTo>
                  <a:lnTo>
                    <a:pt x="1421066" y="1438278"/>
                  </a:lnTo>
                  <a:lnTo>
                    <a:pt x="1421060" y="1438291"/>
                  </a:lnTo>
                  <a:lnTo>
                    <a:pt x="1421063" y="1438297"/>
                  </a:lnTo>
                  <a:lnTo>
                    <a:pt x="1421082" y="1438302"/>
                  </a:lnTo>
                  <a:lnTo>
                    <a:pt x="1421096" y="1438299"/>
                  </a:lnTo>
                  <a:lnTo>
                    <a:pt x="1421100" y="1438300"/>
                  </a:lnTo>
                  <a:lnTo>
                    <a:pt x="1421109" y="1438326"/>
                  </a:lnTo>
                  <a:lnTo>
                    <a:pt x="1421114" y="1438347"/>
                  </a:lnTo>
                  <a:lnTo>
                    <a:pt x="1421107" y="1438367"/>
                  </a:lnTo>
                  <a:lnTo>
                    <a:pt x="1421101" y="1438367"/>
                  </a:lnTo>
                  <a:lnTo>
                    <a:pt x="1421076" y="1438369"/>
                  </a:lnTo>
                  <a:lnTo>
                    <a:pt x="1421057" y="1438365"/>
                  </a:lnTo>
                  <a:lnTo>
                    <a:pt x="1421043" y="1438351"/>
                  </a:lnTo>
                  <a:lnTo>
                    <a:pt x="1421043" y="1438339"/>
                  </a:lnTo>
                  <a:lnTo>
                    <a:pt x="1421028" y="1438324"/>
                  </a:lnTo>
                  <a:lnTo>
                    <a:pt x="1420980" y="1438379"/>
                  </a:lnTo>
                  <a:lnTo>
                    <a:pt x="1420953" y="1438407"/>
                  </a:lnTo>
                  <a:lnTo>
                    <a:pt x="1420970" y="1438509"/>
                  </a:lnTo>
                  <a:lnTo>
                    <a:pt x="1421016" y="1438618"/>
                  </a:lnTo>
                  <a:lnTo>
                    <a:pt x="1421020" y="1438633"/>
                  </a:lnTo>
                  <a:lnTo>
                    <a:pt x="1421037" y="1438653"/>
                  </a:lnTo>
                  <a:lnTo>
                    <a:pt x="1421129" y="1438700"/>
                  </a:lnTo>
                  <a:lnTo>
                    <a:pt x="1421166" y="1438778"/>
                  </a:lnTo>
                  <a:lnTo>
                    <a:pt x="1421337" y="1439141"/>
                  </a:lnTo>
                  <a:lnTo>
                    <a:pt x="1421348" y="1439144"/>
                  </a:lnTo>
                  <a:lnTo>
                    <a:pt x="1421333" y="1439337"/>
                  </a:lnTo>
                  <a:lnTo>
                    <a:pt x="1421237" y="1439340"/>
                  </a:lnTo>
                  <a:lnTo>
                    <a:pt x="1421231" y="1439383"/>
                  </a:lnTo>
                  <a:lnTo>
                    <a:pt x="1421240" y="1439403"/>
                  </a:lnTo>
                  <a:lnTo>
                    <a:pt x="1421244" y="1439405"/>
                  </a:lnTo>
                  <a:lnTo>
                    <a:pt x="1421267" y="1439420"/>
                  </a:lnTo>
                  <a:lnTo>
                    <a:pt x="1421282" y="1439469"/>
                  </a:lnTo>
                  <a:lnTo>
                    <a:pt x="1421280" y="1439520"/>
                  </a:lnTo>
                  <a:lnTo>
                    <a:pt x="1421276" y="1439534"/>
                  </a:lnTo>
                  <a:lnTo>
                    <a:pt x="1421261" y="1439562"/>
                  </a:lnTo>
                  <a:lnTo>
                    <a:pt x="1421204" y="1439602"/>
                  </a:lnTo>
                  <a:lnTo>
                    <a:pt x="1421147" y="1439641"/>
                  </a:lnTo>
                  <a:lnTo>
                    <a:pt x="1421143" y="1439642"/>
                  </a:lnTo>
                  <a:lnTo>
                    <a:pt x="1421113" y="1439653"/>
                  </a:lnTo>
                  <a:lnTo>
                    <a:pt x="1421093" y="1439661"/>
                  </a:lnTo>
                  <a:lnTo>
                    <a:pt x="1421033" y="1439679"/>
                  </a:lnTo>
                  <a:lnTo>
                    <a:pt x="1421006" y="1439685"/>
                  </a:lnTo>
                  <a:lnTo>
                    <a:pt x="1420998" y="1439686"/>
                  </a:lnTo>
                  <a:lnTo>
                    <a:pt x="1420973" y="1439687"/>
                  </a:lnTo>
                  <a:lnTo>
                    <a:pt x="1420959" y="1439686"/>
                  </a:lnTo>
                  <a:lnTo>
                    <a:pt x="1420932" y="1439684"/>
                  </a:lnTo>
                  <a:lnTo>
                    <a:pt x="1420921" y="1439682"/>
                  </a:lnTo>
                  <a:lnTo>
                    <a:pt x="1420909" y="1439679"/>
                  </a:lnTo>
                  <a:lnTo>
                    <a:pt x="1420877" y="1439676"/>
                  </a:lnTo>
                  <a:lnTo>
                    <a:pt x="1420873" y="1439677"/>
                  </a:lnTo>
                  <a:lnTo>
                    <a:pt x="1420862" y="1439681"/>
                  </a:lnTo>
                  <a:lnTo>
                    <a:pt x="1420815" y="1439703"/>
                  </a:lnTo>
                  <a:lnTo>
                    <a:pt x="1420768" y="1439727"/>
                  </a:lnTo>
                  <a:lnTo>
                    <a:pt x="1420730" y="1439752"/>
                  </a:lnTo>
                  <a:lnTo>
                    <a:pt x="1420680" y="1439787"/>
                  </a:lnTo>
                  <a:lnTo>
                    <a:pt x="1420610" y="1439846"/>
                  </a:lnTo>
                  <a:lnTo>
                    <a:pt x="1420563" y="1439888"/>
                  </a:lnTo>
                  <a:lnTo>
                    <a:pt x="1420523" y="1439927"/>
                  </a:lnTo>
                  <a:lnTo>
                    <a:pt x="1420479" y="1439970"/>
                  </a:lnTo>
                  <a:lnTo>
                    <a:pt x="1420458" y="1439972"/>
                  </a:lnTo>
                  <a:lnTo>
                    <a:pt x="1420418" y="1439978"/>
                  </a:lnTo>
                  <a:lnTo>
                    <a:pt x="1420410" y="1439985"/>
                  </a:lnTo>
                  <a:lnTo>
                    <a:pt x="1420384" y="1440008"/>
                  </a:lnTo>
                  <a:lnTo>
                    <a:pt x="1420354" y="1440038"/>
                  </a:lnTo>
                  <a:lnTo>
                    <a:pt x="1420334" y="1440054"/>
                  </a:lnTo>
                  <a:lnTo>
                    <a:pt x="1420303" y="1440079"/>
                  </a:lnTo>
                  <a:lnTo>
                    <a:pt x="1420267" y="1440107"/>
                  </a:lnTo>
                  <a:lnTo>
                    <a:pt x="1420240" y="1440128"/>
                  </a:lnTo>
                  <a:lnTo>
                    <a:pt x="1420238" y="1440136"/>
                  </a:lnTo>
                  <a:lnTo>
                    <a:pt x="1420198" y="1440188"/>
                  </a:lnTo>
                  <a:lnTo>
                    <a:pt x="1420162" y="1440236"/>
                  </a:lnTo>
                  <a:lnTo>
                    <a:pt x="1420141" y="1440275"/>
                  </a:lnTo>
                  <a:lnTo>
                    <a:pt x="1420121" y="1440287"/>
                  </a:lnTo>
                  <a:lnTo>
                    <a:pt x="1420081" y="1440278"/>
                  </a:lnTo>
                  <a:lnTo>
                    <a:pt x="1420042" y="1440269"/>
                  </a:lnTo>
                  <a:lnTo>
                    <a:pt x="1420028" y="1440261"/>
                  </a:lnTo>
                  <a:lnTo>
                    <a:pt x="1420027" y="1440253"/>
                  </a:lnTo>
                  <a:lnTo>
                    <a:pt x="1420048" y="1440237"/>
                  </a:lnTo>
                  <a:lnTo>
                    <a:pt x="1420074" y="1440236"/>
                  </a:lnTo>
                  <a:lnTo>
                    <a:pt x="1420092" y="1440238"/>
                  </a:lnTo>
                  <a:lnTo>
                    <a:pt x="1420113" y="1440195"/>
                  </a:lnTo>
                  <a:lnTo>
                    <a:pt x="1420126" y="1440151"/>
                  </a:lnTo>
                  <a:lnTo>
                    <a:pt x="1420126" y="1440130"/>
                  </a:lnTo>
                  <a:lnTo>
                    <a:pt x="1420136" y="1440096"/>
                  </a:lnTo>
                  <a:lnTo>
                    <a:pt x="1420129" y="1440081"/>
                  </a:lnTo>
                  <a:lnTo>
                    <a:pt x="1420111" y="1440078"/>
                  </a:lnTo>
                  <a:lnTo>
                    <a:pt x="1420099" y="1440091"/>
                  </a:lnTo>
                  <a:lnTo>
                    <a:pt x="1420070" y="1440118"/>
                  </a:lnTo>
                  <a:lnTo>
                    <a:pt x="1420034" y="1440140"/>
                  </a:lnTo>
                  <a:lnTo>
                    <a:pt x="1420013" y="1440148"/>
                  </a:lnTo>
                  <a:lnTo>
                    <a:pt x="1419991" y="1440146"/>
                  </a:lnTo>
                  <a:lnTo>
                    <a:pt x="1419973" y="1440138"/>
                  </a:lnTo>
                  <a:lnTo>
                    <a:pt x="1419964" y="1440122"/>
                  </a:lnTo>
                  <a:lnTo>
                    <a:pt x="1419954" y="1440095"/>
                  </a:lnTo>
                  <a:lnTo>
                    <a:pt x="1419941" y="1440096"/>
                  </a:lnTo>
                  <a:lnTo>
                    <a:pt x="1419935" y="1440097"/>
                  </a:lnTo>
                  <a:lnTo>
                    <a:pt x="1419895" y="1440119"/>
                  </a:lnTo>
                  <a:lnTo>
                    <a:pt x="1419887" y="1440129"/>
                  </a:lnTo>
                  <a:lnTo>
                    <a:pt x="1419891" y="1440138"/>
                  </a:lnTo>
                  <a:lnTo>
                    <a:pt x="1419894" y="1440145"/>
                  </a:lnTo>
                  <a:lnTo>
                    <a:pt x="1419902" y="1440150"/>
                  </a:lnTo>
                  <a:lnTo>
                    <a:pt x="1419915" y="1440167"/>
                  </a:lnTo>
                  <a:lnTo>
                    <a:pt x="1419928" y="1440175"/>
                  </a:lnTo>
                  <a:lnTo>
                    <a:pt x="1419950" y="1440206"/>
                  </a:lnTo>
                  <a:lnTo>
                    <a:pt x="1419951" y="1440214"/>
                  </a:lnTo>
                  <a:lnTo>
                    <a:pt x="1419958" y="1440245"/>
                  </a:lnTo>
                  <a:lnTo>
                    <a:pt x="1419962" y="1440266"/>
                  </a:lnTo>
                  <a:lnTo>
                    <a:pt x="1419972" y="1440296"/>
                  </a:lnTo>
                  <a:lnTo>
                    <a:pt x="1419970" y="1440366"/>
                  </a:lnTo>
                  <a:lnTo>
                    <a:pt x="1419970" y="1440391"/>
                  </a:lnTo>
                  <a:lnTo>
                    <a:pt x="1419970" y="1440428"/>
                  </a:lnTo>
                  <a:lnTo>
                    <a:pt x="1419971" y="1440456"/>
                  </a:lnTo>
                  <a:lnTo>
                    <a:pt x="1419978" y="1440467"/>
                  </a:lnTo>
                  <a:lnTo>
                    <a:pt x="1420003" y="1440487"/>
                  </a:lnTo>
                  <a:lnTo>
                    <a:pt x="1420020" y="1440500"/>
                  </a:lnTo>
                  <a:lnTo>
                    <a:pt x="1420027" y="1440505"/>
                  </a:lnTo>
                  <a:lnTo>
                    <a:pt x="1420039" y="1440551"/>
                  </a:lnTo>
                  <a:lnTo>
                    <a:pt x="1420049" y="1440585"/>
                  </a:lnTo>
                  <a:lnTo>
                    <a:pt x="1420065" y="1440607"/>
                  </a:lnTo>
                  <a:lnTo>
                    <a:pt x="1420097" y="1440639"/>
                  </a:lnTo>
                  <a:lnTo>
                    <a:pt x="1420109" y="1440653"/>
                  </a:lnTo>
                  <a:lnTo>
                    <a:pt x="1420114" y="1440678"/>
                  </a:lnTo>
                  <a:lnTo>
                    <a:pt x="1420131" y="1440707"/>
                  </a:lnTo>
                  <a:lnTo>
                    <a:pt x="1420139" y="1440722"/>
                  </a:lnTo>
                  <a:lnTo>
                    <a:pt x="1420140" y="1440727"/>
                  </a:lnTo>
                  <a:lnTo>
                    <a:pt x="1420143" y="1440741"/>
                  </a:lnTo>
                  <a:lnTo>
                    <a:pt x="1420141" y="1440748"/>
                  </a:lnTo>
                  <a:lnTo>
                    <a:pt x="1420138" y="1440764"/>
                  </a:lnTo>
                  <a:lnTo>
                    <a:pt x="1420136" y="1440771"/>
                  </a:lnTo>
                  <a:lnTo>
                    <a:pt x="1420134" y="1440779"/>
                  </a:lnTo>
                  <a:lnTo>
                    <a:pt x="1420122" y="1440816"/>
                  </a:lnTo>
                  <a:lnTo>
                    <a:pt x="1420119" y="1440833"/>
                  </a:lnTo>
                  <a:lnTo>
                    <a:pt x="1420113" y="1440864"/>
                  </a:lnTo>
                  <a:lnTo>
                    <a:pt x="1420098" y="1440890"/>
                  </a:lnTo>
                  <a:lnTo>
                    <a:pt x="1420063" y="1440928"/>
                  </a:lnTo>
                  <a:lnTo>
                    <a:pt x="1420036" y="1440960"/>
                  </a:lnTo>
                  <a:lnTo>
                    <a:pt x="1420023" y="1440969"/>
                  </a:lnTo>
                  <a:lnTo>
                    <a:pt x="1420012" y="1440987"/>
                  </a:lnTo>
                  <a:lnTo>
                    <a:pt x="1420009" y="1441005"/>
                  </a:lnTo>
                  <a:lnTo>
                    <a:pt x="1420006" y="1441032"/>
                  </a:lnTo>
                  <a:lnTo>
                    <a:pt x="1420005" y="1441070"/>
                  </a:lnTo>
                  <a:lnTo>
                    <a:pt x="1420010" y="1441130"/>
                  </a:lnTo>
                  <a:lnTo>
                    <a:pt x="1420010" y="1441169"/>
                  </a:lnTo>
                  <a:lnTo>
                    <a:pt x="1420001" y="1441196"/>
                  </a:lnTo>
                  <a:lnTo>
                    <a:pt x="1419990" y="1441213"/>
                  </a:lnTo>
                  <a:lnTo>
                    <a:pt x="1419960" y="1441242"/>
                  </a:lnTo>
                  <a:lnTo>
                    <a:pt x="1419928" y="1441256"/>
                  </a:lnTo>
                  <a:lnTo>
                    <a:pt x="1419922" y="1441259"/>
                  </a:lnTo>
                  <a:lnTo>
                    <a:pt x="1419846" y="1441263"/>
                  </a:lnTo>
                  <a:lnTo>
                    <a:pt x="1419838" y="1441264"/>
                  </a:lnTo>
                  <a:lnTo>
                    <a:pt x="1419815" y="1441269"/>
                  </a:lnTo>
                  <a:lnTo>
                    <a:pt x="1419798" y="1441263"/>
                  </a:lnTo>
                  <a:lnTo>
                    <a:pt x="1419783" y="1441258"/>
                  </a:lnTo>
                  <a:lnTo>
                    <a:pt x="1419777" y="1441253"/>
                  </a:lnTo>
                  <a:lnTo>
                    <a:pt x="1419759" y="1441245"/>
                  </a:lnTo>
                  <a:lnTo>
                    <a:pt x="1419753" y="1441229"/>
                  </a:lnTo>
                  <a:lnTo>
                    <a:pt x="1419739" y="1441224"/>
                  </a:lnTo>
                  <a:lnTo>
                    <a:pt x="1419732" y="1441222"/>
                  </a:lnTo>
                  <a:lnTo>
                    <a:pt x="1419726" y="1441210"/>
                  </a:lnTo>
                  <a:lnTo>
                    <a:pt x="1419721" y="1441184"/>
                  </a:lnTo>
                  <a:lnTo>
                    <a:pt x="1419719" y="1441156"/>
                  </a:lnTo>
                  <a:lnTo>
                    <a:pt x="1419711" y="1441155"/>
                  </a:lnTo>
                  <a:lnTo>
                    <a:pt x="1419699" y="1441153"/>
                  </a:lnTo>
                  <a:lnTo>
                    <a:pt x="1419658" y="1441172"/>
                  </a:lnTo>
                  <a:lnTo>
                    <a:pt x="1419630" y="1441188"/>
                  </a:lnTo>
                  <a:lnTo>
                    <a:pt x="1419621" y="1441195"/>
                  </a:lnTo>
                  <a:lnTo>
                    <a:pt x="1419517" y="1441275"/>
                  </a:lnTo>
                  <a:lnTo>
                    <a:pt x="1419511" y="1441294"/>
                  </a:lnTo>
                  <a:lnTo>
                    <a:pt x="1419511" y="1441303"/>
                  </a:lnTo>
                  <a:lnTo>
                    <a:pt x="1419526" y="1441329"/>
                  </a:lnTo>
                  <a:lnTo>
                    <a:pt x="1419536" y="1441341"/>
                  </a:lnTo>
                  <a:lnTo>
                    <a:pt x="1419557" y="1441369"/>
                  </a:lnTo>
                  <a:lnTo>
                    <a:pt x="1419561" y="1441396"/>
                  </a:lnTo>
                  <a:lnTo>
                    <a:pt x="1419562" y="1441429"/>
                  </a:lnTo>
                  <a:lnTo>
                    <a:pt x="1419564" y="1441459"/>
                  </a:lnTo>
                  <a:lnTo>
                    <a:pt x="1419563" y="1441472"/>
                  </a:lnTo>
                  <a:lnTo>
                    <a:pt x="1419564" y="1441477"/>
                  </a:lnTo>
                  <a:lnTo>
                    <a:pt x="1419566" y="1441484"/>
                  </a:lnTo>
                  <a:lnTo>
                    <a:pt x="1419582" y="1441489"/>
                  </a:lnTo>
                  <a:lnTo>
                    <a:pt x="1419600" y="1441492"/>
                  </a:lnTo>
                  <a:lnTo>
                    <a:pt x="1419624" y="1441495"/>
                  </a:lnTo>
                  <a:lnTo>
                    <a:pt x="1419641" y="1441494"/>
                  </a:lnTo>
                  <a:lnTo>
                    <a:pt x="1419665" y="1441500"/>
                  </a:lnTo>
                  <a:lnTo>
                    <a:pt x="1419690" y="1441507"/>
                  </a:lnTo>
                  <a:lnTo>
                    <a:pt x="1419712" y="1441510"/>
                  </a:lnTo>
                  <a:lnTo>
                    <a:pt x="1419738" y="1441513"/>
                  </a:lnTo>
                  <a:lnTo>
                    <a:pt x="1419743" y="1441513"/>
                  </a:lnTo>
                  <a:lnTo>
                    <a:pt x="1419815" y="1441512"/>
                  </a:lnTo>
                  <a:lnTo>
                    <a:pt x="1419891" y="1441512"/>
                  </a:lnTo>
                  <a:lnTo>
                    <a:pt x="1419923" y="1441512"/>
                  </a:lnTo>
                  <a:lnTo>
                    <a:pt x="1419959" y="1441511"/>
                  </a:lnTo>
                  <a:lnTo>
                    <a:pt x="1420008" y="1441509"/>
                  </a:lnTo>
                  <a:lnTo>
                    <a:pt x="1420042" y="1441483"/>
                  </a:lnTo>
                  <a:lnTo>
                    <a:pt x="1420057" y="1441451"/>
                  </a:lnTo>
                  <a:lnTo>
                    <a:pt x="1420174" y="1441309"/>
                  </a:lnTo>
                  <a:lnTo>
                    <a:pt x="1420181" y="1441202"/>
                  </a:lnTo>
                  <a:lnTo>
                    <a:pt x="1420183" y="1441173"/>
                  </a:lnTo>
                  <a:lnTo>
                    <a:pt x="1420185" y="1441130"/>
                  </a:lnTo>
                  <a:lnTo>
                    <a:pt x="1420188" y="1441098"/>
                  </a:lnTo>
                  <a:lnTo>
                    <a:pt x="1420200" y="1441080"/>
                  </a:lnTo>
                  <a:lnTo>
                    <a:pt x="1420205" y="1441052"/>
                  </a:lnTo>
                  <a:lnTo>
                    <a:pt x="1420207" y="1441044"/>
                  </a:lnTo>
                  <a:lnTo>
                    <a:pt x="1420213" y="1441019"/>
                  </a:lnTo>
                  <a:lnTo>
                    <a:pt x="1420226" y="1440992"/>
                  </a:lnTo>
                  <a:lnTo>
                    <a:pt x="1420247" y="1440965"/>
                  </a:lnTo>
                  <a:lnTo>
                    <a:pt x="1420256" y="1440953"/>
                  </a:lnTo>
                  <a:lnTo>
                    <a:pt x="1420273" y="1440937"/>
                  </a:lnTo>
                  <a:lnTo>
                    <a:pt x="1420291" y="1440932"/>
                  </a:lnTo>
                  <a:lnTo>
                    <a:pt x="1420338" y="1440929"/>
                  </a:lnTo>
                  <a:lnTo>
                    <a:pt x="1420356" y="1440932"/>
                  </a:lnTo>
                  <a:lnTo>
                    <a:pt x="1420381" y="1440941"/>
                  </a:lnTo>
                  <a:lnTo>
                    <a:pt x="1420396" y="1440952"/>
                  </a:lnTo>
                  <a:lnTo>
                    <a:pt x="1420469" y="1440952"/>
                  </a:lnTo>
                  <a:lnTo>
                    <a:pt x="1420477" y="1440948"/>
                  </a:lnTo>
                  <a:lnTo>
                    <a:pt x="1420490" y="1440937"/>
                  </a:lnTo>
                  <a:lnTo>
                    <a:pt x="1420492" y="1440926"/>
                  </a:lnTo>
                  <a:lnTo>
                    <a:pt x="1420494" y="1440918"/>
                  </a:lnTo>
                  <a:lnTo>
                    <a:pt x="1420499" y="1440896"/>
                  </a:lnTo>
                  <a:lnTo>
                    <a:pt x="1420506" y="1440874"/>
                  </a:lnTo>
                  <a:lnTo>
                    <a:pt x="1420518" y="1440857"/>
                  </a:lnTo>
                  <a:lnTo>
                    <a:pt x="1420523" y="1440850"/>
                  </a:lnTo>
                  <a:lnTo>
                    <a:pt x="1420559" y="1440820"/>
                  </a:lnTo>
                  <a:lnTo>
                    <a:pt x="1420618" y="1440777"/>
                  </a:lnTo>
                  <a:lnTo>
                    <a:pt x="1420657" y="1440775"/>
                  </a:lnTo>
                  <a:lnTo>
                    <a:pt x="1420667" y="1440774"/>
                  </a:lnTo>
                  <a:lnTo>
                    <a:pt x="1420686" y="1440776"/>
                  </a:lnTo>
                  <a:lnTo>
                    <a:pt x="1420704" y="1440777"/>
                  </a:lnTo>
                  <a:lnTo>
                    <a:pt x="1420709" y="1440779"/>
                  </a:lnTo>
                  <a:lnTo>
                    <a:pt x="1420715" y="1440778"/>
                  </a:lnTo>
                  <a:lnTo>
                    <a:pt x="1420721" y="1440770"/>
                  </a:lnTo>
                  <a:lnTo>
                    <a:pt x="1420736" y="1440739"/>
                  </a:lnTo>
                  <a:lnTo>
                    <a:pt x="1420737" y="1440729"/>
                  </a:lnTo>
                  <a:lnTo>
                    <a:pt x="1420733" y="1440678"/>
                  </a:lnTo>
                  <a:lnTo>
                    <a:pt x="1420729" y="1440674"/>
                  </a:lnTo>
                  <a:lnTo>
                    <a:pt x="1420715" y="1440661"/>
                  </a:lnTo>
                  <a:lnTo>
                    <a:pt x="1420707" y="1440654"/>
                  </a:lnTo>
                  <a:lnTo>
                    <a:pt x="1420710" y="1440647"/>
                  </a:lnTo>
                  <a:lnTo>
                    <a:pt x="1420715" y="1440635"/>
                  </a:lnTo>
                  <a:lnTo>
                    <a:pt x="1420740" y="1440592"/>
                  </a:lnTo>
                  <a:lnTo>
                    <a:pt x="1420783" y="1440517"/>
                  </a:lnTo>
                  <a:lnTo>
                    <a:pt x="1420823" y="1440459"/>
                  </a:lnTo>
                  <a:lnTo>
                    <a:pt x="1420863" y="1440423"/>
                  </a:lnTo>
                  <a:lnTo>
                    <a:pt x="1420874" y="1440412"/>
                  </a:lnTo>
                  <a:lnTo>
                    <a:pt x="1420898" y="1440398"/>
                  </a:lnTo>
                  <a:lnTo>
                    <a:pt x="1420915" y="1440384"/>
                  </a:lnTo>
                  <a:lnTo>
                    <a:pt x="1420921" y="1440376"/>
                  </a:lnTo>
                  <a:lnTo>
                    <a:pt x="1420936" y="1440365"/>
                  </a:lnTo>
                  <a:lnTo>
                    <a:pt x="1420943" y="1440365"/>
                  </a:lnTo>
                  <a:lnTo>
                    <a:pt x="1420949" y="1440370"/>
                  </a:lnTo>
                  <a:lnTo>
                    <a:pt x="1420955" y="1440374"/>
                  </a:lnTo>
                  <a:lnTo>
                    <a:pt x="1420973" y="1440395"/>
                  </a:lnTo>
                  <a:lnTo>
                    <a:pt x="1420984" y="1440416"/>
                  </a:lnTo>
                  <a:lnTo>
                    <a:pt x="1420990" y="1440438"/>
                  </a:lnTo>
                  <a:lnTo>
                    <a:pt x="1420997" y="1440450"/>
                  </a:lnTo>
                  <a:lnTo>
                    <a:pt x="1421012" y="1440466"/>
                  </a:lnTo>
                  <a:lnTo>
                    <a:pt x="1421026" y="1440481"/>
                  </a:lnTo>
                  <a:lnTo>
                    <a:pt x="1421034" y="1440474"/>
                  </a:lnTo>
                  <a:lnTo>
                    <a:pt x="1421048" y="1440466"/>
                  </a:lnTo>
                  <a:lnTo>
                    <a:pt x="1421054" y="1440471"/>
                  </a:lnTo>
                  <a:lnTo>
                    <a:pt x="1421057" y="1440476"/>
                  </a:lnTo>
                  <a:lnTo>
                    <a:pt x="1421091" y="1440561"/>
                  </a:lnTo>
                  <a:lnTo>
                    <a:pt x="1421103" y="1440587"/>
                  </a:lnTo>
                  <a:lnTo>
                    <a:pt x="1421118" y="1440618"/>
                  </a:lnTo>
                  <a:lnTo>
                    <a:pt x="1421146" y="1440661"/>
                  </a:lnTo>
                  <a:lnTo>
                    <a:pt x="1421183" y="1440701"/>
                  </a:lnTo>
                  <a:lnTo>
                    <a:pt x="1421191" y="1440711"/>
                  </a:lnTo>
                  <a:lnTo>
                    <a:pt x="1421205" y="1440734"/>
                  </a:lnTo>
                  <a:lnTo>
                    <a:pt x="1421223" y="1440790"/>
                  </a:lnTo>
                  <a:lnTo>
                    <a:pt x="1421226" y="1440807"/>
                  </a:lnTo>
                  <a:lnTo>
                    <a:pt x="1421223" y="1440843"/>
                  </a:lnTo>
                  <a:lnTo>
                    <a:pt x="1421222" y="1440855"/>
                  </a:lnTo>
                  <a:lnTo>
                    <a:pt x="1421216" y="1440873"/>
                  </a:lnTo>
                  <a:lnTo>
                    <a:pt x="1421200" y="1440884"/>
                  </a:lnTo>
                  <a:lnTo>
                    <a:pt x="1421187" y="1440886"/>
                  </a:lnTo>
                  <a:lnTo>
                    <a:pt x="1421178" y="1440888"/>
                  </a:lnTo>
                  <a:lnTo>
                    <a:pt x="1421189" y="1440913"/>
                  </a:lnTo>
                  <a:lnTo>
                    <a:pt x="1421210" y="1440923"/>
                  </a:lnTo>
                  <a:lnTo>
                    <a:pt x="1421249" y="1440937"/>
                  </a:lnTo>
                  <a:lnTo>
                    <a:pt x="1421285" y="1440941"/>
                  </a:lnTo>
                  <a:lnTo>
                    <a:pt x="1421345" y="1440948"/>
                  </a:lnTo>
                  <a:lnTo>
                    <a:pt x="1421372" y="1440947"/>
                  </a:lnTo>
                  <a:lnTo>
                    <a:pt x="1421379" y="1440935"/>
                  </a:lnTo>
                  <a:lnTo>
                    <a:pt x="1421400" y="1440944"/>
                  </a:lnTo>
                  <a:lnTo>
                    <a:pt x="1421402" y="1440952"/>
                  </a:lnTo>
                  <a:lnTo>
                    <a:pt x="1421387" y="1440990"/>
                  </a:lnTo>
                  <a:lnTo>
                    <a:pt x="1421369" y="1441041"/>
                  </a:lnTo>
                  <a:lnTo>
                    <a:pt x="1421366" y="1441049"/>
                  </a:lnTo>
                  <a:lnTo>
                    <a:pt x="1421357" y="1441075"/>
                  </a:lnTo>
                  <a:lnTo>
                    <a:pt x="1421353" y="1441144"/>
                  </a:lnTo>
                  <a:lnTo>
                    <a:pt x="1421348" y="1441232"/>
                  </a:lnTo>
                  <a:lnTo>
                    <a:pt x="1421336" y="1441268"/>
                  </a:lnTo>
                  <a:lnTo>
                    <a:pt x="1421302" y="1441364"/>
                  </a:lnTo>
                  <a:lnTo>
                    <a:pt x="1421300" y="1441369"/>
                  </a:lnTo>
                  <a:lnTo>
                    <a:pt x="1421285" y="1441407"/>
                  </a:lnTo>
                  <a:lnTo>
                    <a:pt x="1421267" y="1441450"/>
                  </a:lnTo>
                  <a:lnTo>
                    <a:pt x="1421231" y="1441539"/>
                  </a:lnTo>
                  <a:lnTo>
                    <a:pt x="1421217" y="1441571"/>
                  </a:lnTo>
                  <a:lnTo>
                    <a:pt x="1421210" y="1441604"/>
                  </a:lnTo>
                  <a:lnTo>
                    <a:pt x="1421199" y="1441657"/>
                  </a:lnTo>
                  <a:lnTo>
                    <a:pt x="1421195" y="1441672"/>
                  </a:lnTo>
                  <a:lnTo>
                    <a:pt x="1421187" y="1441724"/>
                  </a:lnTo>
                  <a:lnTo>
                    <a:pt x="1421188" y="1441737"/>
                  </a:lnTo>
                  <a:lnTo>
                    <a:pt x="1421193" y="1441795"/>
                  </a:lnTo>
                  <a:lnTo>
                    <a:pt x="1421195" y="1441816"/>
                  </a:lnTo>
                  <a:lnTo>
                    <a:pt x="1421198" y="1441833"/>
                  </a:lnTo>
                  <a:lnTo>
                    <a:pt x="1421200" y="1441884"/>
                  </a:lnTo>
                  <a:lnTo>
                    <a:pt x="1421202" y="1441907"/>
                  </a:lnTo>
                  <a:lnTo>
                    <a:pt x="1421230" y="1441955"/>
                  </a:lnTo>
                  <a:lnTo>
                    <a:pt x="1421247" y="1442008"/>
                  </a:lnTo>
                  <a:lnTo>
                    <a:pt x="1421269" y="1442000"/>
                  </a:lnTo>
                  <a:lnTo>
                    <a:pt x="1421279" y="1442019"/>
                  </a:lnTo>
                  <a:lnTo>
                    <a:pt x="1421266" y="1442111"/>
                  </a:lnTo>
                  <a:lnTo>
                    <a:pt x="1421259" y="1442146"/>
                  </a:lnTo>
                  <a:lnTo>
                    <a:pt x="1421172" y="1442244"/>
                  </a:lnTo>
                  <a:lnTo>
                    <a:pt x="1421157" y="1442255"/>
                  </a:lnTo>
                  <a:lnTo>
                    <a:pt x="1421153" y="1442267"/>
                  </a:lnTo>
                  <a:lnTo>
                    <a:pt x="1421148" y="1442283"/>
                  </a:lnTo>
                  <a:lnTo>
                    <a:pt x="1421152" y="1442310"/>
                  </a:lnTo>
                  <a:lnTo>
                    <a:pt x="1421162" y="1442314"/>
                  </a:lnTo>
                  <a:lnTo>
                    <a:pt x="1421174" y="1442319"/>
                  </a:lnTo>
                  <a:lnTo>
                    <a:pt x="1421182" y="1442316"/>
                  </a:lnTo>
                  <a:lnTo>
                    <a:pt x="1421194" y="1442311"/>
                  </a:lnTo>
                  <a:lnTo>
                    <a:pt x="1421204" y="1442306"/>
                  </a:lnTo>
                  <a:lnTo>
                    <a:pt x="1421250" y="1442249"/>
                  </a:lnTo>
                  <a:lnTo>
                    <a:pt x="1421285" y="1442189"/>
                  </a:lnTo>
                  <a:lnTo>
                    <a:pt x="1421309" y="1442160"/>
                  </a:lnTo>
                  <a:lnTo>
                    <a:pt x="1421335" y="1442129"/>
                  </a:lnTo>
                  <a:lnTo>
                    <a:pt x="1421362" y="1442105"/>
                  </a:lnTo>
                  <a:lnTo>
                    <a:pt x="1421379" y="1442084"/>
                  </a:lnTo>
                  <a:lnTo>
                    <a:pt x="1421354" y="1442018"/>
                  </a:lnTo>
                  <a:lnTo>
                    <a:pt x="1421336" y="1441954"/>
                  </a:lnTo>
                  <a:lnTo>
                    <a:pt x="1421301" y="1441871"/>
                  </a:lnTo>
                  <a:lnTo>
                    <a:pt x="1421295" y="1441854"/>
                  </a:lnTo>
                  <a:lnTo>
                    <a:pt x="1421286" y="1441767"/>
                  </a:lnTo>
                  <a:lnTo>
                    <a:pt x="1421287" y="1441757"/>
                  </a:lnTo>
                  <a:lnTo>
                    <a:pt x="1421293" y="1441641"/>
                  </a:lnTo>
                  <a:lnTo>
                    <a:pt x="1421324" y="1441534"/>
                  </a:lnTo>
                  <a:lnTo>
                    <a:pt x="1421340" y="1441500"/>
                  </a:lnTo>
                  <a:lnTo>
                    <a:pt x="1421380" y="1441437"/>
                  </a:lnTo>
                  <a:lnTo>
                    <a:pt x="1421430" y="1441397"/>
                  </a:lnTo>
                  <a:lnTo>
                    <a:pt x="1421460" y="1441369"/>
                  </a:lnTo>
                  <a:lnTo>
                    <a:pt x="1421465" y="1441365"/>
                  </a:lnTo>
                  <a:lnTo>
                    <a:pt x="1421488" y="1441305"/>
                  </a:lnTo>
                  <a:lnTo>
                    <a:pt x="1421511" y="1441188"/>
                  </a:lnTo>
                  <a:lnTo>
                    <a:pt x="1421542" y="1441073"/>
                  </a:lnTo>
                  <a:lnTo>
                    <a:pt x="1421548" y="1441051"/>
                  </a:lnTo>
                  <a:lnTo>
                    <a:pt x="1421578" y="1440964"/>
                  </a:lnTo>
                  <a:lnTo>
                    <a:pt x="1421583" y="1440961"/>
                  </a:lnTo>
                  <a:lnTo>
                    <a:pt x="1421591" y="1440964"/>
                  </a:lnTo>
                  <a:lnTo>
                    <a:pt x="1421608" y="1440969"/>
                  </a:lnTo>
                  <a:lnTo>
                    <a:pt x="1421613" y="1440974"/>
                  </a:lnTo>
                  <a:lnTo>
                    <a:pt x="1421596" y="1441001"/>
                  </a:lnTo>
                  <a:lnTo>
                    <a:pt x="1421567" y="1441072"/>
                  </a:lnTo>
                  <a:lnTo>
                    <a:pt x="1421564" y="1441085"/>
                  </a:lnTo>
                  <a:lnTo>
                    <a:pt x="1421568" y="1441098"/>
                  </a:lnTo>
                  <a:lnTo>
                    <a:pt x="1421570" y="1441135"/>
                  </a:lnTo>
                  <a:lnTo>
                    <a:pt x="1421591" y="1441226"/>
                  </a:lnTo>
                  <a:lnTo>
                    <a:pt x="1421712" y="1441299"/>
                  </a:lnTo>
                  <a:lnTo>
                    <a:pt x="1421878" y="1441331"/>
                  </a:lnTo>
                  <a:lnTo>
                    <a:pt x="1421928" y="1441356"/>
                  </a:lnTo>
                  <a:lnTo>
                    <a:pt x="1421933" y="1441382"/>
                  </a:lnTo>
                  <a:lnTo>
                    <a:pt x="1421921" y="1441447"/>
                  </a:lnTo>
                  <a:lnTo>
                    <a:pt x="1421898" y="1441481"/>
                  </a:lnTo>
                  <a:lnTo>
                    <a:pt x="1421897" y="1441492"/>
                  </a:lnTo>
                  <a:lnTo>
                    <a:pt x="1421919" y="1441536"/>
                  </a:lnTo>
                  <a:lnTo>
                    <a:pt x="1421926" y="1441546"/>
                  </a:lnTo>
                  <a:lnTo>
                    <a:pt x="1421939" y="1441550"/>
                  </a:lnTo>
                  <a:lnTo>
                    <a:pt x="1421971" y="1441542"/>
                  </a:lnTo>
                  <a:lnTo>
                    <a:pt x="1422009" y="1441517"/>
                  </a:lnTo>
                  <a:lnTo>
                    <a:pt x="1422011" y="1441478"/>
                  </a:lnTo>
                  <a:lnTo>
                    <a:pt x="1422020" y="1441470"/>
                  </a:lnTo>
                  <a:lnTo>
                    <a:pt x="1422028" y="1441476"/>
                  </a:lnTo>
                  <a:lnTo>
                    <a:pt x="1422053" y="1441505"/>
                  </a:lnTo>
                  <a:lnTo>
                    <a:pt x="1422078" y="1441545"/>
                  </a:lnTo>
                  <a:lnTo>
                    <a:pt x="1422166" y="1441688"/>
                  </a:lnTo>
                  <a:lnTo>
                    <a:pt x="1422216" y="1441769"/>
                  </a:lnTo>
                  <a:lnTo>
                    <a:pt x="1422257" y="1441840"/>
                  </a:lnTo>
                  <a:lnTo>
                    <a:pt x="1422265" y="1441854"/>
                  </a:lnTo>
                  <a:lnTo>
                    <a:pt x="1422275" y="1441868"/>
                  </a:lnTo>
                  <a:lnTo>
                    <a:pt x="1422284" y="1441883"/>
                  </a:lnTo>
                  <a:lnTo>
                    <a:pt x="1422286" y="1441876"/>
                  </a:lnTo>
                  <a:lnTo>
                    <a:pt x="1422299" y="1441859"/>
                  </a:lnTo>
                  <a:lnTo>
                    <a:pt x="1422310" y="1441835"/>
                  </a:lnTo>
                  <a:lnTo>
                    <a:pt x="1422337" y="1441800"/>
                  </a:lnTo>
                  <a:lnTo>
                    <a:pt x="1422344" y="1441744"/>
                  </a:lnTo>
                  <a:lnTo>
                    <a:pt x="1422347" y="1441718"/>
                  </a:lnTo>
                  <a:lnTo>
                    <a:pt x="1422349" y="1441698"/>
                  </a:lnTo>
                  <a:lnTo>
                    <a:pt x="1422364" y="1441626"/>
                  </a:lnTo>
                  <a:lnTo>
                    <a:pt x="1422382" y="1441609"/>
                  </a:lnTo>
                  <a:lnTo>
                    <a:pt x="1422392" y="1441599"/>
                  </a:lnTo>
                  <a:lnTo>
                    <a:pt x="1422435" y="1441578"/>
                  </a:lnTo>
                  <a:lnTo>
                    <a:pt x="1422459" y="1441551"/>
                  </a:lnTo>
                  <a:lnTo>
                    <a:pt x="1422478" y="1441542"/>
                  </a:lnTo>
                  <a:lnTo>
                    <a:pt x="1422487" y="1441538"/>
                  </a:lnTo>
                  <a:lnTo>
                    <a:pt x="1422514" y="1441534"/>
                  </a:lnTo>
                  <a:lnTo>
                    <a:pt x="1422545" y="1441526"/>
                  </a:lnTo>
                  <a:lnTo>
                    <a:pt x="1422558" y="1441531"/>
                  </a:lnTo>
                  <a:lnTo>
                    <a:pt x="1422576" y="1441545"/>
                  </a:lnTo>
                  <a:lnTo>
                    <a:pt x="1422591" y="1441575"/>
                  </a:lnTo>
                  <a:lnTo>
                    <a:pt x="1422597" y="1441588"/>
                  </a:lnTo>
                  <a:lnTo>
                    <a:pt x="1422615" y="1441638"/>
                  </a:lnTo>
                  <a:lnTo>
                    <a:pt x="1422618" y="1441646"/>
                  </a:lnTo>
                  <a:lnTo>
                    <a:pt x="1422594" y="1441792"/>
                  </a:lnTo>
                  <a:lnTo>
                    <a:pt x="1422590" y="1441815"/>
                  </a:lnTo>
                  <a:lnTo>
                    <a:pt x="1422590" y="1441883"/>
                  </a:lnTo>
                  <a:lnTo>
                    <a:pt x="1422587" y="1442100"/>
                  </a:lnTo>
                  <a:lnTo>
                    <a:pt x="1422590" y="1442111"/>
                  </a:lnTo>
                  <a:lnTo>
                    <a:pt x="1422612" y="1442140"/>
                  </a:lnTo>
                  <a:lnTo>
                    <a:pt x="1422622" y="1442153"/>
                  </a:lnTo>
                  <a:lnTo>
                    <a:pt x="1422643" y="1442179"/>
                  </a:lnTo>
                  <a:lnTo>
                    <a:pt x="1422656" y="1442194"/>
                  </a:lnTo>
                  <a:lnTo>
                    <a:pt x="1422668" y="1442202"/>
                  </a:lnTo>
                  <a:lnTo>
                    <a:pt x="1422680" y="1442198"/>
                  </a:lnTo>
                  <a:lnTo>
                    <a:pt x="1422693" y="1442195"/>
                  </a:lnTo>
                  <a:lnTo>
                    <a:pt x="1422712" y="1442189"/>
                  </a:lnTo>
                  <a:lnTo>
                    <a:pt x="1422723" y="1442186"/>
                  </a:lnTo>
                  <a:lnTo>
                    <a:pt x="1422726" y="1442174"/>
                  </a:lnTo>
                  <a:lnTo>
                    <a:pt x="1422727" y="1442165"/>
                  </a:lnTo>
                  <a:lnTo>
                    <a:pt x="1422734" y="1442125"/>
                  </a:lnTo>
                  <a:lnTo>
                    <a:pt x="1422741" y="1442080"/>
                  </a:lnTo>
                  <a:lnTo>
                    <a:pt x="1422730" y="1441893"/>
                  </a:lnTo>
                  <a:lnTo>
                    <a:pt x="1422727" y="1441839"/>
                  </a:lnTo>
                  <a:lnTo>
                    <a:pt x="1422714" y="1441624"/>
                  </a:lnTo>
                  <a:lnTo>
                    <a:pt x="1422707" y="1441513"/>
                  </a:lnTo>
                  <a:lnTo>
                    <a:pt x="1422733" y="1441402"/>
                  </a:lnTo>
                  <a:lnTo>
                    <a:pt x="1422742" y="1441363"/>
                  </a:lnTo>
                  <a:lnTo>
                    <a:pt x="1422761" y="1441323"/>
                  </a:lnTo>
                  <a:lnTo>
                    <a:pt x="1422786" y="1441295"/>
                  </a:lnTo>
                  <a:lnTo>
                    <a:pt x="1422800" y="1441284"/>
                  </a:lnTo>
                  <a:lnTo>
                    <a:pt x="1422835" y="1441256"/>
                  </a:lnTo>
                  <a:lnTo>
                    <a:pt x="1422850" y="1441250"/>
                  </a:lnTo>
                  <a:lnTo>
                    <a:pt x="1422890" y="1441235"/>
                  </a:lnTo>
                  <a:lnTo>
                    <a:pt x="1422929" y="1441234"/>
                  </a:lnTo>
                  <a:lnTo>
                    <a:pt x="1422945" y="1441233"/>
                  </a:lnTo>
                  <a:lnTo>
                    <a:pt x="1422966" y="1441258"/>
                  </a:lnTo>
                  <a:lnTo>
                    <a:pt x="1422976" y="1441297"/>
                  </a:lnTo>
                  <a:lnTo>
                    <a:pt x="1422980" y="1441304"/>
                  </a:lnTo>
                  <a:lnTo>
                    <a:pt x="1422994" y="1441293"/>
                  </a:lnTo>
                  <a:lnTo>
                    <a:pt x="1423065" y="1441235"/>
                  </a:lnTo>
                  <a:lnTo>
                    <a:pt x="1423099" y="1441208"/>
                  </a:lnTo>
                  <a:lnTo>
                    <a:pt x="1423149" y="1441169"/>
                  </a:lnTo>
                  <a:lnTo>
                    <a:pt x="1423161" y="1441160"/>
                  </a:lnTo>
                  <a:lnTo>
                    <a:pt x="1423168" y="1441137"/>
                  </a:lnTo>
                  <a:lnTo>
                    <a:pt x="1423162" y="1441126"/>
                  </a:lnTo>
                  <a:lnTo>
                    <a:pt x="1423178" y="1441114"/>
                  </a:lnTo>
                  <a:lnTo>
                    <a:pt x="1423191" y="1441113"/>
                  </a:lnTo>
                  <a:lnTo>
                    <a:pt x="1423209" y="1441139"/>
                  </a:lnTo>
                  <a:lnTo>
                    <a:pt x="1423221" y="1441188"/>
                  </a:lnTo>
                  <a:lnTo>
                    <a:pt x="1423207" y="1441202"/>
                  </a:lnTo>
                  <a:lnTo>
                    <a:pt x="1423219" y="1441221"/>
                  </a:lnTo>
                  <a:lnTo>
                    <a:pt x="1423241" y="1441295"/>
                  </a:lnTo>
                  <a:lnTo>
                    <a:pt x="1423256" y="1441311"/>
                  </a:lnTo>
                  <a:lnTo>
                    <a:pt x="1423269" y="1441346"/>
                  </a:lnTo>
                  <a:lnTo>
                    <a:pt x="1423260" y="1441446"/>
                  </a:lnTo>
                  <a:lnTo>
                    <a:pt x="1423248" y="1441492"/>
                  </a:lnTo>
                  <a:lnTo>
                    <a:pt x="1423287" y="1441628"/>
                  </a:lnTo>
                  <a:lnTo>
                    <a:pt x="1423272" y="1441766"/>
                  </a:lnTo>
                  <a:lnTo>
                    <a:pt x="1423280" y="1441769"/>
                  </a:lnTo>
                  <a:lnTo>
                    <a:pt x="1423196" y="1441991"/>
                  </a:lnTo>
                  <a:lnTo>
                    <a:pt x="1423193" y="1441999"/>
                  </a:lnTo>
                  <a:lnTo>
                    <a:pt x="1423186" y="1442017"/>
                  </a:lnTo>
                  <a:lnTo>
                    <a:pt x="1423188" y="1442032"/>
                  </a:lnTo>
                  <a:lnTo>
                    <a:pt x="1423219" y="1442043"/>
                  </a:lnTo>
                  <a:lnTo>
                    <a:pt x="1423291" y="1442072"/>
                  </a:lnTo>
                  <a:lnTo>
                    <a:pt x="1423300" y="1442076"/>
                  </a:lnTo>
                  <a:lnTo>
                    <a:pt x="1423311" y="1442074"/>
                  </a:lnTo>
                  <a:lnTo>
                    <a:pt x="1423354" y="1442054"/>
                  </a:lnTo>
                  <a:lnTo>
                    <a:pt x="1423442" y="1442014"/>
                  </a:lnTo>
                  <a:lnTo>
                    <a:pt x="1423799" y="1441850"/>
                  </a:lnTo>
                  <a:lnTo>
                    <a:pt x="1423912" y="1441799"/>
                  </a:lnTo>
                  <a:lnTo>
                    <a:pt x="1424055" y="1441733"/>
                  </a:lnTo>
                  <a:lnTo>
                    <a:pt x="1424060" y="1441732"/>
                  </a:lnTo>
                  <a:lnTo>
                    <a:pt x="1424069" y="1441727"/>
                  </a:lnTo>
                  <a:lnTo>
                    <a:pt x="1424073" y="1441725"/>
                  </a:lnTo>
                  <a:lnTo>
                    <a:pt x="1424088" y="1441719"/>
                  </a:lnTo>
                  <a:lnTo>
                    <a:pt x="1424092" y="1441604"/>
                  </a:lnTo>
                  <a:lnTo>
                    <a:pt x="1424094" y="1441578"/>
                  </a:lnTo>
                  <a:lnTo>
                    <a:pt x="1424113" y="1441495"/>
                  </a:lnTo>
                  <a:lnTo>
                    <a:pt x="1424120" y="1441483"/>
                  </a:lnTo>
                  <a:lnTo>
                    <a:pt x="1424142" y="1441446"/>
                  </a:lnTo>
                  <a:lnTo>
                    <a:pt x="1424170" y="1441417"/>
                  </a:lnTo>
                  <a:lnTo>
                    <a:pt x="1424205" y="1441379"/>
                  </a:lnTo>
                  <a:lnTo>
                    <a:pt x="1424262" y="1441343"/>
                  </a:lnTo>
                  <a:lnTo>
                    <a:pt x="1424281" y="1441342"/>
                  </a:lnTo>
                  <a:lnTo>
                    <a:pt x="1424291" y="1441350"/>
                  </a:lnTo>
                  <a:lnTo>
                    <a:pt x="1424302" y="1441350"/>
                  </a:lnTo>
                  <a:lnTo>
                    <a:pt x="1424349" y="1441343"/>
                  </a:lnTo>
                  <a:lnTo>
                    <a:pt x="1424365" y="1441338"/>
                  </a:lnTo>
                  <a:lnTo>
                    <a:pt x="1424377" y="1441318"/>
                  </a:lnTo>
                  <a:lnTo>
                    <a:pt x="1424378" y="1441306"/>
                  </a:lnTo>
                  <a:lnTo>
                    <a:pt x="1424398" y="1441278"/>
                  </a:lnTo>
                  <a:lnTo>
                    <a:pt x="1424446" y="1441255"/>
                  </a:lnTo>
                  <a:lnTo>
                    <a:pt x="1424476" y="1441241"/>
                  </a:lnTo>
                  <a:lnTo>
                    <a:pt x="1424555" y="1441223"/>
                  </a:lnTo>
                  <a:lnTo>
                    <a:pt x="1424612" y="1441208"/>
                  </a:lnTo>
                  <a:lnTo>
                    <a:pt x="1424688" y="1441179"/>
                  </a:lnTo>
                  <a:lnTo>
                    <a:pt x="1424731" y="1441163"/>
                  </a:lnTo>
                  <a:lnTo>
                    <a:pt x="1424762" y="1441162"/>
                  </a:lnTo>
                  <a:lnTo>
                    <a:pt x="1424767" y="1441163"/>
                  </a:lnTo>
                  <a:lnTo>
                    <a:pt x="1424776" y="1441164"/>
                  </a:lnTo>
                  <a:lnTo>
                    <a:pt x="1424808" y="1441167"/>
                  </a:lnTo>
                  <a:lnTo>
                    <a:pt x="1424819" y="1441193"/>
                  </a:lnTo>
                  <a:lnTo>
                    <a:pt x="1424824" y="1441207"/>
                  </a:lnTo>
                  <a:lnTo>
                    <a:pt x="1424836" y="1441266"/>
                  </a:lnTo>
                  <a:lnTo>
                    <a:pt x="1424840" y="1441341"/>
                  </a:lnTo>
                  <a:lnTo>
                    <a:pt x="1424832" y="1441351"/>
                  </a:lnTo>
                  <a:lnTo>
                    <a:pt x="1424834" y="1441377"/>
                  </a:lnTo>
                  <a:lnTo>
                    <a:pt x="1424848" y="1441378"/>
                  </a:lnTo>
                  <a:lnTo>
                    <a:pt x="1424901" y="1441359"/>
                  </a:lnTo>
                  <a:lnTo>
                    <a:pt x="1424977" y="1441334"/>
                  </a:lnTo>
                  <a:lnTo>
                    <a:pt x="1424998" y="1441328"/>
                  </a:lnTo>
                  <a:lnTo>
                    <a:pt x="1425008" y="1441325"/>
                  </a:lnTo>
                  <a:lnTo>
                    <a:pt x="1424996" y="1441294"/>
                  </a:lnTo>
                  <a:lnTo>
                    <a:pt x="1424983" y="1441299"/>
                  </a:lnTo>
                  <a:lnTo>
                    <a:pt x="1424950" y="1441295"/>
                  </a:lnTo>
                  <a:lnTo>
                    <a:pt x="1424937" y="1441288"/>
                  </a:lnTo>
                  <a:lnTo>
                    <a:pt x="1424936" y="1441256"/>
                  </a:lnTo>
                  <a:lnTo>
                    <a:pt x="1424964" y="1441244"/>
                  </a:lnTo>
                  <a:lnTo>
                    <a:pt x="1424972" y="1441221"/>
                  </a:lnTo>
                  <a:lnTo>
                    <a:pt x="1424988" y="1441182"/>
                  </a:lnTo>
                  <a:lnTo>
                    <a:pt x="1424984" y="1441154"/>
                  </a:lnTo>
                  <a:lnTo>
                    <a:pt x="1424939" y="1441141"/>
                  </a:lnTo>
                  <a:lnTo>
                    <a:pt x="1424926" y="1441119"/>
                  </a:lnTo>
                  <a:lnTo>
                    <a:pt x="1424933" y="1441104"/>
                  </a:lnTo>
                  <a:lnTo>
                    <a:pt x="1424936" y="1441069"/>
                  </a:lnTo>
                  <a:lnTo>
                    <a:pt x="1424945" y="1441019"/>
                  </a:lnTo>
                  <a:lnTo>
                    <a:pt x="1424959" y="1440989"/>
                  </a:lnTo>
                  <a:lnTo>
                    <a:pt x="1424964" y="1440970"/>
                  </a:lnTo>
                  <a:lnTo>
                    <a:pt x="1425018" y="1440952"/>
                  </a:lnTo>
                  <a:lnTo>
                    <a:pt x="1425096" y="1440934"/>
                  </a:lnTo>
                  <a:lnTo>
                    <a:pt x="1425129" y="1440926"/>
                  </a:lnTo>
                  <a:lnTo>
                    <a:pt x="1425205" y="1440918"/>
                  </a:lnTo>
                  <a:lnTo>
                    <a:pt x="1425212" y="1440917"/>
                  </a:lnTo>
                  <a:lnTo>
                    <a:pt x="1425295" y="1440925"/>
                  </a:lnTo>
                  <a:lnTo>
                    <a:pt x="1425309" y="1440926"/>
                  </a:lnTo>
                  <a:lnTo>
                    <a:pt x="1425351" y="1440940"/>
                  </a:lnTo>
                  <a:lnTo>
                    <a:pt x="1425384" y="1440952"/>
                  </a:lnTo>
                  <a:lnTo>
                    <a:pt x="1425425" y="1440999"/>
                  </a:lnTo>
                  <a:lnTo>
                    <a:pt x="1425521" y="1441157"/>
                  </a:lnTo>
                  <a:lnTo>
                    <a:pt x="1425560" y="1441221"/>
                  </a:lnTo>
                  <a:lnTo>
                    <a:pt x="1425579" y="1441243"/>
                  </a:lnTo>
                  <a:lnTo>
                    <a:pt x="1425582" y="1441257"/>
                  </a:lnTo>
                  <a:lnTo>
                    <a:pt x="1425567" y="1441318"/>
                  </a:lnTo>
                  <a:lnTo>
                    <a:pt x="1425543" y="1441357"/>
                  </a:lnTo>
                  <a:lnTo>
                    <a:pt x="1425547" y="1441405"/>
                  </a:lnTo>
                  <a:lnTo>
                    <a:pt x="1425549" y="1441421"/>
                  </a:lnTo>
                  <a:lnTo>
                    <a:pt x="1425550" y="1441438"/>
                  </a:lnTo>
                  <a:lnTo>
                    <a:pt x="1425555" y="1441454"/>
                  </a:lnTo>
                  <a:lnTo>
                    <a:pt x="1425574" y="1441492"/>
                  </a:lnTo>
                  <a:lnTo>
                    <a:pt x="1425608" y="1441526"/>
                  </a:lnTo>
                  <a:lnTo>
                    <a:pt x="1425623" y="1441538"/>
                  </a:lnTo>
                  <a:lnTo>
                    <a:pt x="1425652" y="1441581"/>
                  </a:lnTo>
                  <a:lnTo>
                    <a:pt x="1425674" y="1441623"/>
                  </a:lnTo>
                  <a:lnTo>
                    <a:pt x="1425686" y="1441646"/>
                  </a:lnTo>
                  <a:lnTo>
                    <a:pt x="1425689" y="1441651"/>
                  </a:lnTo>
                  <a:lnTo>
                    <a:pt x="1425717" y="1441665"/>
                  </a:lnTo>
                  <a:lnTo>
                    <a:pt x="1425727" y="1441669"/>
                  </a:lnTo>
                  <a:lnTo>
                    <a:pt x="1425762" y="1441722"/>
                  </a:lnTo>
                  <a:lnTo>
                    <a:pt x="1425786" y="1441761"/>
                  </a:lnTo>
                  <a:lnTo>
                    <a:pt x="1425793" y="1441772"/>
                  </a:lnTo>
                  <a:lnTo>
                    <a:pt x="1425816" y="1441795"/>
                  </a:lnTo>
                  <a:lnTo>
                    <a:pt x="1425828" y="1441803"/>
                  </a:lnTo>
                  <a:lnTo>
                    <a:pt x="1425841" y="1441795"/>
                  </a:lnTo>
                  <a:lnTo>
                    <a:pt x="1425864" y="1441785"/>
                  </a:lnTo>
                  <a:lnTo>
                    <a:pt x="1425873" y="1441781"/>
                  </a:lnTo>
                  <a:lnTo>
                    <a:pt x="1425886" y="1441782"/>
                  </a:lnTo>
                  <a:lnTo>
                    <a:pt x="1425897" y="1441801"/>
                  </a:lnTo>
                  <a:lnTo>
                    <a:pt x="1425906" y="1441825"/>
                  </a:lnTo>
                  <a:lnTo>
                    <a:pt x="1425916" y="1441835"/>
                  </a:lnTo>
                  <a:lnTo>
                    <a:pt x="1425927" y="1441834"/>
                  </a:lnTo>
                  <a:lnTo>
                    <a:pt x="1425944" y="1441830"/>
                  </a:lnTo>
                  <a:lnTo>
                    <a:pt x="1425950" y="1441826"/>
                  </a:lnTo>
                  <a:lnTo>
                    <a:pt x="1425990" y="1441802"/>
                  </a:lnTo>
                  <a:lnTo>
                    <a:pt x="1425997" y="1441798"/>
                  </a:lnTo>
                  <a:lnTo>
                    <a:pt x="1426006" y="1441793"/>
                  </a:lnTo>
                  <a:lnTo>
                    <a:pt x="1426019" y="1441786"/>
                  </a:lnTo>
                  <a:lnTo>
                    <a:pt x="1426039" y="1441773"/>
                  </a:lnTo>
                  <a:lnTo>
                    <a:pt x="1426044" y="1441770"/>
                  </a:lnTo>
                  <a:lnTo>
                    <a:pt x="1426070" y="1441755"/>
                  </a:lnTo>
                  <a:lnTo>
                    <a:pt x="1426050" y="1441733"/>
                  </a:lnTo>
                  <a:lnTo>
                    <a:pt x="1426011" y="1441723"/>
                  </a:lnTo>
                  <a:lnTo>
                    <a:pt x="1425982" y="1441712"/>
                  </a:lnTo>
                  <a:lnTo>
                    <a:pt x="1425971" y="1441706"/>
                  </a:lnTo>
                  <a:lnTo>
                    <a:pt x="1425953" y="1441680"/>
                  </a:lnTo>
                  <a:lnTo>
                    <a:pt x="1425922" y="1441637"/>
                  </a:lnTo>
                  <a:lnTo>
                    <a:pt x="1425908" y="1441618"/>
                  </a:lnTo>
                  <a:lnTo>
                    <a:pt x="1425903" y="1441611"/>
                  </a:lnTo>
                  <a:lnTo>
                    <a:pt x="1425886" y="1441634"/>
                  </a:lnTo>
                  <a:lnTo>
                    <a:pt x="1425867" y="1441642"/>
                  </a:lnTo>
                  <a:lnTo>
                    <a:pt x="1425848" y="1441621"/>
                  </a:lnTo>
                  <a:lnTo>
                    <a:pt x="1425826" y="1441598"/>
                  </a:lnTo>
                  <a:lnTo>
                    <a:pt x="1425829" y="1441501"/>
                  </a:lnTo>
                  <a:lnTo>
                    <a:pt x="1425830" y="1441474"/>
                  </a:lnTo>
                  <a:lnTo>
                    <a:pt x="1425831" y="1441446"/>
                  </a:lnTo>
                  <a:lnTo>
                    <a:pt x="1425833" y="1441416"/>
                  </a:lnTo>
                  <a:lnTo>
                    <a:pt x="1425847" y="1441398"/>
                  </a:lnTo>
                  <a:lnTo>
                    <a:pt x="1425886" y="1441354"/>
                  </a:lnTo>
                  <a:lnTo>
                    <a:pt x="1425928" y="1441330"/>
                  </a:lnTo>
                  <a:lnTo>
                    <a:pt x="1425952" y="1441317"/>
                  </a:lnTo>
                  <a:lnTo>
                    <a:pt x="1425991" y="1441295"/>
                  </a:lnTo>
                  <a:lnTo>
                    <a:pt x="1426020" y="1441262"/>
                  </a:lnTo>
                  <a:lnTo>
                    <a:pt x="1426010" y="1441238"/>
                  </a:lnTo>
                  <a:lnTo>
                    <a:pt x="1425967" y="1441137"/>
                  </a:lnTo>
                  <a:lnTo>
                    <a:pt x="1425958" y="1441117"/>
                  </a:lnTo>
                  <a:lnTo>
                    <a:pt x="1425938" y="1441078"/>
                  </a:lnTo>
                  <a:lnTo>
                    <a:pt x="1425919" y="1441042"/>
                  </a:lnTo>
                  <a:lnTo>
                    <a:pt x="1425916" y="1441035"/>
                  </a:lnTo>
                  <a:lnTo>
                    <a:pt x="1425914" y="1441009"/>
                  </a:lnTo>
                  <a:lnTo>
                    <a:pt x="1425909" y="1440961"/>
                  </a:lnTo>
                  <a:lnTo>
                    <a:pt x="1425922" y="1440952"/>
                  </a:lnTo>
                  <a:lnTo>
                    <a:pt x="1425987" y="1440620"/>
                  </a:lnTo>
                  <a:lnTo>
                    <a:pt x="1425991" y="1440609"/>
                  </a:lnTo>
                  <a:lnTo>
                    <a:pt x="1426007" y="1440593"/>
                  </a:lnTo>
                  <a:lnTo>
                    <a:pt x="1426030" y="1440571"/>
                  </a:lnTo>
                  <a:lnTo>
                    <a:pt x="1426064" y="1440537"/>
                  </a:lnTo>
                  <a:lnTo>
                    <a:pt x="1426088" y="1440512"/>
                  </a:lnTo>
                  <a:lnTo>
                    <a:pt x="1426119" y="1440529"/>
                  </a:lnTo>
                  <a:lnTo>
                    <a:pt x="1426160" y="1440548"/>
                  </a:lnTo>
                  <a:lnTo>
                    <a:pt x="1426176" y="1440576"/>
                  </a:lnTo>
                  <a:lnTo>
                    <a:pt x="1426138" y="1440610"/>
                  </a:lnTo>
                  <a:lnTo>
                    <a:pt x="1426168" y="1440649"/>
                  </a:lnTo>
                  <a:lnTo>
                    <a:pt x="1426243" y="1440598"/>
                  </a:lnTo>
                  <a:lnTo>
                    <a:pt x="1426251" y="1440611"/>
                  </a:lnTo>
                  <a:lnTo>
                    <a:pt x="1426272" y="1440658"/>
                  </a:lnTo>
                  <a:lnTo>
                    <a:pt x="1426283" y="1440685"/>
                  </a:lnTo>
                  <a:lnTo>
                    <a:pt x="1426295" y="1440713"/>
                  </a:lnTo>
                  <a:lnTo>
                    <a:pt x="1426312" y="1440751"/>
                  </a:lnTo>
                  <a:lnTo>
                    <a:pt x="1426323" y="1440778"/>
                  </a:lnTo>
                  <a:lnTo>
                    <a:pt x="1426333" y="1440780"/>
                  </a:lnTo>
                  <a:lnTo>
                    <a:pt x="1426360" y="1440764"/>
                  </a:lnTo>
                  <a:lnTo>
                    <a:pt x="1426376" y="1440771"/>
                  </a:lnTo>
                  <a:lnTo>
                    <a:pt x="1426380" y="1440795"/>
                  </a:lnTo>
                  <a:lnTo>
                    <a:pt x="1426389" y="1440813"/>
                  </a:lnTo>
                  <a:lnTo>
                    <a:pt x="1426401" y="1440839"/>
                  </a:lnTo>
                  <a:lnTo>
                    <a:pt x="1426412" y="1440860"/>
                  </a:lnTo>
                  <a:lnTo>
                    <a:pt x="1426422" y="1440881"/>
                  </a:lnTo>
                  <a:lnTo>
                    <a:pt x="1426507" y="1441107"/>
                  </a:lnTo>
                  <a:lnTo>
                    <a:pt x="1426561" y="1441209"/>
                  </a:lnTo>
                  <a:lnTo>
                    <a:pt x="1426585" y="1441267"/>
                  </a:lnTo>
                  <a:lnTo>
                    <a:pt x="1426582" y="1441278"/>
                  </a:lnTo>
                  <a:lnTo>
                    <a:pt x="1426588" y="1441311"/>
                  </a:lnTo>
                  <a:lnTo>
                    <a:pt x="1426647" y="1441467"/>
                  </a:lnTo>
                  <a:lnTo>
                    <a:pt x="1426668" y="1441539"/>
                  </a:lnTo>
                  <a:lnTo>
                    <a:pt x="1426671" y="1441551"/>
                  </a:lnTo>
                  <a:lnTo>
                    <a:pt x="1426756" y="1441798"/>
                  </a:lnTo>
                  <a:lnTo>
                    <a:pt x="1426767" y="1441833"/>
                  </a:lnTo>
                  <a:lnTo>
                    <a:pt x="1426786" y="1441908"/>
                  </a:lnTo>
                  <a:lnTo>
                    <a:pt x="1426839" y="1442050"/>
                  </a:lnTo>
                  <a:lnTo>
                    <a:pt x="1426860" y="1442121"/>
                  </a:lnTo>
                  <a:lnTo>
                    <a:pt x="1426864" y="1442141"/>
                  </a:lnTo>
                  <a:lnTo>
                    <a:pt x="1426877" y="1442196"/>
                  </a:lnTo>
                  <a:lnTo>
                    <a:pt x="1426879" y="1442203"/>
                  </a:lnTo>
                  <a:lnTo>
                    <a:pt x="1426889" y="1442247"/>
                  </a:lnTo>
                  <a:lnTo>
                    <a:pt x="1426897" y="1442277"/>
                  </a:lnTo>
                  <a:lnTo>
                    <a:pt x="1426899" y="1442287"/>
                  </a:lnTo>
                  <a:lnTo>
                    <a:pt x="1426903" y="1442301"/>
                  </a:lnTo>
                  <a:lnTo>
                    <a:pt x="1426911" y="1442334"/>
                  </a:lnTo>
                  <a:lnTo>
                    <a:pt x="1426917" y="1442362"/>
                  </a:lnTo>
                  <a:lnTo>
                    <a:pt x="1426918" y="1442368"/>
                  </a:lnTo>
                  <a:lnTo>
                    <a:pt x="1426919" y="1442374"/>
                  </a:lnTo>
                  <a:lnTo>
                    <a:pt x="1426922" y="1442397"/>
                  </a:lnTo>
                  <a:lnTo>
                    <a:pt x="1426921" y="1442430"/>
                  </a:lnTo>
                  <a:lnTo>
                    <a:pt x="1426920" y="1442459"/>
                  </a:lnTo>
                  <a:lnTo>
                    <a:pt x="1426919" y="1442478"/>
                  </a:lnTo>
                  <a:lnTo>
                    <a:pt x="1426913" y="1442479"/>
                  </a:lnTo>
                  <a:lnTo>
                    <a:pt x="1426903" y="1442481"/>
                  </a:lnTo>
                  <a:lnTo>
                    <a:pt x="1426918" y="1442553"/>
                  </a:lnTo>
                  <a:lnTo>
                    <a:pt x="1427030" y="1442836"/>
                  </a:lnTo>
                  <a:lnTo>
                    <a:pt x="1427052" y="1442855"/>
                  </a:lnTo>
                  <a:lnTo>
                    <a:pt x="1427066" y="1442870"/>
                  </a:lnTo>
                  <a:lnTo>
                    <a:pt x="1427078" y="1442882"/>
                  </a:lnTo>
                  <a:lnTo>
                    <a:pt x="1427117" y="1443072"/>
                  </a:lnTo>
                  <a:lnTo>
                    <a:pt x="1427117" y="1443088"/>
                  </a:lnTo>
                  <a:lnTo>
                    <a:pt x="1427117" y="1443120"/>
                  </a:lnTo>
                  <a:lnTo>
                    <a:pt x="1427117" y="1443156"/>
                  </a:lnTo>
                  <a:lnTo>
                    <a:pt x="1427117" y="1443197"/>
                  </a:lnTo>
                  <a:lnTo>
                    <a:pt x="1427117" y="1443253"/>
                  </a:lnTo>
                  <a:lnTo>
                    <a:pt x="1427117" y="1443260"/>
                  </a:lnTo>
                  <a:lnTo>
                    <a:pt x="1427118" y="1443277"/>
                  </a:lnTo>
                  <a:lnTo>
                    <a:pt x="1427120" y="1443315"/>
                  </a:lnTo>
                  <a:lnTo>
                    <a:pt x="1427121" y="1443328"/>
                  </a:lnTo>
                  <a:lnTo>
                    <a:pt x="1427122" y="1443347"/>
                  </a:lnTo>
                  <a:lnTo>
                    <a:pt x="1427122" y="1443374"/>
                  </a:lnTo>
                  <a:lnTo>
                    <a:pt x="1427122" y="1443382"/>
                  </a:lnTo>
                  <a:lnTo>
                    <a:pt x="1427128" y="1443395"/>
                  </a:lnTo>
                  <a:lnTo>
                    <a:pt x="1427131" y="1443406"/>
                  </a:lnTo>
                  <a:lnTo>
                    <a:pt x="1427187" y="1443889"/>
                  </a:lnTo>
                  <a:lnTo>
                    <a:pt x="1427185" y="1444039"/>
                  </a:lnTo>
                  <a:lnTo>
                    <a:pt x="1427184" y="1444292"/>
                  </a:lnTo>
                  <a:lnTo>
                    <a:pt x="1427184" y="1444312"/>
                  </a:lnTo>
                  <a:lnTo>
                    <a:pt x="1427182" y="1444342"/>
                  </a:lnTo>
                  <a:lnTo>
                    <a:pt x="1427181" y="1444352"/>
                  </a:lnTo>
                  <a:lnTo>
                    <a:pt x="1427178" y="1444398"/>
                  </a:lnTo>
                  <a:lnTo>
                    <a:pt x="1427175" y="1444432"/>
                  </a:lnTo>
                  <a:lnTo>
                    <a:pt x="1427170" y="1444452"/>
                  </a:lnTo>
                  <a:lnTo>
                    <a:pt x="1427154" y="1444521"/>
                  </a:lnTo>
                  <a:lnTo>
                    <a:pt x="1427143" y="1444569"/>
                  </a:lnTo>
                  <a:lnTo>
                    <a:pt x="1427140" y="1444577"/>
                  </a:lnTo>
                  <a:lnTo>
                    <a:pt x="1427123" y="1444629"/>
                  </a:lnTo>
                  <a:lnTo>
                    <a:pt x="1427109" y="1444671"/>
                  </a:lnTo>
                  <a:lnTo>
                    <a:pt x="1427102" y="1444691"/>
                  </a:lnTo>
                  <a:lnTo>
                    <a:pt x="1427065" y="1444719"/>
                  </a:lnTo>
                  <a:lnTo>
                    <a:pt x="1427032" y="1444718"/>
                  </a:lnTo>
                  <a:lnTo>
                    <a:pt x="1427022" y="1444717"/>
                  </a:lnTo>
                  <a:lnTo>
                    <a:pt x="1427016" y="1444712"/>
                  </a:lnTo>
                  <a:lnTo>
                    <a:pt x="1426882" y="1444576"/>
                  </a:lnTo>
                  <a:lnTo>
                    <a:pt x="1426798" y="1444455"/>
                  </a:lnTo>
                  <a:lnTo>
                    <a:pt x="1426782" y="1444458"/>
                  </a:lnTo>
                  <a:lnTo>
                    <a:pt x="1426690" y="1444464"/>
                  </a:lnTo>
                  <a:lnTo>
                    <a:pt x="1426639" y="1444467"/>
                  </a:lnTo>
                  <a:lnTo>
                    <a:pt x="1426625" y="1444467"/>
                  </a:lnTo>
                  <a:lnTo>
                    <a:pt x="1426513" y="1444481"/>
                  </a:lnTo>
                  <a:lnTo>
                    <a:pt x="1426461" y="1444491"/>
                  </a:lnTo>
                  <a:lnTo>
                    <a:pt x="1426424" y="1444499"/>
                  </a:lnTo>
                  <a:lnTo>
                    <a:pt x="1426399" y="1444516"/>
                  </a:lnTo>
                  <a:lnTo>
                    <a:pt x="1426360" y="1444547"/>
                  </a:lnTo>
                  <a:lnTo>
                    <a:pt x="1426340" y="1444555"/>
                  </a:lnTo>
                  <a:lnTo>
                    <a:pt x="1426325" y="1444534"/>
                  </a:lnTo>
                  <a:lnTo>
                    <a:pt x="1426348" y="1444521"/>
                  </a:lnTo>
                  <a:lnTo>
                    <a:pt x="1426369" y="1444505"/>
                  </a:lnTo>
                  <a:lnTo>
                    <a:pt x="1426391" y="1444462"/>
                  </a:lnTo>
                  <a:lnTo>
                    <a:pt x="1426376" y="1444446"/>
                  </a:lnTo>
                  <a:lnTo>
                    <a:pt x="1426331" y="1444477"/>
                  </a:lnTo>
                  <a:lnTo>
                    <a:pt x="1426269" y="1444512"/>
                  </a:lnTo>
                  <a:lnTo>
                    <a:pt x="1426211" y="1444547"/>
                  </a:lnTo>
                  <a:lnTo>
                    <a:pt x="1426194" y="1444555"/>
                  </a:lnTo>
                  <a:lnTo>
                    <a:pt x="1426203" y="1444621"/>
                  </a:lnTo>
                  <a:lnTo>
                    <a:pt x="1426214" y="1444704"/>
                  </a:lnTo>
                  <a:lnTo>
                    <a:pt x="1426213" y="1444709"/>
                  </a:lnTo>
                  <a:lnTo>
                    <a:pt x="1426178" y="1444734"/>
                  </a:lnTo>
                  <a:lnTo>
                    <a:pt x="1426169" y="1444733"/>
                  </a:lnTo>
                  <a:lnTo>
                    <a:pt x="1426162" y="1444696"/>
                  </a:lnTo>
                  <a:lnTo>
                    <a:pt x="1426145" y="1444611"/>
                  </a:lnTo>
                  <a:lnTo>
                    <a:pt x="1426129" y="1444606"/>
                  </a:lnTo>
                  <a:lnTo>
                    <a:pt x="1426118" y="1444603"/>
                  </a:lnTo>
                  <a:lnTo>
                    <a:pt x="1426070" y="1444570"/>
                  </a:lnTo>
                  <a:lnTo>
                    <a:pt x="1426049" y="1444567"/>
                  </a:lnTo>
                  <a:lnTo>
                    <a:pt x="1426049" y="1444589"/>
                  </a:lnTo>
                  <a:lnTo>
                    <a:pt x="1426038" y="1444623"/>
                  </a:lnTo>
                  <a:lnTo>
                    <a:pt x="1426037" y="1444642"/>
                  </a:lnTo>
                  <a:lnTo>
                    <a:pt x="1426035" y="1444674"/>
                  </a:lnTo>
                  <a:lnTo>
                    <a:pt x="1425981" y="1444712"/>
                  </a:lnTo>
                  <a:lnTo>
                    <a:pt x="1425962" y="1444714"/>
                  </a:lnTo>
                  <a:lnTo>
                    <a:pt x="1425938" y="1444716"/>
                  </a:lnTo>
                  <a:lnTo>
                    <a:pt x="1425893" y="1444712"/>
                  </a:lnTo>
                  <a:lnTo>
                    <a:pt x="1425821" y="1444677"/>
                  </a:lnTo>
                  <a:lnTo>
                    <a:pt x="1425767" y="1444650"/>
                  </a:lnTo>
                  <a:lnTo>
                    <a:pt x="1425744" y="1444639"/>
                  </a:lnTo>
                  <a:lnTo>
                    <a:pt x="1425722" y="1444626"/>
                  </a:lnTo>
                  <a:lnTo>
                    <a:pt x="1425668" y="1444568"/>
                  </a:lnTo>
                  <a:lnTo>
                    <a:pt x="1425645" y="1444507"/>
                  </a:lnTo>
                  <a:lnTo>
                    <a:pt x="1425633" y="1444463"/>
                  </a:lnTo>
                  <a:lnTo>
                    <a:pt x="1425632" y="1444432"/>
                  </a:lnTo>
                  <a:lnTo>
                    <a:pt x="1425637" y="1444418"/>
                  </a:lnTo>
                  <a:lnTo>
                    <a:pt x="1425638" y="1444403"/>
                  </a:lnTo>
                  <a:lnTo>
                    <a:pt x="1425632" y="1444383"/>
                  </a:lnTo>
                  <a:lnTo>
                    <a:pt x="1425617" y="1444363"/>
                  </a:lnTo>
                  <a:lnTo>
                    <a:pt x="1425603" y="1444344"/>
                  </a:lnTo>
                  <a:lnTo>
                    <a:pt x="1425598" y="1444343"/>
                  </a:lnTo>
                  <a:lnTo>
                    <a:pt x="1425581" y="1444351"/>
                  </a:lnTo>
                  <a:lnTo>
                    <a:pt x="1425563" y="1444345"/>
                  </a:lnTo>
                  <a:lnTo>
                    <a:pt x="1425557" y="1444335"/>
                  </a:lnTo>
                  <a:lnTo>
                    <a:pt x="1425534" y="1444279"/>
                  </a:lnTo>
                  <a:lnTo>
                    <a:pt x="1425532" y="1444251"/>
                  </a:lnTo>
                  <a:lnTo>
                    <a:pt x="1425530" y="1444222"/>
                  </a:lnTo>
                  <a:lnTo>
                    <a:pt x="1425557" y="1444179"/>
                  </a:lnTo>
                  <a:lnTo>
                    <a:pt x="1425597" y="1444150"/>
                  </a:lnTo>
                  <a:lnTo>
                    <a:pt x="1425619" y="1444104"/>
                  </a:lnTo>
                  <a:lnTo>
                    <a:pt x="1425629" y="1444097"/>
                  </a:lnTo>
                  <a:lnTo>
                    <a:pt x="1425642" y="1444088"/>
                  </a:lnTo>
                  <a:lnTo>
                    <a:pt x="1425654" y="1444079"/>
                  </a:lnTo>
                  <a:lnTo>
                    <a:pt x="1425670" y="1444067"/>
                  </a:lnTo>
                  <a:lnTo>
                    <a:pt x="1425676" y="1444021"/>
                  </a:lnTo>
                  <a:lnTo>
                    <a:pt x="1425668" y="1444011"/>
                  </a:lnTo>
                  <a:lnTo>
                    <a:pt x="1425603" y="1444001"/>
                  </a:lnTo>
                  <a:lnTo>
                    <a:pt x="1425566" y="1444009"/>
                  </a:lnTo>
                  <a:lnTo>
                    <a:pt x="1425545" y="1444025"/>
                  </a:lnTo>
                  <a:lnTo>
                    <a:pt x="1425549" y="1444051"/>
                  </a:lnTo>
                  <a:lnTo>
                    <a:pt x="1425538" y="1444080"/>
                  </a:lnTo>
                  <a:lnTo>
                    <a:pt x="1425533" y="1444093"/>
                  </a:lnTo>
                  <a:lnTo>
                    <a:pt x="1425527" y="1444116"/>
                  </a:lnTo>
                  <a:lnTo>
                    <a:pt x="1425502" y="1444113"/>
                  </a:lnTo>
                  <a:lnTo>
                    <a:pt x="1425502" y="1444093"/>
                  </a:lnTo>
                  <a:lnTo>
                    <a:pt x="1425425" y="1444014"/>
                  </a:lnTo>
                  <a:lnTo>
                    <a:pt x="1425407" y="1443972"/>
                  </a:lnTo>
                  <a:lnTo>
                    <a:pt x="1425395" y="1443925"/>
                  </a:lnTo>
                  <a:lnTo>
                    <a:pt x="1425424" y="1443917"/>
                  </a:lnTo>
                  <a:lnTo>
                    <a:pt x="1425455" y="1443907"/>
                  </a:lnTo>
                  <a:lnTo>
                    <a:pt x="1425449" y="1443886"/>
                  </a:lnTo>
                  <a:lnTo>
                    <a:pt x="1425435" y="1443838"/>
                  </a:lnTo>
                  <a:lnTo>
                    <a:pt x="1425432" y="1443829"/>
                  </a:lnTo>
                  <a:lnTo>
                    <a:pt x="1425415" y="1443775"/>
                  </a:lnTo>
                  <a:lnTo>
                    <a:pt x="1425361" y="1443769"/>
                  </a:lnTo>
                  <a:lnTo>
                    <a:pt x="1425347" y="1443752"/>
                  </a:lnTo>
                  <a:lnTo>
                    <a:pt x="1425349" y="1443712"/>
                  </a:lnTo>
                  <a:lnTo>
                    <a:pt x="1425343" y="1443631"/>
                  </a:lnTo>
                  <a:lnTo>
                    <a:pt x="1425348" y="1443587"/>
                  </a:lnTo>
                  <a:lnTo>
                    <a:pt x="1425372" y="1443528"/>
                  </a:lnTo>
                  <a:lnTo>
                    <a:pt x="1425371" y="1443492"/>
                  </a:lnTo>
                  <a:lnTo>
                    <a:pt x="1425371" y="1443457"/>
                  </a:lnTo>
                  <a:lnTo>
                    <a:pt x="1425382" y="1443307"/>
                  </a:lnTo>
                  <a:lnTo>
                    <a:pt x="1425386" y="1443277"/>
                  </a:lnTo>
                  <a:lnTo>
                    <a:pt x="1425388" y="1443261"/>
                  </a:lnTo>
                  <a:lnTo>
                    <a:pt x="1425396" y="1443200"/>
                  </a:lnTo>
                  <a:lnTo>
                    <a:pt x="1425400" y="1443169"/>
                  </a:lnTo>
                  <a:lnTo>
                    <a:pt x="1425396" y="1443084"/>
                  </a:lnTo>
                  <a:lnTo>
                    <a:pt x="1425393" y="1443060"/>
                  </a:lnTo>
                  <a:lnTo>
                    <a:pt x="1425387" y="1443015"/>
                  </a:lnTo>
                  <a:lnTo>
                    <a:pt x="1425378" y="1442953"/>
                  </a:lnTo>
                  <a:lnTo>
                    <a:pt x="1425375" y="1442947"/>
                  </a:lnTo>
                  <a:lnTo>
                    <a:pt x="1425363" y="1442898"/>
                  </a:lnTo>
                  <a:lnTo>
                    <a:pt x="1425332" y="1442788"/>
                  </a:lnTo>
                  <a:lnTo>
                    <a:pt x="1425319" y="1442756"/>
                  </a:lnTo>
                  <a:lnTo>
                    <a:pt x="1425280" y="1442654"/>
                  </a:lnTo>
                  <a:lnTo>
                    <a:pt x="1425270" y="1442629"/>
                  </a:lnTo>
                  <a:lnTo>
                    <a:pt x="1425231" y="1442534"/>
                  </a:lnTo>
                  <a:lnTo>
                    <a:pt x="1425214" y="1442449"/>
                  </a:lnTo>
                  <a:lnTo>
                    <a:pt x="1425200" y="1442401"/>
                  </a:lnTo>
                  <a:lnTo>
                    <a:pt x="1425173" y="1442394"/>
                  </a:lnTo>
                  <a:lnTo>
                    <a:pt x="1425167" y="1442411"/>
                  </a:lnTo>
                  <a:lnTo>
                    <a:pt x="1425155" y="1442448"/>
                  </a:lnTo>
                  <a:lnTo>
                    <a:pt x="1425138" y="1442525"/>
                  </a:lnTo>
                  <a:lnTo>
                    <a:pt x="1425129" y="1442554"/>
                  </a:lnTo>
                  <a:lnTo>
                    <a:pt x="1425120" y="1442583"/>
                  </a:lnTo>
                  <a:lnTo>
                    <a:pt x="1425071" y="1442582"/>
                  </a:lnTo>
                  <a:lnTo>
                    <a:pt x="1425048" y="1442563"/>
                  </a:lnTo>
                  <a:lnTo>
                    <a:pt x="1425039" y="1442556"/>
                  </a:lnTo>
                  <a:lnTo>
                    <a:pt x="1425024" y="1442542"/>
                  </a:lnTo>
                  <a:lnTo>
                    <a:pt x="1425003" y="1442498"/>
                  </a:lnTo>
                  <a:lnTo>
                    <a:pt x="1424986" y="1442463"/>
                  </a:lnTo>
                  <a:lnTo>
                    <a:pt x="1424964" y="1442419"/>
                  </a:lnTo>
                  <a:lnTo>
                    <a:pt x="1424891" y="1442332"/>
                  </a:lnTo>
                  <a:lnTo>
                    <a:pt x="1424878" y="1442318"/>
                  </a:lnTo>
                  <a:lnTo>
                    <a:pt x="1424814" y="1442256"/>
                  </a:lnTo>
                  <a:lnTo>
                    <a:pt x="1424781" y="1442224"/>
                  </a:lnTo>
                  <a:lnTo>
                    <a:pt x="1424775" y="1442221"/>
                  </a:lnTo>
                  <a:lnTo>
                    <a:pt x="1424640" y="1442317"/>
                  </a:lnTo>
                  <a:lnTo>
                    <a:pt x="1424555" y="1442377"/>
                  </a:lnTo>
                  <a:lnTo>
                    <a:pt x="1424546" y="1442382"/>
                  </a:lnTo>
                  <a:lnTo>
                    <a:pt x="1424537" y="1442388"/>
                  </a:lnTo>
                  <a:lnTo>
                    <a:pt x="1424506" y="1442410"/>
                  </a:lnTo>
                  <a:lnTo>
                    <a:pt x="1424482" y="1442427"/>
                  </a:lnTo>
                  <a:lnTo>
                    <a:pt x="1424460" y="1442443"/>
                  </a:lnTo>
                  <a:lnTo>
                    <a:pt x="1424440" y="1442456"/>
                  </a:lnTo>
                  <a:lnTo>
                    <a:pt x="1424419" y="1442472"/>
                  </a:lnTo>
                  <a:lnTo>
                    <a:pt x="1424401" y="1442484"/>
                  </a:lnTo>
                  <a:lnTo>
                    <a:pt x="1424383" y="1442497"/>
                  </a:lnTo>
                  <a:lnTo>
                    <a:pt x="1424363" y="1442511"/>
                  </a:lnTo>
                  <a:lnTo>
                    <a:pt x="1424359" y="1442513"/>
                  </a:lnTo>
                  <a:lnTo>
                    <a:pt x="1424356" y="1442516"/>
                  </a:lnTo>
                  <a:lnTo>
                    <a:pt x="1424268" y="1442578"/>
                  </a:lnTo>
                  <a:lnTo>
                    <a:pt x="1424262" y="1442582"/>
                  </a:lnTo>
                  <a:lnTo>
                    <a:pt x="1424257" y="1442585"/>
                  </a:lnTo>
                  <a:lnTo>
                    <a:pt x="1424173" y="1442644"/>
                  </a:lnTo>
                  <a:lnTo>
                    <a:pt x="1424168" y="1442648"/>
                  </a:lnTo>
                  <a:lnTo>
                    <a:pt x="1424163" y="1442652"/>
                  </a:lnTo>
                  <a:lnTo>
                    <a:pt x="1424077" y="1442712"/>
                  </a:lnTo>
                  <a:lnTo>
                    <a:pt x="1424066" y="1442720"/>
                  </a:lnTo>
                  <a:lnTo>
                    <a:pt x="1423981" y="1442780"/>
                  </a:lnTo>
                  <a:lnTo>
                    <a:pt x="1423975" y="1442784"/>
                  </a:lnTo>
                  <a:lnTo>
                    <a:pt x="1423969" y="1442789"/>
                  </a:lnTo>
                  <a:lnTo>
                    <a:pt x="1423920" y="1442823"/>
                  </a:lnTo>
                  <a:lnTo>
                    <a:pt x="1423886" y="1442847"/>
                  </a:lnTo>
                  <a:lnTo>
                    <a:pt x="1423882" y="1442849"/>
                  </a:lnTo>
                  <a:lnTo>
                    <a:pt x="1423873" y="1442856"/>
                  </a:lnTo>
                  <a:lnTo>
                    <a:pt x="1423855" y="1442868"/>
                  </a:lnTo>
                  <a:lnTo>
                    <a:pt x="1423848" y="1442874"/>
                  </a:lnTo>
                  <a:lnTo>
                    <a:pt x="1423848" y="1442878"/>
                  </a:lnTo>
                  <a:lnTo>
                    <a:pt x="1423850" y="1442891"/>
                  </a:lnTo>
                  <a:lnTo>
                    <a:pt x="1423857" y="1442923"/>
                  </a:lnTo>
                  <a:lnTo>
                    <a:pt x="1423869" y="1442977"/>
                  </a:lnTo>
                  <a:lnTo>
                    <a:pt x="1423870" y="1442982"/>
                  </a:lnTo>
                  <a:lnTo>
                    <a:pt x="1423879" y="1443067"/>
                  </a:lnTo>
                  <a:lnTo>
                    <a:pt x="1423869" y="1443093"/>
                  </a:lnTo>
                  <a:lnTo>
                    <a:pt x="1423859" y="1443121"/>
                  </a:lnTo>
                  <a:lnTo>
                    <a:pt x="1423834" y="1443142"/>
                  </a:lnTo>
                  <a:lnTo>
                    <a:pt x="1423798" y="1443140"/>
                  </a:lnTo>
                  <a:lnTo>
                    <a:pt x="1423772" y="1443126"/>
                  </a:lnTo>
                  <a:lnTo>
                    <a:pt x="1423758" y="1443136"/>
                  </a:lnTo>
                  <a:lnTo>
                    <a:pt x="1423745" y="1443207"/>
                  </a:lnTo>
                  <a:lnTo>
                    <a:pt x="1423738" y="1443228"/>
                  </a:lnTo>
                  <a:lnTo>
                    <a:pt x="1423708" y="1443334"/>
                  </a:lnTo>
                  <a:lnTo>
                    <a:pt x="1423704" y="1443348"/>
                  </a:lnTo>
                  <a:lnTo>
                    <a:pt x="1423698" y="1443368"/>
                  </a:lnTo>
                  <a:lnTo>
                    <a:pt x="1423692" y="1443460"/>
                  </a:lnTo>
                  <a:lnTo>
                    <a:pt x="1423696" y="1443495"/>
                  </a:lnTo>
                  <a:lnTo>
                    <a:pt x="1423698" y="1443588"/>
                  </a:lnTo>
                  <a:lnTo>
                    <a:pt x="1423696" y="1443641"/>
                  </a:lnTo>
                  <a:lnTo>
                    <a:pt x="1423736" y="1443678"/>
                  </a:lnTo>
                  <a:lnTo>
                    <a:pt x="1423765" y="1443690"/>
                  </a:lnTo>
                  <a:lnTo>
                    <a:pt x="1423802" y="1443682"/>
                  </a:lnTo>
                  <a:lnTo>
                    <a:pt x="1423827" y="1443680"/>
                  </a:lnTo>
                  <a:lnTo>
                    <a:pt x="1423854" y="1443695"/>
                  </a:lnTo>
                  <a:lnTo>
                    <a:pt x="1423876" y="1443733"/>
                  </a:lnTo>
                  <a:lnTo>
                    <a:pt x="1423901" y="1443849"/>
                  </a:lnTo>
                  <a:lnTo>
                    <a:pt x="1423934" y="1444022"/>
                  </a:lnTo>
                  <a:lnTo>
                    <a:pt x="1423939" y="1444037"/>
                  </a:lnTo>
                  <a:lnTo>
                    <a:pt x="1423989" y="1444191"/>
                  </a:lnTo>
                  <a:lnTo>
                    <a:pt x="1424001" y="1444221"/>
                  </a:lnTo>
                  <a:lnTo>
                    <a:pt x="1424017" y="1444264"/>
                  </a:lnTo>
                  <a:lnTo>
                    <a:pt x="1424047" y="1444293"/>
                  </a:lnTo>
                  <a:lnTo>
                    <a:pt x="1424090" y="1444321"/>
                  </a:lnTo>
                  <a:lnTo>
                    <a:pt x="1424111" y="1444327"/>
                  </a:lnTo>
                  <a:lnTo>
                    <a:pt x="1424126" y="1444329"/>
                  </a:lnTo>
                  <a:lnTo>
                    <a:pt x="1424142" y="1444318"/>
                  </a:lnTo>
                  <a:lnTo>
                    <a:pt x="1424146" y="1444315"/>
                  </a:lnTo>
                  <a:lnTo>
                    <a:pt x="1424148" y="1444309"/>
                  </a:lnTo>
                  <a:lnTo>
                    <a:pt x="1424159" y="1444286"/>
                  </a:lnTo>
                  <a:lnTo>
                    <a:pt x="1424160" y="1444280"/>
                  </a:lnTo>
                  <a:lnTo>
                    <a:pt x="1424157" y="1444271"/>
                  </a:lnTo>
                  <a:lnTo>
                    <a:pt x="1424164" y="1444229"/>
                  </a:lnTo>
                  <a:lnTo>
                    <a:pt x="1424181" y="1444216"/>
                  </a:lnTo>
                  <a:lnTo>
                    <a:pt x="1424208" y="1444203"/>
                  </a:lnTo>
                  <a:lnTo>
                    <a:pt x="1424236" y="1444221"/>
                  </a:lnTo>
                  <a:lnTo>
                    <a:pt x="1424266" y="1444240"/>
                  </a:lnTo>
                  <a:lnTo>
                    <a:pt x="1424303" y="1444335"/>
                  </a:lnTo>
                  <a:lnTo>
                    <a:pt x="1424347" y="1444448"/>
                  </a:lnTo>
                  <a:lnTo>
                    <a:pt x="1424353" y="1444472"/>
                  </a:lnTo>
                  <a:lnTo>
                    <a:pt x="1424348" y="1444503"/>
                  </a:lnTo>
                  <a:lnTo>
                    <a:pt x="1424303" y="1444530"/>
                  </a:lnTo>
                  <a:lnTo>
                    <a:pt x="1424283" y="1444535"/>
                  </a:lnTo>
                  <a:lnTo>
                    <a:pt x="1424271" y="1444539"/>
                  </a:lnTo>
                  <a:lnTo>
                    <a:pt x="1424256" y="1444531"/>
                  </a:lnTo>
                  <a:lnTo>
                    <a:pt x="1424215" y="1444562"/>
                  </a:lnTo>
                  <a:lnTo>
                    <a:pt x="1424190" y="1444585"/>
                  </a:lnTo>
                  <a:lnTo>
                    <a:pt x="1424162" y="1444610"/>
                  </a:lnTo>
                  <a:lnTo>
                    <a:pt x="1424145" y="1444646"/>
                  </a:lnTo>
                  <a:lnTo>
                    <a:pt x="1424139" y="1444659"/>
                  </a:lnTo>
                  <a:lnTo>
                    <a:pt x="1424153" y="1444688"/>
                  </a:lnTo>
                  <a:lnTo>
                    <a:pt x="1424170" y="1444706"/>
                  </a:lnTo>
                  <a:lnTo>
                    <a:pt x="1424183" y="1444687"/>
                  </a:lnTo>
                  <a:lnTo>
                    <a:pt x="1424221" y="1444647"/>
                  </a:lnTo>
                  <a:lnTo>
                    <a:pt x="1424276" y="1444619"/>
                  </a:lnTo>
                  <a:lnTo>
                    <a:pt x="1424313" y="1444627"/>
                  </a:lnTo>
                  <a:lnTo>
                    <a:pt x="1424361" y="1444613"/>
                  </a:lnTo>
                  <a:lnTo>
                    <a:pt x="1424388" y="1444593"/>
                  </a:lnTo>
                  <a:lnTo>
                    <a:pt x="1424418" y="1444573"/>
                  </a:lnTo>
                  <a:lnTo>
                    <a:pt x="1424463" y="1444557"/>
                  </a:lnTo>
                  <a:lnTo>
                    <a:pt x="1424468" y="1444547"/>
                  </a:lnTo>
                  <a:lnTo>
                    <a:pt x="1424469" y="1444521"/>
                  </a:lnTo>
                  <a:lnTo>
                    <a:pt x="1424482" y="1444511"/>
                  </a:lnTo>
                  <a:lnTo>
                    <a:pt x="1424528" y="1444494"/>
                  </a:lnTo>
                  <a:lnTo>
                    <a:pt x="1424584" y="1444497"/>
                  </a:lnTo>
                  <a:lnTo>
                    <a:pt x="1424627" y="1444502"/>
                  </a:lnTo>
                  <a:lnTo>
                    <a:pt x="1424664" y="1444525"/>
                  </a:lnTo>
                  <a:lnTo>
                    <a:pt x="1424737" y="1444572"/>
                  </a:lnTo>
                  <a:lnTo>
                    <a:pt x="1425254" y="1445104"/>
                  </a:lnTo>
                  <a:lnTo>
                    <a:pt x="1425302" y="1445162"/>
                  </a:lnTo>
                  <a:lnTo>
                    <a:pt x="1425333" y="1445215"/>
                  </a:lnTo>
                  <a:lnTo>
                    <a:pt x="1425402" y="1445229"/>
                  </a:lnTo>
                  <a:lnTo>
                    <a:pt x="1425533" y="1445321"/>
                  </a:lnTo>
                  <a:lnTo>
                    <a:pt x="1425601" y="1445381"/>
                  </a:lnTo>
                  <a:lnTo>
                    <a:pt x="1425800" y="1445494"/>
                  </a:lnTo>
                  <a:lnTo>
                    <a:pt x="1425927" y="1445358"/>
                  </a:lnTo>
                  <a:lnTo>
                    <a:pt x="1426131" y="1445190"/>
                  </a:lnTo>
                  <a:lnTo>
                    <a:pt x="1426188" y="1445046"/>
                  </a:lnTo>
                  <a:lnTo>
                    <a:pt x="1426239" y="1444920"/>
                  </a:lnTo>
                  <a:lnTo>
                    <a:pt x="1426422" y="1444775"/>
                  </a:lnTo>
                  <a:lnTo>
                    <a:pt x="1426636" y="1444857"/>
                  </a:lnTo>
                  <a:lnTo>
                    <a:pt x="1426649" y="1444875"/>
                  </a:lnTo>
                  <a:lnTo>
                    <a:pt x="1426964" y="1445311"/>
                  </a:lnTo>
                  <a:lnTo>
                    <a:pt x="1427042" y="1445402"/>
                  </a:lnTo>
                  <a:lnTo>
                    <a:pt x="1427073" y="1445429"/>
                  </a:lnTo>
                  <a:lnTo>
                    <a:pt x="1427101" y="1445453"/>
                  </a:lnTo>
                  <a:lnTo>
                    <a:pt x="1427112" y="1445464"/>
                  </a:lnTo>
                  <a:lnTo>
                    <a:pt x="1427121" y="1445471"/>
                  </a:lnTo>
                  <a:lnTo>
                    <a:pt x="1427200" y="1445538"/>
                  </a:lnTo>
                  <a:lnTo>
                    <a:pt x="1427263" y="1445600"/>
                  </a:lnTo>
                  <a:lnTo>
                    <a:pt x="1427298" y="1445657"/>
                  </a:lnTo>
                  <a:lnTo>
                    <a:pt x="1427309" y="1445705"/>
                  </a:lnTo>
                  <a:lnTo>
                    <a:pt x="1427364" y="1445814"/>
                  </a:lnTo>
                  <a:lnTo>
                    <a:pt x="1427420" y="1445906"/>
                  </a:lnTo>
                  <a:lnTo>
                    <a:pt x="1427442" y="1445943"/>
                  </a:lnTo>
                  <a:lnTo>
                    <a:pt x="1427487" y="1446017"/>
                  </a:lnTo>
                  <a:lnTo>
                    <a:pt x="1427620" y="1446250"/>
                  </a:lnTo>
                  <a:lnTo>
                    <a:pt x="1427655" y="1446355"/>
                  </a:lnTo>
                  <a:lnTo>
                    <a:pt x="1427661" y="1446372"/>
                  </a:lnTo>
                  <a:lnTo>
                    <a:pt x="1427752" y="1446631"/>
                  </a:lnTo>
                  <a:lnTo>
                    <a:pt x="1427801" y="1446775"/>
                  </a:lnTo>
                  <a:lnTo>
                    <a:pt x="1427799" y="1446858"/>
                  </a:lnTo>
                  <a:lnTo>
                    <a:pt x="1427792" y="1446870"/>
                  </a:lnTo>
                  <a:lnTo>
                    <a:pt x="1427769" y="1446884"/>
                  </a:lnTo>
                  <a:lnTo>
                    <a:pt x="1427763" y="1446887"/>
                  </a:lnTo>
                  <a:lnTo>
                    <a:pt x="1427753" y="1446891"/>
                  </a:lnTo>
                  <a:lnTo>
                    <a:pt x="1427737" y="1446883"/>
                  </a:lnTo>
                  <a:lnTo>
                    <a:pt x="1427604" y="1446782"/>
                  </a:lnTo>
                  <a:lnTo>
                    <a:pt x="1427600" y="1446779"/>
                  </a:lnTo>
                  <a:lnTo>
                    <a:pt x="1427595" y="1446775"/>
                  </a:lnTo>
                  <a:lnTo>
                    <a:pt x="1427591" y="1446771"/>
                  </a:lnTo>
                  <a:lnTo>
                    <a:pt x="1427583" y="1446769"/>
                  </a:lnTo>
                  <a:lnTo>
                    <a:pt x="1427577" y="1446779"/>
                  </a:lnTo>
                  <a:lnTo>
                    <a:pt x="1427576" y="1446788"/>
                  </a:lnTo>
                  <a:lnTo>
                    <a:pt x="1427595" y="1446808"/>
                  </a:lnTo>
                  <a:lnTo>
                    <a:pt x="1427665" y="1446878"/>
                  </a:lnTo>
                  <a:lnTo>
                    <a:pt x="1427682" y="1446892"/>
                  </a:lnTo>
                  <a:lnTo>
                    <a:pt x="1427687" y="1446896"/>
                  </a:lnTo>
                  <a:lnTo>
                    <a:pt x="1427726" y="1446915"/>
                  </a:lnTo>
                  <a:lnTo>
                    <a:pt x="1427765" y="1446934"/>
                  </a:lnTo>
                  <a:lnTo>
                    <a:pt x="1427801" y="1446932"/>
                  </a:lnTo>
                  <a:lnTo>
                    <a:pt x="1427820" y="1446927"/>
                  </a:lnTo>
                  <a:lnTo>
                    <a:pt x="1427839" y="1446926"/>
                  </a:lnTo>
                  <a:lnTo>
                    <a:pt x="1427844" y="1446917"/>
                  </a:lnTo>
                  <a:lnTo>
                    <a:pt x="1427858" y="1446914"/>
                  </a:lnTo>
                  <a:lnTo>
                    <a:pt x="1427894" y="1446925"/>
                  </a:lnTo>
                  <a:lnTo>
                    <a:pt x="1427907" y="1446929"/>
                  </a:lnTo>
                  <a:lnTo>
                    <a:pt x="1427943" y="1446945"/>
                  </a:lnTo>
                  <a:lnTo>
                    <a:pt x="1427956" y="1446955"/>
                  </a:lnTo>
                  <a:lnTo>
                    <a:pt x="1427992" y="1446981"/>
                  </a:lnTo>
                  <a:lnTo>
                    <a:pt x="1428000" y="1446989"/>
                  </a:lnTo>
                  <a:lnTo>
                    <a:pt x="1428022" y="1447024"/>
                  </a:lnTo>
                  <a:lnTo>
                    <a:pt x="1428057" y="1447083"/>
                  </a:lnTo>
                  <a:lnTo>
                    <a:pt x="1428061" y="1447092"/>
                  </a:lnTo>
                  <a:lnTo>
                    <a:pt x="1428110" y="1447194"/>
                  </a:lnTo>
                  <a:lnTo>
                    <a:pt x="1428122" y="1447219"/>
                  </a:lnTo>
                  <a:lnTo>
                    <a:pt x="1428140" y="1447272"/>
                  </a:lnTo>
                  <a:lnTo>
                    <a:pt x="1428176" y="1447377"/>
                  </a:lnTo>
                  <a:lnTo>
                    <a:pt x="1428204" y="1447461"/>
                  </a:lnTo>
                  <a:lnTo>
                    <a:pt x="1428215" y="1447496"/>
                  </a:lnTo>
                  <a:lnTo>
                    <a:pt x="1428270" y="1447675"/>
                  </a:lnTo>
                  <a:lnTo>
                    <a:pt x="1428304" y="1447783"/>
                  </a:lnTo>
                  <a:lnTo>
                    <a:pt x="1428319" y="1447830"/>
                  </a:lnTo>
                  <a:lnTo>
                    <a:pt x="1428362" y="1447908"/>
                  </a:lnTo>
                  <a:lnTo>
                    <a:pt x="1428402" y="1448024"/>
                  </a:lnTo>
                  <a:lnTo>
                    <a:pt x="1428391" y="1448092"/>
                  </a:lnTo>
                  <a:lnTo>
                    <a:pt x="1428383" y="1448176"/>
                  </a:lnTo>
                  <a:lnTo>
                    <a:pt x="1428382" y="1448192"/>
                  </a:lnTo>
                  <a:lnTo>
                    <a:pt x="1428430" y="1448254"/>
                  </a:lnTo>
                  <a:lnTo>
                    <a:pt x="1428452" y="1448275"/>
                  </a:lnTo>
                  <a:lnTo>
                    <a:pt x="1428479" y="1448271"/>
                  </a:lnTo>
                  <a:lnTo>
                    <a:pt x="1428514" y="1448330"/>
                  </a:lnTo>
                  <a:lnTo>
                    <a:pt x="1428527" y="1448353"/>
                  </a:lnTo>
                  <a:lnTo>
                    <a:pt x="1428551" y="1448394"/>
                  </a:lnTo>
                  <a:lnTo>
                    <a:pt x="1428576" y="1448453"/>
                  </a:lnTo>
                  <a:lnTo>
                    <a:pt x="1428719" y="1448765"/>
                  </a:lnTo>
                  <a:lnTo>
                    <a:pt x="1428748" y="1448814"/>
                  </a:lnTo>
                  <a:lnTo>
                    <a:pt x="1428825" y="1448951"/>
                  </a:lnTo>
                  <a:lnTo>
                    <a:pt x="1428878" y="1449046"/>
                  </a:lnTo>
                  <a:lnTo>
                    <a:pt x="1428898" y="1449104"/>
                  </a:lnTo>
                  <a:lnTo>
                    <a:pt x="1428905" y="1449122"/>
                  </a:lnTo>
                  <a:lnTo>
                    <a:pt x="1428908" y="1449131"/>
                  </a:lnTo>
                  <a:lnTo>
                    <a:pt x="1428917" y="1449156"/>
                  </a:lnTo>
                  <a:lnTo>
                    <a:pt x="1428919" y="1449164"/>
                  </a:lnTo>
                  <a:lnTo>
                    <a:pt x="1428931" y="1449198"/>
                  </a:lnTo>
                  <a:lnTo>
                    <a:pt x="1428941" y="1449228"/>
                  </a:lnTo>
                  <a:lnTo>
                    <a:pt x="1428942" y="1449253"/>
                  </a:lnTo>
                  <a:lnTo>
                    <a:pt x="1428944" y="1449314"/>
                  </a:lnTo>
                  <a:lnTo>
                    <a:pt x="1428946" y="1449334"/>
                  </a:lnTo>
                  <a:lnTo>
                    <a:pt x="1428945" y="1449346"/>
                  </a:lnTo>
                  <a:lnTo>
                    <a:pt x="1428942" y="1449355"/>
                  </a:lnTo>
                  <a:lnTo>
                    <a:pt x="1428929" y="1449452"/>
                  </a:lnTo>
                  <a:lnTo>
                    <a:pt x="1428886" y="1449526"/>
                  </a:lnTo>
                  <a:lnTo>
                    <a:pt x="1428828" y="1449564"/>
                  </a:lnTo>
                  <a:lnTo>
                    <a:pt x="1428822" y="1449568"/>
                  </a:lnTo>
                  <a:lnTo>
                    <a:pt x="1428768" y="1449674"/>
                  </a:lnTo>
                  <a:lnTo>
                    <a:pt x="1428753" y="1449708"/>
                  </a:lnTo>
                  <a:lnTo>
                    <a:pt x="1428730" y="1449763"/>
                  </a:lnTo>
                  <a:lnTo>
                    <a:pt x="1428717" y="1449801"/>
                  </a:lnTo>
                  <a:lnTo>
                    <a:pt x="1428714" y="1449810"/>
                  </a:lnTo>
                  <a:lnTo>
                    <a:pt x="1428691" y="1449878"/>
                  </a:lnTo>
                  <a:lnTo>
                    <a:pt x="1428686" y="1449893"/>
                  </a:lnTo>
                  <a:lnTo>
                    <a:pt x="1428676" y="1449922"/>
                  </a:lnTo>
                  <a:lnTo>
                    <a:pt x="1428668" y="1449947"/>
                  </a:lnTo>
                  <a:lnTo>
                    <a:pt x="1428609" y="1450228"/>
                  </a:lnTo>
                  <a:lnTo>
                    <a:pt x="1428573" y="1450423"/>
                  </a:lnTo>
                  <a:lnTo>
                    <a:pt x="1428564" y="1450472"/>
                  </a:lnTo>
                  <a:lnTo>
                    <a:pt x="1428556" y="1450494"/>
                  </a:lnTo>
                  <a:lnTo>
                    <a:pt x="1428529" y="1450571"/>
                  </a:lnTo>
                  <a:lnTo>
                    <a:pt x="1428509" y="1450628"/>
                  </a:lnTo>
                  <a:lnTo>
                    <a:pt x="1428495" y="1450746"/>
                  </a:lnTo>
                  <a:lnTo>
                    <a:pt x="1428493" y="1450761"/>
                  </a:lnTo>
                  <a:lnTo>
                    <a:pt x="1428467" y="1450969"/>
                  </a:lnTo>
                  <a:lnTo>
                    <a:pt x="1428461" y="1451019"/>
                  </a:lnTo>
                  <a:lnTo>
                    <a:pt x="1428417" y="1451410"/>
                  </a:lnTo>
                  <a:lnTo>
                    <a:pt x="1428390" y="1451457"/>
                  </a:lnTo>
                  <a:lnTo>
                    <a:pt x="1428347" y="1451475"/>
                  </a:lnTo>
                  <a:lnTo>
                    <a:pt x="1428272" y="1451463"/>
                  </a:lnTo>
                  <a:lnTo>
                    <a:pt x="1428257" y="1451460"/>
                  </a:lnTo>
                  <a:lnTo>
                    <a:pt x="1428196" y="1451454"/>
                  </a:lnTo>
                  <a:lnTo>
                    <a:pt x="1428182" y="1451454"/>
                  </a:lnTo>
                  <a:lnTo>
                    <a:pt x="1428171" y="1451455"/>
                  </a:lnTo>
                  <a:lnTo>
                    <a:pt x="1428155" y="1451459"/>
                  </a:lnTo>
                  <a:lnTo>
                    <a:pt x="1428129" y="1451471"/>
                  </a:lnTo>
                  <a:lnTo>
                    <a:pt x="1428106" y="1451483"/>
                  </a:lnTo>
                  <a:lnTo>
                    <a:pt x="1428089" y="1451492"/>
                  </a:lnTo>
                  <a:lnTo>
                    <a:pt x="1428079" y="1451498"/>
                  </a:lnTo>
                  <a:lnTo>
                    <a:pt x="1428054" y="1451518"/>
                  </a:lnTo>
                  <a:lnTo>
                    <a:pt x="1428044" y="1451527"/>
                  </a:lnTo>
                  <a:lnTo>
                    <a:pt x="1428038" y="1451533"/>
                  </a:lnTo>
                  <a:lnTo>
                    <a:pt x="1428006" y="1451567"/>
                  </a:lnTo>
                  <a:lnTo>
                    <a:pt x="1427979" y="1451597"/>
                  </a:lnTo>
                  <a:lnTo>
                    <a:pt x="1427929" y="1451652"/>
                  </a:lnTo>
                  <a:lnTo>
                    <a:pt x="1427877" y="1451719"/>
                  </a:lnTo>
                  <a:lnTo>
                    <a:pt x="1427857" y="1451745"/>
                  </a:lnTo>
                  <a:lnTo>
                    <a:pt x="1427827" y="1451783"/>
                  </a:lnTo>
                  <a:lnTo>
                    <a:pt x="1427805" y="1451819"/>
                  </a:lnTo>
                  <a:lnTo>
                    <a:pt x="1427797" y="1451831"/>
                  </a:lnTo>
                  <a:lnTo>
                    <a:pt x="1427754" y="1451896"/>
                  </a:lnTo>
                  <a:lnTo>
                    <a:pt x="1427729" y="1451933"/>
                  </a:lnTo>
                  <a:lnTo>
                    <a:pt x="1427704" y="1451967"/>
                  </a:lnTo>
                  <a:lnTo>
                    <a:pt x="1427672" y="1452006"/>
                  </a:lnTo>
                  <a:lnTo>
                    <a:pt x="1427667" y="1452012"/>
                  </a:lnTo>
                  <a:lnTo>
                    <a:pt x="1427638" y="1452045"/>
                  </a:lnTo>
                  <a:lnTo>
                    <a:pt x="1427620" y="1452066"/>
                  </a:lnTo>
                  <a:lnTo>
                    <a:pt x="1427608" y="1452080"/>
                  </a:lnTo>
                  <a:lnTo>
                    <a:pt x="1427579" y="1452107"/>
                  </a:lnTo>
                  <a:lnTo>
                    <a:pt x="1427570" y="1452116"/>
                  </a:lnTo>
                  <a:lnTo>
                    <a:pt x="1427552" y="1452133"/>
                  </a:lnTo>
                  <a:lnTo>
                    <a:pt x="1427545" y="1452139"/>
                  </a:lnTo>
                  <a:lnTo>
                    <a:pt x="1427479" y="1452174"/>
                  </a:lnTo>
                  <a:lnTo>
                    <a:pt x="1427452" y="1452190"/>
                  </a:lnTo>
                  <a:lnTo>
                    <a:pt x="1427361" y="1452242"/>
                  </a:lnTo>
                  <a:lnTo>
                    <a:pt x="1427354" y="1452247"/>
                  </a:lnTo>
                  <a:lnTo>
                    <a:pt x="1427320" y="1452285"/>
                  </a:lnTo>
                  <a:lnTo>
                    <a:pt x="1427308" y="1452294"/>
                  </a:lnTo>
                  <a:lnTo>
                    <a:pt x="1427295" y="1452299"/>
                  </a:lnTo>
                  <a:lnTo>
                    <a:pt x="1427290" y="1452302"/>
                  </a:lnTo>
                  <a:lnTo>
                    <a:pt x="1427283" y="1452305"/>
                  </a:lnTo>
                  <a:lnTo>
                    <a:pt x="1427245" y="1452346"/>
                  </a:lnTo>
                  <a:lnTo>
                    <a:pt x="1427154" y="1452435"/>
                  </a:lnTo>
                  <a:lnTo>
                    <a:pt x="1427138" y="1452452"/>
                  </a:lnTo>
                  <a:lnTo>
                    <a:pt x="1426933" y="1452689"/>
                  </a:lnTo>
                  <a:lnTo>
                    <a:pt x="1426803" y="1452917"/>
                  </a:lnTo>
                  <a:lnTo>
                    <a:pt x="1426726" y="1453052"/>
                  </a:lnTo>
                  <a:lnTo>
                    <a:pt x="1426690" y="1453131"/>
                  </a:lnTo>
                  <a:lnTo>
                    <a:pt x="1426678" y="1453158"/>
                  </a:lnTo>
                  <a:lnTo>
                    <a:pt x="1426658" y="1453203"/>
                  </a:lnTo>
                  <a:lnTo>
                    <a:pt x="1426632" y="1453262"/>
                  </a:lnTo>
                  <a:lnTo>
                    <a:pt x="1426616" y="1453297"/>
                  </a:lnTo>
                  <a:lnTo>
                    <a:pt x="1426608" y="1453318"/>
                  </a:lnTo>
                  <a:lnTo>
                    <a:pt x="1426587" y="1453373"/>
                  </a:lnTo>
                  <a:lnTo>
                    <a:pt x="1426557" y="1453454"/>
                  </a:lnTo>
                  <a:lnTo>
                    <a:pt x="1426556" y="1453459"/>
                  </a:lnTo>
                  <a:lnTo>
                    <a:pt x="1426552" y="1453475"/>
                  </a:lnTo>
                  <a:lnTo>
                    <a:pt x="1426545" y="1453506"/>
                  </a:lnTo>
                  <a:lnTo>
                    <a:pt x="1426536" y="1453543"/>
                  </a:lnTo>
                  <a:lnTo>
                    <a:pt x="1426525" y="1453587"/>
                  </a:lnTo>
                  <a:lnTo>
                    <a:pt x="1426492" y="1453724"/>
                  </a:lnTo>
                  <a:lnTo>
                    <a:pt x="1426469" y="1453882"/>
                  </a:lnTo>
                  <a:lnTo>
                    <a:pt x="1426453" y="1453994"/>
                  </a:lnTo>
                  <a:lnTo>
                    <a:pt x="1426478" y="1454091"/>
                  </a:lnTo>
                  <a:lnTo>
                    <a:pt x="1426480" y="1454096"/>
                  </a:lnTo>
                  <a:lnTo>
                    <a:pt x="1426486" y="1454115"/>
                  </a:lnTo>
                  <a:lnTo>
                    <a:pt x="1426494" y="1454138"/>
                  </a:lnTo>
                  <a:lnTo>
                    <a:pt x="1426508" y="1454182"/>
                  </a:lnTo>
                  <a:lnTo>
                    <a:pt x="1426506" y="1454227"/>
                  </a:lnTo>
                  <a:lnTo>
                    <a:pt x="1426501" y="1454235"/>
                  </a:lnTo>
                  <a:lnTo>
                    <a:pt x="1426455" y="1454234"/>
                  </a:lnTo>
                  <a:lnTo>
                    <a:pt x="1426425" y="1454216"/>
                  </a:lnTo>
                  <a:lnTo>
                    <a:pt x="1426354" y="1454157"/>
                  </a:lnTo>
                  <a:lnTo>
                    <a:pt x="1426335" y="1454170"/>
                  </a:lnTo>
                  <a:lnTo>
                    <a:pt x="1426245" y="1454231"/>
                  </a:lnTo>
                  <a:lnTo>
                    <a:pt x="1426133" y="1454330"/>
                  </a:lnTo>
                  <a:lnTo>
                    <a:pt x="1426115" y="1454346"/>
                  </a:lnTo>
                  <a:lnTo>
                    <a:pt x="1425990" y="1454502"/>
                  </a:lnTo>
                  <a:lnTo>
                    <a:pt x="1425913" y="1454599"/>
                  </a:lnTo>
                  <a:lnTo>
                    <a:pt x="1425839" y="1454740"/>
                  </a:lnTo>
                  <a:lnTo>
                    <a:pt x="1425809" y="1454797"/>
                  </a:lnTo>
                  <a:lnTo>
                    <a:pt x="1425779" y="1454854"/>
                  </a:lnTo>
                  <a:lnTo>
                    <a:pt x="1425768" y="1454887"/>
                  </a:lnTo>
                  <a:lnTo>
                    <a:pt x="1425765" y="1454895"/>
                  </a:lnTo>
                  <a:lnTo>
                    <a:pt x="1425760" y="1454922"/>
                  </a:lnTo>
                  <a:lnTo>
                    <a:pt x="1425738" y="1454953"/>
                  </a:lnTo>
                  <a:lnTo>
                    <a:pt x="1425733" y="1454961"/>
                  </a:lnTo>
                  <a:lnTo>
                    <a:pt x="1425629" y="1455037"/>
                  </a:lnTo>
                  <a:lnTo>
                    <a:pt x="1425609" y="1455048"/>
                  </a:lnTo>
                  <a:lnTo>
                    <a:pt x="1425604" y="1455051"/>
                  </a:lnTo>
                  <a:lnTo>
                    <a:pt x="1425598" y="1455049"/>
                  </a:lnTo>
                  <a:lnTo>
                    <a:pt x="1425585" y="1455046"/>
                  </a:lnTo>
                  <a:lnTo>
                    <a:pt x="1425564" y="1455054"/>
                  </a:lnTo>
                  <a:lnTo>
                    <a:pt x="1425549" y="1455081"/>
                  </a:lnTo>
                  <a:lnTo>
                    <a:pt x="1425531" y="1455114"/>
                  </a:lnTo>
                  <a:lnTo>
                    <a:pt x="1425516" y="1455162"/>
                  </a:lnTo>
                  <a:lnTo>
                    <a:pt x="1425506" y="1455190"/>
                  </a:lnTo>
                  <a:lnTo>
                    <a:pt x="1425495" y="1455251"/>
                  </a:lnTo>
                  <a:lnTo>
                    <a:pt x="1425479" y="1455309"/>
                  </a:lnTo>
                  <a:lnTo>
                    <a:pt x="1425456" y="1455392"/>
                  </a:lnTo>
                  <a:lnTo>
                    <a:pt x="1425414" y="1455539"/>
                  </a:lnTo>
                  <a:lnTo>
                    <a:pt x="1425397" y="1455592"/>
                  </a:lnTo>
                  <a:lnTo>
                    <a:pt x="1425371" y="1455649"/>
                  </a:lnTo>
                  <a:lnTo>
                    <a:pt x="1425313" y="1455722"/>
                  </a:lnTo>
                  <a:lnTo>
                    <a:pt x="1425305" y="1455731"/>
                  </a:lnTo>
                  <a:lnTo>
                    <a:pt x="1425214" y="1455799"/>
                  </a:lnTo>
                  <a:lnTo>
                    <a:pt x="1425050" y="1455919"/>
                  </a:lnTo>
                  <a:lnTo>
                    <a:pt x="1424982" y="1455969"/>
                  </a:lnTo>
                  <a:lnTo>
                    <a:pt x="1424930" y="1456008"/>
                  </a:lnTo>
                  <a:lnTo>
                    <a:pt x="1424907" y="1456024"/>
                  </a:lnTo>
                  <a:lnTo>
                    <a:pt x="1424803" y="1456101"/>
                  </a:lnTo>
                  <a:lnTo>
                    <a:pt x="1424686" y="1456140"/>
                  </a:lnTo>
                  <a:lnTo>
                    <a:pt x="1424675" y="1456138"/>
                  </a:lnTo>
                  <a:lnTo>
                    <a:pt x="1424670" y="1456138"/>
                  </a:lnTo>
                  <a:lnTo>
                    <a:pt x="1424659" y="1456141"/>
                  </a:lnTo>
                  <a:lnTo>
                    <a:pt x="1424646" y="1456146"/>
                  </a:lnTo>
                  <a:lnTo>
                    <a:pt x="1424574" y="1456180"/>
                  </a:lnTo>
                  <a:lnTo>
                    <a:pt x="1424560" y="1456188"/>
                  </a:lnTo>
                  <a:lnTo>
                    <a:pt x="1424486" y="1456250"/>
                  </a:lnTo>
                  <a:lnTo>
                    <a:pt x="1424481" y="1456254"/>
                  </a:lnTo>
                  <a:lnTo>
                    <a:pt x="1424470" y="1456265"/>
                  </a:lnTo>
                  <a:lnTo>
                    <a:pt x="1424458" y="1456276"/>
                  </a:lnTo>
                  <a:lnTo>
                    <a:pt x="1424448" y="1456287"/>
                  </a:lnTo>
                  <a:lnTo>
                    <a:pt x="1424432" y="1456303"/>
                  </a:lnTo>
                  <a:lnTo>
                    <a:pt x="1424428" y="1456308"/>
                  </a:lnTo>
                  <a:lnTo>
                    <a:pt x="1424414" y="1456323"/>
                  </a:lnTo>
                  <a:lnTo>
                    <a:pt x="1424407" y="1456334"/>
                  </a:lnTo>
                  <a:lnTo>
                    <a:pt x="1424392" y="1456352"/>
                  </a:lnTo>
                  <a:lnTo>
                    <a:pt x="1424390" y="1456357"/>
                  </a:lnTo>
                  <a:lnTo>
                    <a:pt x="1424385" y="1456364"/>
                  </a:lnTo>
                  <a:lnTo>
                    <a:pt x="1424379" y="1456374"/>
                  </a:lnTo>
                  <a:lnTo>
                    <a:pt x="1424372" y="1456381"/>
                  </a:lnTo>
                  <a:lnTo>
                    <a:pt x="1424359" y="1456396"/>
                  </a:lnTo>
                  <a:lnTo>
                    <a:pt x="1424339" y="1456421"/>
                  </a:lnTo>
                  <a:lnTo>
                    <a:pt x="1424331" y="1456435"/>
                  </a:lnTo>
                  <a:lnTo>
                    <a:pt x="1424322" y="1456450"/>
                  </a:lnTo>
                  <a:lnTo>
                    <a:pt x="1424311" y="1456467"/>
                  </a:lnTo>
                  <a:lnTo>
                    <a:pt x="1424301" y="1456481"/>
                  </a:lnTo>
                  <a:lnTo>
                    <a:pt x="1424282" y="1456507"/>
                  </a:lnTo>
                  <a:lnTo>
                    <a:pt x="1424206" y="1456610"/>
                  </a:lnTo>
                  <a:lnTo>
                    <a:pt x="1424097" y="1456757"/>
                  </a:lnTo>
                  <a:lnTo>
                    <a:pt x="1423842" y="1456793"/>
                  </a:lnTo>
                  <a:lnTo>
                    <a:pt x="1423524" y="1456707"/>
                  </a:lnTo>
                  <a:lnTo>
                    <a:pt x="1423167" y="1456611"/>
                  </a:lnTo>
                  <a:lnTo>
                    <a:pt x="1423136" y="1456602"/>
                  </a:lnTo>
                  <a:lnTo>
                    <a:pt x="1423064" y="1456598"/>
                  </a:lnTo>
                  <a:lnTo>
                    <a:pt x="1423055" y="1456595"/>
                  </a:lnTo>
                  <a:lnTo>
                    <a:pt x="1423047" y="1456595"/>
                  </a:lnTo>
                  <a:lnTo>
                    <a:pt x="1423041" y="1456594"/>
                  </a:lnTo>
                  <a:lnTo>
                    <a:pt x="1423032" y="1456594"/>
                  </a:lnTo>
                  <a:lnTo>
                    <a:pt x="1423023" y="1456593"/>
                  </a:lnTo>
                  <a:lnTo>
                    <a:pt x="1423016" y="1456593"/>
                  </a:lnTo>
                  <a:lnTo>
                    <a:pt x="1423005" y="1456594"/>
                  </a:lnTo>
                  <a:lnTo>
                    <a:pt x="1422990" y="1456596"/>
                  </a:lnTo>
                  <a:lnTo>
                    <a:pt x="1422981" y="1456597"/>
                  </a:lnTo>
                  <a:lnTo>
                    <a:pt x="1422973" y="1456598"/>
                  </a:lnTo>
                  <a:lnTo>
                    <a:pt x="1422969" y="1456599"/>
                  </a:lnTo>
                  <a:lnTo>
                    <a:pt x="1422950" y="1456603"/>
                  </a:lnTo>
                  <a:lnTo>
                    <a:pt x="1422943" y="1456605"/>
                  </a:lnTo>
                  <a:lnTo>
                    <a:pt x="1422928" y="1456608"/>
                  </a:lnTo>
                  <a:lnTo>
                    <a:pt x="1422906" y="1456612"/>
                  </a:lnTo>
                  <a:lnTo>
                    <a:pt x="1422887" y="1456618"/>
                  </a:lnTo>
                  <a:lnTo>
                    <a:pt x="1422877" y="1456623"/>
                  </a:lnTo>
                  <a:lnTo>
                    <a:pt x="1422871" y="1456627"/>
                  </a:lnTo>
                  <a:lnTo>
                    <a:pt x="1422855" y="1456636"/>
                  </a:lnTo>
                  <a:lnTo>
                    <a:pt x="1422829" y="1456662"/>
                  </a:lnTo>
                  <a:lnTo>
                    <a:pt x="1422708" y="1456785"/>
                  </a:lnTo>
                  <a:lnTo>
                    <a:pt x="1422617" y="1456949"/>
                  </a:lnTo>
                  <a:lnTo>
                    <a:pt x="1422599" y="1456971"/>
                  </a:lnTo>
                  <a:lnTo>
                    <a:pt x="1422590" y="1456980"/>
                  </a:lnTo>
                  <a:lnTo>
                    <a:pt x="1422583" y="1456989"/>
                  </a:lnTo>
                  <a:lnTo>
                    <a:pt x="1422575" y="1456996"/>
                  </a:lnTo>
                  <a:lnTo>
                    <a:pt x="1422557" y="1457006"/>
                  </a:lnTo>
                  <a:lnTo>
                    <a:pt x="1422538" y="1457016"/>
                  </a:lnTo>
                  <a:lnTo>
                    <a:pt x="1422520" y="1457023"/>
                  </a:lnTo>
                  <a:lnTo>
                    <a:pt x="1422506" y="1457025"/>
                  </a:lnTo>
                  <a:lnTo>
                    <a:pt x="1422498" y="1457025"/>
                  </a:lnTo>
                  <a:lnTo>
                    <a:pt x="1422490" y="1457025"/>
                  </a:lnTo>
                  <a:lnTo>
                    <a:pt x="1422472" y="1457025"/>
                  </a:lnTo>
                  <a:lnTo>
                    <a:pt x="1422464" y="1457024"/>
                  </a:lnTo>
                  <a:lnTo>
                    <a:pt x="1422452" y="1457023"/>
                  </a:lnTo>
                  <a:lnTo>
                    <a:pt x="1422444" y="1457021"/>
                  </a:lnTo>
                  <a:lnTo>
                    <a:pt x="1422434" y="1457016"/>
                  </a:lnTo>
                  <a:lnTo>
                    <a:pt x="1422429" y="1456995"/>
                  </a:lnTo>
                  <a:lnTo>
                    <a:pt x="1422433" y="1456976"/>
                  </a:lnTo>
                  <a:lnTo>
                    <a:pt x="1422422" y="1456960"/>
                  </a:lnTo>
                  <a:lnTo>
                    <a:pt x="1422406" y="1456961"/>
                  </a:lnTo>
                  <a:lnTo>
                    <a:pt x="1422391" y="1456972"/>
                  </a:lnTo>
                  <a:lnTo>
                    <a:pt x="1422358" y="1456995"/>
                  </a:lnTo>
                  <a:lnTo>
                    <a:pt x="1422349" y="1457003"/>
                  </a:lnTo>
                  <a:lnTo>
                    <a:pt x="1422314" y="1457035"/>
                  </a:lnTo>
                  <a:lnTo>
                    <a:pt x="1422306" y="1457044"/>
                  </a:lnTo>
                  <a:lnTo>
                    <a:pt x="1422304" y="1457047"/>
                  </a:lnTo>
                  <a:lnTo>
                    <a:pt x="1422298" y="1457055"/>
                  </a:lnTo>
                  <a:lnTo>
                    <a:pt x="1422268" y="1457095"/>
                  </a:lnTo>
                  <a:lnTo>
                    <a:pt x="1422110" y="1457313"/>
                  </a:lnTo>
                  <a:lnTo>
                    <a:pt x="1422100" y="1457336"/>
                  </a:lnTo>
                  <a:lnTo>
                    <a:pt x="1422082" y="1457378"/>
                  </a:lnTo>
                  <a:lnTo>
                    <a:pt x="1422072" y="1457399"/>
                  </a:lnTo>
                  <a:lnTo>
                    <a:pt x="1422067" y="1457413"/>
                  </a:lnTo>
                  <a:lnTo>
                    <a:pt x="1422060" y="1457430"/>
                  </a:lnTo>
                  <a:lnTo>
                    <a:pt x="1422061" y="1457481"/>
                  </a:lnTo>
                  <a:lnTo>
                    <a:pt x="1422072" y="1457536"/>
                  </a:lnTo>
                  <a:lnTo>
                    <a:pt x="1422074" y="1457544"/>
                  </a:lnTo>
                  <a:lnTo>
                    <a:pt x="1422072" y="1457576"/>
                  </a:lnTo>
                  <a:lnTo>
                    <a:pt x="1422068" y="1457588"/>
                  </a:lnTo>
                  <a:lnTo>
                    <a:pt x="1422056" y="1457598"/>
                  </a:lnTo>
                  <a:lnTo>
                    <a:pt x="1422052" y="1457602"/>
                  </a:lnTo>
                  <a:lnTo>
                    <a:pt x="1422046" y="1457607"/>
                  </a:lnTo>
                  <a:lnTo>
                    <a:pt x="1422039" y="1457613"/>
                  </a:lnTo>
                  <a:lnTo>
                    <a:pt x="1421983" y="1457637"/>
                  </a:lnTo>
                  <a:lnTo>
                    <a:pt x="1421735" y="1457684"/>
                  </a:lnTo>
                  <a:lnTo>
                    <a:pt x="1421586" y="1457706"/>
                  </a:lnTo>
                  <a:lnTo>
                    <a:pt x="1421228" y="1458348"/>
                  </a:lnTo>
                  <a:lnTo>
                    <a:pt x="1421035" y="1458439"/>
                  </a:lnTo>
                  <a:lnTo>
                    <a:pt x="1420671" y="1458611"/>
                  </a:lnTo>
                  <a:lnTo>
                    <a:pt x="1420346" y="1458764"/>
                  </a:lnTo>
                  <a:lnTo>
                    <a:pt x="1419963" y="1458727"/>
                  </a:lnTo>
                  <a:lnTo>
                    <a:pt x="1419964" y="1458720"/>
                  </a:lnTo>
                  <a:lnTo>
                    <a:pt x="1419966" y="1458710"/>
                  </a:lnTo>
                  <a:lnTo>
                    <a:pt x="1419966" y="1458689"/>
                  </a:lnTo>
                  <a:lnTo>
                    <a:pt x="1419963" y="1458676"/>
                  </a:lnTo>
                  <a:lnTo>
                    <a:pt x="1419956" y="1458637"/>
                  </a:lnTo>
                  <a:lnTo>
                    <a:pt x="1419911" y="1458593"/>
                  </a:lnTo>
                  <a:lnTo>
                    <a:pt x="1419781" y="1458559"/>
                  </a:lnTo>
                  <a:lnTo>
                    <a:pt x="1419711" y="1458565"/>
                  </a:lnTo>
                  <a:lnTo>
                    <a:pt x="1419667" y="1458573"/>
                  </a:lnTo>
                  <a:lnTo>
                    <a:pt x="1419644" y="1458579"/>
                  </a:lnTo>
                  <a:lnTo>
                    <a:pt x="1419637" y="1458581"/>
                  </a:lnTo>
                  <a:lnTo>
                    <a:pt x="1419595" y="1458629"/>
                  </a:lnTo>
                  <a:lnTo>
                    <a:pt x="1419535" y="1458699"/>
                  </a:lnTo>
                  <a:lnTo>
                    <a:pt x="1419396" y="1458875"/>
                  </a:lnTo>
                  <a:lnTo>
                    <a:pt x="1419387" y="1458892"/>
                  </a:lnTo>
                  <a:lnTo>
                    <a:pt x="1419340" y="1458973"/>
                  </a:lnTo>
                  <a:lnTo>
                    <a:pt x="1419307" y="1459060"/>
                  </a:lnTo>
                  <a:lnTo>
                    <a:pt x="1419307" y="1459077"/>
                  </a:lnTo>
                  <a:lnTo>
                    <a:pt x="1419320" y="1459114"/>
                  </a:lnTo>
                  <a:lnTo>
                    <a:pt x="1419333" y="1459131"/>
                  </a:lnTo>
                  <a:lnTo>
                    <a:pt x="1419340" y="1459141"/>
                  </a:lnTo>
                  <a:lnTo>
                    <a:pt x="1419356" y="1459149"/>
                  </a:lnTo>
                  <a:lnTo>
                    <a:pt x="1419362" y="1459179"/>
                  </a:lnTo>
                  <a:lnTo>
                    <a:pt x="1419369" y="1459288"/>
                  </a:lnTo>
                  <a:lnTo>
                    <a:pt x="1419377" y="1459444"/>
                  </a:lnTo>
                  <a:lnTo>
                    <a:pt x="1419377" y="1459450"/>
                  </a:lnTo>
                  <a:lnTo>
                    <a:pt x="1419375" y="1459489"/>
                  </a:lnTo>
                  <a:lnTo>
                    <a:pt x="1419356" y="1459498"/>
                  </a:lnTo>
                  <a:lnTo>
                    <a:pt x="1419327" y="1459489"/>
                  </a:lnTo>
                  <a:lnTo>
                    <a:pt x="1419308" y="1459483"/>
                  </a:lnTo>
                  <a:lnTo>
                    <a:pt x="1419277" y="1459470"/>
                  </a:lnTo>
                  <a:lnTo>
                    <a:pt x="1419263" y="1459448"/>
                  </a:lnTo>
                  <a:lnTo>
                    <a:pt x="1419238" y="1459356"/>
                  </a:lnTo>
                  <a:lnTo>
                    <a:pt x="1419213" y="1459258"/>
                  </a:lnTo>
                  <a:lnTo>
                    <a:pt x="1419207" y="1459237"/>
                  </a:lnTo>
                  <a:lnTo>
                    <a:pt x="1419183" y="1459184"/>
                  </a:lnTo>
                  <a:lnTo>
                    <a:pt x="1419174" y="1459067"/>
                  </a:lnTo>
                  <a:lnTo>
                    <a:pt x="1419171" y="1459055"/>
                  </a:lnTo>
                  <a:lnTo>
                    <a:pt x="1419150" y="1459037"/>
                  </a:lnTo>
                  <a:lnTo>
                    <a:pt x="1419101" y="1459004"/>
                  </a:lnTo>
                  <a:lnTo>
                    <a:pt x="1419052" y="1458974"/>
                  </a:lnTo>
                  <a:lnTo>
                    <a:pt x="1419038" y="1458935"/>
                  </a:lnTo>
                  <a:lnTo>
                    <a:pt x="1419048" y="1458896"/>
                  </a:lnTo>
                  <a:lnTo>
                    <a:pt x="1419050" y="1458810"/>
                  </a:lnTo>
                  <a:lnTo>
                    <a:pt x="1419049" y="1458781"/>
                  </a:lnTo>
                  <a:lnTo>
                    <a:pt x="1419048" y="1458753"/>
                  </a:lnTo>
                  <a:lnTo>
                    <a:pt x="1419048" y="1458734"/>
                  </a:lnTo>
                  <a:lnTo>
                    <a:pt x="1419041" y="1458641"/>
                  </a:lnTo>
                  <a:lnTo>
                    <a:pt x="1419033" y="1458629"/>
                  </a:lnTo>
                  <a:lnTo>
                    <a:pt x="1419023" y="1458617"/>
                  </a:lnTo>
                  <a:lnTo>
                    <a:pt x="1419016" y="1458610"/>
                  </a:lnTo>
                  <a:lnTo>
                    <a:pt x="1419008" y="1458602"/>
                  </a:lnTo>
                  <a:lnTo>
                    <a:pt x="1418994" y="1458589"/>
                  </a:lnTo>
                  <a:lnTo>
                    <a:pt x="1418985" y="1458580"/>
                  </a:lnTo>
                  <a:lnTo>
                    <a:pt x="1418972" y="1458566"/>
                  </a:lnTo>
                  <a:lnTo>
                    <a:pt x="1418962" y="1458556"/>
                  </a:lnTo>
                  <a:lnTo>
                    <a:pt x="1418956" y="1458550"/>
                  </a:lnTo>
                  <a:lnTo>
                    <a:pt x="1418949" y="1458543"/>
                  </a:lnTo>
                  <a:lnTo>
                    <a:pt x="1418925" y="1458523"/>
                  </a:lnTo>
                  <a:lnTo>
                    <a:pt x="1418921" y="1458519"/>
                  </a:lnTo>
                  <a:lnTo>
                    <a:pt x="1418829" y="1458463"/>
                  </a:lnTo>
                  <a:lnTo>
                    <a:pt x="1418819" y="1458460"/>
                  </a:lnTo>
                  <a:lnTo>
                    <a:pt x="1418801" y="1458454"/>
                  </a:lnTo>
                  <a:lnTo>
                    <a:pt x="1418733" y="1458431"/>
                  </a:lnTo>
                  <a:lnTo>
                    <a:pt x="1418710" y="1458429"/>
                  </a:lnTo>
                  <a:lnTo>
                    <a:pt x="1418639" y="1458424"/>
                  </a:lnTo>
                  <a:lnTo>
                    <a:pt x="1418535" y="1458434"/>
                  </a:lnTo>
                  <a:lnTo>
                    <a:pt x="1418480" y="1458439"/>
                  </a:lnTo>
                  <a:lnTo>
                    <a:pt x="1418372" y="1458476"/>
                  </a:lnTo>
                  <a:lnTo>
                    <a:pt x="1418326" y="1458491"/>
                  </a:lnTo>
                  <a:lnTo>
                    <a:pt x="1418252" y="1458538"/>
                  </a:lnTo>
                  <a:lnTo>
                    <a:pt x="1418245" y="1458543"/>
                  </a:lnTo>
                  <a:lnTo>
                    <a:pt x="1418230" y="1458547"/>
                  </a:lnTo>
                  <a:lnTo>
                    <a:pt x="1418148" y="1458567"/>
                  </a:lnTo>
                  <a:lnTo>
                    <a:pt x="1418114" y="1458579"/>
                  </a:lnTo>
                  <a:lnTo>
                    <a:pt x="1418107" y="1458581"/>
                  </a:lnTo>
                  <a:lnTo>
                    <a:pt x="1418097" y="1458584"/>
                  </a:lnTo>
                  <a:lnTo>
                    <a:pt x="1418089" y="1458583"/>
                  </a:lnTo>
                  <a:lnTo>
                    <a:pt x="1418082" y="1458582"/>
                  </a:lnTo>
                  <a:lnTo>
                    <a:pt x="1418072" y="1458568"/>
                  </a:lnTo>
                  <a:lnTo>
                    <a:pt x="1418048" y="1458498"/>
                  </a:lnTo>
                  <a:lnTo>
                    <a:pt x="1418015" y="1458399"/>
                  </a:lnTo>
                  <a:lnTo>
                    <a:pt x="1418008" y="1458376"/>
                  </a:lnTo>
                  <a:lnTo>
                    <a:pt x="1417999" y="1458351"/>
                  </a:lnTo>
                  <a:lnTo>
                    <a:pt x="1417979" y="1458282"/>
                  </a:lnTo>
                  <a:lnTo>
                    <a:pt x="1417979" y="1458230"/>
                  </a:lnTo>
                  <a:lnTo>
                    <a:pt x="1417998" y="1458166"/>
                  </a:lnTo>
                  <a:lnTo>
                    <a:pt x="1418025" y="1458128"/>
                  </a:lnTo>
                  <a:lnTo>
                    <a:pt x="1418037" y="1458133"/>
                  </a:lnTo>
                  <a:lnTo>
                    <a:pt x="1418082" y="1458074"/>
                  </a:lnTo>
                  <a:lnTo>
                    <a:pt x="1418088" y="1458059"/>
                  </a:lnTo>
                  <a:lnTo>
                    <a:pt x="1418079" y="1458054"/>
                  </a:lnTo>
                  <a:lnTo>
                    <a:pt x="1418064" y="1458045"/>
                  </a:lnTo>
                  <a:lnTo>
                    <a:pt x="1417874" y="1458030"/>
                  </a:lnTo>
                  <a:lnTo>
                    <a:pt x="1417635" y="1458013"/>
                  </a:lnTo>
                  <a:lnTo>
                    <a:pt x="1417556" y="1458007"/>
                  </a:lnTo>
                  <a:lnTo>
                    <a:pt x="1416876" y="1457851"/>
                  </a:lnTo>
                  <a:lnTo>
                    <a:pt x="1416869" y="1457821"/>
                  </a:lnTo>
                  <a:lnTo>
                    <a:pt x="1416863" y="1457821"/>
                  </a:lnTo>
                  <a:lnTo>
                    <a:pt x="1416858" y="1457820"/>
                  </a:lnTo>
                  <a:lnTo>
                    <a:pt x="1416803" y="1457852"/>
                  </a:lnTo>
                  <a:lnTo>
                    <a:pt x="1416813" y="1457868"/>
                  </a:lnTo>
                  <a:lnTo>
                    <a:pt x="1416857" y="1457936"/>
                  </a:lnTo>
                  <a:lnTo>
                    <a:pt x="1416879" y="1457967"/>
                  </a:lnTo>
                  <a:lnTo>
                    <a:pt x="1416971" y="1458092"/>
                  </a:lnTo>
                  <a:lnTo>
                    <a:pt x="1416987" y="1458114"/>
                  </a:lnTo>
                  <a:lnTo>
                    <a:pt x="1417032" y="1458137"/>
                  </a:lnTo>
                  <a:lnTo>
                    <a:pt x="1417069" y="1458159"/>
                  </a:lnTo>
                  <a:lnTo>
                    <a:pt x="1417117" y="1458188"/>
                  </a:lnTo>
                  <a:lnTo>
                    <a:pt x="1417157" y="1458212"/>
                  </a:lnTo>
                  <a:lnTo>
                    <a:pt x="1417187" y="1458236"/>
                  </a:lnTo>
                  <a:lnTo>
                    <a:pt x="1417242" y="1458279"/>
                  </a:lnTo>
                  <a:lnTo>
                    <a:pt x="1417315" y="1458351"/>
                  </a:lnTo>
                  <a:lnTo>
                    <a:pt x="1417361" y="1458397"/>
                  </a:lnTo>
                  <a:lnTo>
                    <a:pt x="1417345" y="1458418"/>
                  </a:lnTo>
                  <a:lnTo>
                    <a:pt x="1417292" y="1458426"/>
                  </a:lnTo>
                  <a:lnTo>
                    <a:pt x="1417218" y="1458422"/>
                  </a:lnTo>
                  <a:lnTo>
                    <a:pt x="1417218" y="1458384"/>
                  </a:lnTo>
                  <a:lnTo>
                    <a:pt x="1417148" y="1458351"/>
                  </a:lnTo>
                  <a:lnTo>
                    <a:pt x="1417131" y="1458343"/>
                  </a:lnTo>
                  <a:lnTo>
                    <a:pt x="1417077" y="1458324"/>
                  </a:lnTo>
                  <a:lnTo>
                    <a:pt x="1417050" y="1458318"/>
                  </a:lnTo>
                  <a:lnTo>
                    <a:pt x="1417029" y="1458312"/>
                  </a:lnTo>
                  <a:lnTo>
                    <a:pt x="1416956" y="1458302"/>
                  </a:lnTo>
                  <a:lnTo>
                    <a:pt x="1416930" y="1458300"/>
                  </a:lnTo>
                  <a:lnTo>
                    <a:pt x="1416862" y="1458292"/>
                  </a:lnTo>
                  <a:lnTo>
                    <a:pt x="1416850" y="1458290"/>
                  </a:lnTo>
                  <a:lnTo>
                    <a:pt x="1416611" y="1458263"/>
                  </a:lnTo>
                  <a:lnTo>
                    <a:pt x="1416478" y="1458216"/>
                  </a:lnTo>
                  <a:lnTo>
                    <a:pt x="1416383" y="1458183"/>
                  </a:lnTo>
                  <a:lnTo>
                    <a:pt x="1416245" y="1458133"/>
                  </a:lnTo>
                  <a:lnTo>
                    <a:pt x="1416112" y="1458084"/>
                  </a:lnTo>
                  <a:lnTo>
                    <a:pt x="1416041" y="1458037"/>
                  </a:lnTo>
                  <a:lnTo>
                    <a:pt x="1416001" y="1458038"/>
                  </a:lnTo>
                  <a:lnTo>
                    <a:pt x="1415988" y="1458059"/>
                  </a:lnTo>
                  <a:lnTo>
                    <a:pt x="1415927" y="1458145"/>
                  </a:lnTo>
                  <a:lnTo>
                    <a:pt x="1415887" y="1458201"/>
                  </a:lnTo>
                  <a:lnTo>
                    <a:pt x="1415847" y="1458267"/>
                  </a:lnTo>
                  <a:lnTo>
                    <a:pt x="1415837" y="1458284"/>
                  </a:lnTo>
                  <a:lnTo>
                    <a:pt x="1415829" y="1458348"/>
                  </a:lnTo>
                  <a:lnTo>
                    <a:pt x="1415835" y="1458433"/>
                  </a:lnTo>
                  <a:lnTo>
                    <a:pt x="1415850" y="1458644"/>
                  </a:lnTo>
                  <a:lnTo>
                    <a:pt x="1415871" y="1458932"/>
                  </a:lnTo>
                  <a:lnTo>
                    <a:pt x="1415796" y="1459129"/>
                  </a:lnTo>
                  <a:lnTo>
                    <a:pt x="1415726" y="1459314"/>
                  </a:lnTo>
                  <a:lnTo>
                    <a:pt x="1415606" y="1459382"/>
                  </a:lnTo>
                  <a:lnTo>
                    <a:pt x="1415422" y="1459485"/>
                  </a:lnTo>
                  <a:lnTo>
                    <a:pt x="1415326" y="1459539"/>
                  </a:lnTo>
                  <a:lnTo>
                    <a:pt x="1414267" y="1459539"/>
                  </a:lnTo>
                  <a:lnTo>
                    <a:pt x="1414097" y="1459610"/>
                  </a:lnTo>
                  <a:lnTo>
                    <a:pt x="1413973" y="1459662"/>
                  </a:lnTo>
                  <a:lnTo>
                    <a:pt x="1413305" y="1459768"/>
                  </a:lnTo>
                  <a:lnTo>
                    <a:pt x="1413204" y="1459789"/>
                  </a:lnTo>
                  <a:lnTo>
                    <a:pt x="1413181" y="1459775"/>
                  </a:lnTo>
                  <a:lnTo>
                    <a:pt x="1413141" y="1459677"/>
                  </a:lnTo>
                  <a:lnTo>
                    <a:pt x="1413115" y="1459612"/>
                  </a:lnTo>
                  <a:lnTo>
                    <a:pt x="1413102" y="1459581"/>
                  </a:lnTo>
                  <a:lnTo>
                    <a:pt x="1413081" y="1459512"/>
                  </a:lnTo>
                  <a:lnTo>
                    <a:pt x="1413093" y="1459456"/>
                  </a:lnTo>
                  <a:lnTo>
                    <a:pt x="1413129" y="1459365"/>
                  </a:lnTo>
                  <a:lnTo>
                    <a:pt x="1413116" y="1459329"/>
                  </a:lnTo>
                  <a:lnTo>
                    <a:pt x="1413103" y="1459318"/>
                  </a:lnTo>
                  <a:lnTo>
                    <a:pt x="1413035" y="1459258"/>
                  </a:lnTo>
                  <a:lnTo>
                    <a:pt x="1413031" y="1459214"/>
                  </a:lnTo>
                  <a:lnTo>
                    <a:pt x="1413038" y="1459150"/>
                  </a:lnTo>
                  <a:lnTo>
                    <a:pt x="1413035" y="1459086"/>
                  </a:lnTo>
                  <a:lnTo>
                    <a:pt x="1413035" y="1459078"/>
                  </a:lnTo>
                  <a:lnTo>
                    <a:pt x="1412937" y="1458848"/>
                  </a:lnTo>
                  <a:lnTo>
                    <a:pt x="1412834" y="1458605"/>
                  </a:lnTo>
                  <a:lnTo>
                    <a:pt x="1412282" y="1458595"/>
                  </a:lnTo>
                  <a:lnTo>
                    <a:pt x="1411869" y="1458480"/>
                  </a:lnTo>
                  <a:lnTo>
                    <a:pt x="1411508" y="1458380"/>
                  </a:lnTo>
                  <a:lnTo>
                    <a:pt x="1411105" y="1458141"/>
                  </a:lnTo>
                  <a:lnTo>
                    <a:pt x="1410935" y="1457760"/>
                  </a:lnTo>
                  <a:lnTo>
                    <a:pt x="1410886" y="1457624"/>
                  </a:lnTo>
                  <a:lnTo>
                    <a:pt x="1410874" y="1457591"/>
                  </a:lnTo>
                  <a:lnTo>
                    <a:pt x="1410817" y="1457431"/>
                  </a:lnTo>
                  <a:lnTo>
                    <a:pt x="1410738" y="1457415"/>
                  </a:lnTo>
                  <a:lnTo>
                    <a:pt x="1410435" y="1457347"/>
                  </a:lnTo>
                  <a:lnTo>
                    <a:pt x="1410396" y="1457339"/>
                  </a:lnTo>
                  <a:lnTo>
                    <a:pt x="1410329" y="1457341"/>
                  </a:lnTo>
                  <a:lnTo>
                    <a:pt x="1410169" y="1457345"/>
                  </a:lnTo>
                  <a:lnTo>
                    <a:pt x="1410077" y="1457343"/>
                  </a:lnTo>
                  <a:lnTo>
                    <a:pt x="1410047" y="1457337"/>
                  </a:lnTo>
                  <a:lnTo>
                    <a:pt x="1410026" y="1457377"/>
                  </a:lnTo>
                  <a:lnTo>
                    <a:pt x="1410044" y="1457448"/>
                  </a:lnTo>
                  <a:lnTo>
                    <a:pt x="1410076" y="1457569"/>
                  </a:lnTo>
                  <a:lnTo>
                    <a:pt x="1410094" y="1457639"/>
                  </a:lnTo>
                  <a:lnTo>
                    <a:pt x="1409988" y="1457771"/>
                  </a:lnTo>
                  <a:lnTo>
                    <a:pt x="1409963" y="1457803"/>
                  </a:lnTo>
                  <a:lnTo>
                    <a:pt x="1409941" y="1457831"/>
                  </a:lnTo>
                  <a:lnTo>
                    <a:pt x="1409705" y="1457873"/>
                  </a:lnTo>
                  <a:lnTo>
                    <a:pt x="1409433" y="1457924"/>
                  </a:lnTo>
                  <a:lnTo>
                    <a:pt x="1409296" y="1457949"/>
                  </a:lnTo>
                  <a:lnTo>
                    <a:pt x="1409097" y="1457839"/>
                  </a:lnTo>
                  <a:lnTo>
                    <a:pt x="1409087" y="1457810"/>
                  </a:lnTo>
                  <a:lnTo>
                    <a:pt x="1409018" y="1457611"/>
                  </a:lnTo>
                  <a:lnTo>
                    <a:pt x="1408993" y="1457554"/>
                  </a:lnTo>
                  <a:lnTo>
                    <a:pt x="1408938" y="1457573"/>
                  </a:lnTo>
                  <a:lnTo>
                    <a:pt x="1408860" y="1457681"/>
                  </a:lnTo>
                  <a:lnTo>
                    <a:pt x="1408821" y="1457774"/>
                  </a:lnTo>
                  <a:lnTo>
                    <a:pt x="1408837" y="1457800"/>
                  </a:lnTo>
                  <a:lnTo>
                    <a:pt x="1408853" y="1457824"/>
                  </a:lnTo>
                  <a:lnTo>
                    <a:pt x="1408897" y="1457948"/>
                  </a:lnTo>
                  <a:lnTo>
                    <a:pt x="1408906" y="1458012"/>
                  </a:lnTo>
                  <a:lnTo>
                    <a:pt x="1408959" y="1458383"/>
                  </a:lnTo>
                  <a:lnTo>
                    <a:pt x="1408908" y="1458377"/>
                  </a:lnTo>
                  <a:lnTo>
                    <a:pt x="1408766" y="1458382"/>
                  </a:lnTo>
                  <a:lnTo>
                    <a:pt x="1408620" y="1458379"/>
                  </a:lnTo>
                  <a:lnTo>
                    <a:pt x="1408591" y="1458372"/>
                  </a:lnTo>
                  <a:lnTo>
                    <a:pt x="1408568" y="1458367"/>
                  </a:lnTo>
                  <a:lnTo>
                    <a:pt x="1408461" y="1458148"/>
                  </a:lnTo>
                  <a:lnTo>
                    <a:pt x="1408331" y="1457881"/>
                  </a:lnTo>
                  <a:lnTo>
                    <a:pt x="1408291" y="1457799"/>
                  </a:lnTo>
                  <a:lnTo>
                    <a:pt x="1407964" y="1457444"/>
                  </a:lnTo>
                  <a:lnTo>
                    <a:pt x="1407757" y="1457435"/>
                  </a:lnTo>
                  <a:lnTo>
                    <a:pt x="1407687" y="1457432"/>
                  </a:lnTo>
                  <a:lnTo>
                    <a:pt x="1407592" y="1457449"/>
                  </a:lnTo>
                  <a:lnTo>
                    <a:pt x="1407558" y="1457461"/>
                  </a:lnTo>
                  <a:lnTo>
                    <a:pt x="1407512" y="1457509"/>
                  </a:lnTo>
                  <a:lnTo>
                    <a:pt x="1407510" y="1457522"/>
                  </a:lnTo>
                  <a:lnTo>
                    <a:pt x="1407506" y="1457545"/>
                  </a:lnTo>
                  <a:lnTo>
                    <a:pt x="1407503" y="1457558"/>
                  </a:lnTo>
                  <a:lnTo>
                    <a:pt x="1407488" y="1457647"/>
                  </a:lnTo>
                  <a:lnTo>
                    <a:pt x="1407493" y="1457654"/>
                  </a:lnTo>
                  <a:lnTo>
                    <a:pt x="1407565" y="1457851"/>
                  </a:lnTo>
                  <a:lnTo>
                    <a:pt x="1407520" y="1457904"/>
                  </a:lnTo>
                  <a:lnTo>
                    <a:pt x="1407429" y="1458013"/>
                  </a:lnTo>
                  <a:lnTo>
                    <a:pt x="1407337" y="1458095"/>
                  </a:lnTo>
                  <a:lnTo>
                    <a:pt x="1407323" y="1458102"/>
                  </a:lnTo>
                  <a:lnTo>
                    <a:pt x="1407302" y="1458113"/>
                  </a:lnTo>
                  <a:lnTo>
                    <a:pt x="1407069" y="1458328"/>
                  </a:lnTo>
                  <a:lnTo>
                    <a:pt x="1406943" y="1458443"/>
                  </a:lnTo>
                  <a:lnTo>
                    <a:pt x="1406299" y="1459336"/>
                  </a:lnTo>
                  <a:lnTo>
                    <a:pt x="1406190" y="1459487"/>
                  </a:lnTo>
                  <a:lnTo>
                    <a:pt x="1406163" y="1459524"/>
                  </a:lnTo>
                  <a:lnTo>
                    <a:pt x="1406152" y="1459531"/>
                  </a:lnTo>
                  <a:lnTo>
                    <a:pt x="1406131" y="1459541"/>
                  </a:lnTo>
                  <a:lnTo>
                    <a:pt x="1406120" y="1459549"/>
                  </a:lnTo>
                  <a:lnTo>
                    <a:pt x="1406104" y="1459562"/>
                  </a:lnTo>
                  <a:lnTo>
                    <a:pt x="1406080" y="1459589"/>
                  </a:lnTo>
                  <a:lnTo>
                    <a:pt x="1406083" y="1459595"/>
                  </a:lnTo>
                  <a:lnTo>
                    <a:pt x="1406074" y="1459603"/>
                  </a:lnTo>
                  <a:lnTo>
                    <a:pt x="1405976" y="1459781"/>
                  </a:lnTo>
                  <a:lnTo>
                    <a:pt x="1405927" y="1459895"/>
                  </a:lnTo>
                  <a:lnTo>
                    <a:pt x="1405906" y="1459946"/>
                  </a:lnTo>
                  <a:lnTo>
                    <a:pt x="1405902" y="1459956"/>
                  </a:lnTo>
                  <a:lnTo>
                    <a:pt x="1405812" y="1460132"/>
                  </a:lnTo>
                  <a:lnTo>
                    <a:pt x="1405802" y="1460151"/>
                  </a:lnTo>
                  <a:lnTo>
                    <a:pt x="1405748" y="1460183"/>
                  </a:lnTo>
                  <a:lnTo>
                    <a:pt x="1405649" y="1460241"/>
                  </a:lnTo>
                  <a:lnTo>
                    <a:pt x="1405440" y="1460332"/>
                  </a:lnTo>
                  <a:lnTo>
                    <a:pt x="1405402" y="1460372"/>
                  </a:lnTo>
                  <a:lnTo>
                    <a:pt x="1405357" y="1460371"/>
                  </a:lnTo>
                  <a:lnTo>
                    <a:pt x="1405323" y="1460374"/>
                  </a:lnTo>
                  <a:lnTo>
                    <a:pt x="1405303" y="1460376"/>
                  </a:lnTo>
                  <a:lnTo>
                    <a:pt x="1405293" y="1460365"/>
                  </a:lnTo>
                  <a:lnTo>
                    <a:pt x="1405294" y="1460335"/>
                  </a:lnTo>
                  <a:lnTo>
                    <a:pt x="1405314" y="1460285"/>
                  </a:lnTo>
                  <a:lnTo>
                    <a:pt x="1405320" y="1460217"/>
                  </a:lnTo>
                  <a:lnTo>
                    <a:pt x="1405323" y="1460161"/>
                  </a:lnTo>
                  <a:lnTo>
                    <a:pt x="1405329" y="1460142"/>
                  </a:lnTo>
                  <a:lnTo>
                    <a:pt x="1405334" y="1460104"/>
                  </a:lnTo>
                  <a:lnTo>
                    <a:pt x="1405345" y="1459978"/>
                  </a:lnTo>
                  <a:lnTo>
                    <a:pt x="1405351" y="1459899"/>
                  </a:lnTo>
                  <a:lnTo>
                    <a:pt x="1405355" y="1459811"/>
                  </a:lnTo>
                  <a:lnTo>
                    <a:pt x="1405356" y="1459787"/>
                  </a:lnTo>
                  <a:lnTo>
                    <a:pt x="1405360" y="1459719"/>
                  </a:lnTo>
                  <a:lnTo>
                    <a:pt x="1405367" y="1459662"/>
                  </a:lnTo>
                  <a:lnTo>
                    <a:pt x="1405369" y="1459652"/>
                  </a:lnTo>
                  <a:lnTo>
                    <a:pt x="1405347" y="1459504"/>
                  </a:lnTo>
                  <a:lnTo>
                    <a:pt x="1405329" y="1459470"/>
                  </a:lnTo>
                  <a:lnTo>
                    <a:pt x="1405301" y="1459448"/>
                  </a:lnTo>
                  <a:lnTo>
                    <a:pt x="1405260" y="1459341"/>
                  </a:lnTo>
                  <a:lnTo>
                    <a:pt x="1405242" y="1459290"/>
                  </a:lnTo>
                  <a:lnTo>
                    <a:pt x="1405267" y="1459200"/>
                  </a:lnTo>
                  <a:lnTo>
                    <a:pt x="1405273" y="1459012"/>
                  </a:lnTo>
                  <a:lnTo>
                    <a:pt x="1405277" y="1458911"/>
                  </a:lnTo>
                  <a:lnTo>
                    <a:pt x="1405284" y="1458647"/>
                  </a:lnTo>
                  <a:lnTo>
                    <a:pt x="1405291" y="1458614"/>
                  </a:lnTo>
                  <a:lnTo>
                    <a:pt x="1405300" y="1458576"/>
                  </a:lnTo>
                  <a:lnTo>
                    <a:pt x="1405323" y="1458527"/>
                  </a:lnTo>
                  <a:lnTo>
                    <a:pt x="1405362" y="1458471"/>
                  </a:lnTo>
                  <a:lnTo>
                    <a:pt x="1405399" y="1458421"/>
                  </a:lnTo>
                  <a:lnTo>
                    <a:pt x="1405415" y="1458401"/>
                  </a:lnTo>
                  <a:lnTo>
                    <a:pt x="1405454" y="1458351"/>
                  </a:lnTo>
                  <a:lnTo>
                    <a:pt x="1405851" y="1457830"/>
                  </a:lnTo>
                  <a:lnTo>
                    <a:pt x="1405869" y="1457781"/>
                  </a:lnTo>
                  <a:lnTo>
                    <a:pt x="1405879" y="1457754"/>
                  </a:lnTo>
                  <a:lnTo>
                    <a:pt x="1405895" y="1457683"/>
                  </a:lnTo>
                  <a:lnTo>
                    <a:pt x="1405909" y="1457625"/>
                  </a:lnTo>
                  <a:lnTo>
                    <a:pt x="1405919" y="1457554"/>
                  </a:lnTo>
                  <a:lnTo>
                    <a:pt x="1405925" y="1457493"/>
                  </a:lnTo>
                  <a:lnTo>
                    <a:pt x="1405932" y="1457438"/>
                  </a:lnTo>
                  <a:lnTo>
                    <a:pt x="1405930" y="1457403"/>
                  </a:lnTo>
                  <a:lnTo>
                    <a:pt x="1405925" y="1457347"/>
                  </a:lnTo>
                  <a:lnTo>
                    <a:pt x="1405916" y="1457309"/>
                  </a:lnTo>
                  <a:lnTo>
                    <a:pt x="1405895" y="1457238"/>
                  </a:lnTo>
                  <a:lnTo>
                    <a:pt x="1405898" y="1457201"/>
                  </a:lnTo>
                  <a:lnTo>
                    <a:pt x="1405894" y="1457143"/>
                  </a:lnTo>
                  <a:lnTo>
                    <a:pt x="1405895" y="1457077"/>
                  </a:lnTo>
                  <a:lnTo>
                    <a:pt x="1405887" y="1457035"/>
                  </a:lnTo>
                  <a:lnTo>
                    <a:pt x="1405877" y="1456996"/>
                  </a:lnTo>
                  <a:lnTo>
                    <a:pt x="1405734" y="1456425"/>
                  </a:lnTo>
                  <a:lnTo>
                    <a:pt x="1405631" y="1456013"/>
                  </a:lnTo>
                  <a:lnTo>
                    <a:pt x="1405599" y="1455827"/>
                  </a:lnTo>
                  <a:lnTo>
                    <a:pt x="1405532" y="1455428"/>
                  </a:lnTo>
                  <a:lnTo>
                    <a:pt x="1405529" y="1455408"/>
                  </a:lnTo>
                  <a:lnTo>
                    <a:pt x="1405487" y="1455159"/>
                  </a:lnTo>
                  <a:lnTo>
                    <a:pt x="1405435" y="1455094"/>
                  </a:lnTo>
                  <a:lnTo>
                    <a:pt x="1405211" y="1454815"/>
                  </a:lnTo>
                  <a:lnTo>
                    <a:pt x="1404872" y="1454560"/>
                  </a:lnTo>
                  <a:lnTo>
                    <a:pt x="1404803" y="1454514"/>
                  </a:lnTo>
                  <a:lnTo>
                    <a:pt x="1404694" y="1454405"/>
                  </a:lnTo>
                  <a:lnTo>
                    <a:pt x="1404618" y="1454395"/>
                  </a:lnTo>
                  <a:lnTo>
                    <a:pt x="1404406" y="1454365"/>
                  </a:lnTo>
                  <a:lnTo>
                    <a:pt x="1404382" y="1454366"/>
                  </a:lnTo>
                  <a:lnTo>
                    <a:pt x="1404301" y="1454411"/>
                  </a:lnTo>
                  <a:lnTo>
                    <a:pt x="1404276" y="1454424"/>
                  </a:lnTo>
                  <a:lnTo>
                    <a:pt x="1404226" y="1454452"/>
                  </a:lnTo>
                  <a:lnTo>
                    <a:pt x="1404208" y="1454462"/>
                  </a:lnTo>
                  <a:lnTo>
                    <a:pt x="1404151" y="1454482"/>
                  </a:lnTo>
                  <a:lnTo>
                    <a:pt x="1404118" y="1454477"/>
                  </a:lnTo>
                  <a:lnTo>
                    <a:pt x="1403972" y="1454264"/>
                  </a:lnTo>
                  <a:lnTo>
                    <a:pt x="1403947" y="1454236"/>
                  </a:lnTo>
                  <a:lnTo>
                    <a:pt x="1403856" y="1453982"/>
                  </a:lnTo>
                  <a:lnTo>
                    <a:pt x="1403690" y="1453513"/>
                  </a:lnTo>
                  <a:lnTo>
                    <a:pt x="1403642" y="1453379"/>
                  </a:lnTo>
                  <a:lnTo>
                    <a:pt x="1403555" y="1452732"/>
                  </a:lnTo>
                  <a:lnTo>
                    <a:pt x="1403545" y="1452660"/>
                  </a:lnTo>
                  <a:lnTo>
                    <a:pt x="1403591" y="1452622"/>
                  </a:lnTo>
                  <a:lnTo>
                    <a:pt x="1403650" y="1452623"/>
                  </a:lnTo>
                  <a:lnTo>
                    <a:pt x="1403668" y="1452623"/>
                  </a:lnTo>
                  <a:lnTo>
                    <a:pt x="1403694" y="1452618"/>
                  </a:lnTo>
                  <a:lnTo>
                    <a:pt x="1403806" y="1452598"/>
                  </a:lnTo>
                  <a:lnTo>
                    <a:pt x="1404034" y="1452553"/>
                  </a:lnTo>
                  <a:lnTo>
                    <a:pt x="1404070" y="1452546"/>
                  </a:lnTo>
                  <a:lnTo>
                    <a:pt x="1404094" y="1452540"/>
                  </a:lnTo>
                  <a:lnTo>
                    <a:pt x="1404111" y="1452534"/>
                  </a:lnTo>
                  <a:lnTo>
                    <a:pt x="1404117" y="1452531"/>
                  </a:lnTo>
                  <a:lnTo>
                    <a:pt x="1404144" y="1452519"/>
                  </a:lnTo>
                  <a:lnTo>
                    <a:pt x="1404162" y="1452516"/>
                  </a:lnTo>
                  <a:lnTo>
                    <a:pt x="1404243" y="1452486"/>
                  </a:lnTo>
                  <a:lnTo>
                    <a:pt x="1404265" y="1452479"/>
                  </a:lnTo>
                  <a:lnTo>
                    <a:pt x="1404298" y="1452442"/>
                  </a:lnTo>
                  <a:lnTo>
                    <a:pt x="1404311" y="1452427"/>
                  </a:lnTo>
                  <a:lnTo>
                    <a:pt x="1404412" y="1452316"/>
                  </a:lnTo>
                  <a:lnTo>
                    <a:pt x="1404469" y="1452168"/>
                  </a:lnTo>
                  <a:lnTo>
                    <a:pt x="1404486" y="1452045"/>
                  </a:lnTo>
                  <a:lnTo>
                    <a:pt x="1404489" y="1452002"/>
                  </a:lnTo>
                  <a:lnTo>
                    <a:pt x="1404488" y="1451991"/>
                  </a:lnTo>
                  <a:lnTo>
                    <a:pt x="1404488" y="1451953"/>
                  </a:lnTo>
                  <a:lnTo>
                    <a:pt x="1404493" y="1451911"/>
                  </a:lnTo>
                  <a:lnTo>
                    <a:pt x="1404493" y="1451880"/>
                  </a:lnTo>
                  <a:lnTo>
                    <a:pt x="1404494" y="1451846"/>
                  </a:lnTo>
                  <a:lnTo>
                    <a:pt x="1404501" y="1451816"/>
                  </a:lnTo>
                  <a:lnTo>
                    <a:pt x="1404504" y="1451778"/>
                  </a:lnTo>
                  <a:lnTo>
                    <a:pt x="1404501" y="1451702"/>
                  </a:lnTo>
                  <a:lnTo>
                    <a:pt x="1404499" y="1451660"/>
                  </a:lnTo>
                  <a:lnTo>
                    <a:pt x="1404503" y="1451618"/>
                  </a:lnTo>
                  <a:lnTo>
                    <a:pt x="1404528" y="1451609"/>
                  </a:lnTo>
                  <a:lnTo>
                    <a:pt x="1404576" y="1451590"/>
                  </a:lnTo>
                  <a:lnTo>
                    <a:pt x="1404657" y="1451521"/>
                  </a:lnTo>
                  <a:lnTo>
                    <a:pt x="1404715" y="1451471"/>
                  </a:lnTo>
                  <a:lnTo>
                    <a:pt x="1404788" y="1451379"/>
                  </a:lnTo>
                  <a:lnTo>
                    <a:pt x="1404853" y="1451313"/>
                  </a:lnTo>
                  <a:lnTo>
                    <a:pt x="1404872" y="1451310"/>
                  </a:lnTo>
                  <a:lnTo>
                    <a:pt x="1405088" y="1451411"/>
                  </a:lnTo>
                  <a:lnTo>
                    <a:pt x="1405250" y="1451487"/>
                  </a:lnTo>
                  <a:lnTo>
                    <a:pt x="1405275" y="1451513"/>
                  </a:lnTo>
                  <a:lnTo>
                    <a:pt x="1405402" y="1451648"/>
                  </a:lnTo>
                  <a:lnTo>
                    <a:pt x="1405499" y="1451730"/>
                  </a:lnTo>
                  <a:lnTo>
                    <a:pt x="1405571" y="1451769"/>
                  </a:lnTo>
                  <a:lnTo>
                    <a:pt x="1405597" y="1451780"/>
                  </a:lnTo>
                  <a:lnTo>
                    <a:pt x="1405618" y="1451811"/>
                  </a:lnTo>
                  <a:lnTo>
                    <a:pt x="1405646" y="1451768"/>
                  </a:lnTo>
                  <a:lnTo>
                    <a:pt x="1405721" y="1451721"/>
                  </a:lnTo>
                  <a:lnTo>
                    <a:pt x="1405749" y="1451739"/>
                  </a:lnTo>
                  <a:lnTo>
                    <a:pt x="1405788" y="1451764"/>
                  </a:lnTo>
                  <a:lnTo>
                    <a:pt x="1405808" y="1451801"/>
                  </a:lnTo>
                  <a:lnTo>
                    <a:pt x="1405831" y="1451846"/>
                  </a:lnTo>
                  <a:lnTo>
                    <a:pt x="1405890" y="1451988"/>
                  </a:lnTo>
                  <a:lnTo>
                    <a:pt x="1405945" y="1452121"/>
                  </a:lnTo>
                  <a:lnTo>
                    <a:pt x="1405975" y="1452149"/>
                  </a:lnTo>
                  <a:lnTo>
                    <a:pt x="1406185" y="1452345"/>
                  </a:lnTo>
                  <a:lnTo>
                    <a:pt x="1406188" y="1452354"/>
                  </a:lnTo>
                  <a:lnTo>
                    <a:pt x="1406223" y="1452444"/>
                  </a:lnTo>
                  <a:lnTo>
                    <a:pt x="1406376" y="1452486"/>
                  </a:lnTo>
                  <a:lnTo>
                    <a:pt x="1406673" y="1452566"/>
                  </a:lnTo>
                  <a:lnTo>
                    <a:pt x="1406711" y="1452574"/>
                  </a:lnTo>
                  <a:lnTo>
                    <a:pt x="1406746" y="1452582"/>
                  </a:lnTo>
                  <a:lnTo>
                    <a:pt x="1406790" y="1452572"/>
                  </a:lnTo>
                  <a:lnTo>
                    <a:pt x="1406847" y="1452558"/>
                  </a:lnTo>
                  <a:lnTo>
                    <a:pt x="1407022" y="1452512"/>
                  </a:lnTo>
                  <a:lnTo>
                    <a:pt x="1407032" y="1452499"/>
                  </a:lnTo>
                  <a:lnTo>
                    <a:pt x="1407081" y="1452444"/>
                  </a:lnTo>
                  <a:lnTo>
                    <a:pt x="1407207" y="1452462"/>
                  </a:lnTo>
                  <a:lnTo>
                    <a:pt x="1407326" y="1452512"/>
                  </a:lnTo>
                  <a:lnTo>
                    <a:pt x="1407395" y="1452580"/>
                  </a:lnTo>
                  <a:lnTo>
                    <a:pt x="1407413" y="1452598"/>
                  </a:lnTo>
                  <a:lnTo>
                    <a:pt x="1407456" y="1452638"/>
                  </a:lnTo>
                  <a:lnTo>
                    <a:pt x="1407453" y="1452711"/>
                  </a:lnTo>
                  <a:lnTo>
                    <a:pt x="1407463" y="1452760"/>
                  </a:lnTo>
                  <a:lnTo>
                    <a:pt x="1407354" y="1452856"/>
                  </a:lnTo>
                  <a:lnTo>
                    <a:pt x="1407291" y="1452901"/>
                  </a:lnTo>
                  <a:lnTo>
                    <a:pt x="1407113" y="1453030"/>
                  </a:lnTo>
                  <a:lnTo>
                    <a:pt x="1407072" y="1453055"/>
                  </a:lnTo>
                  <a:lnTo>
                    <a:pt x="1407017" y="1453088"/>
                  </a:lnTo>
                  <a:lnTo>
                    <a:pt x="1407005" y="1453096"/>
                  </a:lnTo>
                  <a:lnTo>
                    <a:pt x="1407008" y="1453155"/>
                  </a:lnTo>
                  <a:lnTo>
                    <a:pt x="1407011" y="1453166"/>
                  </a:lnTo>
                  <a:lnTo>
                    <a:pt x="1407041" y="1453261"/>
                  </a:lnTo>
                  <a:lnTo>
                    <a:pt x="1407060" y="1453322"/>
                  </a:lnTo>
                  <a:lnTo>
                    <a:pt x="1407095" y="1453396"/>
                  </a:lnTo>
                  <a:lnTo>
                    <a:pt x="1407154" y="1453521"/>
                  </a:lnTo>
                  <a:lnTo>
                    <a:pt x="1407190" y="1453584"/>
                  </a:lnTo>
                  <a:lnTo>
                    <a:pt x="1407217" y="1453603"/>
                  </a:lnTo>
                  <a:lnTo>
                    <a:pt x="1407308" y="1453666"/>
                  </a:lnTo>
                  <a:lnTo>
                    <a:pt x="1407338" y="1453693"/>
                  </a:lnTo>
                  <a:lnTo>
                    <a:pt x="1407369" y="1453787"/>
                  </a:lnTo>
                  <a:lnTo>
                    <a:pt x="1407379" y="1453817"/>
                  </a:lnTo>
                  <a:lnTo>
                    <a:pt x="1407384" y="1453832"/>
                  </a:lnTo>
                  <a:lnTo>
                    <a:pt x="1407407" y="1453898"/>
                  </a:lnTo>
                  <a:lnTo>
                    <a:pt x="1407413" y="1453912"/>
                  </a:lnTo>
                  <a:lnTo>
                    <a:pt x="1407433" y="1453981"/>
                  </a:lnTo>
                  <a:lnTo>
                    <a:pt x="1407488" y="1454114"/>
                  </a:lnTo>
                  <a:lnTo>
                    <a:pt x="1407525" y="1454205"/>
                  </a:lnTo>
                  <a:lnTo>
                    <a:pt x="1407525" y="1454261"/>
                  </a:lnTo>
                  <a:lnTo>
                    <a:pt x="1407531" y="1454291"/>
                  </a:lnTo>
                  <a:lnTo>
                    <a:pt x="1407535" y="1454309"/>
                  </a:lnTo>
                  <a:lnTo>
                    <a:pt x="1407538" y="1454321"/>
                  </a:lnTo>
                  <a:lnTo>
                    <a:pt x="1407539" y="1454328"/>
                  </a:lnTo>
                  <a:lnTo>
                    <a:pt x="1407541" y="1454338"/>
                  </a:lnTo>
                  <a:lnTo>
                    <a:pt x="1407577" y="1454359"/>
                  </a:lnTo>
                  <a:lnTo>
                    <a:pt x="1407632" y="1454351"/>
                  </a:lnTo>
                  <a:lnTo>
                    <a:pt x="1407694" y="1454319"/>
                  </a:lnTo>
                  <a:lnTo>
                    <a:pt x="1407721" y="1454319"/>
                  </a:lnTo>
                  <a:lnTo>
                    <a:pt x="1407730" y="1454342"/>
                  </a:lnTo>
                  <a:lnTo>
                    <a:pt x="1407722" y="1454392"/>
                  </a:lnTo>
                  <a:lnTo>
                    <a:pt x="1407684" y="1454450"/>
                  </a:lnTo>
                  <a:lnTo>
                    <a:pt x="1407646" y="1454527"/>
                  </a:lnTo>
                  <a:lnTo>
                    <a:pt x="1407641" y="1454585"/>
                  </a:lnTo>
                  <a:lnTo>
                    <a:pt x="1407622" y="1454692"/>
                  </a:lnTo>
                  <a:lnTo>
                    <a:pt x="1407585" y="1454779"/>
                  </a:lnTo>
                  <a:lnTo>
                    <a:pt x="1407583" y="1454822"/>
                  </a:lnTo>
                  <a:lnTo>
                    <a:pt x="1407587" y="1454836"/>
                  </a:lnTo>
                  <a:lnTo>
                    <a:pt x="1407592" y="1454851"/>
                  </a:lnTo>
                  <a:lnTo>
                    <a:pt x="1407595" y="1454868"/>
                  </a:lnTo>
                  <a:lnTo>
                    <a:pt x="1407601" y="1454887"/>
                  </a:lnTo>
                  <a:lnTo>
                    <a:pt x="1407606" y="1454900"/>
                  </a:lnTo>
                  <a:lnTo>
                    <a:pt x="1407616" y="1454922"/>
                  </a:lnTo>
                  <a:lnTo>
                    <a:pt x="1407622" y="1454935"/>
                  </a:lnTo>
                  <a:lnTo>
                    <a:pt x="1407630" y="1454949"/>
                  </a:lnTo>
                  <a:lnTo>
                    <a:pt x="1407632" y="1454956"/>
                  </a:lnTo>
                  <a:lnTo>
                    <a:pt x="1407637" y="1454967"/>
                  </a:lnTo>
                  <a:lnTo>
                    <a:pt x="1407644" y="1454982"/>
                  </a:lnTo>
                  <a:lnTo>
                    <a:pt x="1407654" y="1454999"/>
                  </a:lnTo>
                  <a:lnTo>
                    <a:pt x="1407656" y="1455003"/>
                  </a:lnTo>
                  <a:lnTo>
                    <a:pt x="1407667" y="1455022"/>
                  </a:lnTo>
                  <a:lnTo>
                    <a:pt x="1407683" y="1455044"/>
                  </a:lnTo>
                  <a:lnTo>
                    <a:pt x="1407700" y="1455065"/>
                  </a:lnTo>
                  <a:lnTo>
                    <a:pt x="1407704" y="1455069"/>
                  </a:lnTo>
                  <a:lnTo>
                    <a:pt x="1407716" y="1455082"/>
                  </a:lnTo>
                  <a:lnTo>
                    <a:pt x="1407726" y="1455091"/>
                  </a:lnTo>
                  <a:lnTo>
                    <a:pt x="1407768" y="1455131"/>
                  </a:lnTo>
                  <a:lnTo>
                    <a:pt x="1407774" y="1455138"/>
                  </a:lnTo>
                  <a:lnTo>
                    <a:pt x="1407794" y="1455175"/>
                  </a:lnTo>
                  <a:lnTo>
                    <a:pt x="1407862" y="1455191"/>
                  </a:lnTo>
                  <a:lnTo>
                    <a:pt x="1407884" y="1455182"/>
                  </a:lnTo>
                  <a:lnTo>
                    <a:pt x="1407891" y="1455142"/>
                  </a:lnTo>
                  <a:lnTo>
                    <a:pt x="1407893" y="1455129"/>
                  </a:lnTo>
                  <a:lnTo>
                    <a:pt x="1407896" y="1455108"/>
                  </a:lnTo>
                  <a:lnTo>
                    <a:pt x="1407881" y="1455073"/>
                  </a:lnTo>
                  <a:lnTo>
                    <a:pt x="1407872" y="1455054"/>
                  </a:lnTo>
                  <a:lnTo>
                    <a:pt x="1407870" y="1455050"/>
                  </a:lnTo>
                  <a:lnTo>
                    <a:pt x="1407866" y="1455043"/>
                  </a:lnTo>
                  <a:lnTo>
                    <a:pt x="1407864" y="1455005"/>
                  </a:lnTo>
                  <a:lnTo>
                    <a:pt x="1407863" y="1454993"/>
                  </a:lnTo>
                  <a:lnTo>
                    <a:pt x="1407875" y="1454966"/>
                  </a:lnTo>
                  <a:lnTo>
                    <a:pt x="1407878" y="1454956"/>
                  </a:lnTo>
                  <a:lnTo>
                    <a:pt x="1407901" y="1454887"/>
                  </a:lnTo>
                  <a:lnTo>
                    <a:pt x="1407909" y="1454868"/>
                  </a:lnTo>
                  <a:lnTo>
                    <a:pt x="1407917" y="1454846"/>
                  </a:lnTo>
                  <a:lnTo>
                    <a:pt x="1407894" y="1454784"/>
                  </a:lnTo>
                  <a:lnTo>
                    <a:pt x="1407900" y="1454734"/>
                  </a:lnTo>
                  <a:lnTo>
                    <a:pt x="1407899" y="1454714"/>
                  </a:lnTo>
                  <a:lnTo>
                    <a:pt x="1407905" y="1454713"/>
                  </a:lnTo>
                  <a:lnTo>
                    <a:pt x="1407909" y="1454719"/>
                  </a:lnTo>
                  <a:lnTo>
                    <a:pt x="1407925" y="1454751"/>
                  </a:lnTo>
                  <a:lnTo>
                    <a:pt x="1407950" y="1454784"/>
                  </a:lnTo>
                  <a:lnTo>
                    <a:pt x="1407955" y="1454834"/>
                  </a:lnTo>
                  <a:lnTo>
                    <a:pt x="1407992" y="1454847"/>
                  </a:lnTo>
                  <a:lnTo>
                    <a:pt x="1408038" y="1454843"/>
                  </a:lnTo>
                  <a:lnTo>
                    <a:pt x="1408106" y="1454824"/>
                  </a:lnTo>
                  <a:lnTo>
                    <a:pt x="1408149" y="1454812"/>
                  </a:lnTo>
                  <a:lnTo>
                    <a:pt x="1408173" y="1454805"/>
                  </a:lnTo>
                  <a:lnTo>
                    <a:pt x="1408199" y="1454798"/>
                  </a:lnTo>
                  <a:lnTo>
                    <a:pt x="1408249" y="1454781"/>
                  </a:lnTo>
                  <a:lnTo>
                    <a:pt x="1408270" y="1454773"/>
                  </a:lnTo>
                  <a:lnTo>
                    <a:pt x="1408275" y="1454764"/>
                  </a:lnTo>
                  <a:lnTo>
                    <a:pt x="1408247" y="1454731"/>
                  </a:lnTo>
                  <a:lnTo>
                    <a:pt x="1408241" y="1454719"/>
                  </a:lnTo>
                  <a:lnTo>
                    <a:pt x="1408237" y="1454700"/>
                  </a:lnTo>
                  <a:lnTo>
                    <a:pt x="1408216" y="1454699"/>
                  </a:lnTo>
                  <a:lnTo>
                    <a:pt x="1408209" y="1454699"/>
                  </a:lnTo>
                  <a:lnTo>
                    <a:pt x="1408195" y="1454700"/>
                  </a:lnTo>
                  <a:lnTo>
                    <a:pt x="1408136" y="1454667"/>
                  </a:lnTo>
                  <a:lnTo>
                    <a:pt x="1408129" y="1454662"/>
                  </a:lnTo>
                  <a:lnTo>
                    <a:pt x="1408114" y="1454652"/>
                  </a:lnTo>
                  <a:lnTo>
                    <a:pt x="1408072" y="1454640"/>
                  </a:lnTo>
                  <a:lnTo>
                    <a:pt x="1408057" y="1454628"/>
                  </a:lnTo>
                  <a:lnTo>
                    <a:pt x="1408052" y="1454623"/>
                  </a:lnTo>
                  <a:lnTo>
                    <a:pt x="1407948" y="1454538"/>
                  </a:lnTo>
                  <a:lnTo>
                    <a:pt x="1407923" y="1454510"/>
                  </a:lnTo>
                  <a:lnTo>
                    <a:pt x="1407906" y="1454485"/>
                  </a:lnTo>
                  <a:lnTo>
                    <a:pt x="1407904" y="1454480"/>
                  </a:lnTo>
                  <a:lnTo>
                    <a:pt x="1407875" y="1454435"/>
                  </a:lnTo>
                  <a:lnTo>
                    <a:pt x="1407870" y="1454376"/>
                  </a:lnTo>
                  <a:lnTo>
                    <a:pt x="1407887" y="1454293"/>
                  </a:lnTo>
                  <a:lnTo>
                    <a:pt x="1407892" y="1454270"/>
                  </a:lnTo>
                  <a:lnTo>
                    <a:pt x="1407919" y="1454132"/>
                  </a:lnTo>
                  <a:lnTo>
                    <a:pt x="1407937" y="1454040"/>
                  </a:lnTo>
                  <a:lnTo>
                    <a:pt x="1407950" y="1453979"/>
                  </a:lnTo>
                  <a:lnTo>
                    <a:pt x="1407977" y="1453852"/>
                  </a:lnTo>
                  <a:lnTo>
                    <a:pt x="1407997" y="1453783"/>
                  </a:lnTo>
                  <a:lnTo>
                    <a:pt x="1408002" y="1453764"/>
                  </a:lnTo>
                  <a:lnTo>
                    <a:pt x="1408006" y="1453749"/>
                  </a:lnTo>
                  <a:lnTo>
                    <a:pt x="1408000" y="1453733"/>
                  </a:lnTo>
                  <a:lnTo>
                    <a:pt x="1407993" y="1453713"/>
                  </a:lnTo>
                  <a:lnTo>
                    <a:pt x="1407989" y="1453704"/>
                  </a:lnTo>
                  <a:lnTo>
                    <a:pt x="1407979" y="1453686"/>
                  </a:lnTo>
                  <a:lnTo>
                    <a:pt x="1407966" y="1453666"/>
                  </a:lnTo>
                  <a:lnTo>
                    <a:pt x="1407947" y="1453644"/>
                  </a:lnTo>
                  <a:lnTo>
                    <a:pt x="1407894" y="1453585"/>
                  </a:lnTo>
                  <a:lnTo>
                    <a:pt x="1407831" y="1453517"/>
                  </a:lnTo>
                  <a:lnTo>
                    <a:pt x="1407822" y="1453508"/>
                  </a:lnTo>
                  <a:lnTo>
                    <a:pt x="1407795" y="1453480"/>
                  </a:lnTo>
                  <a:lnTo>
                    <a:pt x="1407789" y="1453474"/>
                  </a:lnTo>
                  <a:lnTo>
                    <a:pt x="1407738" y="1453455"/>
                  </a:lnTo>
                  <a:lnTo>
                    <a:pt x="1407708" y="1453453"/>
                  </a:lnTo>
                  <a:lnTo>
                    <a:pt x="1407696" y="1453457"/>
                  </a:lnTo>
                  <a:lnTo>
                    <a:pt x="1407654" y="1453415"/>
                  </a:lnTo>
                  <a:lnTo>
                    <a:pt x="1407642" y="1453402"/>
                  </a:lnTo>
                  <a:lnTo>
                    <a:pt x="1407634" y="1453394"/>
                  </a:lnTo>
                  <a:lnTo>
                    <a:pt x="1407636" y="1453384"/>
                  </a:lnTo>
                  <a:lnTo>
                    <a:pt x="1407648" y="1453382"/>
                  </a:lnTo>
                  <a:lnTo>
                    <a:pt x="1407696" y="1453393"/>
                  </a:lnTo>
                  <a:lnTo>
                    <a:pt x="1407750" y="1453378"/>
                  </a:lnTo>
                  <a:lnTo>
                    <a:pt x="1407774" y="1453371"/>
                  </a:lnTo>
                  <a:lnTo>
                    <a:pt x="1407837" y="1453331"/>
                  </a:lnTo>
                  <a:lnTo>
                    <a:pt x="1407856" y="1453326"/>
                  </a:lnTo>
                  <a:lnTo>
                    <a:pt x="1407900" y="1453313"/>
                  </a:lnTo>
                  <a:lnTo>
                    <a:pt x="1407910" y="1453299"/>
                  </a:lnTo>
                  <a:lnTo>
                    <a:pt x="1407925" y="1453277"/>
                  </a:lnTo>
                  <a:lnTo>
                    <a:pt x="1407992" y="1453228"/>
                  </a:lnTo>
                  <a:lnTo>
                    <a:pt x="1408090" y="1453164"/>
                  </a:lnTo>
                  <a:lnTo>
                    <a:pt x="1408107" y="1453153"/>
                  </a:lnTo>
                  <a:lnTo>
                    <a:pt x="1408122" y="1453143"/>
                  </a:lnTo>
                  <a:lnTo>
                    <a:pt x="1408160" y="1453110"/>
                  </a:lnTo>
                  <a:lnTo>
                    <a:pt x="1408173" y="1453098"/>
                  </a:lnTo>
                  <a:lnTo>
                    <a:pt x="1408211" y="1453008"/>
                  </a:lnTo>
                  <a:lnTo>
                    <a:pt x="1408228" y="1452970"/>
                  </a:lnTo>
                  <a:lnTo>
                    <a:pt x="1408251" y="1452916"/>
                  </a:lnTo>
                  <a:lnTo>
                    <a:pt x="1408278" y="1452800"/>
                  </a:lnTo>
                  <a:lnTo>
                    <a:pt x="1408278" y="1452781"/>
                  </a:lnTo>
                  <a:lnTo>
                    <a:pt x="1408278" y="1452773"/>
                  </a:lnTo>
                  <a:lnTo>
                    <a:pt x="1408278" y="1452762"/>
                  </a:lnTo>
                  <a:lnTo>
                    <a:pt x="1408284" y="1452742"/>
                  </a:lnTo>
                  <a:lnTo>
                    <a:pt x="1408317" y="1452748"/>
                  </a:lnTo>
                  <a:lnTo>
                    <a:pt x="1408333" y="1452753"/>
                  </a:lnTo>
                  <a:lnTo>
                    <a:pt x="1408386" y="1452772"/>
                  </a:lnTo>
                  <a:lnTo>
                    <a:pt x="1408451" y="1452735"/>
                  </a:lnTo>
                  <a:lnTo>
                    <a:pt x="1408643" y="1452626"/>
                  </a:lnTo>
                  <a:lnTo>
                    <a:pt x="1408708" y="1452548"/>
                  </a:lnTo>
                  <a:lnTo>
                    <a:pt x="1408869" y="1452354"/>
                  </a:lnTo>
                  <a:lnTo>
                    <a:pt x="1408884" y="1452261"/>
                  </a:lnTo>
                  <a:lnTo>
                    <a:pt x="1408917" y="1452062"/>
                  </a:lnTo>
                  <a:lnTo>
                    <a:pt x="1408920" y="1452038"/>
                  </a:lnTo>
                  <a:lnTo>
                    <a:pt x="1408921" y="1452007"/>
                  </a:lnTo>
                  <a:lnTo>
                    <a:pt x="1408922" y="1451946"/>
                  </a:lnTo>
                  <a:lnTo>
                    <a:pt x="1408923" y="1451927"/>
                  </a:lnTo>
                  <a:lnTo>
                    <a:pt x="1408924" y="1451888"/>
                  </a:lnTo>
                  <a:lnTo>
                    <a:pt x="1408924" y="1451871"/>
                  </a:lnTo>
                  <a:lnTo>
                    <a:pt x="1408919" y="1451819"/>
                  </a:lnTo>
                  <a:lnTo>
                    <a:pt x="1408896" y="1451763"/>
                  </a:lnTo>
                  <a:lnTo>
                    <a:pt x="1408837" y="1451720"/>
                  </a:lnTo>
                  <a:lnTo>
                    <a:pt x="1408777" y="1451708"/>
                  </a:lnTo>
                  <a:lnTo>
                    <a:pt x="1408743" y="1451705"/>
                  </a:lnTo>
                  <a:lnTo>
                    <a:pt x="1408742" y="1451592"/>
                  </a:lnTo>
                  <a:lnTo>
                    <a:pt x="1408742" y="1451530"/>
                  </a:lnTo>
                  <a:lnTo>
                    <a:pt x="1408794" y="1451510"/>
                  </a:lnTo>
                  <a:lnTo>
                    <a:pt x="1408819" y="1451500"/>
                  </a:lnTo>
                  <a:lnTo>
                    <a:pt x="1408822" y="1451477"/>
                  </a:lnTo>
                  <a:lnTo>
                    <a:pt x="1408813" y="1451473"/>
                  </a:lnTo>
                  <a:lnTo>
                    <a:pt x="1408804" y="1451470"/>
                  </a:lnTo>
                  <a:lnTo>
                    <a:pt x="1408797" y="1451467"/>
                  </a:lnTo>
                  <a:lnTo>
                    <a:pt x="1408768" y="1451455"/>
                  </a:lnTo>
                  <a:lnTo>
                    <a:pt x="1408751" y="1451448"/>
                  </a:lnTo>
                  <a:lnTo>
                    <a:pt x="1408738" y="1451444"/>
                  </a:lnTo>
                  <a:lnTo>
                    <a:pt x="1408728" y="1451440"/>
                  </a:lnTo>
                  <a:lnTo>
                    <a:pt x="1408676" y="1451420"/>
                  </a:lnTo>
                  <a:lnTo>
                    <a:pt x="1408657" y="1451393"/>
                  </a:lnTo>
                  <a:lnTo>
                    <a:pt x="1408497" y="1451177"/>
                  </a:lnTo>
                  <a:lnTo>
                    <a:pt x="1408460" y="1451126"/>
                  </a:lnTo>
                  <a:lnTo>
                    <a:pt x="1408417" y="1451069"/>
                  </a:lnTo>
                  <a:lnTo>
                    <a:pt x="1408346" y="1450975"/>
                  </a:lnTo>
                  <a:lnTo>
                    <a:pt x="1408316" y="1450919"/>
                  </a:lnTo>
                  <a:lnTo>
                    <a:pt x="1408301" y="1450891"/>
                  </a:lnTo>
                  <a:lnTo>
                    <a:pt x="1408277" y="1450851"/>
                  </a:lnTo>
                  <a:lnTo>
                    <a:pt x="1408218" y="1450744"/>
                  </a:lnTo>
                  <a:lnTo>
                    <a:pt x="1408186" y="1450686"/>
                  </a:lnTo>
                  <a:lnTo>
                    <a:pt x="1408179" y="1450673"/>
                  </a:lnTo>
                  <a:lnTo>
                    <a:pt x="1408171" y="1450659"/>
                  </a:lnTo>
                  <a:lnTo>
                    <a:pt x="1408164" y="1450647"/>
                  </a:lnTo>
                  <a:lnTo>
                    <a:pt x="1408138" y="1450600"/>
                  </a:lnTo>
                  <a:lnTo>
                    <a:pt x="1408135" y="1450595"/>
                  </a:lnTo>
                  <a:lnTo>
                    <a:pt x="1408130" y="1450585"/>
                  </a:lnTo>
                  <a:lnTo>
                    <a:pt x="1408125" y="1450575"/>
                  </a:lnTo>
                  <a:lnTo>
                    <a:pt x="1408096" y="1450556"/>
                  </a:lnTo>
                  <a:lnTo>
                    <a:pt x="1407909" y="1450658"/>
                  </a:lnTo>
                  <a:lnTo>
                    <a:pt x="1407880" y="1450683"/>
                  </a:lnTo>
                  <a:lnTo>
                    <a:pt x="1407871" y="1450691"/>
                  </a:lnTo>
                  <a:lnTo>
                    <a:pt x="1407830" y="1450726"/>
                  </a:lnTo>
                  <a:lnTo>
                    <a:pt x="1407806" y="1450746"/>
                  </a:lnTo>
                  <a:lnTo>
                    <a:pt x="1407797" y="1450760"/>
                  </a:lnTo>
                  <a:lnTo>
                    <a:pt x="1407785" y="1450778"/>
                  </a:lnTo>
                  <a:lnTo>
                    <a:pt x="1407728" y="1450864"/>
                  </a:lnTo>
                  <a:lnTo>
                    <a:pt x="1407672" y="1450944"/>
                  </a:lnTo>
                  <a:lnTo>
                    <a:pt x="1407657" y="1450953"/>
                  </a:lnTo>
                  <a:lnTo>
                    <a:pt x="1407623" y="1450958"/>
                  </a:lnTo>
                  <a:lnTo>
                    <a:pt x="1407618" y="1450930"/>
                  </a:lnTo>
                  <a:lnTo>
                    <a:pt x="1407623" y="1450894"/>
                  </a:lnTo>
                  <a:lnTo>
                    <a:pt x="1407646" y="1450841"/>
                  </a:lnTo>
                  <a:lnTo>
                    <a:pt x="1407646" y="1450820"/>
                  </a:lnTo>
                  <a:lnTo>
                    <a:pt x="1407646" y="1450801"/>
                  </a:lnTo>
                  <a:lnTo>
                    <a:pt x="1407645" y="1450778"/>
                  </a:lnTo>
                  <a:lnTo>
                    <a:pt x="1407645" y="1450765"/>
                  </a:lnTo>
                  <a:lnTo>
                    <a:pt x="1407640" y="1450742"/>
                  </a:lnTo>
                  <a:lnTo>
                    <a:pt x="1407617" y="1450627"/>
                  </a:lnTo>
                  <a:lnTo>
                    <a:pt x="1407581" y="1450496"/>
                  </a:lnTo>
                  <a:lnTo>
                    <a:pt x="1407573" y="1450466"/>
                  </a:lnTo>
                  <a:lnTo>
                    <a:pt x="1407553" y="1450394"/>
                  </a:lnTo>
                  <a:lnTo>
                    <a:pt x="1407544" y="1450360"/>
                  </a:lnTo>
                  <a:lnTo>
                    <a:pt x="1407483" y="1450153"/>
                  </a:lnTo>
                  <a:lnTo>
                    <a:pt x="1407472" y="1450124"/>
                  </a:lnTo>
                  <a:lnTo>
                    <a:pt x="1407460" y="1450113"/>
                  </a:lnTo>
                  <a:lnTo>
                    <a:pt x="1407386" y="1450048"/>
                  </a:lnTo>
                  <a:lnTo>
                    <a:pt x="1407379" y="1450041"/>
                  </a:lnTo>
                  <a:lnTo>
                    <a:pt x="1407375" y="1450035"/>
                  </a:lnTo>
                  <a:lnTo>
                    <a:pt x="1407296" y="1449940"/>
                  </a:lnTo>
                  <a:lnTo>
                    <a:pt x="1407292" y="1449936"/>
                  </a:lnTo>
                  <a:lnTo>
                    <a:pt x="1407258" y="1449931"/>
                  </a:lnTo>
                  <a:lnTo>
                    <a:pt x="1407242" y="1449929"/>
                  </a:lnTo>
                  <a:lnTo>
                    <a:pt x="1407192" y="1449968"/>
                  </a:lnTo>
                  <a:lnTo>
                    <a:pt x="1407176" y="1449980"/>
                  </a:lnTo>
                  <a:lnTo>
                    <a:pt x="1407177" y="1450003"/>
                  </a:lnTo>
                  <a:lnTo>
                    <a:pt x="1407129" y="1449993"/>
                  </a:lnTo>
                  <a:lnTo>
                    <a:pt x="1407100" y="1449924"/>
                  </a:lnTo>
                  <a:lnTo>
                    <a:pt x="1407096" y="1449906"/>
                  </a:lnTo>
                  <a:lnTo>
                    <a:pt x="1407088" y="1449866"/>
                  </a:lnTo>
                  <a:lnTo>
                    <a:pt x="1407098" y="1449847"/>
                  </a:lnTo>
                  <a:lnTo>
                    <a:pt x="1407111" y="1449820"/>
                  </a:lnTo>
                  <a:lnTo>
                    <a:pt x="1407118" y="1449805"/>
                  </a:lnTo>
                  <a:lnTo>
                    <a:pt x="1407130" y="1449781"/>
                  </a:lnTo>
                  <a:lnTo>
                    <a:pt x="1407155" y="1449776"/>
                  </a:lnTo>
                  <a:lnTo>
                    <a:pt x="1407180" y="1449771"/>
                  </a:lnTo>
                  <a:lnTo>
                    <a:pt x="1407222" y="1449707"/>
                  </a:lnTo>
                  <a:lnTo>
                    <a:pt x="1407293" y="1449629"/>
                  </a:lnTo>
                  <a:lnTo>
                    <a:pt x="1407300" y="1449622"/>
                  </a:lnTo>
                  <a:lnTo>
                    <a:pt x="1407324" y="1449609"/>
                  </a:lnTo>
                  <a:lnTo>
                    <a:pt x="1407345" y="1449598"/>
                  </a:lnTo>
                  <a:lnTo>
                    <a:pt x="1407419" y="1449557"/>
                  </a:lnTo>
                  <a:lnTo>
                    <a:pt x="1407388" y="1449495"/>
                  </a:lnTo>
                  <a:lnTo>
                    <a:pt x="1407378" y="1449472"/>
                  </a:lnTo>
                  <a:lnTo>
                    <a:pt x="1407374" y="1449470"/>
                  </a:lnTo>
                  <a:lnTo>
                    <a:pt x="1407369" y="1449467"/>
                  </a:lnTo>
                  <a:lnTo>
                    <a:pt x="1407214" y="1449496"/>
                  </a:lnTo>
                  <a:lnTo>
                    <a:pt x="1407158" y="1449508"/>
                  </a:lnTo>
                  <a:lnTo>
                    <a:pt x="1406963" y="1449729"/>
                  </a:lnTo>
                  <a:lnTo>
                    <a:pt x="1406960" y="1449744"/>
                  </a:lnTo>
                  <a:lnTo>
                    <a:pt x="1406855" y="1450182"/>
                  </a:lnTo>
                  <a:lnTo>
                    <a:pt x="1406801" y="1450406"/>
                  </a:lnTo>
                  <a:lnTo>
                    <a:pt x="1406736" y="1450549"/>
                  </a:lnTo>
                  <a:lnTo>
                    <a:pt x="1406662" y="1450710"/>
                  </a:lnTo>
                  <a:lnTo>
                    <a:pt x="1406608" y="1450738"/>
                  </a:lnTo>
                  <a:lnTo>
                    <a:pt x="1406525" y="1450750"/>
                  </a:lnTo>
                  <a:lnTo>
                    <a:pt x="1406519" y="1450757"/>
                  </a:lnTo>
                  <a:lnTo>
                    <a:pt x="1406474" y="1450805"/>
                  </a:lnTo>
                  <a:lnTo>
                    <a:pt x="1406425" y="1450889"/>
                  </a:lnTo>
                  <a:lnTo>
                    <a:pt x="1406379" y="1450933"/>
                  </a:lnTo>
                  <a:lnTo>
                    <a:pt x="1406372" y="1450940"/>
                  </a:lnTo>
                  <a:lnTo>
                    <a:pt x="1406366" y="1450941"/>
                  </a:lnTo>
                  <a:lnTo>
                    <a:pt x="1406299" y="1450947"/>
                  </a:lnTo>
                  <a:lnTo>
                    <a:pt x="1406271" y="1450892"/>
                  </a:lnTo>
                  <a:lnTo>
                    <a:pt x="1406185" y="1450480"/>
                  </a:lnTo>
                  <a:lnTo>
                    <a:pt x="1406327" y="1450167"/>
                  </a:lnTo>
                  <a:lnTo>
                    <a:pt x="1406342" y="1450138"/>
                  </a:lnTo>
                  <a:lnTo>
                    <a:pt x="1406346" y="1450083"/>
                  </a:lnTo>
                  <a:lnTo>
                    <a:pt x="1406336" y="1450054"/>
                  </a:lnTo>
                  <a:lnTo>
                    <a:pt x="1406272" y="1449960"/>
                  </a:lnTo>
                  <a:lnTo>
                    <a:pt x="1406255" y="1449934"/>
                  </a:lnTo>
                  <a:lnTo>
                    <a:pt x="1406208" y="1449771"/>
                  </a:lnTo>
                  <a:lnTo>
                    <a:pt x="1406200" y="1449745"/>
                  </a:lnTo>
                  <a:lnTo>
                    <a:pt x="1406161" y="1449677"/>
                  </a:lnTo>
                  <a:lnTo>
                    <a:pt x="1406138" y="1449636"/>
                  </a:lnTo>
                  <a:lnTo>
                    <a:pt x="1406060" y="1449564"/>
                  </a:lnTo>
                  <a:lnTo>
                    <a:pt x="1406050" y="1449555"/>
                  </a:lnTo>
                  <a:lnTo>
                    <a:pt x="1406047" y="1449543"/>
                  </a:lnTo>
                  <a:lnTo>
                    <a:pt x="1406041" y="1449520"/>
                  </a:lnTo>
                  <a:lnTo>
                    <a:pt x="1406034" y="1449491"/>
                  </a:lnTo>
                  <a:lnTo>
                    <a:pt x="1406008" y="1449454"/>
                  </a:lnTo>
                  <a:lnTo>
                    <a:pt x="1406000" y="1449346"/>
                  </a:lnTo>
                  <a:lnTo>
                    <a:pt x="1405990" y="1449274"/>
                  </a:lnTo>
                  <a:lnTo>
                    <a:pt x="1405988" y="1449216"/>
                  </a:lnTo>
                  <a:lnTo>
                    <a:pt x="1406010" y="1449092"/>
                  </a:lnTo>
                  <a:lnTo>
                    <a:pt x="1406022" y="1449077"/>
                  </a:lnTo>
                  <a:lnTo>
                    <a:pt x="1406071" y="1448971"/>
                  </a:lnTo>
                  <a:lnTo>
                    <a:pt x="1406082" y="1448932"/>
                  </a:lnTo>
                  <a:lnTo>
                    <a:pt x="1406104" y="1448855"/>
                  </a:lnTo>
                  <a:lnTo>
                    <a:pt x="1406100" y="1448846"/>
                  </a:lnTo>
                  <a:lnTo>
                    <a:pt x="1406076" y="1448833"/>
                  </a:lnTo>
                  <a:lnTo>
                    <a:pt x="1406064" y="1448813"/>
                  </a:lnTo>
                  <a:lnTo>
                    <a:pt x="1406079" y="1448782"/>
                  </a:lnTo>
                  <a:lnTo>
                    <a:pt x="1406089" y="1448761"/>
                  </a:lnTo>
                  <a:lnTo>
                    <a:pt x="1406098" y="1448749"/>
                  </a:lnTo>
                  <a:lnTo>
                    <a:pt x="1406086" y="1448719"/>
                  </a:lnTo>
                  <a:lnTo>
                    <a:pt x="1406050" y="1448627"/>
                  </a:lnTo>
                  <a:lnTo>
                    <a:pt x="1406000" y="1448543"/>
                  </a:lnTo>
                  <a:lnTo>
                    <a:pt x="1405988" y="1448505"/>
                  </a:lnTo>
                  <a:lnTo>
                    <a:pt x="1405975" y="1448410"/>
                  </a:lnTo>
                  <a:lnTo>
                    <a:pt x="1405966" y="1448403"/>
                  </a:lnTo>
                  <a:lnTo>
                    <a:pt x="1405941" y="1448405"/>
                  </a:lnTo>
                  <a:lnTo>
                    <a:pt x="1405919" y="1448412"/>
                  </a:lnTo>
                  <a:lnTo>
                    <a:pt x="1405884" y="1448426"/>
                  </a:lnTo>
                  <a:lnTo>
                    <a:pt x="1405833" y="1448452"/>
                  </a:lnTo>
                  <a:lnTo>
                    <a:pt x="1405839" y="1448456"/>
                  </a:lnTo>
                  <a:lnTo>
                    <a:pt x="1405845" y="1448473"/>
                  </a:lnTo>
                  <a:lnTo>
                    <a:pt x="1405848" y="1448491"/>
                  </a:lnTo>
                  <a:lnTo>
                    <a:pt x="1405868" y="1448521"/>
                  </a:lnTo>
                  <a:lnTo>
                    <a:pt x="1405882" y="1448594"/>
                  </a:lnTo>
                  <a:lnTo>
                    <a:pt x="1405888" y="1448673"/>
                  </a:lnTo>
                  <a:lnTo>
                    <a:pt x="1405878" y="1448715"/>
                  </a:lnTo>
                  <a:lnTo>
                    <a:pt x="1405855" y="1448797"/>
                  </a:lnTo>
                  <a:lnTo>
                    <a:pt x="1405810" y="1448916"/>
                  </a:lnTo>
                  <a:lnTo>
                    <a:pt x="1405798" y="1448933"/>
                  </a:lnTo>
                  <a:lnTo>
                    <a:pt x="1405771" y="1448933"/>
                  </a:lnTo>
                  <a:lnTo>
                    <a:pt x="1405715" y="1448902"/>
                  </a:lnTo>
                  <a:lnTo>
                    <a:pt x="1405668" y="1448891"/>
                  </a:lnTo>
                  <a:lnTo>
                    <a:pt x="1405633" y="1448900"/>
                  </a:lnTo>
                  <a:lnTo>
                    <a:pt x="1405623" y="1448924"/>
                  </a:lnTo>
                  <a:lnTo>
                    <a:pt x="1405614" y="1449055"/>
                  </a:lnTo>
                  <a:lnTo>
                    <a:pt x="1405585" y="1449172"/>
                  </a:lnTo>
                  <a:lnTo>
                    <a:pt x="1405573" y="1449230"/>
                  </a:lnTo>
                  <a:lnTo>
                    <a:pt x="1405588" y="1449413"/>
                  </a:lnTo>
                  <a:lnTo>
                    <a:pt x="1405594" y="1449473"/>
                  </a:lnTo>
                  <a:lnTo>
                    <a:pt x="1405588" y="1449544"/>
                  </a:lnTo>
                  <a:lnTo>
                    <a:pt x="1405571" y="1449623"/>
                  </a:lnTo>
                  <a:lnTo>
                    <a:pt x="1405540" y="1449691"/>
                  </a:lnTo>
                  <a:lnTo>
                    <a:pt x="1405540" y="1449728"/>
                  </a:lnTo>
                  <a:lnTo>
                    <a:pt x="1405555" y="1449764"/>
                  </a:lnTo>
                  <a:lnTo>
                    <a:pt x="1405579" y="1449813"/>
                  </a:lnTo>
                  <a:lnTo>
                    <a:pt x="1405621" y="1449838"/>
                  </a:lnTo>
                  <a:lnTo>
                    <a:pt x="1405697" y="1449887"/>
                  </a:lnTo>
                  <a:lnTo>
                    <a:pt x="1405705" y="1449889"/>
                  </a:lnTo>
                  <a:lnTo>
                    <a:pt x="1405713" y="1449890"/>
                  </a:lnTo>
                  <a:lnTo>
                    <a:pt x="1405725" y="1449891"/>
                  </a:lnTo>
                  <a:lnTo>
                    <a:pt x="1405743" y="1449881"/>
                  </a:lnTo>
                  <a:lnTo>
                    <a:pt x="1405749" y="1449886"/>
                  </a:lnTo>
                  <a:lnTo>
                    <a:pt x="1405760" y="1449893"/>
                  </a:lnTo>
                  <a:lnTo>
                    <a:pt x="1405776" y="1449907"/>
                  </a:lnTo>
                  <a:lnTo>
                    <a:pt x="1405784" y="1449913"/>
                  </a:lnTo>
                  <a:lnTo>
                    <a:pt x="1405788" y="1449919"/>
                  </a:lnTo>
                  <a:lnTo>
                    <a:pt x="1405802" y="1449947"/>
                  </a:lnTo>
                  <a:lnTo>
                    <a:pt x="1405829" y="1450009"/>
                  </a:lnTo>
                  <a:lnTo>
                    <a:pt x="1405851" y="1450051"/>
                  </a:lnTo>
                  <a:lnTo>
                    <a:pt x="1405881" y="1450067"/>
                  </a:lnTo>
                  <a:lnTo>
                    <a:pt x="1405891" y="1450087"/>
                  </a:lnTo>
                  <a:lnTo>
                    <a:pt x="1405869" y="1450246"/>
                  </a:lnTo>
                  <a:lnTo>
                    <a:pt x="1405815" y="1450339"/>
                  </a:lnTo>
                  <a:lnTo>
                    <a:pt x="1405712" y="1450520"/>
                  </a:lnTo>
                  <a:lnTo>
                    <a:pt x="1405560" y="1450850"/>
                  </a:lnTo>
                  <a:lnTo>
                    <a:pt x="1405286" y="1451048"/>
                  </a:lnTo>
                  <a:lnTo>
                    <a:pt x="1405243" y="1450987"/>
                  </a:lnTo>
                  <a:lnTo>
                    <a:pt x="1405208" y="1450939"/>
                  </a:lnTo>
                  <a:lnTo>
                    <a:pt x="1405178" y="1450897"/>
                  </a:lnTo>
                  <a:lnTo>
                    <a:pt x="1405192" y="1450855"/>
                  </a:lnTo>
                  <a:lnTo>
                    <a:pt x="1405224" y="1450759"/>
                  </a:lnTo>
                  <a:lnTo>
                    <a:pt x="1405318" y="1450530"/>
                  </a:lnTo>
                  <a:lnTo>
                    <a:pt x="1405307" y="1450344"/>
                  </a:lnTo>
                  <a:lnTo>
                    <a:pt x="1405287" y="1450034"/>
                  </a:lnTo>
                  <a:lnTo>
                    <a:pt x="1405277" y="1449940"/>
                  </a:lnTo>
                  <a:lnTo>
                    <a:pt x="1405236" y="1449823"/>
                  </a:lnTo>
                  <a:lnTo>
                    <a:pt x="1405232" y="1449811"/>
                  </a:lnTo>
                  <a:lnTo>
                    <a:pt x="1405222" y="1449788"/>
                  </a:lnTo>
                  <a:lnTo>
                    <a:pt x="1405203" y="1449742"/>
                  </a:lnTo>
                  <a:lnTo>
                    <a:pt x="1405193" y="1449732"/>
                  </a:lnTo>
                  <a:lnTo>
                    <a:pt x="1405156" y="1449713"/>
                  </a:lnTo>
                  <a:lnTo>
                    <a:pt x="1405141" y="1449705"/>
                  </a:lnTo>
                  <a:lnTo>
                    <a:pt x="1405110" y="1449684"/>
                  </a:lnTo>
                  <a:lnTo>
                    <a:pt x="1405095" y="1449674"/>
                  </a:lnTo>
                  <a:lnTo>
                    <a:pt x="1405022" y="1449602"/>
                  </a:lnTo>
                  <a:lnTo>
                    <a:pt x="1405016" y="1449597"/>
                  </a:lnTo>
                  <a:lnTo>
                    <a:pt x="1405002" y="1449582"/>
                  </a:lnTo>
                  <a:lnTo>
                    <a:pt x="1405002" y="1449541"/>
                  </a:lnTo>
                  <a:lnTo>
                    <a:pt x="1405006" y="1449514"/>
                  </a:lnTo>
                  <a:lnTo>
                    <a:pt x="1405012" y="1449469"/>
                  </a:lnTo>
                  <a:lnTo>
                    <a:pt x="1405018" y="1449456"/>
                  </a:lnTo>
                  <a:lnTo>
                    <a:pt x="1405024" y="1449441"/>
                  </a:lnTo>
                  <a:lnTo>
                    <a:pt x="1405028" y="1449424"/>
                  </a:lnTo>
                  <a:lnTo>
                    <a:pt x="1405030" y="1449419"/>
                  </a:lnTo>
                  <a:lnTo>
                    <a:pt x="1405037" y="1449408"/>
                  </a:lnTo>
                  <a:lnTo>
                    <a:pt x="1405041" y="1449403"/>
                  </a:lnTo>
                  <a:lnTo>
                    <a:pt x="1405045" y="1449398"/>
                  </a:lnTo>
                  <a:lnTo>
                    <a:pt x="1405048" y="1449392"/>
                  </a:lnTo>
                  <a:lnTo>
                    <a:pt x="1405059" y="1449371"/>
                  </a:lnTo>
                  <a:lnTo>
                    <a:pt x="1405044" y="1449330"/>
                  </a:lnTo>
                  <a:lnTo>
                    <a:pt x="1404955" y="1449185"/>
                  </a:lnTo>
                  <a:lnTo>
                    <a:pt x="1404866" y="1449018"/>
                  </a:lnTo>
                  <a:lnTo>
                    <a:pt x="1404736" y="1448822"/>
                  </a:lnTo>
                  <a:lnTo>
                    <a:pt x="1404728" y="1448810"/>
                  </a:lnTo>
                  <a:lnTo>
                    <a:pt x="1404612" y="1448658"/>
                  </a:lnTo>
                  <a:lnTo>
                    <a:pt x="1404590" y="1448638"/>
                  </a:lnTo>
                  <a:lnTo>
                    <a:pt x="1404574" y="1448623"/>
                  </a:lnTo>
                  <a:lnTo>
                    <a:pt x="1404549" y="1448601"/>
                  </a:lnTo>
                  <a:lnTo>
                    <a:pt x="1404496" y="1448557"/>
                  </a:lnTo>
                  <a:lnTo>
                    <a:pt x="1404468" y="1448536"/>
                  </a:lnTo>
                  <a:lnTo>
                    <a:pt x="1404456" y="1448527"/>
                  </a:lnTo>
                  <a:lnTo>
                    <a:pt x="1404439" y="1448518"/>
                  </a:lnTo>
                  <a:lnTo>
                    <a:pt x="1404425" y="1448512"/>
                  </a:lnTo>
                  <a:lnTo>
                    <a:pt x="1404404" y="1448504"/>
                  </a:lnTo>
                  <a:lnTo>
                    <a:pt x="1404362" y="1448484"/>
                  </a:lnTo>
                  <a:lnTo>
                    <a:pt x="1404306" y="1448461"/>
                  </a:lnTo>
                  <a:lnTo>
                    <a:pt x="1404290" y="1448460"/>
                  </a:lnTo>
                  <a:lnTo>
                    <a:pt x="1404236" y="1448471"/>
                  </a:lnTo>
                  <a:lnTo>
                    <a:pt x="1404215" y="1448476"/>
                  </a:lnTo>
                  <a:lnTo>
                    <a:pt x="1404172" y="1448477"/>
                  </a:lnTo>
                  <a:lnTo>
                    <a:pt x="1404162" y="1448477"/>
                  </a:lnTo>
                  <a:lnTo>
                    <a:pt x="1404162" y="1448491"/>
                  </a:lnTo>
                  <a:lnTo>
                    <a:pt x="1404166" y="1448496"/>
                  </a:lnTo>
                  <a:lnTo>
                    <a:pt x="1404180" y="1448513"/>
                  </a:lnTo>
                  <a:lnTo>
                    <a:pt x="1404171" y="1448539"/>
                  </a:lnTo>
                  <a:lnTo>
                    <a:pt x="1404167" y="1448550"/>
                  </a:lnTo>
                  <a:lnTo>
                    <a:pt x="1404161" y="1448566"/>
                  </a:lnTo>
                  <a:lnTo>
                    <a:pt x="1404154" y="1448572"/>
                  </a:lnTo>
                  <a:lnTo>
                    <a:pt x="1404136" y="1448585"/>
                  </a:lnTo>
                  <a:lnTo>
                    <a:pt x="1404093" y="1448589"/>
                  </a:lnTo>
                  <a:lnTo>
                    <a:pt x="1403907" y="1448675"/>
                  </a:lnTo>
                  <a:lnTo>
                    <a:pt x="1403828" y="1448712"/>
                  </a:lnTo>
                  <a:lnTo>
                    <a:pt x="1403705" y="1448692"/>
                  </a:lnTo>
                  <a:lnTo>
                    <a:pt x="1403625" y="1448679"/>
                  </a:lnTo>
                  <a:lnTo>
                    <a:pt x="1403563" y="1448626"/>
                  </a:lnTo>
                  <a:lnTo>
                    <a:pt x="1403549" y="1448614"/>
                  </a:lnTo>
                  <a:lnTo>
                    <a:pt x="1403486" y="1448573"/>
                  </a:lnTo>
                  <a:lnTo>
                    <a:pt x="1403485" y="1448557"/>
                  </a:lnTo>
                  <a:lnTo>
                    <a:pt x="1403479" y="1448490"/>
                  </a:lnTo>
                  <a:lnTo>
                    <a:pt x="1403478" y="1448480"/>
                  </a:lnTo>
                  <a:lnTo>
                    <a:pt x="1403473" y="1448422"/>
                  </a:lnTo>
                  <a:lnTo>
                    <a:pt x="1403485" y="1448410"/>
                  </a:lnTo>
                  <a:lnTo>
                    <a:pt x="1403539" y="1448395"/>
                  </a:lnTo>
                  <a:lnTo>
                    <a:pt x="1403596" y="1448379"/>
                  </a:lnTo>
                  <a:lnTo>
                    <a:pt x="1403616" y="1448356"/>
                  </a:lnTo>
                  <a:lnTo>
                    <a:pt x="1403620" y="1448351"/>
                  </a:lnTo>
                  <a:lnTo>
                    <a:pt x="1403639" y="1448317"/>
                  </a:lnTo>
                  <a:lnTo>
                    <a:pt x="1403643" y="1448306"/>
                  </a:lnTo>
                  <a:lnTo>
                    <a:pt x="1403649" y="1448291"/>
                  </a:lnTo>
                  <a:lnTo>
                    <a:pt x="1403637" y="1448284"/>
                  </a:lnTo>
                  <a:lnTo>
                    <a:pt x="1403586" y="1448250"/>
                  </a:lnTo>
                  <a:lnTo>
                    <a:pt x="1403566" y="1448237"/>
                  </a:lnTo>
                  <a:lnTo>
                    <a:pt x="1403554" y="1448229"/>
                  </a:lnTo>
                  <a:lnTo>
                    <a:pt x="1403345" y="1448093"/>
                  </a:lnTo>
                  <a:lnTo>
                    <a:pt x="1403302" y="1448064"/>
                  </a:lnTo>
                  <a:lnTo>
                    <a:pt x="1403287" y="1448054"/>
                  </a:lnTo>
                  <a:lnTo>
                    <a:pt x="1403273" y="1448045"/>
                  </a:lnTo>
                  <a:lnTo>
                    <a:pt x="1403249" y="1448041"/>
                  </a:lnTo>
                  <a:lnTo>
                    <a:pt x="1403237" y="1448039"/>
                  </a:lnTo>
                  <a:lnTo>
                    <a:pt x="1403131" y="1448079"/>
                  </a:lnTo>
                  <a:lnTo>
                    <a:pt x="1403041" y="1448077"/>
                  </a:lnTo>
                  <a:lnTo>
                    <a:pt x="1403025" y="1448077"/>
                  </a:lnTo>
                  <a:lnTo>
                    <a:pt x="1402985" y="1448088"/>
                  </a:lnTo>
                  <a:lnTo>
                    <a:pt x="1402929" y="1448105"/>
                  </a:lnTo>
                  <a:lnTo>
                    <a:pt x="1402924" y="1448150"/>
                  </a:lnTo>
                  <a:lnTo>
                    <a:pt x="1402846" y="1448183"/>
                  </a:lnTo>
                  <a:lnTo>
                    <a:pt x="1402747" y="1448202"/>
                  </a:lnTo>
                  <a:lnTo>
                    <a:pt x="1402683" y="1448223"/>
                  </a:lnTo>
                  <a:lnTo>
                    <a:pt x="1402673" y="1448228"/>
                  </a:lnTo>
                  <a:lnTo>
                    <a:pt x="1402661" y="1448235"/>
                  </a:lnTo>
                  <a:lnTo>
                    <a:pt x="1402649" y="1448241"/>
                  </a:lnTo>
                  <a:lnTo>
                    <a:pt x="1402632" y="1448241"/>
                  </a:lnTo>
                  <a:lnTo>
                    <a:pt x="1402584" y="1448240"/>
                  </a:lnTo>
                  <a:lnTo>
                    <a:pt x="1402575" y="1448239"/>
                  </a:lnTo>
                  <a:lnTo>
                    <a:pt x="1402470" y="1448239"/>
                  </a:lnTo>
                  <a:lnTo>
                    <a:pt x="1402217" y="1448236"/>
                  </a:lnTo>
                  <a:lnTo>
                    <a:pt x="1402160" y="1448255"/>
                  </a:lnTo>
                  <a:lnTo>
                    <a:pt x="1402152" y="1448249"/>
                  </a:lnTo>
                  <a:lnTo>
                    <a:pt x="1402147" y="1448197"/>
                  </a:lnTo>
                  <a:lnTo>
                    <a:pt x="1402160" y="1448107"/>
                  </a:lnTo>
                  <a:lnTo>
                    <a:pt x="1402166" y="1448063"/>
                  </a:lnTo>
                  <a:lnTo>
                    <a:pt x="1402177" y="1448034"/>
                  </a:lnTo>
                  <a:lnTo>
                    <a:pt x="1402155" y="1448019"/>
                  </a:lnTo>
                  <a:lnTo>
                    <a:pt x="1402119" y="1447995"/>
                  </a:lnTo>
                  <a:lnTo>
                    <a:pt x="1402076" y="1447877"/>
                  </a:lnTo>
                  <a:lnTo>
                    <a:pt x="1402082" y="1447859"/>
                  </a:lnTo>
                  <a:lnTo>
                    <a:pt x="1402047" y="1447826"/>
                  </a:lnTo>
                  <a:lnTo>
                    <a:pt x="1402015" y="1447857"/>
                  </a:lnTo>
                  <a:lnTo>
                    <a:pt x="1401929" y="1447881"/>
                  </a:lnTo>
                  <a:lnTo>
                    <a:pt x="1401925" y="1447894"/>
                  </a:lnTo>
                  <a:lnTo>
                    <a:pt x="1401915" y="1447922"/>
                  </a:lnTo>
                  <a:lnTo>
                    <a:pt x="1401906" y="1448014"/>
                  </a:lnTo>
                  <a:lnTo>
                    <a:pt x="1401889" y="1448043"/>
                  </a:lnTo>
                  <a:lnTo>
                    <a:pt x="1401857" y="1448043"/>
                  </a:lnTo>
                  <a:lnTo>
                    <a:pt x="1401815" y="1447952"/>
                  </a:lnTo>
                  <a:lnTo>
                    <a:pt x="1401784" y="1447936"/>
                  </a:lnTo>
                  <a:lnTo>
                    <a:pt x="1401730" y="1447912"/>
                  </a:lnTo>
                  <a:lnTo>
                    <a:pt x="1401712" y="1447904"/>
                  </a:lnTo>
                  <a:lnTo>
                    <a:pt x="1401696" y="1447898"/>
                  </a:lnTo>
                  <a:lnTo>
                    <a:pt x="1401687" y="1447894"/>
                  </a:lnTo>
                  <a:lnTo>
                    <a:pt x="1401685" y="1447891"/>
                  </a:lnTo>
                  <a:lnTo>
                    <a:pt x="1401657" y="1447856"/>
                  </a:lnTo>
                  <a:lnTo>
                    <a:pt x="1401613" y="1447801"/>
                  </a:lnTo>
                  <a:lnTo>
                    <a:pt x="1401562" y="1447727"/>
                  </a:lnTo>
                  <a:lnTo>
                    <a:pt x="1401552" y="1447712"/>
                  </a:lnTo>
                  <a:lnTo>
                    <a:pt x="1401541" y="1447693"/>
                  </a:lnTo>
                  <a:lnTo>
                    <a:pt x="1401559" y="1447638"/>
                  </a:lnTo>
                  <a:lnTo>
                    <a:pt x="1401562" y="1447630"/>
                  </a:lnTo>
                  <a:lnTo>
                    <a:pt x="1401569" y="1447607"/>
                  </a:lnTo>
                  <a:lnTo>
                    <a:pt x="1401573" y="1447594"/>
                  </a:lnTo>
                  <a:lnTo>
                    <a:pt x="1401589" y="1447516"/>
                  </a:lnTo>
                  <a:lnTo>
                    <a:pt x="1401591" y="1447509"/>
                  </a:lnTo>
                  <a:lnTo>
                    <a:pt x="1401580" y="1447321"/>
                  </a:lnTo>
                  <a:lnTo>
                    <a:pt x="1401563" y="1447227"/>
                  </a:lnTo>
                  <a:lnTo>
                    <a:pt x="1401529" y="1447127"/>
                  </a:lnTo>
                  <a:lnTo>
                    <a:pt x="1401496" y="1447029"/>
                  </a:lnTo>
                  <a:lnTo>
                    <a:pt x="1401423" y="1446826"/>
                  </a:lnTo>
                  <a:lnTo>
                    <a:pt x="1401366" y="1446676"/>
                  </a:lnTo>
                  <a:lnTo>
                    <a:pt x="1401349" y="1446630"/>
                  </a:lnTo>
                  <a:lnTo>
                    <a:pt x="1401332" y="1446605"/>
                  </a:lnTo>
                  <a:lnTo>
                    <a:pt x="1401319" y="1446588"/>
                  </a:lnTo>
                  <a:lnTo>
                    <a:pt x="1401308" y="1446571"/>
                  </a:lnTo>
                  <a:lnTo>
                    <a:pt x="1401302" y="1446573"/>
                  </a:lnTo>
                  <a:lnTo>
                    <a:pt x="1401293" y="1446577"/>
                  </a:lnTo>
                  <a:lnTo>
                    <a:pt x="1401254" y="1446584"/>
                  </a:lnTo>
                  <a:lnTo>
                    <a:pt x="1401206" y="1446571"/>
                  </a:lnTo>
                  <a:lnTo>
                    <a:pt x="1401202" y="1446566"/>
                  </a:lnTo>
                  <a:lnTo>
                    <a:pt x="1401171" y="1446528"/>
                  </a:lnTo>
                  <a:lnTo>
                    <a:pt x="1401171" y="1446481"/>
                  </a:lnTo>
                  <a:lnTo>
                    <a:pt x="1401171" y="1446414"/>
                  </a:lnTo>
                  <a:lnTo>
                    <a:pt x="1401171" y="1446365"/>
                  </a:lnTo>
                  <a:lnTo>
                    <a:pt x="1401360" y="1446397"/>
                  </a:lnTo>
                  <a:lnTo>
                    <a:pt x="1401409" y="1446405"/>
                  </a:lnTo>
                  <a:lnTo>
                    <a:pt x="1401463" y="1446414"/>
                  </a:lnTo>
                  <a:lnTo>
                    <a:pt x="1401780" y="1446276"/>
                  </a:lnTo>
                  <a:lnTo>
                    <a:pt x="1401821" y="1446258"/>
                  </a:lnTo>
                  <a:lnTo>
                    <a:pt x="1401863" y="1446231"/>
                  </a:lnTo>
                  <a:lnTo>
                    <a:pt x="1402218" y="1445995"/>
                  </a:lnTo>
                  <a:lnTo>
                    <a:pt x="1402274" y="1445952"/>
                  </a:lnTo>
                  <a:lnTo>
                    <a:pt x="1402282" y="1445920"/>
                  </a:lnTo>
                  <a:lnTo>
                    <a:pt x="1402258" y="1445876"/>
                  </a:lnTo>
                  <a:lnTo>
                    <a:pt x="1402226" y="1445862"/>
                  </a:lnTo>
                  <a:lnTo>
                    <a:pt x="1402180" y="1445879"/>
                  </a:lnTo>
                  <a:lnTo>
                    <a:pt x="1402140" y="1445827"/>
                  </a:lnTo>
                  <a:lnTo>
                    <a:pt x="1402068" y="1445497"/>
                  </a:lnTo>
                  <a:lnTo>
                    <a:pt x="1402058" y="1445452"/>
                  </a:lnTo>
                  <a:lnTo>
                    <a:pt x="1402029" y="1445452"/>
                  </a:lnTo>
                  <a:lnTo>
                    <a:pt x="1402004" y="1445459"/>
                  </a:lnTo>
                  <a:lnTo>
                    <a:pt x="1401976" y="1445494"/>
                  </a:lnTo>
                  <a:lnTo>
                    <a:pt x="1401974" y="1445524"/>
                  </a:lnTo>
                  <a:lnTo>
                    <a:pt x="1401972" y="1445566"/>
                  </a:lnTo>
                  <a:lnTo>
                    <a:pt x="1401961" y="1445798"/>
                  </a:lnTo>
                  <a:lnTo>
                    <a:pt x="1401969" y="1445817"/>
                  </a:lnTo>
                  <a:lnTo>
                    <a:pt x="1401967" y="1445928"/>
                  </a:lnTo>
                  <a:lnTo>
                    <a:pt x="1401939" y="1445964"/>
                  </a:lnTo>
                  <a:lnTo>
                    <a:pt x="1401868" y="1446084"/>
                  </a:lnTo>
                  <a:lnTo>
                    <a:pt x="1401843" y="1446119"/>
                  </a:lnTo>
                  <a:lnTo>
                    <a:pt x="1401820" y="1446107"/>
                  </a:lnTo>
                  <a:lnTo>
                    <a:pt x="1401813" y="1446103"/>
                  </a:lnTo>
                  <a:lnTo>
                    <a:pt x="1401799" y="1446074"/>
                  </a:lnTo>
                  <a:lnTo>
                    <a:pt x="1401771" y="1446016"/>
                  </a:lnTo>
                  <a:lnTo>
                    <a:pt x="1401770" y="1445917"/>
                  </a:lnTo>
                  <a:lnTo>
                    <a:pt x="1401796" y="1445868"/>
                  </a:lnTo>
                  <a:lnTo>
                    <a:pt x="1401815" y="1445825"/>
                  </a:lnTo>
                  <a:lnTo>
                    <a:pt x="1401867" y="1445746"/>
                  </a:lnTo>
                  <a:lnTo>
                    <a:pt x="1401883" y="1445690"/>
                  </a:lnTo>
                  <a:lnTo>
                    <a:pt x="1401893" y="1445617"/>
                  </a:lnTo>
                  <a:lnTo>
                    <a:pt x="1401892" y="1445576"/>
                  </a:lnTo>
                  <a:lnTo>
                    <a:pt x="1401898" y="1445495"/>
                  </a:lnTo>
                  <a:lnTo>
                    <a:pt x="1401895" y="1445402"/>
                  </a:lnTo>
                  <a:lnTo>
                    <a:pt x="1401885" y="1445293"/>
                  </a:lnTo>
                  <a:lnTo>
                    <a:pt x="1401863" y="1445176"/>
                  </a:lnTo>
                  <a:lnTo>
                    <a:pt x="1401834" y="1445063"/>
                  </a:lnTo>
                  <a:lnTo>
                    <a:pt x="1401803" y="1444969"/>
                  </a:lnTo>
                  <a:lnTo>
                    <a:pt x="1401765" y="1444851"/>
                  </a:lnTo>
                  <a:lnTo>
                    <a:pt x="1401722" y="1444733"/>
                  </a:lnTo>
                  <a:lnTo>
                    <a:pt x="1401707" y="1444697"/>
                  </a:lnTo>
                  <a:lnTo>
                    <a:pt x="1401703" y="1444687"/>
                  </a:lnTo>
                  <a:lnTo>
                    <a:pt x="1401675" y="1444617"/>
                  </a:lnTo>
                  <a:lnTo>
                    <a:pt x="1401668" y="1444595"/>
                  </a:lnTo>
                  <a:lnTo>
                    <a:pt x="1401658" y="1444563"/>
                  </a:lnTo>
                  <a:lnTo>
                    <a:pt x="1401643" y="1444521"/>
                  </a:lnTo>
                  <a:lnTo>
                    <a:pt x="1401635" y="1444502"/>
                  </a:lnTo>
                  <a:lnTo>
                    <a:pt x="1401491" y="1444191"/>
                  </a:lnTo>
                  <a:lnTo>
                    <a:pt x="1401489" y="1444186"/>
                  </a:lnTo>
                  <a:lnTo>
                    <a:pt x="1401408" y="1444009"/>
                  </a:lnTo>
                  <a:lnTo>
                    <a:pt x="1401404" y="1444000"/>
                  </a:lnTo>
                  <a:lnTo>
                    <a:pt x="1401389" y="1443969"/>
                  </a:lnTo>
                  <a:lnTo>
                    <a:pt x="1401332" y="1443880"/>
                  </a:lnTo>
                  <a:lnTo>
                    <a:pt x="1401328" y="1443874"/>
                  </a:lnTo>
                  <a:lnTo>
                    <a:pt x="1401218" y="1443703"/>
                  </a:lnTo>
                  <a:lnTo>
                    <a:pt x="1401209" y="1443690"/>
                  </a:lnTo>
                  <a:lnTo>
                    <a:pt x="1401197" y="1443672"/>
                  </a:lnTo>
                  <a:lnTo>
                    <a:pt x="1401140" y="1443583"/>
                  </a:lnTo>
                  <a:lnTo>
                    <a:pt x="1400999" y="1443366"/>
                  </a:lnTo>
                  <a:lnTo>
                    <a:pt x="1400975" y="1443328"/>
                  </a:lnTo>
                  <a:lnTo>
                    <a:pt x="1400972" y="1443324"/>
                  </a:lnTo>
                  <a:lnTo>
                    <a:pt x="1400832" y="1443107"/>
                  </a:lnTo>
                  <a:lnTo>
                    <a:pt x="1400799" y="1443058"/>
                  </a:lnTo>
                  <a:lnTo>
                    <a:pt x="1400598" y="1442760"/>
                  </a:lnTo>
                  <a:lnTo>
                    <a:pt x="1400485" y="1442593"/>
                  </a:lnTo>
                  <a:lnTo>
                    <a:pt x="1400381" y="1442485"/>
                  </a:lnTo>
                  <a:lnTo>
                    <a:pt x="1400372" y="1442475"/>
                  </a:lnTo>
                  <a:lnTo>
                    <a:pt x="1400350" y="1442462"/>
                  </a:lnTo>
                  <a:lnTo>
                    <a:pt x="1400310" y="1442440"/>
                  </a:lnTo>
                  <a:lnTo>
                    <a:pt x="1400290" y="1442434"/>
                  </a:lnTo>
                  <a:lnTo>
                    <a:pt x="1400225" y="1442401"/>
                  </a:lnTo>
                  <a:lnTo>
                    <a:pt x="1400191" y="1442379"/>
                  </a:lnTo>
                  <a:lnTo>
                    <a:pt x="1400135" y="1442341"/>
                  </a:lnTo>
                  <a:lnTo>
                    <a:pt x="1400074" y="1442317"/>
                  </a:lnTo>
                  <a:lnTo>
                    <a:pt x="1400062" y="1442308"/>
                  </a:lnTo>
                  <a:lnTo>
                    <a:pt x="1400035" y="1442290"/>
                  </a:lnTo>
                  <a:lnTo>
                    <a:pt x="1400015" y="1442274"/>
                  </a:lnTo>
                  <a:lnTo>
                    <a:pt x="1400003" y="1442266"/>
                  </a:lnTo>
                  <a:lnTo>
                    <a:pt x="1399986" y="1442252"/>
                  </a:lnTo>
                  <a:lnTo>
                    <a:pt x="1399964" y="1442238"/>
                  </a:lnTo>
                  <a:lnTo>
                    <a:pt x="1399958" y="1442236"/>
                  </a:lnTo>
                  <a:lnTo>
                    <a:pt x="1399906" y="1442214"/>
                  </a:lnTo>
                  <a:lnTo>
                    <a:pt x="1399876" y="1442203"/>
                  </a:lnTo>
                  <a:lnTo>
                    <a:pt x="1399868" y="1442200"/>
                  </a:lnTo>
                  <a:lnTo>
                    <a:pt x="1399862" y="1442200"/>
                  </a:lnTo>
                  <a:lnTo>
                    <a:pt x="1399853" y="1442200"/>
                  </a:lnTo>
                  <a:lnTo>
                    <a:pt x="1399834" y="1442192"/>
                  </a:lnTo>
                  <a:lnTo>
                    <a:pt x="1399785" y="1442180"/>
                  </a:lnTo>
                  <a:lnTo>
                    <a:pt x="1399769" y="1442173"/>
                  </a:lnTo>
                  <a:lnTo>
                    <a:pt x="1399744" y="1442175"/>
                  </a:lnTo>
                  <a:lnTo>
                    <a:pt x="1399707" y="1442180"/>
                  </a:lnTo>
                  <a:lnTo>
                    <a:pt x="1399703" y="1442178"/>
                  </a:lnTo>
                  <a:lnTo>
                    <a:pt x="1399692" y="1442173"/>
                  </a:lnTo>
                  <a:lnTo>
                    <a:pt x="1399664" y="1442155"/>
                  </a:lnTo>
                  <a:lnTo>
                    <a:pt x="1399656" y="1442142"/>
                  </a:lnTo>
                  <a:lnTo>
                    <a:pt x="1399650" y="1442136"/>
                  </a:lnTo>
                  <a:lnTo>
                    <a:pt x="1399631" y="1442137"/>
                  </a:lnTo>
                  <a:lnTo>
                    <a:pt x="1399614" y="1442138"/>
                  </a:lnTo>
                  <a:lnTo>
                    <a:pt x="1399598" y="1442140"/>
                  </a:lnTo>
                  <a:lnTo>
                    <a:pt x="1399590" y="1442140"/>
                  </a:lnTo>
                  <a:lnTo>
                    <a:pt x="1399547" y="1442149"/>
                  </a:lnTo>
                  <a:lnTo>
                    <a:pt x="1399515" y="1442166"/>
                  </a:lnTo>
                  <a:lnTo>
                    <a:pt x="1399493" y="1442176"/>
                  </a:lnTo>
                  <a:lnTo>
                    <a:pt x="1399458" y="1442194"/>
                  </a:lnTo>
                  <a:lnTo>
                    <a:pt x="1399432" y="1442228"/>
                  </a:lnTo>
                  <a:lnTo>
                    <a:pt x="1399383" y="1442279"/>
                  </a:lnTo>
                  <a:lnTo>
                    <a:pt x="1399363" y="1442313"/>
                  </a:lnTo>
                  <a:lnTo>
                    <a:pt x="1399357" y="1442325"/>
                  </a:lnTo>
                  <a:lnTo>
                    <a:pt x="1399347" y="1442346"/>
                  </a:lnTo>
                  <a:lnTo>
                    <a:pt x="1399340" y="1442360"/>
                  </a:lnTo>
                  <a:lnTo>
                    <a:pt x="1399325" y="1442410"/>
                  </a:lnTo>
                  <a:lnTo>
                    <a:pt x="1399315" y="1442442"/>
                  </a:lnTo>
                  <a:lnTo>
                    <a:pt x="1399314" y="1442460"/>
                  </a:lnTo>
                  <a:lnTo>
                    <a:pt x="1399312" y="1442506"/>
                  </a:lnTo>
                  <a:lnTo>
                    <a:pt x="1399295" y="1442554"/>
                  </a:lnTo>
                  <a:lnTo>
                    <a:pt x="1399277" y="1442589"/>
                  </a:lnTo>
                  <a:lnTo>
                    <a:pt x="1399268" y="1442594"/>
                  </a:lnTo>
                  <a:lnTo>
                    <a:pt x="1399226" y="1442568"/>
                  </a:lnTo>
                  <a:lnTo>
                    <a:pt x="1399177" y="1442544"/>
                  </a:lnTo>
                  <a:lnTo>
                    <a:pt x="1399170" y="1442542"/>
                  </a:lnTo>
                  <a:lnTo>
                    <a:pt x="1399151" y="1442537"/>
                  </a:lnTo>
                  <a:lnTo>
                    <a:pt x="1399144" y="1442535"/>
                  </a:lnTo>
                  <a:lnTo>
                    <a:pt x="1399131" y="1442530"/>
                  </a:lnTo>
                  <a:lnTo>
                    <a:pt x="1399052" y="1442505"/>
                  </a:lnTo>
                  <a:lnTo>
                    <a:pt x="1398919" y="1442439"/>
                  </a:lnTo>
                  <a:lnTo>
                    <a:pt x="1398885" y="1442441"/>
                  </a:lnTo>
                  <a:lnTo>
                    <a:pt x="1398862" y="1442457"/>
                  </a:lnTo>
                  <a:lnTo>
                    <a:pt x="1398782" y="1442443"/>
                  </a:lnTo>
                  <a:lnTo>
                    <a:pt x="1398717" y="1442422"/>
                  </a:lnTo>
                  <a:lnTo>
                    <a:pt x="1398668" y="1442409"/>
                  </a:lnTo>
                  <a:lnTo>
                    <a:pt x="1398618" y="1442398"/>
                  </a:lnTo>
                  <a:lnTo>
                    <a:pt x="1398593" y="1442391"/>
                  </a:lnTo>
                  <a:lnTo>
                    <a:pt x="1398586" y="1442360"/>
                  </a:lnTo>
                  <a:lnTo>
                    <a:pt x="1398583" y="1442349"/>
                  </a:lnTo>
                  <a:lnTo>
                    <a:pt x="1398582" y="1442316"/>
                  </a:lnTo>
                  <a:lnTo>
                    <a:pt x="1398589" y="1442302"/>
                  </a:lnTo>
                  <a:lnTo>
                    <a:pt x="1398591" y="1442298"/>
                  </a:lnTo>
                  <a:lnTo>
                    <a:pt x="1398597" y="1442287"/>
                  </a:lnTo>
                  <a:lnTo>
                    <a:pt x="1398601" y="1442281"/>
                  </a:lnTo>
                  <a:lnTo>
                    <a:pt x="1398606" y="1442271"/>
                  </a:lnTo>
                  <a:lnTo>
                    <a:pt x="1398615" y="1442257"/>
                  </a:lnTo>
                  <a:lnTo>
                    <a:pt x="1398633" y="1442235"/>
                  </a:lnTo>
                  <a:lnTo>
                    <a:pt x="1398639" y="1442232"/>
                  </a:lnTo>
                  <a:lnTo>
                    <a:pt x="1398646" y="1442236"/>
                  </a:lnTo>
                  <a:lnTo>
                    <a:pt x="1398655" y="1442234"/>
                  </a:lnTo>
                  <a:lnTo>
                    <a:pt x="1398663" y="1442225"/>
                  </a:lnTo>
                  <a:lnTo>
                    <a:pt x="1398672" y="1442214"/>
                  </a:lnTo>
                  <a:lnTo>
                    <a:pt x="1398683" y="1442197"/>
                  </a:lnTo>
                  <a:lnTo>
                    <a:pt x="1398709" y="1441957"/>
                  </a:lnTo>
                  <a:lnTo>
                    <a:pt x="1398688" y="1441849"/>
                  </a:lnTo>
                  <a:lnTo>
                    <a:pt x="1398641" y="1441682"/>
                  </a:lnTo>
                  <a:lnTo>
                    <a:pt x="1398538" y="1441319"/>
                  </a:lnTo>
                  <a:lnTo>
                    <a:pt x="1398466" y="1440893"/>
                  </a:lnTo>
                  <a:lnTo>
                    <a:pt x="1398441" y="1440750"/>
                  </a:lnTo>
                  <a:lnTo>
                    <a:pt x="1398682" y="1440471"/>
                  </a:lnTo>
                  <a:lnTo>
                    <a:pt x="1399017" y="1440418"/>
                  </a:lnTo>
                  <a:lnTo>
                    <a:pt x="1399206" y="1440389"/>
                  </a:lnTo>
                  <a:lnTo>
                    <a:pt x="1399247" y="1440218"/>
                  </a:lnTo>
                  <a:lnTo>
                    <a:pt x="1399261" y="1440160"/>
                  </a:lnTo>
                  <a:lnTo>
                    <a:pt x="1399314" y="1439941"/>
                  </a:lnTo>
                  <a:lnTo>
                    <a:pt x="1399345" y="1439814"/>
                  </a:lnTo>
                  <a:lnTo>
                    <a:pt x="1399538" y="1439723"/>
                  </a:lnTo>
                  <a:lnTo>
                    <a:pt x="1399566" y="1439720"/>
                  </a:lnTo>
                  <a:lnTo>
                    <a:pt x="1399697" y="1439703"/>
                  </a:lnTo>
                  <a:lnTo>
                    <a:pt x="1399739" y="1439701"/>
                  </a:lnTo>
                  <a:lnTo>
                    <a:pt x="1399835" y="1439696"/>
                  </a:lnTo>
                  <a:lnTo>
                    <a:pt x="1399849" y="1439703"/>
                  </a:lnTo>
                  <a:lnTo>
                    <a:pt x="1399982" y="1439767"/>
                  </a:lnTo>
                  <a:lnTo>
                    <a:pt x="1400025" y="1439788"/>
                  </a:lnTo>
                  <a:lnTo>
                    <a:pt x="1400030" y="1439792"/>
                  </a:lnTo>
                  <a:lnTo>
                    <a:pt x="1400062" y="1439814"/>
                  </a:lnTo>
                  <a:lnTo>
                    <a:pt x="1400160" y="1439868"/>
                  </a:lnTo>
                  <a:lnTo>
                    <a:pt x="1400163" y="1439874"/>
                  </a:lnTo>
                  <a:lnTo>
                    <a:pt x="1400167" y="1439877"/>
                  </a:lnTo>
                  <a:lnTo>
                    <a:pt x="1400255" y="1439988"/>
                  </a:lnTo>
                  <a:lnTo>
                    <a:pt x="1400333" y="1440080"/>
                  </a:lnTo>
                  <a:lnTo>
                    <a:pt x="1400350" y="1440106"/>
                  </a:lnTo>
                  <a:lnTo>
                    <a:pt x="1400384" y="1440157"/>
                  </a:lnTo>
                  <a:lnTo>
                    <a:pt x="1400394" y="1440176"/>
                  </a:lnTo>
                  <a:lnTo>
                    <a:pt x="1400400" y="1440184"/>
                  </a:lnTo>
                  <a:lnTo>
                    <a:pt x="1400406" y="1440193"/>
                  </a:lnTo>
                  <a:lnTo>
                    <a:pt x="1400424" y="1440223"/>
                  </a:lnTo>
                  <a:lnTo>
                    <a:pt x="1400432" y="1440235"/>
                  </a:lnTo>
                  <a:lnTo>
                    <a:pt x="1400454" y="1440277"/>
                  </a:lnTo>
                  <a:lnTo>
                    <a:pt x="1400485" y="1440338"/>
                  </a:lnTo>
                  <a:lnTo>
                    <a:pt x="1400493" y="1440344"/>
                  </a:lnTo>
                  <a:lnTo>
                    <a:pt x="1400662" y="1440264"/>
                  </a:lnTo>
                  <a:lnTo>
                    <a:pt x="1400710" y="1440229"/>
                  </a:lnTo>
                  <a:lnTo>
                    <a:pt x="1400826" y="1440146"/>
                  </a:lnTo>
                  <a:lnTo>
                    <a:pt x="1400909" y="1440001"/>
                  </a:lnTo>
                  <a:lnTo>
                    <a:pt x="1401012" y="1439770"/>
                  </a:lnTo>
                  <a:lnTo>
                    <a:pt x="1401052" y="1439735"/>
                  </a:lnTo>
                  <a:lnTo>
                    <a:pt x="1401103" y="1439746"/>
                  </a:lnTo>
                  <a:lnTo>
                    <a:pt x="1401182" y="1439815"/>
                  </a:lnTo>
                  <a:lnTo>
                    <a:pt x="1401268" y="1439922"/>
                  </a:lnTo>
                  <a:lnTo>
                    <a:pt x="1401283" y="1439953"/>
                  </a:lnTo>
                  <a:lnTo>
                    <a:pt x="1401299" y="1439953"/>
                  </a:lnTo>
                  <a:lnTo>
                    <a:pt x="1401343" y="1439849"/>
                  </a:lnTo>
                  <a:lnTo>
                    <a:pt x="1401383" y="1439679"/>
                  </a:lnTo>
                  <a:lnTo>
                    <a:pt x="1401389" y="1439618"/>
                  </a:lnTo>
                  <a:lnTo>
                    <a:pt x="1401361" y="1439513"/>
                  </a:lnTo>
                  <a:lnTo>
                    <a:pt x="1401365" y="1439498"/>
                  </a:lnTo>
                  <a:lnTo>
                    <a:pt x="1401373" y="1439469"/>
                  </a:lnTo>
                  <a:lnTo>
                    <a:pt x="1401386" y="1439460"/>
                  </a:lnTo>
                  <a:lnTo>
                    <a:pt x="1401496" y="1439415"/>
                  </a:lnTo>
                  <a:lnTo>
                    <a:pt x="1401549" y="1439366"/>
                  </a:lnTo>
                  <a:lnTo>
                    <a:pt x="1401553" y="1439347"/>
                  </a:lnTo>
                  <a:lnTo>
                    <a:pt x="1401558" y="1439329"/>
                  </a:lnTo>
                  <a:lnTo>
                    <a:pt x="1401555" y="1439314"/>
                  </a:lnTo>
                  <a:lnTo>
                    <a:pt x="1401548" y="1439301"/>
                  </a:lnTo>
                  <a:lnTo>
                    <a:pt x="1401374" y="1439366"/>
                  </a:lnTo>
                  <a:lnTo>
                    <a:pt x="1401313" y="1439442"/>
                  </a:lnTo>
                  <a:lnTo>
                    <a:pt x="1401167" y="1439535"/>
                  </a:lnTo>
                  <a:lnTo>
                    <a:pt x="1401119" y="1439528"/>
                  </a:lnTo>
                  <a:lnTo>
                    <a:pt x="1401073" y="1439480"/>
                  </a:lnTo>
                  <a:lnTo>
                    <a:pt x="1401033" y="1439404"/>
                  </a:lnTo>
                  <a:lnTo>
                    <a:pt x="1401033" y="1439335"/>
                  </a:lnTo>
                  <a:lnTo>
                    <a:pt x="1401064" y="1439245"/>
                  </a:lnTo>
                  <a:lnTo>
                    <a:pt x="1401213" y="1439075"/>
                  </a:lnTo>
                  <a:lnTo>
                    <a:pt x="1401280" y="1439051"/>
                  </a:lnTo>
                  <a:lnTo>
                    <a:pt x="1401408" y="1439024"/>
                  </a:lnTo>
                  <a:lnTo>
                    <a:pt x="1401518" y="1439064"/>
                  </a:lnTo>
                  <a:lnTo>
                    <a:pt x="1401559" y="1439056"/>
                  </a:lnTo>
                  <a:lnTo>
                    <a:pt x="1401670" y="1439094"/>
                  </a:lnTo>
                  <a:lnTo>
                    <a:pt x="1401722" y="1439114"/>
                  </a:lnTo>
                  <a:lnTo>
                    <a:pt x="1401734" y="1439057"/>
                  </a:lnTo>
                  <a:lnTo>
                    <a:pt x="1401737" y="1439046"/>
                  </a:lnTo>
                  <a:lnTo>
                    <a:pt x="1401688" y="1439005"/>
                  </a:lnTo>
                  <a:lnTo>
                    <a:pt x="1401631" y="1438955"/>
                  </a:lnTo>
                  <a:lnTo>
                    <a:pt x="1401606" y="1438931"/>
                  </a:lnTo>
                  <a:lnTo>
                    <a:pt x="1401567" y="1438894"/>
                  </a:lnTo>
                  <a:lnTo>
                    <a:pt x="1401513" y="1438865"/>
                  </a:lnTo>
                  <a:lnTo>
                    <a:pt x="1401502" y="1438859"/>
                  </a:lnTo>
                  <a:lnTo>
                    <a:pt x="1401485" y="1438847"/>
                  </a:lnTo>
                  <a:lnTo>
                    <a:pt x="1401441" y="1438816"/>
                  </a:lnTo>
                  <a:lnTo>
                    <a:pt x="1401437" y="1438814"/>
                  </a:lnTo>
                  <a:lnTo>
                    <a:pt x="1401428" y="1438814"/>
                  </a:lnTo>
                  <a:lnTo>
                    <a:pt x="1401391" y="1438816"/>
                  </a:lnTo>
                  <a:lnTo>
                    <a:pt x="1401367" y="1438817"/>
                  </a:lnTo>
                  <a:lnTo>
                    <a:pt x="1401340" y="1438834"/>
                  </a:lnTo>
                  <a:lnTo>
                    <a:pt x="1401320" y="1438847"/>
                  </a:lnTo>
                  <a:lnTo>
                    <a:pt x="1401312" y="1438846"/>
                  </a:lnTo>
                  <a:lnTo>
                    <a:pt x="1401039" y="1438846"/>
                  </a:lnTo>
                  <a:lnTo>
                    <a:pt x="1401017" y="1438840"/>
                  </a:lnTo>
                  <a:lnTo>
                    <a:pt x="1400991" y="1438833"/>
                  </a:lnTo>
                  <a:lnTo>
                    <a:pt x="1400884" y="1438833"/>
                  </a:lnTo>
                  <a:lnTo>
                    <a:pt x="1400850" y="1438815"/>
                  </a:lnTo>
                  <a:lnTo>
                    <a:pt x="1400832" y="1438806"/>
                  </a:lnTo>
                  <a:lnTo>
                    <a:pt x="1400827" y="1438808"/>
                  </a:lnTo>
                  <a:lnTo>
                    <a:pt x="1400795" y="1438817"/>
                  </a:lnTo>
                  <a:lnTo>
                    <a:pt x="1400787" y="1438819"/>
                  </a:lnTo>
                  <a:lnTo>
                    <a:pt x="1400686" y="1438846"/>
                  </a:lnTo>
                  <a:lnTo>
                    <a:pt x="1400677" y="1438852"/>
                  </a:lnTo>
                  <a:lnTo>
                    <a:pt x="1400629" y="1438883"/>
                  </a:lnTo>
                  <a:lnTo>
                    <a:pt x="1400550" y="1438953"/>
                  </a:lnTo>
                  <a:lnTo>
                    <a:pt x="1400539" y="1438963"/>
                  </a:lnTo>
                  <a:lnTo>
                    <a:pt x="1400534" y="1438967"/>
                  </a:lnTo>
                  <a:lnTo>
                    <a:pt x="1400527" y="1438983"/>
                  </a:lnTo>
                  <a:lnTo>
                    <a:pt x="1400524" y="1438991"/>
                  </a:lnTo>
                  <a:lnTo>
                    <a:pt x="1400504" y="1439040"/>
                  </a:lnTo>
                  <a:lnTo>
                    <a:pt x="1400495" y="1439127"/>
                  </a:lnTo>
                  <a:lnTo>
                    <a:pt x="1400493" y="1439150"/>
                  </a:lnTo>
                  <a:lnTo>
                    <a:pt x="1400486" y="1439215"/>
                  </a:lnTo>
                  <a:lnTo>
                    <a:pt x="1400483" y="1439252"/>
                  </a:lnTo>
                  <a:lnTo>
                    <a:pt x="1400479" y="1439290"/>
                  </a:lnTo>
                  <a:lnTo>
                    <a:pt x="1400477" y="1439311"/>
                  </a:lnTo>
                  <a:lnTo>
                    <a:pt x="1400473" y="1439380"/>
                  </a:lnTo>
                  <a:lnTo>
                    <a:pt x="1400472" y="1439403"/>
                  </a:lnTo>
                  <a:lnTo>
                    <a:pt x="1400505" y="1439773"/>
                  </a:lnTo>
                  <a:lnTo>
                    <a:pt x="1400507" y="1439799"/>
                  </a:lnTo>
                  <a:lnTo>
                    <a:pt x="1400524" y="1439842"/>
                  </a:lnTo>
                  <a:lnTo>
                    <a:pt x="1400537" y="1439884"/>
                  </a:lnTo>
                  <a:lnTo>
                    <a:pt x="1400558" y="1439929"/>
                  </a:lnTo>
                  <a:lnTo>
                    <a:pt x="1400560" y="1439934"/>
                  </a:lnTo>
                  <a:lnTo>
                    <a:pt x="1400562" y="1439957"/>
                  </a:lnTo>
                  <a:lnTo>
                    <a:pt x="1400565" y="1439970"/>
                  </a:lnTo>
                  <a:lnTo>
                    <a:pt x="1400561" y="1440013"/>
                  </a:lnTo>
                  <a:lnTo>
                    <a:pt x="1400552" y="1440054"/>
                  </a:lnTo>
                  <a:lnTo>
                    <a:pt x="1400544" y="1440077"/>
                  </a:lnTo>
                  <a:lnTo>
                    <a:pt x="1400522" y="1440096"/>
                  </a:lnTo>
                  <a:lnTo>
                    <a:pt x="1400498" y="1440104"/>
                  </a:lnTo>
                  <a:lnTo>
                    <a:pt x="1400493" y="1440104"/>
                  </a:lnTo>
                  <a:lnTo>
                    <a:pt x="1400483" y="1440104"/>
                  </a:lnTo>
                  <a:lnTo>
                    <a:pt x="1400464" y="1440084"/>
                  </a:lnTo>
                  <a:lnTo>
                    <a:pt x="1400451" y="1440073"/>
                  </a:lnTo>
                  <a:lnTo>
                    <a:pt x="1400445" y="1440068"/>
                  </a:lnTo>
                  <a:lnTo>
                    <a:pt x="1400440" y="1440065"/>
                  </a:lnTo>
                  <a:lnTo>
                    <a:pt x="1400266" y="1439717"/>
                  </a:lnTo>
                  <a:lnTo>
                    <a:pt x="1400268" y="1439700"/>
                  </a:lnTo>
                  <a:lnTo>
                    <a:pt x="1400274" y="1439680"/>
                  </a:lnTo>
                  <a:lnTo>
                    <a:pt x="1400293" y="1439673"/>
                  </a:lnTo>
                  <a:lnTo>
                    <a:pt x="1400292" y="1439658"/>
                  </a:lnTo>
                  <a:lnTo>
                    <a:pt x="1400264" y="1439603"/>
                  </a:lnTo>
                  <a:lnTo>
                    <a:pt x="1400243" y="1439575"/>
                  </a:lnTo>
                  <a:lnTo>
                    <a:pt x="1400220" y="1439553"/>
                  </a:lnTo>
                  <a:lnTo>
                    <a:pt x="1400203" y="1439549"/>
                  </a:lnTo>
                  <a:lnTo>
                    <a:pt x="1400200" y="1439560"/>
                  </a:lnTo>
                  <a:lnTo>
                    <a:pt x="1400202" y="1439570"/>
                  </a:lnTo>
                  <a:lnTo>
                    <a:pt x="1400204" y="1439581"/>
                  </a:lnTo>
                  <a:lnTo>
                    <a:pt x="1400208" y="1439589"/>
                  </a:lnTo>
                  <a:lnTo>
                    <a:pt x="1400205" y="1439609"/>
                  </a:lnTo>
                  <a:lnTo>
                    <a:pt x="1400196" y="1439626"/>
                  </a:lnTo>
                  <a:lnTo>
                    <a:pt x="1400176" y="1439644"/>
                  </a:lnTo>
                  <a:lnTo>
                    <a:pt x="1400162" y="1439638"/>
                  </a:lnTo>
                  <a:lnTo>
                    <a:pt x="1400152" y="1439633"/>
                  </a:lnTo>
                  <a:lnTo>
                    <a:pt x="1400124" y="1439621"/>
                  </a:lnTo>
                  <a:lnTo>
                    <a:pt x="1400102" y="1439611"/>
                  </a:lnTo>
                  <a:lnTo>
                    <a:pt x="1400080" y="1439597"/>
                  </a:lnTo>
                  <a:lnTo>
                    <a:pt x="1399961" y="1439510"/>
                  </a:lnTo>
                  <a:lnTo>
                    <a:pt x="1399954" y="1439505"/>
                  </a:lnTo>
                  <a:lnTo>
                    <a:pt x="1399947" y="1439497"/>
                  </a:lnTo>
                  <a:lnTo>
                    <a:pt x="1399857" y="1439384"/>
                  </a:lnTo>
                  <a:lnTo>
                    <a:pt x="1399803" y="1439340"/>
                  </a:lnTo>
                  <a:lnTo>
                    <a:pt x="1399698" y="1439289"/>
                  </a:lnTo>
                  <a:lnTo>
                    <a:pt x="1399686" y="1439280"/>
                  </a:lnTo>
                  <a:lnTo>
                    <a:pt x="1399652" y="1439247"/>
                  </a:lnTo>
                  <a:lnTo>
                    <a:pt x="1399617" y="1439207"/>
                  </a:lnTo>
                  <a:lnTo>
                    <a:pt x="1399585" y="1439169"/>
                  </a:lnTo>
                  <a:lnTo>
                    <a:pt x="1399518" y="1439092"/>
                  </a:lnTo>
                  <a:lnTo>
                    <a:pt x="1399509" y="1439077"/>
                  </a:lnTo>
                  <a:lnTo>
                    <a:pt x="1399471" y="1439021"/>
                  </a:lnTo>
                  <a:lnTo>
                    <a:pt x="1399450" y="1438989"/>
                  </a:lnTo>
                  <a:lnTo>
                    <a:pt x="1399391" y="1438901"/>
                  </a:lnTo>
                  <a:lnTo>
                    <a:pt x="1399381" y="1438884"/>
                  </a:lnTo>
                  <a:lnTo>
                    <a:pt x="1399359" y="1438847"/>
                  </a:lnTo>
                  <a:lnTo>
                    <a:pt x="1399307" y="1438759"/>
                  </a:lnTo>
                  <a:lnTo>
                    <a:pt x="1399289" y="1438720"/>
                  </a:lnTo>
                  <a:lnTo>
                    <a:pt x="1399224" y="1438579"/>
                  </a:lnTo>
                  <a:lnTo>
                    <a:pt x="1399083" y="1438326"/>
                  </a:lnTo>
                  <a:lnTo>
                    <a:pt x="1398996" y="1438199"/>
                  </a:lnTo>
                  <a:lnTo>
                    <a:pt x="1398925" y="1438094"/>
                  </a:lnTo>
                  <a:lnTo>
                    <a:pt x="1398876" y="1438042"/>
                  </a:lnTo>
                  <a:lnTo>
                    <a:pt x="1398823" y="1437985"/>
                  </a:lnTo>
                  <a:lnTo>
                    <a:pt x="1398731" y="1437846"/>
                  </a:lnTo>
                  <a:lnTo>
                    <a:pt x="1398713" y="1437818"/>
                  </a:lnTo>
                  <a:lnTo>
                    <a:pt x="1398646" y="1437675"/>
                  </a:lnTo>
                  <a:lnTo>
                    <a:pt x="1398634" y="1437610"/>
                  </a:lnTo>
                  <a:lnTo>
                    <a:pt x="1398644" y="1437590"/>
                  </a:lnTo>
                  <a:lnTo>
                    <a:pt x="1398683" y="1437514"/>
                  </a:lnTo>
                  <a:lnTo>
                    <a:pt x="1398730" y="1437423"/>
                  </a:lnTo>
                  <a:lnTo>
                    <a:pt x="1398738" y="1437401"/>
                  </a:lnTo>
                  <a:lnTo>
                    <a:pt x="1398746" y="1437389"/>
                  </a:lnTo>
                  <a:lnTo>
                    <a:pt x="1398754" y="1437382"/>
                  </a:lnTo>
                  <a:lnTo>
                    <a:pt x="1398777" y="1437346"/>
                  </a:lnTo>
                  <a:lnTo>
                    <a:pt x="1398788" y="1437326"/>
                  </a:lnTo>
                  <a:lnTo>
                    <a:pt x="1398792" y="1437322"/>
                  </a:lnTo>
                  <a:lnTo>
                    <a:pt x="1398812" y="1437296"/>
                  </a:lnTo>
                  <a:lnTo>
                    <a:pt x="1398852" y="1437236"/>
                  </a:lnTo>
                  <a:lnTo>
                    <a:pt x="1398904" y="1437167"/>
                  </a:lnTo>
                  <a:lnTo>
                    <a:pt x="1398924" y="1437148"/>
                  </a:lnTo>
                  <a:lnTo>
                    <a:pt x="1398934" y="1437134"/>
                  </a:lnTo>
                  <a:lnTo>
                    <a:pt x="1398955" y="1437091"/>
                  </a:lnTo>
                  <a:lnTo>
                    <a:pt x="1398974" y="1437058"/>
                  </a:lnTo>
                  <a:lnTo>
                    <a:pt x="1398986" y="1437024"/>
                  </a:lnTo>
                  <a:lnTo>
                    <a:pt x="1398991" y="1437009"/>
                  </a:lnTo>
                  <a:lnTo>
                    <a:pt x="1399001" y="1436930"/>
                  </a:lnTo>
                  <a:lnTo>
                    <a:pt x="1399010" y="1436891"/>
                  </a:lnTo>
                  <a:lnTo>
                    <a:pt x="1399006" y="1436833"/>
                  </a:lnTo>
                  <a:lnTo>
                    <a:pt x="1399001" y="1436826"/>
                  </a:lnTo>
                  <a:lnTo>
                    <a:pt x="1398988" y="1436736"/>
                  </a:lnTo>
                  <a:lnTo>
                    <a:pt x="1398985" y="1436617"/>
                  </a:lnTo>
                  <a:lnTo>
                    <a:pt x="1398988" y="1436605"/>
                  </a:lnTo>
                  <a:lnTo>
                    <a:pt x="1399013" y="1436505"/>
                  </a:lnTo>
                  <a:lnTo>
                    <a:pt x="1399084" y="1436436"/>
                  </a:lnTo>
                  <a:lnTo>
                    <a:pt x="1399169" y="1436350"/>
                  </a:lnTo>
                  <a:lnTo>
                    <a:pt x="1399173" y="1436297"/>
                  </a:lnTo>
                  <a:lnTo>
                    <a:pt x="1399219" y="1436075"/>
                  </a:lnTo>
                  <a:lnTo>
                    <a:pt x="1399272" y="1435817"/>
                  </a:lnTo>
                  <a:lnTo>
                    <a:pt x="1399297" y="1435695"/>
                  </a:lnTo>
                  <a:lnTo>
                    <a:pt x="1399315" y="1435606"/>
                  </a:lnTo>
                  <a:lnTo>
                    <a:pt x="1399283" y="1435462"/>
                  </a:lnTo>
                  <a:lnTo>
                    <a:pt x="1399217" y="1435167"/>
                  </a:lnTo>
                  <a:lnTo>
                    <a:pt x="1399195" y="1435069"/>
                  </a:lnTo>
                  <a:lnTo>
                    <a:pt x="1399145" y="1434851"/>
                  </a:lnTo>
                  <a:lnTo>
                    <a:pt x="1398988" y="1434638"/>
                  </a:lnTo>
                  <a:lnTo>
                    <a:pt x="1398952" y="1434590"/>
                  </a:lnTo>
                  <a:lnTo>
                    <a:pt x="1398298" y="1434714"/>
                  </a:lnTo>
                  <a:lnTo>
                    <a:pt x="1398305" y="1434741"/>
                  </a:lnTo>
                  <a:lnTo>
                    <a:pt x="1398376" y="1434883"/>
                  </a:lnTo>
                  <a:lnTo>
                    <a:pt x="1398398" y="1434929"/>
                  </a:lnTo>
                  <a:lnTo>
                    <a:pt x="1398404" y="1434946"/>
                  </a:lnTo>
                  <a:lnTo>
                    <a:pt x="1398406" y="1434958"/>
                  </a:lnTo>
                  <a:lnTo>
                    <a:pt x="1398392" y="1434955"/>
                  </a:lnTo>
                  <a:lnTo>
                    <a:pt x="1398381" y="1434954"/>
                  </a:lnTo>
                  <a:lnTo>
                    <a:pt x="1398318" y="1434936"/>
                  </a:lnTo>
                  <a:lnTo>
                    <a:pt x="1398187" y="1434901"/>
                  </a:lnTo>
                  <a:lnTo>
                    <a:pt x="1398192" y="1434968"/>
                  </a:lnTo>
                  <a:lnTo>
                    <a:pt x="1398202" y="1435045"/>
                  </a:lnTo>
                  <a:lnTo>
                    <a:pt x="1398196" y="1435103"/>
                  </a:lnTo>
                  <a:lnTo>
                    <a:pt x="1398184" y="1435107"/>
                  </a:lnTo>
                  <a:lnTo>
                    <a:pt x="1398156" y="1435107"/>
                  </a:lnTo>
                  <a:lnTo>
                    <a:pt x="1398133" y="1435096"/>
                  </a:lnTo>
                  <a:lnTo>
                    <a:pt x="1398117" y="1435069"/>
                  </a:lnTo>
                  <a:lnTo>
                    <a:pt x="1398107" y="1435033"/>
                  </a:lnTo>
                  <a:lnTo>
                    <a:pt x="1398093" y="1434975"/>
                  </a:lnTo>
                  <a:lnTo>
                    <a:pt x="1398087" y="1434939"/>
                  </a:lnTo>
                  <a:lnTo>
                    <a:pt x="1398071" y="1434883"/>
                  </a:lnTo>
                  <a:lnTo>
                    <a:pt x="1398042" y="1434854"/>
                  </a:lnTo>
                  <a:lnTo>
                    <a:pt x="1397988" y="1434798"/>
                  </a:lnTo>
                  <a:lnTo>
                    <a:pt x="1397939" y="1434785"/>
                  </a:lnTo>
                  <a:lnTo>
                    <a:pt x="1397860" y="1434791"/>
                  </a:lnTo>
                  <a:lnTo>
                    <a:pt x="1397848" y="1434796"/>
                  </a:lnTo>
                  <a:lnTo>
                    <a:pt x="1397831" y="1434841"/>
                  </a:lnTo>
                  <a:lnTo>
                    <a:pt x="1397833" y="1434907"/>
                  </a:lnTo>
                  <a:lnTo>
                    <a:pt x="1397851" y="1434975"/>
                  </a:lnTo>
                  <a:lnTo>
                    <a:pt x="1397868" y="1435008"/>
                  </a:lnTo>
                  <a:lnTo>
                    <a:pt x="1397914" y="1435099"/>
                  </a:lnTo>
                  <a:lnTo>
                    <a:pt x="1397917" y="1435106"/>
                  </a:lnTo>
                  <a:lnTo>
                    <a:pt x="1397922" y="1435187"/>
                  </a:lnTo>
                  <a:lnTo>
                    <a:pt x="1397924" y="1435209"/>
                  </a:lnTo>
                  <a:lnTo>
                    <a:pt x="1397928" y="1435338"/>
                  </a:lnTo>
                  <a:lnTo>
                    <a:pt x="1397929" y="1435363"/>
                  </a:lnTo>
                  <a:lnTo>
                    <a:pt x="1397913" y="1435395"/>
                  </a:lnTo>
                  <a:lnTo>
                    <a:pt x="1397895" y="1435399"/>
                  </a:lnTo>
                  <a:lnTo>
                    <a:pt x="1397882" y="1435398"/>
                  </a:lnTo>
                  <a:lnTo>
                    <a:pt x="1397873" y="1435387"/>
                  </a:lnTo>
                  <a:lnTo>
                    <a:pt x="1397817" y="1435274"/>
                  </a:lnTo>
                  <a:lnTo>
                    <a:pt x="1397797" y="1435229"/>
                  </a:lnTo>
                  <a:lnTo>
                    <a:pt x="1397746" y="1435120"/>
                  </a:lnTo>
                  <a:lnTo>
                    <a:pt x="1397702" y="1435028"/>
                  </a:lnTo>
                  <a:lnTo>
                    <a:pt x="1397679" y="1434974"/>
                  </a:lnTo>
                  <a:lnTo>
                    <a:pt x="1397656" y="1434944"/>
                  </a:lnTo>
                  <a:lnTo>
                    <a:pt x="1397560" y="1434767"/>
                  </a:lnTo>
                  <a:lnTo>
                    <a:pt x="1397549" y="1434745"/>
                  </a:lnTo>
                  <a:lnTo>
                    <a:pt x="1397541" y="1434730"/>
                  </a:lnTo>
                  <a:lnTo>
                    <a:pt x="1397482" y="1434618"/>
                  </a:lnTo>
                  <a:lnTo>
                    <a:pt x="1397428" y="1434522"/>
                  </a:lnTo>
                  <a:lnTo>
                    <a:pt x="1397399" y="1434474"/>
                  </a:lnTo>
                  <a:lnTo>
                    <a:pt x="1397325" y="1434366"/>
                  </a:lnTo>
                  <a:lnTo>
                    <a:pt x="1397322" y="1434361"/>
                  </a:lnTo>
                  <a:lnTo>
                    <a:pt x="1397319" y="1434357"/>
                  </a:lnTo>
                  <a:lnTo>
                    <a:pt x="1397282" y="1434303"/>
                  </a:lnTo>
                  <a:lnTo>
                    <a:pt x="1397278" y="1434297"/>
                  </a:lnTo>
                  <a:lnTo>
                    <a:pt x="1397272" y="1434289"/>
                  </a:lnTo>
                  <a:lnTo>
                    <a:pt x="1397228" y="1434224"/>
                  </a:lnTo>
                  <a:lnTo>
                    <a:pt x="1397055" y="1433970"/>
                  </a:lnTo>
                  <a:lnTo>
                    <a:pt x="1397049" y="1433962"/>
                  </a:lnTo>
                  <a:lnTo>
                    <a:pt x="1396990" y="1433875"/>
                  </a:lnTo>
                  <a:lnTo>
                    <a:pt x="1396910" y="1433750"/>
                  </a:lnTo>
                  <a:lnTo>
                    <a:pt x="1396851" y="1433664"/>
                  </a:lnTo>
                  <a:lnTo>
                    <a:pt x="1396843" y="1433652"/>
                  </a:lnTo>
                  <a:lnTo>
                    <a:pt x="1396790" y="1433575"/>
                  </a:lnTo>
                  <a:lnTo>
                    <a:pt x="1396779" y="1433558"/>
                  </a:lnTo>
                  <a:lnTo>
                    <a:pt x="1396764" y="1433535"/>
                  </a:lnTo>
                  <a:lnTo>
                    <a:pt x="1396757" y="1433526"/>
                  </a:lnTo>
                  <a:lnTo>
                    <a:pt x="1396739" y="1433499"/>
                  </a:lnTo>
                  <a:lnTo>
                    <a:pt x="1396705" y="1433452"/>
                  </a:lnTo>
                  <a:lnTo>
                    <a:pt x="1396659" y="1433387"/>
                  </a:lnTo>
                  <a:lnTo>
                    <a:pt x="1396602" y="1433306"/>
                  </a:lnTo>
                  <a:lnTo>
                    <a:pt x="1396565" y="1433254"/>
                  </a:lnTo>
                  <a:lnTo>
                    <a:pt x="1396478" y="1433133"/>
                  </a:lnTo>
                  <a:lnTo>
                    <a:pt x="1396460" y="1433107"/>
                  </a:lnTo>
                  <a:lnTo>
                    <a:pt x="1396455" y="1433100"/>
                  </a:lnTo>
                  <a:lnTo>
                    <a:pt x="1396436" y="1433074"/>
                  </a:lnTo>
                  <a:lnTo>
                    <a:pt x="1396357" y="1432984"/>
                  </a:lnTo>
                  <a:lnTo>
                    <a:pt x="1396340" y="1432964"/>
                  </a:lnTo>
                  <a:lnTo>
                    <a:pt x="1396286" y="1432888"/>
                  </a:lnTo>
                  <a:lnTo>
                    <a:pt x="1396246" y="1432831"/>
                  </a:lnTo>
                  <a:lnTo>
                    <a:pt x="1396223" y="1432800"/>
                  </a:lnTo>
                  <a:lnTo>
                    <a:pt x="1396219" y="1432793"/>
                  </a:lnTo>
                  <a:lnTo>
                    <a:pt x="1396195" y="1432755"/>
                  </a:lnTo>
                  <a:lnTo>
                    <a:pt x="1396175" y="1432725"/>
                  </a:lnTo>
                  <a:lnTo>
                    <a:pt x="1396170" y="1432717"/>
                  </a:lnTo>
                  <a:lnTo>
                    <a:pt x="1396145" y="1432673"/>
                  </a:lnTo>
                  <a:lnTo>
                    <a:pt x="1396136" y="1432657"/>
                  </a:lnTo>
                  <a:lnTo>
                    <a:pt x="1396056" y="1432508"/>
                  </a:lnTo>
                  <a:lnTo>
                    <a:pt x="1395991" y="1432376"/>
                  </a:lnTo>
                  <a:lnTo>
                    <a:pt x="1395907" y="1432203"/>
                  </a:lnTo>
                  <a:lnTo>
                    <a:pt x="1395904" y="1432196"/>
                  </a:lnTo>
                  <a:lnTo>
                    <a:pt x="1395902" y="1432190"/>
                  </a:lnTo>
                  <a:lnTo>
                    <a:pt x="1395873" y="1432117"/>
                  </a:lnTo>
                  <a:lnTo>
                    <a:pt x="1395866" y="1432096"/>
                  </a:lnTo>
                  <a:lnTo>
                    <a:pt x="1395862" y="1432081"/>
                  </a:lnTo>
                  <a:lnTo>
                    <a:pt x="1395792" y="1431831"/>
                  </a:lnTo>
                  <a:lnTo>
                    <a:pt x="1395785" y="1431795"/>
                  </a:lnTo>
                  <a:lnTo>
                    <a:pt x="1395781" y="1431763"/>
                  </a:lnTo>
                  <a:lnTo>
                    <a:pt x="1395779" y="1431751"/>
                  </a:lnTo>
                  <a:lnTo>
                    <a:pt x="1395774" y="1431716"/>
                  </a:lnTo>
                  <a:lnTo>
                    <a:pt x="1395770" y="1431695"/>
                  </a:lnTo>
                  <a:lnTo>
                    <a:pt x="1395768" y="1431673"/>
                  </a:lnTo>
                  <a:lnTo>
                    <a:pt x="1395765" y="1431646"/>
                  </a:lnTo>
                  <a:lnTo>
                    <a:pt x="1395750" y="1431602"/>
                  </a:lnTo>
                  <a:lnTo>
                    <a:pt x="1395742" y="1431577"/>
                  </a:lnTo>
                  <a:lnTo>
                    <a:pt x="1395689" y="1431348"/>
                  </a:lnTo>
                  <a:lnTo>
                    <a:pt x="1395670" y="1431266"/>
                  </a:lnTo>
                  <a:lnTo>
                    <a:pt x="1395666" y="1431252"/>
                  </a:lnTo>
                  <a:lnTo>
                    <a:pt x="1395616" y="1431031"/>
                  </a:lnTo>
                  <a:lnTo>
                    <a:pt x="1395571" y="1430819"/>
                  </a:lnTo>
                  <a:lnTo>
                    <a:pt x="1395569" y="1430807"/>
                  </a:lnTo>
                  <a:lnTo>
                    <a:pt x="1395566" y="1430796"/>
                  </a:lnTo>
                  <a:lnTo>
                    <a:pt x="1395550" y="1430720"/>
                  </a:lnTo>
                  <a:lnTo>
                    <a:pt x="1395539" y="1430637"/>
                  </a:lnTo>
                  <a:lnTo>
                    <a:pt x="1395537" y="1430622"/>
                  </a:lnTo>
                  <a:lnTo>
                    <a:pt x="1395528" y="1430534"/>
                  </a:lnTo>
                  <a:lnTo>
                    <a:pt x="1395501" y="1430228"/>
                  </a:lnTo>
                  <a:lnTo>
                    <a:pt x="1395501" y="1430218"/>
                  </a:lnTo>
                  <a:lnTo>
                    <a:pt x="1395500" y="1430208"/>
                  </a:lnTo>
                  <a:lnTo>
                    <a:pt x="1395499" y="1430167"/>
                  </a:lnTo>
                  <a:lnTo>
                    <a:pt x="1395485" y="1429689"/>
                  </a:lnTo>
                  <a:lnTo>
                    <a:pt x="1395484" y="1429662"/>
                  </a:lnTo>
                  <a:lnTo>
                    <a:pt x="1395483" y="1429648"/>
                  </a:lnTo>
                  <a:lnTo>
                    <a:pt x="1395484" y="1429517"/>
                  </a:lnTo>
                  <a:lnTo>
                    <a:pt x="1395485" y="1429412"/>
                  </a:lnTo>
                  <a:lnTo>
                    <a:pt x="1395486" y="1429241"/>
                  </a:lnTo>
                  <a:lnTo>
                    <a:pt x="1395491" y="1429199"/>
                  </a:lnTo>
                  <a:lnTo>
                    <a:pt x="1395494" y="1429166"/>
                  </a:lnTo>
                  <a:lnTo>
                    <a:pt x="1395505" y="1429081"/>
                  </a:lnTo>
                  <a:lnTo>
                    <a:pt x="1395509" y="1429052"/>
                  </a:lnTo>
                  <a:lnTo>
                    <a:pt x="1395510" y="1429041"/>
                  </a:lnTo>
                  <a:lnTo>
                    <a:pt x="1395578" y="1428731"/>
                  </a:lnTo>
                  <a:lnTo>
                    <a:pt x="1395598" y="1428637"/>
                  </a:lnTo>
                  <a:lnTo>
                    <a:pt x="1395629" y="1428495"/>
                  </a:lnTo>
                  <a:lnTo>
                    <a:pt x="1395630" y="1428489"/>
                  </a:lnTo>
                  <a:lnTo>
                    <a:pt x="1395634" y="1428454"/>
                  </a:lnTo>
                  <a:lnTo>
                    <a:pt x="1395636" y="1428422"/>
                  </a:lnTo>
                  <a:lnTo>
                    <a:pt x="1395639" y="1428362"/>
                  </a:lnTo>
                  <a:lnTo>
                    <a:pt x="1395646" y="1428299"/>
                  </a:lnTo>
                  <a:lnTo>
                    <a:pt x="1395646" y="1428267"/>
                  </a:lnTo>
                  <a:lnTo>
                    <a:pt x="1395648" y="1428234"/>
                  </a:lnTo>
                  <a:lnTo>
                    <a:pt x="1395648" y="1428204"/>
                  </a:lnTo>
                  <a:lnTo>
                    <a:pt x="1395669" y="1428197"/>
                  </a:lnTo>
                  <a:lnTo>
                    <a:pt x="1395742" y="1428232"/>
                  </a:lnTo>
                  <a:lnTo>
                    <a:pt x="1395760" y="1428241"/>
                  </a:lnTo>
                  <a:lnTo>
                    <a:pt x="1395780" y="1428243"/>
                  </a:lnTo>
                  <a:lnTo>
                    <a:pt x="1395848" y="1428268"/>
                  </a:lnTo>
                  <a:lnTo>
                    <a:pt x="1395948" y="1428321"/>
                  </a:lnTo>
                  <a:lnTo>
                    <a:pt x="1395959" y="1428327"/>
                  </a:lnTo>
                  <a:lnTo>
                    <a:pt x="1395963" y="1428331"/>
                  </a:lnTo>
                  <a:lnTo>
                    <a:pt x="1396050" y="1428367"/>
                  </a:lnTo>
                  <a:lnTo>
                    <a:pt x="1396063" y="1428364"/>
                  </a:lnTo>
                  <a:lnTo>
                    <a:pt x="1396087" y="1428351"/>
                  </a:lnTo>
                  <a:lnTo>
                    <a:pt x="1396097" y="1428338"/>
                  </a:lnTo>
                  <a:lnTo>
                    <a:pt x="1396101" y="1428332"/>
                  </a:lnTo>
                  <a:lnTo>
                    <a:pt x="1396101" y="1428315"/>
                  </a:lnTo>
                  <a:lnTo>
                    <a:pt x="1396101" y="1428289"/>
                  </a:lnTo>
                  <a:lnTo>
                    <a:pt x="1396090" y="1428189"/>
                  </a:lnTo>
                  <a:lnTo>
                    <a:pt x="1396089" y="1428183"/>
                  </a:lnTo>
                  <a:lnTo>
                    <a:pt x="1396089" y="1428151"/>
                  </a:lnTo>
                  <a:lnTo>
                    <a:pt x="1396089" y="1428116"/>
                  </a:lnTo>
                  <a:lnTo>
                    <a:pt x="1396085" y="1428091"/>
                  </a:lnTo>
                  <a:lnTo>
                    <a:pt x="1396050" y="1428079"/>
                  </a:lnTo>
                  <a:lnTo>
                    <a:pt x="1396026" y="1428072"/>
                  </a:lnTo>
                  <a:lnTo>
                    <a:pt x="1396009" y="1428071"/>
                  </a:lnTo>
                  <a:lnTo>
                    <a:pt x="1395997" y="1428115"/>
                  </a:lnTo>
                  <a:lnTo>
                    <a:pt x="1395994" y="1428126"/>
                  </a:lnTo>
                  <a:lnTo>
                    <a:pt x="1395989" y="1428164"/>
                  </a:lnTo>
                  <a:lnTo>
                    <a:pt x="1395989" y="1428170"/>
                  </a:lnTo>
                  <a:lnTo>
                    <a:pt x="1395984" y="1428205"/>
                  </a:lnTo>
                  <a:lnTo>
                    <a:pt x="1395980" y="1428233"/>
                  </a:lnTo>
                  <a:lnTo>
                    <a:pt x="1395961" y="1428251"/>
                  </a:lnTo>
                  <a:lnTo>
                    <a:pt x="1395940" y="1428251"/>
                  </a:lnTo>
                  <a:lnTo>
                    <a:pt x="1395908" y="1428236"/>
                  </a:lnTo>
                  <a:lnTo>
                    <a:pt x="1395856" y="1428209"/>
                  </a:lnTo>
                  <a:lnTo>
                    <a:pt x="1395851" y="1428194"/>
                  </a:lnTo>
                  <a:lnTo>
                    <a:pt x="1395842" y="1428170"/>
                  </a:lnTo>
                  <a:lnTo>
                    <a:pt x="1395841" y="1428161"/>
                  </a:lnTo>
                  <a:lnTo>
                    <a:pt x="1395838" y="1428148"/>
                  </a:lnTo>
                  <a:lnTo>
                    <a:pt x="1395828" y="1428092"/>
                  </a:lnTo>
                  <a:lnTo>
                    <a:pt x="1395817" y="1428030"/>
                  </a:lnTo>
                  <a:lnTo>
                    <a:pt x="1395816" y="1428022"/>
                  </a:lnTo>
                  <a:lnTo>
                    <a:pt x="1395832" y="1427955"/>
                  </a:lnTo>
                  <a:lnTo>
                    <a:pt x="1395834" y="1427950"/>
                  </a:lnTo>
                  <a:lnTo>
                    <a:pt x="1395856" y="1427916"/>
                  </a:lnTo>
                  <a:lnTo>
                    <a:pt x="1395862" y="1427908"/>
                  </a:lnTo>
                  <a:lnTo>
                    <a:pt x="1395867" y="1427899"/>
                  </a:lnTo>
                  <a:lnTo>
                    <a:pt x="1395875" y="1427882"/>
                  </a:lnTo>
                  <a:lnTo>
                    <a:pt x="1395878" y="1427877"/>
                  </a:lnTo>
                  <a:lnTo>
                    <a:pt x="1395884" y="1427863"/>
                  </a:lnTo>
                  <a:lnTo>
                    <a:pt x="1395900" y="1427825"/>
                  </a:lnTo>
                  <a:lnTo>
                    <a:pt x="1395905" y="1427814"/>
                  </a:lnTo>
                  <a:lnTo>
                    <a:pt x="1395908" y="1427808"/>
                  </a:lnTo>
                  <a:lnTo>
                    <a:pt x="1395917" y="1427786"/>
                  </a:lnTo>
                  <a:lnTo>
                    <a:pt x="1395936" y="1427747"/>
                  </a:lnTo>
                  <a:lnTo>
                    <a:pt x="1395944" y="1427721"/>
                  </a:lnTo>
                  <a:lnTo>
                    <a:pt x="1395948" y="1427706"/>
                  </a:lnTo>
                  <a:lnTo>
                    <a:pt x="1395954" y="1427690"/>
                  </a:lnTo>
                  <a:lnTo>
                    <a:pt x="1395963" y="1427663"/>
                  </a:lnTo>
                  <a:lnTo>
                    <a:pt x="1395966" y="1427658"/>
                  </a:lnTo>
                  <a:lnTo>
                    <a:pt x="1395975" y="1427640"/>
                  </a:lnTo>
                  <a:lnTo>
                    <a:pt x="1396006" y="1427573"/>
                  </a:lnTo>
                  <a:lnTo>
                    <a:pt x="1396025" y="1427525"/>
                  </a:lnTo>
                  <a:lnTo>
                    <a:pt x="1396032" y="1427505"/>
                  </a:lnTo>
                  <a:lnTo>
                    <a:pt x="1396038" y="1427484"/>
                  </a:lnTo>
                  <a:lnTo>
                    <a:pt x="1396053" y="1427451"/>
                  </a:lnTo>
                  <a:lnTo>
                    <a:pt x="1396056" y="1427439"/>
                  </a:lnTo>
                  <a:lnTo>
                    <a:pt x="1396058" y="1427430"/>
                  </a:lnTo>
                  <a:lnTo>
                    <a:pt x="1396062" y="1427418"/>
                  </a:lnTo>
                  <a:lnTo>
                    <a:pt x="1396067" y="1427401"/>
                  </a:lnTo>
                  <a:lnTo>
                    <a:pt x="1396068" y="1427394"/>
                  </a:lnTo>
                  <a:lnTo>
                    <a:pt x="1396068" y="1427389"/>
                  </a:lnTo>
                  <a:lnTo>
                    <a:pt x="1396072" y="1427373"/>
                  </a:lnTo>
                  <a:lnTo>
                    <a:pt x="1396076" y="1427344"/>
                  </a:lnTo>
                  <a:lnTo>
                    <a:pt x="1396078" y="1427309"/>
                  </a:lnTo>
                  <a:lnTo>
                    <a:pt x="1396082" y="1427271"/>
                  </a:lnTo>
                  <a:lnTo>
                    <a:pt x="1396089" y="1427225"/>
                  </a:lnTo>
                  <a:lnTo>
                    <a:pt x="1396093" y="1427189"/>
                  </a:lnTo>
                  <a:lnTo>
                    <a:pt x="1396097" y="1427159"/>
                  </a:lnTo>
                  <a:lnTo>
                    <a:pt x="1396108" y="1427119"/>
                  </a:lnTo>
                  <a:lnTo>
                    <a:pt x="1396113" y="1427064"/>
                  </a:lnTo>
                  <a:lnTo>
                    <a:pt x="1396114" y="1427049"/>
                  </a:lnTo>
                  <a:lnTo>
                    <a:pt x="1396119" y="1426996"/>
                  </a:lnTo>
                  <a:lnTo>
                    <a:pt x="1396126" y="1426969"/>
                  </a:lnTo>
                  <a:lnTo>
                    <a:pt x="1396132" y="1426949"/>
                  </a:lnTo>
                  <a:lnTo>
                    <a:pt x="1396137" y="1426931"/>
                  </a:lnTo>
                  <a:lnTo>
                    <a:pt x="1396152" y="1426884"/>
                  </a:lnTo>
                  <a:lnTo>
                    <a:pt x="1396160" y="1426843"/>
                  </a:lnTo>
                  <a:lnTo>
                    <a:pt x="1396167" y="1426805"/>
                  </a:lnTo>
                  <a:lnTo>
                    <a:pt x="1396179" y="1426744"/>
                  </a:lnTo>
                  <a:lnTo>
                    <a:pt x="1396184" y="1426720"/>
                  </a:lnTo>
                  <a:lnTo>
                    <a:pt x="1396188" y="1426704"/>
                  </a:lnTo>
                  <a:lnTo>
                    <a:pt x="1396193" y="1426669"/>
                  </a:lnTo>
                  <a:lnTo>
                    <a:pt x="1396201" y="1426633"/>
                  </a:lnTo>
                  <a:lnTo>
                    <a:pt x="1396206" y="1426609"/>
                  </a:lnTo>
                  <a:lnTo>
                    <a:pt x="1396213" y="1426586"/>
                  </a:lnTo>
                  <a:lnTo>
                    <a:pt x="1396220" y="1426554"/>
                  </a:lnTo>
                  <a:lnTo>
                    <a:pt x="1396225" y="1426510"/>
                  </a:lnTo>
                  <a:lnTo>
                    <a:pt x="1396231" y="1426488"/>
                  </a:lnTo>
                  <a:lnTo>
                    <a:pt x="1396237" y="1426473"/>
                  </a:lnTo>
                  <a:lnTo>
                    <a:pt x="1396242" y="1426458"/>
                  </a:lnTo>
                  <a:lnTo>
                    <a:pt x="1396251" y="1426435"/>
                  </a:lnTo>
                  <a:lnTo>
                    <a:pt x="1396256" y="1426420"/>
                  </a:lnTo>
                  <a:lnTo>
                    <a:pt x="1396258" y="1426407"/>
                  </a:lnTo>
                  <a:lnTo>
                    <a:pt x="1396263" y="1426392"/>
                  </a:lnTo>
                  <a:lnTo>
                    <a:pt x="1396268" y="1426379"/>
                  </a:lnTo>
                  <a:lnTo>
                    <a:pt x="1396270" y="1426365"/>
                  </a:lnTo>
                  <a:lnTo>
                    <a:pt x="1396270" y="1426358"/>
                  </a:lnTo>
                  <a:lnTo>
                    <a:pt x="1396273" y="1426351"/>
                  </a:lnTo>
                  <a:lnTo>
                    <a:pt x="1396280" y="1426331"/>
                  </a:lnTo>
                  <a:lnTo>
                    <a:pt x="1396300" y="1426265"/>
                  </a:lnTo>
                  <a:lnTo>
                    <a:pt x="1396313" y="1426205"/>
                  </a:lnTo>
                  <a:lnTo>
                    <a:pt x="1396337" y="1426133"/>
                  </a:lnTo>
                  <a:lnTo>
                    <a:pt x="1396349" y="1426091"/>
                  </a:lnTo>
                  <a:lnTo>
                    <a:pt x="1396375" y="1426046"/>
                  </a:lnTo>
                  <a:lnTo>
                    <a:pt x="1396396" y="1426006"/>
                  </a:lnTo>
                  <a:lnTo>
                    <a:pt x="1396402" y="1425986"/>
                  </a:lnTo>
                  <a:lnTo>
                    <a:pt x="1396413" y="1425968"/>
                  </a:lnTo>
                  <a:lnTo>
                    <a:pt x="1396423" y="1425937"/>
                  </a:lnTo>
                  <a:lnTo>
                    <a:pt x="1396445" y="1425859"/>
                  </a:lnTo>
                  <a:lnTo>
                    <a:pt x="1396449" y="1425847"/>
                  </a:lnTo>
                  <a:lnTo>
                    <a:pt x="1396463" y="1425803"/>
                  </a:lnTo>
                  <a:lnTo>
                    <a:pt x="1396468" y="1425786"/>
                  </a:lnTo>
                  <a:lnTo>
                    <a:pt x="1396502" y="1425777"/>
                  </a:lnTo>
                  <a:lnTo>
                    <a:pt x="1396571" y="1425806"/>
                  </a:lnTo>
                  <a:lnTo>
                    <a:pt x="1396592" y="1425815"/>
                  </a:lnTo>
                  <a:lnTo>
                    <a:pt x="1396645" y="1425815"/>
                  </a:lnTo>
                  <a:lnTo>
                    <a:pt x="1396655" y="1425808"/>
                  </a:lnTo>
                  <a:lnTo>
                    <a:pt x="1396708" y="1425759"/>
                  </a:lnTo>
                  <a:lnTo>
                    <a:pt x="1396725" y="1425740"/>
                  </a:lnTo>
                  <a:lnTo>
                    <a:pt x="1396740" y="1425723"/>
                  </a:lnTo>
                  <a:lnTo>
                    <a:pt x="1396751" y="1425706"/>
                  </a:lnTo>
                  <a:lnTo>
                    <a:pt x="1396779" y="1425665"/>
                  </a:lnTo>
                  <a:lnTo>
                    <a:pt x="1396802" y="1425630"/>
                  </a:lnTo>
                  <a:lnTo>
                    <a:pt x="1396879" y="1425460"/>
                  </a:lnTo>
                  <a:lnTo>
                    <a:pt x="1396884" y="1425450"/>
                  </a:lnTo>
                  <a:lnTo>
                    <a:pt x="1396921" y="1425308"/>
                  </a:lnTo>
                  <a:lnTo>
                    <a:pt x="1396936" y="1425264"/>
                  </a:lnTo>
                  <a:lnTo>
                    <a:pt x="1396971" y="1425155"/>
                  </a:lnTo>
                  <a:lnTo>
                    <a:pt x="1396973" y="1425149"/>
                  </a:lnTo>
                  <a:lnTo>
                    <a:pt x="1396977" y="1425139"/>
                  </a:lnTo>
                  <a:lnTo>
                    <a:pt x="1397044" y="1424860"/>
                  </a:lnTo>
                  <a:lnTo>
                    <a:pt x="1397046" y="1424845"/>
                  </a:lnTo>
                  <a:lnTo>
                    <a:pt x="1397065" y="1424789"/>
                  </a:lnTo>
                  <a:lnTo>
                    <a:pt x="1397097" y="1424565"/>
                  </a:lnTo>
                  <a:lnTo>
                    <a:pt x="1397110" y="1424475"/>
                  </a:lnTo>
                  <a:lnTo>
                    <a:pt x="1397120" y="1424412"/>
                  </a:lnTo>
                  <a:lnTo>
                    <a:pt x="1397145" y="1424279"/>
                  </a:lnTo>
                  <a:lnTo>
                    <a:pt x="1397172" y="1424139"/>
                  </a:lnTo>
                  <a:lnTo>
                    <a:pt x="1397247" y="1423753"/>
                  </a:lnTo>
                  <a:lnTo>
                    <a:pt x="1397229" y="1423611"/>
                  </a:lnTo>
                  <a:lnTo>
                    <a:pt x="1397213" y="1423480"/>
                  </a:lnTo>
                  <a:lnTo>
                    <a:pt x="1397141" y="1423310"/>
                  </a:lnTo>
                  <a:lnTo>
                    <a:pt x="1397138" y="1423303"/>
                  </a:lnTo>
                  <a:lnTo>
                    <a:pt x="1397071" y="1423143"/>
                  </a:lnTo>
                  <a:lnTo>
                    <a:pt x="1396705" y="1422474"/>
                  </a:lnTo>
                  <a:lnTo>
                    <a:pt x="1396684" y="1422445"/>
                  </a:lnTo>
                  <a:lnTo>
                    <a:pt x="1396626" y="1422367"/>
                  </a:lnTo>
                  <a:lnTo>
                    <a:pt x="1396616" y="1422353"/>
                  </a:lnTo>
                  <a:lnTo>
                    <a:pt x="1396516" y="1422217"/>
                  </a:lnTo>
                  <a:lnTo>
                    <a:pt x="1396454" y="1422131"/>
                  </a:lnTo>
                  <a:lnTo>
                    <a:pt x="1396071" y="1421553"/>
                  </a:lnTo>
                  <a:lnTo>
                    <a:pt x="1395921" y="1421241"/>
                  </a:lnTo>
                  <a:lnTo>
                    <a:pt x="1395891" y="1421086"/>
                  </a:lnTo>
                  <a:lnTo>
                    <a:pt x="1395893" y="1421076"/>
                  </a:lnTo>
                  <a:lnTo>
                    <a:pt x="1395907" y="1421025"/>
                  </a:lnTo>
                  <a:lnTo>
                    <a:pt x="1395914" y="1420999"/>
                  </a:lnTo>
                  <a:lnTo>
                    <a:pt x="1396141" y="1420468"/>
                  </a:lnTo>
                  <a:lnTo>
                    <a:pt x="1396150" y="1420454"/>
                  </a:lnTo>
                  <a:lnTo>
                    <a:pt x="1396579" y="1419755"/>
                  </a:lnTo>
                  <a:lnTo>
                    <a:pt x="1397134" y="1419054"/>
                  </a:lnTo>
                  <a:lnTo>
                    <a:pt x="1397607" y="1418645"/>
                  </a:lnTo>
                  <a:lnTo>
                    <a:pt x="1397722" y="1418528"/>
                  </a:lnTo>
                  <a:lnTo>
                    <a:pt x="1397756" y="1418488"/>
                  </a:lnTo>
                  <a:lnTo>
                    <a:pt x="1397778" y="1418464"/>
                  </a:lnTo>
                  <a:lnTo>
                    <a:pt x="1397795" y="1418441"/>
                  </a:lnTo>
                  <a:lnTo>
                    <a:pt x="1397803" y="1418425"/>
                  </a:lnTo>
                  <a:lnTo>
                    <a:pt x="1397811" y="1418411"/>
                  </a:lnTo>
                  <a:lnTo>
                    <a:pt x="1397822" y="1418393"/>
                  </a:lnTo>
                  <a:lnTo>
                    <a:pt x="1397827" y="1418385"/>
                  </a:lnTo>
                  <a:lnTo>
                    <a:pt x="1397824" y="1418379"/>
                  </a:lnTo>
                  <a:lnTo>
                    <a:pt x="1397820" y="1418373"/>
                  </a:lnTo>
                  <a:lnTo>
                    <a:pt x="1397821" y="1418368"/>
                  </a:lnTo>
                  <a:lnTo>
                    <a:pt x="1397823" y="1418363"/>
                  </a:lnTo>
                  <a:lnTo>
                    <a:pt x="1397830" y="1418352"/>
                  </a:lnTo>
                  <a:lnTo>
                    <a:pt x="1397851" y="1418317"/>
                  </a:lnTo>
                  <a:lnTo>
                    <a:pt x="1397864" y="1418294"/>
                  </a:lnTo>
                  <a:lnTo>
                    <a:pt x="1397876" y="1418278"/>
                  </a:lnTo>
                  <a:lnTo>
                    <a:pt x="1397882" y="1418269"/>
                  </a:lnTo>
                  <a:lnTo>
                    <a:pt x="1397900" y="1418248"/>
                  </a:lnTo>
                  <a:lnTo>
                    <a:pt x="1397905" y="1418239"/>
                  </a:lnTo>
                  <a:lnTo>
                    <a:pt x="1397913" y="1418229"/>
                  </a:lnTo>
                  <a:lnTo>
                    <a:pt x="1397925" y="1418212"/>
                  </a:lnTo>
                  <a:lnTo>
                    <a:pt x="1397951" y="1418176"/>
                  </a:lnTo>
                  <a:lnTo>
                    <a:pt x="1397960" y="1418164"/>
                  </a:lnTo>
                  <a:lnTo>
                    <a:pt x="1397966" y="1418156"/>
                  </a:lnTo>
                  <a:lnTo>
                    <a:pt x="1397969" y="1418152"/>
                  </a:lnTo>
                  <a:lnTo>
                    <a:pt x="1397975" y="1418150"/>
                  </a:lnTo>
                  <a:lnTo>
                    <a:pt x="1397981" y="1418142"/>
                  </a:lnTo>
                  <a:lnTo>
                    <a:pt x="1397989" y="1418131"/>
                  </a:lnTo>
                  <a:lnTo>
                    <a:pt x="1398000" y="1418119"/>
                  </a:lnTo>
                  <a:lnTo>
                    <a:pt x="1398016" y="1418103"/>
                  </a:lnTo>
                  <a:lnTo>
                    <a:pt x="1398024" y="1418098"/>
                  </a:lnTo>
                  <a:lnTo>
                    <a:pt x="1398057" y="1418068"/>
                  </a:lnTo>
                  <a:lnTo>
                    <a:pt x="1398132" y="1418003"/>
                  </a:lnTo>
                  <a:lnTo>
                    <a:pt x="1398145" y="1417992"/>
                  </a:lnTo>
                  <a:lnTo>
                    <a:pt x="1398173" y="1417970"/>
                  </a:lnTo>
                  <a:lnTo>
                    <a:pt x="1398188" y="1417965"/>
                  </a:lnTo>
                  <a:lnTo>
                    <a:pt x="1398269" y="1417984"/>
                  </a:lnTo>
                  <a:lnTo>
                    <a:pt x="1398286" y="1418011"/>
                  </a:lnTo>
                  <a:lnTo>
                    <a:pt x="1398322" y="1418069"/>
                  </a:lnTo>
                  <a:lnTo>
                    <a:pt x="1398330" y="1418092"/>
                  </a:lnTo>
                  <a:lnTo>
                    <a:pt x="1398357" y="1418169"/>
                  </a:lnTo>
                  <a:lnTo>
                    <a:pt x="1398357" y="1418174"/>
                  </a:lnTo>
                  <a:lnTo>
                    <a:pt x="1398354" y="1418187"/>
                  </a:lnTo>
                  <a:lnTo>
                    <a:pt x="1398349" y="1418206"/>
                  </a:lnTo>
                  <a:lnTo>
                    <a:pt x="1398344" y="1418218"/>
                  </a:lnTo>
                  <a:lnTo>
                    <a:pt x="1398336" y="1418240"/>
                  </a:lnTo>
                  <a:lnTo>
                    <a:pt x="1398322" y="1418251"/>
                  </a:lnTo>
                  <a:lnTo>
                    <a:pt x="1398303" y="1418271"/>
                  </a:lnTo>
                  <a:lnTo>
                    <a:pt x="1398294" y="1418288"/>
                  </a:lnTo>
                  <a:lnTo>
                    <a:pt x="1398290" y="1418318"/>
                  </a:lnTo>
                  <a:lnTo>
                    <a:pt x="1398286" y="1418392"/>
                  </a:lnTo>
                  <a:lnTo>
                    <a:pt x="1398288" y="1418440"/>
                  </a:lnTo>
                  <a:lnTo>
                    <a:pt x="1398293" y="1418517"/>
                  </a:lnTo>
                  <a:lnTo>
                    <a:pt x="1398295" y="1418628"/>
                  </a:lnTo>
                  <a:lnTo>
                    <a:pt x="1398298" y="1418647"/>
                  </a:lnTo>
                  <a:lnTo>
                    <a:pt x="1398306" y="1418689"/>
                  </a:lnTo>
                  <a:lnTo>
                    <a:pt x="1398310" y="1418705"/>
                  </a:lnTo>
                  <a:lnTo>
                    <a:pt x="1398334" y="1418752"/>
                  </a:lnTo>
                  <a:lnTo>
                    <a:pt x="1398339" y="1418771"/>
                  </a:lnTo>
                  <a:lnTo>
                    <a:pt x="1398341" y="1418776"/>
                  </a:lnTo>
                  <a:lnTo>
                    <a:pt x="1398349" y="1418798"/>
                  </a:lnTo>
                  <a:lnTo>
                    <a:pt x="1398386" y="1418861"/>
                  </a:lnTo>
                  <a:lnTo>
                    <a:pt x="1398394" y="1418875"/>
                  </a:lnTo>
                  <a:lnTo>
                    <a:pt x="1398490" y="1419018"/>
                  </a:lnTo>
                  <a:lnTo>
                    <a:pt x="1398494" y="1419023"/>
                  </a:lnTo>
                  <a:lnTo>
                    <a:pt x="1398558" y="1419114"/>
                  </a:lnTo>
                  <a:lnTo>
                    <a:pt x="1398574" y="1419139"/>
                  </a:lnTo>
                  <a:lnTo>
                    <a:pt x="1398578" y="1419145"/>
                  </a:lnTo>
                  <a:lnTo>
                    <a:pt x="1398608" y="1419181"/>
                  </a:lnTo>
                  <a:lnTo>
                    <a:pt x="1398625" y="1419204"/>
                  </a:lnTo>
                  <a:lnTo>
                    <a:pt x="1398675" y="1419242"/>
                  </a:lnTo>
                  <a:lnTo>
                    <a:pt x="1398701" y="1419260"/>
                  </a:lnTo>
                  <a:lnTo>
                    <a:pt x="1398709" y="1419265"/>
                  </a:lnTo>
                  <a:lnTo>
                    <a:pt x="1398796" y="1419325"/>
                  </a:lnTo>
                  <a:lnTo>
                    <a:pt x="1398814" y="1419337"/>
                  </a:lnTo>
                  <a:lnTo>
                    <a:pt x="1398869" y="1419374"/>
                  </a:lnTo>
                  <a:lnTo>
                    <a:pt x="1398874" y="1419377"/>
                  </a:lnTo>
                  <a:lnTo>
                    <a:pt x="1398887" y="1419383"/>
                  </a:lnTo>
                  <a:lnTo>
                    <a:pt x="1398912" y="1419392"/>
                  </a:lnTo>
                  <a:lnTo>
                    <a:pt x="1399026" y="1419419"/>
                  </a:lnTo>
                  <a:lnTo>
                    <a:pt x="1399110" y="1419440"/>
                  </a:lnTo>
                  <a:lnTo>
                    <a:pt x="1399152" y="1419450"/>
                  </a:lnTo>
                  <a:lnTo>
                    <a:pt x="1399157" y="1419451"/>
                  </a:lnTo>
                  <a:lnTo>
                    <a:pt x="1399174" y="1419455"/>
                  </a:lnTo>
                  <a:lnTo>
                    <a:pt x="1399185" y="1419457"/>
                  </a:lnTo>
                  <a:lnTo>
                    <a:pt x="1399237" y="1419463"/>
                  </a:lnTo>
                  <a:lnTo>
                    <a:pt x="1399355" y="1419477"/>
                  </a:lnTo>
                  <a:lnTo>
                    <a:pt x="1399411" y="1419483"/>
                  </a:lnTo>
                  <a:lnTo>
                    <a:pt x="1399424" y="1419483"/>
                  </a:lnTo>
                  <a:lnTo>
                    <a:pt x="1399428" y="1419478"/>
                  </a:lnTo>
                  <a:lnTo>
                    <a:pt x="1399430" y="1419461"/>
                  </a:lnTo>
                  <a:lnTo>
                    <a:pt x="1399432" y="1419456"/>
                  </a:lnTo>
                  <a:lnTo>
                    <a:pt x="1399435" y="1419450"/>
                  </a:lnTo>
                  <a:lnTo>
                    <a:pt x="1399435" y="1419439"/>
                  </a:lnTo>
                  <a:lnTo>
                    <a:pt x="1399427" y="1419429"/>
                  </a:lnTo>
                  <a:lnTo>
                    <a:pt x="1399422" y="1419421"/>
                  </a:lnTo>
                  <a:lnTo>
                    <a:pt x="1399378" y="1419395"/>
                  </a:lnTo>
                  <a:lnTo>
                    <a:pt x="1399370" y="1419393"/>
                  </a:lnTo>
                  <a:lnTo>
                    <a:pt x="1399361" y="1419392"/>
                  </a:lnTo>
                  <a:lnTo>
                    <a:pt x="1399341" y="1419394"/>
                  </a:lnTo>
                  <a:lnTo>
                    <a:pt x="1399323" y="1419395"/>
                  </a:lnTo>
                  <a:lnTo>
                    <a:pt x="1399311" y="1419397"/>
                  </a:lnTo>
                  <a:lnTo>
                    <a:pt x="1399294" y="1419397"/>
                  </a:lnTo>
                  <a:lnTo>
                    <a:pt x="1399272" y="1419397"/>
                  </a:lnTo>
                  <a:lnTo>
                    <a:pt x="1399244" y="1419393"/>
                  </a:lnTo>
                  <a:lnTo>
                    <a:pt x="1399036" y="1419341"/>
                  </a:lnTo>
                  <a:lnTo>
                    <a:pt x="1398979" y="1419321"/>
                  </a:lnTo>
                  <a:lnTo>
                    <a:pt x="1398963" y="1419314"/>
                  </a:lnTo>
                  <a:lnTo>
                    <a:pt x="1398933" y="1419300"/>
                  </a:lnTo>
                  <a:lnTo>
                    <a:pt x="1398743" y="1419178"/>
                  </a:lnTo>
                  <a:lnTo>
                    <a:pt x="1398680" y="1419128"/>
                  </a:lnTo>
                  <a:lnTo>
                    <a:pt x="1398675" y="1419121"/>
                  </a:lnTo>
                  <a:lnTo>
                    <a:pt x="1398666" y="1419105"/>
                  </a:lnTo>
                  <a:lnTo>
                    <a:pt x="1398657" y="1419084"/>
                  </a:lnTo>
                  <a:lnTo>
                    <a:pt x="1398660" y="1419065"/>
                  </a:lnTo>
                  <a:lnTo>
                    <a:pt x="1398675" y="1419057"/>
                  </a:lnTo>
                  <a:lnTo>
                    <a:pt x="1398699" y="1419052"/>
                  </a:lnTo>
                  <a:lnTo>
                    <a:pt x="1398714" y="1419051"/>
                  </a:lnTo>
                  <a:lnTo>
                    <a:pt x="1398735" y="1419035"/>
                  </a:lnTo>
                  <a:lnTo>
                    <a:pt x="1398755" y="1419026"/>
                  </a:lnTo>
                  <a:lnTo>
                    <a:pt x="1398754" y="1419016"/>
                  </a:lnTo>
                  <a:lnTo>
                    <a:pt x="1398751" y="1418980"/>
                  </a:lnTo>
                  <a:lnTo>
                    <a:pt x="1398734" y="1418948"/>
                  </a:lnTo>
                  <a:lnTo>
                    <a:pt x="1398715" y="1418944"/>
                  </a:lnTo>
                  <a:lnTo>
                    <a:pt x="1398698" y="1418943"/>
                  </a:lnTo>
                  <a:lnTo>
                    <a:pt x="1398682" y="1418897"/>
                  </a:lnTo>
                  <a:lnTo>
                    <a:pt x="1398672" y="1418859"/>
                  </a:lnTo>
                  <a:lnTo>
                    <a:pt x="1398655" y="1418813"/>
                  </a:lnTo>
                  <a:lnTo>
                    <a:pt x="1398647" y="1418783"/>
                  </a:lnTo>
                  <a:lnTo>
                    <a:pt x="1398621" y="1418737"/>
                  </a:lnTo>
                  <a:lnTo>
                    <a:pt x="1398588" y="1418696"/>
                  </a:lnTo>
                  <a:lnTo>
                    <a:pt x="1398527" y="1418620"/>
                  </a:lnTo>
                  <a:lnTo>
                    <a:pt x="1398517" y="1418599"/>
                  </a:lnTo>
                  <a:lnTo>
                    <a:pt x="1398509" y="1418586"/>
                  </a:lnTo>
                  <a:lnTo>
                    <a:pt x="1398487" y="1418544"/>
                  </a:lnTo>
                  <a:lnTo>
                    <a:pt x="1398483" y="1418535"/>
                  </a:lnTo>
                  <a:lnTo>
                    <a:pt x="1398468" y="1418503"/>
                  </a:lnTo>
                  <a:lnTo>
                    <a:pt x="1398459" y="1418482"/>
                  </a:lnTo>
                  <a:lnTo>
                    <a:pt x="1398450" y="1418432"/>
                  </a:lnTo>
                  <a:lnTo>
                    <a:pt x="1398442" y="1418381"/>
                  </a:lnTo>
                  <a:lnTo>
                    <a:pt x="1398443" y="1418375"/>
                  </a:lnTo>
                  <a:lnTo>
                    <a:pt x="1398442" y="1418369"/>
                  </a:lnTo>
                  <a:lnTo>
                    <a:pt x="1398450" y="1418348"/>
                  </a:lnTo>
                  <a:lnTo>
                    <a:pt x="1398457" y="1418329"/>
                  </a:lnTo>
                  <a:lnTo>
                    <a:pt x="1398474" y="1418294"/>
                  </a:lnTo>
                  <a:lnTo>
                    <a:pt x="1398504" y="1418240"/>
                  </a:lnTo>
                  <a:lnTo>
                    <a:pt x="1398561" y="1418159"/>
                  </a:lnTo>
                  <a:lnTo>
                    <a:pt x="1398614" y="1418086"/>
                  </a:lnTo>
                  <a:lnTo>
                    <a:pt x="1398648" y="1418048"/>
                  </a:lnTo>
                  <a:lnTo>
                    <a:pt x="1398655" y="1418041"/>
                  </a:lnTo>
                  <a:lnTo>
                    <a:pt x="1398710" y="1417981"/>
                  </a:lnTo>
                  <a:lnTo>
                    <a:pt x="1398721" y="1417972"/>
                  </a:lnTo>
                  <a:lnTo>
                    <a:pt x="1398759" y="1417942"/>
                  </a:lnTo>
                  <a:lnTo>
                    <a:pt x="1398768" y="1417939"/>
                  </a:lnTo>
                  <a:lnTo>
                    <a:pt x="1398779" y="1417936"/>
                  </a:lnTo>
                  <a:lnTo>
                    <a:pt x="1398788" y="1417940"/>
                  </a:lnTo>
                  <a:lnTo>
                    <a:pt x="1398791" y="1417945"/>
                  </a:lnTo>
                  <a:lnTo>
                    <a:pt x="1398800" y="1417958"/>
                  </a:lnTo>
                  <a:lnTo>
                    <a:pt x="1398813" y="1417990"/>
                  </a:lnTo>
                  <a:lnTo>
                    <a:pt x="1398815" y="1417994"/>
                  </a:lnTo>
                  <a:lnTo>
                    <a:pt x="1398827" y="1418004"/>
                  </a:lnTo>
                  <a:lnTo>
                    <a:pt x="1398838" y="1418008"/>
                  </a:lnTo>
                  <a:lnTo>
                    <a:pt x="1398867" y="1418010"/>
                  </a:lnTo>
                  <a:lnTo>
                    <a:pt x="1398881" y="1417997"/>
                  </a:lnTo>
                  <a:lnTo>
                    <a:pt x="1398899" y="1417979"/>
                  </a:lnTo>
                  <a:lnTo>
                    <a:pt x="1398951" y="1417928"/>
                  </a:lnTo>
                  <a:lnTo>
                    <a:pt x="1398956" y="1417923"/>
                  </a:lnTo>
                  <a:lnTo>
                    <a:pt x="1399001" y="1417838"/>
                  </a:lnTo>
                  <a:lnTo>
                    <a:pt x="1399026" y="1417801"/>
                  </a:lnTo>
                  <a:lnTo>
                    <a:pt x="1399049" y="1417766"/>
                  </a:lnTo>
                  <a:lnTo>
                    <a:pt x="1399066" y="1417739"/>
                  </a:lnTo>
                  <a:lnTo>
                    <a:pt x="1399071" y="1417732"/>
                  </a:lnTo>
                  <a:lnTo>
                    <a:pt x="1399162" y="1417591"/>
                  </a:lnTo>
                  <a:lnTo>
                    <a:pt x="1399205" y="1417524"/>
                  </a:lnTo>
                  <a:lnTo>
                    <a:pt x="1399267" y="1417431"/>
                  </a:lnTo>
                  <a:lnTo>
                    <a:pt x="1399323" y="1417345"/>
                  </a:lnTo>
                  <a:lnTo>
                    <a:pt x="1399340" y="1417324"/>
                  </a:lnTo>
                  <a:lnTo>
                    <a:pt x="1399357" y="1417302"/>
                  </a:lnTo>
                  <a:lnTo>
                    <a:pt x="1399369" y="1417288"/>
                  </a:lnTo>
                  <a:lnTo>
                    <a:pt x="1399383" y="1417272"/>
                  </a:lnTo>
                  <a:lnTo>
                    <a:pt x="1399398" y="1417247"/>
                  </a:lnTo>
                  <a:lnTo>
                    <a:pt x="1399423" y="1417205"/>
                  </a:lnTo>
                  <a:lnTo>
                    <a:pt x="1399460" y="1417140"/>
                  </a:lnTo>
                  <a:lnTo>
                    <a:pt x="1399484" y="1417087"/>
                  </a:lnTo>
                  <a:lnTo>
                    <a:pt x="1399492" y="1417070"/>
                  </a:lnTo>
                  <a:lnTo>
                    <a:pt x="1399504" y="1417044"/>
                  </a:lnTo>
                  <a:lnTo>
                    <a:pt x="1399577" y="1416831"/>
                  </a:lnTo>
                  <a:lnTo>
                    <a:pt x="1399583" y="1416814"/>
                  </a:lnTo>
                  <a:lnTo>
                    <a:pt x="1399636" y="1416642"/>
                  </a:lnTo>
                  <a:lnTo>
                    <a:pt x="1399638" y="1416636"/>
                  </a:lnTo>
                  <a:lnTo>
                    <a:pt x="1399639" y="1416631"/>
                  </a:lnTo>
                  <a:lnTo>
                    <a:pt x="1399701" y="1416351"/>
                  </a:lnTo>
                  <a:lnTo>
                    <a:pt x="1399706" y="1416316"/>
                  </a:lnTo>
                  <a:lnTo>
                    <a:pt x="1399708" y="1416308"/>
                  </a:lnTo>
                  <a:lnTo>
                    <a:pt x="1399714" y="1416262"/>
                  </a:lnTo>
                  <a:lnTo>
                    <a:pt x="1399720" y="1416205"/>
                  </a:lnTo>
                  <a:lnTo>
                    <a:pt x="1399721" y="1416186"/>
                  </a:lnTo>
                  <a:lnTo>
                    <a:pt x="1399722" y="1416173"/>
                  </a:lnTo>
                  <a:lnTo>
                    <a:pt x="1399727" y="1416055"/>
                  </a:lnTo>
                  <a:lnTo>
                    <a:pt x="1399724" y="1415634"/>
                  </a:lnTo>
                  <a:lnTo>
                    <a:pt x="1399724" y="1415620"/>
                  </a:lnTo>
                  <a:lnTo>
                    <a:pt x="1399724" y="1415566"/>
                  </a:lnTo>
                  <a:lnTo>
                    <a:pt x="1399722" y="1415526"/>
                  </a:lnTo>
                  <a:lnTo>
                    <a:pt x="1399718" y="1415477"/>
                  </a:lnTo>
                  <a:lnTo>
                    <a:pt x="1399715" y="1415425"/>
                  </a:lnTo>
                  <a:lnTo>
                    <a:pt x="1399713" y="1415401"/>
                  </a:lnTo>
                  <a:lnTo>
                    <a:pt x="1399693" y="1415111"/>
                  </a:lnTo>
                  <a:lnTo>
                    <a:pt x="1399688" y="1415075"/>
                  </a:lnTo>
                  <a:lnTo>
                    <a:pt x="1399681" y="1415027"/>
                  </a:lnTo>
                  <a:lnTo>
                    <a:pt x="1399666" y="1414930"/>
                  </a:lnTo>
                  <a:lnTo>
                    <a:pt x="1399658" y="1414887"/>
                  </a:lnTo>
                  <a:lnTo>
                    <a:pt x="1399638" y="1414814"/>
                  </a:lnTo>
                  <a:lnTo>
                    <a:pt x="1399584" y="1414697"/>
                  </a:lnTo>
                  <a:lnTo>
                    <a:pt x="1399506" y="1414561"/>
                  </a:lnTo>
                  <a:lnTo>
                    <a:pt x="1399386" y="1414472"/>
                  </a:lnTo>
                  <a:lnTo>
                    <a:pt x="1399422" y="1414232"/>
                  </a:lnTo>
                  <a:lnTo>
                    <a:pt x="1399425" y="1414224"/>
                  </a:lnTo>
                  <a:lnTo>
                    <a:pt x="1399609" y="1414249"/>
                  </a:lnTo>
                  <a:lnTo>
                    <a:pt x="1399611" y="1414241"/>
                  </a:lnTo>
                  <a:lnTo>
                    <a:pt x="1399612" y="1414218"/>
                  </a:lnTo>
                  <a:lnTo>
                    <a:pt x="1399643" y="1413941"/>
                  </a:lnTo>
                  <a:lnTo>
                    <a:pt x="1399659" y="1413791"/>
                  </a:lnTo>
                  <a:lnTo>
                    <a:pt x="1399663" y="1413786"/>
                  </a:lnTo>
                  <a:lnTo>
                    <a:pt x="1399669" y="1413786"/>
                  </a:lnTo>
                  <a:lnTo>
                    <a:pt x="1399700" y="1413791"/>
                  </a:lnTo>
                  <a:lnTo>
                    <a:pt x="1399722" y="1413790"/>
                  </a:lnTo>
                  <a:lnTo>
                    <a:pt x="1399734" y="1413786"/>
                  </a:lnTo>
                  <a:lnTo>
                    <a:pt x="1399735" y="1413780"/>
                  </a:lnTo>
                  <a:lnTo>
                    <a:pt x="1399739" y="1413764"/>
                  </a:lnTo>
                  <a:lnTo>
                    <a:pt x="1399744" y="1413742"/>
                  </a:lnTo>
                  <a:lnTo>
                    <a:pt x="1399745" y="1413731"/>
                  </a:lnTo>
                  <a:lnTo>
                    <a:pt x="1399747" y="1413715"/>
                  </a:lnTo>
                  <a:lnTo>
                    <a:pt x="1399748" y="1413692"/>
                  </a:lnTo>
                  <a:lnTo>
                    <a:pt x="1399751" y="1413664"/>
                  </a:lnTo>
                  <a:lnTo>
                    <a:pt x="1399750" y="1413593"/>
                  </a:lnTo>
                  <a:lnTo>
                    <a:pt x="1399747" y="1413538"/>
                  </a:lnTo>
                  <a:lnTo>
                    <a:pt x="1399745" y="1413513"/>
                  </a:lnTo>
                  <a:lnTo>
                    <a:pt x="1399744" y="1413496"/>
                  </a:lnTo>
                  <a:lnTo>
                    <a:pt x="1399746" y="1413459"/>
                  </a:lnTo>
                  <a:lnTo>
                    <a:pt x="1399746" y="1413396"/>
                  </a:lnTo>
                  <a:lnTo>
                    <a:pt x="1399745" y="1413367"/>
                  </a:lnTo>
                  <a:lnTo>
                    <a:pt x="1399742" y="1413341"/>
                  </a:lnTo>
                  <a:lnTo>
                    <a:pt x="1399733" y="1413291"/>
                  </a:lnTo>
                  <a:lnTo>
                    <a:pt x="1399723" y="1413215"/>
                  </a:lnTo>
                  <a:lnTo>
                    <a:pt x="1399715" y="1413139"/>
                  </a:lnTo>
                  <a:lnTo>
                    <a:pt x="1399663" y="1412609"/>
                  </a:lnTo>
                  <a:lnTo>
                    <a:pt x="1399660" y="1412580"/>
                  </a:lnTo>
                  <a:lnTo>
                    <a:pt x="1399655" y="1412551"/>
                  </a:lnTo>
                  <a:lnTo>
                    <a:pt x="1399652" y="1412523"/>
                  </a:lnTo>
                  <a:lnTo>
                    <a:pt x="1399645" y="1412482"/>
                  </a:lnTo>
                  <a:lnTo>
                    <a:pt x="1399639" y="1412435"/>
                  </a:lnTo>
                  <a:lnTo>
                    <a:pt x="1399640" y="1412420"/>
                  </a:lnTo>
                  <a:lnTo>
                    <a:pt x="1399636" y="1412397"/>
                  </a:lnTo>
                  <a:lnTo>
                    <a:pt x="1399626" y="1412348"/>
                  </a:lnTo>
                  <a:lnTo>
                    <a:pt x="1399614" y="1412253"/>
                  </a:lnTo>
                  <a:lnTo>
                    <a:pt x="1399596" y="1412119"/>
                  </a:lnTo>
                  <a:lnTo>
                    <a:pt x="1399590" y="1412085"/>
                  </a:lnTo>
                  <a:lnTo>
                    <a:pt x="1399584" y="1412056"/>
                  </a:lnTo>
                  <a:lnTo>
                    <a:pt x="1399569" y="1411991"/>
                  </a:lnTo>
                  <a:lnTo>
                    <a:pt x="1399552" y="1411938"/>
                  </a:lnTo>
                  <a:lnTo>
                    <a:pt x="1399460" y="1411753"/>
                  </a:lnTo>
                  <a:lnTo>
                    <a:pt x="1399408" y="1411648"/>
                  </a:lnTo>
                  <a:lnTo>
                    <a:pt x="1399392" y="1411621"/>
                  </a:lnTo>
                  <a:lnTo>
                    <a:pt x="1399306" y="1411475"/>
                  </a:lnTo>
                  <a:lnTo>
                    <a:pt x="1399239" y="1411386"/>
                  </a:lnTo>
                  <a:lnTo>
                    <a:pt x="1399222" y="1411364"/>
                  </a:lnTo>
                  <a:lnTo>
                    <a:pt x="1399215" y="1411354"/>
                  </a:lnTo>
                  <a:lnTo>
                    <a:pt x="1399205" y="1411341"/>
                  </a:lnTo>
                  <a:lnTo>
                    <a:pt x="1399198" y="1411332"/>
                  </a:lnTo>
                  <a:lnTo>
                    <a:pt x="1399187" y="1411316"/>
                  </a:lnTo>
                  <a:lnTo>
                    <a:pt x="1399105" y="1411278"/>
                  </a:lnTo>
                  <a:lnTo>
                    <a:pt x="1399064" y="1411288"/>
                  </a:lnTo>
                  <a:lnTo>
                    <a:pt x="1399043" y="1411233"/>
                  </a:lnTo>
                  <a:lnTo>
                    <a:pt x="1399060" y="1411148"/>
                  </a:lnTo>
                  <a:lnTo>
                    <a:pt x="1399112" y="1411115"/>
                  </a:lnTo>
                  <a:lnTo>
                    <a:pt x="1399244" y="1411032"/>
                  </a:lnTo>
                  <a:lnTo>
                    <a:pt x="1399434" y="1410878"/>
                  </a:lnTo>
                  <a:lnTo>
                    <a:pt x="1399539" y="1410801"/>
                  </a:lnTo>
                  <a:lnTo>
                    <a:pt x="1399580" y="1410801"/>
                  </a:lnTo>
                  <a:lnTo>
                    <a:pt x="1399620" y="1410815"/>
                  </a:lnTo>
                  <a:lnTo>
                    <a:pt x="1399676" y="1410912"/>
                  </a:lnTo>
                  <a:lnTo>
                    <a:pt x="1399782" y="1411118"/>
                  </a:lnTo>
                  <a:lnTo>
                    <a:pt x="1399911" y="1411270"/>
                  </a:lnTo>
                  <a:lnTo>
                    <a:pt x="1399967" y="1411378"/>
                  </a:lnTo>
                  <a:lnTo>
                    <a:pt x="1399981" y="1411406"/>
                  </a:lnTo>
                  <a:lnTo>
                    <a:pt x="1400059" y="1411559"/>
                  </a:lnTo>
                  <a:lnTo>
                    <a:pt x="1400079" y="1411579"/>
                  </a:lnTo>
                  <a:lnTo>
                    <a:pt x="1400093" y="1411593"/>
                  </a:lnTo>
                  <a:lnTo>
                    <a:pt x="1400117" y="1411608"/>
                  </a:lnTo>
                  <a:lnTo>
                    <a:pt x="1400139" y="1411617"/>
                  </a:lnTo>
                  <a:lnTo>
                    <a:pt x="1400163" y="1411621"/>
                  </a:lnTo>
                  <a:lnTo>
                    <a:pt x="1400168" y="1411622"/>
                  </a:lnTo>
                  <a:lnTo>
                    <a:pt x="1400173" y="1411623"/>
                  </a:lnTo>
                  <a:lnTo>
                    <a:pt x="1400296" y="1411492"/>
                  </a:lnTo>
                  <a:lnTo>
                    <a:pt x="1400304" y="1411502"/>
                  </a:lnTo>
                  <a:lnTo>
                    <a:pt x="1400359" y="1411578"/>
                  </a:lnTo>
                  <a:lnTo>
                    <a:pt x="1400384" y="1411641"/>
                  </a:lnTo>
                  <a:lnTo>
                    <a:pt x="1400379" y="1411664"/>
                  </a:lnTo>
                  <a:lnTo>
                    <a:pt x="1400372" y="1411692"/>
                  </a:lnTo>
                  <a:lnTo>
                    <a:pt x="1400348" y="1411736"/>
                  </a:lnTo>
                  <a:lnTo>
                    <a:pt x="1400406" y="1411786"/>
                  </a:lnTo>
                  <a:lnTo>
                    <a:pt x="1400408" y="1411781"/>
                  </a:lnTo>
                  <a:lnTo>
                    <a:pt x="1400410" y="1411775"/>
                  </a:lnTo>
                  <a:lnTo>
                    <a:pt x="1400431" y="1411713"/>
                  </a:lnTo>
                  <a:lnTo>
                    <a:pt x="1400442" y="1411656"/>
                  </a:lnTo>
                  <a:lnTo>
                    <a:pt x="1400450" y="1411613"/>
                  </a:lnTo>
                  <a:lnTo>
                    <a:pt x="1400458" y="1411587"/>
                  </a:lnTo>
                  <a:lnTo>
                    <a:pt x="1400467" y="1411559"/>
                  </a:lnTo>
                  <a:lnTo>
                    <a:pt x="1400439" y="1411480"/>
                  </a:lnTo>
                  <a:lnTo>
                    <a:pt x="1400395" y="1411466"/>
                  </a:lnTo>
                  <a:lnTo>
                    <a:pt x="1400359" y="1411429"/>
                  </a:lnTo>
                  <a:lnTo>
                    <a:pt x="1400387" y="1411391"/>
                  </a:lnTo>
                  <a:lnTo>
                    <a:pt x="1400402" y="1411276"/>
                  </a:lnTo>
                  <a:lnTo>
                    <a:pt x="1400405" y="1411252"/>
                  </a:lnTo>
                  <a:lnTo>
                    <a:pt x="1400419" y="1411192"/>
                  </a:lnTo>
                  <a:lnTo>
                    <a:pt x="1400450" y="1411146"/>
                  </a:lnTo>
                  <a:lnTo>
                    <a:pt x="1400546" y="1411084"/>
                  </a:lnTo>
                  <a:lnTo>
                    <a:pt x="1400739" y="1410975"/>
                  </a:lnTo>
                  <a:lnTo>
                    <a:pt x="1400758" y="1410964"/>
                  </a:lnTo>
                  <a:lnTo>
                    <a:pt x="1400774" y="1410955"/>
                  </a:lnTo>
                  <a:lnTo>
                    <a:pt x="1400901" y="1410940"/>
                  </a:lnTo>
                  <a:lnTo>
                    <a:pt x="1400993" y="1410935"/>
                  </a:lnTo>
                  <a:lnTo>
                    <a:pt x="1401110" y="1410926"/>
                  </a:lnTo>
                  <a:lnTo>
                    <a:pt x="1401169" y="1410938"/>
                  </a:lnTo>
                  <a:lnTo>
                    <a:pt x="1401222" y="1410950"/>
                  </a:lnTo>
                  <a:lnTo>
                    <a:pt x="1401372" y="1410948"/>
                  </a:lnTo>
                  <a:lnTo>
                    <a:pt x="1401381" y="1410949"/>
                  </a:lnTo>
                  <a:lnTo>
                    <a:pt x="1401386" y="1410949"/>
                  </a:lnTo>
                  <a:lnTo>
                    <a:pt x="1401473" y="1410956"/>
                  </a:lnTo>
                  <a:lnTo>
                    <a:pt x="1401484" y="1410956"/>
                  </a:lnTo>
                  <a:lnTo>
                    <a:pt x="1401676" y="1411012"/>
                  </a:lnTo>
                  <a:lnTo>
                    <a:pt x="1401723" y="1411028"/>
                  </a:lnTo>
                  <a:lnTo>
                    <a:pt x="1401729" y="1411030"/>
                  </a:lnTo>
                  <a:lnTo>
                    <a:pt x="1401748" y="1411038"/>
                  </a:lnTo>
                  <a:lnTo>
                    <a:pt x="1401824" y="1411070"/>
                  </a:lnTo>
                  <a:lnTo>
                    <a:pt x="1401839" y="1411092"/>
                  </a:lnTo>
                  <a:lnTo>
                    <a:pt x="1401844" y="1411100"/>
                  </a:lnTo>
                  <a:lnTo>
                    <a:pt x="1401842" y="1411111"/>
                  </a:lnTo>
                  <a:lnTo>
                    <a:pt x="1401833" y="1411161"/>
                  </a:lnTo>
                  <a:lnTo>
                    <a:pt x="1401841" y="1411183"/>
                  </a:lnTo>
                  <a:lnTo>
                    <a:pt x="1401878" y="1411173"/>
                  </a:lnTo>
                  <a:lnTo>
                    <a:pt x="1401933" y="1411157"/>
                  </a:lnTo>
                  <a:lnTo>
                    <a:pt x="1401956" y="1411063"/>
                  </a:lnTo>
                  <a:lnTo>
                    <a:pt x="1402003" y="1410992"/>
                  </a:lnTo>
                  <a:lnTo>
                    <a:pt x="1402056" y="1410945"/>
                  </a:lnTo>
                  <a:lnTo>
                    <a:pt x="1402061" y="1410943"/>
                  </a:lnTo>
                  <a:lnTo>
                    <a:pt x="1402085" y="1410928"/>
                  </a:lnTo>
                  <a:lnTo>
                    <a:pt x="1402089" y="1410925"/>
                  </a:lnTo>
                  <a:lnTo>
                    <a:pt x="1402168" y="1410903"/>
                  </a:lnTo>
                  <a:lnTo>
                    <a:pt x="1402183" y="1410901"/>
                  </a:lnTo>
                  <a:lnTo>
                    <a:pt x="1403044" y="1410699"/>
                  </a:lnTo>
                  <a:lnTo>
                    <a:pt x="1403249" y="1410651"/>
                  </a:lnTo>
                  <a:lnTo>
                    <a:pt x="1403262" y="1410651"/>
                  </a:lnTo>
                  <a:lnTo>
                    <a:pt x="1403371" y="1410651"/>
                  </a:lnTo>
                  <a:lnTo>
                    <a:pt x="1403477" y="1410650"/>
                  </a:lnTo>
                  <a:lnTo>
                    <a:pt x="1403532" y="1410650"/>
                  </a:lnTo>
                  <a:lnTo>
                    <a:pt x="1403716" y="1410650"/>
                  </a:lnTo>
                  <a:lnTo>
                    <a:pt x="1403771" y="1410650"/>
                  </a:lnTo>
                  <a:lnTo>
                    <a:pt x="1404025" y="1410650"/>
                  </a:lnTo>
                  <a:lnTo>
                    <a:pt x="1404058" y="1410650"/>
                  </a:lnTo>
                  <a:lnTo>
                    <a:pt x="1404166" y="1410650"/>
                  </a:lnTo>
                  <a:lnTo>
                    <a:pt x="1404258" y="1410649"/>
                  </a:lnTo>
                  <a:lnTo>
                    <a:pt x="1404386" y="1410649"/>
                  </a:lnTo>
                  <a:lnTo>
                    <a:pt x="1404594" y="1410649"/>
                  </a:lnTo>
                  <a:lnTo>
                    <a:pt x="1404594" y="1410636"/>
                  </a:lnTo>
                  <a:lnTo>
                    <a:pt x="1404636" y="1410630"/>
                  </a:lnTo>
                  <a:lnTo>
                    <a:pt x="1404672" y="1410625"/>
                  </a:lnTo>
                  <a:lnTo>
                    <a:pt x="1404679" y="1410624"/>
                  </a:lnTo>
                  <a:lnTo>
                    <a:pt x="1404767" y="1410625"/>
                  </a:lnTo>
                  <a:lnTo>
                    <a:pt x="1404857" y="1410631"/>
                  </a:lnTo>
                  <a:lnTo>
                    <a:pt x="1404884" y="1410633"/>
                  </a:lnTo>
                  <a:lnTo>
                    <a:pt x="1405018" y="1410634"/>
                  </a:lnTo>
                  <a:lnTo>
                    <a:pt x="1405037" y="1410634"/>
                  </a:lnTo>
                  <a:lnTo>
                    <a:pt x="1405058" y="1410635"/>
                  </a:lnTo>
                  <a:lnTo>
                    <a:pt x="1405071" y="1410641"/>
                  </a:lnTo>
                  <a:lnTo>
                    <a:pt x="1405081" y="1410645"/>
                  </a:lnTo>
                  <a:lnTo>
                    <a:pt x="1405109" y="1410659"/>
                  </a:lnTo>
                  <a:lnTo>
                    <a:pt x="1405116" y="1410666"/>
                  </a:lnTo>
                  <a:lnTo>
                    <a:pt x="1405204" y="1410654"/>
                  </a:lnTo>
                  <a:lnTo>
                    <a:pt x="1405205" y="1410645"/>
                  </a:lnTo>
                  <a:lnTo>
                    <a:pt x="1405212" y="1410580"/>
                  </a:lnTo>
                  <a:lnTo>
                    <a:pt x="1405220" y="1410507"/>
                  </a:lnTo>
                  <a:lnTo>
                    <a:pt x="1405204" y="1410497"/>
                  </a:lnTo>
                  <a:lnTo>
                    <a:pt x="1405146" y="1410433"/>
                  </a:lnTo>
                  <a:lnTo>
                    <a:pt x="1405123" y="1410414"/>
                  </a:lnTo>
                  <a:lnTo>
                    <a:pt x="1405079" y="1410377"/>
                  </a:lnTo>
                  <a:lnTo>
                    <a:pt x="1405010" y="1410290"/>
                  </a:lnTo>
                  <a:lnTo>
                    <a:pt x="1404961" y="1410184"/>
                  </a:lnTo>
                  <a:lnTo>
                    <a:pt x="1404900" y="1410164"/>
                  </a:lnTo>
                  <a:lnTo>
                    <a:pt x="1404889" y="1410156"/>
                  </a:lnTo>
                  <a:lnTo>
                    <a:pt x="1404812" y="1410105"/>
                  </a:lnTo>
                  <a:lnTo>
                    <a:pt x="1404642" y="1409993"/>
                  </a:lnTo>
                  <a:lnTo>
                    <a:pt x="1404638" y="1409985"/>
                  </a:lnTo>
                  <a:lnTo>
                    <a:pt x="1404635" y="1409977"/>
                  </a:lnTo>
                  <a:lnTo>
                    <a:pt x="1404630" y="1409964"/>
                  </a:lnTo>
                  <a:lnTo>
                    <a:pt x="1404617" y="1409684"/>
                  </a:lnTo>
                  <a:lnTo>
                    <a:pt x="1404614" y="1409613"/>
                  </a:lnTo>
                  <a:lnTo>
                    <a:pt x="1404607" y="1409480"/>
                  </a:lnTo>
                  <a:lnTo>
                    <a:pt x="1404648" y="1409378"/>
                  </a:lnTo>
                  <a:lnTo>
                    <a:pt x="1404697" y="1409253"/>
                  </a:lnTo>
                  <a:lnTo>
                    <a:pt x="1404721" y="1409192"/>
                  </a:lnTo>
                  <a:lnTo>
                    <a:pt x="1404746" y="1409127"/>
                  </a:lnTo>
                  <a:lnTo>
                    <a:pt x="1404971" y="1408556"/>
                  </a:lnTo>
                  <a:lnTo>
                    <a:pt x="1404988" y="1408527"/>
                  </a:lnTo>
                  <a:lnTo>
                    <a:pt x="1405026" y="1408462"/>
                  </a:lnTo>
                  <a:lnTo>
                    <a:pt x="1404963" y="1408417"/>
                  </a:lnTo>
                  <a:lnTo>
                    <a:pt x="1404934" y="1408383"/>
                  </a:lnTo>
                  <a:lnTo>
                    <a:pt x="1404904" y="1408348"/>
                  </a:lnTo>
                  <a:lnTo>
                    <a:pt x="1404886" y="1408304"/>
                  </a:lnTo>
                  <a:lnTo>
                    <a:pt x="1404883" y="1408292"/>
                  </a:lnTo>
                  <a:lnTo>
                    <a:pt x="1404878" y="1408276"/>
                  </a:lnTo>
                  <a:lnTo>
                    <a:pt x="1404882" y="1408169"/>
                  </a:lnTo>
                  <a:lnTo>
                    <a:pt x="1404895" y="1408155"/>
                  </a:lnTo>
                  <a:lnTo>
                    <a:pt x="1404980" y="1408099"/>
                  </a:lnTo>
                  <a:lnTo>
                    <a:pt x="1405022" y="1408072"/>
                  </a:lnTo>
                  <a:lnTo>
                    <a:pt x="1405091" y="1408045"/>
                  </a:lnTo>
                  <a:lnTo>
                    <a:pt x="1405195" y="1408004"/>
                  </a:lnTo>
                  <a:lnTo>
                    <a:pt x="1405261" y="1407984"/>
                  </a:lnTo>
                  <a:lnTo>
                    <a:pt x="1405270" y="1407981"/>
                  </a:lnTo>
                  <a:lnTo>
                    <a:pt x="1405492" y="1407991"/>
                  </a:lnTo>
                  <a:lnTo>
                    <a:pt x="1405721" y="1407725"/>
                  </a:lnTo>
                  <a:lnTo>
                    <a:pt x="1405856" y="1407373"/>
                  </a:lnTo>
                  <a:lnTo>
                    <a:pt x="1405842" y="1407356"/>
                  </a:lnTo>
                  <a:lnTo>
                    <a:pt x="1405795" y="1407300"/>
                  </a:lnTo>
                  <a:lnTo>
                    <a:pt x="1405758" y="1407254"/>
                  </a:lnTo>
                  <a:lnTo>
                    <a:pt x="1405725" y="1407261"/>
                  </a:lnTo>
                  <a:lnTo>
                    <a:pt x="1405709" y="1407259"/>
                  </a:lnTo>
                  <a:lnTo>
                    <a:pt x="1405692" y="1407260"/>
                  </a:lnTo>
                  <a:lnTo>
                    <a:pt x="1405676" y="1407266"/>
                  </a:lnTo>
                  <a:lnTo>
                    <a:pt x="1405655" y="1407274"/>
                  </a:lnTo>
                  <a:lnTo>
                    <a:pt x="1405646" y="1407279"/>
                  </a:lnTo>
                  <a:lnTo>
                    <a:pt x="1405633" y="1407286"/>
                  </a:lnTo>
                  <a:lnTo>
                    <a:pt x="1405620" y="1407293"/>
                  </a:lnTo>
                  <a:lnTo>
                    <a:pt x="1405613" y="1407296"/>
                  </a:lnTo>
                  <a:lnTo>
                    <a:pt x="1405599" y="1407301"/>
                  </a:lnTo>
                  <a:lnTo>
                    <a:pt x="1405582" y="1407308"/>
                  </a:lnTo>
                  <a:lnTo>
                    <a:pt x="1405583" y="1407342"/>
                  </a:lnTo>
                  <a:lnTo>
                    <a:pt x="1405566" y="1407372"/>
                  </a:lnTo>
                  <a:lnTo>
                    <a:pt x="1405545" y="1407386"/>
                  </a:lnTo>
                  <a:lnTo>
                    <a:pt x="1405535" y="1407392"/>
                  </a:lnTo>
                  <a:lnTo>
                    <a:pt x="1405505" y="1407406"/>
                  </a:lnTo>
                  <a:lnTo>
                    <a:pt x="1405476" y="1407420"/>
                  </a:lnTo>
                  <a:lnTo>
                    <a:pt x="1405470" y="1407421"/>
                  </a:lnTo>
                  <a:lnTo>
                    <a:pt x="1405437" y="1407427"/>
                  </a:lnTo>
                  <a:lnTo>
                    <a:pt x="1405406" y="1407425"/>
                  </a:lnTo>
                  <a:lnTo>
                    <a:pt x="1405393" y="1407424"/>
                  </a:lnTo>
                  <a:lnTo>
                    <a:pt x="1405362" y="1407412"/>
                  </a:lnTo>
                  <a:lnTo>
                    <a:pt x="1405350" y="1407396"/>
                  </a:lnTo>
                  <a:lnTo>
                    <a:pt x="1405317" y="1407355"/>
                  </a:lnTo>
                  <a:lnTo>
                    <a:pt x="1405294" y="1407325"/>
                  </a:lnTo>
                  <a:lnTo>
                    <a:pt x="1405280" y="1407303"/>
                  </a:lnTo>
                  <a:lnTo>
                    <a:pt x="1405234" y="1407232"/>
                  </a:lnTo>
                  <a:lnTo>
                    <a:pt x="1405231" y="1407227"/>
                  </a:lnTo>
                  <a:lnTo>
                    <a:pt x="1405225" y="1407217"/>
                  </a:lnTo>
                  <a:lnTo>
                    <a:pt x="1405221" y="1407211"/>
                  </a:lnTo>
                  <a:lnTo>
                    <a:pt x="1405208" y="1407191"/>
                  </a:lnTo>
                  <a:lnTo>
                    <a:pt x="1405210" y="1407161"/>
                  </a:lnTo>
                  <a:lnTo>
                    <a:pt x="1405212" y="1407131"/>
                  </a:lnTo>
                  <a:lnTo>
                    <a:pt x="1405213" y="1407111"/>
                  </a:lnTo>
                  <a:lnTo>
                    <a:pt x="1405216" y="1407086"/>
                  </a:lnTo>
                  <a:lnTo>
                    <a:pt x="1405220" y="1407059"/>
                  </a:lnTo>
                  <a:lnTo>
                    <a:pt x="1405231" y="1406984"/>
                  </a:lnTo>
                  <a:lnTo>
                    <a:pt x="1405232" y="1406979"/>
                  </a:lnTo>
                  <a:lnTo>
                    <a:pt x="1405241" y="1406952"/>
                  </a:lnTo>
                  <a:lnTo>
                    <a:pt x="1405247" y="1406929"/>
                  </a:lnTo>
                  <a:lnTo>
                    <a:pt x="1405253" y="1406906"/>
                  </a:lnTo>
                  <a:lnTo>
                    <a:pt x="1405258" y="1406889"/>
                  </a:lnTo>
                  <a:lnTo>
                    <a:pt x="1405250" y="1406886"/>
                  </a:lnTo>
                  <a:lnTo>
                    <a:pt x="1405237" y="1406875"/>
                  </a:lnTo>
                  <a:lnTo>
                    <a:pt x="1405219" y="1406898"/>
                  </a:lnTo>
                  <a:lnTo>
                    <a:pt x="1405200" y="1406903"/>
                  </a:lnTo>
                  <a:lnTo>
                    <a:pt x="1405170" y="1406908"/>
                  </a:lnTo>
                  <a:lnTo>
                    <a:pt x="1405132" y="1406914"/>
                  </a:lnTo>
                  <a:lnTo>
                    <a:pt x="1405106" y="1406919"/>
                  </a:lnTo>
                  <a:lnTo>
                    <a:pt x="1405091" y="1406921"/>
                  </a:lnTo>
                  <a:lnTo>
                    <a:pt x="1405061" y="1406919"/>
                  </a:lnTo>
                  <a:lnTo>
                    <a:pt x="1405052" y="1406910"/>
                  </a:lnTo>
                  <a:lnTo>
                    <a:pt x="1405040" y="1406880"/>
                  </a:lnTo>
                  <a:lnTo>
                    <a:pt x="1405073" y="1406798"/>
                  </a:lnTo>
                  <a:lnTo>
                    <a:pt x="1405079" y="1406757"/>
                  </a:lnTo>
                  <a:lnTo>
                    <a:pt x="1405083" y="1406733"/>
                  </a:lnTo>
                  <a:lnTo>
                    <a:pt x="1405040" y="1406579"/>
                  </a:lnTo>
                  <a:lnTo>
                    <a:pt x="1405014" y="1406574"/>
                  </a:lnTo>
                  <a:lnTo>
                    <a:pt x="1404990" y="1406569"/>
                  </a:lnTo>
                  <a:lnTo>
                    <a:pt x="1404953" y="1406503"/>
                  </a:lnTo>
                  <a:lnTo>
                    <a:pt x="1404931" y="1406454"/>
                  </a:lnTo>
                  <a:lnTo>
                    <a:pt x="1404916" y="1406418"/>
                  </a:lnTo>
                  <a:lnTo>
                    <a:pt x="1404919" y="1406365"/>
                  </a:lnTo>
                  <a:lnTo>
                    <a:pt x="1404919" y="1406358"/>
                  </a:lnTo>
                  <a:lnTo>
                    <a:pt x="1404929" y="1406297"/>
                  </a:lnTo>
                  <a:lnTo>
                    <a:pt x="1404941" y="1406262"/>
                  </a:lnTo>
                  <a:lnTo>
                    <a:pt x="1404950" y="1406239"/>
                  </a:lnTo>
                  <a:lnTo>
                    <a:pt x="1404963" y="1406204"/>
                  </a:lnTo>
                  <a:lnTo>
                    <a:pt x="1404986" y="1406184"/>
                  </a:lnTo>
                  <a:lnTo>
                    <a:pt x="1405061" y="1406122"/>
                  </a:lnTo>
                  <a:lnTo>
                    <a:pt x="1405068" y="1406112"/>
                  </a:lnTo>
                  <a:lnTo>
                    <a:pt x="1405083" y="1406092"/>
                  </a:lnTo>
                  <a:lnTo>
                    <a:pt x="1405117" y="1406059"/>
                  </a:lnTo>
                  <a:lnTo>
                    <a:pt x="1405136" y="1406043"/>
                  </a:lnTo>
                  <a:lnTo>
                    <a:pt x="1405168" y="1406014"/>
                  </a:lnTo>
                  <a:lnTo>
                    <a:pt x="1405220" y="1405994"/>
                  </a:lnTo>
                  <a:lnTo>
                    <a:pt x="1405317" y="1405955"/>
                  </a:lnTo>
                  <a:lnTo>
                    <a:pt x="1405337" y="1405944"/>
                  </a:lnTo>
                  <a:lnTo>
                    <a:pt x="1405348" y="1405931"/>
                  </a:lnTo>
                  <a:lnTo>
                    <a:pt x="1405354" y="1405920"/>
                  </a:lnTo>
                  <a:lnTo>
                    <a:pt x="1405358" y="1405911"/>
                  </a:lnTo>
                  <a:lnTo>
                    <a:pt x="1405362" y="1405897"/>
                  </a:lnTo>
                  <a:lnTo>
                    <a:pt x="1405364" y="1405888"/>
                  </a:lnTo>
                  <a:lnTo>
                    <a:pt x="1405368" y="1405866"/>
                  </a:lnTo>
                  <a:lnTo>
                    <a:pt x="1405370" y="1405860"/>
                  </a:lnTo>
                  <a:lnTo>
                    <a:pt x="1405375" y="1405843"/>
                  </a:lnTo>
                  <a:lnTo>
                    <a:pt x="1405376" y="1405838"/>
                  </a:lnTo>
                  <a:lnTo>
                    <a:pt x="1405379" y="1405829"/>
                  </a:lnTo>
                  <a:lnTo>
                    <a:pt x="1405392" y="1405793"/>
                  </a:lnTo>
                  <a:lnTo>
                    <a:pt x="1405398" y="1405776"/>
                  </a:lnTo>
                  <a:lnTo>
                    <a:pt x="1405248" y="1405734"/>
                  </a:lnTo>
                  <a:lnTo>
                    <a:pt x="1405117" y="1405699"/>
                  </a:lnTo>
                  <a:lnTo>
                    <a:pt x="1405105" y="1405695"/>
                  </a:lnTo>
                  <a:lnTo>
                    <a:pt x="1404922" y="1405867"/>
                  </a:lnTo>
                  <a:lnTo>
                    <a:pt x="1404725" y="1406051"/>
                  </a:lnTo>
                  <a:lnTo>
                    <a:pt x="1404675" y="1406098"/>
                  </a:lnTo>
                  <a:lnTo>
                    <a:pt x="1404630" y="1406142"/>
                  </a:lnTo>
                  <a:lnTo>
                    <a:pt x="1404622" y="1406150"/>
                  </a:lnTo>
                  <a:lnTo>
                    <a:pt x="1404616" y="1406158"/>
                  </a:lnTo>
                  <a:lnTo>
                    <a:pt x="1404600" y="1406179"/>
                  </a:lnTo>
                  <a:lnTo>
                    <a:pt x="1404526" y="1406278"/>
                  </a:lnTo>
                  <a:lnTo>
                    <a:pt x="1404520" y="1406286"/>
                  </a:lnTo>
                  <a:lnTo>
                    <a:pt x="1404479" y="1406340"/>
                  </a:lnTo>
                  <a:lnTo>
                    <a:pt x="1404464" y="1406354"/>
                  </a:lnTo>
                  <a:lnTo>
                    <a:pt x="1404447" y="1406361"/>
                  </a:lnTo>
                  <a:lnTo>
                    <a:pt x="1404428" y="1406363"/>
                  </a:lnTo>
                  <a:lnTo>
                    <a:pt x="1404313" y="1406366"/>
                  </a:lnTo>
                  <a:lnTo>
                    <a:pt x="1404100" y="1406368"/>
                  </a:lnTo>
                  <a:lnTo>
                    <a:pt x="1403914" y="1406371"/>
                  </a:lnTo>
                  <a:lnTo>
                    <a:pt x="1403875" y="1406371"/>
                  </a:lnTo>
                  <a:lnTo>
                    <a:pt x="1403851" y="1406372"/>
                  </a:lnTo>
                  <a:lnTo>
                    <a:pt x="1403789" y="1406373"/>
                  </a:lnTo>
                  <a:lnTo>
                    <a:pt x="1403775" y="1406373"/>
                  </a:lnTo>
                  <a:lnTo>
                    <a:pt x="1403763" y="1406374"/>
                  </a:lnTo>
                  <a:lnTo>
                    <a:pt x="1403624" y="1406386"/>
                  </a:lnTo>
                  <a:lnTo>
                    <a:pt x="1403605" y="1406387"/>
                  </a:lnTo>
                  <a:lnTo>
                    <a:pt x="1403595" y="1406391"/>
                  </a:lnTo>
                  <a:lnTo>
                    <a:pt x="1403576" y="1406398"/>
                  </a:lnTo>
                  <a:lnTo>
                    <a:pt x="1403550" y="1406408"/>
                  </a:lnTo>
                  <a:lnTo>
                    <a:pt x="1403219" y="1406527"/>
                  </a:lnTo>
                  <a:lnTo>
                    <a:pt x="1403180" y="1406538"/>
                  </a:lnTo>
                  <a:lnTo>
                    <a:pt x="1402989" y="1406540"/>
                  </a:lnTo>
                  <a:lnTo>
                    <a:pt x="1402959" y="1406540"/>
                  </a:lnTo>
                  <a:lnTo>
                    <a:pt x="1402738" y="1406542"/>
                  </a:lnTo>
                  <a:lnTo>
                    <a:pt x="1402055" y="1406548"/>
                  </a:lnTo>
                  <a:lnTo>
                    <a:pt x="1401859" y="1406549"/>
                  </a:lnTo>
                  <a:lnTo>
                    <a:pt x="1401839" y="1406543"/>
                  </a:lnTo>
                  <a:lnTo>
                    <a:pt x="1401820" y="1406529"/>
                  </a:lnTo>
                  <a:lnTo>
                    <a:pt x="1401692" y="1406426"/>
                  </a:lnTo>
                  <a:lnTo>
                    <a:pt x="1401679" y="1406415"/>
                  </a:lnTo>
                  <a:lnTo>
                    <a:pt x="1401655" y="1406396"/>
                  </a:lnTo>
                  <a:lnTo>
                    <a:pt x="1401650" y="1406392"/>
                  </a:lnTo>
                  <a:lnTo>
                    <a:pt x="1401566" y="1406324"/>
                  </a:lnTo>
                  <a:lnTo>
                    <a:pt x="1401512" y="1406339"/>
                  </a:lnTo>
                  <a:lnTo>
                    <a:pt x="1401489" y="1406345"/>
                  </a:lnTo>
                  <a:lnTo>
                    <a:pt x="1401448" y="1406346"/>
                  </a:lnTo>
                  <a:lnTo>
                    <a:pt x="1401402" y="1406347"/>
                  </a:lnTo>
                  <a:lnTo>
                    <a:pt x="1401393" y="1406348"/>
                  </a:lnTo>
                  <a:lnTo>
                    <a:pt x="1401345" y="1406349"/>
                  </a:lnTo>
                  <a:lnTo>
                    <a:pt x="1401259" y="1406318"/>
                  </a:lnTo>
                  <a:lnTo>
                    <a:pt x="1401196" y="1406295"/>
                  </a:lnTo>
                  <a:lnTo>
                    <a:pt x="1401119" y="1406239"/>
                  </a:lnTo>
                  <a:lnTo>
                    <a:pt x="1401027" y="1406163"/>
                  </a:lnTo>
                  <a:lnTo>
                    <a:pt x="1400908" y="1406077"/>
                  </a:lnTo>
                  <a:lnTo>
                    <a:pt x="1400894" y="1406067"/>
                  </a:lnTo>
                  <a:lnTo>
                    <a:pt x="1400823" y="1406007"/>
                  </a:lnTo>
                  <a:lnTo>
                    <a:pt x="1400804" y="1405991"/>
                  </a:lnTo>
                  <a:lnTo>
                    <a:pt x="1400793" y="1405982"/>
                  </a:lnTo>
                  <a:lnTo>
                    <a:pt x="1400778" y="1405969"/>
                  </a:lnTo>
                  <a:lnTo>
                    <a:pt x="1400768" y="1405960"/>
                  </a:lnTo>
                  <a:lnTo>
                    <a:pt x="1400730" y="1405942"/>
                  </a:lnTo>
                  <a:lnTo>
                    <a:pt x="1400672" y="1405914"/>
                  </a:lnTo>
                  <a:lnTo>
                    <a:pt x="1400517" y="1405797"/>
                  </a:lnTo>
                  <a:lnTo>
                    <a:pt x="1400418" y="1405744"/>
                  </a:lnTo>
                  <a:lnTo>
                    <a:pt x="1400370" y="1405646"/>
                  </a:lnTo>
                  <a:lnTo>
                    <a:pt x="1400401" y="1405568"/>
                  </a:lnTo>
                  <a:lnTo>
                    <a:pt x="1400507" y="1405613"/>
                  </a:lnTo>
                  <a:lnTo>
                    <a:pt x="1400597" y="1405505"/>
                  </a:lnTo>
                  <a:lnTo>
                    <a:pt x="1400625" y="1405426"/>
                  </a:lnTo>
                  <a:lnTo>
                    <a:pt x="1400627" y="1405313"/>
                  </a:lnTo>
                  <a:lnTo>
                    <a:pt x="1400627" y="1405304"/>
                  </a:lnTo>
                  <a:lnTo>
                    <a:pt x="1400628" y="1405242"/>
                  </a:lnTo>
                  <a:lnTo>
                    <a:pt x="1400629" y="1405138"/>
                  </a:lnTo>
                  <a:lnTo>
                    <a:pt x="1400630" y="1405092"/>
                  </a:lnTo>
                  <a:lnTo>
                    <a:pt x="1400620" y="1405033"/>
                  </a:lnTo>
                  <a:lnTo>
                    <a:pt x="1400619" y="1405028"/>
                  </a:lnTo>
                  <a:lnTo>
                    <a:pt x="1400600" y="1404906"/>
                  </a:lnTo>
                  <a:lnTo>
                    <a:pt x="1400580" y="1404776"/>
                  </a:lnTo>
                  <a:lnTo>
                    <a:pt x="1400578" y="1404743"/>
                  </a:lnTo>
                  <a:lnTo>
                    <a:pt x="1400577" y="1404703"/>
                  </a:lnTo>
                  <a:lnTo>
                    <a:pt x="1400572" y="1404586"/>
                  </a:lnTo>
                  <a:lnTo>
                    <a:pt x="1400512" y="1404280"/>
                  </a:lnTo>
                  <a:lnTo>
                    <a:pt x="1400387" y="1404111"/>
                  </a:lnTo>
                  <a:lnTo>
                    <a:pt x="1400353" y="1404067"/>
                  </a:lnTo>
                  <a:lnTo>
                    <a:pt x="1400242" y="1403914"/>
                  </a:lnTo>
                  <a:lnTo>
                    <a:pt x="1400166" y="1403714"/>
                  </a:lnTo>
                  <a:lnTo>
                    <a:pt x="1400172" y="1403688"/>
                  </a:lnTo>
                  <a:lnTo>
                    <a:pt x="1400214" y="1403638"/>
                  </a:lnTo>
                  <a:lnTo>
                    <a:pt x="1400281" y="1403562"/>
                  </a:lnTo>
                  <a:lnTo>
                    <a:pt x="1400328" y="1403508"/>
                  </a:lnTo>
                  <a:lnTo>
                    <a:pt x="1400373" y="1403436"/>
                  </a:lnTo>
                  <a:lnTo>
                    <a:pt x="1400362" y="1403421"/>
                  </a:lnTo>
                  <a:lnTo>
                    <a:pt x="1400354" y="1403410"/>
                  </a:lnTo>
                  <a:lnTo>
                    <a:pt x="1400349" y="1403405"/>
                  </a:lnTo>
                  <a:lnTo>
                    <a:pt x="1400307" y="1403360"/>
                  </a:lnTo>
                  <a:lnTo>
                    <a:pt x="1400326" y="1403335"/>
                  </a:lnTo>
                  <a:lnTo>
                    <a:pt x="1400388" y="1403250"/>
                  </a:lnTo>
                  <a:lnTo>
                    <a:pt x="1400430" y="1403192"/>
                  </a:lnTo>
                  <a:lnTo>
                    <a:pt x="1400435" y="1403188"/>
                  </a:lnTo>
                  <a:lnTo>
                    <a:pt x="1400439" y="1403184"/>
                  </a:lnTo>
                  <a:lnTo>
                    <a:pt x="1400456" y="1403170"/>
                  </a:lnTo>
                  <a:lnTo>
                    <a:pt x="1400442" y="1403107"/>
                  </a:lnTo>
                  <a:lnTo>
                    <a:pt x="1400428" y="1403089"/>
                  </a:lnTo>
                  <a:lnTo>
                    <a:pt x="1400415" y="1403073"/>
                  </a:lnTo>
                  <a:lnTo>
                    <a:pt x="1400347" y="1403073"/>
                  </a:lnTo>
                  <a:lnTo>
                    <a:pt x="1400262" y="1403077"/>
                  </a:lnTo>
                  <a:lnTo>
                    <a:pt x="1400237" y="1403074"/>
                  </a:lnTo>
                  <a:lnTo>
                    <a:pt x="1400182" y="1403068"/>
                  </a:lnTo>
                  <a:lnTo>
                    <a:pt x="1400111" y="1403023"/>
                  </a:lnTo>
                  <a:lnTo>
                    <a:pt x="1400020" y="1402977"/>
                  </a:lnTo>
                  <a:lnTo>
                    <a:pt x="1399904" y="1402898"/>
                  </a:lnTo>
                  <a:lnTo>
                    <a:pt x="1399867" y="1402874"/>
                  </a:lnTo>
                  <a:lnTo>
                    <a:pt x="1399782" y="1402787"/>
                  </a:lnTo>
                  <a:lnTo>
                    <a:pt x="1399723" y="1402705"/>
                  </a:lnTo>
                  <a:lnTo>
                    <a:pt x="1399518" y="1402440"/>
                  </a:lnTo>
                  <a:lnTo>
                    <a:pt x="1399473" y="1402228"/>
                  </a:lnTo>
                  <a:lnTo>
                    <a:pt x="1399464" y="1402176"/>
                  </a:lnTo>
                  <a:lnTo>
                    <a:pt x="1399460" y="1402154"/>
                  </a:lnTo>
                  <a:lnTo>
                    <a:pt x="1399428" y="1401979"/>
                  </a:lnTo>
                  <a:lnTo>
                    <a:pt x="1399309" y="1401900"/>
                  </a:lnTo>
                  <a:lnTo>
                    <a:pt x="1399288" y="1401887"/>
                  </a:lnTo>
                  <a:lnTo>
                    <a:pt x="1399277" y="1401871"/>
                  </a:lnTo>
                  <a:lnTo>
                    <a:pt x="1399261" y="1401849"/>
                  </a:lnTo>
                  <a:lnTo>
                    <a:pt x="1399252" y="1401805"/>
                  </a:lnTo>
                  <a:lnTo>
                    <a:pt x="1399248" y="1401761"/>
                  </a:lnTo>
                  <a:lnTo>
                    <a:pt x="1399270" y="1401701"/>
                  </a:lnTo>
                  <a:lnTo>
                    <a:pt x="1399299" y="1401636"/>
                  </a:lnTo>
                  <a:lnTo>
                    <a:pt x="1399330" y="1401569"/>
                  </a:lnTo>
                  <a:lnTo>
                    <a:pt x="1399332" y="1401564"/>
                  </a:lnTo>
                  <a:lnTo>
                    <a:pt x="1399345" y="1401538"/>
                  </a:lnTo>
                  <a:lnTo>
                    <a:pt x="1399439" y="1401393"/>
                  </a:lnTo>
                  <a:lnTo>
                    <a:pt x="1399443" y="1401387"/>
                  </a:lnTo>
                  <a:lnTo>
                    <a:pt x="1399467" y="1401373"/>
                  </a:lnTo>
                  <a:lnTo>
                    <a:pt x="1399482" y="1401371"/>
                  </a:lnTo>
                  <a:lnTo>
                    <a:pt x="1399507" y="1401381"/>
                  </a:lnTo>
                  <a:lnTo>
                    <a:pt x="1399519" y="1401392"/>
                  </a:lnTo>
                  <a:lnTo>
                    <a:pt x="1399540" y="1401394"/>
                  </a:lnTo>
                  <a:lnTo>
                    <a:pt x="1399573" y="1401398"/>
                  </a:lnTo>
                  <a:lnTo>
                    <a:pt x="1399667" y="1401405"/>
                  </a:lnTo>
                  <a:lnTo>
                    <a:pt x="1399707" y="1401374"/>
                  </a:lnTo>
                  <a:lnTo>
                    <a:pt x="1399712" y="1401370"/>
                  </a:lnTo>
                  <a:lnTo>
                    <a:pt x="1399743" y="1401347"/>
                  </a:lnTo>
                  <a:lnTo>
                    <a:pt x="1399748" y="1401331"/>
                  </a:lnTo>
                  <a:lnTo>
                    <a:pt x="1399760" y="1401295"/>
                  </a:lnTo>
                  <a:lnTo>
                    <a:pt x="1399757" y="1401291"/>
                  </a:lnTo>
                  <a:lnTo>
                    <a:pt x="1399752" y="1401283"/>
                  </a:lnTo>
                  <a:lnTo>
                    <a:pt x="1399747" y="1401204"/>
                  </a:lnTo>
                  <a:lnTo>
                    <a:pt x="1399750" y="1401189"/>
                  </a:lnTo>
                  <a:lnTo>
                    <a:pt x="1399764" y="1401166"/>
                  </a:lnTo>
                  <a:lnTo>
                    <a:pt x="1399777" y="1401156"/>
                  </a:lnTo>
                  <a:lnTo>
                    <a:pt x="1399782" y="1401152"/>
                  </a:lnTo>
                  <a:lnTo>
                    <a:pt x="1399794" y="1401153"/>
                  </a:lnTo>
                  <a:lnTo>
                    <a:pt x="1399801" y="1401155"/>
                  </a:lnTo>
                  <a:lnTo>
                    <a:pt x="1399816" y="1401144"/>
                  </a:lnTo>
                  <a:lnTo>
                    <a:pt x="1399835" y="1401135"/>
                  </a:lnTo>
                  <a:lnTo>
                    <a:pt x="1399831" y="1401128"/>
                  </a:lnTo>
                  <a:lnTo>
                    <a:pt x="1399827" y="1401119"/>
                  </a:lnTo>
                  <a:lnTo>
                    <a:pt x="1399824" y="1401114"/>
                  </a:lnTo>
                  <a:lnTo>
                    <a:pt x="1399830" y="1401107"/>
                  </a:lnTo>
                  <a:lnTo>
                    <a:pt x="1399835" y="1401096"/>
                  </a:lnTo>
                  <a:lnTo>
                    <a:pt x="1399835" y="1401069"/>
                  </a:lnTo>
                  <a:lnTo>
                    <a:pt x="1399828" y="1401059"/>
                  </a:lnTo>
                  <a:lnTo>
                    <a:pt x="1399824" y="1401059"/>
                  </a:lnTo>
                  <a:lnTo>
                    <a:pt x="1399817" y="1401063"/>
                  </a:lnTo>
                  <a:lnTo>
                    <a:pt x="1399808" y="1401069"/>
                  </a:lnTo>
                  <a:lnTo>
                    <a:pt x="1399779" y="1401094"/>
                  </a:lnTo>
                  <a:lnTo>
                    <a:pt x="1399714" y="1401149"/>
                  </a:lnTo>
                  <a:lnTo>
                    <a:pt x="1399703" y="1401213"/>
                  </a:lnTo>
                  <a:lnTo>
                    <a:pt x="1399706" y="1401218"/>
                  </a:lnTo>
                  <a:lnTo>
                    <a:pt x="1399709" y="1401225"/>
                  </a:lnTo>
                  <a:lnTo>
                    <a:pt x="1399724" y="1401254"/>
                  </a:lnTo>
                  <a:lnTo>
                    <a:pt x="1399725" y="1401261"/>
                  </a:lnTo>
                  <a:lnTo>
                    <a:pt x="1399726" y="1401279"/>
                  </a:lnTo>
                  <a:lnTo>
                    <a:pt x="1399720" y="1401290"/>
                  </a:lnTo>
                  <a:lnTo>
                    <a:pt x="1399708" y="1401303"/>
                  </a:lnTo>
                  <a:lnTo>
                    <a:pt x="1399703" y="1401307"/>
                  </a:lnTo>
                  <a:lnTo>
                    <a:pt x="1399684" y="1401305"/>
                  </a:lnTo>
                  <a:lnTo>
                    <a:pt x="1399662" y="1401310"/>
                  </a:lnTo>
                  <a:lnTo>
                    <a:pt x="1399628" y="1401332"/>
                  </a:lnTo>
                  <a:lnTo>
                    <a:pt x="1399615" y="1401341"/>
                  </a:lnTo>
                  <a:lnTo>
                    <a:pt x="1399586" y="1401348"/>
                  </a:lnTo>
                  <a:lnTo>
                    <a:pt x="1399522" y="1401320"/>
                  </a:lnTo>
                  <a:lnTo>
                    <a:pt x="1399498" y="1401324"/>
                  </a:lnTo>
                  <a:lnTo>
                    <a:pt x="1399397" y="1401343"/>
                  </a:lnTo>
                  <a:lnTo>
                    <a:pt x="1399306" y="1401365"/>
                  </a:lnTo>
                  <a:lnTo>
                    <a:pt x="1399289" y="1401369"/>
                  </a:lnTo>
                  <a:lnTo>
                    <a:pt x="1399258" y="1401379"/>
                  </a:lnTo>
                  <a:lnTo>
                    <a:pt x="1399234" y="1401382"/>
                  </a:lnTo>
                  <a:lnTo>
                    <a:pt x="1399204" y="1401383"/>
                  </a:lnTo>
                  <a:lnTo>
                    <a:pt x="1399163" y="1401384"/>
                  </a:lnTo>
                  <a:lnTo>
                    <a:pt x="1399126" y="1401377"/>
                  </a:lnTo>
                  <a:lnTo>
                    <a:pt x="1399108" y="1401372"/>
                  </a:lnTo>
                  <a:lnTo>
                    <a:pt x="1399107" y="1401357"/>
                  </a:lnTo>
                  <a:lnTo>
                    <a:pt x="1399089" y="1401348"/>
                  </a:lnTo>
                  <a:lnTo>
                    <a:pt x="1399073" y="1401354"/>
                  </a:lnTo>
                  <a:lnTo>
                    <a:pt x="1399056" y="1401361"/>
                  </a:lnTo>
                  <a:lnTo>
                    <a:pt x="1399044" y="1401371"/>
                  </a:lnTo>
                  <a:lnTo>
                    <a:pt x="1399037" y="1401372"/>
                  </a:lnTo>
                  <a:lnTo>
                    <a:pt x="1399027" y="1401369"/>
                  </a:lnTo>
                  <a:lnTo>
                    <a:pt x="1399001" y="1401355"/>
                  </a:lnTo>
                  <a:lnTo>
                    <a:pt x="1398991" y="1401350"/>
                  </a:lnTo>
                  <a:lnTo>
                    <a:pt x="1398970" y="1401340"/>
                  </a:lnTo>
                  <a:lnTo>
                    <a:pt x="1398950" y="1401317"/>
                  </a:lnTo>
                  <a:lnTo>
                    <a:pt x="1398945" y="1401310"/>
                  </a:lnTo>
                  <a:lnTo>
                    <a:pt x="1398942" y="1401306"/>
                  </a:lnTo>
                  <a:lnTo>
                    <a:pt x="1398937" y="1401297"/>
                  </a:lnTo>
                  <a:lnTo>
                    <a:pt x="1398930" y="1401277"/>
                  </a:lnTo>
                  <a:lnTo>
                    <a:pt x="1398927" y="1401262"/>
                  </a:lnTo>
                  <a:lnTo>
                    <a:pt x="1398918" y="1401225"/>
                  </a:lnTo>
                  <a:lnTo>
                    <a:pt x="1398917" y="1401218"/>
                  </a:lnTo>
                  <a:lnTo>
                    <a:pt x="1398904" y="1401169"/>
                  </a:lnTo>
                  <a:lnTo>
                    <a:pt x="1398892" y="1401123"/>
                  </a:lnTo>
                  <a:lnTo>
                    <a:pt x="1398887" y="1401099"/>
                  </a:lnTo>
                  <a:lnTo>
                    <a:pt x="1398883" y="1401089"/>
                  </a:lnTo>
                  <a:lnTo>
                    <a:pt x="1398879" y="1401080"/>
                  </a:lnTo>
                  <a:lnTo>
                    <a:pt x="1398866" y="1401050"/>
                  </a:lnTo>
                  <a:lnTo>
                    <a:pt x="1398858" y="1401034"/>
                  </a:lnTo>
                  <a:lnTo>
                    <a:pt x="1398854" y="1401026"/>
                  </a:lnTo>
                  <a:lnTo>
                    <a:pt x="1398850" y="1401019"/>
                  </a:lnTo>
                  <a:lnTo>
                    <a:pt x="1398846" y="1401011"/>
                  </a:lnTo>
                  <a:lnTo>
                    <a:pt x="1398828" y="1401022"/>
                  </a:lnTo>
                  <a:lnTo>
                    <a:pt x="1398810" y="1401032"/>
                  </a:lnTo>
                  <a:lnTo>
                    <a:pt x="1398807" y="1401047"/>
                  </a:lnTo>
                  <a:lnTo>
                    <a:pt x="1398813" y="1401075"/>
                  </a:lnTo>
                  <a:lnTo>
                    <a:pt x="1398826" y="1401121"/>
                  </a:lnTo>
                  <a:lnTo>
                    <a:pt x="1398819" y="1401146"/>
                  </a:lnTo>
                  <a:lnTo>
                    <a:pt x="1398807" y="1401163"/>
                  </a:lnTo>
                  <a:lnTo>
                    <a:pt x="1398787" y="1401176"/>
                  </a:lnTo>
                  <a:lnTo>
                    <a:pt x="1398778" y="1401178"/>
                  </a:lnTo>
                  <a:lnTo>
                    <a:pt x="1398765" y="1401181"/>
                  </a:lnTo>
                  <a:lnTo>
                    <a:pt x="1398754" y="1401185"/>
                  </a:lnTo>
                  <a:lnTo>
                    <a:pt x="1398738" y="1401193"/>
                  </a:lnTo>
                  <a:lnTo>
                    <a:pt x="1398731" y="1401208"/>
                  </a:lnTo>
                  <a:lnTo>
                    <a:pt x="1398728" y="1401218"/>
                  </a:lnTo>
                  <a:lnTo>
                    <a:pt x="1398723" y="1401239"/>
                  </a:lnTo>
                  <a:lnTo>
                    <a:pt x="1398719" y="1401244"/>
                  </a:lnTo>
                  <a:lnTo>
                    <a:pt x="1398714" y="1401247"/>
                  </a:lnTo>
                  <a:lnTo>
                    <a:pt x="1398697" y="1401239"/>
                  </a:lnTo>
                  <a:lnTo>
                    <a:pt x="1398684" y="1401241"/>
                  </a:lnTo>
                  <a:lnTo>
                    <a:pt x="1398676" y="1401246"/>
                  </a:lnTo>
                  <a:lnTo>
                    <a:pt x="1398676" y="1401253"/>
                  </a:lnTo>
                  <a:lnTo>
                    <a:pt x="1398677" y="1401265"/>
                  </a:lnTo>
                  <a:lnTo>
                    <a:pt x="1398681" y="1401296"/>
                  </a:lnTo>
                  <a:lnTo>
                    <a:pt x="1398692" y="1401318"/>
                  </a:lnTo>
                  <a:lnTo>
                    <a:pt x="1398695" y="1401324"/>
                  </a:lnTo>
                  <a:lnTo>
                    <a:pt x="1398696" y="1401332"/>
                  </a:lnTo>
                  <a:lnTo>
                    <a:pt x="1398707" y="1401379"/>
                  </a:lnTo>
                  <a:lnTo>
                    <a:pt x="1398709" y="1401387"/>
                  </a:lnTo>
                  <a:lnTo>
                    <a:pt x="1398738" y="1401499"/>
                  </a:lnTo>
                  <a:lnTo>
                    <a:pt x="1398740" y="1401506"/>
                  </a:lnTo>
                  <a:lnTo>
                    <a:pt x="1398743" y="1401516"/>
                  </a:lnTo>
                  <a:lnTo>
                    <a:pt x="1398744" y="1401522"/>
                  </a:lnTo>
                  <a:lnTo>
                    <a:pt x="1398744" y="1401531"/>
                  </a:lnTo>
                  <a:lnTo>
                    <a:pt x="1398744" y="1401538"/>
                  </a:lnTo>
                  <a:lnTo>
                    <a:pt x="1398743" y="1401543"/>
                  </a:lnTo>
                  <a:lnTo>
                    <a:pt x="1398736" y="1401579"/>
                  </a:lnTo>
                  <a:lnTo>
                    <a:pt x="1398732" y="1401596"/>
                  </a:lnTo>
                  <a:lnTo>
                    <a:pt x="1398728" y="1401653"/>
                  </a:lnTo>
                  <a:lnTo>
                    <a:pt x="1398721" y="1401697"/>
                  </a:lnTo>
                  <a:lnTo>
                    <a:pt x="1398718" y="1401704"/>
                  </a:lnTo>
                  <a:lnTo>
                    <a:pt x="1398714" y="1401707"/>
                  </a:lnTo>
                  <a:lnTo>
                    <a:pt x="1398705" y="1401710"/>
                  </a:lnTo>
                  <a:lnTo>
                    <a:pt x="1398699" y="1401710"/>
                  </a:lnTo>
                  <a:lnTo>
                    <a:pt x="1398693" y="1401709"/>
                  </a:lnTo>
                  <a:lnTo>
                    <a:pt x="1398672" y="1401704"/>
                  </a:lnTo>
                  <a:lnTo>
                    <a:pt x="1398662" y="1401701"/>
                  </a:lnTo>
                  <a:lnTo>
                    <a:pt x="1398656" y="1401699"/>
                  </a:lnTo>
                  <a:lnTo>
                    <a:pt x="1398642" y="1401695"/>
                  </a:lnTo>
                  <a:lnTo>
                    <a:pt x="1398631" y="1401693"/>
                  </a:lnTo>
                  <a:lnTo>
                    <a:pt x="1398620" y="1401696"/>
                  </a:lnTo>
                  <a:lnTo>
                    <a:pt x="1398600" y="1401700"/>
                  </a:lnTo>
                  <a:lnTo>
                    <a:pt x="1398587" y="1401705"/>
                  </a:lnTo>
                  <a:lnTo>
                    <a:pt x="1398588" y="1401718"/>
                  </a:lnTo>
                  <a:lnTo>
                    <a:pt x="1398594" y="1401759"/>
                  </a:lnTo>
                  <a:lnTo>
                    <a:pt x="1398595" y="1401766"/>
                  </a:lnTo>
                  <a:lnTo>
                    <a:pt x="1398624" y="1401887"/>
                  </a:lnTo>
                  <a:lnTo>
                    <a:pt x="1398628" y="1401897"/>
                  </a:lnTo>
                  <a:lnTo>
                    <a:pt x="1398631" y="1401904"/>
                  </a:lnTo>
                  <a:lnTo>
                    <a:pt x="1398635" y="1401910"/>
                  </a:lnTo>
                  <a:lnTo>
                    <a:pt x="1398639" y="1401918"/>
                  </a:lnTo>
                  <a:lnTo>
                    <a:pt x="1398648" y="1401930"/>
                  </a:lnTo>
                  <a:lnTo>
                    <a:pt x="1398657" y="1401944"/>
                  </a:lnTo>
                  <a:lnTo>
                    <a:pt x="1398684" y="1401987"/>
                  </a:lnTo>
                  <a:lnTo>
                    <a:pt x="1398737" y="1402043"/>
                  </a:lnTo>
                  <a:lnTo>
                    <a:pt x="1398768" y="1402080"/>
                  </a:lnTo>
                  <a:lnTo>
                    <a:pt x="1398771" y="1402091"/>
                  </a:lnTo>
                  <a:lnTo>
                    <a:pt x="1398783" y="1402130"/>
                  </a:lnTo>
                  <a:lnTo>
                    <a:pt x="1398800" y="1402187"/>
                  </a:lnTo>
                  <a:lnTo>
                    <a:pt x="1398802" y="1402192"/>
                  </a:lnTo>
                  <a:lnTo>
                    <a:pt x="1398809" y="1402207"/>
                  </a:lnTo>
                  <a:lnTo>
                    <a:pt x="1398817" y="1402228"/>
                  </a:lnTo>
                  <a:lnTo>
                    <a:pt x="1398853" y="1402324"/>
                  </a:lnTo>
                  <a:lnTo>
                    <a:pt x="1398883" y="1402410"/>
                  </a:lnTo>
                  <a:lnTo>
                    <a:pt x="1398867" y="1402453"/>
                  </a:lnTo>
                  <a:lnTo>
                    <a:pt x="1398864" y="1402461"/>
                  </a:lnTo>
                  <a:lnTo>
                    <a:pt x="1398832" y="1402507"/>
                  </a:lnTo>
                  <a:lnTo>
                    <a:pt x="1398827" y="1402521"/>
                  </a:lnTo>
                  <a:lnTo>
                    <a:pt x="1398822" y="1402533"/>
                  </a:lnTo>
                  <a:lnTo>
                    <a:pt x="1398825" y="1402572"/>
                  </a:lnTo>
                  <a:lnTo>
                    <a:pt x="1398826" y="1402583"/>
                  </a:lnTo>
                  <a:lnTo>
                    <a:pt x="1398828" y="1402603"/>
                  </a:lnTo>
                  <a:lnTo>
                    <a:pt x="1398849" y="1402608"/>
                  </a:lnTo>
                  <a:lnTo>
                    <a:pt x="1398864" y="1402611"/>
                  </a:lnTo>
                  <a:lnTo>
                    <a:pt x="1398879" y="1402615"/>
                  </a:lnTo>
                  <a:lnTo>
                    <a:pt x="1398943" y="1402652"/>
                  </a:lnTo>
                  <a:lnTo>
                    <a:pt x="1398960" y="1402686"/>
                  </a:lnTo>
                  <a:lnTo>
                    <a:pt x="1398970" y="1402703"/>
                  </a:lnTo>
                  <a:lnTo>
                    <a:pt x="1399044" y="1402891"/>
                  </a:lnTo>
                  <a:lnTo>
                    <a:pt x="1399058" y="1402933"/>
                  </a:lnTo>
                  <a:lnTo>
                    <a:pt x="1399063" y="1402938"/>
                  </a:lnTo>
                  <a:lnTo>
                    <a:pt x="1399074" y="1403091"/>
                  </a:lnTo>
                  <a:lnTo>
                    <a:pt x="1399052" y="1403109"/>
                  </a:lnTo>
                  <a:lnTo>
                    <a:pt x="1398981" y="1403148"/>
                  </a:lnTo>
                  <a:lnTo>
                    <a:pt x="1399023" y="1403323"/>
                  </a:lnTo>
                  <a:lnTo>
                    <a:pt x="1399058" y="1403428"/>
                  </a:lnTo>
                  <a:lnTo>
                    <a:pt x="1399112" y="1403510"/>
                  </a:lnTo>
                  <a:lnTo>
                    <a:pt x="1399118" y="1403520"/>
                  </a:lnTo>
                  <a:lnTo>
                    <a:pt x="1399157" y="1403579"/>
                  </a:lnTo>
                  <a:lnTo>
                    <a:pt x="1399204" y="1403740"/>
                  </a:lnTo>
                  <a:lnTo>
                    <a:pt x="1399204" y="1403773"/>
                  </a:lnTo>
                  <a:lnTo>
                    <a:pt x="1399203" y="1403802"/>
                  </a:lnTo>
                  <a:lnTo>
                    <a:pt x="1399201" y="1403927"/>
                  </a:lnTo>
                  <a:lnTo>
                    <a:pt x="1399208" y="1403962"/>
                  </a:lnTo>
                  <a:lnTo>
                    <a:pt x="1399244" y="1404142"/>
                  </a:lnTo>
                  <a:lnTo>
                    <a:pt x="1399251" y="1404171"/>
                  </a:lnTo>
                  <a:lnTo>
                    <a:pt x="1399280" y="1404297"/>
                  </a:lnTo>
                  <a:lnTo>
                    <a:pt x="1399288" y="1404331"/>
                  </a:lnTo>
                  <a:lnTo>
                    <a:pt x="1399308" y="1404349"/>
                  </a:lnTo>
                  <a:lnTo>
                    <a:pt x="1399355" y="1404392"/>
                  </a:lnTo>
                  <a:lnTo>
                    <a:pt x="1399451" y="1404653"/>
                  </a:lnTo>
                  <a:lnTo>
                    <a:pt x="1399554" y="1404799"/>
                  </a:lnTo>
                  <a:lnTo>
                    <a:pt x="1399582" y="1404834"/>
                  </a:lnTo>
                  <a:lnTo>
                    <a:pt x="1399607" y="1404926"/>
                  </a:lnTo>
                  <a:lnTo>
                    <a:pt x="1399611" y="1404941"/>
                  </a:lnTo>
                  <a:lnTo>
                    <a:pt x="1399611" y="1405044"/>
                  </a:lnTo>
                  <a:lnTo>
                    <a:pt x="1399594" y="1405133"/>
                  </a:lnTo>
                  <a:lnTo>
                    <a:pt x="1399590" y="1405141"/>
                  </a:lnTo>
                  <a:lnTo>
                    <a:pt x="1399580" y="1405148"/>
                  </a:lnTo>
                  <a:lnTo>
                    <a:pt x="1399574" y="1405152"/>
                  </a:lnTo>
                  <a:lnTo>
                    <a:pt x="1399565" y="1405148"/>
                  </a:lnTo>
                  <a:lnTo>
                    <a:pt x="1399550" y="1405134"/>
                  </a:lnTo>
                  <a:lnTo>
                    <a:pt x="1399542" y="1405118"/>
                  </a:lnTo>
                  <a:lnTo>
                    <a:pt x="1399541" y="1405096"/>
                  </a:lnTo>
                  <a:lnTo>
                    <a:pt x="1399543" y="1405077"/>
                  </a:lnTo>
                  <a:lnTo>
                    <a:pt x="1399542" y="1404986"/>
                  </a:lnTo>
                  <a:lnTo>
                    <a:pt x="1399464" y="1404868"/>
                  </a:lnTo>
                  <a:lnTo>
                    <a:pt x="1399431" y="1404847"/>
                  </a:lnTo>
                  <a:lnTo>
                    <a:pt x="1399390" y="1404821"/>
                  </a:lnTo>
                  <a:lnTo>
                    <a:pt x="1399329" y="1404695"/>
                  </a:lnTo>
                  <a:lnTo>
                    <a:pt x="1399286" y="1404610"/>
                  </a:lnTo>
                  <a:lnTo>
                    <a:pt x="1399218" y="1404526"/>
                  </a:lnTo>
                  <a:lnTo>
                    <a:pt x="1399149" y="1404467"/>
                  </a:lnTo>
                  <a:lnTo>
                    <a:pt x="1399121" y="1404458"/>
                  </a:lnTo>
                  <a:lnTo>
                    <a:pt x="1399114" y="1404471"/>
                  </a:lnTo>
                  <a:lnTo>
                    <a:pt x="1399093" y="1404505"/>
                  </a:lnTo>
                  <a:lnTo>
                    <a:pt x="1399038" y="1404605"/>
                  </a:lnTo>
                  <a:lnTo>
                    <a:pt x="1398990" y="1404726"/>
                  </a:lnTo>
                  <a:lnTo>
                    <a:pt x="1398971" y="1404891"/>
                  </a:lnTo>
                  <a:lnTo>
                    <a:pt x="1398974" y="1404979"/>
                  </a:lnTo>
                  <a:lnTo>
                    <a:pt x="1398977" y="1405055"/>
                  </a:lnTo>
                  <a:lnTo>
                    <a:pt x="1398978" y="1405088"/>
                  </a:lnTo>
                  <a:lnTo>
                    <a:pt x="1399024" y="1405214"/>
                  </a:lnTo>
                  <a:lnTo>
                    <a:pt x="1399038" y="1405251"/>
                  </a:lnTo>
                  <a:lnTo>
                    <a:pt x="1399067" y="1405371"/>
                  </a:lnTo>
                  <a:lnTo>
                    <a:pt x="1399077" y="1405410"/>
                  </a:lnTo>
                  <a:lnTo>
                    <a:pt x="1399139" y="1405598"/>
                  </a:lnTo>
                  <a:lnTo>
                    <a:pt x="1399147" y="1405620"/>
                  </a:lnTo>
                  <a:lnTo>
                    <a:pt x="1399111" y="1405829"/>
                  </a:lnTo>
                  <a:lnTo>
                    <a:pt x="1399106" y="1405861"/>
                  </a:lnTo>
                  <a:lnTo>
                    <a:pt x="1399102" y="1405885"/>
                  </a:lnTo>
                  <a:lnTo>
                    <a:pt x="1399086" y="1405938"/>
                  </a:lnTo>
                  <a:lnTo>
                    <a:pt x="1399056" y="1406043"/>
                  </a:lnTo>
                  <a:lnTo>
                    <a:pt x="1399012" y="1406099"/>
                  </a:lnTo>
                  <a:lnTo>
                    <a:pt x="1398990" y="1406127"/>
                  </a:lnTo>
                  <a:lnTo>
                    <a:pt x="1398926" y="1406199"/>
                  </a:lnTo>
                  <a:lnTo>
                    <a:pt x="1398883" y="1406220"/>
                  </a:lnTo>
                  <a:lnTo>
                    <a:pt x="1398843" y="1406240"/>
                  </a:lnTo>
                  <a:lnTo>
                    <a:pt x="1398762" y="1406233"/>
                  </a:lnTo>
                  <a:lnTo>
                    <a:pt x="1398757" y="1406231"/>
                  </a:lnTo>
                  <a:lnTo>
                    <a:pt x="1398754" y="1406229"/>
                  </a:lnTo>
                  <a:lnTo>
                    <a:pt x="1398746" y="1406226"/>
                  </a:lnTo>
                  <a:lnTo>
                    <a:pt x="1398739" y="1406222"/>
                  </a:lnTo>
                  <a:lnTo>
                    <a:pt x="1398736" y="1406220"/>
                  </a:lnTo>
                  <a:lnTo>
                    <a:pt x="1398728" y="1406217"/>
                  </a:lnTo>
                  <a:lnTo>
                    <a:pt x="1398675" y="1406189"/>
                  </a:lnTo>
                  <a:lnTo>
                    <a:pt x="1398585" y="1406122"/>
                  </a:lnTo>
                  <a:lnTo>
                    <a:pt x="1398553" y="1406069"/>
                  </a:lnTo>
                  <a:lnTo>
                    <a:pt x="1398532" y="1406034"/>
                  </a:lnTo>
                  <a:lnTo>
                    <a:pt x="1398465" y="1405968"/>
                  </a:lnTo>
                  <a:lnTo>
                    <a:pt x="1398415" y="1405961"/>
                  </a:lnTo>
                  <a:lnTo>
                    <a:pt x="1398367" y="1405953"/>
                  </a:lnTo>
                  <a:lnTo>
                    <a:pt x="1398287" y="1405917"/>
                  </a:lnTo>
                  <a:lnTo>
                    <a:pt x="1398161" y="1405799"/>
                  </a:lnTo>
                  <a:lnTo>
                    <a:pt x="1398069" y="1405724"/>
                  </a:lnTo>
                  <a:lnTo>
                    <a:pt x="1398054" y="1405712"/>
                  </a:lnTo>
                  <a:lnTo>
                    <a:pt x="1398023" y="1405689"/>
                  </a:lnTo>
                  <a:lnTo>
                    <a:pt x="1398015" y="1405684"/>
                  </a:lnTo>
                  <a:lnTo>
                    <a:pt x="1398011" y="1405688"/>
                  </a:lnTo>
                  <a:lnTo>
                    <a:pt x="1398007" y="1405695"/>
                  </a:lnTo>
                  <a:lnTo>
                    <a:pt x="1398001" y="1405709"/>
                  </a:lnTo>
                  <a:lnTo>
                    <a:pt x="1397994" y="1405723"/>
                  </a:lnTo>
                  <a:lnTo>
                    <a:pt x="1397983" y="1405743"/>
                  </a:lnTo>
                  <a:lnTo>
                    <a:pt x="1397964" y="1405781"/>
                  </a:lnTo>
                  <a:lnTo>
                    <a:pt x="1397961" y="1405788"/>
                  </a:lnTo>
                  <a:lnTo>
                    <a:pt x="1397958" y="1405794"/>
                  </a:lnTo>
                  <a:lnTo>
                    <a:pt x="1397954" y="1405800"/>
                  </a:lnTo>
                  <a:lnTo>
                    <a:pt x="1397952" y="1405804"/>
                  </a:lnTo>
                  <a:lnTo>
                    <a:pt x="1397946" y="1405815"/>
                  </a:lnTo>
                  <a:lnTo>
                    <a:pt x="1397943" y="1405822"/>
                  </a:lnTo>
                  <a:lnTo>
                    <a:pt x="1397914" y="1405879"/>
                  </a:lnTo>
                  <a:lnTo>
                    <a:pt x="1397911" y="1405884"/>
                  </a:lnTo>
                  <a:lnTo>
                    <a:pt x="1397899" y="1405899"/>
                  </a:lnTo>
                  <a:lnTo>
                    <a:pt x="1397894" y="1405901"/>
                  </a:lnTo>
                  <a:lnTo>
                    <a:pt x="1397664" y="1405795"/>
                  </a:lnTo>
                  <a:lnTo>
                    <a:pt x="1397659" y="1405793"/>
                  </a:lnTo>
                  <a:lnTo>
                    <a:pt x="1397654" y="1405790"/>
                  </a:lnTo>
                  <a:lnTo>
                    <a:pt x="1397647" y="1405787"/>
                  </a:lnTo>
                  <a:lnTo>
                    <a:pt x="1397443" y="1405692"/>
                  </a:lnTo>
                  <a:lnTo>
                    <a:pt x="1397440" y="1405690"/>
                  </a:lnTo>
                  <a:lnTo>
                    <a:pt x="1397438" y="1405684"/>
                  </a:lnTo>
                  <a:lnTo>
                    <a:pt x="1397440" y="1405677"/>
                  </a:lnTo>
                  <a:lnTo>
                    <a:pt x="1397443" y="1405667"/>
                  </a:lnTo>
                  <a:lnTo>
                    <a:pt x="1397446" y="1405659"/>
                  </a:lnTo>
                  <a:lnTo>
                    <a:pt x="1397496" y="1405528"/>
                  </a:lnTo>
                  <a:lnTo>
                    <a:pt x="1397493" y="1405523"/>
                  </a:lnTo>
                  <a:lnTo>
                    <a:pt x="1397482" y="1405506"/>
                  </a:lnTo>
                  <a:lnTo>
                    <a:pt x="1397456" y="1405496"/>
                  </a:lnTo>
                  <a:lnTo>
                    <a:pt x="1397411" y="1405465"/>
                  </a:lnTo>
                  <a:lnTo>
                    <a:pt x="1397403" y="1405458"/>
                  </a:lnTo>
                  <a:lnTo>
                    <a:pt x="1397403" y="1405451"/>
                  </a:lnTo>
                  <a:lnTo>
                    <a:pt x="1397408" y="1405441"/>
                  </a:lnTo>
                  <a:lnTo>
                    <a:pt x="1397411" y="1405435"/>
                  </a:lnTo>
                  <a:lnTo>
                    <a:pt x="1397414" y="1405428"/>
                  </a:lnTo>
                  <a:lnTo>
                    <a:pt x="1397418" y="1405421"/>
                  </a:lnTo>
                  <a:lnTo>
                    <a:pt x="1397421" y="1405415"/>
                  </a:lnTo>
                  <a:lnTo>
                    <a:pt x="1397425" y="1405409"/>
                  </a:lnTo>
                  <a:lnTo>
                    <a:pt x="1397422" y="1405396"/>
                  </a:lnTo>
                  <a:lnTo>
                    <a:pt x="1397408" y="1405386"/>
                  </a:lnTo>
                  <a:lnTo>
                    <a:pt x="1397345" y="1405341"/>
                  </a:lnTo>
                  <a:lnTo>
                    <a:pt x="1397333" y="1405332"/>
                  </a:lnTo>
                  <a:lnTo>
                    <a:pt x="1397329" y="1405330"/>
                  </a:lnTo>
                  <a:lnTo>
                    <a:pt x="1397268" y="1405294"/>
                  </a:lnTo>
                  <a:lnTo>
                    <a:pt x="1397240" y="1405278"/>
                  </a:lnTo>
                  <a:lnTo>
                    <a:pt x="1397233" y="1405273"/>
                  </a:lnTo>
                  <a:lnTo>
                    <a:pt x="1397222" y="1405267"/>
                  </a:lnTo>
                  <a:lnTo>
                    <a:pt x="1397215" y="1405263"/>
                  </a:lnTo>
                  <a:lnTo>
                    <a:pt x="1397210" y="1405260"/>
                  </a:lnTo>
                  <a:lnTo>
                    <a:pt x="1397196" y="1405251"/>
                  </a:lnTo>
                  <a:lnTo>
                    <a:pt x="1397191" y="1405248"/>
                  </a:lnTo>
                  <a:lnTo>
                    <a:pt x="1397187" y="1405246"/>
                  </a:lnTo>
                  <a:lnTo>
                    <a:pt x="1397182" y="1405243"/>
                  </a:lnTo>
                  <a:lnTo>
                    <a:pt x="1397178" y="1405241"/>
                  </a:lnTo>
                  <a:lnTo>
                    <a:pt x="1397172" y="1405238"/>
                  </a:lnTo>
                  <a:lnTo>
                    <a:pt x="1397165" y="1405233"/>
                  </a:lnTo>
                  <a:lnTo>
                    <a:pt x="1397158" y="1405230"/>
                  </a:lnTo>
                  <a:lnTo>
                    <a:pt x="1397152" y="1405227"/>
                  </a:lnTo>
                  <a:lnTo>
                    <a:pt x="1397145" y="1405225"/>
                  </a:lnTo>
                  <a:lnTo>
                    <a:pt x="1397138" y="1405222"/>
                  </a:lnTo>
                  <a:lnTo>
                    <a:pt x="1397133" y="1405219"/>
                  </a:lnTo>
                  <a:lnTo>
                    <a:pt x="1397123" y="1405215"/>
                  </a:lnTo>
                  <a:lnTo>
                    <a:pt x="1397113" y="1405211"/>
                  </a:lnTo>
                  <a:lnTo>
                    <a:pt x="1397107" y="1405208"/>
                  </a:lnTo>
                  <a:lnTo>
                    <a:pt x="1397091" y="1405201"/>
                  </a:lnTo>
                  <a:lnTo>
                    <a:pt x="1397045" y="1405197"/>
                  </a:lnTo>
                  <a:lnTo>
                    <a:pt x="1397041" y="1405197"/>
                  </a:lnTo>
                  <a:lnTo>
                    <a:pt x="1396953" y="1405153"/>
                  </a:lnTo>
                  <a:lnTo>
                    <a:pt x="1396913" y="1405129"/>
                  </a:lnTo>
                  <a:lnTo>
                    <a:pt x="1396872" y="1405109"/>
                  </a:lnTo>
                  <a:lnTo>
                    <a:pt x="1396863" y="1405104"/>
                  </a:lnTo>
                  <a:lnTo>
                    <a:pt x="1396799" y="1405046"/>
                  </a:lnTo>
                  <a:lnTo>
                    <a:pt x="1396792" y="1405040"/>
                  </a:lnTo>
                  <a:lnTo>
                    <a:pt x="1396759" y="1405002"/>
                  </a:lnTo>
                  <a:lnTo>
                    <a:pt x="1396746" y="1404986"/>
                  </a:lnTo>
                  <a:lnTo>
                    <a:pt x="1396743" y="1404982"/>
                  </a:lnTo>
                  <a:lnTo>
                    <a:pt x="1396729" y="1404957"/>
                  </a:lnTo>
                  <a:lnTo>
                    <a:pt x="1396719" y="1404939"/>
                  </a:lnTo>
                  <a:lnTo>
                    <a:pt x="1396710" y="1404930"/>
                  </a:lnTo>
                  <a:lnTo>
                    <a:pt x="1396543" y="1404777"/>
                  </a:lnTo>
                  <a:lnTo>
                    <a:pt x="1396516" y="1404754"/>
                  </a:lnTo>
                  <a:lnTo>
                    <a:pt x="1396440" y="1404695"/>
                  </a:lnTo>
                  <a:lnTo>
                    <a:pt x="1396432" y="1404689"/>
                  </a:lnTo>
                  <a:lnTo>
                    <a:pt x="1396413" y="1404675"/>
                  </a:lnTo>
                  <a:lnTo>
                    <a:pt x="1396386" y="1404655"/>
                  </a:lnTo>
                  <a:lnTo>
                    <a:pt x="1396294" y="1404600"/>
                  </a:lnTo>
                  <a:lnTo>
                    <a:pt x="1396287" y="1404596"/>
                  </a:lnTo>
                  <a:lnTo>
                    <a:pt x="1396281" y="1404593"/>
                  </a:lnTo>
                  <a:lnTo>
                    <a:pt x="1396273" y="1404588"/>
                  </a:lnTo>
                  <a:lnTo>
                    <a:pt x="1396263" y="1404583"/>
                  </a:lnTo>
                  <a:lnTo>
                    <a:pt x="1396253" y="1404579"/>
                  </a:lnTo>
                  <a:lnTo>
                    <a:pt x="1396231" y="1404571"/>
                  </a:lnTo>
                  <a:lnTo>
                    <a:pt x="1396117" y="1404528"/>
                  </a:lnTo>
                  <a:lnTo>
                    <a:pt x="1396106" y="1404532"/>
                  </a:lnTo>
                  <a:lnTo>
                    <a:pt x="1396101" y="1404534"/>
                  </a:lnTo>
                  <a:lnTo>
                    <a:pt x="1396095" y="1404540"/>
                  </a:lnTo>
                  <a:lnTo>
                    <a:pt x="1396091" y="1404547"/>
                  </a:lnTo>
                  <a:lnTo>
                    <a:pt x="1396087" y="1404554"/>
                  </a:lnTo>
                  <a:lnTo>
                    <a:pt x="1396085" y="1404559"/>
                  </a:lnTo>
                  <a:lnTo>
                    <a:pt x="1396081" y="1404566"/>
                  </a:lnTo>
                  <a:lnTo>
                    <a:pt x="1396077" y="1404572"/>
                  </a:lnTo>
                  <a:lnTo>
                    <a:pt x="1396072" y="1404580"/>
                  </a:lnTo>
                  <a:lnTo>
                    <a:pt x="1396068" y="1404589"/>
                  </a:lnTo>
                  <a:lnTo>
                    <a:pt x="1396063" y="1404600"/>
                  </a:lnTo>
                  <a:lnTo>
                    <a:pt x="1396060" y="1404607"/>
                  </a:lnTo>
                  <a:lnTo>
                    <a:pt x="1396052" y="1404609"/>
                  </a:lnTo>
                  <a:lnTo>
                    <a:pt x="1395992" y="1404579"/>
                  </a:lnTo>
                  <a:lnTo>
                    <a:pt x="1395979" y="1404578"/>
                  </a:lnTo>
                  <a:lnTo>
                    <a:pt x="1395948" y="1404576"/>
                  </a:lnTo>
                  <a:lnTo>
                    <a:pt x="1395915" y="1404573"/>
                  </a:lnTo>
                  <a:lnTo>
                    <a:pt x="1395909" y="1404573"/>
                  </a:lnTo>
                  <a:lnTo>
                    <a:pt x="1395887" y="1404572"/>
                  </a:lnTo>
                  <a:lnTo>
                    <a:pt x="1395861" y="1404569"/>
                  </a:lnTo>
                  <a:lnTo>
                    <a:pt x="1395861" y="1404561"/>
                  </a:lnTo>
                  <a:lnTo>
                    <a:pt x="1395864" y="1404554"/>
                  </a:lnTo>
                  <a:lnTo>
                    <a:pt x="1395867" y="1404547"/>
                  </a:lnTo>
                  <a:lnTo>
                    <a:pt x="1395869" y="1404541"/>
                  </a:lnTo>
                  <a:lnTo>
                    <a:pt x="1395874" y="1404530"/>
                  </a:lnTo>
                  <a:lnTo>
                    <a:pt x="1395878" y="1404522"/>
                  </a:lnTo>
                  <a:lnTo>
                    <a:pt x="1395881" y="1404513"/>
                  </a:lnTo>
                  <a:lnTo>
                    <a:pt x="1395898" y="1404476"/>
                  </a:lnTo>
                  <a:lnTo>
                    <a:pt x="1395872" y="1404411"/>
                  </a:lnTo>
                  <a:lnTo>
                    <a:pt x="1395760" y="1404258"/>
                  </a:lnTo>
                  <a:lnTo>
                    <a:pt x="1395753" y="1404249"/>
                  </a:lnTo>
                  <a:lnTo>
                    <a:pt x="1395664" y="1404127"/>
                  </a:lnTo>
                  <a:lnTo>
                    <a:pt x="1395609" y="1404058"/>
                  </a:lnTo>
                  <a:lnTo>
                    <a:pt x="1395437" y="1403918"/>
                  </a:lnTo>
                  <a:lnTo>
                    <a:pt x="1395306" y="1403832"/>
                  </a:lnTo>
                  <a:lnTo>
                    <a:pt x="1395297" y="1403826"/>
                  </a:lnTo>
                  <a:lnTo>
                    <a:pt x="1395283" y="1403817"/>
                  </a:lnTo>
                  <a:lnTo>
                    <a:pt x="1395235" y="1403786"/>
                  </a:lnTo>
                  <a:lnTo>
                    <a:pt x="1395171" y="1403744"/>
                  </a:lnTo>
                  <a:lnTo>
                    <a:pt x="1395163" y="1403738"/>
                  </a:lnTo>
                  <a:lnTo>
                    <a:pt x="1395148" y="1403729"/>
                  </a:lnTo>
                  <a:lnTo>
                    <a:pt x="1395141" y="1403725"/>
                  </a:lnTo>
                  <a:lnTo>
                    <a:pt x="1395127" y="1403717"/>
                  </a:lnTo>
                  <a:lnTo>
                    <a:pt x="1395108" y="1403704"/>
                  </a:lnTo>
                  <a:lnTo>
                    <a:pt x="1395104" y="1403701"/>
                  </a:lnTo>
                  <a:lnTo>
                    <a:pt x="1395096" y="1403697"/>
                  </a:lnTo>
                  <a:lnTo>
                    <a:pt x="1395084" y="1403691"/>
                  </a:lnTo>
                  <a:lnTo>
                    <a:pt x="1395080" y="1403688"/>
                  </a:lnTo>
                  <a:lnTo>
                    <a:pt x="1395056" y="1403672"/>
                  </a:lnTo>
                  <a:lnTo>
                    <a:pt x="1395040" y="1403662"/>
                  </a:lnTo>
                  <a:lnTo>
                    <a:pt x="1395036" y="1403660"/>
                  </a:lnTo>
                  <a:lnTo>
                    <a:pt x="1395032" y="1403656"/>
                  </a:lnTo>
                  <a:lnTo>
                    <a:pt x="1395028" y="1403653"/>
                  </a:lnTo>
                  <a:lnTo>
                    <a:pt x="1395023" y="1403651"/>
                  </a:lnTo>
                  <a:lnTo>
                    <a:pt x="1395018" y="1403647"/>
                  </a:lnTo>
                  <a:lnTo>
                    <a:pt x="1395014" y="1403644"/>
                  </a:lnTo>
                  <a:lnTo>
                    <a:pt x="1395008" y="1403642"/>
                  </a:lnTo>
                  <a:lnTo>
                    <a:pt x="1395001" y="1403638"/>
                  </a:lnTo>
                  <a:lnTo>
                    <a:pt x="1394984" y="1403626"/>
                  </a:lnTo>
                  <a:lnTo>
                    <a:pt x="1394976" y="1403619"/>
                  </a:lnTo>
                  <a:lnTo>
                    <a:pt x="1394969" y="1403608"/>
                  </a:lnTo>
                  <a:lnTo>
                    <a:pt x="1394965" y="1403600"/>
                  </a:lnTo>
                  <a:lnTo>
                    <a:pt x="1394961" y="1403588"/>
                  </a:lnTo>
                  <a:lnTo>
                    <a:pt x="1394960" y="1403583"/>
                  </a:lnTo>
                  <a:lnTo>
                    <a:pt x="1394960" y="1403577"/>
                  </a:lnTo>
                  <a:lnTo>
                    <a:pt x="1394974" y="1403541"/>
                  </a:lnTo>
                  <a:lnTo>
                    <a:pt x="1395017" y="1403508"/>
                  </a:lnTo>
                  <a:lnTo>
                    <a:pt x="1395067" y="1403494"/>
                  </a:lnTo>
                  <a:lnTo>
                    <a:pt x="1395116" y="1403480"/>
                  </a:lnTo>
                  <a:lnTo>
                    <a:pt x="1395135" y="1403473"/>
                  </a:lnTo>
                  <a:lnTo>
                    <a:pt x="1395190" y="1403454"/>
                  </a:lnTo>
                  <a:lnTo>
                    <a:pt x="1395238" y="1403440"/>
                  </a:lnTo>
                  <a:lnTo>
                    <a:pt x="1395271" y="1403430"/>
                  </a:lnTo>
                  <a:lnTo>
                    <a:pt x="1395341" y="1403393"/>
                  </a:lnTo>
                  <a:lnTo>
                    <a:pt x="1395444" y="1403312"/>
                  </a:lnTo>
                  <a:lnTo>
                    <a:pt x="1395469" y="1403285"/>
                  </a:lnTo>
                  <a:lnTo>
                    <a:pt x="1395520" y="1403227"/>
                  </a:lnTo>
                  <a:lnTo>
                    <a:pt x="1395531" y="1403201"/>
                  </a:lnTo>
                  <a:lnTo>
                    <a:pt x="1395542" y="1403178"/>
                  </a:lnTo>
                  <a:lnTo>
                    <a:pt x="1395552" y="1403146"/>
                  </a:lnTo>
                  <a:lnTo>
                    <a:pt x="1395555" y="1403134"/>
                  </a:lnTo>
                  <a:lnTo>
                    <a:pt x="1395565" y="1403051"/>
                  </a:lnTo>
                  <a:lnTo>
                    <a:pt x="1395697" y="1402196"/>
                  </a:lnTo>
                  <a:lnTo>
                    <a:pt x="1395718" y="1402060"/>
                  </a:lnTo>
                  <a:lnTo>
                    <a:pt x="1395799" y="1401530"/>
                  </a:lnTo>
                  <a:lnTo>
                    <a:pt x="1395822" y="1401383"/>
                  </a:lnTo>
                  <a:lnTo>
                    <a:pt x="1395842" y="1401254"/>
                  </a:lnTo>
                  <a:lnTo>
                    <a:pt x="1395862" y="1401149"/>
                  </a:lnTo>
                  <a:lnTo>
                    <a:pt x="1395850" y="1401133"/>
                  </a:lnTo>
                  <a:lnTo>
                    <a:pt x="1395841" y="1401131"/>
                  </a:lnTo>
                  <a:lnTo>
                    <a:pt x="1395794" y="1401123"/>
                  </a:lnTo>
                  <a:lnTo>
                    <a:pt x="1395776" y="1401120"/>
                  </a:lnTo>
                  <a:lnTo>
                    <a:pt x="1395743" y="1401115"/>
                  </a:lnTo>
                  <a:lnTo>
                    <a:pt x="1395714" y="1401110"/>
                  </a:lnTo>
                  <a:lnTo>
                    <a:pt x="1395695" y="1401105"/>
                  </a:lnTo>
                  <a:lnTo>
                    <a:pt x="1395680" y="1401099"/>
                  </a:lnTo>
                  <a:lnTo>
                    <a:pt x="1395670" y="1401096"/>
                  </a:lnTo>
                  <a:lnTo>
                    <a:pt x="1395661" y="1401085"/>
                  </a:lnTo>
                  <a:lnTo>
                    <a:pt x="1395671" y="1401043"/>
                  </a:lnTo>
                  <a:lnTo>
                    <a:pt x="1395706" y="1400927"/>
                  </a:lnTo>
                  <a:lnTo>
                    <a:pt x="1395690" y="1400907"/>
                  </a:lnTo>
                  <a:lnTo>
                    <a:pt x="1395666" y="1400850"/>
                  </a:lnTo>
                  <a:lnTo>
                    <a:pt x="1395661" y="1400805"/>
                  </a:lnTo>
                  <a:lnTo>
                    <a:pt x="1395662" y="1400796"/>
                  </a:lnTo>
                  <a:lnTo>
                    <a:pt x="1395666" y="1400760"/>
                  </a:lnTo>
                  <a:lnTo>
                    <a:pt x="1395671" y="1400711"/>
                  </a:lnTo>
                  <a:lnTo>
                    <a:pt x="1395686" y="1400569"/>
                  </a:lnTo>
                  <a:lnTo>
                    <a:pt x="1395687" y="1400555"/>
                  </a:lnTo>
                  <a:lnTo>
                    <a:pt x="1395689" y="1400542"/>
                  </a:lnTo>
                  <a:lnTo>
                    <a:pt x="1395699" y="1400466"/>
                  </a:lnTo>
                  <a:lnTo>
                    <a:pt x="1395704" y="1400457"/>
                  </a:lnTo>
                  <a:lnTo>
                    <a:pt x="1395707" y="1400452"/>
                  </a:lnTo>
                  <a:lnTo>
                    <a:pt x="1395710" y="1400447"/>
                  </a:lnTo>
                  <a:lnTo>
                    <a:pt x="1395719" y="1400433"/>
                  </a:lnTo>
                  <a:lnTo>
                    <a:pt x="1395714" y="1400416"/>
                  </a:lnTo>
                  <a:lnTo>
                    <a:pt x="1395683" y="1400408"/>
                  </a:lnTo>
                  <a:lnTo>
                    <a:pt x="1395647" y="1400408"/>
                  </a:lnTo>
                  <a:lnTo>
                    <a:pt x="1395604" y="1400400"/>
                  </a:lnTo>
                  <a:lnTo>
                    <a:pt x="1395566" y="1400392"/>
                  </a:lnTo>
                  <a:lnTo>
                    <a:pt x="1395559" y="1400389"/>
                  </a:lnTo>
                  <a:lnTo>
                    <a:pt x="1395549" y="1400384"/>
                  </a:lnTo>
                  <a:lnTo>
                    <a:pt x="1395527" y="1400367"/>
                  </a:lnTo>
                  <a:lnTo>
                    <a:pt x="1395506" y="1400351"/>
                  </a:lnTo>
                  <a:lnTo>
                    <a:pt x="1395501" y="1400344"/>
                  </a:lnTo>
                  <a:lnTo>
                    <a:pt x="1395499" y="1400334"/>
                  </a:lnTo>
                  <a:lnTo>
                    <a:pt x="1395498" y="1400314"/>
                  </a:lnTo>
                  <a:lnTo>
                    <a:pt x="1395497" y="1400301"/>
                  </a:lnTo>
                  <a:lnTo>
                    <a:pt x="1395498" y="1400297"/>
                  </a:lnTo>
                  <a:lnTo>
                    <a:pt x="1395499" y="1400292"/>
                  </a:lnTo>
                  <a:lnTo>
                    <a:pt x="1395508" y="1400261"/>
                  </a:lnTo>
                  <a:lnTo>
                    <a:pt x="1395528" y="1400193"/>
                  </a:lnTo>
                  <a:lnTo>
                    <a:pt x="1395575" y="1400158"/>
                  </a:lnTo>
                  <a:lnTo>
                    <a:pt x="1395605" y="1400142"/>
                  </a:lnTo>
                  <a:lnTo>
                    <a:pt x="1395616" y="1400136"/>
                  </a:lnTo>
                  <a:lnTo>
                    <a:pt x="1395665" y="1400110"/>
                  </a:lnTo>
                  <a:lnTo>
                    <a:pt x="1395671" y="1400106"/>
                  </a:lnTo>
                  <a:lnTo>
                    <a:pt x="1395683" y="1400100"/>
                  </a:lnTo>
                  <a:lnTo>
                    <a:pt x="1395742" y="1400068"/>
                  </a:lnTo>
                  <a:lnTo>
                    <a:pt x="1395762" y="1400058"/>
                  </a:lnTo>
                  <a:lnTo>
                    <a:pt x="1395780" y="1400055"/>
                  </a:lnTo>
                  <a:lnTo>
                    <a:pt x="1395784" y="1400054"/>
                  </a:lnTo>
                  <a:lnTo>
                    <a:pt x="1395807" y="1400050"/>
                  </a:lnTo>
                  <a:lnTo>
                    <a:pt x="1395820" y="1400047"/>
                  </a:lnTo>
                  <a:lnTo>
                    <a:pt x="1395825" y="1400046"/>
                  </a:lnTo>
                  <a:lnTo>
                    <a:pt x="1395875" y="1400034"/>
                  </a:lnTo>
                  <a:lnTo>
                    <a:pt x="1395891" y="1400021"/>
                  </a:lnTo>
                  <a:lnTo>
                    <a:pt x="1395895" y="1400019"/>
                  </a:lnTo>
                  <a:lnTo>
                    <a:pt x="1395898" y="1399988"/>
                  </a:lnTo>
                  <a:lnTo>
                    <a:pt x="1395890" y="1399973"/>
                  </a:lnTo>
                  <a:lnTo>
                    <a:pt x="1395886" y="1399966"/>
                  </a:lnTo>
                  <a:lnTo>
                    <a:pt x="1395869" y="1399959"/>
                  </a:lnTo>
                  <a:lnTo>
                    <a:pt x="1395869" y="1399940"/>
                  </a:lnTo>
                  <a:lnTo>
                    <a:pt x="1395879" y="1399910"/>
                  </a:lnTo>
                  <a:lnTo>
                    <a:pt x="1395909" y="1399900"/>
                  </a:lnTo>
                  <a:lnTo>
                    <a:pt x="1395923" y="1399898"/>
                  </a:lnTo>
                  <a:lnTo>
                    <a:pt x="1395937" y="1399897"/>
                  </a:lnTo>
                  <a:lnTo>
                    <a:pt x="1395942" y="1399896"/>
                  </a:lnTo>
                  <a:lnTo>
                    <a:pt x="1395963" y="1399894"/>
                  </a:lnTo>
                  <a:lnTo>
                    <a:pt x="1395969" y="1399896"/>
                  </a:lnTo>
                  <a:lnTo>
                    <a:pt x="1395990" y="1399941"/>
                  </a:lnTo>
                  <a:lnTo>
                    <a:pt x="1396019" y="1399945"/>
                  </a:lnTo>
                  <a:lnTo>
                    <a:pt x="1396023" y="1399943"/>
                  </a:lnTo>
                  <a:lnTo>
                    <a:pt x="1396034" y="1399940"/>
                  </a:lnTo>
                  <a:lnTo>
                    <a:pt x="1396051" y="1399935"/>
                  </a:lnTo>
                  <a:lnTo>
                    <a:pt x="1396056" y="1399929"/>
                  </a:lnTo>
                  <a:lnTo>
                    <a:pt x="1396075" y="1399908"/>
                  </a:lnTo>
                  <a:lnTo>
                    <a:pt x="1396074" y="1399889"/>
                  </a:lnTo>
                  <a:lnTo>
                    <a:pt x="1396069" y="1399870"/>
                  </a:lnTo>
                  <a:lnTo>
                    <a:pt x="1396055" y="1399844"/>
                  </a:lnTo>
                  <a:lnTo>
                    <a:pt x="1396034" y="1399835"/>
                  </a:lnTo>
                  <a:lnTo>
                    <a:pt x="1396006" y="1399822"/>
                  </a:lnTo>
                  <a:lnTo>
                    <a:pt x="1395998" y="1399815"/>
                  </a:lnTo>
                  <a:lnTo>
                    <a:pt x="1395958" y="1399826"/>
                  </a:lnTo>
                  <a:lnTo>
                    <a:pt x="1395929" y="1399834"/>
                  </a:lnTo>
                  <a:lnTo>
                    <a:pt x="1395898" y="1399843"/>
                  </a:lnTo>
                  <a:lnTo>
                    <a:pt x="1395887" y="1399843"/>
                  </a:lnTo>
                  <a:lnTo>
                    <a:pt x="1395881" y="1399839"/>
                  </a:lnTo>
                  <a:lnTo>
                    <a:pt x="1395868" y="1399812"/>
                  </a:lnTo>
                  <a:lnTo>
                    <a:pt x="1395844" y="1399757"/>
                  </a:lnTo>
                  <a:lnTo>
                    <a:pt x="1395802" y="1399640"/>
                  </a:lnTo>
                  <a:lnTo>
                    <a:pt x="1395805" y="1399633"/>
                  </a:lnTo>
                  <a:lnTo>
                    <a:pt x="1395811" y="1399620"/>
                  </a:lnTo>
                  <a:lnTo>
                    <a:pt x="1395820" y="1399610"/>
                  </a:lnTo>
                  <a:lnTo>
                    <a:pt x="1395827" y="1399602"/>
                  </a:lnTo>
                  <a:lnTo>
                    <a:pt x="1395839" y="1399593"/>
                  </a:lnTo>
                  <a:lnTo>
                    <a:pt x="1395844" y="1399589"/>
                  </a:lnTo>
                  <a:lnTo>
                    <a:pt x="1395876" y="1399579"/>
                  </a:lnTo>
                  <a:lnTo>
                    <a:pt x="1395900" y="1399578"/>
                  </a:lnTo>
                  <a:lnTo>
                    <a:pt x="1395908" y="1399583"/>
                  </a:lnTo>
                  <a:lnTo>
                    <a:pt x="1395934" y="1399603"/>
                  </a:lnTo>
                  <a:lnTo>
                    <a:pt x="1395952" y="1399600"/>
                  </a:lnTo>
                  <a:lnTo>
                    <a:pt x="1395970" y="1399596"/>
                  </a:lnTo>
                  <a:lnTo>
                    <a:pt x="1396005" y="1399595"/>
                  </a:lnTo>
                  <a:lnTo>
                    <a:pt x="1396100" y="1399575"/>
                  </a:lnTo>
                  <a:lnTo>
                    <a:pt x="1396108" y="1399570"/>
                  </a:lnTo>
                  <a:lnTo>
                    <a:pt x="1396114" y="1399566"/>
                  </a:lnTo>
                  <a:lnTo>
                    <a:pt x="1396145" y="1399546"/>
                  </a:lnTo>
                  <a:lnTo>
                    <a:pt x="1396164" y="1399529"/>
                  </a:lnTo>
                  <a:lnTo>
                    <a:pt x="1396166" y="1399507"/>
                  </a:lnTo>
                  <a:lnTo>
                    <a:pt x="1396165" y="1399499"/>
                  </a:lnTo>
                  <a:lnTo>
                    <a:pt x="1396147" y="1399474"/>
                  </a:lnTo>
                  <a:lnTo>
                    <a:pt x="1396131" y="1399474"/>
                  </a:lnTo>
                  <a:lnTo>
                    <a:pt x="1396107" y="1399496"/>
                  </a:lnTo>
                  <a:lnTo>
                    <a:pt x="1396095" y="1399520"/>
                  </a:lnTo>
                  <a:lnTo>
                    <a:pt x="1396076" y="1399536"/>
                  </a:lnTo>
                  <a:lnTo>
                    <a:pt x="1396027" y="1399543"/>
                  </a:lnTo>
                  <a:lnTo>
                    <a:pt x="1396013" y="1399541"/>
                  </a:lnTo>
                  <a:lnTo>
                    <a:pt x="1395991" y="1399537"/>
                  </a:lnTo>
                  <a:lnTo>
                    <a:pt x="1395974" y="1399535"/>
                  </a:lnTo>
                  <a:lnTo>
                    <a:pt x="1395919" y="1399531"/>
                  </a:lnTo>
                  <a:lnTo>
                    <a:pt x="1395905" y="1399528"/>
                  </a:lnTo>
                  <a:lnTo>
                    <a:pt x="1395873" y="1399522"/>
                  </a:lnTo>
                  <a:lnTo>
                    <a:pt x="1395803" y="1399545"/>
                  </a:lnTo>
                  <a:lnTo>
                    <a:pt x="1395765" y="1399556"/>
                  </a:lnTo>
                  <a:lnTo>
                    <a:pt x="1395726" y="1399565"/>
                  </a:lnTo>
                  <a:lnTo>
                    <a:pt x="1395693" y="1399607"/>
                  </a:lnTo>
                  <a:lnTo>
                    <a:pt x="1395631" y="1399668"/>
                  </a:lnTo>
                  <a:lnTo>
                    <a:pt x="1395340" y="1399845"/>
                  </a:lnTo>
                  <a:lnTo>
                    <a:pt x="1395332" y="1399849"/>
                  </a:lnTo>
                  <a:lnTo>
                    <a:pt x="1395319" y="1399857"/>
                  </a:lnTo>
                  <a:lnTo>
                    <a:pt x="1395183" y="1399936"/>
                  </a:lnTo>
                  <a:lnTo>
                    <a:pt x="1395105" y="1399947"/>
                  </a:lnTo>
                  <a:lnTo>
                    <a:pt x="1395083" y="1399945"/>
                  </a:lnTo>
                  <a:lnTo>
                    <a:pt x="1395050" y="1399973"/>
                  </a:lnTo>
                  <a:lnTo>
                    <a:pt x="1395028" y="1400002"/>
                  </a:lnTo>
                  <a:lnTo>
                    <a:pt x="1395013" y="1400032"/>
                  </a:lnTo>
                  <a:lnTo>
                    <a:pt x="1394997" y="1400098"/>
                  </a:lnTo>
                  <a:lnTo>
                    <a:pt x="1394969" y="1400136"/>
                  </a:lnTo>
                  <a:lnTo>
                    <a:pt x="1394943" y="1400171"/>
                  </a:lnTo>
                  <a:lnTo>
                    <a:pt x="1394937" y="1400174"/>
                  </a:lnTo>
                  <a:lnTo>
                    <a:pt x="1394929" y="1400176"/>
                  </a:lnTo>
                  <a:lnTo>
                    <a:pt x="1394916" y="1400179"/>
                  </a:lnTo>
                  <a:lnTo>
                    <a:pt x="1394908" y="1400181"/>
                  </a:lnTo>
                  <a:lnTo>
                    <a:pt x="1394900" y="1400183"/>
                  </a:lnTo>
                  <a:lnTo>
                    <a:pt x="1394889" y="1400185"/>
                  </a:lnTo>
                  <a:lnTo>
                    <a:pt x="1394885" y="1400185"/>
                  </a:lnTo>
                  <a:lnTo>
                    <a:pt x="1394879" y="1400186"/>
                  </a:lnTo>
                  <a:lnTo>
                    <a:pt x="1394870" y="1400185"/>
                  </a:lnTo>
                  <a:lnTo>
                    <a:pt x="1394859" y="1400184"/>
                  </a:lnTo>
                  <a:lnTo>
                    <a:pt x="1394853" y="1400183"/>
                  </a:lnTo>
                  <a:lnTo>
                    <a:pt x="1394843" y="1400180"/>
                  </a:lnTo>
                  <a:lnTo>
                    <a:pt x="1394839" y="1400178"/>
                  </a:lnTo>
                  <a:lnTo>
                    <a:pt x="1394834" y="1400177"/>
                  </a:lnTo>
                  <a:lnTo>
                    <a:pt x="1394830" y="1400176"/>
                  </a:lnTo>
                  <a:lnTo>
                    <a:pt x="1394819" y="1400171"/>
                  </a:lnTo>
                  <a:lnTo>
                    <a:pt x="1394809" y="1400168"/>
                  </a:lnTo>
                  <a:lnTo>
                    <a:pt x="1394759" y="1400156"/>
                  </a:lnTo>
                  <a:lnTo>
                    <a:pt x="1394698" y="1400192"/>
                  </a:lnTo>
                  <a:lnTo>
                    <a:pt x="1394635" y="1400208"/>
                  </a:lnTo>
                  <a:lnTo>
                    <a:pt x="1394629" y="1400217"/>
                  </a:lnTo>
                  <a:lnTo>
                    <a:pt x="1394608" y="1400247"/>
                  </a:lnTo>
                  <a:lnTo>
                    <a:pt x="1394601" y="1400259"/>
                  </a:lnTo>
                  <a:lnTo>
                    <a:pt x="1394579" y="1400291"/>
                  </a:lnTo>
                  <a:lnTo>
                    <a:pt x="1394567" y="1400331"/>
                  </a:lnTo>
                  <a:lnTo>
                    <a:pt x="1394557" y="1400364"/>
                  </a:lnTo>
                  <a:lnTo>
                    <a:pt x="1394515" y="1400414"/>
                  </a:lnTo>
                  <a:lnTo>
                    <a:pt x="1394509" y="1400420"/>
                  </a:lnTo>
                  <a:lnTo>
                    <a:pt x="1394471" y="1400488"/>
                  </a:lnTo>
                  <a:lnTo>
                    <a:pt x="1394444" y="1400551"/>
                  </a:lnTo>
                  <a:lnTo>
                    <a:pt x="1394425" y="1400633"/>
                  </a:lnTo>
                  <a:lnTo>
                    <a:pt x="1394420" y="1400658"/>
                  </a:lnTo>
                  <a:lnTo>
                    <a:pt x="1394416" y="1400667"/>
                  </a:lnTo>
                  <a:lnTo>
                    <a:pt x="1394384" y="1400741"/>
                  </a:lnTo>
                  <a:lnTo>
                    <a:pt x="1394378" y="1400755"/>
                  </a:lnTo>
                  <a:lnTo>
                    <a:pt x="1394359" y="1400888"/>
                  </a:lnTo>
                  <a:lnTo>
                    <a:pt x="1394360" y="1400924"/>
                  </a:lnTo>
                  <a:lnTo>
                    <a:pt x="1394345" y="1400983"/>
                  </a:lnTo>
                  <a:lnTo>
                    <a:pt x="1394345" y="1401017"/>
                  </a:lnTo>
                  <a:lnTo>
                    <a:pt x="1394366" y="1401063"/>
                  </a:lnTo>
                  <a:lnTo>
                    <a:pt x="1394390" y="1401080"/>
                  </a:lnTo>
                  <a:lnTo>
                    <a:pt x="1394390" y="1401092"/>
                  </a:lnTo>
                  <a:lnTo>
                    <a:pt x="1394390" y="1401100"/>
                  </a:lnTo>
                  <a:lnTo>
                    <a:pt x="1394390" y="1401108"/>
                  </a:lnTo>
                  <a:lnTo>
                    <a:pt x="1394390" y="1401117"/>
                  </a:lnTo>
                  <a:lnTo>
                    <a:pt x="1394390" y="1401125"/>
                  </a:lnTo>
                  <a:lnTo>
                    <a:pt x="1394389" y="1401141"/>
                  </a:lnTo>
                  <a:lnTo>
                    <a:pt x="1394387" y="1401154"/>
                  </a:lnTo>
                  <a:lnTo>
                    <a:pt x="1394387" y="1401163"/>
                  </a:lnTo>
                  <a:lnTo>
                    <a:pt x="1394386" y="1401171"/>
                  </a:lnTo>
                  <a:lnTo>
                    <a:pt x="1394384" y="1401187"/>
                  </a:lnTo>
                  <a:lnTo>
                    <a:pt x="1394383" y="1401197"/>
                  </a:lnTo>
                  <a:lnTo>
                    <a:pt x="1394381" y="1401211"/>
                  </a:lnTo>
                  <a:lnTo>
                    <a:pt x="1394381" y="1401219"/>
                  </a:lnTo>
                  <a:lnTo>
                    <a:pt x="1394380" y="1401227"/>
                  </a:lnTo>
                  <a:lnTo>
                    <a:pt x="1394379" y="1401233"/>
                  </a:lnTo>
                  <a:lnTo>
                    <a:pt x="1394375" y="1401240"/>
                  </a:lnTo>
                  <a:lnTo>
                    <a:pt x="1394372" y="1401244"/>
                  </a:lnTo>
                  <a:lnTo>
                    <a:pt x="1394366" y="1401250"/>
                  </a:lnTo>
                  <a:lnTo>
                    <a:pt x="1394360" y="1401252"/>
                  </a:lnTo>
                  <a:lnTo>
                    <a:pt x="1394353" y="1401255"/>
                  </a:lnTo>
                  <a:lnTo>
                    <a:pt x="1394346" y="1401258"/>
                  </a:lnTo>
                  <a:lnTo>
                    <a:pt x="1394325" y="1401267"/>
                  </a:lnTo>
                  <a:lnTo>
                    <a:pt x="1394319" y="1401270"/>
                  </a:lnTo>
                  <a:lnTo>
                    <a:pt x="1394315" y="1401272"/>
                  </a:lnTo>
                  <a:lnTo>
                    <a:pt x="1394305" y="1401282"/>
                  </a:lnTo>
                  <a:lnTo>
                    <a:pt x="1394299" y="1401288"/>
                  </a:lnTo>
                  <a:lnTo>
                    <a:pt x="1394298" y="1401357"/>
                  </a:lnTo>
                  <a:lnTo>
                    <a:pt x="1394308" y="1401445"/>
                  </a:lnTo>
                  <a:lnTo>
                    <a:pt x="1394320" y="1401501"/>
                  </a:lnTo>
                  <a:lnTo>
                    <a:pt x="1394323" y="1401543"/>
                  </a:lnTo>
                  <a:lnTo>
                    <a:pt x="1394327" y="1401553"/>
                  </a:lnTo>
                  <a:lnTo>
                    <a:pt x="1394351" y="1401581"/>
                  </a:lnTo>
                  <a:lnTo>
                    <a:pt x="1394381" y="1401616"/>
                  </a:lnTo>
                  <a:lnTo>
                    <a:pt x="1394413" y="1401657"/>
                  </a:lnTo>
                  <a:lnTo>
                    <a:pt x="1394415" y="1401669"/>
                  </a:lnTo>
                  <a:lnTo>
                    <a:pt x="1394419" y="1401695"/>
                  </a:lnTo>
                  <a:lnTo>
                    <a:pt x="1394419" y="1401730"/>
                  </a:lnTo>
                  <a:lnTo>
                    <a:pt x="1394411" y="1401765"/>
                  </a:lnTo>
                  <a:lnTo>
                    <a:pt x="1394407" y="1401780"/>
                  </a:lnTo>
                  <a:lnTo>
                    <a:pt x="1394400" y="1401795"/>
                  </a:lnTo>
                  <a:lnTo>
                    <a:pt x="1394393" y="1401803"/>
                  </a:lnTo>
                  <a:lnTo>
                    <a:pt x="1394381" y="1401817"/>
                  </a:lnTo>
                  <a:lnTo>
                    <a:pt x="1394373" y="1401817"/>
                  </a:lnTo>
                  <a:lnTo>
                    <a:pt x="1394324" y="1401797"/>
                  </a:lnTo>
                  <a:lnTo>
                    <a:pt x="1394291" y="1401781"/>
                  </a:lnTo>
                  <a:lnTo>
                    <a:pt x="1394263" y="1401762"/>
                  </a:lnTo>
                  <a:lnTo>
                    <a:pt x="1394248" y="1401727"/>
                  </a:lnTo>
                  <a:lnTo>
                    <a:pt x="1394208" y="1401693"/>
                  </a:lnTo>
                  <a:lnTo>
                    <a:pt x="1394195" y="1401686"/>
                  </a:lnTo>
                  <a:lnTo>
                    <a:pt x="1394176" y="1401676"/>
                  </a:lnTo>
                  <a:lnTo>
                    <a:pt x="1394108" y="1401630"/>
                  </a:lnTo>
                  <a:lnTo>
                    <a:pt x="1394057" y="1401600"/>
                  </a:lnTo>
                  <a:lnTo>
                    <a:pt x="1393906" y="1401502"/>
                  </a:lnTo>
                  <a:lnTo>
                    <a:pt x="1393632" y="1401325"/>
                  </a:lnTo>
                  <a:lnTo>
                    <a:pt x="1393611" y="1401315"/>
                  </a:lnTo>
                  <a:lnTo>
                    <a:pt x="1393592" y="1401304"/>
                  </a:lnTo>
                  <a:lnTo>
                    <a:pt x="1393580" y="1401297"/>
                  </a:lnTo>
                  <a:lnTo>
                    <a:pt x="1393572" y="1401288"/>
                  </a:lnTo>
                  <a:lnTo>
                    <a:pt x="1393567" y="1401282"/>
                  </a:lnTo>
                  <a:lnTo>
                    <a:pt x="1393564" y="1401278"/>
                  </a:lnTo>
                  <a:lnTo>
                    <a:pt x="1393560" y="1401274"/>
                  </a:lnTo>
                  <a:lnTo>
                    <a:pt x="1393554" y="1401268"/>
                  </a:lnTo>
                  <a:lnTo>
                    <a:pt x="1393551" y="1401264"/>
                  </a:lnTo>
                  <a:lnTo>
                    <a:pt x="1393547" y="1401260"/>
                  </a:lnTo>
                  <a:lnTo>
                    <a:pt x="1393544" y="1401256"/>
                  </a:lnTo>
                  <a:lnTo>
                    <a:pt x="1393540" y="1401253"/>
                  </a:lnTo>
                  <a:lnTo>
                    <a:pt x="1393529" y="1401240"/>
                  </a:lnTo>
                  <a:lnTo>
                    <a:pt x="1393511" y="1401220"/>
                  </a:lnTo>
                  <a:lnTo>
                    <a:pt x="1393485" y="1401191"/>
                  </a:lnTo>
                  <a:lnTo>
                    <a:pt x="1393404" y="1401077"/>
                  </a:lnTo>
                  <a:lnTo>
                    <a:pt x="1393356" y="1401012"/>
                  </a:lnTo>
                  <a:lnTo>
                    <a:pt x="1393342" y="1400990"/>
                  </a:lnTo>
                  <a:lnTo>
                    <a:pt x="1393340" y="1400984"/>
                  </a:lnTo>
                  <a:lnTo>
                    <a:pt x="1393339" y="1400968"/>
                  </a:lnTo>
                  <a:lnTo>
                    <a:pt x="1393335" y="1400845"/>
                  </a:lnTo>
                  <a:lnTo>
                    <a:pt x="1393334" y="1400770"/>
                  </a:lnTo>
                  <a:lnTo>
                    <a:pt x="1393337" y="1400751"/>
                  </a:lnTo>
                  <a:lnTo>
                    <a:pt x="1393362" y="1400684"/>
                  </a:lnTo>
                  <a:lnTo>
                    <a:pt x="1393364" y="1400678"/>
                  </a:lnTo>
                  <a:lnTo>
                    <a:pt x="1393368" y="1400671"/>
                  </a:lnTo>
                  <a:lnTo>
                    <a:pt x="1393399" y="1400644"/>
                  </a:lnTo>
                  <a:lnTo>
                    <a:pt x="1393417" y="1400630"/>
                  </a:lnTo>
                  <a:lnTo>
                    <a:pt x="1393431" y="1400631"/>
                  </a:lnTo>
                  <a:lnTo>
                    <a:pt x="1393453" y="1400639"/>
                  </a:lnTo>
                  <a:lnTo>
                    <a:pt x="1393474" y="1400642"/>
                  </a:lnTo>
                  <a:lnTo>
                    <a:pt x="1393482" y="1400635"/>
                  </a:lnTo>
                  <a:lnTo>
                    <a:pt x="1393492" y="1400608"/>
                  </a:lnTo>
                  <a:lnTo>
                    <a:pt x="1393518" y="1400543"/>
                  </a:lnTo>
                  <a:lnTo>
                    <a:pt x="1393537" y="1400510"/>
                  </a:lnTo>
                  <a:lnTo>
                    <a:pt x="1393623" y="1400362"/>
                  </a:lnTo>
                  <a:lnTo>
                    <a:pt x="1393626" y="1400356"/>
                  </a:lnTo>
                  <a:lnTo>
                    <a:pt x="1393640" y="1400333"/>
                  </a:lnTo>
                  <a:lnTo>
                    <a:pt x="1393644" y="1400326"/>
                  </a:lnTo>
                  <a:lnTo>
                    <a:pt x="1393654" y="1400306"/>
                  </a:lnTo>
                  <a:lnTo>
                    <a:pt x="1393656" y="1400300"/>
                  </a:lnTo>
                  <a:lnTo>
                    <a:pt x="1393658" y="1400296"/>
                  </a:lnTo>
                  <a:lnTo>
                    <a:pt x="1393661" y="1400292"/>
                  </a:lnTo>
                  <a:lnTo>
                    <a:pt x="1393663" y="1400286"/>
                  </a:lnTo>
                  <a:lnTo>
                    <a:pt x="1393663" y="1400273"/>
                  </a:lnTo>
                  <a:lnTo>
                    <a:pt x="1393658" y="1400268"/>
                  </a:lnTo>
                  <a:lnTo>
                    <a:pt x="1393651" y="1400262"/>
                  </a:lnTo>
                  <a:lnTo>
                    <a:pt x="1393642" y="1400252"/>
                  </a:lnTo>
                  <a:lnTo>
                    <a:pt x="1393634" y="1400241"/>
                  </a:lnTo>
                  <a:lnTo>
                    <a:pt x="1393628" y="1400220"/>
                  </a:lnTo>
                  <a:lnTo>
                    <a:pt x="1393618" y="1400197"/>
                  </a:lnTo>
                  <a:lnTo>
                    <a:pt x="1393599" y="1400180"/>
                  </a:lnTo>
                  <a:lnTo>
                    <a:pt x="1393577" y="1400178"/>
                  </a:lnTo>
                  <a:lnTo>
                    <a:pt x="1393568" y="1400177"/>
                  </a:lnTo>
                  <a:lnTo>
                    <a:pt x="1393563" y="1400176"/>
                  </a:lnTo>
                  <a:lnTo>
                    <a:pt x="1393557" y="1400174"/>
                  </a:lnTo>
                  <a:lnTo>
                    <a:pt x="1393540" y="1400169"/>
                  </a:lnTo>
                  <a:lnTo>
                    <a:pt x="1393525" y="1400163"/>
                  </a:lnTo>
                  <a:lnTo>
                    <a:pt x="1393511" y="1400154"/>
                  </a:lnTo>
                  <a:lnTo>
                    <a:pt x="1393501" y="1400144"/>
                  </a:lnTo>
                  <a:lnTo>
                    <a:pt x="1393486" y="1400124"/>
                  </a:lnTo>
                  <a:lnTo>
                    <a:pt x="1393485" y="1400092"/>
                  </a:lnTo>
                  <a:lnTo>
                    <a:pt x="1393506" y="1400046"/>
                  </a:lnTo>
                  <a:lnTo>
                    <a:pt x="1393513" y="1400028"/>
                  </a:lnTo>
                  <a:lnTo>
                    <a:pt x="1393509" y="1400014"/>
                  </a:lnTo>
                  <a:lnTo>
                    <a:pt x="1393502" y="1400012"/>
                  </a:lnTo>
                  <a:lnTo>
                    <a:pt x="1393462" y="1399995"/>
                  </a:lnTo>
                  <a:lnTo>
                    <a:pt x="1393410" y="1399968"/>
                  </a:lnTo>
                  <a:lnTo>
                    <a:pt x="1393371" y="1399967"/>
                  </a:lnTo>
                  <a:lnTo>
                    <a:pt x="1393344" y="1399984"/>
                  </a:lnTo>
                  <a:lnTo>
                    <a:pt x="1393335" y="1399990"/>
                  </a:lnTo>
                  <a:lnTo>
                    <a:pt x="1393305" y="1399985"/>
                  </a:lnTo>
                  <a:lnTo>
                    <a:pt x="1393289" y="1399971"/>
                  </a:lnTo>
                  <a:lnTo>
                    <a:pt x="1393272" y="1399956"/>
                  </a:lnTo>
                  <a:lnTo>
                    <a:pt x="1393249" y="1399938"/>
                  </a:lnTo>
                  <a:lnTo>
                    <a:pt x="1393248" y="1399933"/>
                  </a:lnTo>
                  <a:lnTo>
                    <a:pt x="1393240" y="1399906"/>
                  </a:lnTo>
                  <a:lnTo>
                    <a:pt x="1393219" y="1399826"/>
                  </a:lnTo>
                  <a:lnTo>
                    <a:pt x="1393217" y="1399821"/>
                  </a:lnTo>
                  <a:lnTo>
                    <a:pt x="1393215" y="1399811"/>
                  </a:lnTo>
                  <a:lnTo>
                    <a:pt x="1393214" y="1399800"/>
                  </a:lnTo>
                  <a:lnTo>
                    <a:pt x="1393214" y="1399793"/>
                  </a:lnTo>
                  <a:lnTo>
                    <a:pt x="1393214" y="1399786"/>
                  </a:lnTo>
                  <a:lnTo>
                    <a:pt x="1393216" y="1399772"/>
                  </a:lnTo>
                  <a:lnTo>
                    <a:pt x="1393216" y="1399767"/>
                  </a:lnTo>
                  <a:lnTo>
                    <a:pt x="1393219" y="1399760"/>
                  </a:lnTo>
                  <a:lnTo>
                    <a:pt x="1393223" y="1399741"/>
                  </a:lnTo>
                  <a:lnTo>
                    <a:pt x="1393233" y="1399714"/>
                  </a:lnTo>
                  <a:lnTo>
                    <a:pt x="1393243" y="1399687"/>
                  </a:lnTo>
                  <a:lnTo>
                    <a:pt x="1393258" y="1399650"/>
                  </a:lnTo>
                  <a:lnTo>
                    <a:pt x="1393251" y="1399574"/>
                  </a:lnTo>
                  <a:lnTo>
                    <a:pt x="1393249" y="1399546"/>
                  </a:lnTo>
                  <a:lnTo>
                    <a:pt x="1393236" y="1399474"/>
                  </a:lnTo>
                  <a:lnTo>
                    <a:pt x="1393236" y="1399450"/>
                  </a:lnTo>
                  <a:lnTo>
                    <a:pt x="1393209" y="1399427"/>
                  </a:lnTo>
                  <a:lnTo>
                    <a:pt x="1393173" y="1399397"/>
                  </a:lnTo>
                  <a:lnTo>
                    <a:pt x="1393122" y="1399321"/>
                  </a:lnTo>
                  <a:lnTo>
                    <a:pt x="1393114" y="1399310"/>
                  </a:lnTo>
                  <a:lnTo>
                    <a:pt x="1393095" y="1399280"/>
                  </a:lnTo>
                  <a:lnTo>
                    <a:pt x="1393077" y="1399252"/>
                  </a:lnTo>
                  <a:lnTo>
                    <a:pt x="1393066" y="1399243"/>
                  </a:lnTo>
                  <a:lnTo>
                    <a:pt x="1393025" y="1399210"/>
                  </a:lnTo>
                  <a:lnTo>
                    <a:pt x="1393020" y="1399197"/>
                  </a:lnTo>
                  <a:lnTo>
                    <a:pt x="1393014" y="1399183"/>
                  </a:lnTo>
                  <a:lnTo>
                    <a:pt x="1393004" y="1399157"/>
                  </a:lnTo>
                  <a:lnTo>
                    <a:pt x="1392992" y="1399126"/>
                  </a:lnTo>
                  <a:lnTo>
                    <a:pt x="1392990" y="1399122"/>
                  </a:lnTo>
                  <a:lnTo>
                    <a:pt x="1392989" y="1399117"/>
                  </a:lnTo>
                  <a:lnTo>
                    <a:pt x="1392989" y="1399112"/>
                  </a:lnTo>
                  <a:lnTo>
                    <a:pt x="1392988" y="1399106"/>
                  </a:lnTo>
                  <a:lnTo>
                    <a:pt x="1392988" y="1399100"/>
                  </a:lnTo>
                  <a:lnTo>
                    <a:pt x="1392989" y="1399092"/>
                  </a:lnTo>
                  <a:lnTo>
                    <a:pt x="1392989" y="1399086"/>
                  </a:lnTo>
                  <a:lnTo>
                    <a:pt x="1392994" y="1399069"/>
                  </a:lnTo>
                  <a:lnTo>
                    <a:pt x="1393004" y="1399050"/>
                  </a:lnTo>
                  <a:lnTo>
                    <a:pt x="1393008" y="1399047"/>
                  </a:lnTo>
                  <a:lnTo>
                    <a:pt x="1393012" y="1399044"/>
                  </a:lnTo>
                  <a:lnTo>
                    <a:pt x="1393019" y="1399043"/>
                  </a:lnTo>
                  <a:lnTo>
                    <a:pt x="1393030" y="1399040"/>
                  </a:lnTo>
                  <a:lnTo>
                    <a:pt x="1393034" y="1399044"/>
                  </a:lnTo>
                  <a:lnTo>
                    <a:pt x="1393064" y="1399077"/>
                  </a:lnTo>
                  <a:lnTo>
                    <a:pt x="1393128" y="1399113"/>
                  </a:lnTo>
                  <a:lnTo>
                    <a:pt x="1393174" y="1399111"/>
                  </a:lnTo>
                  <a:lnTo>
                    <a:pt x="1393198" y="1399079"/>
                  </a:lnTo>
                  <a:lnTo>
                    <a:pt x="1393207" y="1399060"/>
                  </a:lnTo>
                  <a:lnTo>
                    <a:pt x="1393210" y="1398950"/>
                  </a:lnTo>
                  <a:lnTo>
                    <a:pt x="1393218" y="1398718"/>
                  </a:lnTo>
                  <a:lnTo>
                    <a:pt x="1393208" y="1398599"/>
                  </a:lnTo>
                  <a:lnTo>
                    <a:pt x="1393205" y="1398567"/>
                  </a:lnTo>
                  <a:lnTo>
                    <a:pt x="1393202" y="1398482"/>
                  </a:lnTo>
                  <a:lnTo>
                    <a:pt x="1393206" y="1398457"/>
                  </a:lnTo>
                  <a:lnTo>
                    <a:pt x="1393211" y="1398438"/>
                  </a:lnTo>
                  <a:lnTo>
                    <a:pt x="1393210" y="1398421"/>
                  </a:lnTo>
                  <a:lnTo>
                    <a:pt x="1393207" y="1398404"/>
                  </a:lnTo>
                  <a:lnTo>
                    <a:pt x="1393206" y="1398385"/>
                  </a:lnTo>
                  <a:lnTo>
                    <a:pt x="1393207" y="1398378"/>
                  </a:lnTo>
                  <a:lnTo>
                    <a:pt x="1393214" y="1398375"/>
                  </a:lnTo>
                  <a:lnTo>
                    <a:pt x="1393254" y="1398362"/>
                  </a:lnTo>
                  <a:lnTo>
                    <a:pt x="1393266" y="1398358"/>
                  </a:lnTo>
                  <a:lnTo>
                    <a:pt x="1393292" y="1398351"/>
                  </a:lnTo>
                  <a:lnTo>
                    <a:pt x="1393313" y="1398345"/>
                  </a:lnTo>
                  <a:lnTo>
                    <a:pt x="1393335" y="1398337"/>
                  </a:lnTo>
                  <a:lnTo>
                    <a:pt x="1393368" y="1398325"/>
                  </a:lnTo>
                  <a:lnTo>
                    <a:pt x="1393373" y="1398323"/>
                  </a:lnTo>
                  <a:lnTo>
                    <a:pt x="1393381" y="1398319"/>
                  </a:lnTo>
                  <a:lnTo>
                    <a:pt x="1393389" y="1398316"/>
                  </a:lnTo>
                  <a:lnTo>
                    <a:pt x="1393403" y="1398307"/>
                  </a:lnTo>
                  <a:lnTo>
                    <a:pt x="1393430" y="1398272"/>
                  </a:lnTo>
                  <a:lnTo>
                    <a:pt x="1393443" y="1398257"/>
                  </a:lnTo>
                  <a:lnTo>
                    <a:pt x="1393449" y="1398254"/>
                  </a:lnTo>
                  <a:lnTo>
                    <a:pt x="1393467" y="1398246"/>
                  </a:lnTo>
                  <a:lnTo>
                    <a:pt x="1393486" y="1398222"/>
                  </a:lnTo>
                  <a:lnTo>
                    <a:pt x="1393507" y="1398197"/>
                  </a:lnTo>
                  <a:lnTo>
                    <a:pt x="1393529" y="1398188"/>
                  </a:lnTo>
                  <a:lnTo>
                    <a:pt x="1393532" y="1398178"/>
                  </a:lnTo>
                  <a:lnTo>
                    <a:pt x="1393533" y="1398173"/>
                  </a:lnTo>
                  <a:lnTo>
                    <a:pt x="1393537" y="1398147"/>
                  </a:lnTo>
                  <a:lnTo>
                    <a:pt x="1393555" y="1398123"/>
                  </a:lnTo>
                  <a:lnTo>
                    <a:pt x="1393558" y="1398119"/>
                  </a:lnTo>
                  <a:lnTo>
                    <a:pt x="1393568" y="1398105"/>
                  </a:lnTo>
                  <a:lnTo>
                    <a:pt x="1393568" y="1398097"/>
                  </a:lnTo>
                  <a:lnTo>
                    <a:pt x="1393569" y="1398090"/>
                  </a:lnTo>
                  <a:lnTo>
                    <a:pt x="1393570" y="1398077"/>
                  </a:lnTo>
                  <a:lnTo>
                    <a:pt x="1393585" y="1398045"/>
                  </a:lnTo>
                  <a:lnTo>
                    <a:pt x="1393604" y="1398016"/>
                  </a:lnTo>
                  <a:lnTo>
                    <a:pt x="1393603" y="1397997"/>
                  </a:lnTo>
                  <a:lnTo>
                    <a:pt x="1393563" y="1397985"/>
                  </a:lnTo>
                  <a:lnTo>
                    <a:pt x="1393339" y="1397998"/>
                  </a:lnTo>
                  <a:lnTo>
                    <a:pt x="1393333" y="1398003"/>
                  </a:lnTo>
                  <a:lnTo>
                    <a:pt x="1393324" y="1398015"/>
                  </a:lnTo>
                  <a:lnTo>
                    <a:pt x="1393312" y="1398025"/>
                  </a:lnTo>
                  <a:lnTo>
                    <a:pt x="1393288" y="1398041"/>
                  </a:lnTo>
                  <a:lnTo>
                    <a:pt x="1393272" y="1398050"/>
                  </a:lnTo>
                  <a:lnTo>
                    <a:pt x="1393267" y="1398067"/>
                  </a:lnTo>
                  <a:lnTo>
                    <a:pt x="1393263" y="1398077"/>
                  </a:lnTo>
                  <a:lnTo>
                    <a:pt x="1393269" y="1398092"/>
                  </a:lnTo>
                  <a:lnTo>
                    <a:pt x="1393278" y="1398104"/>
                  </a:lnTo>
                  <a:lnTo>
                    <a:pt x="1393282" y="1398110"/>
                  </a:lnTo>
                  <a:lnTo>
                    <a:pt x="1393291" y="1398121"/>
                  </a:lnTo>
                  <a:lnTo>
                    <a:pt x="1393309" y="1398150"/>
                  </a:lnTo>
                  <a:lnTo>
                    <a:pt x="1393312" y="1398156"/>
                  </a:lnTo>
                  <a:lnTo>
                    <a:pt x="1393320" y="1398169"/>
                  </a:lnTo>
                  <a:lnTo>
                    <a:pt x="1393323" y="1398173"/>
                  </a:lnTo>
                  <a:lnTo>
                    <a:pt x="1393327" y="1398178"/>
                  </a:lnTo>
                  <a:lnTo>
                    <a:pt x="1393335" y="1398189"/>
                  </a:lnTo>
                  <a:lnTo>
                    <a:pt x="1393345" y="1398200"/>
                  </a:lnTo>
                  <a:lnTo>
                    <a:pt x="1393184" y="1398300"/>
                  </a:lnTo>
                  <a:lnTo>
                    <a:pt x="1393090" y="1398358"/>
                  </a:lnTo>
                  <a:lnTo>
                    <a:pt x="1393057" y="1398379"/>
                  </a:lnTo>
                  <a:lnTo>
                    <a:pt x="1392983" y="1398401"/>
                  </a:lnTo>
                  <a:lnTo>
                    <a:pt x="1392938" y="1398414"/>
                  </a:lnTo>
                  <a:lnTo>
                    <a:pt x="1392846" y="1398440"/>
                  </a:lnTo>
                  <a:lnTo>
                    <a:pt x="1392839" y="1398442"/>
                  </a:lnTo>
                  <a:lnTo>
                    <a:pt x="1392835" y="1398447"/>
                  </a:lnTo>
                  <a:lnTo>
                    <a:pt x="1392818" y="1398492"/>
                  </a:lnTo>
                  <a:lnTo>
                    <a:pt x="1392813" y="1398530"/>
                  </a:lnTo>
                  <a:lnTo>
                    <a:pt x="1392805" y="1398589"/>
                  </a:lnTo>
                  <a:lnTo>
                    <a:pt x="1392804" y="1398601"/>
                  </a:lnTo>
                  <a:lnTo>
                    <a:pt x="1392808" y="1398668"/>
                  </a:lnTo>
                  <a:lnTo>
                    <a:pt x="1392802" y="1398703"/>
                  </a:lnTo>
                  <a:lnTo>
                    <a:pt x="1392723" y="1398785"/>
                  </a:lnTo>
                  <a:lnTo>
                    <a:pt x="1392705" y="1398808"/>
                  </a:lnTo>
                  <a:lnTo>
                    <a:pt x="1392701" y="1398814"/>
                  </a:lnTo>
                  <a:lnTo>
                    <a:pt x="1392693" y="1398817"/>
                  </a:lnTo>
                  <a:lnTo>
                    <a:pt x="1392613" y="1398847"/>
                  </a:lnTo>
                  <a:lnTo>
                    <a:pt x="1392503" y="1398887"/>
                  </a:lnTo>
                  <a:lnTo>
                    <a:pt x="1392421" y="1398916"/>
                  </a:lnTo>
                  <a:lnTo>
                    <a:pt x="1392384" y="1398928"/>
                  </a:lnTo>
                  <a:lnTo>
                    <a:pt x="1392361" y="1398936"/>
                  </a:lnTo>
                  <a:lnTo>
                    <a:pt x="1392344" y="1398930"/>
                  </a:lnTo>
                  <a:lnTo>
                    <a:pt x="1392334" y="1398923"/>
                  </a:lnTo>
                  <a:lnTo>
                    <a:pt x="1392327" y="1398916"/>
                  </a:lnTo>
                  <a:lnTo>
                    <a:pt x="1392321" y="1398913"/>
                  </a:lnTo>
                  <a:lnTo>
                    <a:pt x="1392317" y="1398910"/>
                  </a:lnTo>
                  <a:lnTo>
                    <a:pt x="1392306" y="1398901"/>
                  </a:lnTo>
                  <a:lnTo>
                    <a:pt x="1392299" y="1398892"/>
                  </a:lnTo>
                  <a:lnTo>
                    <a:pt x="1392296" y="1398888"/>
                  </a:lnTo>
                  <a:lnTo>
                    <a:pt x="1392288" y="1398878"/>
                  </a:lnTo>
                  <a:lnTo>
                    <a:pt x="1392285" y="1398873"/>
                  </a:lnTo>
                  <a:lnTo>
                    <a:pt x="1392278" y="1398860"/>
                  </a:lnTo>
                  <a:lnTo>
                    <a:pt x="1392276" y="1398854"/>
                  </a:lnTo>
                  <a:lnTo>
                    <a:pt x="1392274" y="1398849"/>
                  </a:lnTo>
                  <a:lnTo>
                    <a:pt x="1392269" y="1398837"/>
                  </a:lnTo>
                  <a:lnTo>
                    <a:pt x="1392266" y="1398832"/>
                  </a:lnTo>
                  <a:lnTo>
                    <a:pt x="1392264" y="1398828"/>
                  </a:lnTo>
                  <a:lnTo>
                    <a:pt x="1392258" y="1398815"/>
                  </a:lnTo>
                  <a:lnTo>
                    <a:pt x="1392256" y="1398810"/>
                  </a:lnTo>
                  <a:lnTo>
                    <a:pt x="1392253" y="1398796"/>
                  </a:lnTo>
                  <a:lnTo>
                    <a:pt x="1392249" y="1398787"/>
                  </a:lnTo>
                  <a:lnTo>
                    <a:pt x="1392244" y="1398773"/>
                  </a:lnTo>
                  <a:lnTo>
                    <a:pt x="1392235" y="1398744"/>
                  </a:lnTo>
                  <a:lnTo>
                    <a:pt x="1392237" y="1398731"/>
                  </a:lnTo>
                  <a:lnTo>
                    <a:pt x="1392258" y="1398575"/>
                  </a:lnTo>
                  <a:lnTo>
                    <a:pt x="1392296" y="1398291"/>
                  </a:lnTo>
                  <a:lnTo>
                    <a:pt x="1392304" y="1398232"/>
                  </a:lnTo>
                  <a:lnTo>
                    <a:pt x="1392319" y="1397889"/>
                  </a:lnTo>
                  <a:lnTo>
                    <a:pt x="1392313" y="1397865"/>
                  </a:lnTo>
                  <a:lnTo>
                    <a:pt x="1392270" y="1397816"/>
                  </a:lnTo>
                  <a:lnTo>
                    <a:pt x="1392248" y="1397785"/>
                  </a:lnTo>
                  <a:lnTo>
                    <a:pt x="1392174" y="1397683"/>
                  </a:lnTo>
                  <a:lnTo>
                    <a:pt x="1392169" y="1397683"/>
                  </a:lnTo>
                  <a:lnTo>
                    <a:pt x="1392137" y="1397686"/>
                  </a:lnTo>
                  <a:lnTo>
                    <a:pt x="1392078" y="1397696"/>
                  </a:lnTo>
                  <a:lnTo>
                    <a:pt x="1392050" y="1397712"/>
                  </a:lnTo>
                  <a:lnTo>
                    <a:pt x="1391988" y="1397730"/>
                  </a:lnTo>
                  <a:lnTo>
                    <a:pt x="1391951" y="1397730"/>
                  </a:lnTo>
                  <a:lnTo>
                    <a:pt x="1391913" y="1397733"/>
                  </a:lnTo>
                  <a:lnTo>
                    <a:pt x="1391907" y="1397733"/>
                  </a:lnTo>
                  <a:lnTo>
                    <a:pt x="1391895" y="1397734"/>
                  </a:lnTo>
                  <a:lnTo>
                    <a:pt x="1391884" y="1397730"/>
                  </a:lnTo>
                  <a:lnTo>
                    <a:pt x="1391874" y="1397709"/>
                  </a:lnTo>
                  <a:lnTo>
                    <a:pt x="1391872" y="1397690"/>
                  </a:lnTo>
                  <a:lnTo>
                    <a:pt x="1391872" y="1397680"/>
                  </a:lnTo>
                  <a:lnTo>
                    <a:pt x="1391872" y="1397675"/>
                  </a:lnTo>
                  <a:lnTo>
                    <a:pt x="1391872" y="1397655"/>
                  </a:lnTo>
                  <a:lnTo>
                    <a:pt x="1391872" y="1397636"/>
                  </a:lnTo>
                  <a:lnTo>
                    <a:pt x="1391872" y="1397627"/>
                  </a:lnTo>
                  <a:lnTo>
                    <a:pt x="1391871" y="1397620"/>
                  </a:lnTo>
                  <a:lnTo>
                    <a:pt x="1391870" y="1397613"/>
                  </a:lnTo>
                  <a:lnTo>
                    <a:pt x="1391871" y="1397604"/>
                  </a:lnTo>
                  <a:lnTo>
                    <a:pt x="1391872" y="1397585"/>
                  </a:lnTo>
                  <a:lnTo>
                    <a:pt x="1391873" y="1397572"/>
                  </a:lnTo>
                  <a:lnTo>
                    <a:pt x="1391875" y="1397565"/>
                  </a:lnTo>
                  <a:lnTo>
                    <a:pt x="1391888" y="1397530"/>
                  </a:lnTo>
                  <a:lnTo>
                    <a:pt x="1391892" y="1397521"/>
                  </a:lnTo>
                  <a:lnTo>
                    <a:pt x="1391904" y="1397497"/>
                  </a:lnTo>
                  <a:lnTo>
                    <a:pt x="1391919" y="1397491"/>
                  </a:lnTo>
                  <a:lnTo>
                    <a:pt x="1391950" y="1397478"/>
                  </a:lnTo>
                  <a:lnTo>
                    <a:pt x="1391977" y="1397484"/>
                  </a:lnTo>
                  <a:lnTo>
                    <a:pt x="1392018" y="1397503"/>
                  </a:lnTo>
                  <a:lnTo>
                    <a:pt x="1392082" y="1397534"/>
                  </a:lnTo>
                  <a:lnTo>
                    <a:pt x="1392108" y="1397534"/>
                  </a:lnTo>
                  <a:lnTo>
                    <a:pt x="1392120" y="1397534"/>
                  </a:lnTo>
                  <a:lnTo>
                    <a:pt x="1392124" y="1397521"/>
                  </a:lnTo>
                  <a:lnTo>
                    <a:pt x="1392139" y="1397470"/>
                  </a:lnTo>
                  <a:lnTo>
                    <a:pt x="1392148" y="1397424"/>
                  </a:lnTo>
                  <a:lnTo>
                    <a:pt x="1392153" y="1397398"/>
                  </a:lnTo>
                  <a:lnTo>
                    <a:pt x="1392139" y="1397372"/>
                  </a:lnTo>
                  <a:lnTo>
                    <a:pt x="1392120" y="1397348"/>
                  </a:lnTo>
                  <a:lnTo>
                    <a:pt x="1392088" y="1397338"/>
                  </a:lnTo>
                  <a:lnTo>
                    <a:pt x="1392076" y="1397325"/>
                  </a:lnTo>
                  <a:lnTo>
                    <a:pt x="1392090" y="1397286"/>
                  </a:lnTo>
                  <a:lnTo>
                    <a:pt x="1392111" y="1397265"/>
                  </a:lnTo>
                  <a:lnTo>
                    <a:pt x="1392119" y="1397257"/>
                  </a:lnTo>
                  <a:lnTo>
                    <a:pt x="1392108" y="1397226"/>
                  </a:lnTo>
                  <a:lnTo>
                    <a:pt x="1392085" y="1397210"/>
                  </a:lnTo>
                  <a:lnTo>
                    <a:pt x="1392016" y="1397181"/>
                  </a:lnTo>
                  <a:lnTo>
                    <a:pt x="1391993" y="1397153"/>
                  </a:lnTo>
                  <a:lnTo>
                    <a:pt x="1391903" y="1397109"/>
                  </a:lnTo>
                  <a:lnTo>
                    <a:pt x="1391892" y="1397104"/>
                  </a:lnTo>
                  <a:lnTo>
                    <a:pt x="1391837" y="1397114"/>
                  </a:lnTo>
                  <a:lnTo>
                    <a:pt x="1391791" y="1397162"/>
                  </a:lnTo>
                  <a:lnTo>
                    <a:pt x="1391775" y="1397168"/>
                  </a:lnTo>
                  <a:lnTo>
                    <a:pt x="1391737" y="1397181"/>
                  </a:lnTo>
                  <a:lnTo>
                    <a:pt x="1391704" y="1397171"/>
                  </a:lnTo>
                  <a:lnTo>
                    <a:pt x="1391650" y="1397154"/>
                  </a:lnTo>
                  <a:lnTo>
                    <a:pt x="1391595" y="1397137"/>
                  </a:lnTo>
                  <a:lnTo>
                    <a:pt x="1391591" y="1397135"/>
                  </a:lnTo>
                  <a:lnTo>
                    <a:pt x="1391588" y="1397131"/>
                  </a:lnTo>
                  <a:lnTo>
                    <a:pt x="1391583" y="1397125"/>
                  </a:lnTo>
                  <a:lnTo>
                    <a:pt x="1391579" y="1397119"/>
                  </a:lnTo>
                  <a:lnTo>
                    <a:pt x="1391574" y="1397107"/>
                  </a:lnTo>
                  <a:lnTo>
                    <a:pt x="1391569" y="1397095"/>
                  </a:lnTo>
                  <a:lnTo>
                    <a:pt x="1391565" y="1397083"/>
                  </a:lnTo>
                  <a:lnTo>
                    <a:pt x="1391561" y="1397073"/>
                  </a:lnTo>
                  <a:lnTo>
                    <a:pt x="1391551" y="1397046"/>
                  </a:lnTo>
                  <a:lnTo>
                    <a:pt x="1391500" y="1396913"/>
                  </a:lnTo>
                  <a:lnTo>
                    <a:pt x="1391499" y="1396907"/>
                  </a:lnTo>
                  <a:lnTo>
                    <a:pt x="1391496" y="1396886"/>
                  </a:lnTo>
                  <a:lnTo>
                    <a:pt x="1391511" y="1396863"/>
                  </a:lnTo>
                  <a:lnTo>
                    <a:pt x="1391632" y="1396838"/>
                  </a:lnTo>
                  <a:lnTo>
                    <a:pt x="1391678" y="1396834"/>
                  </a:lnTo>
                  <a:lnTo>
                    <a:pt x="1391696" y="1396853"/>
                  </a:lnTo>
                  <a:lnTo>
                    <a:pt x="1391711" y="1396884"/>
                  </a:lnTo>
                  <a:lnTo>
                    <a:pt x="1391735" y="1396897"/>
                  </a:lnTo>
                  <a:lnTo>
                    <a:pt x="1391759" y="1396904"/>
                  </a:lnTo>
                  <a:lnTo>
                    <a:pt x="1391766" y="1396906"/>
                  </a:lnTo>
                  <a:lnTo>
                    <a:pt x="1391801" y="1396911"/>
                  </a:lnTo>
                  <a:lnTo>
                    <a:pt x="1391809" y="1396908"/>
                  </a:lnTo>
                  <a:lnTo>
                    <a:pt x="1391826" y="1396898"/>
                  </a:lnTo>
                  <a:lnTo>
                    <a:pt x="1391850" y="1396884"/>
                  </a:lnTo>
                  <a:lnTo>
                    <a:pt x="1391857" y="1396879"/>
                  </a:lnTo>
                  <a:lnTo>
                    <a:pt x="1391874" y="1396867"/>
                  </a:lnTo>
                  <a:lnTo>
                    <a:pt x="1391886" y="1396858"/>
                  </a:lnTo>
                  <a:lnTo>
                    <a:pt x="1391916" y="1396853"/>
                  </a:lnTo>
                  <a:lnTo>
                    <a:pt x="1391932" y="1396832"/>
                  </a:lnTo>
                  <a:lnTo>
                    <a:pt x="1391935" y="1396828"/>
                  </a:lnTo>
                  <a:lnTo>
                    <a:pt x="1391932" y="1396817"/>
                  </a:lnTo>
                  <a:lnTo>
                    <a:pt x="1391934" y="1396793"/>
                  </a:lnTo>
                  <a:lnTo>
                    <a:pt x="1391921" y="1396785"/>
                  </a:lnTo>
                  <a:lnTo>
                    <a:pt x="1391902" y="1396777"/>
                  </a:lnTo>
                  <a:lnTo>
                    <a:pt x="1391891" y="1396776"/>
                  </a:lnTo>
                  <a:lnTo>
                    <a:pt x="1391874" y="1396753"/>
                  </a:lnTo>
                  <a:lnTo>
                    <a:pt x="1391869" y="1396738"/>
                  </a:lnTo>
                  <a:lnTo>
                    <a:pt x="1391866" y="1396731"/>
                  </a:lnTo>
                  <a:lnTo>
                    <a:pt x="1391863" y="1396721"/>
                  </a:lnTo>
                  <a:lnTo>
                    <a:pt x="1391858" y="1396684"/>
                  </a:lnTo>
                  <a:lnTo>
                    <a:pt x="1391844" y="1396670"/>
                  </a:lnTo>
                  <a:lnTo>
                    <a:pt x="1391820" y="1396668"/>
                  </a:lnTo>
                  <a:lnTo>
                    <a:pt x="1391809" y="1396658"/>
                  </a:lnTo>
                  <a:lnTo>
                    <a:pt x="1391806" y="1396621"/>
                  </a:lnTo>
                  <a:lnTo>
                    <a:pt x="1391806" y="1396616"/>
                  </a:lnTo>
                  <a:lnTo>
                    <a:pt x="1391789" y="1396562"/>
                  </a:lnTo>
                  <a:lnTo>
                    <a:pt x="1391770" y="1396546"/>
                  </a:lnTo>
                  <a:lnTo>
                    <a:pt x="1391758" y="1396532"/>
                  </a:lnTo>
                  <a:lnTo>
                    <a:pt x="1391743" y="1396508"/>
                  </a:lnTo>
                  <a:lnTo>
                    <a:pt x="1391738" y="1396481"/>
                  </a:lnTo>
                  <a:lnTo>
                    <a:pt x="1391710" y="1396476"/>
                  </a:lnTo>
                  <a:lnTo>
                    <a:pt x="1391690" y="1396472"/>
                  </a:lnTo>
                  <a:lnTo>
                    <a:pt x="1391666" y="1396470"/>
                  </a:lnTo>
                  <a:lnTo>
                    <a:pt x="1391593" y="1396542"/>
                  </a:lnTo>
                  <a:lnTo>
                    <a:pt x="1391562" y="1396612"/>
                  </a:lnTo>
                  <a:lnTo>
                    <a:pt x="1391559" y="1396617"/>
                  </a:lnTo>
                  <a:lnTo>
                    <a:pt x="1391543" y="1396618"/>
                  </a:lnTo>
                  <a:lnTo>
                    <a:pt x="1391478" y="1396498"/>
                  </a:lnTo>
                  <a:lnTo>
                    <a:pt x="1391451" y="1396440"/>
                  </a:lnTo>
                  <a:lnTo>
                    <a:pt x="1391431" y="1396397"/>
                  </a:lnTo>
                  <a:lnTo>
                    <a:pt x="1391425" y="1396383"/>
                  </a:lnTo>
                  <a:lnTo>
                    <a:pt x="1391420" y="1396355"/>
                  </a:lnTo>
                  <a:lnTo>
                    <a:pt x="1391433" y="1396322"/>
                  </a:lnTo>
                  <a:lnTo>
                    <a:pt x="1391475" y="1396288"/>
                  </a:lnTo>
                  <a:lnTo>
                    <a:pt x="1391498" y="1396279"/>
                  </a:lnTo>
                  <a:lnTo>
                    <a:pt x="1391517" y="1396272"/>
                  </a:lnTo>
                  <a:lnTo>
                    <a:pt x="1391547" y="1396262"/>
                  </a:lnTo>
                  <a:lnTo>
                    <a:pt x="1391561" y="1396258"/>
                  </a:lnTo>
                  <a:lnTo>
                    <a:pt x="1391583" y="1396258"/>
                  </a:lnTo>
                  <a:lnTo>
                    <a:pt x="1391621" y="1396253"/>
                  </a:lnTo>
                  <a:lnTo>
                    <a:pt x="1391665" y="1396246"/>
                  </a:lnTo>
                  <a:lnTo>
                    <a:pt x="1391682" y="1396237"/>
                  </a:lnTo>
                  <a:lnTo>
                    <a:pt x="1391715" y="1396207"/>
                  </a:lnTo>
                  <a:lnTo>
                    <a:pt x="1391738" y="1396183"/>
                  </a:lnTo>
                  <a:lnTo>
                    <a:pt x="1391751" y="1396170"/>
                  </a:lnTo>
                  <a:lnTo>
                    <a:pt x="1391770" y="1396141"/>
                  </a:lnTo>
                  <a:lnTo>
                    <a:pt x="1391781" y="1396123"/>
                  </a:lnTo>
                  <a:lnTo>
                    <a:pt x="1391804" y="1396109"/>
                  </a:lnTo>
                  <a:lnTo>
                    <a:pt x="1391814" y="1396097"/>
                  </a:lnTo>
                  <a:lnTo>
                    <a:pt x="1391815" y="1396086"/>
                  </a:lnTo>
                  <a:lnTo>
                    <a:pt x="1391810" y="1396076"/>
                  </a:lnTo>
                  <a:lnTo>
                    <a:pt x="1391744" y="1396040"/>
                  </a:lnTo>
                  <a:lnTo>
                    <a:pt x="1391693" y="1396090"/>
                  </a:lnTo>
                  <a:lnTo>
                    <a:pt x="1391690" y="1396109"/>
                  </a:lnTo>
                  <a:lnTo>
                    <a:pt x="1391686" y="1396139"/>
                  </a:lnTo>
                  <a:lnTo>
                    <a:pt x="1391685" y="1396145"/>
                  </a:lnTo>
                  <a:lnTo>
                    <a:pt x="1391684" y="1396151"/>
                  </a:lnTo>
                  <a:lnTo>
                    <a:pt x="1391683" y="1396156"/>
                  </a:lnTo>
                  <a:lnTo>
                    <a:pt x="1391681" y="1396162"/>
                  </a:lnTo>
                  <a:lnTo>
                    <a:pt x="1391679" y="1396168"/>
                  </a:lnTo>
                  <a:lnTo>
                    <a:pt x="1391676" y="1396173"/>
                  </a:lnTo>
                  <a:lnTo>
                    <a:pt x="1391673" y="1396182"/>
                  </a:lnTo>
                  <a:lnTo>
                    <a:pt x="1391670" y="1396189"/>
                  </a:lnTo>
                  <a:lnTo>
                    <a:pt x="1391667" y="1396197"/>
                  </a:lnTo>
                  <a:lnTo>
                    <a:pt x="1391664" y="1396202"/>
                  </a:lnTo>
                  <a:lnTo>
                    <a:pt x="1391661" y="1396208"/>
                  </a:lnTo>
                  <a:lnTo>
                    <a:pt x="1391656" y="1396213"/>
                  </a:lnTo>
                  <a:lnTo>
                    <a:pt x="1391651" y="1396218"/>
                  </a:lnTo>
                  <a:lnTo>
                    <a:pt x="1391647" y="1396220"/>
                  </a:lnTo>
                  <a:lnTo>
                    <a:pt x="1391642" y="1396221"/>
                  </a:lnTo>
                  <a:lnTo>
                    <a:pt x="1391631" y="1396221"/>
                  </a:lnTo>
                  <a:lnTo>
                    <a:pt x="1391619" y="1396214"/>
                  </a:lnTo>
                  <a:lnTo>
                    <a:pt x="1391614" y="1396206"/>
                  </a:lnTo>
                  <a:lnTo>
                    <a:pt x="1391611" y="1396184"/>
                  </a:lnTo>
                  <a:lnTo>
                    <a:pt x="1391611" y="1396174"/>
                  </a:lnTo>
                  <a:lnTo>
                    <a:pt x="1391606" y="1396170"/>
                  </a:lnTo>
                  <a:lnTo>
                    <a:pt x="1391588" y="1396171"/>
                  </a:lnTo>
                  <a:lnTo>
                    <a:pt x="1391571" y="1396169"/>
                  </a:lnTo>
                  <a:lnTo>
                    <a:pt x="1391551" y="1396166"/>
                  </a:lnTo>
                  <a:lnTo>
                    <a:pt x="1391526" y="1396160"/>
                  </a:lnTo>
                  <a:lnTo>
                    <a:pt x="1391521" y="1396159"/>
                  </a:lnTo>
                  <a:lnTo>
                    <a:pt x="1391519" y="1396166"/>
                  </a:lnTo>
                  <a:lnTo>
                    <a:pt x="1391517" y="1396178"/>
                  </a:lnTo>
                  <a:lnTo>
                    <a:pt x="1391513" y="1396193"/>
                  </a:lnTo>
                  <a:lnTo>
                    <a:pt x="1391509" y="1396198"/>
                  </a:lnTo>
                  <a:lnTo>
                    <a:pt x="1391503" y="1396201"/>
                  </a:lnTo>
                  <a:lnTo>
                    <a:pt x="1391495" y="1396200"/>
                  </a:lnTo>
                  <a:lnTo>
                    <a:pt x="1391475" y="1396195"/>
                  </a:lnTo>
                  <a:lnTo>
                    <a:pt x="1391468" y="1396193"/>
                  </a:lnTo>
                  <a:lnTo>
                    <a:pt x="1391463" y="1396191"/>
                  </a:lnTo>
                  <a:lnTo>
                    <a:pt x="1391458" y="1396189"/>
                  </a:lnTo>
                  <a:lnTo>
                    <a:pt x="1391454" y="1396187"/>
                  </a:lnTo>
                  <a:lnTo>
                    <a:pt x="1391450" y="1396183"/>
                  </a:lnTo>
                  <a:lnTo>
                    <a:pt x="1391437" y="1396170"/>
                  </a:lnTo>
                  <a:lnTo>
                    <a:pt x="1391429" y="1396154"/>
                  </a:lnTo>
                  <a:lnTo>
                    <a:pt x="1391432" y="1396127"/>
                  </a:lnTo>
                  <a:lnTo>
                    <a:pt x="1391440" y="1396117"/>
                  </a:lnTo>
                  <a:lnTo>
                    <a:pt x="1391453" y="1396109"/>
                  </a:lnTo>
                  <a:lnTo>
                    <a:pt x="1391475" y="1396094"/>
                  </a:lnTo>
                  <a:lnTo>
                    <a:pt x="1391492" y="1396072"/>
                  </a:lnTo>
                  <a:lnTo>
                    <a:pt x="1391505" y="1396052"/>
                  </a:lnTo>
                  <a:lnTo>
                    <a:pt x="1391511" y="1396035"/>
                  </a:lnTo>
                  <a:lnTo>
                    <a:pt x="1391508" y="1396014"/>
                  </a:lnTo>
                  <a:lnTo>
                    <a:pt x="1391504" y="1395998"/>
                  </a:lnTo>
                  <a:lnTo>
                    <a:pt x="1391495" y="1395986"/>
                  </a:lnTo>
                  <a:lnTo>
                    <a:pt x="1391478" y="1395978"/>
                  </a:lnTo>
                  <a:lnTo>
                    <a:pt x="1391447" y="1395977"/>
                  </a:lnTo>
                  <a:lnTo>
                    <a:pt x="1391427" y="1395981"/>
                  </a:lnTo>
                  <a:lnTo>
                    <a:pt x="1391418" y="1395994"/>
                  </a:lnTo>
                  <a:lnTo>
                    <a:pt x="1391418" y="1396009"/>
                  </a:lnTo>
                  <a:lnTo>
                    <a:pt x="1391408" y="1396011"/>
                  </a:lnTo>
                  <a:lnTo>
                    <a:pt x="1391389" y="1396011"/>
                  </a:lnTo>
                  <a:lnTo>
                    <a:pt x="1391382" y="1396012"/>
                  </a:lnTo>
                  <a:lnTo>
                    <a:pt x="1391361" y="1396016"/>
                  </a:lnTo>
                  <a:lnTo>
                    <a:pt x="1391353" y="1396018"/>
                  </a:lnTo>
                  <a:lnTo>
                    <a:pt x="1391327" y="1396015"/>
                  </a:lnTo>
                  <a:lnTo>
                    <a:pt x="1391295" y="1396002"/>
                  </a:lnTo>
                  <a:lnTo>
                    <a:pt x="1391291" y="1396000"/>
                  </a:lnTo>
                  <a:lnTo>
                    <a:pt x="1391271" y="1395991"/>
                  </a:lnTo>
                  <a:lnTo>
                    <a:pt x="1391265" y="1395985"/>
                  </a:lnTo>
                  <a:lnTo>
                    <a:pt x="1391248" y="1395960"/>
                  </a:lnTo>
                  <a:lnTo>
                    <a:pt x="1391242" y="1395950"/>
                  </a:lnTo>
                  <a:lnTo>
                    <a:pt x="1391242" y="1395937"/>
                  </a:lnTo>
                  <a:lnTo>
                    <a:pt x="1391242" y="1395914"/>
                  </a:lnTo>
                  <a:lnTo>
                    <a:pt x="1391241" y="1395816"/>
                  </a:lnTo>
                  <a:lnTo>
                    <a:pt x="1391254" y="1395686"/>
                  </a:lnTo>
                  <a:lnTo>
                    <a:pt x="1391274" y="1395651"/>
                  </a:lnTo>
                  <a:lnTo>
                    <a:pt x="1391311" y="1395588"/>
                  </a:lnTo>
                  <a:lnTo>
                    <a:pt x="1391331" y="1395538"/>
                  </a:lnTo>
                  <a:lnTo>
                    <a:pt x="1391363" y="1395477"/>
                  </a:lnTo>
                  <a:lnTo>
                    <a:pt x="1391376" y="1395460"/>
                  </a:lnTo>
                  <a:lnTo>
                    <a:pt x="1391395" y="1395437"/>
                  </a:lnTo>
                  <a:lnTo>
                    <a:pt x="1391395" y="1395403"/>
                  </a:lnTo>
                  <a:lnTo>
                    <a:pt x="1391367" y="1395390"/>
                  </a:lnTo>
                  <a:lnTo>
                    <a:pt x="1391355" y="1395381"/>
                  </a:lnTo>
                  <a:lnTo>
                    <a:pt x="1391349" y="1395363"/>
                  </a:lnTo>
                  <a:lnTo>
                    <a:pt x="1391346" y="1395354"/>
                  </a:lnTo>
                  <a:lnTo>
                    <a:pt x="1391348" y="1395345"/>
                  </a:lnTo>
                  <a:lnTo>
                    <a:pt x="1391355" y="1395322"/>
                  </a:lnTo>
                  <a:lnTo>
                    <a:pt x="1391372" y="1395273"/>
                  </a:lnTo>
                  <a:lnTo>
                    <a:pt x="1391376" y="1395263"/>
                  </a:lnTo>
                  <a:lnTo>
                    <a:pt x="1391394" y="1395210"/>
                  </a:lnTo>
                  <a:lnTo>
                    <a:pt x="1391403" y="1395182"/>
                  </a:lnTo>
                  <a:lnTo>
                    <a:pt x="1391413" y="1395154"/>
                  </a:lnTo>
                  <a:lnTo>
                    <a:pt x="1391425" y="1395118"/>
                  </a:lnTo>
                  <a:lnTo>
                    <a:pt x="1391436" y="1395087"/>
                  </a:lnTo>
                  <a:lnTo>
                    <a:pt x="1391445" y="1395061"/>
                  </a:lnTo>
                  <a:lnTo>
                    <a:pt x="1391456" y="1395028"/>
                  </a:lnTo>
                  <a:lnTo>
                    <a:pt x="1391468" y="1394993"/>
                  </a:lnTo>
                  <a:lnTo>
                    <a:pt x="1391472" y="1394987"/>
                  </a:lnTo>
                  <a:lnTo>
                    <a:pt x="1391487" y="1394967"/>
                  </a:lnTo>
                  <a:lnTo>
                    <a:pt x="1391528" y="1394917"/>
                  </a:lnTo>
                  <a:lnTo>
                    <a:pt x="1391555" y="1394884"/>
                  </a:lnTo>
                  <a:lnTo>
                    <a:pt x="1391561" y="1394876"/>
                  </a:lnTo>
                  <a:lnTo>
                    <a:pt x="1391578" y="1394856"/>
                  </a:lnTo>
                  <a:lnTo>
                    <a:pt x="1391602" y="1394824"/>
                  </a:lnTo>
                  <a:lnTo>
                    <a:pt x="1391608" y="1394817"/>
                  </a:lnTo>
                  <a:lnTo>
                    <a:pt x="1391656" y="1394760"/>
                  </a:lnTo>
                  <a:lnTo>
                    <a:pt x="1391663" y="1394757"/>
                  </a:lnTo>
                  <a:lnTo>
                    <a:pt x="1391668" y="1394752"/>
                  </a:lnTo>
                  <a:lnTo>
                    <a:pt x="1391746" y="1394715"/>
                  </a:lnTo>
                  <a:lnTo>
                    <a:pt x="1391783" y="1394689"/>
                  </a:lnTo>
                  <a:lnTo>
                    <a:pt x="1391817" y="1394656"/>
                  </a:lnTo>
                  <a:lnTo>
                    <a:pt x="1391841" y="1394629"/>
                  </a:lnTo>
                  <a:lnTo>
                    <a:pt x="1391843" y="1394601"/>
                  </a:lnTo>
                  <a:lnTo>
                    <a:pt x="1391855" y="1394596"/>
                  </a:lnTo>
                  <a:lnTo>
                    <a:pt x="1391868" y="1394608"/>
                  </a:lnTo>
                  <a:lnTo>
                    <a:pt x="1391886" y="1394623"/>
                  </a:lnTo>
                  <a:lnTo>
                    <a:pt x="1391979" y="1394686"/>
                  </a:lnTo>
                  <a:lnTo>
                    <a:pt x="1392017" y="1394711"/>
                  </a:lnTo>
                  <a:lnTo>
                    <a:pt x="1392030" y="1394718"/>
                  </a:lnTo>
                  <a:lnTo>
                    <a:pt x="1392047" y="1394700"/>
                  </a:lnTo>
                  <a:lnTo>
                    <a:pt x="1392053" y="1394685"/>
                  </a:lnTo>
                  <a:lnTo>
                    <a:pt x="1392055" y="1394679"/>
                  </a:lnTo>
                  <a:lnTo>
                    <a:pt x="1392052" y="1394658"/>
                  </a:lnTo>
                  <a:lnTo>
                    <a:pt x="1392056" y="1394645"/>
                  </a:lnTo>
                  <a:lnTo>
                    <a:pt x="1392059" y="1394637"/>
                  </a:lnTo>
                  <a:lnTo>
                    <a:pt x="1392069" y="1394609"/>
                  </a:lnTo>
                  <a:lnTo>
                    <a:pt x="1392111" y="1394585"/>
                  </a:lnTo>
                  <a:lnTo>
                    <a:pt x="1392121" y="1394584"/>
                  </a:lnTo>
                  <a:lnTo>
                    <a:pt x="1392145" y="1394583"/>
                  </a:lnTo>
                  <a:lnTo>
                    <a:pt x="1392156" y="1394590"/>
                  </a:lnTo>
                  <a:lnTo>
                    <a:pt x="1392167" y="1394599"/>
                  </a:lnTo>
                  <a:lnTo>
                    <a:pt x="1392173" y="1394603"/>
                  </a:lnTo>
                  <a:lnTo>
                    <a:pt x="1392204" y="1394620"/>
                  </a:lnTo>
                  <a:lnTo>
                    <a:pt x="1392221" y="1394632"/>
                  </a:lnTo>
                  <a:lnTo>
                    <a:pt x="1392229" y="1394633"/>
                  </a:lnTo>
                  <a:lnTo>
                    <a:pt x="1392233" y="1394634"/>
                  </a:lnTo>
                  <a:lnTo>
                    <a:pt x="1392239" y="1394635"/>
                  </a:lnTo>
                  <a:lnTo>
                    <a:pt x="1392251" y="1394620"/>
                  </a:lnTo>
                  <a:lnTo>
                    <a:pt x="1392255" y="1394614"/>
                  </a:lnTo>
                  <a:lnTo>
                    <a:pt x="1392265" y="1394592"/>
                  </a:lnTo>
                  <a:lnTo>
                    <a:pt x="1392276" y="1394586"/>
                  </a:lnTo>
                  <a:lnTo>
                    <a:pt x="1392305" y="1394587"/>
                  </a:lnTo>
                  <a:lnTo>
                    <a:pt x="1392310" y="1394592"/>
                  </a:lnTo>
                  <a:lnTo>
                    <a:pt x="1392343" y="1394593"/>
                  </a:lnTo>
                  <a:lnTo>
                    <a:pt x="1392365" y="1394588"/>
                  </a:lnTo>
                  <a:lnTo>
                    <a:pt x="1392372" y="1394587"/>
                  </a:lnTo>
                  <a:lnTo>
                    <a:pt x="1392382" y="1394584"/>
                  </a:lnTo>
                  <a:lnTo>
                    <a:pt x="1392415" y="1394569"/>
                  </a:lnTo>
                  <a:lnTo>
                    <a:pt x="1392421" y="1394566"/>
                  </a:lnTo>
                  <a:lnTo>
                    <a:pt x="1392431" y="1394561"/>
                  </a:lnTo>
                  <a:lnTo>
                    <a:pt x="1392436" y="1394558"/>
                  </a:lnTo>
                  <a:lnTo>
                    <a:pt x="1392445" y="1394551"/>
                  </a:lnTo>
                  <a:lnTo>
                    <a:pt x="1392476" y="1394564"/>
                  </a:lnTo>
                  <a:lnTo>
                    <a:pt x="1392475" y="1394596"/>
                  </a:lnTo>
                  <a:lnTo>
                    <a:pt x="1392476" y="1394601"/>
                  </a:lnTo>
                  <a:lnTo>
                    <a:pt x="1392478" y="1394616"/>
                  </a:lnTo>
                  <a:lnTo>
                    <a:pt x="1392497" y="1394631"/>
                  </a:lnTo>
                  <a:lnTo>
                    <a:pt x="1392516" y="1394628"/>
                  </a:lnTo>
                  <a:lnTo>
                    <a:pt x="1392566" y="1394599"/>
                  </a:lnTo>
                  <a:lnTo>
                    <a:pt x="1392581" y="1394583"/>
                  </a:lnTo>
                  <a:lnTo>
                    <a:pt x="1392582" y="1394560"/>
                  </a:lnTo>
                  <a:lnTo>
                    <a:pt x="1392582" y="1394551"/>
                  </a:lnTo>
                  <a:lnTo>
                    <a:pt x="1392570" y="1394520"/>
                  </a:lnTo>
                  <a:lnTo>
                    <a:pt x="1392561" y="1394489"/>
                  </a:lnTo>
                  <a:lnTo>
                    <a:pt x="1392541" y="1394481"/>
                  </a:lnTo>
                  <a:lnTo>
                    <a:pt x="1392515" y="1394471"/>
                  </a:lnTo>
                  <a:lnTo>
                    <a:pt x="1392496" y="1394445"/>
                  </a:lnTo>
                  <a:lnTo>
                    <a:pt x="1392494" y="1394433"/>
                  </a:lnTo>
                  <a:lnTo>
                    <a:pt x="1392496" y="1394428"/>
                  </a:lnTo>
                  <a:lnTo>
                    <a:pt x="1392503" y="1394416"/>
                  </a:lnTo>
                  <a:lnTo>
                    <a:pt x="1392511" y="1394405"/>
                  </a:lnTo>
                  <a:lnTo>
                    <a:pt x="1392531" y="1394391"/>
                  </a:lnTo>
                  <a:lnTo>
                    <a:pt x="1392585" y="1394334"/>
                  </a:lnTo>
                  <a:lnTo>
                    <a:pt x="1392595" y="1394324"/>
                  </a:lnTo>
                  <a:lnTo>
                    <a:pt x="1392676" y="1394250"/>
                  </a:lnTo>
                  <a:lnTo>
                    <a:pt x="1392681" y="1394245"/>
                  </a:lnTo>
                  <a:lnTo>
                    <a:pt x="1392684" y="1394240"/>
                  </a:lnTo>
                  <a:lnTo>
                    <a:pt x="1392687" y="1394236"/>
                  </a:lnTo>
                  <a:lnTo>
                    <a:pt x="1392692" y="1394230"/>
                  </a:lnTo>
                  <a:lnTo>
                    <a:pt x="1392697" y="1394222"/>
                  </a:lnTo>
                  <a:lnTo>
                    <a:pt x="1392719" y="1394196"/>
                  </a:lnTo>
                  <a:lnTo>
                    <a:pt x="1392733" y="1394193"/>
                  </a:lnTo>
                  <a:lnTo>
                    <a:pt x="1392763" y="1394220"/>
                  </a:lnTo>
                  <a:lnTo>
                    <a:pt x="1392775" y="1394224"/>
                  </a:lnTo>
                  <a:lnTo>
                    <a:pt x="1392780" y="1394224"/>
                  </a:lnTo>
                  <a:lnTo>
                    <a:pt x="1392802" y="1394223"/>
                  </a:lnTo>
                  <a:lnTo>
                    <a:pt x="1392818" y="1394200"/>
                  </a:lnTo>
                  <a:lnTo>
                    <a:pt x="1392824" y="1394185"/>
                  </a:lnTo>
                  <a:lnTo>
                    <a:pt x="1392826" y="1394179"/>
                  </a:lnTo>
                  <a:lnTo>
                    <a:pt x="1392847" y="1394146"/>
                  </a:lnTo>
                  <a:lnTo>
                    <a:pt x="1392840" y="1394136"/>
                  </a:lnTo>
                  <a:lnTo>
                    <a:pt x="1392829" y="1394128"/>
                  </a:lnTo>
                  <a:lnTo>
                    <a:pt x="1392832" y="1394111"/>
                  </a:lnTo>
                  <a:lnTo>
                    <a:pt x="1392835" y="1394101"/>
                  </a:lnTo>
                  <a:lnTo>
                    <a:pt x="1392838" y="1394093"/>
                  </a:lnTo>
                  <a:lnTo>
                    <a:pt x="1392848" y="1394060"/>
                  </a:lnTo>
                  <a:lnTo>
                    <a:pt x="1392858" y="1394030"/>
                  </a:lnTo>
                  <a:lnTo>
                    <a:pt x="1392860" y="1394026"/>
                  </a:lnTo>
                  <a:lnTo>
                    <a:pt x="1392864" y="1394015"/>
                  </a:lnTo>
                  <a:lnTo>
                    <a:pt x="1392867" y="1394010"/>
                  </a:lnTo>
                  <a:lnTo>
                    <a:pt x="1392871" y="1394004"/>
                  </a:lnTo>
                  <a:lnTo>
                    <a:pt x="1392874" y="1393998"/>
                  </a:lnTo>
                  <a:lnTo>
                    <a:pt x="1392879" y="1393992"/>
                  </a:lnTo>
                  <a:lnTo>
                    <a:pt x="1392886" y="1393986"/>
                  </a:lnTo>
                  <a:lnTo>
                    <a:pt x="1392895" y="1393984"/>
                  </a:lnTo>
                  <a:lnTo>
                    <a:pt x="1392899" y="1393984"/>
                  </a:lnTo>
                  <a:lnTo>
                    <a:pt x="1392907" y="1393985"/>
                  </a:lnTo>
                  <a:lnTo>
                    <a:pt x="1392915" y="1393989"/>
                  </a:lnTo>
                  <a:lnTo>
                    <a:pt x="1392929" y="1393997"/>
                  </a:lnTo>
                  <a:lnTo>
                    <a:pt x="1392941" y="1394005"/>
                  </a:lnTo>
                  <a:lnTo>
                    <a:pt x="1392959" y="1394016"/>
                  </a:lnTo>
                  <a:lnTo>
                    <a:pt x="1392970" y="1394023"/>
                  </a:lnTo>
                  <a:lnTo>
                    <a:pt x="1392979" y="1394029"/>
                  </a:lnTo>
                  <a:lnTo>
                    <a:pt x="1392984" y="1394031"/>
                  </a:lnTo>
                  <a:lnTo>
                    <a:pt x="1392988" y="1394032"/>
                  </a:lnTo>
                  <a:lnTo>
                    <a:pt x="1392993" y="1394026"/>
                  </a:lnTo>
                  <a:lnTo>
                    <a:pt x="1392993" y="1394016"/>
                  </a:lnTo>
                  <a:lnTo>
                    <a:pt x="1392990" y="1394007"/>
                  </a:lnTo>
                  <a:lnTo>
                    <a:pt x="1392973" y="1393991"/>
                  </a:lnTo>
                  <a:lnTo>
                    <a:pt x="1392971" y="1393976"/>
                  </a:lnTo>
                  <a:lnTo>
                    <a:pt x="1392972" y="1393970"/>
                  </a:lnTo>
                  <a:lnTo>
                    <a:pt x="1392980" y="1393954"/>
                  </a:lnTo>
                  <a:lnTo>
                    <a:pt x="1392992" y="1393926"/>
                  </a:lnTo>
                  <a:lnTo>
                    <a:pt x="1393006" y="1393887"/>
                  </a:lnTo>
                  <a:lnTo>
                    <a:pt x="1393023" y="1393845"/>
                  </a:lnTo>
                  <a:lnTo>
                    <a:pt x="1393044" y="1393772"/>
                  </a:lnTo>
                  <a:lnTo>
                    <a:pt x="1393056" y="1393728"/>
                  </a:lnTo>
                  <a:lnTo>
                    <a:pt x="1393070" y="1393710"/>
                  </a:lnTo>
                  <a:lnTo>
                    <a:pt x="1393073" y="1393702"/>
                  </a:lnTo>
                  <a:lnTo>
                    <a:pt x="1393100" y="1393633"/>
                  </a:lnTo>
                  <a:lnTo>
                    <a:pt x="1393104" y="1393623"/>
                  </a:lnTo>
                  <a:lnTo>
                    <a:pt x="1393106" y="1393617"/>
                  </a:lnTo>
                  <a:lnTo>
                    <a:pt x="1393116" y="1393582"/>
                  </a:lnTo>
                  <a:lnTo>
                    <a:pt x="1393115" y="1393577"/>
                  </a:lnTo>
                  <a:lnTo>
                    <a:pt x="1393110" y="1393577"/>
                  </a:lnTo>
                  <a:lnTo>
                    <a:pt x="1393105" y="1393578"/>
                  </a:lnTo>
                  <a:lnTo>
                    <a:pt x="1393100" y="1393579"/>
                  </a:lnTo>
                  <a:lnTo>
                    <a:pt x="1393092" y="1393582"/>
                  </a:lnTo>
                  <a:lnTo>
                    <a:pt x="1393066" y="1393595"/>
                  </a:lnTo>
                  <a:lnTo>
                    <a:pt x="1393044" y="1393603"/>
                  </a:lnTo>
                  <a:lnTo>
                    <a:pt x="1393012" y="1393614"/>
                  </a:lnTo>
                  <a:lnTo>
                    <a:pt x="1392999" y="1393619"/>
                  </a:lnTo>
                  <a:lnTo>
                    <a:pt x="1392990" y="1393623"/>
                  </a:lnTo>
                  <a:lnTo>
                    <a:pt x="1392985" y="1393624"/>
                  </a:lnTo>
                  <a:lnTo>
                    <a:pt x="1392981" y="1393629"/>
                  </a:lnTo>
                  <a:lnTo>
                    <a:pt x="1392972" y="1393649"/>
                  </a:lnTo>
                  <a:lnTo>
                    <a:pt x="1392971" y="1393662"/>
                  </a:lnTo>
                  <a:lnTo>
                    <a:pt x="1392969" y="1393665"/>
                  </a:lnTo>
                  <a:lnTo>
                    <a:pt x="1392959" y="1393665"/>
                  </a:lnTo>
                  <a:lnTo>
                    <a:pt x="1392946" y="1393664"/>
                  </a:lnTo>
                  <a:lnTo>
                    <a:pt x="1392922" y="1393660"/>
                  </a:lnTo>
                  <a:lnTo>
                    <a:pt x="1392903" y="1393652"/>
                  </a:lnTo>
                  <a:lnTo>
                    <a:pt x="1392868" y="1393629"/>
                  </a:lnTo>
                  <a:lnTo>
                    <a:pt x="1392842" y="1393624"/>
                  </a:lnTo>
                  <a:lnTo>
                    <a:pt x="1392818" y="1393620"/>
                  </a:lnTo>
                  <a:lnTo>
                    <a:pt x="1392805" y="1393619"/>
                  </a:lnTo>
                  <a:lnTo>
                    <a:pt x="1392788" y="1393627"/>
                  </a:lnTo>
                  <a:lnTo>
                    <a:pt x="1392781" y="1393640"/>
                  </a:lnTo>
                  <a:lnTo>
                    <a:pt x="1392772" y="1393659"/>
                  </a:lnTo>
                  <a:lnTo>
                    <a:pt x="1392765" y="1393672"/>
                  </a:lnTo>
                  <a:lnTo>
                    <a:pt x="1392763" y="1393717"/>
                  </a:lnTo>
                  <a:lnTo>
                    <a:pt x="1392768" y="1393776"/>
                  </a:lnTo>
                  <a:lnTo>
                    <a:pt x="1392764" y="1393791"/>
                  </a:lnTo>
                  <a:lnTo>
                    <a:pt x="1392761" y="1393801"/>
                  </a:lnTo>
                  <a:lnTo>
                    <a:pt x="1392753" y="1393843"/>
                  </a:lnTo>
                  <a:lnTo>
                    <a:pt x="1392745" y="1393886"/>
                  </a:lnTo>
                  <a:lnTo>
                    <a:pt x="1392739" y="1393926"/>
                  </a:lnTo>
                  <a:lnTo>
                    <a:pt x="1392728" y="1393944"/>
                  </a:lnTo>
                  <a:lnTo>
                    <a:pt x="1392724" y="1393950"/>
                  </a:lnTo>
                  <a:lnTo>
                    <a:pt x="1392719" y="1393956"/>
                  </a:lnTo>
                  <a:lnTo>
                    <a:pt x="1392702" y="1393977"/>
                  </a:lnTo>
                  <a:lnTo>
                    <a:pt x="1392696" y="1393984"/>
                  </a:lnTo>
                  <a:lnTo>
                    <a:pt x="1392686" y="1393995"/>
                  </a:lnTo>
                  <a:lnTo>
                    <a:pt x="1392675" y="1394007"/>
                  </a:lnTo>
                  <a:lnTo>
                    <a:pt x="1392667" y="1394016"/>
                  </a:lnTo>
                  <a:lnTo>
                    <a:pt x="1392651" y="1394028"/>
                  </a:lnTo>
                  <a:lnTo>
                    <a:pt x="1392646" y="1394032"/>
                  </a:lnTo>
                  <a:lnTo>
                    <a:pt x="1392638" y="1394034"/>
                  </a:lnTo>
                  <a:lnTo>
                    <a:pt x="1392635" y="1394029"/>
                  </a:lnTo>
                  <a:lnTo>
                    <a:pt x="1392631" y="1394021"/>
                  </a:lnTo>
                  <a:lnTo>
                    <a:pt x="1392628" y="1394000"/>
                  </a:lnTo>
                  <a:lnTo>
                    <a:pt x="1392630" y="1393991"/>
                  </a:lnTo>
                  <a:lnTo>
                    <a:pt x="1392636" y="1393965"/>
                  </a:lnTo>
                  <a:lnTo>
                    <a:pt x="1392643" y="1393945"/>
                  </a:lnTo>
                  <a:lnTo>
                    <a:pt x="1392649" y="1393926"/>
                  </a:lnTo>
                  <a:lnTo>
                    <a:pt x="1392651" y="1393914"/>
                  </a:lnTo>
                  <a:lnTo>
                    <a:pt x="1392645" y="1393906"/>
                  </a:lnTo>
                  <a:lnTo>
                    <a:pt x="1392625" y="1393897"/>
                  </a:lnTo>
                  <a:lnTo>
                    <a:pt x="1392613" y="1393907"/>
                  </a:lnTo>
                  <a:lnTo>
                    <a:pt x="1392604" y="1393917"/>
                  </a:lnTo>
                  <a:lnTo>
                    <a:pt x="1392598" y="1393923"/>
                  </a:lnTo>
                  <a:lnTo>
                    <a:pt x="1392581" y="1393925"/>
                  </a:lnTo>
                  <a:lnTo>
                    <a:pt x="1392567" y="1393926"/>
                  </a:lnTo>
                  <a:lnTo>
                    <a:pt x="1392556" y="1393928"/>
                  </a:lnTo>
                  <a:lnTo>
                    <a:pt x="1392551" y="1393926"/>
                  </a:lnTo>
                  <a:lnTo>
                    <a:pt x="1392541" y="1393910"/>
                  </a:lnTo>
                  <a:lnTo>
                    <a:pt x="1392531" y="1393900"/>
                  </a:lnTo>
                  <a:lnTo>
                    <a:pt x="1392514" y="1393893"/>
                  </a:lnTo>
                  <a:lnTo>
                    <a:pt x="1392494" y="1393895"/>
                  </a:lnTo>
                  <a:lnTo>
                    <a:pt x="1392481" y="1393905"/>
                  </a:lnTo>
                  <a:lnTo>
                    <a:pt x="1392474" y="1393918"/>
                  </a:lnTo>
                  <a:lnTo>
                    <a:pt x="1392471" y="1393925"/>
                  </a:lnTo>
                  <a:lnTo>
                    <a:pt x="1392455" y="1393940"/>
                  </a:lnTo>
                  <a:lnTo>
                    <a:pt x="1392447" y="1393941"/>
                  </a:lnTo>
                  <a:lnTo>
                    <a:pt x="1392439" y="1393943"/>
                  </a:lnTo>
                  <a:lnTo>
                    <a:pt x="1392404" y="1393971"/>
                  </a:lnTo>
                  <a:lnTo>
                    <a:pt x="1392372" y="1393996"/>
                  </a:lnTo>
                  <a:lnTo>
                    <a:pt x="1392371" y="1394016"/>
                  </a:lnTo>
                  <a:lnTo>
                    <a:pt x="1392340" y="1394070"/>
                  </a:lnTo>
                  <a:lnTo>
                    <a:pt x="1392295" y="1394128"/>
                  </a:lnTo>
                  <a:lnTo>
                    <a:pt x="1392290" y="1394135"/>
                  </a:lnTo>
                  <a:lnTo>
                    <a:pt x="1392273" y="1394145"/>
                  </a:lnTo>
                  <a:lnTo>
                    <a:pt x="1392269" y="1394146"/>
                  </a:lnTo>
                  <a:lnTo>
                    <a:pt x="1392251" y="1394131"/>
                  </a:lnTo>
                  <a:lnTo>
                    <a:pt x="1392225" y="1394119"/>
                  </a:lnTo>
                  <a:lnTo>
                    <a:pt x="1392220" y="1394113"/>
                  </a:lnTo>
                  <a:lnTo>
                    <a:pt x="1392239" y="1394071"/>
                  </a:lnTo>
                  <a:lnTo>
                    <a:pt x="1392261" y="1394033"/>
                  </a:lnTo>
                  <a:lnTo>
                    <a:pt x="1392279" y="1394007"/>
                  </a:lnTo>
                  <a:lnTo>
                    <a:pt x="1392284" y="1393993"/>
                  </a:lnTo>
                  <a:lnTo>
                    <a:pt x="1392293" y="1393978"/>
                  </a:lnTo>
                  <a:lnTo>
                    <a:pt x="1392291" y="1393962"/>
                  </a:lnTo>
                  <a:lnTo>
                    <a:pt x="1392285" y="1393959"/>
                  </a:lnTo>
                  <a:lnTo>
                    <a:pt x="1392279" y="1393956"/>
                  </a:lnTo>
                  <a:lnTo>
                    <a:pt x="1392271" y="1393953"/>
                  </a:lnTo>
                  <a:lnTo>
                    <a:pt x="1392265" y="1393945"/>
                  </a:lnTo>
                  <a:lnTo>
                    <a:pt x="1392269" y="1393936"/>
                  </a:lnTo>
                  <a:lnTo>
                    <a:pt x="1392282" y="1393906"/>
                  </a:lnTo>
                  <a:lnTo>
                    <a:pt x="1392287" y="1393895"/>
                  </a:lnTo>
                  <a:lnTo>
                    <a:pt x="1392298" y="1393887"/>
                  </a:lnTo>
                  <a:lnTo>
                    <a:pt x="1392304" y="1393885"/>
                  </a:lnTo>
                  <a:lnTo>
                    <a:pt x="1392316" y="1393873"/>
                  </a:lnTo>
                  <a:lnTo>
                    <a:pt x="1392332" y="1393852"/>
                  </a:lnTo>
                  <a:lnTo>
                    <a:pt x="1392342" y="1393842"/>
                  </a:lnTo>
                  <a:lnTo>
                    <a:pt x="1392348" y="1393836"/>
                  </a:lnTo>
                  <a:lnTo>
                    <a:pt x="1392357" y="1393819"/>
                  </a:lnTo>
                  <a:lnTo>
                    <a:pt x="1392364" y="1393807"/>
                  </a:lnTo>
                  <a:lnTo>
                    <a:pt x="1392364" y="1393783"/>
                  </a:lnTo>
                  <a:lnTo>
                    <a:pt x="1392364" y="1393760"/>
                  </a:lnTo>
                  <a:lnTo>
                    <a:pt x="1392365" y="1393736"/>
                  </a:lnTo>
                  <a:lnTo>
                    <a:pt x="1392332" y="1393727"/>
                  </a:lnTo>
                  <a:lnTo>
                    <a:pt x="1392270" y="1393711"/>
                  </a:lnTo>
                  <a:lnTo>
                    <a:pt x="1392259" y="1393708"/>
                  </a:lnTo>
                  <a:lnTo>
                    <a:pt x="1392250" y="1393718"/>
                  </a:lnTo>
                  <a:lnTo>
                    <a:pt x="1392150" y="1393822"/>
                  </a:lnTo>
                  <a:lnTo>
                    <a:pt x="1392021" y="1394094"/>
                  </a:lnTo>
                  <a:lnTo>
                    <a:pt x="1391957" y="1394257"/>
                  </a:lnTo>
                  <a:lnTo>
                    <a:pt x="1391917" y="1394273"/>
                  </a:lnTo>
                  <a:lnTo>
                    <a:pt x="1391850" y="1394234"/>
                  </a:lnTo>
                  <a:lnTo>
                    <a:pt x="1391851" y="1394159"/>
                  </a:lnTo>
                  <a:lnTo>
                    <a:pt x="1391806" y="1394151"/>
                  </a:lnTo>
                  <a:lnTo>
                    <a:pt x="1391754" y="1394144"/>
                  </a:lnTo>
                  <a:lnTo>
                    <a:pt x="1391731" y="1394141"/>
                  </a:lnTo>
                  <a:lnTo>
                    <a:pt x="1391699" y="1394136"/>
                  </a:lnTo>
                  <a:lnTo>
                    <a:pt x="1391601" y="1394122"/>
                  </a:lnTo>
                  <a:lnTo>
                    <a:pt x="1391478" y="1394105"/>
                  </a:lnTo>
                  <a:lnTo>
                    <a:pt x="1391438" y="1394098"/>
                  </a:lnTo>
                  <a:lnTo>
                    <a:pt x="1391337" y="1394083"/>
                  </a:lnTo>
                  <a:lnTo>
                    <a:pt x="1391308" y="1394078"/>
                  </a:lnTo>
                  <a:lnTo>
                    <a:pt x="1391297" y="1394075"/>
                  </a:lnTo>
                  <a:lnTo>
                    <a:pt x="1391294" y="1394088"/>
                  </a:lnTo>
                  <a:lnTo>
                    <a:pt x="1391293" y="1394094"/>
                  </a:lnTo>
                  <a:lnTo>
                    <a:pt x="1391253" y="1394146"/>
                  </a:lnTo>
                  <a:lnTo>
                    <a:pt x="1391238" y="1394163"/>
                  </a:lnTo>
                  <a:lnTo>
                    <a:pt x="1391227" y="1394175"/>
                  </a:lnTo>
                  <a:lnTo>
                    <a:pt x="1391212" y="1394192"/>
                  </a:lnTo>
                  <a:lnTo>
                    <a:pt x="1391209" y="1394195"/>
                  </a:lnTo>
                  <a:lnTo>
                    <a:pt x="1391181" y="1394221"/>
                  </a:lnTo>
                  <a:lnTo>
                    <a:pt x="1391168" y="1394235"/>
                  </a:lnTo>
                  <a:lnTo>
                    <a:pt x="1391159" y="1394249"/>
                  </a:lnTo>
                  <a:lnTo>
                    <a:pt x="1391142" y="1394241"/>
                  </a:lnTo>
                  <a:lnTo>
                    <a:pt x="1391121" y="1394243"/>
                  </a:lnTo>
                  <a:lnTo>
                    <a:pt x="1391115" y="1394239"/>
                  </a:lnTo>
                  <a:lnTo>
                    <a:pt x="1391113" y="1394227"/>
                  </a:lnTo>
                  <a:lnTo>
                    <a:pt x="1391115" y="1394207"/>
                  </a:lnTo>
                  <a:lnTo>
                    <a:pt x="1391117" y="1394201"/>
                  </a:lnTo>
                  <a:lnTo>
                    <a:pt x="1391122" y="1394183"/>
                  </a:lnTo>
                  <a:lnTo>
                    <a:pt x="1391091" y="1394157"/>
                  </a:lnTo>
                  <a:lnTo>
                    <a:pt x="1391052" y="1394123"/>
                  </a:lnTo>
                  <a:lnTo>
                    <a:pt x="1391014" y="1394082"/>
                  </a:lnTo>
                  <a:lnTo>
                    <a:pt x="1391006" y="1394079"/>
                  </a:lnTo>
                  <a:lnTo>
                    <a:pt x="1391002" y="1394078"/>
                  </a:lnTo>
                  <a:lnTo>
                    <a:pt x="1390995" y="1394076"/>
                  </a:lnTo>
                  <a:lnTo>
                    <a:pt x="1390969" y="1394079"/>
                  </a:lnTo>
                  <a:lnTo>
                    <a:pt x="1390960" y="1394086"/>
                  </a:lnTo>
                  <a:lnTo>
                    <a:pt x="1390957" y="1394116"/>
                  </a:lnTo>
                  <a:lnTo>
                    <a:pt x="1390929" y="1394167"/>
                  </a:lnTo>
                  <a:lnTo>
                    <a:pt x="1390920" y="1394189"/>
                  </a:lnTo>
                  <a:lnTo>
                    <a:pt x="1390924" y="1394220"/>
                  </a:lnTo>
                  <a:lnTo>
                    <a:pt x="1390924" y="1394245"/>
                  </a:lnTo>
                  <a:lnTo>
                    <a:pt x="1390911" y="1394268"/>
                  </a:lnTo>
                  <a:lnTo>
                    <a:pt x="1390879" y="1394282"/>
                  </a:lnTo>
                  <a:lnTo>
                    <a:pt x="1390844" y="1394307"/>
                  </a:lnTo>
                  <a:lnTo>
                    <a:pt x="1390821" y="1394329"/>
                  </a:lnTo>
                  <a:lnTo>
                    <a:pt x="1390810" y="1394338"/>
                  </a:lnTo>
                  <a:lnTo>
                    <a:pt x="1390742" y="1394398"/>
                  </a:lnTo>
                  <a:lnTo>
                    <a:pt x="1390720" y="1394454"/>
                  </a:lnTo>
                  <a:lnTo>
                    <a:pt x="1390463" y="1394539"/>
                  </a:lnTo>
                  <a:lnTo>
                    <a:pt x="1390352" y="1394594"/>
                  </a:lnTo>
                  <a:lnTo>
                    <a:pt x="1390326" y="1394619"/>
                  </a:lnTo>
                  <a:lnTo>
                    <a:pt x="1390320" y="1394626"/>
                  </a:lnTo>
                  <a:lnTo>
                    <a:pt x="1390286" y="1394667"/>
                  </a:lnTo>
                  <a:lnTo>
                    <a:pt x="1390281" y="1394672"/>
                  </a:lnTo>
                  <a:lnTo>
                    <a:pt x="1390229" y="1394735"/>
                  </a:lnTo>
                  <a:lnTo>
                    <a:pt x="1390223" y="1394743"/>
                  </a:lnTo>
                  <a:lnTo>
                    <a:pt x="1390214" y="1394757"/>
                  </a:lnTo>
                  <a:lnTo>
                    <a:pt x="1390205" y="1394770"/>
                  </a:lnTo>
                  <a:lnTo>
                    <a:pt x="1390201" y="1394781"/>
                  </a:lnTo>
                  <a:lnTo>
                    <a:pt x="1390209" y="1394809"/>
                  </a:lnTo>
                  <a:lnTo>
                    <a:pt x="1390224" y="1394845"/>
                  </a:lnTo>
                  <a:lnTo>
                    <a:pt x="1390269" y="1394891"/>
                  </a:lnTo>
                  <a:lnTo>
                    <a:pt x="1390304" y="1394931"/>
                  </a:lnTo>
                  <a:lnTo>
                    <a:pt x="1390308" y="1394938"/>
                  </a:lnTo>
                  <a:lnTo>
                    <a:pt x="1390311" y="1394945"/>
                  </a:lnTo>
                  <a:lnTo>
                    <a:pt x="1390312" y="1394952"/>
                  </a:lnTo>
                  <a:lnTo>
                    <a:pt x="1390303" y="1394968"/>
                  </a:lnTo>
                  <a:lnTo>
                    <a:pt x="1390296" y="1394979"/>
                  </a:lnTo>
                  <a:lnTo>
                    <a:pt x="1390291" y="1394986"/>
                  </a:lnTo>
                  <a:lnTo>
                    <a:pt x="1390265" y="1395016"/>
                  </a:lnTo>
                  <a:lnTo>
                    <a:pt x="1390262" y="1395018"/>
                  </a:lnTo>
                  <a:lnTo>
                    <a:pt x="1390213" y="1395051"/>
                  </a:lnTo>
                  <a:lnTo>
                    <a:pt x="1390198" y="1395060"/>
                  </a:lnTo>
                  <a:lnTo>
                    <a:pt x="1390186" y="1395066"/>
                  </a:lnTo>
                  <a:lnTo>
                    <a:pt x="1390171" y="1395075"/>
                  </a:lnTo>
                  <a:lnTo>
                    <a:pt x="1390133" y="1395096"/>
                  </a:lnTo>
                  <a:lnTo>
                    <a:pt x="1390096" y="1395129"/>
                  </a:lnTo>
                  <a:lnTo>
                    <a:pt x="1390087" y="1395155"/>
                  </a:lnTo>
                  <a:lnTo>
                    <a:pt x="1390075" y="1395189"/>
                  </a:lnTo>
                  <a:lnTo>
                    <a:pt x="1390056" y="1395209"/>
                  </a:lnTo>
                  <a:lnTo>
                    <a:pt x="1390052" y="1395214"/>
                  </a:lnTo>
                  <a:lnTo>
                    <a:pt x="1390052" y="1395220"/>
                  </a:lnTo>
                  <a:lnTo>
                    <a:pt x="1390072" y="1395242"/>
                  </a:lnTo>
                  <a:lnTo>
                    <a:pt x="1390078" y="1395253"/>
                  </a:lnTo>
                  <a:lnTo>
                    <a:pt x="1390123" y="1395322"/>
                  </a:lnTo>
                  <a:lnTo>
                    <a:pt x="1390180" y="1395405"/>
                  </a:lnTo>
                  <a:lnTo>
                    <a:pt x="1390181" y="1395412"/>
                  </a:lnTo>
                  <a:lnTo>
                    <a:pt x="1390182" y="1395418"/>
                  </a:lnTo>
                  <a:lnTo>
                    <a:pt x="1390183" y="1395424"/>
                  </a:lnTo>
                  <a:lnTo>
                    <a:pt x="1390077" y="1395505"/>
                  </a:lnTo>
                  <a:lnTo>
                    <a:pt x="1390069" y="1395511"/>
                  </a:lnTo>
                  <a:lnTo>
                    <a:pt x="1389853" y="1395288"/>
                  </a:lnTo>
                  <a:lnTo>
                    <a:pt x="1389775" y="1395347"/>
                  </a:lnTo>
                  <a:lnTo>
                    <a:pt x="1389774" y="1395376"/>
                  </a:lnTo>
                  <a:lnTo>
                    <a:pt x="1389772" y="1395439"/>
                  </a:lnTo>
                  <a:lnTo>
                    <a:pt x="1389633" y="1395593"/>
                  </a:lnTo>
                  <a:lnTo>
                    <a:pt x="1389521" y="1395586"/>
                  </a:lnTo>
                  <a:lnTo>
                    <a:pt x="1389485" y="1395583"/>
                  </a:lnTo>
                  <a:lnTo>
                    <a:pt x="1389471" y="1395580"/>
                  </a:lnTo>
                  <a:lnTo>
                    <a:pt x="1389311" y="1395547"/>
                  </a:lnTo>
                  <a:lnTo>
                    <a:pt x="1389279" y="1395547"/>
                  </a:lnTo>
                  <a:lnTo>
                    <a:pt x="1389237" y="1395544"/>
                  </a:lnTo>
                  <a:lnTo>
                    <a:pt x="1389218" y="1395541"/>
                  </a:lnTo>
                  <a:lnTo>
                    <a:pt x="1389199" y="1395537"/>
                  </a:lnTo>
                  <a:lnTo>
                    <a:pt x="1389166" y="1395531"/>
                  </a:lnTo>
                  <a:lnTo>
                    <a:pt x="1389156" y="1395526"/>
                  </a:lnTo>
                  <a:lnTo>
                    <a:pt x="1389149" y="1395531"/>
                  </a:lnTo>
                  <a:lnTo>
                    <a:pt x="1389145" y="1395541"/>
                  </a:lnTo>
                  <a:lnTo>
                    <a:pt x="1389137" y="1395561"/>
                  </a:lnTo>
                  <a:lnTo>
                    <a:pt x="1389135" y="1395575"/>
                  </a:lnTo>
                  <a:lnTo>
                    <a:pt x="1389140" y="1395579"/>
                  </a:lnTo>
                  <a:lnTo>
                    <a:pt x="1389159" y="1395591"/>
                  </a:lnTo>
                  <a:lnTo>
                    <a:pt x="1389174" y="1395589"/>
                  </a:lnTo>
                  <a:lnTo>
                    <a:pt x="1389199" y="1395590"/>
                  </a:lnTo>
                  <a:lnTo>
                    <a:pt x="1389232" y="1395596"/>
                  </a:lnTo>
                  <a:lnTo>
                    <a:pt x="1389250" y="1395598"/>
                  </a:lnTo>
                  <a:lnTo>
                    <a:pt x="1389295" y="1395599"/>
                  </a:lnTo>
                  <a:lnTo>
                    <a:pt x="1389320" y="1395609"/>
                  </a:lnTo>
                  <a:lnTo>
                    <a:pt x="1389329" y="1395620"/>
                  </a:lnTo>
                  <a:lnTo>
                    <a:pt x="1389346" y="1395644"/>
                  </a:lnTo>
                  <a:lnTo>
                    <a:pt x="1389363" y="1395650"/>
                  </a:lnTo>
                  <a:lnTo>
                    <a:pt x="1389383" y="1395658"/>
                  </a:lnTo>
                  <a:lnTo>
                    <a:pt x="1389408" y="1395653"/>
                  </a:lnTo>
                  <a:lnTo>
                    <a:pt x="1389416" y="1395651"/>
                  </a:lnTo>
                  <a:lnTo>
                    <a:pt x="1389444" y="1395651"/>
                  </a:lnTo>
                  <a:lnTo>
                    <a:pt x="1389452" y="1395659"/>
                  </a:lnTo>
                  <a:lnTo>
                    <a:pt x="1389456" y="1395664"/>
                  </a:lnTo>
                  <a:lnTo>
                    <a:pt x="1389459" y="1395673"/>
                  </a:lnTo>
                  <a:lnTo>
                    <a:pt x="1389458" y="1395684"/>
                  </a:lnTo>
                  <a:lnTo>
                    <a:pt x="1389456" y="1395691"/>
                  </a:lnTo>
                  <a:lnTo>
                    <a:pt x="1389441" y="1395702"/>
                  </a:lnTo>
                  <a:lnTo>
                    <a:pt x="1389409" y="1395712"/>
                  </a:lnTo>
                  <a:lnTo>
                    <a:pt x="1389388" y="1395741"/>
                  </a:lnTo>
                  <a:lnTo>
                    <a:pt x="1389369" y="1395749"/>
                  </a:lnTo>
                  <a:lnTo>
                    <a:pt x="1389353" y="1395770"/>
                  </a:lnTo>
                  <a:lnTo>
                    <a:pt x="1389349" y="1395774"/>
                  </a:lnTo>
                  <a:lnTo>
                    <a:pt x="1389355" y="1395802"/>
                  </a:lnTo>
                  <a:lnTo>
                    <a:pt x="1389365" y="1395805"/>
                  </a:lnTo>
                  <a:lnTo>
                    <a:pt x="1389425" y="1395839"/>
                  </a:lnTo>
                  <a:lnTo>
                    <a:pt x="1389440" y="1395848"/>
                  </a:lnTo>
                  <a:lnTo>
                    <a:pt x="1389497" y="1395881"/>
                  </a:lnTo>
                  <a:lnTo>
                    <a:pt x="1389505" y="1395885"/>
                  </a:lnTo>
                  <a:lnTo>
                    <a:pt x="1389554" y="1395913"/>
                  </a:lnTo>
                  <a:lnTo>
                    <a:pt x="1389577" y="1395932"/>
                  </a:lnTo>
                  <a:lnTo>
                    <a:pt x="1389591" y="1395956"/>
                  </a:lnTo>
                  <a:lnTo>
                    <a:pt x="1389593" y="1395964"/>
                  </a:lnTo>
                  <a:lnTo>
                    <a:pt x="1389596" y="1395980"/>
                  </a:lnTo>
                  <a:lnTo>
                    <a:pt x="1389599" y="1396002"/>
                  </a:lnTo>
                  <a:lnTo>
                    <a:pt x="1389600" y="1396012"/>
                  </a:lnTo>
                  <a:lnTo>
                    <a:pt x="1389600" y="1396021"/>
                  </a:lnTo>
                  <a:lnTo>
                    <a:pt x="1389600" y="1396028"/>
                  </a:lnTo>
                  <a:lnTo>
                    <a:pt x="1389589" y="1396037"/>
                  </a:lnTo>
                  <a:lnTo>
                    <a:pt x="1389584" y="1396040"/>
                  </a:lnTo>
                  <a:lnTo>
                    <a:pt x="1389577" y="1396044"/>
                  </a:lnTo>
                  <a:lnTo>
                    <a:pt x="1389560" y="1396055"/>
                  </a:lnTo>
                  <a:lnTo>
                    <a:pt x="1389547" y="1396062"/>
                  </a:lnTo>
                  <a:lnTo>
                    <a:pt x="1389534" y="1396066"/>
                  </a:lnTo>
                  <a:lnTo>
                    <a:pt x="1389477" y="1396083"/>
                  </a:lnTo>
                  <a:lnTo>
                    <a:pt x="1389451" y="1396083"/>
                  </a:lnTo>
                  <a:lnTo>
                    <a:pt x="1389432" y="1396099"/>
                  </a:lnTo>
                  <a:lnTo>
                    <a:pt x="1389420" y="1396111"/>
                  </a:lnTo>
                  <a:lnTo>
                    <a:pt x="1389398" y="1396132"/>
                  </a:lnTo>
                  <a:lnTo>
                    <a:pt x="1389362" y="1396159"/>
                  </a:lnTo>
                  <a:lnTo>
                    <a:pt x="1389353" y="1396164"/>
                  </a:lnTo>
                  <a:lnTo>
                    <a:pt x="1389345" y="1396169"/>
                  </a:lnTo>
                  <a:lnTo>
                    <a:pt x="1389335" y="1396175"/>
                  </a:lnTo>
                  <a:lnTo>
                    <a:pt x="1389333" y="1396185"/>
                  </a:lnTo>
                  <a:lnTo>
                    <a:pt x="1389336" y="1396190"/>
                  </a:lnTo>
                  <a:lnTo>
                    <a:pt x="1389345" y="1396235"/>
                  </a:lnTo>
                  <a:lnTo>
                    <a:pt x="1389345" y="1396243"/>
                  </a:lnTo>
                  <a:lnTo>
                    <a:pt x="1389349" y="1396247"/>
                  </a:lnTo>
                  <a:lnTo>
                    <a:pt x="1389385" y="1396235"/>
                  </a:lnTo>
                  <a:lnTo>
                    <a:pt x="1389391" y="1396229"/>
                  </a:lnTo>
                  <a:lnTo>
                    <a:pt x="1389396" y="1396225"/>
                  </a:lnTo>
                  <a:lnTo>
                    <a:pt x="1389425" y="1396204"/>
                  </a:lnTo>
                  <a:lnTo>
                    <a:pt x="1389450" y="1396186"/>
                  </a:lnTo>
                  <a:lnTo>
                    <a:pt x="1389470" y="1396172"/>
                  </a:lnTo>
                  <a:lnTo>
                    <a:pt x="1389497" y="1396162"/>
                  </a:lnTo>
                  <a:lnTo>
                    <a:pt x="1389530" y="1396155"/>
                  </a:lnTo>
                  <a:lnTo>
                    <a:pt x="1389568" y="1396157"/>
                  </a:lnTo>
                  <a:lnTo>
                    <a:pt x="1389575" y="1396157"/>
                  </a:lnTo>
                  <a:lnTo>
                    <a:pt x="1389589" y="1396151"/>
                  </a:lnTo>
                  <a:lnTo>
                    <a:pt x="1389599" y="1396146"/>
                  </a:lnTo>
                  <a:lnTo>
                    <a:pt x="1389613" y="1396146"/>
                  </a:lnTo>
                  <a:lnTo>
                    <a:pt x="1389627" y="1396149"/>
                  </a:lnTo>
                  <a:lnTo>
                    <a:pt x="1389644" y="1396143"/>
                  </a:lnTo>
                  <a:lnTo>
                    <a:pt x="1389654" y="1396137"/>
                  </a:lnTo>
                  <a:lnTo>
                    <a:pt x="1389663" y="1396131"/>
                  </a:lnTo>
                  <a:lnTo>
                    <a:pt x="1389678" y="1396125"/>
                  </a:lnTo>
                  <a:lnTo>
                    <a:pt x="1389700" y="1396117"/>
                  </a:lnTo>
                  <a:lnTo>
                    <a:pt x="1389717" y="1396112"/>
                  </a:lnTo>
                  <a:lnTo>
                    <a:pt x="1389730" y="1396108"/>
                  </a:lnTo>
                  <a:lnTo>
                    <a:pt x="1389738" y="1396105"/>
                  </a:lnTo>
                  <a:lnTo>
                    <a:pt x="1389753" y="1396109"/>
                  </a:lnTo>
                  <a:lnTo>
                    <a:pt x="1389765" y="1396119"/>
                  </a:lnTo>
                  <a:lnTo>
                    <a:pt x="1389766" y="1396125"/>
                  </a:lnTo>
                  <a:lnTo>
                    <a:pt x="1389778" y="1396180"/>
                  </a:lnTo>
                  <a:lnTo>
                    <a:pt x="1389786" y="1396182"/>
                  </a:lnTo>
                  <a:lnTo>
                    <a:pt x="1389796" y="1396176"/>
                  </a:lnTo>
                  <a:lnTo>
                    <a:pt x="1389798" y="1396159"/>
                  </a:lnTo>
                  <a:lnTo>
                    <a:pt x="1389800" y="1396142"/>
                  </a:lnTo>
                  <a:lnTo>
                    <a:pt x="1389805" y="1396112"/>
                  </a:lnTo>
                  <a:lnTo>
                    <a:pt x="1389806" y="1396102"/>
                  </a:lnTo>
                  <a:lnTo>
                    <a:pt x="1389808" y="1396095"/>
                  </a:lnTo>
                  <a:lnTo>
                    <a:pt x="1389815" y="1396078"/>
                  </a:lnTo>
                  <a:lnTo>
                    <a:pt x="1389845" y="1396025"/>
                  </a:lnTo>
                  <a:lnTo>
                    <a:pt x="1389856" y="1396001"/>
                  </a:lnTo>
                  <a:lnTo>
                    <a:pt x="1389870" y="1395990"/>
                  </a:lnTo>
                  <a:lnTo>
                    <a:pt x="1389880" y="1395983"/>
                  </a:lnTo>
                  <a:lnTo>
                    <a:pt x="1389932" y="1395944"/>
                  </a:lnTo>
                  <a:lnTo>
                    <a:pt x="1389945" y="1395936"/>
                  </a:lnTo>
                  <a:lnTo>
                    <a:pt x="1389959" y="1395927"/>
                  </a:lnTo>
                  <a:lnTo>
                    <a:pt x="1389964" y="1395931"/>
                  </a:lnTo>
                  <a:lnTo>
                    <a:pt x="1389978" y="1395946"/>
                  </a:lnTo>
                  <a:lnTo>
                    <a:pt x="1390004" y="1395977"/>
                  </a:lnTo>
                  <a:lnTo>
                    <a:pt x="1390019" y="1395997"/>
                  </a:lnTo>
                  <a:lnTo>
                    <a:pt x="1390023" y="1396013"/>
                  </a:lnTo>
                  <a:lnTo>
                    <a:pt x="1390025" y="1396019"/>
                  </a:lnTo>
                  <a:lnTo>
                    <a:pt x="1390030" y="1396060"/>
                  </a:lnTo>
                  <a:lnTo>
                    <a:pt x="1390036" y="1396115"/>
                  </a:lnTo>
                  <a:lnTo>
                    <a:pt x="1390038" y="1396136"/>
                  </a:lnTo>
                  <a:lnTo>
                    <a:pt x="1390038" y="1396141"/>
                  </a:lnTo>
                  <a:lnTo>
                    <a:pt x="1390038" y="1396147"/>
                  </a:lnTo>
                  <a:lnTo>
                    <a:pt x="1390037" y="1396152"/>
                  </a:lnTo>
                  <a:lnTo>
                    <a:pt x="1390024" y="1396159"/>
                  </a:lnTo>
                  <a:lnTo>
                    <a:pt x="1389971" y="1396180"/>
                  </a:lnTo>
                  <a:lnTo>
                    <a:pt x="1390005" y="1396238"/>
                  </a:lnTo>
                  <a:lnTo>
                    <a:pt x="1390034" y="1396293"/>
                  </a:lnTo>
                  <a:lnTo>
                    <a:pt x="1390045" y="1396312"/>
                  </a:lnTo>
                  <a:lnTo>
                    <a:pt x="1390048" y="1396323"/>
                  </a:lnTo>
                  <a:lnTo>
                    <a:pt x="1390056" y="1396331"/>
                  </a:lnTo>
                  <a:lnTo>
                    <a:pt x="1390074" y="1396333"/>
                  </a:lnTo>
                  <a:lnTo>
                    <a:pt x="1390097" y="1396313"/>
                  </a:lnTo>
                  <a:lnTo>
                    <a:pt x="1390103" y="1396308"/>
                  </a:lnTo>
                  <a:lnTo>
                    <a:pt x="1390142" y="1396278"/>
                  </a:lnTo>
                  <a:lnTo>
                    <a:pt x="1390199" y="1396230"/>
                  </a:lnTo>
                  <a:lnTo>
                    <a:pt x="1390228" y="1396206"/>
                  </a:lnTo>
                  <a:lnTo>
                    <a:pt x="1390241" y="1396195"/>
                  </a:lnTo>
                  <a:lnTo>
                    <a:pt x="1390251" y="1396186"/>
                  </a:lnTo>
                  <a:lnTo>
                    <a:pt x="1390259" y="1396180"/>
                  </a:lnTo>
                  <a:lnTo>
                    <a:pt x="1390269" y="1396174"/>
                  </a:lnTo>
                  <a:lnTo>
                    <a:pt x="1390281" y="1396169"/>
                  </a:lnTo>
                  <a:lnTo>
                    <a:pt x="1390287" y="1396166"/>
                  </a:lnTo>
                  <a:lnTo>
                    <a:pt x="1390292" y="1396164"/>
                  </a:lnTo>
                  <a:lnTo>
                    <a:pt x="1390298" y="1396163"/>
                  </a:lnTo>
                  <a:lnTo>
                    <a:pt x="1390305" y="1396161"/>
                  </a:lnTo>
                  <a:lnTo>
                    <a:pt x="1390311" y="1396161"/>
                  </a:lnTo>
                  <a:lnTo>
                    <a:pt x="1390318" y="1396162"/>
                  </a:lnTo>
                  <a:lnTo>
                    <a:pt x="1390325" y="1396164"/>
                  </a:lnTo>
                  <a:lnTo>
                    <a:pt x="1390329" y="1396168"/>
                  </a:lnTo>
                  <a:lnTo>
                    <a:pt x="1390332" y="1396171"/>
                  </a:lnTo>
                  <a:lnTo>
                    <a:pt x="1390337" y="1396177"/>
                  </a:lnTo>
                  <a:lnTo>
                    <a:pt x="1390353" y="1396200"/>
                  </a:lnTo>
                  <a:lnTo>
                    <a:pt x="1390361" y="1396212"/>
                  </a:lnTo>
                  <a:lnTo>
                    <a:pt x="1390386" y="1396248"/>
                  </a:lnTo>
                  <a:lnTo>
                    <a:pt x="1390432" y="1396317"/>
                  </a:lnTo>
                  <a:lnTo>
                    <a:pt x="1390435" y="1396321"/>
                  </a:lnTo>
                  <a:lnTo>
                    <a:pt x="1390455" y="1396356"/>
                  </a:lnTo>
                  <a:lnTo>
                    <a:pt x="1390462" y="1396367"/>
                  </a:lnTo>
                  <a:lnTo>
                    <a:pt x="1390464" y="1396372"/>
                  </a:lnTo>
                  <a:lnTo>
                    <a:pt x="1390468" y="1396380"/>
                  </a:lnTo>
                  <a:lnTo>
                    <a:pt x="1390471" y="1396392"/>
                  </a:lnTo>
                  <a:lnTo>
                    <a:pt x="1390472" y="1396398"/>
                  </a:lnTo>
                  <a:lnTo>
                    <a:pt x="1390473" y="1396403"/>
                  </a:lnTo>
                  <a:lnTo>
                    <a:pt x="1390472" y="1396409"/>
                  </a:lnTo>
                  <a:lnTo>
                    <a:pt x="1390471" y="1396413"/>
                  </a:lnTo>
                  <a:lnTo>
                    <a:pt x="1390470" y="1396419"/>
                  </a:lnTo>
                  <a:lnTo>
                    <a:pt x="1390467" y="1396423"/>
                  </a:lnTo>
                  <a:lnTo>
                    <a:pt x="1390462" y="1396426"/>
                  </a:lnTo>
                  <a:lnTo>
                    <a:pt x="1390458" y="1396428"/>
                  </a:lnTo>
                  <a:lnTo>
                    <a:pt x="1390453" y="1396430"/>
                  </a:lnTo>
                  <a:lnTo>
                    <a:pt x="1390447" y="1396433"/>
                  </a:lnTo>
                  <a:lnTo>
                    <a:pt x="1390442" y="1396436"/>
                  </a:lnTo>
                  <a:lnTo>
                    <a:pt x="1390428" y="1396441"/>
                  </a:lnTo>
                  <a:lnTo>
                    <a:pt x="1390419" y="1396446"/>
                  </a:lnTo>
                  <a:lnTo>
                    <a:pt x="1390411" y="1396449"/>
                  </a:lnTo>
                  <a:lnTo>
                    <a:pt x="1390373" y="1396465"/>
                  </a:lnTo>
                  <a:lnTo>
                    <a:pt x="1390367" y="1396468"/>
                  </a:lnTo>
                  <a:lnTo>
                    <a:pt x="1390350" y="1396474"/>
                  </a:lnTo>
                  <a:lnTo>
                    <a:pt x="1390312" y="1396490"/>
                  </a:lnTo>
                  <a:lnTo>
                    <a:pt x="1390287" y="1396501"/>
                  </a:lnTo>
                  <a:lnTo>
                    <a:pt x="1390235" y="1396523"/>
                  </a:lnTo>
                  <a:lnTo>
                    <a:pt x="1390230" y="1396526"/>
                  </a:lnTo>
                  <a:lnTo>
                    <a:pt x="1390234" y="1396571"/>
                  </a:lnTo>
                  <a:lnTo>
                    <a:pt x="1390242" y="1396604"/>
                  </a:lnTo>
                  <a:lnTo>
                    <a:pt x="1390249" y="1396632"/>
                  </a:lnTo>
                  <a:lnTo>
                    <a:pt x="1390261" y="1396665"/>
                  </a:lnTo>
                  <a:lnTo>
                    <a:pt x="1390288" y="1396667"/>
                  </a:lnTo>
                  <a:lnTo>
                    <a:pt x="1390323" y="1396673"/>
                  </a:lnTo>
                  <a:lnTo>
                    <a:pt x="1390336" y="1396676"/>
                  </a:lnTo>
                  <a:lnTo>
                    <a:pt x="1390349" y="1396674"/>
                  </a:lnTo>
                  <a:lnTo>
                    <a:pt x="1390374" y="1396671"/>
                  </a:lnTo>
                  <a:lnTo>
                    <a:pt x="1390387" y="1396670"/>
                  </a:lnTo>
                  <a:lnTo>
                    <a:pt x="1390392" y="1396681"/>
                  </a:lnTo>
                  <a:lnTo>
                    <a:pt x="1390384" y="1396700"/>
                  </a:lnTo>
                  <a:lnTo>
                    <a:pt x="1390380" y="1396709"/>
                  </a:lnTo>
                  <a:lnTo>
                    <a:pt x="1390372" y="1396726"/>
                  </a:lnTo>
                  <a:lnTo>
                    <a:pt x="1390368" y="1396738"/>
                  </a:lnTo>
                  <a:lnTo>
                    <a:pt x="1390362" y="1396755"/>
                  </a:lnTo>
                  <a:lnTo>
                    <a:pt x="1390358" y="1396768"/>
                  </a:lnTo>
                  <a:lnTo>
                    <a:pt x="1390338" y="1396831"/>
                  </a:lnTo>
                  <a:lnTo>
                    <a:pt x="1390326" y="1396850"/>
                  </a:lnTo>
                  <a:lnTo>
                    <a:pt x="1390288" y="1396851"/>
                  </a:lnTo>
                  <a:lnTo>
                    <a:pt x="1390266" y="1396851"/>
                  </a:lnTo>
                  <a:lnTo>
                    <a:pt x="1390254" y="1396877"/>
                  </a:lnTo>
                  <a:lnTo>
                    <a:pt x="1390239" y="1396911"/>
                  </a:lnTo>
                  <a:lnTo>
                    <a:pt x="1390210" y="1397004"/>
                  </a:lnTo>
                  <a:lnTo>
                    <a:pt x="1390198" y="1397043"/>
                  </a:lnTo>
                  <a:lnTo>
                    <a:pt x="1390209" y="1397056"/>
                  </a:lnTo>
                  <a:lnTo>
                    <a:pt x="1390212" y="1397060"/>
                  </a:lnTo>
                  <a:lnTo>
                    <a:pt x="1390292" y="1397024"/>
                  </a:lnTo>
                  <a:lnTo>
                    <a:pt x="1390313" y="1397014"/>
                  </a:lnTo>
                  <a:lnTo>
                    <a:pt x="1390342" y="1397004"/>
                  </a:lnTo>
                  <a:lnTo>
                    <a:pt x="1390368" y="1396997"/>
                  </a:lnTo>
                  <a:lnTo>
                    <a:pt x="1390384" y="1396993"/>
                  </a:lnTo>
                  <a:lnTo>
                    <a:pt x="1390394" y="1396993"/>
                  </a:lnTo>
                  <a:lnTo>
                    <a:pt x="1390400" y="1396993"/>
                  </a:lnTo>
                  <a:lnTo>
                    <a:pt x="1390408" y="1396995"/>
                  </a:lnTo>
                  <a:lnTo>
                    <a:pt x="1390417" y="1396999"/>
                  </a:lnTo>
                  <a:lnTo>
                    <a:pt x="1390424" y="1397006"/>
                  </a:lnTo>
                  <a:lnTo>
                    <a:pt x="1390431" y="1397018"/>
                  </a:lnTo>
                  <a:lnTo>
                    <a:pt x="1390438" y="1397030"/>
                  </a:lnTo>
                  <a:lnTo>
                    <a:pt x="1390485" y="1397235"/>
                  </a:lnTo>
                  <a:lnTo>
                    <a:pt x="1390491" y="1397257"/>
                  </a:lnTo>
                  <a:lnTo>
                    <a:pt x="1390500" y="1397304"/>
                  </a:lnTo>
                  <a:lnTo>
                    <a:pt x="1390502" y="1397312"/>
                  </a:lnTo>
                  <a:lnTo>
                    <a:pt x="1390534" y="1397474"/>
                  </a:lnTo>
                  <a:lnTo>
                    <a:pt x="1390541" y="1397511"/>
                  </a:lnTo>
                  <a:lnTo>
                    <a:pt x="1390544" y="1397528"/>
                  </a:lnTo>
                  <a:lnTo>
                    <a:pt x="1390545" y="1397536"/>
                  </a:lnTo>
                  <a:lnTo>
                    <a:pt x="1390546" y="1397543"/>
                  </a:lnTo>
                  <a:lnTo>
                    <a:pt x="1390546" y="1397549"/>
                  </a:lnTo>
                  <a:lnTo>
                    <a:pt x="1390547" y="1397564"/>
                  </a:lnTo>
                  <a:lnTo>
                    <a:pt x="1390546" y="1397576"/>
                  </a:lnTo>
                  <a:lnTo>
                    <a:pt x="1390545" y="1397583"/>
                  </a:lnTo>
                  <a:lnTo>
                    <a:pt x="1390543" y="1397591"/>
                  </a:lnTo>
                  <a:lnTo>
                    <a:pt x="1390539" y="1397606"/>
                  </a:lnTo>
                  <a:lnTo>
                    <a:pt x="1390537" y="1397613"/>
                  </a:lnTo>
                  <a:lnTo>
                    <a:pt x="1390534" y="1397618"/>
                  </a:lnTo>
                  <a:lnTo>
                    <a:pt x="1390528" y="1397628"/>
                  </a:lnTo>
                  <a:lnTo>
                    <a:pt x="1390524" y="1397632"/>
                  </a:lnTo>
                  <a:lnTo>
                    <a:pt x="1390509" y="1397633"/>
                  </a:lnTo>
                  <a:lnTo>
                    <a:pt x="1390489" y="1397633"/>
                  </a:lnTo>
                  <a:lnTo>
                    <a:pt x="1390476" y="1397634"/>
                  </a:lnTo>
                  <a:lnTo>
                    <a:pt x="1390397" y="1397635"/>
                  </a:lnTo>
                  <a:lnTo>
                    <a:pt x="1390340" y="1397637"/>
                  </a:lnTo>
                  <a:lnTo>
                    <a:pt x="1390303" y="1397638"/>
                  </a:lnTo>
                  <a:lnTo>
                    <a:pt x="1390265" y="1397639"/>
                  </a:lnTo>
                  <a:lnTo>
                    <a:pt x="1390192" y="1397641"/>
                  </a:lnTo>
                  <a:lnTo>
                    <a:pt x="1390099" y="1397643"/>
                  </a:lnTo>
                  <a:lnTo>
                    <a:pt x="1390090" y="1397643"/>
                  </a:lnTo>
                  <a:lnTo>
                    <a:pt x="1390078" y="1397645"/>
                  </a:lnTo>
                  <a:lnTo>
                    <a:pt x="1390074" y="1397645"/>
                  </a:lnTo>
                  <a:lnTo>
                    <a:pt x="1390061" y="1397650"/>
                  </a:lnTo>
                  <a:lnTo>
                    <a:pt x="1389992" y="1397674"/>
                  </a:lnTo>
                  <a:lnTo>
                    <a:pt x="1389944" y="1397689"/>
                  </a:lnTo>
                  <a:lnTo>
                    <a:pt x="1389897" y="1397691"/>
                  </a:lnTo>
                  <a:lnTo>
                    <a:pt x="1389879" y="1397691"/>
                  </a:lnTo>
                  <a:lnTo>
                    <a:pt x="1389722" y="1397699"/>
                  </a:lnTo>
                  <a:lnTo>
                    <a:pt x="1389497" y="1397714"/>
                  </a:lnTo>
                  <a:lnTo>
                    <a:pt x="1389469" y="1397715"/>
                  </a:lnTo>
                  <a:lnTo>
                    <a:pt x="1389463" y="1397714"/>
                  </a:lnTo>
                  <a:lnTo>
                    <a:pt x="1389451" y="1397714"/>
                  </a:lnTo>
                  <a:lnTo>
                    <a:pt x="1389444" y="1397712"/>
                  </a:lnTo>
                  <a:lnTo>
                    <a:pt x="1389434" y="1397709"/>
                  </a:lnTo>
                  <a:lnTo>
                    <a:pt x="1389421" y="1397704"/>
                  </a:lnTo>
                  <a:lnTo>
                    <a:pt x="1389409" y="1397699"/>
                  </a:lnTo>
                  <a:lnTo>
                    <a:pt x="1389401" y="1397695"/>
                  </a:lnTo>
                  <a:lnTo>
                    <a:pt x="1389374" y="1397676"/>
                  </a:lnTo>
                  <a:lnTo>
                    <a:pt x="1389361" y="1397668"/>
                  </a:lnTo>
                  <a:lnTo>
                    <a:pt x="1389272" y="1397609"/>
                  </a:lnTo>
                  <a:lnTo>
                    <a:pt x="1389250" y="1397599"/>
                  </a:lnTo>
                  <a:lnTo>
                    <a:pt x="1389166" y="1397560"/>
                  </a:lnTo>
                  <a:lnTo>
                    <a:pt x="1389130" y="1397542"/>
                  </a:lnTo>
                  <a:lnTo>
                    <a:pt x="1389127" y="1397527"/>
                  </a:lnTo>
                  <a:lnTo>
                    <a:pt x="1389125" y="1397516"/>
                  </a:lnTo>
                  <a:lnTo>
                    <a:pt x="1389056" y="1397455"/>
                  </a:lnTo>
                  <a:lnTo>
                    <a:pt x="1388990" y="1397408"/>
                  </a:lnTo>
                  <a:lnTo>
                    <a:pt x="1388986" y="1397405"/>
                  </a:lnTo>
                  <a:lnTo>
                    <a:pt x="1388947" y="1397376"/>
                  </a:lnTo>
                  <a:lnTo>
                    <a:pt x="1388929" y="1397364"/>
                  </a:lnTo>
                  <a:lnTo>
                    <a:pt x="1388912" y="1397351"/>
                  </a:lnTo>
                  <a:lnTo>
                    <a:pt x="1388903" y="1397344"/>
                  </a:lnTo>
                  <a:lnTo>
                    <a:pt x="1388889" y="1397349"/>
                  </a:lnTo>
                  <a:lnTo>
                    <a:pt x="1388882" y="1397355"/>
                  </a:lnTo>
                  <a:lnTo>
                    <a:pt x="1388878" y="1397364"/>
                  </a:lnTo>
                  <a:lnTo>
                    <a:pt x="1388858" y="1397371"/>
                  </a:lnTo>
                  <a:lnTo>
                    <a:pt x="1388853" y="1397372"/>
                  </a:lnTo>
                  <a:lnTo>
                    <a:pt x="1388836" y="1397378"/>
                  </a:lnTo>
                  <a:lnTo>
                    <a:pt x="1388824" y="1397382"/>
                  </a:lnTo>
                  <a:lnTo>
                    <a:pt x="1388817" y="1397383"/>
                  </a:lnTo>
                  <a:lnTo>
                    <a:pt x="1388810" y="1397384"/>
                  </a:lnTo>
                  <a:lnTo>
                    <a:pt x="1388804" y="1397384"/>
                  </a:lnTo>
                  <a:lnTo>
                    <a:pt x="1388797" y="1397385"/>
                  </a:lnTo>
                  <a:lnTo>
                    <a:pt x="1388793" y="1397385"/>
                  </a:lnTo>
                  <a:lnTo>
                    <a:pt x="1388782" y="1397386"/>
                  </a:lnTo>
                  <a:lnTo>
                    <a:pt x="1388742" y="1397388"/>
                  </a:lnTo>
                  <a:lnTo>
                    <a:pt x="1388669" y="1397392"/>
                  </a:lnTo>
                  <a:lnTo>
                    <a:pt x="1388608" y="1397398"/>
                  </a:lnTo>
                  <a:lnTo>
                    <a:pt x="1388603" y="1397399"/>
                  </a:lnTo>
                  <a:lnTo>
                    <a:pt x="1388552" y="1397408"/>
                  </a:lnTo>
                  <a:lnTo>
                    <a:pt x="1388542" y="1397423"/>
                  </a:lnTo>
                  <a:lnTo>
                    <a:pt x="1388538" y="1397442"/>
                  </a:lnTo>
                  <a:lnTo>
                    <a:pt x="1388537" y="1397448"/>
                  </a:lnTo>
                  <a:lnTo>
                    <a:pt x="1388536" y="1397455"/>
                  </a:lnTo>
                  <a:lnTo>
                    <a:pt x="1388538" y="1397460"/>
                  </a:lnTo>
                  <a:lnTo>
                    <a:pt x="1388541" y="1397470"/>
                  </a:lnTo>
                  <a:lnTo>
                    <a:pt x="1388544" y="1397485"/>
                  </a:lnTo>
                  <a:lnTo>
                    <a:pt x="1388551" y="1397496"/>
                  </a:lnTo>
                  <a:lnTo>
                    <a:pt x="1388604" y="1397497"/>
                  </a:lnTo>
                  <a:lnTo>
                    <a:pt x="1388629" y="1397502"/>
                  </a:lnTo>
                  <a:lnTo>
                    <a:pt x="1388655" y="1397507"/>
                  </a:lnTo>
                  <a:lnTo>
                    <a:pt x="1388705" y="1397512"/>
                  </a:lnTo>
                  <a:lnTo>
                    <a:pt x="1388719" y="1397523"/>
                  </a:lnTo>
                  <a:lnTo>
                    <a:pt x="1388743" y="1397525"/>
                  </a:lnTo>
                  <a:lnTo>
                    <a:pt x="1388772" y="1397523"/>
                  </a:lnTo>
                  <a:lnTo>
                    <a:pt x="1388784" y="1397527"/>
                  </a:lnTo>
                  <a:lnTo>
                    <a:pt x="1388793" y="1397535"/>
                  </a:lnTo>
                  <a:lnTo>
                    <a:pt x="1388807" y="1397551"/>
                  </a:lnTo>
                  <a:lnTo>
                    <a:pt x="1388813" y="1397563"/>
                  </a:lnTo>
                  <a:lnTo>
                    <a:pt x="1388824" y="1397586"/>
                  </a:lnTo>
                  <a:lnTo>
                    <a:pt x="1388834" y="1397600"/>
                  </a:lnTo>
                  <a:lnTo>
                    <a:pt x="1388869" y="1397650"/>
                  </a:lnTo>
                  <a:lnTo>
                    <a:pt x="1388880" y="1397670"/>
                  </a:lnTo>
                  <a:lnTo>
                    <a:pt x="1388917" y="1397688"/>
                  </a:lnTo>
                  <a:lnTo>
                    <a:pt x="1388922" y="1397690"/>
                  </a:lnTo>
                  <a:lnTo>
                    <a:pt x="1388948" y="1397703"/>
                  </a:lnTo>
                  <a:lnTo>
                    <a:pt x="1389051" y="1397753"/>
                  </a:lnTo>
                  <a:lnTo>
                    <a:pt x="1389127" y="1397786"/>
                  </a:lnTo>
                  <a:lnTo>
                    <a:pt x="1389183" y="1397810"/>
                  </a:lnTo>
                  <a:lnTo>
                    <a:pt x="1389288" y="1397855"/>
                  </a:lnTo>
                  <a:lnTo>
                    <a:pt x="1389294" y="1397855"/>
                  </a:lnTo>
                  <a:lnTo>
                    <a:pt x="1389340" y="1397865"/>
                  </a:lnTo>
                  <a:lnTo>
                    <a:pt x="1389369" y="1397868"/>
                  </a:lnTo>
                  <a:lnTo>
                    <a:pt x="1389421" y="1397881"/>
                  </a:lnTo>
                  <a:lnTo>
                    <a:pt x="1389436" y="1397883"/>
                  </a:lnTo>
                  <a:lnTo>
                    <a:pt x="1389459" y="1397886"/>
                  </a:lnTo>
                  <a:lnTo>
                    <a:pt x="1389477" y="1397888"/>
                  </a:lnTo>
                  <a:lnTo>
                    <a:pt x="1389487" y="1397890"/>
                  </a:lnTo>
                  <a:lnTo>
                    <a:pt x="1389640" y="1397883"/>
                  </a:lnTo>
                  <a:lnTo>
                    <a:pt x="1389746" y="1397879"/>
                  </a:lnTo>
                  <a:lnTo>
                    <a:pt x="1389814" y="1397894"/>
                  </a:lnTo>
                  <a:lnTo>
                    <a:pt x="1389910" y="1397916"/>
                  </a:lnTo>
                  <a:lnTo>
                    <a:pt x="1390140" y="1397967"/>
                  </a:lnTo>
                  <a:lnTo>
                    <a:pt x="1390248" y="1398026"/>
                  </a:lnTo>
                  <a:lnTo>
                    <a:pt x="1390417" y="1398117"/>
                  </a:lnTo>
                  <a:lnTo>
                    <a:pt x="1390562" y="1398279"/>
                  </a:lnTo>
                  <a:lnTo>
                    <a:pt x="1390621" y="1398379"/>
                  </a:lnTo>
                  <a:lnTo>
                    <a:pt x="1390674" y="1398468"/>
                  </a:lnTo>
                  <a:lnTo>
                    <a:pt x="1390731" y="1398606"/>
                  </a:lnTo>
                  <a:lnTo>
                    <a:pt x="1390764" y="1398682"/>
                  </a:lnTo>
                  <a:lnTo>
                    <a:pt x="1390767" y="1398691"/>
                  </a:lnTo>
                  <a:lnTo>
                    <a:pt x="1390768" y="1398707"/>
                  </a:lnTo>
                  <a:lnTo>
                    <a:pt x="1390748" y="1398723"/>
                  </a:lnTo>
                  <a:lnTo>
                    <a:pt x="1390728" y="1398739"/>
                  </a:lnTo>
                  <a:lnTo>
                    <a:pt x="1390731" y="1398769"/>
                  </a:lnTo>
                  <a:lnTo>
                    <a:pt x="1390749" y="1398811"/>
                  </a:lnTo>
                  <a:lnTo>
                    <a:pt x="1390762" y="1398824"/>
                  </a:lnTo>
                  <a:lnTo>
                    <a:pt x="1390770" y="1398832"/>
                  </a:lnTo>
                  <a:lnTo>
                    <a:pt x="1390775" y="1398828"/>
                  </a:lnTo>
                  <a:lnTo>
                    <a:pt x="1390792" y="1398818"/>
                  </a:lnTo>
                  <a:lnTo>
                    <a:pt x="1390804" y="1398816"/>
                  </a:lnTo>
                  <a:lnTo>
                    <a:pt x="1390836" y="1398811"/>
                  </a:lnTo>
                  <a:lnTo>
                    <a:pt x="1390852" y="1398816"/>
                  </a:lnTo>
                  <a:lnTo>
                    <a:pt x="1390870" y="1398854"/>
                  </a:lnTo>
                  <a:lnTo>
                    <a:pt x="1390903" y="1398895"/>
                  </a:lnTo>
                  <a:lnTo>
                    <a:pt x="1390911" y="1398905"/>
                  </a:lnTo>
                  <a:lnTo>
                    <a:pt x="1390939" y="1398940"/>
                  </a:lnTo>
                  <a:lnTo>
                    <a:pt x="1390959" y="1398957"/>
                  </a:lnTo>
                  <a:lnTo>
                    <a:pt x="1391005" y="1398999"/>
                  </a:lnTo>
                  <a:lnTo>
                    <a:pt x="1391015" y="1399011"/>
                  </a:lnTo>
                  <a:lnTo>
                    <a:pt x="1391058" y="1399059"/>
                  </a:lnTo>
                  <a:lnTo>
                    <a:pt x="1391111" y="1399118"/>
                  </a:lnTo>
                  <a:lnTo>
                    <a:pt x="1391136" y="1399147"/>
                  </a:lnTo>
                  <a:lnTo>
                    <a:pt x="1391148" y="1399160"/>
                  </a:lnTo>
                  <a:lnTo>
                    <a:pt x="1391162" y="1399176"/>
                  </a:lnTo>
                  <a:lnTo>
                    <a:pt x="1391199" y="1399218"/>
                  </a:lnTo>
                  <a:lnTo>
                    <a:pt x="1391334" y="1399346"/>
                  </a:lnTo>
                  <a:lnTo>
                    <a:pt x="1391350" y="1399361"/>
                  </a:lnTo>
                  <a:lnTo>
                    <a:pt x="1391395" y="1399401"/>
                  </a:lnTo>
                  <a:lnTo>
                    <a:pt x="1391414" y="1399418"/>
                  </a:lnTo>
                  <a:lnTo>
                    <a:pt x="1391424" y="1399420"/>
                  </a:lnTo>
                  <a:lnTo>
                    <a:pt x="1391464" y="1399431"/>
                  </a:lnTo>
                  <a:lnTo>
                    <a:pt x="1391486" y="1399436"/>
                  </a:lnTo>
                  <a:lnTo>
                    <a:pt x="1391530" y="1399456"/>
                  </a:lnTo>
                  <a:lnTo>
                    <a:pt x="1391552" y="1399474"/>
                  </a:lnTo>
                  <a:lnTo>
                    <a:pt x="1391571" y="1399489"/>
                  </a:lnTo>
                  <a:lnTo>
                    <a:pt x="1391632" y="1399487"/>
                  </a:lnTo>
                  <a:lnTo>
                    <a:pt x="1391663" y="1399460"/>
                  </a:lnTo>
                  <a:lnTo>
                    <a:pt x="1391669" y="1399444"/>
                  </a:lnTo>
                  <a:lnTo>
                    <a:pt x="1391689" y="1399436"/>
                  </a:lnTo>
                  <a:lnTo>
                    <a:pt x="1391704" y="1399444"/>
                  </a:lnTo>
                  <a:lnTo>
                    <a:pt x="1391728" y="1399457"/>
                  </a:lnTo>
                  <a:lnTo>
                    <a:pt x="1391747" y="1399485"/>
                  </a:lnTo>
                  <a:lnTo>
                    <a:pt x="1391762" y="1399531"/>
                  </a:lnTo>
                  <a:lnTo>
                    <a:pt x="1391765" y="1399593"/>
                  </a:lnTo>
                  <a:lnTo>
                    <a:pt x="1391738" y="1399649"/>
                  </a:lnTo>
                  <a:lnTo>
                    <a:pt x="1391719" y="1399795"/>
                  </a:lnTo>
                  <a:lnTo>
                    <a:pt x="1391710" y="1399855"/>
                  </a:lnTo>
                  <a:lnTo>
                    <a:pt x="1391714" y="1399883"/>
                  </a:lnTo>
                  <a:lnTo>
                    <a:pt x="1391717" y="1399899"/>
                  </a:lnTo>
                  <a:lnTo>
                    <a:pt x="1391726" y="1399908"/>
                  </a:lnTo>
                  <a:lnTo>
                    <a:pt x="1391742" y="1399923"/>
                  </a:lnTo>
                  <a:lnTo>
                    <a:pt x="1391798" y="1399960"/>
                  </a:lnTo>
                  <a:lnTo>
                    <a:pt x="1391956" y="1399843"/>
                  </a:lnTo>
                  <a:lnTo>
                    <a:pt x="1392011" y="1399946"/>
                  </a:lnTo>
                  <a:lnTo>
                    <a:pt x="1391810" y="1400101"/>
                  </a:lnTo>
                  <a:lnTo>
                    <a:pt x="1391817" y="1400136"/>
                  </a:lnTo>
                  <a:lnTo>
                    <a:pt x="1391806" y="1400241"/>
                  </a:lnTo>
                  <a:lnTo>
                    <a:pt x="1391811" y="1400262"/>
                  </a:lnTo>
                  <a:lnTo>
                    <a:pt x="1391815" y="1400267"/>
                  </a:lnTo>
                  <a:lnTo>
                    <a:pt x="1391822" y="1400275"/>
                  </a:lnTo>
                  <a:lnTo>
                    <a:pt x="1391831" y="1400282"/>
                  </a:lnTo>
                  <a:lnTo>
                    <a:pt x="1391840" y="1400289"/>
                  </a:lnTo>
                  <a:lnTo>
                    <a:pt x="1391843" y="1400293"/>
                  </a:lnTo>
                  <a:lnTo>
                    <a:pt x="1391855" y="1400300"/>
                  </a:lnTo>
                  <a:lnTo>
                    <a:pt x="1391861" y="1400304"/>
                  </a:lnTo>
                  <a:lnTo>
                    <a:pt x="1391867" y="1400310"/>
                  </a:lnTo>
                  <a:lnTo>
                    <a:pt x="1391886" y="1400315"/>
                  </a:lnTo>
                  <a:lnTo>
                    <a:pt x="1391944" y="1400332"/>
                  </a:lnTo>
                  <a:lnTo>
                    <a:pt x="1391950" y="1400333"/>
                  </a:lnTo>
                  <a:lnTo>
                    <a:pt x="1391994" y="1400354"/>
                  </a:lnTo>
                  <a:lnTo>
                    <a:pt x="1392062" y="1400387"/>
                  </a:lnTo>
                  <a:lnTo>
                    <a:pt x="1392121" y="1400446"/>
                  </a:lnTo>
                  <a:lnTo>
                    <a:pt x="1392141" y="1400481"/>
                  </a:lnTo>
                  <a:lnTo>
                    <a:pt x="1392167" y="1400481"/>
                  </a:lnTo>
                  <a:lnTo>
                    <a:pt x="1392235" y="1400522"/>
                  </a:lnTo>
                  <a:lnTo>
                    <a:pt x="1392283" y="1400593"/>
                  </a:lnTo>
                  <a:lnTo>
                    <a:pt x="1392327" y="1400656"/>
                  </a:lnTo>
                  <a:lnTo>
                    <a:pt x="1392338" y="1400678"/>
                  </a:lnTo>
                  <a:lnTo>
                    <a:pt x="1392354" y="1400709"/>
                  </a:lnTo>
                  <a:lnTo>
                    <a:pt x="1392455" y="1400959"/>
                  </a:lnTo>
                  <a:lnTo>
                    <a:pt x="1392391" y="1400993"/>
                  </a:lnTo>
                  <a:lnTo>
                    <a:pt x="1392419" y="1401336"/>
                  </a:lnTo>
                  <a:lnTo>
                    <a:pt x="1392234" y="1401381"/>
                  </a:lnTo>
                  <a:lnTo>
                    <a:pt x="1392112" y="1401121"/>
                  </a:lnTo>
                  <a:lnTo>
                    <a:pt x="1392087" y="1401097"/>
                  </a:lnTo>
                  <a:lnTo>
                    <a:pt x="1392052" y="1401077"/>
                  </a:lnTo>
                  <a:lnTo>
                    <a:pt x="1392036" y="1401078"/>
                  </a:lnTo>
                  <a:lnTo>
                    <a:pt x="1392029" y="1401079"/>
                  </a:lnTo>
                  <a:lnTo>
                    <a:pt x="1392000" y="1401102"/>
                  </a:lnTo>
                  <a:lnTo>
                    <a:pt x="1391906" y="1401168"/>
                  </a:lnTo>
                  <a:lnTo>
                    <a:pt x="1391900" y="1401176"/>
                  </a:lnTo>
                  <a:lnTo>
                    <a:pt x="1391886" y="1401196"/>
                  </a:lnTo>
                  <a:lnTo>
                    <a:pt x="1391871" y="1401211"/>
                  </a:lnTo>
                  <a:lnTo>
                    <a:pt x="1391880" y="1401236"/>
                  </a:lnTo>
                  <a:lnTo>
                    <a:pt x="1391906" y="1401257"/>
                  </a:lnTo>
                  <a:lnTo>
                    <a:pt x="1391912" y="1401257"/>
                  </a:lnTo>
                  <a:lnTo>
                    <a:pt x="1391916" y="1401257"/>
                  </a:lnTo>
                  <a:lnTo>
                    <a:pt x="1391922" y="1401258"/>
                  </a:lnTo>
                  <a:lnTo>
                    <a:pt x="1391928" y="1401258"/>
                  </a:lnTo>
                  <a:lnTo>
                    <a:pt x="1391935" y="1401259"/>
                  </a:lnTo>
                  <a:lnTo>
                    <a:pt x="1391942" y="1401259"/>
                  </a:lnTo>
                  <a:lnTo>
                    <a:pt x="1391948" y="1401260"/>
                  </a:lnTo>
                  <a:lnTo>
                    <a:pt x="1391952" y="1401260"/>
                  </a:lnTo>
                  <a:lnTo>
                    <a:pt x="1391956" y="1401260"/>
                  </a:lnTo>
                  <a:lnTo>
                    <a:pt x="1391968" y="1401262"/>
                  </a:lnTo>
                  <a:lnTo>
                    <a:pt x="1391975" y="1401265"/>
                  </a:lnTo>
                  <a:lnTo>
                    <a:pt x="1391981" y="1401268"/>
                  </a:lnTo>
                  <a:lnTo>
                    <a:pt x="1391987" y="1401272"/>
                  </a:lnTo>
                  <a:lnTo>
                    <a:pt x="1391993" y="1401275"/>
                  </a:lnTo>
                  <a:lnTo>
                    <a:pt x="1392000" y="1401281"/>
                  </a:lnTo>
                  <a:lnTo>
                    <a:pt x="1392004" y="1401285"/>
                  </a:lnTo>
                  <a:lnTo>
                    <a:pt x="1392009" y="1401290"/>
                  </a:lnTo>
                  <a:lnTo>
                    <a:pt x="1392014" y="1401294"/>
                  </a:lnTo>
                  <a:lnTo>
                    <a:pt x="1392022" y="1401301"/>
                  </a:lnTo>
                  <a:lnTo>
                    <a:pt x="1392026" y="1401305"/>
                  </a:lnTo>
                  <a:lnTo>
                    <a:pt x="1392030" y="1401310"/>
                  </a:lnTo>
                  <a:lnTo>
                    <a:pt x="1392034" y="1401314"/>
                  </a:lnTo>
                  <a:lnTo>
                    <a:pt x="1392038" y="1401317"/>
                  </a:lnTo>
                  <a:lnTo>
                    <a:pt x="1392042" y="1401321"/>
                  </a:lnTo>
                  <a:lnTo>
                    <a:pt x="1392047" y="1401325"/>
                  </a:lnTo>
                  <a:lnTo>
                    <a:pt x="1392058" y="1401335"/>
                  </a:lnTo>
                  <a:lnTo>
                    <a:pt x="1392065" y="1401341"/>
                  </a:lnTo>
                  <a:lnTo>
                    <a:pt x="1392080" y="1401360"/>
                  </a:lnTo>
                  <a:lnTo>
                    <a:pt x="1392084" y="1401364"/>
                  </a:lnTo>
                  <a:lnTo>
                    <a:pt x="1392088" y="1401369"/>
                  </a:lnTo>
                  <a:lnTo>
                    <a:pt x="1392093" y="1401375"/>
                  </a:lnTo>
                  <a:lnTo>
                    <a:pt x="1392097" y="1401381"/>
                  </a:lnTo>
                  <a:lnTo>
                    <a:pt x="1392104" y="1401389"/>
                  </a:lnTo>
                  <a:lnTo>
                    <a:pt x="1392109" y="1401395"/>
                  </a:lnTo>
                  <a:lnTo>
                    <a:pt x="1392114" y="1401402"/>
                  </a:lnTo>
                  <a:lnTo>
                    <a:pt x="1392117" y="1401408"/>
                  </a:lnTo>
                  <a:lnTo>
                    <a:pt x="1392120" y="1401413"/>
                  </a:lnTo>
                  <a:lnTo>
                    <a:pt x="1392124" y="1401419"/>
                  </a:lnTo>
                  <a:lnTo>
                    <a:pt x="1392128" y="1401425"/>
                  </a:lnTo>
                  <a:lnTo>
                    <a:pt x="1392134" y="1401432"/>
                  </a:lnTo>
                  <a:lnTo>
                    <a:pt x="1392140" y="1401439"/>
                  </a:lnTo>
                  <a:lnTo>
                    <a:pt x="1392169" y="1401484"/>
                  </a:lnTo>
                  <a:lnTo>
                    <a:pt x="1392174" y="1401495"/>
                  </a:lnTo>
                  <a:lnTo>
                    <a:pt x="1392200" y="1401548"/>
                  </a:lnTo>
                  <a:lnTo>
                    <a:pt x="1392203" y="1401556"/>
                  </a:lnTo>
                  <a:lnTo>
                    <a:pt x="1392215" y="1401600"/>
                  </a:lnTo>
                  <a:lnTo>
                    <a:pt x="1392218" y="1401658"/>
                  </a:lnTo>
                  <a:lnTo>
                    <a:pt x="1392217" y="1401667"/>
                  </a:lnTo>
                  <a:lnTo>
                    <a:pt x="1392216" y="1401673"/>
                  </a:lnTo>
                  <a:lnTo>
                    <a:pt x="1392211" y="1401688"/>
                  </a:lnTo>
                  <a:lnTo>
                    <a:pt x="1392206" y="1401703"/>
                  </a:lnTo>
                  <a:lnTo>
                    <a:pt x="1392203" y="1401712"/>
                  </a:lnTo>
                  <a:lnTo>
                    <a:pt x="1392196" y="1401732"/>
                  </a:lnTo>
                  <a:lnTo>
                    <a:pt x="1392191" y="1401744"/>
                  </a:lnTo>
                  <a:lnTo>
                    <a:pt x="1392148" y="1401869"/>
                  </a:lnTo>
                  <a:lnTo>
                    <a:pt x="1392143" y="1401880"/>
                  </a:lnTo>
                  <a:lnTo>
                    <a:pt x="1392141" y="1401885"/>
                  </a:lnTo>
                  <a:lnTo>
                    <a:pt x="1392137" y="1401893"/>
                  </a:lnTo>
                  <a:lnTo>
                    <a:pt x="1392134" y="1401903"/>
                  </a:lnTo>
                  <a:lnTo>
                    <a:pt x="1392129" y="1401912"/>
                  </a:lnTo>
                  <a:lnTo>
                    <a:pt x="1392126" y="1401920"/>
                  </a:lnTo>
                  <a:lnTo>
                    <a:pt x="1392123" y="1401929"/>
                  </a:lnTo>
                  <a:lnTo>
                    <a:pt x="1392119" y="1401938"/>
                  </a:lnTo>
                  <a:lnTo>
                    <a:pt x="1392116" y="1401946"/>
                  </a:lnTo>
                  <a:lnTo>
                    <a:pt x="1392108" y="1401959"/>
                  </a:lnTo>
                  <a:lnTo>
                    <a:pt x="1392100" y="1401974"/>
                  </a:lnTo>
                  <a:lnTo>
                    <a:pt x="1392096" y="1401982"/>
                  </a:lnTo>
                  <a:lnTo>
                    <a:pt x="1392093" y="1401987"/>
                  </a:lnTo>
                  <a:lnTo>
                    <a:pt x="1392089" y="1401990"/>
                  </a:lnTo>
                  <a:lnTo>
                    <a:pt x="1392086" y="1401993"/>
                  </a:lnTo>
                  <a:lnTo>
                    <a:pt x="1392081" y="1401995"/>
                  </a:lnTo>
                  <a:lnTo>
                    <a:pt x="1392076" y="1401998"/>
                  </a:lnTo>
                  <a:lnTo>
                    <a:pt x="1392072" y="1402001"/>
                  </a:lnTo>
                  <a:lnTo>
                    <a:pt x="1392068" y="1402004"/>
                  </a:lnTo>
                  <a:lnTo>
                    <a:pt x="1392063" y="1402006"/>
                  </a:lnTo>
                  <a:lnTo>
                    <a:pt x="1392058" y="1402008"/>
                  </a:lnTo>
                  <a:lnTo>
                    <a:pt x="1392052" y="1402011"/>
                  </a:lnTo>
                  <a:lnTo>
                    <a:pt x="1392045" y="1402013"/>
                  </a:lnTo>
                  <a:lnTo>
                    <a:pt x="1392041" y="1402014"/>
                  </a:lnTo>
                  <a:lnTo>
                    <a:pt x="1392033" y="1402017"/>
                  </a:lnTo>
                  <a:lnTo>
                    <a:pt x="1392024" y="1402020"/>
                  </a:lnTo>
                  <a:lnTo>
                    <a:pt x="1392017" y="1402022"/>
                  </a:lnTo>
                  <a:lnTo>
                    <a:pt x="1392011" y="1402022"/>
                  </a:lnTo>
                  <a:lnTo>
                    <a:pt x="1392002" y="1402022"/>
                  </a:lnTo>
                  <a:lnTo>
                    <a:pt x="1391993" y="1402021"/>
                  </a:lnTo>
                  <a:lnTo>
                    <a:pt x="1391984" y="1402021"/>
                  </a:lnTo>
                  <a:lnTo>
                    <a:pt x="1391975" y="1402020"/>
                  </a:lnTo>
                  <a:lnTo>
                    <a:pt x="1391957" y="1402019"/>
                  </a:lnTo>
                  <a:lnTo>
                    <a:pt x="1391947" y="1402018"/>
                  </a:lnTo>
                  <a:lnTo>
                    <a:pt x="1391918" y="1402016"/>
                  </a:lnTo>
                  <a:lnTo>
                    <a:pt x="1391909" y="1402015"/>
                  </a:lnTo>
                  <a:lnTo>
                    <a:pt x="1391899" y="1402015"/>
                  </a:lnTo>
                  <a:lnTo>
                    <a:pt x="1391890" y="1402013"/>
                  </a:lnTo>
                  <a:lnTo>
                    <a:pt x="1391881" y="1402012"/>
                  </a:lnTo>
                  <a:lnTo>
                    <a:pt x="1391873" y="1402012"/>
                  </a:lnTo>
                  <a:lnTo>
                    <a:pt x="1391864" y="1402011"/>
                  </a:lnTo>
                  <a:lnTo>
                    <a:pt x="1391854" y="1402010"/>
                  </a:lnTo>
                  <a:lnTo>
                    <a:pt x="1391845" y="1402009"/>
                  </a:lnTo>
                  <a:lnTo>
                    <a:pt x="1391828" y="1402007"/>
                  </a:lnTo>
                  <a:lnTo>
                    <a:pt x="1391819" y="1402007"/>
                  </a:lnTo>
                  <a:lnTo>
                    <a:pt x="1391799" y="1402006"/>
                  </a:lnTo>
                  <a:lnTo>
                    <a:pt x="1391790" y="1402004"/>
                  </a:lnTo>
                  <a:lnTo>
                    <a:pt x="1391780" y="1402004"/>
                  </a:lnTo>
                  <a:lnTo>
                    <a:pt x="1391762" y="1402001"/>
                  </a:lnTo>
                  <a:lnTo>
                    <a:pt x="1391643" y="1401990"/>
                  </a:lnTo>
                  <a:lnTo>
                    <a:pt x="1391619" y="1401988"/>
                  </a:lnTo>
                  <a:lnTo>
                    <a:pt x="1391614" y="1401988"/>
                  </a:lnTo>
                  <a:lnTo>
                    <a:pt x="1391605" y="1402002"/>
                  </a:lnTo>
                  <a:lnTo>
                    <a:pt x="1391591" y="1402026"/>
                  </a:lnTo>
                  <a:lnTo>
                    <a:pt x="1391591" y="1402057"/>
                  </a:lnTo>
                  <a:lnTo>
                    <a:pt x="1391592" y="1402159"/>
                  </a:lnTo>
                  <a:lnTo>
                    <a:pt x="1391597" y="1402219"/>
                  </a:lnTo>
                  <a:lnTo>
                    <a:pt x="1391591" y="1402257"/>
                  </a:lnTo>
                  <a:lnTo>
                    <a:pt x="1391578" y="1402280"/>
                  </a:lnTo>
                  <a:lnTo>
                    <a:pt x="1391571" y="1402289"/>
                  </a:lnTo>
                  <a:lnTo>
                    <a:pt x="1391549" y="1402305"/>
                  </a:lnTo>
                  <a:lnTo>
                    <a:pt x="1391540" y="1402324"/>
                  </a:lnTo>
                  <a:lnTo>
                    <a:pt x="1391538" y="1402347"/>
                  </a:lnTo>
                  <a:lnTo>
                    <a:pt x="1391540" y="1402367"/>
                  </a:lnTo>
                  <a:lnTo>
                    <a:pt x="1391557" y="1402446"/>
                  </a:lnTo>
                  <a:lnTo>
                    <a:pt x="1391562" y="1402471"/>
                  </a:lnTo>
                  <a:lnTo>
                    <a:pt x="1391513" y="1402584"/>
                  </a:lnTo>
                  <a:lnTo>
                    <a:pt x="1391485" y="1402690"/>
                  </a:lnTo>
                  <a:lnTo>
                    <a:pt x="1391509" y="1402735"/>
                  </a:lnTo>
                  <a:lnTo>
                    <a:pt x="1391556" y="1402824"/>
                  </a:lnTo>
                  <a:lnTo>
                    <a:pt x="1391555" y="1402861"/>
                  </a:lnTo>
                  <a:lnTo>
                    <a:pt x="1391548" y="1402982"/>
                  </a:lnTo>
                  <a:lnTo>
                    <a:pt x="1391467" y="1403252"/>
                  </a:lnTo>
                  <a:lnTo>
                    <a:pt x="1391462" y="1403257"/>
                  </a:lnTo>
                  <a:lnTo>
                    <a:pt x="1391374" y="1403374"/>
                  </a:lnTo>
                  <a:lnTo>
                    <a:pt x="1391358" y="1403391"/>
                  </a:lnTo>
                  <a:lnTo>
                    <a:pt x="1391347" y="1403403"/>
                  </a:lnTo>
                  <a:lnTo>
                    <a:pt x="1391308" y="1403454"/>
                  </a:lnTo>
                  <a:lnTo>
                    <a:pt x="1391294" y="1403476"/>
                  </a:lnTo>
                  <a:lnTo>
                    <a:pt x="1391266" y="1403518"/>
                  </a:lnTo>
                  <a:lnTo>
                    <a:pt x="1391257" y="1403533"/>
                  </a:lnTo>
                  <a:lnTo>
                    <a:pt x="1391189" y="1403611"/>
                  </a:lnTo>
                  <a:lnTo>
                    <a:pt x="1391124" y="1403697"/>
                  </a:lnTo>
                  <a:lnTo>
                    <a:pt x="1391087" y="1403767"/>
                  </a:lnTo>
                  <a:lnTo>
                    <a:pt x="1391044" y="1403816"/>
                  </a:lnTo>
                  <a:lnTo>
                    <a:pt x="1390992" y="1403880"/>
                  </a:lnTo>
                  <a:lnTo>
                    <a:pt x="1390986" y="1403889"/>
                  </a:lnTo>
                  <a:lnTo>
                    <a:pt x="1390973" y="1403906"/>
                  </a:lnTo>
                  <a:lnTo>
                    <a:pt x="1390932" y="1403963"/>
                  </a:lnTo>
                  <a:lnTo>
                    <a:pt x="1390923" y="1403976"/>
                  </a:lnTo>
                  <a:lnTo>
                    <a:pt x="1390885" y="1404057"/>
                  </a:lnTo>
                  <a:lnTo>
                    <a:pt x="1390818" y="1404121"/>
                  </a:lnTo>
                  <a:lnTo>
                    <a:pt x="1390795" y="1404147"/>
                  </a:lnTo>
                  <a:lnTo>
                    <a:pt x="1390783" y="1404158"/>
                  </a:lnTo>
                  <a:lnTo>
                    <a:pt x="1391147" y="1404329"/>
                  </a:lnTo>
                  <a:lnTo>
                    <a:pt x="1391240" y="1404372"/>
                  </a:lnTo>
                  <a:lnTo>
                    <a:pt x="1391053" y="1404851"/>
                  </a:lnTo>
                  <a:lnTo>
                    <a:pt x="1391122" y="1405153"/>
                  </a:lnTo>
                  <a:lnTo>
                    <a:pt x="1391169" y="1405173"/>
                  </a:lnTo>
                  <a:lnTo>
                    <a:pt x="1391072" y="1405423"/>
                  </a:lnTo>
                  <a:lnTo>
                    <a:pt x="1389995" y="1404909"/>
                  </a:lnTo>
                  <a:lnTo>
                    <a:pt x="1389864" y="1404858"/>
                  </a:lnTo>
                  <a:lnTo>
                    <a:pt x="1389785" y="1404880"/>
                  </a:lnTo>
                  <a:lnTo>
                    <a:pt x="1389648" y="1404943"/>
                  </a:lnTo>
                  <a:lnTo>
                    <a:pt x="1389644" y="1404945"/>
                  </a:lnTo>
                  <a:lnTo>
                    <a:pt x="1389406" y="1405105"/>
                  </a:lnTo>
                  <a:lnTo>
                    <a:pt x="1389324" y="1405164"/>
                  </a:lnTo>
                  <a:lnTo>
                    <a:pt x="1389184" y="1405258"/>
                  </a:lnTo>
                  <a:lnTo>
                    <a:pt x="1389000" y="1405377"/>
                  </a:lnTo>
                  <a:lnTo>
                    <a:pt x="1388738" y="1405537"/>
                  </a:lnTo>
                  <a:lnTo>
                    <a:pt x="1388728" y="1405542"/>
                  </a:lnTo>
                  <a:lnTo>
                    <a:pt x="1388619" y="1405595"/>
                  </a:lnTo>
                  <a:lnTo>
                    <a:pt x="1388260" y="1405764"/>
                  </a:lnTo>
                  <a:lnTo>
                    <a:pt x="1388256" y="1405766"/>
                  </a:lnTo>
                  <a:lnTo>
                    <a:pt x="1388241" y="1405772"/>
                  </a:lnTo>
                  <a:lnTo>
                    <a:pt x="1388150" y="1405807"/>
                  </a:lnTo>
                  <a:lnTo>
                    <a:pt x="1388140" y="1405810"/>
                  </a:lnTo>
                  <a:lnTo>
                    <a:pt x="1388108" y="1405821"/>
                  </a:lnTo>
                  <a:lnTo>
                    <a:pt x="1388101" y="1405823"/>
                  </a:lnTo>
                  <a:lnTo>
                    <a:pt x="1387987" y="1405844"/>
                  </a:lnTo>
                  <a:lnTo>
                    <a:pt x="1387976" y="1405846"/>
                  </a:lnTo>
                  <a:lnTo>
                    <a:pt x="1387872" y="1405861"/>
                  </a:lnTo>
                  <a:lnTo>
                    <a:pt x="1387867" y="1405860"/>
                  </a:lnTo>
                  <a:lnTo>
                    <a:pt x="1387856" y="1405856"/>
                  </a:lnTo>
                  <a:lnTo>
                    <a:pt x="1387835" y="1405844"/>
                  </a:lnTo>
                  <a:lnTo>
                    <a:pt x="1387757" y="1405802"/>
                  </a:lnTo>
                  <a:lnTo>
                    <a:pt x="1387500" y="1405705"/>
                  </a:lnTo>
                  <a:lnTo>
                    <a:pt x="1387473" y="1405755"/>
                  </a:lnTo>
                  <a:lnTo>
                    <a:pt x="1387363" y="1406019"/>
                  </a:lnTo>
                  <a:lnTo>
                    <a:pt x="1387246" y="1406214"/>
                  </a:lnTo>
                  <a:lnTo>
                    <a:pt x="1387221" y="1406228"/>
                  </a:lnTo>
                  <a:lnTo>
                    <a:pt x="1387083" y="1406303"/>
                  </a:lnTo>
                  <a:lnTo>
                    <a:pt x="1386789" y="1406346"/>
                  </a:lnTo>
                  <a:lnTo>
                    <a:pt x="1386538" y="1406357"/>
                  </a:lnTo>
                  <a:lnTo>
                    <a:pt x="1386327" y="1406416"/>
                  </a:lnTo>
                  <a:lnTo>
                    <a:pt x="1386309" y="1406421"/>
                  </a:lnTo>
                  <a:lnTo>
                    <a:pt x="1386126" y="1406455"/>
                  </a:lnTo>
                  <a:lnTo>
                    <a:pt x="1385853" y="1406430"/>
                  </a:lnTo>
                  <a:lnTo>
                    <a:pt x="1385794" y="1406423"/>
                  </a:lnTo>
                  <a:lnTo>
                    <a:pt x="1385651" y="1406359"/>
                  </a:lnTo>
                  <a:lnTo>
                    <a:pt x="1385489" y="1406310"/>
                  </a:lnTo>
                  <a:lnTo>
                    <a:pt x="1385242" y="1406243"/>
                  </a:lnTo>
                  <a:lnTo>
                    <a:pt x="1385185" y="1406229"/>
                  </a:lnTo>
                  <a:lnTo>
                    <a:pt x="1385011" y="1406194"/>
                  </a:lnTo>
                  <a:lnTo>
                    <a:pt x="1384903" y="1406167"/>
                  </a:lnTo>
                  <a:lnTo>
                    <a:pt x="1384819" y="1406199"/>
                  </a:lnTo>
                  <a:lnTo>
                    <a:pt x="1384759" y="1406229"/>
                  </a:lnTo>
                  <a:lnTo>
                    <a:pt x="1384724" y="1406246"/>
                  </a:lnTo>
                  <a:lnTo>
                    <a:pt x="1384649" y="1406284"/>
                  </a:lnTo>
                  <a:lnTo>
                    <a:pt x="1384462" y="1406296"/>
                  </a:lnTo>
                  <a:lnTo>
                    <a:pt x="1383847" y="1406395"/>
                  </a:lnTo>
                  <a:lnTo>
                    <a:pt x="1383780" y="1406406"/>
                  </a:lnTo>
                  <a:lnTo>
                    <a:pt x="1383617" y="1406418"/>
                  </a:lnTo>
                  <a:lnTo>
                    <a:pt x="1383514" y="1406456"/>
                  </a:lnTo>
                  <a:lnTo>
                    <a:pt x="1383509" y="1406458"/>
                  </a:lnTo>
                  <a:lnTo>
                    <a:pt x="1383224" y="1406530"/>
                  </a:lnTo>
                  <a:lnTo>
                    <a:pt x="1383184" y="1406540"/>
                  </a:lnTo>
                  <a:lnTo>
                    <a:pt x="1383137" y="1406550"/>
                  </a:lnTo>
                  <a:lnTo>
                    <a:pt x="1382889" y="1406597"/>
                  </a:lnTo>
                  <a:lnTo>
                    <a:pt x="1382863" y="1406601"/>
                  </a:lnTo>
                  <a:lnTo>
                    <a:pt x="1382744" y="1406599"/>
                  </a:lnTo>
                  <a:lnTo>
                    <a:pt x="1382702" y="1406591"/>
                  </a:lnTo>
                  <a:lnTo>
                    <a:pt x="1382692" y="1406588"/>
                  </a:lnTo>
                  <a:lnTo>
                    <a:pt x="1382629" y="1406547"/>
                  </a:lnTo>
                  <a:lnTo>
                    <a:pt x="1382587" y="1406518"/>
                  </a:lnTo>
                  <a:lnTo>
                    <a:pt x="1382567" y="1406444"/>
                  </a:lnTo>
                  <a:lnTo>
                    <a:pt x="1382570" y="1406417"/>
                  </a:lnTo>
                  <a:lnTo>
                    <a:pt x="1382620" y="1406377"/>
                  </a:lnTo>
                  <a:lnTo>
                    <a:pt x="1382648" y="1406355"/>
                  </a:lnTo>
                  <a:lnTo>
                    <a:pt x="1382780" y="1406264"/>
                  </a:lnTo>
                  <a:lnTo>
                    <a:pt x="1382784" y="1406258"/>
                  </a:lnTo>
                  <a:lnTo>
                    <a:pt x="1382785" y="1406253"/>
                  </a:lnTo>
                  <a:lnTo>
                    <a:pt x="1382790" y="1406240"/>
                  </a:lnTo>
                  <a:lnTo>
                    <a:pt x="1382814" y="1405925"/>
                  </a:lnTo>
                  <a:lnTo>
                    <a:pt x="1382806" y="1405907"/>
                  </a:lnTo>
                  <a:lnTo>
                    <a:pt x="1382700" y="1405759"/>
                  </a:lnTo>
                  <a:lnTo>
                    <a:pt x="1382564" y="1405407"/>
                  </a:lnTo>
                  <a:lnTo>
                    <a:pt x="1382498" y="1405309"/>
                  </a:lnTo>
                  <a:lnTo>
                    <a:pt x="1382456" y="1405328"/>
                  </a:lnTo>
                  <a:lnTo>
                    <a:pt x="1382444" y="1405333"/>
                  </a:lnTo>
                  <a:lnTo>
                    <a:pt x="1382420" y="1405344"/>
                  </a:lnTo>
                  <a:lnTo>
                    <a:pt x="1382416" y="1405383"/>
                  </a:lnTo>
                  <a:lnTo>
                    <a:pt x="1382418" y="1405389"/>
                  </a:lnTo>
                  <a:lnTo>
                    <a:pt x="1382432" y="1405438"/>
                  </a:lnTo>
                  <a:lnTo>
                    <a:pt x="1382513" y="1405585"/>
                  </a:lnTo>
                  <a:lnTo>
                    <a:pt x="1382544" y="1405578"/>
                  </a:lnTo>
                  <a:lnTo>
                    <a:pt x="1382558" y="1405594"/>
                  </a:lnTo>
                  <a:lnTo>
                    <a:pt x="1382577" y="1405620"/>
                  </a:lnTo>
                  <a:lnTo>
                    <a:pt x="1382582" y="1405659"/>
                  </a:lnTo>
                  <a:lnTo>
                    <a:pt x="1382576" y="1405698"/>
                  </a:lnTo>
                  <a:lnTo>
                    <a:pt x="1382491" y="1405932"/>
                  </a:lnTo>
                  <a:lnTo>
                    <a:pt x="1382487" y="1405940"/>
                  </a:lnTo>
                  <a:lnTo>
                    <a:pt x="1382413" y="1406092"/>
                  </a:lnTo>
                  <a:lnTo>
                    <a:pt x="1382375" y="1406171"/>
                  </a:lnTo>
                  <a:lnTo>
                    <a:pt x="1382283" y="1406304"/>
                  </a:lnTo>
                  <a:lnTo>
                    <a:pt x="1382239" y="1406354"/>
                  </a:lnTo>
                  <a:lnTo>
                    <a:pt x="1381954" y="1406573"/>
                  </a:lnTo>
                  <a:lnTo>
                    <a:pt x="1381831" y="1406662"/>
                  </a:lnTo>
                  <a:lnTo>
                    <a:pt x="1381672" y="1406777"/>
                  </a:lnTo>
                  <a:lnTo>
                    <a:pt x="1381511" y="1406904"/>
                  </a:lnTo>
                  <a:lnTo>
                    <a:pt x="1381464" y="1406932"/>
                  </a:lnTo>
                  <a:lnTo>
                    <a:pt x="1381368" y="1406988"/>
                  </a:lnTo>
                  <a:lnTo>
                    <a:pt x="1381351" y="1406998"/>
                  </a:lnTo>
                  <a:lnTo>
                    <a:pt x="1380839" y="1407196"/>
                  </a:lnTo>
                  <a:lnTo>
                    <a:pt x="1380665" y="1407263"/>
                  </a:lnTo>
                  <a:lnTo>
                    <a:pt x="1380472" y="1407338"/>
                  </a:lnTo>
                  <a:lnTo>
                    <a:pt x="1380468" y="1407338"/>
                  </a:lnTo>
                  <a:lnTo>
                    <a:pt x="1380425" y="1407346"/>
                  </a:lnTo>
                  <a:lnTo>
                    <a:pt x="1380268" y="1407372"/>
                  </a:lnTo>
                  <a:lnTo>
                    <a:pt x="1379905" y="1407432"/>
                  </a:lnTo>
                  <a:lnTo>
                    <a:pt x="1379559" y="1407488"/>
                  </a:lnTo>
                  <a:lnTo>
                    <a:pt x="1379548" y="1407486"/>
                  </a:lnTo>
                  <a:lnTo>
                    <a:pt x="1379493" y="1407469"/>
                  </a:lnTo>
                  <a:lnTo>
                    <a:pt x="1379418" y="1407426"/>
                  </a:lnTo>
                  <a:lnTo>
                    <a:pt x="1379246" y="1407216"/>
                  </a:lnTo>
                  <a:lnTo>
                    <a:pt x="1379240" y="1407203"/>
                  </a:lnTo>
                  <a:lnTo>
                    <a:pt x="1379219" y="1407157"/>
                  </a:lnTo>
                  <a:lnTo>
                    <a:pt x="1379087" y="1406870"/>
                  </a:lnTo>
                  <a:lnTo>
                    <a:pt x="1378966" y="1406737"/>
                  </a:lnTo>
                  <a:lnTo>
                    <a:pt x="1378972" y="1406702"/>
                  </a:lnTo>
                  <a:lnTo>
                    <a:pt x="1378980" y="1406667"/>
                  </a:lnTo>
                  <a:lnTo>
                    <a:pt x="1379029" y="1406456"/>
                  </a:lnTo>
                  <a:lnTo>
                    <a:pt x="1379087" y="1406238"/>
                  </a:lnTo>
                  <a:lnTo>
                    <a:pt x="1379116" y="1406127"/>
                  </a:lnTo>
                  <a:lnTo>
                    <a:pt x="1379143" y="1406082"/>
                  </a:lnTo>
                  <a:lnTo>
                    <a:pt x="1379185" y="1406013"/>
                  </a:lnTo>
                  <a:lnTo>
                    <a:pt x="1379228" y="1405949"/>
                  </a:lnTo>
                  <a:lnTo>
                    <a:pt x="1379254" y="1405885"/>
                  </a:lnTo>
                  <a:lnTo>
                    <a:pt x="1379256" y="1405879"/>
                  </a:lnTo>
                  <a:lnTo>
                    <a:pt x="1379244" y="1405722"/>
                  </a:lnTo>
                  <a:lnTo>
                    <a:pt x="1379258" y="1405561"/>
                  </a:lnTo>
                  <a:lnTo>
                    <a:pt x="1379275" y="1405371"/>
                  </a:lnTo>
                  <a:lnTo>
                    <a:pt x="1379246" y="1405340"/>
                  </a:lnTo>
                  <a:lnTo>
                    <a:pt x="1379239" y="1405335"/>
                  </a:lnTo>
                  <a:lnTo>
                    <a:pt x="1379234" y="1405332"/>
                  </a:lnTo>
                  <a:lnTo>
                    <a:pt x="1379168" y="1405283"/>
                  </a:lnTo>
                  <a:lnTo>
                    <a:pt x="1379125" y="1405300"/>
                  </a:lnTo>
                  <a:lnTo>
                    <a:pt x="1379092" y="1405389"/>
                  </a:lnTo>
                  <a:lnTo>
                    <a:pt x="1379080" y="1405489"/>
                  </a:lnTo>
                  <a:lnTo>
                    <a:pt x="1379063" y="1405632"/>
                  </a:lnTo>
                  <a:lnTo>
                    <a:pt x="1379028" y="1405898"/>
                  </a:lnTo>
                  <a:lnTo>
                    <a:pt x="1379023" y="1405930"/>
                  </a:lnTo>
                  <a:lnTo>
                    <a:pt x="1378880" y="1406226"/>
                  </a:lnTo>
                  <a:lnTo>
                    <a:pt x="1378872" y="1406241"/>
                  </a:lnTo>
                  <a:lnTo>
                    <a:pt x="1378867" y="1406242"/>
                  </a:lnTo>
                  <a:lnTo>
                    <a:pt x="1378840" y="1406244"/>
                  </a:lnTo>
                  <a:lnTo>
                    <a:pt x="1378764" y="1406243"/>
                  </a:lnTo>
                  <a:lnTo>
                    <a:pt x="1378758" y="1406242"/>
                  </a:lnTo>
                  <a:lnTo>
                    <a:pt x="1378745" y="1406240"/>
                  </a:lnTo>
                  <a:lnTo>
                    <a:pt x="1378703" y="1406222"/>
                  </a:lnTo>
                  <a:lnTo>
                    <a:pt x="1378671" y="1406209"/>
                  </a:lnTo>
                  <a:lnTo>
                    <a:pt x="1378608" y="1406126"/>
                  </a:lnTo>
                  <a:lnTo>
                    <a:pt x="1378605" y="1406121"/>
                  </a:lnTo>
                  <a:lnTo>
                    <a:pt x="1378593" y="1406122"/>
                  </a:lnTo>
                  <a:lnTo>
                    <a:pt x="1378589" y="1406128"/>
                  </a:lnTo>
                  <a:lnTo>
                    <a:pt x="1378580" y="1406144"/>
                  </a:lnTo>
                  <a:lnTo>
                    <a:pt x="1378572" y="1406180"/>
                  </a:lnTo>
                  <a:lnTo>
                    <a:pt x="1378566" y="1406216"/>
                  </a:lnTo>
                  <a:lnTo>
                    <a:pt x="1378570" y="1406256"/>
                  </a:lnTo>
                  <a:lnTo>
                    <a:pt x="1378615" y="1406447"/>
                  </a:lnTo>
                  <a:lnTo>
                    <a:pt x="1378667" y="1406457"/>
                  </a:lnTo>
                  <a:lnTo>
                    <a:pt x="1378686" y="1406461"/>
                  </a:lnTo>
                  <a:lnTo>
                    <a:pt x="1378700" y="1406595"/>
                  </a:lnTo>
                  <a:lnTo>
                    <a:pt x="1378678" y="1406714"/>
                  </a:lnTo>
                  <a:lnTo>
                    <a:pt x="1378677" y="1406722"/>
                  </a:lnTo>
                  <a:lnTo>
                    <a:pt x="1378631" y="1406855"/>
                  </a:lnTo>
                  <a:lnTo>
                    <a:pt x="1378629" y="1406861"/>
                  </a:lnTo>
                  <a:lnTo>
                    <a:pt x="1378606" y="1406962"/>
                  </a:lnTo>
                  <a:lnTo>
                    <a:pt x="1378625" y="1407120"/>
                  </a:lnTo>
                  <a:lnTo>
                    <a:pt x="1378641" y="1407184"/>
                  </a:lnTo>
                  <a:lnTo>
                    <a:pt x="1378691" y="1407289"/>
                  </a:lnTo>
                  <a:lnTo>
                    <a:pt x="1378699" y="1407295"/>
                  </a:lnTo>
                  <a:lnTo>
                    <a:pt x="1378678" y="1407306"/>
                  </a:lnTo>
                  <a:lnTo>
                    <a:pt x="1378685" y="1407585"/>
                  </a:lnTo>
                  <a:lnTo>
                    <a:pt x="1378711" y="1407598"/>
                  </a:lnTo>
                  <a:lnTo>
                    <a:pt x="1378662" y="1407687"/>
                  </a:lnTo>
                  <a:lnTo>
                    <a:pt x="1378593" y="1407778"/>
                  </a:lnTo>
                  <a:lnTo>
                    <a:pt x="1378549" y="1407825"/>
                  </a:lnTo>
                  <a:lnTo>
                    <a:pt x="1378465" y="1407889"/>
                  </a:lnTo>
                  <a:lnTo>
                    <a:pt x="1378404" y="1407922"/>
                  </a:lnTo>
                  <a:lnTo>
                    <a:pt x="1378369" y="1407933"/>
                  </a:lnTo>
                  <a:lnTo>
                    <a:pt x="1378269" y="1407939"/>
                  </a:lnTo>
                  <a:lnTo>
                    <a:pt x="1377938" y="1407944"/>
                  </a:lnTo>
                  <a:lnTo>
                    <a:pt x="1377857" y="1407935"/>
                  </a:lnTo>
                  <a:lnTo>
                    <a:pt x="1377823" y="1407924"/>
                  </a:lnTo>
                  <a:lnTo>
                    <a:pt x="1377780" y="1407891"/>
                  </a:lnTo>
                  <a:lnTo>
                    <a:pt x="1377736" y="1407836"/>
                  </a:lnTo>
                  <a:lnTo>
                    <a:pt x="1377728" y="1407823"/>
                  </a:lnTo>
                  <a:lnTo>
                    <a:pt x="1377626" y="1407820"/>
                  </a:lnTo>
                  <a:lnTo>
                    <a:pt x="1377606" y="1407819"/>
                  </a:lnTo>
                  <a:lnTo>
                    <a:pt x="1377533" y="1407900"/>
                  </a:lnTo>
                  <a:lnTo>
                    <a:pt x="1377330" y="1407955"/>
                  </a:lnTo>
                  <a:lnTo>
                    <a:pt x="1377291" y="1407974"/>
                  </a:lnTo>
                  <a:lnTo>
                    <a:pt x="1377217" y="1408012"/>
                  </a:lnTo>
                  <a:lnTo>
                    <a:pt x="1377092" y="1408078"/>
                  </a:lnTo>
                  <a:lnTo>
                    <a:pt x="1377070" y="1408130"/>
                  </a:lnTo>
                  <a:lnTo>
                    <a:pt x="1377043" y="1408178"/>
                  </a:lnTo>
                  <a:lnTo>
                    <a:pt x="1377066" y="1408293"/>
                  </a:lnTo>
                  <a:lnTo>
                    <a:pt x="1377059" y="1408295"/>
                  </a:lnTo>
                  <a:lnTo>
                    <a:pt x="1376737" y="1408378"/>
                  </a:lnTo>
                  <a:lnTo>
                    <a:pt x="1376729" y="1408375"/>
                  </a:lnTo>
                  <a:lnTo>
                    <a:pt x="1376661" y="1408203"/>
                  </a:lnTo>
                  <a:lnTo>
                    <a:pt x="1376221" y="1408257"/>
                  </a:lnTo>
                  <a:lnTo>
                    <a:pt x="1376156" y="1408265"/>
                  </a:lnTo>
                  <a:lnTo>
                    <a:pt x="1376050" y="1408242"/>
                  </a:lnTo>
                  <a:lnTo>
                    <a:pt x="1376013" y="1408233"/>
                  </a:lnTo>
                  <a:lnTo>
                    <a:pt x="1376009" y="1408224"/>
                  </a:lnTo>
                  <a:lnTo>
                    <a:pt x="1376024" y="1408122"/>
                  </a:lnTo>
                  <a:lnTo>
                    <a:pt x="1376001" y="1408113"/>
                  </a:lnTo>
                  <a:lnTo>
                    <a:pt x="1375962" y="1408113"/>
                  </a:lnTo>
                  <a:lnTo>
                    <a:pt x="1375937" y="1408113"/>
                  </a:lnTo>
                  <a:lnTo>
                    <a:pt x="1375930" y="1408120"/>
                  </a:lnTo>
                  <a:lnTo>
                    <a:pt x="1375908" y="1408169"/>
                  </a:lnTo>
                  <a:lnTo>
                    <a:pt x="1375867" y="1408261"/>
                  </a:lnTo>
                  <a:lnTo>
                    <a:pt x="1375865" y="1408277"/>
                  </a:lnTo>
                  <a:lnTo>
                    <a:pt x="1375857" y="1408332"/>
                  </a:lnTo>
                  <a:lnTo>
                    <a:pt x="1375893" y="1408384"/>
                  </a:lnTo>
                  <a:lnTo>
                    <a:pt x="1375930" y="1408424"/>
                  </a:lnTo>
                  <a:lnTo>
                    <a:pt x="1375935" y="1408430"/>
                  </a:lnTo>
                  <a:lnTo>
                    <a:pt x="1375953" y="1408432"/>
                  </a:lnTo>
                  <a:lnTo>
                    <a:pt x="1376016" y="1408439"/>
                  </a:lnTo>
                  <a:lnTo>
                    <a:pt x="1376044" y="1408442"/>
                  </a:lnTo>
                  <a:lnTo>
                    <a:pt x="1376045" y="1408427"/>
                  </a:lnTo>
                  <a:lnTo>
                    <a:pt x="1376050" y="1408407"/>
                  </a:lnTo>
                  <a:lnTo>
                    <a:pt x="1376054" y="1408388"/>
                  </a:lnTo>
                  <a:lnTo>
                    <a:pt x="1376064" y="1408372"/>
                  </a:lnTo>
                  <a:lnTo>
                    <a:pt x="1376077" y="1408377"/>
                  </a:lnTo>
                  <a:lnTo>
                    <a:pt x="1376127" y="1408398"/>
                  </a:lnTo>
                  <a:lnTo>
                    <a:pt x="1376132" y="1408472"/>
                  </a:lnTo>
                  <a:lnTo>
                    <a:pt x="1376140" y="1408567"/>
                  </a:lnTo>
                  <a:lnTo>
                    <a:pt x="1376122" y="1408602"/>
                  </a:lnTo>
                  <a:lnTo>
                    <a:pt x="1376115" y="1408612"/>
                  </a:lnTo>
                  <a:lnTo>
                    <a:pt x="1376048" y="1408666"/>
                  </a:lnTo>
                  <a:lnTo>
                    <a:pt x="1375936" y="1408706"/>
                  </a:lnTo>
                  <a:lnTo>
                    <a:pt x="1375882" y="1408714"/>
                  </a:lnTo>
                  <a:lnTo>
                    <a:pt x="1375848" y="1408719"/>
                  </a:lnTo>
                  <a:lnTo>
                    <a:pt x="1375707" y="1408664"/>
                  </a:lnTo>
                  <a:lnTo>
                    <a:pt x="1375655" y="1408641"/>
                  </a:lnTo>
                  <a:lnTo>
                    <a:pt x="1375651" y="1408602"/>
                  </a:lnTo>
                  <a:lnTo>
                    <a:pt x="1375665" y="1408573"/>
                  </a:lnTo>
                  <a:lnTo>
                    <a:pt x="1375669" y="1408555"/>
                  </a:lnTo>
                  <a:lnTo>
                    <a:pt x="1375642" y="1408541"/>
                  </a:lnTo>
                  <a:lnTo>
                    <a:pt x="1375620" y="1408531"/>
                  </a:lnTo>
                  <a:lnTo>
                    <a:pt x="1375584" y="1408516"/>
                  </a:lnTo>
                  <a:lnTo>
                    <a:pt x="1375575" y="1408511"/>
                  </a:lnTo>
                  <a:lnTo>
                    <a:pt x="1375567" y="1408511"/>
                  </a:lnTo>
                  <a:lnTo>
                    <a:pt x="1375479" y="1408503"/>
                  </a:lnTo>
                  <a:lnTo>
                    <a:pt x="1375443" y="1408503"/>
                  </a:lnTo>
                  <a:lnTo>
                    <a:pt x="1375207" y="1408387"/>
                  </a:lnTo>
                  <a:lnTo>
                    <a:pt x="1375014" y="1408296"/>
                  </a:lnTo>
                  <a:lnTo>
                    <a:pt x="1374871" y="1408237"/>
                  </a:lnTo>
                  <a:lnTo>
                    <a:pt x="1374766" y="1408126"/>
                  </a:lnTo>
                  <a:lnTo>
                    <a:pt x="1374637" y="1407984"/>
                  </a:lnTo>
                  <a:lnTo>
                    <a:pt x="1374387" y="1407852"/>
                  </a:lnTo>
                  <a:lnTo>
                    <a:pt x="1374357" y="1407964"/>
                  </a:lnTo>
                  <a:lnTo>
                    <a:pt x="1374335" y="1408048"/>
                  </a:lnTo>
                  <a:lnTo>
                    <a:pt x="1374251" y="1408001"/>
                  </a:lnTo>
                  <a:lnTo>
                    <a:pt x="1374033" y="1407877"/>
                  </a:lnTo>
                  <a:lnTo>
                    <a:pt x="1373874" y="1407840"/>
                  </a:lnTo>
                  <a:lnTo>
                    <a:pt x="1373754" y="1407788"/>
                  </a:lnTo>
                  <a:lnTo>
                    <a:pt x="1373644" y="1407735"/>
                  </a:lnTo>
                  <a:lnTo>
                    <a:pt x="1373584" y="1407700"/>
                  </a:lnTo>
                  <a:lnTo>
                    <a:pt x="1373526" y="1407697"/>
                  </a:lnTo>
                  <a:lnTo>
                    <a:pt x="1373450" y="1407701"/>
                  </a:lnTo>
                  <a:lnTo>
                    <a:pt x="1373341" y="1407653"/>
                  </a:lnTo>
                  <a:lnTo>
                    <a:pt x="1373405" y="1407481"/>
                  </a:lnTo>
                  <a:lnTo>
                    <a:pt x="1373166" y="1407303"/>
                  </a:lnTo>
                  <a:lnTo>
                    <a:pt x="1373036" y="1407242"/>
                  </a:lnTo>
                  <a:lnTo>
                    <a:pt x="1372977" y="1407235"/>
                  </a:lnTo>
                  <a:lnTo>
                    <a:pt x="1372927" y="1407263"/>
                  </a:lnTo>
                  <a:lnTo>
                    <a:pt x="1372891" y="1407282"/>
                  </a:lnTo>
                  <a:lnTo>
                    <a:pt x="1372774" y="1407306"/>
                  </a:lnTo>
                  <a:lnTo>
                    <a:pt x="1372703" y="1407298"/>
                  </a:lnTo>
                  <a:lnTo>
                    <a:pt x="1372596" y="1407251"/>
                  </a:lnTo>
                  <a:lnTo>
                    <a:pt x="1372498" y="1407165"/>
                  </a:lnTo>
                  <a:lnTo>
                    <a:pt x="1372423" y="1407030"/>
                  </a:lnTo>
                  <a:lnTo>
                    <a:pt x="1372386" y="1406918"/>
                  </a:lnTo>
                  <a:lnTo>
                    <a:pt x="1372267" y="1406874"/>
                  </a:lnTo>
                  <a:lnTo>
                    <a:pt x="1372023" y="1406826"/>
                  </a:lnTo>
                  <a:lnTo>
                    <a:pt x="1371945" y="1406811"/>
                  </a:lnTo>
                  <a:lnTo>
                    <a:pt x="1371920" y="1406821"/>
                  </a:lnTo>
                  <a:lnTo>
                    <a:pt x="1371860" y="1407018"/>
                  </a:lnTo>
                  <a:lnTo>
                    <a:pt x="1371804" y="1407065"/>
                  </a:lnTo>
                  <a:lnTo>
                    <a:pt x="1371760" y="1407090"/>
                  </a:lnTo>
                  <a:lnTo>
                    <a:pt x="1371718" y="1407110"/>
                  </a:lnTo>
                  <a:lnTo>
                    <a:pt x="1371687" y="1407078"/>
                  </a:lnTo>
                  <a:lnTo>
                    <a:pt x="1371647" y="1407037"/>
                  </a:lnTo>
                  <a:lnTo>
                    <a:pt x="1371614" y="1406791"/>
                  </a:lnTo>
                  <a:lnTo>
                    <a:pt x="1371531" y="1406704"/>
                  </a:lnTo>
                  <a:lnTo>
                    <a:pt x="1371510" y="1406687"/>
                  </a:lnTo>
                  <a:lnTo>
                    <a:pt x="1371483" y="1406664"/>
                  </a:lnTo>
                  <a:lnTo>
                    <a:pt x="1371478" y="1406660"/>
                  </a:lnTo>
                  <a:lnTo>
                    <a:pt x="1371479" y="1406651"/>
                  </a:lnTo>
                  <a:lnTo>
                    <a:pt x="1371481" y="1406623"/>
                  </a:lnTo>
                  <a:lnTo>
                    <a:pt x="1371483" y="1406604"/>
                  </a:lnTo>
                  <a:lnTo>
                    <a:pt x="1371489" y="1406594"/>
                  </a:lnTo>
                  <a:lnTo>
                    <a:pt x="1371590" y="1406416"/>
                  </a:lnTo>
                  <a:lnTo>
                    <a:pt x="1371686" y="1406284"/>
                  </a:lnTo>
                  <a:lnTo>
                    <a:pt x="1371800" y="1406127"/>
                  </a:lnTo>
                  <a:lnTo>
                    <a:pt x="1371818" y="1406113"/>
                  </a:lnTo>
                  <a:lnTo>
                    <a:pt x="1371954" y="1406005"/>
                  </a:lnTo>
                  <a:lnTo>
                    <a:pt x="1371864" y="1405895"/>
                  </a:lnTo>
                  <a:lnTo>
                    <a:pt x="1371976" y="1405796"/>
                  </a:lnTo>
                  <a:lnTo>
                    <a:pt x="1372133" y="1405687"/>
                  </a:lnTo>
                  <a:lnTo>
                    <a:pt x="1372333" y="1405582"/>
                  </a:lnTo>
                  <a:lnTo>
                    <a:pt x="1372675" y="1404971"/>
                  </a:lnTo>
                  <a:lnTo>
                    <a:pt x="1373006" y="1405147"/>
                  </a:lnTo>
                  <a:lnTo>
                    <a:pt x="1373099" y="1405251"/>
                  </a:lnTo>
                  <a:lnTo>
                    <a:pt x="1373172" y="1405268"/>
                  </a:lnTo>
                  <a:lnTo>
                    <a:pt x="1373355" y="1405237"/>
                  </a:lnTo>
                  <a:lnTo>
                    <a:pt x="1373595" y="1405195"/>
                  </a:lnTo>
                  <a:lnTo>
                    <a:pt x="1373753" y="1405167"/>
                  </a:lnTo>
                  <a:lnTo>
                    <a:pt x="1374023" y="1405067"/>
                  </a:lnTo>
                  <a:lnTo>
                    <a:pt x="1374102" y="1405037"/>
                  </a:lnTo>
                  <a:lnTo>
                    <a:pt x="1374511" y="1404888"/>
                  </a:lnTo>
                  <a:lnTo>
                    <a:pt x="1374586" y="1404861"/>
                  </a:lnTo>
                  <a:lnTo>
                    <a:pt x="1374891" y="1404701"/>
                  </a:lnTo>
                  <a:lnTo>
                    <a:pt x="1375156" y="1404546"/>
                  </a:lnTo>
                  <a:lnTo>
                    <a:pt x="1375279" y="1404462"/>
                  </a:lnTo>
                  <a:lnTo>
                    <a:pt x="1375298" y="1404449"/>
                  </a:lnTo>
                  <a:lnTo>
                    <a:pt x="1375310" y="1404438"/>
                  </a:lnTo>
                  <a:lnTo>
                    <a:pt x="1375518" y="1404256"/>
                  </a:lnTo>
                  <a:lnTo>
                    <a:pt x="1375556" y="1404206"/>
                  </a:lnTo>
                  <a:lnTo>
                    <a:pt x="1375702" y="1404018"/>
                  </a:lnTo>
                  <a:lnTo>
                    <a:pt x="1376051" y="1403684"/>
                  </a:lnTo>
                  <a:lnTo>
                    <a:pt x="1376217" y="1403406"/>
                  </a:lnTo>
                  <a:lnTo>
                    <a:pt x="1376286" y="1403213"/>
                  </a:lnTo>
                  <a:lnTo>
                    <a:pt x="1376315" y="1403084"/>
                  </a:lnTo>
                  <a:lnTo>
                    <a:pt x="1376330" y="1402914"/>
                  </a:lnTo>
                  <a:lnTo>
                    <a:pt x="1376309" y="1402703"/>
                  </a:lnTo>
                  <a:lnTo>
                    <a:pt x="1376299" y="1402655"/>
                  </a:lnTo>
                  <a:lnTo>
                    <a:pt x="1376288" y="1402603"/>
                  </a:lnTo>
                  <a:lnTo>
                    <a:pt x="1376268" y="1402553"/>
                  </a:lnTo>
                  <a:lnTo>
                    <a:pt x="1376263" y="1402547"/>
                  </a:lnTo>
                  <a:lnTo>
                    <a:pt x="1376222" y="1402567"/>
                  </a:lnTo>
                  <a:lnTo>
                    <a:pt x="1376193" y="1402586"/>
                  </a:lnTo>
                  <a:lnTo>
                    <a:pt x="1376178" y="1402576"/>
                  </a:lnTo>
                  <a:lnTo>
                    <a:pt x="1376171" y="1402560"/>
                  </a:lnTo>
                  <a:lnTo>
                    <a:pt x="1376101" y="1402416"/>
                  </a:lnTo>
                  <a:lnTo>
                    <a:pt x="1376067" y="1402353"/>
                  </a:lnTo>
                  <a:lnTo>
                    <a:pt x="1376043" y="1402363"/>
                  </a:lnTo>
                  <a:lnTo>
                    <a:pt x="1376005" y="1402377"/>
                  </a:lnTo>
                  <a:lnTo>
                    <a:pt x="1375880" y="1402202"/>
                  </a:lnTo>
                  <a:lnTo>
                    <a:pt x="1375808" y="1402072"/>
                  </a:lnTo>
                  <a:lnTo>
                    <a:pt x="1375810" y="1402044"/>
                  </a:lnTo>
                  <a:lnTo>
                    <a:pt x="1375837" y="1402019"/>
                  </a:lnTo>
                  <a:lnTo>
                    <a:pt x="1375861" y="1402000"/>
                  </a:lnTo>
                  <a:lnTo>
                    <a:pt x="1375926" y="1401949"/>
                  </a:lnTo>
                  <a:lnTo>
                    <a:pt x="1375932" y="1401931"/>
                  </a:lnTo>
                  <a:lnTo>
                    <a:pt x="1375932" y="1401925"/>
                  </a:lnTo>
                  <a:lnTo>
                    <a:pt x="1375908" y="1401875"/>
                  </a:lnTo>
                  <a:lnTo>
                    <a:pt x="1375897" y="1401854"/>
                  </a:lnTo>
                  <a:lnTo>
                    <a:pt x="1375833" y="1401739"/>
                  </a:lnTo>
                  <a:lnTo>
                    <a:pt x="1375699" y="1401670"/>
                  </a:lnTo>
                  <a:lnTo>
                    <a:pt x="1375598" y="1401729"/>
                  </a:lnTo>
                  <a:lnTo>
                    <a:pt x="1375612" y="1401774"/>
                  </a:lnTo>
                  <a:lnTo>
                    <a:pt x="1375585" y="1401779"/>
                  </a:lnTo>
                  <a:lnTo>
                    <a:pt x="1375559" y="1401781"/>
                  </a:lnTo>
                  <a:lnTo>
                    <a:pt x="1375551" y="1401773"/>
                  </a:lnTo>
                  <a:lnTo>
                    <a:pt x="1375537" y="1401753"/>
                  </a:lnTo>
                  <a:lnTo>
                    <a:pt x="1375540" y="1401731"/>
                  </a:lnTo>
                  <a:lnTo>
                    <a:pt x="1375551" y="1401681"/>
                  </a:lnTo>
                  <a:lnTo>
                    <a:pt x="1375589" y="1401644"/>
                  </a:lnTo>
                  <a:lnTo>
                    <a:pt x="1375631" y="1401603"/>
                  </a:lnTo>
                  <a:lnTo>
                    <a:pt x="1375634" y="1401600"/>
                  </a:lnTo>
                  <a:lnTo>
                    <a:pt x="1375673" y="1401562"/>
                  </a:lnTo>
                  <a:lnTo>
                    <a:pt x="1375695" y="1401542"/>
                  </a:lnTo>
                  <a:lnTo>
                    <a:pt x="1375688" y="1401523"/>
                  </a:lnTo>
                  <a:lnTo>
                    <a:pt x="1375680" y="1401499"/>
                  </a:lnTo>
                  <a:lnTo>
                    <a:pt x="1375675" y="1401484"/>
                  </a:lnTo>
                  <a:lnTo>
                    <a:pt x="1375633" y="1401348"/>
                  </a:lnTo>
                  <a:lnTo>
                    <a:pt x="1375623" y="1401160"/>
                  </a:lnTo>
                  <a:lnTo>
                    <a:pt x="1375611" y="1401001"/>
                  </a:lnTo>
                  <a:lnTo>
                    <a:pt x="1375611" y="1400953"/>
                  </a:lnTo>
                  <a:lnTo>
                    <a:pt x="1375635" y="1400913"/>
                  </a:lnTo>
                  <a:lnTo>
                    <a:pt x="1375628" y="1400907"/>
                  </a:lnTo>
                  <a:lnTo>
                    <a:pt x="1375612" y="1400893"/>
                  </a:lnTo>
                  <a:lnTo>
                    <a:pt x="1375555" y="1400858"/>
                  </a:lnTo>
                  <a:lnTo>
                    <a:pt x="1375433" y="1400775"/>
                  </a:lnTo>
                  <a:lnTo>
                    <a:pt x="1375401" y="1400753"/>
                  </a:lnTo>
                  <a:lnTo>
                    <a:pt x="1375358" y="1400743"/>
                  </a:lnTo>
                  <a:lnTo>
                    <a:pt x="1375317" y="1400816"/>
                  </a:lnTo>
                  <a:lnTo>
                    <a:pt x="1375311" y="1400826"/>
                  </a:lnTo>
                  <a:lnTo>
                    <a:pt x="1375252" y="1400938"/>
                  </a:lnTo>
                  <a:lnTo>
                    <a:pt x="1375229" y="1400990"/>
                  </a:lnTo>
                  <a:lnTo>
                    <a:pt x="1375188" y="1401018"/>
                  </a:lnTo>
                  <a:lnTo>
                    <a:pt x="1375183" y="1401019"/>
                  </a:lnTo>
                  <a:lnTo>
                    <a:pt x="1375161" y="1401025"/>
                  </a:lnTo>
                  <a:lnTo>
                    <a:pt x="1375150" y="1401026"/>
                  </a:lnTo>
                  <a:lnTo>
                    <a:pt x="1375126" y="1401026"/>
                  </a:lnTo>
                  <a:lnTo>
                    <a:pt x="1375118" y="1401025"/>
                  </a:lnTo>
                  <a:lnTo>
                    <a:pt x="1375085" y="1401004"/>
                  </a:lnTo>
                  <a:lnTo>
                    <a:pt x="1374987" y="1400937"/>
                  </a:lnTo>
                  <a:lnTo>
                    <a:pt x="1374951" y="1400913"/>
                  </a:lnTo>
                  <a:lnTo>
                    <a:pt x="1374939" y="1400905"/>
                  </a:lnTo>
                  <a:lnTo>
                    <a:pt x="1374865" y="1400853"/>
                  </a:lnTo>
                  <a:lnTo>
                    <a:pt x="1374849" y="1400832"/>
                  </a:lnTo>
                  <a:lnTo>
                    <a:pt x="1374815" y="1400735"/>
                  </a:lnTo>
                  <a:lnTo>
                    <a:pt x="1374808" y="1400716"/>
                  </a:lnTo>
                  <a:lnTo>
                    <a:pt x="1374706" y="1400681"/>
                  </a:lnTo>
                  <a:lnTo>
                    <a:pt x="1374476" y="1400634"/>
                  </a:lnTo>
                  <a:lnTo>
                    <a:pt x="1374417" y="1400679"/>
                  </a:lnTo>
                  <a:lnTo>
                    <a:pt x="1374361" y="1400721"/>
                  </a:lnTo>
                  <a:lnTo>
                    <a:pt x="1374310" y="1400760"/>
                  </a:lnTo>
                  <a:lnTo>
                    <a:pt x="1374291" y="1400793"/>
                  </a:lnTo>
                  <a:lnTo>
                    <a:pt x="1374279" y="1400813"/>
                  </a:lnTo>
                  <a:lnTo>
                    <a:pt x="1374246" y="1400833"/>
                  </a:lnTo>
                  <a:lnTo>
                    <a:pt x="1374202" y="1400859"/>
                  </a:lnTo>
                  <a:lnTo>
                    <a:pt x="1374165" y="1400866"/>
                  </a:lnTo>
                  <a:lnTo>
                    <a:pt x="1374160" y="1400866"/>
                  </a:lnTo>
                  <a:lnTo>
                    <a:pt x="1374121" y="1400864"/>
                  </a:lnTo>
                  <a:lnTo>
                    <a:pt x="1374107" y="1400863"/>
                  </a:lnTo>
                  <a:lnTo>
                    <a:pt x="1374102" y="1400863"/>
                  </a:lnTo>
                  <a:lnTo>
                    <a:pt x="1374096" y="1400862"/>
                  </a:lnTo>
                  <a:lnTo>
                    <a:pt x="1374092" y="1400861"/>
                  </a:lnTo>
                  <a:lnTo>
                    <a:pt x="1374065" y="1400855"/>
                  </a:lnTo>
                  <a:lnTo>
                    <a:pt x="1374055" y="1400852"/>
                  </a:lnTo>
                  <a:lnTo>
                    <a:pt x="1374044" y="1400848"/>
                  </a:lnTo>
                  <a:lnTo>
                    <a:pt x="1373962" y="1400831"/>
                  </a:lnTo>
                  <a:lnTo>
                    <a:pt x="1373886" y="1400815"/>
                  </a:lnTo>
                  <a:lnTo>
                    <a:pt x="1373881" y="1400814"/>
                  </a:lnTo>
                  <a:lnTo>
                    <a:pt x="1373839" y="1400784"/>
                  </a:lnTo>
                  <a:lnTo>
                    <a:pt x="1373825" y="1400772"/>
                  </a:lnTo>
                  <a:lnTo>
                    <a:pt x="1373796" y="1400746"/>
                  </a:lnTo>
                  <a:lnTo>
                    <a:pt x="1373823" y="1400606"/>
                  </a:lnTo>
                  <a:lnTo>
                    <a:pt x="1373826" y="1400594"/>
                  </a:lnTo>
                  <a:lnTo>
                    <a:pt x="1373782" y="1400562"/>
                  </a:lnTo>
                  <a:lnTo>
                    <a:pt x="1373758" y="1400568"/>
                  </a:lnTo>
                  <a:lnTo>
                    <a:pt x="1373692" y="1400651"/>
                  </a:lnTo>
                  <a:lnTo>
                    <a:pt x="1373643" y="1400691"/>
                  </a:lnTo>
                  <a:lnTo>
                    <a:pt x="1373604" y="1400722"/>
                  </a:lnTo>
                  <a:lnTo>
                    <a:pt x="1373584" y="1400739"/>
                  </a:lnTo>
                  <a:lnTo>
                    <a:pt x="1373556" y="1400737"/>
                  </a:lnTo>
                  <a:lnTo>
                    <a:pt x="1373441" y="1400669"/>
                  </a:lnTo>
                  <a:lnTo>
                    <a:pt x="1373292" y="1400578"/>
                  </a:lnTo>
                  <a:lnTo>
                    <a:pt x="1373269" y="1400558"/>
                  </a:lnTo>
                  <a:lnTo>
                    <a:pt x="1373248" y="1400542"/>
                  </a:lnTo>
                  <a:lnTo>
                    <a:pt x="1373232" y="1400528"/>
                  </a:lnTo>
                  <a:lnTo>
                    <a:pt x="1373178" y="1400482"/>
                  </a:lnTo>
                  <a:lnTo>
                    <a:pt x="1372879" y="1400251"/>
                  </a:lnTo>
                  <a:lnTo>
                    <a:pt x="1372864" y="1400232"/>
                  </a:lnTo>
                  <a:lnTo>
                    <a:pt x="1372847" y="1400211"/>
                  </a:lnTo>
                  <a:lnTo>
                    <a:pt x="1372837" y="1400196"/>
                  </a:lnTo>
                  <a:lnTo>
                    <a:pt x="1372822" y="1400174"/>
                  </a:lnTo>
                  <a:lnTo>
                    <a:pt x="1372763" y="1400085"/>
                  </a:lnTo>
                  <a:lnTo>
                    <a:pt x="1372758" y="1400077"/>
                  </a:lnTo>
                  <a:lnTo>
                    <a:pt x="1372754" y="1400030"/>
                  </a:lnTo>
                  <a:lnTo>
                    <a:pt x="1372752" y="1400011"/>
                  </a:lnTo>
                  <a:lnTo>
                    <a:pt x="1372752" y="1399972"/>
                  </a:lnTo>
                  <a:lnTo>
                    <a:pt x="1372748" y="1399893"/>
                  </a:lnTo>
                  <a:lnTo>
                    <a:pt x="1372747" y="1399877"/>
                  </a:lnTo>
                  <a:lnTo>
                    <a:pt x="1372741" y="1399688"/>
                  </a:lnTo>
                  <a:lnTo>
                    <a:pt x="1372739" y="1399641"/>
                  </a:lnTo>
                  <a:lnTo>
                    <a:pt x="1372723" y="1399536"/>
                  </a:lnTo>
                  <a:lnTo>
                    <a:pt x="1372713" y="1399463"/>
                  </a:lnTo>
                  <a:lnTo>
                    <a:pt x="1372711" y="1399448"/>
                  </a:lnTo>
                  <a:lnTo>
                    <a:pt x="1372703" y="1399398"/>
                  </a:lnTo>
                  <a:lnTo>
                    <a:pt x="1372698" y="1399355"/>
                  </a:lnTo>
                  <a:lnTo>
                    <a:pt x="1372690" y="1399302"/>
                  </a:lnTo>
                  <a:lnTo>
                    <a:pt x="1372657" y="1399059"/>
                  </a:lnTo>
                  <a:lnTo>
                    <a:pt x="1372660" y="1399035"/>
                  </a:lnTo>
                  <a:lnTo>
                    <a:pt x="1372666" y="1398992"/>
                  </a:lnTo>
                  <a:lnTo>
                    <a:pt x="1372701" y="1398857"/>
                  </a:lnTo>
                  <a:lnTo>
                    <a:pt x="1372703" y="1398850"/>
                  </a:lnTo>
                  <a:lnTo>
                    <a:pt x="1372710" y="1398825"/>
                  </a:lnTo>
                  <a:lnTo>
                    <a:pt x="1372712" y="1398817"/>
                  </a:lnTo>
                  <a:lnTo>
                    <a:pt x="1372715" y="1398812"/>
                  </a:lnTo>
                  <a:lnTo>
                    <a:pt x="1372719" y="1398801"/>
                  </a:lnTo>
                  <a:lnTo>
                    <a:pt x="1372733" y="1398770"/>
                  </a:lnTo>
                  <a:lnTo>
                    <a:pt x="1372740" y="1398755"/>
                  </a:lnTo>
                  <a:lnTo>
                    <a:pt x="1372752" y="1398731"/>
                  </a:lnTo>
                  <a:lnTo>
                    <a:pt x="1372757" y="1398723"/>
                  </a:lnTo>
                  <a:lnTo>
                    <a:pt x="1372769" y="1398704"/>
                  </a:lnTo>
                  <a:lnTo>
                    <a:pt x="1372780" y="1398692"/>
                  </a:lnTo>
                  <a:lnTo>
                    <a:pt x="1372783" y="1398689"/>
                  </a:lnTo>
                  <a:lnTo>
                    <a:pt x="1372792" y="1398680"/>
                  </a:lnTo>
                  <a:lnTo>
                    <a:pt x="1372810" y="1398661"/>
                  </a:lnTo>
                  <a:lnTo>
                    <a:pt x="1372815" y="1398657"/>
                  </a:lnTo>
                  <a:lnTo>
                    <a:pt x="1372835" y="1398643"/>
                  </a:lnTo>
                  <a:lnTo>
                    <a:pt x="1372879" y="1398627"/>
                  </a:lnTo>
                  <a:lnTo>
                    <a:pt x="1372964" y="1398595"/>
                  </a:lnTo>
                  <a:lnTo>
                    <a:pt x="1372980" y="1398589"/>
                  </a:lnTo>
                  <a:lnTo>
                    <a:pt x="1373022" y="1398573"/>
                  </a:lnTo>
                  <a:lnTo>
                    <a:pt x="1373034" y="1398570"/>
                  </a:lnTo>
                  <a:lnTo>
                    <a:pt x="1373042" y="1398568"/>
                  </a:lnTo>
                  <a:lnTo>
                    <a:pt x="1373049" y="1398567"/>
                  </a:lnTo>
                  <a:lnTo>
                    <a:pt x="1373065" y="1398565"/>
                  </a:lnTo>
                  <a:lnTo>
                    <a:pt x="1373156" y="1398557"/>
                  </a:lnTo>
                  <a:lnTo>
                    <a:pt x="1373187" y="1398561"/>
                  </a:lnTo>
                  <a:lnTo>
                    <a:pt x="1373199" y="1398562"/>
                  </a:lnTo>
                  <a:lnTo>
                    <a:pt x="1373298" y="1398572"/>
                  </a:lnTo>
                  <a:lnTo>
                    <a:pt x="1373302" y="1398573"/>
                  </a:lnTo>
                  <a:lnTo>
                    <a:pt x="1373318" y="1398573"/>
                  </a:lnTo>
                  <a:lnTo>
                    <a:pt x="1373328" y="1398573"/>
                  </a:lnTo>
                  <a:lnTo>
                    <a:pt x="1373334" y="1398572"/>
                  </a:lnTo>
                  <a:lnTo>
                    <a:pt x="1373340" y="1398571"/>
                  </a:lnTo>
                  <a:lnTo>
                    <a:pt x="1373351" y="1398568"/>
                  </a:lnTo>
                  <a:lnTo>
                    <a:pt x="1373360" y="1398565"/>
                  </a:lnTo>
                  <a:lnTo>
                    <a:pt x="1373368" y="1398559"/>
                  </a:lnTo>
                  <a:lnTo>
                    <a:pt x="1373371" y="1398557"/>
                  </a:lnTo>
                  <a:lnTo>
                    <a:pt x="1373389" y="1398545"/>
                  </a:lnTo>
                  <a:lnTo>
                    <a:pt x="1373433" y="1398495"/>
                  </a:lnTo>
                  <a:lnTo>
                    <a:pt x="1373443" y="1398483"/>
                  </a:lnTo>
                  <a:lnTo>
                    <a:pt x="1373447" y="1398479"/>
                  </a:lnTo>
                  <a:lnTo>
                    <a:pt x="1373451" y="1398472"/>
                  </a:lnTo>
                  <a:lnTo>
                    <a:pt x="1373460" y="1398455"/>
                  </a:lnTo>
                  <a:lnTo>
                    <a:pt x="1373462" y="1398449"/>
                  </a:lnTo>
                  <a:lnTo>
                    <a:pt x="1373465" y="1398441"/>
                  </a:lnTo>
                  <a:lnTo>
                    <a:pt x="1373468" y="1398434"/>
                  </a:lnTo>
                  <a:lnTo>
                    <a:pt x="1373498" y="1398331"/>
                  </a:lnTo>
                  <a:lnTo>
                    <a:pt x="1373568" y="1398070"/>
                  </a:lnTo>
                  <a:lnTo>
                    <a:pt x="1373586" y="1398001"/>
                  </a:lnTo>
                  <a:lnTo>
                    <a:pt x="1373586" y="1397996"/>
                  </a:lnTo>
                  <a:lnTo>
                    <a:pt x="1373583" y="1397993"/>
                  </a:lnTo>
                  <a:lnTo>
                    <a:pt x="1373578" y="1397991"/>
                  </a:lnTo>
                  <a:lnTo>
                    <a:pt x="1373574" y="1397988"/>
                  </a:lnTo>
                  <a:lnTo>
                    <a:pt x="1373573" y="1397982"/>
                  </a:lnTo>
                  <a:lnTo>
                    <a:pt x="1373577" y="1397971"/>
                  </a:lnTo>
                  <a:lnTo>
                    <a:pt x="1373581" y="1397963"/>
                  </a:lnTo>
                  <a:lnTo>
                    <a:pt x="1373584" y="1397957"/>
                  </a:lnTo>
                  <a:lnTo>
                    <a:pt x="1373588" y="1397950"/>
                  </a:lnTo>
                  <a:lnTo>
                    <a:pt x="1373595" y="1397940"/>
                  </a:lnTo>
                  <a:lnTo>
                    <a:pt x="1373599" y="1397935"/>
                  </a:lnTo>
                  <a:lnTo>
                    <a:pt x="1373656" y="1397870"/>
                  </a:lnTo>
                  <a:lnTo>
                    <a:pt x="1373660" y="1397867"/>
                  </a:lnTo>
                  <a:lnTo>
                    <a:pt x="1373680" y="1397852"/>
                  </a:lnTo>
                  <a:lnTo>
                    <a:pt x="1373693" y="1397842"/>
                  </a:lnTo>
                  <a:lnTo>
                    <a:pt x="1373703" y="1397836"/>
                  </a:lnTo>
                  <a:lnTo>
                    <a:pt x="1373710" y="1397832"/>
                  </a:lnTo>
                  <a:lnTo>
                    <a:pt x="1373719" y="1397828"/>
                  </a:lnTo>
                  <a:lnTo>
                    <a:pt x="1373753" y="1397816"/>
                  </a:lnTo>
                  <a:lnTo>
                    <a:pt x="1373797" y="1397800"/>
                  </a:lnTo>
                  <a:lnTo>
                    <a:pt x="1373917" y="1397755"/>
                  </a:lnTo>
                  <a:lnTo>
                    <a:pt x="1373923" y="1397753"/>
                  </a:lnTo>
                  <a:lnTo>
                    <a:pt x="1373928" y="1397753"/>
                  </a:lnTo>
                  <a:lnTo>
                    <a:pt x="1373934" y="1397753"/>
                  </a:lnTo>
                  <a:lnTo>
                    <a:pt x="1373942" y="1397753"/>
                  </a:lnTo>
                  <a:lnTo>
                    <a:pt x="1373957" y="1397757"/>
                  </a:lnTo>
                  <a:lnTo>
                    <a:pt x="1373963" y="1397761"/>
                  </a:lnTo>
                  <a:lnTo>
                    <a:pt x="1373969" y="1397766"/>
                  </a:lnTo>
                  <a:lnTo>
                    <a:pt x="1373974" y="1397773"/>
                  </a:lnTo>
                  <a:lnTo>
                    <a:pt x="1373985" y="1397790"/>
                  </a:lnTo>
                  <a:lnTo>
                    <a:pt x="1373988" y="1397796"/>
                  </a:lnTo>
                  <a:lnTo>
                    <a:pt x="1373991" y="1397802"/>
                  </a:lnTo>
                  <a:lnTo>
                    <a:pt x="1373997" y="1397812"/>
                  </a:lnTo>
                  <a:lnTo>
                    <a:pt x="1373999" y="1397817"/>
                  </a:lnTo>
                  <a:lnTo>
                    <a:pt x="1374002" y="1397821"/>
                  </a:lnTo>
                  <a:lnTo>
                    <a:pt x="1374007" y="1397825"/>
                  </a:lnTo>
                  <a:lnTo>
                    <a:pt x="1374014" y="1397828"/>
                  </a:lnTo>
                  <a:lnTo>
                    <a:pt x="1374034" y="1397836"/>
                  </a:lnTo>
                  <a:lnTo>
                    <a:pt x="1374040" y="1397838"/>
                  </a:lnTo>
                  <a:lnTo>
                    <a:pt x="1374045" y="1397839"/>
                  </a:lnTo>
                  <a:lnTo>
                    <a:pt x="1374051" y="1397839"/>
                  </a:lnTo>
                  <a:lnTo>
                    <a:pt x="1374056" y="1397838"/>
                  </a:lnTo>
                  <a:lnTo>
                    <a:pt x="1374066" y="1397834"/>
                  </a:lnTo>
                  <a:lnTo>
                    <a:pt x="1374078" y="1397825"/>
                  </a:lnTo>
                  <a:lnTo>
                    <a:pt x="1374083" y="1397821"/>
                  </a:lnTo>
                  <a:lnTo>
                    <a:pt x="1374112" y="1397797"/>
                  </a:lnTo>
                  <a:lnTo>
                    <a:pt x="1374119" y="1397791"/>
                  </a:lnTo>
                  <a:lnTo>
                    <a:pt x="1374132" y="1397778"/>
                  </a:lnTo>
                  <a:lnTo>
                    <a:pt x="1374136" y="1397773"/>
                  </a:lnTo>
                  <a:lnTo>
                    <a:pt x="1374147" y="1397762"/>
                  </a:lnTo>
                  <a:lnTo>
                    <a:pt x="1374150" y="1397756"/>
                  </a:lnTo>
                  <a:lnTo>
                    <a:pt x="1374154" y="1397749"/>
                  </a:lnTo>
                  <a:lnTo>
                    <a:pt x="1374155" y="1397743"/>
                  </a:lnTo>
                  <a:lnTo>
                    <a:pt x="1374155" y="1397733"/>
                  </a:lnTo>
                  <a:lnTo>
                    <a:pt x="1374149" y="1397717"/>
                  </a:lnTo>
                  <a:lnTo>
                    <a:pt x="1374143" y="1397706"/>
                  </a:lnTo>
                  <a:lnTo>
                    <a:pt x="1374135" y="1397693"/>
                  </a:lnTo>
                  <a:lnTo>
                    <a:pt x="1374133" y="1397688"/>
                  </a:lnTo>
                  <a:lnTo>
                    <a:pt x="1374131" y="1397681"/>
                  </a:lnTo>
                  <a:lnTo>
                    <a:pt x="1374131" y="1397674"/>
                  </a:lnTo>
                  <a:lnTo>
                    <a:pt x="1374132" y="1397668"/>
                  </a:lnTo>
                  <a:lnTo>
                    <a:pt x="1374134" y="1397662"/>
                  </a:lnTo>
                  <a:lnTo>
                    <a:pt x="1374139" y="1397651"/>
                  </a:lnTo>
                  <a:lnTo>
                    <a:pt x="1374142" y="1397645"/>
                  </a:lnTo>
                  <a:lnTo>
                    <a:pt x="1374148" y="1397638"/>
                  </a:lnTo>
                  <a:lnTo>
                    <a:pt x="1374153" y="1397632"/>
                  </a:lnTo>
                  <a:lnTo>
                    <a:pt x="1374187" y="1397602"/>
                  </a:lnTo>
                  <a:lnTo>
                    <a:pt x="1374200" y="1397590"/>
                  </a:lnTo>
                  <a:lnTo>
                    <a:pt x="1374297" y="1397503"/>
                  </a:lnTo>
                  <a:lnTo>
                    <a:pt x="1374304" y="1397497"/>
                  </a:lnTo>
                  <a:lnTo>
                    <a:pt x="1374410" y="1397414"/>
                  </a:lnTo>
                  <a:lnTo>
                    <a:pt x="1374475" y="1397365"/>
                  </a:lnTo>
                  <a:lnTo>
                    <a:pt x="1374543" y="1397312"/>
                  </a:lnTo>
                  <a:lnTo>
                    <a:pt x="1374567" y="1397285"/>
                  </a:lnTo>
                  <a:lnTo>
                    <a:pt x="1374630" y="1397215"/>
                  </a:lnTo>
                  <a:lnTo>
                    <a:pt x="1374548" y="1397178"/>
                  </a:lnTo>
                  <a:lnTo>
                    <a:pt x="1374456" y="1397258"/>
                  </a:lnTo>
                  <a:lnTo>
                    <a:pt x="1374392" y="1397311"/>
                  </a:lnTo>
                  <a:lnTo>
                    <a:pt x="1374270" y="1397412"/>
                  </a:lnTo>
                  <a:lnTo>
                    <a:pt x="1374157" y="1397517"/>
                  </a:lnTo>
                  <a:lnTo>
                    <a:pt x="1374082" y="1397589"/>
                  </a:lnTo>
                  <a:lnTo>
                    <a:pt x="1374041" y="1397627"/>
                  </a:lnTo>
                  <a:lnTo>
                    <a:pt x="1373912" y="1397705"/>
                  </a:lnTo>
                  <a:lnTo>
                    <a:pt x="1373811" y="1397734"/>
                  </a:lnTo>
                  <a:lnTo>
                    <a:pt x="1373730" y="1397727"/>
                  </a:lnTo>
                  <a:lnTo>
                    <a:pt x="1373664" y="1397736"/>
                  </a:lnTo>
                  <a:lnTo>
                    <a:pt x="1373638" y="1397748"/>
                  </a:lnTo>
                  <a:lnTo>
                    <a:pt x="1373600" y="1397782"/>
                  </a:lnTo>
                  <a:lnTo>
                    <a:pt x="1373595" y="1397785"/>
                  </a:lnTo>
                  <a:lnTo>
                    <a:pt x="1373583" y="1397797"/>
                  </a:lnTo>
                  <a:lnTo>
                    <a:pt x="1373575" y="1397805"/>
                  </a:lnTo>
                  <a:lnTo>
                    <a:pt x="1373571" y="1397810"/>
                  </a:lnTo>
                  <a:lnTo>
                    <a:pt x="1373568" y="1397816"/>
                  </a:lnTo>
                  <a:lnTo>
                    <a:pt x="1373560" y="1397830"/>
                  </a:lnTo>
                  <a:lnTo>
                    <a:pt x="1373544" y="1397862"/>
                  </a:lnTo>
                  <a:lnTo>
                    <a:pt x="1373468" y="1398021"/>
                  </a:lnTo>
                  <a:lnTo>
                    <a:pt x="1373414" y="1398213"/>
                  </a:lnTo>
                  <a:lnTo>
                    <a:pt x="1373396" y="1398291"/>
                  </a:lnTo>
                  <a:lnTo>
                    <a:pt x="1373386" y="1398334"/>
                  </a:lnTo>
                  <a:lnTo>
                    <a:pt x="1373384" y="1398340"/>
                  </a:lnTo>
                  <a:lnTo>
                    <a:pt x="1373382" y="1398347"/>
                  </a:lnTo>
                  <a:lnTo>
                    <a:pt x="1373380" y="1398351"/>
                  </a:lnTo>
                  <a:lnTo>
                    <a:pt x="1373336" y="1398424"/>
                  </a:lnTo>
                  <a:lnTo>
                    <a:pt x="1373328" y="1398437"/>
                  </a:lnTo>
                  <a:lnTo>
                    <a:pt x="1373272" y="1398439"/>
                  </a:lnTo>
                  <a:lnTo>
                    <a:pt x="1373261" y="1398422"/>
                  </a:lnTo>
                  <a:lnTo>
                    <a:pt x="1373252" y="1398405"/>
                  </a:lnTo>
                  <a:lnTo>
                    <a:pt x="1373239" y="1398403"/>
                  </a:lnTo>
                  <a:lnTo>
                    <a:pt x="1373199" y="1398407"/>
                  </a:lnTo>
                  <a:lnTo>
                    <a:pt x="1373086" y="1398419"/>
                  </a:lnTo>
                  <a:lnTo>
                    <a:pt x="1372929" y="1398435"/>
                  </a:lnTo>
                  <a:lnTo>
                    <a:pt x="1372867" y="1398449"/>
                  </a:lnTo>
                  <a:lnTo>
                    <a:pt x="1372827" y="1398470"/>
                  </a:lnTo>
                  <a:lnTo>
                    <a:pt x="1372758" y="1398524"/>
                  </a:lnTo>
                  <a:lnTo>
                    <a:pt x="1372750" y="1398529"/>
                  </a:lnTo>
                  <a:lnTo>
                    <a:pt x="1372733" y="1398548"/>
                  </a:lnTo>
                  <a:lnTo>
                    <a:pt x="1372672" y="1398614"/>
                  </a:lnTo>
                  <a:lnTo>
                    <a:pt x="1372647" y="1398657"/>
                  </a:lnTo>
                  <a:lnTo>
                    <a:pt x="1372618" y="1398710"/>
                  </a:lnTo>
                  <a:lnTo>
                    <a:pt x="1372556" y="1398857"/>
                  </a:lnTo>
                  <a:lnTo>
                    <a:pt x="1372553" y="1398871"/>
                  </a:lnTo>
                  <a:lnTo>
                    <a:pt x="1372548" y="1398893"/>
                  </a:lnTo>
                  <a:lnTo>
                    <a:pt x="1372507" y="1399093"/>
                  </a:lnTo>
                  <a:lnTo>
                    <a:pt x="1372494" y="1399159"/>
                  </a:lnTo>
                  <a:lnTo>
                    <a:pt x="1372492" y="1399205"/>
                  </a:lnTo>
                  <a:lnTo>
                    <a:pt x="1372493" y="1399221"/>
                  </a:lnTo>
                  <a:lnTo>
                    <a:pt x="1372515" y="1399246"/>
                  </a:lnTo>
                  <a:lnTo>
                    <a:pt x="1372533" y="1399264"/>
                  </a:lnTo>
                  <a:lnTo>
                    <a:pt x="1372560" y="1399321"/>
                  </a:lnTo>
                  <a:lnTo>
                    <a:pt x="1372573" y="1399362"/>
                  </a:lnTo>
                  <a:lnTo>
                    <a:pt x="1372575" y="1399386"/>
                  </a:lnTo>
                  <a:lnTo>
                    <a:pt x="1372597" y="1399732"/>
                  </a:lnTo>
                  <a:lnTo>
                    <a:pt x="1372602" y="1399821"/>
                  </a:lnTo>
                  <a:lnTo>
                    <a:pt x="1372608" y="1399963"/>
                  </a:lnTo>
                  <a:lnTo>
                    <a:pt x="1372593" y="1400056"/>
                  </a:lnTo>
                  <a:lnTo>
                    <a:pt x="1372529" y="1400166"/>
                  </a:lnTo>
                  <a:lnTo>
                    <a:pt x="1372499" y="1400204"/>
                  </a:lnTo>
                  <a:lnTo>
                    <a:pt x="1372396" y="1400292"/>
                  </a:lnTo>
                  <a:lnTo>
                    <a:pt x="1372376" y="1400301"/>
                  </a:lnTo>
                  <a:lnTo>
                    <a:pt x="1372365" y="1400305"/>
                  </a:lnTo>
                  <a:lnTo>
                    <a:pt x="1372349" y="1400304"/>
                  </a:lnTo>
                  <a:lnTo>
                    <a:pt x="1372327" y="1400302"/>
                  </a:lnTo>
                  <a:lnTo>
                    <a:pt x="1372205" y="1400277"/>
                  </a:lnTo>
                  <a:lnTo>
                    <a:pt x="1372157" y="1400265"/>
                  </a:lnTo>
                  <a:lnTo>
                    <a:pt x="1372134" y="1400259"/>
                  </a:lnTo>
                  <a:lnTo>
                    <a:pt x="1372126" y="1400255"/>
                  </a:lnTo>
                  <a:lnTo>
                    <a:pt x="1372109" y="1400246"/>
                  </a:lnTo>
                  <a:lnTo>
                    <a:pt x="1372106" y="1400244"/>
                  </a:lnTo>
                  <a:lnTo>
                    <a:pt x="1372054" y="1400173"/>
                  </a:lnTo>
                  <a:lnTo>
                    <a:pt x="1371971" y="1400102"/>
                  </a:lnTo>
                  <a:lnTo>
                    <a:pt x="1371899" y="1400038"/>
                  </a:lnTo>
                  <a:lnTo>
                    <a:pt x="1371872" y="1400005"/>
                  </a:lnTo>
                  <a:lnTo>
                    <a:pt x="1371853" y="1399991"/>
                  </a:lnTo>
                  <a:lnTo>
                    <a:pt x="1371846" y="1399986"/>
                  </a:lnTo>
                  <a:lnTo>
                    <a:pt x="1371770" y="1399974"/>
                  </a:lnTo>
                  <a:lnTo>
                    <a:pt x="1371763" y="1399974"/>
                  </a:lnTo>
                  <a:lnTo>
                    <a:pt x="1371712" y="1399976"/>
                  </a:lnTo>
                  <a:lnTo>
                    <a:pt x="1371649" y="1399979"/>
                  </a:lnTo>
                  <a:lnTo>
                    <a:pt x="1371642" y="1399976"/>
                  </a:lnTo>
                  <a:lnTo>
                    <a:pt x="1371630" y="1399972"/>
                  </a:lnTo>
                  <a:lnTo>
                    <a:pt x="1371627" y="1399969"/>
                  </a:lnTo>
                  <a:lnTo>
                    <a:pt x="1371618" y="1399953"/>
                  </a:lnTo>
                  <a:lnTo>
                    <a:pt x="1371611" y="1399925"/>
                  </a:lnTo>
                  <a:lnTo>
                    <a:pt x="1371609" y="1399916"/>
                  </a:lnTo>
                  <a:lnTo>
                    <a:pt x="1371611" y="1399898"/>
                  </a:lnTo>
                  <a:lnTo>
                    <a:pt x="1371613" y="1399874"/>
                  </a:lnTo>
                  <a:lnTo>
                    <a:pt x="1371616" y="1399870"/>
                  </a:lnTo>
                  <a:lnTo>
                    <a:pt x="1371686" y="1399815"/>
                  </a:lnTo>
                  <a:lnTo>
                    <a:pt x="1371802" y="1399740"/>
                  </a:lnTo>
                  <a:lnTo>
                    <a:pt x="1371918" y="1399671"/>
                  </a:lnTo>
                  <a:lnTo>
                    <a:pt x="1371956" y="1399666"/>
                  </a:lnTo>
                  <a:lnTo>
                    <a:pt x="1371953" y="1399644"/>
                  </a:lnTo>
                  <a:lnTo>
                    <a:pt x="1371937" y="1399633"/>
                  </a:lnTo>
                  <a:lnTo>
                    <a:pt x="1371886" y="1399603"/>
                  </a:lnTo>
                  <a:lnTo>
                    <a:pt x="1371836" y="1399574"/>
                  </a:lnTo>
                  <a:lnTo>
                    <a:pt x="1371818" y="1399548"/>
                  </a:lnTo>
                  <a:lnTo>
                    <a:pt x="1371824" y="1399527"/>
                  </a:lnTo>
                  <a:lnTo>
                    <a:pt x="1371841" y="1399492"/>
                  </a:lnTo>
                  <a:lnTo>
                    <a:pt x="1371849" y="1399478"/>
                  </a:lnTo>
                  <a:lnTo>
                    <a:pt x="1371855" y="1399467"/>
                  </a:lnTo>
                  <a:lnTo>
                    <a:pt x="1371857" y="1399463"/>
                  </a:lnTo>
                  <a:lnTo>
                    <a:pt x="1371863" y="1399459"/>
                  </a:lnTo>
                  <a:lnTo>
                    <a:pt x="1371940" y="1399404"/>
                  </a:lnTo>
                  <a:lnTo>
                    <a:pt x="1371963" y="1399387"/>
                  </a:lnTo>
                  <a:lnTo>
                    <a:pt x="1372027" y="1399342"/>
                  </a:lnTo>
                  <a:lnTo>
                    <a:pt x="1372110" y="1399284"/>
                  </a:lnTo>
                  <a:lnTo>
                    <a:pt x="1372119" y="1399277"/>
                  </a:lnTo>
                  <a:lnTo>
                    <a:pt x="1372182" y="1399222"/>
                  </a:lnTo>
                  <a:lnTo>
                    <a:pt x="1372199" y="1399204"/>
                  </a:lnTo>
                  <a:lnTo>
                    <a:pt x="1372221" y="1399182"/>
                  </a:lnTo>
                  <a:lnTo>
                    <a:pt x="1372227" y="1399175"/>
                  </a:lnTo>
                  <a:lnTo>
                    <a:pt x="1372265" y="1399127"/>
                  </a:lnTo>
                  <a:lnTo>
                    <a:pt x="1372293" y="1399092"/>
                  </a:lnTo>
                  <a:lnTo>
                    <a:pt x="1372303" y="1399079"/>
                  </a:lnTo>
                  <a:lnTo>
                    <a:pt x="1372330" y="1399036"/>
                  </a:lnTo>
                  <a:lnTo>
                    <a:pt x="1372366" y="1398979"/>
                  </a:lnTo>
                  <a:lnTo>
                    <a:pt x="1372374" y="1398958"/>
                  </a:lnTo>
                  <a:lnTo>
                    <a:pt x="1372397" y="1398902"/>
                  </a:lnTo>
                  <a:lnTo>
                    <a:pt x="1372432" y="1398816"/>
                  </a:lnTo>
                  <a:lnTo>
                    <a:pt x="1372465" y="1398735"/>
                  </a:lnTo>
                  <a:lnTo>
                    <a:pt x="1372482" y="1398673"/>
                  </a:lnTo>
                  <a:lnTo>
                    <a:pt x="1372486" y="1398657"/>
                  </a:lnTo>
                  <a:lnTo>
                    <a:pt x="1372508" y="1398582"/>
                  </a:lnTo>
                  <a:lnTo>
                    <a:pt x="1372531" y="1398497"/>
                  </a:lnTo>
                  <a:lnTo>
                    <a:pt x="1372534" y="1398486"/>
                  </a:lnTo>
                  <a:lnTo>
                    <a:pt x="1372546" y="1398444"/>
                  </a:lnTo>
                  <a:lnTo>
                    <a:pt x="1372551" y="1398427"/>
                  </a:lnTo>
                  <a:lnTo>
                    <a:pt x="1372570" y="1398353"/>
                  </a:lnTo>
                  <a:lnTo>
                    <a:pt x="1372583" y="1398300"/>
                  </a:lnTo>
                  <a:lnTo>
                    <a:pt x="1372588" y="1398259"/>
                  </a:lnTo>
                  <a:lnTo>
                    <a:pt x="1372582" y="1398223"/>
                  </a:lnTo>
                  <a:lnTo>
                    <a:pt x="1372581" y="1398219"/>
                  </a:lnTo>
                  <a:lnTo>
                    <a:pt x="1372576" y="1398196"/>
                  </a:lnTo>
                  <a:lnTo>
                    <a:pt x="1372571" y="1398175"/>
                  </a:lnTo>
                  <a:lnTo>
                    <a:pt x="1372563" y="1398138"/>
                  </a:lnTo>
                  <a:lnTo>
                    <a:pt x="1372558" y="1398124"/>
                  </a:lnTo>
                  <a:lnTo>
                    <a:pt x="1372533" y="1398048"/>
                  </a:lnTo>
                  <a:lnTo>
                    <a:pt x="1372531" y="1398041"/>
                  </a:lnTo>
                  <a:lnTo>
                    <a:pt x="1372529" y="1398018"/>
                  </a:lnTo>
                  <a:lnTo>
                    <a:pt x="1372524" y="1397958"/>
                  </a:lnTo>
                  <a:lnTo>
                    <a:pt x="1372518" y="1397893"/>
                  </a:lnTo>
                  <a:lnTo>
                    <a:pt x="1372519" y="1397875"/>
                  </a:lnTo>
                  <a:lnTo>
                    <a:pt x="1372520" y="1397825"/>
                  </a:lnTo>
                  <a:lnTo>
                    <a:pt x="1372521" y="1397809"/>
                  </a:lnTo>
                  <a:lnTo>
                    <a:pt x="1372525" y="1397800"/>
                  </a:lnTo>
                  <a:lnTo>
                    <a:pt x="1372559" y="1397737"/>
                  </a:lnTo>
                  <a:lnTo>
                    <a:pt x="1372598" y="1397702"/>
                  </a:lnTo>
                  <a:lnTo>
                    <a:pt x="1372655" y="1397652"/>
                  </a:lnTo>
                  <a:lnTo>
                    <a:pt x="1372665" y="1397644"/>
                  </a:lnTo>
                  <a:lnTo>
                    <a:pt x="1372762" y="1397562"/>
                  </a:lnTo>
                  <a:lnTo>
                    <a:pt x="1372849" y="1397489"/>
                  </a:lnTo>
                  <a:lnTo>
                    <a:pt x="1372858" y="1397481"/>
                  </a:lnTo>
                  <a:lnTo>
                    <a:pt x="1372964" y="1397399"/>
                  </a:lnTo>
                  <a:lnTo>
                    <a:pt x="1372969" y="1397396"/>
                  </a:lnTo>
                  <a:lnTo>
                    <a:pt x="1373001" y="1397379"/>
                  </a:lnTo>
                  <a:lnTo>
                    <a:pt x="1373020" y="1397368"/>
                  </a:lnTo>
                  <a:lnTo>
                    <a:pt x="1373053" y="1397354"/>
                  </a:lnTo>
                  <a:lnTo>
                    <a:pt x="1373061" y="1397351"/>
                  </a:lnTo>
                  <a:lnTo>
                    <a:pt x="1373087" y="1397337"/>
                  </a:lnTo>
                  <a:lnTo>
                    <a:pt x="1373093" y="1397334"/>
                  </a:lnTo>
                  <a:lnTo>
                    <a:pt x="1373096" y="1397330"/>
                  </a:lnTo>
                  <a:lnTo>
                    <a:pt x="1373132" y="1397289"/>
                  </a:lnTo>
                  <a:lnTo>
                    <a:pt x="1373136" y="1397285"/>
                  </a:lnTo>
                  <a:lnTo>
                    <a:pt x="1373172" y="1397218"/>
                  </a:lnTo>
                  <a:lnTo>
                    <a:pt x="1373181" y="1397168"/>
                  </a:lnTo>
                  <a:lnTo>
                    <a:pt x="1373181" y="1397163"/>
                  </a:lnTo>
                  <a:lnTo>
                    <a:pt x="1373177" y="1397161"/>
                  </a:lnTo>
                  <a:lnTo>
                    <a:pt x="1373164" y="1397159"/>
                  </a:lnTo>
                  <a:lnTo>
                    <a:pt x="1373156" y="1397160"/>
                  </a:lnTo>
                  <a:lnTo>
                    <a:pt x="1373122" y="1397168"/>
                  </a:lnTo>
                  <a:lnTo>
                    <a:pt x="1373102" y="1397172"/>
                  </a:lnTo>
                  <a:lnTo>
                    <a:pt x="1373056" y="1397177"/>
                  </a:lnTo>
                  <a:lnTo>
                    <a:pt x="1373033" y="1397182"/>
                  </a:lnTo>
                  <a:lnTo>
                    <a:pt x="1372952" y="1397235"/>
                  </a:lnTo>
                  <a:lnTo>
                    <a:pt x="1372871" y="1397290"/>
                  </a:lnTo>
                  <a:lnTo>
                    <a:pt x="1372845" y="1397309"/>
                  </a:lnTo>
                  <a:lnTo>
                    <a:pt x="1372794" y="1397366"/>
                  </a:lnTo>
                  <a:lnTo>
                    <a:pt x="1372742" y="1397419"/>
                  </a:lnTo>
                  <a:lnTo>
                    <a:pt x="1372683" y="1397469"/>
                  </a:lnTo>
                  <a:lnTo>
                    <a:pt x="1372624" y="1397506"/>
                  </a:lnTo>
                  <a:lnTo>
                    <a:pt x="1372588" y="1397528"/>
                  </a:lnTo>
                  <a:lnTo>
                    <a:pt x="1372545" y="1397545"/>
                  </a:lnTo>
                  <a:lnTo>
                    <a:pt x="1372518" y="1397566"/>
                  </a:lnTo>
                  <a:lnTo>
                    <a:pt x="1372486" y="1397616"/>
                  </a:lnTo>
                  <a:lnTo>
                    <a:pt x="1372453" y="1397671"/>
                  </a:lnTo>
                  <a:lnTo>
                    <a:pt x="1372412" y="1397741"/>
                  </a:lnTo>
                  <a:lnTo>
                    <a:pt x="1372406" y="1397751"/>
                  </a:lnTo>
                  <a:lnTo>
                    <a:pt x="1372387" y="1397820"/>
                  </a:lnTo>
                  <a:lnTo>
                    <a:pt x="1372368" y="1397893"/>
                  </a:lnTo>
                  <a:lnTo>
                    <a:pt x="1372361" y="1397921"/>
                  </a:lnTo>
                  <a:lnTo>
                    <a:pt x="1372353" y="1397974"/>
                  </a:lnTo>
                  <a:lnTo>
                    <a:pt x="1372354" y="1397987"/>
                  </a:lnTo>
                  <a:lnTo>
                    <a:pt x="1372356" y="1398007"/>
                  </a:lnTo>
                  <a:lnTo>
                    <a:pt x="1372358" y="1398012"/>
                  </a:lnTo>
                  <a:lnTo>
                    <a:pt x="1372366" y="1398027"/>
                  </a:lnTo>
                  <a:lnTo>
                    <a:pt x="1372384" y="1398063"/>
                  </a:lnTo>
                  <a:lnTo>
                    <a:pt x="1372404" y="1398093"/>
                  </a:lnTo>
                  <a:lnTo>
                    <a:pt x="1372418" y="1398114"/>
                  </a:lnTo>
                  <a:lnTo>
                    <a:pt x="1372426" y="1398125"/>
                  </a:lnTo>
                  <a:lnTo>
                    <a:pt x="1372441" y="1398145"/>
                  </a:lnTo>
                  <a:lnTo>
                    <a:pt x="1372434" y="1398229"/>
                  </a:lnTo>
                  <a:lnTo>
                    <a:pt x="1372413" y="1398429"/>
                  </a:lnTo>
                  <a:lnTo>
                    <a:pt x="1372371" y="1398457"/>
                  </a:lnTo>
                  <a:lnTo>
                    <a:pt x="1372332" y="1398488"/>
                  </a:lnTo>
                  <a:lnTo>
                    <a:pt x="1372311" y="1398480"/>
                  </a:lnTo>
                  <a:lnTo>
                    <a:pt x="1372273" y="1398465"/>
                  </a:lnTo>
                  <a:lnTo>
                    <a:pt x="1372250" y="1398457"/>
                  </a:lnTo>
                  <a:lnTo>
                    <a:pt x="1372237" y="1398461"/>
                  </a:lnTo>
                  <a:lnTo>
                    <a:pt x="1372230" y="1398472"/>
                  </a:lnTo>
                  <a:lnTo>
                    <a:pt x="1372227" y="1398481"/>
                  </a:lnTo>
                  <a:lnTo>
                    <a:pt x="1372224" y="1398495"/>
                  </a:lnTo>
                  <a:lnTo>
                    <a:pt x="1372222" y="1398505"/>
                  </a:lnTo>
                  <a:lnTo>
                    <a:pt x="1372213" y="1398545"/>
                  </a:lnTo>
                  <a:lnTo>
                    <a:pt x="1372211" y="1398553"/>
                  </a:lnTo>
                  <a:lnTo>
                    <a:pt x="1372201" y="1398584"/>
                  </a:lnTo>
                  <a:lnTo>
                    <a:pt x="1372189" y="1398598"/>
                  </a:lnTo>
                  <a:lnTo>
                    <a:pt x="1372151" y="1398627"/>
                  </a:lnTo>
                  <a:lnTo>
                    <a:pt x="1372004" y="1398737"/>
                  </a:lnTo>
                  <a:lnTo>
                    <a:pt x="1371898" y="1398816"/>
                  </a:lnTo>
                  <a:lnTo>
                    <a:pt x="1371837" y="1398861"/>
                  </a:lnTo>
                  <a:lnTo>
                    <a:pt x="1371764" y="1398913"/>
                  </a:lnTo>
                  <a:lnTo>
                    <a:pt x="1371724" y="1398935"/>
                  </a:lnTo>
                  <a:lnTo>
                    <a:pt x="1371685" y="1398951"/>
                  </a:lnTo>
                  <a:lnTo>
                    <a:pt x="1371605" y="1398985"/>
                  </a:lnTo>
                  <a:lnTo>
                    <a:pt x="1371578" y="1398994"/>
                  </a:lnTo>
                  <a:lnTo>
                    <a:pt x="1371566" y="1398999"/>
                  </a:lnTo>
                  <a:lnTo>
                    <a:pt x="1371528" y="1399010"/>
                  </a:lnTo>
                  <a:lnTo>
                    <a:pt x="1371519" y="1399010"/>
                  </a:lnTo>
                  <a:lnTo>
                    <a:pt x="1371513" y="1399010"/>
                  </a:lnTo>
                  <a:lnTo>
                    <a:pt x="1371489" y="1398977"/>
                  </a:lnTo>
                  <a:lnTo>
                    <a:pt x="1371480" y="1398976"/>
                  </a:lnTo>
                  <a:lnTo>
                    <a:pt x="1371474" y="1398976"/>
                  </a:lnTo>
                  <a:lnTo>
                    <a:pt x="1371463" y="1398980"/>
                  </a:lnTo>
                  <a:lnTo>
                    <a:pt x="1371446" y="1398986"/>
                  </a:lnTo>
                  <a:lnTo>
                    <a:pt x="1371431" y="1398991"/>
                  </a:lnTo>
                  <a:lnTo>
                    <a:pt x="1371397" y="1398997"/>
                  </a:lnTo>
                  <a:lnTo>
                    <a:pt x="1371369" y="1399002"/>
                  </a:lnTo>
                  <a:lnTo>
                    <a:pt x="1371349" y="1399007"/>
                  </a:lnTo>
                  <a:lnTo>
                    <a:pt x="1371316" y="1399019"/>
                  </a:lnTo>
                  <a:lnTo>
                    <a:pt x="1371164" y="1399073"/>
                  </a:lnTo>
                  <a:lnTo>
                    <a:pt x="1371115" y="1399091"/>
                  </a:lnTo>
                  <a:lnTo>
                    <a:pt x="1371008" y="1399129"/>
                  </a:lnTo>
                  <a:lnTo>
                    <a:pt x="1370889" y="1399175"/>
                  </a:lnTo>
                  <a:lnTo>
                    <a:pt x="1370851" y="1399190"/>
                  </a:lnTo>
                  <a:lnTo>
                    <a:pt x="1370696" y="1399250"/>
                  </a:lnTo>
                  <a:lnTo>
                    <a:pt x="1370690" y="1399252"/>
                  </a:lnTo>
                  <a:lnTo>
                    <a:pt x="1370575" y="1399299"/>
                  </a:lnTo>
                  <a:lnTo>
                    <a:pt x="1370566" y="1399302"/>
                  </a:lnTo>
                  <a:lnTo>
                    <a:pt x="1370553" y="1399306"/>
                  </a:lnTo>
                  <a:lnTo>
                    <a:pt x="1370540" y="1399310"/>
                  </a:lnTo>
                  <a:lnTo>
                    <a:pt x="1370534" y="1399312"/>
                  </a:lnTo>
                  <a:lnTo>
                    <a:pt x="1370520" y="1399325"/>
                  </a:lnTo>
                  <a:lnTo>
                    <a:pt x="1370507" y="1399340"/>
                  </a:lnTo>
                  <a:lnTo>
                    <a:pt x="1370446" y="1399408"/>
                  </a:lnTo>
                  <a:lnTo>
                    <a:pt x="1370431" y="1399425"/>
                  </a:lnTo>
                  <a:lnTo>
                    <a:pt x="1370380" y="1399482"/>
                  </a:lnTo>
                  <a:lnTo>
                    <a:pt x="1370336" y="1399531"/>
                  </a:lnTo>
                  <a:lnTo>
                    <a:pt x="1370300" y="1399570"/>
                  </a:lnTo>
                  <a:lnTo>
                    <a:pt x="1370250" y="1399624"/>
                  </a:lnTo>
                  <a:lnTo>
                    <a:pt x="1370148" y="1399734"/>
                  </a:lnTo>
                  <a:lnTo>
                    <a:pt x="1370122" y="1399762"/>
                  </a:lnTo>
                  <a:lnTo>
                    <a:pt x="1370037" y="1399853"/>
                  </a:lnTo>
                  <a:lnTo>
                    <a:pt x="1370007" y="1399885"/>
                  </a:lnTo>
                  <a:lnTo>
                    <a:pt x="1370002" y="1399890"/>
                  </a:lnTo>
                  <a:lnTo>
                    <a:pt x="1369987" y="1399905"/>
                  </a:lnTo>
                  <a:lnTo>
                    <a:pt x="1369954" y="1399926"/>
                  </a:lnTo>
                  <a:lnTo>
                    <a:pt x="1369942" y="1399934"/>
                  </a:lnTo>
                  <a:lnTo>
                    <a:pt x="1369924" y="1399946"/>
                  </a:lnTo>
                  <a:lnTo>
                    <a:pt x="1369917" y="1399948"/>
                  </a:lnTo>
                  <a:lnTo>
                    <a:pt x="1369907" y="1399950"/>
                  </a:lnTo>
                  <a:lnTo>
                    <a:pt x="1369902" y="1399951"/>
                  </a:lnTo>
                  <a:lnTo>
                    <a:pt x="1369896" y="1399953"/>
                  </a:lnTo>
                  <a:lnTo>
                    <a:pt x="1369829" y="1399958"/>
                  </a:lnTo>
                  <a:lnTo>
                    <a:pt x="1369746" y="1399966"/>
                  </a:lnTo>
                  <a:lnTo>
                    <a:pt x="1369739" y="1399966"/>
                  </a:lnTo>
                  <a:lnTo>
                    <a:pt x="1369594" y="1399958"/>
                  </a:lnTo>
                  <a:lnTo>
                    <a:pt x="1369541" y="1399955"/>
                  </a:lnTo>
                  <a:lnTo>
                    <a:pt x="1369478" y="1399951"/>
                  </a:lnTo>
                  <a:lnTo>
                    <a:pt x="1369434" y="1399937"/>
                  </a:lnTo>
                  <a:lnTo>
                    <a:pt x="1369431" y="1399931"/>
                  </a:lnTo>
                  <a:lnTo>
                    <a:pt x="1369428" y="1399923"/>
                  </a:lnTo>
                  <a:lnTo>
                    <a:pt x="1369387" y="1399928"/>
                  </a:lnTo>
                  <a:lnTo>
                    <a:pt x="1369366" y="1399930"/>
                  </a:lnTo>
                  <a:lnTo>
                    <a:pt x="1369259" y="1399943"/>
                  </a:lnTo>
                  <a:lnTo>
                    <a:pt x="1369199" y="1399950"/>
                  </a:lnTo>
                  <a:lnTo>
                    <a:pt x="1369190" y="1399951"/>
                  </a:lnTo>
                  <a:lnTo>
                    <a:pt x="1369174" y="1399953"/>
                  </a:lnTo>
                  <a:lnTo>
                    <a:pt x="1369137" y="1399975"/>
                  </a:lnTo>
                  <a:lnTo>
                    <a:pt x="1369133" y="1399977"/>
                  </a:lnTo>
                  <a:lnTo>
                    <a:pt x="1369069" y="1400014"/>
                  </a:lnTo>
                  <a:lnTo>
                    <a:pt x="1369010" y="1400049"/>
                  </a:lnTo>
                  <a:lnTo>
                    <a:pt x="1368972" y="1400055"/>
                  </a:lnTo>
                  <a:lnTo>
                    <a:pt x="1368897" y="1400058"/>
                  </a:lnTo>
                  <a:lnTo>
                    <a:pt x="1368881" y="1400060"/>
                  </a:lnTo>
                  <a:lnTo>
                    <a:pt x="1368778" y="1400069"/>
                  </a:lnTo>
                  <a:lnTo>
                    <a:pt x="1368752" y="1400073"/>
                  </a:lnTo>
                  <a:lnTo>
                    <a:pt x="1368724" y="1400078"/>
                  </a:lnTo>
                  <a:lnTo>
                    <a:pt x="1368694" y="1400083"/>
                  </a:lnTo>
                  <a:lnTo>
                    <a:pt x="1368688" y="1400095"/>
                  </a:lnTo>
                  <a:lnTo>
                    <a:pt x="1368685" y="1400131"/>
                  </a:lnTo>
                  <a:lnTo>
                    <a:pt x="1368657" y="1400151"/>
                  </a:lnTo>
                  <a:lnTo>
                    <a:pt x="1368641" y="1400162"/>
                  </a:lnTo>
                  <a:lnTo>
                    <a:pt x="1368571" y="1400193"/>
                  </a:lnTo>
                  <a:lnTo>
                    <a:pt x="1368539" y="1400201"/>
                  </a:lnTo>
                  <a:lnTo>
                    <a:pt x="1368527" y="1400204"/>
                  </a:lnTo>
                  <a:lnTo>
                    <a:pt x="1368499" y="1400202"/>
                  </a:lnTo>
                  <a:lnTo>
                    <a:pt x="1368487" y="1400201"/>
                  </a:lnTo>
                  <a:lnTo>
                    <a:pt x="1368454" y="1400194"/>
                  </a:lnTo>
                  <a:lnTo>
                    <a:pt x="1368404" y="1400184"/>
                  </a:lnTo>
                  <a:lnTo>
                    <a:pt x="1368365" y="1400161"/>
                  </a:lnTo>
                  <a:lnTo>
                    <a:pt x="1368276" y="1400109"/>
                  </a:lnTo>
                  <a:lnTo>
                    <a:pt x="1368273" y="1400100"/>
                  </a:lnTo>
                  <a:lnTo>
                    <a:pt x="1368256" y="1400064"/>
                  </a:lnTo>
                  <a:lnTo>
                    <a:pt x="1368251" y="1400052"/>
                  </a:lnTo>
                  <a:lnTo>
                    <a:pt x="1368244" y="1400017"/>
                  </a:lnTo>
                  <a:lnTo>
                    <a:pt x="1368063" y="1399929"/>
                  </a:lnTo>
                  <a:lnTo>
                    <a:pt x="1367909" y="1399854"/>
                  </a:lnTo>
                  <a:lnTo>
                    <a:pt x="1367747" y="1399776"/>
                  </a:lnTo>
                  <a:lnTo>
                    <a:pt x="1367727" y="1399766"/>
                  </a:lnTo>
                  <a:lnTo>
                    <a:pt x="1367723" y="1399764"/>
                  </a:lnTo>
                  <a:lnTo>
                    <a:pt x="1367623" y="1399715"/>
                  </a:lnTo>
                  <a:lnTo>
                    <a:pt x="1367613" y="1399713"/>
                  </a:lnTo>
                  <a:lnTo>
                    <a:pt x="1367564" y="1399702"/>
                  </a:lnTo>
                  <a:lnTo>
                    <a:pt x="1367538" y="1399697"/>
                  </a:lnTo>
                  <a:lnTo>
                    <a:pt x="1367510" y="1399691"/>
                  </a:lnTo>
                  <a:lnTo>
                    <a:pt x="1367487" y="1399691"/>
                  </a:lnTo>
                  <a:lnTo>
                    <a:pt x="1367391" y="1399689"/>
                  </a:lnTo>
                  <a:lnTo>
                    <a:pt x="1367369" y="1399689"/>
                  </a:lnTo>
                  <a:lnTo>
                    <a:pt x="1367361" y="1399688"/>
                  </a:lnTo>
                  <a:lnTo>
                    <a:pt x="1367341" y="1399684"/>
                  </a:lnTo>
                  <a:lnTo>
                    <a:pt x="1367237" y="1399666"/>
                  </a:lnTo>
                  <a:lnTo>
                    <a:pt x="1367178" y="1399656"/>
                  </a:lnTo>
                  <a:lnTo>
                    <a:pt x="1367161" y="1399653"/>
                  </a:lnTo>
                  <a:lnTo>
                    <a:pt x="1367119" y="1399646"/>
                  </a:lnTo>
                  <a:lnTo>
                    <a:pt x="1367105" y="1399640"/>
                  </a:lnTo>
                  <a:lnTo>
                    <a:pt x="1367087" y="1399632"/>
                  </a:lnTo>
                  <a:lnTo>
                    <a:pt x="1367045" y="1399602"/>
                  </a:lnTo>
                  <a:lnTo>
                    <a:pt x="1367029" y="1399580"/>
                  </a:lnTo>
                  <a:lnTo>
                    <a:pt x="1367002" y="1399570"/>
                  </a:lnTo>
                  <a:lnTo>
                    <a:pt x="1366973" y="1399559"/>
                  </a:lnTo>
                  <a:lnTo>
                    <a:pt x="1366963" y="1399556"/>
                  </a:lnTo>
                  <a:lnTo>
                    <a:pt x="1366949" y="1399550"/>
                  </a:lnTo>
                  <a:lnTo>
                    <a:pt x="1366891" y="1399529"/>
                  </a:lnTo>
                  <a:lnTo>
                    <a:pt x="1366786" y="1399498"/>
                  </a:lnTo>
                  <a:lnTo>
                    <a:pt x="1366716" y="1399478"/>
                  </a:lnTo>
                  <a:lnTo>
                    <a:pt x="1366659" y="1399467"/>
                  </a:lnTo>
                  <a:lnTo>
                    <a:pt x="1366610" y="1399449"/>
                  </a:lnTo>
                  <a:lnTo>
                    <a:pt x="1366464" y="1399396"/>
                  </a:lnTo>
                  <a:lnTo>
                    <a:pt x="1366452" y="1399392"/>
                  </a:lnTo>
                  <a:lnTo>
                    <a:pt x="1366359" y="1399343"/>
                  </a:lnTo>
                  <a:lnTo>
                    <a:pt x="1366343" y="1399332"/>
                  </a:lnTo>
                  <a:lnTo>
                    <a:pt x="1366334" y="1399326"/>
                  </a:lnTo>
                  <a:lnTo>
                    <a:pt x="1366329" y="1399322"/>
                  </a:lnTo>
                  <a:lnTo>
                    <a:pt x="1366323" y="1399318"/>
                  </a:lnTo>
                  <a:lnTo>
                    <a:pt x="1366317" y="1399313"/>
                  </a:lnTo>
                  <a:lnTo>
                    <a:pt x="1366311" y="1399306"/>
                  </a:lnTo>
                  <a:lnTo>
                    <a:pt x="1366308" y="1399303"/>
                  </a:lnTo>
                  <a:lnTo>
                    <a:pt x="1366268" y="1399258"/>
                  </a:lnTo>
                  <a:lnTo>
                    <a:pt x="1366265" y="1399254"/>
                  </a:lnTo>
                  <a:lnTo>
                    <a:pt x="1366255" y="1399226"/>
                  </a:lnTo>
                  <a:lnTo>
                    <a:pt x="1366253" y="1399220"/>
                  </a:lnTo>
                  <a:lnTo>
                    <a:pt x="1366252" y="1399213"/>
                  </a:lnTo>
                  <a:lnTo>
                    <a:pt x="1366243" y="1399142"/>
                  </a:lnTo>
                  <a:lnTo>
                    <a:pt x="1366243" y="1399117"/>
                  </a:lnTo>
                  <a:lnTo>
                    <a:pt x="1366243" y="1399108"/>
                  </a:lnTo>
                  <a:lnTo>
                    <a:pt x="1366243" y="1399095"/>
                  </a:lnTo>
                  <a:lnTo>
                    <a:pt x="1366243" y="1399010"/>
                  </a:lnTo>
                  <a:lnTo>
                    <a:pt x="1366242" y="1398968"/>
                  </a:lnTo>
                  <a:lnTo>
                    <a:pt x="1366250" y="1398894"/>
                  </a:lnTo>
                  <a:lnTo>
                    <a:pt x="1366261" y="1398797"/>
                  </a:lnTo>
                  <a:lnTo>
                    <a:pt x="1366279" y="1398796"/>
                  </a:lnTo>
                  <a:lnTo>
                    <a:pt x="1366278" y="1398774"/>
                  </a:lnTo>
                  <a:lnTo>
                    <a:pt x="1366276" y="1398736"/>
                  </a:lnTo>
                  <a:lnTo>
                    <a:pt x="1366275" y="1398721"/>
                  </a:lnTo>
                  <a:lnTo>
                    <a:pt x="1366269" y="1398688"/>
                  </a:lnTo>
                  <a:lnTo>
                    <a:pt x="1366259" y="1398634"/>
                  </a:lnTo>
                  <a:lnTo>
                    <a:pt x="1366255" y="1398609"/>
                  </a:lnTo>
                  <a:lnTo>
                    <a:pt x="1366248" y="1398587"/>
                  </a:lnTo>
                  <a:lnTo>
                    <a:pt x="1366219" y="1398494"/>
                  </a:lnTo>
                  <a:lnTo>
                    <a:pt x="1366182" y="1398374"/>
                  </a:lnTo>
                  <a:lnTo>
                    <a:pt x="1366180" y="1398368"/>
                  </a:lnTo>
                  <a:lnTo>
                    <a:pt x="1366174" y="1398362"/>
                  </a:lnTo>
                  <a:lnTo>
                    <a:pt x="1366081" y="1398276"/>
                  </a:lnTo>
                  <a:lnTo>
                    <a:pt x="1366075" y="1398270"/>
                  </a:lnTo>
                  <a:lnTo>
                    <a:pt x="1366039" y="1398236"/>
                  </a:lnTo>
                  <a:lnTo>
                    <a:pt x="1365923" y="1398129"/>
                  </a:lnTo>
                  <a:lnTo>
                    <a:pt x="1365823" y="1398036"/>
                  </a:lnTo>
                  <a:lnTo>
                    <a:pt x="1365815" y="1398028"/>
                  </a:lnTo>
                  <a:lnTo>
                    <a:pt x="1365804" y="1398018"/>
                  </a:lnTo>
                  <a:lnTo>
                    <a:pt x="1365682" y="1397904"/>
                  </a:lnTo>
                  <a:lnTo>
                    <a:pt x="1365637" y="1397862"/>
                  </a:lnTo>
                  <a:lnTo>
                    <a:pt x="1365622" y="1397841"/>
                  </a:lnTo>
                  <a:lnTo>
                    <a:pt x="1365552" y="1397737"/>
                  </a:lnTo>
                  <a:lnTo>
                    <a:pt x="1365531" y="1397670"/>
                  </a:lnTo>
                  <a:lnTo>
                    <a:pt x="1365541" y="1397665"/>
                  </a:lnTo>
                  <a:lnTo>
                    <a:pt x="1365567" y="1397648"/>
                  </a:lnTo>
                  <a:lnTo>
                    <a:pt x="1365594" y="1397630"/>
                  </a:lnTo>
                  <a:lnTo>
                    <a:pt x="1365652" y="1397593"/>
                  </a:lnTo>
                  <a:lnTo>
                    <a:pt x="1365659" y="1397592"/>
                  </a:lnTo>
                  <a:lnTo>
                    <a:pt x="1365670" y="1397590"/>
                  </a:lnTo>
                  <a:lnTo>
                    <a:pt x="1365680" y="1397589"/>
                  </a:lnTo>
                  <a:lnTo>
                    <a:pt x="1365715" y="1397595"/>
                  </a:lnTo>
                  <a:lnTo>
                    <a:pt x="1365719" y="1397596"/>
                  </a:lnTo>
                  <a:lnTo>
                    <a:pt x="1365722" y="1397577"/>
                  </a:lnTo>
                  <a:lnTo>
                    <a:pt x="1365728" y="1397544"/>
                  </a:lnTo>
                  <a:lnTo>
                    <a:pt x="1365665" y="1397495"/>
                  </a:lnTo>
                  <a:lnTo>
                    <a:pt x="1365623" y="1397467"/>
                  </a:lnTo>
                  <a:lnTo>
                    <a:pt x="1365425" y="1397397"/>
                  </a:lnTo>
                  <a:lnTo>
                    <a:pt x="1365399" y="1397404"/>
                  </a:lnTo>
                  <a:lnTo>
                    <a:pt x="1365381" y="1397409"/>
                  </a:lnTo>
                  <a:lnTo>
                    <a:pt x="1365348" y="1397418"/>
                  </a:lnTo>
                  <a:lnTo>
                    <a:pt x="1365343" y="1397419"/>
                  </a:lnTo>
                  <a:lnTo>
                    <a:pt x="1365301" y="1397427"/>
                  </a:lnTo>
                  <a:lnTo>
                    <a:pt x="1365286" y="1397430"/>
                  </a:lnTo>
                  <a:lnTo>
                    <a:pt x="1365255" y="1397429"/>
                  </a:lnTo>
                  <a:lnTo>
                    <a:pt x="1365235" y="1397429"/>
                  </a:lnTo>
                  <a:lnTo>
                    <a:pt x="1365208" y="1397421"/>
                  </a:lnTo>
                  <a:lnTo>
                    <a:pt x="1365121" y="1397389"/>
                  </a:lnTo>
                  <a:lnTo>
                    <a:pt x="1365108" y="1397384"/>
                  </a:lnTo>
                  <a:lnTo>
                    <a:pt x="1365103" y="1397380"/>
                  </a:lnTo>
                  <a:lnTo>
                    <a:pt x="1364963" y="1397275"/>
                  </a:lnTo>
                  <a:lnTo>
                    <a:pt x="1364870" y="1397208"/>
                  </a:lnTo>
                  <a:lnTo>
                    <a:pt x="1364737" y="1397060"/>
                  </a:lnTo>
                  <a:lnTo>
                    <a:pt x="1364625" y="1396902"/>
                  </a:lnTo>
                  <a:lnTo>
                    <a:pt x="1364623" y="1396887"/>
                  </a:lnTo>
                  <a:lnTo>
                    <a:pt x="1364658" y="1396823"/>
                  </a:lnTo>
                  <a:lnTo>
                    <a:pt x="1364669" y="1396798"/>
                  </a:lnTo>
                  <a:lnTo>
                    <a:pt x="1364667" y="1396789"/>
                  </a:lnTo>
                  <a:lnTo>
                    <a:pt x="1364620" y="1396756"/>
                  </a:lnTo>
                  <a:lnTo>
                    <a:pt x="1364277" y="1396518"/>
                  </a:lnTo>
                  <a:lnTo>
                    <a:pt x="1364194" y="1396473"/>
                  </a:lnTo>
                  <a:lnTo>
                    <a:pt x="1364152" y="1396460"/>
                  </a:lnTo>
                  <a:lnTo>
                    <a:pt x="1364067" y="1396375"/>
                  </a:lnTo>
                  <a:lnTo>
                    <a:pt x="1364044" y="1396276"/>
                  </a:lnTo>
                  <a:lnTo>
                    <a:pt x="1364060" y="1396124"/>
                  </a:lnTo>
                  <a:lnTo>
                    <a:pt x="1364080" y="1396014"/>
                  </a:lnTo>
                  <a:lnTo>
                    <a:pt x="1364079" y="1395950"/>
                  </a:lnTo>
                  <a:lnTo>
                    <a:pt x="1364079" y="1395938"/>
                  </a:lnTo>
                  <a:lnTo>
                    <a:pt x="1364061" y="1395845"/>
                  </a:lnTo>
                  <a:lnTo>
                    <a:pt x="1364064" y="1395818"/>
                  </a:lnTo>
                  <a:lnTo>
                    <a:pt x="1364065" y="1395805"/>
                  </a:lnTo>
                  <a:lnTo>
                    <a:pt x="1364098" y="1395734"/>
                  </a:lnTo>
                  <a:lnTo>
                    <a:pt x="1364131" y="1395701"/>
                  </a:lnTo>
                  <a:lnTo>
                    <a:pt x="1364135" y="1395697"/>
                  </a:lnTo>
                  <a:lnTo>
                    <a:pt x="1364149" y="1395688"/>
                  </a:lnTo>
                  <a:lnTo>
                    <a:pt x="1364179" y="1395668"/>
                  </a:lnTo>
                  <a:lnTo>
                    <a:pt x="1364254" y="1395629"/>
                  </a:lnTo>
                  <a:lnTo>
                    <a:pt x="1364554" y="1395498"/>
                  </a:lnTo>
                  <a:lnTo>
                    <a:pt x="1364585" y="1395519"/>
                  </a:lnTo>
                  <a:lnTo>
                    <a:pt x="1364661" y="1395529"/>
                  </a:lnTo>
                  <a:lnTo>
                    <a:pt x="1364783" y="1395304"/>
                  </a:lnTo>
                  <a:lnTo>
                    <a:pt x="1364805" y="1395214"/>
                  </a:lnTo>
                  <a:lnTo>
                    <a:pt x="1364825" y="1395131"/>
                  </a:lnTo>
                  <a:lnTo>
                    <a:pt x="1364791" y="1395097"/>
                  </a:lnTo>
                  <a:lnTo>
                    <a:pt x="1364787" y="1395093"/>
                  </a:lnTo>
                  <a:lnTo>
                    <a:pt x="1364735" y="1395031"/>
                  </a:lnTo>
                  <a:lnTo>
                    <a:pt x="1364698" y="1394946"/>
                  </a:lnTo>
                  <a:lnTo>
                    <a:pt x="1364680" y="1394882"/>
                  </a:lnTo>
                  <a:lnTo>
                    <a:pt x="1364636" y="1394634"/>
                  </a:lnTo>
                  <a:lnTo>
                    <a:pt x="1364641" y="1394522"/>
                  </a:lnTo>
                  <a:lnTo>
                    <a:pt x="1364582" y="1394428"/>
                  </a:lnTo>
                  <a:lnTo>
                    <a:pt x="1364507" y="1394345"/>
                  </a:lnTo>
                  <a:lnTo>
                    <a:pt x="1364431" y="1394290"/>
                  </a:lnTo>
                  <a:lnTo>
                    <a:pt x="1364430" y="1394259"/>
                  </a:lnTo>
                  <a:lnTo>
                    <a:pt x="1364536" y="1393911"/>
                  </a:lnTo>
                  <a:lnTo>
                    <a:pt x="1364569" y="1393800"/>
                  </a:lnTo>
                  <a:lnTo>
                    <a:pt x="1364600" y="1393774"/>
                  </a:lnTo>
                  <a:lnTo>
                    <a:pt x="1364608" y="1393768"/>
                  </a:lnTo>
                  <a:lnTo>
                    <a:pt x="1364694" y="1393728"/>
                  </a:lnTo>
                  <a:lnTo>
                    <a:pt x="1364799" y="1393723"/>
                  </a:lnTo>
                  <a:lnTo>
                    <a:pt x="1364984" y="1393716"/>
                  </a:lnTo>
                  <a:lnTo>
                    <a:pt x="1365026" y="1393717"/>
                  </a:lnTo>
                  <a:lnTo>
                    <a:pt x="1365052" y="1393726"/>
                  </a:lnTo>
                  <a:lnTo>
                    <a:pt x="1365058" y="1393728"/>
                  </a:lnTo>
                  <a:lnTo>
                    <a:pt x="1365078" y="1393765"/>
                  </a:lnTo>
                  <a:lnTo>
                    <a:pt x="1365094" y="1393794"/>
                  </a:lnTo>
                  <a:lnTo>
                    <a:pt x="1365108" y="1393810"/>
                  </a:lnTo>
                  <a:lnTo>
                    <a:pt x="1365194" y="1393904"/>
                  </a:lnTo>
                  <a:lnTo>
                    <a:pt x="1365258" y="1393956"/>
                  </a:lnTo>
                  <a:lnTo>
                    <a:pt x="1365270" y="1393960"/>
                  </a:lnTo>
                  <a:lnTo>
                    <a:pt x="1365295" y="1393971"/>
                  </a:lnTo>
                  <a:lnTo>
                    <a:pt x="1365306" y="1393975"/>
                  </a:lnTo>
                  <a:lnTo>
                    <a:pt x="1365452" y="1393998"/>
                  </a:lnTo>
                  <a:lnTo>
                    <a:pt x="1365499" y="1393973"/>
                  </a:lnTo>
                  <a:lnTo>
                    <a:pt x="1365668" y="1393889"/>
                  </a:lnTo>
                  <a:lnTo>
                    <a:pt x="1365752" y="1393822"/>
                  </a:lnTo>
                  <a:lnTo>
                    <a:pt x="1365806" y="1393772"/>
                  </a:lnTo>
                  <a:lnTo>
                    <a:pt x="1365865" y="1393712"/>
                  </a:lnTo>
                  <a:lnTo>
                    <a:pt x="1365890" y="1393683"/>
                  </a:lnTo>
                  <a:lnTo>
                    <a:pt x="1365998" y="1393560"/>
                  </a:lnTo>
                  <a:lnTo>
                    <a:pt x="1366104" y="1393432"/>
                  </a:lnTo>
                  <a:lnTo>
                    <a:pt x="1366132" y="1393403"/>
                  </a:lnTo>
                  <a:lnTo>
                    <a:pt x="1366184" y="1393346"/>
                  </a:lnTo>
                  <a:lnTo>
                    <a:pt x="1366205" y="1393325"/>
                  </a:lnTo>
                  <a:lnTo>
                    <a:pt x="1366269" y="1393308"/>
                  </a:lnTo>
                  <a:lnTo>
                    <a:pt x="1366265" y="1393285"/>
                  </a:lnTo>
                  <a:lnTo>
                    <a:pt x="1366261" y="1393257"/>
                  </a:lnTo>
                  <a:lnTo>
                    <a:pt x="1366258" y="1393239"/>
                  </a:lnTo>
                  <a:lnTo>
                    <a:pt x="1366254" y="1393234"/>
                  </a:lnTo>
                  <a:lnTo>
                    <a:pt x="1366248" y="1393226"/>
                  </a:lnTo>
                  <a:lnTo>
                    <a:pt x="1366207" y="1393229"/>
                  </a:lnTo>
                  <a:lnTo>
                    <a:pt x="1366105" y="1393237"/>
                  </a:lnTo>
                  <a:lnTo>
                    <a:pt x="1365995" y="1393298"/>
                  </a:lnTo>
                  <a:lnTo>
                    <a:pt x="1365954" y="1393320"/>
                  </a:lnTo>
                  <a:lnTo>
                    <a:pt x="1365911" y="1393377"/>
                  </a:lnTo>
                  <a:lnTo>
                    <a:pt x="1365776" y="1393515"/>
                  </a:lnTo>
                  <a:lnTo>
                    <a:pt x="1365671" y="1393614"/>
                  </a:lnTo>
                  <a:lnTo>
                    <a:pt x="1365661" y="1393615"/>
                  </a:lnTo>
                  <a:lnTo>
                    <a:pt x="1365631" y="1393617"/>
                  </a:lnTo>
                  <a:lnTo>
                    <a:pt x="1365538" y="1393612"/>
                  </a:lnTo>
                  <a:lnTo>
                    <a:pt x="1365437" y="1393601"/>
                  </a:lnTo>
                  <a:lnTo>
                    <a:pt x="1365383" y="1393595"/>
                  </a:lnTo>
                  <a:lnTo>
                    <a:pt x="1365363" y="1393589"/>
                  </a:lnTo>
                  <a:lnTo>
                    <a:pt x="1365347" y="1393572"/>
                  </a:lnTo>
                  <a:lnTo>
                    <a:pt x="1365346" y="1393555"/>
                  </a:lnTo>
                  <a:lnTo>
                    <a:pt x="1365384" y="1393497"/>
                  </a:lnTo>
                  <a:lnTo>
                    <a:pt x="1365472" y="1393410"/>
                  </a:lnTo>
                  <a:lnTo>
                    <a:pt x="1365536" y="1393317"/>
                  </a:lnTo>
                  <a:lnTo>
                    <a:pt x="1365593" y="1393200"/>
                  </a:lnTo>
                  <a:lnTo>
                    <a:pt x="1365611" y="1393149"/>
                  </a:lnTo>
                  <a:lnTo>
                    <a:pt x="1365601" y="1393098"/>
                  </a:lnTo>
                  <a:lnTo>
                    <a:pt x="1365613" y="1393024"/>
                  </a:lnTo>
                  <a:lnTo>
                    <a:pt x="1365655" y="1392891"/>
                  </a:lnTo>
                  <a:lnTo>
                    <a:pt x="1365691" y="1392784"/>
                  </a:lnTo>
                  <a:lnTo>
                    <a:pt x="1365702" y="1392763"/>
                  </a:lnTo>
                  <a:lnTo>
                    <a:pt x="1365711" y="1392745"/>
                  </a:lnTo>
                  <a:lnTo>
                    <a:pt x="1365712" y="1392715"/>
                  </a:lnTo>
                  <a:lnTo>
                    <a:pt x="1365689" y="1392698"/>
                  </a:lnTo>
                  <a:lnTo>
                    <a:pt x="1365660" y="1392687"/>
                  </a:lnTo>
                  <a:lnTo>
                    <a:pt x="1365632" y="1392697"/>
                  </a:lnTo>
                  <a:lnTo>
                    <a:pt x="1365629" y="1392702"/>
                  </a:lnTo>
                  <a:lnTo>
                    <a:pt x="1365617" y="1392717"/>
                  </a:lnTo>
                  <a:lnTo>
                    <a:pt x="1365591" y="1392819"/>
                  </a:lnTo>
                  <a:lnTo>
                    <a:pt x="1365549" y="1392947"/>
                  </a:lnTo>
                  <a:lnTo>
                    <a:pt x="1365526" y="1393029"/>
                  </a:lnTo>
                  <a:lnTo>
                    <a:pt x="1365377" y="1393266"/>
                  </a:lnTo>
                  <a:lnTo>
                    <a:pt x="1365103" y="1393421"/>
                  </a:lnTo>
                  <a:lnTo>
                    <a:pt x="1364787" y="1393468"/>
                  </a:lnTo>
                  <a:lnTo>
                    <a:pt x="1364731" y="1393553"/>
                  </a:lnTo>
                  <a:lnTo>
                    <a:pt x="1364695" y="1393564"/>
                  </a:lnTo>
                  <a:lnTo>
                    <a:pt x="1364683" y="1393559"/>
                  </a:lnTo>
                  <a:lnTo>
                    <a:pt x="1364662" y="1393528"/>
                  </a:lnTo>
                  <a:lnTo>
                    <a:pt x="1364643" y="1393459"/>
                  </a:lnTo>
                  <a:lnTo>
                    <a:pt x="1364641" y="1393393"/>
                  </a:lnTo>
                  <a:lnTo>
                    <a:pt x="1364649" y="1393287"/>
                  </a:lnTo>
                  <a:lnTo>
                    <a:pt x="1364703" y="1393163"/>
                  </a:lnTo>
                  <a:lnTo>
                    <a:pt x="1364660" y="1393088"/>
                  </a:lnTo>
                  <a:lnTo>
                    <a:pt x="1364603" y="1392910"/>
                  </a:lnTo>
                  <a:lnTo>
                    <a:pt x="1364620" y="1392593"/>
                  </a:lnTo>
                  <a:lnTo>
                    <a:pt x="1364650" y="1392429"/>
                  </a:lnTo>
                  <a:lnTo>
                    <a:pt x="1364691" y="1392399"/>
                  </a:lnTo>
                  <a:lnTo>
                    <a:pt x="1364713" y="1392377"/>
                  </a:lnTo>
                  <a:lnTo>
                    <a:pt x="1364716" y="1392368"/>
                  </a:lnTo>
                  <a:lnTo>
                    <a:pt x="1364644" y="1392253"/>
                  </a:lnTo>
                  <a:lnTo>
                    <a:pt x="1364607" y="1392205"/>
                  </a:lnTo>
                  <a:lnTo>
                    <a:pt x="1364552" y="1392169"/>
                  </a:lnTo>
                  <a:lnTo>
                    <a:pt x="1364524" y="1392159"/>
                  </a:lnTo>
                  <a:lnTo>
                    <a:pt x="1364507" y="1392153"/>
                  </a:lnTo>
                  <a:lnTo>
                    <a:pt x="1364463" y="1392142"/>
                  </a:lnTo>
                  <a:lnTo>
                    <a:pt x="1364414" y="1392173"/>
                  </a:lnTo>
                  <a:lnTo>
                    <a:pt x="1364367" y="1392229"/>
                  </a:lnTo>
                  <a:lnTo>
                    <a:pt x="1364342" y="1392260"/>
                  </a:lnTo>
                  <a:lnTo>
                    <a:pt x="1364321" y="1392284"/>
                  </a:lnTo>
                  <a:lnTo>
                    <a:pt x="1364309" y="1392285"/>
                  </a:lnTo>
                  <a:lnTo>
                    <a:pt x="1364285" y="1392275"/>
                  </a:lnTo>
                  <a:lnTo>
                    <a:pt x="1364267" y="1392256"/>
                  </a:lnTo>
                  <a:lnTo>
                    <a:pt x="1364240" y="1392227"/>
                  </a:lnTo>
                  <a:lnTo>
                    <a:pt x="1364146" y="1392127"/>
                  </a:lnTo>
                  <a:lnTo>
                    <a:pt x="1364134" y="1392114"/>
                  </a:lnTo>
                  <a:lnTo>
                    <a:pt x="1364094" y="1392069"/>
                  </a:lnTo>
                  <a:lnTo>
                    <a:pt x="1364071" y="1392036"/>
                  </a:lnTo>
                  <a:lnTo>
                    <a:pt x="1364013" y="1391906"/>
                  </a:lnTo>
                  <a:lnTo>
                    <a:pt x="1363991" y="1391764"/>
                  </a:lnTo>
                  <a:lnTo>
                    <a:pt x="1363993" y="1391599"/>
                  </a:lnTo>
                  <a:lnTo>
                    <a:pt x="1364001" y="1391439"/>
                  </a:lnTo>
                  <a:lnTo>
                    <a:pt x="1363996" y="1391402"/>
                  </a:lnTo>
                  <a:lnTo>
                    <a:pt x="1363988" y="1391352"/>
                  </a:lnTo>
                  <a:lnTo>
                    <a:pt x="1363988" y="1391346"/>
                  </a:lnTo>
                  <a:lnTo>
                    <a:pt x="1363977" y="1391325"/>
                  </a:lnTo>
                  <a:lnTo>
                    <a:pt x="1363949" y="1391271"/>
                  </a:lnTo>
                  <a:lnTo>
                    <a:pt x="1363859" y="1391151"/>
                  </a:lnTo>
                  <a:lnTo>
                    <a:pt x="1363798" y="1391117"/>
                  </a:lnTo>
                  <a:lnTo>
                    <a:pt x="1363728" y="1391132"/>
                  </a:lnTo>
                  <a:lnTo>
                    <a:pt x="1363692" y="1391199"/>
                  </a:lnTo>
                  <a:lnTo>
                    <a:pt x="1363647" y="1391195"/>
                  </a:lnTo>
                  <a:lnTo>
                    <a:pt x="1363607" y="1391176"/>
                  </a:lnTo>
                  <a:lnTo>
                    <a:pt x="1363489" y="1391079"/>
                  </a:lnTo>
                  <a:lnTo>
                    <a:pt x="1363390" y="1390981"/>
                  </a:lnTo>
                  <a:lnTo>
                    <a:pt x="1363319" y="1390893"/>
                  </a:lnTo>
                  <a:lnTo>
                    <a:pt x="1363283" y="1390823"/>
                  </a:lnTo>
                  <a:lnTo>
                    <a:pt x="1363270" y="1390789"/>
                  </a:lnTo>
                  <a:lnTo>
                    <a:pt x="1363182" y="1390714"/>
                  </a:lnTo>
                  <a:lnTo>
                    <a:pt x="1363162" y="1390734"/>
                  </a:lnTo>
                  <a:lnTo>
                    <a:pt x="1363122" y="1390783"/>
                  </a:lnTo>
                  <a:lnTo>
                    <a:pt x="1363126" y="1390830"/>
                  </a:lnTo>
                  <a:lnTo>
                    <a:pt x="1363129" y="1390883"/>
                  </a:lnTo>
                  <a:lnTo>
                    <a:pt x="1363160" y="1390907"/>
                  </a:lnTo>
                  <a:lnTo>
                    <a:pt x="1363201" y="1390947"/>
                  </a:lnTo>
                  <a:lnTo>
                    <a:pt x="1363247" y="1391004"/>
                  </a:lnTo>
                  <a:lnTo>
                    <a:pt x="1363338" y="1391157"/>
                  </a:lnTo>
                  <a:lnTo>
                    <a:pt x="1363360" y="1391248"/>
                  </a:lnTo>
                  <a:lnTo>
                    <a:pt x="1363405" y="1391317"/>
                  </a:lnTo>
                  <a:lnTo>
                    <a:pt x="1363488" y="1391391"/>
                  </a:lnTo>
                  <a:lnTo>
                    <a:pt x="1363546" y="1391411"/>
                  </a:lnTo>
                  <a:lnTo>
                    <a:pt x="1363741" y="1391446"/>
                  </a:lnTo>
                  <a:lnTo>
                    <a:pt x="1363748" y="1391414"/>
                  </a:lnTo>
                  <a:lnTo>
                    <a:pt x="1363784" y="1391396"/>
                  </a:lnTo>
                  <a:lnTo>
                    <a:pt x="1363805" y="1391401"/>
                  </a:lnTo>
                  <a:lnTo>
                    <a:pt x="1363832" y="1391418"/>
                  </a:lnTo>
                  <a:lnTo>
                    <a:pt x="1363876" y="1391470"/>
                  </a:lnTo>
                  <a:lnTo>
                    <a:pt x="1363919" y="1391533"/>
                  </a:lnTo>
                  <a:lnTo>
                    <a:pt x="1363937" y="1391578"/>
                  </a:lnTo>
                  <a:lnTo>
                    <a:pt x="1363885" y="1391982"/>
                  </a:lnTo>
                  <a:lnTo>
                    <a:pt x="1363868" y="1392094"/>
                  </a:lnTo>
                  <a:lnTo>
                    <a:pt x="1363858" y="1392139"/>
                  </a:lnTo>
                  <a:lnTo>
                    <a:pt x="1363806" y="1392215"/>
                  </a:lnTo>
                  <a:lnTo>
                    <a:pt x="1363754" y="1392290"/>
                  </a:lnTo>
                  <a:lnTo>
                    <a:pt x="1363712" y="1392301"/>
                  </a:lnTo>
                  <a:lnTo>
                    <a:pt x="1363696" y="1392289"/>
                  </a:lnTo>
                  <a:lnTo>
                    <a:pt x="1363657" y="1392191"/>
                  </a:lnTo>
                  <a:lnTo>
                    <a:pt x="1363634" y="1392113"/>
                  </a:lnTo>
                  <a:lnTo>
                    <a:pt x="1363600" y="1391989"/>
                  </a:lnTo>
                  <a:lnTo>
                    <a:pt x="1363434" y="1391624"/>
                  </a:lnTo>
                  <a:lnTo>
                    <a:pt x="1363414" y="1391597"/>
                  </a:lnTo>
                  <a:lnTo>
                    <a:pt x="1363393" y="1391583"/>
                  </a:lnTo>
                  <a:lnTo>
                    <a:pt x="1363150" y="1391589"/>
                  </a:lnTo>
                  <a:lnTo>
                    <a:pt x="1363124" y="1391589"/>
                  </a:lnTo>
                  <a:lnTo>
                    <a:pt x="1363063" y="1391591"/>
                  </a:lnTo>
                  <a:lnTo>
                    <a:pt x="1363034" y="1391631"/>
                  </a:lnTo>
                  <a:lnTo>
                    <a:pt x="1363042" y="1391672"/>
                  </a:lnTo>
                  <a:lnTo>
                    <a:pt x="1363050" y="1391718"/>
                  </a:lnTo>
                  <a:lnTo>
                    <a:pt x="1363101" y="1391758"/>
                  </a:lnTo>
                  <a:lnTo>
                    <a:pt x="1363179" y="1391734"/>
                  </a:lnTo>
                  <a:lnTo>
                    <a:pt x="1363257" y="1391697"/>
                  </a:lnTo>
                  <a:lnTo>
                    <a:pt x="1363277" y="1391689"/>
                  </a:lnTo>
                  <a:lnTo>
                    <a:pt x="1363297" y="1391686"/>
                  </a:lnTo>
                  <a:lnTo>
                    <a:pt x="1363350" y="1391698"/>
                  </a:lnTo>
                  <a:lnTo>
                    <a:pt x="1363389" y="1391747"/>
                  </a:lnTo>
                  <a:lnTo>
                    <a:pt x="1363427" y="1391813"/>
                  </a:lnTo>
                  <a:lnTo>
                    <a:pt x="1363440" y="1391841"/>
                  </a:lnTo>
                  <a:lnTo>
                    <a:pt x="1363497" y="1391967"/>
                  </a:lnTo>
                  <a:lnTo>
                    <a:pt x="1363519" y="1392032"/>
                  </a:lnTo>
                  <a:lnTo>
                    <a:pt x="1363535" y="1392141"/>
                  </a:lnTo>
                  <a:lnTo>
                    <a:pt x="1363532" y="1392179"/>
                  </a:lnTo>
                  <a:lnTo>
                    <a:pt x="1363526" y="1392261"/>
                  </a:lnTo>
                  <a:lnTo>
                    <a:pt x="1363539" y="1392365"/>
                  </a:lnTo>
                  <a:lnTo>
                    <a:pt x="1363558" y="1392433"/>
                  </a:lnTo>
                  <a:lnTo>
                    <a:pt x="1363602" y="1392478"/>
                  </a:lnTo>
                  <a:lnTo>
                    <a:pt x="1363654" y="1392497"/>
                  </a:lnTo>
                  <a:lnTo>
                    <a:pt x="1363814" y="1392501"/>
                  </a:lnTo>
                  <a:lnTo>
                    <a:pt x="1363828" y="1392496"/>
                  </a:lnTo>
                  <a:lnTo>
                    <a:pt x="1363928" y="1392465"/>
                  </a:lnTo>
                  <a:lnTo>
                    <a:pt x="1364042" y="1392460"/>
                  </a:lnTo>
                  <a:lnTo>
                    <a:pt x="1364071" y="1392476"/>
                  </a:lnTo>
                  <a:lnTo>
                    <a:pt x="1364183" y="1392537"/>
                  </a:lnTo>
                  <a:lnTo>
                    <a:pt x="1364234" y="1392590"/>
                  </a:lnTo>
                  <a:lnTo>
                    <a:pt x="1364253" y="1392644"/>
                  </a:lnTo>
                  <a:lnTo>
                    <a:pt x="1364271" y="1392815"/>
                  </a:lnTo>
                  <a:lnTo>
                    <a:pt x="1364269" y="1392866"/>
                  </a:lnTo>
                  <a:lnTo>
                    <a:pt x="1364223" y="1393021"/>
                  </a:lnTo>
                  <a:lnTo>
                    <a:pt x="1364185" y="1393152"/>
                  </a:lnTo>
                  <a:lnTo>
                    <a:pt x="1364171" y="1393162"/>
                  </a:lnTo>
                  <a:lnTo>
                    <a:pt x="1364115" y="1393179"/>
                  </a:lnTo>
                  <a:lnTo>
                    <a:pt x="1364203" y="1393877"/>
                  </a:lnTo>
                  <a:lnTo>
                    <a:pt x="1364115" y="1393954"/>
                  </a:lnTo>
                  <a:lnTo>
                    <a:pt x="1364088" y="1393973"/>
                  </a:lnTo>
                  <a:lnTo>
                    <a:pt x="1364022" y="1394149"/>
                  </a:lnTo>
                  <a:lnTo>
                    <a:pt x="1363905" y="1394466"/>
                  </a:lnTo>
                  <a:lnTo>
                    <a:pt x="1363790" y="1394596"/>
                  </a:lnTo>
                  <a:lnTo>
                    <a:pt x="1363725" y="1394592"/>
                  </a:lnTo>
                  <a:lnTo>
                    <a:pt x="1363667" y="1394578"/>
                  </a:lnTo>
                  <a:lnTo>
                    <a:pt x="1363606" y="1394630"/>
                  </a:lnTo>
                  <a:lnTo>
                    <a:pt x="1363581" y="1394661"/>
                  </a:lnTo>
                  <a:lnTo>
                    <a:pt x="1363545" y="1394703"/>
                  </a:lnTo>
                  <a:lnTo>
                    <a:pt x="1363582" y="1394738"/>
                  </a:lnTo>
                  <a:lnTo>
                    <a:pt x="1363649" y="1394796"/>
                  </a:lnTo>
                  <a:lnTo>
                    <a:pt x="1363788" y="1394927"/>
                  </a:lnTo>
                  <a:lnTo>
                    <a:pt x="1363810" y="1394944"/>
                  </a:lnTo>
                  <a:lnTo>
                    <a:pt x="1363821" y="1394959"/>
                  </a:lnTo>
                  <a:lnTo>
                    <a:pt x="1363841" y="1395058"/>
                  </a:lnTo>
                  <a:lnTo>
                    <a:pt x="1363825" y="1395294"/>
                  </a:lnTo>
                  <a:lnTo>
                    <a:pt x="1363780" y="1395329"/>
                  </a:lnTo>
                  <a:lnTo>
                    <a:pt x="1363657" y="1395422"/>
                  </a:lnTo>
                  <a:lnTo>
                    <a:pt x="1363587" y="1395488"/>
                  </a:lnTo>
                  <a:lnTo>
                    <a:pt x="1363537" y="1395566"/>
                  </a:lnTo>
                  <a:lnTo>
                    <a:pt x="1363533" y="1395573"/>
                  </a:lnTo>
                  <a:lnTo>
                    <a:pt x="1363528" y="1395595"/>
                  </a:lnTo>
                  <a:lnTo>
                    <a:pt x="1363505" y="1395599"/>
                  </a:lnTo>
                  <a:lnTo>
                    <a:pt x="1363501" y="1395599"/>
                  </a:lnTo>
                  <a:lnTo>
                    <a:pt x="1363337" y="1395478"/>
                  </a:lnTo>
                  <a:lnTo>
                    <a:pt x="1363121" y="1395275"/>
                  </a:lnTo>
                  <a:lnTo>
                    <a:pt x="1363044" y="1395245"/>
                  </a:lnTo>
                  <a:lnTo>
                    <a:pt x="1363017" y="1395234"/>
                  </a:lnTo>
                  <a:lnTo>
                    <a:pt x="1362980" y="1395231"/>
                  </a:lnTo>
                  <a:lnTo>
                    <a:pt x="1362963" y="1395233"/>
                  </a:lnTo>
                  <a:lnTo>
                    <a:pt x="1362926" y="1395236"/>
                  </a:lnTo>
                  <a:lnTo>
                    <a:pt x="1362890" y="1395321"/>
                  </a:lnTo>
                  <a:lnTo>
                    <a:pt x="1362881" y="1395342"/>
                  </a:lnTo>
                  <a:lnTo>
                    <a:pt x="1362897" y="1395349"/>
                  </a:lnTo>
                  <a:lnTo>
                    <a:pt x="1363039" y="1395411"/>
                  </a:lnTo>
                  <a:lnTo>
                    <a:pt x="1363250" y="1395551"/>
                  </a:lnTo>
                  <a:lnTo>
                    <a:pt x="1363299" y="1395595"/>
                  </a:lnTo>
                  <a:lnTo>
                    <a:pt x="1363428" y="1395719"/>
                  </a:lnTo>
                  <a:lnTo>
                    <a:pt x="1363496" y="1395784"/>
                  </a:lnTo>
                  <a:lnTo>
                    <a:pt x="1363507" y="1395795"/>
                  </a:lnTo>
                  <a:lnTo>
                    <a:pt x="1363511" y="1395812"/>
                  </a:lnTo>
                  <a:lnTo>
                    <a:pt x="1363503" y="1395845"/>
                  </a:lnTo>
                  <a:lnTo>
                    <a:pt x="1363465" y="1395871"/>
                  </a:lnTo>
                  <a:lnTo>
                    <a:pt x="1363435" y="1395892"/>
                  </a:lnTo>
                  <a:lnTo>
                    <a:pt x="1363394" y="1395881"/>
                  </a:lnTo>
                  <a:lnTo>
                    <a:pt x="1363349" y="1395873"/>
                  </a:lnTo>
                  <a:lnTo>
                    <a:pt x="1363295" y="1395863"/>
                  </a:lnTo>
                  <a:lnTo>
                    <a:pt x="1363277" y="1395860"/>
                  </a:lnTo>
                  <a:lnTo>
                    <a:pt x="1363228" y="1395914"/>
                  </a:lnTo>
                  <a:lnTo>
                    <a:pt x="1363209" y="1395965"/>
                  </a:lnTo>
                  <a:lnTo>
                    <a:pt x="1363314" y="1396148"/>
                  </a:lnTo>
                  <a:lnTo>
                    <a:pt x="1363421" y="1396291"/>
                  </a:lnTo>
                  <a:lnTo>
                    <a:pt x="1363463" y="1396324"/>
                  </a:lnTo>
                  <a:lnTo>
                    <a:pt x="1363523" y="1396354"/>
                  </a:lnTo>
                  <a:lnTo>
                    <a:pt x="1363540" y="1396355"/>
                  </a:lnTo>
                  <a:lnTo>
                    <a:pt x="1363564" y="1396338"/>
                  </a:lnTo>
                  <a:lnTo>
                    <a:pt x="1363573" y="1396338"/>
                  </a:lnTo>
                  <a:lnTo>
                    <a:pt x="1363585" y="1396344"/>
                  </a:lnTo>
                  <a:lnTo>
                    <a:pt x="1363623" y="1396396"/>
                  </a:lnTo>
                  <a:lnTo>
                    <a:pt x="1363663" y="1396526"/>
                  </a:lnTo>
                  <a:lnTo>
                    <a:pt x="1363690" y="1396652"/>
                  </a:lnTo>
                  <a:lnTo>
                    <a:pt x="1363713" y="1396789"/>
                  </a:lnTo>
                  <a:lnTo>
                    <a:pt x="1363735" y="1396928"/>
                  </a:lnTo>
                  <a:lnTo>
                    <a:pt x="1363783" y="1397212"/>
                  </a:lnTo>
                  <a:lnTo>
                    <a:pt x="1363797" y="1397295"/>
                  </a:lnTo>
                  <a:lnTo>
                    <a:pt x="1363798" y="1397303"/>
                  </a:lnTo>
                  <a:lnTo>
                    <a:pt x="1363878" y="1397389"/>
                  </a:lnTo>
                  <a:lnTo>
                    <a:pt x="1363873" y="1397462"/>
                  </a:lnTo>
                  <a:lnTo>
                    <a:pt x="1363862" y="1397510"/>
                  </a:lnTo>
                  <a:lnTo>
                    <a:pt x="1363830" y="1397564"/>
                  </a:lnTo>
                  <a:lnTo>
                    <a:pt x="1363805" y="1397575"/>
                  </a:lnTo>
                  <a:lnTo>
                    <a:pt x="1363764" y="1397565"/>
                  </a:lnTo>
                  <a:lnTo>
                    <a:pt x="1363744" y="1397553"/>
                  </a:lnTo>
                  <a:lnTo>
                    <a:pt x="1363722" y="1397605"/>
                  </a:lnTo>
                  <a:lnTo>
                    <a:pt x="1363799" y="1397837"/>
                  </a:lnTo>
                  <a:lnTo>
                    <a:pt x="1363887" y="1397970"/>
                  </a:lnTo>
                  <a:lnTo>
                    <a:pt x="1363976" y="1398027"/>
                  </a:lnTo>
                  <a:lnTo>
                    <a:pt x="1363986" y="1398034"/>
                  </a:lnTo>
                  <a:lnTo>
                    <a:pt x="1364044" y="1398054"/>
                  </a:lnTo>
                  <a:lnTo>
                    <a:pt x="1364175" y="1398079"/>
                  </a:lnTo>
                  <a:lnTo>
                    <a:pt x="1364267" y="1398094"/>
                  </a:lnTo>
                  <a:lnTo>
                    <a:pt x="1364486" y="1398191"/>
                  </a:lnTo>
                  <a:lnTo>
                    <a:pt x="1364560" y="1398223"/>
                  </a:lnTo>
                  <a:lnTo>
                    <a:pt x="1364653" y="1398283"/>
                  </a:lnTo>
                  <a:lnTo>
                    <a:pt x="1364669" y="1398293"/>
                  </a:lnTo>
                  <a:lnTo>
                    <a:pt x="1364677" y="1398319"/>
                  </a:lnTo>
                  <a:lnTo>
                    <a:pt x="1364682" y="1398358"/>
                  </a:lnTo>
                  <a:lnTo>
                    <a:pt x="1364660" y="1398405"/>
                  </a:lnTo>
                  <a:lnTo>
                    <a:pt x="1364627" y="1398489"/>
                  </a:lnTo>
                  <a:lnTo>
                    <a:pt x="1364605" y="1398592"/>
                  </a:lnTo>
                  <a:lnTo>
                    <a:pt x="1364601" y="1398684"/>
                  </a:lnTo>
                  <a:lnTo>
                    <a:pt x="1364601" y="1398729"/>
                  </a:lnTo>
                  <a:lnTo>
                    <a:pt x="1364601" y="1398736"/>
                  </a:lnTo>
                  <a:lnTo>
                    <a:pt x="1364633" y="1398748"/>
                  </a:lnTo>
                  <a:lnTo>
                    <a:pt x="1364658" y="1398807"/>
                  </a:lnTo>
                  <a:lnTo>
                    <a:pt x="1364646" y="1398901"/>
                  </a:lnTo>
                  <a:lnTo>
                    <a:pt x="1364606" y="1398947"/>
                  </a:lnTo>
                  <a:lnTo>
                    <a:pt x="1364551" y="1398971"/>
                  </a:lnTo>
                  <a:lnTo>
                    <a:pt x="1364513" y="1398979"/>
                  </a:lnTo>
                  <a:lnTo>
                    <a:pt x="1364466" y="1398979"/>
                  </a:lnTo>
                  <a:lnTo>
                    <a:pt x="1364404" y="1398971"/>
                  </a:lnTo>
                  <a:lnTo>
                    <a:pt x="1364367" y="1398959"/>
                  </a:lnTo>
                  <a:lnTo>
                    <a:pt x="1364352" y="1398955"/>
                  </a:lnTo>
                  <a:lnTo>
                    <a:pt x="1364288" y="1398920"/>
                  </a:lnTo>
                  <a:lnTo>
                    <a:pt x="1364130" y="1398779"/>
                  </a:lnTo>
                  <a:lnTo>
                    <a:pt x="1364017" y="1398937"/>
                  </a:lnTo>
                  <a:lnTo>
                    <a:pt x="1364059" y="1399087"/>
                  </a:lnTo>
                  <a:lnTo>
                    <a:pt x="1363899" y="1399183"/>
                  </a:lnTo>
                  <a:lnTo>
                    <a:pt x="1363851" y="1399198"/>
                  </a:lnTo>
                  <a:lnTo>
                    <a:pt x="1363436" y="1399199"/>
                  </a:lnTo>
                  <a:lnTo>
                    <a:pt x="1363388" y="1399199"/>
                  </a:lnTo>
                  <a:lnTo>
                    <a:pt x="1363348" y="1399189"/>
                  </a:lnTo>
                  <a:lnTo>
                    <a:pt x="1363301" y="1399159"/>
                  </a:lnTo>
                  <a:lnTo>
                    <a:pt x="1363150" y="1399050"/>
                  </a:lnTo>
                  <a:lnTo>
                    <a:pt x="1363100" y="1399014"/>
                  </a:lnTo>
                  <a:lnTo>
                    <a:pt x="1362968" y="1398919"/>
                  </a:lnTo>
                  <a:lnTo>
                    <a:pt x="1362885" y="1398854"/>
                  </a:lnTo>
                  <a:lnTo>
                    <a:pt x="1362880" y="1398813"/>
                  </a:lnTo>
                  <a:lnTo>
                    <a:pt x="1362875" y="1398775"/>
                  </a:lnTo>
                  <a:lnTo>
                    <a:pt x="1362799" y="1398667"/>
                  </a:lnTo>
                  <a:lnTo>
                    <a:pt x="1362714" y="1398545"/>
                  </a:lnTo>
                  <a:lnTo>
                    <a:pt x="1362669" y="1398495"/>
                  </a:lnTo>
                  <a:lnTo>
                    <a:pt x="1362568" y="1398411"/>
                  </a:lnTo>
                  <a:lnTo>
                    <a:pt x="1362548" y="1398394"/>
                  </a:lnTo>
                  <a:lnTo>
                    <a:pt x="1362534" y="1398382"/>
                  </a:lnTo>
                  <a:lnTo>
                    <a:pt x="1362530" y="1398379"/>
                  </a:lnTo>
                  <a:lnTo>
                    <a:pt x="1362524" y="1398374"/>
                  </a:lnTo>
                  <a:lnTo>
                    <a:pt x="1362484" y="1398673"/>
                  </a:lnTo>
                  <a:lnTo>
                    <a:pt x="1362471" y="1398702"/>
                  </a:lnTo>
                  <a:lnTo>
                    <a:pt x="1362446" y="1398724"/>
                  </a:lnTo>
                  <a:lnTo>
                    <a:pt x="1362258" y="1398700"/>
                  </a:lnTo>
                  <a:lnTo>
                    <a:pt x="1362153" y="1398655"/>
                  </a:lnTo>
                  <a:lnTo>
                    <a:pt x="1362138" y="1398634"/>
                  </a:lnTo>
                  <a:lnTo>
                    <a:pt x="1362107" y="1398497"/>
                  </a:lnTo>
                  <a:lnTo>
                    <a:pt x="1361909" y="1398502"/>
                  </a:lnTo>
                  <a:lnTo>
                    <a:pt x="1361731" y="1398553"/>
                  </a:lnTo>
                  <a:lnTo>
                    <a:pt x="1361726" y="1398554"/>
                  </a:lnTo>
                  <a:lnTo>
                    <a:pt x="1361549" y="1398605"/>
                  </a:lnTo>
                  <a:lnTo>
                    <a:pt x="1361301" y="1398713"/>
                  </a:lnTo>
                  <a:lnTo>
                    <a:pt x="1361286" y="1398723"/>
                  </a:lnTo>
                  <a:lnTo>
                    <a:pt x="1361237" y="1398755"/>
                  </a:lnTo>
                  <a:lnTo>
                    <a:pt x="1361232" y="1398758"/>
                  </a:lnTo>
                  <a:lnTo>
                    <a:pt x="1361228" y="1398760"/>
                  </a:lnTo>
                  <a:lnTo>
                    <a:pt x="1361048" y="1398901"/>
                  </a:lnTo>
                  <a:lnTo>
                    <a:pt x="1361030" y="1398918"/>
                  </a:lnTo>
                  <a:lnTo>
                    <a:pt x="1361005" y="1398942"/>
                  </a:lnTo>
                  <a:lnTo>
                    <a:pt x="1361000" y="1398949"/>
                  </a:lnTo>
                  <a:lnTo>
                    <a:pt x="1360994" y="1398958"/>
                  </a:lnTo>
                  <a:lnTo>
                    <a:pt x="1360901" y="1399095"/>
                  </a:lnTo>
                  <a:lnTo>
                    <a:pt x="1360855" y="1399128"/>
                  </a:lnTo>
                  <a:lnTo>
                    <a:pt x="1360758" y="1399141"/>
                  </a:lnTo>
                  <a:lnTo>
                    <a:pt x="1360630" y="1399158"/>
                  </a:lnTo>
                  <a:lnTo>
                    <a:pt x="1360596" y="1399162"/>
                  </a:lnTo>
                  <a:lnTo>
                    <a:pt x="1360505" y="1399201"/>
                  </a:lnTo>
                  <a:lnTo>
                    <a:pt x="1360336" y="1399274"/>
                  </a:lnTo>
                  <a:lnTo>
                    <a:pt x="1360278" y="1399299"/>
                  </a:lnTo>
                  <a:lnTo>
                    <a:pt x="1360165" y="1399420"/>
                  </a:lnTo>
                  <a:lnTo>
                    <a:pt x="1360032" y="1399563"/>
                  </a:lnTo>
                  <a:lnTo>
                    <a:pt x="1360023" y="1399574"/>
                  </a:lnTo>
                  <a:lnTo>
                    <a:pt x="1359999" y="1399608"/>
                  </a:lnTo>
                  <a:lnTo>
                    <a:pt x="1359986" y="1399628"/>
                  </a:lnTo>
                  <a:lnTo>
                    <a:pt x="1359980" y="1399645"/>
                  </a:lnTo>
                  <a:lnTo>
                    <a:pt x="1359970" y="1399682"/>
                  </a:lnTo>
                  <a:lnTo>
                    <a:pt x="1359963" y="1399715"/>
                  </a:lnTo>
                  <a:lnTo>
                    <a:pt x="1359952" y="1399776"/>
                  </a:lnTo>
                  <a:lnTo>
                    <a:pt x="1359951" y="1399808"/>
                  </a:lnTo>
                  <a:lnTo>
                    <a:pt x="1359816" y="1399693"/>
                  </a:lnTo>
                  <a:lnTo>
                    <a:pt x="1359742" y="1399577"/>
                  </a:lnTo>
                  <a:lnTo>
                    <a:pt x="1359647" y="1399437"/>
                  </a:lnTo>
                  <a:lnTo>
                    <a:pt x="1359619" y="1399406"/>
                  </a:lnTo>
                  <a:lnTo>
                    <a:pt x="1359462" y="1399295"/>
                  </a:lnTo>
                  <a:lnTo>
                    <a:pt x="1359454" y="1399262"/>
                  </a:lnTo>
                  <a:lnTo>
                    <a:pt x="1359440" y="1399012"/>
                  </a:lnTo>
                  <a:lnTo>
                    <a:pt x="1359474" y="1398822"/>
                  </a:lnTo>
                  <a:lnTo>
                    <a:pt x="1359629" y="1398588"/>
                  </a:lnTo>
                  <a:lnTo>
                    <a:pt x="1359463" y="1398363"/>
                  </a:lnTo>
                  <a:lnTo>
                    <a:pt x="1359466" y="1398286"/>
                  </a:lnTo>
                  <a:lnTo>
                    <a:pt x="1359468" y="1398244"/>
                  </a:lnTo>
                  <a:lnTo>
                    <a:pt x="1359469" y="1398214"/>
                  </a:lnTo>
                  <a:lnTo>
                    <a:pt x="1359445" y="1398170"/>
                  </a:lnTo>
                  <a:lnTo>
                    <a:pt x="1359373" y="1398102"/>
                  </a:lnTo>
                  <a:lnTo>
                    <a:pt x="1359271" y="1398029"/>
                  </a:lnTo>
                  <a:lnTo>
                    <a:pt x="1359191" y="1397983"/>
                  </a:lnTo>
                  <a:lnTo>
                    <a:pt x="1359084" y="1397935"/>
                  </a:lnTo>
                  <a:lnTo>
                    <a:pt x="1358962" y="1397892"/>
                  </a:lnTo>
                  <a:lnTo>
                    <a:pt x="1358835" y="1397867"/>
                  </a:lnTo>
                  <a:lnTo>
                    <a:pt x="1358781" y="1397863"/>
                  </a:lnTo>
                  <a:lnTo>
                    <a:pt x="1358665" y="1397854"/>
                  </a:lnTo>
                  <a:lnTo>
                    <a:pt x="1358562" y="1397861"/>
                  </a:lnTo>
                  <a:lnTo>
                    <a:pt x="1358512" y="1397796"/>
                  </a:lnTo>
                  <a:lnTo>
                    <a:pt x="1358514" y="1397773"/>
                  </a:lnTo>
                  <a:lnTo>
                    <a:pt x="1358567" y="1397618"/>
                  </a:lnTo>
                  <a:lnTo>
                    <a:pt x="1358592" y="1397533"/>
                  </a:lnTo>
                  <a:lnTo>
                    <a:pt x="1358615" y="1397452"/>
                  </a:lnTo>
                  <a:lnTo>
                    <a:pt x="1358616" y="1397418"/>
                  </a:lnTo>
                  <a:lnTo>
                    <a:pt x="1358603" y="1397359"/>
                  </a:lnTo>
                  <a:lnTo>
                    <a:pt x="1358630" y="1397263"/>
                  </a:lnTo>
                  <a:lnTo>
                    <a:pt x="1358643" y="1397228"/>
                  </a:lnTo>
                  <a:lnTo>
                    <a:pt x="1358658" y="1397208"/>
                  </a:lnTo>
                  <a:lnTo>
                    <a:pt x="1358738" y="1397131"/>
                  </a:lnTo>
                  <a:lnTo>
                    <a:pt x="1358757" y="1397123"/>
                  </a:lnTo>
                  <a:lnTo>
                    <a:pt x="1358785" y="1397124"/>
                  </a:lnTo>
                  <a:lnTo>
                    <a:pt x="1358824" y="1397264"/>
                  </a:lnTo>
                  <a:lnTo>
                    <a:pt x="1358822" y="1397281"/>
                  </a:lnTo>
                  <a:lnTo>
                    <a:pt x="1358813" y="1397293"/>
                  </a:lnTo>
                  <a:lnTo>
                    <a:pt x="1359087" y="1397440"/>
                  </a:lnTo>
                  <a:lnTo>
                    <a:pt x="1359256" y="1397392"/>
                  </a:lnTo>
                  <a:lnTo>
                    <a:pt x="1359250" y="1397124"/>
                  </a:lnTo>
                  <a:lnTo>
                    <a:pt x="1358996" y="1396784"/>
                  </a:lnTo>
                  <a:lnTo>
                    <a:pt x="1358879" y="1396756"/>
                  </a:lnTo>
                  <a:lnTo>
                    <a:pt x="1358783" y="1396454"/>
                  </a:lnTo>
                  <a:lnTo>
                    <a:pt x="1358764" y="1396450"/>
                  </a:lnTo>
                  <a:lnTo>
                    <a:pt x="1358675" y="1396427"/>
                  </a:lnTo>
                  <a:lnTo>
                    <a:pt x="1358651" y="1396432"/>
                  </a:lnTo>
                  <a:lnTo>
                    <a:pt x="1358630" y="1396420"/>
                  </a:lnTo>
                  <a:lnTo>
                    <a:pt x="1358521" y="1396181"/>
                  </a:lnTo>
                  <a:lnTo>
                    <a:pt x="1358512" y="1396156"/>
                  </a:lnTo>
                  <a:lnTo>
                    <a:pt x="1358484" y="1396077"/>
                  </a:lnTo>
                  <a:lnTo>
                    <a:pt x="1358498" y="1395872"/>
                  </a:lnTo>
                  <a:lnTo>
                    <a:pt x="1358629" y="1395672"/>
                  </a:lnTo>
                  <a:lnTo>
                    <a:pt x="1358667" y="1395621"/>
                  </a:lnTo>
                  <a:lnTo>
                    <a:pt x="1358697" y="1395583"/>
                  </a:lnTo>
                  <a:lnTo>
                    <a:pt x="1358730" y="1395443"/>
                  </a:lnTo>
                  <a:lnTo>
                    <a:pt x="1358752" y="1395350"/>
                  </a:lnTo>
                  <a:lnTo>
                    <a:pt x="1358789" y="1395195"/>
                  </a:lnTo>
                  <a:lnTo>
                    <a:pt x="1358792" y="1395131"/>
                  </a:lnTo>
                  <a:lnTo>
                    <a:pt x="1358754" y="1395110"/>
                  </a:lnTo>
                  <a:lnTo>
                    <a:pt x="1358726" y="1395027"/>
                  </a:lnTo>
                  <a:lnTo>
                    <a:pt x="1358829" y="1394838"/>
                  </a:lnTo>
                  <a:lnTo>
                    <a:pt x="1358853" y="1394647"/>
                  </a:lnTo>
                  <a:lnTo>
                    <a:pt x="1358853" y="1394595"/>
                  </a:lnTo>
                  <a:lnTo>
                    <a:pt x="1358861" y="1394442"/>
                  </a:lnTo>
                  <a:lnTo>
                    <a:pt x="1358847" y="1394290"/>
                  </a:lnTo>
                  <a:lnTo>
                    <a:pt x="1358880" y="1394218"/>
                  </a:lnTo>
                  <a:lnTo>
                    <a:pt x="1358872" y="1394215"/>
                  </a:lnTo>
                  <a:lnTo>
                    <a:pt x="1358820" y="1394194"/>
                  </a:lnTo>
                  <a:lnTo>
                    <a:pt x="1358798" y="1394197"/>
                  </a:lnTo>
                  <a:lnTo>
                    <a:pt x="1358782" y="1394214"/>
                  </a:lnTo>
                  <a:lnTo>
                    <a:pt x="1358691" y="1394180"/>
                  </a:lnTo>
                  <a:lnTo>
                    <a:pt x="1358683" y="1394178"/>
                  </a:lnTo>
                  <a:lnTo>
                    <a:pt x="1358630" y="1394194"/>
                  </a:lnTo>
                  <a:lnTo>
                    <a:pt x="1358587" y="1394216"/>
                  </a:lnTo>
                  <a:lnTo>
                    <a:pt x="1358585" y="1394226"/>
                  </a:lnTo>
                  <a:lnTo>
                    <a:pt x="1358587" y="1394273"/>
                  </a:lnTo>
                  <a:lnTo>
                    <a:pt x="1358618" y="1394427"/>
                  </a:lnTo>
                  <a:lnTo>
                    <a:pt x="1358560" y="1394773"/>
                  </a:lnTo>
                  <a:lnTo>
                    <a:pt x="1358530" y="1394851"/>
                  </a:lnTo>
                  <a:lnTo>
                    <a:pt x="1358330" y="1395071"/>
                  </a:lnTo>
                  <a:lnTo>
                    <a:pt x="1358156" y="1395195"/>
                  </a:lnTo>
                  <a:lnTo>
                    <a:pt x="1358071" y="1395277"/>
                  </a:lnTo>
                  <a:lnTo>
                    <a:pt x="1358096" y="1395430"/>
                  </a:lnTo>
                  <a:lnTo>
                    <a:pt x="1358113" y="1395483"/>
                  </a:lnTo>
                  <a:lnTo>
                    <a:pt x="1358037" y="1395748"/>
                  </a:lnTo>
                  <a:lnTo>
                    <a:pt x="1358010" y="1395796"/>
                  </a:lnTo>
                  <a:lnTo>
                    <a:pt x="1357989" y="1395810"/>
                  </a:lnTo>
                  <a:lnTo>
                    <a:pt x="1357970" y="1395791"/>
                  </a:lnTo>
                  <a:lnTo>
                    <a:pt x="1357959" y="1395747"/>
                  </a:lnTo>
                  <a:lnTo>
                    <a:pt x="1357904" y="1395677"/>
                  </a:lnTo>
                  <a:lnTo>
                    <a:pt x="1357776" y="1395633"/>
                  </a:lnTo>
                  <a:lnTo>
                    <a:pt x="1357604" y="1395550"/>
                  </a:lnTo>
                  <a:lnTo>
                    <a:pt x="1357575" y="1395458"/>
                  </a:lnTo>
                  <a:lnTo>
                    <a:pt x="1357605" y="1395439"/>
                  </a:lnTo>
                  <a:lnTo>
                    <a:pt x="1357574" y="1395234"/>
                  </a:lnTo>
                  <a:lnTo>
                    <a:pt x="1357573" y="1395224"/>
                  </a:lnTo>
                  <a:lnTo>
                    <a:pt x="1357512" y="1395184"/>
                  </a:lnTo>
                  <a:lnTo>
                    <a:pt x="1357509" y="1395189"/>
                  </a:lnTo>
                  <a:lnTo>
                    <a:pt x="1357494" y="1395224"/>
                  </a:lnTo>
                  <a:lnTo>
                    <a:pt x="1357474" y="1395254"/>
                  </a:lnTo>
                  <a:lnTo>
                    <a:pt x="1357356" y="1395254"/>
                  </a:lnTo>
                  <a:lnTo>
                    <a:pt x="1357314" y="1395230"/>
                  </a:lnTo>
                  <a:lnTo>
                    <a:pt x="1357260" y="1395024"/>
                  </a:lnTo>
                  <a:lnTo>
                    <a:pt x="1357257" y="1395016"/>
                  </a:lnTo>
                  <a:lnTo>
                    <a:pt x="1357207" y="1394884"/>
                  </a:lnTo>
                  <a:lnTo>
                    <a:pt x="1356996" y="1395068"/>
                  </a:lnTo>
                  <a:lnTo>
                    <a:pt x="1356963" y="1395120"/>
                  </a:lnTo>
                  <a:lnTo>
                    <a:pt x="1356840" y="1395067"/>
                  </a:lnTo>
                  <a:lnTo>
                    <a:pt x="1356823" y="1394981"/>
                  </a:lnTo>
                  <a:lnTo>
                    <a:pt x="1356803" y="1394915"/>
                  </a:lnTo>
                  <a:lnTo>
                    <a:pt x="1356694" y="1394825"/>
                  </a:lnTo>
                  <a:lnTo>
                    <a:pt x="1356641" y="1395197"/>
                  </a:lnTo>
                  <a:lnTo>
                    <a:pt x="1357214" y="1395285"/>
                  </a:lnTo>
                  <a:lnTo>
                    <a:pt x="1357236" y="1395315"/>
                  </a:lnTo>
                  <a:lnTo>
                    <a:pt x="1357214" y="1395596"/>
                  </a:lnTo>
                  <a:lnTo>
                    <a:pt x="1357244" y="1395926"/>
                  </a:lnTo>
                  <a:lnTo>
                    <a:pt x="1357231" y="1395995"/>
                  </a:lnTo>
                  <a:lnTo>
                    <a:pt x="1356988" y="1395990"/>
                  </a:lnTo>
                  <a:lnTo>
                    <a:pt x="1356945" y="1396098"/>
                  </a:lnTo>
                  <a:lnTo>
                    <a:pt x="1356945" y="1396167"/>
                  </a:lnTo>
                  <a:lnTo>
                    <a:pt x="1357335" y="1396995"/>
                  </a:lnTo>
                  <a:lnTo>
                    <a:pt x="1356611" y="1397438"/>
                  </a:lnTo>
                  <a:lnTo>
                    <a:pt x="1356389" y="1397138"/>
                  </a:lnTo>
                  <a:lnTo>
                    <a:pt x="1356350" y="1397128"/>
                  </a:lnTo>
                  <a:lnTo>
                    <a:pt x="1356259" y="1397148"/>
                  </a:lnTo>
                  <a:lnTo>
                    <a:pt x="1355760" y="1396409"/>
                  </a:lnTo>
                  <a:lnTo>
                    <a:pt x="1355756" y="1396054"/>
                  </a:lnTo>
                  <a:lnTo>
                    <a:pt x="1355760" y="1395980"/>
                  </a:lnTo>
                  <a:lnTo>
                    <a:pt x="1355843" y="1395916"/>
                  </a:lnTo>
                  <a:lnTo>
                    <a:pt x="1355877" y="1395877"/>
                  </a:lnTo>
                  <a:lnTo>
                    <a:pt x="1355895" y="1395793"/>
                  </a:lnTo>
                  <a:lnTo>
                    <a:pt x="1355895" y="1395359"/>
                  </a:lnTo>
                  <a:lnTo>
                    <a:pt x="1355890" y="1395152"/>
                  </a:lnTo>
                  <a:lnTo>
                    <a:pt x="1355786" y="1395059"/>
                  </a:lnTo>
                  <a:lnTo>
                    <a:pt x="1355773" y="1395005"/>
                  </a:lnTo>
                  <a:lnTo>
                    <a:pt x="1355830" y="1394315"/>
                  </a:lnTo>
                  <a:lnTo>
                    <a:pt x="1355903" y="1394256"/>
                  </a:lnTo>
                  <a:lnTo>
                    <a:pt x="1355930" y="1394211"/>
                  </a:lnTo>
                  <a:lnTo>
                    <a:pt x="1355933" y="1394039"/>
                  </a:lnTo>
                  <a:lnTo>
                    <a:pt x="1355897" y="1393984"/>
                  </a:lnTo>
                  <a:lnTo>
                    <a:pt x="1356002" y="1393811"/>
                  </a:lnTo>
                  <a:lnTo>
                    <a:pt x="1356085" y="1393542"/>
                  </a:lnTo>
                  <a:lnTo>
                    <a:pt x="1356124" y="1393362"/>
                  </a:lnTo>
                  <a:lnTo>
                    <a:pt x="1356162" y="1393276"/>
                  </a:lnTo>
                  <a:lnTo>
                    <a:pt x="1356179" y="1393265"/>
                  </a:lnTo>
                  <a:lnTo>
                    <a:pt x="1356195" y="1393272"/>
                  </a:lnTo>
                  <a:lnTo>
                    <a:pt x="1356242" y="1393259"/>
                  </a:lnTo>
                  <a:lnTo>
                    <a:pt x="1356303" y="1393118"/>
                  </a:lnTo>
                  <a:lnTo>
                    <a:pt x="1356291" y="1393080"/>
                  </a:lnTo>
                  <a:lnTo>
                    <a:pt x="1356239" y="1393082"/>
                  </a:lnTo>
                  <a:lnTo>
                    <a:pt x="1356202" y="1393112"/>
                  </a:lnTo>
                  <a:lnTo>
                    <a:pt x="1356155" y="1393103"/>
                  </a:lnTo>
                  <a:lnTo>
                    <a:pt x="1356142" y="1393089"/>
                  </a:lnTo>
                  <a:lnTo>
                    <a:pt x="1356158" y="1392950"/>
                  </a:lnTo>
                  <a:lnTo>
                    <a:pt x="1356253" y="1392775"/>
                  </a:lnTo>
                  <a:lnTo>
                    <a:pt x="1356333" y="1392659"/>
                  </a:lnTo>
                  <a:lnTo>
                    <a:pt x="1356516" y="1392483"/>
                  </a:lnTo>
                  <a:lnTo>
                    <a:pt x="1356548" y="1392402"/>
                  </a:lnTo>
                  <a:lnTo>
                    <a:pt x="1356550" y="1392351"/>
                  </a:lnTo>
                  <a:lnTo>
                    <a:pt x="1356592" y="1392254"/>
                  </a:lnTo>
                  <a:lnTo>
                    <a:pt x="1356928" y="1392007"/>
                  </a:lnTo>
                  <a:lnTo>
                    <a:pt x="1356955" y="1391967"/>
                  </a:lnTo>
                  <a:lnTo>
                    <a:pt x="1356957" y="1391961"/>
                  </a:lnTo>
                  <a:lnTo>
                    <a:pt x="1356979" y="1391948"/>
                  </a:lnTo>
                  <a:lnTo>
                    <a:pt x="1357002" y="1391914"/>
                  </a:lnTo>
                  <a:lnTo>
                    <a:pt x="1357047" y="1391802"/>
                  </a:lnTo>
                  <a:lnTo>
                    <a:pt x="1357056" y="1391779"/>
                  </a:lnTo>
                  <a:lnTo>
                    <a:pt x="1357109" y="1391685"/>
                  </a:lnTo>
                  <a:lnTo>
                    <a:pt x="1357192" y="1391549"/>
                  </a:lnTo>
                  <a:lnTo>
                    <a:pt x="1357271" y="1391485"/>
                  </a:lnTo>
                  <a:lnTo>
                    <a:pt x="1357284" y="1391451"/>
                  </a:lnTo>
                  <a:lnTo>
                    <a:pt x="1357281" y="1391395"/>
                  </a:lnTo>
                  <a:lnTo>
                    <a:pt x="1357253" y="1391357"/>
                  </a:lnTo>
                  <a:lnTo>
                    <a:pt x="1357208" y="1391346"/>
                  </a:lnTo>
                  <a:lnTo>
                    <a:pt x="1357120" y="1391487"/>
                  </a:lnTo>
                  <a:lnTo>
                    <a:pt x="1356871" y="1391884"/>
                  </a:lnTo>
                  <a:lnTo>
                    <a:pt x="1356810" y="1391909"/>
                  </a:lnTo>
                  <a:lnTo>
                    <a:pt x="1356687" y="1392019"/>
                  </a:lnTo>
                  <a:lnTo>
                    <a:pt x="1356672" y="1392024"/>
                  </a:lnTo>
                  <a:lnTo>
                    <a:pt x="1356554" y="1392063"/>
                  </a:lnTo>
                  <a:lnTo>
                    <a:pt x="1356522" y="1392065"/>
                  </a:lnTo>
                  <a:lnTo>
                    <a:pt x="1356509" y="1392055"/>
                  </a:lnTo>
                  <a:lnTo>
                    <a:pt x="1356495" y="1392044"/>
                  </a:lnTo>
                  <a:lnTo>
                    <a:pt x="1356489" y="1392037"/>
                  </a:lnTo>
                  <a:lnTo>
                    <a:pt x="1356472" y="1391941"/>
                  </a:lnTo>
                  <a:lnTo>
                    <a:pt x="1356472" y="1391831"/>
                  </a:lnTo>
                  <a:lnTo>
                    <a:pt x="1356472" y="1391749"/>
                  </a:lnTo>
                  <a:lnTo>
                    <a:pt x="1356449" y="1391692"/>
                  </a:lnTo>
                  <a:lnTo>
                    <a:pt x="1356396" y="1391590"/>
                  </a:lnTo>
                  <a:lnTo>
                    <a:pt x="1356349" y="1391417"/>
                  </a:lnTo>
                  <a:lnTo>
                    <a:pt x="1356349" y="1391338"/>
                  </a:lnTo>
                  <a:lnTo>
                    <a:pt x="1356389" y="1391267"/>
                  </a:lnTo>
                  <a:lnTo>
                    <a:pt x="1356412" y="1391203"/>
                  </a:lnTo>
                  <a:lnTo>
                    <a:pt x="1356386" y="1391116"/>
                  </a:lnTo>
                  <a:lnTo>
                    <a:pt x="1356356" y="1391101"/>
                  </a:lnTo>
                  <a:lnTo>
                    <a:pt x="1356303" y="1391127"/>
                  </a:lnTo>
                  <a:lnTo>
                    <a:pt x="1356266" y="1391293"/>
                  </a:lnTo>
                  <a:lnTo>
                    <a:pt x="1356233" y="1391380"/>
                  </a:lnTo>
                  <a:lnTo>
                    <a:pt x="1356236" y="1391447"/>
                  </a:lnTo>
                  <a:lnTo>
                    <a:pt x="1356270" y="1391523"/>
                  </a:lnTo>
                  <a:lnTo>
                    <a:pt x="1356319" y="1391613"/>
                  </a:lnTo>
                  <a:lnTo>
                    <a:pt x="1356359" y="1391730"/>
                  </a:lnTo>
                  <a:lnTo>
                    <a:pt x="1356359" y="1391850"/>
                  </a:lnTo>
                  <a:lnTo>
                    <a:pt x="1356372" y="1391975"/>
                  </a:lnTo>
                  <a:lnTo>
                    <a:pt x="1356392" y="1392098"/>
                  </a:lnTo>
                  <a:lnTo>
                    <a:pt x="1356370" y="1392157"/>
                  </a:lnTo>
                  <a:lnTo>
                    <a:pt x="1356317" y="1392249"/>
                  </a:lnTo>
                  <a:lnTo>
                    <a:pt x="1356277" y="1392320"/>
                  </a:lnTo>
                  <a:lnTo>
                    <a:pt x="1356259" y="1392371"/>
                  </a:lnTo>
                  <a:lnTo>
                    <a:pt x="1356211" y="1392557"/>
                  </a:lnTo>
                  <a:lnTo>
                    <a:pt x="1356185" y="1392608"/>
                  </a:lnTo>
                  <a:lnTo>
                    <a:pt x="1356170" y="1392638"/>
                  </a:lnTo>
                  <a:lnTo>
                    <a:pt x="1356135" y="1392659"/>
                  </a:lnTo>
                  <a:lnTo>
                    <a:pt x="1356120" y="1392668"/>
                  </a:lnTo>
                  <a:lnTo>
                    <a:pt x="1356074" y="1392712"/>
                  </a:lnTo>
                  <a:lnTo>
                    <a:pt x="1356023" y="1392759"/>
                  </a:lnTo>
                  <a:lnTo>
                    <a:pt x="1356019" y="1392771"/>
                  </a:lnTo>
                  <a:lnTo>
                    <a:pt x="1355971" y="1392902"/>
                  </a:lnTo>
                  <a:lnTo>
                    <a:pt x="1355947" y="1393001"/>
                  </a:lnTo>
                  <a:lnTo>
                    <a:pt x="1355941" y="1393048"/>
                  </a:lnTo>
                  <a:lnTo>
                    <a:pt x="1355908" y="1393063"/>
                  </a:lnTo>
                  <a:lnTo>
                    <a:pt x="1355872" y="1393059"/>
                  </a:lnTo>
                  <a:lnTo>
                    <a:pt x="1355853" y="1393029"/>
                  </a:lnTo>
                  <a:lnTo>
                    <a:pt x="1355848" y="1393021"/>
                  </a:lnTo>
                  <a:lnTo>
                    <a:pt x="1355815" y="1392927"/>
                  </a:lnTo>
                  <a:lnTo>
                    <a:pt x="1355765" y="1392874"/>
                  </a:lnTo>
                  <a:lnTo>
                    <a:pt x="1355679" y="1392852"/>
                  </a:lnTo>
                  <a:lnTo>
                    <a:pt x="1355625" y="1392779"/>
                  </a:lnTo>
                  <a:lnTo>
                    <a:pt x="1355616" y="1392763"/>
                  </a:lnTo>
                  <a:lnTo>
                    <a:pt x="1355583" y="1392705"/>
                  </a:lnTo>
                  <a:lnTo>
                    <a:pt x="1355570" y="1392600"/>
                  </a:lnTo>
                  <a:lnTo>
                    <a:pt x="1355537" y="1392509"/>
                  </a:lnTo>
                  <a:lnTo>
                    <a:pt x="1355510" y="1392453"/>
                  </a:lnTo>
                  <a:lnTo>
                    <a:pt x="1355464" y="1392411"/>
                  </a:lnTo>
                  <a:lnTo>
                    <a:pt x="1355414" y="1392415"/>
                  </a:lnTo>
                  <a:lnTo>
                    <a:pt x="1355407" y="1392417"/>
                  </a:lnTo>
                  <a:lnTo>
                    <a:pt x="1355371" y="1392426"/>
                  </a:lnTo>
                  <a:lnTo>
                    <a:pt x="1355364" y="1392472"/>
                  </a:lnTo>
                  <a:lnTo>
                    <a:pt x="1355454" y="1392675"/>
                  </a:lnTo>
                  <a:lnTo>
                    <a:pt x="1355496" y="1392779"/>
                  </a:lnTo>
                  <a:lnTo>
                    <a:pt x="1355527" y="1392856"/>
                  </a:lnTo>
                  <a:lnTo>
                    <a:pt x="1355618" y="1392931"/>
                  </a:lnTo>
                  <a:lnTo>
                    <a:pt x="1355623" y="1392935"/>
                  </a:lnTo>
                  <a:lnTo>
                    <a:pt x="1355682" y="1393002"/>
                  </a:lnTo>
                  <a:lnTo>
                    <a:pt x="1355729" y="1393108"/>
                  </a:lnTo>
                  <a:lnTo>
                    <a:pt x="1355772" y="1393194"/>
                  </a:lnTo>
                  <a:lnTo>
                    <a:pt x="1355849" y="1393303"/>
                  </a:lnTo>
                  <a:lnTo>
                    <a:pt x="1355828" y="1393367"/>
                  </a:lnTo>
                  <a:lnTo>
                    <a:pt x="1355789" y="1393477"/>
                  </a:lnTo>
                  <a:lnTo>
                    <a:pt x="1355762" y="1393517"/>
                  </a:lnTo>
                  <a:lnTo>
                    <a:pt x="1355750" y="1393534"/>
                  </a:lnTo>
                  <a:lnTo>
                    <a:pt x="1355715" y="1393533"/>
                  </a:lnTo>
                  <a:lnTo>
                    <a:pt x="1355675" y="1393554"/>
                  </a:lnTo>
                  <a:lnTo>
                    <a:pt x="1355668" y="1393558"/>
                  </a:lnTo>
                  <a:lnTo>
                    <a:pt x="1355658" y="1393609"/>
                  </a:lnTo>
                  <a:lnTo>
                    <a:pt x="1355645" y="1393716"/>
                  </a:lnTo>
                  <a:lnTo>
                    <a:pt x="1355640" y="1393849"/>
                  </a:lnTo>
                  <a:lnTo>
                    <a:pt x="1355646" y="1393947"/>
                  </a:lnTo>
                  <a:lnTo>
                    <a:pt x="1355631" y="1394244"/>
                  </a:lnTo>
                  <a:lnTo>
                    <a:pt x="1355619" y="1394282"/>
                  </a:lnTo>
                  <a:lnTo>
                    <a:pt x="1355598" y="1394299"/>
                  </a:lnTo>
                  <a:lnTo>
                    <a:pt x="1355469" y="1394306"/>
                  </a:lnTo>
                  <a:lnTo>
                    <a:pt x="1355445" y="1394312"/>
                  </a:lnTo>
                  <a:lnTo>
                    <a:pt x="1355430" y="1394367"/>
                  </a:lnTo>
                  <a:lnTo>
                    <a:pt x="1355325" y="1395350"/>
                  </a:lnTo>
                  <a:lnTo>
                    <a:pt x="1355307" y="1395421"/>
                  </a:lnTo>
                  <a:lnTo>
                    <a:pt x="1355267" y="1395486"/>
                  </a:lnTo>
                  <a:lnTo>
                    <a:pt x="1355210" y="1395503"/>
                  </a:lnTo>
                  <a:lnTo>
                    <a:pt x="1355024" y="1395490"/>
                  </a:lnTo>
                  <a:lnTo>
                    <a:pt x="1354982" y="1395500"/>
                  </a:lnTo>
                  <a:lnTo>
                    <a:pt x="1354961" y="1395507"/>
                  </a:lnTo>
                  <a:lnTo>
                    <a:pt x="1354949" y="1395536"/>
                  </a:lnTo>
                  <a:lnTo>
                    <a:pt x="1354967" y="1395546"/>
                  </a:lnTo>
                  <a:lnTo>
                    <a:pt x="1355058" y="1395606"/>
                  </a:lnTo>
                  <a:lnTo>
                    <a:pt x="1355079" y="1395619"/>
                  </a:lnTo>
                  <a:lnTo>
                    <a:pt x="1355072" y="1395644"/>
                  </a:lnTo>
                  <a:lnTo>
                    <a:pt x="1355044" y="1395672"/>
                  </a:lnTo>
                  <a:lnTo>
                    <a:pt x="1354942" y="1395771"/>
                  </a:lnTo>
                  <a:lnTo>
                    <a:pt x="1354892" y="1395803"/>
                  </a:lnTo>
                  <a:lnTo>
                    <a:pt x="1354886" y="1395807"/>
                  </a:lnTo>
                  <a:lnTo>
                    <a:pt x="1354880" y="1395804"/>
                  </a:lnTo>
                  <a:lnTo>
                    <a:pt x="1354865" y="1395790"/>
                  </a:lnTo>
                  <a:lnTo>
                    <a:pt x="1354847" y="1395749"/>
                  </a:lnTo>
                  <a:lnTo>
                    <a:pt x="1354838" y="1395732"/>
                  </a:lnTo>
                  <a:lnTo>
                    <a:pt x="1354805" y="1395712"/>
                  </a:lnTo>
                  <a:lnTo>
                    <a:pt x="1354738" y="1395681"/>
                  </a:lnTo>
                  <a:lnTo>
                    <a:pt x="1354639" y="1395633"/>
                  </a:lnTo>
                  <a:lnTo>
                    <a:pt x="1354621" y="1395626"/>
                  </a:lnTo>
                  <a:lnTo>
                    <a:pt x="1354600" y="1395589"/>
                  </a:lnTo>
                  <a:lnTo>
                    <a:pt x="1354603" y="1395531"/>
                  </a:lnTo>
                  <a:lnTo>
                    <a:pt x="1354618" y="1395490"/>
                  </a:lnTo>
                  <a:lnTo>
                    <a:pt x="1354630" y="1395439"/>
                  </a:lnTo>
                  <a:lnTo>
                    <a:pt x="1354630" y="1395415"/>
                  </a:lnTo>
                  <a:lnTo>
                    <a:pt x="1354582" y="1395384"/>
                  </a:lnTo>
                  <a:lnTo>
                    <a:pt x="1354549" y="1395370"/>
                  </a:lnTo>
                  <a:lnTo>
                    <a:pt x="1354525" y="1395377"/>
                  </a:lnTo>
                  <a:lnTo>
                    <a:pt x="1354483" y="1395411"/>
                  </a:lnTo>
                  <a:lnTo>
                    <a:pt x="1354460" y="1395424"/>
                  </a:lnTo>
                  <a:lnTo>
                    <a:pt x="1354440" y="1395400"/>
                  </a:lnTo>
                  <a:lnTo>
                    <a:pt x="1354292" y="1395234"/>
                  </a:lnTo>
                  <a:lnTo>
                    <a:pt x="1354200" y="1395123"/>
                  </a:lnTo>
                  <a:lnTo>
                    <a:pt x="1354142" y="1394800"/>
                  </a:lnTo>
                  <a:lnTo>
                    <a:pt x="1354185" y="1394653"/>
                  </a:lnTo>
                  <a:lnTo>
                    <a:pt x="1354219" y="1394559"/>
                  </a:lnTo>
                  <a:lnTo>
                    <a:pt x="1354255" y="1394459"/>
                  </a:lnTo>
                  <a:lnTo>
                    <a:pt x="1354263" y="1394426"/>
                  </a:lnTo>
                  <a:lnTo>
                    <a:pt x="1354287" y="1394326"/>
                  </a:lnTo>
                  <a:lnTo>
                    <a:pt x="1354278" y="1394083"/>
                  </a:lnTo>
                  <a:lnTo>
                    <a:pt x="1354248" y="1393982"/>
                  </a:lnTo>
                  <a:lnTo>
                    <a:pt x="1354188" y="1393757"/>
                  </a:lnTo>
                  <a:lnTo>
                    <a:pt x="1354187" y="1393635"/>
                  </a:lnTo>
                  <a:lnTo>
                    <a:pt x="1354173" y="1393527"/>
                  </a:lnTo>
                  <a:lnTo>
                    <a:pt x="1354121" y="1393452"/>
                  </a:lnTo>
                  <a:lnTo>
                    <a:pt x="1354102" y="1393425"/>
                  </a:lnTo>
                  <a:lnTo>
                    <a:pt x="1354078" y="1393379"/>
                  </a:lnTo>
                  <a:lnTo>
                    <a:pt x="1354081" y="1393362"/>
                  </a:lnTo>
                  <a:lnTo>
                    <a:pt x="1354105" y="1393293"/>
                  </a:lnTo>
                  <a:lnTo>
                    <a:pt x="1354139" y="1393127"/>
                  </a:lnTo>
                  <a:lnTo>
                    <a:pt x="1354144" y="1393080"/>
                  </a:lnTo>
                  <a:lnTo>
                    <a:pt x="1354118" y="1393010"/>
                  </a:lnTo>
                  <a:lnTo>
                    <a:pt x="1354097" y="1392954"/>
                  </a:lnTo>
                  <a:lnTo>
                    <a:pt x="1354039" y="1392852"/>
                  </a:lnTo>
                  <a:lnTo>
                    <a:pt x="1354035" y="1392849"/>
                  </a:lnTo>
                  <a:lnTo>
                    <a:pt x="1353942" y="1392786"/>
                  </a:lnTo>
                  <a:lnTo>
                    <a:pt x="1353820" y="1392703"/>
                  </a:lnTo>
                  <a:lnTo>
                    <a:pt x="1353749" y="1392654"/>
                  </a:lnTo>
                  <a:lnTo>
                    <a:pt x="1353734" y="1392644"/>
                  </a:lnTo>
                  <a:lnTo>
                    <a:pt x="1353678" y="1392641"/>
                  </a:lnTo>
                  <a:lnTo>
                    <a:pt x="1353595" y="1392637"/>
                  </a:lnTo>
                  <a:lnTo>
                    <a:pt x="1353590" y="1392633"/>
                  </a:lnTo>
                  <a:lnTo>
                    <a:pt x="1353510" y="1392580"/>
                  </a:lnTo>
                  <a:lnTo>
                    <a:pt x="1353477" y="1392556"/>
                  </a:lnTo>
                  <a:lnTo>
                    <a:pt x="1353460" y="1392495"/>
                  </a:lnTo>
                  <a:lnTo>
                    <a:pt x="1353456" y="1392485"/>
                  </a:lnTo>
                  <a:lnTo>
                    <a:pt x="1353447" y="1392454"/>
                  </a:lnTo>
                  <a:lnTo>
                    <a:pt x="1353429" y="1392415"/>
                  </a:lnTo>
                  <a:lnTo>
                    <a:pt x="1353367" y="1392339"/>
                  </a:lnTo>
                  <a:lnTo>
                    <a:pt x="1353347" y="1392322"/>
                  </a:lnTo>
                  <a:lnTo>
                    <a:pt x="1353313" y="1392302"/>
                  </a:lnTo>
                  <a:lnTo>
                    <a:pt x="1353267" y="1392283"/>
                  </a:lnTo>
                  <a:lnTo>
                    <a:pt x="1353241" y="1392276"/>
                  </a:lnTo>
                  <a:lnTo>
                    <a:pt x="1353195" y="1392265"/>
                  </a:lnTo>
                  <a:lnTo>
                    <a:pt x="1353169" y="1392255"/>
                  </a:lnTo>
                  <a:lnTo>
                    <a:pt x="1353139" y="1392182"/>
                  </a:lnTo>
                  <a:lnTo>
                    <a:pt x="1353134" y="1392169"/>
                  </a:lnTo>
                  <a:lnTo>
                    <a:pt x="1353092" y="1392058"/>
                  </a:lnTo>
                  <a:lnTo>
                    <a:pt x="1353061" y="1391935"/>
                  </a:lnTo>
                  <a:lnTo>
                    <a:pt x="1353042" y="1391845"/>
                  </a:lnTo>
                  <a:lnTo>
                    <a:pt x="1352921" y="1391770"/>
                  </a:lnTo>
                  <a:lnTo>
                    <a:pt x="1352912" y="1391754"/>
                  </a:lnTo>
                  <a:lnTo>
                    <a:pt x="1352911" y="1391708"/>
                  </a:lnTo>
                  <a:lnTo>
                    <a:pt x="1353020" y="1391387"/>
                  </a:lnTo>
                  <a:lnTo>
                    <a:pt x="1353053" y="1391335"/>
                  </a:lnTo>
                  <a:lnTo>
                    <a:pt x="1353071" y="1391318"/>
                  </a:lnTo>
                  <a:lnTo>
                    <a:pt x="1353096" y="1391293"/>
                  </a:lnTo>
                  <a:lnTo>
                    <a:pt x="1353103" y="1391291"/>
                  </a:lnTo>
                  <a:lnTo>
                    <a:pt x="1353153" y="1391275"/>
                  </a:lnTo>
                  <a:lnTo>
                    <a:pt x="1353201" y="1391265"/>
                  </a:lnTo>
                  <a:lnTo>
                    <a:pt x="1353234" y="1391284"/>
                  </a:lnTo>
                  <a:lnTo>
                    <a:pt x="1353272" y="1391328"/>
                  </a:lnTo>
                  <a:lnTo>
                    <a:pt x="1353292" y="1391358"/>
                  </a:lnTo>
                  <a:lnTo>
                    <a:pt x="1353327" y="1391385"/>
                  </a:lnTo>
                  <a:lnTo>
                    <a:pt x="1353376" y="1391376"/>
                  </a:lnTo>
                  <a:lnTo>
                    <a:pt x="1353509" y="1391352"/>
                  </a:lnTo>
                  <a:lnTo>
                    <a:pt x="1353560" y="1391324"/>
                  </a:lnTo>
                  <a:lnTo>
                    <a:pt x="1353625" y="1391236"/>
                  </a:lnTo>
                  <a:lnTo>
                    <a:pt x="1353644" y="1391174"/>
                  </a:lnTo>
                  <a:lnTo>
                    <a:pt x="1353642" y="1391150"/>
                  </a:lnTo>
                  <a:lnTo>
                    <a:pt x="1353630" y="1391135"/>
                  </a:lnTo>
                  <a:lnTo>
                    <a:pt x="1353561" y="1391083"/>
                  </a:lnTo>
                  <a:lnTo>
                    <a:pt x="1353486" y="1391073"/>
                  </a:lnTo>
                  <a:lnTo>
                    <a:pt x="1353468" y="1391043"/>
                  </a:lnTo>
                  <a:lnTo>
                    <a:pt x="1353487" y="1390984"/>
                  </a:lnTo>
                  <a:lnTo>
                    <a:pt x="1353500" y="1390942"/>
                  </a:lnTo>
                  <a:lnTo>
                    <a:pt x="1353622" y="1390882"/>
                  </a:lnTo>
                  <a:lnTo>
                    <a:pt x="1353748" y="1390773"/>
                  </a:lnTo>
                  <a:lnTo>
                    <a:pt x="1353762" y="1390735"/>
                  </a:lnTo>
                  <a:lnTo>
                    <a:pt x="1353803" y="1390539"/>
                  </a:lnTo>
                  <a:lnTo>
                    <a:pt x="1353846" y="1390480"/>
                  </a:lnTo>
                  <a:lnTo>
                    <a:pt x="1353876" y="1390438"/>
                  </a:lnTo>
                  <a:lnTo>
                    <a:pt x="1353977" y="1390445"/>
                  </a:lnTo>
                  <a:lnTo>
                    <a:pt x="1354027" y="1390430"/>
                  </a:lnTo>
                  <a:lnTo>
                    <a:pt x="1354069" y="1390404"/>
                  </a:lnTo>
                  <a:lnTo>
                    <a:pt x="1354111" y="1390355"/>
                  </a:lnTo>
                  <a:lnTo>
                    <a:pt x="1354130" y="1390334"/>
                  </a:lnTo>
                  <a:lnTo>
                    <a:pt x="1354126" y="1390242"/>
                  </a:lnTo>
                  <a:lnTo>
                    <a:pt x="1354127" y="1390236"/>
                  </a:lnTo>
                  <a:lnTo>
                    <a:pt x="1354134" y="1390188"/>
                  </a:lnTo>
                  <a:lnTo>
                    <a:pt x="1354187" y="1390159"/>
                  </a:lnTo>
                  <a:lnTo>
                    <a:pt x="1354291" y="1390157"/>
                  </a:lnTo>
                  <a:lnTo>
                    <a:pt x="1354376" y="1390147"/>
                  </a:lnTo>
                  <a:lnTo>
                    <a:pt x="1354453" y="1390138"/>
                  </a:lnTo>
                  <a:lnTo>
                    <a:pt x="1354484" y="1390113"/>
                  </a:lnTo>
                  <a:lnTo>
                    <a:pt x="1354508" y="1390070"/>
                  </a:lnTo>
                  <a:lnTo>
                    <a:pt x="1354509" y="1390065"/>
                  </a:lnTo>
                  <a:lnTo>
                    <a:pt x="1354523" y="1390018"/>
                  </a:lnTo>
                  <a:lnTo>
                    <a:pt x="1354525" y="1390008"/>
                  </a:lnTo>
                  <a:lnTo>
                    <a:pt x="1354530" y="1389965"/>
                  </a:lnTo>
                  <a:lnTo>
                    <a:pt x="1354528" y="1389933"/>
                  </a:lnTo>
                  <a:lnTo>
                    <a:pt x="1354512" y="1389913"/>
                  </a:lnTo>
                  <a:lnTo>
                    <a:pt x="1354497" y="1389908"/>
                  </a:lnTo>
                  <a:lnTo>
                    <a:pt x="1354485" y="1389932"/>
                  </a:lnTo>
                  <a:lnTo>
                    <a:pt x="1354445" y="1389965"/>
                  </a:lnTo>
                  <a:lnTo>
                    <a:pt x="1354421" y="1389983"/>
                  </a:lnTo>
                  <a:lnTo>
                    <a:pt x="1354389" y="1389978"/>
                  </a:lnTo>
                  <a:lnTo>
                    <a:pt x="1354364" y="1389960"/>
                  </a:lnTo>
                  <a:lnTo>
                    <a:pt x="1354339" y="1389951"/>
                  </a:lnTo>
                  <a:lnTo>
                    <a:pt x="1354334" y="1389939"/>
                  </a:lnTo>
                  <a:lnTo>
                    <a:pt x="1354376" y="1389856"/>
                  </a:lnTo>
                  <a:lnTo>
                    <a:pt x="1354512" y="1389590"/>
                  </a:lnTo>
                  <a:lnTo>
                    <a:pt x="1354595" y="1389517"/>
                  </a:lnTo>
                  <a:lnTo>
                    <a:pt x="1354642" y="1389514"/>
                  </a:lnTo>
                  <a:lnTo>
                    <a:pt x="1354709" y="1389509"/>
                  </a:lnTo>
                  <a:lnTo>
                    <a:pt x="1354733" y="1389519"/>
                  </a:lnTo>
                  <a:lnTo>
                    <a:pt x="1354791" y="1389499"/>
                  </a:lnTo>
                  <a:lnTo>
                    <a:pt x="1354817" y="1389457"/>
                  </a:lnTo>
                  <a:lnTo>
                    <a:pt x="1354868" y="1389375"/>
                  </a:lnTo>
                  <a:lnTo>
                    <a:pt x="1354868" y="1389343"/>
                  </a:lnTo>
                  <a:lnTo>
                    <a:pt x="1354855" y="1389320"/>
                  </a:lnTo>
                  <a:lnTo>
                    <a:pt x="1354834" y="1389283"/>
                  </a:lnTo>
                  <a:lnTo>
                    <a:pt x="1354829" y="1389273"/>
                  </a:lnTo>
                  <a:lnTo>
                    <a:pt x="1354770" y="1389167"/>
                  </a:lnTo>
                  <a:lnTo>
                    <a:pt x="1354719" y="1389077"/>
                  </a:lnTo>
                  <a:lnTo>
                    <a:pt x="1354714" y="1389067"/>
                  </a:lnTo>
                  <a:lnTo>
                    <a:pt x="1354632" y="1388922"/>
                  </a:lnTo>
                  <a:lnTo>
                    <a:pt x="1354627" y="1388916"/>
                  </a:lnTo>
                  <a:lnTo>
                    <a:pt x="1354597" y="1388912"/>
                  </a:lnTo>
                  <a:lnTo>
                    <a:pt x="1354591" y="1388908"/>
                  </a:lnTo>
                  <a:lnTo>
                    <a:pt x="1354572" y="1388891"/>
                  </a:lnTo>
                  <a:lnTo>
                    <a:pt x="1354561" y="1388882"/>
                  </a:lnTo>
                  <a:lnTo>
                    <a:pt x="1354555" y="1388875"/>
                  </a:lnTo>
                  <a:lnTo>
                    <a:pt x="1354510" y="1388816"/>
                  </a:lnTo>
                  <a:lnTo>
                    <a:pt x="1354475" y="1388754"/>
                  </a:lnTo>
                  <a:lnTo>
                    <a:pt x="1354458" y="1388723"/>
                  </a:lnTo>
                  <a:lnTo>
                    <a:pt x="1354454" y="1388716"/>
                  </a:lnTo>
                  <a:lnTo>
                    <a:pt x="1354444" y="1388680"/>
                  </a:lnTo>
                  <a:lnTo>
                    <a:pt x="1354457" y="1388633"/>
                  </a:lnTo>
                  <a:lnTo>
                    <a:pt x="1354459" y="1388624"/>
                  </a:lnTo>
                  <a:lnTo>
                    <a:pt x="1354471" y="1388587"/>
                  </a:lnTo>
                  <a:lnTo>
                    <a:pt x="1354525" y="1388531"/>
                  </a:lnTo>
                  <a:lnTo>
                    <a:pt x="1354537" y="1388520"/>
                  </a:lnTo>
                  <a:lnTo>
                    <a:pt x="1354584" y="1388475"/>
                  </a:lnTo>
                  <a:lnTo>
                    <a:pt x="1354704" y="1388393"/>
                  </a:lnTo>
                  <a:lnTo>
                    <a:pt x="1354826" y="1388316"/>
                  </a:lnTo>
                  <a:lnTo>
                    <a:pt x="1355060" y="1388174"/>
                  </a:lnTo>
                  <a:lnTo>
                    <a:pt x="1355072" y="1388167"/>
                  </a:lnTo>
                  <a:lnTo>
                    <a:pt x="1355098" y="1388151"/>
                  </a:lnTo>
                  <a:lnTo>
                    <a:pt x="1355130" y="1388132"/>
                  </a:lnTo>
                  <a:lnTo>
                    <a:pt x="1355149" y="1388120"/>
                  </a:lnTo>
                  <a:lnTo>
                    <a:pt x="1355209" y="1388066"/>
                  </a:lnTo>
                  <a:lnTo>
                    <a:pt x="1355267" y="1388002"/>
                  </a:lnTo>
                  <a:lnTo>
                    <a:pt x="1355321" y="1387943"/>
                  </a:lnTo>
                  <a:lnTo>
                    <a:pt x="1355373" y="1387880"/>
                  </a:lnTo>
                  <a:lnTo>
                    <a:pt x="1355412" y="1387830"/>
                  </a:lnTo>
                  <a:lnTo>
                    <a:pt x="1355420" y="1387820"/>
                  </a:lnTo>
                  <a:lnTo>
                    <a:pt x="1355459" y="1387772"/>
                  </a:lnTo>
                  <a:lnTo>
                    <a:pt x="1355463" y="1387769"/>
                  </a:lnTo>
                  <a:lnTo>
                    <a:pt x="1355486" y="1387756"/>
                  </a:lnTo>
                  <a:lnTo>
                    <a:pt x="1355498" y="1387749"/>
                  </a:lnTo>
                  <a:lnTo>
                    <a:pt x="1355505" y="1387748"/>
                  </a:lnTo>
                  <a:lnTo>
                    <a:pt x="1355538" y="1387743"/>
                  </a:lnTo>
                  <a:lnTo>
                    <a:pt x="1355619" y="1387741"/>
                  </a:lnTo>
                  <a:lnTo>
                    <a:pt x="1355700" y="1387735"/>
                  </a:lnTo>
                  <a:lnTo>
                    <a:pt x="1355697" y="1387724"/>
                  </a:lnTo>
                  <a:lnTo>
                    <a:pt x="1355692" y="1387704"/>
                  </a:lnTo>
                  <a:lnTo>
                    <a:pt x="1355684" y="1387685"/>
                  </a:lnTo>
                  <a:lnTo>
                    <a:pt x="1355540" y="1387494"/>
                  </a:lnTo>
                  <a:lnTo>
                    <a:pt x="1355510" y="1387454"/>
                  </a:lnTo>
                  <a:lnTo>
                    <a:pt x="1355506" y="1387450"/>
                  </a:lnTo>
                  <a:lnTo>
                    <a:pt x="1355466" y="1387399"/>
                  </a:lnTo>
                  <a:lnTo>
                    <a:pt x="1355463" y="1387395"/>
                  </a:lnTo>
                  <a:lnTo>
                    <a:pt x="1355459" y="1387389"/>
                  </a:lnTo>
                  <a:lnTo>
                    <a:pt x="1355420" y="1387355"/>
                  </a:lnTo>
                  <a:lnTo>
                    <a:pt x="1355388" y="1387326"/>
                  </a:lnTo>
                  <a:lnTo>
                    <a:pt x="1355370" y="1387310"/>
                  </a:lnTo>
                  <a:lnTo>
                    <a:pt x="1355272" y="1387222"/>
                  </a:lnTo>
                  <a:lnTo>
                    <a:pt x="1355260" y="1387212"/>
                  </a:lnTo>
                  <a:lnTo>
                    <a:pt x="1355236" y="1387194"/>
                  </a:lnTo>
                  <a:lnTo>
                    <a:pt x="1355224" y="1387185"/>
                  </a:lnTo>
                  <a:lnTo>
                    <a:pt x="1355209" y="1387182"/>
                  </a:lnTo>
                  <a:lnTo>
                    <a:pt x="1355204" y="1387181"/>
                  </a:lnTo>
                  <a:lnTo>
                    <a:pt x="1355194" y="1387182"/>
                  </a:lnTo>
                  <a:lnTo>
                    <a:pt x="1355175" y="1387197"/>
                  </a:lnTo>
                  <a:lnTo>
                    <a:pt x="1355180" y="1387216"/>
                  </a:lnTo>
                  <a:lnTo>
                    <a:pt x="1355182" y="1387224"/>
                  </a:lnTo>
                  <a:lnTo>
                    <a:pt x="1355186" y="1387237"/>
                  </a:lnTo>
                  <a:lnTo>
                    <a:pt x="1355195" y="1387274"/>
                  </a:lnTo>
                  <a:lnTo>
                    <a:pt x="1355194" y="1387280"/>
                  </a:lnTo>
                  <a:lnTo>
                    <a:pt x="1355182" y="1387289"/>
                  </a:lnTo>
                  <a:lnTo>
                    <a:pt x="1355097" y="1387279"/>
                  </a:lnTo>
                  <a:lnTo>
                    <a:pt x="1355005" y="1387288"/>
                  </a:lnTo>
                  <a:lnTo>
                    <a:pt x="1354971" y="1387279"/>
                  </a:lnTo>
                  <a:lnTo>
                    <a:pt x="1354720" y="1387210"/>
                  </a:lnTo>
                  <a:lnTo>
                    <a:pt x="1354654" y="1387170"/>
                  </a:lnTo>
                  <a:lnTo>
                    <a:pt x="1354639" y="1387161"/>
                  </a:lnTo>
                  <a:lnTo>
                    <a:pt x="1354619" y="1387138"/>
                  </a:lnTo>
                  <a:lnTo>
                    <a:pt x="1354613" y="1387130"/>
                  </a:lnTo>
                  <a:lnTo>
                    <a:pt x="1354611" y="1387116"/>
                  </a:lnTo>
                  <a:lnTo>
                    <a:pt x="1354611" y="1387110"/>
                  </a:lnTo>
                  <a:lnTo>
                    <a:pt x="1354613" y="1387068"/>
                  </a:lnTo>
                  <a:lnTo>
                    <a:pt x="1354613" y="1387063"/>
                  </a:lnTo>
                  <a:lnTo>
                    <a:pt x="1354621" y="1387016"/>
                  </a:lnTo>
                  <a:lnTo>
                    <a:pt x="1354631" y="1386966"/>
                  </a:lnTo>
                  <a:lnTo>
                    <a:pt x="1354638" y="1386909"/>
                  </a:lnTo>
                  <a:lnTo>
                    <a:pt x="1354628" y="1386883"/>
                  </a:lnTo>
                  <a:lnTo>
                    <a:pt x="1354626" y="1386879"/>
                  </a:lnTo>
                  <a:lnTo>
                    <a:pt x="1354622" y="1386871"/>
                  </a:lnTo>
                  <a:lnTo>
                    <a:pt x="1354618" y="1386866"/>
                  </a:lnTo>
                  <a:lnTo>
                    <a:pt x="1354600" y="1386856"/>
                  </a:lnTo>
                  <a:lnTo>
                    <a:pt x="1354554" y="1386859"/>
                  </a:lnTo>
                  <a:lnTo>
                    <a:pt x="1354532" y="1386860"/>
                  </a:lnTo>
                  <a:lnTo>
                    <a:pt x="1354500" y="1386862"/>
                  </a:lnTo>
                  <a:lnTo>
                    <a:pt x="1354489" y="1386895"/>
                  </a:lnTo>
                  <a:lnTo>
                    <a:pt x="1354493" y="1386906"/>
                  </a:lnTo>
                  <a:lnTo>
                    <a:pt x="1354495" y="1386914"/>
                  </a:lnTo>
                  <a:lnTo>
                    <a:pt x="1354506" y="1386949"/>
                  </a:lnTo>
                  <a:lnTo>
                    <a:pt x="1354493" y="1387022"/>
                  </a:lnTo>
                  <a:lnTo>
                    <a:pt x="1354449" y="1387127"/>
                  </a:lnTo>
                  <a:lnTo>
                    <a:pt x="1354407" y="1387200"/>
                  </a:lnTo>
                  <a:lnTo>
                    <a:pt x="1354363" y="1387257"/>
                  </a:lnTo>
                  <a:lnTo>
                    <a:pt x="1354344" y="1387279"/>
                  </a:lnTo>
                  <a:lnTo>
                    <a:pt x="1354313" y="1387290"/>
                  </a:lnTo>
                  <a:lnTo>
                    <a:pt x="1354301" y="1387294"/>
                  </a:lnTo>
                  <a:lnTo>
                    <a:pt x="1354266" y="1387312"/>
                  </a:lnTo>
                  <a:lnTo>
                    <a:pt x="1354262" y="1387314"/>
                  </a:lnTo>
                  <a:lnTo>
                    <a:pt x="1354149" y="1387325"/>
                  </a:lnTo>
                  <a:lnTo>
                    <a:pt x="1354057" y="1387333"/>
                  </a:lnTo>
                  <a:lnTo>
                    <a:pt x="1353975" y="1387340"/>
                  </a:lnTo>
                  <a:lnTo>
                    <a:pt x="1353957" y="1387340"/>
                  </a:lnTo>
                  <a:lnTo>
                    <a:pt x="1353924" y="1387339"/>
                  </a:lnTo>
                  <a:lnTo>
                    <a:pt x="1353833" y="1387326"/>
                  </a:lnTo>
                  <a:lnTo>
                    <a:pt x="1353814" y="1387323"/>
                  </a:lnTo>
                  <a:lnTo>
                    <a:pt x="1353791" y="1387354"/>
                  </a:lnTo>
                  <a:lnTo>
                    <a:pt x="1353753" y="1387405"/>
                  </a:lnTo>
                  <a:lnTo>
                    <a:pt x="1353743" y="1387418"/>
                  </a:lnTo>
                  <a:lnTo>
                    <a:pt x="1353688" y="1387448"/>
                  </a:lnTo>
                  <a:lnTo>
                    <a:pt x="1353599" y="1387460"/>
                  </a:lnTo>
                  <a:lnTo>
                    <a:pt x="1353568" y="1387460"/>
                  </a:lnTo>
                  <a:lnTo>
                    <a:pt x="1353525" y="1387460"/>
                  </a:lnTo>
                  <a:lnTo>
                    <a:pt x="1353473" y="1387457"/>
                  </a:lnTo>
                  <a:lnTo>
                    <a:pt x="1353339" y="1387450"/>
                  </a:lnTo>
                  <a:lnTo>
                    <a:pt x="1353315" y="1387447"/>
                  </a:lnTo>
                  <a:lnTo>
                    <a:pt x="1353184" y="1387431"/>
                  </a:lnTo>
                  <a:lnTo>
                    <a:pt x="1353074" y="1387412"/>
                  </a:lnTo>
                  <a:lnTo>
                    <a:pt x="1353024" y="1387404"/>
                  </a:lnTo>
                  <a:lnTo>
                    <a:pt x="1352994" y="1387390"/>
                  </a:lnTo>
                  <a:lnTo>
                    <a:pt x="1352972" y="1387365"/>
                  </a:lnTo>
                  <a:lnTo>
                    <a:pt x="1352965" y="1387357"/>
                  </a:lnTo>
                  <a:lnTo>
                    <a:pt x="1352899" y="1387278"/>
                  </a:lnTo>
                  <a:lnTo>
                    <a:pt x="1352867" y="1387236"/>
                  </a:lnTo>
                  <a:lnTo>
                    <a:pt x="1352844" y="1387221"/>
                  </a:lnTo>
                  <a:lnTo>
                    <a:pt x="1352791" y="1387206"/>
                  </a:lnTo>
                  <a:lnTo>
                    <a:pt x="1352759" y="1387197"/>
                  </a:lnTo>
                  <a:lnTo>
                    <a:pt x="1352735" y="1387198"/>
                  </a:lnTo>
                  <a:lnTo>
                    <a:pt x="1352718" y="1387214"/>
                  </a:lnTo>
                  <a:lnTo>
                    <a:pt x="1352654" y="1387248"/>
                  </a:lnTo>
                  <a:lnTo>
                    <a:pt x="1352561" y="1387299"/>
                  </a:lnTo>
                  <a:lnTo>
                    <a:pt x="1352490" y="1387330"/>
                  </a:lnTo>
                  <a:lnTo>
                    <a:pt x="1352483" y="1387331"/>
                  </a:lnTo>
                  <a:lnTo>
                    <a:pt x="1352463" y="1387319"/>
                  </a:lnTo>
                  <a:lnTo>
                    <a:pt x="1352452" y="1387312"/>
                  </a:lnTo>
                  <a:lnTo>
                    <a:pt x="1352399" y="1387264"/>
                  </a:lnTo>
                  <a:lnTo>
                    <a:pt x="1352350" y="1387221"/>
                  </a:lnTo>
                  <a:lnTo>
                    <a:pt x="1352344" y="1387211"/>
                  </a:lnTo>
                  <a:lnTo>
                    <a:pt x="1352332" y="1387194"/>
                  </a:lnTo>
                  <a:lnTo>
                    <a:pt x="1352327" y="1387187"/>
                  </a:lnTo>
                  <a:lnTo>
                    <a:pt x="1352318" y="1387167"/>
                  </a:lnTo>
                  <a:lnTo>
                    <a:pt x="1352320" y="1387082"/>
                  </a:lnTo>
                  <a:lnTo>
                    <a:pt x="1352320" y="1387069"/>
                  </a:lnTo>
                  <a:lnTo>
                    <a:pt x="1352339" y="1386797"/>
                  </a:lnTo>
                  <a:lnTo>
                    <a:pt x="1352340" y="1386783"/>
                  </a:lnTo>
                  <a:lnTo>
                    <a:pt x="1352351" y="1386733"/>
                  </a:lnTo>
                  <a:lnTo>
                    <a:pt x="1352415" y="1386576"/>
                  </a:lnTo>
                  <a:lnTo>
                    <a:pt x="1352460" y="1386471"/>
                  </a:lnTo>
                  <a:lnTo>
                    <a:pt x="1352502" y="1386410"/>
                  </a:lnTo>
                  <a:lnTo>
                    <a:pt x="1352516" y="1386397"/>
                  </a:lnTo>
                  <a:lnTo>
                    <a:pt x="1352536" y="1386377"/>
                  </a:lnTo>
                  <a:lnTo>
                    <a:pt x="1352596" y="1386295"/>
                  </a:lnTo>
                  <a:lnTo>
                    <a:pt x="1352606" y="1386283"/>
                  </a:lnTo>
                  <a:lnTo>
                    <a:pt x="1352638" y="1386227"/>
                  </a:lnTo>
                  <a:lnTo>
                    <a:pt x="1352639" y="1386219"/>
                  </a:lnTo>
                  <a:lnTo>
                    <a:pt x="1352629" y="1386213"/>
                  </a:lnTo>
                  <a:lnTo>
                    <a:pt x="1352624" y="1386213"/>
                  </a:lnTo>
                  <a:lnTo>
                    <a:pt x="1352616" y="1386213"/>
                  </a:lnTo>
                  <a:lnTo>
                    <a:pt x="1352528" y="1386209"/>
                  </a:lnTo>
                  <a:lnTo>
                    <a:pt x="1352457" y="1386206"/>
                  </a:lnTo>
                  <a:lnTo>
                    <a:pt x="1352448" y="1386205"/>
                  </a:lnTo>
                  <a:lnTo>
                    <a:pt x="1352428" y="1386221"/>
                  </a:lnTo>
                  <a:lnTo>
                    <a:pt x="1352421" y="1386226"/>
                  </a:lnTo>
                  <a:lnTo>
                    <a:pt x="1352411" y="1386235"/>
                  </a:lnTo>
                  <a:lnTo>
                    <a:pt x="1352398" y="1386247"/>
                  </a:lnTo>
                  <a:lnTo>
                    <a:pt x="1352285" y="1386381"/>
                  </a:lnTo>
                  <a:lnTo>
                    <a:pt x="1352231" y="1386450"/>
                  </a:lnTo>
                  <a:lnTo>
                    <a:pt x="1352201" y="1386489"/>
                  </a:lnTo>
                  <a:lnTo>
                    <a:pt x="1352133" y="1386571"/>
                  </a:lnTo>
                  <a:lnTo>
                    <a:pt x="1352057" y="1386663"/>
                  </a:lnTo>
                  <a:lnTo>
                    <a:pt x="1352001" y="1386731"/>
                  </a:lnTo>
                  <a:lnTo>
                    <a:pt x="1351986" y="1386749"/>
                  </a:lnTo>
                  <a:lnTo>
                    <a:pt x="1351981" y="1386790"/>
                  </a:lnTo>
                  <a:lnTo>
                    <a:pt x="1351968" y="1386879"/>
                  </a:lnTo>
                  <a:lnTo>
                    <a:pt x="1351958" y="1386954"/>
                  </a:lnTo>
                  <a:lnTo>
                    <a:pt x="1351939" y="1387050"/>
                  </a:lnTo>
                  <a:lnTo>
                    <a:pt x="1351936" y="1387057"/>
                  </a:lnTo>
                  <a:lnTo>
                    <a:pt x="1351928" y="1387075"/>
                  </a:lnTo>
                  <a:lnTo>
                    <a:pt x="1351917" y="1387085"/>
                  </a:lnTo>
                  <a:lnTo>
                    <a:pt x="1351908" y="1387084"/>
                  </a:lnTo>
                  <a:lnTo>
                    <a:pt x="1351879" y="1387076"/>
                  </a:lnTo>
                  <a:lnTo>
                    <a:pt x="1351852" y="1387070"/>
                  </a:lnTo>
                  <a:lnTo>
                    <a:pt x="1351828" y="1387032"/>
                  </a:lnTo>
                  <a:lnTo>
                    <a:pt x="1351793" y="1386981"/>
                  </a:lnTo>
                  <a:lnTo>
                    <a:pt x="1351790" y="1386975"/>
                  </a:lnTo>
                  <a:lnTo>
                    <a:pt x="1351785" y="1386984"/>
                  </a:lnTo>
                  <a:lnTo>
                    <a:pt x="1351693" y="1387128"/>
                  </a:lnTo>
                  <a:lnTo>
                    <a:pt x="1351672" y="1387164"/>
                  </a:lnTo>
                  <a:lnTo>
                    <a:pt x="1351663" y="1387187"/>
                  </a:lnTo>
                  <a:lnTo>
                    <a:pt x="1351668" y="1387196"/>
                  </a:lnTo>
                  <a:lnTo>
                    <a:pt x="1351683" y="1387213"/>
                  </a:lnTo>
                  <a:lnTo>
                    <a:pt x="1351688" y="1387240"/>
                  </a:lnTo>
                  <a:lnTo>
                    <a:pt x="1351687" y="1387247"/>
                  </a:lnTo>
                  <a:lnTo>
                    <a:pt x="1351683" y="1387257"/>
                  </a:lnTo>
                  <a:lnTo>
                    <a:pt x="1351635" y="1387320"/>
                  </a:lnTo>
                  <a:lnTo>
                    <a:pt x="1351628" y="1387329"/>
                  </a:lnTo>
                  <a:lnTo>
                    <a:pt x="1351625" y="1387332"/>
                  </a:lnTo>
                  <a:lnTo>
                    <a:pt x="1351555" y="1387411"/>
                  </a:lnTo>
                  <a:lnTo>
                    <a:pt x="1351521" y="1387449"/>
                  </a:lnTo>
                  <a:lnTo>
                    <a:pt x="1351327" y="1387661"/>
                  </a:lnTo>
                  <a:lnTo>
                    <a:pt x="1351270" y="1387695"/>
                  </a:lnTo>
                  <a:lnTo>
                    <a:pt x="1351260" y="1387693"/>
                  </a:lnTo>
                  <a:lnTo>
                    <a:pt x="1351241" y="1387688"/>
                  </a:lnTo>
                  <a:lnTo>
                    <a:pt x="1351215" y="1387675"/>
                  </a:lnTo>
                  <a:lnTo>
                    <a:pt x="1351195" y="1387663"/>
                  </a:lnTo>
                  <a:lnTo>
                    <a:pt x="1351132" y="1387616"/>
                  </a:lnTo>
                  <a:lnTo>
                    <a:pt x="1351094" y="1387589"/>
                  </a:lnTo>
                  <a:lnTo>
                    <a:pt x="1351050" y="1387571"/>
                  </a:lnTo>
                  <a:lnTo>
                    <a:pt x="1351025" y="1387565"/>
                  </a:lnTo>
                  <a:lnTo>
                    <a:pt x="1350991" y="1387571"/>
                  </a:lnTo>
                  <a:lnTo>
                    <a:pt x="1350875" y="1387593"/>
                  </a:lnTo>
                  <a:lnTo>
                    <a:pt x="1350608" y="1387645"/>
                  </a:lnTo>
                  <a:lnTo>
                    <a:pt x="1350535" y="1387660"/>
                  </a:lnTo>
                  <a:lnTo>
                    <a:pt x="1350502" y="1387666"/>
                  </a:lnTo>
                  <a:lnTo>
                    <a:pt x="1350488" y="1387671"/>
                  </a:lnTo>
                  <a:lnTo>
                    <a:pt x="1350488" y="1387686"/>
                  </a:lnTo>
                  <a:lnTo>
                    <a:pt x="1350489" y="1387691"/>
                  </a:lnTo>
                  <a:lnTo>
                    <a:pt x="1350497" y="1387717"/>
                  </a:lnTo>
                  <a:lnTo>
                    <a:pt x="1350501" y="1387728"/>
                  </a:lnTo>
                  <a:lnTo>
                    <a:pt x="1350504" y="1387739"/>
                  </a:lnTo>
                  <a:lnTo>
                    <a:pt x="1350509" y="1387754"/>
                  </a:lnTo>
                  <a:lnTo>
                    <a:pt x="1350535" y="1387839"/>
                  </a:lnTo>
                  <a:lnTo>
                    <a:pt x="1350538" y="1387848"/>
                  </a:lnTo>
                  <a:lnTo>
                    <a:pt x="1350573" y="1387966"/>
                  </a:lnTo>
                  <a:lnTo>
                    <a:pt x="1350577" y="1387971"/>
                  </a:lnTo>
                  <a:lnTo>
                    <a:pt x="1350586" y="1387986"/>
                  </a:lnTo>
                  <a:lnTo>
                    <a:pt x="1350600" y="1387995"/>
                  </a:lnTo>
                  <a:lnTo>
                    <a:pt x="1350628" y="1388006"/>
                  </a:lnTo>
                  <a:lnTo>
                    <a:pt x="1350639" y="1388011"/>
                  </a:lnTo>
                  <a:lnTo>
                    <a:pt x="1350673" y="1388025"/>
                  </a:lnTo>
                  <a:lnTo>
                    <a:pt x="1350717" y="1388059"/>
                  </a:lnTo>
                  <a:lnTo>
                    <a:pt x="1350724" y="1388078"/>
                  </a:lnTo>
                  <a:lnTo>
                    <a:pt x="1350729" y="1388098"/>
                  </a:lnTo>
                  <a:lnTo>
                    <a:pt x="1350727" y="1388112"/>
                  </a:lnTo>
                  <a:lnTo>
                    <a:pt x="1350726" y="1388119"/>
                  </a:lnTo>
                  <a:lnTo>
                    <a:pt x="1350714" y="1388168"/>
                  </a:lnTo>
                  <a:lnTo>
                    <a:pt x="1350711" y="1388175"/>
                  </a:lnTo>
                  <a:lnTo>
                    <a:pt x="1350700" y="1388197"/>
                  </a:lnTo>
                  <a:lnTo>
                    <a:pt x="1350697" y="1388204"/>
                  </a:lnTo>
                  <a:lnTo>
                    <a:pt x="1350680" y="1388222"/>
                  </a:lnTo>
                  <a:lnTo>
                    <a:pt x="1350677" y="1388226"/>
                  </a:lnTo>
                  <a:lnTo>
                    <a:pt x="1350669" y="1388234"/>
                  </a:lnTo>
                  <a:lnTo>
                    <a:pt x="1350659" y="1388239"/>
                  </a:lnTo>
                  <a:lnTo>
                    <a:pt x="1350646" y="1388246"/>
                  </a:lnTo>
                  <a:lnTo>
                    <a:pt x="1350593" y="1388258"/>
                  </a:lnTo>
                  <a:lnTo>
                    <a:pt x="1350575" y="1388262"/>
                  </a:lnTo>
                  <a:lnTo>
                    <a:pt x="1350535" y="1388269"/>
                  </a:lnTo>
                  <a:lnTo>
                    <a:pt x="1350476" y="1388280"/>
                  </a:lnTo>
                  <a:lnTo>
                    <a:pt x="1350416" y="1388278"/>
                  </a:lnTo>
                  <a:lnTo>
                    <a:pt x="1350365" y="1388277"/>
                  </a:lnTo>
                  <a:lnTo>
                    <a:pt x="1350281" y="1388276"/>
                  </a:lnTo>
                  <a:lnTo>
                    <a:pt x="1350122" y="1388263"/>
                  </a:lnTo>
                  <a:lnTo>
                    <a:pt x="1350012" y="1388255"/>
                  </a:lnTo>
                  <a:lnTo>
                    <a:pt x="1349915" y="1388247"/>
                  </a:lnTo>
                  <a:lnTo>
                    <a:pt x="1349897" y="1388244"/>
                  </a:lnTo>
                  <a:lnTo>
                    <a:pt x="1349865" y="1388240"/>
                  </a:lnTo>
                  <a:lnTo>
                    <a:pt x="1349858" y="1388239"/>
                  </a:lnTo>
                  <a:lnTo>
                    <a:pt x="1349835" y="1388235"/>
                  </a:lnTo>
                  <a:lnTo>
                    <a:pt x="1349801" y="1388230"/>
                  </a:lnTo>
                  <a:lnTo>
                    <a:pt x="1349786" y="1388229"/>
                  </a:lnTo>
                  <a:lnTo>
                    <a:pt x="1349776" y="1388228"/>
                  </a:lnTo>
                  <a:lnTo>
                    <a:pt x="1349748" y="1388227"/>
                  </a:lnTo>
                  <a:lnTo>
                    <a:pt x="1349728" y="1388244"/>
                  </a:lnTo>
                  <a:lnTo>
                    <a:pt x="1349723" y="1388271"/>
                  </a:lnTo>
                  <a:lnTo>
                    <a:pt x="1349726" y="1388295"/>
                  </a:lnTo>
                  <a:lnTo>
                    <a:pt x="1349735" y="1388302"/>
                  </a:lnTo>
                  <a:lnTo>
                    <a:pt x="1349759" y="1388322"/>
                  </a:lnTo>
                  <a:lnTo>
                    <a:pt x="1349772" y="1388333"/>
                  </a:lnTo>
                  <a:lnTo>
                    <a:pt x="1349806" y="1388361"/>
                  </a:lnTo>
                  <a:lnTo>
                    <a:pt x="1349851" y="1388398"/>
                  </a:lnTo>
                  <a:lnTo>
                    <a:pt x="1349896" y="1388429"/>
                  </a:lnTo>
                  <a:lnTo>
                    <a:pt x="1349906" y="1388430"/>
                  </a:lnTo>
                  <a:lnTo>
                    <a:pt x="1349912" y="1388431"/>
                  </a:lnTo>
                  <a:lnTo>
                    <a:pt x="1349924" y="1388432"/>
                  </a:lnTo>
                  <a:lnTo>
                    <a:pt x="1349934" y="1388427"/>
                  </a:lnTo>
                  <a:lnTo>
                    <a:pt x="1349941" y="1388423"/>
                  </a:lnTo>
                  <a:lnTo>
                    <a:pt x="1349986" y="1388430"/>
                  </a:lnTo>
                  <a:lnTo>
                    <a:pt x="1350006" y="1388433"/>
                  </a:lnTo>
                  <a:lnTo>
                    <a:pt x="1350043" y="1388445"/>
                  </a:lnTo>
                  <a:lnTo>
                    <a:pt x="1350061" y="1388452"/>
                  </a:lnTo>
                  <a:lnTo>
                    <a:pt x="1350110" y="1388495"/>
                  </a:lnTo>
                  <a:lnTo>
                    <a:pt x="1350135" y="1388535"/>
                  </a:lnTo>
                  <a:lnTo>
                    <a:pt x="1350138" y="1388539"/>
                  </a:lnTo>
                  <a:lnTo>
                    <a:pt x="1350152" y="1388561"/>
                  </a:lnTo>
                  <a:lnTo>
                    <a:pt x="1350164" y="1388650"/>
                  </a:lnTo>
                  <a:lnTo>
                    <a:pt x="1350166" y="1388659"/>
                  </a:lnTo>
                  <a:lnTo>
                    <a:pt x="1350166" y="1388668"/>
                  </a:lnTo>
                  <a:lnTo>
                    <a:pt x="1350165" y="1388679"/>
                  </a:lnTo>
                  <a:lnTo>
                    <a:pt x="1350162" y="1388716"/>
                  </a:lnTo>
                  <a:lnTo>
                    <a:pt x="1350157" y="1388777"/>
                  </a:lnTo>
                  <a:lnTo>
                    <a:pt x="1350157" y="1388782"/>
                  </a:lnTo>
                  <a:lnTo>
                    <a:pt x="1350157" y="1388787"/>
                  </a:lnTo>
                  <a:lnTo>
                    <a:pt x="1350156" y="1388793"/>
                  </a:lnTo>
                  <a:lnTo>
                    <a:pt x="1350154" y="1388836"/>
                  </a:lnTo>
                  <a:lnTo>
                    <a:pt x="1350185" y="1388874"/>
                  </a:lnTo>
                  <a:lnTo>
                    <a:pt x="1350232" y="1388932"/>
                  </a:lnTo>
                  <a:lnTo>
                    <a:pt x="1350244" y="1388947"/>
                  </a:lnTo>
                  <a:lnTo>
                    <a:pt x="1350264" y="1388972"/>
                  </a:lnTo>
                  <a:lnTo>
                    <a:pt x="1350277" y="1388989"/>
                  </a:lnTo>
                  <a:lnTo>
                    <a:pt x="1350283" y="1389005"/>
                  </a:lnTo>
                  <a:lnTo>
                    <a:pt x="1350286" y="1389013"/>
                  </a:lnTo>
                  <a:lnTo>
                    <a:pt x="1350287" y="1389027"/>
                  </a:lnTo>
                  <a:lnTo>
                    <a:pt x="1350289" y="1389063"/>
                  </a:lnTo>
                  <a:lnTo>
                    <a:pt x="1350290" y="1389079"/>
                  </a:lnTo>
                  <a:lnTo>
                    <a:pt x="1350280" y="1389119"/>
                  </a:lnTo>
                  <a:lnTo>
                    <a:pt x="1350277" y="1389130"/>
                  </a:lnTo>
                  <a:lnTo>
                    <a:pt x="1350264" y="1389179"/>
                  </a:lnTo>
                  <a:lnTo>
                    <a:pt x="1350262" y="1389184"/>
                  </a:lnTo>
                  <a:lnTo>
                    <a:pt x="1350234" y="1389229"/>
                  </a:lnTo>
                  <a:lnTo>
                    <a:pt x="1350228" y="1389236"/>
                  </a:lnTo>
                  <a:lnTo>
                    <a:pt x="1350219" y="1389247"/>
                  </a:lnTo>
                  <a:lnTo>
                    <a:pt x="1350214" y="1389250"/>
                  </a:lnTo>
                  <a:lnTo>
                    <a:pt x="1350208" y="1389253"/>
                  </a:lnTo>
                  <a:lnTo>
                    <a:pt x="1350180" y="1389258"/>
                  </a:lnTo>
                  <a:lnTo>
                    <a:pt x="1350131" y="1389267"/>
                  </a:lnTo>
                  <a:lnTo>
                    <a:pt x="1350062" y="1389277"/>
                  </a:lnTo>
                  <a:lnTo>
                    <a:pt x="1350022" y="1389282"/>
                  </a:lnTo>
                  <a:lnTo>
                    <a:pt x="1350008" y="1389286"/>
                  </a:lnTo>
                  <a:lnTo>
                    <a:pt x="1349977" y="1389295"/>
                  </a:lnTo>
                  <a:lnTo>
                    <a:pt x="1349966" y="1389298"/>
                  </a:lnTo>
                  <a:lnTo>
                    <a:pt x="1349939" y="1389314"/>
                  </a:lnTo>
                  <a:lnTo>
                    <a:pt x="1349933" y="1389318"/>
                  </a:lnTo>
                  <a:lnTo>
                    <a:pt x="1349917" y="1389327"/>
                  </a:lnTo>
                  <a:lnTo>
                    <a:pt x="1349857" y="1389364"/>
                  </a:lnTo>
                  <a:lnTo>
                    <a:pt x="1349804" y="1389396"/>
                  </a:lnTo>
                  <a:lnTo>
                    <a:pt x="1349767" y="1389421"/>
                  </a:lnTo>
                  <a:lnTo>
                    <a:pt x="1349750" y="1389432"/>
                  </a:lnTo>
                  <a:lnTo>
                    <a:pt x="1349736" y="1389440"/>
                  </a:lnTo>
                  <a:lnTo>
                    <a:pt x="1349729" y="1389442"/>
                  </a:lnTo>
                  <a:lnTo>
                    <a:pt x="1349725" y="1389443"/>
                  </a:lnTo>
                  <a:lnTo>
                    <a:pt x="1349708" y="1389444"/>
                  </a:lnTo>
                  <a:lnTo>
                    <a:pt x="1349684" y="1389437"/>
                  </a:lnTo>
                  <a:lnTo>
                    <a:pt x="1349671" y="1389431"/>
                  </a:lnTo>
                  <a:lnTo>
                    <a:pt x="1349654" y="1389423"/>
                  </a:lnTo>
                  <a:lnTo>
                    <a:pt x="1349637" y="1389410"/>
                  </a:lnTo>
                  <a:lnTo>
                    <a:pt x="1349629" y="1389405"/>
                  </a:lnTo>
                  <a:lnTo>
                    <a:pt x="1349613" y="1389383"/>
                  </a:lnTo>
                  <a:lnTo>
                    <a:pt x="1349585" y="1389344"/>
                  </a:lnTo>
                  <a:lnTo>
                    <a:pt x="1349572" y="1389326"/>
                  </a:lnTo>
                  <a:lnTo>
                    <a:pt x="1349556" y="1389305"/>
                  </a:lnTo>
                  <a:lnTo>
                    <a:pt x="1349521" y="1389258"/>
                  </a:lnTo>
                  <a:lnTo>
                    <a:pt x="1349490" y="1389216"/>
                  </a:lnTo>
                  <a:lnTo>
                    <a:pt x="1349459" y="1389175"/>
                  </a:lnTo>
                  <a:lnTo>
                    <a:pt x="1349456" y="1389171"/>
                  </a:lnTo>
                  <a:lnTo>
                    <a:pt x="1349419" y="1389138"/>
                  </a:lnTo>
                  <a:lnTo>
                    <a:pt x="1349373" y="1389098"/>
                  </a:lnTo>
                  <a:lnTo>
                    <a:pt x="1349346" y="1389075"/>
                  </a:lnTo>
                  <a:lnTo>
                    <a:pt x="1349319" y="1389051"/>
                  </a:lnTo>
                  <a:lnTo>
                    <a:pt x="1349287" y="1389023"/>
                  </a:lnTo>
                  <a:lnTo>
                    <a:pt x="1349274" y="1389011"/>
                  </a:lnTo>
                  <a:lnTo>
                    <a:pt x="1349250" y="1388989"/>
                  </a:lnTo>
                  <a:lnTo>
                    <a:pt x="1349232" y="1388973"/>
                  </a:lnTo>
                  <a:lnTo>
                    <a:pt x="1349208" y="1388950"/>
                  </a:lnTo>
                  <a:lnTo>
                    <a:pt x="1349195" y="1388937"/>
                  </a:lnTo>
                  <a:lnTo>
                    <a:pt x="1349191" y="1388933"/>
                  </a:lnTo>
                  <a:lnTo>
                    <a:pt x="1349126" y="1388868"/>
                  </a:lnTo>
                  <a:lnTo>
                    <a:pt x="1349070" y="1388781"/>
                  </a:lnTo>
                  <a:lnTo>
                    <a:pt x="1349060" y="1388737"/>
                  </a:lnTo>
                  <a:lnTo>
                    <a:pt x="1349007" y="1388515"/>
                  </a:lnTo>
                  <a:lnTo>
                    <a:pt x="1348991" y="1388444"/>
                  </a:lnTo>
                  <a:lnTo>
                    <a:pt x="1348990" y="1388439"/>
                  </a:lnTo>
                  <a:lnTo>
                    <a:pt x="1348990" y="1388434"/>
                  </a:lnTo>
                  <a:lnTo>
                    <a:pt x="1348989" y="1388428"/>
                  </a:lnTo>
                  <a:lnTo>
                    <a:pt x="1348989" y="1388415"/>
                  </a:lnTo>
                  <a:lnTo>
                    <a:pt x="1348990" y="1388403"/>
                  </a:lnTo>
                  <a:lnTo>
                    <a:pt x="1348993" y="1388384"/>
                  </a:lnTo>
                  <a:lnTo>
                    <a:pt x="1348995" y="1388370"/>
                  </a:lnTo>
                  <a:lnTo>
                    <a:pt x="1349001" y="1388336"/>
                  </a:lnTo>
                  <a:lnTo>
                    <a:pt x="1349002" y="1388331"/>
                  </a:lnTo>
                  <a:lnTo>
                    <a:pt x="1349019" y="1388300"/>
                  </a:lnTo>
                  <a:lnTo>
                    <a:pt x="1349022" y="1388294"/>
                  </a:lnTo>
                  <a:lnTo>
                    <a:pt x="1349028" y="1388271"/>
                  </a:lnTo>
                  <a:lnTo>
                    <a:pt x="1349070" y="1388088"/>
                  </a:lnTo>
                  <a:lnTo>
                    <a:pt x="1349007" y="1388069"/>
                  </a:lnTo>
                  <a:lnTo>
                    <a:pt x="1348956" y="1388054"/>
                  </a:lnTo>
                  <a:lnTo>
                    <a:pt x="1348902" y="1388099"/>
                  </a:lnTo>
                  <a:lnTo>
                    <a:pt x="1348881" y="1388115"/>
                  </a:lnTo>
                  <a:lnTo>
                    <a:pt x="1348849" y="1388175"/>
                  </a:lnTo>
                  <a:lnTo>
                    <a:pt x="1348809" y="1388289"/>
                  </a:lnTo>
                  <a:lnTo>
                    <a:pt x="1348798" y="1388334"/>
                  </a:lnTo>
                  <a:lnTo>
                    <a:pt x="1348796" y="1388384"/>
                  </a:lnTo>
                  <a:lnTo>
                    <a:pt x="1348803" y="1388399"/>
                  </a:lnTo>
                  <a:lnTo>
                    <a:pt x="1348852" y="1388497"/>
                  </a:lnTo>
                  <a:lnTo>
                    <a:pt x="1348893" y="1388613"/>
                  </a:lnTo>
                  <a:lnTo>
                    <a:pt x="1348953" y="1388794"/>
                  </a:lnTo>
                  <a:lnTo>
                    <a:pt x="1349003" y="1388943"/>
                  </a:lnTo>
                  <a:lnTo>
                    <a:pt x="1349027" y="1389018"/>
                  </a:lnTo>
                  <a:lnTo>
                    <a:pt x="1349123" y="1389130"/>
                  </a:lnTo>
                  <a:lnTo>
                    <a:pt x="1349237" y="1389199"/>
                  </a:lnTo>
                  <a:lnTo>
                    <a:pt x="1349268" y="1389226"/>
                  </a:lnTo>
                  <a:lnTo>
                    <a:pt x="1349284" y="1389250"/>
                  </a:lnTo>
                  <a:lnTo>
                    <a:pt x="1349372" y="1389377"/>
                  </a:lnTo>
                  <a:lnTo>
                    <a:pt x="1349374" y="1389417"/>
                  </a:lnTo>
                  <a:lnTo>
                    <a:pt x="1349368" y="1389450"/>
                  </a:lnTo>
                  <a:lnTo>
                    <a:pt x="1349366" y="1389512"/>
                  </a:lnTo>
                  <a:lnTo>
                    <a:pt x="1349371" y="1389552"/>
                  </a:lnTo>
                  <a:lnTo>
                    <a:pt x="1349361" y="1389647"/>
                  </a:lnTo>
                  <a:lnTo>
                    <a:pt x="1349443" y="1389721"/>
                  </a:lnTo>
                  <a:lnTo>
                    <a:pt x="1349570" y="1389832"/>
                  </a:lnTo>
                  <a:lnTo>
                    <a:pt x="1349594" y="1389852"/>
                  </a:lnTo>
                  <a:lnTo>
                    <a:pt x="1349622" y="1389874"/>
                  </a:lnTo>
                  <a:lnTo>
                    <a:pt x="1349643" y="1389928"/>
                  </a:lnTo>
                  <a:lnTo>
                    <a:pt x="1349668" y="1389979"/>
                  </a:lnTo>
                  <a:lnTo>
                    <a:pt x="1349736" y="1389979"/>
                  </a:lnTo>
                  <a:lnTo>
                    <a:pt x="1349831" y="1389941"/>
                  </a:lnTo>
                  <a:lnTo>
                    <a:pt x="1349839" y="1389941"/>
                  </a:lnTo>
                  <a:lnTo>
                    <a:pt x="1349848" y="1389940"/>
                  </a:lnTo>
                  <a:lnTo>
                    <a:pt x="1349903" y="1389937"/>
                  </a:lnTo>
                  <a:lnTo>
                    <a:pt x="1349922" y="1389941"/>
                  </a:lnTo>
                  <a:lnTo>
                    <a:pt x="1349966" y="1389950"/>
                  </a:lnTo>
                  <a:lnTo>
                    <a:pt x="1350061" y="1390036"/>
                  </a:lnTo>
                  <a:lnTo>
                    <a:pt x="1350174" y="1390200"/>
                  </a:lnTo>
                  <a:lnTo>
                    <a:pt x="1350286" y="1390364"/>
                  </a:lnTo>
                  <a:lnTo>
                    <a:pt x="1350354" y="1390470"/>
                  </a:lnTo>
                  <a:lnTo>
                    <a:pt x="1350383" y="1390495"/>
                  </a:lnTo>
                  <a:lnTo>
                    <a:pt x="1350453" y="1390518"/>
                  </a:lnTo>
                  <a:lnTo>
                    <a:pt x="1350483" y="1390528"/>
                  </a:lnTo>
                  <a:lnTo>
                    <a:pt x="1350525" y="1390560"/>
                  </a:lnTo>
                  <a:lnTo>
                    <a:pt x="1350554" y="1390583"/>
                  </a:lnTo>
                  <a:lnTo>
                    <a:pt x="1350586" y="1390626"/>
                  </a:lnTo>
                  <a:lnTo>
                    <a:pt x="1350595" y="1390638"/>
                  </a:lnTo>
                  <a:lnTo>
                    <a:pt x="1350662" y="1390723"/>
                  </a:lnTo>
                  <a:lnTo>
                    <a:pt x="1350655" y="1390807"/>
                  </a:lnTo>
                  <a:lnTo>
                    <a:pt x="1350656" y="1390835"/>
                  </a:lnTo>
                  <a:lnTo>
                    <a:pt x="1350654" y="1390928"/>
                  </a:lnTo>
                  <a:lnTo>
                    <a:pt x="1350652" y="1390937"/>
                  </a:lnTo>
                  <a:lnTo>
                    <a:pt x="1350643" y="1390986"/>
                  </a:lnTo>
                  <a:lnTo>
                    <a:pt x="1350623" y="1391067"/>
                  </a:lnTo>
                  <a:lnTo>
                    <a:pt x="1350623" y="1391112"/>
                  </a:lnTo>
                  <a:lnTo>
                    <a:pt x="1350621" y="1391168"/>
                  </a:lnTo>
                  <a:lnTo>
                    <a:pt x="1350693" y="1391252"/>
                  </a:lnTo>
                  <a:lnTo>
                    <a:pt x="1350764" y="1391345"/>
                  </a:lnTo>
                  <a:lnTo>
                    <a:pt x="1350818" y="1391414"/>
                  </a:lnTo>
                  <a:lnTo>
                    <a:pt x="1350813" y="1391509"/>
                  </a:lnTo>
                  <a:lnTo>
                    <a:pt x="1350811" y="1391516"/>
                  </a:lnTo>
                  <a:lnTo>
                    <a:pt x="1350809" y="1391564"/>
                  </a:lnTo>
                  <a:lnTo>
                    <a:pt x="1350776" y="1391630"/>
                  </a:lnTo>
                  <a:lnTo>
                    <a:pt x="1350783" y="1391702"/>
                  </a:lnTo>
                  <a:lnTo>
                    <a:pt x="1350828" y="1391882"/>
                  </a:lnTo>
                  <a:lnTo>
                    <a:pt x="1350854" y="1392027"/>
                  </a:lnTo>
                  <a:lnTo>
                    <a:pt x="1350877" y="1392093"/>
                  </a:lnTo>
                  <a:lnTo>
                    <a:pt x="1350884" y="1392127"/>
                  </a:lnTo>
                  <a:lnTo>
                    <a:pt x="1350956" y="1392179"/>
                  </a:lnTo>
                  <a:lnTo>
                    <a:pt x="1350970" y="1392194"/>
                  </a:lnTo>
                  <a:lnTo>
                    <a:pt x="1350998" y="1392173"/>
                  </a:lnTo>
                  <a:lnTo>
                    <a:pt x="1351042" y="1392161"/>
                  </a:lnTo>
                  <a:lnTo>
                    <a:pt x="1351048" y="1392162"/>
                  </a:lnTo>
                  <a:lnTo>
                    <a:pt x="1351074" y="1392209"/>
                  </a:lnTo>
                  <a:lnTo>
                    <a:pt x="1351070" y="1392285"/>
                  </a:lnTo>
                  <a:lnTo>
                    <a:pt x="1351069" y="1392324"/>
                  </a:lnTo>
                  <a:lnTo>
                    <a:pt x="1351067" y="1392369"/>
                  </a:lnTo>
                  <a:lnTo>
                    <a:pt x="1351046" y="1392383"/>
                  </a:lnTo>
                  <a:lnTo>
                    <a:pt x="1351017" y="1392375"/>
                  </a:lnTo>
                  <a:lnTo>
                    <a:pt x="1350979" y="1392392"/>
                  </a:lnTo>
                  <a:lnTo>
                    <a:pt x="1350970" y="1392402"/>
                  </a:lnTo>
                  <a:lnTo>
                    <a:pt x="1350963" y="1392409"/>
                  </a:lnTo>
                  <a:lnTo>
                    <a:pt x="1350940" y="1392488"/>
                  </a:lnTo>
                  <a:lnTo>
                    <a:pt x="1350911" y="1392569"/>
                  </a:lnTo>
                  <a:lnTo>
                    <a:pt x="1350912" y="1392574"/>
                  </a:lnTo>
                  <a:lnTo>
                    <a:pt x="1350921" y="1392633"/>
                  </a:lnTo>
                  <a:lnTo>
                    <a:pt x="1350921" y="1392661"/>
                  </a:lnTo>
                  <a:lnTo>
                    <a:pt x="1350927" y="1392667"/>
                  </a:lnTo>
                  <a:lnTo>
                    <a:pt x="1350991" y="1392728"/>
                  </a:lnTo>
                  <a:lnTo>
                    <a:pt x="1351005" y="1392735"/>
                  </a:lnTo>
                  <a:lnTo>
                    <a:pt x="1351037" y="1392751"/>
                  </a:lnTo>
                  <a:lnTo>
                    <a:pt x="1351062" y="1392749"/>
                  </a:lnTo>
                  <a:lnTo>
                    <a:pt x="1351083" y="1392747"/>
                  </a:lnTo>
                  <a:lnTo>
                    <a:pt x="1351111" y="1392697"/>
                  </a:lnTo>
                  <a:lnTo>
                    <a:pt x="1351114" y="1392687"/>
                  </a:lnTo>
                  <a:lnTo>
                    <a:pt x="1351126" y="1392640"/>
                  </a:lnTo>
                  <a:lnTo>
                    <a:pt x="1351131" y="1392622"/>
                  </a:lnTo>
                  <a:lnTo>
                    <a:pt x="1351133" y="1392615"/>
                  </a:lnTo>
                  <a:lnTo>
                    <a:pt x="1351164" y="1392610"/>
                  </a:lnTo>
                  <a:lnTo>
                    <a:pt x="1351178" y="1392607"/>
                  </a:lnTo>
                  <a:lnTo>
                    <a:pt x="1351185" y="1392607"/>
                  </a:lnTo>
                  <a:lnTo>
                    <a:pt x="1351244" y="1392599"/>
                  </a:lnTo>
                  <a:lnTo>
                    <a:pt x="1351280" y="1392593"/>
                  </a:lnTo>
                  <a:lnTo>
                    <a:pt x="1351334" y="1392613"/>
                  </a:lnTo>
                  <a:lnTo>
                    <a:pt x="1351397" y="1392637"/>
                  </a:lnTo>
                  <a:lnTo>
                    <a:pt x="1351506" y="1392677"/>
                  </a:lnTo>
                  <a:lnTo>
                    <a:pt x="1351538" y="1392731"/>
                  </a:lnTo>
                  <a:lnTo>
                    <a:pt x="1351571" y="1392792"/>
                  </a:lnTo>
                  <a:lnTo>
                    <a:pt x="1351572" y="1392800"/>
                  </a:lnTo>
                  <a:lnTo>
                    <a:pt x="1351576" y="1392853"/>
                  </a:lnTo>
                  <a:lnTo>
                    <a:pt x="1351574" y="1392878"/>
                  </a:lnTo>
                  <a:lnTo>
                    <a:pt x="1351561" y="1392912"/>
                  </a:lnTo>
                  <a:lnTo>
                    <a:pt x="1351542" y="1392922"/>
                  </a:lnTo>
                  <a:lnTo>
                    <a:pt x="1351466" y="1392936"/>
                  </a:lnTo>
                  <a:lnTo>
                    <a:pt x="1351414" y="1392968"/>
                  </a:lnTo>
                  <a:lnTo>
                    <a:pt x="1351406" y="1392973"/>
                  </a:lnTo>
                  <a:lnTo>
                    <a:pt x="1351422" y="1393027"/>
                  </a:lnTo>
                  <a:lnTo>
                    <a:pt x="1351437" y="1393117"/>
                  </a:lnTo>
                  <a:lnTo>
                    <a:pt x="1351477" y="1393182"/>
                  </a:lnTo>
                  <a:lnTo>
                    <a:pt x="1351580" y="1393290"/>
                  </a:lnTo>
                  <a:lnTo>
                    <a:pt x="1351706" y="1393428"/>
                  </a:lnTo>
                  <a:lnTo>
                    <a:pt x="1351754" y="1393452"/>
                  </a:lnTo>
                  <a:lnTo>
                    <a:pt x="1351765" y="1393458"/>
                  </a:lnTo>
                  <a:lnTo>
                    <a:pt x="1351852" y="1393497"/>
                  </a:lnTo>
                  <a:lnTo>
                    <a:pt x="1351879" y="1393491"/>
                  </a:lnTo>
                  <a:lnTo>
                    <a:pt x="1351897" y="1393485"/>
                  </a:lnTo>
                  <a:lnTo>
                    <a:pt x="1351903" y="1393448"/>
                  </a:lnTo>
                  <a:lnTo>
                    <a:pt x="1351924" y="1393425"/>
                  </a:lnTo>
                  <a:lnTo>
                    <a:pt x="1352002" y="1393353"/>
                  </a:lnTo>
                  <a:lnTo>
                    <a:pt x="1352050" y="1393322"/>
                  </a:lnTo>
                  <a:lnTo>
                    <a:pt x="1352075" y="1393329"/>
                  </a:lnTo>
                  <a:lnTo>
                    <a:pt x="1352079" y="1393330"/>
                  </a:lnTo>
                  <a:lnTo>
                    <a:pt x="1352100" y="1393353"/>
                  </a:lnTo>
                  <a:lnTo>
                    <a:pt x="1352142" y="1393409"/>
                  </a:lnTo>
                  <a:lnTo>
                    <a:pt x="1352175" y="1393437"/>
                  </a:lnTo>
                  <a:lnTo>
                    <a:pt x="1352199" y="1393471"/>
                  </a:lnTo>
                  <a:lnTo>
                    <a:pt x="1352327" y="1393451"/>
                  </a:lnTo>
                  <a:lnTo>
                    <a:pt x="1352383" y="1393429"/>
                  </a:lnTo>
                  <a:lnTo>
                    <a:pt x="1352395" y="1393401"/>
                  </a:lnTo>
                  <a:lnTo>
                    <a:pt x="1352389" y="1393385"/>
                  </a:lnTo>
                  <a:lnTo>
                    <a:pt x="1352397" y="1393374"/>
                  </a:lnTo>
                  <a:lnTo>
                    <a:pt x="1352415" y="1393374"/>
                  </a:lnTo>
                  <a:lnTo>
                    <a:pt x="1352438" y="1393388"/>
                  </a:lnTo>
                  <a:lnTo>
                    <a:pt x="1352449" y="1393402"/>
                  </a:lnTo>
                  <a:lnTo>
                    <a:pt x="1352447" y="1393408"/>
                  </a:lnTo>
                  <a:lnTo>
                    <a:pt x="1352442" y="1393420"/>
                  </a:lnTo>
                  <a:lnTo>
                    <a:pt x="1352439" y="1393457"/>
                  </a:lnTo>
                  <a:lnTo>
                    <a:pt x="1352435" y="1393506"/>
                  </a:lnTo>
                  <a:lnTo>
                    <a:pt x="1352426" y="1393530"/>
                  </a:lnTo>
                  <a:lnTo>
                    <a:pt x="1352407" y="1393586"/>
                  </a:lnTo>
                  <a:lnTo>
                    <a:pt x="1352371" y="1393679"/>
                  </a:lnTo>
                  <a:lnTo>
                    <a:pt x="1352353" y="1393712"/>
                  </a:lnTo>
                  <a:lnTo>
                    <a:pt x="1352336" y="1393744"/>
                  </a:lnTo>
                  <a:lnTo>
                    <a:pt x="1352332" y="1393745"/>
                  </a:lnTo>
                  <a:lnTo>
                    <a:pt x="1352273" y="1393771"/>
                  </a:lnTo>
                  <a:lnTo>
                    <a:pt x="1352188" y="1393808"/>
                  </a:lnTo>
                  <a:lnTo>
                    <a:pt x="1352175" y="1393817"/>
                  </a:lnTo>
                  <a:lnTo>
                    <a:pt x="1352164" y="1393824"/>
                  </a:lnTo>
                  <a:lnTo>
                    <a:pt x="1352150" y="1393845"/>
                  </a:lnTo>
                  <a:lnTo>
                    <a:pt x="1352134" y="1393871"/>
                  </a:lnTo>
                  <a:lnTo>
                    <a:pt x="1352106" y="1393916"/>
                  </a:lnTo>
                  <a:lnTo>
                    <a:pt x="1352074" y="1393969"/>
                  </a:lnTo>
                  <a:lnTo>
                    <a:pt x="1352051" y="1394010"/>
                  </a:lnTo>
                  <a:lnTo>
                    <a:pt x="1352025" y="1394060"/>
                  </a:lnTo>
                  <a:lnTo>
                    <a:pt x="1352003" y="1394138"/>
                  </a:lnTo>
                  <a:lnTo>
                    <a:pt x="1351970" y="1394148"/>
                  </a:lnTo>
                  <a:lnTo>
                    <a:pt x="1351896" y="1394216"/>
                  </a:lnTo>
                  <a:lnTo>
                    <a:pt x="1351849" y="1394245"/>
                  </a:lnTo>
                  <a:lnTo>
                    <a:pt x="1351803" y="1394277"/>
                  </a:lnTo>
                  <a:lnTo>
                    <a:pt x="1351790" y="1394286"/>
                  </a:lnTo>
                  <a:lnTo>
                    <a:pt x="1351702" y="1394337"/>
                  </a:lnTo>
                  <a:lnTo>
                    <a:pt x="1351604" y="1394400"/>
                  </a:lnTo>
                  <a:lnTo>
                    <a:pt x="1351571" y="1394420"/>
                  </a:lnTo>
                  <a:lnTo>
                    <a:pt x="1351550" y="1394453"/>
                  </a:lnTo>
                  <a:lnTo>
                    <a:pt x="1351528" y="1394482"/>
                  </a:lnTo>
                  <a:lnTo>
                    <a:pt x="1351434" y="1394625"/>
                  </a:lnTo>
                  <a:lnTo>
                    <a:pt x="1351405" y="1394659"/>
                  </a:lnTo>
                  <a:lnTo>
                    <a:pt x="1351340" y="1394738"/>
                  </a:lnTo>
                  <a:lnTo>
                    <a:pt x="1351288" y="1394758"/>
                  </a:lnTo>
                  <a:lnTo>
                    <a:pt x="1351227" y="1394782"/>
                  </a:lnTo>
                  <a:lnTo>
                    <a:pt x="1351160" y="1394797"/>
                  </a:lnTo>
                  <a:lnTo>
                    <a:pt x="1351135" y="1394800"/>
                  </a:lnTo>
                  <a:lnTo>
                    <a:pt x="1351115" y="1394779"/>
                  </a:lnTo>
                  <a:lnTo>
                    <a:pt x="1351079" y="1394739"/>
                  </a:lnTo>
                  <a:lnTo>
                    <a:pt x="1351034" y="1394696"/>
                  </a:lnTo>
                  <a:lnTo>
                    <a:pt x="1351010" y="1394673"/>
                  </a:lnTo>
                  <a:lnTo>
                    <a:pt x="1350963" y="1394648"/>
                  </a:lnTo>
                  <a:lnTo>
                    <a:pt x="1350933" y="1394618"/>
                  </a:lnTo>
                  <a:lnTo>
                    <a:pt x="1350918" y="1394598"/>
                  </a:lnTo>
                  <a:lnTo>
                    <a:pt x="1350916" y="1394573"/>
                  </a:lnTo>
                  <a:lnTo>
                    <a:pt x="1350922" y="1394543"/>
                  </a:lnTo>
                  <a:lnTo>
                    <a:pt x="1350932" y="1394544"/>
                  </a:lnTo>
                  <a:lnTo>
                    <a:pt x="1350956" y="1394545"/>
                  </a:lnTo>
                  <a:lnTo>
                    <a:pt x="1350982" y="1394548"/>
                  </a:lnTo>
                  <a:lnTo>
                    <a:pt x="1350995" y="1394543"/>
                  </a:lnTo>
                  <a:lnTo>
                    <a:pt x="1351015" y="1394533"/>
                  </a:lnTo>
                  <a:lnTo>
                    <a:pt x="1351027" y="1394525"/>
                  </a:lnTo>
                  <a:lnTo>
                    <a:pt x="1351035" y="1394519"/>
                  </a:lnTo>
                  <a:lnTo>
                    <a:pt x="1351054" y="1394491"/>
                  </a:lnTo>
                  <a:lnTo>
                    <a:pt x="1351072" y="1394442"/>
                  </a:lnTo>
                  <a:lnTo>
                    <a:pt x="1351084" y="1394405"/>
                  </a:lnTo>
                  <a:lnTo>
                    <a:pt x="1351085" y="1394399"/>
                  </a:lnTo>
                  <a:lnTo>
                    <a:pt x="1351066" y="1394389"/>
                  </a:lnTo>
                  <a:lnTo>
                    <a:pt x="1350937" y="1394328"/>
                  </a:lnTo>
                  <a:lnTo>
                    <a:pt x="1350894" y="1394319"/>
                  </a:lnTo>
                  <a:lnTo>
                    <a:pt x="1350872" y="1394316"/>
                  </a:lnTo>
                  <a:lnTo>
                    <a:pt x="1350839" y="1394331"/>
                  </a:lnTo>
                  <a:lnTo>
                    <a:pt x="1350834" y="1394337"/>
                  </a:lnTo>
                  <a:lnTo>
                    <a:pt x="1350831" y="1394341"/>
                  </a:lnTo>
                  <a:lnTo>
                    <a:pt x="1350837" y="1394355"/>
                  </a:lnTo>
                  <a:lnTo>
                    <a:pt x="1350845" y="1394375"/>
                  </a:lnTo>
                  <a:lnTo>
                    <a:pt x="1350858" y="1394421"/>
                  </a:lnTo>
                  <a:lnTo>
                    <a:pt x="1350878" y="1394468"/>
                  </a:lnTo>
                  <a:lnTo>
                    <a:pt x="1350880" y="1394473"/>
                  </a:lnTo>
                  <a:lnTo>
                    <a:pt x="1350877" y="1394494"/>
                  </a:lnTo>
                  <a:lnTo>
                    <a:pt x="1350875" y="1394511"/>
                  </a:lnTo>
                  <a:lnTo>
                    <a:pt x="1350871" y="1394527"/>
                  </a:lnTo>
                  <a:lnTo>
                    <a:pt x="1350869" y="1394532"/>
                  </a:lnTo>
                  <a:lnTo>
                    <a:pt x="1350843" y="1394558"/>
                  </a:lnTo>
                  <a:lnTo>
                    <a:pt x="1350796" y="1394545"/>
                  </a:lnTo>
                  <a:lnTo>
                    <a:pt x="1350732" y="1394490"/>
                  </a:lnTo>
                  <a:lnTo>
                    <a:pt x="1350725" y="1394484"/>
                  </a:lnTo>
                  <a:lnTo>
                    <a:pt x="1350682" y="1394398"/>
                  </a:lnTo>
                  <a:lnTo>
                    <a:pt x="1350659" y="1394312"/>
                  </a:lnTo>
                  <a:lnTo>
                    <a:pt x="1350675" y="1394231"/>
                  </a:lnTo>
                  <a:lnTo>
                    <a:pt x="1350722" y="1394055"/>
                  </a:lnTo>
                  <a:lnTo>
                    <a:pt x="1350735" y="1393988"/>
                  </a:lnTo>
                  <a:lnTo>
                    <a:pt x="1350750" y="1393916"/>
                  </a:lnTo>
                  <a:lnTo>
                    <a:pt x="1350752" y="1393890"/>
                  </a:lnTo>
                  <a:lnTo>
                    <a:pt x="1350757" y="1393807"/>
                  </a:lnTo>
                  <a:lnTo>
                    <a:pt x="1350770" y="1393684"/>
                  </a:lnTo>
                  <a:lnTo>
                    <a:pt x="1350728" y="1393503"/>
                  </a:lnTo>
                  <a:lnTo>
                    <a:pt x="1350670" y="1393315"/>
                  </a:lnTo>
                  <a:lnTo>
                    <a:pt x="1350618" y="1393313"/>
                  </a:lnTo>
                  <a:lnTo>
                    <a:pt x="1350607" y="1393312"/>
                  </a:lnTo>
                  <a:lnTo>
                    <a:pt x="1350583" y="1393309"/>
                  </a:lnTo>
                  <a:lnTo>
                    <a:pt x="1350571" y="1393308"/>
                  </a:lnTo>
                  <a:lnTo>
                    <a:pt x="1350567" y="1393444"/>
                  </a:lnTo>
                  <a:lnTo>
                    <a:pt x="1350600" y="1393697"/>
                  </a:lnTo>
                  <a:lnTo>
                    <a:pt x="1350603" y="1393730"/>
                  </a:lnTo>
                  <a:lnTo>
                    <a:pt x="1350625" y="1393953"/>
                  </a:lnTo>
                  <a:lnTo>
                    <a:pt x="1350592" y="1394081"/>
                  </a:lnTo>
                  <a:lnTo>
                    <a:pt x="1350561" y="1394207"/>
                  </a:lnTo>
                  <a:lnTo>
                    <a:pt x="1350550" y="1394233"/>
                  </a:lnTo>
                  <a:lnTo>
                    <a:pt x="1350544" y="1394248"/>
                  </a:lnTo>
                  <a:lnTo>
                    <a:pt x="1350534" y="1394273"/>
                  </a:lnTo>
                  <a:lnTo>
                    <a:pt x="1350544" y="1394351"/>
                  </a:lnTo>
                  <a:lnTo>
                    <a:pt x="1350547" y="1394373"/>
                  </a:lnTo>
                  <a:lnTo>
                    <a:pt x="1350593" y="1394435"/>
                  </a:lnTo>
                  <a:lnTo>
                    <a:pt x="1350668" y="1394561"/>
                  </a:lnTo>
                  <a:lnTo>
                    <a:pt x="1350741" y="1394603"/>
                  </a:lnTo>
                  <a:lnTo>
                    <a:pt x="1350805" y="1394693"/>
                  </a:lnTo>
                  <a:lnTo>
                    <a:pt x="1350852" y="1394774"/>
                  </a:lnTo>
                  <a:lnTo>
                    <a:pt x="1350885" y="1394913"/>
                  </a:lnTo>
                  <a:lnTo>
                    <a:pt x="1350908" y="1395029"/>
                  </a:lnTo>
                  <a:lnTo>
                    <a:pt x="1350908" y="1395044"/>
                  </a:lnTo>
                  <a:lnTo>
                    <a:pt x="1350909" y="1395055"/>
                  </a:lnTo>
                  <a:lnTo>
                    <a:pt x="1350882" y="1395131"/>
                  </a:lnTo>
                  <a:lnTo>
                    <a:pt x="1350873" y="1395140"/>
                  </a:lnTo>
                  <a:lnTo>
                    <a:pt x="1350810" y="1395181"/>
                  </a:lnTo>
                  <a:lnTo>
                    <a:pt x="1350722" y="1395237"/>
                  </a:lnTo>
                  <a:lnTo>
                    <a:pt x="1350607" y="1395288"/>
                  </a:lnTo>
                  <a:lnTo>
                    <a:pt x="1350592" y="1395344"/>
                  </a:lnTo>
                  <a:lnTo>
                    <a:pt x="1350580" y="1395403"/>
                  </a:lnTo>
                  <a:lnTo>
                    <a:pt x="1350609" y="1395449"/>
                  </a:lnTo>
                  <a:lnTo>
                    <a:pt x="1350722" y="1395521"/>
                  </a:lnTo>
                  <a:lnTo>
                    <a:pt x="1350780" y="1395557"/>
                  </a:lnTo>
                  <a:lnTo>
                    <a:pt x="1350805" y="1395571"/>
                  </a:lnTo>
                  <a:lnTo>
                    <a:pt x="1350830" y="1395585"/>
                  </a:lnTo>
                  <a:lnTo>
                    <a:pt x="1350856" y="1395580"/>
                  </a:lnTo>
                  <a:lnTo>
                    <a:pt x="1350885" y="1395519"/>
                  </a:lnTo>
                  <a:lnTo>
                    <a:pt x="1350893" y="1395498"/>
                  </a:lnTo>
                  <a:lnTo>
                    <a:pt x="1350823" y="1395417"/>
                  </a:lnTo>
                  <a:lnTo>
                    <a:pt x="1350815" y="1395405"/>
                  </a:lnTo>
                  <a:lnTo>
                    <a:pt x="1350803" y="1395379"/>
                  </a:lnTo>
                  <a:lnTo>
                    <a:pt x="1350806" y="1395363"/>
                  </a:lnTo>
                  <a:lnTo>
                    <a:pt x="1350820" y="1395331"/>
                  </a:lnTo>
                  <a:lnTo>
                    <a:pt x="1351002" y="1395036"/>
                  </a:lnTo>
                  <a:lnTo>
                    <a:pt x="1351019" y="1395013"/>
                  </a:lnTo>
                  <a:lnTo>
                    <a:pt x="1351027" y="1395010"/>
                  </a:lnTo>
                  <a:lnTo>
                    <a:pt x="1351032" y="1395010"/>
                  </a:lnTo>
                  <a:lnTo>
                    <a:pt x="1351039" y="1395009"/>
                  </a:lnTo>
                  <a:lnTo>
                    <a:pt x="1351074" y="1395024"/>
                  </a:lnTo>
                  <a:lnTo>
                    <a:pt x="1351083" y="1395046"/>
                  </a:lnTo>
                  <a:lnTo>
                    <a:pt x="1351079" y="1395058"/>
                  </a:lnTo>
                  <a:lnTo>
                    <a:pt x="1351065" y="1395098"/>
                  </a:lnTo>
                  <a:lnTo>
                    <a:pt x="1351104" y="1395207"/>
                  </a:lnTo>
                  <a:lnTo>
                    <a:pt x="1351112" y="1395241"/>
                  </a:lnTo>
                  <a:lnTo>
                    <a:pt x="1351179" y="1395333"/>
                  </a:lnTo>
                  <a:lnTo>
                    <a:pt x="1351237" y="1395385"/>
                  </a:lnTo>
                  <a:lnTo>
                    <a:pt x="1351259" y="1395389"/>
                  </a:lnTo>
                  <a:lnTo>
                    <a:pt x="1351307" y="1395377"/>
                  </a:lnTo>
                  <a:lnTo>
                    <a:pt x="1351368" y="1395374"/>
                  </a:lnTo>
                  <a:lnTo>
                    <a:pt x="1351400" y="1395381"/>
                  </a:lnTo>
                  <a:lnTo>
                    <a:pt x="1351409" y="1395362"/>
                  </a:lnTo>
                  <a:lnTo>
                    <a:pt x="1351405" y="1395331"/>
                  </a:lnTo>
                  <a:lnTo>
                    <a:pt x="1351406" y="1395256"/>
                  </a:lnTo>
                  <a:lnTo>
                    <a:pt x="1351409" y="1395229"/>
                  </a:lnTo>
                  <a:lnTo>
                    <a:pt x="1351394" y="1395150"/>
                  </a:lnTo>
                  <a:lnTo>
                    <a:pt x="1351386" y="1395101"/>
                  </a:lnTo>
                  <a:lnTo>
                    <a:pt x="1351404" y="1395069"/>
                  </a:lnTo>
                  <a:lnTo>
                    <a:pt x="1351406" y="1395061"/>
                  </a:lnTo>
                  <a:lnTo>
                    <a:pt x="1351423" y="1395037"/>
                  </a:lnTo>
                  <a:lnTo>
                    <a:pt x="1351445" y="1395017"/>
                  </a:lnTo>
                  <a:lnTo>
                    <a:pt x="1351477" y="1394999"/>
                  </a:lnTo>
                  <a:lnTo>
                    <a:pt x="1351554" y="1394956"/>
                  </a:lnTo>
                  <a:lnTo>
                    <a:pt x="1351653" y="1394899"/>
                  </a:lnTo>
                  <a:lnTo>
                    <a:pt x="1351718" y="1394847"/>
                  </a:lnTo>
                  <a:lnTo>
                    <a:pt x="1351770" y="1394800"/>
                  </a:lnTo>
                  <a:lnTo>
                    <a:pt x="1351823" y="1394787"/>
                  </a:lnTo>
                  <a:lnTo>
                    <a:pt x="1351915" y="1394801"/>
                  </a:lnTo>
                  <a:lnTo>
                    <a:pt x="1351933" y="1394798"/>
                  </a:lnTo>
                  <a:lnTo>
                    <a:pt x="1351940" y="1394757"/>
                  </a:lnTo>
                  <a:lnTo>
                    <a:pt x="1351932" y="1394680"/>
                  </a:lnTo>
                  <a:lnTo>
                    <a:pt x="1351914" y="1394620"/>
                  </a:lnTo>
                  <a:lnTo>
                    <a:pt x="1351920" y="1394592"/>
                  </a:lnTo>
                  <a:lnTo>
                    <a:pt x="1351930" y="1394546"/>
                  </a:lnTo>
                  <a:lnTo>
                    <a:pt x="1351934" y="1394513"/>
                  </a:lnTo>
                  <a:lnTo>
                    <a:pt x="1351993" y="1394496"/>
                  </a:lnTo>
                  <a:lnTo>
                    <a:pt x="1352046" y="1394464"/>
                  </a:lnTo>
                  <a:lnTo>
                    <a:pt x="1352057" y="1394461"/>
                  </a:lnTo>
                  <a:lnTo>
                    <a:pt x="1352085" y="1394452"/>
                  </a:lnTo>
                  <a:lnTo>
                    <a:pt x="1352134" y="1394484"/>
                  </a:lnTo>
                  <a:lnTo>
                    <a:pt x="1352393" y="1394681"/>
                  </a:lnTo>
                  <a:lnTo>
                    <a:pt x="1352400" y="1394689"/>
                  </a:lnTo>
                  <a:lnTo>
                    <a:pt x="1352445" y="1394742"/>
                  </a:lnTo>
                  <a:lnTo>
                    <a:pt x="1352464" y="1394775"/>
                  </a:lnTo>
                  <a:lnTo>
                    <a:pt x="1352471" y="1394802"/>
                  </a:lnTo>
                  <a:lnTo>
                    <a:pt x="1352472" y="1394811"/>
                  </a:lnTo>
                  <a:lnTo>
                    <a:pt x="1352467" y="1394867"/>
                  </a:lnTo>
                  <a:lnTo>
                    <a:pt x="1352464" y="1394897"/>
                  </a:lnTo>
                  <a:lnTo>
                    <a:pt x="1352428" y="1394951"/>
                  </a:lnTo>
                  <a:lnTo>
                    <a:pt x="1352366" y="1395043"/>
                  </a:lnTo>
                  <a:lnTo>
                    <a:pt x="1352293" y="1395130"/>
                  </a:lnTo>
                  <a:lnTo>
                    <a:pt x="1352275" y="1395174"/>
                  </a:lnTo>
                  <a:lnTo>
                    <a:pt x="1352247" y="1395241"/>
                  </a:lnTo>
                  <a:lnTo>
                    <a:pt x="1352235" y="1395281"/>
                  </a:lnTo>
                  <a:lnTo>
                    <a:pt x="1352159" y="1395425"/>
                  </a:lnTo>
                  <a:lnTo>
                    <a:pt x="1352149" y="1395435"/>
                  </a:lnTo>
                  <a:lnTo>
                    <a:pt x="1352116" y="1395407"/>
                  </a:lnTo>
                  <a:lnTo>
                    <a:pt x="1352107" y="1395385"/>
                  </a:lnTo>
                  <a:lnTo>
                    <a:pt x="1351999" y="1395397"/>
                  </a:lnTo>
                  <a:lnTo>
                    <a:pt x="1351985" y="1395411"/>
                  </a:lnTo>
                  <a:lnTo>
                    <a:pt x="1351988" y="1395432"/>
                  </a:lnTo>
                  <a:lnTo>
                    <a:pt x="1351987" y="1395443"/>
                  </a:lnTo>
                  <a:lnTo>
                    <a:pt x="1351986" y="1395449"/>
                  </a:lnTo>
                  <a:lnTo>
                    <a:pt x="1352010" y="1395473"/>
                  </a:lnTo>
                  <a:lnTo>
                    <a:pt x="1352068" y="1395476"/>
                  </a:lnTo>
                  <a:lnTo>
                    <a:pt x="1352101" y="1395506"/>
                  </a:lnTo>
                  <a:lnTo>
                    <a:pt x="1352105" y="1395520"/>
                  </a:lnTo>
                  <a:lnTo>
                    <a:pt x="1352136" y="1395678"/>
                  </a:lnTo>
                  <a:lnTo>
                    <a:pt x="1352139" y="1395729"/>
                  </a:lnTo>
                  <a:lnTo>
                    <a:pt x="1351968" y="1395956"/>
                  </a:lnTo>
                  <a:lnTo>
                    <a:pt x="1351935" y="1395983"/>
                  </a:lnTo>
                  <a:lnTo>
                    <a:pt x="1351885" y="1396002"/>
                  </a:lnTo>
                  <a:lnTo>
                    <a:pt x="1351857" y="1395963"/>
                  </a:lnTo>
                  <a:lnTo>
                    <a:pt x="1351851" y="1395961"/>
                  </a:lnTo>
                  <a:lnTo>
                    <a:pt x="1351795" y="1395950"/>
                  </a:lnTo>
                  <a:lnTo>
                    <a:pt x="1351690" y="1396046"/>
                  </a:lnTo>
                  <a:lnTo>
                    <a:pt x="1351678" y="1396057"/>
                  </a:lnTo>
                  <a:lnTo>
                    <a:pt x="1351650" y="1396081"/>
                  </a:lnTo>
                  <a:lnTo>
                    <a:pt x="1351642" y="1396118"/>
                  </a:lnTo>
                  <a:lnTo>
                    <a:pt x="1351639" y="1396132"/>
                  </a:lnTo>
                  <a:lnTo>
                    <a:pt x="1351649" y="1396170"/>
                  </a:lnTo>
                  <a:lnTo>
                    <a:pt x="1351651" y="1396178"/>
                  </a:lnTo>
                  <a:lnTo>
                    <a:pt x="1351698" y="1396206"/>
                  </a:lnTo>
                  <a:lnTo>
                    <a:pt x="1351706" y="1396215"/>
                  </a:lnTo>
                  <a:lnTo>
                    <a:pt x="1351764" y="1396280"/>
                  </a:lnTo>
                  <a:lnTo>
                    <a:pt x="1351788" y="1396326"/>
                  </a:lnTo>
                  <a:lnTo>
                    <a:pt x="1351815" y="1396316"/>
                  </a:lnTo>
                  <a:lnTo>
                    <a:pt x="1351837" y="1396315"/>
                  </a:lnTo>
                  <a:lnTo>
                    <a:pt x="1351856" y="1396278"/>
                  </a:lnTo>
                  <a:lnTo>
                    <a:pt x="1351869" y="1396251"/>
                  </a:lnTo>
                  <a:lnTo>
                    <a:pt x="1351932" y="1396205"/>
                  </a:lnTo>
                  <a:lnTo>
                    <a:pt x="1351952" y="1396172"/>
                  </a:lnTo>
                  <a:lnTo>
                    <a:pt x="1351970" y="1396117"/>
                  </a:lnTo>
                  <a:lnTo>
                    <a:pt x="1352034" y="1396045"/>
                  </a:lnTo>
                  <a:lnTo>
                    <a:pt x="1352114" y="1395959"/>
                  </a:lnTo>
                  <a:lnTo>
                    <a:pt x="1352237" y="1395920"/>
                  </a:lnTo>
                  <a:lnTo>
                    <a:pt x="1352288" y="1395922"/>
                  </a:lnTo>
                  <a:lnTo>
                    <a:pt x="1352409" y="1395943"/>
                  </a:lnTo>
                  <a:lnTo>
                    <a:pt x="1352486" y="1395905"/>
                  </a:lnTo>
                  <a:lnTo>
                    <a:pt x="1352511" y="1395896"/>
                  </a:lnTo>
                  <a:lnTo>
                    <a:pt x="1352558" y="1395853"/>
                  </a:lnTo>
                  <a:lnTo>
                    <a:pt x="1352680" y="1395782"/>
                  </a:lnTo>
                  <a:lnTo>
                    <a:pt x="1352703" y="1395733"/>
                  </a:lnTo>
                  <a:lnTo>
                    <a:pt x="1352693" y="1395679"/>
                  </a:lnTo>
                  <a:lnTo>
                    <a:pt x="1352601" y="1395587"/>
                  </a:lnTo>
                  <a:lnTo>
                    <a:pt x="1352593" y="1395550"/>
                  </a:lnTo>
                  <a:lnTo>
                    <a:pt x="1352641" y="1395514"/>
                  </a:lnTo>
                  <a:lnTo>
                    <a:pt x="1352682" y="1395448"/>
                  </a:lnTo>
                  <a:lnTo>
                    <a:pt x="1352710" y="1395421"/>
                  </a:lnTo>
                  <a:lnTo>
                    <a:pt x="1352725" y="1395413"/>
                  </a:lnTo>
                  <a:lnTo>
                    <a:pt x="1352783" y="1395356"/>
                  </a:lnTo>
                  <a:lnTo>
                    <a:pt x="1352789" y="1395351"/>
                  </a:lnTo>
                  <a:lnTo>
                    <a:pt x="1352916" y="1395410"/>
                  </a:lnTo>
                  <a:lnTo>
                    <a:pt x="1353058" y="1395555"/>
                  </a:lnTo>
                  <a:lnTo>
                    <a:pt x="1353112" y="1395618"/>
                  </a:lnTo>
                  <a:lnTo>
                    <a:pt x="1353115" y="1395622"/>
                  </a:lnTo>
                  <a:lnTo>
                    <a:pt x="1353246" y="1395828"/>
                  </a:lnTo>
                  <a:lnTo>
                    <a:pt x="1353276" y="1395903"/>
                  </a:lnTo>
                  <a:lnTo>
                    <a:pt x="1353261" y="1395996"/>
                  </a:lnTo>
                  <a:lnTo>
                    <a:pt x="1353233" y="1396078"/>
                  </a:lnTo>
                  <a:lnTo>
                    <a:pt x="1353229" y="1396090"/>
                  </a:lnTo>
                  <a:lnTo>
                    <a:pt x="1353248" y="1396204"/>
                  </a:lnTo>
                  <a:lnTo>
                    <a:pt x="1353254" y="1396283"/>
                  </a:lnTo>
                  <a:lnTo>
                    <a:pt x="1353268" y="1396372"/>
                  </a:lnTo>
                  <a:lnTo>
                    <a:pt x="1353209" y="1396496"/>
                  </a:lnTo>
                  <a:lnTo>
                    <a:pt x="1353197" y="1396505"/>
                  </a:lnTo>
                  <a:lnTo>
                    <a:pt x="1353131" y="1396639"/>
                  </a:lnTo>
                  <a:lnTo>
                    <a:pt x="1353069" y="1396823"/>
                  </a:lnTo>
                  <a:lnTo>
                    <a:pt x="1353076" y="1396881"/>
                  </a:lnTo>
                  <a:lnTo>
                    <a:pt x="1353076" y="1397017"/>
                  </a:lnTo>
                  <a:lnTo>
                    <a:pt x="1353076" y="1397023"/>
                  </a:lnTo>
                  <a:lnTo>
                    <a:pt x="1353143" y="1397165"/>
                  </a:lnTo>
                  <a:lnTo>
                    <a:pt x="1353144" y="1397179"/>
                  </a:lnTo>
                  <a:lnTo>
                    <a:pt x="1353133" y="1397219"/>
                  </a:lnTo>
                  <a:lnTo>
                    <a:pt x="1353095" y="1397240"/>
                  </a:lnTo>
                  <a:lnTo>
                    <a:pt x="1353083" y="1397246"/>
                  </a:lnTo>
                  <a:lnTo>
                    <a:pt x="1353037" y="1397265"/>
                  </a:lnTo>
                  <a:lnTo>
                    <a:pt x="1353011" y="1397271"/>
                  </a:lnTo>
                  <a:lnTo>
                    <a:pt x="1352931" y="1397213"/>
                  </a:lnTo>
                  <a:lnTo>
                    <a:pt x="1352897" y="1397185"/>
                  </a:lnTo>
                  <a:lnTo>
                    <a:pt x="1352875" y="1397146"/>
                  </a:lnTo>
                  <a:lnTo>
                    <a:pt x="1352867" y="1397085"/>
                  </a:lnTo>
                  <a:lnTo>
                    <a:pt x="1352861" y="1397081"/>
                  </a:lnTo>
                  <a:lnTo>
                    <a:pt x="1352624" y="1397071"/>
                  </a:lnTo>
                  <a:lnTo>
                    <a:pt x="1352576" y="1397079"/>
                  </a:lnTo>
                  <a:lnTo>
                    <a:pt x="1352537" y="1397133"/>
                  </a:lnTo>
                  <a:lnTo>
                    <a:pt x="1352531" y="1397149"/>
                  </a:lnTo>
                  <a:lnTo>
                    <a:pt x="1352466" y="1397343"/>
                  </a:lnTo>
                  <a:lnTo>
                    <a:pt x="1352378" y="1397452"/>
                  </a:lnTo>
                  <a:lnTo>
                    <a:pt x="1352334" y="1397520"/>
                  </a:lnTo>
                  <a:lnTo>
                    <a:pt x="1352319" y="1397544"/>
                  </a:lnTo>
                  <a:lnTo>
                    <a:pt x="1352304" y="1397555"/>
                  </a:lnTo>
                  <a:lnTo>
                    <a:pt x="1352248" y="1397599"/>
                  </a:lnTo>
                  <a:lnTo>
                    <a:pt x="1352234" y="1397613"/>
                  </a:lnTo>
                  <a:lnTo>
                    <a:pt x="1352195" y="1397655"/>
                  </a:lnTo>
                  <a:lnTo>
                    <a:pt x="1352185" y="1397676"/>
                  </a:lnTo>
                  <a:lnTo>
                    <a:pt x="1352187" y="1397695"/>
                  </a:lnTo>
                  <a:lnTo>
                    <a:pt x="1352180" y="1397731"/>
                  </a:lnTo>
                  <a:lnTo>
                    <a:pt x="1352187" y="1397738"/>
                  </a:lnTo>
                  <a:lnTo>
                    <a:pt x="1352200" y="1397750"/>
                  </a:lnTo>
                  <a:lnTo>
                    <a:pt x="1352277" y="1397735"/>
                  </a:lnTo>
                  <a:lnTo>
                    <a:pt x="1352331" y="1397718"/>
                  </a:lnTo>
                  <a:lnTo>
                    <a:pt x="1352432" y="1397687"/>
                  </a:lnTo>
                  <a:lnTo>
                    <a:pt x="1352496" y="1397662"/>
                  </a:lnTo>
                  <a:lnTo>
                    <a:pt x="1352526" y="1397593"/>
                  </a:lnTo>
                  <a:lnTo>
                    <a:pt x="1352565" y="1397484"/>
                  </a:lnTo>
                  <a:lnTo>
                    <a:pt x="1352608" y="1397373"/>
                  </a:lnTo>
                  <a:lnTo>
                    <a:pt x="1352631" y="1397303"/>
                  </a:lnTo>
                  <a:lnTo>
                    <a:pt x="1352633" y="1397299"/>
                  </a:lnTo>
                  <a:lnTo>
                    <a:pt x="1352637" y="1397301"/>
                  </a:lnTo>
                  <a:lnTo>
                    <a:pt x="1352651" y="1397308"/>
                  </a:lnTo>
                  <a:lnTo>
                    <a:pt x="1352711" y="1397325"/>
                  </a:lnTo>
                  <a:lnTo>
                    <a:pt x="1352730" y="1397351"/>
                  </a:lnTo>
                  <a:lnTo>
                    <a:pt x="1352761" y="1397393"/>
                  </a:lnTo>
                  <a:lnTo>
                    <a:pt x="1352762" y="1397464"/>
                  </a:lnTo>
                  <a:lnTo>
                    <a:pt x="1352769" y="1397522"/>
                  </a:lnTo>
                  <a:lnTo>
                    <a:pt x="1352766" y="1397553"/>
                  </a:lnTo>
                  <a:lnTo>
                    <a:pt x="1352687" y="1397672"/>
                  </a:lnTo>
                  <a:lnTo>
                    <a:pt x="1352597" y="1397793"/>
                  </a:lnTo>
                  <a:lnTo>
                    <a:pt x="1352591" y="1397801"/>
                  </a:lnTo>
                  <a:lnTo>
                    <a:pt x="1352580" y="1397816"/>
                  </a:lnTo>
                  <a:lnTo>
                    <a:pt x="1352570" y="1397835"/>
                  </a:lnTo>
                  <a:lnTo>
                    <a:pt x="1352534" y="1397898"/>
                  </a:lnTo>
                  <a:lnTo>
                    <a:pt x="1352521" y="1397958"/>
                  </a:lnTo>
                  <a:lnTo>
                    <a:pt x="1352511" y="1397998"/>
                  </a:lnTo>
                  <a:lnTo>
                    <a:pt x="1352505" y="1398028"/>
                  </a:lnTo>
                  <a:lnTo>
                    <a:pt x="1352506" y="1398080"/>
                  </a:lnTo>
                  <a:lnTo>
                    <a:pt x="1352507" y="1398130"/>
                  </a:lnTo>
                  <a:lnTo>
                    <a:pt x="1352506" y="1398135"/>
                  </a:lnTo>
                  <a:lnTo>
                    <a:pt x="1352504" y="1398152"/>
                  </a:lnTo>
                  <a:lnTo>
                    <a:pt x="1352486" y="1398174"/>
                  </a:lnTo>
                  <a:lnTo>
                    <a:pt x="1352478" y="1398182"/>
                  </a:lnTo>
                  <a:lnTo>
                    <a:pt x="1352389" y="1398279"/>
                  </a:lnTo>
                  <a:lnTo>
                    <a:pt x="1352298" y="1398380"/>
                  </a:lnTo>
                  <a:lnTo>
                    <a:pt x="1352267" y="1398413"/>
                  </a:lnTo>
                  <a:lnTo>
                    <a:pt x="1352247" y="1398435"/>
                  </a:lnTo>
                  <a:lnTo>
                    <a:pt x="1352175" y="1398515"/>
                  </a:lnTo>
                  <a:lnTo>
                    <a:pt x="1352135" y="1398544"/>
                  </a:lnTo>
                  <a:lnTo>
                    <a:pt x="1352130" y="1398548"/>
                  </a:lnTo>
                  <a:lnTo>
                    <a:pt x="1352085" y="1398562"/>
                  </a:lnTo>
                  <a:lnTo>
                    <a:pt x="1351985" y="1398590"/>
                  </a:lnTo>
                  <a:lnTo>
                    <a:pt x="1351818" y="1398585"/>
                  </a:lnTo>
                  <a:lnTo>
                    <a:pt x="1351814" y="1398583"/>
                  </a:lnTo>
                  <a:lnTo>
                    <a:pt x="1351789" y="1398568"/>
                  </a:lnTo>
                  <a:lnTo>
                    <a:pt x="1351764" y="1398553"/>
                  </a:lnTo>
                  <a:lnTo>
                    <a:pt x="1351767" y="1398541"/>
                  </a:lnTo>
                  <a:lnTo>
                    <a:pt x="1351779" y="1398503"/>
                  </a:lnTo>
                  <a:lnTo>
                    <a:pt x="1351787" y="1398484"/>
                  </a:lnTo>
                  <a:lnTo>
                    <a:pt x="1351791" y="1398474"/>
                  </a:lnTo>
                  <a:lnTo>
                    <a:pt x="1351803" y="1398466"/>
                  </a:lnTo>
                  <a:lnTo>
                    <a:pt x="1351827" y="1398453"/>
                  </a:lnTo>
                  <a:lnTo>
                    <a:pt x="1351840" y="1398441"/>
                  </a:lnTo>
                  <a:lnTo>
                    <a:pt x="1351837" y="1398425"/>
                  </a:lnTo>
                  <a:lnTo>
                    <a:pt x="1351825" y="1398427"/>
                  </a:lnTo>
                  <a:lnTo>
                    <a:pt x="1351794" y="1398413"/>
                  </a:lnTo>
                  <a:lnTo>
                    <a:pt x="1351763" y="1398384"/>
                  </a:lnTo>
                  <a:lnTo>
                    <a:pt x="1351756" y="1398371"/>
                  </a:lnTo>
                  <a:lnTo>
                    <a:pt x="1351709" y="1398352"/>
                  </a:lnTo>
                  <a:lnTo>
                    <a:pt x="1351689" y="1398345"/>
                  </a:lnTo>
                  <a:lnTo>
                    <a:pt x="1351616" y="1398313"/>
                  </a:lnTo>
                  <a:lnTo>
                    <a:pt x="1351574" y="1398297"/>
                  </a:lnTo>
                  <a:lnTo>
                    <a:pt x="1351551" y="1398306"/>
                  </a:lnTo>
                  <a:lnTo>
                    <a:pt x="1351498" y="1398335"/>
                  </a:lnTo>
                  <a:lnTo>
                    <a:pt x="1351481" y="1398350"/>
                  </a:lnTo>
                  <a:lnTo>
                    <a:pt x="1351494" y="1398376"/>
                  </a:lnTo>
                  <a:lnTo>
                    <a:pt x="1351498" y="1398381"/>
                  </a:lnTo>
                  <a:lnTo>
                    <a:pt x="1351524" y="1398429"/>
                  </a:lnTo>
                  <a:lnTo>
                    <a:pt x="1351541" y="1398457"/>
                  </a:lnTo>
                  <a:lnTo>
                    <a:pt x="1351548" y="1398468"/>
                  </a:lnTo>
                  <a:lnTo>
                    <a:pt x="1351550" y="1398479"/>
                  </a:lnTo>
                  <a:lnTo>
                    <a:pt x="1351552" y="1398485"/>
                  </a:lnTo>
                  <a:lnTo>
                    <a:pt x="1351551" y="1398504"/>
                  </a:lnTo>
                  <a:lnTo>
                    <a:pt x="1351547" y="1398527"/>
                  </a:lnTo>
                  <a:lnTo>
                    <a:pt x="1351527" y="1398540"/>
                  </a:lnTo>
                  <a:lnTo>
                    <a:pt x="1351489" y="1398543"/>
                  </a:lnTo>
                  <a:lnTo>
                    <a:pt x="1351457" y="1398532"/>
                  </a:lnTo>
                  <a:lnTo>
                    <a:pt x="1351413" y="1398552"/>
                  </a:lnTo>
                  <a:lnTo>
                    <a:pt x="1351412" y="1398589"/>
                  </a:lnTo>
                  <a:lnTo>
                    <a:pt x="1351430" y="1398612"/>
                  </a:lnTo>
                  <a:lnTo>
                    <a:pt x="1351454" y="1398617"/>
                  </a:lnTo>
                  <a:lnTo>
                    <a:pt x="1351497" y="1398623"/>
                  </a:lnTo>
                  <a:lnTo>
                    <a:pt x="1351547" y="1398631"/>
                  </a:lnTo>
                  <a:lnTo>
                    <a:pt x="1351602" y="1398642"/>
                  </a:lnTo>
                  <a:lnTo>
                    <a:pt x="1351655" y="1398655"/>
                  </a:lnTo>
                  <a:lnTo>
                    <a:pt x="1351669" y="1398656"/>
                  </a:lnTo>
                  <a:lnTo>
                    <a:pt x="1351690" y="1398659"/>
                  </a:lnTo>
                  <a:lnTo>
                    <a:pt x="1351722" y="1398663"/>
                  </a:lnTo>
                  <a:lnTo>
                    <a:pt x="1351746" y="1398669"/>
                  </a:lnTo>
                  <a:lnTo>
                    <a:pt x="1351763" y="1398697"/>
                  </a:lnTo>
                  <a:lnTo>
                    <a:pt x="1351765" y="1398700"/>
                  </a:lnTo>
                  <a:lnTo>
                    <a:pt x="1351778" y="1398724"/>
                  </a:lnTo>
                  <a:lnTo>
                    <a:pt x="1351797" y="1398781"/>
                  </a:lnTo>
                  <a:lnTo>
                    <a:pt x="1351799" y="1398788"/>
                  </a:lnTo>
                  <a:lnTo>
                    <a:pt x="1351817" y="1398846"/>
                  </a:lnTo>
                  <a:lnTo>
                    <a:pt x="1351808" y="1398908"/>
                  </a:lnTo>
                  <a:lnTo>
                    <a:pt x="1351803" y="1398918"/>
                  </a:lnTo>
                  <a:lnTo>
                    <a:pt x="1351797" y="1398925"/>
                  </a:lnTo>
                  <a:lnTo>
                    <a:pt x="1351791" y="1398929"/>
                  </a:lnTo>
                  <a:lnTo>
                    <a:pt x="1351786" y="1398929"/>
                  </a:lnTo>
                  <a:lnTo>
                    <a:pt x="1351782" y="1398927"/>
                  </a:lnTo>
                  <a:lnTo>
                    <a:pt x="1351775" y="1398925"/>
                  </a:lnTo>
                  <a:lnTo>
                    <a:pt x="1351767" y="1398928"/>
                  </a:lnTo>
                  <a:lnTo>
                    <a:pt x="1351765" y="1398931"/>
                  </a:lnTo>
                  <a:lnTo>
                    <a:pt x="1351738" y="1398972"/>
                  </a:lnTo>
                  <a:lnTo>
                    <a:pt x="1351727" y="1398989"/>
                  </a:lnTo>
                  <a:lnTo>
                    <a:pt x="1351723" y="1398998"/>
                  </a:lnTo>
                  <a:lnTo>
                    <a:pt x="1351720" y="1399006"/>
                  </a:lnTo>
                  <a:lnTo>
                    <a:pt x="1351718" y="1399011"/>
                  </a:lnTo>
                  <a:lnTo>
                    <a:pt x="1351713" y="1399028"/>
                  </a:lnTo>
                  <a:lnTo>
                    <a:pt x="1351711" y="1399038"/>
                  </a:lnTo>
                  <a:lnTo>
                    <a:pt x="1351708" y="1399053"/>
                  </a:lnTo>
                  <a:lnTo>
                    <a:pt x="1351705" y="1399081"/>
                  </a:lnTo>
                  <a:lnTo>
                    <a:pt x="1351702" y="1399102"/>
                  </a:lnTo>
                  <a:lnTo>
                    <a:pt x="1351702" y="1399148"/>
                  </a:lnTo>
                  <a:lnTo>
                    <a:pt x="1351704" y="1399157"/>
                  </a:lnTo>
                  <a:lnTo>
                    <a:pt x="1351705" y="1399161"/>
                  </a:lnTo>
                  <a:lnTo>
                    <a:pt x="1351708" y="1399167"/>
                  </a:lnTo>
                  <a:lnTo>
                    <a:pt x="1351712" y="1399173"/>
                  </a:lnTo>
                  <a:lnTo>
                    <a:pt x="1351718" y="1399181"/>
                  </a:lnTo>
                  <a:lnTo>
                    <a:pt x="1351721" y="1399184"/>
                  </a:lnTo>
                  <a:lnTo>
                    <a:pt x="1351733" y="1399192"/>
                  </a:lnTo>
                  <a:lnTo>
                    <a:pt x="1351738" y="1399195"/>
                  </a:lnTo>
                  <a:lnTo>
                    <a:pt x="1351747" y="1399197"/>
                  </a:lnTo>
                  <a:lnTo>
                    <a:pt x="1351754" y="1399200"/>
                  </a:lnTo>
                  <a:lnTo>
                    <a:pt x="1351758" y="1399204"/>
                  </a:lnTo>
                  <a:lnTo>
                    <a:pt x="1351763" y="1399209"/>
                  </a:lnTo>
                  <a:lnTo>
                    <a:pt x="1351770" y="1399217"/>
                  </a:lnTo>
                  <a:lnTo>
                    <a:pt x="1351775" y="1399226"/>
                  </a:lnTo>
                  <a:lnTo>
                    <a:pt x="1351778" y="1399231"/>
                  </a:lnTo>
                  <a:lnTo>
                    <a:pt x="1351781" y="1399238"/>
                  </a:lnTo>
                  <a:lnTo>
                    <a:pt x="1351781" y="1399245"/>
                  </a:lnTo>
                  <a:lnTo>
                    <a:pt x="1351777" y="1399269"/>
                  </a:lnTo>
                  <a:lnTo>
                    <a:pt x="1351776" y="1399275"/>
                  </a:lnTo>
                  <a:lnTo>
                    <a:pt x="1351773" y="1399280"/>
                  </a:lnTo>
                  <a:lnTo>
                    <a:pt x="1351690" y="1399357"/>
                  </a:lnTo>
                  <a:lnTo>
                    <a:pt x="1351660" y="1399385"/>
                  </a:lnTo>
                  <a:lnTo>
                    <a:pt x="1351650" y="1399394"/>
                  </a:lnTo>
                  <a:lnTo>
                    <a:pt x="1351607" y="1399444"/>
                  </a:lnTo>
                  <a:lnTo>
                    <a:pt x="1351603" y="1399449"/>
                  </a:lnTo>
                  <a:lnTo>
                    <a:pt x="1351596" y="1399458"/>
                  </a:lnTo>
                  <a:lnTo>
                    <a:pt x="1351593" y="1399463"/>
                  </a:lnTo>
                  <a:lnTo>
                    <a:pt x="1351588" y="1399472"/>
                  </a:lnTo>
                  <a:lnTo>
                    <a:pt x="1351587" y="1399478"/>
                  </a:lnTo>
                  <a:lnTo>
                    <a:pt x="1351587" y="1399484"/>
                  </a:lnTo>
                  <a:lnTo>
                    <a:pt x="1351587" y="1399493"/>
                  </a:lnTo>
                  <a:lnTo>
                    <a:pt x="1351589" y="1399499"/>
                  </a:lnTo>
                  <a:lnTo>
                    <a:pt x="1351591" y="1399504"/>
                  </a:lnTo>
                  <a:lnTo>
                    <a:pt x="1351593" y="1399509"/>
                  </a:lnTo>
                  <a:lnTo>
                    <a:pt x="1351597" y="1399514"/>
                  </a:lnTo>
                  <a:lnTo>
                    <a:pt x="1351602" y="1399521"/>
                  </a:lnTo>
                  <a:lnTo>
                    <a:pt x="1351609" y="1399528"/>
                  </a:lnTo>
                  <a:lnTo>
                    <a:pt x="1351612" y="1399532"/>
                  </a:lnTo>
                  <a:lnTo>
                    <a:pt x="1351615" y="1399541"/>
                  </a:lnTo>
                  <a:lnTo>
                    <a:pt x="1351616" y="1399549"/>
                  </a:lnTo>
                  <a:lnTo>
                    <a:pt x="1351615" y="1399554"/>
                  </a:lnTo>
                  <a:lnTo>
                    <a:pt x="1351613" y="1399559"/>
                  </a:lnTo>
                  <a:lnTo>
                    <a:pt x="1351611" y="1399563"/>
                  </a:lnTo>
                  <a:lnTo>
                    <a:pt x="1351608" y="1399566"/>
                  </a:lnTo>
                  <a:lnTo>
                    <a:pt x="1351603" y="1399571"/>
                  </a:lnTo>
                  <a:lnTo>
                    <a:pt x="1351379" y="1399725"/>
                  </a:lnTo>
                  <a:lnTo>
                    <a:pt x="1351351" y="1399737"/>
                  </a:lnTo>
                  <a:lnTo>
                    <a:pt x="1351337" y="1399744"/>
                  </a:lnTo>
                  <a:lnTo>
                    <a:pt x="1351316" y="1399803"/>
                  </a:lnTo>
                  <a:lnTo>
                    <a:pt x="1351370" y="1399917"/>
                  </a:lnTo>
                  <a:lnTo>
                    <a:pt x="1351373" y="1399923"/>
                  </a:lnTo>
                  <a:lnTo>
                    <a:pt x="1351391" y="1399987"/>
                  </a:lnTo>
                  <a:lnTo>
                    <a:pt x="1351391" y="1399994"/>
                  </a:lnTo>
                  <a:lnTo>
                    <a:pt x="1351305" y="1400162"/>
                  </a:lnTo>
                  <a:lnTo>
                    <a:pt x="1351280" y="1400161"/>
                  </a:lnTo>
                  <a:lnTo>
                    <a:pt x="1351257" y="1400166"/>
                  </a:lnTo>
                  <a:lnTo>
                    <a:pt x="1351250" y="1400170"/>
                  </a:lnTo>
                  <a:lnTo>
                    <a:pt x="1351158" y="1400245"/>
                  </a:lnTo>
                  <a:lnTo>
                    <a:pt x="1351148" y="1400262"/>
                  </a:lnTo>
                  <a:lnTo>
                    <a:pt x="1351114" y="1400322"/>
                  </a:lnTo>
                  <a:lnTo>
                    <a:pt x="1351088" y="1400387"/>
                  </a:lnTo>
                  <a:lnTo>
                    <a:pt x="1350976" y="1400431"/>
                  </a:lnTo>
                  <a:lnTo>
                    <a:pt x="1350228" y="1400736"/>
                  </a:lnTo>
                  <a:lnTo>
                    <a:pt x="1350180" y="1400756"/>
                  </a:lnTo>
                  <a:lnTo>
                    <a:pt x="1349995" y="1400831"/>
                  </a:lnTo>
                  <a:lnTo>
                    <a:pt x="1349941" y="1400853"/>
                  </a:lnTo>
                  <a:lnTo>
                    <a:pt x="1349887" y="1400860"/>
                  </a:lnTo>
                  <a:lnTo>
                    <a:pt x="1349881" y="1400860"/>
                  </a:lnTo>
                  <a:lnTo>
                    <a:pt x="1349873" y="1400861"/>
                  </a:lnTo>
                  <a:lnTo>
                    <a:pt x="1349833" y="1400864"/>
                  </a:lnTo>
                  <a:lnTo>
                    <a:pt x="1349783" y="1400871"/>
                  </a:lnTo>
                  <a:lnTo>
                    <a:pt x="1349777" y="1400869"/>
                  </a:lnTo>
                  <a:lnTo>
                    <a:pt x="1349743" y="1400858"/>
                  </a:lnTo>
                  <a:lnTo>
                    <a:pt x="1349738" y="1400857"/>
                  </a:lnTo>
                  <a:lnTo>
                    <a:pt x="1349705" y="1400840"/>
                  </a:lnTo>
                  <a:lnTo>
                    <a:pt x="1349695" y="1400837"/>
                  </a:lnTo>
                  <a:lnTo>
                    <a:pt x="1349641" y="1400812"/>
                  </a:lnTo>
                  <a:lnTo>
                    <a:pt x="1349621" y="1400778"/>
                  </a:lnTo>
                  <a:lnTo>
                    <a:pt x="1349614" y="1400602"/>
                  </a:lnTo>
                  <a:lnTo>
                    <a:pt x="1349608" y="1400534"/>
                  </a:lnTo>
                  <a:lnTo>
                    <a:pt x="1349648" y="1400381"/>
                  </a:lnTo>
                  <a:lnTo>
                    <a:pt x="1349806" y="1400198"/>
                  </a:lnTo>
                  <a:lnTo>
                    <a:pt x="1349883" y="1400076"/>
                  </a:lnTo>
                  <a:lnTo>
                    <a:pt x="1350031" y="1399939"/>
                  </a:lnTo>
                  <a:lnTo>
                    <a:pt x="1350098" y="1399775"/>
                  </a:lnTo>
                  <a:lnTo>
                    <a:pt x="1350135" y="1399714"/>
                  </a:lnTo>
                  <a:lnTo>
                    <a:pt x="1350269" y="1399707"/>
                  </a:lnTo>
                  <a:lnTo>
                    <a:pt x="1350319" y="1399680"/>
                  </a:lnTo>
                  <a:lnTo>
                    <a:pt x="1350339" y="1399638"/>
                  </a:lnTo>
                  <a:lnTo>
                    <a:pt x="1350309" y="1399581"/>
                  </a:lnTo>
                  <a:lnTo>
                    <a:pt x="1350269" y="1399512"/>
                  </a:lnTo>
                  <a:lnTo>
                    <a:pt x="1350245" y="1399444"/>
                  </a:lnTo>
                  <a:lnTo>
                    <a:pt x="1350215" y="1399424"/>
                  </a:lnTo>
                  <a:lnTo>
                    <a:pt x="1350168" y="1399432"/>
                  </a:lnTo>
                  <a:lnTo>
                    <a:pt x="1350074" y="1399501"/>
                  </a:lnTo>
                  <a:lnTo>
                    <a:pt x="1350024" y="1399585"/>
                  </a:lnTo>
                  <a:lnTo>
                    <a:pt x="1350014" y="1399729"/>
                  </a:lnTo>
                  <a:lnTo>
                    <a:pt x="1349947" y="1399855"/>
                  </a:lnTo>
                  <a:lnTo>
                    <a:pt x="1349906" y="1399897"/>
                  </a:lnTo>
                  <a:lnTo>
                    <a:pt x="1349853" y="1399863"/>
                  </a:lnTo>
                  <a:lnTo>
                    <a:pt x="1349769" y="1399878"/>
                  </a:lnTo>
                  <a:lnTo>
                    <a:pt x="1349725" y="1399958"/>
                  </a:lnTo>
                  <a:lnTo>
                    <a:pt x="1349631" y="1400122"/>
                  </a:lnTo>
                  <a:lnTo>
                    <a:pt x="1349608" y="1400233"/>
                  </a:lnTo>
                  <a:lnTo>
                    <a:pt x="1349547" y="1400358"/>
                  </a:lnTo>
                  <a:lnTo>
                    <a:pt x="1349477" y="1400473"/>
                  </a:lnTo>
                  <a:lnTo>
                    <a:pt x="1349460" y="1400557"/>
                  </a:lnTo>
                  <a:lnTo>
                    <a:pt x="1349500" y="1400663"/>
                  </a:lnTo>
                  <a:lnTo>
                    <a:pt x="1349554" y="1400808"/>
                  </a:lnTo>
                  <a:lnTo>
                    <a:pt x="1349591" y="1400915"/>
                  </a:lnTo>
                  <a:lnTo>
                    <a:pt x="1349588" y="1400933"/>
                  </a:lnTo>
                  <a:lnTo>
                    <a:pt x="1349594" y="1400950"/>
                  </a:lnTo>
                  <a:lnTo>
                    <a:pt x="1349568" y="1401174"/>
                  </a:lnTo>
                  <a:lnTo>
                    <a:pt x="1349585" y="1401207"/>
                  </a:lnTo>
                  <a:lnTo>
                    <a:pt x="1349693" y="1401324"/>
                  </a:lnTo>
                  <a:lnTo>
                    <a:pt x="1349704" y="1401345"/>
                  </a:lnTo>
                  <a:lnTo>
                    <a:pt x="1349648" y="1401378"/>
                  </a:lnTo>
                  <a:lnTo>
                    <a:pt x="1349584" y="1401391"/>
                  </a:lnTo>
                  <a:lnTo>
                    <a:pt x="1349446" y="1401452"/>
                  </a:lnTo>
                  <a:lnTo>
                    <a:pt x="1349275" y="1401437"/>
                  </a:lnTo>
                  <a:lnTo>
                    <a:pt x="1349184" y="1401414"/>
                  </a:lnTo>
                  <a:lnTo>
                    <a:pt x="1349161" y="1401429"/>
                  </a:lnTo>
                  <a:lnTo>
                    <a:pt x="1349164" y="1401456"/>
                  </a:lnTo>
                  <a:lnTo>
                    <a:pt x="1349184" y="1401483"/>
                  </a:lnTo>
                  <a:lnTo>
                    <a:pt x="1349225" y="1401563"/>
                  </a:lnTo>
                  <a:lnTo>
                    <a:pt x="1349275" y="1401609"/>
                  </a:lnTo>
                  <a:lnTo>
                    <a:pt x="1349342" y="1401612"/>
                  </a:lnTo>
                  <a:lnTo>
                    <a:pt x="1349426" y="1401609"/>
                  </a:lnTo>
                  <a:lnTo>
                    <a:pt x="1349557" y="1401612"/>
                  </a:lnTo>
                  <a:lnTo>
                    <a:pt x="1349574" y="1401634"/>
                  </a:lnTo>
                  <a:lnTo>
                    <a:pt x="1349574" y="1401642"/>
                  </a:lnTo>
                  <a:lnTo>
                    <a:pt x="1349573" y="1401685"/>
                  </a:lnTo>
                  <a:lnTo>
                    <a:pt x="1349594" y="1401753"/>
                  </a:lnTo>
                  <a:lnTo>
                    <a:pt x="1349627" y="1401781"/>
                  </a:lnTo>
                  <a:lnTo>
                    <a:pt x="1349623" y="1401808"/>
                  </a:lnTo>
                  <a:lnTo>
                    <a:pt x="1349622" y="1401815"/>
                  </a:lnTo>
                  <a:lnTo>
                    <a:pt x="1349594" y="1401852"/>
                  </a:lnTo>
                  <a:lnTo>
                    <a:pt x="1349558" y="1401864"/>
                  </a:lnTo>
                  <a:lnTo>
                    <a:pt x="1349519" y="1401876"/>
                  </a:lnTo>
                  <a:lnTo>
                    <a:pt x="1349509" y="1401876"/>
                  </a:lnTo>
                  <a:lnTo>
                    <a:pt x="1349485" y="1401878"/>
                  </a:lnTo>
                  <a:lnTo>
                    <a:pt x="1349448" y="1401881"/>
                  </a:lnTo>
                  <a:lnTo>
                    <a:pt x="1349246" y="1401877"/>
                  </a:lnTo>
                  <a:lnTo>
                    <a:pt x="1349102" y="1401876"/>
                  </a:lnTo>
                  <a:lnTo>
                    <a:pt x="1348953" y="1401883"/>
                  </a:lnTo>
                  <a:lnTo>
                    <a:pt x="1348894" y="1401890"/>
                  </a:lnTo>
                  <a:lnTo>
                    <a:pt x="1348856" y="1401896"/>
                  </a:lnTo>
                  <a:lnTo>
                    <a:pt x="1348753" y="1401924"/>
                  </a:lnTo>
                  <a:lnTo>
                    <a:pt x="1348735" y="1401930"/>
                  </a:lnTo>
                  <a:lnTo>
                    <a:pt x="1348714" y="1401940"/>
                  </a:lnTo>
                  <a:lnTo>
                    <a:pt x="1348701" y="1401946"/>
                  </a:lnTo>
                  <a:lnTo>
                    <a:pt x="1348652" y="1401970"/>
                  </a:lnTo>
                  <a:lnTo>
                    <a:pt x="1348596" y="1401998"/>
                  </a:lnTo>
                  <a:lnTo>
                    <a:pt x="1348584" y="1402007"/>
                  </a:lnTo>
                  <a:lnTo>
                    <a:pt x="1348530" y="1402046"/>
                  </a:lnTo>
                  <a:lnTo>
                    <a:pt x="1348465" y="1402080"/>
                  </a:lnTo>
                  <a:lnTo>
                    <a:pt x="1348397" y="1402116"/>
                  </a:lnTo>
                  <a:lnTo>
                    <a:pt x="1348386" y="1402109"/>
                  </a:lnTo>
                  <a:lnTo>
                    <a:pt x="1348347" y="1402093"/>
                  </a:lnTo>
                  <a:lnTo>
                    <a:pt x="1348339" y="1402090"/>
                  </a:lnTo>
                  <a:lnTo>
                    <a:pt x="1348328" y="1402088"/>
                  </a:lnTo>
                  <a:lnTo>
                    <a:pt x="1348193" y="1402068"/>
                  </a:lnTo>
                  <a:lnTo>
                    <a:pt x="1348167" y="1402066"/>
                  </a:lnTo>
                  <a:lnTo>
                    <a:pt x="1347766" y="1402046"/>
                  </a:lnTo>
                  <a:lnTo>
                    <a:pt x="1347731" y="1402045"/>
                  </a:lnTo>
                  <a:lnTo>
                    <a:pt x="1347626" y="1402048"/>
                  </a:lnTo>
                  <a:lnTo>
                    <a:pt x="1347609" y="1402048"/>
                  </a:lnTo>
                  <a:lnTo>
                    <a:pt x="1347511" y="1402051"/>
                  </a:lnTo>
                  <a:lnTo>
                    <a:pt x="1347470" y="1402055"/>
                  </a:lnTo>
                  <a:lnTo>
                    <a:pt x="1347463" y="1402056"/>
                  </a:lnTo>
                  <a:lnTo>
                    <a:pt x="1347451" y="1402058"/>
                  </a:lnTo>
                  <a:lnTo>
                    <a:pt x="1347418" y="1402082"/>
                  </a:lnTo>
                  <a:lnTo>
                    <a:pt x="1347284" y="1402104"/>
                  </a:lnTo>
                  <a:lnTo>
                    <a:pt x="1347116" y="1402122"/>
                  </a:lnTo>
                  <a:lnTo>
                    <a:pt x="1347011" y="1402229"/>
                  </a:lnTo>
                  <a:lnTo>
                    <a:pt x="1346896" y="1402237"/>
                  </a:lnTo>
                  <a:lnTo>
                    <a:pt x="1346837" y="1402244"/>
                  </a:lnTo>
                  <a:lnTo>
                    <a:pt x="1346793" y="1402282"/>
                  </a:lnTo>
                  <a:lnTo>
                    <a:pt x="1346777" y="1402329"/>
                  </a:lnTo>
                  <a:lnTo>
                    <a:pt x="1346779" y="1402680"/>
                  </a:lnTo>
                  <a:lnTo>
                    <a:pt x="1346775" y="1402710"/>
                  </a:lnTo>
                  <a:lnTo>
                    <a:pt x="1346757" y="1402722"/>
                  </a:lnTo>
                  <a:lnTo>
                    <a:pt x="1345704" y="1402722"/>
                  </a:lnTo>
                  <a:lnTo>
                    <a:pt x="1345691" y="1402715"/>
                  </a:lnTo>
                  <a:lnTo>
                    <a:pt x="1345675" y="1402697"/>
                  </a:lnTo>
                  <a:lnTo>
                    <a:pt x="1345614" y="1402297"/>
                  </a:lnTo>
                  <a:lnTo>
                    <a:pt x="1345616" y="1402047"/>
                  </a:lnTo>
                  <a:lnTo>
                    <a:pt x="1345918" y="1401199"/>
                  </a:lnTo>
                  <a:lnTo>
                    <a:pt x="1345929" y="1401186"/>
                  </a:lnTo>
                  <a:lnTo>
                    <a:pt x="1346620" y="1401186"/>
                  </a:lnTo>
                  <a:lnTo>
                    <a:pt x="1346624" y="1401176"/>
                  </a:lnTo>
                  <a:lnTo>
                    <a:pt x="1346632" y="1401149"/>
                  </a:lnTo>
                  <a:lnTo>
                    <a:pt x="1346635" y="1401123"/>
                  </a:lnTo>
                  <a:lnTo>
                    <a:pt x="1346639" y="1401114"/>
                  </a:lnTo>
                  <a:lnTo>
                    <a:pt x="1346644" y="1401110"/>
                  </a:lnTo>
                  <a:lnTo>
                    <a:pt x="1346659" y="1401097"/>
                  </a:lnTo>
                  <a:lnTo>
                    <a:pt x="1346673" y="1401082"/>
                  </a:lnTo>
                  <a:lnTo>
                    <a:pt x="1346677" y="1401073"/>
                  </a:lnTo>
                  <a:lnTo>
                    <a:pt x="1346679" y="1401013"/>
                  </a:lnTo>
                  <a:lnTo>
                    <a:pt x="1346679" y="1400993"/>
                  </a:lnTo>
                  <a:lnTo>
                    <a:pt x="1346672" y="1400953"/>
                  </a:lnTo>
                  <a:lnTo>
                    <a:pt x="1346669" y="1400948"/>
                  </a:lnTo>
                  <a:lnTo>
                    <a:pt x="1346650" y="1400884"/>
                  </a:lnTo>
                  <a:lnTo>
                    <a:pt x="1346630" y="1400839"/>
                  </a:lnTo>
                  <a:lnTo>
                    <a:pt x="1346554" y="1400703"/>
                  </a:lnTo>
                  <a:lnTo>
                    <a:pt x="1346481" y="1400587"/>
                  </a:lnTo>
                  <a:lnTo>
                    <a:pt x="1346459" y="1400560"/>
                  </a:lnTo>
                  <a:lnTo>
                    <a:pt x="1346199" y="1400376"/>
                  </a:lnTo>
                  <a:lnTo>
                    <a:pt x="1346311" y="1400205"/>
                  </a:lnTo>
                  <a:lnTo>
                    <a:pt x="1346369" y="1400176"/>
                  </a:lnTo>
                  <a:lnTo>
                    <a:pt x="1346470" y="1400166"/>
                  </a:lnTo>
                  <a:lnTo>
                    <a:pt x="1346573" y="1400181"/>
                  </a:lnTo>
                  <a:lnTo>
                    <a:pt x="1346590" y="1400184"/>
                  </a:lnTo>
                  <a:lnTo>
                    <a:pt x="1346597" y="1400185"/>
                  </a:lnTo>
                  <a:lnTo>
                    <a:pt x="1346664" y="1400198"/>
                  </a:lnTo>
                  <a:lnTo>
                    <a:pt x="1346740" y="1400210"/>
                  </a:lnTo>
                  <a:lnTo>
                    <a:pt x="1346786" y="1400206"/>
                  </a:lnTo>
                  <a:lnTo>
                    <a:pt x="1346816" y="1400191"/>
                  </a:lnTo>
                  <a:lnTo>
                    <a:pt x="1346839" y="1400167"/>
                  </a:lnTo>
                  <a:lnTo>
                    <a:pt x="1346842" y="1400152"/>
                  </a:lnTo>
                  <a:lnTo>
                    <a:pt x="1346882" y="1400115"/>
                  </a:lnTo>
                  <a:lnTo>
                    <a:pt x="1346898" y="1400100"/>
                  </a:lnTo>
                  <a:lnTo>
                    <a:pt x="1346921" y="1400088"/>
                  </a:lnTo>
                  <a:lnTo>
                    <a:pt x="1347106" y="1399997"/>
                  </a:lnTo>
                  <a:lnTo>
                    <a:pt x="1347149" y="1400005"/>
                  </a:lnTo>
                  <a:lnTo>
                    <a:pt x="1347210" y="1400016"/>
                  </a:lnTo>
                  <a:lnTo>
                    <a:pt x="1347315" y="1400030"/>
                  </a:lnTo>
                  <a:lnTo>
                    <a:pt x="1347470" y="1400065"/>
                  </a:lnTo>
                  <a:lnTo>
                    <a:pt x="1347649" y="1400119"/>
                  </a:lnTo>
                  <a:lnTo>
                    <a:pt x="1347771" y="1400167"/>
                  </a:lnTo>
                  <a:lnTo>
                    <a:pt x="1347788" y="1400169"/>
                  </a:lnTo>
                  <a:lnTo>
                    <a:pt x="1347853" y="1400178"/>
                  </a:lnTo>
                  <a:lnTo>
                    <a:pt x="1347900" y="1400190"/>
                  </a:lnTo>
                  <a:lnTo>
                    <a:pt x="1347921" y="1400154"/>
                  </a:lnTo>
                  <a:lnTo>
                    <a:pt x="1347940" y="1400092"/>
                  </a:lnTo>
                  <a:lnTo>
                    <a:pt x="1347911" y="1400021"/>
                  </a:lnTo>
                  <a:lnTo>
                    <a:pt x="1347912" y="1400005"/>
                  </a:lnTo>
                  <a:lnTo>
                    <a:pt x="1347915" y="1399960"/>
                  </a:lnTo>
                  <a:lnTo>
                    <a:pt x="1347904" y="1399875"/>
                  </a:lnTo>
                  <a:lnTo>
                    <a:pt x="1347945" y="1399792"/>
                  </a:lnTo>
                  <a:lnTo>
                    <a:pt x="1348035" y="1399715"/>
                  </a:lnTo>
                  <a:lnTo>
                    <a:pt x="1348087" y="1399717"/>
                  </a:lnTo>
                  <a:lnTo>
                    <a:pt x="1348113" y="1399709"/>
                  </a:lnTo>
                  <a:lnTo>
                    <a:pt x="1348153" y="1399686"/>
                  </a:lnTo>
                  <a:lnTo>
                    <a:pt x="1348192" y="1399663"/>
                  </a:lnTo>
                  <a:lnTo>
                    <a:pt x="1348240" y="1399588"/>
                  </a:lnTo>
                  <a:lnTo>
                    <a:pt x="1348320" y="1399483"/>
                  </a:lnTo>
                  <a:lnTo>
                    <a:pt x="1348346" y="1399448"/>
                  </a:lnTo>
                  <a:lnTo>
                    <a:pt x="1348376" y="1399391"/>
                  </a:lnTo>
                  <a:lnTo>
                    <a:pt x="1348388" y="1399357"/>
                  </a:lnTo>
                  <a:lnTo>
                    <a:pt x="1348383" y="1399321"/>
                  </a:lnTo>
                  <a:lnTo>
                    <a:pt x="1348365" y="1399305"/>
                  </a:lnTo>
                  <a:lnTo>
                    <a:pt x="1348287" y="1399348"/>
                  </a:lnTo>
                  <a:lnTo>
                    <a:pt x="1348207" y="1399421"/>
                  </a:lnTo>
                  <a:lnTo>
                    <a:pt x="1348172" y="1399465"/>
                  </a:lnTo>
                  <a:lnTo>
                    <a:pt x="1348100" y="1399490"/>
                  </a:lnTo>
                  <a:lnTo>
                    <a:pt x="1348064" y="1399500"/>
                  </a:lnTo>
                  <a:lnTo>
                    <a:pt x="1348048" y="1399507"/>
                  </a:lnTo>
                  <a:lnTo>
                    <a:pt x="1347984" y="1399538"/>
                  </a:lnTo>
                  <a:lnTo>
                    <a:pt x="1347946" y="1399530"/>
                  </a:lnTo>
                  <a:lnTo>
                    <a:pt x="1347920" y="1399524"/>
                  </a:lnTo>
                  <a:lnTo>
                    <a:pt x="1347899" y="1399524"/>
                  </a:lnTo>
                  <a:lnTo>
                    <a:pt x="1347854" y="1399522"/>
                  </a:lnTo>
                  <a:lnTo>
                    <a:pt x="1347760" y="1399541"/>
                  </a:lnTo>
                  <a:lnTo>
                    <a:pt x="1347752" y="1399557"/>
                  </a:lnTo>
                  <a:lnTo>
                    <a:pt x="1347711" y="1399606"/>
                  </a:lnTo>
                  <a:lnTo>
                    <a:pt x="1347694" y="1399662"/>
                  </a:lnTo>
                  <a:lnTo>
                    <a:pt x="1347686" y="1399710"/>
                  </a:lnTo>
                  <a:lnTo>
                    <a:pt x="1347675" y="1399739"/>
                  </a:lnTo>
                  <a:lnTo>
                    <a:pt x="1347639" y="1399750"/>
                  </a:lnTo>
                  <a:lnTo>
                    <a:pt x="1347582" y="1399765"/>
                  </a:lnTo>
                  <a:lnTo>
                    <a:pt x="1347562" y="1399770"/>
                  </a:lnTo>
                  <a:lnTo>
                    <a:pt x="1347436" y="1399704"/>
                  </a:lnTo>
                  <a:lnTo>
                    <a:pt x="1347406" y="1399683"/>
                  </a:lnTo>
                  <a:lnTo>
                    <a:pt x="1347392" y="1399634"/>
                  </a:lnTo>
                  <a:lnTo>
                    <a:pt x="1347388" y="1399606"/>
                  </a:lnTo>
                  <a:lnTo>
                    <a:pt x="1347403" y="1399575"/>
                  </a:lnTo>
                  <a:lnTo>
                    <a:pt x="1347415" y="1399551"/>
                  </a:lnTo>
                  <a:lnTo>
                    <a:pt x="1347434" y="1399508"/>
                  </a:lnTo>
                  <a:lnTo>
                    <a:pt x="1347358" y="1399465"/>
                  </a:lnTo>
                  <a:lnTo>
                    <a:pt x="1347297" y="1399431"/>
                  </a:lnTo>
                  <a:lnTo>
                    <a:pt x="1347213" y="1399391"/>
                  </a:lnTo>
                  <a:lnTo>
                    <a:pt x="1347212" y="1399381"/>
                  </a:lnTo>
                  <a:lnTo>
                    <a:pt x="1347207" y="1399380"/>
                  </a:lnTo>
                  <a:lnTo>
                    <a:pt x="1347184" y="1399380"/>
                  </a:lnTo>
                  <a:lnTo>
                    <a:pt x="1347163" y="1399381"/>
                  </a:lnTo>
                  <a:lnTo>
                    <a:pt x="1347141" y="1399354"/>
                  </a:lnTo>
                  <a:lnTo>
                    <a:pt x="1347144" y="1399325"/>
                  </a:lnTo>
                  <a:lnTo>
                    <a:pt x="1347167" y="1399293"/>
                  </a:lnTo>
                  <a:lnTo>
                    <a:pt x="1347216" y="1399226"/>
                  </a:lnTo>
                  <a:lnTo>
                    <a:pt x="1347312" y="1399139"/>
                  </a:lnTo>
                  <a:lnTo>
                    <a:pt x="1347377" y="1399085"/>
                  </a:lnTo>
                  <a:lnTo>
                    <a:pt x="1347467" y="1399057"/>
                  </a:lnTo>
                  <a:lnTo>
                    <a:pt x="1347537" y="1399045"/>
                  </a:lnTo>
                  <a:lnTo>
                    <a:pt x="1347553" y="1399042"/>
                  </a:lnTo>
                  <a:lnTo>
                    <a:pt x="1347550" y="1399003"/>
                  </a:lnTo>
                  <a:lnTo>
                    <a:pt x="1347555" y="1398957"/>
                  </a:lnTo>
                  <a:lnTo>
                    <a:pt x="1347515" y="1398921"/>
                  </a:lnTo>
                  <a:lnTo>
                    <a:pt x="1347478" y="1398871"/>
                  </a:lnTo>
                  <a:lnTo>
                    <a:pt x="1347448" y="1398837"/>
                  </a:lnTo>
                  <a:lnTo>
                    <a:pt x="1347412" y="1398730"/>
                  </a:lnTo>
                  <a:lnTo>
                    <a:pt x="1347381" y="1398657"/>
                  </a:lnTo>
                  <a:lnTo>
                    <a:pt x="1347365" y="1398621"/>
                  </a:lnTo>
                  <a:lnTo>
                    <a:pt x="1347364" y="1398591"/>
                  </a:lnTo>
                  <a:lnTo>
                    <a:pt x="1347361" y="1398545"/>
                  </a:lnTo>
                  <a:lnTo>
                    <a:pt x="1347366" y="1398534"/>
                  </a:lnTo>
                  <a:lnTo>
                    <a:pt x="1347387" y="1398483"/>
                  </a:lnTo>
                  <a:lnTo>
                    <a:pt x="1347400" y="1398462"/>
                  </a:lnTo>
                  <a:lnTo>
                    <a:pt x="1347417" y="1398474"/>
                  </a:lnTo>
                  <a:lnTo>
                    <a:pt x="1347449" y="1398496"/>
                  </a:lnTo>
                  <a:lnTo>
                    <a:pt x="1347508" y="1398530"/>
                  </a:lnTo>
                  <a:lnTo>
                    <a:pt x="1347578" y="1398574"/>
                  </a:lnTo>
                  <a:lnTo>
                    <a:pt x="1347617" y="1398599"/>
                  </a:lnTo>
                  <a:lnTo>
                    <a:pt x="1347620" y="1398604"/>
                  </a:lnTo>
                  <a:lnTo>
                    <a:pt x="1347644" y="1398610"/>
                  </a:lnTo>
                  <a:lnTo>
                    <a:pt x="1347687" y="1398619"/>
                  </a:lnTo>
                  <a:lnTo>
                    <a:pt x="1347696" y="1398620"/>
                  </a:lnTo>
                  <a:lnTo>
                    <a:pt x="1347710" y="1398599"/>
                  </a:lnTo>
                  <a:lnTo>
                    <a:pt x="1347732" y="1398565"/>
                  </a:lnTo>
                  <a:lnTo>
                    <a:pt x="1347740" y="1398537"/>
                  </a:lnTo>
                  <a:lnTo>
                    <a:pt x="1347745" y="1398528"/>
                  </a:lnTo>
                  <a:lnTo>
                    <a:pt x="1347754" y="1398514"/>
                  </a:lnTo>
                  <a:lnTo>
                    <a:pt x="1347742" y="1398488"/>
                  </a:lnTo>
                  <a:lnTo>
                    <a:pt x="1347739" y="1398480"/>
                  </a:lnTo>
                  <a:lnTo>
                    <a:pt x="1347736" y="1398476"/>
                  </a:lnTo>
                  <a:lnTo>
                    <a:pt x="1347720" y="1398451"/>
                  </a:lnTo>
                  <a:lnTo>
                    <a:pt x="1347721" y="1398421"/>
                  </a:lnTo>
                  <a:lnTo>
                    <a:pt x="1347757" y="1398394"/>
                  </a:lnTo>
                  <a:lnTo>
                    <a:pt x="1347833" y="1398336"/>
                  </a:lnTo>
                  <a:lnTo>
                    <a:pt x="1347912" y="1398273"/>
                  </a:lnTo>
                  <a:lnTo>
                    <a:pt x="1347979" y="1398225"/>
                  </a:lnTo>
                  <a:lnTo>
                    <a:pt x="1347985" y="1398160"/>
                  </a:lnTo>
                  <a:lnTo>
                    <a:pt x="1348000" y="1398096"/>
                  </a:lnTo>
                  <a:lnTo>
                    <a:pt x="1348008" y="1398059"/>
                  </a:lnTo>
                  <a:lnTo>
                    <a:pt x="1348066" y="1397972"/>
                  </a:lnTo>
                  <a:lnTo>
                    <a:pt x="1348073" y="1397962"/>
                  </a:lnTo>
                  <a:lnTo>
                    <a:pt x="1348077" y="1397955"/>
                  </a:lnTo>
                  <a:lnTo>
                    <a:pt x="1348195" y="1397821"/>
                  </a:lnTo>
                  <a:lnTo>
                    <a:pt x="1348274" y="1397732"/>
                  </a:lnTo>
                  <a:lnTo>
                    <a:pt x="1348390" y="1397674"/>
                  </a:lnTo>
                  <a:lnTo>
                    <a:pt x="1348415" y="1397659"/>
                  </a:lnTo>
                  <a:lnTo>
                    <a:pt x="1348478" y="1397620"/>
                  </a:lnTo>
                  <a:lnTo>
                    <a:pt x="1348534" y="1397627"/>
                  </a:lnTo>
                  <a:lnTo>
                    <a:pt x="1348653" y="1397614"/>
                  </a:lnTo>
                  <a:lnTo>
                    <a:pt x="1348715" y="1397614"/>
                  </a:lnTo>
                  <a:lnTo>
                    <a:pt x="1348823" y="1397618"/>
                  </a:lnTo>
                  <a:lnTo>
                    <a:pt x="1348833" y="1397568"/>
                  </a:lnTo>
                  <a:lnTo>
                    <a:pt x="1348833" y="1397515"/>
                  </a:lnTo>
                  <a:lnTo>
                    <a:pt x="1348830" y="1397436"/>
                  </a:lnTo>
                  <a:lnTo>
                    <a:pt x="1348861" y="1397370"/>
                  </a:lnTo>
                  <a:lnTo>
                    <a:pt x="1348885" y="1397351"/>
                  </a:lnTo>
                  <a:lnTo>
                    <a:pt x="1348901" y="1397339"/>
                  </a:lnTo>
                  <a:lnTo>
                    <a:pt x="1348997" y="1397255"/>
                  </a:lnTo>
                  <a:lnTo>
                    <a:pt x="1349088" y="1397192"/>
                  </a:lnTo>
                  <a:lnTo>
                    <a:pt x="1349165" y="1397136"/>
                  </a:lnTo>
                  <a:lnTo>
                    <a:pt x="1349197" y="1397149"/>
                  </a:lnTo>
                  <a:lnTo>
                    <a:pt x="1349203" y="1397154"/>
                  </a:lnTo>
                  <a:lnTo>
                    <a:pt x="1349227" y="1397184"/>
                  </a:lnTo>
                  <a:lnTo>
                    <a:pt x="1349259" y="1397201"/>
                  </a:lnTo>
                  <a:lnTo>
                    <a:pt x="1349275" y="1397204"/>
                  </a:lnTo>
                  <a:lnTo>
                    <a:pt x="1349307" y="1397209"/>
                  </a:lnTo>
                  <a:lnTo>
                    <a:pt x="1349368" y="1397185"/>
                  </a:lnTo>
                  <a:lnTo>
                    <a:pt x="1349411" y="1397172"/>
                  </a:lnTo>
                  <a:lnTo>
                    <a:pt x="1349427" y="1397152"/>
                  </a:lnTo>
                  <a:lnTo>
                    <a:pt x="1349411" y="1397139"/>
                  </a:lnTo>
                  <a:lnTo>
                    <a:pt x="1349355" y="1397101"/>
                  </a:lnTo>
                  <a:lnTo>
                    <a:pt x="1349280" y="1397063"/>
                  </a:lnTo>
                  <a:lnTo>
                    <a:pt x="1349225" y="1397035"/>
                  </a:lnTo>
                  <a:lnTo>
                    <a:pt x="1349201" y="1397017"/>
                  </a:lnTo>
                  <a:lnTo>
                    <a:pt x="1349149" y="1397020"/>
                  </a:lnTo>
                  <a:lnTo>
                    <a:pt x="1349142" y="1397020"/>
                  </a:lnTo>
                  <a:lnTo>
                    <a:pt x="1349038" y="1397026"/>
                  </a:lnTo>
                  <a:lnTo>
                    <a:pt x="1349017" y="1397024"/>
                  </a:lnTo>
                  <a:lnTo>
                    <a:pt x="1348982" y="1397020"/>
                  </a:lnTo>
                  <a:lnTo>
                    <a:pt x="1348949" y="1397029"/>
                  </a:lnTo>
                  <a:lnTo>
                    <a:pt x="1348922" y="1397033"/>
                  </a:lnTo>
                  <a:lnTo>
                    <a:pt x="1348829" y="1397044"/>
                  </a:lnTo>
                  <a:lnTo>
                    <a:pt x="1348796" y="1397052"/>
                  </a:lnTo>
                  <a:lnTo>
                    <a:pt x="1348791" y="1397053"/>
                  </a:lnTo>
                  <a:lnTo>
                    <a:pt x="1348719" y="1397065"/>
                  </a:lnTo>
                  <a:lnTo>
                    <a:pt x="1348639" y="1397075"/>
                  </a:lnTo>
                  <a:lnTo>
                    <a:pt x="1348577" y="1397113"/>
                  </a:lnTo>
                  <a:lnTo>
                    <a:pt x="1348559" y="1397139"/>
                  </a:lnTo>
                  <a:lnTo>
                    <a:pt x="1348551" y="1397154"/>
                  </a:lnTo>
                  <a:lnTo>
                    <a:pt x="1348537" y="1397180"/>
                  </a:lnTo>
                  <a:lnTo>
                    <a:pt x="1348460" y="1397214"/>
                  </a:lnTo>
                  <a:lnTo>
                    <a:pt x="1348393" y="1397248"/>
                  </a:lnTo>
                  <a:lnTo>
                    <a:pt x="1348347" y="1397273"/>
                  </a:lnTo>
                  <a:lnTo>
                    <a:pt x="1348234" y="1397299"/>
                  </a:lnTo>
                  <a:lnTo>
                    <a:pt x="1348145" y="1397333"/>
                  </a:lnTo>
                  <a:lnTo>
                    <a:pt x="1348080" y="1397376"/>
                  </a:lnTo>
                  <a:lnTo>
                    <a:pt x="1347980" y="1397444"/>
                  </a:lnTo>
                  <a:lnTo>
                    <a:pt x="1347883" y="1397542"/>
                  </a:lnTo>
                  <a:lnTo>
                    <a:pt x="1347833" y="1397594"/>
                  </a:lnTo>
                  <a:lnTo>
                    <a:pt x="1347803" y="1397618"/>
                  </a:lnTo>
                  <a:lnTo>
                    <a:pt x="1347751" y="1397659"/>
                  </a:lnTo>
                  <a:lnTo>
                    <a:pt x="1347720" y="1397672"/>
                  </a:lnTo>
                  <a:lnTo>
                    <a:pt x="1347694" y="1397661"/>
                  </a:lnTo>
                  <a:lnTo>
                    <a:pt x="1347677" y="1397633"/>
                  </a:lnTo>
                  <a:lnTo>
                    <a:pt x="1347693" y="1397613"/>
                  </a:lnTo>
                  <a:lnTo>
                    <a:pt x="1347733" y="1397573"/>
                  </a:lnTo>
                  <a:lnTo>
                    <a:pt x="1347731" y="1397548"/>
                  </a:lnTo>
                  <a:lnTo>
                    <a:pt x="1347725" y="1397494"/>
                  </a:lnTo>
                  <a:lnTo>
                    <a:pt x="1347722" y="1397490"/>
                  </a:lnTo>
                  <a:lnTo>
                    <a:pt x="1347709" y="1397474"/>
                  </a:lnTo>
                  <a:lnTo>
                    <a:pt x="1347698" y="1397463"/>
                  </a:lnTo>
                  <a:lnTo>
                    <a:pt x="1347636" y="1397484"/>
                  </a:lnTo>
                  <a:lnTo>
                    <a:pt x="1347591" y="1397522"/>
                  </a:lnTo>
                  <a:lnTo>
                    <a:pt x="1347535" y="1397588"/>
                  </a:lnTo>
                  <a:lnTo>
                    <a:pt x="1347507" y="1397616"/>
                  </a:lnTo>
                  <a:lnTo>
                    <a:pt x="1347508" y="1397649"/>
                  </a:lnTo>
                  <a:lnTo>
                    <a:pt x="1347504" y="1397692"/>
                  </a:lnTo>
                  <a:lnTo>
                    <a:pt x="1347465" y="1397720"/>
                  </a:lnTo>
                  <a:lnTo>
                    <a:pt x="1347418" y="1397753"/>
                  </a:lnTo>
                  <a:lnTo>
                    <a:pt x="1347295" y="1397827"/>
                  </a:lnTo>
                  <a:lnTo>
                    <a:pt x="1347207" y="1397883"/>
                  </a:lnTo>
                  <a:lnTo>
                    <a:pt x="1347169" y="1397901"/>
                  </a:lnTo>
                  <a:lnTo>
                    <a:pt x="1347145" y="1397901"/>
                  </a:lnTo>
                  <a:lnTo>
                    <a:pt x="1347138" y="1397873"/>
                  </a:lnTo>
                  <a:lnTo>
                    <a:pt x="1347146" y="1397831"/>
                  </a:lnTo>
                  <a:lnTo>
                    <a:pt x="1347156" y="1397788"/>
                  </a:lnTo>
                  <a:lnTo>
                    <a:pt x="1347172" y="1397757"/>
                  </a:lnTo>
                  <a:lnTo>
                    <a:pt x="1347256" y="1397651"/>
                  </a:lnTo>
                  <a:lnTo>
                    <a:pt x="1347352" y="1397535"/>
                  </a:lnTo>
                  <a:lnTo>
                    <a:pt x="1347391" y="1397490"/>
                  </a:lnTo>
                  <a:lnTo>
                    <a:pt x="1347396" y="1397485"/>
                  </a:lnTo>
                  <a:lnTo>
                    <a:pt x="1347407" y="1397434"/>
                  </a:lnTo>
                  <a:lnTo>
                    <a:pt x="1347412" y="1397413"/>
                  </a:lnTo>
                  <a:lnTo>
                    <a:pt x="1347436" y="1397264"/>
                  </a:lnTo>
                  <a:lnTo>
                    <a:pt x="1347474" y="1397141"/>
                  </a:lnTo>
                  <a:lnTo>
                    <a:pt x="1347479" y="1397125"/>
                  </a:lnTo>
                  <a:lnTo>
                    <a:pt x="1347489" y="1397073"/>
                  </a:lnTo>
                  <a:lnTo>
                    <a:pt x="1347492" y="1397058"/>
                  </a:lnTo>
                  <a:lnTo>
                    <a:pt x="1347491" y="1396996"/>
                  </a:lnTo>
                  <a:lnTo>
                    <a:pt x="1347563" y="1396898"/>
                  </a:lnTo>
                  <a:lnTo>
                    <a:pt x="1347583" y="1396870"/>
                  </a:lnTo>
                  <a:lnTo>
                    <a:pt x="1347647" y="1396782"/>
                  </a:lnTo>
                  <a:lnTo>
                    <a:pt x="1347651" y="1396777"/>
                  </a:lnTo>
                  <a:lnTo>
                    <a:pt x="1347681" y="1396750"/>
                  </a:lnTo>
                  <a:lnTo>
                    <a:pt x="1347735" y="1396739"/>
                  </a:lnTo>
                  <a:lnTo>
                    <a:pt x="1347763" y="1396765"/>
                  </a:lnTo>
                  <a:lnTo>
                    <a:pt x="1347771" y="1396772"/>
                  </a:lnTo>
                  <a:lnTo>
                    <a:pt x="1347774" y="1396780"/>
                  </a:lnTo>
                  <a:lnTo>
                    <a:pt x="1347782" y="1396812"/>
                  </a:lnTo>
                  <a:lnTo>
                    <a:pt x="1347783" y="1396816"/>
                  </a:lnTo>
                  <a:lnTo>
                    <a:pt x="1347775" y="1396868"/>
                  </a:lnTo>
                  <a:lnTo>
                    <a:pt x="1347804" y="1396898"/>
                  </a:lnTo>
                  <a:lnTo>
                    <a:pt x="1347825" y="1396906"/>
                  </a:lnTo>
                  <a:lnTo>
                    <a:pt x="1347836" y="1396910"/>
                  </a:lnTo>
                  <a:lnTo>
                    <a:pt x="1347841" y="1396906"/>
                  </a:lnTo>
                  <a:lnTo>
                    <a:pt x="1347855" y="1396895"/>
                  </a:lnTo>
                  <a:lnTo>
                    <a:pt x="1347871" y="1396883"/>
                  </a:lnTo>
                  <a:lnTo>
                    <a:pt x="1347888" y="1396844"/>
                  </a:lnTo>
                  <a:lnTo>
                    <a:pt x="1347928" y="1396749"/>
                  </a:lnTo>
                  <a:lnTo>
                    <a:pt x="1347973" y="1396641"/>
                  </a:lnTo>
                  <a:lnTo>
                    <a:pt x="1347993" y="1396608"/>
                  </a:lnTo>
                  <a:lnTo>
                    <a:pt x="1347998" y="1396598"/>
                  </a:lnTo>
                  <a:lnTo>
                    <a:pt x="1347965" y="1396574"/>
                  </a:lnTo>
                  <a:lnTo>
                    <a:pt x="1347908" y="1396551"/>
                  </a:lnTo>
                  <a:lnTo>
                    <a:pt x="1347884" y="1396551"/>
                  </a:lnTo>
                  <a:lnTo>
                    <a:pt x="1347837" y="1396563"/>
                  </a:lnTo>
                  <a:lnTo>
                    <a:pt x="1347826" y="1396551"/>
                  </a:lnTo>
                  <a:lnTo>
                    <a:pt x="1347824" y="1396536"/>
                  </a:lnTo>
                  <a:lnTo>
                    <a:pt x="1347871" y="1396292"/>
                  </a:lnTo>
                  <a:lnTo>
                    <a:pt x="1347878" y="1396284"/>
                  </a:lnTo>
                  <a:lnTo>
                    <a:pt x="1347897" y="1396277"/>
                  </a:lnTo>
                  <a:lnTo>
                    <a:pt x="1347913" y="1396271"/>
                  </a:lnTo>
                  <a:lnTo>
                    <a:pt x="1347957" y="1396260"/>
                  </a:lnTo>
                  <a:lnTo>
                    <a:pt x="1347984" y="1396262"/>
                  </a:lnTo>
                  <a:lnTo>
                    <a:pt x="1348018" y="1396280"/>
                  </a:lnTo>
                  <a:lnTo>
                    <a:pt x="1348030" y="1396276"/>
                  </a:lnTo>
                  <a:lnTo>
                    <a:pt x="1348079" y="1396220"/>
                  </a:lnTo>
                  <a:lnTo>
                    <a:pt x="1348148" y="1396123"/>
                  </a:lnTo>
                  <a:lnTo>
                    <a:pt x="1348166" y="1396100"/>
                  </a:lnTo>
                  <a:lnTo>
                    <a:pt x="1348164" y="1396093"/>
                  </a:lnTo>
                  <a:lnTo>
                    <a:pt x="1348159" y="1396073"/>
                  </a:lnTo>
                  <a:lnTo>
                    <a:pt x="1348145" y="1396052"/>
                  </a:lnTo>
                  <a:lnTo>
                    <a:pt x="1348111" y="1396051"/>
                  </a:lnTo>
                  <a:lnTo>
                    <a:pt x="1348070" y="1396034"/>
                  </a:lnTo>
                  <a:lnTo>
                    <a:pt x="1348054" y="1396042"/>
                  </a:lnTo>
                  <a:lnTo>
                    <a:pt x="1348045" y="1396049"/>
                  </a:lnTo>
                  <a:lnTo>
                    <a:pt x="1348046" y="1396078"/>
                  </a:lnTo>
                  <a:lnTo>
                    <a:pt x="1348040" y="1396123"/>
                  </a:lnTo>
                  <a:lnTo>
                    <a:pt x="1348014" y="1396160"/>
                  </a:lnTo>
                  <a:lnTo>
                    <a:pt x="1347980" y="1396197"/>
                  </a:lnTo>
                  <a:lnTo>
                    <a:pt x="1347949" y="1396191"/>
                  </a:lnTo>
                  <a:lnTo>
                    <a:pt x="1347911" y="1396164"/>
                  </a:lnTo>
                  <a:lnTo>
                    <a:pt x="1347895" y="1396134"/>
                  </a:lnTo>
                  <a:lnTo>
                    <a:pt x="1347867" y="1396111"/>
                  </a:lnTo>
                  <a:lnTo>
                    <a:pt x="1347790" y="1396064"/>
                  </a:lnTo>
                  <a:lnTo>
                    <a:pt x="1347736" y="1396031"/>
                  </a:lnTo>
                  <a:lnTo>
                    <a:pt x="1347704" y="1396045"/>
                  </a:lnTo>
                  <a:lnTo>
                    <a:pt x="1347601" y="1396074"/>
                  </a:lnTo>
                  <a:lnTo>
                    <a:pt x="1347529" y="1396105"/>
                  </a:lnTo>
                  <a:lnTo>
                    <a:pt x="1347515" y="1396108"/>
                  </a:lnTo>
                  <a:lnTo>
                    <a:pt x="1347510" y="1396116"/>
                  </a:lnTo>
                  <a:lnTo>
                    <a:pt x="1347479" y="1396146"/>
                  </a:lnTo>
                  <a:lnTo>
                    <a:pt x="1347431" y="1396222"/>
                  </a:lnTo>
                  <a:lnTo>
                    <a:pt x="1347416" y="1396244"/>
                  </a:lnTo>
                  <a:lnTo>
                    <a:pt x="1347415" y="1396249"/>
                  </a:lnTo>
                  <a:lnTo>
                    <a:pt x="1347430" y="1396250"/>
                  </a:lnTo>
                  <a:lnTo>
                    <a:pt x="1347466" y="1396250"/>
                  </a:lnTo>
                  <a:lnTo>
                    <a:pt x="1347497" y="1396259"/>
                  </a:lnTo>
                  <a:lnTo>
                    <a:pt x="1347508" y="1396275"/>
                  </a:lnTo>
                  <a:lnTo>
                    <a:pt x="1347512" y="1396304"/>
                  </a:lnTo>
                  <a:lnTo>
                    <a:pt x="1347496" y="1396329"/>
                  </a:lnTo>
                  <a:lnTo>
                    <a:pt x="1347464" y="1396365"/>
                  </a:lnTo>
                  <a:lnTo>
                    <a:pt x="1347430" y="1396380"/>
                  </a:lnTo>
                  <a:lnTo>
                    <a:pt x="1347399" y="1396394"/>
                  </a:lnTo>
                  <a:lnTo>
                    <a:pt x="1347377" y="1396382"/>
                  </a:lnTo>
                  <a:lnTo>
                    <a:pt x="1347359" y="1396378"/>
                  </a:lnTo>
                  <a:lnTo>
                    <a:pt x="1347352" y="1396410"/>
                  </a:lnTo>
                  <a:lnTo>
                    <a:pt x="1347380" y="1396549"/>
                  </a:lnTo>
                  <a:lnTo>
                    <a:pt x="1347407" y="1396630"/>
                  </a:lnTo>
                  <a:lnTo>
                    <a:pt x="1347408" y="1396635"/>
                  </a:lnTo>
                  <a:lnTo>
                    <a:pt x="1347413" y="1396651"/>
                  </a:lnTo>
                  <a:lnTo>
                    <a:pt x="1347415" y="1396656"/>
                  </a:lnTo>
                  <a:lnTo>
                    <a:pt x="1347415" y="1396664"/>
                  </a:lnTo>
                  <a:lnTo>
                    <a:pt x="1347416" y="1396670"/>
                  </a:lnTo>
                  <a:lnTo>
                    <a:pt x="1347417" y="1396693"/>
                  </a:lnTo>
                  <a:lnTo>
                    <a:pt x="1347417" y="1396698"/>
                  </a:lnTo>
                  <a:lnTo>
                    <a:pt x="1347407" y="1396741"/>
                  </a:lnTo>
                  <a:lnTo>
                    <a:pt x="1347396" y="1396781"/>
                  </a:lnTo>
                  <a:lnTo>
                    <a:pt x="1347363" y="1396852"/>
                  </a:lnTo>
                  <a:lnTo>
                    <a:pt x="1347357" y="1396863"/>
                  </a:lnTo>
                  <a:lnTo>
                    <a:pt x="1347353" y="1396866"/>
                  </a:lnTo>
                  <a:lnTo>
                    <a:pt x="1347308" y="1396896"/>
                  </a:lnTo>
                  <a:lnTo>
                    <a:pt x="1347115" y="1397023"/>
                  </a:lnTo>
                  <a:lnTo>
                    <a:pt x="1346930" y="1397098"/>
                  </a:lnTo>
                  <a:lnTo>
                    <a:pt x="1346784" y="1397159"/>
                  </a:lnTo>
                  <a:lnTo>
                    <a:pt x="1346576" y="1397268"/>
                  </a:lnTo>
                  <a:lnTo>
                    <a:pt x="1346486" y="1397305"/>
                  </a:lnTo>
                  <a:lnTo>
                    <a:pt x="1346458" y="1397317"/>
                  </a:lnTo>
                  <a:lnTo>
                    <a:pt x="1346422" y="1397331"/>
                  </a:lnTo>
                  <a:lnTo>
                    <a:pt x="1346416" y="1397334"/>
                  </a:lnTo>
                  <a:lnTo>
                    <a:pt x="1346391" y="1397339"/>
                  </a:lnTo>
                  <a:lnTo>
                    <a:pt x="1346365" y="1397345"/>
                  </a:lnTo>
                  <a:lnTo>
                    <a:pt x="1346327" y="1397265"/>
                  </a:lnTo>
                  <a:lnTo>
                    <a:pt x="1346283" y="1397173"/>
                  </a:lnTo>
                  <a:lnTo>
                    <a:pt x="1346252" y="1397108"/>
                  </a:lnTo>
                  <a:lnTo>
                    <a:pt x="1346246" y="1397063"/>
                  </a:lnTo>
                  <a:lnTo>
                    <a:pt x="1346265" y="1397037"/>
                  </a:lnTo>
                  <a:lnTo>
                    <a:pt x="1346289" y="1396993"/>
                  </a:lnTo>
                  <a:lnTo>
                    <a:pt x="1346305" y="1396978"/>
                  </a:lnTo>
                  <a:lnTo>
                    <a:pt x="1346293" y="1396923"/>
                  </a:lnTo>
                  <a:lnTo>
                    <a:pt x="1346278" y="1396888"/>
                  </a:lnTo>
                  <a:lnTo>
                    <a:pt x="1346273" y="1396874"/>
                  </a:lnTo>
                  <a:lnTo>
                    <a:pt x="1346217" y="1396846"/>
                  </a:lnTo>
                  <a:lnTo>
                    <a:pt x="1346064" y="1396798"/>
                  </a:lnTo>
                  <a:lnTo>
                    <a:pt x="1346055" y="1396799"/>
                  </a:lnTo>
                  <a:lnTo>
                    <a:pt x="1346051" y="1396801"/>
                  </a:lnTo>
                  <a:lnTo>
                    <a:pt x="1346050" y="1396819"/>
                  </a:lnTo>
                  <a:lnTo>
                    <a:pt x="1346060" y="1396875"/>
                  </a:lnTo>
                  <a:lnTo>
                    <a:pt x="1346072" y="1396927"/>
                  </a:lnTo>
                  <a:lnTo>
                    <a:pt x="1346082" y="1396958"/>
                  </a:lnTo>
                  <a:lnTo>
                    <a:pt x="1346079" y="1396978"/>
                  </a:lnTo>
                  <a:lnTo>
                    <a:pt x="1346067" y="1396989"/>
                  </a:lnTo>
                  <a:lnTo>
                    <a:pt x="1346043" y="1396989"/>
                  </a:lnTo>
                  <a:lnTo>
                    <a:pt x="1345986" y="1396975"/>
                  </a:lnTo>
                  <a:lnTo>
                    <a:pt x="1345936" y="1396966"/>
                  </a:lnTo>
                  <a:lnTo>
                    <a:pt x="1345900" y="1396932"/>
                  </a:lnTo>
                  <a:lnTo>
                    <a:pt x="1345868" y="1396945"/>
                  </a:lnTo>
                  <a:lnTo>
                    <a:pt x="1345825" y="1396948"/>
                  </a:lnTo>
                  <a:lnTo>
                    <a:pt x="1345782" y="1396944"/>
                  </a:lnTo>
                  <a:lnTo>
                    <a:pt x="1345719" y="1396928"/>
                  </a:lnTo>
                  <a:lnTo>
                    <a:pt x="1345687" y="1396903"/>
                  </a:lnTo>
                  <a:lnTo>
                    <a:pt x="1345583" y="1396740"/>
                  </a:lnTo>
                  <a:lnTo>
                    <a:pt x="1345559" y="1396625"/>
                  </a:lnTo>
                  <a:lnTo>
                    <a:pt x="1345542" y="1396545"/>
                  </a:lnTo>
                  <a:lnTo>
                    <a:pt x="1345547" y="1396483"/>
                  </a:lnTo>
                  <a:lnTo>
                    <a:pt x="1345550" y="1396447"/>
                  </a:lnTo>
                  <a:lnTo>
                    <a:pt x="1345563" y="1396302"/>
                  </a:lnTo>
                  <a:lnTo>
                    <a:pt x="1345566" y="1396252"/>
                  </a:lnTo>
                  <a:lnTo>
                    <a:pt x="1345566" y="1396201"/>
                  </a:lnTo>
                  <a:lnTo>
                    <a:pt x="1345543" y="1396195"/>
                  </a:lnTo>
                  <a:lnTo>
                    <a:pt x="1345519" y="1396220"/>
                  </a:lnTo>
                  <a:lnTo>
                    <a:pt x="1345473" y="1396280"/>
                  </a:lnTo>
                  <a:lnTo>
                    <a:pt x="1345410" y="1396345"/>
                  </a:lnTo>
                  <a:lnTo>
                    <a:pt x="1345369" y="1396378"/>
                  </a:lnTo>
                  <a:lnTo>
                    <a:pt x="1345356" y="1396390"/>
                  </a:lnTo>
                  <a:lnTo>
                    <a:pt x="1345277" y="1396461"/>
                  </a:lnTo>
                  <a:lnTo>
                    <a:pt x="1345142" y="1396539"/>
                  </a:lnTo>
                  <a:lnTo>
                    <a:pt x="1345058" y="1396623"/>
                  </a:lnTo>
                  <a:lnTo>
                    <a:pt x="1345040" y="1396627"/>
                  </a:lnTo>
                  <a:lnTo>
                    <a:pt x="1345034" y="1396625"/>
                  </a:lnTo>
                  <a:lnTo>
                    <a:pt x="1344977" y="1396597"/>
                  </a:lnTo>
                  <a:lnTo>
                    <a:pt x="1344961" y="1396574"/>
                  </a:lnTo>
                  <a:lnTo>
                    <a:pt x="1344953" y="1396518"/>
                  </a:lnTo>
                  <a:lnTo>
                    <a:pt x="1344961" y="1396471"/>
                  </a:lnTo>
                  <a:lnTo>
                    <a:pt x="1344962" y="1396457"/>
                  </a:lnTo>
                  <a:lnTo>
                    <a:pt x="1344950" y="1396419"/>
                  </a:lnTo>
                  <a:lnTo>
                    <a:pt x="1344945" y="1396416"/>
                  </a:lnTo>
                  <a:lnTo>
                    <a:pt x="1344924" y="1396406"/>
                  </a:lnTo>
                  <a:lnTo>
                    <a:pt x="1344915" y="1396407"/>
                  </a:lnTo>
                  <a:lnTo>
                    <a:pt x="1344888" y="1396408"/>
                  </a:lnTo>
                  <a:lnTo>
                    <a:pt x="1344826" y="1396412"/>
                  </a:lnTo>
                  <a:lnTo>
                    <a:pt x="1344731" y="1396424"/>
                  </a:lnTo>
                  <a:lnTo>
                    <a:pt x="1344724" y="1396425"/>
                  </a:lnTo>
                  <a:lnTo>
                    <a:pt x="1344714" y="1396421"/>
                  </a:lnTo>
                  <a:lnTo>
                    <a:pt x="1344667" y="1396403"/>
                  </a:lnTo>
                  <a:lnTo>
                    <a:pt x="1344545" y="1396347"/>
                  </a:lnTo>
                  <a:lnTo>
                    <a:pt x="1344518" y="1396334"/>
                  </a:lnTo>
                  <a:lnTo>
                    <a:pt x="1344459" y="1396305"/>
                  </a:lnTo>
                  <a:lnTo>
                    <a:pt x="1344358" y="1396256"/>
                  </a:lnTo>
                  <a:lnTo>
                    <a:pt x="1344306" y="1396224"/>
                  </a:lnTo>
                  <a:lnTo>
                    <a:pt x="1344210" y="1396125"/>
                  </a:lnTo>
                  <a:lnTo>
                    <a:pt x="1344171" y="1396065"/>
                  </a:lnTo>
                  <a:lnTo>
                    <a:pt x="1344168" y="1396055"/>
                  </a:lnTo>
                  <a:lnTo>
                    <a:pt x="1344169" y="1396028"/>
                  </a:lnTo>
                  <a:lnTo>
                    <a:pt x="1344246" y="1395969"/>
                  </a:lnTo>
                  <a:lnTo>
                    <a:pt x="1344339" y="1395874"/>
                  </a:lnTo>
                  <a:lnTo>
                    <a:pt x="1344379" y="1395833"/>
                  </a:lnTo>
                  <a:lnTo>
                    <a:pt x="1344413" y="1395798"/>
                  </a:lnTo>
                  <a:lnTo>
                    <a:pt x="1344459" y="1395724"/>
                  </a:lnTo>
                  <a:lnTo>
                    <a:pt x="1344479" y="1395687"/>
                  </a:lnTo>
                  <a:lnTo>
                    <a:pt x="1344468" y="1395666"/>
                  </a:lnTo>
                  <a:lnTo>
                    <a:pt x="1344457" y="1395644"/>
                  </a:lnTo>
                  <a:lnTo>
                    <a:pt x="1344405" y="1395476"/>
                  </a:lnTo>
                  <a:lnTo>
                    <a:pt x="1344396" y="1395439"/>
                  </a:lnTo>
                  <a:lnTo>
                    <a:pt x="1344383" y="1395387"/>
                  </a:lnTo>
                  <a:lnTo>
                    <a:pt x="1344318" y="1395127"/>
                  </a:lnTo>
                  <a:lnTo>
                    <a:pt x="1344242" y="1395126"/>
                  </a:lnTo>
                  <a:lnTo>
                    <a:pt x="1344237" y="1395127"/>
                  </a:lnTo>
                  <a:lnTo>
                    <a:pt x="1344173" y="1395156"/>
                  </a:lnTo>
                  <a:lnTo>
                    <a:pt x="1344135" y="1395210"/>
                  </a:lnTo>
                  <a:lnTo>
                    <a:pt x="1344070" y="1395307"/>
                  </a:lnTo>
                  <a:lnTo>
                    <a:pt x="1344060" y="1395322"/>
                  </a:lnTo>
                  <a:lnTo>
                    <a:pt x="1344041" y="1395350"/>
                  </a:lnTo>
                  <a:lnTo>
                    <a:pt x="1344018" y="1395385"/>
                  </a:lnTo>
                  <a:lnTo>
                    <a:pt x="1343966" y="1395464"/>
                  </a:lnTo>
                  <a:lnTo>
                    <a:pt x="1343957" y="1395494"/>
                  </a:lnTo>
                  <a:lnTo>
                    <a:pt x="1343904" y="1395666"/>
                  </a:lnTo>
                  <a:lnTo>
                    <a:pt x="1343870" y="1395778"/>
                  </a:lnTo>
                  <a:lnTo>
                    <a:pt x="1343847" y="1395863"/>
                  </a:lnTo>
                  <a:lnTo>
                    <a:pt x="1343895" y="1395963"/>
                  </a:lnTo>
                  <a:lnTo>
                    <a:pt x="1343898" y="1395969"/>
                  </a:lnTo>
                  <a:lnTo>
                    <a:pt x="1343903" y="1395974"/>
                  </a:lnTo>
                  <a:lnTo>
                    <a:pt x="1343909" y="1395979"/>
                  </a:lnTo>
                  <a:lnTo>
                    <a:pt x="1343915" y="1395982"/>
                  </a:lnTo>
                  <a:lnTo>
                    <a:pt x="1343920" y="1395985"/>
                  </a:lnTo>
                  <a:lnTo>
                    <a:pt x="1343926" y="1395987"/>
                  </a:lnTo>
                  <a:lnTo>
                    <a:pt x="1343932" y="1395988"/>
                  </a:lnTo>
                  <a:lnTo>
                    <a:pt x="1343938" y="1395989"/>
                  </a:lnTo>
                  <a:lnTo>
                    <a:pt x="1343943" y="1395989"/>
                  </a:lnTo>
                  <a:lnTo>
                    <a:pt x="1343961" y="1396004"/>
                  </a:lnTo>
                  <a:lnTo>
                    <a:pt x="1344084" y="1396111"/>
                  </a:lnTo>
                  <a:lnTo>
                    <a:pt x="1344161" y="1396249"/>
                  </a:lnTo>
                  <a:lnTo>
                    <a:pt x="1344195" y="1396310"/>
                  </a:lnTo>
                  <a:lnTo>
                    <a:pt x="1344200" y="1396307"/>
                  </a:lnTo>
                  <a:lnTo>
                    <a:pt x="1344239" y="1396364"/>
                  </a:lnTo>
                  <a:lnTo>
                    <a:pt x="1344213" y="1396368"/>
                  </a:lnTo>
                  <a:lnTo>
                    <a:pt x="1344220" y="1396418"/>
                  </a:lnTo>
                  <a:lnTo>
                    <a:pt x="1344221" y="1396425"/>
                  </a:lnTo>
                  <a:lnTo>
                    <a:pt x="1344223" y="1396479"/>
                  </a:lnTo>
                  <a:lnTo>
                    <a:pt x="1344223" y="1396488"/>
                  </a:lnTo>
                  <a:lnTo>
                    <a:pt x="1344222" y="1396496"/>
                  </a:lnTo>
                  <a:lnTo>
                    <a:pt x="1344199" y="1396693"/>
                  </a:lnTo>
                  <a:lnTo>
                    <a:pt x="1344184" y="1396826"/>
                  </a:lnTo>
                  <a:lnTo>
                    <a:pt x="1344176" y="1396900"/>
                  </a:lnTo>
                  <a:lnTo>
                    <a:pt x="1344167" y="1396972"/>
                  </a:lnTo>
                  <a:lnTo>
                    <a:pt x="1344167" y="1396977"/>
                  </a:lnTo>
                  <a:lnTo>
                    <a:pt x="1344165" y="1396992"/>
                  </a:lnTo>
                  <a:lnTo>
                    <a:pt x="1344119" y="1397143"/>
                  </a:lnTo>
                  <a:lnTo>
                    <a:pt x="1344112" y="1397165"/>
                  </a:lnTo>
                  <a:lnTo>
                    <a:pt x="1344098" y="1397209"/>
                  </a:lnTo>
                  <a:lnTo>
                    <a:pt x="1344096" y="1397216"/>
                  </a:lnTo>
                  <a:lnTo>
                    <a:pt x="1344095" y="1397221"/>
                  </a:lnTo>
                  <a:lnTo>
                    <a:pt x="1344068" y="1397288"/>
                  </a:lnTo>
                  <a:lnTo>
                    <a:pt x="1344026" y="1397392"/>
                  </a:lnTo>
                  <a:lnTo>
                    <a:pt x="1344012" y="1397439"/>
                  </a:lnTo>
                  <a:lnTo>
                    <a:pt x="1344043" y="1397444"/>
                  </a:lnTo>
                  <a:lnTo>
                    <a:pt x="1344051" y="1397446"/>
                  </a:lnTo>
                  <a:lnTo>
                    <a:pt x="1344044" y="1397481"/>
                  </a:lnTo>
                  <a:lnTo>
                    <a:pt x="1344023" y="1397521"/>
                  </a:lnTo>
                  <a:lnTo>
                    <a:pt x="1344010" y="1397529"/>
                  </a:lnTo>
                  <a:lnTo>
                    <a:pt x="1343992" y="1397540"/>
                  </a:lnTo>
                  <a:lnTo>
                    <a:pt x="1343983" y="1397539"/>
                  </a:lnTo>
                  <a:lnTo>
                    <a:pt x="1343969" y="1397534"/>
                  </a:lnTo>
                  <a:lnTo>
                    <a:pt x="1343965" y="1397531"/>
                  </a:lnTo>
                  <a:lnTo>
                    <a:pt x="1343963" y="1397520"/>
                  </a:lnTo>
                  <a:lnTo>
                    <a:pt x="1343959" y="1397490"/>
                  </a:lnTo>
                  <a:lnTo>
                    <a:pt x="1343957" y="1397474"/>
                  </a:lnTo>
                  <a:lnTo>
                    <a:pt x="1343935" y="1397240"/>
                  </a:lnTo>
                  <a:lnTo>
                    <a:pt x="1343935" y="1397234"/>
                  </a:lnTo>
                  <a:lnTo>
                    <a:pt x="1343933" y="1397140"/>
                  </a:lnTo>
                  <a:lnTo>
                    <a:pt x="1343933" y="1397052"/>
                  </a:lnTo>
                  <a:lnTo>
                    <a:pt x="1343933" y="1397034"/>
                  </a:lnTo>
                  <a:lnTo>
                    <a:pt x="1343933" y="1397018"/>
                  </a:lnTo>
                  <a:lnTo>
                    <a:pt x="1343933" y="1397009"/>
                  </a:lnTo>
                  <a:lnTo>
                    <a:pt x="1343941" y="1396986"/>
                  </a:lnTo>
                  <a:lnTo>
                    <a:pt x="1343964" y="1396919"/>
                  </a:lnTo>
                  <a:lnTo>
                    <a:pt x="1343984" y="1396818"/>
                  </a:lnTo>
                  <a:lnTo>
                    <a:pt x="1343958" y="1396792"/>
                  </a:lnTo>
                  <a:lnTo>
                    <a:pt x="1343936" y="1396788"/>
                  </a:lnTo>
                  <a:lnTo>
                    <a:pt x="1343915" y="1396784"/>
                  </a:lnTo>
                  <a:lnTo>
                    <a:pt x="1343880" y="1396776"/>
                  </a:lnTo>
                  <a:lnTo>
                    <a:pt x="1343868" y="1396772"/>
                  </a:lnTo>
                  <a:lnTo>
                    <a:pt x="1343858" y="1396768"/>
                  </a:lnTo>
                  <a:lnTo>
                    <a:pt x="1343805" y="1396732"/>
                  </a:lnTo>
                  <a:lnTo>
                    <a:pt x="1343796" y="1396720"/>
                  </a:lnTo>
                  <a:lnTo>
                    <a:pt x="1343794" y="1396714"/>
                  </a:lnTo>
                  <a:lnTo>
                    <a:pt x="1343799" y="1396694"/>
                  </a:lnTo>
                  <a:lnTo>
                    <a:pt x="1343806" y="1396677"/>
                  </a:lnTo>
                  <a:lnTo>
                    <a:pt x="1343858" y="1396545"/>
                  </a:lnTo>
                  <a:lnTo>
                    <a:pt x="1343885" y="1396481"/>
                  </a:lnTo>
                  <a:lnTo>
                    <a:pt x="1343890" y="1396473"/>
                  </a:lnTo>
                  <a:lnTo>
                    <a:pt x="1343895" y="1396466"/>
                  </a:lnTo>
                  <a:lnTo>
                    <a:pt x="1343907" y="1396456"/>
                  </a:lnTo>
                  <a:lnTo>
                    <a:pt x="1343913" y="1396452"/>
                  </a:lnTo>
                  <a:lnTo>
                    <a:pt x="1343928" y="1396440"/>
                  </a:lnTo>
                  <a:lnTo>
                    <a:pt x="1343970" y="1396408"/>
                  </a:lnTo>
                  <a:lnTo>
                    <a:pt x="1344007" y="1396311"/>
                  </a:lnTo>
                  <a:lnTo>
                    <a:pt x="1343962" y="1396252"/>
                  </a:lnTo>
                  <a:lnTo>
                    <a:pt x="1343951" y="1396244"/>
                  </a:lnTo>
                  <a:lnTo>
                    <a:pt x="1343937" y="1396244"/>
                  </a:lnTo>
                  <a:lnTo>
                    <a:pt x="1343914" y="1396272"/>
                  </a:lnTo>
                  <a:lnTo>
                    <a:pt x="1343910" y="1396278"/>
                  </a:lnTo>
                  <a:lnTo>
                    <a:pt x="1343907" y="1396283"/>
                  </a:lnTo>
                  <a:lnTo>
                    <a:pt x="1343822" y="1396421"/>
                  </a:lnTo>
                  <a:lnTo>
                    <a:pt x="1343704" y="1396598"/>
                  </a:lnTo>
                  <a:lnTo>
                    <a:pt x="1343696" y="1396609"/>
                  </a:lnTo>
                  <a:lnTo>
                    <a:pt x="1343687" y="1396622"/>
                  </a:lnTo>
                  <a:lnTo>
                    <a:pt x="1343639" y="1396675"/>
                  </a:lnTo>
                  <a:lnTo>
                    <a:pt x="1343593" y="1396711"/>
                  </a:lnTo>
                  <a:lnTo>
                    <a:pt x="1343550" y="1396735"/>
                  </a:lnTo>
                  <a:lnTo>
                    <a:pt x="1343517" y="1396751"/>
                  </a:lnTo>
                  <a:lnTo>
                    <a:pt x="1343482" y="1396902"/>
                  </a:lnTo>
                  <a:lnTo>
                    <a:pt x="1343411" y="1397026"/>
                  </a:lnTo>
                  <a:lnTo>
                    <a:pt x="1343386" y="1397125"/>
                  </a:lnTo>
                  <a:lnTo>
                    <a:pt x="1343387" y="1397241"/>
                  </a:lnTo>
                  <a:lnTo>
                    <a:pt x="1343387" y="1397251"/>
                  </a:lnTo>
                  <a:lnTo>
                    <a:pt x="1343408" y="1397400"/>
                  </a:lnTo>
                  <a:lnTo>
                    <a:pt x="1343395" y="1397663"/>
                  </a:lnTo>
                  <a:lnTo>
                    <a:pt x="1343387" y="1397757"/>
                  </a:lnTo>
                  <a:lnTo>
                    <a:pt x="1343466" y="1397818"/>
                  </a:lnTo>
                  <a:lnTo>
                    <a:pt x="1343593" y="1397906"/>
                  </a:lnTo>
                  <a:lnTo>
                    <a:pt x="1343650" y="1397918"/>
                  </a:lnTo>
                  <a:lnTo>
                    <a:pt x="1343686" y="1397926"/>
                  </a:lnTo>
                  <a:lnTo>
                    <a:pt x="1343741" y="1397953"/>
                  </a:lnTo>
                  <a:lnTo>
                    <a:pt x="1343766" y="1398048"/>
                  </a:lnTo>
                  <a:lnTo>
                    <a:pt x="1343769" y="1398063"/>
                  </a:lnTo>
                  <a:lnTo>
                    <a:pt x="1343818" y="1398334"/>
                  </a:lnTo>
                  <a:lnTo>
                    <a:pt x="1343808" y="1398400"/>
                  </a:lnTo>
                  <a:lnTo>
                    <a:pt x="1343775" y="1398478"/>
                  </a:lnTo>
                  <a:lnTo>
                    <a:pt x="1343746" y="1398548"/>
                  </a:lnTo>
                  <a:lnTo>
                    <a:pt x="1343734" y="1398570"/>
                  </a:lnTo>
                  <a:lnTo>
                    <a:pt x="1343676" y="1398683"/>
                  </a:lnTo>
                  <a:lnTo>
                    <a:pt x="1343625" y="1398730"/>
                  </a:lnTo>
                  <a:lnTo>
                    <a:pt x="1343565" y="1398785"/>
                  </a:lnTo>
                  <a:lnTo>
                    <a:pt x="1343519" y="1398807"/>
                  </a:lnTo>
                  <a:lnTo>
                    <a:pt x="1343443" y="1398907"/>
                  </a:lnTo>
                  <a:lnTo>
                    <a:pt x="1343415" y="1398970"/>
                  </a:lnTo>
                  <a:lnTo>
                    <a:pt x="1343388" y="1399063"/>
                  </a:lnTo>
                  <a:lnTo>
                    <a:pt x="1343384" y="1399087"/>
                  </a:lnTo>
                  <a:lnTo>
                    <a:pt x="1343389" y="1399129"/>
                  </a:lnTo>
                  <a:lnTo>
                    <a:pt x="1343440" y="1399162"/>
                  </a:lnTo>
                  <a:lnTo>
                    <a:pt x="1343577" y="1399208"/>
                  </a:lnTo>
                  <a:lnTo>
                    <a:pt x="1343580" y="1399214"/>
                  </a:lnTo>
                  <a:lnTo>
                    <a:pt x="1343586" y="1399241"/>
                  </a:lnTo>
                  <a:lnTo>
                    <a:pt x="1343559" y="1399309"/>
                  </a:lnTo>
                  <a:lnTo>
                    <a:pt x="1343467" y="1399385"/>
                  </a:lnTo>
                  <a:lnTo>
                    <a:pt x="1343425" y="1399407"/>
                  </a:lnTo>
                  <a:lnTo>
                    <a:pt x="1343228" y="1399473"/>
                  </a:lnTo>
                  <a:lnTo>
                    <a:pt x="1343160" y="1399555"/>
                  </a:lnTo>
                  <a:lnTo>
                    <a:pt x="1343145" y="1399577"/>
                  </a:lnTo>
                  <a:lnTo>
                    <a:pt x="1343142" y="1399613"/>
                  </a:lnTo>
                  <a:lnTo>
                    <a:pt x="1343134" y="1399641"/>
                  </a:lnTo>
                  <a:lnTo>
                    <a:pt x="1343115" y="1399659"/>
                  </a:lnTo>
                  <a:lnTo>
                    <a:pt x="1343069" y="1399688"/>
                  </a:lnTo>
                  <a:lnTo>
                    <a:pt x="1343014" y="1399757"/>
                  </a:lnTo>
                  <a:lnTo>
                    <a:pt x="1342990" y="1399814"/>
                  </a:lnTo>
                  <a:lnTo>
                    <a:pt x="1342950" y="1400007"/>
                  </a:lnTo>
                  <a:lnTo>
                    <a:pt x="1342931" y="1400060"/>
                  </a:lnTo>
                  <a:lnTo>
                    <a:pt x="1342883" y="1400108"/>
                  </a:lnTo>
                  <a:lnTo>
                    <a:pt x="1342854" y="1400128"/>
                  </a:lnTo>
                  <a:lnTo>
                    <a:pt x="1342825" y="1400187"/>
                  </a:lnTo>
                  <a:lnTo>
                    <a:pt x="1342827" y="1400227"/>
                  </a:lnTo>
                  <a:lnTo>
                    <a:pt x="1342903" y="1400269"/>
                  </a:lnTo>
                  <a:lnTo>
                    <a:pt x="1342960" y="1400300"/>
                  </a:lnTo>
                  <a:lnTo>
                    <a:pt x="1343038" y="1400342"/>
                  </a:lnTo>
                  <a:lnTo>
                    <a:pt x="1343061" y="1400355"/>
                  </a:lnTo>
                  <a:lnTo>
                    <a:pt x="1343071" y="1400361"/>
                  </a:lnTo>
                  <a:lnTo>
                    <a:pt x="1343087" y="1400363"/>
                  </a:lnTo>
                  <a:lnTo>
                    <a:pt x="1343119" y="1400339"/>
                  </a:lnTo>
                  <a:lnTo>
                    <a:pt x="1343198" y="1400256"/>
                  </a:lnTo>
                  <a:lnTo>
                    <a:pt x="1343246" y="1400208"/>
                  </a:lnTo>
                  <a:lnTo>
                    <a:pt x="1343371" y="1400275"/>
                  </a:lnTo>
                  <a:lnTo>
                    <a:pt x="1343451" y="1400329"/>
                  </a:lnTo>
                  <a:lnTo>
                    <a:pt x="1343485" y="1400299"/>
                  </a:lnTo>
                  <a:lnTo>
                    <a:pt x="1343578" y="1400166"/>
                  </a:lnTo>
                  <a:lnTo>
                    <a:pt x="1343621" y="1400092"/>
                  </a:lnTo>
                  <a:lnTo>
                    <a:pt x="1343641" y="1400086"/>
                  </a:lnTo>
                  <a:lnTo>
                    <a:pt x="1343672" y="1400076"/>
                  </a:lnTo>
                  <a:lnTo>
                    <a:pt x="1343721" y="1400135"/>
                  </a:lnTo>
                  <a:lnTo>
                    <a:pt x="1343725" y="1400139"/>
                  </a:lnTo>
                  <a:lnTo>
                    <a:pt x="1343752" y="1400223"/>
                  </a:lnTo>
                  <a:lnTo>
                    <a:pt x="1343746" y="1400344"/>
                  </a:lnTo>
                  <a:lnTo>
                    <a:pt x="1343752" y="1400401"/>
                  </a:lnTo>
                  <a:lnTo>
                    <a:pt x="1343715" y="1400582"/>
                  </a:lnTo>
                  <a:lnTo>
                    <a:pt x="1343668" y="1400667"/>
                  </a:lnTo>
                  <a:lnTo>
                    <a:pt x="1343530" y="1400822"/>
                  </a:lnTo>
                  <a:lnTo>
                    <a:pt x="1343446" y="1400957"/>
                  </a:lnTo>
                  <a:lnTo>
                    <a:pt x="1343400" y="1401105"/>
                  </a:lnTo>
                  <a:lnTo>
                    <a:pt x="1343279" y="1401216"/>
                  </a:lnTo>
                  <a:lnTo>
                    <a:pt x="1343125" y="1401386"/>
                  </a:lnTo>
                  <a:lnTo>
                    <a:pt x="1343103" y="1401411"/>
                  </a:lnTo>
                  <a:lnTo>
                    <a:pt x="1343086" y="1401433"/>
                  </a:lnTo>
                  <a:lnTo>
                    <a:pt x="1342777" y="1401786"/>
                  </a:lnTo>
                  <a:lnTo>
                    <a:pt x="1342650" y="1401930"/>
                  </a:lnTo>
                  <a:lnTo>
                    <a:pt x="1342523" y="1402069"/>
                  </a:lnTo>
                  <a:lnTo>
                    <a:pt x="1342455" y="1402144"/>
                  </a:lnTo>
                  <a:lnTo>
                    <a:pt x="1342504" y="1402353"/>
                  </a:lnTo>
                  <a:lnTo>
                    <a:pt x="1342527" y="1402391"/>
                  </a:lnTo>
                  <a:lnTo>
                    <a:pt x="1342548" y="1402412"/>
                  </a:lnTo>
                  <a:lnTo>
                    <a:pt x="1342599" y="1402537"/>
                  </a:lnTo>
                  <a:lnTo>
                    <a:pt x="1342585" y="1402667"/>
                  </a:lnTo>
                  <a:lnTo>
                    <a:pt x="1342568" y="1402701"/>
                  </a:lnTo>
                  <a:lnTo>
                    <a:pt x="1342182" y="1402714"/>
                  </a:lnTo>
                  <a:lnTo>
                    <a:pt x="1341939" y="1402746"/>
                  </a:lnTo>
                  <a:lnTo>
                    <a:pt x="1341590" y="1402893"/>
                  </a:lnTo>
                  <a:lnTo>
                    <a:pt x="1341351" y="1402994"/>
                  </a:lnTo>
                  <a:lnTo>
                    <a:pt x="1341319" y="1403025"/>
                  </a:lnTo>
                  <a:lnTo>
                    <a:pt x="1341326" y="1403219"/>
                  </a:lnTo>
                  <a:lnTo>
                    <a:pt x="1341327" y="1403249"/>
                  </a:lnTo>
                  <a:lnTo>
                    <a:pt x="1341318" y="1403269"/>
                  </a:lnTo>
                  <a:lnTo>
                    <a:pt x="1341281" y="1403343"/>
                  </a:lnTo>
                  <a:lnTo>
                    <a:pt x="1341234" y="1403436"/>
                  </a:lnTo>
                  <a:lnTo>
                    <a:pt x="1341196" y="1403465"/>
                  </a:lnTo>
                  <a:lnTo>
                    <a:pt x="1341095" y="1403543"/>
                  </a:lnTo>
                  <a:lnTo>
                    <a:pt x="1340943" y="1403549"/>
                  </a:lnTo>
                  <a:lnTo>
                    <a:pt x="1340866" y="1403562"/>
                  </a:lnTo>
                  <a:lnTo>
                    <a:pt x="1340435" y="1403930"/>
                  </a:lnTo>
                  <a:lnTo>
                    <a:pt x="1340432" y="1403933"/>
                  </a:lnTo>
                  <a:lnTo>
                    <a:pt x="1340072" y="1404149"/>
                  </a:lnTo>
                  <a:lnTo>
                    <a:pt x="1339822" y="1404340"/>
                  </a:lnTo>
                  <a:lnTo>
                    <a:pt x="1339689" y="1404442"/>
                  </a:lnTo>
                  <a:lnTo>
                    <a:pt x="1339643" y="1404475"/>
                  </a:lnTo>
                  <a:lnTo>
                    <a:pt x="1339411" y="1404329"/>
                  </a:lnTo>
                  <a:lnTo>
                    <a:pt x="1339308" y="1404233"/>
                  </a:lnTo>
                  <a:lnTo>
                    <a:pt x="1339279" y="1404070"/>
                  </a:lnTo>
                  <a:lnTo>
                    <a:pt x="1339369" y="1403957"/>
                  </a:lnTo>
                  <a:lnTo>
                    <a:pt x="1339674" y="1403779"/>
                  </a:lnTo>
                  <a:lnTo>
                    <a:pt x="1339784" y="1403652"/>
                  </a:lnTo>
                  <a:lnTo>
                    <a:pt x="1339804" y="1403628"/>
                  </a:lnTo>
                  <a:lnTo>
                    <a:pt x="1339823" y="1403591"/>
                  </a:lnTo>
                  <a:lnTo>
                    <a:pt x="1339984" y="1403272"/>
                  </a:lnTo>
                  <a:lnTo>
                    <a:pt x="1340150" y="1402977"/>
                  </a:lnTo>
                  <a:lnTo>
                    <a:pt x="1340217" y="1402919"/>
                  </a:lnTo>
                  <a:lnTo>
                    <a:pt x="1340315" y="1402918"/>
                  </a:lnTo>
                  <a:lnTo>
                    <a:pt x="1340356" y="1402946"/>
                  </a:lnTo>
                  <a:lnTo>
                    <a:pt x="1340409" y="1402906"/>
                  </a:lnTo>
                  <a:lnTo>
                    <a:pt x="1340550" y="1402739"/>
                  </a:lnTo>
                  <a:lnTo>
                    <a:pt x="1340633" y="1402551"/>
                  </a:lnTo>
                  <a:lnTo>
                    <a:pt x="1341234" y="1401177"/>
                  </a:lnTo>
                  <a:lnTo>
                    <a:pt x="1341328" y="1400975"/>
                  </a:lnTo>
                  <a:lnTo>
                    <a:pt x="1341413" y="1400752"/>
                  </a:lnTo>
                  <a:lnTo>
                    <a:pt x="1341420" y="1400733"/>
                  </a:lnTo>
                  <a:lnTo>
                    <a:pt x="1341458" y="1400658"/>
                  </a:lnTo>
                  <a:lnTo>
                    <a:pt x="1341539" y="1400499"/>
                  </a:lnTo>
                  <a:lnTo>
                    <a:pt x="1341654" y="1400286"/>
                  </a:lnTo>
                  <a:lnTo>
                    <a:pt x="1341704" y="1400195"/>
                  </a:lnTo>
                  <a:lnTo>
                    <a:pt x="1341611" y="1400181"/>
                  </a:lnTo>
                  <a:lnTo>
                    <a:pt x="1341510" y="1400167"/>
                  </a:lnTo>
                  <a:lnTo>
                    <a:pt x="1341447" y="1400242"/>
                  </a:lnTo>
                  <a:lnTo>
                    <a:pt x="1341417" y="1400314"/>
                  </a:lnTo>
                  <a:lnTo>
                    <a:pt x="1341390" y="1400376"/>
                  </a:lnTo>
                  <a:lnTo>
                    <a:pt x="1341387" y="1400384"/>
                  </a:lnTo>
                  <a:lnTo>
                    <a:pt x="1341264" y="1400505"/>
                  </a:lnTo>
                  <a:lnTo>
                    <a:pt x="1341242" y="1400523"/>
                  </a:lnTo>
                  <a:lnTo>
                    <a:pt x="1341209" y="1400549"/>
                  </a:lnTo>
                  <a:lnTo>
                    <a:pt x="1341206" y="1400551"/>
                  </a:lnTo>
                  <a:lnTo>
                    <a:pt x="1341200" y="1400551"/>
                  </a:lnTo>
                  <a:lnTo>
                    <a:pt x="1341111" y="1400552"/>
                  </a:lnTo>
                  <a:lnTo>
                    <a:pt x="1340928" y="1400543"/>
                  </a:lnTo>
                  <a:lnTo>
                    <a:pt x="1340807" y="1400236"/>
                  </a:lnTo>
                  <a:lnTo>
                    <a:pt x="1340825" y="1399985"/>
                  </a:lnTo>
                  <a:lnTo>
                    <a:pt x="1340831" y="1399917"/>
                  </a:lnTo>
                  <a:lnTo>
                    <a:pt x="1340850" y="1399756"/>
                  </a:lnTo>
                  <a:lnTo>
                    <a:pt x="1340854" y="1399717"/>
                  </a:lnTo>
                  <a:lnTo>
                    <a:pt x="1340853" y="1399640"/>
                  </a:lnTo>
                  <a:lnTo>
                    <a:pt x="1340848" y="1399540"/>
                  </a:lnTo>
                  <a:lnTo>
                    <a:pt x="1340840" y="1399501"/>
                  </a:lnTo>
                  <a:lnTo>
                    <a:pt x="1340831" y="1399487"/>
                  </a:lnTo>
                  <a:lnTo>
                    <a:pt x="1340827" y="1399476"/>
                  </a:lnTo>
                  <a:lnTo>
                    <a:pt x="1340734" y="1399305"/>
                  </a:lnTo>
                  <a:lnTo>
                    <a:pt x="1340681" y="1399241"/>
                  </a:lnTo>
                  <a:lnTo>
                    <a:pt x="1340650" y="1399235"/>
                  </a:lnTo>
                  <a:lnTo>
                    <a:pt x="1340535" y="1399215"/>
                  </a:lnTo>
                  <a:lnTo>
                    <a:pt x="1340514" y="1399217"/>
                  </a:lnTo>
                  <a:lnTo>
                    <a:pt x="1340403" y="1399228"/>
                  </a:lnTo>
                  <a:lnTo>
                    <a:pt x="1340393" y="1399229"/>
                  </a:lnTo>
                  <a:lnTo>
                    <a:pt x="1340355" y="1399249"/>
                  </a:lnTo>
                  <a:lnTo>
                    <a:pt x="1340342" y="1399318"/>
                  </a:lnTo>
                  <a:lnTo>
                    <a:pt x="1340326" y="1399368"/>
                  </a:lnTo>
                  <a:lnTo>
                    <a:pt x="1340320" y="1399370"/>
                  </a:lnTo>
                  <a:lnTo>
                    <a:pt x="1340280" y="1399373"/>
                  </a:lnTo>
                  <a:lnTo>
                    <a:pt x="1340060" y="1399353"/>
                  </a:lnTo>
                  <a:lnTo>
                    <a:pt x="1339891" y="1399332"/>
                  </a:lnTo>
                  <a:lnTo>
                    <a:pt x="1339850" y="1399324"/>
                  </a:lnTo>
                  <a:lnTo>
                    <a:pt x="1339814" y="1399315"/>
                  </a:lnTo>
                  <a:lnTo>
                    <a:pt x="1339802" y="1399288"/>
                  </a:lnTo>
                  <a:lnTo>
                    <a:pt x="1339800" y="1399236"/>
                  </a:lnTo>
                  <a:lnTo>
                    <a:pt x="1339849" y="1399167"/>
                  </a:lnTo>
                  <a:lnTo>
                    <a:pt x="1339987" y="1399045"/>
                  </a:lnTo>
                  <a:lnTo>
                    <a:pt x="1339994" y="1399022"/>
                  </a:lnTo>
                  <a:lnTo>
                    <a:pt x="1340025" y="1398921"/>
                  </a:lnTo>
                  <a:lnTo>
                    <a:pt x="1340027" y="1398916"/>
                  </a:lnTo>
                  <a:lnTo>
                    <a:pt x="1340029" y="1398897"/>
                  </a:lnTo>
                  <a:lnTo>
                    <a:pt x="1339988" y="1398883"/>
                  </a:lnTo>
                  <a:lnTo>
                    <a:pt x="1339972" y="1398907"/>
                  </a:lnTo>
                  <a:lnTo>
                    <a:pt x="1339969" y="1398912"/>
                  </a:lnTo>
                  <a:lnTo>
                    <a:pt x="1339923" y="1398974"/>
                  </a:lnTo>
                  <a:lnTo>
                    <a:pt x="1339863" y="1399047"/>
                  </a:lnTo>
                  <a:lnTo>
                    <a:pt x="1339772" y="1399123"/>
                  </a:lnTo>
                  <a:lnTo>
                    <a:pt x="1339740" y="1399150"/>
                  </a:lnTo>
                  <a:lnTo>
                    <a:pt x="1339691" y="1399110"/>
                  </a:lnTo>
                  <a:lnTo>
                    <a:pt x="1339656" y="1399071"/>
                  </a:lnTo>
                  <a:lnTo>
                    <a:pt x="1339637" y="1399050"/>
                  </a:lnTo>
                  <a:lnTo>
                    <a:pt x="1339612" y="1399013"/>
                  </a:lnTo>
                  <a:lnTo>
                    <a:pt x="1339593" y="1398984"/>
                  </a:lnTo>
                  <a:lnTo>
                    <a:pt x="1339582" y="1398963"/>
                  </a:lnTo>
                  <a:lnTo>
                    <a:pt x="1339577" y="1398941"/>
                  </a:lnTo>
                  <a:lnTo>
                    <a:pt x="1339567" y="1398934"/>
                  </a:lnTo>
                  <a:lnTo>
                    <a:pt x="1339552" y="1398935"/>
                  </a:lnTo>
                  <a:lnTo>
                    <a:pt x="1339546" y="1398941"/>
                  </a:lnTo>
                  <a:lnTo>
                    <a:pt x="1339542" y="1398945"/>
                  </a:lnTo>
                  <a:lnTo>
                    <a:pt x="1339518" y="1398970"/>
                  </a:lnTo>
                  <a:lnTo>
                    <a:pt x="1339467" y="1399021"/>
                  </a:lnTo>
                  <a:lnTo>
                    <a:pt x="1339479" y="1399054"/>
                  </a:lnTo>
                  <a:lnTo>
                    <a:pt x="1339518" y="1399093"/>
                  </a:lnTo>
                  <a:lnTo>
                    <a:pt x="1339588" y="1399153"/>
                  </a:lnTo>
                  <a:lnTo>
                    <a:pt x="1339596" y="1399193"/>
                  </a:lnTo>
                  <a:lnTo>
                    <a:pt x="1339592" y="1399252"/>
                  </a:lnTo>
                  <a:lnTo>
                    <a:pt x="1339588" y="1399314"/>
                  </a:lnTo>
                  <a:lnTo>
                    <a:pt x="1339560" y="1399350"/>
                  </a:lnTo>
                  <a:lnTo>
                    <a:pt x="1339526" y="1399394"/>
                  </a:lnTo>
                  <a:lnTo>
                    <a:pt x="1339521" y="1399468"/>
                  </a:lnTo>
                  <a:lnTo>
                    <a:pt x="1339519" y="1399505"/>
                  </a:lnTo>
                  <a:lnTo>
                    <a:pt x="1339454" y="1399628"/>
                  </a:lnTo>
                  <a:lnTo>
                    <a:pt x="1339421" y="1399694"/>
                  </a:lnTo>
                  <a:lnTo>
                    <a:pt x="1339378" y="1399764"/>
                  </a:lnTo>
                  <a:lnTo>
                    <a:pt x="1339371" y="1399775"/>
                  </a:lnTo>
                  <a:lnTo>
                    <a:pt x="1339361" y="1399786"/>
                  </a:lnTo>
                  <a:lnTo>
                    <a:pt x="1339281" y="1399865"/>
                  </a:lnTo>
                  <a:lnTo>
                    <a:pt x="1339276" y="1399870"/>
                  </a:lnTo>
                  <a:lnTo>
                    <a:pt x="1339197" y="1399921"/>
                  </a:lnTo>
                  <a:lnTo>
                    <a:pt x="1339139" y="1399925"/>
                  </a:lnTo>
                  <a:lnTo>
                    <a:pt x="1339131" y="1399919"/>
                  </a:lnTo>
                  <a:lnTo>
                    <a:pt x="1339020" y="1399789"/>
                  </a:lnTo>
                  <a:lnTo>
                    <a:pt x="1338987" y="1399715"/>
                  </a:lnTo>
                  <a:lnTo>
                    <a:pt x="1338947" y="1399670"/>
                  </a:lnTo>
                  <a:lnTo>
                    <a:pt x="1338802" y="1399637"/>
                  </a:lnTo>
                  <a:lnTo>
                    <a:pt x="1338789" y="1399634"/>
                  </a:lnTo>
                  <a:lnTo>
                    <a:pt x="1338693" y="1399609"/>
                  </a:lnTo>
                  <a:lnTo>
                    <a:pt x="1338666" y="1399627"/>
                  </a:lnTo>
                  <a:lnTo>
                    <a:pt x="1338662" y="1399630"/>
                  </a:lnTo>
                  <a:lnTo>
                    <a:pt x="1338670" y="1399654"/>
                  </a:lnTo>
                  <a:lnTo>
                    <a:pt x="1338679" y="1399681"/>
                  </a:lnTo>
                  <a:lnTo>
                    <a:pt x="1338710" y="1399768"/>
                  </a:lnTo>
                  <a:lnTo>
                    <a:pt x="1338723" y="1399809"/>
                  </a:lnTo>
                  <a:lnTo>
                    <a:pt x="1338695" y="1399847"/>
                  </a:lnTo>
                  <a:lnTo>
                    <a:pt x="1338680" y="1399884"/>
                  </a:lnTo>
                  <a:lnTo>
                    <a:pt x="1338659" y="1399894"/>
                  </a:lnTo>
                  <a:lnTo>
                    <a:pt x="1338626" y="1399910"/>
                  </a:lnTo>
                  <a:lnTo>
                    <a:pt x="1338570" y="1399926"/>
                  </a:lnTo>
                  <a:lnTo>
                    <a:pt x="1338565" y="1399927"/>
                  </a:lnTo>
                  <a:lnTo>
                    <a:pt x="1338546" y="1399927"/>
                  </a:lnTo>
                  <a:lnTo>
                    <a:pt x="1338445" y="1399925"/>
                  </a:lnTo>
                  <a:lnTo>
                    <a:pt x="1338378" y="1399931"/>
                  </a:lnTo>
                  <a:lnTo>
                    <a:pt x="1338294" y="1399939"/>
                  </a:lnTo>
                  <a:lnTo>
                    <a:pt x="1338239" y="1399964"/>
                  </a:lnTo>
                  <a:lnTo>
                    <a:pt x="1338171" y="1399993"/>
                  </a:lnTo>
                  <a:lnTo>
                    <a:pt x="1338143" y="1400006"/>
                  </a:lnTo>
                  <a:lnTo>
                    <a:pt x="1338134" y="1400041"/>
                  </a:lnTo>
                  <a:lnTo>
                    <a:pt x="1338133" y="1400047"/>
                  </a:lnTo>
                  <a:lnTo>
                    <a:pt x="1338126" y="1400052"/>
                  </a:lnTo>
                  <a:lnTo>
                    <a:pt x="1338100" y="1400072"/>
                  </a:lnTo>
                  <a:lnTo>
                    <a:pt x="1338050" y="1400087"/>
                  </a:lnTo>
                  <a:lnTo>
                    <a:pt x="1338031" y="1400080"/>
                  </a:lnTo>
                  <a:lnTo>
                    <a:pt x="1337984" y="1400058"/>
                  </a:lnTo>
                  <a:lnTo>
                    <a:pt x="1337957" y="1400037"/>
                  </a:lnTo>
                  <a:lnTo>
                    <a:pt x="1337917" y="1400005"/>
                  </a:lnTo>
                  <a:lnTo>
                    <a:pt x="1337898" y="1399984"/>
                  </a:lnTo>
                  <a:lnTo>
                    <a:pt x="1337855" y="1399939"/>
                  </a:lnTo>
                  <a:lnTo>
                    <a:pt x="1337842" y="1399927"/>
                  </a:lnTo>
                  <a:lnTo>
                    <a:pt x="1337830" y="1399915"/>
                  </a:lnTo>
                  <a:lnTo>
                    <a:pt x="1337802" y="1399925"/>
                  </a:lnTo>
                  <a:lnTo>
                    <a:pt x="1337777" y="1399933"/>
                  </a:lnTo>
                  <a:lnTo>
                    <a:pt x="1337722" y="1399934"/>
                  </a:lnTo>
                  <a:lnTo>
                    <a:pt x="1337658" y="1399941"/>
                  </a:lnTo>
                  <a:lnTo>
                    <a:pt x="1337630" y="1399997"/>
                  </a:lnTo>
                  <a:lnTo>
                    <a:pt x="1337805" y="1400201"/>
                  </a:lnTo>
                  <a:lnTo>
                    <a:pt x="1337843" y="1400252"/>
                  </a:lnTo>
                  <a:lnTo>
                    <a:pt x="1337916" y="1400313"/>
                  </a:lnTo>
                  <a:lnTo>
                    <a:pt x="1338004" y="1400383"/>
                  </a:lnTo>
                  <a:lnTo>
                    <a:pt x="1338078" y="1400452"/>
                  </a:lnTo>
                  <a:lnTo>
                    <a:pt x="1338104" y="1400488"/>
                  </a:lnTo>
                  <a:lnTo>
                    <a:pt x="1338119" y="1400521"/>
                  </a:lnTo>
                  <a:lnTo>
                    <a:pt x="1338078" y="1400617"/>
                  </a:lnTo>
                  <a:lnTo>
                    <a:pt x="1338033" y="1400722"/>
                  </a:lnTo>
                  <a:lnTo>
                    <a:pt x="1338009" y="1400774"/>
                  </a:lnTo>
                  <a:lnTo>
                    <a:pt x="1337994" y="1400802"/>
                  </a:lnTo>
                  <a:lnTo>
                    <a:pt x="1337986" y="1400816"/>
                  </a:lnTo>
                  <a:lnTo>
                    <a:pt x="1337977" y="1400821"/>
                  </a:lnTo>
                  <a:lnTo>
                    <a:pt x="1337954" y="1400836"/>
                  </a:lnTo>
                  <a:lnTo>
                    <a:pt x="1337839" y="1400903"/>
                  </a:lnTo>
                  <a:lnTo>
                    <a:pt x="1337798" y="1400913"/>
                  </a:lnTo>
                  <a:lnTo>
                    <a:pt x="1337793" y="1400913"/>
                  </a:lnTo>
                  <a:lnTo>
                    <a:pt x="1337747" y="1400912"/>
                  </a:lnTo>
                  <a:lnTo>
                    <a:pt x="1337690" y="1400908"/>
                  </a:lnTo>
                  <a:lnTo>
                    <a:pt x="1337625" y="1400901"/>
                  </a:lnTo>
                  <a:lnTo>
                    <a:pt x="1337579" y="1400866"/>
                  </a:lnTo>
                  <a:lnTo>
                    <a:pt x="1337545" y="1400840"/>
                  </a:lnTo>
                  <a:lnTo>
                    <a:pt x="1337540" y="1400836"/>
                  </a:lnTo>
                  <a:lnTo>
                    <a:pt x="1337526" y="1400837"/>
                  </a:lnTo>
                  <a:lnTo>
                    <a:pt x="1337496" y="1400840"/>
                  </a:lnTo>
                  <a:lnTo>
                    <a:pt x="1337451" y="1400829"/>
                  </a:lnTo>
                  <a:lnTo>
                    <a:pt x="1337429" y="1400832"/>
                  </a:lnTo>
                  <a:lnTo>
                    <a:pt x="1337348" y="1400860"/>
                  </a:lnTo>
                  <a:lnTo>
                    <a:pt x="1337299" y="1400876"/>
                  </a:lnTo>
                  <a:lnTo>
                    <a:pt x="1337248" y="1400899"/>
                  </a:lnTo>
                  <a:lnTo>
                    <a:pt x="1337227" y="1400909"/>
                  </a:lnTo>
                  <a:lnTo>
                    <a:pt x="1337112" y="1400988"/>
                  </a:lnTo>
                  <a:lnTo>
                    <a:pt x="1337103" y="1400996"/>
                  </a:lnTo>
                  <a:lnTo>
                    <a:pt x="1337088" y="1401009"/>
                  </a:lnTo>
                  <a:lnTo>
                    <a:pt x="1337064" y="1401059"/>
                  </a:lnTo>
                  <a:lnTo>
                    <a:pt x="1337063" y="1401102"/>
                  </a:lnTo>
                  <a:lnTo>
                    <a:pt x="1337056" y="1401156"/>
                  </a:lnTo>
                  <a:lnTo>
                    <a:pt x="1337051" y="1401198"/>
                  </a:lnTo>
                  <a:lnTo>
                    <a:pt x="1337051" y="1401208"/>
                  </a:lnTo>
                  <a:lnTo>
                    <a:pt x="1337085" y="1401236"/>
                  </a:lnTo>
                  <a:lnTo>
                    <a:pt x="1337103" y="1401250"/>
                  </a:lnTo>
                  <a:lnTo>
                    <a:pt x="1337108" y="1401258"/>
                  </a:lnTo>
                  <a:lnTo>
                    <a:pt x="1337104" y="1401264"/>
                  </a:lnTo>
                  <a:lnTo>
                    <a:pt x="1337066" y="1401313"/>
                  </a:lnTo>
                  <a:lnTo>
                    <a:pt x="1337029" y="1401355"/>
                  </a:lnTo>
                  <a:lnTo>
                    <a:pt x="1336999" y="1401370"/>
                  </a:lnTo>
                  <a:lnTo>
                    <a:pt x="1336966" y="1401381"/>
                  </a:lnTo>
                  <a:lnTo>
                    <a:pt x="1336961" y="1401383"/>
                  </a:lnTo>
                  <a:lnTo>
                    <a:pt x="1336931" y="1401396"/>
                  </a:lnTo>
                  <a:lnTo>
                    <a:pt x="1336877" y="1401418"/>
                  </a:lnTo>
                  <a:lnTo>
                    <a:pt x="1336869" y="1401412"/>
                  </a:lnTo>
                  <a:lnTo>
                    <a:pt x="1336808" y="1401357"/>
                  </a:lnTo>
                  <a:lnTo>
                    <a:pt x="1336781" y="1401327"/>
                  </a:lnTo>
                  <a:lnTo>
                    <a:pt x="1336715" y="1401256"/>
                  </a:lnTo>
                  <a:lnTo>
                    <a:pt x="1336698" y="1401238"/>
                  </a:lnTo>
                  <a:lnTo>
                    <a:pt x="1336689" y="1401195"/>
                  </a:lnTo>
                  <a:lnTo>
                    <a:pt x="1336692" y="1401184"/>
                  </a:lnTo>
                  <a:lnTo>
                    <a:pt x="1336692" y="1401179"/>
                  </a:lnTo>
                  <a:lnTo>
                    <a:pt x="1336678" y="1401175"/>
                  </a:lnTo>
                  <a:lnTo>
                    <a:pt x="1336654" y="1401178"/>
                  </a:lnTo>
                  <a:lnTo>
                    <a:pt x="1336647" y="1401186"/>
                  </a:lnTo>
                  <a:lnTo>
                    <a:pt x="1336635" y="1401200"/>
                  </a:lnTo>
                  <a:lnTo>
                    <a:pt x="1336623" y="1401209"/>
                  </a:lnTo>
                  <a:lnTo>
                    <a:pt x="1336584" y="1401206"/>
                  </a:lnTo>
                  <a:lnTo>
                    <a:pt x="1336554" y="1401205"/>
                  </a:lnTo>
                  <a:lnTo>
                    <a:pt x="1336539" y="1401204"/>
                  </a:lnTo>
                  <a:lnTo>
                    <a:pt x="1336533" y="1401211"/>
                  </a:lnTo>
                  <a:lnTo>
                    <a:pt x="1336530" y="1401219"/>
                  </a:lnTo>
                  <a:lnTo>
                    <a:pt x="1336531" y="1401230"/>
                  </a:lnTo>
                  <a:lnTo>
                    <a:pt x="1336540" y="1401285"/>
                  </a:lnTo>
                  <a:lnTo>
                    <a:pt x="1336542" y="1401319"/>
                  </a:lnTo>
                  <a:lnTo>
                    <a:pt x="1336584" y="1401356"/>
                  </a:lnTo>
                  <a:lnTo>
                    <a:pt x="1336593" y="1401365"/>
                  </a:lnTo>
                  <a:lnTo>
                    <a:pt x="1336617" y="1401442"/>
                  </a:lnTo>
                  <a:lnTo>
                    <a:pt x="1336628" y="1401565"/>
                  </a:lnTo>
                  <a:lnTo>
                    <a:pt x="1336644" y="1401713"/>
                  </a:lnTo>
                  <a:lnTo>
                    <a:pt x="1336653" y="1401810"/>
                  </a:lnTo>
                  <a:lnTo>
                    <a:pt x="1336657" y="1401845"/>
                  </a:lnTo>
                  <a:lnTo>
                    <a:pt x="1336659" y="1401864"/>
                  </a:lnTo>
                  <a:lnTo>
                    <a:pt x="1337035" y="1402163"/>
                  </a:lnTo>
                  <a:lnTo>
                    <a:pt x="1337152" y="1402256"/>
                  </a:lnTo>
                  <a:lnTo>
                    <a:pt x="1337303" y="1402318"/>
                  </a:lnTo>
                  <a:lnTo>
                    <a:pt x="1337339" y="1402324"/>
                  </a:lnTo>
                  <a:lnTo>
                    <a:pt x="1337614" y="1402369"/>
                  </a:lnTo>
                  <a:lnTo>
                    <a:pt x="1337807" y="1402415"/>
                  </a:lnTo>
                  <a:lnTo>
                    <a:pt x="1337917" y="1402464"/>
                  </a:lnTo>
                  <a:lnTo>
                    <a:pt x="1337925" y="1402474"/>
                  </a:lnTo>
                  <a:lnTo>
                    <a:pt x="1338040" y="1402618"/>
                  </a:lnTo>
                  <a:lnTo>
                    <a:pt x="1338126" y="1402667"/>
                  </a:lnTo>
                  <a:lnTo>
                    <a:pt x="1338311" y="1402771"/>
                  </a:lnTo>
                  <a:lnTo>
                    <a:pt x="1338527" y="1402965"/>
                  </a:lnTo>
                  <a:lnTo>
                    <a:pt x="1338484" y="1403018"/>
                  </a:lnTo>
                  <a:lnTo>
                    <a:pt x="1338429" y="1403066"/>
                  </a:lnTo>
                  <a:lnTo>
                    <a:pt x="1338301" y="1403100"/>
                  </a:lnTo>
                  <a:lnTo>
                    <a:pt x="1337938" y="1403171"/>
                  </a:lnTo>
                  <a:lnTo>
                    <a:pt x="1337874" y="1403187"/>
                  </a:lnTo>
                  <a:lnTo>
                    <a:pt x="1337278" y="1403332"/>
                  </a:lnTo>
                  <a:lnTo>
                    <a:pt x="1337209" y="1403347"/>
                  </a:lnTo>
                  <a:lnTo>
                    <a:pt x="1337199" y="1403350"/>
                  </a:lnTo>
                  <a:lnTo>
                    <a:pt x="1337169" y="1403358"/>
                  </a:lnTo>
                  <a:lnTo>
                    <a:pt x="1337142" y="1403365"/>
                  </a:lnTo>
                  <a:lnTo>
                    <a:pt x="1337121" y="1403370"/>
                  </a:lnTo>
                  <a:lnTo>
                    <a:pt x="1337111" y="1403372"/>
                  </a:lnTo>
                  <a:lnTo>
                    <a:pt x="1337089" y="1403377"/>
                  </a:lnTo>
                  <a:lnTo>
                    <a:pt x="1337069" y="1403384"/>
                  </a:lnTo>
                  <a:lnTo>
                    <a:pt x="1337063" y="1403386"/>
                  </a:lnTo>
                  <a:lnTo>
                    <a:pt x="1337054" y="1403388"/>
                  </a:lnTo>
                  <a:lnTo>
                    <a:pt x="1336665" y="1403517"/>
                  </a:lnTo>
                  <a:lnTo>
                    <a:pt x="1336657" y="1403519"/>
                  </a:lnTo>
                  <a:lnTo>
                    <a:pt x="1336563" y="1403540"/>
                  </a:lnTo>
                  <a:lnTo>
                    <a:pt x="1335925" y="1403687"/>
                  </a:lnTo>
                  <a:lnTo>
                    <a:pt x="1335683" y="1403614"/>
                  </a:lnTo>
                  <a:lnTo>
                    <a:pt x="1335683" y="1403604"/>
                  </a:lnTo>
                  <a:lnTo>
                    <a:pt x="1335697" y="1403554"/>
                  </a:lnTo>
                  <a:lnTo>
                    <a:pt x="1335708" y="1403527"/>
                  </a:lnTo>
                  <a:lnTo>
                    <a:pt x="1335724" y="1403519"/>
                  </a:lnTo>
                  <a:lnTo>
                    <a:pt x="1336131" y="1403468"/>
                  </a:lnTo>
                  <a:lnTo>
                    <a:pt x="1336146" y="1403466"/>
                  </a:lnTo>
                  <a:lnTo>
                    <a:pt x="1336185" y="1403455"/>
                  </a:lnTo>
                  <a:lnTo>
                    <a:pt x="1336372" y="1403404"/>
                  </a:lnTo>
                  <a:lnTo>
                    <a:pt x="1336386" y="1403400"/>
                  </a:lnTo>
                  <a:lnTo>
                    <a:pt x="1336381" y="1403376"/>
                  </a:lnTo>
                  <a:lnTo>
                    <a:pt x="1336379" y="1403364"/>
                  </a:lnTo>
                  <a:lnTo>
                    <a:pt x="1336375" y="1403336"/>
                  </a:lnTo>
                  <a:lnTo>
                    <a:pt x="1336371" y="1403319"/>
                  </a:lnTo>
                  <a:lnTo>
                    <a:pt x="1336368" y="1403308"/>
                  </a:lnTo>
                  <a:lnTo>
                    <a:pt x="1336367" y="1403303"/>
                  </a:lnTo>
                  <a:lnTo>
                    <a:pt x="1336365" y="1403287"/>
                  </a:lnTo>
                  <a:lnTo>
                    <a:pt x="1336358" y="1403246"/>
                  </a:lnTo>
                  <a:lnTo>
                    <a:pt x="1336353" y="1403216"/>
                  </a:lnTo>
                  <a:lnTo>
                    <a:pt x="1336348" y="1403183"/>
                  </a:lnTo>
                  <a:lnTo>
                    <a:pt x="1336341" y="1403151"/>
                  </a:lnTo>
                  <a:lnTo>
                    <a:pt x="1336336" y="1403123"/>
                  </a:lnTo>
                  <a:lnTo>
                    <a:pt x="1336333" y="1403103"/>
                  </a:lnTo>
                  <a:lnTo>
                    <a:pt x="1336330" y="1403086"/>
                  </a:lnTo>
                  <a:lnTo>
                    <a:pt x="1336326" y="1403063"/>
                  </a:lnTo>
                  <a:lnTo>
                    <a:pt x="1336325" y="1403054"/>
                  </a:lnTo>
                  <a:lnTo>
                    <a:pt x="1336320" y="1403030"/>
                  </a:lnTo>
                  <a:lnTo>
                    <a:pt x="1336317" y="1403011"/>
                  </a:lnTo>
                  <a:lnTo>
                    <a:pt x="1336316" y="1403005"/>
                  </a:lnTo>
                  <a:lnTo>
                    <a:pt x="1336310" y="1402972"/>
                  </a:lnTo>
                  <a:lnTo>
                    <a:pt x="1336302" y="1402929"/>
                  </a:lnTo>
                  <a:lnTo>
                    <a:pt x="1336301" y="1402923"/>
                  </a:lnTo>
                  <a:lnTo>
                    <a:pt x="1336298" y="1402911"/>
                  </a:lnTo>
                  <a:lnTo>
                    <a:pt x="1336296" y="1402896"/>
                  </a:lnTo>
                  <a:lnTo>
                    <a:pt x="1336294" y="1402889"/>
                  </a:lnTo>
                  <a:lnTo>
                    <a:pt x="1336290" y="1402887"/>
                  </a:lnTo>
                  <a:lnTo>
                    <a:pt x="1336262" y="1402895"/>
                  </a:lnTo>
                  <a:lnTo>
                    <a:pt x="1336218" y="1402913"/>
                  </a:lnTo>
                  <a:lnTo>
                    <a:pt x="1336211" y="1402917"/>
                  </a:lnTo>
                  <a:lnTo>
                    <a:pt x="1336114" y="1402982"/>
                  </a:lnTo>
                  <a:lnTo>
                    <a:pt x="1336004" y="1403054"/>
                  </a:lnTo>
                  <a:lnTo>
                    <a:pt x="1335598" y="1403083"/>
                  </a:lnTo>
                  <a:lnTo>
                    <a:pt x="1335269" y="1403051"/>
                  </a:lnTo>
                  <a:lnTo>
                    <a:pt x="1335203" y="1403008"/>
                  </a:lnTo>
                  <a:lnTo>
                    <a:pt x="1335177" y="1402970"/>
                  </a:lnTo>
                  <a:lnTo>
                    <a:pt x="1335141" y="1402859"/>
                  </a:lnTo>
                  <a:lnTo>
                    <a:pt x="1335178" y="1402717"/>
                  </a:lnTo>
                  <a:lnTo>
                    <a:pt x="1335252" y="1402761"/>
                  </a:lnTo>
                  <a:lnTo>
                    <a:pt x="1335255" y="1402749"/>
                  </a:lnTo>
                  <a:lnTo>
                    <a:pt x="1334570" y="1402204"/>
                  </a:lnTo>
                  <a:lnTo>
                    <a:pt x="1334341" y="1402206"/>
                  </a:lnTo>
                  <a:lnTo>
                    <a:pt x="1334350" y="1402257"/>
                  </a:lnTo>
                  <a:lnTo>
                    <a:pt x="1334343" y="1402314"/>
                  </a:lnTo>
                  <a:lnTo>
                    <a:pt x="1334324" y="1402365"/>
                  </a:lnTo>
                  <a:lnTo>
                    <a:pt x="1334327" y="1402389"/>
                  </a:lnTo>
                  <a:lnTo>
                    <a:pt x="1334350" y="1402433"/>
                  </a:lnTo>
                  <a:lnTo>
                    <a:pt x="1334371" y="1402430"/>
                  </a:lnTo>
                  <a:lnTo>
                    <a:pt x="1334395" y="1402427"/>
                  </a:lnTo>
                  <a:lnTo>
                    <a:pt x="1334430" y="1402393"/>
                  </a:lnTo>
                  <a:lnTo>
                    <a:pt x="1334461" y="1402385"/>
                  </a:lnTo>
                  <a:lnTo>
                    <a:pt x="1334480" y="1402384"/>
                  </a:lnTo>
                  <a:lnTo>
                    <a:pt x="1334509" y="1402408"/>
                  </a:lnTo>
                  <a:lnTo>
                    <a:pt x="1334512" y="1402418"/>
                  </a:lnTo>
                  <a:lnTo>
                    <a:pt x="1334483" y="1402449"/>
                  </a:lnTo>
                  <a:lnTo>
                    <a:pt x="1334465" y="1402469"/>
                  </a:lnTo>
                  <a:lnTo>
                    <a:pt x="1334457" y="1402475"/>
                  </a:lnTo>
                  <a:lnTo>
                    <a:pt x="1334465" y="1402490"/>
                  </a:lnTo>
                  <a:lnTo>
                    <a:pt x="1334483" y="1402527"/>
                  </a:lnTo>
                  <a:lnTo>
                    <a:pt x="1334495" y="1402551"/>
                  </a:lnTo>
                  <a:lnTo>
                    <a:pt x="1334516" y="1402553"/>
                  </a:lnTo>
                  <a:lnTo>
                    <a:pt x="1334528" y="1402548"/>
                  </a:lnTo>
                  <a:lnTo>
                    <a:pt x="1334540" y="1402542"/>
                  </a:lnTo>
                  <a:lnTo>
                    <a:pt x="1334569" y="1402543"/>
                  </a:lnTo>
                  <a:lnTo>
                    <a:pt x="1334580" y="1402576"/>
                  </a:lnTo>
                  <a:lnTo>
                    <a:pt x="1334592" y="1402615"/>
                  </a:lnTo>
                  <a:lnTo>
                    <a:pt x="1334592" y="1402627"/>
                  </a:lnTo>
                  <a:lnTo>
                    <a:pt x="1334558" y="1402651"/>
                  </a:lnTo>
                  <a:lnTo>
                    <a:pt x="1334500" y="1402666"/>
                  </a:lnTo>
                  <a:lnTo>
                    <a:pt x="1334469" y="1402666"/>
                  </a:lnTo>
                  <a:lnTo>
                    <a:pt x="1334436" y="1402666"/>
                  </a:lnTo>
                  <a:lnTo>
                    <a:pt x="1334410" y="1402644"/>
                  </a:lnTo>
                  <a:lnTo>
                    <a:pt x="1334374" y="1402663"/>
                  </a:lnTo>
                  <a:lnTo>
                    <a:pt x="1334335" y="1402719"/>
                  </a:lnTo>
                  <a:lnTo>
                    <a:pt x="1334327" y="1402734"/>
                  </a:lnTo>
                  <a:lnTo>
                    <a:pt x="1334337" y="1402746"/>
                  </a:lnTo>
                  <a:lnTo>
                    <a:pt x="1334354" y="1402798"/>
                  </a:lnTo>
                  <a:lnTo>
                    <a:pt x="1334356" y="1402813"/>
                  </a:lnTo>
                  <a:lnTo>
                    <a:pt x="1334334" y="1402841"/>
                  </a:lnTo>
                  <a:lnTo>
                    <a:pt x="1334317" y="1402857"/>
                  </a:lnTo>
                  <a:lnTo>
                    <a:pt x="1334296" y="1402869"/>
                  </a:lnTo>
                  <a:lnTo>
                    <a:pt x="1334290" y="1402872"/>
                  </a:lnTo>
                  <a:lnTo>
                    <a:pt x="1334271" y="1402878"/>
                  </a:lnTo>
                  <a:lnTo>
                    <a:pt x="1334234" y="1402889"/>
                  </a:lnTo>
                  <a:lnTo>
                    <a:pt x="1334190" y="1402901"/>
                  </a:lnTo>
                  <a:lnTo>
                    <a:pt x="1334051" y="1402934"/>
                  </a:lnTo>
                  <a:lnTo>
                    <a:pt x="1334027" y="1402939"/>
                  </a:lnTo>
                  <a:lnTo>
                    <a:pt x="1334022" y="1402939"/>
                  </a:lnTo>
                  <a:lnTo>
                    <a:pt x="1333973" y="1402937"/>
                  </a:lnTo>
                  <a:lnTo>
                    <a:pt x="1333861" y="1402934"/>
                  </a:lnTo>
                  <a:lnTo>
                    <a:pt x="1333812" y="1402933"/>
                  </a:lnTo>
                  <a:lnTo>
                    <a:pt x="1333769" y="1402925"/>
                  </a:lnTo>
                  <a:lnTo>
                    <a:pt x="1333714" y="1402904"/>
                  </a:lnTo>
                  <a:lnTo>
                    <a:pt x="1333640" y="1402883"/>
                  </a:lnTo>
                  <a:lnTo>
                    <a:pt x="1333583" y="1402890"/>
                  </a:lnTo>
                  <a:lnTo>
                    <a:pt x="1333532" y="1402878"/>
                  </a:lnTo>
                  <a:lnTo>
                    <a:pt x="1333469" y="1402846"/>
                  </a:lnTo>
                  <a:lnTo>
                    <a:pt x="1333413" y="1402817"/>
                  </a:lnTo>
                  <a:lnTo>
                    <a:pt x="1333368" y="1402791"/>
                  </a:lnTo>
                  <a:lnTo>
                    <a:pt x="1333324" y="1402738"/>
                  </a:lnTo>
                  <a:lnTo>
                    <a:pt x="1333279" y="1402682"/>
                  </a:lnTo>
                  <a:lnTo>
                    <a:pt x="1333256" y="1402636"/>
                  </a:lnTo>
                  <a:lnTo>
                    <a:pt x="1333238" y="1402594"/>
                  </a:lnTo>
                  <a:lnTo>
                    <a:pt x="1333220" y="1402536"/>
                  </a:lnTo>
                  <a:lnTo>
                    <a:pt x="1333207" y="1402491"/>
                  </a:lnTo>
                  <a:lnTo>
                    <a:pt x="1333197" y="1402488"/>
                  </a:lnTo>
                  <a:lnTo>
                    <a:pt x="1333096" y="1402457"/>
                  </a:lnTo>
                  <a:lnTo>
                    <a:pt x="1332965" y="1402417"/>
                  </a:lnTo>
                  <a:lnTo>
                    <a:pt x="1332936" y="1402413"/>
                  </a:lnTo>
                  <a:lnTo>
                    <a:pt x="1332714" y="1402343"/>
                  </a:lnTo>
                  <a:lnTo>
                    <a:pt x="1332453" y="1402272"/>
                  </a:lnTo>
                  <a:lnTo>
                    <a:pt x="1332260" y="1402277"/>
                  </a:lnTo>
                  <a:lnTo>
                    <a:pt x="1332217" y="1402264"/>
                  </a:lnTo>
                  <a:lnTo>
                    <a:pt x="1332189" y="1402254"/>
                  </a:lnTo>
                  <a:lnTo>
                    <a:pt x="1332123" y="1402293"/>
                  </a:lnTo>
                  <a:lnTo>
                    <a:pt x="1332108" y="1402301"/>
                  </a:lnTo>
                  <a:lnTo>
                    <a:pt x="1332112" y="1402321"/>
                  </a:lnTo>
                  <a:lnTo>
                    <a:pt x="1331979" y="1402354"/>
                  </a:lnTo>
                  <a:lnTo>
                    <a:pt x="1331655" y="1402408"/>
                  </a:lnTo>
                  <a:lnTo>
                    <a:pt x="1331623" y="1402399"/>
                  </a:lnTo>
                  <a:lnTo>
                    <a:pt x="1331594" y="1402373"/>
                  </a:lnTo>
                  <a:lnTo>
                    <a:pt x="1331493" y="1402325"/>
                  </a:lnTo>
                  <a:lnTo>
                    <a:pt x="1331457" y="1402314"/>
                  </a:lnTo>
                  <a:lnTo>
                    <a:pt x="1331412" y="1402321"/>
                  </a:lnTo>
                  <a:lnTo>
                    <a:pt x="1331373" y="1402344"/>
                  </a:lnTo>
                  <a:lnTo>
                    <a:pt x="1331322" y="1402365"/>
                  </a:lnTo>
                  <a:lnTo>
                    <a:pt x="1331286" y="1402381"/>
                  </a:lnTo>
                  <a:lnTo>
                    <a:pt x="1331241" y="1402379"/>
                  </a:lnTo>
                  <a:lnTo>
                    <a:pt x="1331237" y="1402379"/>
                  </a:lnTo>
                  <a:lnTo>
                    <a:pt x="1331218" y="1402380"/>
                  </a:lnTo>
                  <a:lnTo>
                    <a:pt x="1331161" y="1402397"/>
                  </a:lnTo>
                  <a:lnTo>
                    <a:pt x="1331134" y="1402403"/>
                  </a:lnTo>
                  <a:lnTo>
                    <a:pt x="1331091" y="1402405"/>
                  </a:lnTo>
                  <a:lnTo>
                    <a:pt x="1331028" y="1402405"/>
                  </a:lnTo>
                  <a:lnTo>
                    <a:pt x="1330977" y="1402404"/>
                  </a:lnTo>
                  <a:lnTo>
                    <a:pt x="1330944" y="1402409"/>
                  </a:lnTo>
                  <a:lnTo>
                    <a:pt x="1330921" y="1402418"/>
                  </a:lnTo>
                  <a:lnTo>
                    <a:pt x="1330913" y="1402421"/>
                  </a:lnTo>
                  <a:lnTo>
                    <a:pt x="1330803" y="1402481"/>
                  </a:lnTo>
                  <a:lnTo>
                    <a:pt x="1330799" y="1402484"/>
                  </a:lnTo>
                  <a:lnTo>
                    <a:pt x="1330749" y="1402511"/>
                  </a:lnTo>
                  <a:lnTo>
                    <a:pt x="1330719" y="1402519"/>
                  </a:lnTo>
                  <a:lnTo>
                    <a:pt x="1330689" y="1402521"/>
                  </a:lnTo>
                  <a:lnTo>
                    <a:pt x="1330649" y="1402519"/>
                  </a:lnTo>
                  <a:lnTo>
                    <a:pt x="1330578" y="1402506"/>
                  </a:lnTo>
                  <a:lnTo>
                    <a:pt x="1330493" y="1402485"/>
                  </a:lnTo>
                  <a:lnTo>
                    <a:pt x="1330464" y="1402481"/>
                  </a:lnTo>
                  <a:lnTo>
                    <a:pt x="1330443" y="1402485"/>
                  </a:lnTo>
                  <a:lnTo>
                    <a:pt x="1330429" y="1402492"/>
                  </a:lnTo>
                  <a:lnTo>
                    <a:pt x="1330416" y="1402501"/>
                  </a:lnTo>
                  <a:lnTo>
                    <a:pt x="1330409" y="1402510"/>
                  </a:lnTo>
                  <a:lnTo>
                    <a:pt x="1330403" y="1402518"/>
                  </a:lnTo>
                  <a:lnTo>
                    <a:pt x="1330392" y="1402540"/>
                  </a:lnTo>
                  <a:lnTo>
                    <a:pt x="1330388" y="1402554"/>
                  </a:lnTo>
                  <a:lnTo>
                    <a:pt x="1330383" y="1402568"/>
                  </a:lnTo>
                  <a:lnTo>
                    <a:pt x="1330380" y="1402579"/>
                  </a:lnTo>
                  <a:lnTo>
                    <a:pt x="1330378" y="1402591"/>
                  </a:lnTo>
                  <a:lnTo>
                    <a:pt x="1330373" y="1402625"/>
                  </a:lnTo>
                  <a:lnTo>
                    <a:pt x="1330369" y="1402645"/>
                  </a:lnTo>
                  <a:lnTo>
                    <a:pt x="1330336" y="1402677"/>
                  </a:lnTo>
                  <a:lnTo>
                    <a:pt x="1330303" y="1402698"/>
                  </a:lnTo>
                  <a:lnTo>
                    <a:pt x="1330281" y="1402708"/>
                  </a:lnTo>
                  <a:lnTo>
                    <a:pt x="1330256" y="1402715"/>
                  </a:lnTo>
                  <a:lnTo>
                    <a:pt x="1330248" y="1402715"/>
                  </a:lnTo>
                  <a:lnTo>
                    <a:pt x="1330242" y="1402714"/>
                  </a:lnTo>
                  <a:lnTo>
                    <a:pt x="1330234" y="1402714"/>
                  </a:lnTo>
                  <a:lnTo>
                    <a:pt x="1330226" y="1402709"/>
                  </a:lnTo>
                  <a:lnTo>
                    <a:pt x="1330142" y="1402662"/>
                  </a:lnTo>
                  <a:lnTo>
                    <a:pt x="1330131" y="1402660"/>
                  </a:lnTo>
                  <a:lnTo>
                    <a:pt x="1330127" y="1402659"/>
                  </a:lnTo>
                  <a:lnTo>
                    <a:pt x="1330121" y="1402661"/>
                  </a:lnTo>
                  <a:lnTo>
                    <a:pt x="1330107" y="1402664"/>
                  </a:lnTo>
                  <a:lnTo>
                    <a:pt x="1330097" y="1402669"/>
                  </a:lnTo>
                  <a:lnTo>
                    <a:pt x="1330086" y="1402683"/>
                  </a:lnTo>
                  <a:lnTo>
                    <a:pt x="1330071" y="1402716"/>
                  </a:lnTo>
                  <a:lnTo>
                    <a:pt x="1330057" y="1402760"/>
                  </a:lnTo>
                  <a:lnTo>
                    <a:pt x="1330034" y="1402800"/>
                  </a:lnTo>
                  <a:lnTo>
                    <a:pt x="1330007" y="1402837"/>
                  </a:lnTo>
                  <a:lnTo>
                    <a:pt x="1329997" y="1402848"/>
                  </a:lnTo>
                  <a:lnTo>
                    <a:pt x="1329988" y="1402855"/>
                  </a:lnTo>
                  <a:lnTo>
                    <a:pt x="1329969" y="1402864"/>
                  </a:lnTo>
                  <a:lnTo>
                    <a:pt x="1329948" y="1402869"/>
                  </a:lnTo>
                  <a:lnTo>
                    <a:pt x="1329935" y="1402871"/>
                  </a:lnTo>
                  <a:lnTo>
                    <a:pt x="1329907" y="1402868"/>
                  </a:lnTo>
                  <a:lnTo>
                    <a:pt x="1329891" y="1402859"/>
                  </a:lnTo>
                  <a:lnTo>
                    <a:pt x="1329868" y="1402842"/>
                  </a:lnTo>
                  <a:lnTo>
                    <a:pt x="1329842" y="1402828"/>
                  </a:lnTo>
                  <a:lnTo>
                    <a:pt x="1329819" y="1402815"/>
                  </a:lnTo>
                  <a:lnTo>
                    <a:pt x="1329792" y="1402806"/>
                  </a:lnTo>
                  <a:lnTo>
                    <a:pt x="1329773" y="1402804"/>
                  </a:lnTo>
                  <a:lnTo>
                    <a:pt x="1329759" y="1402802"/>
                  </a:lnTo>
                  <a:lnTo>
                    <a:pt x="1329743" y="1402803"/>
                  </a:lnTo>
                  <a:lnTo>
                    <a:pt x="1329648" y="1402832"/>
                  </a:lnTo>
                  <a:lnTo>
                    <a:pt x="1329595" y="1402846"/>
                  </a:lnTo>
                  <a:lnTo>
                    <a:pt x="1329576" y="1402850"/>
                  </a:lnTo>
                  <a:lnTo>
                    <a:pt x="1329564" y="1402852"/>
                  </a:lnTo>
                  <a:lnTo>
                    <a:pt x="1329536" y="1402852"/>
                  </a:lnTo>
                  <a:lnTo>
                    <a:pt x="1329513" y="1402847"/>
                  </a:lnTo>
                  <a:lnTo>
                    <a:pt x="1329496" y="1402837"/>
                  </a:lnTo>
                  <a:lnTo>
                    <a:pt x="1329482" y="1402824"/>
                  </a:lnTo>
                  <a:lnTo>
                    <a:pt x="1329443" y="1402785"/>
                  </a:lnTo>
                  <a:lnTo>
                    <a:pt x="1329426" y="1402767"/>
                  </a:lnTo>
                  <a:lnTo>
                    <a:pt x="1329404" y="1402738"/>
                  </a:lnTo>
                  <a:lnTo>
                    <a:pt x="1329386" y="1402706"/>
                  </a:lnTo>
                  <a:lnTo>
                    <a:pt x="1329379" y="1402688"/>
                  </a:lnTo>
                  <a:lnTo>
                    <a:pt x="1329347" y="1402608"/>
                  </a:lnTo>
                  <a:lnTo>
                    <a:pt x="1329334" y="1402571"/>
                  </a:lnTo>
                  <a:lnTo>
                    <a:pt x="1329276" y="1402382"/>
                  </a:lnTo>
                  <a:lnTo>
                    <a:pt x="1329210" y="1402202"/>
                  </a:lnTo>
                  <a:lnTo>
                    <a:pt x="1329185" y="1402121"/>
                  </a:lnTo>
                  <a:lnTo>
                    <a:pt x="1329178" y="1402099"/>
                  </a:lnTo>
                  <a:lnTo>
                    <a:pt x="1329166" y="1402060"/>
                  </a:lnTo>
                  <a:lnTo>
                    <a:pt x="1329145" y="1401999"/>
                  </a:lnTo>
                  <a:lnTo>
                    <a:pt x="1329132" y="1401935"/>
                  </a:lnTo>
                  <a:lnTo>
                    <a:pt x="1329116" y="1401887"/>
                  </a:lnTo>
                  <a:lnTo>
                    <a:pt x="1329092" y="1401832"/>
                  </a:lnTo>
                  <a:lnTo>
                    <a:pt x="1329047" y="1401716"/>
                  </a:lnTo>
                  <a:lnTo>
                    <a:pt x="1329036" y="1401684"/>
                  </a:lnTo>
                  <a:lnTo>
                    <a:pt x="1329035" y="1401679"/>
                  </a:lnTo>
                  <a:lnTo>
                    <a:pt x="1329026" y="1401646"/>
                  </a:lnTo>
                  <a:lnTo>
                    <a:pt x="1329018" y="1401613"/>
                  </a:lnTo>
                  <a:lnTo>
                    <a:pt x="1329012" y="1401577"/>
                  </a:lnTo>
                  <a:lnTo>
                    <a:pt x="1329014" y="1401552"/>
                  </a:lnTo>
                  <a:lnTo>
                    <a:pt x="1329017" y="1401536"/>
                  </a:lnTo>
                  <a:lnTo>
                    <a:pt x="1329024" y="1401508"/>
                  </a:lnTo>
                  <a:lnTo>
                    <a:pt x="1329038" y="1401456"/>
                  </a:lnTo>
                  <a:lnTo>
                    <a:pt x="1329039" y="1401434"/>
                  </a:lnTo>
                  <a:lnTo>
                    <a:pt x="1329039" y="1401422"/>
                  </a:lnTo>
                  <a:lnTo>
                    <a:pt x="1329036" y="1401405"/>
                  </a:lnTo>
                  <a:lnTo>
                    <a:pt x="1329033" y="1401397"/>
                  </a:lnTo>
                  <a:lnTo>
                    <a:pt x="1328982" y="1401349"/>
                  </a:lnTo>
                  <a:lnTo>
                    <a:pt x="1328969" y="1401337"/>
                  </a:lnTo>
                  <a:lnTo>
                    <a:pt x="1328951" y="1401321"/>
                  </a:lnTo>
                  <a:lnTo>
                    <a:pt x="1328899" y="1401277"/>
                  </a:lnTo>
                  <a:lnTo>
                    <a:pt x="1328820" y="1401216"/>
                  </a:lnTo>
                  <a:lnTo>
                    <a:pt x="1328788" y="1401196"/>
                  </a:lnTo>
                  <a:lnTo>
                    <a:pt x="1328726" y="1401166"/>
                  </a:lnTo>
                  <a:lnTo>
                    <a:pt x="1328687" y="1401151"/>
                  </a:lnTo>
                  <a:lnTo>
                    <a:pt x="1328656" y="1401138"/>
                  </a:lnTo>
                  <a:lnTo>
                    <a:pt x="1328651" y="1401134"/>
                  </a:lnTo>
                  <a:lnTo>
                    <a:pt x="1328644" y="1401129"/>
                  </a:lnTo>
                  <a:lnTo>
                    <a:pt x="1328634" y="1401119"/>
                  </a:lnTo>
                  <a:lnTo>
                    <a:pt x="1328612" y="1401099"/>
                  </a:lnTo>
                  <a:lnTo>
                    <a:pt x="1328586" y="1401082"/>
                  </a:lnTo>
                  <a:lnTo>
                    <a:pt x="1328565" y="1401075"/>
                  </a:lnTo>
                  <a:lnTo>
                    <a:pt x="1328545" y="1401071"/>
                  </a:lnTo>
                  <a:lnTo>
                    <a:pt x="1328525" y="1401062"/>
                  </a:lnTo>
                  <a:lnTo>
                    <a:pt x="1328513" y="1401050"/>
                  </a:lnTo>
                  <a:lnTo>
                    <a:pt x="1328506" y="1401038"/>
                  </a:lnTo>
                  <a:lnTo>
                    <a:pt x="1328503" y="1401034"/>
                  </a:lnTo>
                  <a:lnTo>
                    <a:pt x="1328499" y="1401022"/>
                  </a:lnTo>
                  <a:lnTo>
                    <a:pt x="1328506" y="1401012"/>
                  </a:lnTo>
                  <a:lnTo>
                    <a:pt x="1328511" y="1401006"/>
                  </a:lnTo>
                  <a:lnTo>
                    <a:pt x="1328513" y="1401002"/>
                  </a:lnTo>
                  <a:lnTo>
                    <a:pt x="1328518" y="1400993"/>
                  </a:lnTo>
                  <a:lnTo>
                    <a:pt x="1328513" y="1400974"/>
                  </a:lnTo>
                  <a:lnTo>
                    <a:pt x="1328502" y="1400952"/>
                  </a:lnTo>
                  <a:lnTo>
                    <a:pt x="1328459" y="1400891"/>
                  </a:lnTo>
                  <a:lnTo>
                    <a:pt x="1328424" y="1400847"/>
                  </a:lnTo>
                  <a:lnTo>
                    <a:pt x="1328406" y="1400825"/>
                  </a:lnTo>
                  <a:lnTo>
                    <a:pt x="1328387" y="1400810"/>
                  </a:lnTo>
                  <a:lnTo>
                    <a:pt x="1328381" y="1400805"/>
                  </a:lnTo>
                  <a:lnTo>
                    <a:pt x="1328377" y="1400801"/>
                  </a:lnTo>
                  <a:lnTo>
                    <a:pt x="1328366" y="1400768"/>
                  </a:lnTo>
                  <a:lnTo>
                    <a:pt x="1328361" y="1400754"/>
                  </a:lnTo>
                  <a:lnTo>
                    <a:pt x="1328353" y="1400746"/>
                  </a:lnTo>
                  <a:lnTo>
                    <a:pt x="1328312" y="1400713"/>
                  </a:lnTo>
                  <a:lnTo>
                    <a:pt x="1328300" y="1400698"/>
                  </a:lnTo>
                  <a:lnTo>
                    <a:pt x="1328296" y="1400693"/>
                  </a:lnTo>
                  <a:lnTo>
                    <a:pt x="1328294" y="1400683"/>
                  </a:lnTo>
                  <a:lnTo>
                    <a:pt x="1328295" y="1400678"/>
                  </a:lnTo>
                  <a:lnTo>
                    <a:pt x="1328318" y="1400637"/>
                  </a:lnTo>
                  <a:lnTo>
                    <a:pt x="1328354" y="1400594"/>
                  </a:lnTo>
                  <a:lnTo>
                    <a:pt x="1328359" y="1400575"/>
                  </a:lnTo>
                  <a:lnTo>
                    <a:pt x="1328357" y="1400566"/>
                  </a:lnTo>
                  <a:lnTo>
                    <a:pt x="1328354" y="1400555"/>
                  </a:lnTo>
                  <a:lnTo>
                    <a:pt x="1328349" y="1400544"/>
                  </a:lnTo>
                  <a:lnTo>
                    <a:pt x="1328342" y="1400537"/>
                  </a:lnTo>
                  <a:lnTo>
                    <a:pt x="1328333" y="1400534"/>
                  </a:lnTo>
                  <a:lnTo>
                    <a:pt x="1328320" y="1400531"/>
                  </a:lnTo>
                  <a:lnTo>
                    <a:pt x="1328308" y="1400529"/>
                  </a:lnTo>
                  <a:lnTo>
                    <a:pt x="1328296" y="1400527"/>
                  </a:lnTo>
                  <a:lnTo>
                    <a:pt x="1328286" y="1400527"/>
                  </a:lnTo>
                  <a:lnTo>
                    <a:pt x="1328252" y="1400529"/>
                  </a:lnTo>
                  <a:lnTo>
                    <a:pt x="1328246" y="1400530"/>
                  </a:lnTo>
                  <a:lnTo>
                    <a:pt x="1328222" y="1400540"/>
                  </a:lnTo>
                  <a:lnTo>
                    <a:pt x="1328187" y="1400557"/>
                  </a:lnTo>
                  <a:lnTo>
                    <a:pt x="1328115" y="1400595"/>
                  </a:lnTo>
                  <a:lnTo>
                    <a:pt x="1328066" y="1400626"/>
                  </a:lnTo>
                  <a:lnTo>
                    <a:pt x="1328051" y="1400637"/>
                  </a:lnTo>
                  <a:lnTo>
                    <a:pt x="1328030" y="1400658"/>
                  </a:lnTo>
                  <a:lnTo>
                    <a:pt x="1328018" y="1400673"/>
                  </a:lnTo>
                  <a:lnTo>
                    <a:pt x="1328013" y="1400678"/>
                  </a:lnTo>
                  <a:lnTo>
                    <a:pt x="1328003" y="1400687"/>
                  </a:lnTo>
                  <a:lnTo>
                    <a:pt x="1327998" y="1400688"/>
                  </a:lnTo>
                  <a:lnTo>
                    <a:pt x="1327992" y="1400687"/>
                  </a:lnTo>
                  <a:lnTo>
                    <a:pt x="1327983" y="1400682"/>
                  </a:lnTo>
                  <a:lnTo>
                    <a:pt x="1327964" y="1400663"/>
                  </a:lnTo>
                  <a:lnTo>
                    <a:pt x="1327939" y="1400634"/>
                  </a:lnTo>
                  <a:lnTo>
                    <a:pt x="1327885" y="1400586"/>
                  </a:lnTo>
                  <a:lnTo>
                    <a:pt x="1327873" y="1400578"/>
                  </a:lnTo>
                  <a:lnTo>
                    <a:pt x="1327862" y="1400573"/>
                  </a:lnTo>
                  <a:lnTo>
                    <a:pt x="1327857" y="1400570"/>
                  </a:lnTo>
                  <a:lnTo>
                    <a:pt x="1327839" y="1400568"/>
                  </a:lnTo>
                  <a:lnTo>
                    <a:pt x="1327832" y="1400567"/>
                  </a:lnTo>
                  <a:lnTo>
                    <a:pt x="1327828" y="1400566"/>
                  </a:lnTo>
                  <a:lnTo>
                    <a:pt x="1327812" y="1400569"/>
                  </a:lnTo>
                  <a:lnTo>
                    <a:pt x="1327791" y="1400579"/>
                  </a:lnTo>
                  <a:lnTo>
                    <a:pt x="1327785" y="1400579"/>
                  </a:lnTo>
                  <a:lnTo>
                    <a:pt x="1327777" y="1400579"/>
                  </a:lnTo>
                  <a:lnTo>
                    <a:pt x="1327769" y="1400578"/>
                  </a:lnTo>
                  <a:lnTo>
                    <a:pt x="1327754" y="1400570"/>
                  </a:lnTo>
                  <a:lnTo>
                    <a:pt x="1327750" y="1400568"/>
                  </a:lnTo>
                  <a:lnTo>
                    <a:pt x="1327743" y="1400563"/>
                  </a:lnTo>
                  <a:lnTo>
                    <a:pt x="1327715" y="1400546"/>
                  </a:lnTo>
                  <a:lnTo>
                    <a:pt x="1327679" y="1400518"/>
                  </a:lnTo>
                  <a:lnTo>
                    <a:pt x="1327649" y="1400492"/>
                  </a:lnTo>
                  <a:lnTo>
                    <a:pt x="1327624" y="1400468"/>
                  </a:lnTo>
                  <a:lnTo>
                    <a:pt x="1327603" y="1400455"/>
                  </a:lnTo>
                  <a:lnTo>
                    <a:pt x="1327595" y="1400450"/>
                  </a:lnTo>
                  <a:lnTo>
                    <a:pt x="1327587" y="1400449"/>
                  </a:lnTo>
                  <a:lnTo>
                    <a:pt x="1327571" y="1400450"/>
                  </a:lnTo>
                  <a:lnTo>
                    <a:pt x="1327564" y="1400450"/>
                  </a:lnTo>
                  <a:lnTo>
                    <a:pt x="1327550" y="1400448"/>
                  </a:lnTo>
                  <a:lnTo>
                    <a:pt x="1327535" y="1400448"/>
                  </a:lnTo>
                  <a:lnTo>
                    <a:pt x="1327518" y="1400453"/>
                  </a:lnTo>
                  <a:lnTo>
                    <a:pt x="1327509" y="1400458"/>
                  </a:lnTo>
                  <a:lnTo>
                    <a:pt x="1327507" y="1400462"/>
                  </a:lnTo>
                  <a:lnTo>
                    <a:pt x="1327503" y="1400467"/>
                  </a:lnTo>
                  <a:lnTo>
                    <a:pt x="1327501" y="1400475"/>
                  </a:lnTo>
                  <a:lnTo>
                    <a:pt x="1327502" y="1400487"/>
                  </a:lnTo>
                  <a:lnTo>
                    <a:pt x="1327507" y="1400504"/>
                  </a:lnTo>
                  <a:lnTo>
                    <a:pt x="1327516" y="1400531"/>
                  </a:lnTo>
                  <a:lnTo>
                    <a:pt x="1327516" y="1400554"/>
                  </a:lnTo>
                  <a:lnTo>
                    <a:pt x="1327515" y="1400574"/>
                  </a:lnTo>
                  <a:lnTo>
                    <a:pt x="1327512" y="1400588"/>
                  </a:lnTo>
                  <a:lnTo>
                    <a:pt x="1327510" y="1400597"/>
                  </a:lnTo>
                  <a:lnTo>
                    <a:pt x="1327506" y="1400607"/>
                  </a:lnTo>
                  <a:lnTo>
                    <a:pt x="1327504" y="1400613"/>
                  </a:lnTo>
                  <a:lnTo>
                    <a:pt x="1327494" y="1400627"/>
                  </a:lnTo>
                  <a:lnTo>
                    <a:pt x="1327489" y="1400634"/>
                  </a:lnTo>
                  <a:lnTo>
                    <a:pt x="1327479" y="1400640"/>
                  </a:lnTo>
                  <a:lnTo>
                    <a:pt x="1327470" y="1400642"/>
                  </a:lnTo>
                  <a:lnTo>
                    <a:pt x="1327456" y="1400643"/>
                  </a:lnTo>
                  <a:lnTo>
                    <a:pt x="1327439" y="1400636"/>
                  </a:lnTo>
                  <a:lnTo>
                    <a:pt x="1327431" y="1400633"/>
                  </a:lnTo>
                  <a:lnTo>
                    <a:pt x="1327403" y="1400617"/>
                  </a:lnTo>
                  <a:lnTo>
                    <a:pt x="1327387" y="1400609"/>
                  </a:lnTo>
                  <a:lnTo>
                    <a:pt x="1327368" y="1400595"/>
                  </a:lnTo>
                  <a:lnTo>
                    <a:pt x="1327354" y="1400582"/>
                  </a:lnTo>
                  <a:lnTo>
                    <a:pt x="1327338" y="1400562"/>
                  </a:lnTo>
                  <a:lnTo>
                    <a:pt x="1327332" y="1400547"/>
                  </a:lnTo>
                  <a:lnTo>
                    <a:pt x="1327329" y="1400532"/>
                  </a:lnTo>
                  <a:lnTo>
                    <a:pt x="1327330" y="1400527"/>
                  </a:lnTo>
                  <a:lnTo>
                    <a:pt x="1327333" y="1400521"/>
                  </a:lnTo>
                  <a:lnTo>
                    <a:pt x="1327342" y="1400513"/>
                  </a:lnTo>
                  <a:lnTo>
                    <a:pt x="1327348" y="1400506"/>
                  </a:lnTo>
                  <a:lnTo>
                    <a:pt x="1327350" y="1400499"/>
                  </a:lnTo>
                  <a:lnTo>
                    <a:pt x="1327354" y="1400483"/>
                  </a:lnTo>
                  <a:lnTo>
                    <a:pt x="1327357" y="1400455"/>
                  </a:lnTo>
                  <a:lnTo>
                    <a:pt x="1327365" y="1400407"/>
                  </a:lnTo>
                  <a:lnTo>
                    <a:pt x="1327366" y="1400394"/>
                  </a:lnTo>
                  <a:lnTo>
                    <a:pt x="1327364" y="1400383"/>
                  </a:lnTo>
                  <a:lnTo>
                    <a:pt x="1327361" y="1400373"/>
                  </a:lnTo>
                  <a:lnTo>
                    <a:pt x="1327356" y="1400362"/>
                  </a:lnTo>
                  <a:lnTo>
                    <a:pt x="1327349" y="1400347"/>
                  </a:lnTo>
                  <a:lnTo>
                    <a:pt x="1327331" y="1400321"/>
                  </a:lnTo>
                  <a:lnTo>
                    <a:pt x="1327308" y="1400290"/>
                  </a:lnTo>
                  <a:lnTo>
                    <a:pt x="1327279" y="1400260"/>
                  </a:lnTo>
                  <a:lnTo>
                    <a:pt x="1327255" y="1400238"/>
                  </a:lnTo>
                  <a:lnTo>
                    <a:pt x="1327232" y="1400225"/>
                  </a:lnTo>
                  <a:lnTo>
                    <a:pt x="1327214" y="1400220"/>
                  </a:lnTo>
                  <a:lnTo>
                    <a:pt x="1327172" y="1400214"/>
                  </a:lnTo>
                  <a:lnTo>
                    <a:pt x="1327137" y="1400212"/>
                  </a:lnTo>
                  <a:lnTo>
                    <a:pt x="1327100" y="1400202"/>
                  </a:lnTo>
                  <a:lnTo>
                    <a:pt x="1327077" y="1400191"/>
                  </a:lnTo>
                  <a:lnTo>
                    <a:pt x="1327068" y="1400186"/>
                  </a:lnTo>
                  <a:lnTo>
                    <a:pt x="1327053" y="1400173"/>
                  </a:lnTo>
                  <a:lnTo>
                    <a:pt x="1327046" y="1400164"/>
                  </a:lnTo>
                  <a:lnTo>
                    <a:pt x="1327030" y="1400144"/>
                  </a:lnTo>
                  <a:lnTo>
                    <a:pt x="1327021" y="1400128"/>
                  </a:lnTo>
                  <a:lnTo>
                    <a:pt x="1327013" y="1400106"/>
                  </a:lnTo>
                  <a:lnTo>
                    <a:pt x="1327012" y="1400093"/>
                  </a:lnTo>
                  <a:lnTo>
                    <a:pt x="1327015" y="1400084"/>
                  </a:lnTo>
                  <a:lnTo>
                    <a:pt x="1327022" y="1400072"/>
                  </a:lnTo>
                  <a:lnTo>
                    <a:pt x="1327029" y="1400063"/>
                  </a:lnTo>
                  <a:lnTo>
                    <a:pt x="1327056" y="1400041"/>
                  </a:lnTo>
                  <a:lnTo>
                    <a:pt x="1327060" y="1400038"/>
                  </a:lnTo>
                  <a:lnTo>
                    <a:pt x="1327068" y="1400032"/>
                  </a:lnTo>
                  <a:lnTo>
                    <a:pt x="1327102" y="1400004"/>
                  </a:lnTo>
                  <a:lnTo>
                    <a:pt x="1327110" y="1399996"/>
                  </a:lnTo>
                  <a:lnTo>
                    <a:pt x="1327114" y="1399988"/>
                  </a:lnTo>
                  <a:lnTo>
                    <a:pt x="1327119" y="1399979"/>
                  </a:lnTo>
                  <a:lnTo>
                    <a:pt x="1327119" y="1399968"/>
                  </a:lnTo>
                  <a:lnTo>
                    <a:pt x="1327115" y="1399955"/>
                  </a:lnTo>
                  <a:lnTo>
                    <a:pt x="1327108" y="1399942"/>
                  </a:lnTo>
                  <a:lnTo>
                    <a:pt x="1327100" y="1399926"/>
                  </a:lnTo>
                  <a:lnTo>
                    <a:pt x="1327099" y="1399916"/>
                  </a:lnTo>
                  <a:lnTo>
                    <a:pt x="1327096" y="1399899"/>
                  </a:lnTo>
                  <a:lnTo>
                    <a:pt x="1327094" y="1399874"/>
                  </a:lnTo>
                  <a:lnTo>
                    <a:pt x="1327095" y="1399850"/>
                  </a:lnTo>
                  <a:lnTo>
                    <a:pt x="1327097" y="1399831"/>
                  </a:lnTo>
                  <a:lnTo>
                    <a:pt x="1327095" y="1399817"/>
                  </a:lnTo>
                  <a:lnTo>
                    <a:pt x="1327091" y="1399803"/>
                  </a:lnTo>
                  <a:lnTo>
                    <a:pt x="1327088" y="1399797"/>
                  </a:lnTo>
                  <a:lnTo>
                    <a:pt x="1327085" y="1399792"/>
                  </a:lnTo>
                  <a:lnTo>
                    <a:pt x="1327081" y="1399786"/>
                  </a:lnTo>
                  <a:lnTo>
                    <a:pt x="1327072" y="1399782"/>
                  </a:lnTo>
                  <a:lnTo>
                    <a:pt x="1327064" y="1399781"/>
                  </a:lnTo>
                  <a:lnTo>
                    <a:pt x="1327058" y="1399780"/>
                  </a:lnTo>
                  <a:lnTo>
                    <a:pt x="1327012" y="1399781"/>
                  </a:lnTo>
                  <a:lnTo>
                    <a:pt x="1327002" y="1399783"/>
                  </a:lnTo>
                  <a:lnTo>
                    <a:pt x="1326954" y="1399788"/>
                  </a:lnTo>
                  <a:lnTo>
                    <a:pt x="1326923" y="1399789"/>
                  </a:lnTo>
                  <a:lnTo>
                    <a:pt x="1326895" y="1399789"/>
                  </a:lnTo>
                  <a:lnTo>
                    <a:pt x="1326873" y="1399789"/>
                  </a:lnTo>
                  <a:lnTo>
                    <a:pt x="1326850" y="1399787"/>
                  </a:lnTo>
                  <a:lnTo>
                    <a:pt x="1326836" y="1399784"/>
                  </a:lnTo>
                  <a:lnTo>
                    <a:pt x="1326801" y="1399773"/>
                  </a:lnTo>
                  <a:lnTo>
                    <a:pt x="1326789" y="1399767"/>
                  </a:lnTo>
                  <a:lnTo>
                    <a:pt x="1326775" y="1399757"/>
                  </a:lnTo>
                  <a:lnTo>
                    <a:pt x="1326770" y="1399750"/>
                  </a:lnTo>
                  <a:lnTo>
                    <a:pt x="1326768" y="1399740"/>
                  </a:lnTo>
                  <a:lnTo>
                    <a:pt x="1326767" y="1399717"/>
                  </a:lnTo>
                  <a:lnTo>
                    <a:pt x="1326767" y="1399709"/>
                  </a:lnTo>
                  <a:lnTo>
                    <a:pt x="1326766" y="1399702"/>
                  </a:lnTo>
                  <a:lnTo>
                    <a:pt x="1326763" y="1399696"/>
                  </a:lnTo>
                  <a:lnTo>
                    <a:pt x="1326756" y="1399687"/>
                  </a:lnTo>
                  <a:lnTo>
                    <a:pt x="1326736" y="1399667"/>
                  </a:lnTo>
                  <a:lnTo>
                    <a:pt x="1326727" y="1399656"/>
                  </a:lnTo>
                  <a:lnTo>
                    <a:pt x="1326723" y="1399646"/>
                  </a:lnTo>
                  <a:lnTo>
                    <a:pt x="1326721" y="1399636"/>
                  </a:lnTo>
                  <a:lnTo>
                    <a:pt x="1326720" y="1399600"/>
                  </a:lnTo>
                  <a:lnTo>
                    <a:pt x="1326721" y="1399582"/>
                  </a:lnTo>
                  <a:lnTo>
                    <a:pt x="1326725" y="1399570"/>
                  </a:lnTo>
                  <a:lnTo>
                    <a:pt x="1326730" y="1399556"/>
                  </a:lnTo>
                  <a:lnTo>
                    <a:pt x="1326732" y="1399551"/>
                  </a:lnTo>
                  <a:lnTo>
                    <a:pt x="1326735" y="1399545"/>
                  </a:lnTo>
                  <a:lnTo>
                    <a:pt x="1326740" y="1399539"/>
                  </a:lnTo>
                  <a:lnTo>
                    <a:pt x="1326745" y="1399534"/>
                  </a:lnTo>
                  <a:lnTo>
                    <a:pt x="1326750" y="1399529"/>
                  </a:lnTo>
                  <a:lnTo>
                    <a:pt x="1326759" y="1399527"/>
                  </a:lnTo>
                  <a:lnTo>
                    <a:pt x="1326776" y="1399526"/>
                  </a:lnTo>
                  <a:lnTo>
                    <a:pt x="1326793" y="1399524"/>
                  </a:lnTo>
                  <a:lnTo>
                    <a:pt x="1326830" y="1399519"/>
                  </a:lnTo>
                  <a:lnTo>
                    <a:pt x="1326865" y="1399512"/>
                  </a:lnTo>
                  <a:lnTo>
                    <a:pt x="1326874" y="1399511"/>
                  </a:lnTo>
                  <a:lnTo>
                    <a:pt x="1326905" y="1399503"/>
                  </a:lnTo>
                  <a:lnTo>
                    <a:pt x="1326918" y="1399500"/>
                  </a:lnTo>
                  <a:lnTo>
                    <a:pt x="1326934" y="1399496"/>
                  </a:lnTo>
                  <a:lnTo>
                    <a:pt x="1326948" y="1399491"/>
                  </a:lnTo>
                  <a:lnTo>
                    <a:pt x="1326966" y="1399482"/>
                  </a:lnTo>
                  <a:lnTo>
                    <a:pt x="1326978" y="1399474"/>
                  </a:lnTo>
                  <a:lnTo>
                    <a:pt x="1326982" y="1399470"/>
                  </a:lnTo>
                  <a:lnTo>
                    <a:pt x="1326990" y="1399462"/>
                  </a:lnTo>
                  <a:lnTo>
                    <a:pt x="1326998" y="1399451"/>
                  </a:lnTo>
                  <a:lnTo>
                    <a:pt x="1327007" y="1399434"/>
                  </a:lnTo>
                  <a:lnTo>
                    <a:pt x="1327019" y="1399404"/>
                  </a:lnTo>
                  <a:lnTo>
                    <a:pt x="1327025" y="1399390"/>
                  </a:lnTo>
                  <a:lnTo>
                    <a:pt x="1327035" y="1399358"/>
                  </a:lnTo>
                  <a:lnTo>
                    <a:pt x="1327030" y="1399343"/>
                  </a:lnTo>
                  <a:lnTo>
                    <a:pt x="1327027" y="1399336"/>
                  </a:lnTo>
                  <a:lnTo>
                    <a:pt x="1327012" y="1399311"/>
                  </a:lnTo>
                  <a:lnTo>
                    <a:pt x="1326993" y="1399285"/>
                  </a:lnTo>
                  <a:lnTo>
                    <a:pt x="1326963" y="1399255"/>
                  </a:lnTo>
                  <a:lnTo>
                    <a:pt x="1326955" y="1399250"/>
                  </a:lnTo>
                  <a:lnTo>
                    <a:pt x="1326947" y="1399247"/>
                  </a:lnTo>
                  <a:lnTo>
                    <a:pt x="1326937" y="1399245"/>
                  </a:lnTo>
                  <a:lnTo>
                    <a:pt x="1326917" y="1399244"/>
                  </a:lnTo>
                  <a:lnTo>
                    <a:pt x="1326907" y="1399242"/>
                  </a:lnTo>
                  <a:lnTo>
                    <a:pt x="1326896" y="1399238"/>
                  </a:lnTo>
                  <a:lnTo>
                    <a:pt x="1326879" y="1399229"/>
                  </a:lnTo>
                  <a:lnTo>
                    <a:pt x="1326867" y="1399221"/>
                  </a:lnTo>
                  <a:lnTo>
                    <a:pt x="1326857" y="1399214"/>
                  </a:lnTo>
                  <a:lnTo>
                    <a:pt x="1326843" y="1399207"/>
                  </a:lnTo>
                  <a:lnTo>
                    <a:pt x="1326833" y="1399198"/>
                  </a:lnTo>
                  <a:lnTo>
                    <a:pt x="1326827" y="1399190"/>
                  </a:lnTo>
                  <a:lnTo>
                    <a:pt x="1326823" y="1399182"/>
                  </a:lnTo>
                  <a:lnTo>
                    <a:pt x="1326820" y="1399169"/>
                  </a:lnTo>
                  <a:lnTo>
                    <a:pt x="1326820" y="1399162"/>
                  </a:lnTo>
                  <a:lnTo>
                    <a:pt x="1326819" y="1399155"/>
                  </a:lnTo>
                  <a:lnTo>
                    <a:pt x="1326820" y="1399147"/>
                  </a:lnTo>
                  <a:lnTo>
                    <a:pt x="1326821" y="1399141"/>
                  </a:lnTo>
                  <a:lnTo>
                    <a:pt x="1326827" y="1399134"/>
                  </a:lnTo>
                  <a:lnTo>
                    <a:pt x="1326842" y="1399120"/>
                  </a:lnTo>
                  <a:lnTo>
                    <a:pt x="1326860" y="1399101"/>
                  </a:lnTo>
                  <a:lnTo>
                    <a:pt x="1326864" y="1399096"/>
                  </a:lnTo>
                  <a:lnTo>
                    <a:pt x="1326872" y="1399087"/>
                  </a:lnTo>
                  <a:lnTo>
                    <a:pt x="1326891" y="1399057"/>
                  </a:lnTo>
                  <a:lnTo>
                    <a:pt x="1326899" y="1399042"/>
                  </a:lnTo>
                  <a:lnTo>
                    <a:pt x="1326904" y="1399031"/>
                  </a:lnTo>
                  <a:lnTo>
                    <a:pt x="1326920" y="1398996"/>
                  </a:lnTo>
                  <a:lnTo>
                    <a:pt x="1326925" y="1398986"/>
                  </a:lnTo>
                  <a:lnTo>
                    <a:pt x="1326932" y="1398972"/>
                  </a:lnTo>
                  <a:lnTo>
                    <a:pt x="1326934" y="1398961"/>
                  </a:lnTo>
                  <a:lnTo>
                    <a:pt x="1326935" y="1398955"/>
                  </a:lnTo>
                  <a:lnTo>
                    <a:pt x="1326935" y="1398948"/>
                  </a:lnTo>
                  <a:lnTo>
                    <a:pt x="1326931" y="1398940"/>
                  </a:lnTo>
                  <a:lnTo>
                    <a:pt x="1326924" y="1398930"/>
                  </a:lnTo>
                  <a:lnTo>
                    <a:pt x="1326915" y="1398921"/>
                  </a:lnTo>
                  <a:lnTo>
                    <a:pt x="1326881" y="1398894"/>
                  </a:lnTo>
                  <a:lnTo>
                    <a:pt x="1326877" y="1398890"/>
                  </a:lnTo>
                  <a:lnTo>
                    <a:pt x="1326873" y="1398887"/>
                  </a:lnTo>
                  <a:lnTo>
                    <a:pt x="1326811" y="1398840"/>
                  </a:lnTo>
                  <a:lnTo>
                    <a:pt x="1326789" y="1398824"/>
                  </a:lnTo>
                  <a:lnTo>
                    <a:pt x="1326755" y="1398793"/>
                  </a:lnTo>
                  <a:lnTo>
                    <a:pt x="1326731" y="1398781"/>
                  </a:lnTo>
                  <a:lnTo>
                    <a:pt x="1326710" y="1398774"/>
                  </a:lnTo>
                  <a:lnTo>
                    <a:pt x="1326706" y="1398773"/>
                  </a:lnTo>
                  <a:lnTo>
                    <a:pt x="1326692" y="1398770"/>
                  </a:lnTo>
                  <a:lnTo>
                    <a:pt x="1326625" y="1398781"/>
                  </a:lnTo>
                  <a:lnTo>
                    <a:pt x="1326612" y="1398779"/>
                  </a:lnTo>
                  <a:lnTo>
                    <a:pt x="1326599" y="1398776"/>
                  </a:lnTo>
                  <a:lnTo>
                    <a:pt x="1326590" y="1398770"/>
                  </a:lnTo>
                  <a:lnTo>
                    <a:pt x="1326579" y="1398759"/>
                  </a:lnTo>
                  <a:lnTo>
                    <a:pt x="1326564" y="1398733"/>
                  </a:lnTo>
                  <a:lnTo>
                    <a:pt x="1326556" y="1398722"/>
                  </a:lnTo>
                  <a:lnTo>
                    <a:pt x="1326553" y="1398715"/>
                  </a:lnTo>
                  <a:lnTo>
                    <a:pt x="1326540" y="1398691"/>
                  </a:lnTo>
                  <a:lnTo>
                    <a:pt x="1326534" y="1398675"/>
                  </a:lnTo>
                  <a:lnTo>
                    <a:pt x="1326532" y="1398667"/>
                  </a:lnTo>
                  <a:lnTo>
                    <a:pt x="1326531" y="1398652"/>
                  </a:lnTo>
                  <a:lnTo>
                    <a:pt x="1326531" y="1398643"/>
                  </a:lnTo>
                  <a:lnTo>
                    <a:pt x="1326533" y="1398633"/>
                  </a:lnTo>
                  <a:lnTo>
                    <a:pt x="1326553" y="1398563"/>
                  </a:lnTo>
                  <a:lnTo>
                    <a:pt x="1326559" y="1398535"/>
                  </a:lnTo>
                  <a:lnTo>
                    <a:pt x="1326562" y="1398495"/>
                  </a:lnTo>
                  <a:lnTo>
                    <a:pt x="1326562" y="1398473"/>
                  </a:lnTo>
                  <a:lnTo>
                    <a:pt x="1326558" y="1398434"/>
                  </a:lnTo>
                  <a:lnTo>
                    <a:pt x="1326555" y="1398410"/>
                  </a:lnTo>
                  <a:lnTo>
                    <a:pt x="1326550" y="1398366"/>
                  </a:lnTo>
                  <a:lnTo>
                    <a:pt x="1326544" y="1398329"/>
                  </a:lnTo>
                  <a:lnTo>
                    <a:pt x="1326542" y="1398325"/>
                  </a:lnTo>
                  <a:lnTo>
                    <a:pt x="1326539" y="1398316"/>
                  </a:lnTo>
                  <a:lnTo>
                    <a:pt x="1326529" y="1398305"/>
                  </a:lnTo>
                  <a:lnTo>
                    <a:pt x="1326517" y="1398297"/>
                  </a:lnTo>
                  <a:lnTo>
                    <a:pt x="1326494" y="1398285"/>
                  </a:lnTo>
                  <a:lnTo>
                    <a:pt x="1326471" y="1398276"/>
                  </a:lnTo>
                  <a:lnTo>
                    <a:pt x="1326438" y="1398258"/>
                  </a:lnTo>
                  <a:lnTo>
                    <a:pt x="1326425" y="1398254"/>
                  </a:lnTo>
                  <a:lnTo>
                    <a:pt x="1326414" y="1398252"/>
                  </a:lnTo>
                  <a:lnTo>
                    <a:pt x="1326389" y="1398249"/>
                  </a:lnTo>
                  <a:lnTo>
                    <a:pt x="1326353" y="1398247"/>
                  </a:lnTo>
                  <a:lnTo>
                    <a:pt x="1326333" y="1398241"/>
                  </a:lnTo>
                  <a:lnTo>
                    <a:pt x="1326303" y="1398223"/>
                  </a:lnTo>
                  <a:lnTo>
                    <a:pt x="1326287" y="1398212"/>
                  </a:lnTo>
                  <a:lnTo>
                    <a:pt x="1326284" y="1398209"/>
                  </a:lnTo>
                  <a:lnTo>
                    <a:pt x="1326276" y="1398199"/>
                  </a:lnTo>
                  <a:lnTo>
                    <a:pt x="1326272" y="1398190"/>
                  </a:lnTo>
                  <a:lnTo>
                    <a:pt x="1326269" y="1398176"/>
                  </a:lnTo>
                  <a:lnTo>
                    <a:pt x="1326267" y="1398146"/>
                  </a:lnTo>
                  <a:lnTo>
                    <a:pt x="1326271" y="1398112"/>
                  </a:lnTo>
                  <a:lnTo>
                    <a:pt x="1326272" y="1398105"/>
                  </a:lnTo>
                  <a:lnTo>
                    <a:pt x="1326287" y="1398044"/>
                  </a:lnTo>
                  <a:lnTo>
                    <a:pt x="1326289" y="1398027"/>
                  </a:lnTo>
                  <a:lnTo>
                    <a:pt x="1326289" y="1398017"/>
                  </a:lnTo>
                  <a:lnTo>
                    <a:pt x="1326285" y="1398009"/>
                  </a:lnTo>
                  <a:lnTo>
                    <a:pt x="1326279" y="1398000"/>
                  </a:lnTo>
                  <a:lnTo>
                    <a:pt x="1326260" y="1397979"/>
                  </a:lnTo>
                  <a:lnTo>
                    <a:pt x="1326230" y="1397955"/>
                  </a:lnTo>
                  <a:lnTo>
                    <a:pt x="1326196" y="1397936"/>
                  </a:lnTo>
                  <a:lnTo>
                    <a:pt x="1326141" y="1397911"/>
                  </a:lnTo>
                  <a:lnTo>
                    <a:pt x="1326117" y="1397902"/>
                  </a:lnTo>
                  <a:lnTo>
                    <a:pt x="1326112" y="1397901"/>
                  </a:lnTo>
                  <a:lnTo>
                    <a:pt x="1326105" y="1397899"/>
                  </a:lnTo>
                  <a:lnTo>
                    <a:pt x="1326100" y="1397899"/>
                  </a:lnTo>
                  <a:lnTo>
                    <a:pt x="1326093" y="1397899"/>
                  </a:lnTo>
                  <a:lnTo>
                    <a:pt x="1326081" y="1397903"/>
                  </a:lnTo>
                  <a:lnTo>
                    <a:pt x="1326058" y="1397911"/>
                  </a:lnTo>
                  <a:lnTo>
                    <a:pt x="1326025" y="1397918"/>
                  </a:lnTo>
                  <a:lnTo>
                    <a:pt x="1325982" y="1397920"/>
                  </a:lnTo>
                  <a:lnTo>
                    <a:pt x="1325944" y="1397913"/>
                  </a:lnTo>
                  <a:lnTo>
                    <a:pt x="1325920" y="1397904"/>
                  </a:lnTo>
                  <a:lnTo>
                    <a:pt x="1325908" y="1397900"/>
                  </a:lnTo>
                  <a:lnTo>
                    <a:pt x="1325880" y="1397894"/>
                  </a:lnTo>
                  <a:lnTo>
                    <a:pt x="1325857" y="1397883"/>
                  </a:lnTo>
                  <a:lnTo>
                    <a:pt x="1325845" y="1397875"/>
                  </a:lnTo>
                  <a:lnTo>
                    <a:pt x="1325841" y="1397867"/>
                  </a:lnTo>
                  <a:lnTo>
                    <a:pt x="1325839" y="1397861"/>
                  </a:lnTo>
                  <a:lnTo>
                    <a:pt x="1325837" y="1397854"/>
                  </a:lnTo>
                  <a:lnTo>
                    <a:pt x="1325837" y="1397838"/>
                  </a:lnTo>
                  <a:lnTo>
                    <a:pt x="1325841" y="1397796"/>
                  </a:lnTo>
                  <a:lnTo>
                    <a:pt x="1325849" y="1397763"/>
                  </a:lnTo>
                  <a:lnTo>
                    <a:pt x="1325846" y="1397739"/>
                  </a:lnTo>
                  <a:lnTo>
                    <a:pt x="1325841" y="1397726"/>
                  </a:lnTo>
                  <a:lnTo>
                    <a:pt x="1325835" y="1397715"/>
                  </a:lnTo>
                  <a:lnTo>
                    <a:pt x="1325804" y="1397691"/>
                  </a:lnTo>
                  <a:lnTo>
                    <a:pt x="1325779" y="1397676"/>
                  </a:lnTo>
                  <a:lnTo>
                    <a:pt x="1325768" y="1397670"/>
                  </a:lnTo>
                  <a:lnTo>
                    <a:pt x="1325747" y="1397661"/>
                  </a:lnTo>
                  <a:lnTo>
                    <a:pt x="1325731" y="1397658"/>
                  </a:lnTo>
                  <a:lnTo>
                    <a:pt x="1325720" y="1397658"/>
                  </a:lnTo>
                  <a:lnTo>
                    <a:pt x="1325706" y="1397666"/>
                  </a:lnTo>
                  <a:lnTo>
                    <a:pt x="1325694" y="1397677"/>
                  </a:lnTo>
                  <a:lnTo>
                    <a:pt x="1325692" y="1397682"/>
                  </a:lnTo>
                  <a:lnTo>
                    <a:pt x="1325684" y="1397709"/>
                  </a:lnTo>
                  <a:lnTo>
                    <a:pt x="1325672" y="1397729"/>
                  </a:lnTo>
                  <a:lnTo>
                    <a:pt x="1325638" y="1397758"/>
                  </a:lnTo>
                  <a:lnTo>
                    <a:pt x="1325622" y="1397774"/>
                  </a:lnTo>
                  <a:lnTo>
                    <a:pt x="1325593" y="1397817"/>
                  </a:lnTo>
                  <a:lnTo>
                    <a:pt x="1325580" y="1397827"/>
                  </a:lnTo>
                  <a:lnTo>
                    <a:pt x="1325574" y="1397830"/>
                  </a:lnTo>
                  <a:lnTo>
                    <a:pt x="1325563" y="1397834"/>
                  </a:lnTo>
                  <a:lnTo>
                    <a:pt x="1325532" y="1397845"/>
                  </a:lnTo>
                  <a:lnTo>
                    <a:pt x="1325493" y="1397854"/>
                  </a:lnTo>
                  <a:lnTo>
                    <a:pt x="1325463" y="1397859"/>
                  </a:lnTo>
                  <a:lnTo>
                    <a:pt x="1325433" y="1397865"/>
                  </a:lnTo>
                  <a:lnTo>
                    <a:pt x="1325368" y="1397880"/>
                  </a:lnTo>
                  <a:lnTo>
                    <a:pt x="1325302" y="1397909"/>
                  </a:lnTo>
                  <a:lnTo>
                    <a:pt x="1325276" y="1397925"/>
                  </a:lnTo>
                  <a:lnTo>
                    <a:pt x="1325266" y="1397938"/>
                  </a:lnTo>
                  <a:lnTo>
                    <a:pt x="1325261" y="1397951"/>
                  </a:lnTo>
                  <a:lnTo>
                    <a:pt x="1325260" y="1397972"/>
                  </a:lnTo>
                  <a:lnTo>
                    <a:pt x="1325268" y="1398012"/>
                  </a:lnTo>
                  <a:lnTo>
                    <a:pt x="1325271" y="1398022"/>
                  </a:lnTo>
                  <a:lnTo>
                    <a:pt x="1325278" y="1398052"/>
                  </a:lnTo>
                  <a:lnTo>
                    <a:pt x="1325282" y="1398080"/>
                  </a:lnTo>
                  <a:lnTo>
                    <a:pt x="1325281" y="1398087"/>
                  </a:lnTo>
                  <a:lnTo>
                    <a:pt x="1325276" y="1398136"/>
                  </a:lnTo>
                  <a:lnTo>
                    <a:pt x="1325265" y="1398181"/>
                  </a:lnTo>
                  <a:lnTo>
                    <a:pt x="1325250" y="1398208"/>
                  </a:lnTo>
                  <a:lnTo>
                    <a:pt x="1325239" y="1398222"/>
                  </a:lnTo>
                  <a:lnTo>
                    <a:pt x="1325222" y="1398236"/>
                  </a:lnTo>
                  <a:lnTo>
                    <a:pt x="1325205" y="1398245"/>
                  </a:lnTo>
                  <a:lnTo>
                    <a:pt x="1325183" y="1398251"/>
                  </a:lnTo>
                  <a:lnTo>
                    <a:pt x="1325158" y="1398255"/>
                  </a:lnTo>
                  <a:lnTo>
                    <a:pt x="1325133" y="1398255"/>
                  </a:lnTo>
                  <a:lnTo>
                    <a:pt x="1325122" y="1398253"/>
                  </a:lnTo>
                  <a:lnTo>
                    <a:pt x="1325107" y="1398250"/>
                  </a:lnTo>
                  <a:lnTo>
                    <a:pt x="1325098" y="1398245"/>
                  </a:lnTo>
                  <a:lnTo>
                    <a:pt x="1325086" y="1398239"/>
                  </a:lnTo>
                  <a:lnTo>
                    <a:pt x="1325081" y="1398234"/>
                  </a:lnTo>
                  <a:lnTo>
                    <a:pt x="1325075" y="1398220"/>
                  </a:lnTo>
                  <a:lnTo>
                    <a:pt x="1325057" y="1398194"/>
                  </a:lnTo>
                  <a:lnTo>
                    <a:pt x="1325039" y="1398175"/>
                  </a:lnTo>
                  <a:lnTo>
                    <a:pt x="1325028" y="1398168"/>
                  </a:lnTo>
                  <a:lnTo>
                    <a:pt x="1324999" y="1398151"/>
                  </a:lnTo>
                  <a:lnTo>
                    <a:pt x="1324984" y="1398144"/>
                  </a:lnTo>
                  <a:lnTo>
                    <a:pt x="1324970" y="1398143"/>
                  </a:lnTo>
                  <a:lnTo>
                    <a:pt x="1324963" y="1398145"/>
                  </a:lnTo>
                  <a:lnTo>
                    <a:pt x="1324945" y="1398154"/>
                  </a:lnTo>
                  <a:lnTo>
                    <a:pt x="1324927" y="1398165"/>
                  </a:lnTo>
                  <a:lnTo>
                    <a:pt x="1324904" y="1398171"/>
                  </a:lnTo>
                  <a:lnTo>
                    <a:pt x="1324897" y="1398171"/>
                  </a:lnTo>
                  <a:lnTo>
                    <a:pt x="1324891" y="1398171"/>
                  </a:lnTo>
                  <a:lnTo>
                    <a:pt x="1324878" y="1398169"/>
                  </a:lnTo>
                  <a:lnTo>
                    <a:pt x="1324846" y="1398159"/>
                  </a:lnTo>
                  <a:lnTo>
                    <a:pt x="1324831" y="1398146"/>
                  </a:lnTo>
                  <a:lnTo>
                    <a:pt x="1324818" y="1398133"/>
                  </a:lnTo>
                  <a:lnTo>
                    <a:pt x="1324797" y="1398102"/>
                  </a:lnTo>
                  <a:lnTo>
                    <a:pt x="1324795" y="1398097"/>
                  </a:lnTo>
                  <a:lnTo>
                    <a:pt x="1324778" y="1398062"/>
                  </a:lnTo>
                  <a:lnTo>
                    <a:pt x="1324764" y="1398029"/>
                  </a:lnTo>
                  <a:lnTo>
                    <a:pt x="1324761" y="1398015"/>
                  </a:lnTo>
                  <a:lnTo>
                    <a:pt x="1324752" y="1397994"/>
                  </a:lnTo>
                  <a:lnTo>
                    <a:pt x="1324728" y="1397926"/>
                  </a:lnTo>
                  <a:lnTo>
                    <a:pt x="1324715" y="1397902"/>
                  </a:lnTo>
                  <a:lnTo>
                    <a:pt x="1324700" y="1397877"/>
                  </a:lnTo>
                  <a:lnTo>
                    <a:pt x="1324642" y="1397809"/>
                  </a:lnTo>
                  <a:lnTo>
                    <a:pt x="1324601" y="1397753"/>
                  </a:lnTo>
                  <a:lnTo>
                    <a:pt x="1324584" y="1397736"/>
                  </a:lnTo>
                  <a:lnTo>
                    <a:pt x="1324575" y="1397729"/>
                  </a:lnTo>
                  <a:lnTo>
                    <a:pt x="1324567" y="1397725"/>
                  </a:lnTo>
                  <a:lnTo>
                    <a:pt x="1324527" y="1397714"/>
                  </a:lnTo>
                  <a:lnTo>
                    <a:pt x="1324504" y="1397708"/>
                  </a:lnTo>
                  <a:lnTo>
                    <a:pt x="1324484" y="1397709"/>
                  </a:lnTo>
                  <a:lnTo>
                    <a:pt x="1324479" y="1397710"/>
                  </a:lnTo>
                  <a:lnTo>
                    <a:pt x="1324466" y="1397713"/>
                  </a:lnTo>
                  <a:lnTo>
                    <a:pt x="1324436" y="1397729"/>
                  </a:lnTo>
                  <a:lnTo>
                    <a:pt x="1324425" y="1397733"/>
                  </a:lnTo>
                  <a:lnTo>
                    <a:pt x="1324412" y="1397733"/>
                  </a:lnTo>
                  <a:lnTo>
                    <a:pt x="1324394" y="1397732"/>
                  </a:lnTo>
                  <a:lnTo>
                    <a:pt x="1324377" y="1397728"/>
                  </a:lnTo>
                  <a:lnTo>
                    <a:pt x="1324363" y="1397723"/>
                  </a:lnTo>
                  <a:lnTo>
                    <a:pt x="1324352" y="1397716"/>
                  </a:lnTo>
                  <a:lnTo>
                    <a:pt x="1324325" y="1397696"/>
                  </a:lnTo>
                  <a:lnTo>
                    <a:pt x="1324276" y="1397650"/>
                  </a:lnTo>
                  <a:lnTo>
                    <a:pt x="1324257" y="1397634"/>
                  </a:lnTo>
                  <a:lnTo>
                    <a:pt x="1324234" y="1397614"/>
                  </a:lnTo>
                  <a:lnTo>
                    <a:pt x="1324225" y="1397604"/>
                  </a:lnTo>
                  <a:lnTo>
                    <a:pt x="1324209" y="1397593"/>
                  </a:lnTo>
                  <a:lnTo>
                    <a:pt x="1324185" y="1397575"/>
                  </a:lnTo>
                  <a:lnTo>
                    <a:pt x="1324172" y="1397564"/>
                  </a:lnTo>
                  <a:lnTo>
                    <a:pt x="1324152" y="1397538"/>
                  </a:lnTo>
                  <a:lnTo>
                    <a:pt x="1324125" y="1397505"/>
                  </a:lnTo>
                  <a:lnTo>
                    <a:pt x="1324116" y="1397498"/>
                  </a:lnTo>
                  <a:lnTo>
                    <a:pt x="1324102" y="1397495"/>
                  </a:lnTo>
                  <a:lnTo>
                    <a:pt x="1324089" y="1397495"/>
                  </a:lnTo>
                  <a:lnTo>
                    <a:pt x="1324065" y="1397502"/>
                  </a:lnTo>
                  <a:lnTo>
                    <a:pt x="1324034" y="1397510"/>
                  </a:lnTo>
                  <a:lnTo>
                    <a:pt x="1323997" y="1397523"/>
                  </a:lnTo>
                  <a:lnTo>
                    <a:pt x="1323988" y="1397526"/>
                  </a:lnTo>
                  <a:lnTo>
                    <a:pt x="1323978" y="1397532"/>
                  </a:lnTo>
                  <a:lnTo>
                    <a:pt x="1323964" y="1397539"/>
                  </a:lnTo>
                  <a:lnTo>
                    <a:pt x="1323945" y="1397546"/>
                  </a:lnTo>
                  <a:lnTo>
                    <a:pt x="1323934" y="1397547"/>
                  </a:lnTo>
                  <a:lnTo>
                    <a:pt x="1323913" y="1397544"/>
                  </a:lnTo>
                  <a:lnTo>
                    <a:pt x="1323878" y="1397536"/>
                  </a:lnTo>
                  <a:lnTo>
                    <a:pt x="1323863" y="1397533"/>
                  </a:lnTo>
                  <a:lnTo>
                    <a:pt x="1323844" y="1397533"/>
                  </a:lnTo>
                  <a:lnTo>
                    <a:pt x="1323811" y="1397536"/>
                  </a:lnTo>
                  <a:lnTo>
                    <a:pt x="1323780" y="1397538"/>
                  </a:lnTo>
                  <a:lnTo>
                    <a:pt x="1323756" y="1397535"/>
                  </a:lnTo>
                  <a:lnTo>
                    <a:pt x="1323743" y="1397530"/>
                  </a:lnTo>
                  <a:lnTo>
                    <a:pt x="1323734" y="1397523"/>
                  </a:lnTo>
                  <a:lnTo>
                    <a:pt x="1323725" y="1397514"/>
                  </a:lnTo>
                  <a:lnTo>
                    <a:pt x="1323717" y="1397500"/>
                  </a:lnTo>
                  <a:lnTo>
                    <a:pt x="1323708" y="1397492"/>
                  </a:lnTo>
                  <a:lnTo>
                    <a:pt x="1323702" y="1397494"/>
                  </a:lnTo>
                  <a:lnTo>
                    <a:pt x="1323694" y="1397500"/>
                  </a:lnTo>
                  <a:lnTo>
                    <a:pt x="1323685" y="1397509"/>
                  </a:lnTo>
                  <a:lnTo>
                    <a:pt x="1323676" y="1397525"/>
                  </a:lnTo>
                  <a:lnTo>
                    <a:pt x="1323672" y="1397543"/>
                  </a:lnTo>
                  <a:lnTo>
                    <a:pt x="1323673" y="1397572"/>
                  </a:lnTo>
                  <a:lnTo>
                    <a:pt x="1323672" y="1397603"/>
                  </a:lnTo>
                  <a:lnTo>
                    <a:pt x="1323673" y="1397609"/>
                  </a:lnTo>
                  <a:lnTo>
                    <a:pt x="1323672" y="1397622"/>
                  </a:lnTo>
                  <a:lnTo>
                    <a:pt x="1323671" y="1397632"/>
                  </a:lnTo>
                  <a:lnTo>
                    <a:pt x="1323667" y="1397639"/>
                  </a:lnTo>
                  <a:lnTo>
                    <a:pt x="1323658" y="1397647"/>
                  </a:lnTo>
                  <a:lnTo>
                    <a:pt x="1323648" y="1397652"/>
                  </a:lnTo>
                  <a:lnTo>
                    <a:pt x="1323616" y="1397663"/>
                  </a:lnTo>
                  <a:lnTo>
                    <a:pt x="1323582" y="1397672"/>
                  </a:lnTo>
                  <a:lnTo>
                    <a:pt x="1323550" y="1397684"/>
                  </a:lnTo>
                  <a:lnTo>
                    <a:pt x="1323529" y="1397681"/>
                  </a:lnTo>
                  <a:lnTo>
                    <a:pt x="1323513" y="1397680"/>
                  </a:lnTo>
                  <a:lnTo>
                    <a:pt x="1323509" y="1397681"/>
                  </a:lnTo>
                  <a:lnTo>
                    <a:pt x="1323495" y="1397683"/>
                  </a:lnTo>
                  <a:lnTo>
                    <a:pt x="1323468" y="1397693"/>
                  </a:lnTo>
                  <a:lnTo>
                    <a:pt x="1323430" y="1397704"/>
                  </a:lnTo>
                  <a:lnTo>
                    <a:pt x="1323420" y="1397707"/>
                  </a:lnTo>
                  <a:lnTo>
                    <a:pt x="1323395" y="1397712"/>
                  </a:lnTo>
                  <a:lnTo>
                    <a:pt x="1323379" y="1397711"/>
                  </a:lnTo>
                  <a:lnTo>
                    <a:pt x="1323351" y="1397704"/>
                  </a:lnTo>
                  <a:lnTo>
                    <a:pt x="1323298" y="1397681"/>
                  </a:lnTo>
                  <a:lnTo>
                    <a:pt x="1323257" y="1397659"/>
                  </a:lnTo>
                  <a:lnTo>
                    <a:pt x="1323241" y="1397652"/>
                  </a:lnTo>
                  <a:lnTo>
                    <a:pt x="1323224" y="1397649"/>
                  </a:lnTo>
                  <a:lnTo>
                    <a:pt x="1323207" y="1397650"/>
                  </a:lnTo>
                  <a:lnTo>
                    <a:pt x="1323161" y="1397663"/>
                  </a:lnTo>
                  <a:lnTo>
                    <a:pt x="1323152" y="1397663"/>
                  </a:lnTo>
                  <a:lnTo>
                    <a:pt x="1323143" y="1397663"/>
                  </a:lnTo>
                  <a:lnTo>
                    <a:pt x="1323133" y="1397660"/>
                  </a:lnTo>
                  <a:lnTo>
                    <a:pt x="1323117" y="1397647"/>
                  </a:lnTo>
                  <a:lnTo>
                    <a:pt x="1323086" y="1397610"/>
                  </a:lnTo>
                  <a:lnTo>
                    <a:pt x="1323066" y="1397595"/>
                  </a:lnTo>
                  <a:lnTo>
                    <a:pt x="1323050" y="1397592"/>
                  </a:lnTo>
                  <a:lnTo>
                    <a:pt x="1323037" y="1397594"/>
                  </a:lnTo>
                  <a:lnTo>
                    <a:pt x="1323024" y="1397597"/>
                  </a:lnTo>
                  <a:lnTo>
                    <a:pt x="1323013" y="1397600"/>
                  </a:lnTo>
                  <a:lnTo>
                    <a:pt x="1322975" y="1397608"/>
                  </a:lnTo>
                  <a:lnTo>
                    <a:pt x="1322936" y="1397624"/>
                  </a:lnTo>
                  <a:lnTo>
                    <a:pt x="1322883" y="1397644"/>
                  </a:lnTo>
                  <a:lnTo>
                    <a:pt x="1322857" y="1397656"/>
                  </a:lnTo>
                  <a:lnTo>
                    <a:pt x="1322831" y="1397675"/>
                  </a:lnTo>
                  <a:lnTo>
                    <a:pt x="1322811" y="1397692"/>
                  </a:lnTo>
                  <a:lnTo>
                    <a:pt x="1322798" y="1397704"/>
                  </a:lnTo>
                  <a:lnTo>
                    <a:pt x="1322789" y="1397714"/>
                  </a:lnTo>
                  <a:lnTo>
                    <a:pt x="1322783" y="1397726"/>
                  </a:lnTo>
                  <a:lnTo>
                    <a:pt x="1322780" y="1397735"/>
                  </a:lnTo>
                  <a:lnTo>
                    <a:pt x="1322776" y="1397744"/>
                  </a:lnTo>
                  <a:lnTo>
                    <a:pt x="1322772" y="1397758"/>
                  </a:lnTo>
                  <a:lnTo>
                    <a:pt x="1322763" y="1397794"/>
                  </a:lnTo>
                  <a:lnTo>
                    <a:pt x="1322763" y="1397805"/>
                  </a:lnTo>
                  <a:lnTo>
                    <a:pt x="1322763" y="1397823"/>
                  </a:lnTo>
                  <a:lnTo>
                    <a:pt x="1322765" y="1397837"/>
                  </a:lnTo>
                  <a:lnTo>
                    <a:pt x="1322773" y="1397859"/>
                  </a:lnTo>
                  <a:lnTo>
                    <a:pt x="1322774" y="1397863"/>
                  </a:lnTo>
                  <a:lnTo>
                    <a:pt x="1322778" y="1397878"/>
                  </a:lnTo>
                  <a:lnTo>
                    <a:pt x="1322777" y="1397893"/>
                  </a:lnTo>
                  <a:lnTo>
                    <a:pt x="1322776" y="1397903"/>
                  </a:lnTo>
                  <a:lnTo>
                    <a:pt x="1322774" y="1397915"/>
                  </a:lnTo>
                  <a:lnTo>
                    <a:pt x="1322766" y="1397927"/>
                  </a:lnTo>
                  <a:lnTo>
                    <a:pt x="1322752" y="1397944"/>
                  </a:lnTo>
                  <a:lnTo>
                    <a:pt x="1322746" y="1397948"/>
                  </a:lnTo>
                  <a:lnTo>
                    <a:pt x="1322735" y="1397955"/>
                  </a:lnTo>
                  <a:lnTo>
                    <a:pt x="1322718" y="1397961"/>
                  </a:lnTo>
                  <a:lnTo>
                    <a:pt x="1322705" y="1397962"/>
                  </a:lnTo>
                  <a:lnTo>
                    <a:pt x="1322669" y="1397960"/>
                  </a:lnTo>
                  <a:lnTo>
                    <a:pt x="1322633" y="1397958"/>
                  </a:lnTo>
                  <a:lnTo>
                    <a:pt x="1322604" y="1397956"/>
                  </a:lnTo>
                  <a:lnTo>
                    <a:pt x="1322544" y="1397952"/>
                  </a:lnTo>
                  <a:lnTo>
                    <a:pt x="1322520" y="1397953"/>
                  </a:lnTo>
                  <a:lnTo>
                    <a:pt x="1322501" y="1397960"/>
                  </a:lnTo>
                  <a:lnTo>
                    <a:pt x="1322470" y="1397971"/>
                  </a:lnTo>
                  <a:lnTo>
                    <a:pt x="1322434" y="1397986"/>
                  </a:lnTo>
                  <a:lnTo>
                    <a:pt x="1322427" y="1397991"/>
                  </a:lnTo>
                  <a:lnTo>
                    <a:pt x="1322423" y="1397997"/>
                  </a:lnTo>
                  <a:lnTo>
                    <a:pt x="1322421" y="1398007"/>
                  </a:lnTo>
                  <a:lnTo>
                    <a:pt x="1322430" y="1398036"/>
                  </a:lnTo>
                  <a:lnTo>
                    <a:pt x="1322433" y="1398060"/>
                  </a:lnTo>
                  <a:lnTo>
                    <a:pt x="1322431" y="1398070"/>
                  </a:lnTo>
                  <a:lnTo>
                    <a:pt x="1322425" y="1398076"/>
                  </a:lnTo>
                  <a:lnTo>
                    <a:pt x="1322416" y="1398085"/>
                  </a:lnTo>
                  <a:lnTo>
                    <a:pt x="1322398" y="1398098"/>
                  </a:lnTo>
                  <a:lnTo>
                    <a:pt x="1322378" y="1398107"/>
                  </a:lnTo>
                  <a:lnTo>
                    <a:pt x="1322337" y="1398117"/>
                  </a:lnTo>
                  <a:lnTo>
                    <a:pt x="1322287" y="1398124"/>
                  </a:lnTo>
                  <a:lnTo>
                    <a:pt x="1322243" y="1398132"/>
                  </a:lnTo>
                  <a:lnTo>
                    <a:pt x="1322209" y="1398143"/>
                  </a:lnTo>
                  <a:lnTo>
                    <a:pt x="1322190" y="1398151"/>
                  </a:lnTo>
                  <a:lnTo>
                    <a:pt x="1322169" y="1398168"/>
                  </a:lnTo>
                  <a:lnTo>
                    <a:pt x="1322148" y="1398182"/>
                  </a:lnTo>
                  <a:lnTo>
                    <a:pt x="1322123" y="1398189"/>
                  </a:lnTo>
                  <a:lnTo>
                    <a:pt x="1322085" y="1398194"/>
                  </a:lnTo>
                  <a:lnTo>
                    <a:pt x="1322056" y="1398196"/>
                  </a:lnTo>
                  <a:lnTo>
                    <a:pt x="1322002" y="1398203"/>
                  </a:lnTo>
                  <a:lnTo>
                    <a:pt x="1321964" y="1398209"/>
                  </a:lnTo>
                  <a:lnTo>
                    <a:pt x="1321914" y="1398214"/>
                  </a:lnTo>
                  <a:lnTo>
                    <a:pt x="1321900" y="1398218"/>
                  </a:lnTo>
                  <a:lnTo>
                    <a:pt x="1321885" y="1398220"/>
                  </a:lnTo>
                  <a:lnTo>
                    <a:pt x="1321855" y="1398224"/>
                  </a:lnTo>
                  <a:lnTo>
                    <a:pt x="1321839" y="1398225"/>
                  </a:lnTo>
                  <a:lnTo>
                    <a:pt x="1321807" y="1398222"/>
                  </a:lnTo>
                  <a:lnTo>
                    <a:pt x="1321787" y="1398218"/>
                  </a:lnTo>
                  <a:lnTo>
                    <a:pt x="1321753" y="1398205"/>
                  </a:lnTo>
                  <a:lnTo>
                    <a:pt x="1321732" y="1398199"/>
                  </a:lnTo>
                  <a:lnTo>
                    <a:pt x="1321704" y="1398189"/>
                  </a:lnTo>
                  <a:lnTo>
                    <a:pt x="1321694" y="1398190"/>
                  </a:lnTo>
                  <a:lnTo>
                    <a:pt x="1321684" y="1398193"/>
                  </a:lnTo>
                  <a:lnTo>
                    <a:pt x="1321676" y="1398198"/>
                  </a:lnTo>
                  <a:lnTo>
                    <a:pt x="1321668" y="1398202"/>
                  </a:lnTo>
                  <a:lnTo>
                    <a:pt x="1321649" y="1398216"/>
                  </a:lnTo>
                  <a:lnTo>
                    <a:pt x="1321637" y="1398226"/>
                  </a:lnTo>
                  <a:lnTo>
                    <a:pt x="1321631" y="1398229"/>
                  </a:lnTo>
                  <a:lnTo>
                    <a:pt x="1321627" y="1398233"/>
                  </a:lnTo>
                  <a:lnTo>
                    <a:pt x="1321619" y="1398240"/>
                  </a:lnTo>
                  <a:lnTo>
                    <a:pt x="1321603" y="1398252"/>
                  </a:lnTo>
                  <a:lnTo>
                    <a:pt x="1321595" y="1398258"/>
                  </a:lnTo>
                  <a:lnTo>
                    <a:pt x="1321590" y="1398262"/>
                  </a:lnTo>
                  <a:lnTo>
                    <a:pt x="1321579" y="1398268"/>
                  </a:lnTo>
                  <a:lnTo>
                    <a:pt x="1321570" y="1398271"/>
                  </a:lnTo>
                  <a:lnTo>
                    <a:pt x="1321560" y="1398272"/>
                  </a:lnTo>
                  <a:lnTo>
                    <a:pt x="1321553" y="1398271"/>
                  </a:lnTo>
                  <a:lnTo>
                    <a:pt x="1321540" y="1398270"/>
                  </a:lnTo>
                  <a:lnTo>
                    <a:pt x="1321532" y="1398270"/>
                  </a:lnTo>
                  <a:lnTo>
                    <a:pt x="1321521" y="1398272"/>
                  </a:lnTo>
                  <a:lnTo>
                    <a:pt x="1321438" y="1398295"/>
                  </a:lnTo>
                  <a:lnTo>
                    <a:pt x="1321427" y="1398300"/>
                  </a:lnTo>
                  <a:lnTo>
                    <a:pt x="1321412" y="1398308"/>
                  </a:lnTo>
                  <a:lnTo>
                    <a:pt x="1321400" y="1398311"/>
                  </a:lnTo>
                  <a:lnTo>
                    <a:pt x="1321359" y="1398324"/>
                  </a:lnTo>
                  <a:lnTo>
                    <a:pt x="1321335" y="1398328"/>
                  </a:lnTo>
                  <a:lnTo>
                    <a:pt x="1321327" y="1398328"/>
                  </a:lnTo>
                  <a:lnTo>
                    <a:pt x="1321317" y="1398330"/>
                  </a:lnTo>
                  <a:lnTo>
                    <a:pt x="1321284" y="1398348"/>
                  </a:lnTo>
                  <a:lnTo>
                    <a:pt x="1321246" y="1398369"/>
                  </a:lnTo>
                  <a:lnTo>
                    <a:pt x="1321236" y="1398380"/>
                  </a:lnTo>
                  <a:lnTo>
                    <a:pt x="1321232" y="1398385"/>
                  </a:lnTo>
                  <a:lnTo>
                    <a:pt x="1321228" y="1398394"/>
                  </a:lnTo>
                  <a:lnTo>
                    <a:pt x="1321225" y="1398408"/>
                  </a:lnTo>
                  <a:lnTo>
                    <a:pt x="1321222" y="1398414"/>
                  </a:lnTo>
                  <a:lnTo>
                    <a:pt x="1321185" y="1398452"/>
                  </a:lnTo>
                  <a:lnTo>
                    <a:pt x="1321156" y="1398481"/>
                  </a:lnTo>
                  <a:lnTo>
                    <a:pt x="1321153" y="1398484"/>
                  </a:lnTo>
                  <a:lnTo>
                    <a:pt x="1321133" y="1398505"/>
                  </a:lnTo>
                  <a:lnTo>
                    <a:pt x="1321052" y="1398581"/>
                  </a:lnTo>
                  <a:lnTo>
                    <a:pt x="1321027" y="1398608"/>
                  </a:lnTo>
                  <a:lnTo>
                    <a:pt x="1321022" y="1398614"/>
                  </a:lnTo>
                  <a:lnTo>
                    <a:pt x="1321010" y="1398642"/>
                  </a:lnTo>
                  <a:lnTo>
                    <a:pt x="1321004" y="1398649"/>
                  </a:lnTo>
                  <a:lnTo>
                    <a:pt x="1320986" y="1398657"/>
                  </a:lnTo>
                  <a:lnTo>
                    <a:pt x="1320946" y="1398660"/>
                  </a:lnTo>
                  <a:lnTo>
                    <a:pt x="1320937" y="1398662"/>
                  </a:lnTo>
                  <a:lnTo>
                    <a:pt x="1320927" y="1398672"/>
                  </a:lnTo>
                  <a:lnTo>
                    <a:pt x="1320924" y="1398677"/>
                  </a:lnTo>
                  <a:lnTo>
                    <a:pt x="1320907" y="1398700"/>
                  </a:lnTo>
                  <a:lnTo>
                    <a:pt x="1320895" y="1398712"/>
                  </a:lnTo>
                  <a:lnTo>
                    <a:pt x="1320889" y="1398716"/>
                  </a:lnTo>
                  <a:lnTo>
                    <a:pt x="1320880" y="1398721"/>
                  </a:lnTo>
                  <a:lnTo>
                    <a:pt x="1320873" y="1398725"/>
                  </a:lnTo>
                  <a:lnTo>
                    <a:pt x="1320839" y="1398738"/>
                  </a:lnTo>
                  <a:lnTo>
                    <a:pt x="1320793" y="1398752"/>
                  </a:lnTo>
                  <a:lnTo>
                    <a:pt x="1320775" y="1398758"/>
                  </a:lnTo>
                  <a:lnTo>
                    <a:pt x="1320752" y="1398761"/>
                  </a:lnTo>
                  <a:lnTo>
                    <a:pt x="1320731" y="1398763"/>
                  </a:lnTo>
                  <a:lnTo>
                    <a:pt x="1320703" y="1398766"/>
                  </a:lnTo>
                  <a:lnTo>
                    <a:pt x="1320672" y="1398773"/>
                  </a:lnTo>
                  <a:lnTo>
                    <a:pt x="1320639" y="1398776"/>
                  </a:lnTo>
                  <a:lnTo>
                    <a:pt x="1320627" y="1398777"/>
                  </a:lnTo>
                  <a:lnTo>
                    <a:pt x="1320617" y="1398778"/>
                  </a:lnTo>
                  <a:lnTo>
                    <a:pt x="1320583" y="1398781"/>
                  </a:lnTo>
                  <a:lnTo>
                    <a:pt x="1320548" y="1398787"/>
                  </a:lnTo>
                  <a:lnTo>
                    <a:pt x="1320519" y="1398793"/>
                  </a:lnTo>
                  <a:lnTo>
                    <a:pt x="1320507" y="1398798"/>
                  </a:lnTo>
                  <a:lnTo>
                    <a:pt x="1320500" y="1398802"/>
                  </a:lnTo>
                  <a:lnTo>
                    <a:pt x="1320495" y="1398806"/>
                  </a:lnTo>
                  <a:lnTo>
                    <a:pt x="1320489" y="1398812"/>
                  </a:lnTo>
                  <a:lnTo>
                    <a:pt x="1320478" y="1398825"/>
                  </a:lnTo>
                  <a:lnTo>
                    <a:pt x="1320473" y="1398831"/>
                  </a:lnTo>
                  <a:lnTo>
                    <a:pt x="1320468" y="1398839"/>
                  </a:lnTo>
                  <a:lnTo>
                    <a:pt x="1320464" y="1398845"/>
                  </a:lnTo>
                  <a:lnTo>
                    <a:pt x="1320460" y="1398855"/>
                  </a:lnTo>
                  <a:lnTo>
                    <a:pt x="1320458" y="1398862"/>
                  </a:lnTo>
                  <a:lnTo>
                    <a:pt x="1320455" y="1398874"/>
                  </a:lnTo>
                  <a:lnTo>
                    <a:pt x="1320451" y="1398888"/>
                  </a:lnTo>
                  <a:lnTo>
                    <a:pt x="1320448" y="1398901"/>
                  </a:lnTo>
                  <a:lnTo>
                    <a:pt x="1320442" y="1398925"/>
                  </a:lnTo>
                  <a:lnTo>
                    <a:pt x="1320439" y="1398930"/>
                  </a:lnTo>
                  <a:lnTo>
                    <a:pt x="1320434" y="1398934"/>
                  </a:lnTo>
                  <a:lnTo>
                    <a:pt x="1320429" y="1398937"/>
                  </a:lnTo>
                  <a:lnTo>
                    <a:pt x="1320419" y="1398938"/>
                  </a:lnTo>
                  <a:lnTo>
                    <a:pt x="1320412" y="1398938"/>
                  </a:lnTo>
                  <a:lnTo>
                    <a:pt x="1320398" y="1398934"/>
                  </a:lnTo>
                  <a:lnTo>
                    <a:pt x="1320392" y="1398934"/>
                  </a:lnTo>
                  <a:lnTo>
                    <a:pt x="1320379" y="1398937"/>
                  </a:lnTo>
                  <a:lnTo>
                    <a:pt x="1320376" y="1398940"/>
                  </a:lnTo>
                  <a:lnTo>
                    <a:pt x="1320371" y="1398944"/>
                  </a:lnTo>
                  <a:lnTo>
                    <a:pt x="1320364" y="1398952"/>
                  </a:lnTo>
                  <a:lnTo>
                    <a:pt x="1320357" y="1398961"/>
                  </a:lnTo>
                  <a:lnTo>
                    <a:pt x="1320352" y="1398972"/>
                  </a:lnTo>
                  <a:lnTo>
                    <a:pt x="1320342" y="1398992"/>
                  </a:lnTo>
                  <a:lnTo>
                    <a:pt x="1320334" y="1399018"/>
                  </a:lnTo>
                  <a:lnTo>
                    <a:pt x="1320329" y="1399034"/>
                  </a:lnTo>
                  <a:lnTo>
                    <a:pt x="1320325" y="1399047"/>
                  </a:lnTo>
                  <a:lnTo>
                    <a:pt x="1320313" y="1399086"/>
                  </a:lnTo>
                  <a:lnTo>
                    <a:pt x="1320300" y="1399109"/>
                  </a:lnTo>
                  <a:lnTo>
                    <a:pt x="1320296" y="1399114"/>
                  </a:lnTo>
                  <a:lnTo>
                    <a:pt x="1320285" y="1399123"/>
                  </a:lnTo>
                  <a:lnTo>
                    <a:pt x="1320277" y="1399128"/>
                  </a:lnTo>
                  <a:lnTo>
                    <a:pt x="1320273" y="1399130"/>
                  </a:lnTo>
                  <a:lnTo>
                    <a:pt x="1320265" y="1399131"/>
                  </a:lnTo>
                  <a:lnTo>
                    <a:pt x="1320252" y="1399132"/>
                  </a:lnTo>
                  <a:lnTo>
                    <a:pt x="1320241" y="1399132"/>
                  </a:lnTo>
                  <a:lnTo>
                    <a:pt x="1320226" y="1399133"/>
                  </a:lnTo>
                  <a:lnTo>
                    <a:pt x="1320214" y="1399134"/>
                  </a:lnTo>
                  <a:lnTo>
                    <a:pt x="1320205" y="1399134"/>
                  </a:lnTo>
                  <a:lnTo>
                    <a:pt x="1320194" y="1399135"/>
                  </a:lnTo>
                  <a:lnTo>
                    <a:pt x="1320184" y="1399135"/>
                  </a:lnTo>
                  <a:lnTo>
                    <a:pt x="1320178" y="1399137"/>
                  </a:lnTo>
                  <a:lnTo>
                    <a:pt x="1320166" y="1399143"/>
                  </a:lnTo>
                  <a:lnTo>
                    <a:pt x="1320156" y="1399148"/>
                  </a:lnTo>
                  <a:lnTo>
                    <a:pt x="1320106" y="1399170"/>
                  </a:lnTo>
                  <a:lnTo>
                    <a:pt x="1320067" y="1399191"/>
                  </a:lnTo>
                  <a:lnTo>
                    <a:pt x="1320040" y="1399205"/>
                  </a:lnTo>
                  <a:lnTo>
                    <a:pt x="1320035" y="1399208"/>
                  </a:lnTo>
                  <a:lnTo>
                    <a:pt x="1320030" y="1399211"/>
                  </a:lnTo>
                  <a:lnTo>
                    <a:pt x="1320024" y="1399216"/>
                  </a:lnTo>
                  <a:lnTo>
                    <a:pt x="1320019" y="1399219"/>
                  </a:lnTo>
                  <a:lnTo>
                    <a:pt x="1319998" y="1399234"/>
                  </a:lnTo>
                  <a:lnTo>
                    <a:pt x="1319991" y="1399238"/>
                  </a:lnTo>
                  <a:lnTo>
                    <a:pt x="1319983" y="1399239"/>
                  </a:lnTo>
                  <a:lnTo>
                    <a:pt x="1319978" y="1399240"/>
                  </a:lnTo>
                  <a:lnTo>
                    <a:pt x="1319961" y="1399239"/>
                  </a:lnTo>
                  <a:lnTo>
                    <a:pt x="1319941" y="1399239"/>
                  </a:lnTo>
                  <a:lnTo>
                    <a:pt x="1319928" y="1399240"/>
                  </a:lnTo>
                  <a:lnTo>
                    <a:pt x="1319917" y="1399243"/>
                  </a:lnTo>
                  <a:lnTo>
                    <a:pt x="1319897" y="1399250"/>
                  </a:lnTo>
                  <a:lnTo>
                    <a:pt x="1319891" y="1399252"/>
                  </a:lnTo>
                  <a:lnTo>
                    <a:pt x="1319884" y="1399257"/>
                  </a:lnTo>
                  <a:lnTo>
                    <a:pt x="1319877" y="1399266"/>
                  </a:lnTo>
                  <a:lnTo>
                    <a:pt x="1319865" y="1399285"/>
                  </a:lnTo>
                  <a:lnTo>
                    <a:pt x="1319859" y="1399292"/>
                  </a:lnTo>
                  <a:lnTo>
                    <a:pt x="1319853" y="1399298"/>
                  </a:lnTo>
                  <a:lnTo>
                    <a:pt x="1319832" y="1399316"/>
                  </a:lnTo>
                  <a:lnTo>
                    <a:pt x="1319799" y="1399337"/>
                  </a:lnTo>
                  <a:lnTo>
                    <a:pt x="1319780" y="1399346"/>
                  </a:lnTo>
                  <a:lnTo>
                    <a:pt x="1319761" y="1399352"/>
                  </a:lnTo>
                  <a:lnTo>
                    <a:pt x="1319755" y="1399352"/>
                  </a:lnTo>
                  <a:lnTo>
                    <a:pt x="1319747" y="1399346"/>
                  </a:lnTo>
                  <a:lnTo>
                    <a:pt x="1319739" y="1399343"/>
                  </a:lnTo>
                  <a:lnTo>
                    <a:pt x="1319726" y="1399340"/>
                  </a:lnTo>
                  <a:lnTo>
                    <a:pt x="1319717" y="1399338"/>
                  </a:lnTo>
                  <a:lnTo>
                    <a:pt x="1319710" y="1399340"/>
                  </a:lnTo>
                  <a:lnTo>
                    <a:pt x="1319705" y="1399342"/>
                  </a:lnTo>
                  <a:lnTo>
                    <a:pt x="1319681" y="1399360"/>
                  </a:lnTo>
                  <a:lnTo>
                    <a:pt x="1319635" y="1399384"/>
                  </a:lnTo>
                  <a:lnTo>
                    <a:pt x="1319599" y="1399392"/>
                  </a:lnTo>
                  <a:lnTo>
                    <a:pt x="1319593" y="1399393"/>
                  </a:lnTo>
                  <a:lnTo>
                    <a:pt x="1319589" y="1399392"/>
                  </a:lnTo>
                  <a:lnTo>
                    <a:pt x="1319578" y="1399385"/>
                  </a:lnTo>
                  <a:lnTo>
                    <a:pt x="1319574" y="1399381"/>
                  </a:lnTo>
                  <a:lnTo>
                    <a:pt x="1319565" y="1399371"/>
                  </a:lnTo>
                  <a:lnTo>
                    <a:pt x="1319560" y="1399366"/>
                  </a:lnTo>
                  <a:lnTo>
                    <a:pt x="1319553" y="1399358"/>
                  </a:lnTo>
                  <a:lnTo>
                    <a:pt x="1319548" y="1399352"/>
                  </a:lnTo>
                  <a:lnTo>
                    <a:pt x="1319541" y="1399348"/>
                  </a:lnTo>
                  <a:lnTo>
                    <a:pt x="1319534" y="1399350"/>
                  </a:lnTo>
                  <a:lnTo>
                    <a:pt x="1319524" y="1399356"/>
                  </a:lnTo>
                  <a:lnTo>
                    <a:pt x="1319516" y="1399358"/>
                  </a:lnTo>
                  <a:lnTo>
                    <a:pt x="1319509" y="1399360"/>
                  </a:lnTo>
                  <a:lnTo>
                    <a:pt x="1319504" y="1399360"/>
                  </a:lnTo>
                  <a:lnTo>
                    <a:pt x="1319498" y="1399357"/>
                  </a:lnTo>
                  <a:lnTo>
                    <a:pt x="1319493" y="1399351"/>
                  </a:lnTo>
                  <a:lnTo>
                    <a:pt x="1319483" y="1399351"/>
                  </a:lnTo>
                  <a:lnTo>
                    <a:pt x="1319465" y="1399356"/>
                  </a:lnTo>
                  <a:lnTo>
                    <a:pt x="1319462" y="1399358"/>
                  </a:lnTo>
                  <a:lnTo>
                    <a:pt x="1319457" y="1399363"/>
                  </a:lnTo>
                  <a:lnTo>
                    <a:pt x="1319429" y="1399388"/>
                  </a:lnTo>
                  <a:lnTo>
                    <a:pt x="1319414" y="1399399"/>
                  </a:lnTo>
                  <a:lnTo>
                    <a:pt x="1319387" y="1399420"/>
                  </a:lnTo>
                  <a:lnTo>
                    <a:pt x="1319367" y="1399438"/>
                  </a:lnTo>
                  <a:lnTo>
                    <a:pt x="1319362" y="1399440"/>
                  </a:lnTo>
                  <a:lnTo>
                    <a:pt x="1319357" y="1399440"/>
                  </a:lnTo>
                  <a:lnTo>
                    <a:pt x="1319352" y="1399439"/>
                  </a:lnTo>
                  <a:lnTo>
                    <a:pt x="1319345" y="1399436"/>
                  </a:lnTo>
                  <a:lnTo>
                    <a:pt x="1319318" y="1399424"/>
                  </a:lnTo>
                  <a:lnTo>
                    <a:pt x="1319308" y="1399423"/>
                  </a:lnTo>
                  <a:lnTo>
                    <a:pt x="1319296" y="1399426"/>
                  </a:lnTo>
                  <a:lnTo>
                    <a:pt x="1319289" y="1399433"/>
                  </a:lnTo>
                  <a:lnTo>
                    <a:pt x="1319267" y="1399457"/>
                  </a:lnTo>
                  <a:lnTo>
                    <a:pt x="1319259" y="1399466"/>
                  </a:lnTo>
                  <a:lnTo>
                    <a:pt x="1319253" y="1399472"/>
                  </a:lnTo>
                  <a:lnTo>
                    <a:pt x="1319241" y="1399477"/>
                  </a:lnTo>
                  <a:lnTo>
                    <a:pt x="1319236" y="1399481"/>
                  </a:lnTo>
                  <a:lnTo>
                    <a:pt x="1319234" y="1399487"/>
                  </a:lnTo>
                  <a:lnTo>
                    <a:pt x="1319234" y="1399507"/>
                  </a:lnTo>
                  <a:lnTo>
                    <a:pt x="1319234" y="1399513"/>
                  </a:lnTo>
                  <a:lnTo>
                    <a:pt x="1319234" y="1399528"/>
                  </a:lnTo>
                  <a:lnTo>
                    <a:pt x="1319233" y="1399534"/>
                  </a:lnTo>
                  <a:lnTo>
                    <a:pt x="1319228" y="1399547"/>
                  </a:lnTo>
                  <a:lnTo>
                    <a:pt x="1319226" y="1399552"/>
                  </a:lnTo>
                  <a:lnTo>
                    <a:pt x="1319223" y="1399558"/>
                  </a:lnTo>
                  <a:lnTo>
                    <a:pt x="1319217" y="1399564"/>
                  </a:lnTo>
                  <a:lnTo>
                    <a:pt x="1319206" y="1399572"/>
                  </a:lnTo>
                  <a:lnTo>
                    <a:pt x="1319202" y="1399573"/>
                  </a:lnTo>
                  <a:lnTo>
                    <a:pt x="1319198" y="1399574"/>
                  </a:lnTo>
                  <a:lnTo>
                    <a:pt x="1319191" y="1399573"/>
                  </a:lnTo>
                  <a:lnTo>
                    <a:pt x="1319178" y="1399571"/>
                  </a:lnTo>
                  <a:lnTo>
                    <a:pt x="1319127" y="1399566"/>
                  </a:lnTo>
                  <a:lnTo>
                    <a:pt x="1319122" y="1399568"/>
                  </a:lnTo>
                  <a:lnTo>
                    <a:pt x="1319111" y="1399575"/>
                  </a:lnTo>
                  <a:lnTo>
                    <a:pt x="1319100" y="1399579"/>
                  </a:lnTo>
                  <a:lnTo>
                    <a:pt x="1319075" y="1399574"/>
                  </a:lnTo>
                  <a:lnTo>
                    <a:pt x="1319053" y="1399571"/>
                  </a:lnTo>
                  <a:lnTo>
                    <a:pt x="1319046" y="1399573"/>
                  </a:lnTo>
                  <a:lnTo>
                    <a:pt x="1319038" y="1399578"/>
                  </a:lnTo>
                  <a:lnTo>
                    <a:pt x="1319023" y="1399588"/>
                  </a:lnTo>
                  <a:lnTo>
                    <a:pt x="1319019" y="1399590"/>
                  </a:lnTo>
                  <a:lnTo>
                    <a:pt x="1319012" y="1399591"/>
                  </a:lnTo>
                  <a:lnTo>
                    <a:pt x="1319003" y="1399591"/>
                  </a:lnTo>
                  <a:lnTo>
                    <a:pt x="1318998" y="1399594"/>
                  </a:lnTo>
                  <a:lnTo>
                    <a:pt x="1318974" y="1399603"/>
                  </a:lnTo>
                  <a:lnTo>
                    <a:pt x="1318962" y="1399603"/>
                  </a:lnTo>
                  <a:lnTo>
                    <a:pt x="1318958" y="1399602"/>
                  </a:lnTo>
                  <a:lnTo>
                    <a:pt x="1318951" y="1399593"/>
                  </a:lnTo>
                  <a:lnTo>
                    <a:pt x="1318945" y="1399588"/>
                  </a:lnTo>
                  <a:lnTo>
                    <a:pt x="1318941" y="1399586"/>
                  </a:lnTo>
                  <a:lnTo>
                    <a:pt x="1318935" y="1399585"/>
                  </a:lnTo>
                  <a:lnTo>
                    <a:pt x="1318923" y="1399588"/>
                  </a:lnTo>
                  <a:lnTo>
                    <a:pt x="1318913" y="1399586"/>
                  </a:lnTo>
                  <a:lnTo>
                    <a:pt x="1318907" y="1399583"/>
                  </a:lnTo>
                  <a:lnTo>
                    <a:pt x="1318902" y="1399585"/>
                  </a:lnTo>
                  <a:lnTo>
                    <a:pt x="1318893" y="1399587"/>
                  </a:lnTo>
                  <a:lnTo>
                    <a:pt x="1318867" y="1399583"/>
                  </a:lnTo>
                  <a:lnTo>
                    <a:pt x="1318847" y="1399581"/>
                  </a:lnTo>
                  <a:lnTo>
                    <a:pt x="1318840" y="1399581"/>
                  </a:lnTo>
                  <a:lnTo>
                    <a:pt x="1318835" y="1399584"/>
                  </a:lnTo>
                  <a:lnTo>
                    <a:pt x="1318827" y="1399592"/>
                  </a:lnTo>
                  <a:lnTo>
                    <a:pt x="1318810" y="1399609"/>
                  </a:lnTo>
                  <a:lnTo>
                    <a:pt x="1318782" y="1399629"/>
                  </a:lnTo>
                  <a:lnTo>
                    <a:pt x="1318765" y="1399641"/>
                  </a:lnTo>
                  <a:lnTo>
                    <a:pt x="1318746" y="1399653"/>
                  </a:lnTo>
                  <a:lnTo>
                    <a:pt x="1318730" y="1399658"/>
                  </a:lnTo>
                  <a:lnTo>
                    <a:pt x="1318726" y="1399658"/>
                  </a:lnTo>
                  <a:lnTo>
                    <a:pt x="1318717" y="1399658"/>
                  </a:lnTo>
                  <a:lnTo>
                    <a:pt x="1318705" y="1399654"/>
                  </a:lnTo>
                  <a:lnTo>
                    <a:pt x="1318696" y="1399648"/>
                  </a:lnTo>
                  <a:lnTo>
                    <a:pt x="1318680" y="1399634"/>
                  </a:lnTo>
                  <a:lnTo>
                    <a:pt x="1318666" y="1399622"/>
                  </a:lnTo>
                  <a:lnTo>
                    <a:pt x="1318630" y="1399591"/>
                  </a:lnTo>
                  <a:lnTo>
                    <a:pt x="1318608" y="1399573"/>
                  </a:lnTo>
                  <a:lnTo>
                    <a:pt x="1318598" y="1399568"/>
                  </a:lnTo>
                  <a:lnTo>
                    <a:pt x="1318578" y="1399552"/>
                  </a:lnTo>
                  <a:lnTo>
                    <a:pt x="1318552" y="1399530"/>
                  </a:lnTo>
                  <a:lnTo>
                    <a:pt x="1318525" y="1399508"/>
                  </a:lnTo>
                  <a:lnTo>
                    <a:pt x="1318495" y="1399488"/>
                  </a:lnTo>
                  <a:lnTo>
                    <a:pt x="1318484" y="1399482"/>
                  </a:lnTo>
                  <a:lnTo>
                    <a:pt x="1318463" y="1399481"/>
                  </a:lnTo>
                  <a:lnTo>
                    <a:pt x="1318447" y="1399483"/>
                  </a:lnTo>
                  <a:lnTo>
                    <a:pt x="1318434" y="1399490"/>
                  </a:lnTo>
                  <a:lnTo>
                    <a:pt x="1318414" y="1399497"/>
                  </a:lnTo>
                  <a:lnTo>
                    <a:pt x="1318393" y="1399495"/>
                  </a:lnTo>
                  <a:lnTo>
                    <a:pt x="1318372" y="1399488"/>
                  </a:lnTo>
                  <a:lnTo>
                    <a:pt x="1318350" y="1399474"/>
                  </a:lnTo>
                  <a:lnTo>
                    <a:pt x="1318341" y="1399469"/>
                  </a:lnTo>
                  <a:lnTo>
                    <a:pt x="1318330" y="1399469"/>
                  </a:lnTo>
                  <a:lnTo>
                    <a:pt x="1318321" y="1399470"/>
                  </a:lnTo>
                  <a:lnTo>
                    <a:pt x="1318313" y="1399473"/>
                  </a:lnTo>
                  <a:lnTo>
                    <a:pt x="1318297" y="1399482"/>
                  </a:lnTo>
                  <a:lnTo>
                    <a:pt x="1318286" y="1399488"/>
                  </a:lnTo>
                  <a:lnTo>
                    <a:pt x="1318274" y="1399497"/>
                  </a:lnTo>
                  <a:lnTo>
                    <a:pt x="1318268" y="1399502"/>
                  </a:lnTo>
                  <a:lnTo>
                    <a:pt x="1318255" y="1399518"/>
                  </a:lnTo>
                  <a:lnTo>
                    <a:pt x="1318249" y="1399524"/>
                  </a:lnTo>
                  <a:lnTo>
                    <a:pt x="1318242" y="1399537"/>
                  </a:lnTo>
                  <a:lnTo>
                    <a:pt x="1318236" y="1399545"/>
                  </a:lnTo>
                  <a:lnTo>
                    <a:pt x="1318229" y="1399552"/>
                  </a:lnTo>
                  <a:lnTo>
                    <a:pt x="1318198" y="1399574"/>
                  </a:lnTo>
                  <a:lnTo>
                    <a:pt x="1318187" y="1399587"/>
                  </a:lnTo>
                  <a:lnTo>
                    <a:pt x="1318162" y="1399599"/>
                  </a:lnTo>
                  <a:lnTo>
                    <a:pt x="1318143" y="1399626"/>
                  </a:lnTo>
                  <a:lnTo>
                    <a:pt x="1317971" y="1399695"/>
                  </a:lnTo>
                  <a:lnTo>
                    <a:pt x="1317899" y="1399724"/>
                  </a:lnTo>
                  <a:lnTo>
                    <a:pt x="1317817" y="1399756"/>
                  </a:lnTo>
                  <a:lnTo>
                    <a:pt x="1317519" y="1399756"/>
                  </a:lnTo>
                  <a:lnTo>
                    <a:pt x="1317315" y="1399756"/>
                  </a:lnTo>
                  <a:lnTo>
                    <a:pt x="1316982" y="1399755"/>
                  </a:lnTo>
                  <a:lnTo>
                    <a:pt x="1316652" y="1399682"/>
                  </a:lnTo>
                  <a:lnTo>
                    <a:pt x="1316527" y="1399697"/>
                  </a:lnTo>
                  <a:lnTo>
                    <a:pt x="1316373" y="1399706"/>
                  </a:lnTo>
                  <a:lnTo>
                    <a:pt x="1316273" y="1399712"/>
                  </a:lnTo>
                  <a:lnTo>
                    <a:pt x="1315927" y="1399913"/>
                  </a:lnTo>
                  <a:lnTo>
                    <a:pt x="1315870" y="1399905"/>
                  </a:lnTo>
                  <a:lnTo>
                    <a:pt x="1315569" y="1399859"/>
                  </a:lnTo>
                  <a:lnTo>
                    <a:pt x="1315540" y="1399871"/>
                  </a:lnTo>
                  <a:lnTo>
                    <a:pt x="1315527" y="1399872"/>
                  </a:lnTo>
                  <a:lnTo>
                    <a:pt x="1315521" y="1399870"/>
                  </a:lnTo>
                  <a:lnTo>
                    <a:pt x="1315517" y="1399869"/>
                  </a:lnTo>
                  <a:lnTo>
                    <a:pt x="1315512" y="1399861"/>
                  </a:lnTo>
                  <a:lnTo>
                    <a:pt x="1315509" y="1399853"/>
                  </a:lnTo>
                  <a:lnTo>
                    <a:pt x="1315511" y="1399836"/>
                  </a:lnTo>
                  <a:lnTo>
                    <a:pt x="1315509" y="1399817"/>
                  </a:lnTo>
                  <a:lnTo>
                    <a:pt x="1315507" y="1399811"/>
                  </a:lnTo>
                  <a:lnTo>
                    <a:pt x="1315501" y="1399798"/>
                  </a:lnTo>
                  <a:lnTo>
                    <a:pt x="1315497" y="1399794"/>
                  </a:lnTo>
                  <a:lnTo>
                    <a:pt x="1315493" y="1399791"/>
                  </a:lnTo>
                  <a:lnTo>
                    <a:pt x="1315474" y="1399788"/>
                  </a:lnTo>
                  <a:lnTo>
                    <a:pt x="1315446" y="1399787"/>
                  </a:lnTo>
                  <a:lnTo>
                    <a:pt x="1315428" y="1399783"/>
                  </a:lnTo>
                  <a:lnTo>
                    <a:pt x="1315423" y="1399782"/>
                  </a:lnTo>
                  <a:lnTo>
                    <a:pt x="1315414" y="1399777"/>
                  </a:lnTo>
                  <a:lnTo>
                    <a:pt x="1315407" y="1399772"/>
                  </a:lnTo>
                  <a:lnTo>
                    <a:pt x="1315405" y="1399757"/>
                  </a:lnTo>
                  <a:lnTo>
                    <a:pt x="1315407" y="1399737"/>
                  </a:lnTo>
                  <a:lnTo>
                    <a:pt x="1315402" y="1399726"/>
                  </a:lnTo>
                  <a:lnTo>
                    <a:pt x="1315390" y="1399714"/>
                  </a:lnTo>
                  <a:lnTo>
                    <a:pt x="1315358" y="1399697"/>
                  </a:lnTo>
                  <a:lnTo>
                    <a:pt x="1315331" y="1399681"/>
                  </a:lnTo>
                  <a:lnTo>
                    <a:pt x="1315326" y="1399673"/>
                  </a:lnTo>
                  <a:lnTo>
                    <a:pt x="1315322" y="1399663"/>
                  </a:lnTo>
                  <a:lnTo>
                    <a:pt x="1315319" y="1399658"/>
                  </a:lnTo>
                  <a:lnTo>
                    <a:pt x="1315299" y="1399636"/>
                  </a:lnTo>
                  <a:lnTo>
                    <a:pt x="1315285" y="1399610"/>
                  </a:lnTo>
                  <a:lnTo>
                    <a:pt x="1315282" y="1399606"/>
                  </a:lnTo>
                  <a:lnTo>
                    <a:pt x="1315273" y="1399599"/>
                  </a:lnTo>
                  <a:lnTo>
                    <a:pt x="1315267" y="1399598"/>
                  </a:lnTo>
                  <a:lnTo>
                    <a:pt x="1315257" y="1399601"/>
                  </a:lnTo>
                  <a:lnTo>
                    <a:pt x="1315250" y="1399601"/>
                  </a:lnTo>
                  <a:lnTo>
                    <a:pt x="1315246" y="1399601"/>
                  </a:lnTo>
                  <a:lnTo>
                    <a:pt x="1315240" y="1399598"/>
                  </a:lnTo>
                  <a:lnTo>
                    <a:pt x="1315232" y="1399594"/>
                  </a:lnTo>
                  <a:lnTo>
                    <a:pt x="1315225" y="1399587"/>
                  </a:lnTo>
                  <a:lnTo>
                    <a:pt x="1315220" y="1399576"/>
                  </a:lnTo>
                  <a:lnTo>
                    <a:pt x="1315188" y="1399522"/>
                  </a:lnTo>
                  <a:lnTo>
                    <a:pt x="1315170" y="1399485"/>
                  </a:lnTo>
                  <a:lnTo>
                    <a:pt x="1315155" y="1399446"/>
                  </a:lnTo>
                  <a:lnTo>
                    <a:pt x="1315145" y="1399408"/>
                  </a:lnTo>
                  <a:lnTo>
                    <a:pt x="1315143" y="1399399"/>
                  </a:lnTo>
                  <a:lnTo>
                    <a:pt x="1315142" y="1399385"/>
                  </a:lnTo>
                  <a:lnTo>
                    <a:pt x="1315139" y="1399373"/>
                  </a:lnTo>
                  <a:lnTo>
                    <a:pt x="1315129" y="1399351"/>
                  </a:lnTo>
                  <a:lnTo>
                    <a:pt x="1315115" y="1399328"/>
                  </a:lnTo>
                  <a:lnTo>
                    <a:pt x="1315069" y="1399325"/>
                  </a:lnTo>
                  <a:lnTo>
                    <a:pt x="1315031" y="1399319"/>
                  </a:lnTo>
                  <a:lnTo>
                    <a:pt x="1315014" y="1399317"/>
                  </a:lnTo>
                  <a:lnTo>
                    <a:pt x="1315010" y="1399314"/>
                  </a:lnTo>
                  <a:lnTo>
                    <a:pt x="1314996" y="1399298"/>
                  </a:lnTo>
                  <a:lnTo>
                    <a:pt x="1314992" y="1399294"/>
                  </a:lnTo>
                  <a:lnTo>
                    <a:pt x="1314984" y="1399289"/>
                  </a:lnTo>
                  <a:lnTo>
                    <a:pt x="1314931" y="1399271"/>
                  </a:lnTo>
                  <a:lnTo>
                    <a:pt x="1314860" y="1399289"/>
                  </a:lnTo>
                  <a:lnTo>
                    <a:pt x="1314829" y="1399299"/>
                  </a:lnTo>
                  <a:lnTo>
                    <a:pt x="1314782" y="1399311"/>
                  </a:lnTo>
                  <a:lnTo>
                    <a:pt x="1314767" y="1399318"/>
                  </a:lnTo>
                  <a:lnTo>
                    <a:pt x="1314744" y="1399334"/>
                  </a:lnTo>
                  <a:lnTo>
                    <a:pt x="1314724" y="1399351"/>
                  </a:lnTo>
                  <a:lnTo>
                    <a:pt x="1314714" y="1399363"/>
                  </a:lnTo>
                  <a:lnTo>
                    <a:pt x="1314696" y="1399390"/>
                  </a:lnTo>
                  <a:lnTo>
                    <a:pt x="1314688" y="1399406"/>
                  </a:lnTo>
                  <a:lnTo>
                    <a:pt x="1314682" y="1399423"/>
                  </a:lnTo>
                  <a:lnTo>
                    <a:pt x="1314677" y="1399438"/>
                  </a:lnTo>
                  <a:lnTo>
                    <a:pt x="1314668" y="1399459"/>
                  </a:lnTo>
                  <a:lnTo>
                    <a:pt x="1314645" y="1399503"/>
                  </a:lnTo>
                  <a:lnTo>
                    <a:pt x="1314640" y="1399510"/>
                  </a:lnTo>
                  <a:lnTo>
                    <a:pt x="1314623" y="1399530"/>
                  </a:lnTo>
                  <a:lnTo>
                    <a:pt x="1314608" y="1399542"/>
                  </a:lnTo>
                  <a:lnTo>
                    <a:pt x="1314593" y="1399547"/>
                  </a:lnTo>
                  <a:lnTo>
                    <a:pt x="1314574" y="1399547"/>
                  </a:lnTo>
                  <a:lnTo>
                    <a:pt x="1314559" y="1399546"/>
                  </a:lnTo>
                  <a:lnTo>
                    <a:pt x="1314444" y="1399518"/>
                  </a:lnTo>
                  <a:lnTo>
                    <a:pt x="1314432" y="1399516"/>
                  </a:lnTo>
                  <a:lnTo>
                    <a:pt x="1314390" y="1399514"/>
                  </a:lnTo>
                  <a:lnTo>
                    <a:pt x="1314354" y="1399517"/>
                  </a:lnTo>
                  <a:lnTo>
                    <a:pt x="1314323" y="1399515"/>
                  </a:lnTo>
                  <a:lnTo>
                    <a:pt x="1314310" y="1399512"/>
                  </a:lnTo>
                  <a:lnTo>
                    <a:pt x="1314295" y="1399506"/>
                  </a:lnTo>
                  <a:lnTo>
                    <a:pt x="1314283" y="1399501"/>
                  </a:lnTo>
                  <a:lnTo>
                    <a:pt x="1314274" y="1399501"/>
                  </a:lnTo>
                  <a:lnTo>
                    <a:pt x="1314269" y="1399502"/>
                  </a:lnTo>
                  <a:lnTo>
                    <a:pt x="1314265" y="1399507"/>
                  </a:lnTo>
                  <a:lnTo>
                    <a:pt x="1314248" y="1399528"/>
                  </a:lnTo>
                  <a:lnTo>
                    <a:pt x="1314225" y="1399551"/>
                  </a:lnTo>
                  <a:lnTo>
                    <a:pt x="1314209" y="1399564"/>
                  </a:lnTo>
                  <a:lnTo>
                    <a:pt x="1314183" y="1399585"/>
                  </a:lnTo>
                  <a:lnTo>
                    <a:pt x="1314175" y="1399596"/>
                  </a:lnTo>
                  <a:lnTo>
                    <a:pt x="1314154" y="1399619"/>
                  </a:lnTo>
                  <a:lnTo>
                    <a:pt x="1314148" y="1399634"/>
                  </a:lnTo>
                  <a:lnTo>
                    <a:pt x="1314135" y="1399663"/>
                  </a:lnTo>
                  <a:lnTo>
                    <a:pt x="1314123" y="1399682"/>
                  </a:lnTo>
                  <a:lnTo>
                    <a:pt x="1314113" y="1399692"/>
                  </a:lnTo>
                  <a:lnTo>
                    <a:pt x="1314104" y="1399700"/>
                  </a:lnTo>
                  <a:lnTo>
                    <a:pt x="1314085" y="1399712"/>
                  </a:lnTo>
                  <a:lnTo>
                    <a:pt x="1314082" y="1399714"/>
                  </a:lnTo>
                  <a:lnTo>
                    <a:pt x="1314074" y="1399720"/>
                  </a:lnTo>
                  <a:lnTo>
                    <a:pt x="1314064" y="1399730"/>
                  </a:lnTo>
                  <a:lnTo>
                    <a:pt x="1314057" y="1399739"/>
                  </a:lnTo>
                  <a:lnTo>
                    <a:pt x="1314054" y="1399744"/>
                  </a:lnTo>
                  <a:lnTo>
                    <a:pt x="1314052" y="1399752"/>
                  </a:lnTo>
                  <a:lnTo>
                    <a:pt x="1314051" y="1399768"/>
                  </a:lnTo>
                  <a:lnTo>
                    <a:pt x="1314048" y="1399790"/>
                  </a:lnTo>
                  <a:lnTo>
                    <a:pt x="1314045" y="1399795"/>
                  </a:lnTo>
                  <a:lnTo>
                    <a:pt x="1314035" y="1399812"/>
                  </a:lnTo>
                  <a:lnTo>
                    <a:pt x="1314003" y="1399844"/>
                  </a:lnTo>
                  <a:lnTo>
                    <a:pt x="1313993" y="1399851"/>
                  </a:lnTo>
                  <a:lnTo>
                    <a:pt x="1313969" y="1399859"/>
                  </a:lnTo>
                  <a:lnTo>
                    <a:pt x="1313955" y="1399862"/>
                  </a:lnTo>
                  <a:lnTo>
                    <a:pt x="1313946" y="1399865"/>
                  </a:lnTo>
                  <a:lnTo>
                    <a:pt x="1313939" y="1399871"/>
                  </a:lnTo>
                  <a:lnTo>
                    <a:pt x="1313928" y="1399884"/>
                  </a:lnTo>
                  <a:lnTo>
                    <a:pt x="1313924" y="1399891"/>
                  </a:lnTo>
                  <a:lnTo>
                    <a:pt x="1313919" y="1399902"/>
                  </a:lnTo>
                  <a:lnTo>
                    <a:pt x="1313917" y="1399912"/>
                  </a:lnTo>
                  <a:lnTo>
                    <a:pt x="1313913" y="1399928"/>
                  </a:lnTo>
                  <a:lnTo>
                    <a:pt x="1313895" y="1400012"/>
                  </a:lnTo>
                  <a:lnTo>
                    <a:pt x="1313871" y="1400057"/>
                  </a:lnTo>
                  <a:lnTo>
                    <a:pt x="1313830" y="1400094"/>
                  </a:lnTo>
                  <a:lnTo>
                    <a:pt x="1313804" y="1400110"/>
                  </a:lnTo>
                  <a:lnTo>
                    <a:pt x="1313800" y="1400117"/>
                  </a:lnTo>
                  <a:lnTo>
                    <a:pt x="1313796" y="1400145"/>
                  </a:lnTo>
                  <a:lnTo>
                    <a:pt x="1313799" y="1400171"/>
                  </a:lnTo>
                  <a:lnTo>
                    <a:pt x="1313799" y="1400176"/>
                  </a:lnTo>
                  <a:lnTo>
                    <a:pt x="1313798" y="1400194"/>
                  </a:lnTo>
                  <a:lnTo>
                    <a:pt x="1313797" y="1400211"/>
                  </a:lnTo>
                  <a:lnTo>
                    <a:pt x="1313793" y="1400235"/>
                  </a:lnTo>
                  <a:lnTo>
                    <a:pt x="1313776" y="1400266"/>
                  </a:lnTo>
                  <a:lnTo>
                    <a:pt x="1313756" y="1400300"/>
                  </a:lnTo>
                  <a:lnTo>
                    <a:pt x="1313749" y="1400319"/>
                  </a:lnTo>
                  <a:lnTo>
                    <a:pt x="1313746" y="1400341"/>
                  </a:lnTo>
                  <a:lnTo>
                    <a:pt x="1313728" y="1400370"/>
                  </a:lnTo>
                  <a:lnTo>
                    <a:pt x="1313684" y="1400418"/>
                  </a:lnTo>
                  <a:lnTo>
                    <a:pt x="1313640" y="1400480"/>
                  </a:lnTo>
                  <a:lnTo>
                    <a:pt x="1313626" y="1400508"/>
                  </a:lnTo>
                  <a:lnTo>
                    <a:pt x="1313613" y="1400527"/>
                  </a:lnTo>
                  <a:lnTo>
                    <a:pt x="1313606" y="1400533"/>
                  </a:lnTo>
                  <a:lnTo>
                    <a:pt x="1313600" y="1400534"/>
                  </a:lnTo>
                  <a:lnTo>
                    <a:pt x="1313578" y="1400534"/>
                  </a:lnTo>
                  <a:lnTo>
                    <a:pt x="1313554" y="1400529"/>
                  </a:lnTo>
                  <a:lnTo>
                    <a:pt x="1313505" y="1400497"/>
                  </a:lnTo>
                  <a:lnTo>
                    <a:pt x="1313460" y="1400465"/>
                  </a:lnTo>
                  <a:lnTo>
                    <a:pt x="1313445" y="1400451"/>
                  </a:lnTo>
                  <a:lnTo>
                    <a:pt x="1313439" y="1400443"/>
                  </a:lnTo>
                  <a:lnTo>
                    <a:pt x="1313436" y="1400434"/>
                  </a:lnTo>
                  <a:lnTo>
                    <a:pt x="1313426" y="1400389"/>
                  </a:lnTo>
                  <a:lnTo>
                    <a:pt x="1313409" y="1400346"/>
                  </a:lnTo>
                  <a:lnTo>
                    <a:pt x="1313404" y="1400337"/>
                  </a:lnTo>
                  <a:lnTo>
                    <a:pt x="1313400" y="1400331"/>
                  </a:lnTo>
                  <a:lnTo>
                    <a:pt x="1313390" y="1400322"/>
                  </a:lnTo>
                  <a:lnTo>
                    <a:pt x="1313387" y="1400320"/>
                  </a:lnTo>
                  <a:lnTo>
                    <a:pt x="1313376" y="1400316"/>
                  </a:lnTo>
                  <a:lnTo>
                    <a:pt x="1313367" y="1400316"/>
                  </a:lnTo>
                  <a:lnTo>
                    <a:pt x="1313337" y="1400335"/>
                  </a:lnTo>
                  <a:lnTo>
                    <a:pt x="1313332" y="1400337"/>
                  </a:lnTo>
                  <a:lnTo>
                    <a:pt x="1313319" y="1400346"/>
                  </a:lnTo>
                  <a:lnTo>
                    <a:pt x="1313311" y="1400349"/>
                  </a:lnTo>
                  <a:lnTo>
                    <a:pt x="1313302" y="1400354"/>
                  </a:lnTo>
                  <a:lnTo>
                    <a:pt x="1313295" y="1400357"/>
                  </a:lnTo>
                  <a:lnTo>
                    <a:pt x="1313287" y="1400359"/>
                  </a:lnTo>
                  <a:lnTo>
                    <a:pt x="1313275" y="1400360"/>
                  </a:lnTo>
                  <a:lnTo>
                    <a:pt x="1313265" y="1400360"/>
                  </a:lnTo>
                  <a:lnTo>
                    <a:pt x="1313257" y="1400360"/>
                  </a:lnTo>
                  <a:lnTo>
                    <a:pt x="1313241" y="1400362"/>
                  </a:lnTo>
                  <a:lnTo>
                    <a:pt x="1313233" y="1400365"/>
                  </a:lnTo>
                  <a:lnTo>
                    <a:pt x="1313223" y="1400370"/>
                  </a:lnTo>
                  <a:lnTo>
                    <a:pt x="1313214" y="1400380"/>
                  </a:lnTo>
                  <a:lnTo>
                    <a:pt x="1313206" y="1400404"/>
                  </a:lnTo>
                  <a:lnTo>
                    <a:pt x="1313196" y="1400443"/>
                  </a:lnTo>
                  <a:lnTo>
                    <a:pt x="1313190" y="1400452"/>
                  </a:lnTo>
                  <a:lnTo>
                    <a:pt x="1313170" y="1400469"/>
                  </a:lnTo>
                  <a:lnTo>
                    <a:pt x="1313143" y="1400481"/>
                  </a:lnTo>
                  <a:lnTo>
                    <a:pt x="1313101" y="1400492"/>
                  </a:lnTo>
                  <a:lnTo>
                    <a:pt x="1313003" y="1400495"/>
                  </a:lnTo>
                  <a:lnTo>
                    <a:pt x="1312915" y="1400495"/>
                  </a:lnTo>
                  <a:lnTo>
                    <a:pt x="1312897" y="1400495"/>
                  </a:lnTo>
                  <a:lnTo>
                    <a:pt x="1312876" y="1400495"/>
                  </a:lnTo>
                  <a:lnTo>
                    <a:pt x="1312857" y="1400492"/>
                  </a:lnTo>
                  <a:lnTo>
                    <a:pt x="1312836" y="1400487"/>
                  </a:lnTo>
                  <a:lnTo>
                    <a:pt x="1312817" y="1400473"/>
                  </a:lnTo>
                  <a:lnTo>
                    <a:pt x="1312748" y="1400422"/>
                  </a:lnTo>
                  <a:lnTo>
                    <a:pt x="1312692" y="1400362"/>
                  </a:lnTo>
                  <a:lnTo>
                    <a:pt x="1312677" y="1400349"/>
                  </a:lnTo>
                  <a:lnTo>
                    <a:pt x="1312670" y="1400345"/>
                  </a:lnTo>
                  <a:lnTo>
                    <a:pt x="1312655" y="1400345"/>
                  </a:lnTo>
                  <a:lnTo>
                    <a:pt x="1312629" y="1400349"/>
                  </a:lnTo>
                  <a:lnTo>
                    <a:pt x="1312602" y="1400353"/>
                  </a:lnTo>
                  <a:lnTo>
                    <a:pt x="1312575" y="1400354"/>
                  </a:lnTo>
                  <a:lnTo>
                    <a:pt x="1312560" y="1400353"/>
                  </a:lnTo>
                  <a:lnTo>
                    <a:pt x="1312544" y="1400347"/>
                  </a:lnTo>
                  <a:lnTo>
                    <a:pt x="1312531" y="1400333"/>
                  </a:lnTo>
                  <a:lnTo>
                    <a:pt x="1312524" y="1400326"/>
                  </a:lnTo>
                  <a:lnTo>
                    <a:pt x="1312494" y="1400303"/>
                  </a:lnTo>
                  <a:lnTo>
                    <a:pt x="1312487" y="1400299"/>
                  </a:lnTo>
                  <a:lnTo>
                    <a:pt x="1312459" y="1400288"/>
                  </a:lnTo>
                  <a:lnTo>
                    <a:pt x="1312360" y="1400255"/>
                  </a:lnTo>
                  <a:lnTo>
                    <a:pt x="1312289" y="1400235"/>
                  </a:lnTo>
                  <a:lnTo>
                    <a:pt x="1312240" y="1400218"/>
                  </a:lnTo>
                  <a:lnTo>
                    <a:pt x="1312227" y="1400215"/>
                  </a:lnTo>
                  <a:lnTo>
                    <a:pt x="1312204" y="1400208"/>
                  </a:lnTo>
                  <a:lnTo>
                    <a:pt x="1312189" y="1400204"/>
                  </a:lnTo>
                  <a:lnTo>
                    <a:pt x="1312162" y="1400197"/>
                  </a:lnTo>
                  <a:lnTo>
                    <a:pt x="1312136" y="1400194"/>
                  </a:lnTo>
                  <a:lnTo>
                    <a:pt x="1312123" y="1400196"/>
                  </a:lnTo>
                  <a:lnTo>
                    <a:pt x="1312112" y="1400199"/>
                  </a:lnTo>
                  <a:lnTo>
                    <a:pt x="1312104" y="1400200"/>
                  </a:lnTo>
                  <a:lnTo>
                    <a:pt x="1312091" y="1400205"/>
                  </a:lnTo>
                  <a:lnTo>
                    <a:pt x="1312074" y="1400215"/>
                  </a:lnTo>
                  <a:lnTo>
                    <a:pt x="1312062" y="1400223"/>
                  </a:lnTo>
                  <a:lnTo>
                    <a:pt x="1312042" y="1400240"/>
                  </a:lnTo>
                  <a:lnTo>
                    <a:pt x="1312016" y="1400255"/>
                  </a:lnTo>
                  <a:lnTo>
                    <a:pt x="1311990" y="1400266"/>
                  </a:lnTo>
                  <a:lnTo>
                    <a:pt x="1311969" y="1400271"/>
                  </a:lnTo>
                  <a:lnTo>
                    <a:pt x="1311951" y="1400277"/>
                  </a:lnTo>
                  <a:lnTo>
                    <a:pt x="1311929" y="1400285"/>
                  </a:lnTo>
                  <a:lnTo>
                    <a:pt x="1311917" y="1400285"/>
                  </a:lnTo>
                  <a:lnTo>
                    <a:pt x="1311899" y="1400280"/>
                  </a:lnTo>
                  <a:lnTo>
                    <a:pt x="1311882" y="1400274"/>
                  </a:lnTo>
                  <a:lnTo>
                    <a:pt x="1311868" y="1400263"/>
                  </a:lnTo>
                  <a:lnTo>
                    <a:pt x="1311857" y="1400255"/>
                  </a:lnTo>
                  <a:lnTo>
                    <a:pt x="1311839" y="1400245"/>
                  </a:lnTo>
                  <a:lnTo>
                    <a:pt x="1311811" y="1400234"/>
                  </a:lnTo>
                  <a:lnTo>
                    <a:pt x="1311786" y="1400223"/>
                  </a:lnTo>
                  <a:lnTo>
                    <a:pt x="1311771" y="1400220"/>
                  </a:lnTo>
                  <a:lnTo>
                    <a:pt x="1311764" y="1400220"/>
                  </a:lnTo>
                  <a:lnTo>
                    <a:pt x="1311754" y="1400221"/>
                  </a:lnTo>
                  <a:lnTo>
                    <a:pt x="1311729" y="1400227"/>
                  </a:lnTo>
                  <a:lnTo>
                    <a:pt x="1311714" y="1400228"/>
                  </a:lnTo>
                  <a:lnTo>
                    <a:pt x="1311689" y="1400225"/>
                  </a:lnTo>
                  <a:lnTo>
                    <a:pt x="1311667" y="1400219"/>
                  </a:lnTo>
                  <a:lnTo>
                    <a:pt x="1311660" y="1400218"/>
                  </a:lnTo>
                  <a:lnTo>
                    <a:pt x="1311655" y="1400210"/>
                  </a:lnTo>
                  <a:lnTo>
                    <a:pt x="1311652" y="1400201"/>
                  </a:lnTo>
                  <a:lnTo>
                    <a:pt x="1311642" y="1400191"/>
                  </a:lnTo>
                  <a:lnTo>
                    <a:pt x="1311625" y="1400171"/>
                  </a:lnTo>
                  <a:lnTo>
                    <a:pt x="1311607" y="1400155"/>
                  </a:lnTo>
                  <a:lnTo>
                    <a:pt x="1311597" y="1400150"/>
                  </a:lnTo>
                  <a:lnTo>
                    <a:pt x="1311569" y="1400141"/>
                  </a:lnTo>
                  <a:lnTo>
                    <a:pt x="1311530" y="1400126"/>
                  </a:lnTo>
                  <a:lnTo>
                    <a:pt x="1311509" y="1400121"/>
                  </a:lnTo>
                  <a:lnTo>
                    <a:pt x="1311495" y="1400121"/>
                  </a:lnTo>
                  <a:lnTo>
                    <a:pt x="1311481" y="1400120"/>
                  </a:lnTo>
                  <a:lnTo>
                    <a:pt x="1311451" y="1400122"/>
                  </a:lnTo>
                  <a:lnTo>
                    <a:pt x="1311427" y="1400118"/>
                  </a:lnTo>
                  <a:lnTo>
                    <a:pt x="1311411" y="1400118"/>
                  </a:lnTo>
                  <a:lnTo>
                    <a:pt x="1311390" y="1400119"/>
                  </a:lnTo>
                  <a:lnTo>
                    <a:pt x="1311366" y="1400130"/>
                  </a:lnTo>
                  <a:lnTo>
                    <a:pt x="1311340" y="1400132"/>
                  </a:lnTo>
                  <a:lnTo>
                    <a:pt x="1311316" y="1400132"/>
                  </a:lnTo>
                  <a:lnTo>
                    <a:pt x="1311287" y="1400131"/>
                  </a:lnTo>
                  <a:lnTo>
                    <a:pt x="1311274" y="1400132"/>
                  </a:lnTo>
                  <a:lnTo>
                    <a:pt x="1311290" y="1400115"/>
                  </a:lnTo>
                  <a:lnTo>
                    <a:pt x="1311302" y="1400108"/>
                  </a:lnTo>
                  <a:lnTo>
                    <a:pt x="1311326" y="1400096"/>
                  </a:lnTo>
                  <a:lnTo>
                    <a:pt x="1311332" y="1400092"/>
                  </a:lnTo>
                  <a:lnTo>
                    <a:pt x="1311339" y="1400088"/>
                  </a:lnTo>
                  <a:lnTo>
                    <a:pt x="1311355" y="1400080"/>
                  </a:lnTo>
                  <a:lnTo>
                    <a:pt x="1311373" y="1400074"/>
                  </a:lnTo>
                  <a:lnTo>
                    <a:pt x="1311396" y="1400067"/>
                  </a:lnTo>
                  <a:lnTo>
                    <a:pt x="1311438" y="1400043"/>
                  </a:lnTo>
                  <a:lnTo>
                    <a:pt x="1311462" y="1400026"/>
                  </a:lnTo>
                  <a:lnTo>
                    <a:pt x="1311467" y="1400023"/>
                  </a:lnTo>
                  <a:lnTo>
                    <a:pt x="1311500" y="1399999"/>
                  </a:lnTo>
                  <a:lnTo>
                    <a:pt x="1311525" y="1399970"/>
                  </a:lnTo>
                  <a:lnTo>
                    <a:pt x="1311572" y="1399926"/>
                  </a:lnTo>
                  <a:lnTo>
                    <a:pt x="1311591" y="1399905"/>
                  </a:lnTo>
                  <a:lnTo>
                    <a:pt x="1311609" y="1399895"/>
                  </a:lnTo>
                  <a:lnTo>
                    <a:pt x="1311617" y="1399893"/>
                  </a:lnTo>
                  <a:lnTo>
                    <a:pt x="1311629" y="1399893"/>
                  </a:lnTo>
                  <a:lnTo>
                    <a:pt x="1311646" y="1399897"/>
                  </a:lnTo>
                  <a:lnTo>
                    <a:pt x="1311651" y="1399895"/>
                  </a:lnTo>
                  <a:lnTo>
                    <a:pt x="1311659" y="1399890"/>
                  </a:lnTo>
                  <a:lnTo>
                    <a:pt x="1311665" y="1399885"/>
                  </a:lnTo>
                  <a:lnTo>
                    <a:pt x="1311690" y="1399869"/>
                  </a:lnTo>
                  <a:lnTo>
                    <a:pt x="1311706" y="1399854"/>
                  </a:lnTo>
                  <a:lnTo>
                    <a:pt x="1311714" y="1399836"/>
                  </a:lnTo>
                  <a:lnTo>
                    <a:pt x="1311725" y="1399800"/>
                  </a:lnTo>
                  <a:lnTo>
                    <a:pt x="1311733" y="1399773"/>
                  </a:lnTo>
                  <a:lnTo>
                    <a:pt x="1311739" y="1399755"/>
                  </a:lnTo>
                  <a:lnTo>
                    <a:pt x="1311741" y="1399739"/>
                  </a:lnTo>
                  <a:lnTo>
                    <a:pt x="1311739" y="1399730"/>
                  </a:lnTo>
                  <a:lnTo>
                    <a:pt x="1311732" y="1399718"/>
                  </a:lnTo>
                  <a:lnTo>
                    <a:pt x="1311723" y="1399704"/>
                  </a:lnTo>
                  <a:lnTo>
                    <a:pt x="1311715" y="1399683"/>
                  </a:lnTo>
                  <a:lnTo>
                    <a:pt x="1311715" y="1399673"/>
                  </a:lnTo>
                  <a:lnTo>
                    <a:pt x="1311717" y="1399661"/>
                  </a:lnTo>
                  <a:lnTo>
                    <a:pt x="1311724" y="1399649"/>
                  </a:lnTo>
                  <a:lnTo>
                    <a:pt x="1311733" y="1399634"/>
                  </a:lnTo>
                  <a:lnTo>
                    <a:pt x="1311740" y="1399623"/>
                  </a:lnTo>
                  <a:lnTo>
                    <a:pt x="1311748" y="1399612"/>
                  </a:lnTo>
                  <a:lnTo>
                    <a:pt x="1311757" y="1399599"/>
                  </a:lnTo>
                  <a:lnTo>
                    <a:pt x="1311770" y="1399574"/>
                  </a:lnTo>
                  <a:lnTo>
                    <a:pt x="1311776" y="1399555"/>
                  </a:lnTo>
                  <a:lnTo>
                    <a:pt x="1311783" y="1399542"/>
                  </a:lnTo>
                  <a:lnTo>
                    <a:pt x="1311788" y="1399537"/>
                  </a:lnTo>
                  <a:lnTo>
                    <a:pt x="1311796" y="1399533"/>
                  </a:lnTo>
                  <a:lnTo>
                    <a:pt x="1311810" y="1399527"/>
                  </a:lnTo>
                  <a:lnTo>
                    <a:pt x="1311818" y="1399523"/>
                  </a:lnTo>
                  <a:lnTo>
                    <a:pt x="1311831" y="1399512"/>
                  </a:lnTo>
                  <a:lnTo>
                    <a:pt x="1311842" y="1399491"/>
                  </a:lnTo>
                  <a:lnTo>
                    <a:pt x="1311846" y="1399485"/>
                  </a:lnTo>
                  <a:lnTo>
                    <a:pt x="1311853" y="1399466"/>
                  </a:lnTo>
                  <a:lnTo>
                    <a:pt x="1311857" y="1399449"/>
                  </a:lnTo>
                  <a:lnTo>
                    <a:pt x="1311865" y="1399438"/>
                  </a:lnTo>
                  <a:lnTo>
                    <a:pt x="1311870" y="1399429"/>
                  </a:lnTo>
                  <a:lnTo>
                    <a:pt x="1311869" y="1399423"/>
                  </a:lnTo>
                  <a:lnTo>
                    <a:pt x="1311863" y="1399414"/>
                  </a:lnTo>
                  <a:lnTo>
                    <a:pt x="1311856" y="1399398"/>
                  </a:lnTo>
                  <a:lnTo>
                    <a:pt x="1311850" y="1399385"/>
                  </a:lnTo>
                  <a:lnTo>
                    <a:pt x="1311841" y="1399355"/>
                  </a:lnTo>
                  <a:lnTo>
                    <a:pt x="1311840" y="1399341"/>
                  </a:lnTo>
                  <a:lnTo>
                    <a:pt x="1311836" y="1399326"/>
                  </a:lnTo>
                  <a:lnTo>
                    <a:pt x="1311829" y="1399312"/>
                  </a:lnTo>
                  <a:lnTo>
                    <a:pt x="1311820" y="1399298"/>
                  </a:lnTo>
                  <a:lnTo>
                    <a:pt x="1311788" y="1399255"/>
                  </a:lnTo>
                  <a:lnTo>
                    <a:pt x="1311772" y="1399221"/>
                  </a:lnTo>
                  <a:lnTo>
                    <a:pt x="1311766" y="1399202"/>
                  </a:lnTo>
                  <a:lnTo>
                    <a:pt x="1311750" y="1399187"/>
                  </a:lnTo>
                  <a:lnTo>
                    <a:pt x="1311727" y="1399175"/>
                  </a:lnTo>
                  <a:lnTo>
                    <a:pt x="1311723" y="1399173"/>
                  </a:lnTo>
                  <a:lnTo>
                    <a:pt x="1311720" y="1399169"/>
                  </a:lnTo>
                  <a:lnTo>
                    <a:pt x="1311720" y="1399156"/>
                  </a:lnTo>
                  <a:lnTo>
                    <a:pt x="1311721" y="1399146"/>
                  </a:lnTo>
                  <a:lnTo>
                    <a:pt x="1311720" y="1399138"/>
                  </a:lnTo>
                  <a:lnTo>
                    <a:pt x="1311720" y="1399133"/>
                  </a:lnTo>
                  <a:lnTo>
                    <a:pt x="1311715" y="1399126"/>
                  </a:lnTo>
                  <a:lnTo>
                    <a:pt x="1311707" y="1399120"/>
                  </a:lnTo>
                  <a:lnTo>
                    <a:pt x="1311691" y="1399109"/>
                  </a:lnTo>
                  <a:lnTo>
                    <a:pt x="1311676" y="1399093"/>
                  </a:lnTo>
                  <a:lnTo>
                    <a:pt x="1311670" y="1399078"/>
                  </a:lnTo>
                  <a:lnTo>
                    <a:pt x="1311667" y="1399064"/>
                  </a:lnTo>
                  <a:lnTo>
                    <a:pt x="1311664" y="1399055"/>
                  </a:lnTo>
                  <a:lnTo>
                    <a:pt x="1311654" y="1399037"/>
                  </a:lnTo>
                  <a:lnTo>
                    <a:pt x="1311653" y="1399025"/>
                  </a:lnTo>
                  <a:lnTo>
                    <a:pt x="1311656" y="1399012"/>
                  </a:lnTo>
                  <a:lnTo>
                    <a:pt x="1311669" y="1398990"/>
                  </a:lnTo>
                  <a:lnTo>
                    <a:pt x="1311673" y="1398979"/>
                  </a:lnTo>
                  <a:lnTo>
                    <a:pt x="1311670" y="1398971"/>
                  </a:lnTo>
                  <a:lnTo>
                    <a:pt x="1311655" y="1398967"/>
                  </a:lnTo>
                  <a:lnTo>
                    <a:pt x="1311636" y="1398968"/>
                  </a:lnTo>
                  <a:lnTo>
                    <a:pt x="1311604" y="1398974"/>
                  </a:lnTo>
                  <a:lnTo>
                    <a:pt x="1311583" y="1398984"/>
                  </a:lnTo>
                  <a:lnTo>
                    <a:pt x="1311580" y="1398986"/>
                  </a:lnTo>
                  <a:lnTo>
                    <a:pt x="1311574" y="1398989"/>
                  </a:lnTo>
                  <a:lnTo>
                    <a:pt x="1311564" y="1398995"/>
                  </a:lnTo>
                  <a:lnTo>
                    <a:pt x="1311550" y="1399002"/>
                  </a:lnTo>
                  <a:lnTo>
                    <a:pt x="1311526" y="1399009"/>
                  </a:lnTo>
                  <a:lnTo>
                    <a:pt x="1311511" y="1399008"/>
                  </a:lnTo>
                  <a:lnTo>
                    <a:pt x="1311497" y="1399003"/>
                  </a:lnTo>
                  <a:lnTo>
                    <a:pt x="1311492" y="1398999"/>
                  </a:lnTo>
                  <a:lnTo>
                    <a:pt x="1311485" y="1398989"/>
                  </a:lnTo>
                  <a:lnTo>
                    <a:pt x="1311481" y="1398973"/>
                  </a:lnTo>
                  <a:lnTo>
                    <a:pt x="1311480" y="1398949"/>
                  </a:lnTo>
                  <a:lnTo>
                    <a:pt x="1311473" y="1398926"/>
                  </a:lnTo>
                  <a:lnTo>
                    <a:pt x="1311466" y="1398911"/>
                  </a:lnTo>
                  <a:lnTo>
                    <a:pt x="1311459" y="1398906"/>
                  </a:lnTo>
                  <a:lnTo>
                    <a:pt x="1311453" y="1398906"/>
                  </a:lnTo>
                  <a:lnTo>
                    <a:pt x="1311438" y="1398914"/>
                  </a:lnTo>
                  <a:lnTo>
                    <a:pt x="1311427" y="1398918"/>
                  </a:lnTo>
                  <a:lnTo>
                    <a:pt x="1311421" y="1398917"/>
                  </a:lnTo>
                  <a:lnTo>
                    <a:pt x="1311415" y="1398909"/>
                  </a:lnTo>
                  <a:lnTo>
                    <a:pt x="1311408" y="1398888"/>
                  </a:lnTo>
                  <a:lnTo>
                    <a:pt x="1311404" y="1398881"/>
                  </a:lnTo>
                  <a:lnTo>
                    <a:pt x="1311393" y="1398870"/>
                  </a:lnTo>
                  <a:lnTo>
                    <a:pt x="1311382" y="1398855"/>
                  </a:lnTo>
                  <a:lnTo>
                    <a:pt x="1311380" y="1398839"/>
                  </a:lnTo>
                  <a:lnTo>
                    <a:pt x="1311380" y="1398821"/>
                  </a:lnTo>
                  <a:lnTo>
                    <a:pt x="1311371" y="1398812"/>
                  </a:lnTo>
                  <a:lnTo>
                    <a:pt x="1311359" y="1398803"/>
                  </a:lnTo>
                  <a:lnTo>
                    <a:pt x="1311356" y="1398791"/>
                  </a:lnTo>
                  <a:lnTo>
                    <a:pt x="1311350" y="1398775"/>
                  </a:lnTo>
                  <a:lnTo>
                    <a:pt x="1311345" y="1398750"/>
                  </a:lnTo>
                  <a:lnTo>
                    <a:pt x="1311337" y="1398732"/>
                  </a:lnTo>
                  <a:lnTo>
                    <a:pt x="1311332" y="1398712"/>
                  </a:lnTo>
                  <a:lnTo>
                    <a:pt x="1311336" y="1398703"/>
                  </a:lnTo>
                  <a:lnTo>
                    <a:pt x="1311341" y="1398699"/>
                  </a:lnTo>
                  <a:lnTo>
                    <a:pt x="1311344" y="1398697"/>
                  </a:lnTo>
                  <a:lnTo>
                    <a:pt x="1311359" y="1398690"/>
                  </a:lnTo>
                  <a:lnTo>
                    <a:pt x="1311368" y="1398678"/>
                  </a:lnTo>
                  <a:lnTo>
                    <a:pt x="1311362" y="1398668"/>
                  </a:lnTo>
                  <a:lnTo>
                    <a:pt x="1311350" y="1398653"/>
                  </a:lnTo>
                  <a:lnTo>
                    <a:pt x="1311343" y="1398639"/>
                  </a:lnTo>
                  <a:lnTo>
                    <a:pt x="1311342" y="1398633"/>
                  </a:lnTo>
                  <a:lnTo>
                    <a:pt x="1311338" y="1398620"/>
                  </a:lnTo>
                  <a:lnTo>
                    <a:pt x="1311341" y="1398597"/>
                  </a:lnTo>
                  <a:lnTo>
                    <a:pt x="1311347" y="1398584"/>
                  </a:lnTo>
                  <a:lnTo>
                    <a:pt x="1311363" y="1398567"/>
                  </a:lnTo>
                  <a:lnTo>
                    <a:pt x="1311367" y="1398559"/>
                  </a:lnTo>
                  <a:lnTo>
                    <a:pt x="1311367" y="1398545"/>
                  </a:lnTo>
                  <a:lnTo>
                    <a:pt x="1311361" y="1398517"/>
                  </a:lnTo>
                  <a:lnTo>
                    <a:pt x="1311353" y="1398502"/>
                  </a:lnTo>
                  <a:lnTo>
                    <a:pt x="1311349" y="1398489"/>
                  </a:lnTo>
                  <a:lnTo>
                    <a:pt x="1311352" y="1398477"/>
                  </a:lnTo>
                  <a:lnTo>
                    <a:pt x="1311363" y="1398464"/>
                  </a:lnTo>
                  <a:lnTo>
                    <a:pt x="1311374" y="1398452"/>
                  </a:lnTo>
                  <a:lnTo>
                    <a:pt x="1311377" y="1398444"/>
                  </a:lnTo>
                  <a:lnTo>
                    <a:pt x="1311377" y="1398433"/>
                  </a:lnTo>
                  <a:lnTo>
                    <a:pt x="1311374" y="1398419"/>
                  </a:lnTo>
                  <a:lnTo>
                    <a:pt x="1311370" y="1398397"/>
                  </a:lnTo>
                  <a:lnTo>
                    <a:pt x="1311369" y="1398386"/>
                  </a:lnTo>
                  <a:lnTo>
                    <a:pt x="1311367" y="1398362"/>
                  </a:lnTo>
                  <a:lnTo>
                    <a:pt x="1311365" y="1398355"/>
                  </a:lnTo>
                  <a:lnTo>
                    <a:pt x="1311353" y="1398343"/>
                  </a:lnTo>
                  <a:lnTo>
                    <a:pt x="1311347" y="1398335"/>
                  </a:lnTo>
                  <a:lnTo>
                    <a:pt x="1311349" y="1398327"/>
                  </a:lnTo>
                  <a:lnTo>
                    <a:pt x="1311352" y="1398322"/>
                  </a:lnTo>
                  <a:lnTo>
                    <a:pt x="1311356" y="1398316"/>
                  </a:lnTo>
                  <a:lnTo>
                    <a:pt x="1311358" y="1398308"/>
                  </a:lnTo>
                  <a:lnTo>
                    <a:pt x="1311365" y="1398276"/>
                  </a:lnTo>
                  <a:lnTo>
                    <a:pt x="1311368" y="1398253"/>
                  </a:lnTo>
                  <a:lnTo>
                    <a:pt x="1311372" y="1398234"/>
                  </a:lnTo>
                  <a:lnTo>
                    <a:pt x="1311377" y="1398218"/>
                  </a:lnTo>
                  <a:lnTo>
                    <a:pt x="1311384" y="1398202"/>
                  </a:lnTo>
                  <a:lnTo>
                    <a:pt x="1311393" y="1398188"/>
                  </a:lnTo>
                  <a:lnTo>
                    <a:pt x="1311400" y="1398178"/>
                  </a:lnTo>
                  <a:lnTo>
                    <a:pt x="1311403" y="1398166"/>
                  </a:lnTo>
                  <a:lnTo>
                    <a:pt x="1311401" y="1398156"/>
                  </a:lnTo>
                  <a:lnTo>
                    <a:pt x="1311398" y="1398151"/>
                  </a:lnTo>
                  <a:lnTo>
                    <a:pt x="1311391" y="1398146"/>
                  </a:lnTo>
                  <a:lnTo>
                    <a:pt x="1311387" y="1398144"/>
                  </a:lnTo>
                  <a:lnTo>
                    <a:pt x="1311374" y="1398144"/>
                  </a:lnTo>
                  <a:lnTo>
                    <a:pt x="1311354" y="1398146"/>
                  </a:lnTo>
                  <a:lnTo>
                    <a:pt x="1311347" y="1398145"/>
                  </a:lnTo>
                  <a:lnTo>
                    <a:pt x="1311344" y="1398139"/>
                  </a:lnTo>
                  <a:lnTo>
                    <a:pt x="1311340" y="1398122"/>
                  </a:lnTo>
                  <a:lnTo>
                    <a:pt x="1311333" y="1398108"/>
                  </a:lnTo>
                  <a:lnTo>
                    <a:pt x="1311322" y="1398098"/>
                  </a:lnTo>
                  <a:lnTo>
                    <a:pt x="1311311" y="1398087"/>
                  </a:lnTo>
                  <a:lnTo>
                    <a:pt x="1311302" y="1398073"/>
                  </a:lnTo>
                  <a:lnTo>
                    <a:pt x="1311300" y="1398065"/>
                  </a:lnTo>
                  <a:lnTo>
                    <a:pt x="1311302" y="1398059"/>
                  </a:lnTo>
                  <a:lnTo>
                    <a:pt x="1311309" y="1398057"/>
                  </a:lnTo>
                  <a:lnTo>
                    <a:pt x="1311319" y="1398049"/>
                  </a:lnTo>
                  <a:lnTo>
                    <a:pt x="1311324" y="1398042"/>
                  </a:lnTo>
                  <a:lnTo>
                    <a:pt x="1311328" y="1398033"/>
                  </a:lnTo>
                  <a:lnTo>
                    <a:pt x="1311328" y="1398018"/>
                  </a:lnTo>
                  <a:lnTo>
                    <a:pt x="1311328" y="1397999"/>
                  </a:lnTo>
                  <a:lnTo>
                    <a:pt x="1311331" y="1397995"/>
                  </a:lnTo>
                  <a:lnTo>
                    <a:pt x="1311334" y="1397986"/>
                  </a:lnTo>
                  <a:lnTo>
                    <a:pt x="1311337" y="1397971"/>
                  </a:lnTo>
                  <a:lnTo>
                    <a:pt x="1311336" y="1397958"/>
                  </a:lnTo>
                  <a:lnTo>
                    <a:pt x="1311329" y="1397945"/>
                  </a:lnTo>
                  <a:lnTo>
                    <a:pt x="1311319" y="1397928"/>
                  </a:lnTo>
                  <a:lnTo>
                    <a:pt x="1311300" y="1397905"/>
                  </a:lnTo>
                  <a:lnTo>
                    <a:pt x="1311294" y="1397895"/>
                  </a:lnTo>
                  <a:lnTo>
                    <a:pt x="1311290" y="1397883"/>
                  </a:lnTo>
                  <a:lnTo>
                    <a:pt x="1311285" y="1397876"/>
                  </a:lnTo>
                  <a:lnTo>
                    <a:pt x="1311276" y="1397871"/>
                  </a:lnTo>
                  <a:lnTo>
                    <a:pt x="1311262" y="1397861"/>
                  </a:lnTo>
                  <a:lnTo>
                    <a:pt x="1311258" y="1397852"/>
                  </a:lnTo>
                  <a:lnTo>
                    <a:pt x="1311255" y="1397844"/>
                  </a:lnTo>
                  <a:lnTo>
                    <a:pt x="1311252" y="1397838"/>
                  </a:lnTo>
                  <a:lnTo>
                    <a:pt x="1311247" y="1397830"/>
                  </a:lnTo>
                  <a:lnTo>
                    <a:pt x="1311239" y="1397815"/>
                  </a:lnTo>
                  <a:lnTo>
                    <a:pt x="1311229" y="1397794"/>
                  </a:lnTo>
                  <a:lnTo>
                    <a:pt x="1311216" y="1397742"/>
                  </a:lnTo>
                  <a:lnTo>
                    <a:pt x="1311208" y="1397708"/>
                  </a:lnTo>
                  <a:lnTo>
                    <a:pt x="1311203" y="1397695"/>
                  </a:lnTo>
                  <a:lnTo>
                    <a:pt x="1311198" y="1397677"/>
                  </a:lnTo>
                  <a:lnTo>
                    <a:pt x="1311201" y="1397671"/>
                  </a:lnTo>
                  <a:lnTo>
                    <a:pt x="1311207" y="1397660"/>
                  </a:lnTo>
                  <a:lnTo>
                    <a:pt x="1311216" y="1397641"/>
                  </a:lnTo>
                  <a:lnTo>
                    <a:pt x="1311227" y="1397616"/>
                  </a:lnTo>
                  <a:lnTo>
                    <a:pt x="1311238" y="1397598"/>
                  </a:lnTo>
                  <a:lnTo>
                    <a:pt x="1311245" y="1397583"/>
                  </a:lnTo>
                  <a:lnTo>
                    <a:pt x="1311258" y="1397563"/>
                  </a:lnTo>
                  <a:lnTo>
                    <a:pt x="1311264" y="1397557"/>
                  </a:lnTo>
                  <a:lnTo>
                    <a:pt x="1311251" y="1397541"/>
                  </a:lnTo>
                  <a:lnTo>
                    <a:pt x="1311239" y="1397530"/>
                  </a:lnTo>
                  <a:lnTo>
                    <a:pt x="1311222" y="1397517"/>
                  </a:lnTo>
                  <a:lnTo>
                    <a:pt x="1311205" y="1397504"/>
                  </a:lnTo>
                  <a:lnTo>
                    <a:pt x="1311201" y="1397501"/>
                  </a:lnTo>
                  <a:lnTo>
                    <a:pt x="1311170" y="1397480"/>
                  </a:lnTo>
                  <a:lnTo>
                    <a:pt x="1311166" y="1397472"/>
                  </a:lnTo>
                  <a:lnTo>
                    <a:pt x="1311163" y="1397465"/>
                  </a:lnTo>
                  <a:lnTo>
                    <a:pt x="1311160" y="1397460"/>
                  </a:lnTo>
                  <a:lnTo>
                    <a:pt x="1311155" y="1397455"/>
                  </a:lnTo>
                  <a:lnTo>
                    <a:pt x="1311149" y="1397451"/>
                  </a:lnTo>
                  <a:lnTo>
                    <a:pt x="1311122" y="1397477"/>
                  </a:lnTo>
                  <a:lnTo>
                    <a:pt x="1311104" y="1397473"/>
                  </a:lnTo>
                  <a:lnTo>
                    <a:pt x="1311092" y="1397469"/>
                  </a:lnTo>
                  <a:lnTo>
                    <a:pt x="1311086" y="1397466"/>
                  </a:lnTo>
                  <a:lnTo>
                    <a:pt x="1311079" y="1397463"/>
                  </a:lnTo>
                  <a:lnTo>
                    <a:pt x="1311064" y="1397456"/>
                  </a:lnTo>
                  <a:lnTo>
                    <a:pt x="1311057" y="1397453"/>
                  </a:lnTo>
                  <a:lnTo>
                    <a:pt x="1311040" y="1397450"/>
                  </a:lnTo>
                  <a:lnTo>
                    <a:pt x="1311028" y="1397448"/>
                  </a:lnTo>
                  <a:lnTo>
                    <a:pt x="1311014" y="1397443"/>
                  </a:lnTo>
                  <a:lnTo>
                    <a:pt x="1311003" y="1397432"/>
                  </a:lnTo>
                  <a:lnTo>
                    <a:pt x="1310991" y="1397409"/>
                  </a:lnTo>
                  <a:lnTo>
                    <a:pt x="1310987" y="1397400"/>
                  </a:lnTo>
                  <a:lnTo>
                    <a:pt x="1310983" y="1397394"/>
                  </a:lnTo>
                  <a:lnTo>
                    <a:pt x="1310981" y="1397389"/>
                  </a:lnTo>
                  <a:lnTo>
                    <a:pt x="1310979" y="1397383"/>
                  </a:lnTo>
                  <a:lnTo>
                    <a:pt x="1310977" y="1397377"/>
                  </a:lnTo>
                  <a:lnTo>
                    <a:pt x="1310974" y="1397369"/>
                  </a:lnTo>
                  <a:lnTo>
                    <a:pt x="1310968" y="1397361"/>
                  </a:lnTo>
                  <a:lnTo>
                    <a:pt x="1310960" y="1397353"/>
                  </a:lnTo>
                  <a:lnTo>
                    <a:pt x="1310956" y="1397348"/>
                  </a:lnTo>
                  <a:lnTo>
                    <a:pt x="1310952" y="1397345"/>
                  </a:lnTo>
                  <a:lnTo>
                    <a:pt x="1310947" y="1397341"/>
                  </a:lnTo>
                  <a:lnTo>
                    <a:pt x="1310937" y="1397338"/>
                  </a:lnTo>
                  <a:lnTo>
                    <a:pt x="1310931" y="1397336"/>
                  </a:lnTo>
                  <a:lnTo>
                    <a:pt x="1310922" y="1397332"/>
                  </a:lnTo>
                  <a:lnTo>
                    <a:pt x="1310917" y="1397329"/>
                  </a:lnTo>
                  <a:lnTo>
                    <a:pt x="1310905" y="1397320"/>
                  </a:lnTo>
                  <a:lnTo>
                    <a:pt x="1310891" y="1397317"/>
                  </a:lnTo>
                  <a:lnTo>
                    <a:pt x="1310872" y="1397316"/>
                  </a:lnTo>
                  <a:lnTo>
                    <a:pt x="1310864" y="1397314"/>
                  </a:lnTo>
                  <a:lnTo>
                    <a:pt x="1310857" y="1397313"/>
                  </a:lnTo>
                  <a:lnTo>
                    <a:pt x="1310846" y="1397310"/>
                  </a:lnTo>
                  <a:lnTo>
                    <a:pt x="1310837" y="1397308"/>
                  </a:lnTo>
                  <a:lnTo>
                    <a:pt x="1310831" y="1397307"/>
                  </a:lnTo>
                  <a:lnTo>
                    <a:pt x="1310824" y="1397307"/>
                  </a:lnTo>
                  <a:lnTo>
                    <a:pt x="1310815" y="1397308"/>
                  </a:lnTo>
                  <a:lnTo>
                    <a:pt x="1310808" y="1397312"/>
                  </a:lnTo>
                  <a:lnTo>
                    <a:pt x="1310799" y="1397317"/>
                  </a:lnTo>
                  <a:lnTo>
                    <a:pt x="1310792" y="1397325"/>
                  </a:lnTo>
                  <a:lnTo>
                    <a:pt x="1310785" y="1397334"/>
                  </a:lnTo>
                  <a:lnTo>
                    <a:pt x="1310774" y="1397338"/>
                  </a:lnTo>
                  <a:lnTo>
                    <a:pt x="1310761" y="1397342"/>
                  </a:lnTo>
                  <a:lnTo>
                    <a:pt x="1310751" y="1397347"/>
                  </a:lnTo>
                  <a:lnTo>
                    <a:pt x="1310741" y="1397349"/>
                  </a:lnTo>
                  <a:lnTo>
                    <a:pt x="1310735" y="1397350"/>
                  </a:lnTo>
                  <a:lnTo>
                    <a:pt x="1310728" y="1397349"/>
                  </a:lnTo>
                  <a:lnTo>
                    <a:pt x="1310723" y="1397348"/>
                  </a:lnTo>
                  <a:lnTo>
                    <a:pt x="1310711" y="1397345"/>
                  </a:lnTo>
                  <a:lnTo>
                    <a:pt x="1310704" y="1397342"/>
                  </a:lnTo>
                  <a:lnTo>
                    <a:pt x="1310697" y="1397338"/>
                  </a:lnTo>
                  <a:lnTo>
                    <a:pt x="1310693" y="1397336"/>
                  </a:lnTo>
                  <a:lnTo>
                    <a:pt x="1310668" y="1397320"/>
                  </a:lnTo>
                  <a:lnTo>
                    <a:pt x="1310658" y="1397311"/>
                  </a:lnTo>
                  <a:lnTo>
                    <a:pt x="1310645" y="1397301"/>
                  </a:lnTo>
                  <a:lnTo>
                    <a:pt x="1310637" y="1397293"/>
                  </a:lnTo>
                  <a:lnTo>
                    <a:pt x="1310632" y="1397288"/>
                  </a:lnTo>
                  <a:lnTo>
                    <a:pt x="1310627" y="1397283"/>
                  </a:lnTo>
                  <a:lnTo>
                    <a:pt x="1310623" y="1397279"/>
                  </a:lnTo>
                  <a:lnTo>
                    <a:pt x="1310620" y="1397277"/>
                  </a:lnTo>
                  <a:lnTo>
                    <a:pt x="1310615" y="1397274"/>
                  </a:lnTo>
                  <a:lnTo>
                    <a:pt x="1310608" y="1397273"/>
                  </a:lnTo>
                  <a:lnTo>
                    <a:pt x="1310601" y="1397273"/>
                  </a:lnTo>
                  <a:lnTo>
                    <a:pt x="1310589" y="1397272"/>
                  </a:lnTo>
                  <a:lnTo>
                    <a:pt x="1310579" y="1397272"/>
                  </a:lnTo>
                  <a:lnTo>
                    <a:pt x="1310574" y="1397273"/>
                  </a:lnTo>
                  <a:lnTo>
                    <a:pt x="1310564" y="1397276"/>
                  </a:lnTo>
                  <a:lnTo>
                    <a:pt x="1310551" y="1397281"/>
                  </a:lnTo>
                  <a:lnTo>
                    <a:pt x="1310542" y="1397283"/>
                  </a:lnTo>
                  <a:lnTo>
                    <a:pt x="1310532" y="1397285"/>
                  </a:lnTo>
                  <a:lnTo>
                    <a:pt x="1310522" y="1397286"/>
                  </a:lnTo>
                  <a:lnTo>
                    <a:pt x="1310515" y="1397288"/>
                  </a:lnTo>
                  <a:lnTo>
                    <a:pt x="1310509" y="1397289"/>
                  </a:lnTo>
                  <a:lnTo>
                    <a:pt x="1310503" y="1397290"/>
                  </a:lnTo>
                  <a:lnTo>
                    <a:pt x="1310489" y="1397291"/>
                  </a:lnTo>
                  <a:lnTo>
                    <a:pt x="1310469" y="1397292"/>
                  </a:lnTo>
                  <a:lnTo>
                    <a:pt x="1310463" y="1397292"/>
                  </a:lnTo>
                  <a:lnTo>
                    <a:pt x="1310444" y="1397294"/>
                  </a:lnTo>
                  <a:lnTo>
                    <a:pt x="1310417" y="1397300"/>
                  </a:lnTo>
                  <a:lnTo>
                    <a:pt x="1310411" y="1397301"/>
                  </a:lnTo>
                  <a:lnTo>
                    <a:pt x="1310404" y="1397304"/>
                  </a:lnTo>
                  <a:lnTo>
                    <a:pt x="1310396" y="1397309"/>
                  </a:lnTo>
                  <a:lnTo>
                    <a:pt x="1310387" y="1397316"/>
                  </a:lnTo>
                  <a:lnTo>
                    <a:pt x="1310380" y="1397322"/>
                  </a:lnTo>
                  <a:lnTo>
                    <a:pt x="1310376" y="1397328"/>
                  </a:lnTo>
                  <a:lnTo>
                    <a:pt x="1310371" y="1397336"/>
                  </a:lnTo>
                  <a:lnTo>
                    <a:pt x="1310367" y="1397339"/>
                  </a:lnTo>
                  <a:lnTo>
                    <a:pt x="1310360" y="1397341"/>
                  </a:lnTo>
                  <a:lnTo>
                    <a:pt x="1310348" y="1397346"/>
                  </a:lnTo>
                  <a:lnTo>
                    <a:pt x="1310337" y="1397351"/>
                  </a:lnTo>
                  <a:lnTo>
                    <a:pt x="1310332" y="1397354"/>
                  </a:lnTo>
                  <a:lnTo>
                    <a:pt x="1310328" y="1397356"/>
                  </a:lnTo>
                  <a:lnTo>
                    <a:pt x="1310323" y="1397360"/>
                  </a:lnTo>
                  <a:lnTo>
                    <a:pt x="1310315" y="1397365"/>
                  </a:lnTo>
                  <a:lnTo>
                    <a:pt x="1310309" y="1397370"/>
                  </a:lnTo>
                  <a:lnTo>
                    <a:pt x="1310279" y="1397391"/>
                  </a:lnTo>
                  <a:lnTo>
                    <a:pt x="1310266" y="1397399"/>
                  </a:lnTo>
                  <a:lnTo>
                    <a:pt x="1310254" y="1397405"/>
                  </a:lnTo>
                  <a:lnTo>
                    <a:pt x="1310241" y="1397411"/>
                  </a:lnTo>
                  <a:lnTo>
                    <a:pt x="1310227" y="1397419"/>
                  </a:lnTo>
                  <a:lnTo>
                    <a:pt x="1310221" y="1397424"/>
                  </a:lnTo>
                  <a:lnTo>
                    <a:pt x="1310216" y="1397429"/>
                  </a:lnTo>
                  <a:lnTo>
                    <a:pt x="1310210" y="1397436"/>
                  </a:lnTo>
                  <a:lnTo>
                    <a:pt x="1310206" y="1397446"/>
                  </a:lnTo>
                  <a:lnTo>
                    <a:pt x="1310202" y="1397454"/>
                  </a:lnTo>
                  <a:lnTo>
                    <a:pt x="1310198" y="1397458"/>
                  </a:lnTo>
                  <a:lnTo>
                    <a:pt x="1310186" y="1397467"/>
                  </a:lnTo>
                  <a:lnTo>
                    <a:pt x="1310175" y="1397474"/>
                  </a:lnTo>
                  <a:lnTo>
                    <a:pt x="1310165" y="1397482"/>
                  </a:lnTo>
                  <a:lnTo>
                    <a:pt x="1310160" y="1397487"/>
                  </a:lnTo>
                  <a:lnTo>
                    <a:pt x="1310156" y="1397490"/>
                  </a:lnTo>
                  <a:lnTo>
                    <a:pt x="1310147" y="1397497"/>
                  </a:lnTo>
                  <a:lnTo>
                    <a:pt x="1310139" y="1397499"/>
                  </a:lnTo>
                  <a:lnTo>
                    <a:pt x="1310120" y="1397501"/>
                  </a:lnTo>
                  <a:lnTo>
                    <a:pt x="1310105" y="1397507"/>
                  </a:lnTo>
                  <a:lnTo>
                    <a:pt x="1310100" y="1397512"/>
                  </a:lnTo>
                  <a:lnTo>
                    <a:pt x="1310093" y="1397517"/>
                  </a:lnTo>
                  <a:lnTo>
                    <a:pt x="1310082" y="1397527"/>
                  </a:lnTo>
                  <a:lnTo>
                    <a:pt x="1310076" y="1397534"/>
                  </a:lnTo>
                  <a:lnTo>
                    <a:pt x="1310072" y="1397539"/>
                  </a:lnTo>
                  <a:lnTo>
                    <a:pt x="1310065" y="1397546"/>
                  </a:lnTo>
                  <a:lnTo>
                    <a:pt x="1310054" y="1397554"/>
                  </a:lnTo>
                  <a:lnTo>
                    <a:pt x="1310048" y="1397554"/>
                  </a:lnTo>
                  <a:lnTo>
                    <a:pt x="1310036" y="1397550"/>
                  </a:lnTo>
                  <a:lnTo>
                    <a:pt x="1310029" y="1397547"/>
                  </a:lnTo>
                  <a:lnTo>
                    <a:pt x="1310022" y="1397545"/>
                  </a:lnTo>
                  <a:lnTo>
                    <a:pt x="1310011" y="1397543"/>
                  </a:lnTo>
                  <a:lnTo>
                    <a:pt x="1310003" y="1397546"/>
                  </a:lnTo>
                  <a:lnTo>
                    <a:pt x="1309997" y="1397550"/>
                  </a:lnTo>
                  <a:lnTo>
                    <a:pt x="1309991" y="1397555"/>
                  </a:lnTo>
                  <a:lnTo>
                    <a:pt x="1309982" y="1397561"/>
                  </a:lnTo>
                  <a:lnTo>
                    <a:pt x="1309979" y="1397564"/>
                  </a:lnTo>
                  <a:lnTo>
                    <a:pt x="1309975" y="1397568"/>
                  </a:lnTo>
                  <a:lnTo>
                    <a:pt x="1309971" y="1397573"/>
                  </a:lnTo>
                  <a:lnTo>
                    <a:pt x="1309968" y="1397577"/>
                  </a:lnTo>
                  <a:lnTo>
                    <a:pt x="1309957" y="1397594"/>
                  </a:lnTo>
                  <a:lnTo>
                    <a:pt x="1309953" y="1397596"/>
                  </a:lnTo>
                  <a:lnTo>
                    <a:pt x="1309948" y="1397598"/>
                  </a:lnTo>
                  <a:lnTo>
                    <a:pt x="1309943" y="1397599"/>
                  </a:lnTo>
                  <a:lnTo>
                    <a:pt x="1309912" y="1397599"/>
                  </a:lnTo>
                  <a:lnTo>
                    <a:pt x="1309901" y="1397598"/>
                  </a:lnTo>
                  <a:lnTo>
                    <a:pt x="1309894" y="1397598"/>
                  </a:lnTo>
                  <a:lnTo>
                    <a:pt x="1309885" y="1397597"/>
                  </a:lnTo>
                  <a:lnTo>
                    <a:pt x="1309877" y="1397596"/>
                  </a:lnTo>
                  <a:lnTo>
                    <a:pt x="1309859" y="1397592"/>
                  </a:lnTo>
                  <a:lnTo>
                    <a:pt x="1309848" y="1397592"/>
                  </a:lnTo>
                  <a:lnTo>
                    <a:pt x="1309837" y="1397597"/>
                  </a:lnTo>
                  <a:lnTo>
                    <a:pt x="1309831" y="1397600"/>
                  </a:lnTo>
                  <a:lnTo>
                    <a:pt x="1309827" y="1397604"/>
                  </a:lnTo>
                  <a:lnTo>
                    <a:pt x="1309821" y="1397612"/>
                  </a:lnTo>
                  <a:lnTo>
                    <a:pt x="1309820" y="1397617"/>
                  </a:lnTo>
                  <a:lnTo>
                    <a:pt x="1309817" y="1397631"/>
                  </a:lnTo>
                  <a:lnTo>
                    <a:pt x="1309815" y="1397650"/>
                  </a:lnTo>
                  <a:lnTo>
                    <a:pt x="1309814" y="1397658"/>
                  </a:lnTo>
                  <a:lnTo>
                    <a:pt x="1309813" y="1397665"/>
                  </a:lnTo>
                  <a:lnTo>
                    <a:pt x="1309812" y="1397673"/>
                  </a:lnTo>
                  <a:lnTo>
                    <a:pt x="1309805" y="1397683"/>
                  </a:lnTo>
                  <a:lnTo>
                    <a:pt x="1309802" y="1397689"/>
                  </a:lnTo>
                  <a:lnTo>
                    <a:pt x="1309793" y="1397694"/>
                  </a:lnTo>
                  <a:lnTo>
                    <a:pt x="1309789" y="1397696"/>
                  </a:lnTo>
                  <a:lnTo>
                    <a:pt x="1309784" y="1397695"/>
                  </a:lnTo>
                  <a:lnTo>
                    <a:pt x="1309774" y="1397689"/>
                  </a:lnTo>
                  <a:lnTo>
                    <a:pt x="1309769" y="1397685"/>
                  </a:lnTo>
                  <a:lnTo>
                    <a:pt x="1309754" y="1397681"/>
                  </a:lnTo>
                  <a:lnTo>
                    <a:pt x="1309749" y="1397680"/>
                  </a:lnTo>
                  <a:lnTo>
                    <a:pt x="1309742" y="1397680"/>
                  </a:lnTo>
                  <a:lnTo>
                    <a:pt x="1309732" y="1397683"/>
                  </a:lnTo>
                  <a:lnTo>
                    <a:pt x="1309717" y="1397690"/>
                  </a:lnTo>
                  <a:lnTo>
                    <a:pt x="1309701" y="1397693"/>
                  </a:lnTo>
                  <a:lnTo>
                    <a:pt x="1309688" y="1397689"/>
                  </a:lnTo>
                  <a:lnTo>
                    <a:pt x="1309681" y="1397689"/>
                  </a:lnTo>
                  <a:lnTo>
                    <a:pt x="1309674" y="1397688"/>
                  </a:lnTo>
                  <a:lnTo>
                    <a:pt x="1309663" y="1397692"/>
                  </a:lnTo>
                  <a:lnTo>
                    <a:pt x="1309639" y="1397702"/>
                  </a:lnTo>
                  <a:lnTo>
                    <a:pt x="1309623" y="1397709"/>
                  </a:lnTo>
                  <a:lnTo>
                    <a:pt x="1309617" y="1397713"/>
                  </a:lnTo>
                  <a:lnTo>
                    <a:pt x="1309610" y="1397722"/>
                  </a:lnTo>
                  <a:lnTo>
                    <a:pt x="1309606" y="1397737"/>
                  </a:lnTo>
                  <a:lnTo>
                    <a:pt x="1309602" y="1397747"/>
                  </a:lnTo>
                  <a:lnTo>
                    <a:pt x="1309598" y="1397760"/>
                  </a:lnTo>
                  <a:lnTo>
                    <a:pt x="1309594" y="1397772"/>
                  </a:lnTo>
                  <a:lnTo>
                    <a:pt x="1309593" y="1397778"/>
                  </a:lnTo>
                  <a:lnTo>
                    <a:pt x="1309595" y="1397792"/>
                  </a:lnTo>
                  <a:lnTo>
                    <a:pt x="1309597" y="1397803"/>
                  </a:lnTo>
                  <a:lnTo>
                    <a:pt x="1309596" y="1397810"/>
                  </a:lnTo>
                  <a:lnTo>
                    <a:pt x="1309589" y="1397816"/>
                  </a:lnTo>
                  <a:lnTo>
                    <a:pt x="1309566" y="1397824"/>
                  </a:lnTo>
                  <a:lnTo>
                    <a:pt x="1309551" y="1397826"/>
                  </a:lnTo>
                  <a:lnTo>
                    <a:pt x="1309544" y="1397828"/>
                  </a:lnTo>
                  <a:lnTo>
                    <a:pt x="1309529" y="1397840"/>
                  </a:lnTo>
                  <a:lnTo>
                    <a:pt x="1309516" y="1397852"/>
                  </a:lnTo>
                  <a:lnTo>
                    <a:pt x="1309510" y="1397856"/>
                  </a:lnTo>
                  <a:lnTo>
                    <a:pt x="1309503" y="1397860"/>
                  </a:lnTo>
                  <a:lnTo>
                    <a:pt x="1309467" y="1397859"/>
                  </a:lnTo>
                  <a:lnTo>
                    <a:pt x="1309456" y="1397870"/>
                  </a:lnTo>
                  <a:lnTo>
                    <a:pt x="1309439" y="1397873"/>
                  </a:lnTo>
                  <a:lnTo>
                    <a:pt x="1309431" y="1397873"/>
                  </a:lnTo>
                  <a:lnTo>
                    <a:pt x="1309418" y="1397874"/>
                  </a:lnTo>
                  <a:lnTo>
                    <a:pt x="1309407" y="1397873"/>
                  </a:lnTo>
                  <a:lnTo>
                    <a:pt x="1309401" y="1397871"/>
                  </a:lnTo>
                  <a:lnTo>
                    <a:pt x="1309383" y="1397861"/>
                  </a:lnTo>
                  <a:lnTo>
                    <a:pt x="1309378" y="1397858"/>
                  </a:lnTo>
                  <a:lnTo>
                    <a:pt x="1309359" y="1397854"/>
                  </a:lnTo>
                  <a:lnTo>
                    <a:pt x="1309347" y="1397855"/>
                  </a:lnTo>
                  <a:lnTo>
                    <a:pt x="1309342" y="1397857"/>
                  </a:lnTo>
                  <a:lnTo>
                    <a:pt x="1309333" y="1397860"/>
                  </a:lnTo>
                  <a:lnTo>
                    <a:pt x="1309311" y="1397867"/>
                  </a:lnTo>
                  <a:lnTo>
                    <a:pt x="1309301" y="1397872"/>
                  </a:lnTo>
                  <a:lnTo>
                    <a:pt x="1309290" y="1397876"/>
                  </a:lnTo>
                  <a:lnTo>
                    <a:pt x="1309278" y="1397883"/>
                  </a:lnTo>
                  <a:lnTo>
                    <a:pt x="1309272" y="1397887"/>
                  </a:lnTo>
                  <a:lnTo>
                    <a:pt x="1309267" y="1397890"/>
                  </a:lnTo>
                  <a:lnTo>
                    <a:pt x="1309252" y="1397904"/>
                  </a:lnTo>
                  <a:lnTo>
                    <a:pt x="1309244" y="1397914"/>
                  </a:lnTo>
                  <a:lnTo>
                    <a:pt x="1309239" y="1397925"/>
                  </a:lnTo>
                  <a:lnTo>
                    <a:pt x="1309234" y="1397935"/>
                  </a:lnTo>
                  <a:lnTo>
                    <a:pt x="1309232" y="1397939"/>
                  </a:lnTo>
                  <a:lnTo>
                    <a:pt x="1309228" y="1397946"/>
                  </a:lnTo>
                  <a:lnTo>
                    <a:pt x="1309224" y="1397954"/>
                  </a:lnTo>
                  <a:lnTo>
                    <a:pt x="1309213" y="1397972"/>
                  </a:lnTo>
                  <a:lnTo>
                    <a:pt x="1309205" y="1397984"/>
                  </a:lnTo>
                  <a:lnTo>
                    <a:pt x="1309198" y="1397992"/>
                  </a:lnTo>
                  <a:lnTo>
                    <a:pt x="1309192" y="1397997"/>
                  </a:lnTo>
                  <a:lnTo>
                    <a:pt x="1309186" y="1398003"/>
                  </a:lnTo>
                  <a:lnTo>
                    <a:pt x="1309180" y="1398011"/>
                  </a:lnTo>
                  <a:lnTo>
                    <a:pt x="1309176" y="1398015"/>
                  </a:lnTo>
                  <a:lnTo>
                    <a:pt x="1309173" y="1398021"/>
                  </a:lnTo>
                  <a:lnTo>
                    <a:pt x="1309168" y="1398028"/>
                  </a:lnTo>
                  <a:lnTo>
                    <a:pt x="1309162" y="1398033"/>
                  </a:lnTo>
                  <a:lnTo>
                    <a:pt x="1309156" y="1398037"/>
                  </a:lnTo>
                  <a:lnTo>
                    <a:pt x="1309150" y="1398041"/>
                  </a:lnTo>
                  <a:lnTo>
                    <a:pt x="1309142" y="1398046"/>
                  </a:lnTo>
                  <a:lnTo>
                    <a:pt x="1309138" y="1398049"/>
                  </a:lnTo>
                  <a:lnTo>
                    <a:pt x="1309135" y="1398052"/>
                  </a:lnTo>
                  <a:lnTo>
                    <a:pt x="1309131" y="1398054"/>
                  </a:lnTo>
                  <a:lnTo>
                    <a:pt x="1309122" y="1398063"/>
                  </a:lnTo>
                  <a:lnTo>
                    <a:pt x="1309116" y="1398067"/>
                  </a:lnTo>
                  <a:lnTo>
                    <a:pt x="1309110" y="1398072"/>
                  </a:lnTo>
                  <a:lnTo>
                    <a:pt x="1309096" y="1398082"/>
                  </a:lnTo>
                  <a:lnTo>
                    <a:pt x="1309086" y="1398089"/>
                  </a:lnTo>
                  <a:lnTo>
                    <a:pt x="1309081" y="1398092"/>
                  </a:lnTo>
                  <a:lnTo>
                    <a:pt x="1309077" y="1398095"/>
                  </a:lnTo>
                  <a:lnTo>
                    <a:pt x="1309072" y="1398101"/>
                  </a:lnTo>
                  <a:lnTo>
                    <a:pt x="1309065" y="1398108"/>
                  </a:lnTo>
                  <a:lnTo>
                    <a:pt x="1309061" y="1398112"/>
                  </a:lnTo>
                  <a:lnTo>
                    <a:pt x="1309058" y="1398116"/>
                  </a:lnTo>
                  <a:lnTo>
                    <a:pt x="1309055" y="1398120"/>
                  </a:lnTo>
                  <a:lnTo>
                    <a:pt x="1309052" y="1398125"/>
                  </a:lnTo>
                  <a:lnTo>
                    <a:pt x="1309049" y="1398129"/>
                  </a:lnTo>
                  <a:lnTo>
                    <a:pt x="1309045" y="1398132"/>
                  </a:lnTo>
                  <a:lnTo>
                    <a:pt x="1309040" y="1398134"/>
                  </a:lnTo>
                  <a:lnTo>
                    <a:pt x="1309029" y="1398137"/>
                  </a:lnTo>
                  <a:lnTo>
                    <a:pt x="1309022" y="1398141"/>
                  </a:lnTo>
                  <a:lnTo>
                    <a:pt x="1309016" y="1398144"/>
                  </a:lnTo>
                  <a:lnTo>
                    <a:pt x="1309007" y="1398148"/>
                  </a:lnTo>
                  <a:lnTo>
                    <a:pt x="1309000" y="1398151"/>
                  </a:lnTo>
                  <a:lnTo>
                    <a:pt x="1308995" y="1398154"/>
                  </a:lnTo>
                  <a:lnTo>
                    <a:pt x="1308988" y="1398160"/>
                  </a:lnTo>
                  <a:lnTo>
                    <a:pt x="1308979" y="1398167"/>
                  </a:lnTo>
                  <a:lnTo>
                    <a:pt x="1308965" y="1398182"/>
                  </a:lnTo>
                  <a:lnTo>
                    <a:pt x="1308962" y="1398185"/>
                  </a:lnTo>
                  <a:lnTo>
                    <a:pt x="1308951" y="1398192"/>
                  </a:lnTo>
                  <a:lnTo>
                    <a:pt x="1308943" y="1398197"/>
                  </a:lnTo>
                  <a:lnTo>
                    <a:pt x="1308937" y="1398203"/>
                  </a:lnTo>
                  <a:lnTo>
                    <a:pt x="1308924" y="1398212"/>
                  </a:lnTo>
                  <a:lnTo>
                    <a:pt x="1308903" y="1398217"/>
                  </a:lnTo>
                  <a:lnTo>
                    <a:pt x="1308894" y="1398220"/>
                  </a:lnTo>
                  <a:lnTo>
                    <a:pt x="1308887" y="1398222"/>
                  </a:lnTo>
                  <a:lnTo>
                    <a:pt x="1308880" y="1398225"/>
                  </a:lnTo>
                  <a:lnTo>
                    <a:pt x="1308873" y="1398230"/>
                  </a:lnTo>
                  <a:lnTo>
                    <a:pt x="1308868" y="1398233"/>
                  </a:lnTo>
                  <a:lnTo>
                    <a:pt x="1308858" y="1398241"/>
                  </a:lnTo>
                  <a:lnTo>
                    <a:pt x="1308851" y="1398247"/>
                  </a:lnTo>
                  <a:lnTo>
                    <a:pt x="1308845" y="1398252"/>
                  </a:lnTo>
                  <a:lnTo>
                    <a:pt x="1308842" y="1398256"/>
                  </a:lnTo>
                  <a:lnTo>
                    <a:pt x="1308838" y="1398260"/>
                  </a:lnTo>
                  <a:lnTo>
                    <a:pt x="1308834" y="1398263"/>
                  </a:lnTo>
                  <a:lnTo>
                    <a:pt x="1308826" y="1398268"/>
                  </a:lnTo>
                  <a:lnTo>
                    <a:pt x="1308810" y="1398273"/>
                  </a:lnTo>
                  <a:lnTo>
                    <a:pt x="1308801" y="1398275"/>
                  </a:lnTo>
                  <a:lnTo>
                    <a:pt x="1308776" y="1398281"/>
                  </a:lnTo>
                  <a:lnTo>
                    <a:pt x="1308767" y="1398287"/>
                  </a:lnTo>
                  <a:lnTo>
                    <a:pt x="1308760" y="1398294"/>
                  </a:lnTo>
                  <a:lnTo>
                    <a:pt x="1308756" y="1398300"/>
                  </a:lnTo>
                  <a:lnTo>
                    <a:pt x="1308751" y="1398314"/>
                  </a:lnTo>
                  <a:lnTo>
                    <a:pt x="1308748" y="1398320"/>
                  </a:lnTo>
                  <a:lnTo>
                    <a:pt x="1308745" y="1398326"/>
                  </a:lnTo>
                  <a:lnTo>
                    <a:pt x="1308740" y="1398332"/>
                  </a:lnTo>
                  <a:lnTo>
                    <a:pt x="1308735" y="1398337"/>
                  </a:lnTo>
                  <a:lnTo>
                    <a:pt x="1308728" y="1398345"/>
                  </a:lnTo>
                  <a:lnTo>
                    <a:pt x="1308721" y="1398353"/>
                  </a:lnTo>
                  <a:lnTo>
                    <a:pt x="1308718" y="1398358"/>
                  </a:lnTo>
                  <a:lnTo>
                    <a:pt x="1308714" y="1398367"/>
                  </a:lnTo>
                  <a:lnTo>
                    <a:pt x="1308710" y="1398378"/>
                  </a:lnTo>
                  <a:lnTo>
                    <a:pt x="1308708" y="1398385"/>
                  </a:lnTo>
                  <a:lnTo>
                    <a:pt x="1308707" y="1398395"/>
                  </a:lnTo>
                  <a:lnTo>
                    <a:pt x="1308707" y="1398403"/>
                  </a:lnTo>
                  <a:lnTo>
                    <a:pt x="1308707" y="1398408"/>
                  </a:lnTo>
                  <a:lnTo>
                    <a:pt x="1308708" y="1398413"/>
                  </a:lnTo>
                  <a:lnTo>
                    <a:pt x="1308708" y="1398443"/>
                  </a:lnTo>
                  <a:lnTo>
                    <a:pt x="1308708" y="1398449"/>
                  </a:lnTo>
                  <a:lnTo>
                    <a:pt x="1308705" y="1398460"/>
                  </a:lnTo>
                  <a:lnTo>
                    <a:pt x="1308702" y="1398465"/>
                  </a:lnTo>
                  <a:lnTo>
                    <a:pt x="1308703" y="1398479"/>
                  </a:lnTo>
                  <a:lnTo>
                    <a:pt x="1308716" y="1398503"/>
                  </a:lnTo>
                  <a:lnTo>
                    <a:pt x="1308723" y="1398512"/>
                  </a:lnTo>
                  <a:lnTo>
                    <a:pt x="1308734" y="1398524"/>
                  </a:lnTo>
                  <a:lnTo>
                    <a:pt x="1308739" y="1398537"/>
                  </a:lnTo>
                  <a:lnTo>
                    <a:pt x="1308745" y="1398554"/>
                  </a:lnTo>
                  <a:lnTo>
                    <a:pt x="1308750" y="1398567"/>
                  </a:lnTo>
                  <a:lnTo>
                    <a:pt x="1308755" y="1398580"/>
                  </a:lnTo>
                  <a:lnTo>
                    <a:pt x="1308757" y="1398586"/>
                  </a:lnTo>
                  <a:lnTo>
                    <a:pt x="1308763" y="1398607"/>
                  </a:lnTo>
                  <a:lnTo>
                    <a:pt x="1308764" y="1398616"/>
                  </a:lnTo>
                  <a:lnTo>
                    <a:pt x="1308763" y="1398622"/>
                  </a:lnTo>
                  <a:lnTo>
                    <a:pt x="1308753" y="1398635"/>
                  </a:lnTo>
                  <a:lnTo>
                    <a:pt x="1308739" y="1398645"/>
                  </a:lnTo>
                  <a:lnTo>
                    <a:pt x="1308724" y="1398653"/>
                  </a:lnTo>
                  <a:lnTo>
                    <a:pt x="1308715" y="1398657"/>
                  </a:lnTo>
                  <a:lnTo>
                    <a:pt x="1308703" y="1398665"/>
                  </a:lnTo>
                  <a:lnTo>
                    <a:pt x="1308683" y="1398681"/>
                  </a:lnTo>
                  <a:lnTo>
                    <a:pt x="1308675" y="1398687"/>
                  </a:lnTo>
                  <a:lnTo>
                    <a:pt x="1308666" y="1398694"/>
                  </a:lnTo>
                  <a:lnTo>
                    <a:pt x="1308645" y="1398710"/>
                  </a:lnTo>
                  <a:lnTo>
                    <a:pt x="1308636" y="1398715"/>
                  </a:lnTo>
                  <a:lnTo>
                    <a:pt x="1308615" y="1398723"/>
                  </a:lnTo>
                  <a:lnTo>
                    <a:pt x="1308605" y="1398727"/>
                  </a:lnTo>
                  <a:lnTo>
                    <a:pt x="1308581" y="1398732"/>
                  </a:lnTo>
                  <a:lnTo>
                    <a:pt x="1308580" y="1398751"/>
                  </a:lnTo>
                  <a:lnTo>
                    <a:pt x="1308579" y="1398768"/>
                  </a:lnTo>
                  <a:lnTo>
                    <a:pt x="1308578" y="1398776"/>
                  </a:lnTo>
                  <a:lnTo>
                    <a:pt x="1308575" y="1398782"/>
                  </a:lnTo>
                  <a:lnTo>
                    <a:pt x="1308568" y="1398787"/>
                  </a:lnTo>
                  <a:lnTo>
                    <a:pt x="1308556" y="1398790"/>
                  </a:lnTo>
                  <a:lnTo>
                    <a:pt x="1308548" y="1398793"/>
                  </a:lnTo>
                  <a:lnTo>
                    <a:pt x="1308538" y="1398801"/>
                  </a:lnTo>
                  <a:lnTo>
                    <a:pt x="1308534" y="1398805"/>
                  </a:lnTo>
                  <a:lnTo>
                    <a:pt x="1308531" y="1398812"/>
                  </a:lnTo>
                  <a:lnTo>
                    <a:pt x="1308528" y="1398817"/>
                  </a:lnTo>
                  <a:lnTo>
                    <a:pt x="1308519" y="1398828"/>
                  </a:lnTo>
                  <a:lnTo>
                    <a:pt x="1308513" y="1398834"/>
                  </a:lnTo>
                  <a:lnTo>
                    <a:pt x="1308506" y="1398837"/>
                  </a:lnTo>
                  <a:lnTo>
                    <a:pt x="1308499" y="1398839"/>
                  </a:lnTo>
                  <a:lnTo>
                    <a:pt x="1308485" y="1398850"/>
                  </a:lnTo>
                  <a:lnTo>
                    <a:pt x="1308476" y="1398859"/>
                  </a:lnTo>
                  <a:lnTo>
                    <a:pt x="1308465" y="1398870"/>
                  </a:lnTo>
                  <a:lnTo>
                    <a:pt x="1308457" y="1398876"/>
                  </a:lnTo>
                  <a:lnTo>
                    <a:pt x="1308451" y="1398879"/>
                  </a:lnTo>
                  <a:lnTo>
                    <a:pt x="1308442" y="1398885"/>
                  </a:lnTo>
                  <a:lnTo>
                    <a:pt x="1308436" y="1398889"/>
                  </a:lnTo>
                  <a:lnTo>
                    <a:pt x="1308427" y="1398896"/>
                  </a:lnTo>
                  <a:lnTo>
                    <a:pt x="1308423" y="1398899"/>
                  </a:lnTo>
                  <a:lnTo>
                    <a:pt x="1308419" y="1398903"/>
                  </a:lnTo>
                  <a:lnTo>
                    <a:pt x="1308415" y="1398908"/>
                  </a:lnTo>
                  <a:lnTo>
                    <a:pt x="1308410" y="1398915"/>
                  </a:lnTo>
                  <a:lnTo>
                    <a:pt x="1308392" y="1398935"/>
                  </a:lnTo>
                  <a:lnTo>
                    <a:pt x="1308405" y="1398962"/>
                  </a:lnTo>
                  <a:lnTo>
                    <a:pt x="1308410" y="1398977"/>
                  </a:lnTo>
                  <a:lnTo>
                    <a:pt x="1308413" y="1398988"/>
                  </a:lnTo>
                  <a:lnTo>
                    <a:pt x="1308414" y="1399014"/>
                  </a:lnTo>
                  <a:lnTo>
                    <a:pt x="1308414" y="1399028"/>
                  </a:lnTo>
                  <a:lnTo>
                    <a:pt x="1308413" y="1399044"/>
                  </a:lnTo>
                  <a:lnTo>
                    <a:pt x="1308411" y="1399063"/>
                  </a:lnTo>
                  <a:lnTo>
                    <a:pt x="1308407" y="1399076"/>
                  </a:lnTo>
                  <a:lnTo>
                    <a:pt x="1308402" y="1399079"/>
                  </a:lnTo>
                  <a:lnTo>
                    <a:pt x="1308397" y="1399082"/>
                  </a:lnTo>
                  <a:lnTo>
                    <a:pt x="1308377" y="1399088"/>
                  </a:lnTo>
                  <a:lnTo>
                    <a:pt x="1308361" y="1399093"/>
                  </a:lnTo>
                  <a:lnTo>
                    <a:pt x="1308350" y="1399096"/>
                  </a:lnTo>
                  <a:lnTo>
                    <a:pt x="1308341" y="1399099"/>
                  </a:lnTo>
                  <a:lnTo>
                    <a:pt x="1308330" y="1399101"/>
                  </a:lnTo>
                  <a:lnTo>
                    <a:pt x="1308317" y="1399103"/>
                  </a:lnTo>
                  <a:lnTo>
                    <a:pt x="1308307" y="1399105"/>
                  </a:lnTo>
                  <a:lnTo>
                    <a:pt x="1308291" y="1399109"/>
                  </a:lnTo>
                  <a:lnTo>
                    <a:pt x="1308273" y="1399119"/>
                  </a:lnTo>
                  <a:lnTo>
                    <a:pt x="1308260" y="1399134"/>
                  </a:lnTo>
                  <a:lnTo>
                    <a:pt x="1308255" y="1399138"/>
                  </a:lnTo>
                  <a:lnTo>
                    <a:pt x="1308251" y="1399139"/>
                  </a:lnTo>
                  <a:lnTo>
                    <a:pt x="1308242" y="1399140"/>
                  </a:lnTo>
                  <a:lnTo>
                    <a:pt x="1308223" y="1399147"/>
                  </a:lnTo>
                  <a:lnTo>
                    <a:pt x="1308202" y="1399156"/>
                  </a:lnTo>
                  <a:lnTo>
                    <a:pt x="1308193" y="1399161"/>
                  </a:lnTo>
                  <a:lnTo>
                    <a:pt x="1308182" y="1399170"/>
                  </a:lnTo>
                  <a:lnTo>
                    <a:pt x="1308175" y="1399174"/>
                  </a:lnTo>
                  <a:lnTo>
                    <a:pt x="1308163" y="1399180"/>
                  </a:lnTo>
                  <a:lnTo>
                    <a:pt x="1308158" y="1399183"/>
                  </a:lnTo>
                  <a:lnTo>
                    <a:pt x="1308152" y="1399186"/>
                  </a:lnTo>
                  <a:lnTo>
                    <a:pt x="1308148" y="1399188"/>
                  </a:lnTo>
                  <a:lnTo>
                    <a:pt x="1308138" y="1399191"/>
                  </a:lnTo>
                  <a:lnTo>
                    <a:pt x="1308127" y="1399195"/>
                  </a:lnTo>
                  <a:lnTo>
                    <a:pt x="1308107" y="1399200"/>
                  </a:lnTo>
                  <a:lnTo>
                    <a:pt x="1308101" y="1399201"/>
                  </a:lnTo>
                  <a:lnTo>
                    <a:pt x="1308087" y="1399201"/>
                  </a:lnTo>
                  <a:lnTo>
                    <a:pt x="1308080" y="1399203"/>
                  </a:lnTo>
                  <a:lnTo>
                    <a:pt x="1308073" y="1399205"/>
                  </a:lnTo>
                  <a:lnTo>
                    <a:pt x="1308061" y="1399212"/>
                  </a:lnTo>
                  <a:lnTo>
                    <a:pt x="1308045" y="1399226"/>
                  </a:lnTo>
                  <a:lnTo>
                    <a:pt x="1308036" y="1399229"/>
                  </a:lnTo>
                  <a:lnTo>
                    <a:pt x="1308025" y="1399232"/>
                  </a:lnTo>
                  <a:lnTo>
                    <a:pt x="1308019" y="1399234"/>
                  </a:lnTo>
                  <a:lnTo>
                    <a:pt x="1308013" y="1399237"/>
                  </a:lnTo>
                  <a:lnTo>
                    <a:pt x="1308009" y="1399239"/>
                  </a:lnTo>
                  <a:lnTo>
                    <a:pt x="1308000" y="1399245"/>
                  </a:lnTo>
                  <a:lnTo>
                    <a:pt x="1307993" y="1399249"/>
                  </a:lnTo>
                  <a:lnTo>
                    <a:pt x="1307989" y="1399251"/>
                  </a:lnTo>
                  <a:lnTo>
                    <a:pt x="1307983" y="1399254"/>
                  </a:lnTo>
                  <a:lnTo>
                    <a:pt x="1307968" y="1399262"/>
                  </a:lnTo>
                  <a:lnTo>
                    <a:pt x="1307955" y="1399271"/>
                  </a:lnTo>
                  <a:lnTo>
                    <a:pt x="1307950" y="1399274"/>
                  </a:lnTo>
                  <a:lnTo>
                    <a:pt x="1307934" y="1399284"/>
                  </a:lnTo>
                  <a:lnTo>
                    <a:pt x="1307924" y="1399291"/>
                  </a:lnTo>
                  <a:lnTo>
                    <a:pt x="1307921" y="1399294"/>
                  </a:lnTo>
                  <a:lnTo>
                    <a:pt x="1307913" y="1399311"/>
                  </a:lnTo>
                  <a:lnTo>
                    <a:pt x="1307910" y="1399329"/>
                  </a:lnTo>
                  <a:lnTo>
                    <a:pt x="1307907" y="1399335"/>
                  </a:lnTo>
                  <a:lnTo>
                    <a:pt x="1307898" y="1399341"/>
                  </a:lnTo>
                  <a:lnTo>
                    <a:pt x="1307889" y="1399352"/>
                  </a:lnTo>
                  <a:lnTo>
                    <a:pt x="1307886" y="1399358"/>
                  </a:lnTo>
                  <a:lnTo>
                    <a:pt x="1307883" y="1399365"/>
                  </a:lnTo>
                  <a:lnTo>
                    <a:pt x="1307888" y="1399374"/>
                  </a:lnTo>
                  <a:lnTo>
                    <a:pt x="1307896" y="1399387"/>
                  </a:lnTo>
                  <a:lnTo>
                    <a:pt x="1307905" y="1399412"/>
                  </a:lnTo>
                  <a:lnTo>
                    <a:pt x="1307913" y="1399426"/>
                  </a:lnTo>
                  <a:lnTo>
                    <a:pt x="1307928" y="1399461"/>
                  </a:lnTo>
                  <a:lnTo>
                    <a:pt x="1307934" y="1399474"/>
                  </a:lnTo>
                  <a:lnTo>
                    <a:pt x="1307938" y="1399479"/>
                  </a:lnTo>
                  <a:lnTo>
                    <a:pt x="1307947" y="1399493"/>
                  </a:lnTo>
                  <a:lnTo>
                    <a:pt x="1307952" y="1399507"/>
                  </a:lnTo>
                  <a:lnTo>
                    <a:pt x="1307959" y="1399529"/>
                  </a:lnTo>
                  <a:lnTo>
                    <a:pt x="1307969" y="1399552"/>
                  </a:lnTo>
                  <a:lnTo>
                    <a:pt x="1307976" y="1399565"/>
                  </a:lnTo>
                  <a:lnTo>
                    <a:pt x="1307989" y="1399590"/>
                  </a:lnTo>
                  <a:lnTo>
                    <a:pt x="1307997" y="1399600"/>
                  </a:lnTo>
                  <a:lnTo>
                    <a:pt x="1308007" y="1399610"/>
                  </a:lnTo>
                  <a:lnTo>
                    <a:pt x="1308016" y="1399621"/>
                  </a:lnTo>
                  <a:lnTo>
                    <a:pt x="1308016" y="1399633"/>
                  </a:lnTo>
                  <a:lnTo>
                    <a:pt x="1308012" y="1399638"/>
                  </a:lnTo>
                  <a:lnTo>
                    <a:pt x="1308002" y="1399644"/>
                  </a:lnTo>
                  <a:lnTo>
                    <a:pt x="1307992" y="1399649"/>
                  </a:lnTo>
                  <a:lnTo>
                    <a:pt x="1307943" y="1399665"/>
                  </a:lnTo>
                  <a:lnTo>
                    <a:pt x="1307906" y="1399670"/>
                  </a:lnTo>
                  <a:lnTo>
                    <a:pt x="1307889" y="1399676"/>
                  </a:lnTo>
                  <a:lnTo>
                    <a:pt x="1307880" y="1399685"/>
                  </a:lnTo>
                  <a:lnTo>
                    <a:pt x="1307862" y="1399705"/>
                  </a:lnTo>
                  <a:lnTo>
                    <a:pt x="1307851" y="1399724"/>
                  </a:lnTo>
                  <a:lnTo>
                    <a:pt x="1307844" y="1399735"/>
                  </a:lnTo>
                  <a:lnTo>
                    <a:pt x="1307835" y="1399750"/>
                  </a:lnTo>
                  <a:lnTo>
                    <a:pt x="1307823" y="1399767"/>
                  </a:lnTo>
                  <a:lnTo>
                    <a:pt x="1307801" y="1399787"/>
                  </a:lnTo>
                  <a:lnTo>
                    <a:pt x="1307799" y="1399793"/>
                  </a:lnTo>
                  <a:lnTo>
                    <a:pt x="1307794" y="1399818"/>
                  </a:lnTo>
                  <a:lnTo>
                    <a:pt x="1307787" y="1399833"/>
                  </a:lnTo>
                  <a:lnTo>
                    <a:pt x="1307781" y="1399852"/>
                  </a:lnTo>
                  <a:lnTo>
                    <a:pt x="1307777" y="1399875"/>
                  </a:lnTo>
                  <a:lnTo>
                    <a:pt x="1307775" y="1399881"/>
                  </a:lnTo>
                  <a:lnTo>
                    <a:pt x="1307773" y="1399888"/>
                  </a:lnTo>
                  <a:lnTo>
                    <a:pt x="1307769" y="1399914"/>
                  </a:lnTo>
                  <a:lnTo>
                    <a:pt x="1307762" y="1399927"/>
                  </a:lnTo>
                  <a:lnTo>
                    <a:pt x="1307751" y="1399948"/>
                  </a:lnTo>
                  <a:lnTo>
                    <a:pt x="1307730" y="1399949"/>
                  </a:lnTo>
                  <a:lnTo>
                    <a:pt x="1307712" y="1399949"/>
                  </a:lnTo>
                  <a:lnTo>
                    <a:pt x="1307704" y="1399956"/>
                  </a:lnTo>
                  <a:lnTo>
                    <a:pt x="1307691" y="1399967"/>
                  </a:lnTo>
                  <a:lnTo>
                    <a:pt x="1307680" y="1399971"/>
                  </a:lnTo>
                  <a:lnTo>
                    <a:pt x="1307664" y="1399977"/>
                  </a:lnTo>
                  <a:lnTo>
                    <a:pt x="1307637" y="1399983"/>
                  </a:lnTo>
                  <a:lnTo>
                    <a:pt x="1307632" y="1399995"/>
                  </a:lnTo>
                  <a:lnTo>
                    <a:pt x="1307629" y="1399999"/>
                  </a:lnTo>
                  <a:lnTo>
                    <a:pt x="1307620" y="1400009"/>
                  </a:lnTo>
                  <a:lnTo>
                    <a:pt x="1307617" y="1400013"/>
                  </a:lnTo>
                  <a:lnTo>
                    <a:pt x="1307610" y="1400020"/>
                  </a:lnTo>
                  <a:lnTo>
                    <a:pt x="1307602" y="1400028"/>
                  </a:lnTo>
                  <a:lnTo>
                    <a:pt x="1307599" y="1400031"/>
                  </a:lnTo>
                  <a:lnTo>
                    <a:pt x="1307594" y="1400035"/>
                  </a:lnTo>
                  <a:lnTo>
                    <a:pt x="1307588" y="1400040"/>
                  </a:lnTo>
                  <a:lnTo>
                    <a:pt x="1307583" y="1400045"/>
                  </a:lnTo>
                  <a:lnTo>
                    <a:pt x="1307577" y="1400051"/>
                  </a:lnTo>
                  <a:lnTo>
                    <a:pt x="1307559" y="1400062"/>
                  </a:lnTo>
                  <a:lnTo>
                    <a:pt x="1307552" y="1400068"/>
                  </a:lnTo>
                  <a:lnTo>
                    <a:pt x="1307547" y="1400073"/>
                  </a:lnTo>
                  <a:lnTo>
                    <a:pt x="1307541" y="1400080"/>
                  </a:lnTo>
                  <a:lnTo>
                    <a:pt x="1307538" y="1400092"/>
                  </a:lnTo>
                  <a:lnTo>
                    <a:pt x="1307534" y="1400107"/>
                  </a:lnTo>
                  <a:lnTo>
                    <a:pt x="1307512" y="1400126"/>
                  </a:lnTo>
                  <a:lnTo>
                    <a:pt x="1307499" y="1400134"/>
                  </a:lnTo>
                  <a:lnTo>
                    <a:pt x="1307496" y="1400142"/>
                  </a:lnTo>
                  <a:lnTo>
                    <a:pt x="1307496" y="1400146"/>
                  </a:lnTo>
                  <a:lnTo>
                    <a:pt x="1307492" y="1400165"/>
                  </a:lnTo>
                  <a:lnTo>
                    <a:pt x="1307488" y="1400176"/>
                  </a:lnTo>
                  <a:lnTo>
                    <a:pt x="1307482" y="1400186"/>
                  </a:lnTo>
                  <a:lnTo>
                    <a:pt x="1307475" y="1400198"/>
                  </a:lnTo>
                  <a:lnTo>
                    <a:pt x="1307469" y="1400207"/>
                  </a:lnTo>
                  <a:lnTo>
                    <a:pt x="1307463" y="1400214"/>
                  </a:lnTo>
                  <a:lnTo>
                    <a:pt x="1307442" y="1400240"/>
                  </a:lnTo>
                  <a:lnTo>
                    <a:pt x="1307428" y="1400256"/>
                  </a:lnTo>
                  <a:lnTo>
                    <a:pt x="1307400" y="1400251"/>
                  </a:lnTo>
                  <a:lnTo>
                    <a:pt x="1307386" y="1400243"/>
                  </a:lnTo>
                  <a:lnTo>
                    <a:pt x="1307373" y="1400230"/>
                  </a:lnTo>
                  <a:lnTo>
                    <a:pt x="1307331" y="1400203"/>
                  </a:lnTo>
                  <a:lnTo>
                    <a:pt x="1307296" y="1400185"/>
                  </a:lnTo>
                  <a:lnTo>
                    <a:pt x="1307278" y="1400178"/>
                  </a:lnTo>
                  <a:lnTo>
                    <a:pt x="1307269" y="1400175"/>
                  </a:lnTo>
                  <a:lnTo>
                    <a:pt x="1307252" y="1400171"/>
                  </a:lnTo>
                  <a:lnTo>
                    <a:pt x="1307234" y="1400164"/>
                  </a:lnTo>
                  <a:lnTo>
                    <a:pt x="1307210" y="1400144"/>
                  </a:lnTo>
                  <a:lnTo>
                    <a:pt x="1307192" y="1400136"/>
                  </a:lnTo>
                  <a:lnTo>
                    <a:pt x="1307173" y="1400131"/>
                  </a:lnTo>
                  <a:lnTo>
                    <a:pt x="1307158" y="1400126"/>
                  </a:lnTo>
                  <a:lnTo>
                    <a:pt x="1307129" y="1400117"/>
                  </a:lnTo>
                  <a:lnTo>
                    <a:pt x="1307090" y="1400111"/>
                  </a:lnTo>
                  <a:lnTo>
                    <a:pt x="1307066" y="1400102"/>
                  </a:lnTo>
                  <a:lnTo>
                    <a:pt x="1307062" y="1400100"/>
                  </a:lnTo>
                  <a:lnTo>
                    <a:pt x="1307044" y="1400088"/>
                  </a:lnTo>
                  <a:lnTo>
                    <a:pt x="1307038" y="1400084"/>
                  </a:lnTo>
                  <a:lnTo>
                    <a:pt x="1307023" y="1400075"/>
                  </a:lnTo>
                  <a:lnTo>
                    <a:pt x="1307016" y="1400071"/>
                  </a:lnTo>
                  <a:lnTo>
                    <a:pt x="1306999" y="1400059"/>
                  </a:lnTo>
                  <a:lnTo>
                    <a:pt x="1306978" y="1400050"/>
                  </a:lnTo>
                  <a:lnTo>
                    <a:pt x="1306972" y="1400045"/>
                  </a:lnTo>
                  <a:lnTo>
                    <a:pt x="1306953" y="1400031"/>
                  </a:lnTo>
                  <a:lnTo>
                    <a:pt x="1306946" y="1400021"/>
                  </a:lnTo>
                  <a:lnTo>
                    <a:pt x="1306938" y="1400008"/>
                  </a:lnTo>
                  <a:lnTo>
                    <a:pt x="1306934" y="1399997"/>
                  </a:lnTo>
                  <a:lnTo>
                    <a:pt x="1306931" y="1399991"/>
                  </a:lnTo>
                  <a:lnTo>
                    <a:pt x="1306926" y="1399979"/>
                  </a:lnTo>
                  <a:lnTo>
                    <a:pt x="1306896" y="1399978"/>
                  </a:lnTo>
                  <a:lnTo>
                    <a:pt x="1306884" y="1399978"/>
                  </a:lnTo>
                  <a:lnTo>
                    <a:pt x="1306870" y="1399980"/>
                  </a:lnTo>
                  <a:lnTo>
                    <a:pt x="1306864" y="1399982"/>
                  </a:lnTo>
                  <a:lnTo>
                    <a:pt x="1306859" y="1399986"/>
                  </a:lnTo>
                  <a:lnTo>
                    <a:pt x="1306831" y="1400003"/>
                  </a:lnTo>
                  <a:lnTo>
                    <a:pt x="1306815" y="1400014"/>
                  </a:lnTo>
                  <a:lnTo>
                    <a:pt x="1306800" y="1400023"/>
                  </a:lnTo>
                  <a:lnTo>
                    <a:pt x="1306767" y="1400059"/>
                  </a:lnTo>
                  <a:lnTo>
                    <a:pt x="1306750" y="1400068"/>
                  </a:lnTo>
                  <a:lnTo>
                    <a:pt x="1306736" y="1400075"/>
                  </a:lnTo>
                  <a:lnTo>
                    <a:pt x="1306729" y="1400082"/>
                  </a:lnTo>
                  <a:lnTo>
                    <a:pt x="1306724" y="1400086"/>
                  </a:lnTo>
                  <a:lnTo>
                    <a:pt x="1306706" y="1400107"/>
                  </a:lnTo>
                  <a:lnTo>
                    <a:pt x="1306699" y="1400107"/>
                  </a:lnTo>
                  <a:lnTo>
                    <a:pt x="1306692" y="1400107"/>
                  </a:lnTo>
                  <a:lnTo>
                    <a:pt x="1306679" y="1400106"/>
                  </a:lnTo>
                  <a:lnTo>
                    <a:pt x="1306670" y="1400105"/>
                  </a:lnTo>
                  <a:lnTo>
                    <a:pt x="1306662" y="1400102"/>
                  </a:lnTo>
                  <a:lnTo>
                    <a:pt x="1306658" y="1400100"/>
                  </a:lnTo>
                  <a:lnTo>
                    <a:pt x="1306653" y="1400093"/>
                  </a:lnTo>
                  <a:lnTo>
                    <a:pt x="1306618" y="1400035"/>
                  </a:lnTo>
                  <a:lnTo>
                    <a:pt x="1306619" y="1400027"/>
                  </a:lnTo>
                  <a:lnTo>
                    <a:pt x="1306620" y="1400021"/>
                  </a:lnTo>
                  <a:lnTo>
                    <a:pt x="1306622" y="1400013"/>
                  </a:lnTo>
                  <a:lnTo>
                    <a:pt x="1306624" y="1400005"/>
                  </a:lnTo>
                  <a:lnTo>
                    <a:pt x="1306626" y="1399997"/>
                  </a:lnTo>
                  <a:lnTo>
                    <a:pt x="1306629" y="1399984"/>
                  </a:lnTo>
                  <a:lnTo>
                    <a:pt x="1306596" y="1399978"/>
                  </a:lnTo>
                  <a:lnTo>
                    <a:pt x="1306566" y="1399958"/>
                  </a:lnTo>
                  <a:lnTo>
                    <a:pt x="1306553" y="1399942"/>
                  </a:lnTo>
                  <a:lnTo>
                    <a:pt x="1306550" y="1399939"/>
                  </a:lnTo>
                  <a:lnTo>
                    <a:pt x="1306545" y="1399933"/>
                  </a:lnTo>
                  <a:lnTo>
                    <a:pt x="1306513" y="1399894"/>
                  </a:lnTo>
                  <a:lnTo>
                    <a:pt x="1306509" y="1399889"/>
                  </a:lnTo>
                  <a:lnTo>
                    <a:pt x="1306494" y="1399873"/>
                  </a:lnTo>
                  <a:lnTo>
                    <a:pt x="1306474" y="1399861"/>
                  </a:lnTo>
                  <a:lnTo>
                    <a:pt x="1306464" y="1399848"/>
                  </a:lnTo>
                  <a:lnTo>
                    <a:pt x="1306453" y="1399825"/>
                  </a:lnTo>
                  <a:lnTo>
                    <a:pt x="1306447" y="1399808"/>
                  </a:lnTo>
                  <a:lnTo>
                    <a:pt x="1306433" y="1399774"/>
                  </a:lnTo>
                  <a:lnTo>
                    <a:pt x="1306442" y="1399764"/>
                  </a:lnTo>
                  <a:lnTo>
                    <a:pt x="1306457" y="1399752"/>
                  </a:lnTo>
                  <a:lnTo>
                    <a:pt x="1306475" y="1399733"/>
                  </a:lnTo>
                  <a:lnTo>
                    <a:pt x="1306478" y="1399729"/>
                  </a:lnTo>
                  <a:lnTo>
                    <a:pt x="1306483" y="1399726"/>
                  </a:lnTo>
                  <a:lnTo>
                    <a:pt x="1306488" y="1399725"/>
                  </a:lnTo>
                  <a:lnTo>
                    <a:pt x="1306495" y="1399724"/>
                  </a:lnTo>
                  <a:lnTo>
                    <a:pt x="1306502" y="1399722"/>
                  </a:lnTo>
                  <a:lnTo>
                    <a:pt x="1306508" y="1399716"/>
                  </a:lnTo>
                  <a:lnTo>
                    <a:pt x="1306512" y="1399709"/>
                  </a:lnTo>
                  <a:lnTo>
                    <a:pt x="1306514" y="1399700"/>
                  </a:lnTo>
                  <a:lnTo>
                    <a:pt x="1306515" y="1399687"/>
                  </a:lnTo>
                  <a:lnTo>
                    <a:pt x="1306515" y="1399680"/>
                  </a:lnTo>
                  <a:lnTo>
                    <a:pt x="1306518" y="1399669"/>
                  </a:lnTo>
                  <a:lnTo>
                    <a:pt x="1306522" y="1399662"/>
                  </a:lnTo>
                  <a:lnTo>
                    <a:pt x="1306529" y="1399647"/>
                  </a:lnTo>
                  <a:lnTo>
                    <a:pt x="1306536" y="1399645"/>
                  </a:lnTo>
                  <a:lnTo>
                    <a:pt x="1306542" y="1399643"/>
                  </a:lnTo>
                  <a:lnTo>
                    <a:pt x="1306550" y="1399638"/>
                  </a:lnTo>
                  <a:lnTo>
                    <a:pt x="1306558" y="1399632"/>
                  </a:lnTo>
                  <a:lnTo>
                    <a:pt x="1306563" y="1399624"/>
                  </a:lnTo>
                  <a:lnTo>
                    <a:pt x="1306564" y="1399618"/>
                  </a:lnTo>
                  <a:lnTo>
                    <a:pt x="1306564" y="1399603"/>
                  </a:lnTo>
                  <a:lnTo>
                    <a:pt x="1306562" y="1399590"/>
                  </a:lnTo>
                  <a:lnTo>
                    <a:pt x="1306564" y="1399580"/>
                  </a:lnTo>
                  <a:lnTo>
                    <a:pt x="1306568" y="1399564"/>
                  </a:lnTo>
                  <a:lnTo>
                    <a:pt x="1306573" y="1399547"/>
                  </a:lnTo>
                  <a:lnTo>
                    <a:pt x="1306575" y="1399535"/>
                  </a:lnTo>
                  <a:lnTo>
                    <a:pt x="1306577" y="1399520"/>
                  </a:lnTo>
                  <a:lnTo>
                    <a:pt x="1306575" y="1399511"/>
                  </a:lnTo>
                  <a:lnTo>
                    <a:pt x="1306568" y="1399506"/>
                  </a:lnTo>
                  <a:lnTo>
                    <a:pt x="1306557" y="1399493"/>
                  </a:lnTo>
                  <a:lnTo>
                    <a:pt x="1306548" y="1399483"/>
                  </a:lnTo>
                  <a:lnTo>
                    <a:pt x="1306544" y="1399476"/>
                  </a:lnTo>
                  <a:lnTo>
                    <a:pt x="1306542" y="1399469"/>
                  </a:lnTo>
                  <a:lnTo>
                    <a:pt x="1306530" y="1399462"/>
                  </a:lnTo>
                  <a:lnTo>
                    <a:pt x="1306518" y="1399456"/>
                  </a:lnTo>
                  <a:lnTo>
                    <a:pt x="1306510" y="1399453"/>
                  </a:lnTo>
                  <a:lnTo>
                    <a:pt x="1306502" y="1399447"/>
                  </a:lnTo>
                  <a:lnTo>
                    <a:pt x="1306500" y="1399441"/>
                  </a:lnTo>
                  <a:lnTo>
                    <a:pt x="1306504" y="1399431"/>
                  </a:lnTo>
                  <a:lnTo>
                    <a:pt x="1306507" y="1399425"/>
                  </a:lnTo>
                  <a:lnTo>
                    <a:pt x="1306509" y="1399417"/>
                  </a:lnTo>
                  <a:lnTo>
                    <a:pt x="1306508" y="1399408"/>
                  </a:lnTo>
                  <a:lnTo>
                    <a:pt x="1306509" y="1399403"/>
                  </a:lnTo>
                  <a:lnTo>
                    <a:pt x="1306514" y="1399397"/>
                  </a:lnTo>
                  <a:lnTo>
                    <a:pt x="1306526" y="1399384"/>
                  </a:lnTo>
                  <a:lnTo>
                    <a:pt x="1306530" y="1399380"/>
                  </a:lnTo>
                  <a:lnTo>
                    <a:pt x="1306541" y="1399370"/>
                  </a:lnTo>
                  <a:lnTo>
                    <a:pt x="1306546" y="1399365"/>
                  </a:lnTo>
                  <a:lnTo>
                    <a:pt x="1306551" y="1399357"/>
                  </a:lnTo>
                  <a:lnTo>
                    <a:pt x="1306549" y="1399344"/>
                  </a:lnTo>
                  <a:lnTo>
                    <a:pt x="1306548" y="1399337"/>
                  </a:lnTo>
                  <a:lnTo>
                    <a:pt x="1306548" y="1399332"/>
                  </a:lnTo>
                  <a:lnTo>
                    <a:pt x="1306548" y="1399325"/>
                  </a:lnTo>
                  <a:lnTo>
                    <a:pt x="1306548" y="1399318"/>
                  </a:lnTo>
                  <a:lnTo>
                    <a:pt x="1306548" y="1399311"/>
                  </a:lnTo>
                  <a:lnTo>
                    <a:pt x="1306549" y="1399303"/>
                  </a:lnTo>
                  <a:lnTo>
                    <a:pt x="1306548" y="1399296"/>
                  </a:lnTo>
                  <a:lnTo>
                    <a:pt x="1306548" y="1399290"/>
                  </a:lnTo>
                  <a:lnTo>
                    <a:pt x="1306546" y="1399283"/>
                  </a:lnTo>
                  <a:lnTo>
                    <a:pt x="1306545" y="1399276"/>
                  </a:lnTo>
                  <a:lnTo>
                    <a:pt x="1306543" y="1399270"/>
                  </a:lnTo>
                  <a:lnTo>
                    <a:pt x="1306539" y="1399263"/>
                  </a:lnTo>
                  <a:lnTo>
                    <a:pt x="1306535" y="1399256"/>
                  </a:lnTo>
                  <a:lnTo>
                    <a:pt x="1306532" y="1399251"/>
                  </a:lnTo>
                  <a:lnTo>
                    <a:pt x="1306529" y="1399246"/>
                  </a:lnTo>
                  <a:lnTo>
                    <a:pt x="1306526" y="1399240"/>
                  </a:lnTo>
                  <a:lnTo>
                    <a:pt x="1306525" y="1399233"/>
                  </a:lnTo>
                  <a:lnTo>
                    <a:pt x="1306524" y="1399227"/>
                  </a:lnTo>
                  <a:lnTo>
                    <a:pt x="1306523" y="1399222"/>
                  </a:lnTo>
                  <a:lnTo>
                    <a:pt x="1306523" y="1399216"/>
                  </a:lnTo>
                  <a:lnTo>
                    <a:pt x="1306523" y="1399206"/>
                  </a:lnTo>
                  <a:lnTo>
                    <a:pt x="1306524" y="1399200"/>
                  </a:lnTo>
                  <a:lnTo>
                    <a:pt x="1306524" y="1399193"/>
                  </a:lnTo>
                  <a:lnTo>
                    <a:pt x="1306523" y="1399185"/>
                  </a:lnTo>
                  <a:lnTo>
                    <a:pt x="1306523" y="1399178"/>
                  </a:lnTo>
                  <a:lnTo>
                    <a:pt x="1306522" y="1399169"/>
                  </a:lnTo>
                  <a:lnTo>
                    <a:pt x="1306521" y="1399163"/>
                  </a:lnTo>
                  <a:lnTo>
                    <a:pt x="1306520" y="1399156"/>
                  </a:lnTo>
                  <a:lnTo>
                    <a:pt x="1306519" y="1399149"/>
                  </a:lnTo>
                  <a:lnTo>
                    <a:pt x="1306519" y="1399141"/>
                  </a:lnTo>
                  <a:lnTo>
                    <a:pt x="1306514" y="1399132"/>
                  </a:lnTo>
                  <a:lnTo>
                    <a:pt x="1306506" y="1399123"/>
                  </a:lnTo>
                  <a:lnTo>
                    <a:pt x="1306491" y="1399111"/>
                  </a:lnTo>
                  <a:lnTo>
                    <a:pt x="1306469" y="1399097"/>
                  </a:lnTo>
                  <a:lnTo>
                    <a:pt x="1306443" y="1399081"/>
                  </a:lnTo>
                  <a:lnTo>
                    <a:pt x="1306415" y="1399076"/>
                  </a:lnTo>
                  <a:lnTo>
                    <a:pt x="1306391" y="1399068"/>
                  </a:lnTo>
                  <a:lnTo>
                    <a:pt x="1306376" y="1399057"/>
                  </a:lnTo>
                  <a:lnTo>
                    <a:pt x="1306364" y="1399041"/>
                  </a:lnTo>
                  <a:lnTo>
                    <a:pt x="1306357" y="1399024"/>
                  </a:lnTo>
                  <a:lnTo>
                    <a:pt x="1306354" y="1399014"/>
                  </a:lnTo>
                  <a:lnTo>
                    <a:pt x="1306355" y="1399002"/>
                  </a:lnTo>
                  <a:lnTo>
                    <a:pt x="1306354" y="1398992"/>
                  </a:lnTo>
                  <a:lnTo>
                    <a:pt x="1306350" y="1398977"/>
                  </a:lnTo>
                  <a:lnTo>
                    <a:pt x="1306346" y="1398961"/>
                  </a:lnTo>
                  <a:lnTo>
                    <a:pt x="1306344" y="1398949"/>
                  </a:lnTo>
                  <a:lnTo>
                    <a:pt x="1306342" y="1398942"/>
                  </a:lnTo>
                  <a:lnTo>
                    <a:pt x="1306340" y="1398932"/>
                  </a:lnTo>
                  <a:lnTo>
                    <a:pt x="1306338" y="1398927"/>
                  </a:lnTo>
                  <a:lnTo>
                    <a:pt x="1306338" y="1398922"/>
                  </a:lnTo>
                  <a:lnTo>
                    <a:pt x="1306337" y="1398915"/>
                  </a:lnTo>
                  <a:lnTo>
                    <a:pt x="1306338" y="1398910"/>
                  </a:lnTo>
                  <a:lnTo>
                    <a:pt x="1306338" y="1398905"/>
                  </a:lnTo>
                  <a:lnTo>
                    <a:pt x="1306339" y="1398901"/>
                  </a:lnTo>
                  <a:lnTo>
                    <a:pt x="1306340" y="1398896"/>
                  </a:lnTo>
                  <a:lnTo>
                    <a:pt x="1306341" y="1398889"/>
                  </a:lnTo>
                  <a:lnTo>
                    <a:pt x="1306341" y="1398883"/>
                  </a:lnTo>
                  <a:lnTo>
                    <a:pt x="1306341" y="1398879"/>
                  </a:lnTo>
                  <a:lnTo>
                    <a:pt x="1306341" y="1398872"/>
                  </a:lnTo>
                  <a:lnTo>
                    <a:pt x="1306341" y="1398864"/>
                  </a:lnTo>
                  <a:lnTo>
                    <a:pt x="1306341" y="1398858"/>
                  </a:lnTo>
                  <a:lnTo>
                    <a:pt x="1306340" y="1398853"/>
                  </a:lnTo>
                  <a:lnTo>
                    <a:pt x="1306340" y="1398847"/>
                  </a:lnTo>
                  <a:lnTo>
                    <a:pt x="1306341" y="1398839"/>
                  </a:lnTo>
                  <a:lnTo>
                    <a:pt x="1306342" y="1398833"/>
                  </a:lnTo>
                  <a:lnTo>
                    <a:pt x="1306343" y="1398827"/>
                  </a:lnTo>
                  <a:lnTo>
                    <a:pt x="1306345" y="1398820"/>
                  </a:lnTo>
                  <a:lnTo>
                    <a:pt x="1306346" y="1398813"/>
                  </a:lnTo>
                  <a:lnTo>
                    <a:pt x="1306348" y="1398807"/>
                  </a:lnTo>
                  <a:lnTo>
                    <a:pt x="1306349" y="1398800"/>
                  </a:lnTo>
                  <a:lnTo>
                    <a:pt x="1306350" y="1398794"/>
                  </a:lnTo>
                  <a:lnTo>
                    <a:pt x="1306350" y="1398788"/>
                  </a:lnTo>
                  <a:lnTo>
                    <a:pt x="1306349" y="1398783"/>
                  </a:lnTo>
                  <a:lnTo>
                    <a:pt x="1306348" y="1398778"/>
                  </a:lnTo>
                  <a:lnTo>
                    <a:pt x="1306346" y="1398770"/>
                  </a:lnTo>
                  <a:lnTo>
                    <a:pt x="1306343" y="1398759"/>
                  </a:lnTo>
                  <a:lnTo>
                    <a:pt x="1306342" y="1398755"/>
                  </a:lnTo>
                  <a:lnTo>
                    <a:pt x="1306340" y="1398746"/>
                  </a:lnTo>
                  <a:lnTo>
                    <a:pt x="1306339" y="1398740"/>
                  </a:lnTo>
                  <a:lnTo>
                    <a:pt x="1306336" y="1398733"/>
                  </a:lnTo>
                  <a:lnTo>
                    <a:pt x="1306335" y="1398728"/>
                  </a:lnTo>
                  <a:lnTo>
                    <a:pt x="1306333" y="1398723"/>
                  </a:lnTo>
                  <a:lnTo>
                    <a:pt x="1306329" y="1398716"/>
                  </a:lnTo>
                  <a:lnTo>
                    <a:pt x="1306326" y="1398712"/>
                  </a:lnTo>
                  <a:lnTo>
                    <a:pt x="1306443" y="1398642"/>
                  </a:lnTo>
                  <a:lnTo>
                    <a:pt x="1306449" y="1398637"/>
                  </a:lnTo>
                  <a:lnTo>
                    <a:pt x="1306455" y="1398632"/>
                  </a:lnTo>
                  <a:lnTo>
                    <a:pt x="1306460" y="1398626"/>
                  </a:lnTo>
                  <a:lnTo>
                    <a:pt x="1306464" y="1398621"/>
                  </a:lnTo>
                  <a:lnTo>
                    <a:pt x="1306467" y="1398617"/>
                  </a:lnTo>
                  <a:lnTo>
                    <a:pt x="1306470" y="1398613"/>
                  </a:lnTo>
                  <a:lnTo>
                    <a:pt x="1306473" y="1398610"/>
                  </a:lnTo>
                  <a:lnTo>
                    <a:pt x="1306476" y="1398606"/>
                  </a:lnTo>
                  <a:lnTo>
                    <a:pt x="1306479" y="1398603"/>
                  </a:lnTo>
                  <a:lnTo>
                    <a:pt x="1306485" y="1398595"/>
                  </a:lnTo>
                  <a:lnTo>
                    <a:pt x="1306490" y="1398589"/>
                  </a:lnTo>
                  <a:lnTo>
                    <a:pt x="1306493" y="1398585"/>
                  </a:lnTo>
                  <a:lnTo>
                    <a:pt x="1306497" y="1398581"/>
                  </a:lnTo>
                  <a:lnTo>
                    <a:pt x="1306501" y="1398577"/>
                  </a:lnTo>
                  <a:lnTo>
                    <a:pt x="1306506" y="1398572"/>
                  </a:lnTo>
                  <a:lnTo>
                    <a:pt x="1306511" y="1398568"/>
                  </a:lnTo>
                  <a:lnTo>
                    <a:pt x="1306517" y="1398563"/>
                  </a:lnTo>
                  <a:lnTo>
                    <a:pt x="1306522" y="1398559"/>
                  </a:lnTo>
                  <a:lnTo>
                    <a:pt x="1306528" y="1398555"/>
                  </a:lnTo>
                  <a:lnTo>
                    <a:pt x="1306533" y="1398552"/>
                  </a:lnTo>
                  <a:lnTo>
                    <a:pt x="1306539" y="1398552"/>
                  </a:lnTo>
                  <a:lnTo>
                    <a:pt x="1306545" y="1398554"/>
                  </a:lnTo>
                  <a:lnTo>
                    <a:pt x="1306550" y="1398555"/>
                  </a:lnTo>
                  <a:lnTo>
                    <a:pt x="1306555" y="1398557"/>
                  </a:lnTo>
                  <a:lnTo>
                    <a:pt x="1306561" y="1398559"/>
                  </a:lnTo>
                  <a:lnTo>
                    <a:pt x="1306568" y="1398562"/>
                  </a:lnTo>
                  <a:lnTo>
                    <a:pt x="1306573" y="1398565"/>
                  </a:lnTo>
                  <a:lnTo>
                    <a:pt x="1306577" y="1398567"/>
                  </a:lnTo>
                  <a:lnTo>
                    <a:pt x="1306582" y="1398568"/>
                  </a:lnTo>
                  <a:lnTo>
                    <a:pt x="1306586" y="1398567"/>
                  </a:lnTo>
                  <a:lnTo>
                    <a:pt x="1306590" y="1398563"/>
                  </a:lnTo>
                  <a:lnTo>
                    <a:pt x="1306594" y="1398554"/>
                  </a:lnTo>
                  <a:lnTo>
                    <a:pt x="1306598" y="1398547"/>
                  </a:lnTo>
                  <a:lnTo>
                    <a:pt x="1306601" y="1398543"/>
                  </a:lnTo>
                  <a:lnTo>
                    <a:pt x="1306605" y="1398538"/>
                  </a:lnTo>
                  <a:lnTo>
                    <a:pt x="1306612" y="1398530"/>
                  </a:lnTo>
                  <a:lnTo>
                    <a:pt x="1306615" y="1398526"/>
                  </a:lnTo>
                  <a:lnTo>
                    <a:pt x="1306619" y="1398521"/>
                  </a:lnTo>
                  <a:lnTo>
                    <a:pt x="1306652" y="1398406"/>
                  </a:lnTo>
                  <a:lnTo>
                    <a:pt x="1306656" y="1398401"/>
                  </a:lnTo>
                  <a:lnTo>
                    <a:pt x="1306659" y="1398397"/>
                  </a:lnTo>
                  <a:lnTo>
                    <a:pt x="1306664" y="1398392"/>
                  </a:lnTo>
                  <a:lnTo>
                    <a:pt x="1306667" y="1398387"/>
                  </a:lnTo>
                  <a:lnTo>
                    <a:pt x="1306665" y="1398383"/>
                  </a:lnTo>
                  <a:lnTo>
                    <a:pt x="1306662" y="1398378"/>
                  </a:lnTo>
                  <a:lnTo>
                    <a:pt x="1306661" y="1398373"/>
                  </a:lnTo>
                  <a:lnTo>
                    <a:pt x="1306662" y="1398367"/>
                  </a:lnTo>
                  <a:lnTo>
                    <a:pt x="1306665" y="1398363"/>
                  </a:lnTo>
                  <a:lnTo>
                    <a:pt x="1306669" y="1398357"/>
                  </a:lnTo>
                  <a:lnTo>
                    <a:pt x="1306674" y="1398351"/>
                  </a:lnTo>
                  <a:lnTo>
                    <a:pt x="1306681" y="1398341"/>
                  </a:lnTo>
                  <a:lnTo>
                    <a:pt x="1306686" y="1398333"/>
                  </a:lnTo>
                  <a:lnTo>
                    <a:pt x="1306691" y="1398327"/>
                  </a:lnTo>
                  <a:lnTo>
                    <a:pt x="1306695" y="1398320"/>
                  </a:lnTo>
                  <a:lnTo>
                    <a:pt x="1306697" y="1398315"/>
                  </a:lnTo>
                  <a:lnTo>
                    <a:pt x="1306697" y="1398310"/>
                  </a:lnTo>
                  <a:lnTo>
                    <a:pt x="1306695" y="1398305"/>
                  </a:lnTo>
                  <a:lnTo>
                    <a:pt x="1306693" y="1398301"/>
                  </a:lnTo>
                  <a:lnTo>
                    <a:pt x="1306689" y="1398296"/>
                  </a:lnTo>
                  <a:lnTo>
                    <a:pt x="1306686" y="1398293"/>
                  </a:lnTo>
                  <a:lnTo>
                    <a:pt x="1306683" y="1398288"/>
                  </a:lnTo>
                  <a:lnTo>
                    <a:pt x="1306681" y="1398284"/>
                  </a:lnTo>
                  <a:lnTo>
                    <a:pt x="1306679" y="1398276"/>
                  </a:lnTo>
                  <a:lnTo>
                    <a:pt x="1306678" y="1398271"/>
                  </a:lnTo>
                  <a:lnTo>
                    <a:pt x="1306676" y="1398264"/>
                  </a:lnTo>
                  <a:lnTo>
                    <a:pt x="1306673" y="1398257"/>
                  </a:lnTo>
                  <a:lnTo>
                    <a:pt x="1306671" y="1398252"/>
                  </a:lnTo>
                  <a:lnTo>
                    <a:pt x="1306668" y="1398248"/>
                  </a:lnTo>
                  <a:lnTo>
                    <a:pt x="1306665" y="1398243"/>
                  </a:lnTo>
                  <a:lnTo>
                    <a:pt x="1306661" y="1398238"/>
                  </a:lnTo>
                  <a:lnTo>
                    <a:pt x="1306657" y="1398234"/>
                  </a:lnTo>
                  <a:lnTo>
                    <a:pt x="1306652" y="1398228"/>
                  </a:lnTo>
                  <a:lnTo>
                    <a:pt x="1306648" y="1398223"/>
                  </a:lnTo>
                  <a:lnTo>
                    <a:pt x="1306645" y="1398217"/>
                  </a:lnTo>
                  <a:lnTo>
                    <a:pt x="1306640" y="1398209"/>
                  </a:lnTo>
                  <a:lnTo>
                    <a:pt x="1306635" y="1398201"/>
                  </a:lnTo>
                  <a:lnTo>
                    <a:pt x="1306631" y="1398195"/>
                  </a:lnTo>
                  <a:lnTo>
                    <a:pt x="1306628" y="1398190"/>
                  </a:lnTo>
                  <a:lnTo>
                    <a:pt x="1306626" y="1398187"/>
                  </a:lnTo>
                  <a:lnTo>
                    <a:pt x="1306622" y="1398183"/>
                  </a:lnTo>
                  <a:lnTo>
                    <a:pt x="1306618" y="1398177"/>
                  </a:lnTo>
                  <a:lnTo>
                    <a:pt x="1306614" y="1398172"/>
                  </a:lnTo>
                  <a:lnTo>
                    <a:pt x="1306610" y="1398168"/>
                  </a:lnTo>
                  <a:lnTo>
                    <a:pt x="1306605" y="1398163"/>
                  </a:lnTo>
                  <a:lnTo>
                    <a:pt x="1306600" y="1398150"/>
                  </a:lnTo>
                  <a:lnTo>
                    <a:pt x="1306598" y="1398137"/>
                  </a:lnTo>
                  <a:lnTo>
                    <a:pt x="1306596" y="1398123"/>
                  </a:lnTo>
                  <a:lnTo>
                    <a:pt x="1306592" y="1398107"/>
                  </a:lnTo>
                  <a:lnTo>
                    <a:pt x="1306586" y="1398090"/>
                  </a:lnTo>
                  <a:lnTo>
                    <a:pt x="1306585" y="1398077"/>
                  </a:lnTo>
                  <a:lnTo>
                    <a:pt x="1306587" y="1398065"/>
                  </a:lnTo>
                  <a:lnTo>
                    <a:pt x="1306585" y="1398058"/>
                  </a:lnTo>
                  <a:lnTo>
                    <a:pt x="1306578" y="1398050"/>
                  </a:lnTo>
                  <a:lnTo>
                    <a:pt x="1306571" y="1398041"/>
                  </a:lnTo>
                  <a:lnTo>
                    <a:pt x="1306566" y="1398031"/>
                  </a:lnTo>
                  <a:lnTo>
                    <a:pt x="1306562" y="1398013"/>
                  </a:lnTo>
                  <a:lnTo>
                    <a:pt x="1306557" y="1397998"/>
                  </a:lnTo>
                  <a:lnTo>
                    <a:pt x="1306554" y="1397993"/>
                  </a:lnTo>
                  <a:lnTo>
                    <a:pt x="1306552" y="1397986"/>
                  </a:lnTo>
                  <a:lnTo>
                    <a:pt x="1306548" y="1397974"/>
                  </a:lnTo>
                  <a:lnTo>
                    <a:pt x="1306548" y="1397965"/>
                  </a:lnTo>
                  <a:lnTo>
                    <a:pt x="1306556" y="1397951"/>
                  </a:lnTo>
                  <a:lnTo>
                    <a:pt x="1306567" y="1397941"/>
                  </a:lnTo>
                  <a:lnTo>
                    <a:pt x="1306581" y="1397929"/>
                  </a:lnTo>
                  <a:lnTo>
                    <a:pt x="1306587" y="1397923"/>
                  </a:lnTo>
                  <a:lnTo>
                    <a:pt x="1306587" y="1397884"/>
                  </a:lnTo>
                  <a:lnTo>
                    <a:pt x="1306578" y="1397869"/>
                  </a:lnTo>
                  <a:lnTo>
                    <a:pt x="1306565" y="1397851"/>
                  </a:lnTo>
                  <a:lnTo>
                    <a:pt x="1306566" y="1397840"/>
                  </a:lnTo>
                  <a:lnTo>
                    <a:pt x="1306570" y="1397835"/>
                  </a:lnTo>
                  <a:lnTo>
                    <a:pt x="1306573" y="1397831"/>
                  </a:lnTo>
                  <a:lnTo>
                    <a:pt x="1306575" y="1397827"/>
                  </a:lnTo>
                  <a:lnTo>
                    <a:pt x="1306578" y="1397822"/>
                  </a:lnTo>
                  <a:lnTo>
                    <a:pt x="1306582" y="1397819"/>
                  </a:lnTo>
                  <a:lnTo>
                    <a:pt x="1306586" y="1397814"/>
                  </a:lnTo>
                  <a:lnTo>
                    <a:pt x="1306586" y="1397808"/>
                  </a:lnTo>
                  <a:lnTo>
                    <a:pt x="1306551" y="1397766"/>
                  </a:lnTo>
                  <a:lnTo>
                    <a:pt x="1306543" y="1397760"/>
                  </a:lnTo>
                  <a:lnTo>
                    <a:pt x="1306537" y="1397754"/>
                  </a:lnTo>
                  <a:lnTo>
                    <a:pt x="1306533" y="1397750"/>
                  </a:lnTo>
                  <a:lnTo>
                    <a:pt x="1306529" y="1397746"/>
                  </a:lnTo>
                  <a:lnTo>
                    <a:pt x="1306525" y="1397742"/>
                  </a:lnTo>
                  <a:lnTo>
                    <a:pt x="1306520" y="1397736"/>
                  </a:lnTo>
                  <a:lnTo>
                    <a:pt x="1306516" y="1397729"/>
                  </a:lnTo>
                  <a:lnTo>
                    <a:pt x="1306513" y="1397724"/>
                  </a:lnTo>
                  <a:lnTo>
                    <a:pt x="1306508" y="1397719"/>
                  </a:lnTo>
                  <a:lnTo>
                    <a:pt x="1306504" y="1397714"/>
                  </a:lnTo>
                  <a:lnTo>
                    <a:pt x="1306500" y="1397709"/>
                  </a:lnTo>
                  <a:lnTo>
                    <a:pt x="1306497" y="1397703"/>
                  </a:lnTo>
                  <a:lnTo>
                    <a:pt x="1306496" y="1397695"/>
                  </a:lnTo>
                  <a:lnTo>
                    <a:pt x="1306497" y="1397686"/>
                  </a:lnTo>
                  <a:lnTo>
                    <a:pt x="1306499" y="1397678"/>
                  </a:lnTo>
                  <a:lnTo>
                    <a:pt x="1306502" y="1397670"/>
                  </a:lnTo>
                  <a:lnTo>
                    <a:pt x="1306504" y="1397664"/>
                  </a:lnTo>
                  <a:lnTo>
                    <a:pt x="1306506" y="1397658"/>
                  </a:lnTo>
                  <a:lnTo>
                    <a:pt x="1306508" y="1397653"/>
                  </a:lnTo>
                  <a:lnTo>
                    <a:pt x="1306511" y="1397648"/>
                  </a:lnTo>
                  <a:lnTo>
                    <a:pt x="1306531" y="1397512"/>
                  </a:lnTo>
                  <a:lnTo>
                    <a:pt x="1306531" y="1397503"/>
                  </a:lnTo>
                  <a:lnTo>
                    <a:pt x="1306531" y="1397495"/>
                  </a:lnTo>
                  <a:lnTo>
                    <a:pt x="1306531" y="1397489"/>
                  </a:lnTo>
                  <a:lnTo>
                    <a:pt x="1306531" y="1397484"/>
                  </a:lnTo>
                  <a:lnTo>
                    <a:pt x="1306530" y="1397479"/>
                  </a:lnTo>
                  <a:lnTo>
                    <a:pt x="1306528" y="1397473"/>
                  </a:lnTo>
                  <a:lnTo>
                    <a:pt x="1306526" y="1397470"/>
                  </a:lnTo>
                  <a:lnTo>
                    <a:pt x="1306521" y="1397467"/>
                  </a:lnTo>
                  <a:lnTo>
                    <a:pt x="1306516" y="1397465"/>
                  </a:lnTo>
                  <a:lnTo>
                    <a:pt x="1306509" y="1397462"/>
                  </a:lnTo>
                  <a:lnTo>
                    <a:pt x="1306503" y="1397460"/>
                  </a:lnTo>
                  <a:lnTo>
                    <a:pt x="1306497" y="1397456"/>
                  </a:lnTo>
                  <a:lnTo>
                    <a:pt x="1306493" y="1397449"/>
                  </a:lnTo>
                  <a:lnTo>
                    <a:pt x="1306490" y="1397444"/>
                  </a:lnTo>
                  <a:lnTo>
                    <a:pt x="1306489" y="1397438"/>
                  </a:lnTo>
                  <a:lnTo>
                    <a:pt x="1306487" y="1397430"/>
                  </a:lnTo>
                  <a:lnTo>
                    <a:pt x="1306487" y="1397423"/>
                  </a:lnTo>
                  <a:lnTo>
                    <a:pt x="1306487" y="1397416"/>
                  </a:lnTo>
                  <a:lnTo>
                    <a:pt x="1306488" y="1397409"/>
                  </a:lnTo>
                  <a:lnTo>
                    <a:pt x="1306490" y="1397404"/>
                  </a:lnTo>
                  <a:lnTo>
                    <a:pt x="1306492" y="1397399"/>
                  </a:lnTo>
                  <a:lnTo>
                    <a:pt x="1306495" y="1397391"/>
                  </a:lnTo>
                  <a:lnTo>
                    <a:pt x="1306497" y="1397385"/>
                  </a:lnTo>
                  <a:lnTo>
                    <a:pt x="1306499" y="1397379"/>
                  </a:lnTo>
                  <a:lnTo>
                    <a:pt x="1306502" y="1397374"/>
                  </a:lnTo>
                  <a:lnTo>
                    <a:pt x="1306507" y="1397370"/>
                  </a:lnTo>
                  <a:lnTo>
                    <a:pt x="1306513" y="1397368"/>
                  </a:lnTo>
                  <a:lnTo>
                    <a:pt x="1306519" y="1397367"/>
                  </a:lnTo>
                  <a:lnTo>
                    <a:pt x="1306524" y="1397366"/>
                  </a:lnTo>
                  <a:lnTo>
                    <a:pt x="1306531" y="1397364"/>
                  </a:lnTo>
                  <a:lnTo>
                    <a:pt x="1306537" y="1397362"/>
                  </a:lnTo>
                  <a:lnTo>
                    <a:pt x="1306542" y="1397361"/>
                  </a:lnTo>
                  <a:lnTo>
                    <a:pt x="1306547" y="1397358"/>
                  </a:lnTo>
                  <a:lnTo>
                    <a:pt x="1306553" y="1397354"/>
                  </a:lnTo>
                  <a:lnTo>
                    <a:pt x="1306559" y="1397350"/>
                  </a:lnTo>
                  <a:lnTo>
                    <a:pt x="1306563" y="1397346"/>
                  </a:lnTo>
                  <a:lnTo>
                    <a:pt x="1306568" y="1397342"/>
                  </a:lnTo>
                  <a:lnTo>
                    <a:pt x="1306571" y="1397337"/>
                  </a:lnTo>
                  <a:lnTo>
                    <a:pt x="1306574" y="1397332"/>
                  </a:lnTo>
                  <a:lnTo>
                    <a:pt x="1306574" y="1397325"/>
                  </a:lnTo>
                  <a:lnTo>
                    <a:pt x="1306574" y="1397318"/>
                  </a:lnTo>
                  <a:lnTo>
                    <a:pt x="1306574" y="1397311"/>
                  </a:lnTo>
                  <a:lnTo>
                    <a:pt x="1306572" y="1397306"/>
                  </a:lnTo>
                  <a:lnTo>
                    <a:pt x="1306567" y="1397301"/>
                  </a:lnTo>
                  <a:lnTo>
                    <a:pt x="1306564" y="1397298"/>
                  </a:lnTo>
                  <a:lnTo>
                    <a:pt x="1306560" y="1397293"/>
                  </a:lnTo>
                  <a:lnTo>
                    <a:pt x="1306557" y="1397287"/>
                  </a:lnTo>
                  <a:lnTo>
                    <a:pt x="1306555" y="1397282"/>
                  </a:lnTo>
                  <a:lnTo>
                    <a:pt x="1306553" y="1397277"/>
                  </a:lnTo>
                  <a:lnTo>
                    <a:pt x="1306552" y="1397271"/>
                  </a:lnTo>
                  <a:lnTo>
                    <a:pt x="1306551" y="1397263"/>
                  </a:lnTo>
                  <a:lnTo>
                    <a:pt x="1306499" y="1397196"/>
                  </a:lnTo>
                  <a:lnTo>
                    <a:pt x="1306495" y="1397190"/>
                  </a:lnTo>
                  <a:lnTo>
                    <a:pt x="1306491" y="1397185"/>
                  </a:lnTo>
                  <a:lnTo>
                    <a:pt x="1306485" y="1397180"/>
                  </a:lnTo>
                  <a:lnTo>
                    <a:pt x="1306480" y="1397176"/>
                  </a:lnTo>
                  <a:lnTo>
                    <a:pt x="1306474" y="1397173"/>
                  </a:lnTo>
                  <a:lnTo>
                    <a:pt x="1306468" y="1397171"/>
                  </a:lnTo>
                  <a:lnTo>
                    <a:pt x="1306464" y="1397170"/>
                  </a:lnTo>
                  <a:lnTo>
                    <a:pt x="1306460" y="1397169"/>
                  </a:lnTo>
                  <a:lnTo>
                    <a:pt x="1306452" y="1397167"/>
                  </a:lnTo>
                  <a:lnTo>
                    <a:pt x="1306444" y="1397167"/>
                  </a:lnTo>
                  <a:lnTo>
                    <a:pt x="1306439" y="1397166"/>
                  </a:lnTo>
                  <a:lnTo>
                    <a:pt x="1306432" y="1397164"/>
                  </a:lnTo>
                  <a:lnTo>
                    <a:pt x="1306426" y="1397162"/>
                  </a:lnTo>
                  <a:lnTo>
                    <a:pt x="1306420" y="1397159"/>
                  </a:lnTo>
                  <a:lnTo>
                    <a:pt x="1306415" y="1397157"/>
                  </a:lnTo>
                  <a:lnTo>
                    <a:pt x="1306409" y="1397154"/>
                  </a:lnTo>
                  <a:lnTo>
                    <a:pt x="1306403" y="1397150"/>
                  </a:lnTo>
                  <a:lnTo>
                    <a:pt x="1306403" y="1397143"/>
                  </a:lnTo>
                  <a:lnTo>
                    <a:pt x="1306406" y="1397133"/>
                  </a:lnTo>
                  <a:lnTo>
                    <a:pt x="1306410" y="1397127"/>
                  </a:lnTo>
                  <a:lnTo>
                    <a:pt x="1306413" y="1397122"/>
                  </a:lnTo>
                  <a:lnTo>
                    <a:pt x="1306417" y="1397116"/>
                  </a:lnTo>
                  <a:lnTo>
                    <a:pt x="1306420" y="1397110"/>
                  </a:lnTo>
                  <a:lnTo>
                    <a:pt x="1306424" y="1397103"/>
                  </a:lnTo>
                  <a:lnTo>
                    <a:pt x="1306427" y="1397094"/>
                  </a:lnTo>
                  <a:lnTo>
                    <a:pt x="1306431" y="1397087"/>
                  </a:lnTo>
                  <a:lnTo>
                    <a:pt x="1306435" y="1397082"/>
                  </a:lnTo>
                  <a:lnTo>
                    <a:pt x="1306439" y="1397077"/>
                  </a:lnTo>
                  <a:lnTo>
                    <a:pt x="1306442" y="1397073"/>
                  </a:lnTo>
                  <a:lnTo>
                    <a:pt x="1306444" y="1397069"/>
                  </a:lnTo>
                  <a:lnTo>
                    <a:pt x="1306444" y="1397064"/>
                  </a:lnTo>
                  <a:lnTo>
                    <a:pt x="1306444" y="1397059"/>
                  </a:lnTo>
                  <a:lnTo>
                    <a:pt x="1306442" y="1397054"/>
                  </a:lnTo>
                  <a:lnTo>
                    <a:pt x="1306441" y="1397048"/>
                  </a:lnTo>
                  <a:lnTo>
                    <a:pt x="1306439" y="1397043"/>
                  </a:lnTo>
                  <a:lnTo>
                    <a:pt x="1306437" y="1397037"/>
                  </a:lnTo>
                  <a:lnTo>
                    <a:pt x="1306436" y="1397032"/>
                  </a:lnTo>
                  <a:lnTo>
                    <a:pt x="1306435" y="1397027"/>
                  </a:lnTo>
                  <a:lnTo>
                    <a:pt x="1306433" y="1397021"/>
                  </a:lnTo>
                  <a:lnTo>
                    <a:pt x="1306432" y="1397010"/>
                  </a:lnTo>
                  <a:lnTo>
                    <a:pt x="1306432" y="1397001"/>
                  </a:lnTo>
                  <a:lnTo>
                    <a:pt x="1306431" y="1396995"/>
                  </a:lnTo>
                  <a:lnTo>
                    <a:pt x="1306431" y="1396989"/>
                  </a:lnTo>
                  <a:lnTo>
                    <a:pt x="1306430" y="1396981"/>
                  </a:lnTo>
                  <a:lnTo>
                    <a:pt x="1306426" y="1396975"/>
                  </a:lnTo>
                  <a:lnTo>
                    <a:pt x="1306418" y="1396972"/>
                  </a:lnTo>
                  <a:lnTo>
                    <a:pt x="1306409" y="1396971"/>
                  </a:lnTo>
                  <a:lnTo>
                    <a:pt x="1306400" y="1396970"/>
                  </a:lnTo>
                  <a:lnTo>
                    <a:pt x="1306392" y="1396969"/>
                  </a:lnTo>
                  <a:lnTo>
                    <a:pt x="1306387" y="1396969"/>
                  </a:lnTo>
                  <a:lnTo>
                    <a:pt x="1306378" y="1396969"/>
                  </a:lnTo>
                  <a:lnTo>
                    <a:pt x="1306372" y="1396969"/>
                  </a:lnTo>
                  <a:lnTo>
                    <a:pt x="1306366" y="1396967"/>
                  </a:lnTo>
                  <a:lnTo>
                    <a:pt x="1306361" y="1396966"/>
                  </a:lnTo>
                  <a:lnTo>
                    <a:pt x="1306356" y="1396964"/>
                  </a:lnTo>
                  <a:lnTo>
                    <a:pt x="1306351" y="1396961"/>
                  </a:lnTo>
                  <a:lnTo>
                    <a:pt x="1306348" y="1396959"/>
                  </a:lnTo>
                  <a:lnTo>
                    <a:pt x="1306326" y="1396963"/>
                  </a:lnTo>
                  <a:lnTo>
                    <a:pt x="1306307" y="1396965"/>
                  </a:lnTo>
                  <a:lnTo>
                    <a:pt x="1306283" y="1396957"/>
                  </a:lnTo>
                  <a:lnTo>
                    <a:pt x="1306281" y="1396927"/>
                  </a:lnTo>
                  <a:lnTo>
                    <a:pt x="1306261" y="1396894"/>
                  </a:lnTo>
                  <a:lnTo>
                    <a:pt x="1306243" y="1396857"/>
                  </a:lnTo>
                  <a:lnTo>
                    <a:pt x="1306219" y="1396847"/>
                  </a:lnTo>
                  <a:lnTo>
                    <a:pt x="1306190" y="1396847"/>
                  </a:lnTo>
                  <a:lnTo>
                    <a:pt x="1306154" y="1396834"/>
                  </a:lnTo>
                  <a:lnTo>
                    <a:pt x="1306143" y="1396819"/>
                  </a:lnTo>
                  <a:lnTo>
                    <a:pt x="1306119" y="1396800"/>
                  </a:lnTo>
                  <a:lnTo>
                    <a:pt x="1306086" y="1396786"/>
                  </a:lnTo>
                  <a:lnTo>
                    <a:pt x="1306046" y="1396796"/>
                  </a:lnTo>
                  <a:lnTo>
                    <a:pt x="1306004" y="1396761"/>
                  </a:lnTo>
                  <a:lnTo>
                    <a:pt x="1305989" y="1396738"/>
                  </a:lnTo>
                  <a:lnTo>
                    <a:pt x="1305976" y="1396724"/>
                  </a:lnTo>
                  <a:lnTo>
                    <a:pt x="1305972" y="1396716"/>
                  </a:lnTo>
                  <a:lnTo>
                    <a:pt x="1305974" y="1396705"/>
                  </a:lnTo>
                  <a:lnTo>
                    <a:pt x="1305974" y="1396697"/>
                  </a:lnTo>
                  <a:lnTo>
                    <a:pt x="1305971" y="1396686"/>
                  </a:lnTo>
                  <a:lnTo>
                    <a:pt x="1305967" y="1396678"/>
                  </a:lnTo>
                  <a:lnTo>
                    <a:pt x="1305962" y="1396670"/>
                  </a:lnTo>
                  <a:lnTo>
                    <a:pt x="1305944" y="1396651"/>
                  </a:lnTo>
                  <a:lnTo>
                    <a:pt x="1305963" y="1396637"/>
                  </a:lnTo>
                  <a:lnTo>
                    <a:pt x="1305977" y="1396621"/>
                  </a:lnTo>
                  <a:lnTo>
                    <a:pt x="1306000" y="1396607"/>
                  </a:lnTo>
                  <a:lnTo>
                    <a:pt x="1306027" y="1396591"/>
                  </a:lnTo>
                  <a:lnTo>
                    <a:pt x="1306046" y="1396585"/>
                  </a:lnTo>
                  <a:lnTo>
                    <a:pt x="1306071" y="1396576"/>
                  </a:lnTo>
                  <a:lnTo>
                    <a:pt x="1306096" y="1396569"/>
                  </a:lnTo>
                  <a:lnTo>
                    <a:pt x="1306099" y="1396565"/>
                  </a:lnTo>
                  <a:lnTo>
                    <a:pt x="1306105" y="1396557"/>
                  </a:lnTo>
                  <a:lnTo>
                    <a:pt x="1306108" y="1396553"/>
                  </a:lnTo>
                  <a:lnTo>
                    <a:pt x="1306111" y="1396547"/>
                  </a:lnTo>
                  <a:lnTo>
                    <a:pt x="1306114" y="1396543"/>
                  </a:lnTo>
                  <a:lnTo>
                    <a:pt x="1306116" y="1396537"/>
                  </a:lnTo>
                  <a:lnTo>
                    <a:pt x="1306118" y="1396532"/>
                  </a:lnTo>
                  <a:lnTo>
                    <a:pt x="1306120" y="1396525"/>
                  </a:lnTo>
                  <a:lnTo>
                    <a:pt x="1306122" y="1396517"/>
                  </a:lnTo>
                  <a:lnTo>
                    <a:pt x="1306123" y="1396512"/>
                  </a:lnTo>
                  <a:lnTo>
                    <a:pt x="1306123" y="1396504"/>
                  </a:lnTo>
                  <a:lnTo>
                    <a:pt x="1306122" y="1396497"/>
                  </a:lnTo>
                  <a:lnTo>
                    <a:pt x="1306120" y="1396490"/>
                  </a:lnTo>
                  <a:lnTo>
                    <a:pt x="1306117" y="1396481"/>
                  </a:lnTo>
                  <a:lnTo>
                    <a:pt x="1306115" y="1396475"/>
                  </a:lnTo>
                  <a:lnTo>
                    <a:pt x="1306113" y="1396469"/>
                  </a:lnTo>
                  <a:lnTo>
                    <a:pt x="1306110" y="1396464"/>
                  </a:lnTo>
                  <a:lnTo>
                    <a:pt x="1306107" y="1396457"/>
                  </a:lnTo>
                  <a:lnTo>
                    <a:pt x="1306103" y="1396451"/>
                  </a:lnTo>
                  <a:lnTo>
                    <a:pt x="1306099" y="1396445"/>
                  </a:lnTo>
                  <a:lnTo>
                    <a:pt x="1306096" y="1396441"/>
                  </a:lnTo>
                  <a:lnTo>
                    <a:pt x="1306093" y="1396435"/>
                  </a:lnTo>
                  <a:lnTo>
                    <a:pt x="1306090" y="1396429"/>
                  </a:lnTo>
                  <a:lnTo>
                    <a:pt x="1306088" y="1396422"/>
                  </a:lnTo>
                  <a:lnTo>
                    <a:pt x="1306087" y="1396416"/>
                  </a:lnTo>
                  <a:lnTo>
                    <a:pt x="1306088" y="1396410"/>
                  </a:lnTo>
                  <a:lnTo>
                    <a:pt x="1306087" y="1396403"/>
                  </a:lnTo>
                  <a:lnTo>
                    <a:pt x="1306084" y="1396400"/>
                  </a:lnTo>
                  <a:lnTo>
                    <a:pt x="1306081" y="1396396"/>
                  </a:lnTo>
                  <a:lnTo>
                    <a:pt x="1306078" y="1396393"/>
                  </a:lnTo>
                  <a:lnTo>
                    <a:pt x="1306073" y="1396388"/>
                  </a:lnTo>
                  <a:lnTo>
                    <a:pt x="1306069" y="1396383"/>
                  </a:lnTo>
                  <a:lnTo>
                    <a:pt x="1306065" y="1396378"/>
                  </a:lnTo>
                  <a:lnTo>
                    <a:pt x="1306060" y="1396374"/>
                  </a:lnTo>
                  <a:lnTo>
                    <a:pt x="1306055" y="1396371"/>
                  </a:lnTo>
                  <a:lnTo>
                    <a:pt x="1306048" y="1396368"/>
                  </a:lnTo>
                  <a:lnTo>
                    <a:pt x="1306040" y="1396364"/>
                  </a:lnTo>
                  <a:lnTo>
                    <a:pt x="1306032" y="1396360"/>
                  </a:lnTo>
                  <a:lnTo>
                    <a:pt x="1306027" y="1396357"/>
                  </a:lnTo>
                  <a:lnTo>
                    <a:pt x="1306023" y="1396354"/>
                  </a:lnTo>
                  <a:lnTo>
                    <a:pt x="1306018" y="1396350"/>
                  </a:lnTo>
                  <a:lnTo>
                    <a:pt x="1306013" y="1396346"/>
                  </a:lnTo>
                  <a:lnTo>
                    <a:pt x="1306007" y="1396342"/>
                  </a:lnTo>
                  <a:lnTo>
                    <a:pt x="1305999" y="1396337"/>
                  </a:lnTo>
                  <a:lnTo>
                    <a:pt x="1305993" y="1396333"/>
                  </a:lnTo>
                  <a:lnTo>
                    <a:pt x="1305986" y="1396328"/>
                  </a:lnTo>
                  <a:lnTo>
                    <a:pt x="1305980" y="1396323"/>
                  </a:lnTo>
                  <a:lnTo>
                    <a:pt x="1305971" y="1396316"/>
                  </a:lnTo>
                  <a:lnTo>
                    <a:pt x="1305960" y="1396307"/>
                  </a:lnTo>
                  <a:lnTo>
                    <a:pt x="1305949" y="1396299"/>
                  </a:lnTo>
                  <a:lnTo>
                    <a:pt x="1305965" y="1396274"/>
                  </a:lnTo>
                  <a:lnTo>
                    <a:pt x="1305965" y="1396267"/>
                  </a:lnTo>
                  <a:lnTo>
                    <a:pt x="1305964" y="1396260"/>
                  </a:lnTo>
                  <a:lnTo>
                    <a:pt x="1305958" y="1396255"/>
                  </a:lnTo>
                  <a:lnTo>
                    <a:pt x="1305954" y="1396246"/>
                  </a:lnTo>
                  <a:lnTo>
                    <a:pt x="1305951" y="1396233"/>
                  </a:lnTo>
                  <a:lnTo>
                    <a:pt x="1305950" y="1396227"/>
                  </a:lnTo>
                  <a:lnTo>
                    <a:pt x="1305950" y="1396216"/>
                  </a:lnTo>
                  <a:lnTo>
                    <a:pt x="1305950" y="1396207"/>
                  </a:lnTo>
                  <a:lnTo>
                    <a:pt x="1305949" y="1396198"/>
                  </a:lnTo>
                  <a:lnTo>
                    <a:pt x="1305940" y="1396194"/>
                  </a:lnTo>
                  <a:lnTo>
                    <a:pt x="1305928" y="1396189"/>
                  </a:lnTo>
                  <a:lnTo>
                    <a:pt x="1305918" y="1396185"/>
                  </a:lnTo>
                  <a:lnTo>
                    <a:pt x="1305903" y="1396184"/>
                  </a:lnTo>
                  <a:lnTo>
                    <a:pt x="1305886" y="1396188"/>
                  </a:lnTo>
                  <a:lnTo>
                    <a:pt x="1305873" y="1396187"/>
                  </a:lnTo>
                  <a:lnTo>
                    <a:pt x="1305859" y="1396187"/>
                  </a:lnTo>
                  <a:lnTo>
                    <a:pt x="1305843" y="1396187"/>
                  </a:lnTo>
                  <a:lnTo>
                    <a:pt x="1305831" y="1396187"/>
                  </a:lnTo>
                  <a:lnTo>
                    <a:pt x="1305816" y="1396192"/>
                  </a:lnTo>
                  <a:lnTo>
                    <a:pt x="1305804" y="1396199"/>
                  </a:lnTo>
                  <a:lnTo>
                    <a:pt x="1305785" y="1396213"/>
                  </a:lnTo>
                  <a:lnTo>
                    <a:pt x="1305778" y="1396216"/>
                  </a:lnTo>
                  <a:lnTo>
                    <a:pt x="1305763" y="1396221"/>
                  </a:lnTo>
                  <a:lnTo>
                    <a:pt x="1305747" y="1396223"/>
                  </a:lnTo>
                  <a:lnTo>
                    <a:pt x="1305729" y="1396214"/>
                  </a:lnTo>
                  <a:lnTo>
                    <a:pt x="1305717" y="1396206"/>
                  </a:lnTo>
                  <a:lnTo>
                    <a:pt x="1305699" y="1396200"/>
                  </a:lnTo>
                  <a:lnTo>
                    <a:pt x="1305671" y="1396176"/>
                  </a:lnTo>
                  <a:lnTo>
                    <a:pt x="1305661" y="1396161"/>
                  </a:lnTo>
                  <a:lnTo>
                    <a:pt x="1305659" y="1396144"/>
                  </a:lnTo>
                  <a:lnTo>
                    <a:pt x="1305662" y="1396125"/>
                  </a:lnTo>
                  <a:lnTo>
                    <a:pt x="1305661" y="1396108"/>
                  </a:lnTo>
                  <a:lnTo>
                    <a:pt x="1305658" y="1396103"/>
                  </a:lnTo>
                  <a:lnTo>
                    <a:pt x="1305628" y="1396068"/>
                  </a:lnTo>
                  <a:lnTo>
                    <a:pt x="1305616" y="1396038"/>
                  </a:lnTo>
                  <a:lnTo>
                    <a:pt x="1305602" y="1396011"/>
                  </a:lnTo>
                  <a:lnTo>
                    <a:pt x="1305598" y="1396001"/>
                  </a:lnTo>
                  <a:lnTo>
                    <a:pt x="1305589" y="1395982"/>
                  </a:lnTo>
                  <a:lnTo>
                    <a:pt x="1305587" y="1395967"/>
                  </a:lnTo>
                  <a:lnTo>
                    <a:pt x="1305587" y="1395927"/>
                  </a:lnTo>
                  <a:lnTo>
                    <a:pt x="1305584" y="1395900"/>
                  </a:lnTo>
                  <a:lnTo>
                    <a:pt x="1305581" y="1395876"/>
                  </a:lnTo>
                  <a:lnTo>
                    <a:pt x="1305575" y="1395841"/>
                  </a:lnTo>
                  <a:lnTo>
                    <a:pt x="1305572" y="1395804"/>
                  </a:lnTo>
                  <a:lnTo>
                    <a:pt x="1305570" y="1395790"/>
                  </a:lnTo>
                  <a:lnTo>
                    <a:pt x="1305571" y="1395781"/>
                  </a:lnTo>
                  <a:lnTo>
                    <a:pt x="1305573" y="1395764"/>
                  </a:lnTo>
                  <a:lnTo>
                    <a:pt x="1305579" y="1395742"/>
                  </a:lnTo>
                  <a:lnTo>
                    <a:pt x="1305583" y="1395731"/>
                  </a:lnTo>
                  <a:lnTo>
                    <a:pt x="1305575" y="1395721"/>
                  </a:lnTo>
                  <a:lnTo>
                    <a:pt x="1305559" y="1395715"/>
                  </a:lnTo>
                  <a:lnTo>
                    <a:pt x="1305529" y="1395705"/>
                  </a:lnTo>
                  <a:lnTo>
                    <a:pt x="1305513" y="1395698"/>
                  </a:lnTo>
                  <a:lnTo>
                    <a:pt x="1305496" y="1395688"/>
                  </a:lnTo>
                  <a:lnTo>
                    <a:pt x="1305483" y="1395676"/>
                  </a:lnTo>
                  <a:lnTo>
                    <a:pt x="1305475" y="1395669"/>
                  </a:lnTo>
                  <a:lnTo>
                    <a:pt x="1305470" y="1395662"/>
                  </a:lnTo>
                  <a:lnTo>
                    <a:pt x="1305460" y="1395647"/>
                  </a:lnTo>
                  <a:lnTo>
                    <a:pt x="1305454" y="1395636"/>
                  </a:lnTo>
                  <a:lnTo>
                    <a:pt x="1305445" y="1395626"/>
                  </a:lnTo>
                  <a:lnTo>
                    <a:pt x="1305427" y="1395616"/>
                  </a:lnTo>
                  <a:lnTo>
                    <a:pt x="1305417" y="1395610"/>
                  </a:lnTo>
                  <a:lnTo>
                    <a:pt x="1305404" y="1395601"/>
                  </a:lnTo>
                  <a:lnTo>
                    <a:pt x="1305387" y="1395593"/>
                  </a:lnTo>
                  <a:lnTo>
                    <a:pt x="1305369" y="1395583"/>
                  </a:lnTo>
                  <a:lnTo>
                    <a:pt x="1305358" y="1395572"/>
                  </a:lnTo>
                  <a:lnTo>
                    <a:pt x="1305345" y="1395561"/>
                  </a:lnTo>
                  <a:lnTo>
                    <a:pt x="1305338" y="1395551"/>
                  </a:lnTo>
                  <a:lnTo>
                    <a:pt x="1305327" y="1395538"/>
                  </a:lnTo>
                  <a:lnTo>
                    <a:pt x="1305319" y="1395529"/>
                  </a:lnTo>
                  <a:lnTo>
                    <a:pt x="1305315" y="1395524"/>
                  </a:lnTo>
                  <a:lnTo>
                    <a:pt x="1305307" y="1395514"/>
                  </a:lnTo>
                  <a:lnTo>
                    <a:pt x="1305290" y="1395506"/>
                  </a:lnTo>
                  <a:lnTo>
                    <a:pt x="1305286" y="1395483"/>
                  </a:lnTo>
                  <a:lnTo>
                    <a:pt x="1305279" y="1395473"/>
                  </a:lnTo>
                  <a:lnTo>
                    <a:pt x="1305275" y="1395464"/>
                  </a:lnTo>
                  <a:lnTo>
                    <a:pt x="1305260" y="1395454"/>
                  </a:lnTo>
                  <a:lnTo>
                    <a:pt x="1305243" y="1395450"/>
                  </a:lnTo>
                  <a:lnTo>
                    <a:pt x="1305233" y="1395456"/>
                  </a:lnTo>
                  <a:lnTo>
                    <a:pt x="1305228" y="1395458"/>
                  </a:lnTo>
                  <a:lnTo>
                    <a:pt x="1305222" y="1395461"/>
                  </a:lnTo>
                  <a:lnTo>
                    <a:pt x="1305214" y="1395459"/>
                  </a:lnTo>
                  <a:lnTo>
                    <a:pt x="1305206" y="1395457"/>
                  </a:lnTo>
                  <a:lnTo>
                    <a:pt x="1305189" y="1395442"/>
                  </a:lnTo>
                  <a:lnTo>
                    <a:pt x="1305175" y="1395427"/>
                  </a:lnTo>
                  <a:lnTo>
                    <a:pt x="1305168" y="1395417"/>
                  </a:lnTo>
                  <a:lnTo>
                    <a:pt x="1305154" y="1395402"/>
                  </a:lnTo>
                  <a:lnTo>
                    <a:pt x="1305149" y="1395389"/>
                  </a:lnTo>
                  <a:lnTo>
                    <a:pt x="1305146" y="1395376"/>
                  </a:lnTo>
                  <a:lnTo>
                    <a:pt x="1305142" y="1395353"/>
                  </a:lnTo>
                  <a:lnTo>
                    <a:pt x="1305146" y="1395330"/>
                  </a:lnTo>
                  <a:lnTo>
                    <a:pt x="1305153" y="1395306"/>
                  </a:lnTo>
                  <a:lnTo>
                    <a:pt x="1305156" y="1395283"/>
                  </a:lnTo>
                  <a:lnTo>
                    <a:pt x="1305159" y="1395269"/>
                  </a:lnTo>
                  <a:lnTo>
                    <a:pt x="1305162" y="1395261"/>
                  </a:lnTo>
                  <a:lnTo>
                    <a:pt x="1305163" y="1395247"/>
                  </a:lnTo>
                  <a:lnTo>
                    <a:pt x="1305164" y="1395237"/>
                  </a:lnTo>
                  <a:lnTo>
                    <a:pt x="1305153" y="1395234"/>
                  </a:lnTo>
                  <a:lnTo>
                    <a:pt x="1305143" y="1395225"/>
                  </a:lnTo>
                  <a:lnTo>
                    <a:pt x="1305126" y="1395212"/>
                  </a:lnTo>
                  <a:lnTo>
                    <a:pt x="1305115" y="1395208"/>
                  </a:lnTo>
                  <a:lnTo>
                    <a:pt x="1305110" y="1395205"/>
                  </a:lnTo>
                  <a:lnTo>
                    <a:pt x="1305106" y="1395202"/>
                  </a:lnTo>
                  <a:lnTo>
                    <a:pt x="1305097" y="1395194"/>
                  </a:lnTo>
                  <a:lnTo>
                    <a:pt x="1305092" y="1395186"/>
                  </a:lnTo>
                  <a:lnTo>
                    <a:pt x="1305071" y="1395165"/>
                  </a:lnTo>
                  <a:lnTo>
                    <a:pt x="1305056" y="1395162"/>
                  </a:lnTo>
                  <a:lnTo>
                    <a:pt x="1305048" y="1395148"/>
                  </a:lnTo>
                  <a:lnTo>
                    <a:pt x="1305046" y="1395122"/>
                  </a:lnTo>
                  <a:lnTo>
                    <a:pt x="1305044" y="1395117"/>
                  </a:lnTo>
                  <a:lnTo>
                    <a:pt x="1305042" y="1395109"/>
                  </a:lnTo>
                  <a:lnTo>
                    <a:pt x="1305039" y="1395102"/>
                  </a:lnTo>
                  <a:lnTo>
                    <a:pt x="1305036" y="1395097"/>
                  </a:lnTo>
                  <a:lnTo>
                    <a:pt x="1305032" y="1395091"/>
                  </a:lnTo>
                  <a:lnTo>
                    <a:pt x="1305028" y="1395086"/>
                  </a:lnTo>
                  <a:lnTo>
                    <a:pt x="1305023" y="1395082"/>
                  </a:lnTo>
                  <a:lnTo>
                    <a:pt x="1305020" y="1395078"/>
                  </a:lnTo>
                  <a:lnTo>
                    <a:pt x="1305013" y="1395073"/>
                  </a:lnTo>
                  <a:lnTo>
                    <a:pt x="1305007" y="1395068"/>
                  </a:lnTo>
                  <a:lnTo>
                    <a:pt x="1305003" y="1395065"/>
                  </a:lnTo>
                  <a:lnTo>
                    <a:pt x="1305000" y="1395062"/>
                  </a:lnTo>
                  <a:lnTo>
                    <a:pt x="1304996" y="1395056"/>
                  </a:lnTo>
                  <a:lnTo>
                    <a:pt x="1304993" y="1395050"/>
                  </a:lnTo>
                  <a:lnTo>
                    <a:pt x="1304991" y="1395043"/>
                  </a:lnTo>
                  <a:lnTo>
                    <a:pt x="1304988" y="1395036"/>
                  </a:lnTo>
                  <a:lnTo>
                    <a:pt x="1304987" y="1395029"/>
                  </a:lnTo>
                  <a:lnTo>
                    <a:pt x="1304990" y="1395023"/>
                  </a:lnTo>
                  <a:lnTo>
                    <a:pt x="1304994" y="1395019"/>
                  </a:lnTo>
                  <a:lnTo>
                    <a:pt x="1304998" y="1395015"/>
                  </a:lnTo>
                  <a:lnTo>
                    <a:pt x="1305002" y="1395008"/>
                  </a:lnTo>
                  <a:lnTo>
                    <a:pt x="1305003" y="1395000"/>
                  </a:lnTo>
                  <a:lnTo>
                    <a:pt x="1305001" y="1394994"/>
                  </a:lnTo>
                  <a:lnTo>
                    <a:pt x="1305001" y="1394989"/>
                  </a:lnTo>
                  <a:lnTo>
                    <a:pt x="1305000" y="1394984"/>
                  </a:lnTo>
                  <a:lnTo>
                    <a:pt x="1305001" y="1394978"/>
                  </a:lnTo>
                  <a:lnTo>
                    <a:pt x="1305002" y="1394971"/>
                  </a:lnTo>
                  <a:lnTo>
                    <a:pt x="1305002" y="1394964"/>
                  </a:lnTo>
                  <a:lnTo>
                    <a:pt x="1305003" y="1394958"/>
                  </a:lnTo>
                  <a:lnTo>
                    <a:pt x="1305002" y="1394951"/>
                  </a:lnTo>
                  <a:lnTo>
                    <a:pt x="1304999" y="1394943"/>
                  </a:lnTo>
                  <a:lnTo>
                    <a:pt x="1304997" y="1394937"/>
                  </a:lnTo>
                  <a:lnTo>
                    <a:pt x="1304994" y="1394929"/>
                  </a:lnTo>
                  <a:lnTo>
                    <a:pt x="1304991" y="1394924"/>
                  </a:lnTo>
                  <a:lnTo>
                    <a:pt x="1304991" y="1394918"/>
                  </a:lnTo>
                  <a:lnTo>
                    <a:pt x="1304994" y="1394914"/>
                  </a:lnTo>
                  <a:lnTo>
                    <a:pt x="1304999" y="1394908"/>
                  </a:lnTo>
                  <a:lnTo>
                    <a:pt x="1305002" y="1394903"/>
                  </a:lnTo>
                  <a:lnTo>
                    <a:pt x="1305005" y="1394899"/>
                  </a:lnTo>
                  <a:lnTo>
                    <a:pt x="1305008" y="1394895"/>
                  </a:lnTo>
                  <a:lnTo>
                    <a:pt x="1305013" y="1394890"/>
                  </a:lnTo>
                  <a:lnTo>
                    <a:pt x="1305018" y="1394886"/>
                  </a:lnTo>
                  <a:lnTo>
                    <a:pt x="1305022" y="1394882"/>
                  </a:lnTo>
                  <a:lnTo>
                    <a:pt x="1305025" y="1394877"/>
                  </a:lnTo>
                  <a:lnTo>
                    <a:pt x="1305027" y="1394872"/>
                  </a:lnTo>
                  <a:lnTo>
                    <a:pt x="1305030" y="1394866"/>
                  </a:lnTo>
                  <a:lnTo>
                    <a:pt x="1305031" y="1394861"/>
                  </a:lnTo>
                  <a:lnTo>
                    <a:pt x="1305033" y="1394855"/>
                  </a:lnTo>
                  <a:lnTo>
                    <a:pt x="1305034" y="1394850"/>
                  </a:lnTo>
                  <a:lnTo>
                    <a:pt x="1305034" y="1394845"/>
                  </a:lnTo>
                  <a:lnTo>
                    <a:pt x="1305033" y="1394840"/>
                  </a:lnTo>
                  <a:lnTo>
                    <a:pt x="1305033" y="1394833"/>
                  </a:lnTo>
                  <a:lnTo>
                    <a:pt x="1305033" y="1394824"/>
                  </a:lnTo>
                  <a:lnTo>
                    <a:pt x="1305032" y="1394818"/>
                  </a:lnTo>
                  <a:lnTo>
                    <a:pt x="1305032" y="1394811"/>
                  </a:lnTo>
                  <a:lnTo>
                    <a:pt x="1305033" y="1394802"/>
                  </a:lnTo>
                  <a:lnTo>
                    <a:pt x="1305034" y="1394796"/>
                  </a:lnTo>
                  <a:lnTo>
                    <a:pt x="1305036" y="1394791"/>
                  </a:lnTo>
                  <a:lnTo>
                    <a:pt x="1305037" y="1394786"/>
                  </a:lnTo>
                  <a:lnTo>
                    <a:pt x="1305037" y="1394781"/>
                  </a:lnTo>
                  <a:lnTo>
                    <a:pt x="1305038" y="1394776"/>
                  </a:lnTo>
                  <a:lnTo>
                    <a:pt x="1305039" y="1394769"/>
                  </a:lnTo>
                  <a:lnTo>
                    <a:pt x="1305041" y="1394757"/>
                  </a:lnTo>
                  <a:lnTo>
                    <a:pt x="1305042" y="1394748"/>
                  </a:lnTo>
                  <a:lnTo>
                    <a:pt x="1305043" y="1394740"/>
                  </a:lnTo>
                  <a:lnTo>
                    <a:pt x="1305045" y="1394733"/>
                  </a:lnTo>
                  <a:lnTo>
                    <a:pt x="1305048" y="1394729"/>
                  </a:lnTo>
                  <a:lnTo>
                    <a:pt x="1305051" y="1394725"/>
                  </a:lnTo>
                  <a:lnTo>
                    <a:pt x="1305054" y="1394721"/>
                  </a:lnTo>
                  <a:lnTo>
                    <a:pt x="1305055" y="1394715"/>
                  </a:lnTo>
                  <a:lnTo>
                    <a:pt x="1305058" y="1394710"/>
                  </a:lnTo>
                  <a:lnTo>
                    <a:pt x="1305061" y="1394705"/>
                  </a:lnTo>
                  <a:lnTo>
                    <a:pt x="1305065" y="1394701"/>
                  </a:lnTo>
                  <a:lnTo>
                    <a:pt x="1305069" y="1394696"/>
                  </a:lnTo>
                  <a:lnTo>
                    <a:pt x="1305073" y="1394691"/>
                  </a:lnTo>
                  <a:lnTo>
                    <a:pt x="1305074" y="1394686"/>
                  </a:lnTo>
                  <a:lnTo>
                    <a:pt x="1305075" y="1394680"/>
                  </a:lnTo>
                  <a:lnTo>
                    <a:pt x="1305076" y="1394668"/>
                  </a:lnTo>
                  <a:lnTo>
                    <a:pt x="1305077" y="1394660"/>
                  </a:lnTo>
                  <a:lnTo>
                    <a:pt x="1305078" y="1394654"/>
                  </a:lnTo>
                  <a:lnTo>
                    <a:pt x="1305079" y="1394646"/>
                  </a:lnTo>
                  <a:lnTo>
                    <a:pt x="1305081" y="1394638"/>
                  </a:lnTo>
                  <a:lnTo>
                    <a:pt x="1305083" y="1394631"/>
                  </a:lnTo>
                  <a:lnTo>
                    <a:pt x="1305085" y="1394620"/>
                  </a:lnTo>
                  <a:lnTo>
                    <a:pt x="1305087" y="1394615"/>
                  </a:lnTo>
                  <a:lnTo>
                    <a:pt x="1305089" y="1394608"/>
                  </a:lnTo>
                  <a:lnTo>
                    <a:pt x="1305092" y="1394602"/>
                  </a:lnTo>
                  <a:lnTo>
                    <a:pt x="1305095" y="1394596"/>
                  </a:lnTo>
                  <a:lnTo>
                    <a:pt x="1305096" y="1394590"/>
                  </a:lnTo>
                  <a:lnTo>
                    <a:pt x="1305096" y="1394584"/>
                  </a:lnTo>
                  <a:lnTo>
                    <a:pt x="1305096" y="1394578"/>
                  </a:lnTo>
                  <a:lnTo>
                    <a:pt x="1305095" y="1394571"/>
                  </a:lnTo>
                  <a:lnTo>
                    <a:pt x="1305089" y="1394568"/>
                  </a:lnTo>
                  <a:lnTo>
                    <a:pt x="1305085" y="1394567"/>
                  </a:lnTo>
                  <a:lnTo>
                    <a:pt x="1305081" y="1394567"/>
                  </a:lnTo>
                  <a:lnTo>
                    <a:pt x="1305075" y="1394567"/>
                  </a:lnTo>
                  <a:lnTo>
                    <a:pt x="1305066" y="1394568"/>
                  </a:lnTo>
                  <a:lnTo>
                    <a:pt x="1305058" y="1394569"/>
                  </a:lnTo>
                  <a:lnTo>
                    <a:pt x="1305051" y="1394570"/>
                  </a:lnTo>
                  <a:lnTo>
                    <a:pt x="1305044" y="1394571"/>
                  </a:lnTo>
                  <a:lnTo>
                    <a:pt x="1305040" y="1394572"/>
                  </a:lnTo>
                  <a:lnTo>
                    <a:pt x="1305033" y="1394572"/>
                  </a:lnTo>
                  <a:lnTo>
                    <a:pt x="1305027" y="1394571"/>
                  </a:lnTo>
                  <a:lnTo>
                    <a:pt x="1305022" y="1394570"/>
                  </a:lnTo>
                  <a:lnTo>
                    <a:pt x="1305017" y="1394568"/>
                  </a:lnTo>
                  <a:lnTo>
                    <a:pt x="1305009" y="1394565"/>
                  </a:lnTo>
                  <a:lnTo>
                    <a:pt x="1305003" y="1394563"/>
                  </a:lnTo>
                  <a:lnTo>
                    <a:pt x="1304994" y="1394559"/>
                  </a:lnTo>
                  <a:lnTo>
                    <a:pt x="1304990" y="1394558"/>
                  </a:lnTo>
                  <a:lnTo>
                    <a:pt x="1304984" y="1394556"/>
                  </a:lnTo>
                  <a:lnTo>
                    <a:pt x="1304976" y="1394554"/>
                  </a:lnTo>
                  <a:lnTo>
                    <a:pt x="1304968" y="1394552"/>
                  </a:lnTo>
                  <a:lnTo>
                    <a:pt x="1304960" y="1394550"/>
                  </a:lnTo>
                  <a:lnTo>
                    <a:pt x="1304954" y="1394549"/>
                  </a:lnTo>
                  <a:lnTo>
                    <a:pt x="1304950" y="1394547"/>
                  </a:lnTo>
                  <a:lnTo>
                    <a:pt x="1304941" y="1394546"/>
                  </a:lnTo>
                  <a:lnTo>
                    <a:pt x="1304935" y="1394546"/>
                  </a:lnTo>
                  <a:lnTo>
                    <a:pt x="1304928" y="1394546"/>
                  </a:lnTo>
                  <a:lnTo>
                    <a:pt x="1304922" y="1394546"/>
                  </a:lnTo>
                  <a:lnTo>
                    <a:pt x="1304918" y="1394547"/>
                  </a:lnTo>
                  <a:lnTo>
                    <a:pt x="1304913" y="1394547"/>
                  </a:lnTo>
                  <a:lnTo>
                    <a:pt x="1304906" y="1394549"/>
                  </a:lnTo>
                  <a:lnTo>
                    <a:pt x="1304901" y="1394552"/>
                  </a:lnTo>
                  <a:lnTo>
                    <a:pt x="1304897" y="1394554"/>
                  </a:lnTo>
                  <a:lnTo>
                    <a:pt x="1304893" y="1394556"/>
                  </a:lnTo>
                  <a:lnTo>
                    <a:pt x="1304886" y="1394558"/>
                  </a:lnTo>
                  <a:lnTo>
                    <a:pt x="1304882" y="1394560"/>
                  </a:lnTo>
                  <a:lnTo>
                    <a:pt x="1304877" y="1394562"/>
                  </a:lnTo>
                  <a:lnTo>
                    <a:pt x="1304872" y="1394564"/>
                  </a:lnTo>
                  <a:lnTo>
                    <a:pt x="1304866" y="1394567"/>
                  </a:lnTo>
                  <a:lnTo>
                    <a:pt x="1304860" y="1394568"/>
                  </a:lnTo>
                  <a:lnTo>
                    <a:pt x="1304855" y="1394569"/>
                  </a:lnTo>
                  <a:lnTo>
                    <a:pt x="1304849" y="1394569"/>
                  </a:lnTo>
                  <a:lnTo>
                    <a:pt x="1304843" y="1394568"/>
                  </a:lnTo>
                  <a:lnTo>
                    <a:pt x="1304839" y="1394567"/>
                  </a:lnTo>
                  <a:lnTo>
                    <a:pt x="1304829" y="1394565"/>
                  </a:lnTo>
                  <a:lnTo>
                    <a:pt x="1304823" y="1394564"/>
                  </a:lnTo>
                  <a:lnTo>
                    <a:pt x="1304818" y="1394563"/>
                  </a:lnTo>
                  <a:lnTo>
                    <a:pt x="1304812" y="1394561"/>
                  </a:lnTo>
                  <a:lnTo>
                    <a:pt x="1304804" y="1394560"/>
                  </a:lnTo>
                  <a:lnTo>
                    <a:pt x="1304799" y="1394558"/>
                  </a:lnTo>
                  <a:lnTo>
                    <a:pt x="1304795" y="1394557"/>
                  </a:lnTo>
                  <a:lnTo>
                    <a:pt x="1304790" y="1394557"/>
                  </a:lnTo>
                  <a:lnTo>
                    <a:pt x="1304782" y="1394557"/>
                  </a:lnTo>
                  <a:lnTo>
                    <a:pt x="1304775" y="1394556"/>
                  </a:lnTo>
                  <a:lnTo>
                    <a:pt x="1304769" y="1394555"/>
                  </a:lnTo>
                  <a:lnTo>
                    <a:pt x="1304765" y="1394553"/>
                  </a:lnTo>
                  <a:lnTo>
                    <a:pt x="1304763" y="1394548"/>
                  </a:lnTo>
                  <a:lnTo>
                    <a:pt x="1304762" y="1394541"/>
                  </a:lnTo>
                  <a:lnTo>
                    <a:pt x="1304762" y="1394534"/>
                  </a:lnTo>
                  <a:lnTo>
                    <a:pt x="1304763" y="1394528"/>
                  </a:lnTo>
                  <a:lnTo>
                    <a:pt x="1304763" y="1394523"/>
                  </a:lnTo>
                  <a:lnTo>
                    <a:pt x="1304764" y="1394518"/>
                  </a:lnTo>
                  <a:lnTo>
                    <a:pt x="1304764" y="1394511"/>
                  </a:lnTo>
                  <a:lnTo>
                    <a:pt x="1304764" y="1394503"/>
                  </a:lnTo>
                  <a:lnTo>
                    <a:pt x="1304762" y="1394495"/>
                  </a:lnTo>
                  <a:lnTo>
                    <a:pt x="1304760" y="1394487"/>
                  </a:lnTo>
                  <a:lnTo>
                    <a:pt x="1304757" y="1394480"/>
                  </a:lnTo>
                  <a:lnTo>
                    <a:pt x="1304755" y="1394474"/>
                  </a:lnTo>
                  <a:lnTo>
                    <a:pt x="1304752" y="1394465"/>
                  </a:lnTo>
                  <a:lnTo>
                    <a:pt x="1304750" y="1394460"/>
                  </a:lnTo>
                  <a:lnTo>
                    <a:pt x="1304749" y="1394455"/>
                  </a:lnTo>
                  <a:lnTo>
                    <a:pt x="1304748" y="1394449"/>
                  </a:lnTo>
                  <a:lnTo>
                    <a:pt x="1304750" y="1394442"/>
                  </a:lnTo>
                  <a:lnTo>
                    <a:pt x="1304753" y="1394433"/>
                  </a:lnTo>
                  <a:lnTo>
                    <a:pt x="1304755" y="1394425"/>
                  </a:lnTo>
                  <a:lnTo>
                    <a:pt x="1304755" y="1394418"/>
                  </a:lnTo>
                  <a:lnTo>
                    <a:pt x="1304753" y="1394412"/>
                  </a:lnTo>
                  <a:lnTo>
                    <a:pt x="1304751" y="1394407"/>
                  </a:lnTo>
                  <a:lnTo>
                    <a:pt x="1304748" y="1394402"/>
                  </a:lnTo>
                  <a:lnTo>
                    <a:pt x="1304745" y="1394396"/>
                  </a:lnTo>
                  <a:lnTo>
                    <a:pt x="1304743" y="1394389"/>
                  </a:lnTo>
                  <a:lnTo>
                    <a:pt x="1304742" y="1394382"/>
                  </a:lnTo>
                  <a:lnTo>
                    <a:pt x="1304744" y="1394376"/>
                  </a:lnTo>
                  <a:lnTo>
                    <a:pt x="1304748" y="1394364"/>
                  </a:lnTo>
                  <a:lnTo>
                    <a:pt x="1304741" y="1394362"/>
                  </a:lnTo>
                  <a:lnTo>
                    <a:pt x="1304736" y="1394363"/>
                  </a:lnTo>
                  <a:lnTo>
                    <a:pt x="1304728" y="1394364"/>
                  </a:lnTo>
                  <a:lnTo>
                    <a:pt x="1304722" y="1394365"/>
                  </a:lnTo>
                  <a:lnTo>
                    <a:pt x="1304717" y="1394365"/>
                  </a:lnTo>
                  <a:lnTo>
                    <a:pt x="1304713" y="1394366"/>
                  </a:lnTo>
                  <a:lnTo>
                    <a:pt x="1304708" y="1394366"/>
                  </a:lnTo>
                  <a:lnTo>
                    <a:pt x="1304702" y="1394365"/>
                  </a:lnTo>
                  <a:lnTo>
                    <a:pt x="1304697" y="1394362"/>
                  </a:lnTo>
                  <a:lnTo>
                    <a:pt x="1304690" y="1394359"/>
                  </a:lnTo>
                  <a:lnTo>
                    <a:pt x="1304682" y="1394354"/>
                  </a:lnTo>
                  <a:lnTo>
                    <a:pt x="1304678" y="1394353"/>
                  </a:lnTo>
                  <a:lnTo>
                    <a:pt x="1304671" y="1394350"/>
                  </a:lnTo>
                  <a:lnTo>
                    <a:pt x="1304665" y="1394350"/>
                  </a:lnTo>
                  <a:lnTo>
                    <a:pt x="1304659" y="1394349"/>
                  </a:lnTo>
                  <a:lnTo>
                    <a:pt x="1304655" y="1394350"/>
                  </a:lnTo>
                  <a:lnTo>
                    <a:pt x="1304650" y="1394351"/>
                  </a:lnTo>
                  <a:lnTo>
                    <a:pt x="1304645" y="1394352"/>
                  </a:lnTo>
                  <a:lnTo>
                    <a:pt x="1304641" y="1394354"/>
                  </a:lnTo>
                  <a:lnTo>
                    <a:pt x="1304635" y="1394354"/>
                  </a:lnTo>
                  <a:lnTo>
                    <a:pt x="1304627" y="1394352"/>
                  </a:lnTo>
                  <a:lnTo>
                    <a:pt x="1304622" y="1394350"/>
                  </a:lnTo>
                  <a:lnTo>
                    <a:pt x="1304614" y="1394349"/>
                  </a:lnTo>
                  <a:lnTo>
                    <a:pt x="1304609" y="1394349"/>
                  </a:lnTo>
                  <a:lnTo>
                    <a:pt x="1304598" y="1394349"/>
                  </a:lnTo>
                  <a:lnTo>
                    <a:pt x="1304588" y="1394349"/>
                  </a:lnTo>
                  <a:lnTo>
                    <a:pt x="1304582" y="1394349"/>
                  </a:lnTo>
                  <a:lnTo>
                    <a:pt x="1304577" y="1394350"/>
                  </a:lnTo>
                  <a:lnTo>
                    <a:pt x="1304572" y="1394352"/>
                  </a:lnTo>
                  <a:lnTo>
                    <a:pt x="1304566" y="1394355"/>
                  </a:lnTo>
                  <a:lnTo>
                    <a:pt x="1304560" y="1394355"/>
                  </a:lnTo>
                  <a:lnTo>
                    <a:pt x="1304555" y="1394353"/>
                  </a:lnTo>
                  <a:lnTo>
                    <a:pt x="1304551" y="1394350"/>
                  </a:lnTo>
                  <a:lnTo>
                    <a:pt x="1304545" y="1394347"/>
                  </a:lnTo>
                  <a:lnTo>
                    <a:pt x="1304541" y="1394344"/>
                  </a:lnTo>
                  <a:lnTo>
                    <a:pt x="1304539" y="1394339"/>
                  </a:lnTo>
                  <a:lnTo>
                    <a:pt x="1304538" y="1394334"/>
                  </a:lnTo>
                  <a:lnTo>
                    <a:pt x="1304538" y="1394324"/>
                  </a:lnTo>
                  <a:lnTo>
                    <a:pt x="1304538" y="1394318"/>
                  </a:lnTo>
                  <a:lnTo>
                    <a:pt x="1304537" y="1394313"/>
                  </a:lnTo>
                  <a:lnTo>
                    <a:pt x="1304535" y="1394307"/>
                  </a:lnTo>
                  <a:lnTo>
                    <a:pt x="1304531" y="1394303"/>
                  </a:lnTo>
                  <a:lnTo>
                    <a:pt x="1304526" y="1394299"/>
                  </a:lnTo>
                  <a:lnTo>
                    <a:pt x="1304523" y="1394296"/>
                  </a:lnTo>
                  <a:lnTo>
                    <a:pt x="1304518" y="1394292"/>
                  </a:lnTo>
                  <a:lnTo>
                    <a:pt x="1304513" y="1394289"/>
                  </a:lnTo>
                  <a:lnTo>
                    <a:pt x="1304505" y="1394286"/>
                  </a:lnTo>
                  <a:lnTo>
                    <a:pt x="1304497" y="1394283"/>
                  </a:lnTo>
                  <a:lnTo>
                    <a:pt x="1304492" y="1394281"/>
                  </a:lnTo>
                  <a:lnTo>
                    <a:pt x="1304486" y="1394278"/>
                  </a:lnTo>
                  <a:lnTo>
                    <a:pt x="1304481" y="1394275"/>
                  </a:lnTo>
                  <a:lnTo>
                    <a:pt x="1304478" y="1394271"/>
                  </a:lnTo>
                  <a:lnTo>
                    <a:pt x="1304476" y="1394266"/>
                  </a:lnTo>
                  <a:lnTo>
                    <a:pt x="1304473" y="1394258"/>
                  </a:lnTo>
                  <a:lnTo>
                    <a:pt x="1304471" y="1394254"/>
                  </a:lnTo>
                  <a:lnTo>
                    <a:pt x="1304467" y="1394245"/>
                  </a:lnTo>
                  <a:lnTo>
                    <a:pt x="1304463" y="1394237"/>
                  </a:lnTo>
                  <a:lnTo>
                    <a:pt x="1304462" y="1394231"/>
                  </a:lnTo>
                  <a:lnTo>
                    <a:pt x="1304461" y="1394224"/>
                  </a:lnTo>
                  <a:lnTo>
                    <a:pt x="1304462" y="1394215"/>
                  </a:lnTo>
                  <a:lnTo>
                    <a:pt x="1304462" y="1394209"/>
                  </a:lnTo>
                  <a:lnTo>
                    <a:pt x="1304462" y="1394202"/>
                  </a:lnTo>
                  <a:lnTo>
                    <a:pt x="1304462" y="1394197"/>
                  </a:lnTo>
                  <a:lnTo>
                    <a:pt x="1304462" y="1394191"/>
                  </a:lnTo>
                  <a:lnTo>
                    <a:pt x="1304461" y="1394185"/>
                  </a:lnTo>
                  <a:lnTo>
                    <a:pt x="1304461" y="1394178"/>
                  </a:lnTo>
                  <a:lnTo>
                    <a:pt x="1304460" y="1394171"/>
                  </a:lnTo>
                  <a:lnTo>
                    <a:pt x="1304458" y="1394162"/>
                  </a:lnTo>
                  <a:lnTo>
                    <a:pt x="1304456" y="1394153"/>
                  </a:lnTo>
                  <a:lnTo>
                    <a:pt x="1304453" y="1394145"/>
                  </a:lnTo>
                  <a:lnTo>
                    <a:pt x="1304452" y="1394140"/>
                  </a:lnTo>
                  <a:lnTo>
                    <a:pt x="1304450" y="1394133"/>
                  </a:lnTo>
                  <a:lnTo>
                    <a:pt x="1304450" y="1394127"/>
                  </a:lnTo>
                  <a:lnTo>
                    <a:pt x="1304449" y="1394120"/>
                  </a:lnTo>
                  <a:lnTo>
                    <a:pt x="1304449" y="1394113"/>
                  </a:lnTo>
                  <a:lnTo>
                    <a:pt x="1304449" y="1394103"/>
                  </a:lnTo>
                  <a:lnTo>
                    <a:pt x="1304448" y="1394094"/>
                  </a:lnTo>
                  <a:lnTo>
                    <a:pt x="1304449" y="1394084"/>
                  </a:lnTo>
                  <a:lnTo>
                    <a:pt x="1304449" y="1394078"/>
                  </a:lnTo>
                  <a:lnTo>
                    <a:pt x="1304449" y="1394071"/>
                  </a:lnTo>
                  <a:lnTo>
                    <a:pt x="1304449" y="1394062"/>
                  </a:lnTo>
                  <a:lnTo>
                    <a:pt x="1304449" y="1394056"/>
                  </a:lnTo>
                  <a:lnTo>
                    <a:pt x="1304448" y="1394051"/>
                  </a:lnTo>
                  <a:lnTo>
                    <a:pt x="1304445" y="1394045"/>
                  </a:lnTo>
                  <a:lnTo>
                    <a:pt x="1304443" y="1394039"/>
                  </a:lnTo>
                  <a:lnTo>
                    <a:pt x="1304440" y="1394034"/>
                  </a:lnTo>
                  <a:lnTo>
                    <a:pt x="1304438" y="1394030"/>
                  </a:lnTo>
                  <a:lnTo>
                    <a:pt x="1304435" y="1394025"/>
                  </a:lnTo>
                  <a:lnTo>
                    <a:pt x="1304432" y="1394019"/>
                  </a:lnTo>
                  <a:lnTo>
                    <a:pt x="1304427" y="1394012"/>
                  </a:lnTo>
                  <a:lnTo>
                    <a:pt x="1304423" y="1394008"/>
                  </a:lnTo>
                  <a:lnTo>
                    <a:pt x="1304420" y="1394005"/>
                  </a:lnTo>
                  <a:lnTo>
                    <a:pt x="1304416" y="1394001"/>
                  </a:lnTo>
                  <a:lnTo>
                    <a:pt x="1304413" y="1393997"/>
                  </a:lnTo>
                  <a:lnTo>
                    <a:pt x="1304410" y="1393992"/>
                  </a:lnTo>
                  <a:lnTo>
                    <a:pt x="1304407" y="1393987"/>
                  </a:lnTo>
                  <a:lnTo>
                    <a:pt x="1304406" y="1393982"/>
                  </a:lnTo>
                  <a:lnTo>
                    <a:pt x="1304402" y="1393974"/>
                  </a:lnTo>
                  <a:lnTo>
                    <a:pt x="1304400" y="1393968"/>
                  </a:lnTo>
                  <a:lnTo>
                    <a:pt x="1304396" y="1393961"/>
                  </a:lnTo>
                  <a:lnTo>
                    <a:pt x="1304392" y="1393955"/>
                  </a:lnTo>
                  <a:lnTo>
                    <a:pt x="1304389" y="1393951"/>
                  </a:lnTo>
                  <a:lnTo>
                    <a:pt x="1304385" y="1393945"/>
                  </a:lnTo>
                  <a:lnTo>
                    <a:pt x="1304382" y="1393941"/>
                  </a:lnTo>
                  <a:lnTo>
                    <a:pt x="1304379" y="1393935"/>
                  </a:lnTo>
                  <a:lnTo>
                    <a:pt x="1304376" y="1393928"/>
                  </a:lnTo>
                  <a:lnTo>
                    <a:pt x="1304371" y="1393926"/>
                  </a:lnTo>
                  <a:lnTo>
                    <a:pt x="1304364" y="1393924"/>
                  </a:lnTo>
                  <a:lnTo>
                    <a:pt x="1304361" y="1393921"/>
                  </a:lnTo>
                  <a:lnTo>
                    <a:pt x="1304358" y="1393917"/>
                  </a:lnTo>
                  <a:lnTo>
                    <a:pt x="1304355" y="1393910"/>
                  </a:lnTo>
                  <a:lnTo>
                    <a:pt x="1304354" y="1393905"/>
                  </a:lnTo>
                  <a:lnTo>
                    <a:pt x="1304352" y="1393898"/>
                  </a:lnTo>
                  <a:lnTo>
                    <a:pt x="1304350" y="1393891"/>
                  </a:lnTo>
                  <a:lnTo>
                    <a:pt x="1304350" y="1393886"/>
                  </a:lnTo>
                  <a:lnTo>
                    <a:pt x="1304351" y="1393879"/>
                  </a:lnTo>
                  <a:lnTo>
                    <a:pt x="1304352" y="1393871"/>
                  </a:lnTo>
                  <a:lnTo>
                    <a:pt x="1304345" y="1393869"/>
                  </a:lnTo>
                  <a:lnTo>
                    <a:pt x="1304339" y="1393869"/>
                  </a:lnTo>
                  <a:lnTo>
                    <a:pt x="1304332" y="1393869"/>
                  </a:lnTo>
                  <a:lnTo>
                    <a:pt x="1304326" y="1393870"/>
                  </a:lnTo>
                  <a:lnTo>
                    <a:pt x="1304318" y="1393869"/>
                  </a:lnTo>
                  <a:lnTo>
                    <a:pt x="1304312" y="1393869"/>
                  </a:lnTo>
                  <a:lnTo>
                    <a:pt x="1304307" y="1393868"/>
                  </a:lnTo>
                  <a:lnTo>
                    <a:pt x="1304300" y="1393866"/>
                  </a:lnTo>
                  <a:lnTo>
                    <a:pt x="1304294" y="1393862"/>
                  </a:lnTo>
                  <a:lnTo>
                    <a:pt x="1304288" y="1393857"/>
                  </a:lnTo>
                  <a:lnTo>
                    <a:pt x="1304284" y="1393851"/>
                  </a:lnTo>
                  <a:lnTo>
                    <a:pt x="1304283" y="1393844"/>
                  </a:lnTo>
                  <a:lnTo>
                    <a:pt x="1304283" y="1393836"/>
                  </a:lnTo>
                  <a:lnTo>
                    <a:pt x="1304281" y="1393829"/>
                  </a:lnTo>
                  <a:lnTo>
                    <a:pt x="1304276" y="1393828"/>
                  </a:lnTo>
                  <a:lnTo>
                    <a:pt x="1304269" y="1393826"/>
                  </a:lnTo>
                  <a:lnTo>
                    <a:pt x="1304261" y="1393825"/>
                  </a:lnTo>
                  <a:lnTo>
                    <a:pt x="1304256" y="1393825"/>
                  </a:lnTo>
                  <a:lnTo>
                    <a:pt x="1304251" y="1393825"/>
                  </a:lnTo>
                  <a:lnTo>
                    <a:pt x="1304246" y="1393825"/>
                  </a:lnTo>
                  <a:lnTo>
                    <a:pt x="1304240" y="1393825"/>
                  </a:lnTo>
                  <a:lnTo>
                    <a:pt x="1304234" y="1393825"/>
                  </a:lnTo>
                  <a:lnTo>
                    <a:pt x="1304230" y="1393823"/>
                  </a:lnTo>
                  <a:lnTo>
                    <a:pt x="1304225" y="1393822"/>
                  </a:lnTo>
                  <a:lnTo>
                    <a:pt x="1304219" y="1393820"/>
                  </a:lnTo>
                  <a:lnTo>
                    <a:pt x="1304214" y="1393820"/>
                  </a:lnTo>
                  <a:lnTo>
                    <a:pt x="1304209" y="1393820"/>
                  </a:lnTo>
                  <a:lnTo>
                    <a:pt x="1304204" y="1393820"/>
                  </a:lnTo>
                  <a:lnTo>
                    <a:pt x="1304195" y="1393820"/>
                  </a:lnTo>
                  <a:lnTo>
                    <a:pt x="1304189" y="1393821"/>
                  </a:lnTo>
                  <a:lnTo>
                    <a:pt x="1304182" y="1393822"/>
                  </a:lnTo>
                  <a:lnTo>
                    <a:pt x="1304175" y="1393823"/>
                  </a:lnTo>
                  <a:lnTo>
                    <a:pt x="1304169" y="1393823"/>
                  </a:lnTo>
                  <a:lnTo>
                    <a:pt x="1304163" y="1393822"/>
                  </a:lnTo>
                  <a:lnTo>
                    <a:pt x="1304158" y="1393820"/>
                  </a:lnTo>
                  <a:lnTo>
                    <a:pt x="1304153" y="1393818"/>
                  </a:lnTo>
                  <a:lnTo>
                    <a:pt x="1304148" y="1393817"/>
                  </a:lnTo>
                  <a:lnTo>
                    <a:pt x="1304143" y="1393817"/>
                  </a:lnTo>
                  <a:lnTo>
                    <a:pt x="1304138" y="1393817"/>
                  </a:lnTo>
                  <a:lnTo>
                    <a:pt x="1304133" y="1393819"/>
                  </a:lnTo>
                  <a:lnTo>
                    <a:pt x="1304127" y="1393821"/>
                  </a:lnTo>
                  <a:lnTo>
                    <a:pt x="1304121" y="1393822"/>
                  </a:lnTo>
                  <a:lnTo>
                    <a:pt x="1304116" y="1393824"/>
                  </a:lnTo>
                  <a:lnTo>
                    <a:pt x="1304111" y="1393825"/>
                  </a:lnTo>
                  <a:lnTo>
                    <a:pt x="1304104" y="1393826"/>
                  </a:lnTo>
                  <a:lnTo>
                    <a:pt x="1304098" y="1393824"/>
                  </a:lnTo>
                  <a:lnTo>
                    <a:pt x="1304093" y="1393823"/>
                  </a:lnTo>
                  <a:lnTo>
                    <a:pt x="1304086" y="1393824"/>
                  </a:lnTo>
                  <a:lnTo>
                    <a:pt x="1304079" y="1393828"/>
                  </a:lnTo>
                  <a:lnTo>
                    <a:pt x="1304075" y="1393831"/>
                  </a:lnTo>
                  <a:lnTo>
                    <a:pt x="1304071" y="1393835"/>
                  </a:lnTo>
                  <a:lnTo>
                    <a:pt x="1304068" y="1393840"/>
                  </a:lnTo>
                  <a:lnTo>
                    <a:pt x="1304064" y="1393846"/>
                  </a:lnTo>
                  <a:lnTo>
                    <a:pt x="1304061" y="1393853"/>
                  </a:lnTo>
                  <a:lnTo>
                    <a:pt x="1304059" y="1393858"/>
                  </a:lnTo>
                  <a:lnTo>
                    <a:pt x="1304056" y="1393865"/>
                  </a:lnTo>
                  <a:lnTo>
                    <a:pt x="1304054" y="1393873"/>
                  </a:lnTo>
                  <a:lnTo>
                    <a:pt x="1304051" y="1393880"/>
                  </a:lnTo>
                  <a:lnTo>
                    <a:pt x="1304047" y="1393886"/>
                  </a:lnTo>
                  <a:lnTo>
                    <a:pt x="1304045" y="1393891"/>
                  </a:lnTo>
                  <a:lnTo>
                    <a:pt x="1304042" y="1393896"/>
                  </a:lnTo>
                  <a:lnTo>
                    <a:pt x="1304038" y="1393901"/>
                  </a:lnTo>
                  <a:lnTo>
                    <a:pt x="1304034" y="1393907"/>
                  </a:lnTo>
                  <a:lnTo>
                    <a:pt x="1304029" y="1393911"/>
                  </a:lnTo>
                  <a:lnTo>
                    <a:pt x="1304022" y="1393914"/>
                  </a:lnTo>
                  <a:lnTo>
                    <a:pt x="1304017" y="1393916"/>
                  </a:lnTo>
                  <a:lnTo>
                    <a:pt x="1304009" y="1393918"/>
                  </a:lnTo>
                  <a:lnTo>
                    <a:pt x="1304002" y="1393921"/>
                  </a:lnTo>
                  <a:lnTo>
                    <a:pt x="1303996" y="1393924"/>
                  </a:lnTo>
                  <a:lnTo>
                    <a:pt x="1303988" y="1393928"/>
                  </a:lnTo>
                  <a:lnTo>
                    <a:pt x="1303980" y="1393932"/>
                  </a:lnTo>
                  <a:lnTo>
                    <a:pt x="1303974" y="1393935"/>
                  </a:lnTo>
                  <a:lnTo>
                    <a:pt x="1303971" y="1393937"/>
                  </a:lnTo>
                  <a:lnTo>
                    <a:pt x="1303968" y="1393940"/>
                  </a:lnTo>
                  <a:lnTo>
                    <a:pt x="1303965" y="1393944"/>
                  </a:lnTo>
                  <a:lnTo>
                    <a:pt x="1303963" y="1393948"/>
                  </a:lnTo>
                  <a:lnTo>
                    <a:pt x="1303960" y="1393953"/>
                  </a:lnTo>
                  <a:lnTo>
                    <a:pt x="1303958" y="1393959"/>
                  </a:lnTo>
                  <a:lnTo>
                    <a:pt x="1303955" y="1393964"/>
                  </a:lnTo>
                  <a:lnTo>
                    <a:pt x="1303953" y="1393968"/>
                  </a:lnTo>
                  <a:lnTo>
                    <a:pt x="1303949" y="1393972"/>
                  </a:lnTo>
                  <a:lnTo>
                    <a:pt x="1303943" y="1393977"/>
                  </a:lnTo>
                  <a:lnTo>
                    <a:pt x="1303936" y="1393983"/>
                  </a:lnTo>
                  <a:lnTo>
                    <a:pt x="1303930" y="1393989"/>
                  </a:lnTo>
                  <a:lnTo>
                    <a:pt x="1303925" y="1393994"/>
                  </a:lnTo>
                  <a:lnTo>
                    <a:pt x="1303918" y="1393997"/>
                  </a:lnTo>
                  <a:lnTo>
                    <a:pt x="1303912" y="1393997"/>
                  </a:lnTo>
                  <a:lnTo>
                    <a:pt x="1303906" y="1393998"/>
                  </a:lnTo>
                  <a:lnTo>
                    <a:pt x="1303901" y="1394001"/>
                  </a:lnTo>
                  <a:lnTo>
                    <a:pt x="1303894" y="1394006"/>
                  </a:lnTo>
                  <a:lnTo>
                    <a:pt x="1303890" y="1394008"/>
                  </a:lnTo>
                  <a:lnTo>
                    <a:pt x="1303886" y="1394009"/>
                  </a:lnTo>
                  <a:lnTo>
                    <a:pt x="1303881" y="1394010"/>
                  </a:lnTo>
                  <a:lnTo>
                    <a:pt x="1303877" y="1394010"/>
                  </a:lnTo>
                  <a:lnTo>
                    <a:pt x="1303871" y="1394011"/>
                  </a:lnTo>
                  <a:lnTo>
                    <a:pt x="1303867" y="1394012"/>
                  </a:lnTo>
                  <a:lnTo>
                    <a:pt x="1303861" y="1394014"/>
                  </a:lnTo>
                  <a:lnTo>
                    <a:pt x="1303856" y="1394015"/>
                  </a:lnTo>
                  <a:lnTo>
                    <a:pt x="1303852" y="1394018"/>
                  </a:lnTo>
                  <a:lnTo>
                    <a:pt x="1303846" y="1394023"/>
                  </a:lnTo>
                  <a:lnTo>
                    <a:pt x="1303840" y="1394027"/>
                  </a:lnTo>
                  <a:lnTo>
                    <a:pt x="1303835" y="1394030"/>
                  </a:lnTo>
                  <a:lnTo>
                    <a:pt x="1303829" y="1394034"/>
                  </a:lnTo>
                  <a:lnTo>
                    <a:pt x="1303826" y="1394037"/>
                  </a:lnTo>
                  <a:lnTo>
                    <a:pt x="1303821" y="1394040"/>
                  </a:lnTo>
                  <a:lnTo>
                    <a:pt x="1303815" y="1394042"/>
                  </a:lnTo>
                  <a:lnTo>
                    <a:pt x="1303810" y="1394043"/>
                  </a:lnTo>
                  <a:lnTo>
                    <a:pt x="1303805" y="1394044"/>
                  </a:lnTo>
                  <a:lnTo>
                    <a:pt x="1303800" y="1394046"/>
                  </a:lnTo>
                  <a:lnTo>
                    <a:pt x="1303795" y="1394048"/>
                  </a:lnTo>
                  <a:lnTo>
                    <a:pt x="1303791" y="1394050"/>
                  </a:lnTo>
                  <a:lnTo>
                    <a:pt x="1303787" y="1394052"/>
                  </a:lnTo>
                  <a:lnTo>
                    <a:pt x="1303783" y="1394054"/>
                  </a:lnTo>
                  <a:lnTo>
                    <a:pt x="1303778" y="1394057"/>
                  </a:lnTo>
                  <a:lnTo>
                    <a:pt x="1303774" y="1394060"/>
                  </a:lnTo>
                  <a:lnTo>
                    <a:pt x="1303770" y="1394063"/>
                  </a:lnTo>
                  <a:lnTo>
                    <a:pt x="1303762" y="1394068"/>
                  </a:lnTo>
                  <a:lnTo>
                    <a:pt x="1303755" y="1394072"/>
                  </a:lnTo>
                  <a:lnTo>
                    <a:pt x="1303751" y="1394075"/>
                  </a:lnTo>
                  <a:lnTo>
                    <a:pt x="1303746" y="1394079"/>
                  </a:lnTo>
                  <a:lnTo>
                    <a:pt x="1303741" y="1394088"/>
                  </a:lnTo>
                  <a:lnTo>
                    <a:pt x="1303739" y="1394096"/>
                  </a:lnTo>
                  <a:lnTo>
                    <a:pt x="1303742" y="1394106"/>
                  </a:lnTo>
                  <a:lnTo>
                    <a:pt x="1303746" y="1394112"/>
                  </a:lnTo>
                  <a:lnTo>
                    <a:pt x="1303754" y="1394122"/>
                  </a:lnTo>
                  <a:lnTo>
                    <a:pt x="1303767" y="1394131"/>
                  </a:lnTo>
                  <a:lnTo>
                    <a:pt x="1303772" y="1394156"/>
                  </a:lnTo>
                  <a:lnTo>
                    <a:pt x="1303788" y="1394181"/>
                  </a:lnTo>
                  <a:lnTo>
                    <a:pt x="1303785" y="1394184"/>
                  </a:lnTo>
                  <a:lnTo>
                    <a:pt x="1303780" y="1394187"/>
                  </a:lnTo>
                  <a:lnTo>
                    <a:pt x="1303775" y="1394192"/>
                  </a:lnTo>
                  <a:lnTo>
                    <a:pt x="1303783" y="1394211"/>
                  </a:lnTo>
                  <a:lnTo>
                    <a:pt x="1303770" y="1394214"/>
                  </a:lnTo>
                  <a:lnTo>
                    <a:pt x="1303763" y="1394228"/>
                  </a:lnTo>
                  <a:lnTo>
                    <a:pt x="1303757" y="1394239"/>
                  </a:lnTo>
                  <a:lnTo>
                    <a:pt x="1303755" y="1394252"/>
                  </a:lnTo>
                  <a:lnTo>
                    <a:pt x="1303746" y="1394273"/>
                  </a:lnTo>
                  <a:lnTo>
                    <a:pt x="1303738" y="1394274"/>
                  </a:lnTo>
                  <a:lnTo>
                    <a:pt x="1303732" y="1394274"/>
                  </a:lnTo>
                  <a:lnTo>
                    <a:pt x="1303725" y="1394273"/>
                  </a:lnTo>
                  <a:lnTo>
                    <a:pt x="1303717" y="1394273"/>
                  </a:lnTo>
                  <a:lnTo>
                    <a:pt x="1303712" y="1394272"/>
                  </a:lnTo>
                  <a:lnTo>
                    <a:pt x="1303707" y="1394272"/>
                  </a:lnTo>
                  <a:lnTo>
                    <a:pt x="1303701" y="1394273"/>
                  </a:lnTo>
                  <a:lnTo>
                    <a:pt x="1303695" y="1394274"/>
                  </a:lnTo>
                  <a:lnTo>
                    <a:pt x="1303689" y="1394275"/>
                  </a:lnTo>
                  <a:lnTo>
                    <a:pt x="1303685" y="1394275"/>
                  </a:lnTo>
                  <a:lnTo>
                    <a:pt x="1303681" y="1394274"/>
                  </a:lnTo>
                  <a:lnTo>
                    <a:pt x="1303677" y="1394272"/>
                  </a:lnTo>
                  <a:lnTo>
                    <a:pt x="1303672" y="1394269"/>
                  </a:lnTo>
                  <a:lnTo>
                    <a:pt x="1303667" y="1394266"/>
                  </a:lnTo>
                  <a:lnTo>
                    <a:pt x="1303662" y="1394263"/>
                  </a:lnTo>
                  <a:lnTo>
                    <a:pt x="1303656" y="1394260"/>
                  </a:lnTo>
                  <a:lnTo>
                    <a:pt x="1303649" y="1394258"/>
                  </a:lnTo>
                  <a:lnTo>
                    <a:pt x="1303645" y="1394257"/>
                  </a:lnTo>
                  <a:lnTo>
                    <a:pt x="1303640" y="1394256"/>
                  </a:lnTo>
                  <a:lnTo>
                    <a:pt x="1303636" y="1394256"/>
                  </a:lnTo>
                  <a:lnTo>
                    <a:pt x="1303631" y="1394255"/>
                  </a:lnTo>
                  <a:lnTo>
                    <a:pt x="1303627" y="1394255"/>
                  </a:lnTo>
                  <a:lnTo>
                    <a:pt x="1303622" y="1394256"/>
                  </a:lnTo>
                  <a:lnTo>
                    <a:pt x="1303616" y="1394258"/>
                  </a:lnTo>
                  <a:lnTo>
                    <a:pt x="1303610" y="1394260"/>
                  </a:lnTo>
                  <a:lnTo>
                    <a:pt x="1303604" y="1394262"/>
                  </a:lnTo>
                  <a:lnTo>
                    <a:pt x="1303596" y="1394264"/>
                  </a:lnTo>
                  <a:lnTo>
                    <a:pt x="1303592" y="1394264"/>
                  </a:lnTo>
                  <a:lnTo>
                    <a:pt x="1303587" y="1394265"/>
                  </a:lnTo>
                  <a:lnTo>
                    <a:pt x="1303581" y="1394266"/>
                  </a:lnTo>
                  <a:lnTo>
                    <a:pt x="1303574" y="1394267"/>
                  </a:lnTo>
                  <a:lnTo>
                    <a:pt x="1303567" y="1394267"/>
                  </a:lnTo>
                  <a:lnTo>
                    <a:pt x="1303563" y="1394266"/>
                  </a:lnTo>
                  <a:lnTo>
                    <a:pt x="1303557" y="1394264"/>
                  </a:lnTo>
                  <a:lnTo>
                    <a:pt x="1303551" y="1394261"/>
                  </a:lnTo>
                  <a:lnTo>
                    <a:pt x="1303545" y="1394258"/>
                  </a:lnTo>
                  <a:lnTo>
                    <a:pt x="1303540" y="1394255"/>
                  </a:lnTo>
                  <a:lnTo>
                    <a:pt x="1303534" y="1394251"/>
                  </a:lnTo>
                  <a:lnTo>
                    <a:pt x="1303530" y="1394249"/>
                  </a:lnTo>
                  <a:lnTo>
                    <a:pt x="1303526" y="1394246"/>
                  </a:lnTo>
                  <a:lnTo>
                    <a:pt x="1303523" y="1394242"/>
                  </a:lnTo>
                  <a:lnTo>
                    <a:pt x="1303520" y="1394238"/>
                  </a:lnTo>
                  <a:lnTo>
                    <a:pt x="1303515" y="1394233"/>
                  </a:lnTo>
                  <a:lnTo>
                    <a:pt x="1303512" y="1394229"/>
                  </a:lnTo>
                  <a:lnTo>
                    <a:pt x="1303508" y="1394223"/>
                  </a:lnTo>
                  <a:lnTo>
                    <a:pt x="1303505" y="1394217"/>
                  </a:lnTo>
                  <a:lnTo>
                    <a:pt x="1303501" y="1394209"/>
                  </a:lnTo>
                  <a:lnTo>
                    <a:pt x="1303497" y="1394203"/>
                  </a:lnTo>
                  <a:lnTo>
                    <a:pt x="1303493" y="1394197"/>
                  </a:lnTo>
                  <a:lnTo>
                    <a:pt x="1303489" y="1394192"/>
                  </a:lnTo>
                  <a:lnTo>
                    <a:pt x="1303486" y="1394188"/>
                  </a:lnTo>
                  <a:lnTo>
                    <a:pt x="1303483" y="1394183"/>
                  </a:lnTo>
                  <a:lnTo>
                    <a:pt x="1303479" y="1394179"/>
                  </a:lnTo>
                  <a:lnTo>
                    <a:pt x="1303474" y="1394176"/>
                  </a:lnTo>
                  <a:lnTo>
                    <a:pt x="1303468" y="1394178"/>
                  </a:lnTo>
                  <a:lnTo>
                    <a:pt x="1303464" y="1394180"/>
                  </a:lnTo>
                  <a:lnTo>
                    <a:pt x="1303460" y="1394182"/>
                  </a:lnTo>
                  <a:lnTo>
                    <a:pt x="1303455" y="1394181"/>
                  </a:lnTo>
                  <a:lnTo>
                    <a:pt x="1303450" y="1394181"/>
                  </a:lnTo>
                  <a:lnTo>
                    <a:pt x="1303445" y="1394180"/>
                  </a:lnTo>
                  <a:lnTo>
                    <a:pt x="1303441" y="1394180"/>
                  </a:lnTo>
                  <a:lnTo>
                    <a:pt x="1303436" y="1394180"/>
                  </a:lnTo>
                  <a:lnTo>
                    <a:pt x="1303430" y="1394181"/>
                  </a:lnTo>
                  <a:lnTo>
                    <a:pt x="1303423" y="1394184"/>
                  </a:lnTo>
                  <a:lnTo>
                    <a:pt x="1303418" y="1394188"/>
                  </a:lnTo>
                  <a:lnTo>
                    <a:pt x="1303413" y="1394193"/>
                  </a:lnTo>
                  <a:lnTo>
                    <a:pt x="1303410" y="1394197"/>
                  </a:lnTo>
                  <a:lnTo>
                    <a:pt x="1303406" y="1394201"/>
                  </a:lnTo>
                  <a:lnTo>
                    <a:pt x="1303401" y="1394207"/>
                  </a:lnTo>
                  <a:lnTo>
                    <a:pt x="1303398" y="1394210"/>
                  </a:lnTo>
                  <a:lnTo>
                    <a:pt x="1303393" y="1394213"/>
                  </a:lnTo>
                  <a:lnTo>
                    <a:pt x="1303389" y="1394216"/>
                  </a:lnTo>
                  <a:lnTo>
                    <a:pt x="1303384" y="1394219"/>
                  </a:lnTo>
                  <a:lnTo>
                    <a:pt x="1303379" y="1394223"/>
                  </a:lnTo>
                  <a:lnTo>
                    <a:pt x="1303376" y="1394226"/>
                  </a:lnTo>
                  <a:lnTo>
                    <a:pt x="1303370" y="1394232"/>
                  </a:lnTo>
                  <a:lnTo>
                    <a:pt x="1303366" y="1394236"/>
                  </a:lnTo>
                  <a:lnTo>
                    <a:pt x="1303361" y="1394239"/>
                  </a:lnTo>
                  <a:lnTo>
                    <a:pt x="1303357" y="1394242"/>
                  </a:lnTo>
                  <a:lnTo>
                    <a:pt x="1303352" y="1394244"/>
                  </a:lnTo>
                  <a:lnTo>
                    <a:pt x="1303347" y="1394245"/>
                  </a:lnTo>
                  <a:lnTo>
                    <a:pt x="1303343" y="1394246"/>
                  </a:lnTo>
                  <a:lnTo>
                    <a:pt x="1303337" y="1394247"/>
                  </a:lnTo>
                  <a:lnTo>
                    <a:pt x="1303331" y="1394247"/>
                  </a:lnTo>
                  <a:lnTo>
                    <a:pt x="1303324" y="1394246"/>
                  </a:lnTo>
                  <a:lnTo>
                    <a:pt x="1303316" y="1394245"/>
                  </a:lnTo>
                  <a:lnTo>
                    <a:pt x="1303309" y="1394243"/>
                  </a:lnTo>
                  <a:lnTo>
                    <a:pt x="1303304" y="1394241"/>
                  </a:lnTo>
                  <a:lnTo>
                    <a:pt x="1303297" y="1394237"/>
                  </a:lnTo>
                  <a:lnTo>
                    <a:pt x="1303289" y="1394233"/>
                  </a:lnTo>
                  <a:lnTo>
                    <a:pt x="1303235" y="1394317"/>
                  </a:lnTo>
                  <a:lnTo>
                    <a:pt x="1303231" y="1394319"/>
                  </a:lnTo>
                  <a:lnTo>
                    <a:pt x="1303225" y="1394320"/>
                  </a:lnTo>
                  <a:lnTo>
                    <a:pt x="1303221" y="1394320"/>
                  </a:lnTo>
                  <a:lnTo>
                    <a:pt x="1303213" y="1394321"/>
                  </a:lnTo>
                  <a:lnTo>
                    <a:pt x="1303206" y="1394321"/>
                  </a:lnTo>
                  <a:lnTo>
                    <a:pt x="1303196" y="1394322"/>
                  </a:lnTo>
                  <a:lnTo>
                    <a:pt x="1303188" y="1394323"/>
                  </a:lnTo>
                  <a:lnTo>
                    <a:pt x="1303183" y="1394322"/>
                  </a:lnTo>
                  <a:lnTo>
                    <a:pt x="1303180" y="1394317"/>
                  </a:lnTo>
                  <a:lnTo>
                    <a:pt x="1303178" y="1394311"/>
                  </a:lnTo>
                  <a:lnTo>
                    <a:pt x="1303175" y="1394307"/>
                  </a:lnTo>
                  <a:lnTo>
                    <a:pt x="1303172" y="1394304"/>
                  </a:lnTo>
                  <a:lnTo>
                    <a:pt x="1303167" y="1394300"/>
                  </a:lnTo>
                  <a:lnTo>
                    <a:pt x="1303163" y="1394298"/>
                  </a:lnTo>
                  <a:lnTo>
                    <a:pt x="1303154" y="1394299"/>
                  </a:lnTo>
                  <a:lnTo>
                    <a:pt x="1303145" y="1394301"/>
                  </a:lnTo>
                  <a:lnTo>
                    <a:pt x="1303138" y="1394302"/>
                  </a:lnTo>
                  <a:lnTo>
                    <a:pt x="1303126" y="1394303"/>
                  </a:lnTo>
                  <a:lnTo>
                    <a:pt x="1303117" y="1394303"/>
                  </a:lnTo>
                  <a:lnTo>
                    <a:pt x="1303108" y="1394305"/>
                  </a:lnTo>
                  <a:lnTo>
                    <a:pt x="1303098" y="1394306"/>
                  </a:lnTo>
                  <a:lnTo>
                    <a:pt x="1303093" y="1394306"/>
                  </a:lnTo>
                  <a:lnTo>
                    <a:pt x="1303088" y="1394307"/>
                  </a:lnTo>
                  <a:lnTo>
                    <a:pt x="1303082" y="1394309"/>
                  </a:lnTo>
                  <a:lnTo>
                    <a:pt x="1303076" y="1394311"/>
                  </a:lnTo>
                  <a:lnTo>
                    <a:pt x="1303072" y="1394314"/>
                  </a:lnTo>
                  <a:lnTo>
                    <a:pt x="1303068" y="1394316"/>
                  </a:lnTo>
                  <a:lnTo>
                    <a:pt x="1303064" y="1394319"/>
                  </a:lnTo>
                  <a:lnTo>
                    <a:pt x="1303059" y="1394323"/>
                  </a:lnTo>
                  <a:lnTo>
                    <a:pt x="1303055" y="1394327"/>
                  </a:lnTo>
                  <a:lnTo>
                    <a:pt x="1303051" y="1394332"/>
                  </a:lnTo>
                  <a:lnTo>
                    <a:pt x="1303045" y="1394335"/>
                  </a:lnTo>
                  <a:lnTo>
                    <a:pt x="1303039" y="1394337"/>
                  </a:lnTo>
                  <a:lnTo>
                    <a:pt x="1303033" y="1394338"/>
                  </a:lnTo>
                  <a:lnTo>
                    <a:pt x="1303026" y="1394338"/>
                  </a:lnTo>
                  <a:lnTo>
                    <a:pt x="1303021" y="1394338"/>
                  </a:lnTo>
                  <a:lnTo>
                    <a:pt x="1303016" y="1394338"/>
                  </a:lnTo>
                  <a:lnTo>
                    <a:pt x="1303009" y="1394340"/>
                  </a:lnTo>
                  <a:lnTo>
                    <a:pt x="1303004" y="1394341"/>
                  </a:lnTo>
                  <a:lnTo>
                    <a:pt x="1302999" y="1394343"/>
                  </a:lnTo>
                  <a:lnTo>
                    <a:pt x="1302994" y="1394346"/>
                  </a:lnTo>
                  <a:lnTo>
                    <a:pt x="1302989" y="1394349"/>
                  </a:lnTo>
                  <a:lnTo>
                    <a:pt x="1302983" y="1394352"/>
                  </a:lnTo>
                  <a:lnTo>
                    <a:pt x="1302978" y="1394354"/>
                  </a:lnTo>
                  <a:lnTo>
                    <a:pt x="1302972" y="1394357"/>
                  </a:lnTo>
                  <a:lnTo>
                    <a:pt x="1302968" y="1394360"/>
                  </a:lnTo>
                  <a:lnTo>
                    <a:pt x="1302964" y="1394364"/>
                  </a:lnTo>
                  <a:lnTo>
                    <a:pt x="1302960" y="1394368"/>
                  </a:lnTo>
                  <a:lnTo>
                    <a:pt x="1302956" y="1394372"/>
                  </a:lnTo>
                  <a:lnTo>
                    <a:pt x="1302950" y="1394374"/>
                  </a:lnTo>
                  <a:lnTo>
                    <a:pt x="1302943" y="1394377"/>
                  </a:lnTo>
                  <a:lnTo>
                    <a:pt x="1302939" y="1394378"/>
                  </a:lnTo>
                  <a:lnTo>
                    <a:pt x="1302935" y="1394380"/>
                  </a:lnTo>
                  <a:lnTo>
                    <a:pt x="1302931" y="1394382"/>
                  </a:lnTo>
                  <a:lnTo>
                    <a:pt x="1302927" y="1394385"/>
                  </a:lnTo>
                  <a:lnTo>
                    <a:pt x="1302923" y="1394388"/>
                  </a:lnTo>
                  <a:lnTo>
                    <a:pt x="1302916" y="1394392"/>
                  </a:lnTo>
                  <a:lnTo>
                    <a:pt x="1302911" y="1394395"/>
                  </a:lnTo>
                  <a:lnTo>
                    <a:pt x="1302907" y="1394396"/>
                  </a:lnTo>
                  <a:lnTo>
                    <a:pt x="1302902" y="1394397"/>
                  </a:lnTo>
                  <a:lnTo>
                    <a:pt x="1302896" y="1394397"/>
                  </a:lnTo>
                  <a:lnTo>
                    <a:pt x="1302889" y="1394397"/>
                  </a:lnTo>
                  <a:lnTo>
                    <a:pt x="1302882" y="1394396"/>
                  </a:lnTo>
                  <a:lnTo>
                    <a:pt x="1302876" y="1394395"/>
                  </a:lnTo>
                  <a:lnTo>
                    <a:pt x="1302870" y="1394393"/>
                  </a:lnTo>
                  <a:lnTo>
                    <a:pt x="1302863" y="1394390"/>
                  </a:lnTo>
                  <a:lnTo>
                    <a:pt x="1302859" y="1394387"/>
                  </a:lnTo>
                  <a:lnTo>
                    <a:pt x="1302855" y="1394383"/>
                  </a:lnTo>
                  <a:lnTo>
                    <a:pt x="1302851" y="1394379"/>
                  </a:lnTo>
                  <a:lnTo>
                    <a:pt x="1302847" y="1394382"/>
                  </a:lnTo>
                  <a:lnTo>
                    <a:pt x="1302843" y="1394386"/>
                  </a:lnTo>
                  <a:lnTo>
                    <a:pt x="1302841" y="1394390"/>
                  </a:lnTo>
                  <a:lnTo>
                    <a:pt x="1302838" y="1394395"/>
                  </a:lnTo>
                  <a:lnTo>
                    <a:pt x="1302835" y="1394402"/>
                  </a:lnTo>
                  <a:lnTo>
                    <a:pt x="1302832" y="1394409"/>
                  </a:lnTo>
                  <a:lnTo>
                    <a:pt x="1302829" y="1394414"/>
                  </a:lnTo>
                  <a:lnTo>
                    <a:pt x="1302825" y="1394419"/>
                  </a:lnTo>
                  <a:lnTo>
                    <a:pt x="1302823" y="1394424"/>
                  </a:lnTo>
                  <a:lnTo>
                    <a:pt x="1302822" y="1394432"/>
                  </a:lnTo>
                  <a:lnTo>
                    <a:pt x="1302824" y="1394440"/>
                  </a:lnTo>
                  <a:lnTo>
                    <a:pt x="1302825" y="1394447"/>
                  </a:lnTo>
                  <a:lnTo>
                    <a:pt x="1302826" y="1394452"/>
                  </a:lnTo>
                  <a:lnTo>
                    <a:pt x="1302826" y="1394458"/>
                  </a:lnTo>
                  <a:lnTo>
                    <a:pt x="1302827" y="1394464"/>
                  </a:lnTo>
                  <a:lnTo>
                    <a:pt x="1302827" y="1394473"/>
                  </a:lnTo>
                  <a:lnTo>
                    <a:pt x="1302826" y="1394479"/>
                  </a:lnTo>
                  <a:lnTo>
                    <a:pt x="1302826" y="1394484"/>
                  </a:lnTo>
                  <a:lnTo>
                    <a:pt x="1302826" y="1394491"/>
                  </a:lnTo>
                  <a:lnTo>
                    <a:pt x="1302826" y="1394498"/>
                  </a:lnTo>
                  <a:lnTo>
                    <a:pt x="1302826" y="1394504"/>
                  </a:lnTo>
                  <a:lnTo>
                    <a:pt x="1302825" y="1394509"/>
                  </a:lnTo>
                  <a:lnTo>
                    <a:pt x="1302822" y="1394513"/>
                  </a:lnTo>
                  <a:lnTo>
                    <a:pt x="1302819" y="1394517"/>
                  </a:lnTo>
                  <a:lnTo>
                    <a:pt x="1302815" y="1394523"/>
                  </a:lnTo>
                  <a:lnTo>
                    <a:pt x="1302810" y="1394530"/>
                  </a:lnTo>
                  <a:lnTo>
                    <a:pt x="1302807" y="1394537"/>
                  </a:lnTo>
                  <a:lnTo>
                    <a:pt x="1302804" y="1394544"/>
                  </a:lnTo>
                  <a:lnTo>
                    <a:pt x="1302803" y="1394550"/>
                  </a:lnTo>
                  <a:lnTo>
                    <a:pt x="1302801" y="1394557"/>
                  </a:lnTo>
                  <a:lnTo>
                    <a:pt x="1302799" y="1394565"/>
                  </a:lnTo>
                  <a:lnTo>
                    <a:pt x="1302798" y="1394571"/>
                  </a:lnTo>
                  <a:lnTo>
                    <a:pt x="1302797" y="1394576"/>
                  </a:lnTo>
                  <a:lnTo>
                    <a:pt x="1302794" y="1394579"/>
                  </a:lnTo>
                  <a:lnTo>
                    <a:pt x="1302789" y="1394580"/>
                  </a:lnTo>
                  <a:lnTo>
                    <a:pt x="1302785" y="1394580"/>
                  </a:lnTo>
                  <a:lnTo>
                    <a:pt x="1302780" y="1394580"/>
                  </a:lnTo>
                  <a:lnTo>
                    <a:pt x="1302774" y="1394582"/>
                  </a:lnTo>
                  <a:lnTo>
                    <a:pt x="1302768" y="1394584"/>
                  </a:lnTo>
                  <a:lnTo>
                    <a:pt x="1302762" y="1394588"/>
                  </a:lnTo>
                  <a:lnTo>
                    <a:pt x="1302757" y="1394593"/>
                  </a:lnTo>
                  <a:lnTo>
                    <a:pt x="1302752" y="1394598"/>
                  </a:lnTo>
                  <a:lnTo>
                    <a:pt x="1302748" y="1394602"/>
                  </a:lnTo>
                  <a:lnTo>
                    <a:pt x="1302744" y="1394607"/>
                  </a:lnTo>
                  <a:lnTo>
                    <a:pt x="1302739" y="1394607"/>
                  </a:lnTo>
                  <a:lnTo>
                    <a:pt x="1302735" y="1394607"/>
                  </a:lnTo>
                  <a:lnTo>
                    <a:pt x="1302731" y="1394605"/>
                  </a:lnTo>
                  <a:lnTo>
                    <a:pt x="1302726" y="1394601"/>
                  </a:lnTo>
                  <a:lnTo>
                    <a:pt x="1302721" y="1394598"/>
                  </a:lnTo>
                  <a:lnTo>
                    <a:pt x="1302717" y="1394595"/>
                  </a:lnTo>
                  <a:lnTo>
                    <a:pt x="1302711" y="1394593"/>
                  </a:lnTo>
                  <a:lnTo>
                    <a:pt x="1302702" y="1394591"/>
                  </a:lnTo>
                  <a:lnTo>
                    <a:pt x="1302693" y="1394588"/>
                  </a:lnTo>
                  <a:lnTo>
                    <a:pt x="1302686" y="1394586"/>
                  </a:lnTo>
                  <a:lnTo>
                    <a:pt x="1302680" y="1394583"/>
                  </a:lnTo>
                  <a:lnTo>
                    <a:pt x="1302676" y="1394582"/>
                  </a:lnTo>
                  <a:lnTo>
                    <a:pt x="1302670" y="1394579"/>
                  </a:lnTo>
                  <a:lnTo>
                    <a:pt x="1302665" y="1394575"/>
                  </a:lnTo>
                  <a:lnTo>
                    <a:pt x="1302662" y="1394572"/>
                  </a:lnTo>
                  <a:lnTo>
                    <a:pt x="1302657" y="1394567"/>
                  </a:lnTo>
                  <a:lnTo>
                    <a:pt x="1302643" y="1394571"/>
                  </a:lnTo>
                  <a:lnTo>
                    <a:pt x="1302633" y="1394576"/>
                  </a:lnTo>
                  <a:lnTo>
                    <a:pt x="1302625" y="1394585"/>
                  </a:lnTo>
                  <a:lnTo>
                    <a:pt x="1302619" y="1394589"/>
                  </a:lnTo>
                  <a:lnTo>
                    <a:pt x="1302609" y="1394596"/>
                  </a:lnTo>
                  <a:lnTo>
                    <a:pt x="1302601" y="1394606"/>
                  </a:lnTo>
                  <a:lnTo>
                    <a:pt x="1302595" y="1394609"/>
                  </a:lnTo>
                  <a:lnTo>
                    <a:pt x="1302583" y="1394618"/>
                  </a:lnTo>
                  <a:lnTo>
                    <a:pt x="1302582" y="1394623"/>
                  </a:lnTo>
                  <a:lnTo>
                    <a:pt x="1302582" y="1394631"/>
                  </a:lnTo>
                  <a:lnTo>
                    <a:pt x="1302582" y="1394642"/>
                  </a:lnTo>
                  <a:lnTo>
                    <a:pt x="1302578" y="1394651"/>
                  </a:lnTo>
                  <a:lnTo>
                    <a:pt x="1302571" y="1394659"/>
                  </a:lnTo>
                  <a:lnTo>
                    <a:pt x="1302566" y="1394666"/>
                  </a:lnTo>
                  <a:lnTo>
                    <a:pt x="1302563" y="1394671"/>
                  </a:lnTo>
                  <a:lnTo>
                    <a:pt x="1302553" y="1394685"/>
                  </a:lnTo>
                  <a:lnTo>
                    <a:pt x="1302530" y="1394704"/>
                  </a:lnTo>
                  <a:lnTo>
                    <a:pt x="1302513" y="1394717"/>
                  </a:lnTo>
                  <a:lnTo>
                    <a:pt x="1302499" y="1394722"/>
                  </a:lnTo>
                  <a:lnTo>
                    <a:pt x="1302485" y="1394733"/>
                  </a:lnTo>
                  <a:lnTo>
                    <a:pt x="1302480" y="1394738"/>
                  </a:lnTo>
                  <a:lnTo>
                    <a:pt x="1302468" y="1394754"/>
                  </a:lnTo>
                  <a:lnTo>
                    <a:pt x="1302466" y="1394764"/>
                  </a:lnTo>
                  <a:lnTo>
                    <a:pt x="1302475" y="1394781"/>
                  </a:lnTo>
                  <a:lnTo>
                    <a:pt x="1302467" y="1394789"/>
                  </a:lnTo>
                  <a:lnTo>
                    <a:pt x="1302461" y="1394799"/>
                  </a:lnTo>
                  <a:lnTo>
                    <a:pt x="1302462" y="1394808"/>
                  </a:lnTo>
                  <a:lnTo>
                    <a:pt x="1302463" y="1394817"/>
                  </a:lnTo>
                  <a:lnTo>
                    <a:pt x="1302465" y="1394828"/>
                  </a:lnTo>
                  <a:lnTo>
                    <a:pt x="1302476" y="1394845"/>
                  </a:lnTo>
                  <a:lnTo>
                    <a:pt x="1302473" y="1394859"/>
                  </a:lnTo>
                  <a:lnTo>
                    <a:pt x="1302475" y="1394870"/>
                  </a:lnTo>
                  <a:lnTo>
                    <a:pt x="1302474" y="1394881"/>
                  </a:lnTo>
                  <a:lnTo>
                    <a:pt x="1302463" y="1394884"/>
                  </a:lnTo>
                  <a:lnTo>
                    <a:pt x="1302457" y="1394887"/>
                  </a:lnTo>
                  <a:lnTo>
                    <a:pt x="1302453" y="1394891"/>
                  </a:lnTo>
                  <a:lnTo>
                    <a:pt x="1302447" y="1394898"/>
                  </a:lnTo>
                  <a:lnTo>
                    <a:pt x="1302443" y="1394904"/>
                  </a:lnTo>
                  <a:lnTo>
                    <a:pt x="1302434" y="1394895"/>
                  </a:lnTo>
                  <a:lnTo>
                    <a:pt x="1302424" y="1394890"/>
                  </a:lnTo>
                  <a:lnTo>
                    <a:pt x="1302410" y="1394882"/>
                  </a:lnTo>
                  <a:lnTo>
                    <a:pt x="1302397" y="1394877"/>
                  </a:lnTo>
                  <a:lnTo>
                    <a:pt x="1302388" y="1394876"/>
                  </a:lnTo>
                  <a:lnTo>
                    <a:pt x="1302377" y="1394879"/>
                  </a:lnTo>
                  <a:lnTo>
                    <a:pt x="1302367" y="1394886"/>
                  </a:lnTo>
                  <a:lnTo>
                    <a:pt x="1302358" y="1394897"/>
                  </a:lnTo>
                  <a:lnTo>
                    <a:pt x="1302348" y="1394905"/>
                  </a:lnTo>
                  <a:lnTo>
                    <a:pt x="1302343" y="1394909"/>
                  </a:lnTo>
                  <a:lnTo>
                    <a:pt x="1302332" y="1394918"/>
                  </a:lnTo>
                  <a:lnTo>
                    <a:pt x="1302322" y="1394927"/>
                  </a:lnTo>
                  <a:lnTo>
                    <a:pt x="1302304" y="1394940"/>
                  </a:lnTo>
                  <a:lnTo>
                    <a:pt x="1302292" y="1394954"/>
                  </a:lnTo>
                  <a:lnTo>
                    <a:pt x="1302290" y="1394968"/>
                  </a:lnTo>
                  <a:lnTo>
                    <a:pt x="1302295" y="1394983"/>
                  </a:lnTo>
                  <a:lnTo>
                    <a:pt x="1302296" y="1395006"/>
                  </a:lnTo>
                  <a:lnTo>
                    <a:pt x="1302295" y="1395026"/>
                  </a:lnTo>
                  <a:lnTo>
                    <a:pt x="1302289" y="1395055"/>
                  </a:lnTo>
                  <a:lnTo>
                    <a:pt x="1302289" y="1395061"/>
                  </a:lnTo>
                  <a:lnTo>
                    <a:pt x="1302292" y="1395068"/>
                  </a:lnTo>
                  <a:lnTo>
                    <a:pt x="1302299" y="1395077"/>
                  </a:lnTo>
                  <a:lnTo>
                    <a:pt x="1302307" y="1395110"/>
                  </a:lnTo>
                  <a:lnTo>
                    <a:pt x="1302306" y="1395128"/>
                  </a:lnTo>
                  <a:lnTo>
                    <a:pt x="1302301" y="1395142"/>
                  </a:lnTo>
                  <a:lnTo>
                    <a:pt x="1302289" y="1395153"/>
                  </a:lnTo>
                  <a:lnTo>
                    <a:pt x="1302278" y="1395177"/>
                  </a:lnTo>
                  <a:lnTo>
                    <a:pt x="1302275" y="1395194"/>
                  </a:lnTo>
                  <a:lnTo>
                    <a:pt x="1302283" y="1395214"/>
                  </a:lnTo>
                  <a:lnTo>
                    <a:pt x="1302287" y="1395231"/>
                  </a:lnTo>
                  <a:lnTo>
                    <a:pt x="1302270" y="1395240"/>
                  </a:lnTo>
                  <a:lnTo>
                    <a:pt x="1302252" y="1395268"/>
                  </a:lnTo>
                  <a:lnTo>
                    <a:pt x="1302249" y="1395272"/>
                  </a:lnTo>
                  <a:lnTo>
                    <a:pt x="1302243" y="1395283"/>
                  </a:lnTo>
                  <a:lnTo>
                    <a:pt x="1302249" y="1395302"/>
                  </a:lnTo>
                  <a:lnTo>
                    <a:pt x="1302249" y="1395315"/>
                  </a:lnTo>
                  <a:lnTo>
                    <a:pt x="1302237" y="1395341"/>
                  </a:lnTo>
                  <a:lnTo>
                    <a:pt x="1302233" y="1395357"/>
                  </a:lnTo>
                  <a:lnTo>
                    <a:pt x="1302234" y="1395378"/>
                  </a:lnTo>
                  <a:lnTo>
                    <a:pt x="1302246" y="1395392"/>
                  </a:lnTo>
                  <a:lnTo>
                    <a:pt x="1302255" y="1395407"/>
                  </a:lnTo>
                  <a:lnTo>
                    <a:pt x="1302258" y="1395423"/>
                  </a:lnTo>
                  <a:lnTo>
                    <a:pt x="1302261" y="1395438"/>
                  </a:lnTo>
                  <a:lnTo>
                    <a:pt x="1302244" y="1395441"/>
                  </a:lnTo>
                  <a:lnTo>
                    <a:pt x="1302231" y="1395445"/>
                  </a:lnTo>
                  <a:lnTo>
                    <a:pt x="1302215" y="1395455"/>
                  </a:lnTo>
                  <a:lnTo>
                    <a:pt x="1302209" y="1395458"/>
                  </a:lnTo>
                  <a:lnTo>
                    <a:pt x="1302203" y="1395462"/>
                  </a:lnTo>
                  <a:lnTo>
                    <a:pt x="1302199" y="1395468"/>
                  </a:lnTo>
                  <a:lnTo>
                    <a:pt x="1302196" y="1395474"/>
                  </a:lnTo>
                  <a:lnTo>
                    <a:pt x="1302193" y="1395482"/>
                  </a:lnTo>
                  <a:lnTo>
                    <a:pt x="1302188" y="1395487"/>
                  </a:lnTo>
                  <a:lnTo>
                    <a:pt x="1302182" y="1395484"/>
                  </a:lnTo>
                  <a:lnTo>
                    <a:pt x="1302177" y="1395479"/>
                  </a:lnTo>
                  <a:lnTo>
                    <a:pt x="1302172" y="1395475"/>
                  </a:lnTo>
                  <a:lnTo>
                    <a:pt x="1302168" y="1395472"/>
                  </a:lnTo>
                  <a:lnTo>
                    <a:pt x="1302165" y="1395468"/>
                  </a:lnTo>
                  <a:lnTo>
                    <a:pt x="1302160" y="1395462"/>
                  </a:lnTo>
                  <a:lnTo>
                    <a:pt x="1302156" y="1395456"/>
                  </a:lnTo>
                  <a:lnTo>
                    <a:pt x="1302151" y="1395450"/>
                  </a:lnTo>
                  <a:lnTo>
                    <a:pt x="1302146" y="1395446"/>
                  </a:lnTo>
                  <a:lnTo>
                    <a:pt x="1302143" y="1395443"/>
                  </a:lnTo>
                  <a:lnTo>
                    <a:pt x="1302138" y="1395440"/>
                  </a:lnTo>
                  <a:lnTo>
                    <a:pt x="1302132" y="1395437"/>
                  </a:lnTo>
                  <a:lnTo>
                    <a:pt x="1302126" y="1395435"/>
                  </a:lnTo>
                  <a:lnTo>
                    <a:pt x="1302120" y="1395434"/>
                  </a:lnTo>
                  <a:lnTo>
                    <a:pt x="1302113" y="1395433"/>
                  </a:lnTo>
                  <a:lnTo>
                    <a:pt x="1302107" y="1395432"/>
                  </a:lnTo>
                  <a:lnTo>
                    <a:pt x="1302101" y="1395433"/>
                  </a:lnTo>
                  <a:lnTo>
                    <a:pt x="1302095" y="1395436"/>
                  </a:lnTo>
                  <a:lnTo>
                    <a:pt x="1302090" y="1395438"/>
                  </a:lnTo>
                  <a:lnTo>
                    <a:pt x="1302085" y="1395439"/>
                  </a:lnTo>
                  <a:lnTo>
                    <a:pt x="1302076" y="1395442"/>
                  </a:lnTo>
                  <a:lnTo>
                    <a:pt x="1302069" y="1395444"/>
                  </a:lnTo>
                  <a:lnTo>
                    <a:pt x="1302064" y="1395446"/>
                  </a:lnTo>
                  <a:lnTo>
                    <a:pt x="1302058" y="1395448"/>
                  </a:lnTo>
                  <a:lnTo>
                    <a:pt x="1302051" y="1395450"/>
                  </a:lnTo>
                  <a:lnTo>
                    <a:pt x="1302046" y="1395451"/>
                  </a:lnTo>
                  <a:lnTo>
                    <a:pt x="1302040" y="1395452"/>
                  </a:lnTo>
                  <a:lnTo>
                    <a:pt x="1302035" y="1395452"/>
                  </a:lnTo>
                  <a:lnTo>
                    <a:pt x="1302030" y="1395451"/>
                  </a:lnTo>
                  <a:lnTo>
                    <a:pt x="1302024" y="1395450"/>
                  </a:lnTo>
                  <a:lnTo>
                    <a:pt x="1302017" y="1395449"/>
                  </a:lnTo>
                  <a:lnTo>
                    <a:pt x="1302011" y="1395448"/>
                  </a:lnTo>
                  <a:lnTo>
                    <a:pt x="1302005" y="1395447"/>
                  </a:lnTo>
                  <a:lnTo>
                    <a:pt x="1302001" y="1395446"/>
                  </a:lnTo>
                  <a:lnTo>
                    <a:pt x="1301996" y="1395446"/>
                  </a:lnTo>
                  <a:lnTo>
                    <a:pt x="1301990" y="1395446"/>
                  </a:lnTo>
                  <a:lnTo>
                    <a:pt x="1301985" y="1395446"/>
                  </a:lnTo>
                  <a:lnTo>
                    <a:pt x="1301980" y="1395447"/>
                  </a:lnTo>
                  <a:lnTo>
                    <a:pt x="1301972" y="1395449"/>
                  </a:lnTo>
                  <a:lnTo>
                    <a:pt x="1301968" y="1395453"/>
                  </a:lnTo>
                  <a:lnTo>
                    <a:pt x="1301965" y="1395456"/>
                  </a:lnTo>
                  <a:lnTo>
                    <a:pt x="1301962" y="1395461"/>
                  </a:lnTo>
                  <a:lnTo>
                    <a:pt x="1301958" y="1395466"/>
                  </a:lnTo>
                  <a:lnTo>
                    <a:pt x="1301953" y="1395471"/>
                  </a:lnTo>
                  <a:lnTo>
                    <a:pt x="1301948" y="1395473"/>
                  </a:lnTo>
                  <a:lnTo>
                    <a:pt x="1301944" y="1395472"/>
                  </a:lnTo>
                  <a:lnTo>
                    <a:pt x="1301936" y="1395468"/>
                  </a:lnTo>
                  <a:lnTo>
                    <a:pt x="1301929" y="1395465"/>
                  </a:lnTo>
                  <a:lnTo>
                    <a:pt x="1301923" y="1395463"/>
                  </a:lnTo>
                  <a:lnTo>
                    <a:pt x="1301917" y="1395461"/>
                  </a:lnTo>
                  <a:lnTo>
                    <a:pt x="1301909" y="1395458"/>
                  </a:lnTo>
                  <a:lnTo>
                    <a:pt x="1301902" y="1395456"/>
                  </a:lnTo>
                  <a:lnTo>
                    <a:pt x="1301897" y="1395453"/>
                  </a:lnTo>
                  <a:lnTo>
                    <a:pt x="1301893" y="1395451"/>
                  </a:lnTo>
                  <a:lnTo>
                    <a:pt x="1301889" y="1395449"/>
                  </a:lnTo>
                  <a:lnTo>
                    <a:pt x="1301884" y="1395445"/>
                  </a:lnTo>
                  <a:lnTo>
                    <a:pt x="1301879" y="1395440"/>
                  </a:lnTo>
                  <a:lnTo>
                    <a:pt x="1301875" y="1395436"/>
                  </a:lnTo>
                  <a:lnTo>
                    <a:pt x="1301871" y="1395432"/>
                  </a:lnTo>
                  <a:lnTo>
                    <a:pt x="1301866" y="1395426"/>
                  </a:lnTo>
                  <a:lnTo>
                    <a:pt x="1301862" y="1395421"/>
                  </a:lnTo>
                  <a:lnTo>
                    <a:pt x="1301858" y="1395417"/>
                  </a:lnTo>
                  <a:lnTo>
                    <a:pt x="1301855" y="1395412"/>
                  </a:lnTo>
                  <a:lnTo>
                    <a:pt x="1301852" y="1395409"/>
                  </a:lnTo>
                  <a:lnTo>
                    <a:pt x="1301845" y="1395401"/>
                  </a:lnTo>
                  <a:lnTo>
                    <a:pt x="1301842" y="1395396"/>
                  </a:lnTo>
                  <a:lnTo>
                    <a:pt x="1301839" y="1395392"/>
                  </a:lnTo>
                  <a:lnTo>
                    <a:pt x="1301837" y="1395388"/>
                  </a:lnTo>
                  <a:lnTo>
                    <a:pt x="1301834" y="1395382"/>
                  </a:lnTo>
                  <a:lnTo>
                    <a:pt x="1301832" y="1395376"/>
                  </a:lnTo>
                  <a:lnTo>
                    <a:pt x="1301829" y="1395371"/>
                  </a:lnTo>
                  <a:lnTo>
                    <a:pt x="1301825" y="1395365"/>
                  </a:lnTo>
                  <a:lnTo>
                    <a:pt x="1301821" y="1395362"/>
                  </a:lnTo>
                  <a:lnTo>
                    <a:pt x="1301817" y="1395359"/>
                  </a:lnTo>
                  <a:lnTo>
                    <a:pt x="1301813" y="1395357"/>
                  </a:lnTo>
                  <a:lnTo>
                    <a:pt x="1301807" y="1395356"/>
                  </a:lnTo>
                  <a:lnTo>
                    <a:pt x="1301800" y="1395355"/>
                  </a:lnTo>
                  <a:lnTo>
                    <a:pt x="1301792" y="1395356"/>
                  </a:lnTo>
                  <a:lnTo>
                    <a:pt x="1301784" y="1395359"/>
                  </a:lnTo>
                  <a:lnTo>
                    <a:pt x="1301779" y="1395360"/>
                  </a:lnTo>
                  <a:lnTo>
                    <a:pt x="1301772" y="1395362"/>
                  </a:lnTo>
                  <a:lnTo>
                    <a:pt x="1301765" y="1395364"/>
                  </a:lnTo>
                  <a:lnTo>
                    <a:pt x="1301760" y="1395366"/>
                  </a:lnTo>
                  <a:lnTo>
                    <a:pt x="1301755" y="1395366"/>
                  </a:lnTo>
                  <a:lnTo>
                    <a:pt x="1301748" y="1395368"/>
                  </a:lnTo>
                  <a:lnTo>
                    <a:pt x="1301739" y="1395369"/>
                  </a:lnTo>
                  <a:lnTo>
                    <a:pt x="1301730" y="1395371"/>
                  </a:lnTo>
                  <a:lnTo>
                    <a:pt x="1301722" y="1395373"/>
                  </a:lnTo>
                  <a:lnTo>
                    <a:pt x="1301717" y="1395374"/>
                  </a:lnTo>
                  <a:lnTo>
                    <a:pt x="1301711" y="1395375"/>
                  </a:lnTo>
                  <a:lnTo>
                    <a:pt x="1301706" y="1395375"/>
                  </a:lnTo>
                  <a:lnTo>
                    <a:pt x="1301700" y="1395375"/>
                  </a:lnTo>
                  <a:lnTo>
                    <a:pt x="1301694" y="1395375"/>
                  </a:lnTo>
                  <a:lnTo>
                    <a:pt x="1301690" y="1395376"/>
                  </a:lnTo>
                  <a:lnTo>
                    <a:pt x="1301685" y="1395381"/>
                  </a:lnTo>
                  <a:lnTo>
                    <a:pt x="1301680" y="1395386"/>
                  </a:lnTo>
                  <a:lnTo>
                    <a:pt x="1301673" y="1395393"/>
                  </a:lnTo>
                  <a:lnTo>
                    <a:pt x="1301659" y="1395394"/>
                  </a:lnTo>
                  <a:lnTo>
                    <a:pt x="1301646" y="1395389"/>
                  </a:lnTo>
                  <a:lnTo>
                    <a:pt x="1301632" y="1395382"/>
                  </a:lnTo>
                  <a:lnTo>
                    <a:pt x="1301618" y="1395370"/>
                  </a:lnTo>
                  <a:lnTo>
                    <a:pt x="1301596" y="1395356"/>
                  </a:lnTo>
                  <a:lnTo>
                    <a:pt x="1301580" y="1395345"/>
                  </a:lnTo>
                  <a:lnTo>
                    <a:pt x="1301559" y="1395335"/>
                  </a:lnTo>
                  <a:lnTo>
                    <a:pt x="1301546" y="1395328"/>
                  </a:lnTo>
                  <a:lnTo>
                    <a:pt x="1301529" y="1395322"/>
                  </a:lnTo>
                  <a:lnTo>
                    <a:pt x="1301500" y="1395332"/>
                  </a:lnTo>
                  <a:lnTo>
                    <a:pt x="1301487" y="1395338"/>
                  </a:lnTo>
                  <a:lnTo>
                    <a:pt x="1301470" y="1395349"/>
                  </a:lnTo>
                  <a:lnTo>
                    <a:pt x="1301454" y="1395362"/>
                  </a:lnTo>
                  <a:lnTo>
                    <a:pt x="1301445" y="1395365"/>
                  </a:lnTo>
                  <a:lnTo>
                    <a:pt x="1301433" y="1395368"/>
                  </a:lnTo>
                  <a:lnTo>
                    <a:pt x="1301423" y="1395366"/>
                  </a:lnTo>
                  <a:lnTo>
                    <a:pt x="1301398" y="1395348"/>
                  </a:lnTo>
                  <a:lnTo>
                    <a:pt x="1301389" y="1395344"/>
                  </a:lnTo>
                  <a:lnTo>
                    <a:pt x="1301378" y="1395341"/>
                  </a:lnTo>
                  <a:lnTo>
                    <a:pt x="1301367" y="1395339"/>
                  </a:lnTo>
                  <a:lnTo>
                    <a:pt x="1301350" y="1395340"/>
                  </a:lnTo>
                  <a:lnTo>
                    <a:pt x="1301345" y="1395340"/>
                  </a:lnTo>
                  <a:lnTo>
                    <a:pt x="1301335" y="1395340"/>
                  </a:lnTo>
                  <a:lnTo>
                    <a:pt x="1301319" y="1395333"/>
                  </a:lnTo>
                  <a:lnTo>
                    <a:pt x="1301302" y="1395330"/>
                  </a:lnTo>
                  <a:lnTo>
                    <a:pt x="1301284" y="1395319"/>
                  </a:lnTo>
                  <a:lnTo>
                    <a:pt x="1301265" y="1395316"/>
                  </a:lnTo>
                  <a:lnTo>
                    <a:pt x="1301251" y="1395319"/>
                  </a:lnTo>
                  <a:lnTo>
                    <a:pt x="1301237" y="1395323"/>
                  </a:lnTo>
                  <a:lnTo>
                    <a:pt x="1301218" y="1395333"/>
                  </a:lnTo>
                  <a:lnTo>
                    <a:pt x="1301198" y="1395332"/>
                  </a:lnTo>
                  <a:lnTo>
                    <a:pt x="1301193" y="1395330"/>
                  </a:lnTo>
                  <a:lnTo>
                    <a:pt x="1301189" y="1395328"/>
                  </a:lnTo>
                  <a:lnTo>
                    <a:pt x="1301176" y="1395318"/>
                  </a:lnTo>
                  <a:lnTo>
                    <a:pt x="1301167" y="1395312"/>
                  </a:lnTo>
                  <a:lnTo>
                    <a:pt x="1301149" y="1395303"/>
                  </a:lnTo>
                  <a:lnTo>
                    <a:pt x="1301122" y="1395291"/>
                  </a:lnTo>
                  <a:lnTo>
                    <a:pt x="1301111" y="1395282"/>
                  </a:lnTo>
                  <a:lnTo>
                    <a:pt x="1301099" y="1395272"/>
                  </a:lnTo>
                  <a:lnTo>
                    <a:pt x="1301082" y="1395258"/>
                  </a:lnTo>
                  <a:lnTo>
                    <a:pt x="1301071" y="1395252"/>
                  </a:lnTo>
                  <a:lnTo>
                    <a:pt x="1301053" y="1395248"/>
                  </a:lnTo>
                  <a:lnTo>
                    <a:pt x="1301032" y="1395238"/>
                  </a:lnTo>
                  <a:lnTo>
                    <a:pt x="1301021" y="1395229"/>
                  </a:lnTo>
                  <a:lnTo>
                    <a:pt x="1301010" y="1395215"/>
                  </a:lnTo>
                  <a:lnTo>
                    <a:pt x="1300940" y="1395115"/>
                  </a:lnTo>
                  <a:lnTo>
                    <a:pt x="1300937" y="1395111"/>
                  </a:lnTo>
                  <a:lnTo>
                    <a:pt x="1300885" y="1395079"/>
                  </a:lnTo>
                  <a:lnTo>
                    <a:pt x="1300878" y="1395075"/>
                  </a:lnTo>
                  <a:lnTo>
                    <a:pt x="1300874" y="1395073"/>
                  </a:lnTo>
                  <a:lnTo>
                    <a:pt x="1300870" y="1395070"/>
                  </a:lnTo>
                  <a:lnTo>
                    <a:pt x="1300865" y="1395068"/>
                  </a:lnTo>
                  <a:lnTo>
                    <a:pt x="1300861" y="1395066"/>
                  </a:lnTo>
                  <a:lnTo>
                    <a:pt x="1300856" y="1395065"/>
                  </a:lnTo>
                  <a:lnTo>
                    <a:pt x="1300851" y="1395065"/>
                  </a:lnTo>
                  <a:lnTo>
                    <a:pt x="1300845" y="1395065"/>
                  </a:lnTo>
                  <a:lnTo>
                    <a:pt x="1300839" y="1395065"/>
                  </a:lnTo>
                  <a:lnTo>
                    <a:pt x="1300833" y="1395066"/>
                  </a:lnTo>
                  <a:lnTo>
                    <a:pt x="1300827" y="1395068"/>
                  </a:lnTo>
                  <a:lnTo>
                    <a:pt x="1300820" y="1395070"/>
                  </a:lnTo>
                  <a:lnTo>
                    <a:pt x="1300814" y="1395072"/>
                  </a:lnTo>
                  <a:lnTo>
                    <a:pt x="1300810" y="1395073"/>
                  </a:lnTo>
                  <a:lnTo>
                    <a:pt x="1300803" y="1395074"/>
                  </a:lnTo>
                  <a:lnTo>
                    <a:pt x="1300797" y="1395074"/>
                  </a:lnTo>
                  <a:lnTo>
                    <a:pt x="1300791" y="1395074"/>
                  </a:lnTo>
                  <a:lnTo>
                    <a:pt x="1300785" y="1395071"/>
                  </a:lnTo>
                  <a:lnTo>
                    <a:pt x="1300780" y="1395068"/>
                  </a:lnTo>
                  <a:lnTo>
                    <a:pt x="1300775" y="1395064"/>
                  </a:lnTo>
                  <a:lnTo>
                    <a:pt x="1300769" y="1395061"/>
                  </a:lnTo>
                  <a:lnTo>
                    <a:pt x="1300761" y="1395060"/>
                  </a:lnTo>
                  <a:lnTo>
                    <a:pt x="1300754" y="1395059"/>
                  </a:lnTo>
                  <a:lnTo>
                    <a:pt x="1300749" y="1395058"/>
                  </a:lnTo>
                  <a:lnTo>
                    <a:pt x="1300744" y="1395057"/>
                  </a:lnTo>
                  <a:lnTo>
                    <a:pt x="1300740" y="1395056"/>
                  </a:lnTo>
                  <a:lnTo>
                    <a:pt x="1300670" y="1395027"/>
                  </a:lnTo>
                  <a:lnTo>
                    <a:pt x="1300664" y="1395026"/>
                  </a:lnTo>
                  <a:lnTo>
                    <a:pt x="1300655" y="1395024"/>
                  </a:lnTo>
                  <a:lnTo>
                    <a:pt x="1300648" y="1395022"/>
                  </a:lnTo>
                  <a:lnTo>
                    <a:pt x="1300641" y="1395020"/>
                  </a:lnTo>
                  <a:lnTo>
                    <a:pt x="1300636" y="1395017"/>
                  </a:lnTo>
                  <a:lnTo>
                    <a:pt x="1300631" y="1395014"/>
                  </a:lnTo>
                  <a:lnTo>
                    <a:pt x="1300627" y="1395011"/>
                  </a:lnTo>
                  <a:lnTo>
                    <a:pt x="1300624" y="1395008"/>
                  </a:lnTo>
                  <a:lnTo>
                    <a:pt x="1300619" y="1395004"/>
                  </a:lnTo>
                  <a:lnTo>
                    <a:pt x="1300616" y="1395001"/>
                  </a:lnTo>
                  <a:lnTo>
                    <a:pt x="1300612" y="1394998"/>
                  </a:lnTo>
                  <a:lnTo>
                    <a:pt x="1300608" y="1394995"/>
                  </a:lnTo>
                  <a:lnTo>
                    <a:pt x="1300602" y="1394992"/>
                  </a:lnTo>
                  <a:lnTo>
                    <a:pt x="1300595" y="1394988"/>
                  </a:lnTo>
                  <a:lnTo>
                    <a:pt x="1300591" y="1394984"/>
                  </a:lnTo>
                  <a:lnTo>
                    <a:pt x="1300588" y="1394981"/>
                  </a:lnTo>
                  <a:lnTo>
                    <a:pt x="1300584" y="1394977"/>
                  </a:lnTo>
                  <a:lnTo>
                    <a:pt x="1300581" y="1394972"/>
                  </a:lnTo>
                  <a:lnTo>
                    <a:pt x="1300578" y="1394968"/>
                  </a:lnTo>
                  <a:lnTo>
                    <a:pt x="1300575" y="1394964"/>
                  </a:lnTo>
                  <a:lnTo>
                    <a:pt x="1300572" y="1394960"/>
                  </a:lnTo>
                  <a:lnTo>
                    <a:pt x="1300570" y="1394955"/>
                  </a:lnTo>
                  <a:lnTo>
                    <a:pt x="1300566" y="1394950"/>
                  </a:lnTo>
                  <a:lnTo>
                    <a:pt x="1300562" y="1394944"/>
                  </a:lnTo>
                  <a:lnTo>
                    <a:pt x="1300558" y="1394939"/>
                  </a:lnTo>
                  <a:lnTo>
                    <a:pt x="1300554" y="1394936"/>
                  </a:lnTo>
                  <a:lnTo>
                    <a:pt x="1300551" y="1394933"/>
                  </a:lnTo>
                  <a:lnTo>
                    <a:pt x="1300546" y="1394930"/>
                  </a:lnTo>
                  <a:lnTo>
                    <a:pt x="1300542" y="1394928"/>
                  </a:lnTo>
                  <a:lnTo>
                    <a:pt x="1300538" y="1394925"/>
                  </a:lnTo>
                  <a:lnTo>
                    <a:pt x="1300534" y="1394921"/>
                  </a:lnTo>
                  <a:lnTo>
                    <a:pt x="1300532" y="1394917"/>
                  </a:lnTo>
                  <a:lnTo>
                    <a:pt x="1300529" y="1394912"/>
                  </a:lnTo>
                  <a:lnTo>
                    <a:pt x="1300527" y="1394908"/>
                  </a:lnTo>
                  <a:lnTo>
                    <a:pt x="1300525" y="1394903"/>
                  </a:lnTo>
                  <a:lnTo>
                    <a:pt x="1300521" y="1394897"/>
                  </a:lnTo>
                  <a:lnTo>
                    <a:pt x="1300517" y="1394893"/>
                  </a:lnTo>
                  <a:lnTo>
                    <a:pt x="1300510" y="1394889"/>
                  </a:lnTo>
                  <a:lnTo>
                    <a:pt x="1300504" y="1394888"/>
                  </a:lnTo>
                  <a:lnTo>
                    <a:pt x="1300499" y="1394887"/>
                  </a:lnTo>
                  <a:lnTo>
                    <a:pt x="1300495" y="1394887"/>
                  </a:lnTo>
                  <a:lnTo>
                    <a:pt x="1300490" y="1394886"/>
                  </a:lnTo>
                  <a:lnTo>
                    <a:pt x="1300486" y="1394886"/>
                  </a:lnTo>
                  <a:lnTo>
                    <a:pt x="1300480" y="1394884"/>
                  </a:lnTo>
                  <a:lnTo>
                    <a:pt x="1300477" y="1394881"/>
                  </a:lnTo>
                  <a:lnTo>
                    <a:pt x="1300475" y="1394876"/>
                  </a:lnTo>
                  <a:lnTo>
                    <a:pt x="1300473" y="1394869"/>
                  </a:lnTo>
                  <a:lnTo>
                    <a:pt x="1300472" y="1394864"/>
                  </a:lnTo>
                  <a:lnTo>
                    <a:pt x="1300470" y="1394858"/>
                  </a:lnTo>
                  <a:lnTo>
                    <a:pt x="1300469" y="1394853"/>
                  </a:lnTo>
                  <a:lnTo>
                    <a:pt x="1300467" y="1394848"/>
                  </a:lnTo>
                  <a:lnTo>
                    <a:pt x="1300464" y="1394843"/>
                  </a:lnTo>
                  <a:lnTo>
                    <a:pt x="1300459" y="1394839"/>
                  </a:lnTo>
                  <a:lnTo>
                    <a:pt x="1300454" y="1394838"/>
                  </a:lnTo>
                  <a:lnTo>
                    <a:pt x="1300449" y="1394837"/>
                  </a:lnTo>
                  <a:lnTo>
                    <a:pt x="1300445" y="1394837"/>
                  </a:lnTo>
                  <a:lnTo>
                    <a:pt x="1300439" y="1394837"/>
                  </a:lnTo>
                  <a:lnTo>
                    <a:pt x="1300435" y="1394836"/>
                  </a:lnTo>
                  <a:lnTo>
                    <a:pt x="1300431" y="1394835"/>
                  </a:lnTo>
                  <a:lnTo>
                    <a:pt x="1300426" y="1394834"/>
                  </a:lnTo>
                  <a:lnTo>
                    <a:pt x="1300422" y="1394833"/>
                  </a:lnTo>
                  <a:lnTo>
                    <a:pt x="1300415" y="1394832"/>
                  </a:lnTo>
                  <a:lnTo>
                    <a:pt x="1300408" y="1394829"/>
                  </a:lnTo>
                  <a:lnTo>
                    <a:pt x="1300403" y="1394827"/>
                  </a:lnTo>
                  <a:lnTo>
                    <a:pt x="1300398" y="1394825"/>
                  </a:lnTo>
                  <a:lnTo>
                    <a:pt x="1300392" y="1394823"/>
                  </a:lnTo>
                  <a:lnTo>
                    <a:pt x="1300386" y="1394821"/>
                  </a:lnTo>
                  <a:lnTo>
                    <a:pt x="1300381" y="1394819"/>
                  </a:lnTo>
                  <a:lnTo>
                    <a:pt x="1300377" y="1394815"/>
                  </a:lnTo>
                  <a:lnTo>
                    <a:pt x="1300372" y="1394811"/>
                  </a:lnTo>
                  <a:lnTo>
                    <a:pt x="1300368" y="1394806"/>
                  </a:lnTo>
                  <a:lnTo>
                    <a:pt x="1300364" y="1394798"/>
                  </a:lnTo>
                  <a:lnTo>
                    <a:pt x="1300360" y="1394790"/>
                  </a:lnTo>
                  <a:lnTo>
                    <a:pt x="1300358" y="1394783"/>
                  </a:lnTo>
                  <a:lnTo>
                    <a:pt x="1300355" y="1394778"/>
                  </a:lnTo>
                  <a:lnTo>
                    <a:pt x="1300352" y="1394775"/>
                  </a:lnTo>
                  <a:lnTo>
                    <a:pt x="1300347" y="1394773"/>
                  </a:lnTo>
                  <a:lnTo>
                    <a:pt x="1300341" y="1394771"/>
                  </a:lnTo>
                  <a:lnTo>
                    <a:pt x="1300335" y="1394770"/>
                  </a:lnTo>
                  <a:lnTo>
                    <a:pt x="1300329" y="1394769"/>
                  </a:lnTo>
                  <a:lnTo>
                    <a:pt x="1300323" y="1394768"/>
                  </a:lnTo>
                  <a:lnTo>
                    <a:pt x="1300316" y="1394766"/>
                  </a:lnTo>
                  <a:lnTo>
                    <a:pt x="1300311" y="1394764"/>
                  </a:lnTo>
                  <a:lnTo>
                    <a:pt x="1300306" y="1394763"/>
                  </a:lnTo>
                  <a:lnTo>
                    <a:pt x="1300302" y="1394762"/>
                  </a:lnTo>
                  <a:lnTo>
                    <a:pt x="1300296" y="1394760"/>
                  </a:lnTo>
                  <a:lnTo>
                    <a:pt x="1300289" y="1394759"/>
                  </a:lnTo>
                  <a:lnTo>
                    <a:pt x="1300284" y="1394762"/>
                  </a:lnTo>
                  <a:lnTo>
                    <a:pt x="1300280" y="1394768"/>
                  </a:lnTo>
                  <a:lnTo>
                    <a:pt x="1300276" y="1394773"/>
                  </a:lnTo>
                  <a:lnTo>
                    <a:pt x="1300271" y="1394772"/>
                  </a:lnTo>
                  <a:lnTo>
                    <a:pt x="1300266" y="1394770"/>
                  </a:lnTo>
                  <a:lnTo>
                    <a:pt x="1300261" y="1394768"/>
                  </a:lnTo>
                  <a:lnTo>
                    <a:pt x="1300255" y="1394764"/>
                  </a:lnTo>
                  <a:lnTo>
                    <a:pt x="1300251" y="1394762"/>
                  </a:lnTo>
                  <a:lnTo>
                    <a:pt x="1300247" y="1394758"/>
                  </a:lnTo>
                  <a:lnTo>
                    <a:pt x="1300243" y="1394753"/>
                  </a:lnTo>
                  <a:lnTo>
                    <a:pt x="1300239" y="1394749"/>
                  </a:lnTo>
                  <a:lnTo>
                    <a:pt x="1300235" y="1394744"/>
                  </a:lnTo>
                  <a:lnTo>
                    <a:pt x="1300232" y="1394741"/>
                  </a:lnTo>
                  <a:lnTo>
                    <a:pt x="1300232" y="1394727"/>
                  </a:lnTo>
                  <a:lnTo>
                    <a:pt x="1300233" y="1394711"/>
                  </a:lnTo>
                  <a:lnTo>
                    <a:pt x="1300229" y="1394708"/>
                  </a:lnTo>
                  <a:lnTo>
                    <a:pt x="1300232" y="1394696"/>
                  </a:lnTo>
                  <a:lnTo>
                    <a:pt x="1300238" y="1394691"/>
                  </a:lnTo>
                  <a:lnTo>
                    <a:pt x="1300247" y="1394686"/>
                  </a:lnTo>
                  <a:lnTo>
                    <a:pt x="1300256" y="1394681"/>
                  </a:lnTo>
                  <a:lnTo>
                    <a:pt x="1300261" y="1394679"/>
                  </a:lnTo>
                  <a:lnTo>
                    <a:pt x="1300267" y="1394676"/>
                  </a:lnTo>
                  <a:lnTo>
                    <a:pt x="1300275" y="1394672"/>
                  </a:lnTo>
                  <a:lnTo>
                    <a:pt x="1300281" y="1394668"/>
                  </a:lnTo>
                  <a:lnTo>
                    <a:pt x="1300287" y="1394665"/>
                  </a:lnTo>
                  <a:lnTo>
                    <a:pt x="1300291" y="1394661"/>
                  </a:lnTo>
                  <a:lnTo>
                    <a:pt x="1300298" y="1394655"/>
                  </a:lnTo>
                  <a:lnTo>
                    <a:pt x="1300304" y="1394650"/>
                  </a:lnTo>
                  <a:lnTo>
                    <a:pt x="1300309" y="1394646"/>
                  </a:lnTo>
                  <a:lnTo>
                    <a:pt x="1300315" y="1394643"/>
                  </a:lnTo>
                  <a:lnTo>
                    <a:pt x="1300317" y="1394637"/>
                  </a:lnTo>
                  <a:lnTo>
                    <a:pt x="1300314" y="1394632"/>
                  </a:lnTo>
                  <a:lnTo>
                    <a:pt x="1300310" y="1394628"/>
                  </a:lnTo>
                  <a:lnTo>
                    <a:pt x="1300308" y="1394622"/>
                  </a:lnTo>
                  <a:lnTo>
                    <a:pt x="1300308" y="1394615"/>
                  </a:lnTo>
                  <a:lnTo>
                    <a:pt x="1300308" y="1394609"/>
                  </a:lnTo>
                  <a:lnTo>
                    <a:pt x="1300309" y="1394604"/>
                  </a:lnTo>
                  <a:lnTo>
                    <a:pt x="1300311" y="1394599"/>
                  </a:lnTo>
                  <a:lnTo>
                    <a:pt x="1300314" y="1394593"/>
                  </a:lnTo>
                  <a:lnTo>
                    <a:pt x="1300317" y="1394588"/>
                  </a:lnTo>
                  <a:lnTo>
                    <a:pt x="1300320" y="1394584"/>
                  </a:lnTo>
                  <a:lnTo>
                    <a:pt x="1300323" y="1394580"/>
                  </a:lnTo>
                  <a:lnTo>
                    <a:pt x="1300328" y="1394572"/>
                  </a:lnTo>
                  <a:lnTo>
                    <a:pt x="1300332" y="1394566"/>
                  </a:lnTo>
                  <a:lnTo>
                    <a:pt x="1300336" y="1394558"/>
                  </a:lnTo>
                  <a:lnTo>
                    <a:pt x="1300338" y="1394553"/>
                  </a:lnTo>
                  <a:lnTo>
                    <a:pt x="1300339" y="1394548"/>
                  </a:lnTo>
                  <a:lnTo>
                    <a:pt x="1300340" y="1394543"/>
                  </a:lnTo>
                  <a:lnTo>
                    <a:pt x="1300342" y="1394539"/>
                  </a:lnTo>
                  <a:lnTo>
                    <a:pt x="1300343" y="1394533"/>
                  </a:lnTo>
                  <a:lnTo>
                    <a:pt x="1300343" y="1394527"/>
                  </a:lnTo>
                  <a:lnTo>
                    <a:pt x="1300343" y="1394521"/>
                  </a:lnTo>
                  <a:lnTo>
                    <a:pt x="1300342" y="1394516"/>
                  </a:lnTo>
                  <a:lnTo>
                    <a:pt x="1300339" y="1394510"/>
                  </a:lnTo>
                  <a:lnTo>
                    <a:pt x="1300335" y="1394503"/>
                  </a:lnTo>
                  <a:lnTo>
                    <a:pt x="1300332" y="1394498"/>
                  </a:lnTo>
                  <a:lnTo>
                    <a:pt x="1300330" y="1394493"/>
                  </a:lnTo>
                  <a:lnTo>
                    <a:pt x="1300328" y="1394486"/>
                  </a:lnTo>
                  <a:lnTo>
                    <a:pt x="1300328" y="1394480"/>
                  </a:lnTo>
                  <a:lnTo>
                    <a:pt x="1300329" y="1394474"/>
                  </a:lnTo>
                  <a:lnTo>
                    <a:pt x="1300329" y="1394466"/>
                  </a:lnTo>
                  <a:lnTo>
                    <a:pt x="1300329" y="1394459"/>
                  </a:lnTo>
                  <a:lnTo>
                    <a:pt x="1300329" y="1394450"/>
                  </a:lnTo>
                  <a:lnTo>
                    <a:pt x="1300329" y="1394444"/>
                  </a:lnTo>
                  <a:lnTo>
                    <a:pt x="1300327" y="1394437"/>
                  </a:lnTo>
                  <a:lnTo>
                    <a:pt x="1300324" y="1394431"/>
                  </a:lnTo>
                  <a:lnTo>
                    <a:pt x="1300320" y="1394426"/>
                  </a:lnTo>
                  <a:lnTo>
                    <a:pt x="1300314" y="1394421"/>
                  </a:lnTo>
                  <a:lnTo>
                    <a:pt x="1300307" y="1394416"/>
                  </a:lnTo>
                  <a:lnTo>
                    <a:pt x="1300301" y="1394411"/>
                  </a:lnTo>
                  <a:lnTo>
                    <a:pt x="1300296" y="1394406"/>
                  </a:lnTo>
                  <a:lnTo>
                    <a:pt x="1300291" y="1394402"/>
                  </a:lnTo>
                  <a:lnTo>
                    <a:pt x="1300288" y="1394398"/>
                  </a:lnTo>
                  <a:lnTo>
                    <a:pt x="1300284" y="1394395"/>
                  </a:lnTo>
                  <a:lnTo>
                    <a:pt x="1300280" y="1394390"/>
                  </a:lnTo>
                  <a:lnTo>
                    <a:pt x="1300276" y="1394384"/>
                  </a:lnTo>
                  <a:lnTo>
                    <a:pt x="1300272" y="1394378"/>
                  </a:lnTo>
                  <a:lnTo>
                    <a:pt x="1300273" y="1394372"/>
                  </a:lnTo>
                  <a:lnTo>
                    <a:pt x="1300275" y="1394367"/>
                  </a:lnTo>
                  <a:lnTo>
                    <a:pt x="1300278" y="1394361"/>
                  </a:lnTo>
                  <a:lnTo>
                    <a:pt x="1300281" y="1394356"/>
                  </a:lnTo>
                  <a:lnTo>
                    <a:pt x="1300284" y="1394351"/>
                  </a:lnTo>
                  <a:lnTo>
                    <a:pt x="1300288" y="1394347"/>
                  </a:lnTo>
                  <a:lnTo>
                    <a:pt x="1300292" y="1394344"/>
                  </a:lnTo>
                  <a:lnTo>
                    <a:pt x="1300296" y="1394340"/>
                  </a:lnTo>
                  <a:lnTo>
                    <a:pt x="1300299" y="1394334"/>
                  </a:lnTo>
                  <a:lnTo>
                    <a:pt x="1300299" y="1394327"/>
                  </a:lnTo>
                  <a:lnTo>
                    <a:pt x="1300297" y="1394317"/>
                  </a:lnTo>
                  <a:lnTo>
                    <a:pt x="1300295" y="1394307"/>
                  </a:lnTo>
                  <a:lnTo>
                    <a:pt x="1300294" y="1394301"/>
                  </a:lnTo>
                  <a:lnTo>
                    <a:pt x="1300292" y="1394295"/>
                  </a:lnTo>
                  <a:lnTo>
                    <a:pt x="1300291" y="1394288"/>
                  </a:lnTo>
                  <a:lnTo>
                    <a:pt x="1300292" y="1394281"/>
                  </a:lnTo>
                  <a:lnTo>
                    <a:pt x="1300293" y="1394276"/>
                  </a:lnTo>
                  <a:lnTo>
                    <a:pt x="1300295" y="1394270"/>
                  </a:lnTo>
                  <a:lnTo>
                    <a:pt x="1300295" y="1394264"/>
                  </a:lnTo>
                  <a:lnTo>
                    <a:pt x="1300293" y="1394256"/>
                  </a:lnTo>
                  <a:lnTo>
                    <a:pt x="1300288" y="1394250"/>
                  </a:lnTo>
                  <a:lnTo>
                    <a:pt x="1300282" y="1394245"/>
                  </a:lnTo>
                  <a:lnTo>
                    <a:pt x="1300279" y="1394242"/>
                  </a:lnTo>
                  <a:lnTo>
                    <a:pt x="1300275" y="1394238"/>
                  </a:lnTo>
                  <a:lnTo>
                    <a:pt x="1300271" y="1394234"/>
                  </a:lnTo>
                  <a:lnTo>
                    <a:pt x="1300264" y="1394230"/>
                  </a:lnTo>
                  <a:lnTo>
                    <a:pt x="1300252" y="1394205"/>
                  </a:lnTo>
                  <a:lnTo>
                    <a:pt x="1300238" y="1394205"/>
                  </a:lnTo>
                  <a:lnTo>
                    <a:pt x="1300225" y="1394203"/>
                  </a:lnTo>
                  <a:lnTo>
                    <a:pt x="1300209" y="1394200"/>
                  </a:lnTo>
                  <a:lnTo>
                    <a:pt x="1300197" y="1394192"/>
                  </a:lnTo>
                  <a:lnTo>
                    <a:pt x="1300180" y="1394181"/>
                  </a:lnTo>
                  <a:lnTo>
                    <a:pt x="1300168" y="1394180"/>
                  </a:lnTo>
                  <a:lnTo>
                    <a:pt x="1300157" y="1394178"/>
                  </a:lnTo>
                  <a:lnTo>
                    <a:pt x="1300140" y="1394169"/>
                  </a:lnTo>
                  <a:lnTo>
                    <a:pt x="1300127" y="1394165"/>
                  </a:lnTo>
                  <a:lnTo>
                    <a:pt x="1300115" y="1394161"/>
                  </a:lnTo>
                  <a:lnTo>
                    <a:pt x="1300108" y="1394156"/>
                  </a:lnTo>
                  <a:lnTo>
                    <a:pt x="1300100" y="1394150"/>
                  </a:lnTo>
                  <a:lnTo>
                    <a:pt x="1300103" y="1394141"/>
                  </a:lnTo>
                  <a:lnTo>
                    <a:pt x="1300104" y="1394128"/>
                  </a:lnTo>
                  <a:lnTo>
                    <a:pt x="1300103" y="1394121"/>
                  </a:lnTo>
                  <a:lnTo>
                    <a:pt x="1300094" y="1394117"/>
                  </a:lnTo>
                  <a:lnTo>
                    <a:pt x="1300083" y="1394112"/>
                  </a:lnTo>
                  <a:lnTo>
                    <a:pt x="1300064" y="1394098"/>
                  </a:lnTo>
                  <a:lnTo>
                    <a:pt x="1300070" y="1394078"/>
                  </a:lnTo>
                  <a:lnTo>
                    <a:pt x="1300071" y="1394060"/>
                  </a:lnTo>
                  <a:lnTo>
                    <a:pt x="1300069" y="1394053"/>
                  </a:lnTo>
                  <a:lnTo>
                    <a:pt x="1300059" y="1394039"/>
                  </a:lnTo>
                  <a:lnTo>
                    <a:pt x="1300052" y="1394031"/>
                  </a:lnTo>
                  <a:lnTo>
                    <a:pt x="1300046" y="1394016"/>
                  </a:lnTo>
                  <a:lnTo>
                    <a:pt x="1300043" y="1394000"/>
                  </a:lnTo>
                  <a:lnTo>
                    <a:pt x="1300039" y="1393988"/>
                  </a:lnTo>
                  <a:lnTo>
                    <a:pt x="1300032" y="1393968"/>
                  </a:lnTo>
                  <a:lnTo>
                    <a:pt x="1300026" y="1393954"/>
                  </a:lnTo>
                  <a:lnTo>
                    <a:pt x="1300015" y="1393935"/>
                  </a:lnTo>
                  <a:lnTo>
                    <a:pt x="1300008" y="1393923"/>
                  </a:lnTo>
                  <a:lnTo>
                    <a:pt x="1300005" y="1393911"/>
                  </a:lnTo>
                  <a:lnTo>
                    <a:pt x="1300004" y="1393906"/>
                  </a:lnTo>
                  <a:lnTo>
                    <a:pt x="1300005" y="1393899"/>
                  </a:lnTo>
                  <a:lnTo>
                    <a:pt x="1300008" y="1393891"/>
                  </a:lnTo>
                  <a:lnTo>
                    <a:pt x="1300014" y="1393879"/>
                  </a:lnTo>
                  <a:lnTo>
                    <a:pt x="1300015" y="1393874"/>
                  </a:lnTo>
                  <a:lnTo>
                    <a:pt x="1300010" y="1393869"/>
                  </a:lnTo>
                  <a:lnTo>
                    <a:pt x="1300000" y="1393862"/>
                  </a:lnTo>
                  <a:lnTo>
                    <a:pt x="1299995" y="1393848"/>
                  </a:lnTo>
                  <a:lnTo>
                    <a:pt x="1299994" y="1393833"/>
                  </a:lnTo>
                  <a:lnTo>
                    <a:pt x="1299993" y="1393828"/>
                  </a:lnTo>
                  <a:lnTo>
                    <a:pt x="1299989" y="1393824"/>
                  </a:lnTo>
                  <a:lnTo>
                    <a:pt x="1299983" y="1393822"/>
                  </a:lnTo>
                  <a:lnTo>
                    <a:pt x="1299970" y="1393818"/>
                  </a:lnTo>
                  <a:lnTo>
                    <a:pt x="1299958" y="1393813"/>
                  </a:lnTo>
                  <a:lnTo>
                    <a:pt x="1299943" y="1393806"/>
                  </a:lnTo>
                  <a:lnTo>
                    <a:pt x="1299935" y="1393799"/>
                  </a:lnTo>
                  <a:lnTo>
                    <a:pt x="1299918" y="1393787"/>
                  </a:lnTo>
                  <a:lnTo>
                    <a:pt x="1299908" y="1393778"/>
                  </a:lnTo>
                  <a:lnTo>
                    <a:pt x="1299894" y="1393772"/>
                  </a:lnTo>
                  <a:lnTo>
                    <a:pt x="1299879" y="1393768"/>
                  </a:lnTo>
                  <a:lnTo>
                    <a:pt x="1299880" y="1393761"/>
                  </a:lnTo>
                  <a:lnTo>
                    <a:pt x="1299880" y="1393756"/>
                  </a:lnTo>
                  <a:lnTo>
                    <a:pt x="1299880" y="1393751"/>
                  </a:lnTo>
                  <a:lnTo>
                    <a:pt x="1299879" y="1393746"/>
                  </a:lnTo>
                  <a:lnTo>
                    <a:pt x="1299878" y="1393741"/>
                  </a:lnTo>
                  <a:lnTo>
                    <a:pt x="1299876" y="1393735"/>
                  </a:lnTo>
                  <a:lnTo>
                    <a:pt x="1299874" y="1393730"/>
                  </a:lnTo>
                  <a:lnTo>
                    <a:pt x="1299872" y="1393724"/>
                  </a:lnTo>
                  <a:lnTo>
                    <a:pt x="1299870" y="1393719"/>
                  </a:lnTo>
                  <a:lnTo>
                    <a:pt x="1299868" y="1393714"/>
                  </a:lnTo>
                  <a:lnTo>
                    <a:pt x="1299866" y="1393709"/>
                  </a:lnTo>
                  <a:lnTo>
                    <a:pt x="1299864" y="1393703"/>
                  </a:lnTo>
                  <a:lnTo>
                    <a:pt x="1299862" y="1393698"/>
                  </a:lnTo>
                  <a:lnTo>
                    <a:pt x="1299859" y="1393692"/>
                  </a:lnTo>
                  <a:lnTo>
                    <a:pt x="1299856" y="1393687"/>
                  </a:lnTo>
                  <a:lnTo>
                    <a:pt x="1299852" y="1393679"/>
                  </a:lnTo>
                  <a:lnTo>
                    <a:pt x="1299848" y="1393673"/>
                  </a:lnTo>
                  <a:lnTo>
                    <a:pt x="1299843" y="1393664"/>
                  </a:lnTo>
                  <a:lnTo>
                    <a:pt x="1299838" y="1393657"/>
                  </a:lnTo>
                  <a:lnTo>
                    <a:pt x="1299835" y="1393652"/>
                  </a:lnTo>
                  <a:lnTo>
                    <a:pt x="1299831" y="1393646"/>
                  </a:lnTo>
                  <a:lnTo>
                    <a:pt x="1299827" y="1393641"/>
                  </a:lnTo>
                  <a:lnTo>
                    <a:pt x="1299821" y="1393634"/>
                  </a:lnTo>
                  <a:lnTo>
                    <a:pt x="1299816" y="1393630"/>
                  </a:lnTo>
                  <a:lnTo>
                    <a:pt x="1299810" y="1393626"/>
                  </a:lnTo>
                  <a:lnTo>
                    <a:pt x="1299803" y="1393622"/>
                  </a:lnTo>
                  <a:lnTo>
                    <a:pt x="1299799" y="1393619"/>
                  </a:lnTo>
                  <a:lnTo>
                    <a:pt x="1299790" y="1393615"/>
                  </a:lnTo>
                  <a:lnTo>
                    <a:pt x="1299786" y="1393613"/>
                  </a:lnTo>
                  <a:lnTo>
                    <a:pt x="1299780" y="1393611"/>
                  </a:lnTo>
                  <a:lnTo>
                    <a:pt x="1299775" y="1393610"/>
                  </a:lnTo>
                  <a:lnTo>
                    <a:pt x="1299771" y="1393610"/>
                  </a:lnTo>
                  <a:lnTo>
                    <a:pt x="1299764" y="1393611"/>
                  </a:lnTo>
                  <a:lnTo>
                    <a:pt x="1299755" y="1393610"/>
                  </a:lnTo>
                  <a:lnTo>
                    <a:pt x="1299750" y="1393610"/>
                  </a:lnTo>
                  <a:lnTo>
                    <a:pt x="1299743" y="1393608"/>
                  </a:lnTo>
                  <a:lnTo>
                    <a:pt x="1299737" y="1393605"/>
                  </a:lnTo>
                  <a:lnTo>
                    <a:pt x="1299729" y="1393602"/>
                  </a:lnTo>
                  <a:lnTo>
                    <a:pt x="1299723" y="1393600"/>
                  </a:lnTo>
                  <a:lnTo>
                    <a:pt x="1299714" y="1393596"/>
                  </a:lnTo>
                  <a:lnTo>
                    <a:pt x="1299709" y="1393594"/>
                  </a:lnTo>
                  <a:lnTo>
                    <a:pt x="1299705" y="1393594"/>
                  </a:lnTo>
                  <a:lnTo>
                    <a:pt x="1299697" y="1393593"/>
                  </a:lnTo>
                  <a:lnTo>
                    <a:pt x="1299693" y="1393593"/>
                  </a:lnTo>
                  <a:lnTo>
                    <a:pt x="1299686" y="1393594"/>
                  </a:lnTo>
                  <a:lnTo>
                    <a:pt x="1299679" y="1393594"/>
                  </a:lnTo>
                  <a:lnTo>
                    <a:pt x="1299672" y="1393595"/>
                  </a:lnTo>
                  <a:lnTo>
                    <a:pt x="1299666" y="1393595"/>
                  </a:lnTo>
                  <a:lnTo>
                    <a:pt x="1299659" y="1393596"/>
                  </a:lnTo>
                  <a:lnTo>
                    <a:pt x="1299653" y="1393597"/>
                  </a:lnTo>
                  <a:lnTo>
                    <a:pt x="1299646" y="1393595"/>
                  </a:lnTo>
                  <a:lnTo>
                    <a:pt x="1299639" y="1393592"/>
                  </a:lnTo>
                  <a:lnTo>
                    <a:pt x="1299634" y="1393588"/>
                  </a:lnTo>
                  <a:lnTo>
                    <a:pt x="1299631" y="1393584"/>
                  </a:lnTo>
                  <a:lnTo>
                    <a:pt x="1299628" y="1393580"/>
                  </a:lnTo>
                  <a:lnTo>
                    <a:pt x="1299625" y="1393577"/>
                  </a:lnTo>
                  <a:lnTo>
                    <a:pt x="1299622" y="1393574"/>
                  </a:lnTo>
                  <a:lnTo>
                    <a:pt x="1299617" y="1393569"/>
                  </a:lnTo>
                  <a:lnTo>
                    <a:pt x="1299613" y="1393565"/>
                  </a:lnTo>
                  <a:lnTo>
                    <a:pt x="1299608" y="1393561"/>
                  </a:lnTo>
                  <a:lnTo>
                    <a:pt x="1299605" y="1393559"/>
                  </a:lnTo>
                  <a:lnTo>
                    <a:pt x="1299601" y="1393556"/>
                  </a:lnTo>
                  <a:lnTo>
                    <a:pt x="1299596" y="1393552"/>
                  </a:lnTo>
                  <a:lnTo>
                    <a:pt x="1299592" y="1393550"/>
                  </a:lnTo>
                  <a:lnTo>
                    <a:pt x="1299588" y="1393548"/>
                  </a:lnTo>
                  <a:lnTo>
                    <a:pt x="1299584" y="1393546"/>
                  </a:lnTo>
                  <a:lnTo>
                    <a:pt x="1299579" y="1393544"/>
                  </a:lnTo>
                  <a:lnTo>
                    <a:pt x="1299574" y="1393544"/>
                  </a:lnTo>
                  <a:lnTo>
                    <a:pt x="1299569" y="1393543"/>
                  </a:lnTo>
                  <a:lnTo>
                    <a:pt x="1299563" y="1393544"/>
                  </a:lnTo>
                  <a:lnTo>
                    <a:pt x="1299556" y="1393545"/>
                  </a:lnTo>
                  <a:lnTo>
                    <a:pt x="1299551" y="1393546"/>
                  </a:lnTo>
                  <a:lnTo>
                    <a:pt x="1299545" y="1393549"/>
                  </a:lnTo>
                  <a:lnTo>
                    <a:pt x="1299540" y="1393551"/>
                  </a:lnTo>
                  <a:lnTo>
                    <a:pt x="1299535" y="1393556"/>
                  </a:lnTo>
                  <a:lnTo>
                    <a:pt x="1299529" y="1393559"/>
                  </a:lnTo>
                  <a:lnTo>
                    <a:pt x="1299521" y="1393561"/>
                  </a:lnTo>
                  <a:lnTo>
                    <a:pt x="1299516" y="1393562"/>
                  </a:lnTo>
                  <a:lnTo>
                    <a:pt x="1299508" y="1393562"/>
                  </a:lnTo>
                  <a:lnTo>
                    <a:pt x="1299500" y="1393563"/>
                  </a:lnTo>
                  <a:lnTo>
                    <a:pt x="1299495" y="1393563"/>
                  </a:lnTo>
                  <a:lnTo>
                    <a:pt x="1299488" y="1393564"/>
                  </a:lnTo>
                  <a:lnTo>
                    <a:pt x="1299481" y="1393564"/>
                  </a:lnTo>
                  <a:lnTo>
                    <a:pt x="1299475" y="1393563"/>
                  </a:lnTo>
                  <a:lnTo>
                    <a:pt x="1299469" y="1393563"/>
                  </a:lnTo>
                  <a:lnTo>
                    <a:pt x="1299464" y="1393562"/>
                  </a:lnTo>
                  <a:lnTo>
                    <a:pt x="1299459" y="1393561"/>
                  </a:lnTo>
                  <a:lnTo>
                    <a:pt x="1299456" y="1393560"/>
                  </a:lnTo>
                  <a:lnTo>
                    <a:pt x="1299450" y="1393558"/>
                  </a:lnTo>
                  <a:lnTo>
                    <a:pt x="1299445" y="1393556"/>
                  </a:lnTo>
                  <a:lnTo>
                    <a:pt x="1299440" y="1393553"/>
                  </a:lnTo>
                  <a:lnTo>
                    <a:pt x="1299436" y="1393552"/>
                  </a:lnTo>
                  <a:lnTo>
                    <a:pt x="1299431" y="1393550"/>
                  </a:lnTo>
                  <a:lnTo>
                    <a:pt x="1299423" y="1393548"/>
                  </a:lnTo>
                  <a:lnTo>
                    <a:pt x="1299417" y="1393548"/>
                  </a:lnTo>
                  <a:lnTo>
                    <a:pt x="1299412" y="1393546"/>
                  </a:lnTo>
                  <a:lnTo>
                    <a:pt x="1299406" y="1393544"/>
                  </a:lnTo>
                  <a:lnTo>
                    <a:pt x="1299401" y="1393542"/>
                  </a:lnTo>
                  <a:lnTo>
                    <a:pt x="1299398" y="1393538"/>
                  </a:lnTo>
                  <a:lnTo>
                    <a:pt x="1299394" y="1393532"/>
                  </a:lnTo>
                  <a:lnTo>
                    <a:pt x="1299391" y="1393526"/>
                  </a:lnTo>
                  <a:lnTo>
                    <a:pt x="1299386" y="1393519"/>
                  </a:lnTo>
                  <a:lnTo>
                    <a:pt x="1299381" y="1393514"/>
                  </a:lnTo>
                  <a:lnTo>
                    <a:pt x="1299378" y="1393510"/>
                  </a:lnTo>
                  <a:lnTo>
                    <a:pt x="1299373" y="1393504"/>
                  </a:lnTo>
                  <a:lnTo>
                    <a:pt x="1299369" y="1393500"/>
                  </a:lnTo>
                  <a:lnTo>
                    <a:pt x="1299366" y="1393495"/>
                  </a:lnTo>
                  <a:lnTo>
                    <a:pt x="1299362" y="1393489"/>
                  </a:lnTo>
                  <a:lnTo>
                    <a:pt x="1299360" y="1393485"/>
                  </a:lnTo>
                  <a:lnTo>
                    <a:pt x="1299358" y="1393480"/>
                  </a:lnTo>
                  <a:lnTo>
                    <a:pt x="1299356" y="1393474"/>
                  </a:lnTo>
                  <a:lnTo>
                    <a:pt x="1299353" y="1393467"/>
                  </a:lnTo>
                  <a:lnTo>
                    <a:pt x="1299350" y="1393461"/>
                  </a:lnTo>
                  <a:lnTo>
                    <a:pt x="1299347" y="1393456"/>
                  </a:lnTo>
                  <a:lnTo>
                    <a:pt x="1299344" y="1393452"/>
                  </a:lnTo>
                  <a:lnTo>
                    <a:pt x="1299340" y="1393445"/>
                  </a:lnTo>
                  <a:lnTo>
                    <a:pt x="1299336" y="1393438"/>
                  </a:lnTo>
                  <a:lnTo>
                    <a:pt x="1299334" y="1393433"/>
                  </a:lnTo>
                  <a:lnTo>
                    <a:pt x="1299331" y="1393427"/>
                  </a:lnTo>
                  <a:lnTo>
                    <a:pt x="1299327" y="1393419"/>
                  </a:lnTo>
                  <a:lnTo>
                    <a:pt x="1299325" y="1393414"/>
                  </a:lnTo>
                  <a:lnTo>
                    <a:pt x="1299322" y="1393408"/>
                  </a:lnTo>
                  <a:lnTo>
                    <a:pt x="1299319" y="1393402"/>
                  </a:lnTo>
                  <a:lnTo>
                    <a:pt x="1299317" y="1393396"/>
                  </a:lnTo>
                  <a:lnTo>
                    <a:pt x="1299316" y="1393390"/>
                  </a:lnTo>
                  <a:lnTo>
                    <a:pt x="1299309" y="1393390"/>
                  </a:lnTo>
                  <a:lnTo>
                    <a:pt x="1299304" y="1393392"/>
                  </a:lnTo>
                  <a:lnTo>
                    <a:pt x="1299298" y="1393393"/>
                  </a:lnTo>
                  <a:lnTo>
                    <a:pt x="1299293" y="1393394"/>
                  </a:lnTo>
                  <a:lnTo>
                    <a:pt x="1299288" y="1393395"/>
                  </a:lnTo>
                  <a:lnTo>
                    <a:pt x="1299281" y="1393396"/>
                  </a:lnTo>
                  <a:lnTo>
                    <a:pt x="1299275" y="1393398"/>
                  </a:lnTo>
                  <a:lnTo>
                    <a:pt x="1299271" y="1393401"/>
                  </a:lnTo>
                  <a:lnTo>
                    <a:pt x="1299266" y="1393403"/>
                  </a:lnTo>
                  <a:lnTo>
                    <a:pt x="1299260" y="1393405"/>
                  </a:lnTo>
                  <a:lnTo>
                    <a:pt x="1299256" y="1393405"/>
                  </a:lnTo>
                  <a:lnTo>
                    <a:pt x="1299250" y="1393405"/>
                  </a:lnTo>
                  <a:lnTo>
                    <a:pt x="1299244" y="1393404"/>
                  </a:lnTo>
                  <a:lnTo>
                    <a:pt x="1299236" y="1393403"/>
                  </a:lnTo>
                  <a:lnTo>
                    <a:pt x="1299230" y="1393401"/>
                  </a:lnTo>
                  <a:lnTo>
                    <a:pt x="1299225" y="1393398"/>
                  </a:lnTo>
                  <a:lnTo>
                    <a:pt x="1299220" y="1393395"/>
                  </a:lnTo>
                  <a:lnTo>
                    <a:pt x="1299215" y="1393392"/>
                  </a:lnTo>
                  <a:lnTo>
                    <a:pt x="1299210" y="1393389"/>
                  </a:lnTo>
                  <a:lnTo>
                    <a:pt x="1299205" y="1393386"/>
                  </a:lnTo>
                  <a:lnTo>
                    <a:pt x="1299201" y="1393383"/>
                  </a:lnTo>
                  <a:lnTo>
                    <a:pt x="1299196" y="1393381"/>
                  </a:lnTo>
                  <a:lnTo>
                    <a:pt x="1299192" y="1393382"/>
                  </a:lnTo>
                  <a:lnTo>
                    <a:pt x="1299187" y="1393385"/>
                  </a:lnTo>
                  <a:lnTo>
                    <a:pt x="1299183" y="1393388"/>
                  </a:lnTo>
                  <a:lnTo>
                    <a:pt x="1299179" y="1393392"/>
                  </a:lnTo>
                  <a:lnTo>
                    <a:pt x="1299175" y="1393398"/>
                  </a:lnTo>
                  <a:lnTo>
                    <a:pt x="1299173" y="1393402"/>
                  </a:lnTo>
                  <a:lnTo>
                    <a:pt x="1299169" y="1393408"/>
                  </a:lnTo>
                  <a:lnTo>
                    <a:pt x="1299165" y="1393413"/>
                  </a:lnTo>
                  <a:lnTo>
                    <a:pt x="1299161" y="1393418"/>
                  </a:lnTo>
                  <a:lnTo>
                    <a:pt x="1299156" y="1393424"/>
                  </a:lnTo>
                  <a:lnTo>
                    <a:pt x="1299153" y="1393427"/>
                  </a:lnTo>
                  <a:lnTo>
                    <a:pt x="1299149" y="1393431"/>
                  </a:lnTo>
                  <a:lnTo>
                    <a:pt x="1299144" y="1393436"/>
                  </a:lnTo>
                  <a:lnTo>
                    <a:pt x="1299140" y="1393440"/>
                  </a:lnTo>
                  <a:lnTo>
                    <a:pt x="1299135" y="1393444"/>
                  </a:lnTo>
                  <a:lnTo>
                    <a:pt x="1299131" y="1393448"/>
                  </a:lnTo>
                  <a:lnTo>
                    <a:pt x="1299127" y="1393451"/>
                  </a:lnTo>
                  <a:lnTo>
                    <a:pt x="1299124" y="1393455"/>
                  </a:lnTo>
                  <a:lnTo>
                    <a:pt x="1299119" y="1393459"/>
                  </a:lnTo>
                  <a:lnTo>
                    <a:pt x="1299115" y="1393464"/>
                  </a:lnTo>
                  <a:lnTo>
                    <a:pt x="1299111" y="1393469"/>
                  </a:lnTo>
                  <a:lnTo>
                    <a:pt x="1299106" y="1393475"/>
                  </a:lnTo>
                  <a:lnTo>
                    <a:pt x="1299103" y="1393479"/>
                  </a:lnTo>
                  <a:lnTo>
                    <a:pt x="1299099" y="1393488"/>
                  </a:lnTo>
                  <a:lnTo>
                    <a:pt x="1299092" y="1393491"/>
                  </a:lnTo>
                  <a:lnTo>
                    <a:pt x="1299085" y="1393492"/>
                  </a:lnTo>
                  <a:lnTo>
                    <a:pt x="1299078" y="1393492"/>
                  </a:lnTo>
                  <a:lnTo>
                    <a:pt x="1299072" y="1393492"/>
                  </a:lnTo>
                  <a:lnTo>
                    <a:pt x="1299067" y="1393491"/>
                  </a:lnTo>
                  <a:lnTo>
                    <a:pt x="1299063" y="1393490"/>
                  </a:lnTo>
                  <a:lnTo>
                    <a:pt x="1299059" y="1393489"/>
                  </a:lnTo>
                  <a:lnTo>
                    <a:pt x="1299052" y="1393487"/>
                  </a:lnTo>
                  <a:lnTo>
                    <a:pt x="1299045" y="1393484"/>
                  </a:lnTo>
                  <a:lnTo>
                    <a:pt x="1299039" y="1393482"/>
                  </a:lnTo>
                  <a:lnTo>
                    <a:pt x="1299034" y="1393481"/>
                  </a:lnTo>
                  <a:lnTo>
                    <a:pt x="1299028" y="1393481"/>
                  </a:lnTo>
                  <a:lnTo>
                    <a:pt x="1299021" y="1393481"/>
                  </a:lnTo>
                  <a:lnTo>
                    <a:pt x="1299016" y="1393480"/>
                  </a:lnTo>
                  <a:lnTo>
                    <a:pt x="1299011" y="1393480"/>
                  </a:lnTo>
                  <a:lnTo>
                    <a:pt x="1299007" y="1393479"/>
                  </a:lnTo>
                  <a:lnTo>
                    <a:pt x="1299000" y="1393476"/>
                  </a:lnTo>
                  <a:lnTo>
                    <a:pt x="1298995" y="1393475"/>
                  </a:lnTo>
                  <a:lnTo>
                    <a:pt x="1298990" y="1393472"/>
                  </a:lnTo>
                  <a:lnTo>
                    <a:pt x="1298985" y="1393468"/>
                  </a:lnTo>
                  <a:lnTo>
                    <a:pt x="1298981" y="1393465"/>
                  </a:lnTo>
                  <a:lnTo>
                    <a:pt x="1298977" y="1393462"/>
                  </a:lnTo>
                  <a:lnTo>
                    <a:pt x="1298973" y="1393457"/>
                  </a:lnTo>
                  <a:lnTo>
                    <a:pt x="1298967" y="1393449"/>
                  </a:lnTo>
                  <a:lnTo>
                    <a:pt x="1298964" y="1393443"/>
                  </a:lnTo>
                  <a:lnTo>
                    <a:pt x="1298961" y="1393439"/>
                  </a:lnTo>
                  <a:lnTo>
                    <a:pt x="1298959" y="1393434"/>
                  </a:lnTo>
                  <a:lnTo>
                    <a:pt x="1298956" y="1393428"/>
                  </a:lnTo>
                  <a:lnTo>
                    <a:pt x="1298952" y="1393422"/>
                  </a:lnTo>
                  <a:lnTo>
                    <a:pt x="1298947" y="1393417"/>
                  </a:lnTo>
                  <a:lnTo>
                    <a:pt x="1298940" y="1393414"/>
                  </a:lnTo>
                  <a:lnTo>
                    <a:pt x="1298934" y="1393414"/>
                  </a:lnTo>
                  <a:lnTo>
                    <a:pt x="1298930" y="1393415"/>
                  </a:lnTo>
                  <a:lnTo>
                    <a:pt x="1298925" y="1393416"/>
                  </a:lnTo>
                  <a:lnTo>
                    <a:pt x="1298920" y="1393418"/>
                  </a:lnTo>
                  <a:lnTo>
                    <a:pt x="1298915" y="1393420"/>
                  </a:lnTo>
                  <a:lnTo>
                    <a:pt x="1298910" y="1393419"/>
                  </a:lnTo>
                  <a:lnTo>
                    <a:pt x="1298906" y="1393416"/>
                  </a:lnTo>
                  <a:lnTo>
                    <a:pt x="1298903" y="1393413"/>
                  </a:lnTo>
                  <a:lnTo>
                    <a:pt x="1298901" y="1393408"/>
                  </a:lnTo>
                  <a:lnTo>
                    <a:pt x="1298898" y="1393402"/>
                  </a:lnTo>
                  <a:lnTo>
                    <a:pt x="1298897" y="1393395"/>
                  </a:lnTo>
                  <a:lnTo>
                    <a:pt x="1298898" y="1393389"/>
                  </a:lnTo>
                  <a:lnTo>
                    <a:pt x="1298899" y="1393384"/>
                  </a:lnTo>
                  <a:lnTo>
                    <a:pt x="1298901" y="1393379"/>
                  </a:lnTo>
                  <a:lnTo>
                    <a:pt x="1298903" y="1393374"/>
                  </a:lnTo>
                  <a:lnTo>
                    <a:pt x="1298906" y="1393370"/>
                  </a:lnTo>
                  <a:lnTo>
                    <a:pt x="1298910" y="1393365"/>
                  </a:lnTo>
                  <a:lnTo>
                    <a:pt x="1298912" y="1393361"/>
                  </a:lnTo>
                  <a:lnTo>
                    <a:pt x="1298915" y="1393355"/>
                  </a:lnTo>
                  <a:lnTo>
                    <a:pt x="1298917" y="1393349"/>
                  </a:lnTo>
                  <a:lnTo>
                    <a:pt x="1298918" y="1393343"/>
                  </a:lnTo>
                  <a:lnTo>
                    <a:pt x="1298919" y="1393338"/>
                  </a:lnTo>
                  <a:lnTo>
                    <a:pt x="1298920" y="1393329"/>
                  </a:lnTo>
                  <a:lnTo>
                    <a:pt x="1298920" y="1393324"/>
                  </a:lnTo>
                  <a:lnTo>
                    <a:pt x="1298920" y="1393318"/>
                  </a:lnTo>
                  <a:lnTo>
                    <a:pt x="1298919" y="1393310"/>
                  </a:lnTo>
                  <a:lnTo>
                    <a:pt x="1298918" y="1393303"/>
                  </a:lnTo>
                  <a:lnTo>
                    <a:pt x="1298918" y="1393298"/>
                  </a:lnTo>
                  <a:lnTo>
                    <a:pt x="1298916" y="1393290"/>
                  </a:lnTo>
                  <a:lnTo>
                    <a:pt x="1298914" y="1393284"/>
                  </a:lnTo>
                  <a:lnTo>
                    <a:pt x="1298910" y="1393276"/>
                  </a:lnTo>
                  <a:lnTo>
                    <a:pt x="1298904" y="1393273"/>
                  </a:lnTo>
                  <a:lnTo>
                    <a:pt x="1298900" y="1393271"/>
                  </a:lnTo>
                  <a:lnTo>
                    <a:pt x="1298894" y="1393268"/>
                  </a:lnTo>
                  <a:lnTo>
                    <a:pt x="1298887" y="1393264"/>
                  </a:lnTo>
                  <a:lnTo>
                    <a:pt x="1298882" y="1393260"/>
                  </a:lnTo>
                  <a:lnTo>
                    <a:pt x="1298879" y="1393256"/>
                  </a:lnTo>
                  <a:lnTo>
                    <a:pt x="1298876" y="1393250"/>
                  </a:lnTo>
                  <a:lnTo>
                    <a:pt x="1298875" y="1393242"/>
                  </a:lnTo>
                  <a:lnTo>
                    <a:pt x="1298874" y="1393236"/>
                  </a:lnTo>
                  <a:lnTo>
                    <a:pt x="1298872" y="1393231"/>
                  </a:lnTo>
                  <a:lnTo>
                    <a:pt x="1298870" y="1393226"/>
                  </a:lnTo>
                  <a:lnTo>
                    <a:pt x="1298867" y="1393221"/>
                  </a:lnTo>
                  <a:lnTo>
                    <a:pt x="1298864" y="1393216"/>
                  </a:lnTo>
                  <a:lnTo>
                    <a:pt x="1298858" y="1393208"/>
                  </a:lnTo>
                  <a:lnTo>
                    <a:pt x="1298855" y="1393204"/>
                  </a:lnTo>
                  <a:lnTo>
                    <a:pt x="1298852" y="1393199"/>
                  </a:lnTo>
                  <a:lnTo>
                    <a:pt x="1298851" y="1393194"/>
                  </a:lnTo>
                  <a:lnTo>
                    <a:pt x="1298849" y="1393189"/>
                  </a:lnTo>
                  <a:lnTo>
                    <a:pt x="1298848" y="1393184"/>
                  </a:lnTo>
                  <a:lnTo>
                    <a:pt x="1298846" y="1393177"/>
                  </a:lnTo>
                  <a:lnTo>
                    <a:pt x="1298845" y="1393169"/>
                  </a:lnTo>
                  <a:lnTo>
                    <a:pt x="1298839" y="1393168"/>
                  </a:lnTo>
                  <a:lnTo>
                    <a:pt x="1298832" y="1393169"/>
                  </a:lnTo>
                  <a:lnTo>
                    <a:pt x="1298825" y="1393169"/>
                  </a:lnTo>
                  <a:lnTo>
                    <a:pt x="1298815" y="1393169"/>
                  </a:lnTo>
                  <a:lnTo>
                    <a:pt x="1298805" y="1393169"/>
                  </a:lnTo>
                  <a:lnTo>
                    <a:pt x="1298801" y="1393169"/>
                  </a:lnTo>
                  <a:lnTo>
                    <a:pt x="1298796" y="1393168"/>
                  </a:lnTo>
                  <a:lnTo>
                    <a:pt x="1298790" y="1393167"/>
                  </a:lnTo>
                  <a:lnTo>
                    <a:pt x="1298783" y="1393166"/>
                  </a:lnTo>
                  <a:lnTo>
                    <a:pt x="1298775" y="1393164"/>
                  </a:lnTo>
                  <a:lnTo>
                    <a:pt x="1298769" y="1393162"/>
                  </a:lnTo>
                  <a:lnTo>
                    <a:pt x="1298763" y="1393160"/>
                  </a:lnTo>
                  <a:lnTo>
                    <a:pt x="1298756" y="1393158"/>
                  </a:lnTo>
                  <a:lnTo>
                    <a:pt x="1298752" y="1393156"/>
                  </a:lnTo>
                  <a:lnTo>
                    <a:pt x="1298748" y="1393154"/>
                  </a:lnTo>
                  <a:lnTo>
                    <a:pt x="1298744" y="1393152"/>
                  </a:lnTo>
                  <a:lnTo>
                    <a:pt x="1298740" y="1393150"/>
                  </a:lnTo>
                  <a:lnTo>
                    <a:pt x="1298736" y="1393147"/>
                  </a:lnTo>
                  <a:lnTo>
                    <a:pt x="1298730" y="1393143"/>
                  </a:lnTo>
                  <a:lnTo>
                    <a:pt x="1298725" y="1393140"/>
                  </a:lnTo>
                  <a:lnTo>
                    <a:pt x="1298721" y="1393138"/>
                  </a:lnTo>
                  <a:lnTo>
                    <a:pt x="1298717" y="1393136"/>
                  </a:lnTo>
                  <a:lnTo>
                    <a:pt x="1298710" y="1393135"/>
                  </a:lnTo>
                  <a:lnTo>
                    <a:pt x="1298705" y="1393134"/>
                  </a:lnTo>
                  <a:lnTo>
                    <a:pt x="1298700" y="1393135"/>
                  </a:lnTo>
                  <a:lnTo>
                    <a:pt x="1298696" y="1393136"/>
                  </a:lnTo>
                  <a:lnTo>
                    <a:pt x="1298691" y="1393137"/>
                  </a:lnTo>
                  <a:lnTo>
                    <a:pt x="1298686" y="1393138"/>
                  </a:lnTo>
                  <a:lnTo>
                    <a:pt x="1298682" y="1393139"/>
                  </a:lnTo>
                  <a:lnTo>
                    <a:pt x="1298677" y="1393139"/>
                  </a:lnTo>
                  <a:lnTo>
                    <a:pt x="1298670" y="1393140"/>
                  </a:lnTo>
                  <a:lnTo>
                    <a:pt x="1298665" y="1393140"/>
                  </a:lnTo>
                  <a:lnTo>
                    <a:pt x="1298660" y="1393141"/>
                  </a:lnTo>
                  <a:lnTo>
                    <a:pt x="1298656" y="1393141"/>
                  </a:lnTo>
                  <a:lnTo>
                    <a:pt x="1298652" y="1393141"/>
                  </a:lnTo>
                  <a:lnTo>
                    <a:pt x="1298648" y="1393140"/>
                  </a:lnTo>
                  <a:lnTo>
                    <a:pt x="1298644" y="1393138"/>
                  </a:lnTo>
                  <a:lnTo>
                    <a:pt x="1298640" y="1393135"/>
                  </a:lnTo>
                  <a:lnTo>
                    <a:pt x="1298637" y="1393132"/>
                  </a:lnTo>
                  <a:lnTo>
                    <a:pt x="1298635" y="1393127"/>
                  </a:lnTo>
                  <a:lnTo>
                    <a:pt x="1298633" y="1393122"/>
                  </a:lnTo>
                  <a:lnTo>
                    <a:pt x="1298631" y="1393116"/>
                  </a:lnTo>
                  <a:lnTo>
                    <a:pt x="1298628" y="1393112"/>
                  </a:lnTo>
                  <a:lnTo>
                    <a:pt x="1298624" y="1393108"/>
                  </a:lnTo>
                  <a:lnTo>
                    <a:pt x="1298621" y="1393105"/>
                  </a:lnTo>
                  <a:lnTo>
                    <a:pt x="1298617" y="1393101"/>
                  </a:lnTo>
                  <a:lnTo>
                    <a:pt x="1298612" y="1393097"/>
                  </a:lnTo>
                  <a:lnTo>
                    <a:pt x="1298607" y="1393093"/>
                  </a:lnTo>
                  <a:lnTo>
                    <a:pt x="1298601" y="1393090"/>
                  </a:lnTo>
                  <a:lnTo>
                    <a:pt x="1298592" y="1393087"/>
                  </a:lnTo>
                  <a:lnTo>
                    <a:pt x="1298583" y="1393083"/>
                  </a:lnTo>
                  <a:lnTo>
                    <a:pt x="1298577" y="1393080"/>
                  </a:lnTo>
                  <a:lnTo>
                    <a:pt x="1298572" y="1393077"/>
                  </a:lnTo>
                  <a:lnTo>
                    <a:pt x="1298566" y="1393074"/>
                  </a:lnTo>
                  <a:lnTo>
                    <a:pt x="1298563" y="1393071"/>
                  </a:lnTo>
                  <a:lnTo>
                    <a:pt x="1298557" y="1393067"/>
                  </a:lnTo>
                  <a:lnTo>
                    <a:pt x="1298553" y="1393064"/>
                  </a:lnTo>
                  <a:lnTo>
                    <a:pt x="1298546" y="1393059"/>
                  </a:lnTo>
                  <a:lnTo>
                    <a:pt x="1298540" y="1393056"/>
                  </a:lnTo>
                  <a:lnTo>
                    <a:pt x="1298536" y="1393054"/>
                  </a:lnTo>
                  <a:lnTo>
                    <a:pt x="1298533" y="1393052"/>
                  </a:lnTo>
                  <a:lnTo>
                    <a:pt x="1298527" y="1393049"/>
                  </a:lnTo>
                  <a:lnTo>
                    <a:pt x="1298518" y="1393046"/>
                  </a:lnTo>
                  <a:lnTo>
                    <a:pt x="1298512" y="1393044"/>
                  </a:lnTo>
                  <a:lnTo>
                    <a:pt x="1298506" y="1393043"/>
                  </a:lnTo>
                  <a:lnTo>
                    <a:pt x="1298500" y="1393043"/>
                  </a:lnTo>
                  <a:lnTo>
                    <a:pt x="1298494" y="1393042"/>
                  </a:lnTo>
                  <a:lnTo>
                    <a:pt x="1298487" y="1393041"/>
                  </a:lnTo>
                  <a:lnTo>
                    <a:pt x="1298483" y="1393040"/>
                  </a:lnTo>
                  <a:lnTo>
                    <a:pt x="1298475" y="1393038"/>
                  </a:lnTo>
                  <a:lnTo>
                    <a:pt x="1298467" y="1393036"/>
                  </a:lnTo>
                  <a:lnTo>
                    <a:pt x="1298460" y="1393035"/>
                  </a:lnTo>
                  <a:lnTo>
                    <a:pt x="1298455" y="1393035"/>
                  </a:lnTo>
                  <a:lnTo>
                    <a:pt x="1298450" y="1393037"/>
                  </a:lnTo>
                  <a:lnTo>
                    <a:pt x="1298446" y="1393039"/>
                  </a:lnTo>
                  <a:lnTo>
                    <a:pt x="1298442" y="1393042"/>
                  </a:lnTo>
                  <a:lnTo>
                    <a:pt x="1298438" y="1393045"/>
                  </a:lnTo>
                  <a:lnTo>
                    <a:pt x="1298432" y="1393050"/>
                  </a:lnTo>
                  <a:lnTo>
                    <a:pt x="1298425" y="1393053"/>
                  </a:lnTo>
                  <a:lnTo>
                    <a:pt x="1298417" y="1393055"/>
                  </a:lnTo>
                  <a:lnTo>
                    <a:pt x="1298412" y="1393055"/>
                  </a:lnTo>
                  <a:lnTo>
                    <a:pt x="1298406" y="1393052"/>
                  </a:lnTo>
                  <a:lnTo>
                    <a:pt x="1298400" y="1393047"/>
                  </a:lnTo>
                  <a:lnTo>
                    <a:pt x="1298397" y="1393044"/>
                  </a:lnTo>
                  <a:lnTo>
                    <a:pt x="1298392" y="1393040"/>
                  </a:lnTo>
                  <a:lnTo>
                    <a:pt x="1298387" y="1393036"/>
                  </a:lnTo>
                  <a:lnTo>
                    <a:pt x="1298383" y="1393034"/>
                  </a:lnTo>
                  <a:lnTo>
                    <a:pt x="1298376" y="1393030"/>
                  </a:lnTo>
                  <a:lnTo>
                    <a:pt x="1298370" y="1393027"/>
                  </a:lnTo>
                  <a:lnTo>
                    <a:pt x="1298367" y="1393025"/>
                  </a:lnTo>
                  <a:lnTo>
                    <a:pt x="1298363" y="1393023"/>
                  </a:lnTo>
                  <a:lnTo>
                    <a:pt x="1298358" y="1393018"/>
                  </a:lnTo>
                  <a:lnTo>
                    <a:pt x="1298352" y="1393013"/>
                  </a:lnTo>
                  <a:lnTo>
                    <a:pt x="1298348" y="1393009"/>
                  </a:lnTo>
                  <a:lnTo>
                    <a:pt x="1298344" y="1393007"/>
                  </a:lnTo>
                  <a:lnTo>
                    <a:pt x="1298340" y="1393004"/>
                  </a:lnTo>
                  <a:lnTo>
                    <a:pt x="1298335" y="1393000"/>
                  </a:lnTo>
                  <a:lnTo>
                    <a:pt x="1298332" y="1392997"/>
                  </a:lnTo>
                  <a:lnTo>
                    <a:pt x="1298327" y="1392993"/>
                  </a:lnTo>
                  <a:lnTo>
                    <a:pt x="1298323" y="1392990"/>
                  </a:lnTo>
                  <a:lnTo>
                    <a:pt x="1298318" y="1392987"/>
                  </a:lnTo>
                  <a:lnTo>
                    <a:pt x="1298313" y="1392983"/>
                  </a:lnTo>
                  <a:lnTo>
                    <a:pt x="1298310" y="1392981"/>
                  </a:lnTo>
                  <a:lnTo>
                    <a:pt x="1298305" y="1392977"/>
                  </a:lnTo>
                  <a:lnTo>
                    <a:pt x="1298301" y="1392972"/>
                  </a:lnTo>
                  <a:lnTo>
                    <a:pt x="1298298" y="1392968"/>
                  </a:lnTo>
                  <a:lnTo>
                    <a:pt x="1298295" y="1392965"/>
                  </a:lnTo>
                  <a:lnTo>
                    <a:pt x="1298292" y="1392960"/>
                  </a:lnTo>
                  <a:lnTo>
                    <a:pt x="1298289" y="1392956"/>
                  </a:lnTo>
                  <a:lnTo>
                    <a:pt x="1298286" y="1392953"/>
                  </a:lnTo>
                  <a:lnTo>
                    <a:pt x="1298283" y="1392948"/>
                  </a:lnTo>
                  <a:lnTo>
                    <a:pt x="1298280" y="1392942"/>
                  </a:lnTo>
                  <a:lnTo>
                    <a:pt x="1298278" y="1392936"/>
                  </a:lnTo>
                  <a:lnTo>
                    <a:pt x="1298278" y="1392930"/>
                  </a:lnTo>
                  <a:lnTo>
                    <a:pt x="1298278" y="1392923"/>
                  </a:lnTo>
                  <a:lnTo>
                    <a:pt x="1298267" y="1392919"/>
                  </a:lnTo>
                  <a:lnTo>
                    <a:pt x="1298261" y="1392918"/>
                  </a:lnTo>
                  <a:lnTo>
                    <a:pt x="1298252" y="1392916"/>
                  </a:lnTo>
                  <a:lnTo>
                    <a:pt x="1298245" y="1392914"/>
                  </a:lnTo>
                  <a:lnTo>
                    <a:pt x="1298241" y="1392913"/>
                  </a:lnTo>
                  <a:lnTo>
                    <a:pt x="1298236" y="1392912"/>
                  </a:lnTo>
                  <a:lnTo>
                    <a:pt x="1298230" y="1392912"/>
                  </a:lnTo>
                  <a:lnTo>
                    <a:pt x="1298224" y="1392912"/>
                  </a:lnTo>
                  <a:lnTo>
                    <a:pt x="1298220" y="1392914"/>
                  </a:lnTo>
                  <a:lnTo>
                    <a:pt x="1298215" y="1392917"/>
                  </a:lnTo>
                  <a:lnTo>
                    <a:pt x="1298211" y="1392920"/>
                  </a:lnTo>
                  <a:lnTo>
                    <a:pt x="1298205" y="1392926"/>
                  </a:lnTo>
                  <a:lnTo>
                    <a:pt x="1298202" y="1392930"/>
                  </a:lnTo>
                  <a:lnTo>
                    <a:pt x="1298199" y="1392935"/>
                  </a:lnTo>
                  <a:lnTo>
                    <a:pt x="1298196" y="1392939"/>
                  </a:lnTo>
                  <a:lnTo>
                    <a:pt x="1298191" y="1392944"/>
                  </a:lnTo>
                  <a:lnTo>
                    <a:pt x="1298186" y="1392947"/>
                  </a:lnTo>
                  <a:lnTo>
                    <a:pt x="1298182" y="1392948"/>
                  </a:lnTo>
                  <a:lnTo>
                    <a:pt x="1298177" y="1392950"/>
                  </a:lnTo>
                  <a:lnTo>
                    <a:pt x="1298171" y="1392951"/>
                  </a:lnTo>
                  <a:lnTo>
                    <a:pt x="1298166" y="1392952"/>
                  </a:lnTo>
                  <a:lnTo>
                    <a:pt x="1298158" y="1392952"/>
                  </a:lnTo>
                  <a:lnTo>
                    <a:pt x="1298152" y="1392951"/>
                  </a:lnTo>
                  <a:lnTo>
                    <a:pt x="1298145" y="1392948"/>
                  </a:lnTo>
                  <a:lnTo>
                    <a:pt x="1298138" y="1392946"/>
                  </a:lnTo>
                  <a:lnTo>
                    <a:pt x="1298131" y="1392948"/>
                  </a:lnTo>
                  <a:lnTo>
                    <a:pt x="1298125" y="1392950"/>
                  </a:lnTo>
                  <a:lnTo>
                    <a:pt x="1298118" y="1392950"/>
                  </a:lnTo>
                  <a:lnTo>
                    <a:pt x="1298111" y="1392951"/>
                  </a:lnTo>
                  <a:lnTo>
                    <a:pt x="1298106" y="1392950"/>
                  </a:lnTo>
                  <a:lnTo>
                    <a:pt x="1298100" y="1392950"/>
                  </a:lnTo>
                  <a:lnTo>
                    <a:pt x="1298094" y="1392949"/>
                  </a:lnTo>
                  <a:lnTo>
                    <a:pt x="1298087" y="1392949"/>
                  </a:lnTo>
                  <a:lnTo>
                    <a:pt x="1298081" y="1392950"/>
                  </a:lnTo>
                  <a:lnTo>
                    <a:pt x="1298077" y="1392951"/>
                  </a:lnTo>
                  <a:lnTo>
                    <a:pt x="1298073" y="1392950"/>
                  </a:lnTo>
                  <a:lnTo>
                    <a:pt x="1298068" y="1392947"/>
                  </a:lnTo>
                  <a:lnTo>
                    <a:pt x="1298064" y="1392942"/>
                  </a:lnTo>
                  <a:lnTo>
                    <a:pt x="1298059" y="1392935"/>
                  </a:lnTo>
                  <a:lnTo>
                    <a:pt x="1298057" y="1392927"/>
                  </a:lnTo>
                  <a:lnTo>
                    <a:pt x="1298054" y="1392920"/>
                  </a:lnTo>
                  <a:lnTo>
                    <a:pt x="1298051" y="1392912"/>
                  </a:lnTo>
                  <a:lnTo>
                    <a:pt x="1298047" y="1392907"/>
                  </a:lnTo>
                  <a:lnTo>
                    <a:pt x="1298044" y="1392904"/>
                  </a:lnTo>
                  <a:lnTo>
                    <a:pt x="1298039" y="1392902"/>
                  </a:lnTo>
                  <a:lnTo>
                    <a:pt x="1298034" y="1392900"/>
                  </a:lnTo>
                  <a:lnTo>
                    <a:pt x="1298030" y="1392899"/>
                  </a:lnTo>
                  <a:lnTo>
                    <a:pt x="1298026" y="1392898"/>
                  </a:lnTo>
                  <a:lnTo>
                    <a:pt x="1298021" y="1392895"/>
                  </a:lnTo>
                  <a:lnTo>
                    <a:pt x="1298015" y="1392892"/>
                  </a:lnTo>
                  <a:lnTo>
                    <a:pt x="1298010" y="1392881"/>
                  </a:lnTo>
                  <a:lnTo>
                    <a:pt x="1298007" y="1392875"/>
                  </a:lnTo>
                  <a:lnTo>
                    <a:pt x="1298007" y="1392865"/>
                  </a:lnTo>
                  <a:lnTo>
                    <a:pt x="1298008" y="1392855"/>
                  </a:lnTo>
                  <a:lnTo>
                    <a:pt x="1298012" y="1392848"/>
                  </a:lnTo>
                  <a:lnTo>
                    <a:pt x="1298009" y="1392831"/>
                  </a:lnTo>
                  <a:lnTo>
                    <a:pt x="1298008" y="1392817"/>
                  </a:lnTo>
                  <a:lnTo>
                    <a:pt x="1298012" y="1392806"/>
                  </a:lnTo>
                  <a:lnTo>
                    <a:pt x="1298015" y="1392799"/>
                  </a:lnTo>
                  <a:lnTo>
                    <a:pt x="1298001" y="1392786"/>
                  </a:lnTo>
                  <a:lnTo>
                    <a:pt x="1297998" y="1392775"/>
                  </a:lnTo>
                  <a:lnTo>
                    <a:pt x="1297994" y="1392752"/>
                  </a:lnTo>
                  <a:lnTo>
                    <a:pt x="1297981" y="1392740"/>
                  </a:lnTo>
                  <a:lnTo>
                    <a:pt x="1297968" y="1392727"/>
                  </a:lnTo>
                  <a:lnTo>
                    <a:pt x="1297966" y="1392715"/>
                  </a:lnTo>
                  <a:lnTo>
                    <a:pt x="1297947" y="1392718"/>
                  </a:lnTo>
                  <a:lnTo>
                    <a:pt x="1297927" y="1392723"/>
                  </a:lnTo>
                  <a:lnTo>
                    <a:pt x="1297907" y="1392721"/>
                  </a:lnTo>
                  <a:lnTo>
                    <a:pt x="1297896" y="1392717"/>
                  </a:lnTo>
                  <a:lnTo>
                    <a:pt x="1297883" y="1392712"/>
                  </a:lnTo>
                  <a:lnTo>
                    <a:pt x="1297871" y="1392707"/>
                  </a:lnTo>
                  <a:lnTo>
                    <a:pt x="1297864" y="1392700"/>
                  </a:lnTo>
                  <a:lnTo>
                    <a:pt x="1297864" y="1392694"/>
                  </a:lnTo>
                  <a:lnTo>
                    <a:pt x="1297864" y="1392688"/>
                  </a:lnTo>
                  <a:lnTo>
                    <a:pt x="1297864" y="1392683"/>
                  </a:lnTo>
                  <a:lnTo>
                    <a:pt x="1297862" y="1392672"/>
                  </a:lnTo>
                  <a:lnTo>
                    <a:pt x="1297861" y="1392667"/>
                  </a:lnTo>
                  <a:lnTo>
                    <a:pt x="1297859" y="1392661"/>
                  </a:lnTo>
                  <a:lnTo>
                    <a:pt x="1297857" y="1392656"/>
                  </a:lnTo>
                  <a:lnTo>
                    <a:pt x="1297854" y="1392650"/>
                  </a:lnTo>
                  <a:lnTo>
                    <a:pt x="1297857" y="1392645"/>
                  </a:lnTo>
                  <a:lnTo>
                    <a:pt x="1297861" y="1392640"/>
                  </a:lnTo>
                  <a:lnTo>
                    <a:pt x="1297866" y="1392636"/>
                  </a:lnTo>
                  <a:lnTo>
                    <a:pt x="1297873" y="1392631"/>
                  </a:lnTo>
                  <a:lnTo>
                    <a:pt x="1297878" y="1392628"/>
                  </a:lnTo>
                  <a:lnTo>
                    <a:pt x="1297882" y="1392625"/>
                  </a:lnTo>
                  <a:lnTo>
                    <a:pt x="1297888" y="1392621"/>
                  </a:lnTo>
                  <a:lnTo>
                    <a:pt x="1297894" y="1392616"/>
                  </a:lnTo>
                  <a:lnTo>
                    <a:pt x="1297899" y="1392611"/>
                  </a:lnTo>
                  <a:lnTo>
                    <a:pt x="1297903" y="1392607"/>
                  </a:lnTo>
                  <a:lnTo>
                    <a:pt x="1297907" y="1392602"/>
                  </a:lnTo>
                  <a:lnTo>
                    <a:pt x="1297907" y="1392594"/>
                  </a:lnTo>
                  <a:lnTo>
                    <a:pt x="1297906" y="1392587"/>
                  </a:lnTo>
                  <a:lnTo>
                    <a:pt x="1297906" y="1392582"/>
                  </a:lnTo>
                  <a:lnTo>
                    <a:pt x="1297905" y="1392571"/>
                  </a:lnTo>
                  <a:lnTo>
                    <a:pt x="1297905" y="1392564"/>
                  </a:lnTo>
                  <a:lnTo>
                    <a:pt x="1297904" y="1392558"/>
                  </a:lnTo>
                  <a:lnTo>
                    <a:pt x="1297903" y="1392553"/>
                  </a:lnTo>
                  <a:lnTo>
                    <a:pt x="1297901" y="1392549"/>
                  </a:lnTo>
                  <a:lnTo>
                    <a:pt x="1297898" y="1392543"/>
                  </a:lnTo>
                  <a:lnTo>
                    <a:pt x="1297895" y="1392537"/>
                  </a:lnTo>
                  <a:lnTo>
                    <a:pt x="1297892" y="1392530"/>
                  </a:lnTo>
                  <a:lnTo>
                    <a:pt x="1297889" y="1392525"/>
                  </a:lnTo>
                  <a:lnTo>
                    <a:pt x="1297885" y="1392520"/>
                  </a:lnTo>
                  <a:lnTo>
                    <a:pt x="1297881" y="1392514"/>
                  </a:lnTo>
                  <a:lnTo>
                    <a:pt x="1297877" y="1392510"/>
                  </a:lnTo>
                  <a:lnTo>
                    <a:pt x="1297874" y="1392507"/>
                  </a:lnTo>
                  <a:lnTo>
                    <a:pt x="1297869" y="1392501"/>
                  </a:lnTo>
                  <a:lnTo>
                    <a:pt x="1297860" y="1392491"/>
                  </a:lnTo>
                  <a:lnTo>
                    <a:pt x="1297855" y="1392485"/>
                  </a:lnTo>
                  <a:lnTo>
                    <a:pt x="1297852" y="1392480"/>
                  </a:lnTo>
                  <a:lnTo>
                    <a:pt x="1297848" y="1392474"/>
                  </a:lnTo>
                  <a:lnTo>
                    <a:pt x="1297845" y="1392467"/>
                  </a:lnTo>
                  <a:lnTo>
                    <a:pt x="1297843" y="1392461"/>
                  </a:lnTo>
                  <a:lnTo>
                    <a:pt x="1297843" y="1392454"/>
                  </a:lnTo>
                  <a:lnTo>
                    <a:pt x="1297842" y="1392448"/>
                  </a:lnTo>
                  <a:lnTo>
                    <a:pt x="1297842" y="1392439"/>
                  </a:lnTo>
                  <a:lnTo>
                    <a:pt x="1297841" y="1392430"/>
                  </a:lnTo>
                  <a:lnTo>
                    <a:pt x="1297840" y="1392422"/>
                  </a:lnTo>
                  <a:lnTo>
                    <a:pt x="1297840" y="1392415"/>
                  </a:lnTo>
                  <a:lnTo>
                    <a:pt x="1297838" y="1392408"/>
                  </a:lnTo>
                  <a:lnTo>
                    <a:pt x="1297836" y="1392401"/>
                  </a:lnTo>
                  <a:lnTo>
                    <a:pt x="1297833" y="1392392"/>
                  </a:lnTo>
                  <a:lnTo>
                    <a:pt x="1297830" y="1392385"/>
                  </a:lnTo>
                  <a:lnTo>
                    <a:pt x="1297828" y="1392381"/>
                  </a:lnTo>
                  <a:lnTo>
                    <a:pt x="1297826" y="1392377"/>
                  </a:lnTo>
                  <a:lnTo>
                    <a:pt x="1297824" y="1392371"/>
                  </a:lnTo>
                  <a:lnTo>
                    <a:pt x="1297822" y="1392364"/>
                  </a:lnTo>
                  <a:lnTo>
                    <a:pt x="1297818" y="1392362"/>
                  </a:lnTo>
                  <a:lnTo>
                    <a:pt x="1297814" y="1392363"/>
                  </a:lnTo>
                  <a:lnTo>
                    <a:pt x="1297809" y="1392363"/>
                  </a:lnTo>
                  <a:lnTo>
                    <a:pt x="1297803" y="1392365"/>
                  </a:lnTo>
                  <a:lnTo>
                    <a:pt x="1297798" y="1392367"/>
                  </a:lnTo>
                  <a:lnTo>
                    <a:pt x="1297794" y="1392368"/>
                  </a:lnTo>
                  <a:lnTo>
                    <a:pt x="1297788" y="1392371"/>
                  </a:lnTo>
                  <a:lnTo>
                    <a:pt x="1297782" y="1392373"/>
                  </a:lnTo>
                  <a:lnTo>
                    <a:pt x="1297778" y="1392374"/>
                  </a:lnTo>
                  <a:lnTo>
                    <a:pt x="1297774" y="1392375"/>
                  </a:lnTo>
                  <a:lnTo>
                    <a:pt x="1297769" y="1392375"/>
                  </a:lnTo>
                  <a:lnTo>
                    <a:pt x="1297765" y="1392375"/>
                  </a:lnTo>
                  <a:lnTo>
                    <a:pt x="1297760" y="1392375"/>
                  </a:lnTo>
                  <a:lnTo>
                    <a:pt x="1297754" y="1392375"/>
                  </a:lnTo>
                  <a:lnTo>
                    <a:pt x="1297747" y="1392376"/>
                  </a:lnTo>
                  <a:lnTo>
                    <a:pt x="1297741" y="1392377"/>
                  </a:lnTo>
                  <a:lnTo>
                    <a:pt x="1297735" y="1392378"/>
                  </a:lnTo>
                  <a:lnTo>
                    <a:pt x="1297729" y="1392379"/>
                  </a:lnTo>
                  <a:lnTo>
                    <a:pt x="1297723" y="1392379"/>
                  </a:lnTo>
                  <a:lnTo>
                    <a:pt x="1297717" y="1392379"/>
                  </a:lnTo>
                  <a:lnTo>
                    <a:pt x="1297711" y="1392379"/>
                  </a:lnTo>
                  <a:lnTo>
                    <a:pt x="1297706" y="1392378"/>
                  </a:lnTo>
                  <a:lnTo>
                    <a:pt x="1297701" y="1392377"/>
                  </a:lnTo>
                  <a:lnTo>
                    <a:pt x="1297695" y="1392375"/>
                  </a:lnTo>
                  <a:lnTo>
                    <a:pt x="1297689" y="1392374"/>
                  </a:lnTo>
                  <a:lnTo>
                    <a:pt x="1297685" y="1392374"/>
                  </a:lnTo>
                  <a:lnTo>
                    <a:pt x="1297681" y="1392373"/>
                  </a:lnTo>
                  <a:lnTo>
                    <a:pt x="1297675" y="1392374"/>
                  </a:lnTo>
                  <a:lnTo>
                    <a:pt x="1297670" y="1392375"/>
                  </a:lnTo>
                  <a:lnTo>
                    <a:pt x="1297665" y="1392376"/>
                  </a:lnTo>
                  <a:lnTo>
                    <a:pt x="1297659" y="1392375"/>
                  </a:lnTo>
                  <a:lnTo>
                    <a:pt x="1297651" y="1392375"/>
                  </a:lnTo>
                  <a:lnTo>
                    <a:pt x="1297644" y="1392373"/>
                  </a:lnTo>
                  <a:lnTo>
                    <a:pt x="1297634" y="1392371"/>
                  </a:lnTo>
                  <a:lnTo>
                    <a:pt x="1297628" y="1392368"/>
                  </a:lnTo>
                  <a:lnTo>
                    <a:pt x="1297624" y="1392366"/>
                  </a:lnTo>
                  <a:lnTo>
                    <a:pt x="1297620" y="1392365"/>
                  </a:lnTo>
                  <a:lnTo>
                    <a:pt x="1297614" y="1392365"/>
                  </a:lnTo>
                  <a:lnTo>
                    <a:pt x="1297608" y="1392368"/>
                  </a:lnTo>
                  <a:lnTo>
                    <a:pt x="1297604" y="1392370"/>
                  </a:lnTo>
                  <a:lnTo>
                    <a:pt x="1297597" y="1392375"/>
                  </a:lnTo>
                  <a:lnTo>
                    <a:pt x="1297591" y="1392379"/>
                  </a:lnTo>
                  <a:lnTo>
                    <a:pt x="1297587" y="1392380"/>
                  </a:lnTo>
                  <a:lnTo>
                    <a:pt x="1297582" y="1392381"/>
                  </a:lnTo>
                  <a:lnTo>
                    <a:pt x="1297565" y="1392380"/>
                  </a:lnTo>
                  <a:lnTo>
                    <a:pt x="1297552" y="1392378"/>
                  </a:lnTo>
                  <a:lnTo>
                    <a:pt x="1297546" y="1392375"/>
                  </a:lnTo>
                  <a:lnTo>
                    <a:pt x="1297542" y="1392372"/>
                  </a:lnTo>
                  <a:lnTo>
                    <a:pt x="1297536" y="1392370"/>
                  </a:lnTo>
                  <a:lnTo>
                    <a:pt x="1297529" y="1392368"/>
                  </a:lnTo>
                  <a:lnTo>
                    <a:pt x="1297524" y="1392365"/>
                  </a:lnTo>
                  <a:lnTo>
                    <a:pt x="1297518" y="1392362"/>
                  </a:lnTo>
                  <a:lnTo>
                    <a:pt x="1297514" y="1392358"/>
                  </a:lnTo>
                  <a:lnTo>
                    <a:pt x="1297510" y="1392353"/>
                  </a:lnTo>
                  <a:lnTo>
                    <a:pt x="1297508" y="1392347"/>
                  </a:lnTo>
                  <a:lnTo>
                    <a:pt x="1297508" y="1392340"/>
                  </a:lnTo>
                  <a:lnTo>
                    <a:pt x="1297508" y="1392334"/>
                  </a:lnTo>
                  <a:lnTo>
                    <a:pt x="1297508" y="1392329"/>
                  </a:lnTo>
                  <a:lnTo>
                    <a:pt x="1297449" y="1392278"/>
                  </a:lnTo>
                  <a:lnTo>
                    <a:pt x="1297414" y="1392250"/>
                  </a:lnTo>
                  <a:lnTo>
                    <a:pt x="1297398" y="1392224"/>
                  </a:lnTo>
                  <a:lnTo>
                    <a:pt x="1297394" y="1392221"/>
                  </a:lnTo>
                  <a:lnTo>
                    <a:pt x="1297389" y="1392217"/>
                  </a:lnTo>
                  <a:lnTo>
                    <a:pt x="1297382" y="1392212"/>
                  </a:lnTo>
                  <a:lnTo>
                    <a:pt x="1297378" y="1392209"/>
                  </a:lnTo>
                  <a:lnTo>
                    <a:pt x="1297373" y="1392205"/>
                  </a:lnTo>
                  <a:lnTo>
                    <a:pt x="1297369" y="1392200"/>
                  </a:lnTo>
                  <a:lnTo>
                    <a:pt x="1297365" y="1392197"/>
                  </a:lnTo>
                  <a:lnTo>
                    <a:pt x="1297361" y="1392192"/>
                  </a:lnTo>
                  <a:lnTo>
                    <a:pt x="1297355" y="1392186"/>
                  </a:lnTo>
                  <a:lnTo>
                    <a:pt x="1297350" y="1392181"/>
                  </a:lnTo>
                  <a:lnTo>
                    <a:pt x="1297344" y="1392177"/>
                  </a:lnTo>
                  <a:lnTo>
                    <a:pt x="1297340" y="1392174"/>
                  </a:lnTo>
                  <a:lnTo>
                    <a:pt x="1297336" y="1392170"/>
                  </a:lnTo>
                  <a:lnTo>
                    <a:pt x="1297331" y="1392166"/>
                  </a:lnTo>
                  <a:lnTo>
                    <a:pt x="1297325" y="1392161"/>
                  </a:lnTo>
                  <a:lnTo>
                    <a:pt x="1297322" y="1392156"/>
                  </a:lnTo>
                  <a:lnTo>
                    <a:pt x="1297318" y="1392152"/>
                  </a:lnTo>
                  <a:lnTo>
                    <a:pt x="1297315" y="1392145"/>
                  </a:lnTo>
                  <a:lnTo>
                    <a:pt x="1297313" y="1392138"/>
                  </a:lnTo>
                  <a:lnTo>
                    <a:pt x="1297276" y="1392075"/>
                  </a:lnTo>
                  <a:lnTo>
                    <a:pt x="1297234" y="1391987"/>
                  </a:lnTo>
                  <a:lnTo>
                    <a:pt x="1297221" y="1391979"/>
                  </a:lnTo>
                  <a:lnTo>
                    <a:pt x="1297215" y="1391962"/>
                  </a:lnTo>
                  <a:lnTo>
                    <a:pt x="1297213" y="1391943"/>
                  </a:lnTo>
                  <a:lnTo>
                    <a:pt x="1297201" y="1391917"/>
                  </a:lnTo>
                  <a:lnTo>
                    <a:pt x="1297196" y="1391906"/>
                  </a:lnTo>
                  <a:lnTo>
                    <a:pt x="1297190" y="1391897"/>
                  </a:lnTo>
                  <a:lnTo>
                    <a:pt x="1297171" y="1391877"/>
                  </a:lnTo>
                  <a:lnTo>
                    <a:pt x="1297166" y="1391857"/>
                  </a:lnTo>
                  <a:lnTo>
                    <a:pt x="1297154" y="1391839"/>
                  </a:lnTo>
                  <a:lnTo>
                    <a:pt x="1297110" y="1391819"/>
                  </a:lnTo>
                  <a:lnTo>
                    <a:pt x="1297094" y="1391799"/>
                  </a:lnTo>
                  <a:lnTo>
                    <a:pt x="1297061" y="1391789"/>
                  </a:lnTo>
                  <a:lnTo>
                    <a:pt x="1297049" y="1391769"/>
                  </a:lnTo>
                  <a:lnTo>
                    <a:pt x="1297035" y="1391743"/>
                  </a:lnTo>
                  <a:lnTo>
                    <a:pt x="1297031" y="1391723"/>
                  </a:lnTo>
                  <a:lnTo>
                    <a:pt x="1297030" y="1391696"/>
                  </a:lnTo>
                  <a:lnTo>
                    <a:pt x="1297031" y="1391675"/>
                  </a:lnTo>
                  <a:lnTo>
                    <a:pt x="1297041" y="1391651"/>
                  </a:lnTo>
                  <a:lnTo>
                    <a:pt x="1297037" y="1391626"/>
                  </a:lnTo>
                  <a:lnTo>
                    <a:pt x="1297034" y="1391622"/>
                  </a:lnTo>
                  <a:lnTo>
                    <a:pt x="1297030" y="1391617"/>
                  </a:lnTo>
                  <a:lnTo>
                    <a:pt x="1297024" y="1391613"/>
                  </a:lnTo>
                  <a:lnTo>
                    <a:pt x="1297018" y="1391612"/>
                  </a:lnTo>
                  <a:lnTo>
                    <a:pt x="1297014" y="1391612"/>
                  </a:lnTo>
                  <a:lnTo>
                    <a:pt x="1297009" y="1391611"/>
                  </a:lnTo>
                  <a:lnTo>
                    <a:pt x="1297003" y="1391608"/>
                  </a:lnTo>
                  <a:lnTo>
                    <a:pt x="1296998" y="1391604"/>
                  </a:lnTo>
                  <a:lnTo>
                    <a:pt x="1296995" y="1391601"/>
                  </a:lnTo>
                  <a:lnTo>
                    <a:pt x="1296989" y="1391597"/>
                  </a:lnTo>
                  <a:lnTo>
                    <a:pt x="1296984" y="1391593"/>
                  </a:lnTo>
                  <a:lnTo>
                    <a:pt x="1296978" y="1391588"/>
                  </a:lnTo>
                  <a:lnTo>
                    <a:pt x="1296973" y="1391584"/>
                  </a:lnTo>
                  <a:lnTo>
                    <a:pt x="1296970" y="1391580"/>
                  </a:lnTo>
                  <a:lnTo>
                    <a:pt x="1296964" y="1391576"/>
                  </a:lnTo>
                  <a:lnTo>
                    <a:pt x="1296959" y="1391574"/>
                  </a:lnTo>
                  <a:lnTo>
                    <a:pt x="1296954" y="1391575"/>
                  </a:lnTo>
                  <a:lnTo>
                    <a:pt x="1296949" y="1391578"/>
                  </a:lnTo>
                  <a:lnTo>
                    <a:pt x="1296944" y="1391581"/>
                  </a:lnTo>
                  <a:lnTo>
                    <a:pt x="1296938" y="1391581"/>
                  </a:lnTo>
                  <a:lnTo>
                    <a:pt x="1296934" y="1391579"/>
                  </a:lnTo>
                  <a:lnTo>
                    <a:pt x="1296930" y="1391577"/>
                  </a:lnTo>
                  <a:lnTo>
                    <a:pt x="1296926" y="1391575"/>
                  </a:lnTo>
                  <a:lnTo>
                    <a:pt x="1296922" y="1391574"/>
                  </a:lnTo>
                  <a:lnTo>
                    <a:pt x="1296918" y="1391573"/>
                  </a:lnTo>
                  <a:lnTo>
                    <a:pt x="1296914" y="1391573"/>
                  </a:lnTo>
                  <a:lnTo>
                    <a:pt x="1296908" y="1391574"/>
                  </a:lnTo>
                  <a:lnTo>
                    <a:pt x="1296903" y="1391576"/>
                  </a:lnTo>
                  <a:lnTo>
                    <a:pt x="1296899" y="1391577"/>
                  </a:lnTo>
                  <a:lnTo>
                    <a:pt x="1296894" y="1391579"/>
                  </a:lnTo>
                  <a:lnTo>
                    <a:pt x="1296889" y="1391580"/>
                  </a:lnTo>
                  <a:lnTo>
                    <a:pt x="1296884" y="1391579"/>
                  </a:lnTo>
                  <a:lnTo>
                    <a:pt x="1296878" y="1391578"/>
                  </a:lnTo>
                  <a:lnTo>
                    <a:pt x="1296872" y="1391576"/>
                  </a:lnTo>
                  <a:lnTo>
                    <a:pt x="1296865" y="1391576"/>
                  </a:lnTo>
                  <a:lnTo>
                    <a:pt x="1296856" y="1391574"/>
                  </a:lnTo>
                  <a:lnTo>
                    <a:pt x="1296848" y="1391573"/>
                  </a:lnTo>
                  <a:lnTo>
                    <a:pt x="1296841" y="1391572"/>
                  </a:lnTo>
                  <a:lnTo>
                    <a:pt x="1296835" y="1391572"/>
                  </a:lnTo>
                  <a:lnTo>
                    <a:pt x="1296830" y="1391573"/>
                  </a:lnTo>
                  <a:lnTo>
                    <a:pt x="1296823" y="1391576"/>
                  </a:lnTo>
                  <a:lnTo>
                    <a:pt x="1296818" y="1391577"/>
                  </a:lnTo>
                  <a:lnTo>
                    <a:pt x="1296813" y="1391578"/>
                  </a:lnTo>
                  <a:lnTo>
                    <a:pt x="1296808" y="1391578"/>
                  </a:lnTo>
                  <a:lnTo>
                    <a:pt x="1296803" y="1391579"/>
                  </a:lnTo>
                  <a:lnTo>
                    <a:pt x="1296795" y="1391581"/>
                  </a:lnTo>
                  <a:lnTo>
                    <a:pt x="1296791" y="1391581"/>
                  </a:lnTo>
                  <a:lnTo>
                    <a:pt x="1296787" y="1391582"/>
                  </a:lnTo>
                  <a:lnTo>
                    <a:pt x="1296781" y="1391582"/>
                  </a:lnTo>
                  <a:lnTo>
                    <a:pt x="1296774" y="1391581"/>
                  </a:lnTo>
                  <a:lnTo>
                    <a:pt x="1296769" y="1391579"/>
                  </a:lnTo>
                  <a:lnTo>
                    <a:pt x="1296765" y="1391577"/>
                  </a:lnTo>
                  <a:lnTo>
                    <a:pt x="1296759" y="1391574"/>
                  </a:lnTo>
                  <a:lnTo>
                    <a:pt x="1296751" y="1391569"/>
                  </a:lnTo>
                  <a:lnTo>
                    <a:pt x="1296746" y="1391566"/>
                  </a:lnTo>
                  <a:lnTo>
                    <a:pt x="1296742" y="1391563"/>
                  </a:lnTo>
                  <a:lnTo>
                    <a:pt x="1296736" y="1391559"/>
                  </a:lnTo>
                  <a:lnTo>
                    <a:pt x="1296731" y="1391555"/>
                  </a:lnTo>
                  <a:lnTo>
                    <a:pt x="1296727" y="1391551"/>
                  </a:lnTo>
                  <a:lnTo>
                    <a:pt x="1296722" y="1391546"/>
                  </a:lnTo>
                  <a:lnTo>
                    <a:pt x="1296719" y="1391543"/>
                  </a:lnTo>
                  <a:lnTo>
                    <a:pt x="1296715" y="1391538"/>
                  </a:lnTo>
                  <a:lnTo>
                    <a:pt x="1296711" y="1391533"/>
                  </a:lnTo>
                  <a:lnTo>
                    <a:pt x="1296707" y="1391529"/>
                  </a:lnTo>
                  <a:lnTo>
                    <a:pt x="1296703" y="1391525"/>
                  </a:lnTo>
                  <a:lnTo>
                    <a:pt x="1296698" y="1391522"/>
                  </a:lnTo>
                  <a:lnTo>
                    <a:pt x="1296693" y="1391521"/>
                  </a:lnTo>
                  <a:lnTo>
                    <a:pt x="1296686" y="1391520"/>
                  </a:lnTo>
                  <a:lnTo>
                    <a:pt x="1296677" y="1391521"/>
                  </a:lnTo>
                  <a:lnTo>
                    <a:pt x="1296671" y="1391523"/>
                  </a:lnTo>
                  <a:lnTo>
                    <a:pt x="1296666" y="1391525"/>
                  </a:lnTo>
                  <a:lnTo>
                    <a:pt x="1296661" y="1391527"/>
                  </a:lnTo>
                  <a:lnTo>
                    <a:pt x="1296657" y="1391530"/>
                  </a:lnTo>
                  <a:lnTo>
                    <a:pt x="1296652" y="1391534"/>
                  </a:lnTo>
                  <a:lnTo>
                    <a:pt x="1296645" y="1391540"/>
                  </a:lnTo>
                  <a:lnTo>
                    <a:pt x="1296641" y="1391544"/>
                  </a:lnTo>
                  <a:lnTo>
                    <a:pt x="1296637" y="1391546"/>
                  </a:lnTo>
                  <a:lnTo>
                    <a:pt x="1296631" y="1391549"/>
                  </a:lnTo>
                  <a:lnTo>
                    <a:pt x="1296625" y="1391554"/>
                  </a:lnTo>
                  <a:lnTo>
                    <a:pt x="1296620" y="1391559"/>
                  </a:lnTo>
                  <a:lnTo>
                    <a:pt x="1296617" y="1391566"/>
                  </a:lnTo>
                  <a:lnTo>
                    <a:pt x="1296613" y="1391570"/>
                  </a:lnTo>
                  <a:lnTo>
                    <a:pt x="1296607" y="1391573"/>
                  </a:lnTo>
                  <a:lnTo>
                    <a:pt x="1296601" y="1391575"/>
                  </a:lnTo>
                  <a:lnTo>
                    <a:pt x="1296594" y="1391575"/>
                  </a:lnTo>
                  <a:lnTo>
                    <a:pt x="1296588" y="1391574"/>
                  </a:lnTo>
                  <a:lnTo>
                    <a:pt x="1296583" y="1391572"/>
                  </a:lnTo>
                  <a:lnTo>
                    <a:pt x="1296578" y="1391570"/>
                  </a:lnTo>
                  <a:lnTo>
                    <a:pt x="1296572" y="1391567"/>
                  </a:lnTo>
                  <a:lnTo>
                    <a:pt x="1296566" y="1391566"/>
                  </a:lnTo>
                  <a:lnTo>
                    <a:pt x="1296561" y="1391567"/>
                  </a:lnTo>
                  <a:lnTo>
                    <a:pt x="1296557" y="1391567"/>
                  </a:lnTo>
                  <a:lnTo>
                    <a:pt x="1296553" y="1391567"/>
                  </a:lnTo>
                  <a:lnTo>
                    <a:pt x="1296548" y="1391567"/>
                  </a:lnTo>
                  <a:lnTo>
                    <a:pt x="1296544" y="1391566"/>
                  </a:lnTo>
                  <a:lnTo>
                    <a:pt x="1296539" y="1391563"/>
                  </a:lnTo>
                  <a:lnTo>
                    <a:pt x="1296534" y="1391559"/>
                  </a:lnTo>
                  <a:lnTo>
                    <a:pt x="1296530" y="1391554"/>
                  </a:lnTo>
                  <a:lnTo>
                    <a:pt x="1296527" y="1391550"/>
                  </a:lnTo>
                  <a:lnTo>
                    <a:pt x="1296523" y="1391546"/>
                  </a:lnTo>
                  <a:lnTo>
                    <a:pt x="1296520" y="1391542"/>
                  </a:lnTo>
                  <a:lnTo>
                    <a:pt x="1296518" y="1391538"/>
                  </a:lnTo>
                  <a:lnTo>
                    <a:pt x="1296515" y="1391534"/>
                  </a:lnTo>
                  <a:lnTo>
                    <a:pt x="1296513" y="1391530"/>
                  </a:lnTo>
                  <a:lnTo>
                    <a:pt x="1296511" y="1391526"/>
                  </a:lnTo>
                  <a:lnTo>
                    <a:pt x="1296507" y="1391518"/>
                  </a:lnTo>
                  <a:lnTo>
                    <a:pt x="1296504" y="1391513"/>
                  </a:lnTo>
                  <a:lnTo>
                    <a:pt x="1296501" y="1391507"/>
                  </a:lnTo>
                  <a:lnTo>
                    <a:pt x="1296496" y="1391499"/>
                  </a:lnTo>
                  <a:lnTo>
                    <a:pt x="1296493" y="1391496"/>
                  </a:lnTo>
                  <a:lnTo>
                    <a:pt x="1296488" y="1391493"/>
                  </a:lnTo>
                  <a:lnTo>
                    <a:pt x="1296484" y="1391491"/>
                  </a:lnTo>
                  <a:lnTo>
                    <a:pt x="1296480" y="1391489"/>
                  </a:lnTo>
                  <a:lnTo>
                    <a:pt x="1296475" y="1391487"/>
                  </a:lnTo>
                  <a:lnTo>
                    <a:pt x="1296471" y="1391485"/>
                  </a:lnTo>
                  <a:lnTo>
                    <a:pt x="1296466" y="1391482"/>
                  </a:lnTo>
                  <a:lnTo>
                    <a:pt x="1296462" y="1391479"/>
                  </a:lnTo>
                  <a:lnTo>
                    <a:pt x="1296458" y="1391475"/>
                  </a:lnTo>
                  <a:lnTo>
                    <a:pt x="1296455" y="1391470"/>
                  </a:lnTo>
                  <a:lnTo>
                    <a:pt x="1296452" y="1391464"/>
                  </a:lnTo>
                  <a:lnTo>
                    <a:pt x="1296450" y="1391460"/>
                  </a:lnTo>
                  <a:lnTo>
                    <a:pt x="1296447" y="1391455"/>
                  </a:lnTo>
                  <a:lnTo>
                    <a:pt x="1296443" y="1391449"/>
                  </a:lnTo>
                  <a:lnTo>
                    <a:pt x="1296440" y="1391444"/>
                  </a:lnTo>
                  <a:lnTo>
                    <a:pt x="1296437" y="1391439"/>
                  </a:lnTo>
                  <a:lnTo>
                    <a:pt x="1296435" y="1391435"/>
                  </a:lnTo>
                  <a:lnTo>
                    <a:pt x="1296433" y="1391430"/>
                  </a:lnTo>
                  <a:lnTo>
                    <a:pt x="1296430" y="1391424"/>
                  </a:lnTo>
                  <a:lnTo>
                    <a:pt x="1296429" y="1391418"/>
                  </a:lnTo>
                  <a:lnTo>
                    <a:pt x="1296427" y="1391413"/>
                  </a:lnTo>
                  <a:lnTo>
                    <a:pt x="1296425" y="1391408"/>
                  </a:lnTo>
                  <a:lnTo>
                    <a:pt x="1296423" y="1391403"/>
                  </a:lnTo>
                  <a:lnTo>
                    <a:pt x="1296421" y="1391399"/>
                  </a:lnTo>
                  <a:lnTo>
                    <a:pt x="1296417" y="1391394"/>
                  </a:lnTo>
                  <a:lnTo>
                    <a:pt x="1296413" y="1391388"/>
                  </a:lnTo>
                  <a:lnTo>
                    <a:pt x="1296410" y="1391384"/>
                  </a:lnTo>
                  <a:lnTo>
                    <a:pt x="1296407" y="1391380"/>
                  </a:lnTo>
                  <a:lnTo>
                    <a:pt x="1296404" y="1391376"/>
                  </a:lnTo>
                  <a:lnTo>
                    <a:pt x="1296401" y="1391372"/>
                  </a:lnTo>
                  <a:lnTo>
                    <a:pt x="1296397" y="1391367"/>
                  </a:lnTo>
                  <a:lnTo>
                    <a:pt x="1296392" y="1391364"/>
                  </a:lnTo>
                  <a:lnTo>
                    <a:pt x="1296387" y="1391361"/>
                  </a:lnTo>
                  <a:lnTo>
                    <a:pt x="1296380" y="1391359"/>
                  </a:lnTo>
                  <a:lnTo>
                    <a:pt x="1296374" y="1391360"/>
                  </a:lnTo>
                  <a:lnTo>
                    <a:pt x="1296368" y="1391362"/>
                  </a:lnTo>
                  <a:lnTo>
                    <a:pt x="1296363" y="1391364"/>
                  </a:lnTo>
                  <a:lnTo>
                    <a:pt x="1296357" y="1391367"/>
                  </a:lnTo>
                  <a:lnTo>
                    <a:pt x="1296350" y="1391368"/>
                  </a:lnTo>
                  <a:lnTo>
                    <a:pt x="1296344" y="1391369"/>
                  </a:lnTo>
                  <a:lnTo>
                    <a:pt x="1296339" y="1391368"/>
                  </a:lnTo>
                  <a:lnTo>
                    <a:pt x="1296334" y="1391366"/>
                  </a:lnTo>
                  <a:lnTo>
                    <a:pt x="1296329" y="1391364"/>
                  </a:lnTo>
                  <a:lnTo>
                    <a:pt x="1296323" y="1391361"/>
                  </a:lnTo>
                  <a:lnTo>
                    <a:pt x="1296318" y="1391357"/>
                  </a:lnTo>
                  <a:lnTo>
                    <a:pt x="1296312" y="1391354"/>
                  </a:lnTo>
                  <a:lnTo>
                    <a:pt x="1296307" y="1391352"/>
                  </a:lnTo>
                  <a:lnTo>
                    <a:pt x="1296303" y="1391350"/>
                  </a:lnTo>
                  <a:lnTo>
                    <a:pt x="1296296" y="1391349"/>
                  </a:lnTo>
                  <a:lnTo>
                    <a:pt x="1296291" y="1391347"/>
                  </a:lnTo>
                  <a:lnTo>
                    <a:pt x="1296286" y="1391346"/>
                  </a:lnTo>
                  <a:lnTo>
                    <a:pt x="1296281" y="1391344"/>
                  </a:lnTo>
                  <a:lnTo>
                    <a:pt x="1296274" y="1391341"/>
                  </a:lnTo>
                  <a:lnTo>
                    <a:pt x="1296269" y="1391339"/>
                  </a:lnTo>
                  <a:lnTo>
                    <a:pt x="1296262" y="1391334"/>
                  </a:lnTo>
                  <a:lnTo>
                    <a:pt x="1296258" y="1391331"/>
                  </a:lnTo>
                  <a:lnTo>
                    <a:pt x="1296252" y="1391326"/>
                  </a:lnTo>
                  <a:lnTo>
                    <a:pt x="1296247" y="1391321"/>
                  </a:lnTo>
                  <a:lnTo>
                    <a:pt x="1296243" y="1391317"/>
                  </a:lnTo>
                  <a:lnTo>
                    <a:pt x="1296239" y="1391313"/>
                  </a:lnTo>
                  <a:lnTo>
                    <a:pt x="1296231" y="1391307"/>
                  </a:lnTo>
                  <a:lnTo>
                    <a:pt x="1296225" y="1391305"/>
                  </a:lnTo>
                  <a:lnTo>
                    <a:pt x="1296221" y="1391304"/>
                  </a:lnTo>
                  <a:lnTo>
                    <a:pt x="1296215" y="1391307"/>
                  </a:lnTo>
                  <a:lnTo>
                    <a:pt x="1296211" y="1391308"/>
                  </a:lnTo>
                  <a:lnTo>
                    <a:pt x="1296207" y="1391311"/>
                  </a:lnTo>
                  <a:lnTo>
                    <a:pt x="1296201" y="1391314"/>
                  </a:lnTo>
                  <a:lnTo>
                    <a:pt x="1296195" y="1391316"/>
                  </a:lnTo>
                  <a:lnTo>
                    <a:pt x="1296190" y="1391318"/>
                  </a:lnTo>
                  <a:lnTo>
                    <a:pt x="1296185" y="1391319"/>
                  </a:lnTo>
                  <a:lnTo>
                    <a:pt x="1296180" y="1391320"/>
                  </a:lnTo>
                  <a:lnTo>
                    <a:pt x="1296174" y="1391320"/>
                  </a:lnTo>
                  <a:lnTo>
                    <a:pt x="1296168" y="1391319"/>
                  </a:lnTo>
                  <a:lnTo>
                    <a:pt x="1296163" y="1391316"/>
                  </a:lnTo>
                  <a:lnTo>
                    <a:pt x="1296159" y="1391314"/>
                  </a:lnTo>
                  <a:lnTo>
                    <a:pt x="1296155" y="1391311"/>
                  </a:lnTo>
                  <a:lnTo>
                    <a:pt x="1296145" y="1391309"/>
                  </a:lnTo>
                  <a:lnTo>
                    <a:pt x="1296140" y="1391307"/>
                  </a:lnTo>
                  <a:lnTo>
                    <a:pt x="1296135" y="1391305"/>
                  </a:lnTo>
                  <a:lnTo>
                    <a:pt x="1296131" y="1391302"/>
                  </a:lnTo>
                  <a:lnTo>
                    <a:pt x="1296126" y="1391296"/>
                  </a:lnTo>
                  <a:lnTo>
                    <a:pt x="1296123" y="1391289"/>
                  </a:lnTo>
                  <a:lnTo>
                    <a:pt x="1296120" y="1391283"/>
                  </a:lnTo>
                  <a:lnTo>
                    <a:pt x="1296119" y="1391277"/>
                  </a:lnTo>
                  <a:lnTo>
                    <a:pt x="1296117" y="1391268"/>
                  </a:lnTo>
                  <a:lnTo>
                    <a:pt x="1296116" y="1391261"/>
                  </a:lnTo>
                  <a:lnTo>
                    <a:pt x="1296115" y="1391255"/>
                  </a:lnTo>
                  <a:lnTo>
                    <a:pt x="1296113" y="1391249"/>
                  </a:lnTo>
                  <a:lnTo>
                    <a:pt x="1296112" y="1391244"/>
                  </a:lnTo>
                  <a:lnTo>
                    <a:pt x="1296110" y="1391237"/>
                  </a:lnTo>
                  <a:lnTo>
                    <a:pt x="1296107" y="1391231"/>
                  </a:lnTo>
                  <a:lnTo>
                    <a:pt x="1296104" y="1391226"/>
                  </a:lnTo>
                  <a:lnTo>
                    <a:pt x="1296100" y="1391222"/>
                  </a:lnTo>
                  <a:lnTo>
                    <a:pt x="1296096" y="1391220"/>
                  </a:lnTo>
                  <a:lnTo>
                    <a:pt x="1296092" y="1391216"/>
                  </a:lnTo>
                  <a:lnTo>
                    <a:pt x="1296089" y="1391213"/>
                  </a:lnTo>
                  <a:lnTo>
                    <a:pt x="1296086" y="1391209"/>
                  </a:lnTo>
                  <a:lnTo>
                    <a:pt x="1296083" y="1391206"/>
                  </a:lnTo>
                  <a:lnTo>
                    <a:pt x="1296079" y="1391202"/>
                  </a:lnTo>
                  <a:lnTo>
                    <a:pt x="1296075" y="1391197"/>
                  </a:lnTo>
                  <a:lnTo>
                    <a:pt x="1296070" y="1391193"/>
                  </a:lnTo>
                  <a:lnTo>
                    <a:pt x="1296067" y="1391190"/>
                  </a:lnTo>
                  <a:lnTo>
                    <a:pt x="1296064" y="1391187"/>
                  </a:lnTo>
                  <a:lnTo>
                    <a:pt x="1296061" y="1391184"/>
                  </a:lnTo>
                  <a:lnTo>
                    <a:pt x="1296057" y="1391179"/>
                  </a:lnTo>
                  <a:lnTo>
                    <a:pt x="1296053" y="1391173"/>
                  </a:lnTo>
                  <a:lnTo>
                    <a:pt x="1296049" y="1391167"/>
                  </a:lnTo>
                  <a:lnTo>
                    <a:pt x="1296045" y="1391161"/>
                  </a:lnTo>
                  <a:lnTo>
                    <a:pt x="1296041" y="1391155"/>
                  </a:lnTo>
                  <a:lnTo>
                    <a:pt x="1296037" y="1391150"/>
                  </a:lnTo>
                  <a:lnTo>
                    <a:pt x="1296034" y="1391146"/>
                  </a:lnTo>
                  <a:lnTo>
                    <a:pt x="1296031" y="1391142"/>
                  </a:lnTo>
                  <a:lnTo>
                    <a:pt x="1296027" y="1391138"/>
                  </a:lnTo>
                  <a:lnTo>
                    <a:pt x="1296023" y="1391134"/>
                  </a:lnTo>
                  <a:lnTo>
                    <a:pt x="1296018" y="1391128"/>
                  </a:lnTo>
                  <a:lnTo>
                    <a:pt x="1296014" y="1391125"/>
                  </a:lnTo>
                  <a:lnTo>
                    <a:pt x="1296008" y="1391122"/>
                  </a:lnTo>
                  <a:lnTo>
                    <a:pt x="1296000" y="1391119"/>
                  </a:lnTo>
                  <a:lnTo>
                    <a:pt x="1295993" y="1391117"/>
                  </a:lnTo>
                  <a:lnTo>
                    <a:pt x="1295988" y="1391114"/>
                  </a:lnTo>
                  <a:lnTo>
                    <a:pt x="1295983" y="1391111"/>
                  </a:lnTo>
                  <a:lnTo>
                    <a:pt x="1295977" y="1391107"/>
                  </a:lnTo>
                  <a:lnTo>
                    <a:pt x="1295973" y="1391104"/>
                  </a:lnTo>
                  <a:lnTo>
                    <a:pt x="1295969" y="1391098"/>
                  </a:lnTo>
                  <a:lnTo>
                    <a:pt x="1295967" y="1391092"/>
                  </a:lnTo>
                  <a:lnTo>
                    <a:pt x="1295966" y="1391086"/>
                  </a:lnTo>
                  <a:lnTo>
                    <a:pt x="1295965" y="1391080"/>
                  </a:lnTo>
                  <a:lnTo>
                    <a:pt x="1295964" y="1391075"/>
                  </a:lnTo>
                  <a:lnTo>
                    <a:pt x="1295966" y="1390992"/>
                  </a:lnTo>
                  <a:lnTo>
                    <a:pt x="1295960" y="1390966"/>
                  </a:lnTo>
                  <a:lnTo>
                    <a:pt x="1295955" y="1390965"/>
                  </a:lnTo>
                  <a:lnTo>
                    <a:pt x="1295948" y="1390962"/>
                  </a:lnTo>
                  <a:lnTo>
                    <a:pt x="1295941" y="1390959"/>
                  </a:lnTo>
                  <a:lnTo>
                    <a:pt x="1295936" y="1390957"/>
                  </a:lnTo>
                  <a:lnTo>
                    <a:pt x="1295928" y="1390953"/>
                  </a:lnTo>
                  <a:lnTo>
                    <a:pt x="1295921" y="1390950"/>
                  </a:lnTo>
                  <a:lnTo>
                    <a:pt x="1295915" y="1390946"/>
                  </a:lnTo>
                  <a:lnTo>
                    <a:pt x="1295911" y="1390943"/>
                  </a:lnTo>
                  <a:lnTo>
                    <a:pt x="1295906" y="1390940"/>
                  </a:lnTo>
                  <a:lnTo>
                    <a:pt x="1295901" y="1390935"/>
                  </a:lnTo>
                  <a:lnTo>
                    <a:pt x="1295897" y="1390932"/>
                  </a:lnTo>
                  <a:lnTo>
                    <a:pt x="1295892" y="1390927"/>
                  </a:lnTo>
                  <a:lnTo>
                    <a:pt x="1295888" y="1390925"/>
                  </a:lnTo>
                  <a:lnTo>
                    <a:pt x="1295883" y="1390922"/>
                  </a:lnTo>
                  <a:lnTo>
                    <a:pt x="1295877" y="1390919"/>
                  </a:lnTo>
                  <a:lnTo>
                    <a:pt x="1295871" y="1390914"/>
                  </a:lnTo>
                  <a:lnTo>
                    <a:pt x="1295867" y="1390910"/>
                  </a:lnTo>
                  <a:lnTo>
                    <a:pt x="1295864" y="1390908"/>
                  </a:lnTo>
                  <a:lnTo>
                    <a:pt x="1295858" y="1390905"/>
                  </a:lnTo>
                  <a:lnTo>
                    <a:pt x="1295852" y="1390902"/>
                  </a:lnTo>
                  <a:lnTo>
                    <a:pt x="1295847" y="1390901"/>
                  </a:lnTo>
                  <a:lnTo>
                    <a:pt x="1295841" y="1390902"/>
                  </a:lnTo>
                  <a:lnTo>
                    <a:pt x="1295835" y="1390904"/>
                  </a:lnTo>
                  <a:lnTo>
                    <a:pt x="1295830" y="1390905"/>
                  </a:lnTo>
                  <a:lnTo>
                    <a:pt x="1295824" y="1390905"/>
                  </a:lnTo>
                  <a:lnTo>
                    <a:pt x="1295815" y="1390905"/>
                  </a:lnTo>
                  <a:lnTo>
                    <a:pt x="1295808" y="1390905"/>
                  </a:lnTo>
                  <a:lnTo>
                    <a:pt x="1295802" y="1390905"/>
                  </a:lnTo>
                  <a:lnTo>
                    <a:pt x="1295796" y="1390904"/>
                  </a:lnTo>
                  <a:lnTo>
                    <a:pt x="1295792" y="1390904"/>
                  </a:lnTo>
                  <a:lnTo>
                    <a:pt x="1295786" y="1390902"/>
                  </a:lnTo>
                  <a:lnTo>
                    <a:pt x="1295780" y="1390899"/>
                  </a:lnTo>
                  <a:lnTo>
                    <a:pt x="1295775" y="1390897"/>
                  </a:lnTo>
                  <a:lnTo>
                    <a:pt x="1295770" y="1390894"/>
                  </a:lnTo>
                  <a:lnTo>
                    <a:pt x="1295766" y="1390893"/>
                  </a:lnTo>
                  <a:lnTo>
                    <a:pt x="1295760" y="1390889"/>
                  </a:lnTo>
                  <a:lnTo>
                    <a:pt x="1295755" y="1390886"/>
                  </a:lnTo>
                  <a:lnTo>
                    <a:pt x="1295750" y="1390882"/>
                  </a:lnTo>
                  <a:lnTo>
                    <a:pt x="1295746" y="1390878"/>
                  </a:lnTo>
                  <a:lnTo>
                    <a:pt x="1295743" y="1390874"/>
                  </a:lnTo>
                  <a:lnTo>
                    <a:pt x="1295740" y="1390871"/>
                  </a:lnTo>
                  <a:lnTo>
                    <a:pt x="1295736" y="1390868"/>
                  </a:lnTo>
                  <a:lnTo>
                    <a:pt x="1295734" y="1390865"/>
                  </a:lnTo>
                  <a:lnTo>
                    <a:pt x="1295728" y="1390859"/>
                  </a:lnTo>
                  <a:lnTo>
                    <a:pt x="1295722" y="1390857"/>
                  </a:lnTo>
                  <a:lnTo>
                    <a:pt x="1295718" y="1390856"/>
                  </a:lnTo>
                  <a:lnTo>
                    <a:pt x="1295713" y="1390856"/>
                  </a:lnTo>
                  <a:lnTo>
                    <a:pt x="1295708" y="1390856"/>
                  </a:lnTo>
                  <a:lnTo>
                    <a:pt x="1295704" y="1390856"/>
                  </a:lnTo>
                  <a:lnTo>
                    <a:pt x="1295695" y="1390856"/>
                  </a:lnTo>
                  <a:lnTo>
                    <a:pt x="1295690" y="1390857"/>
                  </a:lnTo>
                  <a:lnTo>
                    <a:pt x="1295684" y="1390858"/>
                  </a:lnTo>
                  <a:lnTo>
                    <a:pt x="1295677" y="1390859"/>
                  </a:lnTo>
                  <a:lnTo>
                    <a:pt x="1295671" y="1390859"/>
                  </a:lnTo>
                  <a:lnTo>
                    <a:pt x="1295664" y="1390860"/>
                  </a:lnTo>
                  <a:lnTo>
                    <a:pt x="1295657" y="1390860"/>
                  </a:lnTo>
                  <a:lnTo>
                    <a:pt x="1295651" y="1390862"/>
                  </a:lnTo>
                  <a:lnTo>
                    <a:pt x="1295646" y="1390863"/>
                  </a:lnTo>
                  <a:lnTo>
                    <a:pt x="1295640" y="1390864"/>
                  </a:lnTo>
                  <a:lnTo>
                    <a:pt x="1295636" y="1390866"/>
                  </a:lnTo>
                  <a:lnTo>
                    <a:pt x="1295631" y="1390869"/>
                  </a:lnTo>
                  <a:lnTo>
                    <a:pt x="1295626" y="1390873"/>
                  </a:lnTo>
                  <a:lnTo>
                    <a:pt x="1295622" y="1390877"/>
                  </a:lnTo>
                  <a:lnTo>
                    <a:pt x="1295616" y="1390883"/>
                  </a:lnTo>
                  <a:lnTo>
                    <a:pt x="1295611" y="1390888"/>
                  </a:lnTo>
                  <a:lnTo>
                    <a:pt x="1295608" y="1390892"/>
                  </a:lnTo>
                  <a:lnTo>
                    <a:pt x="1295604" y="1390896"/>
                  </a:lnTo>
                  <a:lnTo>
                    <a:pt x="1295596" y="1390905"/>
                  </a:lnTo>
                  <a:lnTo>
                    <a:pt x="1295589" y="1390912"/>
                  </a:lnTo>
                  <a:lnTo>
                    <a:pt x="1295584" y="1390917"/>
                  </a:lnTo>
                  <a:lnTo>
                    <a:pt x="1295579" y="1390923"/>
                  </a:lnTo>
                  <a:lnTo>
                    <a:pt x="1295574" y="1390928"/>
                  </a:lnTo>
                  <a:lnTo>
                    <a:pt x="1295567" y="1390935"/>
                  </a:lnTo>
                  <a:lnTo>
                    <a:pt x="1295564" y="1390939"/>
                  </a:lnTo>
                  <a:lnTo>
                    <a:pt x="1295561" y="1390943"/>
                  </a:lnTo>
                  <a:lnTo>
                    <a:pt x="1295558" y="1390947"/>
                  </a:lnTo>
                  <a:lnTo>
                    <a:pt x="1295459" y="1390922"/>
                  </a:lnTo>
                  <a:lnTo>
                    <a:pt x="1295382" y="1390912"/>
                  </a:lnTo>
                  <a:lnTo>
                    <a:pt x="1295265" y="1390911"/>
                  </a:lnTo>
                  <a:lnTo>
                    <a:pt x="1295259" y="1390911"/>
                  </a:lnTo>
                  <a:lnTo>
                    <a:pt x="1295154" y="1390908"/>
                  </a:lnTo>
                  <a:lnTo>
                    <a:pt x="1295149" y="1390903"/>
                  </a:lnTo>
                  <a:lnTo>
                    <a:pt x="1295143" y="1390897"/>
                  </a:lnTo>
                  <a:lnTo>
                    <a:pt x="1295138" y="1390889"/>
                  </a:lnTo>
                  <a:lnTo>
                    <a:pt x="1295133" y="1390883"/>
                  </a:lnTo>
                  <a:lnTo>
                    <a:pt x="1295129" y="1390877"/>
                  </a:lnTo>
                  <a:lnTo>
                    <a:pt x="1295126" y="1390874"/>
                  </a:lnTo>
                  <a:lnTo>
                    <a:pt x="1295122" y="1390869"/>
                  </a:lnTo>
                  <a:lnTo>
                    <a:pt x="1295119" y="1390861"/>
                  </a:lnTo>
                  <a:lnTo>
                    <a:pt x="1295117" y="1390855"/>
                  </a:lnTo>
                  <a:lnTo>
                    <a:pt x="1295115" y="1390851"/>
                  </a:lnTo>
                  <a:lnTo>
                    <a:pt x="1295111" y="1390847"/>
                  </a:lnTo>
                  <a:lnTo>
                    <a:pt x="1295050" y="1390883"/>
                  </a:lnTo>
                  <a:lnTo>
                    <a:pt x="1295045" y="1390885"/>
                  </a:lnTo>
                  <a:lnTo>
                    <a:pt x="1295038" y="1390887"/>
                  </a:lnTo>
                  <a:lnTo>
                    <a:pt x="1295030" y="1390889"/>
                  </a:lnTo>
                  <a:lnTo>
                    <a:pt x="1295023" y="1390891"/>
                  </a:lnTo>
                  <a:lnTo>
                    <a:pt x="1295018" y="1390893"/>
                  </a:lnTo>
                  <a:lnTo>
                    <a:pt x="1295013" y="1390896"/>
                  </a:lnTo>
                  <a:lnTo>
                    <a:pt x="1295002" y="1390886"/>
                  </a:lnTo>
                  <a:lnTo>
                    <a:pt x="1294994" y="1390880"/>
                  </a:lnTo>
                  <a:lnTo>
                    <a:pt x="1294974" y="1390867"/>
                  </a:lnTo>
                  <a:lnTo>
                    <a:pt x="1294912" y="1390833"/>
                  </a:lnTo>
                  <a:lnTo>
                    <a:pt x="1294855" y="1390829"/>
                  </a:lnTo>
                  <a:lnTo>
                    <a:pt x="1294808" y="1390803"/>
                  </a:lnTo>
                  <a:lnTo>
                    <a:pt x="1294737" y="1390797"/>
                  </a:lnTo>
                  <a:lnTo>
                    <a:pt x="1294650" y="1390791"/>
                  </a:lnTo>
                  <a:lnTo>
                    <a:pt x="1294644" y="1390794"/>
                  </a:lnTo>
                  <a:lnTo>
                    <a:pt x="1294639" y="1390796"/>
                  </a:lnTo>
                  <a:lnTo>
                    <a:pt x="1294631" y="1390799"/>
                  </a:lnTo>
                  <a:lnTo>
                    <a:pt x="1294627" y="1390802"/>
                  </a:lnTo>
                  <a:lnTo>
                    <a:pt x="1294622" y="1390804"/>
                  </a:lnTo>
                  <a:lnTo>
                    <a:pt x="1294617" y="1390803"/>
                  </a:lnTo>
                  <a:lnTo>
                    <a:pt x="1294614" y="1390799"/>
                  </a:lnTo>
                  <a:lnTo>
                    <a:pt x="1294612" y="1390793"/>
                  </a:lnTo>
                  <a:lnTo>
                    <a:pt x="1294611" y="1390786"/>
                  </a:lnTo>
                  <a:lnTo>
                    <a:pt x="1294610" y="1390780"/>
                  </a:lnTo>
                  <a:lnTo>
                    <a:pt x="1294610" y="1390775"/>
                  </a:lnTo>
                  <a:lnTo>
                    <a:pt x="1294610" y="1390769"/>
                  </a:lnTo>
                  <a:lnTo>
                    <a:pt x="1294609" y="1390762"/>
                  </a:lnTo>
                  <a:lnTo>
                    <a:pt x="1294606" y="1390756"/>
                  </a:lnTo>
                  <a:lnTo>
                    <a:pt x="1294604" y="1390751"/>
                  </a:lnTo>
                  <a:lnTo>
                    <a:pt x="1294602" y="1390746"/>
                  </a:lnTo>
                  <a:lnTo>
                    <a:pt x="1294599" y="1390740"/>
                  </a:lnTo>
                  <a:lnTo>
                    <a:pt x="1294597" y="1390734"/>
                  </a:lnTo>
                  <a:lnTo>
                    <a:pt x="1294596" y="1390730"/>
                  </a:lnTo>
                  <a:lnTo>
                    <a:pt x="1294578" y="1390728"/>
                  </a:lnTo>
                  <a:lnTo>
                    <a:pt x="1294566" y="1390728"/>
                  </a:lnTo>
                  <a:lnTo>
                    <a:pt x="1294534" y="1390725"/>
                  </a:lnTo>
                  <a:lnTo>
                    <a:pt x="1294530" y="1390729"/>
                  </a:lnTo>
                  <a:lnTo>
                    <a:pt x="1294528" y="1390732"/>
                  </a:lnTo>
                  <a:lnTo>
                    <a:pt x="1294525" y="1390736"/>
                  </a:lnTo>
                  <a:lnTo>
                    <a:pt x="1294521" y="1390738"/>
                  </a:lnTo>
                  <a:lnTo>
                    <a:pt x="1294516" y="1390740"/>
                  </a:lnTo>
                  <a:lnTo>
                    <a:pt x="1294510" y="1390741"/>
                  </a:lnTo>
                  <a:lnTo>
                    <a:pt x="1294503" y="1390742"/>
                  </a:lnTo>
                  <a:lnTo>
                    <a:pt x="1294498" y="1390742"/>
                  </a:lnTo>
                  <a:lnTo>
                    <a:pt x="1294492" y="1390742"/>
                  </a:lnTo>
                  <a:lnTo>
                    <a:pt x="1294431" y="1390706"/>
                  </a:lnTo>
                  <a:lnTo>
                    <a:pt x="1294418" y="1390734"/>
                  </a:lnTo>
                  <a:lnTo>
                    <a:pt x="1294394" y="1390737"/>
                  </a:lnTo>
                  <a:lnTo>
                    <a:pt x="1294371" y="1390743"/>
                  </a:lnTo>
                  <a:lnTo>
                    <a:pt x="1294352" y="1390749"/>
                  </a:lnTo>
                  <a:lnTo>
                    <a:pt x="1294344" y="1390751"/>
                  </a:lnTo>
                  <a:lnTo>
                    <a:pt x="1294335" y="1390750"/>
                  </a:lnTo>
                  <a:lnTo>
                    <a:pt x="1294327" y="1390759"/>
                  </a:lnTo>
                  <a:lnTo>
                    <a:pt x="1294324" y="1390768"/>
                  </a:lnTo>
                  <a:lnTo>
                    <a:pt x="1294221" y="1390718"/>
                  </a:lnTo>
                  <a:lnTo>
                    <a:pt x="1294217" y="1390714"/>
                  </a:lnTo>
                  <a:lnTo>
                    <a:pt x="1294212" y="1390710"/>
                  </a:lnTo>
                  <a:lnTo>
                    <a:pt x="1294208" y="1390704"/>
                  </a:lnTo>
                  <a:lnTo>
                    <a:pt x="1294204" y="1390697"/>
                  </a:lnTo>
                  <a:lnTo>
                    <a:pt x="1294196" y="1390684"/>
                  </a:lnTo>
                  <a:lnTo>
                    <a:pt x="1294192" y="1390674"/>
                  </a:lnTo>
                  <a:lnTo>
                    <a:pt x="1294187" y="1390665"/>
                  </a:lnTo>
                  <a:lnTo>
                    <a:pt x="1294185" y="1390658"/>
                  </a:lnTo>
                  <a:lnTo>
                    <a:pt x="1294183" y="1390650"/>
                  </a:lnTo>
                  <a:lnTo>
                    <a:pt x="1294179" y="1390644"/>
                  </a:lnTo>
                  <a:lnTo>
                    <a:pt x="1294171" y="1390635"/>
                  </a:lnTo>
                  <a:lnTo>
                    <a:pt x="1294163" y="1390632"/>
                  </a:lnTo>
                  <a:lnTo>
                    <a:pt x="1294152" y="1390624"/>
                  </a:lnTo>
                  <a:lnTo>
                    <a:pt x="1294143" y="1390616"/>
                  </a:lnTo>
                  <a:lnTo>
                    <a:pt x="1294140" y="1390613"/>
                  </a:lnTo>
                  <a:lnTo>
                    <a:pt x="1294135" y="1390613"/>
                  </a:lnTo>
                  <a:lnTo>
                    <a:pt x="1294128" y="1390613"/>
                  </a:lnTo>
                  <a:lnTo>
                    <a:pt x="1294123" y="1390612"/>
                  </a:lnTo>
                  <a:lnTo>
                    <a:pt x="1294116" y="1390611"/>
                  </a:lnTo>
                  <a:lnTo>
                    <a:pt x="1294112" y="1390610"/>
                  </a:lnTo>
                  <a:lnTo>
                    <a:pt x="1294107" y="1390609"/>
                  </a:lnTo>
                  <a:lnTo>
                    <a:pt x="1294102" y="1390609"/>
                  </a:lnTo>
                  <a:lnTo>
                    <a:pt x="1294097" y="1390609"/>
                  </a:lnTo>
                  <a:lnTo>
                    <a:pt x="1294090" y="1390607"/>
                  </a:lnTo>
                  <a:lnTo>
                    <a:pt x="1294084" y="1390604"/>
                  </a:lnTo>
                  <a:lnTo>
                    <a:pt x="1294079" y="1390601"/>
                  </a:lnTo>
                  <a:lnTo>
                    <a:pt x="1294075" y="1390598"/>
                  </a:lnTo>
                  <a:lnTo>
                    <a:pt x="1294071" y="1390593"/>
                  </a:lnTo>
                  <a:lnTo>
                    <a:pt x="1294067" y="1390589"/>
                  </a:lnTo>
                  <a:lnTo>
                    <a:pt x="1294062" y="1390588"/>
                  </a:lnTo>
                  <a:lnTo>
                    <a:pt x="1294057" y="1390587"/>
                  </a:lnTo>
                  <a:lnTo>
                    <a:pt x="1294052" y="1390587"/>
                  </a:lnTo>
                  <a:lnTo>
                    <a:pt x="1293893" y="1390585"/>
                  </a:lnTo>
                  <a:lnTo>
                    <a:pt x="1293887" y="1390579"/>
                  </a:lnTo>
                  <a:lnTo>
                    <a:pt x="1293883" y="1390576"/>
                  </a:lnTo>
                  <a:lnTo>
                    <a:pt x="1293880" y="1390572"/>
                  </a:lnTo>
                  <a:lnTo>
                    <a:pt x="1293876" y="1390568"/>
                  </a:lnTo>
                  <a:lnTo>
                    <a:pt x="1293873" y="1390565"/>
                  </a:lnTo>
                  <a:lnTo>
                    <a:pt x="1293870" y="1390562"/>
                  </a:lnTo>
                  <a:lnTo>
                    <a:pt x="1293866" y="1390559"/>
                  </a:lnTo>
                  <a:lnTo>
                    <a:pt x="1293862" y="1390554"/>
                  </a:lnTo>
                  <a:lnTo>
                    <a:pt x="1293804" y="1390551"/>
                  </a:lnTo>
                  <a:lnTo>
                    <a:pt x="1293736" y="1390474"/>
                  </a:lnTo>
                  <a:lnTo>
                    <a:pt x="1293716" y="1390452"/>
                  </a:lnTo>
                  <a:lnTo>
                    <a:pt x="1293639" y="1390467"/>
                  </a:lnTo>
                  <a:lnTo>
                    <a:pt x="1293634" y="1390456"/>
                  </a:lnTo>
                  <a:lnTo>
                    <a:pt x="1293631" y="1390449"/>
                  </a:lnTo>
                  <a:lnTo>
                    <a:pt x="1293627" y="1390438"/>
                  </a:lnTo>
                  <a:lnTo>
                    <a:pt x="1293623" y="1390428"/>
                  </a:lnTo>
                  <a:lnTo>
                    <a:pt x="1293620" y="1390421"/>
                  </a:lnTo>
                  <a:lnTo>
                    <a:pt x="1293618" y="1390416"/>
                  </a:lnTo>
                  <a:lnTo>
                    <a:pt x="1293615" y="1390411"/>
                  </a:lnTo>
                  <a:lnTo>
                    <a:pt x="1293611" y="1390406"/>
                  </a:lnTo>
                  <a:lnTo>
                    <a:pt x="1293607" y="1390400"/>
                  </a:lnTo>
                  <a:lnTo>
                    <a:pt x="1293603" y="1390396"/>
                  </a:lnTo>
                  <a:lnTo>
                    <a:pt x="1293599" y="1390390"/>
                  </a:lnTo>
                  <a:lnTo>
                    <a:pt x="1293596" y="1390385"/>
                  </a:lnTo>
                  <a:lnTo>
                    <a:pt x="1293589" y="1390379"/>
                  </a:lnTo>
                  <a:lnTo>
                    <a:pt x="1293572" y="1390375"/>
                  </a:lnTo>
                  <a:lnTo>
                    <a:pt x="1293570" y="1390366"/>
                  </a:lnTo>
                  <a:lnTo>
                    <a:pt x="1293570" y="1390356"/>
                  </a:lnTo>
                  <a:lnTo>
                    <a:pt x="1293570" y="1390350"/>
                  </a:lnTo>
                  <a:lnTo>
                    <a:pt x="1293571" y="1390343"/>
                  </a:lnTo>
                  <a:lnTo>
                    <a:pt x="1293570" y="1390339"/>
                  </a:lnTo>
                  <a:lnTo>
                    <a:pt x="1293570" y="1390330"/>
                  </a:lnTo>
                  <a:lnTo>
                    <a:pt x="1293484" y="1390256"/>
                  </a:lnTo>
                  <a:lnTo>
                    <a:pt x="1293399" y="1390224"/>
                  </a:lnTo>
                  <a:lnTo>
                    <a:pt x="1293398" y="1390218"/>
                  </a:lnTo>
                  <a:lnTo>
                    <a:pt x="1293396" y="1390209"/>
                  </a:lnTo>
                  <a:lnTo>
                    <a:pt x="1293394" y="1390204"/>
                  </a:lnTo>
                  <a:lnTo>
                    <a:pt x="1293393" y="1390199"/>
                  </a:lnTo>
                  <a:lnTo>
                    <a:pt x="1293390" y="1390193"/>
                  </a:lnTo>
                  <a:lnTo>
                    <a:pt x="1293387" y="1390186"/>
                  </a:lnTo>
                  <a:lnTo>
                    <a:pt x="1293386" y="1390178"/>
                  </a:lnTo>
                  <a:lnTo>
                    <a:pt x="1293387" y="1390172"/>
                  </a:lnTo>
                  <a:lnTo>
                    <a:pt x="1293388" y="1390166"/>
                  </a:lnTo>
                  <a:lnTo>
                    <a:pt x="1293389" y="1390160"/>
                  </a:lnTo>
                  <a:lnTo>
                    <a:pt x="1293390" y="1390151"/>
                  </a:lnTo>
                  <a:lnTo>
                    <a:pt x="1293392" y="1390146"/>
                  </a:lnTo>
                  <a:lnTo>
                    <a:pt x="1293387" y="1390145"/>
                  </a:lnTo>
                  <a:lnTo>
                    <a:pt x="1293383" y="1390144"/>
                  </a:lnTo>
                  <a:lnTo>
                    <a:pt x="1293379" y="1390142"/>
                  </a:lnTo>
                  <a:lnTo>
                    <a:pt x="1293374" y="1390138"/>
                  </a:lnTo>
                  <a:lnTo>
                    <a:pt x="1293371" y="1390133"/>
                  </a:lnTo>
                  <a:lnTo>
                    <a:pt x="1293367" y="1390128"/>
                  </a:lnTo>
                  <a:lnTo>
                    <a:pt x="1293364" y="1390123"/>
                  </a:lnTo>
                  <a:lnTo>
                    <a:pt x="1293362" y="1390120"/>
                  </a:lnTo>
                  <a:lnTo>
                    <a:pt x="1293359" y="1390116"/>
                  </a:lnTo>
                  <a:lnTo>
                    <a:pt x="1293354" y="1390113"/>
                  </a:lnTo>
                  <a:lnTo>
                    <a:pt x="1293349" y="1390113"/>
                  </a:lnTo>
                  <a:lnTo>
                    <a:pt x="1293344" y="1390113"/>
                  </a:lnTo>
                  <a:lnTo>
                    <a:pt x="1293340" y="1390113"/>
                  </a:lnTo>
                  <a:lnTo>
                    <a:pt x="1293336" y="1390113"/>
                  </a:lnTo>
                  <a:lnTo>
                    <a:pt x="1293332" y="1390114"/>
                  </a:lnTo>
                  <a:lnTo>
                    <a:pt x="1293317" y="1390120"/>
                  </a:lnTo>
                  <a:lnTo>
                    <a:pt x="1293308" y="1390121"/>
                  </a:lnTo>
                  <a:lnTo>
                    <a:pt x="1293301" y="1390122"/>
                  </a:lnTo>
                  <a:lnTo>
                    <a:pt x="1293295" y="1390122"/>
                  </a:lnTo>
                  <a:lnTo>
                    <a:pt x="1293291" y="1390124"/>
                  </a:lnTo>
                  <a:lnTo>
                    <a:pt x="1293286" y="1390125"/>
                  </a:lnTo>
                  <a:lnTo>
                    <a:pt x="1293279" y="1390127"/>
                  </a:lnTo>
                  <a:lnTo>
                    <a:pt x="1293270" y="1390128"/>
                  </a:lnTo>
                  <a:lnTo>
                    <a:pt x="1293263" y="1390129"/>
                  </a:lnTo>
                  <a:lnTo>
                    <a:pt x="1293259" y="1390128"/>
                  </a:lnTo>
                  <a:lnTo>
                    <a:pt x="1293253" y="1390128"/>
                  </a:lnTo>
                  <a:lnTo>
                    <a:pt x="1293248" y="1390128"/>
                  </a:lnTo>
                  <a:lnTo>
                    <a:pt x="1293243" y="1390128"/>
                  </a:lnTo>
                  <a:lnTo>
                    <a:pt x="1293236" y="1390131"/>
                  </a:lnTo>
                  <a:lnTo>
                    <a:pt x="1293230" y="1390135"/>
                  </a:lnTo>
                  <a:lnTo>
                    <a:pt x="1293227" y="1390139"/>
                  </a:lnTo>
                  <a:lnTo>
                    <a:pt x="1293223" y="1390142"/>
                  </a:lnTo>
                  <a:lnTo>
                    <a:pt x="1293218" y="1390145"/>
                  </a:lnTo>
                  <a:lnTo>
                    <a:pt x="1293213" y="1390146"/>
                  </a:lnTo>
                  <a:lnTo>
                    <a:pt x="1293207" y="1390147"/>
                  </a:lnTo>
                  <a:lnTo>
                    <a:pt x="1293203" y="1390147"/>
                  </a:lnTo>
                  <a:lnTo>
                    <a:pt x="1293197" y="1390146"/>
                  </a:lnTo>
                  <a:lnTo>
                    <a:pt x="1293191" y="1390146"/>
                  </a:lnTo>
                  <a:lnTo>
                    <a:pt x="1293186" y="1390146"/>
                  </a:lnTo>
                  <a:lnTo>
                    <a:pt x="1293180" y="1390147"/>
                  </a:lnTo>
                  <a:lnTo>
                    <a:pt x="1293175" y="1390148"/>
                  </a:lnTo>
                  <a:lnTo>
                    <a:pt x="1293169" y="1390147"/>
                  </a:lnTo>
                  <a:lnTo>
                    <a:pt x="1293164" y="1390145"/>
                  </a:lnTo>
                  <a:lnTo>
                    <a:pt x="1293158" y="1390143"/>
                  </a:lnTo>
                  <a:lnTo>
                    <a:pt x="1293154" y="1390145"/>
                  </a:lnTo>
                  <a:lnTo>
                    <a:pt x="1293150" y="1390149"/>
                  </a:lnTo>
                  <a:lnTo>
                    <a:pt x="1293146" y="1390151"/>
                  </a:lnTo>
                  <a:lnTo>
                    <a:pt x="1293140" y="1390153"/>
                  </a:lnTo>
                  <a:lnTo>
                    <a:pt x="1293134" y="1390153"/>
                  </a:lnTo>
                  <a:lnTo>
                    <a:pt x="1293129" y="1390150"/>
                  </a:lnTo>
                  <a:lnTo>
                    <a:pt x="1293125" y="1390146"/>
                  </a:lnTo>
                  <a:lnTo>
                    <a:pt x="1293121" y="1390143"/>
                  </a:lnTo>
                  <a:lnTo>
                    <a:pt x="1293115" y="1390143"/>
                  </a:lnTo>
                  <a:lnTo>
                    <a:pt x="1293110" y="1390144"/>
                  </a:lnTo>
                  <a:lnTo>
                    <a:pt x="1293104" y="1390147"/>
                  </a:lnTo>
                  <a:lnTo>
                    <a:pt x="1293098" y="1390149"/>
                  </a:lnTo>
                  <a:lnTo>
                    <a:pt x="1293094" y="1390149"/>
                  </a:lnTo>
                  <a:lnTo>
                    <a:pt x="1293089" y="1390148"/>
                  </a:lnTo>
                  <a:lnTo>
                    <a:pt x="1293083" y="1390146"/>
                  </a:lnTo>
                  <a:lnTo>
                    <a:pt x="1293077" y="1390144"/>
                  </a:lnTo>
                  <a:lnTo>
                    <a:pt x="1293070" y="1390142"/>
                  </a:lnTo>
                  <a:lnTo>
                    <a:pt x="1293065" y="1390140"/>
                  </a:lnTo>
                  <a:lnTo>
                    <a:pt x="1293060" y="1390138"/>
                  </a:lnTo>
                  <a:lnTo>
                    <a:pt x="1293054" y="1390136"/>
                  </a:lnTo>
                  <a:lnTo>
                    <a:pt x="1293050" y="1390133"/>
                  </a:lnTo>
                  <a:lnTo>
                    <a:pt x="1293046" y="1390131"/>
                  </a:lnTo>
                  <a:lnTo>
                    <a:pt x="1293041" y="1390129"/>
                  </a:lnTo>
                  <a:lnTo>
                    <a:pt x="1293034" y="1390126"/>
                  </a:lnTo>
                  <a:lnTo>
                    <a:pt x="1293030" y="1390124"/>
                  </a:lnTo>
                  <a:lnTo>
                    <a:pt x="1293025" y="1390122"/>
                  </a:lnTo>
                  <a:lnTo>
                    <a:pt x="1293021" y="1390119"/>
                  </a:lnTo>
                  <a:lnTo>
                    <a:pt x="1293015" y="1390116"/>
                  </a:lnTo>
                  <a:lnTo>
                    <a:pt x="1293008" y="1390110"/>
                  </a:lnTo>
                  <a:lnTo>
                    <a:pt x="1293002" y="1390105"/>
                  </a:lnTo>
                  <a:lnTo>
                    <a:pt x="1292998" y="1390102"/>
                  </a:lnTo>
                  <a:lnTo>
                    <a:pt x="1292994" y="1390099"/>
                  </a:lnTo>
                  <a:lnTo>
                    <a:pt x="1292990" y="1390096"/>
                  </a:lnTo>
                  <a:lnTo>
                    <a:pt x="1292984" y="1390091"/>
                  </a:lnTo>
                  <a:lnTo>
                    <a:pt x="1292979" y="1390085"/>
                  </a:lnTo>
                  <a:lnTo>
                    <a:pt x="1292975" y="1390080"/>
                  </a:lnTo>
                  <a:lnTo>
                    <a:pt x="1292973" y="1390076"/>
                  </a:lnTo>
                  <a:lnTo>
                    <a:pt x="1292971" y="1390071"/>
                  </a:lnTo>
                  <a:lnTo>
                    <a:pt x="1292969" y="1390065"/>
                  </a:lnTo>
                  <a:lnTo>
                    <a:pt x="1292967" y="1390060"/>
                  </a:lnTo>
                  <a:lnTo>
                    <a:pt x="1292965" y="1390055"/>
                  </a:lnTo>
                  <a:lnTo>
                    <a:pt x="1292962" y="1390050"/>
                  </a:lnTo>
                  <a:lnTo>
                    <a:pt x="1292960" y="1390044"/>
                  </a:lnTo>
                  <a:lnTo>
                    <a:pt x="1292957" y="1390036"/>
                  </a:lnTo>
                  <a:lnTo>
                    <a:pt x="1292954" y="1390028"/>
                  </a:lnTo>
                  <a:lnTo>
                    <a:pt x="1292951" y="1390021"/>
                  </a:lnTo>
                  <a:lnTo>
                    <a:pt x="1292946" y="1390015"/>
                  </a:lnTo>
                  <a:lnTo>
                    <a:pt x="1292943" y="1390010"/>
                  </a:lnTo>
                  <a:lnTo>
                    <a:pt x="1292939" y="1390007"/>
                  </a:lnTo>
                  <a:lnTo>
                    <a:pt x="1292936" y="1390003"/>
                  </a:lnTo>
                  <a:lnTo>
                    <a:pt x="1292931" y="1389999"/>
                  </a:lnTo>
                  <a:lnTo>
                    <a:pt x="1292927" y="1389995"/>
                  </a:lnTo>
                  <a:lnTo>
                    <a:pt x="1292924" y="1389991"/>
                  </a:lnTo>
                  <a:lnTo>
                    <a:pt x="1292920" y="1389987"/>
                  </a:lnTo>
                  <a:lnTo>
                    <a:pt x="1292917" y="1389982"/>
                  </a:lnTo>
                  <a:lnTo>
                    <a:pt x="1292914" y="1389976"/>
                  </a:lnTo>
                  <a:lnTo>
                    <a:pt x="1292913" y="1389972"/>
                  </a:lnTo>
                  <a:lnTo>
                    <a:pt x="1292912" y="1389967"/>
                  </a:lnTo>
                  <a:lnTo>
                    <a:pt x="1292913" y="1389962"/>
                  </a:lnTo>
                  <a:lnTo>
                    <a:pt x="1292912" y="1389957"/>
                  </a:lnTo>
                  <a:lnTo>
                    <a:pt x="1292909" y="1389951"/>
                  </a:lnTo>
                  <a:lnTo>
                    <a:pt x="1292903" y="1389947"/>
                  </a:lnTo>
                  <a:lnTo>
                    <a:pt x="1292899" y="1389945"/>
                  </a:lnTo>
                  <a:lnTo>
                    <a:pt x="1292894" y="1389943"/>
                  </a:lnTo>
                  <a:lnTo>
                    <a:pt x="1292890" y="1389942"/>
                  </a:lnTo>
                  <a:lnTo>
                    <a:pt x="1292886" y="1389941"/>
                  </a:lnTo>
                  <a:lnTo>
                    <a:pt x="1292880" y="1389940"/>
                  </a:lnTo>
                  <a:lnTo>
                    <a:pt x="1292875" y="1389938"/>
                  </a:lnTo>
                  <a:lnTo>
                    <a:pt x="1292869" y="1389934"/>
                  </a:lnTo>
                  <a:lnTo>
                    <a:pt x="1292865" y="1389929"/>
                  </a:lnTo>
                  <a:lnTo>
                    <a:pt x="1292860" y="1389924"/>
                  </a:lnTo>
                  <a:lnTo>
                    <a:pt x="1292855" y="1389917"/>
                  </a:lnTo>
                  <a:lnTo>
                    <a:pt x="1292850" y="1389912"/>
                  </a:lnTo>
                  <a:lnTo>
                    <a:pt x="1292846" y="1389907"/>
                  </a:lnTo>
                  <a:lnTo>
                    <a:pt x="1292842" y="1389901"/>
                  </a:lnTo>
                  <a:lnTo>
                    <a:pt x="1292840" y="1389897"/>
                  </a:lnTo>
                  <a:lnTo>
                    <a:pt x="1292837" y="1389893"/>
                  </a:lnTo>
                  <a:lnTo>
                    <a:pt x="1292834" y="1389888"/>
                  </a:lnTo>
                  <a:lnTo>
                    <a:pt x="1292831" y="1389882"/>
                  </a:lnTo>
                  <a:lnTo>
                    <a:pt x="1292827" y="1389875"/>
                  </a:lnTo>
                  <a:lnTo>
                    <a:pt x="1292822" y="1389867"/>
                  </a:lnTo>
                  <a:lnTo>
                    <a:pt x="1292819" y="1389860"/>
                  </a:lnTo>
                  <a:lnTo>
                    <a:pt x="1292816" y="1389854"/>
                  </a:lnTo>
                  <a:lnTo>
                    <a:pt x="1292816" y="1389847"/>
                  </a:lnTo>
                  <a:lnTo>
                    <a:pt x="1292817" y="1389840"/>
                  </a:lnTo>
                  <a:lnTo>
                    <a:pt x="1292818" y="1389832"/>
                  </a:lnTo>
                  <a:lnTo>
                    <a:pt x="1292818" y="1389826"/>
                  </a:lnTo>
                  <a:lnTo>
                    <a:pt x="1292818" y="1389820"/>
                  </a:lnTo>
                  <a:lnTo>
                    <a:pt x="1292819" y="1389814"/>
                  </a:lnTo>
                  <a:lnTo>
                    <a:pt x="1292819" y="1389809"/>
                  </a:lnTo>
                  <a:lnTo>
                    <a:pt x="1292820" y="1389800"/>
                  </a:lnTo>
                  <a:lnTo>
                    <a:pt x="1292820" y="1389793"/>
                  </a:lnTo>
                  <a:lnTo>
                    <a:pt x="1292821" y="1389788"/>
                  </a:lnTo>
                  <a:lnTo>
                    <a:pt x="1292820" y="1389784"/>
                  </a:lnTo>
                  <a:lnTo>
                    <a:pt x="1292820" y="1389778"/>
                  </a:lnTo>
                  <a:lnTo>
                    <a:pt x="1292820" y="1389772"/>
                  </a:lnTo>
                  <a:lnTo>
                    <a:pt x="1292820" y="1389766"/>
                  </a:lnTo>
                  <a:lnTo>
                    <a:pt x="1292820" y="1389760"/>
                  </a:lnTo>
                  <a:lnTo>
                    <a:pt x="1292821" y="1389756"/>
                  </a:lnTo>
                  <a:lnTo>
                    <a:pt x="1292821" y="1389750"/>
                  </a:lnTo>
                  <a:lnTo>
                    <a:pt x="1292823" y="1389742"/>
                  </a:lnTo>
                  <a:lnTo>
                    <a:pt x="1292825" y="1389736"/>
                  </a:lnTo>
                  <a:lnTo>
                    <a:pt x="1292827" y="1389728"/>
                  </a:lnTo>
                  <a:lnTo>
                    <a:pt x="1292828" y="1389723"/>
                  </a:lnTo>
                  <a:lnTo>
                    <a:pt x="1292831" y="1389714"/>
                  </a:lnTo>
                  <a:lnTo>
                    <a:pt x="1292833" y="1389705"/>
                  </a:lnTo>
                  <a:lnTo>
                    <a:pt x="1292835" y="1389698"/>
                  </a:lnTo>
                  <a:lnTo>
                    <a:pt x="1292837" y="1389691"/>
                  </a:lnTo>
                  <a:lnTo>
                    <a:pt x="1292841" y="1389683"/>
                  </a:lnTo>
                  <a:lnTo>
                    <a:pt x="1292844" y="1389676"/>
                  </a:lnTo>
                  <a:lnTo>
                    <a:pt x="1292845" y="1389671"/>
                  </a:lnTo>
                  <a:lnTo>
                    <a:pt x="1292846" y="1389666"/>
                  </a:lnTo>
                  <a:lnTo>
                    <a:pt x="1292845" y="1389661"/>
                  </a:lnTo>
                  <a:lnTo>
                    <a:pt x="1292844" y="1389655"/>
                  </a:lnTo>
                  <a:lnTo>
                    <a:pt x="1292842" y="1389648"/>
                  </a:lnTo>
                  <a:lnTo>
                    <a:pt x="1292841" y="1389642"/>
                  </a:lnTo>
                  <a:lnTo>
                    <a:pt x="1292839" y="1389635"/>
                  </a:lnTo>
                  <a:lnTo>
                    <a:pt x="1292838" y="1389625"/>
                  </a:lnTo>
                  <a:lnTo>
                    <a:pt x="1292837" y="1389616"/>
                  </a:lnTo>
                  <a:lnTo>
                    <a:pt x="1292836" y="1389610"/>
                  </a:lnTo>
                  <a:lnTo>
                    <a:pt x="1292836" y="1389603"/>
                  </a:lnTo>
                  <a:lnTo>
                    <a:pt x="1292836" y="1389594"/>
                  </a:lnTo>
                  <a:lnTo>
                    <a:pt x="1292836" y="1389586"/>
                  </a:lnTo>
                  <a:lnTo>
                    <a:pt x="1292856" y="1389549"/>
                  </a:lnTo>
                  <a:lnTo>
                    <a:pt x="1292852" y="1389541"/>
                  </a:lnTo>
                  <a:lnTo>
                    <a:pt x="1292850" y="1389536"/>
                  </a:lnTo>
                  <a:lnTo>
                    <a:pt x="1292848" y="1389531"/>
                  </a:lnTo>
                  <a:lnTo>
                    <a:pt x="1292847" y="1389526"/>
                  </a:lnTo>
                  <a:lnTo>
                    <a:pt x="1292846" y="1389519"/>
                  </a:lnTo>
                  <a:lnTo>
                    <a:pt x="1292845" y="1389510"/>
                  </a:lnTo>
                  <a:lnTo>
                    <a:pt x="1292845" y="1389505"/>
                  </a:lnTo>
                  <a:lnTo>
                    <a:pt x="1292845" y="1389500"/>
                  </a:lnTo>
                  <a:lnTo>
                    <a:pt x="1292845" y="1389493"/>
                  </a:lnTo>
                  <a:lnTo>
                    <a:pt x="1292846" y="1389487"/>
                  </a:lnTo>
                  <a:lnTo>
                    <a:pt x="1292847" y="1389482"/>
                  </a:lnTo>
                  <a:lnTo>
                    <a:pt x="1292847" y="1389475"/>
                  </a:lnTo>
                  <a:lnTo>
                    <a:pt x="1292846" y="1389467"/>
                  </a:lnTo>
                  <a:lnTo>
                    <a:pt x="1292846" y="1389460"/>
                  </a:lnTo>
                  <a:lnTo>
                    <a:pt x="1292845" y="1389455"/>
                  </a:lnTo>
                  <a:lnTo>
                    <a:pt x="1292844" y="1389449"/>
                  </a:lnTo>
                  <a:lnTo>
                    <a:pt x="1292844" y="1389442"/>
                  </a:lnTo>
                  <a:lnTo>
                    <a:pt x="1292845" y="1389434"/>
                  </a:lnTo>
                  <a:lnTo>
                    <a:pt x="1292847" y="1389428"/>
                  </a:lnTo>
                  <a:lnTo>
                    <a:pt x="1292850" y="1389422"/>
                  </a:lnTo>
                  <a:lnTo>
                    <a:pt x="1292853" y="1389415"/>
                  </a:lnTo>
                  <a:lnTo>
                    <a:pt x="1292855" y="1389411"/>
                  </a:lnTo>
                  <a:lnTo>
                    <a:pt x="1292857" y="1389406"/>
                  </a:lnTo>
                  <a:lnTo>
                    <a:pt x="1292858" y="1389399"/>
                  </a:lnTo>
                  <a:lnTo>
                    <a:pt x="1292859" y="1389392"/>
                  </a:lnTo>
                  <a:lnTo>
                    <a:pt x="1292861" y="1389385"/>
                  </a:lnTo>
                  <a:lnTo>
                    <a:pt x="1292861" y="1389378"/>
                  </a:lnTo>
                  <a:lnTo>
                    <a:pt x="1292862" y="1389369"/>
                  </a:lnTo>
                  <a:lnTo>
                    <a:pt x="1292861" y="1389362"/>
                  </a:lnTo>
                  <a:lnTo>
                    <a:pt x="1292858" y="1389358"/>
                  </a:lnTo>
                  <a:lnTo>
                    <a:pt x="1292854" y="1389354"/>
                  </a:lnTo>
                  <a:lnTo>
                    <a:pt x="1292849" y="1389350"/>
                  </a:lnTo>
                  <a:lnTo>
                    <a:pt x="1292846" y="1389345"/>
                  </a:lnTo>
                  <a:lnTo>
                    <a:pt x="1292841" y="1389339"/>
                  </a:lnTo>
                  <a:lnTo>
                    <a:pt x="1292838" y="1389333"/>
                  </a:lnTo>
                  <a:lnTo>
                    <a:pt x="1292836" y="1389327"/>
                  </a:lnTo>
                  <a:lnTo>
                    <a:pt x="1292833" y="1389321"/>
                  </a:lnTo>
                  <a:lnTo>
                    <a:pt x="1292831" y="1389313"/>
                  </a:lnTo>
                  <a:lnTo>
                    <a:pt x="1292829" y="1389308"/>
                  </a:lnTo>
                  <a:lnTo>
                    <a:pt x="1292827" y="1389301"/>
                  </a:lnTo>
                  <a:lnTo>
                    <a:pt x="1292824" y="1389294"/>
                  </a:lnTo>
                  <a:lnTo>
                    <a:pt x="1292821" y="1389286"/>
                  </a:lnTo>
                  <a:lnTo>
                    <a:pt x="1292817" y="1389278"/>
                  </a:lnTo>
                  <a:lnTo>
                    <a:pt x="1292815" y="1389274"/>
                  </a:lnTo>
                  <a:lnTo>
                    <a:pt x="1292815" y="1389267"/>
                  </a:lnTo>
                  <a:lnTo>
                    <a:pt x="1292817" y="1389260"/>
                  </a:lnTo>
                  <a:lnTo>
                    <a:pt x="1292829" y="1389259"/>
                  </a:lnTo>
                  <a:lnTo>
                    <a:pt x="1292844" y="1389263"/>
                  </a:lnTo>
                  <a:lnTo>
                    <a:pt x="1292853" y="1389265"/>
                  </a:lnTo>
                  <a:lnTo>
                    <a:pt x="1292855" y="1389254"/>
                  </a:lnTo>
                  <a:lnTo>
                    <a:pt x="1292860" y="1389244"/>
                  </a:lnTo>
                  <a:lnTo>
                    <a:pt x="1292864" y="1389235"/>
                  </a:lnTo>
                  <a:lnTo>
                    <a:pt x="1292868" y="1389216"/>
                  </a:lnTo>
                  <a:lnTo>
                    <a:pt x="1292884" y="1389178"/>
                  </a:lnTo>
                  <a:lnTo>
                    <a:pt x="1292887" y="1389169"/>
                  </a:lnTo>
                  <a:lnTo>
                    <a:pt x="1292895" y="1389158"/>
                  </a:lnTo>
                  <a:lnTo>
                    <a:pt x="1292908" y="1389145"/>
                  </a:lnTo>
                  <a:lnTo>
                    <a:pt x="1292919" y="1389139"/>
                  </a:lnTo>
                  <a:lnTo>
                    <a:pt x="1292938" y="1389124"/>
                  </a:lnTo>
                  <a:lnTo>
                    <a:pt x="1292943" y="1389116"/>
                  </a:lnTo>
                  <a:lnTo>
                    <a:pt x="1292945" y="1389110"/>
                  </a:lnTo>
                  <a:lnTo>
                    <a:pt x="1292947" y="1389106"/>
                  </a:lnTo>
                  <a:lnTo>
                    <a:pt x="1292949" y="1389099"/>
                  </a:lnTo>
                  <a:lnTo>
                    <a:pt x="1292952" y="1389093"/>
                  </a:lnTo>
                  <a:lnTo>
                    <a:pt x="1292955" y="1389088"/>
                  </a:lnTo>
                  <a:lnTo>
                    <a:pt x="1292961" y="1389081"/>
                  </a:lnTo>
                  <a:lnTo>
                    <a:pt x="1292967" y="1389077"/>
                  </a:lnTo>
                  <a:lnTo>
                    <a:pt x="1292971" y="1389075"/>
                  </a:lnTo>
                  <a:lnTo>
                    <a:pt x="1292975" y="1389073"/>
                  </a:lnTo>
                  <a:lnTo>
                    <a:pt x="1292981" y="1389070"/>
                  </a:lnTo>
                  <a:lnTo>
                    <a:pt x="1292985" y="1389069"/>
                  </a:lnTo>
                  <a:lnTo>
                    <a:pt x="1292988" y="1389066"/>
                  </a:lnTo>
                  <a:lnTo>
                    <a:pt x="1292992" y="1389063"/>
                  </a:lnTo>
                  <a:lnTo>
                    <a:pt x="1292996" y="1389059"/>
                  </a:lnTo>
                  <a:lnTo>
                    <a:pt x="1292999" y="1389054"/>
                  </a:lnTo>
                  <a:lnTo>
                    <a:pt x="1293003" y="1389048"/>
                  </a:lnTo>
                  <a:lnTo>
                    <a:pt x="1293005" y="1389042"/>
                  </a:lnTo>
                  <a:lnTo>
                    <a:pt x="1293006" y="1389037"/>
                  </a:lnTo>
                  <a:lnTo>
                    <a:pt x="1293010" y="1389028"/>
                  </a:lnTo>
                  <a:lnTo>
                    <a:pt x="1293013" y="1389022"/>
                  </a:lnTo>
                  <a:lnTo>
                    <a:pt x="1293018" y="1389017"/>
                  </a:lnTo>
                  <a:lnTo>
                    <a:pt x="1293023" y="1389014"/>
                  </a:lnTo>
                  <a:lnTo>
                    <a:pt x="1293027" y="1389012"/>
                  </a:lnTo>
                  <a:lnTo>
                    <a:pt x="1293031" y="1389010"/>
                  </a:lnTo>
                  <a:lnTo>
                    <a:pt x="1293035" y="1389008"/>
                  </a:lnTo>
                  <a:lnTo>
                    <a:pt x="1293041" y="1389003"/>
                  </a:lnTo>
                  <a:lnTo>
                    <a:pt x="1293045" y="1388998"/>
                  </a:lnTo>
                  <a:lnTo>
                    <a:pt x="1293049" y="1388994"/>
                  </a:lnTo>
                  <a:lnTo>
                    <a:pt x="1293053" y="1388990"/>
                  </a:lnTo>
                  <a:lnTo>
                    <a:pt x="1293060" y="1388985"/>
                  </a:lnTo>
                  <a:lnTo>
                    <a:pt x="1293065" y="1388980"/>
                  </a:lnTo>
                  <a:lnTo>
                    <a:pt x="1293069" y="1388976"/>
                  </a:lnTo>
                  <a:lnTo>
                    <a:pt x="1293074" y="1388972"/>
                  </a:lnTo>
                  <a:lnTo>
                    <a:pt x="1293077" y="1388969"/>
                  </a:lnTo>
                  <a:lnTo>
                    <a:pt x="1293082" y="1388965"/>
                  </a:lnTo>
                  <a:lnTo>
                    <a:pt x="1293087" y="1388960"/>
                  </a:lnTo>
                  <a:lnTo>
                    <a:pt x="1293091" y="1388956"/>
                  </a:lnTo>
                  <a:lnTo>
                    <a:pt x="1293094" y="1388953"/>
                  </a:lnTo>
                  <a:lnTo>
                    <a:pt x="1293100" y="1388948"/>
                  </a:lnTo>
                  <a:lnTo>
                    <a:pt x="1293105" y="1388943"/>
                  </a:lnTo>
                  <a:lnTo>
                    <a:pt x="1293111" y="1388937"/>
                  </a:lnTo>
                  <a:lnTo>
                    <a:pt x="1293116" y="1388933"/>
                  </a:lnTo>
                  <a:lnTo>
                    <a:pt x="1293120" y="1388930"/>
                  </a:lnTo>
                  <a:lnTo>
                    <a:pt x="1293123" y="1388927"/>
                  </a:lnTo>
                  <a:lnTo>
                    <a:pt x="1293127" y="1388924"/>
                  </a:lnTo>
                  <a:lnTo>
                    <a:pt x="1293132" y="1388920"/>
                  </a:lnTo>
                  <a:lnTo>
                    <a:pt x="1293137" y="1388916"/>
                  </a:lnTo>
                  <a:lnTo>
                    <a:pt x="1293142" y="1388912"/>
                  </a:lnTo>
                  <a:lnTo>
                    <a:pt x="1293147" y="1388908"/>
                  </a:lnTo>
                  <a:lnTo>
                    <a:pt x="1293150" y="1388905"/>
                  </a:lnTo>
                  <a:lnTo>
                    <a:pt x="1293155" y="1388900"/>
                  </a:lnTo>
                  <a:lnTo>
                    <a:pt x="1293159" y="1388896"/>
                  </a:lnTo>
                  <a:lnTo>
                    <a:pt x="1293162" y="1388893"/>
                  </a:lnTo>
                  <a:lnTo>
                    <a:pt x="1293167" y="1388886"/>
                  </a:lnTo>
                  <a:lnTo>
                    <a:pt x="1293170" y="1388881"/>
                  </a:lnTo>
                  <a:lnTo>
                    <a:pt x="1293171" y="1388875"/>
                  </a:lnTo>
                  <a:lnTo>
                    <a:pt x="1293172" y="1388870"/>
                  </a:lnTo>
                  <a:lnTo>
                    <a:pt x="1293173" y="1388864"/>
                  </a:lnTo>
                  <a:lnTo>
                    <a:pt x="1293174" y="1388854"/>
                  </a:lnTo>
                  <a:lnTo>
                    <a:pt x="1293173" y="1388844"/>
                  </a:lnTo>
                  <a:lnTo>
                    <a:pt x="1293172" y="1388838"/>
                  </a:lnTo>
                  <a:lnTo>
                    <a:pt x="1293169" y="1388831"/>
                  </a:lnTo>
                  <a:lnTo>
                    <a:pt x="1293168" y="1388824"/>
                  </a:lnTo>
                  <a:lnTo>
                    <a:pt x="1293168" y="1388816"/>
                  </a:lnTo>
                  <a:lnTo>
                    <a:pt x="1293169" y="1388809"/>
                  </a:lnTo>
                  <a:lnTo>
                    <a:pt x="1293171" y="1388802"/>
                  </a:lnTo>
                  <a:lnTo>
                    <a:pt x="1293174" y="1388796"/>
                  </a:lnTo>
                  <a:lnTo>
                    <a:pt x="1293176" y="1388792"/>
                  </a:lnTo>
                  <a:lnTo>
                    <a:pt x="1293178" y="1388788"/>
                  </a:lnTo>
                  <a:lnTo>
                    <a:pt x="1293180" y="1388781"/>
                  </a:lnTo>
                  <a:lnTo>
                    <a:pt x="1293182" y="1388774"/>
                  </a:lnTo>
                  <a:lnTo>
                    <a:pt x="1293184" y="1388766"/>
                  </a:lnTo>
                  <a:lnTo>
                    <a:pt x="1293185" y="1388759"/>
                  </a:lnTo>
                  <a:lnTo>
                    <a:pt x="1293187" y="1388752"/>
                  </a:lnTo>
                  <a:lnTo>
                    <a:pt x="1293189" y="1388748"/>
                  </a:lnTo>
                  <a:lnTo>
                    <a:pt x="1293192" y="1388742"/>
                  </a:lnTo>
                  <a:lnTo>
                    <a:pt x="1293197" y="1388737"/>
                  </a:lnTo>
                  <a:lnTo>
                    <a:pt x="1293204" y="1388733"/>
                  </a:lnTo>
                  <a:lnTo>
                    <a:pt x="1293208" y="1388729"/>
                  </a:lnTo>
                  <a:lnTo>
                    <a:pt x="1293212" y="1388726"/>
                  </a:lnTo>
                  <a:lnTo>
                    <a:pt x="1293217" y="1388721"/>
                  </a:lnTo>
                  <a:lnTo>
                    <a:pt x="1293220" y="1388717"/>
                  </a:lnTo>
                  <a:lnTo>
                    <a:pt x="1293224" y="1388710"/>
                  </a:lnTo>
                  <a:lnTo>
                    <a:pt x="1293229" y="1388702"/>
                  </a:lnTo>
                  <a:lnTo>
                    <a:pt x="1293233" y="1388693"/>
                  </a:lnTo>
                  <a:lnTo>
                    <a:pt x="1293236" y="1388689"/>
                  </a:lnTo>
                  <a:lnTo>
                    <a:pt x="1293239" y="1388683"/>
                  </a:lnTo>
                  <a:lnTo>
                    <a:pt x="1293243" y="1388677"/>
                  </a:lnTo>
                  <a:lnTo>
                    <a:pt x="1293244" y="1388673"/>
                  </a:lnTo>
                  <a:lnTo>
                    <a:pt x="1293247" y="1388668"/>
                  </a:lnTo>
                  <a:lnTo>
                    <a:pt x="1293250" y="1388663"/>
                  </a:lnTo>
                  <a:lnTo>
                    <a:pt x="1293255" y="1388658"/>
                  </a:lnTo>
                  <a:lnTo>
                    <a:pt x="1293259" y="1388655"/>
                  </a:lnTo>
                  <a:lnTo>
                    <a:pt x="1293263" y="1388652"/>
                  </a:lnTo>
                  <a:lnTo>
                    <a:pt x="1293267" y="1388649"/>
                  </a:lnTo>
                  <a:lnTo>
                    <a:pt x="1293271" y="1388645"/>
                  </a:lnTo>
                  <a:lnTo>
                    <a:pt x="1293277" y="1388639"/>
                  </a:lnTo>
                  <a:lnTo>
                    <a:pt x="1293282" y="1388633"/>
                  </a:lnTo>
                  <a:lnTo>
                    <a:pt x="1293286" y="1388626"/>
                  </a:lnTo>
                  <a:lnTo>
                    <a:pt x="1293290" y="1388622"/>
                  </a:lnTo>
                  <a:lnTo>
                    <a:pt x="1293293" y="1388617"/>
                  </a:lnTo>
                  <a:lnTo>
                    <a:pt x="1293297" y="1388612"/>
                  </a:lnTo>
                  <a:lnTo>
                    <a:pt x="1293301" y="1388607"/>
                  </a:lnTo>
                  <a:lnTo>
                    <a:pt x="1293304" y="1388602"/>
                  </a:lnTo>
                  <a:lnTo>
                    <a:pt x="1293308" y="1388594"/>
                  </a:lnTo>
                  <a:lnTo>
                    <a:pt x="1293312" y="1388586"/>
                  </a:lnTo>
                  <a:lnTo>
                    <a:pt x="1293313" y="1388582"/>
                  </a:lnTo>
                  <a:lnTo>
                    <a:pt x="1293315" y="1388577"/>
                  </a:lnTo>
                  <a:lnTo>
                    <a:pt x="1293317" y="1388571"/>
                  </a:lnTo>
                  <a:lnTo>
                    <a:pt x="1293318" y="1388566"/>
                  </a:lnTo>
                  <a:lnTo>
                    <a:pt x="1293319" y="1388557"/>
                  </a:lnTo>
                  <a:lnTo>
                    <a:pt x="1293321" y="1388549"/>
                  </a:lnTo>
                  <a:lnTo>
                    <a:pt x="1293323" y="1388542"/>
                  </a:lnTo>
                  <a:lnTo>
                    <a:pt x="1293325" y="1388537"/>
                  </a:lnTo>
                  <a:lnTo>
                    <a:pt x="1293327" y="1388532"/>
                  </a:lnTo>
                  <a:lnTo>
                    <a:pt x="1293330" y="1388528"/>
                  </a:lnTo>
                  <a:lnTo>
                    <a:pt x="1293333" y="1388524"/>
                  </a:lnTo>
                  <a:lnTo>
                    <a:pt x="1293337" y="1388521"/>
                  </a:lnTo>
                  <a:lnTo>
                    <a:pt x="1293341" y="1388516"/>
                  </a:lnTo>
                  <a:lnTo>
                    <a:pt x="1293346" y="1388510"/>
                  </a:lnTo>
                  <a:lnTo>
                    <a:pt x="1293351" y="1388506"/>
                  </a:lnTo>
                  <a:lnTo>
                    <a:pt x="1293358" y="1388503"/>
                  </a:lnTo>
                  <a:lnTo>
                    <a:pt x="1293362" y="1388502"/>
                  </a:lnTo>
                  <a:lnTo>
                    <a:pt x="1293369" y="1388502"/>
                  </a:lnTo>
                  <a:lnTo>
                    <a:pt x="1293375" y="1388503"/>
                  </a:lnTo>
                  <a:lnTo>
                    <a:pt x="1293381" y="1388505"/>
                  </a:lnTo>
                  <a:lnTo>
                    <a:pt x="1293387" y="1388507"/>
                  </a:lnTo>
                  <a:lnTo>
                    <a:pt x="1293391" y="1388508"/>
                  </a:lnTo>
                  <a:lnTo>
                    <a:pt x="1293394" y="1388510"/>
                  </a:lnTo>
                  <a:lnTo>
                    <a:pt x="1293398" y="1388512"/>
                  </a:lnTo>
                  <a:lnTo>
                    <a:pt x="1293402" y="1388514"/>
                  </a:lnTo>
                  <a:lnTo>
                    <a:pt x="1293406" y="1388517"/>
                  </a:lnTo>
                  <a:lnTo>
                    <a:pt x="1293411" y="1388519"/>
                  </a:lnTo>
                  <a:lnTo>
                    <a:pt x="1293415" y="1388521"/>
                  </a:lnTo>
                  <a:lnTo>
                    <a:pt x="1293421" y="1388522"/>
                  </a:lnTo>
                  <a:lnTo>
                    <a:pt x="1293429" y="1388521"/>
                  </a:lnTo>
                  <a:lnTo>
                    <a:pt x="1293433" y="1388518"/>
                  </a:lnTo>
                  <a:lnTo>
                    <a:pt x="1293437" y="1388515"/>
                  </a:lnTo>
                  <a:lnTo>
                    <a:pt x="1293440" y="1388512"/>
                  </a:lnTo>
                  <a:lnTo>
                    <a:pt x="1293444" y="1388507"/>
                  </a:lnTo>
                  <a:lnTo>
                    <a:pt x="1293447" y="1388503"/>
                  </a:lnTo>
                  <a:lnTo>
                    <a:pt x="1293449" y="1388498"/>
                  </a:lnTo>
                  <a:lnTo>
                    <a:pt x="1293451" y="1388491"/>
                  </a:lnTo>
                  <a:lnTo>
                    <a:pt x="1293454" y="1388483"/>
                  </a:lnTo>
                  <a:lnTo>
                    <a:pt x="1293456" y="1388477"/>
                  </a:lnTo>
                  <a:lnTo>
                    <a:pt x="1293460" y="1388467"/>
                  </a:lnTo>
                  <a:lnTo>
                    <a:pt x="1293465" y="1388462"/>
                  </a:lnTo>
                  <a:lnTo>
                    <a:pt x="1293469" y="1388460"/>
                  </a:lnTo>
                  <a:lnTo>
                    <a:pt x="1293473" y="1388459"/>
                  </a:lnTo>
                  <a:lnTo>
                    <a:pt x="1293480" y="1388457"/>
                  </a:lnTo>
                  <a:lnTo>
                    <a:pt x="1293486" y="1388453"/>
                  </a:lnTo>
                  <a:lnTo>
                    <a:pt x="1293492" y="1388449"/>
                  </a:lnTo>
                  <a:lnTo>
                    <a:pt x="1293496" y="1388447"/>
                  </a:lnTo>
                  <a:lnTo>
                    <a:pt x="1293502" y="1388444"/>
                  </a:lnTo>
                  <a:lnTo>
                    <a:pt x="1293508" y="1388442"/>
                  </a:lnTo>
                  <a:lnTo>
                    <a:pt x="1293512" y="1388440"/>
                  </a:lnTo>
                  <a:lnTo>
                    <a:pt x="1293516" y="1388437"/>
                  </a:lnTo>
                  <a:lnTo>
                    <a:pt x="1293522" y="1388434"/>
                  </a:lnTo>
                  <a:lnTo>
                    <a:pt x="1293529" y="1388430"/>
                  </a:lnTo>
                  <a:lnTo>
                    <a:pt x="1293536" y="1388428"/>
                  </a:lnTo>
                  <a:lnTo>
                    <a:pt x="1293542" y="1388426"/>
                  </a:lnTo>
                  <a:lnTo>
                    <a:pt x="1293549" y="1388425"/>
                  </a:lnTo>
                  <a:lnTo>
                    <a:pt x="1293555" y="1388423"/>
                  </a:lnTo>
                  <a:lnTo>
                    <a:pt x="1293563" y="1388422"/>
                  </a:lnTo>
                  <a:lnTo>
                    <a:pt x="1293569" y="1388421"/>
                  </a:lnTo>
                  <a:lnTo>
                    <a:pt x="1293574" y="1388422"/>
                  </a:lnTo>
                  <a:lnTo>
                    <a:pt x="1293579" y="1388423"/>
                  </a:lnTo>
                  <a:lnTo>
                    <a:pt x="1293583" y="1388425"/>
                  </a:lnTo>
                  <a:lnTo>
                    <a:pt x="1293588" y="1388428"/>
                  </a:lnTo>
                  <a:lnTo>
                    <a:pt x="1293593" y="1388432"/>
                  </a:lnTo>
                  <a:lnTo>
                    <a:pt x="1293596" y="1388436"/>
                  </a:lnTo>
                  <a:lnTo>
                    <a:pt x="1293599" y="1388440"/>
                  </a:lnTo>
                  <a:lnTo>
                    <a:pt x="1293603" y="1388445"/>
                  </a:lnTo>
                  <a:lnTo>
                    <a:pt x="1293606" y="1388448"/>
                  </a:lnTo>
                  <a:lnTo>
                    <a:pt x="1293609" y="1388452"/>
                  </a:lnTo>
                  <a:lnTo>
                    <a:pt x="1293614" y="1388454"/>
                  </a:lnTo>
                  <a:lnTo>
                    <a:pt x="1293619" y="1388455"/>
                  </a:lnTo>
                  <a:lnTo>
                    <a:pt x="1293624" y="1388456"/>
                  </a:lnTo>
                  <a:lnTo>
                    <a:pt x="1293631" y="1388456"/>
                  </a:lnTo>
                  <a:lnTo>
                    <a:pt x="1293637" y="1388455"/>
                  </a:lnTo>
                  <a:lnTo>
                    <a:pt x="1293643" y="1388454"/>
                  </a:lnTo>
                  <a:lnTo>
                    <a:pt x="1293649" y="1388452"/>
                  </a:lnTo>
                  <a:lnTo>
                    <a:pt x="1293654" y="1388450"/>
                  </a:lnTo>
                  <a:lnTo>
                    <a:pt x="1293659" y="1388444"/>
                  </a:lnTo>
                  <a:lnTo>
                    <a:pt x="1293664" y="1388435"/>
                  </a:lnTo>
                  <a:lnTo>
                    <a:pt x="1293668" y="1388427"/>
                  </a:lnTo>
                  <a:lnTo>
                    <a:pt x="1293672" y="1388421"/>
                  </a:lnTo>
                  <a:lnTo>
                    <a:pt x="1293675" y="1388417"/>
                  </a:lnTo>
                  <a:lnTo>
                    <a:pt x="1293678" y="1388410"/>
                  </a:lnTo>
                  <a:lnTo>
                    <a:pt x="1293684" y="1388404"/>
                  </a:lnTo>
                  <a:lnTo>
                    <a:pt x="1293689" y="1388403"/>
                  </a:lnTo>
                  <a:lnTo>
                    <a:pt x="1293694" y="1388403"/>
                  </a:lnTo>
                  <a:lnTo>
                    <a:pt x="1293700" y="1388402"/>
                  </a:lnTo>
                  <a:lnTo>
                    <a:pt x="1293706" y="1388400"/>
                  </a:lnTo>
                  <a:lnTo>
                    <a:pt x="1293711" y="1388395"/>
                  </a:lnTo>
                  <a:lnTo>
                    <a:pt x="1293716" y="1388389"/>
                  </a:lnTo>
                  <a:lnTo>
                    <a:pt x="1293720" y="1388385"/>
                  </a:lnTo>
                  <a:lnTo>
                    <a:pt x="1293725" y="1388381"/>
                  </a:lnTo>
                  <a:lnTo>
                    <a:pt x="1293731" y="1388378"/>
                  </a:lnTo>
                  <a:lnTo>
                    <a:pt x="1293735" y="1388375"/>
                  </a:lnTo>
                  <a:lnTo>
                    <a:pt x="1293739" y="1388373"/>
                  </a:lnTo>
                  <a:lnTo>
                    <a:pt x="1293743" y="1388370"/>
                  </a:lnTo>
                  <a:lnTo>
                    <a:pt x="1293749" y="1388366"/>
                  </a:lnTo>
                  <a:lnTo>
                    <a:pt x="1293753" y="1388363"/>
                  </a:lnTo>
                  <a:lnTo>
                    <a:pt x="1293758" y="1388360"/>
                  </a:lnTo>
                  <a:lnTo>
                    <a:pt x="1293764" y="1388355"/>
                  </a:lnTo>
                  <a:lnTo>
                    <a:pt x="1293771" y="1388350"/>
                  </a:lnTo>
                  <a:lnTo>
                    <a:pt x="1293777" y="1388345"/>
                  </a:lnTo>
                  <a:lnTo>
                    <a:pt x="1293782" y="1388340"/>
                  </a:lnTo>
                  <a:lnTo>
                    <a:pt x="1293786" y="1388336"/>
                  </a:lnTo>
                  <a:lnTo>
                    <a:pt x="1293790" y="1388332"/>
                  </a:lnTo>
                  <a:lnTo>
                    <a:pt x="1293794" y="1388327"/>
                  </a:lnTo>
                  <a:lnTo>
                    <a:pt x="1293798" y="1388321"/>
                  </a:lnTo>
                  <a:lnTo>
                    <a:pt x="1293802" y="1388317"/>
                  </a:lnTo>
                  <a:lnTo>
                    <a:pt x="1293805" y="1388312"/>
                  </a:lnTo>
                  <a:lnTo>
                    <a:pt x="1293809" y="1388309"/>
                  </a:lnTo>
                  <a:lnTo>
                    <a:pt x="1293813" y="1388305"/>
                  </a:lnTo>
                  <a:lnTo>
                    <a:pt x="1293819" y="1388301"/>
                  </a:lnTo>
                  <a:lnTo>
                    <a:pt x="1293824" y="1388297"/>
                  </a:lnTo>
                  <a:lnTo>
                    <a:pt x="1293828" y="1388293"/>
                  </a:lnTo>
                  <a:lnTo>
                    <a:pt x="1293833" y="1388289"/>
                  </a:lnTo>
                  <a:lnTo>
                    <a:pt x="1293837" y="1388286"/>
                  </a:lnTo>
                  <a:lnTo>
                    <a:pt x="1293841" y="1388283"/>
                  </a:lnTo>
                  <a:lnTo>
                    <a:pt x="1293848" y="1388280"/>
                  </a:lnTo>
                  <a:lnTo>
                    <a:pt x="1293855" y="1388279"/>
                  </a:lnTo>
                  <a:lnTo>
                    <a:pt x="1293862" y="1388279"/>
                  </a:lnTo>
                  <a:lnTo>
                    <a:pt x="1293871" y="1388278"/>
                  </a:lnTo>
                  <a:lnTo>
                    <a:pt x="1293875" y="1388276"/>
                  </a:lnTo>
                  <a:lnTo>
                    <a:pt x="1293879" y="1388273"/>
                  </a:lnTo>
                  <a:lnTo>
                    <a:pt x="1293885" y="1388268"/>
                  </a:lnTo>
                  <a:lnTo>
                    <a:pt x="1293889" y="1388264"/>
                  </a:lnTo>
                  <a:lnTo>
                    <a:pt x="1293892" y="1388259"/>
                  </a:lnTo>
                  <a:lnTo>
                    <a:pt x="1293894" y="1388255"/>
                  </a:lnTo>
                  <a:lnTo>
                    <a:pt x="1293896" y="1388248"/>
                  </a:lnTo>
                  <a:lnTo>
                    <a:pt x="1293898" y="1388239"/>
                  </a:lnTo>
                  <a:lnTo>
                    <a:pt x="1293901" y="1388233"/>
                  </a:lnTo>
                  <a:lnTo>
                    <a:pt x="1293905" y="1388227"/>
                  </a:lnTo>
                  <a:lnTo>
                    <a:pt x="1293908" y="1388222"/>
                  </a:lnTo>
                  <a:lnTo>
                    <a:pt x="1293912" y="1388217"/>
                  </a:lnTo>
                  <a:lnTo>
                    <a:pt x="1293916" y="1388212"/>
                  </a:lnTo>
                  <a:lnTo>
                    <a:pt x="1293918" y="1388209"/>
                  </a:lnTo>
                  <a:lnTo>
                    <a:pt x="1293923" y="1388203"/>
                  </a:lnTo>
                  <a:lnTo>
                    <a:pt x="1293928" y="1388197"/>
                  </a:lnTo>
                  <a:lnTo>
                    <a:pt x="1293931" y="1388192"/>
                  </a:lnTo>
                  <a:lnTo>
                    <a:pt x="1293934" y="1388189"/>
                  </a:lnTo>
                  <a:lnTo>
                    <a:pt x="1293937" y="1388184"/>
                  </a:lnTo>
                  <a:lnTo>
                    <a:pt x="1293939" y="1388179"/>
                  </a:lnTo>
                  <a:lnTo>
                    <a:pt x="1293942" y="1388175"/>
                  </a:lnTo>
                  <a:lnTo>
                    <a:pt x="1293945" y="1388170"/>
                  </a:lnTo>
                  <a:lnTo>
                    <a:pt x="1293949" y="1388166"/>
                  </a:lnTo>
                  <a:lnTo>
                    <a:pt x="1293952" y="1388159"/>
                  </a:lnTo>
                  <a:lnTo>
                    <a:pt x="1293955" y="1388153"/>
                  </a:lnTo>
                  <a:lnTo>
                    <a:pt x="1293957" y="1388147"/>
                  </a:lnTo>
                  <a:lnTo>
                    <a:pt x="1293959" y="1388141"/>
                  </a:lnTo>
                  <a:lnTo>
                    <a:pt x="1293960" y="1388135"/>
                  </a:lnTo>
                  <a:lnTo>
                    <a:pt x="1293962" y="1388130"/>
                  </a:lnTo>
                  <a:lnTo>
                    <a:pt x="1293965" y="1388125"/>
                  </a:lnTo>
                  <a:lnTo>
                    <a:pt x="1293968" y="1388119"/>
                  </a:lnTo>
                  <a:lnTo>
                    <a:pt x="1293972" y="1388116"/>
                  </a:lnTo>
                  <a:lnTo>
                    <a:pt x="1293975" y="1388113"/>
                  </a:lnTo>
                  <a:lnTo>
                    <a:pt x="1293979" y="1388110"/>
                  </a:lnTo>
                  <a:lnTo>
                    <a:pt x="1293984" y="1388107"/>
                  </a:lnTo>
                  <a:lnTo>
                    <a:pt x="1293990" y="1388102"/>
                  </a:lnTo>
                  <a:lnTo>
                    <a:pt x="1293996" y="1388097"/>
                  </a:lnTo>
                  <a:lnTo>
                    <a:pt x="1293999" y="1388092"/>
                  </a:lnTo>
                  <a:lnTo>
                    <a:pt x="1294003" y="1388085"/>
                  </a:lnTo>
                  <a:lnTo>
                    <a:pt x="1294005" y="1388080"/>
                  </a:lnTo>
                  <a:lnTo>
                    <a:pt x="1294008" y="1388075"/>
                  </a:lnTo>
                  <a:lnTo>
                    <a:pt x="1294011" y="1388070"/>
                  </a:lnTo>
                  <a:lnTo>
                    <a:pt x="1294014" y="1388066"/>
                  </a:lnTo>
                  <a:lnTo>
                    <a:pt x="1294018" y="1388060"/>
                  </a:lnTo>
                  <a:lnTo>
                    <a:pt x="1294022" y="1388056"/>
                  </a:lnTo>
                  <a:lnTo>
                    <a:pt x="1294025" y="1388051"/>
                  </a:lnTo>
                  <a:lnTo>
                    <a:pt x="1294027" y="1388047"/>
                  </a:lnTo>
                  <a:lnTo>
                    <a:pt x="1294030" y="1388042"/>
                  </a:lnTo>
                  <a:lnTo>
                    <a:pt x="1294031" y="1388036"/>
                  </a:lnTo>
                  <a:lnTo>
                    <a:pt x="1294032" y="1388030"/>
                  </a:lnTo>
                  <a:lnTo>
                    <a:pt x="1294033" y="1388023"/>
                  </a:lnTo>
                  <a:lnTo>
                    <a:pt x="1294036" y="1388017"/>
                  </a:lnTo>
                  <a:lnTo>
                    <a:pt x="1294039" y="1388014"/>
                  </a:lnTo>
                  <a:lnTo>
                    <a:pt x="1294042" y="1388011"/>
                  </a:lnTo>
                  <a:lnTo>
                    <a:pt x="1294048" y="1388007"/>
                  </a:lnTo>
                  <a:lnTo>
                    <a:pt x="1294056" y="1388004"/>
                  </a:lnTo>
                  <a:lnTo>
                    <a:pt x="1294061" y="1388002"/>
                  </a:lnTo>
                  <a:lnTo>
                    <a:pt x="1294067" y="1388000"/>
                  </a:lnTo>
                  <a:lnTo>
                    <a:pt x="1294073" y="1387998"/>
                  </a:lnTo>
                  <a:lnTo>
                    <a:pt x="1294079" y="1387997"/>
                  </a:lnTo>
                  <a:lnTo>
                    <a:pt x="1294083" y="1387997"/>
                  </a:lnTo>
                  <a:lnTo>
                    <a:pt x="1294092" y="1387995"/>
                  </a:lnTo>
                  <a:lnTo>
                    <a:pt x="1294096" y="1387993"/>
                  </a:lnTo>
                  <a:lnTo>
                    <a:pt x="1294102" y="1387991"/>
                  </a:lnTo>
                  <a:lnTo>
                    <a:pt x="1294107" y="1387989"/>
                  </a:lnTo>
                  <a:lnTo>
                    <a:pt x="1294116" y="1387986"/>
                  </a:lnTo>
                  <a:lnTo>
                    <a:pt x="1294123" y="1387983"/>
                  </a:lnTo>
                  <a:lnTo>
                    <a:pt x="1294130" y="1387980"/>
                  </a:lnTo>
                  <a:lnTo>
                    <a:pt x="1294135" y="1387974"/>
                  </a:lnTo>
                  <a:lnTo>
                    <a:pt x="1294138" y="1387967"/>
                  </a:lnTo>
                  <a:lnTo>
                    <a:pt x="1294140" y="1387959"/>
                  </a:lnTo>
                  <a:lnTo>
                    <a:pt x="1294142" y="1387954"/>
                  </a:lnTo>
                  <a:lnTo>
                    <a:pt x="1294144" y="1387948"/>
                  </a:lnTo>
                  <a:lnTo>
                    <a:pt x="1294147" y="1387939"/>
                  </a:lnTo>
                  <a:lnTo>
                    <a:pt x="1294148" y="1387934"/>
                  </a:lnTo>
                  <a:lnTo>
                    <a:pt x="1294151" y="1387927"/>
                  </a:lnTo>
                  <a:lnTo>
                    <a:pt x="1294153" y="1387919"/>
                  </a:lnTo>
                  <a:lnTo>
                    <a:pt x="1294155" y="1387914"/>
                  </a:lnTo>
                  <a:lnTo>
                    <a:pt x="1294158" y="1387908"/>
                  </a:lnTo>
                  <a:lnTo>
                    <a:pt x="1294162" y="1387903"/>
                  </a:lnTo>
                  <a:lnTo>
                    <a:pt x="1294228" y="1387838"/>
                  </a:lnTo>
                  <a:lnTo>
                    <a:pt x="1294233" y="1387841"/>
                  </a:lnTo>
                  <a:lnTo>
                    <a:pt x="1294239" y="1387844"/>
                  </a:lnTo>
                  <a:lnTo>
                    <a:pt x="1294243" y="1387845"/>
                  </a:lnTo>
                  <a:lnTo>
                    <a:pt x="1294249" y="1387846"/>
                  </a:lnTo>
                  <a:lnTo>
                    <a:pt x="1294254" y="1387847"/>
                  </a:lnTo>
                  <a:lnTo>
                    <a:pt x="1294258" y="1387848"/>
                  </a:lnTo>
                  <a:lnTo>
                    <a:pt x="1294261" y="1387848"/>
                  </a:lnTo>
                  <a:lnTo>
                    <a:pt x="1294266" y="1387847"/>
                  </a:lnTo>
                  <a:lnTo>
                    <a:pt x="1294273" y="1387847"/>
                  </a:lnTo>
                  <a:lnTo>
                    <a:pt x="1294279" y="1387846"/>
                  </a:lnTo>
                  <a:lnTo>
                    <a:pt x="1294284" y="1387846"/>
                  </a:lnTo>
                  <a:lnTo>
                    <a:pt x="1294290" y="1387845"/>
                  </a:lnTo>
                  <a:lnTo>
                    <a:pt x="1294296" y="1387844"/>
                  </a:lnTo>
                  <a:lnTo>
                    <a:pt x="1294302" y="1387843"/>
                  </a:lnTo>
                  <a:lnTo>
                    <a:pt x="1294305" y="1387839"/>
                  </a:lnTo>
                  <a:lnTo>
                    <a:pt x="1294308" y="1387834"/>
                  </a:lnTo>
                  <a:lnTo>
                    <a:pt x="1294313" y="1387826"/>
                  </a:lnTo>
                  <a:lnTo>
                    <a:pt x="1294316" y="1387820"/>
                  </a:lnTo>
                  <a:lnTo>
                    <a:pt x="1294318" y="1387811"/>
                  </a:lnTo>
                  <a:lnTo>
                    <a:pt x="1294320" y="1387803"/>
                  </a:lnTo>
                  <a:lnTo>
                    <a:pt x="1294325" y="1387798"/>
                  </a:lnTo>
                  <a:lnTo>
                    <a:pt x="1294331" y="1387796"/>
                  </a:lnTo>
                  <a:lnTo>
                    <a:pt x="1294336" y="1387796"/>
                  </a:lnTo>
                  <a:lnTo>
                    <a:pt x="1294343" y="1387794"/>
                  </a:lnTo>
                  <a:lnTo>
                    <a:pt x="1294351" y="1387791"/>
                  </a:lnTo>
                  <a:lnTo>
                    <a:pt x="1294357" y="1387789"/>
                  </a:lnTo>
                  <a:lnTo>
                    <a:pt x="1294362" y="1387788"/>
                  </a:lnTo>
                  <a:lnTo>
                    <a:pt x="1294366" y="1387787"/>
                  </a:lnTo>
                  <a:lnTo>
                    <a:pt x="1294371" y="1387785"/>
                  </a:lnTo>
                  <a:lnTo>
                    <a:pt x="1294378" y="1387783"/>
                  </a:lnTo>
                  <a:lnTo>
                    <a:pt x="1294383" y="1387781"/>
                  </a:lnTo>
                  <a:lnTo>
                    <a:pt x="1294470" y="1387780"/>
                  </a:lnTo>
                  <a:lnTo>
                    <a:pt x="1294473" y="1387785"/>
                  </a:lnTo>
                  <a:lnTo>
                    <a:pt x="1294475" y="1387790"/>
                  </a:lnTo>
                  <a:lnTo>
                    <a:pt x="1294477" y="1387794"/>
                  </a:lnTo>
                  <a:lnTo>
                    <a:pt x="1294481" y="1387799"/>
                  </a:lnTo>
                  <a:lnTo>
                    <a:pt x="1294483" y="1387803"/>
                  </a:lnTo>
                  <a:lnTo>
                    <a:pt x="1294487" y="1387807"/>
                  </a:lnTo>
                  <a:lnTo>
                    <a:pt x="1294492" y="1387811"/>
                  </a:lnTo>
                  <a:lnTo>
                    <a:pt x="1294497" y="1387813"/>
                  </a:lnTo>
                  <a:lnTo>
                    <a:pt x="1294502" y="1387813"/>
                  </a:lnTo>
                  <a:lnTo>
                    <a:pt x="1294508" y="1387813"/>
                  </a:lnTo>
                  <a:lnTo>
                    <a:pt x="1294514" y="1387811"/>
                  </a:lnTo>
                  <a:lnTo>
                    <a:pt x="1294519" y="1387809"/>
                  </a:lnTo>
                  <a:lnTo>
                    <a:pt x="1294523" y="1387807"/>
                  </a:lnTo>
                  <a:lnTo>
                    <a:pt x="1294530" y="1387805"/>
                  </a:lnTo>
                  <a:lnTo>
                    <a:pt x="1294534" y="1387805"/>
                  </a:lnTo>
                  <a:lnTo>
                    <a:pt x="1294539" y="1387803"/>
                  </a:lnTo>
                  <a:lnTo>
                    <a:pt x="1294544" y="1387802"/>
                  </a:lnTo>
                  <a:lnTo>
                    <a:pt x="1294550" y="1387798"/>
                  </a:lnTo>
                  <a:lnTo>
                    <a:pt x="1294556" y="1387795"/>
                  </a:lnTo>
                  <a:lnTo>
                    <a:pt x="1294562" y="1387792"/>
                  </a:lnTo>
                  <a:lnTo>
                    <a:pt x="1294566" y="1387789"/>
                  </a:lnTo>
                  <a:lnTo>
                    <a:pt x="1294570" y="1387787"/>
                  </a:lnTo>
                  <a:lnTo>
                    <a:pt x="1294574" y="1387782"/>
                  </a:lnTo>
                  <a:lnTo>
                    <a:pt x="1294577" y="1387777"/>
                  </a:lnTo>
                  <a:lnTo>
                    <a:pt x="1294579" y="1387771"/>
                  </a:lnTo>
                  <a:lnTo>
                    <a:pt x="1294580" y="1387765"/>
                  </a:lnTo>
                  <a:lnTo>
                    <a:pt x="1294585" y="1387758"/>
                  </a:lnTo>
                  <a:lnTo>
                    <a:pt x="1294590" y="1387754"/>
                  </a:lnTo>
                  <a:lnTo>
                    <a:pt x="1294596" y="1387751"/>
                  </a:lnTo>
                  <a:lnTo>
                    <a:pt x="1294601" y="1387747"/>
                  </a:lnTo>
                  <a:lnTo>
                    <a:pt x="1294608" y="1387742"/>
                  </a:lnTo>
                  <a:lnTo>
                    <a:pt x="1294614" y="1387737"/>
                  </a:lnTo>
                  <a:lnTo>
                    <a:pt x="1294620" y="1387733"/>
                  </a:lnTo>
                  <a:lnTo>
                    <a:pt x="1294626" y="1387728"/>
                  </a:lnTo>
                  <a:lnTo>
                    <a:pt x="1294630" y="1387725"/>
                  </a:lnTo>
                  <a:lnTo>
                    <a:pt x="1294635" y="1387721"/>
                  </a:lnTo>
                  <a:lnTo>
                    <a:pt x="1294639" y="1387717"/>
                  </a:lnTo>
                  <a:lnTo>
                    <a:pt x="1294644" y="1387713"/>
                  </a:lnTo>
                  <a:lnTo>
                    <a:pt x="1294648" y="1387710"/>
                  </a:lnTo>
                  <a:lnTo>
                    <a:pt x="1294654" y="1387707"/>
                  </a:lnTo>
                  <a:lnTo>
                    <a:pt x="1294659" y="1387704"/>
                  </a:lnTo>
                  <a:lnTo>
                    <a:pt x="1294663" y="1387701"/>
                  </a:lnTo>
                  <a:lnTo>
                    <a:pt x="1294668" y="1387698"/>
                  </a:lnTo>
                  <a:lnTo>
                    <a:pt x="1294674" y="1387694"/>
                  </a:lnTo>
                  <a:lnTo>
                    <a:pt x="1294680" y="1387690"/>
                  </a:lnTo>
                  <a:lnTo>
                    <a:pt x="1294684" y="1387688"/>
                  </a:lnTo>
                  <a:lnTo>
                    <a:pt x="1294689" y="1387685"/>
                  </a:lnTo>
                  <a:lnTo>
                    <a:pt x="1294694" y="1387683"/>
                  </a:lnTo>
                  <a:lnTo>
                    <a:pt x="1294699" y="1387680"/>
                  </a:lnTo>
                  <a:lnTo>
                    <a:pt x="1294703" y="1387679"/>
                  </a:lnTo>
                  <a:lnTo>
                    <a:pt x="1294709" y="1387676"/>
                  </a:lnTo>
                  <a:lnTo>
                    <a:pt x="1294713" y="1387675"/>
                  </a:lnTo>
                  <a:lnTo>
                    <a:pt x="1294718" y="1387674"/>
                  </a:lnTo>
                  <a:lnTo>
                    <a:pt x="1294721" y="1387672"/>
                  </a:lnTo>
                  <a:lnTo>
                    <a:pt x="1294727" y="1387669"/>
                  </a:lnTo>
                  <a:lnTo>
                    <a:pt x="1294729" y="1387663"/>
                  </a:lnTo>
                  <a:lnTo>
                    <a:pt x="1294730" y="1387658"/>
                  </a:lnTo>
                  <a:lnTo>
                    <a:pt x="1294730" y="1387651"/>
                  </a:lnTo>
                  <a:lnTo>
                    <a:pt x="1294733" y="1387643"/>
                  </a:lnTo>
                  <a:lnTo>
                    <a:pt x="1294740" y="1387638"/>
                  </a:lnTo>
                  <a:lnTo>
                    <a:pt x="1294745" y="1387636"/>
                  </a:lnTo>
                  <a:lnTo>
                    <a:pt x="1294752" y="1387635"/>
                  </a:lnTo>
                  <a:lnTo>
                    <a:pt x="1294761" y="1387633"/>
                  </a:lnTo>
                  <a:lnTo>
                    <a:pt x="1294767" y="1387630"/>
                  </a:lnTo>
                  <a:lnTo>
                    <a:pt x="1294772" y="1387627"/>
                  </a:lnTo>
                  <a:lnTo>
                    <a:pt x="1294776" y="1387624"/>
                  </a:lnTo>
                  <a:lnTo>
                    <a:pt x="1294780" y="1387620"/>
                  </a:lnTo>
                  <a:lnTo>
                    <a:pt x="1294854" y="1387421"/>
                  </a:lnTo>
                  <a:lnTo>
                    <a:pt x="1294856" y="1387417"/>
                  </a:lnTo>
                  <a:lnTo>
                    <a:pt x="1294860" y="1387411"/>
                  </a:lnTo>
                  <a:lnTo>
                    <a:pt x="1294864" y="1387404"/>
                  </a:lnTo>
                  <a:lnTo>
                    <a:pt x="1294865" y="1387397"/>
                  </a:lnTo>
                  <a:lnTo>
                    <a:pt x="1294863" y="1387390"/>
                  </a:lnTo>
                  <a:lnTo>
                    <a:pt x="1294862" y="1387386"/>
                  </a:lnTo>
                  <a:lnTo>
                    <a:pt x="1294859" y="1387378"/>
                  </a:lnTo>
                  <a:lnTo>
                    <a:pt x="1294861" y="1387373"/>
                  </a:lnTo>
                  <a:lnTo>
                    <a:pt x="1294864" y="1387368"/>
                  </a:lnTo>
                  <a:lnTo>
                    <a:pt x="1294869" y="1387362"/>
                  </a:lnTo>
                  <a:lnTo>
                    <a:pt x="1294873" y="1387357"/>
                  </a:lnTo>
                  <a:lnTo>
                    <a:pt x="1294877" y="1387353"/>
                  </a:lnTo>
                  <a:lnTo>
                    <a:pt x="1294882" y="1387349"/>
                  </a:lnTo>
                  <a:lnTo>
                    <a:pt x="1294887" y="1387344"/>
                  </a:lnTo>
                  <a:lnTo>
                    <a:pt x="1294892" y="1387340"/>
                  </a:lnTo>
                  <a:lnTo>
                    <a:pt x="1294897" y="1387336"/>
                  </a:lnTo>
                  <a:lnTo>
                    <a:pt x="1294900" y="1387331"/>
                  </a:lnTo>
                  <a:lnTo>
                    <a:pt x="1294903" y="1387325"/>
                  </a:lnTo>
                  <a:lnTo>
                    <a:pt x="1294905" y="1387321"/>
                  </a:lnTo>
                  <a:lnTo>
                    <a:pt x="1294907" y="1387316"/>
                  </a:lnTo>
                  <a:lnTo>
                    <a:pt x="1294909" y="1387310"/>
                  </a:lnTo>
                  <a:lnTo>
                    <a:pt x="1294911" y="1387305"/>
                  </a:lnTo>
                  <a:lnTo>
                    <a:pt x="1294914" y="1387300"/>
                  </a:lnTo>
                  <a:lnTo>
                    <a:pt x="1294918" y="1387294"/>
                  </a:lnTo>
                  <a:lnTo>
                    <a:pt x="1294922" y="1387290"/>
                  </a:lnTo>
                  <a:lnTo>
                    <a:pt x="1294928" y="1387286"/>
                  </a:lnTo>
                  <a:lnTo>
                    <a:pt x="1294934" y="1387282"/>
                  </a:lnTo>
                  <a:lnTo>
                    <a:pt x="1294939" y="1387278"/>
                  </a:lnTo>
                  <a:lnTo>
                    <a:pt x="1294945" y="1387274"/>
                  </a:lnTo>
                  <a:lnTo>
                    <a:pt x="1294953" y="1387270"/>
                  </a:lnTo>
                  <a:lnTo>
                    <a:pt x="1294958" y="1387266"/>
                  </a:lnTo>
                  <a:lnTo>
                    <a:pt x="1294965" y="1387262"/>
                  </a:lnTo>
                  <a:lnTo>
                    <a:pt x="1294970" y="1387260"/>
                  </a:lnTo>
                  <a:lnTo>
                    <a:pt x="1294974" y="1387258"/>
                  </a:lnTo>
                  <a:lnTo>
                    <a:pt x="1294978" y="1387257"/>
                  </a:lnTo>
                  <a:lnTo>
                    <a:pt x="1294984" y="1387254"/>
                  </a:lnTo>
                  <a:lnTo>
                    <a:pt x="1294988" y="1387251"/>
                  </a:lnTo>
                  <a:lnTo>
                    <a:pt x="1294992" y="1387248"/>
                  </a:lnTo>
                  <a:lnTo>
                    <a:pt x="1294996" y="1387245"/>
                  </a:lnTo>
                  <a:lnTo>
                    <a:pt x="1295002" y="1387240"/>
                  </a:lnTo>
                  <a:lnTo>
                    <a:pt x="1295007" y="1387235"/>
                  </a:lnTo>
                  <a:lnTo>
                    <a:pt x="1295013" y="1387231"/>
                  </a:lnTo>
                  <a:lnTo>
                    <a:pt x="1295019" y="1387228"/>
                  </a:lnTo>
                  <a:lnTo>
                    <a:pt x="1295023" y="1387227"/>
                  </a:lnTo>
                  <a:lnTo>
                    <a:pt x="1295028" y="1387225"/>
                  </a:lnTo>
                  <a:lnTo>
                    <a:pt x="1295033" y="1387224"/>
                  </a:lnTo>
                  <a:lnTo>
                    <a:pt x="1295039" y="1387223"/>
                  </a:lnTo>
                  <a:lnTo>
                    <a:pt x="1295048" y="1387222"/>
                  </a:lnTo>
                  <a:lnTo>
                    <a:pt x="1295052" y="1387222"/>
                  </a:lnTo>
                  <a:lnTo>
                    <a:pt x="1295058" y="1387221"/>
                  </a:lnTo>
                  <a:lnTo>
                    <a:pt x="1295063" y="1387218"/>
                  </a:lnTo>
                  <a:lnTo>
                    <a:pt x="1295068" y="1387214"/>
                  </a:lnTo>
                  <a:lnTo>
                    <a:pt x="1295071" y="1387210"/>
                  </a:lnTo>
                  <a:lnTo>
                    <a:pt x="1295074" y="1387206"/>
                  </a:lnTo>
                  <a:lnTo>
                    <a:pt x="1295079" y="1387200"/>
                  </a:lnTo>
                  <a:lnTo>
                    <a:pt x="1295081" y="1387193"/>
                  </a:lnTo>
                  <a:lnTo>
                    <a:pt x="1295084" y="1387185"/>
                  </a:lnTo>
                  <a:lnTo>
                    <a:pt x="1295086" y="1387177"/>
                  </a:lnTo>
                  <a:lnTo>
                    <a:pt x="1295088" y="1387169"/>
                  </a:lnTo>
                  <a:lnTo>
                    <a:pt x="1295089" y="1387161"/>
                  </a:lnTo>
                  <a:lnTo>
                    <a:pt x="1295089" y="1387154"/>
                  </a:lnTo>
                  <a:lnTo>
                    <a:pt x="1295090" y="1387148"/>
                  </a:lnTo>
                  <a:lnTo>
                    <a:pt x="1295090" y="1387140"/>
                  </a:lnTo>
                  <a:lnTo>
                    <a:pt x="1295090" y="1387132"/>
                  </a:lnTo>
                  <a:lnTo>
                    <a:pt x="1295090" y="1387127"/>
                  </a:lnTo>
                  <a:lnTo>
                    <a:pt x="1295090" y="1387120"/>
                  </a:lnTo>
                  <a:lnTo>
                    <a:pt x="1295090" y="1387112"/>
                  </a:lnTo>
                  <a:lnTo>
                    <a:pt x="1295091" y="1387106"/>
                  </a:lnTo>
                  <a:lnTo>
                    <a:pt x="1295092" y="1387100"/>
                  </a:lnTo>
                  <a:lnTo>
                    <a:pt x="1295092" y="1387092"/>
                  </a:lnTo>
                  <a:lnTo>
                    <a:pt x="1295093" y="1387084"/>
                  </a:lnTo>
                  <a:lnTo>
                    <a:pt x="1295092" y="1387077"/>
                  </a:lnTo>
                  <a:lnTo>
                    <a:pt x="1295091" y="1387071"/>
                  </a:lnTo>
                  <a:lnTo>
                    <a:pt x="1295087" y="1387063"/>
                  </a:lnTo>
                  <a:lnTo>
                    <a:pt x="1295083" y="1387056"/>
                  </a:lnTo>
                  <a:lnTo>
                    <a:pt x="1295078" y="1387052"/>
                  </a:lnTo>
                  <a:lnTo>
                    <a:pt x="1295075" y="1387048"/>
                  </a:lnTo>
                  <a:lnTo>
                    <a:pt x="1295072" y="1387044"/>
                  </a:lnTo>
                  <a:lnTo>
                    <a:pt x="1295069" y="1387040"/>
                  </a:lnTo>
                  <a:lnTo>
                    <a:pt x="1295066" y="1387035"/>
                  </a:lnTo>
                  <a:lnTo>
                    <a:pt x="1295063" y="1387031"/>
                  </a:lnTo>
                  <a:lnTo>
                    <a:pt x="1295059" y="1387025"/>
                  </a:lnTo>
                  <a:lnTo>
                    <a:pt x="1295031" y="1386979"/>
                  </a:lnTo>
                  <a:lnTo>
                    <a:pt x="1295015" y="1386929"/>
                  </a:lnTo>
                  <a:lnTo>
                    <a:pt x="1295023" y="1386898"/>
                  </a:lnTo>
                  <a:lnTo>
                    <a:pt x="1295026" y="1386889"/>
                  </a:lnTo>
                  <a:lnTo>
                    <a:pt x="1295015" y="1386889"/>
                  </a:lnTo>
                  <a:lnTo>
                    <a:pt x="1295000" y="1386890"/>
                  </a:lnTo>
                  <a:lnTo>
                    <a:pt x="1294988" y="1386874"/>
                  </a:lnTo>
                  <a:lnTo>
                    <a:pt x="1294978" y="1386853"/>
                  </a:lnTo>
                  <a:lnTo>
                    <a:pt x="1294967" y="1386842"/>
                  </a:lnTo>
                  <a:lnTo>
                    <a:pt x="1294958" y="1386828"/>
                  </a:lnTo>
                  <a:lnTo>
                    <a:pt x="1294955" y="1386818"/>
                  </a:lnTo>
                  <a:lnTo>
                    <a:pt x="1294957" y="1386805"/>
                  </a:lnTo>
                  <a:lnTo>
                    <a:pt x="1294955" y="1386790"/>
                  </a:lnTo>
                  <a:lnTo>
                    <a:pt x="1294942" y="1386771"/>
                  </a:lnTo>
                  <a:lnTo>
                    <a:pt x="1294937" y="1386756"/>
                  </a:lnTo>
                  <a:lnTo>
                    <a:pt x="1294935" y="1386739"/>
                  </a:lnTo>
                  <a:lnTo>
                    <a:pt x="1294934" y="1386727"/>
                  </a:lnTo>
                  <a:lnTo>
                    <a:pt x="1294934" y="1386718"/>
                  </a:lnTo>
                  <a:lnTo>
                    <a:pt x="1294933" y="1386705"/>
                  </a:lnTo>
                  <a:lnTo>
                    <a:pt x="1294929" y="1386694"/>
                  </a:lnTo>
                  <a:lnTo>
                    <a:pt x="1294925" y="1386678"/>
                  </a:lnTo>
                  <a:lnTo>
                    <a:pt x="1294931" y="1386666"/>
                  </a:lnTo>
                  <a:lnTo>
                    <a:pt x="1294941" y="1386656"/>
                  </a:lnTo>
                  <a:lnTo>
                    <a:pt x="1294948" y="1386647"/>
                  </a:lnTo>
                  <a:lnTo>
                    <a:pt x="1294951" y="1386637"/>
                  </a:lnTo>
                  <a:lnTo>
                    <a:pt x="1294956" y="1386628"/>
                  </a:lnTo>
                  <a:lnTo>
                    <a:pt x="1294955" y="1386616"/>
                  </a:lnTo>
                  <a:lnTo>
                    <a:pt x="1294959" y="1386597"/>
                  </a:lnTo>
                  <a:lnTo>
                    <a:pt x="1294970" y="1386557"/>
                  </a:lnTo>
                  <a:lnTo>
                    <a:pt x="1294970" y="1386551"/>
                  </a:lnTo>
                  <a:lnTo>
                    <a:pt x="1294969" y="1386544"/>
                  </a:lnTo>
                  <a:lnTo>
                    <a:pt x="1294967" y="1386538"/>
                  </a:lnTo>
                  <a:lnTo>
                    <a:pt x="1294963" y="1386534"/>
                  </a:lnTo>
                  <a:lnTo>
                    <a:pt x="1294960" y="1386530"/>
                  </a:lnTo>
                  <a:lnTo>
                    <a:pt x="1294956" y="1386526"/>
                  </a:lnTo>
                  <a:lnTo>
                    <a:pt x="1294951" y="1386522"/>
                  </a:lnTo>
                  <a:lnTo>
                    <a:pt x="1294944" y="1386519"/>
                  </a:lnTo>
                  <a:lnTo>
                    <a:pt x="1294937" y="1386519"/>
                  </a:lnTo>
                  <a:lnTo>
                    <a:pt x="1294929" y="1386517"/>
                  </a:lnTo>
                  <a:lnTo>
                    <a:pt x="1294924" y="1386516"/>
                  </a:lnTo>
                  <a:lnTo>
                    <a:pt x="1294920" y="1386515"/>
                  </a:lnTo>
                  <a:lnTo>
                    <a:pt x="1294915" y="1386513"/>
                  </a:lnTo>
                  <a:lnTo>
                    <a:pt x="1294910" y="1386511"/>
                  </a:lnTo>
                  <a:lnTo>
                    <a:pt x="1294903" y="1386507"/>
                  </a:lnTo>
                  <a:lnTo>
                    <a:pt x="1294897" y="1386501"/>
                  </a:lnTo>
                  <a:lnTo>
                    <a:pt x="1294892" y="1386496"/>
                  </a:lnTo>
                  <a:lnTo>
                    <a:pt x="1294888" y="1386490"/>
                  </a:lnTo>
                  <a:lnTo>
                    <a:pt x="1294884" y="1386487"/>
                  </a:lnTo>
                  <a:lnTo>
                    <a:pt x="1294880" y="1386484"/>
                  </a:lnTo>
                  <a:lnTo>
                    <a:pt x="1294875" y="1386482"/>
                  </a:lnTo>
                  <a:lnTo>
                    <a:pt x="1294871" y="1386480"/>
                  </a:lnTo>
                  <a:lnTo>
                    <a:pt x="1294867" y="1386479"/>
                  </a:lnTo>
                  <a:lnTo>
                    <a:pt x="1294863" y="1386476"/>
                  </a:lnTo>
                  <a:lnTo>
                    <a:pt x="1294860" y="1386473"/>
                  </a:lnTo>
                  <a:lnTo>
                    <a:pt x="1294857" y="1386468"/>
                  </a:lnTo>
                  <a:lnTo>
                    <a:pt x="1294854" y="1386462"/>
                  </a:lnTo>
                  <a:lnTo>
                    <a:pt x="1294851" y="1386457"/>
                  </a:lnTo>
                  <a:lnTo>
                    <a:pt x="1294848" y="1386453"/>
                  </a:lnTo>
                  <a:lnTo>
                    <a:pt x="1294845" y="1386446"/>
                  </a:lnTo>
                  <a:lnTo>
                    <a:pt x="1294841" y="1386438"/>
                  </a:lnTo>
                  <a:lnTo>
                    <a:pt x="1294838" y="1386433"/>
                  </a:lnTo>
                  <a:lnTo>
                    <a:pt x="1294836" y="1386429"/>
                  </a:lnTo>
                  <a:lnTo>
                    <a:pt x="1294836" y="1386422"/>
                  </a:lnTo>
                  <a:lnTo>
                    <a:pt x="1294837" y="1386416"/>
                  </a:lnTo>
                  <a:lnTo>
                    <a:pt x="1294838" y="1386410"/>
                  </a:lnTo>
                  <a:lnTo>
                    <a:pt x="1294839" y="1386403"/>
                  </a:lnTo>
                  <a:lnTo>
                    <a:pt x="1294838" y="1386396"/>
                  </a:lnTo>
                  <a:lnTo>
                    <a:pt x="1294837" y="1386388"/>
                  </a:lnTo>
                  <a:lnTo>
                    <a:pt x="1294836" y="1386383"/>
                  </a:lnTo>
                  <a:lnTo>
                    <a:pt x="1294835" y="1386376"/>
                  </a:lnTo>
                  <a:lnTo>
                    <a:pt x="1294834" y="1386371"/>
                  </a:lnTo>
                  <a:lnTo>
                    <a:pt x="1294832" y="1386363"/>
                  </a:lnTo>
                  <a:lnTo>
                    <a:pt x="1294831" y="1386355"/>
                  </a:lnTo>
                  <a:lnTo>
                    <a:pt x="1294830" y="1386346"/>
                  </a:lnTo>
                  <a:lnTo>
                    <a:pt x="1294829" y="1386340"/>
                  </a:lnTo>
                  <a:lnTo>
                    <a:pt x="1294833" y="1386341"/>
                  </a:lnTo>
                  <a:lnTo>
                    <a:pt x="1294838" y="1386342"/>
                  </a:lnTo>
                  <a:lnTo>
                    <a:pt x="1294842" y="1386343"/>
                  </a:lnTo>
                  <a:lnTo>
                    <a:pt x="1294846" y="1386342"/>
                  </a:lnTo>
                  <a:lnTo>
                    <a:pt x="1294854" y="1386339"/>
                  </a:lnTo>
                  <a:lnTo>
                    <a:pt x="1294861" y="1386336"/>
                  </a:lnTo>
                  <a:lnTo>
                    <a:pt x="1294870" y="1386332"/>
                  </a:lnTo>
                  <a:lnTo>
                    <a:pt x="1294874" y="1386329"/>
                  </a:lnTo>
                  <a:lnTo>
                    <a:pt x="1294879" y="1386325"/>
                  </a:lnTo>
                  <a:lnTo>
                    <a:pt x="1294882" y="1386322"/>
                  </a:lnTo>
                  <a:lnTo>
                    <a:pt x="1294886" y="1386318"/>
                  </a:lnTo>
                  <a:lnTo>
                    <a:pt x="1294892" y="1386312"/>
                  </a:lnTo>
                  <a:lnTo>
                    <a:pt x="1294897" y="1386307"/>
                  </a:lnTo>
                  <a:lnTo>
                    <a:pt x="1294901" y="1386302"/>
                  </a:lnTo>
                  <a:lnTo>
                    <a:pt x="1294909" y="1386294"/>
                  </a:lnTo>
                  <a:lnTo>
                    <a:pt x="1294907" y="1386287"/>
                  </a:lnTo>
                  <a:lnTo>
                    <a:pt x="1294904" y="1386281"/>
                  </a:lnTo>
                  <a:lnTo>
                    <a:pt x="1294902" y="1386276"/>
                  </a:lnTo>
                  <a:lnTo>
                    <a:pt x="1294900" y="1386271"/>
                  </a:lnTo>
                  <a:lnTo>
                    <a:pt x="1294898" y="1386265"/>
                  </a:lnTo>
                  <a:lnTo>
                    <a:pt x="1294897" y="1386261"/>
                  </a:lnTo>
                  <a:lnTo>
                    <a:pt x="1294895" y="1386255"/>
                  </a:lnTo>
                  <a:lnTo>
                    <a:pt x="1294894" y="1386248"/>
                  </a:lnTo>
                  <a:lnTo>
                    <a:pt x="1294892" y="1386241"/>
                  </a:lnTo>
                  <a:lnTo>
                    <a:pt x="1294888" y="1386235"/>
                  </a:lnTo>
                  <a:lnTo>
                    <a:pt x="1294883" y="1386233"/>
                  </a:lnTo>
                  <a:lnTo>
                    <a:pt x="1294879" y="1386230"/>
                  </a:lnTo>
                  <a:lnTo>
                    <a:pt x="1294874" y="1386228"/>
                  </a:lnTo>
                  <a:lnTo>
                    <a:pt x="1294871" y="1386226"/>
                  </a:lnTo>
                  <a:lnTo>
                    <a:pt x="1294867" y="1386221"/>
                  </a:lnTo>
                  <a:lnTo>
                    <a:pt x="1294864" y="1386215"/>
                  </a:lnTo>
                  <a:lnTo>
                    <a:pt x="1294864" y="1386206"/>
                  </a:lnTo>
                  <a:lnTo>
                    <a:pt x="1294864" y="1386200"/>
                  </a:lnTo>
                  <a:lnTo>
                    <a:pt x="1294863" y="1386195"/>
                  </a:lnTo>
                  <a:lnTo>
                    <a:pt x="1294862" y="1386189"/>
                  </a:lnTo>
                  <a:lnTo>
                    <a:pt x="1294858" y="1386184"/>
                  </a:lnTo>
                  <a:lnTo>
                    <a:pt x="1294855" y="1386180"/>
                  </a:lnTo>
                  <a:lnTo>
                    <a:pt x="1294851" y="1386176"/>
                  </a:lnTo>
                  <a:lnTo>
                    <a:pt x="1294847" y="1386171"/>
                  </a:lnTo>
                  <a:lnTo>
                    <a:pt x="1294843" y="1386166"/>
                  </a:lnTo>
                  <a:lnTo>
                    <a:pt x="1294839" y="1386161"/>
                  </a:lnTo>
                  <a:lnTo>
                    <a:pt x="1294835" y="1386156"/>
                  </a:lnTo>
                  <a:lnTo>
                    <a:pt x="1294830" y="1386151"/>
                  </a:lnTo>
                  <a:lnTo>
                    <a:pt x="1294826" y="1386148"/>
                  </a:lnTo>
                  <a:lnTo>
                    <a:pt x="1294821" y="1386145"/>
                  </a:lnTo>
                  <a:lnTo>
                    <a:pt x="1294816" y="1386142"/>
                  </a:lnTo>
                  <a:lnTo>
                    <a:pt x="1294812" y="1386138"/>
                  </a:lnTo>
                  <a:lnTo>
                    <a:pt x="1294809" y="1386133"/>
                  </a:lnTo>
                  <a:lnTo>
                    <a:pt x="1294806" y="1386128"/>
                  </a:lnTo>
                  <a:lnTo>
                    <a:pt x="1294783" y="1386058"/>
                  </a:lnTo>
                  <a:lnTo>
                    <a:pt x="1294776" y="1386007"/>
                  </a:lnTo>
                  <a:lnTo>
                    <a:pt x="1294772" y="1386003"/>
                  </a:lnTo>
                  <a:lnTo>
                    <a:pt x="1294767" y="1385999"/>
                  </a:lnTo>
                  <a:lnTo>
                    <a:pt x="1294762" y="1385993"/>
                  </a:lnTo>
                  <a:lnTo>
                    <a:pt x="1294758" y="1385988"/>
                  </a:lnTo>
                  <a:lnTo>
                    <a:pt x="1294755" y="1385983"/>
                  </a:lnTo>
                  <a:lnTo>
                    <a:pt x="1294751" y="1385978"/>
                  </a:lnTo>
                  <a:lnTo>
                    <a:pt x="1294749" y="1385974"/>
                  </a:lnTo>
                  <a:lnTo>
                    <a:pt x="1294745" y="1385969"/>
                  </a:lnTo>
                  <a:lnTo>
                    <a:pt x="1294741" y="1385964"/>
                  </a:lnTo>
                  <a:lnTo>
                    <a:pt x="1294738" y="1385959"/>
                  </a:lnTo>
                  <a:lnTo>
                    <a:pt x="1294735" y="1385955"/>
                  </a:lnTo>
                  <a:lnTo>
                    <a:pt x="1294731" y="1385950"/>
                  </a:lnTo>
                  <a:lnTo>
                    <a:pt x="1294727" y="1385946"/>
                  </a:lnTo>
                  <a:lnTo>
                    <a:pt x="1294723" y="1385944"/>
                  </a:lnTo>
                  <a:lnTo>
                    <a:pt x="1294720" y="1385941"/>
                  </a:lnTo>
                  <a:lnTo>
                    <a:pt x="1294717" y="1385938"/>
                  </a:lnTo>
                  <a:lnTo>
                    <a:pt x="1294713" y="1385935"/>
                  </a:lnTo>
                  <a:lnTo>
                    <a:pt x="1294707" y="1385931"/>
                  </a:lnTo>
                  <a:lnTo>
                    <a:pt x="1294701" y="1385927"/>
                  </a:lnTo>
                  <a:lnTo>
                    <a:pt x="1294696" y="1385925"/>
                  </a:lnTo>
                  <a:lnTo>
                    <a:pt x="1294691" y="1385924"/>
                  </a:lnTo>
                  <a:lnTo>
                    <a:pt x="1294682" y="1385924"/>
                  </a:lnTo>
                  <a:lnTo>
                    <a:pt x="1294676" y="1385924"/>
                  </a:lnTo>
                  <a:lnTo>
                    <a:pt x="1294672" y="1385922"/>
                  </a:lnTo>
                  <a:lnTo>
                    <a:pt x="1294669" y="1385918"/>
                  </a:lnTo>
                  <a:lnTo>
                    <a:pt x="1294668" y="1385913"/>
                  </a:lnTo>
                  <a:lnTo>
                    <a:pt x="1294666" y="1385905"/>
                  </a:lnTo>
                  <a:lnTo>
                    <a:pt x="1294665" y="1385899"/>
                  </a:lnTo>
                  <a:lnTo>
                    <a:pt x="1294663" y="1385893"/>
                  </a:lnTo>
                  <a:lnTo>
                    <a:pt x="1294661" y="1385889"/>
                  </a:lnTo>
                  <a:lnTo>
                    <a:pt x="1294658" y="1385885"/>
                  </a:lnTo>
                  <a:lnTo>
                    <a:pt x="1294655" y="1385880"/>
                  </a:lnTo>
                  <a:lnTo>
                    <a:pt x="1294651" y="1385875"/>
                  </a:lnTo>
                  <a:lnTo>
                    <a:pt x="1294646" y="1385871"/>
                  </a:lnTo>
                  <a:lnTo>
                    <a:pt x="1294642" y="1385867"/>
                  </a:lnTo>
                  <a:lnTo>
                    <a:pt x="1294637" y="1385864"/>
                  </a:lnTo>
                  <a:lnTo>
                    <a:pt x="1294633" y="1385861"/>
                  </a:lnTo>
                  <a:lnTo>
                    <a:pt x="1294629" y="1385858"/>
                  </a:lnTo>
                  <a:lnTo>
                    <a:pt x="1294626" y="1385855"/>
                  </a:lnTo>
                  <a:lnTo>
                    <a:pt x="1294622" y="1385852"/>
                  </a:lnTo>
                  <a:lnTo>
                    <a:pt x="1294617" y="1385849"/>
                  </a:lnTo>
                  <a:lnTo>
                    <a:pt x="1294610" y="1385845"/>
                  </a:lnTo>
                  <a:lnTo>
                    <a:pt x="1294605" y="1385842"/>
                  </a:lnTo>
                  <a:lnTo>
                    <a:pt x="1294599" y="1385839"/>
                  </a:lnTo>
                  <a:lnTo>
                    <a:pt x="1294594" y="1385835"/>
                  </a:lnTo>
                  <a:lnTo>
                    <a:pt x="1294591" y="1385830"/>
                  </a:lnTo>
                  <a:lnTo>
                    <a:pt x="1294589" y="1385823"/>
                  </a:lnTo>
                  <a:lnTo>
                    <a:pt x="1294589" y="1385815"/>
                  </a:lnTo>
                  <a:lnTo>
                    <a:pt x="1294588" y="1385807"/>
                  </a:lnTo>
                  <a:lnTo>
                    <a:pt x="1294587" y="1385802"/>
                  </a:lnTo>
                  <a:lnTo>
                    <a:pt x="1294586" y="1385797"/>
                  </a:lnTo>
                  <a:lnTo>
                    <a:pt x="1294584" y="1385791"/>
                  </a:lnTo>
                  <a:lnTo>
                    <a:pt x="1294583" y="1385784"/>
                  </a:lnTo>
                  <a:lnTo>
                    <a:pt x="1294582" y="1385778"/>
                  </a:lnTo>
                  <a:lnTo>
                    <a:pt x="1294582" y="1385771"/>
                  </a:lnTo>
                  <a:lnTo>
                    <a:pt x="1294580" y="1385764"/>
                  </a:lnTo>
                  <a:lnTo>
                    <a:pt x="1294577" y="1385759"/>
                  </a:lnTo>
                  <a:lnTo>
                    <a:pt x="1294573" y="1385756"/>
                  </a:lnTo>
                  <a:lnTo>
                    <a:pt x="1294569" y="1385753"/>
                  </a:lnTo>
                  <a:lnTo>
                    <a:pt x="1294563" y="1385749"/>
                  </a:lnTo>
                  <a:lnTo>
                    <a:pt x="1294558" y="1385745"/>
                  </a:lnTo>
                  <a:lnTo>
                    <a:pt x="1294555" y="1385742"/>
                  </a:lnTo>
                  <a:lnTo>
                    <a:pt x="1294553" y="1385737"/>
                  </a:lnTo>
                  <a:lnTo>
                    <a:pt x="1294550" y="1385730"/>
                  </a:lnTo>
                  <a:lnTo>
                    <a:pt x="1294548" y="1385721"/>
                  </a:lnTo>
                  <a:lnTo>
                    <a:pt x="1294548" y="1385714"/>
                  </a:lnTo>
                  <a:lnTo>
                    <a:pt x="1294551" y="1385709"/>
                  </a:lnTo>
                  <a:lnTo>
                    <a:pt x="1294556" y="1385705"/>
                  </a:lnTo>
                  <a:lnTo>
                    <a:pt x="1294560" y="1385700"/>
                  </a:lnTo>
                  <a:lnTo>
                    <a:pt x="1294562" y="1385695"/>
                  </a:lnTo>
                  <a:lnTo>
                    <a:pt x="1294564" y="1385688"/>
                  </a:lnTo>
                  <a:lnTo>
                    <a:pt x="1294559" y="1385683"/>
                  </a:lnTo>
                  <a:lnTo>
                    <a:pt x="1294554" y="1385678"/>
                  </a:lnTo>
                  <a:lnTo>
                    <a:pt x="1294549" y="1385673"/>
                  </a:lnTo>
                  <a:lnTo>
                    <a:pt x="1294545" y="1385668"/>
                  </a:lnTo>
                  <a:lnTo>
                    <a:pt x="1294542" y="1385663"/>
                  </a:lnTo>
                  <a:lnTo>
                    <a:pt x="1294540" y="1385657"/>
                  </a:lnTo>
                  <a:lnTo>
                    <a:pt x="1294538" y="1385650"/>
                  </a:lnTo>
                  <a:lnTo>
                    <a:pt x="1294534" y="1385645"/>
                  </a:lnTo>
                  <a:lnTo>
                    <a:pt x="1294530" y="1385638"/>
                  </a:lnTo>
                  <a:lnTo>
                    <a:pt x="1294525" y="1385633"/>
                  </a:lnTo>
                  <a:lnTo>
                    <a:pt x="1294521" y="1385628"/>
                  </a:lnTo>
                  <a:lnTo>
                    <a:pt x="1294517" y="1385623"/>
                  </a:lnTo>
                  <a:lnTo>
                    <a:pt x="1294513" y="1385619"/>
                  </a:lnTo>
                  <a:lnTo>
                    <a:pt x="1294509" y="1385616"/>
                  </a:lnTo>
                  <a:lnTo>
                    <a:pt x="1294505" y="1385612"/>
                  </a:lnTo>
                  <a:lnTo>
                    <a:pt x="1294502" y="1385609"/>
                  </a:lnTo>
                  <a:lnTo>
                    <a:pt x="1294498" y="1385614"/>
                  </a:lnTo>
                  <a:lnTo>
                    <a:pt x="1294494" y="1385619"/>
                  </a:lnTo>
                  <a:lnTo>
                    <a:pt x="1294489" y="1385625"/>
                  </a:lnTo>
                  <a:lnTo>
                    <a:pt x="1294485" y="1385628"/>
                  </a:lnTo>
                  <a:lnTo>
                    <a:pt x="1294481" y="1385630"/>
                  </a:lnTo>
                  <a:lnTo>
                    <a:pt x="1294474" y="1385631"/>
                  </a:lnTo>
                  <a:lnTo>
                    <a:pt x="1294466" y="1385631"/>
                  </a:lnTo>
                  <a:lnTo>
                    <a:pt x="1294458" y="1385631"/>
                  </a:lnTo>
                  <a:lnTo>
                    <a:pt x="1294452" y="1385632"/>
                  </a:lnTo>
                  <a:lnTo>
                    <a:pt x="1294447" y="1385634"/>
                  </a:lnTo>
                  <a:lnTo>
                    <a:pt x="1294442" y="1385635"/>
                  </a:lnTo>
                  <a:lnTo>
                    <a:pt x="1294437" y="1385635"/>
                  </a:lnTo>
                  <a:lnTo>
                    <a:pt x="1294431" y="1385635"/>
                  </a:lnTo>
                  <a:lnTo>
                    <a:pt x="1294427" y="1385635"/>
                  </a:lnTo>
                  <a:lnTo>
                    <a:pt x="1294422" y="1385633"/>
                  </a:lnTo>
                  <a:lnTo>
                    <a:pt x="1294416" y="1385633"/>
                  </a:lnTo>
                  <a:lnTo>
                    <a:pt x="1294411" y="1385634"/>
                  </a:lnTo>
                  <a:lnTo>
                    <a:pt x="1294405" y="1385637"/>
                  </a:lnTo>
                  <a:lnTo>
                    <a:pt x="1294400" y="1385638"/>
                  </a:lnTo>
                  <a:lnTo>
                    <a:pt x="1294392" y="1385639"/>
                  </a:lnTo>
                  <a:lnTo>
                    <a:pt x="1294388" y="1385639"/>
                  </a:lnTo>
                  <a:lnTo>
                    <a:pt x="1294382" y="1385638"/>
                  </a:lnTo>
                  <a:lnTo>
                    <a:pt x="1294378" y="1385637"/>
                  </a:lnTo>
                  <a:lnTo>
                    <a:pt x="1294372" y="1385635"/>
                  </a:lnTo>
                  <a:lnTo>
                    <a:pt x="1294367" y="1385632"/>
                  </a:lnTo>
                  <a:lnTo>
                    <a:pt x="1294363" y="1385629"/>
                  </a:lnTo>
                  <a:lnTo>
                    <a:pt x="1294359" y="1385625"/>
                  </a:lnTo>
                  <a:lnTo>
                    <a:pt x="1294356" y="1385621"/>
                  </a:lnTo>
                  <a:lnTo>
                    <a:pt x="1294353" y="1385618"/>
                  </a:lnTo>
                  <a:lnTo>
                    <a:pt x="1294349" y="1385614"/>
                  </a:lnTo>
                  <a:lnTo>
                    <a:pt x="1294347" y="1385610"/>
                  </a:lnTo>
                  <a:lnTo>
                    <a:pt x="1294345" y="1385606"/>
                  </a:lnTo>
                  <a:lnTo>
                    <a:pt x="1294339" y="1385602"/>
                  </a:lnTo>
                  <a:lnTo>
                    <a:pt x="1294332" y="1385599"/>
                  </a:lnTo>
                  <a:lnTo>
                    <a:pt x="1294326" y="1385597"/>
                  </a:lnTo>
                  <a:lnTo>
                    <a:pt x="1294320" y="1385595"/>
                  </a:lnTo>
                  <a:lnTo>
                    <a:pt x="1294315" y="1385594"/>
                  </a:lnTo>
                  <a:lnTo>
                    <a:pt x="1294311" y="1385593"/>
                  </a:lnTo>
                  <a:lnTo>
                    <a:pt x="1294306" y="1385591"/>
                  </a:lnTo>
                  <a:lnTo>
                    <a:pt x="1294299" y="1385590"/>
                  </a:lnTo>
                  <a:lnTo>
                    <a:pt x="1294292" y="1385588"/>
                  </a:lnTo>
                  <a:lnTo>
                    <a:pt x="1294287" y="1385586"/>
                  </a:lnTo>
                  <a:lnTo>
                    <a:pt x="1294282" y="1385585"/>
                  </a:lnTo>
                  <a:lnTo>
                    <a:pt x="1294278" y="1385583"/>
                  </a:lnTo>
                  <a:lnTo>
                    <a:pt x="1294273" y="1385582"/>
                  </a:lnTo>
                  <a:lnTo>
                    <a:pt x="1294269" y="1385581"/>
                  </a:lnTo>
                  <a:lnTo>
                    <a:pt x="1294263" y="1385580"/>
                  </a:lnTo>
                  <a:lnTo>
                    <a:pt x="1294258" y="1385580"/>
                  </a:lnTo>
                  <a:lnTo>
                    <a:pt x="1294252" y="1385579"/>
                  </a:lnTo>
                  <a:lnTo>
                    <a:pt x="1294248" y="1385578"/>
                  </a:lnTo>
                  <a:lnTo>
                    <a:pt x="1294243" y="1385576"/>
                  </a:lnTo>
                  <a:lnTo>
                    <a:pt x="1294239" y="1385575"/>
                  </a:lnTo>
                  <a:lnTo>
                    <a:pt x="1294233" y="1385574"/>
                  </a:lnTo>
                  <a:lnTo>
                    <a:pt x="1294228" y="1385573"/>
                  </a:lnTo>
                  <a:lnTo>
                    <a:pt x="1294223" y="1385573"/>
                  </a:lnTo>
                  <a:lnTo>
                    <a:pt x="1294218" y="1385573"/>
                  </a:lnTo>
                  <a:lnTo>
                    <a:pt x="1294213" y="1385573"/>
                  </a:lnTo>
                  <a:lnTo>
                    <a:pt x="1294203" y="1385574"/>
                  </a:lnTo>
                  <a:lnTo>
                    <a:pt x="1294198" y="1385574"/>
                  </a:lnTo>
                  <a:lnTo>
                    <a:pt x="1294193" y="1385575"/>
                  </a:lnTo>
                  <a:lnTo>
                    <a:pt x="1294183" y="1385576"/>
                  </a:lnTo>
                  <a:lnTo>
                    <a:pt x="1294177" y="1385577"/>
                  </a:lnTo>
                  <a:lnTo>
                    <a:pt x="1294172" y="1385578"/>
                  </a:lnTo>
                  <a:lnTo>
                    <a:pt x="1294167" y="1385579"/>
                  </a:lnTo>
                  <a:lnTo>
                    <a:pt x="1294161" y="1385579"/>
                  </a:lnTo>
                  <a:lnTo>
                    <a:pt x="1294157" y="1385578"/>
                  </a:lnTo>
                  <a:lnTo>
                    <a:pt x="1294152" y="1385574"/>
                  </a:lnTo>
                  <a:lnTo>
                    <a:pt x="1294149" y="1385568"/>
                  </a:lnTo>
                  <a:lnTo>
                    <a:pt x="1294147" y="1385563"/>
                  </a:lnTo>
                  <a:lnTo>
                    <a:pt x="1294145" y="1385559"/>
                  </a:lnTo>
                  <a:lnTo>
                    <a:pt x="1294142" y="1385554"/>
                  </a:lnTo>
                  <a:lnTo>
                    <a:pt x="1294138" y="1385549"/>
                  </a:lnTo>
                  <a:lnTo>
                    <a:pt x="1294136" y="1385545"/>
                  </a:lnTo>
                  <a:lnTo>
                    <a:pt x="1294133" y="1385542"/>
                  </a:lnTo>
                  <a:lnTo>
                    <a:pt x="1294130" y="1385538"/>
                  </a:lnTo>
                  <a:lnTo>
                    <a:pt x="1294127" y="1385534"/>
                  </a:lnTo>
                  <a:lnTo>
                    <a:pt x="1294123" y="1385529"/>
                  </a:lnTo>
                  <a:lnTo>
                    <a:pt x="1294119" y="1385524"/>
                  </a:lnTo>
                  <a:lnTo>
                    <a:pt x="1294114" y="1385518"/>
                  </a:lnTo>
                  <a:lnTo>
                    <a:pt x="1294109" y="1385512"/>
                  </a:lnTo>
                  <a:lnTo>
                    <a:pt x="1294106" y="1385508"/>
                  </a:lnTo>
                  <a:lnTo>
                    <a:pt x="1294103" y="1385504"/>
                  </a:lnTo>
                  <a:lnTo>
                    <a:pt x="1294099" y="1385500"/>
                  </a:lnTo>
                  <a:lnTo>
                    <a:pt x="1294094" y="1385496"/>
                  </a:lnTo>
                  <a:lnTo>
                    <a:pt x="1294091" y="1385492"/>
                  </a:lnTo>
                  <a:lnTo>
                    <a:pt x="1294088" y="1385487"/>
                  </a:lnTo>
                  <a:lnTo>
                    <a:pt x="1294084" y="1385480"/>
                  </a:lnTo>
                  <a:lnTo>
                    <a:pt x="1294083" y="1385475"/>
                  </a:lnTo>
                  <a:lnTo>
                    <a:pt x="1294082" y="1385471"/>
                  </a:lnTo>
                  <a:lnTo>
                    <a:pt x="1294084" y="1385464"/>
                  </a:lnTo>
                  <a:lnTo>
                    <a:pt x="1294086" y="1385457"/>
                  </a:lnTo>
                  <a:lnTo>
                    <a:pt x="1294087" y="1385450"/>
                  </a:lnTo>
                  <a:lnTo>
                    <a:pt x="1294083" y="1385444"/>
                  </a:lnTo>
                  <a:lnTo>
                    <a:pt x="1294078" y="1385438"/>
                  </a:lnTo>
                  <a:lnTo>
                    <a:pt x="1294075" y="1385434"/>
                  </a:lnTo>
                  <a:lnTo>
                    <a:pt x="1294073" y="1385429"/>
                  </a:lnTo>
                  <a:lnTo>
                    <a:pt x="1294070" y="1385424"/>
                  </a:lnTo>
                  <a:lnTo>
                    <a:pt x="1294068" y="1385418"/>
                  </a:lnTo>
                  <a:lnTo>
                    <a:pt x="1294066" y="1385413"/>
                  </a:lnTo>
                  <a:lnTo>
                    <a:pt x="1294064" y="1385408"/>
                  </a:lnTo>
                  <a:lnTo>
                    <a:pt x="1294061" y="1385400"/>
                  </a:lnTo>
                  <a:lnTo>
                    <a:pt x="1294057" y="1385392"/>
                  </a:lnTo>
                  <a:lnTo>
                    <a:pt x="1294052" y="1385385"/>
                  </a:lnTo>
                  <a:lnTo>
                    <a:pt x="1294048" y="1385381"/>
                  </a:lnTo>
                  <a:lnTo>
                    <a:pt x="1294045" y="1385377"/>
                  </a:lnTo>
                  <a:lnTo>
                    <a:pt x="1294041" y="1385373"/>
                  </a:lnTo>
                  <a:lnTo>
                    <a:pt x="1294036" y="1385368"/>
                  </a:lnTo>
                  <a:lnTo>
                    <a:pt x="1294033" y="1385364"/>
                  </a:lnTo>
                  <a:lnTo>
                    <a:pt x="1294028" y="1385360"/>
                  </a:lnTo>
                  <a:lnTo>
                    <a:pt x="1294022" y="1385356"/>
                  </a:lnTo>
                  <a:lnTo>
                    <a:pt x="1294017" y="1385353"/>
                  </a:lnTo>
                  <a:lnTo>
                    <a:pt x="1294013" y="1385348"/>
                  </a:lnTo>
                  <a:lnTo>
                    <a:pt x="1294010" y="1385344"/>
                  </a:lnTo>
                  <a:lnTo>
                    <a:pt x="1294007" y="1385339"/>
                  </a:lnTo>
                  <a:lnTo>
                    <a:pt x="1294005" y="1385334"/>
                  </a:lnTo>
                  <a:lnTo>
                    <a:pt x="1294002" y="1385328"/>
                  </a:lnTo>
                  <a:lnTo>
                    <a:pt x="1294000" y="1385321"/>
                  </a:lnTo>
                  <a:lnTo>
                    <a:pt x="1293998" y="1385316"/>
                  </a:lnTo>
                  <a:lnTo>
                    <a:pt x="1293995" y="1385308"/>
                  </a:lnTo>
                  <a:lnTo>
                    <a:pt x="1293991" y="1385300"/>
                  </a:lnTo>
                  <a:lnTo>
                    <a:pt x="1293986" y="1385295"/>
                  </a:lnTo>
                  <a:lnTo>
                    <a:pt x="1293980" y="1385291"/>
                  </a:lnTo>
                  <a:lnTo>
                    <a:pt x="1293975" y="1385286"/>
                  </a:lnTo>
                  <a:lnTo>
                    <a:pt x="1293970" y="1385281"/>
                  </a:lnTo>
                  <a:lnTo>
                    <a:pt x="1293965" y="1385277"/>
                  </a:lnTo>
                  <a:lnTo>
                    <a:pt x="1293960" y="1385274"/>
                  </a:lnTo>
                  <a:lnTo>
                    <a:pt x="1293955" y="1385271"/>
                  </a:lnTo>
                  <a:lnTo>
                    <a:pt x="1293949" y="1385268"/>
                  </a:lnTo>
                  <a:lnTo>
                    <a:pt x="1293944" y="1385266"/>
                  </a:lnTo>
                  <a:lnTo>
                    <a:pt x="1293938" y="1385263"/>
                  </a:lnTo>
                  <a:lnTo>
                    <a:pt x="1293933" y="1385261"/>
                  </a:lnTo>
                  <a:lnTo>
                    <a:pt x="1293928" y="1385258"/>
                  </a:lnTo>
                  <a:lnTo>
                    <a:pt x="1293923" y="1385255"/>
                  </a:lnTo>
                  <a:lnTo>
                    <a:pt x="1293920" y="1385253"/>
                  </a:lnTo>
                  <a:lnTo>
                    <a:pt x="1293915" y="1385251"/>
                  </a:lnTo>
                  <a:lnTo>
                    <a:pt x="1293911" y="1385254"/>
                  </a:lnTo>
                  <a:lnTo>
                    <a:pt x="1293908" y="1385257"/>
                  </a:lnTo>
                  <a:lnTo>
                    <a:pt x="1293903" y="1385260"/>
                  </a:lnTo>
                  <a:lnTo>
                    <a:pt x="1293899" y="1385265"/>
                  </a:lnTo>
                  <a:lnTo>
                    <a:pt x="1293895" y="1385269"/>
                  </a:lnTo>
                  <a:lnTo>
                    <a:pt x="1293890" y="1385274"/>
                  </a:lnTo>
                  <a:lnTo>
                    <a:pt x="1293888" y="1385278"/>
                  </a:lnTo>
                  <a:lnTo>
                    <a:pt x="1293884" y="1385283"/>
                  </a:lnTo>
                  <a:lnTo>
                    <a:pt x="1293879" y="1385288"/>
                  </a:lnTo>
                  <a:lnTo>
                    <a:pt x="1293873" y="1385293"/>
                  </a:lnTo>
                  <a:lnTo>
                    <a:pt x="1293867" y="1385297"/>
                  </a:lnTo>
                  <a:lnTo>
                    <a:pt x="1293860" y="1385302"/>
                  </a:lnTo>
                  <a:lnTo>
                    <a:pt x="1293855" y="1385306"/>
                  </a:lnTo>
                  <a:lnTo>
                    <a:pt x="1293851" y="1385309"/>
                  </a:lnTo>
                  <a:lnTo>
                    <a:pt x="1293845" y="1385313"/>
                  </a:lnTo>
                  <a:lnTo>
                    <a:pt x="1293839" y="1385317"/>
                  </a:lnTo>
                  <a:lnTo>
                    <a:pt x="1293835" y="1385320"/>
                  </a:lnTo>
                  <a:lnTo>
                    <a:pt x="1293831" y="1385322"/>
                  </a:lnTo>
                  <a:lnTo>
                    <a:pt x="1293825" y="1385325"/>
                  </a:lnTo>
                  <a:lnTo>
                    <a:pt x="1293818" y="1385326"/>
                  </a:lnTo>
                  <a:lnTo>
                    <a:pt x="1293811" y="1385324"/>
                  </a:lnTo>
                  <a:lnTo>
                    <a:pt x="1293804" y="1385321"/>
                  </a:lnTo>
                  <a:lnTo>
                    <a:pt x="1293799" y="1385318"/>
                  </a:lnTo>
                  <a:lnTo>
                    <a:pt x="1293793" y="1385316"/>
                  </a:lnTo>
                  <a:lnTo>
                    <a:pt x="1293787" y="1385314"/>
                  </a:lnTo>
                  <a:lnTo>
                    <a:pt x="1293781" y="1385313"/>
                  </a:lnTo>
                  <a:lnTo>
                    <a:pt x="1293777" y="1385313"/>
                  </a:lnTo>
                  <a:lnTo>
                    <a:pt x="1293773" y="1385314"/>
                  </a:lnTo>
                  <a:lnTo>
                    <a:pt x="1293768" y="1385315"/>
                  </a:lnTo>
                  <a:lnTo>
                    <a:pt x="1293762" y="1385315"/>
                  </a:lnTo>
                  <a:lnTo>
                    <a:pt x="1293756" y="1385313"/>
                  </a:lnTo>
                  <a:lnTo>
                    <a:pt x="1293749" y="1385310"/>
                  </a:lnTo>
                  <a:lnTo>
                    <a:pt x="1293744" y="1385307"/>
                  </a:lnTo>
                  <a:lnTo>
                    <a:pt x="1293740" y="1385305"/>
                  </a:lnTo>
                  <a:lnTo>
                    <a:pt x="1293735" y="1385303"/>
                  </a:lnTo>
                  <a:lnTo>
                    <a:pt x="1293730" y="1385300"/>
                  </a:lnTo>
                  <a:lnTo>
                    <a:pt x="1293725" y="1385299"/>
                  </a:lnTo>
                  <a:lnTo>
                    <a:pt x="1293718" y="1385296"/>
                  </a:lnTo>
                  <a:lnTo>
                    <a:pt x="1293714" y="1385293"/>
                  </a:lnTo>
                  <a:lnTo>
                    <a:pt x="1293709" y="1385290"/>
                  </a:lnTo>
                  <a:lnTo>
                    <a:pt x="1293703" y="1385285"/>
                  </a:lnTo>
                  <a:lnTo>
                    <a:pt x="1293698" y="1385283"/>
                  </a:lnTo>
                  <a:lnTo>
                    <a:pt x="1293691" y="1385280"/>
                  </a:lnTo>
                  <a:lnTo>
                    <a:pt x="1293684" y="1385278"/>
                  </a:lnTo>
                  <a:lnTo>
                    <a:pt x="1293678" y="1385277"/>
                  </a:lnTo>
                  <a:lnTo>
                    <a:pt x="1293668" y="1385277"/>
                  </a:lnTo>
                  <a:lnTo>
                    <a:pt x="1293663" y="1385275"/>
                  </a:lnTo>
                  <a:lnTo>
                    <a:pt x="1293659" y="1385274"/>
                  </a:lnTo>
                  <a:lnTo>
                    <a:pt x="1293654" y="1385272"/>
                  </a:lnTo>
                  <a:lnTo>
                    <a:pt x="1293648" y="1385268"/>
                  </a:lnTo>
                  <a:lnTo>
                    <a:pt x="1293643" y="1385264"/>
                  </a:lnTo>
                  <a:lnTo>
                    <a:pt x="1293639" y="1385259"/>
                  </a:lnTo>
                  <a:lnTo>
                    <a:pt x="1293637" y="1385256"/>
                  </a:lnTo>
                  <a:lnTo>
                    <a:pt x="1293633" y="1385252"/>
                  </a:lnTo>
                  <a:lnTo>
                    <a:pt x="1293630" y="1385249"/>
                  </a:lnTo>
                  <a:lnTo>
                    <a:pt x="1293627" y="1385245"/>
                  </a:lnTo>
                  <a:lnTo>
                    <a:pt x="1293624" y="1385242"/>
                  </a:lnTo>
                  <a:lnTo>
                    <a:pt x="1293619" y="1385238"/>
                  </a:lnTo>
                  <a:lnTo>
                    <a:pt x="1293613" y="1385231"/>
                  </a:lnTo>
                  <a:lnTo>
                    <a:pt x="1293610" y="1385227"/>
                  </a:lnTo>
                  <a:lnTo>
                    <a:pt x="1293607" y="1385223"/>
                  </a:lnTo>
                  <a:lnTo>
                    <a:pt x="1293603" y="1385219"/>
                  </a:lnTo>
                  <a:lnTo>
                    <a:pt x="1293599" y="1385214"/>
                  </a:lnTo>
                  <a:lnTo>
                    <a:pt x="1293595" y="1385210"/>
                  </a:lnTo>
                  <a:lnTo>
                    <a:pt x="1293590" y="1385205"/>
                  </a:lnTo>
                  <a:lnTo>
                    <a:pt x="1293587" y="1385202"/>
                  </a:lnTo>
                  <a:lnTo>
                    <a:pt x="1293583" y="1385200"/>
                  </a:lnTo>
                  <a:lnTo>
                    <a:pt x="1293578" y="1385197"/>
                  </a:lnTo>
                  <a:lnTo>
                    <a:pt x="1293571" y="1385195"/>
                  </a:lnTo>
                  <a:lnTo>
                    <a:pt x="1293565" y="1385190"/>
                  </a:lnTo>
                  <a:lnTo>
                    <a:pt x="1293561" y="1385186"/>
                  </a:lnTo>
                  <a:lnTo>
                    <a:pt x="1293558" y="1385181"/>
                  </a:lnTo>
                  <a:lnTo>
                    <a:pt x="1293556" y="1385176"/>
                  </a:lnTo>
                  <a:lnTo>
                    <a:pt x="1293554" y="1385169"/>
                  </a:lnTo>
                  <a:lnTo>
                    <a:pt x="1293553" y="1385161"/>
                  </a:lnTo>
                  <a:lnTo>
                    <a:pt x="1293603" y="1385043"/>
                  </a:lnTo>
                  <a:lnTo>
                    <a:pt x="1293603" y="1385036"/>
                  </a:lnTo>
                  <a:lnTo>
                    <a:pt x="1293603" y="1385031"/>
                  </a:lnTo>
                  <a:lnTo>
                    <a:pt x="1293603" y="1385024"/>
                  </a:lnTo>
                  <a:lnTo>
                    <a:pt x="1293602" y="1385016"/>
                  </a:lnTo>
                  <a:lnTo>
                    <a:pt x="1293600" y="1385007"/>
                  </a:lnTo>
                  <a:lnTo>
                    <a:pt x="1293598" y="1385003"/>
                  </a:lnTo>
                  <a:lnTo>
                    <a:pt x="1293596" y="1384995"/>
                  </a:lnTo>
                  <a:lnTo>
                    <a:pt x="1293594" y="1384988"/>
                  </a:lnTo>
                  <a:lnTo>
                    <a:pt x="1293593" y="1384982"/>
                  </a:lnTo>
                  <a:lnTo>
                    <a:pt x="1293591" y="1384976"/>
                  </a:lnTo>
                  <a:lnTo>
                    <a:pt x="1293589" y="1384968"/>
                  </a:lnTo>
                  <a:lnTo>
                    <a:pt x="1293586" y="1384961"/>
                  </a:lnTo>
                  <a:lnTo>
                    <a:pt x="1293584" y="1384956"/>
                  </a:lnTo>
                  <a:lnTo>
                    <a:pt x="1293578" y="1384959"/>
                  </a:lnTo>
                  <a:lnTo>
                    <a:pt x="1293574" y="1384963"/>
                  </a:lnTo>
                  <a:lnTo>
                    <a:pt x="1293571" y="1384967"/>
                  </a:lnTo>
                  <a:lnTo>
                    <a:pt x="1293567" y="1384973"/>
                  </a:lnTo>
                  <a:lnTo>
                    <a:pt x="1293562" y="1384978"/>
                  </a:lnTo>
                  <a:lnTo>
                    <a:pt x="1293555" y="1384982"/>
                  </a:lnTo>
                  <a:lnTo>
                    <a:pt x="1293550" y="1384985"/>
                  </a:lnTo>
                  <a:lnTo>
                    <a:pt x="1293544" y="1384988"/>
                  </a:lnTo>
                  <a:lnTo>
                    <a:pt x="1293539" y="1384990"/>
                  </a:lnTo>
                  <a:lnTo>
                    <a:pt x="1293535" y="1384991"/>
                  </a:lnTo>
                  <a:lnTo>
                    <a:pt x="1293530" y="1384992"/>
                  </a:lnTo>
                  <a:lnTo>
                    <a:pt x="1293520" y="1384993"/>
                  </a:lnTo>
                  <a:lnTo>
                    <a:pt x="1293514" y="1384993"/>
                  </a:lnTo>
                  <a:lnTo>
                    <a:pt x="1293508" y="1384993"/>
                  </a:lnTo>
                  <a:lnTo>
                    <a:pt x="1293500" y="1384993"/>
                  </a:lnTo>
                  <a:lnTo>
                    <a:pt x="1293494" y="1384993"/>
                  </a:lnTo>
                  <a:lnTo>
                    <a:pt x="1293489" y="1384994"/>
                  </a:lnTo>
                  <a:lnTo>
                    <a:pt x="1293483" y="1384994"/>
                  </a:lnTo>
                  <a:lnTo>
                    <a:pt x="1293478" y="1384995"/>
                  </a:lnTo>
                  <a:lnTo>
                    <a:pt x="1293473" y="1384995"/>
                  </a:lnTo>
                  <a:lnTo>
                    <a:pt x="1293469" y="1384996"/>
                  </a:lnTo>
                  <a:lnTo>
                    <a:pt x="1293463" y="1384997"/>
                  </a:lnTo>
                  <a:lnTo>
                    <a:pt x="1293456" y="1384998"/>
                  </a:lnTo>
                  <a:lnTo>
                    <a:pt x="1293450" y="1385000"/>
                  </a:lnTo>
                  <a:lnTo>
                    <a:pt x="1293445" y="1385001"/>
                  </a:lnTo>
                  <a:lnTo>
                    <a:pt x="1293439" y="1385001"/>
                  </a:lnTo>
                  <a:lnTo>
                    <a:pt x="1293435" y="1385001"/>
                  </a:lnTo>
                  <a:lnTo>
                    <a:pt x="1293431" y="1385000"/>
                  </a:lnTo>
                  <a:lnTo>
                    <a:pt x="1293427" y="1384997"/>
                  </a:lnTo>
                  <a:lnTo>
                    <a:pt x="1293424" y="1384991"/>
                  </a:lnTo>
                  <a:lnTo>
                    <a:pt x="1293422" y="1384986"/>
                  </a:lnTo>
                  <a:lnTo>
                    <a:pt x="1293421" y="1384980"/>
                  </a:lnTo>
                  <a:lnTo>
                    <a:pt x="1293420" y="1384974"/>
                  </a:lnTo>
                  <a:lnTo>
                    <a:pt x="1293420" y="1384966"/>
                  </a:lnTo>
                  <a:lnTo>
                    <a:pt x="1293418" y="1384960"/>
                  </a:lnTo>
                  <a:lnTo>
                    <a:pt x="1293415" y="1384953"/>
                  </a:lnTo>
                  <a:lnTo>
                    <a:pt x="1293412" y="1384948"/>
                  </a:lnTo>
                  <a:lnTo>
                    <a:pt x="1293408" y="1384943"/>
                  </a:lnTo>
                  <a:lnTo>
                    <a:pt x="1293404" y="1384938"/>
                  </a:lnTo>
                  <a:lnTo>
                    <a:pt x="1293400" y="1384935"/>
                  </a:lnTo>
                  <a:lnTo>
                    <a:pt x="1293394" y="1384931"/>
                  </a:lnTo>
                  <a:lnTo>
                    <a:pt x="1293388" y="1384928"/>
                  </a:lnTo>
                  <a:lnTo>
                    <a:pt x="1293383" y="1384926"/>
                  </a:lnTo>
                  <a:lnTo>
                    <a:pt x="1293378" y="1384924"/>
                  </a:lnTo>
                  <a:lnTo>
                    <a:pt x="1293374" y="1384923"/>
                  </a:lnTo>
                  <a:lnTo>
                    <a:pt x="1293368" y="1384920"/>
                  </a:lnTo>
                  <a:lnTo>
                    <a:pt x="1293363" y="1384918"/>
                  </a:lnTo>
                  <a:lnTo>
                    <a:pt x="1293356" y="1384915"/>
                  </a:lnTo>
                  <a:lnTo>
                    <a:pt x="1293349" y="1384913"/>
                  </a:lnTo>
                  <a:lnTo>
                    <a:pt x="1293341" y="1384911"/>
                  </a:lnTo>
                  <a:lnTo>
                    <a:pt x="1293334" y="1384909"/>
                  </a:lnTo>
                  <a:lnTo>
                    <a:pt x="1293329" y="1384905"/>
                  </a:lnTo>
                  <a:lnTo>
                    <a:pt x="1293324" y="1384901"/>
                  </a:lnTo>
                  <a:lnTo>
                    <a:pt x="1293319" y="1384899"/>
                  </a:lnTo>
                  <a:lnTo>
                    <a:pt x="1293314" y="1384899"/>
                  </a:lnTo>
                  <a:lnTo>
                    <a:pt x="1293309" y="1384900"/>
                  </a:lnTo>
                  <a:lnTo>
                    <a:pt x="1293303" y="1384901"/>
                  </a:lnTo>
                  <a:lnTo>
                    <a:pt x="1293295" y="1384901"/>
                  </a:lnTo>
                  <a:lnTo>
                    <a:pt x="1293289" y="1384901"/>
                  </a:lnTo>
                  <a:lnTo>
                    <a:pt x="1293283" y="1384900"/>
                  </a:lnTo>
                  <a:lnTo>
                    <a:pt x="1293274" y="1384899"/>
                  </a:lnTo>
                  <a:lnTo>
                    <a:pt x="1293268" y="1384897"/>
                  </a:lnTo>
                  <a:lnTo>
                    <a:pt x="1293262" y="1384894"/>
                  </a:lnTo>
                  <a:lnTo>
                    <a:pt x="1293255" y="1384894"/>
                  </a:lnTo>
                  <a:lnTo>
                    <a:pt x="1293247" y="1384897"/>
                  </a:lnTo>
                  <a:lnTo>
                    <a:pt x="1293241" y="1384900"/>
                  </a:lnTo>
                  <a:lnTo>
                    <a:pt x="1293236" y="1384903"/>
                  </a:lnTo>
                  <a:lnTo>
                    <a:pt x="1293230" y="1384905"/>
                  </a:lnTo>
                  <a:lnTo>
                    <a:pt x="1293224" y="1384906"/>
                  </a:lnTo>
                  <a:lnTo>
                    <a:pt x="1293219" y="1384907"/>
                  </a:lnTo>
                  <a:lnTo>
                    <a:pt x="1293214" y="1384908"/>
                  </a:lnTo>
                  <a:lnTo>
                    <a:pt x="1293209" y="1384910"/>
                  </a:lnTo>
                  <a:lnTo>
                    <a:pt x="1293204" y="1384912"/>
                  </a:lnTo>
                  <a:lnTo>
                    <a:pt x="1293199" y="1384914"/>
                  </a:lnTo>
                  <a:lnTo>
                    <a:pt x="1293195" y="1384915"/>
                  </a:lnTo>
                  <a:lnTo>
                    <a:pt x="1293190" y="1384916"/>
                  </a:lnTo>
                  <a:lnTo>
                    <a:pt x="1293184" y="1384918"/>
                  </a:lnTo>
                  <a:lnTo>
                    <a:pt x="1293176" y="1384920"/>
                  </a:lnTo>
                  <a:lnTo>
                    <a:pt x="1293169" y="1384923"/>
                  </a:lnTo>
                  <a:lnTo>
                    <a:pt x="1293164" y="1384927"/>
                  </a:lnTo>
                  <a:lnTo>
                    <a:pt x="1293160" y="1384929"/>
                  </a:lnTo>
                  <a:lnTo>
                    <a:pt x="1293156" y="1384931"/>
                  </a:lnTo>
                  <a:lnTo>
                    <a:pt x="1293150" y="1384935"/>
                  </a:lnTo>
                  <a:lnTo>
                    <a:pt x="1293144" y="1384939"/>
                  </a:lnTo>
                  <a:lnTo>
                    <a:pt x="1293141" y="1384942"/>
                  </a:lnTo>
                  <a:lnTo>
                    <a:pt x="1293137" y="1384945"/>
                  </a:lnTo>
                  <a:lnTo>
                    <a:pt x="1293133" y="1384948"/>
                  </a:lnTo>
                  <a:lnTo>
                    <a:pt x="1293130" y="1384951"/>
                  </a:lnTo>
                  <a:lnTo>
                    <a:pt x="1293126" y="1384954"/>
                  </a:lnTo>
                  <a:lnTo>
                    <a:pt x="1293122" y="1384957"/>
                  </a:lnTo>
                  <a:lnTo>
                    <a:pt x="1293117" y="1384959"/>
                  </a:lnTo>
                  <a:lnTo>
                    <a:pt x="1293113" y="1384959"/>
                  </a:lnTo>
                  <a:lnTo>
                    <a:pt x="1293109" y="1384957"/>
                  </a:lnTo>
                  <a:lnTo>
                    <a:pt x="1293105" y="1384954"/>
                  </a:lnTo>
                  <a:lnTo>
                    <a:pt x="1293100" y="1384951"/>
                  </a:lnTo>
                  <a:lnTo>
                    <a:pt x="1293095" y="1384948"/>
                  </a:lnTo>
                  <a:lnTo>
                    <a:pt x="1293090" y="1384944"/>
                  </a:lnTo>
                  <a:lnTo>
                    <a:pt x="1293086" y="1384941"/>
                  </a:lnTo>
                  <a:lnTo>
                    <a:pt x="1293080" y="1384936"/>
                  </a:lnTo>
                  <a:lnTo>
                    <a:pt x="1293073" y="1384931"/>
                  </a:lnTo>
                  <a:lnTo>
                    <a:pt x="1293068" y="1384931"/>
                  </a:lnTo>
                  <a:lnTo>
                    <a:pt x="1293063" y="1384931"/>
                  </a:lnTo>
                  <a:lnTo>
                    <a:pt x="1293057" y="1384931"/>
                  </a:lnTo>
                  <a:lnTo>
                    <a:pt x="1293051" y="1384931"/>
                  </a:lnTo>
                  <a:lnTo>
                    <a:pt x="1293046" y="1384931"/>
                  </a:lnTo>
                  <a:lnTo>
                    <a:pt x="1293042" y="1384931"/>
                  </a:lnTo>
                  <a:lnTo>
                    <a:pt x="1293036" y="1384932"/>
                  </a:lnTo>
                  <a:lnTo>
                    <a:pt x="1293030" y="1384933"/>
                  </a:lnTo>
                  <a:lnTo>
                    <a:pt x="1293024" y="1384934"/>
                  </a:lnTo>
                  <a:lnTo>
                    <a:pt x="1293019" y="1384933"/>
                  </a:lnTo>
                  <a:lnTo>
                    <a:pt x="1293014" y="1384930"/>
                  </a:lnTo>
                  <a:lnTo>
                    <a:pt x="1293010" y="1384926"/>
                  </a:lnTo>
                  <a:lnTo>
                    <a:pt x="1293008" y="1384923"/>
                  </a:lnTo>
                  <a:lnTo>
                    <a:pt x="1293004" y="1384920"/>
                  </a:lnTo>
                  <a:lnTo>
                    <a:pt x="1292999" y="1384914"/>
                  </a:lnTo>
                  <a:lnTo>
                    <a:pt x="1292995" y="1384909"/>
                  </a:lnTo>
                  <a:lnTo>
                    <a:pt x="1292992" y="1384907"/>
                  </a:lnTo>
                  <a:lnTo>
                    <a:pt x="1292988" y="1384904"/>
                  </a:lnTo>
                  <a:lnTo>
                    <a:pt x="1292983" y="1384903"/>
                  </a:lnTo>
                  <a:lnTo>
                    <a:pt x="1292979" y="1384903"/>
                  </a:lnTo>
                  <a:lnTo>
                    <a:pt x="1292974" y="1384903"/>
                  </a:lnTo>
                  <a:lnTo>
                    <a:pt x="1292966" y="1384903"/>
                  </a:lnTo>
                  <a:lnTo>
                    <a:pt x="1292961" y="1384901"/>
                  </a:lnTo>
                  <a:lnTo>
                    <a:pt x="1292956" y="1384900"/>
                  </a:lnTo>
                  <a:lnTo>
                    <a:pt x="1292952" y="1384899"/>
                  </a:lnTo>
                  <a:lnTo>
                    <a:pt x="1292947" y="1384897"/>
                  </a:lnTo>
                  <a:lnTo>
                    <a:pt x="1292943" y="1384895"/>
                  </a:lnTo>
                  <a:lnTo>
                    <a:pt x="1292937" y="1384893"/>
                  </a:lnTo>
                  <a:lnTo>
                    <a:pt x="1292931" y="1384890"/>
                  </a:lnTo>
                  <a:lnTo>
                    <a:pt x="1292927" y="1384887"/>
                  </a:lnTo>
                  <a:lnTo>
                    <a:pt x="1292923" y="1384884"/>
                  </a:lnTo>
                  <a:lnTo>
                    <a:pt x="1292919" y="1384882"/>
                  </a:lnTo>
                  <a:lnTo>
                    <a:pt x="1292914" y="1384880"/>
                  </a:lnTo>
                  <a:lnTo>
                    <a:pt x="1292908" y="1384879"/>
                  </a:lnTo>
                  <a:lnTo>
                    <a:pt x="1292904" y="1384880"/>
                  </a:lnTo>
                  <a:lnTo>
                    <a:pt x="1292899" y="1384881"/>
                  </a:lnTo>
                  <a:lnTo>
                    <a:pt x="1292894" y="1384883"/>
                  </a:lnTo>
                  <a:lnTo>
                    <a:pt x="1292890" y="1384884"/>
                  </a:lnTo>
                  <a:lnTo>
                    <a:pt x="1292886" y="1384886"/>
                  </a:lnTo>
                  <a:lnTo>
                    <a:pt x="1292881" y="1384889"/>
                  </a:lnTo>
                  <a:lnTo>
                    <a:pt x="1292875" y="1384892"/>
                  </a:lnTo>
                  <a:lnTo>
                    <a:pt x="1292871" y="1384895"/>
                  </a:lnTo>
                  <a:lnTo>
                    <a:pt x="1292867" y="1384898"/>
                  </a:lnTo>
                  <a:lnTo>
                    <a:pt x="1292863" y="1384902"/>
                  </a:lnTo>
                  <a:lnTo>
                    <a:pt x="1292859" y="1384906"/>
                  </a:lnTo>
                  <a:lnTo>
                    <a:pt x="1292855" y="1384909"/>
                  </a:lnTo>
                  <a:lnTo>
                    <a:pt x="1292851" y="1384912"/>
                  </a:lnTo>
                  <a:lnTo>
                    <a:pt x="1292846" y="1384914"/>
                  </a:lnTo>
                  <a:lnTo>
                    <a:pt x="1292841" y="1384916"/>
                  </a:lnTo>
                  <a:lnTo>
                    <a:pt x="1292836" y="1384917"/>
                  </a:lnTo>
                  <a:lnTo>
                    <a:pt x="1292831" y="1384920"/>
                  </a:lnTo>
                  <a:lnTo>
                    <a:pt x="1292826" y="1384923"/>
                  </a:lnTo>
                  <a:lnTo>
                    <a:pt x="1292822" y="1384926"/>
                  </a:lnTo>
                  <a:lnTo>
                    <a:pt x="1292817" y="1384929"/>
                  </a:lnTo>
                  <a:lnTo>
                    <a:pt x="1292811" y="1384933"/>
                  </a:lnTo>
                  <a:lnTo>
                    <a:pt x="1292806" y="1384936"/>
                  </a:lnTo>
                  <a:lnTo>
                    <a:pt x="1292801" y="1384941"/>
                  </a:lnTo>
                  <a:lnTo>
                    <a:pt x="1292796" y="1384945"/>
                  </a:lnTo>
                  <a:lnTo>
                    <a:pt x="1292792" y="1384949"/>
                  </a:lnTo>
                  <a:lnTo>
                    <a:pt x="1292787" y="1384952"/>
                  </a:lnTo>
                  <a:lnTo>
                    <a:pt x="1292782" y="1384954"/>
                  </a:lnTo>
                  <a:lnTo>
                    <a:pt x="1292776" y="1384957"/>
                  </a:lnTo>
                  <a:lnTo>
                    <a:pt x="1292771" y="1384959"/>
                  </a:lnTo>
                  <a:lnTo>
                    <a:pt x="1292767" y="1384961"/>
                  </a:lnTo>
                  <a:lnTo>
                    <a:pt x="1292763" y="1384963"/>
                  </a:lnTo>
                  <a:lnTo>
                    <a:pt x="1292758" y="1384964"/>
                  </a:lnTo>
                  <a:lnTo>
                    <a:pt x="1292754" y="1384965"/>
                  </a:lnTo>
                  <a:lnTo>
                    <a:pt x="1292749" y="1384967"/>
                  </a:lnTo>
                  <a:lnTo>
                    <a:pt x="1292745" y="1384967"/>
                  </a:lnTo>
                  <a:lnTo>
                    <a:pt x="1292740" y="1384968"/>
                  </a:lnTo>
                  <a:lnTo>
                    <a:pt x="1292735" y="1384969"/>
                  </a:lnTo>
                  <a:lnTo>
                    <a:pt x="1292727" y="1384969"/>
                  </a:lnTo>
                  <a:lnTo>
                    <a:pt x="1292720" y="1384970"/>
                  </a:lnTo>
                  <a:lnTo>
                    <a:pt x="1292713" y="1384971"/>
                  </a:lnTo>
                  <a:lnTo>
                    <a:pt x="1292707" y="1384973"/>
                  </a:lnTo>
                  <a:lnTo>
                    <a:pt x="1292701" y="1384974"/>
                  </a:lnTo>
                  <a:lnTo>
                    <a:pt x="1292696" y="1384977"/>
                  </a:lnTo>
                  <a:lnTo>
                    <a:pt x="1292691" y="1384979"/>
                  </a:lnTo>
                  <a:lnTo>
                    <a:pt x="1292684" y="1384982"/>
                  </a:lnTo>
                  <a:lnTo>
                    <a:pt x="1292679" y="1384984"/>
                  </a:lnTo>
                  <a:lnTo>
                    <a:pt x="1292673" y="1384987"/>
                  </a:lnTo>
                  <a:lnTo>
                    <a:pt x="1292669" y="1384987"/>
                  </a:lnTo>
                  <a:lnTo>
                    <a:pt x="1292665" y="1384981"/>
                  </a:lnTo>
                  <a:lnTo>
                    <a:pt x="1292664" y="1384976"/>
                  </a:lnTo>
                  <a:lnTo>
                    <a:pt x="1292662" y="1384971"/>
                  </a:lnTo>
                  <a:lnTo>
                    <a:pt x="1292658" y="1384964"/>
                  </a:lnTo>
                  <a:lnTo>
                    <a:pt x="1292655" y="1384959"/>
                  </a:lnTo>
                  <a:lnTo>
                    <a:pt x="1292652" y="1384954"/>
                  </a:lnTo>
                  <a:lnTo>
                    <a:pt x="1292648" y="1384948"/>
                  </a:lnTo>
                  <a:lnTo>
                    <a:pt x="1292645" y="1384941"/>
                  </a:lnTo>
                  <a:lnTo>
                    <a:pt x="1292643" y="1384935"/>
                  </a:lnTo>
                  <a:lnTo>
                    <a:pt x="1292640" y="1384928"/>
                  </a:lnTo>
                  <a:lnTo>
                    <a:pt x="1292637" y="1384921"/>
                  </a:lnTo>
                  <a:lnTo>
                    <a:pt x="1292634" y="1384915"/>
                  </a:lnTo>
                  <a:lnTo>
                    <a:pt x="1292629" y="1384911"/>
                  </a:lnTo>
                  <a:lnTo>
                    <a:pt x="1292624" y="1384910"/>
                  </a:lnTo>
                  <a:lnTo>
                    <a:pt x="1292616" y="1384909"/>
                  </a:lnTo>
                  <a:lnTo>
                    <a:pt x="1292609" y="1384909"/>
                  </a:lnTo>
                  <a:lnTo>
                    <a:pt x="1292603" y="1384909"/>
                  </a:lnTo>
                  <a:lnTo>
                    <a:pt x="1292598" y="1384908"/>
                  </a:lnTo>
                  <a:lnTo>
                    <a:pt x="1292592" y="1384907"/>
                  </a:lnTo>
                  <a:lnTo>
                    <a:pt x="1292586" y="1384906"/>
                  </a:lnTo>
                  <a:lnTo>
                    <a:pt x="1292582" y="1384904"/>
                  </a:lnTo>
                  <a:lnTo>
                    <a:pt x="1292578" y="1384903"/>
                  </a:lnTo>
                  <a:lnTo>
                    <a:pt x="1292574" y="1384901"/>
                  </a:lnTo>
                  <a:lnTo>
                    <a:pt x="1292568" y="1384897"/>
                  </a:lnTo>
                  <a:lnTo>
                    <a:pt x="1292561" y="1384893"/>
                  </a:lnTo>
                  <a:lnTo>
                    <a:pt x="1292555" y="1384889"/>
                  </a:lnTo>
                  <a:lnTo>
                    <a:pt x="1292550" y="1384886"/>
                  </a:lnTo>
                  <a:lnTo>
                    <a:pt x="1292545" y="1384882"/>
                  </a:lnTo>
                  <a:lnTo>
                    <a:pt x="1292541" y="1384878"/>
                  </a:lnTo>
                  <a:lnTo>
                    <a:pt x="1292536" y="1384875"/>
                  </a:lnTo>
                  <a:lnTo>
                    <a:pt x="1292533" y="1384871"/>
                  </a:lnTo>
                  <a:lnTo>
                    <a:pt x="1292529" y="1384866"/>
                  </a:lnTo>
                  <a:lnTo>
                    <a:pt x="1292523" y="1384860"/>
                  </a:lnTo>
                  <a:lnTo>
                    <a:pt x="1292519" y="1384853"/>
                  </a:lnTo>
                  <a:lnTo>
                    <a:pt x="1292514" y="1384848"/>
                  </a:lnTo>
                  <a:lnTo>
                    <a:pt x="1292510" y="1384843"/>
                  </a:lnTo>
                  <a:lnTo>
                    <a:pt x="1292507" y="1384839"/>
                  </a:lnTo>
                  <a:lnTo>
                    <a:pt x="1292411" y="1384801"/>
                  </a:lnTo>
                  <a:lnTo>
                    <a:pt x="1292410" y="1384797"/>
                  </a:lnTo>
                  <a:lnTo>
                    <a:pt x="1292408" y="1384790"/>
                  </a:lnTo>
                  <a:lnTo>
                    <a:pt x="1292405" y="1384785"/>
                  </a:lnTo>
                  <a:lnTo>
                    <a:pt x="1292402" y="1384779"/>
                  </a:lnTo>
                  <a:lnTo>
                    <a:pt x="1292400" y="1384774"/>
                  </a:lnTo>
                  <a:lnTo>
                    <a:pt x="1292396" y="1384768"/>
                  </a:lnTo>
                  <a:lnTo>
                    <a:pt x="1292394" y="1384764"/>
                  </a:lnTo>
                  <a:lnTo>
                    <a:pt x="1292391" y="1384758"/>
                  </a:lnTo>
                  <a:lnTo>
                    <a:pt x="1292388" y="1384753"/>
                  </a:lnTo>
                  <a:lnTo>
                    <a:pt x="1292386" y="1384747"/>
                  </a:lnTo>
                  <a:lnTo>
                    <a:pt x="1292384" y="1384741"/>
                  </a:lnTo>
                  <a:lnTo>
                    <a:pt x="1292383" y="1384736"/>
                  </a:lnTo>
                  <a:lnTo>
                    <a:pt x="1292381" y="1384730"/>
                  </a:lnTo>
                  <a:lnTo>
                    <a:pt x="1292380" y="1384724"/>
                  </a:lnTo>
                  <a:lnTo>
                    <a:pt x="1292379" y="1384717"/>
                  </a:lnTo>
                  <a:lnTo>
                    <a:pt x="1292375" y="1384710"/>
                  </a:lnTo>
                  <a:lnTo>
                    <a:pt x="1292370" y="1384703"/>
                  </a:lnTo>
                  <a:lnTo>
                    <a:pt x="1292367" y="1384697"/>
                  </a:lnTo>
                  <a:lnTo>
                    <a:pt x="1292365" y="1384693"/>
                  </a:lnTo>
                  <a:lnTo>
                    <a:pt x="1292364" y="1384689"/>
                  </a:lnTo>
                  <a:lnTo>
                    <a:pt x="1292362" y="1384682"/>
                  </a:lnTo>
                  <a:lnTo>
                    <a:pt x="1292361" y="1384676"/>
                  </a:lnTo>
                  <a:lnTo>
                    <a:pt x="1292360" y="1384671"/>
                  </a:lnTo>
                  <a:lnTo>
                    <a:pt x="1292359" y="1384666"/>
                  </a:lnTo>
                  <a:lnTo>
                    <a:pt x="1292356" y="1384659"/>
                  </a:lnTo>
                  <a:lnTo>
                    <a:pt x="1292350" y="1384658"/>
                  </a:lnTo>
                  <a:lnTo>
                    <a:pt x="1292345" y="1384659"/>
                  </a:lnTo>
                  <a:lnTo>
                    <a:pt x="1292341" y="1384660"/>
                  </a:lnTo>
                  <a:lnTo>
                    <a:pt x="1292335" y="1384662"/>
                  </a:lnTo>
                  <a:lnTo>
                    <a:pt x="1292330" y="1384663"/>
                  </a:lnTo>
                  <a:lnTo>
                    <a:pt x="1292325" y="1384665"/>
                  </a:lnTo>
                  <a:lnTo>
                    <a:pt x="1292320" y="1384666"/>
                  </a:lnTo>
                  <a:lnTo>
                    <a:pt x="1292313" y="1384669"/>
                  </a:lnTo>
                  <a:lnTo>
                    <a:pt x="1292308" y="1384673"/>
                  </a:lnTo>
                  <a:lnTo>
                    <a:pt x="1292304" y="1384675"/>
                  </a:lnTo>
                  <a:lnTo>
                    <a:pt x="1292300" y="1384678"/>
                  </a:lnTo>
                  <a:lnTo>
                    <a:pt x="1292296" y="1384680"/>
                  </a:lnTo>
                  <a:lnTo>
                    <a:pt x="1292291" y="1384684"/>
                  </a:lnTo>
                  <a:lnTo>
                    <a:pt x="1292287" y="1384688"/>
                  </a:lnTo>
                  <a:lnTo>
                    <a:pt x="1292284" y="1384694"/>
                  </a:lnTo>
                  <a:lnTo>
                    <a:pt x="1292282" y="1384699"/>
                  </a:lnTo>
                  <a:lnTo>
                    <a:pt x="1292278" y="1384705"/>
                  </a:lnTo>
                  <a:lnTo>
                    <a:pt x="1292275" y="1384709"/>
                  </a:lnTo>
                  <a:lnTo>
                    <a:pt x="1292271" y="1384713"/>
                  </a:lnTo>
                  <a:lnTo>
                    <a:pt x="1292268" y="1384716"/>
                  </a:lnTo>
                  <a:lnTo>
                    <a:pt x="1292264" y="1384722"/>
                  </a:lnTo>
                  <a:lnTo>
                    <a:pt x="1292260" y="1384726"/>
                  </a:lnTo>
                  <a:lnTo>
                    <a:pt x="1292257" y="1384730"/>
                  </a:lnTo>
                  <a:lnTo>
                    <a:pt x="1292254" y="1384733"/>
                  </a:lnTo>
                  <a:lnTo>
                    <a:pt x="1292251" y="1384738"/>
                  </a:lnTo>
                  <a:lnTo>
                    <a:pt x="1292245" y="1384744"/>
                  </a:lnTo>
                  <a:lnTo>
                    <a:pt x="1292242" y="1384749"/>
                  </a:lnTo>
                  <a:lnTo>
                    <a:pt x="1292238" y="1384752"/>
                  </a:lnTo>
                  <a:lnTo>
                    <a:pt x="1292235" y="1384757"/>
                  </a:lnTo>
                  <a:lnTo>
                    <a:pt x="1292230" y="1384762"/>
                  </a:lnTo>
                  <a:lnTo>
                    <a:pt x="1292222" y="1384772"/>
                  </a:lnTo>
                  <a:lnTo>
                    <a:pt x="1292180" y="1384829"/>
                  </a:lnTo>
                  <a:lnTo>
                    <a:pt x="1292183" y="1384836"/>
                  </a:lnTo>
                  <a:lnTo>
                    <a:pt x="1292185" y="1384843"/>
                  </a:lnTo>
                  <a:lnTo>
                    <a:pt x="1292186" y="1384849"/>
                  </a:lnTo>
                  <a:lnTo>
                    <a:pt x="1292185" y="1384856"/>
                  </a:lnTo>
                  <a:lnTo>
                    <a:pt x="1292185" y="1384861"/>
                  </a:lnTo>
                  <a:lnTo>
                    <a:pt x="1292184" y="1384866"/>
                  </a:lnTo>
                  <a:lnTo>
                    <a:pt x="1292183" y="1384874"/>
                  </a:lnTo>
                  <a:lnTo>
                    <a:pt x="1292183" y="1384885"/>
                  </a:lnTo>
                  <a:lnTo>
                    <a:pt x="1292183" y="1384890"/>
                  </a:lnTo>
                  <a:lnTo>
                    <a:pt x="1292183" y="1384896"/>
                  </a:lnTo>
                  <a:lnTo>
                    <a:pt x="1292183" y="1384901"/>
                  </a:lnTo>
                  <a:lnTo>
                    <a:pt x="1292182" y="1384907"/>
                  </a:lnTo>
                  <a:lnTo>
                    <a:pt x="1292181" y="1384913"/>
                  </a:lnTo>
                  <a:lnTo>
                    <a:pt x="1292180" y="1384919"/>
                  </a:lnTo>
                  <a:lnTo>
                    <a:pt x="1292180" y="1384924"/>
                  </a:lnTo>
                  <a:lnTo>
                    <a:pt x="1292179" y="1384931"/>
                  </a:lnTo>
                  <a:lnTo>
                    <a:pt x="1292178" y="1384938"/>
                  </a:lnTo>
                  <a:lnTo>
                    <a:pt x="1292178" y="1384945"/>
                  </a:lnTo>
                  <a:lnTo>
                    <a:pt x="1292178" y="1384951"/>
                  </a:lnTo>
                  <a:lnTo>
                    <a:pt x="1292180" y="1384957"/>
                  </a:lnTo>
                  <a:lnTo>
                    <a:pt x="1292183" y="1384963"/>
                  </a:lnTo>
                  <a:lnTo>
                    <a:pt x="1292186" y="1384967"/>
                  </a:lnTo>
                  <a:lnTo>
                    <a:pt x="1292189" y="1384971"/>
                  </a:lnTo>
                  <a:lnTo>
                    <a:pt x="1292193" y="1384977"/>
                  </a:lnTo>
                  <a:lnTo>
                    <a:pt x="1292197" y="1384982"/>
                  </a:lnTo>
                  <a:lnTo>
                    <a:pt x="1292199" y="1384986"/>
                  </a:lnTo>
                  <a:lnTo>
                    <a:pt x="1292205" y="1384996"/>
                  </a:lnTo>
                  <a:lnTo>
                    <a:pt x="1292210" y="1385003"/>
                  </a:lnTo>
                  <a:lnTo>
                    <a:pt x="1292222" y="1385019"/>
                  </a:lnTo>
                  <a:lnTo>
                    <a:pt x="1292226" y="1385032"/>
                  </a:lnTo>
                  <a:lnTo>
                    <a:pt x="1292231" y="1385040"/>
                  </a:lnTo>
                  <a:lnTo>
                    <a:pt x="1292237" y="1385053"/>
                  </a:lnTo>
                  <a:lnTo>
                    <a:pt x="1292236" y="1385063"/>
                  </a:lnTo>
                  <a:lnTo>
                    <a:pt x="1292204" y="1385084"/>
                  </a:lnTo>
                  <a:lnTo>
                    <a:pt x="1292195" y="1385090"/>
                  </a:lnTo>
                  <a:lnTo>
                    <a:pt x="1292176" y="1385101"/>
                  </a:lnTo>
                  <a:lnTo>
                    <a:pt x="1292167" y="1385106"/>
                  </a:lnTo>
                  <a:lnTo>
                    <a:pt x="1292150" y="1385112"/>
                  </a:lnTo>
                  <a:lnTo>
                    <a:pt x="1292138" y="1385117"/>
                  </a:lnTo>
                  <a:lnTo>
                    <a:pt x="1292132" y="1385119"/>
                  </a:lnTo>
                  <a:lnTo>
                    <a:pt x="1292126" y="1385121"/>
                  </a:lnTo>
                  <a:lnTo>
                    <a:pt x="1292113" y="1385132"/>
                  </a:lnTo>
                  <a:lnTo>
                    <a:pt x="1292111" y="1385137"/>
                  </a:lnTo>
                  <a:lnTo>
                    <a:pt x="1292109" y="1385145"/>
                  </a:lnTo>
                  <a:lnTo>
                    <a:pt x="1292105" y="1385155"/>
                  </a:lnTo>
                  <a:lnTo>
                    <a:pt x="1292092" y="1385161"/>
                  </a:lnTo>
                  <a:lnTo>
                    <a:pt x="1292083" y="1385168"/>
                  </a:lnTo>
                  <a:lnTo>
                    <a:pt x="1292072" y="1385178"/>
                  </a:lnTo>
                  <a:lnTo>
                    <a:pt x="1292068" y="1385187"/>
                  </a:lnTo>
                  <a:lnTo>
                    <a:pt x="1292066" y="1385192"/>
                  </a:lnTo>
                  <a:lnTo>
                    <a:pt x="1292061" y="1385204"/>
                  </a:lnTo>
                  <a:lnTo>
                    <a:pt x="1292054" y="1385211"/>
                  </a:lnTo>
                  <a:lnTo>
                    <a:pt x="1292045" y="1385220"/>
                  </a:lnTo>
                  <a:lnTo>
                    <a:pt x="1292039" y="1385225"/>
                  </a:lnTo>
                  <a:lnTo>
                    <a:pt x="1292024" y="1385234"/>
                  </a:lnTo>
                  <a:lnTo>
                    <a:pt x="1292041" y="1385249"/>
                  </a:lnTo>
                  <a:lnTo>
                    <a:pt x="1292048" y="1385263"/>
                  </a:lnTo>
                  <a:lnTo>
                    <a:pt x="1292050" y="1385281"/>
                  </a:lnTo>
                  <a:lnTo>
                    <a:pt x="1292057" y="1385297"/>
                  </a:lnTo>
                  <a:lnTo>
                    <a:pt x="1292066" y="1385316"/>
                  </a:lnTo>
                  <a:lnTo>
                    <a:pt x="1292080" y="1385333"/>
                  </a:lnTo>
                  <a:lnTo>
                    <a:pt x="1292083" y="1385345"/>
                  </a:lnTo>
                  <a:lnTo>
                    <a:pt x="1292069" y="1385355"/>
                  </a:lnTo>
                  <a:lnTo>
                    <a:pt x="1292063" y="1385370"/>
                  </a:lnTo>
                  <a:lnTo>
                    <a:pt x="1292055" y="1385376"/>
                  </a:lnTo>
                  <a:lnTo>
                    <a:pt x="1292045" y="1385381"/>
                  </a:lnTo>
                  <a:lnTo>
                    <a:pt x="1292035" y="1385393"/>
                  </a:lnTo>
                  <a:lnTo>
                    <a:pt x="1292030" y="1385405"/>
                  </a:lnTo>
                  <a:lnTo>
                    <a:pt x="1292022" y="1385416"/>
                  </a:lnTo>
                  <a:lnTo>
                    <a:pt x="1292014" y="1385429"/>
                  </a:lnTo>
                  <a:lnTo>
                    <a:pt x="1292004" y="1385440"/>
                  </a:lnTo>
                  <a:lnTo>
                    <a:pt x="1291998" y="1385452"/>
                  </a:lnTo>
                  <a:lnTo>
                    <a:pt x="1291993" y="1385461"/>
                  </a:lnTo>
                  <a:lnTo>
                    <a:pt x="1291990" y="1385468"/>
                  </a:lnTo>
                  <a:lnTo>
                    <a:pt x="1291976" y="1385481"/>
                  </a:lnTo>
                  <a:lnTo>
                    <a:pt x="1291967" y="1385486"/>
                  </a:lnTo>
                  <a:lnTo>
                    <a:pt x="1291959" y="1385488"/>
                  </a:lnTo>
                  <a:lnTo>
                    <a:pt x="1291950" y="1385495"/>
                  </a:lnTo>
                  <a:lnTo>
                    <a:pt x="1291948" y="1385510"/>
                  </a:lnTo>
                  <a:lnTo>
                    <a:pt x="1291936" y="1385526"/>
                  </a:lnTo>
                  <a:lnTo>
                    <a:pt x="1291930" y="1385534"/>
                  </a:lnTo>
                  <a:lnTo>
                    <a:pt x="1291926" y="1385542"/>
                  </a:lnTo>
                  <a:lnTo>
                    <a:pt x="1291924" y="1385548"/>
                  </a:lnTo>
                  <a:lnTo>
                    <a:pt x="1291929" y="1385558"/>
                  </a:lnTo>
                  <a:lnTo>
                    <a:pt x="1291925" y="1385570"/>
                  </a:lnTo>
                  <a:lnTo>
                    <a:pt x="1291920" y="1385581"/>
                  </a:lnTo>
                  <a:lnTo>
                    <a:pt x="1291911" y="1385592"/>
                  </a:lnTo>
                  <a:lnTo>
                    <a:pt x="1291907" y="1385606"/>
                  </a:lnTo>
                  <a:lnTo>
                    <a:pt x="1291903" y="1385619"/>
                  </a:lnTo>
                  <a:lnTo>
                    <a:pt x="1291898" y="1385642"/>
                  </a:lnTo>
                  <a:lnTo>
                    <a:pt x="1291893" y="1385652"/>
                  </a:lnTo>
                  <a:lnTo>
                    <a:pt x="1291890" y="1385662"/>
                  </a:lnTo>
                  <a:lnTo>
                    <a:pt x="1291882" y="1385674"/>
                  </a:lnTo>
                  <a:lnTo>
                    <a:pt x="1291876" y="1385704"/>
                  </a:lnTo>
                  <a:lnTo>
                    <a:pt x="1291872" y="1385724"/>
                  </a:lnTo>
                  <a:lnTo>
                    <a:pt x="1291871" y="1385729"/>
                  </a:lnTo>
                  <a:lnTo>
                    <a:pt x="1291868" y="1385744"/>
                  </a:lnTo>
                  <a:lnTo>
                    <a:pt x="1291862" y="1385758"/>
                  </a:lnTo>
                  <a:lnTo>
                    <a:pt x="1291859" y="1385763"/>
                  </a:lnTo>
                  <a:lnTo>
                    <a:pt x="1291855" y="1385767"/>
                  </a:lnTo>
                  <a:lnTo>
                    <a:pt x="1291851" y="1385771"/>
                  </a:lnTo>
                  <a:lnTo>
                    <a:pt x="1291847" y="1385774"/>
                  </a:lnTo>
                  <a:lnTo>
                    <a:pt x="1291840" y="1385777"/>
                  </a:lnTo>
                  <a:lnTo>
                    <a:pt x="1291833" y="1385779"/>
                  </a:lnTo>
                  <a:lnTo>
                    <a:pt x="1291826" y="1385779"/>
                  </a:lnTo>
                  <a:lnTo>
                    <a:pt x="1291819" y="1385781"/>
                  </a:lnTo>
                  <a:lnTo>
                    <a:pt x="1291811" y="1385783"/>
                  </a:lnTo>
                  <a:lnTo>
                    <a:pt x="1291805" y="1385787"/>
                  </a:lnTo>
                  <a:lnTo>
                    <a:pt x="1291801" y="1385789"/>
                  </a:lnTo>
                  <a:lnTo>
                    <a:pt x="1291796" y="1385790"/>
                  </a:lnTo>
                  <a:lnTo>
                    <a:pt x="1291790" y="1385792"/>
                  </a:lnTo>
                  <a:lnTo>
                    <a:pt x="1291782" y="1385795"/>
                  </a:lnTo>
                  <a:lnTo>
                    <a:pt x="1291773" y="1385796"/>
                  </a:lnTo>
                  <a:lnTo>
                    <a:pt x="1291766" y="1385795"/>
                  </a:lnTo>
                  <a:lnTo>
                    <a:pt x="1291759" y="1385794"/>
                  </a:lnTo>
                  <a:lnTo>
                    <a:pt x="1291753" y="1385795"/>
                  </a:lnTo>
                  <a:lnTo>
                    <a:pt x="1291749" y="1385799"/>
                  </a:lnTo>
                  <a:lnTo>
                    <a:pt x="1291744" y="1385803"/>
                  </a:lnTo>
                  <a:lnTo>
                    <a:pt x="1291740" y="1385808"/>
                  </a:lnTo>
                  <a:lnTo>
                    <a:pt x="1291735" y="1385814"/>
                  </a:lnTo>
                  <a:lnTo>
                    <a:pt x="1291731" y="1385817"/>
                  </a:lnTo>
                  <a:lnTo>
                    <a:pt x="1291726" y="1385820"/>
                  </a:lnTo>
                  <a:lnTo>
                    <a:pt x="1291720" y="1385823"/>
                  </a:lnTo>
                  <a:lnTo>
                    <a:pt x="1291715" y="1385824"/>
                  </a:lnTo>
                  <a:lnTo>
                    <a:pt x="1291709" y="1385826"/>
                  </a:lnTo>
                  <a:lnTo>
                    <a:pt x="1291704" y="1385828"/>
                  </a:lnTo>
                  <a:lnTo>
                    <a:pt x="1291700" y="1385830"/>
                  </a:lnTo>
                  <a:lnTo>
                    <a:pt x="1291695" y="1385833"/>
                  </a:lnTo>
                  <a:lnTo>
                    <a:pt x="1291690" y="1385836"/>
                  </a:lnTo>
                  <a:lnTo>
                    <a:pt x="1291686" y="1385840"/>
                  </a:lnTo>
                  <a:lnTo>
                    <a:pt x="1291682" y="1385844"/>
                  </a:lnTo>
                  <a:lnTo>
                    <a:pt x="1291679" y="1385848"/>
                  </a:lnTo>
                  <a:lnTo>
                    <a:pt x="1291674" y="1385852"/>
                  </a:lnTo>
                  <a:lnTo>
                    <a:pt x="1291669" y="1385857"/>
                  </a:lnTo>
                  <a:lnTo>
                    <a:pt x="1291661" y="1385863"/>
                  </a:lnTo>
                  <a:lnTo>
                    <a:pt x="1291656" y="1385867"/>
                  </a:lnTo>
                  <a:lnTo>
                    <a:pt x="1291652" y="1385872"/>
                  </a:lnTo>
                  <a:lnTo>
                    <a:pt x="1291645" y="1385876"/>
                  </a:lnTo>
                  <a:lnTo>
                    <a:pt x="1291641" y="1385879"/>
                  </a:lnTo>
                  <a:lnTo>
                    <a:pt x="1291636" y="1385883"/>
                  </a:lnTo>
                  <a:lnTo>
                    <a:pt x="1291632" y="1385888"/>
                  </a:lnTo>
                  <a:lnTo>
                    <a:pt x="1291628" y="1385890"/>
                  </a:lnTo>
                  <a:lnTo>
                    <a:pt x="1291624" y="1385892"/>
                  </a:lnTo>
                  <a:lnTo>
                    <a:pt x="1291617" y="1385893"/>
                  </a:lnTo>
                  <a:lnTo>
                    <a:pt x="1291611" y="1385894"/>
                  </a:lnTo>
                  <a:lnTo>
                    <a:pt x="1291605" y="1385896"/>
                  </a:lnTo>
                  <a:lnTo>
                    <a:pt x="1291599" y="1385898"/>
                  </a:lnTo>
                  <a:lnTo>
                    <a:pt x="1291595" y="1385900"/>
                  </a:lnTo>
                  <a:lnTo>
                    <a:pt x="1291591" y="1385903"/>
                  </a:lnTo>
                  <a:lnTo>
                    <a:pt x="1291586" y="1385908"/>
                  </a:lnTo>
                  <a:lnTo>
                    <a:pt x="1291582" y="1385912"/>
                  </a:lnTo>
                  <a:lnTo>
                    <a:pt x="1291577" y="1385917"/>
                  </a:lnTo>
                  <a:lnTo>
                    <a:pt x="1291574" y="1385920"/>
                  </a:lnTo>
                  <a:lnTo>
                    <a:pt x="1291571" y="1385923"/>
                  </a:lnTo>
                  <a:lnTo>
                    <a:pt x="1291565" y="1385927"/>
                  </a:lnTo>
                  <a:lnTo>
                    <a:pt x="1291560" y="1385930"/>
                  </a:lnTo>
                  <a:lnTo>
                    <a:pt x="1291554" y="1385932"/>
                  </a:lnTo>
                  <a:lnTo>
                    <a:pt x="1291549" y="1385932"/>
                  </a:lnTo>
                  <a:lnTo>
                    <a:pt x="1291544" y="1385932"/>
                  </a:lnTo>
                  <a:lnTo>
                    <a:pt x="1291537" y="1385932"/>
                  </a:lnTo>
                  <a:lnTo>
                    <a:pt x="1291528" y="1385930"/>
                  </a:lnTo>
                  <a:lnTo>
                    <a:pt x="1291523" y="1385928"/>
                  </a:lnTo>
                  <a:lnTo>
                    <a:pt x="1291518" y="1385926"/>
                  </a:lnTo>
                  <a:lnTo>
                    <a:pt x="1291514" y="1385923"/>
                  </a:lnTo>
                  <a:lnTo>
                    <a:pt x="1291509" y="1385921"/>
                  </a:lnTo>
                  <a:lnTo>
                    <a:pt x="1291505" y="1385919"/>
                  </a:lnTo>
                  <a:lnTo>
                    <a:pt x="1291501" y="1385915"/>
                  </a:lnTo>
                  <a:lnTo>
                    <a:pt x="1291497" y="1385912"/>
                  </a:lnTo>
                  <a:lnTo>
                    <a:pt x="1291493" y="1385908"/>
                  </a:lnTo>
                  <a:lnTo>
                    <a:pt x="1291488" y="1385903"/>
                  </a:lnTo>
                  <a:lnTo>
                    <a:pt x="1291485" y="1385899"/>
                  </a:lnTo>
                  <a:lnTo>
                    <a:pt x="1291482" y="1385895"/>
                  </a:lnTo>
                  <a:lnTo>
                    <a:pt x="1291479" y="1385892"/>
                  </a:lnTo>
                  <a:lnTo>
                    <a:pt x="1291475" y="1385889"/>
                  </a:lnTo>
                  <a:lnTo>
                    <a:pt x="1291468" y="1385883"/>
                  </a:lnTo>
                  <a:lnTo>
                    <a:pt x="1291463" y="1385880"/>
                  </a:lnTo>
                  <a:lnTo>
                    <a:pt x="1291459" y="1385877"/>
                  </a:lnTo>
                  <a:lnTo>
                    <a:pt x="1291455" y="1385876"/>
                  </a:lnTo>
                  <a:lnTo>
                    <a:pt x="1291450" y="1385877"/>
                  </a:lnTo>
                  <a:lnTo>
                    <a:pt x="1291444" y="1385878"/>
                  </a:lnTo>
                  <a:lnTo>
                    <a:pt x="1291438" y="1385879"/>
                  </a:lnTo>
                  <a:lnTo>
                    <a:pt x="1291431" y="1385880"/>
                  </a:lnTo>
                  <a:lnTo>
                    <a:pt x="1291427" y="1385881"/>
                  </a:lnTo>
                  <a:lnTo>
                    <a:pt x="1291422" y="1385882"/>
                  </a:lnTo>
                  <a:lnTo>
                    <a:pt x="1291417" y="1385883"/>
                  </a:lnTo>
                  <a:lnTo>
                    <a:pt x="1291410" y="1385885"/>
                  </a:lnTo>
                  <a:lnTo>
                    <a:pt x="1291407" y="1385886"/>
                  </a:lnTo>
                  <a:lnTo>
                    <a:pt x="1291402" y="1385888"/>
                  </a:lnTo>
                  <a:lnTo>
                    <a:pt x="1291398" y="1385889"/>
                  </a:lnTo>
                  <a:lnTo>
                    <a:pt x="1291392" y="1385890"/>
                  </a:lnTo>
                  <a:lnTo>
                    <a:pt x="1291385" y="1385892"/>
                  </a:lnTo>
                  <a:lnTo>
                    <a:pt x="1291379" y="1385895"/>
                  </a:lnTo>
                  <a:lnTo>
                    <a:pt x="1291375" y="1385897"/>
                  </a:lnTo>
                  <a:lnTo>
                    <a:pt x="1291371" y="1385898"/>
                  </a:lnTo>
                  <a:lnTo>
                    <a:pt x="1291364" y="1385899"/>
                  </a:lnTo>
                  <a:lnTo>
                    <a:pt x="1291359" y="1385902"/>
                  </a:lnTo>
                  <a:lnTo>
                    <a:pt x="1291355" y="1385904"/>
                  </a:lnTo>
                  <a:lnTo>
                    <a:pt x="1291351" y="1385907"/>
                  </a:lnTo>
                  <a:lnTo>
                    <a:pt x="1291345" y="1385911"/>
                  </a:lnTo>
                  <a:lnTo>
                    <a:pt x="1291339" y="1385916"/>
                  </a:lnTo>
                  <a:lnTo>
                    <a:pt x="1291334" y="1385920"/>
                  </a:lnTo>
                  <a:lnTo>
                    <a:pt x="1291329" y="1385923"/>
                  </a:lnTo>
                  <a:lnTo>
                    <a:pt x="1291324" y="1385925"/>
                  </a:lnTo>
                  <a:lnTo>
                    <a:pt x="1291316" y="1385927"/>
                  </a:lnTo>
                  <a:lnTo>
                    <a:pt x="1291310" y="1385929"/>
                  </a:lnTo>
                  <a:lnTo>
                    <a:pt x="1291303" y="1385932"/>
                  </a:lnTo>
                  <a:lnTo>
                    <a:pt x="1291298" y="1385935"/>
                  </a:lnTo>
                  <a:lnTo>
                    <a:pt x="1291294" y="1385940"/>
                  </a:lnTo>
                  <a:lnTo>
                    <a:pt x="1291294" y="1385947"/>
                  </a:lnTo>
                  <a:lnTo>
                    <a:pt x="1291294" y="1385955"/>
                  </a:lnTo>
                  <a:lnTo>
                    <a:pt x="1291294" y="1385962"/>
                  </a:lnTo>
                  <a:lnTo>
                    <a:pt x="1291294" y="1385972"/>
                  </a:lnTo>
                  <a:lnTo>
                    <a:pt x="1291290" y="1385978"/>
                  </a:lnTo>
                  <a:lnTo>
                    <a:pt x="1291286" y="1385981"/>
                  </a:lnTo>
                  <a:lnTo>
                    <a:pt x="1291281" y="1385985"/>
                  </a:lnTo>
                  <a:lnTo>
                    <a:pt x="1291278" y="1385987"/>
                  </a:lnTo>
                  <a:lnTo>
                    <a:pt x="1291274" y="1385989"/>
                  </a:lnTo>
                  <a:lnTo>
                    <a:pt x="1291270" y="1385993"/>
                  </a:lnTo>
                  <a:lnTo>
                    <a:pt x="1291266" y="1385997"/>
                  </a:lnTo>
                  <a:lnTo>
                    <a:pt x="1291263" y="1386000"/>
                  </a:lnTo>
                  <a:lnTo>
                    <a:pt x="1291261" y="1386007"/>
                  </a:lnTo>
                  <a:lnTo>
                    <a:pt x="1291260" y="1386014"/>
                  </a:lnTo>
                  <a:lnTo>
                    <a:pt x="1291259" y="1386021"/>
                  </a:lnTo>
                  <a:lnTo>
                    <a:pt x="1291259" y="1386027"/>
                  </a:lnTo>
                  <a:lnTo>
                    <a:pt x="1291257" y="1386033"/>
                  </a:lnTo>
                  <a:lnTo>
                    <a:pt x="1291256" y="1386041"/>
                  </a:lnTo>
                  <a:lnTo>
                    <a:pt x="1291256" y="1386048"/>
                  </a:lnTo>
                  <a:lnTo>
                    <a:pt x="1291255" y="1386055"/>
                  </a:lnTo>
                  <a:lnTo>
                    <a:pt x="1291251" y="1386059"/>
                  </a:lnTo>
                  <a:lnTo>
                    <a:pt x="1291246" y="1386060"/>
                  </a:lnTo>
                  <a:lnTo>
                    <a:pt x="1291241" y="1386062"/>
                  </a:lnTo>
                  <a:lnTo>
                    <a:pt x="1291234" y="1386063"/>
                  </a:lnTo>
                  <a:lnTo>
                    <a:pt x="1291230" y="1386065"/>
                  </a:lnTo>
                  <a:lnTo>
                    <a:pt x="1291225" y="1386066"/>
                  </a:lnTo>
                  <a:lnTo>
                    <a:pt x="1291220" y="1386069"/>
                  </a:lnTo>
                  <a:lnTo>
                    <a:pt x="1291215" y="1386071"/>
                  </a:lnTo>
                  <a:lnTo>
                    <a:pt x="1291210" y="1386073"/>
                  </a:lnTo>
                  <a:lnTo>
                    <a:pt x="1291203" y="1386075"/>
                  </a:lnTo>
                  <a:lnTo>
                    <a:pt x="1291198" y="1386075"/>
                  </a:lnTo>
                  <a:lnTo>
                    <a:pt x="1291193" y="1386076"/>
                  </a:lnTo>
                  <a:lnTo>
                    <a:pt x="1291185" y="1386076"/>
                  </a:lnTo>
                  <a:lnTo>
                    <a:pt x="1291179" y="1386077"/>
                  </a:lnTo>
                  <a:lnTo>
                    <a:pt x="1291173" y="1386079"/>
                  </a:lnTo>
                  <a:lnTo>
                    <a:pt x="1291169" y="1386081"/>
                  </a:lnTo>
                  <a:lnTo>
                    <a:pt x="1291164" y="1386084"/>
                  </a:lnTo>
                  <a:lnTo>
                    <a:pt x="1291158" y="1386087"/>
                  </a:lnTo>
                  <a:lnTo>
                    <a:pt x="1291152" y="1386089"/>
                  </a:lnTo>
                  <a:lnTo>
                    <a:pt x="1291147" y="1386089"/>
                  </a:lnTo>
                  <a:lnTo>
                    <a:pt x="1291145" y="1386084"/>
                  </a:lnTo>
                  <a:lnTo>
                    <a:pt x="1291143" y="1386076"/>
                  </a:lnTo>
                  <a:lnTo>
                    <a:pt x="1291139" y="1386069"/>
                  </a:lnTo>
                  <a:lnTo>
                    <a:pt x="1291135" y="1386061"/>
                  </a:lnTo>
                  <a:lnTo>
                    <a:pt x="1291130" y="1386056"/>
                  </a:lnTo>
                  <a:lnTo>
                    <a:pt x="1291124" y="1386050"/>
                  </a:lnTo>
                  <a:lnTo>
                    <a:pt x="1291118" y="1386043"/>
                  </a:lnTo>
                  <a:lnTo>
                    <a:pt x="1291113" y="1386038"/>
                  </a:lnTo>
                  <a:lnTo>
                    <a:pt x="1291108" y="1386033"/>
                  </a:lnTo>
                  <a:lnTo>
                    <a:pt x="1291104" y="1386029"/>
                  </a:lnTo>
                  <a:lnTo>
                    <a:pt x="1291100" y="1386024"/>
                  </a:lnTo>
                  <a:lnTo>
                    <a:pt x="1291097" y="1386020"/>
                  </a:lnTo>
                  <a:lnTo>
                    <a:pt x="1291093" y="1386016"/>
                  </a:lnTo>
                  <a:lnTo>
                    <a:pt x="1291089" y="1386012"/>
                  </a:lnTo>
                  <a:lnTo>
                    <a:pt x="1291084" y="1386005"/>
                  </a:lnTo>
                  <a:lnTo>
                    <a:pt x="1291080" y="1386001"/>
                  </a:lnTo>
                  <a:lnTo>
                    <a:pt x="1291076" y="1385996"/>
                  </a:lnTo>
                  <a:lnTo>
                    <a:pt x="1291071" y="1385990"/>
                  </a:lnTo>
                  <a:lnTo>
                    <a:pt x="1291066" y="1385984"/>
                  </a:lnTo>
                  <a:lnTo>
                    <a:pt x="1291060" y="1385977"/>
                  </a:lnTo>
                  <a:lnTo>
                    <a:pt x="1291056" y="1385971"/>
                  </a:lnTo>
                  <a:lnTo>
                    <a:pt x="1291053" y="1385965"/>
                  </a:lnTo>
                  <a:lnTo>
                    <a:pt x="1291052" y="1385960"/>
                  </a:lnTo>
                  <a:lnTo>
                    <a:pt x="1291052" y="1385953"/>
                  </a:lnTo>
                  <a:lnTo>
                    <a:pt x="1291053" y="1385947"/>
                  </a:lnTo>
                  <a:lnTo>
                    <a:pt x="1290990" y="1385917"/>
                  </a:lnTo>
                  <a:lnTo>
                    <a:pt x="1290986" y="1385918"/>
                  </a:lnTo>
                  <a:lnTo>
                    <a:pt x="1290980" y="1385919"/>
                  </a:lnTo>
                  <a:lnTo>
                    <a:pt x="1290976" y="1385920"/>
                  </a:lnTo>
                  <a:lnTo>
                    <a:pt x="1290970" y="1385922"/>
                  </a:lnTo>
                  <a:lnTo>
                    <a:pt x="1290965" y="1385922"/>
                  </a:lnTo>
                  <a:lnTo>
                    <a:pt x="1290960" y="1385923"/>
                  </a:lnTo>
                  <a:lnTo>
                    <a:pt x="1290954" y="1385923"/>
                  </a:lnTo>
                  <a:lnTo>
                    <a:pt x="1290947" y="1385922"/>
                  </a:lnTo>
                  <a:lnTo>
                    <a:pt x="1290942" y="1385922"/>
                  </a:lnTo>
                  <a:lnTo>
                    <a:pt x="1290937" y="1385921"/>
                  </a:lnTo>
                  <a:lnTo>
                    <a:pt x="1290931" y="1385920"/>
                  </a:lnTo>
                  <a:lnTo>
                    <a:pt x="1290925" y="1385919"/>
                  </a:lnTo>
                  <a:lnTo>
                    <a:pt x="1290918" y="1385916"/>
                  </a:lnTo>
                  <a:lnTo>
                    <a:pt x="1290912" y="1385911"/>
                  </a:lnTo>
                  <a:lnTo>
                    <a:pt x="1290908" y="1385909"/>
                  </a:lnTo>
                  <a:lnTo>
                    <a:pt x="1290904" y="1385905"/>
                  </a:lnTo>
                  <a:lnTo>
                    <a:pt x="1290900" y="1385902"/>
                  </a:lnTo>
                  <a:lnTo>
                    <a:pt x="1290896" y="1385899"/>
                  </a:lnTo>
                  <a:lnTo>
                    <a:pt x="1290893" y="1385896"/>
                  </a:lnTo>
                  <a:lnTo>
                    <a:pt x="1290889" y="1385892"/>
                  </a:lnTo>
                  <a:lnTo>
                    <a:pt x="1290886" y="1385889"/>
                  </a:lnTo>
                  <a:lnTo>
                    <a:pt x="1290882" y="1385885"/>
                  </a:lnTo>
                  <a:lnTo>
                    <a:pt x="1290878" y="1385881"/>
                  </a:lnTo>
                  <a:lnTo>
                    <a:pt x="1290874" y="1385877"/>
                  </a:lnTo>
                  <a:lnTo>
                    <a:pt x="1290869" y="1385872"/>
                  </a:lnTo>
                  <a:lnTo>
                    <a:pt x="1290864" y="1385866"/>
                  </a:lnTo>
                  <a:lnTo>
                    <a:pt x="1290858" y="1385860"/>
                  </a:lnTo>
                  <a:lnTo>
                    <a:pt x="1290855" y="1385854"/>
                  </a:lnTo>
                  <a:lnTo>
                    <a:pt x="1290856" y="1385850"/>
                  </a:lnTo>
                  <a:lnTo>
                    <a:pt x="1290858" y="1385843"/>
                  </a:lnTo>
                  <a:lnTo>
                    <a:pt x="1290861" y="1385837"/>
                  </a:lnTo>
                  <a:lnTo>
                    <a:pt x="1290865" y="1385831"/>
                  </a:lnTo>
                  <a:lnTo>
                    <a:pt x="1290868" y="1385827"/>
                  </a:lnTo>
                  <a:lnTo>
                    <a:pt x="1290871" y="1385823"/>
                  </a:lnTo>
                  <a:lnTo>
                    <a:pt x="1290874" y="1385817"/>
                  </a:lnTo>
                  <a:lnTo>
                    <a:pt x="1290876" y="1385811"/>
                  </a:lnTo>
                  <a:lnTo>
                    <a:pt x="1290877" y="1385805"/>
                  </a:lnTo>
                  <a:lnTo>
                    <a:pt x="1290878" y="1385799"/>
                  </a:lnTo>
                  <a:lnTo>
                    <a:pt x="1290878" y="1385794"/>
                  </a:lnTo>
                  <a:lnTo>
                    <a:pt x="1290879" y="1385790"/>
                  </a:lnTo>
                  <a:lnTo>
                    <a:pt x="1290881" y="1385785"/>
                  </a:lnTo>
                  <a:lnTo>
                    <a:pt x="1290883" y="1385778"/>
                  </a:lnTo>
                  <a:lnTo>
                    <a:pt x="1290885" y="1385770"/>
                  </a:lnTo>
                  <a:lnTo>
                    <a:pt x="1290886" y="1385765"/>
                  </a:lnTo>
                  <a:lnTo>
                    <a:pt x="1290887" y="1385759"/>
                  </a:lnTo>
                  <a:lnTo>
                    <a:pt x="1290888" y="1385753"/>
                  </a:lnTo>
                  <a:lnTo>
                    <a:pt x="1290889" y="1385745"/>
                  </a:lnTo>
                  <a:lnTo>
                    <a:pt x="1290889" y="1385737"/>
                  </a:lnTo>
                  <a:lnTo>
                    <a:pt x="1290888" y="1385730"/>
                  </a:lnTo>
                  <a:lnTo>
                    <a:pt x="1290886" y="1385723"/>
                  </a:lnTo>
                  <a:lnTo>
                    <a:pt x="1290883" y="1385716"/>
                  </a:lnTo>
                  <a:lnTo>
                    <a:pt x="1290881" y="1385710"/>
                  </a:lnTo>
                  <a:lnTo>
                    <a:pt x="1290879" y="1385704"/>
                  </a:lnTo>
                  <a:lnTo>
                    <a:pt x="1290878" y="1385696"/>
                  </a:lnTo>
                  <a:lnTo>
                    <a:pt x="1290877" y="1385683"/>
                  </a:lnTo>
                  <a:lnTo>
                    <a:pt x="1290877" y="1385675"/>
                  </a:lnTo>
                  <a:lnTo>
                    <a:pt x="1290877" y="1385668"/>
                  </a:lnTo>
                  <a:lnTo>
                    <a:pt x="1290879" y="1385661"/>
                  </a:lnTo>
                  <a:lnTo>
                    <a:pt x="1290880" y="1385653"/>
                  </a:lnTo>
                  <a:lnTo>
                    <a:pt x="1290882" y="1385648"/>
                  </a:lnTo>
                  <a:lnTo>
                    <a:pt x="1290883" y="1385643"/>
                  </a:lnTo>
                  <a:lnTo>
                    <a:pt x="1290885" y="1385637"/>
                  </a:lnTo>
                  <a:lnTo>
                    <a:pt x="1290885" y="1385633"/>
                  </a:lnTo>
                  <a:lnTo>
                    <a:pt x="1290884" y="1385626"/>
                  </a:lnTo>
                  <a:lnTo>
                    <a:pt x="1290882" y="1385620"/>
                  </a:lnTo>
                  <a:lnTo>
                    <a:pt x="1290880" y="1385613"/>
                  </a:lnTo>
                  <a:lnTo>
                    <a:pt x="1290877" y="1385607"/>
                  </a:lnTo>
                  <a:lnTo>
                    <a:pt x="1290874" y="1385603"/>
                  </a:lnTo>
                  <a:lnTo>
                    <a:pt x="1290872" y="1385599"/>
                  </a:lnTo>
                  <a:lnTo>
                    <a:pt x="1290869" y="1385594"/>
                  </a:lnTo>
                  <a:lnTo>
                    <a:pt x="1290868" y="1385590"/>
                  </a:lnTo>
                  <a:lnTo>
                    <a:pt x="1290867" y="1385585"/>
                  </a:lnTo>
                  <a:lnTo>
                    <a:pt x="1290864" y="1385581"/>
                  </a:lnTo>
                  <a:lnTo>
                    <a:pt x="1290857" y="1385580"/>
                  </a:lnTo>
                  <a:lnTo>
                    <a:pt x="1290850" y="1385580"/>
                  </a:lnTo>
                  <a:lnTo>
                    <a:pt x="1290841" y="1385579"/>
                  </a:lnTo>
                  <a:lnTo>
                    <a:pt x="1290832" y="1385577"/>
                  </a:lnTo>
                  <a:lnTo>
                    <a:pt x="1290826" y="1385575"/>
                  </a:lnTo>
                  <a:lnTo>
                    <a:pt x="1290819" y="1385571"/>
                  </a:lnTo>
                  <a:lnTo>
                    <a:pt x="1290813" y="1385566"/>
                  </a:lnTo>
                  <a:lnTo>
                    <a:pt x="1290807" y="1385561"/>
                  </a:lnTo>
                  <a:lnTo>
                    <a:pt x="1290802" y="1385555"/>
                  </a:lnTo>
                  <a:lnTo>
                    <a:pt x="1290797" y="1385549"/>
                  </a:lnTo>
                  <a:lnTo>
                    <a:pt x="1290726" y="1385565"/>
                  </a:lnTo>
                  <a:lnTo>
                    <a:pt x="1290719" y="1385566"/>
                  </a:lnTo>
                  <a:lnTo>
                    <a:pt x="1290714" y="1385567"/>
                  </a:lnTo>
                  <a:lnTo>
                    <a:pt x="1290701" y="1385569"/>
                  </a:lnTo>
                  <a:lnTo>
                    <a:pt x="1290690" y="1385570"/>
                  </a:lnTo>
                  <a:lnTo>
                    <a:pt x="1290679" y="1385571"/>
                  </a:lnTo>
                  <a:lnTo>
                    <a:pt x="1290669" y="1385571"/>
                  </a:lnTo>
                  <a:lnTo>
                    <a:pt x="1290612" y="1385547"/>
                  </a:lnTo>
                  <a:lnTo>
                    <a:pt x="1290609" y="1385544"/>
                  </a:lnTo>
                  <a:lnTo>
                    <a:pt x="1290606" y="1385541"/>
                  </a:lnTo>
                  <a:lnTo>
                    <a:pt x="1290602" y="1385535"/>
                  </a:lnTo>
                  <a:lnTo>
                    <a:pt x="1290599" y="1385529"/>
                  </a:lnTo>
                  <a:lnTo>
                    <a:pt x="1290596" y="1385521"/>
                  </a:lnTo>
                  <a:lnTo>
                    <a:pt x="1290595" y="1385515"/>
                  </a:lnTo>
                  <a:lnTo>
                    <a:pt x="1290595" y="1385510"/>
                  </a:lnTo>
                  <a:lnTo>
                    <a:pt x="1290582" y="1385510"/>
                  </a:lnTo>
                  <a:lnTo>
                    <a:pt x="1290575" y="1385510"/>
                  </a:lnTo>
                  <a:lnTo>
                    <a:pt x="1290572" y="1385510"/>
                  </a:lnTo>
                  <a:lnTo>
                    <a:pt x="1290564" y="1385511"/>
                  </a:lnTo>
                  <a:lnTo>
                    <a:pt x="1290558" y="1385511"/>
                  </a:lnTo>
                  <a:lnTo>
                    <a:pt x="1290552" y="1385512"/>
                  </a:lnTo>
                  <a:lnTo>
                    <a:pt x="1290543" y="1385511"/>
                  </a:lnTo>
                  <a:lnTo>
                    <a:pt x="1290537" y="1385511"/>
                  </a:lnTo>
                  <a:lnTo>
                    <a:pt x="1290532" y="1385511"/>
                  </a:lnTo>
                  <a:lnTo>
                    <a:pt x="1290512" y="1385521"/>
                  </a:lnTo>
                  <a:lnTo>
                    <a:pt x="1290508" y="1385524"/>
                  </a:lnTo>
                  <a:lnTo>
                    <a:pt x="1290493" y="1385537"/>
                  </a:lnTo>
                  <a:lnTo>
                    <a:pt x="1290482" y="1385542"/>
                  </a:lnTo>
                  <a:lnTo>
                    <a:pt x="1290466" y="1385545"/>
                  </a:lnTo>
                  <a:lnTo>
                    <a:pt x="1290445" y="1385526"/>
                  </a:lnTo>
                  <a:lnTo>
                    <a:pt x="1290439" y="1385525"/>
                  </a:lnTo>
                  <a:lnTo>
                    <a:pt x="1290423" y="1385522"/>
                  </a:lnTo>
                  <a:lnTo>
                    <a:pt x="1290408" y="1385526"/>
                  </a:lnTo>
                  <a:lnTo>
                    <a:pt x="1290388" y="1385529"/>
                  </a:lnTo>
                  <a:lnTo>
                    <a:pt x="1290381" y="1385548"/>
                  </a:lnTo>
                  <a:lnTo>
                    <a:pt x="1290378" y="1385551"/>
                  </a:lnTo>
                  <a:lnTo>
                    <a:pt x="1290370" y="1385560"/>
                  </a:lnTo>
                  <a:lnTo>
                    <a:pt x="1290360" y="1385569"/>
                  </a:lnTo>
                  <a:lnTo>
                    <a:pt x="1290338" y="1385573"/>
                  </a:lnTo>
                  <a:lnTo>
                    <a:pt x="1290322" y="1385586"/>
                  </a:lnTo>
                  <a:lnTo>
                    <a:pt x="1290293" y="1385589"/>
                  </a:lnTo>
                  <a:lnTo>
                    <a:pt x="1290280" y="1385590"/>
                  </a:lnTo>
                  <a:lnTo>
                    <a:pt x="1290266" y="1385590"/>
                  </a:lnTo>
                  <a:lnTo>
                    <a:pt x="1290249" y="1385590"/>
                  </a:lnTo>
                  <a:lnTo>
                    <a:pt x="1290238" y="1385589"/>
                  </a:lnTo>
                  <a:lnTo>
                    <a:pt x="1290227" y="1385589"/>
                  </a:lnTo>
                  <a:lnTo>
                    <a:pt x="1290219" y="1385589"/>
                  </a:lnTo>
                  <a:lnTo>
                    <a:pt x="1290206" y="1385586"/>
                  </a:lnTo>
                  <a:lnTo>
                    <a:pt x="1290193" y="1385579"/>
                  </a:lnTo>
                  <a:lnTo>
                    <a:pt x="1290173" y="1385589"/>
                  </a:lnTo>
                  <a:lnTo>
                    <a:pt x="1290169" y="1385592"/>
                  </a:lnTo>
                  <a:lnTo>
                    <a:pt x="1290159" y="1385598"/>
                  </a:lnTo>
                  <a:lnTo>
                    <a:pt x="1290138" y="1385608"/>
                  </a:lnTo>
                  <a:lnTo>
                    <a:pt x="1290119" y="1385621"/>
                  </a:lnTo>
                  <a:lnTo>
                    <a:pt x="1290101" y="1385629"/>
                  </a:lnTo>
                  <a:lnTo>
                    <a:pt x="1290087" y="1385633"/>
                  </a:lnTo>
                  <a:lnTo>
                    <a:pt x="1290080" y="1385625"/>
                  </a:lnTo>
                  <a:lnTo>
                    <a:pt x="1290064" y="1385614"/>
                  </a:lnTo>
                  <a:lnTo>
                    <a:pt x="1290048" y="1385605"/>
                  </a:lnTo>
                  <a:lnTo>
                    <a:pt x="1290022" y="1385594"/>
                  </a:lnTo>
                  <a:lnTo>
                    <a:pt x="1289986" y="1385580"/>
                  </a:lnTo>
                  <a:lnTo>
                    <a:pt x="1289973" y="1385578"/>
                  </a:lnTo>
                  <a:lnTo>
                    <a:pt x="1289947" y="1385573"/>
                  </a:lnTo>
                  <a:lnTo>
                    <a:pt x="1289939" y="1385562"/>
                  </a:lnTo>
                  <a:lnTo>
                    <a:pt x="1289928" y="1385551"/>
                  </a:lnTo>
                  <a:lnTo>
                    <a:pt x="1289924" y="1385536"/>
                  </a:lnTo>
                  <a:lnTo>
                    <a:pt x="1289932" y="1385534"/>
                  </a:lnTo>
                  <a:lnTo>
                    <a:pt x="1289941" y="1385529"/>
                  </a:lnTo>
                  <a:lnTo>
                    <a:pt x="1289953" y="1385517"/>
                  </a:lnTo>
                  <a:lnTo>
                    <a:pt x="1289957" y="1385494"/>
                  </a:lnTo>
                  <a:lnTo>
                    <a:pt x="1289947" y="1385477"/>
                  </a:lnTo>
                  <a:lnTo>
                    <a:pt x="1289944" y="1385468"/>
                  </a:lnTo>
                  <a:lnTo>
                    <a:pt x="1289946" y="1385457"/>
                  </a:lnTo>
                  <a:lnTo>
                    <a:pt x="1289954" y="1385445"/>
                  </a:lnTo>
                  <a:lnTo>
                    <a:pt x="1289962" y="1385425"/>
                  </a:lnTo>
                  <a:lnTo>
                    <a:pt x="1289967" y="1385411"/>
                  </a:lnTo>
                  <a:lnTo>
                    <a:pt x="1289972" y="1385401"/>
                  </a:lnTo>
                  <a:lnTo>
                    <a:pt x="1289962" y="1385377"/>
                  </a:lnTo>
                  <a:lnTo>
                    <a:pt x="1289959" y="1385369"/>
                  </a:lnTo>
                  <a:lnTo>
                    <a:pt x="1289957" y="1385361"/>
                  </a:lnTo>
                  <a:lnTo>
                    <a:pt x="1289955" y="1385356"/>
                  </a:lnTo>
                  <a:lnTo>
                    <a:pt x="1289952" y="1385351"/>
                  </a:lnTo>
                  <a:lnTo>
                    <a:pt x="1289948" y="1385339"/>
                  </a:lnTo>
                  <a:lnTo>
                    <a:pt x="1289946" y="1385328"/>
                  </a:lnTo>
                  <a:lnTo>
                    <a:pt x="1289944" y="1385311"/>
                  </a:lnTo>
                  <a:lnTo>
                    <a:pt x="1289938" y="1385305"/>
                  </a:lnTo>
                  <a:lnTo>
                    <a:pt x="1289935" y="1385303"/>
                  </a:lnTo>
                  <a:lnTo>
                    <a:pt x="1289918" y="1385288"/>
                  </a:lnTo>
                  <a:lnTo>
                    <a:pt x="1289923" y="1385262"/>
                  </a:lnTo>
                  <a:lnTo>
                    <a:pt x="1289928" y="1385233"/>
                  </a:lnTo>
                  <a:lnTo>
                    <a:pt x="1289926" y="1385211"/>
                  </a:lnTo>
                  <a:lnTo>
                    <a:pt x="1289921" y="1385183"/>
                  </a:lnTo>
                  <a:lnTo>
                    <a:pt x="1289924" y="1385175"/>
                  </a:lnTo>
                  <a:lnTo>
                    <a:pt x="1289938" y="1385153"/>
                  </a:lnTo>
                  <a:lnTo>
                    <a:pt x="1289939" y="1385127"/>
                  </a:lnTo>
                  <a:lnTo>
                    <a:pt x="1289933" y="1385106"/>
                  </a:lnTo>
                  <a:lnTo>
                    <a:pt x="1289913" y="1385092"/>
                  </a:lnTo>
                  <a:lnTo>
                    <a:pt x="1289891" y="1385073"/>
                  </a:lnTo>
                  <a:lnTo>
                    <a:pt x="1289888" y="1385069"/>
                  </a:lnTo>
                  <a:lnTo>
                    <a:pt x="1289886" y="1385063"/>
                  </a:lnTo>
                  <a:lnTo>
                    <a:pt x="1289884" y="1385034"/>
                  </a:lnTo>
                  <a:lnTo>
                    <a:pt x="1289870" y="1385010"/>
                  </a:lnTo>
                  <a:lnTo>
                    <a:pt x="1289866" y="1384974"/>
                  </a:lnTo>
                  <a:lnTo>
                    <a:pt x="1289855" y="1384961"/>
                  </a:lnTo>
                  <a:lnTo>
                    <a:pt x="1289846" y="1384945"/>
                  </a:lnTo>
                  <a:lnTo>
                    <a:pt x="1289836" y="1384927"/>
                  </a:lnTo>
                  <a:lnTo>
                    <a:pt x="1289831" y="1384914"/>
                  </a:lnTo>
                  <a:lnTo>
                    <a:pt x="1289828" y="1384909"/>
                  </a:lnTo>
                  <a:lnTo>
                    <a:pt x="1289820" y="1384898"/>
                  </a:lnTo>
                  <a:lnTo>
                    <a:pt x="1289803" y="1384892"/>
                  </a:lnTo>
                  <a:lnTo>
                    <a:pt x="1289783" y="1384888"/>
                  </a:lnTo>
                  <a:lnTo>
                    <a:pt x="1289769" y="1384881"/>
                  </a:lnTo>
                  <a:lnTo>
                    <a:pt x="1289757" y="1384872"/>
                  </a:lnTo>
                  <a:lnTo>
                    <a:pt x="1289744" y="1384856"/>
                  </a:lnTo>
                  <a:lnTo>
                    <a:pt x="1289742" y="1384850"/>
                  </a:lnTo>
                  <a:lnTo>
                    <a:pt x="1289739" y="1384842"/>
                  </a:lnTo>
                  <a:lnTo>
                    <a:pt x="1289736" y="1384836"/>
                  </a:lnTo>
                  <a:lnTo>
                    <a:pt x="1289735" y="1384830"/>
                  </a:lnTo>
                  <a:lnTo>
                    <a:pt x="1289734" y="1384824"/>
                  </a:lnTo>
                  <a:lnTo>
                    <a:pt x="1289735" y="1384818"/>
                  </a:lnTo>
                  <a:lnTo>
                    <a:pt x="1289735" y="1384811"/>
                  </a:lnTo>
                  <a:lnTo>
                    <a:pt x="1289736" y="1384803"/>
                  </a:lnTo>
                  <a:lnTo>
                    <a:pt x="1289737" y="1384795"/>
                  </a:lnTo>
                  <a:lnTo>
                    <a:pt x="1289738" y="1384788"/>
                  </a:lnTo>
                  <a:lnTo>
                    <a:pt x="1289737" y="1384783"/>
                  </a:lnTo>
                  <a:lnTo>
                    <a:pt x="1289736" y="1384776"/>
                  </a:lnTo>
                  <a:lnTo>
                    <a:pt x="1289734" y="1384770"/>
                  </a:lnTo>
                  <a:lnTo>
                    <a:pt x="1289732" y="1384765"/>
                  </a:lnTo>
                  <a:lnTo>
                    <a:pt x="1289730" y="1384760"/>
                  </a:lnTo>
                  <a:lnTo>
                    <a:pt x="1289728" y="1384755"/>
                  </a:lnTo>
                  <a:lnTo>
                    <a:pt x="1289724" y="1384749"/>
                  </a:lnTo>
                  <a:lnTo>
                    <a:pt x="1289721" y="1384742"/>
                  </a:lnTo>
                  <a:lnTo>
                    <a:pt x="1289719" y="1384737"/>
                  </a:lnTo>
                  <a:lnTo>
                    <a:pt x="1289717" y="1384732"/>
                  </a:lnTo>
                  <a:lnTo>
                    <a:pt x="1289715" y="1384727"/>
                  </a:lnTo>
                  <a:lnTo>
                    <a:pt x="1289711" y="1384721"/>
                  </a:lnTo>
                  <a:lnTo>
                    <a:pt x="1289706" y="1384714"/>
                  </a:lnTo>
                  <a:lnTo>
                    <a:pt x="1289703" y="1384709"/>
                  </a:lnTo>
                  <a:lnTo>
                    <a:pt x="1289701" y="1384705"/>
                  </a:lnTo>
                  <a:lnTo>
                    <a:pt x="1289698" y="1384700"/>
                  </a:lnTo>
                  <a:lnTo>
                    <a:pt x="1289694" y="1384693"/>
                  </a:lnTo>
                  <a:lnTo>
                    <a:pt x="1289691" y="1384687"/>
                  </a:lnTo>
                  <a:lnTo>
                    <a:pt x="1289689" y="1384680"/>
                  </a:lnTo>
                  <a:lnTo>
                    <a:pt x="1289687" y="1384674"/>
                  </a:lnTo>
                  <a:lnTo>
                    <a:pt x="1289687" y="1384665"/>
                  </a:lnTo>
                  <a:lnTo>
                    <a:pt x="1289687" y="1384659"/>
                  </a:lnTo>
                  <a:lnTo>
                    <a:pt x="1289687" y="1384654"/>
                  </a:lnTo>
                  <a:lnTo>
                    <a:pt x="1289687" y="1384648"/>
                  </a:lnTo>
                  <a:lnTo>
                    <a:pt x="1289685" y="1384644"/>
                  </a:lnTo>
                  <a:lnTo>
                    <a:pt x="1289683" y="1384637"/>
                  </a:lnTo>
                  <a:lnTo>
                    <a:pt x="1289682" y="1384630"/>
                  </a:lnTo>
                  <a:lnTo>
                    <a:pt x="1289681" y="1384624"/>
                  </a:lnTo>
                  <a:lnTo>
                    <a:pt x="1289678" y="1384617"/>
                  </a:lnTo>
                  <a:lnTo>
                    <a:pt x="1289674" y="1384613"/>
                  </a:lnTo>
                  <a:lnTo>
                    <a:pt x="1289669" y="1384608"/>
                  </a:lnTo>
                  <a:lnTo>
                    <a:pt x="1289664" y="1384603"/>
                  </a:lnTo>
                  <a:lnTo>
                    <a:pt x="1289659" y="1384598"/>
                  </a:lnTo>
                  <a:lnTo>
                    <a:pt x="1289654" y="1384594"/>
                  </a:lnTo>
                  <a:lnTo>
                    <a:pt x="1289649" y="1384590"/>
                  </a:lnTo>
                  <a:lnTo>
                    <a:pt x="1289644" y="1384586"/>
                  </a:lnTo>
                  <a:lnTo>
                    <a:pt x="1289639" y="1384581"/>
                  </a:lnTo>
                  <a:lnTo>
                    <a:pt x="1289633" y="1384575"/>
                  </a:lnTo>
                  <a:lnTo>
                    <a:pt x="1289629" y="1384571"/>
                  </a:lnTo>
                  <a:lnTo>
                    <a:pt x="1289625" y="1384566"/>
                  </a:lnTo>
                  <a:lnTo>
                    <a:pt x="1289620" y="1384560"/>
                  </a:lnTo>
                  <a:lnTo>
                    <a:pt x="1289617" y="1384555"/>
                  </a:lnTo>
                  <a:lnTo>
                    <a:pt x="1289614" y="1384550"/>
                  </a:lnTo>
                  <a:lnTo>
                    <a:pt x="1289612" y="1384545"/>
                  </a:lnTo>
                  <a:lnTo>
                    <a:pt x="1289618" y="1384536"/>
                  </a:lnTo>
                  <a:lnTo>
                    <a:pt x="1289622" y="1384532"/>
                  </a:lnTo>
                  <a:lnTo>
                    <a:pt x="1289625" y="1384526"/>
                  </a:lnTo>
                  <a:lnTo>
                    <a:pt x="1289626" y="1384518"/>
                  </a:lnTo>
                  <a:lnTo>
                    <a:pt x="1289627" y="1384511"/>
                  </a:lnTo>
                  <a:lnTo>
                    <a:pt x="1289629" y="1384505"/>
                  </a:lnTo>
                  <a:lnTo>
                    <a:pt x="1289631" y="1384500"/>
                  </a:lnTo>
                  <a:lnTo>
                    <a:pt x="1289633" y="1384496"/>
                  </a:lnTo>
                  <a:lnTo>
                    <a:pt x="1289636" y="1384493"/>
                  </a:lnTo>
                  <a:lnTo>
                    <a:pt x="1289640" y="1384491"/>
                  </a:lnTo>
                  <a:lnTo>
                    <a:pt x="1289644" y="1384489"/>
                  </a:lnTo>
                  <a:lnTo>
                    <a:pt x="1289647" y="1384488"/>
                  </a:lnTo>
                  <a:lnTo>
                    <a:pt x="1289654" y="1384485"/>
                  </a:lnTo>
                  <a:lnTo>
                    <a:pt x="1289660" y="1384481"/>
                  </a:lnTo>
                  <a:lnTo>
                    <a:pt x="1289664" y="1384477"/>
                  </a:lnTo>
                  <a:lnTo>
                    <a:pt x="1289668" y="1384472"/>
                  </a:lnTo>
                  <a:lnTo>
                    <a:pt x="1289672" y="1384468"/>
                  </a:lnTo>
                  <a:lnTo>
                    <a:pt x="1289676" y="1384461"/>
                  </a:lnTo>
                  <a:lnTo>
                    <a:pt x="1289678" y="1384456"/>
                  </a:lnTo>
                  <a:lnTo>
                    <a:pt x="1289680" y="1384452"/>
                  </a:lnTo>
                  <a:lnTo>
                    <a:pt x="1289682" y="1384447"/>
                  </a:lnTo>
                  <a:lnTo>
                    <a:pt x="1289686" y="1384440"/>
                  </a:lnTo>
                  <a:lnTo>
                    <a:pt x="1289690" y="1384434"/>
                  </a:lnTo>
                  <a:lnTo>
                    <a:pt x="1289693" y="1384429"/>
                  </a:lnTo>
                  <a:lnTo>
                    <a:pt x="1289694" y="1384424"/>
                  </a:lnTo>
                  <a:lnTo>
                    <a:pt x="1289696" y="1384418"/>
                  </a:lnTo>
                  <a:lnTo>
                    <a:pt x="1289699" y="1384410"/>
                  </a:lnTo>
                  <a:lnTo>
                    <a:pt x="1289701" y="1384404"/>
                  </a:lnTo>
                  <a:lnTo>
                    <a:pt x="1289703" y="1384400"/>
                  </a:lnTo>
                  <a:lnTo>
                    <a:pt x="1289705" y="1384394"/>
                  </a:lnTo>
                  <a:lnTo>
                    <a:pt x="1289707" y="1384389"/>
                  </a:lnTo>
                  <a:lnTo>
                    <a:pt x="1289711" y="1384382"/>
                  </a:lnTo>
                  <a:lnTo>
                    <a:pt x="1289715" y="1384376"/>
                  </a:lnTo>
                  <a:lnTo>
                    <a:pt x="1289721" y="1384370"/>
                  </a:lnTo>
                  <a:lnTo>
                    <a:pt x="1289724" y="1384366"/>
                  </a:lnTo>
                  <a:lnTo>
                    <a:pt x="1289726" y="1384360"/>
                  </a:lnTo>
                  <a:lnTo>
                    <a:pt x="1289728" y="1384354"/>
                  </a:lnTo>
                  <a:lnTo>
                    <a:pt x="1289727" y="1384348"/>
                  </a:lnTo>
                  <a:lnTo>
                    <a:pt x="1289725" y="1384343"/>
                  </a:lnTo>
                  <a:lnTo>
                    <a:pt x="1289721" y="1384334"/>
                  </a:lnTo>
                  <a:lnTo>
                    <a:pt x="1289718" y="1384330"/>
                  </a:lnTo>
                  <a:lnTo>
                    <a:pt x="1289716" y="1384325"/>
                  </a:lnTo>
                  <a:lnTo>
                    <a:pt x="1289714" y="1384319"/>
                  </a:lnTo>
                  <a:lnTo>
                    <a:pt x="1289713" y="1384312"/>
                  </a:lnTo>
                  <a:lnTo>
                    <a:pt x="1289712" y="1384307"/>
                  </a:lnTo>
                  <a:lnTo>
                    <a:pt x="1289711" y="1384302"/>
                  </a:lnTo>
                  <a:lnTo>
                    <a:pt x="1289710" y="1384296"/>
                  </a:lnTo>
                  <a:lnTo>
                    <a:pt x="1289710" y="1384290"/>
                  </a:lnTo>
                  <a:lnTo>
                    <a:pt x="1289709" y="1384282"/>
                  </a:lnTo>
                  <a:lnTo>
                    <a:pt x="1289709" y="1384276"/>
                  </a:lnTo>
                  <a:lnTo>
                    <a:pt x="1289709" y="1384271"/>
                  </a:lnTo>
                  <a:lnTo>
                    <a:pt x="1289710" y="1384265"/>
                  </a:lnTo>
                  <a:lnTo>
                    <a:pt x="1289711" y="1384258"/>
                  </a:lnTo>
                  <a:lnTo>
                    <a:pt x="1289713" y="1384249"/>
                  </a:lnTo>
                  <a:lnTo>
                    <a:pt x="1289715" y="1384243"/>
                  </a:lnTo>
                  <a:lnTo>
                    <a:pt x="1289717" y="1384236"/>
                  </a:lnTo>
                  <a:lnTo>
                    <a:pt x="1289720" y="1384230"/>
                  </a:lnTo>
                  <a:lnTo>
                    <a:pt x="1289722" y="1384224"/>
                  </a:lnTo>
                  <a:lnTo>
                    <a:pt x="1289725" y="1384215"/>
                  </a:lnTo>
                  <a:lnTo>
                    <a:pt x="1289727" y="1384208"/>
                  </a:lnTo>
                  <a:lnTo>
                    <a:pt x="1289728" y="1384202"/>
                  </a:lnTo>
                  <a:lnTo>
                    <a:pt x="1289728" y="1384196"/>
                  </a:lnTo>
                  <a:lnTo>
                    <a:pt x="1289727" y="1384190"/>
                  </a:lnTo>
                  <a:lnTo>
                    <a:pt x="1289725" y="1384186"/>
                  </a:lnTo>
                  <a:lnTo>
                    <a:pt x="1289723" y="1384180"/>
                  </a:lnTo>
                  <a:lnTo>
                    <a:pt x="1289721" y="1384172"/>
                  </a:lnTo>
                  <a:lnTo>
                    <a:pt x="1289719" y="1384167"/>
                  </a:lnTo>
                  <a:lnTo>
                    <a:pt x="1289717" y="1384162"/>
                  </a:lnTo>
                  <a:lnTo>
                    <a:pt x="1289715" y="1384158"/>
                  </a:lnTo>
                  <a:lnTo>
                    <a:pt x="1289713" y="1384153"/>
                  </a:lnTo>
                  <a:lnTo>
                    <a:pt x="1289711" y="1384149"/>
                  </a:lnTo>
                  <a:lnTo>
                    <a:pt x="1289709" y="1384144"/>
                  </a:lnTo>
                  <a:lnTo>
                    <a:pt x="1289707" y="1384140"/>
                  </a:lnTo>
                  <a:lnTo>
                    <a:pt x="1289705" y="1384133"/>
                  </a:lnTo>
                  <a:lnTo>
                    <a:pt x="1289703" y="1384127"/>
                  </a:lnTo>
                  <a:lnTo>
                    <a:pt x="1289701" y="1384122"/>
                  </a:lnTo>
                  <a:lnTo>
                    <a:pt x="1289700" y="1384116"/>
                  </a:lnTo>
                  <a:lnTo>
                    <a:pt x="1289699" y="1384110"/>
                  </a:lnTo>
                  <a:lnTo>
                    <a:pt x="1289699" y="1384102"/>
                  </a:lnTo>
                  <a:lnTo>
                    <a:pt x="1289698" y="1384097"/>
                  </a:lnTo>
                  <a:lnTo>
                    <a:pt x="1289697" y="1384090"/>
                  </a:lnTo>
                  <a:lnTo>
                    <a:pt x="1289696" y="1384082"/>
                  </a:lnTo>
                  <a:lnTo>
                    <a:pt x="1289695" y="1384077"/>
                  </a:lnTo>
                  <a:lnTo>
                    <a:pt x="1289694" y="1384071"/>
                  </a:lnTo>
                  <a:lnTo>
                    <a:pt x="1289693" y="1384067"/>
                  </a:lnTo>
                  <a:lnTo>
                    <a:pt x="1289692" y="1384062"/>
                  </a:lnTo>
                  <a:lnTo>
                    <a:pt x="1289690" y="1384057"/>
                  </a:lnTo>
                  <a:lnTo>
                    <a:pt x="1289688" y="1384050"/>
                  </a:lnTo>
                  <a:lnTo>
                    <a:pt x="1289685" y="1384046"/>
                  </a:lnTo>
                  <a:lnTo>
                    <a:pt x="1289681" y="1384041"/>
                  </a:lnTo>
                  <a:lnTo>
                    <a:pt x="1289676" y="1384034"/>
                  </a:lnTo>
                  <a:lnTo>
                    <a:pt x="1289673" y="1384029"/>
                  </a:lnTo>
                  <a:lnTo>
                    <a:pt x="1289671" y="1384022"/>
                  </a:lnTo>
                  <a:lnTo>
                    <a:pt x="1289669" y="1384017"/>
                  </a:lnTo>
                  <a:lnTo>
                    <a:pt x="1289665" y="1384015"/>
                  </a:lnTo>
                  <a:lnTo>
                    <a:pt x="1289660" y="1384012"/>
                  </a:lnTo>
                  <a:lnTo>
                    <a:pt x="1289656" y="1384010"/>
                  </a:lnTo>
                  <a:lnTo>
                    <a:pt x="1289651" y="1384006"/>
                  </a:lnTo>
                  <a:lnTo>
                    <a:pt x="1289647" y="1384002"/>
                  </a:lnTo>
                  <a:lnTo>
                    <a:pt x="1289642" y="1383996"/>
                  </a:lnTo>
                  <a:lnTo>
                    <a:pt x="1289638" y="1383992"/>
                  </a:lnTo>
                  <a:lnTo>
                    <a:pt x="1289634" y="1383989"/>
                  </a:lnTo>
                  <a:lnTo>
                    <a:pt x="1289629" y="1383984"/>
                  </a:lnTo>
                  <a:lnTo>
                    <a:pt x="1289625" y="1383980"/>
                  </a:lnTo>
                  <a:lnTo>
                    <a:pt x="1289620" y="1383974"/>
                  </a:lnTo>
                  <a:lnTo>
                    <a:pt x="1289616" y="1383967"/>
                  </a:lnTo>
                  <a:lnTo>
                    <a:pt x="1289612" y="1383961"/>
                  </a:lnTo>
                  <a:lnTo>
                    <a:pt x="1289610" y="1383956"/>
                  </a:lnTo>
                  <a:lnTo>
                    <a:pt x="1289609" y="1383949"/>
                  </a:lnTo>
                  <a:lnTo>
                    <a:pt x="1289607" y="1383941"/>
                  </a:lnTo>
                  <a:lnTo>
                    <a:pt x="1289604" y="1383934"/>
                  </a:lnTo>
                  <a:lnTo>
                    <a:pt x="1289601" y="1383926"/>
                  </a:lnTo>
                  <a:lnTo>
                    <a:pt x="1289600" y="1383920"/>
                  </a:lnTo>
                  <a:lnTo>
                    <a:pt x="1289598" y="1383915"/>
                  </a:lnTo>
                  <a:lnTo>
                    <a:pt x="1289595" y="1383909"/>
                  </a:lnTo>
                  <a:lnTo>
                    <a:pt x="1289591" y="1383904"/>
                  </a:lnTo>
                  <a:lnTo>
                    <a:pt x="1289588" y="1383900"/>
                  </a:lnTo>
                  <a:lnTo>
                    <a:pt x="1289584" y="1383896"/>
                  </a:lnTo>
                  <a:lnTo>
                    <a:pt x="1289580" y="1383893"/>
                  </a:lnTo>
                  <a:lnTo>
                    <a:pt x="1289577" y="1383890"/>
                  </a:lnTo>
                  <a:lnTo>
                    <a:pt x="1289573" y="1383886"/>
                  </a:lnTo>
                  <a:lnTo>
                    <a:pt x="1289568" y="1383880"/>
                  </a:lnTo>
                  <a:lnTo>
                    <a:pt x="1289566" y="1383874"/>
                  </a:lnTo>
                  <a:lnTo>
                    <a:pt x="1289566" y="1383869"/>
                  </a:lnTo>
                  <a:lnTo>
                    <a:pt x="1289566" y="1383863"/>
                  </a:lnTo>
                  <a:lnTo>
                    <a:pt x="1289567" y="1383858"/>
                  </a:lnTo>
                  <a:lnTo>
                    <a:pt x="1289567" y="1383850"/>
                  </a:lnTo>
                  <a:lnTo>
                    <a:pt x="1289567" y="1383842"/>
                  </a:lnTo>
                  <a:lnTo>
                    <a:pt x="1289567" y="1383837"/>
                  </a:lnTo>
                  <a:lnTo>
                    <a:pt x="1289567" y="1383829"/>
                  </a:lnTo>
                  <a:lnTo>
                    <a:pt x="1289567" y="1383822"/>
                  </a:lnTo>
                  <a:lnTo>
                    <a:pt x="1289566" y="1383817"/>
                  </a:lnTo>
                  <a:lnTo>
                    <a:pt x="1289566" y="1383810"/>
                  </a:lnTo>
                  <a:lnTo>
                    <a:pt x="1289566" y="1383804"/>
                  </a:lnTo>
                  <a:lnTo>
                    <a:pt x="1289566" y="1383797"/>
                  </a:lnTo>
                  <a:lnTo>
                    <a:pt x="1289565" y="1383790"/>
                  </a:lnTo>
                  <a:lnTo>
                    <a:pt x="1289565" y="1383785"/>
                  </a:lnTo>
                  <a:lnTo>
                    <a:pt x="1289563" y="1383776"/>
                  </a:lnTo>
                  <a:lnTo>
                    <a:pt x="1289561" y="1383771"/>
                  </a:lnTo>
                  <a:lnTo>
                    <a:pt x="1289559" y="1383766"/>
                  </a:lnTo>
                  <a:lnTo>
                    <a:pt x="1289557" y="1383761"/>
                  </a:lnTo>
                  <a:lnTo>
                    <a:pt x="1289555" y="1383755"/>
                  </a:lnTo>
                  <a:lnTo>
                    <a:pt x="1289552" y="1383745"/>
                  </a:lnTo>
                  <a:lnTo>
                    <a:pt x="1289551" y="1383738"/>
                  </a:lnTo>
                  <a:lnTo>
                    <a:pt x="1289549" y="1383731"/>
                  </a:lnTo>
                  <a:lnTo>
                    <a:pt x="1289547" y="1383726"/>
                  </a:lnTo>
                  <a:lnTo>
                    <a:pt x="1289545" y="1383721"/>
                  </a:lnTo>
                  <a:lnTo>
                    <a:pt x="1289543" y="1383715"/>
                  </a:lnTo>
                  <a:lnTo>
                    <a:pt x="1289541" y="1383711"/>
                  </a:lnTo>
                  <a:lnTo>
                    <a:pt x="1289538" y="1383706"/>
                  </a:lnTo>
                  <a:lnTo>
                    <a:pt x="1289536" y="1383702"/>
                  </a:lnTo>
                  <a:lnTo>
                    <a:pt x="1289533" y="1383698"/>
                  </a:lnTo>
                  <a:lnTo>
                    <a:pt x="1289529" y="1383694"/>
                  </a:lnTo>
                  <a:lnTo>
                    <a:pt x="1289524" y="1383689"/>
                  </a:lnTo>
                  <a:lnTo>
                    <a:pt x="1289519" y="1383684"/>
                  </a:lnTo>
                  <a:lnTo>
                    <a:pt x="1289514" y="1383680"/>
                  </a:lnTo>
                  <a:lnTo>
                    <a:pt x="1289510" y="1383677"/>
                  </a:lnTo>
                  <a:lnTo>
                    <a:pt x="1289504" y="1383673"/>
                  </a:lnTo>
                  <a:lnTo>
                    <a:pt x="1289499" y="1383668"/>
                  </a:lnTo>
                  <a:lnTo>
                    <a:pt x="1289494" y="1383664"/>
                  </a:lnTo>
                  <a:lnTo>
                    <a:pt x="1289487" y="1383661"/>
                  </a:lnTo>
                  <a:lnTo>
                    <a:pt x="1289481" y="1383659"/>
                  </a:lnTo>
                  <a:lnTo>
                    <a:pt x="1289477" y="1383658"/>
                  </a:lnTo>
                  <a:lnTo>
                    <a:pt x="1289473" y="1383657"/>
                  </a:lnTo>
                  <a:lnTo>
                    <a:pt x="1289468" y="1383655"/>
                  </a:lnTo>
                  <a:lnTo>
                    <a:pt x="1289463" y="1383653"/>
                  </a:lnTo>
                  <a:lnTo>
                    <a:pt x="1289458" y="1383649"/>
                  </a:lnTo>
                  <a:lnTo>
                    <a:pt x="1289453" y="1383646"/>
                  </a:lnTo>
                  <a:lnTo>
                    <a:pt x="1289448" y="1383642"/>
                  </a:lnTo>
                  <a:lnTo>
                    <a:pt x="1289444" y="1383637"/>
                  </a:lnTo>
                  <a:lnTo>
                    <a:pt x="1289440" y="1383633"/>
                  </a:lnTo>
                  <a:lnTo>
                    <a:pt x="1289436" y="1383628"/>
                  </a:lnTo>
                  <a:lnTo>
                    <a:pt x="1289432" y="1383622"/>
                  </a:lnTo>
                  <a:lnTo>
                    <a:pt x="1289428" y="1383618"/>
                  </a:lnTo>
                  <a:lnTo>
                    <a:pt x="1289421" y="1383615"/>
                  </a:lnTo>
                  <a:lnTo>
                    <a:pt x="1289415" y="1383616"/>
                  </a:lnTo>
                  <a:lnTo>
                    <a:pt x="1289411" y="1383616"/>
                  </a:lnTo>
                  <a:lnTo>
                    <a:pt x="1289405" y="1383618"/>
                  </a:lnTo>
                  <a:lnTo>
                    <a:pt x="1289400" y="1383619"/>
                  </a:lnTo>
                  <a:lnTo>
                    <a:pt x="1289396" y="1383620"/>
                  </a:lnTo>
                  <a:lnTo>
                    <a:pt x="1289392" y="1383621"/>
                  </a:lnTo>
                  <a:lnTo>
                    <a:pt x="1289386" y="1383622"/>
                  </a:lnTo>
                  <a:lnTo>
                    <a:pt x="1289380" y="1383623"/>
                  </a:lnTo>
                  <a:lnTo>
                    <a:pt x="1289369" y="1383611"/>
                  </a:lnTo>
                  <a:lnTo>
                    <a:pt x="1289356" y="1383605"/>
                  </a:lnTo>
                  <a:lnTo>
                    <a:pt x="1289344" y="1383601"/>
                  </a:lnTo>
                  <a:lnTo>
                    <a:pt x="1289334" y="1383598"/>
                  </a:lnTo>
                  <a:lnTo>
                    <a:pt x="1289326" y="1383598"/>
                  </a:lnTo>
                  <a:lnTo>
                    <a:pt x="1289315" y="1383602"/>
                  </a:lnTo>
                  <a:lnTo>
                    <a:pt x="1289307" y="1383605"/>
                  </a:lnTo>
                  <a:lnTo>
                    <a:pt x="1289297" y="1383613"/>
                  </a:lnTo>
                  <a:lnTo>
                    <a:pt x="1289282" y="1383607"/>
                  </a:lnTo>
                  <a:lnTo>
                    <a:pt x="1289255" y="1383619"/>
                  </a:lnTo>
                  <a:lnTo>
                    <a:pt x="1289240" y="1383632"/>
                  </a:lnTo>
                  <a:lnTo>
                    <a:pt x="1289213" y="1383652"/>
                  </a:lnTo>
                  <a:lnTo>
                    <a:pt x="1289206" y="1383662"/>
                  </a:lnTo>
                  <a:lnTo>
                    <a:pt x="1289202" y="1383669"/>
                  </a:lnTo>
                  <a:lnTo>
                    <a:pt x="1289179" y="1383688"/>
                  </a:lnTo>
                  <a:lnTo>
                    <a:pt x="1289156" y="1383694"/>
                  </a:lnTo>
                  <a:lnTo>
                    <a:pt x="1289152" y="1383696"/>
                  </a:lnTo>
                  <a:lnTo>
                    <a:pt x="1289124" y="1383716"/>
                  </a:lnTo>
                  <a:lnTo>
                    <a:pt x="1289111" y="1383729"/>
                  </a:lnTo>
                  <a:lnTo>
                    <a:pt x="1289090" y="1383751"/>
                  </a:lnTo>
                  <a:lnTo>
                    <a:pt x="1289082" y="1383754"/>
                  </a:lnTo>
                  <a:lnTo>
                    <a:pt x="1289072" y="1383759"/>
                  </a:lnTo>
                  <a:lnTo>
                    <a:pt x="1289048" y="1383764"/>
                  </a:lnTo>
                  <a:lnTo>
                    <a:pt x="1289032" y="1383766"/>
                  </a:lnTo>
                  <a:lnTo>
                    <a:pt x="1289015" y="1383770"/>
                  </a:lnTo>
                  <a:lnTo>
                    <a:pt x="1288934" y="1383788"/>
                  </a:lnTo>
                  <a:lnTo>
                    <a:pt x="1288929" y="1383786"/>
                  </a:lnTo>
                  <a:lnTo>
                    <a:pt x="1288924" y="1383783"/>
                  </a:lnTo>
                  <a:lnTo>
                    <a:pt x="1288917" y="1383780"/>
                  </a:lnTo>
                  <a:lnTo>
                    <a:pt x="1288912" y="1383776"/>
                  </a:lnTo>
                  <a:lnTo>
                    <a:pt x="1288907" y="1383774"/>
                  </a:lnTo>
                  <a:lnTo>
                    <a:pt x="1288902" y="1383773"/>
                  </a:lnTo>
                  <a:lnTo>
                    <a:pt x="1288897" y="1383772"/>
                  </a:lnTo>
                  <a:lnTo>
                    <a:pt x="1288893" y="1383772"/>
                  </a:lnTo>
                  <a:lnTo>
                    <a:pt x="1288886" y="1383772"/>
                  </a:lnTo>
                  <a:lnTo>
                    <a:pt x="1288880" y="1383771"/>
                  </a:lnTo>
                  <a:lnTo>
                    <a:pt x="1288874" y="1383769"/>
                  </a:lnTo>
                  <a:lnTo>
                    <a:pt x="1288869" y="1383765"/>
                  </a:lnTo>
                  <a:lnTo>
                    <a:pt x="1288865" y="1383761"/>
                  </a:lnTo>
                  <a:lnTo>
                    <a:pt x="1288862" y="1383757"/>
                  </a:lnTo>
                  <a:lnTo>
                    <a:pt x="1288860" y="1383753"/>
                  </a:lnTo>
                  <a:lnTo>
                    <a:pt x="1288857" y="1383748"/>
                  </a:lnTo>
                  <a:lnTo>
                    <a:pt x="1288853" y="1383744"/>
                  </a:lnTo>
                  <a:lnTo>
                    <a:pt x="1288849" y="1383741"/>
                  </a:lnTo>
                  <a:lnTo>
                    <a:pt x="1288846" y="1383738"/>
                  </a:lnTo>
                  <a:lnTo>
                    <a:pt x="1288842" y="1383735"/>
                  </a:lnTo>
                  <a:lnTo>
                    <a:pt x="1288837" y="1383732"/>
                  </a:lnTo>
                  <a:lnTo>
                    <a:pt x="1288832" y="1383728"/>
                  </a:lnTo>
                  <a:lnTo>
                    <a:pt x="1288825" y="1383725"/>
                  </a:lnTo>
                  <a:lnTo>
                    <a:pt x="1288817" y="1383721"/>
                  </a:lnTo>
                  <a:lnTo>
                    <a:pt x="1288812" y="1383719"/>
                  </a:lnTo>
                  <a:lnTo>
                    <a:pt x="1288808" y="1383716"/>
                  </a:lnTo>
                  <a:lnTo>
                    <a:pt x="1288803" y="1383713"/>
                  </a:lnTo>
                  <a:lnTo>
                    <a:pt x="1288799" y="1383710"/>
                  </a:lnTo>
                  <a:lnTo>
                    <a:pt x="1288795" y="1383704"/>
                  </a:lnTo>
                  <a:lnTo>
                    <a:pt x="1288791" y="1383699"/>
                  </a:lnTo>
                  <a:lnTo>
                    <a:pt x="1288784" y="1383689"/>
                  </a:lnTo>
                  <a:lnTo>
                    <a:pt x="1288775" y="1383677"/>
                  </a:lnTo>
                  <a:lnTo>
                    <a:pt x="1288760" y="1383660"/>
                  </a:lnTo>
                  <a:lnTo>
                    <a:pt x="1288744" y="1383643"/>
                  </a:lnTo>
                  <a:lnTo>
                    <a:pt x="1288735" y="1383635"/>
                  </a:lnTo>
                  <a:lnTo>
                    <a:pt x="1288727" y="1383629"/>
                  </a:lnTo>
                  <a:lnTo>
                    <a:pt x="1288712" y="1383620"/>
                  </a:lnTo>
                  <a:lnTo>
                    <a:pt x="1288708" y="1383618"/>
                  </a:lnTo>
                  <a:lnTo>
                    <a:pt x="1288703" y="1383615"/>
                  </a:lnTo>
                  <a:lnTo>
                    <a:pt x="1288694" y="1383610"/>
                  </a:lnTo>
                  <a:lnTo>
                    <a:pt x="1288677" y="1383600"/>
                  </a:lnTo>
                  <a:lnTo>
                    <a:pt x="1288664" y="1383595"/>
                  </a:lnTo>
                  <a:lnTo>
                    <a:pt x="1288652" y="1383593"/>
                  </a:lnTo>
                  <a:lnTo>
                    <a:pt x="1288640" y="1383594"/>
                  </a:lnTo>
                  <a:lnTo>
                    <a:pt x="1288630" y="1383595"/>
                  </a:lnTo>
                  <a:lnTo>
                    <a:pt x="1288620" y="1383598"/>
                  </a:lnTo>
                  <a:lnTo>
                    <a:pt x="1288612" y="1383603"/>
                  </a:lnTo>
                  <a:lnTo>
                    <a:pt x="1288599" y="1383612"/>
                  </a:lnTo>
                  <a:lnTo>
                    <a:pt x="1288592" y="1383615"/>
                  </a:lnTo>
                  <a:lnTo>
                    <a:pt x="1288586" y="1383608"/>
                  </a:lnTo>
                  <a:lnTo>
                    <a:pt x="1288582" y="1383602"/>
                  </a:lnTo>
                  <a:lnTo>
                    <a:pt x="1288578" y="1383598"/>
                  </a:lnTo>
                  <a:lnTo>
                    <a:pt x="1288573" y="1383595"/>
                  </a:lnTo>
                  <a:lnTo>
                    <a:pt x="1288566" y="1383592"/>
                  </a:lnTo>
                  <a:lnTo>
                    <a:pt x="1288551" y="1383586"/>
                  </a:lnTo>
                  <a:lnTo>
                    <a:pt x="1288539" y="1383579"/>
                  </a:lnTo>
                  <a:lnTo>
                    <a:pt x="1288525" y="1383568"/>
                  </a:lnTo>
                  <a:lnTo>
                    <a:pt x="1288521" y="1383564"/>
                  </a:lnTo>
                  <a:lnTo>
                    <a:pt x="1288517" y="1383558"/>
                  </a:lnTo>
                  <a:lnTo>
                    <a:pt x="1288514" y="1383552"/>
                  </a:lnTo>
                  <a:lnTo>
                    <a:pt x="1288513" y="1383546"/>
                  </a:lnTo>
                  <a:lnTo>
                    <a:pt x="1288513" y="1383540"/>
                  </a:lnTo>
                  <a:lnTo>
                    <a:pt x="1288513" y="1383535"/>
                  </a:lnTo>
                  <a:lnTo>
                    <a:pt x="1288509" y="1383538"/>
                  </a:lnTo>
                  <a:lnTo>
                    <a:pt x="1288505" y="1383542"/>
                  </a:lnTo>
                  <a:lnTo>
                    <a:pt x="1288501" y="1383544"/>
                  </a:lnTo>
                  <a:lnTo>
                    <a:pt x="1288493" y="1383550"/>
                  </a:lnTo>
                  <a:lnTo>
                    <a:pt x="1288484" y="1383557"/>
                  </a:lnTo>
                  <a:lnTo>
                    <a:pt x="1288479" y="1383561"/>
                  </a:lnTo>
                  <a:lnTo>
                    <a:pt x="1288460" y="1383574"/>
                  </a:lnTo>
                  <a:lnTo>
                    <a:pt x="1288444" y="1383582"/>
                  </a:lnTo>
                  <a:lnTo>
                    <a:pt x="1288434" y="1383585"/>
                  </a:lnTo>
                  <a:lnTo>
                    <a:pt x="1288428" y="1383586"/>
                  </a:lnTo>
                  <a:lnTo>
                    <a:pt x="1288422" y="1383586"/>
                  </a:lnTo>
                  <a:lnTo>
                    <a:pt x="1288414" y="1383581"/>
                  </a:lnTo>
                  <a:lnTo>
                    <a:pt x="1288403" y="1383573"/>
                  </a:lnTo>
                  <a:lnTo>
                    <a:pt x="1288394" y="1383564"/>
                  </a:lnTo>
                  <a:lnTo>
                    <a:pt x="1288382" y="1383548"/>
                  </a:lnTo>
                  <a:lnTo>
                    <a:pt x="1288376" y="1383539"/>
                  </a:lnTo>
                  <a:lnTo>
                    <a:pt x="1288373" y="1383531"/>
                  </a:lnTo>
                  <a:lnTo>
                    <a:pt x="1288371" y="1383522"/>
                  </a:lnTo>
                  <a:lnTo>
                    <a:pt x="1288368" y="1383511"/>
                  </a:lnTo>
                  <a:lnTo>
                    <a:pt x="1288365" y="1383502"/>
                  </a:lnTo>
                  <a:lnTo>
                    <a:pt x="1288363" y="1383495"/>
                  </a:lnTo>
                  <a:lnTo>
                    <a:pt x="1288360" y="1383489"/>
                  </a:lnTo>
                  <a:lnTo>
                    <a:pt x="1288341" y="1383469"/>
                  </a:lnTo>
                  <a:lnTo>
                    <a:pt x="1288328" y="1383460"/>
                  </a:lnTo>
                  <a:lnTo>
                    <a:pt x="1288320" y="1383458"/>
                  </a:lnTo>
                  <a:lnTo>
                    <a:pt x="1288307" y="1383457"/>
                  </a:lnTo>
                  <a:lnTo>
                    <a:pt x="1288298" y="1383456"/>
                  </a:lnTo>
                  <a:lnTo>
                    <a:pt x="1288291" y="1383455"/>
                  </a:lnTo>
                  <a:lnTo>
                    <a:pt x="1288286" y="1383450"/>
                  </a:lnTo>
                  <a:lnTo>
                    <a:pt x="1288266" y="1383425"/>
                  </a:lnTo>
                  <a:lnTo>
                    <a:pt x="1288259" y="1383419"/>
                  </a:lnTo>
                  <a:lnTo>
                    <a:pt x="1288252" y="1383414"/>
                  </a:lnTo>
                  <a:lnTo>
                    <a:pt x="1288246" y="1383413"/>
                  </a:lnTo>
                  <a:lnTo>
                    <a:pt x="1288235" y="1383412"/>
                  </a:lnTo>
                  <a:lnTo>
                    <a:pt x="1288229" y="1383412"/>
                  </a:lnTo>
                  <a:lnTo>
                    <a:pt x="1288223" y="1383412"/>
                  </a:lnTo>
                  <a:lnTo>
                    <a:pt x="1288218" y="1383411"/>
                  </a:lnTo>
                  <a:lnTo>
                    <a:pt x="1288209" y="1383411"/>
                  </a:lnTo>
                  <a:lnTo>
                    <a:pt x="1288202" y="1383411"/>
                  </a:lnTo>
                  <a:lnTo>
                    <a:pt x="1288192" y="1383412"/>
                  </a:lnTo>
                  <a:lnTo>
                    <a:pt x="1288184" y="1383414"/>
                  </a:lnTo>
                  <a:lnTo>
                    <a:pt x="1288176" y="1383417"/>
                  </a:lnTo>
                  <a:lnTo>
                    <a:pt x="1288162" y="1383423"/>
                  </a:lnTo>
                  <a:lnTo>
                    <a:pt x="1288154" y="1383425"/>
                  </a:lnTo>
                  <a:lnTo>
                    <a:pt x="1288148" y="1383425"/>
                  </a:lnTo>
                  <a:lnTo>
                    <a:pt x="1288140" y="1383418"/>
                  </a:lnTo>
                  <a:lnTo>
                    <a:pt x="1288137" y="1383414"/>
                  </a:lnTo>
                  <a:lnTo>
                    <a:pt x="1288133" y="1383410"/>
                  </a:lnTo>
                  <a:lnTo>
                    <a:pt x="1288122" y="1383398"/>
                  </a:lnTo>
                  <a:lnTo>
                    <a:pt x="1288112" y="1383390"/>
                  </a:lnTo>
                  <a:lnTo>
                    <a:pt x="1288104" y="1383386"/>
                  </a:lnTo>
                  <a:lnTo>
                    <a:pt x="1288089" y="1383381"/>
                  </a:lnTo>
                  <a:lnTo>
                    <a:pt x="1288077" y="1383376"/>
                  </a:lnTo>
                  <a:lnTo>
                    <a:pt x="1288071" y="1383372"/>
                  </a:lnTo>
                  <a:lnTo>
                    <a:pt x="1288065" y="1383368"/>
                  </a:lnTo>
                  <a:lnTo>
                    <a:pt x="1288056" y="1383359"/>
                  </a:lnTo>
                  <a:lnTo>
                    <a:pt x="1288049" y="1383349"/>
                  </a:lnTo>
                  <a:lnTo>
                    <a:pt x="1288044" y="1383340"/>
                  </a:lnTo>
                  <a:lnTo>
                    <a:pt x="1288041" y="1383335"/>
                  </a:lnTo>
                  <a:lnTo>
                    <a:pt x="1288035" y="1383334"/>
                  </a:lnTo>
                  <a:lnTo>
                    <a:pt x="1288027" y="1383334"/>
                  </a:lnTo>
                  <a:lnTo>
                    <a:pt x="1288017" y="1383335"/>
                  </a:lnTo>
                  <a:lnTo>
                    <a:pt x="1288003" y="1383336"/>
                  </a:lnTo>
                  <a:lnTo>
                    <a:pt x="1287988" y="1383339"/>
                  </a:lnTo>
                  <a:lnTo>
                    <a:pt x="1287970" y="1383344"/>
                  </a:lnTo>
                  <a:lnTo>
                    <a:pt x="1287954" y="1383347"/>
                  </a:lnTo>
                  <a:lnTo>
                    <a:pt x="1287931" y="1383348"/>
                  </a:lnTo>
                  <a:lnTo>
                    <a:pt x="1287914" y="1383349"/>
                  </a:lnTo>
                  <a:lnTo>
                    <a:pt x="1287909" y="1383350"/>
                  </a:lnTo>
                  <a:lnTo>
                    <a:pt x="1287905" y="1383350"/>
                  </a:lnTo>
                  <a:lnTo>
                    <a:pt x="1287898" y="1383352"/>
                  </a:lnTo>
                  <a:lnTo>
                    <a:pt x="1287887" y="1383368"/>
                  </a:lnTo>
                  <a:lnTo>
                    <a:pt x="1287878" y="1383380"/>
                  </a:lnTo>
                  <a:lnTo>
                    <a:pt x="1287874" y="1383388"/>
                  </a:lnTo>
                  <a:lnTo>
                    <a:pt x="1287872" y="1383393"/>
                  </a:lnTo>
                  <a:lnTo>
                    <a:pt x="1287871" y="1383398"/>
                  </a:lnTo>
                  <a:lnTo>
                    <a:pt x="1287867" y="1383404"/>
                  </a:lnTo>
                  <a:lnTo>
                    <a:pt x="1287863" y="1383407"/>
                  </a:lnTo>
                  <a:lnTo>
                    <a:pt x="1287859" y="1383411"/>
                  </a:lnTo>
                  <a:lnTo>
                    <a:pt x="1287855" y="1383413"/>
                  </a:lnTo>
                  <a:lnTo>
                    <a:pt x="1287849" y="1383415"/>
                  </a:lnTo>
                  <a:lnTo>
                    <a:pt x="1287843" y="1383418"/>
                  </a:lnTo>
                  <a:lnTo>
                    <a:pt x="1287839" y="1383419"/>
                  </a:lnTo>
                  <a:lnTo>
                    <a:pt x="1287833" y="1383420"/>
                  </a:lnTo>
                  <a:lnTo>
                    <a:pt x="1287828" y="1383419"/>
                  </a:lnTo>
                  <a:lnTo>
                    <a:pt x="1287823" y="1383416"/>
                  </a:lnTo>
                  <a:lnTo>
                    <a:pt x="1287820" y="1383413"/>
                  </a:lnTo>
                  <a:lnTo>
                    <a:pt x="1287815" y="1383411"/>
                  </a:lnTo>
                  <a:lnTo>
                    <a:pt x="1287801" y="1383408"/>
                  </a:lnTo>
                  <a:lnTo>
                    <a:pt x="1287791" y="1383407"/>
                  </a:lnTo>
                  <a:lnTo>
                    <a:pt x="1287780" y="1383406"/>
                  </a:lnTo>
                  <a:lnTo>
                    <a:pt x="1287769" y="1383405"/>
                  </a:lnTo>
                  <a:lnTo>
                    <a:pt x="1287757" y="1383405"/>
                  </a:lnTo>
                  <a:lnTo>
                    <a:pt x="1287750" y="1383405"/>
                  </a:lnTo>
                  <a:lnTo>
                    <a:pt x="1287740" y="1383401"/>
                  </a:lnTo>
                  <a:lnTo>
                    <a:pt x="1287735" y="1383399"/>
                  </a:lnTo>
                  <a:lnTo>
                    <a:pt x="1287731" y="1383396"/>
                  </a:lnTo>
                  <a:lnTo>
                    <a:pt x="1287728" y="1383391"/>
                  </a:lnTo>
                  <a:lnTo>
                    <a:pt x="1287722" y="1383387"/>
                  </a:lnTo>
                  <a:lnTo>
                    <a:pt x="1287713" y="1383386"/>
                  </a:lnTo>
                  <a:lnTo>
                    <a:pt x="1287704" y="1383385"/>
                  </a:lnTo>
                  <a:lnTo>
                    <a:pt x="1287698" y="1383386"/>
                  </a:lnTo>
                  <a:lnTo>
                    <a:pt x="1287689" y="1383386"/>
                  </a:lnTo>
                  <a:lnTo>
                    <a:pt x="1287685" y="1383385"/>
                  </a:lnTo>
                  <a:lnTo>
                    <a:pt x="1287679" y="1383384"/>
                  </a:lnTo>
                  <a:lnTo>
                    <a:pt x="1287669" y="1383382"/>
                  </a:lnTo>
                  <a:lnTo>
                    <a:pt x="1287662" y="1383381"/>
                  </a:lnTo>
                  <a:lnTo>
                    <a:pt x="1287656" y="1383380"/>
                  </a:lnTo>
                  <a:lnTo>
                    <a:pt x="1287649" y="1383381"/>
                  </a:lnTo>
                  <a:lnTo>
                    <a:pt x="1287640" y="1383383"/>
                  </a:lnTo>
                  <a:lnTo>
                    <a:pt x="1287632" y="1383386"/>
                  </a:lnTo>
                  <a:lnTo>
                    <a:pt x="1287625" y="1383385"/>
                  </a:lnTo>
                  <a:lnTo>
                    <a:pt x="1287621" y="1383379"/>
                  </a:lnTo>
                  <a:lnTo>
                    <a:pt x="1287619" y="1383370"/>
                  </a:lnTo>
                  <a:lnTo>
                    <a:pt x="1287616" y="1383362"/>
                  </a:lnTo>
                  <a:lnTo>
                    <a:pt x="1287612" y="1383354"/>
                  </a:lnTo>
                  <a:lnTo>
                    <a:pt x="1287606" y="1383345"/>
                  </a:lnTo>
                  <a:lnTo>
                    <a:pt x="1287600" y="1383337"/>
                  </a:lnTo>
                  <a:lnTo>
                    <a:pt x="1287595" y="1383332"/>
                  </a:lnTo>
                  <a:lnTo>
                    <a:pt x="1287589" y="1383325"/>
                  </a:lnTo>
                  <a:lnTo>
                    <a:pt x="1287582" y="1383314"/>
                  </a:lnTo>
                  <a:lnTo>
                    <a:pt x="1287574" y="1383303"/>
                  </a:lnTo>
                  <a:lnTo>
                    <a:pt x="1287568" y="1383297"/>
                  </a:lnTo>
                  <a:lnTo>
                    <a:pt x="1287562" y="1383292"/>
                  </a:lnTo>
                  <a:lnTo>
                    <a:pt x="1287555" y="1383289"/>
                  </a:lnTo>
                  <a:lnTo>
                    <a:pt x="1287544" y="1383287"/>
                  </a:lnTo>
                  <a:lnTo>
                    <a:pt x="1287535" y="1383288"/>
                  </a:lnTo>
                  <a:lnTo>
                    <a:pt x="1287528" y="1383288"/>
                  </a:lnTo>
                  <a:lnTo>
                    <a:pt x="1287517" y="1383291"/>
                  </a:lnTo>
                  <a:lnTo>
                    <a:pt x="1287507" y="1383295"/>
                  </a:lnTo>
                  <a:lnTo>
                    <a:pt x="1287500" y="1383300"/>
                  </a:lnTo>
                  <a:lnTo>
                    <a:pt x="1287493" y="1383310"/>
                  </a:lnTo>
                  <a:lnTo>
                    <a:pt x="1287486" y="1383318"/>
                  </a:lnTo>
                  <a:lnTo>
                    <a:pt x="1287470" y="1383333"/>
                  </a:lnTo>
                  <a:lnTo>
                    <a:pt x="1287449" y="1383350"/>
                  </a:lnTo>
                  <a:lnTo>
                    <a:pt x="1287445" y="1383352"/>
                  </a:lnTo>
                  <a:lnTo>
                    <a:pt x="1287433" y="1383355"/>
                  </a:lnTo>
                  <a:lnTo>
                    <a:pt x="1287411" y="1383358"/>
                  </a:lnTo>
                  <a:lnTo>
                    <a:pt x="1287382" y="1383361"/>
                  </a:lnTo>
                  <a:lnTo>
                    <a:pt x="1287359" y="1383362"/>
                  </a:lnTo>
                  <a:lnTo>
                    <a:pt x="1287355" y="1383357"/>
                  </a:lnTo>
                  <a:lnTo>
                    <a:pt x="1287351" y="1383349"/>
                  </a:lnTo>
                  <a:lnTo>
                    <a:pt x="1287346" y="1383340"/>
                  </a:lnTo>
                  <a:lnTo>
                    <a:pt x="1287341" y="1383330"/>
                  </a:lnTo>
                  <a:lnTo>
                    <a:pt x="1287337" y="1383320"/>
                  </a:lnTo>
                  <a:lnTo>
                    <a:pt x="1287336" y="1383307"/>
                  </a:lnTo>
                  <a:lnTo>
                    <a:pt x="1287335" y="1383299"/>
                  </a:lnTo>
                  <a:lnTo>
                    <a:pt x="1287334" y="1383289"/>
                  </a:lnTo>
                  <a:lnTo>
                    <a:pt x="1287294" y="1383252"/>
                  </a:lnTo>
                  <a:lnTo>
                    <a:pt x="1287290" y="1383254"/>
                  </a:lnTo>
                  <a:lnTo>
                    <a:pt x="1287282" y="1383258"/>
                  </a:lnTo>
                  <a:lnTo>
                    <a:pt x="1287277" y="1383260"/>
                  </a:lnTo>
                  <a:lnTo>
                    <a:pt x="1287271" y="1383264"/>
                  </a:lnTo>
                  <a:lnTo>
                    <a:pt x="1287266" y="1383268"/>
                  </a:lnTo>
                  <a:lnTo>
                    <a:pt x="1287262" y="1383271"/>
                  </a:lnTo>
                  <a:lnTo>
                    <a:pt x="1287256" y="1383274"/>
                  </a:lnTo>
                  <a:lnTo>
                    <a:pt x="1287251" y="1383277"/>
                  </a:lnTo>
                  <a:lnTo>
                    <a:pt x="1287245" y="1383281"/>
                  </a:lnTo>
                  <a:lnTo>
                    <a:pt x="1287235" y="1383291"/>
                  </a:lnTo>
                  <a:lnTo>
                    <a:pt x="1287233" y="1383297"/>
                  </a:lnTo>
                  <a:lnTo>
                    <a:pt x="1287233" y="1383305"/>
                  </a:lnTo>
                  <a:lnTo>
                    <a:pt x="1287231" y="1383311"/>
                  </a:lnTo>
                  <a:lnTo>
                    <a:pt x="1287228" y="1383317"/>
                  </a:lnTo>
                  <a:lnTo>
                    <a:pt x="1287220" y="1383322"/>
                  </a:lnTo>
                  <a:lnTo>
                    <a:pt x="1287211" y="1383327"/>
                  </a:lnTo>
                  <a:lnTo>
                    <a:pt x="1287199" y="1383332"/>
                  </a:lnTo>
                  <a:lnTo>
                    <a:pt x="1287190" y="1383337"/>
                  </a:lnTo>
                  <a:lnTo>
                    <a:pt x="1287186" y="1383339"/>
                  </a:lnTo>
                  <a:lnTo>
                    <a:pt x="1287180" y="1383343"/>
                  </a:lnTo>
                  <a:lnTo>
                    <a:pt x="1287169" y="1383352"/>
                  </a:lnTo>
                  <a:lnTo>
                    <a:pt x="1287161" y="1383359"/>
                  </a:lnTo>
                  <a:lnTo>
                    <a:pt x="1287153" y="1383368"/>
                  </a:lnTo>
                  <a:lnTo>
                    <a:pt x="1287137" y="1383380"/>
                  </a:lnTo>
                  <a:lnTo>
                    <a:pt x="1287129" y="1383386"/>
                  </a:lnTo>
                  <a:lnTo>
                    <a:pt x="1287120" y="1383373"/>
                  </a:lnTo>
                  <a:lnTo>
                    <a:pt x="1287109" y="1383361"/>
                  </a:lnTo>
                  <a:lnTo>
                    <a:pt x="1287097" y="1383353"/>
                  </a:lnTo>
                  <a:lnTo>
                    <a:pt x="1287081" y="1383346"/>
                  </a:lnTo>
                  <a:lnTo>
                    <a:pt x="1287062" y="1383340"/>
                  </a:lnTo>
                  <a:lnTo>
                    <a:pt x="1287045" y="1383332"/>
                  </a:lnTo>
                  <a:lnTo>
                    <a:pt x="1287032" y="1383321"/>
                  </a:lnTo>
                  <a:lnTo>
                    <a:pt x="1287017" y="1383313"/>
                  </a:lnTo>
                  <a:lnTo>
                    <a:pt x="1287009" y="1383310"/>
                  </a:lnTo>
                  <a:lnTo>
                    <a:pt x="1287001" y="1383310"/>
                  </a:lnTo>
                  <a:lnTo>
                    <a:pt x="1286993" y="1383308"/>
                  </a:lnTo>
                  <a:lnTo>
                    <a:pt x="1286983" y="1383308"/>
                  </a:lnTo>
                  <a:lnTo>
                    <a:pt x="1286974" y="1383309"/>
                  </a:lnTo>
                  <a:lnTo>
                    <a:pt x="1286967" y="1383313"/>
                  </a:lnTo>
                  <a:lnTo>
                    <a:pt x="1286958" y="1383319"/>
                  </a:lnTo>
                  <a:lnTo>
                    <a:pt x="1286953" y="1383322"/>
                  </a:lnTo>
                  <a:lnTo>
                    <a:pt x="1286947" y="1383325"/>
                  </a:lnTo>
                  <a:lnTo>
                    <a:pt x="1286942" y="1383327"/>
                  </a:lnTo>
                  <a:lnTo>
                    <a:pt x="1286937" y="1383327"/>
                  </a:lnTo>
                  <a:lnTo>
                    <a:pt x="1286929" y="1383325"/>
                  </a:lnTo>
                  <a:lnTo>
                    <a:pt x="1286924" y="1383325"/>
                  </a:lnTo>
                  <a:lnTo>
                    <a:pt x="1286918" y="1383323"/>
                  </a:lnTo>
                  <a:lnTo>
                    <a:pt x="1286912" y="1383322"/>
                  </a:lnTo>
                  <a:lnTo>
                    <a:pt x="1286906" y="1383322"/>
                  </a:lnTo>
                  <a:lnTo>
                    <a:pt x="1286901" y="1383326"/>
                  </a:lnTo>
                  <a:lnTo>
                    <a:pt x="1286893" y="1383332"/>
                  </a:lnTo>
                  <a:lnTo>
                    <a:pt x="1286886" y="1383335"/>
                  </a:lnTo>
                  <a:lnTo>
                    <a:pt x="1286862" y="1383338"/>
                  </a:lnTo>
                  <a:lnTo>
                    <a:pt x="1286854" y="1383340"/>
                  </a:lnTo>
                  <a:lnTo>
                    <a:pt x="1286849" y="1383341"/>
                  </a:lnTo>
                  <a:lnTo>
                    <a:pt x="1286838" y="1383346"/>
                  </a:lnTo>
                  <a:lnTo>
                    <a:pt x="1286832" y="1383350"/>
                  </a:lnTo>
                  <a:lnTo>
                    <a:pt x="1286828" y="1383354"/>
                  </a:lnTo>
                  <a:lnTo>
                    <a:pt x="1286824" y="1383361"/>
                  </a:lnTo>
                  <a:lnTo>
                    <a:pt x="1286820" y="1383384"/>
                  </a:lnTo>
                  <a:lnTo>
                    <a:pt x="1286817" y="1383392"/>
                  </a:lnTo>
                  <a:lnTo>
                    <a:pt x="1286815" y="1383396"/>
                  </a:lnTo>
                  <a:lnTo>
                    <a:pt x="1286811" y="1383399"/>
                  </a:lnTo>
                  <a:lnTo>
                    <a:pt x="1286808" y="1383402"/>
                  </a:lnTo>
                  <a:lnTo>
                    <a:pt x="1286803" y="1383404"/>
                  </a:lnTo>
                  <a:lnTo>
                    <a:pt x="1286777" y="1383420"/>
                  </a:lnTo>
                  <a:lnTo>
                    <a:pt x="1286765" y="1383427"/>
                  </a:lnTo>
                  <a:lnTo>
                    <a:pt x="1286754" y="1383434"/>
                  </a:lnTo>
                  <a:lnTo>
                    <a:pt x="1286749" y="1383436"/>
                  </a:lnTo>
                  <a:lnTo>
                    <a:pt x="1286743" y="1383436"/>
                  </a:lnTo>
                  <a:lnTo>
                    <a:pt x="1286738" y="1383436"/>
                  </a:lnTo>
                  <a:lnTo>
                    <a:pt x="1286730" y="1383436"/>
                  </a:lnTo>
                  <a:lnTo>
                    <a:pt x="1286721" y="1383435"/>
                  </a:lnTo>
                  <a:lnTo>
                    <a:pt x="1286713" y="1383434"/>
                  </a:lnTo>
                  <a:lnTo>
                    <a:pt x="1286707" y="1383433"/>
                  </a:lnTo>
                  <a:lnTo>
                    <a:pt x="1286701" y="1383431"/>
                  </a:lnTo>
                  <a:lnTo>
                    <a:pt x="1286696" y="1383429"/>
                  </a:lnTo>
                  <a:lnTo>
                    <a:pt x="1286682" y="1383421"/>
                  </a:lnTo>
                  <a:lnTo>
                    <a:pt x="1286667" y="1383412"/>
                  </a:lnTo>
                  <a:lnTo>
                    <a:pt x="1286657" y="1383405"/>
                  </a:lnTo>
                  <a:lnTo>
                    <a:pt x="1286651" y="1383400"/>
                  </a:lnTo>
                  <a:lnTo>
                    <a:pt x="1286641" y="1383389"/>
                  </a:lnTo>
                  <a:lnTo>
                    <a:pt x="1286620" y="1383365"/>
                  </a:lnTo>
                  <a:lnTo>
                    <a:pt x="1286606" y="1383353"/>
                  </a:lnTo>
                  <a:lnTo>
                    <a:pt x="1286589" y="1383338"/>
                  </a:lnTo>
                  <a:lnTo>
                    <a:pt x="1286574" y="1383326"/>
                  </a:lnTo>
                  <a:lnTo>
                    <a:pt x="1286566" y="1383319"/>
                  </a:lnTo>
                  <a:lnTo>
                    <a:pt x="1286555" y="1383309"/>
                  </a:lnTo>
                  <a:lnTo>
                    <a:pt x="1286544" y="1383298"/>
                  </a:lnTo>
                  <a:lnTo>
                    <a:pt x="1286529" y="1383283"/>
                  </a:lnTo>
                  <a:lnTo>
                    <a:pt x="1286523" y="1383277"/>
                  </a:lnTo>
                  <a:lnTo>
                    <a:pt x="1286518" y="1383272"/>
                  </a:lnTo>
                  <a:lnTo>
                    <a:pt x="1286510" y="1383257"/>
                  </a:lnTo>
                  <a:lnTo>
                    <a:pt x="1286506" y="1383255"/>
                  </a:lnTo>
                  <a:lnTo>
                    <a:pt x="1286501" y="1383253"/>
                  </a:lnTo>
                  <a:lnTo>
                    <a:pt x="1286497" y="1383253"/>
                  </a:lnTo>
                  <a:lnTo>
                    <a:pt x="1286489" y="1383249"/>
                  </a:lnTo>
                  <a:lnTo>
                    <a:pt x="1286483" y="1383245"/>
                  </a:lnTo>
                  <a:lnTo>
                    <a:pt x="1286479" y="1383241"/>
                  </a:lnTo>
                  <a:lnTo>
                    <a:pt x="1286474" y="1383238"/>
                  </a:lnTo>
                  <a:lnTo>
                    <a:pt x="1286467" y="1383239"/>
                  </a:lnTo>
                  <a:lnTo>
                    <a:pt x="1286460" y="1383241"/>
                  </a:lnTo>
                  <a:lnTo>
                    <a:pt x="1286452" y="1383244"/>
                  </a:lnTo>
                  <a:lnTo>
                    <a:pt x="1286444" y="1383246"/>
                  </a:lnTo>
                  <a:lnTo>
                    <a:pt x="1286439" y="1383248"/>
                  </a:lnTo>
                  <a:lnTo>
                    <a:pt x="1286434" y="1383249"/>
                  </a:lnTo>
                  <a:lnTo>
                    <a:pt x="1286428" y="1383251"/>
                  </a:lnTo>
                  <a:lnTo>
                    <a:pt x="1286416" y="1383257"/>
                  </a:lnTo>
                  <a:lnTo>
                    <a:pt x="1286409" y="1383259"/>
                  </a:lnTo>
                  <a:lnTo>
                    <a:pt x="1286402" y="1383260"/>
                  </a:lnTo>
                  <a:lnTo>
                    <a:pt x="1286395" y="1383261"/>
                  </a:lnTo>
                  <a:lnTo>
                    <a:pt x="1286389" y="1383261"/>
                  </a:lnTo>
                  <a:lnTo>
                    <a:pt x="1286384" y="1383260"/>
                  </a:lnTo>
                  <a:lnTo>
                    <a:pt x="1286379" y="1383257"/>
                  </a:lnTo>
                  <a:lnTo>
                    <a:pt x="1286375" y="1383255"/>
                  </a:lnTo>
                  <a:lnTo>
                    <a:pt x="1286370" y="1383255"/>
                  </a:lnTo>
                  <a:lnTo>
                    <a:pt x="1286364" y="1383256"/>
                  </a:lnTo>
                  <a:lnTo>
                    <a:pt x="1286360" y="1383257"/>
                  </a:lnTo>
                  <a:lnTo>
                    <a:pt x="1286354" y="1383259"/>
                  </a:lnTo>
                  <a:lnTo>
                    <a:pt x="1286347" y="1383260"/>
                  </a:lnTo>
                  <a:lnTo>
                    <a:pt x="1286340" y="1383258"/>
                  </a:lnTo>
                  <a:lnTo>
                    <a:pt x="1286333" y="1383257"/>
                  </a:lnTo>
                  <a:lnTo>
                    <a:pt x="1286325" y="1383257"/>
                  </a:lnTo>
                  <a:lnTo>
                    <a:pt x="1286314" y="1383258"/>
                  </a:lnTo>
                  <a:lnTo>
                    <a:pt x="1286310" y="1383259"/>
                  </a:lnTo>
                  <a:lnTo>
                    <a:pt x="1286301" y="1383259"/>
                  </a:lnTo>
                  <a:lnTo>
                    <a:pt x="1286293" y="1383258"/>
                  </a:lnTo>
                  <a:lnTo>
                    <a:pt x="1286285" y="1383258"/>
                  </a:lnTo>
                  <a:lnTo>
                    <a:pt x="1286273" y="1383259"/>
                  </a:lnTo>
                  <a:lnTo>
                    <a:pt x="1286268" y="1383265"/>
                  </a:lnTo>
                  <a:lnTo>
                    <a:pt x="1286266" y="1383269"/>
                  </a:lnTo>
                  <a:lnTo>
                    <a:pt x="1286264" y="1383275"/>
                  </a:lnTo>
                  <a:lnTo>
                    <a:pt x="1286263" y="1383281"/>
                  </a:lnTo>
                  <a:lnTo>
                    <a:pt x="1286263" y="1383287"/>
                  </a:lnTo>
                  <a:lnTo>
                    <a:pt x="1286263" y="1383292"/>
                  </a:lnTo>
                  <a:lnTo>
                    <a:pt x="1286260" y="1383298"/>
                  </a:lnTo>
                  <a:lnTo>
                    <a:pt x="1286255" y="1383307"/>
                  </a:lnTo>
                  <a:lnTo>
                    <a:pt x="1286248" y="1383312"/>
                  </a:lnTo>
                  <a:lnTo>
                    <a:pt x="1286236" y="1383315"/>
                  </a:lnTo>
                  <a:lnTo>
                    <a:pt x="1286224" y="1383317"/>
                  </a:lnTo>
                  <a:lnTo>
                    <a:pt x="1286218" y="1383319"/>
                  </a:lnTo>
                  <a:lnTo>
                    <a:pt x="1286212" y="1383324"/>
                  </a:lnTo>
                  <a:lnTo>
                    <a:pt x="1286206" y="1383330"/>
                  </a:lnTo>
                  <a:lnTo>
                    <a:pt x="1286198" y="1383339"/>
                  </a:lnTo>
                  <a:lnTo>
                    <a:pt x="1286205" y="1383347"/>
                  </a:lnTo>
                  <a:lnTo>
                    <a:pt x="1286206" y="1383354"/>
                  </a:lnTo>
                  <a:lnTo>
                    <a:pt x="1286205" y="1383361"/>
                  </a:lnTo>
                  <a:lnTo>
                    <a:pt x="1286203" y="1383369"/>
                  </a:lnTo>
                  <a:lnTo>
                    <a:pt x="1286202" y="1383377"/>
                  </a:lnTo>
                  <a:lnTo>
                    <a:pt x="1286202" y="1383384"/>
                  </a:lnTo>
                  <a:lnTo>
                    <a:pt x="1286211" y="1383394"/>
                  </a:lnTo>
                  <a:lnTo>
                    <a:pt x="1286215" y="1383399"/>
                  </a:lnTo>
                  <a:lnTo>
                    <a:pt x="1286216" y="1383408"/>
                  </a:lnTo>
                  <a:lnTo>
                    <a:pt x="1286217" y="1383415"/>
                  </a:lnTo>
                  <a:lnTo>
                    <a:pt x="1286217" y="1383420"/>
                  </a:lnTo>
                  <a:lnTo>
                    <a:pt x="1286217" y="1383426"/>
                  </a:lnTo>
                  <a:lnTo>
                    <a:pt x="1286217" y="1383434"/>
                  </a:lnTo>
                  <a:lnTo>
                    <a:pt x="1286213" y="1383440"/>
                  </a:lnTo>
                  <a:lnTo>
                    <a:pt x="1286206" y="1383451"/>
                  </a:lnTo>
                  <a:lnTo>
                    <a:pt x="1286203" y="1383460"/>
                  </a:lnTo>
                  <a:lnTo>
                    <a:pt x="1286202" y="1383469"/>
                  </a:lnTo>
                  <a:lnTo>
                    <a:pt x="1286200" y="1383474"/>
                  </a:lnTo>
                  <a:lnTo>
                    <a:pt x="1286198" y="1383480"/>
                  </a:lnTo>
                  <a:lnTo>
                    <a:pt x="1286197" y="1383487"/>
                  </a:lnTo>
                  <a:lnTo>
                    <a:pt x="1286198" y="1383493"/>
                  </a:lnTo>
                  <a:lnTo>
                    <a:pt x="1286199" y="1383498"/>
                  </a:lnTo>
                  <a:lnTo>
                    <a:pt x="1286200" y="1383502"/>
                  </a:lnTo>
                  <a:lnTo>
                    <a:pt x="1286205" y="1383512"/>
                  </a:lnTo>
                  <a:lnTo>
                    <a:pt x="1286211" y="1383524"/>
                  </a:lnTo>
                  <a:lnTo>
                    <a:pt x="1286219" y="1383543"/>
                  </a:lnTo>
                  <a:lnTo>
                    <a:pt x="1286225" y="1383556"/>
                  </a:lnTo>
                  <a:lnTo>
                    <a:pt x="1286231" y="1383569"/>
                  </a:lnTo>
                  <a:lnTo>
                    <a:pt x="1286239" y="1383586"/>
                  </a:lnTo>
                  <a:lnTo>
                    <a:pt x="1286229" y="1383616"/>
                  </a:lnTo>
                  <a:lnTo>
                    <a:pt x="1286203" y="1383647"/>
                  </a:lnTo>
                  <a:lnTo>
                    <a:pt x="1286192" y="1383641"/>
                  </a:lnTo>
                  <a:lnTo>
                    <a:pt x="1286184" y="1383637"/>
                  </a:lnTo>
                  <a:lnTo>
                    <a:pt x="1286177" y="1383635"/>
                  </a:lnTo>
                  <a:lnTo>
                    <a:pt x="1286171" y="1383634"/>
                  </a:lnTo>
                  <a:lnTo>
                    <a:pt x="1286164" y="1383634"/>
                  </a:lnTo>
                  <a:lnTo>
                    <a:pt x="1286157" y="1383634"/>
                  </a:lnTo>
                  <a:lnTo>
                    <a:pt x="1286144" y="1383632"/>
                  </a:lnTo>
                  <a:lnTo>
                    <a:pt x="1286133" y="1383631"/>
                  </a:lnTo>
                  <a:lnTo>
                    <a:pt x="1286120" y="1383630"/>
                  </a:lnTo>
                  <a:lnTo>
                    <a:pt x="1286106" y="1383628"/>
                  </a:lnTo>
                  <a:lnTo>
                    <a:pt x="1286100" y="1383628"/>
                  </a:lnTo>
                  <a:lnTo>
                    <a:pt x="1286095" y="1383626"/>
                  </a:lnTo>
                  <a:lnTo>
                    <a:pt x="1286079" y="1383617"/>
                  </a:lnTo>
                  <a:lnTo>
                    <a:pt x="1286071" y="1383613"/>
                  </a:lnTo>
                  <a:lnTo>
                    <a:pt x="1286058" y="1383609"/>
                  </a:lnTo>
                  <a:lnTo>
                    <a:pt x="1286046" y="1383607"/>
                  </a:lnTo>
                  <a:lnTo>
                    <a:pt x="1286034" y="1383605"/>
                  </a:lnTo>
                  <a:lnTo>
                    <a:pt x="1286019" y="1383604"/>
                  </a:lnTo>
                  <a:lnTo>
                    <a:pt x="1286009" y="1383602"/>
                  </a:lnTo>
                  <a:lnTo>
                    <a:pt x="1285997" y="1383599"/>
                  </a:lnTo>
                  <a:lnTo>
                    <a:pt x="1285986" y="1383597"/>
                  </a:lnTo>
                  <a:lnTo>
                    <a:pt x="1285979" y="1383596"/>
                  </a:lnTo>
                  <a:lnTo>
                    <a:pt x="1285973" y="1383596"/>
                  </a:lnTo>
                  <a:lnTo>
                    <a:pt x="1285967" y="1383597"/>
                  </a:lnTo>
                  <a:lnTo>
                    <a:pt x="1285961" y="1383598"/>
                  </a:lnTo>
                  <a:lnTo>
                    <a:pt x="1285945" y="1383604"/>
                  </a:lnTo>
                  <a:lnTo>
                    <a:pt x="1285934" y="1383607"/>
                  </a:lnTo>
                  <a:lnTo>
                    <a:pt x="1285933" y="1383616"/>
                  </a:lnTo>
                  <a:lnTo>
                    <a:pt x="1285931" y="1383628"/>
                  </a:lnTo>
                  <a:lnTo>
                    <a:pt x="1285928" y="1383641"/>
                  </a:lnTo>
                  <a:lnTo>
                    <a:pt x="1285925" y="1383657"/>
                  </a:lnTo>
                  <a:lnTo>
                    <a:pt x="1285922" y="1383662"/>
                  </a:lnTo>
                  <a:lnTo>
                    <a:pt x="1285918" y="1383673"/>
                  </a:lnTo>
                  <a:lnTo>
                    <a:pt x="1285915" y="1383680"/>
                  </a:lnTo>
                  <a:lnTo>
                    <a:pt x="1285912" y="1383688"/>
                  </a:lnTo>
                  <a:lnTo>
                    <a:pt x="1285911" y="1383693"/>
                  </a:lnTo>
                  <a:lnTo>
                    <a:pt x="1285910" y="1383698"/>
                  </a:lnTo>
                  <a:lnTo>
                    <a:pt x="1285905" y="1383684"/>
                  </a:lnTo>
                  <a:lnTo>
                    <a:pt x="1285890" y="1383657"/>
                  </a:lnTo>
                  <a:lnTo>
                    <a:pt x="1285883" y="1383644"/>
                  </a:lnTo>
                  <a:lnTo>
                    <a:pt x="1285876" y="1383634"/>
                  </a:lnTo>
                  <a:lnTo>
                    <a:pt x="1285872" y="1383632"/>
                  </a:lnTo>
                  <a:lnTo>
                    <a:pt x="1285867" y="1383631"/>
                  </a:lnTo>
                  <a:lnTo>
                    <a:pt x="1285856" y="1383631"/>
                  </a:lnTo>
                  <a:lnTo>
                    <a:pt x="1285846" y="1383633"/>
                  </a:lnTo>
                  <a:lnTo>
                    <a:pt x="1285833" y="1383635"/>
                  </a:lnTo>
                  <a:lnTo>
                    <a:pt x="1285825" y="1383639"/>
                  </a:lnTo>
                  <a:lnTo>
                    <a:pt x="1285819" y="1383644"/>
                  </a:lnTo>
                  <a:lnTo>
                    <a:pt x="1285815" y="1383650"/>
                  </a:lnTo>
                  <a:lnTo>
                    <a:pt x="1285808" y="1383655"/>
                  </a:lnTo>
                  <a:lnTo>
                    <a:pt x="1285802" y="1383656"/>
                  </a:lnTo>
                  <a:lnTo>
                    <a:pt x="1285797" y="1383656"/>
                  </a:lnTo>
                  <a:lnTo>
                    <a:pt x="1285787" y="1383655"/>
                  </a:lnTo>
                  <a:lnTo>
                    <a:pt x="1285777" y="1383654"/>
                  </a:lnTo>
                  <a:lnTo>
                    <a:pt x="1285773" y="1383654"/>
                  </a:lnTo>
                  <a:lnTo>
                    <a:pt x="1285768" y="1383656"/>
                  </a:lnTo>
                  <a:lnTo>
                    <a:pt x="1285758" y="1383666"/>
                  </a:lnTo>
                  <a:lnTo>
                    <a:pt x="1285752" y="1383672"/>
                  </a:lnTo>
                  <a:lnTo>
                    <a:pt x="1285746" y="1383679"/>
                  </a:lnTo>
                  <a:lnTo>
                    <a:pt x="1285740" y="1383684"/>
                  </a:lnTo>
                  <a:lnTo>
                    <a:pt x="1285736" y="1383689"/>
                  </a:lnTo>
                  <a:lnTo>
                    <a:pt x="1285728" y="1383698"/>
                  </a:lnTo>
                  <a:lnTo>
                    <a:pt x="1285722" y="1383704"/>
                  </a:lnTo>
                  <a:lnTo>
                    <a:pt x="1285716" y="1383704"/>
                  </a:lnTo>
                  <a:lnTo>
                    <a:pt x="1285704" y="1383698"/>
                  </a:lnTo>
                  <a:lnTo>
                    <a:pt x="1285686" y="1383687"/>
                  </a:lnTo>
                  <a:lnTo>
                    <a:pt x="1285665" y="1383676"/>
                  </a:lnTo>
                  <a:lnTo>
                    <a:pt x="1285649" y="1383668"/>
                  </a:lnTo>
                  <a:lnTo>
                    <a:pt x="1285638" y="1383664"/>
                  </a:lnTo>
                  <a:lnTo>
                    <a:pt x="1285625" y="1383666"/>
                  </a:lnTo>
                  <a:lnTo>
                    <a:pt x="1285609" y="1383670"/>
                  </a:lnTo>
                  <a:lnTo>
                    <a:pt x="1285597" y="1383675"/>
                  </a:lnTo>
                  <a:lnTo>
                    <a:pt x="1285587" y="1383681"/>
                  </a:lnTo>
                  <a:lnTo>
                    <a:pt x="1285580" y="1383686"/>
                  </a:lnTo>
                  <a:lnTo>
                    <a:pt x="1285576" y="1383691"/>
                  </a:lnTo>
                  <a:lnTo>
                    <a:pt x="1285571" y="1383702"/>
                  </a:lnTo>
                  <a:lnTo>
                    <a:pt x="1285568" y="1383709"/>
                  </a:lnTo>
                  <a:lnTo>
                    <a:pt x="1285562" y="1383713"/>
                  </a:lnTo>
                  <a:lnTo>
                    <a:pt x="1285555" y="1383715"/>
                  </a:lnTo>
                  <a:lnTo>
                    <a:pt x="1285543" y="1383715"/>
                  </a:lnTo>
                  <a:lnTo>
                    <a:pt x="1285538" y="1383716"/>
                  </a:lnTo>
                  <a:lnTo>
                    <a:pt x="1285534" y="1383715"/>
                  </a:lnTo>
                  <a:lnTo>
                    <a:pt x="1285531" y="1383711"/>
                  </a:lnTo>
                  <a:lnTo>
                    <a:pt x="1285527" y="1383708"/>
                  </a:lnTo>
                  <a:lnTo>
                    <a:pt x="1285522" y="1383703"/>
                  </a:lnTo>
                  <a:lnTo>
                    <a:pt x="1285514" y="1383698"/>
                  </a:lnTo>
                  <a:lnTo>
                    <a:pt x="1285508" y="1383693"/>
                  </a:lnTo>
                  <a:lnTo>
                    <a:pt x="1285498" y="1383690"/>
                  </a:lnTo>
                  <a:lnTo>
                    <a:pt x="1285481" y="1383688"/>
                  </a:lnTo>
                  <a:lnTo>
                    <a:pt x="1285469" y="1383688"/>
                  </a:lnTo>
                  <a:lnTo>
                    <a:pt x="1285455" y="1383697"/>
                  </a:lnTo>
                  <a:lnTo>
                    <a:pt x="1285439" y="1383700"/>
                  </a:lnTo>
                  <a:lnTo>
                    <a:pt x="1285433" y="1383703"/>
                  </a:lnTo>
                  <a:lnTo>
                    <a:pt x="1285426" y="1383708"/>
                  </a:lnTo>
                  <a:lnTo>
                    <a:pt x="1285421" y="1383708"/>
                  </a:lnTo>
                  <a:lnTo>
                    <a:pt x="1285412" y="1383710"/>
                  </a:lnTo>
                  <a:lnTo>
                    <a:pt x="1285407" y="1383715"/>
                  </a:lnTo>
                  <a:lnTo>
                    <a:pt x="1285400" y="1383716"/>
                  </a:lnTo>
                  <a:lnTo>
                    <a:pt x="1285396" y="1383713"/>
                  </a:lnTo>
                  <a:lnTo>
                    <a:pt x="1285391" y="1383704"/>
                  </a:lnTo>
                  <a:lnTo>
                    <a:pt x="1285387" y="1383700"/>
                  </a:lnTo>
                  <a:lnTo>
                    <a:pt x="1285380" y="1383698"/>
                  </a:lnTo>
                  <a:lnTo>
                    <a:pt x="1285369" y="1383693"/>
                  </a:lnTo>
                  <a:lnTo>
                    <a:pt x="1285357" y="1383685"/>
                  </a:lnTo>
                  <a:lnTo>
                    <a:pt x="1285341" y="1383677"/>
                  </a:lnTo>
                  <a:lnTo>
                    <a:pt x="1285333" y="1383675"/>
                  </a:lnTo>
                  <a:lnTo>
                    <a:pt x="1285325" y="1383673"/>
                  </a:lnTo>
                  <a:lnTo>
                    <a:pt x="1285321" y="1383669"/>
                  </a:lnTo>
                  <a:lnTo>
                    <a:pt x="1285317" y="1383665"/>
                  </a:lnTo>
                  <a:lnTo>
                    <a:pt x="1285311" y="1383660"/>
                  </a:lnTo>
                  <a:lnTo>
                    <a:pt x="1285301" y="1383653"/>
                  </a:lnTo>
                  <a:lnTo>
                    <a:pt x="1285290" y="1383647"/>
                  </a:lnTo>
                  <a:lnTo>
                    <a:pt x="1285279" y="1383642"/>
                  </a:lnTo>
                  <a:lnTo>
                    <a:pt x="1285257" y="1383634"/>
                  </a:lnTo>
                  <a:lnTo>
                    <a:pt x="1285234" y="1383629"/>
                  </a:lnTo>
                  <a:lnTo>
                    <a:pt x="1285216" y="1383626"/>
                  </a:lnTo>
                  <a:lnTo>
                    <a:pt x="1285194" y="1383624"/>
                  </a:lnTo>
                  <a:lnTo>
                    <a:pt x="1285178" y="1383621"/>
                  </a:lnTo>
                  <a:lnTo>
                    <a:pt x="1285168" y="1383619"/>
                  </a:lnTo>
                  <a:lnTo>
                    <a:pt x="1285164" y="1383616"/>
                  </a:lnTo>
                  <a:lnTo>
                    <a:pt x="1285159" y="1383605"/>
                  </a:lnTo>
                  <a:lnTo>
                    <a:pt x="1285155" y="1383596"/>
                  </a:lnTo>
                  <a:lnTo>
                    <a:pt x="1285148" y="1383585"/>
                  </a:lnTo>
                  <a:lnTo>
                    <a:pt x="1285140" y="1383576"/>
                  </a:lnTo>
                  <a:lnTo>
                    <a:pt x="1285132" y="1383566"/>
                  </a:lnTo>
                  <a:lnTo>
                    <a:pt x="1285129" y="1383559"/>
                  </a:lnTo>
                  <a:lnTo>
                    <a:pt x="1285120" y="1383553"/>
                  </a:lnTo>
                  <a:lnTo>
                    <a:pt x="1285111" y="1383548"/>
                  </a:lnTo>
                  <a:lnTo>
                    <a:pt x="1285106" y="1383544"/>
                  </a:lnTo>
                  <a:lnTo>
                    <a:pt x="1285107" y="1383540"/>
                  </a:lnTo>
                  <a:lnTo>
                    <a:pt x="1285110" y="1383534"/>
                  </a:lnTo>
                  <a:lnTo>
                    <a:pt x="1285113" y="1383526"/>
                  </a:lnTo>
                  <a:lnTo>
                    <a:pt x="1285116" y="1383519"/>
                  </a:lnTo>
                  <a:lnTo>
                    <a:pt x="1285116" y="1383508"/>
                  </a:lnTo>
                  <a:lnTo>
                    <a:pt x="1285117" y="1383498"/>
                  </a:lnTo>
                  <a:lnTo>
                    <a:pt x="1285117" y="1383489"/>
                  </a:lnTo>
                  <a:lnTo>
                    <a:pt x="1285112" y="1383482"/>
                  </a:lnTo>
                  <a:lnTo>
                    <a:pt x="1285109" y="1383477"/>
                  </a:lnTo>
                  <a:lnTo>
                    <a:pt x="1285112" y="1383472"/>
                  </a:lnTo>
                  <a:lnTo>
                    <a:pt x="1285115" y="1383468"/>
                  </a:lnTo>
                  <a:lnTo>
                    <a:pt x="1285118" y="1383462"/>
                  </a:lnTo>
                  <a:lnTo>
                    <a:pt x="1285123" y="1383358"/>
                  </a:lnTo>
                  <a:lnTo>
                    <a:pt x="1285095" y="1383296"/>
                  </a:lnTo>
                  <a:lnTo>
                    <a:pt x="1285089" y="1383303"/>
                  </a:lnTo>
                  <a:lnTo>
                    <a:pt x="1285080" y="1383312"/>
                  </a:lnTo>
                  <a:lnTo>
                    <a:pt x="1285073" y="1383319"/>
                  </a:lnTo>
                  <a:lnTo>
                    <a:pt x="1285064" y="1383326"/>
                  </a:lnTo>
                  <a:lnTo>
                    <a:pt x="1285057" y="1383333"/>
                  </a:lnTo>
                  <a:lnTo>
                    <a:pt x="1285050" y="1383338"/>
                  </a:lnTo>
                  <a:lnTo>
                    <a:pt x="1285041" y="1383342"/>
                  </a:lnTo>
                  <a:lnTo>
                    <a:pt x="1285027" y="1383347"/>
                  </a:lnTo>
                  <a:lnTo>
                    <a:pt x="1285017" y="1383350"/>
                  </a:lnTo>
                  <a:lnTo>
                    <a:pt x="1285009" y="1383355"/>
                  </a:lnTo>
                  <a:lnTo>
                    <a:pt x="1285001" y="1383357"/>
                  </a:lnTo>
                  <a:lnTo>
                    <a:pt x="1284994" y="1383358"/>
                  </a:lnTo>
                  <a:lnTo>
                    <a:pt x="1284984" y="1383358"/>
                  </a:lnTo>
                  <a:lnTo>
                    <a:pt x="1284978" y="1383364"/>
                  </a:lnTo>
                  <a:lnTo>
                    <a:pt x="1284972" y="1383373"/>
                  </a:lnTo>
                  <a:lnTo>
                    <a:pt x="1284967" y="1383379"/>
                  </a:lnTo>
                  <a:lnTo>
                    <a:pt x="1284963" y="1383384"/>
                  </a:lnTo>
                  <a:lnTo>
                    <a:pt x="1284956" y="1383390"/>
                  </a:lnTo>
                  <a:lnTo>
                    <a:pt x="1284947" y="1383395"/>
                  </a:lnTo>
                  <a:lnTo>
                    <a:pt x="1284936" y="1383399"/>
                  </a:lnTo>
                  <a:lnTo>
                    <a:pt x="1284926" y="1383402"/>
                  </a:lnTo>
                  <a:lnTo>
                    <a:pt x="1284821" y="1383199"/>
                  </a:lnTo>
                  <a:lnTo>
                    <a:pt x="1284815" y="1383100"/>
                  </a:lnTo>
                  <a:lnTo>
                    <a:pt x="1284815" y="1383093"/>
                  </a:lnTo>
                  <a:lnTo>
                    <a:pt x="1284817" y="1383085"/>
                  </a:lnTo>
                  <a:lnTo>
                    <a:pt x="1284820" y="1383067"/>
                  </a:lnTo>
                  <a:lnTo>
                    <a:pt x="1284820" y="1383055"/>
                  </a:lnTo>
                  <a:lnTo>
                    <a:pt x="1284821" y="1383050"/>
                  </a:lnTo>
                  <a:lnTo>
                    <a:pt x="1284821" y="1383045"/>
                  </a:lnTo>
                  <a:lnTo>
                    <a:pt x="1284822" y="1383036"/>
                  </a:lnTo>
                  <a:lnTo>
                    <a:pt x="1284823" y="1383028"/>
                  </a:lnTo>
                  <a:lnTo>
                    <a:pt x="1284826" y="1383021"/>
                  </a:lnTo>
                  <a:lnTo>
                    <a:pt x="1284828" y="1383015"/>
                  </a:lnTo>
                  <a:lnTo>
                    <a:pt x="1284832" y="1383009"/>
                  </a:lnTo>
                  <a:lnTo>
                    <a:pt x="1284837" y="1383003"/>
                  </a:lnTo>
                  <a:lnTo>
                    <a:pt x="1284841" y="1382999"/>
                  </a:lnTo>
                  <a:lnTo>
                    <a:pt x="1284844" y="1382993"/>
                  </a:lnTo>
                  <a:lnTo>
                    <a:pt x="1284848" y="1382985"/>
                  </a:lnTo>
                  <a:lnTo>
                    <a:pt x="1284851" y="1382979"/>
                  </a:lnTo>
                  <a:lnTo>
                    <a:pt x="1284852" y="1382971"/>
                  </a:lnTo>
                  <a:lnTo>
                    <a:pt x="1284851" y="1382964"/>
                  </a:lnTo>
                  <a:lnTo>
                    <a:pt x="1284849" y="1382960"/>
                  </a:lnTo>
                  <a:lnTo>
                    <a:pt x="1284846" y="1382956"/>
                  </a:lnTo>
                  <a:lnTo>
                    <a:pt x="1284843" y="1382951"/>
                  </a:lnTo>
                  <a:lnTo>
                    <a:pt x="1284839" y="1382948"/>
                  </a:lnTo>
                  <a:lnTo>
                    <a:pt x="1284834" y="1382944"/>
                  </a:lnTo>
                  <a:lnTo>
                    <a:pt x="1284827" y="1382943"/>
                  </a:lnTo>
                  <a:lnTo>
                    <a:pt x="1284820" y="1382944"/>
                  </a:lnTo>
                  <a:lnTo>
                    <a:pt x="1284814" y="1382944"/>
                  </a:lnTo>
                  <a:lnTo>
                    <a:pt x="1284782" y="1382930"/>
                  </a:lnTo>
                  <a:lnTo>
                    <a:pt x="1284789" y="1382923"/>
                  </a:lnTo>
                  <a:lnTo>
                    <a:pt x="1284794" y="1382919"/>
                  </a:lnTo>
                  <a:lnTo>
                    <a:pt x="1284797" y="1382915"/>
                  </a:lnTo>
                  <a:lnTo>
                    <a:pt x="1284801" y="1382911"/>
                  </a:lnTo>
                  <a:lnTo>
                    <a:pt x="1284802" y="1382906"/>
                  </a:lnTo>
                  <a:lnTo>
                    <a:pt x="1284802" y="1382901"/>
                  </a:lnTo>
                  <a:lnTo>
                    <a:pt x="1284799" y="1382894"/>
                  </a:lnTo>
                  <a:lnTo>
                    <a:pt x="1284795" y="1382888"/>
                  </a:lnTo>
                  <a:lnTo>
                    <a:pt x="1284792" y="1382884"/>
                  </a:lnTo>
                  <a:lnTo>
                    <a:pt x="1284788" y="1382878"/>
                  </a:lnTo>
                  <a:lnTo>
                    <a:pt x="1284784" y="1382870"/>
                  </a:lnTo>
                  <a:lnTo>
                    <a:pt x="1284779" y="1382859"/>
                  </a:lnTo>
                  <a:lnTo>
                    <a:pt x="1284772" y="1382851"/>
                  </a:lnTo>
                  <a:lnTo>
                    <a:pt x="1284762" y="1382850"/>
                  </a:lnTo>
                  <a:lnTo>
                    <a:pt x="1284754" y="1382851"/>
                  </a:lnTo>
                  <a:lnTo>
                    <a:pt x="1284744" y="1382852"/>
                  </a:lnTo>
                  <a:lnTo>
                    <a:pt x="1284738" y="1382855"/>
                  </a:lnTo>
                  <a:lnTo>
                    <a:pt x="1284733" y="1382856"/>
                  </a:lnTo>
                  <a:lnTo>
                    <a:pt x="1284725" y="1382857"/>
                  </a:lnTo>
                  <a:lnTo>
                    <a:pt x="1284718" y="1382856"/>
                  </a:lnTo>
                  <a:lnTo>
                    <a:pt x="1284711" y="1382855"/>
                  </a:lnTo>
                  <a:lnTo>
                    <a:pt x="1284703" y="1382856"/>
                  </a:lnTo>
                  <a:lnTo>
                    <a:pt x="1284691" y="1382857"/>
                  </a:lnTo>
                  <a:lnTo>
                    <a:pt x="1284675" y="1382859"/>
                  </a:lnTo>
                  <a:lnTo>
                    <a:pt x="1284667" y="1382859"/>
                  </a:lnTo>
                  <a:lnTo>
                    <a:pt x="1284655" y="1382862"/>
                  </a:lnTo>
                  <a:lnTo>
                    <a:pt x="1284649" y="1382865"/>
                  </a:lnTo>
                  <a:lnTo>
                    <a:pt x="1284645" y="1382869"/>
                  </a:lnTo>
                  <a:lnTo>
                    <a:pt x="1284641" y="1382876"/>
                  </a:lnTo>
                  <a:lnTo>
                    <a:pt x="1284634" y="1382884"/>
                  </a:lnTo>
                  <a:lnTo>
                    <a:pt x="1284629" y="1382888"/>
                  </a:lnTo>
                  <a:lnTo>
                    <a:pt x="1284624" y="1382893"/>
                  </a:lnTo>
                  <a:lnTo>
                    <a:pt x="1284621" y="1382901"/>
                  </a:lnTo>
                  <a:lnTo>
                    <a:pt x="1284621" y="1382906"/>
                  </a:lnTo>
                  <a:lnTo>
                    <a:pt x="1284621" y="1382912"/>
                  </a:lnTo>
                  <a:lnTo>
                    <a:pt x="1284617" y="1382920"/>
                  </a:lnTo>
                  <a:lnTo>
                    <a:pt x="1284611" y="1382929"/>
                  </a:lnTo>
                  <a:lnTo>
                    <a:pt x="1284605" y="1382936"/>
                  </a:lnTo>
                  <a:lnTo>
                    <a:pt x="1284600" y="1382942"/>
                  </a:lnTo>
                  <a:lnTo>
                    <a:pt x="1284594" y="1382947"/>
                  </a:lnTo>
                  <a:lnTo>
                    <a:pt x="1284591" y="1382952"/>
                  </a:lnTo>
                  <a:lnTo>
                    <a:pt x="1284592" y="1382964"/>
                  </a:lnTo>
                  <a:lnTo>
                    <a:pt x="1284594" y="1382972"/>
                  </a:lnTo>
                  <a:lnTo>
                    <a:pt x="1284595" y="1382983"/>
                  </a:lnTo>
                  <a:lnTo>
                    <a:pt x="1284594" y="1382990"/>
                  </a:lnTo>
                  <a:lnTo>
                    <a:pt x="1284593" y="1382995"/>
                  </a:lnTo>
                  <a:lnTo>
                    <a:pt x="1284588" y="1383002"/>
                  </a:lnTo>
                  <a:lnTo>
                    <a:pt x="1284584" y="1383005"/>
                  </a:lnTo>
                  <a:lnTo>
                    <a:pt x="1284574" y="1383010"/>
                  </a:lnTo>
                  <a:lnTo>
                    <a:pt x="1284563" y="1383014"/>
                  </a:lnTo>
                  <a:lnTo>
                    <a:pt x="1284556" y="1383016"/>
                  </a:lnTo>
                  <a:lnTo>
                    <a:pt x="1284548" y="1383016"/>
                  </a:lnTo>
                  <a:lnTo>
                    <a:pt x="1284540" y="1383015"/>
                  </a:lnTo>
                  <a:lnTo>
                    <a:pt x="1284529" y="1383013"/>
                  </a:lnTo>
                  <a:lnTo>
                    <a:pt x="1284522" y="1383007"/>
                  </a:lnTo>
                  <a:lnTo>
                    <a:pt x="1284518" y="1383003"/>
                  </a:lnTo>
                  <a:lnTo>
                    <a:pt x="1284513" y="1382998"/>
                  </a:lnTo>
                  <a:lnTo>
                    <a:pt x="1284507" y="1382994"/>
                  </a:lnTo>
                  <a:lnTo>
                    <a:pt x="1284500" y="1382988"/>
                  </a:lnTo>
                  <a:lnTo>
                    <a:pt x="1284491" y="1382978"/>
                  </a:lnTo>
                  <a:lnTo>
                    <a:pt x="1284480" y="1382966"/>
                  </a:lnTo>
                  <a:lnTo>
                    <a:pt x="1284469" y="1382956"/>
                  </a:lnTo>
                  <a:lnTo>
                    <a:pt x="1284474" y="1382952"/>
                  </a:lnTo>
                  <a:lnTo>
                    <a:pt x="1284480" y="1382949"/>
                  </a:lnTo>
                  <a:lnTo>
                    <a:pt x="1284487" y="1382946"/>
                  </a:lnTo>
                  <a:lnTo>
                    <a:pt x="1284495" y="1382944"/>
                  </a:lnTo>
                  <a:lnTo>
                    <a:pt x="1284501" y="1382941"/>
                  </a:lnTo>
                  <a:lnTo>
                    <a:pt x="1284505" y="1382937"/>
                  </a:lnTo>
                  <a:lnTo>
                    <a:pt x="1284507" y="1382931"/>
                  </a:lnTo>
                  <a:lnTo>
                    <a:pt x="1284508" y="1382925"/>
                  </a:lnTo>
                  <a:lnTo>
                    <a:pt x="1284507" y="1382911"/>
                  </a:lnTo>
                  <a:lnTo>
                    <a:pt x="1284506" y="1382901"/>
                  </a:lnTo>
                  <a:lnTo>
                    <a:pt x="1284503" y="1382889"/>
                  </a:lnTo>
                  <a:lnTo>
                    <a:pt x="1284500" y="1382879"/>
                  </a:lnTo>
                  <a:lnTo>
                    <a:pt x="1284498" y="1382872"/>
                  </a:lnTo>
                  <a:lnTo>
                    <a:pt x="1284497" y="1382865"/>
                  </a:lnTo>
                  <a:lnTo>
                    <a:pt x="1284495" y="1382860"/>
                  </a:lnTo>
                  <a:lnTo>
                    <a:pt x="1284492" y="1382855"/>
                  </a:lnTo>
                  <a:lnTo>
                    <a:pt x="1284489" y="1382851"/>
                  </a:lnTo>
                  <a:lnTo>
                    <a:pt x="1284487" y="1382847"/>
                  </a:lnTo>
                  <a:lnTo>
                    <a:pt x="1284484" y="1382843"/>
                  </a:lnTo>
                  <a:lnTo>
                    <a:pt x="1284479" y="1382843"/>
                  </a:lnTo>
                  <a:lnTo>
                    <a:pt x="1284474" y="1382843"/>
                  </a:lnTo>
                  <a:lnTo>
                    <a:pt x="1284467" y="1382843"/>
                  </a:lnTo>
                  <a:lnTo>
                    <a:pt x="1284457" y="1382719"/>
                  </a:lnTo>
                  <a:lnTo>
                    <a:pt x="1284460" y="1382714"/>
                  </a:lnTo>
                  <a:lnTo>
                    <a:pt x="1284463" y="1382708"/>
                  </a:lnTo>
                  <a:lnTo>
                    <a:pt x="1284462" y="1382698"/>
                  </a:lnTo>
                  <a:lnTo>
                    <a:pt x="1284460" y="1382687"/>
                  </a:lnTo>
                  <a:lnTo>
                    <a:pt x="1284458" y="1382675"/>
                  </a:lnTo>
                  <a:lnTo>
                    <a:pt x="1284456" y="1382660"/>
                  </a:lnTo>
                  <a:lnTo>
                    <a:pt x="1284454" y="1382655"/>
                  </a:lnTo>
                  <a:lnTo>
                    <a:pt x="1284450" y="1382650"/>
                  </a:lnTo>
                  <a:lnTo>
                    <a:pt x="1284445" y="1382647"/>
                  </a:lnTo>
                  <a:lnTo>
                    <a:pt x="1284439" y="1382643"/>
                  </a:lnTo>
                  <a:lnTo>
                    <a:pt x="1284436" y="1382637"/>
                  </a:lnTo>
                  <a:lnTo>
                    <a:pt x="1284433" y="1382631"/>
                  </a:lnTo>
                  <a:lnTo>
                    <a:pt x="1284432" y="1382624"/>
                  </a:lnTo>
                  <a:lnTo>
                    <a:pt x="1284434" y="1382616"/>
                  </a:lnTo>
                  <a:lnTo>
                    <a:pt x="1284437" y="1382608"/>
                  </a:lnTo>
                  <a:lnTo>
                    <a:pt x="1284409" y="1382544"/>
                  </a:lnTo>
                  <a:lnTo>
                    <a:pt x="1284407" y="1382539"/>
                  </a:lnTo>
                  <a:lnTo>
                    <a:pt x="1284334" y="1382372"/>
                  </a:lnTo>
                  <a:lnTo>
                    <a:pt x="1284329" y="1382370"/>
                  </a:lnTo>
                  <a:lnTo>
                    <a:pt x="1284324" y="1382367"/>
                  </a:lnTo>
                  <a:lnTo>
                    <a:pt x="1284320" y="1382366"/>
                  </a:lnTo>
                  <a:lnTo>
                    <a:pt x="1284313" y="1382365"/>
                  </a:lnTo>
                  <a:lnTo>
                    <a:pt x="1284306" y="1382365"/>
                  </a:lnTo>
                  <a:lnTo>
                    <a:pt x="1284300" y="1382367"/>
                  </a:lnTo>
                  <a:lnTo>
                    <a:pt x="1284293" y="1382371"/>
                  </a:lnTo>
                  <a:lnTo>
                    <a:pt x="1284286" y="1382376"/>
                  </a:lnTo>
                  <a:lnTo>
                    <a:pt x="1284281" y="1382381"/>
                  </a:lnTo>
                  <a:lnTo>
                    <a:pt x="1284275" y="1382388"/>
                  </a:lnTo>
                  <a:lnTo>
                    <a:pt x="1284272" y="1382392"/>
                  </a:lnTo>
                  <a:lnTo>
                    <a:pt x="1284268" y="1382395"/>
                  </a:lnTo>
                  <a:lnTo>
                    <a:pt x="1284263" y="1382399"/>
                  </a:lnTo>
                  <a:lnTo>
                    <a:pt x="1284257" y="1382401"/>
                  </a:lnTo>
                  <a:lnTo>
                    <a:pt x="1284251" y="1382402"/>
                  </a:lnTo>
                  <a:lnTo>
                    <a:pt x="1284247" y="1382400"/>
                  </a:lnTo>
                  <a:lnTo>
                    <a:pt x="1284102" y="1382345"/>
                  </a:lnTo>
                  <a:lnTo>
                    <a:pt x="1284103" y="1382340"/>
                  </a:lnTo>
                  <a:lnTo>
                    <a:pt x="1284104" y="1382333"/>
                  </a:lnTo>
                  <a:lnTo>
                    <a:pt x="1284103" y="1382326"/>
                  </a:lnTo>
                  <a:lnTo>
                    <a:pt x="1284102" y="1382322"/>
                  </a:lnTo>
                  <a:lnTo>
                    <a:pt x="1284100" y="1382315"/>
                  </a:lnTo>
                  <a:lnTo>
                    <a:pt x="1284097" y="1382308"/>
                  </a:lnTo>
                  <a:lnTo>
                    <a:pt x="1284093" y="1382303"/>
                  </a:lnTo>
                  <a:lnTo>
                    <a:pt x="1284090" y="1382297"/>
                  </a:lnTo>
                  <a:lnTo>
                    <a:pt x="1284088" y="1382293"/>
                  </a:lnTo>
                  <a:lnTo>
                    <a:pt x="1284083" y="1382286"/>
                  </a:lnTo>
                  <a:lnTo>
                    <a:pt x="1284075" y="1382280"/>
                  </a:lnTo>
                  <a:lnTo>
                    <a:pt x="1284062" y="1382272"/>
                  </a:lnTo>
                  <a:lnTo>
                    <a:pt x="1284055" y="1382267"/>
                  </a:lnTo>
                  <a:lnTo>
                    <a:pt x="1284048" y="1382262"/>
                  </a:lnTo>
                  <a:lnTo>
                    <a:pt x="1284042" y="1382259"/>
                  </a:lnTo>
                  <a:lnTo>
                    <a:pt x="1284030" y="1382240"/>
                  </a:lnTo>
                  <a:lnTo>
                    <a:pt x="1284005" y="1382200"/>
                  </a:lnTo>
                  <a:lnTo>
                    <a:pt x="1283979" y="1382159"/>
                  </a:lnTo>
                  <a:lnTo>
                    <a:pt x="1283970" y="1382154"/>
                  </a:lnTo>
                  <a:lnTo>
                    <a:pt x="1283959" y="1382149"/>
                  </a:lnTo>
                  <a:lnTo>
                    <a:pt x="1283953" y="1382148"/>
                  </a:lnTo>
                  <a:lnTo>
                    <a:pt x="1283949" y="1382146"/>
                  </a:lnTo>
                  <a:lnTo>
                    <a:pt x="1283943" y="1382145"/>
                  </a:lnTo>
                  <a:lnTo>
                    <a:pt x="1283936" y="1382144"/>
                  </a:lnTo>
                  <a:lnTo>
                    <a:pt x="1283922" y="1382144"/>
                  </a:lnTo>
                  <a:lnTo>
                    <a:pt x="1283912" y="1382145"/>
                  </a:lnTo>
                  <a:lnTo>
                    <a:pt x="1283878" y="1382095"/>
                  </a:lnTo>
                  <a:lnTo>
                    <a:pt x="1283872" y="1382094"/>
                  </a:lnTo>
                  <a:lnTo>
                    <a:pt x="1283867" y="1382092"/>
                  </a:lnTo>
                  <a:lnTo>
                    <a:pt x="1283860" y="1382087"/>
                  </a:lnTo>
                  <a:lnTo>
                    <a:pt x="1283854" y="1382081"/>
                  </a:lnTo>
                  <a:lnTo>
                    <a:pt x="1283850" y="1382077"/>
                  </a:lnTo>
                  <a:lnTo>
                    <a:pt x="1283845" y="1382072"/>
                  </a:lnTo>
                  <a:lnTo>
                    <a:pt x="1283837" y="1382065"/>
                  </a:lnTo>
                  <a:lnTo>
                    <a:pt x="1283830" y="1382058"/>
                  </a:lnTo>
                  <a:lnTo>
                    <a:pt x="1283824" y="1382054"/>
                  </a:lnTo>
                  <a:lnTo>
                    <a:pt x="1283819" y="1382052"/>
                  </a:lnTo>
                  <a:lnTo>
                    <a:pt x="1283814" y="1382051"/>
                  </a:lnTo>
                  <a:lnTo>
                    <a:pt x="1283810" y="1382051"/>
                  </a:lnTo>
                  <a:lnTo>
                    <a:pt x="1283802" y="1382052"/>
                  </a:lnTo>
                  <a:lnTo>
                    <a:pt x="1283795" y="1382054"/>
                  </a:lnTo>
                  <a:lnTo>
                    <a:pt x="1283791" y="1382056"/>
                  </a:lnTo>
                  <a:lnTo>
                    <a:pt x="1283784" y="1382058"/>
                  </a:lnTo>
                  <a:lnTo>
                    <a:pt x="1283779" y="1382057"/>
                  </a:lnTo>
                  <a:lnTo>
                    <a:pt x="1283774" y="1382055"/>
                  </a:lnTo>
                  <a:lnTo>
                    <a:pt x="1283771" y="1382052"/>
                  </a:lnTo>
                  <a:lnTo>
                    <a:pt x="1283763" y="1382042"/>
                  </a:lnTo>
                  <a:lnTo>
                    <a:pt x="1283759" y="1382032"/>
                  </a:lnTo>
                  <a:lnTo>
                    <a:pt x="1283757" y="1382024"/>
                  </a:lnTo>
                  <a:lnTo>
                    <a:pt x="1283756" y="1382014"/>
                  </a:lnTo>
                  <a:lnTo>
                    <a:pt x="1283754" y="1382005"/>
                  </a:lnTo>
                  <a:lnTo>
                    <a:pt x="1283752" y="1381998"/>
                  </a:lnTo>
                  <a:lnTo>
                    <a:pt x="1283746" y="1382004"/>
                  </a:lnTo>
                  <a:lnTo>
                    <a:pt x="1283734" y="1382008"/>
                  </a:lnTo>
                  <a:lnTo>
                    <a:pt x="1283721" y="1382011"/>
                  </a:lnTo>
                  <a:lnTo>
                    <a:pt x="1283713" y="1382013"/>
                  </a:lnTo>
                  <a:lnTo>
                    <a:pt x="1283702" y="1382012"/>
                  </a:lnTo>
                  <a:lnTo>
                    <a:pt x="1283692" y="1382008"/>
                  </a:lnTo>
                  <a:lnTo>
                    <a:pt x="1283685" y="1382005"/>
                  </a:lnTo>
                  <a:lnTo>
                    <a:pt x="1283675" y="1382003"/>
                  </a:lnTo>
                  <a:lnTo>
                    <a:pt x="1283663" y="1382002"/>
                  </a:lnTo>
                  <a:lnTo>
                    <a:pt x="1283648" y="1382002"/>
                  </a:lnTo>
                  <a:lnTo>
                    <a:pt x="1283641" y="1382002"/>
                  </a:lnTo>
                  <a:lnTo>
                    <a:pt x="1283633" y="1382002"/>
                  </a:lnTo>
                  <a:lnTo>
                    <a:pt x="1283628" y="1382002"/>
                  </a:lnTo>
                  <a:lnTo>
                    <a:pt x="1283622" y="1382003"/>
                  </a:lnTo>
                  <a:lnTo>
                    <a:pt x="1283617" y="1382001"/>
                  </a:lnTo>
                  <a:lnTo>
                    <a:pt x="1283612" y="1381998"/>
                  </a:lnTo>
                  <a:lnTo>
                    <a:pt x="1283603" y="1381989"/>
                  </a:lnTo>
                  <a:lnTo>
                    <a:pt x="1283599" y="1381984"/>
                  </a:lnTo>
                  <a:lnTo>
                    <a:pt x="1283594" y="1381979"/>
                  </a:lnTo>
                  <a:lnTo>
                    <a:pt x="1283590" y="1381974"/>
                  </a:lnTo>
                  <a:lnTo>
                    <a:pt x="1283583" y="1381973"/>
                  </a:lnTo>
                  <a:lnTo>
                    <a:pt x="1283578" y="1381974"/>
                  </a:lnTo>
                  <a:lnTo>
                    <a:pt x="1283570" y="1381978"/>
                  </a:lnTo>
                  <a:lnTo>
                    <a:pt x="1283564" y="1381982"/>
                  </a:lnTo>
                  <a:lnTo>
                    <a:pt x="1283559" y="1381986"/>
                  </a:lnTo>
                  <a:lnTo>
                    <a:pt x="1283555" y="1381989"/>
                  </a:lnTo>
                  <a:lnTo>
                    <a:pt x="1283552" y="1381994"/>
                  </a:lnTo>
                  <a:lnTo>
                    <a:pt x="1283548" y="1382000"/>
                  </a:lnTo>
                  <a:lnTo>
                    <a:pt x="1283543" y="1382008"/>
                  </a:lnTo>
                  <a:lnTo>
                    <a:pt x="1283537" y="1382014"/>
                  </a:lnTo>
                  <a:lnTo>
                    <a:pt x="1283530" y="1382022"/>
                  </a:lnTo>
                  <a:lnTo>
                    <a:pt x="1283521" y="1382032"/>
                  </a:lnTo>
                  <a:lnTo>
                    <a:pt x="1283514" y="1382037"/>
                  </a:lnTo>
                  <a:lnTo>
                    <a:pt x="1283508" y="1382038"/>
                  </a:lnTo>
                  <a:lnTo>
                    <a:pt x="1283504" y="1382035"/>
                  </a:lnTo>
                  <a:lnTo>
                    <a:pt x="1283500" y="1382033"/>
                  </a:lnTo>
                  <a:lnTo>
                    <a:pt x="1283493" y="1382024"/>
                  </a:lnTo>
                  <a:lnTo>
                    <a:pt x="1283486" y="1382019"/>
                  </a:lnTo>
                  <a:lnTo>
                    <a:pt x="1283480" y="1382016"/>
                  </a:lnTo>
                  <a:lnTo>
                    <a:pt x="1283473" y="1382014"/>
                  </a:lnTo>
                  <a:lnTo>
                    <a:pt x="1283468" y="1382014"/>
                  </a:lnTo>
                  <a:lnTo>
                    <a:pt x="1283461" y="1382012"/>
                  </a:lnTo>
                  <a:lnTo>
                    <a:pt x="1283450" y="1382009"/>
                  </a:lnTo>
                  <a:lnTo>
                    <a:pt x="1283439" y="1382007"/>
                  </a:lnTo>
                  <a:lnTo>
                    <a:pt x="1283430" y="1382006"/>
                  </a:lnTo>
                  <a:lnTo>
                    <a:pt x="1283421" y="1382007"/>
                  </a:lnTo>
                  <a:lnTo>
                    <a:pt x="1283413" y="1382011"/>
                  </a:lnTo>
                  <a:lnTo>
                    <a:pt x="1283405" y="1382014"/>
                  </a:lnTo>
                  <a:lnTo>
                    <a:pt x="1283398" y="1382014"/>
                  </a:lnTo>
                  <a:lnTo>
                    <a:pt x="1283394" y="1382013"/>
                  </a:lnTo>
                  <a:lnTo>
                    <a:pt x="1283387" y="1382009"/>
                  </a:lnTo>
                  <a:lnTo>
                    <a:pt x="1283376" y="1381998"/>
                  </a:lnTo>
                  <a:lnTo>
                    <a:pt x="1283372" y="1381994"/>
                  </a:lnTo>
                  <a:lnTo>
                    <a:pt x="1283368" y="1381992"/>
                  </a:lnTo>
                  <a:lnTo>
                    <a:pt x="1283360" y="1381989"/>
                  </a:lnTo>
                  <a:lnTo>
                    <a:pt x="1283348" y="1381989"/>
                  </a:lnTo>
                  <a:lnTo>
                    <a:pt x="1283338" y="1381992"/>
                  </a:lnTo>
                  <a:lnTo>
                    <a:pt x="1283332" y="1381996"/>
                  </a:lnTo>
                  <a:lnTo>
                    <a:pt x="1283320" y="1382004"/>
                  </a:lnTo>
                  <a:lnTo>
                    <a:pt x="1283311" y="1382011"/>
                  </a:lnTo>
                  <a:lnTo>
                    <a:pt x="1283304" y="1382015"/>
                  </a:lnTo>
                  <a:lnTo>
                    <a:pt x="1283298" y="1382017"/>
                  </a:lnTo>
                  <a:lnTo>
                    <a:pt x="1283291" y="1382018"/>
                  </a:lnTo>
                  <a:lnTo>
                    <a:pt x="1283286" y="1382018"/>
                  </a:lnTo>
                  <a:lnTo>
                    <a:pt x="1283276" y="1382017"/>
                  </a:lnTo>
                  <a:lnTo>
                    <a:pt x="1283264" y="1382016"/>
                  </a:lnTo>
                  <a:lnTo>
                    <a:pt x="1283254" y="1382016"/>
                  </a:lnTo>
                  <a:lnTo>
                    <a:pt x="1283247" y="1382016"/>
                  </a:lnTo>
                  <a:lnTo>
                    <a:pt x="1283237" y="1382020"/>
                  </a:lnTo>
                  <a:lnTo>
                    <a:pt x="1283232" y="1382027"/>
                  </a:lnTo>
                  <a:lnTo>
                    <a:pt x="1283229" y="1382040"/>
                  </a:lnTo>
                  <a:lnTo>
                    <a:pt x="1283226" y="1382048"/>
                  </a:lnTo>
                  <a:lnTo>
                    <a:pt x="1283224" y="1382052"/>
                  </a:lnTo>
                  <a:lnTo>
                    <a:pt x="1283221" y="1382057"/>
                  </a:lnTo>
                  <a:lnTo>
                    <a:pt x="1283218" y="1382061"/>
                  </a:lnTo>
                  <a:lnTo>
                    <a:pt x="1283212" y="1382068"/>
                  </a:lnTo>
                  <a:lnTo>
                    <a:pt x="1283208" y="1382075"/>
                  </a:lnTo>
                  <a:lnTo>
                    <a:pt x="1283203" y="1382081"/>
                  </a:lnTo>
                  <a:lnTo>
                    <a:pt x="1283197" y="1382086"/>
                  </a:lnTo>
                  <a:lnTo>
                    <a:pt x="1283186" y="1382086"/>
                  </a:lnTo>
                  <a:lnTo>
                    <a:pt x="1283177" y="1382086"/>
                  </a:lnTo>
                  <a:lnTo>
                    <a:pt x="1283165" y="1382085"/>
                  </a:lnTo>
                  <a:lnTo>
                    <a:pt x="1283154" y="1382084"/>
                  </a:lnTo>
                  <a:lnTo>
                    <a:pt x="1283149" y="1382085"/>
                  </a:lnTo>
                  <a:lnTo>
                    <a:pt x="1283146" y="1382088"/>
                  </a:lnTo>
                  <a:lnTo>
                    <a:pt x="1283141" y="1382093"/>
                  </a:lnTo>
                  <a:lnTo>
                    <a:pt x="1283138" y="1382098"/>
                  </a:lnTo>
                  <a:lnTo>
                    <a:pt x="1283134" y="1382104"/>
                  </a:lnTo>
                  <a:lnTo>
                    <a:pt x="1283125" y="1382106"/>
                  </a:lnTo>
                  <a:lnTo>
                    <a:pt x="1283120" y="1382106"/>
                  </a:lnTo>
                  <a:lnTo>
                    <a:pt x="1283116" y="1382107"/>
                  </a:lnTo>
                  <a:lnTo>
                    <a:pt x="1283106" y="1382107"/>
                  </a:lnTo>
                  <a:lnTo>
                    <a:pt x="1283098" y="1382106"/>
                  </a:lnTo>
                  <a:lnTo>
                    <a:pt x="1283086" y="1382108"/>
                  </a:lnTo>
                  <a:lnTo>
                    <a:pt x="1283081" y="1382113"/>
                  </a:lnTo>
                  <a:lnTo>
                    <a:pt x="1283078" y="1382117"/>
                  </a:lnTo>
                  <a:lnTo>
                    <a:pt x="1283076" y="1382122"/>
                  </a:lnTo>
                  <a:lnTo>
                    <a:pt x="1283070" y="1382129"/>
                  </a:lnTo>
                  <a:lnTo>
                    <a:pt x="1283062" y="1382138"/>
                  </a:lnTo>
                  <a:lnTo>
                    <a:pt x="1283053" y="1382141"/>
                  </a:lnTo>
                  <a:lnTo>
                    <a:pt x="1283049" y="1382144"/>
                  </a:lnTo>
                  <a:lnTo>
                    <a:pt x="1283043" y="1382148"/>
                  </a:lnTo>
                  <a:lnTo>
                    <a:pt x="1283033" y="1382159"/>
                  </a:lnTo>
                  <a:lnTo>
                    <a:pt x="1283029" y="1382162"/>
                  </a:lnTo>
                  <a:lnTo>
                    <a:pt x="1283023" y="1382165"/>
                  </a:lnTo>
                  <a:lnTo>
                    <a:pt x="1283017" y="1382166"/>
                  </a:lnTo>
                  <a:lnTo>
                    <a:pt x="1283009" y="1382168"/>
                  </a:lnTo>
                  <a:lnTo>
                    <a:pt x="1283003" y="1382169"/>
                  </a:lnTo>
                  <a:lnTo>
                    <a:pt x="1282997" y="1382171"/>
                  </a:lnTo>
                  <a:lnTo>
                    <a:pt x="1282991" y="1382177"/>
                  </a:lnTo>
                  <a:lnTo>
                    <a:pt x="1282983" y="1382179"/>
                  </a:lnTo>
                  <a:lnTo>
                    <a:pt x="1282977" y="1382181"/>
                  </a:lnTo>
                  <a:lnTo>
                    <a:pt x="1282972" y="1382182"/>
                  </a:lnTo>
                  <a:lnTo>
                    <a:pt x="1282967" y="1382182"/>
                  </a:lnTo>
                  <a:lnTo>
                    <a:pt x="1282963" y="1382182"/>
                  </a:lnTo>
                  <a:lnTo>
                    <a:pt x="1282955" y="1382182"/>
                  </a:lnTo>
                  <a:lnTo>
                    <a:pt x="1282949" y="1382181"/>
                  </a:lnTo>
                  <a:lnTo>
                    <a:pt x="1282942" y="1382181"/>
                  </a:lnTo>
                  <a:lnTo>
                    <a:pt x="1282937" y="1382179"/>
                  </a:lnTo>
                  <a:lnTo>
                    <a:pt x="1282930" y="1382175"/>
                  </a:lnTo>
                  <a:lnTo>
                    <a:pt x="1282927" y="1382173"/>
                  </a:lnTo>
                  <a:lnTo>
                    <a:pt x="1282921" y="1382169"/>
                  </a:lnTo>
                  <a:lnTo>
                    <a:pt x="1282915" y="1382166"/>
                  </a:lnTo>
                  <a:lnTo>
                    <a:pt x="1282910" y="1382164"/>
                  </a:lnTo>
                  <a:lnTo>
                    <a:pt x="1282899" y="1382165"/>
                  </a:lnTo>
                  <a:lnTo>
                    <a:pt x="1282824" y="1382173"/>
                  </a:lnTo>
                  <a:lnTo>
                    <a:pt x="1282771" y="1382185"/>
                  </a:lnTo>
                  <a:lnTo>
                    <a:pt x="1282759" y="1382208"/>
                  </a:lnTo>
                  <a:lnTo>
                    <a:pt x="1282754" y="1382206"/>
                  </a:lnTo>
                  <a:lnTo>
                    <a:pt x="1282748" y="1382204"/>
                  </a:lnTo>
                  <a:lnTo>
                    <a:pt x="1282737" y="1382200"/>
                  </a:lnTo>
                  <a:lnTo>
                    <a:pt x="1282729" y="1382195"/>
                  </a:lnTo>
                  <a:lnTo>
                    <a:pt x="1282719" y="1382190"/>
                  </a:lnTo>
                  <a:lnTo>
                    <a:pt x="1282707" y="1382185"/>
                  </a:lnTo>
                  <a:lnTo>
                    <a:pt x="1282699" y="1382182"/>
                  </a:lnTo>
                  <a:lnTo>
                    <a:pt x="1282692" y="1382181"/>
                  </a:lnTo>
                  <a:lnTo>
                    <a:pt x="1282682" y="1382180"/>
                  </a:lnTo>
                  <a:lnTo>
                    <a:pt x="1282672" y="1382179"/>
                  </a:lnTo>
                  <a:lnTo>
                    <a:pt x="1282663" y="1382180"/>
                  </a:lnTo>
                  <a:lnTo>
                    <a:pt x="1282658" y="1382182"/>
                  </a:lnTo>
                  <a:lnTo>
                    <a:pt x="1282653" y="1382184"/>
                  </a:lnTo>
                  <a:lnTo>
                    <a:pt x="1282649" y="1382186"/>
                  </a:lnTo>
                  <a:lnTo>
                    <a:pt x="1282642" y="1382191"/>
                  </a:lnTo>
                  <a:lnTo>
                    <a:pt x="1282636" y="1382194"/>
                  </a:lnTo>
                  <a:lnTo>
                    <a:pt x="1282632" y="1382196"/>
                  </a:lnTo>
                  <a:lnTo>
                    <a:pt x="1282627" y="1382197"/>
                  </a:lnTo>
                  <a:lnTo>
                    <a:pt x="1282622" y="1382199"/>
                  </a:lnTo>
                  <a:lnTo>
                    <a:pt x="1282614" y="1382201"/>
                  </a:lnTo>
                  <a:lnTo>
                    <a:pt x="1282605" y="1382202"/>
                  </a:lnTo>
                  <a:lnTo>
                    <a:pt x="1282598" y="1382205"/>
                  </a:lnTo>
                  <a:lnTo>
                    <a:pt x="1282591" y="1382210"/>
                  </a:lnTo>
                  <a:lnTo>
                    <a:pt x="1282583" y="1382214"/>
                  </a:lnTo>
                  <a:lnTo>
                    <a:pt x="1282578" y="1382216"/>
                  </a:lnTo>
                  <a:lnTo>
                    <a:pt x="1282571" y="1382218"/>
                  </a:lnTo>
                  <a:lnTo>
                    <a:pt x="1282565" y="1382219"/>
                  </a:lnTo>
                  <a:lnTo>
                    <a:pt x="1282554" y="1382221"/>
                  </a:lnTo>
                  <a:lnTo>
                    <a:pt x="1282544" y="1382222"/>
                  </a:lnTo>
                  <a:lnTo>
                    <a:pt x="1282534" y="1382221"/>
                  </a:lnTo>
                  <a:lnTo>
                    <a:pt x="1282525" y="1382218"/>
                  </a:lnTo>
                  <a:lnTo>
                    <a:pt x="1282514" y="1382216"/>
                  </a:lnTo>
                  <a:lnTo>
                    <a:pt x="1282504" y="1382215"/>
                  </a:lnTo>
                  <a:lnTo>
                    <a:pt x="1282496" y="1382214"/>
                  </a:lnTo>
                  <a:lnTo>
                    <a:pt x="1282490" y="1382214"/>
                  </a:lnTo>
                  <a:lnTo>
                    <a:pt x="1282481" y="1382213"/>
                  </a:lnTo>
                  <a:lnTo>
                    <a:pt x="1282476" y="1382213"/>
                  </a:lnTo>
                  <a:lnTo>
                    <a:pt x="1282480" y="1382232"/>
                  </a:lnTo>
                  <a:lnTo>
                    <a:pt x="1282483" y="1382246"/>
                  </a:lnTo>
                  <a:lnTo>
                    <a:pt x="1282487" y="1382257"/>
                  </a:lnTo>
                  <a:lnTo>
                    <a:pt x="1282492" y="1382269"/>
                  </a:lnTo>
                  <a:lnTo>
                    <a:pt x="1282495" y="1382282"/>
                  </a:lnTo>
                  <a:lnTo>
                    <a:pt x="1282500" y="1382293"/>
                  </a:lnTo>
                  <a:lnTo>
                    <a:pt x="1282503" y="1382303"/>
                  </a:lnTo>
                  <a:lnTo>
                    <a:pt x="1282506" y="1382316"/>
                  </a:lnTo>
                  <a:lnTo>
                    <a:pt x="1282508" y="1382327"/>
                  </a:lnTo>
                  <a:lnTo>
                    <a:pt x="1282509" y="1382332"/>
                  </a:lnTo>
                  <a:lnTo>
                    <a:pt x="1282510" y="1382337"/>
                  </a:lnTo>
                  <a:lnTo>
                    <a:pt x="1282512" y="1382344"/>
                  </a:lnTo>
                  <a:lnTo>
                    <a:pt x="1282515" y="1382353"/>
                  </a:lnTo>
                  <a:lnTo>
                    <a:pt x="1282516" y="1382372"/>
                  </a:lnTo>
                  <a:lnTo>
                    <a:pt x="1282516" y="1382392"/>
                  </a:lnTo>
                  <a:lnTo>
                    <a:pt x="1282519" y="1382402"/>
                  </a:lnTo>
                  <a:lnTo>
                    <a:pt x="1282522" y="1382412"/>
                  </a:lnTo>
                  <a:lnTo>
                    <a:pt x="1282520" y="1382422"/>
                  </a:lnTo>
                  <a:lnTo>
                    <a:pt x="1282519" y="1382430"/>
                  </a:lnTo>
                  <a:lnTo>
                    <a:pt x="1282518" y="1382437"/>
                  </a:lnTo>
                  <a:lnTo>
                    <a:pt x="1282517" y="1382446"/>
                  </a:lnTo>
                  <a:lnTo>
                    <a:pt x="1282518" y="1382461"/>
                  </a:lnTo>
                  <a:lnTo>
                    <a:pt x="1282515" y="1382474"/>
                  </a:lnTo>
                  <a:lnTo>
                    <a:pt x="1282510" y="1382485"/>
                  </a:lnTo>
                  <a:lnTo>
                    <a:pt x="1282507" y="1382492"/>
                  </a:lnTo>
                  <a:lnTo>
                    <a:pt x="1282505" y="1382497"/>
                  </a:lnTo>
                  <a:lnTo>
                    <a:pt x="1282502" y="1382507"/>
                  </a:lnTo>
                  <a:lnTo>
                    <a:pt x="1282504" y="1382523"/>
                  </a:lnTo>
                  <a:lnTo>
                    <a:pt x="1282507" y="1382531"/>
                  </a:lnTo>
                  <a:lnTo>
                    <a:pt x="1282511" y="1382542"/>
                  </a:lnTo>
                  <a:lnTo>
                    <a:pt x="1282503" y="1382544"/>
                  </a:lnTo>
                  <a:lnTo>
                    <a:pt x="1282498" y="1382545"/>
                  </a:lnTo>
                  <a:lnTo>
                    <a:pt x="1282490" y="1382547"/>
                  </a:lnTo>
                  <a:lnTo>
                    <a:pt x="1282482" y="1382548"/>
                  </a:lnTo>
                  <a:lnTo>
                    <a:pt x="1282466" y="1382550"/>
                  </a:lnTo>
                  <a:lnTo>
                    <a:pt x="1282453" y="1382551"/>
                  </a:lnTo>
                  <a:lnTo>
                    <a:pt x="1282441" y="1382551"/>
                  </a:lnTo>
                  <a:lnTo>
                    <a:pt x="1282432" y="1382552"/>
                  </a:lnTo>
                  <a:lnTo>
                    <a:pt x="1282427" y="1382555"/>
                  </a:lnTo>
                  <a:lnTo>
                    <a:pt x="1282421" y="1382558"/>
                  </a:lnTo>
                  <a:lnTo>
                    <a:pt x="1282402" y="1382567"/>
                  </a:lnTo>
                  <a:lnTo>
                    <a:pt x="1282328" y="1382653"/>
                  </a:lnTo>
                  <a:lnTo>
                    <a:pt x="1282319" y="1382662"/>
                  </a:lnTo>
                  <a:lnTo>
                    <a:pt x="1282256" y="1382765"/>
                  </a:lnTo>
                  <a:lnTo>
                    <a:pt x="1282250" y="1382772"/>
                  </a:lnTo>
                  <a:lnTo>
                    <a:pt x="1282246" y="1382776"/>
                  </a:lnTo>
                  <a:lnTo>
                    <a:pt x="1282242" y="1382782"/>
                  </a:lnTo>
                  <a:lnTo>
                    <a:pt x="1282242" y="1382788"/>
                  </a:lnTo>
                  <a:lnTo>
                    <a:pt x="1282240" y="1382794"/>
                  </a:lnTo>
                  <a:lnTo>
                    <a:pt x="1282236" y="1382804"/>
                  </a:lnTo>
                  <a:lnTo>
                    <a:pt x="1282231" y="1382816"/>
                  </a:lnTo>
                  <a:lnTo>
                    <a:pt x="1282228" y="1382821"/>
                  </a:lnTo>
                  <a:lnTo>
                    <a:pt x="1282217" y="1382835"/>
                  </a:lnTo>
                  <a:lnTo>
                    <a:pt x="1282214" y="1382842"/>
                  </a:lnTo>
                  <a:lnTo>
                    <a:pt x="1282205" y="1382855"/>
                  </a:lnTo>
                  <a:lnTo>
                    <a:pt x="1282193" y="1382872"/>
                  </a:lnTo>
                  <a:lnTo>
                    <a:pt x="1282187" y="1382879"/>
                  </a:lnTo>
                  <a:lnTo>
                    <a:pt x="1282185" y="1382886"/>
                  </a:lnTo>
                  <a:lnTo>
                    <a:pt x="1282186" y="1382892"/>
                  </a:lnTo>
                  <a:lnTo>
                    <a:pt x="1282188" y="1382896"/>
                  </a:lnTo>
                  <a:lnTo>
                    <a:pt x="1282187" y="1382902"/>
                  </a:lnTo>
                  <a:lnTo>
                    <a:pt x="1282185" y="1382913"/>
                  </a:lnTo>
                  <a:lnTo>
                    <a:pt x="1282180" y="1382924"/>
                  </a:lnTo>
                  <a:lnTo>
                    <a:pt x="1282172" y="1382937"/>
                  </a:lnTo>
                  <a:lnTo>
                    <a:pt x="1282167" y="1382941"/>
                  </a:lnTo>
                  <a:lnTo>
                    <a:pt x="1282165" y="1382945"/>
                  </a:lnTo>
                  <a:lnTo>
                    <a:pt x="1282164" y="1382951"/>
                  </a:lnTo>
                  <a:lnTo>
                    <a:pt x="1282166" y="1382958"/>
                  </a:lnTo>
                  <a:lnTo>
                    <a:pt x="1282167" y="1382965"/>
                  </a:lnTo>
                  <a:lnTo>
                    <a:pt x="1282167" y="1382971"/>
                  </a:lnTo>
                  <a:lnTo>
                    <a:pt x="1282166" y="1382976"/>
                  </a:lnTo>
                  <a:lnTo>
                    <a:pt x="1282166" y="1382981"/>
                  </a:lnTo>
                  <a:lnTo>
                    <a:pt x="1282167" y="1382987"/>
                  </a:lnTo>
                  <a:lnTo>
                    <a:pt x="1282168" y="1382991"/>
                  </a:lnTo>
                  <a:lnTo>
                    <a:pt x="1282173" y="1383005"/>
                  </a:lnTo>
                  <a:lnTo>
                    <a:pt x="1282179" y="1383017"/>
                  </a:lnTo>
                  <a:lnTo>
                    <a:pt x="1282185" y="1383031"/>
                  </a:lnTo>
                  <a:lnTo>
                    <a:pt x="1282186" y="1383037"/>
                  </a:lnTo>
                  <a:lnTo>
                    <a:pt x="1282185" y="1383046"/>
                  </a:lnTo>
                  <a:lnTo>
                    <a:pt x="1282184" y="1383053"/>
                  </a:lnTo>
                  <a:lnTo>
                    <a:pt x="1282180" y="1383070"/>
                  </a:lnTo>
                  <a:lnTo>
                    <a:pt x="1282176" y="1383078"/>
                  </a:lnTo>
                  <a:lnTo>
                    <a:pt x="1282173" y="1383085"/>
                  </a:lnTo>
                  <a:lnTo>
                    <a:pt x="1282172" y="1383090"/>
                  </a:lnTo>
                  <a:lnTo>
                    <a:pt x="1282173" y="1383096"/>
                  </a:lnTo>
                  <a:lnTo>
                    <a:pt x="1282174" y="1383103"/>
                  </a:lnTo>
                  <a:lnTo>
                    <a:pt x="1282174" y="1383112"/>
                  </a:lnTo>
                  <a:lnTo>
                    <a:pt x="1282173" y="1383119"/>
                  </a:lnTo>
                  <a:lnTo>
                    <a:pt x="1282171" y="1383126"/>
                  </a:lnTo>
                  <a:lnTo>
                    <a:pt x="1282170" y="1383132"/>
                  </a:lnTo>
                  <a:lnTo>
                    <a:pt x="1282170" y="1383137"/>
                  </a:lnTo>
                  <a:lnTo>
                    <a:pt x="1282171" y="1383144"/>
                  </a:lnTo>
                  <a:lnTo>
                    <a:pt x="1282171" y="1383154"/>
                  </a:lnTo>
                  <a:lnTo>
                    <a:pt x="1282172" y="1383172"/>
                  </a:lnTo>
                  <a:lnTo>
                    <a:pt x="1282173" y="1383179"/>
                  </a:lnTo>
                  <a:lnTo>
                    <a:pt x="1282174" y="1383185"/>
                  </a:lnTo>
                  <a:lnTo>
                    <a:pt x="1282176" y="1383191"/>
                  </a:lnTo>
                  <a:lnTo>
                    <a:pt x="1282174" y="1383196"/>
                  </a:lnTo>
                  <a:lnTo>
                    <a:pt x="1282172" y="1383199"/>
                  </a:lnTo>
                  <a:lnTo>
                    <a:pt x="1282168" y="1383204"/>
                  </a:lnTo>
                  <a:lnTo>
                    <a:pt x="1282165" y="1383214"/>
                  </a:lnTo>
                  <a:lnTo>
                    <a:pt x="1282163" y="1383222"/>
                  </a:lnTo>
                  <a:lnTo>
                    <a:pt x="1282158" y="1383231"/>
                  </a:lnTo>
                  <a:lnTo>
                    <a:pt x="1282153" y="1383239"/>
                  </a:lnTo>
                  <a:lnTo>
                    <a:pt x="1282151" y="1383246"/>
                  </a:lnTo>
                  <a:lnTo>
                    <a:pt x="1282152" y="1383258"/>
                  </a:lnTo>
                  <a:lnTo>
                    <a:pt x="1282154" y="1383273"/>
                  </a:lnTo>
                  <a:lnTo>
                    <a:pt x="1282153" y="1383280"/>
                  </a:lnTo>
                  <a:lnTo>
                    <a:pt x="1282151" y="1383286"/>
                  </a:lnTo>
                  <a:lnTo>
                    <a:pt x="1282145" y="1383296"/>
                  </a:lnTo>
                  <a:lnTo>
                    <a:pt x="1282137" y="1383308"/>
                  </a:lnTo>
                  <a:lnTo>
                    <a:pt x="1282134" y="1383314"/>
                  </a:lnTo>
                  <a:lnTo>
                    <a:pt x="1282131" y="1383321"/>
                  </a:lnTo>
                  <a:lnTo>
                    <a:pt x="1282127" y="1383341"/>
                  </a:lnTo>
                  <a:lnTo>
                    <a:pt x="1282124" y="1383349"/>
                  </a:lnTo>
                  <a:lnTo>
                    <a:pt x="1282120" y="1383355"/>
                  </a:lnTo>
                  <a:lnTo>
                    <a:pt x="1282116" y="1383361"/>
                  </a:lnTo>
                  <a:lnTo>
                    <a:pt x="1282111" y="1383367"/>
                  </a:lnTo>
                  <a:lnTo>
                    <a:pt x="1282105" y="1383370"/>
                  </a:lnTo>
                  <a:lnTo>
                    <a:pt x="1282100" y="1383372"/>
                  </a:lnTo>
                  <a:lnTo>
                    <a:pt x="1282090" y="1383375"/>
                  </a:lnTo>
                  <a:lnTo>
                    <a:pt x="1282085" y="1383376"/>
                  </a:lnTo>
                  <a:lnTo>
                    <a:pt x="1282081" y="1383376"/>
                  </a:lnTo>
                  <a:lnTo>
                    <a:pt x="1282076" y="1383374"/>
                  </a:lnTo>
                  <a:lnTo>
                    <a:pt x="1282069" y="1383370"/>
                  </a:lnTo>
                  <a:lnTo>
                    <a:pt x="1282062" y="1383367"/>
                  </a:lnTo>
                  <a:lnTo>
                    <a:pt x="1282055" y="1383366"/>
                  </a:lnTo>
                  <a:lnTo>
                    <a:pt x="1282048" y="1383366"/>
                  </a:lnTo>
                  <a:lnTo>
                    <a:pt x="1282043" y="1383369"/>
                  </a:lnTo>
                  <a:lnTo>
                    <a:pt x="1282037" y="1383375"/>
                  </a:lnTo>
                  <a:lnTo>
                    <a:pt x="1282033" y="1383381"/>
                  </a:lnTo>
                  <a:lnTo>
                    <a:pt x="1282029" y="1383389"/>
                  </a:lnTo>
                  <a:lnTo>
                    <a:pt x="1281962" y="1383470"/>
                  </a:lnTo>
                  <a:lnTo>
                    <a:pt x="1281950" y="1383490"/>
                  </a:lnTo>
                  <a:lnTo>
                    <a:pt x="1281939" y="1383507"/>
                  </a:lnTo>
                  <a:lnTo>
                    <a:pt x="1281913" y="1383547"/>
                  </a:lnTo>
                  <a:lnTo>
                    <a:pt x="1281871" y="1383611"/>
                  </a:lnTo>
                  <a:lnTo>
                    <a:pt x="1281866" y="1383624"/>
                  </a:lnTo>
                  <a:lnTo>
                    <a:pt x="1281862" y="1383635"/>
                  </a:lnTo>
                  <a:lnTo>
                    <a:pt x="1281857" y="1383644"/>
                  </a:lnTo>
                  <a:lnTo>
                    <a:pt x="1281852" y="1383649"/>
                  </a:lnTo>
                  <a:lnTo>
                    <a:pt x="1281846" y="1383655"/>
                  </a:lnTo>
                  <a:lnTo>
                    <a:pt x="1281841" y="1383658"/>
                  </a:lnTo>
                  <a:lnTo>
                    <a:pt x="1281829" y="1383660"/>
                  </a:lnTo>
                  <a:lnTo>
                    <a:pt x="1281817" y="1383664"/>
                  </a:lnTo>
                  <a:lnTo>
                    <a:pt x="1281809" y="1383669"/>
                  </a:lnTo>
                  <a:lnTo>
                    <a:pt x="1281802" y="1383674"/>
                  </a:lnTo>
                  <a:lnTo>
                    <a:pt x="1281797" y="1383678"/>
                  </a:lnTo>
                  <a:lnTo>
                    <a:pt x="1281789" y="1383674"/>
                  </a:lnTo>
                  <a:lnTo>
                    <a:pt x="1281780" y="1383670"/>
                  </a:lnTo>
                  <a:lnTo>
                    <a:pt x="1281772" y="1383669"/>
                  </a:lnTo>
                  <a:lnTo>
                    <a:pt x="1281763" y="1383669"/>
                  </a:lnTo>
                  <a:lnTo>
                    <a:pt x="1281752" y="1383671"/>
                  </a:lnTo>
                  <a:lnTo>
                    <a:pt x="1281743" y="1383674"/>
                  </a:lnTo>
                  <a:lnTo>
                    <a:pt x="1281727" y="1383682"/>
                  </a:lnTo>
                  <a:lnTo>
                    <a:pt x="1281724" y="1383690"/>
                  </a:lnTo>
                  <a:lnTo>
                    <a:pt x="1281722" y="1383695"/>
                  </a:lnTo>
                  <a:lnTo>
                    <a:pt x="1281719" y="1383705"/>
                  </a:lnTo>
                  <a:lnTo>
                    <a:pt x="1281716" y="1383716"/>
                  </a:lnTo>
                  <a:lnTo>
                    <a:pt x="1281712" y="1383725"/>
                  </a:lnTo>
                  <a:lnTo>
                    <a:pt x="1281708" y="1383733"/>
                  </a:lnTo>
                  <a:lnTo>
                    <a:pt x="1281705" y="1383741"/>
                  </a:lnTo>
                  <a:lnTo>
                    <a:pt x="1281701" y="1383749"/>
                  </a:lnTo>
                  <a:lnTo>
                    <a:pt x="1281696" y="1383762"/>
                  </a:lnTo>
                  <a:lnTo>
                    <a:pt x="1281683" y="1383762"/>
                  </a:lnTo>
                  <a:lnTo>
                    <a:pt x="1281656" y="1383763"/>
                  </a:lnTo>
                  <a:lnTo>
                    <a:pt x="1281633" y="1383760"/>
                  </a:lnTo>
                  <a:lnTo>
                    <a:pt x="1281628" y="1383762"/>
                  </a:lnTo>
                  <a:lnTo>
                    <a:pt x="1281622" y="1383766"/>
                  </a:lnTo>
                  <a:lnTo>
                    <a:pt x="1281616" y="1383768"/>
                  </a:lnTo>
                  <a:lnTo>
                    <a:pt x="1281604" y="1383771"/>
                  </a:lnTo>
                  <a:lnTo>
                    <a:pt x="1281599" y="1383772"/>
                  </a:lnTo>
                  <a:lnTo>
                    <a:pt x="1281593" y="1383771"/>
                  </a:lnTo>
                  <a:lnTo>
                    <a:pt x="1281583" y="1383769"/>
                  </a:lnTo>
                  <a:lnTo>
                    <a:pt x="1281571" y="1383763"/>
                  </a:lnTo>
                  <a:lnTo>
                    <a:pt x="1281563" y="1383758"/>
                  </a:lnTo>
                  <a:lnTo>
                    <a:pt x="1281563" y="1383747"/>
                  </a:lnTo>
                  <a:lnTo>
                    <a:pt x="1281564" y="1383737"/>
                  </a:lnTo>
                  <a:lnTo>
                    <a:pt x="1281565" y="1383728"/>
                  </a:lnTo>
                  <a:lnTo>
                    <a:pt x="1281563" y="1383721"/>
                  </a:lnTo>
                  <a:lnTo>
                    <a:pt x="1281562" y="1383714"/>
                  </a:lnTo>
                  <a:lnTo>
                    <a:pt x="1281559" y="1383703"/>
                  </a:lnTo>
                  <a:lnTo>
                    <a:pt x="1281557" y="1383694"/>
                  </a:lnTo>
                  <a:lnTo>
                    <a:pt x="1281546" y="1383700"/>
                  </a:lnTo>
                  <a:lnTo>
                    <a:pt x="1281515" y="1383697"/>
                  </a:lnTo>
                  <a:lnTo>
                    <a:pt x="1281499" y="1383695"/>
                  </a:lnTo>
                  <a:lnTo>
                    <a:pt x="1281495" y="1383692"/>
                  </a:lnTo>
                  <a:lnTo>
                    <a:pt x="1281486" y="1383687"/>
                  </a:lnTo>
                  <a:lnTo>
                    <a:pt x="1281478" y="1383682"/>
                  </a:lnTo>
                  <a:lnTo>
                    <a:pt x="1281467" y="1383681"/>
                  </a:lnTo>
                  <a:lnTo>
                    <a:pt x="1281457" y="1383678"/>
                  </a:lnTo>
                  <a:lnTo>
                    <a:pt x="1281450" y="1383675"/>
                  </a:lnTo>
                  <a:lnTo>
                    <a:pt x="1281445" y="1383670"/>
                  </a:lnTo>
                  <a:lnTo>
                    <a:pt x="1281429" y="1383663"/>
                  </a:lnTo>
                  <a:lnTo>
                    <a:pt x="1281415" y="1383659"/>
                  </a:lnTo>
                  <a:lnTo>
                    <a:pt x="1281401" y="1383658"/>
                  </a:lnTo>
                  <a:lnTo>
                    <a:pt x="1281391" y="1383656"/>
                  </a:lnTo>
                  <a:lnTo>
                    <a:pt x="1281375" y="1383650"/>
                  </a:lnTo>
                  <a:lnTo>
                    <a:pt x="1281372" y="1383706"/>
                  </a:lnTo>
                  <a:lnTo>
                    <a:pt x="1281389" y="1383717"/>
                  </a:lnTo>
                  <a:lnTo>
                    <a:pt x="1281395" y="1383767"/>
                  </a:lnTo>
                  <a:lnTo>
                    <a:pt x="1281397" y="1383844"/>
                  </a:lnTo>
                  <a:lnTo>
                    <a:pt x="1281398" y="1383855"/>
                  </a:lnTo>
                  <a:lnTo>
                    <a:pt x="1281383" y="1383855"/>
                  </a:lnTo>
                  <a:lnTo>
                    <a:pt x="1281280" y="1383945"/>
                  </a:lnTo>
                  <a:lnTo>
                    <a:pt x="1281274" y="1383955"/>
                  </a:lnTo>
                  <a:lnTo>
                    <a:pt x="1281269" y="1383963"/>
                  </a:lnTo>
                  <a:lnTo>
                    <a:pt x="1281266" y="1383973"/>
                  </a:lnTo>
                  <a:lnTo>
                    <a:pt x="1281267" y="1383986"/>
                  </a:lnTo>
                  <a:lnTo>
                    <a:pt x="1281263" y="1383998"/>
                  </a:lnTo>
                  <a:lnTo>
                    <a:pt x="1281262" y="1384008"/>
                  </a:lnTo>
                  <a:lnTo>
                    <a:pt x="1281261" y="1384018"/>
                  </a:lnTo>
                  <a:lnTo>
                    <a:pt x="1281260" y="1384025"/>
                  </a:lnTo>
                  <a:lnTo>
                    <a:pt x="1281256" y="1384034"/>
                  </a:lnTo>
                  <a:lnTo>
                    <a:pt x="1281251" y="1384046"/>
                  </a:lnTo>
                  <a:lnTo>
                    <a:pt x="1281245" y="1384063"/>
                  </a:lnTo>
                  <a:lnTo>
                    <a:pt x="1281241" y="1384073"/>
                  </a:lnTo>
                  <a:lnTo>
                    <a:pt x="1281235" y="1384082"/>
                  </a:lnTo>
                  <a:lnTo>
                    <a:pt x="1281226" y="1384088"/>
                  </a:lnTo>
                  <a:lnTo>
                    <a:pt x="1281215" y="1384093"/>
                  </a:lnTo>
                  <a:lnTo>
                    <a:pt x="1281185" y="1384069"/>
                  </a:lnTo>
                  <a:lnTo>
                    <a:pt x="1281174" y="1384063"/>
                  </a:lnTo>
                  <a:lnTo>
                    <a:pt x="1281170" y="1384064"/>
                  </a:lnTo>
                  <a:lnTo>
                    <a:pt x="1281167" y="1384068"/>
                  </a:lnTo>
                  <a:lnTo>
                    <a:pt x="1281161" y="1384079"/>
                  </a:lnTo>
                  <a:lnTo>
                    <a:pt x="1281156" y="1384087"/>
                  </a:lnTo>
                  <a:lnTo>
                    <a:pt x="1281150" y="1384096"/>
                  </a:lnTo>
                  <a:lnTo>
                    <a:pt x="1281143" y="1384106"/>
                  </a:lnTo>
                  <a:lnTo>
                    <a:pt x="1281141" y="1384112"/>
                  </a:lnTo>
                  <a:lnTo>
                    <a:pt x="1281141" y="1384117"/>
                  </a:lnTo>
                  <a:lnTo>
                    <a:pt x="1281144" y="1384124"/>
                  </a:lnTo>
                  <a:lnTo>
                    <a:pt x="1281150" y="1384131"/>
                  </a:lnTo>
                  <a:lnTo>
                    <a:pt x="1281157" y="1384135"/>
                  </a:lnTo>
                  <a:lnTo>
                    <a:pt x="1281161" y="1384139"/>
                  </a:lnTo>
                  <a:lnTo>
                    <a:pt x="1281164" y="1384154"/>
                  </a:lnTo>
                  <a:lnTo>
                    <a:pt x="1281168" y="1384160"/>
                  </a:lnTo>
                  <a:lnTo>
                    <a:pt x="1281170" y="1384169"/>
                  </a:lnTo>
                  <a:lnTo>
                    <a:pt x="1281170" y="1384175"/>
                  </a:lnTo>
                  <a:lnTo>
                    <a:pt x="1281169" y="1384183"/>
                  </a:lnTo>
                  <a:lnTo>
                    <a:pt x="1281166" y="1384189"/>
                  </a:lnTo>
                  <a:lnTo>
                    <a:pt x="1281162" y="1384191"/>
                  </a:lnTo>
                  <a:lnTo>
                    <a:pt x="1281156" y="1384192"/>
                  </a:lnTo>
                  <a:lnTo>
                    <a:pt x="1281150" y="1384193"/>
                  </a:lnTo>
                  <a:lnTo>
                    <a:pt x="1281142" y="1384192"/>
                  </a:lnTo>
                  <a:lnTo>
                    <a:pt x="1281134" y="1384191"/>
                  </a:lnTo>
                  <a:lnTo>
                    <a:pt x="1281130" y="1384201"/>
                  </a:lnTo>
                  <a:lnTo>
                    <a:pt x="1281126" y="1384208"/>
                  </a:lnTo>
                  <a:lnTo>
                    <a:pt x="1281119" y="1384214"/>
                  </a:lnTo>
                  <a:lnTo>
                    <a:pt x="1281037" y="1384281"/>
                  </a:lnTo>
                  <a:lnTo>
                    <a:pt x="1281032" y="1384284"/>
                  </a:lnTo>
                  <a:lnTo>
                    <a:pt x="1281025" y="1384286"/>
                  </a:lnTo>
                  <a:lnTo>
                    <a:pt x="1281019" y="1384286"/>
                  </a:lnTo>
                  <a:lnTo>
                    <a:pt x="1281015" y="1384285"/>
                  </a:lnTo>
                  <a:lnTo>
                    <a:pt x="1281006" y="1384283"/>
                  </a:lnTo>
                  <a:lnTo>
                    <a:pt x="1280994" y="1384280"/>
                  </a:lnTo>
                  <a:lnTo>
                    <a:pt x="1280984" y="1384276"/>
                  </a:lnTo>
                  <a:lnTo>
                    <a:pt x="1280975" y="1384271"/>
                  </a:lnTo>
                  <a:lnTo>
                    <a:pt x="1280971" y="1384266"/>
                  </a:lnTo>
                  <a:lnTo>
                    <a:pt x="1280966" y="1384256"/>
                  </a:lnTo>
                  <a:lnTo>
                    <a:pt x="1280963" y="1384248"/>
                  </a:lnTo>
                  <a:lnTo>
                    <a:pt x="1280961" y="1384243"/>
                  </a:lnTo>
                  <a:lnTo>
                    <a:pt x="1280958" y="1384236"/>
                  </a:lnTo>
                  <a:lnTo>
                    <a:pt x="1280955" y="1384230"/>
                  </a:lnTo>
                  <a:lnTo>
                    <a:pt x="1280950" y="1384223"/>
                  </a:lnTo>
                  <a:lnTo>
                    <a:pt x="1280945" y="1384215"/>
                  </a:lnTo>
                  <a:lnTo>
                    <a:pt x="1280940" y="1384208"/>
                  </a:lnTo>
                  <a:lnTo>
                    <a:pt x="1280937" y="1384204"/>
                  </a:lnTo>
                  <a:lnTo>
                    <a:pt x="1280928" y="1384195"/>
                  </a:lnTo>
                  <a:lnTo>
                    <a:pt x="1280922" y="1384189"/>
                  </a:lnTo>
                  <a:lnTo>
                    <a:pt x="1280917" y="1384184"/>
                  </a:lnTo>
                  <a:lnTo>
                    <a:pt x="1280873" y="1384202"/>
                  </a:lnTo>
                  <a:lnTo>
                    <a:pt x="1280866" y="1384192"/>
                  </a:lnTo>
                  <a:lnTo>
                    <a:pt x="1280861" y="1384181"/>
                  </a:lnTo>
                  <a:lnTo>
                    <a:pt x="1280859" y="1384167"/>
                  </a:lnTo>
                  <a:lnTo>
                    <a:pt x="1280858" y="1384154"/>
                  </a:lnTo>
                  <a:lnTo>
                    <a:pt x="1280858" y="1384136"/>
                  </a:lnTo>
                  <a:lnTo>
                    <a:pt x="1280858" y="1384118"/>
                  </a:lnTo>
                  <a:lnTo>
                    <a:pt x="1280856" y="1384096"/>
                  </a:lnTo>
                  <a:lnTo>
                    <a:pt x="1280833" y="1384097"/>
                  </a:lnTo>
                  <a:lnTo>
                    <a:pt x="1280826" y="1384098"/>
                  </a:lnTo>
                  <a:lnTo>
                    <a:pt x="1280820" y="1384096"/>
                  </a:lnTo>
                  <a:lnTo>
                    <a:pt x="1280814" y="1384095"/>
                  </a:lnTo>
                  <a:lnTo>
                    <a:pt x="1280808" y="1384099"/>
                  </a:lnTo>
                  <a:lnTo>
                    <a:pt x="1280803" y="1384104"/>
                  </a:lnTo>
                  <a:lnTo>
                    <a:pt x="1280799" y="1384109"/>
                  </a:lnTo>
                  <a:lnTo>
                    <a:pt x="1280793" y="1384114"/>
                  </a:lnTo>
                  <a:lnTo>
                    <a:pt x="1280787" y="1384119"/>
                  </a:lnTo>
                  <a:lnTo>
                    <a:pt x="1280783" y="1384123"/>
                  </a:lnTo>
                  <a:lnTo>
                    <a:pt x="1280767" y="1384120"/>
                  </a:lnTo>
                  <a:lnTo>
                    <a:pt x="1280762" y="1384123"/>
                  </a:lnTo>
                  <a:lnTo>
                    <a:pt x="1280757" y="1384123"/>
                  </a:lnTo>
                  <a:lnTo>
                    <a:pt x="1280753" y="1384123"/>
                  </a:lnTo>
                  <a:lnTo>
                    <a:pt x="1280748" y="1384122"/>
                  </a:lnTo>
                  <a:lnTo>
                    <a:pt x="1280742" y="1384116"/>
                  </a:lnTo>
                  <a:lnTo>
                    <a:pt x="1280739" y="1384110"/>
                  </a:lnTo>
                  <a:lnTo>
                    <a:pt x="1280738" y="1384099"/>
                  </a:lnTo>
                  <a:lnTo>
                    <a:pt x="1280737" y="1384094"/>
                  </a:lnTo>
                  <a:lnTo>
                    <a:pt x="1280734" y="1384089"/>
                  </a:lnTo>
                  <a:lnTo>
                    <a:pt x="1280731" y="1384082"/>
                  </a:lnTo>
                  <a:lnTo>
                    <a:pt x="1280729" y="1384074"/>
                  </a:lnTo>
                  <a:lnTo>
                    <a:pt x="1280729" y="1384066"/>
                  </a:lnTo>
                  <a:lnTo>
                    <a:pt x="1280728" y="1384057"/>
                  </a:lnTo>
                  <a:lnTo>
                    <a:pt x="1280729" y="1384049"/>
                  </a:lnTo>
                  <a:lnTo>
                    <a:pt x="1280728" y="1384038"/>
                  </a:lnTo>
                  <a:lnTo>
                    <a:pt x="1280729" y="1384031"/>
                  </a:lnTo>
                  <a:lnTo>
                    <a:pt x="1280730" y="1384023"/>
                  </a:lnTo>
                  <a:lnTo>
                    <a:pt x="1280735" y="1384020"/>
                  </a:lnTo>
                  <a:lnTo>
                    <a:pt x="1280738" y="1384015"/>
                  </a:lnTo>
                  <a:lnTo>
                    <a:pt x="1280740" y="1384009"/>
                  </a:lnTo>
                  <a:lnTo>
                    <a:pt x="1280743" y="1384004"/>
                  </a:lnTo>
                  <a:lnTo>
                    <a:pt x="1280748" y="1384001"/>
                  </a:lnTo>
                  <a:lnTo>
                    <a:pt x="1280754" y="1383999"/>
                  </a:lnTo>
                  <a:lnTo>
                    <a:pt x="1280763" y="1383995"/>
                  </a:lnTo>
                  <a:lnTo>
                    <a:pt x="1280768" y="1383991"/>
                  </a:lnTo>
                  <a:lnTo>
                    <a:pt x="1280773" y="1383984"/>
                  </a:lnTo>
                  <a:lnTo>
                    <a:pt x="1280776" y="1383980"/>
                  </a:lnTo>
                  <a:lnTo>
                    <a:pt x="1280778" y="1383972"/>
                  </a:lnTo>
                  <a:lnTo>
                    <a:pt x="1280779" y="1383962"/>
                  </a:lnTo>
                  <a:lnTo>
                    <a:pt x="1280780" y="1383956"/>
                  </a:lnTo>
                  <a:lnTo>
                    <a:pt x="1280779" y="1383947"/>
                  </a:lnTo>
                  <a:lnTo>
                    <a:pt x="1280777" y="1383938"/>
                  </a:lnTo>
                  <a:lnTo>
                    <a:pt x="1280783" y="1383935"/>
                  </a:lnTo>
                  <a:lnTo>
                    <a:pt x="1280790" y="1383933"/>
                  </a:lnTo>
                  <a:lnTo>
                    <a:pt x="1280800" y="1383929"/>
                  </a:lnTo>
                  <a:lnTo>
                    <a:pt x="1280807" y="1383927"/>
                  </a:lnTo>
                  <a:lnTo>
                    <a:pt x="1280812" y="1383923"/>
                  </a:lnTo>
                  <a:lnTo>
                    <a:pt x="1280818" y="1383919"/>
                  </a:lnTo>
                  <a:lnTo>
                    <a:pt x="1280824" y="1383914"/>
                  </a:lnTo>
                  <a:lnTo>
                    <a:pt x="1280830" y="1383910"/>
                  </a:lnTo>
                  <a:lnTo>
                    <a:pt x="1280839" y="1383906"/>
                  </a:lnTo>
                  <a:lnTo>
                    <a:pt x="1280845" y="1383902"/>
                  </a:lnTo>
                  <a:lnTo>
                    <a:pt x="1280852" y="1383898"/>
                  </a:lnTo>
                  <a:lnTo>
                    <a:pt x="1280857" y="1383894"/>
                  </a:lnTo>
                  <a:lnTo>
                    <a:pt x="1280852" y="1383843"/>
                  </a:lnTo>
                  <a:lnTo>
                    <a:pt x="1280841" y="1383811"/>
                  </a:lnTo>
                  <a:lnTo>
                    <a:pt x="1280877" y="1383784"/>
                  </a:lnTo>
                  <a:lnTo>
                    <a:pt x="1280882" y="1383781"/>
                  </a:lnTo>
                  <a:lnTo>
                    <a:pt x="1280875" y="1383725"/>
                  </a:lnTo>
                  <a:lnTo>
                    <a:pt x="1280871" y="1383723"/>
                  </a:lnTo>
                  <a:lnTo>
                    <a:pt x="1280865" y="1383723"/>
                  </a:lnTo>
                  <a:lnTo>
                    <a:pt x="1280860" y="1383723"/>
                  </a:lnTo>
                  <a:lnTo>
                    <a:pt x="1280853" y="1383722"/>
                  </a:lnTo>
                  <a:lnTo>
                    <a:pt x="1280847" y="1383720"/>
                  </a:lnTo>
                  <a:lnTo>
                    <a:pt x="1280843" y="1383721"/>
                  </a:lnTo>
                  <a:lnTo>
                    <a:pt x="1280839" y="1383721"/>
                  </a:lnTo>
                  <a:lnTo>
                    <a:pt x="1280833" y="1383722"/>
                  </a:lnTo>
                  <a:lnTo>
                    <a:pt x="1280827" y="1383723"/>
                  </a:lnTo>
                  <a:lnTo>
                    <a:pt x="1280820" y="1383724"/>
                  </a:lnTo>
                  <a:lnTo>
                    <a:pt x="1280813" y="1383725"/>
                  </a:lnTo>
                  <a:lnTo>
                    <a:pt x="1280809" y="1383727"/>
                  </a:lnTo>
                  <a:lnTo>
                    <a:pt x="1280803" y="1383728"/>
                  </a:lnTo>
                  <a:lnTo>
                    <a:pt x="1280796" y="1383728"/>
                  </a:lnTo>
                  <a:lnTo>
                    <a:pt x="1280785" y="1383728"/>
                  </a:lnTo>
                  <a:lnTo>
                    <a:pt x="1280776" y="1383727"/>
                  </a:lnTo>
                  <a:lnTo>
                    <a:pt x="1280767" y="1383724"/>
                  </a:lnTo>
                  <a:lnTo>
                    <a:pt x="1280761" y="1383715"/>
                  </a:lnTo>
                  <a:lnTo>
                    <a:pt x="1280756" y="1383705"/>
                  </a:lnTo>
                  <a:lnTo>
                    <a:pt x="1280749" y="1383691"/>
                  </a:lnTo>
                  <a:lnTo>
                    <a:pt x="1280745" y="1383683"/>
                  </a:lnTo>
                  <a:lnTo>
                    <a:pt x="1280744" y="1383678"/>
                  </a:lnTo>
                  <a:lnTo>
                    <a:pt x="1280747" y="1383672"/>
                  </a:lnTo>
                  <a:lnTo>
                    <a:pt x="1280752" y="1383663"/>
                  </a:lnTo>
                  <a:lnTo>
                    <a:pt x="1280755" y="1383654"/>
                  </a:lnTo>
                  <a:lnTo>
                    <a:pt x="1280756" y="1383646"/>
                  </a:lnTo>
                  <a:lnTo>
                    <a:pt x="1280757" y="1383638"/>
                  </a:lnTo>
                  <a:lnTo>
                    <a:pt x="1280756" y="1383626"/>
                  </a:lnTo>
                  <a:lnTo>
                    <a:pt x="1280755" y="1383620"/>
                  </a:lnTo>
                  <a:lnTo>
                    <a:pt x="1280749" y="1383616"/>
                  </a:lnTo>
                  <a:lnTo>
                    <a:pt x="1280742" y="1383613"/>
                  </a:lnTo>
                  <a:lnTo>
                    <a:pt x="1280733" y="1383605"/>
                  </a:lnTo>
                  <a:lnTo>
                    <a:pt x="1280727" y="1383599"/>
                  </a:lnTo>
                  <a:lnTo>
                    <a:pt x="1280723" y="1383594"/>
                  </a:lnTo>
                  <a:lnTo>
                    <a:pt x="1280722" y="1383587"/>
                  </a:lnTo>
                  <a:lnTo>
                    <a:pt x="1280719" y="1383579"/>
                  </a:lnTo>
                  <a:lnTo>
                    <a:pt x="1280714" y="1383571"/>
                  </a:lnTo>
                  <a:lnTo>
                    <a:pt x="1280712" y="1383565"/>
                  </a:lnTo>
                  <a:lnTo>
                    <a:pt x="1280710" y="1383559"/>
                  </a:lnTo>
                  <a:lnTo>
                    <a:pt x="1280706" y="1383554"/>
                  </a:lnTo>
                  <a:lnTo>
                    <a:pt x="1280702" y="1383548"/>
                  </a:lnTo>
                  <a:lnTo>
                    <a:pt x="1280698" y="1383546"/>
                  </a:lnTo>
                  <a:lnTo>
                    <a:pt x="1280694" y="1383543"/>
                  </a:lnTo>
                  <a:lnTo>
                    <a:pt x="1280689" y="1383536"/>
                  </a:lnTo>
                  <a:lnTo>
                    <a:pt x="1280684" y="1383527"/>
                  </a:lnTo>
                  <a:lnTo>
                    <a:pt x="1280680" y="1383520"/>
                  </a:lnTo>
                  <a:lnTo>
                    <a:pt x="1280676" y="1383514"/>
                  </a:lnTo>
                  <a:lnTo>
                    <a:pt x="1280674" y="1383506"/>
                  </a:lnTo>
                  <a:lnTo>
                    <a:pt x="1280658" y="1383500"/>
                  </a:lnTo>
                  <a:lnTo>
                    <a:pt x="1280645" y="1383495"/>
                  </a:lnTo>
                  <a:lnTo>
                    <a:pt x="1280626" y="1383488"/>
                  </a:lnTo>
                  <a:lnTo>
                    <a:pt x="1280603" y="1383477"/>
                  </a:lnTo>
                  <a:lnTo>
                    <a:pt x="1280580" y="1383463"/>
                  </a:lnTo>
                  <a:lnTo>
                    <a:pt x="1280573" y="1383457"/>
                  </a:lnTo>
                  <a:lnTo>
                    <a:pt x="1280570" y="1383452"/>
                  </a:lnTo>
                  <a:lnTo>
                    <a:pt x="1280566" y="1383448"/>
                  </a:lnTo>
                  <a:lnTo>
                    <a:pt x="1280561" y="1383443"/>
                  </a:lnTo>
                  <a:lnTo>
                    <a:pt x="1280555" y="1383437"/>
                  </a:lnTo>
                  <a:lnTo>
                    <a:pt x="1280550" y="1383432"/>
                  </a:lnTo>
                  <a:lnTo>
                    <a:pt x="1280546" y="1383428"/>
                  </a:lnTo>
                  <a:lnTo>
                    <a:pt x="1280543" y="1383424"/>
                  </a:lnTo>
                  <a:lnTo>
                    <a:pt x="1280537" y="1383418"/>
                  </a:lnTo>
                  <a:lnTo>
                    <a:pt x="1280532" y="1383412"/>
                  </a:lnTo>
                  <a:lnTo>
                    <a:pt x="1280527" y="1383406"/>
                  </a:lnTo>
                  <a:lnTo>
                    <a:pt x="1280524" y="1383400"/>
                  </a:lnTo>
                  <a:lnTo>
                    <a:pt x="1280521" y="1383392"/>
                  </a:lnTo>
                  <a:lnTo>
                    <a:pt x="1280519" y="1383385"/>
                  </a:lnTo>
                  <a:lnTo>
                    <a:pt x="1280518" y="1383379"/>
                  </a:lnTo>
                  <a:lnTo>
                    <a:pt x="1280519" y="1383373"/>
                  </a:lnTo>
                  <a:lnTo>
                    <a:pt x="1280520" y="1383367"/>
                  </a:lnTo>
                  <a:lnTo>
                    <a:pt x="1280519" y="1383361"/>
                  </a:lnTo>
                  <a:lnTo>
                    <a:pt x="1280516" y="1383355"/>
                  </a:lnTo>
                  <a:lnTo>
                    <a:pt x="1280512" y="1383349"/>
                  </a:lnTo>
                  <a:lnTo>
                    <a:pt x="1280507" y="1383345"/>
                  </a:lnTo>
                  <a:lnTo>
                    <a:pt x="1280501" y="1383343"/>
                  </a:lnTo>
                  <a:lnTo>
                    <a:pt x="1280467" y="1383268"/>
                  </a:lnTo>
                  <a:lnTo>
                    <a:pt x="1280431" y="1383187"/>
                  </a:lnTo>
                  <a:lnTo>
                    <a:pt x="1280428" y="1383139"/>
                  </a:lnTo>
                  <a:lnTo>
                    <a:pt x="1280427" y="1383121"/>
                  </a:lnTo>
                  <a:lnTo>
                    <a:pt x="1280428" y="1383084"/>
                  </a:lnTo>
                  <a:lnTo>
                    <a:pt x="1280443" y="1382985"/>
                  </a:lnTo>
                  <a:lnTo>
                    <a:pt x="1280451" y="1382897"/>
                  </a:lnTo>
                  <a:lnTo>
                    <a:pt x="1280446" y="1382892"/>
                  </a:lnTo>
                  <a:lnTo>
                    <a:pt x="1280442" y="1382887"/>
                  </a:lnTo>
                  <a:lnTo>
                    <a:pt x="1280438" y="1382881"/>
                  </a:lnTo>
                  <a:lnTo>
                    <a:pt x="1280432" y="1382871"/>
                  </a:lnTo>
                  <a:lnTo>
                    <a:pt x="1280430" y="1382864"/>
                  </a:lnTo>
                  <a:lnTo>
                    <a:pt x="1280429" y="1382857"/>
                  </a:lnTo>
                  <a:lnTo>
                    <a:pt x="1280430" y="1382852"/>
                  </a:lnTo>
                  <a:lnTo>
                    <a:pt x="1280432" y="1382846"/>
                  </a:lnTo>
                  <a:lnTo>
                    <a:pt x="1280436" y="1382835"/>
                  </a:lnTo>
                  <a:lnTo>
                    <a:pt x="1280438" y="1382821"/>
                  </a:lnTo>
                  <a:lnTo>
                    <a:pt x="1280442" y="1382807"/>
                  </a:lnTo>
                  <a:lnTo>
                    <a:pt x="1280443" y="1382799"/>
                  </a:lnTo>
                  <a:lnTo>
                    <a:pt x="1280444" y="1382791"/>
                  </a:lnTo>
                  <a:lnTo>
                    <a:pt x="1280445" y="1382785"/>
                  </a:lnTo>
                  <a:lnTo>
                    <a:pt x="1280446" y="1382779"/>
                  </a:lnTo>
                  <a:lnTo>
                    <a:pt x="1280449" y="1382772"/>
                  </a:lnTo>
                  <a:lnTo>
                    <a:pt x="1280452" y="1382767"/>
                  </a:lnTo>
                  <a:lnTo>
                    <a:pt x="1280453" y="1382761"/>
                  </a:lnTo>
                  <a:lnTo>
                    <a:pt x="1280447" y="1382755"/>
                  </a:lnTo>
                  <a:lnTo>
                    <a:pt x="1280444" y="1382751"/>
                  </a:lnTo>
                  <a:lnTo>
                    <a:pt x="1280443" y="1382745"/>
                  </a:lnTo>
                  <a:lnTo>
                    <a:pt x="1280440" y="1382737"/>
                  </a:lnTo>
                  <a:lnTo>
                    <a:pt x="1280435" y="1382725"/>
                  </a:lnTo>
                  <a:lnTo>
                    <a:pt x="1280432" y="1382719"/>
                  </a:lnTo>
                  <a:lnTo>
                    <a:pt x="1280430" y="1382713"/>
                  </a:lnTo>
                  <a:lnTo>
                    <a:pt x="1280429" y="1382707"/>
                  </a:lnTo>
                  <a:lnTo>
                    <a:pt x="1280428" y="1382700"/>
                  </a:lnTo>
                  <a:lnTo>
                    <a:pt x="1280427" y="1382691"/>
                  </a:lnTo>
                  <a:lnTo>
                    <a:pt x="1280428" y="1382687"/>
                  </a:lnTo>
                  <a:lnTo>
                    <a:pt x="1280431" y="1382683"/>
                  </a:lnTo>
                  <a:lnTo>
                    <a:pt x="1280436" y="1382679"/>
                  </a:lnTo>
                  <a:lnTo>
                    <a:pt x="1280440" y="1382668"/>
                  </a:lnTo>
                  <a:lnTo>
                    <a:pt x="1280442" y="1382663"/>
                  </a:lnTo>
                  <a:lnTo>
                    <a:pt x="1280444" y="1382657"/>
                  </a:lnTo>
                  <a:lnTo>
                    <a:pt x="1280446" y="1382652"/>
                  </a:lnTo>
                  <a:lnTo>
                    <a:pt x="1280449" y="1382647"/>
                  </a:lnTo>
                  <a:lnTo>
                    <a:pt x="1280451" y="1382643"/>
                  </a:lnTo>
                  <a:lnTo>
                    <a:pt x="1280451" y="1382635"/>
                  </a:lnTo>
                  <a:lnTo>
                    <a:pt x="1280452" y="1382623"/>
                  </a:lnTo>
                  <a:lnTo>
                    <a:pt x="1280455" y="1382613"/>
                  </a:lnTo>
                  <a:lnTo>
                    <a:pt x="1280459" y="1382605"/>
                  </a:lnTo>
                  <a:lnTo>
                    <a:pt x="1280462" y="1382600"/>
                  </a:lnTo>
                  <a:lnTo>
                    <a:pt x="1280464" y="1382595"/>
                  </a:lnTo>
                  <a:lnTo>
                    <a:pt x="1280468" y="1382586"/>
                  </a:lnTo>
                  <a:lnTo>
                    <a:pt x="1280467" y="1382581"/>
                  </a:lnTo>
                  <a:lnTo>
                    <a:pt x="1280468" y="1382575"/>
                  </a:lnTo>
                  <a:lnTo>
                    <a:pt x="1280466" y="1382568"/>
                  </a:lnTo>
                  <a:lnTo>
                    <a:pt x="1280461" y="1382564"/>
                  </a:lnTo>
                  <a:lnTo>
                    <a:pt x="1280457" y="1382559"/>
                  </a:lnTo>
                  <a:lnTo>
                    <a:pt x="1280453" y="1382553"/>
                  </a:lnTo>
                  <a:lnTo>
                    <a:pt x="1280451" y="1382548"/>
                  </a:lnTo>
                  <a:lnTo>
                    <a:pt x="1280450" y="1382544"/>
                  </a:lnTo>
                  <a:lnTo>
                    <a:pt x="1280445" y="1382536"/>
                  </a:lnTo>
                  <a:lnTo>
                    <a:pt x="1280439" y="1382524"/>
                  </a:lnTo>
                  <a:lnTo>
                    <a:pt x="1280435" y="1382518"/>
                  </a:lnTo>
                  <a:lnTo>
                    <a:pt x="1280432" y="1382514"/>
                  </a:lnTo>
                  <a:lnTo>
                    <a:pt x="1280424" y="1382511"/>
                  </a:lnTo>
                  <a:lnTo>
                    <a:pt x="1280415" y="1382508"/>
                  </a:lnTo>
                  <a:lnTo>
                    <a:pt x="1280408" y="1382506"/>
                  </a:lnTo>
                  <a:lnTo>
                    <a:pt x="1280402" y="1382505"/>
                  </a:lnTo>
                  <a:lnTo>
                    <a:pt x="1280415" y="1382451"/>
                  </a:lnTo>
                  <a:lnTo>
                    <a:pt x="1280419" y="1382436"/>
                  </a:lnTo>
                  <a:lnTo>
                    <a:pt x="1280420" y="1382430"/>
                  </a:lnTo>
                  <a:lnTo>
                    <a:pt x="1280423" y="1382418"/>
                  </a:lnTo>
                  <a:lnTo>
                    <a:pt x="1280435" y="1382370"/>
                  </a:lnTo>
                  <a:lnTo>
                    <a:pt x="1280443" y="1382371"/>
                  </a:lnTo>
                  <a:lnTo>
                    <a:pt x="1280453" y="1382370"/>
                  </a:lnTo>
                  <a:lnTo>
                    <a:pt x="1280462" y="1382367"/>
                  </a:lnTo>
                  <a:lnTo>
                    <a:pt x="1280467" y="1382363"/>
                  </a:lnTo>
                  <a:lnTo>
                    <a:pt x="1280472" y="1382358"/>
                  </a:lnTo>
                  <a:lnTo>
                    <a:pt x="1280478" y="1382351"/>
                  </a:lnTo>
                  <a:lnTo>
                    <a:pt x="1280484" y="1382345"/>
                  </a:lnTo>
                  <a:lnTo>
                    <a:pt x="1280488" y="1382340"/>
                  </a:lnTo>
                  <a:lnTo>
                    <a:pt x="1280494" y="1382328"/>
                  </a:lnTo>
                  <a:lnTo>
                    <a:pt x="1280496" y="1382324"/>
                  </a:lnTo>
                  <a:lnTo>
                    <a:pt x="1280498" y="1382319"/>
                  </a:lnTo>
                  <a:lnTo>
                    <a:pt x="1280504" y="1382320"/>
                  </a:lnTo>
                  <a:lnTo>
                    <a:pt x="1280510" y="1382319"/>
                  </a:lnTo>
                  <a:lnTo>
                    <a:pt x="1280518" y="1382318"/>
                  </a:lnTo>
                  <a:lnTo>
                    <a:pt x="1280526" y="1382317"/>
                  </a:lnTo>
                  <a:lnTo>
                    <a:pt x="1280538" y="1382317"/>
                  </a:lnTo>
                  <a:lnTo>
                    <a:pt x="1280543" y="1382318"/>
                  </a:lnTo>
                  <a:lnTo>
                    <a:pt x="1280554" y="1382316"/>
                  </a:lnTo>
                  <a:lnTo>
                    <a:pt x="1280554" y="1382306"/>
                  </a:lnTo>
                  <a:lnTo>
                    <a:pt x="1280554" y="1382299"/>
                  </a:lnTo>
                  <a:lnTo>
                    <a:pt x="1280557" y="1382293"/>
                  </a:lnTo>
                  <a:lnTo>
                    <a:pt x="1280558" y="1382288"/>
                  </a:lnTo>
                  <a:lnTo>
                    <a:pt x="1280559" y="1382280"/>
                  </a:lnTo>
                  <a:lnTo>
                    <a:pt x="1280560" y="1382270"/>
                  </a:lnTo>
                  <a:lnTo>
                    <a:pt x="1280562" y="1382261"/>
                  </a:lnTo>
                  <a:lnTo>
                    <a:pt x="1280566" y="1382255"/>
                  </a:lnTo>
                  <a:lnTo>
                    <a:pt x="1280570" y="1382251"/>
                  </a:lnTo>
                  <a:lnTo>
                    <a:pt x="1280576" y="1382246"/>
                  </a:lnTo>
                  <a:lnTo>
                    <a:pt x="1280580" y="1382243"/>
                  </a:lnTo>
                  <a:lnTo>
                    <a:pt x="1280586" y="1382240"/>
                  </a:lnTo>
                  <a:lnTo>
                    <a:pt x="1280598" y="1382233"/>
                  </a:lnTo>
                  <a:lnTo>
                    <a:pt x="1280607" y="1382228"/>
                  </a:lnTo>
                  <a:lnTo>
                    <a:pt x="1280614" y="1382226"/>
                  </a:lnTo>
                  <a:lnTo>
                    <a:pt x="1280620" y="1382226"/>
                  </a:lnTo>
                  <a:lnTo>
                    <a:pt x="1280627" y="1382227"/>
                  </a:lnTo>
                  <a:lnTo>
                    <a:pt x="1280635" y="1382227"/>
                  </a:lnTo>
                  <a:lnTo>
                    <a:pt x="1280642" y="1382227"/>
                  </a:lnTo>
                  <a:lnTo>
                    <a:pt x="1280649" y="1382226"/>
                  </a:lnTo>
                  <a:lnTo>
                    <a:pt x="1280657" y="1382223"/>
                  </a:lnTo>
                  <a:lnTo>
                    <a:pt x="1280663" y="1382219"/>
                  </a:lnTo>
                  <a:lnTo>
                    <a:pt x="1280666" y="1382215"/>
                  </a:lnTo>
                  <a:lnTo>
                    <a:pt x="1280669" y="1382208"/>
                  </a:lnTo>
                  <a:lnTo>
                    <a:pt x="1280669" y="1382201"/>
                  </a:lnTo>
                  <a:lnTo>
                    <a:pt x="1280667" y="1382193"/>
                  </a:lnTo>
                  <a:lnTo>
                    <a:pt x="1280664" y="1382185"/>
                  </a:lnTo>
                  <a:lnTo>
                    <a:pt x="1280654" y="1382169"/>
                  </a:lnTo>
                  <a:lnTo>
                    <a:pt x="1280661" y="1382162"/>
                  </a:lnTo>
                  <a:lnTo>
                    <a:pt x="1280666" y="1382157"/>
                  </a:lnTo>
                  <a:lnTo>
                    <a:pt x="1280671" y="1382153"/>
                  </a:lnTo>
                  <a:lnTo>
                    <a:pt x="1280679" y="1382148"/>
                  </a:lnTo>
                  <a:lnTo>
                    <a:pt x="1280687" y="1382145"/>
                  </a:lnTo>
                  <a:lnTo>
                    <a:pt x="1280694" y="1382142"/>
                  </a:lnTo>
                  <a:lnTo>
                    <a:pt x="1280700" y="1382139"/>
                  </a:lnTo>
                  <a:lnTo>
                    <a:pt x="1280820" y="1382024"/>
                  </a:lnTo>
                  <a:lnTo>
                    <a:pt x="1280826" y="1382018"/>
                  </a:lnTo>
                  <a:lnTo>
                    <a:pt x="1280831" y="1382013"/>
                  </a:lnTo>
                  <a:lnTo>
                    <a:pt x="1280835" y="1382009"/>
                  </a:lnTo>
                  <a:lnTo>
                    <a:pt x="1280838" y="1382006"/>
                  </a:lnTo>
                  <a:lnTo>
                    <a:pt x="1280847" y="1381997"/>
                  </a:lnTo>
                  <a:lnTo>
                    <a:pt x="1280856" y="1381990"/>
                  </a:lnTo>
                  <a:lnTo>
                    <a:pt x="1280865" y="1381983"/>
                  </a:lnTo>
                  <a:lnTo>
                    <a:pt x="1280873" y="1381975"/>
                  </a:lnTo>
                  <a:lnTo>
                    <a:pt x="1280882" y="1381967"/>
                  </a:lnTo>
                  <a:lnTo>
                    <a:pt x="1280891" y="1381960"/>
                  </a:lnTo>
                  <a:lnTo>
                    <a:pt x="1280894" y="1381956"/>
                  </a:lnTo>
                  <a:lnTo>
                    <a:pt x="1280898" y="1381952"/>
                  </a:lnTo>
                  <a:lnTo>
                    <a:pt x="1280904" y="1381944"/>
                  </a:lnTo>
                  <a:lnTo>
                    <a:pt x="1280909" y="1381938"/>
                  </a:lnTo>
                  <a:lnTo>
                    <a:pt x="1280911" y="1381935"/>
                  </a:lnTo>
                  <a:lnTo>
                    <a:pt x="1280914" y="1381927"/>
                  </a:lnTo>
                  <a:lnTo>
                    <a:pt x="1280916" y="1381918"/>
                  </a:lnTo>
                  <a:lnTo>
                    <a:pt x="1280919" y="1381911"/>
                  </a:lnTo>
                  <a:lnTo>
                    <a:pt x="1280924" y="1381909"/>
                  </a:lnTo>
                  <a:lnTo>
                    <a:pt x="1280930" y="1381911"/>
                  </a:lnTo>
                  <a:lnTo>
                    <a:pt x="1280936" y="1381912"/>
                  </a:lnTo>
                  <a:lnTo>
                    <a:pt x="1280942" y="1381915"/>
                  </a:lnTo>
                  <a:lnTo>
                    <a:pt x="1280946" y="1381917"/>
                  </a:lnTo>
                  <a:lnTo>
                    <a:pt x="1280955" y="1381920"/>
                  </a:lnTo>
                  <a:lnTo>
                    <a:pt x="1280962" y="1381921"/>
                  </a:lnTo>
                  <a:lnTo>
                    <a:pt x="1280969" y="1381922"/>
                  </a:lnTo>
                  <a:lnTo>
                    <a:pt x="1280976" y="1381921"/>
                  </a:lnTo>
                  <a:lnTo>
                    <a:pt x="1280983" y="1381921"/>
                  </a:lnTo>
                  <a:lnTo>
                    <a:pt x="1280989" y="1381920"/>
                  </a:lnTo>
                  <a:lnTo>
                    <a:pt x="1280993" y="1381919"/>
                  </a:lnTo>
                  <a:lnTo>
                    <a:pt x="1280998" y="1381918"/>
                  </a:lnTo>
                  <a:lnTo>
                    <a:pt x="1281002" y="1381917"/>
                  </a:lnTo>
                  <a:lnTo>
                    <a:pt x="1281011" y="1381914"/>
                  </a:lnTo>
                  <a:lnTo>
                    <a:pt x="1281017" y="1381913"/>
                  </a:lnTo>
                  <a:lnTo>
                    <a:pt x="1281022" y="1381913"/>
                  </a:lnTo>
                  <a:lnTo>
                    <a:pt x="1281027" y="1381913"/>
                  </a:lnTo>
                  <a:lnTo>
                    <a:pt x="1281031" y="1381911"/>
                  </a:lnTo>
                  <a:lnTo>
                    <a:pt x="1281034" y="1381907"/>
                  </a:lnTo>
                  <a:lnTo>
                    <a:pt x="1281039" y="1381899"/>
                  </a:lnTo>
                  <a:lnTo>
                    <a:pt x="1281042" y="1381895"/>
                  </a:lnTo>
                  <a:lnTo>
                    <a:pt x="1281050" y="1381892"/>
                  </a:lnTo>
                  <a:lnTo>
                    <a:pt x="1281055" y="1381889"/>
                  </a:lnTo>
                  <a:lnTo>
                    <a:pt x="1281058" y="1381886"/>
                  </a:lnTo>
                  <a:lnTo>
                    <a:pt x="1281061" y="1381883"/>
                  </a:lnTo>
                  <a:lnTo>
                    <a:pt x="1281066" y="1381878"/>
                  </a:lnTo>
                  <a:lnTo>
                    <a:pt x="1281070" y="1381874"/>
                  </a:lnTo>
                  <a:lnTo>
                    <a:pt x="1281070" y="1381866"/>
                  </a:lnTo>
                  <a:lnTo>
                    <a:pt x="1281070" y="1381862"/>
                  </a:lnTo>
                  <a:lnTo>
                    <a:pt x="1281070" y="1381857"/>
                  </a:lnTo>
                  <a:lnTo>
                    <a:pt x="1281071" y="1381850"/>
                  </a:lnTo>
                  <a:lnTo>
                    <a:pt x="1281073" y="1381839"/>
                  </a:lnTo>
                  <a:lnTo>
                    <a:pt x="1281077" y="1381835"/>
                  </a:lnTo>
                  <a:lnTo>
                    <a:pt x="1281082" y="1381832"/>
                  </a:lnTo>
                  <a:lnTo>
                    <a:pt x="1281084" y="1381823"/>
                  </a:lnTo>
                  <a:lnTo>
                    <a:pt x="1281086" y="1381815"/>
                  </a:lnTo>
                  <a:lnTo>
                    <a:pt x="1281088" y="1381810"/>
                  </a:lnTo>
                  <a:lnTo>
                    <a:pt x="1281090" y="1381803"/>
                  </a:lnTo>
                  <a:lnTo>
                    <a:pt x="1281094" y="1381787"/>
                  </a:lnTo>
                  <a:lnTo>
                    <a:pt x="1281096" y="1381779"/>
                  </a:lnTo>
                  <a:lnTo>
                    <a:pt x="1281099" y="1381773"/>
                  </a:lnTo>
                  <a:lnTo>
                    <a:pt x="1281101" y="1381766"/>
                  </a:lnTo>
                  <a:lnTo>
                    <a:pt x="1281104" y="1381756"/>
                  </a:lnTo>
                  <a:lnTo>
                    <a:pt x="1281106" y="1381745"/>
                  </a:lnTo>
                  <a:lnTo>
                    <a:pt x="1281106" y="1381734"/>
                  </a:lnTo>
                  <a:lnTo>
                    <a:pt x="1281106" y="1381723"/>
                  </a:lnTo>
                  <a:lnTo>
                    <a:pt x="1281113" y="1381712"/>
                  </a:lnTo>
                  <a:lnTo>
                    <a:pt x="1281118" y="1381707"/>
                  </a:lnTo>
                  <a:lnTo>
                    <a:pt x="1281122" y="1381704"/>
                  </a:lnTo>
                  <a:lnTo>
                    <a:pt x="1281130" y="1381702"/>
                  </a:lnTo>
                  <a:lnTo>
                    <a:pt x="1281134" y="1381700"/>
                  </a:lnTo>
                  <a:lnTo>
                    <a:pt x="1281144" y="1381692"/>
                  </a:lnTo>
                  <a:lnTo>
                    <a:pt x="1281152" y="1381692"/>
                  </a:lnTo>
                  <a:lnTo>
                    <a:pt x="1281166" y="1381690"/>
                  </a:lnTo>
                  <a:lnTo>
                    <a:pt x="1281173" y="1381690"/>
                  </a:lnTo>
                  <a:lnTo>
                    <a:pt x="1281181" y="1381688"/>
                  </a:lnTo>
                  <a:lnTo>
                    <a:pt x="1281187" y="1381686"/>
                  </a:lnTo>
                  <a:lnTo>
                    <a:pt x="1281193" y="1381682"/>
                  </a:lnTo>
                  <a:lnTo>
                    <a:pt x="1281197" y="1381678"/>
                  </a:lnTo>
                  <a:lnTo>
                    <a:pt x="1281200" y="1381672"/>
                  </a:lnTo>
                  <a:lnTo>
                    <a:pt x="1281205" y="1381660"/>
                  </a:lnTo>
                  <a:lnTo>
                    <a:pt x="1281207" y="1381654"/>
                  </a:lnTo>
                  <a:lnTo>
                    <a:pt x="1281168" y="1381580"/>
                  </a:lnTo>
                  <a:lnTo>
                    <a:pt x="1281187" y="1381562"/>
                  </a:lnTo>
                  <a:lnTo>
                    <a:pt x="1281196" y="1381553"/>
                  </a:lnTo>
                  <a:lnTo>
                    <a:pt x="1281195" y="1381540"/>
                  </a:lnTo>
                  <a:lnTo>
                    <a:pt x="1281194" y="1381534"/>
                  </a:lnTo>
                  <a:lnTo>
                    <a:pt x="1281204" y="1381532"/>
                  </a:lnTo>
                  <a:lnTo>
                    <a:pt x="1281210" y="1381530"/>
                  </a:lnTo>
                  <a:lnTo>
                    <a:pt x="1281216" y="1381526"/>
                  </a:lnTo>
                  <a:lnTo>
                    <a:pt x="1281222" y="1381525"/>
                  </a:lnTo>
                  <a:lnTo>
                    <a:pt x="1281227" y="1381522"/>
                  </a:lnTo>
                  <a:lnTo>
                    <a:pt x="1281232" y="1381519"/>
                  </a:lnTo>
                  <a:lnTo>
                    <a:pt x="1281237" y="1381516"/>
                  </a:lnTo>
                  <a:lnTo>
                    <a:pt x="1281241" y="1381514"/>
                  </a:lnTo>
                  <a:lnTo>
                    <a:pt x="1281245" y="1381510"/>
                  </a:lnTo>
                  <a:lnTo>
                    <a:pt x="1281248" y="1381506"/>
                  </a:lnTo>
                  <a:lnTo>
                    <a:pt x="1281252" y="1381501"/>
                  </a:lnTo>
                  <a:lnTo>
                    <a:pt x="1281256" y="1381493"/>
                  </a:lnTo>
                  <a:lnTo>
                    <a:pt x="1281257" y="1381485"/>
                  </a:lnTo>
                  <a:lnTo>
                    <a:pt x="1281325" y="1381498"/>
                  </a:lnTo>
                  <a:lnTo>
                    <a:pt x="1281380" y="1381453"/>
                  </a:lnTo>
                  <a:lnTo>
                    <a:pt x="1281378" y="1381445"/>
                  </a:lnTo>
                  <a:lnTo>
                    <a:pt x="1281379" y="1381439"/>
                  </a:lnTo>
                  <a:lnTo>
                    <a:pt x="1281385" y="1381434"/>
                  </a:lnTo>
                  <a:lnTo>
                    <a:pt x="1281392" y="1381431"/>
                  </a:lnTo>
                  <a:lnTo>
                    <a:pt x="1281400" y="1381430"/>
                  </a:lnTo>
                  <a:lnTo>
                    <a:pt x="1281405" y="1381429"/>
                  </a:lnTo>
                  <a:lnTo>
                    <a:pt x="1281412" y="1381430"/>
                  </a:lnTo>
                  <a:lnTo>
                    <a:pt x="1281414" y="1381424"/>
                  </a:lnTo>
                  <a:lnTo>
                    <a:pt x="1281413" y="1381419"/>
                  </a:lnTo>
                  <a:lnTo>
                    <a:pt x="1281412" y="1381413"/>
                  </a:lnTo>
                  <a:lnTo>
                    <a:pt x="1281410" y="1381406"/>
                  </a:lnTo>
                  <a:lnTo>
                    <a:pt x="1281405" y="1381399"/>
                  </a:lnTo>
                  <a:lnTo>
                    <a:pt x="1281399" y="1381393"/>
                  </a:lnTo>
                  <a:lnTo>
                    <a:pt x="1281396" y="1381388"/>
                  </a:lnTo>
                  <a:lnTo>
                    <a:pt x="1281395" y="1381381"/>
                  </a:lnTo>
                  <a:lnTo>
                    <a:pt x="1281396" y="1381368"/>
                  </a:lnTo>
                  <a:lnTo>
                    <a:pt x="1281399" y="1381346"/>
                  </a:lnTo>
                  <a:lnTo>
                    <a:pt x="1281400" y="1381336"/>
                  </a:lnTo>
                  <a:lnTo>
                    <a:pt x="1281402" y="1381324"/>
                  </a:lnTo>
                  <a:lnTo>
                    <a:pt x="1281402" y="1381313"/>
                  </a:lnTo>
                  <a:lnTo>
                    <a:pt x="1281404" y="1381305"/>
                  </a:lnTo>
                  <a:lnTo>
                    <a:pt x="1281408" y="1381299"/>
                  </a:lnTo>
                  <a:lnTo>
                    <a:pt x="1281413" y="1381293"/>
                  </a:lnTo>
                  <a:lnTo>
                    <a:pt x="1281418" y="1381287"/>
                  </a:lnTo>
                  <a:lnTo>
                    <a:pt x="1281414" y="1381273"/>
                  </a:lnTo>
                  <a:lnTo>
                    <a:pt x="1281402" y="1381261"/>
                  </a:lnTo>
                  <a:lnTo>
                    <a:pt x="1281392" y="1381254"/>
                  </a:lnTo>
                  <a:lnTo>
                    <a:pt x="1281382" y="1381248"/>
                  </a:lnTo>
                  <a:lnTo>
                    <a:pt x="1281364" y="1381241"/>
                  </a:lnTo>
                  <a:lnTo>
                    <a:pt x="1281359" y="1381236"/>
                  </a:lnTo>
                  <a:lnTo>
                    <a:pt x="1281361" y="1381226"/>
                  </a:lnTo>
                  <a:lnTo>
                    <a:pt x="1281362" y="1381221"/>
                  </a:lnTo>
                  <a:lnTo>
                    <a:pt x="1281361" y="1381207"/>
                  </a:lnTo>
                  <a:lnTo>
                    <a:pt x="1281362" y="1381190"/>
                  </a:lnTo>
                  <a:lnTo>
                    <a:pt x="1281363" y="1381175"/>
                  </a:lnTo>
                  <a:lnTo>
                    <a:pt x="1281367" y="1381165"/>
                  </a:lnTo>
                  <a:lnTo>
                    <a:pt x="1281351" y="1381158"/>
                  </a:lnTo>
                  <a:lnTo>
                    <a:pt x="1281338" y="1381156"/>
                  </a:lnTo>
                  <a:lnTo>
                    <a:pt x="1281317" y="1381157"/>
                  </a:lnTo>
                  <a:lnTo>
                    <a:pt x="1281314" y="1381139"/>
                  </a:lnTo>
                  <a:lnTo>
                    <a:pt x="1281310" y="1381128"/>
                  </a:lnTo>
                  <a:lnTo>
                    <a:pt x="1281307" y="1381121"/>
                  </a:lnTo>
                  <a:lnTo>
                    <a:pt x="1281303" y="1381115"/>
                  </a:lnTo>
                  <a:lnTo>
                    <a:pt x="1281301" y="1381111"/>
                  </a:lnTo>
                  <a:lnTo>
                    <a:pt x="1281300" y="1381101"/>
                  </a:lnTo>
                  <a:lnTo>
                    <a:pt x="1281301" y="1381096"/>
                  </a:lnTo>
                  <a:lnTo>
                    <a:pt x="1281300" y="1381089"/>
                  </a:lnTo>
                  <a:lnTo>
                    <a:pt x="1281299" y="1381083"/>
                  </a:lnTo>
                  <a:lnTo>
                    <a:pt x="1281296" y="1381064"/>
                  </a:lnTo>
                  <a:lnTo>
                    <a:pt x="1281295" y="1381054"/>
                  </a:lnTo>
                  <a:lnTo>
                    <a:pt x="1281296" y="1381048"/>
                  </a:lnTo>
                  <a:lnTo>
                    <a:pt x="1281298" y="1381042"/>
                  </a:lnTo>
                  <a:lnTo>
                    <a:pt x="1281302" y="1381035"/>
                  </a:lnTo>
                  <a:lnTo>
                    <a:pt x="1281310" y="1381020"/>
                  </a:lnTo>
                  <a:lnTo>
                    <a:pt x="1281310" y="1381013"/>
                  </a:lnTo>
                  <a:lnTo>
                    <a:pt x="1281304" y="1381003"/>
                  </a:lnTo>
                  <a:lnTo>
                    <a:pt x="1281303" y="1380994"/>
                  </a:lnTo>
                  <a:lnTo>
                    <a:pt x="1281309" y="1380983"/>
                  </a:lnTo>
                  <a:lnTo>
                    <a:pt x="1281303" y="1380968"/>
                  </a:lnTo>
                  <a:lnTo>
                    <a:pt x="1281300" y="1380962"/>
                  </a:lnTo>
                  <a:lnTo>
                    <a:pt x="1281297" y="1380955"/>
                  </a:lnTo>
                  <a:lnTo>
                    <a:pt x="1281294" y="1380949"/>
                  </a:lnTo>
                  <a:lnTo>
                    <a:pt x="1281292" y="1380944"/>
                  </a:lnTo>
                  <a:lnTo>
                    <a:pt x="1281288" y="1380937"/>
                  </a:lnTo>
                  <a:lnTo>
                    <a:pt x="1281283" y="1380930"/>
                  </a:lnTo>
                  <a:lnTo>
                    <a:pt x="1281276" y="1380923"/>
                  </a:lnTo>
                  <a:lnTo>
                    <a:pt x="1281267" y="1380916"/>
                  </a:lnTo>
                  <a:lnTo>
                    <a:pt x="1281265" y="1380910"/>
                  </a:lnTo>
                  <a:lnTo>
                    <a:pt x="1281266" y="1380906"/>
                  </a:lnTo>
                  <a:lnTo>
                    <a:pt x="1281269" y="1380903"/>
                  </a:lnTo>
                  <a:lnTo>
                    <a:pt x="1281273" y="1380898"/>
                  </a:lnTo>
                  <a:lnTo>
                    <a:pt x="1281283" y="1380884"/>
                  </a:lnTo>
                  <a:lnTo>
                    <a:pt x="1281288" y="1380874"/>
                  </a:lnTo>
                  <a:lnTo>
                    <a:pt x="1281292" y="1380867"/>
                  </a:lnTo>
                  <a:lnTo>
                    <a:pt x="1281295" y="1380863"/>
                  </a:lnTo>
                  <a:lnTo>
                    <a:pt x="1281300" y="1380861"/>
                  </a:lnTo>
                  <a:lnTo>
                    <a:pt x="1281306" y="1380859"/>
                  </a:lnTo>
                  <a:lnTo>
                    <a:pt x="1281302" y="1380853"/>
                  </a:lnTo>
                  <a:lnTo>
                    <a:pt x="1281288" y="1380842"/>
                  </a:lnTo>
                  <a:lnTo>
                    <a:pt x="1281270" y="1380830"/>
                  </a:lnTo>
                  <a:lnTo>
                    <a:pt x="1281263" y="1380821"/>
                  </a:lnTo>
                  <a:lnTo>
                    <a:pt x="1281254" y="1380814"/>
                  </a:lnTo>
                  <a:lnTo>
                    <a:pt x="1281248" y="1380810"/>
                  </a:lnTo>
                  <a:lnTo>
                    <a:pt x="1281244" y="1380807"/>
                  </a:lnTo>
                  <a:lnTo>
                    <a:pt x="1281228" y="1380797"/>
                  </a:lnTo>
                  <a:lnTo>
                    <a:pt x="1281221" y="1380793"/>
                  </a:lnTo>
                  <a:lnTo>
                    <a:pt x="1281213" y="1380789"/>
                  </a:lnTo>
                  <a:lnTo>
                    <a:pt x="1281201" y="1380783"/>
                  </a:lnTo>
                  <a:lnTo>
                    <a:pt x="1281191" y="1380779"/>
                  </a:lnTo>
                  <a:lnTo>
                    <a:pt x="1281186" y="1380775"/>
                  </a:lnTo>
                  <a:lnTo>
                    <a:pt x="1281180" y="1380767"/>
                  </a:lnTo>
                  <a:lnTo>
                    <a:pt x="1281173" y="1380762"/>
                  </a:lnTo>
                  <a:lnTo>
                    <a:pt x="1281166" y="1380757"/>
                  </a:lnTo>
                  <a:lnTo>
                    <a:pt x="1281160" y="1380754"/>
                  </a:lnTo>
                  <a:lnTo>
                    <a:pt x="1281152" y="1380754"/>
                  </a:lnTo>
                  <a:lnTo>
                    <a:pt x="1281145" y="1380756"/>
                  </a:lnTo>
                  <a:lnTo>
                    <a:pt x="1281137" y="1380756"/>
                  </a:lnTo>
                  <a:lnTo>
                    <a:pt x="1281131" y="1380753"/>
                  </a:lnTo>
                  <a:lnTo>
                    <a:pt x="1281122" y="1380746"/>
                  </a:lnTo>
                  <a:lnTo>
                    <a:pt x="1281112" y="1380742"/>
                  </a:lnTo>
                  <a:lnTo>
                    <a:pt x="1281105" y="1380737"/>
                  </a:lnTo>
                  <a:lnTo>
                    <a:pt x="1281098" y="1380735"/>
                  </a:lnTo>
                  <a:lnTo>
                    <a:pt x="1281089" y="1380734"/>
                  </a:lnTo>
                  <a:lnTo>
                    <a:pt x="1281077" y="1380733"/>
                  </a:lnTo>
                  <a:lnTo>
                    <a:pt x="1281066" y="1380732"/>
                  </a:lnTo>
                  <a:lnTo>
                    <a:pt x="1281054" y="1380731"/>
                  </a:lnTo>
                  <a:lnTo>
                    <a:pt x="1281046" y="1380727"/>
                  </a:lnTo>
                  <a:lnTo>
                    <a:pt x="1281040" y="1380720"/>
                  </a:lnTo>
                  <a:lnTo>
                    <a:pt x="1281036" y="1380715"/>
                  </a:lnTo>
                  <a:lnTo>
                    <a:pt x="1281032" y="1380710"/>
                  </a:lnTo>
                  <a:lnTo>
                    <a:pt x="1281028" y="1380704"/>
                  </a:lnTo>
                  <a:lnTo>
                    <a:pt x="1281024" y="1380697"/>
                  </a:lnTo>
                  <a:lnTo>
                    <a:pt x="1281017" y="1380688"/>
                  </a:lnTo>
                  <a:lnTo>
                    <a:pt x="1281009" y="1380680"/>
                  </a:lnTo>
                  <a:lnTo>
                    <a:pt x="1280997" y="1380672"/>
                  </a:lnTo>
                  <a:lnTo>
                    <a:pt x="1280984" y="1380656"/>
                  </a:lnTo>
                  <a:lnTo>
                    <a:pt x="1280973" y="1380638"/>
                  </a:lnTo>
                  <a:lnTo>
                    <a:pt x="1280968" y="1380627"/>
                  </a:lnTo>
                  <a:lnTo>
                    <a:pt x="1280964" y="1380615"/>
                  </a:lnTo>
                  <a:lnTo>
                    <a:pt x="1280960" y="1380604"/>
                  </a:lnTo>
                  <a:lnTo>
                    <a:pt x="1280958" y="1380591"/>
                  </a:lnTo>
                  <a:lnTo>
                    <a:pt x="1280959" y="1380584"/>
                  </a:lnTo>
                  <a:lnTo>
                    <a:pt x="1280962" y="1380573"/>
                  </a:lnTo>
                  <a:lnTo>
                    <a:pt x="1280979" y="1380498"/>
                  </a:lnTo>
                  <a:lnTo>
                    <a:pt x="1281042" y="1380404"/>
                  </a:lnTo>
                  <a:lnTo>
                    <a:pt x="1281050" y="1380396"/>
                  </a:lnTo>
                  <a:lnTo>
                    <a:pt x="1281054" y="1380393"/>
                  </a:lnTo>
                  <a:lnTo>
                    <a:pt x="1281058" y="1380388"/>
                  </a:lnTo>
                  <a:lnTo>
                    <a:pt x="1281060" y="1380384"/>
                  </a:lnTo>
                  <a:lnTo>
                    <a:pt x="1281061" y="1380378"/>
                  </a:lnTo>
                  <a:lnTo>
                    <a:pt x="1281063" y="1380340"/>
                  </a:lnTo>
                  <a:lnTo>
                    <a:pt x="1281061" y="1380333"/>
                  </a:lnTo>
                  <a:lnTo>
                    <a:pt x="1281056" y="1380320"/>
                  </a:lnTo>
                  <a:lnTo>
                    <a:pt x="1281053" y="1380313"/>
                  </a:lnTo>
                  <a:lnTo>
                    <a:pt x="1281049" y="1380310"/>
                  </a:lnTo>
                  <a:lnTo>
                    <a:pt x="1281040" y="1380310"/>
                  </a:lnTo>
                  <a:lnTo>
                    <a:pt x="1281033" y="1380309"/>
                  </a:lnTo>
                  <a:lnTo>
                    <a:pt x="1281028" y="1380308"/>
                  </a:lnTo>
                  <a:lnTo>
                    <a:pt x="1281024" y="1380307"/>
                  </a:lnTo>
                  <a:lnTo>
                    <a:pt x="1281018" y="1380305"/>
                  </a:lnTo>
                  <a:lnTo>
                    <a:pt x="1281011" y="1380302"/>
                  </a:lnTo>
                  <a:lnTo>
                    <a:pt x="1281004" y="1380298"/>
                  </a:lnTo>
                  <a:lnTo>
                    <a:pt x="1280996" y="1380290"/>
                  </a:lnTo>
                  <a:lnTo>
                    <a:pt x="1280991" y="1380287"/>
                  </a:lnTo>
                  <a:lnTo>
                    <a:pt x="1280987" y="1380281"/>
                  </a:lnTo>
                  <a:lnTo>
                    <a:pt x="1280986" y="1380276"/>
                  </a:lnTo>
                  <a:lnTo>
                    <a:pt x="1280988" y="1380270"/>
                  </a:lnTo>
                  <a:lnTo>
                    <a:pt x="1280989" y="1380264"/>
                  </a:lnTo>
                  <a:lnTo>
                    <a:pt x="1280988" y="1380259"/>
                  </a:lnTo>
                  <a:lnTo>
                    <a:pt x="1280985" y="1380256"/>
                  </a:lnTo>
                  <a:lnTo>
                    <a:pt x="1280981" y="1380251"/>
                  </a:lnTo>
                  <a:lnTo>
                    <a:pt x="1280979" y="1380248"/>
                  </a:lnTo>
                  <a:lnTo>
                    <a:pt x="1280977" y="1380241"/>
                  </a:lnTo>
                  <a:lnTo>
                    <a:pt x="1280976" y="1380234"/>
                  </a:lnTo>
                  <a:lnTo>
                    <a:pt x="1280975" y="1380227"/>
                  </a:lnTo>
                  <a:lnTo>
                    <a:pt x="1280975" y="1380219"/>
                  </a:lnTo>
                  <a:lnTo>
                    <a:pt x="1280975" y="1380212"/>
                  </a:lnTo>
                  <a:lnTo>
                    <a:pt x="1280975" y="1380205"/>
                  </a:lnTo>
                  <a:lnTo>
                    <a:pt x="1280976" y="1380199"/>
                  </a:lnTo>
                  <a:lnTo>
                    <a:pt x="1280975" y="1380191"/>
                  </a:lnTo>
                  <a:lnTo>
                    <a:pt x="1280971" y="1380187"/>
                  </a:lnTo>
                  <a:lnTo>
                    <a:pt x="1280969" y="1380180"/>
                  </a:lnTo>
                  <a:lnTo>
                    <a:pt x="1280971" y="1380171"/>
                  </a:lnTo>
                  <a:lnTo>
                    <a:pt x="1280972" y="1380161"/>
                  </a:lnTo>
                  <a:lnTo>
                    <a:pt x="1280973" y="1380155"/>
                  </a:lnTo>
                  <a:lnTo>
                    <a:pt x="1280973" y="1380149"/>
                  </a:lnTo>
                  <a:lnTo>
                    <a:pt x="1280975" y="1380143"/>
                  </a:lnTo>
                  <a:lnTo>
                    <a:pt x="1280979" y="1380139"/>
                  </a:lnTo>
                  <a:lnTo>
                    <a:pt x="1280983" y="1380137"/>
                  </a:lnTo>
                  <a:lnTo>
                    <a:pt x="1280991" y="1380133"/>
                  </a:lnTo>
                  <a:lnTo>
                    <a:pt x="1280996" y="1380131"/>
                  </a:lnTo>
                  <a:lnTo>
                    <a:pt x="1281001" y="1380130"/>
                  </a:lnTo>
                  <a:lnTo>
                    <a:pt x="1281008" y="1380128"/>
                  </a:lnTo>
                  <a:lnTo>
                    <a:pt x="1281014" y="1380125"/>
                  </a:lnTo>
                  <a:lnTo>
                    <a:pt x="1281025" y="1380120"/>
                  </a:lnTo>
                  <a:lnTo>
                    <a:pt x="1281032" y="1380117"/>
                  </a:lnTo>
                  <a:lnTo>
                    <a:pt x="1281036" y="1380115"/>
                  </a:lnTo>
                  <a:lnTo>
                    <a:pt x="1281104" y="1379994"/>
                  </a:lnTo>
                  <a:lnTo>
                    <a:pt x="1281110" y="1379984"/>
                  </a:lnTo>
                  <a:lnTo>
                    <a:pt x="1281220" y="1379710"/>
                  </a:lnTo>
                  <a:lnTo>
                    <a:pt x="1281226" y="1379714"/>
                  </a:lnTo>
                  <a:lnTo>
                    <a:pt x="1281233" y="1379717"/>
                  </a:lnTo>
                  <a:lnTo>
                    <a:pt x="1281240" y="1379719"/>
                  </a:lnTo>
                  <a:lnTo>
                    <a:pt x="1281251" y="1379722"/>
                  </a:lnTo>
                  <a:lnTo>
                    <a:pt x="1281262" y="1379722"/>
                  </a:lnTo>
                  <a:lnTo>
                    <a:pt x="1281274" y="1379722"/>
                  </a:lnTo>
                  <a:lnTo>
                    <a:pt x="1281284" y="1379722"/>
                  </a:lnTo>
                  <a:lnTo>
                    <a:pt x="1281291" y="1379720"/>
                  </a:lnTo>
                  <a:lnTo>
                    <a:pt x="1281299" y="1379715"/>
                  </a:lnTo>
                  <a:lnTo>
                    <a:pt x="1281306" y="1379711"/>
                  </a:lnTo>
                  <a:lnTo>
                    <a:pt x="1281314" y="1379707"/>
                  </a:lnTo>
                  <a:lnTo>
                    <a:pt x="1281321" y="1379700"/>
                  </a:lnTo>
                  <a:lnTo>
                    <a:pt x="1281327" y="1379692"/>
                  </a:lnTo>
                  <a:lnTo>
                    <a:pt x="1281329" y="1379686"/>
                  </a:lnTo>
                  <a:lnTo>
                    <a:pt x="1281330" y="1379678"/>
                  </a:lnTo>
                  <a:lnTo>
                    <a:pt x="1281313" y="1379428"/>
                  </a:lnTo>
                  <a:lnTo>
                    <a:pt x="1281308" y="1379355"/>
                  </a:lnTo>
                  <a:lnTo>
                    <a:pt x="1281287" y="1379047"/>
                  </a:lnTo>
                  <a:lnTo>
                    <a:pt x="1281272" y="1378820"/>
                  </a:lnTo>
                  <a:lnTo>
                    <a:pt x="1281285" y="1378820"/>
                  </a:lnTo>
                  <a:lnTo>
                    <a:pt x="1281297" y="1378819"/>
                  </a:lnTo>
                  <a:lnTo>
                    <a:pt x="1281305" y="1378818"/>
                  </a:lnTo>
                  <a:lnTo>
                    <a:pt x="1281312" y="1378817"/>
                  </a:lnTo>
                  <a:lnTo>
                    <a:pt x="1281320" y="1378811"/>
                  </a:lnTo>
                  <a:lnTo>
                    <a:pt x="1281329" y="1378805"/>
                  </a:lnTo>
                  <a:lnTo>
                    <a:pt x="1281333" y="1378802"/>
                  </a:lnTo>
                  <a:lnTo>
                    <a:pt x="1281337" y="1378800"/>
                  </a:lnTo>
                  <a:lnTo>
                    <a:pt x="1281347" y="1378794"/>
                  </a:lnTo>
                  <a:lnTo>
                    <a:pt x="1281358" y="1378791"/>
                  </a:lnTo>
                  <a:lnTo>
                    <a:pt x="1281369" y="1378788"/>
                  </a:lnTo>
                  <a:lnTo>
                    <a:pt x="1281379" y="1378785"/>
                  </a:lnTo>
                  <a:lnTo>
                    <a:pt x="1281388" y="1378781"/>
                  </a:lnTo>
                  <a:lnTo>
                    <a:pt x="1281393" y="1378777"/>
                  </a:lnTo>
                  <a:lnTo>
                    <a:pt x="1281400" y="1378773"/>
                  </a:lnTo>
                  <a:lnTo>
                    <a:pt x="1281406" y="1378767"/>
                  </a:lnTo>
                  <a:lnTo>
                    <a:pt x="1281413" y="1378755"/>
                  </a:lnTo>
                  <a:lnTo>
                    <a:pt x="1281418" y="1378743"/>
                  </a:lnTo>
                  <a:lnTo>
                    <a:pt x="1281420" y="1378738"/>
                  </a:lnTo>
                  <a:lnTo>
                    <a:pt x="1281422" y="1378734"/>
                  </a:lnTo>
                  <a:lnTo>
                    <a:pt x="1281429" y="1378727"/>
                  </a:lnTo>
                  <a:lnTo>
                    <a:pt x="1281434" y="1378725"/>
                  </a:lnTo>
                  <a:lnTo>
                    <a:pt x="1281441" y="1378723"/>
                  </a:lnTo>
                  <a:lnTo>
                    <a:pt x="1281445" y="1378719"/>
                  </a:lnTo>
                  <a:lnTo>
                    <a:pt x="1281448" y="1378710"/>
                  </a:lnTo>
                  <a:lnTo>
                    <a:pt x="1281450" y="1378700"/>
                  </a:lnTo>
                  <a:lnTo>
                    <a:pt x="1281451" y="1378679"/>
                  </a:lnTo>
                  <a:lnTo>
                    <a:pt x="1281455" y="1378672"/>
                  </a:lnTo>
                  <a:lnTo>
                    <a:pt x="1281463" y="1378665"/>
                  </a:lnTo>
                  <a:lnTo>
                    <a:pt x="1281472" y="1378660"/>
                  </a:lnTo>
                  <a:lnTo>
                    <a:pt x="1281481" y="1378653"/>
                  </a:lnTo>
                  <a:lnTo>
                    <a:pt x="1281486" y="1378650"/>
                  </a:lnTo>
                  <a:lnTo>
                    <a:pt x="1281491" y="1378647"/>
                  </a:lnTo>
                  <a:lnTo>
                    <a:pt x="1281494" y="1378644"/>
                  </a:lnTo>
                  <a:lnTo>
                    <a:pt x="1281499" y="1378640"/>
                  </a:lnTo>
                  <a:lnTo>
                    <a:pt x="1281508" y="1378632"/>
                  </a:lnTo>
                  <a:lnTo>
                    <a:pt x="1281513" y="1378624"/>
                  </a:lnTo>
                  <a:lnTo>
                    <a:pt x="1281515" y="1378618"/>
                  </a:lnTo>
                  <a:lnTo>
                    <a:pt x="1281517" y="1378614"/>
                  </a:lnTo>
                  <a:lnTo>
                    <a:pt x="1281518" y="1378608"/>
                  </a:lnTo>
                  <a:lnTo>
                    <a:pt x="1281519" y="1378601"/>
                  </a:lnTo>
                  <a:lnTo>
                    <a:pt x="1281518" y="1378592"/>
                  </a:lnTo>
                  <a:lnTo>
                    <a:pt x="1281517" y="1378582"/>
                  </a:lnTo>
                  <a:lnTo>
                    <a:pt x="1281518" y="1378570"/>
                  </a:lnTo>
                  <a:lnTo>
                    <a:pt x="1281521" y="1378564"/>
                  </a:lnTo>
                  <a:lnTo>
                    <a:pt x="1281526" y="1378555"/>
                  </a:lnTo>
                  <a:lnTo>
                    <a:pt x="1281534" y="1378544"/>
                  </a:lnTo>
                  <a:lnTo>
                    <a:pt x="1281543" y="1378535"/>
                  </a:lnTo>
                  <a:lnTo>
                    <a:pt x="1281549" y="1378526"/>
                  </a:lnTo>
                  <a:lnTo>
                    <a:pt x="1281554" y="1378518"/>
                  </a:lnTo>
                  <a:lnTo>
                    <a:pt x="1281557" y="1378511"/>
                  </a:lnTo>
                  <a:lnTo>
                    <a:pt x="1281553" y="1378502"/>
                  </a:lnTo>
                  <a:lnTo>
                    <a:pt x="1281547" y="1378495"/>
                  </a:lnTo>
                  <a:lnTo>
                    <a:pt x="1281538" y="1378486"/>
                  </a:lnTo>
                  <a:lnTo>
                    <a:pt x="1281523" y="1378476"/>
                  </a:lnTo>
                  <a:lnTo>
                    <a:pt x="1281509" y="1378469"/>
                  </a:lnTo>
                  <a:lnTo>
                    <a:pt x="1281501" y="1378461"/>
                  </a:lnTo>
                  <a:lnTo>
                    <a:pt x="1281497" y="1378456"/>
                  </a:lnTo>
                  <a:lnTo>
                    <a:pt x="1281498" y="1378449"/>
                  </a:lnTo>
                  <a:lnTo>
                    <a:pt x="1281501" y="1378442"/>
                  </a:lnTo>
                  <a:lnTo>
                    <a:pt x="1281504" y="1378437"/>
                  </a:lnTo>
                  <a:lnTo>
                    <a:pt x="1281508" y="1378431"/>
                  </a:lnTo>
                  <a:lnTo>
                    <a:pt x="1281511" y="1378420"/>
                  </a:lnTo>
                  <a:lnTo>
                    <a:pt x="1281514" y="1378415"/>
                  </a:lnTo>
                  <a:lnTo>
                    <a:pt x="1281517" y="1378410"/>
                  </a:lnTo>
                  <a:lnTo>
                    <a:pt x="1281522" y="1378404"/>
                  </a:lnTo>
                  <a:lnTo>
                    <a:pt x="1281526" y="1378399"/>
                  </a:lnTo>
                  <a:lnTo>
                    <a:pt x="1281530" y="1378393"/>
                  </a:lnTo>
                  <a:lnTo>
                    <a:pt x="1281533" y="1378388"/>
                  </a:lnTo>
                  <a:lnTo>
                    <a:pt x="1281537" y="1378380"/>
                  </a:lnTo>
                  <a:lnTo>
                    <a:pt x="1281543" y="1378374"/>
                  </a:lnTo>
                  <a:lnTo>
                    <a:pt x="1281554" y="1378364"/>
                  </a:lnTo>
                  <a:lnTo>
                    <a:pt x="1281562" y="1378360"/>
                  </a:lnTo>
                  <a:lnTo>
                    <a:pt x="1281586" y="1378345"/>
                  </a:lnTo>
                  <a:lnTo>
                    <a:pt x="1281576" y="1378337"/>
                  </a:lnTo>
                  <a:lnTo>
                    <a:pt x="1281570" y="1378324"/>
                  </a:lnTo>
                  <a:lnTo>
                    <a:pt x="1281565" y="1378308"/>
                  </a:lnTo>
                  <a:lnTo>
                    <a:pt x="1281561" y="1378283"/>
                  </a:lnTo>
                  <a:lnTo>
                    <a:pt x="1281557" y="1378276"/>
                  </a:lnTo>
                  <a:lnTo>
                    <a:pt x="1281534" y="1378258"/>
                  </a:lnTo>
                  <a:lnTo>
                    <a:pt x="1281523" y="1378248"/>
                  </a:lnTo>
                  <a:lnTo>
                    <a:pt x="1281513" y="1378238"/>
                  </a:lnTo>
                  <a:lnTo>
                    <a:pt x="1281504" y="1378228"/>
                  </a:lnTo>
                  <a:lnTo>
                    <a:pt x="1281484" y="1378209"/>
                  </a:lnTo>
                  <a:lnTo>
                    <a:pt x="1281471" y="1378195"/>
                  </a:lnTo>
                  <a:lnTo>
                    <a:pt x="1281467" y="1378188"/>
                  </a:lnTo>
                  <a:lnTo>
                    <a:pt x="1281463" y="1378180"/>
                  </a:lnTo>
                  <a:lnTo>
                    <a:pt x="1281462" y="1378175"/>
                  </a:lnTo>
                  <a:lnTo>
                    <a:pt x="1281463" y="1378166"/>
                  </a:lnTo>
                  <a:lnTo>
                    <a:pt x="1281465" y="1378159"/>
                  </a:lnTo>
                  <a:lnTo>
                    <a:pt x="1281468" y="1378148"/>
                  </a:lnTo>
                  <a:lnTo>
                    <a:pt x="1281468" y="1378140"/>
                  </a:lnTo>
                  <a:lnTo>
                    <a:pt x="1281466" y="1378127"/>
                  </a:lnTo>
                  <a:lnTo>
                    <a:pt x="1281464" y="1378120"/>
                  </a:lnTo>
                  <a:lnTo>
                    <a:pt x="1281462" y="1378109"/>
                  </a:lnTo>
                  <a:lnTo>
                    <a:pt x="1281457" y="1378097"/>
                  </a:lnTo>
                  <a:lnTo>
                    <a:pt x="1281397" y="1378052"/>
                  </a:lnTo>
                  <a:lnTo>
                    <a:pt x="1281335" y="1378024"/>
                  </a:lnTo>
                  <a:lnTo>
                    <a:pt x="1281296" y="1378006"/>
                  </a:lnTo>
                  <a:lnTo>
                    <a:pt x="1281289" y="1378001"/>
                  </a:lnTo>
                  <a:lnTo>
                    <a:pt x="1281283" y="1377998"/>
                  </a:lnTo>
                  <a:lnTo>
                    <a:pt x="1281276" y="1377994"/>
                  </a:lnTo>
                  <a:lnTo>
                    <a:pt x="1281268" y="1377991"/>
                  </a:lnTo>
                  <a:lnTo>
                    <a:pt x="1281260" y="1377989"/>
                  </a:lnTo>
                  <a:lnTo>
                    <a:pt x="1281252" y="1377986"/>
                  </a:lnTo>
                  <a:lnTo>
                    <a:pt x="1281240" y="1377983"/>
                  </a:lnTo>
                  <a:lnTo>
                    <a:pt x="1281231" y="1377980"/>
                  </a:lnTo>
                  <a:lnTo>
                    <a:pt x="1281218" y="1377979"/>
                  </a:lnTo>
                  <a:lnTo>
                    <a:pt x="1281205" y="1377977"/>
                  </a:lnTo>
                  <a:lnTo>
                    <a:pt x="1281193" y="1377973"/>
                  </a:lnTo>
                  <a:lnTo>
                    <a:pt x="1281187" y="1377969"/>
                  </a:lnTo>
                  <a:lnTo>
                    <a:pt x="1281182" y="1377961"/>
                  </a:lnTo>
                  <a:lnTo>
                    <a:pt x="1281177" y="1377950"/>
                  </a:lnTo>
                  <a:lnTo>
                    <a:pt x="1281173" y="1377940"/>
                  </a:lnTo>
                  <a:lnTo>
                    <a:pt x="1281169" y="1377932"/>
                  </a:lnTo>
                  <a:lnTo>
                    <a:pt x="1281166" y="1377927"/>
                  </a:lnTo>
                  <a:lnTo>
                    <a:pt x="1281156" y="1377924"/>
                  </a:lnTo>
                  <a:lnTo>
                    <a:pt x="1281146" y="1377923"/>
                  </a:lnTo>
                  <a:lnTo>
                    <a:pt x="1281134" y="1377919"/>
                  </a:lnTo>
                  <a:lnTo>
                    <a:pt x="1281123" y="1377915"/>
                  </a:lnTo>
                  <a:lnTo>
                    <a:pt x="1281118" y="1377912"/>
                  </a:lnTo>
                  <a:lnTo>
                    <a:pt x="1281113" y="1377909"/>
                  </a:lnTo>
                  <a:lnTo>
                    <a:pt x="1281107" y="1377905"/>
                  </a:lnTo>
                  <a:lnTo>
                    <a:pt x="1281097" y="1377901"/>
                  </a:lnTo>
                  <a:lnTo>
                    <a:pt x="1281087" y="1377898"/>
                  </a:lnTo>
                  <a:lnTo>
                    <a:pt x="1281080" y="1377897"/>
                  </a:lnTo>
                  <a:lnTo>
                    <a:pt x="1281075" y="1377895"/>
                  </a:lnTo>
                  <a:lnTo>
                    <a:pt x="1281068" y="1377892"/>
                  </a:lnTo>
                  <a:lnTo>
                    <a:pt x="1281062" y="1377889"/>
                  </a:lnTo>
                  <a:lnTo>
                    <a:pt x="1281055" y="1377888"/>
                  </a:lnTo>
                  <a:lnTo>
                    <a:pt x="1281049" y="1377885"/>
                  </a:lnTo>
                  <a:lnTo>
                    <a:pt x="1281044" y="1377882"/>
                  </a:lnTo>
                  <a:lnTo>
                    <a:pt x="1281034" y="1377877"/>
                  </a:lnTo>
                  <a:lnTo>
                    <a:pt x="1281022" y="1377871"/>
                  </a:lnTo>
                  <a:lnTo>
                    <a:pt x="1281018" y="1377867"/>
                  </a:lnTo>
                  <a:lnTo>
                    <a:pt x="1281016" y="1377861"/>
                  </a:lnTo>
                  <a:lnTo>
                    <a:pt x="1281015" y="1377854"/>
                  </a:lnTo>
                  <a:lnTo>
                    <a:pt x="1281014" y="1377848"/>
                  </a:lnTo>
                  <a:lnTo>
                    <a:pt x="1281013" y="1377842"/>
                  </a:lnTo>
                  <a:lnTo>
                    <a:pt x="1281012" y="1377837"/>
                  </a:lnTo>
                  <a:lnTo>
                    <a:pt x="1281011" y="1377830"/>
                  </a:lnTo>
                  <a:lnTo>
                    <a:pt x="1281010" y="1377822"/>
                  </a:lnTo>
                  <a:lnTo>
                    <a:pt x="1281008" y="1377814"/>
                  </a:lnTo>
                  <a:lnTo>
                    <a:pt x="1281006" y="1377806"/>
                  </a:lnTo>
                  <a:lnTo>
                    <a:pt x="1281002" y="1377800"/>
                  </a:lnTo>
                  <a:lnTo>
                    <a:pt x="1280990" y="1377798"/>
                  </a:lnTo>
                  <a:lnTo>
                    <a:pt x="1280984" y="1377795"/>
                  </a:lnTo>
                  <a:lnTo>
                    <a:pt x="1280976" y="1377789"/>
                  </a:lnTo>
                  <a:lnTo>
                    <a:pt x="1280970" y="1377783"/>
                  </a:lnTo>
                  <a:lnTo>
                    <a:pt x="1280962" y="1377773"/>
                  </a:lnTo>
                  <a:lnTo>
                    <a:pt x="1280954" y="1377762"/>
                  </a:lnTo>
                  <a:lnTo>
                    <a:pt x="1280948" y="1377754"/>
                  </a:lnTo>
                  <a:lnTo>
                    <a:pt x="1280944" y="1377747"/>
                  </a:lnTo>
                  <a:lnTo>
                    <a:pt x="1280941" y="1377741"/>
                  </a:lnTo>
                  <a:lnTo>
                    <a:pt x="1280938" y="1377734"/>
                  </a:lnTo>
                  <a:lnTo>
                    <a:pt x="1280936" y="1377730"/>
                  </a:lnTo>
                  <a:lnTo>
                    <a:pt x="1280930" y="1377721"/>
                  </a:lnTo>
                  <a:lnTo>
                    <a:pt x="1280919" y="1377710"/>
                  </a:lnTo>
                  <a:lnTo>
                    <a:pt x="1280906" y="1377698"/>
                  </a:lnTo>
                  <a:lnTo>
                    <a:pt x="1280897" y="1377686"/>
                  </a:lnTo>
                  <a:lnTo>
                    <a:pt x="1280895" y="1377673"/>
                  </a:lnTo>
                  <a:lnTo>
                    <a:pt x="1280895" y="1377659"/>
                  </a:lnTo>
                  <a:lnTo>
                    <a:pt x="1280895" y="1377646"/>
                  </a:lnTo>
                  <a:lnTo>
                    <a:pt x="1280896" y="1377636"/>
                  </a:lnTo>
                  <a:lnTo>
                    <a:pt x="1280899" y="1377620"/>
                  </a:lnTo>
                  <a:lnTo>
                    <a:pt x="1280901" y="1377606"/>
                  </a:lnTo>
                  <a:lnTo>
                    <a:pt x="1280902" y="1377595"/>
                  </a:lnTo>
                  <a:lnTo>
                    <a:pt x="1280902" y="1377587"/>
                  </a:lnTo>
                  <a:lnTo>
                    <a:pt x="1280901" y="1377576"/>
                  </a:lnTo>
                  <a:lnTo>
                    <a:pt x="1280898" y="1377556"/>
                  </a:lnTo>
                  <a:lnTo>
                    <a:pt x="1280896" y="1377542"/>
                  </a:lnTo>
                  <a:lnTo>
                    <a:pt x="1280898" y="1377520"/>
                  </a:lnTo>
                  <a:lnTo>
                    <a:pt x="1280902" y="1377505"/>
                  </a:lnTo>
                  <a:lnTo>
                    <a:pt x="1280903" y="1377500"/>
                  </a:lnTo>
                  <a:lnTo>
                    <a:pt x="1280905" y="1377493"/>
                  </a:lnTo>
                  <a:lnTo>
                    <a:pt x="1280909" y="1377487"/>
                  </a:lnTo>
                  <a:lnTo>
                    <a:pt x="1280914" y="1377480"/>
                  </a:lnTo>
                  <a:lnTo>
                    <a:pt x="1280919" y="1377472"/>
                  </a:lnTo>
                  <a:lnTo>
                    <a:pt x="1280924" y="1377465"/>
                  </a:lnTo>
                  <a:lnTo>
                    <a:pt x="1280930" y="1377463"/>
                  </a:lnTo>
                  <a:lnTo>
                    <a:pt x="1280922" y="1377453"/>
                  </a:lnTo>
                  <a:lnTo>
                    <a:pt x="1280916" y="1377446"/>
                  </a:lnTo>
                  <a:lnTo>
                    <a:pt x="1280913" y="1377442"/>
                  </a:lnTo>
                  <a:lnTo>
                    <a:pt x="1280910" y="1377439"/>
                  </a:lnTo>
                  <a:lnTo>
                    <a:pt x="1280905" y="1377430"/>
                  </a:lnTo>
                  <a:lnTo>
                    <a:pt x="1280899" y="1377420"/>
                  </a:lnTo>
                  <a:lnTo>
                    <a:pt x="1280892" y="1377411"/>
                  </a:lnTo>
                  <a:lnTo>
                    <a:pt x="1280885" y="1377401"/>
                  </a:lnTo>
                  <a:lnTo>
                    <a:pt x="1280873" y="1377378"/>
                  </a:lnTo>
                  <a:lnTo>
                    <a:pt x="1280863" y="1377367"/>
                  </a:lnTo>
                  <a:lnTo>
                    <a:pt x="1280855" y="1377363"/>
                  </a:lnTo>
                  <a:lnTo>
                    <a:pt x="1280844" y="1377359"/>
                  </a:lnTo>
                  <a:lnTo>
                    <a:pt x="1280833" y="1377357"/>
                  </a:lnTo>
                  <a:lnTo>
                    <a:pt x="1280815" y="1377355"/>
                  </a:lnTo>
                  <a:lnTo>
                    <a:pt x="1280805" y="1377352"/>
                  </a:lnTo>
                  <a:lnTo>
                    <a:pt x="1280796" y="1377347"/>
                  </a:lnTo>
                  <a:lnTo>
                    <a:pt x="1280789" y="1377339"/>
                  </a:lnTo>
                  <a:lnTo>
                    <a:pt x="1280790" y="1377316"/>
                  </a:lnTo>
                  <a:lnTo>
                    <a:pt x="1280791" y="1377303"/>
                  </a:lnTo>
                  <a:lnTo>
                    <a:pt x="1280794" y="1377286"/>
                  </a:lnTo>
                  <a:lnTo>
                    <a:pt x="1280794" y="1377281"/>
                  </a:lnTo>
                  <a:lnTo>
                    <a:pt x="1280796" y="1377272"/>
                  </a:lnTo>
                  <a:lnTo>
                    <a:pt x="1280799" y="1377261"/>
                  </a:lnTo>
                  <a:lnTo>
                    <a:pt x="1280798" y="1377253"/>
                  </a:lnTo>
                  <a:lnTo>
                    <a:pt x="1280797" y="1377247"/>
                  </a:lnTo>
                  <a:lnTo>
                    <a:pt x="1280793" y="1377241"/>
                  </a:lnTo>
                  <a:lnTo>
                    <a:pt x="1280788" y="1377232"/>
                  </a:lnTo>
                  <a:lnTo>
                    <a:pt x="1280784" y="1377225"/>
                  </a:lnTo>
                  <a:lnTo>
                    <a:pt x="1280779" y="1377217"/>
                  </a:lnTo>
                  <a:lnTo>
                    <a:pt x="1280775" y="1377211"/>
                  </a:lnTo>
                  <a:lnTo>
                    <a:pt x="1280772" y="1377208"/>
                  </a:lnTo>
                  <a:lnTo>
                    <a:pt x="1280769" y="1377205"/>
                  </a:lnTo>
                  <a:lnTo>
                    <a:pt x="1280777" y="1377201"/>
                  </a:lnTo>
                  <a:lnTo>
                    <a:pt x="1280784" y="1377197"/>
                  </a:lnTo>
                  <a:lnTo>
                    <a:pt x="1280792" y="1377192"/>
                  </a:lnTo>
                  <a:lnTo>
                    <a:pt x="1280797" y="1377189"/>
                  </a:lnTo>
                  <a:lnTo>
                    <a:pt x="1280804" y="1377180"/>
                  </a:lnTo>
                  <a:lnTo>
                    <a:pt x="1280806" y="1377174"/>
                  </a:lnTo>
                  <a:lnTo>
                    <a:pt x="1280809" y="1377165"/>
                  </a:lnTo>
                  <a:lnTo>
                    <a:pt x="1280809" y="1377160"/>
                  </a:lnTo>
                  <a:lnTo>
                    <a:pt x="1280809" y="1377155"/>
                  </a:lnTo>
                  <a:lnTo>
                    <a:pt x="1280809" y="1377143"/>
                  </a:lnTo>
                  <a:lnTo>
                    <a:pt x="1280808" y="1377135"/>
                  </a:lnTo>
                  <a:lnTo>
                    <a:pt x="1280809" y="1377128"/>
                  </a:lnTo>
                  <a:lnTo>
                    <a:pt x="1280812" y="1377120"/>
                  </a:lnTo>
                  <a:lnTo>
                    <a:pt x="1280815" y="1377109"/>
                  </a:lnTo>
                  <a:lnTo>
                    <a:pt x="1280817" y="1377095"/>
                  </a:lnTo>
                  <a:lnTo>
                    <a:pt x="1280819" y="1377079"/>
                  </a:lnTo>
                  <a:lnTo>
                    <a:pt x="1280821" y="1377070"/>
                  </a:lnTo>
                  <a:lnTo>
                    <a:pt x="1280818" y="1377056"/>
                  </a:lnTo>
                  <a:lnTo>
                    <a:pt x="1280820" y="1377047"/>
                  </a:lnTo>
                  <a:lnTo>
                    <a:pt x="1280822" y="1377041"/>
                  </a:lnTo>
                  <a:lnTo>
                    <a:pt x="1280822" y="1377035"/>
                  </a:lnTo>
                  <a:lnTo>
                    <a:pt x="1280823" y="1377024"/>
                  </a:lnTo>
                  <a:lnTo>
                    <a:pt x="1280823" y="1377016"/>
                  </a:lnTo>
                  <a:lnTo>
                    <a:pt x="1280823" y="1377005"/>
                  </a:lnTo>
                  <a:lnTo>
                    <a:pt x="1280827" y="1376995"/>
                  </a:lnTo>
                  <a:lnTo>
                    <a:pt x="1280834" y="1376982"/>
                  </a:lnTo>
                  <a:lnTo>
                    <a:pt x="1280841" y="1376970"/>
                  </a:lnTo>
                  <a:lnTo>
                    <a:pt x="1280844" y="1376957"/>
                  </a:lnTo>
                  <a:lnTo>
                    <a:pt x="1280851" y="1376948"/>
                  </a:lnTo>
                  <a:lnTo>
                    <a:pt x="1280855" y="1376939"/>
                  </a:lnTo>
                  <a:lnTo>
                    <a:pt x="1280858" y="1376928"/>
                  </a:lnTo>
                  <a:lnTo>
                    <a:pt x="1280857" y="1376922"/>
                  </a:lnTo>
                  <a:lnTo>
                    <a:pt x="1280854" y="1376915"/>
                  </a:lnTo>
                  <a:lnTo>
                    <a:pt x="1280852" y="1376905"/>
                  </a:lnTo>
                  <a:lnTo>
                    <a:pt x="1280851" y="1376900"/>
                  </a:lnTo>
                  <a:lnTo>
                    <a:pt x="1280852" y="1376895"/>
                  </a:lnTo>
                  <a:lnTo>
                    <a:pt x="1280853" y="1376889"/>
                  </a:lnTo>
                  <a:lnTo>
                    <a:pt x="1280855" y="1376884"/>
                  </a:lnTo>
                  <a:lnTo>
                    <a:pt x="1280856" y="1376877"/>
                  </a:lnTo>
                  <a:lnTo>
                    <a:pt x="1280855" y="1376872"/>
                  </a:lnTo>
                  <a:lnTo>
                    <a:pt x="1280852" y="1376869"/>
                  </a:lnTo>
                  <a:lnTo>
                    <a:pt x="1280847" y="1376865"/>
                  </a:lnTo>
                  <a:lnTo>
                    <a:pt x="1280841" y="1376861"/>
                  </a:lnTo>
                  <a:lnTo>
                    <a:pt x="1280837" y="1376857"/>
                  </a:lnTo>
                  <a:lnTo>
                    <a:pt x="1280830" y="1376849"/>
                  </a:lnTo>
                  <a:lnTo>
                    <a:pt x="1280824" y="1376841"/>
                  </a:lnTo>
                  <a:lnTo>
                    <a:pt x="1280813" y="1376830"/>
                  </a:lnTo>
                  <a:lnTo>
                    <a:pt x="1280821" y="1376825"/>
                  </a:lnTo>
                  <a:lnTo>
                    <a:pt x="1280825" y="1376821"/>
                  </a:lnTo>
                  <a:lnTo>
                    <a:pt x="1280827" y="1376816"/>
                  </a:lnTo>
                  <a:lnTo>
                    <a:pt x="1280829" y="1376809"/>
                  </a:lnTo>
                  <a:lnTo>
                    <a:pt x="1280832" y="1376801"/>
                  </a:lnTo>
                  <a:lnTo>
                    <a:pt x="1280833" y="1376796"/>
                  </a:lnTo>
                  <a:lnTo>
                    <a:pt x="1280835" y="1376789"/>
                  </a:lnTo>
                  <a:lnTo>
                    <a:pt x="1280849" y="1376761"/>
                  </a:lnTo>
                  <a:lnTo>
                    <a:pt x="1280857" y="1376730"/>
                  </a:lnTo>
                  <a:lnTo>
                    <a:pt x="1280856" y="1376716"/>
                  </a:lnTo>
                  <a:lnTo>
                    <a:pt x="1280854" y="1376706"/>
                  </a:lnTo>
                  <a:lnTo>
                    <a:pt x="1280848" y="1376682"/>
                  </a:lnTo>
                  <a:lnTo>
                    <a:pt x="1280843" y="1376679"/>
                  </a:lnTo>
                  <a:lnTo>
                    <a:pt x="1280840" y="1376676"/>
                  </a:lnTo>
                  <a:lnTo>
                    <a:pt x="1280830" y="1376667"/>
                  </a:lnTo>
                  <a:lnTo>
                    <a:pt x="1280822" y="1376659"/>
                  </a:lnTo>
                  <a:lnTo>
                    <a:pt x="1280773" y="1376647"/>
                  </a:lnTo>
                  <a:lnTo>
                    <a:pt x="1280740" y="1376620"/>
                  </a:lnTo>
                  <a:lnTo>
                    <a:pt x="1280673" y="1376563"/>
                  </a:lnTo>
                  <a:lnTo>
                    <a:pt x="1280661" y="1376553"/>
                  </a:lnTo>
                  <a:lnTo>
                    <a:pt x="1280655" y="1376552"/>
                  </a:lnTo>
                  <a:lnTo>
                    <a:pt x="1280651" y="1376550"/>
                  </a:lnTo>
                  <a:lnTo>
                    <a:pt x="1280645" y="1376546"/>
                  </a:lnTo>
                  <a:lnTo>
                    <a:pt x="1280640" y="1376540"/>
                  </a:lnTo>
                  <a:lnTo>
                    <a:pt x="1280635" y="1376536"/>
                  </a:lnTo>
                  <a:lnTo>
                    <a:pt x="1280631" y="1376528"/>
                  </a:lnTo>
                  <a:lnTo>
                    <a:pt x="1280629" y="1376523"/>
                  </a:lnTo>
                  <a:lnTo>
                    <a:pt x="1280627" y="1376516"/>
                  </a:lnTo>
                  <a:lnTo>
                    <a:pt x="1280625" y="1376510"/>
                  </a:lnTo>
                  <a:lnTo>
                    <a:pt x="1280621" y="1376500"/>
                  </a:lnTo>
                  <a:lnTo>
                    <a:pt x="1280617" y="1376492"/>
                  </a:lnTo>
                  <a:lnTo>
                    <a:pt x="1280618" y="1376476"/>
                  </a:lnTo>
                  <a:lnTo>
                    <a:pt x="1280635" y="1376464"/>
                  </a:lnTo>
                  <a:lnTo>
                    <a:pt x="1280642" y="1376462"/>
                  </a:lnTo>
                  <a:lnTo>
                    <a:pt x="1280651" y="1376460"/>
                  </a:lnTo>
                  <a:lnTo>
                    <a:pt x="1280659" y="1376458"/>
                  </a:lnTo>
                  <a:lnTo>
                    <a:pt x="1280665" y="1376457"/>
                  </a:lnTo>
                  <a:lnTo>
                    <a:pt x="1280671" y="1376455"/>
                  </a:lnTo>
                  <a:lnTo>
                    <a:pt x="1280676" y="1376453"/>
                  </a:lnTo>
                  <a:lnTo>
                    <a:pt x="1280681" y="1376451"/>
                  </a:lnTo>
                  <a:lnTo>
                    <a:pt x="1280686" y="1376449"/>
                  </a:lnTo>
                  <a:lnTo>
                    <a:pt x="1280691" y="1376446"/>
                  </a:lnTo>
                  <a:lnTo>
                    <a:pt x="1280696" y="1376444"/>
                  </a:lnTo>
                  <a:lnTo>
                    <a:pt x="1280702" y="1376440"/>
                  </a:lnTo>
                  <a:lnTo>
                    <a:pt x="1280709" y="1376435"/>
                  </a:lnTo>
                  <a:lnTo>
                    <a:pt x="1280713" y="1376429"/>
                  </a:lnTo>
                  <a:lnTo>
                    <a:pt x="1280716" y="1376423"/>
                  </a:lnTo>
                  <a:lnTo>
                    <a:pt x="1280720" y="1376418"/>
                  </a:lnTo>
                  <a:lnTo>
                    <a:pt x="1280725" y="1376413"/>
                  </a:lnTo>
                  <a:lnTo>
                    <a:pt x="1280730" y="1376408"/>
                  </a:lnTo>
                  <a:lnTo>
                    <a:pt x="1280734" y="1376403"/>
                  </a:lnTo>
                  <a:lnTo>
                    <a:pt x="1280742" y="1376392"/>
                  </a:lnTo>
                  <a:lnTo>
                    <a:pt x="1280751" y="1376376"/>
                  </a:lnTo>
                  <a:lnTo>
                    <a:pt x="1280761" y="1376363"/>
                  </a:lnTo>
                  <a:lnTo>
                    <a:pt x="1280774" y="1376348"/>
                  </a:lnTo>
                  <a:lnTo>
                    <a:pt x="1280781" y="1376341"/>
                  </a:lnTo>
                  <a:lnTo>
                    <a:pt x="1280785" y="1376338"/>
                  </a:lnTo>
                  <a:lnTo>
                    <a:pt x="1280790" y="1376336"/>
                  </a:lnTo>
                  <a:lnTo>
                    <a:pt x="1280799" y="1376332"/>
                  </a:lnTo>
                  <a:lnTo>
                    <a:pt x="1280806" y="1376331"/>
                  </a:lnTo>
                  <a:lnTo>
                    <a:pt x="1280821" y="1376330"/>
                  </a:lnTo>
                  <a:lnTo>
                    <a:pt x="1280835" y="1376329"/>
                  </a:lnTo>
                  <a:lnTo>
                    <a:pt x="1280840" y="1376329"/>
                  </a:lnTo>
                  <a:lnTo>
                    <a:pt x="1280847" y="1376327"/>
                  </a:lnTo>
                  <a:lnTo>
                    <a:pt x="1280852" y="1376322"/>
                  </a:lnTo>
                  <a:lnTo>
                    <a:pt x="1280858" y="1376317"/>
                  </a:lnTo>
                  <a:lnTo>
                    <a:pt x="1280861" y="1376315"/>
                  </a:lnTo>
                  <a:lnTo>
                    <a:pt x="1280867" y="1376313"/>
                  </a:lnTo>
                  <a:lnTo>
                    <a:pt x="1280875" y="1376309"/>
                  </a:lnTo>
                  <a:lnTo>
                    <a:pt x="1280883" y="1376302"/>
                  </a:lnTo>
                  <a:lnTo>
                    <a:pt x="1280893" y="1376293"/>
                  </a:lnTo>
                  <a:lnTo>
                    <a:pt x="1280896" y="1376290"/>
                  </a:lnTo>
                  <a:lnTo>
                    <a:pt x="1280899" y="1376286"/>
                  </a:lnTo>
                  <a:lnTo>
                    <a:pt x="1280900" y="1376279"/>
                  </a:lnTo>
                  <a:lnTo>
                    <a:pt x="1280892" y="1376250"/>
                  </a:lnTo>
                  <a:lnTo>
                    <a:pt x="1280885" y="1376229"/>
                  </a:lnTo>
                  <a:lnTo>
                    <a:pt x="1280880" y="1376215"/>
                  </a:lnTo>
                  <a:lnTo>
                    <a:pt x="1280876" y="1376203"/>
                  </a:lnTo>
                  <a:lnTo>
                    <a:pt x="1280879" y="1376198"/>
                  </a:lnTo>
                  <a:lnTo>
                    <a:pt x="1280882" y="1376193"/>
                  </a:lnTo>
                  <a:lnTo>
                    <a:pt x="1280889" y="1376183"/>
                  </a:lnTo>
                  <a:lnTo>
                    <a:pt x="1280899" y="1376172"/>
                  </a:lnTo>
                  <a:lnTo>
                    <a:pt x="1280907" y="1376158"/>
                  </a:lnTo>
                  <a:lnTo>
                    <a:pt x="1280917" y="1376141"/>
                  </a:lnTo>
                  <a:lnTo>
                    <a:pt x="1280920" y="1376136"/>
                  </a:lnTo>
                  <a:lnTo>
                    <a:pt x="1280919" y="1376131"/>
                  </a:lnTo>
                  <a:lnTo>
                    <a:pt x="1280916" y="1376125"/>
                  </a:lnTo>
                  <a:lnTo>
                    <a:pt x="1280913" y="1376113"/>
                  </a:lnTo>
                  <a:lnTo>
                    <a:pt x="1280912" y="1376105"/>
                  </a:lnTo>
                  <a:lnTo>
                    <a:pt x="1280914" y="1376099"/>
                  </a:lnTo>
                  <a:lnTo>
                    <a:pt x="1280915" y="1376095"/>
                  </a:lnTo>
                  <a:lnTo>
                    <a:pt x="1280920" y="1376087"/>
                  </a:lnTo>
                  <a:lnTo>
                    <a:pt x="1280926" y="1376079"/>
                  </a:lnTo>
                  <a:lnTo>
                    <a:pt x="1280931" y="1376070"/>
                  </a:lnTo>
                  <a:lnTo>
                    <a:pt x="1280931" y="1376062"/>
                  </a:lnTo>
                  <a:lnTo>
                    <a:pt x="1280929" y="1376053"/>
                  </a:lnTo>
                  <a:lnTo>
                    <a:pt x="1280928" y="1376043"/>
                  </a:lnTo>
                  <a:lnTo>
                    <a:pt x="1280929" y="1376028"/>
                  </a:lnTo>
                  <a:lnTo>
                    <a:pt x="1280930" y="1376015"/>
                  </a:lnTo>
                  <a:lnTo>
                    <a:pt x="1280932" y="1375998"/>
                  </a:lnTo>
                  <a:lnTo>
                    <a:pt x="1280933" y="1375984"/>
                  </a:lnTo>
                  <a:lnTo>
                    <a:pt x="1280936" y="1375973"/>
                  </a:lnTo>
                  <a:lnTo>
                    <a:pt x="1280941" y="1375959"/>
                  </a:lnTo>
                  <a:lnTo>
                    <a:pt x="1280943" y="1375952"/>
                  </a:lnTo>
                  <a:lnTo>
                    <a:pt x="1280944" y="1375947"/>
                  </a:lnTo>
                  <a:lnTo>
                    <a:pt x="1280949" y="1375930"/>
                  </a:lnTo>
                  <a:lnTo>
                    <a:pt x="1280950" y="1375924"/>
                  </a:lnTo>
                  <a:lnTo>
                    <a:pt x="1280950" y="1375915"/>
                  </a:lnTo>
                  <a:lnTo>
                    <a:pt x="1280954" y="1375901"/>
                  </a:lnTo>
                  <a:lnTo>
                    <a:pt x="1280959" y="1375889"/>
                  </a:lnTo>
                  <a:lnTo>
                    <a:pt x="1280960" y="1375879"/>
                  </a:lnTo>
                  <a:lnTo>
                    <a:pt x="1280961" y="1375871"/>
                  </a:lnTo>
                  <a:lnTo>
                    <a:pt x="1280962" y="1375861"/>
                  </a:lnTo>
                  <a:lnTo>
                    <a:pt x="1280965" y="1375846"/>
                  </a:lnTo>
                  <a:lnTo>
                    <a:pt x="1280965" y="1375839"/>
                  </a:lnTo>
                  <a:lnTo>
                    <a:pt x="1280964" y="1375833"/>
                  </a:lnTo>
                  <a:lnTo>
                    <a:pt x="1280960" y="1375822"/>
                  </a:lnTo>
                  <a:lnTo>
                    <a:pt x="1280958" y="1375814"/>
                  </a:lnTo>
                  <a:lnTo>
                    <a:pt x="1280959" y="1375807"/>
                  </a:lnTo>
                  <a:lnTo>
                    <a:pt x="1280967" y="1375800"/>
                  </a:lnTo>
                  <a:lnTo>
                    <a:pt x="1280980" y="1375787"/>
                  </a:lnTo>
                  <a:lnTo>
                    <a:pt x="1280991" y="1375778"/>
                  </a:lnTo>
                  <a:lnTo>
                    <a:pt x="1280999" y="1375776"/>
                  </a:lnTo>
                  <a:lnTo>
                    <a:pt x="1281003" y="1375774"/>
                  </a:lnTo>
                  <a:lnTo>
                    <a:pt x="1281007" y="1375772"/>
                  </a:lnTo>
                  <a:lnTo>
                    <a:pt x="1281014" y="1375767"/>
                  </a:lnTo>
                  <a:lnTo>
                    <a:pt x="1281019" y="1375761"/>
                  </a:lnTo>
                  <a:lnTo>
                    <a:pt x="1281026" y="1375753"/>
                  </a:lnTo>
                  <a:lnTo>
                    <a:pt x="1281031" y="1375748"/>
                  </a:lnTo>
                  <a:lnTo>
                    <a:pt x="1281040" y="1375744"/>
                  </a:lnTo>
                  <a:lnTo>
                    <a:pt x="1281050" y="1375740"/>
                  </a:lnTo>
                  <a:lnTo>
                    <a:pt x="1281059" y="1375736"/>
                  </a:lnTo>
                  <a:lnTo>
                    <a:pt x="1281074" y="1375736"/>
                  </a:lnTo>
                  <a:lnTo>
                    <a:pt x="1281081" y="1375736"/>
                  </a:lnTo>
                  <a:lnTo>
                    <a:pt x="1281087" y="1375737"/>
                  </a:lnTo>
                  <a:lnTo>
                    <a:pt x="1281091" y="1375737"/>
                  </a:lnTo>
                  <a:lnTo>
                    <a:pt x="1281098" y="1375734"/>
                  </a:lnTo>
                  <a:lnTo>
                    <a:pt x="1281106" y="1375727"/>
                  </a:lnTo>
                  <a:lnTo>
                    <a:pt x="1281111" y="1375716"/>
                  </a:lnTo>
                  <a:lnTo>
                    <a:pt x="1281123" y="1375709"/>
                  </a:lnTo>
                  <a:lnTo>
                    <a:pt x="1281127" y="1375707"/>
                  </a:lnTo>
                  <a:lnTo>
                    <a:pt x="1281138" y="1375709"/>
                  </a:lnTo>
                  <a:lnTo>
                    <a:pt x="1281155" y="1375717"/>
                  </a:lnTo>
                  <a:lnTo>
                    <a:pt x="1281170" y="1375725"/>
                  </a:lnTo>
                  <a:lnTo>
                    <a:pt x="1281186" y="1375730"/>
                  </a:lnTo>
                  <a:lnTo>
                    <a:pt x="1281205" y="1375735"/>
                  </a:lnTo>
                  <a:lnTo>
                    <a:pt x="1281218" y="1375739"/>
                  </a:lnTo>
                  <a:lnTo>
                    <a:pt x="1281226" y="1375744"/>
                  </a:lnTo>
                  <a:lnTo>
                    <a:pt x="1281235" y="1375751"/>
                  </a:lnTo>
                  <a:lnTo>
                    <a:pt x="1281241" y="1375755"/>
                  </a:lnTo>
                  <a:lnTo>
                    <a:pt x="1281247" y="1375757"/>
                  </a:lnTo>
                  <a:lnTo>
                    <a:pt x="1281260" y="1375758"/>
                  </a:lnTo>
                  <a:lnTo>
                    <a:pt x="1281270" y="1375757"/>
                  </a:lnTo>
                  <a:lnTo>
                    <a:pt x="1281274" y="1375755"/>
                  </a:lnTo>
                  <a:lnTo>
                    <a:pt x="1281283" y="1375750"/>
                  </a:lnTo>
                  <a:lnTo>
                    <a:pt x="1281287" y="1375745"/>
                  </a:lnTo>
                  <a:lnTo>
                    <a:pt x="1281292" y="1375743"/>
                  </a:lnTo>
                  <a:lnTo>
                    <a:pt x="1281296" y="1375740"/>
                  </a:lnTo>
                  <a:lnTo>
                    <a:pt x="1281307" y="1375728"/>
                  </a:lnTo>
                  <a:lnTo>
                    <a:pt x="1281315" y="1375720"/>
                  </a:lnTo>
                  <a:lnTo>
                    <a:pt x="1281316" y="1375715"/>
                  </a:lnTo>
                  <a:lnTo>
                    <a:pt x="1281313" y="1375709"/>
                  </a:lnTo>
                  <a:lnTo>
                    <a:pt x="1281311" y="1375701"/>
                  </a:lnTo>
                  <a:lnTo>
                    <a:pt x="1281308" y="1375690"/>
                  </a:lnTo>
                  <a:lnTo>
                    <a:pt x="1281302" y="1375676"/>
                  </a:lnTo>
                  <a:lnTo>
                    <a:pt x="1281299" y="1375666"/>
                  </a:lnTo>
                  <a:lnTo>
                    <a:pt x="1281299" y="1375660"/>
                  </a:lnTo>
                  <a:lnTo>
                    <a:pt x="1281303" y="1375656"/>
                  </a:lnTo>
                  <a:lnTo>
                    <a:pt x="1281307" y="1375653"/>
                  </a:lnTo>
                  <a:lnTo>
                    <a:pt x="1281317" y="1375649"/>
                  </a:lnTo>
                  <a:lnTo>
                    <a:pt x="1281320" y="1375641"/>
                  </a:lnTo>
                  <a:lnTo>
                    <a:pt x="1281321" y="1375628"/>
                  </a:lnTo>
                  <a:lnTo>
                    <a:pt x="1281319" y="1375596"/>
                  </a:lnTo>
                  <a:lnTo>
                    <a:pt x="1281318" y="1375583"/>
                  </a:lnTo>
                  <a:lnTo>
                    <a:pt x="1281317" y="1375569"/>
                  </a:lnTo>
                  <a:lnTo>
                    <a:pt x="1281316" y="1375553"/>
                  </a:lnTo>
                  <a:lnTo>
                    <a:pt x="1281305" y="1375545"/>
                  </a:lnTo>
                  <a:lnTo>
                    <a:pt x="1281298" y="1375540"/>
                  </a:lnTo>
                  <a:lnTo>
                    <a:pt x="1281288" y="1375530"/>
                  </a:lnTo>
                  <a:lnTo>
                    <a:pt x="1281280" y="1375523"/>
                  </a:lnTo>
                  <a:lnTo>
                    <a:pt x="1281275" y="1375503"/>
                  </a:lnTo>
                  <a:lnTo>
                    <a:pt x="1281269" y="1375490"/>
                  </a:lnTo>
                  <a:lnTo>
                    <a:pt x="1281259" y="1375468"/>
                  </a:lnTo>
                  <a:lnTo>
                    <a:pt x="1281252" y="1375462"/>
                  </a:lnTo>
                  <a:lnTo>
                    <a:pt x="1281241" y="1375450"/>
                  </a:lnTo>
                  <a:lnTo>
                    <a:pt x="1281235" y="1375435"/>
                  </a:lnTo>
                  <a:lnTo>
                    <a:pt x="1281230" y="1375421"/>
                  </a:lnTo>
                  <a:lnTo>
                    <a:pt x="1281222" y="1375406"/>
                  </a:lnTo>
                  <a:lnTo>
                    <a:pt x="1281207" y="1375395"/>
                  </a:lnTo>
                  <a:lnTo>
                    <a:pt x="1281202" y="1375389"/>
                  </a:lnTo>
                  <a:lnTo>
                    <a:pt x="1281198" y="1375383"/>
                  </a:lnTo>
                  <a:lnTo>
                    <a:pt x="1281194" y="1375374"/>
                  </a:lnTo>
                  <a:lnTo>
                    <a:pt x="1281190" y="1375371"/>
                  </a:lnTo>
                  <a:lnTo>
                    <a:pt x="1281186" y="1375369"/>
                  </a:lnTo>
                  <a:lnTo>
                    <a:pt x="1281168" y="1375368"/>
                  </a:lnTo>
                  <a:lnTo>
                    <a:pt x="1281159" y="1375369"/>
                  </a:lnTo>
                  <a:lnTo>
                    <a:pt x="1281152" y="1375371"/>
                  </a:lnTo>
                  <a:lnTo>
                    <a:pt x="1281142" y="1375373"/>
                  </a:lnTo>
                  <a:lnTo>
                    <a:pt x="1281126" y="1375373"/>
                  </a:lnTo>
                  <a:lnTo>
                    <a:pt x="1281111" y="1375370"/>
                  </a:lnTo>
                  <a:lnTo>
                    <a:pt x="1281106" y="1375368"/>
                  </a:lnTo>
                  <a:lnTo>
                    <a:pt x="1281092" y="1375362"/>
                  </a:lnTo>
                  <a:lnTo>
                    <a:pt x="1281069" y="1375352"/>
                  </a:lnTo>
                  <a:lnTo>
                    <a:pt x="1281068" y="1375366"/>
                  </a:lnTo>
                  <a:lnTo>
                    <a:pt x="1281066" y="1375375"/>
                  </a:lnTo>
                  <a:lnTo>
                    <a:pt x="1281062" y="1375385"/>
                  </a:lnTo>
                  <a:lnTo>
                    <a:pt x="1281054" y="1375394"/>
                  </a:lnTo>
                  <a:lnTo>
                    <a:pt x="1281046" y="1375404"/>
                  </a:lnTo>
                  <a:lnTo>
                    <a:pt x="1281036" y="1375415"/>
                  </a:lnTo>
                  <a:lnTo>
                    <a:pt x="1281027" y="1375421"/>
                  </a:lnTo>
                  <a:lnTo>
                    <a:pt x="1281022" y="1375423"/>
                  </a:lnTo>
                  <a:lnTo>
                    <a:pt x="1281016" y="1375425"/>
                  </a:lnTo>
                  <a:lnTo>
                    <a:pt x="1281009" y="1375425"/>
                  </a:lnTo>
                  <a:lnTo>
                    <a:pt x="1281003" y="1375425"/>
                  </a:lnTo>
                  <a:lnTo>
                    <a:pt x="1280979" y="1375423"/>
                  </a:lnTo>
                  <a:lnTo>
                    <a:pt x="1280966" y="1375422"/>
                  </a:lnTo>
                  <a:lnTo>
                    <a:pt x="1280953" y="1375421"/>
                  </a:lnTo>
                  <a:lnTo>
                    <a:pt x="1280939" y="1375423"/>
                  </a:lnTo>
                  <a:lnTo>
                    <a:pt x="1280917" y="1375432"/>
                  </a:lnTo>
                  <a:lnTo>
                    <a:pt x="1280914" y="1375434"/>
                  </a:lnTo>
                  <a:lnTo>
                    <a:pt x="1280898" y="1375443"/>
                  </a:lnTo>
                  <a:lnTo>
                    <a:pt x="1280874" y="1375448"/>
                  </a:lnTo>
                  <a:lnTo>
                    <a:pt x="1280854" y="1375450"/>
                  </a:lnTo>
                  <a:lnTo>
                    <a:pt x="1280838" y="1375452"/>
                  </a:lnTo>
                  <a:lnTo>
                    <a:pt x="1280824" y="1375450"/>
                  </a:lnTo>
                  <a:lnTo>
                    <a:pt x="1280812" y="1375445"/>
                  </a:lnTo>
                  <a:lnTo>
                    <a:pt x="1280795" y="1375435"/>
                  </a:lnTo>
                  <a:lnTo>
                    <a:pt x="1280784" y="1375428"/>
                  </a:lnTo>
                  <a:lnTo>
                    <a:pt x="1280778" y="1375426"/>
                  </a:lnTo>
                  <a:lnTo>
                    <a:pt x="1280771" y="1375423"/>
                  </a:lnTo>
                  <a:lnTo>
                    <a:pt x="1280767" y="1375421"/>
                  </a:lnTo>
                  <a:lnTo>
                    <a:pt x="1280763" y="1375415"/>
                  </a:lnTo>
                  <a:lnTo>
                    <a:pt x="1280755" y="1375400"/>
                  </a:lnTo>
                  <a:lnTo>
                    <a:pt x="1280752" y="1375391"/>
                  </a:lnTo>
                  <a:lnTo>
                    <a:pt x="1280748" y="1375380"/>
                  </a:lnTo>
                  <a:lnTo>
                    <a:pt x="1280747" y="1375369"/>
                  </a:lnTo>
                  <a:lnTo>
                    <a:pt x="1280745" y="1375353"/>
                  </a:lnTo>
                  <a:lnTo>
                    <a:pt x="1280744" y="1375337"/>
                  </a:lnTo>
                  <a:lnTo>
                    <a:pt x="1280742" y="1375329"/>
                  </a:lnTo>
                  <a:lnTo>
                    <a:pt x="1280738" y="1375324"/>
                  </a:lnTo>
                  <a:lnTo>
                    <a:pt x="1280732" y="1375325"/>
                  </a:lnTo>
                  <a:lnTo>
                    <a:pt x="1280727" y="1375327"/>
                  </a:lnTo>
                  <a:lnTo>
                    <a:pt x="1280718" y="1375328"/>
                  </a:lnTo>
                  <a:lnTo>
                    <a:pt x="1280705" y="1375330"/>
                  </a:lnTo>
                  <a:lnTo>
                    <a:pt x="1280694" y="1375332"/>
                  </a:lnTo>
                  <a:lnTo>
                    <a:pt x="1280685" y="1375333"/>
                  </a:lnTo>
                  <a:lnTo>
                    <a:pt x="1280670" y="1375335"/>
                  </a:lnTo>
                  <a:lnTo>
                    <a:pt x="1280663" y="1375336"/>
                  </a:lnTo>
                  <a:lnTo>
                    <a:pt x="1280651" y="1375338"/>
                  </a:lnTo>
                  <a:lnTo>
                    <a:pt x="1280642" y="1375342"/>
                  </a:lnTo>
                  <a:lnTo>
                    <a:pt x="1280633" y="1375346"/>
                  </a:lnTo>
                  <a:lnTo>
                    <a:pt x="1280619" y="1375347"/>
                  </a:lnTo>
                  <a:lnTo>
                    <a:pt x="1280603" y="1375348"/>
                  </a:lnTo>
                  <a:lnTo>
                    <a:pt x="1280593" y="1375346"/>
                  </a:lnTo>
                  <a:lnTo>
                    <a:pt x="1280578" y="1375342"/>
                  </a:lnTo>
                  <a:lnTo>
                    <a:pt x="1280567" y="1375338"/>
                  </a:lnTo>
                  <a:lnTo>
                    <a:pt x="1280554" y="1375334"/>
                  </a:lnTo>
                  <a:lnTo>
                    <a:pt x="1280548" y="1375332"/>
                  </a:lnTo>
                  <a:lnTo>
                    <a:pt x="1280543" y="1375330"/>
                  </a:lnTo>
                  <a:lnTo>
                    <a:pt x="1280535" y="1375326"/>
                  </a:lnTo>
                  <a:lnTo>
                    <a:pt x="1280531" y="1375323"/>
                  </a:lnTo>
                  <a:lnTo>
                    <a:pt x="1280527" y="1375316"/>
                  </a:lnTo>
                  <a:lnTo>
                    <a:pt x="1280517" y="1375293"/>
                  </a:lnTo>
                  <a:lnTo>
                    <a:pt x="1280511" y="1375281"/>
                  </a:lnTo>
                  <a:lnTo>
                    <a:pt x="1280510" y="1375275"/>
                  </a:lnTo>
                  <a:lnTo>
                    <a:pt x="1280509" y="1375261"/>
                  </a:lnTo>
                  <a:lnTo>
                    <a:pt x="1280506" y="1375242"/>
                  </a:lnTo>
                  <a:lnTo>
                    <a:pt x="1280504" y="1375234"/>
                  </a:lnTo>
                  <a:lnTo>
                    <a:pt x="1280503" y="1375228"/>
                  </a:lnTo>
                  <a:lnTo>
                    <a:pt x="1280501" y="1375220"/>
                  </a:lnTo>
                  <a:lnTo>
                    <a:pt x="1280496" y="1375217"/>
                  </a:lnTo>
                  <a:lnTo>
                    <a:pt x="1280486" y="1375214"/>
                  </a:lnTo>
                  <a:lnTo>
                    <a:pt x="1280471" y="1375211"/>
                  </a:lnTo>
                  <a:lnTo>
                    <a:pt x="1280455" y="1375208"/>
                  </a:lnTo>
                  <a:lnTo>
                    <a:pt x="1280447" y="1375205"/>
                  </a:lnTo>
                  <a:lnTo>
                    <a:pt x="1280441" y="1375201"/>
                  </a:lnTo>
                  <a:lnTo>
                    <a:pt x="1280436" y="1375196"/>
                  </a:lnTo>
                  <a:lnTo>
                    <a:pt x="1280432" y="1375186"/>
                  </a:lnTo>
                  <a:lnTo>
                    <a:pt x="1280432" y="1375177"/>
                  </a:lnTo>
                  <a:lnTo>
                    <a:pt x="1280430" y="1375168"/>
                  </a:lnTo>
                  <a:lnTo>
                    <a:pt x="1280428" y="1375160"/>
                  </a:lnTo>
                  <a:lnTo>
                    <a:pt x="1280421" y="1375150"/>
                  </a:lnTo>
                  <a:lnTo>
                    <a:pt x="1280416" y="1375145"/>
                  </a:lnTo>
                  <a:lnTo>
                    <a:pt x="1280407" y="1375138"/>
                  </a:lnTo>
                  <a:lnTo>
                    <a:pt x="1280399" y="1375135"/>
                  </a:lnTo>
                  <a:lnTo>
                    <a:pt x="1280394" y="1375134"/>
                  </a:lnTo>
                  <a:lnTo>
                    <a:pt x="1280385" y="1375133"/>
                  </a:lnTo>
                  <a:lnTo>
                    <a:pt x="1280378" y="1375132"/>
                  </a:lnTo>
                  <a:lnTo>
                    <a:pt x="1280373" y="1375132"/>
                  </a:lnTo>
                  <a:lnTo>
                    <a:pt x="1280359" y="1375131"/>
                  </a:lnTo>
                  <a:lnTo>
                    <a:pt x="1280347" y="1375131"/>
                  </a:lnTo>
                  <a:lnTo>
                    <a:pt x="1280338" y="1375131"/>
                  </a:lnTo>
                  <a:lnTo>
                    <a:pt x="1280332" y="1375130"/>
                  </a:lnTo>
                  <a:lnTo>
                    <a:pt x="1280327" y="1375128"/>
                  </a:lnTo>
                  <a:lnTo>
                    <a:pt x="1280316" y="1375119"/>
                  </a:lnTo>
                  <a:lnTo>
                    <a:pt x="1280310" y="1375112"/>
                  </a:lnTo>
                  <a:lnTo>
                    <a:pt x="1280303" y="1375104"/>
                  </a:lnTo>
                  <a:lnTo>
                    <a:pt x="1280297" y="1375095"/>
                  </a:lnTo>
                  <a:lnTo>
                    <a:pt x="1280292" y="1375090"/>
                  </a:lnTo>
                  <a:lnTo>
                    <a:pt x="1280289" y="1375087"/>
                  </a:lnTo>
                  <a:lnTo>
                    <a:pt x="1280281" y="1375089"/>
                  </a:lnTo>
                  <a:lnTo>
                    <a:pt x="1280277" y="1375090"/>
                  </a:lnTo>
                  <a:lnTo>
                    <a:pt x="1280269" y="1375092"/>
                  </a:lnTo>
                  <a:lnTo>
                    <a:pt x="1280258" y="1375095"/>
                  </a:lnTo>
                  <a:lnTo>
                    <a:pt x="1280248" y="1375094"/>
                  </a:lnTo>
                  <a:lnTo>
                    <a:pt x="1280240" y="1375092"/>
                  </a:lnTo>
                  <a:lnTo>
                    <a:pt x="1280233" y="1375088"/>
                  </a:lnTo>
                  <a:lnTo>
                    <a:pt x="1280229" y="1375080"/>
                  </a:lnTo>
                  <a:lnTo>
                    <a:pt x="1280227" y="1375069"/>
                  </a:lnTo>
                  <a:lnTo>
                    <a:pt x="1280226" y="1375049"/>
                  </a:lnTo>
                  <a:lnTo>
                    <a:pt x="1280226" y="1375032"/>
                  </a:lnTo>
                  <a:lnTo>
                    <a:pt x="1280227" y="1375016"/>
                  </a:lnTo>
                  <a:lnTo>
                    <a:pt x="1280230" y="1374996"/>
                  </a:lnTo>
                  <a:lnTo>
                    <a:pt x="1280230" y="1374991"/>
                  </a:lnTo>
                  <a:lnTo>
                    <a:pt x="1280234" y="1374965"/>
                  </a:lnTo>
                  <a:lnTo>
                    <a:pt x="1280235" y="1374960"/>
                  </a:lnTo>
                  <a:lnTo>
                    <a:pt x="1280238" y="1374946"/>
                  </a:lnTo>
                  <a:lnTo>
                    <a:pt x="1280239" y="1374938"/>
                  </a:lnTo>
                  <a:lnTo>
                    <a:pt x="1280240" y="1374933"/>
                  </a:lnTo>
                  <a:lnTo>
                    <a:pt x="1280241" y="1374925"/>
                  </a:lnTo>
                  <a:lnTo>
                    <a:pt x="1280243" y="1374904"/>
                  </a:lnTo>
                  <a:lnTo>
                    <a:pt x="1280244" y="1374893"/>
                  </a:lnTo>
                  <a:lnTo>
                    <a:pt x="1280246" y="1374885"/>
                  </a:lnTo>
                  <a:lnTo>
                    <a:pt x="1280249" y="1374878"/>
                  </a:lnTo>
                  <a:lnTo>
                    <a:pt x="1280254" y="1374872"/>
                  </a:lnTo>
                  <a:lnTo>
                    <a:pt x="1280254" y="1374867"/>
                  </a:lnTo>
                  <a:lnTo>
                    <a:pt x="1280251" y="1374860"/>
                  </a:lnTo>
                  <a:lnTo>
                    <a:pt x="1280248" y="1374855"/>
                  </a:lnTo>
                  <a:lnTo>
                    <a:pt x="1280245" y="1374851"/>
                  </a:lnTo>
                  <a:lnTo>
                    <a:pt x="1280241" y="1374841"/>
                  </a:lnTo>
                  <a:lnTo>
                    <a:pt x="1280238" y="1374835"/>
                  </a:lnTo>
                  <a:lnTo>
                    <a:pt x="1280233" y="1374829"/>
                  </a:lnTo>
                  <a:lnTo>
                    <a:pt x="1280224" y="1374822"/>
                  </a:lnTo>
                  <a:lnTo>
                    <a:pt x="1280209" y="1374816"/>
                  </a:lnTo>
                  <a:lnTo>
                    <a:pt x="1280197" y="1374813"/>
                  </a:lnTo>
                  <a:lnTo>
                    <a:pt x="1280193" y="1374812"/>
                  </a:lnTo>
                  <a:lnTo>
                    <a:pt x="1280181" y="1374811"/>
                  </a:lnTo>
                  <a:lnTo>
                    <a:pt x="1280176" y="1374810"/>
                  </a:lnTo>
                  <a:lnTo>
                    <a:pt x="1280171" y="1374810"/>
                  </a:lnTo>
                  <a:lnTo>
                    <a:pt x="1280165" y="1374808"/>
                  </a:lnTo>
                  <a:lnTo>
                    <a:pt x="1280162" y="1374803"/>
                  </a:lnTo>
                  <a:lnTo>
                    <a:pt x="1280162" y="1374795"/>
                  </a:lnTo>
                  <a:lnTo>
                    <a:pt x="1280162" y="1374785"/>
                  </a:lnTo>
                  <a:lnTo>
                    <a:pt x="1280162" y="1374764"/>
                  </a:lnTo>
                  <a:lnTo>
                    <a:pt x="1280161" y="1374750"/>
                  </a:lnTo>
                  <a:lnTo>
                    <a:pt x="1280158" y="1374738"/>
                  </a:lnTo>
                  <a:lnTo>
                    <a:pt x="1280157" y="1374727"/>
                  </a:lnTo>
                  <a:lnTo>
                    <a:pt x="1280157" y="1374718"/>
                  </a:lnTo>
                  <a:lnTo>
                    <a:pt x="1280158" y="1374709"/>
                  </a:lnTo>
                  <a:lnTo>
                    <a:pt x="1280159" y="1374698"/>
                  </a:lnTo>
                  <a:lnTo>
                    <a:pt x="1280161" y="1374685"/>
                  </a:lnTo>
                  <a:lnTo>
                    <a:pt x="1280161" y="1374678"/>
                  </a:lnTo>
                  <a:lnTo>
                    <a:pt x="1280160" y="1374671"/>
                  </a:lnTo>
                  <a:lnTo>
                    <a:pt x="1280159" y="1374666"/>
                  </a:lnTo>
                  <a:lnTo>
                    <a:pt x="1280142" y="1374660"/>
                  </a:lnTo>
                  <a:lnTo>
                    <a:pt x="1280130" y="1374655"/>
                  </a:lnTo>
                  <a:lnTo>
                    <a:pt x="1280120" y="1374647"/>
                  </a:lnTo>
                  <a:lnTo>
                    <a:pt x="1280113" y="1374642"/>
                  </a:lnTo>
                  <a:lnTo>
                    <a:pt x="1280105" y="1374628"/>
                  </a:lnTo>
                  <a:lnTo>
                    <a:pt x="1280098" y="1374618"/>
                  </a:lnTo>
                  <a:lnTo>
                    <a:pt x="1280086" y="1374613"/>
                  </a:lnTo>
                  <a:lnTo>
                    <a:pt x="1280073" y="1374611"/>
                  </a:lnTo>
                  <a:lnTo>
                    <a:pt x="1280055" y="1374611"/>
                  </a:lnTo>
                  <a:lnTo>
                    <a:pt x="1280043" y="1374607"/>
                  </a:lnTo>
                  <a:lnTo>
                    <a:pt x="1280034" y="1374601"/>
                  </a:lnTo>
                  <a:lnTo>
                    <a:pt x="1280028" y="1374592"/>
                  </a:lnTo>
                  <a:lnTo>
                    <a:pt x="1280021" y="1374584"/>
                  </a:lnTo>
                  <a:lnTo>
                    <a:pt x="1280014" y="1374573"/>
                  </a:lnTo>
                  <a:lnTo>
                    <a:pt x="1280007" y="1374563"/>
                  </a:lnTo>
                  <a:lnTo>
                    <a:pt x="1279994" y="1374541"/>
                  </a:lnTo>
                  <a:lnTo>
                    <a:pt x="1279984" y="1374531"/>
                  </a:lnTo>
                  <a:lnTo>
                    <a:pt x="1279973" y="1374522"/>
                  </a:lnTo>
                  <a:lnTo>
                    <a:pt x="1279966" y="1374516"/>
                  </a:lnTo>
                  <a:lnTo>
                    <a:pt x="1279959" y="1374504"/>
                  </a:lnTo>
                  <a:lnTo>
                    <a:pt x="1279954" y="1374485"/>
                  </a:lnTo>
                  <a:lnTo>
                    <a:pt x="1279947" y="1374459"/>
                  </a:lnTo>
                  <a:lnTo>
                    <a:pt x="1279937" y="1374441"/>
                  </a:lnTo>
                  <a:lnTo>
                    <a:pt x="1279926" y="1374428"/>
                  </a:lnTo>
                  <a:lnTo>
                    <a:pt x="1279913" y="1374413"/>
                  </a:lnTo>
                  <a:lnTo>
                    <a:pt x="1279907" y="1374402"/>
                  </a:lnTo>
                  <a:lnTo>
                    <a:pt x="1279904" y="1374389"/>
                  </a:lnTo>
                  <a:lnTo>
                    <a:pt x="1279901" y="1374372"/>
                  </a:lnTo>
                  <a:lnTo>
                    <a:pt x="1279908" y="1374371"/>
                  </a:lnTo>
                  <a:lnTo>
                    <a:pt x="1279914" y="1374369"/>
                  </a:lnTo>
                  <a:lnTo>
                    <a:pt x="1279918" y="1374369"/>
                  </a:lnTo>
                  <a:lnTo>
                    <a:pt x="1279925" y="1374367"/>
                  </a:lnTo>
                  <a:lnTo>
                    <a:pt x="1279936" y="1374366"/>
                  </a:lnTo>
                  <a:lnTo>
                    <a:pt x="1279947" y="1374364"/>
                  </a:lnTo>
                  <a:lnTo>
                    <a:pt x="1279956" y="1374364"/>
                  </a:lnTo>
                  <a:lnTo>
                    <a:pt x="1279966" y="1374365"/>
                  </a:lnTo>
                  <a:lnTo>
                    <a:pt x="1279980" y="1374368"/>
                  </a:lnTo>
                  <a:lnTo>
                    <a:pt x="1279999" y="1374373"/>
                  </a:lnTo>
                  <a:lnTo>
                    <a:pt x="1280012" y="1374378"/>
                  </a:lnTo>
                  <a:lnTo>
                    <a:pt x="1280023" y="1374379"/>
                  </a:lnTo>
                  <a:lnTo>
                    <a:pt x="1280029" y="1374378"/>
                  </a:lnTo>
                  <a:lnTo>
                    <a:pt x="1280077" y="1374342"/>
                  </a:lnTo>
                  <a:lnTo>
                    <a:pt x="1280085" y="1374335"/>
                  </a:lnTo>
                  <a:lnTo>
                    <a:pt x="1280094" y="1374329"/>
                  </a:lnTo>
                  <a:lnTo>
                    <a:pt x="1280100" y="1374323"/>
                  </a:lnTo>
                  <a:lnTo>
                    <a:pt x="1280106" y="1374317"/>
                  </a:lnTo>
                  <a:lnTo>
                    <a:pt x="1280113" y="1374309"/>
                  </a:lnTo>
                  <a:lnTo>
                    <a:pt x="1280123" y="1374298"/>
                  </a:lnTo>
                  <a:lnTo>
                    <a:pt x="1280131" y="1374291"/>
                  </a:lnTo>
                  <a:lnTo>
                    <a:pt x="1280134" y="1374287"/>
                  </a:lnTo>
                  <a:lnTo>
                    <a:pt x="1280138" y="1374281"/>
                  </a:lnTo>
                  <a:lnTo>
                    <a:pt x="1280144" y="1374270"/>
                  </a:lnTo>
                  <a:lnTo>
                    <a:pt x="1280146" y="1374263"/>
                  </a:lnTo>
                  <a:lnTo>
                    <a:pt x="1280150" y="1374254"/>
                  </a:lnTo>
                  <a:lnTo>
                    <a:pt x="1280153" y="1374245"/>
                  </a:lnTo>
                  <a:lnTo>
                    <a:pt x="1280157" y="1374232"/>
                  </a:lnTo>
                  <a:lnTo>
                    <a:pt x="1280159" y="1374219"/>
                  </a:lnTo>
                  <a:lnTo>
                    <a:pt x="1280163" y="1374210"/>
                  </a:lnTo>
                  <a:lnTo>
                    <a:pt x="1280167" y="1374201"/>
                  </a:lnTo>
                  <a:lnTo>
                    <a:pt x="1280170" y="1374195"/>
                  </a:lnTo>
                  <a:lnTo>
                    <a:pt x="1280174" y="1374189"/>
                  </a:lnTo>
                  <a:lnTo>
                    <a:pt x="1280182" y="1374184"/>
                  </a:lnTo>
                  <a:lnTo>
                    <a:pt x="1280188" y="1374181"/>
                  </a:lnTo>
                  <a:lnTo>
                    <a:pt x="1280193" y="1374176"/>
                  </a:lnTo>
                  <a:lnTo>
                    <a:pt x="1280200" y="1374165"/>
                  </a:lnTo>
                  <a:lnTo>
                    <a:pt x="1280205" y="1374156"/>
                  </a:lnTo>
                  <a:lnTo>
                    <a:pt x="1280210" y="1374148"/>
                  </a:lnTo>
                  <a:lnTo>
                    <a:pt x="1280212" y="1374138"/>
                  </a:lnTo>
                  <a:lnTo>
                    <a:pt x="1280215" y="1374130"/>
                  </a:lnTo>
                  <a:lnTo>
                    <a:pt x="1280217" y="1374125"/>
                  </a:lnTo>
                  <a:lnTo>
                    <a:pt x="1280220" y="1374120"/>
                  </a:lnTo>
                  <a:lnTo>
                    <a:pt x="1280224" y="1374116"/>
                  </a:lnTo>
                  <a:lnTo>
                    <a:pt x="1280231" y="1374112"/>
                  </a:lnTo>
                  <a:lnTo>
                    <a:pt x="1280236" y="1374107"/>
                  </a:lnTo>
                  <a:lnTo>
                    <a:pt x="1280238" y="1374100"/>
                  </a:lnTo>
                  <a:lnTo>
                    <a:pt x="1280241" y="1374091"/>
                  </a:lnTo>
                  <a:lnTo>
                    <a:pt x="1280246" y="1374082"/>
                  </a:lnTo>
                  <a:lnTo>
                    <a:pt x="1280253" y="1374070"/>
                  </a:lnTo>
                  <a:lnTo>
                    <a:pt x="1280259" y="1374057"/>
                  </a:lnTo>
                  <a:lnTo>
                    <a:pt x="1280263" y="1374052"/>
                  </a:lnTo>
                  <a:lnTo>
                    <a:pt x="1280266" y="1374047"/>
                  </a:lnTo>
                  <a:lnTo>
                    <a:pt x="1280272" y="1374041"/>
                  </a:lnTo>
                  <a:lnTo>
                    <a:pt x="1280278" y="1374036"/>
                  </a:lnTo>
                  <a:lnTo>
                    <a:pt x="1280280" y="1374032"/>
                  </a:lnTo>
                  <a:lnTo>
                    <a:pt x="1280282" y="1374026"/>
                  </a:lnTo>
                  <a:lnTo>
                    <a:pt x="1280283" y="1374010"/>
                  </a:lnTo>
                  <a:lnTo>
                    <a:pt x="1280286" y="1373998"/>
                  </a:lnTo>
                  <a:lnTo>
                    <a:pt x="1280290" y="1373988"/>
                  </a:lnTo>
                  <a:lnTo>
                    <a:pt x="1280292" y="1373978"/>
                  </a:lnTo>
                  <a:lnTo>
                    <a:pt x="1280296" y="1373969"/>
                  </a:lnTo>
                  <a:lnTo>
                    <a:pt x="1280302" y="1373962"/>
                  </a:lnTo>
                  <a:lnTo>
                    <a:pt x="1280307" y="1373957"/>
                  </a:lnTo>
                  <a:lnTo>
                    <a:pt x="1280309" y="1373952"/>
                  </a:lnTo>
                  <a:lnTo>
                    <a:pt x="1280306" y="1373945"/>
                  </a:lnTo>
                  <a:lnTo>
                    <a:pt x="1280305" y="1373939"/>
                  </a:lnTo>
                  <a:lnTo>
                    <a:pt x="1280304" y="1373929"/>
                  </a:lnTo>
                  <a:lnTo>
                    <a:pt x="1280305" y="1373921"/>
                  </a:lnTo>
                  <a:lnTo>
                    <a:pt x="1280307" y="1373915"/>
                  </a:lnTo>
                  <a:lnTo>
                    <a:pt x="1280308" y="1373907"/>
                  </a:lnTo>
                  <a:lnTo>
                    <a:pt x="1280309" y="1373896"/>
                  </a:lnTo>
                  <a:lnTo>
                    <a:pt x="1280311" y="1373888"/>
                  </a:lnTo>
                  <a:lnTo>
                    <a:pt x="1280313" y="1373884"/>
                  </a:lnTo>
                  <a:lnTo>
                    <a:pt x="1280315" y="1373875"/>
                  </a:lnTo>
                  <a:lnTo>
                    <a:pt x="1280318" y="1373863"/>
                  </a:lnTo>
                  <a:lnTo>
                    <a:pt x="1280318" y="1373857"/>
                  </a:lnTo>
                  <a:lnTo>
                    <a:pt x="1280319" y="1373848"/>
                  </a:lnTo>
                  <a:lnTo>
                    <a:pt x="1280322" y="1373841"/>
                  </a:lnTo>
                  <a:lnTo>
                    <a:pt x="1280325" y="1373835"/>
                  </a:lnTo>
                  <a:lnTo>
                    <a:pt x="1280325" y="1373831"/>
                  </a:lnTo>
                  <a:lnTo>
                    <a:pt x="1280324" y="1373826"/>
                  </a:lnTo>
                  <a:lnTo>
                    <a:pt x="1280322" y="1373822"/>
                  </a:lnTo>
                  <a:lnTo>
                    <a:pt x="1280321" y="1373812"/>
                  </a:lnTo>
                  <a:lnTo>
                    <a:pt x="1280321" y="1373805"/>
                  </a:lnTo>
                  <a:lnTo>
                    <a:pt x="1280322" y="1373799"/>
                  </a:lnTo>
                  <a:lnTo>
                    <a:pt x="1280323" y="1373791"/>
                  </a:lnTo>
                  <a:lnTo>
                    <a:pt x="1280325" y="1373785"/>
                  </a:lnTo>
                  <a:lnTo>
                    <a:pt x="1280328" y="1373772"/>
                  </a:lnTo>
                  <a:lnTo>
                    <a:pt x="1280328" y="1373758"/>
                  </a:lnTo>
                  <a:lnTo>
                    <a:pt x="1280329" y="1373745"/>
                  </a:lnTo>
                  <a:lnTo>
                    <a:pt x="1280331" y="1373733"/>
                  </a:lnTo>
                  <a:lnTo>
                    <a:pt x="1280334" y="1373717"/>
                  </a:lnTo>
                  <a:lnTo>
                    <a:pt x="1280334" y="1373707"/>
                  </a:lnTo>
                  <a:lnTo>
                    <a:pt x="1280332" y="1373698"/>
                  </a:lnTo>
                  <a:lnTo>
                    <a:pt x="1280331" y="1373693"/>
                  </a:lnTo>
                  <a:lnTo>
                    <a:pt x="1280328" y="1373685"/>
                  </a:lnTo>
                  <a:lnTo>
                    <a:pt x="1280325" y="1373675"/>
                  </a:lnTo>
                  <a:lnTo>
                    <a:pt x="1280322" y="1373668"/>
                  </a:lnTo>
                  <a:lnTo>
                    <a:pt x="1280319" y="1373660"/>
                  </a:lnTo>
                  <a:lnTo>
                    <a:pt x="1280317" y="1373652"/>
                  </a:lnTo>
                  <a:lnTo>
                    <a:pt x="1280314" y="1373647"/>
                  </a:lnTo>
                  <a:lnTo>
                    <a:pt x="1280310" y="1373642"/>
                  </a:lnTo>
                  <a:lnTo>
                    <a:pt x="1280298" y="1373633"/>
                  </a:lnTo>
                  <a:lnTo>
                    <a:pt x="1280288" y="1373624"/>
                  </a:lnTo>
                  <a:lnTo>
                    <a:pt x="1280269" y="1373611"/>
                  </a:lnTo>
                  <a:lnTo>
                    <a:pt x="1280261" y="1373606"/>
                  </a:lnTo>
                  <a:lnTo>
                    <a:pt x="1280253" y="1373600"/>
                  </a:lnTo>
                  <a:lnTo>
                    <a:pt x="1280248" y="1373596"/>
                  </a:lnTo>
                  <a:lnTo>
                    <a:pt x="1280244" y="1373593"/>
                  </a:lnTo>
                  <a:lnTo>
                    <a:pt x="1280240" y="1373590"/>
                  </a:lnTo>
                  <a:lnTo>
                    <a:pt x="1280235" y="1373583"/>
                  </a:lnTo>
                  <a:lnTo>
                    <a:pt x="1280232" y="1373578"/>
                  </a:lnTo>
                  <a:lnTo>
                    <a:pt x="1280229" y="1373572"/>
                  </a:lnTo>
                  <a:lnTo>
                    <a:pt x="1280237" y="1373546"/>
                  </a:lnTo>
                  <a:lnTo>
                    <a:pt x="1280243" y="1373549"/>
                  </a:lnTo>
                  <a:lnTo>
                    <a:pt x="1280253" y="1373552"/>
                  </a:lnTo>
                  <a:lnTo>
                    <a:pt x="1280262" y="1373552"/>
                  </a:lnTo>
                  <a:lnTo>
                    <a:pt x="1280282" y="1373562"/>
                  </a:lnTo>
                  <a:lnTo>
                    <a:pt x="1280340" y="1373585"/>
                  </a:lnTo>
                  <a:lnTo>
                    <a:pt x="1280351" y="1373588"/>
                  </a:lnTo>
                  <a:lnTo>
                    <a:pt x="1280360" y="1373592"/>
                  </a:lnTo>
                  <a:lnTo>
                    <a:pt x="1280385" y="1373601"/>
                  </a:lnTo>
                  <a:lnTo>
                    <a:pt x="1280401" y="1373603"/>
                  </a:lnTo>
                  <a:lnTo>
                    <a:pt x="1280423" y="1373604"/>
                  </a:lnTo>
                  <a:lnTo>
                    <a:pt x="1280448" y="1373608"/>
                  </a:lnTo>
                  <a:lnTo>
                    <a:pt x="1280481" y="1373618"/>
                  </a:lnTo>
                  <a:lnTo>
                    <a:pt x="1280488" y="1373622"/>
                  </a:lnTo>
                  <a:lnTo>
                    <a:pt x="1280492" y="1373624"/>
                  </a:lnTo>
                  <a:lnTo>
                    <a:pt x="1280505" y="1373631"/>
                  </a:lnTo>
                  <a:lnTo>
                    <a:pt x="1280511" y="1373633"/>
                  </a:lnTo>
                  <a:lnTo>
                    <a:pt x="1280524" y="1373642"/>
                  </a:lnTo>
                  <a:lnTo>
                    <a:pt x="1280537" y="1373648"/>
                  </a:lnTo>
                  <a:lnTo>
                    <a:pt x="1280550" y="1373652"/>
                  </a:lnTo>
                  <a:lnTo>
                    <a:pt x="1280562" y="1373654"/>
                  </a:lnTo>
                  <a:lnTo>
                    <a:pt x="1280576" y="1373654"/>
                  </a:lnTo>
                  <a:lnTo>
                    <a:pt x="1280600" y="1373652"/>
                  </a:lnTo>
                  <a:lnTo>
                    <a:pt x="1280637" y="1373641"/>
                  </a:lnTo>
                  <a:lnTo>
                    <a:pt x="1280679" y="1373629"/>
                  </a:lnTo>
                  <a:lnTo>
                    <a:pt x="1280757" y="1373599"/>
                  </a:lnTo>
                  <a:lnTo>
                    <a:pt x="1280778" y="1373591"/>
                  </a:lnTo>
                  <a:lnTo>
                    <a:pt x="1280800" y="1373583"/>
                  </a:lnTo>
                  <a:lnTo>
                    <a:pt x="1280832" y="1373566"/>
                  </a:lnTo>
                  <a:lnTo>
                    <a:pt x="1280859" y="1373551"/>
                  </a:lnTo>
                  <a:lnTo>
                    <a:pt x="1280889" y="1373523"/>
                  </a:lnTo>
                  <a:lnTo>
                    <a:pt x="1280912" y="1373499"/>
                  </a:lnTo>
                  <a:lnTo>
                    <a:pt x="1280937" y="1373474"/>
                  </a:lnTo>
                  <a:lnTo>
                    <a:pt x="1280975" y="1373429"/>
                  </a:lnTo>
                  <a:lnTo>
                    <a:pt x="1280988" y="1373409"/>
                  </a:lnTo>
                  <a:lnTo>
                    <a:pt x="1280991" y="1373404"/>
                  </a:lnTo>
                  <a:lnTo>
                    <a:pt x="1281009" y="1373370"/>
                  </a:lnTo>
                  <a:lnTo>
                    <a:pt x="1281015" y="1373358"/>
                  </a:lnTo>
                  <a:lnTo>
                    <a:pt x="1281020" y="1373349"/>
                  </a:lnTo>
                  <a:lnTo>
                    <a:pt x="1281022" y="1373342"/>
                  </a:lnTo>
                  <a:lnTo>
                    <a:pt x="1281025" y="1373324"/>
                  </a:lnTo>
                  <a:lnTo>
                    <a:pt x="1281030" y="1373292"/>
                  </a:lnTo>
                  <a:lnTo>
                    <a:pt x="1281031" y="1373272"/>
                  </a:lnTo>
                  <a:lnTo>
                    <a:pt x="1281028" y="1373247"/>
                  </a:lnTo>
                  <a:lnTo>
                    <a:pt x="1281028" y="1373241"/>
                  </a:lnTo>
                  <a:lnTo>
                    <a:pt x="1281026" y="1373232"/>
                  </a:lnTo>
                  <a:lnTo>
                    <a:pt x="1281024" y="1373212"/>
                  </a:lnTo>
                  <a:lnTo>
                    <a:pt x="1281017" y="1373157"/>
                  </a:lnTo>
                  <a:lnTo>
                    <a:pt x="1281011" y="1373122"/>
                  </a:lnTo>
                  <a:lnTo>
                    <a:pt x="1281012" y="1373094"/>
                  </a:lnTo>
                  <a:lnTo>
                    <a:pt x="1281011" y="1373066"/>
                  </a:lnTo>
                  <a:lnTo>
                    <a:pt x="1281013" y="1373054"/>
                  </a:lnTo>
                  <a:lnTo>
                    <a:pt x="1281014" y="1373041"/>
                  </a:lnTo>
                  <a:lnTo>
                    <a:pt x="1281015" y="1373036"/>
                  </a:lnTo>
                  <a:lnTo>
                    <a:pt x="1281019" y="1373003"/>
                  </a:lnTo>
                  <a:lnTo>
                    <a:pt x="1281025" y="1372971"/>
                  </a:lnTo>
                  <a:lnTo>
                    <a:pt x="1281028" y="1372967"/>
                  </a:lnTo>
                  <a:lnTo>
                    <a:pt x="1281038" y="1372952"/>
                  </a:lnTo>
                  <a:lnTo>
                    <a:pt x="1281052" y="1372942"/>
                  </a:lnTo>
                  <a:lnTo>
                    <a:pt x="1281079" y="1372936"/>
                  </a:lnTo>
                  <a:lnTo>
                    <a:pt x="1281090" y="1372934"/>
                  </a:lnTo>
                  <a:lnTo>
                    <a:pt x="1281125" y="1372930"/>
                  </a:lnTo>
                  <a:lnTo>
                    <a:pt x="1281151" y="1372929"/>
                  </a:lnTo>
                  <a:lnTo>
                    <a:pt x="1281155" y="1372923"/>
                  </a:lnTo>
                  <a:lnTo>
                    <a:pt x="1281159" y="1372900"/>
                  </a:lnTo>
                  <a:lnTo>
                    <a:pt x="1281161" y="1372877"/>
                  </a:lnTo>
                  <a:lnTo>
                    <a:pt x="1281169" y="1372787"/>
                  </a:lnTo>
                  <a:lnTo>
                    <a:pt x="1281162" y="1372788"/>
                  </a:lnTo>
                  <a:lnTo>
                    <a:pt x="1281151" y="1372789"/>
                  </a:lnTo>
                  <a:lnTo>
                    <a:pt x="1281134" y="1372790"/>
                  </a:lnTo>
                  <a:lnTo>
                    <a:pt x="1281115" y="1372791"/>
                  </a:lnTo>
                  <a:lnTo>
                    <a:pt x="1281107" y="1372792"/>
                  </a:lnTo>
                  <a:lnTo>
                    <a:pt x="1281101" y="1372792"/>
                  </a:lnTo>
                  <a:lnTo>
                    <a:pt x="1281094" y="1372790"/>
                  </a:lnTo>
                  <a:lnTo>
                    <a:pt x="1281086" y="1372787"/>
                  </a:lnTo>
                  <a:lnTo>
                    <a:pt x="1281080" y="1372785"/>
                  </a:lnTo>
                  <a:lnTo>
                    <a:pt x="1281073" y="1372780"/>
                  </a:lnTo>
                  <a:lnTo>
                    <a:pt x="1281067" y="1372776"/>
                  </a:lnTo>
                  <a:lnTo>
                    <a:pt x="1281059" y="1372772"/>
                  </a:lnTo>
                  <a:lnTo>
                    <a:pt x="1281050" y="1372766"/>
                  </a:lnTo>
                  <a:lnTo>
                    <a:pt x="1281045" y="1372759"/>
                  </a:lnTo>
                  <a:lnTo>
                    <a:pt x="1281040" y="1372752"/>
                  </a:lnTo>
                  <a:lnTo>
                    <a:pt x="1281034" y="1372745"/>
                  </a:lnTo>
                  <a:lnTo>
                    <a:pt x="1281031" y="1372740"/>
                  </a:lnTo>
                  <a:lnTo>
                    <a:pt x="1281028" y="1372735"/>
                  </a:lnTo>
                  <a:lnTo>
                    <a:pt x="1281022" y="1372722"/>
                  </a:lnTo>
                  <a:lnTo>
                    <a:pt x="1281020" y="1372706"/>
                  </a:lnTo>
                  <a:lnTo>
                    <a:pt x="1281021" y="1372696"/>
                  </a:lnTo>
                  <a:lnTo>
                    <a:pt x="1281021" y="1372687"/>
                  </a:lnTo>
                  <a:lnTo>
                    <a:pt x="1281022" y="1372680"/>
                  </a:lnTo>
                  <a:lnTo>
                    <a:pt x="1281022" y="1372670"/>
                  </a:lnTo>
                  <a:lnTo>
                    <a:pt x="1281020" y="1372661"/>
                  </a:lnTo>
                  <a:lnTo>
                    <a:pt x="1281014" y="1372653"/>
                  </a:lnTo>
                  <a:lnTo>
                    <a:pt x="1281007" y="1372646"/>
                  </a:lnTo>
                  <a:lnTo>
                    <a:pt x="1281002" y="1372637"/>
                  </a:lnTo>
                  <a:lnTo>
                    <a:pt x="1280999" y="1372619"/>
                  </a:lnTo>
                  <a:lnTo>
                    <a:pt x="1280996" y="1372604"/>
                  </a:lnTo>
                  <a:lnTo>
                    <a:pt x="1280986" y="1372575"/>
                  </a:lnTo>
                  <a:lnTo>
                    <a:pt x="1280975" y="1372558"/>
                  </a:lnTo>
                  <a:lnTo>
                    <a:pt x="1280965" y="1372551"/>
                  </a:lnTo>
                  <a:lnTo>
                    <a:pt x="1280949" y="1372538"/>
                  </a:lnTo>
                  <a:lnTo>
                    <a:pt x="1280945" y="1372529"/>
                  </a:lnTo>
                  <a:lnTo>
                    <a:pt x="1280944" y="1372518"/>
                  </a:lnTo>
                  <a:lnTo>
                    <a:pt x="1280942" y="1372499"/>
                  </a:lnTo>
                  <a:lnTo>
                    <a:pt x="1280941" y="1372483"/>
                  </a:lnTo>
                  <a:lnTo>
                    <a:pt x="1280937" y="1372472"/>
                  </a:lnTo>
                  <a:lnTo>
                    <a:pt x="1280926" y="1372458"/>
                  </a:lnTo>
                  <a:lnTo>
                    <a:pt x="1280917" y="1372448"/>
                  </a:lnTo>
                  <a:lnTo>
                    <a:pt x="1280911" y="1372438"/>
                  </a:lnTo>
                  <a:lnTo>
                    <a:pt x="1280911" y="1372433"/>
                  </a:lnTo>
                  <a:lnTo>
                    <a:pt x="1280911" y="1372426"/>
                  </a:lnTo>
                  <a:lnTo>
                    <a:pt x="1280914" y="1372420"/>
                  </a:lnTo>
                  <a:lnTo>
                    <a:pt x="1280917" y="1372414"/>
                  </a:lnTo>
                  <a:lnTo>
                    <a:pt x="1280922" y="1372404"/>
                  </a:lnTo>
                  <a:lnTo>
                    <a:pt x="1280924" y="1372392"/>
                  </a:lnTo>
                  <a:lnTo>
                    <a:pt x="1280924" y="1372380"/>
                  </a:lnTo>
                  <a:lnTo>
                    <a:pt x="1280923" y="1372372"/>
                  </a:lnTo>
                  <a:lnTo>
                    <a:pt x="1280917" y="1372361"/>
                  </a:lnTo>
                  <a:lnTo>
                    <a:pt x="1280915" y="1372357"/>
                  </a:lnTo>
                  <a:lnTo>
                    <a:pt x="1280911" y="1372347"/>
                  </a:lnTo>
                  <a:lnTo>
                    <a:pt x="1280906" y="1372338"/>
                  </a:lnTo>
                  <a:lnTo>
                    <a:pt x="1280904" y="1372331"/>
                  </a:lnTo>
                  <a:lnTo>
                    <a:pt x="1280904" y="1372325"/>
                  </a:lnTo>
                  <a:lnTo>
                    <a:pt x="1280895" y="1372318"/>
                  </a:lnTo>
                  <a:lnTo>
                    <a:pt x="1280883" y="1372312"/>
                  </a:lnTo>
                  <a:lnTo>
                    <a:pt x="1280870" y="1372309"/>
                  </a:lnTo>
                  <a:lnTo>
                    <a:pt x="1280865" y="1372307"/>
                  </a:lnTo>
                  <a:lnTo>
                    <a:pt x="1280859" y="1372305"/>
                  </a:lnTo>
                  <a:lnTo>
                    <a:pt x="1280852" y="1372302"/>
                  </a:lnTo>
                  <a:lnTo>
                    <a:pt x="1280846" y="1372299"/>
                  </a:lnTo>
                  <a:lnTo>
                    <a:pt x="1280839" y="1372296"/>
                  </a:lnTo>
                  <a:lnTo>
                    <a:pt x="1280831" y="1372293"/>
                  </a:lnTo>
                  <a:lnTo>
                    <a:pt x="1280827" y="1372293"/>
                  </a:lnTo>
                  <a:lnTo>
                    <a:pt x="1280822" y="1372292"/>
                  </a:lnTo>
                  <a:lnTo>
                    <a:pt x="1280817" y="1372291"/>
                  </a:lnTo>
                  <a:lnTo>
                    <a:pt x="1280810" y="1372289"/>
                  </a:lnTo>
                  <a:lnTo>
                    <a:pt x="1280804" y="1372287"/>
                  </a:lnTo>
                  <a:lnTo>
                    <a:pt x="1280797" y="1372286"/>
                  </a:lnTo>
                  <a:lnTo>
                    <a:pt x="1280791" y="1372286"/>
                  </a:lnTo>
                  <a:lnTo>
                    <a:pt x="1280800" y="1372276"/>
                  </a:lnTo>
                  <a:lnTo>
                    <a:pt x="1280811" y="1372264"/>
                  </a:lnTo>
                  <a:lnTo>
                    <a:pt x="1280819" y="1372254"/>
                  </a:lnTo>
                  <a:lnTo>
                    <a:pt x="1280830" y="1372242"/>
                  </a:lnTo>
                  <a:lnTo>
                    <a:pt x="1280833" y="1372238"/>
                  </a:lnTo>
                  <a:lnTo>
                    <a:pt x="1280841" y="1372227"/>
                  </a:lnTo>
                  <a:lnTo>
                    <a:pt x="1280846" y="1372215"/>
                  </a:lnTo>
                  <a:lnTo>
                    <a:pt x="1280849" y="1372203"/>
                  </a:lnTo>
                  <a:lnTo>
                    <a:pt x="1280858" y="1372195"/>
                  </a:lnTo>
                  <a:lnTo>
                    <a:pt x="1280869" y="1372182"/>
                  </a:lnTo>
                  <a:lnTo>
                    <a:pt x="1280877" y="1372172"/>
                  </a:lnTo>
                  <a:lnTo>
                    <a:pt x="1280880" y="1372162"/>
                  </a:lnTo>
                  <a:lnTo>
                    <a:pt x="1280881" y="1372154"/>
                  </a:lnTo>
                  <a:lnTo>
                    <a:pt x="1280881" y="1372141"/>
                  </a:lnTo>
                  <a:lnTo>
                    <a:pt x="1280880" y="1372131"/>
                  </a:lnTo>
                  <a:lnTo>
                    <a:pt x="1280880" y="1372121"/>
                  </a:lnTo>
                  <a:lnTo>
                    <a:pt x="1280882" y="1372115"/>
                  </a:lnTo>
                  <a:lnTo>
                    <a:pt x="1280883" y="1372109"/>
                  </a:lnTo>
                  <a:lnTo>
                    <a:pt x="1280885" y="1372100"/>
                  </a:lnTo>
                  <a:lnTo>
                    <a:pt x="1280887" y="1372088"/>
                  </a:lnTo>
                  <a:lnTo>
                    <a:pt x="1280888" y="1372074"/>
                  </a:lnTo>
                  <a:lnTo>
                    <a:pt x="1280886" y="1372059"/>
                  </a:lnTo>
                  <a:lnTo>
                    <a:pt x="1280883" y="1372050"/>
                  </a:lnTo>
                  <a:lnTo>
                    <a:pt x="1280879" y="1372037"/>
                  </a:lnTo>
                  <a:lnTo>
                    <a:pt x="1280877" y="1372027"/>
                  </a:lnTo>
                  <a:lnTo>
                    <a:pt x="1280872" y="1372015"/>
                  </a:lnTo>
                  <a:lnTo>
                    <a:pt x="1280866" y="1372005"/>
                  </a:lnTo>
                  <a:lnTo>
                    <a:pt x="1280860" y="1371995"/>
                  </a:lnTo>
                  <a:lnTo>
                    <a:pt x="1280853" y="1371987"/>
                  </a:lnTo>
                  <a:lnTo>
                    <a:pt x="1280845" y="1371979"/>
                  </a:lnTo>
                  <a:lnTo>
                    <a:pt x="1280827" y="1371970"/>
                  </a:lnTo>
                  <a:lnTo>
                    <a:pt x="1280814" y="1371960"/>
                  </a:lnTo>
                  <a:lnTo>
                    <a:pt x="1280803" y="1371955"/>
                  </a:lnTo>
                  <a:lnTo>
                    <a:pt x="1280787" y="1371947"/>
                  </a:lnTo>
                  <a:lnTo>
                    <a:pt x="1280776" y="1371940"/>
                  </a:lnTo>
                  <a:lnTo>
                    <a:pt x="1280767" y="1371934"/>
                  </a:lnTo>
                  <a:lnTo>
                    <a:pt x="1280754" y="1371926"/>
                  </a:lnTo>
                  <a:lnTo>
                    <a:pt x="1280742" y="1371917"/>
                  </a:lnTo>
                  <a:lnTo>
                    <a:pt x="1280749" y="1371905"/>
                  </a:lnTo>
                  <a:lnTo>
                    <a:pt x="1280756" y="1371892"/>
                  </a:lnTo>
                  <a:lnTo>
                    <a:pt x="1280761" y="1371881"/>
                  </a:lnTo>
                  <a:lnTo>
                    <a:pt x="1280763" y="1371873"/>
                  </a:lnTo>
                  <a:lnTo>
                    <a:pt x="1280765" y="1371865"/>
                  </a:lnTo>
                  <a:lnTo>
                    <a:pt x="1280767" y="1371859"/>
                  </a:lnTo>
                  <a:lnTo>
                    <a:pt x="1280770" y="1371853"/>
                  </a:lnTo>
                  <a:lnTo>
                    <a:pt x="1280776" y="1371841"/>
                  </a:lnTo>
                  <a:lnTo>
                    <a:pt x="1280780" y="1371832"/>
                  </a:lnTo>
                  <a:lnTo>
                    <a:pt x="1280781" y="1371824"/>
                  </a:lnTo>
                  <a:lnTo>
                    <a:pt x="1280784" y="1371816"/>
                  </a:lnTo>
                  <a:lnTo>
                    <a:pt x="1280789" y="1371808"/>
                  </a:lnTo>
                  <a:lnTo>
                    <a:pt x="1280792" y="1371800"/>
                  </a:lnTo>
                  <a:lnTo>
                    <a:pt x="1280795" y="1371793"/>
                  </a:lnTo>
                  <a:lnTo>
                    <a:pt x="1280796" y="1371785"/>
                  </a:lnTo>
                  <a:lnTo>
                    <a:pt x="1280795" y="1371780"/>
                  </a:lnTo>
                  <a:lnTo>
                    <a:pt x="1280791" y="1371771"/>
                  </a:lnTo>
                  <a:lnTo>
                    <a:pt x="1280788" y="1371763"/>
                  </a:lnTo>
                  <a:lnTo>
                    <a:pt x="1280785" y="1371741"/>
                  </a:lnTo>
                  <a:lnTo>
                    <a:pt x="1280689" y="1371609"/>
                  </a:lnTo>
                  <a:lnTo>
                    <a:pt x="1280662" y="1371573"/>
                  </a:lnTo>
                  <a:lnTo>
                    <a:pt x="1280665" y="1371527"/>
                  </a:lnTo>
                  <a:lnTo>
                    <a:pt x="1280666" y="1371523"/>
                  </a:lnTo>
                  <a:lnTo>
                    <a:pt x="1280669" y="1371470"/>
                  </a:lnTo>
                  <a:lnTo>
                    <a:pt x="1280675" y="1371462"/>
                  </a:lnTo>
                  <a:lnTo>
                    <a:pt x="1280684" y="1371452"/>
                  </a:lnTo>
                  <a:lnTo>
                    <a:pt x="1280687" y="1371449"/>
                  </a:lnTo>
                  <a:lnTo>
                    <a:pt x="1280690" y="1371446"/>
                  </a:lnTo>
                  <a:lnTo>
                    <a:pt x="1280692" y="1371441"/>
                  </a:lnTo>
                  <a:lnTo>
                    <a:pt x="1280690" y="1371431"/>
                  </a:lnTo>
                  <a:lnTo>
                    <a:pt x="1280689" y="1371424"/>
                  </a:lnTo>
                  <a:lnTo>
                    <a:pt x="1280690" y="1371413"/>
                  </a:lnTo>
                  <a:lnTo>
                    <a:pt x="1280692" y="1371406"/>
                  </a:lnTo>
                  <a:lnTo>
                    <a:pt x="1280695" y="1371400"/>
                  </a:lnTo>
                  <a:lnTo>
                    <a:pt x="1280697" y="1371396"/>
                  </a:lnTo>
                  <a:lnTo>
                    <a:pt x="1280701" y="1371391"/>
                  </a:lnTo>
                  <a:lnTo>
                    <a:pt x="1280708" y="1371381"/>
                  </a:lnTo>
                  <a:lnTo>
                    <a:pt x="1280709" y="1371373"/>
                  </a:lnTo>
                  <a:lnTo>
                    <a:pt x="1280709" y="1371367"/>
                  </a:lnTo>
                  <a:lnTo>
                    <a:pt x="1280708" y="1371362"/>
                  </a:lnTo>
                  <a:lnTo>
                    <a:pt x="1280706" y="1371355"/>
                  </a:lnTo>
                  <a:lnTo>
                    <a:pt x="1280699" y="1371342"/>
                  </a:lnTo>
                  <a:lnTo>
                    <a:pt x="1280695" y="1371330"/>
                  </a:lnTo>
                  <a:lnTo>
                    <a:pt x="1280694" y="1371323"/>
                  </a:lnTo>
                  <a:lnTo>
                    <a:pt x="1280695" y="1371314"/>
                  </a:lnTo>
                  <a:lnTo>
                    <a:pt x="1280695" y="1371305"/>
                  </a:lnTo>
                  <a:lnTo>
                    <a:pt x="1280692" y="1371298"/>
                  </a:lnTo>
                  <a:lnTo>
                    <a:pt x="1280687" y="1371290"/>
                  </a:lnTo>
                  <a:lnTo>
                    <a:pt x="1280683" y="1371283"/>
                  </a:lnTo>
                  <a:lnTo>
                    <a:pt x="1280673" y="1371265"/>
                  </a:lnTo>
                  <a:lnTo>
                    <a:pt x="1280672" y="1371259"/>
                  </a:lnTo>
                  <a:lnTo>
                    <a:pt x="1280670" y="1371252"/>
                  </a:lnTo>
                  <a:lnTo>
                    <a:pt x="1280668" y="1371244"/>
                  </a:lnTo>
                  <a:lnTo>
                    <a:pt x="1280666" y="1371232"/>
                  </a:lnTo>
                  <a:lnTo>
                    <a:pt x="1280663" y="1371218"/>
                  </a:lnTo>
                  <a:lnTo>
                    <a:pt x="1280660" y="1371209"/>
                  </a:lnTo>
                  <a:lnTo>
                    <a:pt x="1280658" y="1371202"/>
                  </a:lnTo>
                  <a:lnTo>
                    <a:pt x="1280655" y="1371194"/>
                  </a:lnTo>
                  <a:lnTo>
                    <a:pt x="1280652" y="1371183"/>
                  </a:lnTo>
                  <a:lnTo>
                    <a:pt x="1280646" y="1371168"/>
                  </a:lnTo>
                  <a:lnTo>
                    <a:pt x="1280640" y="1371152"/>
                  </a:lnTo>
                  <a:lnTo>
                    <a:pt x="1280636" y="1371141"/>
                  </a:lnTo>
                  <a:lnTo>
                    <a:pt x="1280633" y="1371134"/>
                  </a:lnTo>
                  <a:lnTo>
                    <a:pt x="1280630" y="1371130"/>
                  </a:lnTo>
                  <a:lnTo>
                    <a:pt x="1280627" y="1371127"/>
                  </a:lnTo>
                  <a:lnTo>
                    <a:pt x="1280621" y="1371125"/>
                  </a:lnTo>
                  <a:lnTo>
                    <a:pt x="1280614" y="1371123"/>
                  </a:lnTo>
                  <a:lnTo>
                    <a:pt x="1280606" y="1371121"/>
                  </a:lnTo>
                  <a:lnTo>
                    <a:pt x="1280602" y="1371120"/>
                  </a:lnTo>
                  <a:lnTo>
                    <a:pt x="1280597" y="1371119"/>
                  </a:lnTo>
                  <a:lnTo>
                    <a:pt x="1280593" y="1371118"/>
                  </a:lnTo>
                  <a:lnTo>
                    <a:pt x="1280588" y="1371117"/>
                  </a:lnTo>
                  <a:lnTo>
                    <a:pt x="1280581" y="1371115"/>
                  </a:lnTo>
                  <a:lnTo>
                    <a:pt x="1280573" y="1371113"/>
                  </a:lnTo>
                  <a:lnTo>
                    <a:pt x="1280564" y="1371108"/>
                  </a:lnTo>
                  <a:lnTo>
                    <a:pt x="1280566" y="1371096"/>
                  </a:lnTo>
                  <a:lnTo>
                    <a:pt x="1280565" y="1371087"/>
                  </a:lnTo>
                  <a:lnTo>
                    <a:pt x="1280564" y="1371081"/>
                  </a:lnTo>
                  <a:lnTo>
                    <a:pt x="1280563" y="1371074"/>
                  </a:lnTo>
                  <a:lnTo>
                    <a:pt x="1280562" y="1371068"/>
                  </a:lnTo>
                  <a:lnTo>
                    <a:pt x="1280561" y="1371063"/>
                  </a:lnTo>
                  <a:lnTo>
                    <a:pt x="1280560" y="1371057"/>
                  </a:lnTo>
                  <a:lnTo>
                    <a:pt x="1280556" y="1371049"/>
                  </a:lnTo>
                  <a:lnTo>
                    <a:pt x="1280551" y="1371045"/>
                  </a:lnTo>
                  <a:lnTo>
                    <a:pt x="1280548" y="1371041"/>
                  </a:lnTo>
                  <a:lnTo>
                    <a:pt x="1280543" y="1371037"/>
                  </a:lnTo>
                  <a:lnTo>
                    <a:pt x="1280539" y="1371031"/>
                  </a:lnTo>
                  <a:lnTo>
                    <a:pt x="1280537" y="1371027"/>
                  </a:lnTo>
                  <a:lnTo>
                    <a:pt x="1280535" y="1371019"/>
                  </a:lnTo>
                  <a:lnTo>
                    <a:pt x="1280533" y="1371014"/>
                  </a:lnTo>
                  <a:lnTo>
                    <a:pt x="1280531" y="1371009"/>
                  </a:lnTo>
                  <a:lnTo>
                    <a:pt x="1280528" y="1371004"/>
                  </a:lnTo>
                  <a:lnTo>
                    <a:pt x="1280526" y="1371000"/>
                  </a:lnTo>
                  <a:lnTo>
                    <a:pt x="1280522" y="1370994"/>
                  </a:lnTo>
                  <a:lnTo>
                    <a:pt x="1280515" y="1370985"/>
                  </a:lnTo>
                  <a:lnTo>
                    <a:pt x="1280507" y="1370975"/>
                  </a:lnTo>
                  <a:lnTo>
                    <a:pt x="1280497" y="1370964"/>
                  </a:lnTo>
                  <a:lnTo>
                    <a:pt x="1280490" y="1370957"/>
                  </a:lnTo>
                  <a:lnTo>
                    <a:pt x="1280485" y="1370951"/>
                  </a:lnTo>
                  <a:lnTo>
                    <a:pt x="1280481" y="1370946"/>
                  </a:lnTo>
                  <a:lnTo>
                    <a:pt x="1280476" y="1370943"/>
                  </a:lnTo>
                  <a:lnTo>
                    <a:pt x="1280472" y="1370939"/>
                  </a:lnTo>
                  <a:lnTo>
                    <a:pt x="1280467" y="1370935"/>
                  </a:lnTo>
                  <a:lnTo>
                    <a:pt x="1280462" y="1370931"/>
                  </a:lnTo>
                  <a:lnTo>
                    <a:pt x="1280461" y="1370926"/>
                  </a:lnTo>
                  <a:lnTo>
                    <a:pt x="1280465" y="1370923"/>
                  </a:lnTo>
                  <a:lnTo>
                    <a:pt x="1280470" y="1370920"/>
                  </a:lnTo>
                  <a:lnTo>
                    <a:pt x="1280473" y="1370918"/>
                  </a:lnTo>
                  <a:lnTo>
                    <a:pt x="1280478" y="1370915"/>
                  </a:lnTo>
                  <a:lnTo>
                    <a:pt x="1280482" y="1370913"/>
                  </a:lnTo>
                  <a:lnTo>
                    <a:pt x="1280487" y="1370910"/>
                  </a:lnTo>
                  <a:lnTo>
                    <a:pt x="1280491" y="1370906"/>
                  </a:lnTo>
                  <a:lnTo>
                    <a:pt x="1280494" y="1370902"/>
                  </a:lnTo>
                  <a:lnTo>
                    <a:pt x="1280497" y="1370898"/>
                  </a:lnTo>
                  <a:lnTo>
                    <a:pt x="1280499" y="1370892"/>
                  </a:lnTo>
                  <a:lnTo>
                    <a:pt x="1280497" y="1370885"/>
                  </a:lnTo>
                  <a:lnTo>
                    <a:pt x="1280491" y="1370879"/>
                  </a:lnTo>
                  <a:lnTo>
                    <a:pt x="1280485" y="1370869"/>
                  </a:lnTo>
                  <a:lnTo>
                    <a:pt x="1280491" y="1370864"/>
                  </a:lnTo>
                  <a:lnTo>
                    <a:pt x="1280491" y="1370858"/>
                  </a:lnTo>
                  <a:lnTo>
                    <a:pt x="1280492" y="1370852"/>
                  </a:lnTo>
                  <a:lnTo>
                    <a:pt x="1280494" y="1370845"/>
                  </a:lnTo>
                  <a:lnTo>
                    <a:pt x="1280507" y="1370817"/>
                  </a:lnTo>
                  <a:lnTo>
                    <a:pt x="1280509" y="1370802"/>
                  </a:lnTo>
                  <a:lnTo>
                    <a:pt x="1280510" y="1370783"/>
                  </a:lnTo>
                  <a:lnTo>
                    <a:pt x="1280512" y="1370769"/>
                  </a:lnTo>
                  <a:lnTo>
                    <a:pt x="1280515" y="1370766"/>
                  </a:lnTo>
                  <a:lnTo>
                    <a:pt x="1280519" y="1370761"/>
                  </a:lnTo>
                  <a:lnTo>
                    <a:pt x="1280523" y="1370755"/>
                  </a:lnTo>
                  <a:lnTo>
                    <a:pt x="1280534" y="1370735"/>
                  </a:lnTo>
                  <a:lnTo>
                    <a:pt x="1280542" y="1370710"/>
                  </a:lnTo>
                  <a:lnTo>
                    <a:pt x="1280549" y="1370705"/>
                  </a:lnTo>
                  <a:lnTo>
                    <a:pt x="1280552" y="1370700"/>
                  </a:lnTo>
                  <a:lnTo>
                    <a:pt x="1280554" y="1370696"/>
                  </a:lnTo>
                  <a:lnTo>
                    <a:pt x="1280561" y="1370694"/>
                  </a:lnTo>
                  <a:lnTo>
                    <a:pt x="1280564" y="1370690"/>
                  </a:lnTo>
                  <a:lnTo>
                    <a:pt x="1280568" y="1370685"/>
                  </a:lnTo>
                  <a:lnTo>
                    <a:pt x="1280576" y="1370682"/>
                  </a:lnTo>
                  <a:lnTo>
                    <a:pt x="1280588" y="1370668"/>
                  </a:lnTo>
                  <a:lnTo>
                    <a:pt x="1280595" y="1370662"/>
                  </a:lnTo>
                  <a:lnTo>
                    <a:pt x="1280606" y="1370665"/>
                  </a:lnTo>
                  <a:lnTo>
                    <a:pt x="1280618" y="1370661"/>
                  </a:lnTo>
                  <a:lnTo>
                    <a:pt x="1280638" y="1370661"/>
                  </a:lnTo>
                  <a:lnTo>
                    <a:pt x="1280649" y="1370656"/>
                  </a:lnTo>
                  <a:lnTo>
                    <a:pt x="1280656" y="1370652"/>
                  </a:lnTo>
                  <a:lnTo>
                    <a:pt x="1280671" y="1370649"/>
                  </a:lnTo>
                  <a:lnTo>
                    <a:pt x="1280677" y="1370641"/>
                  </a:lnTo>
                  <a:lnTo>
                    <a:pt x="1280683" y="1370634"/>
                  </a:lnTo>
                  <a:lnTo>
                    <a:pt x="1280686" y="1370628"/>
                  </a:lnTo>
                  <a:lnTo>
                    <a:pt x="1280695" y="1370612"/>
                  </a:lnTo>
                  <a:lnTo>
                    <a:pt x="1280702" y="1370605"/>
                  </a:lnTo>
                  <a:lnTo>
                    <a:pt x="1280706" y="1370599"/>
                  </a:lnTo>
                  <a:lnTo>
                    <a:pt x="1280713" y="1370588"/>
                  </a:lnTo>
                  <a:lnTo>
                    <a:pt x="1280714" y="1370578"/>
                  </a:lnTo>
                  <a:lnTo>
                    <a:pt x="1280716" y="1370574"/>
                  </a:lnTo>
                  <a:lnTo>
                    <a:pt x="1280719" y="1370566"/>
                  </a:lnTo>
                  <a:lnTo>
                    <a:pt x="1280717" y="1370550"/>
                  </a:lnTo>
                  <a:lnTo>
                    <a:pt x="1280714" y="1370540"/>
                  </a:lnTo>
                  <a:lnTo>
                    <a:pt x="1280713" y="1370531"/>
                  </a:lnTo>
                  <a:lnTo>
                    <a:pt x="1280714" y="1370506"/>
                  </a:lnTo>
                  <a:lnTo>
                    <a:pt x="1280704" y="1370497"/>
                  </a:lnTo>
                  <a:lnTo>
                    <a:pt x="1280700" y="1370493"/>
                  </a:lnTo>
                  <a:lnTo>
                    <a:pt x="1280699" y="1370480"/>
                  </a:lnTo>
                  <a:lnTo>
                    <a:pt x="1280706" y="1370469"/>
                  </a:lnTo>
                  <a:lnTo>
                    <a:pt x="1280720" y="1370466"/>
                  </a:lnTo>
                  <a:lnTo>
                    <a:pt x="1280720" y="1370460"/>
                  </a:lnTo>
                  <a:lnTo>
                    <a:pt x="1280718" y="1370449"/>
                  </a:lnTo>
                  <a:lnTo>
                    <a:pt x="1280712" y="1370443"/>
                  </a:lnTo>
                  <a:lnTo>
                    <a:pt x="1280709" y="1370432"/>
                  </a:lnTo>
                  <a:lnTo>
                    <a:pt x="1280713" y="1370419"/>
                  </a:lnTo>
                  <a:lnTo>
                    <a:pt x="1280709" y="1370405"/>
                  </a:lnTo>
                  <a:lnTo>
                    <a:pt x="1280710" y="1370397"/>
                  </a:lnTo>
                  <a:lnTo>
                    <a:pt x="1280714" y="1370393"/>
                  </a:lnTo>
                  <a:lnTo>
                    <a:pt x="1280717" y="1370390"/>
                  </a:lnTo>
                  <a:lnTo>
                    <a:pt x="1280720" y="1370385"/>
                  </a:lnTo>
                  <a:lnTo>
                    <a:pt x="1280729" y="1370377"/>
                  </a:lnTo>
                  <a:lnTo>
                    <a:pt x="1280716" y="1370364"/>
                  </a:lnTo>
                  <a:lnTo>
                    <a:pt x="1280701" y="1370322"/>
                  </a:lnTo>
                  <a:lnTo>
                    <a:pt x="1280688" y="1370304"/>
                  </a:lnTo>
                  <a:lnTo>
                    <a:pt x="1280675" y="1370271"/>
                  </a:lnTo>
                  <a:lnTo>
                    <a:pt x="1280658" y="1370274"/>
                  </a:lnTo>
                  <a:lnTo>
                    <a:pt x="1280653" y="1370276"/>
                  </a:lnTo>
                  <a:lnTo>
                    <a:pt x="1280645" y="1370276"/>
                  </a:lnTo>
                  <a:lnTo>
                    <a:pt x="1280640" y="1370272"/>
                  </a:lnTo>
                  <a:lnTo>
                    <a:pt x="1280621" y="1370261"/>
                  </a:lnTo>
                  <a:lnTo>
                    <a:pt x="1280602" y="1370257"/>
                  </a:lnTo>
                  <a:lnTo>
                    <a:pt x="1280596" y="1370254"/>
                  </a:lnTo>
                  <a:lnTo>
                    <a:pt x="1280594" y="1370245"/>
                  </a:lnTo>
                  <a:lnTo>
                    <a:pt x="1280578" y="1370237"/>
                  </a:lnTo>
                  <a:lnTo>
                    <a:pt x="1280571" y="1370224"/>
                  </a:lnTo>
                  <a:lnTo>
                    <a:pt x="1280565" y="1370219"/>
                  </a:lnTo>
                  <a:lnTo>
                    <a:pt x="1280559" y="1370223"/>
                  </a:lnTo>
                  <a:lnTo>
                    <a:pt x="1280543" y="1370235"/>
                  </a:lnTo>
                  <a:lnTo>
                    <a:pt x="1280536" y="1370240"/>
                  </a:lnTo>
                  <a:lnTo>
                    <a:pt x="1280533" y="1370246"/>
                  </a:lnTo>
                  <a:lnTo>
                    <a:pt x="1280523" y="1370254"/>
                  </a:lnTo>
                  <a:lnTo>
                    <a:pt x="1280511" y="1370259"/>
                  </a:lnTo>
                  <a:lnTo>
                    <a:pt x="1280503" y="1370258"/>
                  </a:lnTo>
                  <a:lnTo>
                    <a:pt x="1280492" y="1370270"/>
                  </a:lnTo>
                  <a:lnTo>
                    <a:pt x="1280480" y="1370274"/>
                  </a:lnTo>
                  <a:lnTo>
                    <a:pt x="1280471" y="1370273"/>
                  </a:lnTo>
                  <a:lnTo>
                    <a:pt x="1280463" y="1370270"/>
                  </a:lnTo>
                  <a:lnTo>
                    <a:pt x="1280457" y="1370264"/>
                  </a:lnTo>
                  <a:lnTo>
                    <a:pt x="1280399" y="1370257"/>
                  </a:lnTo>
                  <a:lnTo>
                    <a:pt x="1280389" y="1370250"/>
                  </a:lnTo>
                  <a:lnTo>
                    <a:pt x="1280382" y="1370244"/>
                  </a:lnTo>
                  <a:lnTo>
                    <a:pt x="1280374" y="1370237"/>
                  </a:lnTo>
                  <a:lnTo>
                    <a:pt x="1280369" y="1370231"/>
                  </a:lnTo>
                  <a:lnTo>
                    <a:pt x="1280355" y="1370210"/>
                  </a:lnTo>
                  <a:lnTo>
                    <a:pt x="1280369" y="1370189"/>
                  </a:lnTo>
                  <a:lnTo>
                    <a:pt x="1280366" y="1370174"/>
                  </a:lnTo>
                  <a:lnTo>
                    <a:pt x="1280350" y="1370157"/>
                  </a:lnTo>
                  <a:lnTo>
                    <a:pt x="1280346" y="1370150"/>
                  </a:lnTo>
                  <a:lnTo>
                    <a:pt x="1280341" y="1370141"/>
                  </a:lnTo>
                  <a:lnTo>
                    <a:pt x="1280336" y="1370136"/>
                  </a:lnTo>
                  <a:lnTo>
                    <a:pt x="1280322" y="1370127"/>
                  </a:lnTo>
                  <a:lnTo>
                    <a:pt x="1280301" y="1370110"/>
                  </a:lnTo>
                  <a:lnTo>
                    <a:pt x="1280260" y="1370078"/>
                  </a:lnTo>
                  <a:lnTo>
                    <a:pt x="1280256" y="1370074"/>
                  </a:lnTo>
                  <a:lnTo>
                    <a:pt x="1280249" y="1370074"/>
                  </a:lnTo>
                  <a:lnTo>
                    <a:pt x="1280241" y="1370074"/>
                  </a:lnTo>
                  <a:lnTo>
                    <a:pt x="1280233" y="1370073"/>
                  </a:lnTo>
                  <a:lnTo>
                    <a:pt x="1280225" y="1370071"/>
                  </a:lnTo>
                  <a:lnTo>
                    <a:pt x="1280220" y="1370064"/>
                  </a:lnTo>
                  <a:lnTo>
                    <a:pt x="1280215" y="1370059"/>
                  </a:lnTo>
                  <a:lnTo>
                    <a:pt x="1280207" y="1370054"/>
                  </a:lnTo>
                  <a:lnTo>
                    <a:pt x="1280203" y="1370050"/>
                  </a:lnTo>
                  <a:lnTo>
                    <a:pt x="1280199" y="1370044"/>
                  </a:lnTo>
                  <a:lnTo>
                    <a:pt x="1280192" y="1370036"/>
                  </a:lnTo>
                  <a:lnTo>
                    <a:pt x="1280187" y="1370034"/>
                  </a:lnTo>
                  <a:lnTo>
                    <a:pt x="1280180" y="1370035"/>
                  </a:lnTo>
                  <a:lnTo>
                    <a:pt x="1280171" y="1370036"/>
                  </a:lnTo>
                  <a:lnTo>
                    <a:pt x="1280158" y="1370039"/>
                  </a:lnTo>
                  <a:lnTo>
                    <a:pt x="1280154" y="1370041"/>
                  </a:lnTo>
                  <a:lnTo>
                    <a:pt x="1280150" y="1370043"/>
                  </a:lnTo>
                  <a:lnTo>
                    <a:pt x="1280143" y="1370045"/>
                  </a:lnTo>
                  <a:lnTo>
                    <a:pt x="1280133" y="1370048"/>
                  </a:lnTo>
                  <a:lnTo>
                    <a:pt x="1280126" y="1370050"/>
                  </a:lnTo>
                  <a:lnTo>
                    <a:pt x="1280120" y="1370051"/>
                  </a:lnTo>
                  <a:lnTo>
                    <a:pt x="1280113" y="1370052"/>
                  </a:lnTo>
                  <a:lnTo>
                    <a:pt x="1280097" y="1370052"/>
                  </a:lnTo>
                  <a:lnTo>
                    <a:pt x="1280081" y="1370052"/>
                  </a:lnTo>
                  <a:lnTo>
                    <a:pt x="1280072" y="1370052"/>
                  </a:lnTo>
                  <a:lnTo>
                    <a:pt x="1280065" y="1370053"/>
                  </a:lnTo>
                  <a:lnTo>
                    <a:pt x="1280057" y="1370054"/>
                  </a:lnTo>
                  <a:lnTo>
                    <a:pt x="1280051" y="1370056"/>
                  </a:lnTo>
                  <a:lnTo>
                    <a:pt x="1280044" y="1370058"/>
                  </a:lnTo>
                  <a:lnTo>
                    <a:pt x="1280038" y="1370061"/>
                  </a:lnTo>
                  <a:lnTo>
                    <a:pt x="1280033" y="1370064"/>
                  </a:lnTo>
                  <a:lnTo>
                    <a:pt x="1280028" y="1370068"/>
                  </a:lnTo>
                  <a:lnTo>
                    <a:pt x="1280024" y="1370072"/>
                  </a:lnTo>
                  <a:lnTo>
                    <a:pt x="1280018" y="1370077"/>
                  </a:lnTo>
                  <a:lnTo>
                    <a:pt x="1280010" y="1370088"/>
                  </a:lnTo>
                  <a:lnTo>
                    <a:pt x="1280003" y="1370095"/>
                  </a:lnTo>
                  <a:lnTo>
                    <a:pt x="1279997" y="1370102"/>
                  </a:lnTo>
                  <a:lnTo>
                    <a:pt x="1279990" y="1370107"/>
                  </a:lnTo>
                  <a:lnTo>
                    <a:pt x="1279984" y="1370111"/>
                  </a:lnTo>
                  <a:lnTo>
                    <a:pt x="1279980" y="1370113"/>
                  </a:lnTo>
                  <a:lnTo>
                    <a:pt x="1279974" y="1370114"/>
                  </a:lnTo>
                  <a:lnTo>
                    <a:pt x="1279968" y="1370114"/>
                  </a:lnTo>
                  <a:lnTo>
                    <a:pt x="1279964" y="1370114"/>
                  </a:lnTo>
                  <a:lnTo>
                    <a:pt x="1279957" y="1370111"/>
                  </a:lnTo>
                  <a:lnTo>
                    <a:pt x="1279948" y="1370105"/>
                  </a:lnTo>
                  <a:lnTo>
                    <a:pt x="1279935" y="1370099"/>
                  </a:lnTo>
                  <a:lnTo>
                    <a:pt x="1279926" y="1370095"/>
                  </a:lnTo>
                  <a:lnTo>
                    <a:pt x="1279917" y="1370092"/>
                  </a:lnTo>
                  <a:lnTo>
                    <a:pt x="1279906" y="1370088"/>
                  </a:lnTo>
                  <a:lnTo>
                    <a:pt x="1279896" y="1370086"/>
                  </a:lnTo>
                  <a:lnTo>
                    <a:pt x="1279887" y="1370085"/>
                  </a:lnTo>
                  <a:lnTo>
                    <a:pt x="1279883" y="1370084"/>
                  </a:lnTo>
                  <a:lnTo>
                    <a:pt x="1279876" y="1370082"/>
                  </a:lnTo>
                  <a:lnTo>
                    <a:pt x="1279867" y="1370081"/>
                  </a:lnTo>
                  <a:lnTo>
                    <a:pt x="1279795" y="1370014"/>
                  </a:lnTo>
                  <a:lnTo>
                    <a:pt x="1279795" y="1370007"/>
                  </a:lnTo>
                  <a:lnTo>
                    <a:pt x="1279795" y="1370001"/>
                  </a:lnTo>
                  <a:lnTo>
                    <a:pt x="1279796" y="1369995"/>
                  </a:lnTo>
                  <a:lnTo>
                    <a:pt x="1279796" y="1369988"/>
                  </a:lnTo>
                  <a:lnTo>
                    <a:pt x="1279793" y="1369959"/>
                  </a:lnTo>
                  <a:lnTo>
                    <a:pt x="1279793" y="1369940"/>
                  </a:lnTo>
                  <a:lnTo>
                    <a:pt x="1279791" y="1369921"/>
                  </a:lnTo>
                  <a:lnTo>
                    <a:pt x="1279787" y="1369908"/>
                  </a:lnTo>
                  <a:lnTo>
                    <a:pt x="1279783" y="1369900"/>
                  </a:lnTo>
                  <a:lnTo>
                    <a:pt x="1279781" y="1369893"/>
                  </a:lnTo>
                  <a:lnTo>
                    <a:pt x="1279780" y="1369873"/>
                  </a:lnTo>
                  <a:lnTo>
                    <a:pt x="1279778" y="1369847"/>
                  </a:lnTo>
                  <a:lnTo>
                    <a:pt x="1279777" y="1369834"/>
                  </a:lnTo>
                  <a:lnTo>
                    <a:pt x="1279776" y="1369819"/>
                  </a:lnTo>
                  <a:lnTo>
                    <a:pt x="1279778" y="1369806"/>
                  </a:lnTo>
                  <a:lnTo>
                    <a:pt x="1279782" y="1369801"/>
                  </a:lnTo>
                  <a:lnTo>
                    <a:pt x="1279786" y="1369795"/>
                  </a:lnTo>
                  <a:lnTo>
                    <a:pt x="1279792" y="1369788"/>
                  </a:lnTo>
                  <a:lnTo>
                    <a:pt x="1279803" y="1369780"/>
                  </a:lnTo>
                  <a:lnTo>
                    <a:pt x="1279813" y="1369771"/>
                  </a:lnTo>
                  <a:lnTo>
                    <a:pt x="1279819" y="1369764"/>
                  </a:lnTo>
                  <a:lnTo>
                    <a:pt x="1279824" y="1369758"/>
                  </a:lnTo>
                  <a:lnTo>
                    <a:pt x="1279824" y="1369752"/>
                  </a:lnTo>
                  <a:lnTo>
                    <a:pt x="1279820" y="1369745"/>
                  </a:lnTo>
                  <a:lnTo>
                    <a:pt x="1279818" y="1369739"/>
                  </a:lnTo>
                  <a:lnTo>
                    <a:pt x="1279817" y="1369734"/>
                  </a:lnTo>
                  <a:lnTo>
                    <a:pt x="1279829" y="1369688"/>
                  </a:lnTo>
                  <a:lnTo>
                    <a:pt x="1279853" y="1369542"/>
                  </a:lnTo>
                  <a:lnTo>
                    <a:pt x="1279756" y="1369403"/>
                  </a:lnTo>
                  <a:lnTo>
                    <a:pt x="1279771" y="1369333"/>
                  </a:lnTo>
                  <a:lnTo>
                    <a:pt x="1279773" y="1369326"/>
                  </a:lnTo>
                  <a:lnTo>
                    <a:pt x="1279774" y="1369322"/>
                  </a:lnTo>
                  <a:lnTo>
                    <a:pt x="1279776" y="1369309"/>
                  </a:lnTo>
                  <a:lnTo>
                    <a:pt x="1279779" y="1369306"/>
                  </a:lnTo>
                  <a:lnTo>
                    <a:pt x="1279783" y="1369302"/>
                  </a:lnTo>
                  <a:lnTo>
                    <a:pt x="1279785" y="1369294"/>
                  </a:lnTo>
                  <a:lnTo>
                    <a:pt x="1279786" y="1369288"/>
                  </a:lnTo>
                  <a:lnTo>
                    <a:pt x="1279785" y="1369280"/>
                  </a:lnTo>
                  <a:lnTo>
                    <a:pt x="1279784" y="1369272"/>
                  </a:lnTo>
                  <a:lnTo>
                    <a:pt x="1279784" y="1369263"/>
                  </a:lnTo>
                  <a:lnTo>
                    <a:pt x="1279784" y="1369250"/>
                  </a:lnTo>
                  <a:lnTo>
                    <a:pt x="1279786" y="1369244"/>
                  </a:lnTo>
                  <a:lnTo>
                    <a:pt x="1279787" y="1369235"/>
                  </a:lnTo>
                  <a:lnTo>
                    <a:pt x="1279787" y="1369226"/>
                  </a:lnTo>
                  <a:lnTo>
                    <a:pt x="1279786" y="1369218"/>
                  </a:lnTo>
                  <a:lnTo>
                    <a:pt x="1279784" y="1369213"/>
                  </a:lnTo>
                  <a:lnTo>
                    <a:pt x="1279780" y="1369206"/>
                  </a:lnTo>
                  <a:lnTo>
                    <a:pt x="1279810" y="1369133"/>
                  </a:lnTo>
                  <a:lnTo>
                    <a:pt x="1279854" y="1369073"/>
                  </a:lnTo>
                  <a:lnTo>
                    <a:pt x="1279853" y="1369064"/>
                  </a:lnTo>
                  <a:lnTo>
                    <a:pt x="1279852" y="1369057"/>
                  </a:lnTo>
                  <a:lnTo>
                    <a:pt x="1279851" y="1369051"/>
                  </a:lnTo>
                  <a:lnTo>
                    <a:pt x="1279849" y="1369045"/>
                  </a:lnTo>
                  <a:lnTo>
                    <a:pt x="1279847" y="1369040"/>
                  </a:lnTo>
                  <a:lnTo>
                    <a:pt x="1279843" y="1369035"/>
                  </a:lnTo>
                  <a:lnTo>
                    <a:pt x="1279840" y="1369030"/>
                  </a:lnTo>
                  <a:lnTo>
                    <a:pt x="1279840" y="1369014"/>
                  </a:lnTo>
                  <a:lnTo>
                    <a:pt x="1279834" y="1369017"/>
                  </a:lnTo>
                  <a:lnTo>
                    <a:pt x="1279830" y="1369021"/>
                  </a:lnTo>
                  <a:lnTo>
                    <a:pt x="1279827" y="1369025"/>
                  </a:lnTo>
                  <a:lnTo>
                    <a:pt x="1279824" y="1369029"/>
                  </a:lnTo>
                  <a:lnTo>
                    <a:pt x="1279815" y="1369027"/>
                  </a:lnTo>
                  <a:lnTo>
                    <a:pt x="1279806" y="1369023"/>
                  </a:lnTo>
                  <a:lnTo>
                    <a:pt x="1279797" y="1369019"/>
                  </a:lnTo>
                  <a:lnTo>
                    <a:pt x="1279789" y="1369014"/>
                  </a:lnTo>
                  <a:lnTo>
                    <a:pt x="1279782" y="1369008"/>
                  </a:lnTo>
                  <a:lnTo>
                    <a:pt x="1279776" y="1369001"/>
                  </a:lnTo>
                  <a:lnTo>
                    <a:pt x="1279773" y="1368994"/>
                  </a:lnTo>
                  <a:lnTo>
                    <a:pt x="1279770" y="1368984"/>
                  </a:lnTo>
                  <a:lnTo>
                    <a:pt x="1279770" y="1368971"/>
                  </a:lnTo>
                  <a:lnTo>
                    <a:pt x="1279775" y="1368957"/>
                  </a:lnTo>
                  <a:lnTo>
                    <a:pt x="1279777" y="1368945"/>
                  </a:lnTo>
                  <a:lnTo>
                    <a:pt x="1279779" y="1368937"/>
                  </a:lnTo>
                  <a:lnTo>
                    <a:pt x="1279780" y="1368930"/>
                  </a:lnTo>
                  <a:lnTo>
                    <a:pt x="1279781" y="1368923"/>
                  </a:lnTo>
                  <a:lnTo>
                    <a:pt x="1279782" y="1368914"/>
                  </a:lnTo>
                  <a:lnTo>
                    <a:pt x="1279779" y="1368908"/>
                  </a:lnTo>
                  <a:lnTo>
                    <a:pt x="1279775" y="1368902"/>
                  </a:lnTo>
                  <a:lnTo>
                    <a:pt x="1279768" y="1368897"/>
                  </a:lnTo>
                  <a:lnTo>
                    <a:pt x="1279755" y="1368879"/>
                  </a:lnTo>
                  <a:lnTo>
                    <a:pt x="1279707" y="1368813"/>
                  </a:lnTo>
                  <a:lnTo>
                    <a:pt x="1279668" y="1368806"/>
                  </a:lnTo>
                  <a:lnTo>
                    <a:pt x="1279658" y="1368805"/>
                  </a:lnTo>
                  <a:lnTo>
                    <a:pt x="1279656" y="1368799"/>
                  </a:lnTo>
                  <a:lnTo>
                    <a:pt x="1279654" y="1368794"/>
                  </a:lnTo>
                  <a:lnTo>
                    <a:pt x="1279650" y="1368788"/>
                  </a:lnTo>
                  <a:lnTo>
                    <a:pt x="1279646" y="1368783"/>
                  </a:lnTo>
                  <a:lnTo>
                    <a:pt x="1279642" y="1368779"/>
                  </a:lnTo>
                  <a:lnTo>
                    <a:pt x="1279636" y="1368771"/>
                  </a:lnTo>
                  <a:lnTo>
                    <a:pt x="1279631" y="1368763"/>
                  </a:lnTo>
                  <a:lnTo>
                    <a:pt x="1279628" y="1368757"/>
                  </a:lnTo>
                  <a:lnTo>
                    <a:pt x="1279623" y="1368747"/>
                  </a:lnTo>
                  <a:lnTo>
                    <a:pt x="1279619" y="1368740"/>
                  </a:lnTo>
                  <a:lnTo>
                    <a:pt x="1279613" y="1368731"/>
                  </a:lnTo>
                  <a:lnTo>
                    <a:pt x="1279608" y="1368723"/>
                  </a:lnTo>
                  <a:lnTo>
                    <a:pt x="1279603" y="1368718"/>
                  </a:lnTo>
                  <a:lnTo>
                    <a:pt x="1279597" y="1368713"/>
                  </a:lnTo>
                  <a:lnTo>
                    <a:pt x="1279589" y="1368709"/>
                  </a:lnTo>
                  <a:lnTo>
                    <a:pt x="1279580" y="1368704"/>
                  </a:lnTo>
                  <a:lnTo>
                    <a:pt x="1279573" y="1368698"/>
                  </a:lnTo>
                  <a:lnTo>
                    <a:pt x="1279570" y="1368691"/>
                  </a:lnTo>
                  <a:lnTo>
                    <a:pt x="1279568" y="1368686"/>
                  </a:lnTo>
                  <a:lnTo>
                    <a:pt x="1279565" y="1368678"/>
                  </a:lnTo>
                  <a:lnTo>
                    <a:pt x="1279562" y="1368672"/>
                  </a:lnTo>
                  <a:lnTo>
                    <a:pt x="1279532" y="1368654"/>
                  </a:lnTo>
                  <a:lnTo>
                    <a:pt x="1279499" y="1368631"/>
                  </a:lnTo>
                  <a:lnTo>
                    <a:pt x="1279495" y="1368620"/>
                  </a:lnTo>
                  <a:lnTo>
                    <a:pt x="1279494" y="1368612"/>
                  </a:lnTo>
                  <a:lnTo>
                    <a:pt x="1279494" y="1368599"/>
                  </a:lnTo>
                  <a:lnTo>
                    <a:pt x="1279493" y="1368585"/>
                  </a:lnTo>
                  <a:lnTo>
                    <a:pt x="1279493" y="1368572"/>
                  </a:lnTo>
                  <a:lnTo>
                    <a:pt x="1279493" y="1368560"/>
                  </a:lnTo>
                  <a:lnTo>
                    <a:pt x="1279494" y="1368548"/>
                  </a:lnTo>
                  <a:lnTo>
                    <a:pt x="1279495" y="1368542"/>
                  </a:lnTo>
                  <a:lnTo>
                    <a:pt x="1279500" y="1368533"/>
                  </a:lnTo>
                  <a:lnTo>
                    <a:pt x="1279504" y="1368526"/>
                  </a:lnTo>
                  <a:lnTo>
                    <a:pt x="1279506" y="1368518"/>
                  </a:lnTo>
                  <a:lnTo>
                    <a:pt x="1279505" y="1368502"/>
                  </a:lnTo>
                  <a:lnTo>
                    <a:pt x="1279503" y="1368477"/>
                  </a:lnTo>
                  <a:lnTo>
                    <a:pt x="1279500" y="1368470"/>
                  </a:lnTo>
                  <a:lnTo>
                    <a:pt x="1279493" y="1368461"/>
                  </a:lnTo>
                  <a:lnTo>
                    <a:pt x="1279486" y="1368454"/>
                  </a:lnTo>
                  <a:lnTo>
                    <a:pt x="1279485" y="1368448"/>
                  </a:lnTo>
                  <a:lnTo>
                    <a:pt x="1279482" y="1368431"/>
                  </a:lnTo>
                  <a:lnTo>
                    <a:pt x="1279478" y="1368418"/>
                  </a:lnTo>
                  <a:lnTo>
                    <a:pt x="1279474" y="1368407"/>
                  </a:lnTo>
                  <a:lnTo>
                    <a:pt x="1279469" y="1368396"/>
                  </a:lnTo>
                  <a:lnTo>
                    <a:pt x="1279467" y="1368389"/>
                  </a:lnTo>
                  <a:lnTo>
                    <a:pt x="1279467" y="1368373"/>
                  </a:lnTo>
                  <a:lnTo>
                    <a:pt x="1279464" y="1368358"/>
                  </a:lnTo>
                  <a:lnTo>
                    <a:pt x="1279460" y="1368343"/>
                  </a:lnTo>
                  <a:lnTo>
                    <a:pt x="1279459" y="1368333"/>
                  </a:lnTo>
                  <a:lnTo>
                    <a:pt x="1279457" y="1368323"/>
                  </a:lnTo>
                  <a:lnTo>
                    <a:pt x="1279456" y="1368315"/>
                  </a:lnTo>
                  <a:lnTo>
                    <a:pt x="1279453" y="1368311"/>
                  </a:lnTo>
                  <a:lnTo>
                    <a:pt x="1279448" y="1368302"/>
                  </a:lnTo>
                  <a:lnTo>
                    <a:pt x="1279434" y="1368280"/>
                  </a:lnTo>
                  <a:lnTo>
                    <a:pt x="1279425" y="1368260"/>
                  </a:lnTo>
                  <a:lnTo>
                    <a:pt x="1279426" y="1368254"/>
                  </a:lnTo>
                  <a:lnTo>
                    <a:pt x="1279428" y="1368247"/>
                  </a:lnTo>
                  <a:lnTo>
                    <a:pt x="1279431" y="1368238"/>
                  </a:lnTo>
                  <a:lnTo>
                    <a:pt x="1279435" y="1368232"/>
                  </a:lnTo>
                  <a:lnTo>
                    <a:pt x="1279437" y="1368227"/>
                  </a:lnTo>
                  <a:lnTo>
                    <a:pt x="1279437" y="1368222"/>
                  </a:lnTo>
                  <a:lnTo>
                    <a:pt x="1279438" y="1368217"/>
                  </a:lnTo>
                  <a:lnTo>
                    <a:pt x="1279437" y="1368211"/>
                  </a:lnTo>
                  <a:lnTo>
                    <a:pt x="1279436" y="1368200"/>
                  </a:lnTo>
                  <a:lnTo>
                    <a:pt x="1279434" y="1368189"/>
                  </a:lnTo>
                  <a:lnTo>
                    <a:pt x="1279433" y="1368181"/>
                  </a:lnTo>
                  <a:lnTo>
                    <a:pt x="1279432" y="1368176"/>
                  </a:lnTo>
                  <a:lnTo>
                    <a:pt x="1279429" y="1368170"/>
                  </a:lnTo>
                  <a:lnTo>
                    <a:pt x="1279425" y="1368162"/>
                  </a:lnTo>
                  <a:lnTo>
                    <a:pt x="1279423" y="1368154"/>
                  </a:lnTo>
                  <a:lnTo>
                    <a:pt x="1279423" y="1368148"/>
                  </a:lnTo>
                  <a:lnTo>
                    <a:pt x="1279428" y="1368132"/>
                  </a:lnTo>
                  <a:lnTo>
                    <a:pt x="1279435" y="1368114"/>
                  </a:lnTo>
                  <a:lnTo>
                    <a:pt x="1279440" y="1368107"/>
                  </a:lnTo>
                  <a:lnTo>
                    <a:pt x="1279444" y="1368102"/>
                  </a:lnTo>
                  <a:lnTo>
                    <a:pt x="1279446" y="1368096"/>
                  </a:lnTo>
                  <a:lnTo>
                    <a:pt x="1279446" y="1368089"/>
                  </a:lnTo>
                  <a:lnTo>
                    <a:pt x="1279448" y="1368083"/>
                  </a:lnTo>
                  <a:lnTo>
                    <a:pt x="1279455" y="1368069"/>
                  </a:lnTo>
                  <a:lnTo>
                    <a:pt x="1279462" y="1368058"/>
                  </a:lnTo>
                  <a:lnTo>
                    <a:pt x="1279466" y="1368051"/>
                  </a:lnTo>
                  <a:lnTo>
                    <a:pt x="1279474" y="1368040"/>
                  </a:lnTo>
                  <a:lnTo>
                    <a:pt x="1279482" y="1368031"/>
                  </a:lnTo>
                  <a:lnTo>
                    <a:pt x="1279491" y="1368021"/>
                  </a:lnTo>
                  <a:lnTo>
                    <a:pt x="1279498" y="1368008"/>
                  </a:lnTo>
                  <a:lnTo>
                    <a:pt x="1279503" y="1367994"/>
                  </a:lnTo>
                  <a:lnTo>
                    <a:pt x="1279505" y="1367986"/>
                  </a:lnTo>
                  <a:lnTo>
                    <a:pt x="1279499" y="1367942"/>
                  </a:lnTo>
                  <a:lnTo>
                    <a:pt x="1279509" y="1367947"/>
                  </a:lnTo>
                  <a:lnTo>
                    <a:pt x="1279510" y="1367940"/>
                  </a:lnTo>
                  <a:lnTo>
                    <a:pt x="1279512" y="1367935"/>
                  </a:lnTo>
                  <a:lnTo>
                    <a:pt x="1279517" y="1367928"/>
                  </a:lnTo>
                  <a:lnTo>
                    <a:pt x="1279527" y="1367915"/>
                  </a:lnTo>
                  <a:lnTo>
                    <a:pt x="1279532" y="1367906"/>
                  </a:lnTo>
                  <a:lnTo>
                    <a:pt x="1279509" y="1367913"/>
                  </a:lnTo>
                  <a:lnTo>
                    <a:pt x="1279490" y="1367919"/>
                  </a:lnTo>
                  <a:lnTo>
                    <a:pt x="1279486" y="1367913"/>
                  </a:lnTo>
                  <a:lnTo>
                    <a:pt x="1279480" y="1367907"/>
                  </a:lnTo>
                  <a:lnTo>
                    <a:pt x="1279474" y="1367902"/>
                  </a:lnTo>
                  <a:lnTo>
                    <a:pt x="1279465" y="1367898"/>
                  </a:lnTo>
                  <a:lnTo>
                    <a:pt x="1279455" y="1367894"/>
                  </a:lnTo>
                  <a:lnTo>
                    <a:pt x="1279447" y="1367890"/>
                  </a:lnTo>
                  <a:lnTo>
                    <a:pt x="1279430" y="1367881"/>
                  </a:lnTo>
                  <a:lnTo>
                    <a:pt x="1279371" y="1367843"/>
                  </a:lnTo>
                  <a:lnTo>
                    <a:pt x="1279363" y="1367841"/>
                  </a:lnTo>
                  <a:lnTo>
                    <a:pt x="1279355" y="1367839"/>
                  </a:lnTo>
                  <a:lnTo>
                    <a:pt x="1279344" y="1367839"/>
                  </a:lnTo>
                  <a:lnTo>
                    <a:pt x="1279331" y="1367841"/>
                  </a:lnTo>
                  <a:lnTo>
                    <a:pt x="1279318" y="1367842"/>
                  </a:lnTo>
                  <a:lnTo>
                    <a:pt x="1279306" y="1367843"/>
                  </a:lnTo>
                  <a:lnTo>
                    <a:pt x="1279302" y="1367841"/>
                  </a:lnTo>
                  <a:lnTo>
                    <a:pt x="1279295" y="1367833"/>
                  </a:lnTo>
                  <a:lnTo>
                    <a:pt x="1279290" y="1367826"/>
                  </a:lnTo>
                  <a:lnTo>
                    <a:pt x="1279285" y="1367819"/>
                  </a:lnTo>
                  <a:lnTo>
                    <a:pt x="1279279" y="1367815"/>
                  </a:lnTo>
                  <a:lnTo>
                    <a:pt x="1279266" y="1367810"/>
                  </a:lnTo>
                  <a:lnTo>
                    <a:pt x="1279255" y="1367806"/>
                  </a:lnTo>
                  <a:lnTo>
                    <a:pt x="1279248" y="1367802"/>
                  </a:lnTo>
                  <a:lnTo>
                    <a:pt x="1279243" y="1367791"/>
                  </a:lnTo>
                  <a:lnTo>
                    <a:pt x="1279235" y="1367771"/>
                  </a:lnTo>
                  <a:lnTo>
                    <a:pt x="1279230" y="1367759"/>
                  </a:lnTo>
                  <a:lnTo>
                    <a:pt x="1279229" y="1367748"/>
                  </a:lnTo>
                  <a:lnTo>
                    <a:pt x="1279224" y="1367741"/>
                  </a:lnTo>
                  <a:lnTo>
                    <a:pt x="1279217" y="1367736"/>
                  </a:lnTo>
                  <a:lnTo>
                    <a:pt x="1279209" y="1367731"/>
                  </a:lnTo>
                  <a:lnTo>
                    <a:pt x="1279200" y="1367727"/>
                  </a:lnTo>
                  <a:lnTo>
                    <a:pt x="1279193" y="1367722"/>
                  </a:lnTo>
                  <a:lnTo>
                    <a:pt x="1279188" y="1367719"/>
                  </a:lnTo>
                  <a:lnTo>
                    <a:pt x="1279177" y="1367720"/>
                  </a:lnTo>
                  <a:lnTo>
                    <a:pt x="1279172" y="1367719"/>
                  </a:lnTo>
                  <a:lnTo>
                    <a:pt x="1279167" y="1367715"/>
                  </a:lnTo>
                  <a:lnTo>
                    <a:pt x="1279160" y="1367707"/>
                  </a:lnTo>
                  <a:lnTo>
                    <a:pt x="1279151" y="1367700"/>
                  </a:lnTo>
                  <a:lnTo>
                    <a:pt x="1279141" y="1367692"/>
                  </a:lnTo>
                  <a:lnTo>
                    <a:pt x="1279124" y="1367679"/>
                  </a:lnTo>
                  <a:lnTo>
                    <a:pt x="1279111" y="1367669"/>
                  </a:lnTo>
                  <a:lnTo>
                    <a:pt x="1279102" y="1367661"/>
                  </a:lnTo>
                  <a:lnTo>
                    <a:pt x="1279096" y="1367660"/>
                  </a:lnTo>
                  <a:lnTo>
                    <a:pt x="1279088" y="1367661"/>
                  </a:lnTo>
                  <a:lnTo>
                    <a:pt x="1279072" y="1367664"/>
                  </a:lnTo>
                  <a:lnTo>
                    <a:pt x="1279053" y="1367665"/>
                  </a:lnTo>
                  <a:lnTo>
                    <a:pt x="1279041" y="1367666"/>
                  </a:lnTo>
                  <a:lnTo>
                    <a:pt x="1279028" y="1367669"/>
                  </a:lnTo>
                  <a:lnTo>
                    <a:pt x="1279018" y="1367672"/>
                  </a:lnTo>
                  <a:lnTo>
                    <a:pt x="1279013" y="1367675"/>
                  </a:lnTo>
                  <a:lnTo>
                    <a:pt x="1279002" y="1367684"/>
                  </a:lnTo>
                  <a:lnTo>
                    <a:pt x="1278995" y="1367689"/>
                  </a:lnTo>
                  <a:lnTo>
                    <a:pt x="1278990" y="1367692"/>
                  </a:lnTo>
                  <a:lnTo>
                    <a:pt x="1278983" y="1367694"/>
                  </a:lnTo>
                  <a:lnTo>
                    <a:pt x="1278979" y="1367690"/>
                  </a:lnTo>
                  <a:lnTo>
                    <a:pt x="1278977" y="1367684"/>
                  </a:lnTo>
                  <a:lnTo>
                    <a:pt x="1278974" y="1367677"/>
                  </a:lnTo>
                  <a:lnTo>
                    <a:pt x="1278970" y="1367672"/>
                  </a:lnTo>
                  <a:lnTo>
                    <a:pt x="1278955" y="1367669"/>
                  </a:lnTo>
                  <a:lnTo>
                    <a:pt x="1278939" y="1367665"/>
                  </a:lnTo>
                  <a:lnTo>
                    <a:pt x="1278923" y="1367662"/>
                  </a:lnTo>
                  <a:lnTo>
                    <a:pt x="1278909" y="1367660"/>
                  </a:lnTo>
                  <a:lnTo>
                    <a:pt x="1278901" y="1367659"/>
                  </a:lnTo>
                  <a:lnTo>
                    <a:pt x="1278896" y="1367658"/>
                  </a:lnTo>
                  <a:lnTo>
                    <a:pt x="1278891" y="1367655"/>
                  </a:lnTo>
                  <a:lnTo>
                    <a:pt x="1278861" y="1367679"/>
                  </a:lnTo>
                  <a:lnTo>
                    <a:pt x="1278818" y="1367714"/>
                  </a:lnTo>
                  <a:lnTo>
                    <a:pt x="1278753" y="1367730"/>
                  </a:lnTo>
                  <a:lnTo>
                    <a:pt x="1278580" y="1367664"/>
                  </a:lnTo>
                  <a:lnTo>
                    <a:pt x="1278497" y="1367763"/>
                  </a:lnTo>
                  <a:lnTo>
                    <a:pt x="1278424" y="1367758"/>
                  </a:lnTo>
                  <a:lnTo>
                    <a:pt x="1278420" y="1367757"/>
                  </a:lnTo>
                  <a:lnTo>
                    <a:pt x="1278415" y="1367756"/>
                  </a:lnTo>
                  <a:lnTo>
                    <a:pt x="1278411" y="1367757"/>
                  </a:lnTo>
                  <a:lnTo>
                    <a:pt x="1278406" y="1367759"/>
                  </a:lnTo>
                  <a:lnTo>
                    <a:pt x="1278400" y="1367762"/>
                  </a:lnTo>
                  <a:lnTo>
                    <a:pt x="1278397" y="1367768"/>
                  </a:lnTo>
                  <a:lnTo>
                    <a:pt x="1278393" y="1367771"/>
                  </a:lnTo>
                  <a:lnTo>
                    <a:pt x="1278389" y="1367774"/>
                  </a:lnTo>
                  <a:lnTo>
                    <a:pt x="1278377" y="1367780"/>
                  </a:lnTo>
                  <a:lnTo>
                    <a:pt x="1278357" y="1367788"/>
                  </a:lnTo>
                  <a:lnTo>
                    <a:pt x="1278350" y="1367791"/>
                  </a:lnTo>
                  <a:lnTo>
                    <a:pt x="1278347" y="1367793"/>
                  </a:lnTo>
                  <a:lnTo>
                    <a:pt x="1278344" y="1367797"/>
                  </a:lnTo>
                  <a:lnTo>
                    <a:pt x="1278341" y="1367801"/>
                  </a:lnTo>
                  <a:lnTo>
                    <a:pt x="1278335" y="1367808"/>
                  </a:lnTo>
                  <a:lnTo>
                    <a:pt x="1278331" y="1367810"/>
                  </a:lnTo>
                  <a:lnTo>
                    <a:pt x="1278320" y="1367810"/>
                  </a:lnTo>
                  <a:lnTo>
                    <a:pt x="1278313" y="1367810"/>
                  </a:lnTo>
                  <a:lnTo>
                    <a:pt x="1278305" y="1367809"/>
                  </a:lnTo>
                  <a:lnTo>
                    <a:pt x="1278300" y="1367809"/>
                  </a:lnTo>
                  <a:lnTo>
                    <a:pt x="1278293" y="1367808"/>
                  </a:lnTo>
                  <a:lnTo>
                    <a:pt x="1278287" y="1367807"/>
                  </a:lnTo>
                  <a:lnTo>
                    <a:pt x="1278281" y="1367809"/>
                  </a:lnTo>
                  <a:lnTo>
                    <a:pt x="1278277" y="1367812"/>
                  </a:lnTo>
                  <a:lnTo>
                    <a:pt x="1278263" y="1367820"/>
                  </a:lnTo>
                  <a:lnTo>
                    <a:pt x="1278252" y="1367824"/>
                  </a:lnTo>
                  <a:lnTo>
                    <a:pt x="1278242" y="1367826"/>
                  </a:lnTo>
                  <a:lnTo>
                    <a:pt x="1278236" y="1367828"/>
                  </a:lnTo>
                  <a:lnTo>
                    <a:pt x="1278229" y="1367831"/>
                  </a:lnTo>
                  <a:lnTo>
                    <a:pt x="1278225" y="1367836"/>
                  </a:lnTo>
                  <a:lnTo>
                    <a:pt x="1278222" y="1367841"/>
                  </a:lnTo>
                  <a:lnTo>
                    <a:pt x="1278215" y="1367844"/>
                  </a:lnTo>
                  <a:lnTo>
                    <a:pt x="1278210" y="1367846"/>
                  </a:lnTo>
                  <a:lnTo>
                    <a:pt x="1278203" y="1367850"/>
                  </a:lnTo>
                  <a:lnTo>
                    <a:pt x="1278198" y="1367854"/>
                  </a:lnTo>
                  <a:lnTo>
                    <a:pt x="1278194" y="1367858"/>
                  </a:lnTo>
                  <a:lnTo>
                    <a:pt x="1278191" y="1367863"/>
                  </a:lnTo>
                  <a:lnTo>
                    <a:pt x="1278188" y="1367869"/>
                  </a:lnTo>
                  <a:lnTo>
                    <a:pt x="1278186" y="1367873"/>
                  </a:lnTo>
                  <a:lnTo>
                    <a:pt x="1278183" y="1367876"/>
                  </a:lnTo>
                  <a:lnTo>
                    <a:pt x="1278179" y="1367879"/>
                  </a:lnTo>
                  <a:lnTo>
                    <a:pt x="1278172" y="1367885"/>
                  </a:lnTo>
                  <a:lnTo>
                    <a:pt x="1278166" y="1367889"/>
                  </a:lnTo>
                  <a:lnTo>
                    <a:pt x="1278162" y="1367892"/>
                  </a:lnTo>
                  <a:lnTo>
                    <a:pt x="1278152" y="1367891"/>
                  </a:lnTo>
                  <a:lnTo>
                    <a:pt x="1278143" y="1367892"/>
                  </a:lnTo>
                  <a:lnTo>
                    <a:pt x="1278134" y="1367893"/>
                  </a:lnTo>
                  <a:lnTo>
                    <a:pt x="1278111" y="1367899"/>
                  </a:lnTo>
                  <a:lnTo>
                    <a:pt x="1278096" y="1367902"/>
                  </a:lnTo>
                  <a:lnTo>
                    <a:pt x="1278087" y="1367905"/>
                  </a:lnTo>
                  <a:lnTo>
                    <a:pt x="1278082" y="1367907"/>
                  </a:lnTo>
                  <a:lnTo>
                    <a:pt x="1278077" y="1367910"/>
                  </a:lnTo>
                  <a:lnTo>
                    <a:pt x="1278071" y="1367915"/>
                  </a:lnTo>
                  <a:lnTo>
                    <a:pt x="1278064" y="1367922"/>
                  </a:lnTo>
                  <a:lnTo>
                    <a:pt x="1278057" y="1367929"/>
                  </a:lnTo>
                  <a:lnTo>
                    <a:pt x="1278054" y="1367932"/>
                  </a:lnTo>
                  <a:lnTo>
                    <a:pt x="1278044" y="1367940"/>
                  </a:lnTo>
                  <a:lnTo>
                    <a:pt x="1278031" y="1367947"/>
                  </a:lnTo>
                  <a:lnTo>
                    <a:pt x="1278024" y="1367951"/>
                  </a:lnTo>
                  <a:lnTo>
                    <a:pt x="1278013" y="1367955"/>
                  </a:lnTo>
                  <a:lnTo>
                    <a:pt x="1278008" y="1367956"/>
                  </a:lnTo>
                  <a:lnTo>
                    <a:pt x="1277998" y="1367959"/>
                  </a:lnTo>
                  <a:lnTo>
                    <a:pt x="1277987" y="1367959"/>
                  </a:lnTo>
                  <a:lnTo>
                    <a:pt x="1277978" y="1367956"/>
                  </a:lnTo>
                  <a:lnTo>
                    <a:pt x="1277946" y="1367948"/>
                  </a:lnTo>
                  <a:lnTo>
                    <a:pt x="1277929" y="1367940"/>
                  </a:lnTo>
                  <a:lnTo>
                    <a:pt x="1277925" y="1367938"/>
                  </a:lnTo>
                  <a:lnTo>
                    <a:pt x="1277914" y="1367928"/>
                  </a:lnTo>
                  <a:lnTo>
                    <a:pt x="1277901" y="1367918"/>
                  </a:lnTo>
                  <a:lnTo>
                    <a:pt x="1277890" y="1367912"/>
                  </a:lnTo>
                  <a:lnTo>
                    <a:pt x="1277881" y="1367907"/>
                  </a:lnTo>
                  <a:lnTo>
                    <a:pt x="1277875" y="1367902"/>
                  </a:lnTo>
                  <a:lnTo>
                    <a:pt x="1277872" y="1367898"/>
                  </a:lnTo>
                  <a:lnTo>
                    <a:pt x="1277872" y="1367889"/>
                  </a:lnTo>
                  <a:lnTo>
                    <a:pt x="1277879" y="1367873"/>
                  </a:lnTo>
                  <a:lnTo>
                    <a:pt x="1277883" y="1367863"/>
                  </a:lnTo>
                  <a:lnTo>
                    <a:pt x="1277888" y="1367852"/>
                  </a:lnTo>
                  <a:lnTo>
                    <a:pt x="1277890" y="1367843"/>
                  </a:lnTo>
                  <a:lnTo>
                    <a:pt x="1277891" y="1367834"/>
                  </a:lnTo>
                  <a:lnTo>
                    <a:pt x="1277891" y="1367826"/>
                  </a:lnTo>
                  <a:lnTo>
                    <a:pt x="1277888" y="1367815"/>
                  </a:lnTo>
                  <a:lnTo>
                    <a:pt x="1277883" y="1367802"/>
                  </a:lnTo>
                  <a:lnTo>
                    <a:pt x="1277878" y="1367790"/>
                  </a:lnTo>
                  <a:lnTo>
                    <a:pt x="1277873" y="1367782"/>
                  </a:lnTo>
                  <a:lnTo>
                    <a:pt x="1277863" y="1367773"/>
                  </a:lnTo>
                  <a:lnTo>
                    <a:pt x="1277854" y="1367765"/>
                  </a:lnTo>
                  <a:lnTo>
                    <a:pt x="1277846" y="1367762"/>
                  </a:lnTo>
                  <a:lnTo>
                    <a:pt x="1277836" y="1367758"/>
                  </a:lnTo>
                  <a:lnTo>
                    <a:pt x="1277829" y="1367753"/>
                  </a:lnTo>
                  <a:lnTo>
                    <a:pt x="1277822" y="1367745"/>
                  </a:lnTo>
                  <a:lnTo>
                    <a:pt x="1277816" y="1367736"/>
                  </a:lnTo>
                  <a:lnTo>
                    <a:pt x="1277807" y="1367720"/>
                  </a:lnTo>
                  <a:lnTo>
                    <a:pt x="1277801" y="1367713"/>
                  </a:lnTo>
                  <a:lnTo>
                    <a:pt x="1277794" y="1367707"/>
                  </a:lnTo>
                  <a:lnTo>
                    <a:pt x="1277784" y="1367698"/>
                  </a:lnTo>
                  <a:lnTo>
                    <a:pt x="1277777" y="1367686"/>
                  </a:lnTo>
                  <a:lnTo>
                    <a:pt x="1277772" y="1367679"/>
                  </a:lnTo>
                  <a:lnTo>
                    <a:pt x="1277770" y="1367671"/>
                  </a:lnTo>
                  <a:lnTo>
                    <a:pt x="1277771" y="1367661"/>
                  </a:lnTo>
                  <a:lnTo>
                    <a:pt x="1277776" y="1367649"/>
                  </a:lnTo>
                  <a:lnTo>
                    <a:pt x="1277768" y="1367650"/>
                  </a:lnTo>
                  <a:lnTo>
                    <a:pt x="1277757" y="1367651"/>
                  </a:lnTo>
                  <a:lnTo>
                    <a:pt x="1277748" y="1367649"/>
                  </a:lnTo>
                  <a:lnTo>
                    <a:pt x="1277738" y="1367647"/>
                  </a:lnTo>
                  <a:lnTo>
                    <a:pt x="1277728" y="1367643"/>
                  </a:lnTo>
                  <a:lnTo>
                    <a:pt x="1277721" y="1367637"/>
                  </a:lnTo>
                  <a:lnTo>
                    <a:pt x="1277716" y="1367630"/>
                  </a:lnTo>
                  <a:lnTo>
                    <a:pt x="1277713" y="1367625"/>
                  </a:lnTo>
                  <a:lnTo>
                    <a:pt x="1277709" y="1367627"/>
                  </a:lnTo>
                  <a:lnTo>
                    <a:pt x="1277700" y="1367633"/>
                  </a:lnTo>
                  <a:lnTo>
                    <a:pt x="1277692" y="1367640"/>
                  </a:lnTo>
                  <a:lnTo>
                    <a:pt x="1277685" y="1367652"/>
                  </a:lnTo>
                  <a:lnTo>
                    <a:pt x="1277676" y="1367668"/>
                  </a:lnTo>
                  <a:lnTo>
                    <a:pt x="1277669" y="1367681"/>
                  </a:lnTo>
                  <a:lnTo>
                    <a:pt x="1277660" y="1367694"/>
                  </a:lnTo>
                  <a:lnTo>
                    <a:pt x="1277653" y="1367702"/>
                  </a:lnTo>
                  <a:lnTo>
                    <a:pt x="1277647" y="1367709"/>
                  </a:lnTo>
                  <a:lnTo>
                    <a:pt x="1277643" y="1367715"/>
                  </a:lnTo>
                  <a:lnTo>
                    <a:pt x="1277638" y="1367718"/>
                  </a:lnTo>
                  <a:lnTo>
                    <a:pt x="1277627" y="1367721"/>
                  </a:lnTo>
                  <a:lnTo>
                    <a:pt x="1277620" y="1367721"/>
                  </a:lnTo>
                  <a:lnTo>
                    <a:pt x="1277613" y="1367722"/>
                  </a:lnTo>
                  <a:lnTo>
                    <a:pt x="1277495" y="1367715"/>
                  </a:lnTo>
                  <a:lnTo>
                    <a:pt x="1277484" y="1367714"/>
                  </a:lnTo>
                  <a:lnTo>
                    <a:pt x="1277477" y="1367714"/>
                  </a:lnTo>
                  <a:lnTo>
                    <a:pt x="1277468" y="1367713"/>
                  </a:lnTo>
                  <a:lnTo>
                    <a:pt x="1277455" y="1367711"/>
                  </a:lnTo>
                  <a:lnTo>
                    <a:pt x="1277446" y="1367711"/>
                  </a:lnTo>
                  <a:lnTo>
                    <a:pt x="1277437" y="1367710"/>
                  </a:lnTo>
                  <a:lnTo>
                    <a:pt x="1277429" y="1367708"/>
                  </a:lnTo>
                  <a:lnTo>
                    <a:pt x="1277423" y="1367707"/>
                  </a:lnTo>
                  <a:lnTo>
                    <a:pt x="1277420" y="1367711"/>
                  </a:lnTo>
                  <a:lnTo>
                    <a:pt x="1277418" y="1367717"/>
                  </a:lnTo>
                  <a:lnTo>
                    <a:pt x="1277415" y="1367724"/>
                  </a:lnTo>
                  <a:lnTo>
                    <a:pt x="1277413" y="1367731"/>
                  </a:lnTo>
                  <a:lnTo>
                    <a:pt x="1277412" y="1367738"/>
                  </a:lnTo>
                  <a:lnTo>
                    <a:pt x="1277410" y="1367747"/>
                  </a:lnTo>
                  <a:lnTo>
                    <a:pt x="1277407" y="1367751"/>
                  </a:lnTo>
                  <a:lnTo>
                    <a:pt x="1277402" y="1367753"/>
                  </a:lnTo>
                  <a:lnTo>
                    <a:pt x="1277395" y="1367755"/>
                  </a:lnTo>
                  <a:lnTo>
                    <a:pt x="1277389" y="1367756"/>
                  </a:lnTo>
                  <a:lnTo>
                    <a:pt x="1277384" y="1367756"/>
                  </a:lnTo>
                  <a:lnTo>
                    <a:pt x="1277358" y="1367757"/>
                  </a:lnTo>
                  <a:lnTo>
                    <a:pt x="1277340" y="1367762"/>
                  </a:lnTo>
                  <a:lnTo>
                    <a:pt x="1277335" y="1367760"/>
                  </a:lnTo>
                  <a:lnTo>
                    <a:pt x="1277327" y="1367756"/>
                  </a:lnTo>
                  <a:lnTo>
                    <a:pt x="1277317" y="1367751"/>
                  </a:lnTo>
                  <a:lnTo>
                    <a:pt x="1277304" y="1367744"/>
                  </a:lnTo>
                  <a:lnTo>
                    <a:pt x="1277296" y="1367739"/>
                  </a:lnTo>
                  <a:lnTo>
                    <a:pt x="1277290" y="1367732"/>
                  </a:lnTo>
                  <a:lnTo>
                    <a:pt x="1277286" y="1367728"/>
                  </a:lnTo>
                  <a:lnTo>
                    <a:pt x="1277279" y="1367724"/>
                  </a:lnTo>
                  <a:lnTo>
                    <a:pt x="1277272" y="1367720"/>
                  </a:lnTo>
                  <a:lnTo>
                    <a:pt x="1277262" y="1367715"/>
                  </a:lnTo>
                  <a:lnTo>
                    <a:pt x="1277255" y="1367710"/>
                  </a:lnTo>
                  <a:lnTo>
                    <a:pt x="1277246" y="1367706"/>
                  </a:lnTo>
                  <a:lnTo>
                    <a:pt x="1277241" y="1367705"/>
                  </a:lnTo>
                  <a:lnTo>
                    <a:pt x="1277233" y="1367705"/>
                  </a:lnTo>
                  <a:lnTo>
                    <a:pt x="1277227" y="1367706"/>
                  </a:lnTo>
                  <a:lnTo>
                    <a:pt x="1277222" y="1367709"/>
                  </a:lnTo>
                  <a:lnTo>
                    <a:pt x="1277217" y="1367713"/>
                  </a:lnTo>
                  <a:lnTo>
                    <a:pt x="1277212" y="1367717"/>
                  </a:lnTo>
                  <a:lnTo>
                    <a:pt x="1277207" y="1367721"/>
                  </a:lnTo>
                  <a:lnTo>
                    <a:pt x="1277200" y="1367727"/>
                  </a:lnTo>
                  <a:lnTo>
                    <a:pt x="1277191" y="1367730"/>
                  </a:lnTo>
                  <a:lnTo>
                    <a:pt x="1277186" y="1367732"/>
                  </a:lnTo>
                  <a:lnTo>
                    <a:pt x="1277181" y="1367732"/>
                  </a:lnTo>
                  <a:lnTo>
                    <a:pt x="1277173" y="1367731"/>
                  </a:lnTo>
                  <a:lnTo>
                    <a:pt x="1277161" y="1367728"/>
                  </a:lnTo>
                  <a:lnTo>
                    <a:pt x="1277151" y="1367724"/>
                  </a:lnTo>
                  <a:lnTo>
                    <a:pt x="1277141" y="1367720"/>
                  </a:lnTo>
                  <a:lnTo>
                    <a:pt x="1277131" y="1367716"/>
                  </a:lnTo>
                  <a:lnTo>
                    <a:pt x="1277123" y="1367713"/>
                  </a:lnTo>
                  <a:lnTo>
                    <a:pt x="1277118" y="1367710"/>
                  </a:lnTo>
                  <a:lnTo>
                    <a:pt x="1277113" y="1367704"/>
                  </a:lnTo>
                  <a:lnTo>
                    <a:pt x="1277109" y="1367699"/>
                  </a:lnTo>
                  <a:lnTo>
                    <a:pt x="1277105" y="1367695"/>
                  </a:lnTo>
                  <a:lnTo>
                    <a:pt x="1277101" y="1367689"/>
                  </a:lnTo>
                  <a:lnTo>
                    <a:pt x="1277097" y="1367685"/>
                  </a:lnTo>
                  <a:lnTo>
                    <a:pt x="1277093" y="1367682"/>
                  </a:lnTo>
                  <a:lnTo>
                    <a:pt x="1277089" y="1367679"/>
                  </a:lnTo>
                  <a:lnTo>
                    <a:pt x="1277083" y="1367677"/>
                  </a:lnTo>
                  <a:lnTo>
                    <a:pt x="1277074" y="1367672"/>
                  </a:lnTo>
                  <a:lnTo>
                    <a:pt x="1277064" y="1367667"/>
                  </a:lnTo>
                  <a:lnTo>
                    <a:pt x="1277056" y="1367663"/>
                  </a:lnTo>
                  <a:lnTo>
                    <a:pt x="1277051" y="1367661"/>
                  </a:lnTo>
                  <a:lnTo>
                    <a:pt x="1277046" y="1367660"/>
                  </a:lnTo>
                  <a:lnTo>
                    <a:pt x="1277041" y="1367661"/>
                  </a:lnTo>
                  <a:lnTo>
                    <a:pt x="1277036" y="1367662"/>
                  </a:lnTo>
                  <a:lnTo>
                    <a:pt x="1277029" y="1367664"/>
                  </a:lnTo>
                  <a:lnTo>
                    <a:pt x="1277024" y="1367664"/>
                  </a:lnTo>
                  <a:lnTo>
                    <a:pt x="1277019" y="1367661"/>
                  </a:lnTo>
                  <a:lnTo>
                    <a:pt x="1277015" y="1367657"/>
                  </a:lnTo>
                  <a:lnTo>
                    <a:pt x="1277011" y="1367653"/>
                  </a:lnTo>
                  <a:lnTo>
                    <a:pt x="1277009" y="1367649"/>
                  </a:lnTo>
                  <a:lnTo>
                    <a:pt x="1277005" y="1367643"/>
                  </a:lnTo>
                  <a:lnTo>
                    <a:pt x="1277001" y="1367637"/>
                  </a:lnTo>
                  <a:lnTo>
                    <a:pt x="1276997" y="1367632"/>
                  </a:lnTo>
                  <a:lnTo>
                    <a:pt x="1276993" y="1367624"/>
                  </a:lnTo>
                  <a:lnTo>
                    <a:pt x="1276990" y="1367617"/>
                  </a:lnTo>
                  <a:lnTo>
                    <a:pt x="1276989" y="1367612"/>
                  </a:lnTo>
                  <a:lnTo>
                    <a:pt x="1276988" y="1367607"/>
                  </a:lnTo>
                  <a:lnTo>
                    <a:pt x="1276981" y="1367609"/>
                  </a:lnTo>
                  <a:lnTo>
                    <a:pt x="1276975" y="1367613"/>
                  </a:lnTo>
                  <a:lnTo>
                    <a:pt x="1276969" y="1367615"/>
                  </a:lnTo>
                  <a:lnTo>
                    <a:pt x="1276964" y="1367616"/>
                  </a:lnTo>
                  <a:lnTo>
                    <a:pt x="1276958" y="1367615"/>
                  </a:lnTo>
                  <a:lnTo>
                    <a:pt x="1276951" y="1367614"/>
                  </a:lnTo>
                  <a:lnTo>
                    <a:pt x="1276947" y="1367613"/>
                  </a:lnTo>
                  <a:lnTo>
                    <a:pt x="1276942" y="1367611"/>
                  </a:lnTo>
                  <a:lnTo>
                    <a:pt x="1276937" y="1367610"/>
                  </a:lnTo>
                  <a:lnTo>
                    <a:pt x="1276928" y="1367606"/>
                  </a:lnTo>
                  <a:lnTo>
                    <a:pt x="1276921" y="1367603"/>
                  </a:lnTo>
                  <a:lnTo>
                    <a:pt x="1276915" y="1367599"/>
                  </a:lnTo>
                  <a:lnTo>
                    <a:pt x="1276903" y="1367590"/>
                  </a:lnTo>
                  <a:lnTo>
                    <a:pt x="1276895" y="1367584"/>
                  </a:lnTo>
                  <a:lnTo>
                    <a:pt x="1276887" y="1367578"/>
                  </a:lnTo>
                  <a:lnTo>
                    <a:pt x="1276878" y="1367571"/>
                  </a:lnTo>
                  <a:lnTo>
                    <a:pt x="1276871" y="1367562"/>
                  </a:lnTo>
                  <a:lnTo>
                    <a:pt x="1276865" y="1367556"/>
                  </a:lnTo>
                  <a:lnTo>
                    <a:pt x="1276860" y="1367551"/>
                  </a:lnTo>
                  <a:lnTo>
                    <a:pt x="1276855" y="1367547"/>
                  </a:lnTo>
                  <a:lnTo>
                    <a:pt x="1276850" y="1367543"/>
                  </a:lnTo>
                  <a:lnTo>
                    <a:pt x="1276847" y="1367537"/>
                  </a:lnTo>
                  <a:lnTo>
                    <a:pt x="1276843" y="1367530"/>
                  </a:lnTo>
                  <a:lnTo>
                    <a:pt x="1276840" y="1367523"/>
                  </a:lnTo>
                  <a:lnTo>
                    <a:pt x="1276838" y="1367512"/>
                  </a:lnTo>
                  <a:lnTo>
                    <a:pt x="1276837" y="1367502"/>
                  </a:lnTo>
                  <a:lnTo>
                    <a:pt x="1276837" y="1367497"/>
                  </a:lnTo>
                  <a:lnTo>
                    <a:pt x="1276826" y="1367502"/>
                  </a:lnTo>
                  <a:lnTo>
                    <a:pt x="1276815" y="1367506"/>
                  </a:lnTo>
                  <a:lnTo>
                    <a:pt x="1276804" y="1367509"/>
                  </a:lnTo>
                  <a:lnTo>
                    <a:pt x="1276793" y="1367512"/>
                  </a:lnTo>
                  <a:lnTo>
                    <a:pt x="1276784" y="1367514"/>
                  </a:lnTo>
                  <a:lnTo>
                    <a:pt x="1276769" y="1367517"/>
                  </a:lnTo>
                  <a:lnTo>
                    <a:pt x="1276760" y="1367519"/>
                  </a:lnTo>
                  <a:lnTo>
                    <a:pt x="1276756" y="1367522"/>
                  </a:lnTo>
                  <a:lnTo>
                    <a:pt x="1276750" y="1367528"/>
                  </a:lnTo>
                  <a:lnTo>
                    <a:pt x="1276744" y="1367538"/>
                  </a:lnTo>
                  <a:lnTo>
                    <a:pt x="1276740" y="1367546"/>
                  </a:lnTo>
                  <a:lnTo>
                    <a:pt x="1276736" y="1367556"/>
                  </a:lnTo>
                  <a:lnTo>
                    <a:pt x="1276732" y="1367582"/>
                  </a:lnTo>
                  <a:lnTo>
                    <a:pt x="1276728" y="1367598"/>
                  </a:lnTo>
                  <a:lnTo>
                    <a:pt x="1276724" y="1367600"/>
                  </a:lnTo>
                  <a:lnTo>
                    <a:pt x="1276718" y="1367601"/>
                  </a:lnTo>
                  <a:lnTo>
                    <a:pt x="1276708" y="1367601"/>
                  </a:lnTo>
                  <a:lnTo>
                    <a:pt x="1276701" y="1367602"/>
                  </a:lnTo>
                  <a:lnTo>
                    <a:pt x="1276697" y="1367604"/>
                  </a:lnTo>
                  <a:lnTo>
                    <a:pt x="1276683" y="1367611"/>
                  </a:lnTo>
                  <a:lnTo>
                    <a:pt x="1276675" y="1367614"/>
                  </a:lnTo>
                  <a:lnTo>
                    <a:pt x="1276659" y="1367620"/>
                  </a:lnTo>
                  <a:lnTo>
                    <a:pt x="1276651" y="1367625"/>
                  </a:lnTo>
                  <a:lnTo>
                    <a:pt x="1276643" y="1367633"/>
                  </a:lnTo>
                  <a:lnTo>
                    <a:pt x="1276636" y="1367639"/>
                  </a:lnTo>
                  <a:lnTo>
                    <a:pt x="1276626" y="1367650"/>
                  </a:lnTo>
                  <a:lnTo>
                    <a:pt x="1276618" y="1367656"/>
                  </a:lnTo>
                  <a:lnTo>
                    <a:pt x="1276612" y="1367658"/>
                  </a:lnTo>
                  <a:lnTo>
                    <a:pt x="1276527" y="1367670"/>
                  </a:lnTo>
                  <a:lnTo>
                    <a:pt x="1276514" y="1367667"/>
                  </a:lnTo>
                  <a:lnTo>
                    <a:pt x="1276496" y="1367664"/>
                  </a:lnTo>
                  <a:lnTo>
                    <a:pt x="1276486" y="1367663"/>
                  </a:lnTo>
                  <a:lnTo>
                    <a:pt x="1276476" y="1367663"/>
                  </a:lnTo>
                  <a:lnTo>
                    <a:pt x="1276468" y="1367662"/>
                  </a:lnTo>
                  <a:lnTo>
                    <a:pt x="1276463" y="1367661"/>
                  </a:lnTo>
                  <a:lnTo>
                    <a:pt x="1276459" y="1367655"/>
                  </a:lnTo>
                  <a:lnTo>
                    <a:pt x="1276454" y="1367645"/>
                  </a:lnTo>
                  <a:lnTo>
                    <a:pt x="1276445" y="1367628"/>
                  </a:lnTo>
                  <a:lnTo>
                    <a:pt x="1276441" y="1367625"/>
                  </a:lnTo>
                  <a:lnTo>
                    <a:pt x="1276437" y="1367622"/>
                  </a:lnTo>
                  <a:lnTo>
                    <a:pt x="1276426" y="1367618"/>
                  </a:lnTo>
                  <a:lnTo>
                    <a:pt x="1276417" y="1367613"/>
                  </a:lnTo>
                  <a:lnTo>
                    <a:pt x="1276412" y="1367608"/>
                  </a:lnTo>
                  <a:lnTo>
                    <a:pt x="1276410" y="1367603"/>
                  </a:lnTo>
                  <a:lnTo>
                    <a:pt x="1276409" y="1367596"/>
                  </a:lnTo>
                  <a:lnTo>
                    <a:pt x="1276407" y="1367583"/>
                  </a:lnTo>
                  <a:lnTo>
                    <a:pt x="1276406" y="1367570"/>
                  </a:lnTo>
                  <a:lnTo>
                    <a:pt x="1276394" y="1367559"/>
                  </a:lnTo>
                  <a:lnTo>
                    <a:pt x="1276386" y="1367550"/>
                  </a:lnTo>
                  <a:lnTo>
                    <a:pt x="1276370" y="1367536"/>
                  </a:lnTo>
                  <a:lnTo>
                    <a:pt x="1276373" y="1367529"/>
                  </a:lnTo>
                  <a:lnTo>
                    <a:pt x="1276379" y="1367515"/>
                  </a:lnTo>
                  <a:lnTo>
                    <a:pt x="1276385" y="1367502"/>
                  </a:lnTo>
                  <a:lnTo>
                    <a:pt x="1276387" y="1367496"/>
                  </a:lnTo>
                  <a:lnTo>
                    <a:pt x="1276386" y="1367492"/>
                  </a:lnTo>
                  <a:lnTo>
                    <a:pt x="1276384" y="1367487"/>
                  </a:lnTo>
                  <a:lnTo>
                    <a:pt x="1276380" y="1367477"/>
                  </a:lnTo>
                  <a:lnTo>
                    <a:pt x="1276375" y="1367463"/>
                  </a:lnTo>
                  <a:lnTo>
                    <a:pt x="1276372" y="1367454"/>
                  </a:lnTo>
                  <a:lnTo>
                    <a:pt x="1276369" y="1367445"/>
                  </a:lnTo>
                  <a:lnTo>
                    <a:pt x="1276368" y="1367438"/>
                  </a:lnTo>
                  <a:lnTo>
                    <a:pt x="1276366" y="1367424"/>
                  </a:lnTo>
                  <a:lnTo>
                    <a:pt x="1276232" y="1367415"/>
                  </a:lnTo>
                  <a:lnTo>
                    <a:pt x="1276232" y="1367424"/>
                  </a:lnTo>
                  <a:lnTo>
                    <a:pt x="1276230" y="1367435"/>
                  </a:lnTo>
                  <a:lnTo>
                    <a:pt x="1276228" y="1367441"/>
                  </a:lnTo>
                  <a:lnTo>
                    <a:pt x="1276187" y="1367491"/>
                  </a:lnTo>
                  <a:lnTo>
                    <a:pt x="1276166" y="1367517"/>
                  </a:lnTo>
                  <a:lnTo>
                    <a:pt x="1276092" y="1367581"/>
                  </a:lnTo>
                  <a:lnTo>
                    <a:pt x="1275919" y="1367472"/>
                  </a:lnTo>
                  <a:lnTo>
                    <a:pt x="1275606" y="1367274"/>
                  </a:lnTo>
                  <a:lnTo>
                    <a:pt x="1275634" y="1367268"/>
                  </a:lnTo>
                  <a:lnTo>
                    <a:pt x="1275650" y="1367265"/>
                  </a:lnTo>
                  <a:lnTo>
                    <a:pt x="1275657" y="1367264"/>
                  </a:lnTo>
                  <a:lnTo>
                    <a:pt x="1275663" y="1367263"/>
                  </a:lnTo>
                  <a:lnTo>
                    <a:pt x="1275670" y="1367261"/>
                  </a:lnTo>
                  <a:lnTo>
                    <a:pt x="1275673" y="1367258"/>
                  </a:lnTo>
                  <a:lnTo>
                    <a:pt x="1275675" y="1367252"/>
                  </a:lnTo>
                  <a:lnTo>
                    <a:pt x="1275673" y="1367244"/>
                  </a:lnTo>
                  <a:lnTo>
                    <a:pt x="1275671" y="1367236"/>
                  </a:lnTo>
                  <a:lnTo>
                    <a:pt x="1275670" y="1367232"/>
                  </a:lnTo>
                  <a:lnTo>
                    <a:pt x="1275670" y="1367227"/>
                  </a:lnTo>
                  <a:lnTo>
                    <a:pt x="1275670" y="1367218"/>
                  </a:lnTo>
                  <a:lnTo>
                    <a:pt x="1275672" y="1367210"/>
                  </a:lnTo>
                  <a:lnTo>
                    <a:pt x="1275678" y="1367204"/>
                  </a:lnTo>
                  <a:lnTo>
                    <a:pt x="1275683" y="1367200"/>
                  </a:lnTo>
                  <a:lnTo>
                    <a:pt x="1275690" y="1367196"/>
                  </a:lnTo>
                  <a:lnTo>
                    <a:pt x="1275687" y="1367189"/>
                  </a:lnTo>
                  <a:lnTo>
                    <a:pt x="1275685" y="1367182"/>
                  </a:lnTo>
                  <a:lnTo>
                    <a:pt x="1275684" y="1367177"/>
                  </a:lnTo>
                  <a:lnTo>
                    <a:pt x="1275685" y="1367170"/>
                  </a:lnTo>
                  <a:lnTo>
                    <a:pt x="1275687" y="1367162"/>
                  </a:lnTo>
                  <a:lnTo>
                    <a:pt x="1275691" y="1367153"/>
                  </a:lnTo>
                  <a:lnTo>
                    <a:pt x="1275693" y="1367147"/>
                  </a:lnTo>
                  <a:lnTo>
                    <a:pt x="1275695" y="1367138"/>
                  </a:lnTo>
                  <a:lnTo>
                    <a:pt x="1275699" y="1367129"/>
                  </a:lnTo>
                  <a:lnTo>
                    <a:pt x="1275702" y="1367123"/>
                  </a:lnTo>
                  <a:lnTo>
                    <a:pt x="1275705" y="1367119"/>
                  </a:lnTo>
                  <a:lnTo>
                    <a:pt x="1275709" y="1367113"/>
                  </a:lnTo>
                  <a:lnTo>
                    <a:pt x="1275712" y="1367107"/>
                  </a:lnTo>
                  <a:lnTo>
                    <a:pt x="1275717" y="1367100"/>
                  </a:lnTo>
                  <a:lnTo>
                    <a:pt x="1275721" y="1367092"/>
                  </a:lnTo>
                  <a:lnTo>
                    <a:pt x="1275725" y="1367086"/>
                  </a:lnTo>
                  <a:lnTo>
                    <a:pt x="1275726" y="1367078"/>
                  </a:lnTo>
                  <a:lnTo>
                    <a:pt x="1275726" y="1367071"/>
                  </a:lnTo>
                  <a:lnTo>
                    <a:pt x="1275725" y="1367063"/>
                  </a:lnTo>
                  <a:lnTo>
                    <a:pt x="1275723" y="1367053"/>
                  </a:lnTo>
                  <a:lnTo>
                    <a:pt x="1275721" y="1367046"/>
                  </a:lnTo>
                  <a:lnTo>
                    <a:pt x="1275720" y="1367039"/>
                  </a:lnTo>
                  <a:lnTo>
                    <a:pt x="1275719" y="1367030"/>
                  </a:lnTo>
                  <a:lnTo>
                    <a:pt x="1275717" y="1367019"/>
                  </a:lnTo>
                  <a:lnTo>
                    <a:pt x="1275715" y="1367008"/>
                  </a:lnTo>
                  <a:lnTo>
                    <a:pt x="1275715" y="1366997"/>
                  </a:lnTo>
                  <a:lnTo>
                    <a:pt x="1275715" y="1366989"/>
                  </a:lnTo>
                  <a:lnTo>
                    <a:pt x="1275715" y="1366983"/>
                  </a:lnTo>
                  <a:lnTo>
                    <a:pt x="1275717" y="1366976"/>
                  </a:lnTo>
                  <a:lnTo>
                    <a:pt x="1275717" y="1366970"/>
                  </a:lnTo>
                  <a:lnTo>
                    <a:pt x="1275717" y="1366964"/>
                  </a:lnTo>
                  <a:lnTo>
                    <a:pt x="1275721" y="1366959"/>
                  </a:lnTo>
                  <a:lnTo>
                    <a:pt x="1275726" y="1366957"/>
                  </a:lnTo>
                  <a:lnTo>
                    <a:pt x="1275730" y="1366955"/>
                  </a:lnTo>
                  <a:lnTo>
                    <a:pt x="1275734" y="1366953"/>
                  </a:lnTo>
                  <a:lnTo>
                    <a:pt x="1275737" y="1366948"/>
                  </a:lnTo>
                  <a:lnTo>
                    <a:pt x="1275734" y="1366933"/>
                  </a:lnTo>
                  <a:lnTo>
                    <a:pt x="1275733" y="1366924"/>
                  </a:lnTo>
                  <a:lnTo>
                    <a:pt x="1275733" y="1366915"/>
                  </a:lnTo>
                  <a:lnTo>
                    <a:pt x="1275737" y="1366907"/>
                  </a:lnTo>
                  <a:lnTo>
                    <a:pt x="1275740" y="1366901"/>
                  </a:lnTo>
                  <a:lnTo>
                    <a:pt x="1275746" y="1366894"/>
                  </a:lnTo>
                  <a:lnTo>
                    <a:pt x="1275752" y="1366885"/>
                  </a:lnTo>
                  <a:lnTo>
                    <a:pt x="1275756" y="1366877"/>
                  </a:lnTo>
                  <a:lnTo>
                    <a:pt x="1275760" y="1366866"/>
                  </a:lnTo>
                  <a:lnTo>
                    <a:pt x="1275761" y="1366857"/>
                  </a:lnTo>
                  <a:lnTo>
                    <a:pt x="1275758" y="1366851"/>
                  </a:lnTo>
                  <a:lnTo>
                    <a:pt x="1275755" y="1366842"/>
                  </a:lnTo>
                  <a:lnTo>
                    <a:pt x="1275751" y="1366831"/>
                  </a:lnTo>
                  <a:lnTo>
                    <a:pt x="1275751" y="1366821"/>
                  </a:lnTo>
                  <a:lnTo>
                    <a:pt x="1275751" y="1366810"/>
                  </a:lnTo>
                  <a:lnTo>
                    <a:pt x="1275752" y="1366793"/>
                  </a:lnTo>
                  <a:lnTo>
                    <a:pt x="1275752" y="1366783"/>
                  </a:lnTo>
                  <a:lnTo>
                    <a:pt x="1275751" y="1366769"/>
                  </a:lnTo>
                  <a:lnTo>
                    <a:pt x="1275748" y="1366757"/>
                  </a:lnTo>
                  <a:lnTo>
                    <a:pt x="1275744" y="1366744"/>
                  </a:lnTo>
                  <a:lnTo>
                    <a:pt x="1275738" y="1366732"/>
                  </a:lnTo>
                  <a:lnTo>
                    <a:pt x="1275735" y="1366719"/>
                  </a:lnTo>
                  <a:lnTo>
                    <a:pt x="1275734" y="1366704"/>
                  </a:lnTo>
                  <a:lnTo>
                    <a:pt x="1275735" y="1366697"/>
                  </a:lnTo>
                  <a:lnTo>
                    <a:pt x="1275738" y="1366674"/>
                  </a:lnTo>
                  <a:lnTo>
                    <a:pt x="1275738" y="1366662"/>
                  </a:lnTo>
                  <a:lnTo>
                    <a:pt x="1275739" y="1366653"/>
                  </a:lnTo>
                  <a:lnTo>
                    <a:pt x="1275741" y="1366644"/>
                  </a:lnTo>
                  <a:lnTo>
                    <a:pt x="1275742" y="1366639"/>
                  </a:lnTo>
                  <a:lnTo>
                    <a:pt x="1275743" y="1366634"/>
                  </a:lnTo>
                  <a:lnTo>
                    <a:pt x="1275741" y="1366627"/>
                  </a:lnTo>
                  <a:lnTo>
                    <a:pt x="1275740" y="1366620"/>
                  </a:lnTo>
                  <a:lnTo>
                    <a:pt x="1275739" y="1366611"/>
                  </a:lnTo>
                  <a:lnTo>
                    <a:pt x="1275736" y="1366598"/>
                  </a:lnTo>
                  <a:lnTo>
                    <a:pt x="1275736" y="1366586"/>
                  </a:lnTo>
                  <a:lnTo>
                    <a:pt x="1275789" y="1366571"/>
                  </a:lnTo>
                  <a:lnTo>
                    <a:pt x="1275793" y="1366567"/>
                  </a:lnTo>
                  <a:lnTo>
                    <a:pt x="1275796" y="1366563"/>
                  </a:lnTo>
                  <a:lnTo>
                    <a:pt x="1275799" y="1366559"/>
                  </a:lnTo>
                  <a:lnTo>
                    <a:pt x="1275800" y="1366552"/>
                  </a:lnTo>
                  <a:lnTo>
                    <a:pt x="1275803" y="1366545"/>
                  </a:lnTo>
                  <a:lnTo>
                    <a:pt x="1275805" y="1366538"/>
                  </a:lnTo>
                  <a:lnTo>
                    <a:pt x="1275806" y="1366529"/>
                  </a:lnTo>
                  <a:lnTo>
                    <a:pt x="1275808" y="1366519"/>
                  </a:lnTo>
                  <a:lnTo>
                    <a:pt x="1275809" y="1366513"/>
                  </a:lnTo>
                  <a:lnTo>
                    <a:pt x="1275813" y="1366507"/>
                  </a:lnTo>
                  <a:lnTo>
                    <a:pt x="1275819" y="1366505"/>
                  </a:lnTo>
                  <a:lnTo>
                    <a:pt x="1275823" y="1366504"/>
                  </a:lnTo>
                  <a:lnTo>
                    <a:pt x="1275827" y="1366501"/>
                  </a:lnTo>
                  <a:lnTo>
                    <a:pt x="1275830" y="1366496"/>
                  </a:lnTo>
                  <a:lnTo>
                    <a:pt x="1275832" y="1366490"/>
                  </a:lnTo>
                  <a:lnTo>
                    <a:pt x="1275835" y="1366485"/>
                  </a:lnTo>
                  <a:lnTo>
                    <a:pt x="1275840" y="1366484"/>
                  </a:lnTo>
                  <a:lnTo>
                    <a:pt x="1275847" y="1366485"/>
                  </a:lnTo>
                  <a:lnTo>
                    <a:pt x="1275865" y="1366486"/>
                  </a:lnTo>
                  <a:lnTo>
                    <a:pt x="1275960" y="1366520"/>
                  </a:lnTo>
                  <a:lnTo>
                    <a:pt x="1275965" y="1366521"/>
                  </a:lnTo>
                  <a:lnTo>
                    <a:pt x="1275971" y="1366523"/>
                  </a:lnTo>
                  <a:lnTo>
                    <a:pt x="1275975" y="1366527"/>
                  </a:lnTo>
                  <a:lnTo>
                    <a:pt x="1275979" y="1366533"/>
                  </a:lnTo>
                  <a:lnTo>
                    <a:pt x="1275983" y="1366539"/>
                  </a:lnTo>
                  <a:lnTo>
                    <a:pt x="1275989" y="1366544"/>
                  </a:lnTo>
                  <a:lnTo>
                    <a:pt x="1275994" y="1366549"/>
                  </a:lnTo>
                  <a:lnTo>
                    <a:pt x="1276003" y="1366555"/>
                  </a:lnTo>
                  <a:lnTo>
                    <a:pt x="1276012" y="1366558"/>
                  </a:lnTo>
                  <a:lnTo>
                    <a:pt x="1276061" y="1366531"/>
                  </a:lnTo>
                  <a:lnTo>
                    <a:pt x="1276072" y="1366506"/>
                  </a:lnTo>
                  <a:lnTo>
                    <a:pt x="1276073" y="1366496"/>
                  </a:lnTo>
                  <a:lnTo>
                    <a:pt x="1276073" y="1366486"/>
                  </a:lnTo>
                  <a:lnTo>
                    <a:pt x="1276074" y="1366478"/>
                  </a:lnTo>
                  <a:lnTo>
                    <a:pt x="1276076" y="1366470"/>
                  </a:lnTo>
                  <a:lnTo>
                    <a:pt x="1276084" y="1366458"/>
                  </a:lnTo>
                  <a:lnTo>
                    <a:pt x="1276089" y="1366452"/>
                  </a:lnTo>
                  <a:lnTo>
                    <a:pt x="1276092" y="1366448"/>
                  </a:lnTo>
                  <a:lnTo>
                    <a:pt x="1276097" y="1366443"/>
                  </a:lnTo>
                  <a:lnTo>
                    <a:pt x="1276104" y="1366437"/>
                  </a:lnTo>
                  <a:lnTo>
                    <a:pt x="1276107" y="1366434"/>
                  </a:lnTo>
                  <a:lnTo>
                    <a:pt x="1276113" y="1366425"/>
                  </a:lnTo>
                  <a:lnTo>
                    <a:pt x="1276115" y="1366418"/>
                  </a:lnTo>
                  <a:lnTo>
                    <a:pt x="1276117" y="1366406"/>
                  </a:lnTo>
                  <a:lnTo>
                    <a:pt x="1276120" y="1366395"/>
                  </a:lnTo>
                  <a:lnTo>
                    <a:pt x="1276127" y="1366379"/>
                  </a:lnTo>
                  <a:lnTo>
                    <a:pt x="1276128" y="1366370"/>
                  </a:lnTo>
                  <a:lnTo>
                    <a:pt x="1276127" y="1366360"/>
                  </a:lnTo>
                  <a:lnTo>
                    <a:pt x="1276139" y="1366358"/>
                  </a:lnTo>
                  <a:lnTo>
                    <a:pt x="1276151" y="1366354"/>
                  </a:lnTo>
                  <a:lnTo>
                    <a:pt x="1276163" y="1366353"/>
                  </a:lnTo>
                  <a:lnTo>
                    <a:pt x="1276180" y="1366349"/>
                  </a:lnTo>
                  <a:lnTo>
                    <a:pt x="1276197" y="1366343"/>
                  </a:lnTo>
                  <a:lnTo>
                    <a:pt x="1276207" y="1366340"/>
                  </a:lnTo>
                  <a:lnTo>
                    <a:pt x="1276214" y="1366337"/>
                  </a:lnTo>
                  <a:lnTo>
                    <a:pt x="1276239" y="1366342"/>
                  </a:lnTo>
                  <a:lnTo>
                    <a:pt x="1276251" y="1366343"/>
                  </a:lnTo>
                  <a:lnTo>
                    <a:pt x="1276259" y="1366341"/>
                  </a:lnTo>
                  <a:lnTo>
                    <a:pt x="1276263" y="1366341"/>
                  </a:lnTo>
                  <a:lnTo>
                    <a:pt x="1276269" y="1366336"/>
                  </a:lnTo>
                  <a:lnTo>
                    <a:pt x="1276280" y="1366330"/>
                  </a:lnTo>
                  <a:lnTo>
                    <a:pt x="1276291" y="1366321"/>
                  </a:lnTo>
                  <a:lnTo>
                    <a:pt x="1276294" y="1366319"/>
                  </a:lnTo>
                  <a:lnTo>
                    <a:pt x="1276300" y="1366314"/>
                  </a:lnTo>
                  <a:lnTo>
                    <a:pt x="1276316" y="1366312"/>
                  </a:lnTo>
                  <a:lnTo>
                    <a:pt x="1276329" y="1366313"/>
                  </a:lnTo>
                  <a:lnTo>
                    <a:pt x="1276338" y="1366316"/>
                  </a:lnTo>
                  <a:lnTo>
                    <a:pt x="1276347" y="1366316"/>
                  </a:lnTo>
                  <a:lnTo>
                    <a:pt x="1276356" y="1366316"/>
                  </a:lnTo>
                  <a:lnTo>
                    <a:pt x="1276362" y="1366312"/>
                  </a:lnTo>
                  <a:lnTo>
                    <a:pt x="1276375" y="1366308"/>
                  </a:lnTo>
                  <a:lnTo>
                    <a:pt x="1276386" y="1366303"/>
                  </a:lnTo>
                  <a:lnTo>
                    <a:pt x="1276394" y="1366301"/>
                  </a:lnTo>
                  <a:lnTo>
                    <a:pt x="1276401" y="1366299"/>
                  </a:lnTo>
                  <a:lnTo>
                    <a:pt x="1276415" y="1366292"/>
                  </a:lnTo>
                  <a:lnTo>
                    <a:pt x="1276433" y="1366277"/>
                  </a:lnTo>
                  <a:lnTo>
                    <a:pt x="1276460" y="1366257"/>
                  </a:lnTo>
                  <a:lnTo>
                    <a:pt x="1276476" y="1366244"/>
                  </a:lnTo>
                  <a:lnTo>
                    <a:pt x="1276485" y="1366234"/>
                  </a:lnTo>
                  <a:lnTo>
                    <a:pt x="1276497" y="1366220"/>
                  </a:lnTo>
                  <a:lnTo>
                    <a:pt x="1276507" y="1366208"/>
                  </a:lnTo>
                  <a:lnTo>
                    <a:pt x="1276514" y="1366197"/>
                  </a:lnTo>
                  <a:lnTo>
                    <a:pt x="1276517" y="1366188"/>
                  </a:lnTo>
                  <a:lnTo>
                    <a:pt x="1276539" y="1366138"/>
                  </a:lnTo>
                  <a:lnTo>
                    <a:pt x="1276552" y="1366120"/>
                  </a:lnTo>
                  <a:lnTo>
                    <a:pt x="1276557" y="1366114"/>
                  </a:lnTo>
                  <a:lnTo>
                    <a:pt x="1276562" y="1366104"/>
                  </a:lnTo>
                  <a:lnTo>
                    <a:pt x="1276566" y="1366094"/>
                  </a:lnTo>
                  <a:lnTo>
                    <a:pt x="1276570" y="1366075"/>
                  </a:lnTo>
                  <a:lnTo>
                    <a:pt x="1276575" y="1366064"/>
                  </a:lnTo>
                  <a:lnTo>
                    <a:pt x="1276580" y="1366059"/>
                  </a:lnTo>
                  <a:lnTo>
                    <a:pt x="1276596" y="1366059"/>
                  </a:lnTo>
                  <a:lnTo>
                    <a:pt x="1276604" y="1366058"/>
                  </a:lnTo>
                  <a:lnTo>
                    <a:pt x="1276614" y="1366058"/>
                  </a:lnTo>
                  <a:lnTo>
                    <a:pt x="1276623" y="1366040"/>
                  </a:lnTo>
                  <a:lnTo>
                    <a:pt x="1276629" y="1366029"/>
                  </a:lnTo>
                  <a:lnTo>
                    <a:pt x="1276630" y="1366020"/>
                  </a:lnTo>
                  <a:lnTo>
                    <a:pt x="1276634" y="1366015"/>
                  </a:lnTo>
                  <a:lnTo>
                    <a:pt x="1276639" y="1366010"/>
                  </a:lnTo>
                  <a:lnTo>
                    <a:pt x="1276646" y="1366008"/>
                  </a:lnTo>
                  <a:lnTo>
                    <a:pt x="1276653" y="1366004"/>
                  </a:lnTo>
                  <a:lnTo>
                    <a:pt x="1276657" y="1365998"/>
                  </a:lnTo>
                  <a:lnTo>
                    <a:pt x="1276658" y="1365991"/>
                  </a:lnTo>
                  <a:lnTo>
                    <a:pt x="1276659" y="1365980"/>
                  </a:lnTo>
                  <a:lnTo>
                    <a:pt x="1276658" y="1365975"/>
                  </a:lnTo>
                  <a:lnTo>
                    <a:pt x="1276654" y="1365972"/>
                  </a:lnTo>
                  <a:lnTo>
                    <a:pt x="1276654" y="1365965"/>
                  </a:lnTo>
                  <a:lnTo>
                    <a:pt x="1276657" y="1365956"/>
                  </a:lnTo>
                  <a:lnTo>
                    <a:pt x="1276658" y="1365948"/>
                  </a:lnTo>
                  <a:lnTo>
                    <a:pt x="1276658" y="1365939"/>
                  </a:lnTo>
                  <a:lnTo>
                    <a:pt x="1276655" y="1365929"/>
                  </a:lnTo>
                  <a:lnTo>
                    <a:pt x="1276653" y="1365922"/>
                  </a:lnTo>
                  <a:lnTo>
                    <a:pt x="1276650" y="1365913"/>
                  </a:lnTo>
                  <a:lnTo>
                    <a:pt x="1276650" y="1365908"/>
                  </a:lnTo>
                  <a:lnTo>
                    <a:pt x="1276652" y="1365901"/>
                  </a:lnTo>
                  <a:lnTo>
                    <a:pt x="1276653" y="1365893"/>
                  </a:lnTo>
                  <a:lnTo>
                    <a:pt x="1276652" y="1365889"/>
                  </a:lnTo>
                  <a:lnTo>
                    <a:pt x="1276648" y="1365882"/>
                  </a:lnTo>
                  <a:lnTo>
                    <a:pt x="1276644" y="1365876"/>
                  </a:lnTo>
                  <a:lnTo>
                    <a:pt x="1276638" y="1365869"/>
                  </a:lnTo>
                  <a:lnTo>
                    <a:pt x="1276632" y="1365861"/>
                  </a:lnTo>
                  <a:lnTo>
                    <a:pt x="1276631" y="1365854"/>
                  </a:lnTo>
                  <a:lnTo>
                    <a:pt x="1276630" y="1365847"/>
                  </a:lnTo>
                  <a:lnTo>
                    <a:pt x="1276630" y="1365840"/>
                  </a:lnTo>
                  <a:lnTo>
                    <a:pt x="1276630" y="1365834"/>
                  </a:lnTo>
                  <a:lnTo>
                    <a:pt x="1276629" y="1365828"/>
                  </a:lnTo>
                  <a:lnTo>
                    <a:pt x="1276627" y="1365824"/>
                  </a:lnTo>
                  <a:lnTo>
                    <a:pt x="1276623" y="1365821"/>
                  </a:lnTo>
                  <a:lnTo>
                    <a:pt x="1276618" y="1365820"/>
                  </a:lnTo>
                  <a:lnTo>
                    <a:pt x="1276613" y="1365821"/>
                  </a:lnTo>
                  <a:lnTo>
                    <a:pt x="1276608" y="1365821"/>
                  </a:lnTo>
                  <a:lnTo>
                    <a:pt x="1276601" y="1365821"/>
                  </a:lnTo>
                  <a:lnTo>
                    <a:pt x="1276593" y="1365821"/>
                  </a:lnTo>
                  <a:lnTo>
                    <a:pt x="1276585" y="1365822"/>
                  </a:lnTo>
                  <a:lnTo>
                    <a:pt x="1276580" y="1365826"/>
                  </a:lnTo>
                  <a:lnTo>
                    <a:pt x="1276574" y="1365833"/>
                  </a:lnTo>
                  <a:lnTo>
                    <a:pt x="1276569" y="1365839"/>
                  </a:lnTo>
                  <a:lnTo>
                    <a:pt x="1276563" y="1365843"/>
                  </a:lnTo>
                  <a:lnTo>
                    <a:pt x="1276558" y="1365845"/>
                  </a:lnTo>
                  <a:lnTo>
                    <a:pt x="1276552" y="1365847"/>
                  </a:lnTo>
                  <a:lnTo>
                    <a:pt x="1276547" y="1365849"/>
                  </a:lnTo>
                  <a:lnTo>
                    <a:pt x="1276535" y="1365812"/>
                  </a:lnTo>
                  <a:lnTo>
                    <a:pt x="1276513" y="1365762"/>
                  </a:lnTo>
                  <a:lnTo>
                    <a:pt x="1276528" y="1365751"/>
                  </a:lnTo>
                  <a:lnTo>
                    <a:pt x="1276548" y="1365740"/>
                  </a:lnTo>
                  <a:lnTo>
                    <a:pt x="1276558" y="1365733"/>
                  </a:lnTo>
                  <a:lnTo>
                    <a:pt x="1276575" y="1365718"/>
                  </a:lnTo>
                  <a:lnTo>
                    <a:pt x="1276583" y="1365713"/>
                  </a:lnTo>
                  <a:lnTo>
                    <a:pt x="1276588" y="1365709"/>
                  </a:lnTo>
                  <a:lnTo>
                    <a:pt x="1276597" y="1365701"/>
                  </a:lnTo>
                  <a:lnTo>
                    <a:pt x="1276601" y="1365697"/>
                  </a:lnTo>
                  <a:lnTo>
                    <a:pt x="1276604" y="1365694"/>
                  </a:lnTo>
                  <a:lnTo>
                    <a:pt x="1276609" y="1365688"/>
                  </a:lnTo>
                  <a:lnTo>
                    <a:pt x="1276617" y="1365678"/>
                  </a:lnTo>
                  <a:lnTo>
                    <a:pt x="1276642" y="1365652"/>
                  </a:lnTo>
                  <a:lnTo>
                    <a:pt x="1276645" y="1365641"/>
                  </a:lnTo>
                  <a:lnTo>
                    <a:pt x="1276652" y="1365626"/>
                  </a:lnTo>
                  <a:lnTo>
                    <a:pt x="1276658" y="1365611"/>
                  </a:lnTo>
                  <a:lnTo>
                    <a:pt x="1276661" y="1365602"/>
                  </a:lnTo>
                  <a:lnTo>
                    <a:pt x="1276664" y="1365592"/>
                  </a:lnTo>
                  <a:lnTo>
                    <a:pt x="1276671" y="1365570"/>
                  </a:lnTo>
                  <a:lnTo>
                    <a:pt x="1276678" y="1365546"/>
                  </a:lnTo>
                  <a:lnTo>
                    <a:pt x="1276679" y="1365539"/>
                  </a:lnTo>
                  <a:lnTo>
                    <a:pt x="1276680" y="1365532"/>
                  </a:lnTo>
                  <a:lnTo>
                    <a:pt x="1276678" y="1365522"/>
                  </a:lnTo>
                  <a:lnTo>
                    <a:pt x="1276673" y="1365514"/>
                  </a:lnTo>
                  <a:lnTo>
                    <a:pt x="1276671" y="1365504"/>
                  </a:lnTo>
                  <a:lnTo>
                    <a:pt x="1276671" y="1365493"/>
                  </a:lnTo>
                  <a:lnTo>
                    <a:pt x="1276671" y="1365487"/>
                  </a:lnTo>
                  <a:lnTo>
                    <a:pt x="1276673" y="1365474"/>
                  </a:lnTo>
                  <a:lnTo>
                    <a:pt x="1276671" y="1365467"/>
                  </a:lnTo>
                  <a:lnTo>
                    <a:pt x="1276667" y="1365459"/>
                  </a:lnTo>
                  <a:lnTo>
                    <a:pt x="1276660" y="1365446"/>
                  </a:lnTo>
                  <a:lnTo>
                    <a:pt x="1276655" y="1365434"/>
                  </a:lnTo>
                  <a:lnTo>
                    <a:pt x="1276655" y="1365427"/>
                  </a:lnTo>
                  <a:lnTo>
                    <a:pt x="1276655" y="1365420"/>
                  </a:lnTo>
                  <a:lnTo>
                    <a:pt x="1276659" y="1365404"/>
                  </a:lnTo>
                  <a:lnTo>
                    <a:pt x="1276665" y="1365396"/>
                  </a:lnTo>
                  <a:lnTo>
                    <a:pt x="1276671" y="1365387"/>
                  </a:lnTo>
                  <a:lnTo>
                    <a:pt x="1276673" y="1365312"/>
                  </a:lnTo>
                  <a:lnTo>
                    <a:pt x="1276664" y="1365286"/>
                  </a:lnTo>
                  <a:lnTo>
                    <a:pt x="1276652" y="1365256"/>
                  </a:lnTo>
                  <a:lnTo>
                    <a:pt x="1276646" y="1365244"/>
                  </a:lnTo>
                  <a:lnTo>
                    <a:pt x="1276642" y="1365240"/>
                  </a:lnTo>
                  <a:lnTo>
                    <a:pt x="1276636" y="1365238"/>
                  </a:lnTo>
                  <a:lnTo>
                    <a:pt x="1276630" y="1365234"/>
                  </a:lnTo>
                  <a:lnTo>
                    <a:pt x="1276626" y="1365229"/>
                  </a:lnTo>
                  <a:lnTo>
                    <a:pt x="1276622" y="1365225"/>
                  </a:lnTo>
                  <a:lnTo>
                    <a:pt x="1276617" y="1365218"/>
                  </a:lnTo>
                  <a:lnTo>
                    <a:pt x="1276614" y="1365214"/>
                  </a:lnTo>
                  <a:lnTo>
                    <a:pt x="1276609" y="1365202"/>
                  </a:lnTo>
                  <a:lnTo>
                    <a:pt x="1276596" y="1365207"/>
                  </a:lnTo>
                  <a:lnTo>
                    <a:pt x="1276592" y="1365208"/>
                  </a:lnTo>
                  <a:lnTo>
                    <a:pt x="1276590" y="1365213"/>
                  </a:lnTo>
                  <a:lnTo>
                    <a:pt x="1276585" y="1365218"/>
                  </a:lnTo>
                  <a:lnTo>
                    <a:pt x="1276574" y="1365218"/>
                  </a:lnTo>
                  <a:lnTo>
                    <a:pt x="1276563" y="1365216"/>
                  </a:lnTo>
                  <a:lnTo>
                    <a:pt x="1276557" y="1365214"/>
                  </a:lnTo>
                  <a:lnTo>
                    <a:pt x="1276548" y="1365203"/>
                  </a:lnTo>
                  <a:lnTo>
                    <a:pt x="1276540" y="1365191"/>
                  </a:lnTo>
                  <a:lnTo>
                    <a:pt x="1276536" y="1365187"/>
                  </a:lnTo>
                  <a:lnTo>
                    <a:pt x="1276521" y="1365175"/>
                  </a:lnTo>
                  <a:lnTo>
                    <a:pt x="1276512" y="1365169"/>
                  </a:lnTo>
                  <a:lnTo>
                    <a:pt x="1276506" y="1365165"/>
                  </a:lnTo>
                  <a:lnTo>
                    <a:pt x="1276498" y="1365160"/>
                  </a:lnTo>
                  <a:lnTo>
                    <a:pt x="1276489" y="1365158"/>
                  </a:lnTo>
                  <a:lnTo>
                    <a:pt x="1276477" y="1365163"/>
                  </a:lnTo>
                  <a:lnTo>
                    <a:pt x="1276471" y="1365165"/>
                  </a:lnTo>
                  <a:lnTo>
                    <a:pt x="1276465" y="1365165"/>
                  </a:lnTo>
                  <a:lnTo>
                    <a:pt x="1276450" y="1365165"/>
                  </a:lnTo>
                  <a:lnTo>
                    <a:pt x="1276434" y="1365164"/>
                  </a:lnTo>
                  <a:lnTo>
                    <a:pt x="1276423" y="1365163"/>
                  </a:lnTo>
                  <a:lnTo>
                    <a:pt x="1276413" y="1365161"/>
                  </a:lnTo>
                  <a:lnTo>
                    <a:pt x="1276404" y="1365157"/>
                  </a:lnTo>
                  <a:lnTo>
                    <a:pt x="1276393" y="1365152"/>
                  </a:lnTo>
                  <a:lnTo>
                    <a:pt x="1276384" y="1365147"/>
                  </a:lnTo>
                  <a:lnTo>
                    <a:pt x="1276371" y="1365140"/>
                  </a:lnTo>
                  <a:lnTo>
                    <a:pt x="1276361" y="1365136"/>
                  </a:lnTo>
                  <a:lnTo>
                    <a:pt x="1276353" y="1365131"/>
                  </a:lnTo>
                  <a:lnTo>
                    <a:pt x="1276345" y="1365120"/>
                  </a:lnTo>
                  <a:lnTo>
                    <a:pt x="1276337" y="1365106"/>
                  </a:lnTo>
                  <a:lnTo>
                    <a:pt x="1276330" y="1365092"/>
                  </a:lnTo>
                  <a:lnTo>
                    <a:pt x="1276325" y="1365082"/>
                  </a:lnTo>
                  <a:lnTo>
                    <a:pt x="1276319" y="1365074"/>
                  </a:lnTo>
                  <a:lnTo>
                    <a:pt x="1276313" y="1365066"/>
                  </a:lnTo>
                  <a:lnTo>
                    <a:pt x="1276308" y="1365060"/>
                  </a:lnTo>
                  <a:lnTo>
                    <a:pt x="1276302" y="1365051"/>
                  </a:lnTo>
                  <a:lnTo>
                    <a:pt x="1276297" y="1365042"/>
                  </a:lnTo>
                  <a:lnTo>
                    <a:pt x="1276292" y="1365032"/>
                  </a:lnTo>
                  <a:lnTo>
                    <a:pt x="1276287" y="1365025"/>
                  </a:lnTo>
                  <a:lnTo>
                    <a:pt x="1276284" y="1365018"/>
                  </a:lnTo>
                  <a:lnTo>
                    <a:pt x="1276279" y="1365006"/>
                  </a:lnTo>
                  <a:lnTo>
                    <a:pt x="1276274" y="1364997"/>
                  </a:lnTo>
                  <a:lnTo>
                    <a:pt x="1276264" y="1364984"/>
                  </a:lnTo>
                  <a:lnTo>
                    <a:pt x="1276260" y="1364977"/>
                  </a:lnTo>
                  <a:lnTo>
                    <a:pt x="1276254" y="1364974"/>
                  </a:lnTo>
                  <a:lnTo>
                    <a:pt x="1276248" y="1364973"/>
                  </a:lnTo>
                  <a:lnTo>
                    <a:pt x="1276239" y="1364972"/>
                  </a:lnTo>
                  <a:lnTo>
                    <a:pt x="1276231" y="1364971"/>
                  </a:lnTo>
                  <a:lnTo>
                    <a:pt x="1276225" y="1364963"/>
                  </a:lnTo>
                  <a:lnTo>
                    <a:pt x="1276222" y="1364956"/>
                  </a:lnTo>
                  <a:lnTo>
                    <a:pt x="1276217" y="1364947"/>
                  </a:lnTo>
                  <a:lnTo>
                    <a:pt x="1276212" y="1364940"/>
                  </a:lnTo>
                  <a:lnTo>
                    <a:pt x="1276208" y="1364935"/>
                  </a:lnTo>
                  <a:lnTo>
                    <a:pt x="1276205" y="1364931"/>
                  </a:lnTo>
                  <a:lnTo>
                    <a:pt x="1276202" y="1364927"/>
                  </a:lnTo>
                  <a:lnTo>
                    <a:pt x="1276191" y="1364919"/>
                  </a:lnTo>
                  <a:lnTo>
                    <a:pt x="1276183" y="1364912"/>
                  </a:lnTo>
                  <a:lnTo>
                    <a:pt x="1276176" y="1364906"/>
                  </a:lnTo>
                  <a:lnTo>
                    <a:pt x="1276167" y="1364899"/>
                  </a:lnTo>
                  <a:lnTo>
                    <a:pt x="1276159" y="1364893"/>
                  </a:lnTo>
                  <a:lnTo>
                    <a:pt x="1276159" y="1364887"/>
                  </a:lnTo>
                  <a:lnTo>
                    <a:pt x="1276159" y="1364880"/>
                  </a:lnTo>
                  <a:lnTo>
                    <a:pt x="1276160" y="1364873"/>
                  </a:lnTo>
                  <a:lnTo>
                    <a:pt x="1276159" y="1364868"/>
                  </a:lnTo>
                  <a:lnTo>
                    <a:pt x="1276156" y="1364864"/>
                  </a:lnTo>
                  <a:lnTo>
                    <a:pt x="1276152" y="1364859"/>
                  </a:lnTo>
                  <a:lnTo>
                    <a:pt x="1276115" y="1364821"/>
                  </a:lnTo>
                  <a:lnTo>
                    <a:pt x="1276107" y="1364814"/>
                  </a:lnTo>
                  <a:lnTo>
                    <a:pt x="1276104" y="1364809"/>
                  </a:lnTo>
                  <a:lnTo>
                    <a:pt x="1276103" y="1364802"/>
                  </a:lnTo>
                  <a:lnTo>
                    <a:pt x="1276103" y="1364792"/>
                  </a:lnTo>
                  <a:lnTo>
                    <a:pt x="1276104" y="1364778"/>
                  </a:lnTo>
                  <a:lnTo>
                    <a:pt x="1276105" y="1364771"/>
                  </a:lnTo>
                  <a:lnTo>
                    <a:pt x="1276107" y="1364764"/>
                  </a:lnTo>
                  <a:lnTo>
                    <a:pt x="1276110" y="1364753"/>
                  </a:lnTo>
                  <a:lnTo>
                    <a:pt x="1276113" y="1364742"/>
                  </a:lnTo>
                  <a:lnTo>
                    <a:pt x="1276115" y="1364731"/>
                  </a:lnTo>
                  <a:lnTo>
                    <a:pt x="1276115" y="1364722"/>
                  </a:lnTo>
                  <a:lnTo>
                    <a:pt x="1276114" y="1364713"/>
                  </a:lnTo>
                  <a:lnTo>
                    <a:pt x="1276112" y="1364708"/>
                  </a:lnTo>
                  <a:lnTo>
                    <a:pt x="1276052" y="1364675"/>
                  </a:lnTo>
                  <a:lnTo>
                    <a:pt x="1276042" y="1364670"/>
                  </a:lnTo>
                  <a:lnTo>
                    <a:pt x="1276033" y="1364665"/>
                  </a:lnTo>
                  <a:lnTo>
                    <a:pt x="1276026" y="1364659"/>
                  </a:lnTo>
                  <a:lnTo>
                    <a:pt x="1276022" y="1364654"/>
                  </a:lnTo>
                  <a:lnTo>
                    <a:pt x="1276020" y="1364648"/>
                  </a:lnTo>
                  <a:lnTo>
                    <a:pt x="1276018" y="1364638"/>
                  </a:lnTo>
                  <a:lnTo>
                    <a:pt x="1276016" y="1364631"/>
                  </a:lnTo>
                  <a:lnTo>
                    <a:pt x="1276015" y="1364622"/>
                  </a:lnTo>
                  <a:lnTo>
                    <a:pt x="1276013" y="1364613"/>
                  </a:lnTo>
                  <a:lnTo>
                    <a:pt x="1276013" y="1364604"/>
                  </a:lnTo>
                  <a:lnTo>
                    <a:pt x="1276014" y="1364597"/>
                  </a:lnTo>
                  <a:lnTo>
                    <a:pt x="1275969" y="1364491"/>
                  </a:lnTo>
                  <a:lnTo>
                    <a:pt x="1275911" y="1364395"/>
                  </a:lnTo>
                  <a:lnTo>
                    <a:pt x="1275904" y="1364387"/>
                  </a:lnTo>
                  <a:lnTo>
                    <a:pt x="1275898" y="1364378"/>
                  </a:lnTo>
                  <a:lnTo>
                    <a:pt x="1275896" y="1364373"/>
                  </a:lnTo>
                  <a:lnTo>
                    <a:pt x="1275894" y="1364361"/>
                  </a:lnTo>
                  <a:lnTo>
                    <a:pt x="1275891" y="1364345"/>
                  </a:lnTo>
                  <a:lnTo>
                    <a:pt x="1275889" y="1364333"/>
                  </a:lnTo>
                  <a:lnTo>
                    <a:pt x="1275883" y="1364328"/>
                  </a:lnTo>
                  <a:lnTo>
                    <a:pt x="1275878" y="1364325"/>
                  </a:lnTo>
                  <a:lnTo>
                    <a:pt x="1275873" y="1364317"/>
                  </a:lnTo>
                  <a:lnTo>
                    <a:pt x="1275873" y="1364309"/>
                  </a:lnTo>
                  <a:lnTo>
                    <a:pt x="1275874" y="1364304"/>
                  </a:lnTo>
                  <a:lnTo>
                    <a:pt x="1275875" y="1364300"/>
                  </a:lnTo>
                  <a:lnTo>
                    <a:pt x="1275877" y="1364295"/>
                  </a:lnTo>
                  <a:lnTo>
                    <a:pt x="1275879" y="1364283"/>
                  </a:lnTo>
                  <a:lnTo>
                    <a:pt x="1275879" y="1364276"/>
                  </a:lnTo>
                  <a:lnTo>
                    <a:pt x="1275878" y="1364267"/>
                  </a:lnTo>
                  <a:lnTo>
                    <a:pt x="1275877" y="1364260"/>
                  </a:lnTo>
                  <a:lnTo>
                    <a:pt x="1275875" y="1364253"/>
                  </a:lnTo>
                  <a:lnTo>
                    <a:pt x="1275869" y="1364239"/>
                  </a:lnTo>
                  <a:lnTo>
                    <a:pt x="1275864" y="1364232"/>
                  </a:lnTo>
                  <a:lnTo>
                    <a:pt x="1275860" y="1364226"/>
                  </a:lnTo>
                  <a:lnTo>
                    <a:pt x="1275859" y="1364216"/>
                  </a:lnTo>
                  <a:lnTo>
                    <a:pt x="1275858" y="1364206"/>
                  </a:lnTo>
                  <a:lnTo>
                    <a:pt x="1275858" y="1364196"/>
                  </a:lnTo>
                  <a:lnTo>
                    <a:pt x="1275856" y="1364184"/>
                  </a:lnTo>
                  <a:lnTo>
                    <a:pt x="1275854" y="1364173"/>
                  </a:lnTo>
                  <a:lnTo>
                    <a:pt x="1275851" y="1364167"/>
                  </a:lnTo>
                  <a:lnTo>
                    <a:pt x="1275847" y="1364163"/>
                  </a:lnTo>
                  <a:lnTo>
                    <a:pt x="1275838" y="1364160"/>
                  </a:lnTo>
                  <a:lnTo>
                    <a:pt x="1275826" y="1364154"/>
                  </a:lnTo>
                  <a:lnTo>
                    <a:pt x="1275818" y="1364147"/>
                  </a:lnTo>
                  <a:lnTo>
                    <a:pt x="1275809" y="1364139"/>
                  </a:lnTo>
                  <a:lnTo>
                    <a:pt x="1275800" y="1364131"/>
                  </a:lnTo>
                  <a:lnTo>
                    <a:pt x="1275793" y="1364122"/>
                  </a:lnTo>
                  <a:lnTo>
                    <a:pt x="1275787" y="1364110"/>
                  </a:lnTo>
                  <a:lnTo>
                    <a:pt x="1275780" y="1364099"/>
                  </a:lnTo>
                  <a:lnTo>
                    <a:pt x="1275775" y="1364092"/>
                  </a:lnTo>
                  <a:lnTo>
                    <a:pt x="1275768" y="1364088"/>
                  </a:lnTo>
                  <a:lnTo>
                    <a:pt x="1275762" y="1364085"/>
                  </a:lnTo>
                  <a:lnTo>
                    <a:pt x="1275759" y="1364083"/>
                  </a:lnTo>
                  <a:lnTo>
                    <a:pt x="1275755" y="1364077"/>
                  </a:lnTo>
                  <a:lnTo>
                    <a:pt x="1275751" y="1364069"/>
                  </a:lnTo>
                  <a:lnTo>
                    <a:pt x="1275748" y="1364064"/>
                  </a:lnTo>
                  <a:lnTo>
                    <a:pt x="1275743" y="1364061"/>
                  </a:lnTo>
                  <a:lnTo>
                    <a:pt x="1275737" y="1364059"/>
                  </a:lnTo>
                  <a:lnTo>
                    <a:pt x="1275729" y="1364056"/>
                  </a:lnTo>
                  <a:lnTo>
                    <a:pt x="1275723" y="1364053"/>
                  </a:lnTo>
                  <a:lnTo>
                    <a:pt x="1275721" y="1364049"/>
                  </a:lnTo>
                  <a:lnTo>
                    <a:pt x="1275716" y="1364046"/>
                  </a:lnTo>
                  <a:lnTo>
                    <a:pt x="1275712" y="1364043"/>
                  </a:lnTo>
                  <a:lnTo>
                    <a:pt x="1275704" y="1364041"/>
                  </a:lnTo>
                  <a:lnTo>
                    <a:pt x="1275699" y="1364040"/>
                  </a:lnTo>
                  <a:lnTo>
                    <a:pt x="1275699" y="1364035"/>
                  </a:lnTo>
                  <a:lnTo>
                    <a:pt x="1275699" y="1364030"/>
                  </a:lnTo>
                  <a:lnTo>
                    <a:pt x="1275702" y="1364026"/>
                  </a:lnTo>
                  <a:lnTo>
                    <a:pt x="1275703" y="1364021"/>
                  </a:lnTo>
                  <a:lnTo>
                    <a:pt x="1275704" y="1364015"/>
                  </a:lnTo>
                  <a:lnTo>
                    <a:pt x="1275706" y="1364011"/>
                  </a:lnTo>
                  <a:lnTo>
                    <a:pt x="1275709" y="1364008"/>
                  </a:lnTo>
                  <a:lnTo>
                    <a:pt x="1275714" y="1364003"/>
                  </a:lnTo>
                  <a:lnTo>
                    <a:pt x="1275717" y="1364000"/>
                  </a:lnTo>
                  <a:lnTo>
                    <a:pt x="1275721" y="1363996"/>
                  </a:lnTo>
                  <a:lnTo>
                    <a:pt x="1275725" y="1363992"/>
                  </a:lnTo>
                  <a:lnTo>
                    <a:pt x="1275731" y="1363987"/>
                  </a:lnTo>
                  <a:lnTo>
                    <a:pt x="1275737" y="1363983"/>
                  </a:lnTo>
                  <a:lnTo>
                    <a:pt x="1275741" y="1363984"/>
                  </a:lnTo>
                  <a:lnTo>
                    <a:pt x="1275747" y="1363985"/>
                  </a:lnTo>
                  <a:lnTo>
                    <a:pt x="1275752" y="1363986"/>
                  </a:lnTo>
                  <a:lnTo>
                    <a:pt x="1275761" y="1363987"/>
                  </a:lnTo>
                  <a:lnTo>
                    <a:pt x="1275767" y="1363988"/>
                  </a:lnTo>
                  <a:lnTo>
                    <a:pt x="1275771" y="1363988"/>
                  </a:lnTo>
                  <a:lnTo>
                    <a:pt x="1275777" y="1363987"/>
                  </a:lnTo>
                  <a:lnTo>
                    <a:pt x="1275783" y="1363986"/>
                  </a:lnTo>
                  <a:lnTo>
                    <a:pt x="1275788" y="1363985"/>
                  </a:lnTo>
                  <a:lnTo>
                    <a:pt x="1275793" y="1363984"/>
                  </a:lnTo>
                  <a:lnTo>
                    <a:pt x="1275800" y="1363983"/>
                  </a:lnTo>
                  <a:lnTo>
                    <a:pt x="1275810" y="1363983"/>
                  </a:lnTo>
                  <a:lnTo>
                    <a:pt x="1275822" y="1363982"/>
                  </a:lnTo>
                  <a:lnTo>
                    <a:pt x="1275847" y="1363924"/>
                  </a:lnTo>
                  <a:lnTo>
                    <a:pt x="1275852" y="1363909"/>
                  </a:lnTo>
                  <a:lnTo>
                    <a:pt x="1275870" y="1363832"/>
                  </a:lnTo>
                  <a:lnTo>
                    <a:pt x="1275952" y="1363730"/>
                  </a:lnTo>
                  <a:lnTo>
                    <a:pt x="1275976" y="1363699"/>
                  </a:lnTo>
                  <a:lnTo>
                    <a:pt x="1275976" y="1363690"/>
                  </a:lnTo>
                  <a:lnTo>
                    <a:pt x="1275976" y="1363681"/>
                  </a:lnTo>
                  <a:lnTo>
                    <a:pt x="1275975" y="1363677"/>
                  </a:lnTo>
                  <a:lnTo>
                    <a:pt x="1275973" y="1363670"/>
                  </a:lnTo>
                  <a:lnTo>
                    <a:pt x="1275969" y="1363667"/>
                  </a:lnTo>
                  <a:lnTo>
                    <a:pt x="1275965" y="1363664"/>
                  </a:lnTo>
                  <a:lnTo>
                    <a:pt x="1275961" y="1363661"/>
                  </a:lnTo>
                  <a:lnTo>
                    <a:pt x="1275956" y="1363656"/>
                  </a:lnTo>
                  <a:lnTo>
                    <a:pt x="1275951" y="1363651"/>
                  </a:lnTo>
                  <a:lnTo>
                    <a:pt x="1275945" y="1363645"/>
                  </a:lnTo>
                  <a:lnTo>
                    <a:pt x="1275942" y="1363641"/>
                  </a:lnTo>
                  <a:lnTo>
                    <a:pt x="1275940" y="1363638"/>
                  </a:lnTo>
                  <a:lnTo>
                    <a:pt x="1275937" y="1363633"/>
                  </a:lnTo>
                  <a:lnTo>
                    <a:pt x="1275932" y="1363625"/>
                  </a:lnTo>
                  <a:lnTo>
                    <a:pt x="1275928" y="1363623"/>
                  </a:lnTo>
                  <a:lnTo>
                    <a:pt x="1275922" y="1363621"/>
                  </a:lnTo>
                  <a:lnTo>
                    <a:pt x="1275916" y="1363619"/>
                  </a:lnTo>
                  <a:lnTo>
                    <a:pt x="1275911" y="1363617"/>
                  </a:lnTo>
                  <a:lnTo>
                    <a:pt x="1275905" y="1363615"/>
                  </a:lnTo>
                  <a:lnTo>
                    <a:pt x="1275900" y="1363614"/>
                  </a:lnTo>
                  <a:lnTo>
                    <a:pt x="1275895" y="1363613"/>
                  </a:lnTo>
                  <a:lnTo>
                    <a:pt x="1275890" y="1363613"/>
                  </a:lnTo>
                  <a:lnTo>
                    <a:pt x="1275885" y="1363612"/>
                  </a:lnTo>
                  <a:lnTo>
                    <a:pt x="1275882" y="1363609"/>
                  </a:lnTo>
                  <a:lnTo>
                    <a:pt x="1275883" y="1363602"/>
                  </a:lnTo>
                  <a:lnTo>
                    <a:pt x="1275886" y="1363596"/>
                  </a:lnTo>
                  <a:lnTo>
                    <a:pt x="1275890" y="1363591"/>
                  </a:lnTo>
                  <a:lnTo>
                    <a:pt x="1275895" y="1363585"/>
                  </a:lnTo>
                  <a:lnTo>
                    <a:pt x="1275899" y="1363579"/>
                  </a:lnTo>
                  <a:lnTo>
                    <a:pt x="1275900" y="1363575"/>
                  </a:lnTo>
                  <a:lnTo>
                    <a:pt x="1275903" y="1363564"/>
                  </a:lnTo>
                  <a:lnTo>
                    <a:pt x="1275903" y="1363559"/>
                  </a:lnTo>
                  <a:lnTo>
                    <a:pt x="1275902" y="1363554"/>
                  </a:lnTo>
                  <a:lnTo>
                    <a:pt x="1275899" y="1363549"/>
                  </a:lnTo>
                  <a:lnTo>
                    <a:pt x="1275898" y="1363540"/>
                  </a:lnTo>
                  <a:lnTo>
                    <a:pt x="1275898" y="1363531"/>
                  </a:lnTo>
                  <a:lnTo>
                    <a:pt x="1275897" y="1363524"/>
                  </a:lnTo>
                  <a:lnTo>
                    <a:pt x="1275899" y="1363517"/>
                  </a:lnTo>
                  <a:lnTo>
                    <a:pt x="1275902" y="1363508"/>
                  </a:lnTo>
                  <a:lnTo>
                    <a:pt x="1275903" y="1363501"/>
                  </a:lnTo>
                  <a:lnTo>
                    <a:pt x="1275905" y="1363497"/>
                  </a:lnTo>
                  <a:lnTo>
                    <a:pt x="1275906" y="1363490"/>
                  </a:lnTo>
                  <a:lnTo>
                    <a:pt x="1275907" y="1363480"/>
                  </a:lnTo>
                  <a:lnTo>
                    <a:pt x="1275907" y="1363471"/>
                  </a:lnTo>
                  <a:lnTo>
                    <a:pt x="1275907" y="1363462"/>
                  </a:lnTo>
                  <a:lnTo>
                    <a:pt x="1275906" y="1363457"/>
                  </a:lnTo>
                  <a:lnTo>
                    <a:pt x="1275903" y="1363450"/>
                  </a:lnTo>
                  <a:lnTo>
                    <a:pt x="1275901" y="1363446"/>
                  </a:lnTo>
                  <a:lnTo>
                    <a:pt x="1275897" y="1363440"/>
                  </a:lnTo>
                  <a:lnTo>
                    <a:pt x="1275893" y="1363435"/>
                  </a:lnTo>
                  <a:lnTo>
                    <a:pt x="1275887" y="1363431"/>
                  </a:lnTo>
                  <a:lnTo>
                    <a:pt x="1275882" y="1363431"/>
                  </a:lnTo>
                  <a:lnTo>
                    <a:pt x="1275877" y="1363430"/>
                  </a:lnTo>
                  <a:lnTo>
                    <a:pt x="1275872" y="1363426"/>
                  </a:lnTo>
                  <a:lnTo>
                    <a:pt x="1275869" y="1363421"/>
                  </a:lnTo>
                  <a:lnTo>
                    <a:pt x="1275865" y="1363417"/>
                  </a:lnTo>
                  <a:lnTo>
                    <a:pt x="1275860" y="1363410"/>
                  </a:lnTo>
                  <a:lnTo>
                    <a:pt x="1275857" y="1363404"/>
                  </a:lnTo>
                  <a:lnTo>
                    <a:pt x="1275854" y="1363397"/>
                  </a:lnTo>
                  <a:lnTo>
                    <a:pt x="1275853" y="1363390"/>
                  </a:lnTo>
                  <a:lnTo>
                    <a:pt x="1275853" y="1363382"/>
                  </a:lnTo>
                  <a:lnTo>
                    <a:pt x="1275881" y="1363348"/>
                  </a:lnTo>
                  <a:lnTo>
                    <a:pt x="1275897" y="1363349"/>
                  </a:lnTo>
                  <a:lnTo>
                    <a:pt x="1275906" y="1363340"/>
                  </a:lnTo>
                  <a:lnTo>
                    <a:pt x="1275917" y="1363331"/>
                  </a:lnTo>
                  <a:lnTo>
                    <a:pt x="1275923" y="1363324"/>
                  </a:lnTo>
                  <a:lnTo>
                    <a:pt x="1275929" y="1363317"/>
                  </a:lnTo>
                  <a:lnTo>
                    <a:pt x="1275937" y="1363306"/>
                  </a:lnTo>
                  <a:lnTo>
                    <a:pt x="1275941" y="1363298"/>
                  </a:lnTo>
                  <a:lnTo>
                    <a:pt x="1275943" y="1363294"/>
                  </a:lnTo>
                  <a:lnTo>
                    <a:pt x="1275946" y="1363288"/>
                  </a:lnTo>
                  <a:lnTo>
                    <a:pt x="1275950" y="1363280"/>
                  </a:lnTo>
                  <a:lnTo>
                    <a:pt x="1275953" y="1363271"/>
                  </a:lnTo>
                  <a:lnTo>
                    <a:pt x="1275955" y="1363265"/>
                  </a:lnTo>
                  <a:lnTo>
                    <a:pt x="1275958" y="1363255"/>
                  </a:lnTo>
                  <a:lnTo>
                    <a:pt x="1275958" y="1363246"/>
                  </a:lnTo>
                  <a:lnTo>
                    <a:pt x="1275957" y="1363237"/>
                  </a:lnTo>
                  <a:lnTo>
                    <a:pt x="1275956" y="1363230"/>
                  </a:lnTo>
                  <a:lnTo>
                    <a:pt x="1275953" y="1363225"/>
                  </a:lnTo>
                  <a:lnTo>
                    <a:pt x="1275951" y="1363217"/>
                  </a:lnTo>
                  <a:lnTo>
                    <a:pt x="1275948" y="1363210"/>
                  </a:lnTo>
                  <a:lnTo>
                    <a:pt x="1275942" y="1363204"/>
                  </a:lnTo>
                  <a:lnTo>
                    <a:pt x="1275939" y="1363198"/>
                  </a:lnTo>
                  <a:lnTo>
                    <a:pt x="1275937" y="1363193"/>
                  </a:lnTo>
                  <a:lnTo>
                    <a:pt x="1275934" y="1363187"/>
                  </a:lnTo>
                  <a:lnTo>
                    <a:pt x="1275932" y="1363179"/>
                  </a:lnTo>
                  <a:lnTo>
                    <a:pt x="1275929" y="1363169"/>
                  </a:lnTo>
                  <a:lnTo>
                    <a:pt x="1275927" y="1363163"/>
                  </a:lnTo>
                  <a:lnTo>
                    <a:pt x="1275925" y="1363156"/>
                  </a:lnTo>
                  <a:lnTo>
                    <a:pt x="1275922" y="1363150"/>
                  </a:lnTo>
                  <a:lnTo>
                    <a:pt x="1275918" y="1363145"/>
                  </a:lnTo>
                  <a:lnTo>
                    <a:pt x="1275913" y="1363140"/>
                  </a:lnTo>
                  <a:lnTo>
                    <a:pt x="1275909" y="1363137"/>
                  </a:lnTo>
                  <a:lnTo>
                    <a:pt x="1275904" y="1363133"/>
                  </a:lnTo>
                  <a:lnTo>
                    <a:pt x="1275898" y="1363128"/>
                  </a:lnTo>
                  <a:lnTo>
                    <a:pt x="1275893" y="1363122"/>
                  </a:lnTo>
                  <a:lnTo>
                    <a:pt x="1275885" y="1363113"/>
                  </a:lnTo>
                  <a:lnTo>
                    <a:pt x="1275882" y="1363109"/>
                  </a:lnTo>
                  <a:lnTo>
                    <a:pt x="1275875" y="1363102"/>
                  </a:lnTo>
                  <a:lnTo>
                    <a:pt x="1275872" y="1363097"/>
                  </a:lnTo>
                  <a:lnTo>
                    <a:pt x="1275870" y="1363091"/>
                  </a:lnTo>
                  <a:lnTo>
                    <a:pt x="1275867" y="1363084"/>
                  </a:lnTo>
                  <a:lnTo>
                    <a:pt x="1275865" y="1363077"/>
                  </a:lnTo>
                  <a:lnTo>
                    <a:pt x="1275863" y="1363071"/>
                  </a:lnTo>
                  <a:lnTo>
                    <a:pt x="1275863" y="1363065"/>
                  </a:lnTo>
                  <a:lnTo>
                    <a:pt x="1275864" y="1363057"/>
                  </a:lnTo>
                  <a:lnTo>
                    <a:pt x="1275868" y="1363052"/>
                  </a:lnTo>
                  <a:lnTo>
                    <a:pt x="1275873" y="1363046"/>
                  </a:lnTo>
                  <a:lnTo>
                    <a:pt x="1275873" y="1363039"/>
                  </a:lnTo>
                  <a:lnTo>
                    <a:pt x="1275873" y="1363033"/>
                  </a:lnTo>
                  <a:lnTo>
                    <a:pt x="1275873" y="1363027"/>
                  </a:lnTo>
                  <a:lnTo>
                    <a:pt x="1275873" y="1363022"/>
                  </a:lnTo>
                  <a:lnTo>
                    <a:pt x="1275870" y="1363012"/>
                  </a:lnTo>
                  <a:lnTo>
                    <a:pt x="1275863" y="1363006"/>
                  </a:lnTo>
                  <a:lnTo>
                    <a:pt x="1275851" y="1362998"/>
                  </a:lnTo>
                  <a:lnTo>
                    <a:pt x="1275835" y="1362984"/>
                  </a:lnTo>
                  <a:lnTo>
                    <a:pt x="1275823" y="1362973"/>
                  </a:lnTo>
                  <a:lnTo>
                    <a:pt x="1275811" y="1362968"/>
                  </a:lnTo>
                  <a:lnTo>
                    <a:pt x="1275802" y="1362960"/>
                  </a:lnTo>
                  <a:lnTo>
                    <a:pt x="1275789" y="1362949"/>
                  </a:lnTo>
                  <a:lnTo>
                    <a:pt x="1275781" y="1362939"/>
                  </a:lnTo>
                  <a:lnTo>
                    <a:pt x="1275776" y="1362933"/>
                  </a:lnTo>
                  <a:lnTo>
                    <a:pt x="1275771" y="1362934"/>
                  </a:lnTo>
                  <a:lnTo>
                    <a:pt x="1275762" y="1362937"/>
                  </a:lnTo>
                  <a:lnTo>
                    <a:pt x="1275753" y="1362939"/>
                  </a:lnTo>
                  <a:lnTo>
                    <a:pt x="1275745" y="1362942"/>
                  </a:lnTo>
                  <a:lnTo>
                    <a:pt x="1275738" y="1362944"/>
                  </a:lnTo>
                  <a:lnTo>
                    <a:pt x="1275734" y="1362946"/>
                  </a:lnTo>
                  <a:lnTo>
                    <a:pt x="1275730" y="1362947"/>
                  </a:lnTo>
                  <a:lnTo>
                    <a:pt x="1275722" y="1362950"/>
                  </a:lnTo>
                  <a:lnTo>
                    <a:pt x="1275713" y="1362954"/>
                  </a:lnTo>
                  <a:lnTo>
                    <a:pt x="1275709" y="1362956"/>
                  </a:lnTo>
                  <a:lnTo>
                    <a:pt x="1275704" y="1362956"/>
                  </a:lnTo>
                  <a:lnTo>
                    <a:pt x="1275691" y="1362957"/>
                  </a:lnTo>
                  <a:lnTo>
                    <a:pt x="1275673" y="1362958"/>
                  </a:lnTo>
                  <a:lnTo>
                    <a:pt x="1275665" y="1362958"/>
                  </a:lnTo>
                  <a:lnTo>
                    <a:pt x="1275649" y="1362958"/>
                  </a:lnTo>
                  <a:lnTo>
                    <a:pt x="1275640" y="1362955"/>
                  </a:lnTo>
                  <a:lnTo>
                    <a:pt x="1275630" y="1362945"/>
                  </a:lnTo>
                  <a:lnTo>
                    <a:pt x="1275625" y="1362935"/>
                  </a:lnTo>
                  <a:lnTo>
                    <a:pt x="1275626" y="1362924"/>
                  </a:lnTo>
                  <a:lnTo>
                    <a:pt x="1275627" y="1362914"/>
                  </a:lnTo>
                  <a:lnTo>
                    <a:pt x="1275629" y="1362899"/>
                  </a:lnTo>
                  <a:lnTo>
                    <a:pt x="1275630" y="1362887"/>
                  </a:lnTo>
                  <a:lnTo>
                    <a:pt x="1275627" y="1362878"/>
                  </a:lnTo>
                  <a:lnTo>
                    <a:pt x="1275620" y="1362861"/>
                  </a:lnTo>
                  <a:lnTo>
                    <a:pt x="1275616" y="1362849"/>
                  </a:lnTo>
                  <a:lnTo>
                    <a:pt x="1275616" y="1362838"/>
                  </a:lnTo>
                  <a:lnTo>
                    <a:pt x="1275619" y="1362831"/>
                  </a:lnTo>
                  <a:lnTo>
                    <a:pt x="1275624" y="1362824"/>
                  </a:lnTo>
                  <a:lnTo>
                    <a:pt x="1275628" y="1362817"/>
                  </a:lnTo>
                  <a:lnTo>
                    <a:pt x="1275633" y="1362811"/>
                  </a:lnTo>
                  <a:lnTo>
                    <a:pt x="1275635" y="1362807"/>
                  </a:lnTo>
                  <a:lnTo>
                    <a:pt x="1275638" y="1362802"/>
                  </a:lnTo>
                  <a:lnTo>
                    <a:pt x="1275641" y="1362798"/>
                  </a:lnTo>
                  <a:lnTo>
                    <a:pt x="1275646" y="1362793"/>
                  </a:lnTo>
                  <a:lnTo>
                    <a:pt x="1275649" y="1362790"/>
                  </a:lnTo>
                  <a:lnTo>
                    <a:pt x="1275655" y="1362785"/>
                  </a:lnTo>
                  <a:lnTo>
                    <a:pt x="1275659" y="1362781"/>
                  </a:lnTo>
                  <a:lnTo>
                    <a:pt x="1275666" y="1362775"/>
                  </a:lnTo>
                  <a:lnTo>
                    <a:pt x="1275670" y="1362771"/>
                  </a:lnTo>
                  <a:lnTo>
                    <a:pt x="1275674" y="1362768"/>
                  </a:lnTo>
                  <a:lnTo>
                    <a:pt x="1275679" y="1362762"/>
                  </a:lnTo>
                  <a:lnTo>
                    <a:pt x="1275682" y="1362757"/>
                  </a:lnTo>
                  <a:lnTo>
                    <a:pt x="1275685" y="1362752"/>
                  </a:lnTo>
                  <a:lnTo>
                    <a:pt x="1275688" y="1362747"/>
                  </a:lnTo>
                  <a:lnTo>
                    <a:pt x="1275690" y="1362741"/>
                  </a:lnTo>
                  <a:lnTo>
                    <a:pt x="1275692" y="1362734"/>
                  </a:lnTo>
                  <a:lnTo>
                    <a:pt x="1275694" y="1362728"/>
                  </a:lnTo>
                  <a:lnTo>
                    <a:pt x="1275695" y="1362723"/>
                  </a:lnTo>
                  <a:lnTo>
                    <a:pt x="1275695" y="1362716"/>
                  </a:lnTo>
                  <a:lnTo>
                    <a:pt x="1275692" y="1362708"/>
                  </a:lnTo>
                  <a:lnTo>
                    <a:pt x="1275691" y="1362702"/>
                  </a:lnTo>
                  <a:lnTo>
                    <a:pt x="1275692" y="1362695"/>
                  </a:lnTo>
                  <a:lnTo>
                    <a:pt x="1275693" y="1362687"/>
                  </a:lnTo>
                  <a:lnTo>
                    <a:pt x="1275695" y="1362682"/>
                  </a:lnTo>
                  <a:lnTo>
                    <a:pt x="1275698" y="1362674"/>
                  </a:lnTo>
                  <a:lnTo>
                    <a:pt x="1275700" y="1362666"/>
                  </a:lnTo>
                  <a:lnTo>
                    <a:pt x="1275702" y="1362657"/>
                  </a:lnTo>
                  <a:lnTo>
                    <a:pt x="1275705" y="1362647"/>
                  </a:lnTo>
                  <a:lnTo>
                    <a:pt x="1275706" y="1362641"/>
                  </a:lnTo>
                  <a:lnTo>
                    <a:pt x="1275707" y="1362636"/>
                  </a:lnTo>
                  <a:lnTo>
                    <a:pt x="1275707" y="1362631"/>
                  </a:lnTo>
                  <a:lnTo>
                    <a:pt x="1275708" y="1362626"/>
                  </a:lnTo>
                  <a:lnTo>
                    <a:pt x="1275708" y="1362621"/>
                  </a:lnTo>
                  <a:lnTo>
                    <a:pt x="1275708" y="1362616"/>
                  </a:lnTo>
                  <a:lnTo>
                    <a:pt x="1275706" y="1362611"/>
                  </a:lnTo>
                  <a:lnTo>
                    <a:pt x="1275705" y="1362605"/>
                  </a:lnTo>
                  <a:lnTo>
                    <a:pt x="1275702" y="1362598"/>
                  </a:lnTo>
                  <a:lnTo>
                    <a:pt x="1275699" y="1362590"/>
                  </a:lnTo>
                  <a:lnTo>
                    <a:pt x="1275697" y="1362585"/>
                  </a:lnTo>
                  <a:lnTo>
                    <a:pt x="1275696" y="1362580"/>
                  </a:lnTo>
                  <a:lnTo>
                    <a:pt x="1275695" y="1362574"/>
                  </a:lnTo>
                  <a:lnTo>
                    <a:pt x="1275694" y="1362567"/>
                  </a:lnTo>
                  <a:lnTo>
                    <a:pt x="1275694" y="1362563"/>
                  </a:lnTo>
                  <a:lnTo>
                    <a:pt x="1275694" y="1362556"/>
                  </a:lnTo>
                  <a:lnTo>
                    <a:pt x="1275692" y="1362551"/>
                  </a:lnTo>
                  <a:lnTo>
                    <a:pt x="1275684" y="1362547"/>
                  </a:lnTo>
                  <a:lnTo>
                    <a:pt x="1275677" y="1362545"/>
                  </a:lnTo>
                  <a:lnTo>
                    <a:pt x="1275671" y="1362544"/>
                  </a:lnTo>
                  <a:lnTo>
                    <a:pt x="1275663" y="1362543"/>
                  </a:lnTo>
                  <a:lnTo>
                    <a:pt x="1275655" y="1362542"/>
                  </a:lnTo>
                  <a:lnTo>
                    <a:pt x="1275648" y="1362542"/>
                  </a:lnTo>
                  <a:lnTo>
                    <a:pt x="1275641" y="1362543"/>
                  </a:lnTo>
                  <a:lnTo>
                    <a:pt x="1275637" y="1362544"/>
                  </a:lnTo>
                  <a:lnTo>
                    <a:pt x="1275631" y="1362545"/>
                  </a:lnTo>
                  <a:lnTo>
                    <a:pt x="1275624" y="1362545"/>
                  </a:lnTo>
                  <a:lnTo>
                    <a:pt x="1275618" y="1362544"/>
                  </a:lnTo>
                  <a:lnTo>
                    <a:pt x="1275612" y="1362542"/>
                  </a:lnTo>
                  <a:lnTo>
                    <a:pt x="1275607" y="1362536"/>
                  </a:lnTo>
                  <a:lnTo>
                    <a:pt x="1275603" y="1362529"/>
                  </a:lnTo>
                  <a:lnTo>
                    <a:pt x="1275600" y="1362523"/>
                  </a:lnTo>
                  <a:lnTo>
                    <a:pt x="1275596" y="1362517"/>
                  </a:lnTo>
                  <a:lnTo>
                    <a:pt x="1275593" y="1362511"/>
                  </a:lnTo>
                  <a:lnTo>
                    <a:pt x="1275590" y="1362506"/>
                  </a:lnTo>
                  <a:lnTo>
                    <a:pt x="1275586" y="1362500"/>
                  </a:lnTo>
                  <a:lnTo>
                    <a:pt x="1275581" y="1362493"/>
                  </a:lnTo>
                  <a:lnTo>
                    <a:pt x="1275576" y="1362487"/>
                  </a:lnTo>
                  <a:lnTo>
                    <a:pt x="1275572" y="1362481"/>
                  </a:lnTo>
                  <a:lnTo>
                    <a:pt x="1275569" y="1362474"/>
                  </a:lnTo>
                  <a:lnTo>
                    <a:pt x="1275565" y="1362466"/>
                  </a:lnTo>
                  <a:lnTo>
                    <a:pt x="1275564" y="1362461"/>
                  </a:lnTo>
                  <a:lnTo>
                    <a:pt x="1275564" y="1362456"/>
                  </a:lnTo>
                  <a:lnTo>
                    <a:pt x="1275568" y="1362455"/>
                  </a:lnTo>
                  <a:lnTo>
                    <a:pt x="1275574" y="1362454"/>
                  </a:lnTo>
                  <a:lnTo>
                    <a:pt x="1275579" y="1362453"/>
                  </a:lnTo>
                  <a:lnTo>
                    <a:pt x="1275583" y="1362451"/>
                  </a:lnTo>
                  <a:lnTo>
                    <a:pt x="1275587" y="1362448"/>
                  </a:lnTo>
                  <a:lnTo>
                    <a:pt x="1275593" y="1362445"/>
                  </a:lnTo>
                  <a:lnTo>
                    <a:pt x="1275599" y="1362441"/>
                  </a:lnTo>
                  <a:lnTo>
                    <a:pt x="1275605" y="1362436"/>
                  </a:lnTo>
                  <a:lnTo>
                    <a:pt x="1275610" y="1362431"/>
                  </a:lnTo>
                  <a:lnTo>
                    <a:pt x="1275614" y="1362425"/>
                  </a:lnTo>
                  <a:lnTo>
                    <a:pt x="1275618" y="1362421"/>
                  </a:lnTo>
                  <a:lnTo>
                    <a:pt x="1275621" y="1362416"/>
                  </a:lnTo>
                  <a:lnTo>
                    <a:pt x="1275624" y="1362411"/>
                  </a:lnTo>
                  <a:lnTo>
                    <a:pt x="1275626" y="1362407"/>
                  </a:lnTo>
                  <a:lnTo>
                    <a:pt x="1275629" y="1362403"/>
                  </a:lnTo>
                  <a:lnTo>
                    <a:pt x="1275632" y="1362400"/>
                  </a:lnTo>
                  <a:lnTo>
                    <a:pt x="1275635" y="1362396"/>
                  </a:lnTo>
                  <a:lnTo>
                    <a:pt x="1275639" y="1362393"/>
                  </a:lnTo>
                  <a:lnTo>
                    <a:pt x="1275643" y="1362389"/>
                  </a:lnTo>
                  <a:lnTo>
                    <a:pt x="1275647" y="1362384"/>
                  </a:lnTo>
                  <a:lnTo>
                    <a:pt x="1275652" y="1362378"/>
                  </a:lnTo>
                  <a:lnTo>
                    <a:pt x="1275655" y="1362374"/>
                  </a:lnTo>
                  <a:lnTo>
                    <a:pt x="1275679" y="1362355"/>
                  </a:lnTo>
                  <a:lnTo>
                    <a:pt x="1275675" y="1362351"/>
                  </a:lnTo>
                  <a:lnTo>
                    <a:pt x="1275668" y="1362342"/>
                  </a:lnTo>
                  <a:lnTo>
                    <a:pt x="1275654" y="1362323"/>
                  </a:lnTo>
                  <a:lnTo>
                    <a:pt x="1275642" y="1362303"/>
                  </a:lnTo>
                  <a:lnTo>
                    <a:pt x="1275638" y="1362291"/>
                  </a:lnTo>
                  <a:lnTo>
                    <a:pt x="1275638" y="1362280"/>
                  </a:lnTo>
                  <a:lnTo>
                    <a:pt x="1275640" y="1362265"/>
                  </a:lnTo>
                  <a:lnTo>
                    <a:pt x="1275642" y="1362257"/>
                  </a:lnTo>
                  <a:lnTo>
                    <a:pt x="1275645" y="1362245"/>
                  </a:lnTo>
                  <a:lnTo>
                    <a:pt x="1275645" y="1362227"/>
                  </a:lnTo>
                  <a:lnTo>
                    <a:pt x="1275643" y="1362212"/>
                  </a:lnTo>
                  <a:lnTo>
                    <a:pt x="1275640" y="1362195"/>
                  </a:lnTo>
                  <a:lnTo>
                    <a:pt x="1275635" y="1362179"/>
                  </a:lnTo>
                  <a:lnTo>
                    <a:pt x="1275625" y="1362164"/>
                  </a:lnTo>
                  <a:lnTo>
                    <a:pt x="1275634" y="1362158"/>
                  </a:lnTo>
                  <a:lnTo>
                    <a:pt x="1275661" y="1362142"/>
                  </a:lnTo>
                  <a:lnTo>
                    <a:pt x="1275701" y="1362120"/>
                  </a:lnTo>
                  <a:lnTo>
                    <a:pt x="1275705" y="1362115"/>
                  </a:lnTo>
                  <a:lnTo>
                    <a:pt x="1275710" y="1362110"/>
                  </a:lnTo>
                  <a:lnTo>
                    <a:pt x="1275715" y="1362105"/>
                  </a:lnTo>
                  <a:lnTo>
                    <a:pt x="1275719" y="1362103"/>
                  </a:lnTo>
                  <a:lnTo>
                    <a:pt x="1275724" y="1362103"/>
                  </a:lnTo>
                  <a:lnTo>
                    <a:pt x="1275733" y="1362109"/>
                  </a:lnTo>
                  <a:lnTo>
                    <a:pt x="1275747" y="1362118"/>
                  </a:lnTo>
                  <a:lnTo>
                    <a:pt x="1275762" y="1362130"/>
                  </a:lnTo>
                  <a:lnTo>
                    <a:pt x="1275773" y="1362140"/>
                  </a:lnTo>
                  <a:lnTo>
                    <a:pt x="1275778" y="1362144"/>
                  </a:lnTo>
                  <a:lnTo>
                    <a:pt x="1275782" y="1362149"/>
                  </a:lnTo>
                  <a:lnTo>
                    <a:pt x="1275792" y="1362160"/>
                  </a:lnTo>
                  <a:lnTo>
                    <a:pt x="1275799" y="1362169"/>
                  </a:lnTo>
                  <a:lnTo>
                    <a:pt x="1275803" y="1362174"/>
                  </a:lnTo>
                  <a:lnTo>
                    <a:pt x="1275814" y="1362169"/>
                  </a:lnTo>
                  <a:lnTo>
                    <a:pt x="1275818" y="1362165"/>
                  </a:lnTo>
                  <a:lnTo>
                    <a:pt x="1275822" y="1362161"/>
                  </a:lnTo>
                  <a:lnTo>
                    <a:pt x="1275832" y="1362149"/>
                  </a:lnTo>
                  <a:lnTo>
                    <a:pt x="1275838" y="1362139"/>
                  </a:lnTo>
                  <a:lnTo>
                    <a:pt x="1275845" y="1362129"/>
                  </a:lnTo>
                  <a:lnTo>
                    <a:pt x="1275853" y="1362118"/>
                  </a:lnTo>
                  <a:lnTo>
                    <a:pt x="1275859" y="1362112"/>
                  </a:lnTo>
                  <a:lnTo>
                    <a:pt x="1275864" y="1362107"/>
                  </a:lnTo>
                  <a:lnTo>
                    <a:pt x="1275868" y="1362102"/>
                  </a:lnTo>
                  <a:lnTo>
                    <a:pt x="1275874" y="1362096"/>
                  </a:lnTo>
                  <a:lnTo>
                    <a:pt x="1275879" y="1362090"/>
                  </a:lnTo>
                  <a:lnTo>
                    <a:pt x="1275883" y="1362084"/>
                  </a:lnTo>
                  <a:lnTo>
                    <a:pt x="1275887" y="1362080"/>
                  </a:lnTo>
                  <a:lnTo>
                    <a:pt x="1275892" y="1362072"/>
                  </a:lnTo>
                  <a:lnTo>
                    <a:pt x="1275892" y="1362067"/>
                  </a:lnTo>
                  <a:lnTo>
                    <a:pt x="1275893" y="1362055"/>
                  </a:lnTo>
                  <a:lnTo>
                    <a:pt x="1275895" y="1362042"/>
                  </a:lnTo>
                  <a:lnTo>
                    <a:pt x="1275898" y="1362031"/>
                  </a:lnTo>
                  <a:lnTo>
                    <a:pt x="1275903" y="1362019"/>
                  </a:lnTo>
                  <a:lnTo>
                    <a:pt x="1275907" y="1362011"/>
                  </a:lnTo>
                  <a:lnTo>
                    <a:pt x="1275911" y="1362002"/>
                  </a:lnTo>
                  <a:lnTo>
                    <a:pt x="1275917" y="1361990"/>
                  </a:lnTo>
                  <a:lnTo>
                    <a:pt x="1275919" y="1361986"/>
                  </a:lnTo>
                  <a:lnTo>
                    <a:pt x="1275924" y="1361965"/>
                  </a:lnTo>
                  <a:lnTo>
                    <a:pt x="1275927" y="1361959"/>
                  </a:lnTo>
                  <a:lnTo>
                    <a:pt x="1275940" y="1361946"/>
                  </a:lnTo>
                  <a:lnTo>
                    <a:pt x="1275952" y="1361937"/>
                  </a:lnTo>
                  <a:lnTo>
                    <a:pt x="1275962" y="1361928"/>
                  </a:lnTo>
                  <a:lnTo>
                    <a:pt x="1275970" y="1361912"/>
                  </a:lnTo>
                  <a:lnTo>
                    <a:pt x="1275974" y="1361902"/>
                  </a:lnTo>
                  <a:lnTo>
                    <a:pt x="1275976" y="1361892"/>
                  </a:lnTo>
                  <a:lnTo>
                    <a:pt x="1275975" y="1361877"/>
                  </a:lnTo>
                  <a:lnTo>
                    <a:pt x="1275969" y="1361870"/>
                  </a:lnTo>
                  <a:lnTo>
                    <a:pt x="1275965" y="1361863"/>
                  </a:lnTo>
                  <a:lnTo>
                    <a:pt x="1275962" y="1361855"/>
                  </a:lnTo>
                  <a:lnTo>
                    <a:pt x="1275960" y="1361848"/>
                  </a:lnTo>
                  <a:lnTo>
                    <a:pt x="1275965" y="1361842"/>
                  </a:lnTo>
                  <a:lnTo>
                    <a:pt x="1275969" y="1361836"/>
                  </a:lnTo>
                  <a:lnTo>
                    <a:pt x="1275973" y="1361832"/>
                  </a:lnTo>
                  <a:lnTo>
                    <a:pt x="1275977" y="1361826"/>
                  </a:lnTo>
                  <a:lnTo>
                    <a:pt x="1275983" y="1361820"/>
                  </a:lnTo>
                  <a:lnTo>
                    <a:pt x="1275989" y="1361817"/>
                  </a:lnTo>
                  <a:lnTo>
                    <a:pt x="1275996" y="1361816"/>
                  </a:lnTo>
                  <a:lnTo>
                    <a:pt x="1276002" y="1361816"/>
                  </a:lnTo>
                  <a:lnTo>
                    <a:pt x="1276010" y="1361815"/>
                  </a:lnTo>
                  <a:lnTo>
                    <a:pt x="1276015" y="1361815"/>
                  </a:lnTo>
                  <a:lnTo>
                    <a:pt x="1276021" y="1361815"/>
                  </a:lnTo>
                  <a:lnTo>
                    <a:pt x="1276027" y="1361817"/>
                  </a:lnTo>
                  <a:lnTo>
                    <a:pt x="1276035" y="1361820"/>
                  </a:lnTo>
                  <a:lnTo>
                    <a:pt x="1276041" y="1361824"/>
                  </a:lnTo>
                  <a:lnTo>
                    <a:pt x="1276047" y="1361829"/>
                  </a:lnTo>
                  <a:lnTo>
                    <a:pt x="1276048" y="1361825"/>
                  </a:lnTo>
                  <a:lnTo>
                    <a:pt x="1276049" y="1361819"/>
                  </a:lnTo>
                  <a:lnTo>
                    <a:pt x="1276053" y="1361815"/>
                  </a:lnTo>
                  <a:lnTo>
                    <a:pt x="1276055" y="1361811"/>
                  </a:lnTo>
                  <a:lnTo>
                    <a:pt x="1276057" y="1361806"/>
                  </a:lnTo>
                  <a:lnTo>
                    <a:pt x="1276058" y="1361799"/>
                  </a:lnTo>
                  <a:lnTo>
                    <a:pt x="1276058" y="1361793"/>
                  </a:lnTo>
                  <a:lnTo>
                    <a:pt x="1276055" y="1361787"/>
                  </a:lnTo>
                  <a:lnTo>
                    <a:pt x="1276053" y="1361781"/>
                  </a:lnTo>
                  <a:lnTo>
                    <a:pt x="1276054" y="1361776"/>
                  </a:lnTo>
                  <a:lnTo>
                    <a:pt x="1276057" y="1361771"/>
                  </a:lnTo>
                  <a:lnTo>
                    <a:pt x="1276061" y="1361766"/>
                  </a:lnTo>
                  <a:lnTo>
                    <a:pt x="1276067" y="1361761"/>
                  </a:lnTo>
                  <a:lnTo>
                    <a:pt x="1276073" y="1361756"/>
                  </a:lnTo>
                  <a:lnTo>
                    <a:pt x="1276079" y="1361752"/>
                  </a:lnTo>
                  <a:lnTo>
                    <a:pt x="1276085" y="1361749"/>
                  </a:lnTo>
                  <a:lnTo>
                    <a:pt x="1276095" y="1361742"/>
                  </a:lnTo>
                  <a:lnTo>
                    <a:pt x="1276129" y="1361718"/>
                  </a:lnTo>
                  <a:lnTo>
                    <a:pt x="1276169" y="1361699"/>
                  </a:lnTo>
                  <a:lnTo>
                    <a:pt x="1276221" y="1361694"/>
                  </a:lnTo>
                  <a:lnTo>
                    <a:pt x="1276244" y="1361704"/>
                  </a:lnTo>
                  <a:lnTo>
                    <a:pt x="1276243" y="1361711"/>
                  </a:lnTo>
                  <a:lnTo>
                    <a:pt x="1276237" y="1361722"/>
                  </a:lnTo>
                  <a:lnTo>
                    <a:pt x="1276232" y="1361730"/>
                  </a:lnTo>
                  <a:lnTo>
                    <a:pt x="1276226" y="1361740"/>
                  </a:lnTo>
                  <a:lnTo>
                    <a:pt x="1276215" y="1361759"/>
                  </a:lnTo>
                  <a:lnTo>
                    <a:pt x="1276200" y="1361785"/>
                  </a:lnTo>
                  <a:lnTo>
                    <a:pt x="1276195" y="1361799"/>
                  </a:lnTo>
                  <a:lnTo>
                    <a:pt x="1276190" y="1361810"/>
                  </a:lnTo>
                  <a:lnTo>
                    <a:pt x="1276185" y="1361828"/>
                  </a:lnTo>
                  <a:lnTo>
                    <a:pt x="1276183" y="1361844"/>
                  </a:lnTo>
                  <a:lnTo>
                    <a:pt x="1276182" y="1361852"/>
                  </a:lnTo>
                  <a:lnTo>
                    <a:pt x="1276181" y="1361858"/>
                  </a:lnTo>
                  <a:lnTo>
                    <a:pt x="1276183" y="1361866"/>
                  </a:lnTo>
                  <a:lnTo>
                    <a:pt x="1276184" y="1361875"/>
                  </a:lnTo>
                  <a:lnTo>
                    <a:pt x="1276191" y="1361889"/>
                  </a:lnTo>
                  <a:lnTo>
                    <a:pt x="1276197" y="1361901"/>
                  </a:lnTo>
                  <a:lnTo>
                    <a:pt x="1276206" y="1361913"/>
                  </a:lnTo>
                  <a:lnTo>
                    <a:pt x="1276216" y="1361922"/>
                  </a:lnTo>
                  <a:lnTo>
                    <a:pt x="1276231" y="1361932"/>
                  </a:lnTo>
                  <a:lnTo>
                    <a:pt x="1276243" y="1361944"/>
                  </a:lnTo>
                  <a:lnTo>
                    <a:pt x="1276264" y="1361968"/>
                  </a:lnTo>
                  <a:lnTo>
                    <a:pt x="1276286" y="1361986"/>
                  </a:lnTo>
                  <a:lnTo>
                    <a:pt x="1276307" y="1361996"/>
                  </a:lnTo>
                  <a:lnTo>
                    <a:pt x="1276338" y="1362002"/>
                  </a:lnTo>
                  <a:lnTo>
                    <a:pt x="1276359" y="1362000"/>
                  </a:lnTo>
                  <a:lnTo>
                    <a:pt x="1276371" y="1361999"/>
                  </a:lnTo>
                  <a:lnTo>
                    <a:pt x="1276376" y="1362000"/>
                  </a:lnTo>
                  <a:lnTo>
                    <a:pt x="1276375" y="1361983"/>
                  </a:lnTo>
                  <a:lnTo>
                    <a:pt x="1276376" y="1361952"/>
                  </a:lnTo>
                  <a:lnTo>
                    <a:pt x="1276380" y="1361913"/>
                  </a:lnTo>
                  <a:lnTo>
                    <a:pt x="1276386" y="1361889"/>
                  </a:lnTo>
                  <a:lnTo>
                    <a:pt x="1276395" y="1361860"/>
                  </a:lnTo>
                  <a:lnTo>
                    <a:pt x="1276404" y="1361835"/>
                  </a:lnTo>
                  <a:lnTo>
                    <a:pt x="1276411" y="1361821"/>
                  </a:lnTo>
                  <a:lnTo>
                    <a:pt x="1276423" y="1361809"/>
                  </a:lnTo>
                  <a:lnTo>
                    <a:pt x="1276432" y="1361800"/>
                  </a:lnTo>
                  <a:lnTo>
                    <a:pt x="1276446" y="1361795"/>
                  </a:lnTo>
                  <a:lnTo>
                    <a:pt x="1276458" y="1361794"/>
                  </a:lnTo>
                  <a:lnTo>
                    <a:pt x="1276479" y="1361796"/>
                  </a:lnTo>
                  <a:lnTo>
                    <a:pt x="1276508" y="1361800"/>
                  </a:lnTo>
                  <a:lnTo>
                    <a:pt x="1276525" y="1361800"/>
                  </a:lnTo>
                  <a:lnTo>
                    <a:pt x="1276539" y="1361799"/>
                  </a:lnTo>
                  <a:lnTo>
                    <a:pt x="1276550" y="1361792"/>
                  </a:lnTo>
                  <a:lnTo>
                    <a:pt x="1276556" y="1361785"/>
                  </a:lnTo>
                  <a:lnTo>
                    <a:pt x="1276561" y="1361778"/>
                  </a:lnTo>
                  <a:lnTo>
                    <a:pt x="1276583" y="1361751"/>
                  </a:lnTo>
                  <a:lnTo>
                    <a:pt x="1276608" y="1361716"/>
                  </a:lnTo>
                  <a:lnTo>
                    <a:pt x="1276620" y="1361696"/>
                  </a:lnTo>
                  <a:lnTo>
                    <a:pt x="1276624" y="1361681"/>
                  </a:lnTo>
                  <a:lnTo>
                    <a:pt x="1276627" y="1361668"/>
                  </a:lnTo>
                  <a:lnTo>
                    <a:pt x="1276629" y="1361654"/>
                  </a:lnTo>
                  <a:lnTo>
                    <a:pt x="1276629" y="1361644"/>
                  </a:lnTo>
                  <a:lnTo>
                    <a:pt x="1276625" y="1361630"/>
                  </a:lnTo>
                  <a:lnTo>
                    <a:pt x="1276611" y="1361598"/>
                  </a:lnTo>
                  <a:lnTo>
                    <a:pt x="1276606" y="1361586"/>
                  </a:lnTo>
                  <a:lnTo>
                    <a:pt x="1276602" y="1361565"/>
                  </a:lnTo>
                  <a:lnTo>
                    <a:pt x="1276600" y="1361545"/>
                  </a:lnTo>
                  <a:lnTo>
                    <a:pt x="1276599" y="1361524"/>
                  </a:lnTo>
                  <a:lnTo>
                    <a:pt x="1276596" y="1361500"/>
                  </a:lnTo>
                  <a:lnTo>
                    <a:pt x="1276592" y="1361481"/>
                  </a:lnTo>
                  <a:lnTo>
                    <a:pt x="1276588" y="1361468"/>
                  </a:lnTo>
                  <a:lnTo>
                    <a:pt x="1276574" y="1361453"/>
                  </a:lnTo>
                  <a:lnTo>
                    <a:pt x="1276560" y="1361440"/>
                  </a:lnTo>
                  <a:lnTo>
                    <a:pt x="1276549" y="1361431"/>
                  </a:lnTo>
                  <a:lnTo>
                    <a:pt x="1276535" y="1361411"/>
                  </a:lnTo>
                  <a:lnTo>
                    <a:pt x="1276532" y="1361405"/>
                  </a:lnTo>
                  <a:lnTo>
                    <a:pt x="1276529" y="1361394"/>
                  </a:lnTo>
                  <a:lnTo>
                    <a:pt x="1276529" y="1361383"/>
                  </a:lnTo>
                  <a:lnTo>
                    <a:pt x="1276532" y="1361372"/>
                  </a:lnTo>
                  <a:lnTo>
                    <a:pt x="1276538" y="1361348"/>
                  </a:lnTo>
                  <a:lnTo>
                    <a:pt x="1276551" y="1361279"/>
                  </a:lnTo>
                  <a:lnTo>
                    <a:pt x="1276556" y="1361221"/>
                  </a:lnTo>
                  <a:lnTo>
                    <a:pt x="1276556" y="1361201"/>
                  </a:lnTo>
                  <a:lnTo>
                    <a:pt x="1276554" y="1361180"/>
                  </a:lnTo>
                  <a:lnTo>
                    <a:pt x="1276552" y="1361162"/>
                  </a:lnTo>
                  <a:lnTo>
                    <a:pt x="1276543" y="1361138"/>
                  </a:lnTo>
                  <a:lnTo>
                    <a:pt x="1276535" y="1361115"/>
                  </a:lnTo>
                  <a:lnTo>
                    <a:pt x="1276529" y="1361087"/>
                  </a:lnTo>
                  <a:lnTo>
                    <a:pt x="1276520" y="1361052"/>
                  </a:lnTo>
                  <a:lnTo>
                    <a:pt x="1276518" y="1361035"/>
                  </a:lnTo>
                  <a:lnTo>
                    <a:pt x="1276517" y="1361012"/>
                  </a:lnTo>
                  <a:lnTo>
                    <a:pt x="1276519" y="1361002"/>
                  </a:lnTo>
                  <a:lnTo>
                    <a:pt x="1276525" y="1360989"/>
                  </a:lnTo>
                  <a:lnTo>
                    <a:pt x="1276534" y="1360973"/>
                  </a:lnTo>
                  <a:lnTo>
                    <a:pt x="1276549" y="1360953"/>
                  </a:lnTo>
                  <a:lnTo>
                    <a:pt x="1276562" y="1360931"/>
                  </a:lnTo>
                  <a:lnTo>
                    <a:pt x="1276565" y="1360925"/>
                  </a:lnTo>
                  <a:lnTo>
                    <a:pt x="1276569" y="1360912"/>
                  </a:lnTo>
                  <a:lnTo>
                    <a:pt x="1276570" y="1360899"/>
                  </a:lnTo>
                  <a:lnTo>
                    <a:pt x="1276568" y="1360877"/>
                  </a:lnTo>
                  <a:lnTo>
                    <a:pt x="1276554" y="1360839"/>
                  </a:lnTo>
                  <a:lnTo>
                    <a:pt x="1276545" y="1360816"/>
                  </a:lnTo>
                  <a:lnTo>
                    <a:pt x="1276536" y="1360789"/>
                  </a:lnTo>
                  <a:lnTo>
                    <a:pt x="1276530" y="1360770"/>
                  </a:lnTo>
                  <a:lnTo>
                    <a:pt x="1276524" y="1360750"/>
                  </a:lnTo>
                  <a:lnTo>
                    <a:pt x="1276519" y="1360731"/>
                  </a:lnTo>
                  <a:lnTo>
                    <a:pt x="1276511" y="1360709"/>
                  </a:lnTo>
                  <a:lnTo>
                    <a:pt x="1276507" y="1360693"/>
                  </a:lnTo>
                  <a:lnTo>
                    <a:pt x="1276505" y="1360683"/>
                  </a:lnTo>
                  <a:lnTo>
                    <a:pt x="1276504" y="1360666"/>
                  </a:lnTo>
                  <a:lnTo>
                    <a:pt x="1276504" y="1360653"/>
                  </a:lnTo>
                  <a:lnTo>
                    <a:pt x="1276503" y="1360640"/>
                  </a:lnTo>
                  <a:lnTo>
                    <a:pt x="1276500" y="1360629"/>
                  </a:lnTo>
                  <a:lnTo>
                    <a:pt x="1276495" y="1360613"/>
                  </a:lnTo>
                  <a:lnTo>
                    <a:pt x="1276492" y="1360592"/>
                  </a:lnTo>
                  <a:lnTo>
                    <a:pt x="1276489" y="1360562"/>
                  </a:lnTo>
                  <a:lnTo>
                    <a:pt x="1276490" y="1360544"/>
                  </a:lnTo>
                  <a:lnTo>
                    <a:pt x="1276495" y="1360510"/>
                  </a:lnTo>
                  <a:lnTo>
                    <a:pt x="1276501" y="1360494"/>
                  </a:lnTo>
                  <a:lnTo>
                    <a:pt x="1276503" y="1360488"/>
                  </a:lnTo>
                  <a:lnTo>
                    <a:pt x="1276504" y="1360483"/>
                  </a:lnTo>
                  <a:lnTo>
                    <a:pt x="1276506" y="1360473"/>
                  </a:lnTo>
                  <a:lnTo>
                    <a:pt x="1276506" y="1360465"/>
                  </a:lnTo>
                  <a:lnTo>
                    <a:pt x="1276503" y="1360454"/>
                  </a:lnTo>
                  <a:lnTo>
                    <a:pt x="1276496" y="1360437"/>
                  </a:lnTo>
                  <a:lnTo>
                    <a:pt x="1276492" y="1360417"/>
                  </a:lnTo>
                  <a:lnTo>
                    <a:pt x="1276489" y="1360401"/>
                  </a:lnTo>
                  <a:lnTo>
                    <a:pt x="1276489" y="1360387"/>
                  </a:lnTo>
                  <a:lnTo>
                    <a:pt x="1276489" y="1360378"/>
                  </a:lnTo>
                  <a:lnTo>
                    <a:pt x="1276489" y="1360371"/>
                  </a:lnTo>
                  <a:lnTo>
                    <a:pt x="1276490" y="1360363"/>
                  </a:lnTo>
                  <a:lnTo>
                    <a:pt x="1276493" y="1360350"/>
                  </a:lnTo>
                  <a:lnTo>
                    <a:pt x="1276497" y="1360333"/>
                  </a:lnTo>
                  <a:lnTo>
                    <a:pt x="1276502" y="1360312"/>
                  </a:lnTo>
                  <a:lnTo>
                    <a:pt x="1276510" y="1360275"/>
                  </a:lnTo>
                  <a:lnTo>
                    <a:pt x="1276519" y="1360247"/>
                  </a:lnTo>
                  <a:lnTo>
                    <a:pt x="1276528" y="1360208"/>
                  </a:lnTo>
                  <a:lnTo>
                    <a:pt x="1276535" y="1360173"/>
                  </a:lnTo>
                  <a:lnTo>
                    <a:pt x="1276537" y="1360153"/>
                  </a:lnTo>
                  <a:lnTo>
                    <a:pt x="1276535" y="1360136"/>
                  </a:lnTo>
                  <a:lnTo>
                    <a:pt x="1276534" y="1360117"/>
                  </a:lnTo>
                  <a:lnTo>
                    <a:pt x="1276534" y="1360082"/>
                  </a:lnTo>
                  <a:lnTo>
                    <a:pt x="1276535" y="1360037"/>
                  </a:lnTo>
                  <a:lnTo>
                    <a:pt x="1276534" y="1360000"/>
                  </a:lnTo>
                  <a:lnTo>
                    <a:pt x="1276536" y="1359963"/>
                  </a:lnTo>
                  <a:lnTo>
                    <a:pt x="1276533" y="1359949"/>
                  </a:lnTo>
                  <a:lnTo>
                    <a:pt x="1276527" y="1359929"/>
                  </a:lnTo>
                  <a:lnTo>
                    <a:pt x="1276524" y="1359913"/>
                  </a:lnTo>
                  <a:lnTo>
                    <a:pt x="1276524" y="1359891"/>
                  </a:lnTo>
                  <a:lnTo>
                    <a:pt x="1276523" y="1359884"/>
                  </a:lnTo>
                  <a:lnTo>
                    <a:pt x="1276521" y="1359879"/>
                  </a:lnTo>
                  <a:lnTo>
                    <a:pt x="1276514" y="1359867"/>
                  </a:lnTo>
                  <a:lnTo>
                    <a:pt x="1276510" y="1359852"/>
                  </a:lnTo>
                  <a:lnTo>
                    <a:pt x="1276511" y="1359836"/>
                  </a:lnTo>
                  <a:lnTo>
                    <a:pt x="1276513" y="1359826"/>
                  </a:lnTo>
                  <a:lnTo>
                    <a:pt x="1276517" y="1359802"/>
                  </a:lnTo>
                  <a:lnTo>
                    <a:pt x="1276520" y="1359764"/>
                  </a:lnTo>
                  <a:lnTo>
                    <a:pt x="1276522" y="1359759"/>
                  </a:lnTo>
                  <a:lnTo>
                    <a:pt x="1276530" y="1359752"/>
                  </a:lnTo>
                  <a:lnTo>
                    <a:pt x="1276537" y="1359750"/>
                  </a:lnTo>
                  <a:lnTo>
                    <a:pt x="1276548" y="1359743"/>
                  </a:lnTo>
                  <a:lnTo>
                    <a:pt x="1276554" y="1359734"/>
                  </a:lnTo>
                  <a:lnTo>
                    <a:pt x="1276572" y="1359698"/>
                  </a:lnTo>
                  <a:lnTo>
                    <a:pt x="1276579" y="1359693"/>
                  </a:lnTo>
                  <a:lnTo>
                    <a:pt x="1276611" y="1359665"/>
                  </a:lnTo>
                  <a:lnTo>
                    <a:pt x="1276630" y="1359639"/>
                  </a:lnTo>
                  <a:lnTo>
                    <a:pt x="1276637" y="1359633"/>
                  </a:lnTo>
                  <a:lnTo>
                    <a:pt x="1276645" y="1359625"/>
                  </a:lnTo>
                  <a:lnTo>
                    <a:pt x="1276665" y="1359596"/>
                  </a:lnTo>
                  <a:lnTo>
                    <a:pt x="1276685" y="1359569"/>
                  </a:lnTo>
                  <a:lnTo>
                    <a:pt x="1276699" y="1359554"/>
                  </a:lnTo>
                  <a:lnTo>
                    <a:pt x="1276710" y="1359553"/>
                  </a:lnTo>
                  <a:lnTo>
                    <a:pt x="1276719" y="1359551"/>
                  </a:lnTo>
                  <a:lnTo>
                    <a:pt x="1276722" y="1359547"/>
                  </a:lnTo>
                  <a:lnTo>
                    <a:pt x="1276726" y="1359535"/>
                  </a:lnTo>
                  <a:lnTo>
                    <a:pt x="1276728" y="1359511"/>
                  </a:lnTo>
                  <a:lnTo>
                    <a:pt x="1276723" y="1359488"/>
                  </a:lnTo>
                  <a:lnTo>
                    <a:pt x="1276717" y="1359474"/>
                  </a:lnTo>
                  <a:lnTo>
                    <a:pt x="1276718" y="1359457"/>
                  </a:lnTo>
                  <a:lnTo>
                    <a:pt x="1276725" y="1359426"/>
                  </a:lnTo>
                  <a:lnTo>
                    <a:pt x="1276733" y="1359408"/>
                  </a:lnTo>
                  <a:lnTo>
                    <a:pt x="1276744" y="1359391"/>
                  </a:lnTo>
                  <a:lnTo>
                    <a:pt x="1276759" y="1359374"/>
                  </a:lnTo>
                  <a:lnTo>
                    <a:pt x="1276783" y="1359326"/>
                  </a:lnTo>
                  <a:lnTo>
                    <a:pt x="1276796" y="1359285"/>
                  </a:lnTo>
                  <a:lnTo>
                    <a:pt x="1276798" y="1359265"/>
                  </a:lnTo>
                  <a:lnTo>
                    <a:pt x="1276799" y="1359223"/>
                  </a:lnTo>
                  <a:lnTo>
                    <a:pt x="1276799" y="1359197"/>
                  </a:lnTo>
                  <a:lnTo>
                    <a:pt x="1276800" y="1359182"/>
                  </a:lnTo>
                  <a:lnTo>
                    <a:pt x="1276804" y="1359173"/>
                  </a:lnTo>
                  <a:lnTo>
                    <a:pt x="1276814" y="1359163"/>
                  </a:lnTo>
                  <a:lnTo>
                    <a:pt x="1276834" y="1359150"/>
                  </a:lnTo>
                  <a:lnTo>
                    <a:pt x="1276838" y="1359146"/>
                  </a:lnTo>
                  <a:lnTo>
                    <a:pt x="1276858" y="1359115"/>
                  </a:lnTo>
                  <a:lnTo>
                    <a:pt x="1276867" y="1359098"/>
                  </a:lnTo>
                  <a:lnTo>
                    <a:pt x="1276870" y="1359093"/>
                  </a:lnTo>
                  <a:lnTo>
                    <a:pt x="1276872" y="1359084"/>
                  </a:lnTo>
                  <a:lnTo>
                    <a:pt x="1276874" y="1359072"/>
                  </a:lnTo>
                  <a:lnTo>
                    <a:pt x="1276871" y="1359045"/>
                  </a:lnTo>
                  <a:lnTo>
                    <a:pt x="1276860" y="1359003"/>
                  </a:lnTo>
                  <a:lnTo>
                    <a:pt x="1276855" y="1358981"/>
                  </a:lnTo>
                  <a:lnTo>
                    <a:pt x="1276855" y="1358951"/>
                  </a:lnTo>
                  <a:lnTo>
                    <a:pt x="1276853" y="1358915"/>
                  </a:lnTo>
                  <a:lnTo>
                    <a:pt x="1276857" y="1358889"/>
                  </a:lnTo>
                  <a:lnTo>
                    <a:pt x="1276863" y="1358868"/>
                  </a:lnTo>
                  <a:lnTo>
                    <a:pt x="1276865" y="1358842"/>
                  </a:lnTo>
                  <a:lnTo>
                    <a:pt x="1276865" y="1358796"/>
                  </a:lnTo>
                  <a:lnTo>
                    <a:pt x="1276864" y="1358752"/>
                  </a:lnTo>
                  <a:lnTo>
                    <a:pt x="1276865" y="1358711"/>
                  </a:lnTo>
                  <a:lnTo>
                    <a:pt x="1276870" y="1358688"/>
                  </a:lnTo>
                  <a:lnTo>
                    <a:pt x="1276872" y="1358670"/>
                  </a:lnTo>
                  <a:lnTo>
                    <a:pt x="1276873" y="1358660"/>
                  </a:lnTo>
                  <a:lnTo>
                    <a:pt x="1276879" y="1358653"/>
                  </a:lnTo>
                  <a:lnTo>
                    <a:pt x="1276885" y="1358651"/>
                  </a:lnTo>
                  <a:lnTo>
                    <a:pt x="1276890" y="1358647"/>
                  </a:lnTo>
                  <a:lnTo>
                    <a:pt x="1276893" y="1358641"/>
                  </a:lnTo>
                  <a:lnTo>
                    <a:pt x="1276895" y="1358627"/>
                  </a:lnTo>
                  <a:lnTo>
                    <a:pt x="1276892" y="1358604"/>
                  </a:lnTo>
                  <a:lnTo>
                    <a:pt x="1276884" y="1358582"/>
                  </a:lnTo>
                  <a:lnTo>
                    <a:pt x="1276879" y="1358561"/>
                  </a:lnTo>
                  <a:lnTo>
                    <a:pt x="1276868" y="1358540"/>
                  </a:lnTo>
                  <a:lnTo>
                    <a:pt x="1276850" y="1358515"/>
                  </a:lnTo>
                  <a:lnTo>
                    <a:pt x="1276842" y="1358498"/>
                  </a:lnTo>
                  <a:lnTo>
                    <a:pt x="1276842" y="1358487"/>
                  </a:lnTo>
                  <a:lnTo>
                    <a:pt x="1276847" y="1358481"/>
                  </a:lnTo>
                  <a:lnTo>
                    <a:pt x="1276855" y="1358478"/>
                  </a:lnTo>
                  <a:lnTo>
                    <a:pt x="1276861" y="1358473"/>
                  </a:lnTo>
                  <a:lnTo>
                    <a:pt x="1276866" y="1358468"/>
                  </a:lnTo>
                  <a:lnTo>
                    <a:pt x="1276868" y="1358464"/>
                  </a:lnTo>
                  <a:lnTo>
                    <a:pt x="1276867" y="1358452"/>
                  </a:lnTo>
                  <a:lnTo>
                    <a:pt x="1276870" y="1358447"/>
                  </a:lnTo>
                  <a:lnTo>
                    <a:pt x="1276883" y="1358439"/>
                  </a:lnTo>
                  <a:lnTo>
                    <a:pt x="1276903" y="1358429"/>
                  </a:lnTo>
                  <a:lnTo>
                    <a:pt x="1276920" y="1358419"/>
                  </a:lnTo>
                  <a:lnTo>
                    <a:pt x="1276934" y="1358416"/>
                  </a:lnTo>
                  <a:lnTo>
                    <a:pt x="1276954" y="1358419"/>
                  </a:lnTo>
                  <a:lnTo>
                    <a:pt x="1276958" y="1358420"/>
                  </a:lnTo>
                  <a:lnTo>
                    <a:pt x="1276978" y="1358429"/>
                  </a:lnTo>
                  <a:lnTo>
                    <a:pt x="1276990" y="1358431"/>
                  </a:lnTo>
                  <a:lnTo>
                    <a:pt x="1276999" y="1358429"/>
                  </a:lnTo>
                  <a:lnTo>
                    <a:pt x="1277009" y="1358425"/>
                  </a:lnTo>
                  <a:lnTo>
                    <a:pt x="1277017" y="1358418"/>
                  </a:lnTo>
                  <a:lnTo>
                    <a:pt x="1277026" y="1358404"/>
                  </a:lnTo>
                  <a:lnTo>
                    <a:pt x="1277030" y="1358398"/>
                  </a:lnTo>
                  <a:lnTo>
                    <a:pt x="1277036" y="1358397"/>
                  </a:lnTo>
                  <a:lnTo>
                    <a:pt x="1277059" y="1358400"/>
                  </a:lnTo>
                  <a:lnTo>
                    <a:pt x="1277069" y="1358406"/>
                  </a:lnTo>
                  <a:lnTo>
                    <a:pt x="1277081" y="1358412"/>
                  </a:lnTo>
                  <a:lnTo>
                    <a:pt x="1277089" y="1358412"/>
                  </a:lnTo>
                  <a:lnTo>
                    <a:pt x="1277110" y="1358412"/>
                  </a:lnTo>
                  <a:lnTo>
                    <a:pt x="1277135" y="1358409"/>
                  </a:lnTo>
                  <a:lnTo>
                    <a:pt x="1277164" y="1358404"/>
                  </a:lnTo>
                  <a:lnTo>
                    <a:pt x="1277169" y="1358403"/>
                  </a:lnTo>
                  <a:lnTo>
                    <a:pt x="1277187" y="1358398"/>
                  </a:lnTo>
                  <a:lnTo>
                    <a:pt x="1277202" y="1358390"/>
                  </a:lnTo>
                  <a:lnTo>
                    <a:pt x="1277212" y="1358384"/>
                  </a:lnTo>
                  <a:lnTo>
                    <a:pt x="1277219" y="1358369"/>
                  </a:lnTo>
                  <a:lnTo>
                    <a:pt x="1277226" y="1358359"/>
                  </a:lnTo>
                  <a:lnTo>
                    <a:pt x="1277229" y="1358355"/>
                  </a:lnTo>
                  <a:lnTo>
                    <a:pt x="1277240" y="1358335"/>
                  </a:lnTo>
                  <a:lnTo>
                    <a:pt x="1277243" y="1358329"/>
                  </a:lnTo>
                  <a:lnTo>
                    <a:pt x="1277245" y="1358323"/>
                  </a:lnTo>
                  <a:lnTo>
                    <a:pt x="1277245" y="1358303"/>
                  </a:lnTo>
                  <a:lnTo>
                    <a:pt x="1277245" y="1358277"/>
                  </a:lnTo>
                  <a:lnTo>
                    <a:pt x="1277243" y="1358264"/>
                  </a:lnTo>
                  <a:lnTo>
                    <a:pt x="1277240" y="1358252"/>
                  </a:lnTo>
                  <a:lnTo>
                    <a:pt x="1277232" y="1358238"/>
                  </a:lnTo>
                  <a:lnTo>
                    <a:pt x="1277231" y="1358233"/>
                  </a:lnTo>
                  <a:lnTo>
                    <a:pt x="1277231" y="1358228"/>
                  </a:lnTo>
                  <a:lnTo>
                    <a:pt x="1277235" y="1358213"/>
                  </a:lnTo>
                  <a:lnTo>
                    <a:pt x="1277232" y="1358207"/>
                  </a:lnTo>
                  <a:lnTo>
                    <a:pt x="1277227" y="1358201"/>
                  </a:lnTo>
                  <a:lnTo>
                    <a:pt x="1277223" y="1358199"/>
                  </a:lnTo>
                  <a:lnTo>
                    <a:pt x="1277221" y="1358192"/>
                  </a:lnTo>
                  <a:lnTo>
                    <a:pt x="1277221" y="1358186"/>
                  </a:lnTo>
                  <a:lnTo>
                    <a:pt x="1277228" y="1358170"/>
                  </a:lnTo>
                  <a:lnTo>
                    <a:pt x="1277234" y="1358157"/>
                  </a:lnTo>
                  <a:lnTo>
                    <a:pt x="1277236" y="1358153"/>
                  </a:lnTo>
                  <a:lnTo>
                    <a:pt x="1277244" y="1358146"/>
                  </a:lnTo>
                  <a:lnTo>
                    <a:pt x="1277260" y="1358135"/>
                  </a:lnTo>
                  <a:lnTo>
                    <a:pt x="1277270" y="1358125"/>
                  </a:lnTo>
                  <a:lnTo>
                    <a:pt x="1277280" y="1358101"/>
                  </a:lnTo>
                  <a:lnTo>
                    <a:pt x="1277292" y="1358066"/>
                  </a:lnTo>
                  <a:lnTo>
                    <a:pt x="1277295" y="1358055"/>
                  </a:lnTo>
                  <a:lnTo>
                    <a:pt x="1277296" y="1358050"/>
                  </a:lnTo>
                  <a:lnTo>
                    <a:pt x="1277298" y="1358042"/>
                  </a:lnTo>
                  <a:lnTo>
                    <a:pt x="1277300" y="1358034"/>
                  </a:lnTo>
                  <a:lnTo>
                    <a:pt x="1277305" y="1358027"/>
                  </a:lnTo>
                  <a:lnTo>
                    <a:pt x="1277308" y="1358020"/>
                  </a:lnTo>
                  <a:lnTo>
                    <a:pt x="1277309" y="1358013"/>
                  </a:lnTo>
                  <a:lnTo>
                    <a:pt x="1277308" y="1357995"/>
                  </a:lnTo>
                  <a:lnTo>
                    <a:pt x="1277309" y="1357971"/>
                  </a:lnTo>
                  <a:lnTo>
                    <a:pt x="1277310" y="1357957"/>
                  </a:lnTo>
                  <a:lnTo>
                    <a:pt x="1277313" y="1357945"/>
                  </a:lnTo>
                  <a:lnTo>
                    <a:pt x="1277324" y="1357931"/>
                  </a:lnTo>
                  <a:lnTo>
                    <a:pt x="1277335" y="1357914"/>
                  </a:lnTo>
                  <a:lnTo>
                    <a:pt x="1277348" y="1357905"/>
                  </a:lnTo>
                  <a:lnTo>
                    <a:pt x="1277359" y="1357895"/>
                  </a:lnTo>
                  <a:lnTo>
                    <a:pt x="1277364" y="1357884"/>
                  </a:lnTo>
                  <a:lnTo>
                    <a:pt x="1277369" y="1357863"/>
                  </a:lnTo>
                  <a:lnTo>
                    <a:pt x="1277373" y="1357844"/>
                  </a:lnTo>
                  <a:lnTo>
                    <a:pt x="1277374" y="1357839"/>
                  </a:lnTo>
                  <a:lnTo>
                    <a:pt x="1277375" y="1357821"/>
                  </a:lnTo>
                  <a:lnTo>
                    <a:pt x="1277370" y="1357793"/>
                  </a:lnTo>
                  <a:lnTo>
                    <a:pt x="1277368" y="1357777"/>
                  </a:lnTo>
                  <a:lnTo>
                    <a:pt x="1277361" y="1357756"/>
                  </a:lnTo>
                  <a:lnTo>
                    <a:pt x="1277354" y="1357748"/>
                  </a:lnTo>
                  <a:lnTo>
                    <a:pt x="1277346" y="1357741"/>
                  </a:lnTo>
                  <a:lnTo>
                    <a:pt x="1277336" y="1357728"/>
                  </a:lnTo>
                  <a:lnTo>
                    <a:pt x="1277332" y="1357717"/>
                  </a:lnTo>
                  <a:lnTo>
                    <a:pt x="1277328" y="1357700"/>
                  </a:lnTo>
                  <a:lnTo>
                    <a:pt x="1277317" y="1357650"/>
                  </a:lnTo>
                  <a:lnTo>
                    <a:pt x="1277313" y="1357631"/>
                  </a:lnTo>
                  <a:lnTo>
                    <a:pt x="1277300" y="1357600"/>
                  </a:lnTo>
                  <a:lnTo>
                    <a:pt x="1277295" y="1357575"/>
                  </a:lnTo>
                  <a:lnTo>
                    <a:pt x="1277292" y="1357542"/>
                  </a:lnTo>
                  <a:lnTo>
                    <a:pt x="1277289" y="1357529"/>
                  </a:lnTo>
                  <a:lnTo>
                    <a:pt x="1277284" y="1357524"/>
                  </a:lnTo>
                  <a:lnTo>
                    <a:pt x="1277275" y="1357516"/>
                  </a:lnTo>
                  <a:lnTo>
                    <a:pt x="1277270" y="1357506"/>
                  </a:lnTo>
                  <a:lnTo>
                    <a:pt x="1277270" y="1357487"/>
                  </a:lnTo>
                  <a:lnTo>
                    <a:pt x="1277270" y="1357454"/>
                  </a:lnTo>
                  <a:lnTo>
                    <a:pt x="1277272" y="1357423"/>
                  </a:lnTo>
                  <a:lnTo>
                    <a:pt x="1277275" y="1357406"/>
                  </a:lnTo>
                  <a:lnTo>
                    <a:pt x="1277277" y="1357383"/>
                  </a:lnTo>
                  <a:lnTo>
                    <a:pt x="1277278" y="1357360"/>
                  </a:lnTo>
                  <a:lnTo>
                    <a:pt x="1277276" y="1357351"/>
                  </a:lnTo>
                  <a:lnTo>
                    <a:pt x="1277272" y="1357344"/>
                  </a:lnTo>
                  <a:lnTo>
                    <a:pt x="1277258" y="1357329"/>
                  </a:lnTo>
                  <a:lnTo>
                    <a:pt x="1277257" y="1357319"/>
                  </a:lnTo>
                  <a:lnTo>
                    <a:pt x="1277259" y="1357308"/>
                  </a:lnTo>
                  <a:lnTo>
                    <a:pt x="1277269" y="1357296"/>
                  </a:lnTo>
                  <a:lnTo>
                    <a:pt x="1277290" y="1357280"/>
                  </a:lnTo>
                  <a:lnTo>
                    <a:pt x="1277307" y="1357268"/>
                  </a:lnTo>
                  <a:lnTo>
                    <a:pt x="1277322" y="1357257"/>
                  </a:lnTo>
                  <a:lnTo>
                    <a:pt x="1277327" y="1357252"/>
                  </a:lnTo>
                  <a:lnTo>
                    <a:pt x="1277330" y="1357249"/>
                  </a:lnTo>
                  <a:lnTo>
                    <a:pt x="1277337" y="1357241"/>
                  </a:lnTo>
                  <a:lnTo>
                    <a:pt x="1277343" y="1357237"/>
                  </a:lnTo>
                  <a:lnTo>
                    <a:pt x="1277350" y="1357232"/>
                  </a:lnTo>
                  <a:lnTo>
                    <a:pt x="1277357" y="1357228"/>
                  </a:lnTo>
                  <a:lnTo>
                    <a:pt x="1277370" y="1357222"/>
                  </a:lnTo>
                  <a:lnTo>
                    <a:pt x="1277437" y="1357190"/>
                  </a:lnTo>
                  <a:lnTo>
                    <a:pt x="1277481" y="1357161"/>
                  </a:lnTo>
                  <a:lnTo>
                    <a:pt x="1277495" y="1357153"/>
                  </a:lnTo>
                  <a:lnTo>
                    <a:pt x="1277530" y="1357139"/>
                  </a:lnTo>
                  <a:lnTo>
                    <a:pt x="1277542" y="1357134"/>
                  </a:lnTo>
                  <a:lnTo>
                    <a:pt x="1277557" y="1357123"/>
                  </a:lnTo>
                  <a:lnTo>
                    <a:pt x="1277567" y="1357108"/>
                  </a:lnTo>
                  <a:lnTo>
                    <a:pt x="1277575" y="1357094"/>
                  </a:lnTo>
                  <a:lnTo>
                    <a:pt x="1277585" y="1357071"/>
                  </a:lnTo>
                  <a:lnTo>
                    <a:pt x="1277589" y="1357052"/>
                  </a:lnTo>
                  <a:lnTo>
                    <a:pt x="1277589" y="1357024"/>
                  </a:lnTo>
                  <a:lnTo>
                    <a:pt x="1277588" y="1357017"/>
                  </a:lnTo>
                  <a:lnTo>
                    <a:pt x="1277585" y="1356989"/>
                  </a:lnTo>
                  <a:lnTo>
                    <a:pt x="1277579" y="1356963"/>
                  </a:lnTo>
                  <a:lnTo>
                    <a:pt x="1277572" y="1356936"/>
                  </a:lnTo>
                  <a:lnTo>
                    <a:pt x="1277559" y="1356904"/>
                  </a:lnTo>
                  <a:lnTo>
                    <a:pt x="1277552" y="1356880"/>
                  </a:lnTo>
                  <a:lnTo>
                    <a:pt x="1277546" y="1356862"/>
                  </a:lnTo>
                  <a:lnTo>
                    <a:pt x="1277538" y="1356853"/>
                  </a:lnTo>
                  <a:lnTo>
                    <a:pt x="1277532" y="1356852"/>
                  </a:lnTo>
                  <a:lnTo>
                    <a:pt x="1277523" y="1356851"/>
                  </a:lnTo>
                  <a:lnTo>
                    <a:pt x="1277513" y="1356846"/>
                  </a:lnTo>
                  <a:lnTo>
                    <a:pt x="1277505" y="1356843"/>
                  </a:lnTo>
                  <a:lnTo>
                    <a:pt x="1277490" y="1356839"/>
                  </a:lnTo>
                  <a:lnTo>
                    <a:pt x="1277477" y="1356838"/>
                  </a:lnTo>
                  <a:lnTo>
                    <a:pt x="1277460" y="1356834"/>
                  </a:lnTo>
                  <a:lnTo>
                    <a:pt x="1277452" y="1356830"/>
                  </a:lnTo>
                  <a:lnTo>
                    <a:pt x="1277435" y="1356813"/>
                  </a:lnTo>
                  <a:lnTo>
                    <a:pt x="1277427" y="1356806"/>
                  </a:lnTo>
                  <a:lnTo>
                    <a:pt x="1277423" y="1356804"/>
                  </a:lnTo>
                  <a:lnTo>
                    <a:pt x="1277410" y="1356803"/>
                  </a:lnTo>
                  <a:lnTo>
                    <a:pt x="1277396" y="1356798"/>
                  </a:lnTo>
                  <a:lnTo>
                    <a:pt x="1277386" y="1356791"/>
                  </a:lnTo>
                  <a:lnTo>
                    <a:pt x="1277380" y="1356781"/>
                  </a:lnTo>
                  <a:lnTo>
                    <a:pt x="1277379" y="1356772"/>
                  </a:lnTo>
                  <a:lnTo>
                    <a:pt x="1277382" y="1356746"/>
                  </a:lnTo>
                  <a:lnTo>
                    <a:pt x="1277380" y="1356710"/>
                  </a:lnTo>
                  <a:lnTo>
                    <a:pt x="1277383" y="1356685"/>
                  </a:lnTo>
                  <a:lnTo>
                    <a:pt x="1277394" y="1356651"/>
                  </a:lnTo>
                  <a:lnTo>
                    <a:pt x="1277401" y="1356632"/>
                  </a:lnTo>
                  <a:lnTo>
                    <a:pt x="1277421" y="1356610"/>
                  </a:lnTo>
                  <a:lnTo>
                    <a:pt x="1277434" y="1356594"/>
                  </a:lnTo>
                  <a:lnTo>
                    <a:pt x="1277445" y="1356570"/>
                  </a:lnTo>
                  <a:lnTo>
                    <a:pt x="1277451" y="1356560"/>
                  </a:lnTo>
                  <a:lnTo>
                    <a:pt x="1277453" y="1356553"/>
                  </a:lnTo>
                  <a:lnTo>
                    <a:pt x="1277460" y="1356533"/>
                  </a:lnTo>
                  <a:lnTo>
                    <a:pt x="1277463" y="1356519"/>
                  </a:lnTo>
                  <a:lnTo>
                    <a:pt x="1277473" y="1356504"/>
                  </a:lnTo>
                  <a:lnTo>
                    <a:pt x="1277486" y="1356489"/>
                  </a:lnTo>
                  <a:lnTo>
                    <a:pt x="1277492" y="1356480"/>
                  </a:lnTo>
                  <a:lnTo>
                    <a:pt x="1277492" y="1356475"/>
                  </a:lnTo>
                  <a:lnTo>
                    <a:pt x="1277488" y="1356468"/>
                  </a:lnTo>
                  <a:lnTo>
                    <a:pt x="1277485" y="1356463"/>
                  </a:lnTo>
                  <a:lnTo>
                    <a:pt x="1277481" y="1356458"/>
                  </a:lnTo>
                  <a:lnTo>
                    <a:pt x="1277474" y="1356457"/>
                  </a:lnTo>
                  <a:lnTo>
                    <a:pt x="1277469" y="1356457"/>
                  </a:lnTo>
                  <a:lnTo>
                    <a:pt x="1277463" y="1356458"/>
                  </a:lnTo>
                  <a:lnTo>
                    <a:pt x="1277449" y="1356460"/>
                  </a:lnTo>
                  <a:lnTo>
                    <a:pt x="1277434" y="1356462"/>
                  </a:lnTo>
                  <a:lnTo>
                    <a:pt x="1277424" y="1356462"/>
                  </a:lnTo>
                  <a:lnTo>
                    <a:pt x="1277423" y="1356454"/>
                  </a:lnTo>
                  <a:lnTo>
                    <a:pt x="1277427" y="1356446"/>
                  </a:lnTo>
                  <a:lnTo>
                    <a:pt x="1277432" y="1356437"/>
                  </a:lnTo>
                  <a:lnTo>
                    <a:pt x="1277434" y="1356433"/>
                  </a:lnTo>
                  <a:lnTo>
                    <a:pt x="1277437" y="1356428"/>
                  </a:lnTo>
                  <a:lnTo>
                    <a:pt x="1277440" y="1356422"/>
                  </a:lnTo>
                  <a:lnTo>
                    <a:pt x="1277442" y="1356417"/>
                  </a:lnTo>
                  <a:lnTo>
                    <a:pt x="1277445" y="1356410"/>
                  </a:lnTo>
                  <a:lnTo>
                    <a:pt x="1277448" y="1356402"/>
                  </a:lnTo>
                  <a:lnTo>
                    <a:pt x="1277450" y="1356397"/>
                  </a:lnTo>
                  <a:lnTo>
                    <a:pt x="1277453" y="1356390"/>
                  </a:lnTo>
                  <a:lnTo>
                    <a:pt x="1277456" y="1356384"/>
                  </a:lnTo>
                  <a:lnTo>
                    <a:pt x="1277459" y="1356377"/>
                  </a:lnTo>
                  <a:lnTo>
                    <a:pt x="1277461" y="1356373"/>
                  </a:lnTo>
                  <a:lnTo>
                    <a:pt x="1277465" y="1356367"/>
                  </a:lnTo>
                  <a:lnTo>
                    <a:pt x="1277467" y="1356359"/>
                  </a:lnTo>
                  <a:lnTo>
                    <a:pt x="1277470" y="1356353"/>
                  </a:lnTo>
                  <a:lnTo>
                    <a:pt x="1277472" y="1356346"/>
                  </a:lnTo>
                  <a:lnTo>
                    <a:pt x="1277475" y="1356341"/>
                  </a:lnTo>
                  <a:lnTo>
                    <a:pt x="1277477" y="1356336"/>
                  </a:lnTo>
                  <a:lnTo>
                    <a:pt x="1277479" y="1356332"/>
                  </a:lnTo>
                  <a:lnTo>
                    <a:pt x="1277496" y="1356279"/>
                  </a:lnTo>
                  <a:lnTo>
                    <a:pt x="1277500" y="1356246"/>
                  </a:lnTo>
                  <a:lnTo>
                    <a:pt x="1277551" y="1356175"/>
                  </a:lnTo>
                  <a:lnTo>
                    <a:pt x="1277651" y="1356046"/>
                  </a:lnTo>
                  <a:lnTo>
                    <a:pt x="1277653" y="1356054"/>
                  </a:lnTo>
                  <a:lnTo>
                    <a:pt x="1277655" y="1356060"/>
                  </a:lnTo>
                  <a:lnTo>
                    <a:pt x="1277659" y="1356066"/>
                  </a:lnTo>
                  <a:lnTo>
                    <a:pt x="1277662" y="1356069"/>
                  </a:lnTo>
                  <a:lnTo>
                    <a:pt x="1277666" y="1356073"/>
                  </a:lnTo>
                  <a:lnTo>
                    <a:pt x="1277670" y="1356076"/>
                  </a:lnTo>
                  <a:lnTo>
                    <a:pt x="1277674" y="1356078"/>
                  </a:lnTo>
                  <a:lnTo>
                    <a:pt x="1277679" y="1356079"/>
                  </a:lnTo>
                  <a:lnTo>
                    <a:pt x="1277684" y="1356080"/>
                  </a:lnTo>
                  <a:lnTo>
                    <a:pt x="1277690" y="1356080"/>
                  </a:lnTo>
                  <a:lnTo>
                    <a:pt x="1277697" y="1356080"/>
                  </a:lnTo>
                  <a:lnTo>
                    <a:pt x="1277702" y="1356080"/>
                  </a:lnTo>
                  <a:lnTo>
                    <a:pt x="1277711" y="1356081"/>
                  </a:lnTo>
                  <a:lnTo>
                    <a:pt x="1277716" y="1356081"/>
                  </a:lnTo>
                  <a:lnTo>
                    <a:pt x="1277722" y="1356082"/>
                  </a:lnTo>
                  <a:lnTo>
                    <a:pt x="1277727" y="1356083"/>
                  </a:lnTo>
                  <a:lnTo>
                    <a:pt x="1277732" y="1356085"/>
                  </a:lnTo>
                  <a:lnTo>
                    <a:pt x="1277737" y="1356087"/>
                  </a:lnTo>
                  <a:lnTo>
                    <a:pt x="1277743" y="1356088"/>
                  </a:lnTo>
                  <a:lnTo>
                    <a:pt x="1277747" y="1356087"/>
                  </a:lnTo>
                  <a:lnTo>
                    <a:pt x="1277755" y="1356087"/>
                  </a:lnTo>
                  <a:lnTo>
                    <a:pt x="1277762" y="1356085"/>
                  </a:lnTo>
                  <a:lnTo>
                    <a:pt x="1277766" y="1356083"/>
                  </a:lnTo>
                  <a:lnTo>
                    <a:pt x="1277772" y="1356081"/>
                  </a:lnTo>
                  <a:lnTo>
                    <a:pt x="1277777" y="1356079"/>
                  </a:lnTo>
                  <a:lnTo>
                    <a:pt x="1277783" y="1356076"/>
                  </a:lnTo>
                  <a:lnTo>
                    <a:pt x="1277788" y="1356074"/>
                  </a:lnTo>
                  <a:lnTo>
                    <a:pt x="1277792" y="1356071"/>
                  </a:lnTo>
                  <a:lnTo>
                    <a:pt x="1277797" y="1356068"/>
                  </a:lnTo>
                  <a:lnTo>
                    <a:pt x="1277802" y="1356065"/>
                  </a:lnTo>
                  <a:lnTo>
                    <a:pt x="1277805" y="1356063"/>
                  </a:lnTo>
                  <a:lnTo>
                    <a:pt x="1277810" y="1356061"/>
                  </a:lnTo>
                  <a:lnTo>
                    <a:pt x="1277815" y="1356061"/>
                  </a:lnTo>
                  <a:lnTo>
                    <a:pt x="1277819" y="1356061"/>
                  </a:lnTo>
                  <a:lnTo>
                    <a:pt x="1277824" y="1356062"/>
                  </a:lnTo>
                  <a:lnTo>
                    <a:pt x="1277829" y="1356064"/>
                  </a:lnTo>
                  <a:lnTo>
                    <a:pt x="1277834" y="1356066"/>
                  </a:lnTo>
                  <a:lnTo>
                    <a:pt x="1277838" y="1356067"/>
                  </a:lnTo>
                  <a:lnTo>
                    <a:pt x="1277842" y="1356069"/>
                  </a:lnTo>
                  <a:lnTo>
                    <a:pt x="1277847" y="1356072"/>
                  </a:lnTo>
                  <a:lnTo>
                    <a:pt x="1277852" y="1356074"/>
                  </a:lnTo>
                  <a:lnTo>
                    <a:pt x="1277858" y="1356077"/>
                  </a:lnTo>
                  <a:lnTo>
                    <a:pt x="1277863" y="1356079"/>
                  </a:lnTo>
                  <a:lnTo>
                    <a:pt x="1277867" y="1356080"/>
                  </a:lnTo>
                  <a:lnTo>
                    <a:pt x="1277873" y="1356080"/>
                  </a:lnTo>
                  <a:lnTo>
                    <a:pt x="1277880" y="1356078"/>
                  </a:lnTo>
                  <a:lnTo>
                    <a:pt x="1277888" y="1356076"/>
                  </a:lnTo>
                  <a:lnTo>
                    <a:pt x="1277894" y="1356074"/>
                  </a:lnTo>
                  <a:lnTo>
                    <a:pt x="1277899" y="1356071"/>
                  </a:lnTo>
                  <a:lnTo>
                    <a:pt x="1277904" y="1356069"/>
                  </a:lnTo>
                  <a:lnTo>
                    <a:pt x="1277907" y="1356066"/>
                  </a:lnTo>
                  <a:lnTo>
                    <a:pt x="1277912" y="1356062"/>
                  </a:lnTo>
                  <a:lnTo>
                    <a:pt x="1277918" y="1356057"/>
                  </a:lnTo>
                  <a:lnTo>
                    <a:pt x="1277923" y="1356054"/>
                  </a:lnTo>
                  <a:lnTo>
                    <a:pt x="1277928" y="1356051"/>
                  </a:lnTo>
                  <a:lnTo>
                    <a:pt x="1277932" y="1356049"/>
                  </a:lnTo>
                  <a:lnTo>
                    <a:pt x="1277937" y="1356049"/>
                  </a:lnTo>
                  <a:lnTo>
                    <a:pt x="1277944" y="1356049"/>
                  </a:lnTo>
                  <a:lnTo>
                    <a:pt x="1277950" y="1356051"/>
                  </a:lnTo>
                  <a:lnTo>
                    <a:pt x="1277956" y="1356054"/>
                  </a:lnTo>
                  <a:lnTo>
                    <a:pt x="1277960" y="1356057"/>
                  </a:lnTo>
                  <a:lnTo>
                    <a:pt x="1277965" y="1356060"/>
                  </a:lnTo>
                  <a:lnTo>
                    <a:pt x="1277970" y="1356063"/>
                  </a:lnTo>
                  <a:lnTo>
                    <a:pt x="1277974" y="1356065"/>
                  </a:lnTo>
                  <a:lnTo>
                    <a:pt x="1277979" y="1356067"/>
                  </a:lnTo>
                  <a:lnTo>
                    <a:pt x="1277984" y="1356068"/>
                  </a:lnTo>
                  <a:lnTo>
                    <a:pt x="1277991" y="1356069"/>
                  </a:lnTo>
                  <a:lnTo>
                    <a:pt x="1277997" y="1356067"/>
                  </a:lnTo>
                  <a:lnTo>
                    <a:pt x="1278003" y="1356066"/>
                  </a:lnTo>
                  <a:lnTo>
                    <a:pt x="1278009" y="1356064"/>
                  </a:lnTo>
                  <a:lnTo>
                    <a:pt x="1278014" y="1356063"/>
                  </a:lnTo>
                  <a:lnTo>
                    <a:pt x="1278018" y="1356062"/>
                  </a:lnTo>
                  <a:lnTo>
                    <a:pt x="1278022" y="1356060"/>
                  </a:lnTo>
                  <a:lnTo>
                    <a:pt x="1278026" y="1356059"/>
                  </a:lnTo>
                  <a:lnTo>
                    <a:pt x="1278030" y="1356057"/>
                  </a:lnTo>
                  <a:lnTo>
                    <a:pt x="1278034" y="1356053"/>
                  </a:lnTo>
                  <a:lnTo>
                    <a:pt x="1278039" y="1356049"/>
                  </a:lnTo>
                  <a:lnTo>
                    <a:pt x="1278043" y="1356045"/>
                  </a:lnTo>
                  <a:lnTo>
                    <a:pt x="1278046" y="1356041"/>
                  </a:lnTo>
                  <a:lnTo>
                    <a:pt x="1278049" y="1356036"/>
                  </a:lnTo>
                  <a:lnTo>
                    <a:pt x="1278051" y="1356030"/>
                  </a:lnTo>
                  <a:lnTo>
                    <a:pt x="1278051" y="1356024"/>
                  </a:lnTo>
                  <a:lnTo>
                    <a:pt x="1278050" y="1356019"/>
                  </a:lnTo>
                  <a:lnTo>
                    <a:pt x="1278050" y="1356013"/>
                  </a:lnTo>
                  <a:lnTo>
                    <a:pt x="1278051" y="1356006"/>
                  </a:lnTo>
                  <a:lnTo>
                    <a:pt x="1278053" y="1355999"/>
                  </a:lnTo>
                  <a:lnTo>
                    <a:pt x="1278054" y="1355995"/>
                  </a:lnTo>
                  <a:lnTo>
                    <a:pt x="1278055" y="1355990"/>
                  </a:lnTo>
                  <a:lnTo>
                    <a:pt x="1278055" y="1355984"/>
                  </a:lnTo>
                  <a:lnTo>
                    <a:pt x="1278056" y="1355979"/>
                  </a:lnTo>
                  <a:lnTo>
                    <a:pt x="1278054" y="1355971"/>
                  </a:lnTo>
                  <a:lnTo>
                    <a:pt x="1278053" y="1355965"/>
                  </a:lnTo>
                  <a:lnTo>
                    <a:pt x="1278055" y="1355960"/>
                  </a:lnTo>
                  <a:lnTo>
                    <a:pt x="1278057" y="1355955"/>
                  </a:lnTo>
                  <a:lnTo>
                    <a:pt x="1278062" y="1355953"/>
                  </a:lnTo>
                  <a:lnTo>
                    <a:pt x="1278067" y="1355955"/>
                  </a:lnTo>
                  <a:lnTo>
                    <a:pt x="1278072" y="1355958"/>
                  </a:lnTo>
                  <a:lnTo>
                    <a:pt x="1278076" y="1355961"/>
                  </a:lnTo>
                  <a:lnTo>
                    <a:pt x="1278081" y="1355965"/>
                  </a:lnTo>
                  <a:lnTo>
                    <a:pt x="1278086" y="1355969"/>
                  </a:lnTo>
                  <a:lnTo>
                    <a:pt x="1278090" y="1355972"/>
                  </a:lnTo>
                  <a:lnTo>
                    <a:pt x="1278095" y="1355976"/>
                  </a:lnTo>
                  <a:lnTo>
                    <a:pt x="1278099" y="1355979"/>
                  </a:lnTo>
                  <a:lnTo>
                    <a:pt x="1278103" y="1355982"/>
                  </a:lnTo>
                  <a:lnTo>
                    <a:pt x="1278107" y="1355985"/>
                  </a:lnTo>
                  <a:lnTo>
                    <a:pt x="1278111" y="1355987"/>
                  </a:lnTo>
                  <a:lnTo>
                    <a:pt x="1278115" y="1355989"/>
                  </a:lnTo>
                  <a:lnTo>
                    <a:pt x="1278120" y="1355991"/>
                  </a:lnTo>
                  <a:lnTo>
                    <a:pt x="1278127" y="1355993"/>
                  </a:lnTo>
                  <a:lnTo>
                    <a:pt x="1278131" y="1355993"/>
                  </a:lnTo>
                  <a:lnTo>
                    <a:pt x="1278136" y="1355992"/>
                  </a:lnTo>
                  <a:lnTo>
                    <a:pt x="1278141" y="1355992"/>
                  </a:lnTo>
                  <a:lnTo>
                    <a:pt x="1278145" y="1355993"/>
                  </a:lnTo>
                  <a:lnTo>
                    <a:pt x="1278149" y="1355995"/>
                  </a:lnTo>
                  <a:lnTo>
                    <a:pt x="1278154" y="1355999"/>
                  </a:lnTo>
                  <a:lnTo>
                    <a:pt x="1278157" y="1356002"/>
                  </a:lnTo>
                  <a:lnTo>
                    <a:pt x="1278161" y="1356005"/>
                  </a:lnTo>
                  <a:lnTo>
                    <a:pt x="1278165" y="1356009"/>
                  </a:lnTo>
                  <a:lnTo>
                    <a:pt x="1278170" y="1356014"/>
                  </a:lnTo>
                  <a:lnTo>
                    <a:pt x="1278172" y="1356020"/>
                  </a:lnTo>
                  <a:lnTo>
                    <a:pt x="1278174" y="1356028"/>
                  </a:lnTo>
                  <a:lnTo>
                    <a:pt x="1278176" y="1356035"/>
                  </a:lnTo>
                  <a:lnTo>
                    <a:pt x="1278179" y="1356043"/>
                  </a:lnTo>
                  <a:lnTo>
                    <a:pt x="1278181" y="1356049"/>
                  </a:lnTo>
                  <a:lnTo>
                    <a:pt x="1278185" y="1356054"/>
                  </a:lnTo>
                  <a:lnTo>
                    <a:pt x="1278188" y="1356058"/>
                  </a:lnTo>
                  <a:lnTo>
                    <a:pt x="1278192" y="1356060"/>
                  </a:lnTo>
                  <a:lnTo>
                    <a:pt x="1278199" y="1356061"/>
                  </a:lnTo>
                  <a:lnTo>
                    <a:pt x="1278205" y="1356062"/>
                  </a:lnTo>
                  <a:lnTo>
                    <a:pt x="1278211" y="1356063"/>
                  </a:lnTo>
                  <a:lnTo>
                    <a:pt x="1278215" y="1356064"/>
                  </a:lnTo>
                  <a:lnTo>
                    <a:pt x="1278221" y="1356066"/>
                  </a:lnTo>
                  <a:lnTo>
                    <a:pt x="1278226" y="1356067"/>
                  </a:lnTo>
                  <a:lnTo>
                    <a:pt x="1278232" y="1356069"/>
                  </a:lnTo>
                  <a:lnTo>
                    <a:pt x="1278239" y="1356070"/>
                  </a:lnTo>
                  <a:lnTo>
                    <a:pt x="1278246" y="1356068"/>
                  </a:lnTo>
                  <a:lnTo>
                    <a:pt x="1278251" y="1356067"/>
                  </a:lnTo>
                  <a:lnTo>
                    <a:pt x="1278255" y="1356065"/>
                  </a:lnTo>
                  <a:lnTo>
                    <a:pt x="1278259" y="1356063"/>
                  </a:lnTo>
                  <a:lnTo>
                    <a:pt x="1278265" y="1356060"/>
                  </a:lnTo>
                  <a:lnTo>
                    <a:pt x="1278269" y="1356057"/>
                  </a:lnTo>
                  <a:lnTo>
                    <a:pt x="1278273" y="1356054"/>
                  </a:lnTo>
                  <a:lnTo>
                    <a:pt x="1278277" y="1356051"/>
                  </a:lnTo>
                  <a:lnTo>
                    <a:pt x="1278282" y="1356046"/>
                  </a:lnTo>
                  <a:lnTo>
                    <a:pt x="1278286" y="1356042"/>
                  </a:lnTo>
                  <a:lnTo>
                    <a:pt x="1278290" y="1356038"/>
                  </a:lnTo>
                  <a:lnTo>
                    <a:pt x="1278294" y="1356034"/>
                  </a:lnTo>
                  <a:lnTo>
                    <a:pt x="1278299" y="1356030"/>
                  </a:lnTo>
                  <a:lnTo>
                    <a:pt x="1278302" y="1356028"/>
                  </a:lnTo>
                  <a:lnTo>
                    <a:pt x="1278309" y="1356028"/>
                  </a:lnTo>
                  <a:lnTo>
                    <a:pt x="1278318" y="1356029"/>
                  </a:lnTo>
                  <a:lnTo>
                    <a:pt x="1278323" y="1356030"/>
                  </a:lnTo>
                  <a:lnTo>
                    <a:pt x="1278329" y="1356031"/>
                  </a:lnTo>
                  <a:lnTo>
                    <a:pt x="1278333" y="1356031"/>
                  </a:lnTo>
                  <a:lnTo>
                    <a:pt x="1278340" y="1356031"/>
                  </a:lnTo>
                  <a:lnTo>
                    <a:pt x="1278348" y="1356031"/>
                  </a:lnTo>
                  <a:lnTo>
                    <a:pt x="1278354" y="1356031"/>
                  </a:lnTo>
                  <a:lnTo>
                    <a:pt x="1278360" y="1356031"/>
                  </a:lnTo>
                  <a:lnTo>
                    <a:pt x="1278369" y="1356032"/>
                  </a:lnTo>
                  <a:lnTo>
                    <a:pt x="1278374" y="1356032"/>
                  </a:lnTo>
                  <a:lnTo>
                    <a:pt x="1278380" y="1356033"/>
                  </a:lnTo>
                  <a:lnTo>
                    <a:pt x="1278385" y="1356033"/>
                  </a:lnTo>
                  <a:lnTo>
                    <a:pt x="1278390" y="1356035"/>
                  </a:lnTo>
                  <a:lnTo>
                    <a:pt x="1278395" y="1356038"/>
                  </a:lnTo>
                  <a:lnTo>
                    <a:pt x="1278399" y="1356041"/>
                  </a:lnTo>
                  <a:lnTo>
                    <a:pt x="1278404" y="1356045"/>
                  </a:lnTo>
                  <a:lnTo>
                    <a:pt x="1278409" y="1356050"/>
                  </a:lnTo>
                  <a:lnTo>
                    <a:pt x="1278413" y="1356053"/>
                  </a:lnTo>
                  <a:lnTo>
                    <a:pt x="1278417" y="1356055"/>
                  </a:lnTo>
                  <a:lnTo>
                    <a:pt x="1278421" y="1356058"/>
                  </a:lnTo>
                  <a:lnTo>
                    <a:pt x="1278426" y="1356060"/>
                  </a:lnTo>
                  <a:lnTo>
                    <a:pt x="1278429" y="1356062"/>
                  </a:lnTo>
                  <a:lnTo>
                    <a:pt x="1278433" y="1356064"/>
                  </a:lnTo>
                  <a:lnTo>
                    <a:pt x="1278438" y="1356066"/>
                  </a:lnTo>
                  <a:lnTo>
                    <a:pt x="1278442" y="1356068"/>
                  </a:lnTo>
                  <a:lnTo>
                    <a:pt x="1278449" y="1356070"/>
                  </a:lnTo>
                  <a:lnTo>
                    <a:pt x="1278454" y="1356072"/>
                  </a:lnTo>
                  <a:lnTo>
                    <a:pt x="1278457" y="1356074"/>
                  </a:lnTo>
                  <a:lnTo>
                    <a:pt x="1278462" y="1356079"/>
                  </a:lnTo>
                  <a:lnTo>
                    <a:pt x="1278465" y="1356083"/>
                  </a:lnTo>
                  <a:lnTo>
                    <a:pt x="1278468" y="1356088"/>
                  </a:lnTo>
                  <a:lnTo>
                    <a:pt x="1278470" y="1356092"/>
                  </a:lnTo>
                  <a:lnTo>
                    <a:pt x="1278471" y="1356097"/>
                  </a:lnTo>
                  <a:lnTo>
                    <a:pt x="1278473" y="1356102"/>
                  </a:lnTo>
                  <a:lnTo>
                    <a:pt x="1278474" y="1356109"/>
                  </a:lnTo>
                  <a:lnTo>
                    <a:pt x="1278473" y="1356115"/>
                  </a:lnTo>
                  <a:lnTo>
                    <a:pt x="1278472" y="1356121"/>
                  </a:lnTo>
                  <a:lnTo>
                    <a:pt x="1278471" y="1356128"/>
                  </a:lnTo>
                  <a:lnTo>
                    <a:pt x="1278470" y="1356137"/>
                  </a:lnTo>
                  <a:lnTo>
                    <a:pt x="1278469" y="1356143"/>
                  </a:lnTo>
                  <a:lnTo>
                    <a:pt x="1278468" y="1356150"/>
                  </a:lnTo>
                  <a:lnTo>
                    <a:pt x="1278469" y="1356155"/>
                  </a:lnTo>
                  <a:lnTo>
                    <a:pt x="1278471" y="1356163"/>
                  </a:lnTo>
                  <a:lnTo>
                    <a:pt x="1278474" y="1356167"/>
                  </a:lnTo>
                  <a:lnTo>
                    <a:pt x="1278479" y="1356169"/>
                  </a:lnTo>
                  <a:lnTo>
                    <a:pt x="1278485" y="1356171"/>
                  </a:lnTo>
                  <a:lnTo>
                    <a:pt x="1278492" y="1356174"/>
                  </a:lnTo>
                  <a:lnTo>
                    <a:pt x="1278496" y="1356176"/>
                  </a:lnTo>
                  <a:lnTo>
                    <a:pt x="1278500" y="1356178"/>
                  </a:lnTo>
                  <a:lnTo>
                    <a:pt x="1278505" y="1356181"/>
                  </a:lnTo>
                  <a:lnTo>
                    <a:pt x="1278509" y="1356185"/>
                  </a:lnTo>
                  <a:lnTo>
                    <a:pt x="1278512" y="1356190"/>
                  </a:lnTo>
                  <a:lnTo>
                    <a:pt x="1278515" y="1356196"/>
                  </a:lnTo>
                  <a:lnTo>
                    <a:pt x="1278517" y="1356201"/>
                  </a:lnTo>
                  <a:lnTo>
                    <a:pt x="1278519" y="1356207"/>
                  </a:lnTo>
                  <a:lnTo>
                    <a:pt x="1278520" y="1356212"/>
                  </a:lnTo>
                  <a:lnTo>
                    <a:pt x="1278521" y="1356217"/>
                  </a:lnTo>
                  <a:lnTo>
                    <a:pt x="1278522" y="1356222"/>
                  </a:lnTo>
                  <a:lnTo>
                    <a:pt x="1278524" y="1356228"/>
                  </a:lnTo>
                  <a:lnTo>
                    <a:pt x="1278527" y="1356234"/>
                  </a:lnTo>
                  <a:lnTo>
                    <a:pt x="1278528" y="1356238"/>
                  </a:lnTo>
                  <a:lnTo>
                    <a:pt x="1278526" y="1356245"/>
                  </a:lnTo>
                  <a:lnTo>
                    <a:pt x="1278523" y="1356250"/>
                  </a:lnTo>
                  <a:lnTo>
                    <a:pt x="1278521" y="1356254"/>
                  </a:lnTo>
                  <a:lnTo>
                    <a:pt x="1278518" y="1356259"/>
                  </a:lnTo>
                  <a:lnTo>
                    <a:pt x="1278516" y="1356265"/>
                  </a:lnTo>
                  <a:lnTo>
                    <a:pt x="1278515" y="1356271"/>
                  </a:lnTo>
                  <a:lnTo>
                    <a:pt x="1278513" y="1356278"/>
                  </a:lnTo>
                  <a:lnTo>
                    <a:pt x="1278512" y="1356284"/>
                  </a:lnTo>
                  <a:lnTo>
                    <a:pt x="1278510" y="1356288"/>
                  </a:lnTo>
                  <a:lnTo>
                    <a:pt x="1278509" y="1356293"/>
                  </a:lnTo>
                  <a:lnTo>
                    <a:pt x="1278507" y="1356298"/>
                  </a:lnTo>
                  <a:lnTo>
                    <a:pt x="1278505" y="1356302"/>
                  </a:lnTo>
                  <a:lnTo>
                    <a:pt x="1278504" y="1356306"/>
                  </a:lnTo>
                  <a:lnTo>
                    <a:pt x="1278501" y="1356311"/>
                  </a:lnTo>
                  <a:lnTo>
                    <a:pt x="1278497" y="1356318"/>
                  </a:lnTo>
                  <a:lnTo>
                    <a:pt x="1278494" y="1356324"/>
                  </a:lnTo>
                  <a:lnTo>
                    <a:pt x="1278491" y="1356328"/>
                  </a:lnTo>
                  <a:lnTo>
                    <a:pt x="1278486" y="1356336"/>
                  </a:lnTo>
                  <a:lnTo>
                    <a:pt x="1278482" y="1356343"/>
                  </a:lnTo>
                  <a:lnTo>
                    <a:pt x="1278478" y="1356350"/>
                  </a:lnTo>
                  <a:lnTo>
                    <a:pt x="1278475" y="1356354"/>
                  </a:lnTo>
                  <a:lnTo>
                    <a:pt x="1278472" y="1356361"/>
                  </a:lnTo>
                  <a:lnTo>
                    <a:pt x="1278469" y="1356366"/>
                  </a:lnTo>
                  <a:lnTo>
                    <a:pt x="1278467" y="1356371"/>
                  </a:lnTo>
                  <a:lnTo>
                    <a:pt x="1278465" y="1356375"/>
                  </a:lnTo>
                  <a:lnTo>
                    <a:pt x="1278463" y="1356380"/>
                  </a:lnTo>
                  <a:lnTo>
                    <a:pt x="1278462" y="1356386"/>
                  </a:lnTo>
                  <a:lnTo>
                    <a:pt x="1278461" y="1356392"/>
                  </a:lnTo>
                  <a:lnTo>
                    <a:pt x="1278461" y="1356398"/>
                  </a:lnTo>
                  <a:lnTo>
                    <a:pt x="1278461" y="1356405"/>
                  </a:lnTo>
                  <a:lnTo>
                    <a:pt x="1278461" y="1356410"/>
                  </a:lnTo>
                  <a:lnTo>
                    <a:pt x="1278462" y="1356415"/>
                  </a:lnTo>
                  <a:lnTo>
                    <a:pt x="1278463" y="1356421"/>
                  </a:lnTo>
                  <a:lnTo>
                    <a:pt x="1278465" y="1356429"/>
                  </a:lnTo>
                  <a:lnTo>
                    <a:pt x="1278465" y="1356433"/>
                  </a:lnTo>
                  <a:lnTo>
                    <a:pt x="1278466" y="1356440"/>
                  </a:lnTo>
                  <a:lnTo>
                    <a:pt x="1278466" y="1356445"/>
                  </a:lnTo>
                  <a:lnTo>
                    <a:pt x="1278467" y="1356450"/>
                  </a:lnTo>
                  <a:lnTo>
                    <a:pt x="1278469" y="1356454"/>
                  </a:lnTo>
                  <a:lnTo>
                    <a:pt x="1278472" y="1356458"/>
                  </a:lnTo>
                  <a:lnTo>
                    <a:pt x="1278476" y="1356460"/>
                  </a:lnTo>
                  <a:lnTo>
                    <a:pt x="1278481" y="1356464"/>
                  </a:lnTo>
                  <a:lnTo>
                    <a:pt x="1278484" y="1356467"/>
                  </a:lnTo>
                  <a:lnTo>
                    <a:pt x="1278490" y="1356470"/>
                  </a:lnTo>
                  <a:lnTo>
                    <a:pt x="1278493" y="1356473"/>
                  </a:lnTo>
                  <a:lnTo>
                    <a:pt x="1278498" y="1356476"/>
                  </a:lnTo>
                  <a:lnTo>
                    <a:pt x="1278501" y="1356480"/>
                  </a:lnTo>
                  <a:lnTo>
                    <a:pt x="1278505" y="1356485"/>
                  </a:lnTo>
                  <a:lnTo>
                    <a:pt x="1278509" y="1356488"/>
                  </a:lnTo>
                  <a:lnTo>
                    <a:pt x="1278512" y="1356492"/>
                  </a:lnTo>
                  <a:lnTo>
                    <a:pt x="1278515" y="1356496"/>
                  </a:lnTo>
                  <a:lnTo>
                    <a:pt x="1278519" y="1356499"/>
                  </a:lnTo>
                  <a:lnTo>
                    <a:pt x="1278522" y="1356503"/>
                  </a:lnTo>
                  <a:lnTo>
                    <a:pt x="1278525" y="1356506"/>
                  </a:lnTo>
                  <a:lnTo>
                    <a:pt x="1278530" y="1356512"/>
                  </a:lnTo>
                  <a:lnTo>
                    <a:pt x="1278531" y="1356518"/>
                  </a:lnTo>
                  <a:lnTo>
                    <a:pt x="1278531" y="1356527"/>
                  </a:lnTo>
                  <a:lnTo>
                    <a:pt x="1278533" y="1356533"/>
                  </a:lnTo>
                  <a:lnTo>
                    <a:pt x="1278535" y="1356539"/>
                  </a:lnTo>
                  <a:lnTo>
                    <a:pt x="1278537" y="1356544"/>
                  </a:lnTo>
                  <a:lnTo>
                    <a:pt x="1278539" y="1356550"/>
                  </a:lnTo>
                  <a:lnTo>
                    <a:pt x="1278541" y="1356558"/>
                  </a:lnTo>
                  <a:lnTo>
                    <a:pt x="1278542" y="1356567"/>
                  </a:lnTo>
                  <a:lnTo>
                    <a:pt x="1278541" y="1356572"/>
                  </a:lnTo>
                  <a:lnTo>
                    <a:pt x="1278540" y="1356578"/>
                  </a:lnTo>
                  <a:lnTo>
                    <a:pt x="1278539" y="1356584"/>
                  </a:lnTo>
                  <a:lnTo>
                    <a:pt x="1278537" y="1356592"/>
                  </a:lnTo>
                  <a:lnTo>
                    <a:pt x="1278535" y="1356602"/>
                  </a:lnTo>
                  <a:lnTo>
                    <a:pt x="1278533" y="1356611"/>
                  </a:lnTo>
                  <a:lnTo>
                    <a:pt x="1278531" y="1356618"/>
                  </a:lnTo>
                  <a:lnTo>
                    <a:pt x="1278530" y="1356624"/>
                  </a:lnTo>
                  <a:lnTo>
                    <a:pt x="1278529" y="1356630"/>
                  </a:lnTo>
                  <a:lnTo>
                    <a:pt x="1278527" y="1356637"/>
                  </a:lnTo>
                  <a:lnTo>
                    <a:pt x="1278527" y="1356642"/>
                  </a:lnTo>
                  <a:lnTo>
                    <a:pt x="1278533" y="1356643"/>
                  </a:lnTo>
                  <a:lnTo>
                    <a:pt x="1278538" y="1356644"/>
                  </a:lnTo>
                  <a:lnTo>
                    <a:pt x="1278543" y="1356643"/>
                  </a:lnTo>
                  <a:lnTo>
                    <a:pt x="1278547" y="1356644"/>
                  </a:lnTo>
                  <a:lnTo>
                    <a:pt x="1278554" y="1356648"/>
                  </a:lnTo>
                  <a:lnTo>
                    <a:pt x="1278560" y="1356650"/>
                  </a:lnTo>
                  <a:lnTo>
                    <a:pt x="1278568" y="1356652"/>
                  </a:lnTo>
                  <a:lnTo>
                    <a:pt x="1278573" y="1356654"/>
                  </a:lnTo>
                  <a:lnTo>
                    <a:pt x="1278578" y="1356655"/>
                  </a:lnTo>
                  <a:lnTo>
                    <a:pt x="1278583" y="1356655"/>
                  </a:lnTo>
                  <a:lnTo>
                    <a:pt x="1278587" y="1356654"/>
                  </a:lnTo>
                  <a:lnTo>
                    <a:pt x="1278593" y="1356654"/>
                  </a:lnTo>
                  <a:lnTo>
                    <a:pt x="1278599" y="1356654"/>
                  </a:lnTo>
                  <a:lnTo>
                    <a:pt x="1278606" y="1356655"/>
                  </a:lnTo>
                  <a:lnTo>
                    <a:pt x="1278612" y="1356657"/>
                  </a:lnTo>
                  <a:lnTo>
                    <a:pt x="1278617" y="1356658"/>
                  </a:lnTo>
                  <a:lnTo>
                    <a:pt x="1278625" y="1356661"/>
                  </a:lnTo>
                  <a:lnTo>
                    <a:pt x="1278632" y="1356664"/>
                  </a:lnTo>
                  <a:lnTo>
                    <a:pt x="1278639" y="1356667"/>
                  </a:lnTo>
                  <a:lnTo>
                    <a:pt x="1278645" y="1356671"/>
                  </a:lnTo>
                  <a:lnTo>
                    <a:pt x="1278649" y="1356677"/>
                  </a:lnTo>
                  <a:lnTo>
                    <a:pt x="1278652" y="1356681"/>
                  </a:lnTo>
                  <a:lnTo>
                    <a:pt x="1278655" y="1356687"/>
                  </a:lnTo>
                  <a:lnTo>
                    <a:pt x="1278658" y="1356692"/>
                  </a:lnTo>
                  <a:lnTo>
                    <a:pt x="1278663" y="1356699"/>
                  </a:lnTo>
                  <a:lnTo>
                    <a:pt x="1278668" y="1356704"/>
                  </a:lnTo>
                  <a:lnTo>
                    <a:pt x="1278672" y="1356709"/>
                  </a:lnTo>
                  <a:lnTo>
                    <a:pt x="1278678" y="1356714"/>
                  </a:lnTo>
                  <a:lnTo>
                    <a:pt x="1278683" y="1356717"/>
                  </a:lnTo>
                  <a:lnTo>
                    <a:pt x="1278686" y="1356721"/>
                  </a:lnTo>
                  <a:lnTo>
                    <a:pt x="1278691" y="1356725"/>
                  </a:lnTo>
                  <a:lnTo>
                    <a:pt x="1278694" y="1356729"/>
                  </a:lnTo>
                  <a:lnTo>
                    <a:pt x="1278697" y="1356733"/>
                  </a:lnTo>
                  <a:lnTo>
                    <a:pt x="1278700" y="1356737"/>
                  </a:lnTo>
                  <a:lnTo>
                    <a:pt x="1278703" y="1356742"/>
                  </a:lnTo>
                  <a:lnTo>
                    <a:pt x="1278706" y="1356748"/>
                  </a:lnTo>
                  <a:lnTo>
                    <a:pt x="1278709" y="1356756"/>
                  </a:lnTo>
                  <a:lnTo>
                    <a:pt x="1278710" y="1356763"/>
                  </a:lnTo>
                  <a:lnTo>
                    <a:pt x="1278710" y="1356771"/>
                  </a:lnTo>
                  <a:lnTo>
                    <a:pt x="1278709" y="1356778"/>
                  </a:lnTo>
                  <a:lnTo>
                    <a:pt x="1278709" y="1356784"/>
                  </a:lnTo>
                  <a:lnTo>
                    <a:pt x="1278707" y="1356790"/>
                  </a:lnTo>
                  <a:lnTo>
                    <a:pt x="1278704" y="1356797"/>
                  </a:lnTo>
                  <a:lnTo>
                    <a:pt x="1278700" y="1356805"/>
                  </a:lnTo>
                  <a:lnTo>
                    <a:pt x="1278697" y="1356810"/>
                  </a:lnTo>
                  <a:lnTo>
                    <a:pt x="1278695" y="1356818"/>
                  </a:lnTo>
                  <a:lnTo>
                    <a:pt x="1278695" y="1356825"/>
                  </a:lnTo>
                  <a:lnTo>
                    <a:pt x="1278697" y="1356832"/>
                  </a:lnTo>
                  <a:lnTo>
                    <a:pt x="1278700" y="1356840"/>
                  </a:lnTo>
                  <a:lnTo>
                    <a:pt x="1278703" y="1356844"/>
                  </a:lnTo>
                  <a:lnTo>
                    <a:pt x="1278706" y="1356848"/>
                  </a:lnTo>
                  <a:lnTo>
                    <a:pt x="1278709" y="1356851"/>
                  </a:lnTo>
                  <a:lnTo>
                    <a:pt x="1278712" y="1356854"/>
                  </a:lnTo>
                  <a:lnTo>
                    <a:pt x="1278719" y="1356859"/>
                  </a:lnTo>
                  <a:lnTo>
                    <a:pt x="1278723" y="1356863"/>
                  </a:lnTo>
                  <a:lnTo>
                    <a:pt x="1278727" y="1356866"/>
                  </a:lnTo>
                  <a:lnTo>
                    <a:pt x="1278730" y="1356869"/>
                  </a:lnTo>
                  <a:lnTo>
                    <a:pt x="1278733" y="1356873"/>
                  </a:lnTo>
                  <a:lnTo>
                    <a:pt x="1278737" y="1356877"/>
                  </a:lnTo>
                  <a:lnTo>
                    <a:pt x="1278741" y="1356881"/>
                  </a:lnTo>
                  <a:lnTo>
                    <a:pt x="1278745" y="1356885"/>
                  </a:lnTo>
                  <a:lnTo>
                    <a:pt x="1278748" y="1356888"/>
                  </a:lnTo>
                  <a:lnTo>
                    <a:pt x="1278754" y="1356894"/>
                  </a:lnTo>
                  <a:lnTo>
                    <a:pt x="1278757" y="1356898"/>
                  </a:lnTo>
                  <a:lnTo>
                    <a:pt x="1278762" y="1356904"/>
                  </a:lnTo>
                  <a:lnTo>
                    <a:pt x="1278768" y="1356909"/>
                  </a:lnTo>
                  <a:lnTo>
                    <a:pt x="1278774" y="1356911"/>
                  </a:lnTo>
                  <a:lnTo>
                    <a:pt x="1278780" y="1356910"/>
                  </a:lnTo>
                  <a:lnTo>
                    <a:pt x="1278786" y="1356908"/>
                  </a:lnTo>
                  <a:lnTo>
                    <a:pt x="1278792" y="1356905"/>
                  </a:lnTo>
                  <a:lnTo>
                    <a:pt x="1278796" y="1356906"/>
                  </a:lnTo>
                  <a:lnTo>
                    <a:pt x="1278801" y="1356907"/>
                  </a:lnTo>
                  <a:lnTo>
                    <a:pt x="1278807" y="1356910"/>
                  </a:lnTo>
                  <a:lnTo>
                    <a:pt x="1278814" y="1356913"/>
                  </a:lnTo>
                  <a:lnTo>
                    <a:pt x="1278823" y="1356916"/>
                  </a:lnTo>
                  <a:lnTo>
                    <a:pt x="1278829" y="1356919"/>
                  </a:lnTo>
                  <a:lnTo>
                    <a:pt x="1278833" y="1356920"/>
                  </a:lnTo>
                  <a:lnTo>
                    <a:pt x="1278838" y="1356922"/>
                  </a:lnTo>
                  <a:lnTo>
                    <a:pt x="1278843" y="1356923"/>
                  </a:lnTo>
                  <a:lnTo>
                    <a:pt x="1278850" y="1356925"/>
                  </a:lnTo>
                  <a:lnTo>
                    <a:pt x="1278858" y="1356926"/>
                  </a:lnTo>
                  <a:lnTo>
                    <a:pt x="1278863" y="1356927"/>
                  </a:lnTo>
                  <a:lnTo>
                    <a:pt x="1278869" y="1356929"/>
                  </a:lnTo>
                  <a:lnTo>
                    <a:pt x="1278874" y="1356930"/>
                  </a:lnTo>
                  <a:lnTo>
                    <a:pt x="1278878" y="1356931"/>
                  </a:lnTo>
                  <a:lnTo>
                    <a:pt x="1278884" y="1356931"/>
                  </a:lnTo>
                  <a:lnTo>
                    <a:pt x="1278889" y="1356931"/>
                  </a:lnTo>
                  <a:lnTo>
                    <a:pt x="1278895" y="1356931"/>
                  </a:lnTo>
                  <a:lnTo>
                    <a:pt x="1278899" y="1356931"/>
                  </a:lnTo>
                  <a:lnTo>
                    <a:pt x="1278904" y="1356932"/>
                  </a:lnTo>
                  <a:lnTo>
                    <a:pt x="1278909" y="1356934"/>
                  </a:lnTo>
                  <a:lnTo>
                    <a:pt x="1278914" y="1356938"/>
                  </a:lnTo>
                  <a:lnTo>
                    <a:pt x="1278919" y="1356942"/>
                  </a:lnTo>
                  <a:lnTo>
                    <a:pt x="1278923" y="1356948"/>
                  </a:lnTo>
                  <a:lnTo>
                    <a:pt x="1278928" y="1356953"/>
                  </a:lnTo>
                  <a:lnTo>
                    <a:pt x="1278933" y="1356959"/>
                  </a:lnTo>
                  <a:lnTo>
                    <a:pt x="1278938" y="1356963"/>
                  </a:lnTo>
                  <a:lnTo>
                    <a:pt x="1278944" y="1356967"/>
                  </a:lnTo>
                  <a:lnTo>
                    <a:pt x="1278949" y="1356970"/>
                  </a:lnTo>
                  <a:lnTo>
                    <a:pt x="1278953" y="1356972"/>
                  </a:lnTo>
                  <a:lnTo>
                    <a:pt x="1278958" y="1356975"/>
                  </a:lnTo>
                  <a:lnTo>
                    <a:pt x="1278962" y="1356978"/>
                  </a:lnTo>
                  <a:lnTo>
                    <a:pt x="1278966" y="1356982"/>
                  </a:lnTo>
                  <a:lnTo>
                    <a:pt x="1278970" y="1356985"/>
                  </a:lnTo>
                  <a:lnTo>
                    <a:pt x="1278974" y="1356989"/>
                  </a:lnTo>
                  <a:lnTo>
                    <a:pt x="1278980" y="1356994"/>
                  </a:lnTo>
                  <a:lnTo>
                    <a:pt x="1278985" y="1357000"/>
                  </a:lnTo>
                  <a:lnTo>
                    <a:pt x="1278988" y="1357004"/>
                  </a:lnTo>
                  <a:lnTo>
                    <a:pt x="1278991" y="1357007"/>
                  </a:lnTo>
                  <a:lnTo>
                    <a:pt x="1278994" y="1357011"/>
                  </a:lnTo>
                  <a:lnTo>
                    <a:pt x="1278997" y="1357015"/>
                  </a:lnTo>
                  <a:lnTo>
                    <a:pt x="1278999" y="1357019"/>
                  </a:lnTo>
                  <a:lnTo>
                    <a:pt x="1279002" y="1357023"/>
                  </a:lnTo>
                  <a:lnTo>
                    <a:pt x="1279005" y="1357028"/>
                  </a:lnTo>
                  <a:lnTo>
                    <a:pt x="1279007" y="1357033"/>
                  </a:lnTo>
                  <a:lnTo>
                    <a:pt x="1279010" y="1357038"/>
                  </a:lnTo>
                  <a:lnTo>
                    <a:pt x="1279011" y="1357044"/>
                  </a:lnTo>
                  <a:lnTo>
                    <a:pt x="1279015" y="1357053"/>
                  </a:lnTo>
                  <a:lnTo>
                    <a:pt x="1279017" y="1357058"/>
                  </a:lnTo>
                  <a:lnTo>
                    <a:pt x="1279020" y="1357064"/>
                  </a:lnTo>
                  <a:lnTo>
                    <a:pt x="1279024" y="1357073"/>
                  </a:lnTo>
                  <a:lnTo>
                    <a:pt x="1279028" y="1357079"/>
                  </a:lnTo>
                  <a:lnTo>
                    <a:pt x="1279030" y="1357084"/>
                  </a:lnTo>
                  <a:lnTo>
                    <a:pt x="1279031" y="1357091"/>
                  </a:lnTo>
                  <a:lnTo>
                    <a:pt x="1279029" y="1357098"/>
                  </a:lnTo>
                  <a:lnTo>
                    <a:pt x="1279028" y="1357105"/>
                  </a:lnTo>
                  <a:lnTo>
                    <a:pt x="1279028" y="1357112"/>
                  </a:lnTo>
                  <a:lnTo>
                    <a:pt x="1279028" y="1357118"/>
                  </a:lnTo>
                  <a:lnTo>
                    <a:pt x="1279028" y="1357123"/>
                  </a:lnTo>
                  <a:lnTo>
                    <a:pt x="1279031" y="1357129"/>
                  </a:lnTo>
                  <a:lnTo>
                    <a:pt x="1279034" y="1357138"/>
                  </a:lnTo>
                  <a:lnTo>
                    <a:pt x="1279033" y="1357145"/>
                  </a:lnTo>
                  <a:lnTo>
                    <a:pt x="1279032" y="1357151"/>
                  </a:lnTo>
                  <a:lnTo>
                    <a:pt x="1279030" y="1357157"/>
                  </a:lnTo>
                  <a:lnTo>
                    <a:pt x="1279029" y="1357163"/>
                  </a:lnTo>
                  <a:lnTo>
                    <a:pt x="1279027" y="1357172"/>
                  </a:lnTo>
                  <a:lnTo>
                    <a:pt x="1279024" y="1357181"/>
                  </a:lnTo>
                  <a:lnTo>
                    <a:pt x="1279024" y="1357188"/>
                  </a:lnTo>
                  <a:lnTo>
                    <a:pt x="1279025" y="1357192"/>
                  </a:lnTo>
                  <a:lnTo>
                    <a:pt x="1279028" y="1357199"/>
                  </a:lnTo>
                  <a:lnTo>
                    <a:pt x="1279028" y="1357208"/>
                  </a:lnTo>
                  <a:lnTo>
                    <a:pt x="1279028" y="1357215"/>
                  </a:lnTo>
                  <a:lnTo>
                    <a:pt x="1279030" y="1357221"/>
                  </a:lnTo>
                  <a:lnTo>
                    <a:pt x="1279033" y="1357228"/>
                  </a:lnTo>
                  <a:lnTo>
                    <a:pt x="1279037" y="1357233"/>
                  </a:lnTo>
                  <a:lnTo>
                    <a:pt x="1279039" y="1357237"/>
                  </a:lnTo>
                  <a:lnTo>
                    <a:pt x="1279043" y="1357240"/>
                  </a:lnTo>
                  <a:lnTo>
                    <a:pt x="1279046" y="1357244"/>
                  </a:lnTo>
                  <a:lnTo>
                    <a:pt x="1279050" y="1357247"/>
                  </a:lnTo>
                  <a:lnTo>
                    <a:pt x="1279055" y="1357250"/>
                  </a:lnTo>
                  <a:lnTo>
                    <a:pt x="1279060" y="1357254"/>
                  </a:lnTo>
                  <a:lnTo>
                    <a:pt x="1279066" y="1357258"/>
                  </a:lnTo>
                  <a:lnTo>
                    <a:pt x="1279070" y="1357261"/>
                  </a:lnTo>
                  <a:lnTo>
                    <a:pt x="1279075" y="1357265"/>
                  </a:lnTo>
                  <a:lnTo>
                    <a:pt x="1279084" y="1357269"/>
                  </a:lnTo>
                  <a:lnTo>
                    <a:pt x="1279091" y="1357271"/>
                  </a:lnTo>
                  <a:lnTo>
                    <a:pt x="1279097" y="1357272"/>
                  </a:lnTo>
                  <a:lnTo>
                    <a:pt x="1279103" y="1357272"/>
                  </a:lnTo>
                  <a:lnTo>
                    <a:pt x="1279108" y="1357273"/>
                  </a:lnTo>
                  <a:lnTo>
                    <a:pt x="1279113" y="1357274"/>
                  </a:lnTo>
                  <a:lnTo>
                    <a:pt x="1279118" y="1357276"/>
                  </a:lnTo>
                  <a:lnTo>
                    <a:pt x="1279127" y="1357279"/>
                  </a:lnTo>
                  <a:lnTo>
                    <a:pt x="1279133" y="1357281"/>
                  </a:lnTo>
                  <a:lnTo>
                    <a:pt x="1279137" y="1357283"/>
                  </a:lnTo>
                  <a:lnTo>
                    <a:pt x="1279143" y="1357284"/>
                  </a:lnTo>
                  <a:lnTo>
                    <a:pt x="1279149" y="1357286"/>
                  </a:lnTo>
                  <a:lnTo>
                    <a:pt x="1279154" y="1357287"/>
                  </a:lnTo>
                  <a:lnTo>
                    <a:pt x="1279159" y="1357289"/>
                  </a:lnTo>
                  <a:lnTo>
                    <a:pt x="1279164" y="1357290"/>
                  </a:lnTo>
                  <a:lnTo>
                    <a:pt x="1279170" y="1357291"/>
                  </a:lnTo>
                  <a:lnTo>
                    <a:pt x="1279175" y="1357292"/>
                  </a:lnTo>
                  <a:lnTo>
                    <a:pt x="1279181" y="1357294"/>
                  </a:lnTo>
                  <a:lnTo>
                    <a:pt x="1279188" y="1357296"/>
                  </a:lnTo>
                  <a:lnTo>
                    <a:pt x="1279195" y="1357296"/>
                  </a:lnTo>
                  <a:lnTo>
                    <a:pt x="1279203" y="1357296"/>
                  </a:lnTo>
                  <a:lnTo>
                    <a:pt x="1279209" y="1357296"/>
                  </a:lnTo>
                  <a:lnTo>
                    <a:pt x="1279214" y="1357295"/>
                  </a:lnTo>
                  <a:lnTo>
                    <a:pt x="1279220" y="1357294"/>
                  </a:lnTo>
                  <a:lnTo>
                    <a:pt x="1279226" y="1357293"/>
                  </a:lnTo>
                  <a:lnTo>
                    <a:pt x="1279233" y="1357291"/>
                  </a:lnTo>
                  <a:lnTo>
                    <a:pt x="1279239" y="1357291"/>
                  </a:lnTo>
                  <a:lnTo>
                    <a:pt x="1279243" y="1357293"/>
                  </a:lnTo>
                  <a:lnTo>
                    <a:pt x="1279246" y="1357297"/>
                  </a:lnTo>
                  <a:lnTo>
                    <a:pt x="1279249" y="1357301"/>
                  </a:lnTo>
                  <a:lnTo>
                    <a:pt x="1279251" y="1357306"/>
                  </a:lnTo>
                  <a:lnTo>
                    <a:pt x="1279255" y="1357311"/>
                  </a:lnTo>
                  <a:lnTo>
                    <a:pt x="1279260" y="1357316"/>
                  </a:lnTo>
                  <a:lnTo>
                    <a:pt x="1279263" y="1357318"/>
                  </a:lnTo>
                  <a:lnTo>
                    <a:pt x="1279269" y="1357320"/>
                  </a:lnTo>
                  <a:lnTo>
                    <a:pt x="1279275" y="1357320"/>
                  </a:lnTo>
                  <a:lnTo>
                    <a:pt x="1279282" y="1357319"/>
                  </a:lnTo>
                  <a:lnTo>
                    <a:pt x="1279290" y="1357317"/>
                  </a:lnTo>
                  <a:lnTo>
                    <a:pt x="1279296" y="1357317"/>
                  </a:lnTo>
                  <a:lnTo>
                    <a:pt x="1279304" y="1357317"/>
                  </a:lnTo>
                  <a:lnTo>
                    <a:pt x="1279309" y="1357315"/>
                  </a:lnTo>
                  <a:lnTo>
                    <a:pt x="1279315" y="1357313"/>
                  </a:lnTo>
                  <a:lnTo>
                    <a:pt x="1279322" y="1357310"/>
                  </a:lnTo>
                  <a:lnTo>
                    <a:pt x="1279329" y="1357305"/>
                  </a:lnTo>
                  <a:lnTo>
                    <a:pt x="1279333" y="1357301"/>
                  </a:lnTo>
                  <a:lnTo>
                    <a:pt x="1279338" y="1357297"/>
                  </a:lnTo>
                  <a:lnTo>
                    <a:pt x="1279345" y="1357294"/>
                  </a:lnTo>
                  <a:lnTo>
                    <a:pt x="1279351" y="1357291"/>
                  </a:lnTo>
                  <a:lnTo>
                    <a:pt x="1279357" y="1357289"/>
                  </a:lnTo>
                  <a:lnTo>
                    <a:pt x="1279361" y="1357287"/>
                  </a:lnTo>
                  <a:lnTo>
                    <a:pt x="1279366" y="1357285"/>
                  </a:lnTo>
                  <a:lnTo>
                    <a:pt x="1279373" y="1357282"/>
                  </a:lnTo>
                  <a:lnTo>
                    <a:pt x="1279380" y="1357288"/>
                  </a:lnTo>
                  <a:lnTo>
                    <a:pt x="1279391" y="1357296"/>
                  </a:lnTo>
                  <a:lnTo>
                    <a:pt x="1279398" y="1357302"/>
                  </a:lnTo>
                  <a:lnTo>
                    <a:pt x="1279408" y="1357305"/>
                  </a:lnTo>
                  <a:lnTo>
                    <a:pt x="1279417" y="1357313"/>
                  </a:lnTo>
                  <a:lnTo>
                    <a:pt x="1279426" y="1357325"/>
                  </a:lnTo>
                  <a:lnTo>
                    <a:pt x="1279439" y="1357328"/>
                  </a:lnTo>
                  <a:lnTo>
                    <a:pt x="1279448" y="1357327"/>
                  </a:lnTo>
                  <a:lnTo>
                    <a:pt x="1279458" y="1357323"/>
                  </a:lnTo>
                  <a:lnTo>
                    <a:pt x="1279469" y="1357321"/>
                  </a:lnTo>
                  <a:lnTo>
                    <a:pt x="1279483" y="1357317"/>
                  </a:lnTo>
                  <a:lnTo>
                    <a:pt x="1279498" y="1357313"/>
                  </a:lnTo>
                  <a:lnTo>
                    <a:pt x="1279511" y="1357310"/>
                  </a:lnTo>
                  <a:lnTo>
                    <a:pt x="1279525" y="1357306"/>
                  </a:lnTo>
                  <a:lnTo>
                    <a:pt x="1279542" y="1357306"/>
                  </a:lnTo>
                  <a:lnTo>
                    <a:pt x="1279555" y="1357305"/>
                  </a:lnTo>
                  <a:lnTo>
                    <a:pt x="1279572" y="1357306"/>
                  </a:lnTo>
                  <a:lnTo>
                    <a:pt x="1279593" y="1357314"/>
                  </a:lnTo>
                  <a:lnTo>
                    <a:pt x="1279636" y="1357327"/>
                  </a:lnTo>
                  <a:lnTo>
                    <a:pt x="1279658" y="1357338"/>
                  </a:lnTo>
                  <a:lnTo>
                    <a:pt x="1279666" y="1357335"/>
                  </a:lnTo>
                  <a:lnTo>
                    <a:pt x="1279672" y="1357332"/>
                  </a:lnTo>
                  <a:lnTo>
                    <a:pt x="1279685" y="1357322"/>
                  </a:lnTo>
                  <a:lnTo>
                    <a:pt x="1279692" y="1357315"/>
                  </a:lnTo>
                  <a:lnTo>
                    <a:pt x="1279697" y="1357308"/>
                  </a:lnTo>
                  <a:lnTo>
                    <a:pt x="1279702" y="1357301"/>
                  </a:lnTo>
                  <a:lnTo>
                    <a:pt x="1279705" y="1357298"/>
                  </a:lnTo>
                  <a:lnTo>
                    <a:pt x="1279712" y="1357296"/>
                  </a:lnTo>
                  <a:lnTo>
                    <a:pt x="1279719" y="1357293"/>
                  </a:lnTo>
                  <a:lnTo>
                    <a:pt x="1279724" y="1357288"/>
                  </a:lnTo>
                  <a:lnTo>
                    <a:pt x="1279727" y="1357279"/>
                  </a:lnTo>
                  <a:lnTo>
                    <a:pt x="1279731" y="1357261"/>
                  </a:lnTo>
                  <a:lnTo>
                    <a:pt x="1279735" y="1357253"/>
                  </a:lnTo>
                  <a:lnTo>
                    <a:pt x="1279745" y="1357246"/>
                  </a:lnTo>
                  <a:lnTo>
                    <a:pt x="1279768" y="1357237"/>
                  </a:lnTo>
                  <a:lnTo>
                    <a:pt x="1279786" y="1357234"/>
                  </a:lnTo>
                  <a:lnTo>
                    <a:pt x="1279801" y="1357235"/>
                  </a:lnTo>
                  <a:lnTo>
                    <a:pt x="1279813" y="1357236"/>
                  </a:lnTo>
                  <a:lnTo>
                    <a:pt x="1279823" y="1357238"/>
                  </a:lnTo>
                  <a:lnTo>
                    <a:pt x="1279827" y="1357240"/>
                  </a:lnTo>
                  <a:lnTo>
                    <a:pt x="1279832" y="1357237"/>
                  </a:lnTo>
                  <a:lnTo>
                    <a:pt x="1279837" y="1357235"/>
                  </a:lnTo>
                  <a:lnTo>
                    <a:pt x="1279991" y="1357157"/>
                  </a:lnTo>
                  <a:lnTo>
                    <a:pt x="1279998" y="1357156"/>
                  </a:lnTo>
                  <a:lnTo>
                    <a:pt x="1280005" y="1357156"/>
                  </a:lnTo>
                  <a:lnTo>
                    <a:pt x="1280011" y="1357157"/>
                  </a:lnTo>
                  <a:lnTo>
                    <a:pt x="1280016" y="1357159"/>
                  </a:lnTo>
                  <a:lnTo>
                    <a:pt x="1280022" y="1357160"/>
                  </a:lnTo>
                  <a:lnTo>
                    <a:pt x="1280028" y="1357160"/>
                  </a:lnTo>
                  <a:lnTo>
                    <a:pt x="1280033" y="1357160"/>
                  </a:lnTo>
                  <a:lnTo>
                    <a:pt x="1280038" y="1357161"/>
                  </a:lnTo>
                  <a:lnTo>
                    <a:pt x="1280043" y="1357161"/>
                  </a:lnTo>
                  <a:lnTo>
                    <a:pt x="1280049" y="1357163"/>
                  </a:lnTo>
                  <a:lnTo>
                    <a:pt x="1280055" y="1357164"/>
                  </a:lnTo>
                  <a:lnTo>
                    <a:pt x="1280060" y="1357166"/>
                  </a:lnTo>
                  <a:lnTo>
                    <a:pt x="1280066" y="1357168"/>
                  </a:lnTo>
                  <a:lnTo>
                    <a:pt x="1280071" y="1357171"/>
                  </a:lnTo>
                  <a:lnTo>
                    <a:pt x="1280074" y="1357174"/>
                  </a:lnTo>
                  <a:lnTo>
                    <a:pt x="1280079" y="1357176"/>
                  </a:lnTo>
                  <a:lnTo>
                    <a:pt x="1280082" y="1357178"/>
                  </a:lnTo>
                  <a:lnTo>
                    <a:pt x="1280086" y="1357180"/>
                  </a:lnTo>
                  <a:lnTo>
                    <a:pt x="1280090" y="1357183"/>
                  </a:lnTo>
                  <a:lnTo>
                    <a:pt x="1280096" y="1357185"/>
                  </a:lnTo>
                  <a:lnTo>
                    <a:pt x="1280101" y="1357188"/>
                  </a:lnTo>
                  <a:lnTo>
                    <a:pt x="1280105" y="1357190"/>
                  </a:lnTo>
                  <a:lnTo>
                    <a:pt x="1280109" y="1357193"/>
                  </a:lnTo>
                  <a:lnTo>
                    <a:pt x="1280115" y="1357197"/>
                  </a:lnTo>
                  <a:lnTo>
                    <a:pt x="1280120" y="1357200"/>
                  </a:lnTo>
                  <a:lnTo>
                    <a:pt x="1280125" y="1357202"/>
                  </a:lnTo>
                  <a:lnTo>
                    <a:pt x="1280124" y="1357195"/>
                  </a:lnTo>
                  <a:lnTo>
                    <a:pt x="1280126" y="1357191"/>
                  </a:lnTo>
                  <a:lnTo>
                    <a:pt x="1280129" y="1357188"/>
                  </a:lnTo>
                  <a:lnTo>
                    <a:pt x="1280134" y="1357182"/>
                  </a:lnTo>
                  <a:lnTo>
                    <a:pt x="1280139" y="1357176"/>
                  </a:lnTo>
                  <a:lnTo>
                    <a:pt x="1280142" y="1357173"/>
                  </a:lnTo>
                  <a:lnTo>
                    <a:pt x="1280146" y="1357169"/>
                  </a:lnTo>
                  <a:lnTo>
                    <a:pt x="1280150" y="1357163"/>
                  </a:lnTo>
                  <a:lnTo>
                    <a:pt x="1280152" y="1357155"/>
                  </a:lnTo>
                  <a:lnTo>
                    <a:pt x="1280153" y="1357145"/>
                  </a:lnTo>
                  <a:lnTo>
                    <a:pt x="1280156" y="1357139"/>
                  </a:lnTo>
                  <a:lnTo>
                    <a:pt x="1280159" y="1357134"/>
                  </a:lnTo>
                  <a:lnTo>
                    <a:pt x="1280161" y="1357129"/>
                  </a:lnTo>
                  <a:lnTo>
                    <a:pt x="1280161" y="1357122"/>
                  </a:lnTo>
                  <a:lnTo>
                    <a:pt x="1280160" y="1357113"/>
                  </a:lnTo>
                  <a:lnTo>
                    <a:pt x="1280159" y="1357108"/>
                  </a:lnTo>
                  <a:lnTo>
                    <a:pt x="1280158" y="1357102"/>
                  </a:lnTo>
                  <a:lnTo>
                    <a:pt x="1280158" y="1357096"/>
                  </a:lnTo>
                  <a:lnTo>
                    <a:pt x="1280159" y="1357092"/>
                  </a:lnTo>
                  <a:lnTo>
                    <a:pt x="1280160" y="1357087"/>
                  </a:lnTo>
                  <a:lnTo>
                    <a:pt x="1280163" y="1357082"/>
                  </a:lnTo>
                  <a:lnTo>
                    <a:pt x="1280165" y="1357078"/>
                  </a:lnTo>
                  <a:lnTo>
                    <a:pt x="1280170" y="1357073"/>
                  </a:lnTo>
                  <a:lnTo>
                    <a:pt x="1280175" y="1357070"/>
                  </a:lnTo>
                  <a:lnTo>
                    <a:pt x="1280180" y="1357069"/>
                  </a:lnTo>
                  <a:lnTo>
                    <a:pt x="1280187" y="1357069"/>
                  </a:lnTo>
                  <a:lnTo>
                    <a:pt x="1280191" y="1357071"/>
                  </a:lnTo>
                  <a:lnTo>
                    <a:pt x="1280197" y="1357072"/>
                  </a:lnTo>
                  <a:lnTo>
                    <a:pt x="1280201" y="1357073"/>
                  </a:lnTo>
                  <a:lnTo>
                    <a:pt x="1280206" y="1357072"/>
                  </a:lnTo>
                  <a:lnTo>
                    <a:pt x="1280210" y="1357068"/>
                  </a:lnTo>
                  <a:lnTo>
                    <a:pt x="1280214" y="1357065"/>
                  </a:lnTo>
                  <a:lnTo>
                    <a:pt x="1280218" y="1357062"/>
                  </a:lnTo>
                  <a:lnTo>
                    <a:pt x="1280221" y="1357059"/>
                  </a:lnTo>
                  <a:lnTo>
                    <a:pt x="1280224" y="1357053"/>
                  </a:lnTo>
                  <a:lnTo>
                    <a:pt x="1280224" y="1357045"/>
                  </a:lnTo>
                  <a:lnTo>
                    <a:pt x="1280224" y="1357040"/>
                  </a:lnTo>
                  <a:lnTo>
                    <a:pt x="1280225" y="1357035"/>
                  </a:lnTo>
                  <a:lnTo>
                    <a:pt x="1280307" y="1357051"/>
                  </a:lnTo>
                  <a:lnTo>
                    <a:pt x="1280310" y="1357056"/>
                  </a:lnTo>
                  <a:lnTo>
                    <a:pt x="1280313" y="1357061"/>
                  </a:lnTo>
                  <a:lnTo>
                    <a:pt x="1280317" y="1357065"/>
                  </a:lnTo>
                  <a:lnTo>
                    <a:pt x="1280322" y="1357069"/>
                  </a:lnTo>
                  <a:lnTo>
                    <a:pt x="1280327" y="1357072"/>
                  </a:lnTo>
                  <a:lnTo>
                    <a:pt x="1280332" y="1357074"/>
                  </a:lnTo>
                  <a:lnTo>
                    <a:pt x="1280336" y="1357074"/>
                  </a:lnTo>
                  <a:lnTo>
                    <a:pt x="1280340" y="1357075"/>
                  </a:lnTo>
                  <a:lnTo>
                    <a:pt x="1280344" y="1357075"/>
                  </a:lnTo>
                  <a:lnTo>
                    <a:pt x="1280348" y="1357078"/>
                  </a:lnTo>
                  <a:lnTo>
                    <a:pt x="1280351" y="1357082"/>
                  </a:lnTo>
                  <a:lnTo>
                    <a:pt x="1280354" y="1357087"/>
                  </a:lnTo>
                  <a:lnTo>
                    <a:pt x="1280357" y="1357092"/>
                  </a:lnTo>
                  <a:lnTo>
                    <a:pt x="1280359" y="1357098"/>
                  </a:lnTo>
                  <a:lnTo>
                    <a:pt x="1280361" y="1357104"/>
                  </a:lnTo>
                  <a:lnTo>
                    <a:pt x="1280363" y="1357110"/>
                  </a:lnTo>
                  <a:lnTo>
                    <a:pt x="1280366" y="1357116"/>
                  </a:lnTo>
                  <a:lnTo>
                    <a:pt x="1280369" y="1357121"/>
                  </a:lnTo>
                  <a:lnTo>
                    <a:pt x="1280372" y="1357125"/>
                  </a:lnTo>
                  <a:lnTo>
                    <a:pt x="1280378" y="1357129"/>
                  </a:lnTo>
                  <a:lnTo>
                    <a:pt x="1280383" y="1357130"/>
                  </a:lnTo>
                  <a:lnTo>
                    <a:pt x="1280388" y="1357129"/>
                  </a:lnTo>
                  <a:lnTo>
                    <a:pt x="1280394" y="1357127"/>
                  </a:lnTo>
                  <a:lnTo>
                    <a:pt x="1280399" y="1357124"/>
                  </a:lnTo>
                  <a:lnTo>
                    <a:pt x="1280404" y="1357121"/>
                  </a:lnTo>
                  <a:lnTo>
                    <a:pt x="1280409" y="1357118"/>
                  </a:lnTo>
                  <a:lnTo>
                    <a:pt x="1280414" y="1357117"/>
                  </a:lnTo>
                  <a:lnTo>
                    <a:pt x="1280419" y="1357122"/>
                  </a:lnTo>
                  <a:lnTo>
                    <a:pt x="1280421" y="1357127"/>
                  </a:lnTo>
                  <a:lnTo>
                    <a:pt x="1280425" y="1357131"/>
                  </a:lnTo>
                  <a:lnTo>
                    <a:pt x="1280429" y="1357134"/>
                  </a:lnTo>
                  <a:lnTo>
                    <a:pt x="1280434" y="1357139"/>
                  </a:lnTo>
                  <a:lnTo>
                    <a:pt x="1280438" y="1357144"/>
                  </a:lnTo>
                  <a:lnTo>
                    <a:pt x="1280441" y="1357150"/>
                  </a:lnTo>
                  <a:lnTo>
                    <a:pt x="1280446" y="1357153"/>
                  </a:lnTo>
                  <a:lnTo>
                    <a:pt x="1280453" y="1357156"/>
                  </a:lnTo>
                  <a:lnTo>
                    <a:pt x="1280460" y="1357158"/>
                  </a:lnTo>
                  <a:lnTo>
                    <a:pt x="1280466" y="1357158"/>
                  </a:lnTo>
                  <a:lnTo>
                    <a:pt x="1280473" y="1357156"/>
                  </a:lnTo>
                  <a:lnTo>
                    <a:pt x="1280479" y="1357155"/>
                  </a:lnTo>
                  <a:lnTo>
                    <a:pt x="1280484" y="1357155"/>
                  </a:lnTo>
                  <a:lnTo>
                    <a:pt x="1280490" y="1357153"/>
                  </a:lnTo>
                  <a:lnTo>
                    <a:pt x="1280495" y="1357151"/>
                  </a:lnTo>
                  <a:lnTo>
                    <a:pt x="1280500" y="1357148"/>
                  </a:lnTo>
                  <a:lnTo>
                    <a:pt x="1280503" y="1357144"/>
                  </a:lnTo>
                  <a:lnTo>
                    <a:pt x="1280504" y="1357139"/>
                  </a:lnTo>
                  <a:lnTo>
                    <a:pt x="1280504" y="1357134"/>
                  </a:lnTo>
                  <a:lnTo>
                    <a:pt x="1280503" y="1357129"/>
                  </a:lnTo>
                  <a:lnTo>
                    <a:pt x="1280503" y="1357124"/>
                  </a:lnTo>
                  <a:lnTo>
                    <a:pt x="1280505" y="1357119"/>
                  </a:lnTo>
                  <a:lnTo>
                    <a:pt x="1280506" y="1357112"/>
                  </a:lnTo>
                  <a:lnTo>
                    <a:pt x="1280505" y="1357107"/>
                  </a:lnTo>
                  <a:lnTo>
                    <a:pt x="1280503" y="1357100"/>
                  </a:lnTo>
                  <a:lnTo>
                    <a:pt x="1280502" y="1357092"/>
                  </a:lnTo>
                  <a:lnTo>
                    <a:pt x="1280506" y="1357086"/>
                  </a:lnTo>
                  <a:lnTo>
                    <a:pt x="1280510" y="1357082"/>
                  </a:lnTo>
                  <a:lnTo>
                    <a:pt x="1280515" y="1357077"/>
                  </a:lnTo>
                  <a:lnTo>
                    <a:pt x="1280519" y="1357075"/>
                  </a:lnTo>
                  <a:lnTo>
                    <a:pt x="1280524" y="1357074"/>
                  </a:lnTo>
                  <a:lnTo>
                    <a:pt x="1280530" y="1357072"/>
                  </a:lnTo>
                  <a:lnTo>
                    <a:pt x="1280536" y="1357073"/>
                  </a:lnTo>
                  <a:lnTo>
                    <a:pt x="1280540" y="1357075"/>
                  </a:lnTo>
                  <a:lnTo>
                    <a:pt x="1280545" y="1357077"/>
                  </a:lnTo>
                  <a:lnTo>
                    <a:pt x="1280548" y="1357080"/>
                  </a:lnTo>
                  <a:lnTo>
                    <a:pt x="1280551" y="1357084"/>
                  </a:lnTo>
                  <a:lnTo>
                    <a:pt x="1280555" y="1357091"/>
                  </a:lnTo>
                  <a:lnTo>
                    <a:pt x="1280561" y="1357098"/>
                  </a:lnTo>
                  <a:lnTo>
                    <a:pt x="1280566" y="1357102"/>
                  </a:lnTo>
                  <a:lnTo>
                    <a:pt x="1280574" y="1357107"/>
                  </a:lnTo>
                  <a:lnTo>
                    <a:pt x="1280581" y="1357104"/>
                  </a:lnTo>
                  <a:lnTo>
                    <a:pt x="1280585" y="1357101"/>
                  </a:lnTo>
                  <a:lnTo>
                    <a:pt x="1280589" y="1357097"/>
                  </a:lnTo>
                  <a:lnTo>
                    <a:pt x="1280593" y="1357094"/>
                  </a:lnTo>
                  <a:lnTo>
                    <a:pt x="1280596" y="1357089"/>
                  </a:lnTo>
                  <a:lnTo>
                    <a:pt x="1280599" y="1357085"/>
                  </a:lnTo>
                  <a:lnTo>
                    <a:pt x="1280602" y="1357079"/>
                  </a:lnTo>
                  <a:lnTo>
                    <a:pt x="1280604" y="1357073"/>
                  </a:lnTo>
                  <a:lnTo>
                    <a:pt x="1280606" y="1357068"/>
                  </a:lnTo>
                  <a:lnTo>
                    <a:pt x="1280609" y="1357061"/>
                  </a:lnTo>
                  <a:lnTo>
                    <a:pt x="1280614" y="1357055"/>
                  </a:lnTo>
                  <a:lnTo>
                    <a:pt x="1280619" y="1357052"/>
                  </a:lnTo>
                  <a:lnTo>
                    <a:pt x="1280623" y="1357049"/>
                  </a:lnTo>
                  <a:lnTo>
                    <a:pt x="1280627" y="1357046"/>
                  </a:lnTo>
                  <a:lnTo>
                    <a:pt x="1280631" y="1357042"/>
                  </a:lnTo>
                  <a:lnTo>
                    <a:pt x="1280632" y="1357037"/>
                  </a:lnTo>
                  <a:lnTo>
                    <a:pt x="1280631" y="1357032"/>
                  </a:lnTo>
                  <a:lnTo>
                    <a:pt x="1280630" y="1357025"/>
                  </a:lnTo>
                  <a:lnTo>
                    <a:pt x="1280637" y="1357024"/>
                  </a:lnTo>
                  <a:lnTo>
                    <a:pt x="1280641" y="1357024"/>
                  </a:lnTo>
                  <a:lnTo>
                    <a:pt x="1280647" y="1357025"/>
                  </a:lnTo>
                  <a:lnTo>
                    <a:pt x="1280652" y="1357028"/>
                  </a:lnTo>
                  <a:lnTo>
                    <a:pt x="1280661" y="1357033"/>
                  </a:lnTo>
                  <a:lnTo>
                    <a:pt x="1280667" y="1357035"/>
                  </a:lnTo>
                  <a:lnTo>
                    <a:pt x="1280672" y="1357035"/>
                  </a:lnTo>
                  <a:lnTo>
                    <a:pt x="1280678" y="1357034"/>
                  </a:lnTo>
                  <a:lnTo>
                    <a:pt x="1280686" y="1357032"/>
                  </a:lnTo>
                  <a:lnTo>
                    <a:pt x="1280691" y="1357031"/>
                  </a:lnTo>
                  <a:lnTo>
                    <a:pt x="1280696" y="1357029"/>
                  </a:lnTo>
                  <a:lnTo>
                    <a:pt x="1280700" y="1357026"/>
                  </a:lnTo>
                  <a:lnTo>
                    <a:pt x="1280704" y="1357024"/>
                  </a:lnTo>
                  <a:lnTo>
                    <a:pt x="1280709" y="1357021"/>
                  </a:lnTo>
                  <a:lnTo>
                    <a:pt x="1280714" y="1357019"/>
                  </a:lnTo>
                  <a:lnTo>
                    <a:pt x="1280719" y="1357021"/>
                  </a:lnTo>
                  <a:lnTo>
                    <a:pt x="1280724" y="1357023"/>
                  </a:lnTo>
                  <a:lnTo>
                    <a:pt x="1280728" y="1357025"/>
                  </a:lnTo>
                  <a:lnTo>
                    <a:pt x="1280735" y="1357027"/>
                  </a:lnTo>
                  <a:lnTo>
                    <a:pt x="1280741" y="1357029"/>
                  </a:lnTo>
                  <a:lnTo>
                    <a:pt x="1280747" y="1357031"/>
                  </a:lnTo>
                  <a:lnTo>
                    <a:pt x="1280754" y="1357031"/>
                  </a:lnTo>
                  <a:lnTo>
                    <a:pt x="1280758" y="1357031"/>
                  </a:lnTo>
                  <a:lnTo>
                    <a:pt x="1280762" y="1357030"/>
                  </a:lnTo>
                  <a:lnTo>
                    <a:pt x="1280766" y="1357028"/>
                  </a:lnTo>
                  <a:lnTo>
                    <a:pt x="1280772" y="1357026"/>
                  </a:lnTo>
                  <a:lnTo>
                    <a:pt x="1280779" y="1357025"/>
                  </a:lnTo>
                  <a:lnTo>
                    <a:pt x="1280784" y="1357023"/>
                  </a:lnTo>
                  <a:lnTo>
                    <a:pt x="1280788" y="1357019"/>
                  </a:lnTo>
                  <a:lnTo>
                    <a:pt x="1280793" y="1357012"/>
                  </a:lnTo>
                  <a:lnTo>
                    <a:pt x="1280796" y="1357007"/>
                  </a:lnTo>
                  <a:lnTo>
                    <a:pt x="1280798" y="1357003"/>
                  </a:lnTo>
                  <a:lnTo>
                    <a:pt x="1280801" y="1356998"/>
                  </a:lnTo>
                  <a:lnTo>
                    <a:pt x="1280804" y="1356991"/>
                  </a:lnTo>
                  <a:lnTo>
                    <a:pt x="1280807" y="1356984"/>
                  </a:lnTo>
                  <a:lnTo>
                    <a:pt x="1280808" y="1356978"/>
                  </a:lnTo>
                  <a:lnTo>
                    <a:pt x="1280809" y="1356972"/>
                  </a:lnTo>
                  <a:lnTo>
                    <a:pt x="1280809" y="1356965"/>
                  </a:lnTo>
                  <a:lnTo>
                    <a:pt x="1280809" y="1356960"/>
                  </a:lnTo>
                  <a:lnTo>
                    <a:pt x="1280810" y="1356953"/>
                  </a:lnTo>
                  <a:lnTo>
                    <a:pt x="1280812" y="1356945"/>
                  </a:lnTo>
                  <a:lnTo>
                    <a:pt x="1280813" y="1356941"/>
                  </a:lnTo>
                  <a:lnTo>
                    <a:pt x="1280817" y="1356937"/>
                  </a:lnTo>
                  <a:lnTo>
                    <a:pt x="1280822" y="1356933"/>
                  </a:lnTo>
                  <a:lnTo>
                    <a:pt x="1280827" y="1356930"/>
                  </a:lnTo>
                  <a:lnTo>
                    <a:pt x="1280832" y="1356932"/>
                  </a:lnTo>
                  <a:lnTo>
                    <a:pt x="1280836" y="1356937"/>
                  </a:lnTo>
                  <a:lnTo>
                    <a:pt x="1280840" y="1356940"/>
                  </a:lnTo>
                  <a:lnTo>
                    <a:pt x="1280846" y="1356944"/>
                  </a:lnTo>
                  <a:lnTo>
                    <a:pt x="1280850" y="1356950"/>
                  </a:lnTo>
                  <a:lnTo>
                    <a:pt x="1280855" y="1356955"/>
                  </a:lnTo>
                  <a:lnTo>
                    <a:pt x="1280858" y="1356958"/>
                  </a:lnTo>
                  <a:lnTo>
                    <a:pt x="1280862" y="1356962"/>
                  </a:lnTo>
                  <a:lnTo>
                    <a:pt x="1280865" y="1356965"/>
                  </a:lnTo>
                  <a:lnTo>
                    <a:pt x="1280869" y="1356968"/>
                  </a:lnTo>
                  <a:lnTo>
                    <a:pt x="1280872" y="1356970"/>
                  </a:lnTo>
                  <a:lnTo>
                    <a:pt x="1280876" y="1356971"/>
                  </a:lnTo>
                  <a:lnTo>
                    <a:pt x="1280881" y="1356972"/>
                  </a:lnTo>
                  <a:lnTo>
                    <a:pt x="1280887" y="1356972"/>
                  </a:lnTo>
                  <a:lnTo>
                    <a:pt x="1280892" y="1356973"/>
                  </a:lnTo>
                  <a:lnTo>
                    <a:pt x="1280899" y="1356976"/>
                  </a:lnTo>
                  <a:lnTo>
                    <a:pt x="1280907" y="1356979"/>
                  </a:lnTo>
                  <a:lnTo>
                    <a:pt x="1280914" y="1356982"/>
                  </a:lnTo>
                  <a:lnTo>
                    <a:pt x="1280922" y="1356986"/>
                  </a:lnTo>
                  <a:lnTo>
                    <a:pt x="1280932" y="1356990"/>
                  </a:lnTo>
                  <a:lnTo>
                    <a:pt x="1280937" y="1356992"/>
                  </a:lnTo>
                  <a:lnTo>
                    <a:pt x="1280950" y="1356996"/>
                  </a:lnTo>
                  <a:lnTo>
                    <a:pt x="1280980" y="1357006"/>
                  </a:lnTo>
                  <a:lnTo>
                    <a:pt x="1281016" y="1357019"/>
                  </a:lnTo>
                  <a:lnTo>
                    <a:pt x="1281025" y="1357021"/>
                  </a:lnTo>
                  <a:lnTo>
                    <a:pt x="1281032" y="1357023"/>
                  </a:lnTo>
                  <a:lnTo>
                    <a:pt x="1281038" y="1357024"/>
                  </a:lnTo>
                  <a:lnTo>
                    <a:pt x="1281043" y="1357027"/>
                  </a:lnTo>
                  <a:lnTo>
                    <a:pt x="1281049" y="1357030"/>
                  </a:lnTo>
                  <a:lnTo>
                    <a:pt x="1281054" y="1357034"/>
                  </a:lnTo>
                  <a:lnTo>
                    <a:pt x="1281058" y="1357037"/>
                  </a:lnTo>
                  <a:lnTo>
                    <a:pt x="1281066" y="1357033"/>
                  </a:lnTo>
                  <a:lnTo>
                    <a:pt x="1281072" y="1357031"/>
                  </a:lnTo>
                  <a:lnTo>
                    <a:pt x="1281077" y="1357029"/>
                  </a:lnTo>
                  <a:lnTo>
                    <a:pt x="1281084" y="1357030"/>
                  </a:lnTo>
                  <a:lnTo>
                    <a:pt x="1281091" y="1357034"/>
                  </a:lnTo>
                  <a:lnTo>
                    <a:pt x="1281096" y="1357038"/>
                  </a:lnTo>
                  <a:lnTo>
                    <a:pt x="1281101" y="1357042"/>
                  </a:lnTo>
                  <a:lnTo>
                    <a:pt x="1281107" y="1357046"/>
                  </a:lnTo>
                  <a:lnTo>
                    <a:pt x="1281115" y="1357050"/>
                  </a:lnTo>
                  <a:lnTo>
                    <a:pt x="1281123" y="1357055"/>
                  </a:lnTo>
                  <a:lnTo>
                    <a:pt x="1281128" y="1357059"/>
                  </a:lnTo>
                  <a:lnTo>
                    <a:pt x="1281128" y="1357064"/>
                  </a:lnTo>
                  <a:lnTo>
                    <a:pt x="1281127" y="1357071"/>
                  </a:lnTo>
                  <a:lnTo>
                    <a:pt x="1281206" y="1357117"/>
                  </a:lnTo>
                  <a:lnTo>
                    <a:pt x="1281306" y="1357175"/>
                  </a:lnTo>
                  <a:lnTo>
                    <a:pt x="1281366" y="1357202"/>
                  </a:lnTo>
                  <a:lnTo>
                    <a:pt x="1281416" y="1357231"/>
                  </a:lnTo>
                  <a:lnTo>
                    <a:pt x="1281422" y="1357181"/>
                  </a:lnTo>
                  <a:lnTo>
                    <a:pt x="1281429" y="1357177"/>
                  </a:lnTo>
                  <a:lnTo>
                    <a:pt x="1281517" y="1357126"/>
                  </a:lnTo>
                  <a:lnTo>
                    <a:pt x="1281505" y="1357106"/>
                  </a:lnTo>
                  <a:lnTo>
                    <a:pt x="1281538" y="1357090"/>
                  </a:lnTo>
                  <a:lnTo>
                    <a:pt x="1281601" y="1357060"/>
                  </a:lnTo>
                  <a:lnTo>
                    <a:pt x="1281624" y="1357049"/>
                  </a:lnTo>
                  <a:lnTo>
                    <a:pt x="1281696" y="1357013"/>
                  </a:lnTo>
                  <a:lnTo>
                    <a:pt x="1281793" y="1356920"/>
                  </a:lnTo>
                  <a:lnTo>
                    <a:pt x="1281844" y="1356880"/>
                  </a:lnTo>
                  <a:lnTo>
                    <a:pt x="1281860" y="1356867"/>
                  </a:lnTo>
                  <a:lnTo>
                    <a:pt x="1281925" y="1356834"/>
                  </a:lnTo>
                  <a:lnTo>
                    <a:pt x="1281975" y="1356794"/>
                  </a:lnTo>
                  <a:lnTo>
                    <a:pt x="1281970" y="1356737"/>
                  </a:lnTo>
                  <a:lnTo>
                    <a:pt x="1281964" y="1356736"/>
                  </a:lnTo>
                  <a:lnTo>
                    <a:pt x="1281958" y="1356735"/>
                  </a:lnTo>
                  <a:lnTo>
                    <a:pt x="1281952" y="1356734"/>
                  </a:lnTo>
                  <a:lnTo>
                    <a:pt x="1281943" y="1356732"/>
                  </a:lnTo>
                  <a:lnTo>
                    <a:pt x="1281938" y="1356730"/>
                  </a:lnTo>
                  <a:lnTo>
                    <a:pt x="1281933" y="1356728"/>
                  </a:lnTo>
                  <a:lnTo>
                    <a:pt x="1281929" y="1356726"/>
                  </a:lnTo>
                  <a:lnTo>
                    <a:pt x="1281926" y="1356721"/>
                  </a:lnTo>
                  <a:lnTo>
                    <a:pt x="1281923" y="1356716"/>
                  </a:lnTo>
                  <a:lnTo>
                    <a:pt x="1281920" y="1356708"/>
                  </a:lnTo>
                  <a:lnTo>
                    <a:pt x="1281919" y="1356703"/>
                  </a:lnTo>
                  <a:lnTo>
                    <a:pt x="1281919" y="1356696"/>
                  </a:lnTo>
                  <a:lnTo>
                    <a:pt x="1281920" y="1356687"/>
                  </a:lnTo>
                  <a:lnTo>
                    <a:pt x="1281923" y="1356680"/>
                  </a:lnTo>
                  <a:lnTo>
                    <a:pt x="1281925" y="1356675"/>
                  </a:lnTo>
                  <a:lnTo>
                    <a:pt x="1281927" y="1356669"/>
                  </a:lnTo>
                  <a:lnTo>
                    <a:pt x="1281928" y="1356662"/>
                  </a:lnTo>
                  <a:lnTo>
                    <a:pt x="1281929" y="1356656"/>
                  </a:lnTo>
                  <a:lnTo>
                    <a:pt x="1281932" y="1356652"/>
                  </a:lnTo>
                  <a:lnTo>
                    <a:pt x="1281936" y="1356647"/>
                  </a:lnTo>
                  <a:lnTo>
                    <a:pt x="1281939" y="1356643"/>
                  </a:lnTo>
                  <a:lnTo>
                    <a:pt x="1281942" y="1356639"/>
                  </a:lnTo>
                  <a:lnTo>
                    <a:pt x="1281945" y="1356636"/>
                  </a:lnTo>
                  <a:lnTo>
                    <a:pt x="1281949" y="1356629"/>
                  </a:lnTo>
                  <a:lnTo>
                    <a:pt x="1281953" y="1356624"/>
                  </a:lnTo>
                  <a:lnTo>
                    <a:pt x="1281956" y="1356619"/>
                  </a:lnTo>
                  <a:lnTo>
                    <a:pt x="1281960" y="1356615"/>
                  </a:lnTo>
                  <a:lnTo>
                    <a:pt x="1281964" y="1356611"/>
                  </a:lnTo>
                  <a:lnTo>
                    <a:pt x="1281969" y="1356608"/>
                  </a:lnTo>
                  <a:lnTo>
                    <a:pt x="1281975" y="1356605"/>
                  </a:lnTo>
                  <a:lnTo>
                    <a:pt x="1281982" y="1356601"/>
                  </a:lnTo>
                  <a:lnTo>
                    <a:pt x="1281987" y="1356599"/>
                  </a:lnTo>
                  <a:lnTo>
                    <a:pt x="1281993" y="1356596"/>
                  </a:lnTo>
                  <a:lnTo>
                    <a:pt x="1282000" y="1356593"/>
                  </a:lnTo>
                  <a:lnTo>
                    <a:pt x="1282006" y="1356591"/>
                  </a:lnTo>
                  <a:lnTo>
                    <a:pt x="1282011" y="1356589"/>
                  </a:lnTo>
                  <a:lnTo>
                    <a:pt x="1282018" y="1356586"/>
                  </a:lnTo>
                  <a:lnTo>
                    <a:pt x="1282066" y="1356549"/>
                  </a:lnTo>
                  <a:lnTo>
                    <a:pt x="1282071" y="1356545"/>
                  </a:lnTo>
                  <a:lnTo>
                    <a:pt x="1282079" y="1356538"/>
                  </a:lnTo>
                  <a:lnTo>
                    <a:pt x="1282088" y="1356537"/>
                  </a:lnTo>
                  <a:lnTo>
                    <a:pt x="1282095" y="1356536"/>
                  </a:lnTo>
                  <a:lnTo>
                    <a:pt x="1282102" y="1356535"/>
                  </a:lnTo>
                  <a:lnTo>
                    <a:pt x="1282109" y="1356535"/>
                  </a:lnTo>
                  <a:lnTo>
                    <a:pt x="1282114" y="1356534"/>
                  </a:lnTo>
                  <a:lnTo>
                    <a:pt x="1282119" y="1356534"/>
                  </a:lnTo>
                  <a:lnTo>
                    <a:pt x="1282125" y="1356535"/>
                  </a:lnTo>
                  <a:lnTo>
                    <a:pt x="1282134" y="1356538"/>
                  </a:lnTo>
                  <a:lnTo>
                    <a:pt x="1282140" y="1356540"/>
                  </a:lnTo>
                  <a:lnTo>
                    <a:pt x="1282147" y="1356541"/>
                  </a:lnTo>
                  <a:lnTo>
                    <a:pt x="1282151" y="1356542"/>
                  </a:lnTo>
                  <a:lnTo>
                    <a:pt x="1282156" y="1356544"/>
                  </a:lnTo>
                  <a:lnTo>
                    <a:pt x="1282160" y="1356544"/>
                  </a:lnTo>
                  <a:lnTo>
                    <a:pt x="1282166" y="1356542"/>
                  </a:lnTo>
                  <a:lnTo>
                    <a:pt x="1282172" y="1356535"/>
                  </a:lnTo>
                  <a:lnTo>
                    <a:pt x="1282176" y="1356530"/>
                  </a:lnTo>
                  <a:lnTo>
                    <a:pt x="1282185" y="1356521"/>
                  </a:lnTo>
                  <a:lnTo>
                    <a:pt x="1282180" y="1356515"/>
                  </a:lnTo>
                  <a:lnTo>
                    <a:pt x="1282177" y="1356510"/>
                  </a:lnTo>
                  <a:lnTo>
                    <a:pt x="1282174" y="1356504"/>
                  </a:lnTo>
                  <a:lnTo>
                    <a:pt x="1282171" y="1356499"/>
                  </a:lnTo>
                  <a:lnTo>
                    <a:pt x="1282169" y="1356493"/>
                  </a:lnTo>
                  <a:lnTo>
                    <a:pt x="1282169" y="1356486"/>
                  </a:lnTo>
                  <a:lnTo>
                    <a:pt x="1282184" y="1356391"/>
                  </a:lnTo>
                  <a:lnTo>
                    <a:pt x="1282190" y="1356384"/>
                  </a:lnTo>
                  <a:lnTo>
                    <a:pt x="1282199" y="1356371"/>
                  </a:lnTo>
                  <a:lnTo>
                    <a:pt x="1282166" y="1356330"/>
                  </a:lnTo>
                  <a:lnTo>
                    <a:pt x="1282183" y="1356281"/>
                  </a:lnTo>
                  <a:lnTo>
                    <a:pt x="1282186" y="1356276"/>
                  </a:lnTo>
                  <a:lnTo>
                    <a:pt x="1282190" y="1356271"/>
                  </a:lnTo>
                  <a:lnTo>
                    <a:pt x="1282194" y="1356268"/>
                  </a:lnTo>
                  <a:lnTo>
                    <a:pt x="1282198" y="1356265"/>
                  </a:lnTo>
                  <a:lnTo>
                    <a:pt x="1282201" y="1356262"/>
                  </a:lnTo>
                  <a:lnTo>
                    <a:pt x="1282207" y="1356259"/>
                  </a:lnTo>
                  <a:lnTo>
                    <a:pt x="1282208" y="1356253"/>
                  </a:lnTo>
                  <a:lnTo>
                    <a:pt x="1282207" y="1356246"/>
                  </a:lnTo>
                  <a:lnTo>
                    <a:pt x="1282209" y="1356238"/>
                  </a:lnTo>
                  <a:lnTo>
                    <a:pt x="1282211" y="1356231"/>
                  </a:lnTo>
                  <a:lnTo>
                    <a:pt x="1282213" y="1356227"/>
                  </a:lnTo>
                  <a:lnTo>
                    <a:pt x="1282217" y="1356220"/>
                  </a:lnTo>
                  <a:lnTo>
                    <a:pt x="1282220" y="1356216"/>
                  </a:lnTo>
                  <a:lnTo>
                    <a:pt x="1282227" y="1356211"/>
                  </a:lnTo>
                  <a:lnTo>
                    <a:pt x="1282232" y="1356209"/>
                  </a:lnTo>
                  <a:lnTo>
                    <a:pt x="1282280" y="1356199"/>
                  </a:lnTo>
                  <a:lnTo>
                    <a:pt x="1282276" y="1356195"/>
                  </a:lnTo>
                  <a:lnTo>
                    <a:pt x="1282271" y="1356190"/>
                  </a:lnTo>
                  <a:lnTo>
                    <a:pt x="1282267" y="1356187"/>
                  </a:lnTo>
                  <a:lnTo>
                    <a:pt x="1282263" y="1356184"/>
                  </a:lnTo>
                  <a:lnTo>
                    <a:pt x="1282257" y="1356182"/>
                  </a:lnTo>
                  <a:lnTo>
                    <a:pt x="1282252" y="1356180"/>
                  </a:lnTo>
                  <a:lnTo>
                    <a:pt x="1282247" y="1356179"/>
                  </a:lnTo>
                  <a:lnTo>
                    <a:pt x="1282242" y="1356176"/>
                  </a:lnTo>
                  <a:lnTo>
                    <a:pt x="1282239" y="1356171"/>
                  </a:lnTo>
                  <a:lnTo>
                    <a:pt x="1282236" y="1356164"/>
                  </a:lnTo>
                  <a:lnTo>
                    <a:pt x="1282136" y="1356085"/>
                  </a:lnTo>
                  <a:lnTo>
                    <a:pt x="1282135" y="1356080"/>
                  </a:lnTo>
                  <a:lnTo>
                    <a:pt x="1282134" y="1356076"/>
                  </a:lnTo>
                  <a:lnTo>
                    <a:pt x="1282131" y="1356073"/>
                  </a:lnTo>
                  <a:lnTo>
                    <a:pt x="1282128" y="1356070"/>
                  </a:lnTo>
                  <a:lnTo>
                    <a:pt x="1282124" y="1356066"/>
                  </a:lnTo>
                  <a:lnTo>
                    <a:pt x="1282120" y="1356062"/>
                  </a:lnTo>
                  <a:lnTo>
                    <a:pt x="1282110" y="1356053"/>
                  </a:lnTo>
                  <a:lnTo>
                    <a:pt x="1282099" y="1356048"/>
                  </a:lnTo>
                  <a:lnTo>
                    <a:pt x="1282091" y="1356044"/>
                  </a:lnTo>
                  <a:lnTo>
                    <a:pt x="1282081" y="1356039"/>
                  </a:lnTo>
                  <a:lnTo>
                    <a:pt x="1282075" y="1356034"/>
                  </a:lnTo>
                  <a:lnTo>
                    <a:pt x="1282071" y="1356031"/>
                  </a:lnTo>
                  <a:lnTo>
                    <a:pt x="1282066" y="1356027"/>
                  </a:lnTo>
                  <a:lnTo>
                    <a:pt x="1282064" y="1356017"/>
                  </a:lnTo>
                  <a:lnTo>
                    <a:pt x="1282062" y="1356009"/>
                  </a:lnTo>
                  <a:lnTo>
                    <a:pt x="1282058" y="1355999"/>
                  </a:lnTo>
                  <a:lnTo>
                    <a:pt x="1282051" y="1355991"/>
                  </a:lnTo>
                  <a:lnTo>
                    <a:pt x="1282044" y="1355985"/>
                  </a:lnTo>
                  <a:lnTo>
                    <a:pt x="1282037" y="1355981"/>
                  </a:lnTo>
                  <a:lnTo>
                    <a:pt x="1282029" y="1355979"/>
                  </a:lnTo>
                  <a:lnTo>
                    <a:pt x="1282021" y="1355977"/>
                  </a:lnTo>
                  <a:lnTo>
                    <a:pt x="1282013" y="1355978"/>
                  </a:lnTo>
                  <a:lnTo>
                    <a:pt x="1282005" y="1355983"/>
                  </a:lnTo>
                  <a:lnTo>
                    <a:pt x="1281999" y="1355972"/>
                  </a:lnTo>
                  <a:lnTo>
                    <a:pt x="1281993" y="1355956"/>
                  </a:lnTo>
                  <a:lnTo>
                    <a:pt x="1281988" y="1355955"/>
                  </a:lnTo>
                  <a:lnTo>
                    <a:pt x="1281983" y="1355955"/>
                  </a:lnTo>
                  <a:lnTo>
                    <a:pt x="1281976" y="1355953"/>
                  </a:lnTo>
                  <a:lnTo>
                    <a:pt x="1281968" y="1355950"/>
                  </a:lnTo>
                  <a:lnTo>
                    <a:pt x="1281961" y="1355948"/>
                  </a:lnTo>
                  <a:lnTo>
                    <a:pt x="1281955" y="1355945"/>
                  </a:lnTo>
                  <a:lnTo>
                    <a:pt x="1281949" y="1355941"/>
                  </a:lnTo>
                  <a:lnTo>
                    <a:pt x="1281945" y="1355937"/>
                  </a:lnTo>
                  <a:lnTo>
                    <a:pt x="1281944" y="1355932"/>
                  </a:lnTo>
                  <a:lnTo>
                    <a:pt x="1281945" y="1355926"/>
                  </a:lnTo>
                  <a:lnTo>
                    <a:pt x="1281945" y="1355920"/>
                  </a:lnTo>
                  <a:lnTo>
                    <a:pt x="1281945" y="1355914"/>
                  </a:lnTo>
                  <a:lnTo>
                    <a:pt x="1281945" y="1355907"/>
                  </a:lnTo>
                  <a:lnTo>
                    <a:pt x="1281944" y="1355899"/>
                  </a:lnTo>
                  <a:lnTo>
                    <a:pt x="1281943" y="1355891"/>
                  </a:lnTo>
                  <a:lnTo>
                    <a:pt x="1281944" y="1355885"/>
                  </a:lnTo>
                  <a:lnTo>
                    <a:pt x="1281946" y="1355879"/>
                  </a:lnTo>
                  <a:lnTo>
                    <a:pt x="1281936" y="1355883"/>
                  </a:lnTo>
                  <a:lnTo>
                    <a:pt x="1281924" y="1355888"/>
                  </a:lnTo>
                  <a:lnTo>
                    <a:pt x="1281914" y="1355892"/>
                  </a:lnTo>
                  <a:lnTo>
                    <a:pt x="1281906" y="1355897"/>
                  </a:lnTo>
                  <a:lnTo>
                    <a:pt x="1281899" y="1355901"/>
                  </a:lnTo>
                  <a:lnTo>
                    <a:pt x="1281891" y="1355905"/>
                  </a:lnTo>
                  <a:lnTo>
                    <a:pt x="1281885" y="1355908"/>
                  </a:lnTo>
                  <a:lnTo>
                    <a:pt x="1281880" y="1355911"/>
                  </a:lnTo>
                  <a:lnTo>
                    <a:pt x="1281874" y="1355915"/>
                  </a:lnTo>
                  <a:lnTo>
                    <a:pt x="1281866" y="1355924"/>
                  </a:lnTo>
                  <a:lnTo>
                    <a:pt x="1281858" y="1355931"/>
                  </a:lnTo>
                  <a:lnTo>
                    <a:pt x="1281852" y="1355938"/>
                  </a:lnTo>
                  <a:lnTo>
                    <a:pt x="1281843" y="1355948"/>
                  </a:lnTo>
                  <a:lnTo>
                    <a:pt x="1281832" y="1355954"/>
                  </a:lnTo>
                  <a:lnTo>
                    <a:pt x="1281823" y="1355956"/>
                  </a:lnTo>
                  <a:lnTo>
                    <a:pt x="1281817" y="1355950"/>
                  </a:lnTo>
                  <a:lnTo>
                    <a:pt x="1281811" y="1355941"/>
                  </a:lnTo>
                  <a:lnTo>
                    <a:pt x="1281802" y="1355931"/>
                  </a:lnTo>
                  <a:lnTo>
                    <a:pt x="1281794" y="1355922"/>
                  </a:lnTo>
                  <a:lnTo>
                    <a:pt x="1281788" y="1355914"/>
                  </a:lnTo>
                  <a:lnTo>
                    <a:pt x="1281783" y="1355906"/>
                  </a:lnTo>
                  <a:lnTo>
                    <a:pt x="1281780" y="1355902"/>
                  </a:lnTo>
                  <a:lnTo>
                    <a:pt x="1281777" y="1355897"/>
                  </a:lnTo>
                  <a:lnTo>
                    <a:pt x="1281773" y="1355892"/>
                  </a:lnTo>
                  <a:lnTo>
                    <a:pt x="1281764" y="1355890"/>
                  </a:lnTo>
                  <a:lnTo>
                    <a:pt x="1281756" y="1355889"/>
                  </a:lnTo>
                  <a:lnTo>
                    <a:pt x="1281749" y="1355887"/>
                  </a:lnTo>
                  <a:lnTo>
                    <a:pt x="1281743" y="1355886"/>
                  </a:lnTo>
                  <a:lnTo>
                    <a:pt x="1281735" y="1355883"/>
                  </a:lnTo>
                  <a:lnTo>
                    <a:pt x="1281729" y="1355880"/>
                  </a:lnTo>
                  <a:lnTo>
                    <a:pt x="1281728" y="1355873"/>
                  </a:lnTo>
                  <a:lnTo>
                    <a:pt x="1281728" y="1355866"/>
                  </a:lnTo>
                  <a:lnTo>
                    <a:pt x="1281729" y="1355860"/>
                  </a:lnTo>
                  <a:lnTo>
                    <a:pt x="1281729" y="1355853"/>
                  </a:lnTo>
                  <a:lnTo>
                    <a:pt x="1281728" y="1355846"/>
                  </a:lnTo>
                  <a:lnTo>
                    <a:pt x="1281727" y="1355840"/>
                  </a:lnTo>
                  <a:lnTo>
                    <a:pt x="1281727" y="1355833"/>
                  </a:lnTo>
                  <a:lnTo>
                    <a:pt x="1281726" y="1355828"/>
                  </a:lnTo>
                  <a:lnTo>
                    <a:pt x="1281726" y="1355822"/>
                  </a:lnTo>
                  <a:lnTo>
                    <a:pt x="1281726" y="1355816"/>
                  </a:lnTo>
                  <a:lnTo>
                    <a:pt x="1281726" y="1355809"/>
                  </a:lnTo>
                  <a:lnTo>
                    <a:pt x="1281724" y="1355804"/>
                  </a:lnTo>
                  <a:lnTo>
                    <a:pt x="1281719" y="1355803"/>
                  </a:lnTo>
                  <a:lnTo>
                    <a:pt x="1281714" y="1355801"/>
                  </a:lnTo>
                  <a:lnTo>
                    <a:pt x="1281708" y="1355800"/>
                  </a:lnTo>
                  <a:lnTo>
                    <a:pt x="1281704" y="1355799"/>
                  </a:lnTo>
                  <a:lnTo>
                    <a:pt x="1281696" y="1355799"/>
                  </a:lnTo>
                  <a:lnTo>
                    <a:pt x="1281691" y="1355800"/>
                  </a:lnTo>
                  <a:lnTo>
                    <a:pt x="1281686" y="1355800"/>
                  </a:lnTo>
                  <a:lnTo>
                    <a:pt x="1281681" y="1355799"/>
                  </a:lnTo>
                  <a:lnTo>
                    <a:pt x="1281675" y="1355795"/>
                  </a:lnTo>
                  <a:lnTo>
                    <a:pt x="1281675" y="1355790"/>
                  </a:lnTo>
                  <a:lnTo>
                    <a:pt x="1281674" y="1355783"/>
                  </a:lnTo>
                  <a:lnTo>
                    <a:pt x="1281673" y="1355777"/>
                  </a:lnTo>
                  <a:lnTo>
                    <a:pt x="1281673" y="1355770"/>
                  </a:lnTo>
                  <a:lnTo>
                    <a:pt x="1281673" y="1355763"/>
                  </a:lnTo>
                  <a:lnTo>
                    <a:pt x="1281672" y="1355757"/>
                  </a:lnTo>
                  <a:lnTo>
                    <a:pt x="1281669" y="1355748"/>
                  </a:lnTo>
                  <a:lnTo>
                    <a:pt x="1281667" y="1355742"/>
                  </a:lnTo>
                  <a:lnTo>
                    <a:pt x="1281662" y="1355732"/>
                  </a:lnTo>
                  <a:lnTo>
                    <a:pt x="1281659" y="1355726"/>
                  </a:lnTo>
                  <a:lnTo>
                    <a:pt x="1281657" y="1355722"/>
                  </a:lnTo>
                  <a:lnTo>
                    <a:pt x="1281656" y="1355717"/>
                  </a:lnTo>
                  <a:lnTo>
                    <a:pt x="1281655" y="1355713"/>
                  </a:lnTo>
                  <a:lnTo>
                    <a:pt x="1281654" y="1355708"/>
                  </a:lnTo>
                  <a:lnTo>
                    <a:pt x="1281649" y="1355702"/>
                  </a:lnTo>
                  <a:lnTo>
                    <a:pt x="1281646" y="1355697"/>
                  </a:lnTo>
                  <a:lnTo>
                    <a:pt x="1281642" y="1355691"/>
                  </a:lnTo>
                  <a:lnTo>
                    <a:pt x="1281640" y="1355686"/>
                  </a:lnTo>
                  <a:lnTo>
                    <a:pt x="1281637" y="1355677"/>
                  </a:lnTo>
                  <a:lnTo>
                    <a:pt x="1281635" y="1355673"/>
                  </a:lnTo>
                  <a:lnTo>
                    <a:pt x="1281634" y="1355668"/>
                  </a:lnTo>
                  <a:lnTo>
                    <a:pt x="1281632" y="1355661"/>
                  </a:lnTo>
                  <a:lnTo>
                    <a:pt x="1281631" y="1355655"/>
                  </a:lnTo>
                  <a:lnTo>
                    <a:pt x="1281630" y="1355645"/>
                  </a:lnTo>
                  <a:lnTo>
                    <a:pt x="1281629" y="1355636"/>
                  </a:lnTo>
                  <a:lnTo>
                    <a:pt x="1281629" y="1355629"/>
                  </a:lnTo>
                  <a:lnTo>
                    <a:pt x="1281629" y="1355624"/>
                  </a:lnTo>
                  <a:lnTo>
                    <a:pt x="1281631" y="1355619"/>
                  </a:lnTo>
                  <a:lnTo>
                    <a:pt x="1281635" y="1355614"/>
                  </a:lnTo>
                  <a:lnTo>
                    <a:pt x="1281641" y="1355611"/>
                  </a:lnTo>
                  <a:lnTo>
                    <a:pt x="1281647" y="1355607"/>
                  </a:lnTo>
                  <a:lnTo>
                    <a:pt x="1281652" y="1355603"/>
                  </a:lnTo>
                  <a:lnTo>
                    <a:pt x="1281656" y="1355601"/>
                  </a:lnTo>
                  <a:lnTo>
                    <a:pt x="1281662" y="1355596"/>
                  </a:lnTo>
                  <a:lnTo>
                    <a:pt x="1281667" y="1355592"/>
                  </a:lnTo>
                  <a:lnTo>
                    <a:pt x="1281670" y="1355589"/>
                  </a:lnTo>
                  <a:lnTo>
                    <a:pt x="1281674" y="1355585"/>
                  </a:lnTo>
                  <a:lnTo>
                    <a:pt x="1281677" y="1355581"/>
                  </a:lnTo>
                  <a:lnTo>
                    <a:pt x="1281680" y="1355577"/>
                  </a:lnTo>
                  <a:lnTo>
                    <a:pt x="1281685" y="1355572"/>
                  </a:lnTo>
                  <a:lnTo>
                    <a:pt x="1281688" y="1355567"/>
                  </a:lnTo>
                  <a:lnTo>
                    <a:pt x="1281690" y="1355563"/>
                  </a:lnTo>
                  <a:lnTo>
                    <a:pt x="1281692" y="1355558"/>
                  </a:lnTo>
                  <a:lnTo>
                    <a:pt x="1281692" y="1355552"/>
                  </a:lnTo>
                  <a:lnTo>
                    <a:pt x="1281692" y="1355547"/>
                  </a:lnTo>
                  <a:lnTo>
                    <a:pt x="1281694" y="1355541"/>
                  </a:lnTo>
                  <a:lnTo>
                    <a:pt x="1281700" y="1355540"/>
                  </a:lnTo>
                  <a:lnTo>
                    <a:pt x="1281706" y="1355539"/>
                  </a:lnTo>
                  <a:lnTo>
                    <a:pt x="1281713" y="1355540"/>
                  </a:lnTo>
                  <a:lnTo>
                    <a:pt x="1281719" y="1355540"/>
                  </a:lnTo>
                  <a:lnTo>
                    <a:pt x="1281728" y="1355542"/>
                  </a:lnTo>
                  <a:lnTo>
                    <a:pt x="1281736" y="1355542"/>
                  </a:lnTo>
                  <a:lnTo>
                    <a:pt x="1281742" y="1355543"/>
                  </a:lnTo>
                  <a:lnTo>
                    <a:pt x="1281750" y="1355543"/>
                  </a:lnTo>
                  <a:lnTo>
                    <a:pt x="1281757" y="1355542"/>
                  </a:lnTo>
                  <a:lnTo>
                    <a:pt x="1281763" y="1355541"/>
                  </a:lnTo>
                  <a:lnTo>
                    <a:pt x="1281770" y="1355538"/>
                  </a:lnTo>
                  <a:lnTo>
                    <a:pt x="1281774" y="1355534"/>
                  </a:lnTo>
                  <a:lnTo>
                    <a:pt x="1281777" y="1355531"/>
                  </a:lnTo>
                  <a:lnTo>
                    <a:pt x="1281781" y="1355526"/>
                  </a:lnTo>
                  <a:lnTo>
                    <a:pt x="1281785" y="1355521"/>
                  </a:lnTo>
                  <a:lnTo>
                    <a:pt x="1281790" y="1355518"/>
                  </a:lnTo>
                  <a:lnTo>
                    <a:pt x="1281794" y="1355517"/>
                  </a:lnTo>
                  <a:lnTo>
                    <a:pt x="1281799" y="1355517"/>
                  </a:lnTo>
                  <a:lnTo>
                    <a:pt x="1281803" y="1355518"/>
                  </a:lnTo>
                  <a:lnTo>
                    <a:pt x="1281809" y="1355519"/>
                  </a:lnTo>
                  <a:lnTo>
                    <a:pt x="1281814" y="1355516"/>
                  </a:lnTo>
                  <a:lnTo>
                    <a:pt x="1281819" y="1355513"/>
                  </a:lnTo>
                  <a:lnTo>
                    <a:pt x="1281825" y="1355509"/>
                  </a:lnTo>
                  <a:lnTo>
                    <a:pt x="1281831" y="1355505"/>
                  </a:lnTo>
                  <a:lnTo>
                    <a:pt x="1281836" y="1355501"/>
                  </a:lnTo>
                  <a:lnTo>
                    <a:pt x="1281843" y="1355498"/>
                  </a:lnTo>
                  <a:lnTo>
                    <a:pt x="1281849" y="1355496"/>
                  </a:lnTo>
                  <a:lnTo>
                    <a:pt x="1281855" y="1355494"/>
                  </a:lnTo>
                  <a:lnTo>
                    <a:pt x="1281860" y="1355493"/>
                  </a:lnTo>
                  <a:lnTo>
                    <a:pt x="1281864" y="1355491"/>
                  </a:lnTo>
                  <a:lnTo>
                    <a:pt x="1281868" y="1355489"/>
                  </a:lnTo>
                  <a:lnTo>
                    <a:pt x="1281873" y="1355487"/>
                  </a:lnTo>
                  <a:lnTo>
                    <a:pt x="1281877" y="1355485"/>
                  </a:lnTo>
                  <a:lnTo>
                    <a:pt x="1281881" y="1355483"/>
                  </a:lnTo>
                  <a:lnTo>
                    <a:pt x="1281887" y="1355481"/>
                  </a:lnTo>
                  <a:lnTo>
                    <a:pt x="1281893" y="1355481"/>
                  </a:lnTo>
                  <a:lnTo>
                    <a:pt x="1281899" y="1355482"/>
                  </a:lnTo>
                  <a:lnTo>
                    <a:pt x="1281906" y="1355484"/>
                  </a:lnTo>
                  <a:lnTo>
                    <a:pt x="1281913" y="1355485"/>
                  </a:lnTo>
                  <a:lnTo>
                    <a:pt x="1281928" y="1355488"/>
                  </a:lnTo>
                  <a:lnTo>
                    <a:pt x="1281935" y="1355490"/>
                  </a:lnTo>
                  <a:lnTo>
                    <a:pt x="1281941" y="1355493"/>
                  </a:lnTo>
                  <a:lnTo>
                    <a:pt x="1281947" y="1355496"/>
                  </a:lnTo>
                  <a:lnTo>
                    <a:pt x="1281951" y="1355498"/>
                  </a:lnTo>
                  <a:lnTo>
                    <a:pt x="1281957" y="1355501"/>
                  </a:lnTo>
                  <a:lnTo>
                    <a:pt x="1281963" y="1355505"/>
                  </a:lnTo>
                  <a:lnTo>
                    <a:pt x="1281966" y="1355506"/>
                  </a:lnTo>
                  <a:lnTo>
                    <a:pt x="1281971" y="1355508"/>
                  </a:lnTo>
                  <a:lnTo>
                    <a:pt x="1281977" y="1355509"/>
                  </a:lnTo>
                  <a:lnTo>
                    <a:pt x="1281983" y="1355505"/>
                  </a:lnTo>
                  <a:lnTo>
                    <a:pt x="1281986" y="1355500"/>
                  </a:lnTo>
                  <a:lnTo>
                    <a:pt x="1281990" y="1355496"/>
                  </a:lnTo>
                  <a:lnTo>
                    <a:pt x="1281994" y="1355490"/>
                  </a:lnTo>
                  <a:lnTo>
                    <a:pt x="1281998" y="1355484"/>
                  </a:lnTo>
                  <a:lnTo>
                    <a:pt x="1282001" y="1355476"/>
                  </a:lnTo>
                  <a:lnTo>
                    <a:pt x="1282001" y="1355468"/>
                  </a:lnTo>
                  <a:lnTo>
                    <a:pt x="1281997" y="1355462"/>
                  </a:lnTo>
                  <a:lnTo>
                    <a:pt x="1281994" y="1355457"/>
                  </a:lnTo>
                  <a:lnTo>
                    <a:pt x="1281992" y="1355454"/>
                  </a:lnTo>
                  <a:lnTo>
                    <a:pt x="1281989" y="1355450"/>
                  </a:lnTo>
                  <a:lnTo>
                    <a:pt x="1281987" y="1355444"/>
                  </a:lnTo>
                  <a:lnTo>
                    <a:pt x="1281986" y="1355438"/>
                  </a:lnTo>
                  <a:lnTo>
                    <a:pt x="1281985" y="1355431"/>
                  </a:lnTo>
                  <a:lnTo>
                    <a:pt x="1281984" y="1355425"/>
                  </a:lnTo>
                  <a:lnTo>
                    <a:pt x="1281982" y="1355421"/>
                  </a:lnTo>
                  <a:lnTo>
                    <a:pt x="1281980" y="1355414"/>
                  </a:lnTo>
                  <a:lnTo>
                    <a:pt x="1281980" y="1355408"/>
                  </a:lnTo>
                  <a:lnTo>
                    <a:pt x="1281983" y="1355404"/>
                  </a:lnTo>
                  <a:lnTo>
                    <a:pt x="1281988" y="1355401"/>
                  </a:lnTo>
                  <a:lnTo>
                    <a:pt x="1281993" y="1355397"/>
                  </a:lnTo>
                  <a:lnTo>
                    <a:pt x="1281998" y="1355394"/>
                  </a:lnTo>
                  <a:lnTo>
                    <a:pt x="1282000" y="1355389"/>
                  </a:lnTo>
                  <a:lnTo>
                    <a:pt x="1282003" y="1355383"/>
                  </a:lnTo>
                  <a:lnTo>
                    <a:pt x="1282004" y="1355376"/>
                  </a:lnTo>
                  <a:lnTo>
                    <a:pt x="1282005" y="1355372"/>
                  </a:lnTo>
                  <a:lnTo>
                    <a:pt x="1282007" y="1355366"/>
                  </a:lnTo>
                  <a:lnTo>
                    <a:pt x="1282011" y="1355357"/>
                  </a:lnTo>
                  <a:lnTo>
                    <a:pt x="1282016" y="1355349"/>
                  </a:lnTo>
                  <a:lnTo>
                    <a:pt x="1282021" y="1355343"/>
                  </a:lnTo>
                  <a:lnTo>
                    <a:pt x="1282024" y="1355340"/>
                  </a:lnTo>
                  <a:lnTo>
                    <a:pt x="1282028" y="1355336"/>
                  </a:lnTo>
                  <a:lnTo>
                    <a:pt x="1282032" y="1355333"/>
                  </a:lnTo>
                  <a:lnTo>
                    <a:pt x="1282038" y="1355329"/>
                  </a:lnTo>
                  <a:lnTo>
                    <a:pt x="1282043" y="1355326"/>
                  </a:lnTo>
                  <a:lnTo>
                    <a:pt x="1282042" y="1355319"/>
                  </a:lnTo>
                  <a:lnTo>
                    <a:pt x="1282039" y="1355315"/>
                  </a:lnTo>
                  <a:lnTo>
                    <a:pt x="1282034" y="1355313"/>
                  </a:lnTo>
                  <a:lnTo>
                    <a:pt x="1282027" y="1355311"/>
                  </a:lnTo>
                  <a:lnTo>
                    <a:pt x="1282021" y="1355308"/>
                  </a:lnTo>
                  <a:lnTo>
                    <a:pt x="1282016" y="1355305"/>
                  </a:lnTo>
                  <a:lnTo>
                    <a:pt x="1282011" y="1355301"/>
                  </a:lnTo>
                  <a:lnTo>
                    <a:pt x="1282008" y="1355294"/>
                  </a:lnTo>
                  <a:lnTo>
                    <a:pt x="1282009" y="1355287"/>
                  </a:lnTo>
                  <a:lnTo>
                    <a:pt x="1282012" y="1355280"/>
                  </a:lnTo>
                  <a:lnTo>
                    <a:pt x="1282016" y="1355273"/>
                  </a:lnTo>
                  <a:lnTo>
                    <a:pt x="1282021" y="1355267"/>
                  </a:lnTo>
                  <a:lnTo>
                    <a:pt x="1282024" y="1355263"/>
                  </a:lnTo>
                  <a:lnTo>
                    <a:pt x="1282025" y="1355258"/>
                  </a:lnTo>
                  <a:lnTo>
                    <a:pt x="1282027" y="1355253"/>
                  </a:lnTo>
                  <a:lnTo>
                    <a:pt x="1282027" y="1355249"/>
                  </a:lnTo>
                  <a:lnTo>
                    <a:pt x="1282028" y="1355244"/>
                  </a:lnTo>
                  <a:lnTo>
                    <a:pt x="1282029" y="1355239"/>
                  </a:lnTo>
                  <a:lnTo>
                    <a:pt x="1282031" y="1355234"/>
                  </a:lnTo>
                  <a:lnTo>
                    <a:pt x="1282033" y="1355227"/>
                  </a:lnTo>
                  <a:lnTo>
                    <a:pt x="1282035" y="1355219"/>
                  </a:lnTo>
                  <a:lnTo>
                    <a:pt x="1282037" y="1355213"/>
                  </a:lnTo>
                  <a:lnTo>
                    <a:pt x="1282038" y="1355208"/>
                  </a:lnTo>
                  <a:lnTo>
                    <a:pt x="1282042" y="1355202"/>
                  </a:lnTo>
                  <a:lnTo>
                    <a:pt x="1282046" y="1355198"/>
                  </a:lnTo>
                  <a:lnTo>
                    <a:pt x="1282049" y="1355195"/>
                  </a:lnTo>
                  <a:lnTo>
                    <a:pt x="1282053" y="1355190"/>
                  </a:lnTo>
                  <a:lnTo>
                    <a:pt x="1282057" y="1355185"/>
                  </a:lnTo>
                  <a:lnTo>
                    <a:pt x="1282060" y="1355180"/>
                  </a:lnTo>
                  <a:lnTo>
                    <a:pt x="1282063" y="1355175"/>
                  </a:lnTo>
                  <a:lnTo>
                    <a:pt x="1282064" y="1355170"/>
                  </a:lnTo>
                  <a:lnTo>
                    <a:pt x="1282065" y="1355165"/>
                  </a:lnTo>
                  <a:lnTo>
                    <a:pt x="1282067" y="1355160"/>
                  </a:lnTo>
                  <a:lnTo>
                    <a:pt x="1282069" y="1355154"/>
                  </a:lnTo>
                  <a:lnTo>
                    <a:pt x="1282072" y="1355148"/>
                  </a:lnTo>
                  <a:lnTo>
                    <a:pt x="1282077" y="1355140"/>
                  </a:lnTo>
                  <a:lnTo>
                    <a:pt x="1282080" y="1355132"/>
                  </a:lnTo>
                  <a:lnTo>
                    <a:pt x="1282082" y="1355124"/>
                  </a:lnTo>
                  <a:lnTo>
                    <a:pt x="1282084" y="1355120"/>
                  </a:lnTo>
                  <a:lnTo>
                    <a:pt x="1282086" y="1355113"/>
                  </a:lnTo>
                  <a:lnTo>
                    <a:pt x="1282087" y="1355106"/>
                  </a:lnTo>
                  <a:lnTo>
                    <a:pt x="1282089" y="1355100"/>
                  </a:lnTo>
                  <a:lnTo>
                    <a:pt x="1282091" y="1355095"/>
                  </a:lnTo>
                  <a:lnTo>
                    <a:pt x="1282093" y="1355087"/>
                  </a:lnTo>
                  <a:lnTo>
                    <a:pt x="1282094" y="1355080"/>
                  </a:lnTo>
                  <a:lnTo>
                    <a:pt x="1282093" y="1355076"/>
                  </a:lnTo>
                  <a:lnTo>
                    <a:pt x="1282092" y="1355071"/>
                  </a:lnTo>
                  <a:lnTo>
                    <a:pt x="1282094" y="1355066"/>
                  </a:lnTo>
                  <a:lnTo>
                    <a:pt x="1282098" y="1355061"/>
                  </a:lnTo>
                  <a:lnTo>
                    <a:pt x="1282102" y="1355057"/>
                  </a:lnTo>
                  <a:lnTo>
                    <a:pt x="1282108" y="1355051"/>
                  </a:lnTo>
                  <a:lnTo>
                    <a:pt x="1282112" y="1355047"/>
                  </a:lnTo>
                  <a:lnTo>
                    <a:pt x="1282115" y="1355045"/>
                  </a:lnTo>
                  <a:lnTo>
                    <a:pt x="1282118" y="1355042"/>
                  </a:lnTo>
                  <a:lnTo>
                    <a:pt x="1282121" y="1355038"/>
                  </a:lnTo>
                  <a:lnTo>
                    <a:pt x="1282124" y="1355034"/>
                  </a:lnTo>
                  <a:lnTo>
                    <a:pt x="1282127" y="1355030"/>
                  </a:lnTo>
                  <a:lnTo>
                    <a:pt x="1282131" y="1355026"/>
                  </a:lnTo>
                  <a:lnTo>
                    <a:pt x="1282136" y="1355023"/>
                  </a:lnTo>
                  <a:lnTo>
                    <a:pt x="1282141" y="1355019"/>
                  </a:lnTo>
                  <a:lnTo>
                    <a:pt x="1282144" y="1355014"/>
                  </a:lnTo>
                  <a:lnTo>
                    <a:pt x="1282146" y="1355010"/>
                  </a:lnTo>
                  <a:lnTo>
                    <a:pt x="1282148" y="1355006"/>
                  </a:lnTo>
                  <a:lnTo>
                    <a:pt x="1282150" y="1355001"/>
                  </a:lnTo>
                  <a:lnTo>
                    <a:pt x="1282153" y="1354996"/>
                  </a:lnTo>
                  <a:lnTo>
                    <a:pt x="1282156" y="1354991"/>
                  </a:lnTo>
                  <a:lnTo>
                    <a:pt x="1282160" y="1354986"/>
                  </a:lnTo>
                  <a:lnTo>
                    <a:pt x="1282163" y="1354980"/>
                  </a:lnTo>
                  <a:lnTo>
                    <a:pt x="1282167" y="1354974"/>
                  </a:lnTo>
                  <a:lnTo>
                    <a:pt x="1282170" y="1354968"/>
                  </a:lnTo>
                  <a:lnTo>
                    <a:pt x="1282172" y="1354961"/>
                  </a:lnTo>
                  <a:lnTo>
                    <a:pt x="1282177" y="1354954"/>
                  </a:lnTo>
                  <a:lnTo>
                    <a:pt x="1282184" y="1354947"/>
                  </a:lnTo>
                  <a:lnTo>
                    <a:pt x="1282188" y="1354942"/>
                  </a:lnTo>
                  <a:lnTo>
                    <a:pt x="1282191" y="1354939"/>
                  </a:lnTo>
                  <a:lnTo>
                    <a:pt x="1282195" y="1354936"/>
                  </a:lnTo>
                  <a:lnTo>
                    <a:pt x="1282199" y="1354932"/>
                  </a:lnTo>
                  <a:lnTo>
                    <a:pt x="1282203" y="1354928"/>
                  </a:lnTo>
                  <a:lnTo>
                    <a:pt x="1282203" y="1354919"/>
                  </a:lnTo>
                  <a:lnTo>
                    <a:pt x="1282201" y="1354911"/>
                  </a:lnTo>
                  <a:lnTo>
                    <a:pt x="1282199" y="1354903"/>
                  </a:lnTo>
                  <a:lnTo>
                    <a:pt x="1282196" y="1354895"/>
                  </a:lnTo>
                  <a:lnTo>
                    <a:pt x="1282193" y="1354886"/>
                  </a:lnTo>
                  <a:lnTo>
                    <a:pt x="1282192" y="1354881"/>
                  </a:lnTo>
                  <a:lnTo>
                    <a:pt x="1282191" y="1354875"/>
                  </a:lnTo>
                  <a:lnTo>
                    <a:pt x="1282192" y="1354866"/>
                  </a:lnTo>
                  <a:lnTo>
                    <a:pt x="1282193" y="1354857"/>
                  </a:lnTo>
                  <a:lnTo>
                    <a:pt x="1282193" y="1354852"/>
                  </a:lnTo>
                  <a:lnTo>
                    <a:pt x="1282194" y="1354848"/>
                  </a:lnTo>
                  <a:lnTo>
                    <a:pt x="1282193" y="1354841"/>
                  </a:lnTo>
                  <a:lnTo>
                    <a:pt x="1282193" y="1354835"/>
                  </a:lnTo>
                  <a:lnTo>
                    <a:pt x="1282193" y="1354827"/>
                  </a:lnTo>
                  <a:lnTo>
                    <a:pt x="1282195" y="1354819"/>
                  </a:lnTo>
                  <a:lnTo>
                    <a:pt x="1282195" y="1354814"/>
                  </a:lnTo>
                  <a:lnTo>
                    <a:pt x="1282194" y="1354808"/>
                  </a:lnTo>
                  <a:lnTo>
                    <a:pt x="1282192" y="1354803"/>
                  </a:lnTo>
                  <a:lnTo>
                    <a:pt x="1282190" y="1354799"/>
                  </a:lnTo>
                  <a:lnTo>
                    <a:pt x="1282187" y="1354795"/>
                  </a:lnTo>
                  <a:lnTo>
                    <a:pt x="1282184" y="1354790"/>
                  </a:lnTo>
                  <a:lnTo>
                    <a:pt x="1282182" y="1354786"/>
                  </a:lnTo>
                  <a:lnTo>
                    <a:pt x="1282178" y="1354782"/>
                  </a:lnTo>
                  <a:lnTo>
                    <a:pt x="1282173" y="1354779"/>
                  </a:lnTo>
                  <a:lnTo>
                    <a:pt x="1282168" y="1354777"/>
                  </a:lnTo>
                  <a:lnTo>
                    <a:pt x="1282164" y="1354776"/>
                  </a:lnTo>
                  <a:lnTo>
                    <a:pt x="1282159" y="1354775"/>
                  </a:lnTo>
                  <a:lnTo>
                    <a:pt x="1282153" y="1354773"/>
                  </a:lnTo>
                  <a:lnTo>
                    <a:pt x="1282147" y="1354771"/>
                  </a:lnTo>
                  <a:lnTo>
                    <a:pt x="1282140" y="1354768"/>
                  </a:lnTo>
                  <a:lnTo>
                    <a:pt x="1282134" y="1354764"/>
                  </a:lnTo>
                  <a:lnTo>
                    <a:pt x="1282129" y="1354760"/>
                  </a:lnTo>
                  <a:lnTo>
                    <a:pt x="1282125" y="1354754"/>
                  </a:lnTo>
                  <a:lnTo>
                    <a:pt x="1282122" y="1354748"/>
                  </a:lnTo>
                  <a:lnTo>
                    <a:pt x="1282120" y="1354741"/>
                  </a:lnTo>
                  <a:lnTo>
                    <a:pt x="1282118" y="1354736"/>
                  </a:lnTo>
                  <a:lnTo>
                    <a:pt x="1282116" y="1354733"/>
                  </a:lnTo>
                  <a:lnTo>
                    <a:pt x="1282112" y="1354728"/>
                  </a:lnTo>
                  <a:lnTo>
                    <a:pt x="1282109" y="1354722"/>
                  </a:lnTo>
                  <a:lnTo>
                    <a:pt x="1282105" y="1354716"/>
                  </a:lnTo>
                  <a:lnTo>
                    <a:pt x="1282101" y="1354709"/>
                  </a:lnTo>
                  <a:lnTo>
                    <a:pt x="1282096" y="1354704"/>
                  </a:lnTo>
                  <a:lnTo>
                    <a:pt x="1282091" y="1354700"/>
                  </a:lnTo>
                  <a:lnTo>
                    <a:pt x="1282086" y="1354697"/>
                  </a:lnTo>
                  <a:lnTo>
                    <a:pt x="1282081" y="1354694"/>
                  </a:lnTo>
                  <a:lnTo>
                    <a:pt x="1282076" y="1354691"/>
                  </a:lnTo>
                  <a:lnTo>
                    <a:pt x="1282068" y="1354688"/>
                  </a:lnTo>
                  <a:lnTo>
                    <a:pt x="1282061" y="1354685"/>
                  </a:lnTo>
                  <a:lnTo>
                    <a:pt x="1282054" y="1354685"/>
                  </a:lnTo>
                  <a:lnTo>
                    <a:pt x="1282047" y="1354684"/>
                  </a:lnTo>
                  <a:lnTo>
                    <a:pt x="1282039" y="1354684"/>
                  </a:lnTo>
                  <a:lnTo>
                    <a:pt x="1282033" y="1354683"/>
                  </a:lnTo>
                  <a:lnTo>
                    <a:pt x="1282029" y="1354681"/>
                  </a:lnTo>
                  <a:lnTo>
                    <a:pt x="1282024" y="1354678"/>
                  </a:lnTo>
                  <a:lnTo>
                    <a:pt x="1282018" y="1354678"/>
                  </a:lnTo>
                  <a:lnTo>
                    <a:pt x="1282013" y="1354679"/>
                  </a:lnTo>
                  <a:lnTo>
                    <a:pt x="1282008" y="1354680"/>
                  </a:lnTo>
                  <a:lnTo>
                    <a:pt x="1282002" y="1354681"/>
                  </a:lnTo>
                  <a:lnTo>
                    <a:pt x="1281995" y="1354681"/>
                  </a:lnTo>
                  <a:lnTo>
                    <a:pt x="1281990" y="1354680"/>
                  </a:lnTo>
                  <a:lnTo>
                    <a:pt x="1281986" y="1354677"/>
                  </a:lnTo>
                  <a:lnTo>
                    <a:pt x="1281982" y="1354674"/>
                  </a:lnTo>
                  <a:lnTo>
                    <a:pt x="1281979" y="1354670"/>
                  </a:lnTo>
                  <a:lnTo>
                    <a:pt x="1281974" y="1354665"/>
                  </a:lnTo>
                  <a:lnTo>
                    <a:pt x="1281968" y="1354659"/>
                  </a:lnTo>
                  <a:lnTo>
                    <a:pt x="1281962" y="1354656"/>
                  </a:lnTo>
                  <a:lnTo>
                    <a:pt x="1281958" y="1354654"/>
                  </a:lnTo>
                  <a:lnTo>
                    <a:pt x="1281952" y="1354649"/>
                  </a:lnTo>
                  <a:lnTo>
                    <a:pt x="1281948" y="1354644"/>
                  </a:lnTo>
                  <a:lnTo>
                    <a:pt x="1281944" y="1354639"/>
                  </a:lnTo>
                  <a:lnTo>
                    <a:pt x="1281940" y="1354634"/>
                  </a:lnTo>
                  <a:lnTo>
                    <a:pt x="1281936" y="1354628"/>
                  </a:lnTo>
                  <a:lnTo>
                    <a:pt x="1281932" y="1354623"/>
                  </a:lnTo>
                  <a:lnTo>
                    <a:pt x="1281928" y="1354617"/>
                  </a:lnTo>
                  <a:lnTo>
                    <a:pt x="1281925" y="1354610"/>
                  </a:lnTo>
                  <a:lnTo>
                    <a:pt x="1281928" y="1354604"/>
                  </a:lnTo>
                  <a:lnTo>
                    <a:pt x="1281931" y="1354599"/>
                  </a:lnTo>
                  <a:lnTo>
                    <a:pt x="1281934" y="1354594"/>
                  </a:lnTo>
                  <a:lnTo>
                    <a:pt x="1281938" y="1354591"/>
                  </a:lnTo>
                  <a:lnTo>
                    <a:pt x="1281941" y="1354587"/>
                  </a:lnTo>
                  <a:lnTo>
                    <a:pt x="1281944" y="1354584"/>
                  </a:lnTo>
                  <a:lnTo>
                    <a:pt x="1281949" y="1354579"/>
                  </a:lnTo>
                  <a:lnTo>
                    <a:pt x="1281953" y="1354574"/>
                  </a:lnTo>
                  <a:lnTo>
                    <a:pt x="1281957" y="1354568"/>
                  </a:lnTo>
                  <a:lnTo>
                    <a:pt x="1281962" y="1354562"/>
                  </a:lnTo>
                  <a:lnTo>
                    <a:pt x="1281966" y="1354556"/>
                  </a:lnTo>
                  <a:lnTo>
                    <a:pt x="1281968" y="1354551"/>
                  </a:lnTo>
                  <a:lnTo>
                    <a:pt x="1281972" y="1354544"/>
                  </a:lnTo>
                  <a:lnTo>
                    <a:pt x="1281975" y="1354540"/>
                  </a:lnTo>
                  <a:lnTo>
                    <a:pt x="1281977" y="1354535"/>
                  </a:lnTo>
                  <a:lnTo>
                    <a:pt x="1281979" y="1354531"/>
                  </a:lnTo>
                  <a:lnTo>
                    <a:pt x="1281983" y="1354527"/>
                  </a:lnTo>
                  <a:lnTo>
                    <a:pt x="1281987" y="1354524"/>
                  </a:lnTo>
                  <a:lnTo>
                    <a:pt x="1281992" y="1354521"/>
                  </a:lnTo>
                  <a:lnTo>
                    <a:pt x="1281996" y="1354515"/>
                  </a:lnTo>
                  <a:lnTo>
                    <a:pt x="1281994" y="1354507"/>
                  </a:lnTo>
                  <a:lnTo>
                    <a:pt x="1281993" y="1354503"/>
                  </a:lnTo>
                  <a:lnTo>
                    <a:pt x="1281993" y="1354497"/>
                  </a:lnTo>
                  <a:lnTo>
                    <a:pt x="1281993" y="1354490"/>
                  </a:lnTo>
                  <a:lnTo>
                    <a:pt x="1281994" y="1354483"/>
                  </a:lnTo>
                  <a:lnTo>
                    <a:pt x="1281993" y="1354476"/>
                  </a:lnTo>
                  <a:lnTo>
                    <a:pt x="1281992" y="1354468"/>
                  </a:lnTo>
                  <a:lnTo>
                    <a:pt x="1281996" y="1354464"/>
                  </a:lnTo>
                  <a:lnTo>
                    <a:pt x="1282002" y="1354459"/>
                  </a:lnTo>
                  <a:lnTo>
                    <a:pt x="1282007" y="1354455"/>
                  </a:lnTo>
                  <a:lnTo>
                    <a:pt x="1282015" y="1354451"/>
                  </a:lnTo>
                  <a:lnTo>
                    <a:pt x="1282023" y="1354445"/>
                  </a:lnTo>
                  <a:lnTo>
                    <a:pt x="1282028" y="1354442"/>
                  </a:lnTo>
                  <a:lnTo>
                    <a:pt x="1282035" y="1354440"/>
                  </a:lnTo>
                  <a:lnTo>
                    <a:pt x="1282042" y="1354438"/>
                  </a:lnTo>
                  <a:lnTo>
                    <a:pt x="1282047" y="1354436"/>
                  </a:lnTo>
                  <a:lnTo>
                    <a:pt x="1282052" y="1354434"/>
                  </a:lnTo>
                  <a:lnTo>
                    <a:pt x="1282061" y="1354432"/>
                  </a:lnTo>
                  <a:lnTo>
                    <a:pt x="1282067" y="1354430"/>
                  </a:lnTo>
                  <a:lnTo>
                    <a:pt x="1282074" y="1354425"/>
                  </a:lnTo>
                  <a:lnTo>
                    <a:pt x="1282069" y="1354415"/>
                  </a:lnTo>
                  <a:lnTo>
                    <a:pt x="1282066" y="1354410"/>
                  </a:lnTo>
                  <a:lnTo>
                    <a:pt x="1282064" y="1354404"/>
                  </a:lnTo>
                  <a:lnTo>
                    <a:pt x="1282061" y="1354397"/>
                  </a:lnTo>
                  <a:lnTo>
                    <a:pt x="1282061" y="1354389"/>
                  </a:lnTo>
                  <a:lnTo>
                    <a:pt x="1282063" y="1354382"/>
                  </a:lnTo>
                  <a:lnTo>
                    <a:pt x="1282069" y="1354373"/>
                  </a:lnTo>
                  <a:lnTo>
                    <a:pt x="1282066" y="1354368"/>
                  </a:lnTo>
                  <a:lnTo>
                    <a:pt x="1282064" y="1354363"/>
                  </a:lnTo>
                  <a:lnTo>
                    <a:pt x="1282062" y="1354358"/>
                  </a:lnTo>
                  <a:lnTo>
                    <a:pt x="1282063" y="1354350"/>
                  </a:lnTo>
                  <a:lnTo>
                    <a:pt x="1282063" y="1354342"/>
                  </a:lnTo>
                  <a:lnTo>
                    <a:pt x="1282064" y="1354335"/>
                  </a:lnTo>
                  <a:lnTo>
                    <a:pt x="1282065" y="1354327"/>
                  </a:lnTo>
                  <a:lnTo>
                    <a:pt x="1282065" y="1354320"/>
                  </a:lnTo>
                  <a:lnTo>
                    <a:pt x="1282065" y="1354314"/>
                  </a:lnTo>
                  <a:lnTo>
                    <a:pt x="1282062" y="1354309"/>
                  </a:lnTo>
                  <a:lnTo>
                    <a:pt x="1282061" y="1354304"/>
                  </a:lnTo>
                  <a:lnTo>
                    <a:pt x="1282060" y="1354299"/>
                  </a:lnTo>
                  <a:lnTo>
                    <a:pt x="1282060" y="1354291"/>
                  </a:lnTo>
                  <a:lnTo>
                    <a:pt x="1282069" y="1354287"/>
                  </a:lnTo>
                  <a:lnTo>
                    <a:pt x="1282078" y="1354284"/>
                  </a:lnTo>
                  <a:lnTo>
                    <a:pt x="1282086" y="1354281"/>
                  </a:lnTo>
                  <a:lnTo>
                    <a:pt x="1282091" y="1354279"/>
                  </a:lnTo>
                  <a:lnTo>
                    <a:pt x="1282097" y="1354277"/>
                  </a:lnTo>
                  <a:lnTo>
                    <a:pt x="1282105" y="1354274"/>
                  </a:lnTo>
                  <a:lnTo>
                    <a:pt x="1282110" y="1354271"/>
                  </a:lnTo>
                  <a:lnTo>
                    <a:pt x="1282117" y="1354269"/>
                  </a:lnTo>
                  <a:lnTo>
                    <a:pt x="1282122" y="1354268"/>
                  </a:lnTo>
                  <a:lnTo>
                    <a:pt x="1282129" y="1354267"/>
                  </a:lnTo>
                  <a:lnTo>
                    <a:pt x="1282136" y="1354265"/>
                  </a:lnTo>
                  <a:lnTo>
                    <a:pt x="1282143" y="1354264"/>
                  </a:lnTo>
                  <a:lnTo>
                    <a:pt x="1282150" y="1354263"/>
                  </a:lnTo>
                  <a:lnTo>
                    <a:pt x="1282155" y="1354259"/>
                  </a:lnTo>
                  <a:lnTo>
                    <a:pt x="1282159" y="1354252"/>
                  </a:lnTo>
                  <a:lnTo>
                    <a:pt x="1282163" y="1354243"/>
                  </a:lnTo>
                  <a:lnTo>
                    <a:pt x="1282172" y="1354238"/>
                  </a:lnTo>
                  <a:lnTo>
                    <a:pt x="1282179" y="1354235"/>
                  </a:lnTo>
                  <a:lnTo>
                    <a:pt x="1282187" y="1354230"/>
                  </a:lnTo>
                  <a:lnTo>
                    <a:pt x="1282203" y="1354230"/>
                  </a:lnTo>
                  <a:lnTo>
                    <a:pt x="1282210" y="1354228"/>
                  </a:lnTo>
                  <a:lnTo>
                    <a:pt x="1282217" y="1354226"/>
                  </a:lnTo>
                  <a:lnTo>
                    <a:pt x="1282224" y="1354222"/>
                  </a:lnTo>
                  <a:lnTo>
                    <a:pt x="1282229" y="1354218"/>
                  </a:lnTo>
                  <a:lnTo>
                    <a:pt x="1282237" y="1354212"/>
                  </a:lnTo>
                  <a:lnTo>
                    <a:pt x="1282242" y="1354209"/>
                  </a:lnTo>
                  <a:lnTo>
                    <a:pt x="1282247" y="1354205"/>
                  </a:lnTo>
                  <a:lnTo>
                    <a:pt x="1282251" y="1354202"/>
                  </a:lnTo>
                  <a:lnTo>
                    <a:pt x="1282269" y="1354188"/>
                  </a:lnTo>
                  <a:lnTo>
                    <a:pt x="1282278" y="1354178"/>
                  </a:lnTo>
                  <a:lnTo>
                    <a:pt x="1282292" y="1354151"/>
                  </a:lnTo>
                  <a:lnTo>
                    <a:pt x="1282301" y="1354144"/>
                  </a:lnTo>
                  <a:lnTo>
                    <a:pt x="1282307" y="1354140"/>
                  </a:lnTo>
                  <a:lnTo>
                    <a:pt x="1282313" y="1354136"/>
                  </a:lnTo>
                  <a:lnTo>
                    <a:pt x="1282318" y="1354130"/>
                  </a:lnTo>
                  <a:lnTo>
                    <a:pt x="1282322" y="1354123"/>
                  </a:lnTo>
                  <a:lnTo>
                    <a:pt x="1282325" y="1354120"/>
                  </a:lnTo>
                  <a:lnTo>
                    <a:pt x="1282331" y="1354116"/>
                  </a:lnTo>
                  <a:lnTo>
                    <a:pt x="1282336" y="1354113"/>
                  </a:lnTo>
                  <a:lnTo>
                    <a:pt x="1282341" y="1354109"/>
                  </a:lnTo>
                  <a:lnTo>
                    <a:pt x="1282345" y="1354103"/>
                  </a:lnTo>
                  <a:lnTo>
                    <a:pt x="1282346" y="1354098"/>
                  </a:lnTo>
                  <a:lnTo>
                    <a:pt x="1282346" y="1354092"/>
                  </a:lnTo>
                  <a:lnTo>
                    <a:pt x="1282346" y="1354086"/>
                  </a:lnTo>
                  <a:lnTo>
                    <a:pt x="1282348" y="1354076"/>
                  </a:lnTo>
                  <a:lnTo>
                    <a:pt x="1282347" y="1354070"/>
                  </a:lnTo>
                  <a:lnTo>
                    <a:pt x="1282346" y="1354060"/>
                  </a:lnTo>
                  <a:lnTo>
                    <a:pt x="1282345" y="1354052"/>
                  </a:lnTo>
                  <a:lnTo>
                    <a:pt x="1282344" y="1354042"/>
                  </a:lnTo>
                  <a:lnTo>
                    <a:pt x="1282343" y="1354033"/>
                  </a:lnTo>
                  <a:lnTo>
                    <a:pt x="1282251" y="1353856"/>
                  </a:lnTo>
                  <a:lnTo>
                    <a:pt x="1282271" y="1353836"/>
                  </a:lnTo>
                  <a:lnTo>
                    <a:pt x="1282292" y="1353814"/>
                  </a:lnTo>
                  <a:lnTo>
                    <a:pt x="1282417" y="1353822"/>
                  </a:lnTo>
                  <a:lnTo>
                    <a:pt x="1282448" y="1353804"/>
                  </a:lnTo>
                  <a:lnTo>
                    <a:pt x="1282448" y="1353794"/>
                  </a:lnTo>
                  <a:lnTo>
                    <a:pt x="1282448" y="1353788"/>
                  </a:lnTo>
                  <a:lnTo>
                    <a:pt x="1282448" y="1353782"/>
                  </a:lnTo>
                  <a:lnTo>
                    <a:pt x="1282448" y="1353778"/>
                  </a:lnTo>
                  <a:lnTo>
                    <a:pt x="1282448" y="1353772"/>
                  </a:lnTo>
                  <a:lnTo>
                    <a:pt x="1282449" y="1353765"/>
                  </a:lnTo>
                  <a:lnTo>
                    <a:pt x="1282451" y="1353761"/>
                  </a:lnTo>
                  <a:lnTo>
                    <a:pt x="1282454" y="1353754"/>
                  </a:lnTo>
                  <a:lnTo>
                    <a:pt x="1282456" y="1353750"/>
                  </a:lnTo>
                  <a:lnTo>
                    <a:pt x="1282459" y="1353746"/>
                  </a:lnTo>
                  <a:lnTo>
                    <a:pt x="1282463" y="1353740"/>
                  </a:lnTo>
                  <a:lnTo>
                    <a:pt x="1282464" y="1353734"/>
                  </a:lnTo>
                  <a:lnTo>
                    <a:pt x="1282464" y="1353728"/>
                  </a:lnTo>
                  <a:lnTo>
                    <a:pt x="1282463" y="1353720"/>
                  </a:lnTo>
                  <a:lnTo>
                    <a:pt x="1282464" y="1353714"/>
                  </a:lnTo>
                  <a:lnTo>
                    <a:pt x="1282467" y="1353707"/>
                  </a:lnTo>
                  <a:lnTo>
                    <a:pt x="1282471" y="1353702"/>
                  </a:lnTo>
                  <a:lnTo>
                    <a:pt x="1282474" y="1353698"/>
                  </a:lnTo>
                  <a:lnTo>
                    <a:pt x="1282477" y="1353694"/>
                  </a:lnTo>
                  <a:lnTo>
                    <a:pt x="1282480" y="1353690"/>
                  </a:lnTo>
                  <a:lnTo>
                    <a:pt x="1282481" y="1353685"/>
                  </a:lnTo>
                  <a:lnTo>
                    <a:pt x="1282480" y="1353677"/>
                  </a:lnTo>
                  <a:lnTo>
                    <a:pt x="1282479" y="1353671"/>
                  </a:lnTo>
                  <a:lnTo>
                    <a:pt x="1282478" y="1353662"/>
                  </a:lnTo>
                  <a:lnTo>
                    <a:pt x="1282478" y="1353655"/>
                  </a:lnTo>
                  <a:lnTo>
                    <a:pt x="1282478" y="1353648"/>
                  </a:lnTo>
                  <a:lnTo>
                    <a:pt x="1282479" y="1353640"/>
                  </a:lnTo>
                  <a:lnTo>
                    <a:pt x="1282481" y="1353633"/>
                  </a:lnTo>
                  <a:lnTo>
                    <a:pt x="1282483" y="1353628"/>
                  </a:lnTo>
                  <a:lnTo>
                    <a:pt x="1282484" y="1353622"/>
                  </a:lnTo>
                  <a:lnTo>
                    <a:pt x="1282486" y="1353616"/>
                  </a:lnTo>
                  <a:lnTo>
                    <a:pt x="1282488" y="1353609"/>
                  </a:lnTo>
                  <a:lnTo>
                    <a:pt x="1282491" y="1353603"/>
                  </a:lnTo>
                  <a:lnTo>
                    <a:pt x="1282494" y="1353599"/>
                  </a:lnTo>
                  <a:lnTo>
                    <a:pt x="1282498" y="1353595"/>
                  </a:lnTo>
                  <a:lnTo>
                    <a:pt x="1282501" y="1353591"/>
                  </a:lnTo>
                  <a:lnTo>
                    <a:pt x="1282507" y="1353586"/>
                  </a:lnTo>
                  <a:lnTo>
                    <a:pt x="1282515" y="1353583"/>
                  </a:lnTo>
                  <a:lnTo>
                    <a:pt x="1282520" y="1353580"/>
                  </a:lnTo>
                  <a:lnTo>
                    <a:pt x="1282522" y="1353575"/>
                  </a:lnTo>
                  <a:lnTo>
                    <a:pt x="1282524" y="1353570"/>
                  </a:lnTo>
                  <a:lnTo>
                    <a:pt x="1282525" y="1353562"/>
                  </a:lnTo>
                  <a:lnTo>
                    <a:pt x="1282526" y="1353555"/>
                  </a:lnTo>
                  <a:lnTo>
                    <a:pt x="1282527" y="1353547"/>
                  </a:lnTo>
                  <a:lnTo>
                    <a:pt x="1282528" y="1353542"/>
                  </a:lnTo>
                  <a:lnTo>
                    <a:pt x="1282528" y="1353536"/>
                  </a:lnTo>
                  <a:lnTo>
                    <a:pt x="1282527" y="1353532"/>
                  </a:lnTo>
                  <a:lnTo>
                    <a:pt x="1282526" y="1353526"/>
                  </a:lnTo>
                  <a:lnTo>
                    <a:pt x="1282524" y="1353520"/>
                  </a:lnTo>
                  <a:lnTo>
                    <a:pt x="1282520" y="1353513"/>
                  </a:lnTo>
                  <a:lnTo>
                    <a:pt x="1282516" y="1353508"/>
                  </a:lnTo>
                  <a:lnTo>
                    <a:pt x="1282512" y="1353504"/>
                  </a:lnTo>
                  <a:lnTo>
                    <a:pt x="1282508" y="1353499"/>
                  </a:lnTo>
                  <a:lnTo>
                    <a:pt x="1282506" y="1353494"/>
                  </a:lnTo>
                  <a:lnTo>
                    <a:pt x="1282514" y="1353487"/>
                  </a:lnTo>
                  <a:lnTo>
                    <a:pt x="1282517" y="1353484"/>
                  </a:lnTo>
                  <a:lnTo>
                    <a:pt x="1282523" y="1353478"/>
                  </a:lnTo>
                  <a:lnTo>
                    <a:pt x="1282526" y="1353475"/>
                  </a:lnTo>
                  <a:lnTo>
                    <a:pt x="1282530" y="1353471"/>
                  </a:lnTo>
                  <a:lnTo>
                    <a:pt x="1282536" y="1353465"/>
                  </a:lnTo>
                  <a:lnTo>
                    <a:pt x="1282542" y="1353459"/>
                  </a:lnTo>
                  <a:lnTo>
                    <a:pt x="1282548" y="1353454"/>
                  </a:lnTo>
                  <a:lnTo>
                    <a:pt x="1282553" y="1353448"/>
                  </a:lnTo>
                  <a:lnTo>
                    <a:pt x="1282557" y="1353441"/>
                  </a:lnTo>
                  <a:lnTo>
                    <a:pt x="1282561" y="1353433"/>
                  </a:lnTo>
                  <a:lnTo>
                    <a:pt x="1282563" y="1353428"/>
                  </a:lnTo>
                  <a:lnTo>
                    <a:pt x="1282566" y="1353425"/>
                  </a:lnTo>
                  <a:lnTo>
                    <a:pt x="1282571" y="1353422"/>
                  </a:lnTo>
                  <a:lnTo>
                    <a:pt x="1282575" y="1353421"/>
                  </a:lnTo>
                  <a:lnTo>
                    <a:pt x="1282581" y="1353421"/>
                  </a:lnTo>
                  <a:lnTo>
                    <a:pt x="1282588" y="1353420"/>
                  </a:lnTo>
                  <a:lnTo>
                    <a:pt x="1282595" y="1353420"/>
                  </a:lnTo>
                  <a:lnTo>
                    <a:pt x="1282669" y="1353340"/>
                  </a:lnTo>
                  <a:lnTo>
                    <a:pt x="1282671" y="1353302"/>
                  </a:lnTo>
                  <a:lnTo>
                    <a:pt x="1282659" y="1353256"/>
                  </a:lnTo>
                  <a:lnTo>
                    <a:pt x="1282649" y="1353202"/>
                  </a:lnTo>
                  <a:lnTo>
                    <a:pt x="1282655" y="1353200"/>
                  </a:lnTo>
                  <a:lnTo>
                    <a:pt x="1282660" y="1353198"/>
                  </a:lnTo>
                  <a:lnTo>
                    <a:pt x="1282667" y="1353194"/>
                  </a:lnTo>
                  <a:lnTo>
                    <a:pt x="1282674" y="1353190"/>
                  </a:lnTo>
                  <a:lnTo>
                    <a:pt x="1282678" y="1353187"/>
                  </a:lnTo>
                  <a:lnTo>
                    <a:pt x="1282682" y="1353184"/>
                  </a:lnTo>
                  <a:lnTo>
                    <a:pt x="1282687" y="1353182"/>
                  </a:lnTo>
                  <a:lnTo>
                    <a:pt x="1282691" y="1353179"/>
                  </a:lnTo>
                  <a:lnTo>
                    <a:pt x="1282695" y="1353175"/>
                  </a:lnTo>
                  <a:lnTo>
                    <a:pt x="1282699" y="1353171"/>
                  </a:lnTo>
                  <a:lnTo>
                    <a:pt x="1282704" y="1353168"/>
                  </a:lnTo>
                  <a:lnTo>
                    <a:pt x="1282708" y="1353168"/>
                  </a:lnTo>
                  <a:lnTo>
                    <a:pt x="1282715" y="1353168"/>
                  </a:lnTo>
                  <a:lnTo>
                    <a:pt x="1282719" y="1353168"/>
                  </a:lnTo>
                  <a:lnTo>
                    <a:pt x="1282724" y="1353168"/>
                  </a:lnTo>
                  <a:lnTo>
                    <a:pt x="1282730" y="1353169"/>
                  </a:lnTo>
                  <a:lnTo>
                    <a:pt x="1282735" y="1353170"/>
                  </a:lnTo>
                  <a:lnTo>
                    <a:pt x="1282739" y="1353170"/>
                  </a:lnTo>
                  <a:lnTo>
                    <a:pt x="1282743" y="1353171"/>
                  </a:lnTo>
                  <a:lnTo>
                    <a:pt x="1282747" y="1353173"/>
                  </a:lnTo>
                  <a:lnTo>
                    <a:pt x="1282754" y="1353175"/>
                  </a:lnTo>
                  <a:lnTo>
                    <a:pt x="1282760" y="1353178"/>
                  </a:lnTo>
                  <a:lnTo>
                    <a:pt x="1282765" y="1353180"/>
                  </a:lnTo>
                  <a:lnTo>
                    <a:pt x="1282769" y="1353180"/>
                  </a:lnTo>
                  <a:lnTo>
                    <a:pt x="1282773" y="1353177"/>
                  </a:lnTo>
                  <a:lnTo>
                    <a:pt x="1282778" y="1353175"/>
                  </a:lnTo>
                  <a:lnTo>
                    <a:pt x="1282783" y="1353172"/>
                  </a:lnTo>
                  <a:lnTo>
                    <a:pt x="1282791" y="1353170"/>
                  </a:lnTo>
                  <a:lnTo>
                    <a:pt x="1282797" y="1353171"/>
                  </a:lnTo>
                  <a:lnTo>
                    <a:pt x="1282803" y="1353172"/>
                  </a:lnTo>
                  <a:lnTo>
                    <a:pt x="1282810" y="1353173"/>
                  </a:lnTo>
                  <a:lnTo>
                    <a:pt x="1282817" y="1353174"/>
                  </a:lnTo>
                  <a:lnTo>
                    <a:pt x="1282827" y="1353175"/>
                  </a:lnTo>
                  <a:lnTo>
                    <a:pt x="1282836" y="1353175"/>
                  </a:lnTo>
                  <a:lnTo>
                    <a:pt x="1282843" y="1353175"/>
                  </a:lnTo>
                  <a:lnTo>
                    <a:pt x="1282851" y="1353173"/>
                  </a:lnTo>
                  <a:lnTo>
                    <a:pt x="1282856" y="1353171"/>
                  </a:lnTo>
                  <a:lnTo>
                    <a:pt x="1282860" y="1353169"/>
                  </a:lnTo>
                  <a:lnTo>
                    <a:pt x="1282865" y="1353168"/>
                  </a:lnTo>
                  <a:lnTo>
                    <a:pt x="1282869" y="1353167"/>
                  </a:lnTo>
                  <a:lnTo>
                    <a:pt x="1282874" y="1353167"/>
                  </a:lnTo>
                  <a:lnTo>
                    <a:pt x="1282878" y="1353167"/>
                  </a:lnTo>
                  <a:lnTo>
                    <a:pt x="1282886" y="1353166"/>
                  </a:lnTo>
                  <a:lnTo>
                    <a:pt x="1282893" y="1353166"/>
                  </a:lnTo>
                  <a:lnTo>
                    <a:pt x="1282900" y="1353167"/>
                  </a:lnTo>
                  <a:lnTo>
                    <a:pt x="1282934" y="1353152"/>
                  </a:lnTo>
                  <a:lnTo>
                    <a:pt x="1282956" y="1353142"/>
                  </a:lnTo>
                  <a:lnTo>
                    <a:pt x="1282971" y="1353108"/>
                  </a:lnTo>
                  <a:lnTo>
                    <a:pt x="1282971" y="1353101"/>
                  </a:lnTo>
                  <a:lnTo>
                    <a:pt x="1282974" y="1353095"/>
                  </a:lnTo>
                  <a:lnTo>
                    <a:pt x="1282978" y="1353090"/>
                  </a:lnTo>
                  <a:lnTo>
                    <a:pt x="1282984" y="1353085"/>
                  </a:lnTo>
                  <a:lnTo>
                    <a:pt x="1282991" y="1353081"/>
                  </a:lnTo>
                  <a:lnTo>
                    <a:pt x="1282998" y="1353078"/>
                  </a:lnTo>
                  <a:lnTo>
                    <a:pt x="1283002" y="1353073"/>
                  </a:lnTo>
                  <a:lnTo>
                    <a:pt x="1283007" y="1353068"/>
                  </a:lnTo>
                  <a:lnTo>
                    <a:pt x="1283013" y="1353062"/>
                  </a:lnTo>
                  <a:lnTo>
                    <a:pt x="1283016" y="1353059"/>
                  </a:lnTo>
                  <a:lnTo>
                    <a:pt x="1283021" y="1353054"/>
                  </a:lnTo>
                  <a:lnTo>
                    <a:pt x="1283026" y="1353048"/>
                  </a:lnTo>
                  <a:lnTo>
                    <a:pt x="1283031" y="1353043"/>
                  </a:lnTo>
                  <a:lnTo>
                    <a:pt x="1283037" y="1353038"/>
                  </a:lnTo>
                  <a:lnTo>
                    <a:pt x="1283041" y="1353036"/>
                  </a:lnTo>
                  <a:lnTo>
                    <a:pt x="1283046" y="1353035"/>
                  </a:lnTo>
                  <a:lnTo>
                    <a:pt x="1283050" y="1353036"/>
                  </a:lnTo>
                  <a:lnTo>
                    <a:pt x="1283056" y="1353036"/>
                  </a:lnTo>
                  <a:lnTo>
                    <a:pt x="1283061" y="1353036"/>
                  </a:lnTo>
                  <a:lnTo>
                    <a:pt x="1283067" y="1353037"/>
                  </a:lnTo>
                  <a:lnTo>
                    <a:pt x="1283073" y="1353038"/>
                  </a:lnTo>
                  <a:lnTo>
                    <a:pt x="1283079" y="1353040"/>
                  </a:lnTo>
                  <a:lnTo>
                    <a:pt x="1283086" y="1353042"/>
                  </a:lnTo>
                  <a:lnTo>
                    <a:pt x="1283090" y="1353043"/>
                  </a:lnTo>
                  <a:lnTo>
                    <a:pt x="1283096" y="1353044"/>
                  </a:lnTo>
                  <a:lnTo>
                    <a:pt x="1283104" y="1353045"/>
                  </a:lnTo>
                  <a:lnTo>
                    <a:pt x="1283109" y="1353046"/>
                  </a:lnTo>
                  <a:lnTo>
                    <a:pt x="1283116" y="1353048"/>
                  </a:lnTo>
                  <a:lnTo>
                    <a:pt x="1283123" y="1353050"/>
                  </a:lnTo>
                  <a:lnTo>
                    <a:pt x="1283132" y="1353053"/>
                  </a:lnTo>
                  <a:lnTo>
                    <a:pt x="1283141" y="1353057"/>
                  </a:lnTo>
                  <a:lnTo>
                    <a:pt x="1283148" y="1353060"/>
                  </a:lnTo>
                  <a:lnTo>
                    <a:pt x="1283156" y="1353063"/>
                  </a:lnTo>
                  <a:lnTo>
                    <a:pt x="1283162" y="1353066"/>
                  </a:lnTo>
                  <a:lnTo>
                    <a:pt x="1283168" y="1353069"/>
                  </a:lnTo>
                  <a:lnTo>
                    <a:pt x="1283174" y="1353070"/>
                  </a:lnTo>
                  <a:lnTo>
                    <a:pt x="1283178" y="1353072"/>
                  </a:lnTo>
                  <a:lnTo>
                    <a:pt x="1283182" y="1353069"/>
                  </a:lnTo>
                  <a:lnTo>
                    <a:pt x="1283185" y="1353064"/>
                  </a:lnTo>
                  <a:lnTo>
                    <a:pt x="1283190" y="1353059"/>
                  </a:lnTo>
                  <a:lnTo>
                    <a:pt x="1283196" y="1353054"/>
                  </a:lnTo>
                  <a:lnTo>
                    <a:pt x="1283202" y="1353050"/>
                  </a:lnTo>
                  <a:lnTo>
                    <a:pt x="1283206" y="1353047"/>
                  </a:lnTo>
                  <a:lnTo>
                    <a:pt x="1283213" y="1353042"/>
                  </a:lnTo>
                  <a:lnTo>
                    <a:pt x="1283218" y="1353039"/>
                  </a:lnTo>
                  <a:lnTo>
                    <a:pt x="1283223" y="1353035"/>
                  </a:lnTo>
                  <a:lnTo>
                    <a:pt x="1283228" y="1353032"/>
                  </a:lnTo>
                  <a:lnTo>
                    <a:pt x="1283233" y="1353027"/>
                  </a:lnTo>
                  <a:lnTo>
                    <a:pt x="1283237" y="1353025"/>
                  </a:lnTo>
                  <a:lnTo>
                    <a:pt x="1283243" y="1353021"/>
                  </a:lnTo>
                  <a:lnTo>
                    <a:pt x="1283249" y="1353018"/>
                  </a:lnTo>
                  <a:lnTo>
                    <a:pt x="1283254" y="1353014"/>
                  </a:lnTo>
                  <a:lnTo>
                    <a:pt x="1283261" y="1353011"/>
                  </a:lnTo>
                  <a:lnTo>
                    <a:pt x="1283266" y="1353008"/>
                  </a:lnTo>
                  <a:lnTo>
                    <a:pt x="1283270" y="1353005"/>
                  </a:lnTo>
                  <a:lnTo>
                    <a:pt x="1283274" y="1353003"/>
                  </a:lnTo>
                  <a:lnTo>
                    <a:pt x="1283278" y="1353000"/>
                  </a:lnTo>
                  <a:lnTo>
                    <a:pt x="1283283" y="1352997"/>
                  </a:lnTo>
                  <a:lnTo>
                    <a:pt x="1283286" y="1352994"/>
                  </a:lnTo>
                  <a:lnTo>
                    <a:pt x="1283291" y="1352989"/>
                  </a:lnTo>
                  <a:lnTo>
                    <a:pt x="1283293" y="1352986"/>
                  </a:lnTo>
                  <a:lnTo>
                    <a:pt x="1283296" y="1352981"/>
                  </a:lnTo>
                  <a:lnTo>
                    <a:pt x="1283299" y="1352974"/>
                  </a:lnTo>
                  <a:lnTo>
                    <a:pt x="1283302" y="1352968"/>
                  </a:lnTo>
                  <a:lnTo>
                    <a:pt x="1283304" y="1352960"/>
                  </a:lnTo>
                  <a:lnTo>
                    <a:pt x="1283307" y="1352951"/>
                  </a:lnTo>
                  <a:lnTo>
                    <a:pt x="1283309" y="1352945"/>
                  </a:lnTo>
                  <a:lnTo>
                    <a:pt x="1283310" y="1352937"/>
                  </a:lnTo>
                  <a:lnTo>
                    <a:pt x="1283310" y="1352931"/>
                  </a:lnTo>
                  <a:lnTo>
                    <a:pt x="1283307" y="1352926"/>
                  </a:lnTo>
                  <a:lnTo>
                    <a:pt x="1283305" y="1352920"/>
                  </a:lnTo>
                  <a:lnTo>
                    <a:pt x="1283303" y="1352916"/>
                  </a:lnTo>
                  <a:lnTo>
                    <a:pt x="1283301" y="1352906"/>
                  </a:lnTo>
                  <a:lnTo>
                    <a:pt x="1283301" y="1352899"/>
                  </a:lnTo>
                  <a:lnTo>
                    <a:pt x="1283302" y="1352891"/>
                  </a:lnTo>
                  <a:lnTo>
                    <a:pt x="1283304" y="1352878"/>
                  </a:lnTo>
                  <a:lnTo>
                    <a:pt x="1283309" y="1352868"/>
                  </a:lnTo>
                  <a:lnTo>
                    <a:pt x="1283306" y="1352860"/>
                  </a:lnTo>
                  <a:lnTo>
                    <a:pt x="1283306" y="1352850"/>
                  </a:lnTo>
                  <a:lnTo>
                    <a:pt x="1283312" y="1352841"/>
                  </a:lnTo>
                  <a:lnTo>
                    <a:pt x="1283319" y="1352834"/>
                  </a:lnTo>
                  <a:lnTo>
                    <a:pt x="1283326" y="1352827"/>
                  </a:lnTo>
                  <a:lnTo>
                    <a:pt x="1283320" y="1352822"/>
                  </a:lnTo>
                  <a:lnTo>
                    <a:pt x="1283312" y="1352816"/>
                  </a:lnTo>
                  <a:lnTo>
                    <a:pt x="1283309" y="1352810"/>
                  </a:lnTo>
                  <a:lnTo>
                    <a:pt x="1283309" y="1352798"/>
                  </a:lnTo>
                  <a:lnTo>
                    <a:pt x="1283314" y="1352793"/>
                  </a:lnTo>
                  <a:lnTo>
                    <a:pt x="1283322" y="1352789"/>
                  </a:lnTo>
                  <a:lnTo>
                    <a:pt x="1283325" y="1352781"/>
                  </a:lnTo>
                  <a:lnTo>
                    <a:pt x="1283323" y="1352762"/>
                  </a:lnTo>
                  <a:lnTo>
                    <a:pt x="1283323" y="1352745"/>
                  </a:lnTo>
                  <a:lnTo>
                    <a:pt x="1283325" y="1352733"/>
                  </a:lnTo>
                  <a:lnTo>
                    <a:pt x="1283329" y="1352726"/>
                  </a:lnTo>
                  <a:lnTo>
                    <a:pt x="1283339" y="1352720"/>
                  </a:lnTo>
                  <a:lnTo>
                    <a:pt x="1283350" y="1352717"/>
                  </a:lnTo>
                  <a:lnTo>
                    <a:pt x="1283365" y="1352708"/>
                  </a:lnTo>
                  <a:lnTo>
                    <a:pt x="1283369" y="1352704"/>
                  </a:lnTo>
                  <a:lnTo>
                    <a:pt x="1283373" y="1352700"/>
                  </a:lnTo>
                  <a:lnTo>
                    <a:pt x="1283377" y="1352693"/>
                  </a:lnTo>
                  <a:lnTo>
                    <a:pt x="1283382" y="1352687"/>
                  </a:lnTo>
                  <a:lnTo>
                    <a:pt x="1283387" y="1352681"/>
                  </a:lnTo>
                  <a:lnTo>
                    <a:pt x="1283391" y="1352672"/>
                  </a:lnTo>
                  <a:lnTo>
                    <a:pt x="1283397" y="1352665"/>
                  </a:lnTo>
                  <a:lnTo>
                    <a:pt x="1283399" y="1352657"/>
                  </a:lnTo>
                  <a:lnTo>
                    <a:pt x="1283395" y="1352647"/>
                  </a:lnTo>
                  <a:lnTo>
                    <a:pt x="1283390" y="1352637"/>
                  </a:lnTo>
                  <a:lnTo>
                    <a:pt x="1283382" y="1352625"/>
                  </a:lnTo>
                  <a:lnTo>
                    <a:pt x="1283373" y="1352618"/>
                  </a:lnTo>
                  <a:lnTo>
                    <a:pt x="1283363" y="1352613"/>
                  </a:lnTo>
                  <a:lnTo>
                    <a:pt x="1283357" y="1352608"/>
                  </a:lnTo>
                  <a:lnTo>
                    <a:pt x="1283363" y="1352600"/>
                  </a:lnTo>
                  <a:lnTo>
                    <a:pt x="1283368" y="1352593"/>
                  </a:lnTo>
                  <a:lnTo>
                    <a:pt x="1283372" y="1352587"/>
                  </a:lnTo>
                  <a:lnTo>
                    <a:pt x="1283377" y="1352580"/>
                  </a:lnTo>
                  <a:lnTo>
                    <a:pt x="1283382" y="1352574"/>
                  </a:lnTo>
                  <a:lnTo>
                    <a:pt x="1283387" y="1352569"/>
                  </a:lnTo>
                  <a:lnTo>
                    <a:pt x="1283392" y="1352564"/>
                  </a:lnTo>
                  <a:lnTo>
                    <a:pt x="1283396" y="1352561"/>
                  </a:lnTo>
                  <a:lnTo>
                    <a:pt x="1283403" y="1352555"/>
                  </a:lnTo>
                  <a:lnTo>
                    <a:pt x="1283408" y="1352550"/>
                  </a:lnTo>
                  <a:lnTo>
                    <a:pt x="1283413" y="1352544"/>
                  </a:lnTo>
                  <a:lnTo>
                    <a:pt x="1283416" y="1352538"/>
                  </a:lnTo>
                  <a:lnTo>
                    <a:pt x="1283418" y="1352533"/>
                  </a:lnTo>
                  <a:lnTo>
                    <a:pt x="1283418" y="1352526"/>
                  </a:lnTo>
                  <a:lnTo>
                    <a:pt x="1283417" y="1352521"/>
                  </a:lnTo>
                  <a:lnTo>
                    <a:pt x="1283415" y="1352516"/>
                  </a:lnTo>
                  <a:lnTo>
                    <a:pt x="1283410" y="1352511"/>
                  </a:lnTo>
                  <a:lnTo>
                    <a:pt x="1283403" y="1352506"/>
                  </a:lnTo>
                  <a:lnTo>
                    <a:pt x="1283397" y="1352504"/>
                  </a:lnTo>
                  <a:lnTo>
                    <a:pt x="1283390" y="1352502"/>
                  </a:lnTo>
                  <a:lnTo>
                    <a:pt x="1283386" y="1352499"/>
                  </a:lnTo>
                  <a:lnTo>
                    <a:pt x="1283383" y="1352495"/>
                  </a:lnTo>
                  <a:lnTo>
                    <a:pt x="1283378" y="1352488"/>
                  </a:lnTo>
                  <a:lnTo>
                    <a:pt x="1283374" y="1352483"/>
                  </a:lnTo>
                  <a:lnTo>
                    <a:pt x="1283371" y="1352480"/>
                  </a:lnTo>
                  <a:lnTo>
                    <a:pt x="1283368" y="1352477"/>
                  </a:lnTo>
                  <a:lnTo>
                    <a:pt x="1283363" y="1352473"/>
                  </a:lnTo>
                  <a:lnTo>
                    <a:pt x="1283356" y="1352469"/>
                  </a:lnTo>
                  <a:lnTo>
                    <a:pt x="1283351" y="1352466"/>
                  </a:lnTo>
                  <a:lnTo>
                    <a:pt x="1283345" y="1352462"/>
                  </a:lnTo>
                  <a:lnTo>
                    <a:pt x="1283339" y="1352459"/>
                  </a:lnTo>
                  <a:lnTo>
                    <a:pt x="1283332" y="1352455"/>
                  </a:lnTo>
                  <a:lnTo>
                    <a:pt x="1283327" y="1352452"/>
                  </a:lnTo>
                  <a:lnTo>
                    <a:pt x="1283323" y="1352449"/>
                  </a:lnTo>
                  <a:lnTo>
                    <a:pt x="1283318" y="1352447"/>
                  </a:lnTo>
                  <a:lnTo>
                    <a:pt x="1283311" y="1352445"/>
                  </a:lnTo>
                  <a:lnTo>
                    <a:pt x="1283305" y="1352443"/>
                  </a:lnTo>
                  <a:lnTo>
                    <a:pt x="1283301" y="1352442"/>
                  </a:lnTo>
                  <a:lnTo>
                    <a:pt x="1283295" y="1352440"/>
                  </a:lnTo>
                  <a:lnTo>
                    <a:pt x="1283291" y="1352437"/>
                  </a:lnTo>
                  <a:lnTo>
                    <a:pt x="1283287" y="1352433"/>
                  </a:lnTo>
                  <a:lnTo>
                    <a:pt x="1283282" y="1352428"/>
                  </a:lnTo>
                  <a:lnTo>
                    <a:pt x="1283279" y="1352423"/>
                  </a:lnTo>
                  <a:lnTo>
                    <a:pt x="1283275" y="1352417"/>
                  </a:lnTo>
                  <a:lnTo>
                    <a:pt x="1283271" y="1352411"/>
                  </a:lnTo>
                  <a:lnTo>
                    <a:pt x="1283268" y="1352405"/>
                  </a:lnTo>
                  <a:lnTo>
                    <a:pt x="1283265" y="1352402"/>
                  </a:lnTo>
                  <a:lnTo>
                    <a:pt x="1283261" y="1352398"/>
                  </a:lnTo>
                  <a:lnTo>
                    <a:pt x="1283256" y="1352392"/>
                  </a:lnTo>
                  <a:lnTo>
                    <a:pt x="1283251" y="1352387"/>
                  </a:lnTo>
                  <a:lnTo>
                    <a:pt x="1283248" y="1352382"/>
                  </a:lnTo>
                  <a:lnTo>
                    <a:pt x="1283245" y="1352378"/>
                  </a:lnTo>
                  <a:lnTo>
                    <a:pt x="1283244" y="1352374"/>
                  </a:lnTo>
                  <a:lnTo>
                    <a:pt x="1283244" y="1352368"/>
                  </a:lnTo>
                  <a:lnTo>
                    <a:pt x="1283244" y="1352364"/>
                  </a:lnTo>
                  <a:lnTo>
                    <a:pt x="1283244" y="1352357"/>
                  </a:lnTo>
                  <a:lnTo>
                    <a:pt x="1283243" y="1352350"/>
                  </a:lnTo>
                  <a:lnTo>
                    <a:pt x="1283241" y="1352343"/>
                  </a:lnTo>
                  <a:lnTo>
                    <a:pt x="1283240" y="1352338"/>
                  </a:lnTo>
                  <a:lnTo>
                    <a:pt x="1283239" y="1352334"/>
                  </a:lnTo>
                  <a:lnTo>
                    <a:pt x="1283240" y="1352328"/>
                  </a:lnTo>
                  <a:lnTo>
                    <a:pt x="1283241" y="1352323"/>
                  </a:lnTo>
                  <a:lnTo>
                    <a:pt x="1283241" y="1352316"/>
                  </a:lnTo>
                  <a:lnTo>
                    <a:pt x="1283238" y="1352309"/>
                  </a:lnTo>
                  <a:lnTo>
                    <a:pt x="1283235" y="1352304"/>
                  </a:lnTo>
                  <a:lnTo>
                    <a:pt x="1283232" y="1352301"/>
                  </a:lnTo>
                  <a:lnTo>
                    <a:pt x="1283227" y="1352299"/>
                  </a:lnTo>
                  <a:lnTo>
                    <a:pt x="1283223" y="1352299"/>
                  </a:lnTo>
                  <a:lnTo>
                    <a:pt x="1283215" y="1352300"/>
                  </a:lnTo>
                  <a:lnTo>
                    <a:pt x="1283210" y="1352300"/>
                  </a:lnTo>
                  <a:lnTo>
                    <a:pt x="1283206" y="1352303"/>
                  </a:lnTo>
                  <a:lnTo>
                    <a:pt x="1283200" y="1352307"/>
                  </a:lnTo>
                  <a:lnTo>
                    <a:pt x="1283195" y="1352309"/>
                  </a:lnTo>
                  <a:lnTo>
                    <a:pt x="1283188" y="1352312"/>
                  </a:lnTo>
                  <a:lnTo>
                    <a:pt x="1283181" y="1352313"/>
                  </a:lnTo>
                  <a:lnTo>
                    <a:pt x="1283175" y="1352313"/>
                  </a:lnTo>
                  <a:lnTo>
                    <a:pt x="1283169" y="1352311"/>
                  </a:lnTo>
                  <a:lnTo>
                    <a:pt x="1283165" y="1352310"/>
                  </a:lnTo>
                  <a:lnTo>
                    <a:pt x="1283160" y="1352308"/>
                  </a:lnTo>
                  <a:lnTo>
                    <a:pt x="1283154" y="1352303"/>
                  </a:lnTo>
                  <a:lnTo>
                    <a:pt x="1283152" y="1352297"/>
                  </a:lnTo>
                  <a:lnTo>
                    <a:pt x="1283152" y="1352292"/>
                  </a:lnTo>
                  <a:lnTo>
                    <a:pt x="1283153" y="1352286"/>
                  </a:lnTo>
                  <a:lnTo>
                    <a:pt x="1283155" y="1352278"/>
                  </a:lnTo>
                  <a:lnTo>
                    <a:pt x="1283159" y="1352272"/>
                  </a:lnTo>
                  <a:lnTo>
                    <a:pt x="1283163" y="1352266"/>
                  </a:lnTo>
                  <a:lnTo>
                    <a:pt x="1283164" y="1352261"/>
                  </a:lnTo>
                  <a:lnTo>
                    <a:pt x="1283158" y="1352257"/>
                  </a:lnTo>
                  <a:lnTo>
                    <a:pt x="1283155" y="1352255"/>
                  </a:lnTo>
                  <a:lnTo>
                    <a:pt x="1283149" y="1352252"/>
                  </a:lnTo>
                  <a:lnTo>
                    <a:pt x="1283143" y="1352248"/>
                  </a:lnTo>
                  <a:lnTo>
                    <a:pt x="1283140" y="1352246"/>
                  </a:lnTo>
                  <a:lnTo>
                    <a:pt x="1283136" y="1352244"/>
                  </a:lnTo>
                  <a:lnTo>
                    <a:pt x="1283130" y="1352241"/>
                  </a:lnTo>
                  <a:lnTo>
                    <a:pt x="1283123" y="1352238"/>
                  </a:lnTo>
                  <a:lnTo>
                    <a:pt x="1283119" y="1352236"/>
                  </a:lnTo>
                  <a:lnTo>
                    <a:pt x="1283114" y="1352232"/>
                  </a:lnTo>
                  <a:lnTo>
                    <a:pt x="1283110" y="1352227"/>
                  </a:lnTo>
                  <a:lnTo>
                    <a:pt x="1283107" y="1352223"/>
                  </a:lnTo>
                  <a:lnTo>
                    <a:pt x="1283103" y="1352216"/>
                  </a:lnTo>
                  <a:lnTo>
                    <a:pt x="1283101" y="1352208"/>
                  </a:lnTo>
                  <a:lnTo>
                    <a:pt x="1283102" y="1352202"/>
                  </a:lnTo>
                  <a:lnTo>
                    <a:pt x="1283103" y="1352196"/>
                  </a:lnTo>
                  <a:lnTo>
                    <a:pt x="1283104" y="1352189"/>
                  </a:lnTo>
                  <a:lnTo>
                    <a:pt x="1283105" y="1352178"/>
                  </a:lnTo>
                  <a:lnTo>
                    <a:pt x="1283106" y="1352171"/>
                  </a:lnTo>
                  <a:lnTo>
                    <a:pt x="1283106" y="1352165"/>
                  </a:lnTo>
                  <a:lnTo>
                    <a:pt x="1283108" y="1352159"/>
                  </a:lnTo>
                  <a:lnTo>
                    <a:pt x="1283110" y="1352150"/>
                  </a:lnTo>
                  <a:lnTo>
                    <a:pt x="1283112" y="1352140"/>
                  </a:lnTo>
                  <a:lnTo>
                    <a:pt x="1283113" y="1352132"/>
                  </a:lnTo>
                  <a:lnTo>
                    <a:pt x="1283116" y="1352119"/>
                  </a:lnTo>
                  <a:lnTo>
                    <a:pt x="1283117" y="1352107"/>
                  </a:lnTo>
                  <a:lnTo>
                    <a:pt x="1283118" y="1352099"/>
                  </a:lnTo>
                  <a:lnTo>
                    <a:pt x="1283120" y="1352091"/>
                  </a:lnTo>
                  <a:lnTo>
                    <a:pt x="1283123" y="1352079"/>
                  </a:lnTo>
                  <a:lnTo>
                    <a:pt x="1283135" y="1352028"/>
                  </a:lnTo>
                  <a:lnTo>
                    <a:pt x="1283173" y="1352001"/>
                  </a:lnTo>
                  <a:lnTo>
                    <a:pt x="1283267" y="1351994"/>
                  </a:lnTo>
                  <a:lnTo>
                    <a:pt x="1283373" y="1351979"/>
                  </a:lnTo>
                  <a:lnTo>
                    <a:pt x="1283384" y="1351973"/>
                  </a:lnTo>
                  <a:lnTo>
                    <a:pt x="1283448" y="1351950"/>
                  </a:lnTo>
                  <a:lnTo>
                    <a:pt x="1283482" y="1351913"/>
                  </a:lnTo>
                  <a:lnTo>
                    <a:pt x="1283500" y="1351893"/>
                  </a:lnTo>
                  <a:lnTo>
                    <a:pt x="1283505" y="1351892"/>
                  </a:lnTo>
                  <a:lnTo>
                    <a:pt x="1283505" y="1351883"/>
                  </a:lnTo>
                  <a:lnTo>
                    <a:pt x="1283508" y="1351877"/>
                  </a:lnTo>
                  <a:lnTo>
                    <a:pt x="1283512" y="1351874"/>
                  </a:lnTo>
                  <a:lnTo>
                    <a:pt x="1283516" y="1351872"/>
                  </a:lnTo>
                  <a:lnTo>
                    <a:pt x="1283521" y="1351870"/>
                  </a:lnTo>
                  <a:lnTo>
                    <a:pt x="1283526" y="1351868"/>
                  </a:lnTo>
                  <a:lnTo>
                    <a:pt x="1283530" y="1351866"/>
                  </a:lnTo>
                  <a:lnTo>
                    <a:pt x="1283535" y="1351863"/>
                  </a:lnTo>
                  <a:lnTo>
                    <a:pt x="1283541" y="1351858"/>
                  </a:lnTo>
                  <a:lnTo>
                    <a:pt x="1283546" y="1351855"/>
                  </a:lnTo>
                  <a:lnTo>
                    <a:pt x="1283550" y="1351853"/>
                  </a:lnTo>
                  <a:lnTo>
                    <a:pt x="1283556" y="1351849"/>
                  </a:lnTo>
                  <a:lnTo>
                    <a:pt x="1283568" y="1351838"/>
                  </a:lnTo>
                  <a:lnTo>
                    <a:pt x="1283574" y="1351835"/>
                  </a:lnTo>
                  <a:lnTo>
                    <a:pt x="1283582" y="1351833"/>
                  </a:lnTo>
                  <a:lnTo>
                    <a:pt x="1283587" y="1351832"/>
                  </a:lnTo>
                  <a:lnTo>
                    <a:pt x="1283593" y="1351834"/>
                  </a:lnTo>
                  <a:lnTo>
                    <a:pt x="1283594" y="1351841"/>
                  </a:lnTo>
                  <a:lnTo>
                    <a:pt x="1283598" y="1351845"/>
                  </a:lnTo>
                  <a:lnTo>
                    <a:pt x="1283608" y="1351847"/>
                  </a:lnTo>
                  <a:lnTo>
                    <a:pt x="1283628" y="1351795"/>
                  </a:lnTo>
                  <a:lnTo>
                    <a:pt x="1283674" y="1351777"/>
                  </a:lnTo>
                  <a:lnTo>
                    <a:pt x="1283670" y="1351770"/>
                  </a:lnTo>
                  <a:lnTo>
                    <a:pt x="1283665" y="1351764"/>
                  </a:lnTo>
                  <a:lnTo>
                    <a:pt x="1283661" y="1351756"/>
                  </a:lnTo>
                  <a:lnTo>
                    <a:pt x="1283656" y="1351751"/>
                  </a:lnTo>
                  <a:lnTo>
                    <a:pt x="1283647" y="1351746"/>
                  </a:lnTo>
                  <a:lnTo>
                    <a:pt x="1283638" y="1351741"/>
                  </a:lnTo>
                  <a:lnTo>
                    <a:pt x="1283631" y="1351735"/>
                  </a:lnTo>
                  <a:lnTo>
                    <a:pt x="1283625" y="1351728"/>
                  </a:lnTo>
                  <a:lnTo>
                    <a:pt x="1283621" y="1351722"/>
                  </a:lnTo>
                  <a:lnTo>
                    <a:pt x="1283618" y="1351715"/>
                  </a:lnTo>
                  <a:lnTo>
                    <a:pt x="1283611" y="1351707"/>
                  </a:lnTo>
                  <a:lnTo>
                    <a:pt x="1283605" y="1351701"/>
                  </a:lnTo>
                  <a:lnTo>
                    <a:pt x="1283601" y="1351696"/>
                  </a:lnTo>
                  <a:lnTo>
                    <a:pt x="1283594" y="1351690"/>
                  </a:lnTo>
                  <a:lnTo>
                    <a:pt x="1283589" y="1351687"/>
                  </a:lnTo>
                  <a:lnTo>
                    <a:pt x="1283580" y="1351683"/>
                  </a:lnTo>
                  <a:lnTo>
                    <a:pt x="1283581" y="1351678"/>
                  </a:lnTo>
                  <a:lnTo>
                    <a:pt x="1283586" y="1351674"/>
                  </a:lnTo>
                  <a:lnTo>
                    <a:pt x="1283592" y="1351668"/>
                  </a:lnTo>
                  <a:lnTo>
                    <a:pt x="1283597" y="1351662"/>
                  </a:lnTo>
                  <a:lnTo>
                    <a:pt x="1283599" y="1351655"/>
                  </a:lnTo>
                  <a:lnTo>
                    <a:pt x="1283601" y="1351649"/>
                  </a:lnTo>
                  <a:lnTo>
                    <a:pt x="1283605" y="1351643"/>
                  </a:lnTo>
                  <a:lnTo>
                    <a:pt x="1283609" y="1351636"/>
                  </a:lnTo>
                  <a:lnTo>
                    <a:pt x="1283615" y="1351633"/>
                  </a:lnTo>
                  <a:lnTo>
                    <a:pt x="1283621" y="1351633"/>
                  </a:lnTo>
                  <a:lnTo>
                    <a:pt x="1283629" y="1351632"/>
                  </a:lnTo>
                  <a:lnTo>
                    <a:pt x="1283639" y="1351632"/>
                  </a:lnTo>
                  <a:lnTo>
                    <a:pt x="1283645" y="1351632"/>
                  </a:lnTo>
                  <a:lnTo>
                    <a:pt x="1283651" y="1351631"/>
                  </a:lnTo>
                  <a:lnTo>
                    <a:pt x="1283658" y="1351631"/>
                  </a:lnTo>
                  <a:lnTo>
                    <a:pt x="1283664" y="1351631"/>
                  </a:lnTo>
                  <a:lnTo>
                    <a:pt x="1283672" y="1351632"/>
                  </a:lnTo>
                  <a:lnTo>
                    <a:pt x="1283679" y="1351632"/>
                  </a:lnTo>
                  <a:lnTo>
                    <a:pt x="1283687" y="1351633"/>
                  </a:lnTo>
                  <a:lnTo>
                    <a:pt x="1283695" y="1351628"/>
                  </a:lnTo>
                  <a:lnTo>
                    <a:pt x="1283702" y="1351624"/>
                  </a:lnTo>
                  <a:lnTo>
                    <a:pt x="1283709" y="1351621"/>
                  </a:lnTo>
                  <a:lnTo>
                    <a:pt x="1283714" y="1351620"/>
                  </a:lnTo>
                  <a:lnTo>
                    <a:pt x="1283720" y="1351618"/>
                  </a:lnTo>
                  <a:lnTo>
                    <a:pt x="1283729" y="1351616"/>
                  </a:lnTo>
                  <a:lnTo>
                    <a:pt x="1283734" y="1351614"/>
                  </a:lnTo>
                  <a:lnTo>
                    <a:pt x="1283739" y="1351612"/>
                  </a:lnTo>
                  <a:lnTo>
                    <a:pt x="1283745" y="1351610"/>
                  </a:lnTo>
                  <a:lnTo>
                    <a:pt x="1283751" y="1351608"/>
                  </a:lnTo>
                  <a:lnTo>
                    <a:pt x="1283755" y="1351605"/>
                  </a:lnTo>
                  <a:lnTo>
                    <a:pt x="1283761" y="1351600"/>
                  </a:lnTo>
                  <a:lnTo>
                    <a:pt x="1283769" y="1351587"/>
                  </a:lnTo>
                  <a:lnTo>
                    <a:pt x="1283775" y="1351580"/>
                  </a:lnTo>
                  <a:lnTo>
                    <a:pt x="1283780" y="1351575"/>
                  </a:lnTo>
                  <a:lnTo>
                    <a:pt x="1283786" y="1351572"/>
                  </a:lnTo>
                  <a:lnTo>
                    <a:pt x="1283795" y="1351572"/>
                  </a:lnTo>
                  <a:lnTo>
                    <a:pt x="1283800" y="1351571"/>
                  </a:lnTo>
                  <a:lnTo>
                    <a:pt x="1283810" y="1351570"/>
                  </a:lnTo>
                  <a:lnTo>
                    <a:pt x="1283816" y="1351570"/>
                  </a:lnTo>
                  <a:lnTo>
                    <a:pt x="1283822" y="1351568"/>
                  </a:lnTo>
                  <a:lnTo>
                    <a:pt x="1283828" y="1351565"/>
                  </a:lnTo>
                  <a:lnTo>
                    <a:pt x="1283835" y="1351564"/>
                  </a:lnTo>
                  <a:lnTo>
                    <a:pt x="1283843" y="1351566"/>
                  </a:lnTo>
                  <a:lnTo>
                    <a:pt x="1283849" y="1351572"/>
                  </a:lnTo>
                  <a:lnTo>
                    <a:pt x="1283855" y="1351577"/>
                  </a:lnTo>
                  <a:lnTo>
                    <a:pt x="1283860" y="1351580"/>
                  </a:lnTo>
                  <a:lnTo>
                    <a:pt x="1283866" y="1351580"/>
                  </a:lnTo>
                  <a:lnTo>
                    <a:pt x="1283872" y="1351580"/>
                  </a:lnTo>
                  <a:lnTo>
                    <a:pt x="1283877" y="1351580"/>
                  </a:lnTo>
                  <a:lnTo>
                    <a:pt x="1283881" y="1351580"/>
                  </a:lnTo>
                  <a:lnTo>
                    <a:pt x="1283885" y="1351578"/>
                  </a:lnTo>
                  <a:lnTo>
                    <a:pt x="1283889" y="1351575"/>
                  </a:lnTo>
                  <a:lnTo>
                    <a:pt x="1283894" y="1351571"/>
                  </a:lnTo>
                  <a:lnTo>
                    <a:pt x="1283898" y="1351568"/>
                  </a:lnTo>
                  <a:lnTo>
                    <a:pt x="1283904" y="1351566"/>
                  </a:lnTo>
                  <a:lnTo>
                    <a:pt x="1283912" y="1351566"/>
                  </a:lnTo>
                  <a:lnTo>
                    <a:pt x="1283920" y="1351567"/>
                  </a:lnTo>
                  <a:lnTo>
                    <a:pt x="1283924" y="1351569"/>
                  </a:lnTo>
                  <a:lnTo>
                    <a:pt x="1283928" y="1351571"/>
                  </a:lnTo>
                  <a:lnTo>
                    <a:pt x="1283934" y="1351573"/>
                  </a:lnTo>
                  <a:lnTo>
                    <a:pt x="1283939" y="1351574"/>
                  </a:lnTo>
                  <a:lnTo>
                    <a:pt x="1283947" y="1351575"/>
                  </a:lnTo>
                  <a:lnTo>
                    <a:pt x="1283952" y="1351575"/>
                  </a:lnTo>
                  <a:lnTo>
                    <a:pt x="1283957" y="1351574"/>
                  </a:lnTo>
                  <a:lnTo>
                    <a:pt x="1283964" y="1351573"/>
                  </a:lnTo>
                  <a:lnTo>
                    <a:pt x="1283970" y="1351572"/>
                  </a:lnTo>
                  <a:lnTo>
                    <a:pt x="1283978" y="1351572"/>
                  </a:lnTo>
                  <a:lnTo>
                    <a:pt x="1283983" y="1351571"/>
                  </a:lnTo>
                  <a:lnTo>
                    <a:pt x="1283987" y="1351571"/>
                  </a:lnTo>
                  <a:lnTo>
                    <a:pt x="1283994" y="1351571"/>
                  </a:lnTo>
                  <a:lnTo>
                    <a:pt x="1284058" y="1351581"/>
                  </a:lnTo>
                  <a:lnTo>
                    <a:pt x="1284070" y="1351579"/>
                  </a:lnTo>
                  <a:lnTo>
                    <a:pt x="1284075" y="1351575"/>
                  </a:lnTo>
                  <a:lnTo>
                    <a:pt x="1284079" y="1351572"/>
                  </a:lnTo>
                  <a:lnTo>
                    <a:pt x="1284084" y="1351568"/>
                  </a:lnTo>
                  <a:lnTo>
                    <a:pt x="1284087" y="1351566"/>
                  </a:lnTo>
                  <a:lnTo>
                    <a:pt x="1284092" y="1351560"/>
                  </a:lnTo>
                  <a:lnTo>
                    <a:pt x="1284097" y="1351555"/>
                  </a:lnTo>
                  <a:lnTo>
                    <a:pt x="1284113" y="1351541"/>
                  </a:lnTo>
                  <a:lnTo>
                    <a:pt x="1284118" y="1351539"/>
                  </a:lnTo>
                  <a:lnTo>
                    <a:pt x="1284124" y="1351537"/>
                  </a:lnTo>
                  <a:lnTo>
                    <a:pt x="1284129" y="1351534"/>
                  </a:lnTo>
                  <a:lnTo>
                    <a:pt x="1284136" y="1351531"/>
                  </a:lnTo>
                  <a:lnTo>
                    <a:pt x="1284144" y="1351527"/>
                  </a:lnTo>
                  <a:lnTo>
                    <a:pt x="1284147" y="1351524"/>
                  </a:lnTo>
                  <a:lnTo>
                    <a:pt x="1284151" y="1351516"/>
                  </a:lnTo>
                  <a:lnTo>
                    <a:pt x="1284148" y="1351511"/>
                  </a:lnTo>
                  <a:lnTo>
                    <a:pt x="1284145" y="1351507"/>
                  </a:lnTo>
                  <a:lnTo>
                    <a:pt x="1284143" y="1351503"/>
                  </a:lnTo>
                  <a:lnTo>
                    <a:pt x="1284140" y="1351498"/>
                  </a:lnTo>
                  <a:lnTo>
                    <a:pt x="1284136" y="1351494"/>
                  </a:lnTo>
                  <a:lnTo>
                    <a:pt x="1284133" y="1351490"/>
                  </a:lnTo>
                  <a:lnTo>
                    <a:pt x="1284129" y="1351485"/>
                  </a:lnTo>
                  <a:lnTo>
                    <a:pt x="1284127" y="1351478"/>
                  </a:lnTo>
                  <a:lnTo>
                    <a:pt x="1284126" y="1351472"/>
                  </a:lnTo>
                  <a:lnTo>
                    <a:pt x="1284127" y="1351467"/>
                  </a:lnTo>
                  <a:lnTo>
                    <a:pt x="1284127" y="1351461"/>
                  </a:lnTo>
                  <a:lnTo>
                    <a:pt x="1284127" y="1351454"/>
                  </a:lnTo>
                  <a:lnTo>
                    <a:pt x="1284123" y="1351446"/>
                  </a:lnTo>
                  <a:lnTo>
                    <a:pt x="1284120" y="1351441"/>
                  </a:lnTo>
                  <a:lnTo>
                    <a:pt x="1284115" y="1351434"/>
                  </a:lnTo>
                  <a:lnTo>
                    <a:pt x="1284111" y="1351429"/>
                  </a:lnTo>
                  <a:lnTo>
                    <a:pt x="1284105" y="1351421"/>
                  </a:lnTo>
                  <a:lnTo>
                    <a:pt x="1284099" y="1351417"/>
                  </a:lnTo>
                  <a:lnTo>
                    <a:pt x="1284094" y="1351416"/>
                  </a:lnTo>
                  <a:lnTo>
                    <a:pt x="1284090" y="1351416"/>
                  </a:lnTo>
                  <a:lnTo>
                    <a:pt x="1284085" y="1351415"/>
                  </a:lnTo>
                  <a:lnTo>
                    <a:pt x="1284079" y="1351414"/>
                  </a:lnTo>
                  <a:lnTo>
                    <a:pt x="1284073" y="1351413"/>
                  </a:lnTo>
                  <a:lnTo>
                    <a:pt x="1284068" y="1351411"/>
                  </a:lnTo>
                  <a:lnTo>
                    <a:pt x="1284063" y="1351409"/>
                  </a:lnTo>
                  <a:lnTo>
                    <a:pt x="1284059" y="1351407"/>
                  </a:lnTo>
                  <a:lnTo>
                    <a:pt x="1284055" y="1351405"/>
                  </a:lnTo>
                  <a:lnTo>
                    <a:pt x="1284052" y="1351402"/>
                  </a:lnTo>
                  <a:lnTo>
                    <a:pt x="1284048" y="1351399"/>
                  </a:lnTo>
                  <a:lnTo>
                    <a:pt x="1284044" y="1351396"/>
                  </a:lnTo>
                  <a:lnTo>
                    <a:pt x="1284040" y="1351391"/>
                  </a:lnTo>
                  <a:lnTo>
                    <a:pt x="1284035" y="1351385"/>
                  </a:lnTo>
                  <a:lnTo>
                    <a:pt x="1284030" y="1351382"/>
                  </a:lnTo>
                  <a:lnTo>
                    <a:pt x="1284026" y="1351380"/>
                  </a:lnTo>
                  <a:lnTo>
                    <a:pt x="1284020" y="1351378"/>
                  </a:lnTo>
                  <a:lnTo>
                    <a:pt x="1284014" y="1351376"/>
                  </a:lnTo>
                  <a:lnTo>
                    <a:pt x="1284009" y="1351375"/>
                  </a:lnTo>
                  <a:lnTo>
                    <a:pt x="1284003" y="1351373"/>
                  </a:lnTo>
                  <a:lnTo>
                    <a:pt x="1283999" y="1351372"/>
                  </a:lnTo>
                  <a:lnTo>
                    <a:pt x="1283992" y="1351370"/>
                  </a:lnTo>
                  <a:lnTo>
                    <a:pt x="1283983" y="1351368"/>
                  </a:lnTo>
                  <a:lnTo>
                    <a:pt x="1283976" y="1351366"/>
                  </a:lnTo>
                  <a:lnTo>
                    <a:pt x="1283969" y="1351365"/>
                  </a:lnTo>
                  <a:lnTo>
                    <a:pt x="1283963" y="1351363"/>
                  </a:lnTo>
                  <a:lnTo>
                    <a:pt x="1283957" y="1351362"/>
                  </a:lnTo>
                  <a:lnTo>
                    <a:pt x="1283953" y="1351361"/>
                  </a:lnTo>
                  <a:lnTo>
                    <a:pt x="1283949" y="1351359"/>
                  </a:lnTo>
                  <a:lnTo>
                    <a:pt x="1283946" y="1351354"/>
                  </a:lnTo>
                  <a:lnTo>
                    <a:pt x="1283943" y="1351349"/>
                  </a:lnTo>
                  <a:lnTo>
                    <a:pt x="1283938" y="1351344"/>
                  </a:lnTo>
                  <a:lnTo>
                    <a:pt x="1283933" y="1351340"/>
                  </a:lnTo>
                  <a:lnTo>
                    <a:pt x="1283928" y="1351336"/>
                  </a:lnTo>
                  <a:lnTo>
                    <a:pt x="1283922" y="1351332"/>
                  </a:lnTo>
                  <a:lnTo>
                    <a:pt x="1283917" y="1351329"/>
                  </a:lnTo>
                  <a:lnTo>
                    <a:pt x="1283912" y="1351326"/>
                  </a:lnTo>
                  <a:lnTo>
                    <a:pt x="1283906" y="1351324"/>
                  </a:lnTo>
                  <a:lnTo>
                    <a:pt x="1283902" y="1351323"/>
                  </a:lnTo>
                  <a:lnTo>
                    <a:pt x="1283897" y="1351322"/>
                  </a:lnTo>
                  <a:lnTo>
                    <a:pt x="1283891" y="1351321"/>
                  </a:lnTo>
                  <a:lnTo>
                    <a:pt x="1283887" y="1351319"/>
                  </a:lnTo>
                  <a:lnTo>
                    <a:pt x="1283881" y="1351316"/>
                  </a:lnTo>
                  <a:lnTo>
                    <a:pt x="1283877" y="1351311"/>
                  </a:lnTo>
                  <a:lnTo>
                    <a:pt x="1283875" y="1351306"/>
                  </a:lnTo>
                  <a:lnTo>
                    <a:pt x="1283872" y="1351301"/>
                  </a:lnTo>
                  <a:lnTo>
                    <a:pt x="1283868" y="1351297"/>
                  </a:lnTo>
                  <a:lnTo>
                    <a:pt x="1283864" y="1351294"/>
                  </a:lnTo>
                  <a:lnTo>
                    <a:pt x="1283860" y="1351292"/>
                  </a:lnTo>
                  <a:lnTo>
                    <a:pt x="1283855" y="1351289"/>
                  </a:lnTo>
                  <a:lnTo>
                    <a:pt x="1283851" y="1351286"/>
                  </a:lnTo>
                  <a:lnTo>
                    <a:pt x="1283846" y="1351282"/>
                  </a:lnTo>
                  <a:lnTo>
                    <a:pt x="1283842" y="1351278"/>
                  </a:lnTo>
                  <a:lnTo>
                    <a:pt x="1283839" y="1351276"/>
                  </a:lnTo>
                  <a:lnTo>
                    <a:pt x="1283835" y="1351272"/>
                  </a:lnTo>
                  <a:lnTo>
                    <a:pt x="1283831" y="1351267"/>
                  </a:lnTo>
                  <a:lnTo>
                    <a:pt x="1283826" y="1351261"/>
                  </a:lnTo>
                  <a:lnTo>
                    <a:pt x="1283821" y="1351256"/>
                  </a:lnTo>
                  <a:lnTo>
                    <a:pt x="1283815" y="1351250"/>
                  </a:lnTo>
                  <a:lnTo>
                    <a:pt x="1283811" y="1351245"/>
                  </a:lnTo>
                  <a:lnTo>
                    <a:pt x="1283807" y="1351242"/>
                  </a:lnTo>
                  <a:lnTo>
                    <a:pt x="1283804" y="1351240"/>
                  </a:lnTo>
                  <a:lnTo>
                    <a:pt x="1283799" y="1351237"/>
                  </a:lnTo>
                  <a:lnTo>
                    <a:pt x="1283795" y="1351234"/>
                  </a:lnTo>
                  <a:lnTo>
                    <a:pt x="1283791" y="1351229"/>
                  </a:lnTo>
                  <a:lnTo>
                    <a:pt x="1283790" y="1351222"/>
                  </a:lnTo>
                  <a:lnTo>
                    <a:pt x="1283789" y="1351218"/>
                  </a:lnTo>
                  <a:lnTo>
                    <a:pt x="1283789" y="1351210"/>
                  </a:lnTo>
                  <a:lnTo>
                    <a:pt x="1283790" y="1351201"/>
                  </a:lnTo>
                  <a:lnTo>
                    <a:pt x="1283790" y="1351194"/>
                  </a:lnTo>
                  <a:lnTo>
                    <a:pt x="1283791" y="1351189"/>
                  </a:lnTo>
                  <a:lnTo>
                    <a:pt x="1283780" y="1351159"/>
                  </a:lnTo>
                  <a:lnTo>
                    <a:pt x="1283773" y="1351151"/>
                  </a:lnTo>
                  <a:lnTo>
                    <a:pt x="1283762" y="1351137"/>
                  </a:lnTo>
                  <a:lnTo>
                    <a:pt x="1283754" y="1351131"/>
                  </a:lnTo>
                  <a:lnTo>
                    <a:pt x="1283747" y="1351128"/>
                  </a:lnTo>
                  <a:lnTo>
                    <a:pt x="1283740" y="1351126"/>
                  </a:lnTo>
                  <a:lnTo>
                    <a:pt x="1283732" y="1351124"/>
                  </a:lnTo>
                  <a:lnTo>
                    <a:pt x="1283725" y="1351120"/>
                  </a:lnTo>
                  <a:lnTo>
                    <a:pt x="1283717" y="1351114"/>
                  </a:lnTo>
                  <a:lnTo>
                    <a:pt x="1283709" y="1351107"/>
                  </a:lnTo>
                  <a:lnTo>
                    <a:pt x="1283701" y="1351104"/>
                  </a:lnTo>
                  <a:lnTo>
                    <a:pt x="1283697" y="1351104"/>
                  </a:lnTo>
                  <a:lnTo>
                    <a:pt x="1283687" y="1351109"/>
                  </a:lnTo>
                  <a:lnTo>
                    <a:pt x="1283679" y="1351115"/>
                  </a:lnTo>
                  <a:lnTo>
                    <a:pt x="1283668" y="1351121"/>
                  </a:lnTo>
                  <a:lnTo>
                    <a:pt x="1283655" y="1351126"/>
                  </a:lnTo>
                  <a:lnTo>
                    <a:pt x="1283646" y="1351129"/>
                  </a:lnTo>
                  <a:lnTo>
                    <a:pt x="1283637" y="1351129"/>
                  </a:lnTo>
                  <a:lnTo>
                    <a:pt x="1283626" y="1351128"/>
                  </a:lnTo>
                  <a:lnTo>
                    <a:pt x="1283621" y="1351127"/>
                  </a:lnTo>
                  <a:lnTo>
                    <a:pt x="1283615" y="1351123"/>
                  </a:lnTo>
                  <a:lnTo>
                    <a:pt x="1283607" y="1351120"/>
                  </a:lnTo>
                  <a:lnTo>
                    <a:pt x="1283598" y="1351115"/>
                  </a:lnTo>
                  <a:lnTo>
                    <a:pt x="1283592" y="1351109"/>
                  </a:lnTo>
                  <a:lnTo>
                    <a:pt x="1283587" y="1351103"/>
                  </a:lnTo>
                  <a:lnTo>
                    <a:pt x="1283579" y="1351099"/>
                  </a:lnTo>
                  <a:lnTo>
                    <a:pt x="1283601" y="1351059"/>
                  </a:lnTo>
                  <a:lnTo>
                    <a:pt x="1283604" y="1351054"/>
                  </a:lnTo>
                  <a:lnTo>
                    <a:pt x="1283610" y="1351046"/>
                  </a:lnTo>
                  <a:lnTo>
                    <a:pt x="1283616" y="1351042"/>
                  </a:lnTo>
                  <a:lnTo>
                    <a:pt x="1283621" y="1351038"/>
                  </a:lnTo>
                  <a:lnTo>
                    <a:pt x="1283622" y="1351034"/>
                  </a:lnTo>
                  <a:lnTo>
                    <a:pt x="1283609" y="1351031"/>
                  </a:lnTo>
                  <a:lnTo>
                    <a:pt x="1283598" y="1351025"/>
                  </a:lnTo>
                  <a:lnTo>
                    <a:pt x="1283588" y="1351009"/>
                  </a:lnTo>
                  <a:lnTo>
                    <a:pt x="1283583" y="1351000"/>
                  </a:lnTo>
                  <a:lnTo>
                    <a:pt x="1283580" y="1350994"/>
                  </a:lnTo>
                  <a:lnTo>
                    <a:pt x="1283575" y="1350976"/>
                  </a:lnTo>
                  <a:lnTo>
                    <a:pt x="1283574" y="1350971"/>
                  </a:lnTo>
                  <a:lnTo>
                    <a:pt x="1283572" y="1350966"/>
                  </a:lnTo>
                  <a:lnTo>
                    <a:pt x="1283570" y="1350959"/>
                  </a:lnTo>
                  <a:lnTo>
                    <a:pt x="1283567" y="1350951"/>
                  </a:lnTo>
                  <a:lnTo>
                    <a:pt x="1283564" y="1350943"/>
                  </a:lnTo>
                  <a:lnTo>
                    <a:pt x="1283569" y="1350937"/>
                  </a:lnTo>
                  <a:lnTo>
                    <a:pt x="1283574" y="1350931"/>
                  </a:lnTo>
                  <a:lnTo>
                    <a:pt x="1283578" y="1350928"/>
                  </a:lnTo>
                  <a:lnTo>
                    <a:pt x="1283582" y="1350923"/>
                  </a:lnTo>
                  <a:lnTo>
                    <a:pt x="1283587" y="1350918"/>
                  </a:lnTo>
                  <a:lnTo>
                    <a:pt x="1283591" y="1350913"/>
                  </a:lnTo>
                  <a:lnTo>
                    <a:pt x="1283595" y="1350907"/>
                  </a:lnTo>
                  <a:lnTo>
                    <a:pt x="1283597" y="1350902"/>
                  </a:lnTo>
                  <a:lnTo>
                    <a:pt x="1283599" y="1350897"/>
                  </a:lnTo>
                  <a:lnTo>
                    <a:pt x="1283602" y="1350893"/>
                  </a:lnTo>
                  <a:lnTo>
                    <a:pt x="1283607" y="1350886"/>
                  </a:lnTo>
                  <a:lnTo>
                    <a:pt x="1283610" y="1350881"/>
                  </a:lnTo>
                  <a:lnTo>
                    <a:pt x="1283612" y="1350877"/>
                  </a:lnTo>
                  <a:lnTo>
                    <a:pt x="1283612" y="1350869"/>
                  </a:lnTo>
                  <a:lnTo>
                    <a:pt x="1283612" y="1350864"/>
                  </a:lnTo>
                  <a:lnTo>
                    <a:pt x="1283612" y="1350859"/>
                  </a:lnTo>
                  <a:lnTo>
                    <a:pt x="1283613" y="1350853"/>
                  </a:lnTo>
                  <a:lnTo>
                    <a:pt x="1283613" y="1350848"/>
                  </a:lnTo>
                  <a:lnTo>
                    <a:pt x="1283613" y="1350844"/>
                  </a:lnTo>
                  <a:lnTo>
                    <a:pt x="1283613" y="1350839"/>
                  </a:lnTo>
                  <a:lnTo>
                    <a:pt x="1283611" y="1350833"/>
                  </a:lnTo>
                  <a:lnTo>
                    <a:pt x="1283609" y="1350827"/>
                  </a:lnTo>
                  <a:lnTo>
                    <a:pt x="1283607" y="1350820"/>
                  </a:lnTo>
                  <a:lnTo>
                    <a:pt x="1283605" y="1350813"/>
                  </a:lnTo>
                  <a:lnTo>
                    <a:pt x="1283601" y="1350808"/>
                  </a:lnTo>
                  <a:lnTo>
                    <a:pt x="1283599" y="1350804"/>
                  </a:lnTo>
                  <a:lnTo>
                    <a:pt x="1283596" y="1350799"/>
                  </a:lnTo>
                  <a:lnTo>
                    <a:pt x="1283592" y="1350793"/>
                  </a:lnTo>
                  <a:lnTo>
                    <a:pt x="1283590" y="1350789"/>
                  </a:lnTo>
                  <a:lnTo>
                    <a:pt x="1283587" y="1350786"/>
                  </a:lnTo>
                  <a:lnTo>
                    <a:pt x="1283583" y="1350781"/>
                  </a:lnTo>
                  <a:lnTo>
                    <a:pt x="1283580" y="1350776"/>
                  </a:lnTo>
                  <a:lnTo>
                    <a:pt x="1283577" y="1350768"/>
                  </a:lnTo>
                  <a:lnTo>
                    <a:pt x="1283574" y="1350759"/>
                  </a:lnTo>
                  <a:lnTo>
                    <a:pt x="1283573" y="1350752"/>
                  </a:lnTo>
                  <a:lnTo>
                    <a:pt x="1283572" y="1350747"/>
                  </a:lnTo>
                  <a:lnTo>
                    <a:pt x="1283570" y="1350739"/>
                  </a:lnTo>
                  <a:lnTo>
                    <a:pt x="1283570" y="1350733"/>
                  </a:lnTo>
                  <a:lnTo>
                    <a:pt x="1283568" y="1350728"/>
                  </a:lnTo>
                  <a:lnTo>
                    <a:pt x="1283565" y="1350722"/>
                  </a:lnTo>
                  <a:lnTo>
                    <a:pt x="1283564" y="1350717"/>
                  </a:lnTo>
                  <a:lnTo>
                    <a:pt x="1283564" y="1350712"/>
                  </a:lnTo>
                  <a:lnTo>
                    <a:pt x="1283564" y="1350705"/>
                  </a:lnTo>
                  <a:lnTo>
                    <a:pt x="1283564" y="1350696"/>
                  </a:lnTo>
                  <a:lnTo>
                    <a:pt x="1283563" y="1350691"/>
                  </a:lnTo>
                  <a:lnTo>
                    <a:pt x="1283559" y="1350683"/>
                  </a:lnTo>
                  <a:lnTo>
                    <a:pt x="1283553" y="1350678"/>
                  </a:lnTo>
                  <a:lnTo>
                    <a:pt x="1283547" y="1350672"/>
                  </a:lnTo>
                  <a:lnTo>
                    <a:pt x="1283542" y="1350671"/>
                  </a:lnTo>
                  <a:lnTo>
                    <a:pt x="1283538" y="1350669"/>
                  </a:lnTo>
                  <a:lnTo>
                    <a:pt x="1283533" y="1350667"/>
                  </a:lnTo>
                  <a:lnTo>
                    <a:pt x="1283526" y="1350661"/>
                  </a:lnTo>
                  <a:lnTo>
                    <a:pt x="1283520" y="1350656"/>
                  </a:lnTo>
                  <a:lnTo>
                    <a:pt x="1283517" y="1350650"/>
                  </a:lnTo>
                  <a:lnTo>
                    <a:pt x="1283515" y="1350646"/>
                  </a:lnTo>
                  <a:lnTo>
                    <a:pt x="1283512" y="1350642"/>
                  </a:lnTo>
                  <a:lnTo>
                    <a:pt x="1283509" y="1350637"/>
                  </a:lnTo>
                  <a:lnTo>
                    <a:pt x="1283507" y="1350630"/>
                  </a:lnTo>
                  <a:lnTo>
                    <a:pt x="1283505" y="1350625"/>
                  </a:lnTo>
                  <a:lnTo>
                    <a:pt x="1283501" y="1350621"/>
                  </a:lnTo>
                  <a:lnTo>
                    <a:pt x="1283498" y="1350618"/>
                  </a:lnTo>
                  <a:lnTo>
                    <a:pt x="1283496" y="1350612"/>
                  </a:lnTo>
                  <a:lnTo>
                    <a:pt x="1283492" y="1350605"/>
                  </a:lnTo>
                  <a:lnTo>
                    <a:pt x="1283488" y="1350597"/>
                  </a:lnTo>
                  <a:lnTo>
                    <a:pt x="1283484" y="1350591"/>
                  </a:lnTo>
                  <a:lnTo>
                    <a:pt x="1283479" y="1350587"/>
                  </a:lnTo>
                  <a:lnTo>
                    <a:pt x="1283475" y="1350586"/>
                  </a:lnTo>
                  <a:lnTo>
                    <a:pt x="1283470" y="1350585"/>
                  </a:lnTo>
                  <a:lnTo>
                    <a:pt x="1283465" y="1350583"/>
                  </a:lnTo>
                  <a:lnTo>
                    <a:pt x="1283458" y="1350582"/>
                  </a:lnTo>
                  <a:lnTo>
                    <a:pt x="1283451" y="1350580"/>
                  </a:lnTo>
                  <a:lnTo>
                    <a:pt x="1283447" y="1350580"/>
                  </a:lnTo>
                  <a:lnTo>
                    <a:pt x="1283442" y="1350579"/>
                  </a:lnTo>
                  <a:lnTo>
                    <a:pt x="1283436" y="1350578"/>
                  </a:lnTo>
                  <a:lnTo>
                    <a:pt x="1283431" y="1350577"/>
                  </a:lnTo>
                  <a:lnTo>
                    <a:pt x="1283425" y="1350578"/>
                  </a:lnTo>
                  <a:lnTo>
                    <a:pt x="1283425" y="1350572"/>
                  </a:lnTo>
                  <a:lnTo>
                    <a:pt x="1283425" y="1350567"/>
                  </a:lnTo>
                  <a:lnTo>
                    <a:pt x="1283426" y="1350563"/>
                  </a:lnTo>
                  <a:lnTo>
                    <a:pt x="1283426" y="1350557"/>
                  </a:lnTo>
                  <a:lnTo>
                    <a:pt x="1283426" y="1350552"/>
                  </a:lnTo>
                  <a:lnTo>
                    <a:pt x="1283426" y="1350545"/>
                  </a:lnTo>
                  <a:lnTo>
                    <a:pt x="1283426" y="1350538"/>
                  </a:lnTo>
                  <a:lnTo>
                    <a:pt x="1283426" y="1350530"/>
                  </a:lnTo>
                  <a:lnTo>
                    <a:pt x="1283429" y="1350525"/>
                  </a:lnTo>
                  <a:lnTo>
                    <a:pt x="1283432" y="1350517"/>
                  </a:lnTo>
                  <a:lnTo>
                    <a:pt x="1283437" y="1350509"/>
                  </a:lnTo>
                  <a:lnTo>
                    <a:pt x="1283440" y="1350503"/>
                  </a:lnTo>
                  <a:lnTo>
                    <a:pt x="1283444" y="1350494"/>
                  </a:lnTo>
                  <a:lnTo>
                    <a:pt x="1283447" y="1350489"/>
                  </a:lnTo>
                  <a:lnTo>
                    <a:pt x="1283449" y="1350482"/>
                  </a:lnTo>
                  <a:lnTo>
                    <a:pt x="1283452" y="1350477"/>
                  </a:lnTo>
                  <a:lnTo>
                    <a:pt x="1283454" y="1350472"/>
                  </a:lnTo>
                  <a:lnTo>
                    <a:pt x="1283456" y="1350468"/>
                  </a:lnTo>
                  <a:lnTo>
                    <a:pt x="1283459" y="1350460"/>
                  </a:lnTo>
                  <a:lnTo>
                    <a:pt x="1283462" y="1350456"/>
                  </a:lnTo>
                  <a:lnTo>
                    <a:pt x="1283466" y="1350456"/>
                  </a:lnTo>
                  <a:lnTo>
                    <a:pt x="1283472" y="1350459"/>
                  </a:lnTo>
                  <a:lnTo>
                    <a:pt x="1283477" y="1350461"/>
                  </a:lnTo>
                  <a:lnTo>
                    <a:pt x="1283489" y="1350463"/>
                  </a:lnTo>
                  <a:lnTo>
                    <a:pt x="1283497" y="1350465"/>
                  </a:lnTo>
                  <a:lnTo>
                    <a:pt x="1283505" y="1350466"/>
                  </a:lnTo>
                  <a:lnTo>
                    <a:pt x="1283513" y="1350461"/>
                  </a:lnTo>
                  <a:lnTo>
                    <a:pt x="1283518" y="1350459"/>
                  </a:lnTo>
                  <a:lnTo>
                    <a:pt x="1283526" y="1350454"/>
                  </a:lnTo>
                  <a:lnTo>
                    <a:pt x="1283536" y="1350452"/>
                  </a:lnTo>
                  <a:lnTo>
                    <a:pt x="1283545" y="1350450"/>
                  </a:lnTo>
                  <a:lnTo>
                    <a:pt x="1283581" y="1350407"/>
                  </a:lnTo>
                  <a:lnTo>
                    <a:pt x="1283618" y="1350362"/>
                  </a:lnTo>
                  <a:lnTo>
                    <a:pt x="1283623" y="1350357"/>
                  </a:lnTo>
                  <a:lnTo>
                    <a:pt x="1283630" y="1350352"/>
                  </a:lnTo>
                  <a:lnTo>
                    <a:pt x="1283642" y="1350344"/>
                  </a:lnTo>
                  <a:lnTo>
                    <a:pt x="1283650" y="1350339"/>
                  </a:lnTo>
                  <a:lnTo>
                    <a:pt x="1283659" y="1350336"/>
                  </a:lnTo>
                  <a:lnTo>
                    <a:pt x="1283668" y="1350329"/>
                  </a:lnTo>
                  <a:lnTo>
                    <a:pt x="1283684" y="1350323"/>
                  </a:lnTo>
                  <a:lnTo>
                    <a:pt x="1283699" y="1350319"/>
                  </a:lnTo>
                  <a:lnTo>
                    <a:pt x="1283710" y="1350315"/>
                  </a:lnTo>
                  <a:lnTo>
                    <a:pt x="1283716" y="1350306"/>
                  </a:lnTo>
                  <a:lnTo>
                    <a:pt x="1283723" y="1350295"/>
                  </a:lnTo>
                  <a:lnTo>
                    <a:pt x="1283728" y="1350285"/>
                  </a:lnTo>
                  <a:lnTo>
                    <a:pt x="1283732" y="1350274"/>
                  </a:lnTo>
                  <a:lnTo>
                    <a:pt x="1283735" y="1350261"/>
                  </a:lnTo>
                  <a:lnTo>
                    <a:pt x="1283741" y="1350247"/>
                  </a:lnTo>
                  <a:lnTo>
                    <a:pt x="1283747" y="1350238"/>
                  </a:lnTo>
                  <a:lnTo>
                    <a:pt x="1283757" y="1350231"/>
                  </a:lnTo>
                  <a:lnTo>
                    <a:pt x="1283763" y="1350225"/>
                  </a:lnTo>
                  <a:lnTo>
                    <a:pt x="1283758" y="1350223"/>
                  </a:lnTo>
                  <a:lnTo>
                    <a:pt x="1283752" y="1350220"/>
                  </a:lnTo>
                  <a:lnTo>
                    <a:pt x="1283745" y="1350216"/>
                  </a:lnTo>
                  <a:lnTo>
                    <a:pt x="1283736" y="1350210"/>
                  </a:lnTo>
                  <a:lnTo>
                    <a:pt x="1283730" y="1350206"/>
                  </a:lnTo>
                  <a:lnTo>
                    <a:pt x="1283717" y="1350195"/>
                  </a:lnTo>
                  <a:lnTo>
                    <a:pt x="1283703" y="1350183"/>
                  </a:lnTo>
                  <a:lnTo>
                    <a:pt x="1283690" y="1350173"/>
                  </a:lnTo>
                  <a:lnTo>
                    <a:pt x="1283680" y="1350164"/>
                  </a:lnTo>
                  <a:lnTo>
                    <a:pt x="1283672" y="1350158"/>
                  </a:lnTo>
                  <a:lnTo>
                    <a:pt x="1283665" y="1350152"/>
                  </a:lnTo>
                  <a:lnTo>
                    <a:pt x="1283656" y="1350144"/>
                  </a:lnTo>
                  <a:lnTo>
                    <a:pt x="1283647" y="1350133"/>
                  </a:lnTo>
                  <a:lnTo>
                    <a:pt x="1283643" y="1350127"/>
                  </a:lnTo>
                  <a:lnTo>
                    <a:pt x="1283635" y="1350121"/>
                  </a:lnTo>
                  <a:lnTo>
                    <a:pt x="1283627" y="1350115"/>
                  </a:lnTo>
                  <a:lnTo>
                    <a:pt x="1283619" y="1350111"/>
                  </a:lnTo>
                  <a:lnTo>
                    <a:pt x="1283611" y="1350107"/>
                  </a:lnTo>
                  <a:lnTo>
                    <a:pt x="1283607" y="1350105"/>
                  </a:lnTo>
                  <a:lnTo>
                    <a:pt x="1283598" y="1350101"/>
                  </a:lnTo>
                  <a:lnTo>
                    <a:pt x="1283590" y="1350096"/>
                  </a:lnTo>
                  <a:lnTo>
                    <a:pt x="1283586" y="1350094"/>
                  </a:lnTo>
                  <a:lnTo>
                    <a:pt x="1283577" y="1350090"/>
                  </a:lnTo>
                  <a:lnTo>
                    <a:pt x="1283572" y="1350086"/>
                  </a:lnTo>
                  <a:lnTo>
                    <a:pt x="1283569" y="1350081"/>
                  </a:lnTo>
                  <a:lnTo>
                    <a:pt x="1283570" y="1350073"/>
                  </a:lnTo>
                  <a:lnTo>
                    <a:pt x="1283577" y="1350066"/>
                  </a:lnTo>
                  <a:lnTo>
                    <a:pt x="1283585" y="1350060"/>
                  </a:lnTo>
                  <a:lnTo>
                    <a:pt x="1283591" y="1350055"/>
                  </a:lnTo>
                  <a:lnTo>
                    <a:pt x="1283602" y="1350048"/>
                  </a:lnTo>
                  <a:lnTo>
                    <a:pt x="1283606" y="1350034"/>
                  </a:lnTo>
                  <a:lnTo>
                    <a:pt x="1283610" y="1350018"/>
                  </a:lnTo>
                  <a:lnTo>
                    <a:pt x="1283617" y="1350008"/>
                  </a:lnTo>
                  <a:lnTo>
                    <a:pt x="1283630" y="1350002"/>
                  </a:lnTo>
                  <a:lnTo>
                    <a:pt x="1283635" y="1350000"/>
                  </a:lnTo>
                  <a:lnTo>
                    <a:pt x="1283647" y="1349994"/>
                  </a:lnTo>
                  <a:lnTo>
                    <a:pt x="1283658" y="1349986"/>
                  </a:lnTo>
                  <a:lnTo>
                    <a:pt x="1283662" y="1349977"/>
                  </a:lnTo>
                  <a:lnTo>
                    <a:pt x="1283666" y="1349967"/>
                  </a:lnTo>
                  <a:lnTo>
                    <a:pt x="1283668" y="1349954"/>
                  </a:lnTo>
                  <a:lnTo>
                    <a:pt x="1283669" y="1349942"/>
                  </a:lnTo>
                  <a:lnTo>
                    <a:pt x="1283670" y="1349932"/>
                  </a:lnTo>
                  <a:lnTo>
                    <a:pt x="1283672" y="1349922"/>
                  </a:lnTo>
                  <a:lnTo>
                    <a:pt x="1283685" y="1349924"/>
                  </a:lnTo>
                  <a:lnTo>
                    <a:pt x="1283698" y="1349923"/>
                  </a:lnTo>
                  <a:lnTo>
                    <a:pt x="1283719" y="1349922"/>
                  </a:lnTo>
                  <a:lnTo>
                    <a:pt x="1283738" y="1349923"/>
                  </a:lnTo>
                  <a:lnTo>
                    <a:pt x="1283761" y="1349923"/>
                  </a:lnTo>
                  <a:lnTo>
                    <a:pt x="1283773" y="1349920"/>
                  </a:lnTo>
                  <a:lnTo>
                    <a:pt x="1283782" y="1349916"/>
                  </a:lnTo>
                  <a:lnTo>
                    <a:pt x="1283796" y="1349914"/>
                  </a:lnTo>
                  <a:lnTo>
                    <a:pt x="1283815" y="1349912"/>
                  </a:lnTo>
                  <a:lnTo>
                    <a:pt x="1283831" y="1349911"/>
                  </a:lnTo>
                  <a:lnTo>
                    <a:pt x="1283843" y="1349911"/>
                  </a:lnTo>
                  <a:lnTo>
                    <a:pt x="1283854" y="1349914"/>
                  </a:lnTo>
                  <a:lnTo>
                    <a:pt x="1283861" y="1349923"/>
                  </a:lnTo>
                  <a:lnTo>
                    <a:pt x="1283866" y="1349932"/>
                  </a:lnTo>
                  <a:lnTo>
                    <a:pt x="1283874" y="1349940"/>
                  </a:lnTo>
                  <a:lnTo>
                    <a:pt x="1283882" y="1349945"/>
                  </a:lnTo>
                  <a:lnTo>
                    <a:pt x="1283889" y="1349945"/>
                  </a:lnTo>
                  <a:lnTo>
                    <a:pt x="1283900" y="1349945"/>
                  </a:lnTo>
                  <a:lnTo>
                    <a:pt x="1283910" y="1349943"/>
                  </a:lnTo>
                  <a:lnTo>
                    <a:pt x="1283925" y="1349943"/>
                  </a:lnTo>
                  <a:lnTo>
                    <a:pt x="1283938" y="1349942"/>
                  </a:lnTo>
                  <a:lnTo>
                    <a:pt x="1283948" y="1349942"/>
                  </a:lnTo>
                  <a:lnTo>
                    <a:pt x="1283960" y="1349941"/>
                  </a:lnTo>
                  <a:lnTo>
                    <a:pt x="1283969" y="1349939"/>
                  </a:lnTo>
                  <a:lnTo>
                    <a:pt x="1283973" y="1349935"/>
                  </a:lnTo>
                  <a:lnTo>
                    <a:pt x="1283980" y="1349926"/>
                  </a:lnTo>
                  <a:lnTo>
                    <a:pt x="1283986" y="1349916"/>
                  </a:lnTo>
                  <a:lnTo>
                    <a:pt x="1283990" y="1349911"/>
                  </a:lnTo>
                  <a:lnTo>
                    <a:pt x="1284035" y="1349843"/>
                  </a:lnTo>
                  <a:lnTo>
                    <a:pt x="1284039" y="1349839"/>
                  </a:lnTo>
                  <a:lnTo>
                    <a:pt x="1284047" y="1349832"/>
                  </a:lnTo>
                  <a:lnTo>
                    <a:pt x="1284053" y="1349827"/>
                  </a:lnTo>
                  <a:lnTo>
                    <a:pt x="1284059" y="1349823"/>
                  </a:lnTo>
                  <a:lnTo>
                    <a:pt x="1284066" y="1349814"/>
                  </a:lnTo>
                  <a:lnTo>
                    <a:pt x="1284071" y="1349806"/>
                  </a:lnTo>
                  <a:lnTo>
                    <a:pt x="1284072" y="1349801"/>
                  </a:lnTo>
                  <a:lnTo>
                    <a:pt x="1284072" y="1349793"/>
                  </a:lnTo>
                  <a:lnTo>
                    <a:pt x="1284072" y="1349786"/>
                  </a:lnTo>
                  <a:lnTo>
                    <a:pt x="1284070" y="1349778"/>
                  </a:lnTo>
                  <a:lnTo>
                    <a:pt x="1284070" y="1349771"/>
                  </a:lnTo>
                  <a:lnTo>
                    <a:pt x="1284069" y="1349762"/>
                  </a:lnTo>
                  <a:lnTo>
                    <a:pt x="1284069" y="1349756"/>
                  </a:lnTo>
                  <a:lnTo>
                    <a:pt x="1284069" y="1349751"/>
                  </a:lnTo>
                  <a:lnTo>
                    <a:pt x="1284068" y="1349746"/>
                  </a:lnTo>
                  <a:lnTo>
                    <a:pt x="1284068" y="1349741"/>
                  </a:lnTo>
                  <a:lnTo>
                    <a:pt x="1284066" y="1349735"/>
                  </a:lnTo>
                  <a:lnTo>
                    <a:pt x="1284064" y="1349730"/>
                  </a:lnTo>
                  <a:lnTo>
                    <a:pt x="1284062" y="1349725"/>
                  </a:lnTo>
                  <a:lnTo>
                    <a:pt x="1284057" y="1349717"/>
                  </a:lnTo>
                  <a:lnTo>
                    <a:pt x="1284053" y="1349714"/>
                  </a:lnTo>
                  <a:lnTo>
                    <a:pt x="1284047" y="1349710"/>
                  </a:lnTo>
                  <a:lnTo>
                    <a:pt x="1284049" y="1349704"/>
                  </a:lnTo>
                  <a:lnTo>
                    <a:pt x="1284051" y="1349700"/>
                  </a:lnTo>
                  <a:lnTo>
                    <a:pt x="1284054" y="1349695"/>
                  </a:lnTo>
                  <a:lnTo>
                    <a:pt x="1284057" y="1349690"/>
                  </a:lnTo>
                  <a:lnTo>
                    <a:pt x="1284060" y="1349687"/>
                  </a:lnTo>
                  <a:lnTo>
                    <a:pt x="1284063" y="1349683"/>
                  </a:lnTo>
                  <a:lnTo>
                    <a:pt x="1284067" y="1349680"/>
                  </a:lnTo>
                  <a:lnTo>
                    <a:pt x="1284071" y="1349675"/>
                  </a:lnTo>
                  <a:lnTo>
                    <a:pt x="1284076" y="1349671"/>
                  </a:lnTo>
                  <a:lnTo>
                    <a:pt x="1284082" y="1349666"/>
                  </a:lnTo>
                  <a:lnTo>
                    <a:pt x="1284088" y="1349660"/>
                  </a:lnTo>
                  <a:lnTo>
                    <a:pt x="1284096" y="1349654"/>
                  </a:lnTo>
                  <a:lnTo>
                    <a:pt x="1284104" y="1349646"/>
                  </a:lnTo>
                  <a:lnTo>
                    <a:pt x="1284109" y="1349641"/>
                  </a:lnTo>
                  <a:lnTo>
                    <a:pt x="1284116" y="1349634"/>
                  </a:lnTo>
                  <a:lnTo>
                    <a:pt x="1284122" y="1349629"/>
                  </a:lnTo>
                  <a:lnTo>
                    <a:pt x="1284129" y="1349623"/>
                  </a:lnTo>
                  <a:lnTo>
                    <a:pt x="1284136" y="1349618"/>
                  </a:lnTo>
                  <a:lnTo>
                    <a:pt x="1284142" y="1349615"/>
                  </a:lnTo>
                  <a:lnTo>
                    <a:pt x="1284151" y="1349608"/>
                  </a:lnTo>
                  <a:lnTo>
                    <a:pt x="1284159" y="1349605"/>
                  </a:lnTo>
                  <a:lnTo>
                    <a:pt x="1284166" y="1349605"/>
                  </a:lnTo>
                  <a:lnTo>
                    <a:pt x="1284175" y="1349606"/>
                  </a:lnTo>
                  <a:lnTo>
                    <a:pt x="1284187" y="1349608"/>
                  </a:lnTo>
                  <a:lnTo>
                    <a:pt x="1284195" y="1349609"/>
                  </a:lnTo>
                  <a:lnTo>
                    <a:pt x="1284206" y="1349610"/>
                  </a:lnTo>
                  <a:lnTo>
                    <a:pt x="1284215" y="1349611"/>
                  </a:lnTo>
                  <a:lnTo>
                    <a:pt x="1284223" y="1349613"/>
                  </a:lnTo>
                  <a:lnTo>
                    <a:pt x="1284230" y="1349617"/>
                  </a:lnTo>
                  <a:lnTo>
                    <a:pt x="1284237" y="1349620"/>
                  </a:lnTo>
                  <a:lnTo>
                    <a:pt x="1284248" y="1349621"/>
                  </a:lnTo>
                  <a:lnTo>
                    <a:pt x="1284259" y="1349620"/>
                  </a:lnTo>
                  <a:lnTo>
                    <a:pt x="1284266" y="1349618"/>
                  </a:lnTo>
                  <a:lnTo>
                    <a:pt x="1284275" y="1349616"/>
                  </a:lnTo>
                  <a:lnTo>
                    <a:pt x="1284278" y="1349609"/>
                  </a:lnTo>
                  <a:lnTo>
                    <a:pt x="1284279" y="1349601"/>
                  </a:lnTo>
                  <a:lnTo>
                    <a:pt x="1284279" y="1349597"/>
                  </a:lnTo>
                  <a:lnTo>
                    <a:pt x="1284278" y="1349589"/>
                  </a:lnTo>
                  <a:lnTo>
                    <a:pt x="1284279" y="1349582"/>
                  </a:lnTo>
                  <a:lnTo>
                    <a:pt x="1284282" y="1349577"/>
                  </a:lnTo>
                  <a:lnTo>
                    <a:pt x="1284285" y="1349573"/>
                  </a:lnTo>
                  <a:lnTo>
                    <a:pt x="1284289" y="1349568"/>
                  </a:lnTo>
                  <a:lnTo>
                    <a:pt x="1284293" y="1349563"/>
                  </a:lnTo>
                  <a:lnTo>
                    <a:pt x="1284296" y="1349556"/>
                  </a:lnTo>
                  <a:lnTo>
                    <a:pt x="1284300" y="1349547"/>
                  </a:lnTo>
                  <a:lnTo>
                    <a:pt x="1284304" y="1349536"/>
                  </a:lnTo>
                  <a:lnTo>
                    <a:pt x="1284307" y="1349528"/>
                  </a:lnTo>
                  <a:lnTo>
                    <a:pt x="1284311" y="1349516"/>
                  </a:lnTo>
                  <a:lnTo>
                    <a:pt x="1284315" y="1349507"/>
                  </a:lnTo>
                  <a:lnTo>
                    <a:pt x="1284321" y="1349510"/>
                  </a:lnTo>
                  <a:lnTo>
                    <a:pt x="1284327" y="1349515"/>
                  </a:lnTo>
                  <a:lnTo>
                    <a:pt x="1284336" y="1349519"/>
                  </a:lnTo>
                  <a:lnTo>
                    <a:pt x="1284343" y="1349520"/>
                  </a:lnTo>
                  <a:lnTo>
                    <a:pt x="1284346" y="1349522"/>
                  </a:lnTo>
                  <a:lnTo>
                    <a:pt x="1284352" y="1349523"/>
                  </a:lnTo>
                  <a:lnTo>
                    <a:pt x="1284357" y="1349523"/>
                  </a:lnTo>
                  <a:lnTo>
                    <a:pt x="1284362" y="1349523"/>
                  </a:lnTo>
                  <a:lnTo>
                    <a:pt x="1284371" y="1349524"/>
                  </a:lnTo>
                  <a:lnTo>
                    <a:pt x="1284379" y="1349524"/>
                  </a:lnTo>
                  <a:lnTo>
                    <a:pt x="1284384" y="1349524"/>
                  </a:lnTo>
                  <a:lnTo>
                    <a:pt x="1284390" y="1349524"/>
                  </a:lnTo>
                  <a:lnTo>
                    <a:pt x="1284404" y="1349524"/>
                  </a:lnTo>
                  <a:lnTo>
                    <a:pt x="1284414" y="1349522"/>
                  </a:lnTo>
                  <a:lnTo>
                    <a:pt x="1284425" y="1349520"/>
                  </a:lnTo>
                  <a:lnTo>
                    <a:pt x="1284438" y="1349516"/>
                  </a:lnTo>
                  <a:lnTo>
                    <a:pt x="1284447" y="1349514"/>
                  </a:lnTo>
                  <a:lnTo>
                    <a:pt x="1284456" y="1349512"/>
                  </a:lnTo>
                  <a:lnTo>
                    <a:pt x="1284463" y="1349511"/>
                  </a:lnTo>
                  <a:lnTo>
                    <a:pt x="1284470" y="1349512"/>
                  </a:lnTo>
                  <a:lnTo>
                    <a:pt x="1284477" y="1349511"/>
                  </a:lnTo>
                  <a:lnTo>
                    <a:pt x="1284475" y="1349506"/>
                  </a:lnTo>
                  <a:lnTo>
                    <a:pt x="1284473" y="1349498"/>
                  </a:lnTo>
                  <a:lnTo>
                    <a:pt x="1284473" y="1349489"/>
                  </a:lnTo>
                  <a:lnTo>
                    <a:pt x="1284473" y="1349480"/>
                  </a:lnTo>
                  <a:lnTo>
                    <a:pt x="1284474" y="1349475"/>
                  </a:lnTo>
                  <a:lnTo>
                    <a:pt x="1284475" y="1349471"/>
                  </a:lnTo>
                  <a:lnTo>
                    <a:pt x="1284475" y="1349464"/>
                  </a:lnTo>
                  <a:lnTo>
                    <a:pt x="1284474" y="1349457"/>
                  </a:lnTo>
                  <a:lnTo>
                    <a:pt x="1284475" y="1349449"/>
                  </a:lnTo>
                  <a:lnTo>
                    <a:pt x="1284475" y="1349443"/>
                  </a:lnTo>
                  <a:lnTo>
                    <a:pt x="1284476" y="1349438"/>
                  </a:lnTo>
                  <a:lnTo>
                    <a:pt x="1284480" y="1349434"/>
                  </a:lnTo>
                  <a:lnTo>
                    <a:pt x="1284482" y="1349429"/>
                  </a:lnTo>
                  <a:lnTo>
                    <a:pt x="1284479" y="1349423"/>
                  </a:lnTo>
                  <a:lnTo>
                    <a:pt x="1284474" y="1349418"/>
                  </a:lnTo>
                  <a:lnTo>
                    <a:pt x="1284470" y="1349412"/>
                  </a:lnTo>
                  <a:lnTo>
                    <a:pt x="1284481" y="1349363"/>
                  </a:lnTo>
                  <a:lnTo>
                    <a:pt x="1284477" y="1349356"/>
                  </a:lnTo>
                  <a:lnTo>
                    <a:pt x="1284477" y="1349350"/>
                  </a:lnTo>
                  <a:lnTo>
                    <a:pt x="1284478" y="1349343"/>
                  </a:lnTo>
                  <a:lnTo>
                    <a:pt x="1284478" y="1349334"/>
                  </a:lnTo>
                  <a:lnTo>
                    <a:pt x="1284479" y="1349326"/>
                  </a:lnTo>
                  <a:lnTo>
                    <a:pt x="1284479" y="1349315"/>
                  </a:lnTo>
                  <a:lnTo>
                    <a:pt x="1284478" y="1349306"/>
                  </a:lnTo>
                  <a:lnTo>
                    <a:pt x="1284476" y="1349294"/>
                  </a:lnTo>
                  <a:lnTo>
                    <a:pt x="1284479" y="1349286"/>
                  </a:lnTo>
                  <a:lnTo>
                    <a:pt x="1284483" y="1349280"/>
                  </a:lnTo>
                  <a:lnTo>
                    <a:pt x="1284488" y="1349276"/>
                  </a:lnTo>
                  <a:lnTo>
                    <a:pt x="1284493" y="1349272"/>
                  </a:lnTo>
                  <a:lnTo>
                    <a:pt x="1284500" y="1349269"/>
                  </a:lnTo>
                  <a:lnTo>
                    <a:pt x="1284511" y="1349270"/>
                  </a:lnTo>
                  <a:lnTo>
                    <a:pt x="1284520" y="1349270"/>
                  </a:lnTo>
                  <a:lnTo>
                    <a:pt x="1284529" y="1349273"/>
                  </a:lnTo>
                  <a:lnTo>
                    <a:pt x="1284535" y="1349269"/>
                  </a:lnTo>
                  <a:lnTo>
                    <a:pt x="1284544" y="1349263"/>
                  </a:lnTo>
                  <a:lnTo>
                    <a:pt x="1284549" y="1349259"/>
                  </a:lnTo>
                  <a:lnTo>
                    <a:pt x="1284554" y="1349256"/>
                  </a:lnTo>
                  <a:lnTo>
                    <a:pt x="1284560" y="1349251"/>
                  </a:lnTo>
                  <a:lnTo>
                    <a:pt x="1284559" y="1349246"/>
                  </a:lnTo>
                  <a:lnTo>
                    <a:pt x="1284556" y="1349237"/>
                  </a:lnTo>
                  <a:lnTo>
                    <a:pt x="1284550" y="1349227"/>
                  </a:lnTo>
                  <a:lnTo>
                    <a:pt x="1284545" y="1349220"/>
                  </a:lnTo>
                  <a:lnTo>
                    <a:pt x="1284538" y="1349214"/>
                  </a:lnTo>
                  <a:lnTo>
                    <a:pt x="1284531" y="1349209"/>
                  </a:lnTo>
                  <a:lnTo>
                    <a:pt x="1284527" y="1349205"/>
                  </a:lnTo>
                  <a:lnTo>
                    <a:pt x="1284518" y="1349159"/>
                  </a:lnTo>
                  <a:lnTo>
                    <a:pt x="1284514" y="1349152"/>
                  </a:lnTo>
                  <a:lnTo>
                    <a:pt x="1284506" y="1349145"/>
                  </a:lnTo>
                  <a:lnTo>
                    <a:pt x="1284498" y="1349137"/>
                  </a:lnTo>
                  <a:lnTo>
                    <a:pt x="1284493" y="1349128"/>
                  </a:lnTo>
                  <a:lnTo>
                    <a:pt x="1284490" y="1349123"/>
                  </a:lnTo>
                  <a:lnTo>
                    <a:pt x="1284486" y="1349117"/>
                  </a:lnTo>
                  <a:lnTo>
                    <a:pt x="1284478" y="1349112"/>
                  </a:lnTo>
                  <a:lnTo>
                    <a:pt x="1284468" y="1349108"/>
                  </a:lnTo>
                  <a:lnTo>
                    <a:pt x="1284459" y="1349101"/>
                  </a:lnTo>
                  <a:lnTo>
                    <a:pt x="1284455" y="1349094"/>
                  </a:lnTo>
                  <a:lnTo>
                    <a:pt x="1284450" y="1349086"/>
                  </a:lnTo>
                  <a:lnTo>
                    <a:pt x="1284445" y="1349076"/>
                  </a:lnTo>
                  <a:lnTo>
                    <a:pt x="1284444" y="1349072"/>
                  </a:lnTo>
                  <a:lnTo>
                    <a:pt x="1284441" y="1349066"/>
                  </a:lnTo>
                  <a:lnTo>
                    <a:pt x="1284434" y="1349060"/>
                  </a:lnTo>
                  <a:lnTo>
                    <a:pt x="1284430" y="1349056"/>
                  </a:lnTo>
                  <a:lnTo>
                    <a:pt x="1284417" y="1349050"/>
                  </a:lnTo>
                  <a:lnTo>
                    <a:pt x="1284401" y="1349046"/>
                  </a:lnTo>
                  <a:lnTo>
                    <a:pt x="1284391" y="1349044"/>
                  </a:lnTo>
                  <a:lnTo>
                    <a:pt x="1284377" y="1349043"/>
                  </a:lnTo>
                  <a:lnTo>
                    <a:pt x="1284370" y="1349041"/>
                  </a:lnTo>
                  <a:lnTo>
                    <a:pt x="1284361" y="1349037"/>
                  </a:lnTo>
                  <a:lnTo>
                    <a:pt x="1284351" y="1349033"/>
                  </a:lnTo>
                  <a:lnTo>
                    <a:pt x="1284340" y="1349029"/>
                  </a:lnTo>
                  <a:lnTo>
                    <a:pt x="1284335" y="1349025"/>
                  </a:lnTo>
                  <a:lnTo>
                    <a:pt x="1284335" y="1349018"/>
                  </a:lnTo>
                  <a:lnTo>
                    <a:pt x="1284336" y="1349010"/>
                  </a:lnTo>
                  <a:lnTo>
                    <a:pt x="1284338" y="1349004"/>
                  </a:lnTo>
                  <a:lnTo>
                    <a:pt x="1284338" y="1348999"/>
                  </a:lnTo>
                  <a:lnTo>
                    <a:pt x="1284340" y="1348987"/>
                  </a:lnTo>
                  <a:lnTo>
                    <a:pt x="1284345" y="1348981"/>
                  </a:lnTo>
                  <a:lnTo>
                    <a:pt x="1284349" y="1348978"/>
                  </a:lnTo>
                  <a:lnTo>
                    <a:pt x="1284355" y="1348975"/>
                  </a:lnTo>
                  <a:lnTo>
                    <a:pt x="1284363" y="1348969"/>
                  </a:lnTo>
                  <a:lnTo>
                    <a:pt x="1284373" y="1348960"/>
                  </a:lnTo>
                  <a:lnTo>
                    <a:pt x="1284380" y="1348949"/>
                  </a:lnTo>
                  <a:lnTo>
                    <a:pt x="1284384" y="1348944"/>
                  </a:lnTo>
                  <a:lnTo>
                    <a:pt x="1284386" y="1348939"/>
                  </a:lnTo>
                  <a:lnTo>
                    <a:pt x="1284390" y="1348937"/>
                  </a:lnTo>
                  <a:lnTo>
                    <a:pt x="1284395" y="1348943"/>
                  </a:lnTo>
                  <a:lnTo>
                    <a:pt x="1284398" y="1348947"/>
                  </a:lnTo>
                  <a:lnTo>
                    <a:pt x="1284403" y="1348950"/>
                  </a:lnTo>
                  <a:lnTo>
                    <a:pt x="1284408" y="1348952"/>
                  </a:lnTo>
                  <a:lnTo>
                    <a:pt x="1284416" y="1348955"/>
                  </a:lnTo>
                  <a:lnTo>
                    <a:pt x="1284421" y="1348956"/>
                  </a:lnTo>
                  <a:lnTo>
                    <a:pt x="1284428" y="1348958"/>
                  </a:lnTo>
                  <a:lnTo>
                    <a:pt x="1284452" y="1348963"/>
                  </a:lnTo>
                  <a:lnTo>
                    <a:pt x="1284469" y="1348963"/>
                  </a:lnTo>
                  <a:lnTo>
                    <a:pt x="1284484" y="1348965"/>
                  </a:lnTo>
                  <a:lnTo>
                    <a:pt x="1284499" y="1348970"/>
                  </a:lnTo>
                  <a:lnTo>
                    <a:pt x="1284507" y="1348973"/>
                  </a:lnTo>
                  <a:lnTo>
                    <a:pt x="1284520" y="1348977"/>
                  </a:lnTo>
                  <a:lnTo>
                    <a:pt x="1284531" y="1348982"/>
                  </a:lnTo>
                  <a:lnTo>
                    <a:pt x="1284542" y="1348988"/>
                  </a:lnTo>
                  <a:lnTo>
                    <a:pt x="1284550" y="1348993"/>
                  </a:lnTo>
                  <a:lnTo>
                    <a:pt x="1284554" y="1348997"/>
                  </a:lnTo>
                  <a:lnTo>
                    <a:pt x="1284561" y="1349000"/>
                  </a:lnTo>
                  <a:lnTo>
                    <a:pt x="1284568" y="1349002"/>
                  </a:lnTo>
                  <a:lnTo>
                    <a:pt x="1284594" y="1349007"/>
                  </a:lnTo>
                  <a:lnTo>
                    <a:pt x="1284600" y="1349008"/>
                  </a:lnTo>
                  <a:lnTo>
                    <a:pt x="1284606" y="1349009"/>
                  </a:lnTo>
                  <a:lnTo>
                    <a:pt x="1284611" y="1349011"/>
                  </a:lnTo>
                  <a:lnTo>
                    <a:pt x="1284616" y="1349012"/>
                  </a:lnTo>
                  <a:lnTo>
                    <a:pt x="1284622" y="1349014"/>
                  </a:lnTo>
                  <a:lnTo>
                    <a:pt x="1284626" y="1349017"/>
                  </a:lnTo>
                  <a:lnTo>
                    <a:pt x="1284630" y="1349020"/>
                  </a:lnTo>
                  <a:lnTo>
                    <a:pt x="1284635" y="1349024"/>
                  </a:lnTo>
                  <a:lnTo>
                    <a:pt x="1284640" y="1349030"/>
                  </a:lnTo>
                  <a:lnTo>
                    <a:pt x="1284643" y="1349034"/>
                  </a:lnTo>
                  <a:lnTo>
                    <a:pt x="1284648" y="1349039"/>
                  </a:lnTo>
                  <a:lnTo>
                    <a:pt x="1284652" y="1349046"/>
                  </a:lnTo>
                  <a:lnTo>
                    <a:pt x="1284657" y="1349051"/>
                  </a:lnTo>
                  <a:lnTo>
                    <a:pt x="1284663" y="1349056"/>
                  </a:lnTo>
                  <a:lnTo>
                    <a:pt x="1284671" y="1349049"/>
                  </a:lnTo>
                  <a:lnTo>
                    <a:pt x="1284680" y="1349041"/>
                  </a:lnTo>
                  <a:lnTo>
                    <a:pt x="1284688" y="1349034"/>
                  </a:lnTo>
                  <a:lnTo>
                    <a:pt x="1284696" y="1349026"/>
                  </a:lnTo>
                  <a:lnTo>
                    <a:pt x="1284705" y="1349020"/>
                  </a:lnTo>
                  <a:lnTo>
                    <a:pt x="1284714" y="1349013"/>
                  </a:lnTo>
                  <a:lnTo>
                    <a:pt x="1284715" y="1349003"/>
                  </a:lnTo>
                  <a:lnTo>
                    <a:pt x="1284712" y="1348995"/>
                  </a:lnTo>
                  <a:lnTo>
                    <a:pt x="1284710" y="1348987"/>
                  </a:lnTo>
                  <a:lnTo>
                    <a:pt x="1284708" y="1348979"/>
                  </a:lnTo>
                  <a:lnTo>
                    <a:pt x="1284707" y="1348972"/>
                  </a:lnTo>
                  <a:lnTo>
                    <a:pt x="1284704" y="1348963"/>
                  </a:lnTo>
                  <a:lnTo>
                    <a:pt x="1284704" y="1348955"/>
                  </a:lnTo>
                  <a:lnTo>
                    <a:pt x="1284703" y="1348946"/>
                  </a:lnTo>
                  <a:lnTo>
                    <a:pt x="1284702" y="1348925"/>
                  </a:lnTo>
                  <a:lnTo>
                    <a:pt x="1284673" y="1348859"/>
                  </a:lnTo>
                  <a:lnTo>
                    <a:pt x="1284765" y="1348787"/>
                  </a:lnTo>
                  <a:lnTo>
                    <a:pt x="1284810" y="1348785"/>
                  </a:lnTo>
                  <a:lnTo>
                    <a:pt x="1284854" y="1348783"/>
                  </a:lnTo>
                  <a:lnTo>
                    <a:pt x="1284958" y="1348868"/>
                  </a:lnTo>
                  <a:lnTo>
                    <a:pt x="1284965" y="1348867"/>
                  </a:lnTo>
                  <a:lnTo>
                    <a:pt x="1284972" y="1348865"/>
                  </a:lnTo>
                  <a:lnTo>
                    <a:pt x="1284978" y="1348864"/>
                  </a:lnTo>
                  <a:lnTo>
                    <a:pt x="1284985" y="1348864"/>
                  </a:lnTo>
                  <a:lnTo>
                    <a:pt x="1284991" y="1348865"/>
                  </a:lnTo>
                  <a:lnTo>
                    <a:pt x="1284995" y="1348866"/>
                  </a:lnTo>
                  <a:lnTo>
                    <a:pt x="1285001" y="1348867"/>
                  </a:lnTo>
                  <a:lnTo>
                    <a:pt x="1285012" y="1348871"/>
                  </a:lnTo>
                  <a:lnTo>
                    <a:pt x="1285011" y="1348861"/>
                  </a:lnTo>
                  <a:lnTo>
                    <a:pt x="1285012" y="1348852"/>
                  </a:lnTo>
                  <a:lnTo>
                    <a:pt x="1285014" y="1348844"/>
                  </a:lnTo>
                  <a:lnTo>
                    <a:pt x="1285017" y="1348835"/>
                  </a:lnTo>
                  <a:lnTo>
                    <a:pt x="1285026" y="1348821"/>
                  </a:lnTo>
                  <a:lnTo>
                    <a:pt x="1285032" y="1348817"/>
                  </a:lnTo>
                  <a:lnTo>
                    <a:pt x="1285041" y="1348814"/>
                  </a:lnTo>
                  <a:lnTo>
                    <a:pt x="1285051" y="1348812"/>
                  </a:lnTo>
                  <a:lnTo>
                    <a:pt x="1285061" y="1348813"/>
                  </a:lnTo>
                  <a:lnTo>
                    <a:pt x="1285066" y="1348814"/>
                  </a:lnTo>
                  <a:lnTo>
                    <a:pt x="1285072" y="1348819"/>
                  </a:lnTo>
                  <a:lnTo>
                    <a:pt x="1285080" y="1348826"/>
                  </a:lnTo>
                  <a:lnTo>
                    <a:pt x="1285087" y="1348832"/>
                  </a:lnTo>
                  <a:lnTo>
                    <a:pt x="1285094" y="1348837"/>
                  </a:lnTo>
                  <a:lnTo>
                    <a:pt x="1285105" y="1348839"/>
                  </a:lnTo>
                  <a:lnTo>
                    <a:pt x="1285113" y="1348838"/>
                  </a:lnTo>
                  <a:lnTo>
                    <a:pt x="1285124" y="1348838"/>
                  </a:lnTo>
                  <a:lnTo>
                    <a:pt x="1285134" y="1348839"/>
                  </a:lnTo>
                  <a:lnTo>
                    <a:pt x="1285143" y="1348841"/>
                  </a:lnTo>
                  <a:lnTo>
                    <a:pt x="1285148" y="1348845"/>
                  </a:lnTo>
                  <a:lnTo>
                    <a:pt x="1285154" y="1348849"/>
                  </a:lnTo>
                  <a:lnTo>
                    <a:pt x="1285163" y="1348851"/>
                  </a:lnTo>
                  <a:lnTo>
                    <a:pt x="1285174" y="1348852"/>
                  </a:lnTo>
                  <a:lnTo>
                    <a:pt x="1285182" y="1348852"/>
                  </a:lnTo>
                  <a:lnTo>
                    <a:pt x="1285198" y="1348850"/>
                  </a:lnTo>
                  <a:lnTo>
                    <a:pt x="1285304" y="1348821"/>
                  </a:lnTo>
                  <a:lnTo>
                    <a:pt x="1285309" y="1348816"/>
                  </a:lnTo>
                  <a:lnTo>
                    <a:pt x="1285312" y="1348812"/>
                  </a:lnTo>
                  <a:lnTo>
                    <a:pt x="1285314" y="1348806"/>
                  </a:lnTo>
                  <a:lnTo>
                    <a:pt x="1285317" y="1348800"/>
                  </a:lnTo>
                  <a:lnTo>
                    <a:pt x="1285321" y="1348791"/>
                  </a:lnTo>
                  <a:lnTo>
                    <a:pt x="1285325" y="1348784"/>
                  </a:lnTo>
                  <a:lnTo>
                    <a:pt x="1285329" y="1348781"/>
                  </a:lnTo>
                  <a:lnTo>
                    <a:pt x="1285333" y="1348776"/>
                  </a:lnTo>
                  <a:lnTo>
                    <a:pt x="1285336" y="1348770"/>
                  </a:lnTo>
                  <a:lnTo>
                    <a:pt x="1285338" y="1348764"/>
                  </a:lnTo>
                  <a:lnTo>
                    <a:pt x="1285340" y="1348755"/>
                  </a:lnTo>
                  <a:lnTo>
                    <a:pt x="1285343" y="1348749"/>
                  </a:lnTo>
                  <a:lnTo>
                    <a:pt x="1285345" y="1348745"/>
                  </a:lnTo>
                  <a:lnTo>
                    <a:pt x="1285352" y="1348748"/>
                  </a:lnTo>
                  <a:lnTo>
                    <a:pt x="1285359" y="1348751"/>
                  </a:lnTo>
                  <a:lnTo>
                    <a:pt x="1285364" y="1348754"/>
                  </a:lnTo>
                  <a:lnTo>
                    <a:pt x="1285369" y="1348757"/>
                  </a:lnTo>
                  <a:lnTo>
                    <a:pt x="1285382" y="1348759"/>
                  </a:lnTo>
                  <a:lnTo>
                    <a:pt x="1285395" y="1348762"/>
                  </a:lnTo>
                  <a:lnTo>
                    <a:pt x="1285400" y="1348769"/>
                  </a:lnTo>
                  <a:lnTo>
                    <a:pt x="1285407" y="1348775"/>
                  </a:lnTo>
                  <a:lnTo>
                    <a:pt x="1285417" y="1348780"/>
                  </a:lnTo>
                  <a:lnTo>
                    <a:pt x="1285427" y="1348781"/>
                  </a:lnTo>
                  <a:lnTo>
                    <a:pt x="1285435" y="1348780"/>
                  </a:lnTo>
                  <a:lnTo>
                    <a:pt x="1285446" y="1348777"/>
                  </a:lnTo>
                  <a:lnTo>
                    <a:pt x="1285460" y="1348774"/>
                  </a:lnTo>
                  <a:lnTo>
                    <a:pt x="1285468" y="1348772"/>
                  </a:lnTo>
                  <a:lnTo>
                    <a:pt x="1285479" y="1348770"/>
                  </a:lnTo>
                  <a:lnTo>
                    <a:pt x="1285490" y="1348768"/>
                  </a:lnTo>
                  <a:lnTo>
                    <a:pt x="1285498" y="1348765"/>
                  </a:lnTo>
                  <a:lnTo>
                    <a:pt x="1285507" y="1348761"/>
                  </a:lnTo>
                  <a:lnTo>
                    <a:pt x="1285517" y="1348758"/>
                  </a:lnTo>
                  <a:lnTo>
                    <a:pt x="1285524" y="1348755"/>
                  </a:lnTo>
                  <a:lnTo>
                    <a:pt x="1285532" y="1348750"/>
                  </a:lnTo>
                  <a:lnTo>
                    <a:pt x="1285542" y="1348746"/>
                  </a:lnTo>
                  <a:lnTo>
                    <a:pt x="1285550" y="1348744"/>
                  </a:lnTo>
                  <a:lnTo>
                    <a:pt x="1285556" y="1348745"/>
                  </a:lnTo>
                  <a:lnTo>
                    <a:pt x="1285563" y="1348747"/>
                  </a:lnTo>
                  <a:lnTo>
                    <a:pt x="1285570" y="1348748"/>
                  </a:lnTo>
                  <a:lnTo>
                    <a:pt x="1285579" y="1348748"/>
                  </a:lnTo>
                  <a:lnTo>
                    <a:pt x="1285591" y="1348745"/>
                  </a:lnTo>
                  <a:lnTo>
                    <a:pt x="1285602" y="1348743"/>
                  </a:lnTo>
                  <a:lnTo>
                    <a:pt x="1285617" y="1348738"/>
                  </a:lnTo>
                  <a:lnTo>
                    <a:pt x="1285627" y="1348732"/>
                  </a:lnTo>
                  <a:lnTo>
                    <a:pt x="1285633" y="1348726"/>
                  </a:lnTo>
                  <a:lnTo>
                    <a:pt x="1285638" y="1348718"/>
                  </a:lnTo>
                  <a:lnTo>
                    <a:pt x="1285640" y="1348710"/>
                  </a:lnTo>
                  <a:lnTo>
                    <a:pt x="1285640" y="1348701"/>
                  </a:lnTo>
                  <a:lnTo>
                    <a:pt x="1285641" y="1348691"/>
                  </a:lnTo>
                  <a:lnTo>
                    <a:pt x="1285643" y="1348679"/>
                  </a:lnTo>
                  <a:lnTo>
                    <a:pt x="1285645" y="1348667"/>
                  </a:lnTo>
                  <a:lnTo>
                    <a:pt x="1285649" y="1348661"/>
                  </a:lnTo>
                  <a:lnTo>
                    <a:pt x="1285657" y="1348655"/>
                  </a:lnTo>
                  <a:lnTo>
                    <a:pt x="1285664" y="1348652"/>
                  </a:lnTo>
                  <a:lnTo>
                    <a:pt x="1285671" y="1348649"/>
                  </a:lnTo>
                  <a:lnTo>
                    <a:pt x="1285679" y="1348648"/>
                  </a:lnTo>
                  <a:lnTo>
                    <a:pt x="1285683" y="1348648"/>
                  </a:lnTo>
                  <a:lnTo>
                    <a:pt x="1285687" y="1348648"/>
                  </a:lnTo>
                  <a:lnTo>
                    <a:pt x="1285694" y="1348650"/>
                  </a:lnTo>
                  <a:lnTo>
                    <a:pt x="1285693" y="1348644"/>
                  </a:lnTo>
                  <a:lnTo>
                    <a:pt x="1285692" y="1348640"/>
                  </a:lnTo>
                  <a:lnTo>
                    <a:pt x="1285693" y="1348634"/>
                  </a:lnTo>
                  <a:lnTo>
                    <a:pt x="1285697" y="1348626"/>
                  </a:lnTo>
                  <a:lnTo>
                    <a:pt x="1285701" y="1348621"/>
                  </a:lnTo>
                  <a:lnTo>
                    <a:pt x="1285706" y="1348616"/>
                  </a:lnTo>
                  <a:lnTo>
                    <a:pt x="1285713" y="1348607"/>
                  </a:lnTo>
                  <a:lnTo>
                    <a:pt x="1285717" y="1348604"/>
                  </a:lnTo>
                  <a:lnTo>
                    <a:pt x="1285724" y="1348598"/>
                  </a:lnTo>
                  <a:lnTo>
                    <a:pt x="1285732" y="1348590"/>
                  </a:lnTo>
                  <a:lnTo>
                    <a:pt x="1285736" y="1348585"/>
                  </a:lnTo>
                  <a:lnTo>
                    <a:pt x="1285739" y="1348581"/>
                  </a:lnTo>
                  <a:lnTo>
                    <a:pt x="1285742" y="1348577"/>
                  </a:lnTo>
                  <a:lnTo>
                    <a:pt x="1285746" y="1348569"/>
                  </a:lnTo>
                  <a:lnTo>
                    <a:pt x="1285749" y="1348565"/>
                  </a:lnTo>
                  <a:lnTo>
                    <a:pt x="1285752" y="1348555"/>
                  </a:lnTo>
                  <a:lnTo>
                    <a:pt x="1285756" y="1348548"/>
                  </a:lnTo>
                  <a:lnTo>
                    <a:pt x="1285763" y="1348544"/>
                  </a:lnTo>
                  <a:lnTo>
                    <a:pt x="1285768" y="1348539"/>
                  </a:lnTo>
                  <a:lnTo>
                    <a:pt x="1285775" y="1348531"/>
                  </a:lnTo>
                  <a:lnTo>
                    <a:pt x="1285778" y="1348526"/>
                  </a:lnTo>
                  <a:lnTo>
                    <a:pt x="1285782" y="1348521"/>
                  </a:lnTo>
                  <a:lnTo>
                    <a:pt x="1285784" y="1348516"/>
                  </a:lnTo>
                  <a:lnTo>
                    <a:pt x="1285788" y="1348508"/>
                  </a:lnTo>
                  <a:lnTo>
                    <a:pt x="1285794" y="1348501"/>
                  </a:lnTo>
                  <a:lnTo>
                    <a:pt x="1285797" y="1348496"/>
                  </a:lnTo>
                  <a:lnTo>
                    <a:pt x="1285802" y="1348490"/>
                  </a:lnTo>
                  <a:lnTo>
                    <a:pt x="1285808" y="1348483"/>
                  </a:lnTo>
                  <a:lnTo>
                    <a:pt x="1285815" y="1348475"/>
                  </a:lnTo>
                  <a:lnTo>
                    <a:pt x="1285818" y="1348467"/>
                  </a:lnTo>
                  <a:lnTo>
                    <a:pt x="1285822" y="1348460"/>
                  </a:lnTo>
                  <a:lnTo>
                    <a:pt x="1285825" y="1348452"/>
                  </a:lnTo>
                  <a:lnTo>
                    <a:pt x="1285829" y="1348444"/>
                  </a:lnTo>
                  <a:lnTo>
                    <a:pt x="1285834" y="1348437"/>
                  </a:lnTo>
                  <a:lnTo>
                    <a:pt x="1285839" y="1348427"/>
                  </a:lnTo>
                  <a:lnTo>
                    <a:pt x="1285846" y="1348419"/>
                  </a:lnTo>
                  <a:lnTo>
                    <a:pt x="1285851" y="1348418"/>
                  </a:lnTo>
                  <a:lnTo>
                    <a:pt x="1285864" y="1348418"/>
                  </a:lnTo>
                  <a:lnTo>
                    <a:pt x="1285857" y="1348410"/>
                  </a:lnTo>
                  <a:lnTo>
                    <a:pt x="1285851" y="1348406"/>
                  </a:lnTo>
                  <a:lnTo>
                    <a:pt x="1285843" y="1348398"/>
                  </a:lnTo>
                  <a:lnTo>
                    <a:pt x="1285839" y="1348391"/>
                  </a:lnTo>
                  <a:lnTo>
                    <a:pt x="1285831" y="1348379"/>
                  </a:lnTo>
                  <a:lnTo>
                    <a:pt x="1285825" y="1348370"/>
                  </a:lnTo>
                  <a:lnTo>
                    <a:pt x="1285823" y="1348366"/>
                  </a:lnTo>
                  <a:lnTo>
                    <a:pt x="1285820" y="1348360"/>
                  </a:lnTo>
                  <a:lnTo>
                    <a:pt x="1285820" y="1348355"/>
                  </a:lnTo>
                  <a:lnTo>
                    <a:pt x="1285819" y="1348350"/>
                  </a:lnTo>
                  <a:lnTo>
                    <a:pt x="1285818" y="1348345"/>
                  </a:lnTo>
                  <a:lnTo>
                    <a:pt x="1285816" y="1348340"/>
                  </a:lnTo>
                  <a:lnTo>
                    <a:pt x="1285814" y="1348335"/>
                  </a:lnTo>
                  <a:lnTo>
                    <a:pt x="1285810" y="1348327"/>
                  </a:lnTo>
                  <a:lnTo>
                    <a:pt x="1285807" y="1348319"/>
                  </a:lnTo>
                  <a:lnTo>
                    <a:pt x="1285804" y="1348314"/>
                  </a:lnTo>
                  <a:lnTo>
                    <a:pt x="1285801" y="1348310"/>
                  </a:lnTo>
                  <a:lnTo>
                    <a:pt x="1285797" y="1348304"/>
                  </a:lnTo>
                  <a:lnTo>
                    <a:pt x="1285794" y="1348300"/>
                  </a:lnTo>
                  <a:lnTo>
                    <a:pt x="1285790" y="1348294"/>
                  </a:lnTo>
                  <a:lnTo>
                    <a:pt x="1285786" y="1348286"/>
                  </a:lnTo>
                  <a:lnTo>
                    <a:pt x="1285785" y="1348279"/>
                  </a:lnTo>
                  <a:lnTo>
                    <a:pt x="1285785" y="1348273"/>
                  </a:lnTo>
                  <a:lnTo>
                    <a:pt x="1285785" y="1348267"/>
                  </a:lnTo>
                  <a:lnTo>
                    <a:pt x="1285780" y="1348260"/>
                  </a:lnTo>
                  <a:lnTo>
                    <a:pt x="1285776" y="1348253"/>
                  </a:lnTo>
                  <a:lnTo>
                    <a:pt x="1285774" y="1348247"/>
                  </a:lnTo>
                  <a:lnTo>
                    <a:pt x="1285774" y="1348241"/>
                  </a:lnTo>
                  <a:lnTo>
                    <a:pt x="1285775" y="1348233"/>
                  </a:lnTo>
                  <a:lnTo>
                    <a:pt x="1285775" y="1348228"/>
                  </a:lnTo>
                  <a:lnTo>
                    <a:pt x="1285776" y="1348221"/>
                  </a:lnTo>
                  <a:lnTo>
                    <a:pt x="1285777" y="1348217"/>
                  </a:lnTo>
                  <a:lnTo>
                    <a:pt x="1285787" y="1348195"/>
                  </a:lnTo>
                  <a:lnTo>
                    <a:pt x="1285805" y="1348159"/>
                  </a:lnTo>
                  <a:lnTo>
                    <a:pt x="1285839" y="1348093"/>
                  </a:lnTo>
                  <a:lnTo>
                    <a:pt x="1285854" y="1348090"/>
                  </a:lnTo>
                  <a:lnTo>
                    <a:pt x="1285850" y="1347981"/>
                  </a:lnTo>
                  <a:lnTo>
                    <a:pt x="1285921" y="1347923"/>
                  </a:lnTo>
                  <a:lnTo>
                    <a:pt x="1285927" y="1347919"/>
                  </a:lnTo>
                  <a:lnTo>
                    <a:pt x="1285931" y="1347915"/>
                  </a:lnTo>
                  <a:lnTo>
                    <a:pt x="1285937" y="1347911"/>
                  </a:lnTo>
                  <a:lnTo>
                    <a:pt x="1285946" y="1347904"/>
                  </a:lnTo>
                  <a:lnTo>
                    <a:pt x="1285954" y="1347899"/>
                  </a:lnTo>
                  <a:lnTo>
                    <a:pt x="1285965" y="1347895"/>
                  </a:lnTo>
                  <a:lnTo>
                    <a:pt x="1285975" y="1347891"/>
                  </a:lnTo>
                  <a:lnTo>
                    <a:pt x="1285983" y="1347888"/>
                  </a:lnTo>
                  <a:lnTo>
                    <a:pt x="1285991" y="1347885"/>
                  </a:lnTo>
                  <a:lnTo>
                    <a:pt x="1285998" y="1347883"/>
                  </a:lnTo>
                  <a:lnTo>
                    <a:pt x="1286002" y="1347881"/>
                  </a:lnTo>
                  <a:lnTo>
                    <a:pt x="1286007" y="1347878"/>
                  </a:lnTo>
                  <a:lnTo>
                    <a:pt x="1286013" y="1347876"/>
                  </a:lnTo>
                  <a:lnTo>
                    <a:pt x="1286020" y="1347874"/>
                  </a:lnTo>
                  <a:lnTo>
                    <a:pt x="1286026" y="1347875"/>
                  </a:lnTo>
                  <a:lnTo>
                    <a:pt x="1286032" y="1347876"/>
                  </a:lnTo>
                  <a:lnTo>
                    <a:pt x="1286036" y="1347875"/>
                  </a:lnTo>
                  <a:lnTo>
                    <a:pt x="1286034" y="1347871"/>
                  </a:lnTo>
                  <a:lnTo>
                    <a:pt x="1286032" y="1347864"/>
                  </a:lnTo>
                  <a:lnTo>
                    <a:pt x="1286032" y="1347857"/>
                  </a:lnTo>
                  <a:lnTo>
                    <a:pt x="1286033" y="1347853"/>
                  </a:lnTo>
                  <a:lnTo>
                    <a:pt x="1286033" y="1347845"/>
                  </a:lnTo>
                  <a:lnTo>
                    <a:pt x="1286033" y="1347839"/>
                  </a:lnTo>
                  <a:lnTo>
                    <a:pt x="1286032" y="1347834"/>
                  </a:lnTo>
                  <a:lnTo>
                    <a:pt x="1286031" y="1347829"/>
                  </a:lnTo>
                  <a:lnTo>
                    <a:pt x="1286031" y="1347824"/>
                  </a:lnTo>
                  <a:lnTo>
                    <a:pt x="1286035" y="1347819"/>
                  </a:lnTo>
                  <a:lnTo>
                    <a:pt x="1286042" y="1347814"/>
                  </a:lnTo>
                  <a:lnTo>
                    <a:pt x="1286047" y="1347809"/>
                  </a:lnTo>
                  <a:lnTo>
                    <a:pt x="1286051" y="1347804"/>
                  </a:lnTo>
                  <a:lnTo>
                    <a:pt x="1286053" y="1347797"/>
                  </a:lnTo>
                  <a:lnTo>
                    <a:pt x="1286054" y="1347790"/>
                  </a:lnTo>
                  <a:lnTo>
                    <a:pt x="1286056" y="1347784"/>
                  </a:lnTo>
                  <a:lnTo>
                    <a:pt x="1286059" y="1347780"/>
                  </a:lnTo>
                  <a:lnTo>
                    <a:pt x="1286064" y="1347774"/>
                  </a:lnTo>
                  <a:lnTo>
                    <a:pt x="1286069" y="1347769"/>
                  </a:lnTo>
                  <a:lnTo>
                    <a:pt x="1286076" y="1347764"/>
                  </a:lnTo>
                  <a:lnTo>
                    <a:pt x="1286082" y="1347755"/>
                  </a:lnTo>
                  <a:lnTo>
                    <a:pt x="1286088" y="1347748"/>
                  </a:lnTo>
                  <a:lnTo>
                    <a:pt x="1286091" y="1347742"/>
                  </a:lnTo>
                  <a:lnTo>
                    <a:pt x="1286094" y="1347737"/>
                  </a:lnTo>
                  <a:lnTo>
                    <a:pt x="1286099" y="1347731"/>
                  </a:lnTo>
                  <a:lnTo>
                    <a:pt x="1286103" y="1347726"/>
                  </a:lnTo>
                  <a:lnTo>
                    <a:pt x="1286107" y="1347722"/>
                  </a:lnTo>
                  <a:lnTo>
                    <a:pt x="1286113" y="1347717"/>
                  </a:lnTo>
                  <a:lnTo>
                    <a:pt x="1286118" y="1347713"/>
                  </a:lnTo>
                  <a:lnTo>
                    <a:pt x="1286122" y="1347709"/>
                  </a:lnTo>
                  <a:lnTo>
                    <a:pt x="1286133" y="1347701"/>
                  </a:lnTo>
                  <a:lnTo>
                    <a:pt x="1286139" y="1347698"/>
                  </a:lnTo>
                  <a:lnTo>
                    <a:pt x="1286145" y="1347694"/>
                  </a:lnTo>
                  <a:lnTo>
                    <a:pt x="1286151" y="1347692"/>
                  </a:lnTo>
                  <a:lnTo>
                    <a:pt x="1286156" y="1347689"/>
                  </a:lnTo>
                  <a:lnTo>
                    <a:pt x="1286161" y="1347683"/>
                  </a:lnTo>
                  <a:lnTo>
                    <a:pt x="1286166" y="1347677"/>
                  </a:lnTo>
                  <a:lnTo>
                    <a:pt x="1286167" y="1347673"/>
                  </a:lnTo>
                  <a:lnTo>
                    <a:pt x="1286167" y="1347668"/>
                  </a:lnTo>
                  <a:lnTo>
                    <a:pt x="1286168" y="1347663"/>
                  </a:lnTo>
                  <a:lnTo>
                    <a:pt x="1286168" y="1347658"/>
                  </a:lnTo>
                  <a:lnTo>
                    <a:pt x="1286169" y="1347650"/>
                  </a:lnTo>
                  <a:lnTo>
                    <a:pt x="1286164" y="1347642"/>
                  </a:lnTo>
                  <a:lnTo>
                    <a:pt x="1286158" y="1347634"/>
                  </a:lnTo>
                  <a:lnTo>
                    <a:pt x="1286156" y="1347626"/>
                  </a:lnTo>
                  <a:lnTo>
                    <a:pt x="1286155" y="1347619"/>
                  </a:lnTo>
                  <a:lnTo>
                    <a:pt x="1286155" y="1347615"/>
                  </a:lnTo>
                  <a:lnTo>
                    <a:pt x="1286153" y="1347606"/>
                  </a:lnTo>
                  <a:lnTo>
                    <a:pt x="1286151" y="1347599"/>
                  </a:lnTo>
                  <a:lnTo>
                    <a:pt x="1286153" y="1347589"/>
                  </a:lnTo>
                  <a:lnTo>
                    <a:pt x="1286154" y="1347581"/>
                  </a:lnTo>
                  <a:lnTo>
                    <a:pt x="1286155" y="1347575"/>
                  </a:lnTo>
                  <a:lnTo>
                    <a:pt x="1286156" y="1347570"/>
                  </a:lnTo>
                  <a:lnTo>
                    <a:pt x="1286153" y="1347565"/>
                  </a:lnTo>
                  <a:lnTo>
                    <a:pt x="1286149" y="1347562"/>
                  </a:lnTo>
                  <a:lnTo>
                    <a:pt x="1286146" y="1347557"/>
                  </a:lnTo>
                  <a:lnTo>
                    <a:pt x="1286143" y="1347551"/>
                  </a:lnTo>
                  <a:lnTo>
                    <a:pt x="1286141" y="1347544"/>
                  </a:lnTo>
                  <a:lnTo>
                    <a:pt x="1286141" y="1347538"/>
                  </a:lnTo>
                  <a:lnTo>
                    <a:pt x="1286141" y="1347529"/>
                  </a:lnTo>
                  <a:lnTo>
                    <a:pt x="1286143" y="1347521"/>
                  </a:lnTo>
                  <a:lnTo>
                    <a:pt x="1286144" y="1347509"/>
                  </a:lnTo>
                  <a:lnTo>
                    <a:pt x="1286141" y="1347501"/>
                  </a:lnTo>
                  <a:lnTo>
                    <a:pt x="1286139" y="1347495"/>
                  </a:lnTo>
                  <a:lnTo>
                    <a:pt x="1286139" y="1347484"/>
                  </a:lnTo>
                  <a:lnTo>
                    <a:pt x="1286139" y="1347478"/>
                  </a:lnTo>
                  <a:lnTo>
                    <a:pt x="1286141" y="1347474"/>
                  </a:lnTo>
                  <a:lnTo>
                    <a:pt x="1286146" y="1347471"/>
                  </a:lnTo>
                  <a:lnTo>
                    <a:pt x="1286152" y="1347469"/>
                  </a:lnTo>
                  <a:lnTo>
                    <a:pt x="1286156" y="1347468"/>
                  </a:lnTo>
                  <a:lnTo>
                    <a:pt x="1286162" y="1347467"/>
                  </a:lnTo>
                  <a:lnTo>
                    <a:pt x="1286167" y="1347465"/>
                  </a:lnTo>
                  <a:lnTo>
                    <a:pt x="1286174" y="1347462"/>
                  </a:lnTo>
                  <a:lnTo>
                    <a:pt x="1286180" y="1347459"/>
                  </a:lnTo>
                  <a:lnTo>
                    <a:pt x="1286185" y="1347456"/>
                  </a:lnTo>
                  <a:lnTo>
                    <a:pt x="1286192" y="1347454"/>
                  </a:lnTo>
                  <a:lnTo>
                    <a:pt x="1286196" y="1347455"/>
                  </a:lnTo>
                  <a:lnTo>
                    <a:pt x="1286202" y="1347457"/>
                  </a:lnTo>
                  <a:lnTo>
                    <a:pt x="1286207" y="1347457"/>
                  </a:lnTo>
                  <a:lnTo>
                    <a:pt x="1286214" y="1347455"/>
                  </a:lnTo>
                  <a:lnTo>
                    <a:pt x="1286217" y="1347453"/>
                  </a:lnTo>
                  <a:lnTo>
                    <a:pt x="1286226" y="1347449"/>
                  </a:lnTo>
                  <a:lnTo>
                    <a:pt x="1286233" y="1347446"/>
                  </a:lnTo>
                  <a:lnTo>
                    <a:pt x="1286240" y="1347445"/>
                  </a:lnTo>
                  <a:lnTo>
                    <a:pt x="1286248" y="1347447"/>
                  </a:lnTo>
                  <a:lnTo>
                    <a:pt x="1286255" y="1347450"/>
                  </a:lnTo>
                  <a:lnTo>
                    <a:pt x="1286261" y="1347451"/>
                  </a:lnTo>
                  <a:lnTo>
                    <a:pt x="1286267" y="1347451"/>
                  </a:lnTo>
                  <a:lnTo>
                    <a:pt x="1286272" y="1347450"/>
                  </a:lnTo>
                  <a:lnTo>
                    <a:pt x="1286277" y="1347445"/>
                  </a:lnTo>
                  <a:lnTo>
                    <a:pt x="1286279" y="1347435"/>
                  </a:lnTo>
                  <a:lnTo>
                    <a:pt x="1286280" y="1347430"/>
                  </a:lnTo>
                  <a:lnTo>
                    <a:pt x="1286282" y="1347423"/>
                  </a:lnTo>
                  <a:lnTo>
                    <a:pt x="1286285" y="1347417"/>
                  </a:lnTo>
                  <a:lnTo>
                    <a:pt x="1286289" y="1347413"/>
                  </a:lnTo>
                  <a:lnTo>
                    <a:pt x="1286292" y="1347410"/>
                  </a:lnTo>
                  <a:lnTo>
                    <a:pt x="1286331" y="1347396"/>
                  </a:lnTo>
                  <a:lnTo>
                    <a:pt x="1286379" y="1347376"/>
                  </a:lnTo>
                  <a:lnTo>
                    <a:pt x="1286377" y="1347368"/>
                  </a:lnTo>
                  <a:lnTo>
                    <a:pt x="1286376" y="1347361"/>
                  </a:lnTo>
                  <a:lnTo>
                    <a:pt x="1286373" y="1347353"/>
                  </a:lnTo>
                  <a:lnTo>
                    <a:pt x="1286371" y="1347346"/>
                  </a:lnTo>
                  <a:lnTo>
                    <a:pt x="1286370" y="1347342"/>
                  </a:lnTo>
                  <a:lnTo>
                    <a:pt x="1286367" y="1347336"/>
                  </a:lnTo>
                  <a:lnTo>
                    <a:pt x="1286363" y="1347327"/>
                  </a:lnTo>
                  <a:lnTo>
                    <a:pt x="1286357" y="1347320"/>
                  </a:lnTo>
                  <a:lnTo>
                    <a:pt x="1286352" y="1347314"/>
                  </a:lnTo>
                  <a:lnTo>
                    <a:pt x="1286347" y="1347310"/>
                  </a:lnTo>
                  <a:lnTo>
                    <a:pt x="1286340" y="1347305"/>
                  </a:lnTo>
                  <a:lnTo>
                    <a:pt x="1286334" y="1347302"/>
                  </a:lnTo>
                  <a:lnTo>
                    <a:pt x="1286330" y="1347299"/>
                  </a:lnTo>
                  <a:lnTo>
                    <a:pt x="1286323" y="1347296"/>
                  </a:lnTo>
                  <a:lnTo>
                    <a:pt x="1286323" y="1347289"/>
                  </a:lnTo>
                  <a:lnTo>
                    <a:pt x="1286324" y="1347284"/>
                  </a:lnTo>
                  <a:lnTo>
                    <a:pt x="1286325" y="1347278"/>
                  </a:lnTo>
                  <a:lnTo>
                    <a:pt x="1286328" y="1347271"/>
                  </a:lnTo>
                  <a:lnTo>
                    <a:pt x="1286330" y="1347267"/>
                  </a:lnTo>
                  <a:lnTo>
                    <a:pt x="1286330" y="1347260"/>
                  </a:lnTo>
                  <a:lnTo>
                    <a:pt x="1286327" y="1347253"/>
                  </a:lnTo>
                  <a:lnTo>
                    <a:pt x="1286323" y="1347249"/>
                  </a:lnTo>
                  <a:lnTo>
                    <a:pt x="1286318" y="1347245"/>
                  </a:lnTo>
                  <a:lnTo>
                    <a:pt x="1286313" y="1347241"/>
                  </a:lnTo>
                  <a:lnTo>
                    <a:pt x="1286307" y="1347235"/>
                  </a:lnTo>
                  <a:lnTo>
                    <a:pt x="1286303" y="1347231"/>
                  </a:lnTo>
                  <a:lnTo>
                    <a:pt x="1286298" y="1347229"/>
                  </a:lnTo>
                  <a:lnTo>
                    <a:pt x="1286293" y="1347226"/>
                  </a:lnTo>
                  <a:lnTo>
                    <a:pt x="1286284" y="1347221"/>
                  </a:lnTo>
                  <a:lnTo>
                    <a:pt x="1286274" y="1347217"/>
                  </a:lnTo>
                  <a:lnTo>
                    <a:pt x="1286267" y="1347216"/>
                  </a:lnTo>
                  <a:lnTo>
                    <a:pt x="1286260" y="1347215"/>
                  </a:lnTo>
                  <a:lnTo>
                    <a:pt x="1286254" y="1347215"/>
                  </a:lnTo>
                  <a:lnTo>
                    <a:pt x="1286249" y="1347215"/>
                  </a:lnTo>
                  <a:lnTo>
                    <a:pt x="1286244" y="1347215"/>
                  </a:lnTo>
                  <a:lnTo>
                    <a:pt x="1286238" y="1347216"/>
                  </a:lnTo>
                  <a:lnTo>
                    <a:pt x="1286234" y="1347216"/>
                  </a:lnTo>
                  <a:lnTo>
                    <a:pt x="1286229" y="1347217"/>
                  </a:lnTo>
                  <a:lnTo>
                    <a:pt x="1286225" y="1347218"/>
                  </a:lnTo>
                  <a:lnTo>
                    <a:pt x="1286215" y="1347217"/>
                  </a:lnTo>
                  <a:lnTo>
                    <a:pt x="1286211" y="1347217"/>
                  </a:lnTo>
                  <a:lnTo>
                    <a:pt x="1286206" y="1347217"/>
                  </a:lnTo>
                  <a:lnTo>
                    <a:pt x="1286201" y="1347217"/>
                  </a:lnTo>
                  <a:lnTo>
                    <a:pt x="1286196" y="1347217"/>
                  </a:lnTo>
                  <a:lnTo>
                    <a:pt x="1286189" y="1347214"/>
                  </a:lnTo>
                  <a:lnTo>
                    <a:pt x="1286188" y="1347206"/>
                  </a:lnTo>
                  <a:lnTo>
                    <a:pt x="1286188" y="1347200"/>
                  </a:lnTo>
                  <a:lnTo>
                    <a:pt x="1286188" y="1347193"/>
                  </a:lnTo>
                  <a:lnTo>
                    <a:pt x="1286189" y="1347186"/>
                  </a:lnTo>
                  <a:lnTo>
                    <a:pt x="1286188" y="1347178"/>
                  </a:lnTo>
                  <a:lnTo>
                    <a:pt x="1286188" y="1347172"/>
                  </a:lnTo>
                  <a:lnTo>
                    <a:pt x="1286188" y="1347165"/>
                  </a:lnTo>
                  <a:lnTo>
                    <a:pt x="1286187" y="1347134"/>
                  </a:lnTo>
                  <a:lnTo>
                    <a:pt x="1286182" y="1347134"/>
                  </a:lnTo>
                  <a:lnTo>
                    <a:pt x="1286176" y="1347134"/>
                  </a:lnTo>
                  <a:lnTo>
                    <a:pt x="1286169" y="1347133"/>
                  </a:lnTo>
                  <a:lnTo>
                    <a:pt x="1286163" y="1347131"/>
                  </a:lnTo>
                  <a:lnTo>
                    <a:pt x="1286154" y="1347129"/>
                  </a:lnTo>
                  <a:lnTo>
                    <a:pt x="1286146" y="1347128"/>
                  </a:lnTo>
                  <a:lnTo>
                    <a:pt x="1286135" y="1347128"/>
                  </a:lnTo>
                  <a:lnTo>
                    <a:pt x="1286125" y="1347128"/>
                  </a:lnTo>
                  <a:lnTo>
                    <a:pt x="1286120" y="1347127"/>
                  </a:lnTo>
                  <a:lnTo>
                    <a:pt x="1286107" y="1347125"/>
                  </a:lnTo>
                  <a:lnTo>
                    <a:pt x="1286099" y="1347124"/>
                  </a:lnTo>
                  <a:lnTo>
                    <a:pt x="1286090" y="1347123"/>
                  </a:lnTo>
                  <a:lnTo>
                    <a:pt x="1286083" y="1347122"/>
                  </a:lnTo>
                  <a:lnTo>
                    <a:pt x="1286076" y="1347121"/>
                  </a:lnTo>
                  <a:lnTo>
                    <a:pt x="1286064" y="1347098"/>
                  </a:lnTo>
                  <a:lnTo>
                    <a:pt x="1286057" y="1347085"/>
                  </a:lnTo>
                  <a:lnTo>
                    <a:pt x="1286052" y="1347080"/>
                  </a:lnTo>
                  <a:lnTo>
                    <a:pt x="1286049" y="1347076"/>
                  </a:lnTo>
                  <a:lnTo>
                    <a:pt x="1286034" y="1347055"/>
                  </a:lnTo>
                  <a:lnTo>
                    <a:pt x="1286011" y="1347002"/>
                  </a:lnTo>
                  <a:lnTo>
                    <a:pt x="1286004" y="1346995"/>
                  </a:lnTo>
                  <a:lnTo>
                    <a:pt x="1286000" y="1346990"/>
                  </a:lnTo>
                  <a:lnTo>
                    <a:pt x="1286002" y="1346985"/>
                  </a:lnTo>
                  <a:lnTo>
                    <a:pt x="1286005" y="1346980"/>
                  </a:lnTo>
                  <a:lnTo>
                    <a:pt x="1286007" y="1346975"/>
                  </a:lnTo>
                  <a:lnTo>
                    <a:pt x="1286008" y="1346969"/>
                  </a:lnTo>
                  <a:lnTo>
                    <a:pt x="1286011" y="1346963"/>
                  </a:lnTo>
                  <a:lnTo>
                    <a:pt x="1286015" y="1346955"/>
                  </a:lnTo>
                  <a:lnTo>
                    <a:pt x="1286018" y="1346948"/>
                  </a:lnTo>
                  <a:lnTo>
                    <a:pt x="1286019" y="1346940"/>
                  </a:lnTo>
                  <a:lnTo>
                    <a:pt x="1286017" y="1346932"/>
                  </a:lnTo>
                  <a:lnTo>
                    <a:pt x="1286015" y="1346926"/>
                  </a:lnTo>
                  <a:lnTo>
                    <a:pt x="1286012" y="1346921"/>
                  </a:lnTo>
                  <a:lnTo>
                    <a:pt x="1286010" y="1346917"/>
                  </a:lnTo>
                  <a:lnTo>
                    <a:pt x="1286005" y="1346912"/>
                  </a:lnTo>
                  <a:lnTo>
                    <a:pt x="1286001" y="1346907"/>
                  </a:lnTo>
                  <a:lnTo>
                    <a:pt x="1285996" y="1346903"/>
                  </a:lnTo>
                  <a:lnTo>
                    <a:pt x="1285991" y="1346899"/>
                  </a:lnTo>
                  <a:lnTo>
                    <a:pt x="1285986" y="1346897"/>
                  </a:lnTo>
                  <a:lnTo>
                    <a:pt x="1285981" y="1346895"/>
                  </a:lnTo>
                  <a:lnTo>
                    <a:pt x="1285977" y="1346894"/>
                  </a:lnTo>
                  <a:lnTo>
                    <a:pt x="1285972" y="1346894"/>
                  </a:lnTo>
                  <a:lnTo>
                    <a:pt x="1285967" y="1346894"/>
                  </a:lnTo>
                  <a:lnTo>
                    <a:pt x="1285959" y="1346894"/>
                  </a:lnTo>
                  <a:lnTo>
                    <a:pt x="1285953" y="1346895"/>
                  </a:lnTo>
                  <a:lnTo>
                    <a:pt x="1285949" y="1346895"/>
                  </a:lnTo>
                  <a:lnTo>
                    <a:pt x="1285945" y="1346896"/>
                  </a:lnTo>
                  <a:lnTo>
                    <a:pt x="1285937" y="1346898"/>
                  </a:lnTo>
                  <a:lnTo>
                    <a:pt x="1285931" y="1346899"/>
                  </a:lnTo>
                  <a:lnTo>
                    <a:pt x="1285926" y="1346901"/>
                  </a:lnTo>
                  <a:lnTo>
                    <a:pt x="1285922" y="1346903"/>
                  </a:lnTo>
                  <a:lnTo>
                    <a:pt x="1285918" y="1346905"/>
                  </a:lnTo>
                  <a:lnTo>
                    <a:pt x="1285914" y="1346907"/>
                  </a:lnTo>
                  <a:lnTo>
                    <a:pt x="1285910" y="1346910"/>
                  </a:lnTo>
                  <a:lnTo>
                    <a:pt x="1285903" y="1346915"/>
                  </a:lnTo>
                  <a:lnTo>
                    <a:pt x="1285899" y="1346918"/>
                  </a:lnTo>
                  <a:lnTo>
                    <a:pt x="1285895" y="1346921"/>
                  </a:lnTo>
                  <a:lnTo>
                    <a:pt x="1285890" y="1346925"/>
                  </a:lnTo>
                  <a:lnTo>
                    <a:pt x="1285887" y="1346927"/>
                  </a:lnTo>
                  <a:lnTo>
                    <a:pt x="1285884" y="1346931"/>
                  </a:lnTo>
                  <a:lnTo>
                    <a:pt x="1285881" y="1346935"/>
                  </a:lnTo>
                  <a:lnTo>
                    <a:pt x="1285877" y="1346939"/>
                  </a:lnTo>
                  <a:lnTo>
                    <a:pt x="1285873" y="1346941"/>
                  </a:lnTo>
                  <a:lnTo>
                    <a:pt x="1285868" y="1346942"/>
                  </a:lnTo>
                  <a:lnTo>
                    <a:pt x="1285862" y="1346942"/>
                  </a:lnTo>
                  <a:lnTo>
                    <a:pt x="1285855" y="1346941"/>
                  </a:lnTo>
                  <a:lnTo>
                    <a:pt x="1285848" y="1346939"/>
                  </a:lnTo>
                  <a:lnTo>
                    <a:pt x="1285840" y="1346937"/>
                  </a:lnTo>
                  <a:lnTo>
                    <a:pt x="1285834" y="1346935"/>
                  </a:lnTo>
                  <a:lnTo>
                    <a:pt x="1285829" y="1346932"/>
                  </a:lnTo>
                  <a:lnTo>
                    <a:pt x="1285824" y="1346929"/>
                  </a:lnTo>
                  <a:lnTo>
                    <a:pt x="1285819" y="1346926"/>
                  </a:lnTo>
                  <a:lnTo>
                    <a:pt x="1285814" y="1346922"/>
                  </a:lnTo>
                  <a:lnTo>
                    <a:pt x="1285809" y="1346918"/>
                  </a:lnTo>
                  <a:lnTo>
                    <a:pt x="1285805" y="1346915"/>
                  </a:lnTo>
                  <a:lnTo>
                    <a:pt x="1285803" y="1346909"/>
                  </a:lnTo>
                  <a:lnTo>
                    <a:pt x="1285801" y="1346904"/>
                  </a:lnTo>
                  <a:lnTo>
                    <a:pt x="1285800" y="1346897"/>
                  </a:lnTo>
                  <a:lnTo>
                    <a:pt x="1285799" y="1346892"/>
                  </a:lnTo>
                  <a:lnTo>
                    <a:pt x="1285798" y="1346884"/>
                  </a:lnTo>
                  <a:lnTo>
                    <a:pt x="1285798" y="1346878"/>
                  </a:lnTo>
                  <a:lnTo>
                    <a:pt x="1285799" y="1346871"/>
                  </a:lnTo>
                  <a:lnTo>
                    <a:pt x="1285801" y="1346864"/>
                  </a:lnTo>
                  <a:lnTo>
                    <a:pt x="1285802" y="1346856"/>
                  </a:lnTo>
                  <a:lnTo>
                    <a:pt x="1285803" y="1346848"/>
                  </a:lnTo>
                  <a:lnTo>
                    <a:pt x="1285804" y="1346842"/>
                  </a:lnTo>
                  <a:lnTo>
                    <a:pt x="1285804" y="1346833"/>
                  </a:lnTo>
                  <a:lnTo>
                    <a:pt x="1285801" y="1346825"/>
                  </a:lnTo>
                  <a:lnTo>
                    <a:pt x="1285796" y="1346819"/>
                  </a:lnTo>
                  <a:lnTo>
                    <a:pt x="1285791" y="1346815"/>
                  </a:lnTo>
                  <a:lnTo>
                    <a:pt x="1285788" y="1346811"/>
                  </a:lnTo>
                  <a:lnTo>
                    <a:pt x="1285783" y="1346807"/>
                  </a:lnTo>
                  <a:lnTo>
                    <a:pt x="1285779" y="1346803"/>
                  </a:lnTo>
                  <a:lnTo>
                    <a:pt x="1285777" y="1346799"/>
                  </a:lnTo>
                  <a:lnTo>
                    <a:pt x="1285775" y="1346794"/>
                  </a:lnTo>
                  <a:lnTo>
                    <a:pt x="1285770" y="1346791"/>
                  </a:lnTo>
                  <a:lnTo>
                    <a:pt x="1285762" y="1346789"/>
                  </a:lnTo>
                  <a:lnTo>
                    <a:pt x="1285757" y="1346787"/>
                  </a:lnTo>
                  <a:lnTo>
                    <a:pt x="1285776" y="1346764"/>
                  </a:lnTo>
                  <a:lnTo>
                    <a:pt x="1285785" y="1346752"/>
                  </a:lnTo>
                  <a:lnTo>
                    <a:pt x="1285792" y="1346744"/>
                  </a:lnTo>
                  <a:lnTo>
                    <a:pt x="1285789" y="1346738"/>
                  </a:lnTo>
                  <a:lnTo>
                    <a:pt x="1285781" y="1346730"/>
                  </a:lnTo>
                  <a:lnTo>
                    <a:pt x="1285769" y="1346720"/>
                  </a:lnTo>
                  <a:lnTo>
                    <a:pt x="1285758" y="1346712"/>
                  </a:lnTo>
                  <a:lnTo>
                    <a:pt x="1285745" y="1346702"/>
                  </a:lnTo>
                  <a:lnTo>
                    <a:pt x="1285736" y="1346698"/>
                  </a:lnTo>
                  <a:lnTo>
                    <a:pt x="1285716" y="1346694"/>
                  </a:lnTo>
                  <a:lnTo>
                    <a:pt x="1285707" y="1346691"/>
                  </a:lnTo>
                  <a:lnTo>
                    <a:pt x="1285695" y="1346670"/>
                  </a:lnTo>
                  <a:lnTo>
                    <a:pt x="1285684" y="1346654"/>
                  </a:lnTo>
                  <a:lnTo>
                    <a:pt x="1285675" y="1346646"/>
                  </a:lnTo>
                  <a:lnTo>
                    <a:pt x="1285655" y="1346633"/>
                  </a:lnTo>
                  <a:lnTo>
                    <a:pt x="1285638" y="1346628"/>
                  </a:lnTo>
                  <a:lnTo>
                    <a:pt x="1285626" y="1346625"/>
                  </a:lnTo>
                  <a:lnTo>
                    <a:pt x="1285611" y="1346625"/>
                  </a:lnTo>
                  <a:lnTo>
                    <a:pt x="1285598" y="1346625"/>
                  </a:lnTo>
                  <a:lnTo>
                    <a:pt x="1285583" y="1346628"/>
                  </a:lnTo>
                  <a:lnTo>
                    <a:pt x="1285564" y="1346630"/>
                  </a:lnTo>
                  <a:lnTo>
                    <a:pt x="1285540" y="1346630"/>
                  </a:lnTo>
                  <a:lnTo>
                    <a:pt x="1285495" y="1346630"/>
                  </a:lnTo>
                  <a:lnTo>
                    <a:pt x="1285465" y="1346628"/>
                  </a:lnTo>
                  <a:lnTo>
                    <a:pt x="1285441" y="1346627"/>
                  </a:lnTo>
                  <a:lnTo>
                    <a:pt x="1285427" y="1346623"/>
                  </a:lnTo>
                  <a:lnTo>
                    <a:pt x="1285419" y="1346618"/>
                  </a:lnTo>
                  <a:lnTo>
                    <a:pt x="1285412" y="1346615"/>
                  </a:lnTo>
                  <a:lnTo>
                    <a:pt x="1285403" y="1346614"/>
                  </a:lnTo>
                  <a:lnTo>
                    <a:pt x="1285387" y="1346614"/>
                  </a:lnTo>
                  <a:lnTo>
                    <a:pt x="1285374" y="1346614"/>
                  </a:lnTo>
                  <a:lnTo>
                    <a:pt x="1285338" y="1346601"/>
                  </a:lnTo>
                  <a:lnTo>
                    <a:pt x="1285304" y="1346589"/>
                  </a:lnTo>
                  <a:lnTo>
                    <a:pt x="1285279" y="1346582"/>
                  </a:lnTo>
                  <a:lnTo>
                    <a:pt x="1285253" y="1346578"/>
                  </a:lnTo>
                  <a:lnTo>
                    <a:pt x="1285238" y="1346576"/>
                  </a:lnTo>
                  <a:lnTo>
                    <a:pt x="1285224" y="1346577"/>
                  </a:lnTo>
                  <a:lnTo>
                    <a:pt x="1285208" y="1346578"/>
                  </a:lnTo>
                  <a:lnTo>
                    <a:pt x="1285183" y="1346578"/>
                  </a:lnTo>
                  <a:lnTo>
                    <a:pt x="1285165" y="1346579"/>
                  </a:lnTo>
                  <a:lnTo>
                    <a:pt x="1285153" y="1346581"/>
                  </a:lnTo>
                  <a:lnTo>
                    <a:pt x="1285141" y="1346586"/>
                  </a:lnTo>
                  <a:lnTo>
                    <a:pt x="1285124" y="1346595"/>
                  </a:lnTo>
                  <a:lnTo>
                    <a:pt x="1285102" y="1346604"/>
                  </a:lnTo>
                  <a:lnTo>
                    <a:pt x="1285094" y="1346606"/>
                  </a:lnTo>
                  <a:lnTo>
                    <a:pt x="1285082" y="1346611"/>
                  </a:lnTo>
                  <a:lnTo>
                    <a:pt x="1285079" y="1346615"/>
                  </a:lnTo>
                  <a:lnTo>
                    <a:pt x="1285073" y="1346632"/>
                  </a:lnTo>
                  <a:lnTo>
                    <a:pt x="1285062" y="1346641"/>
                  </a:lnTo>
                  <a:lnTo>
                    <a:pt x="1285048" y="1346652"/>
                  </a:lnTo>
                  <a:lnTo>
                    <a:pt x="1285037" y="1346657"/>
                  </a:lnTo>
                  <a:lnTo>
                    <a:pt x="1285025" y="1346658"/>
                  </a:lnTo>
                  <a:lnTo>
                    <a:pt x="1285009" y="1346658"/>
                  </a:lnTo>
                  <a:lnTo>
                    <a:pt x="1284998" y="1346650"/>
                  </a:lnTo>
                  <a:lnTo>
                    <a:pt x="1284984" y="1346639"/>
                  </a:lnTo>
                  <a:lnTo>
                    <a:pt x="1284966" y="1346634"/>
                  </a:lnTo>
                  <a:lnTo>
                    <a:pt x="1284941" y="1346637"/>
                  </a:lnTo>
                  <a:lnTo>
                    <a:pt x="1284914" y="1346643"/>
                  </a:lnTo>
                  <a:lnTo>
                    <a:pt x="1284900" y="1346649"/>
                  </a:lnTo>
                  <a:lnTo>
                    <a:pt x="1284886" y="1346656"/>
                  </a:lnTo>
                  <a:lnTo>
                    <a:pt x="1284872" y="1346671"/>
                  </a:lnTo>
                  <a:lnTo>
                    <a:pt x="1284851" y="1346689"/>
                  </a:lnTo>
                  <a:lnTo>
                    <a:pt x="1284826" y="1346709"/>
                  </a:lnTo>
                  <a:lnTo>
                    <a:pt x="1284815" y="1346719"/>
                  </a:lnTo>
                  <a:lnTo>
                    <a:pt x="1284802" y="1346735"/>
                  </a:lnTo>
                  <a:lnTo>
                    <a:pt x="1284793" y="1346759"/>
                  </a:lnTo>
                  <a:lnTo>
                    <a:pt x="1284784" y="1346781"/>
                  </a:lnTo>
                  <a:lnTo>
                    <a:pt x="1284776" y="1346803"/>
                  </a:lnTo>
                  <a:lnTo>
                    <a:pt x="1284775" y="1346810"/>
                  </a:lnTo>
                  <a:lnTo>
                    <a:pt x="1284771" y="1346815"/>
                  </a:lnTo>
                  <a:lnTo>
                    <a:pt x="1284763" y="1346821"/>
                  </a:lnTo>
                  <a:lnTo>
                    <a:pt x="1284755" y="1346826"/>
                  </a:lnTo>
                  <a:lnTo>
                    <a:pt x="1284742" y="1346830"/>
                  </a:lnTo>
                  <a:lnTo>
                    <a:pt x="1284710" y="1346840"/>
                  </a:lnTo>
                  <a:lnTo>
                    <a:pt x="1284692" y="1346845"/>
                  </a:lnTo>
                  <a:lnTo>
                    <a:pt x="1284671" y="1346849"/>
                  </a:lnTo>
                  <a:lnTo>
                    <a:pt x="1284650" y="1346849"/>
                  </a:lnTo>
                  <a:lnTo>
                    <a:pt x="1284632" y="1346846"/>
                  </a:lnTo>
                  <a:lnTo>
                    <a:pt x="1284619" y="1346838"/>
                  </a:lnTo>
                  <a:lnTo>
                    <a:pt x="1284608" y="1346830"/>
                  </a:lnTo>
                  <a:lnTo>
                    <a:pt x="1284602" y="1346829"/>
                  </a:lnTo>
                  <a:lnTo>
                    <a:pt x="1284597" y="1346828"/>
                  </a:lnTo>
                  <a:lnTo>
                    <a:pt x="1284592" y="1346828"/>
                  </a:lnTo>
                  <a:lnTo>
                    <a:pt x="1284585" y="1346826"/>
                  </a:lnTo>
                  <a:lnTo>
                    <a:pt x="1284576" y="1346826"/>
                  </a:lnTo>
                  <a:lnTo>
                    <a:pt x="1284567" y="1346824"/>
                  </a:lnTo>
                  <a:lnTo>
                    <a:pt x="1284555" y="1346822"/>
                  </a:lnTo>
                  <a:lnTo>
                    <a:pt x="1284545" y="1346822"/>
                  </a:lnTo>
                  <a:lnTo>
                    <a:pt x="1284532" y="1346821"/>
                  </a:lnTo>
                  <a:lnTo>
                    <a:pt x="1284518" y="1346819"/>
                  </a:lnTo>
                  <a:lnTo>
                    <a:pt x="1284507" y="1346821"/>
                  </a:lnTo>
                  <a:lnTo>
                    <a:pt x="1284497" y="1346825"/>
                  </a:lnTo>
                  <a:lnTo>
                    <a:pt x="1284488" y="1346830"/>
                  </a:lnTo>
                  <a:lnTo>
                    <a:pt x="1284479" y="1346831"/>
                  </a:lnTo>
                  <a:lnTo>
                    <a:pt x="1284469" y="1346832"/>
                  </a:lnTo>
                  <a:lnTo>
                    <a:pt x="1284463" y="1346835"/>
                  </a:lnTo>
                  <a:lnTo>
                    <a:pt x="1284460" y="1346840"/>
                  </a:lnTo>
                  <a:lnTo>
                    <a:pt x="1284459" y="1346845"/>
                  </a:lnTo>
                  <a:lnTo>
                    <a:pt x="1284455" y="1346851"/>
                  </a:lnTo>
                  <a:lnTo>
                    <a:pt x="1284449" y="1346855"/>
                  </a:lnTo>
                  <a:lnTo>
                    <a:pt x="1284440" y="1346858"/>
                  </a:lnTo>
                  <a:lnTo>
                    <a:pt x="1284429" y="1346864"/>
                  </a:lnTo>
                  <a:lnTo>
                    <a:pt x="1284418" y="1346868"/>
                  </a:lnTo>
                  <a:lnTo>
                    <a:pt x="1284411" y="1346871"/>
                  </a:lnTo>
                  <a:lnTo>
                    <a:pt x="1284406" y="1346873"/>
                  </a:lnTo>
                  <a:lnTo>
                    <a:pt x="1284399" y="1346875"/>
                  </a:lnTo>
                  <a:lnTo>
                    <a:pt x="1284391" y="1346879"/>
                  </a:lnTo>
                  <a:lnTo>
                    <a:pt x="1284383" y="1346882"/>
                  </a:lnTo>
                  <a:lnTo>
                    <a:pt x="1284375" y="1346883"/>
                  </a:lnTo>
                  <a:lnTo>
                    <a:pt x="1284369" y="1346885"/>
                  </a:lnTo>
                  <a:lnTo>
                    <a:pt x="1284362" y="1346886"/>
                  </a:lnTo>
                  <a:lnTo>
                    <a:pt x="1284357" y="1346883"/>
                  </a:lnTo>
                  <a:lnTo>
                    <a:pt x="1284353" y="1346881"/>
                  </a:lnTo>
                  <a:lnTo>
                    <a:pt x="1284348" y="1346877"/>
                  </a:lnTo>
                  <a:lnTo>
                    <a:pt x="1284342" y="1346875"/>
                  </a:lnTo>
                  <a:lnTo>
                    <a:pt x="1284336" y="1346875"/>
                  </a:lnTo>
                  <a:lnTo>
                    <a:pt x="1284330" y="1346874"/>
                  </a:lnTo>
                  <a:lnTo>
                    <a:pt x="1284326" y="1346872"/>
                  </a:lnTo>
                  <a:lnTo>
                    <a:pt x="1284322" y="1346869"/>
                  </a:lnTo>
                  <a:lnTo>
                    <a:pt x="1284318" y="1346865"/>
                  </a:lnTo>
                  <a:lnTo>
                    <a:pt x="1284313" y="1346861"/>
                  </a:lnTo>
                  <a:lnTo>
                    <a:pt x="1284308" y="1346859"/>
                  </a:lnTo>
                  <a:lnTo>
                    <a:pt x="1284304" y="1346860"/>
                  </a:lnTo>
                  <a:lnTo>
                    <a:pt x="1284298" y="1346861"/>
                  </a:lnTo>
                  <a:lnTo>
                    <a:pt x="1284292" y="1346861"/>
                  </a:lnTo>
                  <a:lnTo>
                    <a:pt x="1284285" y="1346860"/>
                  </a:lnTo>
                  <a:lnTo>
                    <a:pt x="1284281" y="1346857"/>
                  </a:lnTo>
                  <a:lnTo>
                    <a:pt x="1284276" y="1346853"/>
                  </a:lnTo>
                  <a:lnTo>
                    <a:pt x="1284270" y="1346848"/>
                  </a:lnTo>
                  <a:lnTo>
                    <a:pt x="1284266" y="1346844"/>
                  </a:lnTo>
                  <a:lnTo>
                    <a:pt x="1284261" y="1346842"/>
                  </a:lnTo>
                  <a:lnTo>
                    <a:pt x="1284256" y="1346839"/>
                  </a:lnTo>
                  <a:lnTo>
                    <a:pt x="1284250" y="1346837"/>
                  </a:lnTo>
                  <a:lnTo>
                    <a:pt x="1284244" y="1346835"/>
                  </a:lnTo>
                  <a:lnTo>
                    <a:pt x="1284237" y="1346832"/>
                  </a:lnTo>
                  <a:lnTo>
                    <a:pt x="1284230" y="1346829"/>
                  </a:lnTo>
                  <a:lnTo>
                    <a:pt x="1284223" y="1346825"/>
                  </a:lnTo>
                  <a:lnTo>
                    <a:pt x="1284216" y="1346821"/>
                  </a:lnTo>
                  <a:lnTo>
                    <a:pt x="1284209" y="1346819"/>
                  </a:lnTo>
                  <a:lnTo>
                    <a:pt x="1284204" y="1346816"/>
                  </a:lnTo>
                  <a:lnTo>
                    <a:pt x="1284199" y="1346812"/>
                  </a:lnTo>
                  <a:lnTo>
                    <a:pt x="1284190" y="1346809"/>
                  </a:lnTo>
                  <a:lnTo>
                    <a:pt x="1284179" y="1346804"/>
                  </a:lnTo>
                  <a:lnTo>
                    <a:pt x="1284174" y="1346801"/>
                  </a:lnTo>
                  <a:lnTo>
                    <a:pt x="1284172" y="1346796"/>
                  </a:lnTo>
                  <a:lnTo>
                    <a:pt x="1284172" y="1346786"/>
                  </a:lnTo>
                  <a:lnTo>
                    <a:pt x="1284174" y="1346775"/>
                  </a:lnTo>
                  <a:lnTo>
                    <a:pt x="1284173" y="1346764"/>
                  </a:lnTo>
                  <a:lnTo>
                    <a:pt x="1284171" y="1346755"/>
                  </a:lnTo>
                  <a:lnTo>
                    <a:pt x="1284165" y="1346748"/>
                  </a:lnTo>
                  <a:lnTo>
                    <a:pt x="1284157" y="1346744"/>
                  </a:lnTo>
                  <a:lnTo>
                    <a:pt x="1284148" y="1346742"/>
                  </a:lnTo>
                  <a:lnTo>
                    <a:pt x="1284137" y="1346742"/>
                  </a:lnTo>
                  <a:lnTo>
                    <a:pt x="1284127" y="1346744"/>
                  </a:lnTo>
                  <a:lnTo>
                    <a:pt x="1284120" y="1346747"/>
                  </a:lnTo>
                  <a:lnTo>
                    <a:pt x="1284109" y="1346754"/>
                  </a:lnTo>
                  <a:lnTo>
                    <a:pt x="1284103" y="1346758"/>
                  </a:lnTo>
                  <a:lnTo>
                    <a:pt x="1284094" y="1346763"/>
                  </a:lnTo>
                  <a:lnTo>
                    <a:pt x="1284084" y="1346768"/>
                  </a:lnTo>
                  <a:lnTo>
                    <a:pt x="1284075" y="1346772"/>
                  </a:lnTo>
                  <a:lnTo>
                    <a:pt x="1284062" y="1346779"/>
                  </a:lnTo>
                  <a:lnTo>
                    <a:pt x="1284052" y="1346783"/>
                  </a:lnTo>
                  <a:lnTo>
                    <a:pt x="1284046" y="1346784"/>
                  </a:lnTo>
                  <a:lnTo>
                    <a:pt x="1284040" y="1346783"/>
                  </a:lnTo>
                  <a:lnTo>
                    <a:pt x="1284036" y="1346783"/>
                  </a:lnTo>
                  <a:lnTo>
                    <a:pt x="1284030" y="1346784"/>
                  </a:lnTo>
                  <a:lnTo>
                    <a:pt x="1284026" y="1346784"/>
                  </a:lnTo>
                  <a:lnTo>
                    <a:pt x="1284021" y="1346783"/>
                  </a:lnTo>
                  <a:lnTo>
                    <a:pt x="1284012" y="1346779"/>
                  </a:lnTo>
                  <a:lnTo>
                    <a:pt x="1284001" y="1346774"/>
                  </a:lnTo>
                  <a:lnTo>
                    <a:pt x="1283991" y="1346769"/>
                  </a:lnTo>
                  <a:lnTo>
                    <a:pt x="1283978" y="1346757"/>
                  </a:lnTo>
                  <a:lnTo>
                    <a:pt x="1283968" y="1346750"/>
                  </a:lnTo>
                  <a:lnTo>
                    <a:pt x="1283958" y="1346747"/>
                  </a:lnTo>
                  <a:lnTo>
                    <a:pt x="1283945" y="1346748"/>
                  </a:lnTo>
                  <a:lnTo>
                    <a:pt x="1283931" y="1346749"/>
                  </a:lnTo>
                  <a:lnTo>
                    <a:pt x="1283915" y="1346754"/>
                  </a:lnTo>
                  <a:lnTo>
                    <a:pt x="1283905" y="1346758"/>
                  </a:lnTo>
                  <a:lnTo>
                    <a:pt x="1283898" y="1346764"/>
                  </a:lnTo>
                  <a:lnTo>
                    <a:pt x="1283889" y="1346775"/>
                  </a:lnTo>
                  <a:lnTo>
                    <a:pt x="1283877" y="1346783"/>
                  </a:lnTo>
                  <a:lnTo>
                    <a:pt x="1283862" y="1346792"/>
                  </a:lnTo>
                  <a:lnTo>
                    <a:pt x="1283849" y="1346798"/>
                  </a:lnTo>
                  <a:lnTo>
                    <a:pt x="1283838" y="1346800"/>
                  </a:lnTo>
                  <a:lnTo>
                    <a:pt x="1283829" y="1346799"/>
                  </a:lnTo>
                  <a:lnTo>
                    <a:pt x="1283818" y="1346800"/>
                  </a:lnTo>
                  <a:lnTo>
                    <a:pt x="1283809" y="1346806"/>
                  </a:lnTo>
                  <a:lnTo>
                    <a:pt x="1283799" y="1346816"/>
                  </a:lnTo>
                  <a:lnTo>
                    <a:pt x="1283788" y="1346831"/>
                  </a:lnTo>
                  <a:lnTo>
                    <a:pt x="1283785" y="1346850"/>
                  </a:lnTo>
                  <a:lnTo>
                    <a:pt x="1283785" y="1346866"/>
                  </a:lnTo>
                  <a:lnTo>
                    <a:pt x="1283789" y="1346878"/>
                  </a:lnTo>
                  <a:lnTo>
                    <a:pt x="1283790" y="1346888"/>
                  </a:lnTo>
                  <a:lnTo>
                    <a:pt x="1283787" y="1346897"/>
                  </a:lnTo>
                  <a:lnTo>
                    <a:pt x="1283782" y="1346904"/>
                  </a:lnTo>
                  <a:lnTo>
                    <a:pt x="1283777" y="1346904"/>
                  </a:lnTo>
                  <a:lnTo>
                    <a:pt x="1283769" y="1346905"/>
                  </a:lnTo>
                  <a:lnTo>
                    <a:pt x="1283761" y="1346912"/>
                  </a:lnTo>
                  <a:lnTo>
                    <a:pt x="1283756" y="1346920"/>
                  </a:lnTo>
                  <a:lnTo>
                    <a:pt x="1283751" y="1346928"/>
                  </a:lnTo>
                  <a:lnTo>
                    <a:pt x="1283741" y="1346937"/>
                  </a:lnTo>
                  <a:lnTo>
                    <a:pt x="1283729" y="1346949"/>
                  </a:lnTo>
                  <a:lnTo>
                    <a:pt x="1283715" y="1346961"/>
                  </a:lnTo>
                  <a:lnTo>
                    <a:pt x="1283700" y="1346973"/>
                  </a:lnTo>
                  <a:lnTo>
                    <a:pt x="1283689" y="1346980"/>
                  </a:lnTo>
                  <a:lnTo>
                    <a:pt x="1283684" y="1346984"/>
                  </a:lnTo>
                  <a:lnTo>
                    <a:pt x="1283675" y="1346991"/>
                  </a:lnTo>
                  <a:lnTo>
                    <a:pt x="1283661" y="1347001"/>
                  </a:lnTo>
                  <a:lnTo>
                    <a:pt x="1283650" y="1347010"/>
                  </a:lnTo>
                  <a:lnTo>
                    <a:pt x="1283640" y="1347016"/>
                  </a:lnTo>
                  <a:lnTo>
                    <a:pt x="1283630" y="1347021"/>
                  </a:lnTo>
                  <a:lnTo>
                    <a:pt x="1283624" y="1347021"/>
                  </a:lnTo>
                  <a:lnTo>
                    <a:pt x="1283617" y="1347019"/>
                  </a:lnTo>
                  <a:lnTo>
                    <a:pt x="1283611" y="1347015"/>
                  </a:lnTo>
                  <a:lnTo>
                    <a:pt x="1283606" y="1347014"/>
                  </a:lnTo>
                  <a:lnTo>
                    <a:pt x="1283602" y="1347013"/>
                  </a:lnTo>
                  <a:lnTo>
                    <a:pt x="1283595" y="1347012"/>
                  </a:lnTo>
                  <a:lnTo>
                    <a:pt x="1283589" y="1347010"/>
                  </a:lnTo>
                  <a:lnTo>
                    <a:pt x="1283581" y="1347005"/>
                  </a:lnTo>
                  <a:lnTo>
                    <a:pt x="1283580" y="1347000"/>
                  </a:lnTo>
                  <a:lnTo>
                    <a:pt x="1283578" y="1346993"/>
                  </a:lnTo>
                  <a:lnTo>
                    <a:pt x="1283577" y="1346987"/>
                  </a:lnTo>
                  <a:lnTo>
                    <a:pt x="1283575" y="1346976"/>
                  </a:lnTo>
                  <a:lnTo>
                    <a:pt x="1283573" y="1346961"/>
                  </a:lnTo>
                  <a:lnTo>
                    <a:pt x="1283573" y="1346946"/>
                  </a:lnTo>
                  <a:lnTo>
                    <a:pt x="1283577" y="1346926"/>
                  </a:lnTo>
                  <a:lnTo>
                    <a:pt x="1283582" y="1346903"/>
                  </a:lnTo>
                  <a:lnTo>
                    <a:pt x="1283589" y="1346878"/>
                  </a:lnTo>
                  <a:lnTo>
                    <a:pt x="1283594" y="1346858"/>
                  </a:lnTo>
                  <a:lnTo>
                    <a:pt x="1283596" y="1346846"/>
                  </a:lnTo>
                  <a:lnTo>
                    <a:pt x="1283598" y="1346831"/>
                  </a:lnTo>
                  <a:lnTo>
                    <a:pt x="1283602" y="1346809"/>
                  </a:lnTo>
                  <a:lnTo>
                    <a:pt x="1283606" y="1346802"/>
                  </a:lnTo>
                  <a:lnTo>
                    <a:pt x="1283613" y="1346793"/>
                  </a:lnTo>
                  <a:lnTo>
                    <a:pt x="1283619" y="1346786"/>
                  </a:lnTo>
                  <a:lnTo>
                    <a:pt x="1283628" y="1346778"/>
                  </a:lnTo>
                  <a:lnTo>
                    <a:pt x="1283633" y="1346766"/>
                  </a:lnTo>
                  <a:lnTo>
                    <a:pt x="1283644" y="1346744"/>
                  </a:lnTo>
                  <a:lnTo>
                    <a:pt x="1283652" y="1346730"/>
                  </a:lnTo>
                  <a:lnTo>
                    <a:pt x="1283658" y="1346708"/>
                  </a:lnTo>
                  <a:lnTo>
                    <a:pt x="1283664" y="1346694"/>
                  </a:lnTo>
                  <a:lnTo>
                    <a:pt x="1283669" y="1346676"/>
                  </a:lnTo>
                  <a:lnTo>
                    <a:pt x="1283671" y="1346670"/>
                  </a:lnTo>
                  <a:lnTo>
                    <a:pt x="1283674" y="1346662"/>
                  </a:lnTo>
                  <a:lnTo>
                    <a:pt x="1283676" y="1346651"/>
                  </a:lnTo>
                  <a:lnTo>
                    <a:pt x="1283677" y="1346619"/>
                  </a:lnTo>
                  <a:lnTo>
                    <a:pt x="1283678" y="1346605"/>
                  </a:lnTo>
                  <a:lnTo>
                    <a:pt x="1283679" y="1346595"/>
                  </a:lnTo>
                  <a:lnTo>
                    <a:pt x="1283677" y="1346577"/>
                  </a:lnTo>
                  <a:lnTo>
                    <a:pt x="1283678" y="1346567"/>
                  </a:lnTo>
                  <a:lnTo>
                    <a:pt x="1283679" y="1346558"/>
                  </a:lnTo>
                  <a:lnTo>
                    <a:pt x="1283680" y="1346546"/>
                  </a:lnTo>
                  <a:lnTo>
                    <a:pt x="1283684" y="1346532"/>
                  </a:lnTo>
                  <a:lnTo>
                    <a:pt x="1283688" y="1346512"/>
                  </a:lnTo>
                  <a:lnTo>
                    <a:pt x="1283691" y="1346499"/>
                  </a:lnTo>
                  <a:lnTo>
                    <a:pt x="1283694" y="1346484"/>
                  </a:lnTo>
                  <a:lnTo>
                    <a:pt x="1283699" y="1346468"/>
                  </a:lnTo>
                  <a:lnTo>
                    <a:pt x="1283702" y="1346463"/>
                  </a:lnTo>
                  <a:lnTo>
                    <a:pt x="1283707" y="1346456"/>
                  </a:lnTo>
                  <a:lnTo>
                    <a:pt x="1283710" y="1346451"/>
                  </a:lnTo>
                  <a:lnTo>
                    <a:pt x="1283713" y="1346444"/>
                  </a:lnTo>
                  <a:lnTo>
                    <a:pt x="1283717" y="1346432"/>
                  </a:lnTo>
                  <a:lnTo>
                    <a:pt x="1283721" y="1346417"/>
                  </a:lnTo>
                  <a:lnTo>
                    <a:pt x="1283726" y="1346401"/>
                  </a:lnTo>
                  <a:lnTo>
                    <a:pt x="1283728" y="1346386"/>
                  </a:lnTo>
                  <a:lnTo>
                    <a:pt x="1283731" y="1346376"/>
                  </a:lnTo>
                  <a:lnTo>
                    <a:pt x="1283734" y="1346365"/>
                  </a:lnTo>
                  <a:lnTo>
                    <a:pt x="1283736" y="1346355"/>
                  </a:lnTo>
                  <a:lnTo>
                    <a:pt x="1283738" y="1346346"/>
                  </a:lnTo>
                  <a:lnTo>
                    <a:pt x="1283739" y="1346335"/>
                  </a:lnTo>
                  <a:lnTo>
                    <a:pt x="1283734" y="1346330"/>
                  </a:lnTo>
                  <a:lnTo>
                    <a:pt x="1283731" y="1346327"/>
                  </a:lnTo>
                  <a:lnTo>
                    <a:pt x="1283727" y="1346323"/>
                  </a:lnTo>
                  <a:lnTo>
                    <a:pt x="1283720" y="1346317"/>
                  </a:lnTo>
                  <a:lnTo>
                    <a:pt x="1283714" y="1346314"/>
                  </a:lnTo>
                  <a:lnTo>
                    <a:pt x="1283705" y="1346312"/>
                  </a:lnTo>
                  <a:lnTo>
                    <a:pt x="1283697" y="1346310"/>
                  </a:lnTo>
                  <a:lnTo>
                    <a:pt x="1283688" y="1346312"/>
                  </a:lnTo>
                  <a:lnTo>
                    <a:pt x="1283678" y="1346312"/>
                  </a:lnTo>
                  <a:lnTo>
                    <a:pt x="1283669" y="1346313"/>
                  </a:lnTo>
                  <a:lnTo>
                    <a:pt x="1283658" y="1346312"/>
                  </a:lnTo>
                  <a:lnTo>
                    <a:pt x="1283651" y="1346310"/>
                  </a:lnTo>
                  <a:lnTo>
                    <a:pt x="1283643" y="1346307"/>
                  </a:lnTo>
                  <a:lnTo>
                    <a:pt x="1283631" y="1346301"/>
                  </a:lnTo>
                  <a:lnTo>
                    <a:pt x="1283618" y="1346296"/>
                  </a:lnTo>
                  <a:lnTo>
                    <a:pt x="1283603" y="1346290"/>
                  </a:lnTo>
                  <a:lnTo>
                    <a:pt x="1283586" y="1346283"/>
                  </a:lnTo>
                  <a:lnTo>
                    <a:pt x="1283570" y="1346277"/>
                  </a:lnTo>
                  <a:lnTo>
                    <a:pt x="1283555" y="1346271"/>
                  </a:lnTo>
                  <a:lnTo>
                    <a:pt x="1283544" y="1346266"/>
                  </a:lnTo>
                  <a:lnTo>
                    <a:pt x="1283530" y="1346259"/>
                  </a:lnTo>
                  <a:lnTo>
                    <a:pt x="1283516" y="1346250"/>
                  </a:lnTo>
                  <a:lnTo>
                    <a:pt x="1283502" y="1346245"/>
                  </a:lnTo>
                  <a:lnTo>
                    <a:pt x="1283490" y="1346239"/>
                  </a:lnTo>
                  <a:lnTo>
                    <a:pt x="1283477" y="1346232"/>
                  </a:lnTo>
                  <a:lnTo>
                    <a:pt x="1283464" y="1346225"/>
                  </a:lnTo>
                  <a:lnTo>
                    <a:pt x="1283454" y="1346220"/>
                  </a:lnTo>
                  <a:lnTo>
                    <a:pt x="1283443" y="1346215"/>
                  </a:lnTo>
                  <a:lnTo>
                    <a:pt x="1283433" y="1346209"/>
                  </a:lnTo>
                  <a:lnTo>
                    <a:pt x="1283421" y="1346203"/>
                  </a:lnTo>
                  <a:lnTo>
                    <a:pt x="1283408" y="1346197"/>
                  </a:lnTo>
                  <a:lnTo>
                    <a:pt x="1283403" y="1346193"/>
                  </a:lnTo>
                  <a:lnTo>
                    <a:pt x="1283394" y="1346188"/>
                  </a:lnTo>
                  <a:lnTo>
                    <a:pt x="1283384" y="1346177"/>
                  </a:lnTo>
                  <a:lnTo>
                    <a:pt x="1283377" y="1346174"/>
                  </a:lnTo>
                  <a:lnTo>
                    <a:pt x="1283370" y="1346174"/>
                  </a:lnTo>
                  <a:lnTo>
                    <a:pt x="1283365" y="1346174"/>
                  </a:lnTo>
                  <a:lnTo>
                    <a:pt x="1283359" y="1346173"/>
                  </a:lnTo>
                  <a:lnTo>
                    <a:pt x="1283347" y="1346171"/>
                  </a:lnTo>
                  <a:lnTo>
                    <a:pt x="1283328" y="1346166"/>
                  </a:lnTo>
                  <a:lnTo>
                    <a:pt x="1283316" y="1346163"/>
                  </a:lnTo>
                  <a:lnTo>
                    <a:pt x="1283308" y="1346160"/>
                  </a:lnTo>
                  <a:lnTo>
                    <a:pt x="1283292" y="1346154"/>
                  </a:lnTo>
                  <a:lnTo>
                    <a:pt x="1283276" y="1346148"/>
                  </a:lnTo>
                  <a:lnTo>
                    <a:pt x="1283268" y="1346141"/>
                  </a:lnTo>
                  <a:lnTo>
                    <a:pt x="1283257" y="1346136"/>
                  </a:lnTo>
                  <a:lnTo>
                    <a:pt x="1283249" y="1346134"/>
                  </a:lnTo>
                  <a:lnTo>
                    <a:pt x="1283231" y="1346133"/>
                  </a:lnTo>
                  <a:lnTo>
                    <a:pt x="1283219" y="1346130"/>
                  </a:lnTo>
                  <a:lnTo>
                    <a:pt x="1283206" y="1346128"/>
                  </a:lnTo>
                  <a:lnTo>
                    <a:pt x="1283191" y="1346125"/>
                  </a:lnTo>
                  <a:lnTo>
                    <a:pt x="1283182" y="1346123"/>
                  </a:lnTo>
                  <a:lnTo>
                    <a:pt x="1283171" y="1346116"/>
                  </a:lnTo>
                  <a:lnTo>
                    <a:pt x="1283163" y="1346118"/>
                  </a:lnTo>
                  <a:lnTo>
                    <a:pt x="1283157" y="1346121"/>
                  </a:lnTo>
                  <a:lnTo>
                    <a:pt x="1283146" y="1346124"/>
                  </a:lnTo>
                  <a:lnTo>
                    <a:pt x="1283136" y="1346120"/>
                  </a:lnTo>
                  <a:lnTo>
                    <a:pt x="1283131" y="1346116"/>
                  </a:lnTo>
                  <a:lnTo>
                    <a:pt x="1283127" y="1346105"/>
                  </a:lnTo>
                  <a:lnTo>
                    <a:pt x="1283126" y="1346096"/>
                  </a:lnTo>
                  <a:lnTo>
                    <a:pt x="1283128" y="1346082"/>
                  </a:lnTo>
                  <a:lnTo>
                    <a:pt x="1283130" y="1346075"/>
                  </a:lnTo>
                  <a:lnTo>
                    <a:pt x="1283131" y="1346059"/>
                  </a:lnTo>
                  <a:lnTo>
                    <a:pt x="1283128" y="1346047"/>
                  </a:lnTo>
                  <a:lnTo>
                    <a:pt x="1283126" y="1346039"/>
                  </a:lnTo>
                  <a:lnTo>
                    <a:pt x="1283123" y="1346030"/>
                  </a:lnTo>
                  <a:lnTo>
                    <a:pt x="1283118" y="1346015"/>
                  </a:lnTo>
                  <a:lnTo>
                    <a:pt x="1283113" y="1346004"/>
                  </a:lnTo>
                  <a:lnTo>
                    <a:pt x="1283106" y="1345996"/>
                  </a:lnTo>
                  <a:lnTo>
                    <a:pt x="1283099" y="1345981"/>
                  </a:lnTo>
                  <a:lnTo>
                    <a:pt x="1283097" y="1345976"/>
                  </a:lnTo>
                  <a:lnTo>
                    <a:pt x="1283091" y="1345960"/>
                  </a:lnTo>
                  <a:lnTo>
                    <a:pt x="1283084" y="1345952"/>
                  </a:lnTo>
                  <a:lnTo>
                    <a:pt x="1283076" y="1345942"/>
                  </a:lnTo>
                  <a:lnTo>
                    <a:pt x="1283065" y="1345935"/>
                  </a:lnTo>
                  <a:lnTo>
                    <a:pt x="1283048" y="1345927"/>
                  </a:lnTo>
                  <a:lnTo>
                    <a:pt x="1283031" y="1345919"/>
                  </a:lnTo>
                  <a:lnTo>
                    <a:pt x="1283021" y="1345914"/>
                  </a:lnTo>
                  <a:lnTo>
                    <a:pt x="1283004" y="1345905"/>
                  </a:lnTo>
                  <a:lnTo>
                    <a:pt x="1282987" y="1345896"/>
                  </a:lnTo>
                  <a:lnTo>
                    <a:pt x="1282975" y="1345889"/>
                  </a:lnTo>
                  <a:lnTo>
                    <a:pt x="1282965" y="1345882"/>
                  </a:lnTo>
                  <a:lnTo>
                    <a:pt x="1282959" y="1345878"/>
                  </a:lnTo>
                  <a:lnTo>
                    <a:pt x="1282947" y="1345873"/>
                  </a:lnTo>
                  <a:lnTo>
                    <a:pt x="1282927" y="1345868"/>
                  </a:lnTo>
                  <a:lnTo>
                    <a:pt x="1282915" y="1345862"/>
                  </a:lnTo>
                  <a:lnTo>
                    <a:pt x="1282901" y="1345856"/>
                  </a:lnTo>
                  <a:lnTo>
                    <a:pt x="1282891" y="1345848"/>
                  </a:lnTo>
                  <a:lnTo>
                    <a:pt x="1282885" y="1345843"/>
                  </a:lnTo>
                  <a:lnTo>
                    <a:pt x="1282882" y="1345836"/>
                  </a:lnTo>
                  <a:lnTo>
                    <a:pt x="1282880" y="1345830"/>
                  </a:lnTo>
                  <a:lnTo>
                    <a:pt x="1282874" y="1345828"/>
                  </a:lnTo>
                  <a:lnTo>
                    <a:pt x="1282868" y="1345827"/>
                  </a:lnTo>
                  <a:lnTo>
                    <a:pt x="1282861" y="1345826"/>
                  </a:lnTo>
                  <a:lnTo>
                    <a:pt x="1282854" y="1345825"/>
                  </a:lnTo>
                  <a:lnTo>
                    <a:pt x="1282841" y="1345821"/>
                  </a:lnTo>
                  <a:lnTo>
                    <a:pt x="1282821" y="1345811"/>
                  </a:lnTo>
                  <a:lnTo>
                    <a:pt x="1282800" y="1345801"/>
                  </a:lnTo>
                  <a:lnTo>
                    <a:pt x="1282773" y="1345780"/>
                  </a:lnTo>
                  <a:lnTo>
                    <a:pt x="1282753" y="1345762"/>
                  </a:lnTo>
                  <a:lnTo>
                    <a:pt x="1282739" y="1345747"/>
                  </a:lnTo>
                  <a:lnTo>
                    <a:pt x="1282733" y="1345738"/>
                  </a:lnTo>
                  <a:lnTo>
                    <a:pt x="1282728" y="1345727"/>
                  </a:lnTo>
                  <a:lnTo>
                    <a:pt x="1282726" y="1345712"/>
                  </a:lnTo>
                  <a:lnTo>
                    <a:pt x="1282726" y="1345703"/>
                  </a:lnTo>
                  <a:lnTo>
                    <a:pt x="1282732" y="1345656"/>
                  </a:lnTo>
                  <a:lnTo>
                    <a:pt x="1282734" y="1345641"/>
                  </a:lnTo>
                  <a:lnTo>
                    <a:pt x="1282734" y="1345630"/>
                  </a:lnTo>
                  <a:lnTo>
                    <a:pt x="1282732" y="1345618"/>
                  </a:lnTo>
                  <a:lnTo>
                    <a:pt x="1282728" y="1345609"/>
                  </a:lnTo>
                  <a:lnTo>
                    <a:pt x="1282712" y="1345584"/>
                  </a:lnTo>
                  <a:lnTo>
                    <a:pt x="1282701" y="1345572"/>
                  </a:lnTo>
                  <a:lnTo>
                    <a:pt x="1282688" y="1345561"/>
                  </a:lnTo>
                  <a:lnTo>
                    <a:pt x="1282671" y="1345553"/>
                  </a:lnTo>
                  <a:lnTo>
                    <a:pt x="1282656" y="1345545"/>
                  </a:lnTo>
                  <a:lnTo>
                    <a:pt x="1282647" y="1345542"/>
                  </a:lnTo>
                  <a:lnTo>
                    <a:pt x="1282630" y="1345539"/>
                  </a:lnTo>
                  <a:lnTo>
                    <a:pt x="1282613" y="1345539"/>
                  </a:lnTo>
                  <a:lnTo>
                    <a:pt x="1282596" y="1345540"/>
                  </a:lnTo>
                  <a:lnTo>
                    <a:pt x="1282586" y="1345537"/>
                  </a:lnTo>
                  <a:lnTo>
                    <a:pt x="1282580" y="1345533"/>
                  </a:lnTo>
                  <a:lnTo>
                    <a:pt x="1282570" y="1345524"/>
                  </a:lnTo>
                  <a:lnTo>
                    <a:pt x="1282561" y="1345512"/>
                  </a:lnTo>
                  <a:lnTo>
                    <a:pt x="1282553" y="1345504"/>
                  </a:lnTo>
                  <a:lnTo>
                    <a:pt x="1282544" y="1345485"/>
                  </a:lnTo>
                  <a:lnTo>
                    <a:pt x="1282537" y="1345470"/>
                  </a:lnTo>
                  <a:lnTo>
                    <a:pt x="1282528" y="1345451"/>
                  </a:lnTo>
                  <a:lnTo>
                    <a:pt x="1282522" y="1345436"/>
                  </a:lnTo>
                  <a:lnTo>
                    <a:pt x="1282518" y="1345426"/>
                  </a:lnTo>
                  <a:lnTo>
                    <a:pt x="1282516" y="1345421"/>
                  </a:lnTo>
                  <a:lnTo>
                    <a:pt x="1282511" y="1345406"/>
                  </a:lnTo>
                  <a:lnTo>
                    <a:pt x="1282506" y="1345398"/>
                  </a:lnTo>
                  <a:lnTo>
                    <a:pt x="1282500" y="1345395"/>
                  </a:lnTo>
                  <a:lnTo>
                    <a:pt x="1282489" y="1345391"/>
                  </a:lnTo>
                  <a:lnTo>
                    <a:pt x="1282477" y="1345387"/>
                  </a:lnTo>
                  <a:lnTo>
                    <a:pt x="1282465" y="1345385"/>
                  </a:lnTo>
                  <a:lnTo>
                    <a:pt x="1282451" y="1345380"/>
                  </a:lnTo>
                  <a:lnTo>
                    <a:pt x="1282437" y="1345375"/>
                  </a:lnTo>
                  <a:lnTo>
                    <a:pt x="1282423" y="1345370"/>
                  </a:lnTo>
                  <a:lnTo>
                    <a:pt x="1282411" y="1345365"/>
                  </a:lnTo>
                  <a:lnTo>
                    <a:pt x="1282394" y="1345360"/>
                  </a:lnTo>
                  <a:lnTo>
                    <a:pt x="1282380" y="1345355"/>
                  </a:lnTo>
                  <a:lnTo>
                    <a:pt x="1282370" y="1345351"/>
                  </a:lnTo>
                  <a:lnTo>
                    <a:pt x="1282352" y="1345343"/>
                  </a:lnTo>
                  <a:lnTo>
                    <a:pt x="1282337" y="1345335"/>
                  </a:lnTo>
                  <a:lnTo>
                    <a:pt x="1282326" y="1345328"/>
                  </a:lnTo>
                  <a:lnTo>
                    <a:pt x="1282318" y="1345322"/>
                  </a:lnTo>
                  <a:lnTo>
                    <a:pt x="1282305" y="1345315"/>
                  </a:lnTo>
                  <a:lnTo>
                    <a:pt x="1282289" y="1345306"/>
                  </a:lnTo>
                  <a:lnTo>
                    <a:pt x="1282277" y="1345300"/>
                  </a:lnTo>
                  <a:lnTo>
                    <a:pt x="1282268" y="1345294"/>
                  </a:lnTo>
                  <a:lnTo>
                    <a:pt x="1282263" y="1345288"/>
                  </a:lnTo>
                  <a:lnTo>
                    <a:pt x="1282257" y="1345285"/>
                  </a:lnTo>
                  <a:lnTo>
                    <a:pt x="1282248" y="1345283"/>
                  </a:lnTo>
                  <a:lnTo>
                    <a:pt x="1282237" y="1345278"/>
                  </a:lnTo>
                  <a:lnTo>
                    <a:pt x="1282226" y="1345272"/>
                  </a:lnTo>
                  <a:lnTo>
                    <a:pt x="1282217" y="1345267"/>
                  </a:lnTo>
                  <a:lnTo>
                    <a:pt x="1282205" y="1345259"/>
                  </a:lnTo>
                  <a:lnTo>
                    <a:pt x="1282195" y="1345250"/>
                  </a:lnTo>
                  <a:lnTo>
                    <a:pt x="1282184" y="1345242"/>
                  </a:lnTo>
                  <a:lnTo>
                    <a:pt x="1282177" y="1345235"/>
                  </a:lnTo>
                  <a:lnTo>
                    <a:pt x="1282161" y="1345218"/>
                  </a:lnTo>
                  <a:lnTo>
                    <a:pt x="1282145" y="1345201"/>
                  </a:lnTo>
                  <a:lnTo>
                    <a:pt x="1282135" y="1345192"/>
                  </a:lnTo>
                  <a:lnTo>
                    <a:pt x="1282128" y="1345184"/>
                  </a:lnTo>
                  <a:lnTo>
                    <a:pt x="1282120" y="1345171"/>
                  </a:lnTo>
                  <a:lnTo>
                    <a:pt x="1282111" y="1345162"/>
                  </a:lnTo>
                  <a:lnTo>
                    <a:pt x="1282102" y="1345152"/>
                  </a:lnTo>
                  <a:lnTo>
                    <a:pt x="1282090" y="1345143"/>
                  </a:lnTo>
                  <a:lnTo>
                    <a:pt x="1282073" y="1345130"/>
                  </a:lnTo>
                  <a:lnTo>
                    <a:pt x="1282057" y="1345115"/>
                  </a:lnTo>
                  <a:lnTo>
                    <a:pt x="1282047" y="1345108"/>
                  </a:lnTo>
                  <a:lnTo>
                    <a:pt x="1282039" y="1345102"/>
                  </a:lnTo>
                  <a:lnTo>
                    <a:pt x="1282031" y="1345095"/>
                  </a:lnTo>
                  <a:lnTo>
                    <a:pt x="1282020" y="1345087"/>
                  </a:lnTo>
                  <a:lnTo>
                    <a:pt x="1282014" y="1345082"/>
                  </a:lnTo>
                  <a:lnTo>
                    <a:pt x="1282009" y="1345079"/>
                  </a:lnTo>
                  <a:lnTo>
                    <a:pt x="1282001" y="1345074"/>
                  </a:lnTo>
                  <a:lnTo>
                    <a:pt x="1281985" y="1345062"/>
                  </a:lnTo>
                  <a:lnTo>
                    <a:pt x="1281970" y="1345057"/>
                  </a:lnTo>
                  <a:lnTo>
                    <a:pt x="1281928" y="1345043"/>
                  </a:lnTo>
                  <a:lnTo>
                    <a:pt x="1281907" y="1345035"/>
                  </a:lnTo>
                  <a:lnTo>
                    <a:pt x="1281889" y="1345019"/>
                  </a:lnTo>
                  <a:lnTo>
                    <a:pt x="1281846" y="1345008"/>
                  </a:lnTo>
                  <a:lnTo>
                    <a:pt x="1281840" y="1344996"/>
                  </a:lnTo>
                  <a:lnTo>
                    <a:pt x="1281797" y="1344913"/>
                  </a:lnTo>
                  <a:lnTo>
                    <a:pt x="1281740" y="1344868"/>
                  </a:lnTo>
                  <a:lnTo>
                    <a:pt x="1281717" y="1344842"/>
                  </a:lnTo>
                  <a:lnTo>
                    <a:pt x="1281698" y="1344831"/>
                  </a:lnTo>
                  <a:lnTo>
                    <a:pt x="1281690" y="1344803"/>
                  </a:lnTo>
                  <a:lnTo>
                    <a:pt x="1281676" y="1344768"/>
                  </a:lnTo>
                  <a:lnTo>
                    <a:pt x="1281662" y="1344735"/>
                  </a:lnTo>
                  <a:lnTo>
                    <a:pt x="1281608" y="1344740"/>
                  </a:lnTo>
                  <a:lnTo>
                    <a:pt x="1281589" y="1344732"/>
                  </a:lnTo>
                  <a:lnTo>
                    <a:pt x="1281578" y="1344722"/>
                  </a:lnTo>
                  <a:lnTo>
                    <a:pt x="1281576" y="1344701"/>
                  </a:lnTo>
                  <a:lnTo>
                    <a:pt x="1281571" y="1344697"/>
                  </a:lnTo>
                  <a:lnTo>
                    <a:pt x="1281522" y="1344701"/>
                  </a:lnTo>
                  <a:lnTo>
                    <a:pt x="1281463" y="1344669"/>
                  </a:lnTo>
                  <a:lnTo>
                    <a:pt x="1281447" y="1344656"/>
                  </a:lnTo>
                  <a:lnTo>
                    <a:pt x="1281423" y="1344622"/>
                  </a:lnTo>
                  <a:lnTo>
                    <a:pt x="1281391" y="1344585"/>
                  </a:lnTo>
                  <a:lnTo>
                    <a:pt x="1281358" y="1344551"/>
                  </a:lnTo>
                  <a:lnTo>
                    <a:pt x="1281339" y="1344527"/>
                  </a:lnTo>
                  <a:lnTo>
                    <a:pt x="1281326" y="1344507"/>
                  </a:lnTo>
                  <a:lnTo>
                    <a:pt x="1281368" y="1344493"/>
                  </a:lnTo>
                  <a:lnTo>
                    <a:pt x="1281448" y="1344468"/>
                  </a:lnTo>
                  <a:lnTo>
                    <a:pt x="1281511" y="1344428"/>
                  </a:lnTo>
                  <a:lnTo>
                    <a:pt x="1281588" y="1344390"/>
                  </a:lnTo>
                  <a:lnTo>
                    <a:pt x="1281596" y="1344400"/>
                  </a:lnTo>
                  <a:lnTo>
                    <a:pt x="1281607" y="1344413"/>
                  </a:lnTo>
                  <a:lnTo>
                    <a:pt x="1281615" y="1344422"/>
                  </a:lnTo>
                  <a:lnTo>
                    <a:pt x="1281620" y="1344418"/>
                  </a:lnTo>
                  <a:lnTo>
                    <a:pt x="1281624" y="1344415"/>
                  </a:lnTo>
                  <a:lnTo>
                    <a:pt x="1281635" y="1344410"/>
                  </a:lnTo>
                  <a:lnTo>
                    <a:pt x="1281645" y="1344406"/>
                  </a:lnTo>
                  <a:lnTo>
                    <a:pt x="1281659" y="1344402"/>
                  </a:lnTo>
                  <a:lnTo>
                    <a:pt x="1281669" y="1344399"/>
                  </a:lnTo>
                  <a:lnTo>
                    <a:pt x="1281675" y="1344397"/>
                  </a:lnTo>
                  <a:lnTo>
                    <a:pt x="1281682" y="1344393"/>
                  </a:lnTo>
                  <a:lnTo>
                    <a:pt x="1281688" y="1344388"/>
                  </a:lnTo>
                  <a:lnTo>
                    <a:pt x="1281693" y="1344384"/>
                  </a:lnTo>
                  <a:lnTo>
                    <a:pt x="1281699" y="1344381"/>
                  </a:lnTo>
                  <a:lnTo>
                    <a:pt x="1281706" y="1344379"/>
                  </a:lnTo>
                  <a:lnTo>
                    <a:pt x="1281711" y="1344375"/>
                  </a:lnTo>
                  <a:lnTo>
                    <a:pt x="1281713" y="1344367"/>
                  </a:lnTo>
                  <a:lnTo>
                    <a:pt x="1281714" y="1344353"/>
                  </a:lnTo>
                  <a:lnTo>
                    <a:pt x="1281714" y="1344339"/>
                  </a:lnTo>
                  <a:lnTo>
                    <a:pt x="1281715" y="1344330"/>
                  </a:lnTo>
                  <a:lnTo>
                    <a:pt x="1281717" y="1344320"/>
                  </a:lnTo>
                  <a:lnTo>
                    <a:pt x="1281720" y="1344313"/>
                  </a:lnTo>
                  <a:lnTo>
                    <a:pt x="1281725" y="1344304"/>
                  </a:lnTo>
                  <a:lnTo>
                    <a:pt x="1281727" y="1344294"/>
                  </a:lnTo>
                  <a:lnTo>
                    <a:pt x="1281727" y="1344289"/>
                  </a:lnTo>
                  <a:lnTo>
                    <a:pt x="1281725" y="1344280"/>
                  </a:lnTo>
                  <a:lnTo>
                    <a:pt x="1281723" y="1344270"/>
                  </a:lnTo>
                  <a:lnTo>
                    <a:pt x="1281719" y="1344263"/>
                  </a:lnTo>
                  <a:lnTo>
                    <a:pt x="1281716" y="1344257"/>
                  </a:lnTo>
                  <a:lnTo>
                    <a:pt x="1281714" y="1344253"/>
                  </a:lnTo>
                  <a:lnTo>
                    <a:pt x="1281712" y="1344247"/>
                  </a:lnTo>
                  <a:lnTo>
                    <a:pt x="1281710" y="1344237"/>
                  </a:lnTo>
                  <a:lnTo>
                    <a:pt x="1281710" y="1344230"/>
                  </a:lnTo>
                  <a:lnTo>
                    <a:pt x="1281710" y="1344225"/>
                  </a:lnTo>
                  <a:lnTo>
                    <a:pt x="1281712" y="1344216"/>
                  </a:lnTo>
                  <a:lnTo>
                    <a:pt x="1281715" y="1344207"/>
                  </a:lnTo>
                  <a:lnTo>
                    <a:pt x="1281718" y="1344202"/>
                  </a:lnTo>
                  <a:lnTo>
                    <a:pt x="1281720" y="1344197"/>
                  </a:lnTo>
                  <a:lnTo>
                    <a:pt x="1281725" y="1344193"/>
                  </a:lnTo>
                  <a:lnTo>
                    <a:pt x="1281730" y="1344192"/>
                  </a:lnTo>
                  <a:lnTo>
                    <a:pt x="1281734" y="1344191"/>
                  </a:lnTo>
                  <a:lnTo>
                    <a:pt x="1281740" y="1344189"/>
                  </a:lnTo>
                  <a:lnTo>
                    <a:pt x="1281745" y="1344188"/>
                  </a:lnTo>
                  <a:lnTo>
                    <a:pt x="1281750" y="1344188"/>
                  </a:lnTo>
                  <a:lnTo>
                    <a:pt x="1281757" y="1344186"/>
                  </a:lnTo>
                  <a:lnTo>
                    <a:pt x="1281763" y="1344180"/>
                  </a:lnTo>
                  <a:lnTo>
                    <a:pt x="1281766" y="1344174"/>
                  </a:lnTo>
                  <a:lnTo>
                    <a:pt x="1281767" y="1344168"/>
                  </a:lnTo>
                  <a:lnTo>
                    <a:pt x="1281767" y="1344163"/>
                  </a:lnTo>
                  <a:lnTo>
                    <a:pt x="1281767" y="1344157"/>
                  </a:lnTo>
                  <a:lnTo>
                    <a:pt x="1281767" y="1344149"/>
                  </a:lnTo>
                  <a:lnTo>
                    <a:pt x="1281765" y="1344142"/>
                  </a:lnTo>
                  <a:lnTo>
                    <a:pt x="1281736" y="1344101"/>
                  </a:lnTo>
                  <a:lnTo>
                    <a:pt x="1281730" y="1344092"/>
                  </a:lnTo>
                  <a:lnTo>
                    <a:pt x="1281732" y="1344076"/>
                  </a:lnTo>
                  <a:lnTo>
                    <a:pt x="1281731" y="1344053"/>
                  </a:lnTo>
                  <a:lnTo>
                    <a:pt x="1281725" y="1344048"/>
                  </a:lnTo>
                  <a:lnTo>
                    <a:pt x="1281718" y="1344043"/>
                  </a:lnTo>
                  <a:lnTo>
                    <a:pt x="1281712" y="1344039"/>
                  </a:lnTo>
                  <a:lnTo>
                    <a:pt x="1281707" y="1344038"/>
                  </a:lnTo>
                  <a:lnTo>
                    <a:pt x="1281701" y="1344037"/>
                  </a:lnTo>
                  <a:lnTo>
                    <a:pt x="1281693" y="1344036"/>
                  </a:lnTo>
                  <a:lnTo>
                    <a:pt x="1281681" y="1344035"/>
                  </a:lnTo>
                  <a:lnTo>
                    <a:pt x="1281673" y="1344035"/>
                  </a:lnTo>
                  <a:lnTo>
                    <a:pt x="1281668" y="1344034"/>
                  </a:lnTo>
                  <a:lnTo>
                    <a:pt x="1281662" y="1344034"/>
                  </a:lnTo>
                  <a:lnTo>
                    <a:pt x="1281653" y="1344034"/>
                  </a:lnTo>
                  <a:lnTo>
                    <a:pt x="1281644" y="1344035"/>
                  </a:lnTo>
                  <a:lnTo>
                    <a:pt x="1281637" y="1344037"/>
                  </a:lnTo>
                  <a:lnTo>
                    <a:pt x="1281630" y="1344038"/>
                  </a:lnTo>
                  <a:lnTo>
                    <a:pt x="1281624" y="1344039"/>
                  </a:lnTo>
                  <a:lnTo>
                    <a:pt x="1281616" y="1344041"/>
                  </a:lnTo>
                  <a:lnTo>
                    <a:pt x="1281609" y="1344043"/>
                  </a:lnTo>
                  <a:lnTo>
                    <a:pt x="1281604" y="1344046"/>
                  </a:lnTo>
                  <a:lnTo>
                    <a:pt x="1281599" y="1344051"/>
                  </a:lnTo>
                  <a:lnTo>
                    <a:pt x="1281592" y="1344056"/>
                  </a:lnTo>
                  <a:lnTo>
                    <a:pt x="1281587" y="1344056"/>
                  </a:lnTo>
                  <a:lnTo>
                    <a:pt x="1281581" y="1344055"/>
                  </a:lnTo>
                  <a:lnTo>
                    <a:pt x="1281576" y="1344054"/>
                  </a:lnTo>
                  <a:lnTo>
                    <a:pt x="1281572" y="1344052"/>
                  </a:lnTo>
                  <a:lnTo>
                    <a:pt x="1281567" y="1344053"/>
                  </a:lnTo>
                  <a:lnTo>
                    <a:pt x="1281562" y="1344054"/>
                  </a:lnTo>
                  <a:lnTo>
                    <a:pt x="1281556" y="1344054"/>
                  </a:lnTo>
                  <a:lnTo>
                    <a:pt x="1281551" y="1344055"/>
                  </a:lnTo>
                  <a:lnTo>
                    <a:pt x="1281546" y="1344054"/>
                  </a:lnTo>
                  <a:lnTo>
                    <a:pt x="1281540" y="1344054"/>
                  </a:lnTo>
                  <a:lnTo>
                    <a:pt x="1281536" y="1344052"/>
                  </a:lnTo>
                  <a:lnTo>
                    <a:pt x="1281533" y="1344048"/>
                  </a:lnTo>
                  <a:lnTo>
                    <a:pt x="1281529" y="1344042"/>
                  </a:lnTo>
                  <a:lnTo>
                    <a:pt x="1281526" y="1344035"/>
                  </a:lnTo>
                  <a:lnTo>
                    <a:pt x="1281525" y="1344027"/>
                  </a:lnTo>
                  <a:lnTo>
                    <a:pt x="1281526" y="1344021"/>
                  </a:lnTo>
                  <a:lnTo>
                    <a:pt x="1281527" y="1344015"/>
                  </a:lnTo>
                  <a:lnTo>
                    <a:pt x="1281528" y="1344008"/>
                  </a:lnTo>
                  <a:lnTo>
                    <a:pt x="1281527" y="1344000"/>
                  </a:lnTo>
                  <a:lnTo>
                    <a:pt x="1281524" y="1343995"/>
                  </a:lnTo>
                  <a:lnTo>
                    <a:pt x="1281521" y="1343988"/>
                  </a:lnTo>
                  <a:lnTo>
                    <a:pt x="1281504" y="1343967"/>
                  </a:lnTo>
                  <a:lnTo>
                    <a:pt x="1281490" y="1343950"/>
                  </a:lnTo>
                  <a:lnTo>
                    <a:pt x="1281487" y="1343948"/>
                  </a:lnTo>
                  <a:lnTo>
                    <a:pt x="1281482" y="1343944"/>
                  </a:lnTo>
                  <a:lnTo>
                    <a:pt x="1281478" y="1343941"/>
                  </a:lnTo>
                  <a:lnTo>
                    <a:pt x="1281471" y="1343936"/>
                  </a:lnTo>
                  <a:lnTo>
                    <a:pt x="1281463" y="1343931"/>
                  </a:lnTo>
                  <a:lnTo>
                    <a:pt x="1281456" y="1343926"/>
                  </a:lnTo>
                  <a:lnTo>
                    <a:pt x="1281450" y="1343922"/>
                  </a:lnTo>
                  <a:lnTo>
                    <a:pt x="1281446" y="1343916"/>
                  </a:lnTo>
                  <a:lnTo>
                    <a:pt x="1281443" y="1343912"/>
                  </a:lnTo>
                  <a:lnTo>
                    <a:pt x="1281439" y="1343908"/>
                  </a:lnTo>
                  <a:lnTo>
                    <a:pt x="1281432" y="1343898"/>
                  </a:lnTo>
                  <a:lnTo>
                    <a:pt x="1281414" y="1343834"/>
                  </a:lnTo>
                  <a:lnTo>
                    <a:pt x="1281411" y="1343829"/>
                  </a:lnTo>
                  <a:lnTo>
                    <a:pt x="1281408" y="1343825"/>
                  </a:lnTo>
                  <a:lnTo>
                    <a:pt x="1281406" y="1343819"/>
                  </a:lnTo>
                  <a:lnTo>
                    <a:pt x="1281405" y="1343812"/>
                  </a:lnTo>
                  <a:lnTo>
                    <a:pt x="1281405" y="1343804"/>
                  </a:lnTo>
                  <a:lnTo>
                    <a:pt x="1281405" y="1343795"/>
                  </a:lnTo>
                  <a:lnTo>
                    <a:pt x="1281402" y="1343790"/>
                  </a:lnTo>
                  <a:lnTo>
                    <a:pt x="1281397" y="1343787"/>
                  </a:lnTo>
                  <a:lnTo>
                    <a:pt x="1281391" y="1343785"/>
                  </a:lnTo>
                  <a:lnTo>
                    <a:pt x="1281386" y="1343784"/>
                  </a:lnTo>
                  <a:lnTo>
                    <a:pt x="1281379" y="1343782"/>
                  </a:lnTo>
                  <a:lnTo>
                    <a:pt x="1281363" y="1343738"/>
                  </a:lnTo>
                  <a:lnTo>
                    <a:pt x="1281361" y="1343730"/>
                  </a:lnTo>
                  <a:lnTo>
                    <a:pt x="1281357" y="1343722"/>
                  </a:lnTo>
                  <a:lnTo>
                    <a:pt x="1281352" y="1343715"/>
                  </a:lnTo>
                  <a:lnTo>
                    <a:pt x="1281347" y="1343707"/>
                  </a:lnTo>
                  <a:lnTo>
                    <a:pt x="1281342" y="1343698"/>
                  </a:lnTo>
                  <a:lnTo>
                    <a:pt x="1281338" y="1343691"/>
                  </a:lnTo>
                  <a:lnTo>
                    <a:pt x="1281334" y="1343683"/>
                  </a:lnTo>
                  <a:lnTo>
                    <a:pt x="1281331" y="1343675"/>
                  </a:lnTo>
                  <a:lnTo>
                    <a:pt x="1281327" y="1343668"/>
                  </a:lnTo>
                  <a:lnTo>
                    <a:pt x="1281320" y="1343657"/>
                  </a:lnTo>
                  <a:lnTo>
                    <a:pt x="1281315" y="1343649"/>
                  </a:lnTo>
                  <a:lnTo>
                    <a:pt x="1281312" y="1343641"/>
                  </a:lnTo>
                  <a:lnTo>
                    <a:pt x="1281310" y="1343634"/>
                  </a:lnTo>
                  <a:lnTo>
                    <a:pt x="1281309" y="1343629"/>
                  </a:lnTo>
                  <a:lnTo>
                    <a:pt x="1281307" y="1343622"/>
                  </a:lnTo>
                  <a:lnTo>
                    <a:pt x="1281301" y="1343622"/>
                  </a:lnTo>
                  <a:lnTo>
                    <a:pt x="1281294" y="1343621"/>
                  </a:lnTo>
                  <a:lnTo>
                    <a:pt x="1281285" y="1343619"/>
                  </a:lnTo>
                  <a:lnTo>
                    <a:pt x="1281276" y="1343617"/>
                  </a:lnTo>
                  <a:lnTo>
                    <a:pt x="1281269" y="1343618"/>
                  </a:lnTo>
                  <a:lnTo>
                    <a:pt x="1281262" y="1343619"/>
                  </a:lnTo>
                  <a:lnTo>
                    <a:pt x="1281258" y="1343620"/>
                  </a:lnTo>
                  <a:lnTo>
                    <a:pt x="1281249" y="1343624"/>
                  </a:lnTo>
                  <a:lnTo>
                    <a:pt x="1281243" y="1343627"/>
                  </a:lnTo>
                  <a:lnTo>
                    <a:pt x="1281234" y="1343630"/>
                  </a:lnTo>
                  <a:lnTo>
                    <a:pt x="1281227" y="1343635"/>
                  </a:lnTo>
                  <a:lnTo>
                    <a:pt x="1281223" y="1343637"/>
                  </a:lnTo>
                  <a:lnTo>
                    <a:pt x="1281216" y="1343640"/>
                  </a:lnTo>
                  <a:lnTo>
                    <a:pt x="1281210" y="1343642"/>
                  </a:lnTo>
                  <a:lnTo>
                    <a:pt x="1281206" y="1343643"/>
                  </a:lnTo>
                  <a:lnTo>
                    <a:pt x="1281202" y="1343642"/>
                  </a:lnTo>
                  <a:lnTo>
                    <a:pt x="1281197" y="1343638"/>
                  </a:lnTo>
                  <a:lnTo>
                    <a:pt x="1281194" y="1343635"/>
                  </a:lnTo>
                  <a:lnTo>
                    <a:pt x="1281190" y="1343628"/>
                  </a:lnTo>
                  <a:lnTo>
                    <a:pt x="1281190" y="1343623"/>
                  </a:lnTo>
                  <a:lnTo>
                    <a:pt x="1281188" y="1343618"/>
                  </a:lnTo>
                  <a:lnTo>
                    <a:pt x="1281186" y="1343612"/>
                  </a:lnTo>
                  <a:lnTo>
                    <a:pt x="1281182" y="1343613"/>
                  </a:lnTo>
                  <a:lnTo>
                    <a:pt x="1281178" y="1343619"/>
                  </a:lnTo>
                  <a:lnTo>
                    <a:pt x="1281175" y="1343626"/>
                  </a:lnTo>
                  <a:lnTo>
                    <a:pt x="1281172" y="1343631"/>
                  </a:lnTo>
                  <a:lnTo>
                    <a:pt x="1281170" y="1343635"/>
                  </a:lnTo>
                  <a:lnTo>
                    <a:pt x="1281164" y="1343641"/>
                  </a:lnTo>
                  <a:lnTo>
                    <a:pt x="1281158" y="1343646"/>
                  </a:lnTo>
                  <a:lnTo>
                    <a:pt x="1281153" y="1343645"/>
                  </a:lnTo>
                  <a:lnTo>
                    <a:pt x="1281145" y="1343643"/>
                  </a:lnTo>
                  <a:lnTo>
                    <a:pt x="1281139" y="1343642"/>
                  </a:lnTo>
                  <a:lnTo>
                    <a:pt x="1281132" y="1343640"/>
                  </a:lnTo>
                  <a:lnTo>
                    <a:pt x="1281124" y="1343639"/>
                  </a:lnTo>
                  <a:lnTo>
                    <a:pt x="1281118" y="1343637"/>
                  </a:lnTo>
                  <a:lnTo>
                    <a:pt x="1281109" y="1343635"/>
                  </a:lnTo>
                  <a:lnTo>
                    <a:pt x="1281101" y="1343631"/>
                  </a:lnTo>
                  <a:lnTo>
                    <a:pt x="1281095" y="1343627"/>
                  </a:lnTo>
                  <a:lnTo>
                    <a:pt x="1281088" y="1343624"/>
                  </a:lnTo>
                  <a:lnTo>
                    <a:pt x="1281083" y="1343621"/>
                  </a:lnTo>
                  <a:lnTo>
                    <a:pt x="1281079" y="1343620"/>
                  </a:lnTo>
                  <a:lnTo>
                    <a:pt x="1281074" y="1343620"/>
                  </a:lnTo>
                  <a:lnTo>
                    <a:pt x="1281069" y="1343620"/>
                  </a:lnTo>
                  <a:lnTo>
                    <a:pt x="1281064" y="1343621"/>
                  </a:lnTo>
                  <a:lnTo>
                    <a:pt x="1281058" y="1343621"/>
                  </a:lnTo>
                  <a:lnTo>
                    <a:pt x="1281044" y="1343618"/>
                  </a:lnTo>
                  <a:lnTo>
                    <a:pt x="1281033" y="1343616"/>
                  </a:lnTo>
                  <a:lnTo>
                    <a:pt x="1281020" y="1343612"/>
                  </a:lnTo>
                  <a:lnTo>
                    <a:pt x="1281011" y="1343610"/>
                  </a:lnTo>
                  <a:lnTo>
                    <a:pt x="1281005" y="1343607"/>
                  </a:lnTo>
                  <a:lnTo>
                    <a:pt x="1280996" y="1343603"/>
                  </a:lnTo>
                  <a:lnTo>
                    <a:pt x="1280989" y="1343599"/>
                  </a:lnTo>
                  <a:lnTo>
                    <a:pt x="1280982" y="1343595"/>
                  </a:lnTo>
                  <a:lnTo>
                    <a:pt x="1280977" y="1343592"/>
                  </a:lnTo>
                  <a:lnTo>
                    <a:pt x="1280971" y="1343589"/>
                  </a:lnTo>
                  <a:lnTo>
                    <a:pt x="1280965" y="1343586"/>
                  </a:lnTo>
                  <a:lnTo>
                    <a:pt x="1280960" y="1343584"/>
                  </a:lnTo>
                  <a:lnTo>
                    <a:pt x="1280956" y="1343581"/>
                  </a:lnTo>
                  <a:lnTo>
                    <a:pt x="1280950" y="1343576"/>
                  </a:lnTo>
                  <a:lnTo>
                    <a:pt x="1280945" y="1343572"/>
                  </a:lnTo>
                  <a:lnTo>
                    <a:pt x="1280940" y="1343567"/>
                  </a:lnTo>
                  <a:lnTo>
                    <a:pt x="1280938" y="1343563"/>
                  </a:lnTo>
                  <a:lnTo>
                    <a:pt x="1280936" y="1343559"/>
                  </a:lnTo>
                  <a:lnTo>
                    <a:pt x="1280929" y="1343549"/>
                  </a:lnTo>
                  <a:lnTo>
                    <a:pt x="1280924" y="1343543"/>
                  </a:lnTo>
                  <a:lnTo>
                    <a:pt x="1280918" y="1343537"/>
                  </a:lnTo>
                  <a:lnTo>
                    <a:pt x="1280912" y="1343533"/>
                  </a:lnTo>
                  <a:lnTo>
                    <a:pt x="1280900" y="1343528"/>
                  </a:lnTo>
                  <a:lnTo>
                    <a:pt x="1280893" y="1343525"/>
                  </a:lnTo>
                  <a:lnTo>
                    <a:pt x="1280888" y="1343527"/>
                  </a:lnTo>
                  <a:lnTo>
                    <a:pt x="1280881" y="1343529"/>
                  </a:lnTo>
                  <a:lnTo>
                    <a:pt x="1280875" y="1343529"/>
                  </a:lnTo>
                  <a:lnTo>
                    <a:pt x="1280869" y="1343530"/>
                  </a:lnTo>
                  <a:lnTo>
                    <a:pt x="1280859" y="1343529"/>
                  </a:lnTo>
                  <a:lnTo>
                    <a:pt x="1280803" y="1343506"/>
                  </a:lnTo>
                  <a:lnTo>
                    <a:pt x="1280756" y="1343482"/>
                  </a:lnTo>
                  <a:lnTo>
                    <a:pt x="1280748" y="1343488"/>
                  </a:lnTo>
                  <a:lnTo>
                    <a:pt x="1280742" y="1343492"/>
                  </a:lnTo>
                  <a:lnTo>
                    <a:pt x="1280738" y="1343494"/>
                  </a:lnTo>
                  <a:lnTo>
                    <a:pt x="1280732" y="1343495"/>
                  </a:lnTo>
                  <a:lnTo>
                    <a:pt x="1280721" y="1343499"/>
                  </a:lnTo>
                  <a:lnTo>
                    <a:pt x="1280713" y="1343504"/>
                  </a:lnTo>
                  <a:lnTo>
                    <a:pt x="1280703" y="1343512"/>
                  </a:lnTo>
                  <a:lnTo>
                    <a:pt x="1280695" y="1343519"/>
                  </a:lnTo>
                  <a:lnTo>
                    <a:pt x="1280691" y="1343525"/>
                  </a:lnTo>
                  <a:lnTo>
                    <a:pt x="1280687" y="1343529"/>
                  </a:lnTo>
                  <a:lnTo>
                    <a:pt x="1280677" y="1343535"/>
                  </a:lnTo>
                  <a:lnTo>
                    <a:pt x="1280671" y="1343537"/>
                  </a:lnTo>
                  <a:lnTo>
                    <a:pt x="1280662" y="1343538"/>
                  </a:lnTo>
                  <a:lnTo>
                    <a:pt x="1280653" y="1343537"/>
                  </a:lnTo>
                  <a:lnTo>
                    <a:pt x="1280648" y="1343536"/>
                  </a:lnTo>
                  <a:lnTo>
                    <a:pt x="1280641" y="1343534"/>
                  </a:lnTo>
                  <a:lnTo>
                    <a:pt x="1280636" y="1343532"/>
                  </a:lnTo>
                  <a:lnTo>
                    <a:pt x="1280628" y="1343529"/>
                  </a:lnTo>
                  <a:lnTo>
                    <a:pt x="1280622" y="1343527"/>
                  </a:lnTo>
                  <a:lnTo>
                    <a:pt x="1280618" y="1343526"/>
                  </a:lnTo>
                  <a:lnTo>
                    <a:pt x="1280608" y="1343532"/>
                  </a:lnTo>
                  <a:lnTo>
                    <a:pt x="1280601" y="1343534"/>
                  </a:lnTo>
                  <a:lnTo>
                    <a:pt x="1280592" y="1343537"/>
                  </a:lnTo>
                  <a:lnTo>
                    <a:pt x="1280583" y="1343540"/>
                  </a:lnTo>
                  <a:lnTo>
                    <a:pt x="1280574" y="1343542"/>
                  </a:lnTo>
                  <a:lnTo>
                    <a:pt x="1280569" y="1343543"/>
                  </a:lnTo>
                  <a:lnTo>
                    <a:pt x="1280568" y="1343549"/>
                  </a:lnTo>
                  <a:lnTo>
                    <a:pt x="1280567" y="1343556"/>
                  </a:lnTo>
                  <a:lnTo>
                    <a:pt x="1280568" y="1343562"/>
                  </a:lnTo>
                  <a:lnTo>
                    <a:pt x="1280569" y="1343571"/>
                  </a:lnTo>
                  <a:lnTo>
                    <a:pt x="1280571" y="1343580"/>
                  </a:lnTo>
                  <a:lnTo>
                    <a:pt x="1280572" y="1343587"/>
                  </a:lnTo>
                  <a:lnTo>
                    <a:pt x="1280572" y="1343593"/>
                  </a:lnTo>
                  <a:lnTo>
                    <a:pt x="1280571" y="1343603"/>
                  </a:lnTo>
                  <a:lnTo>
                    <a:pt x="1280569" y="1343608"/>
                  </a:lnTo>
                  <a:lnTo>
                    <a:pt x="1280566" y="1343614"/>
                  </a:lnTo>
                  <a:lnTo>
                    <a:pt x="1280560" y="1343616"/>
                  </a:lnTo>
                  <a:lnTo>
                    <a:pt x="1280555" y="1343617"/>
                  </a:lnTo>
                  <a:lnTo>
                    <a:pt x="1280548" y="1343618"/>
                  </a:lnTo>
                  <a:lnTo>
                    <a:pt x="1280540" y="1343621"/>
                  </a:lnTo>
                  <a:lnTo>
                    <a:pt x="1280535" y="1343622"/>
                  </a:lnTo>
                  <a:lnTo>
                    <a:pt x="1280528" y="1343623"/>
                  </a:lnTo>
                  <a:lnTo>
                    <a:pt x="1280521" y="1343617"/>
                  </a:lnTo>
                  <a:lnTo>
                    <a:pt x="1280515" y="1343615"/>
                  </a:lnTo>
                  <a:lnTo>
                    <a:pt x="1280508" y="1343618"/>
                  </a:lnTo>
                  <a:lnTo>
                    <a:pt x="1280503" y="1343623"/>
                  </a:lnTo>
                  <a:lnTo>
                    <a:pt x="1280496" y="1343629"/>
                  </a:lnTo>
                  <a:lnTo>
                    <a:pt x="1280487" y="1343638"/>
                  </a:lnTo>
                  <a:lnTo>
                    <a:pt x="1280481" y="1343644"/>
                  </a:lnTo>
                  <a:lnTo>
                    <a:pt x="1280475" y="1343648"/>
                  </a:lnTo>
                  <a:lnTo>
                    <a:pt x="1280471" y="1343650"/>
                  </a:lnTo>
                  <a:lnTo>
                    <a:pt x="1280462" y="1343652"/>
                  </a:lnTo>
                  <a:lnTo>
                    <a:pt x="1280453" y="1343657"/>
                  </a:lnTo>
                  <a:lnTo>
                    <a:pt x="1280446" y="1343662"/>
                  </a:lnTo>
                  <a:lnTo>
                    <a:pt x="1280437" y="1343664"/>
                  </a:lnTo>
                  <a:lnTo>
                    <a:pt x="1280433" y="1343663"/>
                  </a:lnTo>
                  <a:lnTo>
                    <a:pt x="1280427" y="1343659"/>
                  </a:lnTo>
                  <a:lnTo>
                    <a:pt x="1280420" y="1343654"/>
                  </a:lnTo>
                  <a:lnTo>
                    <a:pt x="1280414" y="1343649"/>
                  </a:lnTo>
                  <a:lnTo>
                    <a:pt x="1280409" y="1343644"/>
                  </a:lnTo>
                  <a:lnTo>
                    <a:pt x="1280402" y="1343638"/>
                  </a:lnTo>
                  <a:lnTo>
                    <a:pt x="1280396" y="1343635"/>
                  </a:lnTo>
                  <a:lnTo>
                    <a:pt x="1280390" y="1343634"/>
                  </a:lnTo>
                  <a:lnTo>
                    <a:pt x="1280385" y="1343635"/>
                  </a:lnTo>
                  <a:lnTo>
                    <a:pt x="1280380" y="1343636"/>
                  </a:lnTo>
                  <a:lnTo>
                    <a:pt x="1280375" y="1343637"/>
                  </a:lnTo>
                  <a:lnTo>
                    <a:pt x="1280369" y="1343639"/>
                  </a:lnTo>
                  <a:lnTo>
                    <a:pt x="1280361" y="1343643"/>
                  </a:lnTo>
                  <a:lnTo>
                    <a:pt x="1280354" y="1343649"/>
                  </a:lnTo>
                  <a:lnTo>
                    <a:pt x="1280349" y="1343655"/>
                  </a:lnTo>
                  <a:lnTo>
                    <a:pt x="1280346" y="1343661"/>
                  </a:lnTo>
                  <a:lnTo>
                    <a:pt x="1280341" y="1343668"/>
                  </a:lnTo>
                  <a:lnTo>
                    <a:pt x="1280335" y="1343675"/>
                  </a:lnTo>
                  <a:lnTo>
                    <a:pt x="1280332" y="1343680"/>
                  </a:lnTo>
                  <a:lnTo>
                    <a:pt x="1280330" y="1343685"/>
                  </a:lnTo>
                  <a:lnTo>
                    <a:pt x="1280327" y="1343690"/>
                  </a:lnTo>
                  <a:lnTo>
                    <a:pt x="1280323" y="1343696"/>
                  </a:lnTo>
                  <a:lnTo>
                    <a:pt x="1280320" y="1343701"/>
                  </a:lnTo>
                  <a:lnTo>
                    <a:pt x="1280316" y="1343705"/>
                  </a:lnTo>
                  <a:lnTo>
                    <a:pt x="1280306" y="1343705"/>
                  </a:lnTo>
                  <a:lnTo>
                    <a:pt x="1280296" y="1343703"/>
                  </a:lnTo>
                  <a:lnTo>
                    <a:pt x="1280286" y="1343699"/>
                  </a:lnTo>
                  <a:lnTo>
                    <a:pt x="1280277" y="1343697"/>
                  </a:lnTo>
                  <a:lnTo>
                    <a:pt x="1280264" y="1343696"/>
                  </a:lnTo>
                  <a:lnTo>
                    <a:pt x="1280257" y="1343696"/>
                  </a:lnTo>
                  <a:lnTo>
                    <a:pt x="1280252" y="1343694"/>
                  </a:lnTo>
                  <a:lnTo>
                    <a:pt x="1280248" y="1343689"/>
                  </a:lnTo>
                  <a:lnTo>
                    <a:pt x="1280244" y="1343684"/>
                  </a:lnTo>
                  <a:lnTo>
                    <a:pt x="1280240" y="1343677"/>
                  </a:lnTo>
                  <a:lnTo>
                    <a:pt x="1280237" y="1343671"/>
                  </a:lnTo>
                  <a:lnTo>
                    <a:pt x="1280233" y="1343664"/>
                  </a:lnTo>
                  <a:lnTo>
                    <a:pt x="1280230" y="1343657"/>
                  </a:lnTo>
                  <a:lnTo>
                    <a:pt x="1280222" y="1343653"/>
                  </a:lnTo>
                  <a:lnTo>
                    <a:pt x="1280217" y="1343651"/>
                  </a:lnTo>
                  <a:lnTo>
                    <a:pt x="1280208" y="1343651"/>
                  </a:lnTo>
                  <a:lnTo>
                    <a:pt x="1280198" y="1343650"/>
                  </a:lnTo>
                  <a:lnTo>
                    <a:pt x="1280191" y="1343649"/>
                  </a:lnTo>
                  <a:lnTo>
                    <a:pt x="1280188" y="1343645"/>
                  </a:lnTo>
                  <a:lnTo>
                    <a:pt x="1280186" y="1343640"/>
                  </a:lnTo>
                  <a:lnTo>
                    <a:pt x="1280184" y="1343633"/>
                  </a:lnTo>
                  <a:lnTo>
                    <a:pt x="1280182" y="1343622"/>
                  </a:lnTo>
                  <a:lnTo>
                    <a:pt x="1280183" y="1343614"/>
                  </a:lnTo>
                  <a:lnTo>
                    <a:pt x="1280185" y="1343606"/>
                  </a:lnTo>
                  <a:lnTo>
                    <a:pt x="1280186" y="1343598"/>
                  </a:lnTo>
                  <a:lnTo>
                    <a:pt x="1280192" y="1343593"/>
                  </a:lnTo>
                  <a:lnTo>
                    <a:pt x="1280196" y="1343591"/>
                  </a:lnTo>
                  <a:lnTo>
                    <a:pt x="1280200" y="1343586"/>
                  </a:lnTo>
                  <a:lnTo>
                    <a:pt x="1280202" y="1343580"/>
                  </a:lnTo>
                  <a:lnTo>
                    <a:pt x="1280205" y="1343571"/>
                  </a:lnTo>
                  <a:lnTo>
                    <a:pt x="1280208" y="1343564"/>
                  </a:lnTo>
                  <a:lnTo>
                    <a:pt x="1280210" y="1343560"/>
                  </a:lnTo>
                  <a:lnTo>
                    <a:pt x="1280217" y="1343551"/>
                  </a:lnTo>
                  <a:lnTo>
                    <a:pt x="1280222" y="1343546"/>
                  </a:lnTo>
                  <a:lnTo>
                    <a:pt x="1280225" y="1343539"/>
                  </a:lnTo>
                  <a:lnTo>
                    <a:pt x="1280225" y="1343526"/>
                  </a:lnTo>
                  <a:lnTo>
                    <a:pt x="1280226" y="1343520"/>
                  </a:lnTo>
                  <a:lnTo>
                    <a:pt x="1280224" y="1343511"/>
                  </a:lnTo>
                  <a:lnTo>
                    <a:pt x="1280222" y="1343505"/>
                  </a:lnTo>
                  <a:lnTo>
                    <a:pt x="1280221" y="1343500"/>
                  </a:lnTo>
                  <a:lnTo>
                    <a:pt x="1280220" y="1343492"/>
                  </a:lnTo>
                  <a:lnTo>
                    <a:pt x="1280221" y="1343486"/>
                  </a:lnTo>
                  <a:lnTo>
                    <a:pt x="1280220" y="1343480"/>
                  </a:lnTo>
                  <a:lnTo>
                    <a:pt x="1280214" y="1343476"/>
                  </a:lnTo>
                  <a:lnTo>
                    <a:pt x="1280207" y="1343474"/>
                  </a:lnTo>
                  <a:lnTo>
                    <a:pt x="1280199" y="1343470"/>
                  </a:lnTo>
                  <a:lnTo>
                    <a:pt x="1280189" y="1343466"/>
                  </a:lnTo>
                  <a:lnTo>
                    <a:pt x="1280184" y="1343464"/>
                  </a:lnTo>
                  <a:lnTo>
                    <a:pt x="1280178" y="1343462"/>
                  </a:lnTo>
                  <a:lnTo>
                    <a:pt x="1280174" y="1343459"/>
                  </a:lnTo>
                  <a:lnTo>
                    <a:pt x="1280169" y="1343456"/>
                  </a:lnTo>
                  <a:lnTo>
                    <a:pt x="1280158" y="1343452"/>
                  </a:lnTo>
                  <a:lnTo>
                    <a:pt x="1280151" y="1343449"/>
                  </a:lnTo>
                  <a:lnTo>
                    <a:pt x="1280144" y="1343448"/>
                  </a:lnTo>
                  <a:lnTo>
                    <a:pt x="1280137" y="1343450"/>
                  </a:lnTo>
                  <a:lnTo>
                    <a:pt x="1280128" y="1343454"/>
                  </a:lnTo>
                  <a:lnTo>
                    <a:pt x="1280116" y="1343463"/>
                  </a:lnTo>
                  <a:lnTo>
                    <a:pt x="1280106" y="1343470"/>
                  </a:lnTo>
                  <a:lnTo>
                    <a:pt x="1280102" y="1343473"/>
                  </a:lnTo>
                  <a:lnTo>
                    <a:pt x="1280093" y="1343478"/>
                  </a:lnTo>
                  <a:lnTo>
                    <a:pt x="1280087" y="1343481"/>
                  </a:lnTo>
                  <a:lnTo>
                    <a:pt x="1280082" y="1343485"/>
                  </a:lnTo>
                  <a:lnTo>
                    <a:pt x="1280077" y="1343491"/>
                  </a:lnTo>
                  <a:lnTo>
                    <a:pt x="1280069" y="1343501"/>
                  </a:lnTo>
                  <a:lnTo>
                    <a:pt x="1280062" y="1343506"/>
                  </a:lnTo>
                  <a:lnTo>
                    <a:pt x="1280057" y="1343507"/>
                  </a:lnTo>
                  <a:lnTo>
                    <a:pt x="1280049" y="1343497"/>
                  </a:lnTo>
                  <a:lnTo>
                    <a:pt x="1280044" y="1343493"/>
                  </a:lnTo>
                  <a:lnTo>
                    <a:pt x="1280038" y="1343493"/>
                  </a:lnTo>
                  <a:lnTo>
                    <a:pt x="1280033" y="1343493"/>
                  </a:lnTo>
                  <a:lnTo>
                    <a:pt x="1280027" y="1343493"/>
                  </a:lnTo>
                  <a:lnTo>
                    <a:pt x="1280019" y="1343494"/>
                  </a:lnTo>
                  <a:lnTo>
                    <a:pt x="1280014" y="1343493"/>
                  </a:lnTo>
                  <a:lnTo>
                    <a:pt x="1280004" y="1343483"/>
                  </a:lnTo>
                  <a:lnTo>
                    <a:pt x="1279993" y="1343476"/>
                  </a:lnTo>
                  <a:lnTo>
                    <a:pt x="1279986" y="1343470"/>
                  </a:lnTo>
                  <a:lnTo>
                    <a:pt x="1279971" y="1343459"/>
                  </a:lnTo>
                  <a:lnTo>
                    <a:pt x="1279960" y="1343452"/>
                  </a:lnTo>
                  <a:lnTo>
                    <a:pt x="1279950" y="1343446"/>
                  </a:lnTo>
                  <a:lnTo>
                    <a:pt x="1279942" y="1343441"/>
                  </a:lnTo>
                  <a:lnTo>
                    <a:pt x="1279932" y="1343436"/>
                  </a:lnTo>
                  <a:lnTo>
                    <a:pt x="1279926" y="1343434"/>
                  </a:lnTo>
                  <a:lnTo>
                    <a:pt x="1279919" y="1343431"/>
                  </a:lnTo>
                  <a:lnTo>
                    <a:pt x="1279910" y="1343431"/>
                  </a:lnTo>
                  <a:lnTo>
                    <a:pt x="1279903" y="1343430"/>
                  </a:lnTo>
                  <a:lnTo>
                    <a:pt x="1279896" y="1343429"/>
                  </a:lnTo>
                  <a:lnTo>
                    <a:pt x="1279859" y="1343471"/>
                  </a:lnTo>
                  <a:lnTo>
                    <a:pt x="1279833" y="1343502"/>
                  </a:lnTo>
                  <a:lnTo>
                    <a:pt x="1279816" y="1343521"/>
                  </a:lnTo>
                  <a:lnTo>
                    <a:pt x="1279805" y="1343534"/>
                  </a:lnTo>
                  <a:lnTo>
                    <a:pt x="1279801" y="1343539"/>
                  </a:lnTo>
                  <a:lnTo>
                    <a:pt x="1279797" y="1343546"/>
                  </a:lnTo>
                  <a:lnTo>
                    <a:pt x="1279792" y="1343552"/>
                  </a:lnTo>
                  <a:lnTo>
                    <a:pt x="1279789" y="1343558"/>
                  </a:lnTo>
                  <a:lnTo>
                    <a:pt x="1279784" y="1343564"/>
                  </a:lnTo>
                  <a:lnTo>
                    <a:pt x="1279781" y="1343569"/>
                  </a:lnTo>
                  <a:lnTo>
                    <a:pt x="1279778" y="1343575"/>
                  </a:lnTo>
                  <a:lnTo>
                    <a:pt x="1279775" y="1343580"/>
                  </a:lnTo>
                  <a:lnTo>
                    <a:pt x="1279772" y="1343588"/>
                  </a:lnTo>
                  <a:lnTo>
                    <a:pt x="1279770" y="1343592"/>
                  </a:lnTo>
                  <a:lnTo>
                    <a:pt x="1279768" y="1343597"/>
                  </a:lnTo>
                  <a:lnTo>
                    <a:pt x="1279765" y="1343603"/>
                  </a:lnTo>
                  <a:lnTo>
                    <a:pt x="1279763" y="1343609"/>
                  </a:lnTo>
                  <a:lnTo>
                    <a:pt x="1279760" y="1343614"/>
                  </a:lnTo>
                  <a:lnTo>
                    <a:pt x="1279757" y="1343621"/>
                  </a:lnTo>
                  <a:lnTo>
                    <a:pt x="1279753" y="1343630"/>
                  </a:lnTo>
                  <a:lnTo>
                    <a:pt x="1279750" y="1343635"/>
                  </a:lnTo>
                  <a:lnTo>
                    <a:pt x="1279746" y="1343642"/>
                  </a:lnTo>
                  <a:lnTo>
                    <a:pt x="1279743" y="1343649"/>
                  </a:lnTo>
                  <a:lnTo>
                    <a:pt x="1279740" y="1343657"/>
                  </a:lnTo>
                  <a:lnTo>
                    <a:pt x="1279739" y="1343662"/>
                  </a:lnTo>
                  <a:lnTo>
                    <a:pt x="1279739" y="1343667"/>
                  </a:lnTo>
                  <a:lnTo>
                    <a:pt x="1279742" y="1343672"/>
                  </a:lnTo>
                  <a:lnTo>
                    <a:pt x="1279747" y="1343675"/>
                  </a:lnTo>
                  <a:lnTo>
                    <a:pt x="1279751" y="1343678"/>
                  </a:lnTo>
                  <a:lnTo>
                    <a:pt x="1279754" y="1343681"/>
                  </a:lnTo>
                  <a:lnTo>
                    <a:pt x="1279759" y="1343685"/>
                  </a:lnTo>
                  <a:lnTo>
                    <a:pt x="1279764" y="1343687"/>
                  </a:lnTo>
                  <a:lnTo>
                    <a:pt x="1279768" y="1343689"/>
                  </a:lnTo>
                  <a:lnTo>
                    <a:pt x="1279773" y="1343691"/>
                  </a:lnTo>
                  <a:lnTo>
                    <a:pt x="1279780" y="1343693"/>
                  </a:lnTo>
                  <a:lnTo>
                    <a:pt x="1279783" y="1343695"/>
                  </a:lnTo>
                  <a:lnTo>
                    <a:pt x="1279787" y="1343700"/>
                  </a:lnTo>
                  <a:lnTo>
                    <a:pt x="1279790" y="1343705"/>
                  </a:lnTo>
                  <a:lnTo>
                    <a:pt x="1279791" y="1343709"/>
                  </a:lnTo>
                  <a:lnTo>
                    <a:pt x="1279793" y="1343713"/>
                  </a:lnTo>
                  <a:lnTo>
                    <a:pt x="1279794" y="1343718"/>
                  </a:lnTo>
                  <a:lnTo>
                    <a:pt x="1279796" y="1343724"/>
                  </a:lnTo>
                  <a:lnTo>
                    <a:pt x="1279797" y="1343730"/>
                  </a:lnTo>
                  <a:lnTo>
                    <a:pt x="1279799" y="1343741"/>
                  </a:lnTo>
                  <a:lnTo>
                    <a:pt x="1279800" y="1343748"/>
                  </a:lnTo>
                  <a:lnTo>
                    <a:pt x="1279801" y="1343755"/>
                  </a:lnTo>
                  <a:lnTo>
                    <a:pt x="1279802" y="1343763"/>
                  </a:lnTo>
                  <a:lnTo>
                    <a:pt x="1279804" y="1343777"/>
                  </a:lnTo>
                  <a:lnTo>
                    <a:pt x="1279805" y="1343789"/>
                  </a:lnTo>
                  <a:lnTo>
                    <a:pt x="1279806" y="1343799"/>
                  </a:lnTo>
                  <a:lnTo>
                    <a:pt x="1279807" y="1343814"/>
                  </a:lnTo>
                  <a:lnTo>
                    <a:pt x="1279808" y="1343820"/>
                  </a:lnTo>
                  <a:lnTo>
                    <a:pt x="1279808" y="1343828"/>
                  </a:lnTo>
                  <a:lnTo>
                    <a:pt x="1279808" y="1343837"/>
                  </a:lnTo>
                  <a:lnTo>
                    <a:pt x="1279808" y="1343842"/>
                  </a:lnTo>
                  <a:lnTo>
                    <a:pt x="1279808" y="1343852"/>
                  </a:lnTo>
                  <a:lnTo>
                    <a:pt x="1279809" y="1343862"/>
                  </a:lnTo>
                  <a:lnTo>
                    <a:pt x="1279809" y="1343878"/>
                  </a:lnTo>
                  <a:lnTo>
                    <a:pt x="1279810" y="1343893"/>
                  </a:lnTo>
                  <a:lnTo>
                    <a:pt x="1279811" y="1343905"/>
                  </a:lnTo>
                  <a:lnTo>
                    <a:pt x="1279811" y="1343915"/>
                  </a:lnTo>
                  <a:lnTo>
                    <a:pt x="1279812" y="1343929"/>
                  </a:lnTo>
                  <a:lnTo>
                    <a:pt x="1279812" y="1343934"/>
                  </a:lnTo>
                  <a:lnTo>
                    <a:pt x="1279807" y="1343936"/>
                  </a:lnTo>
                  <a:lnTo>
                    <a:pt x="1279802" y="1343936"/>
                  </a:lnTo>
                  <a:lnTo>
                    <a:pt x="1279797" y="1343937"/>
                  </a:lnTo>
                  <a:lnTo>
                    <a:pt x="1279791" y="1343938"/>
                  </a:lnTo>
                  <a:lnTo>
                    <a:pt x="1279784" y="1343940"/>
                  </a:lnTo>
                  <a:lnTo>
                    <a:pt x="1279779" y="1343943"/>
                  </a:lnTo>
                  <a:lnTo>
                    <a:pt x="1279776" y="1343947"/>
                  </a:lnTo>
                  <a:lnTo>
                    <a:pt x="1279771" y="1343951"/>
                  </a:lnTo>
                  <a:lnTo>
                    <a:pt x="1279766" y="1343955"/>
                  </a:lnTo>
                  <a:lnTo>
                    <a:pt x="1279762" y="1343958"/>
                  </a:lnTo>
                  <a:lnTo>
                    <a:pt x="1279757" y="1343961"/>
                  </a:lnTo>
                  <a:lnTo>
                    <a:pt x="1279751" y="1343965"/>
                  </a:lnTo>
                  <a:lnTo>
                    <a:pt x="1279753" y="1343975"/>
                  </a:lnTo>
                  <a:lnTo>
                    <a:pt x="1279755" y="1343982"/>
                  </a:lnTo>
                  <a:lnTo>
                    <a:pt x="1279757" y="1343987"/>
                  </a:lnTo>
                  <a:lnTo>
                    <a:pt x="1279760" y="1343993"/>
                  </a:lnTo>
                  <a:lnTo>
                    <a:pt x="1279762" y="1343998"/>
                  </a:lnTo>
                  <a:lnTo>
                    <a:pt x="1279764" y="1344003"/>
                  </a:lnTo>
                  <a:lnTo>
                    <a:pt x="1279768" y="1344013"/>
                  </a:lnTo>
                  <a:lnTo>
                    <a:pt x="1279772" y="1344021"/>
                  </a:lnTo>
                  <a:lnTo>
                    <a:pt x="1279776" y="1344037"/>
                  </a:lnTo>
                  <a:lnTo>
                    <a:pt x="1279775" y="1344051"/>
                  </a:lnTo>
                  <a:lnTo>
                    <a:pt x="1279770" y="1344063"/>
                  </a:lnTo>
                  <a:lnTo>
                    <a:pt x="1279764" y="1344085"/>
                  </a:lnTo>
                  <a:lnTo>
                    <a:pt x="1279769" y="1344099"/>
                  </a:lnTo>
                  <a:lnTo>
                    <a:pt x="1279781" y="1344112"/>
                  </a:lnTo>
                  <a:lnTo>
                    <a:pt x="1279797" y="1344120"/>
                  </a:lnTo>
                  <a:lnTo>
                    <a:pt x="1279794" y="1344138"/>
                  </a:lnTo>
                  <a:lnTo>
                    <a:pt x="1279795" y="1344170"/>
                  </a:lnTo>
                  <a:lnTo>
                    <a:pt x="1279784" y="1344175"/>
                  </a:lnTo>
                  <a:lnTo>
                    <a:pt x="1279770" y="1344179"/>
                  </a:lnTo>
                  <a:lnTo>
                    <a:pt x="1279765" y="1344181"/>
                  </a:lnTo>
                  <a:lnTo>
                    <a:pt x="1279752" y="1344187"/>
                  </a:lnTo>
                  <a:lnTo>
                    <a:pt x="1279727" y="1344195"/>
                  </a:lnTo>
                  <a:lnTo>
                    <a:pt x="1279709" y="1344202"/>
                  </a:lnTo>
                  <a:lnTo>
                    <a:pt x="1279692" y="1344206"/>
                  </a:lnTo>
                  <a:lnTo>
                    <a:pt x="1279677" y="1344215"/>
                  </a:lnTo>
                  <a:lnTo>
                    <a:pt x="1279662" y="1344218"/>
                  </a:lnTo>
                  <a:lnTo>
                    <a:pt x="1279657" y="1344231"/>
                  </a:lnTo>
                  <a:lnTo>
                    <a:pt x="1279653" y="1344263"/>
                  </a:lnTo>
                  <a:lnTo>
                    <a:pt x="1279645" y="1344296"/>
                  </a:lnTo>
                  <a:lnTo>
                    <a:pt x="1279620" y="1344329"/>
                  </a:lnTo>
                  <a:lnTo>
                    <a:pt x="1279593" y="1344338"/>
                  </a:lnTo>
                  <a:lnTo>
                    <a:pt x="1279589" y="1344344"/>
                  </a:lnTo>
                  <a:lnTo>
                    <a:pt x="1279583" y="1344350"/>
                  </a:lnTo>
                  <a:lnTo>
                    <a:pt x="1279577" y="1344355"/>
                  </a:lnTo>
                  <a:lnTo>
                    <a:pt x="1279572" y="1344360"/>
                  </a:lnTo>
                  <a:lnTo>
                    <a:pt x="1279567" y="1344364"/>
                  </a:lnTo>
                  <a:lnTo>
                    <a:pt x="1279562" y="1344367"/>
                  </a:lnTo>
                  <a:lnTo>
                    <a:pt x="1279558" y="1344370"/>
                  </a:lnTo>
                  <a:lnTo>
                    <a:pt x="1279553" y="1344372"/>
                  </a:lnTo>
                  <a:lnTo>
                    <a:pt x="1279547" y="1344372"/>
                  </a:lnTo>
                  <a:lnTo>
                    <a:pt x="1279540" y="1344371"/>
                  </a:lnTo>
                  <a:lnTo>
                    <a:pt x="1279535" y="1344370"/>
                  </a:lnTo>
                  <a:lnTo>
                    <a:pt x="1279530" y="1344369"/>
                  </a:lnTo>
                  <a:lnTo>
                    <a:pt x="1279527" y="1344367"/>
                  </a:lnTo>
                  <a:lnTo>
                    <a:pt x="1279520" y="1344364"/>
                  </a:lnTo>
                  <a:lnTo>
                    <a:pt x="1279513" y="1344362"/>
                  </a:lnTo>
                  <a:lnTo>
                    <a:pt x="1279509" y="1344360"/>
                  </a:lnTo>
                  <a:lnTo>
                    <a:pt x="1279504" y="1344359"/>
                  </a:lnTo>
                  <a:lnTo>
                    <a:pt x="1279498" y="1344359"/>
                  </a:lnTo>
                  <a:lnTo>
                    <a:pt x="1279492" y="1344360"/>
                  </a:lnTo>
                  <a:lnTo>
                    <a:pt x="1279485" y="1344362"/>
                  </a:lnTo>
                  <a:lnTo>
                    <a:pt x="1279474" y="1344366"/>
                  </a:lnTo>
                  <a:lnTo>
                    <a:pt x="1279470" y="1344367"/>
                  </a:lnTo>
                  <a:lnTo>
                    <a:pt x="1279465" y="1344370"/>
                  </a:lnTo>
                  <a:lnTo>
                    <a:pt x="1279460" y="1344373"/>
                  </a:lnTo>
                  <a:lnTo>
                    <a:pt x="1279456" y="1344377"/>
                  </a:lnTo>
                  <a:lnTo>
                    <a:pt x="1279451" y="1344381"/>
                  </a:lnTo>
                  <a:lnTo>
                    <a:pt x="1279447" y="1344387"/>
                  </a:lnTo>
                  <a:lnTo>
                    <a:pt x="1279445" y="1344395"/>
                  </a:lnTo>
                  <a:lnTo>
                    <a:pt x="1279443" y="1344405"/>
                  </a:lnTo>
                  <a:lnTo>
                    <a:pt x="1279443" y="1344411"/>
                  </a:lnTo>
                  <a:lnTo>
                    <a:pt x="1279442" y="1344420"/>
                  </a:lnTo>
                  <a:lnTo>
                    <a:pt x="1279443" y="1344426"/>
                  </a:lnTo>
                  <a:lnTo>
                    <a:pt x="1279438" y="1344432"/>
                  </a:lnTo>
                  <a:lnTo>
                    <a:pt x="1279435" y="1344436"/>
                  </a:lnTo>
                  <a:lnTo>
                    <a:pt x="1279430" y="1344443"/>
                  </a:lnTo>
                  <a:lnTo>
                    <a:pt x="1279426" y="1344448"/>
                  </a:lnTo>
                  <a:lnTo>
                    <a:pt x="1279423" y="1344451"/>
                  </a:lnTo>
                  <a:lnTo>
                    <a:pt x="1279419" y="1344455"/>
                  </a:lnTo>
                  <a:lnTo>
                    <a:pt x="1279414" y="1344461"/>
                  </a:lnTo>
                  <a:lnTo>
                    <a:pt x="1279408" y="1344465"/>
                  </a:lnTo>
                  <a:lnTo>
                    <a:pt x="1279403" y="1344468"/>
                  </a:lnTo>
                  <a:lnTo>
                    <a:pt x="1279396" y="1344472"/>
                  </a:lnTo>
                  <a:lnTo>
                    <a:pt x="1279390" y="1344474"/>
                  </a:lnTo>
                  <a:lnTo>
                    <a:pt x="1279383" y="1344477"/>
                  </a:lnTo>
                  <a:lnTo>
                    <a:pt x="1279376" y="1344480"/>
                  </a:lnTo>
                  <a:lnTo>
                    <a:pt x="1279371" y="1344482"/>
                  </a:lnTo>
                  <a:lnTo>
                    <a:pt x="1279365" y="1344484"/>
                  </a:lnTo>
                  <a:lnTo>
                    <a:pt x="1279359" y="1344488"/>
                  </a:lnTo>
                  <a:lnTo>
                    <a:pt x="1279355" y="1344493"/>
                  </a:lnTo>
                  <a:lnTo>
                    <a:pt x="1279352" y="1344497"/>
                  </a:lnTo>
                  <a:lnTo>
                    <a:pt x="1279349" y="1344504"/>
                  </a:lnTo>
                  <a:lnTo>
                    <a:pt x="1279347" y="1344510"/>
                  </a:lnTo>
                  <a:lnTo>
                    <a:pt x="1279345" y="1344514"/>
                  </a:lnTo>
                  <a:lnTo>
                    <a:pt x="1279342" y="1344520"/>
                  </a:lnTo>
                  <a:lnTo>
                    <a:pt x="1279340" y="1344527"/>
                  </a:lnTo>
                  <a:lnTo>
                    <a:pt x="1279340" y="1344533"/>
                  </a:lnTo>
                  <a:lnTo>
                    <a:pt x="1279340" y="1344542"/>
                  </a:lnTo>
                  <a:lnTo>
                    <a:pt x="1279340" y="1344549"/>
                  </a:lnTo>
                  <a:lnTo>
                    <a:pt x="1279338" y="1344556"/>
                  </a:lnTo>
                  <a:lnTo>
                    <a:pt x="1279337" y="1344563"/>
                  </a:lnTo>
                  <a:lnTo>
                    <a:pt x="1279336" y="1344568"/>
                  </a:lnTo>
                  <a:lnTo>
                    <a:pt x="1279335" y="1344576"/>
                  </a:lnTo>
                  <a:lnTo>
                    <a:pt x="1279335" y="1344583"/>
                  </a:lnTo>
                  <a:lnTo>
                    <a:pt x="1279334" y="1344588"/>
                  </a:lnTo>
                  <a:lnTo>
                    <a:pt x="1279332" y="1344595"/>
                  </a:lnTo>
                  <a:lnTo>
                    <a:pt x="1279330" y="1344600"/>
                  </a:lnTo>
                  <a:lnTo>
                    <a:pt x="1279324" y="1344604"/>
                  </a:lnTo>
                  <a:lnTo>
                    <a:pt x="1279319" y="1344606"/>
                  </a:lnTo>
                  <a:lnTo>
                    <a:pt x="1279313" y="1344608"/>
                  </a:lnTo>
                  <a:lnTo>
                    <a:pt x="1279307" y="1344611"/>
                  </a:lnTo>
                  <a:lnTo>
                    <a:pt x="1279302" y="1344614"/>
                  </a:lnTo>
                  <a:lnTo>
                    <a:pt x="1279298" y="1344616"/>
                  </a:lnTo>
                  <a:lnTo>
                    <a:pt x="1279294" y="1344618"/>
                  </a:lnTo>
                  <a:lnTo>
                    <a:pt x="1279288" y="1344619"/>
                  </a:lnTo>
                  <a:lnTo>
                    <a:pt x="1279283" y="1344620"/>
                  </a:lnTo>
                  <a:lnTo>
                    <a:pt x="1279277" y="1344620"/>
                  </a:lnTo>
                  <a:lnTo>
                    <a:pt x="1279271" y="1344620"/>
                  </a:lnTo>
                  <a:lnTo>
                    <a:pt x="1279267" y="1344619"/>
                  </a:lnTo>
                  <a:lnTo>
                    <a:pt x="1279262" y="1344617"/>
                  </a:lnTo>
                  <a:lnTo>
                    <a:pt x="1279255" y="1344615"/>
                  </a:lnTo>
                  <a:lnTo>
                    <a:pt x="1279245" y="1344610"/>
                  </a:lnTo>
                  <a:lnTo>
                    <a:pt x="1279234" y="1344606"/>
                  </a:lnTo>
                  <a:lnTo>
                    <a:pt x="1279225" y="1344602"/>
                  </a:lnTo>
                  <a:lnTo>
                    <a:pt x="1279221" y="1344600"/>
                  </a:lnTo>
                  <a:lnTo>
                    <a:pt x="1279217" y="1344598"/>
                  </a:lnTo>
                  <a:lnTo>
                    <a:pt x="1279213" y="1344595"/>
                  </a:lnTo>
                  <a:lnTo>
                    <a:pt x="1279205" y="1344589"/>
                  </a:lnTo>
                  <a:lnTo>
                    <a:pt x="1279197" y="1344584"/>
                  </a:lnTo>
                  <a:lnTo>
                    <a:pt x="1279191" y="1344581"/>
                  </a:lnTo>
                  <a:lnTo>
                    <a:pt x="1279186" y="1344578"/>
                  </a:lnTo>
                  <a:lnTo>
                    <a:pt x="1279180" y="1344575"/>
                  </a:lnTo>
                  <a:lnTo>
                    <a:pt x="1279173" y="1344571"/>
                  </a:lnTo>
                  <a:lnTo>
                    <a:pt x="1279169" y="1344569"/>
                  </a:lnTo>
                  <a:lnTo>
                    <a:pt x="1279164" y="1344566"/>
                  </a:lnTo>
                  <a:lnTo>
                    <a:pt x="1279159" y="1344563"/>
                  </a:lnTo>
                  <a:lnTo>
                    <a:pt x="1279153" y="1344561"/>
                  </a:lnTo>
                  <a:lnTo>
                    <a:pt x="1279146" y="1344558"/>
                  </a:lnTo>
                  <a:lnTo>
                    <a:pt x="1279138" y="1344556"/>
                  </a:lnTo>
                  <a:lnTo>
                    <a:pt x="1279130" y="1344554"/>
                  </a:lnTo>
                  <a:lnTo>
                    <a:pt x="1279124" y="1344553"/>
                  </a:lnTo>
                  <a:lnTo>
                    <a:pt x="1279116" y="1344551"/>
                  </a:lnTo>
                  <a:lnTo>
                    <a:pt x="1279109" y="1344550"/>
                  </a:lnTo>
                  <a:lnTo>
                    <a:pt x="1279102" y="1344549"/>
                  </a:lnTo>
                  <a:lnTo>
                    <a:pt x="1279095" y="1344547"/>
                  </a:lnTo>
                  <a:lnTo>
                    <a:pt x="1279090" y="1344545"/>
                  </a:lnTo>
                  <a:lnTo>
                    <a:pt x="1279087" y="1344541"/>
                  </a:lnTo>
                  <a:lnTo>
                    <a:pt x="1279083" y="1344537"/>
                  </a:lnTo>
                  <a:lnTo>
                    <a:pt x="1279079" y="1344532"/>
                  </a:lnTo>
                  <a:lnTo>
                    <a:pt x="1279074" y="1344525"/>
                  </a:lnTo>
                  <a:lnTo>
                    <a:pt x="1279069" y="1344516"/>
                  </a:lnTo>
                  <a:lnTo>
                    <a:pt x="1279066" y="1344512"/>
                  </a:lnTo>
                  <a:lnTo>
                    <a:pt x="1279056" y="1344505"/>
                  </a:lnTo>
                  <a:lnTo>
                    <a:pt x="1279049" y="1344500"/>
                  </a:lnTo>
                  <a:lnTo>
                    <a:pt x="1279043" y="1344494"/>
                  </a:lnTo>
                  <a:lnTo>
                    <a:pt x="1279038" y="1344488"/>
                  </a:lnTo>
                  <a:lnTo>
                    <a:pt x="1279034" y="1344483"/>
                  </a:lnTo>
                  <a:lnTo>
                    <a:pt x="1279030" y="1344479"/>
                  </a:lnTo>
                  <a:lnTo>
                    <a:pt x="1279025" y="1344474"/>
                  </a:lnTo>
                  <a:lnTo>
                    <a:pt x="1279021" y="1344469"/>
                  </a:lnTo>
                  <a:lnTo>
                    <a:pt x="1279014" y="1344462"/>
                  </a:lnTo>
                  <a:lnTo>
                    <a:pt x="1279010" y="1344458"/>
                  </a:lnTo>
                  <a:lnTo>
                    <a:pt x="1279005" y="1344454"/>
                  </a:lnTo>
                  <a:lnTo>
                    <a:pt x="1279001" y="1344449"/>
                  </a:lnTo>
                  <a:lnTo>
                    <a:pt x="1278999" y="1344445"/>
                  </a:lnTo>
                  <a:lnTo>
                    <a:pt x="1278994" y="1344438"/>
                  </a:lnTo>
                  <a:lnTo>
                    <a:pt x="1278991" y="1344432"/>
                  </a:lnTo>
                  <a:lnTo>
                    <a:pt x="1278989" y="1344427"/>
                  </a:lnTo>
                  <a:lnTo>
                    <a:pt x="1278989" y="1344422"/>
                  </a:lnTo>
                  <a:lnTo>
                    <a:pt x="1278989" y="1344417"/>
                  </a:lnTo>
                  <a:lnTo>
                    <a:pt x="1278991" y="1344412"/>
                  </a:lnTo>
                  <a:lnTo>
                    <a:pt x="1278993" y="1344404"/>
                  </a:lnTo>
                  <a:lnTo>
                    <a:pt x="1278993" y="1344397"/>
                  </a:lnTo>
                  <a:lnTo>
                    <a:pt x="1278991" y="1344393"/>
                  </a:lnTo>
                  <a:lnTo>
                    <a:pt x="1278987" y="1344391"/>
                  </a:lnTo>
                  <a:lnTo>
                    <a:pt x="1278983" y="1344389"/>
                  </a:lnTo>
                  <a:lnTo>
                    <a:pt x="1278977" y="1344385"/>
                  </a:lnTo>
                  <a:lnTo>
                    <a:pt x="1278973" y="1344380"/>
                  </a:lnTo>
                  <a:lnTo>
                    <a:pt x="1278970" y="1344375"/>
                  </a:lnTo>
                  <a:lnTo>
                    <a:pt x="1278968" y="1344370"/>
                  </a:lnTo>
                  <a:lnTo>
                    <a:pt x="1278967" y="1344365"/>
                  </a:lnTo>
                  <a:lnTo>
                    <a:pt x="1278966" y="1344359"/>
                  </a:lnTo>
                  <a:lnTo>
                    <a:pt x="1278966" y="1344353"/>
                  </a:lnTo>
                  <a:lnTo>
                    <a:pt x="1278966" y="1344347"/>
                  </a:lnTo>
                  <a:lnTo>
                    <a:pt x="1278967" y="1344340"/>
                  </a:lnTo>
                  <a:lnTo>
                    <a:pt x="1278969" y="1344334"/>
                  </a:lnTo>
                  <a:lnTo>
                    <a:pt x="1278971" y="1344329"/>
                  </a:lnTo>
                  <a:lnTo>
                    <a:pt x="1278973" y="1344323"/>
                  </a:lnTo>
                  <a:lnTo>
                    <a:pt x="1278974" y="1344318"/>
                  </a:lnTo>
                  <a:lnTo>
                    <a:pt x="1278974" y="1344313"/>
                  </a:lnTo>
                  <a:lnTo>
                    <a:pt x="1278973" y="1344307"/>
                  </a:lnTo>
                  <a:lnTo>
                    <a:pt x="1278971" y="1344300"/>
                  </a:lnTo>
                  <a:lnTo>
                    <a:pt x="1278970" y="1344295"/>
                  </a:lnTo>
                  <a:lnTo>
                    <a:pt x="1278969" y="1344288"/>
                  </a:lnTo>
                  <a:lnTo>
                    <a:pt x="1278967" y="1344281"/>
                  </a:lnTo>
                  <a:lnTo>
                    <a:pt x="1278967" y="1344277"/>
                  </a:lnTo>
                  <a:lnTo>
                    <a:pt x="1278966" y="1344269"/>
                  </a:lnTo>
                  <a:lnTo>
                    <a:pt x="1278965" y="1344262"/>
                  </a:lnTo>
                  <a:lnTo>
                    <a:pt x="1278963" y="1344257"/>
                  </a:lnTo>
                  <a:lnTo>
                    <a:pt x="1278961" y="1344250"/>
                  </a:lnTo>
                  <a:lnTo>
                    <a:pt x="1278958" y="1344245"/>
                  </a:lnTo>
                  <a:lnTo>
                    <a:pt x="1278955" y="1344242"/>
                  </a:lnTo>
                  <a:lnTo>
                    <a:pt x="1278949" y="1344239"/>
                  </a:lnTo>
                  <a:lnTo>
                    <a:pt x="1278943" y="1344236"/>
                  </a:lnTo>
                  <a:lnTo>
                    <a:pt x="1278932" y="1344231"/>
                  </a:lnTo>
                  <a:lnTo>
                    <a:pt x="1278925" y="1344228"/>
                  </a:lnTo>
                  <a:lnTo>
                    <a:pt x="1278918" y="1344229"/>
                  </a:lnTo>
                  <a:lnTo>
                    <a:pt x="1278911" y="1344230"/>
                  </a:lnTo>
                  <a:lnTo>
                    <a:pt x="1278904" y="1344230"/>
                  </a:lnTo>
                  <a:lnTo>
                    <a:pt x="1278898" y="1344230"/>
                  </a:lnTo>
                  <a:lnTo>
                    <a:pt x="1278893" y="1344229"/>
                  </a:lnTo>
                  <a:lnTo>
                    <a:pt x="1278886" y="1344228"/>
                  </a:lnTo>
                  <a:lnTo>
                    <a:pt x="1278879" y="1344227"/>
                  </a:lnTo>
                  <a:lnTo>
                    <a:pt x="1278870" y="1344226"/>
                  </a:lnTo>
                  <a:lnTo>
                    <a:pt x="1278864" y="1344226"/>
                  </a:lnTo>
                  <a:lnTo>
                    <a:pt x="1278858" y="1344225"/>
                  </a:lnTo>
                  <a:lnTo>
                    <a:pt x="1278851" y="1344222"/>
                  </a:lnTo>
                  <a:lnTo>
                    <a:pt x="1278848" y="1344215"/>
                  </a:lnTo>
                  <a:lnTo>
                    <a:pt x="1278847" y="1344205"/>
                  </a:lnTo>
                  <a:lnTo>
                    <a:pt x="1278844" y="1344198"/>
                  </a:lnTo>
                  <a:lnTo>
                    <a:pt x="1278840" y="1344194"/>
                  </a:lnTo>
                  <a:lnTo>
                    <a:pt x="1278836" y="1344191"/>
                  </a:lnTo>
                  <a:lnTo>
                    <a:pt x="1278831" y="1344189"/>
                  </a:lnTo>
                  <a:lnTo>
                    <a:pt x="1278827" y="1344188"/>
                  </a:lnTo>
                  <a:lnTo>
                    <a:pt x="1278822" y="1344188"/>
                  </a:lnTo>
                  <a:lnTo>
                    <a:pt x="1278815" y="1344188"/>
                  </a:lnTo>
                  <a:lnTo>
                    <a:pt x="1278810" y="1344188"/>
                  </a:lnTo>
                  <a:lnTo>
                    <a:pt x="1278800" y="1344189"/>
                  </a:lnTo>
                  <a:lnTo>
                    <a:pt x="1278788" y="1344191"/>
                  </a:lnTo>
                  <a:lnTo>
                    <a:pt x="1278771" y="1344193"/>
                  </a:lnTo>
                  <a:lnTo>
                    <a:pt x="1278761" y="1344195"/>
                  </a:lnTo>
                  <a:lnTo>
                    <a:pt x="1278753" y="1344197"/>
                  </a:lnTo>
                  <a:lnTo>
                    <a:pt x="1278745" y="1344201"/>
                  </a:lnTo>
                  <a:lnTo>
                    <a:pt x="1278739" y="1344203"/>
                  </a:lnTo>
                  <a:lnTo>
                    <a:pt x="1278733" y="1344203"/>
                  </a:lnTo>
                  <a:lnTo>
                    <a:pt x="1278726" y="1344202"/>
                  </a:lnTo>
                  <a:lnTo>
                    <a:pt x="1278719" y="1344200"/>
                  </a:lnTo>
                  <a:lnTo>
                    <a:pt x="1278715" y="1344198"/>
                  </a:lnTo>
                  <a:lnTo>
                    <a:pt x="1278711" y="1344197"/>
                  </a:lnTo>
                  <a:lnTo>
                    <a:pt x="1278697" y="1344191"/>
                  </a:lnTo>
                  <a:lnTo>
                    <a:pt x="1278690" y="1344188"/>
                  </a:lnTo>
                  <a:lnTo>
                    <a:pt x="1278686" y="1344184"/>
                  </a:lnTo>
                  <a:lnTo>
                    <a:pt x="1278682" y="1344179"/>
                  </a:lnTo>
                  <a:lnTo>
                    <a:pt x="1278675" y="1344174"/>
                  </a:lnTo>
                  <a:lnTo>
                    <a:pt x="1278670" y="1344168"/>
                  </a:lnTo>
                  <a:lnTo>
                    <a:pt x="1278662" y="1344163"/>
                  </a:lnTo>
                  <a:lnTo>
                    <a:pt x="1278658" y="1344159"/>
                  </a:lnTo>
                  <a:lnTo>
                    <a:pt x="1278651" y="1344155"/>
                  </a:lnTo>
                  <a:lnTo>
                    <a:pt x="1278644" y="1344150"/>
                  </a:lnTo>
                  <a:lnTo>
                    <a:pt x="1278640" y="1344147"/>
                  </a:lnTo>
                  <a:lnTo>
                    <a:pt x="1278637" y="1344144"/>
                  </a:lnTo>
                  <a:lnTo>
                    <a:pt x="1278636" y="1344138"/>
                  </a:lnTo>
                  <a:lnTo>
                    <a:pt x="1278640" y="1344130"/>
                  </a:lnTo>
                  <a:lnTo>
                    <a:pt x="1278644" y="1344125"/>
                  </a:lnTo>
                  <a:lnTo>
                    <a:pt x="1278647" y="1344121"/>
                  </a:lnTo>
                  <a:lnTo>
                    <a:pt x="1278650" y="1344116"/>
                  </a:lnTo>
                  <a:lnTo>
                    <a:pt x="1278653" y="1344112"/>
                  </a:lnTo>
                  <a:lnTo>
                    <a:pt x="1278657" y="1344106"/>
                  </a:lnTo>
                  <a:lnTo>
                    <a:pt x="1278661" y="1344099"/>
                  </a:lnTo>
                  <a:lnTo>
                    <a:pt x="1278663" y="1344094"/>
                  </a:lnTo>
                  <a:lnTo>
                    <a:pt x="1278666" y="1344088"/>
                  </a:lnTo>
                  <a:lnTo>
                    <a:pt x="1278669" y="1344082"/>
                  </a:lnTo>
                  <a:lnTo>
                    <a:pt x="1278673" y="1344079"/>
                  </a:lnTo>
                  <a:lnTo>
                    <a:pt x="1278677" y="1344076"/>
                  </a:lnTo>
                  <a:lnTo>
                    <a:pt x="1278682" y="1344073"/>
                  </a:lnTo>
                  <a:lnTo>
                    <a:pt x="1278685" y="1344071"/>
                  </a:lnTo>
                  <a:lnTo>
                    <a:pt x="1278690" y="1344069"/>
                  </a:lnTo>
                  <a:lnTo>
                    <a:pt x="1278696" y="1344065"/>
                  </a:lnTo>
                  <a:lnTo>
                    <a:pt x="1278701" y="1344063"/>
                  </a:lnTo>
                  <a:lnTo>
                    <a:pt x="1278706" y="1344059"/>
                  </a:lnTo>
                  <a:lnTo>
                    <a:pt x="1278709" y="1344056"/>
                  </a:lnTo>
                  <a:lnTo>
                    <a:pt x="1278712" y="1344054"/>
                  </a:lnTo>
                  <a:lnTo>
                    <a:pt x="1278716" y="1344049"/>
                  </a:lnTo>
                  <a:lnTo>
                    <a:pt x="1278721" y="1344043"/>
                  </a:lnTo>
                  <a:lnTo>
                    <a:pt x="1278725" y="1344037"/>
                  </a:lnTo>
                  <a:lnTo>
                    <a:pt x="1278728" y="1344031"/>
                  </a:lnTo>
                  <a:lnTo>
                    <a:pt x="1278731" y="1344023"/>
                  </a:lnTo>
                  <a:lnTo>
                    <a:pt x="1278734" y="1344019"/>
                  </a:lnTo>
                  <a:lnTo>
                    <a:pt x="1278737" y="1344013"/>
                  </a:lnTo>
                  <a:lnTo>
                    <a:pt x="1278741" y="1344007"/>
                  </a:lnTo>
                  <a:lnTo>
                    <a:pt x="1278745" y="1344000"/>
                  </a:lnTo>
                  <a:lnTo>
                    <a:pt x="1278750" y="1343992"/>
                  </a:lnTo>
                  <a:lnTo>
                    <a:pt x="1278753" y="1343987"/>
                  </a:lnTo>
                  <a:lnTo>
                    <a:pt x="1278758" y="1343963"/>
                  </a:lnTo>
                  <a:lnTo>
                    <a:pt x="1278761" y="1343944"/>
                  </a:lnTo>
                  <a:lnTo>
                    <a:pt x="1278763" y="1343918"/>
                  </a:lnTo>
                  <a:lnTo>
                    <a:pt x="1278761" y="1343895"/>
                  </a:lnTo>
                  <a:lnTo>
                    <a:pt x="1278748" y="1343880"/>
                  </a:lnTo>
                  <a:lnTo>
                    <a:pt x="1278738" y="1343870"/>
                  </a:lnTo>
                  <a:lnTo>
                    <a:pt x="1278732" y="1343859"/>
                  </a:lnTo>
                  <a:lnTo>
                    <a:pt x="1278722" y="1343844"/>
                  </a:lnTo>
                  <a:lnTo>
                    <a:pt x="1278718" y="1343836"/>
                  </a:lnTo>
                  <a:lnTo>
                    <a:pt x="1278714" y="1343819"/>
                  </a:lnTo>
                  <a:lnTo>
                    <a:pt x="1278710" y="1343811"/>
                  </a:lnTo>
                  <a:lnTo>
                    <a:pt x="1278711" y="1343792"/>
                  </a:lnTo>
                  <a:lnTo>
                    <a:pt x="1278709" y="1343777"/>
                  </a:lnTo>
                  <a:lnTo>
                    <a:pt x="1278708" y="1343761"/>
                  </a:lnTo>
                  <a:lnTo>
                    <a:pt x="1278700" y="1343735"/>
                  </a:lnTo>
                  <a:lnTo>
                    <a:pt x="1278661" y="1343716"/>
                  </a:lnTo>
                  <a:lnTo>
                    <a:pt x="1278623" y="1343694"/>
                  </a:lnTo>
                  <a:lnTo>
                    <a:pt x="1278609" y="1343683"/>
                  </a:lnTo>
                  <a:lnTo>
                    <a:pt x="1278585" y="1343664"/>
                  </a:lnTo>
                  <a:lnTo>
                    <a:pt x="1278537" y="1343690"/>
                  </a:lnTo>
                  <a:lnTo>
                    <a:pt x="1278532" y="1343702"/>
                  </a:lnTo>
                  <a:lnTo>
                    <a:pt x="1278525" y="1343716"/>
                  </a:lnTo>
                  <a:lnTo>
                    <a:pt x="1278520" y="1343729"/>
                  </a:lnTo>
                  <a:lnTo>
                    <a:pt x="1278513" y="1343746"/>
                  </a:lnTo>
                  <a:lnTo>
                    <a:pt x="1278506" y="1343758"/>
                  </a:lnTo>
                  <a:lnTo>
                    <a:pt x="1278501" y="1343757"/>
                  </a:lnTo>
                  <a:lnTo>
                    <a:pt x="1278491" y="1343751"/>
                  </a:lnTo>
                  <a:lnTo>
                    <a:pt x="1278479" y="1343747"/>
                  </a:lnTo>
                  <a:lnTo>
                    <a:pt x="1278468" y="1343742"/>
                  </a:lnTo>
                  <a:lnTo>
                    <a:pt x="1278459" y="1343736"/>
                  </a:lnTo>
                  <a:lnTo>
                    <a:pt x="1278456" y="1343732"/>
                  </a:lnTo>
                  <a:lnTo>
                    <a:pt x="1278452" y="1343725"/>
                  </a:lnTo>
                  <a:lnTo>
                    <a:pt x="1278450" y="1343720"/>
                  </a:lnTo>
                  <a:lnTo>
                    <a:pt x="1278446" y="1343712"/>
                  </a:lnTo>
                  <a:lnTo>
                    <a:pt x="1278441" y="1343706"/>
                  </a:lnTo>
                  <a:lnTo>
                    <a:pt x="1278436" y="1343702"/>
                  </a:lnTo>
                  <a:lnTo>
                    <a:pt x="1278432" y="1343701"/>
                  </a:lnTo>
                  <a:lnTo>
                    <a:pt x="1278425" y="1343700"/>
                  </a:lnTo>
                  <a:lnTo>
                    <a:pt x="1278419" y="1343700"/>
                  </a:lnTo>
                  <a:lnTo>
                    <a:pt x="1278412" y="1343700"/>
                  </a:lnTo>
                  <a:lnTo>
                    <a:pt x="1278407" y="1343702"/>
                  </a:lnTo>
                  <a:lnTo>
                    <a:pt x="1278401" y="1343705"/>
                  </a:lnTo>
                  <a:lnTo>
                    <a:pt x="1278393" y="1343708"/>
                  </a:lnTo>
                  <a:lnTo>
                    <a:pt x="1278388" y="1343711"/>
                  </a:lnTo>
                  <a:lnTo>
                    <a:pt x="1278382" y="1343712"/>
                  </a:lnTo>
                  <a:lnTo>
                    <a:pt x="1278378" y="1343711"/>
                  </a:lnTo>
                  <a:lnTo>
                    <a:pt x="1278372" y="1343710"/>
                  </a:lnTo>
                  <a:lnTo>
                    <a:pt x="1278366" y="1343708"/>
                  </a:lnTo>
                  <a:lnTo>
                    <a:pt x="1278360" y="1343704"/>
                  </a:lnTo>
                  <a:lnTo>
                    <a:pt x="1278358" y="1343697"/>
                  </a:lnTo>
                  <a:lnTo>
                    <a:pt x="1278356" y="1343686"/>
                  </a:lnTo>
                  <a:lnTo>
                    <a:pt x="1278356" y="1343673"/>
                  </a:lnTo>
                  <a:lnTo>
                    <a:pt x="1278355" y="1343665"/>
                  </a:lnTo>
                  <a:lnTo>
                    <a:pt x="1278355" y="1343655"/>
                  </a:lnTo>
                  <a:lnTo>
                    <a:pt x="1278355" y="1343648"/>
                  </a:lnTo>
                  <a:lnTo>
                    <a:pt x="1278357" y="1343642"/>
                  </a:lnTo>
                  <a:lnTo>
                    <a:pt x="1278360" y="1343638"/>
                  </a:lnTo>
                  <a:lnTo>
                    <a:pt x="1278364" y="1343632"/>
                  </a:lnTo>
                  <a:lnTo>
                    <a:pt x="1278368" y="1343626"/>
                  </a:lnTo>
                  <a:lnTo>
                    <a:pt x="1278372" y="1343620"/>
                  </a:lnTo>
                  <a:lnTo>
                    <a:pt x="1278374" y="1343613"/>
                  </a:lnTo>
                  <a:lnTo>
                    <a:pt x="1278374" y="1343606"/>
                  </a:lnTo>
                  <a:lnTo>
                    <a:pt x="1278373" y="1343596"/>
                  </a:lnTo>
                  <a:lnTo>
                    <a:pt x="1278371" y="1343589"/>
                  </a:lnTo>
                  <a:lnTo>
                    <a:pt x="1278367" y="1343582"/>
                  </a:lnTo>
                  <a:lnTo>
                    <a:pt x="1278365" y="1343576"/>
                  </a:lnTo>
                  <a:lnTo>
                    <a:pt x="1278368" y="1343569"/>
                  </a:lnTo>
                  <a:lnTo>
                    <a:pt x="1278370" y="1343563"/>
                  </a:lnTo>
                  <a:lnTo>
                    <a:pt x="1278375" y="1343554"/>
                  </a:lnTo>
                  <a:lnTo>
                    <a:pt x="1278379" y="1343544"/>
                  </a:lnTo>
                  <a:lnTo>
                    <a:pt x="1278385" y="1343534"/>
                  </a:lnTo>
                  <a:lnTo>
                    <a:pt x="1278391" y="1343521"/>
                  </a:lnTo>
                  <a:lnTo>
                    <a:pt x="1278403" y="1343500"/>
                  </a:lnTo>
                  <a:lnTo>
                    <a:pt x="1278372" y="1343474"/>
                  </a:lnTo>
                  <a:lnTo>
                    <a:pt x="1278348" y="1343459"/>
                  </a:lnTo>
                  <a:lnTo>
                    <a:pt x="1278338" y="1343457"/>
                  </a:lnTo>
                  <a:lnTo>
                    <a:pt x="1278330" y="1343455"/>
                  </a:lnTo>
                  <a:lnTo>
                    <a:pt x="1278317" y="1343452"/>
                  </a:lnTo>
                  <a:lnTo>
                    <a:pt x="1278306" y="1343448"/>
                  </a:lnTo>
                  <a:lnTo>
                    <a:pt x="1278299" y="1343445"/>
                  </a:lnTo>
                  <a:lnTo>
                    <a:pt x="1278295" y="1343443"/>
                  </a:lnTo>
                  <a:lnTo>
                    <a:pt x="1278290" y="1343440"/>
                  </a:lnTo>
                  <a:lnTo>
                    <a:pt x="1278284" y="1343433"/>
                  </a:lnTo>
                  <a:lnTo>
                    <a:pt x="1278279" y="1343425"/>
                  </a:lnTo>
                  <a:lnTo>
                    <a:pt x="1278273" y="1343416"/>
                  </a:lnTo>
                  <a:lnTo>
                    <a:pt x="1278268" y="1343409"/>
                  </a:lnTo>
                  <a:lnTo>
                    <a:pt x="1278263" y="1343403"/>
                  </a:lnTo>
                  <a:lnTo>
                    <a:pt x="1278147" y="1343332"/>
                  </a:lnTo>
                  <a:lnTo>
                    <a:pt x="1278080" y="1343310"/>
                  </a:lnTo>
                  <a:lnTo>
                    <a:pt x="1278014" y="1343272"/>
                  </a:lnTo>
                  <a:lnTo>
                    <a:pt x="1278001" y="1343250"/>
                  </a:lnTo>
                  <a:lnTo>
                    <a:pt x="1277987" y="1343237"/>
                  </a:lnTo>
                  <a:lnTo>
                    <a:pt x="1277968" y="1343224"/>
                  </a:lnTo>
                  <a:lnTo>
                    <a:pt x="1277951" y="1343209"/>
                  </a:lnTo>
                  <a:lnTo>
                    <a:pt x="1277931" y="1343183"/>
                  </a:lnTo>
                  <a:lnTo>
                    <a:pt x="1277817" y="1343063"/>
                  </a:lnTo>
                  <a:lnTo>
                    <a:pt x="1277815" y="1343059"/>
                  </a:lnTo>
                  <a:lnTo>
                    <a:pt x="1277810" y="1343051"/>
                  </a:lnTo>
                  <a:lnTo>
                    <a:pt x="1277805" y="1343042"/>
                  </a:lnTo>
                  <a:lnTo>
                    <a:pt x="1277799" y="1343031"/>
                  </a:lnTo>
                  <a:lnTo>
                    <a:pt x="1277794" y="1343022"/>
                  </a:lnTo>
                  <a:lnTo>
                    <a:pt x="1277790" y="1343014"/>
                  </a:lnTo>
                  <a:lnTo>
                    <a:pt x="1277788" y="1343006"/>
                  </a:lnTo>
                  <a:lnTo>
                    <a:pt x="1277785" y="1342996"/>
                  </a:lnTo>
                  <a:lnTo>
                    <a:pt x="1277784" y="1342988"/>
                  </a:lnTo>
                  <a:lnTo>
                    <a:pt x="1277780" y="1342982"/>
                  </a:lnTo>
                  <a:lnTo>
                    <a:pt x="1277776" y="1342977"/>
                  </a:lnTo>
                  <a:lnTo>
                    <a:pt x="1277771" y="1342974"/>
                  </a:lnTo>
                  <a:lnTo>
                    <a:pt x="1277766" y="1342969"/>
                  </a:lnTo>
                  <a:lnTo>
                    <a:pt x="1277762" y="1342964"/>
                  </a:lnTo>
                  <a:lnTo>
                    <a:pt x="1277758" y="1342955"/>
                  </a:lnTo>
                  <a:lnTo>
                    <a:pt x="1277756" y="1342947"/>
                  </a:lnTo>
                  <a:lnTo>
                    <a:pt x="1277753" y="1342941"/>
                  </a:lnTo>
                  <a:lnTo>
                    <a:pt x="1277749" y="1342932"/>
                  </a:lnTo>
                  <a:lnTo>
                    <a:pt x="1277744" y="1342923"/>
                  </a:lnTo>
                  <a:lnTo>
                    <a:pt x="1277737" y="1342914"/>
                  </a:lnTo>
                  <a:lnTo>
                    <a:pt x="1277729" y="1342903"/>
                  </a:lnTo>
                  <a:lnTo>
                    <a:pt x="1277724" y="1342895"/>
                  </a:lnTo>
                  <a:lnTo>
                    <a:pt x="1277720" y="1342889"/>
                  </a:lnTo>
                  <a:lnTo>
                    <a:pt x="1277719" y="1342884"/>
                  </a:lnTo>
                  <a:lnTo>
                    <a:pt x="1277718" y="1342878"/>
                  </a:lnTo>
                  <a:lnTo>
                    <a:pt x="1277718" y="1342873"/>
                  </a:lnTo>
                  <a:lnTo>
                    <a:pt x="1277717" y="1342867"/>
                  </a:lnTo>
                  <a:lnTo>
                    <a:pt x="1277715" y="1342862"/>
                  </a:lnTo>
                  <a:lnTo>
                    <a:pt x="1277710" y="1342855"/>
                  </a:lnTo>
                  <a:lnTo>
                    <a:pt x="1277708" y="1342850"/>
                  </a:lnTo>
                  <a:lnTo>
                    <a:pt x="1277706" y="1342845"/>
                  </a:lnTo>
                  <a:lnTo>
                    <a:pt x="1277706" y="1342839"/>
                  </a:lnTo>
                  <a:lnTo>
                    <a:pt x="1277707" y="1342833"/>
                  </a:lnTo>
                  <a:lnTo>
                    <a:pt x="1277707" y="1342826"/>
                  </a:lnTo>
                  <a:lnTo>
                    <a:pt x="1277710" y="1342814"/>
                  </a:lnTo>
                  <a:lnTo>
                    <a:pt x="1277712" y="1342804"/>
                  </a:lnTo>
                  <a:lnTo>
                    <a:pt x="1277714" y="1342799"/>
                  </a:lnTo>
                  <a:lnTo>
                    <a:pt x="1277715" y="1342792"/>
                  </a:lnTo>
                  <a:lnTo>
                    <a:pt x="1277714" y="1342779"/>
                  </a:lnTo>
                  <a:lnTo>
                    <a:pt x="1277714" y="1342771"/>
                  </a:lnTo>
                  <a:lnTo>
                    <a:pt x="1277713" y="1342766"/>
                  </a:lnTo>
                  <a:lnTo>
                    <a:pt x="1277711" y="1342761"/>
                  </a:lnTo>
                  <a:lnTo>
                    <a:pt x="1277709" y="1342756"/>
                  </a:lnTo>
                  <a:lnTo>
                    <a:pt x="1277706" y="1342752"/>
                  </a:lnTo>
                  <a:lnTo>
                    <a:pt x="1277702" y="1342747"/>
                  </a:lnTo>
                  <a:lnTo>
                    <a:pt x="1277695" y="1342743"/>
                  </a:lnTo>
                  <a:lnTo>
                    <a:pt x="1277690" y="1342741"/>
                  </a:lnTo>
                  <a:lnTo>
                    <a:pt x="1277684" y="1342739"/>
                  </a:lnTo>
                  <a:lnTo>
                    <a:pt x="1277675" y="1342737"/>
                  </a:lnTo>
                  <a:lnTo>
                    <a:pt x="1277668" y="1342737"/>
                  </a:lnTo>
                  <a:lnTo>
                    <a:pt x="1277660" y="1342738"/>
                  </a:lnTo>
                  <a:lnTo>
                    <a:pt x="1277653" y="1342737"/>
                  </a:lnTo>
                  <a:lnTo>
                    <a:pt x="1277647" y="1342737"/>
                  </a:lnTo>
                  <a:lnTo>
                    <a:pt x="1277639" y="1342734"/>
                  </a:lnTo>
                  <a:lnTo>
                    <a:pt x="1277631" y="1342730"/>
                  </a:lnTo>
                  <a:lnTo>
                    <a:pt x="1277621" y="1342726"/>
                  </a:lnTo>
                  <a:lnTo>
                    <a:pt x="1277615" y="1342723"/>
                  </a:lnTo>
                  <a:lnTo>
                    <a:pt x="1277608" y="1342719"/>
                  </a:lnTo>
                  <a:lnTo>
                    <a:pt x="1277603" y="1342714"/>
                  </a:lnTo>
                  <a:lnTo>
                    <a:pt x="1277599" y="1342709"/>
                  </a:lnTo>
                  <a:lnTo>
                    <a:pt x="1277596" y="1342703"/>
                  </a:lnTo>
                  <a:lnTo>
                    <a:pt x="1277593" y="1342685"/>
                  </a:lnTo>
                  <a:lnTo>
                    <a:pt x="1277592" y="1342644"/>
                  </a:lnTo>
                  <a:lnTo>
                    <a:pt x="1277592" y="1342631"/>
                  </a:lnTo>
                  <a:lnTo>
                    <a:pt x="1277589" y="1342619"/>
                  </a:lnTo>
                  <a:lnTo>
                    <a:pt x="1277582" y="1342578"/>
                  </a:lnTo>
                  <a:lnTo>
                    <a:pt x="1277575" y="1342560"/>
                  </a:lnTo>
                  <a:lnTo>
                    <a:pt x="1277574" y="1342550"/>
                  </a:lnTo>
                  <a:lnTo>
                    <a:pt x="1277576" y="1342541"/>
                  </a:lnTo>
                  <a:lnTo>
                    <a:pt x="1277580" y="1342537"/>
                  </a:lnTo>
                  <a:lnTo>
                    <a:pt x="1277605" y="1342527"/>
                  </a:lnTo>
                  <a:lnTo>
                    <a:pt x="1277617" y="1342522"/>
                  </a:lnTo>
                  <a:lnTo>
                    <a:pt x="1277621" y="1342520"/>
                  </a:lnTo>
                  <a:lnTo>
                    <a:pt x="1277636" y="1342510"/>
                  </a:lnTo>
                  <a:lnTo>
                    <a:pt x="1277641" y="1342503"/>
                  </a:lnTo>
                  <a:lnTo>
                    <a:pt x="1277644" y="1342492"/>
                  </a:lnTo>
                  <a:lnTo>
                    <a:pt x="1277650" y="1342475"/>
                  </a:lnTo>
                  <a:lnTo>
                    <a:pt x="1277654" y="1342468"/>
                  </a:lnTo>
                  <a:lnTo>
                    <a:pt x="1277658" y="1342463"/>
                  </a:lnTo>
                  <a:lnTo>
                    <a:pt x="1277661" y="1342458"/>
                  </a:lnTo>
                  <a:lnTo>
                    <a:pt x="1277663" y="1342449"/>
                  </a:lnTo>
                  <a:lnTo>
                    <a:pt x="1277654" y="1342449"/>
                  </a:lnTo>
                  <a:lnTo>
                    <a:pt x="1277646" y="1342449"/>
                  </a:lnTo>
                  <a:lnTo>
                    <a:pt x="1277628" y="1342446"/>
                  </a:lnTo>
                  <a:lnTo>
                    <a:pt x="1277610" y="1342445"/>
                  </a:lnTo>
                  <a:lnTo>
                    <a:pt x="1277581" y="1342404"/>
                  </a:lnTo>
                  <a:lnTo>
                    <a:pt x="1277578" y="1342399"/>
                  </a:lnTo>
                  <a:lnTo>
                    <a:pt x="1277571" y="1342390"/>
                  </a:lnTo>
                  <a:lnTo>
                    <a:pt x="1277565" y="1342382"/>
                  </a:lnTo>
                  <a:lnTo>
                    <a:pt x="1277561" y="1342376"/>
                  </a:lnTo>
                  <a:lnTo>
                    <a:pt x="1277557" y="1342368"/>
                  </a:lnTo>
                  <a:lnTo>
                    <a:pt x="1277556" y="1342363"/>
                  </a:lnTo>
                  <a:lnTo>
                    <a:pt x="1277555" y="1342358"/>
                  </a:lnTo>
                  <a:lnTo>
                    <a:pt x="1277555" y="1342348"/>
                  </a:lnTo>
                  <a:lnTo>
                    <a:pt x="1277555" y="1342341"/>
                  </a:lnTo>
                  <a:lnTo>
                    <a:pt x="1277555" y="1342332"/>
                  </a:lnTo>
                  <a:lnTo>
                    <a:pt x="1277556" y="1342326"/>
                  </a:lnTo>
                  <a:lnTo>
                    <a:pt x="1277557" y="1342321"/>
                  </a:lnTo>
                  <a:lnTo>
                    <a:pt x="1277559" y="1342314"/>
                  </a:lnTo>
                  <a:lnTo>
                    <a:pt x="1277560" y="1342309"/>
                  </a:lnTo>
                  <a:lnTo>
                    <a:pt x="1277561" y="1342304"/>
                  </a:lnTo>
                  <a:lnTo>
                    <a:pt x="1277561" y="1342297"/>
                  </a:lnTo>
                  <a:lnTo>
                    <a:pt x="1277561" y="1342289"/>
                  </a:lnTo>
                  <a:lnTo>
                    <a:pt x="1277560" y="1342279"/>
                  </a:lnTo>
                  <a:lnTo>
                    <a:pt x="1277558" y="1342269"/>
                  </a:lnTo>
                  <a:lnTo>
                    <a:pt x="1277556" y="1342258"/>
                  </a:lnTo>
                  <a:lnTo>
                    <a:pt x="1277554" y="1342246"/>
                  </a:lnTo>
                  <a:lnTo>
                    <a:pt x="1277550" y="1342231"/>
                  </a:lnTo>
                  <a:lnTo>
                    <a:pt x="1277547" y="1342218"/>
                  </a:lnTo>
                  <a:lnTo>
                    <a:pt x="1277543" y="1342207"/>
                  </a:lnTo>
                  <a:lnTo>
                    <a:pt x="1277541" y="1342202"/>
                  </a:lnTo>
                  <a:lnTo>
                    <a:pt x="1277536" y="1342198"/>
                  </a:lnTo>
                  <a:lnTo>
                    <a:pt x="1277532" y="1342196"/>
                  </a:lnTo>
                  <a:lnTo>
                    <a:pt x="1277523" y="1342191"/>
                  </a:lnTo>
                  <a:lnTo>
                    <a:pt x="1277517" y="1342188"/>
                  </a:lnTo>
                  <a:lnTo>
                    <a:pt x="1277511" y="1342186"/>
                  </a:lnTo>
                  <a:lnTo>
                    <a:pt x="1277504" y="1342185"/>
                  </a:lnTo>
                  <a:lnTo>
                    <a:pt x="1277497" y="1342184"/>
                  </a:lnTo>
                  <a:lnTo>
                    <a:pt x="1277485" y="1342184"/>
                  </a:lnTo>
                  <a:lnTo>
                    <a:pt x="1277479" y="1342184"/>
                  </a:lnTo>
                  <a:lnTo>
                    <a:pt x="1277474" y="1342183"/>
                  </a:lnTo>
                  <a:lnTo>
                    <a:pt x="1277468" y="1342181"/>
                  </a:lnTo>
                  <a:lnTo>
                    <a:pt x="1277459" y="1342179"/>
                  </a:lnTo>
                  <a:lnTo>
                    <a:pt x="1277452" y="1342177"/>
                  </a:lnTo>
                  <a:lnTo>
                    <a:pt x="1277445" y="1342176"/>
                  </a:lnTo>
                  <a:lnTo>
                    <a:pt x="1277437" y="1342175"/>
                  </a:lnTo>
                  <a:lnTo>
                    <a:pt x="1277429" y="1342173"/>
                  </a:lnTo>
                  <a:lnTo>
                    <a:pt x="1277422" y="1342172"/>
                  </a:lnTo>
                  <a:lnTo>
                    <a:pt x="1277414" y="1342172"/>
                  </a:lnTo>
                  <a:lnTo>
                    <a:pt x="1277408" y="1342172"/>
                  </a:lnTo>
                  <a:lnTo>
                    <a:pt x="1277401" y="1342171"/>
                  </a:lnTo>
                  <a:lnTo>
                    <a:pt x="1277401" y="1342164"/>
                  </a:lnTo>
                  <a:lnTo>
                    <a:pt x="1277403" y="1342157"/>
                  </a:lnTo>
                  <a:lnTo>
                    <a:pt x="1277404" y="1342145"/>
                  </a:lnTo>
                  <a:lnTo>
                    <a:pt x="1277406" y="1342135"/>
                  </a:lnTo>
                  <a:lnTo>
                    <a:pt x="1277407" y="1342124"/>
                  </a:lnTo>
                  <a:lnTo>
                    <a:pt x="1277410" y="1342114"/>
                  </a:lnTo>
                  <a:lnTo>
                    <a:pt x="1277414" y="1342093"/>
                  </a:lnTo>
                  <a:lnTo>
                    <a:pt x="1277416" y="1342082"/>
                  </a:lnTo>
                  <a:lnTo>
                    <a:pt x="1277417" y="1342074"/>
                  </a:lnTo>
                  <a:lnTo>
                    <a:pt x="1277417" y="1342064"/>
                  </a:lnTo>
                  <a:lnTo>
                    <a:pt x="1277418" y="1342056"/>
                  </a:lnTo>
                  <a:lnTo>
                    <a:pt x="1277418" y="1342052"/>
                  </a:lnTo>
                  <a:lnTo>
                    <a:pt x="1277419" y="1342041"/>
                  </a:lnTo>
                  <a:lnTo>
                    <a:pt x="1277419" y="1342031"/>
                  </a:lnTo>
                  <a:lnTo>
                    <a:pt x="1277418" y="1342015"/>
                  </a:lnTo>
                  <a:lnTo>
                    <a:pt x="1277418" y="1342010"/>
                  </a:lnTo>
                  <a:lnTo>
                    <a:pt x="1277418" y="1341991"/>
                  </a:lnTo>
                  <a:lnTo>
                    <a:pt x="1277418" y="1341983"/>
                  </a:lnTo>
                  <a:lnTo>
                    <a:pt x="1277418" y="1341977"/>
                  </a:lnTo>
                  <a:lnTo>
                    <a:pt x="1277419" y="1341964"/>
                  </a:lnTo>
                  <a:lnTo>
                    <a:pt x="1277419" y="1341956"/>
                  </a:lnTo>
                  <a:lnTo>
                    <a:pt x="1277420" y="1341947"/>
                  </a:lnTo>
                  <a:lnTo>
                    <a:pt x="1277420" y="1341938"/>
                  </a:lnTo>
                  <a:lnTo>
                    <a:pt x="1277419" y="1341930"/>
                  </a:lnTo>
                  <a:lnTo>
                    <a:pt x="1277409" y="1341925"/>
                  </a:lnTo>
                  <a:lnTo>
                    <a:pt x="1277404" y="1341924"/>
                  </a:lnTo>
                  <a:lnTo>
                    <a:pt x="1277397" y="1341920"/>
                  </a:lnTo>
                  <a:lnTo>
                    <a:pt x="1277391" y="1341917"/>
                  </a:lnTo>
                  <a:lnTo>
                    <a:pt x="1277385" y="1341915"/>
                  </a:lnTo>
                  <a:lnTo>
                    <a:pt x="1277379" y="1341914"/>
                  </a:lnTo>
                  <a:lnTo>
                    <a:pt x="1277372" y="1341914"/>
                  </a:lnTo>
                  <a:lnTo>
                    <a:pt x="1277367" y="1341914"/>
                  </a:lnTo>
                  <a:lnTo>
                    <a:pt x="1277363" y="1341915"/>
                  </a:lnTo>
                  <a:lnTo>
                    <a:pt x="1277356" y="1341917"/>
                  </a:lnTo>
                  <a:lnTo>
                    <a:pt x="1277349" y="1341919"/>
                  </a:lnTo>
                  <a:lnTo>
                    <a:pt x="1277340" y="1341921"/>
                  </a:lnTo>
                  <a:lnTo>
                    <a:pt x="1277333" y="1341923"/>
                  </a:lnTo>
                  <a:lnTo>
                    <a:pt x="1277328" y="1341924"/>
                  </a:lnTo>
                  <a:lnTo>
                    <a:pt x="1277321" y="1341925"/>
                  </a:lnTo>
                  <a:lnTo>
                    <a:pt x="1277314" y="1341926"/>
                  </a:lnTo>
                  <a:lnTo>
                    <a:pt x="1277309" y="1341925"/>
                  </a:lnTo>
                  <a:lnTo>
                    <a:pt x="1277308" y="1341920"/>
                  </a:lnTo>
                  <a:lnTo>
                    <a:pt x="1277308" y="1341914"/>
                  </a:lnTo>
                  <a:lnTo>
                    <a:pt x="1277308" y="1341909"/>
                  </a:lnTo>
                  <a:lnTo>
                    <a:pt x="1277307" y="1341904"/>
                  </a:lnTo>
                  <a:lnTo>
                    <a:pt x="1277307" y="1341894"/>
                  </a:lnTo>
                  <a:lnTo>
                    <a:pt x="1277306" y="1341889"/>
                  </a:lnTo>
                  <a:lnTo>
                    <a:pt x="1277306" y="1341878"/>
                  </a:lnTo>
                  <a:lnTo>
                    <a:pt x="1277305" y="1341873"/>
                  </a:lnTo>
                  <a:lnTo>
                    <a:pt x="1277304" y="1341865"/>
                  </a:lnTo>
                  <a:lnTo>
                    <a:pt x="1277302" y="1341858"/>
                  </a:lnTo>
                  <a:lnTo>
                    <a:pt x="1277300" y="1341853"/>
                  </a:lnTo>
                  <a:lnTo>
                    <a:pt x="1277298" y="1341848"/>
                  </a:lnTo>
                  <a:lnTo>
                    <a:pt x="1277296" y="1341843"/>
                  </a:lnTo>
                  <a:lnTo>
                    <a:pt x="1277294" y="1341837"/>
                  </a:lnTo>
                  <a:lnTo>
                    <a:pt x="1277293" y="1341832"/>
                  </a:lnTo>
                  <a:lnTo>
                    <a:pt x="1277291" y="1341825"/>
                  </a:lnTo>
                  <a:lnTo>
                    <a:pt x="1277289" y="1341820"/>
                  </a:lnTo>
                  <a:lnTo>
                    <a:pt x="1277288" y="1341815"/>
                  </a:lnTo>
                  <a:lnTo>
                    <a:pt x="1277285" y="1341808"/>
                  </a:lnTo>
                  <a:lnTo>
                    <a:pt x="1277281" y="1341811"/>
                  </a:lnTo>
                  <a:lnTo>
                    <a:pt x="1277276" y="1341814"/>
                  </a:lnTo>
                  <a:lnTo>
                    <a:pt x="1277269" y="1341818"/>
                  </a:lnTo>
                  <a:lnTo>
                    <a:pt x="1277261" y="1341822"/>
                  </a:lnTo>
                  <a:lnTo>
                    <a:pt x="1277253" y="1341824"/>
                  </a:lnTo>
                  <a:lnTo>
                    <a:pt x="1277248" y="1341826"/>
                  </a:lnTo>
                  <a:lnTo>
                    <a:pt x="1277242" y="1341826"/>
                  </a:lnTo>
                  <a:lnTo>
                    <a:pt x="1277236" y="1341826"/>
                  </a:lnTo>
                  <a:lnTo>
                    <a:pt x="1277232" y="1341827"/>
                  </a:lnTo>
                  <a:lnTo>
                    <a:pt x="1277225" y="1341827"/>
                  </a:lnTo>
                  <a:lnTo>
                    <a:pt x="1277220" y="1341828"/>
                  </a:lnTo>
                  <a:lnTo>
                    <a:pt x="1277215" y="1341830"/>
                  </a:lnTo>
                  <a:lnTo>
                    <a:pt x="1277210" y="1341832"/>
                  </a:lnTo>
                  <a:lnTo>
                    <a:pt x="1277203" y="1341835"/>
                  </a:lnTo>
                  <a:lnTo>
                    <a:pt x="1277197" y="1341838"/>
                  </a:lnTo>
                  <a:lnTo>
                    <a:pt x="1277191" y="1341841"/>
                  </a:lnTo>
                  <a:lnTo>
                    <a:pt x="1277186" y="1341844"/>
                  </a:lnTo>
                  <a:lnTo>
                    <a:pt x="1277179" y="1341846"/>
                  </a:lnTo>
                  <a:lnTo>
                    <a:pt x="1277171" y="1341848"/>
                  </a:lnTo>
                  <a:lnTo>
                    <a:pt x="1277164" y="1341850"/>
                  </a:lnTo>
                  <a:lnTo>
                    <a:pt x="1277156" y="1341852"/>
                  </a:lnTo>
                  <a:lnTo>
                    <a:pt x="1277145" y="1341854"/>
                  </a:lnTo>
                  <a:lnTo>
                    <a:pt x="1277137" y="1341856"/>
                  </a:lnTo>
                  <a:lnTo>
                    <a:pt x="1277131" y="1341858"/>
                  </a:lnTo>
                  <a:lnTo>
                    <a:pt x="1277122" y="1341861"/>
                  </a:lnTo>
                  <a:lnTo>
                    <a:pt x="1277116" y="1341863"/>
                  </a:lnTo>
                  <a:lnTo>
                    <a:pt x="1277111" y="1341865"/>
                  </a:lnTo>
                  <a:lnTo>
                    <a:pt x="1277105" y="1341866"/>
                  </a:lnTo>
                  <a:lnTo>
                    <a:pt x="1277101" y="1341867"/>
                  </a:lnTo>
                  <a:lnTo>
                    <a:pt x="1277097" y="1341867"/>
                  </a:lnTo>
                  <a:lnTo>
                    <a:pt x="1277093" y="1341867"/>
                  </a:lnTo>
                  <a:lnTo>
                    <a:pt x="1277088" y="1341865"/>
                  </a:lnTo>
                  <a:lnTo>
                    <a:pt x="1277082" y="1341862"/>
                  </a:lnTo>
                  <a:lnTo>
                    <a:pt x="1277076" y="1341858"/>
                  </a:lnTo>
                  <a:lnTo>
                    <a:pt x="1277071" y="1341855"/>
                  </a:lnTo>
                  <a:lnTo>
                    <a:pt x="1277065" y="1341846"/>
                  </a:lnTo>
                  <a:lnTo>
                    <a:pt x="1277060" y="1341841"/>
                  </a:lnTo>
                  <a:lnTo>
                    <a:pt x="1277054" y="1341838"/>
                  </a:lnTo>
                  <a:lnTo>
                    <a:pt x="1277049" y="1341833"/>
                  </a:lnTo>
                  <a:lnTo>
                    <a:pt x="1277042" y="1341828"/>
                  </a:lnTo>
                  <a:lnTo>
                    <a:pt x="1277040" y="1341824"/>
                  </a:lnTo>
                  <a:lnTo>
                    <a:pt x="1277036" y="1341816"/>
                  </a:lnTo>
                  <a:lnTo>
                    <a:pt x="1277034" y="1341808"/>
                  </a:lnTo>
                  <a:lnTo>
                    <a:pt x="1277032" y="1341802"/>
                  </a:lnTo>
                  <a:lnTo>
                    <a:pt x="1277031" y="1341795"/>
                  </a:lnTo>
                  <a:lnTo>
                    <a:pt x="1277028" y="1341784"/>
                  </a:lnTo>
                  <a:lnTo>
                    <a:pt x="1277027" y="1341778"/>
                  </a:lnTo>
                  <a:lnTo>
                    <a:pt x="1277024" y="1341770"/>
                  </a:lnTo>
                  <a:lnTo>
                    <a:pt x="1277021" y="1341763"/>
                  </a:lnTo>
                  <a:lnTo>
                    <a:pt x="1277017" y="1341759"/>
                  </a:lnTo>
                  <a:lnTo>
                    <a:pt x="1277014" y="1341756"/>
                  </a:lnTo>
                  <a:lnTo>
                    <a:pt x="1277010" y="1341752"/>
                  </a:lnTo>
                  <a:lnTo>
                    <a:pt x="1277003" y="1341748"/>
                  </a:lnTo>
                  <a:lnTo>
                    <a:pt x="1276998" y="1341744"/>
                  </a:lnTo>
                  <a:lnTo>
                    <a:pt x="1276993" y="1341740"/>
                  </a:lnTo>
                  <a:lnTo>
                    <a:pt x="1276990" y="1341736"/>
                  </a:lnTo>
                  <a:lnTo>
                    <a:pt x="1276987" y="1341732"/>
                  </a:lnTo>
                  <a:lnTo>
                    <a:pt x="1276984" y="1341726"/>
                  </a:lnTo>
                  <a:lnTo>
                    <a:pt x="1276983" y="1341721"/>
                  </a:lnTo>
                  <a:lnTo>
                    <a:pt x="1276981" y="1341717"/>
                  </a:lnTo>
                  <a:lnTo>
                    <a:pt x="1276979" y="1341711"/>
                  </a:lnTo>
                  <a:lnTo>
                    <a:pt x="1276974" y="1341702"/>
                  </a:lnTo>
                  <a:lnTo>
                    <a:pt x="1276971" y="1341695"/>
                  </a:lnTo>
                  <a:lnTo>
                    <a:pt x="1276967" y="1341686"/>
                  </a:lnTo>
                  <a:lnTo>
                    <a:pt x="1276964" y="1341682"/>
                  </a:lnTo>
                  <a:lnTo>
                    <a:pt x="1276962" y="1341678"/>
                  </a:lnTo>
                  <a:lnTo>
                    <a:pt x="1276959" y="1341674"/>
                  </a:lnTo>
                  <a:lnTo>
                    <a:pt x="1276955" y="1341670"/>
                  </a:lnTo>
                  <a:lnTo>
                    <a:pt x="1276951" y="1341667"/>
                  </a:lnTo>
                  <a:lnTo>
                    <a:pt x="1276947" y="1341665"/>
                  </a:lnTo>
                  <a:lnTo>
                    <a:pt x="1276942" y="1341664"/>
                  </a:lnTo>
                  <a:lnTo>
                    <a:pt x="1276935" y="1341662"/>
                  </a:lnTo>
                  <a:lnTo>
                    <a:pt x="1276930" y="1341660"/>
                  </a:lnTo>
                  <a:lnTo>
                    <a:pt x="1276925" y="1341659"/>
                  </a:lnTo>
                  <a:lnTo>
                    <a:pt x="1276918" y="1341657"/>
                  </a:lnTo>
                  <a:lnTo>
                    <a:pt x="1276913" y="1341656"/>
                  </a:lnTo>
                  <a:lnTo>
                    <a:pt x="1276909" y="1341654"/>
                  </a:lnTo>
                  <a:lnTo>
                    <a:pt x="1276905" y="1341654"/>
                  </a:lnTo>
                  <a:lnTo>
                    <a:pt x="1276900" y="1341653"/>
                  </a:lnTo>
                  <a:lnTo>
                    <a:pt x="1276893" y="1341652"/>
                  </a:lnTo>
                  <a:lnTo>
                    <a:pt x="1276887" y="1341653"/>
                  </a:lnTo>
                  <a:lnTo>
                    <a:pt x="1276882" y="1341654"/>
                  </a:lnTo>
                  <a:lnTo>
                    <a:pt x="1276875" y="1341657"/>
                  </a:lnTo>
                  <a:lnTo>
                    <a:pt x="1276870" y="1341659"/>
                  </a:lnTo>
                  <a:lnTo>
                    <a:pt x="1276865" y="1341661"/>
                  </a:lnTo>
                  <a:lnTo>
                    <a:pt x="1276857" y="1341664"/>
                  </a:lnTo>
                  <a:lnTo>
                    <a:pt x="1276853" y="1341666"/>
                  </a:lnTo>
                  <a:lnTo>
                    <a:pt x="1276848" y="1341668"/>
                  </a:lnTo>
                  <a:lnTo>
                    <a:pt x="1276841" y="1341671"/>
                  </a:lnTo>
                  <a:lnTo>
                    <a:pt x="1276835" y="1341674"/>
                  </a:lnTo>
                  <a:lnTo>
                    <a:pt x="1276831" y="1341676"/>
                  </a:lnTo>
                  <a:lnTo>
                    <a:pt x="1276826" y="1341680"/>
                  </a:lnTo>
                  <a:lnTo>
                    <a:pt x="1276821" y="1341684"/>
                  </a:lnTo>
                  <a:lnTo>
                    <a:pt x="1276813" y="1341687"/>
                  </a:lnTo>
                  <a:lnTo>
                    <a:pt x="1276805" y="1341690"/>
                  </a:lnTo>
                  <a:lnTo>
                    <a:pt x="1276794" y="1341690"/>
                  </a:lnTo>
                  <a:lnTo>
                    <a:pt x="1276786" y="1341690"/>
                  </a:lnTo>
                  <a:lnTo>
                    <a:pt x="1276776" y="1341690"/>
                  </a:lnTo>
                  <a:lnTo>
                    <a:pt x="1276770" y="1341690"/>
                  </a:lnTo>
                  <a:lnTo>
                    <a:pt x="1276761" y="1341689"/>
                  </a:lnTo>
                  <a:lnTo>
                    <a:pt x="1276756" y="1341689"/>
                  </a:lnTo>
                  <a:lnTo>
                    <a:pt x="1276748" y="1341688"/>
                  </a:lnTo>
                  <a:lnTo>
                    <a:pt x="1276741" y="1341689"/>
                  </a:lnTo>
                  <a:lnTo>
                    <a:pt x="1276736" y="1341690"/>
                  </a:lnTo>
                  <a:lnTo>
                    <a:pt x="1276733" y="1341693"/>
                  </a:lnTo>
                  <a:lnTo>
                    <a:pt x="1276727" y="1341698"/>
                  </a:lnTo>
                  <a:lnTo>
                    <a:pt x="1276723" y="1341707"/>
                  </a:lnTo>
                  <a:lnTo>
                    <a:pt x="1276720" y="1341713"/>
                  </a:lnTo>
                  <a:lnTo>
                    <a:pt x="1276716" y="1341721"/>
                  </a:lnTo>
                  <a:lnTo>
                    <a:pt x="1276714" y="1341727"/>
                  </a:lnTo>
                  <a:lnTo>
                    <a:pt x="1276709" y="1341733"/>
                  </a:lnTo>
                  <a:lnTo>
                    <a:pt x="1276704" y="1341737"/>
                  </a:lnTo>
                  <a:lnTo>
                    <a:pt x="1276698" y="1341739"/>
                  </a:lnTo>
                  <a:lnTo>
                    <a:pt x="1276692" y="1341741"/>
                  </a:lnTo>
                  <a:lnTo>
                    <a:pt x="1276686" y="1341744"/>
                  </a:lnTo>
                  <a:lnTo>
                    <a:pt x="1276679" y="1341747"/>
                  </a:lnTo>
                  <a:lnTo>
                    <a:pt x="1276670" y="1341753"/>
                  </a:lnTo>
                  <a:lnTo>
                    <a:pt x="1276657" y="1341762"/>
                  </a:lnTo>
                  <a:lnTo>
                    <a:pt x="1276649" y="1341767"/>
                  </a:lnTo>
                  <a:lnTo>
                    <a:pt x="1276642" y="1341772"/>
                  </a:lnTo>
                  <a:lnTo>
                    <a:pt x="1276635" y="1341777"/>
                  </a:lnTo>
                  <a:lnTo>
                    <a:pt x="1276629" y="1341782"/>
                  </a:lnTo>
                  <a:lnTo>
                    <a:pt x="1276625" y="1341787"/>
                  </a:lnTo>
                  <a:lnTo>
                    <a:pt x="1276619" y="1341796"/>
                  </a:lnTo>
                  <a:lnTo>
                    <a:pt x="1276616" y="1341800"/>
                  </a:lnTo>
                  <a:lnTo>
                    <a:pt x="1276612" y="1341808"/>
                  </a:lnTo>
                  <a:lnTo>
                    <a:pt x="1276610" y="1341814"/>
                  </a:lnTo>
                  <a:lnTo>
                    <a:pt x="1276609" y="1341820"/>
                  </a:lnTo>
                  <a:lnTo>
                    <a:pt x="1276608" y="1341826"/>
                  </a:lnTo>
                  <a:lnTo>
                    <a:pt x="1276608" y="1341831"/>
                  </a:lnTo>
                  <a:lnTo>
                    <a:pt x="1276606" y="1341836"/>
                  </a:lnTo>
                  <a:lnTo>
                    <a:pt x="1276604" y="1341841"/>
                  </a:lnTo>
                  <a:lnTo>
                    <a:pt x="1276600" y="1341846"/>
                  </a:lnTo>
                  <a:lnTo>
                    <a:pt x="1276594" y="1341850"/>
                  </a:lnTo>
                  <a:lnTo>
                    <a:pt x="1276591" y="1341853"/>
                  </a:lnTo>
                  <a:lnTo>
                    <a:pt x="1276586" y="1341857"/>
                  </a:lnTo>
                  <a:lnTo>
                    <a:pt x="1276581" y="1341863"/>
                  </a:lnTo>
                  <a:lnTo>
                    <a:pt x="1276577" y="1341868"/>
                  </a:lnTo>
                  <a:lnTo>
                    <a:pt x="1276575" y="1341872"/>
                  </a:lnTo>
                  <a:lnTo>
                    <a:pt x="1276574" y="1341877"/>
                  </a:lnTo>
                  <a:lnTo>
                    <a:pt x="1276573" y="1341887"/>
                  </a:lnTo>
                  <a:lnTo>
                    <a:pt x="1276572" y="1341894"/>
                  </a:lnTo>
                  <a:lnTo>
                    <a:pt x="1276570" y="1341904"/>
                  </a:lnTo>
                  <a:lnTo>
                    <a:pt x="1276569" y="1341914"/>
                  </a:lnTo>
                  <a:lnTo>
                    <a:pt x="1276567" y="1341929"/>
                  </a:lnTo>
                  <a:lnTo>
                    <a:pt x="1276566" y="1341934"/>
                  </a:lnTo>
                  <a:lnTo>
                    <a:pt x="1276561" y="1341940"/>
                  </a:lnTo>
                  <a:lnTo>
                    <a:pt x="1276555" y="1341947"/>
                  </a:lnTo>
                  <a:lnTo>
                    <a:pt x="1276550" y="1341951"/>
                  </a:lnTo>
                  <a:lnTo>
                    <a:pt x="1276545" y="1341954"/>
                  </a:lnTo>
                  <a:lnTo>
                    <a:pt x="1276541" y="1341956"/>
                  </a:lnTo>
                  <a:lnTo>
                    <a:pt x="1276536" y="1341958"/>
                  </a:lnTo>
                  <a:lnTo>
                    <a:pt x="1276532" y="1341960"/>
                  </a:lnTo>
                  <a:lnTo>
                    <a:pt x="1276527" y="1341963"/>
                  </a:lnTo>
                  <a:lnTo>
                    <a:pt x="1276521" y="1341967"/>
                  </a:lnTo>
                  <a:lnTo>
                    <a:pt x="1276516" y="1341972"/>
                  </a:lnTo>
                  <a:lnTo>
                    <a:pt x="1276512" y="1341975"/>
                  </a:lnTo>
                  <a:lnTo>
                    <a:pt x="1276509" y="1341978"/>
                  </a:lnTo>
                  <a:lnTo>
                    <a:pt x="1276506" y="1341982"/>
                  </a:lnTo>
                  <a:lnTo>
                    <a:pt x="1276503" y="1341987"/>
                  </a:lnTo>
                  <a:lnTo>
                    <a:pt x="1276498" y="1341995"/>
                  </a:lnTo>
                  <a:lnTo>
                    <a:pt x="1276494" y="1342001"/>
                  </a:lnTo>
                  <a:lnTo>
                    <a:pt x="1276489" y="1342007"/>
                  </a:lnTo>
                  <a:lnTo>
                    <a:pt x="1276484" y="1342013"/>
                  </a:lnTo>
                  <a:lnTo>
                    <a:pt x="1276478" y="1342018"/>
                  </a:lnTo>
                  <a:lnTo>
                    <a:pt x="1276470" y="1342023"/>
                  </a:lnTo>
                  <a:lnTo>
                    <a:pt x="1276464" y="1342027"/>
                  </a:lnTo>
                  <a:lnTo>
                    <a:pt x="1276457" y="1342030"/>
                  </a:lnTo>
                  <a:lnTo>
                    <a:pt x="1276452" y="1342031"/>
                  </a:lnTo>
                  <a:lnTo>
                    <a:pt x="1276446" y="1342032"/>
                  </a:lnTo>
                  <a:lnTo>
                    <a:pt x="1276442" y="1342030"/>
                  </a:lnTo>
                  <a:lnTo>
                    <a:pt x="1276436" y="1342027"/>
                  </a:lnTo>
                  <a:lnTo>
                    <a:pt x="1276431" y="1342024"/>
                  </a:lnTo>
                  <a:lnTo>
                    <a:pt x="1276426" y="1342019"/>
                  </a:lnTo>
                  <a:lnTo>
                    <a:pt x="1276423" y="1342015"/>
                  </a:lnTo>
                  <a:lnTo>
                    <a:pt x="1276420" y="1342008"/>
                  </a:lnTo>
                  <a:lnTo>
                    <a:pt x="1276417" y="1342000"/>
                  </a:lnTo>
                  <a:lnTo>
                    <a:pt x="1276415" y="1341994"/>
                  </a:lnTo>
                  <a:lnTo>
                    <a:pt x="1276411" y="1341986"/>
                  </a:lnTo>
                  <a:lnTo>
                    <a:pt x="1276407" y="1341980"/>
                  </a:lnTo>
                  <a:lnTo>
                    <a:pt x="1276403" y="1341974"/>
                  </a:lnTo>
                  <a:lnTo>
                    <a:pt x="1276398" y="1341970"/>
                  </a:lnTo>
                  <a:lnTo>
                    <a:pt x="1276391" y="1341965"/>
                  </a:lnTo>
                  <a:lnTo>
                    <a:pt x="1276385" y="1341963"/>
                  </a:lnTo>
                  <a:lnTo>
                    <a:pt x="1276379" y="1341961"/>
                  </a:lnTo>
                  <a:lnTo>
                    <a:pt x="1276372" y="1341959"/>
                  </a:lnTo>
                  <a:lnTo>
                    <a:pt x="1276368" y="1341958"/>
                  </a:lnTo>
                  <a:lnTo>
                    <a:pt x="1276362" y="1341959"/>
                  </a:lnTo>
                  <a:lnTo>
                    <a:pt x="1276357" y="1341964"/>
                  </a:lnTo>
                  <a:lnTo>
                    <a:pt x="1276350" y="1341970"/>
                  </a:lnTo>
                  <a:lnTo>
                    <a:pt x="1276345" y="1341975"/>
                  </a:lnTo>
                  <a:lnTo>
                    <a:pt x="1276337" y="1341983"/>
                  </a:lnTo>
                  <a:lnTo>
                    <a:pt x="1276326" y="1341994"/>
                  </a:lnTo>
                  <a:lnTo>
                    <a:pt x="1276322" y="1341997"/>
                  </a:lnTo>
                  <a:lnTo>
                    <a:pt x="1276317" y="1341999"/>
                  </a:lnTo>
                  <a:lnTo>
                    <a:pt x="1276311" y="1341994"/>
                  </a:lnTo>
                  <a:lnTo>
                    <a:pt x="1276302" y="1341989"/>
                  </a:lnTo>
                  <a:lnTo>
                    <a:pt x="1276295" y="1341987"/>
                  </a:lnTo>
                  <a:lnTo>
                    <a:pt x="1276286" y="1341987"/>
                  </a:lnTo>
                  <a:lnTo>
                    <a:pt x="1276276" y="1341988"/>
                  </a:lnTo>
                  <a:lnTo>
                    <a:pt x="1276263" y="1341993"/>
                  </a:lnTo>
                  <a:lnTo>
                    <a:pt x="1276245" y="1342001"/>
                  </a:lnTo>
                  <a:lnTo>
                    <a:pt x="1276219" y="1342014"/>
                  </a:lnTo>
                  <a:lnTo>
                    <a:pt x="1276213" y="1342017"/>
                  </a:lnTo>
                  <a:lnTo>
                    <a:pt x="1276207" y="1342020"/>
                  </a:lnTo>
                  <a:lnTo>
                    <a:pt x="1276198" y="1342024"/>
                  </a:lnTo>
                  <a:lnTo>
                    <a:pt x="1276194" y="1342025"/>
                  </a:lnTo>
                  <a:lnTo>
                    <a:pt x="1276188" y="1342026"/>
                  </a:lnTo>
                  <a:lnTo>
                    <a:pt x="1276173" y="1342025"/>
                  </a:lnTo>
                  <a:lnTo>
                    <a:pt x="1276156" y="1342024"/>
                  </a:lnTo>
                  <a:lnTo>
                    <a:pt x="1276141" y="1342024"/>
                  </a:lnTo>
                  <a:lnTo>
                    <a:pt x="1276134" y="1342027"/>
                  </a:lnTo>
                  <a:lnTo>
                    <a:pt x="1276128" y="1342031"/>
                  </a:lnTo>
                  <a:lnTo>
                    <a:pt x="1276123" y="1342037"/>
                  </a:lnTo>
                  <a:lnTo>
                    <a:pt x="1276113" y="1342049"/>
                  </a:lnTo>
                  <a:lnTo>
                    <a:pt x="1276104" y="1342065"/>
                  </a:lnTo>
                  <a:lnTo>
                    <a:pt x="1276098" y="1342077"/>
                  </a:lnTo>
                  <a:lnTo>
                    <a:pt x="1276090" y="1342094"/>
                  </a:lnTo>
                  <a:lnTo>
                    <a:pt x="1276081" y="1342107"/>
                  </a:lnTo>
                  <a:lnTo>
                    <a:pt x="1276074" y="1342118"/>
                  </a:lnTo>
                  <a:lnTo>
                    <a:pt x="1276068" y="1342126"/>
                  </a:lnTo>
                  <a:lnTo>
                    <a:pt x="1276049" y="1342152"/>
                  </a:lnTo>
                  <a:lnTo>
                    <a:pt x="1276035" y="1342168"/>
                  </a:lnTo>
                  <a:lnTo>
                    <a:pt x="1276023" y="1342179"/>
                  </a:lnTo>
                  <a:lnTo>
                    <a:pt x="1276013" y="1342188"/>
                  </a:lnTo>
                  <a:lnTo>
                    <a:pt x="1276001" y="1342196"/>
                  </a:lnTo>
                  <a:lnTo>
                    <a:pt x="1275995" y="1342201"/>
                  </a:lnTo>
                  <a:lnTo>
                    <a:pt x="1275993" y="1342205"/>
                  </a:lnTo>
                  <a:lnTo>
                    <a:pt x="1275990" y="1342213"/>
                  </a:lnTo>
                  <a:lnTo>
                    <a:pt x="1275986" y="1342226"/>
                  </a:lnTo>
                  <a:lnTo>
                    <a:pt x="1275980" y="1342239"/>
                  </a:lnTo>
                  <a:lnTo>
                    <a:pt x="1275975" y="1342249"/>
                  </a:lnTo>
                  <a:lnTo>
                    <a:pt x="1275965" y="1342263"/>
                  </a:lnTo>
                  <a:lnTo>
                    <a:pt x="1275961" y="1342267"/>
                  </a:lnTo>
                  <a:lnTo>
                    <a:pt x="1275953" y="1342277"/>
                  </a:lnTo>
                  <a:lnTo>
                    <a:pt x="1275949" y="1342278"/>
                  </a:lnTo>
                  <a:lnTo>
                    <a:pt x="1275937" y="1342281"/>
                  </a:lnTo>
                  <a:lnTo>
                    <a:pt x="1275927" y="1342282"/>
                  </a:lnTo>
                  <a:lnTo>
                    <a:pt x="1275910" y="1342285"/>
                  </a:lnTo>
                  <a:lnTo>
                    <a:pt x="1275898" y="1342285"/>
                  </a:lnTo>
                  <a:lnTo>
                    <a:pt x="1275889" y="1342284"/>
                  </a:lnTo>
                  <a:lnTo>
                    <a:pt x="1275885" y="1342281"/>
                  </a:lnTo>
                  <a:lnTo>
                    <a:pt x="1275879" y="1342274"/>
                  </a:lnTo>
                  <a:lnTo>
                    <a:pt x="1275869" y="1342264"/>
                  </a:lnTo>
                  <a:lnTo>
                    <a:pt x="1275862" y="1342257"/>
                  </a:lnTo>
                  <a:lnTo>
                    <a:pt x="1275854" y="1342251"/>
                  </a:lnTo>
                  <a:lnTo>
                    <a:pt x="1275846" y="1342245"/>
                  </a:lnTo>
                  <a:lnTo>
                    <a:pt x="1275834" y="1342237"/>
                  </a:lnTo>
                  <a:lnTo>
                    <a:pt x="1275824" y="1342228"/>
                  </a:lnTo>
                  <a:lnTo>
                    <a:pt x="1275818" y="1342220"/>
                  </a:lnTo>
                  <a:lnTo>
                    <a:pt x="1275814" y="1342209"/>
                  </a:lnTo>
                  <a:lnTo>
                    <a:pt x="1275810" y="1342197"/>
                  </a:lnTo>
                  <a:lnTo>
                    <a:pt x="1275808" y="1342189"/>
                  </a:lnTo>
                  <a:lnTo>
                    <a:pt x="1275802" y="1342178"/>
                  </a:lnTo>
                  <a:lnTo>
                    <a:pt x="1275796" y="1342173"/>
                  </a:lnTo>
                  <a:lnTo>
                    <a:pt x="1275787" y="1342171"/>
                  </a:lnTo>
                  <a:lnTo>
                    <a:pt x="1275770" y="1342167"/>
                  </a:lnTo>
                  <a:lnTo>
                    <a:pt x="1275754" y="1342161"/>
                  </a:lnTo>
                  <a:lnTo>
                    <a:pt x="1275744" y="1342154"/>
                  </a:lnTo>
                  <a:lnTo>
                    <a:pt x="1275738" y="1342149"/>
                  </a:lnTo>
                  <a:lnTo>
                    <a:pt x="1275728" y="1342136"/>
                  </a:lnTo>
                  <a:lnTo>
                    <a:pt x="1275717" y="1342123"/>
                  </a:lnTo>
                  <a:lnTo>
                    <a:pt x="1275707" y="1342112"/>
                  </a:lnTo>
                  <a:lnTo>
                    <a:pt x="1275699" y="1342104"/>
                  </a:lnTo>
                  <a:lnTo>
                    <a:pt x="1275688" y="1342098"/>
                  </a:lnTo>
                  <a:lnTo>
                    <a:pt x="1275682" y="1342096"/>
                  </a:lnTo>
                  <a:lnTo>
                    <a:pt x="1275676" y="1342097"/>
                  </a:lnTo>
                  <a:lnTo>
                    <a:pt x="1275671" y="1342099"/>
                  </a:lnTo>
                  <a:lnTo>
                    <a:pt x="1275657" y="1342108"/>
                  </a:lnTo>
                  <a:lnTo>
                    <a:pt x="1275648" y="1342116"/>
                  </a:lnTo>
                  <a:lnTo>
                    <a:pt x="1275637" y="1342126"/>
                  </a:lnTo>
                  <a:lnTo>
                    <a:pt x="1275623" y="1342131"/>
                  </a:lnTo>
                  <a:lnTo>
                    <a:pt x="1275614" y="1342132"/>
                  </a:lnTo>
                  <a:lnTo>
                    <a:pt x="1275605" y="1342133"/>
                  </a:lnTo>
                  <a:lnTo>
                    <a:pt x="1275595" y="1342132"/>
                  </a:lnTo>
                  <a:lnTo>
                    <a:pt x="1275589" y="1342130"/>
                  </a:lnTo>
                  <a:lnTo>
                    <a:pt x="1275576" y="1342125"/>
                  </a:lnTo>
                  <a:lnTo>
                    <a:pt x="1275565" y="1342117"/>
                  </a:lnTo>
                  <a:lnTo>
                    <a:pt x="1275554" y="1342110"/>
                  </a:lnTo>
                  <a:lnTo>
                    <a:pt x="1275531" y="1342097"/>
                  </a:lnTo>
                  <a:lnTo>
                    <a:pt x="1275513" y="1342088"/>
                  </a:lnTo>
                  <a:lnTo>
                    <a:pt x="1275500" y="1342083"/>
                  </a:lnTo>
                  <a:lnTo>
                    <a:pt x="1275482" y="1342073"/>
                  </a:lnTo>
                  <a:lnTo>
                    <a:pt x="1275470" y="1342068"/>
                  </a:lnTo>
                  <a:lnTo>
                    <a:pt x="1275462" y="1342065"/>
                  </a:lnTo>
                  <a:lnTo>
                    <a:pt x="1275456" y="1342065"/>
                  </a:lnTo>
                  <a:lnTo>
                    <a:pt x="1275447" y="1342063"/>
                  </a:lnTo>
                  <a:lnTo>
                    <a:pt x="1275436" y="1342059"/>
                  </a:lnTo>
                  <a:lnTo>
                    <a:pt x="1275419" y="1342052"/>
                  </a:lnTo>
                  <a:lnTo>
                    <a:pt x="1275407" y="1342050"/>
                  </a:lnTo>
                  <a:lnTo>
                    <a:pt x="1275395" y="1342049"/>
                  </a:lnTo>
                  <a:lnTo>
                    <a:pt x="1275382" y="1342050"/>
                  </a:lnTo>
                  <a:lnTo>
                    <a:pt x="1275373" y="1342051"/>
                  </a:lnTo>
                  <a:lnTo>
                    <a:pt x="1275360" y="1342054"/>
                  </a:lnTo>
                  <a:lnTo>
                    <a:pt x="1275348" y="1342058"/>
                  </a:lnTo>
                  <a:lnTo>
                    <a:pt x="1275344" y="1342058"/>
                  </a:lnTo>
                  <a:lnTo>
                    <a:pt x="1275339" y="1342057"/>
                  </a:lnTo>
                  <a:lnTo>
                    <a:pt x="1275334" y="1342055"/>
                  </a:lnTo>
                  <a:lnTo>
                    <a:pt x="1275331" y="1342050"/>
                  </a:lnTo>
                  <a:lnTo>
                    <a:pt x="1275324" y="1342041"/>
                  </a:lnTo>
                  <a:lnTo>
                    <a:pt x="1275313" y="1342024"/>
                  </a:lnTo>
                  <a:lnTo>
                    <a:pt x="1275308" y="1342016"/>
                  </a:lnTo>
                  <a:lnTo>
                    <a:pt x="1275295" y="1342009"/>
                  </a:lnTo>
                  <a:lnTo>
                    <a:pt x="1275283" y="1342003"/>
                  </a:lnTo>
                  <a:lnTo>
                    <a:pt x="1275261" y="1341990"/>
                  </a:lnTo>
                  <a:lnTo>
                    <a:pt x="1275246" y="1341982"/>
                  </a:lnTo>
                  <a:lnTo>
                    <a:pt x="1275226" y="1341973"/>
                  </a:lnTo>
                  <a:lnTo>
                    <a:pt x="1275212" y="1341967"/>
                  </a:lnTo>
                  <a:lnTo>
                    <a:pt x="1275203" y="1341962"/>
                  </a:lnTo>
                  <a:lnTo>
                    <a:pt x="1275199" y="1341957"/>
                  </a:lnTo>
                  <a:lnTo>
                    <a:pt x="1275195" y="1341950"/>
                  </a:lnTo>
                  <a:lnTo>
                    <a:pt x="1275190" y="1341936"/>
                  </a:lnTo>
                  <a:lnTo>
                    <a:pt x="1275186" y="1341923"/>
                  </a:lnTo>
                  <a:lnTo>
                    <a:pt x="1275183" y="1341912"/>
                  </a:lnTo>
                  <a:lnTo>
                    <a:pt x="1275182" y="1341903"/>
                  </a:lnTo>
                  <a:lnTo>
                    <a:pt x="1275183" y="1341896"/>
                  </a:lnTo>
                  <a:lnTo>
                    <a:pt x="1275181" y="1341882"/>
                  </a:lnTo>
                  <a:lnTo>
                    <a:pt x="1275179" y="1341874"/>
                  </a:lnTo>
                  <a:lnTo>
                    <a:pt x="1275176" y="1341863"/>
                  </a:lnTo>
                  <a:lnTo>
                    <a:pt x="1275174" y="1341858"/>
                  </a:lnTo>
                  <a:lnTo>
                    <a:pt x="1275170" y="1341855"/>
                  </a:lnTo>
                  <a:lnTo>
                    <a:pt x="1275166" y="1341855"/>
                  </a:lnTo>
                  <a:lnTo>
                    <a:pt x="1275162" y="1341857"/>
                  </a:lnTo>
                  <a:lnTo>
                    <a:pt x="1275151" y="1341861"/>
                  </a:lnTo>
                  <a:lnTo>
                    <a:pt x="1275135" y="1341866"/>
                  </a:lnTo>
                  <a:lnTo>
                    <a:pt x="1275121" y="1341870"/>
                  </a:lnTo>
                  <a:lnTo>
                    <a:pt x="1275111" y="1341872"/>
                  </a:lnTo>
                  <a:lnTo>
                    <a:pt x="1275098" y="1341877"/>
                  </a:lnTo>
                  <a:lnTo>
                    <a:pt x="1275091" y="1341881"/>
                  </a:lnTo>
                  <a:lnTo>
                    <a:pt x="1275081" y="1341885"/>
                  </a:lnTo>
                  <a:lnTo>
                    <a:pt x="1275072" y="1341886"/>
                  </a:lnTo>
                  <a:lnTo>
                    <a:pt x="1275063" y="1341886"/>
                  </a:lnTo>
                  <a:lnTo>
                    <a:pt x="1275050" y="1341883"/>
                  </a:lnTo>
                  <a:lnTo>
                    <a:pt x="1275040" y="1341882"/>
                  </a:lnTo>
                  <a:lnTo>
                    <a:pt x="1275036" y="1341877"/>
                  </a:lnTo>
                  <a:lnTo>
                    <a:pt x="1275030" y="1341867"/>
                  </a:lnTo>
                  <a:lnTo>
                    <a:pt x="1275026" y="1341859"/>
                  </a:lnTo>
                  <a:lnTo>
                    <a:pt x="1275023" y="1341849"/>
                  </a:lnTo>
                  <a:lnTo>
                    <a:pt x="1275020" y="1341832"/>
                  </a:lnTo>
                  <a:lnTo>
                    <a:pt x="1275019" y="1341808"/>
                  </a:lnTo>
                  <a:lnTo>
                    <a:pt x="1275019" y="1341791"/>
                  </a:lnTo>
                  <a:lnTo>
                    <a:pt x="1275019" y="1341770"/>
                  </a:lnTo>
                  <a:lnTo>
                    <a:pt x="1275016" y="1341765"/>
                  </a:lnTo>
                  <a:lnTo>
                    <a:pt x="1275015" y="1341760"/>
                  </a:lnTo>
                  <a:lnTo>
                    <a:pt x="1275013" y="1341745"/>
                  </a:lnTo>
                  <a:lnTo>
                    <a:pt x="1275010" y="1341726"/>
                  </a:lnTo>
                  <a:lnTo>
                    <a:pt x="1275007" y="1341709"/>
                  </a:lnTo>
                  <a:lnTo>
                    <a:pt x="1275008" y="1341701"/>
                  </a:lnTo>
                  <a:lnTo>
                    <a:pt x="1275009" y="1341691"/>
                  </a:lnTo>
                  <a:lnTo>
                    <a:pt x="1275009" y="1341685"/>
                  </a:lnTo>
                  <a:lnTo>
                    <a:pt x="1275007" y="1341675"/>
                  </a:lnTo>
                  <a:lnTo>
                    <a:pt x="1275006" y="1341666"/>
                  </a:lnTo>
                  <a:lnTo>
                    <a:pt x="1275001" y="1341653"/>
                  </a:lnTo>
                  <a:lnTo>
                    <a:pt x="1274996" y="1341645"/>
                  </a:lnTo>
                  <a:lnTo>
                    <a:pt x="1274991" y="1341637"/>
                  </a:lnTo>
                  <a:lnTo>
                    <a:pt x="1274983" y="1341629"/>
                  </a:lnTo>
                  <a:lnTo>
                    <a:pt x="1274972" y="1341619"/>
                  </a:lnTo>
                  <a:lnTo>
                    <a:pt x="1274958" y="1341607"/>
                  </a:lnTo>
                  <a:lnTo>
                    <a:pt x="1274945" y="1341596"/>
                  </a:lnTo>
                  <a:lnTo>
                    <a:pt x="1274936" y="1341590"/>
                  </a:lnTo>
                  <a:lnTo>
                    <a:pt x="1274929" y="1341582"/>
                  </a:lnTo>
                  <a:lnTo>
                    <a:pt x="1274926" y="1341573"/>
                  </a:lnTo>
                  <a:lnTo>
                    <a:pt x="1274922" y="1341558"/>
                  </a:lnTo>
                  <a:lnTo>
                    <a:pt x="1274920" y="1341542"/>
                  </a:lnTo>
                  <a:lnTo>
                    <a:pt x="1274920" y="1341531"/>
                  </a:lnTo>
                  <a:lnTo>
                    <a:pt x="1274917" y="1341506"/>
                  </a:lnTo>
                  <a:lnTo>
                    <a:pt x="1274915" y="1341478"/>
                  </a:lnTo>
                  <a:lnTo>
                    <a:pt x="1274916" y="1341453"/>
                  </a:lnTo>
                  <a:lnTo>
                    <a:pt x="1274916" y="1341444"/>
                  </a:lnTo>
                  <a:lnTo>
                    <a:pt x="1274918" y="1341438"/>
                  </a:lnTo>
                  <a:lnTo>
                    <a:pt x="1274921" y="1341432"/>
                  </a:lnTo>
                  <a:lnTo>
                    <a:pt x="1274928" y="1341422"/>
                  </a:lnTo>
                  <a:lnTo>
                    <a:pt x="1274932" y="1341416"/>
                  </a:lnTo>
                  <a:lnTo>
                    <a:pt x="1274937" y="1341411"/>
                  </a:lnTo>
                  <a:lnTo>
                    <a:pt x="1274942" y="1341404"/>
                  </a:lnTo>
                  <a:lnTo>
                    <a:pt x="1274947" y="1341393"/>
                  </a:lnTo>
                  <a:lnTo>
                    <a:pt x="1274953" y="1341380"/>
                  </a:lnTo>
                  <a:lnTo>
                    <a:pt x="1274959" y="1341363"/>
                  </a:lnTo>
                  <a:lnTo>
                    <a:pt x="1274962" y="1341351"/>
                  </a:lnTo>
                  <a:lnTo>
                    <a:pt x="1274966" y="1341340"/>
                  </a:lnTo>
                  <a:lnTo>
                    <a:pt x="1274972" y="1341331"/>
                  </a:lnTo>
                  <a:lnTo>
                    <a:pt x="1274976" y="1341320"/>
                  </a:lnTo>
                  <a:lnTo>
                    <a:pt x="1274978" y="1341306"/>
                  </a:lnTo>
                  <a:lnTo>
                    <a:pt x="1274981" y="1341291"/>
                  </a:lnTo>
                  <a:lnTo>
                    <a:pt x="1274979" y="1341273"/>
                  </a:lnTo>
                  <a:lnTo>
                    <a:pt x="1274968" y="1341269"/>
                  </a:lnTo>
                  <a:lnTo>
                    <a:pt x="1274955" y="1341269"/>
                  </a:lnTo>
                  <a:lnTo>
                    <a:pt x="1274942" y="1341270"/>
                  </a:lnTo>
                  <a:lnTo>
                    <a:pt x="1274916" y="1341272"/>
                  </a:lnTo>
                  <a:lnTo>
                    <a:pt x="1274906" y="1341273"/>
                  </a:lnTo>
                  <a:lnTo>
                    <a:pt x="1274892" y="1341278"/>
                  </a:lnTo>
                  <a:lnTo>
                    <a:pt x="1274885" y="1341279"/>
                  </a:lnTo>
                  <a:lnTo>
                    <a:pt x="1274864" y="1341283"/>
                  </a:lnTo>
                  <a:lnTo>
                    <a:pt x="1274844" y="1341283"/>
                  </a:lnTo>
                  <a:lnTo>
                    <a:pt x="1274824" y="1341284"/>
                  </a:lnTo>
                  <a:lnTo>
                    <a:pt x="1274815" y="1341288"/>
                  </a:lnTo>
                  <a:lnTo>
                    <a:pt x="1274807" y="1341291"/>
                  </a:lnTo>
                  <a:lnTo>
                    <a:pt x="1274800" y="1341295"/>
                  </a:lnTo>
                  <a:lnTo>
                    <a:pt x="1274796" y="1341299"/>
                  </a:lnTo>
                  <a:lnTo>
                    <a:pt x="1274788" y="1341304"/>
                  </a:lnTo>
                  <a:lnTo>
                    <a:pt x="1274769" y="1341299"/>
                  </a:lnTo>
                  <a:lnTo>
                    <a:pt x="1274753" y="1341294"/>
                  </a:lnTo>
                  <a:lnTo>
                    <a:pt x="1274731" y="1341292"/>
                  </a:lnTo>
                  <a:lnTo>
                    <a:pt x="1274725" y="1341296"/>
                  </a:lnTo>
                  <a:lnTo>
                    <a:pt x="1274713" y="1341277"/>
                  </a:lnTo>
                  <a:lnTo>
                    <a:pt x="1274700" y="1341272"/>
                  </a:lnTo>
                  <a:lnTo>
                    <a:pt x="1274681" y="1341257"/>
                  </a:lnTo>
                  <a:lnTo>
                    <a:pt x="1274649" y="1341284"/>
                  </a:lnTo>
                  <a:lnTo>
                    <a:pt x="1274647" y="1341293"/>
                  </a:lnTo>
                  <a:lnTo>
                    <a:pt x="1274646" y="1341301"/>
                  </a:lnTo>
                  <a:lnTo>
                    <a:pt x="1274644" y="1341307"/>
                  </a:lnTo>
                  <a:lnTo>
                    <a:pt x="1274642" y="1341317"/>
                  </a:lnTo>
                  <a:lnTo>
                    <a:pt x="1274641" y="1341325"/>
                  </a:lnTo>
                  <a:lnTo>
                    <a:pt x="1274642" y="1341329"/>
                  </a:lnTo>
                  <a:lnTo>
                    <a:pt x="1274643" y="1341335"/>
                  </a:lnTo>
                  <a:lnTo>
                    <a:pt x="1274643" y="1341342"/>
                  </a:lnTo>
                  <a:lnTo>
                    <a:pt x="1274644" y="1341356"/>
                  </a:lnTo>
                  <a:lnTo>
                    <a:pt x="1274642" y="1341361"/>
                  </a:lnTo>
                  <a:lnTo>
                    <a:pt x="1274635" y="1341354"/>
                  </a:lnTo>
                  <a:lnTo>
                    <a:pt x="1274628" y="1341347"/>
                  </a:lnTo>
                  <a:lnTo>
                    <a:pt x="1274613" y="1341332"/>
                  </a:lnTo>
                  <a:lnTo>
                    <a:pt x="1274608" y="1341327"/>
                  </a:lnTo>
                  <a:lnTo>
                    <a:pt x="1274601" y="1341326"/>
                  </a:lnTo>
                  <a:lnTo>
                    <a:pt x="1274582" y="1341325"/>
                  </a:lnTo>
                  <a:lnTo>
                    <a:pt x="1274563" y="1341323"/>
                  </a:lnTo>
                  <a:lnTo>
                    <a:pt x="1274547" y="1341322"/>
                  </a:lnTo>
                  <a:lnTo>
                    <a:pt x="1274537" y="1341320"/>
                  </a:lnTo>
                  <a:lnTo>
                    <a:pt x="1274520" y="1341320"/>
                  </a:lnTo>
                  <a:lnTo>
                    <a:pt x="1274501" y="1341320"/>
                  </a:lnTo>
                  <a:lnTo>
                    <a:pt x="1274495" y="1341319"/>
                  </a:lnTo>
                  <a:lnTo>
                    <a:pt x="1274494" y="1341311"/>
                  </a:lnTo>
                  <a:lnTo>
                    <a:pt x="1274494" y="1341305"/>
                  </a:lnTo>
                  <a:lnTo>
                    <a:pt x="1274494" y="1341299"/>
                  </a:lnTo>
                  <a:lnTo>
                    <a:pt x="1274492" y="1341291"/>
                  </a:lnTo>
                  <a:lnTo>
                    <a:pt x="1274492" y="1341285"/>
                  </a:lnTo>
                  <a:lnTo>
                    <a:pt x="1274491" y="1341276"/>
                  </a:lnTo>
                  <a:lnTo>
                    <a:pt x="1274492" y="1341272"/>
                  </a:lnTo>
                  <a:lnTo>
                    <a:pt x="1274493" y="1341264"/>
                  </a:lnTo>
                  <a:lnTo>
                    <a:pt x="1274494" y="1341244"/>
                  </a:lnTo>
                  <a:lnTo>
                    <a:pt x="1274495" y="1341237"/>
                  </a:lnTo>
                  <a:lnTo>
                    <a:pt x="1274497" y="1341228"/>
                  </a:lnTo>
                  <a:lnTo>
                    <a:pt x="1274497" y="1341220"/>
                  </a:lnTo>
                  <a:lnTo>
                    <a:pt x="1274496" y="1341214"/>
                  </a:lnTo>
                  <a:lnTo>
                    <a:pt x="1274495" y="1341208"/>
                  </a:lnTo>
                  <a:lnTo>
                    <a:pt x="1274495" y="1341204"/>
                  </a:lnTo>
                  <a:lnTo>
                    <a:pt x="1274492" y="1341197"/>
                  </a:lnTo>
                  <a:lnTo>
                    <a:pt x="1274487" y="1341190"/>
                  </a:lnTo>
                  <a:lnTo>
                    <a:pt x="1274478" y="1341180"/>
                  </a:lnTo>
                  <a:lnTo>
                    <a:pt x="1274472" y="1341174"/>
                  </a:lnTo>
                  <a:lnTo>
                    <a:pt x="1274465" y="1341169"/>
                  </a:lnTo>
                  <a:lnTo>
                    <a:pt x="1274458" y="1341168"/>
                  </a:lnTo>
                  <a:lnTo>
                    <a:pt x="1274449" y="1341167"/>
                  </a:lnTo>
                  <a:lnTo>
                    <a:pt x="1274435" y="1341164"/>
                  </a:lnTo>
                  <a:lnTo>
                    <a:pt x="1274427" y="1341161"/>
                  </a:lnTo>
                  <a:lnTo>
                    <a:pt x="1274423" y="1341156"/>
                  </a:lnTo>
                  <a:lnTo>
                    <a:pt x="1274417" y="1341150"/>
                  </a:lnTo>
                  <a:lnTo>
                    <a:pt x="1274411" y="1341146"/>
                  </a:lnTo>
                  <a:lnTo>
                    <a:pt x="1274405" y="1341143"/>
                  </a:lnTo>
                  <a:lnTo>
                    <a:pt x="1274400" y="1341138"/>
                  </a:lnTo>
                  <a:lnTo>
                    <a:pt x="1274396" y="1341133"/>
                  </a:lnTo>
                  <a:lnTo>
                    <a:pt x="1274393" y="1341126"/>
                  </a:lnTo>
                  <a:lnTo>
                    <a:pt x="1274390" y="1341113"/>
                  </a:lnTo>
                  <a:lnTo>
                    <a:pt x="1274386" y="1341097"/>
                  </a:lnTo>
                  <a:lnTo>
                    <a:pt x="1274381" y="1341082"/>
                  </a:lnTo>
                  <a:lnTo>
                    <a:pt x="1274378" y="1341069"/>
                  </a:lnTo>
                  <a:lnTo>
                    <a:pt x="1274383" y="1341040"/>
                  </a:lnTo>
                  <a:lnTo>
                    <a:pt x="1274374" y="1341016"/>
                  </a:lnTo>
                  <a:lnTo>
                    <a:pt x="1274346" y="1341007"/>
                  </a:lnTo>
                  <a:lnTo>
                    <a:pt x="1274317" y="1341012"/>
                  </a:lnTo>
                  <a:lnTo>
                    <a:pt x="1274304" y="1341018"/>
                  </a:lnTo>
                  <a:lnTo>
                    <a:pt x="1274278" y="1341019"/>
                  </a:lnTo>
                  <a:lnTo>
                    <a:pt x="1274261" y="1341015"/>
                  </a:lnTo>
                  <a:lnTo>
                    <a:pt x="1274248" y="1341010"/>
                  </a:lnTo>
                  <a:lnTo>
                    <a:pt x="1274230" y="1341005"/>
                  </a:lnTo>
                  <a:lnTo>
                    <a:pt x="1274216" y="1341000"/>
                  </a:lnTo>
                  <a:lnTo>
                    <a:pt x="1274203" y="1340995"/>
                  </a:lnTo>
                  <a:lnTo>
                    <a:pt x="1274192" y="1340994"/>
                  </a:lnTo>
                  <a:lnTo>
                    <a:pt x="1274163" y="1341004"/>
                  </a:lnTo>
                  <a:lnTo>
                    <a:pt x="1274148" y="1341024"/>
                  </a:lnTo>
                  <a:lnTo>
                    <a:pt x="1274136" y="1341042"/>
                  </a:lnTo>
                  <a:lnTo>
                    <a:pt x="1274127" y="1341054"/>
                  </a:lnTo>
                  <a:lnTo>
                    <a:pt x="1274112" y="1341064"/>
                  </a:lnTo>
                  <a:lnTo>
                    <a:pt x="1274105" y="1341074"/>
                  </a:lnTo>
                  <a:lnTo>
                    <a:pt x="1274101" y="1341087"/>
                  </a:lnTo>
                  <a:lnTo>
                    <a:pt x="1274094" y="1341084"/>
                  </a:lnTo>
                  <a:lnTo>
                    <a:pt x="1274071" y="1341073"/>
                  </a:lnTo>
                  <a:lnTo>
                    <a:pt x="1274046" y="1341070"/>
                  </a:lnTo>
                  <a:lnTo>
                    <a:pt x="1274041" y="1341071"/>
                  </a:lnTo>
                  <a:lnTo>
                    <a:pt x="1274035" y="1341072"/>
                  </a:lnTo>
                  <a:lnTo>
                    <a:pt x="1274029" y="1341073"/>
                  </a:lnTo>
                  <a:lnTo>
                    <a:pt x="1274021" y="1341073"/>
                  </a:lnTo>
                  <a:lnTo>
                    <a:pt x="1274013" y="1341072"/>
                  </a:lnTo>
                  <a:lnTo>
                    <a:pt x="1274006" y="1341070"/>
                  </a:lnTo>
                  <a:lnTo>
                    <a:pt x="1273991" y="1341067"/>
                  </a:lnTo>
                  <a:lnTo>
                    <a:pt x="1273974" y="1341064"/>
                  </a:lnTo>
                  <a:lnTo>
                    <a:pt x="1273958" y="1341063"/>
                  </a:lnTo>
                  <a:lnTo>
                    <a:pt x="1273937" y="1341063"/>
                  </a:lnTo>
                  <a:lnTo>
                    <a:pt x="1273916" y="1341065"/>
                  </a:lnTo>
                  <a:lnTo>
                    <a:pt x="1273899" y="1341067"/>
                  </a:lnTo>
                  <a:lnTo>
                    <a:pt x="1273877" y="1341070"/>
                  </a:lnTo>
                  <a:lnTo>
                    <a:pt x="1273865" y="1341072"/>
                  </a:lnTo>
                  <a:lnTo>
                    <a:pt x="1273855" y="1341077"/>
                  </a:lnTo>
                  <a:lnTo>
                    <a:pt x="1273841" y="1341086"/>
                  </a:lnTo>
                  <a:lnTo>
                    <a:pt x="1273830" y="1341094"/>
                  </a:lnTo>
                  <a:lnTo>
                    <a:pt x="1273823" y="1341099"/>
                  </a:lnTo>
                  <a:lnTo>
                    <a:pt x="1273816" y="1341106"/>
                  </a:lnTo>
                  <a:lnTo>
                    <a:pt x="1273811" y="1341114"/>
                  </a:lnTo>
                  <a:lnTo>
                    <a:pt x="1273803" y="1341126"/>
                  </a:lnTo>
                  <a:lnTo>
                    <a:pt x="1273798" y="1341134"/>
                  </a:lnTo>
                  <a:lnTo>
                    <a:pt x="1273793" y="1341143"/>
                  </a:lnTo>
                  <a:lnTo>
                    <a:pt x="1273789" y="1341150"/>
                  </a:lnTo>
                  <a:lnTo>
                    <a:pt x="1273785" y="1341163"/>
                  </a:lnTo>
                  <a:lnTo>
                    <a:pt x="1273779" y="1341179"/>
                  </a:lnTo>
                  <a:lnTo>
                    <a:pt x="1273772" y="1341189"/>
                  </a:lnTo>
                  <a:lnTo>
                    <a:pt x="1273768" y="1341194"/>
                  </a:lnTo>
                  <a:lnTo>
                    <a:pt x="1273764" y="1341196"/>
                  </a:lnTo>
                  <a:lnTo>
                    <a:pt x="1273759" y="1341199"/>
                  </a:lnTo>
                  <a:lnTo>
                    <a:pt x="1273755" y="1341203"/>
                  </a:lnTo>
                  <a:lnTo>
                    <a:pt x="1273756" y="1341208"/>
                  </a:lnTo>
                  <a:lnTo>
                    <a:pt x="1273759" y="1341213"/>
                  </a:lnTo>
                  <a:lnTo>
                    <a:pt x="1273766" y="1341223"/>
                  </a:lnTo>
                  <a:lnTo>
                    <a:pt x="1273773" y="1341237"/>
                  </a:lnTo>
                  <a:lnTo>
                    <a:pt x="1273778" y="1341247"/>
                  </a:lnTo>
                  <a:lnTo>
                    <a:pt x="1273780" y="1341253"/>
                  </a:lnTo>
                  <a:lnTo>
                    <a:pt x="1273781" y="1341265"/>
                  </a:lnTo>
                  <a:lnTo>
                    <a:pt x="1273783" y="1341274"/>
                  </a:lnTo>
                  <a:lnTo>
                    <a:pt x="1273784" y="1341283"/>
                  </a:lnTo>
                  <a:lnTo>
                    <a:pt x="1273781" y="1341288"/>
                  </a:lnTo>
                  <a:lnTo>
                    <a:pt x="1273774" y="1341293"/>
                  </a:lnTo>
                  <a:lnTo>
                    <a:pt x="1273765" y="1341299"/>
                  </a:lnTo>
                  <a:lnTo>
                    <a:pt x="1273759" y="1341306"/>
                  </a:lnTo>
                  <a:lnTo>
                    <a:pt x="1273753" y="1341314"/>
                  </a:lnTo>
                  <a:lnTo>
                    <a:pt x="1273750" y="1341319"/>
                  </a:lnTo>
                  <a:lnTo>
                    <a:pt x="1273745" y="1341325"/>
                  </a:lnTo>
                  <a:lnTo>
                    <a:pt x="1273739" y="1341335"/>
                  </a:lnTo>
                  <a:lnTo>
                    <a:pt x="1273735" y="1341344"/>
                  </a:lnTo>
                  <a:lnTo>
                    <a:pt x="1273734" y="1341349"/>
                  </a:lnTo>
                  <a:lnTo>
                    <a:pt x="1273732" y="1341355"/>
                  </a:lnTo>
                  <a:lnTo>
                    <a:pt x="1273730" y="1341366"/>
                  </a:lnTo>
                  <a:lnTo>
                    <a:pt x="1273728" y="1341381"/>
                  </a:lnTo>
                  <a:lnTo>
                    <a:pt x="1273727" y="1341400"/>
                  </a:lnTo>
                  <a:lnTo>
                    <a:pt x="1273724" y="1341423"/>
                  </a:lnTo>
                  <a:lnTo>
                    <a:pt x="1273720" y="1341442"/>
                  </a:lnTo>
                  <a:lnTo>
                    <a:pt x="1273719" y="1341447"/>
                  </a:lnTo>
                  <a:lnTo>
                    <a:pt x="1273713" y="1341464"/>
                  </a:lnTo>
                  <a:lnTo>
                    <a:pt x="1273707" y="1341480"/>
                  </a:lnTo>
                  <a:lnTo>
                    <a:pt x="1273702" y="1341489"/>
                  </a:lnTo>
                  <a:lnTo>
                    <a:pt x="1273696" y="1341509"/>
                  </a:lnTo>
                  <a:lnTo>
                    <a:pt x="1273689" y="1341526"/>
                  </a:lnTo>
                  <a:lnTo>
                    <a:pt x="1273680" y="1341546"/>
                  </a:lnTo>
                  <a:lnTo>
                    <a:pt x="1273672" y="1341563"/>
                  </a:lnTo>
                  <a:lnTo>
                    <a:pt x="1273661" y="1341578"/>
                  </a:lnTo>
                  <a:lnTo>
                    <a:pt x="1273653" y="1341600"/>
                  </a:lnTo>
                  <a:lnTo>
                    <a:pt x="1273642" y="1341626"/>
                  </a:lnTo>
                  <a:lnTo>
                    <a:pt x="1273634" y="1341643"/>
                  </a:lnTo>
                  <a:lnTo>
                    <a:pt x="1273632" y="1341650"/>
                  </a:lnTo>
                  <a:lnTo>
                    <a:pt x="1273631" y="1341655"/>
                  </a:lnTo>
                  <a:lnTo>
                    <a:pt x="1273629" y="1341669"/>
                  </a:lnTo>
                  <a:lnTo>
                    <a:pt x="1273627" y="1341683"/>
                  </a:lnTo>
                  <a:lnTo>
                    <a:pt x="1273624" y="1341717"/>
                  </a:lnTo>
                  <a:lnTo>
                    <a:pt x="1273620" y="1341740"/>
                  </a:lnTo>
                  <a:lnTo>
                    <a:pt x="1273614" y="1341742"/>
                  </a:lnTo>
                  <a:lnTo>
                    <a:pt x="1273602" y="1341746"/>
                  </a:lnTo>
                  <a:lnTo>
                    <a:pt x="1273588" y="1341750"/>
                  </a:lnTo>
                  <a:lnTo>
                    <a:pt x="1273575" y="1341752"/>
                  </a:lnTo>
                  <a:lnTo>
                    <a:pt x="1273567" y="1341753"/>
                  </a:lnTo>
                  <a:lnTo>
                    <a:pt x="1273563" y="1341758"/>
                  </a:lnTo>
                  <a:lnTo>
                    <a:pt x="1273558" y="1341765"/>
                  </a:lnTo>
                  <a:lnTo>
                    <a:pt x="1273553" y="1341775"/>
                  </a:lnTo>
                  <a:lnTo>
                    <a:pt x="1273550" y="1341780"/>
                  </a:lnTo>
                  <a:lnTo>
                    <a:pt x="1273547" y="1341787"/>
                  </a:lnTo>
                  <a:lnTo>
                    <a:pt x="1273543" y="1341800"/>
                  </a:lnTo>
                  <a:lnTo>
                    <a:pt x="1273538" y="1341815"/>
                  </a:lnTo>
                  <a:lnTo>
                    <a:pt x="1273536" y="1341821"/>
                  </a:lnTo>
                  <a:lnTo>
                    <a:pt x="1273531" y="1341827"/>
                  </a:lnTo>
                  <a:lnTo>
                    <a:pt x="1273524" y="1341831"/>
                  </a:lnTo>
                  <a:lnTo>
                    <a:pt x="1273516" y="1341833"/>
                  </a:lnTo>
                  <a:lnTo>
                    <a:pt x="1273508" y="1341833"/>
                  </a:lnTo>
                  <a:lnTo>
                    <a:pt x="1273505" y="1341831"/>
                  </a:lnTo>
                  <a:lnTo>
                    <a:pt x="1273498" y="1341826"/>
                  </a:lnTo>
                  <a:lnTo>
                    <a:pt x="1273494" y="1341821"/>
                  </a:lnTo>
                  <a:lnTo>
                    <a:pt x="1273491" y="1341816"/>
                  </a:lnTo>
                  <a:lnTo>
                    <a:pt x="1273485" y="1341815"/>
                  </a:lnTo>
                  <a:lnTo>
                    <a:pt x="1273469" y="1341811"/>
                  </a:lnTo>
                  <a:lnTo>
                    <a:pt x="1273452" y="1341809"/>
                  </a:lnTo>
                  <a:lnTo>
                    <a:pt x="1273437" y="1341807"/>
                  </a:lnTo>
                  <a:lnTo>
                    <a:pt x="1273430" y="1341804"/>
                  </a:lnTo>
                  <a:lnTo>
                    <a:pt x="1273424" y="1341802"/>
                  </a:lnTo>
                  <a:lnTo>
                    <a:pt x="1273411" y="1341800"/>
                  </a:lnTo>
                  <a:lnTo>
                    <a:pt x="1273401" y="1341800"/>
                  </a:lnTo>
                  <a:lnTo>
                    <a:pt x="1273394" y="1341804"/>
                  </a:lnTo>
                  <a:lnTo>
                    <a:pt x="1273389" y="1341810"/>
                  </a:lnTo>
                  <a:lnTo>
                    <a:pt x="1273384" y="1341819"/>
                  </a:lnTo>
                  <a:lnTo>
                    <a:pt x="1273379" y="1341829"/>
                  </a:lnTo>
                  <a:lnTo>
                    <a:pt x="1273374" y="1341837"/>
                  </a:lnTo>
                  <a:lnTo>
                    <a:pt x="1273369" y="1341845"/>
                  </a:lnTo>
                  <a:lnTo>
                    <a:pt x="1273366" y="1341852"/>
                  </a:lnTo>
                  <a:lnTo>
                    <a:pt x="1273363" y="1341861"/>
                  </a:lnTo>
                  <a:lnTo>
                    <a:pt x="1273360" y="1341872"/>
                  </a:lnTo>
                  <a:lnTo>
                    <a:pt x="1273364" y="1341879"/>
                  </a:lnTo>
                  <a:lnTo>
                    <a:pt x="1273368" y="1341883"/>
                  </a:lnTo>
                  <a:lnTo>
                    <a:pt x="1273374" y="1341893"/>
                  </a:lnTo>
                  <a:lnTo>
                    <a:pt x="1273377" y="1341899"/>
                  </a:lnTo>
                  <a:lnTo>
                    <a:pt x="1273380" y="1341909"/>
                  </a:lnTo>
                  <a:lnTo>
                    <a:pt x="1273383" y="1341921"/>
                  </a:lnTo>
                  <a:lnTo>
                    <a:pt x="1273381" y="1341933"/>
                  </a:lnTo>
                  <a:lnTo>
                    <a:pt x="1273379" y="1341943"/>
                  </a:lnTo>
                  <a:lnTo>
                    <a:pt x="1273378" y="1341950"/>
                  </a:lnTo>
                  <a:lnTo>
                    <a:pt x="1273378" y="1341957"/>
                  </a:lnTo>
                  <a:lnTo>
                    <a:pt x="1273380" y="1341963"/>
                  </a:lnTo>
                  <a:lnTo>
                    <a:pt x="1273384" y="1341974"/>
                  </a:lnTo>
                  <a:lnTo>
                    <a:pt x="1273390" y="1341989"/>
                  </a:lnTo>
                  <a:lnTo>
                    <a:pt x="1273397" y="1342006"/>
                  </a:lnTo>
                  <a:lnTo>
                    <a:pt x="1273402" y="1342016"/>
                  </a:lnTo>
                  <a:lnTo>
                    <a:pt x="1273408" y="1342024"/>
                  </a:lnTo>
                  <a:lnTo>
                    <a:pt x="1273416" y="1342035"/>
                  </a:lnTo>
                  <a:lnTo>
                    <a:pt x="1273425" y="1342050"/>
                  </a:lnTo>
                  <a:lnTo>
                    <a:pt x="1273431" y="1342058"/>
                  </a:lnTo>
                  <a:lnTo>
                    <a:pt x="1273438" y="1342065"/>
                  </a:lnTo>
                  <a:lnTo>
                    <a:pt x="1273447" y="1342073"/>
                  </a:lnTo>
                  <a:lnTo>
                    <a:pt x="1273451" y="1342076"/>
                  </a:lnTo>
                  <a:lnTo>
                    <a:pt x="1273456" y="1342079"/>
                  </a:lnTo>
                  <a:lnTo>
                    <a:pt x="1273465" y="1342084"/>
                  </a:lnTo>
                  <a:lnTo>
                    <a:pt x="1273471" y="1342087"/>
                  </a:lnTo>
                  <a:lnTo>
                    <a:pt x="1273481" y="1342089"/>
                  </a:lnTo>
                  <a:lnTo>
                    <a:pt x="1273490" y="1342090"/>
                  </a:lnTo>
                  <a:lnTo>
                    <a:pt x="1273497" y="1342092"/>
                  </a:lnTo>
                  <a:lnTo>
                    <a:pt x="1273502" y="1342094"/>
                  </a:lnTo>
                  <a:lnTo>
                    <a:pt x="1273500" y="1342102"/>
                  </a:lnTo>
                  <a:lnTo>
                    <a:pt x="1273492" y="1342107"/>
                  </a:lnTo>
                  <a:lnTo>
                    <a:pt x="1273480" y="1342115"/>
                  </a:lnTo>
                  <a:lnTo>
                    <a:pt x="1273474" y="1342119"/>
                  </a:lnTo>
                  <a:lnTo>
                    <a:pt x="1273464" y="1342126"/>
                  </a:lnTo>
                  <a:lnTo>
                    <a:pt x="1273449" y="1342136"/>
                  </a:lnTo>
                  <a:lnTo>
                    <a:pt x="1273435" y="1342146"/>
                  </a:lnTo>
                  <a:lnTo>
                    <a:pt x="1273426" y="1342155"/>
                  </a:lnTo>
                  <a:lnTo>
                    <a:pt x="1273417" y="1342167"/>
                  </a:lnTo>
                  <a:lnTo>
                    <a:pt x="1273415" y="1342173"/>
                  </a:lnTo>
                  <a:lnTo>
                    <a:pt x="1273410" y="1342184"/>
                  </a:lnTo>
                  <a:lnTo>
                    <a:pt x="1273402" y="1342192"/>
                  </a:lnTo>
                  <a:lnTo>
                    <a:pt x="1273398" y="1342196"/>
                  </a:lnTo>
                  <a:lnTo>
                    <a:pt x="1273386" y="1342204"/>
                  </a:lnTo>
                  <a:lnTo>
                    <a:pt x="1273381" y="1342211"/>
                  </a:lnTo>
                  <a:lnTo>
                    <a:pt x="1273379" y="1342216"/>
                  </a:lnTo>
                  <a:lnTo>
                    <a:pt x="1273376" y="1342232"/>
                  </a:lnTo>
                  <a:lnTo>
                    <a:pt x="1273373" y="1342243"/>
                  </a:lnTo>
                  <a:lnTo>
                    <a:pt x="1273366" y="1342252"/>
                  </a:lnTo>
                  <a:lnTo>
                    <a:pt x="1273359" y="1342263"/>
                  </a:lnTo>
                  <a:lnTo>
                    <a:pt x="1273356" y="1342267"/>
                  </a:lnTo>
                  <a:lnTo>
                    <a:pt x="1273345" y="1342279"/>
                  </a:lnTo>
                  <a:lnTo>
                    <a:pt x="1273337" y="1342286"/>
                  </a:lnTo>
                  <a:lnTo>
                    <a:pt x="1273329" y="1342290"/>
                  </a:lnTo>
                  <a:lnTo>
                    <a:pt x="1273325" y="1342292"/>
                  </a:lnTo>
                  <a:lnTo>
                    <a:pt x="1273320" y="1342292"/>
                  </a:lnTo>
                  <a:lnTo>
                    <a:pt x="1273315" y="1342295"/>
                  </a:lnTo>
                  <a:lnTo>
                    <a:pt x="1273315" y="1342301"/>
                  </a:lnTo>
                  <a:lnTo>
                    <a:pt x="1273318" y="1342307"/>
                  </a:lnTo>
                  <a:lnTo>
                    <a:pt x="1273321" y="1342313"/>
                  </a:lnTo>
                  <a:lnTo>
                    <a:pt x="1273326" y="1342322"/>
                  </a:lnTo>
                  <a:lnTo>
                    <a:pt x="1273330" y="1342331"/>
                  </a:lnTo>
                  <a:lnTo>
                    <a:pt x="1273336" y="1342340"/>
                  </a:lnTo>
                  <a:lnTo>
                    <a:pt x="1273343" y="1342354"/>
                  </a:lnTo>
                  <a:lnTo>
                    <a:pt x="1273351" y="1342365"/>
                  </a:lnTo>
                  <a:lnTo>
                    <a:pt x="1273356" y="1342370"/>
                  </a:lnTo>
                  <a:lnTo>
                    <a:pt x="1273360" y="1342375"/>
                  </a:lnTo>
                  <a:lnTo>
                    <a:pt x="1273366" y="1342381"/>
                  </a:lnTo>
                  <a:lnTo>
                    <a:pt x="1273368" y="1342385"/>
                  </a:lnTo>
                  <a:lnTo>
                    <a:pt x="1273374" y="1342386"/>
                  </a:lnTo>
                  <a:lnTo>
                    <a:pt x="1273382" y="1342388"/>
                  </a:lnTo>
                  <a:lnTo>
                    <a:pt x="1273388" y="1342387"/>
                  </a:lnTo>
                  <a:lnTo>
                    <a:pt x="1273396" y="1342387"/>
                  </a:lnTo>
                  <a:lnTo>
                    <a:pt x="1273403" y="1342387"/>
                  </a:lnTo>
                  <a:lnTo>
                    <a:pt x="1273411" y="1342388"/>
                  </a:lnTo>
                  <a:lnTo>
                    <a:pt x="1273418" y="1342389"/>
                  </a:lnTo>
                  <a:lnTo>
                    <a:pt x="1273430" y="1342392"/>
                  </a:lnTo>
                  <a:lnTo>
                    <a:pt x="1273438" y="1342396"/>
                  </a:lnTo>
                  <a:lnTo>
                    <a:pt x="1273444" y="1342400"/>
                  </a:lnTo>
                  <a:lnTo>
                    <a:pt x="1273449" y="1342404"/>
                  </a:lnTo>
                  <a:lnTo>
                    <a:pt x="1273456" y="1342407"/>
                  </a:lnTo>
                  <a:lnTo>
                    <a:pt x="1273463" y="1342408"/>
                  </a:lnTo>
                  <a:lnTo>
                    <a:pt x="1273469" y="1342408"/>
                  </a:lnTo>
                  <a:lnTo>
                    <a:pt x="1273474" y="1342407"/>
                  </a:lnTo>
                  <a:lnTo>
                    <a:pt x="1273478" y="1342406"/>
                  </a:lnTo>
                  <a:lnTo>
                    <a:pt x="1273484" y="1342403"/>
                  </a:lnTo>
                  <a:lnTo>
                    <a:pt x="1273490" y="1342402"/>
                  </a:lnTo>
                  <a:lnTo>
                    <a:pt x="1273493" y="1342404"/>
                  </a:lnTo>
                  <a:lnTo>
                    <a:pt x="1273493" y="1342410"/>
                  </a:lnTo>
                  <a:lnTo>
                    <a:pt x="1273492" y="1342418"/>
                  </a:lnTo>
                  <a:lnTo>
                    <a:pt x="1273491" y="1342427"/>
                  </a:lnTo>
                  <a:lnTo>
                    <a:pt x="1273493" y="1342434"/>
                  </a:lnTo>
                  <a:lnTo>
                    <a:pt x="1273495" y="1342442"/>
                  </a:lnTo>
                  <a:lnTo>
                    <a:pt x="1273498" y="1342447"/>
                  </a:lnTo>
                  <a:lnTo>
                    <a:pt x="1273502" y="1342456"/>
                  </a:lnTo>
                  <a:lnTo>
                    <a:pt x="1273505" y="1342463"/>
                  </a:lnTo>
                  <a:lnTo>
                    <a:pt x="1273503" y="1342473"/>
                  </a:lnTo>
                  <a:lnTo>
                    <a:pt x="1273498" y="1342482"/>
                  </a:lnTo>
                  <a:lnTo>
                    <a:pt x="1273489" y="1342491"/>
                  </a:lnTo>
                  <a:lnTo>
                    <a:pt x="1273478" y="1342501"/>
                  </a:lnTo>
                  <a:lnTo>
                    <a:pt x="1273465" y="1342509"/>
                  </a:lnTo>
                  <a:lnTo>
                    <a:pt x="1273460" y="1342511"/>
                  </a:lnTo>
                  <a:lnTo>
                    <a:pt x="1273454" y="1342513"/>
                  </a:lnTo>
                  <a:lnTo>
                    <a:pt x="1273445" y="1342512"/>
                  </a:lnTo>
                  <a:lnTo>
                    <a:pt x="1273432" y="1342512"/>
                  </a:lnTo>
                  <a:lnTo>
                    <a:pt x="1273422" y="1342512"/>
                  </a:lnTo>
                  <a:lnTo>
                    <a:pt x="1273417" y="1342512"/>
                  </a:lnTo>
                  <a:lnTo>
                    <a:pt x="1273409" y="1342513"/>
                  </a:lnTo>
                  <a:lnTo>
                    <a:pt x="1273401" y="1342513"/>
                  </a:lnTo>
                  <a:lnTo>
                    <a:pt x="1273391" y="1342514"/>
                  </a:lnTo>
                  <a:lnTo>
                    <a:pt x="1273382" y="1342518"/>
                  </a:lnTo>
                  <a:lnTo>
                    <a:pt x="1273380" y="1342522"/>
                  </a:lnTo>
                  <a:lnTo>
                    <a:pt x="1273376" y="1342534"/>
                  </a:lnTo>
                  <a:lnTo>
                    <a:pt x="1273375" y="1342541"/>
                  </a:lnTo>
                  <a:lnTo>
                    <a:pt x="1273375" y="1342551"/>
                  </a:lnTo>
                  <a:lnTo>
                    <a:pt x="1273375" y="1342560"/>
                  </a:lnTo>
                  <a:lnTo>
                    <a:pt x="1273376" y="1342568"/>
                  </a:lnTo>
                  <a:lnTo>
                    <a:pt x="1273379" y="1342576"/>
                  </a:lnTo>
                  <a:lnTo>
                    <a:pt x="1273384" y="1342584"/>
                  </a:lnTo>
                  <a:lnTo>
                    <a:pt x="1273392" y="1342592"/>
                  </a:lnTo>
                  <a:lnTo>
                    <a:pt x="1273401" y="1342599"/>
                  </a:lnTo>
                  <a:lnTo>
                    <a:pt x="1273406" y="1342603"/>
                  </a:lnTo>
                  <a:lnTo>
                    <a:pt x="1273419" y="1342608"/>
                  </a:lnTo>
                  <a:lnTo>
                    <a:pt x="1273431" y="1342612"/>
                  </a:lnTo>
                  <a:lnTo>
                    <a:pt x="1273439" y="1342614"/>
                  </a:lnTo>
                  <a:lnTo>
                    <a:pt x="1273447" y="1342615"/>
                  </a:lnTo>
                  <a:lnTo>
                    <a:pt x="1273457" y="1342616"/>
                  </a:lnTo>
                  <a:lnTo>
                    <a:pt x="1273458" y="1342627"/>
                  </a:lnTo>
                  <a:lnTo>
                    <a:pt x="1273459" y="1342640"/>
                  </a:lnTo>
                  <a:lnTo>
                    <a:pt x="1273458" y="1342650"/>
                  </a:lnTo>
                  <a:lnTo>
                    <a:pt x="1273456" y="1342656"/>
                  </a:lnTo>
                  <a:lnTo>
                    <a:pt x="1273452" y="1342666"/>
                  </a:lnTo>
                  <a:lnTo>
                    <a:pt x="1273449" y="1342673"/>
                  </a:lnTo>
                  <a:lnTo>
                    <a:pt x="1273445" y="1342677"/>
                  </a:lnTo>
                  <a:lnTo>
                    <a:pt x="1273433" y="1342686"/>
                  </a:lnTo>
                  <a:lnTo>
                    <a:pt x="1273423" y="1342691"/>
                  </a:lnTo>
                  <a:lnTo>
                    <a:pt x="1273416" y="1342694"/>
                  </a:lnTo>
                  <a:lnTo>
                    <a:pt x="1273402" y="1342743"/>
                  </a:lnTo>
                  <a:lnTo>
                    <a:pt x="1273397" y="1342761"/>
                  </a:lnTo>
                  <a:lnTo>
                    <a:pt x="1273375" y="1342791"/>
                  </a:lnTo>
                  <a:lnTo>
                    <a:pt x="1273360" y="1342802"/>
                  </a:lnTo>
                  <a:lnTo>
                    <a:pt x="1273330" y="1342804"/>
                  </a:lnTo>
                  <a:lnTo>
                    <a:pt x="1273319" y="1342832"/>
                  </a:lnTo>
                  <a:lnTo>
                    <a:pt x="1273316" y="1342848"/>
                  </a:lnTo>
                  <a:lnTo>
                    <a:pt x="1273307" y="1342867"/>
                  </a:lnTo>
                  <a:lnTo>
                    <a:pt x="1273302" y="1342874"/>
                  </a:lnTo>
                  <a:lnTo>
                    <a:pt x="1273298" y="1342879"/>
                  </a:lnTo>
                  <a:lnTo>
                    <a:pt x="1273292" y="1342884"/>
                  </a:lnTo>
                  <a:lnTo>
                    <a:pt x="1273287" y="1342889"/>
                  </a:lnTo>
                  <a:lnTo>
                    <a:pt x="1273278" y="1342893"/>
                  </a:lnTo>
                  <a:lnTo>
                    <a:pt x="1273274" y="1342895"/>
                  </a:lnTo>
                  <a:lnTo>
                    <a:pt x="1273263" y="1342896"/>
                  </a:lnTo>
                  <a:lnTo>
                    <a:pt x="1273247" y="1342895"/>
                  </a:lnTo>
                  <a:lnTo>
                    <a:pt x="1273235" y="1342893"/>
                  </a:lnTo>
                  <a:lnTo>
                    <a:pt x="1273233" y="1342889"/>
                  </a:lnTo>
                  <a:lnTo>
                    <a:pt x="1273226" y="1342876"/>
                  </a:lnTo>
                  <a:lnTo>
                    <a:pt x="1273220" y="1342869"/>
                  </a:lnTo>
                  <a:lnTo>
                    <a:pt x="1273215" y="1342863"/>
                  </a:lnTo>
                  <a:lnTo>
                    <a:pt x="1273211" y="1342857"/>
                  </a:lnTo>
                  <a:lnTo>
                    <a:pt x="1273207" y="1342850"/>
                  </a:lnTo>
                  <a:lnTo>
                    <a:pt x="1273202" y="1342837"/>
                  </a:lnTo>
                  <a:lnTo>
                    <a:pt x="1273199" y="1342821"/>
                  </a:lnTo>
                  <a:lnTo>
                    <a:pt x="1273194" y="1342799"/>
                  </a:lnTo>
                  <a:lnTo>
                    <a:pt x="1273189" y="1342794"/>
                  </a:lnTo>
                  <a:lnTo>
                    <a:pt x="1273179" y="1342786"/>
                  </a:lnTo>
                  <a:lnTo>
                    <a:pt x="1273172" y="1342782"/>
                  </a:lnTo>
                  <a:lnTo>
                    <a:pt x="1273164" y="1342779"/>
                  </a:lnTo>
                  <a:lnTo>
                    <a:pt x="1273153" y="1342777"/>
                  </a:lnTo>
                  <a:lnTo>
                    <a:pt x="1273138" y="1342782"/>
                  </a:lnTo>
                  <a:lnTo>
                    <a:pt x="1273121" y="1342785"/>
                  </a:lnTo>
                  <a:lnTo>
                    <a:pt x="1273105" y="1342790"/>
                  </a:lnTo>
                  <a:lnTo>
                    <a:pt x="1273095" y="1342793"/>
                  </a:lnTo>
                  <a:lnTo>
                    <a:pt x="1272996" y="1342828"/>
                  </a:lnTo>
                  <a:lnTo>
                    <a:pt x="1272992" y="1342846"/>
                  </a:lnTo>
                  <a:lnTo>
                    <a:pt x="1272949" y="1342894"/>
                  </a:lnTo>
                  <a:lnTo>
                    <a:pt x="1272950" y="1342901"/>
                  </a:lnTo>
                  <a:lnTo>
                    <a:pt x="1272952" y="1342909"/>
                  </a:lnTo>
                  <a:lnTo>
                    <a:pt x="1272955" y="1342917"/>
                  </a:lnTo>
                  <a:lnTo>
                    <a:pt x="1272960" y="1342925"/>
                  </a:lnTo>
                  <a:lnTo>
                    <a:pt x="1272962" y="1342931"/>
                  </a:lnTo>
                  <a:lnTo>
                    <a:pt x="1272963" y="1342940"/>
                  </a:lnTo>
                  <a:lnTo>
                    <a:pt x="1272963" y="1342955"/>
                  </a:lnTo>
                  <a:lnTo>
                    <a:pt x="1272962" y="1342959"/>
                  </a:lnTo>
                  <a:lnTo>
                    <a:pt x="1272959" y="1342962"/>
                  </a:lnTo>
                  <a:lnTo>
                    <a:pt x="1272951" y="1342967"/>
                  </a:lnTo>
                  <a:lnTo>
                    <a:pt x="1272942" y="1342973"/>
                  </a:lnTo>
                  <a:lnTo>
                    <a:pt x="1272936" y="1342978"/>
                  </a:lnTo>
                  <a:lnTo>
                    <a:pt x="1272930" y="1342981"/>
                  </a:lnTo>
                  <a:lnTo>
                    <a:pt x="1272920" y="1342985"/>
                  </a:lnTo>
                  <a:lnTo>
                    <a:pt x="1272911" y="1342990"/>
                  </a:lnTo>
                  <a:lnTo>
                    <a:pt x="1272904" y="1342995"/>
                  </a:lnTo>
                  <a:lnTo>
                    <a:pt x="1272896" y="1343002"/>
                  </a:lnTo>
                  <a:lnTo>
                    <a:pt x="1272887" y="1343009"/>
                  </a:lnTo>
                  <a:lnTo>
                    <a:pt x="1272880" y="1343013"/>
                  </a:lnTo>
                  <a:lnTo>
                    <a:pt x="1272871" y="1343021"/>
                  </a:lnTo>
                  <a:lnTo>
                    <a:pt x="1272861" y="1343028"/>
                  </a:lnTo>
                  <a:lnTo>
                    <a:pt x="1272851" y="1343031"/>
                  </a:lnTo>
                  <a:lnTo>
                    <a:pt x="1272837" y="1343033"/>
                  </a:lnTo>
                  <a:lnTo>
                    <a:pt x="1272820" y="1343030"/>
                  </a:lnTo>
                  <a:lnTo>
                    <a:pt x="1272809" y="1343027"/>
                  </a:lnTo>
                  <a:lnTo>
                    <a:pt x="1272803" y="1343020"/>
                  </a:lnTo>
                  <a:lnTo>
                    <a:pt x="1272798" y="1343013"/>
                  </a:lnTo>
                  <a:lnTo>
                    <a:pt x="1272795" y="1343008"/>
                  </a:lnTo>
                  <a:lnTo>
                    <a:pt x="1272786" y="1342999"/>
                  </a:lnTo>
                  <a:lnTo>
                    <a:pt x="1272780" y="1342993"/>
                  </a:lnTo>
                  <a:lnTo>
                    <a:pt x="1272773" y="1342984"/>
                  </a:lnTo>
                  <a:lnTo>
                    <a:pt x="1272768" y="1342975"/>
                  </a:lnTo>
                  <a:lnTo>
                    <a:pt x="1272760" y="1342963"/>
                  </a:lnTo>
                  <a:lnTo>
                    <a:pt x="1272752" y="1342952"/>
                  </a:lnTo>
                  <a:lnTo>
                    <a:pt x="1272746" y="1342948"/>
                  </a:lnTo>
                  <a:lnTo>
                    <a:pt x="1272737" y="1342944"/>
                  </a:lnTo>
                  <a:lnTo>
                    <a:pt x="1272726" y="1342941"/>
                  </a:lnTo>
                  <a:lnTo>
                    <a:pt x="1272717" y="1342940"/>
                  </a:lnTo>
                  <a:lnTo>
                    <a:pt x="1272708" y="1342942"/>
                  </a:lnTo>
                  <a:lnTo>
                    <a:pt x="1272701" y="1342946"/>
                  </a:lnTo>
                  <a:lnTo>
                    <a:pt x="1272692" y="1342951"/>
                  </a:lnTo>
                  <a:lnTo>
                    <a:pt x="1272682" y="1342954"/>
                  </a:lnTo>
                  <a:lnTo>
                    <a:pt x="1272669" y="1342956"/>
                  </a:lnTo>
                  <a:lnTo>
                    <a:pt x="1272662" y="1342956"/>
                  </a:lnTo>
                  <a:lnTo>
                    <a:pt x="1272650" y="1342950"/>
                  </a:lnTo>
                  <a:lnTo>
                    <a:pt x="1272637" y="1342940"/>
                  </a:lnTo>
                  <a:lnTo>
                    <a:pt x="1272628" y="1342934"/>
                  </a:lnTo>
                  <a:lnTo>
                    <a:pt x="1272624" y="1342933"/>
                  </a:lnTo>
                  <a:lnTo>
                    <a:pt x="1272618" y="1342928"/>
                  </a:lnTo>
                  <a:lnTo>
                    <a:pt x="1272615" y="1342923"/>
                  </a:lnTo>
                  <a:lnTo>
                    <a:pt x="1272614" y="1342918"/>
                  </a:lnTo>
                  <a:lnTo>
                    <a:pt x="1272612" y="1342905"/>
                  </a:lnTo>
                  <a:lnTo>
                    <a:pt x="1272609" y="1342889"/>
                  </a:lnTo>
                  <a:lnTo>
                    <a:pt x="1272605" y="1342878"/>
                  </a:lnTo>
                  <a:lnTo>
                    <a:pt x="1272598" y="1342862"/>
                  </a:lnTo>
                  <a:lnTo>
                    <a:pt x="1272592" y="1342850"/>
                  </a:lnTo>
                  <a:lnTo>
                    <a:pt x="1272587" y="1342841"/>
                  </a:lnTo>
                  <a:lnTo>
                    <a:pt x="1272585" y="1342832"/>
                  </a:lnTo>
                  <a:lnTo>
                    <a:pt x="1272585" y="1342825"/>
                  </a:lnTo>
                  <a:lnTo>
                    <a:pt x="1272584" y="1342811"/>
                  </a:lnTo>
                  <a:lnTo>
                    <a:pt x="1272583" y="1342792"/>
                  </a:lnTo>
                  <a:lnTo>
                    <a:pt x="1272582" y="1342771"/>
                  </a:lnTo>
                  <a:lnTo>
                    <a:pt x="1272580" y="1342759"/>
                  </a:lnTo>
                  <a:lnTo>
                    <a:pt x="1272573" y="1342748"/>
                  </a:lnTo>
                  <a:lnTo>
                    <a:pt x="1272567" y="1342739"/>
                  </a:lnTo>
                  <a:lnTo>
                    <a:pt x="1272559" y="1342730"/>
                  </a:lnTo>
                  <a:lnTo>
                    <a:pt x="1272553" y="1342726"/>
                  </a:lnTo>
                  <a:lnTo>
                    <a:pt x="1272549" y="1342725"/>
                  </a:lnTo>
                  <a:lnTo>
                    <a:pt x="1272543" y="1342726"/>
                  </a:lnTo>
                  <a:lnTo>
                    <a:pt x="1272529" y="1342727"/>
                  </a:lnTo>
                  <a:lnTo>
                    <a:pt x="1272516" y="1342728"/>
                  </a:lnTo>
                  <a:lnTo>
                    <a:pt x="1272503" y="1342727"/>
                  </a:lnTo>
                  <a:lnTo>
                    <a:pt x="1272490" y="1342726"/>
                  </a:lnTo>
                  <a:lnTo>
                    <a:pt x="1272477" y="1342726"/>
                  </a:lnTo>
                  <a:lnTo>
                    <a:pt x="1272468" y="1342726"/>
                  </a:lnTo>
                  <a:lnTo>
                    <a:pt x="1272462" y="1342724"/>
                  </a:lnTo>
                  <a:lnTo>
                    <a:pt x="1272458" y="1342722"/>
                  </a:lnTo>
                  <a:lnTo>
                    <a:pt x="1272455" y="1342718"/>
                  </a:lnTo>
                  <a:lnTo>
                    <a:pt x="1272451" y="1342711"/>
                  </a:lnTo>
                  <a:lnTo>
                    <a:pt x="1272447" y="1342702"/>
                  </a:lnTo>
                  <a:lnTo>
                    <a:pt x="1272447" y="1342692"/>
                  </a:lnTo>
                  <a:lnTo>
                    <a:pt x="1272449" y="1342685"/>
                  </a:lnTo>
                  <a:lnTo>
                    <a:pt x="1272453" y="1342680"/>
                  </a:lnTo>
                  <a:lnTo>
                    <a:pt x="1272458" y="1342673"/>
                  </a:lnTo>
                  <a:lnTo>
                    <a:pt x="1272463" y="1342666"/>
                  </a:lnTo>
                  <a:lnTo>
                    <a:pt x="1272459" y="1342667"/>
                  </a:lnTo>
                  <a:lnTo>
                    <a:pt x="1272453" y="1342671"/>
                  </a:lnTo>
                  <a:lnTo>
                    <a:pt x="1272445" y="1342675"/>
                  </a:lnTo>
                  <a:lnTo>
                    <a:pt x="1272439" y="1342678"/>
                  </a:lnTo>
                  <a:lnTo>
                    <a:pt x="1272427" y="1342678"/>
                  </a:lnTo>
                  <a:lnTo>
                    <a:pt x="1272419" y="1342678"/>
                  </a:lnTo>
                  <a:lnTo>
                    <a:pt x="1272411" y="1342676"/>
                  </a:lnTo>
                  <a:lnTo>
                    <a:pt x="1272401" y="1342672"/>
                  </a:lnTo>
                  <a:lnTo>
                    <a:pt x="1272390" y="1342666"/>
                  </a:lnTo>
                  <a:lnTo>
                    <a:pt x="1272384" y="1342663"/>
                  </a:lnTo>
                  <a:lnTo>
                    <a:pt x="1272376" y="1342660"/>
                  </a:lnTo>
                  <a:lnTo>
                    <a:pt x="1272370" y="1342659"/>
                  </a:lnTo>
                  <a:lnTo>
                    <a:pt x="1272366" y="1342659"/>
                  </a:lnTo>
                  <a:lnTo>
                    <a:pt x="1272361" y="1342669"/>
                  </a:lnTo>
                  <a:lnTo>
                    <a:pt x="1272353" y="1342690"/>
                  </a:lnTo>
                  <a:lnTo>
                    <a:pt x="1272344" y="1342714"/>
                  </a:lnTo>
                  <a:lnTo>
                    <a:pt x="1272336" y="1342735"/>
                  </a:lnTo>
                  <a:lnTo>
                    <a:pt x="1272329" y="1342753"/>
                  </a:lnTo>
                  <a:lnTo>
                    <a:pt x="1272322" y="1342769"/>
                  </a:lnTo>
                  <a:lnTo>
                    <a:pt x="1272318" y="1342771"/>
                  </a:lnTo>
                  <a:lnTo>
                    <a:pt x="1272309" y="1342777"/>
                  </a:lnTo>
                  <a:lnTo>
                    <a:pt x="1272300" y="1342782"/>
                  </a:lnTo>
                  <a:lnTo>
                    <a:pt x="1272292" y="1342788"/>
                  </a:lnTo>
                  <a:lnTo>
                    <a:pt x="1272288" y="1342792"/>
                  </a:lnTo>
                  <a:lnTo>
                    <a:pt x="1272285" y="1342796"/>
                  </a:lnTo>
                  <a:lnTo>
                    <a:pt x="1272282" y="1342805"/>
                  </a:lnTo>
                  <a:lnTo>
                    <a:pt x="1272279" y="1342816"/>
                  </a:lnTo>
                  <a:lnTo>
                    <a:pt x="1272275" y="1342823"/>
                  </a:lnTo>
                  <a:lnTo>
                    <a:pt x="1272273" y="1342829"/>
                  </a:lnTo>
                  <a:lnTo>
                    <a:pt x="1272270" y="1342840"/>
                  </a:lnTo>
                  <a:lnTo>
                    <a:pt x="1272265" y="1342847"/>
                  </a:lnTo>
                  <a:lnTo>
                    <a:pt x="1272260" y="1342852"/>
                  </a:lnTo>
                  <a:lnTo>
                    <a:pt x="1272254" y="1342857"/>
                  </a:lnTo>
                  <a:lnTo>
                    <a:pt x="1272249" y="1342863"/>
                  </a:lnTo>
                  <a:lnTo>
                    <a:pt x="1272247" y="1342867"/>
                  </a:lnTo>
                  <a:lnTo>
                    <a:pt x="1272249" y="1342878"/>
                  </a:lnTo>
                  <a:lnTo>
                    <a:pt x="1272254" y="1342887"/>
                  </a:lnTo>
                  <a:lnTo>
                    <a:pt x="1272258" y="1342896"/>
                  </a:lnTo>
                  <a:lnTo>
                    <a:pt x="1272265" y="1342911"/>
                  </a:lnTo>
                  <a:lnTo>
                    <a:pt x="1272270" y="1342924"/>
                  </a:lnTo>
                  <a:lnTo>
                    <a:pt x="1272276" y="1342937"/>
                  </a:lnTo>
                  <a:lnTo>
                    <a:pt x="1272278" y="1342943"/>
                  </a:lnTo>
                  <a:lnTo>
                    <a:pt x="1272281" y="1342949"/>
                  </a:lnTo>
                  <a:lnTo>
                    <a:pt x="1272286" y="1342956"/>
                  </a:lnTo>
                  <a:lnTo>
                    <a:pt x="1272288" y="1342962"/>
                  </a:lnTo>
                  <a:lnTo>
                    <a:pt x="1272288" y="1342975"/>
                  </a:lnTo>
                  <a:lnTo>
                    <a:pt x="1272287" y="1342989"/>
                  </a:lnTo>
                  <a:lnTo>
                    <a:pt x="1272284" y="1343007"/>
                  </a:lnTo>
                  <a:lnTo>
                    <a:pt x="1272284" y="1343027"/>
                  </a:lnTo>
                  <a:lnTo>
                    <a:pt x="1272284" y="1343043"/>
                  </a:lnTo>
                  <a:lnTo>
                    <a:pt x="1272282" y="1343056"/>
                  </a:lnTo>
                  <a:lnTo>
                    <a:pt x="1272275" y="1343059"/>
                  </a:lnTo>
                  <a:lnTo>
                    <a:pt x="1272267" y="1343062"/>
                  </a:lnTo>
                  <a:lnTo>
                    <a:pt x="1272253" y="1343071"/>
                  </a:lnTo>
                  <a:lnTo>
                    <a:pt x="1272244" y="1343077"/>
                  </a:lnTo>
                  <a:lnTo>
                    <a:pt x="1272234" y="1343085"/>
                  </a:lnTo>
                  <a:lnTo>
                    <a:pt x="1272221" y="1343095"/>
                  </a:lnTo>
                  <a:lnTo>
                    <a:pt x="1272214" y="1343098"/>
                  </a:lnTo>
                  <a:lnTo>
                    <a:pt x="1272206" y="1343099"/>
                  </a:lnTo>
                  <a:lnTo>
                    <a:pt x="1272200" y="1343099"/>
                  </a:lnTo>
                  <a:lnTo>
                    <a:pt x="1272193" y="1343095"/>
                  </a:lnTo>
                  <a:lnTo>
                    <a:pt x="1272180" y="1343086"/>
                  </a:lnTo>
                  <a:lnTo>
                    <a:pt x="1272169" y="1343078"/>
                  </a:lnTo>
                  <a:lnTo>
                    <a:pt x="1272160" y="1343073"/>
                  </a:lnTo>
                  <a:lnTo>
                    <a:pt x="1272150" y="1343067"/>
                  </a:lnTo>
                  <a:lnTo>
                    <a:pt x="1272142" y="1343061"/>
                  </a:lnTo>
                  <a:lnTo>
                    <a:pt x="1272136" y="1343054"/>
                  </a:lnTo>
                  <a:lnTo>
                    <a:pt x="1272128" y="1343044"/>
                  </a:lnTo>
                  <a:lnTo>
                    <a:pt x="1272122" y="1343042"/>
                  </a:lnTo>
                  <a:lnTo>
                    <a:pt x="1272114" y="1343041"/>
                  </a:lnTo>
                  <a:lnTo>
                    <a:pt x="1272104" y="1343041"/>
                  </a:lnTo>
                  <a:lnTo>
                    <a:pt x="1272095" y="1343040"/>
                  </a:lnTo>
                  <a:lnTo>
                    <a:pt x="1272087" y="1343038"/>
                  </a:lnTo>
                  <a:lnTo>
                    <a:pt x="1272079" y="1343036"/>
                  </a:lnTo>
                  <a:lnTo>
                    <a:pt x="1272071" y="1343034"/>
                  </a:lnTo>
                  <a:lnTo>
                    <a:pt x="1272064" y="1343036"/>
                  </a:lnTo>
                  <a:lnTo>
                    <a:pt x="1272056" y="1343039"/>
                  </a:lnTo>
                  <a:lnTo>
                    <a:pt x="1272042" y="1343046"/>
                  </a:lnTo>
                  <a:lnTo>
                    <a:pt x="1272029" y="1343050"/>
                  </a:lnTo>
                  <a:lnTo>
                    <a:pt x="1272017" y="1343053"/>
                  </a:lnTo>
                  <a:lnTo>
                    <a:pt x="1272008" y="1343057"/>
                  </a:lnTo>
                  <a:lnTo>
                    <a:pt x="1271998" y="1343062"/>
                  </a:lnTo>
                  <a:lnTo>
                    <a:pt x="1271988" y="1343066"/>
                  </a:lnTo>
                  <a:lnTo>
                    <a:pt x="1271983" y="1343069"/>
                  </a:lnTo>
                  <a:lnTo>
                    <a:pt x="1271981" y="1343076"/>
                  </a:lnTo>
                  <a:lnTo>
                    <a:pt x="1271982" y="1343082"/>
                  </a:lnTo>
                  <a:lnTo>
                    <a:pt x="1271983" y="1343087"/>
                  </a:lnTo>
                  <a:lnTo>
                    <a:pt x="1271986" y="1343093"/>
                  </a:lnTo>
                  <a:lnTo>
                    <a:pt x="1271991" y="1343101"/>
                  </a:lnTo>
                  <a:lnTo>
                    <a:pt x="1271998" y="1343108"/>
                  </a:lnTo>
                  <a:lnTo>
                    <a:pt x="1272002" y="1343113"/>
                  </a:lnTo>
                  <a:lnTo>
                    <a:pt x="1272007" y="1343120"/>
                  </a:lnTo>
                  <a:lnTo>
                    <a:pt x="1272010" y="1343128"/>
                  </a:lnTo>
                  <a:lnTo>
                    <a:pt x="1272011" y="1343135"/>
                  </a:lnTo>
                  <a:lnTo>
                    <a:pt x="1272011" y="1343146"/>
                  </a:lnTo>
                  <a:lnTo>
                    <a:pt x="1272010" y="1343154"/>
                  </a:lnTo>
                  <a:lnTo>
                    <a:pt x="1272008" y="1343167"/>
                  </a:lnTo>
                  <a:lnTo>
                    <a:pt x="1272009" y="1343177"/>
                  </a:lnTo>
                  <a:lnTo>
                    <a:pt x="1272009" y="1343187"/>
                  </a:lnTo>
                  <a:lnTo>
                    <a:pt x="1272009" y="1343197"/>
                  </a:lnTo>
                  <a:lnTo>
                    <a:pt x="1272007" y="1343213"/>
                  </a:lnTo>
                  <a:lnTo>
                    <a:pt x="1272005" y="1343222"/>
                  </a:lnTo>
                  <a:lnTo>
                    <a:pt x="1271993" y="1343231"/>
                  </a:lnTo>
                  <a:lnTo>
                    <a:pt x="1271973" y="1343246"/>
                  </a:lnTo>
                  <a:lnTo>
                    <a:pt x="1271949" y="1343265"/>
                  </a:lnTo>
                  <a:lnTo>
                    <a:pt x="1271942" y="1343268"/>
                  </a:lnTo>
                  <a:lnTo>
                    <a:pt x="1271929" y="1343274"/>
                  </a:lnTo>
                  <a:lnTo>
                    <a:pt x="1271912" y="1343281"/>
                  </a:lnTo>
                  <a:lnTo>
                    <a:pt x="1271889" y="1343292"/>
                  </a:lnTo>
                  <a:lnTo>
                    <a:pt x="1271884" y="1343294"/>
                  </a:lnTo>
                  <a:lnTo>
                    <a:pt x="1271868" y="1343299"/>
                  </a:lnTo>
                  <a:lnTo>
                    <a:pt x="1271857" y="1343303"/>
                  </a:lnTo>
                  <a:lnTo>
                    <a:pt x="1271853" y="1343300"/>
                  </a:lnTo>
                  <a:lnTo>
                    <a:pt x="1271849" y="1343293"/>
                  </a:lnTo>
                  <a:lnTo>
                    <a:pt x="1271845" y="1343285"/>
                  </a:lnTo>
                  <a:lnTo>
                    <a:pt x="1271839" y="1343278"/>
                  </a:lnTo>
                  <a:lnTo>
                    <a:pt x="1271829" y="1343266"/>
                  </a:lnTo>
                  <a:lnTo>
                    <a:pt x="1271815" y="1343256"/>
                  </a:lnTo>
                  <a:lnTo>
                    <a:pt x="1271806" y="1343256"/>
                  </a:lnTo>
                  <a:lnTo>
                    <a:pt x="1271801" y="1343257"/>
                  </a:lnTo>
                  <a:lnTo>
                    <a:pt x="1271794" y="1343258"/>
                  </a:lnTo>
                  <a:lnTo>
                    <a:pt x="1271789" y="1343259"/>
                  </a:lnTo>
                  <a:lnTo>
                    <a:pt x="1271784" y="1343258"/>
                  </a:lnTo>
                  <a:lnTo>
                    <a:pt x="1271779" y="1343254"/>
                  </a:lnTo>
                  <a:lnTo>
                    <a:pt x="1271774" y="1343243"/>
                  </a:lnTo>
                  <a:lnTo>
                    <a:pt x="1271772" y="1343234"/>
                  </a:lnTo>
                  <a:lnTo>
                    <a:pt x="1271771" y="1343219"/>
                  </a:lnTo>
                  <a:lnTo>
                    <a:pt x="1271773" y="1343200"/>
                  </a:lnTo>
                  <a:lnTo>
                    <a:pt x="1271773" y="1343194"/>
                  </a:lnTo>
                  <a:lnTo>
                    <a:pt x="1271770" y="1343186"/>
                  </a:lnTo>
                  <a:lnTo>
                    <a:pt x="1271766" y="1343177"/>
                  </a:lnTo>
                  <a:lnTo>
                    <a:pt x="1271759" y="1343166"/>
                  </a:lnTo>
                  <a:lnTo>
                    <a:pt x="1271753" y="1343152"/>
                  </a:lnTo>
                  <a:lnTo>
                    <a:pt x="1271742" y="1343131"/>
                  </a:lnTo>
                  <a:lnTo>
                    <a:pt x="1271736" y="1343123"/>
                  </a:lnTo>
                  <a:lnTo>
                    <a:pt x="1271728" y="1343114"/>
                  </a:lnTo>
                  <a:lnTo>
                    <a:pt x="1271720" y="1343108"/>
                  </a:lnTo>
                  <a:lnTo>
                    <a:pt x="1271713" y="1343104"/>
                  </a:lnTo>
                  <a:lnTo>
                    <a:pt x="1271699" y="1343100"/>
                  </a:lnTo>
                  <a:lnTo>
                    <a:pt x="1271687" y="1343097"/>
                  </a:lnTo>
                  <a:lnTo>
                    <a:pt x="1271681" y="1343094"/>
                  </a:lnTo>
                  <a:lnTo>
                    <a:pt x="1271677" y="1343090"/>
                  </a:lnTo>
                  <a:lnTo>
                    <a:pt x="1271670" y="1343085"/>
                  </a:lnTo>
                  <a:lnTo>
                    <a:pt x="1271664" y="1343078"/>
                  </a:lnTo>
                  <a:lnTo>
                    <a:pt x="1271658" y="1343069"/>
                  </a:lnTo>
                  <a:lnTo>
                    <a:pt x="1271652" y="1343061"/>
                  </a:lnTo>
                  <a:lnTo>
                    <a:pt x="1271647" y="1343060"/>
                  </a:lnTo>
                  <a:lnTo>
                    <a:pt x="1271643" y="1343058"/>
                  </a:lnTo>
                  <a:lnTo>
                    <a:pt x="1271640" y="1343054"/>
                  </a:lnTo>
                  <a:lnTo>
                    <a:pt x="1271636" y="1343048"/>
                  </a:lnTo>
                  <a:lnTo>
                    <a:pt x="1271634" y="1343041"/>
                  </a:lnTo>
                  <a:lnTo>
                    <a:pt x="1271633" y="1343032"/>
                  </a:lnTo>
                  <a:lnTo>
                    <a:pt x="1271634" y="1343017"/>
                  </a:lnTo>
                  <a:lnTo>
                    <a:pt x="1271636" y="1343007"/>
                  </a:lnTo>
                  <a:lnTo>
                    <a:pt x="1271639" y="1342983"/>
                  </a:lnTo>
                  <a:lnTo>
                    <a:pt x="1271632" y="1342972"/>
                  </a:lnTo>
                  <a:lnTo>
                    <a:pt x="1271628" y="1342965"/>
                  </a:lnTo>
                  <a:lnTo>
                    <a:pt x="1271623" y="1342958"/>
                  </a:lnTo>
                  <a:lnTo>
                    <a:pt x="1271617" y="1342953"/>
                  </a:lnTo>
                  <a:lnTo>
                    <a:pt x="1271607" y="1342947"/>
                  </a:lnTo>
                  <a:lnTo>
                    <a:pt x="1271597" y="1342944"/>
                  </a:lnTo>
                  <a:lnTo>
                    <a:pt x="1271588" y="1342941"/>
                  </a:lnTo>
                  <a:lnTo>
                    <a:pt x="1271579" y="1342939"/>
                  </a:lnTo>
                  <a:lnTo>
                    <a:pt x="1271573" y="1342938"/>
                  </a:lnTo>
                  <a:lnTo>
                    <a:pt x="1271565" y="1342944"/>
                  </a:lnTo>
                  <a:lnTo>
                    <a:pt x="1271555" y="1342949"/>
                  </a:lnTo>
                  <a:lnTo>
                    <a:pt x="1271545" y="1342952"/>
                  </a:lnTo>
                  <a:lnTo>
                    <a:pt x="1271537" y="1342955"/>
                  </a:lnTo>
                  <a:lnTo>
                    <a:pt x="1271526" y="1342958"/>
                  </a:lnTo>
                  <a:lnTo>
                    <a:pt x="1271514" y="1342960"/>
                  </a:lnTo>
                  <a:lnTo>
                    <a:pt x="1271501" y="1342963"/>
                  </a:lnTo>
                  <a:lnTo>
                    <a:pt x="1271493" y="1342966"/>
                  </a:lnTo>
                  <a:lnTo>
                    <a:pt x="1271484" y="1342971"/>
                  </a:lnTo>
                  <a:lnTo>
                    <a:pt x="1271479" y="1342975"/>
                  </a:lnTo>
                  <a:lnTo>
                    <a:pt x="1271473" y="1342984"/>
                  </a:lnTo>
                  <a:lnTo>
                    <a:pt x="1271467" y="1342987"/>
                  </a:lnTo>
                  <a:lnTo>
                    <a:pt x="1271459" y="1342985"/>
                  </a:lnTo>
                  <a:lnTo>
                    <a:pt x="1271455" y="1342981"/>
                  </a:lnTo>
                  <a:lnTo>
                    <a:pt x="1271447" y="1342975"/>
                  </a:lnTo>
                  <a:lnTo>
                    <a:pt x="1271438" y="1342966"/>
                  </a:lnTo>
                  <a:lnTo>
                    <a:pt x="1271432" y="1342963"/>
                  </a:lnTo>
                  <a:lnTo>
                    <a:pt x="1271426" y="1342959"/>
                  </a:lnTo>
                  <a:lnTo>
                    <a:pt x="1271418" y="1342954"/>
                  </a:lnTo>
                  <a:lnTo>
                    <a:pt x="1271410" y="1342949"/>
                  </a:lnTo>
                  <a:lnTo>
                    <a:pt x="1271400" y="1342941"/>
                  </a:lnTo>
                  <a:lnTo>
                    <a:pt x="1271393" y="1342936"/>
                  </a:lnTo>
                  <a:lnTo>
                    <a:pt x="1271383" y="1342933"/>
                  </a:lnTo>
                  <a:lnTo>
                    <a:pt x="1271375" y="1342932"/>
                  </a:lnTo>
                  <a:lnTo>
                    <a:pt x="1271363" y="1342932"/>
                  </a:lnTo>
                  <a:lnTo>
                    <a:pt x="1271355" y="1342936"/>
                  </a:lnTo>
                  <a:lnTo>
                    <a:pt x="1271346" y="1342943"/>
                  </a:lnTo>
                  <a:lnTo>
                    <a:pt x="1271341" y="1342947"/>
                  </a:lnTo>
                  <a:lnTo>
                    <a:pt x="1271337" y="1342951"/>
                  </a:lnTo>
                  <a:lnTo>
                    <a:pt x="1271330" y="1342955"/>
                  </a:lnTo>
                  <a:lnTo>
                    <a:pt x="1271321" y="1342960"/>
                  </a:lnTo>
                  <a:lnTo>
                    <a:pt x="1271316" y="1342962"/>
                  </a:lnTo>
                  <a:lnTo>
                    <a:pt x="1271312" y="1342964"/>
                  </a:lnTo>
                  <a:lnTo>
                    <a:pt x="1271308" y="1342969"/>
                  </a:lnTo>
                  <a:lnTo>
                    <a:pt x="1271309" y="1342975"/>
                  </a:lnTo>
                  <a:lnTo>
                    <a:pt x="1271313" y="1342982"/>
                  </a:lnTo>
                  <a:lnTo>
                    <a:pt x="1271319" y="1342993"/>
                  </a:lnTo>
                  <a:lnTo>
                    <a:pt x="1271323" y="1343000"/>
                  </a:lnTo>
                  <a:lnTo>
                    <a:pt x="1271322" y="1343012"/>
                  </a:lnTo>
                  <a:lnTo>
                    <a:pt x="1271321" y="1343024"/>
                  </a:lnTo>
                  <a:lnTo>
                    <a:pt x="1271317" y="1343041"/>
                  </a:lnTo>
                  <a:lnTo>
                    <a:pt x="1271315" y="1343058"/>
                  </a:lnTo>
                  <a:lnTo>
                    <a:pt x="1271314" y="1343069"/>
                  </a:lnTo>
                  <a:lnTo>
                    <a:pt x="1271314" y="1343080"/>
                  </a:lnTo>
                  <a:lnTo>
                    <a:pt x="1271314" y="1343087"/>
                  </a:lnTo>
                  <a:lnTo>
                    <a:pt x="1271312" y="1343093"/>
                  </a:lnTo>
                  <a:lnTo>
                    <a:pt x="1271310" y="1343097"/>
                  </a:lnTo>
                  <a:lnTo>
                    <a:pt x="1271304" y="1343102"/>
                  </a:lnTo>
                  <a:lnTo>
                    <a:pt x="1271293" y="1343111"/>
                  </a:lnTo>
                  <a:lnTo>
                    <a:pt x="1271280" y="1343123"/>
                  </a:lnTo>
                  <a:lnTo>
                    <a:pt x="1271273" y="1343130"/>
                  </a:lnTo>
                  <a:lnTo>
                    <a:pt x="1271265" y="1343138"/>
                  </a:lnTo>
                  <a:lnTo>
                    <a:pt x="1271247" y="1343158"/>
                  </a:lnTo>
                  <a:lnTo>
                    <a:pt x="1271231" y="1343177"/>
                  </a:lnTo>
                  <a:lnTo>
                    <a:pt x="1271226" y="1343189"/>
                  </a:lnTo>
                  <a:lnTo>
                    <a:pt x="1271223" y="1343197"/>
                  </a:lnTo>
                  <a:lnTo>
                    <a:pt x="1271222" y="1343203"/>
                  </a:lnTo>
                  <a:lnTo>
                    <a:pt x="1271220" y="1343208"/>
                  </a:lnTo>
                  <a:lnTo>
                    <a:pt x="1271216" y="1343212"/>
                  </a:lnTo>
                  <a:lnTo>
                    <a:pt x="1271211" y="1343214"/>
                  </a:lnTo>
                  <a:lnTo>
                    <a:pt x="1271204" y="1343219"/>
                  </a:lnTo>
                  <a:lnTo>
                    <a:pt x="1271199" y="1343224"/>
                  </a:lnTo>
                  <a:lnTo>
                    <a:pt x="1271192" y="1343231"/>
                  </a:lnTo>
                  <a:lnTo>
                    <a:pt x="1271188" y="1343236"/>
                  </a:lnTo>
                  <a:lnTo>
                    <a:pt x="1271187" y="1343240"/>
                  </a:lnTo>
                  <a:lnTo>
                    <a:pt x="1271186" y="1343245"/>
                  </a:lnTo>
                  <a:lnTo>
                    <a:pt x="1271186" y="1343253"/>
                  </a:lnTo>
                  <a:lnTo>
                    <a:pt x="1271185" y="1343258"/>
                  </a:lnTo>
                  <a:lnTo>
                    <a:pt x="1271185" y="1343263"/>
                  </a:lnTo>
                  <a:lnTo>
                    <a:pt x="1271186" y="1343269"/>
                  </a:lnTo>
                  <a:lnTo>
                    <a:pt x="1271187" y="1343275"/>
                  </a:lnTo>
                  <a:lnTo>
                    <a:pt x="1271189" y="1343281"/>
                  </a:lnTo>
                  <a:lnTo>
                    <a:pt x="1271193" y="1343287"/>
                  </a:lnTo>
                  <a:lnTo>
                    <a:pt x="1271197" y="1343293"/>
                  </a:lnTo>
                  <a:lnTo>
                    <a:pt x="1271200" y="1343296"/>
                  </a:lnTo>
                  <a:lnTo>
                    <a:pt x="1271205" y="1343298"/>
                  </a:lnTo>
                  <a:lnTo>
                    <a:pt x="1271211" y="1343302"/>
                  </a:lnTo>
                  <a:lnTo>
                    <a:pt x="1271217" y="1343307"/>
                  </a:lnTo>
                  <a:lnTo>
                    <a:pt x="1271223" y="1343311"/>
                  </a:lnTo>
                  <a:lnTo>
                    <a:pt x="1271233" y="1343319"/>
                  </a:lnTo>
                  <a:lnTo>
                    <a:pt x="1271226" y="1343330"/>
                  </a:lnTo>
                  <a:lnTo>
                    <a:pt x="1271219" y="1343340"/>
                  </a:lnTo>
                  <a:lnTo>
                    <a:pt x="1271215" y="1343343"/>
                  </a:lnTo>
                  <a:lnTo>
                    <a:pt x="1271208" y="1343349"/>
                  </a:lnTo>
                  <a:lnTo>
                    <a:pt x="1271204" y="1343353"/>
                  </a:lnTo>
                  <a:lnTo>
                    <a:pt x="1271202" y="1343360"/>
                  </a:lnTo>
                  <a:lnTo>
                    <a:pt x="1271199" y="1343369"/>
                  </a:lnTo>
                  <a:lnTo>
                    <a:pt x="1271199" y="1343376"/>
                  </a:lnTo>
                  <a:lnTo>
                    <a:pt x="1271197" y="1343381"/>
                  </a:lnTo>
                  <a:lnTo>
                    <a:pt x="1271193" y="1343393"/>
                  </a:lnTo>
                  <a:lnTo>
                    <a:pt x="1271187" y="1343406"/>
                  </a:lnTo>
                  <a:lnTo>
                    <a:pt x="1271185" y="1343417"/>
                  </a:lnTo>
                  <a:lnTo>
                    <a:pt x="1271184" y="1343425"/>
                  </a:lnTo>
                  <a:lnTo>
                    <a:pt x="1271184" y="1343436"/>
                  </a:lnTo>
                  <a:lnTo>
                    <a:pt x="1271164" y="1343467"/>
                  </a:lnTo>
                  <a:lnTo>
                    <a:pt x="1271142" y="1343472"/>
                  </a:lnTo>
                  <a:lnTo>
                    <a:pt x="1271137" y="1343477"/>
                  </a:lnTo>
                  <a:lnTo>
                    <a:pt x="1271130" y="1343484"/>
                  </a:lnTo>
                  <a:lnTo>
                    <a:pt x="1271124" y="1343490"/>
                  </a:lnTo>
                  <a:lnTo>
                    <a:pt x="1271115" y="1343499"/>
                  </a:lnTo>
                  <a:lnTo>
                    <a:pt x="1271107" y="1343508"/>
                  </a:lnTo>
                  <a:lnTo>
                    <a:pt x="1271091" y="1343513"/>
                  </a:lnTo>
                  <a:lnTo>
                    <a:pt x="1271080" y="1343519"/>
                  </a:lnTo>
                  <a:lnTo>
                    <a:pt x="1271069" y="1343527"/>
                  </a:lnTo>
                  <a:lnTo>
                    <a:pt x="1271059" y="1343527"/>
                  </a:lnTo>
                  <a:lnTo>
                    <a:pt x="1271043" y="1343527"/>
                  </a:lnTo>
                  <a:lnTo>
                    <a:pt x="1271024" y="1343527"/>
                  </a:lnTo>
                  <a:lnTo>
                    <a:pt x="1271011" y="1343529"/>
                  </a:lnTo>
                  <a:lnTo>
                    <a:pt x="1271000" y="1343531"/>
                  </a:lnTo>
                  <a:lnTo>
                    <a:pt x="1270988" y="1343534"/>
                  </a:lnTo>
                  <a:lnTo>
                    <a:pt x="1270980" y="1343536"/>
                  </a:lnTo>
                  <a:lnTo>
                    <a:pt x="1270974" y="1343537"/>
                  </a:lnTo>
                  <a:lnTo>
                    <a:pt x="1270966" y="1343538"/>
                  </a:lnTo>
                  <a:lnTo>
                    <a:pt x="1270963" y="1343545"/>
                  </a:lnTo>
                  <a:lnTo>
                    <a:pt x="1270961" y="1343553"/>
                  </a:lnTo>
                  <a:lnTo>
                    <a:pt x="1270960" y="1343572"/>
                  </a:lnTo>
                  <a:lnTo>
                    <a:pt x="1270960" y="1343584"/>
                  </a:lnTo>
                  <a:lnTo>
                    <a:pt x="1270959" y="1343595"/>
                  </a:lnTo>
                  <a:lnTo>
                    <a:pt x="1270959" y="1343609"/>
                  </a:lnTo>
                  <a:lnTo>
                    <a:pt x="1270970" y="1343631"/>
                  </a:lnTo>
                  <a:lnTo>
                    <a:pt x="1270951" y="1343621"/>
                  </a:lnTo>
                  <a:lnTo>
                    <a:pt x="1270932" y="1343622"/>
                  </a:lnTo>
                  <a:lnTo>
                    <a:pt x="1270928" y="1343625"/>
                  </a:lnTo>
                  <a:lnTo>
                    <a:pt x="1270921" y="1343629"/>
                  </a:lnTo>
                  <a:lnTo>
                    <a:pt x="1270908" y="1343638"/>
                  </a:lnTo>
                  <a:lnTo>
                    <a:pt x="1270899" y="1343642"/>
                  </a:lnTo>
                  <a:lnTo>
                    <a:pt x="1270894" y="1343647"/>
                  </a:lnTo>
                  <a:lnTo>
                    <a:pt x="1270892" y="1343651"/>
                  </a:lnTo>
                  <a:lnTo>
                    <a:pt x="1270889" y="1343660"/>
                  </a:lnTo>
                  <a:lnTo>
                    <a:pt x="1270887" y="1343667"/>
                  </a:lnTo>
                  <a:lnTo>
                    <a:pt x="1270887" y="1343674"/>
                  </a:lnTo>
                  <a:lnTo>
                    <a:pt x="1270886" y="1343690"/>
                  </a:lnTo>
                  <a:lnTo>
                    <a:pt x="1270887" y="1343700"/>
                  </a:lnTo>
                  <a:lnTo>
                    <a:pt x="1270886" y="1343706"/>
                  </a:lnTo>
                  <a:lnTo>
                    <a:pt x="1270882" y="1343713"/>
                  </a:lnTo>
                  <a:lnTo>
                    <a:pt x="1270875" y="1343719"/>
                  </a:lnTo>
                  <a:lnTo>
                    <a:pt x="1270867" y="1343724"/>
                  </a:lnTo>
                  <a:lnTo>
                    <a:pt x="1270860" y="1343729"/>
                  </a:lnTo>
                  <a:lnTo>
                    <a:pt x="1270854" y="1343733"/>
                  </a:lnTo>
                  <a:lnTo>
                    <a:pt x="1270850" y="1343743"/>
                  </a:lnTo>
                  <a:lnTo>
                    <a:pt x="1270844" y="1343757"/>
                  </a:lnTo>
                  <a:lnTo>
                    <a:pt x="1270837" y="1343774"/>
                  </a:lnTo>
                  <a:lnTo>
                    <a:pt x="1270831" y="1343789"/>
                  </a:lnTo>
                  <a:lnTo>
                    <a:pt x="1270821" y="1343802"/>
                  </a:lnTo>
                  <a:lnTo>
                    <a:pt x="1270815" y="1343812"/>
                  </a:lnTo>
                  <a:lnTo>
                    <a:pt x="1270807" y="1343825"/>
                  </a:lnTo>
                  <a:lnTo>
                    <a:pt x="1270802" y="1343838"/>
                  </a:lnTo>
                  <a:lnTo>
                    <a:pt x="1270798" y="1343846"/>
                  </a:lnTo>
                  <a:lnTo>
                    <a:pt x="1270793" y="1343857"/>
                  </a:lnTo>
                  <a:lnTo>
                    <a:pt x="1270789" y="1343866"/>
                  </a:lnTo>
                  <a:lnTo>
                    <a:pt x="1270783" y="1343872"/>
                  </a:lnTo>
                  <a:lnTo>
                    <a:pt x="1270779" y="1343880"/>
                  </a:lnTo>
                  <a:lnTo>
                    <a:pt x="1270776" y="1343888"/>
                  </a:lnTo>
                  <a:lnTo>
                    <a:pt x="1270773" y="1343892"/>
                  </a:lnTo>
                  <a:lnTo>
                    <a:pt x="1270767" y="1343892"/>
                  </a:lnTo>
                  <a:lnTo>
                    <a:pt x="1270760" y="1343889"/>
                  </a:lnTo>
                  <a:lnTo>
                    <a:pt x="1270753" y="1343886"/>
                  </a:lnTo>
                  <a:lnTo>
                    <a:pt x="1270747" y="1343881"/>
                  </a:lnTo>
                  <a:lnTo>
                    <a:pt x="1270740" y="1343874"/>
                  </a:lnTo>
                  <a:lnTo>
                    <a:pt x="1270730" y="1343858"/>
                  </a:lnTo>
                  <a:lnTo>
                    <a:pt x="1270718" y="1343839"/>
                  </a:lnTo>
                  <a:lnTo>
                    <a:pt x="1270709" y="1343824"/>
                  </a:lnTo>
                  <a:lnTo>
                    <a:pt x="1270701" y="1343811"/>
                  </a:lnTo>
                  <a:lnTo>
                    <a:pt x="1270693" y="1343798"/>
                  </a:lnTo>
                  <a:lnTo>
                    <a:pt x="1270685" y="1343787"/>
                  </a:lnTo>
                  <a:lnTo>
                    <a:pt x="1270678" y="1343781"/>
                  </a:lnTo>
                  <a:lnTo>
                    <a:pt x="1270674" y="1343774"/>
                  </a:lnTo>
                  <a:lnTo>
                    <a:pt x="1270666" y="1343764"/>
                  </a:lnTo>
                  <a:lnTo>
                    <a:pt x="1270656" y="1343750"/>
                  </a:lnTo>
                  <a:lnTo>
                    <a:pt x="1270648" y="1343733"/>
                  </a:lnTo>
                  <a:lnTo>
                    <a:pt x="1270641" y="1343728"/>
                  </a:lnTo>
                  <a:lnTo>
                    <a:pt x="1270635" y="1343720"/>
                  </a:lnTo>
                  <a:lnTo>
                    <a:pt x="1270623" y="1343704"/>
                  </a:lnTo>
                  <a:lnTo>
                    <a:pt x="1270615" y="1343685"/>
                  </a:lnTo>
                  <a:lnTo>
                    <a:pt x="1270612" y="1343682"/>
                  </a:lnTo>
                  <a:lnTo>
                    <a:pt x="1270606" y="1343682"/>
                  </a:lnTo>
                  <a:lnTo>
                    <a:pt x="1270594" y="1343682"/>
                  </a:lnTo>
                  <a:lnTo>
                    <a:pt x="1270580" y="1343676"/>
                  </a:lnTo>
                  <a:lnTo>
                    <a:pt x="1270567" y="1343663"/>
                  </a:lnTo>
                  <a:lnTo>
                    <a:pt x="1270558" y="1343650"/>
                  </a:lnTo>
                  <a:lnTo>
                    <a:pt x="1270552" y="1343643"/>
                  </a:lnTo>
                  <a:lnTo>
                    <a:pt x="1270542" y="1343635"/>
                  </a:lnTo>
                  <a:lnTo>
                    <a:pt x="1270524" y="1343615"/>
                  </a:lnTo>
                  <a:lnTo>
                    <a:pt x="1270534" y="1343609"/>
                  </a:lnTo>
                  <a:lnTo>
                    <a:pt x="1270542" y="1343605"/>
                  </a:lnTo>
                  <a:lnTo>
                    <a:pt x="1270552" y="1343593"/>
                  </a:lnTo>
                  <a:lnTo>
                    <a:pt x="1270553" y="1343585"/>
                  </a:lnTo>
                  <a:lnTo>
                    <a:pt x="1270555" y="1343570"/>
                  </a:lnTo>
                  <a:lnTo>
                    <a:pt x="1270555" y="1343564"/>
                  </a:lnTo>
                  <a:lnTo>
                    <a:pt x="1270560" y="1343553"/>
                  </a:lnTo>
                  <a:lnTo>
                    <a:pt x="1270561" y="1343548"/>
                  </a:lnTo>
                  <a:lnTo>
                    <a:pt x="1270547" y="1343543"/>
                  </a:lnTo>
                  <a:lnTo>
                    <a:pt x="1270535" y="1343536"/>
                  </a:lnTo>
                  <a:lnTo>
                    <a:pt x="1270529" y="1343530"/>
                  </a:lnTo>
                  <a:lnTo>
                    <a:pt x="1270521" y="1343525"/>
                  </a:lnTo>
                  <a:lnTo>
                    <a:pt x="1270510" y="1343517"/>
                  </a:lnTo>
                  <a:lnTo>
                    <a:pt x="1270492" y="1343499"/>
                  </a:lnTo>
                  <a:lnTo>
                    <a:pt x="1270456" y="1343492"/>
                  </a:lnTo>
                  <a:lnTo>
                    <a:pt x="1270418" y="1343485"/>
                  </a:lnTo>
                  <a:lnTo>
                    <a:pt x="1270365" y="1343447"/>
                  </a:lnTo>
                  <a:lnTo>
                    <a:pt x="1270360" y="1343445"/>
                  </a:lnTo>
                  <a:lnTo>
                    <a:pt x="1270353" y="1343443"/>
                  </a:lnTo>
                  <a:lnTo>
                    <a:pt x="1270342" y="1343445"/>
                  </a:lnTo>
                  <a:lnTo>
                    <a:pt x="1270331" y="1343446"/>
                  </a:lnTo>
                  <a:lnTo>
                    <a:pt x="1270321" y="1343447"/>
                  </a:lnTo>
                  <a:lnTo>
                    <a:pt x="1270312" y="1343448"/>
                  </a:lnTo>
                  <a:lnTo>
                    <a:pt x="1270304" y="1343451"/>
                  </a:lnTo>
                  <a:lnTo>
                    <a:pt x="1270298" y="1343450"/>
                  </a:lnTo>
                  <a:lnTo>
                    <a:pt x="1270291" y="1343448"/>
                  </a:lnTo>
                  <a:lnTo>
                    <a:pt x="1270278" y="1343443"/>
                  </a:lnTo>
                  <a:lnTo>
                    <a:pt x="1270265" y="1343437"/>
                  </a:lnTo>
                  <a:lnTo>
                    <a:pt x="1270256" y="1343431"/>
                  </a:lnTo>
                  <a:lnTo>
                    <a:pt x="1270248" y="1343424"/>
                  </a:lnTo>
                  <a:lnTo>
                    <a:pt x="1270242" y="1343417"/>
                  </a:lnTo>
                  <a:lnTo>
                    <a:pt x="1270236" y="1343420"/>
                  </a:lnTo>
                  <a:lnTo>
                    <a:pt x="1270225" y="1343427"/>
                  </a:lnTo>
                  <a:lnTo>
                    <a:pt x="1270220" y="1343434"/>
                  </a:lnTo>
                  <a:lnTo>
                    <a:pt x="1270208" y="1343445"/>
                  </a:lnTo>
                  <a:lnTo>
                    <a:pt x="1270195" y="1343457"/>
                  </a:lnTo>
                  <a:lnTo>
                    <a:pt x="1270180" y="1343471"/>
                  </a:lnTo>
                  <a:lnTo>
                    <a:pt x="1270170" y="1343475"/>
                  </a:lnTo>
                  <a:lnTo>
                    <a:pt x="1270156" y="1343481"/>
                  </a:lnTo>
                  <a:lnTo>
                    <a:pt x="1270151" y="1343485"/>
                  </a:lnTo>
                  <a:lnTo>
                    <a:pt x="1270147" y="1343493"/>
                  </a:lnTo>
                  <a:lnTo>
                    <a:pt x="1270146" y="1343498"/>
                  </a:lnTo>
                  <a:lnTo>
                    <a:pt x="1270143" y="1343509"/>
                  </a:lnTo>
                  <a:lnTo>
                    <a:pt x="1270138" y="1343517"/>
                  </a:lnTo>
                  <a:lnTo>
                    <a:pt x="1270131" y="1343523"/>
                  </a:lnTo>
                  <a:lnTo>
                    <a:pt x="1270123" y="1343526"/>
                  </a:lnTo>
                  <a:lnTo>
                    <a:pt x="1270113" y="1343528"/>
                  </a:lnTo>
                  <a:lnTo>
                    <a:pt x="1270095" y="1343530"/>
                  </a:lnTo>
                  <a:lnTo>
                    <a:pt x="1270086" y="1343533"/>
                  </a:lnTo>
                  <a:lnTo>
                    <a:pt x="1270081" y="1343537"/>
                  </a:lnTo>
                  <a:lnTo>
                    <a:pt x="1270076" y="1343542"/>
                  </a:lnTo>
                  <a:lnTo>
                    <a:pt x="1270071" y="1343544"/>
                  </a:lnTo>
                  <a:lnTo>
                    <a:pt x="1270066" y="1343549"/>
                  </a:lnTo>
                  <a:lnTo>
                    <a:pt x="1270062" y="1343556"/>
                  </a:lnTo>
                  <a:lnTo>
                    <a:pt x="1270059" y="1343566"/>
                  </a:lnTo>
                  <a:lnTo>
                    <a:pt x="1270055" y="1343573"/>
                  </a:lnTo>
                  <a:lnTo>
                    <a:pt x="1270051" y="1343576"/>
                  </a:lnTo>
                  <a:lnTo>
                    <a:pt x="1270042" y="1343576"/>
                  </a:lnTo>
                  <a:lnTo>
                    <a:pt x="1270028" y="1343575"/>
                  </a:lnTo>
                  <a:lnTo>
                    <a:pt x="1270016" y="1343577"/>
                  </a:lnTo>
                  <a:lnTo>
                    <a:pt x="1269999" y="1343581"/>
                  </a:lnTo>
                  <a:lnTo>
                    <a:pt x="1269985" y="1343586"/>
                  </a:lnTo>
                  <a:lnTo>
                    <a:pt x="1269980" y="1343590"/>
                  </a:lnTo>
                  <a:lnTo>
                    <a:pt x="1269975" y="1343593"/>
                  </a:lnTo>
                  <a:lnTo>
                    <a:pt x="1269968" y="1343600"/>
                  </a:lnTo>
                  <a:lnTo>
                    <a:pt x="1269960" y="1343612"/>
                  </a:lnTo>
                  <a:lnTo>
                    <a:pt x="1269955" y="1343618"/>
                  </a:lnTo>
                  <a:lnTo>
                    <a:pt x="1269942" y="1343632"/>
                  </a:lnTo>
                  <a:lnTo>
                    <a:pt x="1269936" y="1343642"/>
                  </a:lnTo>
                  <a:lnTo>
                    <a:pt x="1269927" y="1343651"/>
                  </a:lnTo>
                  <a:lnTo>
                    <a:pt x="1269923" y="1343659"/>
                  </a:lnTo>
                  <a:lnTo>
                    <a:pt x="1269932" y="1343667"/>
                  </a:lnTo>
                  <a:lnTo>
                    <a:pt x="1269937" y="1343674"/>
                  </a:lnTo>
                  <a:lnTo>
                    <a:pt x="1269944" y="1343686"/>
                  </a:lnTo>
                  <a:lnTo>
                    <a:pt x="1269947" y="1343695"/>
                  </a:lnTo>
                  <a:lnTo>
                    <a:pt x="1269948" y="1343707"/>
                  </a:lnTo>
                  <a:lnTo>
                    <a:pt x="1269948" y="1343716"/>
                  </a:lnTo>
                  <a:lnTo>
                    <a:pt x="1269950" y="1343726"/>
                  </a:lnTo>
                  <a:lnTo>
                    <a:pt x="1269952" y="1343739"/>
                  </a:lnTo>
                  <a:lnTo>
                    <a:pt x="1269954" y="1343753"/>
                  </a:lnTo>
                  <a:lnTo>
                    <a:pt x="1269954" y="1343761"/>
                  </a:lnTo>
                  <a:lnTo>
                    <a:pt x="1269951" y="1343766"/>
                  </a:lnTo>
                  <a:lnTo>
                    <a:pt x="1269945" y="1343775"/>
                  </a:lnTo>
                  <a:lnTo>
                    <a:pt x="1269941" y="1343787"/>
                  </a:lnTo>
                  <a:lnTo>
                    <a:pt x="1269939" y="1343798"/>
                  </a:lnTo>
                  <a:lnTo>
                    <a:pt x="1269939" y="1343809"/>
                  </a:lnTo>
                  <a:lnTo>
                    <a:pt x="1269941" y="1343824"/>
                  </a:lnTo>
                  <a:lnTo>
                    <a:pt x="1269946" y="1343840"/>
                  </a:lnTo>
                  <a:lnTo>
                    <a:pt x="1269953" y="1343854"/>
                  </a:lnTo>
                  <a:lnTo>
                    <a:pt x="1269957" y="1343858"/>
                  </a:lnTo>
                  <a:lnTo>
                    <a:pt x="1269961" y="1343861"/>
                  </a:lnTo>
                  <a:lnTo>
                    <a:pt x="1269965" y="1343862"/>
                  </a:lnTo>
                  <a:lnTo>
                    <a:pt x="1269978" y="1343864"/>
                  </a:lnTo>
                  <a:lnTo>
                    <a:pt x="1269988" y="1343869"/>
                  </a:lnTo>
                  <a:lnTo>
                    <a:pt x="1269998" y="1343875"/>
                  </a:lnTo>
                  <a:lnTo>
                    <a:pt x="1270009" y="1343885"/>
                  </a:lnTo>
                  <a:lnTo>
                    <a:pt x="1270020" y="1343895"/>
                  </a:lnTo>
                  <a:lnTo>
                    <a:pt x="1270036" y="1343912"/>
                  </a:lnTo>
                  <a:lnTo>
                    <a:pt x="1270054" y="1343930"/>
                  </a:lnTo>
                  <a:lnTo>
                    <a:pt x="1270063" y="1343941"/>
                  </a:lnTo>
                  <a:lnTo>
                    <a:pt x="1270075" y="1343955"/>
                  </a:lnTo>
                  <a:lnTo>
                    <a:pt x="1270079" y="1343962"/>
                  </a:lnTo>
                  <a:lnTo>
                    <a:pt x="1270081" y="1343968"/>
                  </a:lnTo>
                  <a:lnTo>
                    <a:pt x="1270083" y="1343976"/>
                  </a:lnTo>
                  <a:lnTo>
                    <a:pt x="1270083" y="1343982"/>
                  </a:lnTo>
                  <a:lnTo>
                    <a:pt x="1270082" y="1343990"/>
                  </a:lnTo>
                  <a:lnTo>
                    <a:pt x="1270079" y="1343997"/>
                  </a:lnTo>
                  <a:lnTo>
                    <a:pt x="1270070" y="1344012"/>
                  </a:lnTo>
                  <a:lnTo>
                    <a:pt x="1270061" y="1344024"/>
                  </a:lnTo>
                  <a:lnTo>
                    <a:pt x="1270059" y="1344030"/>
                  </a:lnTo>
                  <a:lnTo>
                    <a:pt x="1270059" y="1344035"/>
                  </a:lnTo>
                  <a:lnTo>
                    <a:pt x="1270064" y="1344038"/>
                  </a:lnTo>
                  <a:lnTo>
                    <a:pt x="1270070" y="1344043"/>
                  </a:lnTo>
                  <a:lnTo>
                    <a:pt x="1270076" y="1344048"/>
                  </a:lnTo>
                  <a:lnTo>
                    <a:pt x="1270080" y="1344054"/>
                  </a:lnTo>
                  <a:lnTo>
                    <a:pt x="1270083" y="1344061"/>
                  </a:lnTo>
                  <a:lnTo>
                    <a:pt x="1270089" y="1344079"/>
                  </a:lnTo>
                  <a:lnTo>
                    <a:pt x="1270096" y="1344099"/>
                  </a:lnTo>
                  <a:lnTo>
                    <a:pt x="1270093" y="1344107"/>
                  </a:lnTo>
                  <a:lnTo>
                    <a:pt x="1270097" y="1344123"/>
                  </a:lnTo>
                  <a:lnTo>
                    <a:pt x="1270100" y="1344134"/>
                  </a:lnTo>
                  <a:lnTo>
                    <a:pt x="1270103" y="1344141"/>
                  </a:lnTo>
                  <a:lnTo>
                    <a:pt x="1270107" y="1344151"/>
                  </a:lnTo>
                  <a:lnTo>
                    <a:pt x="1270110" y="1344155"/>
                  </a:lnTo>
                  <a:lnTo>
                    <a:pt x="1270117" y="1344163"/>
                  </a:lnTo>
                  <a:lnTo>
                    <a:pt x="1270099" y="1344164"/>
                  </a:lnTo>
                  <a:lnTo>
                    <a:pt x="1270083" y="1344168"/>
                  </a:lnTo>
                  <a:lnTo>
                    <a:pt x="1270065" y="1344175"/>
                  </a:lnTo>
                  <a:lnTo>
                    <a:pt x="1270050" y="1344180"/>
                  </a:lnTo>
                  <a:lnTo>
                    <a:pt x="1270034" y="1344184"/>
                  </a:lnTo>
                  <a:lnTo>
                    <a:pt x="1270023" y="1344176"/>
                  </a:lnTo>
                  <a:lnTo>
                    <a:pt x="1270010" y="1344171"/>
                  </a:lnTo>
                  <a:lnTo>
                    <a:pt x="1269998" y="1344167"/>
                  </a:lnTo>
                  <a:lnTo>
                    <a:pt x="1269986" y="1344164"/>
                  </a:lnTo>
                  <a:lnTo>
                    <a:pt x="1269974" y="1344160"/>
                  </a:lnTo>
                  <a:lnTo>
                    <a:pt x="1269963" y="1344159"/>
                  </a:lnTo>
                  <a:lnTo>
                    <a:pt x="1269951" y="1344158"/>
                  </a:lnTo>
                  <a:lnTo>
                    <a:pt x="1269940" y="1344158"/>
                  </a:lnTo>
                  <a:lnTo>
                    <a:pt x="1269927" y="1344159"/>
                  </a:lnTo>
                  <a:lnTo>
                    <a:pt x="1269914" y="1344159"/>
                  </a:lnTo>
                  <a:lnTo>
                    <a:pt x="1269897" y="1344157"/>
                  </a:lnTo>
                  <a:lnTo>
                    <a:pt x="1269885" y="1344155"/>
                  </a:lnTo>
                  <a:lnTo>
                    <a:pt x="1269871" y="1344152"/>
                  </a:lnTo>
                  <a:lnTo>
                    <a:pt x="1269859" y="1344149"/>
                  </a:lnTo>
                  <a:lnTo>
                    <a:pt x="1269840" y="1344143"/>
                  </a:lnTo>
                  <a:lnTo>
                    <a:pt x="1269834" y="1344148"/>
                  </a:lnTo>
                  <a:lnTo>
                    <a:pt x="1269826" y="1344156"/>
                  </a:lnTo>
                  <a:lnTo>
                    <a:pt x="1269819" y="1344163"/>
                  </a:lnTo>
                  <a:lnTo>
                    <a:pt x="1269811" y="1344172"/>
                  </a:lnTo>
                  <a:lnTo>
                    <a:pt x="1269801" y="1344183"/>
                  </a:lnTo>
                  <a:lnTo>
                    <a:pt x="1269794" y="1344191"/>
                  </a:lnTo>
                  <a:lnTo>
                    <a:pt x="1269787" y="1344203"/>
                  </a:lnTo>
                  <a:lnTo>
                    <a:pt x="1269783" y="1344224"/>
                  </a:lnTo>
                  <a:lnTo>
                    <a:pt x="1269723" y="1344172"/>
                  </a:lnTo>
                  <a:lnTo>
                    <a:pt x="1269676" y="1344032"/>
                  </a:lnTo>
                  <a:lnTo>
                    <a:pt x="1269672" y="1344028"/>
                  </a:lnTo>
                  <a:lnTo>
                    <a:pt x="1269668" y="1344021"/>
                  </a:lnTo>
                  <a:lnTo>
                    <a:pt x="1269660" y="1344007"/>
                  </a:lnTo>
                  <a:lnTo>
                    <a:pt x="1269653" y="1343999"/>
                  </a:lnTo>
                  <a:lnTo>
                    <a:pt x="1269649" y="1343988"/>
                  </a:lnTo>
                  <a:lnTo>
                    <a:pt x="1269652" y="1343964"/>
                  </a:lnTo>
                  <a:lnTo>
                    <a:pt x="1269643" y="1343968"/>
                  </a:lnTo>
                  <a:lnTo>
                    <a:pt x="1269639" y="1343969"/>
                  </a:lnTo>
                  <a:lnTo>
                    <a:pt x="1269627" y="1343967"/>
                  </a:lnTo>
                  <a:lnTo>
                    <a:pt x="1269619" y="1343967"/>
                  </a:lnTo>
                  <a:lnTo>
                    <a:pt x="1269610" y="1343964"/>
                  </a:lnTo>
                  <a:lnTo>
                    <a:pt x="1269601" y="1343957"/>
                  </a:lnTo>
                  <a:lnTo>
                    <a:pt x="1269591" y="1343947"/>
                  </a:lnTo>
                  <a:lnTo>
                    <a:pt x="1269585" y="1343938"/>
                  </a:lnTo>
                  <a:lnTo>
                    <a:pt x="1269580" y="1343933"/>
                  </a:lnTo>
                  <a:lnTo>
                    <a:pt x="1269576" y="1343928"/>
                  </a:lnTo>
                  <a:lnTo>
                    <a:pt x="1269568" y="1343927"/>
                  </a:lnTo>
                  <a:lnTo>
                    <a:pt x="1269556" y="1343927"/>
                  </a:lnTo>
                  <a:lnTo>
                    <a:pt x="1269536" y="1343930"/>
                  </a:lnTo>
                  <a:lnTo>
                    <a:pt x="1269522" y="1343928"/>
                  </a:lnTo>
                  <a:lnTo>
                    <a:pt x="1269509" y="1343924"/>
                  </a:lnTo>
                  <a:lnTo>
                    <a:pt x="1269503" y="1343921"/>
                  </a:lnTo>
                  <a:lnTo>
                    <a:pt x="1269495" y="1343920"/>
                  </a:lnTo>
                  <a:lnTo>
                    <a:pt x="1269474" y="1343922"/>
                  </a:lnTo>
                  <a:lnTo>
                    <a:pt x="1269463" y="1343921"/>
                  </a:lnTo>
                  <a:lnTo>
                    <a:pt x="1269453" y="1343922"/>
                  </a:lnTo>
                  <a:lnTo>
                    <a:pt x="1269444" y="1343923"/>
                  </a:lnTo>
                  <a:lnTo>
                    <a:pt x="1269438" y="1343930"/>
                  </a:lnTo>
                  <a:lnTo>
                    <a:pt x="1269432" y="1343937"/>
                  </a:lnTo>
                  <a:lnTo>
                    <a:pt x="1269427" y="1343944"/>
                  </a:lnTo>
                  <a:lnTo>
                    <a:pt x="1269418" y="1343951"/>
                  </a:lnTo>
                  <a:lnTo>
                    <a:pt x="1269410" y="1343959"/>
                  </a:lnTo>
                  <a:lnTo>
                    <a:pt x="1269401" y="1343967"/>
                  </a:lnTo>
                  <a:lnTo>
                    <a:pt x="1269391" y="1343971"/>
                  </a:lnTo>
                  <a:lnTo>
                    <a:pt x="1269381" y="1343973"/>
                  </a:lnTo>
                  <a:lnTo>
                    <a:pt x="1269370" y="1343975"/>
                  </a:lnTo>
                  <a:lnTo>
                    <a:pt x="1269356" y="1343972"/>
                  </a:lnTo>
                  <a:lnTo>
                    <a:pt x="1269345" y="1343974"/>
                  </a:lnTo>
                  <a:lnTo>
                    <a:pt x="1269331" y="1343976"/>
                  </a:lnTo>
                  <a:lnTo>
                    <a:pt x="1269311" y="1343979"/>
                  </a:lnTo>
                  <a:lnTo>
                    <a:pt x="1269207" y="1343938"/>
                  </a:lnTo>
                  <a:lnTo>
                    <a:pt x="1269209" y="1343901"/>
                  </a:lnTo>
                  <a:lnTo>
                    <a:pt x="1269192" y="1343874"/>
                  </a:lnTo>
                  <a:lnTo>
                    <a:pt x="1269181" y="1343858"/>
                  </a:lnTo>
                  <a:lnTo>
                    <a:pt x="1269170" y="1343842"/>
                  </a:lnTo>
                  <a:lnTo>
                    <a:pt x="1269165" y="1343831"/>
                  </a:lnTo>
                  <a:lnTo>
                    <a:pt x="1269158" y="1343824"/>
                  </a:lnTo>
                  <a:lnTo>
                    <a:pt x="1269151" y="1343821"/>
                  </a:lnTo>
                  <a:lnTo>
                    <a:pt x="1269142" y="1343820"/>
                  </a:lnTo>
                  <a:lnTo>
                    <a:pt x="1269133" y="1343820"/>
                  </a:lnTo>
                  <a:lnTo>
                    <a:pt x="1269125" y="1343819"/>
                  </a:lnTo>
                  <a:lnTo>
                    <a:pt x="1269119" y="1343820"/>
                  </a:lnTo>
                  <a:lnTo>
                    <a:pt x="1269112" y="1343824"/>
                  </a:lnTo>
                  <a:lnTo>
                    <a:pt x="1269106" y="1343830"/>
                  </a:lnTo>
                  <a:lnTo>
                    <a:pt x="1269099" y="1343837"/>
                  </a:lnTo>
                  <a:lnTo>
                    <a:pt x="1269088" y="1343843"/>
                  </a:lnTo>
                  <a:lnTo>
                    <a:pt x="1269078" y="1343851"/>
                  </a:lnTo>
                  <a:lnTo>
                    <a:pt x="1269071" y="1343857"/>
                  </a:lnTo>
                  <a:lnTo>
                    <a:pt x="1269065" y="1343863"/>
                  </a:lnTo>
                  <a:lnTo>
                    <a:pt x="1269058" y="1343869"/>
                  </a:lnTo>
                  <a:lnTo>
                    <a:pt x="1269053" y="1343875"/>
                  </a:lnTo>
                  <a:lnTo>
                    <a:pt x="1269048" y="1343886"/>
                  </a:lnTo>
                  <a:lnTo>
                    <a:pt x="1269044" y="1343888"/>
                  </a:lnTo>
                  <a:lnTo>
                    <a:pt x="1269040" y="1343886"/>
                  </a:lnTo>
                  <a:lnTo>
                    <a:pt x="1269030" y="1343881"/>
                  </a:lnTo>
                  <a:lnTo>
                    <a:pt x="1269021" y="1343877"/>
                  </a:lnTo>
                  <a:lnTo>
                    <a:pt x="1269010" y="1343873"/>
                  </a:lnTo>
                  <a:lnTo>
                    <a:pt x="1269005" y="1343871"/>
                  </a:lnTo>
                  <a:lnTo>
                    <a:pt x="1268994" y="1343863"/>
                  </a:lnTo>
                  <a:lnTo>
                    <a:pt x="1268984" y="1343855"/>
                  </a:lnTo>
                  <a:lnTo>
                    <a:pt x="1268975" y="1343851"/>
                  </a:lnTo>
                  <a:lnTo>
                    <a:pt x="1268968" y="1343849"/>
                  </a:lnTo>
                  <a:lnTo>
                    <a:pt x="1268955" y="1343849"/>
                  </a:lnTo>
                  <a:lnTo>
                    <a:pt x="1268943" y="1343851"/>
                  </a:lnTo>
                  <a:lnTo>
                    <a:pt x="1268931" y="1343856"/>
                  </a:lnTo>
                  <a:lnTo>
                    <a:pt x="1268924" y="1343860"/>
                  </a:lnTo>
                  <a:lnTo>
                    <a:pt x="1268921" y="1343864"/>
                  </a:lnTo>
                  <a:lnTo>
                    <a:pt x="1268917" y="1343870"/>
                  </a:lnTo>
                  <a:lnTo>
                    <a:pt x="1268912" y="1343886"/>
                  </a:lnTo>
                  <a:lnTo>
                    <a:pt x="1268887" y="1343871"/>
                  </a:lnTo>
                  <a:lnTo>
                    <a:pt x="1268861" y="1343884"/>
                  </a:lnTo>
                  <a:lnTo>
                    <a:pt x="1268855" y="1343883"/>
                  </a:lnTo>
                  <a:lnTo>
                    <a:pt x="1268836" y="1343868"/>
                  </a:lnTo>
                  <a:lnTo>
                    <a:pt x="1268829" y="1343867"/>
                  </a:lnTo>
                  <a:lnTo>
                    <a:pt x="1268821" y="1343868"/>
                  </a:lnTo>
                  <a:lnTo>
                    <a:pt x="1268798" y="1343891"/>
                  </a:lnTo>
                  <a:lnTo>
                    <a:pt x="1268788" y="1343895"/>
                  </a:lnTo>
                  <a:lnTo>
                    <a:pt x="1268772" y="1343895"/>
                  </a:lnTo>
                  <a:lnTo>
                    <a:pt x="1268755" y="1343895"/>
                  </a:lnTo>
                  <a:lnTo>
                    <a:pt x="1268739" y="1343890"/>
                  </a:lnTo>
                  <a:lnTo>
                    <a:pt x="1268725" y="1343882"/>
                  </a:lnTo>
                  <a:lnTo>
                    <a:pt x="1268718" y="1343879"/>
                  </a:lnTo>
                  <a:lnTo>
                    <a:pt x="1268708" y="1343872"/>
                  </a:lnTo>
                  <a:lnTo>
                    <a:pt x="1268694" y="1343864"/>
                  </a:lnTo>
                  <a:lnTo>
                    <a:pt x="1268682" y="1343849"/>
                  </a:lnTo>
                  <a:lnTo>
                    <a:pt x="1268680" y="1343841"/>
                  </a:lnTo>
                  <a:lnTo>
                    <a:pt x="1268678" y="1343831"/>
                  </a:lnTo>
                  <a:lnTo>
                    <a:pt x="1268676" y="1343816"/>
                  </a:lnTo>
                  <a:lnTo>
                    <a:pt x="1268585" y="1343820"/>
                  </a:lnTo>
                  <a:lnTo>
                    <a:pt x="1268574" y="1343822"/>
                  </a:lnTo>
                  <a:lnTo>
                    <a:pt x="1268564" y="1343824"/>
                  </a:lnTo>
                  <a:lnTo>
                    <a:pt x="1268551" y="1343824"/>
                  </a:lnTo>
                  <a:lnTo>
                    <a:pt x="1268540" y="1343824"/>
                  </a:lnTo>
                  <a:lnTo>
                    <a:pt x="1268520" y="1343828"/>
                  </a:lnTo>
                  <a:lnTo>
                    <a:pt x="1268502" y="1343831"/>
                  </a:lnTo>
                  <a:lnTo>
                    <a:pt x="1268490" y="1343833"/>
                  </a:lnTo>
                  <a:lnTo>
                    <a:pt x="1268484" y="1343835"/>
                  </a:lnTo>
                  <a:lnTo>
                    <a:pt x="1268478" y="1343839"/>
                  </a:lnTo>
                  <a:lnTo>
                    <a:pt x="1268471" y="1343847"/>
                  </a:lnTo>
                  <a:lnTo>
                    <a:pt x="1268465" y="1343859"/>
                  </a:lnTo>
                  <a:lnTo>
                    <a:pt x="1268458" y="1343869"/>
                  </a:lnTo>
                  <a:lnTo>
                    <a:pt x="1268454" y="1343874"/>
                  </a:lnTo>
                  <a:lnTo>
                    <a:pt x="1268447" y="1343877"/>
                  </a:lnTo>
                  <a:lnTo>
                    <a:pt x="1268432" y="1343882"/>
                  </a:lnTo>
                  <a:lnTo>
                    <a:pt x="1268417" y="1343884"/>
                  </a:lnTo>
                  <a:lnTo>
                    <a:pt x="1268390" y="1343889"/>
                  </a:lnTo>
                  <a:lnTo>
                    <a:pt x="1268380" y="1343891"/>
                  </a:lnTo>
                  <a:lnTo>
                    <a:pt x="1268373" y="1343897"/>
                  </a:lnTo>
                  <a:lnTo>
                    <a:pt x="1268363" y="1343907"/>
                  </a:lnTo>
                  <a:lnTo>
                    <a:pt x="1268356" y="1343913"/>
                  </a:lnTo>
                  <a:lnTo>
                    <a:pt x="1268351" y="1343914"/>
                  </a:lnTo>
                  <a:lnTo>
                    <a:pt x="1268346" y="1343915"/>
                  </a:lnTo>
                  <a:lnTo>
                    <a:pt x="1268340" y="1343916"/>
                  </a:lnTo>
                  <a:lnTo>
                    <a:pt x="1268333" y="1343915"/>
                  </a:lnTo>
                  <a:lnTo>
                    <a:pt x="1268326" y="1343911"/>
                  </a:lnTo>
                  <a:lnTo>
                    <a:pt x="1268315" y="1343907"/>
                  </a:lnTo>
                  <a:lnTo>
                    <a:pt x="1268308" y="1343910"/>
                  </a:lnTo>
                  <a:lnTo>
                    <a:pt x="1268298" y="1343915"/>
                  </a:lnTo>
                  <a:lnTo>
                    <a:pt x="1268293" y="1343917"/>
                  </a:lnTo>
                  <a:lnTo>
                    <a:pt x="1268285" y="1343921"/>
                  </a:lnTo>
                  <a:lnTo>
                    <a:pt x="1268273" y="1343925"/>
                  </a:lnTo>
                  <a:lnTo>
                    <a:pt x="1268262" y="1343929"/>
                  </a:lnTo>
                  <a:lnTo>
                    <a:pt x="1268252" y="1343934"/>
                  </a:lnTo>
                  <a:lnTo>
                    <a:pt x="1268242" y="1343940"/>
                  </a:lnTo>
                  <a:lnTo>
                    <a:pt x="1268236" y="1343946"/>
                  </a:lnTo>
                  <a:lnTo>
                    <a:pt x="1268230" y="1343952"/>
                  </a:lnTo>
                  <a:lnTo>
                    <a:pt x="1268224" y="1343962"/>
                  </a:lnTo>
                  <a:lnTo>
                    <a:pt x="1268220" y="1343970"/>
                  </a:lnTo>
                  <a:lnTo>
                    <a:pt x="1268217" y="1343977"/>
                  </a:lnTo>
                  <a:lnTo>
                    <a:pt x="1268208" y="1343982"/>
                  </a:lnTo>
                  <a:lnTo>
                    <a:pt x="1268189" y="1343995"/>
                  </a:lnTo>
                  <a:lnTo>
                    <a:pt x="1268169" y="1344008"/>
                  </a:lnTo>
                  <a:lnTo>
                    <a:pt x="1268156" y="1344016"/>
                  </a:lnTo>
                  <a:lnTo>
                    <a:pt x="1268145" y="1344019"/>
                  </a:lnTo>
                  <a:lnTo>
                    <a:pt x="1268132" y="1344021"/>
                  </a:lnTo>
                  <a:lnTo>
                    <a:pt x="1268125" y="1344024"/>
                  </a:lnTo>
                  <a:lnTo>
                    <a:pt x="1268119" y="1344028"/>
                  </a:lnTo>
                  <a:lnTo>
                    <a:pt x="1268115" y="1344032"/>
                  </a:lnTo>
                  <a:lnTo>
                    <a:pt x="1268111" y="1344035"/>
                  </a:lnTo>
                  <a:lnTo>
                    <a:pt x="1268106" y="1344046"/>
                  </a:lnTo>
                  <a:lnTo>
                    <a:pt x="1268102" y="1344062"/>
                  </a:lnTo>
                  <a:lnTo>
                    <a:pt x="1268100" y="1344072"/>
                  </a:lnTo>
                  <a:lnTo>
                    <a:pt x="1268100" y="1344081"/>
                  </a:lnTo>
                  <a:lnTo>
                    <a:pt x="1268101" y="1344086"/>
                  </a:lnTo>
                  <a:lnTo>
                    <a:pt x="1268106" y="1344103"/>
                  </a:lnTo>
                  <a:lnTo>
                    <a:pt x="1268112" y="1344121"/>
                  </a:lnTo>
                  <a:lnTo>
                    <a:pt x="1268124" y="1344146"/>
                  </a:lnTo>
                  <a:lnTo>
                    <a:pt x="1268133" y="1344162"/>
                  </a:lnTo>
                  <a:lnTo>
                    <a:pt x="1268129" y="1344174"/>
                  </a:lnTo>
                  <a:lnTo>
                    <a:pt x="1268124" y="1344198"/>
                  </a:lnTo>
                  <a:lnTo>
                    <a:pt x="1268117" y="1344227"/>
                  </a:lnTo>
                  <a:lnTo>
                    <a:pt x="1268114" y="1344248"/>
                  </a:lnTo>
                  <a:lnTo>
                    <a:pt x="1268107" y="1344258"/>
                  </a:lnTo>
                  <a:lnTo>
                    <a:pt x="1268098" y="1344275"/>
                  </a:lnTo>
                  <a:lnTo>
                    <a:pt x="1268091" y="1344294"/>
                  </a:lnTo>
                  <a:lnTo>
                    <a:pt x="1268084" y="1344305"/>
                  </a:lnTo>
                  <a:lnTo>
                    <a:pt x="1268076" y="1344314"/>
                  </a:lnTo>
                  <a:lnTo>
                    <a:pt x="1268063" y="1344329"/>
                  </a:lnTo>
                  <a:lnTo>
                    <a:pt x="1268055" y="1344340"/>
                  </a:lnTo>
                  <a:lnTo>
                    <a:pt x="1268049" y="1344347"/>
                  </a:lnTo>
                  <a:lnTo>
                    <a:pt x="1268042" y="1344351"/>
                  </a:lnTo>
                  <a:lnTo>
                    <a:pt x="1268035" y="1344357"/>
                  </a:lnTo>
                  <a:lnTo>
                    <a:pt x="1268032" y="1344362"/>
                  </a:lnTo>
                  <a:lnTo>
                    <a:pt x="1268028" y="1344371"/>
                  </a:lnTo>
                  <a:lnTo>
                    <a:pt x="1268025" y="1344380"/>
                  </a:lnTo>
                  <a:lnTo>
                    <a:pt x="1268024" y="1344388"/>
                  </a:lnTo>
                  <a:lnTo>
                    <a:pt x="1268025" y="1344396"/>
                  </a:lnTo>
                  <a:lnTo>
                    <a:pt x="1268027" y="1344405"/>
                  </a:lnTo>
                  <a:lnTo>
                    <a:pt x="1268030" y="1344413"/>
                  </a:lnTo>
                  <a:lnTo>
                    <a:pt x="1268033" y="1344419"/>
                  </a:lnTo>
                  <a:lnTo>
                    <a:pt x="1268038" y="1344427"/>
                  </a:lnTo>
                  <a:lnTo>
                    <a:pt x="1268044" y="1344432"/>
                  </a:lnTo>
                  <a:lnTo>
                    <a:pt x="1268051" y="1344438"/>
                  </a:lnTo>
                  <a:lnTo>
                    <a:pt x="1268061" y="1344443"/>
                  </a:lnTo>
                  <a:lnTo>
                    <a:pt x="1268070" y="1344446"/>
                  </a:lnTo>
                  <a:lnTo>
                    <a:pt x="1268079" y="1344451"/>
                  </a:lnTo>
                  <a:lnTo>
                    <a:pt x="1268075" y="1344461"/>
                  </a:lnTo>
                  <a:lnTo>
                    <a:pt x="1268072" y="1344470"/>
                  </a:lnTo>
                  <a:lnTo>
                    <a:pt x="1268070" y="1344481"/>
                  </a:lnTo>
                  <a:lnTo>
                    <a:pt x="1268069" y="1344489"/>
                  </a:lnTo>
                  <a:lnTo>
                    <a:pt x="1268068" y="1344495"/>
                  </a:lnTo>
                  <a:lnTo>
                    <a:pt x="1268069" y="1344501"/>
                  </a:lnTo>
                  <a:lnTo>
                    <a:pt x="1268071" y="1344507"/>
                  </a:lnTo>
                  <a:lnTo>
                    <a:pt x="1268076" y="1344519"/>
                  </a:lnTo>
                  <a:lnTo>
                    <a:pt x="1268081" y="1344532"/>
                  </a:lnTo>
                  <a:lnTo>
                    <a:pt x="1268084" y="1344546"/>
                  </a:lnTo>
                  <a:lnTo>
                    <a:pt x="1268089" y="1344563"/>
                  </a:lnTo>
                  <a:lnTo>
                    <a:pt x="1268090" y="1344574"/>
                  </a:lnTo>
                  <a:lnTo>
                    <a:pt x="1268090" y="1344583"/>
                  </a:lnTo>
                  <a:lnTo>
                    <a:pt x="1268089" y="1344590"/>
                  </a:lnTo>
                  <a:lnTo>
                    <a:pt x="1268084" y="1344595"/>
                  </a:lnTo>
                  <a:lnTo>
                    <a:pt x="1268078" y="1344597"/>
                  </a:lnTo>
                  <a:lnTo>
                    <a:pt x="1268071" y="1344599"/>
                  </a:lnTo>
                  <a:lnTo>
                    <a:pt x="1268062" y="1344602"/>
                  </a:lnTo>
                  <a:lnTo>
                    <a:pt x="1268053" y="1344605"/>
                  </a:lnTo>
                  <a:lnTo>
                    <a:pt x="1268044" y="1344605"/>
                  </a:lnTo>
                  <a:lnTo>
                    <a:pt x="1268040" y="1344606"/>
                  </a:lnTo>
                  <a:lnTo>
                    <a:pt x="1268040" y="1344614"/>
                  </a:lnTo>
                  <a:lnTo>
                    <a:pt x="1268040" y="1344624"/>
                  </a:lnTo>
                  <a:lnTo>
                    <a:pt x="1268037" y="1344632"/>
                  </a:lnTo>
                  <a:lnTo>
                    <a:pt x="1268031" y="1344647"/>
                  </a:lnTo>
                  <a:lnTo>
                    <a:pt x="1268027" y="1344661"/>
                  </a:lnTo>
                  <a:lnTo>
                    <a:pt x="1268023" y="1344674"/>
                  </a:lnTo>
                  <a:lnTo>
                    <a:pt x="1268016" y="1344684"/>
                  </a:lnTo>
                  <a:lnTo>
                    <a:pt x="1268009" y="1344691"/>
                  </a:lnTo>
                  <a:lnTo>
                    <a:pt x="1267999" y="1344698"/>
                  </a:lnTo>
                  <a:lnTo>
                    <a:pt x="1267988" y="1344707"/>
                  </a:lnTo>
                  <a:lnTo>
                    <a:pt x="1267978" y="1344710"/>
                  </a:lnTo>
                  <a:lnTo>
                    <a:pt x="1267968" y="1344712"/>
                  </a:lnTo>
                  <a:lnTo>
                    <a:pt x="1267957" y="1344714"/>
                  </a:lnTo>
                  <a:lnTo>
                    <a:pt x="1267946" y="1344713"/>
                  </a:lnTo>
                  <a:lnTo>
                    <a:pt x="1267934" y="1344714"/>
                  </a:lnTo>
                  <a:lnTo>
                    <a:pt x="1267931" y="1344717"/>
                  </a:lnTo>
                  <a:lnTo>
                    <a:pt x="1267930" y="1344723"/>
                  </a:lnTo>
                  <a:lnTo>
                    <a:pt x="1267918" y="1344753"/>
                  </a:lnTo>
                  <a:lnTo>
                    <a:pt x="1267895" y="1344810"/>
                  </a:lnTo>
                  <a:lnTo>
                    <a:pt x="1267846" y="1344917"/>
                  </a:lnTo>
                  <a:lnTo>
                    <a:pt x="1267841" y="1344917"/>
                  </a:lnTo>
                  <a:lnTo>
                    <a:pt x="1267831" y="1344917"/>
                  </a:lnTo>
                  <a:lnTo>
                    <a:pt x="1267822" y="1344915"/>
                  </a:lnTo>
                  <a:lnTo>
                    <a:pt x="1267818" y="1344915"/>
                  </a:lnTo>
                  <a:lnTo>
                    <a:pt x="1267812" y="1344907"/>
                  </a:lnTo>
                  <a:lnTo>
                    <a:pt x="1267810" y="1344901"/>
                  </a:lnTo>
                  <a:lnTo>
                    <a:pt x="1267811" y="1344892"/>
                  </a:lnTo>
                  <a:lnTo>
                    <a:pt x="1267727" y="1344986"/>
                  </a:lnTo>
                  <a:lnTo>
                    <a:pt x="1267663" y="1345037"/>
                  </a:lnTo>
                  <a:lnTo>
                    <a:pt x="1267587" y="1345052"/>
                  </a:lnTo>
                  <a:lnTo>
                    <a:pt x="1267571" y="1345055"/>
                  </a:lnTo>
                  <a:lnTo>
                    <a:pt x="1267566" y="1345056"/>
                  </a:lnTo>
                  <a:lnTo>
                    <a:pt x="1267536" y="1345061"/>
                  </a:lnTo>
                  <a:lnTo>
                    <a:pt x="1267445" y="1345057"/>
                  </a:lnTo>
                  <a:lnTo>
                    <a:pt x="1267425" y="1345054"/>
                  </a:lnTo>
                  <a:lnTo>
                    <a:pt x="1267404" y="1345050"/>
                  </a:lnTo>
                  <a:lnTo>
                    <a:pt x="1267387" y="1345045"/>
                  </a:lnTo>
                  <a:lnTo>
                    <a:pt x="1267382" y="1345039"/>
                  </a:lnTo>
                  <a:lnTo>
                    <a:pt x="1267378" y="1345032"/>
                  </a:lnTo>
                  <a:lnTo>
                    <a:pt x="1267375" y="1345020"/>
                  </a:lnTo>
                  <a:lnTo>
                    <a:pt x="1267373" y="1345010"/>
                  </a:lnTo>
                  <a:lnTo>
                    <a:pt x="1267372" y="1345004"/>
                  </a:lnTo>
                  <a:lnTo>
                    <a:pt x="1267371" y="1344997"/>
                  </a:lnTo>
                  <a:lnTo>
                    <a:pt x="1267369" y="1344986"/>
                  </a:lnTo>
                  <a:lnTo>
                    <a:pt x="1267367" y="1344978"/>
                  </a:lnTo>
                  <a:lnTo>
                    <a:pt x="1267365" y="1344969"/>
                  </a:lnTo>
                  <a:lnTo>
                    <a:pt x="1267364" y="1344959"/>
                  </a:lnTo>
                  <a:lnTo>
                    <a:pt x="1267363" y="1344948"/>
                  </a:lnTo>
                  <a:lnTo>
                    <a:pt x="1267360" y="1344935"/>
                  </a:lnTo>
                  <a:lnTo>
                    <a:pt x="1267356" y="1344923"/>
                  </a:lnTo>
                  <a:lnTo>
                    <a:pt x="1267354" y="1344916"/>
                  </a:lnTo>
                  <a:lnTo>
                    <a:pt x="1267350" y="1344910"/>
                  </a:lnTo>
                  <a:lnTo>
                    <a:pt x="1267344" y="1344900"/>
                  </a:lnTo>
                  <a:lnTo>
                    <a:pt x="1267339" y="1344891"/>
                  </a:lnTo>
                  <a:lnTo>
                    <a:pt x="1267334" y="1344884"/>
                  </a:lnTo>
                  <a:lnTo>
                    <a:pt x="1267328" y="1344878"/>
                  </a:lnTo>
                  <a:lnTo>
                    <a:pt x="1267322" y="1344872"/>
                  </a:lnTo>
                  <a:lnTo>
                    <a:pt x="1267317" y="1344868"/>
                  </a:lnTo>
                  <a:lnTo>
                    <a:pt x="1267308" y="1344861"/>
                  </a:lnTo>
                  <a:lnTo>
                    <a:pt x="1267297" y="1344861"/>
                  </a:lnTo>
                  <a:lnTo>
                    <a:pt x="1267291" y="1344861"/>
                  </a:lnTo>
                  <a:lnTo>
                    <a:pt x="1267285" y="1344857"/>
                  </a:lnTo>
                  <a:lnTo>
                    <a:pt x="1267280" y="1344845"/>
                  </a:lnTo>
                  <a:lnTo>
                    <a:pt x="1267274" y="1344831"/>
                  </a:lnTo>
                  <a:lnTo>
                    <a:pt x="1267269" y="1344816"/>
                  </a:lnTo>
                  <a:lnTo>
                    <a:pt x="1267264" y="1344805"/>
                  </a:lnTo>
                  <a:lnTo>
                    <a:pt x="1267259" y="1344800"/>
                  </a:lnTo>
                  <a:lnTo>
                    <a:pt x="1267252" y="1344796"/>
                  </a:lnTo>
                  <a:lnTo>
                    <a:pt x="1267246" y="1344795"/>
                  </a:lnTo>
                  <a:lnTo>
                    <a:pt x="1267239" y="1344799"/>
                  </a:lnTo>
                  <a:lnTo>
                    <a:pt x="1267232" y="1344804"/>
                  </a:lnTo>
                  <a:lnTo>
                    <a:pt x="1267225" y="1344810"/>
                  </a:lnTo>
                  <a:lnTo>
                    <a:pt x="1267221" y="1344812"/>
                  </a:lnTo>
                  <a:lnTo>
                    <a:pt x="1267215" y="1344815"/>
                  </a:lnTo>
                  <a:lnTo>
                    <a:pt x="1267210" y="1344815"/>
                  </a:lnTo>
                  <a:lnTo>
                    <a:pt x="1267205" y="1344815"/>
                  </a:lnTo>
                  <a:lnTo>
                    <a:pt x="1267195" y="1344812"/>
                  </a:lnTo>
                  <a:lnTo>
                    <a:pt x="1267190" y="1344810"/>
                  </a:lnTo>
                  <a:lnTo>
                    <a:pt x="1267182" y="1344806"/>
                  </a:lnTo>
                  <a:lnTo>
                    <a:pt x="1267172" y="1344802"/>
                  </a:lnTo>
                  <a:lnTo>
                    <a:pt x="1267168" y="1344752"/>
                  </a:lnTo>
                  <a:lnTo>
                    <a:pt x="1267169" y="1344727"/>
                  </a:lnTo>
                  <a:lnTo>
                    <a:pt x="1267168" y="1344720"/>
                  </a:lnTo>
                  <a:lnTo>
                    <a:pt x="1267162" y="1344716"/>
                  </a:lnTo>
                  <a:lnTo>
                    <a:pt x="1267156" y="1344715"/>
                  </a:lnTo>
                  <a:lnTo>
                    <a:pt x="1267149" y="1344716"/>
                  </a:lnTo>
                  <a:lnTo>
                    <a:pt x="1267140" y="1344714"/>
                  </a:lnTo>
                  <a:lnTo>
                    <a:pt x="1267131" y="1344711"/>
                  </a:lnTo>
                  <a:lnTo>
                    <a:pt x="1267124" y="1344707"/>
                  </a:lnTo>
                  <a:lnTo>
                    <a:pt x="1267114" y="1344702"/>
                  </a:lnTo>
                  <a:lnTo>
                    <a:pt x="1267104" y="1344696"/>
                  </a:lnTo>
                  <a:lnTo>
                    <a:pt x="1267095" y="1344688"/>
                  </a:lnTo>
                  <a:lnTo>
                    <a:pt x="1267089" y="1344684"/>
                  </a:lnTo>
                  <a:lnTo>
                    <a:pt x="1267084" y="1344682"/>
                  </a:lnTo>
                  <a:lnTo>
                    <a:pt x="1267077" y="1344681"/>
                  </a:lnTo>
                  <a:lnTo>
                    <a:pt x="1267066" y="1344679"/>
                  </a:lnTo>
                  <a:lnTo>
                    <a:pt x="1267051" y="1344673"/>
                  </a:lnTo>
                  <a:lnTo>
                    <a:pt x="1267040" y="1344665"/>
                  </a:lnTo>
                  <a:lnTo>
                    <a:pt x="1267030" y="1344660"/>
                  </a:lnTo>
                  <a:lnTo>
                    <a:pt x="1267022" y="1344654"/>
                  </a:lnTo>
                  <a:lnTo>
                    <a:pt x="1267011" y="1344643"/>
                  </a:lnTo>
                  <a:lnTo>
                    <a:pt x="1267002" y="1344632"/>
                  </a:lnTo>
                  <a:lnTo>
                    <a:pt x="1266997" y="1344625"/>
                  </a:lnTo>
                  <a:lnTo>
                    <a:pt x="1266991" y="1344616"/>
                  </a:lnTo>
                  <a:lnTo>
                    <a:pt x="1266987" y="1344609"/>
                  </a:lnTo>
                  <a:lnTo>
                    <a:pt x="1266979" y="1344599"/>
                  </a:lnTo>
                  <a:lnTo>
                    <a:pt x="1266971" y="1344591"/>
                  </a:lnTo>
                  <a:lnTo>
                    <a:pt x="1266967" y="1344586"/>
                  </a:lnTo>
                  <a:lnTo>
                    <a:pt x="1266960" y="1344574"/>
                  </a:lnTo>
                  <a:lnTo>
                    <a:pt x="1266953" y="1344562"/>
                  </a:lnTo>
                  <a:lnTo>
                    <a:pt x="1266945" y="1344549"/>
                  </a:lnTo>
                  <a:lnTo>
                    <a:pt x="1266941" y="1344542"/>
                  </a:lnTo>
                  <a:lnTo>
                    <a:pt x="1266935" y="1344534"/>
                  </a:lnTo>
                  <a:lnTo>
                    <a:pt x="1266928" y="1344524"/>
                  </a:lnTo>
                  <a:lnTo>
                    <a:pt x="1266922" y="1344517"/>
                  </a:lnTo>
                  <a:lnTo>
                    <a:pt x="1266909" y="1344504"/>
                  </a:lnTo>
                  <a:lnTo>
                    <a:pt x="1266908" y="1344494"/>
                  </a:lnTo>
                  <a:lnTo>
                    <a:pt x="1266908" y="1344488"/>
                  </a:lnTo>
                  <a:lnTo>
                    <a:pt x="1266907" y="1344477"/>
                  </a:lnTo>
                  <a:lnTo>
                    <a:pt x="1266903" y="1344470"/>
                  </a:lnTo>
                  <a:lnTo>
                    <a:pt x="1266899" y="1344456"/>
                  </a:lnTo>
                  <a:lnTo>
                    <a:pt x="1266898" y="1344449"/>
                  </a:lnTo>
                  <a:lnTo>
                    <a:pt x="1266848" y="1344447"/>
                  </a:lnTo>
                  <a:lnTo>
                    <a:pt x="1266831" y="1344449"/>
                  </a:lnTo>
                  <a:lnTo>
                    <a:pt x="1266825" y="1344432"/>
                  </a:lnTo>
                  <a:lnTo>
                    <a:pt x="1266822" y="1344421"/>
                  </a:lnTo>
                  <a:lnTo>
                    <a:pt x="1266819" y="1344410"/>
                  </a:lnTo>
                  <a:lnTo>
                    <a:pt x="1266809" y="1344392"/>
                  </a:lnTo>
                  <a:lnTo>
                    <a:pt x="1266805" y="1344387"/>
                  </a:lnTo>
                  <a:lnTo>
                    <a:pt x="1266797" y="1344376"/>
                  </a:lnTo>
                  <a:lnTo>
                    <a:pt x="1266784" y="1344354"/>
                  </a:lnTo>
                  <a:lnTo>
                    <a:pt x="1266773" y="1344335"/>
                  </a:lnTo>
                  <a:lnTo>
                    <a:pt x="1266718" y="1344285"/>
                  </a:lnTo>
                  <a:lnTo>
                    <a:pt x="1266646" y="1344238"/>
                  </a:lnTo>
                  <a:lnTo>
                    <a:pt x="1266621" y="1344244"/>
                  </a:lnTo>
                  <a:lnTo>
                    <a:pt x="1266616" y="1344246"/>
                  </a:lnTo>
                  <a:lnTo>
                    <a:pt x="1266611" y="1344248"/>
                  </a:lnTo>
                  <a:lnTo>
                    <a:pt x="1266606" y="1344251"/>
                  </a:lnTo>
                  <a:lnTo>
                    <a:pt x="1266600" y="1344254"/>
                  </a:lnTo>
                  <a:lnTo>
                    <a:pt x="1266593" y="1344258"/>
                  </a:lnTo>
                  <a:lnTo>
                    <a:pt x="1266587" y="1344262"/>
                  </a:lnTo>
                  <a:lnTo>
                    <a:pt x="1266573" y="1344272"/>
                  </a:lnTo>
                  <a:lnTo>
                    <a:pt x="1266567" y="1344279"/>
                  </a:lnTo>
                  <a:lnTo>
                    <a:pt x="1266559" y="1344285"/>
                  </a:lnTo>
                  <a:lnTo>
                    <a:pt x="1266562" y="1344298"/>
                  </a:lnTo>
                  <a:lnTo>
                    <a:pt x="1266562" y="1344304"/>
                  </a:lnTo>
                  <a:lnTo>
                    <a:pt x="1266561" y="1344311"/>
                  </a:lnTo>
                  <a:lnTo>
                    <a:pt x="1266559" y="1344317"/>
                  </a:lnTo>
                  <a:lnTo>
                    <a:pt x="1266548" y="1344353"/>
                  </a:lnTo>
                  <a:lnTo>
                    <a:pt x="1266534" y="1344408"/>
                  </a:lnTo>
                  <a:lnTo>
                    <a:pt x="1266517" y="1344466"/>
                  </a:lnTo>
                  <a:lnTo>
                    <a:pt x="1266489" y="1344529"/>
                  </a:lnTo>
                  <a:lnTo>
                    <a:pt x="1266453" y="1344541"/>
                  </a:lnTo>
                  <a:lnTo>
                    <a:pt x="1266432" y="1344498"/>
                  </a:lnTo>
                  <a:lnTo>
                    <a:pt x="1266371" y="1344538"/>
                  </a:lnTo>
                  <a:lnTo>
                    <a:pt x="1266350" y="1344567"/>
                  </a:lnTo>
                  <a:lnTo>
                    <a:pt x="1266335" y="1344571"/>
                  </a:lnTo>
                  <a:lnTo>
                    <a:pt x="1266331" y="1344580"/>
                  </a:lnTo>
                  <a:lnTo>
                    <a:pt x="1266330" y="1344585"/>
                  </a:lnTo>
                  <a:lnTo>
                    <a:pt x="1266322" y="1344595"/>
                  </a:lnTo>
                  <a:lnTo>
                    <a:pt x="1266316" y="1344597"/>
                  </a:lnTo>
                  <a:lnTo>
                    <a:pt x="1266311" y="1344602"/>
                  </a:lnTo>
                  <a:lnTo>
                    <a:pt x="1266306" y="1344613"/>
                  </a:lnTo>
                  <a:lnTo>
                    <a:pt x="1266287" y="1344618"/>
                  </a:lnTo>
                  <a:lnTo>
                    <a:pt x="1266270" y="1344618"/>
                  </a:lnTo>
                  <a:lnTo>
                    <a:pt x="1266254" y="1344617"/>
                  </a:lnTo>
                  <a:lnTo>
                    <a:pt x="1266248" y="1344608"/>
                  </a:lnTo>
                  <a:lnTo>
                    <a:pt x="1266241" y="1344599"/>
                  </a:lnTo>
                  <a:lnTo>
                    <a:pt x="1266235" y="1344590"/>
                  </a:lnTo>
                  <a:lnTo>
                    <a:pt x="1266230" y="1344584"/>
                  </a:lnTo>
                  <a:lnTo>
                    <a:pt x="1266227" y="1344581"/>
                  </a:lnTo>
                  <a:lnTo>
                    <a:pt x="1266221" y="1344580"/>
                  </a:lnTo>
                  <a:lnTo>
                    <a:pt x="1266214" y="1344579"/>
                  </a:lnTo>
                  <a:lnTo>
                    <a:pt x="1266197" y="1344579"/>
                  </a:lnTo>
                  <a:lnTo>
                    <a:pt x="1266187" y="1344577"/>
                  </a:lnTo>
                  <a:lnTo>
                    <a:pt x="1266174" y="1344575"/>
                  </a:lnTo>
                  <a:lnTo>
                    <a:pt x="1266170" y="1344579"/>
                  </a:lnTo>
                  <a:lnTo>
                    <a:pt x="1266164" y="1344583"/>
                  </a:lnTo>
                  <a:lnTo>
                    <a:pt x="1266158" y="1344586"/>
                  </a:lnTo>
                  <a:lnTo>
                    <a:pt x="1266145" y="1344591"/>
                  </a:lnTo>
                  <a:lnTo>
                    <a:pt x="1266134" y="1344596"/>
                  </a:lnTo>
                  <a:lnTo>
                    <a:pt x="1266126" y="1344602"/>
                  </a:lnTo>
                  <a:lnTo>
                    <a:pt x="1266119" y="1344610"/>
                  </a:lnTo>
                  <a:lnTo>
                    <a:pt x="1266112" y="1344620"/>
                  </a:lnTo>
                  <a:lnTo>
                    <a:pt x="1266109" y="1344627"/>
                  </a:lnTo>
                  <a:lnTo>
                    <a:pt x="1266106" y="1344635"/>
                  </a:lnTo>
                  <a:lnTo>
                    <a:pt x="1266106" y="1344647"/>
                  </a:lnTo>
                  <a:lnTo>
                    <a:pt x="1266108" y="1344663"/>
                  </a:lnTo>
                  <a:lnTo>
                    <a:pt x="1266110" y="1344678"/>
                  </a:lnTo>
                  <a:lnTo>
                    <a:pt x="1266097" y="1344684"/>
                  </a:lnTo>
                  <a:lnTo>
                    <a:pt x="1266075" y="1344693"/>
                  </a:lnTo>
                  <a:lnTo>
                    <a:pt x="1266064" y="1344692"/>
                  </a:lnTo>
                  <a:lnTo>
                    <a:pt x="1266053" y="1344691"/>
                  </a:lnTo>
                  <a:lnTo>
                    <a:pt x="1266041" y="1344688"/>
                  </a:lnTo>
                  <a:lnTo>
                    <a:pt x="1266025" y="1344681"/>
                  </a:lnTo>
                  <a:lnTo>
                    <a:pt x="1266011" y="1344676"/>
                  </a:lnTo>
                  <a:lnTo>
                    <a:pt x="1265995" y="1344669"/>
                  </a:lnTo>
                  <a:lnTo>
                    <a:pt x="1265986" y="1344661"/>
                  </a:lnTo>
                  <a:lnTo>
                    <a:pt x="1265982" y="1344658"/>
                  </a:lnTo>
                  <a:lnTo>
                    <a:pt x="1265977" y="1344650"/>
                  </a:lnTo>
                  <a:lnTo>
                    <a:pt x="1265974" y="1344641"/>
                  </a:lnTo>
                  <a:lnTo>
                    <a:pt x="1265972" y="1344632"/>
                  </a:lnTo>
                  <a:lnTo>
                    <a:pt x="1265969" y="1344627"/>
                  </a:lnTo>
                  <a:lnTo>
                    <a:pt x="1265960" y="1344616"/>
                  </a:lnTo>
                  <a:lnTo>
                    <a:pt x="1265950" y="1344606"/>
                  </a:lnTo>
                  <a:lnTo>
                    <a:pt x="1265935" y="1344591"/>
                  </a:lnTo>
                  <a:lnTo>
                    <a:pt x="1265929" y="1344583"/>
                  </a:lnTo>
                  <a:lnTo>
                    <a:pt x="1265922" y="1344573"/>
                  </a:lnTo>
                  <a:lnTo>
                    <a:pt x="1265913" y="1344563"/>
                  </a:lnTo>
                  <a:lnTo>
                    <a:pt x="1265905" y="1344555"/>
                  </a:lnTo>
                  <a:lnTo>
                    <a:pt x="1265893" y="1344550"/>
                  </a:lnTo>
                  <a:lnTo>
                    <a:pt x="1265884" y="1344549"/>
                  </a:lnTo>
                  <a:lnTo>
                    <a:pt x="1265876" y="1344549"/>
                  </a:lnTo>
                  <a:lnTo>
                    <a:pt x="1265871" y="1344546"/>
                  </a:lnTo>
                  <a:lnTo>
                    <a:pt x="1265867" y="1344539"/>
                  </a:lnTo>
                  <a:lnTo>
                    <a:pt x="1265862" y="1344528"/>
                  </a:lnTo>
                  <a:lnTo>
                    <a:pt x="1265859" y="1344521"/>
                  </a:lnTo>
                  <a:lnTo>
                    <a:pt x="1265862" y="1344502"/>
                  </a:lnTo>
                  <a:lnTo>
                    <a:pt x="1265865" y="1344487"/>
                  </a:lnTo>
                  <a:lnTo>
                    <a:pt x="1265867" y="1344471"/>
                  </a:lnTo>
                  <a:lnTo>
                    <a:pt x="1265868" y="1344463"/>
                  </a:lnTo>
                  <a:lnTo>
                    <a:pt x="1265866" y="1344457"/>
                  </a:lnTo>
                  <a:lnTo>
                    <a:pt x="1265862" y="1344452"/>
                  </a:lnTo>
                  <a:lnTo>
                    <a:pt x="1265858" y="1344450"/>
                  </a:lnTo>
                  <a:lnTo>
                    <a:pt x="1265847" y="1344442"/>
                  </a:lnTo>
                  <a:lnTo>
                    <a:pt x="1265838" y="1344435"/>
                  </a:lnTo>
                  <a:lnTo>
                    <a:pt x="1265831" y="1344426"/>
                  </a:lnTo>
                  <a:lnTo>
                    <a:pt x="1265823" y="1344417"/>
                  </a:lnTo>
                  <a:lnTo>
                    <a:pt x="1265817" y="1344407"/>
                  </a:lnTo>
                  <a:lnTo>
                    <a:pt x="1265812" y="1344399"/>
                  </a:lnTo>
                  <a:lnTo>
                    <a:pt x="1265805" y="1344393"/>
                  </a:lnTo>
                  <a:lnTo>
                    <a:pt x="1265792" y="1344385"/>
                  </a:lnTo>
                  <a:lnTo>
                    <a:pt x="1265783" y="1344381"/>
                  </a:lnTo>
                  <a:lnTo>
                    <a:pt x="1265774" y="1344376"/>
                  </a:lnTo>
                  <a:lnTo>
                    <a:pt x="1265765" y="1344367"/>
                  </a:lnTo>
                  <a:lnTo>
                    <a:pt x="1265761" y="1344362"/>
                  </a:lnTo>
                  <a:lnTo>
                    <a:pt x="1265755" y="1344355"/>
                  </a:lnTo>
                  <a:lnTo>
                    <a:pt x="1265745" y="1344345"/>
                  </a:lnTo>
                  <a:lnTo>
                    <a:pt x="1265736" y="1344337"/>
                  </a:lnTo>
                  <a:lnTo>
                    <a:pt x="1265733" y="1344334"/>
                  </a:lnTo>
                  <a:lnTo>
                    <a:pt x="1265722" y="1344337"/>
                  </a:lnTo>
                  <a:lnTo>
                    <a:pt x="1265710" y="1344337"/>
                  </a:lnTo>
                  <a:lnTo>
                    <a:pt x="1265693" y="1344333"/>
                  </a:lnTo>
                  <a:lnTo>
                    <a:pt x="1265685" y="1344331"/>
                  </a:lnTo>
                  <a:lnTo>
                    <a:pt x="1265681" y="1344328"/>
                  </a:lnTo>
                  <a:lnTo>
                    <a:pt x="1265678" y="1344324"/>
                  </a:lnTo>
                  <a:lnTo>
                    <a:pt x="1265675" y="1344315"/>
                  </a:lnTo>
                  <a:lnTo>
                    <a:pt x="1265671" y="1344305"/>
                  </a:lnTo>
                  <a:lnTo>
                    <a:pt x="1265666" y="1344297"/>
                  </a:lnTo>
                  <a:lnTo>
                    <a:pt x="1265660" y="1344290"/>
                  </a:lnTo>
                  <a:lnTo>
                    <a:pt x="1265654" y="1344284"/>
                  </a:lnTo>
                  <a:lnTo>
                    <a:pt x="1265645" y="1344280"/>
                  </a:lnTo>
                  <a:lnTo>
                    <a:pt x="1265638" y="1344276"/>
                  </a:lnTo>
                  <a:lnTo>
                    <a:pt x="1265633" y="1344270"/>
                  </a:lnTo>
                  <a:lnTo>
                    <a:pt x="1265627" y="1344263"/>
                  </a:lnTo>
                  <a:lnTo>
                    <a:pt x="1265622" y="1344260"/>
                  </a:lnTo>
                  <a:lnTo>
                    <a:pt x="1265617" y="1344257"/>
                  </a:lnTo>
                  <a:lnTo>
                    <a:pt x="1265611" y="1344255"/>
                  </a:lnTo>
                  <a:lnTo>
                    <a:pt x="1265604" y="1344251"/>
                  </a:lnTo>
                  <a:lnTo>
                    <a:pt x="1265597" y="1344246"/>
                  </a:lnTo>
                  <a:lnTo>
                    <a:pt x="1265552" y="1344226"/>
                  </a:lnTo>
                  <a:lnTo>
                    <a:pt x="1265491" y="1344259"/>
                  </a:lnTo>
                  <a:lnTo>
                    <a:pt x="1265487" y="1344255"/>
                  </a:lnTo>
                  <a:lnTo>
                    <a:pt x="1265478" y="1344244"/>
                  </a:lnTo>
                  <a:lnTo>
                    <a:pt x="1265469" y="1344235"/>
                  </a:lnTo>
                  <a:lnTo>
                    <a:pt x="1265458" y="1344225"/>
                  </a:lnTo>
                  <a:lnTo>
                    <a:pt x="1265447" y="1344217"/>
                  </a:lnTo>
                  <a:lnTo>
                    <a:pt x="1265435" y="1344209"/>
                  </a:lnTo>
                  <a:lnTo>
                    <a:pt x="1265421" y="1344201"/>
                  </a:lnTo>
                  <a:lnTo>
                    <a:pt x="1265415" y="1344200"/>
                  </a:lnTo>
                  <a:lnTo>
                    <a:pt x="1265408" y="1344200"/>
                  </a:lnTo>
                  <a:lnTo>
                    <a:pt x="1265403" y="1344203"/>
                  </a:lnTo>
                  <a:lnTo>
                    <a:pt x="1265399" y="1344209"/>
                  </a:lnTo>
                  <a:lnTo>
                    <a:pt x="1265394" y="1344212"/>
                  </a:lnTo>
                  <a:lnTo>
                    <a:pt x="1265389" y="1344210"/>
                  </a:lnTo>
                  <a:lnTo>
                    <a:pt x="1265385" y="1344207"/>
                  </a:lnTo>
                  <a:lnTo>
                    <a:pt x="1265380" y="1344204"/>
                  </a:lnTo>
                  <a:lnTo>
                    <a:pt x="1265373" y="1344200"/>
                  </a:lnTo>
                  <a:lnTo>
                    <a:pt x="1265299" y="1344195"/>
                  </a:lnTo>
                  <a:lnTo>
                    <a:pt x="1265299" y="1344204"/>
                  </a:lnTo>
                  <a:lnTo>
                    <a:pt x="1265298" y="1344212"/>
                  </a:lnTo>
                  <a:lnTo>
                    <a:pt x="1265296" y="1344222"/>
                  </a:lnTo>
                  <a:lnTo>
                    <a:pt x="1265294" y="1344229"/>
                  </a:lnTo>
                  <a:lnTo>
                    <a:pt x="1265287" y="1344243"/>
                  </a:lnTo>
                  <a:lnTo>
                    <a:pt x="1265282" y="1344257"/>
                  </a:lnTo>
                  <a:lnTo>
                    <a:pt x="1265276" y="1344273"/>
                  </a:lnTo>
                  <a:lnTo>
                    <a:pt x="1265274" y="1344281"/>
                  </a:lnTo>
                  <a:lnTo>
                    <a:pt x="1265272" y="1344293"/>
                  </a:lnTo>
                  <a:lnTo>
                    <a:pt x="1265272" y="1344302"/>
                  </a:lnTo>
                  <a:lnTo>
                    <a:pt x="1265275" y="1344312"/>
                  </a:lnTo>
                  <a:lnTo>
                    <a:pt x="1265279" y="1344319"/>
                  </a:lnTo>
                  <a:lnTo>
                    <a:pt x="1265284" y="1344324"/>
                  </a:lnTo>
                  <a:lnTo>
                    <a:pt x="1265294" y="1344331"/>
                  </a:lnTo>
                  <a:lnTo>
                    <a:pt x="1265300" y="1344337"/>
                  </a:lnTo>
                  <a:lnTo>
                    <a:pt x="1265309" y="1344345"/>
                  </a:lnTo>
                  <a:lnTo>
                    <a:pt x="1265313" y="1344353"/>
                  </a:lnTo>
                  <a:lnTo>
                    <a:pt x="1265315" y="1344362"/>
                  </a:lnTo>
                  <a:lnTo>
                    <a:pt x="1265316" y="1344369"/>
                  </a:lnTo>
                  <a:lnTo>
                    <a:pt x="1265314" y="1344378"/>
                  </a:lnTo>
                  <a:lnTo>
                    <a:pt x="1265310" y="1344385"/>
                  </a:lnTo>
                  <a:lnTo>
                    <a:pt x="1265304" y="1344390"/>
                  </a:lnTo>
                  <a:lnTo>
                    <a:pt x="1265297" y="1344394"/>
                  </a:lnTo>
                  <a:lnTo>
                    <a:pt x="1265292" y="1344397"/>
                  </a:lnTo>
                  <a:lnTo>
                    <a:pt x="1265291" y="1344402"/>
                  </a:lnTo>
                  <a:lnTo>
                    <a:pt x="1265290" y="1344410"/>
                  </a:lnTo>
                  <a:lnTo>
                    <a:pt x="1265290" y="1344423"/>
                  </a:lnTo>
                  <a:lnTo>
                    <a:pt x="1265287" y="1344435"/>
                  </a:lnTo>
                  <a:lnTo>
                    <a:pt x="1265283" y="1344442"/>
                  </a:lnTo>
                  <a:lnTo>
                    <a:pt x="1265275" y="1344448"/>
                  </a:lnTo>
                  <a:lnTo>
                    <a:pt x="1265265" y="1344453"/>
                  </a:lnTo>
                  <a:lnTo>
                    <a:pt x="1265254" y="1344455"/>
                  </a:lnTo>
                  <a:lnTo>
                    <a:pt x="1265245" y="1344457"/>
                  </a:lnTo>
                  <a:lnTo>
                    <a:pt x="1265239" y="1344460"/>
                  </a:lnTo>
                  <a:lnTo>
                    <a:pt x="1265232" y="1344465"/>
                  </a:lnTo>
                  <a:lnTo>
                    <a:pt x="1265224" y="1344474"/>
                  </a:lnTo>
                  <a:lnTo>
                    <a:pt x="1265218" y="1344478"/>
                  </a:lnTo>
                  <a:lnTo>
                    <a:pt x="1265214" y="1344481"/>
                  </a:lnTo>
                  <a:lnTo>
                    <a:pt x="1265206" y="1344489"/>
                  </a:lnTo>
                  <a:lnTo>
                    <a:pt x="1265201" y="1344497"/>
                  </a:lnTo>
                  <a:lnTo>
                    <a:pt x="1265199" y="1344504"/>
                  </a:lnTo>
                  <a:lnTo>
                    <a:pt x="1265197" y="1344509"/>
                  </a:lnTo>
                  <a:lnTo>
                    <a:pt x="1265190" y="1344516"/>
                  </a:lnTo>
                  <a:lnTo>
                    <a:pt x="1265183" y="1344519"/>
                  </a:lnTo>
                  <a:lnTo>
                    <a:pt x="1265168" y="1344521"/>
                  </a:lnTo>
                  <a:lnTo>
                    <a:pt x="1265151" y="1344523"/>
                  </a:lnTo>
                  <a:lnTo>
                    <a:pt x="1265134" y="1344524"/>
                  </a:lnTo>
                  <a:lnTo>
                    <a:pt x="1265124" y="1344524"/>
                  </a:lnTo>
                  <a:lnTo>
                    <a:pt x="1265118" y="1344522"/>
                  </a:lnTo>
                  <a:lnTo>
                    <a:pt x="1265114" y="1344520"/>
                  </a:lnTo>
                  <a:lnTo>
                    <a:pt x="1265110" y="1344516"/>
                  </a:lnTo>
                  <a:lnTo>
                    <a:pt x="1265104" y="1344508"/>
                  </a:lnTo>
                  <a:lnTo>
                    <a:pt x="1265097" y="1344498"/>
                  </a:lnTo>
                  <a:lnTo>
                    <a:pt x="1265089" y="1344484"/>
                  </a:lnTo>
                  <a:lnTo>
                    <a:pt x="1265082" y="1344473"/>
                  </a:lnTo>
                  <a:lnTo>
                    <a:pt x="1265075" y="1344466"/>
                  </a:lnTo>
                  <a:lnTo>
                    <a:pt x="1265062" y="1344462"/>
                  </a:lnTo>
                  <a:lnTo>
                    <a:pt x="1265048" y="1344458"/>
                  </a:lnTo>
                  <a:lnTo>
                    <a:pt x="1265029" y="1344452"/>
                  </a:lnTo>
                  <a:lnTo>
                    <a:pt x="1265008" y="1344443"/>
                  </a:lnTo>
                  <a:lnTo>
                    <a:pt x="1264993" y="1344437"/>
                  </a:lnTo>
                  <a:lnTo>
                    <a:pt x="1264985" y="1344438"/>
                  </a:lnTo>
                  <a:lnTo>
                    <a:pt x="1264977" y="1344438"/>
                  </a:lnTo>
                  <a:lnTo>
                    <a:pt x="1264969" y="1344437"/>
                  </a:lnTo>
                  <a:lnTo>
                    <a:pt x="1264961" y="1344434"/>
                  </a:lnTo>
                  <a:lnTo>
                    <a:pt x="1264953" y="1344429"/>
                  </a:lnTo>
                  <a:lnTo>
                    <a:pt x="1264934" y="1344406"/>
                  </a:lnTo>
                  <a:lnTo>
                    <a:pt x="1264877" y="1344425"/>
                  </a:lnTo>
                  <a:lnTo>
                    <a:pt x="1264870" y="1344427"/>
                  </a:lnTo>
                  <a:lnTo>
                    <a:pt x="1264816" y="1344455"/>
                  </a:lnTo>
                  <a:lnTo>
                    <a:pt x="1264783" y="1344405"/>
                  </a:lnTo>
                  <a:lnTo>
                    <a:pt x="1264777" y="1344379"/>
                  </a:lnTo>
                  <a:lnTo>
                    <a:pt x="1264772" y="1344363"/>
                  </a:lnTo>
                  <a:lnTo>
                    <a:pt x="1264765" y="1344344"/>
                  </a:lnTo>
                  <a:lnTo>
                    <a:pt x="1264760" y="1344325"/>
                  </a:lnTo>
                  <a:lnTo>
                    <a:pt x="1264755" y="1344325"/>
                  </a:lnTo>
                  <a:lnTo>
                    <a:pt x="1264747" y="1344324"/>
                  </a:lnTo>
                  <a:lnTo>
                    <a:pt x="1264738" y="1344320"/>
                  </a:lnTo>
                  <a:lnTo>
                    <a:pt x="1264724" y="1344313"/>
                  </a:lnTo>
                  <a:lnTo>
                    <a:pt x="1264714" y="1344309"/>
                  </a:lnTo>
                  <a:lnTo>
                    <a:pt x="1264699" y="1344302"/>
                  </a:lnTo>
                  <a:lnTo>
                    <a:pt x="1264676" y="1344294"/>
                  </a:lnTo>
                  <a:lnTo>
                    <a:pt x="1264663" y="1344289"/>
                  </a:lnTo>
                  <a:lnTo>
                    <a:pt x="1264658" y="1344287"/>
                  </a:lnTo>
                  <a:lnTo>
                    <a:pt x="1264656" y="1344282"/>
                  </a:lnTo>
                  <a:lnTo>
                    <a:pt x="1264655" y="1344276"/>
                  </a:lnTo>
                  <a:lnTo>
                    <a:pt x="1264651" y="1344264"/>
                  </a:lnTo>
                  <a:lnTo>
                    <a:pt x="1264646" y="1344251"/>
                  </a:lnTo>
                  <a:lnTo>
                    <a:pt x="1264636" y="1344232"/>
                  </a:lnTo>
                  <a:lnTo>
                    <a:pt x="1264628" y="1344215"/>
                  </a:lnTo>
                  <a:lnTo>
                    <a:pt x="1264622" y="1344204"/>
                  </a:lnTo>
                  <a:lnTo>
                    <a:pt x="1264615" y="1344193"/>
                  </a:lnTo>
                  <a:lnTo>
                    <a:pt x="1264609" y="1344187"/>
                  </a:lnTo>
                  <a:lnTo>
                    <a:pt x="1264604" y="1344185"/>
                  </a:lnTo>
                  <a:lnTo>
                    <a:pt x="1264599" y="1344184"/>
                  </a:lnTo>
                  <a:lnTo>
                    <a:pt x="1264594" y="1344181"/>
                  </a:lnTo>
                  <a:lnTo>
                    <a:pt x="1264587" y="1344177"/>
                  </a:lnTo>
                  <a:lnTo>
                    <a:pt x="1264576" y="1344169"/>
                  </a:lnTo>
                  <a:lnTo>
                    <a:pt x="1264569" y="1344168"/>
                  </a:lnTo>
                  <a:lnTo>
                    <a:pt x="1264555" y="1344165"/>
                  </a:lnTo>
                  <a:lnTo>
                    <a:pt x="1264538" y="1344165"/>
                  </a:lnTo>
                  <a:lnTo>
                    <a:pt x="1264523" y="1344165"/>
                  </a:lnTo>
                  <a:lnTo>
                    <a:pt x="1264514" y="1344164"/>
                  </a:lnTo>
                  <a:lnTo>
                    <a:pt x="1264504" y="1344163"/>
                  </a:lnTo>
                  <a:lnTo>
                    <a:pt x="1264498" y="1344164"/>
                  </a:lnTo>
                  <a:lnTo>
                    <a:pt x="1264488" y="1344171"/>
                  </a:lnTo>
                  <a:lnTo>
                    <a:pt x="1264477" y="1344183"/>
                  </a:lnTo>
                  <a:lnTo>
                    <a:pt x="1264469" y="1344193"/>
                  </a:lnTo>
                  <a:lnTo>
                    <a:pt x="1264463" y="1344197"/>
                  </a:lnTo>
                  <a:lnTo>
                    <a:pt x="1264457" y="1344199"/>
                  </a:lnTo>
                  <a:lnTo>
                    <a:pt x="1264447" y="1344200"/>
                  </a:lnTo>
                  <a:lnTo>
                    <a:pt x="1264436" y="1344202"/>
                  </a:lnTo>
                  <a:lnTo>
                    <a:pt x="1264426" y="1344205"/>
                  </a:lnTo>
                  <a:lnTo>
                    <a:pt x="1264417" y="1344208"/>
                  </a:lnTo>
                  <a:lnTo>
                    <a:pt x="1264407" y="1344214"/>
                  </a:lnTo>
                  <a:lnTo>
                    <a:pt x="1264400" y="1344222"/>
                  </a:lnTo>
                  <a:lnTo>
                    <a:pt x="1264396" y="1344226"/>
                  </a:lnTo>
                  <a:lnTo>
                    <a:pt x="1264390" y="1344223"/>
                  </a:lnTo>
                  <a:lnTo>
                    <a:pt x="1264384" y="1344217"/>
                  </a:lnTo>
                  <a:lnTo>
                    <a:pt x="1264377" y="1344209"/>
                  </a:lnTo>
                  <a:lnTo>
                    <a:pt x="1264363" y="1344198"/>
                  </a:lnTo>
                  <a:lnTo>
                    <a:pt x="1264349" y="1344189"/>
                  </a:lnTo>
                  <a:lnTo>
                    <a:pt x="1264340" y="1344180"/>
                  </a:lnTo>
                  <a:lnTo>
                    <a:pt x="1264332" y="1344174"/>
                  </a:lnTo>
                  <a:lnTo>
                    <a:pt x="1264328" y="1344176"/>
                  </a:lnTo>
                  <a:lnTo>
                    <a:pt x="1264313" y="1344186"/>
                  </a:lnTo>
                  <a:lnTo>
                    <a:pt x="1264306" y="1344189"/>
                  </a:lnTo>
                  <a:lnTo>
                    <a:pt x="1264288" y="1344194"/>
                  </a:lnTo>
                  <a:lnTo>
                    <a:pt x="1264274" y="1344198"/>
                  </a:lnTo>
                  <a:lnTo>
                    <a:pt x="1264267" y="1344198"/>
                  </a:lnTo>
                  <a:lnTo>
                    <a:pt x="1264258" y="1344194"/>
                  </a:lnTo>
                  <a:lnTo>
                    <a:pt x="1264248" y="1344187"/>
                  </a:lnTo>
                  <a:lnTo>
                    <a:pt x="1264239" y="1344180"/>
                  </a:lnTo>
                  <a:lnTo>
                    <a:pt x="1264230" y="1344176"/>
                  </a:lnTo>
                  <a:lnTo>
                    <a:pt x="1264224" y="1344167"/>
                  </a:lnTo>
                  <a:lnTo>
                    <a:pt x="1264222" y="1344155"/>
                  </a:lnTo>
                  <a:lnTo>
                    <a:pt x="1264218" y="1344150"/>
                  </a:lnTo>
                  <a:lnTo>
                    <a:pt x="1264217" y="1344144"/>
                  </a:lnTo>
                  <a:lnTo>
                    <a:pt x="1264214" y="1344139"/>
                  </a:lnTo>
                  <a:lnTo>
                    <a:pt x="1264211" y="1344128"/>
                  </a:lnTo>
                  <a:lnTo>
                    <a:pt x="1264208" y="1344121"/>
                  </a:lnTo>
                  <a:lnTo>
                    <a:pt x="1264203" y="1344116"/>
                  </a:lnTo>
                  <a:lnTo>
                    <a:pt x="1264198" y="1344113"/>
                  </a:lnTo>
                  <a:lnTo>
                    <a:pt x="1264184" y="1344112"/>
                  </a:lnTo>
                  <a:lnTo>
                    <a:pt x="1264180" y="1344114"/>
                  </a:lnTo>
                  <a:lnTo>
                    <a:pt x="1264167" y="1344117"/>
                  </a:lnTo>
                  <a:lnTo>
                    <a:pt x="1264157" y="1344117"/>
                  </a:lnTo>
                  <a:lnTo>
                    <a:pt x="1264146" y="1344116"/>
                  </a:lnTo>
                  <a:lnTo>
                    <a:pt x="1264132" y="1344114"/>
                  </a:lnTo>
                  <a:lnTo>
                    <a:pt x="1264114" y="1344111"/>
                  </a:lnTo>
                  <a:lnTo>
                    <a:pt x="1264105" y="1344111"/>
                  </a:lnTo>
                  <a:lnTo>
                    <a:pt x="1264096" y="1344110"/>
                  </a:lnTo>
                  <a:lnTo>
                    <a:pt x="1264090" y="1344107"/>
                  </a:lnTo>
                  <a:lnTo>
                    <a:pt x="1264083" y="1344099"/>
                  </a:lnTo>
                  <a:lnTo>
                    <a:pt x="1264077" y="1344088"/>
                  </a:lnTo>
                  <a:lnTo>
                    <a:pt x="1264070" y="1344080"/>
                  </a:lnTo>
                  <a:lnTo>
                    <a:pt x="1264064" y="1344073"/>
                  </a:lnTo>
                  <a:lnTo>
                    <a:pt x="1264057" y="1344067"/>
                  </a:lnTo>
                  <a:lnTo>
                    <a:pt x="1264051" y="1344063"/>
                  </a:lnTo>
                  <a:lnTo>
                    <a:pt x="1264038" y="1344053"/>
                  </a:lnTo>
                  <a:lnTo>
                    <a:pt x="1264028" y="1344045"/>
                  </a:lnTo>
                  <a:lnTo>
                    <a:pt x="1264018" y="1344041"/>
                  </a:lnTo>
                  <a:lnTo>
                    <a:pt x="1264009" y="1344039"/>
                  </a:lnTo>
                  <a:lnTo>
                    <a:pt x="1264003" y="1344035"/>
                  </a:lnTo>
                  <a:lnTo>
                    <a:pt x="1263995" y="1344027"/>
                  </a:lnTo>
                  <a:lnTo>
                    <a:pt x="1263986" y="1344014"/>
                  </a:lnTo>
                  <a:lnTo>
                    <a:pt x="1263974" y="1344000"/>
                  </a:lnTo>
                  <a:lnTo>
                    <a:pt x="1263967" y="1343990"/>
                  </a:lnTo>
                  <a:lnTo>
                    <a:pt x="1263961" y="1343986"/>
                  </a:lnTo>
                  <a:lnTo>
                    <a:pt x="1263958" y="1343980"/>
                  </a:lnTo>
                  <a:lnTo>
                    <a:pt x="1263963" y="1343979"/>
                  </a:lnTo>
                  <a:lnTo>
                    <a:pt x="1263970" y="1343978"/>
                  </a:lnTo>
                  <a:lnTo>
                    <a:pt x="1263980" y="1343977"/>
                  </a:lnTo>
                  <a:lnTo>
                    <a:pt x="1263990" y="1343977"/>
                  </a:lnTo>
                  <a:lnTo>
                    <a:pt x="1263996" y="1343976"/>
                  </a:lnTo>
                  <a:lnTo>
                    <a:pt x="1264003" y="1343973"/>
                  </a:lnTo>
                  <a:lnTo>
                    <a:pt x="1264009" y="1343971"/>
                  </a:lnTo>
                  <a:lnTo>
                    <a:pt x="1264014" y="1343972"/>
                  </a:lnTo>
                  <a:lnTo>
                    <a:pt x="1264019" y="1343974"/>
                  </a:lnTo>
                  <a:lnTo>
                    <a:pt x="1264027" y="1343978"/>
                  </a:lnTo>
                  <a:lnTo>
                    <a:pt x="1264036" y="1343985"/>
                  </a:lnTo>
                  <a:lnTo>
                    <a:pt x="1264042" y="1343985"/>
                  </a:lnTo>
                  <a:lnTo>
                    <a:pt x="1264047" y="1343984"/>
                  </a:lnTo>
                  <a:lnTo>
                    <a:pt x="1264056" y="1343977"/>
                  </a:lnTo>
                  <a:lnTo>
                    <a:pt x="1264069" y="1343969"/>
                  </a:lnTo>
                  <a:lnTo>
                    <a:pt x="1264082" y="1343961"/>
                  </a:lnTo>
                  <a:lnTo>
                    <a:pt x="1264091" y="1343957"/>
                  </a:lnTo>
                  <a:lnTo>
                    <a:pt x="1264095" y="1343951"/>
                  </a:lnTo>
                  <a:lnTo>
                    <a:pt x="1264100" y="1343948"/>
                  </a:lnTo>
                  <a:lnTo>
                    <a:pt x="1264112" y="1343944"/>
                  </a:lnTo>
                  <a:lnTo>
                    <a:pt x="1264120" y="1343943"/>
                  </a:lnTo>
                  <a:lnTo>
                    <a:pt x="1264124" y="1343942"/>
                  </a:lnTo>
                  <a:lnTo>
                    <a:pt x="1264129" y="1343939"/>
                  </a:lnTo>
                  <a:lnTo>
                    <a:pt x="1264140" y="1343932"/>
                  </a:lnTo>
                  <a:lnTo>
                    <a:pt x="1264152" y="1343924"/>
                  </a:lnTo>
                  <a:lnTo>
                    <a:pt x="1264161" y="1343921"/>
                  </a:lnTo>
                  <a:lnTo>
                    <a:pt x="1264165" y="1343919"/>
                  </a:lnTo>
                  <a:lnTo>
                    <a:pt x="1264175" y="1343917"/>
                  </a:lnTo>
                  <a:lnTo>
                    <a:pt x="1264183" y="1343917"/>
                  </a:lnTo>
                  <a:lnTo>
                    <a:pt x="1264199" y="1343917"/>
                  </a:lnTo>
                  <a:lnTo>
                    <a:pt x="1264214" y="1343919"/>
                  </a:lnTo>
                  <a:lnTo>
                    <a:pt x="1264226" y="1343922"/>
                  </a:lnTo>
                  <a:lnTo>
                    <a:pt x="1264232" y="1343920"/>
                  </a:lnTo>
                  <a:lnTo>
                    <a:pt x="1264236" y="1343905"/>
                  </a:lnTo>
                  <a:lnTo>
                    <a:pt x="1264240" y="1343885"/>
                  </a:lnTo>
                  <a:lnTo>
                    <a:pt x="1264243" y="1343869"/>
                  </a:lnTo>
                  <a:lnTo>
                    <a:pt x="1264246" y="1343851"/>
                  </a:lnTo>
                  <a:lnTo>
                    <a:pt x="1264265" y="1343820"/>
                  </a:lnTo>
                  <a:lnTo>
                    <a:pt x="1264260" y="1343814"/>
                  </a:lnTo>
                  <a:lnTo>
                    <a:pt x="1264253" y="1343810"/>
                  </a:lnTo>
                  <a:lnTo>
                    <a:pt x="1264243" y="1343804"/>
                  </a:lnTo>
                  <a:lnTo>
                    <a:pt x="1264238" y="1343800"/>
                  </a:lnTo>
                  <a:lnTo>
                    <a:pt x="1264230" y="1343796"/>
                  </a:lnTo>
                  <a:lnTo>
                    <a:pt x="1264217" y="1343790"/>
                  </a:lnTo>
                  <a:lnTo>
                    <a:pt x="1264198" y="1343786"/>
                  </a:lnTo>
                  <a:lnTo>
                    <a:pt x="1264186" y="1343783"/>
                  </a:lnTo>
                  <a:lnTo>
                    <a:pt x="1264175" y="1343781"/>
                  </a:lnTo>
                  <a:lnTo>
                    <a:pt x="1264169" y="1343780"/>
                  </a:lnTo>
                  <a:lnTo>
                    <a:pt x="1264159" y="1343779"/>
                  </a:lnTo>
                  <a:lnTo>
                    <a:pt x="1264152" y="1343780"/>
                  </a:lnTo>
                  <a:lnTo>
                    <a:pt x="1264142" y="1343783"/>
                  </a:lnTo>
                  <a:lnTo>
                    <a:pt x="1264136" y="1343784"/>
                  </a:lnTo>
                  <a:lnTo>
                    <a:pt x="1264124" y="1343788"/>
                  </a:lnTo>
                  <a:lnTo>
                    <a:pt x="1264114" y="1343791"/>
                  </a:lnTo>
                  <a:lnTo>
                    <a:pt x="1264108" y="1343793"/>
                  </a:lnTo>
                  <a:lnTo>
                    <a:pt x="1264095" y="1343794"/>
                  </a:lnTo>
                  <a:lnTo>
                    <a:pt x="1264077" y="1343795"/>
                  </a:lnTo>
                  <a:lnTo>
                    <a:pt x="1264067" y="1343795"/>
                  </a:lnTo>
                  <a:lnTo>
                    <a:pt x="1264058" y="1343792"/>
                  </a:lnTo>
                  <a:lnTo>
                    <a:pt x="1264045" y="1343788"/>
                  </a:lnTo>
                  <a:lnTo>
                    <a:pt x="1264037" y="1343786"/>
                  </a:lnTo>
                  <a:lnTo>
                    <a:pt x="1264018" y="1343779"/>
                  </a:lnTo>
                  <a:lnTo>
                    <a:pt x="1264007" y="1343773"/>
                  </a:lnTo>
                  <a:lnTo>
                    <a:pt x="1263993" y="1343763"/>
                  </a:lnTo>
                  <a:lnTo>
                    <a:pt x="1263978" y="1343748"/>
                  </a:lnTo>
                  <a:lnTo>
                    <a:pt x="1263968" y="1343736"/>
                  </a:lnTo>
                  <a:lnTo>
                    <a:pt x="1263958" y="1343723"/>
                  </a:lnTo>
                  <a:lnTo>
                    <a:pt x="1263947" y="1343708"/>
                  </a:lnTo>
                  <a:lnTo>
                    <a:pt x="1263943" y="1343701"/>
                  </a:lnTo>
                  <a:lnTo>
                    <a:pt x="1263943" y="1343694"/>
                  </a:lnTo>
                  <a:lnTo>
                    <a:pt x="1263939" y="1343684"/>
                  </a:lnTo>
                  <a:lnTo>
                    <a:pt x="1263933" y="1343672"/>
                  </a:lnTo>
                  <a:lnTo>
                    <a:pt x="1263924" y="1343663"/>
                  </a:lnTo>
                  <a:lnTo>
                    <a:pt x="1263917" y="1343655"/>
                  </a:lnTo>
                  <a:lnTo>
                    <a:pt x="1263911" y="1343647"/>
                  </a:lnTo>
                  <a:lnTo>
                    <a:pt x="1263910" y="1343640"/>
                  </a:lnTo>
                  <a:lnTo>
                    <a:pt x="1263908" y="1343631"/>
                  </a:lnTo>
                  <a:lnTo>
                    <a:pt x="1263903" y="1343625"/>
                  </a:lnTo>
                  <a:lnTo>
                    <a:pt x="1263898" y="1343622"/>
                  </a:lnTo>
                  <a:lnTo>
                    <a:pt x="1263892" y="1343618"/>
                  </a:lnTo>
                  <a:lnTo>
                    <a:pt x="1263884" y="1343619"/>
                  </a:lnTo>
                  <a:lnTo>
                    <a:pt x="1263876" y="1343622"/>
                  </a:lnTo>
                  <a:lnTo>
                    <a:pt x="1263866" y="1343623"/>
                  </a:lnTo>
                  <a:lnTo>
                    <a:pt x="1263856" y="1343624"/>
                  </a:lnTo>
                  <a:lnTo>
                    <a:pt x="1263846" y="1343627"/>
                  </a:lnTo>
                  <a:lnTo>
                    <a:pt x="1263835" y="1343628"/>
                  </a:lnTo>
                  <a:lnTo>
                    <a:pt x="1263823" y="1343626"/>
                  </a:lnTo>
                  <a:lnTo>
                    <a:pt x="1263809" y="1343625"/>
                  </a:lnTo>
                  <a:lnTo>
                    <a:pt x="1263805" y="1343623"/>
                  </a:lnTo>
                  <a:lnTo>
                    <a:pt x="1263795" y="1343615"/>
                  </a:lnTo>
                  <a:lnTo>
                    <a:pt x="1263776" y="1343599"/>
                  </a:lnTo>
                  <a:lnTo>
                    <a:pt x="1263768" y="1343590"/>
                  </a:lnTo>
                  <a:lnTo>
                    <a:pt x="1263763" y="1343584"/>
                  </a:lnTo>
                  <a:lnTo>
                    <a:pt x="1263760" y="1343575"/>
                  </a:lnTo>
                  <a:lnTo>
                    <a:pt x="1263757" y="1343567"/>
                  </a:lnTo>
                  <a:lnTo>
                    <a:pt x="1263755" y="1343561"/>
                  </a:lnTo>
                  <a:lnTo>
                    <a:pt x="1263752" y="1343550"/>
                  </a:lnTo>
                  <a:lnTo>
                    <a:pt x="1263747" y="1343535"/>
                  </a:lnTo>
                  <a:lnTo>
                    <a:pt x="1263745" y="1343524"/>
                  </a:lnTo>
                  <a:lnTo>
                    <a:pt x="1263741" y="1343516"/>
                  </a:lnTo>
                  <a:lnTo>
                    <a:pt x="1263735" y="1343506"/>
                  </a:lnTo>
                  <a:lnTo>
                    <a:pt x="1263732" y="1343496"/>
                  </a:lnTo>
                  <a:lnTo>
                    <a:pt x="1263729" y="1343483"/>
                  </a:lnTo>
                  <a:lnTo>
                    <a:pt x="1263723" y="1343468"/>
                  </a:lnTo>
                  <a:lnTo>
                    <a:pt x="1263717" y="1343456"/>
                  </a:lnTo>
                  <a:lnTo>
                    <a:pt x="1263710" y="1343446"/>
                  </a:lnTo>
                  <a:lnTo>
                    <a:pt x="1263705" y="1343439"/>
                  </a:lnTo>
                  <a:lnTo>
                    <a:pt x="1263700" y="1343434"/>
                  </a:lnTo>
                  <a:lnTo>
                    <a:pt x="1263692" y="1343427"/>
                  </a:lnTo>
                  <a:lnTo>
                    <a:pt x="1263688" y="1343419"/>
                  </a:lnTo>
                  <a:lnTo>
                    <a:pt x="1263685" y="1343400"/>
                  </a:lnTo>
                  <a:lnTo>
                    <a:pt x="1263685" y="1343395"/>
                  </a:lnTo>
                  <a:lnTo>
                    <a:pt x="1263685" y="1343390"/>
                  </a:lnTo>
                  <a:lnTo>
                    <a:pt x="1263691" y="1343381"/>
                  </a:lnTo>
                  <a:lnTo>
                    <a:pt x="1263697" y="1343377"/>
                  </a:lnTo>
                  <a:lnTo>
                    <a:pt x="1263707" y="1343372"/>
                  </a:lnTo>
                  <a:lnTo>
                    <a:pt x="1263711" y="1343369"/>
                  </a:lnTo>
                  <a:lnTo>
                    <a:pt x="1263715" y="1343364"/>
                  </a:lnTo>
                  <a:lnTo>
                    <a:pt x="1263723" y="1343359"/>
                  </a:lnTo>
                  <a:lnTo>
                    <a:pt x="1263728" y="1343355"/>
                  </a:lnTo>
                  <a:lnTo>
                    <a:pt x="1263733" y="1343351"/>
                  </a:lnTo>
                  <a:lnTo>
                    <a:pt x="1263739" y="1343348"/>
                  </a:lnTo>
                  <a:lnTo>
                    <a:pt x="1263745" y="1343345"/>
                  </a:lnTo>
                  <a:lnTo>
                    <a:pt x="1263755" y="1343341"/>
                  </a:lnTo>
                  <a:lnTo>
                    <a:pt x="1263758" y="1343327"/>
                  </a:lnTo>
                  <a:lnTo>
                    <a:pt x="1263768" y="1343319"/>
                  </a:lnTo>
                  <a:lnTo>
                    <a:pt x="1263782" y="1343307"/>
                  </a:lnTo>
                  <a:lnTo>
                    <a:pt x="1263799" y="1343292"/>
                  </a:lnTo>
                  <a:lnTo>
                    <a:pt x="1263805" y="1343283"/>
                  </a:lnTo>
                  <a:lnTo>
                    <a:pt x="1263811" y="1343291"/>
                  </a:lnTo>
                  <a:lnTo>
                    <a:pt x="1263831" y="1343296"/>
                  </a:lnTo>
                  <a:lnTo>
                    <a:pt x="1263846" y="1343302"/>
                  </a:lnTo>
                  <a:lnTo>
                    <a:pt x="1263851" y="1343302"/>
                  </a:lnTo>
                  <a:lnTo>
                    <a:pt x="1263877" y="1343298"/>
                  </a:lnTo>
                  <a:lnTo>
                    <a:pt x="1263897" y="1343289"/>
                  </a:lnTo>
                  <a:lnTo>
                    <a:pt x="1263907" y="1343279"/>
                  </a:lnTo>
                  <a:lnTo>
                    <a:pt x="1263922" y="1343257"/>
                  </a:lnTo>
                  <a:lnTo>
                    <a:pt x="1263924" y="1343252"/>
                  </a:lnTo>
                  <a:lnTo>
                    <a:pt x="1263929" y="1343241"/>
                  </a:lnTo>
                  <a:lnTo>
                    <a:pt x="1263931" y="1343237"/>
                  </a:lnTo>
                  <a:lnTo>
                    <a:pt x="1263934" y="1343233"/>
                  </a:lnTo>
                  <a:lnTo>
                    <a:pt x="1263938" y="1343227"/>
                  </a:lnTo>
                  <a:lnTo>
                    <a:pt x="1263943" y="1343225"/>
                  </a:lnTo>
                  <a:lnTo>
                    <a:pt x="1263949" y="1343226"/>
                  </a:lnTo>
                  <a:lnTo>
                    <a:pt x="1263957" y="1343232"/>
                  </a:lnTo>
                  <a:lnTo>
                    <a:pt x="1263969" y="1343242"/>
                  </a:lnTo>
                  <a:lnTo>
                    <a:pt x="1263979" y="1343251"/>
                  </a:lnTo>
                  <a:lnTo>
                    <a:pt x="1263991" y="1343262"/>
                  </a:lnTo>
                  <a:lnTo>
                    <a:pt x="1263997" y="1343266"/>
                  </a:lnTo>
                  <a:lnTo>
                    <a:pt x="1264007" y="1343269"/>
                  </a:lnTo>
                  <a:lnTo>
                    <a:pt x="1264017" y="1343269"/>
                  </a:lnTo>
                  <a:lnTo>
                    <a:pt x="1264023" y="1343266"/>
                  </a:lnTo>
                  <a:lnTo>
                    <a:pt x="1264035" y="1343260"/>
                  </a:lnTo>
                  <a:lnTo>
                    <a:pt x="1264043" y="1343258"/>
                  </a:lnTo>
                  <a:lnTo>
                    <a:pt x="1264053" y="1343256"/>
                  </a:lnTo>
                  <a:lnTo>
                    <a:pt x="1264060" y="1343253"/>
                  </a:lnTo>
                  <a:lnTo>
                    <a:pt x="1264068" y="1343249"/>
                  </a:lnTo>
                  <a:lnTo>
                    <a:pt x="1264070" y="1343245"/>
                  </a:lnTo>
                  <a:lnTo>
                    <a:pt x="1264071" y="1343238"/>
                  </a:lnTo>
                  <a:lnTo>
                    <a:pt x="1264073" y="1343217"/>
                  </a:lnTo>
                  <a:lnTo>
                    <a:pt x="1264075" y="1343202"/>
                  </a:lnTo>
                  <a:lnTo>
                    <a:pt x="1264078" y="1343185"/>
                  </a:lnTo>
                  <a:lnTo>
                    <a:pt x="1264079" y="1343170"/>
                  </a:lnTo>
                  <a:lnTo>
                    <a:pt x="1264079" y="1343159"/>
                  </a:lnTo>
                  <a:lnTo>
                    <a:pt x="1264078" y="1343152"/>
                  </a:lnTo>
                  <a:lnTo>
                    <a:pt x="1264076" y="1343144"/>
                  </a:lnTo>
                  <a:lnTo>
                    <a:pt x="1264073" y="1343137"/>
                  </a:lnTo>
                  <a:lnTo>
                    <a:pt x="1264068" y="1343130"/>
                  </a:lnTo>
                  <a:lnTo>
                    <a:pt x="1264064" y="1343123"/>
                  </a:lnTo>
                  <a:lnTo>
                    <a:pt x="1264073" y="1343110"/>
                  </a:lnTo>
                  <a:lnTo>
                    <a:pt x="1264084" y="1343100"/>
                  </a:lnTo>
                  <a:lnTo>
                    <a:pt x="1264095" y="1343092"/>
                  </a:lnTo>
                  <a:lnTo>
                    <a:pt x="1264105" y="1343087"/>
                  </a:lnTo>
                  <a:lnTo>
                    <a:pt x="1264125" y="1343079"/>
                  </a:lnTo>
                  <a:lnTo>
                    <a:pt x="1264134" y="1343073"/>
                  </a:lnTo>
                  <a:lnTo>
                    <a:pt x="1264142" y="1343066"/>
                  </a:lnTo>
                  <a:lnTo>
                    <a:pt x="1264148" y="1343058"/>
                  </a:lnTo>
                  <a:lnTo>
                    <a:pt x="1264158" y="1343047"/>
                  </a:lnTo>
                  <a:lnTo>
                    <a:pt x="1264165" y="1343041"/>
                  </a:lnTo>
                  <a:lnTo>
                    <a:pt x="1264171" y="1343032"/>
                  </a:lnTo>
                  <a:lnTo>
                    <a:pt x="1264181" y="1343016"/>
                  </a:lnTo>
                  <a:lnTo>
                    <a:pt x="1264185" y="1343006"/>
                  </a:lnTo>
                  <a:lnTo>
                    <a:pt x="1264181" y="1342999"/>
                  </a:lnTo>
                  <a:lnTo>
                    <a:pt x="1264178" y="1342993"/>
                  </a:lnTo>
                  <a:lnTo>
                    <a:pt x="1264168" y="1342978"/>
                  </a:lnTo>
                  <a:lnTo>
                    <a:pt x="1264163" y="1342961"/>
                  </a:lnTo>
                  <a:lnTo>
                    <a:pt x="1264160" y="1342953"/>
                  </a:lnTo>
                  <a:lnTo>
                    <a:pt x="1264158" y="1342946"/>
                  </a:lnTo>
                  <a:lnTo>
                    <a:pt x="1264157" y="1342936"/>
                  </a:lnTo>
                  <a:lnTo>
                    <a:pt x="1264157" y="1342919"/>
                  </a:lnTo>
                  <a:lnTo>
                    <a:pt x="1264157" y="1342896"/>
                  </a:lnTo>
                  <a:lnTo>
                    <a:pt x="1264157" y="1342890"/>
                  </a:lnTo>
                  <a:lnTo>
                    <a:pt x="1264160" y="1342883"/>
                  </a:lnTo>
                  <a:lnTo>
                    <a:pt x="1264165" y="1342882"/>
                  </a:lnTo>
                  <a:lnTo>
                    <a:pt x="1264171" y="1342880"/>
                  </a:lnTo>
                  <a:lnTo>
                    <a:pt x="1264175" y="1342879"/>
                  </a:lnTo>
                  <a:lnTo>
                    <a:pt x="1264179" y="1342874"/>
                  </a:lnTo>
                  <a:lnTo>
                    <a:pt x="1264184" y="1342866"/>
                  </a:lnTo>
                  <a:lnTo>
                    <a:pt x="1264190" y="1342855"/>
                  </a:lnTo>
                  <a:lnTo>
                    <a:pt x="1264194" y="1342840"/>
                  </a:lnTo>
                  <a:lnTo>
                    <a:pt x="1264198" y="1342833"/>
                  </a:lnTo>
                  <a:lnTo>
                    <a:pt x="1264202" y="1342828"/>
                  </a:lnTo>
                  <a:lnTo>
                    <a:pt x="1264206" y="1342826"/>
                  </a:lnTo>
                  <a:lnTo>
                    <a:pt x="1264211" y="1342825"/>
                  </a:lnTo>
                  <a:lnTo>
                    <a:pt x="1264216" y="1342826"/>
                  </a:lnTo>
                  <a:lnTo>
                    <a:pt x="1264228" y="1342831"/>
                  </a:lnTo>
                  <a:lnTo>
                    <a:pt x="1264242" y="1342837"/>
                  </a:lnTo>
                  <a:lnTo>
                    <a:pt x="1264248" y="1342838"/>
                  </a:lnTo>
                  <a:lnTo>
                    <a:pt x="1264260" y="1342838"/>
                  </a:lnTo>
                  <a:lnTo>
                    <a:pt x="1264272" y="1342837"/>
                  </a:lnTo>
                  <a:lnTo>
                    <a:pt x="1264288" y="1342834"/>
                  </a:lnTo>
                  <a:lnTo>
                    <a:pt x="1264297" y="1342830"/>
                  </a:lnTo>
                  <a:lnTo>
                    <a:pt x="1264309" y="1342827"/>
                  </a:lnTo>
                  <a:lnTo>
                    <a:pt x="1264318" y="1342824"/>
                  </a:lnTo>
                  <a:lnTo>
                    <a:pt x="1264311" y="1342818"/>
                  </a:lnTo>
                  <a:lnTo>
                    <a:pt x="1264304" y="1342812"/>
                  </a:lnTo>
                  <a:lnTo>
                    <a:pt x="1264290" y="1342800"/>
                  </a:lnTo>
                  <a:lnTo>
                    <a:pt x="1264285" y="1342793"/>
                  </a:lnTo>
                  <a:lnTo>
                    <a:pt x="1264277" y="1342782"/>
                  </a:lnTo>
                  <a:lnTo>
                    <a:pt x="1264270" y="1342773"/>
                  </a:lnTo>
                  <a:lnTo>
                    <a:pt x="1264267" y="1342765"/>
                  </a:lnTo>
                  <a:lnTo>
                    <a:pt x="1264264" y="1342756"/>
                  </a:lnTo>
                  <a:lnTo>
                    <a:pt x="1264263" y="1342747"/>
                  </a:lnTo>
                  <a:lnTo>
                    <a:pt x="1264263" y="1342736"/>
                  </a:lnTo>
                  <a:lnTo>
                    <a:pt x="1264265" y="1342725"/>
                  </a:lnTo>
                  <a:lnTo>
                    <a:pt x="1264267" y="1342709"/>
                  </a:lnTo>
                  <a:lnTo>
                    <a:pt x="1264271" y="1342689"/>
                  </a:lnTo>
                  <a:lnTo>
                    <a:pt x="1264275" y="1342675"/>
                  </a:lnTo>
                  <a:lnTo>
                    <a:pt x="1264278" y="1342664"/>
                  </a:lnTo>
                  <a:lnTo>
                    <a:pt x="1264276" y="1342652"/>
                  </a:lnTo>
                  <a:lnTo>
                    <a:pt x="1264271" y="1342636"/>
                  </a:lnTo>
                  <a:lnTo>
                    <a:pt x="1264264" y="1342618"/>
                  </a:lnTo>
                  <a:lnTo>
                    <a:pt x="1264259" y="1342604"/>
                  </a:lnTo>
                  <a:lnTo>
                    <a:pt x="1264250" y="1342589"/>
                  </a:lnTo>
                  <a:lnTo>
                    <a:pt x="1264243" y="1342576"/>
                  </a:lnTo>
                  <a:lnTo>
                    <a:pt x="1264234" y="1342562"/>
                  </a:lnTo>
                  <a:lnTo>
                    <a:pt x="1264227" y="1342549"/>
                  </a:lnTo>
                  <a:lnTo>
                    <a:pt x="1264221" y="1342529"/>
                  </a:lnTo>
                  <a:lnTo>
                    <a:pt x="1264219" y="1342516"/>
                  </a:lnTo>
                  <a:lnTo>
                    <a:pt x="1264213" y="1342497"/>
                  </a:lnTo>
                  <a:lnTo>
                    <a:pt x="1264207" y="1342479"/>
                  </a:lnTo>
                  <a:lnTo>
                    <a:pt x="1264203" y="1342466"/>
                  </a:lnTo>
                  <a:lnTo>
                    <a:pt x="1264203" y="1342456"/>
                  </a:lnTo>
                  <a:lnTo>
                    <a:pt x="1264202" y="1342449"/>
                  </a:lnTo>
                  <a:lnTo>
                    <a:pt x="1264196" y="1342440"/>
                  </a:lnTo>
                  <a:lnTo>
                    <a:pt x="1264192" y="1342433"/>
                  </a:lnTo>
                  <a:lnTo>
                    <a:pt x="1264189" y="1342429"/>
                  </a:lnTo>
                  <a:lnTo>
                    <a:pt x="1264179" y="1342416"/>
                  </a:lnTo>
                  <a:lnTo>
                    <a:pt x="1264171" y="1342405"/>
                  </a:lnTo>
                  <a:lnTo>
                    <a:pt x="1264163" y="1342395"/>
                  </a:lnTo>
                  <a:lnTo>
                    <a:pt x="1264155" y="1342386"/>
                  </a:lnTo>
                  <a:lnTo>
                    <a:pt x="1264151" y="1342378"/>
                  </a:lnTo>
                  <a:lnTo>
                    <a:pt x="1264148" y="1342371"/>
                  </a:lnTo>
                  <a:lnTo>
                    <a:pt x="1264144" y="1342362"/>
                  </a:lnTo>
                  <a:lnTo>
                    <a:pt x="1264136" y="1342353"/>
                  </a:lnTo>
                  <a:lnTo>
                    <a:pt x="1264131" y="1342343"/>
                  </a:lnTo>
                  <a:lnTo>
                    <a:pt x="1264130" y="1342336"/>
                  </a:lnTo>
                  <a:lnTo>
                    <a:pt x="1264126" y="1342323"/>
                  </a:lnTo>
                  <a:lnTo>
                    <a:pt x="1264120" y="1342305"/>
                  </a:lnTo>
                  <a:lnTo>
                    <a:pt x="1264111" y="1342291"/>
                  </a:lnTo>
                  <a:lnTo>
                    <a:pt x="1264106" y="1342287"/>
                  </a:lnTo>
                  <a:lnTo>
                    <a:pt x="1264099" y="1342278"/>
                  </a:lnTo>
                  <a:lnTo>
                    <a:pt x="1264088" y="1342264"/>
                  </a:lnTo>
                  <a:lnTo>
                    <a:pt x="1264077" y="1342252"/>
                  </a:lnTo>
                  <a:lnTo>
                    <a:pt x="1264063" y="1342235"/>
                  </a:lnTo>
                  <a:lnTo>
                    <a:pt x="1264052" y="1342225"/>
                  </a:lnTo>
                  <a:lnTo>
                    <a:pt x="1264046" y="1342221"/>
                  </a:lnTo>
                  <a:lnTo>
                    <a:pt x="1264034" y="1342211"/>
                  </a:lnTo>
                  <a:lnTo>
                    <a:pt x="1264024" y="1342199"/>
                  </a:lnTo>
                  <a:lnTo>
                    <a:pt x="1264006" y="1342184"/>
                  </a:lnTo>
                  <a:lnTo>
                    <a:pt x="1263993" y="1342175"/>
                  </a:lnTo>
                  <a:lnTo>
                    <a:pt x="1263977" y="1342164"/>
                  </a:lnTo>
                  <a:lnTo>
                    <a:pt x="1263960" y="1342149"/>
                  </a:lnTo>
                  <a:lnTo>
                    <a:pt x="1263953" y="1342142"/>
                  </a:lnTo>
                  <a:lnTo>
                    <a:pt x="1263943" y="1342140"/>
                  </a:lnTo>
                  <a:lnTo>
                    <a:pt x="1263935" y="1342137"/>
                  </a:lnTo>
                  <a:lnTo>
                    <a:pt x="1263931" y="1342136"/>
                  </a:lnTo>
                  <a:lnTo>
                    <a:pt x="1263925" y="1342137"/>
                  </a:lnTo>
                  <a:lnTo>
                    <a:pt x="1263913" y="1342142"/>
                  </a:lnTo>
                  <a:lnTo>
                    <a:pt x="1263899" y="1342146"/>
                  </a:lnTo>
                  <a:lnTo>
                    <a:pt x="1263883" y="1342149"/>
                  </a:lnTo>
                  <a:lnTo>
                    <a:pt x="1263870" y="1342152"/>
                  </a:lnTo>
                  <a:lnTo>
                    <a:pt x="1263849" y="1342154"/>
                  </a:lnTo>
                  <a:lnTo>
                    <a:pt x="1263832" y="1342155"/>
                  </a:lnTo>
                  <a:lnTo>
                    <a:pt x="1263819" y="1342152"/>
                  </a:lnTo>
                  <a:lnTo>
                    <a:pt x="1263811" y="1342149"/>
                  </a:lnTo>
                  <a:lnTo>
                    <a:pt x="1263802" y="1342145"/>
                  </a:lnTo>
                  <a:lnTo>
                    <a:pt x="1263798" y="1342136"/>
                  </a:lnTo>
                  <a:lnTo>
                    <a:pt x="1263794" y="1342128"/>
                  </a:lnTo>
                  <a:lnTo>
                    <a:pt x="1263788" y="1342115"/>
                  </a:lnTo>
                  <a:lnTo>
                    <a:pt x="1263764" y="1342087"/>
                  </a:lnTo>
                  <a:lnTo>
                    <a:pt x="1263758" y="1342078"/>
                  </a:lnTo>
                  <a:lnTo>
                    <a:pt x="1263760" y="1342063"/>
                  </a:lnTo>
                  <a:lnTo>
                    <a:pt x="1263766" y="1342047"/>
                  </a:lnTo>
                  <a:lnTo>
                    <a:pt x="1263760" y="1342041"/>
                  </a:lnTo>
                  <a:lnTo>
                    <a:pt x="1263755" y="1342034"/>
                  </a:lnTo>
                  <a:lnTo>
                    <a:pt x="1263742" y="1342019"/>
                  </a:lnTo>
                  <a:lnTo>
                    <a:pt x="1263735" y="1342009"/>
                  </a:lnTo>
                  <a:lnTo>
                    <a:pt x="1263725" y="1342000"/>
                  </a:lnTo>
                  <a:lnTo>
                    <a:pt x="1263704" y="1341985"/>
                  </a:lnTo>
                  <a:lnTo>
                    <a:pt x="1263683" y="1341976"/>
                  </a:lnTo>
                  <a:lnTo>
                    <a:pt x="1263665" y="1341967"/>
                  </a:lnTo>
                  <a:lnTo>
                    <a:pt x="1263658" y="1341956"/>
                  </a:lnTo>
                  <a:lnTo>
                    <a:pt x="1263658" y="1341938"/>
                  </a:lnTo>
                  <a:lnTo>
                    <a:pt x="1263655" y="1341917"/>
                  </a:lnTo>
                  <a:lnTo>
                    <a:pt x="1263656" y="1341899"/>
                  </a:lnTo>
                  <a:lnTo>
                    <a:pt x="1263654" y="1341883"/>
                  </a:lnTo>
                  <a:lnTo>
                    <a:pt x="1263640" y="1341864"/>
                  </a:lnTo>
                  <a:lnTo>
                    <a:pt x="1263636" y="1341848"/>
                  </a:lnTo>
                  <a:lnTo>
                    <a:pt x="1263625" y="1341828"/>
                  </a:lnTo>
                  <a:lnTo>
                    <a:pt x="1263624" y="1341817"/>
                  </a:lnTo>
                  <a:lnTo>
                    <a:pt x="1263619" y="1341793"/>
                  </a:lnTo>
                  <a:lnTo>
                    <a:pt x="1263621" y="1341764"/>
                  </a:lnTo>
                  <a:lnTo>
                    <a:pt x="1263612" y="1341757"/>
                  </a:lnTo>
                  <a:lnTo>
                    <a:pt x="1263586" y="1341724"/>
                  </a:lnTo>
                  <a:lnTo>
                    <a:pt x="1263577" y="1341715"/>
                  </a:lnTo>
                  <a:lnTo>
                    <a:pt x="1263564" y="1341701"/>
                  </a:lnTo>
                  <a:lnTo>
                    <a:pt x="1263563" y="1341695"/>
                  </a:lnTo>
                  <a:lnTo>
                    <a:pt x="1263564" y="1341690"/>
                  </a:lnTo>
                  <a:lnTo>
                    <a:pt x="1263583" y="1341668"/>
                  </a:lnTo>
                  <a:lnTo>
                    <a:pt x="1263590" y="1341654"/>
                  </a:lnTo>
                  <a:lnTo>
                    <a:pt x="1263592" y="1341647"/>
                  </a:lnTo>
                  <a:lnTo>
                    <a:pt x="1263595" y="1341642"/>
                  </a:lnTo>
                  <a:lnTo>
                    <a:pt x="1263598" y="1341635"/>
                  </a:lnTo>
                  <a:lnTo>
                    <a:pt x="1263600" y="1341629"/>
                  </a:lnTo>
                  <a:lnTo>
                    <a:pt x="1263601" y="1341622"/>
                  </a:lnTo>
                  <a:lnTo>
                    <a:pt x="1263600" y="1341614"/>
                  </a:lnTo>
                  <a:lnTo>
                    <a:pt x="1263598" y="1341603"/>
                  </a:lnTo>
                  <a:lnTo>
                    <a:pt x="1263595" y="1341593"/>
                  </a:lnTo>
                  <a:lnTo>
                    <a:pt x="1263591" y="1341587"/>
                  </a:lnTo>
                  <a:lnTo>
                    <a:pt x="1263584" y="1341579"/>
                  </a:lnTo>
                  <a:lnTo>
                    <a:pt x="1263579" y="1341576"/>
                  </a:lnTo>
                  <a:lnTo>
                    <a:pt x="1263571" y="1341576"/>
                  </a:lnTo>
                  <a:lnTo>
                    <a:pt x="1263559" y="1341576"/>
                  </a:lnTo>
                  <a:lnTo>
                    <a:pt x="1263543" y="1341576"/>
                  </a:lnTo>
                  <a:lnTo>
                    <a:pt x="1263538" y="1341578"/>
                  </a:lnTo>
                  <a:lnTo>
                    <a:pt x="1263527" y="1341583"/>
                  </a:lnTo>
                  <a:lnTo>
                    <a:pt x="1263515" y="1341585"/>
                  </a:lnTo>
                  <a:lnTo>
                    <a:pt x="1263506" y="1341588"/>
                  </a:lnTo>
                  <a:lnTo>
                    <a:pt x="1263499" y="1341589"/>
                  </a:lnTo>
                  <a:lnTo>
                    <a:pt x="1263493" y="1341592"/>
                  </a:lnTo>
                  <a:lnTo>
                    <a:pt x="1263488" y="1341594"/>
                  </a:lnTo>
                  <a:lnTo>
                    <a:pt x="1263481" y="1341594"/>
                  </a:lnTo>
                  <a:lnTo>
                    <a:pt x="1263474" y="1341593"/>
                  </a:lnTo>
                  <a:lnTo>
                    <a:pt x="1263466" y="1341591"/>
                  </a:lnTo>
                  <a:lnTo>
                    <a:pt x="1263459" y="1341589"/>
                  </a:lnTo>
                  <a:lnTo>
                    <a:pt x="1263452" y="1341587"/>
                  </a:lnTo>
                  <a:lnTo>
                    <a:pt x="1263441" y="1341583"/>
                  </a:lnTo>
                  <a:lnTo>
                    <a:pt x="1263431" y="1341579"/>
                  </a:lnTo>
                  <a:lnTo>
                    <a:pt x="1263421" y="1341576"/>
                  </a:lnTo>
                  <a:lnTo>
                    <a:pt x="1263414" y="1341576"/>
                  </a:lnTo>
                  <a:lnTo>
                    <a:pt x="1263405" y="1341578"/>
                  </a:lnTo>
                  <a:lnTo>
                    <a:pt x="1263399" y="1341579"/>
                  </a:lnTo>
                  <a:lnTo>
                    <a:pt x="1263393" y="1341577"/>
                  </a:lnTo>
                  <a:lnTo>
                    <a:pt x="1263388" y="1341573"/>
                  </a:lnTo>
                  <a:lnTo>
                    <a:pt x="1263379" y="1341560"/>
                  </a:lnTo>
                  <a:lnTo>
                    <a:pt x="1263372" y="1341549"/>
                  </a:lnTo>
                  <a:lnTo>
                    <a:pt x="1263367" y="1341537"/>
                  </a:lnTo>
                  <a:lnTo>
                    <a:pt x="1263363" y="1341527"/>
                  </a:lnTo>
                  <a:lnTo>
                    <a:pt x="1263361" y="1341519"/>
                  </a:lnTo>
                  <a:lnTo>
                    <a:pt x="1263361" y="1341495"/>
                  </a:lnTo>
                  <a:lnTo>
                    <a:pt x="1263361" y="1341477"/>
                  </a:lnTo>
                  <a:lnTo>
                    <a:pt x="1263358" y="1341464"/>
                  </a:lnTo>
                  <a:lnTo>
                    <a:pt x="1263356" y="1341451"/>
                  </a:lnTo>
                  <a:lnTo>
                    <a:pt x="1263355" y="1341443"/>
                  </a:lnTo>
                  <a:lnTo>
                    <a:pt x="1263355" y="1341435"/>
                  </a:lnTo>
                  <a:lnTo>
                    <a:pt x="1263359" y="1341430"/>
                  </a:lnTo>
                  <a:lnTo>
                    <a:pt x="1263367" y="1341423"/>
                  </a:lnTo>
                  <a:lnTo>
                    <a:pt x="1263373" y="1341417"/>
                  </a:lnTo>
                  <a:lnTo>
                    <a:pt x="1263379" y="1341409"/>
                  </a:lnTo>
                  <a:lnTo>
                    <a:pt x="1263382" y="1341401"/>
                  </a:lnTo>
                  <a:lnTo>
                    <a:pt x="1263384" y="1341393"/>
                  </a:lnTo>
                  <a:lnTo>
                    <a:pt x="1263388" y="1341382"/>
                  </a:lnTo>
                  <a:lnTo>
                    <a:pt x="1263393" y="1341371"/>
                  </a:lnTo>
                  <a:lnTo>
                    <a:pt x="1263398" y="1341364"/>
                  </a:lnTo>
                  <a:lnTo>
                    <a:pt x="1263404" y="1341358"/>
                  </a:lnTo>
                  <a:lnTo>
                    <a:pt x="1263411" y="1341352"/>
                  </a:lnTo>
                  <a:lnTo>
                    <a:pt x="1263414" y="1341340"/>
                  </a:lnTo>
                  <a:lnTo>
                    <a:pt x="1263414" y="1341335"/>
                  </a:lnTo>
                  <a:lnTo>
                    <a:pt x="1263412" y="1341328"/>
                  </a:lnTo>
                  <a:lnTo>
                    <a:pt x="1263409" y="1341320"/>
                  </a:lnTo>
                  <a:lnTo>
                    <a:pt x="1263405" y="1341315"/>
                  </a:lnTo>
                  <a:lnTo>
                    <a:pt x="1263399" y="1341308"/>
                  </a:lnTo>
                  <a:lnTo>
                    <a:pt x="1263385" y="1341294"/>
                  </a:lnTo>
                  <a:lnTo>
                    <a:pt x="1263381" y="1341293"/>
                  </a:lnTo>
                  <a:lnTo>
                    <a:pt x="1263370" y="1341293"/>
                  </a:lnTo>
                  <a:lnTo>
                    <a:pt x="1263362" y="1341294"/>
                  </a:lnTo>
                  <a:lnTo>
                    <a:pt x="1263350" y="1341292"/>
                  </a:lnTo>
                  <a:lnTo>
                    <a:pt x="1263338" y="1341285"/>
                  </a:lnTo>
                  <a:lnTo>
                    <a:pt x="1263323" y="1341272"/>
                  </a:lnTo>
                  <a:lnTo>
                    <a:pt x="1263312" y="1341261"/>
                  </a:lnTo>
                  <a:lnTo>
                    <a:pt x="1263303" y="1341253"/>
                  </a:lnTo>
                  <a:lnTo>
                    <a:pt x="1263293" y="1341246"/>
                  </a:lnTo>
                  <a:lnTo>
                    <a:pt x="1263288" y="1341242"/>
                  </a:lnTo>
                  <a:lnTo>
                    <a:pt x="1263282" y="1341240"/>
                  </a:lnTo>
                  <a:lnTo>
                    <a:pt x="1263273" y="1341238"/>
                  </a:lnTo>
                  <a:lnTo>
                    <a:pt x="1263261" y="1341237"/>
                  </a:lnTo>
                  <a:lnTo>
                    <a:pt x="1263244" y="1341237"/>
                  </a:lnTo>
                  <a:lnTo>
                    <a:pt x="1263226" y="1341236"/>
                  </a:lnTo>
                  <a:lnTo>
                    <a:pt x="1263219" y="1341235"/>
                  </a:lnTo>
                  <a:lnTo>
                    <a:pt x="1263214" y="1341235"/>
                  </a:lnTo>
                  <a:lnTo>
                    <a:pt x="1263209" y="1341237"/>
                  </a:lnTo>
                  <a:lnTo>
                    <a:pt x="1263203" y="1341239"/>
                  </a:lnTo>
                  <a:lnTo>
                    <a:pt x="1263191" y="1341240"/>
                  </a:lnTo>
                  <a:lnTo>
                    <a:pt x="1263178" y="1341241"/>
                  </a:lnTo>
                  <a:lnTo>
                    <a:pt x="1263162" y="1341238"/>
                  </a:lnTo>
                  <a:lnTo>
                    <a:pt x="1263151" y="1341237"/>
                  </a:lnTo>
                  <a:lnTo>
                    <a:pt x="1263132" y="1341237"/>
                  </a:lnTo>
                  <a:lnTo>
                    <a:pt x="1263123" y="1341237"/>
                  </a:lnTo>
                  <a:lnTo>
                    <a:pt x="1263112" y="1341233"/>
                  </a:lnTo>
                  <a:lnTo>
                    <a:pt x="1263104" y="1341229"/>
                  </a:lnTo>
                  <a:lnTo>
                    <a:pt x="1263101" y="1341223"/>
                  </a:lnTo>
                  <a:lnTo>
                    <a:pt x="1263095" y="1341207"/>
                  </a:lnTo>
                  <a:lnTo>
                    <a:pt x="1263092" y="1341196"/>
                  </a:lnTo>
                  <a:lnTo>
                    <a:pt x="1263088" y="1341190"/>
                  </a:lnTo>
                  <a:lnTo>
                    <a:pt x="1263086" y="1341180"/>
                  </a:lnTo>
                  <a:lnTo>
                    <a:pt x="1263088" y="1341175"/>
                  </a:lnTo>
                  <a:lnTo>
                    <a:pt x="1263097" y="1341166"/>
                  </a:lnTo>
                  <a:lnTo>
                    <a:pt x="1263111" y="1341153"/>
                  </a:lnTo>
                  <a:lnTo>
                    <a:pt x="1263120" y="1341141"/>
                  </a:lnTo>
                  <a:lnTo>
                    <a:pt x="1263129" y="1341127"/>
                  </a:lnTo>
                  <a:lnTo>
                    <a:pt x="1263133" y="1341117"/>
                  </a:lnTo>
                  <a:lnTo>
                    <a:pt x="1263141" y="1341101"/>
                  </a:lnTo>
                  <a:lnTo>
                    <a:pt x="1263147" y="1341089"/>
                  </a:lnTo>
                  <a:lnTo>
                    <a:pt x="1263160" y="1341070"/>
                  </a:lnTo>
                  <a:lnTo>
                    <a:pt x="1263164" y="1341065"/>
                  </a:lnTo>
                  <a:lnTo>
                    <a:pt x="1263167" y="1341061"/>
                  </a:lnTo>
                  <a:lnTo>
                    <a:pt x="1263174" y="1341047"/>
                  </a:lnTo>
                  <a:lnTo>
                    <a:pt x="1263179" y="1341040"/>
                  </a:lnTo>
                  <a:lnTo>
                    <a:pt x="1263186" y="1341030"/>
                  </a:lnTo>
                  <a:lnTo>
                    <a:pt x="1263192" y="1341021"/>
                  </a:lnTo>
                  <a:lnTo>
                    <a:pt x="1263196" y="1341014"/>
                  </a:lnTo>
                  <a:lnTo>
                    <a:pt x="1263198" y="1341008"/>
                  </a:lnTo>
                  <a:lnTo>
                    <a:pt x="1263198" y="1341000"/>
                  </a:lnTo>
                  <a:lnTo>
                    <a:pt x="1263195" y="1340990"/>
                  </a:lnTo>
                  <a:lnTo>
                    <a:pt x="1263192" y="1340979"/>
                  </a:lnTo>
                  <a:lnTo>
                    <a:pt x="1263188" y="1340966"/>
                  </a:lnTo>
                  <a:lnTo>
                    <a:pt x="1263183" y="1340955"/>
                  </a:lnTo>
                  <a:lnTo>
                    <a:pt x="1263179" y="1340948"/>
                  </a:lnTo>
                  <a:lnTo>
                    <a:pt x="1263173" y="1340939"/>
                  </a:lnTo>
                  <a:lnTo>
                    <a:pt x="1263167" y="1340934"/>
                  </a:lnTo>
                  <a:lnTo>
                    <a:pt x="1263163" y="1340929"/>
                  </a:lnTo>
                  <a:lnTo>
                    <a:pt x="1263162" y="1340922"/>
                  </a:lnTo>
                  <a:lnTo>
                    <a:pt x="1263163" y="1340917"/>
                  </a:lnTo>
                  <a:lnTo>
                    <a:pt x="1263166" y="1340910"/>
                  </a:lnTo>
                  <a:lnTo>
                    <a:pt x="1263171" y="1340900"/>
                  </a:lnTo>
                  <a:lnTo>
                    <a:pt x="1263177" y="1340892"/>
                  </a:lnTo>
                  <a:lnTo>
                    <a:pt x="1263183" y="1340888"/>
                  </a:lnTo>
                  <a:lnTo>
                    <a:pt x="1263192" y="1340880"/>
                  </a:lnTo>
                  <a:lnTo>
                    <a:pt x="1263202" y="1340871"/>
                  </a:lnTo>
                  <a:lnTo>
                    <a:pt x="1263213" y="1340866"/>
                  </a:lnTo>
                  <a:lnTo>
                    <a:pt x="1263226" y="1340861"/>
                  </a:lnTo>
                  <a:lnTo>
                    <a:pt x="1263237" y="1340858"/>
                  </a:lnTo>
                  <a:lnTo>
                    <a:pt x="1263241" y="1340854"/>
                  </a:lnTo>
                  <a:lnTo>
                    <a:pt x="1263239" y="1340847"/>
                  </a:lnTo>
                  <a:lnTo>
                    <a:pt x="1263233" y="1340841"/>
                  </a:lnTo>
                  <a:lnTo>
                    <a:pt x="1263222" y="1340828"/>
                  </a:lnTo>
                  <a:lnTo>
                    <a:pt x="1263213" y="1340817"/>
                  </a:lnTo>
                  <a:lnTo>
                    <a:pt x="1263197" y="1340794"/>
                  </a:lnTo>
                  <a:lnTo>
                    <a:pt x="1263189" y="1340782"/>
                  </a:lnTo>
                  <a:lnTo>
                    <a:pt x="1263183" y="1340772"/>
                  </a:lnTo>
                  <a:lnTo>
                    <a:pt x="1263180" y="1340757"/>
                  </a:lnTo>
                  <a:lnTo>
                    <a:pt x="1263176" y="1340733"/>
                  </a:lnTo>
                  <a:lnTo>
                    <a:pt x="1263167" y="1340729"/>
                  </a:lnTo>
                  <a:lnTo>
                    <a:pt x="1263151" y="1340727"/>
                  </a:lnTo>
                  <a:lnTo>
                    <a:pt x="1263125" y="1340722"/>
                  </a:lnTo>
                  <a:lnTo>
                    <a:pt x="1263120" y="1340718"/>
                  </a:lnTo>
                  <a:lnTo>
                    <a:pt x="1263109" y="1340711"/>
                  </a:lnTo>
                  <a:lnTo>
                    <a:pt x="1263097" y="1340701"/>
                  </a:lnTo>
                  <a:lnTo>
                    <a:pt x="1263089" y="1340696"/>
                  </a:lnTo>
                  <a:lnTo>
                    <a:pt x="1263078" y="1340690"/>
                  </a:lnTo>
                  <a:lnTo>
                    <a:pt x="1263065" y="1340685"/>
                  </a:lnTo>
                  <a:lnTo>
                    <a:pt x="1263051" y="1340682"/>
                  </a:lnTo>
                  <a:lnTo>
                    <a:pt x="1263038" y="1340679"/>
                  </a:lnTo>
                  <a:lnTo>
                    <a:pt x="1263031" y="1340674"/>
                  </a:lnTo>
                  <a:lnTo>
                    <a:pt x="1263028" y="1340672"/>
                  </a:lnTo>
                  <a:lnTo>
                    <a:pt x="1263024" y="1340664"/>
                  </a:lnTo>
                  <a:lnTo>
                    <a:pt x="1263019" y="1340656"/>
                  </a:lnTo>
                  <a:lnTo>
                    <a:pt x="1263013" y="1340650"/>
                  </a:lnTo>
                  <a:lnTo>
                    <a:pt x="1263002" y="1340645"/>
                  </a:lnTo>
                  <a:lnTo>
                    <a:pt x="1262993" y="1340641"/>
                  </a:lnTo>
                  <a:lnTo>
                    <a:pt x="1262986" y="1340636"/>
                  </a:lnTo>
                  <a:lnTo>
                    <a:pt x="1262980" y="1340629"/>
                  </a:lnTo>
                  <a:lnTo>
                    <a:pt x="1262970" y="1340615"/>
                  </a:lnTo>
                  <a:lnTo>
                    <a:pt x="1262961" y="1340607"/>
                  </a:lnTo>
                  <a:lnTo>
                    <a:pt x="1262956" y="1340604"/>
                  </a:lnTo>
                  <a:lnTo>
                    <a:pt x="1262950" y="1340601"/>
                  </a:lnTo>
                  <a:lnTo>
                    <a:pt x="1262939" y="1340596"/>
                  </a:lnTo>
                  <a:lnTo>
                    <a:pt x="1262926" y="1340590"/>
                  </a:lnTo>
                  <a:lnTo>
                    <a:pt x="1262919" y="1340585"/>
                  </a:lnTo>
                  <a:lnTo>
                    <a:pt x="1262915" y="1340582"/>
                  </a:lnTo>
                  <a:lnTo>
                    <a:pt x="1262911" y="1340581"/>
                  </a:lnTo>
                  <a:lnTo>
                    <a:pt x="1262906" y="1340581"/>
                  </a:lnTo>
                  <a:lnTo>
                    <a:pt x="1262897" y="1340582"/>
                  </a:lnTo>
                  <a:lnTo>
                    <a:pt x="1262879" y="1340585"/>
                  </a:lnTo>
                  <a:lnTo>
                    <a:pt x="1262861" y="1340588"/>
                  </a:lnTo>
                  <a:lnTo>
                    <a:pt x="1262841" y="1340588"/>
                  </a:lnTo>
                  <a:lnTo>
                    <a:pt x="1262826" y="1340589"/>
                  </a:lnTo>
                  <a:lnTo>
                    <a:pt x="1262814" y="1340590"/>
                  </a:lnTo>
                  <a:lnTo>
                    <a:pt x="1262807" y="1340589"/>
                  </a:lnTo>
                  <a:lnTo>
                    <a:pt x="1262801" y="1340586"/>
                  </a:lnTo>
                  <a:lnTo>
                    <a:pt x="1262791" y="1340579"/>
                  </a:lnTo>
                  <a:lnTo>
                    <a:pt x="1262781" y="1340573"/>
                  </a:lnTo>
                  <a:lnTo>
                    <a:pt x="1262776" y="1340573"/>
                  </a:lnTo>
                  <a:lnTo>
                    <a:pt x="1262765" y="1340574"/>
                  </a:lnTo>
                  <a:lnTo>
                    <a:pt x="1262756" y="1340573"/>
                  </a:lnTo>
                  <a:lnTo>
                    <a:pt x="1262748" y="1340572"/>
                  </a:lnTo>
                  <a:lnTo>
                    <a:pt x="1262740" y="1340569"/>
                  </a:lnTo>
                  <a:lnTo>
                    <a:pt x="1262728" y="1340561"/>
                  </a:lnTo>
                  <a:lnTo>
                    <a:pt x="1262715" y="1340549"/>
                  </a:lnTo>
                  <a:lnTo>
                    <a:pt x="1262706" y="1340541"/>
                  </a:lnTo>
                  <a:lnTo>
                    <a:pt x="1262703" y="1340534"/>
                  </a:lnTo>
                  <a:lnTo>
                    <a:pt x="1262701" y="1340525"/>
                  </a:lnTo>
                  <a:lnTo>
                    <a:pt x="1262701" y="1340516"/>
                  </a:lnTo>
                  <a:lnTo>
                    <a:pt x="1262702" y="1340508"/>
                  </a:lnTo>
                  <a:lnTo>
                    <a:pt x="1262703" y="1340500"/>
                  </a:lnTo>
                  <a:lnTo>
                    <a:pt x="1262704" y="1340490"/>
                  </a:lnTo>
                  <a:lnTo>
                    <a:pt x="1262703" y="1340483"/>
                  </a:lnTo>
                  <a:lnTo>
                    <a:pt x="1262700" y="1340474"/>
                  </a:lnTo>
                  <a:lnTo>
                    <a:pt x="1262698" y="1340462"/>
                  </a:lnTo>
                  <a:lnTo>
                    <a:pt x="1262697" y="1340445"/>
                  </a:lnTo>
                  <a:lnTo>
                    <a:pt x="1262698" y="1340437"/>
                  </a:lnTo>
                  <a:lnTo>
                    <a:pt x="1262699" y="1340428"/>
                  </a:lnTo>
                  <a:lnTo>
                    <a:pt x="1262702" y="1340420"/>
                  </a:lnTo>
                  <a:lnTo>
                    <a:pt x="1262705" y="1340413"/>
                  </a:lnTo>
                  <a:lnTo>
                    <a:pt x="1262708" y="1340403"/>
                  </a:lnTo>
                  <a:lnTo>
                    <a:pt x="1262710" y="1340388"/>
                  </a:lnTo>
                  <a:lnTo>
                    <a:pt x="1262712" y="1340373"/>
                  </a:lnTo>
                  <a:lnTo>
                    <a:pt x="1262712" y="1340363"/>
                  </a:lnTo>
                  <a:lnTo>
                    <a:pt x="1262713" y="1340356"/>
                  </a:lnTo>
                  <a:lnTo>
                    <a:pt x="1262718" y="1340348"/>
                  </a:lnTo>
                  <a:lnTo>
                    <a:pt x="1262721" y="1340343"/>
                  </a:lnTo>
                  <a:lnTo>
                    <a:pt x="1262725" y="1340335"/>
                  </a:lnTo>
                  <a:lnTo>
                    <a:pt x="1262734" y="1340330"/>
                  </a:lnTo>
                  <a:lnTo>
                    <a:pt x="1262734" y="1340321"/>
                  </a:lnTo>
                  <a:lnTo>
                    <a:pt x="1262731" y="1340309"/>
                  </a:lnTo>
                  <a:lnTo>
                    <a:pt x="1262729" y="1340300"/>
                  </a:lnTo>
                  <a:lnTo>
                    <a:pt x="1262726" y="1340290"/>
                  </a:lnTo>
                  <a:lnTo>
                    <a:pt x="1262722" y="1340284"/>
                  </a:lnTo>
                  <a:lnTo>
                    <a:pt x="1262713" y="1340278"/>
                  </a:lnTo>
                  <a:lnTo>
                    <a:pt x="1262702" y="1340273"/>
                  </a:lnTo>
                  <a:lnTo>
                    <a:pt x="1262692" y="1340269"/>
                  </a:lnTo>
                  <a:lnTo>
                    <a:pt x="1262686" y="1340263"/>
                  </a:lnTo>
                  <a:lnTo>
                    <a:pt x="1262680" y="1340260"/>
                  </a:lnTo>
                  <a:lnTo>
                    <a:pt x="1262675" y="1340258"/>
                  </a:lnTo>
                  <a:lnTo>
                    <a:pt x="1262667" y="1340255"/>
                  </a:lnTo>
                  <a:lnTo>
                    <a:pt x="1262659" y="1340252"/>
                  </a:lnTo>
                  <a:lnTo>
                    <a:pt x="1262647" y="1340249"/>
                  </a:lnTo>
                  <a:lnTo>
                    <a:pt x="1262639" y="1340250"/>
                  </a:lnTo>
                  <a:lnTo>
                    <a:pt x="1262632" y="1340253"/>
                  </a:lnTo>
                  <a:lnTo>
                    <a:pt x="1262623" y="1340257"/>
                  </a:lnTo>
                  <a:lnTo>
                    <a:pt x="1262619" y="1340262"/>
                  </a:lnTo>
                  <a:lnTo>
                    <a:pt x="1262614" y="1340273"/>
                  </a:lnTo>
                  <a:lnTo>
                    <a:pt x="1262611" y="1340282"/>
                  </a:lnTo>
                  <a:lnTo>
                    <a:pt x="1262604" y="1340294"/>
                  </a:lnTo>
                  <a:lnTo>
                    <a:pt x="1262600" y="1340302"/>
                  </a:lnTo>
                  <a:lnTo>
                    <a:pt x="1262593" y="1340307"/>
                  </a:lnTo>
                  <a:lnTo>
                    <a:pt x="1262589" y="1340310"/>
                  </a:lnTo>
                  <a:lnTo>
                    <a:pt x="1262548" y="1340303"/>
                  </a:lnTo>
                  <a:lnTo>
                    <a:pt x="1262494" y="1340271"/>
                  </a:lnTo>
                  <a:lnTo>
                    <a:pt x="1262490" y="1340267"/>
                  </a:lnTo>
                  <a:lnTo>
                    <a:pt x="1262485" y="1340261"/>
                  </a:lnTo>
                  <a:lnTo>
                    <a:pt x="1262479" y="1340254"/>
                  </a:lnTo>
                  <a:lnTo>
                    <a:pt x="1262467" y="1340224"/>
                  </a:lnTo>
                  <a:lnTo>
                    <a:pt x="1262462" y="1340207"/>
                  </a:lnTo>
                  <a:lnTo>
                    <a:pt x="1262458" y="1340194"/>
                  </a:lnTo>
                  <a:lnTo>
                    <a:pt x="1262456" y="1340181"/>
                  </a:lnTo>
                  <a:lnTo>
                    <a:pt x="1262455" y="1340176"/>
                  </a:lnTo>
                  <a:lnTo>
                    <a:pt x="1262452" y="1340161"/>
                  </a:lnTo>
                  <a:lnTo>
                    <a:pt x="1262451" y="1340142"/>
                  </a:lnTo>
                  <a:lnTo>
                    <a:pt x="1262451" y="1340116"/>
                  </a:lnTo>
                  <a:lnTo>
                    <a:pt x="1262451" y="1340101"/>
                  </a:lnTo>
                  <a:lnTo>
                    <a:pt x="1262451" y="1340088"/>
                  </a:lnTo>
                  <a:lnTo>
                    <a:pt x="1262449" y="1340078"/>
                  </a:lnTo>
                  <a:lnTo>
                    <a:pt x="1262448" y="1340068"/>
                  </a:lnTo>
                  <a:lnTo>
                    <a:pt x="1262447" y="1340060"/>
                  </a:lnTo>
                  <a:lnTo>
                    <a:pt x="1262447" y="1340053"/>
                  </a:lnTo>
                  <a:lnTo>
                    <a:pt x="1262445" y="1340048"/>
                  </a:lnTo>
                  <a:lnTo>
                    <a:pt x="1262443" y="1340045"/>
                  </a:lnTo>
                  <a:lnTo>
                    <a:pt x="1262439" y="1340040"/>
                  </a:lnTo>
                  <a:lnTo>
                    <a:pt x="1262428" y="1340030"/>
                  </a:lnTo>
                  <a:lnTo>
                    <a:pt x="1262418" y="1340021"/>
                  </a:lnTo>
                  <a:lnTo>
                    <a:pt x="1262408" y="1340015"/>
                  </a:lnTo>
                  <a:lnTo>
                    <a:pt x="1262402" y="1340009"/>
                  </a:lnTo>
                  <a:lnTo>
                    <a:pt x="1262397" y="1340007"/>
                  </a:lnTo>
                  <a:lnTo>
                    <a:pt x="1262387" y="1340006"/>
                  </a:lnTo>
                  <a:lnTo>
                    <a:pt x="1262381" y="1340007"/>
                  </a:lnTo>
                  <a:lnTo>
                    <a:pt x="1262377" y="1340009"/>
                  </a:lnTo>
                  <a:lnTo>
                    <a:pt x="1262372" y="1340013"/>
                  </a:lnTo>
                  <a:lnTo>
                    <a:pt x="1262360" y="1340021"/>
                  </a:lnTo>
                  <a:lnTo>
                    <a:pt x="1262354" y="1340025"/>
                  </a:lnTo>
                  <a:lnTo>
                    <a:pt x="1262347" y="1340027"/>
                  </a:lnTo>
                  <a:lnTo>
                    <a:pt x="1262342" y="1340028"/>
                  </a:lnTo>
                  <a:lnTo>
                    <a:pt x="1262322" y="1340029"/>
                  </a:lnTo>
                  <a:lnTo>
                    <a:pt x="1262313" y="1340028"/>
                  </a:lnTo>
                  <a:lnTo>
                    <a:pt x="1262305" y="1340028"/>
                  </a:lnTo>
                  <a:lnTo>
                    <a:pt x="1262298" y="1340026"/>
                  </a:lnTo>
                  <a:lnTo>
                    <a:pt x="1262290" y="1340023"/>
                  </a:lnTo>
                  <a:lnTo>
                    <a:pt x="1262283" y="1340019"/>
                  </a:lnTo>
                  <a:lnTo>
                    <a:pt x="1262276" y="1340017"/>
                  </a:lnTo>
                  <a:lnTo>
                    <a:pt x="1262271" y="1340016"/>
                  </a:lnTo>
                  <a:lnTo>
                    <a:pt x="1262266" y="1340018"/>
                  </a:lnTo>
                  <a:lnTo>
                    <a:pt x="1262262" y="1340021"/>
                  </a:lnTo>
                  <a:lnTo>
                    <a:pt x="1262258" y="1340027"/>
                  </a:lnTo>
                  <a:lnTo>
                    <a:pt x="1262251" y="1340030"/>
                  </a:lnTo>
                  <a:lnTo>
                    <a:pt x="1262244" y="1340028"/>
                  </a:lnTo>
                  <a:lnTo>
                    <a:pt x="1262239" y="1340024"/>
                  </a:lnTo>
                  <a:lnTo>
                    <a:pt x="1262237" y="1340018"/>
                  </a:lnTo>
                  <a:lnTo>
                    <a:pt x="1262235" y="1340012"/>
                  </a:lnTo>
                  <a:lnTo>
                    <a:pt x="1262231" y="1340001"/>
                  </a:lnTo>
                  <a:lnTo>
                    <a:pt x="1262226" y="1339989"/>
                  </a:lnTo>
                  <a:lnTo>
                    <a:pt x="1262215" y="1339964"/>
                  </a:lnTo>
                  <a:lnTo>
                    <a:pt x="1262213" y="1339956"/>
                  </a:lnTo>
                  <a:lnTo>
                    <a:pt x="1262210" y="1339947"/>
                  </a:lnTo>
                  <a:lnTo>
                    <a:pt x="1262209" y="1339941"/>
                  </a:lnTo>
                  <a:lnTo>
                    <a:pt x="1262208" y="1339937"/>
                  </a:lnTo>
                  <a:lnTo>
                    <a:pt x="1262208" y="1339930"/>
                  </a:lnTo>
                  <a:lnTo>
                    <a:pt x="1262209" y="1339922"/>
                  </a:lnTo>
                  <a:lnTo>
                    <a:pt x="1262208" y="1339914"/>
                  </a:lnTo>
                  <a:lnTo>
                    <a:pt x="1262209" y="1339908"/>
                  </a:lnTo>
                  <a:lnTo>
                    <a:pt x="1262211" y="1339901"/>
                  </a:lnTo>
                  <a:lnTo>
                    <a:pt x="1262208" y="1339898"/>
                  </a:lnTo>
                  <a:lnTo>
                    <a:pt x="1262204" y="1339895"/>
                  </a:lnTo>
                  <a:lnTo>
                    <a:pt x="1262201" y="1339892"/>
                  </a:lnTo>
                  <a:lnTo>
                    <a:pt x="1262197" y="1339888"/>
                  </a:lnTo>
                  <a:lnTo>
                    <a:pt x="1262191" y="1339882"/>
                  </a:lnTo>
                  <a:lnTo>
                    <a:pt x="1262180" y="1339872"/>
                  </a:lnTo>
                  <a:lnTo>
                    <a:pt x="1262172" y="1339864"/>
                  </a:lnTo>
                  <a:lnTo>
                    <a:pt x="1262164" y="1339858"/>
                  </a:lnTo>
                  <a:lnTo>
                    <a:pt x="1262155" y="1339853"/>
                  </a:lnTo>
                  <a:lnTo>
                    <a:pt x="1262147" y="1339847"/>
                  </a:lnTo>
                  <a:lnTo>
                    <a:pt x="1262140" y="1339841"/>
                  </a:lnTo>
                  <a:lnTo>
                    <a:pt x="1262134" y="1339835"/>
                  </a:lnTo>
                  <a:lnTo>
                    <a:pt x="1262126" y="1339829"/>
                  </a:lnTo>
                  <a:lnTo>
                    <a:pt x="1262115" y="1339819"/>
                  </a:lnTo>
                  <a:lnTo>
                    <a:pt x="1262106" y="1339813"/>
                  </a:lnTo>
                  <a:lnTo>
                    <a:pt x="1262099" y="1339808"/>
                  </a:lnTo>
                  <a:lnTo>
                    <a:pt x="1262097" y="1339802"/>
                  </a:lnTo>
                  <a:lnTo>
                    <a:pt x="1262098" y="1339794"/>
                  </a:lnTo>
                  <a:lnTo>
                    <a:pt x="1262098" y="1339788"/>
                  </a:lnTo>
                  <a:lnTo>
                    <a:pt x="1262096" y="1339782"/>
                  </a:lnTo>
                  <a:lnTo>
                    <a:pt x="1262094" y="1339773"/>
                  </a:lnTo>
                  <a:lnTo>
                    <a:pt x="1262090" y="1339766"/>
                  </a:lnTo>
                  <a:lnTo>
                    <a:pt x="1262086" y="1339761"/>
                  </a:lnTo>
                  <a:lnTo>
                    <a:pt x="1262078" y="1339750"/>
                  </a:lnTo>
                  <a:lnTo>
                    <a:pt x="1262071" y="1339742"/>
                  </a:lnTo>
                  <a:lnTo>
                    <a:pt x="1262062" y="1339734"/>
                  </a:lnTo>
                  <a:lnTo>
                    <a:pt x="1262054" y="1339725"/>
                  </a:lnTo>
                  <a:lnTo>
                    <a:pt x="1262047" y="1339712"/>
                  </a:lnTo>
                  <a:lnTo>
                    <a:pt x="1262039" y="1339700"/>
                  </a:lnTo>
                  <a:lnTo>
                    <a:pt x="1262033" y="1339689"/>
                  </a:lnTo>
                  <a:lnTo>
                    <a:pt x="1262029" y="1339679"/>
                  </a:lnTo>
                  <a:lnTo>
                    <a:pt x="1262026" y="1339674"/>
                  </a:lnTo>
                  <a:lnTo>
                    <a:pt x="1262023" y="1339669"/>
                  </a:lnTo>
                  <a:lnTo>
                    <a:pt x="1262018" y="1339665"/>
                  </a:lnTo>
                  <a:lnTo>
                    <a:pt x="1262015" y="1339660"/>
                  </a:lnTo>
                  <a:lnTo>
                    <a:pt x="1262014" y="1339656"/>
                  </a:lnTo>
                  <a:lnTo>
                    <a:pt x="1262016" y="1339646"/>
                  </a:lnTo>
                  <a:lnTo>
                    <a:pt x="1262018" y="1339639"/>
                  </a:lnTo>
                  <a:lnTo>
                    <a:pt x="1262021" y="1339628"/>
                  </a:lnTo>
                  <a:lnTo>
                    <a:pt x="1262023" y="1339624"/>
                  </a:lnTo>
                  <a:lnTo>
                    <a:pt x="1262026" y="1339620"/>
                  </a:lnTo>
                  <a:lnTo>
                    <a:pt x="1262029" y="1339614"/>
                  </a:lnTo>
                  <a:lnTo>
                    <a:pt x="1262030" y="1339608"/>
                  </a:lnTo>
                  <a:lnTo>
                    <a:pt x="1262032" y="1339602"/>
                  </a:lnTo>
                  <a:lnTo>
                    <a:pt x="1262031" y="1339592"/>
                  </a:lnTo>
                  <a:lnTo>
                    <a:pt x="1262027" y="1339582"/>
                  </a:lnTo>
                  <a:lnTo>
                    <a:pt x="1262020" y="1339573"/>
                  </a:lnTo>
                  <a:lnTo>
                    <a:pt x="1262012" y="1339564"/>
                  </a:lnTo>
                  <a:lnTo>
                    <a:pt x="1262002" y="1339553"/>
                  </a:lnTo>
                  <a:lnTo>
                    <a:pt x="1261993" y="1339544"/>
                  </a:lnTo>
                  <a:lnTo>
                    <a:pt x="1261981" y="1339535"/>
                  </a:lnTo>
                  <a:lnTo>
                    <a:pt x="1261975" y="1339531"/>
                  </a:lnTo>
                  <a:lnTo>
                    <a:pt x="1261970" y="1339528"/>
                  </a:lnTo>
                  <a:lnTo>
                    <a:pt x="1261967" y="1339523"/>
                  </a:lnTo>
                  <a:lnTo>
                    <a:pt x="1261962" y="1339511"/>
                  </a:lnTo>
                  <a:lnTo>
                    <a:pt x="1261960" y="1339506"/>
                  </a:lnTo>
                  <a:lnTo>
                    <a:pt x="1261955" y="1339504"/>
                  </a:lnTo>
                  <a:lnTo>
                    <a:pt x="1261948" y="1339503"/>
                  </a:lnTo>
                  <a:lnTo>
                    <a:pt x="1261938" y="1339503"/>
                  </a:lnTo>
                  <a:lnTo>
                    <a:pt x="1261932" y="1339502"/>
                  </a:lnTo>
                  <a:lnTo>
                    <a:pt x="1261923" y="1339499"/>
                  </a:lnTo>
                  <a:lnTo>
                    <a:pt x="1261912" y="1339492"/>
                  </a:lnTo>
                  <a:lnTo>
                    <a:pt x="1261903" y="1339486"/>
                  </a:lnTo>
                  <a:lnTo>
                    <a:pt x="1261895" y="1339481"/>
                  </a:lnTo>
                  <a:lnTo>
                    <a:pt x="1261891" y="1339476"/>
                  </a:lnTo>
                  <a:lnTo>
                    <a:pt x="1261882" y="1339464"/>
                  </a:lnTo>
                  <a:lnTo>
                    <a:pt x="1261875" y="1339456"/>
                  </a:lnTo>
                  <a:lnTo>
                    <a:pt x="1261871" y="1339453"/>
                  </a:lnTo>
                  <a:lnTo>
                    <a:pt x="1261866" y="1339451"/>
                  </a:lnTo>
                  <a:lnTo>
                    <a:pt x="1261862" y="1339448"/>
                  </a:lnTo>
                  <a:lnTo>
                    <a:pt x="1261858" y="1339442"/>
                  </a:lnTo>
                  <a:lnTo>
                    <a:pt x="1261855" y="1339434"/>
                  </a:lnTo>
                  <a:lnTo>
                    <a:pt x="1261852" y="1339427"/>
                  </a:lnTo>
                  <a:lnTo>
                    <a:pt x="1261853" y="1339422"/>
                  </a:lnTo>
                  <a:lnTo>
                    <a:pt x="1261853" y="1339414"/>
                  </a:lnTo>
                  <a:lnTo>
                    <a:pt x="1261856" y="1339406"/>
                  </a:lnTo>
                  <a:lnTo>
                    <a:pt x="1261857" y="1339401"/>
                  </a:lnTo>
                  <a:lnTo>
                    <a:pt x="1261854" y="1339398"/>
                  </a:lnTo>
                  <a:lnTo>
                    <a:pt x="1261846" y="1339388"/>
                  </a:lnTo>
                  <a:lnTo>
                    <a:pt x="1261839" y="1339380"/>
                  </a:lnTo>
                  <a:lnTo>
                    <a:pt x="1261831" y="1339366"/>
                  </a:lnTo>
                  <a:lnTo>
                    <a:pt x="1261822" y="1339354"/>
                  </a:lnTo>
                  <a:lnTo>
                    <a:pt x="1261819" y="1339348"/>
                  </a:lnTo>
                  <a:lnTo>
                    <a:pt x="1261812" y="1339336"/>
                  </a:lnTo>
                  <a:lnTo>
                    <a:pt x="1261807" y="1339329"/>
                  </a:lnTo>
                  <a:lnTo>
                    <a:pt x="1261796" y="1339320"/>
                  </a:lnTo>
                  <a:lnTo>
                    <a:pt x="1261789" y="1339312"/>
                  </a:lnTo>
                  <a:lnTo>
                    <a:pt x="1261784" y="1339316"/>
                  </a:lnTo>
                  <a:lnTo>
                    <a:pt x="1261775" y="1339325"/>
                  </a:lnTo>
                  <a:lnTo>
                    <a:pt x="1261762" y="1339340"/>
                  </a:lnTo>
                  <a:lnTo>
                    <a:pt x="1261748" y="1339358"/>
                  </a:lnTo>
                  <a:lnTo>
                    <a:pt x="1261737" y="1339372"/>
                  </a:lnTo>
                  <a:lnTo>
                    <a:pt x="1261728" y="1339381"/>
                  </a:lnTo>
                  <a:lnTo>
                    <a:pt x="1261723" y="1339389"/>
                  </a:lnTo>
                  <a:lnTo>
                    <a:pt x="1261715" y="1339399"/>
                  </a:lnTo>
                  <a:lnTo>
                    <a:pt x="1261711" y="1339402"/>
                  </a:lnTo>
                  <a:lnTo>
                    <a:pt x="1261706" y="1339403"/>
                  </a:lnTo>
                  <a:lnTo>
                    <a:pt x="1261702" y="1339403"/>
                  </a:lnTo>
                  <a:lnTo>
                    <a:pt x="1261692" y="1339401"/>
                  </a:lnTo>
                  <a:lnTo>
                    <a:pt x="1261674" y="1339396"/>
                  </a:lnTo>
                  <a:lnTo>
                    <a:pt x="1261659" y="1339392"/>
                  </a:lnTo>
                  <a:lnTo>
                    <a:pt x="1261650" y="1339389"/>
                  </a:lnTo>
                  <a:lnTo>
                    <a:pt x="1261644" y="1339388"/>
                  </a:lnTo>
                  <a:lnTo>
                    <a:pt x="1261636" y="1339388"/>
                  </a:lnTo>
                  <a:lnTo>
                    <a:pt x="1261629" y="1339390"/>
                  </a:lnTo>
                  <a:lnTo>
                    <a:pt x="1261623" y="1339392"/>
                  </a:lnTo>
                  <a:lnTo>
                    <a:pt x="1261601" y="1339401"/>
                  </a:lnTo>
                  <a:lnTo>
                    <a:pt x="1261588" y="1339408"/>
                  </a:lnTo>
                  <a:lnTo>
                    <a:pt x="1261575" y="1339412"/>
                  </a:lnTo>
                  <a:lnTo>
                    <a:pt x="1261569" y="1339413"/>
                  </a:lnTo>
                  <a:lnTo>
                    <a:pt x="1261562" y="1339413"/>
                  </a:lnTo>
                  <a:lnTo>
                    <a:pt x="1261552" y="1339410"/>
                  </a:lnTo>
                  <a:lnTo>
                    <a:pt x="1261534" y="1339404"/>
                  </a:lnTo>
                  <a:lnTo>
                    <a:pt x="1261514" y="1339396"/>
                  </a:lnTo>
                  <a:lnTo>
                    <a:pt x="1261501" y="1339392"/>
                  </a:lnTo>
                  <a:lnTo>
                    <a:pt x="1261488" y="1339388"/>
                  </a:lnTo>
                  <a:lnTo>
                    <a:pt x="1261482" y="1339387"/>
                  </a:lnTo>
                  <a:lnTo>
                    <a:pt x="1261476" y="1339384"/>
                  </a:lnTo>
                  <a:lnTo>
                    <a:pt x="1261469" y="1339379"/>
                  </a:lnTo>
                  <a:lnTo>
                    <a:pt x="1261460" y="1339371"/>
                  </a:lnTo>
                  <a:lnTo>
                    <a:pt x="1261457" y="1339364"/>
                  </a:lnTo>
                  <a:lnTo>
                    <a:pt x="1261454" y="1339355"/>
                  </a:lnTo>
                  <a:lnTo>
                    <a:pt x="1261452" y="1339351"/>
                  </a:lnTo>
                  <a:lnTo>
                    <a:pt x="1261442" y="1339342"/>
                  </a:lnTo>
                  <a:lnTo>
                    <a:pt x="1261431" y="1339334"/>
                  </a:lnTo>
                  <a:lnTo>
                    <a:pt x="1261424" y="1339329"/>
                  </a:lnTo>
                  <a:lnTo>
                    <a:pt x="1261419" y="1339326"/>
                  </a:lnTo>
                  <a:lnTo>
                    <a:pt x="1261417" y="1339320"/>
                  </a:lnTo>
                  <a:lnTo>
                    <a:pt x="1261412" y="1339311"/>
                  </a:lnTo>
                  <a:lnTo>
                    <a:pt x="1261408" y="1339300"/>
                  </a:lnTo>
                  <a:lnTo>
                    <a:pt x="1261404" y="1339287"/>
                  </a:lnTo>
                  <a:lnTo>
                    <a:pt x="1261397" y="1339274"/>
                  </a:lnTo>
                  <a:lnTo>
                    <a:pt x="1261393" y="1339265"/>
                  </a:lnTo>
                  <a:lnTo>
                    <a:pt x="1261391" y="1339257"/>
                  </a:lnTo>
                  <a:lnTo>
                    <a:pt x="1261386" y="1339254"/>
                  </a:lnTo>
                  <a:lnTo>
                    <a:pt x="1261378" y="1339252"/>
                  </a:lnTo>
                  <a:lnTo>
                    <a:pt x="1261367" y="1339251"/>
                  </a:lnTo>
                  <a:lnTo>
                    <a:pt x="1261356" y="1339245"/>
                  </a:lnTo>
                  <a:lnTo>
                    <a:pt x="1261344" y="1339239"/>
                  </a:lnTo>
                  <a:lnTo>
                    <a:pt x="1261332" y="1339233"/>
                  </a:lnTo>
                  <a:lnTo>
                    <a:pt x="1261326" y="1339227"/>
                  </a:lnTo>
                  <a:lnTo>
                    <a:pt x="1261311" y="1339218"/>
                  </a:lnTo>
                  <a:lnTo>
                    <a:pt x="1261301" y="1339214"/>
                  </a:lnTo>
                  <a:lnTo>
                    <a:pt x="1261288" y="1339211"/>
                  </a:lnTo>
                  <a:lnTo>
                    <a:pt x="1261274" y="1339209"/>
                  </a:lnTo>
                  <a:lnTo>
                    <a:pt x="1261255" y="1339212"/>
                  </a:lnTo>
                  <a:lnTo>
                    <a:pt x="1261248" y="1339211"/>
                  </a:lnTo>
                  <a:lnTo>
                    <a:pt x="1261234" y="1339212"/>
                  </a:lnTo>
                  <a:lnTo>
                    <a:pt x="1261220" y="1339211"/>
                  </a:lnTo>
                  <a:lnTo>
                    <a:pt x="1261210" y="1339210"/>
                  </a:lnTo>
                  <a:lnTo>
                    <a:pt x="1261204" y="1339207"/>
                  </a:lnTo>
                  <a:lnTo>
                    <a:pt x="1261196" y="1339204"/>
                  </a:lnTo>
                  <a:lnTo>
                    <a:pt x="1261192" y="1339216"/>
                  </a:lnTo>
                  <a:lnTo>
                    <a:pt x="1261188" y="1339235"/>
                  </a:lnTo>
                  <a:lnTo>
                    <a:pt x="1261188" y="1339244"/>
                  </a:lnTo>
                  <a:lnTo>
                    <a:pt x="1261186" y="1339255"/>
                  </a:lnTo>
                  <a:lnTo>
                    <a:pt x="1261182" y="1339262"/>
                  </a:lnTo>
                  <a:lnTo>
                    <a:pt x="1261176" y="1339269"/>
                  </a:lnTo>
                  <a:lnTo>
                    <a:pt x="1261168" y="1339277"/>
                  </a:lnTo>
                  <a:lnTo>
                    <a:pt x="1261159" y="1339287"/>
                  </a:lnTo>
                  <a:lnTo>
                    <a:pt x="1261156" y="1339290"/>
                  </a:lnTo>
                  <a:lnTo>
                    <a:pt x="1261153" y="1339302"/>
                  </a:lnTo>
                  <a:lnTo>
                    <a:pt x="1261157" y="1339316"/>
                  </a:lnTo>
                  <a:lnTo>
                    <a:pt x="1261157" y="1339329"/>
                  </a:lnTo>
                  <a:lnTo>
                    <a:pt x="1261155" y="1339341"/>
                  </a:lnTo>
                  <a:lnTo>
                    <a:pt x="1261153" y="1339345"/>
                  </a:lnTo>
                  <a:lnTo>
                    <a:pt x="1261150" y="1339350"/>
                  </a:lnTo>
                  <a:lnTo>
                    <a:pt x="1261146" y="1339353"/>
                  </a:lnTo>
                  <a:lnTo>
                    <a:pt x="1261140" y="1339356"/>
                  </a:lnTo>
                  <a:lnTo>
                    <a:pt x="1261131" y="1339361"/>
                  </a:lnTo>
                  <a:lnTo>
                    <a:pt x="1261120" y="1339366"/>
                  </a:lnTo>
                  <a:lnTo>
                    <a:pt x="1261111" y="1339371"/>
                  </a:lnTo>
                  <a:lnTo>
                    <a:pt x="1261095" y="1339372"/>
                  </a:lnTo>
                  <a:lnTo>
                    <a:pt x="1261077" y="1339374"/>
                  </a:lnTo>
                  <a:lnTo>
                    <a:pt x="1261064" y="1339377"/>
                  </a:lnTo>
                  <a:lnTo>
                    <a:pt x="1261052" y="1339381"/>
                  </a:lnTo>
                  <a:lnTo>
                    <a:pt x="1261048" y="1339383"/>
                  </a:lnTo>
                  <a:lnTo>
                    <a:pt x="1261045" y="1339385"/>
                  </a:lnTo>
                  <a:lnTo>
                    <a:pt x="1261044" y="1339393"/>
                  </a:lnTo>
                  <a:lnTo>
                    <a:pt x="1261038" y="1339413"/>
                  </a:lnTo>
                  <a:lnTo>
                    <a:pt x="1261033" y="1339424"/>
                  </a:lnTo>
                  <a:lnTo>
                    <a:pt x="1261024" y="1339433"/>
                  </a:lnTo>
                  <a:lnTo>
                    <a:pt x="1261018" y="1339441"/>
                  </a:lnTo>
                  <a:lnTo>
                    <a:pt x="1261001" y="1339448"/>
                  </a:lnTo>
                  <a:lnTo>
                    <a:pt x="1260979" y="1339447"/>
                  </a:lnTo>
                  <a:lnTo>
                    <a:pt x="1260975" y="1339446"/>
                  </a:lnTo>
                  <a:lnTo>
                    <a:pt x="1260968" y="1339443"/>
                  </a:lnTo>
                  <a:lnTo>
                    <a:pt x="1260961" y="1339439"/>
                  </a:lnTo>
                  <a:lnTo>
                    <a:pt x="1260952" y="1339432"/>
                  </a:lnTo>
                  <a:lnTo>
                    <a:pt x="1260942" y="1339422"/>
                  </a:lnTo>
                  <a:lnTo>
                    <a:pt x="1260931" y="1339413"/>
                  </a:lnTo>
                  <a:lnTo>
                    <a:pt x="1260923" y="1339408"/>
                  </a:lnTo>
                  <a:lnTo>
                    <a:pt x="1260907" y="1339403"/>
                  </a:lnTo>
                  <a:lnTo>
                    <a:pt x="1260892" y="1339398"/>
                  </a:lnTo>
                  <a:lnTo>
                    <a:pt x="1260882" y="1339395"/>
                  </a:lnTo>
                  <a:lnTo>
                    <a:pt x="1260870" y="1339394"/>
                  </a:lnTo>
                  <a:lnTo>
                    <a:pt x="1260861" y="1339395"/>
                  </a:lnTo>
                  <a:lnTo>
                    <a:pt x="1260855" y="1339393"/>
                  </a:lnTo>
                  <a:lnTo>
                    <a:pt x="1260850" y="1339393"/>
                  </a:lnTo>
                  <a:lnTo>
                    <a:pt x="1260843" y="1339394"/>
                  </a:lnTo>
                  <a:lnTo>
                    <a:pt x="1260837" y="1339399"/>
                  </a:lnTo>
                  <a:lnTo>
                    <a:pt x="1260822" y="1339408"/>
                  </a:lnTo>
                  <a:lnTo>
                    <a:pt x="1260808" y="1339417"/>
                  </a:lnTo>
                  <a:lnTo>
                    <a:pt x="1260800" y="1339422"/>
                  </a:lnTo>
                  <a:lnTo>
                    <a:pt x="1260795" y="1339429"/>
                  </a:lnTo>
                  <a:lnTo>
                    <a:pt x="1260789" y="1339437"/>
                  </a:lnTo>
                  <a:lnTo>
                    <a:pt x="1260782" y="1339443"/>
                  </a:lnTo>
                  <a:lnTo>
                    <a:pt x="1260776" y="1339450"/>
                  </a:lnTo>
                  <a:lnTo>
                    <a:pt x="1260770" y="1339454"/>
                  </a:lnTo>
                  <a:lnTo>
                    <a:pt x="1260763" y="1339458"/>
                  </a:lnTo>
                  <a:lnTo>
                    <a:pt x="1260758" y="1339462"/>
                  </a:lnTo>
                  <a:lnTo>
                    <a:pt x="1260751" y="1339468"/>
                  </a:lnTo>
                  <a:lnTo>
                    <a:pt x="1260746" y="1339468"/>
                  </a:lnTo>
                  <a:lnTo>
                    <a:pt x="1260740" y="1339466"/>
                  </a:lnTo>
                  <a:lnTo>
                    <a:pt x="1260729" y="1339461"/>
                  </a:lnTo>
                  <a:lnTo>
                    <a:pt x="1260717" y="1339453"/>
                  </a:lnTo>
                  <a:lnTo>
                    <a:pt x="1260709" y="1339446"/>
                  </a:lnTo>
                  <a:lnTo>
                    <a:pt x="1260696" y="1339434"/>
                  </a:lnTo>
                  <a:lnTo>
                    <a:pt x="1260682" y="1339426"/>
                  </a:lnTo>
                  <a:lnTo>
                    <a:pt x="1260670" y="1339421"/>
                  </a:lnTo>
                  <a:lnTo>
                    <a:pt x="1260656" y="1339417"/>
                  </a:lnTo>
                  <a:lnTo>
                    <a:pt x="1260645" y="1339414"/>
                  </a:lnTo>
                  <a:lnTo>
                    <a:pt x="1260624" y="1339413"/>
                  </a:lnTo>
                  <a:lnTo>
                    <a:pt x="1260604" y="1339412"/>
                  </a:lnTo>
                  <a:lnTo>
                    <a:pt x="1260531" y="1339396"/>
                  </a:lnTo>
                  <a:lnTo>
                    <a:pt x="1260513" y="1339425"/>
                  </a:lnTo>
                  <a:lnTo>
                    <a:pt x="1260458" y="1339432"/>
                  </a:lnTo>
                  <a:lnTo>
                    <a:pt x="1260437" y="1339416"/>
                  </a:lnTo>
                  <a:lnTo>
                    <a:pt x="1260443" y="1339371"/>
                  </a:lnTo>
                  <a:lnTo>
                    <a:pt x="1260440" y="1339368"/>
                  </a:lnTo>
                  <a:lnTo>
                    <a:pt x="1260432" y="1339360"/>
                  </a:lnTo>
                  <a:lnTo>
                    <a:pt x="1260422" y="1339354"/>
                  </a:lnTo>
                  <a:lnTo>
                    <a:pt x="1260411" y="1339348"/>
                  </a:lnTo>
                  <a:lnTo>
                    <a:pt x="1260395" y="1339339"/>
                  </a:lnTo>
                  <a:lnTo>
                    <a:pt x="1260386" y="1339332"/>
                  </a:lnTo>
                  <a:lnTo>
                    <a:pt x="1260371" y="1339319"/>
                  </a:lnTo>
                  <a:lnTo>
                    <a:pt x="1260369" y="1339314"/>
                  </a:lnTo>
                  <a:lnTo>
                    <a:pt x="1260364" y="1339299"/>
                  </a:lnTo>
                  <a:lnTo>
                    <a:pt x="1260362" y="1339290"/>
                  </a:lnTo>
                  <a:lnTo>
                    <a:pt x="1260359" y="1339282"/>
                  </a:lnTo>
                  <a:lnTo>
                    <a:pt x="1260356" y="1339278"/>
                  </a:lnTo>
                  <a:lnTo>
                    <a:pt x="1260352" y="1339276"/>
                  </a:lnTo>
                  <a:lnTo>
                    <a:pt x="1260347" y="1339274"/>
                  </a:lnTo>
                  <a:lnTo>
                    <a:pt x="1260343" y="1339275"/>
                  </a:lnTo>
                  <a:lnTo>
                    <a:pt x="1260336" y="1339276"/>
                  </a:lnTo>
                  <a:lnTo>
                    <a:pt x="1260331" y="1339277"/>
                  </a:lnTo>
                  <a:lnTo>
                    <a:pt x="1260324" y="1339275"/>
                  </a:lnTo>
                  <a:lnTo>
                    <a:pt x="1260316" y="1339273"/>
                  </a:lnTo>
                  <a:lnTo>
                    <a:pt x="1260309" y="1339272"/>
                  </a:lnTo>
                  <a:lnTo>
                    <a:pt x="1260302" y="1339268"/>
                  </a:lnTo>
                  <a:lnTo>
                    <a:pt x="1260291" y="1339263"/>
                  </a:lnTo>
                  <a:lnTo>
                    <a:pt x="1260262" y="1339250"/>
                  </a:lnTo>
                  <a:lnTo>
                    <a:pt x="1260241" y="1339241"/>
                  </a:lnTo>
                  <a:lnTo>
                    <a:pt x="1260237" y="1339238"/>
                  </a:lnTo>
                  <a:lnTo>
                    <a:pt x="1260231" y="1339234"/>
                  </a:lnTo>
                  <a:lnTo>
                    <a:pt x="1260226" y="1339233"/>
                  </a:lnTo>
                  <a:lnTo>
                    <a:pt x="1260221" y="1339234"/>
                  </a:lnTo>
                  <a:lnTo>
                    <a:pt x="1260214" y="1339240"/>
                  </a:lnTo>
                  <a:lnTo>
                    <a:pt x="1260206" y="1339245"/>
                  </a:lnTo>
                  <a:lnTo>
                    <a:pt x="1260196" y="1339251"/>
                  </a:lnTo>
                  <a:lnTo>
                    <a:pt x="1260190" y="1339252"/>
                  </a:lnTo>
                  <a:lnTo>
                    <a:pt x="1260183" y="1339252"/>
                  </a:lnTo>
                  <a:lnTo>
                    <a:pt x="1260174" y="1339250"/>
                  </a:lnTo>
                  <a:lnTo>
                    <a:pt x="1260162" y="1339249"/>
                  </a:lnTo>
                  <a:lnTo>
                    <a:pt x="1260154" y="1339250"/>
                  </a:lnTo>
                  <a:lnTo>
                    <a:pt x="1260148" y="1339253"/>
                  </a:lnTo>
                  <a:lnTo>
                    <a:pt x="1260143" y="1339260"/>
                  </a:lnTo>
                  <a:lnTo>
                    <a:pt x="1260138" y="1339265"/>
                  </a:lnTo>
                  <a:lnTo>
                    <a:pt x="1260133" y="1339264"/>
                  </a:lnTo>
                  <a:lnTo>
                    <a:pt x="1260129" y="1339261"/>
                  </a:lnTo>
                  <a:lnTo>
                    <a:pt x="1260124" y="1339256"/>
                  </a:lnTo>
                  <a:lnTo>
                    <a:pt x="1260118" y="1339251"/>
                  </a:lnTo>
                  <a:lnTo>
                    <a:pt x="1260113" y="1339248"/>
                  </a:lnTo>
                  <a:lnTo>
                    <a:pt x="1260105" y="1339243"/>
                  </a:lnTo>
                  <a:lnTo>
                    <a:pt x="1260100" y="1339236"/>
                  </a:lnTo>
                  <a:lnTo>
                    <a:pt x="1260097" y="1339231"/>
                  </a:lnTo>
                  <a:lnTo>
                    <a:pt x="1260092" y="1339222"/>
                  </a:lnTo>
                  <a:lnTo>
                    <a:pt x="1260090" y="1339218"/>
                  </a:lnTo>
                  <a:lnTo>
                    <a:pt x="1260089" y="1339212"/>
                  </a:lnTo>
                  <a:lnTo>
                    <a:pt x="1260089" y="1339205"/>
                  </a:lnTo>
                  <a:lnTo>
                    <a:pt x="1260090" y="1339197"/>
                  </a:lnTo>
                  <a:lnTo>
                    <a:pt x="1260092" y="1339189"/>
                  </a:lnTo>
                  <a:lnTo>
                    <a:pt x="1260092" y="1339184"/>
                  </a:lnTo>
                  <a:lnTo>
                    <a:pt x="1260091" y="1339180"/>
                  </a:lnTo>
                  <a:lnTo>
                    <a:pt x="1260089" y="1339175"/>
                  </a:lnTo>
                  <a:lnTo>
                    <a:pt x="1260085" y="1339172"/>
                  </a:lnTo>
                  <a:lnTo>
                    <a:pt x="1260080" y="1339169"/>
                  </a:lnTo>
                  <a:lnTo>
                    <a:pt x="1260075" y="1339165"/>
                  </a:lnTo>
                  <a:lnTo>
                    <a:pt x="1260073" y="1339161"/>
                  </a:lnTo>
                  <a:lnTo>
                    <a:pt x="1260070" y="1339156"/>
                  </a:lnTo>
                  <a:lnTo>
                    <a:pt x="1260067" y="1339150"/>
                  </a:lnTo>
                  <a:lnTo>
                    <a:pt x="1260063" y="1339143"/>
                  </a:lnTo>
                  <a:lnTo>
                    <a:pt x="1260061" y="1339135"/>
                  </a:lnTo>
                  <a:lnTo>
                    <a:pt x="1260056" y="1339128"/>
                  </a:lnTo>
                  <a:lnTo>
                    <a:pt x="1260052" y="1339122"/>
                  </a:lnTo>
                  <a:lnTo>
                    <a:pt x="1260047" y="1339118"/>
                  </a:lnTo>
                  <a:lnTo>
                    <a:pt x="1260043" y="1339114"/>
                  </a:lnTo>
                  <a:lnTo>
                    <a:pt x="1260036" y="1339112"/>
                  </a:lnTo>
                  <a:lnTo>
                    <a:pt x="1259984" y="1339092"/>
                  </a:lnTo>
                  <a:lnTo>
                    <a:pt x="1259979" y="1339087"/>
                  </a:lnTo>
                  <a:lnTo>
                    <a:pt x="1259970" y="1339076"/>
                  </a:lnTo>
                  <a:lnTo>
                    <a:pt x="1259959" y="1339067"/>
                  </a:lnTo>
                  <a:lnTo>
                    <a:pt x="1259955" y="1339066"/>
                  </a:lnTo>
                  <a:lnTo>
                    <a:pt x="1259949" y="1339065"/>
                  </a:lnTo>
                  <a:lnTo>
                    <a:pt x="1259937" y="1339063"/>
                  </a:lnTo>
                  <a:lnTo>
                    <a:pt x="1259929" y="1339063"/>
                  </a:lnTo>
                  <a:lnTo>
                    <a:pt x="1259922" y="1339061"/>
                  </a:lnTo>
                  <a:lnTo>
                    <a:pt x="1259913" y="1339057"/>
                  </a:lnTo>
                  <a:lnTo>
                    <a:pt x="1259898" y="1339051"/>
                  </a:lnTo>
                  <a:lnTo>
                    <a:pt x="1259886" y="1339044"/>
                  </a:lnTo>
                  <a:lnTo>
                    <a:pt x="1259879" y="1339040"/>
                  </a:lnTo>
                  <a:lnTo>
                    <a:pt x="1259873" y="1339039"/>
                  </a:lnTo>
                  <a:lnTo>
                    <a:pt x="1259859" y="1339038"/>
                  </a:lnTo>
                  <a:lnTo>
                    <a:pt x="1259849" y="1339038"/>
                  </a:lnTo>
                  <a:lnTo>
                    <a:pt x="1259834" y="1339037"/>
                  </a:lnTo>
                  <a:lnTo>
                    <a:pt x="1259827" y="1339036"/>
                  </a:lnTo>
                  <a:lnTo>
                    <a:pt x="1259821" y="1339033"/>
                  </a:lnTo>
                  <a:lnTo>
                    <a:pt x="1259815" y="1339030"/>
                  </a:lnTo>
                  <a:lnTo>
                    <a:pt x="1259807" y="1339025"/>
                  </a:lnTo>
                  <a:lnTo>
                    <a:pt x="1259802" y="1339018"/>
                  </a:lnTo>
                  <a:lnTo>
                    <a:pt x="1259796" y="1339013"/>
                  </a:lnTo>
                  <a:lnTo>
                    <a:pt x="1259791" y="1339012"/>
                  </a:lnTo>
                  <a:lnTo>
                    <a:pt x="1259775" y="1339010"/>
                  </a:lnTo>
                  <a:lnTo>
                    <a:pt x="1259767" y="1339010"/>
                  </a:lnTo>
                  <a:lnTo>
                    <a:pt x="1259761" y="1339011"/>
                  </a:lnTo>
                  <a:lnTo>
                    <a:pt x="1259756" y="1339012"/>
                  </a:lnTo>
                  <a:lnTo>
                    <a:pt x="1259751" y="1339011"/>
                  </a:lnTo>
                  <a:lnTo>
                    <a:pt x="1259745" y="1339009"/>
                  </a:lnTo>
                  <a:lnTo>
                    <a:pt x="1259740" y="1339005"/>
                  </a:lnTo>
                  <a:lnTo>
                    <a:pt x="1259736" y="1338998"/>
                  </a:lnTo>
                  <a:lnTo>
                    <a:pt x="1259734" y="1338994"/>
                  </a:lnTo>
                  <a:lnTo>
                    <a:pt x="1259734" y="1338987"/>
                  </a:lnTo>
                  <a:lnTo>
                    <a:pt x="1259733" y="1338976"/>
                  </a:lnTo>
                  <a:lnTo>
                    <a:pt x="1259733" y="1338963"/>
                  </a:lnTo>
                  <a:lnTo>
                    <a:pt x="1259734" y="1338954"/>
                  </a:lnTo>
                  <a:lnTo>
                    <a:pt x="1259734" y="1338945"/>
                  </a:lnTo>
                  <a:lnTo>
                    <a:pt x="1259734" y="1338938"/>
                  </a:lnTo>
                  <a:lnTo>
                    <a:pt x="1259731" y="1338932"/>
                  </a:lnTo>
                  <a:lnTo>
                    <a:pt x="1259725" y="1338926"/>
                  </a:lnTo>
                  <a:lnTo>
                    <a:pt x="1259719" y="1338921"/>
                  </a:lnTo>
                  <a:lnTo>
                    <a:pt x="1259710" y="1338917"/>
                  </a:lnTo>
                  <a:lnTo>
                    <a:pt x="1259697" y="1338913"/>
                  </a:lnTo>
                  <a:lnTo>
                    <a:pt x="1259693" y="1338912"/>
                  </a:lnTo>
                  <a:lnTo>
                    <a:pt x="1259684" y="1338913"/>
                  </a:lnTo>
                  <a:lnTo>
                    <a:pt x="1259662" y="1338913"/>
                  </a:lnTo>
                  <a:lnTo>
                    <a:pt x="1259655" y="1338914"/>
                  </a:lnTo>
                  <a:lnTo>
                    <a:pt x="1259651" y="1338915"/>
                  </a:lnTo>
                  <a:lnTo>
                    <a:pt x="1259643" y="1338918"/>
                  </a:lnTo>
                  <a:lnTo>
                    <a:pt x="1259637" y="1338921"/>
                  </a:lnTo>
                  <a:lnTo>
                    <a:pt x="1259633" y="1338923"/>
                  </a:lnTo>
                  <a:lnTo>
                    <a:pt x="1259627" y="1338924"/>
                  </a:lnTo>
                  <a:lnTo>
                    <a:pt x="1259621" y="1338923"/>
                  </a:lnTo>
                  <a:lnTo>
                    <a:pt x="1259614" y="1338920"/>
                  </a:lnTo>
                  <a:lnTo>
                    <a:pt x="1259608" y="1338918"/>
                  </a:lnTo>
                  <a:lnTo>
                    <a:pt x="1259601" y="1338916"/>
                  </a:lnTo>
                  <a:lnTo>
                    <a:pt x="1259595" y="1338916"/>
                  </a:lnTo>
                  <a:lnTo>
                    <a:pt x="1259588" y="1338917"/>
                  </a:lnTo>
                  <a:lnTo>
                    <a:pt x="1259584" y="1338920"/>
                  </a:lnTo>
                  <a:lnTo>
                    <a:pt x="1259580" y="1338923"/>
                  </a:lnTo>
                  <a:lnTo>
                    <a:pt x="1259577" y="1338928"/>
                  </a:lnTo>
                  <a:lnTo>
                    <a:pt x="1259572" y="1338932"/>
                  </a:lnTo>
                  <a:lnTo>
                    <a:pt x="1259565" y="1338934"/>
                  </a:lnTo>
                  <a:lnTo>
                    <a:pt x="1259560" y="1338934"/>
                  </a:lnTo>
                  <a:lnTo>
                    <a:pt x="1259553" y="1338936"/>
                  </a:lnTo>
                  <a:lnTo>
                    <a:pt x="1259546" y="1338935"/>
                  </a:lnTo>
                  <a:lnTo>
                    <a:pt x="1259539" y="1338935"/>
                  </a:lnTo>
                  <a:lnTo>
                    <a:pt x="1259534" y="1338933"/>
                  </a:lnTo>
                  <a:lnTo>
                    <a:pt x="1259529" y="1338929"/>
                  </a:lnTo>
                  <a:lnTo>
                    <a:pt x="1259522" y="1338922"/>
                  </a:lnTo>
                  <a:lnTo>
                    <a:pt x="1259517" y="1338917"/>
                  </a:lnTo>
                  <a:lnTo>
                    <a:pt x="1259513" y="1338919"/>
                  </a:lnTo>
                  <a:lnTo>
                    <a:pt x="1259505" y="1338925"/>
                  </a:lnTo>
                  <a:lnTo>
                    <a:pt x="1259493" y="1338935"/>
                  </a:lnTo>
                  <a:lnTo>
                    <a:pt x="1259486" y="1338942"/>
                  </a:lnTo>
                  <a:lnTo>
                    <a:pt x="1259484" y="1338952"/>
                  </a:lnTo>
                  <a:lnTo>
                    <a:pt x="1259483" y="1338957"/>
                  </a:lnTo>
                  <a:lnTo>
                    <a:pt x="1259476" y="1338955"/>
                  </a:lnTo>
                  <a:lnTo>
                    <a:pt x="1259469" y="1338950"/>
                  </a:lnTo>
                  <a:lnTo>
                    <a:pt x="1259460" y="1338946"/>
                  </a:lnTo>
                  <a:lnTo>
                    <a:pt x="1259455" y="1338943"/>
                  </a:lnTo>
                  <a:lnTo>
                    <a:pt x="1259452" y="1338939"/>
                  </a:lnTo>
                  <a:lnTo>
                    <a:pt x="1259448" y="1338934"/>
                  </a:lnTo>
                  <a:lnTo>
                    <a:pt x="1259444" y="1338927"/>
                  </a:lnTo>
                  <a:lnTo>
                    <a:pt x="1259438" y="1338920"/>
                  </a:lnTo>
                  <a:lnTo>
                    <a:pt x="1259429" y="1338911"/>
                  </a:lnTo>
                  <a:lnTo>
                    <a:pt x="1259420" y="1338908"/>
                  </a:lnTo>
                  <a:lnTo>
                    <a:pt x="1259412" y="1338905"/>
                  </a:lnTo>
                  <a:lnTo>
                    <a:pt x="1259404" y="1338903"/>
                  </a:lnTo>
                  <a:lnTo>
                    <a:pt x="1259396" y="1338903"/>
                  </a:lnTo>
                  <a:lnTo>
                    <a:pt x="1259382" y="1338903"/>
                  </a:lnTo>
                  <a:lnTo>
                    <a:pt x="1259370" y="1338903"/>
                  </a:lnTo>
                  <a:lnTo>
                    <a:pt x="1259356" y="1338902"/>
                  </a:lnTo>
                  <a:lnTo>
                    <a:pt x="1259350" y="1338898"/>
                  </a:lnTo>
                  <a:lnTo>
                    <a:pt x="1259344" y="1338895"/>
                  </a:lnTo>
                  <a:lnTo>
                    <a:pt x="1259338" y="1338893"/>
                  </a:lnTo>
                  <a:lnTo>
                    <a:pt x="1259332" y="1338892"/>
                  </a:lnTo>
                  <a:lnTo>
                    <a:pt x="1259322" y="1338890"/>
                  </a:lnTo>
                  <a:lnTo>
                    <a:pt x="1259310" y="1338887"/>
                  </a:lnTo>
                  <a:lnTo>
                    <a:pt x="1259303" y="1338885"/>
                  </a:lnTo>
                  <a:lnTo>
                    <a:pt x="1259299" y="1338882"/>
                  </a:lnTo>
                  <a:lnTo>
                    <a:pt x="1259293" y="1338878"/>
                  </a:lnTo>
                  <a:lnTo>
                    <a:pt x="1259288" y="1338876"/>
                  </a:lnTo>
                  <a:lnTo>
                    <a:pt x="1259283" y="1338874"/>
                  </a:lnTo>
                  <a:lnTo>
                    <a:pt x="1259278" y="1338877"/>
                  </a:lnTo>
                  <a:lnTo>
                    <a:pt x="1259273" y="1338883"/>
                  </a:lnTo>
                  <a:lnTo>
                    <a:pt x="1259265" y="1338892"/>
                  </a:lnTo>
                  <a:lnTo>
                    <a:pt x="1259263" y="1338898"/>
                  </a:lnTo>
                  <a:lnTo>
                    <a:pt x="1259259" y="1338910"/>
                  </a:lnTo>
                  <a:lnTo>
                    <a:pt x="1259256" y="1338918"/>
                  </a:lnTo>
                  <a:lnTo>
                    <a:pt x="1259252" y="1338923"/>
                  </a:lnTo>
                  <a:lnTo>
                    <a:pt x="1259247" y="1338926"/>
                  </a:lnTo>
                  <a:lnTo>
                    <a:pt x="1259242" y="1338931"/>
                  </a:lnTo>
                  <a:lnTo>
                    <a:pt x="1259233" y="1338940"/>
                  </a:lnTo>
                  <a:lnTo>
                    <a:pt x="1259227" y="1338946"/>
                  </a:lnTo>
                  <a:lnTo>
                    <a:pt x="1259223" y="1338953"/>
                  </a:lnTo>
                  <a:lnTo>
                    <a:pt x="1259218" y="1338961"/>
                  </a:lnTo>
                  <a:lnTo>
                    <a:pt x="1259213" y="1338965"/>
                  </a:lnTo>
                  <a:lnTo>
                    <a:pt x="1259207" y="1338970"/>
                  </a:lnTo>
                  <a:lnTo>
                    <a:pt x="1259202" y="1338974"/>
                  </a:lnTo>
                  <a:lnTo>
                    <a:pt x="1259198" y="1338974"/>
                  </a:lnTo>
                  <a:lnTo>
                    <a:pt x="1259194" y="1338971"/>
                  </a:lnTo>
                  <a:lnTo>
                    <a:pt x="1259188" y="1338967"/>
                  </a:lnTo>
                  <a:lnTo>
                    <a:pt x="1259184" y="1338966"/>
                  </a:lnTo>
                  <a:lnTo>
                    <a:pt x="1259176" y="1338965"/>
                  </a:lnTo>
                  <a:lnTo>
                    <a:pt x="1259171" y="1338968"/>
                  </a:lnTo>
                  <a:lnTo>
                    <a:pt x="1259167" y="1338972"/>
                  </a:lnTo>
                  <a:lnTo>
                    <a:pt x="1259161" y="1338979"/>
                  </a:lnTo>
                  <a:lnTo>
                    <a:pt x="1259154" y="1338987"/>
                  </a:lnTo>
                  <a:lnTo>
                    <a:pt x="1259148" y="1338990"/>
                  </a:lnTo>
                  <a:lnTo>
                    <a:pt x="1259142" y="1338993"/>
                  </a:lnTo>
                  <a:lnTo>
                    <a:pt x="1259133" y="1338998"/>
                  </a:lnTo>
                  <a:lnTo>
                    <a:pt x="1259121" y="1339006"/>
                  </a:lnTo>
                  <a:lnTo>
                    <a:pt x="1259113" y="1339011"/>
                  </a:lnTo>
                  <a:lnTo>
                    <a:pt x="1259108" y="1339016"/>
                  </a:lnTo>
                  <a:lnTo>
                    <a:pt x="1259109" y="1339022"/>
                  </a:lnTo>
                  <a:lnTo>
                    <a:pt x="1259113" y="1339028"/>
                  </a:lnTo>
                  <a:lnTo>
                    <a:pt x="1259119" y="1339038"/>
                  </a:lnTo>
                  <a:lnTo>
                    <a:pt x="1259125" y="1339046"/>
                  </a:lnTo>
                  <a:lnTo>
                    <a:pt x="1259127" y="1339050"/>
                  </a:lnTo>
                  <a:lnTo>
                    <a:pt x="1259131" y="1339059"/>
                  </a:lnTo>
                  <a:lnTo>
                    <a:pt x="1259134" y="1339067"/>
                  </a:lnTo>
                  <a:lnTo>
                    <a:pt x="1259140" y="1339075"/>
                  </a:lnTo>
                  <a:lnTo>
                    <a:pt x="1259146" y="1339084"/>
                  </a:lnTo>
                  <a:lnTo>
                    <a:pt x="1259151" y="1339090"/>
                  </a:lnTo>
                  <a:lnTo>
                    <a:pt x="1259155" y="1339096"/>
                  </a:lnTo>
                  <a:lnTo>
                    <a:pt x="1259157" y="1339105"/>
                  </a:lnTo>
                  <a:lnTo>
                    <a:pt x="1259155" y="1339114"/>
                  </a:lnTo>
                  <a:lnTo>
                    <a:pt x="1259154" y="1339121"/>
                  </a:lnTo>
                  <a:lnTo>
                    <a:pt x="1259150" y="1339125"/>
                  </a:lnTo>
                  <a:lnTo>
                    <a:pt x="1259146" y="1339128"/>
                  </a:lnTo>
                  <a:lnTo>
                    <a:pt x="1259144" y="1339132"/>
                  </a:lnTo>
                  <a:lnTo>
                    <a:pt x="1259141" y="1339138"/>
                  </a:lnTo>
                  <a:lnTo>
                    <a:pt x="1259136" y="1339147"/>
                  </a:lnTo>
                  <a:lnTo>
                    <a:pt x="1259129" y="1339155"/>
                  </a:lnTo>
                  <a:lnTo>
                    <a:pt x="1259120" y="1339163"/>
                  </a:lnTo>
                  <a:lnTo>
                    <a:pt x="1259113" y="1339167"/>
                  </a:lnTo>
                  <a:lnTo>
                    <a:pt x="1259107" y="1339172"/>
                  </a:lnTo>
                  <a:lnTo>
                    <a:pt x="1259103" y="1339178"/>
                  </a:lnTo>
                  <a:lnTo>
                    <a:pt x="1259099" y="1339181"/>
                  </a:lnTo>
                  <a:lnTo>
                    <a:pt x="1259093" y="1339182"/>
                  </a:lnTo>
                  <a:lnTo>
                    <a:pt x="1259087" y="1339180"/>
                  </a:lnTo>
                  <a:lnTo>
                    <a:pt x="1259081" y="1339175"/>
                  </a:lnTo>
                  <a:lnTo>
                    <a:pt x="1259074" y="1339172"/>
                  </a:lnTo>
                  <a:lnTo>
                    <a:pt x="1259068" y="1339169"/>
                  </a:lnTo>
                  <a:lnTo>
                    <a:pt x="1259059" y="1339168"/>
                  </a:lnTo>
                  <a:lnTo>
                    <a:pt x="1259050" y="1339167"/>
                  </a:lnTo>
                  <a:lnTo>
                    <a:pt x="1259044" y="1339165"/>
                  </a:lnTo>
                  <a:lnTo>
                    <a:pt x="1259038" y="1339164"/>
                  </a:lnTo>
                  <a:lnTo>
                    <a:pt x="1259032" y="1339164"/>
                  </a:lnTo>
                  <a:lnTo>
                    <a:pt x="1259026" y="1339167"/>
                  </a:lnTo>
                  <a:lnTo>
                    <a:pt x="1259017" y="1339174"/>
                  </a:lnTo>
                  <a:lnTo>
                    <a:pt x="1259011" y="1339180"/>
                  </a:lnTo>
                  <a:lnTo>
                    <a:pt x="1259005" y="1339185"/>
                  </a:lnTo>
                  <a:lnTo>
                    <a:pt x="1259001" y="1339189"/>
                  </a:lnTo>
                  <a:lnTo>
                    <a:pt x="1258997" y="1339195"/>
                  </a:lnTo>
                  <a:lnTo>
                    <a:pt x="1258992" y="1339199"/>
                  </a:lnTo>
                  <a:lnTo>
                    <a:pt x="1258987" y="1339200"/>
                  </a:lnTo>
                  <a:lnTo>
                    <a:pt x="1258979" y="1339199"/>
                  </a:lnTo>
                  <a:lnTo>
                    <a:pt x="1258970" y="1339200"/>
                  </a:lnTo>
                  <a:lnTo>
                    <a:pt x="1258963" y="1339203"/>
                  </a:lnTo>
                  <a:lnTo>
                    <a:pt x="1258957" y="1339206"/>
                  </a:lnTo>
                  <a:lnTo>
                    <a:pt x="1258951" y="1339211"/>
                  </a:lnTo>
                  <a:lnTo>
                    <a:pt x="1258942" y="1339219"/>
                  </a:lnTo>
                  <a:lnTo>
                    <a:pt x="1258936" y="1339226"/>
                  </a:lnTo>
                  <a:lnTo>
                    <a:pt x="1258930" y="1339232"/>
                  </a:lnTo>
                  <a:lnTo>
                    <a:pt x="1258924" y="1339236"/>
                  </a:lnTo>
                  <a:lnTo>
                    <a:pt x="1258919" y="1339239"/>
                  </a:lnTo>
                  <a:lnTo>
                    <a:pt x="1258895" y="1339247"/>
                  </a:lnTo>
                  <a:lnTo>
                    <a:pt x="1258888" y="1339249"/>
                  </a:lnTo>
                  <a:lnTo>
                    <a:pt x="1258866" y="1339256"/>
                  </a:lnTo>
                  <a:lnTo>
                    <a:pt x="1258859" y="1339257"/>
                  </a:lnTo>
                  <a:lnTo>
                    <a:pt x="1258845" y="1339259"/>
                  </a:lnTo>
                  <a:lnTo>
                    <a:pt x="1258835" y="1339259"/>
                  </a:lnTo>
                  <a:lnTo>
                    <a:pt x="1258824" y="1339259"/>
                  </a:lnTo>
                  <a:lnTo>
                    <a:pt x="1258808" y="1339255"/>
                  </a:lnTo>
                  <a:lnTo>
                    <a:pt x="1258785" y="1339247"/>
                  </a:lnTo>
                  <a:lnTo>
                    <a:pt x="1258775" y="1339244"/>
                  </a:lnTo>
                  <a:lnTo>
                    <a:pt x="1258762" y="1339244"/>
                  </a:lnTo>
                  <a:lnTo>
                    <a:pt x="1258750" y="1339241"/>
                  </a:lnTo>
                  <a:lnTo>
                    <a:pt x="1258742" y="1339238"/>
                  </a:lnTo>
                  <a:lnTo>
                    <a:pt x="1258728" y="1339233"/>
                  </a:lnTo>
                  <a:lnTo>
                    <a:pt x="1258720" y="1339233"/>
                  </a:lnTo>
                  <a:lnTo>
                    <a:pt x="1258712" y="1339238"/>
                  </a:lnTo>
                  <a:lnTo>
                    <a:pt x="1258705" y="1339253"/>
                  </a:lnTo>
                  <a:lnTo>
                    <a:pt x="1258702" y="1339266"/>
                  </a:lnTo>
                  <a:lnTo>
                    <a:pt x="1258695" y="1339277"/>
                  </a:lnTo>
                  <a:lnTo>
                    <a:pt x="1258685" y="1339284"/>
                  </a:lnTo>
                  <a:lnTo>
                    <a:pt x="1258672" y="1339284"/>
                  </a:lnTo>
                  <a:lnTo>
                    <a:pt x="1258659" y="1339287"/>
                  </a:lnTo>
                  <a:lnTo>
                    <a:pt x="1258652" y="1339294"/>
                  </a:lnTo>
                  <a:lnTo>
                    <a:pt x="1258646" y="1339311"/>
                  </a:lnTo>
                  <a:lnTo>
                    <a:pt x="1258642" y="1339321"/>
                  </a:lnTo>
                  <a:lnTo>
                    <a:pt x="1258637" y="1339336"/>
                  </a:lnTo>
                  <a:lnTo>
                    <a:pt x="1258631" y="1339353"/>
                  </a:lnTo>
                  <a:lnTo>
                    <a:pt x="1258625" y="1339362"/>
                  </a:lnTo>
                  <a:lnTo>
                    <a:pt x="1258621" y="1339369"/>
                  </a:lnTo>
                  <a:lnTo>
                    <a:pt x="1258612" y="1339382"/>
                  </a:lnTo>
                  <a:lnTo>
                    <a:pt x="1258603" y="1339381"/>
                  </a:lnTo>
                  <a:lnTo>
                    <a:pt x="1258596" y="1339380"/>
                  </a:lnTo>
                  <a:lnTo>
                    <a:pt x="1258588" y="1339380"/>
                  </a:lnTo>
                  <a:lnTo>
                    <a:pt x="1258574" y="1339377"/>
                  </a:lnTo>
                  <a:lnTo>
                    <a:pt x="1258557" y="1339373"/>
                  </a:lnTo>
                  <a:lnTo>
                    <a:pt x="1258534" y="1339365"/>
                  </a:lnTo>
                  <a:lnTo>
                    <a:pt x="1258523" y="1339358"/>
                  </a:lnTo>
                  <a:lnTo>
                    <a:pt x="1258519" y="1339353"/>
                  </a:lnTo>
                  <a:lnTo>
                    <a:pt x="1258510" y="1339343"/>
                  </a:lnTo>
                  <a:lnTo>
                    <a:pt x="1258501" y="1339331"/>
                  </a:lnTo>
                  <a:lnTo>
                    <a:pt x="1258494" y="1339326"/>
                  </a:lnTo>
                  <a:lnTo>
                    <a:pt x="1258480" y="1339322"/>
                  </a:lnTo>
                  <a:lnTo>
                    <a:pt x="1258475" y="1339314"/>
                  </a:lnTo>
                  <a:lnTo>
                    <a:pt x="1258471" y="1339304"/>
                  </a:lnTo>
                  <a:lnTo>
                    <a:pt x="1258468" y="1339297"/>
                  </a:lnTo>
                  <a:lnTo>
                    <a:pt x="1258458" y="1339286"/>
                  </a:lnTo>
                  <a:lnTo>
                    <a:pt x="1258452" y="1339271"/>
                  </a:lnTo>
                  <a:lnTo>
                    <a:pt x="1258446" y="1339251"/>
                  </a:lnTo>
                  <a:lnTo>
                    <a:pt x="1258442" y="1339242"/>
                  </a:lnTo>
                  <a:lnTo>
                    <a:pt x="1258437" y="1339242"/>
                  </a:lnTo>
                  <a:lnTo>
                    <a:pt x="1258428" y="1339245"/>
                  </a:lnTo>
                  <a:lnTo>
                    <a:pt x="1258415" y="1339252"/>
                  </a:lnTo>
                  <a:lnTo>
                    <a:pt x="1258401" y="1339252"/>
                  </a:lnTo>
                  <a:lnTo>
                    <a:pt x="1258392" y="1339247"/>
                  </a:lnTo>
                  <a:lnTo>
                    <a:pt x="1258376" y="1339241"/>
                  </a:lnTo>
                  <a:lnTo>
                    <a:pt x="1258364" y="1339238"/>
                  </a:lnTo>
                  <a:lnTo>
                    <a:pt x="1258355" y="1339228"/>
                  </a:lnTo>
                  <a:lnTo>
                    <a:pt x="1258349" y="1339224"/>
                  </a:lnTo>
                  <a:lnTo>
                    <a:pt x="1258340" y="1339217"/>
                  </a:lnTo>
                  <a:lnTo>
                    <a:pt x="1258335" y="1339213"/>
                  </a:lnTo>
                  <a:lnTo>
                    <a:pt x="1258332" y="1339207"/>
                  </a:lnTo>
                  <a:lnTo>
                    <a:pt x="1258330" y="1339200"/>
                  </a:lnTo>
                  <a:lnTo>
                    <a:pt x="1258328" y="1339186"/>
                  </a:lnTo>
                  <a:lnTo>
                    <a:pt x="1258319" y="1339173"/>
                  </a:lnTo>
                  <a:lnTo>
                    <a:pt x="1258296" y="1339151"/>
                  </a:lnTo>
                  <a:lnTo>
                    <a:pt x="1258289" y="1339146"/>
                  </a:lnTo>
                  <a:lnTo>
                    <a:pt x="1258282" y="1339143"/>
                  </a:lnTo>
                  <a:lnTo>
                    <a:pt x="1258272" y="1339142"/>
                  </a:lnTo>
                  <a:lnTo>
                    <a:pt x="1258262" y="1339142"/>
                  </a:lnTo>
                  <a:lnTo>
                    <a:pt x="1258257" y="1339142"/>
                  </a:lnTo>
                  <a:lnTo>
                    <a:pt x="1258248" y="1339142"/>
                  </a:lnTo>
                  <a:lnTo>
                    <a:pt x="1258240" y="1339141"/>
                  </a:lnTo>
                  <a:lnTo>
                    <a:pt x="1258220" y="1339140"/>
                  </a:lnTo>
                  <a:lnTo>
                    <a:pt x="1258216" y="1339147"/>
                  </a:lnTo>
                  <a:lnTo>
                    <a:pt x="1258216" y="1339170"/>
                  </a:lnTo>
                  <a:lnTo>
                    <a:pt x="1258217" y="1339187"/>
                  </a:lnTo>
                  <a:lnTo>
                    <a:pt x="1258208" y="1339194"/>
                  </a:lnTo>
                  <a:lnTo>
                    <a:pt x="1258199" y="1339200"/>
                  </a:lnTo>
                  <a:lnTo>
                    <a:pt x="1258196" y="1339206"/>
                  </a:lnTo>
                  <a:lnTo>
                    <a:pt x="1258192" y="1339209"/>
                  </a:lnTo>
                  <a:lnTo>
                    <a:pt x="1258185" y="1339213"/>
                  </a:lnTo>
                  <a:lnTo>
                    <a:pt x="1258175" y="1339218"/>
                  </a:lnTo>
                  <a:lnTo>
                    <a:pt x="1258170" y="1339220"/>
                  </a:lnTo>
                  <a:lnTo>
                    <a:pt x="1258165" y="1339224"/>
                  </a:lnTo>
                  <a:lnTo>
                    <a:pt x="1258163" y="1339228"/>
                  </a:lnTo>
                  <a:lnTo>
                    <a:pt x="1258158" y="1339232"/>
                  </a:lnTo>
                  <a:lnTo>
                    <a:pt x="1258153" y="1339234"/>
                  </a:lnTo>
                  <a:lnTo>
                    <a:pt x="1258142" y="1339240"/>
                  </a:lnTo>
                  <a:lnTo>
                    <a:pt x="1258134" y="1339246"/>
                  </a:lnTo>
                  <a:lnTo>
                    <a:pt x="1258124" y="1339253"/>
                  </a:lnTo>
                  <a:lnTo>
                    <a:pt x="1258117" y="1339259"/>
                  </a:lnTo>
                  <a:lnTo>
                    <a:pt x="1258113" y="1339265"/>
                  </a:lnTo>
                  <a:lnTo>
                    <a:pt x="1258109" y="1339273"/>
                  </a:lnTo>
                  <a:lnTo>
                    <a:pt x="1258106" y="1339282"/>
                  </a:lnTo>
                  <a:lnTo>
                    <a:pt x="1258104" y="1339286"/>
                  </a:lnTo>
                  <a:lnTo>
                    <a:pt x="1258102" y="1339290"/>
                  </a:lnTo>
                  <a:lnTo>
                    <a:pt x="1258097" y="1339293"/>
                  </a:lnTo>
                  <a:lnTo>
                    <a:pt x="1258089" y="1339297"/>
                  </a:lnTo>
                  <a:lnTo>
                    <a:pt x="1258077" y="1339301"/>
                  </a:lnTo>
                  <a:lnTo>
                    <a:pt x="1258066" y="1339304"/>
                  </a:lnTo>
                  <a:lnTo>
                    <a:pt x="1258056" y="1339306"/>
                  </a:lnTo>
                  <a:lnTo>
                    <a:pt x="1258038" y="1339310"/>
                  </a:lnTo>
                  <a:lnTo>
                    <a:pt x="1258033" y="1339310"/>
                  </a:lnTo>
                  <a:lnTo>
                    <a:pt x="1258027" y="1339310"/>
                  </a:lnTo>
                  <a:lnTo>
                    <a:pt x="1258023" y="1339311"/>
                  </a:lnTo>
                  <a:lnTo>
                    <a:pt x="1258019" y="1339313"/>
                  </a:lnTo>
                  <a:lnTo>
                    <a:pt x="1258014" y="1339314"/>
                  </a:lnTo>
                  <a:lnTo>
                    <a:pt x="1258006" y="1339318"/>
                  </a:lnTo>
                  <a:lnTo>
                    <a:pt x="1257997" y="1339324"/>
                  </a:lnTo>
                  <a:lnTo>
                    <a:pt x="1257989" y="1339327"/>
                  </a:lnTo>
                  <a:lnTo>
                    <a:pt x="1257982" y="1339331"/>
                  </a:lnTo>
                  <a:lnTo>
                    <a:pt x="1257975" y="1339333"/>
                  </a:lnTo>
                  <a:lnTo>
                    <a:pt x="1257969" y="1339331"/>
                  </a:lnTo>
                  <a:lnTo>
                    <a:pt x="1257964" y="1339328"/>
                  </a:lnTo>
                  <a:lnTo>
                    <a:pt x="1257956" y="1339325"/>
                  </a:lnTo>
                  <a:lnTo>
                    <a:pt x="1257949" y="1339324"/>
                  </a:lnTo>
                  <a:lnTo>
                    <a:pt x="1257939" y="1339321"/>
                  </a:lnTo>
                  <a:lnTo>
                    <a:pt x="1257933" y="1339322"/>
                  </a:lnTo>
                  <a:lnTo>
                    <a:pt x="1257927" y="1339323"/>
                  </a:lnTo>
                  <a:lnTo>
                    <a:pt x="1257922" y="1339317"/>
                  </a:lnTo>
                  <a:lnTo>
                    <a:pt x="1257913" y="1339299"/>
                  </a:lnTo>
                  <a:lnTo>
                    <a:pt x="1257908" y="1339288"/>
                  </a:lnTo>
                  <a:lnTo>
                    <a:pt x="1257906" y="1339283"/>
                  </a:lnTo>
                  <a:lnTo>
                    <a:pt x="1257905" y="1339276"/>
                  </a:lnTo>
                  <a:lnTo>
                    <a:pt x="1257905" y="1339269"/>
                  </a:lnTo>
                  <a:lnTo>
                    <a:pt x="1257907" y="1339263"/>
                  </a:lnTo>
                  <a:lnTo>
                    <a:pt x="1257910" y="1339255"/>
                  </a:lnTo>
                  <a:lnTo>
                    <a:pt x="1257912" y="1339246"/>
                  </a:lnTo>
                  <a:lnTo>
                    <a:pt x="1257912" y="1339238"/>
                  </a:lnTo>
                  <a:lnTo>
                    <a:pt x="1257911" y="1339230"/>
                  </a:lnTo>
                  <a:lnTo>
                    <a:pt x="1257908" y="1339222"/>
                  </a:lnTo>
                  <a:lnTo>
                    <a:pt x="1257905" y="1339216"/>
                  </a:lnTo>
                  <a:lnTo>
                    <a:pt x="1257901" y="1339211"/>
                  </a:lnTo>
                  <a:lnTo>
                    <a:pt x="1257894" y="1339206"/>
                  </a:lnTo>
                  <a:lnTo>
                    <a:pt x="1257886" y="1339203"/>
                  </a:lnTo>
                  <a:lnTo>
                    <a:pt x="1257879" y="1339198"/>
                  </a:lnTo>
                  <a:lnTo>
                    <a:pt x="1257876" y="1339190"/>
                  </a:lnTo>
                  <a:lnTo>
                    <a:pt x="1257873" y="1339178"/>
                  </a:lnTo>
                  <a:lnTo>
                    <a:pt x="1257869" y="1339160"/>
                  </a:lnTo>
                  <a:lnTo>
                    <a:pt x="1257866" y="1339149"/>
                  </a:lnTo>
                  <a:lnTo>
                    <a:pt x="1257861" y="1339136"/>
                  </a:lnTo>
                  <a:lnTo>
                    <a:pt x="1257855" y="1339120"/>
                  </a:lnTo>
                  <a:lnTo>
                    <a:pt x="1257852" y="1339108"/>
                  </a:lnTo>
                  <a:lnTo>
                    <a:pt x="1257848" y="1339097"/>
                  </a:lnTo>
                  <a:lnTo>
                    <a:pt x="1257844" y="1339088"/>
                  </a:lnTo>
                  <a:lnTo>
                    <a:pt x="1257840" y="1339081"/>
                  </a:lnTo>
                  <a:lnTo>
                    <a:pt x="1257834" y="1339076"/>
                  </a:lnTo>
                  <a:lnTo>
                    <a:pt x="1257821" y="1339071"/>
                  </a:lnTo>
                  <a:lnTo>
                    <a:pt x="1257809" y="1339071"/>
                  </a:lnTo>
                  <a:lnTo>
                    <a:pt x="1257800" y="1339069"/>
                  </a:lnTo>
                  <a:lnTo>
                    <a:pt x="1257792" y="1339065"/>
                  </a:lnTo>
                  <a:lnTo>
                    <a:pt x="1257789" y="1339059"/>
                  </a:lnTo>
                  <a:lnTo>
                    <a:pt x="1257788" y="1339050"/>
                  </a:lnTo>
                  <a:lnTo>
                    <a:pt x="1257789" y="1339045"/>
                  </a:lnTo>
                  <a:lnTo>
                    <a:pt x="1257791" y="1339032"/>
                  </a:lnTo>
                  <a:lnTo>
                    <a:pt x="1257787" y="1339011"/>
                  </a:lnTo>
                  <a:lnTo>
                    <a:pt x="1257786" y="1339002"/>
                  </a:lnTo>
                  <a:lnTo>
                    <a:pt x="1257783" y="1338996"/>
                  </a:lnTo>
                  <a:lnTo>
                    <a:pt x="1257778" y="1338990"/>
                  </a:lnTo>
                  <a:lnTo>
                    <a:pt x="1257774" y="1338983"/>
                  </a:lnTo>
                  <a:lnTo>
                    <a:pt x="1257775" y="1338975"/>
                  </a:lnTo>
                  <a:lnTo>
                    <a:pt x="1257778" y="1338966"/>
                  </a:lnTo>
                  <a:lnTo>
                    <a:pt x="1257781" y="1338957"/>
                  </a:lnTo>
                  <a:lnTo>
                    <a:pt x="1257781" y="1338952"/>
                  </a:lnTo>
                  <a:lnTo>
                    <a:pt x="1257782" y="1338938"/>
                  </a:lnTo>
                  <a:lnTo>
                    <a:pt x="1257780" y="1338933"/>
                  </a:lnTo>
                  <a:lnTo>
                    <a:pt x="1257774" y="1338931"/>
                  </a:lnTo>
                  <a:lnTo>
                    <a:pt x="1257765" y="1338930"/>
                  </a:lnTo>
                  <a:lnTo>
                    <a:pt x="1257758" y="1338930"/>
                  </a:lnTo>
                  <a:lnTo>
                    <a:pt x="1257749" y="1338930"/>
                  </a:lnTo>
                  <a:lnTo>
                    <a:pt x="1257739" y="1338930"/>
                  </a:lnTo>
                  <a:lnTo>
                    <a:pt x="1257729" y="1338930"/>
                  </a:lnTo>
                  <a:lnTo>
                    <a:pt x="1257721" y="1338932"/>
                  </a:lnTo>
                  <a:lnTo>
                    <a:pt x="1257714" y="1338934"/>
                  </a:lnTo>
                  <a:lnTo>
                    <a:pt x="1257707" y="1338936"/>
                  </a:lnTo>
                  <a:lnTo>
                    <a:pt x="1257700" y="1338936"/>
                  </a:lnTo>
                  <a:lnTo>
                    <a:pt x="1257693" y="1338932"/>
                  </a:lnTo>
                  <a:lnTo>
                    <a:pt x="1257690" y="1338929"/>
                  </a:lnTo>
                  <a:lnTo>
                    <a:pt x="1257687" y="1338925"/>
                  </a:lnTo>
                  <a:lnTo>
                    <a:pt x="1257686" y="1338920"/>
                  </a:lnTo>
                  <a:lnTo>
                    <a:pt x="1257685" y="1338915"/>
                  </a:lnTo>
                  <a:lnTo>
                    <a:pt x="1257682" y="1338910"/>
                  </a:lnTo>
                  <a:lnTo>
                    <a:pt x="1257675" y="1338904"/>
                  </a:lnTo>
                  <a:lnTo>
                    <a:pt x="1257671" y="1338899"/>
                  </a:lnTo>
                  <a:lnTo>
                    <a:pt x="1257667" y="1338895"/>
                  </a:lnTo>
                  <a:lnTo>
                    <a:pt x="1257663" y="1338890"/>
                  </a:lnTo>
                  <a:lnTo>
                    <a:pt x="1257659" y="1338893"/>
                  </a:lnTo>
                  <a:lnTo>
                    <a:pt x="1257653" y="1338899"/>
                  </a:lnTo>
                  <a:lnTo>
                    <a:pt x="1257641" y="1338911"/>
                  </a:lnTo>
                  <a:lnTo>
                    <a:pt x="1257637" y="1338915"/>
                  </a:lnTo>
                  <a:lnTo>
                    <a:pt x="1257634" y="1338919"/>
                  </a:lnTo>
                  <a:lnTo>
                    <a:pt x="1257629" y="1338925"/>
                  </a:lnTo>
                  <a:lnTo>
                    <a:pt x="1257626" y="1338932"/>
                  </a:lnTo>
                  <a:lnTo>
                    <a:pt x="1257623" y="1338939"/>
                  </a:lnTo>
                  <a:lnTo>
                    <a:pt x="1257621" y="1338945"/>
                  </a:lnTo>
                  <a:lnTo>
                    <a:pt x="1257620" y="1338953"/>
                  </a:lnTo>
                  <a:lnTo>
                    <a:pt x="1257619" y="1338960"/>
                  </a:lnTo>
                  <a:lnTo>
                    <a:pt x="1257619" y="1338972"/>
                  </a:lnTo>
                  <a:lnTo>
                    <a:pt x="1257619" y="1338980"/>
                  </a:lnTo>
                  <a:lnTo>
                    <a:pt x="1257619" y="1338986"/>
                  </a:lnTo>
                  <a:lnTo>
                    <a:pt x="1257617" y="1338991"/>
                  </a:lnTo>
                  <a:lnTo>
                    <a:pt x="1257614" y="1338995"/>
                  </a:lnTo>
                  <a:lnTo>
                    <a:pt x="1257611" y="1339000"/>
                  </a:lnTo>
                  <a:lnTo>
                    <a:pt x="1257606" y="1339004"/>
                  </a:lnTo>
                  <a:lnTo>
                    <a:pt x="1257603" y="1339006"/>
                  </a:lnTo>
                  <a:lnTo>
                    <a:pt x="1257598" y="1339011"/>
                  </a:lnTo>
                  <a:lnTo>
                    <a:pt x="1257596" y="1339017"/>
                  </a:lnTo>
                  <a:lnTo>
                    <a:pt x="1257595" y="1339024"/>
                  </a:lnTo>
                  <a:lnTo>
                    <a:pt x="1257594" y="1339034"/>
                  </a:lnTo>
                  <a:lnTo>
                    <a:pt x="1257585" y="1339039"/>
                  </a:lnTo>
                  <a:lnTo>
                    <a:pt x="1257576" y="1339043"/>
                  </a:lnTo>
                  <a:lnTo>
                    <a:pt x="1257566" y="1339048"/>
                  </a:lnTo>
                  <a:lnTo>
                    <a:pt x="1257551" y="1339054"/>
                  </a:lnTo>
                  <a:lnTo>
                    <a:pt x="1257544" y="1339058"/>
                  </a:lnTo>
                  <a:lnTo>
                    <a:pt x="1257538" y="1339061"/>
                  </a:lnTo>
                  <a:lnTo>
                    <a:pt x="1257534" y="1339062"/>
                  </a:lnTo>
                  <a:lnTo>
                    <a:pt x="1257529" y="1339062"/>
                  </a:lnTo>
                  <a:lnTo>
                    <a:pt x="1257525" y="1339060"/>
                  </a:lnTo>
                  <a:lnTo>
                    <a:pt x="1257518" y="1339058"/>
                  </a:lnTo>
                  <a:lnTo>
                    <a:pt x="1257510" y="1339056"/>
                  </a:lnTo>
                  <a:lnTo>
                    <a:pt x="1257504" y="1339054"/>
                  </a:lnTo>
                  <a:lnTo>
                    <a:pt x="1257500" y="1339052"/>
                  </a:lnTo>
                  <a:lnTo>
                    <a:pt x="1257498" y="1339046"/>
                  </a:lnTo>
                  <a:lnTo>
                    <a:pt x="1257496" y="1339038"/>
                  </a:lnTo>
                  <a:lnTo>
                    <a:pt x="1257495" y="1339030"/>
                  </a:lnTo>
                  <a:lnTo>
                    <a:pt x="1257495" y="1339024"/>
                  </a:lnTo>
                  <a:lnTo>
                    <a:pt x="1257498" y="1339012"/>
                  </a:lnTo>
                  <a:lnTo>
                    <a:pt x="1257501" y="1339007"/>
                  </a:lnTo>
                  <a:lnTo>
                    <a:pt x="1257504" y="1339003"/>
                  </a:lnTo>
                  <a:lnTo>
                    <a:pt x="1257510" y="1338995"/>
                  </a:lnTo>
                  <a:lnTo>
                    <a:pt x="1257513" y="1338991"/>
                  </a:lnTo>
                  <a:lnTo>
                    <a:pt x="1257515" y="1338986"/>
                  </a:lnTo>
                  <a:lnTo>
                    <a:pt x="1257515" y="1338979"/>
                  </a:lnTo>
                  <a:lnTo>
                    <a:pt x="1257514" y="1338967"/>
                  </a:lnTo>
                  <a:lnTo>
                    <a:pt x="1257512" y="1338956"/>
                  </a:lnTo>
                  <a:lnTo>
                    <a:pt x="1257510" y="1338947"/>
                  </a:lnTo>
                  <a:lnTo>
                    <a:pt x="1257511" y="1338939"/>
                  </a:lnTo>
                  <a:lnTo>
                    <a:pt x="1257511" y="1338930"/>
                  </a:lnTo>
                  <a:lnTo>
                    <a:pt x="1257507" y="1338924"/>
                  </a:lnTo>
                  <a:lnTo>
                    <a:pt x="1257502" y="1338920"/>
                  </a:lnTo>
                  <a:lnTo>
                    <a:pt x="1257497" y="1338916"/>
                  </a:lnTo>
                  <a:lnTo>
                    <a:pt x="1257492" y="1338911"/>
                  </a:lnTo>
                  <a:lnTo>
                    <a:pt x="1257486" y="1338904"/>
                  </a:lnTo>
                  <a:lnTo>
                    <a:pt x="1257483" y="1338898"/>
                  </a:lnTo>
                  <a:lnTo>
                    <a:pt x="1257478" y="1338889"/>
                  </a:lnTo>
                  <a:lnTo>
                    <a:pt x="1257476" y="1338884"/>
                  </a:lnTo>
                  <a:lnTo>
                    <a:pt x="1257473" y="1338881"/>
                  </a:lnTo>
                  <a:lnTo>
                    <a:pt x="1257468" y="1338878"/>
                  </a:lnTo>
                  <a:lnTo>
                    <a:pt x="1257456" y="1338874"/>
                  </a:lnTo>
                  <a:lnTo>
                    <a:pt x="1257441" y="1338869"/>
                  </a:lnTo>
                  <a:lnTo>
                    <a:pt x="1257423" y="1338863"/>
                  </a:lnTo>
                  <a:lnTo>
                    <a:pt x="1257413" y="1338860"/>
                  </a:lnTo>
                  <a:lnTo>
                    <a:pt x="1257407" y="1338858"/>
                  </a:lnTo>
                  <a:lnTo>
                    <a:pt x="1257403" y="1338854"/>
                  </a:lnTo>
                  <a:lnTo>
                    <a:pt x="1257402" y="1338846"/>
                  </a:lnTo>
                  <a:lnTo>
                    <a:pt x="1257400" y="1338832"/>
                  </a:lnTo>
                  <a:lnTo>
                    <a:pt x="1257396" y="1338821"/>
                  </a:lnTo>
                  <a:lnTo>
                    <a:pt x="1257393" y="1338813"/>
                  </a:lnTo>
                  <a:lnTo>
                    <a:pt x="1257389" y="1338802"/>
                  </a:lnTo>
                  <a:lnTo>
                    <a:pt x="1257387" y="1338796"/>
                  </a:lnTo>
                  <a:lnTo>
                    <a:pt x="1257384" y="1338790"/>
                  </a:lnTo>
                  <a:lnTo>
                    <a:pt x="1257380" y="1338784"/>
                  </a:lnTo>
                  <a:lnTo>
                    <a:pt x="1257375" y="1338776"/>
                  </a:lnTo>
                  <a:lnTo>
                    <a:pt x="1257373" y="1338770"/>
                  </a:lnTo>
                  <a:lnTo>
                    <a:pt x="1257371" y="1338765"/>
                  </a:lnTo>
                  <a:lnTo>
                    <a:pt x="1257370" y="1338758"/>
                  </a:lnTo>
                  <a:lnTo>
                    <a:pt x="1257371" y="1338747"/>
                  </a:lnTo>
                  <a:lnTo>
                    <a:pt x="1257371" y="1338738"/>
                  </a:lnTo>
                  <a:lnTo>
                    <a:pt x="1257373" y="1338727"/>
                  </a:lnTo>
                  <a:lnTo>
                    <a:pt x="1257374" y="1338721"/>
                  </a:lnTo>
                  <a:lnTo>
                    <a:pt x="1257370" y="1338715"/>
                  </a:lnTo>
                  <a:lnTo>
                    <a:pt x="1257365" y="1338711"/>
                  </a:lnTo>
                  <a:lnTo>
                    <a:pt x="1257358" y="1338708"/>
                  </a:lnTo>
                  <a:lnTo>
                    <a:pt x="1257351" y="1338706"/>
                  </a:lnTo>
                  <a:lnTo>
                    <a:pt x="1257344" y="1338706"/>
                  </a:lnTo>
                  <a:lnTo>
                    <a:pt x="1257335" y="1338706"/>
                  </a:lnTo>
                  <a:lnTo>
                    <a:pt x="1257328" y="1338708"/>
                  </a:lnTo>
                  <a:lnTo>
                    <a:pt x="1257321" y="1338711"/>
                  </a:lnTo>
                  <a:lnTo>
                    <a:pt x="1257313" y="1338714"/>
                  </a:lnTo>
                  <a:lnTo>
                    <a:pt x="1257304" y="1338716"/>
                  </a:lnTo>
                  <a:lnTo>
                    <a:pt x="1257297" y="1338718"/>
                  </a:lnTo>
                  <a:lnTo>
                    <a:pt x="1257291" y="1338718"/>
                  </a:lnTo>
                  <a:lnTo>
                    <a:pt x="1257286" y="1338716"/>
                  </a:lnTo>
                  <a:lnTo>
                    <a:pt x="1257276" y="1338711"/>
                  </a:lnTo>
                  <a:lnTo>
                    <a:pt x="1257265" y="1338705"/>
                  </a:lnTo>
                  <a:lnTo>
                    <a:pt x="1257256" y="1338702"/>
                  </a:lnTo>
                  <a:lnTo>
                    <a:pt x="1257250" y="1338700"/>
                  </a:lnTo>
                  <a:lnTo>
                    <a:pt x="1257246" y="1338704"/>
                  </a:lnTo>
                  <a:lnTo>
                    <a:pt x="1257242" y="1338710"/>
                  </a:lnTo>
                  <a:lnTo>
                    <a:pt x="1257239" y="1338716"/>
                  </a:lnTo>
                  <a:lnTo>
                    <a:pt x="1257237" y="1338722"/>
                  </a:lnTo>
                  <a:lnTo>
                    <a:pt x="1257235" y="1338727"/>
                  </a:lnTo>
                  <a:lnTo>
                    <a:pt x="1257231" y="1338731"/>
                  </a:lnTo>
                  <a:lnTo>
                    <a:pt x="1257227" y="1338737"/>
                  </a:lnTo>
                  <a:lnTo>
                    <a:pt x="1257224" y="1338746"/>
                  </a:lnTo>
                  <a:lnTo>
                    <a:pt x="1257218" y="1338758"/>
                  </a:lnTo>
                  <a:lnTo>
                    <a:pt x="1257209" y="1338774"/>
                  </a:lnTo>
                  <a:lnTo>
                    <a:pt x="1257203" y="1338785"/>
                  </a:lnTo>
                  <a:lnTo>
                    <a:pt x="1257199" y="1338790"/>
                  </a:lnTo>
                  <a:lnTo>
                    <a:pt x="1257196" y="1338793"/>
                  </a:lnTo>
                  <a:lnTo>
                    <a:pt x="1257192" y="1338796"/>
                  </a:lnTo>
                  <a:lnTo>
                    <a:pt x="1257186" y="1338799"/>
                  </a:lnTo>
                  <a:lnTo>
                    <a:pt x="1257180" y="1338799"/>
                  </a:lnTo>
                  <a:lnTo>
                    <a:pt x="1257176" y="1338798"/>
                  </a:lnTo>
                  <a:lnTo>
                    <a:pt x="1257168" y="1338796"/>
                  </a:lnTo>
                  <a:lnTo>
                    <a:pt x="1257161" y="1338793"/>
                  </a:lnTo>
                  <a:lnTo>
                    <a:pt x="1257153" y="1338790"/>
                  </a:lnTo>
                  <a:lnTo>
                    <a:pt x="1257144" y="1338787"/>
                  </a:lnTo>
                  <a:lnTo>
                    <a:pt x="1257136" y="1338785"/>
                  </a:lnTo>
                  <a:lnTo>
                    <a:pt x="1257128" y="1338784"/>
                  </a:lnTo>
                  <a:lnTo>
                    <a:pt x="1257118" y="1338784"/>
                  </a:lnTo>
                  <a:lnTo>
                    <a:pt x="1257106" y="1338784"/>
                  </a:lnTo>
                  <a:lnTo>
                    <a:pt x="1257097" y="1338785"/>
                  </a:lnTo>
                  <a:lnTo>
                    <a:pt x="1257090" y="1338786"/>
                  </a:lnTo>
                  <a:lnTo>
                    <a:pt x="1257080" y="1338787"/>
                  </a:lnTo>
                  <a:lnTo>
                    <a:pt x="1257075" y="1338788"/>
                  </a:lnTo>
                  <a:lnTo>
                    <a:pt x="1257069" y="1338788"/>
                  </a:lnTo>
                  <a:lnTo>
                    <a:pt x="1257058" y="1338789"/>
                  </a:lnTo>
                  <a:lnTo>
                    <a:pt x="1257047" y="1338791"/>
                  </a:lnTo>
                  <a:lnTo>
                    <a:pt x="1257039" y="1338793"/>
                  </a:lnTo>
                  <a:lnTo>
                    <a:pt x="1257031" y="1338796"/>
                  </a:lnTo>
                  <a:lnTo>
                    <a:pt x="1257022" y="1338801"/>
                  </a:lnTo>
                  <a:lnTo>
                    <a:pt x="1257017" y="1338805"/>
                  </a:lnTo>
                  <a:lnTo>
                    <a:pt x="1257015" y="1338809"/>
                  </a:lnTo>
                  <a:lnTo>
                    <a:pt x="1257012" y="1338813"/>
                  </a:lnTo>
                  <a:lnTo>
                    <a:pt x="1257008" y="1338815"/>
                  </a:lnTo>
                  <a:lnTo>
                    <a:pt x="1257003" y="1338816"/>
                  </a:lnTo>
                  <a:lnTo>
                    <a:pt x="1256997" y="1338815"/>
                  </a:lnTo>
                  <a:lnTo>
                    <a:pt x="1256990" y="1338813"/>
                  </a:lnTo>
                  <a:lnTo>
                    <a:pt x="1256981" y="1338809"/>
                  </a:lnTo>
                  <a:lnTo>
                    <a:pt x="1256967" y="1338802"/>
                  </a:lnTo>
                  <a:lnTo>
                    <a:pt x="1256956" y="1338798"/>
                  </a:lnTo>
                  <a:lnTo>
                    <a:pt x="1256949" y="1338801"/>
                  </a:lnTo>
                  <a:lnTo>
                    <a:pt x="1256944" y="1338805"/>
                  </a:lnTo>
                  <a:lnTo>
                    <a:pt x="1256938" y="1338809"/>
                  </a:lnTo>
                  <a:lnTo>
                    <a:pt x="1256933" y="1338813"/>
                  </a:lnTo>
                  <a:lnTo>
                    <a:pt x="1256928" y="1338820"/>
                  </a:lnTo>
                  <a:lnTo>
                    <a:pt x="1256922" y="1338829"/>
                  </a:lnTo>
                  <a:lnTo>
                    <a:pt x="1256915" y="1338841"/>
                  </a:lnTo>
                  <a:lnTo>
                    <a:pt x="1256910" y="1338853"/>
                  </a:lnTo>
                  <a:lnTo>
                    <a:pt x="1256904" y="1338864"/>
                  </a:lnTo>
                  <a:lnTo>
                    <a:pt x="1256900" y="1338870"/>
                  </a:lnTo>
                  <a:lnTo>
                    <a:pt x="1256896" y="1338874"/>
                  </a:lnTo>
                  <a:lnTo>
                    <a:pt x="1256888" y="1338881"/>
                  </a:lnTo>
                  <a:lnTo>
                    <a:pt x="1256869" y="1338899"/>
                  </a:lnTo>
                  <a:lnTo>
                    <a:pt x="1256848" y="1338918"/>
                  </a:lnTo>
                  <a:lnTo>
                    <a:pt x="1256789" y="1338981"/>
                  </a:lnTo>
                  <a:lnTo>
                    <a:pt x="1256719" y="1339019"/>
                  </a:lnTo>
                  <a:lnTo>
                    <a:pt x="1256682" y="1339016"/>
                  </a:lnTo>
                  <a:lnTo>
                    <a:pt x="1256677" y="1339018"/>
                  </a:lnTo>
                  <a:lnTo>
                    <a:pt x="1256673" y="1339020"/>
                  </a:lnTo>
                  <a:lnTo>
                    <a:pt x="1256668" y="1339024"/>
                  </a:lnTo>
                  <a:lnTo>
                    <a:pt x="1256662" y="1339029"/>
                  </a:lnTo>
                  <a:lnTo>
                    <a:pt x="1256659" y="1339034"/>
                  </a:lnTo>
                  <a:lnTo>
                    <a:pt x="1256654" y="1339039"/>
                  </a:lnTo>
                  <a:lnTo>
                    <a:pt x="1256649" y="1339044"/>
                  </a:lnTo>
                  <a:lnTo>
                    <a:pt x="1256645" y="1339047"/>
                  </a:lnTo>
                  <a:lnTo>
                    <a:pt x="1256639" y="1339050"/>
                  </a:lnTo>
                  <a:lnTo>
                    <a:pt x="1256632" y="1339053"/>
                  </a:lnTo>
                  <a:lnTo>
                    <a:pt x="1256627" y="1339053"/>
                  </a:lnTo>
                  <a:lnTo>
                    <a:pt x="1256620" y="1339055"/>
                  </a:lnTo>
                  <a:lnTo>
                    <a:pt x="1256612" y="1339058"/>
                  </a:lnTo>
                  <a:lnTo>
                    <a:pt x="1256597" y="1339062"/>
                  </a:lnTo>
                  <a:lnTo>
                    <a:pt x="1256578" y="1339068"/>
                  </a:lnTo>
                  <a:lnTo>
                    <a:pt x="1256574" y="1339067"/>
                  </a:lnTo>
                  <a:lnTo>
                    <a:pt x="1256562" y="1339064"/>
                  </a:lnTo>
                  <a:lnTo>
                    <a:pt x="1256552" y="1339062"/>
                  </a:lnTo>
                  <a:lnTo>
                    <a:pt x="1256545" y="1339060"/>
                  </a:lnTo>
                  <a:lnTo>
                    <a:pt x="1256540" y="1339061"/>
                  </a:lnTo>
                  <a:lnTo>
                    <a:pt x="1256533" y="1339063"/>
                  </a:lnTo>
                  <a:lnTo>
                    <a:pt x="1256527" y="1339067"/>
                  </a:lnTo>
                  <a:lnTo>
                    <a:pt x="1256520" y="1339074"/>
                  </a:lnTo>
                  <a:lnTo>
                    <a:pt x="1256515" y="1339080"/>
                  </a:lnTo>
                  <a:lnTo>
                    <a:pt x="1256512" y="1339086"/>
                  </a:lnTo>
                  <a:lnTo>
                    <a:pt x="1256511" y="1339091"/>
                  </a:lnTo>
                  <a:lnTo>
                    <a:pt x="1256500" y="1339093"/>
                  </a:lnTo>
                  <a:lnTo>
                    <a:pt x="1256491" y="1339095"/>
                  </a:lnTo>
                  <a:lnTo>
                    <a:pt x="1256477" y="1339095"/>
                  </a:lnTo>
                  <a:lnTo>
                    <a:pt x="1256466" y="1339093"/>
                  </a:lnTo>
                  <a:lnTo>
                    <a:pt x="1256455" y="1339091"/>
                  </a:lnTo>
                  <a:lnTo>
                    <a:pt x="1256441" y="1339086"/>
                  </a:lnTo>
                  <a:lnTo>
                    <a:pt x="1256430" y="1339081"/>
                  </a:lnTo>
                  <a:lnTo>
                    <a:pt x="1256415" y="1339074"/>
                  </a:lnTo>
                  <a:lnTo>
                    <a:pt x="1256399" y="1339070"/>
                  </a:lnTo>
                  <a:lnTo>
                    <a:pt x="1256383" y="1339066"/>
                  </a:lnTo>
                  <a:lnTo>
                    <a:pt x="1256375" y="1339065"/>
                  </a:lnTo>
                  <a:lnTo>
                    <a:pt x="1256368" y="1339064"/>
                  </a:lnTo>
                  <a:lnTo>
                    <a:pt x="1256359" y="1339065"/>
                  </a:lnTo>
                  <a:lnTo>
                    <a:pt x="1256345" y="1339068"/>
                  </a:lnTo>
                  <a:lnTo>
                    <a:pt x="1256333" y="1339072"/>
                  </a:lnTo>
                  <a:lnTo>
                    <a:pt x="1256324" y="1339074"/>
                  </a:lnTo>
                  <a:lnTo>
                    <a:pt x="1256312" y="1339085"/>
                  </a:lnTo>
                  <a:lnTo>
                    <a:pt x="1256302" y="1339095"/>
                  </a:lnTo>
                  <a:lnTo>
                    <a:pt x="1256286" y="1339110"/>
                  </a:lnTo>
                  <a:lnTo>
                    <a:pt x="1256272" y="1339123"/>
                  </a:lnTo>
                  <a:lnTo>
                    <a:pt x="1256261" y="1339135"/>
                  </a:lnTo>
                  <a:lnTo>
                    <a:pt x="1256256" y="1339135"/>
                  </a:lnTo>
                  <a:lnTo>
                    <a:pt x="1256241" y="1339138"/>
                  </a:lnTo>
                  <a:lnTo>
                    <a:pt x="1256228" y="1339141"/>
                  </a:lnTo>
                  <a:lnTo>
                    <a:pt x="1256221" y="1339141"/>
                  </a:lnTo>
                  <a:lnTo>
                    <a:pt x="1256213" y="1339140"/>
                  </a:lnTo>
                  <a:lnTo>
                    <a:pt x="1256209" y="1339136"/>
                  </a:lnTo>
                  <a:lnTo>
                    <a:pt x="1256206" y="1339129"/>
                  </a:lnTo>
                  <a:lnTo>
                    <a:pt x="1256196" y="1339115"/>
                  </a:lnTo>
                  <a:lnTo>
                    <a:pt x="1256191" y="1339101"/>
                  </a:lnTo>
                  <a:lnTo>
                    <a:pt x="1256184" y="1339086"/>
                  </a:lnTo>
                  <a:lnTo>
                    <a:pt x="1256180" y="1339075"/>
                  </a:lnTo>
                  <a:lnTo>
                    <a:pt x="1256179" y="1339067"/>
                  </a:lnTo>
                  <a:lnTo>
                    <a:pt x="1256178" y="1339057"/>
                  </a:lnTo>
                  <a:lnTo>
                    <a:pt x="1256176" y="1339047"/>
                  </a:lnTo>
                  <a:lnTo>
                    <a:pt x="1256172" y="1339037"/>
                  </a:lnTo>
                  <a:lnTo>
                    <a:pt x="1256165" y="1339022"/>
                  </a:lnTo>
                  <a:lnTo>
                    <a:pt x="1256162" y="1339017"/>
                  </a:lnTo>
                  <a:lnTo>
                    <a:pt x="1256157" y="1339013"/>
                  </a:lnTo>
                  <a:lnTo>
                    <a:pt x="1256151" y="1339011"/>
                  </a:lnTo>
                  <a:lnTo>
                    <a:pt x="1256140" y="1339011"/>
                  </a:lnTo>
                  <a:lnTo>
                    <a:pt x="1256128" y="1339012"/>
                  </a:lnTo>
                  <a:lnTo>
                    <a:pt x="1256117" y="1339013"/>
                  </a:lnTo>
                  <a:lnTo>
                    <a:pt x="1256112" y="1339012"/>
                  </a:lnTo>
                  <a:lnTo>
                    <a:pt x="1256105" y="1339010"/>
                  </a:lnTo>
                  <a:lnTo>
                    <a:pt x="1256096" y="1339006"/>
                  </a:lnTo>
                  <a:lnTo>
                    <a:pt x="1256087" y="1339002"/>
                  </a:lnTo>
                  <a:lnTo>
                    <a:pt x="1256077" y="1338995"/>
                  </a:lnTo>
                  <a:lnTo>
                    <a:pt x="1256064" y="1338989"/>
                  </a:lnTo>
                  <a:lnTo>
                    <a:pt x="1256057" y="1338986"/>
                  </a:lnTo>
                  <a:lnTo>
                    <a:pt x="1256050" y="1338986"/>
                  </a:lnTo>
                  <a:lnTo>
                    <a:pt x="1256034" y="1338986"/>
                  </a:lnTo>
                  <a:lnTo>
                    <a:pt x="1256009" y="1338986"/>
                  </a:lnTo>
                  <a:lnTo>
                    <a:pt x="1255999" y="1338988"/>
                  </a:lnTo>
                  <a:lnTo>
                    <a:pt x="1255990" y="1338991"/>
                  </a:lnTo>
                  <a:lnTo>
                    <a:pt x="1255981" y="1338995"/>
                  </a:lnTo>
                  <a:lnTo>
                    <a:pt x="1255978" y="1338999"/>
                  </a:lnTo>
                  <a:lnTo>
                    <a:pt x="1255969" y="1339007"/>
                  </a:lnTo>
                  <a:lnTo>
                    <a:pt x="1255962" y="1339014"/>
                  </a:lnTo>
                  <a:lnTo>
                    <a:pt x="1255953" y="1339021"/>
                  </a:lnTo>
                  <a:lnTo>
                    <a:pt x="1255952" y="1339029"/>
                  </a:lnTo>
                  <a:lnTo>
                    <a:pt x="1255953" y="1339037"/>
                  </a:lnTo>
                  <a:lnTo>
                    <a:pt x="1255955" y="1339051"/>
                  </a:lnTo>
                  <a:lnTo>
                    <a:pt x="1255959" y="1339068"/>
                  </a:lnTo>
                  <a:lnTo>
                    <a:pt x="1255955" y="1339075"/>
                  </a:lnTo>
                  <a:lnTo>
                    <a:pt x="1255946" y="1339089"/>
                  </a:lnTo>
                  <a:lnTo>
                    <a:pt x="1255936" y="1339105"/>
                  </a:lnTo>
                  <a:lnTo>
                    <a:pt x="1255928" y="1339115"/>
                  </a:lnTo>
                  <a:lnTo>
                    <a:pt x="1255922" y="1339121"/>
                  </a:lnTo>
                  <a:lnTo>
                    <a:pt x="1255912" y="1339128"/>
                  </a:lnTo>
                  <a:lnTo>
                    <a:pt x="1255904" y="1339125"/>
                  </a:lnTo>
                  <a:lnTo>
                    <a:pt x="1255892" y="1339118"/>
                  </a:lnTo>
                  <a:lnTo>
                    <a:pt x="1255881" y="1339113"/>
                  </a:lnTo>
                  <a:lnTo>
                    <a:pt x="1255868" y="1339108"/>
                  </a:lnTo>
                  <a:lnTo>
                    <a:pt x="1255856" y="1339099"/>
                  </a:lnTo>
                  <a:lnTo>
                    <a:pt x="1255852" y="1339098"/>
                  </a:lnTo>
                  <a:lnTo>
                    <a:pt x="1255842" y="1339094"/>
                  </a:lnTo>
                  <a:lnTo>
                    <a:pt x="1255835" y="1339092"/>
                  </a:lnTo>
                  <a:lnTo>
                    <a:pt x="1255821" y="1339091"/>
                  </a:lnTo>
                  <a:lnTo>
                    <a:pt x="1255814" y="1339091"/>
                  </a:lnTo>
                  <a:lnTo>
                    <a:pt x="1255810" y="1339092"/>
                  </a:lnTo>
                  <a:lnTo>
                    <a:pt x="1255804" y="1339098"/>
                  </a:lnTo>
                  <a:lnTo>
                    <a:pt x="1255796" y="1339105"/>
                  </a:lnTo>
                  <a:lnTo>
                    <a:pt x="1255784" y="1339114"/>
                  </a:lnTo>
                  <a:lnTo>
                    <a:pt x="1255776" y="1339123"/>
                  </a:lnTo>
                  <a:lnTo>
                    <a:pt x="1255768" y="1339133"/>
                  </a:lnTo>
                  <a:lnTo>
                    <a:pt x="1255760" y="1339143"/>
                  </a:lnTo>
                  <a:lnTo>
                    <a:pt x="1255756" y="1339153"/>
                  </a:lnTo>
                  <a:lnTo>
                    <a:pt x="1255747" y="1339166"/>
                  </a:lnTo>
                  <a:lnTo>
                    <a:pt x="1255741" y="1339174"/>
                  </a:lnTo>
                  <a:lnTo>
                    <a:pt x="1255733" y="1339182"/>
                  </a:lnTo>
                  <a:lnTo>
                    <a:pt x="1255729" y="1339186"/>
                  </a:lnTo>
                  <a:lnTo>
                    <a:pt x="1255719" y="1339186"/>
                  </a:lnTo>
                  <a:lnTo>
                    <a:pt x="1255705" y="1339186"/>
                  </a:lnTo>
                  <a:lnTo>
                    <a:pt x="1255687" y="1339185"/>
                  </a:lnTo>
                  <a:lnTo>
                    <a:pt x="1255675" y="1339185"/>
                  </a:lnTo>
                  <a:lnTo>
                    <a:pt x="1255670" y="1339182"/>
                  </a:lnTo>
                  <a:lnTo>
                    <a:pt x="1255663" y="1339179"/>
                  </a:lnTo>
                  <a:lnTo>
                    <a:pt x="1255652" y="1339171"/>
                  </a:lnTo>
                  <a:lnTo>
                    <a:pt x="1255643" y="1339162"/>
                  </a:lnTo>
                  <a:lnTo>
                    <a:pt x="1255636" y="1339155"/>
                  </a:lnTo>
                  <a:lnTo>
                    <a:pt x="1255627" y="1339147"/>
                  </a:lnTo>
                  <a:lnTo>
                    <a:pt x="1255617" y="1339137"/>
                  </a:lnTo>
                  <a:lnTo>
                    <a:pt x="1255611" y="1339128"/>
                  </a:lnTo>
                  <a:lnTo>
                    <a:pt x="1255605" y="1339113"/>
                  </a:lnTo>
                  <a:lnTo>
                    <a:pt x="1255593" y="1339094"/>
                  </a:lnTo>
                  <a:lnTo>
                    <a:pt x="1255580" y="1339070"/>
                  </a:lnTo>
                  <a:lnTo>
                    <a:pt x="1255571" y="1339045"/>
                  </a:lnTo>
                  <a:lnTo>
                    <a:pt x="1255569" y="1339026"/>
                  </a:lnTo>
                  <a:lnTo>
                    <a:pt x="1255566" y="1339001"/>
                  </a:lnTo>
                  <a:lnTo>
                    <a:pt x="1255558" y="1338999"/>
                  </a:lnTo>
                  <a:lnTo>
                    <a:pt x="1255535" y="1339002"/>
                  </a:lnTo>
                  <a:lnTo>
                    <a:pt x="1255531" y="1339000"/>
                  </a:lnTo>
                  <a:lnTo>
                    <a:pt x="1255525" y="1338999"/>
                  </a:lnTo>
                  <a:lnTo>
                    <a:pt x="1255517" y="1338998"/>
                  </a:lnTo>
                  <a:lnTo>
                    <a:pt x="1255511" y="1338999"/>
                  </a:lnTo>
                  <a:lnTo>
                    <a:pt x="1255506" y="1339000"/>
                  </a:lnTo>
                  <a:lnTo>
                    <a:pt x="1255498" y="1339001"/>
                  </a:lnTo>
                  <a:lnTo>
                    <a:pt x="1255478" y="1339001"/>
                  </a:lnTo>
                  <a:lnTo>
                    <a:pt x="1255461" y="1339003"/>
                  </a:lnTo>
                  <a:lnTo>
                    <a:pt x="1255440" y="1339005"/>
                  </a:lnTo>
                  <a:lnTo>
                    <a:pt x="1255432" y="1339007"/>
                  </a:lnTo>
                  <a:lnTo>
                    <a:pt x="1255425" y="1339014"/>
                  </a:lnTo>
                  <a:lnTo>
                    <a:pt x="1255417" y="1339022"/>
                  </a:lnTo>
                  <a:lnTo>
                    <a:pt x="1255409" y="1339029"/>
                  </a:lnTo>
                  <a:lnTo>
                    <a:pt x="1255399" y="1339039"/>
                  </a:lnTo>
                  <a:lnTo>
                    <a:pt x="1255384" y="1339055"/>
                  </a:lnTo>
                  <a:lnTo>
                    <a:pt x="1255361" y="1339077"/>
                  </a:lnTo>
                  <a:lnTo>
                    <a:pt x="1255351" y="1339086"/>
                  </a:lnTo>
                  <a:lnTo>
                    <a:pt x="1255343" y="1339090"/>
                  </a:lnTo>
                  <a:lnTo>
                    <a:pt x="1255335" y="1339093"/>
                  </a:lnTo>
                  <a:lnTo>
                    <a:pt x="1255329" y="1339093"/>
                  </a:lnTo>
                  <a:lnTo>
                    <a:pt x="1255320" y="1339091"/>
                  </a:lnTo>
                  <a:lnTo>
                    <a:pt x="1255310" y="1339091"/>
                  </a:lnTo>
                  <a:lnTo>
                    <a:pt x="1255303" y="1339091"/>
                  </a:lnTo>
                  <a:lnTo>
                    <a:pt x="1255293" y="1339092"/>
                  </a:lnTo>
                  <a:lnTo>
                    <a:pt x="1255280" y="1339096"/>
                  </a:lnTo>
                  <a:lnTo>
                    <a:pt x="1255273" y="1339098"/>
                  </a:lnTo>
                  <a:lnTo>
                    <a:pt x="1255265" y="1339098"/>
                  </a:lnTo>
                  <a:lnTo>
                    <a:pt x="1255255" y="1339093"/>
                  </a:lnTo>
                  <a:lnTo>
                    <a:pt x="1255245" y="1339086"/>
                  </a:lnTo>
                  <a:lnTo>
                    <a:pt x="1255238" y="1339081"/>
                  </a:lnTo>
                  <a:lnTo>
                    <a:pt x="1255231" y="1339074"/>
                  </a:lnTo>
                  <a:lnTo>
                    <a:pt x="1255226" y="1339065"/>
                  </a:lnTo>
                  <a:lnTo>
                    <a:pt x="1255223" y="1339059"/>
                  </a:lnTo>
                  <a:lnTo>
                    <a:pt x="1255220" y="1339049"/>
                  </a:lnTo>
                  <a:lnTo>
                    <a:pt x="1255211" y="1339043"/>
                  </a:lnTo>
                  <a:lnTo>
                    <a:pt x="1255202" y="1339037"/>
                  </a:lnTo>
                  <a:lnTo>
                    <a:pt x="1255194" y="1339030"/>
                  </a:lnTo>
                  <a:lnTo>
                    <a:pt x="1255184" y="1339021"/>
                  </a:lnTo>
                  <a:lnTo>
                    <a:pt x="1255174" y="1339011"/>
                  </a:lnTo>
                  <a:lnTo>
                    <a:pt x="1255165" y="1339001"/>
                  </a:lnTo>
                  <a:lnTo>
                    <a:pt x="1255157" y="1338994"/>
                  </a:lnTo>
                  <a:lnTo>
                    <a:pt x="1255153" y="1338996"/>
                  </a:lnTo>
                  <a:lnTo>
                    <a:pt x="1255146" y="1338999"/>
                  </a:lnTo>
                  <a:lnTo>
                    <a:pt x="1255139" y="1339003"/>
                  </a:lnTo>
                  <a:lnTo>
                    <a:pt x="1255133" y="1339006"/>
                  </a:lnTo>
                  <a:lnTo>
                    <a:pt x="1255126" y="1339012"/>
                  </a:lnTo>
                  <a:lnTo>
                    <a:pt x="1255118" y="1339021"/>
                  </a:lnTo>
                  <a:lnTo>
                    <a:pt x="1255111" y="1339030"/>
                  </a:lnTo>
                  <a:lnTo>
                    <a:pt x="1255099" y="1339040"/>
                  </a:lnTo>
                  <a:lnTo>
                    <a:pt x="1255088" y="1339048"/>
                  </a:lnTo>
                  <a:lnTo>
                    <a:pt x="1255079" y="1339052"/>
                  </a:lnTo>
                  <a:lnTo>
                    <a:pt x="1255073" y="1339057"/>
                  </a:lnTo>
                  <a:lnTo>
                    <a:pt x="1255066" y="1339059"/>
                  </a:lnTo>
                  <a:lnTo>
                    <a:pt x="1255053" y="1339064"/>
                  </a:lnTo>
                  <a:lnTo>
                    <a:pt x="1255035" y="1339073"/>
                  </a:lnTo>
                  <a:lnTo>
                    <a:pt x="1255020" y="1339080"/>
                  </a:lnTo>
                  <a:lnTo>
                    <a:pt x="1255007" y="1339084"/>
                  </a:lnTo>
                  <a:lnTo>
                    <a:pt x="1254996" y="1339086"/>
                  </a:lnTo>
                  <a:lnTo>
                    <a:pt x="1254990" y="1339086"/>
                  </a:lnTo>
                  <a:lnTo>
                    <a:pt x="1254986" y="1339085"/>
                  </a:lnTo>
                  <a:lnTo>
                    <a:pt x="1254975" y="1339081"/>
                  </a:lnTo>
                  <a:lnTo>
                    <a:pt x="1254962" y="1339076"/>
                  </a:lnTo>
                  <a:lnTo>
                    <a:pt x="1254952" y="1339070"/>
                  </a:lnTo>
                  <a:lnTo>
                    <a:pt x="1254943" y="1339065"/>
                  </a:lnTo>
                  <a:lnTo>
                    <a:pt x="1254936" y="1339061"/>
                  </a:lnTo>
                  <a:lnTo>
                    <a:pt x="1254931" y="1339061"/>
                  </a:lnTo>
                  <a:lnTo>
                    <a:pt x="1254923" y="1339061"/>
                  </a:lnTo>
                  <a:lnTo>
                    <a:pt x="1254914" y="1339064"/>
                  </a:lnTo>
                  <a:lnTo>
                    <a:pt x="1254901" y="1339071"/>
                  </a:lnTo>
                  <a:lnTo>
                    <a:pt x="1254892" y="1339075"/>
                  </a:lnTo>
                  <a:lnTo>
                    <a:pt x="1254885" y="1339079"/>
                  </a:lnTo>
                  <a:lnTo>
                    <a:pt x="1254869" y="1339087"/>
                  </a:lnTo>
                  <a:lnTo>
                    <a:pt x="1254852" y="1339095"/>
                  </a:lnTo>
                  <a:lnTo>
                    <a:pt x="1254828" y="1339105"/>
                  </a:lnTo>
                  <a:lnTo>
                    <a:pt x="1254814" y="1339113"/>
                  </a:lnTo>
                  <a:lnTo>
                    <a:pt x="1254804" y="1339118"/>
                  </a:lnTo>
                  <a:lnTo>
                    <a:pt x="1254794" y="1339123"/>
                  </a:lnTo>
                  <a:lnTo>
                    <a:pt x="1254783" y="1339130"/>
                  </a:lnTo>
                  <a:lnTo>
                    <a:pt x="1254763" y="1339145"/>
                  </a:lnTo>
                  <a:lnTo>
                    <a:pt x="1254752" y="1339131"/>
                  </a:lnTo>
                  <a:lnTo>
                    <a:pt x="1254742" y="1339118"/>
                  </a:lnTo>
                  <a:lnTo>
                    <a:pt x="1254730" y="1339103"/>
                  </a:lnTo>
                  <a:lnTo>
                    <a:pt x="1254719" y="1339089"/>
                  </a:lnTo>
                  <a:lnTo>
                    <a:pt x="1254712" y="1339084"/>
                  </a:lnTo>
                  <a:lnTo>
                    <a:pt x="1254706" y="1339080"/>
                  </a:lnTo>
                  <a:lnTo>
                    <a:pt x="1254702" y="1339079"/>
                  </a:lnTo>
                  <a:lnTo>
                    <a:pt x="1254693" y="1339079"/>
                  </a:lnTo>
                  <a:lnTo>
                    <a:pt x="1254679" y="1339081"/>
                  </a:lnTo>
                  <a:lnTo>
                    <a:pt x="1254673" y="1339082"/>
                  </a:lnTo>
                  <a:lnTo>
                    <a:pt x="1254663" y="1339083"/>
                  </a:lnTo>
                  <a:lnTo>
                    <a:pt x="1254652" y="1339083"/>
                  </a:lnTo>
                  <a:lnTo>
                    <a:pt x="1254644" y="1339081"/>
                  </a:lnTo>
                  <a:lnTo>
                    <a:pt x="1254635" y="1339076"/>
                  </a:lnTo>
                  <a:lnTo>
                    <a:pt x="1254631" y="1339074"/>
                  </a:lnTo>
                  <a:lnTo>
                    <a:pt x="1254623" y="1339069"/>
                  </a:lnTo>
                  <a:lnTo>
                    <a:pt x="1254612" y="1339065"/>
                  </a:lnTo>
                  <a:lnTo>
                    <a:pt x="1254602" y="1339061"/>
                  </a:lnTo>
                  <a:lnTo>
                    <a:pt x="1254592" y="1339055"/>
                  </a:lnTo>
                  <a:lnTo>
                    <a:pt x="1254584" y="1339048"/>
                  </a:lnTo>
                  <a:lnTo>
                    <a:pt x="1254577" y="1339043"/>
                  </a:lnTo>
                  <a:lnTo>
                    <a:pt x="1254572" y="1339039"/>
                  </a:lnTo>
                  <a:lnTo>
                    <a:pt x="1254562" y="1339037"/>
                  </a:lnTo>
                  <a:lnTo>
                    <a:pt x="1254553" y="1339037"/>
                  </a:lnTo>
                  <a:lnTo>
                    <a:pt x="1254547" y="1339036"/>
                  </a:lnTo>
                  <a:lnTo>
                    <a:pt x="1254539" y="1339038"/>
                  </a:lnTo>
                  <a:lnTo>
                    <a:pt x="1254534" y="1339041"/>
                  </a:lnTo>
                  <a:lnTo>
                    <a:pt x="1254528" y="1339044"/>
                  </a:lnTo>
                  <a:lnTo>
                    <a:pt x="1254523" y="1339049"/>
                  </a:lnTo>
                  <a:lnTo>
                    <a:pt x="1254515" y="1339057"/>
                  </a:lnTo>
                  <a:lnTo>
                    <a:pt x="1254508" y="1339067"/>
                  </a:lnTo>
                  <a:lnTo>
                    <a:pt x="1254499" y="1339075"/>
                  </a:lnTo>
                  <a:lnTo>
                    <a:pt x="1254495" y="1339077"/>
                  </a:lnTo>
                  <a:lnTo>
                    <a:pt x="1254490" y="1339080"/>
                  </a:lnTo>
                  <a:lnTo>
                    <a:pt x="1254482" y="1339084"/>
                  </a:lnTo>
                  <a:lnTo>
                    <a:pt x="1254469" y="1339086"/>
                  </a:lnTo>
                  <a:lnTo>
                    <a:pt x="1254454" y="1339088"/>
                  </a:lnTo>
                  <a:lnTo>
                    <a:pt x="1254438" y="1339088"/>
                  </a:lnTo>
                  <a:lnTo>
                    <a:pt x="1254426" y="1339085"/>
                  </a:lnTo>
                  <a:lnTo>
                    <a:pt x="1254408" y="1339081"/>
                  </a:lnTo>
                  <a:lnTo>
                    <a:pt x="1254399" y="1339078"/>
                  </a:lnTo>
                  <a:lnTo>
                    <a:pt x="1254391" y="1339074"/>
                  </a:lnTo>
                  <a:lnTo>
                    <a:pt x="1254378" y="1339067"/>
                  </a:lnTo>
                  <a:lnTo>
                    <a:pt x="1254367" y="1339060"/>
                  </a:lnTo>
                  <a:lnTo>
                    <a:pt x="1254360" y="1339057"/>
                  </a:lnTo>
                  <a:lnTo>
                    <a:pt x="1254353" y="1339056"/>
                  </a:lnTo>
                  <a:lnTo>
                    <a:pt x="1254341" y="1339056"/>
                  </a:lnTo>
                  <a:lnTo>
                    <a:pt x="1254328" y="1339056"/>
                  </a:lnTo>
                  <a:lnTo>
                    <a:pt x="1254317" y="1339056"/>
                  </a:lnTo>
                  <a:lnTo>
                    <a:pt x="1254312" y="1339057"/>
                  </a:lnTo>
                  <a:lnTo>
                    <a:pt x="1254304" y="1339059"/>
                  </a:lnTo>
                  <a:lnTo>
                    <a:pt x="1254292" y="1339061"/>
                  </a:lnTo>
                  <a:lnTo>
                    <a:pt x="1254284" y="1339062"/>
                  </a:lnTo>
                  <a:lnTo>
                    <a:pt x="1254277" y="1339063"/>
                  </a:lnTo>
                  <a:lnTo>
                    <a:pt x="1254272" y="1339063"/>
                  </a:lnTo>
                  <a:lnTo>
                    <a:pt x="1254266" y="1339064"/>
                  </a:lnTo>
                  <a:lnTo>
                    <a:pt x="1254251" y="1339064"/>
                  </a:lnTo>
                  <a:lnTo>
                    <a:pt x="1254240" y="1339064"/>
                  </a:lnTo>
                  <a:lnTo>
                    <a:pt x="1254227" y="1339063"/>
                  </a:lnTo>
                  <a:lnTo>
                    <a:pt x="1254221" y="1339063"/>
                  </a:lnTo>
                  <a:lnTo>
                    <a:pt x="1254213" y="1339062"/>
                  </a:lnTo>
                  <a:lnTo>
                    <a:pt x="1254205" y="1339061"/>
                  </a:lnTo>
                  <a:lnTo>
                    <a:pt x="1254194" y="1339062"/>
                  </a:lnTo>
                  <a:lnTo>
                    <a:pt x="1254180" y="1339063"/>
                  </a:lnTo>
                  <a:lnTo>
                    <a:pt x="1254163" y="1339066"/>
                  </a:lnTo>
                  <a:lnTo>
                    <a:pt x="1254149" y="1339069"/>
                  </a:lnTo>
                  <a:lnTo>
                    <a:pt x="1254140" y="1339071"/>
                  </a:lnTo>
                  <a:lnTo>
                    <a:pt x="1254131" y="1339075"/>
                  </a:lnTo>
                  <a:lnTo>
                    <a:pt x="1254124" y="1339078"/>
                  </a:lnTo>
                  <a:lnTo>
                    <a:pt x="1254116" y="1339082"/>
                  </a:lnTo>
                  <a:lnTo>
                    <a:pt x="1254108" y="1339088"/>
                  </a:lnTo>
                  <a:lnTo>
                    <a:pt x="1254108" y="1339152"/>
                  </a:lnTo>
                  <a:lnTo>
                    <a:pt x="1254108" y="1339217"/>
                  </a:lnTo>
                  <a:lnTo>
                    <a:pt x="1254117" y="1339228"/>
                  </a:lnTo>
                  <a:lnTo>
                    <a:pt x="1254133" y="1339250"/>
                  </a:lnTo>
                  <a:lnTo>
                    <a:pt x="1254136" y="1339262"/>
                  </a:lnTo>
                  <a:lnTo>
                    <a:pt x="1254134" y="1339282"/>
                  </a:lnTo>
                  <a:lnTo>
                    <a:pt x="1254135" y="1339293"/>
                  </a:lnTo>
                  <a:lnTo>
                    <a:pt x="1254136" y="1339305"/>
                  </a:lnTo>
                  <a:lnTo>
                    <a:pt x="1254136" y="1339329"/>
                  </a:lnTo>
                  <a:lnTo>
                    <a:pt x="1254135" y="1339346"/>
                  </a:lnTo>
                  <a:lnTo>
                    <a:pt x="1254131" y="1339356"/>
                  </a:lnTo>
                  <a:lnTo>
                    <a:pt x="1254130" y="1339365"/>
                  </a:lnTo>
                  <a:lnTo>
                    <a:pt x="1254133" y="1339379"/>
                  </a:lnTo>
                  <a:lnTo>
                    <a:pt x="1254136" y="1339394"/>
                  </a:lnTo>
                  <a:lnTo>
                    <a:pt x="1254139" y="1339408"/>
                  </a:lnTo>
                  <a:lnTo>
                    <a:pt x="1254140" y="1339415"/>
                  </a:lnTo>
                  <a:lnTo>
                    <a:pt x="1254141" y="1339427"/>
                  </a:lnTo>
                  <a:lnTo>
                    <a:pt x="1254139" y="1339443"/>
                  </a:lnTo>
                  <a:lnTo>
                    <a:pt x="1254134" y="1339459"/>
                  </a:lnTo>
                  <a:lnTo>
                    <a:pt x="1254133" y="1339474"/>
                  </a:lnTo>
                  <a:lnTo>
                    <a:pt x="1254131" y="1339485"/>
                  </a:lnTo>
                  <a:lnTo>
                    <a:pt x="1254124" y="1339495"/>
                  </a:lnTo>
                  <a:lnTo>
                    <a:pt x="1254117" y="1339507"/>
                  </a:lnTo>
                  <a:lnTo>
                    <a:pt x="1254115" y="1339517"/>
                  </a:lnTo>
                  <a:lnTo>
                    <a:pt x="1254113" y="1339536"/>
                  </a:lnTo>
                  <a:lnTo>
                    <a:pt x="1254114" y="1339560"/>
                  </a:lnTo>
                  <a:lnTo>
                    <a:pt x="1254121" y="1339569"/>
                  </a:lnTo>
                  <a:lnTo>
                    <a:pt x="1254127" y="1339574"/>
                  </a:lnTo>
                  <a:lnTo>
                    <a:pt x="1254141" y="1339582"/>
                  </a:lnTo>
                  <a:lnTo>
                    <a:pt x="1254153" y="1339586"/>
                  </a:lnTo>
                  <a:lnTo>
                    <a:pt x="1254160" y="1339587"/>
                  </a:lnTo>
                  <a:lnTo>
                    <a:pt x="1254176" y="1339589"/>
                  </a:lnTo>
                  <a:lnTo>
                    <a:pt x="1254189" y="1339590"/>
                  </a:lnTo>
                  <a:lnTo>
                    <a:pt x="1254203" y="1339593"/>
                  </a:lnTo>
                  <a:lnTo>
                    <a:pt x="1254215" y="1339601"/>
                  </a:lnTo>
                  <a:lnTo>
                    <a:pt x="1254220" y="1339613"/>
                  </a:lnTo>
                  <a:lnTo>
                    <a:pt x="1254224" y="1339629"/>
                  </a:lnTo>
                  <a:lnTo>
                    <a:pt x="1254224" y="1339643"/>
                  </a:lnTo>
                  <a:lnTo>
                    <a:pt x="1254228" y="1339659"/>
                  </a:lnTo>
                  <a:lnTo>
                    <a:pt x="1254234" y="1339669"/>
                  </a:lnTo>
                  <a:lnTo>
                    <a:pt x="1254239" y="1339680"/>
                  </a:lnTo>
                  <a:lnTo>
                    <a:pt x="1254327" y="1339762"/>
                  </a:lnTo>
                  <a:lnTo>
                    <a:pt x="1254333" y="1339838"/>
                  </a:lnTo>
                  <a:lnTo>
                    <a:pt x="1254341" y="1339860"/>
                  </a:lnTo>
                  <a:lnTo>
                    <a:pt x="1254306" y="1339951"/>
                  </a:lnTo>
                  <a:lnTo>
                    <a:pt x="1254310" y="1339999"/>
                  </a:lnTo>
                  <a:lnTo>
                    <a:pt x="1254310" y="1340032"/>
                  </a:lnTo>
                  <a:lnTo>
                    <a:pt x="1254321" y="1340041"/>
                  </a:lnTo>
                  <a:lnTo>
                    <a:pt x="1254327" y="1340044"/>
                  </a:lnTo>
                  <a:lnTo>
                    <a:pt x="1254344" y="1340050"/>
                  </a:lnTo>
                  <a:lnTo>
                    <a:pt x="1254365" y="1340059"/>
                  </a:lnTo>
                  <a:lnTo>
                    <a:pt x="1254388" y="1340078"/>
                  </a:lnTo>
                  <a:lnTo>
                    <a:pt x="1254389" y="1340093"/>
                  </a:lnTo>
                  <a:lnTo>
                    <a:pt x="1254383" y="1340121"/>
                  </a:lnTo>
                  <a:lnTo>
                    <a:pt x="1254365" y="1340153"/>
                  </a:lnTo>
                  <a:lnTo>
                    <a:pt x="1254347" y="1340218"/>
                  </a:lnTo>
                  <a:lnTo>
                    <a:pt x="1254332" y="1340243"/>
                  </a:lnTo>
                  <a:lnTo>
                    <a:pt x="1254323" y="1340253"/>
                  </a:lnTo>
                  <a:lnTo>
                    <a:pt x="1254316" y="1340261"/>
                  </a:lnTo>
                  <a:lnTo>
                    <a:pt x="1254316" y="1340269"/>
                  </a:lnTo>
                  <a:lnTo>
                    <a:pt x="1254317" y="1340293"/>
                  </a:lnTo>
                  <a:lnTo>
                    <a:pt x="1254319" y="1340312"/>
                  </a:lnTo>
                  <a:lnTo>
                    <a:pt x="1254321" y="1340319"/>
                  </a:lnTo>
                  <a:lnTo>
                    <a:pt x="1254322" y="1340325"/>
                  </a:lnTo>
                  <a:lnTo>
                    <a:pt x="1254319" y="1340330"/>
                  </a:lnTo>
                  <a:lnTo>
                    <a:pt x="1254316" y="1340334"/>
                  </a:lnTo>
                  <a:lnTo>
                    <a:pt x="1254304" y="1340355"/>
                  </a:lnTo>
                  <a:lnTo>
                    <a:pt x="1254298" y="1340377"/>
                  </a:lnTo>
                  <a:lnTo>
                    <a:pt x="1254295" y="1340386"/>
                  </a:lnTo>
                  <a:lnTo>
                    <a:pt x="1254290" y="1340396"/>
                  </a:lnTo>
                  <a:lnTo>
                    <a:pt x="1254276" y="1340428"/>
                  </a:lnTo>
                  <a:lnTo>
                    <a:pt x="1254262" y="1340606"/>
                  </a:lnTo>
                  <a:lnTo>
                    <a:pt x="1254256" y="1340690"/>
                  </a:lnTo>
                  <a:lnTo>
                    <a:pt x="1254253" y="1340699"/>
                  </a:lnTo>
                  <a:lnTo>
                    <a:pt x="1254252" y="1340706"/>
                  </a:lnTo>
                  <a:lnTo>
                    <a:pt x="1254251" y="1340713"/>
                  </a:lnTo>
                  <a:lnTo>
                    <a:pt x="1254249" y="1340724"/>
                  </a:lnTo>
                  <a:lnTo>
                    <a:pt x="1254250" y="1340742"/>
                  </a:lnTo>
                  <a:lnTo>
                    <a:pt x="1254251" y="1340753"/>
                  </a:lnTo>
                  <a:lnTo>
                    <a:pt x="1254251" y="1340762"/>
                  </a:lnTo>
                  <a:lnTo>
                    <a:pt x="1254242" y="1340775"/>
                  </a:lnTo>
                  <a:lnTo>
                    <a:pt x="1254228" y="1340788"/>
                  </a:lnTo>
                  <a:lnTo>
                    <a:pt x="1254170" y="1340865"/>
                  </a:lnTo>
                  <a:lnTo>
                    <a:pt x="1254146" y="1340898"/>
                  </a:lnTo>
                  <a:lnTo>
                    <a:pt x="1254129" y="1340919"/>
                  </a:lnTo>
                  <a:lnTo>
                    <a:pt x="1254153" y="1340986"/>
                  </a:lnTo>
                  <a:lnTo>
                    <a:pt x="1254153" y="1341038"/>
                  </a:lnTo>
                  <a:lnTo>
                    <a:pt x="1254126" y="1341095"/>
                  </a:lnTo>
                  <a:lnTo>
                    <a:pt x="1254082" y="1341129"/>
                  </a:lnTo>
                  <a:lnTo>
                    <a:pt x="1254065" y="1341141"/>
                  </a:lnTo>
                  <a:lnTo>
                    <a:pt x="1254052" y="1341151"/>
                  </a:lnTo>
                  <a:lnTo>
                    <a:pt x="1254044" y="1341156"/>
                  </a:lnTo>
                  <a:lnTo>
                    <a:pt x="1254035" y="1341161"/>
                  </a:lnTo>
                  <a:lnTo>
                    <a:pt x="1254030" y="1341168"/>
                  </a:lnTo>
                  <a:lnTo>
                    <a:pt x="1254027" y="1341182"/>
                  </a:lnTo>
                  <a:lnTo>
                    <a:pt x="1254027" y="1341194"/>
                  </a:lnTo>
                  <a:lnTo>
                    <a:pt x="1254027" y="1341206"/>
                  </a:lnTo>
                  <a:lnTo>
                    <a:pt x="1254026" y="1341221"/>
                  </a:lnTo>
                  <a:lnTo>
                    <a:pt x="1254025" y="1341232"/>
                  </a:lnTo>
                  <a:lnTo>
                    <a:pt x="1254018" y="1341254"/>
                  </a:lnTo>
                  <a:lnTo>
                    <a:pt x="1254015" y="1341261"/>
                  </a:lnTo>
                  <a:lnTo>
                    <a:pt x="1254008" y="1341279"/>
                  </a:lnTo>
                  <a:lnTo>
                    <a:pt x="1254006" y="1341284"/>
                  </a:lnTo>
                  <a:lnTo>
                    <a:pt x="1253998" y="1341298"/>
                  </a:lnTo>
                  <a:lnTo>
                    <a:pt x="1253990" y="1341320"/>
                  </a:lnTo>
                  <a:lnTo>
                    <a:pt x="1253984" y="1341324"/>
                  </a:lnTo>
                  <a:lnTo>
                    <a:pt x="1253965" y="1341313"/>
                  </a:lnTo>
                  <a:lnTo>
                    <a:pt x="1253958" y="1341313"/>
                  </a:lnTo>
                  <a:lnTo>
                    <a:pt x="1253946" y="1341306"/>
                  </a:lnTo>
                  <a:lnTo>
                    <a:pt x="1253929" y="1341298"/>
                  </a:lnTo>
                  <a:lnTo>
                    <a:pt x="1253919" y="1341292"/>
                  </a:lnTo>
                  <a:lnTo>
                    <a:pt x="1253911" y="1341281"/>
                  </a:lnTo>
                  <a:lnTo>
                    <a:pt x="1253898" y="1341272"/>
                  </a:lnTo>
                  <a:lnTo>
                    <a:pt x="1253888" y="1341264"/>
                  </a:lnTo>
                  <a:lnTo>
                    <a:pt x="1253879" y="1341261"/>
                  </a:lnTo>
                  <a:lnTo>
                    <a:pt x="1253872" y="1341262"/>
                  </a:lnTo>
                  <a:lnTo>
                    <a:pt x="1253861" y="1341266"/>
                  </a:lnTo>
                  <a:lnTo>
                    <a:pt x="1253853" y="1341272"/>
                  </a:lnTo>
                  <a:lnTo>
                    <a:pt x="1253853" y="1341292"/>
                  </a:lnTo>
                  <a:lnTo>
                    <a:pt x="1253852" y="1341299"/>
                  </a:lnTo>
                  <a:lnTo>
                    <a:pt x="1253851" y="1341311"/>
                  </a:lnTo>
                  <a:lnTo>
                    <a:pt x="1253849" y="1341321"/>
                  </a:lnTo>
                  <a:lnTo>
                    <a:pt x="1253848" y="1341332"/>
                  </a:lnTo>
                  <a:lnTo>
                    <a:pt x="1253847" y="1341338"/>
                  </a:lnTo>
                  <a:lnTo>
                    <a:pt x="1253846" y="1341354"/>
                  </a:lnTo>
                  <a:lnTo>
                    <a:pt x="1253846" y="1341360"/>
                  </a:lnTo>
                  <a:lnTo>
                    <a:pt x="1253838" y="1341363"/>
                  </a:lnTo>
                  <a:lnTo>
                    <a:pt x="1253819" y="1341368"/>
                  </a:lnTo>
                  <a:lnTo>
                    <a:pt x="1253813" y="1341368"/>
                  </a:lnTo>
                  <a:lnTo>
                    <a:pt x="1253788" y="1341357"/>
                  </a:lnTo>
                  <a:lnTo>
                    <a:pt x="1253778" y="1341352"/>
                  </a:lnTo>
                  <a:lnTo>
                    <a:pt x="1253743" y="1341349"/>
                  </a:lnTo>
                  <a:lnTo>
                    <a:pt x="1253736" y="1341350"/>
                  </a:lnTo>
                  <a:lnTo>
                    <a:pt x="1253732" y="1341350"/>
                  </a:lnTo>
                  <a:lnTo>
                    <a:pt x="1253728" y="1341349"/>
                  </a:lnTo>
                  <a:lnTo>
                    <a:pt x="1253718" y="1341348"/>
                  </a:lnTo>
                  <a:lnTo>
                    <a:pt x="1253698" y="1341342"/>
                  </a:lnTo>
                  <a:lnTo>
                    <a:pt x="1253679" y="1341337"/>
                  </a:lnTo>
                  <a:lnTo>
                    <a:pt x="1253668" y="1341335"/>
                  </a:lnTo>
                  <a:lnTo>
                    <a:pt x="1253648" y="1341333"/>
                  </a:lnTo>
                  <a:lnTo>
                    <a:pt x="1253642" y="1341332"/>
                  </a:lnTo>
                  <a:lnTo>
                    <a:pt x="1253618" y="1341329"/>
                  </a:lnTo>
                  <a:lnTo>
                    <a:pt x="1253614" y="1341326"/>
                  </a:lnTo>
                  <a:lnTo>
                    <a:pt x="1253606" y="1341319"/>
                  </a:lnTo>
                  <a:lnTo>
                    <a:pt x="1253603" y="1341315"/>
                  </a:lnTo>
                  <a:lnTo>
                    <a:pt x="1253594" y="1341299"/>
                  </a:lnTo>
                  <a:lnTo>
                    <a:pt x="1253582" y="1341277"/>
                  </a:lnTo>
                  <a:lnTo>
                    <a:pt x="1253562" y="1341254"/>
                  </a:lnTo>
                  <a:lnTo>
                    <a:pt x="1253538" y="1341258"/>
                  </a:lnTo>
                  <a:lnTo>
                    <a:pt x="1253527" y="1341259"/>
                  </a:lnTo>
                  <a:lnTo>
                    <a:pt x="1253507" y="1341250"/>
                  </a:lnTo>
                  <a:lnTo>
                    <a:pt x="1253497" y="1341249"/>
                  </a:lnTo>
                  <a:lnTo>
                    <a:pt x="1253492" y="1341251"/>
                  </a:lnTo>
                  <a:lnTo>
                    <a:pt x="1253485" y="1341254"/>
                  </a:lnTo>
                  <a:lnTo>
                    <a:pt x="1253475" y="1341256"/>
                  </a:lnTo>
                  <a:lnTo>
                    <a:pt x="1253465" y="1341258"/>
                  </a:lnTo>
                  <a:lnTo>
                    <a:pt x="1253461" y="1341253"/>
                  </a:lnTo>
                  <a:lnTo>
                    <a:pt x="1253459" y="1341246"/>
                  </a:lnTo>
                  <a:lnTo>
                    <a:pt x="1253458" y="1341239"/>
                  </a:lnTo>
                  <a:lnTo>
                    <a:pt x="1253457" y="1341229"/>
                  </a:lnTo>
                  <a:lnTo>
                    <a:pt x="1253457" y="1341223"/>
                  </a:lnTo>
                  <a:lnTo>
                    <a:pt x="1253456" y="1341218"/>
                  </a:lnTo>
                  <a:lnTo>
                    <a:pt x="1253449" y="1341214"/>
                  </a:lnTo>
                  <a:lnTo>
                    <a:pt x="1253442" y="1341210"/>
                  </a:lnTo>
                  <a:lnTo>
                    <a:pt x="1253435" y="1341197"/>
                  </a:lnTo>
                  <a:lnTo>
                    <a:pt x="1253431" y="1341191"/>
                  </a:lnTo>
                  <a:lnTo>
                    <a:pt x="1253429" y="1341187"/>
                  </a:lnTo>
                  <a:lnTo>
                    <a:pt x="1253425" y="1341180"/>
                  </a:lnTo>
                  <a:lnTo>
                    <a:pt x="1253410" y="1341156"/>
                  </a:lnTo>
                  <a:lnTo>
                    <a:pt x="1253389" y="1341125"/>
                  </a:lnTo>
                  <a:lnTo>
                    <a:pt x="1253367" y="1341091"/>
                  </a:lnTo>
                  <a:lnTo>
                    <a:pt x="1253348" y="1341080"/>
                  </a:lnTo>
                  <a:lnTo>
                    <a:pt x="1253340" y="1341076"/>
                  </a:lnTo>
                  <a:lnTo>
                    <a:pt x="1253326" y="1341064"/>
                  </a:lnTo>
                  <a:lnTo>
                    <a:pt x="1253300" y="1341043"/>
                  </a:lnTo>
                  <a:lnTo>
                    <a:pt x="1253255" y="1341037"/>
                  </a:lnTo>
                  <a:lnTo>
                    <a:pt x="1253239" y="1341037"/>
                  </a:lnTo>
                  <a:lnTo>
                    <a:pt x="1253226" y="1341036"/>
                  </a:lnTo>
                  <a:lnTo>
                    <a:pt x="1253207" y="1341038"/>
                  </a:lnTo>
                  <a:lnTo>
                    <a:pt x="1253194" y="1341038"/>
                  </a:lnTo>
                  <a:lnTo>
                    <a:pt x="1253181" y="1341034"/>
                  </a:lnTo>
                  <a:lnTo>
                    <a:pt x="1253171" y="1341032"/>
                  </a:lnTo>
                  <a:lnTo>
                    <a:pt x="1253140" y="1341022"/>
                  </a:lnTo>
                  <a:lnTo>
                    <a:pt x="1253118" y="1341005"/>
                  </a:lnTo>
                  <a:lnTo>
                    <a:pt x="1253099" y="1340993"/>
                  </a:lnTo>
                  <a:lnTo>
                    <a:pt x="1253084" y="1340981"/>
                  </a:lnTo>
                  <a:lnTo>
                    <a:pt x="1253074" y="1340974"/>
                  </a:lnTo>
                  <a:lnTo>
                    <a:pt x="1253059" y="1340973"/>
                  </a:lnTo>
                  <a:lnTo>
                    <a:pt x="1253047" y="1340973"/>
                  </a:lnTo>
                  <a:lnTo>
                    <a:pt x="1253036" y="1340973"/>
                  </a:lnTo>
                  <a:lnTo>
                    <a:pt x="1253005" y="1340971"/>
                  </a:lnTo>
                  <a:lnTo>
                    <a:pt x="1252981" y="1340970"/>
                  </a:lnTo>
                  <a:lnTo>
                    <a:pt x="1252970" y="1340971"/>
                  </a:lnTo>
                  <a:lnTo>
                    <a:pt x="1252956" y="1340974"/>
                  </a:lnTo>
                  <a:lnTo>
                    <a:pt x="1252926" y="1340974"/>
                  </a:lnTo>
                  <a:lnTo>
                    <a:pt x="1252884" y="1340968"/>
                  </a:lnTo>
                  <a:lnTo>
                    <a:pt x="1252858" y="1340961"/>
                  </a:lnTo>
                  <a:lnTo>
                    <a:pt x="1252839" y="1340952"/>
                  </a:lnTo>
                  <a:lnTo>
                    <a:pt x="1252798" y="1340933"/>
                  </a:lnTo>
                  <a:lnTo>
                    <a:pt x="1252786" y="1340928"/>
                  </a:lnTo>
                  <a:lnTo>
                    <a:pt x="1252693" y="1340915"/>
                  </a:lnTo>
                  <a:lnTo>
                    <a:pt x="1252634" y="1340901"/>
                  </a:lnTo>
                  <a:lnTo>
                    <a:pt x="1252625" y="1340898"/>
                  </a:lnTo>
                  <a:lnTo>
                    <a:pt x="1252574" y="1340900"/>
                  </a:lnTo>
                  <a:lnTo>
                    <a:pt x="1252555" y="1340903"/>
                  </a:lnTo>
                  <a:lnTo>
                    <a:pt x="1252531" y="1340903"/>
                  </a:lnTo>
                  <a:lnTo>
                    <a:pt x="1252514" y="1340910"/>
                  </a:lnTo>
                  <a:lnTo>
                    <a:pt x="1252498" y="1340909"/>
                  </a:lnTo>
                  <a:lnTo>
                    <a:pt x="1252484" y="1340908"/>
                  </a:lnTo>
                  <a:lnTo>
                    <a:pt x="1252476" y="1340905"/>
                  </a:lnTo>
                  <a:lnTo>
                    <a:pt x="1252453" y="1340895"/>
                  </a:lnTo>
                  <a:lnTo>
                    <a:pt x="1252408" y="1340876"/>
                  </a:lnTo>
                  <a:lnTo>
                    <a:pt x="1252398" y="1340872"/>
                  </a:lnTo>
                  <a:lnTo>
                    <a:pt x="1252391" y="1340882"/>
                  </a:lnTo>
                  <a:lnTo>
                    <a:pt x="1252386" y="1340889"/>
                  </a:lnTo>
                  <a:lnTo>
                    <a:pt x="1252373" y="1340910"/>
                  </a:lnTo>
                  <a:lnTo>
                    <a:pt x="1252358" y="1340956"/>
                  </a:lnTo>
                  <a:lnTo>
                    <a:pt x="1252349" y="1340987"/>
                  </a:lnTo>
                  <a:lnTo>
                    <a:pt x="1252347" y="1341011"/>
                  </a:lnTo>
                  <a:lnTo>
                    <a:pt x="1252354" y="1341032"/>
                  </a:lnTo>
                  <a:lnTo>
                    <a:pt x="1252362" y="1341046"/>
                  </a:lnTo>
                  <a:lnTo>
                    <a:pt x="1252363" y="1341068"/>
                  </a:lnTo>
                  <a:lnTo>
                    <a:pt x="1252363" y="1341104"/>
                  </a:lnTo>
                  <a:lnTo>
                    <a:pt x="1252363" y="1341112"/>
                  </a:lnTo>
                  <a:lnTo>
                    <a:pt x="1252357" y="1341138"/>
                  </a:lnTo>
                  <a:lnTo>
                    <a:pt x="1252349" y="1341166"/>
                  </a:lnTo>
                  <a:lnTo>
                    <a:pt x="1252340" y="1341202"/>
                  </a:lnTo>
                  <a:lnTo>
                    <a:pt x="1252335" y="1341255"/>
                  </a:lnTo>
                  <a:lnTo>
                    <a:pt x="1252339" y="1341303"/>
                  </a:lnTo>
                  <a:lnTo>
                    <a:pt x="1252342" y="1341311"/>
                  </a:lnTo>
                  <a:lnTo>
                    <a:pt x="1252350" y="1341334"/>
                  </a:lnTo>
                  <a:lnTo>
                    <a:pt x="1252355" y="1341349"/>
                  </a:lnTo>
                  <a:lnTo>
                    <a:pt x="1252349" y="1341354"/>
                  </a:lnTo>
                  <a:lnTo>
                    <a:pt x="1252336" y="1341362"/>
                  </a:lnTo>
                  <a:lnTo>
                    <a:pt x="1252321" y="1341370"/>
                  </a:lnTo>
                  <a:lnTo>
                    <a:pt x="1252309" y="1341365"/>
                  </a:lnTo>
                  <a:lnTo>
                    <a:pt x="1252298" y="1341360"/>
                  </a:lnTo>
                  <a:lnTo>
                    <a:pt x="1252275" y="1341356"/>
                  </a:lnTo>
                  <a:lnTo>
                    <a:pt x="1252258" y="1341357"/>
                  </a:lnTo>
                  <a:lnTo>
                    <a:pt x="1252232" y="1341360"/>
                  </a:lnTo>
                  <a:lnTo>
                    <a:pt x="1252210" y="1341367"/>
                  </a:lnTo>
                  <a:lnTo>
                    <a:pt x="1252190" y="1341374"/>
                  </a:lnTo>
                  <a:lnTo>
                    <a:pt x="1252177" y="1341378"/>
                  </a:lnTo>
                  <a:lnTo>
                    <a:pt x="1252167" y="1341381"/>
                  </a:lnTo>
                  <a:lnTo>
                    <a:pt x="1252155" y="1341380"/>
                  </a:lnTo>
                  <a:lnTo>
                    <a:pt x="1252150" y="1341379"/>
                  </a:lnTo>
                  <a:lnTo>
                    <a:pt x="1252138" y="1341374"/>
                  </a:lnTo>
                  <a:lnTo>
                    <a:pt x="1252132" y="1341372"/>
                  </a:lnTo>
                  <a:lnTo>
                    <a:pt x="1252115" y="1341370"/>
                  </a:lnTo>
                  <a:lnTo>
                    <a:pt x="1252090" y="1341371"/>
                  </a:lnTo>
                  <a:lnTo>
                    <a:pt x="1252086" y="1341375"/>
                  </a:lnTo>
                  <a:lnTo>
                    <a:pt x="1252082" y="1341378"/>
                  </a:lnTo>
                  <a:lnTo>
                    <a:pt x="1252063" y="1341397"/>
                  </a:lnTo>
                  <a:lnTo>
                    <a:pt x="1252023" y="1341438"/>
                  </a:lnTo>
                  <a:lnTo>
                    <a:pt x="1252015" y="1341446"/>
                  </a:lnTo>
                  <a:lnTo>
                    <a:pt x="1252003" y="1341443"/>
                  </a:lnTo>
                  <a:lnTo>
                    <a:pt x="1251993" y="1341440"/>
                  </a:lnTo>
                  <a:lnTo>
                    <a:pt x="1251979" y="1341436"/>
                  </a:lnTo>
                  <a:lnTo>
                    <a:pt x="1251968" y="1341434"/>
                  </a:lnTo>
                  <a:lnTo>
                    <a:pt x="1251961" y="1341430"/>
                  </a:lnTo>
                  <a:lnTo>
                    <a:pt x="1251952" y="1341421"/>
                  </a:lnTo>
                  <a:lnTo>
                    <a:pt x="1251946" y="1341413"/>
                  </a:lnTo>
                  <a:lnTo>
                    <a:pt x="1251935" y="1341397"/>
                  </a:lnTo>
                  <a:lnTo>
                    <a:pt x="1251931" y="1341393"/>
                  </a:lnTo>
                  <a:lnTo>
                    <a:pt x="1251927" y="1341388"/>
                  </a:lnTo>
                  <a:lnTo>
                    <a:pt x="1251922" y="1341391"/>
                  </a:lnTo>
                  <a:lnTo>
                    <a:pt x="1251915" y="1341396"/>
                  </a:lnTo>
                  <a:lnTo>
                    <a:pt x="1251908" y="1341399"/>
                  </a:lnTo>
                  <a:lnTo>
                    <a:pt x="1251895" y="1341405"/>
                  </a:lnTo>
                  <a:lnTo>
                    <a:pt x="1251856" y="1341427"/>
                  </a:lnTo>
                  <a:lnTo>
                    <a:pt x="1251826" y="1341427"/>
                  </a:lnTo>
                  <a:lnTo>
                    <a:pt x="1251796" y="1341433"/>
                  </a:lnTo>
                  <a:lnTo>
                    <a:pt x="1251787" y="1341431"/>
                  </a:lnTo>
                  <a:lnTo>
                    <a:pt x="1251780" y="1341429"/>
                  </a:lnTo>
                  <a:lnTo>
                    <a:pt x="1251762" y="1341430"/>
                  </a:lnTo>
                  <a:lnTo>
                    <a:pt x="1251744" y="1341435"/>
                  </a:lnTo>
                  <a:lnTo>
                    <a:pt x="1251731" y="1341436"/>
                  </a:lnTo>
                  <a:lnTo>
                    <a:pt x="1251711" y="1341435"/>
                  </a:lnTo>
                  <a:lnTo>
                    <a:pt x="1251700" y="1341426"/>
                  </a:lnTo>
                  <a:lnTo>
                    <a:pt x="1251692" y="1341411"/>
                  </a:lnTo>
                  <a:lnTo>
                    <a:pt x="1251686" y="1341400"/>
                  </a:lnTo>
                  <a:lnTo>
                    <a:pt x="1251681" y="1341392"/>
                  </a:lnTo>
                  <a:lnTo>
                    <a:pt x="1251666" y="1341376"/>
                  </a:lnTo>
                  <a:lnTo>
                    <a:pt x="1251651" y="1341360"/>
                  </a:lnTo>
                  <a:lnTo>
                    <a:pt x="1251639" y="1341360"/>
                  </a:lnTo>
                  <a:lnTo>
                    <a:pt x="1251603" y="1341361"/>
                  </a:lnTo>
                  <a:lnTo>
                    <a:pt x="1251591" y="1341361"/>
                  </a:lnTo>
                  <a:lnTo>
                    <a:pt x="1251573" y="1341344"/>
                  </a:lnTo>
                  <a:lnTo>
                    <a:pt x="1251559" y="1341333"/>
                  </a:lnTo>
                  <a:lnTo>
                    <a:pt x="1251548" y="1341325"/>
                  </a:lnTo>
                  <a:lnTo>
                    <a:pt x="1251536" y="1341320"/>
                  </a:lnTo>
                  <a:lnTo>
                    <a:pt x="1251523" y="1341322"/>
                  </a:lnTo>
                  <a:lnTo>
                    <a:pt x="1251497" y="1341333"/>
                  </a:lnTo>
                  <a:lnTo>
                    <a:pt x="1251487" y="1341340"/>
                  </a:lnTo>
                  <a:lnTo>
                    <a:pt x="1251480" y="1341345"/>
                  </a:lnTo>
                  <a:lnTo>
                    <a:pt x="1251476" y="1341348"/>
                  </a:lnTo>
                  <a:lnTo>
                    <a:pt x="1251468" y="1341354"/>
                  </a:lnTo>
                  <a:lnTo>
                    <a:pt x="1251464" y="1341358"/>
                  </a:lnTo>
                  <a:lnTo>
                    <a:pt x="1251458" y="1341362"/>
                  </a:lnTo>
                  <a:lnTo>
                    <a:pt x="1251453" y="1341366"/>
                  </a:lnTo>
                  <a:lnTo>
                    <a:pt x="1251454" y="1341361"/>
                  </a:lnTo>
                  <a:lnTo>
                    <a:pt x="1251456" y="1341355"/>
                  </a:lnTo>
                  <a:lnTo>
                    <a:pt x="1251380" y="1341276"/>
                  </a:lnTo>
                  <a:lnTo>
                    <a:pt x="1251357" y="1341252"/>
                  </a:lnTo>
                  <a:lnTo>
                    <a:pt x="1251335" y="1341230"/>
                  </a:lnTo>
                  <a:lnTo>
                    <a:pt x="1251316" y="1341204"/>
                  </a:lnTo>
                  <a:lnTo>
                    <a:pt x="1251302" y="1341184"/>
                  </a:lnTo>
                  <a:lnTo>
                    <a:pt x="1251260" y="1341166"/>
                  </a:lnTo>
                  <a:lnTo>
                    <a:pt x="1251212" y="1341147"/>
                  </a:lnTo>
                  <a:lnTo>
                    <a:pt x="1251202" y="1341143"/>
                  </a:lnTo>
                  <a:lnTo>
                    <a:pt x="1251195" y="1341141"/>
                  </a:lnTo>
                  <a:lnTo>
                    <a:pt x="1251180" y="1341137"/>
                  </a:lnTo>
                  <a:lnTo>
                    <a:pt x="1251140" y="1341126"/>
                  </a:lnTo>
                  <a:lnTo>
                    <a:pt x="1251119" y="1341119"/>
                  </a:lnTo>
                  <a:lnTo>
                    <a:pt x="1251106" y="1341109"/>
                  </a:lnTo>
                  <a:lnTo>
                    <a:pt x="1251100" y="1341103"/>
                  </a:lnTo>
                  <a:lnTo>
                    <a:pt x="1251096" y="1341097"/>
                  </a:lnTo>
                  <a:lnTo>
                    <a:pt x="1251081" y="1341075"/>
                  </a:lnTo>
                  <a:lnTo>
                    <a:pt x="1251074" y="1341066"/>
                  </a:lnTo>
                  <a:lnTo>
                    <a:pt x="1251068" y="1341069"/>
                  </a:lnTo>
                  <a:lnTo>
                    <a:pt x="1251064" y="1341072"/>
                  </a:lnTo>
                  <a:lnTo>
                    <a:pt x="1251033" y="1341092"/>
                  </a:lnTo>
                  <a:lnTo>
                    <a:pt x="1251026" y="1341096"/>
                  </a:lnTo>
                  <a:lnTo>
                    <a:pt x="1251008" y="1341105"/>
                  </a:lnTo>
                  <a:lnTo>
                    <a:pt x="1250983" y="1341121"/>
                  </a:lnTo>
                  <a:lnTo>
                    <a:pt x="1250948" y="1341127"/>
                  </a:lnTo>
                  <a:lnTo>
                    <a:pt x="1250944" y="1341128"/>
                  </a:lnTo>
                  <a:lnTo>
                    <a:pt x="1250931" y="1341142"/>
                  </a:lnTo>
                  <a:lnTo>
                    <a:pt x="1250928" y="1341145"/>
                  </a:lnTo>
                  <a:lnTo>
                    <a:pt x="1250911" y="1341158"/>
                  </a:lnTo>
                  <a:lnTo>
                    <a:pt x="1250895" y="1341167"/>
                  </a:lnTo>
                  <a:lnTo>
                    <a:pt x="1250884" y="1341174"/>
                  </a:lnTo>
                  <a:lnTo>
                    <a:pt x="1250829" y="1341195"/>
                  </a:lnTo>
                  <a:lnTo>
                    <a:pt x="1250804" y="1341205"/>
                  </a:lnTo>
                  <a:lnTo>
                    <a:pt x="1250772" y="1341231"/>
                  </a:lnTo>
                  <a:lnTo>
                    <a:pt x="1250749" y="1341244"/>
                  </a:lnTo>
                  <a:lnTo>
                    <a:pt x="1250737" y="1341252"/>
                  </a:lnTo>
                  <a:lnTo>
                    <a:pt x="1250729" y="1341258"/>
                  </a:lnTo>
                  <a:lnTo>
                    <a:pt x="1250719" y="1341265"/>
                  </a:lnTo>
                  <a:lnTo>
                    <a:pt x="1250701" y="1341281"/>
                  </a:lnTo>
                  <a:lnTo>
                    <a:pt x="1250681" y="1341300"/>
                  </a:lnTo>
                  <a:lnTo>
                    <a:pt x="1250672" y="1341303"/>
                  </a:lnTo>
                  <a:lnTo>
                    <a:pt x="1250656" y="1341307"/>
                  </a:lnTo>
                  <a:lnTo>
                    <a:pt x="1250642" y="1341308"/>
                  </a:lnTo>
                  <a:lnTo>
                    <a:pt x="1250636" y="1341310"/>
                  </a:lnTo>
                  <a:lnTo>
                    <a:pt x="1250632" y="1341313"/>
                  </a:lnTo>
                  <a:lnTo>
                    <a:pt x="1250625" y="1341322"/>
                  </a:lnTo>
                  <a:lnTo>
                    <a:pt x="1250603" y="1341352"/>
                  </a:lnTo>
                  <a:lnTo>
                    <a:pt x="1250594" y="1341363"/>
                  </a:lnTo>
                  <a:lnTo>
                    <a:pt x="1250590" y="1341368"/>
                  </a:lnTo>
                  <a:lnTo>
                    <a:pt x="1250585" y="1341372"/>
                  </a:lnTo>
                  <a:lnTo>
                    <a:pt x="1250579" y="1341379"/>
                  </a:lnTo>
                  <a:lnTo>
                    <a:pt x="1250575" y="1341384"/>
                  </a:lnTo>
                  <a:lnTo>
                    <a:pt x="1250571" y="1341388"/>
                  </a:lnTo>
                  <a:lnTo>
                    <a:pt x="1250567" y="1341389"/>
                  </a:lnTo>
                  <a:lnTo>
                    <a:pt x="1250559" y="1341387"/>
                  </a:lnTo>
                  <a:lnTo>
                    <a:pt x="1250548" y="1341385"/>
                  </a:lnTo>
                  <a:lnTo>
                    <a:pt x="1250533" y="1341389"/>
                  </a:lnTo>
                  <a:lnTo>
                    <a:pt x="1250521" y="1341386"/>
                  </a:lnTo>
                  <a:lnTo>
                    <a:pt x="1250510" y="1341382"/>
                  </a:lnTo>
                  <a:lnTo>
                    <a:pt x="1250491" y="1341372"/>
                  </a:lnTo>
                  <a:lnTo>
                    <a:pt x="1250485" y="1341370"/>
                  </a:lnTo>
                  <a:lnTo>
                    <a:pt x="1250479" y="1341368"/>
                  </a:lnTo>
                  <a:lnTo>
                    <a:pt x="1250466" y="1341369"/>
                  </a:lnTo>
                  <a:lnTo>
                    <a:pt x="1250434" y="1341371"/>
                  </a:lnTo>
                  <a:lnTo>
                    <a:pt x="1250425" y="1341372"/>
                  </a:lnTo>
                  <a:lnTo>
                    <a:pt x="1250418" y="1341372"/>
                  </a:lnTo>
                  <a:lnTo>
                    <a:pt x="1250410" y="1341372"/>
                  </a:lnTo>
                  <a:lnTo>
                    <a:pt x="1250397" y="1341367"/>
                  </a:lnTo>
                  <a:lnTo>
                    <a:pt x="1250385" y="1341362"/>
                  </a:lnTo>
                  <a:lnTo>
                    <a:pt x="1250372" y="1341355"/>
                  </a:lnTo>
                  <a:lnTo>
                    <a:pt x="1250360" y="1341351"/>
                  </a:lnTo>
                  <a:lnTo>
                    <a:pt x="1250346" y="1341341"/>
                  </a:lnTo>
                  <a:lnTo>
                    <a:pt x="1250330" y="1341332"/>
                  </a:lnTo>
                  <a:lnTo>
                    <a:pt x="1250323" y="1341328"/>
                  </a:lnTo>
                  <a:lnTo>
                    <a:pt x="1250316" y="1341325"/>
                  </a:lnTo>
                  <a:lnTo>
                    <a:pt x="1250312" y="1341324"/>
                  </a:lnTo>
                  <a:lnTo>
                    <a:pt x="1250303" y="1341323"/>
                  </a:lnTo>
                  <a:lnTo>
                    <a:pt x="1250297" y="1341325"/>
                  </a:lnTo>
                  <a:lnTo>
                    <a:pt x="1250286" y="1341328"/>
                  </a:lnTo>
                  <a:lnTo>
                    <a:pt x="1250278" y="1341336"/>
                  </a:lnTo>
                  <a:lnTo>
                    <a:pt x="1250270" y="1341344"/>
                  </a:lnTo>
                  <a:lnTo>
                    <a:pt x="1250262" y="1341353"/>
                  </a:lnTo>
                  <a:lnTo>
                    <a:pt x="1250250" y="1341356"/>
                  </a:lnTo>
                  <a:lnTo>
                    <a:pt x="1250205" y="1341369"/>
                  </a:lnTo>
                  <a:lnTo>
                    <a:pt x="1250148" y="1341387"/>
                  </a:lnTo>
                  <a:lnTo>
                    <a:pt x="1250140" y="1341389"/>
                  </a:lnTo>
                  <a:lnTo>
                    <a:pt x="1250118" y="1341401"/>
                  </a:lnTo>
                  <a:lnTo>
                    <a:pt x="1250076" y="1341425"/>
                  </a:lnTo>
                  <a:lnTo>
                    <a:pt x="1250066" y="1341431"/>
                  </a:lnTo>
                  <a:lnTo>
                    <a:pt x="1250007" y="1341416"/>
                  </a:lnTo>
                  <a:lnTo>
                    <a:pt x="1249997" y="1341413"/>
                  </a:lnTo>
                  <a:lnTo>
                    <a:pt x="1249904" y="1341385"/>
                  </a:lnTo>
                  <a:lnTo>
                    <a:pt x="1249896" y="1341391"/>
                  </a:lnTo>
                  <a:lnTo>
                    <a:pt x="1249890" y="1341394"/>
                  </a:lnTo>
                  <a:lnTo>
                    <a:pt x="1249885" y="1341396"/>
                  </a:lnTo>
                  <a:lnTo>
                    <a:pt x="1249877" y="1341397"/>
                  </a:lnTo>
                  <a:lnTo>
                    <a:pt x="1249867" y="1341398"/>
                  </a:lnTo>
                  <a:lnTo>
                    <a:pt x="1249855" y="1341401"/>
                  </a:lnTo>
                  <a:lnTo>
                    <a:pt x="1249847" y="1341403"/>
                  </a:lnTo>
                  <a:lnTo>
                    <a:pt x="1249839" y="1341406"/>
                  </a:lnTo>
                  <a:lnTo>
                    <a:pt x="1249828" y="1341408"/>
                  </a:lnTo>
                  <a:lnTo>
                    <a:pt x="1249820" y="1341409"/>
                  </a:lnTo>
                  <a:lnTo>
                    <a:pt x="1249810" y="1341412"/>
                  </a:lnTo>
                  <a:lnTo>
                    <a:pt x="1249804" y="1341414"/>
                  </a:lnTo>
                  <a:lnTo>
                    <a:pt x="1249801" y="1341416"/>
                  </a:lnTo>
                  <a:lnTo>
                    <a:pt x="1249797" y="1341420"/>
                  </a:lnTo>
                  <a:lnTo>
                    <a:pt x="1249791" y="1341428"/>
                  </a:lnTo>
                  <a:lnTo>
                    <a:pt x="1249787" y="1341433"/>
                  </a:lnTo>
                  <a:lnTo>
                    <a:pt x="1249785" y="1341441"/>
                  </a:lnTo>
                  <a:lnTo>
                    <a:pt x="1249784" y="1341449"/>
                  </a:lnTo>
                  <a:lnTo>
                    <a:pt x="1249784" y="1341460"/>
                  </a:lnTo>
                  <a:lnTo>
                    <a:pt x="1249781" y="1341463"/>
                  </a:lnTo>
                  <a:lnTo>
                    <a:pt x="1249775" y="1341470"/>
                  </a:lnTo>
                  <a:lnTo>
                    <a:pt x="1249768" y="1341478"/>
                  </a:lnTo>
                  <a:lnTo>
                    <a:pt x="1249762" y="1341483"/>
                  </a:lnTo>
                  <a:lnTo>
                    <a:pt x="1249754" y="1341490"/>
                  </a:lnTo>
                  <a:lnTo>
                    <a:pt x="1249750" y="1341494"/>
                  </a:lnTo>
                  <a:lnTo>
                    <a:pt x="1249745" y="1341500"/>
                  </a:lnTo>
                  <a:lnTo>
                    <a:pt x="1249742" y="1341505"/>
                  </a:lnTo>
                  <a:lnTo>
                    <a:pt x="1249739" y="1341509"/>
                  </a:lnTo>
                  <a:lnTo>
                    <a:pt x="1249733" y="1341523"/>
                  </a:lnTo>
                  <a:lnTo>
                    <a:pt x="1249728" y="1341533"/>
                  </a:lnTo>
                  <a:lnTo>
                    <a:pt x="1249721" y="1341551"/>
                  </a:lnTo>
                  <a:lnTo>
                    <a:pt x="1249720" y="1341561"/>
                  </a:lnTo>
                  <a:lnTo>
                    <a:pt x="1249723" y="1341569"/>
                  </a:lnTo>
                  <a:lnTo>
                    <a:pt x="1249728" y="1341576"/>
                  </a:lnTo>
                  <a:lnTo>
                    <a:pt x="1249726" y="1341587"/>
                  </a:lnTo>
                  <a:lnTo>
                    <a:pt x="1249722" y="1341601"/>
                  </a:lnTo>
                  <a:lnTo>
                    <a:pt x="1249705" y="1341630"/>
                  </a:lnTo>
                  <a:lnTo>
                    <a:pt x="1249704" y="1341639"/>
                  </a:lnTo>
                  <a:lnTo>
                    <a:pt x="1249704" y="1341646"/>
                  </a:lnTo>
                  <a:lnTo>
                    <a:pt x="1249716" y="1341665"/>
                  </a:lnTo>
                  <a:lnTo>
                    <a:pt x="1249721" y="1341671"/>
                  </a:lnTo>
                  <a:lnTo>
                    <a:pt x="1249725" y="1341692"/>
                  </a:lnTo>
                  <a:lnTo>
                    <a:pt x="1249728" y="1341704"/>
                  </a:lnTo>
                  <a:lnTo>
                    <a:pt x="1249731" y="1341712"/>
                  </a:lnTo>
                  <a:lnTo>
                    <a:pt x="1249691" y="1341720"/>
                  </a:lnTo>
                  <a:lnTo>
                    <a:pt x="1249679" y="1341722"/>
                  </a:lnTo>
                  <a:lnTo>
                    <a:pt x="1249660" y="1341738"/>
                  </a:lnTo>
                  <a:lnTo>
                    <a:pt x="1249656" y="1341750"/>
                  </a:lnTo>
                  <a:lnTo>
                    <a:pt x="1249655" y="1341815"/>
                  </a:lnTo>
                  <a:lnTo>
                    <a:pt x="1249651" y="1341826"/>
                  </a:lnTo>
                  <a:lnTo>
                    <a:pt x="1249646" y="1341850"/>
                  </a:lnTo>
                  <a:lnTo>
                    <a:pt x="1249636" y="1341859"/>
                  </a:lnTo>
                  <a:lnTo>
                    <a:pt x="1249627" y="1341869"/>
                  </a:lnTo>
                  <a:lnTo>
                    <a:pt x="1249617" y="1341875"/>
                  </a:lnTo>
                  <a:lnTo>
                    <a:pt x="1249544" y="1341918"/>
                  </a:lnTo>
                  <a:lnTo>
                    <a:pt x="1249541" y="1341921"/>
                  </a:lnTo>
                  <a:lnTo>
                    <a:pt x="1249541" y="1341926"/>
                  </a:lnTo>
                  <a:lnTo>
                    <a:pt x="1249546" y="1341942"/>
                  </a:lnTo>
                  <a:lnTo>
                    <a:pt x="1249549" y="1341955"/>
                  </a:lnTo>
                  <a:lnTo>
                    <a:pt x="1249555" y="1341984"/>
                  </a:lnTo>
                  <a:lnTo>
                    <a:pt x="1249562" y="1342000"/>
                  </a:lnTo>
                  <a:lnTo>
                    <a:pt x="1249571" y="1342015"/>
                  </a:lnTo>
                  <a:lnTo>
                    <a:pt x="1249590" y="1342025"/>
                  </a:lnTo>
                  <a:lnTo>
                    <a:pt x="1249621" y="1342045"/>
                  </a:lnTo>
                  <a:lnTo>
                    <a:pt x="1249648" y="1342070"/>
                  </a:lnTo>
                  <a:lnTo>
                    <a:pt x="1249650" y="1342094"/>
                  </a:lnTo>
                  <a:lnTo>
                    <a:pt x="1249651" y="1342107"/>
                  </a:lnTo>
                  <a:lnTo>
                    <a:pt x="1249645" y="1342121"/>
                  </a:lnTo>
                  <a:lnTo>
                    <a:pt x="1249641" y="1342138"/>
                  </a:lnTo>
                  <a:lnTo>
                    <a:pt x="1249646" y="1342143"/>
                  </a:lnTo>
                  <a:lnTo>
                    <a:pt x="1249651" y="1342146"/>
                  </a:lnTo>
                  <a:lnTo>
                    <a:pt x="1249661" y="1342152"/>
                  </a:lnTo>
                  <a:lnTo>
                    <a:pt x="1249679" y="1342160"/>
                  </a:lnTo>
                  <a:lnTo>
                    <a:pt x="1249691" y="1342167"/>
                  </a:lnTo>
                  <a:lnTo>
                    <a:pt x="1249701" y="1342176"/>
                  </a:lnTo>
                  <a:lnTo>
                    <a:pt x="1249708" y="1342191"/>
                  </a:lnTo>
                  <a:lnTo>
                    <a:pt x="1249710" y="1342197"/>
                  </a:lnTo>
                  <a:lnTo>
                    <a:pt x="1249712" y="1342206"/>
                  </a:lnTo>
                  <a:lnTo>
                    <a:pt x="1249714" y="1342222"/>
                  </a:lnTo>
                  <a:lnTo>
                    <a:pt x="1249713" y="1342235"/>
                  </a:lnTo>
                  <a:lnTo>
                    <a:pt x="1249713" y="1342242"/>
                  </a:lnTo>
                  <a:lnTo>
                    <a:pt x="1249710" y="1342252"/>
                  </a:lnTo>
                  <a:lnTo>
                    <a:pt x="1249707" y="1342256"/>
                  </a:lnTo>
                  <a:lnTo>
                    <a:pt x="1249701" y="1342259"/>
                  </a:lnTo>
                  <a:lnTo>
                    <a:pt x="1249694" y="1342264"/>
                  </a:lnTo>
                  <a:lnTo>
                    <a:pt x="1249682" y="1342272"/>
                  </a:lnTo>
                  <a:lnTo>
                    <a:pt x="1249676" y="1342278"/>
                  </a:lnTo>
                  <a:lnTo>
                    <a:pt x="1249671" y="1342283"/>
                  </a:lnTo>
                  <a:lnTo>
                    <a:pt x="1249654" y="1342290"/>
                  </a:lnTo>
                  <a:lnTo>
                    <a:pt x="1249642" y="1342302"/>
                  </a:lnTo>
                  <a:lnTo>
                    <a:pt x="1249636" y="1342310"/>
                  </a:lnTo>
                  <a:lnTo>
                    <a:pt x="1249587" y="1342307"/>
                  </a:lnTo>
                  <a:lnTo>
                    <a:pt x="1249576" y="1342307"/>
                  </a:lnTo>
                  <a:lnTo>
                    <a:pt x="1249448" y="1342304"/>
                  </a:lnTo>
                  <a:lnTo>
                    <a:pt x="1249438" y="1342304"/>
                  </a:lnTo>
                  <a:lnTo>
                    <a:pt x="1249430" y="1342313"/>
                  </a:lnTo>
                  <a:lnTo>
                    <a:pt x="1249404" y="1342343"/>
                  </a:lnTo>
                  <a:lnTo>
                    <a:pt x="1249401" y="1342348"/>
                  </a:lnTo>
                  <a:lnTo>
                    <a:pt x="1249397" y="1342359"/>
                  </a:lnTo>
                  <a:lnTo>
                    <a:pt x="1249396" y="1342366"/>
                  </a:lnTo>
                  <a:lnTo>
                    <a:pt x="1249393" y="1342377"/>
                  </a:lnTo>
                  <a:lnTo>
                    <a:pt x="1249383" y="1342381"/>
                  </a:lnTo>
                  <a:lnTo>
                    <a:pt x="1249378" y="1342382"/>
                  </a:lnTo>
                  <a:lnTo>
                    <a:pt x="1249353" y="1342388"/>
                  </a:lnTo>
                  <a:lnTo>
                    <a:pt x="1249348" y="1342387"/>
                  </a:lnTo>
                  <a:lnTo>
                    <a:pt x="1249330" y="1342370"/>
                  </a:lnTo>
                  <a:lnTo>
                    <a:pt x="1249325" y="1342367"/>
                  </a:lnTo>
                  <a:lnTo>
                    <a:pt x="1249305" y="1342354"/>
                  </a:lnTo>
                  <a:lnTo>
                    <a:pt x="1249296" y="1342348"/>
                  </a:lnTo>
                  <a:lnTo>
                    <a:pt x="1249249" y="1342313"/>
                  </a:lnTo>
                  <a:lnTo>
                    <a:pt x="1249184" y="1342266"/>
                  </a:lnTo>
                  <a:lnTo>
                    <a:pt x="1249175" y="1342259"/>
                  </a:lnTo>
                  <a:lnTo>
                    <a:pt x="1249095" y="1342152"/>
                  </a:lnTo>
                  <a:lnTo>
                    <a:pt x="1249088" y="1342142"/>
                  </a:lnTo>
                  <a:lnTo>
                    <a:pt x="1249075" y="1342100"/>
                  </a:lnTo>
                  <a:lnTo>
                    <a:pt x="1249065" y="1342077"/>
                  </a:lnTo>
                  <a:lnTo>
                    <a:pt x="1249047" y="1342055"/>
                  </a:lnTo>
                  <a:lnTo>
                    <a:pt x="1249031" y="1342038"/>
                  </a:lnTo>
                  <a:lnTo>
                    <a:pt x="1249031" y="1342029"/>
                  </a:lnTo>
                  <a:lnTo>
                    <a:pt x="1249032" y="1342020"/>
                  </a:lnTo>
                  <a:lnTo>
                    <a:pt x="1249033" y="1342015"/>
                  </a:lnTo>
                  <a:lnTo>
                    <a:pt x="1249036" y="1342005"/>
                  </a:lnTo>
                  <a:lnTo>
                    <a:pt x="1249047" y="1341983"/>
                  </a:lnTo>
                  <a:lnTo>
                    <a:pt x="1249042" y="1341967"/>
                  </a:lnTo>
                  <a:lnTo>
                    <a:pt x="1249036" y="1341957"/>
                  </a:lnTo>
                  <a:lnTo>
                    <a:pt x="1249030" y="1341934"/>
                  </a:lnTo>
                  <a:lnTo>
                    <a:pt x="1249031" y="1341917"/>
                  </a:lnTo>
                  <a:lnTo>
                    <a:pt x="1249034" y="1341903"/>
                  </a:lnTo>
                  <a:lnTo>
                    <a:pt x="1249040" y="1341893"/>
                  </a:lnTo>
                  <a:lnTo>
                    <a:pt x="1249042" y="1341889"/>
                  </a:lnTo>
                  <a:lnTo>
                    <a:pt x="1249045" y="1341881"/>
                  </a:lnTo>
                  <a:lnTo>
                    <a:pt x="1249057" y="1341874"/>
                  </a:lnTo>
                  <a:lnTo>
                    <a:pt x="1249068" y="1341861"/>
                  </a:lnTo>
                  <a:lnTo>
                    <a:pt x="1249078" y="1341851"/>
                  </a:lnTo>
                  <a:lnTo>
                    <a:pt x="1249096" y="1341837"/>
                  </a:lnTo>
                  <a:lnTo>
                    <a:pt x="1249095" y="1341821"/>
                  </a:lnTo>
                  <a:lnTo>
                    <a:pt x="1249094" y="1341802"/>
                  </a:lnTo>
                  <a:lnTo>
                    <a:pt x="1249092" y="1341779"/>
                  </a:lnTo>
                  <a:lnTo>
                    <a:pt x="1249100" y="1341768"/>
                  </a:lnTo>
                  <a:lnTo>
                    <a:pt x="1249104" y="1341761"/>
                  </a:lnTo>
                  <a:lnTo>
                    <a:pt x="1249108" y="1341754"/>
                  </a:lnTo>
                  <a:lnTo>
                    <a:pt x="1249110" y="1341750"/>
                  </a:lnTo>
                  <a:lnTo>
                    <a:pt x="1249116" y="1341738"/>
                  </a:lnTo>
                  <a:lnTo>
                    <a:pt x="1249121" y="1341720"/>
                  </a:lnTo>
                  <a:lnTo>
                    <a:pt x="1249129" y="1341704"/>
                  </a:lnTo>
                  <a:lnTo>
                    <a:pt x="1249131" y="1341684"/>
                  </a:lnTo>
                  <a:lnTo>
                    <a:pt x="1249129" y="1341659"/>
                  </a:lnTo>
                  <a:lnTo>
                    <a:pt x="1249124" y="1341652"/>
                  </a:lnTo>
                  <a:lnTo>
                    <a:pt x="1249093" y="1341629"/>
                  </a:lnTo>
                  <a:lnTo>
                    <a:pt x="1249083" y="1341624"/>
                  </a:lnTo>
                  <a:lnTo>
                    <a:pt x="1249052" y="1341608"/>
                  </a:lnTo>
                  <a:lnTo>
                    <a:pt x="1249048" y="1341594"/>
                  </a:lnTo>
                  <a:lnTo>
                    <a:pt x="1249045" y="1341587"/>
                  </a:lnTo>
                  <a:lnTo>
                    <a:pt x="1249043" y="1341581"/>
                  </a:lnTo>
                  <a:lnTo>
                    <a:pt x="1249036" y="1341564"/>
                  </a:lnTo>
                  <a:lnTo>
                    <a:pt x="1249019" y="1341540"/>
                  </a:lnTo>
                  <a:lnTo>
                    <a:pt x="1249011" y="1341524"/>
                  </a:lnTo>
                  <a:lnTo>
                    <a:pt x="1249001" y="1341510"/>
                  </a:lnTo>
                  <a:lnTo>
                    <a:pt x="1248985" y="1341496"/>
                  </a:lnTo>
                  <a:lnTo>
                    <a:pt x="1248972" y="1341482"/>
                  </a:lnTo>
                  <a:lnTo>
                    <a:pt x="1248957" y="1341471"/>
                  </a:lnTo>
                  <a:lnTo>
                    <a:pt x="1248946" y="1341460"/>
                  </a:lnTo>
                  <a:lnTo>
                    <a:pt x="1248943" y="1341444"/>
                  </a:lnTo>
                  <a:lnTo>
                    <a:pt x="1248938" y="1341430"/>
                  </a:lnTo>
                  <a:lnTo>
                    <a:pt x="1248932" y="1341418"/>
                  </a:lnTo>
                  <a:lnTo>
                    <a:pt x="1248924" y="1341407"/>
                  </a:lnTo>
                  <a:lnTo>
                    <a:pt x="1248914" y="1341400"/>
                  </a:lnTo>
                  <a:lnTo>
                    <a:pt x="1248853" y="1341350"/>
                  </a:lnTo>
                  <a:lnTo>
                    <a:pt x="1248842" y="1341349"/>
                  </a:lnTo>
                  <a:lnTo>
                    <a:pt x="1248738" y="1341338"/>
                  </a:lnTo>
                  <a:lnTo>
                    <a:pt x="1248707" y="1341335"/>
                  </a:lnTo>
                  <a:lnTo>
                    <a:pt x="1248698" y="1341332"/>
                  </a:lnTo>
                  <a:lnTo>
                    <a:pt x="1248682" y="1341322"/>
                  </a:lnTo>
                  <a:lnTo>
                    <a:pt x="1248669" y="1341318"/>
                  </a:lnTo>
                  <a:lnTo>
                    <a:pt x="1248646" y="1341316"/>
                  </a:lnTo>
                  <a:lnTo>
                    <a:pt x="1248617" y="1341304"/>
                  </a:lnTo>
                  <a:lnTo>
                    <a:pt x="1248603" y="1341299"/>
                  </a:lnTo>
                  <a:lnTo>
                    <a:pt x="1248599" y="1341296"/>
                  </a:lnTo>
                  <a:lnTo>
                    <a:pt x="1248586" y="1341287"/>
                  </a:lnTo>
                  <a:lnTo>
                    <a:pt x="1248572" y="1341270"/>
                  </a:lnTo>
                  <a:lnTo>
                    <a:pt x="1248559" y="1341262"/>
                  </a:lnTo>
                  <a:lnTo>
                    <a:pt x="1248538" y="1341246"/>
                  </a:lnTo>
                  <a:lnTo>
                    <a:pt x="1248517" y="1341230"/>
                  </a:lnTo>
                  <a:lnTo>
                    <a:pt x="1248510" y="1341226"/>
                  </a:lnTo>
                  <a:lnTo>
                    <a:pt x="1248504" y="1341225"/>
                  </a:lnTo>
                  <a:lnTo>
                    <a:pt x="1248495" y="1341224"/>
                  </a:lnTo>
                  <a:lnTo>
                    <a:pt x="1248484" y="1341221"/>
                  </a:lnTo>
                  <a:lnTo>
                    <a:pt x="1248446" y="1341203"/>
                  </a:lnTo>
                  <a:lnTo>
                    <a:pt x="1248438" y="1341194"/>
                  </a:lnTo>
                  <a:lnTo>
                    <a:pt x="1248410" y="1341160"/>
                  </a:lnTo>
                  <a:lnTo>
                    <a:pt x="1248407" y="1341155"/>
                  </a:lnTo>
                  <a:lnTo>
                    <a:pt x="1248408" y="1341150"/>
                  </a:lnTo>
                  <a:lnTo>
                    <a:pt x="1248410" y="1341144"/>
                  </a:lnTo>
                  <a:lnTo>
                    <a:pt x="1248413" y="1341130"/>
                  </a:lnTo>
                  <a:lnTo>
                    <a:pt x="1248413" y="1341117"/>
                  </a:lnTo>
                  <a:lnTo>
                    <a:pt x="1248414" y="1341107"/>
                  </a:lnTo>
                  <a:lnTo>
                    <a:pt x="1248414" y="1341087"/>
                  </a:lnTo>
                  <a:lnTo>
                    <a:pt x="1248414" y="1341081"/>
                  </a:lnTo>
                  <a:lnTo>
                    <a:pt x="1248412" y="1341076"/>
                  </a:lnTo>
                  <a:lnTo>
                    <a:pt x="1248402" y="1341063"/>
                  </a:lnTo>
                  <a:lnTo>
                    <a:pt x="1248387" y="1341040"/>
                  </a:lnTo>
                  <a:lnTo>
                    <a:pt x="1248386" y="1341020"/>
                  </a:lnTo>
                  <a:lnTo>
                    <a:pt x="1248387" y="1341000"/>
                  </a:lnTo>
                  <a:lnTo>
                    <a:pt x="1248391" y="1340991"/>
                  </a:lnTo>
                  <a:lnTo>
                    <a:pt x="1248399" y="1340983"/>
                  </a:lnTo>
                  <a:lnTo>
                    <a:pt x="1248404" y="1340980"/>
                  </a:lnTo>
                  <a:lnTo>
                    <a:pt x="1248411" y="1340977"/>
                  </a:lnTo>
                  <a:lnTo>
                    <a:pt x="1248421" y="1340972"/>
                  </a:lnTo>
                  <a:lnTo>
                    <a:pt x="1248430" y="1340967"/>
                  </a:lnTo>
                  <a:lnTo>
                    <a:pt x="1248444" y="1340960"/>
                  </a:lnTo>
                  <a:lnTo>
                    <a:pt x="1248453" y="1340956"/>
                  </a:lnTo>
                  <a:lnTo>
                    <a:pt x="1248459" y="1340954"/>
                  </a:lnTo>
                  <a:lnTo>
                    <a:pt x="1248457" y="1340949"/>
                  </a:lnTo>
                  <a:lnTo>
                    <a:pt x="1248446" y="1340914"/>
                  </a:lnTo>
                  <a:lnTo>
                    <a:pt x="1248442" y="1340908"/>
                  </a:lnTo>
                  <a:lnTo>
                    <a:pt x="1248430" y="1340887"/>
                  </a:lnTo>
                  <a:lnTo>
                    <a:pt x="1248427" y="1340881"/>
                  </a:lnTo>
                  <a:lnTo>
                    <a:pt x="1248424" y="1340872"/>
                  </a:lnTo>
                  <a:lnTo>
                    <a:pt x="1248416" y="1340866"/>
                  </a:lnTo>
                  <a:lnTo>
                    <a:pt x="1248407" y="1340854"/>
                  </a:lnTo>
                  <a:lnTo>
                    <a:pt x="1248395" y="1340839"/>
                  </a:lnTo>
                  <a:lnTo>
                    <a:pt x="1248388" y="1340830"/>
                  </a:lnTo>
                  <a:lnTo>
                    <a:pt x="1248376" y="1340816"/>
                  </a:lnTo>
                  <a:lnTo>
                    <a:pt x="1248351" y="1340785"/>
                  </a:lnTo>
                  <a:lnTo>
                    <a:pt x="1248320" y="1340756"/>
                  </a:lnTo>
                  <a:lnTo>
                    <a:pt x="1248287" y="1340721"/>
                  </a:lnTo>
                  <a:lnTo>
                    <a:pt x="1248265" y="1340702"/>
                  </a:lnTo>
                  <a:lnTo>
                    <a:pt x="1248261" y="1340699"/>
                  </a:lnTo>
                  <a:lnTo>
                    <a:pt x="1248253" y="1340696"/>
                  </a:lnTo>
                  <a:lnTo>
                    <a:pt x="1248246" y="1340695"/>
                  </a:lnTo>
                  <a:lnTo>
                    <a:pt x="1248232" y="1340693"/>
                  </a:lnTo>
                  <a:lnTo>
                    <a:pt x="1248211" y="1340692"/>
                  </a:lnTo>
                  <a:lnTo>
                    <a:pt x="1248204" y="1340689"/>
                  </a:lnTo>
                  <a:lnTo>
                    <a:pt x="1248193" y="1340679"/>
                  </a:lnTo>
                  <a:lnTo>
                    <a:pt x="1248188" y="1340672"/>
                  </a:lnTo>
                  <a:lnTo>
                    <a:pt x="1248180" y="1340659"/>
                  </a:lnTo>
                  <a:lnTo>
                    <a:pt x="1248175" y="1340654"/>
                  </a:lnTo>
                  <a:lnTo>
                    <a:pt x="1248163" y="1340649"/>
                  </a:lnTo>
                  <a:lnTo>
                    <a:pt x="1248150" y="1340642"/>
                  </a:lnTo>
                  <a:lnTo>
                    <a:pt x="1248128" y="1340628"/>
                  </a:lnTo>
                  <a:lnTo>
                    <a:pt x="1248122" y="1340623"/>
                  </a:lnTo>
                  <a:lnTo>
                    <a:pt x="1248116" y="1340613"/>
                  </a:lnTo>
                  <a:lnTo>
                    <a:pt x="1248114" y="1340607"/>
                  </a:lnTo>
                  <a:lnTo>
                    <a:pt x="1248113" y="1340595"/>
                  </a:lnTo>
                  <a:lnTo>
                    <a:pt x="1248113" y="1340581"/>
                  </a:lnTo>
                  <a:lnTo>
                    <a:pt x="1248110" y="1340563"/>
                  </a:lnTo>
                  <a:lnTo>
                    <a:pt x="1248116" y="1340549"/>
                  </a:lnTo>
                  <a:lnTo>
                    <a:pt x="1248118" y="1340538"/>
                  </a:lnTo>
                  <a:lnTo>
                    <a:pt x="1248120" y="1340528"/>
                  </a:lnTo>
                  <a:lnTo>
                    <a:pt x="1248122" y="1340523"/>
                  </a:lnTo>
                  <a:lnTo>
                    <a:pt x="1248123" y="1340519"/>
                  </a:lnTo>
                  <a:lnTo>
                    <a:pt x="1248123" y="1340481"/>
                  </a:lnTo>
                  <a:lnTo>
                    <a:pt x="1248126" y="1340464"/>
                  </a:lnTo>
                  <a:lnTo>
                    <a:pt x="1248133" y="1340456"/>
                  </a:lnTo>
                  <a:lnTo>
                    <a:pt x="1248136" y="1340452"/>
                  </a:lnTo>
                  <a:lnTo>
                    <a:pt x="1248140" y="1340448"/>
                  </a:lnTo>
                  <a:lnTo>
                    <a:pt x="1248145" y="1340444"/>
                  </a:lnTo>
                  <a:lnTo>
                    <a:pt x="1248150" y="1340442"/>
                  </a:lnTo>
                  <a:lnTo>
                    <a:pt x="1248157" y="1340441"/>
                  </a:lnTo>
                  <a:lnTo>
                    <a:pt x="1248162" y="1340442"/>
                  </a:lnTo>
                  <a:lnTo>
                    <a:pt x="1248175" y="1340449"/>
                  </a:lnTo>
                  <a:lnTo>
                    <a:pt x="1248187" y="1340454"/>
                  </a:lnTo>
                  <a:lnTo>
                    <a:pt x="1248215" y="1340466"/>
                  </a:lnTo>
                  <a:lnTo>
                    <a:pt x="1248234" y="1340472"/>
                  </a:lnTo>
                  <a:lnTo>
                    <a:pt x="1248244" y="1340474"/>
                  </a:lnTo>
                  <a:lnTo>
                    <a:pt x="1248253" y="1340475"/>
                  </a:lnTo>
                  <a:lnTo>
                    <a:pt x="1248268" y="1340477"/>
                  </a:lnTo>
                  <a:lnTo>
                    <a:pt x="1248279" y="1340479"/>
                  </a:lnTo>
                  <a:lnTo>
                    <a:pt x="1248292" y="1340483"/>
                  </a:lnTo>
                  <a:lnTo>
                    <a:pt x="1248298" y="1340486"/>
                  </a:lnTo>
                  <a:lnTo>
                    <a:pt x="1248305" y="1340492"/>
                  </a:lnTo>
                  <a:lnTo>
                    <a:pt x="1248310" y="1340494"/>
                  </a:lnTo>
                  <a:lnTo>
                    <a:pt x="1248315" y="1340494"/>
                  </a:lnTo>
                  <a:lnTo>
                    <a:pt x="1248318" y="1340490"/>
                  </a:lnTo>
                  <a:lnTo>
                    <a:pt x="1248321" y="1340478"/>
                  </a:lnTo>
                  <a:lnTo>
                    <a:pt x="1248323" y="1340463"/>
                  </a:lnTo>
                  <a:lnTo>
                    <a:pt x="1248324" y="1340450"/>
                  </a:lnTo>
                  <a:lnTo>
                    <a:pt x="1248324" y="1340427"/>
                  </a:lnTo>
                  <a:lnTo>
                    <a:pt x="1248320" y="1340409"/>
                  </a:lnTo>
                  <a:lnTo>
                    <a:pt x="1248316" y="1340397"/>
                  </a:lnTo>
                  <a:lnTo>
                    <a:pt x="1248304" y="1340374"/>
                  </a:lnTo>
                  <a:lnTo>
                    <a:pt x="1248300" y="1340366"/>
                  </a:lnTo>
                  <a:lnTo>
                    <a:pt x="1248298" y="1340360"/>
                  </a:lnTo>
                  <a:lnTo>
                    <a:pt x="1248300" y="1340352"/>
                  </a:lnTo>
                  <a:lnTo>
                    <a:pt x="1248305" y="1340333"/>
                  </a:lnTo>
                  <a:lnTo>
                    <a:pt x="1248306" y="1340314"/>
                  </a:lnTo>
                  <a:lnTo>
                    <a:pt x="1248308" y="1340301"/>
                  </a:lnTo>
                  <a:lnTo>
                    <a:pt x="1248311" y="1340285"/>
                  </a:lnTo>
                  <a:lnTo>
                    <a:pt x="1248320" y="1340279"/>
                  </a:lnTo>
                  <a:lnTo>
                    <a:pt x="1248341" y="1340271"/>
                  </a:lnTo>
                  <a:lnTo>
                    <a:pt x="1248361" y="1340266"/>
                  </a:lnTo>
                  <a:lnTo>
                    <a:pt x="1248387" y="1340262"/>
                  </a:lnTo>
                  <a:lnTo>
                    <a:pt x="1248411" y="1340259"/>
                  </a:lnTo>
                  <a:lnTo>
                    <a:pt x="1248415" y="1340257"/>
                  </a:lnTo>
                  <a:lnTo>
                    <a:pt x="1248421" y="1340246"/>
                  </a:lnTo>
                  <a:lnTo>
                    <a:pt x="1248425" y="1340241"/>
                  </a:lnTo>
                  <a:lnTo>
                    <a:pt x="1248430" y="1340227"/>
                  </a:lnTo>
                  <a:lnTo>
                    <a:pt x="1248434" y="1340215"/>
                  </a:lnTo>
                  <a:lnTo>
                    <a:pt x="1248441" y="1340207"/>
                  </a:lnTo>
                  <a:lnTo>
                    <a:pt x="1248458" y="1340193"/>
                  </a:lnTo>
                  <a:lnTo>
                    <a:pt x="1248479" y="1340171"/>
                  </a:lnTo>
                  <a:lnTo>
                    <a:pt x="1248488" y="1340161"/>
                  </a:lnTo>
                  <a:lnTo>
                    <a:pt x="1248491" y="1340153"/>
                  </a:lnTo>
                  <a:lnTo>
                    <a:pt x="1248492" y="1340145"/>
                  </a:lnTo>
                  <a:lnTo>
                    <a:pt x="1248490" y="1340132"/>
                  </a:lnTo>
                  <a:lnTo>
                    <a:pt x="1248486" y="1340115"/>
                  </a:lnTo>
                  <a:lnTo>
                    <a:pt x="1248483" y="1340102"/>
                  </a:lnTo>
                  <a:lnTo>
                    <a:pt x="1248482" y="1340097"/>
                  </a:lnTo>
                  <a:lnTo>
                    <a:pt x="1248480" y="1340090"/>
                  </a:lnTo>
                  <a:lnTo>
                    <a:pt x="1248478" y="1340073"/>
                  </a:lnTo>
                  <a:lnTo>
                    <a:pt x="1248475" y="1340058"/>
                  </a:lnTo>
                  <a:lnTo>
                    <a:pt x="1248464" y="1340051"/>
                  </a:lnTo>
                  <a:lnTo>
                    <a:pt x="1248448" y="1340038"/>
                  </a:lnTo>
                  <a:lnTo>
                    <a:pt x="1248430" y="1340021"/>
                  </a:lnTo>
                  <a:lnTo>
                    <a:pt x="1248421" y="1340014"/>
                  </a:lnTo>
                  <a:lnTo>
                    <a:pt x="1248414" y="1340004"/>
                  </a:lnTo>
                  <a:lnTo>
                    <a:pt x="1248387" y="1339970"/>
                  </a:lnTo>
                  <a:lnTo>
                    <a:pt x="1248370" y="1339954"/>
                  </a:lnTo>
                  <a:lnTo>
                    <a:pt x="1248360" y="1339943"/>
                  </a:lnTo>
                  <a:lnTo>
                    <a:pt x="1248345" y="1339935"/>
                  </a:lnTo>
                  <a:lnTo>
                    <a:pt x="1248305" y="1339949"/>
                  </a:lnTo>
                  <a:lnTo>
                    <a:pt x="1248299" y="1339951"/>
                  </a:lnTo>
                  <a:lnTo>
                    <a:pt x="1248294" y="1339952"/>
                  </a:lnTo>
                  <a:lnTo>
                    <a:pt x="1248289" y="1339955"/>
                  </a:lnTo>
                  <a:lnTo>
                    <a:pt x="1248283" y="1339958"/>
                  </a:lnTo>
                  <a:lnTo>
                    <a:pt x="1248270" y="1339969"/>
                  </a:lnTo>
                  <a:lnTo>
                    <a:pt x="1248261" y="1339985"/>
                  </a:lnTo>
                  <a:lnTo>
                    <a:pt x="1248237" y="1340002"/>
                  </a:lnTo>
                  <a:lnTo>
                    <a:pt x="1248214" y="1340007"/>
                  </a:lnTo>
                  <a:lnTo>
                    <a:pt x="1248191" y="1340016"/>
                  </a:lnTo>
                  <a:lnTo>
                    <a:pt x="1248182" y="1340022"/>
                  </a:lnTo>
                  <a:lnTo>
                    <a:pt x="1248173" y="1340021"/>
                  </a:lnTo>
                  <a:lnTo>
                    <a:pt x="1248155" y="1340022"/>
                  </a:lnTo>
                  <a:lnTo>
                    <a:pt x="1248142" y="1340025"/>
                  </a:lnTo>
                  <a:lnTo>
                    <a:pt x="1248135" y="1340028"/>
                  </a:lnTo>
                  <a:lnTo>
                    <a:pt x="1248125" y="1340034"/>
                  </a:lnTo>
                  <a:lnTo>
                    <a:pt x="1248107" y="1340046"/>
                  </a:lnTo>
                  <a:lnTo>
                    <a:pt x="1248091" y="1340066"/>
                  </a:lnTo>
                  <a:lnTo>
                    <a:pt x="1248087" y="1340073"/>
                  </a:lnTo>
                  <a:lnTo>
                    <a:pt x="1248083" y="1340078"/>
                  </a:lnTo>
                  <a:lnTo>
                    <a:pt x="1248080" y="1340084"/>
                  </a:lnTo>
                  <a:lnTo>
                    <a:pt x="1248073" y="1340084"/>
                  </a:lnTo>
                  <a:lnTo>
                    <a:pt x="1248065" y="1340080"/>
                  </a:lnTo>
                  <a:lnTo>
                    <a:pt x="1248054" y="1340072"/>
                  </a:lnTo>
                  <a:lnTo>
                    <a:pt x="1248044" y="1340066"/>
                  </a:lnTo>
                  <a:lnTo>
                    <a:pt x="1248013" y="1340047"/>
                  </a:lnTo>
                  <a:lnTo>
                    <a:pt x="1248001" y="1340044"/>
                  </a:lnTo>
                  <a:lnTo>
                    <a:pt x="1247993" y="1340048"/>
                  </a:lnTo>
                  <a:lnTo>
                    <a:pt x="1247989" y="1340053"/>
                  </a:lnTo>
                  <a:lnTo>
                    <a:pt x="1247984" y="1340058"/>
                  </a:lnTo>
                  <a:lnTo>
                    <a:pt x="1247981" y="1340062"/>
                  </a:lnTo>
                  <a:lnTo>
                    <a:pt x="1247974" y="1340072"/>
                  </a:lnTo>
                  <a:lnTo>
                    <a:pt x="1247969" y="1340080"/>
                  </a:lnTo>
                  <a:lnTo>
                    <a:pt x="1247957" y="1340089"/>
                  </a:lnTo>
                  <a:lnTo>
                    <a:pt x="1247952" y="1340094"/>
                  </a:lnTo>
                  <a:lnTo>
                    <a:pt x="1247940" y="1340093"/>
                  </a:lnTo>
                  <a:lnTo>
                    <a:pt x="1247925" y="1340091"/>
                  </a:lnTo>
                  <a:lnTo>
                    <a:pt x="1247914" y="1340080"/>
                  </a:lnTo>
                  <a:lnTo>
                    <a:pt x="1247907" y="1340071"/>
                  </a:lnTo>
                  <a:lnTo>
                    <a:pt x="1247884" y="1340053"/>
                  </a:lnTo>
                  <a:lnTo>
                    <a:pt x="1247864" y="1340039"/>
                  </a:lnTo>
                  <a:lnTo>
                    <a:pt x="1247832" y="1340021"/>
                  </a:lnTo>
                  <a:lnTo>
                    <a:pt x="1247826" y="1340013"/>
                  </a:lnTo>
                  <a:lnTo>
                    <a:pt x="1247828" y="1340007"/>
                  </a:lnTo>
                  <a:lnTo>
                    <a:pt x="1247832" y="1340001"/>
                  </a:lnTo>
                  <a:lnTo>
                    <a:pt x="1247839" y="1339991"/>
                  </a:lnTo>
                  <a:lnTo>
                    <a:pt x="1247840" y="1339978"/>
                  </a:lnTo>
                  <a:lnTo>
                    <a:pt x="1247840" y="1339967"/>
                  </a:lnTo>
                  <a:lnTo>
                    <a:pt x="1247839" y="1339957"/>
                  </a:lnTo>
                  <a:lnTo>
                    <a:pt x="1247837" y="1339952"/>
                  </a:lnTo>
                  <a:lnTo>
                    <a:pt x="1247832" y="1339946"/>
                  </a:lnTo>
                  <a:lnTo>
                    <a:pt x="1247826" y="1339937"/>
                  </a:lnTo>
                  <a:lnTo>
                    <a:pt x="1247819" y="1339921"/>
                  </a:lnTo>
                  <a:lnTo>
                    <a:pt x="1247844" y="1339911"/>
                  </a:lnTo>
                  <a:lnTo>
                    <a:pt x="1247860" y="1339905"/>
                  </a:lnTo>
                  <a:lnTo>
                    <a:pt x="1247865" y="1339901"/>
                  </a:lnTo>
                  <a:lnTo>
                    <a:pt x="1247869" y="1339896"/>
                  </a:lnTo>
                  <a:lnTo>
                    <a:pt x="1247872" y="1339892"/>
                  </a:lnTo>
                  <a:lnTo>
                    <a:pt x="1247881" y="1339889"/>
                  </a:lnTo>
                  <a:lnTo>
                    <a:pt x="1247889" y="1339887"/>
                  </a:lnTo>
                  <a:lnTo>
                    <a:pt x="1247897" y="1339886"/>
                  </a:lnTo>
                  <a:lnTo>
                    <a:pt x="1247912" y="1339885"/>
                  </a:lnTo>
                  <a:lnTo>
                    <a:pt x="1247921" y="1339884"/>
                  </a:lnTo>
                  <a:lnTo>
                    <a:pt x="1247931" y="1339880"/>
                  </a:lnTo>
                  <a:lnTo>
                    <a:pt x="1247936" y="1339878"/>
                  </a:lnTo>
                  <a:lnTo>
                    <a:pt x="1247949" y="1339873"/>
                  </a:lnTo>
                  <a:lnTo>
                    <a:pt x="1247961" y="1339865"/>
                  </a:lnTo>
                  <a:lnTo>
                    <a:pt x="1247971" y="1339860"/>
                  </a:lnTo>
                  <a:lnTo>
                    <a:pt x="1247983" y="1339851"/>
                  </a:lnTo>
                  <a:lnTo>
                    <a:pt x="1248003" y="1339842"/>
                  </a:lnTo>
                  <a:lnTo>
                    <a:pt x="1248015" y="1339831"/>
                  </a:lnTo>
                  <a:lnTo>
                    <a:pt x="1248018" y="1339823"/>
                  </a:lnTo>
                  <a:lnTo>
                    <a:pt x="1248020" y="1339818"/>
                  </a:lnTo>
                  <a:lnTo>
                    <a:pt x="1248022" y="1339813"/>
                  </a:lnTo>
                  <a:lnTo>
                    <a:pt x="1248026" y="1339805"/>
                  </a:lnTo>
                  <a:lnTo>
                    <a:pt x="1248028" y="1339796"/>
                  </a:lnTo>
                  <a:lnTo>
                    <a:pt x="1248027" y="1339788"/>
                  </a:lnTo>
                  <a:lnTo>
                    <a:pt x="1248025" y="1339783"/>
                  </a:lnTo>
                  <a:lnTo>
                    <a:pt x="1248021" y="1339772"/>
                  </a:lnTo>
                  <a:lnTo>
                    <a:pt x="1248012" y="1339765"/>
                  </a:lnTo>
                  <a:lnTo>
                    <a:pt x="1248007" y="1339761"/>
                  </a:lnTo>
                  <a:lnTo>
                    <a:pt x="1248004" y="1339751"/>
                  </a:lnTo>
                  <a:lnTo>
                    <a:pt x="1248009" y="1339738"/>
                  </a:lnTo>
                  <a:lnTo>
                    <a:pt x="1248012" y="1339727"/>
                  </a:lnTo>
                  <a:lnTo>
                    <a:pt x="1248014" y="1339718"/>
                  </a:lnTo>
                  <a:lnTo>
                    <a:pt x="1248015" y="1339710"/>
                  </a:lnTo>
                  <a:lnTo>
                    <a:pt x="1248008" y="1339704"/>
                  </a:lnTo>
                  <a:lnTo>
                    <a:pt x="1248002" y="1339702"/>
                  </a:lnTo>
                  <a:lnTo>
                    <a:pt x="1247994" y="1339699"/>
                  </a:lnTo>
                  <a:lnTo>
                    <a:pt x="1247973" y="1339697"/>
                  </a:lnTo>
                  <a:lnTo>
                    <a:pt x="1247949" y="1339686"/>
                  </a:lnTo>
                  <a:lnTo>
                    <a:pt x="1247931" y="1339676"/>
                  </a:lnTo>
                  <a:lnTo>
                    <a:pt x="1247923" y="1339666"/>
                  </a:lnTo>
                  <a:lnTo>
                    <a:pt x="1247919" y="1339658"/>
                  </a:lnTo>
                  <a:lnTo>
                    <a:pt x="1247919" y="1339644"/>
                  </a:lnTo>
                  <a:lnTo>
                    <a:pt x="1247918" y="1339638"/>
                  </a:lnTo>
                  <a:lnTo>
                    <a:pt x="1247918" y="1339626"/>
                  </a:lnTo>
                  <a:lnTo>
                    <a:pt x="1247918" y="1339620"/>
                  </a:lnTo>
                  <a:lnTo>
                    <a:pt x="1247915" y="1339605"/>
                  </a:lnTo>
                  <a:lnTo>
                    <a:pt x="1247911" y="1339609"/>
                  </a:lnTo>
                  <a:lnTo>
                    <a:pt x="1247904" y="1339616"/>
                  </a:lnTo>
                  <a:lnTo>
                    <a:pt x="1247899" y="1339620"/>
                  </a:lnTo>
                  <a:lnTo>
                    <a:pt x="1247890" y="1339625"/>
                  </a:lnTo>
                  <a:lnTo>
                    <a:pt x="1247883" y="1339628"/>
                  </a:lnTo>
                  <a:lnTo>
                    <a:pt x="1247874" y="1339630"/>
                  </a:lnTo>
                  <a:lnTo>
                    <a:pt x="1247866" y="1339630"/>
                  </a:lnTo>
                  <a:lnTo>
                    <a:pt x="1247861" y="1339630"/>
                  </a:lnTo>
                  <a:lnTo>
                    <a:pt x="1247856" y="1339622"/>
                  </a:lnTo>
                  <a:lnTo>
                    <a:pt x="1247849" y="1339613"/>
                  </a:lnTo>
                  <a:lnTo>
                    <a:pt x="1247844" y="1339608"/>
                  </a:lnTo>
                  <a:lnTo>
                    <a:pt x="1247839" y="1339605"/>
                  </a:lnTo>
                  <a:lnTo>
                    <a:pt x="1247831" y="1339601"/>
                  </a:lnTo>
                  <a:lnTo>
                    <a:pt x="1247824" y="1339596"/>
                  </a:lnTo>
                  <a:lnTo>
                    <a:pt x="1247815" y="1339589"/>
                  </a:lnTo>
                  <a:lnTo>
                    <a:pt x="1247806" y="1339584"/>
                  </a:lnTo>
                  <a:lnTo>
                    <a:pt x="1247811" y="1339575"/>
                  </a:lnTo>
                  <a:lnTo>
                    <a:pt x="1247813" y="1339563"/>
                  </a:lnTo>
                  <a:lnTo>
                    <a:pt x="1247815" y="1339555"/>
                  </a:lnTo>
                  <a:lnTo>
                    <a:pt x="1247816" y="1339549"/>
                  </a:lnTo>
                  <a:lnTo>
                    <a:pt x="1247816" y="1339543"/>
                  </a:lnTo>
                  <a:lnTo>
                    <a:pt x="1247817" y="1339535"/>
                  </a:lnTo>
                  <a:lnTo>
                    <a:pt x="1247817" y="1339527"/>
                  </a:lnTo>
                  <a:lnTo>
                    <a:pt x="1247819" y="1339519"/>
                  </a:lnTo>
                  <a:lnTo>
                    <a:pt x="1247824" y="1339515"/>
                  </a:lnTo>
                  <a:lnTo>
                    <a:pt x="1247829" y="1339511"/>
                  </a:lnTo>
                  <a:lnTo>
                    <a:pt x="1247835" y="1339503"/>
                  </a:lnTo>
                  <a:lnTo>
                    <a:pt x="1247828" y="1339500"/>
                  </a:lnTo>
                  <a:lnTo>
                    <a:pt x="1247823" y="1339494"/>
                  </a:lnTo>
                  <a:lnTo>
                    <a:pt x="1247819" y="1339487"/>
                  </a:lnTo>
                  <a:lnTo>
                    <a:pt x="1247813" y="1339476"/>
                  </a:lnTo>
                  <a:lnTo>
                    <a:pt x="1247806" y="1339466"/>
                  </a:lnTo>
                  <a:lnTo>
                    <a:pt x="1247802" y="1339460"/>
                  </a:lnTo>
                  <a:lnTo>
                    <a:pt x="1247800" y="1339454"/>
                  </a:lnTo>
                  <a:lnTo>
                    <a:pt x="1247798" y="1339446"/>
                  </a:lnTo>
                  <a:lnTo>
                    <a:pt x="1247795" y="1339431"/>
                  </a:lnTo>
                  <a:lnTo>
                    <a:pt x="1247789" y="1339420"/>
                  </a:lnTo>
                  <a:lnTo>
                    <a:pt x="1247780" y="1339403"/>
                  </a:lnTo>
                  <a:lnTo>
                    <a:pt x="1247774" y="1339387"/>
                  </a:lnTo>
                  <a:lnTo>
                    <a:pt x="1247765" y="1339376"/>
                  </a:lnTo>
                  <a:lnTo>
                    <a:pt x="1247762" y="1339372"/>
                  </a:lnTo>
                  <a:lnTo>
                    <a:pt x="1247760" y="1339366"/>
                  </a:lnTo>
                  <a:lnTo>
                    <a:pt x="1247767" y="1339332"/>
                  </a:lnTo>
                  <a:lnTo>
                    <a:pt x="1247769" y="1339302"/>
                  </a:lnTo>
                  <a:lnTo>
                    <a:pt x="1247762" y="1339275"/>
                  </a:lnTo>
                  <a:lnTo>
                    <a:pt x="1247758" y="1339264"/>
                  </a:lnTo>
                  <a:lnTo>
                    <a:pt x="1247754" y="1339253"/>
                  </a:lnTo>
                  <a:lnTo>
                    <a:pt x="1247741" y="1339240"/>
                  </a:lnTo>
                  <a:lnTo>
                    <a:pt x="1247737" y="1339235"/>
                  </a:lnTo>
                  <a:lnTo>
                    <a:pt x="1247727" y="1339224"/>
                  </a:lnTo>
                  <a:lnTo>
                    <a:pt x="1247716" y="1339214"/>
                  </a:lnTo>
                  <a:lnTo>
                    <a:pt x="1247700" y="1339204"/>
                  </a:lnTo>
                  <a:lnTo>
                    <a:pt x="1247677" y="1339190"/>
                  </a:lnTo>
                  <a:lnTo>
                    <a:pt x="1247651" y="1339171"/>
                  </a:lnTo>
                  <a:lnTo>
                    <a:pt x="1247643" y="1339166"/>
                  </a:lnTo>
                  <a:lnTo>
                    <a:pt x="1247630" y="1339155"/>
                  </a:lnTo>
                  <a:lnTo>
                    <a:pt x="1247603" y="1339132"/>
                  </a:lnTo>
                  <a:lnTo>
                    <a:pt x="1247579" y="1339111"/>
                  </a:lnTo>
                  <a:lnTo>
                    <a:pt x="1247535" y="1339060"/>
                  </a:lnTo>
                  <a:lnTo>
                    <a:pt x="1247528" y="1339053"/>
                  </a:lnTo>
                  <a:lnTo>
                    <a:pt x="1247518" y="1339045"/>
                  </a:lnTo>
                  <a:lnTo>
                    <a:pt x="1247512" y="1339038"/>
                  </a:lnTo>
                  <a:lnTo>
                    <a:pt x="1247501" y="1339030"/>
                  </a:lnTo>
                  <a:lnTo>
                    <a:pt x="1247486" y="1339021"/>
                  </a:lnTo>
                  <a:lnTo>
                    <a:pt x="1247472" y="1339012"/>
                  </a:lnTo>
                  <a:lnTo>
                    <a:pt x="1247463" y="1339005"/>
                  </a:lnTo>
                  <a:lnTo>
                    <a:pt x="1247463" y="1339000"/>
                  </a:lnTo>
                  <a:lnTo>
                    <a:pt x="1247465" y="1338992"/>
                  </a:lnTo>
                  <a:lnTo>
                    <a:pt x="1247467" y="1338988"/>
                  </a:lnTo>
                  <a:lnTo>
                    <a:pt x="1247467" y="1338982"/>
                  </a:lnTo>
                  <a:lnTo>
                    <a:pt x="1247466" y="1338975"/>
                  </a:lnTo>
                  <a:lnTo>
                    <a:pt x="1247463" y="1338967"/>
                  </a:lnTo>
                  <a:lnTo>
                    <a:pt x="1247456" y="1338955"/>
                  </a:lnTo>
                  <a:lnTo>
                    <a:pt x="1247451" y="1338946"/>
                  </a:lnTo>
                  <a:lnTo>
                    <a:pt x="1247444" y="1338937"/>
                  </a:lnTo>
                  <a:lnTo>
                    <a:pt x="1247428" y="1338934"/>
                  </a:lnTo>
                  <a:lnTo>
                    <a:pt x="1247422" y="1338933"/>
                  </a:lnTo>
                  <a:lnTo>
                    <a:pt x="1247412" y="1338935"/>
                  </a:lnTo>
                  <a:lnTo>
                    <a:pt x="1247396" y="1338938"/>
                  </a:lnTo>
                  <a:lnTo>
                    <a:pt x="1247371" y="1338943"/>
                  </a:lnTo>
                  <a:lnTo>
                    <a:pt x="1247362" y="1338944"/>
                  </a:lnTo>
                  <a:lnTo>
                    <a:pt x="1247348" y="1338941"/>
                  </a:lnTo>
                  <a:lnTo>
                    <a:pt x="1247320" y="1338901"/>
                  </a:lnTo>
                  <a:lnTo>
                    <a:pt x="1247252" y="1338896"/>
                  </a:lnTo>
                  <a:lnTo>
                    <a:pt x="1247216" y="1338907"/>
                  </a:lnTo>
                  <a:lnTo>
                    <a:pt x="1247174" y="1338920"/>
                  </a:lnTo>
                  <a:lnTo>
                    <a:pt x="1247154" y="1338918"/>
                  </a:lnTo>
                  <a:lnTo>
                    <a:pt x="1247144" y="1338915"/>
                  </a:lnTo>
                  <a:lnTo>
                    <a:pt x="1247132" y="1338907"/>
                  </a:lnTo>
                  <a:lnTo>
                    <a:pt x="1247120" y="1338902"/>
                  </a:lnTo>
                  <a:lnTo>
                    <a:pt x="1247104" y="1338901"/>
                  </a:lnTo>
                  <a:lnTo>
                    <a:pt x="1247087" y="1338903"/>
                  </a:lnTo>
                  <a:lnTo>
                    <a:pt x="1247081" y="1338906"/>
                  </a:lnTo>
                  <a:lnTo>
                    <a:pt x="1247076" y="1338909"/>
                  </a:lnTo>
                  <a:lnTo>
                    <a:pt x="1247062" y="1338916"/>
                  </a:lnTo>
                  <a:lnTo>
                    <a:pt x="1247055" y="1338922"/>
                  </a:lnTo>
                  <a:lnTo>
                    <a:pt x="1247048" y="1338929"/>
                  </a:lnTo>
                  <a:lnTo>
                    <a:pt x="1247046" y="1338945"/>
                  </a:lnTo>
                  <a:lnTo>
                    <a:pt x="1247052" y="1338971"/>
                  </a:lnTo>
                  <a:lnTo>
                    <a:pt x="1247044" y="1339019"/>
                  </a:lnTo>
                  <a:lnTo>
                    <a:pt x="1247045" y="1339042"/>
                  </a:lnTo>
                  <a:lnTo>
                    <a:pt x="1247043" y="1339061"/>
                  </a:lnTo>
                  <a:lnTo>
                    <a:pt x="1247047" y="1339071"/>
                  </a:lnTo>
                  <a:lnTo>
                    <a:pt x="1247052" y="1339075"/>
                  </a:lnTo>
                  <a:lnTo>
                    <a:pt x="1247072" y="1339089"/>
                  </a:lnTo>
                  <a:lnTo>
                    <a:pt x="1247065" y="1339094"/>
                  </a:lnTo>
                  <a:lnTo>
                    <a:pt x="1247051" y="1339106"/>
                  </a:lnTo>
                  <a:lnTo>
                    <a:pt x="1247038" y="1339116"/>
                  </a:lnTo>
                  <a:lnTo>
                    <a:pt x="1247032" y="1339121"/>
                  </a:lnTo>
                  <a:lnTo>
                    <a:pt x="1247029" y="1339124"/>
                  </a:lnTo>
                  <a:lnTo>
                    <a:pt x="1247021" y="1339144"/>
                  </a:lnTo>
                  <a:lnTo>
                    <a:pt x="1247019" y="1339150"/>
                  </a:lnTo>
                  <a:lnTo>
                    <a:pt x="1247012" y="1339165"/>
                  </a:lnTo>
                  <a:lnTo>
                    <a:pt x="1246996" y="1339165"/>
                  </a:lnTo>
                  <a:lnTo>
                    <a:pt x="1246961" y="1339167"/>
                  </a:lnTo>
                  <a:lnTo>
                    <a:pt x="1246948" y="1339172"/>
                  </a:lnTo>
                  <a:lnTo>
                    <a:pt x="1246954" y="1339184"/>
                  </a:lnTo>
                  <a:lnTo>
                    <a:pt x="1246958" y="1339194"/>
                  </a:lnTo>
                  <a:lnTo>
                    <a:pt x="1246958" y="1339203"/>
                  </a:lnTo>
                  <a:lnTo>
                    <a:pt x="1246956" y="1339213"/>
                  </a:lnTo>
                  <a:lnTo>
                    <a:pt x="1246955" y="1339219"/>
                  </a:lnTo>
                  <a:lnTo>
                    <a:pt x="1246949" y="1339230"/>
                  </a:lnTo>
                  <a:lnTo>
                    <a:pt x="1246938" y="1339229"/>
                  </a:lnTo>
                  <a:lnTo>
                    <a:pt x="1246909" y="1339227"/>
                  </a:lnTo>
                  <a:lnTo>
                    <a:pt x="1246889" y="1339218"/>
                  </a:lnTo>
                  <a:lnTo>
                    <a:pt x="1246868" y="1339204"/>
                  </a:lnTo>
                  <a:lnTo>
                    <a:pt x="1246859" y="1339208"/>
                  </a:lnTo>
                  <a:lnTo>
                    <a:pt x="1246852" y="1339211"/>
                  </a:lnTo>
                  <a:lnTo>
                    <a:pt x="1246834" y="1339219"/>
                  </a:lnTo>
                  <a:lnTo>
                    <a:pt x="1246813" y="1339216"/>
                  </a:lnTo>
                  <a:lnTo>
                    <a:pt x="1246795" y="1339208"/>
                  </a:lnTo>
                  <a:lnTo>
                    <a:pt x="1246776" y="1339188"/>
                  </a:lnTo>
                  <a:lnTo>
                    <a:pt x="1246770" y="1339183"/>
                  </a:lnTo>
                  <a:lnTo>
                    <a:pt x="1246759" y="1339174"/>
                  </a:lnTo>
                  <a:lnTo>
                    <a:pt x="1246750" y="1339170"/>
                  </a:lnTo>
                  <a:lnTo>
                    <a:pt x="1246745" y="1339169"/>
                  </a:lnTo>
                  <a:lnTo>
                    <a:pt x="1246741" y="1339167"/>
                  </a:lnTo>
                  <a:lnTo>
                    <a:pt x="1246734" y="1339168"/>
                  </a:lnTo>
                  <a:lnTo>
                    <a:pt x="1246712" y="1339167"/>
                  </a:lnTo>
                  <a:lnTo>
                    <a:pt x="1246700" y="1339167"/>
                  </a:lnTo>
                  <a:lnTo>
                    <a:pt x="1246688" y="1339166"/>
                  </a:lnTo>
                  <a:lnTo>
                    <a:pt x="1246663" y="1339165"/>
                  </a:lnTo>
                  <a:lnTo>
                    <a:pt x="1246632" y="1339167"/>
                  </a:lnTo>
                  <a:lnTo>
                    <a:pt x="1246615" y="1339158"/>
                  </a:lnTo>
                  <a:lnTo>
                    <a:pt x="1246597" y="1339155"/>
                  </a:lnTo>
                  <a:lnTo>
                    <a:pt x="1246585" y="1339148"/>
                  </a:lnTo>
                  <a:lnTo>
                    <a:pt x="1246581" y="1339129"/>
                  </a:lnTo>
                  <a:lnTo>
                    <a:pt x="1246583" y="1339113"/>
                  </a:lnTo>
                  <a:lnTo>
                    <a:pt x="1246570" y="1339116"/>
                  </a:lnTo>
                  <a:lnTo>
                    <a:pt x="1246554" y="1339123"/>
                  </a:lnTo>
                  <a:lnTo>
                    <a:pt x="1246538" y="1339132"/>
                  </a:lnTo>
                  <a:lnTo>
                    <a:pt x="1246526" y="1339136"/>
                  </a:lnTo>
                  <a:lnTo>
                    <a:pt x="1246516" y="1339140"/>
                  </a:lnTo>
                  <a:lnTo>
                    <a:pt x="1246497" y="1339141"/>
                  </a:lnTo>
                  <a:lnTo>
                    <a:pt x="1246486" y="1339133"/>
                  </a:lnTo>
                  <a:lnTo>
                    <a:pt x="1246473" y="1339128"/>
                  </a:lnTo>
                  <a:lnTo>
                    <a:pt x="1246462" y="1339126"/>
                  </a:lnTo>
                  <a:lnTo>
                    <a:pt x="1246479" y="1339090"/>
                  </a:lnTo>
                  <a:lnTo>
                    <a:pt x="1246482" y="1339082"/>
                  </a:lnTo>
                  <a:lnTo>
                    <a:pt x="1246484" y="1339078"/>
                  </a:lnTo>
                  <a:lnTo>
                    <a:pt x="1246495" y="1339047"/>
                  </a:lnTo>
                  <a:lnTo>
                    <a:pt x="1246502" y="1339028"/>
                  </a:lnTo>
                  <a:lnTo>
                    <a:pt x="1246484" y="1339021"/>
                  </a:lnTo>
                  <a:lnTo>
                    <a:pt x="1246469" y="1339015"/>
                  </a:lnTo>
                  <a:lnTo>
                    <a:pt x="1246458" y="1339012"/>
                  </a:lnTo>
                  <a:lnTo>
                    <a:pt x="1246425" y="1339002"/>
                  </a:lnTo>
                  <a:lnTo>
                    <a:pt x="1246376" y="1338937"/>
                  </a:lnTo>
                  <a:lnTo>
                    <a:pt x="1246363" y="1338922"/>
                  </a:lnTo>
                  <a:lnTo>
                    <a:pt x="1246349" y="1338907"/>
                  </a:lnTo>
                  <a:lnTo>
                    <a:pt x="1246329" y="1338895"/>
                  </a:lnTo>
                  <a:lnTo>
                    <a:pt x="1246319" y="1338881"/>
                  </a:lnTo>
                  <a:lnTo>
                    <a:pt x="1246298" y="1338854"/>
                  </a:lnTo>
                  <a:lnTo>
                    <a:pt x="1246270" y="1338838"/>
                  </a:lnTo>
                  <a:lnTo>
                    <a:pt x="1246254" y="1338828"/>
                  </a:lnTo>
                  <a:lnTo>
                    <a:pt x="1246232" y="1338817"/>
                  </a:lnTo>
                  <a:lnTo>
                    <a:pt x="1246214" y="1338805"/>
                  </a:lnTo>
                  <a:lnTo>
                    <a:pt x="1246202" y="1338783"/>
                  </a:lnTo>
                  <a:lnTo>
                    <a:pt x="1246190" y="1338771"/>
                  </a:lnTo>
                  <a:lnTo>
                    <a:pt x="1246173" y="1338738"/>
                  </a:lnTo>
                  <a:lnTo>
                    <a:pt x="1246138" y="1338699"/>
                  </a:lnTo>
                  <a:lnTo>
                    <a:pt x="1246137" y="1338692"/>
                  </a:lnTo>
                  <a:lnTo>
                    <a:pt x="1246110" y="1338524"/>
                  </a:lnTo>
                  <a:lnTo>
                    <a:pt x="1246108" y="1338513"/>
                  </a:lnTo>
                  <a:lnTo>
                    <a:pt x="1246099" y="1338505"/>
                  </a:lnTo>
                  <a:lnTo>
                    <a:pt x="1245934" y="1338354"/>
                  </a:lnTo>
                  <a:lnTo>
                    <a:pt x="1245925" y="1338346"/>
                  </a:lnTo>
                  <a:lnTo>
                    <a:pt x="1245919" y="1338335"/>
                  </a:lnTo>
                  <a:lnTo>
                    <a:pt x="1245916" y="1338330"/>
                  </a:lnTo>
                  <a:lnTo>
                    <a:pt x="1245912" y="1338324"/>
                  </a:lnTo>
                  <a:lnTo>
                    <a:pt x="1245910" y="1338320"/>
                  </a:lnTo>
                  <a:lnTo>
                    <a:pt x="1245902" y="1338310"/>
                  </a:lnTo>
                  <a:lnTo>
                    <a:pt x="1245817" y="1338210"/>
                  </a:lnTo>
                  <a:lnTo>
                    <a:pt x="1245775" y="1338140"/>
                  </a:lnTo>
                  <a:lnTo>
                    <a:pt x="1245769" y="1338119"/>
                  </a:lnTo>
                  <a:lnTo>
                    <a:pt x="1245754" y="1338076"/>
                  </a:lnTo>
                  <a:lnTo>
                    <a:pt x="1245751" y="1338043"/>
                  </a:lnTo>
                  <a:lnTo>
                    <a:pt x="1245739" y="1338006"/>
                  </a:lnTo>
                  <a:lnTo>
                    <a:pt x="1245732" y="1337968"/>
                  </a:lnTo>
                  <a:lnTo>
                    <a:pt x="1245717" y="1337956"/>
                  </a:lnTo>
                  <a:lnTo>
                    <a:pt x="1245712" y="1337951"/>
                  </a:lnTo>
                  <a:lnTo>
                    <a:pt x="1245710" y="1337946"/>
                  </a:lnTo>
                  <a:lnTo>
                    <a:pt x="1245708" y="1337942"/>
                  </a:lnTo>
                  <a:lnTo>
                    <a:pt x="1245705" y="1337932"/>
                  </a:lnTo>
                  <a:lnTo>
                    <a:pt x="1245701" y="1337919"/>
                  </a:lnTo>
                  <a:lnTo>
                    <a:pt x="1245684" y="1337890"/>
                  </a:lnTo>
                  <a:lnTo>
                    <a:pt x="1245677" y="1337877"/>
                  </a:lnTo>
                  <a:lnTo>
                    <a:pt x="1245670" y="1337865"/>
                  </a:lnTo>
                  <a:lnTo>
                    <a:pt x="1245660" y="1337850"/>
                  </a:lnTo>
                  <a:lnTo>
                    <a:pt x="1245648" y="1337837"/>
                  </a:lnTo>
                  <a:lnTo>
                    <a:pt x="1245630" y="1337813"/>
                  </a:lnTo>
                  <a:lnTo>
                    <a:pt x="1245622" y="1337803"/>
                  </a:lnTo>
                  <a:lnTo>
                    <a:pt x="1245615" y="1337792"/>
                  </a:lnTo>
                  <a:lnTo>
                    <a:pt x="1245609" y="1337781"/>
                  </a:lnTo>
                  <a:lnTo>
                    <a:pt x="1245605" y="1337770"/>
                  </a:lnTo>
                  <a:lnTo>
                    <a:pt x="1245596" y="1337752"/>
                  </a:lnTo>
                  <a:lnTo>
                    <a:pt x="1245591" y="1337741"/>
                  </a:lnTo>
                  <a:lnTo>
                    <a:pt x="1245580" y="1337736"/>
                  </a:lnTo>
                  <a:lnTo>
                    <a:pt x="1245572" y="1337732"/>
                  </a:lnTo>
                  <a:lnTo>
                    <a:pt x="1245548" y="1337719"/>
                  </a:lnTo>
                  <a:lnTo>
                    <a:pt x="1245528" y="1337711"/>
                  </a:lnTo>
                  <a:lnTo>
                    <a:pt x="1245512" y="1337702"/>
                  </a:lnTo>
                  <a:lnTo>
                    <a:pt x="1245491" y="1337697"/>
                  </a:lnTo>
                  <a:lnTo>
                    <a:pt x="1245466" y="1337694"/>
                  </a:lnTo>
                  <a:lnTo>
                    <a:pt x="1245457" y="1337693"/>
                  </a:lnTo>
                  <a:lnTo>
                    <a:pt x="1245434" y="1337692"/>
                  </a:lnTo>
                  <a:lnTo>
                    <a:pt x="1245412" y="1337689"/>
                  </a:lnTo>
                  <a:lnTo>
                    <a:pt x="1245389" y="1337686"/>
                  </a:lnTo>
                  <a:lnTo>
                    <a:pt x="1245366" y="1337677"/>
                  </a:lnTo>
                  <a:lnTo>
                    <a:pt x="1245355" y="1337663"/>
                  </a:lnTo>
                  <a:lnTo>
                    <a:pt x="1245345" y="1337645"/>
                  </a:lnTo>
                  <a:lnTo>
                    <a:pt x="1245339" y="1337634"/>
                  </a:lnTo>
                  <a:lnTo>
                    <a:pt x="1245333" y="1337628"/>
                  </a:lnTo>
                  <a:lnTo>
                    <a:pt x="1245326" y="1337624"/>
                  </a:lnTo>
                  <a:lnTo>
                    <a:pt x="1245294" y="1337617"/>
                  </a:lnTo>
                  <a:lnTo>
                    <a:pt x="1245274" y="1337609"/>
                  </a:lnTo>
                  <a:lnTo>
                    <a:pt x="1245263" y="1337605"/>
                  </a:lnTo>
                  <a:lnTo>
                    <a:pt x="1245240" y="1337617"/>
                  </a:lnTo>
                  <a:lnTo>
                    <a:pt x="1245217" y="1337620"/>
                  </a:lnTo>
                  <a:lnTo>
                    <a:pt x="1245198" y="1337619"/>
                  </a:lnTo>
                  <a:lnTo>
                    <a:pt x="1245191" y="1337608"/>
                  </a:lnTo>
                  <a:lnTo>
                    <a:pt x="1245180" y="1337596"/>
                  </a:lnTo>
                  <a:lnTo>
                    <a:pt x="1245160" y="1337578"/>
                  </a:lnTo>
                  <a:lnTo>
                    <a:pt x="1245148" y="1337571"/>
                  </a:lnTo>
                  <a:lnTo>
                    <a:pt x="1245141" y="1337573"/>
                  </a:lnTo>
                  <a:lnTo>
                    <a:pt x="1245134" y="1337577"/>
                  </a:lnTo>
                  <a:lnTo>
                    <a:pt x="1245123" y="1337585"/>
                  </a:lnTo>
                  <a:lnTo>
                    <a:pt x="1245112" y="1337588"/>
                  </a:lnTo>
                  <a:lnTo>
                    <a:pt x="1245103" y="1337588"/>
                  </a:lnTo>
                  <a:lnTo>
                    <a:pt x="1245094" y="1337584"/>
                  </a:lnTo>
                  <a:lnTo>
                    <a:pt x="1245079" y="1337563"/>
                  </a:lnTo>
                  <a:lnTo>
                    <a:pt x="1245067" y="1337555"/>
                  </a:lnTo>
                  <a:lnTo>
                    <a:pt x="1245059" y="1337549"/>
                  </a:lnTo>
                  <a:lnTo>
                    <a:pt x="1245046" y="1337548"/>
                  </a:lnTo>
                  <a:lnTo>
                    <a:pt x="1245021" y="1337547"/>
                  </a:lnTo>
                  <a:lnTo>
                    <a:pt x="1244993" y="1337549"/>
                  </a:lnTo>
                  <a:lnTo>
                    <a:pt x="1244972" y="1337549"/>
                  </a:lnTo>
                  <a:lnTo>
                    <a:pt x="1244953" y="1337551"/>
                  </a:lnTo>
                  <a:lnTo>
                    <a:pt x="1244945" y="1337551"/>
                  </a:lnTo>
                  <a:lnTo>
                    <a:pt x="1244941" y="1337550"/>
                  </a:lnTo>
                  <a:lnTo>
                    <a:pt x="1244935" y="1337544"/>
                  </a:lnTo>
                  <a:lnTo>
                    <a:pt x="1244933" y="1337532"/>
                  </a:lnTo>
                  <a:lnTo>
                    <a:pt x="1244930" y="1337521"/>
                  </a:lnTo>
                  <a:lnTo>
                    <a:pt x="1244925" y="1337509"/>
                  </a:lnTo>
                  <a:lnTo>
                    <a:pt x="1244920" y="1337495"/>
                  </a:lnTo>
                  <a:lnTo>
                    <a:pt x="1244911" y="1337486"/>
                  </a:lnTo>
                  <a:lnTo>
                    <a:pt x="1244901" y="1337478"/>
                  </a:lnTo>
                  <a:lnTo>
                    <a:pt x="1244890" y="1337481"/>
                  </a:lnTo>
                  <a:lnTo>
                    <a:pt x="1244866" y="1337502"/>
                  </a:lnTo>
                  <a:lnTo>
                    <a:pt x="1244844" y="1337515"/>
                  </a:lnTo>
                  <a:lnTo>
                    <a:pt x="1244813" y="1337517"/>
                  </a:lnTo>
                  <a:lnTo>
                    <a:pt x="1244802" y="1337517"/>
                  </a:lnTo>
                  <a:lnTo>
                    <a:pt x="1244784" y="1337508"/>
                  </a:lnTo>
                  <a:lnTo>
                    <a:pt x="1244769" y="1337498"/>
                  </a:lnTo>
                  <a:lnTo>
                    <a:pt x="1244758" y="1337490"/>
                  </a:lnTo>
                  <a:lnTo>
                    <a:pt x="1244746" y="1337487"/>
                  </a:lnTo>
                  <a:lnTo>
                    <a:pt x="1244732" y="1337474"/>
                  </a:lnTo>
                  <a:lnTo>
                    <a:pt x="1244727" y="1337454"/>
                  </a:lnTo>
                  <a:lnTo>
                    <a:pt x="1244722" y="1337423"/>
                  </a:lnTo>
                  <a:lnTo>
                    <a:pt x="1244739" y="1337385"/>
                  </a:lnTo>
                  <a:lnTo>
                    <a:pt x="1244748" y="1337353"/>
                  </a:lnTo>
                  <a:lnTo>
                    <a:pt x="1244752" y="1337342"/>
                  </a:lnTo>
                  <a:lnTo>
                    <a:pt x="1244741" y="1337338"/>
                  </a:lnTo>
                  <a:lnTo>
                    <a:pt x="1244717" y="1337330"/>
                  </a:lnTo>
                  <a:lnTo>
                    <a:pt x="1244685" y="1337318"/>
                  </a:lnTo>
                  <a:lnTo>
                    <a:pt x="1244669" y="1337316"/>
                  </a:lnTo>
                  <a:lnTo>
                    <a:pt x="1244652" y="1337310"/>
                  </a:lnTo>
                  <a:lnTo>
                    <a:pt x="1244634" y="1337305"/>
                  </a:lnTo>
                  <a:lnTo>
                    <a:pt x="1244615" y="1337303"/>
                  </a:lnTo>
                  <a:lnTo>
                    <a:pt x="1244592" y="1337299"/>
                  </a:lnTo>
                  <a:lnTo>
                    <a:pt x="1244577" y="1337293"/>
                  </a:lnTo>
                  <a:lnTo>
                    <a:pt x="1244568" y="1337289"/>
                  </a:lnTo>
                  <a:lnTo>
                    <a:pt x="1244556" y="1337288"/>
                  </a:lnTo>
                  <a:lnTo>
                    <a:pt x="1244509" y="1337283"/>
                  </a:lnTo>
                  <a:lnTo>
                    <a:pt x="1244486" y="1337281"/>
                  </a:lnTo>
                  <a:lnTo>
                    <a:pt x="1244465" y="1337279"/>
                  </a:lnTo>
                  <a:lnTo>
                    <a:pt x="1244454" y="1337276"/>
                  </a:lnTo>
                  <a:lnTo>
                    <a:pt x="1244443" y="1337271"/>
                  </a:lnTo>
                  <a:lnTo>
                    <a:pt x="1244418" y="1337260"/>
                  </a:lnTo>
                  <a:lnTo>
                    <a:pt x="1244329" y="1337213"/>
                  </a:lnTo>
                  <a:lnTo>
                    <a:pt x="1244323" y="1337214"/>
                  </a:lnTo>
                  <a:lnTo>
                    <a:pt x="1244297" y="1337226"/>
                  </a:lnTo>
                  <a:lnTo>
                    <a:pt x="1244288" y="1337234"/>
                  </a:lnTo>
                  <a:lnTo>
                    <a:pt x="1244276" y="1337246"/>
                  </a:lnTo>
                  <a:lnTo>
                    <a:pt x="1244271" y="1337251"/>
                  </a:lnTo>
                  <a:lnTo>
                    <a:pt x="1244245" y="1337269"/>
                  </a:lnTo>
                  <a:lnTo>
                    <a:pt x="1244230" y="1337275"/>
                  </a:lnTo>
                  <a:lnTo>
                    <a:pt x="1244223" y="1337278"/>
                  </a:lnTo>
                  <a:lnTo>
                    <a:pt x="1244214" y="1337283"/>
                  </a:lnTo>
                  <a:lnTo>
                    <a:pt x="1244199" y="1337291"/>
                  </a:lnTo>
                  <a:lnTo>
                    <a:pt x="1244189" y="1337298"/>
                  </a:lnTo>
                  <a:lnTo>
                    <a:pt x="1244179" y="1337305"/>
                  </a:lnTo>
                  <a:lnTo>
                    <a:pt x="1244169" y="1337312"/>
                  </a:lnTo>
                  <a:lnTo>
                    <a:pt x="1244153" y="1337317"/>
                  </a:lnTo>
                  <a:lnTo>
                    <a:pt x="1244139" y="1337323"/>
                  </a:lnTo>
                  <a:lnTo>
                    <a:pt x="1244126" y="1337335"/>
                  </a:lnTo>
                  <a:lnTo>
                    <a:pt x="1244119" y="1337343"/>
                  </a:lnTo>
                  <a:lnTo>
                    <a:pt x="1244108" y="1337354"/>
                  </a:lnTo>
                  <a:lnTo>
                    <a:pt x="1244098" y="1337350"/>
                  </a:lnTo>
                  <a:lnTo>
                    <a:pt x="1244084" y="1337343"/>
                  </a:lnTo>
                  <a:lnTo>
                    <a:pt x="1244066" y="1337334"/>
                  </a:lnTo>
                  <a:lnTo>
                    <a:pt x="1244053" y="1337328"/>
                  </a:lnTo>
                  <a:lnTo>
                    <a:pt x="1244032" y="1337318"/>
                  </a:lnTo>
                  <a:lnTo>
                    <a:pt x="1244027" y="1337316"/>
                  </a:lnTo>
                  <a:lnTo>
                    <a:pt x="1244014" y="1337309"/>
                  </a:lnTo>
                  <a:lnTo>
                    <a:pt x="1244003" y="1337302"/>
                  </a:lnTo>
                  <a:lnTo>
                    <a:pt x="1243988" y="1337292"/>
                  </a:lnTo>
                  <a:lnTo>
                    <a:pt x="1243980" y="1337286"/>
                  </a:lnTo>
                  <a:lnTo>
                    <a:pt x="1243970" y="1337279"/>
                  </a:lnTo>
                  <a:lnTo>
                    <a:pt x="1243958" y="1337270"/>
                  </a:lnTo>
                  <a:lnTo>
                    <a:pt x="1243949" y="1337263"/>
                  </a:lnTo>
                  <a:lnTo>
                    <a:pt x="1243938" y="1337255"/>
                  </a:lnTo>
                  <a:lnTo>
                    <a:pt x="1243931" y="1337243"/>
                  </a:lnTo>
                  <a:lnTo>
                    <a:pt x="1243928" y="1337235"/>
                  </a:lnTo>
                  <a:lnTo>
                    <a:pt x="1243911" y="1337198"/>
                  </a:lnTo>
                  <a:lnTo>
                    <a:pt x="1243909" y="1337183"/>
                  </a:lnTo>
                  <a:lnTo>
                    <a:pt x="1243910" y="1337175"/>
                  </a:lnTo>
                  <a:lnTo>
                    <a:pt x="1243916" y="1337167"/>
                  </a:lnTo>
                  <a:lnTo>
                    <a:pt x="1243924" y="1337161"/>
                  </a:lnTo>
                  <a:lnTo>
                    <a:pt x="1243928" y="1337152"/>
                  </a:lnTo>
                  <a:lnTo>
                    <a:pt x="1243928" y="1337145"/>
                  </a:lnTo>
                  <a:lnTo>
                    <a:pt x="1243925" y="1337138"/>
                  </a:lnTo>
                  <a:lnTo>
                    <a:pt x="1243917" y="1337133"/>
                  </a:lnTo>
                  <a:lnTo>
                    <a:pt x="1243906" y="1337132"/>
                  </a:lnTo>
                  <a:lnTo>
                    <a:pt x="1243892" y="1337130"/>
                  </a:lnTo>
                  <a:lnTo>
                    <a:pt x="1243883" y="1337130"/>
                  </a:lnTo>
                  <a:lnTo>
                    <a:pt x="1243870" y="1337133"/>
                  </a:lnTo>
                  <a:lnTo>
                    <a:pt x="1243855" y="1337137"/>
                  </a:lnTo>
                  <a:lnTo>
                    <a:pt x="1243847" y="1337142"/>
                  </a:lnTo>
                  <a:lnTo>
                    <a:pt x="1243837" y="1337148"/>
                  </a:lnTo>
                  <a:lnTo>
                    <a:pt x="1243827" y="1337145"/>
                  </a:lnTo>
                  <a:lnTo>
                    <a:pt x="1243818" y="1337140"/>
                  </a:lnTo>
                  <a:lnTo>
                    <a:pt x="1243809" y="1337133"/>
                  </a:lnTo>
                  <a:lnTo>
                    <a:pt x="1243797" y="1337126"/>
                  </a:lnTo>
                  <a:lnTo>
                    <a:pt x="1243787" y="1337121"/>
                  </a:lnTo>
                  <a:lnTo>
                    <a:pt x="1243779" y="1337123"/>
                  </a:lnTo>
                  <a:lnTo>
                    <a:pt x="1243770" y="1337125"/>
                  </a:lnTo>
                  <a:lnTo>
                    <a:pt x="1243763" y="1337134"/>
                  </a:lnTo>
                  <a:lnTo>
                    <a:pt x="1243747" y="1337144"/>
                  </a:lnTo>
                  <a:lnTo>
                    <a:pt x="1243732" y="1337153"/>
                  </a:lnTo>
                  <a:lnTo>
                    <a:pt x="1243723" y="1337155"/>
                  </a:lnTo>
                  <a:lnTo>
                    <a:pt x="1243714" y="1337155"/>
                  </a:lnTo>
                  <a:lnTo>
                    <a:pt x="1243705" y="1337156"/>
                  </a:lnTo>
                  <a:lnTo>
                    <a:pt x="1243702" y="1337150"/>
                  </a:lnTo>
                  <a:lnTo>
                    <a:pt x="1243696" y="1337140"/>
                  </a:lnTo>
                  <a:lnTo>
                    <a:pt x="1243691" y="1337131"/>
                  </a:lnTo>
                  <a:lnTo>
                    <a:pt x="1243687" y="1337124"/>
                  </a:lnTo>
                  <a:lnTo>
                    <a:pt x="1243691" y="1337112"/>
                  </a:lnTo>
                  <a:lnTo>
                    <a:pt x="1243695" y="1337101"/>
                  </a:lnTo>
                  <a:lnTo>
                    <a:pt x="1243698" y="1337094"/>
                  </a:lnTo>
                  <a:lnTo>
                    <a:pt x="1243702" y="1337084"/>
                  </a:lnTo>
                  <a:lnTo>
                    <a:pt x="1243704" y="1337055"/>
                  </a:lnTo>
                  <a:lnTo>
                    <a:pt x="1243702" y="1337048"/>
                  </a:lnTo>
                  <a:lnTo>
                    <a:pt x="1243699" y="1337044"/>
                  </a:lnTo>
                  <a:lnTo>
                    <a:pt x="1243687" y="1337033"/>
                  </a:lnTo>
                  <a:lnTo>
                    <a:pt x="1243672" y="1337018"/>
                  </a:lnTo>
                  <a:lnTo>
                    <a:pt x="1243665" y="1337010"/>
                  </a:lnTo>
                  <a:lnTo>
                    <a:pt x="1243641" y="1336983"/>
                  </a:lnTo>
                  <a:lnTo>
                    <a:pt x="1243633" y="1336973"/>
                  </a:lnTo>
                  <a:lnTo>
                    <a:pt x="1243634" y="1336958"/>
                  </a:lnTo>
                  <a:lnTo>
                    <a:pt x="1243633" y="1336953"/>
                  </a:lnTo>
                  <a:lnTo>
                    <a:pt x="1243630" y="1336947"/>
                  </a:lnTo>
                  <a:lnTo>
                    <a:pt x="1243621" y="1336936"/>
                  </a:lnTo>
                  <a:lnTo>
                    <a:pt x="1243616" y="1336929"/>
                  </a:lnTo>
                  <a:lnTo>
                    <a:pt x="1243610" y="1336917"/>
                  </a:lnTo>
                  <a:lnTo>
                    <a:pt x="1243605" y="1336905"/>
                  </a:lnTo>
                  <a:lnTo>
                    <a:pt x="1243598" y="1336893"/>
                  </a:lnTo>
                  <a:lnTo>
                    <a:pt x="1243586" y="1336876"/>
                  </a:lnTo>
                  <a:lnTo>
                    <a:pt x="1243579" y="1336870"/>
                  </a:lnTo>
                  <a:lnTo>
                    <a:pt x="1243571" y="1336865"/>
                  </a:lnTo>
                  <a:lnTo>
                    <a:pt x="1243559" y="1336861"/>
                  </a:lnTo>
                  <a:lnTo>
                    <a:pt x="1243549" y="1336857"/>
                  </a:lnTo>
                  <a:lnTo>
                    <a:pt x="1243563" y="1336852"/>
                  </a:lnTo>
                  <a:lnTo>
                    <a:pt x="1243573" y="1336848"/>
                  </a:lnTo>
                  <a:lnTo>
                    <a:pt x="1243583" y="1336843"/>
                  </a:lnTo>
                  <a:lnTo>
                    <a:pt x="1243594" y="1336838"/>
                  </a:lnTo>
                  <a:lnTo>
                    <a:pt x="1243601" y="1336833"/>
                  </a:lnTo>
                  <a:lnTo>
                    <a:pt x="1243612" y="1336824"/>
                  </a:lnTo>
                  <a:lnTo>
                    <a:pt x="1243620" y="1336815"/>
                  </a:lnTo>
                  <a:lnTo>
                    <a:pt x="1243627" y="1336808"/>
                  </a:lnTo>
                  <a:lnTo>
                    <a:pt x="1243633" y="1336802"/>
                  </a:lnTo>
                  <a:lnTo>
                    <a:pt x="1243637" y="1336754"/>
                  </a:lnTo>
                  <a:lnTo>
                    <a:pt x="1243639" y="1336742"/>
                  </a:lnTo>
                  <a:lnTo>
                    <a:pt x="1243643" y="1336702"/>
                  </a:lnTo>
                  <a:lnTo>
                    <a:pt x="1243637" y="1336640"/>
                  </a:lnTo>
                  <a:lnTo>
                    <a:pt x="1243636" y="1336628"/>
                  </a:lnTo>
                  <a:lnTo>
                    <a:pt x="1243639" y="1336517"/>
                  </a:lnTo>
                  <a:lnTo>
                    <a:pt x="1243636" y="1336491"/>
                  </a:lnTo>
                  <a:lnTo>
                    <a:pt x="1243634" y="1336481"/>
                  </a:lnTo>
                  <a:lnTo>
                    <a:pt x="1243637" y="1336474"/>
                  </a:lnTo>
                  <a:lnTo>
                    <a:pt x="1243647" y="1336465"/>
                  </a:lnTo>
                  <a:lnTo>
                    <a:pt x="1243660" y="1336454"/>
                  </a:lnTo>
                  <a:lnTo>
                    <a:pt x="1243664" y="1336444"/>
                  </a:lnTo>
                  <a:lnTo>
                    <a:pt x="1243663" y="1336433"/>
                  </a:lnTo>
                  <a:lnTo>
                    <a:pt x="1243654" y="1336404"/>
                  </a:lnTo>
                  <a:lnTo>
                    <a:pt x="1243652" y="1336394"/>
                  </a:lnTo>
                  <a:lnTo>
                    <a:pt x="1243649" y="1336373"/>
                  </a:lnTo>
                  <a:lnTo>
                    <a:pt x="1243642" y="1336366"/>
                  </a:lnTo>
                  <a:lnTo>
                    <a:pt x="1243634" y="1336364"/>
                  </a:lnTo>
                  <a:lnTo>
                    <a:pt x="1243626" y="1336364"/>
                  </a:lnTo>
                  <a:lnTo>
                    <a:pt x="1243595" y="1336379"/>
                  </a:lnTo>
                  <a:lnTo>
                    <a:pt x="1243556" y="1336389"/>
                  </a:lnTo>
                  <a:lnTo>
                    <a:pt x="1243546" y="1336395"/>
                  </a:lnTo>
                  <a:lnTo>
                    <a:pt x="1243536" y="1336400"/>
                  </a:lnTo>
                  <a:lnTo>
                    <a:pt x="1243528" y="1336404"/>
                  </a:lnTo>
                  <a:lnTo>
                    <a:pt x="1243520" y="1336408"/>
                  </a:lnTo>
                  <a:lnTo>
                    <a:pt x="1243516" y="1336409"/>
                  </a:lnTo>
                  <a:lnTo>
                    <a:pt x="1243506" y="1336407"/>
                  </a:lnTo>
                  <a:lnTo>
                    <a:pt x="1243496" y="1336404"/>
                  </a:lnTo>
                  <a:lnTo>
                    <a:pt x="1243490" y="1336400"/>
                  </a:lnTo>
                  <a:lnTo>
                    <a:pt x="1243483" y="1336395"/>
                  </a:lnTo>
                  <a:lnTo>
                    <a:pt x="1243457" y="1336376"/>
                  </a:lnTo>
                  <a:lnTo>
                    <a:pt x="1243443" y="1336357"/>
                  </a:lnTo>
                  <a:lnTo>
                    <a:pt x="1243432" y="1336339"/>
                  </a:lnTo>
                  <a:lnTo>
                    <a:pt x="1243421" y="1336298"/>
                  </a:lnTo>
                  <a:lnTo>
                    <a:pt x="1243417" y="1336273"/>
                  </a:lnTo>
                  <a:lnTo>
                    <a:pt x="1243407" y="1336262"/>
                  </a:lnTo>
                  <a:lnTo>
                    <a:pt x="1243359" y="1336238"/>
                  </a:lnTo>
                  <a:lnTo>
                    <a:pt x="1243337" y="1336224"/>
                  </a:lnTo>
                  <a:lnTo>
                    <a:pt x="1243334" y="1336216"/>
                  </a:lnTo>
                  <a:lnTo>
                    <a:pt x="1243340" y="1336206"/>
                  </a:lnTo>
                  <a:lnTo>
                    <a:pt x="1243363" y="1336187"/>
                  </a:lnTo>
                  <a:lnTo>
                    <a:pt x="1243369" y="1336173"/>
                  </a:lnTo>
                  <a:lnTo>
                    <a:pt x="1243373" y="1336162"/>
                  </a:lnTo>
                  <a:lnTo>
                    <a:pt x="1243377" y="1336149"/>
                  </a:lnTo>
                  <a:lnTo>
                    <a:pt x="1243381" y="1336139"/>
                  </a:lnTo>
                  <a:lnTo>
                    <a:pt x="1243384" y="1336132"/>
                  </a:lnTo>
                  <a:lnTo>
                    <a:pt x="1243389" y="1336124"/>
                  </a:lnTo>
                  <a:lnTo>
                    <a:pt x="1243395" y="1336118"/>
                  </a:lnTo>
                  <a:lnTo>
                    <a:pt x="1243407" y="1336111"/>
                  </a:lnTo>
                  <a:lnTo>
                    <a:pt x="1243415" y="1336106"/>
                  </a:lnTo>
                  <a:lnTo>
                    <a:pt x="1243422" y="1336100"/>
                  </a:lnTo>
                  <a:lnTo>
                    <a:pt x="1243431" y="1336091"/>
                  </a:lnTo>
                  <a:lnTo>
                    <a:pt x="1243436" y="1336083"/>
                  </a:lnTo>
                  <a:lnTo>
                    <a:pt x="1243428" y="1336081"/>
                  </a:lnTo>
                  <a:lnTo>
                    <a:pt x="1243413" y="1336079"/>
                  </a:lnTo>
                  <a:lnTo>
                    <a:pt x="1243398" y="1336078"/>
                  </a:lnTo>
                  <a:lnTo>
                    <a:pt x="1243375" y="1336078"/>
                  </a:lnTo>
                  <a:lnTo>
                    <a:pt x="1243363" y="1336072"/>
                  </a:lnTo>
                  <a:lnTo>
                    <a:pt x="1243358" y="1336070"/>
                  </a:lnTo>
                  <a:lnTo>
                    <a:pt x="1243333" y="1336065"/>
                  </a:lnTo>
                  <a:lnTo>
                    <a:pt x="1243323" y="1336057"/>
                  </a:lnTo>
                  <a:lnTo>
                    <a:pt x="1243323" y="1336038"/>
                  </a:lnTo>
                  <a:lnTo>
                    <a:pt x="1243333" y="1335998"/>
                  </a:lnTo>
                  <a:lnTo>
                    <a:pt x="1243333" y="1335979"/>
                  </a:lnTo>
                  <a:lnTo>
                    <a:pt x="1243325" y="1335961"/>
                  </a:lnTo>
                  <a:lnTo>
                    <a:pt x="1243312" y="1335950"/>
                  </a:lnTo>
                  <a:lnTo>
                    <a:pt x="1243294" y="1335936"/>
                  </a:lnTo>
                  <a:lnTo>
                    <a:pt x="1243283" y="1335933"/>
                  </a:lnTo>
                  <a:lnTo>
                    <a:pt x="1243269" y="1335928"/>
                  </a:lnTo>
                  <a:lnTo>
                    <a:pt x="1243255" y="1335924"/>
                  </a:lnTo>
                  <a:lnTo>
                    <a:pt x="1243238" y="1335919"/>
                  </a:lnTo>
                  <a:lnTo>
                    <a:pt x="1243225" y="1335914"/>
                  </a:lnTo>
                  <a:lnTo>
                    <a:pt x="1243212" y="1335915"/>
                  </a:lnTo>
                  <a:lnTo>
                    <a:pt x="1243189" y="1335917"/>
                  </a:lnTo>
                  <a:lnTo>
                    <a:pt x="1243171" y="1335919"/>
                  </a:lnTo>
                  <a:lnTo>
                    <a:pt x="1243161" y="1335920"/>
                  </a:lnTo>
                  <a:lnTo>
                    <a:pt x="1243150" y="1335921"/>
                  </a:lnTo>
                  <a:lnTo>
                    <a:pt x="1243131" y="1335921"/>
                  </a:lnTo>
                  <a:lnTo>
                    <a:pt x="1243106" y="1335912"/>
                  </a:lnTo>
                  <a:lnTo>
                    <a:pt x="1243089" y="1335901"/>
                  </a:lnTo>
                  <a:lnTo>
                    <a:pt x="1243085" y="1335897"/>
                  </a:lnTo>
                  <a:lnTo>
                    <a:pt x="1243076" y="1335858"/>
                  </a:lnTo>
                  <a:lnTo>
                    <a:pt x="1243073" y="1335853"/>
                  </a:lnTo>
                  <a:lnTo>
                    <a:pt x="1243060" y="1335850"/>
                  </a:lnTo>
                  <a:lnTo>
                    <a:pt x="1243055" y="1335848"/>
                  </a:lnTo>
                  <a:lnTo>
                    <a:pt x="1243048" y="1335839"/>
                  </a:lnTo>
                  <a:lnTo>
                    <a:pt x="1243040" y="1335832"/>
                  </a:lnTo>
                  <a:lnTo>
                    <a:pt x="1243031" y="1335823"/>
                  </a:lnTo>
                  <a:lnTo>
                    <a:pt x="1243025" y="1335817"/>
                  </a:lnTo>
                  <a:lnTo>
                    <a:pt x="1243013" y="1335803"/>
                  </a:lnTo>
                  <a:lnTo>
                    <a:pt x="1243001" y="1335783"/>
                  </a:lnTo>
                  <a:lnTo>
                    <a:pt x="1242991" y="1335765"/>
                  </a:lnTo>
                  <a:lnTo>
                    <a:pt x="1242981" y="1335757"/>
                  </a:lnTo>
                  <a:lnTo>
                    <a:pt x="1242968" y="1335751"/>
                  </a:lnTo>
                  <a:lnTo>
                    <a:pt x="1242956" y="1335734"/>
                  </a:lnTo>
                  <a:lnTo>
                    <a:pt x="1242947" y="1335689"/>
                  </a:lnTo>
                  <a:lnTo>
                    <a:pt x="1242940" y="1335665"/>
                  </a:lnTo>
                  <a:lnTo>
                    <a:pt x="1242928" y="1335657"/>
                  </a:lnTo>
                  <a:lnTo>
                    <a:pt x="1242914" y="1335639"/>
                  </a:lnTo>
                  <a:lnTo>
                    <a:pt x="1242904" y="1335621"/>
                  </a:lnTo>
                  <a:lnTo>
                    <a:pt x="1242903" y="1335613"/>
                  </a:lnTo>
                  <a:lnTo>
                    <a:pt x="1242897" y="1335611"/>
                  </a:lnTo>
                  <a:lnTo>
                    <a:pt x="1242873" y="1335629"/>
                  </a:lnTo>
                  <a:lnTo>
                    <a:pt x="1242868" y="1335639"/>
                  </a:lnTo>
                  <a:lnTo>
                    <a:pt x="1242854" y="1335668"/>
                  </a:lnTo>
                  <a:lnTo>
                    <a:pt x="1242840" y="1335697"/>
                  </a:lnTo>
                  <a:lnTo>
                    <a:pt x="1242837" y="1335703"/>
                  </a:lnTo>
                  <a:lnTo>
                    <a:pt x="1242837" y="1335718"/>
                  </a:lnTo>
                  <a:lnTo>
                    <a:pt x="1242839" y="1335732"/>
                  </a:lnTo>
                  <a:lnTo>
                    <a:pt x="1242843" y="1335738"/>
                  </a:lnTo>
                  <a:lnTo>
                    <a:pt x="1242849" y="1335752"/>
                  </a:lnTo>
                  <a:lnTo>
                    <a:pt x="1242853" y="1335757"/>
                  </a:lnTo>
                  <a:lnTo>
                    <a:pt x="1242861" y="1335813"/>
                  </a:lnTo>
                  <a:lnTo>
                    <a:pt x="1242871" y="1335829"/>
                  </a:lnTo>
                  <a:lnTo>
                    <a:pt x="1242906" y="1335890"/>
                  </a:lnTo>
                  <a:lnTo>
                    <a:pt x="1242913" y="1335919"/>
                  </a:lnTo>
                  <a:lnTo>
                    <a:pt x="1242937" y="1335979"/>
                  </a:lnTo>
                  <a:lnTo>
                    <a:pt x="1242940" y="1336000"/>
                  </a:lnTo>
                  <a:lnTo>
                    <a:pt x="1242943" y="1336009"/>
                  </a:lnTo>
                  <a:lnTo>
                    <a:pt x="1242944" y="1336021"/>
                  </a:lnTo>
                  <a:lnTo>
                    <a:pt x="1242801" y="1335969"/>
                  </a:lnTo>
                  <a:lnTo>
                    <a:pt x="1242772" y="1335959"/>
                  </a:lnTo>
                  <a:lnTo>
                    <a:pt x="1242761" y="1335955"/>
                  </a:lnTo>
                  <a:lnTo>
                    <a:pt x="1242748" y="1335956"/>
                  </a:lnTo>
                  <a:lnTo>
                    <a:pt x="1242730" y="1335957"/>
                  </a:lnTo>
                  <a:lnTo>
                    <a:pt x="1242700" y="1335957"/>
                  </a:lnTo>
                  <a:lnTo>
                    <a:pt x="1242654" y="1335957"/>
                  </a:lnTo>
                  <a:lnTo>
                    <a:pt x="1242624" y="1335958"/>
                  </a:lnTo>
                  <a:lnTo>
                    <a:pt x="1242610" y="1335956"/>
                  </a:lnTo>
                  <a:lnTo>
                    <a:pt x="1242590" y="1335950"/>
                  </a:lnTo>
                  <a:lnTo>
                    <a:pt x="1242581" y="1335950"/>
                  </a:lnTo>
                  <a:lnTo>
                    <a:pt x="1242568" y="1335959"/>
                  </a:lnTo>
                  <a:lnTo>
                    <a:pt x="1242557" y="1335964"/>
                  </a:lnTo>
                  <a:lnTo>
                    <a:pt x="1242538" y="1335972"/>
                  </a:lnTo>
                  <a:lnTo>
                    <a:pt x="1242524" y="1335975"/>
                  </a:lnTo>
                  <a:lnTo>
                    <a:pt x="1242516" y="1335975"/>
                  </a:lnTo>
                  <a:lnTo>
                    <a:pt x="1242492" y="1335987"/>
                  </a:lnTo>
                  <a:lnTo>
                    <a:pt x="1242480" y="1336008"/>
                  </a:lnTo>
                  <a:lnTo>
                    <a:pt x="1242476" y="1336021"/>
                  </a:lnTo>
                  <a:lnTo>
                    <a:pt x="1242469" y="1336031"/>
                  </a:lnTo>
                  <a:lnTo>
                    <a:pt x="1242459" y="1336037"/>
                  </a:lnTo>
                  <a:lnTo>
                    <a:pt x="1242450" y="1336039"/>
                  </a:lnTo>
                  <a:lnTo>
                    <a:pt x="1242445" y="1336037"/>
                  </a:lnTo>
                  <a:lnTo>
                    <a:pt x="1242440" y="1336034"/>
                  </a:lnTo>
                  <a:lnTo>
                    <a:pt x="1242432" y="1336026"/>
                  </a:lnTo>
                  <a:lnTo>
                    <a:pt x="1242416" y="1336009"/>
                  </a:lnTo>
                  <a:lnTo>
                    <a:pt x="1242393" y="1335996"/>
                  </a:lnTo>
                  <a:lnTo>
                    <a:pt x="1242369" y="1335998"/>
                  </a:lnTo>
                  <a:lnTo>
                    <a:pt x="1242350" y="1335996"/>
                  </a:lnTo>
                  <a:lnTo>
                    <a:pt x="1242335" y="1335996"/>
                  </a:lnTo>
                  <a:lnTo>
                    <a:pt x="1242321" y="1335997"/>
                  </a:lnTo>
                  <a:lnTo>
                    <a:pt x="1242316" y="1335998"/>
                  </a:lnTo>
                  <a:lnTo>
                    <a:pt x="1242302" y="1336001"/>
                  </a:lnTo>
                  <a:lnTo>
                    <a:pt x="1242288" y="1336004"/>
                  </a:lnTo>
                  <a:lnTo>
                    <a:pt x="1242273" y="1336003"/>
                  </a:lnTo>
                  <a:lnTo>
                    <a:pt x="1242246" y="1336000"/>
                  </a:lnTo>
                  <a:lnTo>
                    <a:pt x="1242201" y="1336000"/>
                  </a:lnTo>
                  <a:lnTo>
                    <a:pt x="1242178" y="1336000"/>
                  </a:lnTo>
                  <a:lnTo>
                    <a:pt x="1242150" y="1335998"/>
                  </a:lnTo>
                  <a:lnTo>
                    <a:pt x="1242124" y="1335998"/>
                  </a:lnTo>
                  <a:lnTo>
                    <a:pt x="1242091" y="1335995"/>
                  </a:lnTo>
                  <a:lnTo>
                    <a:pt x="1242066" y="1335990"/>
                  </a:lnTo>
                  <a:lnTo>
                    <a:pt x="1242055" y="1335988"/>
                  </a:lnTo>
                  <a:lnTo>
                    <a:pt x="1242040" y="1335987"/>
                  </a:lnTo>
                  <a:lnTo>
                    <a:pt x="1242005" y="1335980"/>
                  </a:lnTo>
                  <a:lnTo>
                    <a:pt x="1241986" y="1335979"/>
                  </a:lnTo>
                  <a:lnTo>
                    <a:pt x="1241963" y="1335973"/>
                  </a:lnTo>
                  <a:lnTo>
                    <a:pt x="1241941" y="1335967"/>
                  </a:lnTo>
                  <a:lnTo>
                    <a:pt x="1241910" y="1335965"/>
                  </a:lnTo>
                  <a:lnTo>
                    <a:pt x="1241880" y="1335957"/>
                  </a:lnTo>
                  <a:lnTo>
                    <a:pt x="1241840" y="1335951"/>
                  </a:lnTo>
                  <a:lnTo>
                    <a:pt x="1241809" y="1335950"/>
                  </a:lnTo>
                  <a:lnTo>
                    <a:pt x="1241795" y="1335944"/>
                  </a:lnTo>
                  <a:lnTo>
                    <a:pt x="1241783" y="1335937"/>
                  </a:lnTo>
                  <a:lnTo>
                    <a:pt x="1241741" y="1335914"/>
                  </a:lnTo>
                  <a:lnTo>
                    <a:pt x="1241726" y="1335910"/>
                  </a:lnTo>
                  <a:lnTo>
                    <a:pt x="1241702" y="1335921"/>
                  </a:lnTo>
                  <a:lnTo>
                    <a:pt x="1241690" y="1335930"/>
                  </a:lnTo>
                  <a:lnTo>
                    <a:pt x="1241680" y="1335954"/>
                  </a:lnTo>
                  <a:lnTo>
                    <a:pt x="1241670" y="1335983"/>
                  </a:lnTo>
                  <a:lnTo>
                    <a:pt x="1241668" y="1335989"/>
                  </a:lnTo>
                  <a:lnTo>
                    <a:pt x="1241661" y="1336002"/>
                  </a:lnTo>
                  <a:lnTo>
                    <a:pt x="1241652" y="1336006"/>
                  </a:lnTo>
                  <a:lnTo>
                    <a:pt x="1241645" y="1335995"/>
                  </a:lnTo>
                  <a:lnTo>
                    <a:pt x="1241630" y="1335990"/>
                  </a:lnTo>
                  <a:lnTo>
                    <a:pt x="1241616" y="1335991"/>
                  </a:lnTo>
                  <a:lnTo>
                    <a:pt x="1241604" y="1335991"/>
                  </a:lnTo>
                  <a:lnTo>
                    <a:pt x="1241594" y="1335993"/>
                  </a:lnTo>
                  <a:lnTo>
                    <a:pt x="1241580" y="1335998"/>
                  </a:lnTo>
                  <a:lnTo>
                    <a:pt x="1241563" y="1336005"/>
                  </a:lnTo>
                  <a:lnTo>
                    <a:pt x="1241555" y="1336009"/>
                  </a:lnTo>
                  <a:lnTo>
                    <a:pt x="1241545" y="1336012"/>
                  </a:lnTo>
                  <a:lnTo>
                    <a:pt x="1241532" y="1336007"/>
                  </a:lnTo>
                  <a:lnTo>
                    <a:pt x="1241530" y="1335994"/>
                  </a:lnTo>
                  <a:lnTo>
                    <a:pt x="1241528" y="1335970"/>
                  </a:lnTo>
                  <a:lnTo>
                    <a:pt x="1241528" y="1335945"/>
                  </a:lnTo>
                  <a:lnTo>
                    <a:pt x="1241528" y="1335920"/>
                  </a:lnTo>
                  <a:lnTo>
                    <a:pt x="1241529" y="1335904"/>
                  </a:lnTo>
                  <a:lnTo>
                    <a:pt x="1241525" y="1335892"/>
                  </a:lnTo>
                  <a:lnTo>
                    <a:pt x="1241518" y="1335872"/>
                  </a:lnTo>
                  <a:lnTo>
                    <a:pt x="1241507" y="1335869"/>
                  </a:lnTo>
                  <a:lnTo>
                    <a:pt x="1241488" y="1335866"/>
                  </a:lnTo>
                  <a:lnTo>
                    <a:pt x="1241470" y="1335866"/>
                  </a:lnTo>
                  <a:lnTo>
                    <a:pt x="1241453" y="1335867"/>
                  </a:lnTo>
                  <a:lnTo>
                    <a:pt x="1241438" y="1335859"/>
                  </a:lnTo>
                  <a:lnTo>
                    <a:pt x="1241424" y="1335856"/>
                  </a:lnTo>
                  <a:lnTo>
                    <a:pt x="1241415" y="1335855"/>
                  </a:lnTo>
                  <a:lnTo>
                    <a:pt x="1241392" y="1335840"/>
                  </a:lnTo>
                  <a:lnTo>
                    <a:pt x="1241366" y="1335825"/>
                  </a:lnTo>
                  <a:lnTo>
                    <a:pt x="1241345" y="1335816"/>
                  </a:lnTo>
                  <a:lnTo>
                    <a:pt x="1241331" y="1335808"/>
                  </a:lnTo>
                  <a:lnTo>
                    <a:pt x="1241311" y="1335801"/>
                  </a:lnTo>
                  <a:lnTo>
                    <a:pt x="1241304" y="1335793"/>
                  </a:lnTo>
                  <a:lnTo>
                    <a:pt x="1241302" y="1335789"/>
                  </a:lnTo>
                  <a:lnTo>
                    <a:pt x="1241302" y="1335781"/>
                  </a:lnTo>
                  <a:lnTo>
                    <a:pt x="1241293" y="1335768"/>
                  </a:lnTo>
                  <a:lnTo>
                    <a:pt x="1241285" y="1335764"/>
                  </a:lnTo>
                  <a:lnTo>
                    <a:pt x="1241276" y="1335762"/>
                  </a:lnTo>
                  <a:lnTo>
                    <a:pt x="1241268" y="1335765"/>
                  </a:lnTo>
                  <a:lnTo>
                    <a:pt x="1241259" y="1335771"/>
                  </a:lnTo>
                  <a:lnTo>
                    <a:pt x="1241243" y="1335776"/>
                  </a:lnTo>
                  <a:lnTo>
                    <a:pt x="1241230" y="1335776"/>
                  </a:lnTo>
                  <a:lnTo>
                    <a:pt x="1241221" y="1335772"/>
                  </a:lnTo>
                  <a:lnTo>
                    <a:pt x="1241218" y="1335766"/>
                  </a:lnTo>
                  <a:lnTo>
                    <a:pt x="1241215" y="1335755"/>
                  </a:lnTo>
                  <a:lnTo>
                    <a:pt x="1241207" y="1335738"/>
                  </a:lnTo>
                  <a:lnTo>
                    <a:pt x="1241200" y="1335724"/>
                  </a:lnTo>
                  <a:lnTo>
                    <a:pt x="1241189" y="1335714"/>
                  </a:lnTo>
                  <a:lnTo>
                    <a:pt x="1241179" y="1335713"/>
                  </a:lnTo>
                  <a:lnTo>
                    <a:pt x="1241170" y="1335717"/>
                  </a:lnTo>
                  <a:lnTo>
                    <a:pt x="1241159" y="1335726"/>
                  </a:lnTo>
                  <a:lnTo>
                    <a:pt x="1241155" y="1335728"/>
                  </a:lnTo>
                  <a:lnTo>
                    <a:pt x="1241146" y="1335732"/>
                  </a:lnTo>
                  <a:lnTo>
                    <a:pt x="1241128" y="1335730"/>
                  </a:lnTo>
                  <a:lnTo>
                    <a:pt x="1241124" y="1335719"/>
                  </a:lnTo>
                  <a:lnTo>
                    <a:pt x="1241119" y="1335705"/>
                  </a:lnTo>
                  <a:lnTo>
                    <a:pt x="1241115" y="1335682"/>
                  </a:lnTo>
                  <a:lnTo>
                    <a:pt x="1241116" y="1335668"/>
                  </a:lnTo>
                  <a:lnTo>
                    <a:pt x="1241114" y="1335651"/>
                  </a:lnTo>
                  <a:lnTo>
                    <a:pt x="1241108" y="1335641"/>
                  </a:lnTo>
                  <a:lnTo>
                    <a:pt x="1241095" y="1335627"/>
                  </a:lnTo>
                  <a:lnTo>
                    <a:pt x="1241082" y="1335619"/>
                  </a:lnTo>
                  <a:lnTo>
                    <a:pt x="1241068" y="1335618"/>
                  </a:lnTo>
                  <a:lnTo>
                    <a:pt x="1241063" y="1335619"/>
                  </a:lnTo>
                  <a:lnTo>
                    <a:pt x="1241040" y="1335626"/>
                  </a:lnTo>
                  <a:lnTo>
                    <a:pt x="1241028" y="1335628"/>
                  </a:lnTo>
                  <a:lnTo>
                    <a:pt x="1241017" y="1335625"/>
                  </a:lnTo>
                  <a:lnTo>
                    <a:pt x="1241004" y="1335617"/>
                  </a:lnTo>
                  <a:lnTo>
                    <a:pt x="1241008" y="1335604"/>
                  </a:lnTo>
                  <a:lnTo>
                    <a:pt x="1241018" y="1335580"/>
                  </a:lnTo>
                  <a:lnTo>
                    <a:pt x="1241018" y="1335564"/>
                  </a:lnTo>
                  <a:lnTo>
                    <a:pt x="1241012" y="1335546"/>
                  </a:lnTo>
                  <a:lnTo>
                    <a:pt x="1241005" y="1335542"/>
                  </a:lnTo>
                  <a:lnTo>
                    <a:pt x="1240992" y="1335494"/>
                  </a:lnTo>
                  <a:lnTo>
                    <a:pt x="1240964" y="1335467"/>
                  </a:lnTo>
                  <a:lnTo>
                    <a:pt x="1240934" y="1335464"/>
                  </a:lnTo>
                  <a:lnTo>
                    <a:pt x="1240919" y="1335463"/>
                  </a:lnTo>
                  <a:lnTo>
                    <a:pt x="1240895" y="1335463"/>
                  </a:lnTo>
                  <a:lnTo>
                    <a:pt x="1240888" y="1335463"/>
                  </a:lnTo>
                  <a:lnTo>
                    <a:pt x="1240863" y="1335464"/>
                  </a:lnTo>
                  <a:lnTo>
                    <a:pt x="1240823" y="1335459"/>
                  </a:lnTo>
                  <a:lnTo>
                    <a:pt x="1240799" y="1335457"/>
                  </a:lnTo>
                  <a:lnTo>
                    <a:pt x="1240774" y="1335458"/>
                  </a:lnTo>
                  <a:lnTo>
                    <a:pt x="1240766" y="1335457"/>
                  </a:lnTo>
                  <a:lnTo>
                    <a:pt x="1240747" y="1335461"/>
                  </a:lnTo>
                  <a:lnTo>
                    <a:pt x="1240733" y="1335464"/>
                  </a:lnTo>
                  <a:lnTo>
                    <a:pt x="1240722" y="1335466"/>
                  </a:lnTo>
                  <a:lnTo>
                    <a:pt x="1240709" y="1335465"/>
                  </a:lnTo>
                  <a:lnTo>
                    <a:pt x="1240689" y="1335475"/>
                  </a:lnTo>
                  <a:lnTo>
                    <a:pt x="1240675" y="1335466"/>
                  </a:lnTo>
                  <a:lnTo>
                    <a:pt x="1240654" y="1335443"/>
                  </a:lnTo>
                  <a:lnTo>
                    <a:pt x="1240628" y="1335427"/>
                  </a:lnTo>
                  <a:lnTo>
                    <a:pt x="1240590" y="1335405"/>
                  </a:lnTo>
                  <a:lnTo>
                    <a:pt x="1240575" y="1335380"/>
                  </a:lnTo>
                  <a:lnTo>
                    <a:pt x="1240560" y="1335358"/>
                  </a:lnTo>
                  <a:lnTo>
                    <a:pt x="1240553" y="1335352"/>
                  </a:lnTo>
                  <a:lnTo>
                    <a:pt x="1240550" y="1335349"/>
                  </a:lnTo>
                  <a:lnTo>
                    <a:pt x="1240544" y="1335341"/>
                  </a:lnTo>
                  <a:lnTo>
                    <a:pt x="1240541" y="1335334"/>
                  </a:lnTo>
                  <a:lnTo>
                    <a:pt x="1240528" y="1335307"/>
                  </a:lnTo>
                  <a:lnTo>
                    <a:pt x="1240517" y="1335291"/>
                  </a:lnTo>
                  <a:lnTo>
                    <a:pt x="1240520" y="1335277"/>
                  </a:lnTo>
                  <a:lnTo>
                    <a:pt x="1240522" y="1335269"/>
                  </a:lnTo>
                  <a:lnTo>
                    <a:pt x="1240521" y="1335263"/>
                  </a:lnTo>
                  <a:lnTo>
                    <a:pt x="1240521" y="1335254"/>
                  </a:lnTo>
                  <a:lnTo>
                    <a:pt x="1240518" y="1335246"/>
                  </a:lnTo>
                  <a:lnTo>
                    <a:pt x="1240514" y="1335244"/>
                  </a:lnTo>
                  <a:lnTo>
                    <a:pt x="1240484" y="1335225"/>
                  </a:lnTo>
                  <a:lnTo>
                    <a:pt x="1240452" y="1335198"/>
                  </a:lnTo>
                  <a:lnTo>
                    <a:pt x="1240425" y="1335189"/>
                  </a:lnTo>
                  <a:lnTo>
                    <a:pt x="1240418" y="1335185"/>
                  </a:lnTo>
                  <a:lnTo>
                    <a:pt x="1240406" y="1335184"/>
                  </a:lnTo>
                  <a:lnTo>
                    <a:pt x="1240383" y="1335163"/>
                  </a:lnTo>
                  <a:lnTo>
                    <a:pt x="1240328" y="1335142"/>
                  </a:lnTo>
                  <a:lnTo>
                    <a:pt x="1240292" y="1335140"/>
                  </a:lnTo>
                  <a:lnTo>
                    <a:pt x="1240245" y="1335162"/>
                  </a:lnTo>
                  <a:lnTo>
                    <a:pt x="1240231" y="1335169"/>
                  </a:lnTo>
                  <a:lnTo>
                    <a:pt x="1240198" y="1335177"/>
                  </a:lnTo>
                  <a:lnTo>
                    <a:pt x="1240170" y="1335184"/>
                  </a:lnTo>
                  <a:lnTo>
                    <a:pt x="1240158" y="1335183"/>
                  </a:lnTo>
                  <a:lnTo>
                    <a:pt x="1240151" y="1335183"/>
                  </a:lnTo>
                  <a:lnTo>
                    <a:pt x="1240137" y="1335183"/>
                  </a:lnTo>
                  <a:lnTo>
                    <a:pt x="1240124" y="1335184"/>
                  </a:lnTo>
                  <a:lnTo>
                    <a:pt x="1240111" y="1335187"/>
                  </a:lnTo>
                  <a:lnTo>
                    <a:pt x="1240100" y="1335192"/>
                  </a:lnTo>
                  <a:lnTo>
                    <a:pt x="1240086" y="1335197"/>
                  </a:lnTo>
                  <a:lnTo>
                    <a:pt x="1240078" y="1335200"/>
                  </a:lnTo>
                  <a:lnTo>
                    <a:pt x="1240072" y="1335200"/>
                  </a:lnTo>
                  <a:lnTo>
                    <a:pt x="1240061" y="1335198"/>
                  </a:lnTo>
                  <a:lnTo>
                    <a:pt x="1240048" y="1335196"/>
                  </a:lnTo>
                  <a:lnTo>
                    <a:pt x="1240037" y="1335194"/>
                  </a:lnTo>
                  <a:lnTo>
                    <a:pt x="1240028" y="1335196"/>
                  </a:lnTo>
                  <a:lnTo>
                    <a:pt x="1240017" y="1335199"/>
                  </a:lnTo>
                  <a:lnTo>
                    <a:pt x="1240002" y="1335204"/>
                  </a:lnTo>
                  <a:lnTo>
                    <a:pt x="1239992" y="1335208"/>
                  </a:lnTo>
                  <a:lnTo>
                    <a:pt x="1239981" y="1335212"/>
                  </a:lnTo>
                  <a:lnTo>
                    <a:pt x="1239970" y="1335213"/>
                  </a:lnTo>
                  <a:lnTo>
                    <a:pt x="1239962" y="1335213"/>
                  </a:lnTo>
                  <a:lnTo>
                    <a:pt x="1239931" y="1335206"/>
                  </a:lnTo>
                  <a:lnTo>
                    <a:pt x="1239879" y="1335211"/>
                  </a:lnTo>
                  <a:lnTo>
                    <a:pt x="1239832" y="1335248"/>
                  </a:lnTo>
                  <a:lnTo>
                    <a:pt x="1239823" y="1335288"/>
                  </a:lnTo>
                  <a:lnTo>
                    <a:pt x="1239824" y="1335296"/>
                  </a:lnTo>
                  <a:lnTo>
                    <a:pt x="1239814" y="1335329"/>
                  </a:lnTo>
                  <a:lnTo>
                    <a:pt x="1239815" y="1335341"/>
                  </a:lnTo>
                  <a:lnTo>
                    <a:pt x="1239814" y="1335351"/>
                  </a:lnTo>
                  <a:lnTo>
                    <a:pt x="1239808" y="1335360"/>
                  </a:lnTo>
                  <a:lnTo>
                    <a:pt x="1239809" y="1335366"/>
                  </a:lnTo>
                  <a:lnTo>
                    <a:pt x="1239809" y="1335373"/>
                  </a:lnTo>
                  <a:lnTo>
                    <a:pt x="1239805" y="1335380"/>
                  </a:lnTo>
                  <a:lnTo>
                    <a:pt x="1239800" y="1335389"/>
                  </a:lnTo>
                  <a:lnTo>
                    <a:pt x="1239793" y="1335396"/>
                  </a:lnTo>
                  <a:lnTo>
                    <a:pt x="1239789" y="1335403"/>
                  </a:lnTo>
                  <a:lnTo>
                    <a:pt x="1239786" y="1335413"/>
                  </a:lnTo>
                  <a:lnTo>
                    <a:pt x="1239784" y="1335427"/>
                  </a:lnTo>
                  <a:lnTo>
                    <a:pt x="1239784" y="1335436"/>
                  </a:lnTo>
                  <a:lnTo>
                    <a:pt x="1239786" y="1335457"/>
                  </a:lnTo>
                  <a:lnTo>
                    <a:pt x="1239768" y="1335464"/>
                  </a:lnTo>
                  <a:lnTo>
                    <a:pt x="1239761" y="1335463"/>
                  </a:lnTo>
                  <a:lnTo>
                    <a:pt x="1239754" y="1335461"/>
                  </a:lnTo>
                  <a:lnTo>
                    <a:pt x="1239748" y="1335458"/>
                  </a:lnTo>
                  <a:lnTo>
                    <a:pt x="1239744" y="1335459"/>
                  </a:lnTo>
                  <a:lnTo>
                    <a:pt x="1239741" y="1335462"/>
                  </a:lnTo>
                  <a:lnTo>
                    <a:pt x="1239736" y="1335464"/>
                  </a:lnTo>
                  <a:lnTo>
                    <a:pt x="1239729" y="1335465"/>
                  </a:lnTo>
                  <a:lnTo>
                    <a:pt x="1239723" y="1335464"/>
                  </a:lnTo>
                  <a:lnTo>
                    <a:pt x="1239718" y="1335463"/>
                  </a:lnTo>
                  <a:lnTo>
                    <a:pt x="1239715" y="1335465"/>
                  </a:lnTo>
                  <a:lnTo>
                    <a:pt x="1239708" y="1335469"/>
                  </a:lnTo>
                  <a:lnTo>
                    <a:pt x="1239708" y="1335495"/>
                  </a:lnTo>
                  <a:lnTo>
                    <a:pt x="1239711" y="1335511"/>
                  </a:lnTo>
                  <a:lnTo>
                    <a:pt x="1239712" y="1335522"/>
                  </a:lnTo>
                  <a:lnTo>
                    <a:pt x="1239712" y="1335534"/>
                  </a:lnTo>
                  <a:lnTo>
                    <a:pt x="1239710" y="1335543"/>
                  </a:lnTo>
                  <a:lnTo>
                    <a:pt x="1239708" y="1335550"/>
                  </a:lnTo>
                  <a:lnTo>
                    <a:pt x="1239702" y="1335556"/>
                  </a:lnTo>
                  <a:lnTo>
                    <a:pt x="1239698" y="1335561"/>
                  </a:lnTo>
                  <a:lnTo>
                    <a:pt x="1239695" y="1335568"/>
                  </a:lnTo>
                  <a:lnTo>
                    <a:pt x="1239693" y="1335579"/>
                  </a:lnTo>
                  <a:lnTo>
                    <a:pt x="1239693" y="1335590"/>
                  </a:lnTo>
                  <a:lnTo>
                    <a:pt x="1239693" y="1335597"/>
                  </a:lnTo>
                  <a:lnTo>
                    <a:pt x="1239693" y="1335609"/>
                  </a:lnTo>
                  <a:lnTo>
                    <a:pt x="1239679" y="1335617"/>
                  </a:lnTo>
                  <a:lnTo>
                    <a:pt x="1239673" y="1335617"/>
                  </a:lnTo>
                  <a:lnTo>
                    <a:pt x="1239666" y="1335615"/>
                  </a:lnTo>
                  <a:lnTo>
                    <a:pt x="1239658" y="1335610"/>
                  </a:lnTo>
                  <a:lnTo>
                    <a:pt x="1239651" y="1335607"/>
                  </a:lnTo>
                  <a:lnTo>
                    <a:pt x="1239641" y="1335604"/>
                  </a:lnTo>
                  <a:lnTo>
                    <a:pt x="1239627" y="1335603"/>
                  </a:lnTo>
                  <a:lnTo>
                    <a:pt x="1239610" y="1335602"/>
                  </a:lnTo>
                  <a:lnTo>
                    <a:pt x="1239593" y="1335602"/>
                  </a:lnTo>
                  <a:lnTo>
                    <a:pt x="1239587" y="1335603"/>
                  </a:lnTo>
                  <a:lnTo>
                    <a:pt x="1239577" y="1335609"/>
                  </a:lnTo>
                  <a:lnTo>
                    <a:pt x="1239566" y="1335620"/>
                  </a:lnTo>
                  <a:lnTo>
                    <a:pt x="1239560" y="1335626"/>
                  </a:lnTo>
                  <a:lnTo>
                    <a:pt x="1239555" y="1335632"/>
                  </a:lnTo>
                  <a:lnTo>
                    <a:pt x="1239546" y="1335644"/>
                  </a:lnTo>
                  <a:lnTo>
                    <a:pt x="1239537" y="1335656"/>
                  </a:lnTo>
                  <a:lnTo>
                    <a:pt x="1239531" y="1335666"/>
                  </a:lnTo>
                  <a:lnTo>
                    <a:pt x="1239526" y="1335670"/>
                  </a:lnTo>
                  <a:lnTo>
                    <a:pt x="1239521" y="1335674"/>
                  </a:lnTo>
                  <a:lnTo>
                    <a:pt x="1239513" y="1335676"/>
                  </a:lnTo>
                  <a:lnTo>
                    <a:pt x="1239496" y="1335678"/>
                  </a:lnTo>
                  <a:lnTo>
                    <a:pt x="1239474" y="1335679"/>
                  </a:lnTo>
                  <a:lnTo>
                    <a:pt x="1239468" y="1335690"/>
                  </a:lnTo>
                  <a:lnTo>
                    <a:pt x="1239465" y="1335706"/>
                  </a:lnTo>
                  <a:lnTo>
                    <a:pt x="1239461" y="1335712"/>
                  </a:lnTo>
                  <a:lnTo>
                    <a:pt x="1239449" y="1335712"/>
                  </a:lnTo>
                  <a:lnTo>
                    <a:pt x="1239441" y="1335711"/>
                  </a:lnTo>
                  <a:lnTo>
                    <a:pt x="1239435" y="1335711"/>
                  </a:lnTo>
                  <a:lnTo>
                    <a:pt x="1239431" y="1335712"/>
                  </a:lnTo>
                  <a:lnTo>
                    <a:pt x="1239426" y="1335716"/>
                  </a:lnTo>
                  <a:lnTo>
                    <a:pt x="1239418" y="1335724"/>
                  </a:lnTo>
                  <a:lnTo>
                    <a:pt x="1239413" y="1335728"/>
                  </a:lnTo>
                  <a:lnTo>
                    <a:pt x="1239406" y="1335730"/>
                  </a:lnTo>
                  <a:lnTo>
                    <a:pt x="1239398" y="1335733"/>
                  </a:lnTo>
                  <a:lnTo>
                    <a:pt x="1239393" y="1335740"/>
                  </a:lnTo>
                  <a:lnTo>
                    <a:pt x="1239389" y="1335751"/>
                  </a:lnTo>
                  <a:lnTo>
                    <a:pt x="1239381" y="1335762"/>
                  </a:lnTo>
                  <a:lnTo>
                    <a:pt x="1239377" y="1335771"/>
                  </a:lnTo>
                  <a:lnTo>
                    <a:pt x="1239377" y="1335778"/>
                  </a:lnTo>
                  <a:lnTo>
                    <a:pt x="1239371" y="1335787"/>
                  </a:lnTo>
                  <a:lnTo>
                    <a:pt x="1239364" y="1335796"/>
                  </a:lnTo>
                  <a:lnTo>
                    <a:pt x="1239358" y="1335804"/>
                  </a:lnTo>
                  <a:lnTo>
                    <a:pt x="1239354" y="1335812"/>
                  </a:lnTo>
                  <a:lnTo>
                    <a:pt x="1239352" y="1335818"/>
                  </a:lnTo>
                  <a:lnTo>
                    <a:pt x="1239348" y="1335823"/>
                  </a:lnTo>
                  <a:lnTo>
                    <a:pt x="1239346" y="1335829"/>
                  </a:lnTo>
                  <a:lnTo>
                    <a:pt x="1239344" y="1335836"/>
                  </a:lnTo>
                  <a:lnTo>
                    <a:pt x="1239334" y="1335845"/>
                  </a:lnTo>
                  <a:lnTo>
                    <a:pt x="1239331" y="1335831"/>
                  </a:lnTo>
                  <a:lnTo>
                    <a:pt x="1239329" y="1335824"/>
                  </a:lnTo>
                  <a:lnTo>
                    <a:pt x="1239328" y="1335813"/>
                  </a:lnTo>
                  <a:lnTo>
                    <a:pt x="1239326" y="1335806"/>
                  </a:lnTo>
                  <a:lnTo>
                    <a:pt x="1239324" y="1335798"/>
                  </a:lnTo>
                  <a:lnTo>
                    <a:pt x="1239324" y="1335793"/>
                  </a:lnTo>
                  <a:lnTo>
                    <a:pt x="1239326" y="1335787"/>
                  </a:lnTo>
                  <a:lnTo>
                    <a:pt x="1239325" y="1335780"/>
                  </a:lnTo>
                  <a:lnTo>
                    <a:pt x="1239319" y="1335778"/>
                  </a:lnTo>
                  <a:lnTo>
                    <a:pt x="1239315" y="1335775"/>
                  </a:lnTo>
                  <a:lnTo>
                    <a:pt x="1239311" y="1335771"/>
                  </a:lnTo>
                  <a:lnTo>
                    <a:pt x="1239309" y="1335767"/>
                  </a:lnTo>
                  <a:lnTo>
                    <a:pt x="1239306" y="1335762"/>
                  </a:lnTo>
                  <a:lnTo>
                    <a:pt x="1239305" y="1335755"/>
                  </a:lnTo>
                  <a:lnTo>
                    <a:pt x="1239302" y="1335748"/>
                  </a:lnTo>
                  <a:lnTo>
                    <a:pt x="1239299" y="1335743"/>
                  </a:lnTo>
                  <a:lnTo>
                    <a:pt x="1239293" y="1335736"/>
                  </a:lnTo>
                  <a:lnTo>
                    <a:pt x="1239282" y="1335729"/>
                  </a:lnTo>
                  <a:lnTo>
                    <a:pt x="1239272" y="1335723"/>
                  </a:lnTo>
                  <a:lnTo>
                    <a:pt x="1239256" y="1335714"/>
                  </a:lnTo>
                  <a:lnTo>
                    <a:pt x="1239252" y="1335711"/>
                  </a:lnTo>
                  <a:lnTo>
                    <a:pt x="1239218" y="1335682"/>
                  </a:lnTo>
                  <a:lnTo>
                    <a:pt x="1239198" y="1335668"/>
                  </a:lnTo>
                  <a:lnTo>
                    <a:pt x="1239188" y="1335660"/>
                  </a:lnTo>
                  <a:lnTo>
                    <a:pt x="1239176" y="1335652"/>
                  </a:lnTo>
                  <a:lnTo>
                    <a:pt x="1239165" y="1335649"/>
                  </a:lnTo>
                  <a:lnTo>
                    <a:pt x="1239147" y="1335649"/>
                  </a:lnTo>
                  <a:lnTo>
                    <a:pt x="1239143" y="1335649"/>
                  </a:lnTo>
                  <a:lnTo>
                    <a:pt x="1239132" y="1335645"/>
                  </a:lnTo>
                  <a:lnTo>
                    <a:pt x="1239117" y="1335639"/>
                  </a:lnTo>
                  <a:lnTo>
                    <a:pt x="1239104" y="1335628"/>
                  </a:lnTo>
                  <a:lnTo>
                    <a:pt x="1239093" y="1335620"/>
                  </a:lnTo>
                  <a:lnTo>
                    <a:pt x="1239073" y="1335607"/>
                  </a:lnTo>
                  <a:lnTo>
                    <a:pt x="1239061" y="1335600"/>
                  </a:lnTo>
                  <a:lnTo>
                    <a:pt x="1239048" y="1335591"/>
                  </a:lnTo>
                  <a:lnTo>
                    <a:pt x="1239027" y="1335580"/>
                  </a:lnTo>
                  <a:lnTo>
                    <a:pt x="1239019" y="1335576"/>
                  </a:lnTo>
                  <a:lnTo>
                    <a:pt x="1239010" y="1335569"/>
                  </a:lnTo>
                  <a:lnTo>
                    <a:pt x="1239002" y="1335561"/>
                  </a:lnTo>
                  <a:lnTo>
                    <a:pt x="1238997" y="1335556"/>
                  </a:lnTo>
                  <a:lnTo>
                    <a:pt x="1238984" y="1335533"/>
                  </a:lnTo>
                  <a:lnTo>
                    <a:pt x="1238962" y="1335500"/>
                  </a:lnTo>
                  <a:lnTo>
                    <a:pt x="1238954" y="1335473"/>
                  </a:lnTo>
                  <a:lnTo>
                    <a:pt x="1238948" y="1335456"/>
                  </a:lnTo>
                  <a:lnTo>
                    <a:pt x="1238934" y="1335441"/>
                  </a:lnTo>
                  <a:lnTo>
                    <a:pt x="1238925" y="1335429"/>
                  </a:lnTo>
                  <a:lnTo>
                    <a:pt x="1238915" y="1335435"/>
                  </a:lnTo>
                  <a:lnTo>
                    <a:pt x="1238899" y="1335440"/>
                  </a:lnTo>
                  <a:lnTo>
                    <a:pt x="1238891" y="1335440"/>
                  </a:lnTo>
                  <a:lnTo>
                    <a:pt x="1238883" y="1335436"/>
                  </a:lnTo>
                  <a:lnTo>
                    <a:pt x="1238878" y="1335431"/>
                  </a:lnTo>
                  <a:lnTo>
                    <a:pt x="1238873" y="1335420"/>
                  </a:lnTo>
                  <a:lnTo>
                    <a:pt x="1238869" y="1335407"/>
                  </a:lnTo>
                  <a:lnTo>
                    <a:pt x="1238861" y="1335396"/>
                  </a:lnTo>
                  <a:lnTo>
                    <a:pt x="1238856" y="1335392"/>
                  </a:lnTo>
                  <a:lnTo>
                    <a:pt x="1238852" y="1335388"/>
                  </a:lnTo>
                  <a:lnTo>
                    <a:pt x="1238833" y="1335387"/>
                  </a:lnTo>
                  <a:lnTo>
                    <a:pt x="1238821" y="1335386"/>
                  </a:lnTo>
                  <a:lnTo>
                    <a:pt x="1238801" y="1335387"/>
                  </a:lnTo>
                  <a:lnTo>
                    <a:pt x="1238782" y="1335380"/>
                  </a:lnTo>
                  <a:lnTo>
                    <a:pt x="1238767" y="1335375"/>
                  </a:lnTo>
                  <a:lnTo>
                    <a:pt x="1238758" y="1335372"/>
                  </a:lnTo>
                  <a:lnTo>
                    <a:pt x="1238741" y="1335364"/>
                  </a:lnTo>
                  <a:lnTo>
                    <a:pt x="1238719" y="1335361"/>
                  </a:lnTo>
                  <a:lnTo>
                    <a:pt x="1238704" y="1335360"/>
                  </a:lnTo>
                  <a:lnTo>
                    <a:pt x="1238688" y="1335360"/>
                  </a:lnTo>
                  <a:lnTo>
                    <a:pt x="1238666" y="1335365"/>
                  </a:lnTo>
                  <a:lnTo>
                    <a:pt x="1238644" y="1335369"/>
                  </a:lnTo>
                  <a:lnTo>
                    <a:pt x="1238631" y="1335374"/>
                  </a:lnTo>
                  <a:lnTo>
                    <a:pt x="1238620" y="1335378"/>
                  </a:lnTo>
                  <a:lnTo>
                    <a:pt x="1238593" y="1335373"/>
                  </a:lnTo>
                  <a:lnTo>
                    <a:pt x="1238561" y="1335371"/>
                  </a:lnTo>
                  <a:lnTo>
                    <a:pt x="1238533" y="1335376"/>
                  </a:lnTo>
                  <a:lnTo>
                    <a:pt x="1238519" y="1335378"/>
                  </a:lnTo>
                  <a:lnTo>
                    <a:pt x="1238501" y="1335381"/>
                  </a:lnTo>
                  <a:lnTo>
                    <a:pt x="1238477" y="1335378"/>
                  </a:lnTo>
                  <a:lnTo>
                    <a:pt x="1238461" y="1335378"/>
                  </a:lnTo>
                  <a:lnTo>
                    <a:pt x="1238452" y="1335383"/>
                  </a:lnTo>
                  <a:lnTo>
                    <a:pt x="1238422" y="1335395"/>
                  </a:lnTo>
                  <a:lnTo>
                    <a:pt x="1238416" y="1335396"/>
                  </a:lnTo>
                  <a:lnTo>
                    <a:pt x="1238390" y="1335413"/>
                  </a:lnTo>
                  <a:lnTo>
                    <a:pt x="1238378" y="1335422"/>
                  </a:lnTo>
                  <a:lnTo>
                    <a:pt x="1238356" y="1335446"/>
                  </a:lnTo>
                  <a:lnTo>
                    <a:pt x="1238350" y="1335453"/>
                  </a:lnTo>
                  <a:lnTo>
                    <a:pt x="1238347" y="1335464"/>
                  </a:lnTo>
                  <a:lnTo>
                    <a:pt x="1238340" y="1335477"/>
                  </a:lnTo>
                  <a:lnTo>
                    <a:pt x="1238334" y="1335487"/>
                  </a:lnTo>
                  <a:lnTo>
                    <a:pt x="1238323" y="1335503"/>
                  </a:lnTo>
                  <a:lnTo>
                    <a:pt x="1238316" y="1335512"/>
                  </a:lnTo>
                  <a:lnTo>
                    <a:pt x="1238309" y="1335521"/>
                  </a:lnTo>
                  <a:lnTo>
                    <a:pt x="1238303" y="1335529"/>
                  </a:lnTo>
                  <a:lnTo>
                    <a:pt x="1238300" y="1335532"/>
                  </a:lnTo>
                  <a:lnTo>
                    <a:pt x="1238297" y="1335537"/>
                  </a:lnTo>
                  <a:lnTo>
                    <a:pt x="1238289" y="1335547"/>
                  </a:lnTo>
                  <a:lnTo>
                    <a:pt x="1238279" y="1335563"/>
                  </a:lnTo>
                  <a:lnTo>
                    <a:pt x="1238270" y="1335587"/>
                  </a:lnTo>
                  <a:lnTo>
                    <a:pt x="1238268" y="1335594"/>
                  </a:lnTo>
                  <a:lnTo>
                    <a:pt x="1238269" y="1335605"/>
                  </a:lnTo>
                  <a:lnTo>
                    <a:pt x="1238269" y="1335620"/>
                  </a:lnTo>
                  <a:lnTo>
                    <a:pt x="1238268" y="1335626"/>
                  </a:lnTo>
                  <a:lnTo>
                    <a:pt x="1238252" y="1335695"/>
                  </a:lnTo>
                  <a:lnTo>
                    <a:pt x="1238249" y="1335707"/>
                  </a:lnTo>
                  <a:lnTo>
                    <a:pt x="1238231" y="1335693"/>
                  </a:lnTo>
                  <a:lnTo>
                    <a:pt x="1238225" y="1335690"/>
                  </a:lnTo>
                  <a:lnTo>
                    <a:pt x="1238208" y="1335680"/>
                  </a:lnTo>
                  <a:lnTo>
                    <a:pt x="1238195" y="1335673"/>
                  </a:lnTo>
                  <a:lnTo>
                    <a:pt x="1238183" y="1335667"/>
                  </a:lnTo>
                  <a:lnTo>
                    <a:pt x="1238178" y="1335667"/>
                  </a:lnTo>
                  <a:lnTo>
                    <a:pt x="1238170" y="1335666"/>
                  </a:lnTo>
                  <a:lnTo>
                    <a:pt x="1238157" y="1335668"/>
                  </a:lnTo>
                  <a:lnTo>
                    <a:pt x="1238149" y="1335667"/>
                  </a:lnTo>
                  <a:lnTo>
                    <a:pt x="1238135" y="1335667"/>
                  </a:lnTo>
                  <a:lnTo>
                    <a:pt x="1238131" y="1335667"/>
                  </a:lnTo>
                  <a:lnTo>
                    <a:pt x="1238120" y="1335668"/>
                  </a:lnTo>
                  <a:lnTo>
                    <a:pt x="1238105" y="1335669"/>
                  </a:lnTo>
                  <a:lnTo>
                    <a:pt x="1238094" y="1335670"/>
                  </a:lnTo>
                  <a:lnTo>
                    <a:pt x="1238088" y="1335673"/>
                  </a:lnTo>
                  <a:lnTo>
                    <a:pt x="1238083" y="1335677"/>
                  </a:lnTo>
                  <a:lnTo>
                    <a:pt x="1238080" y="1335682"/>
                  </a:lnTo>
                  <a:lnTo>
                    <a:pt x="1238079" y="1335689"/>
                  </a:lnTo>
                  <a:lnTo>
                    <a:pt x="1238072" y="1335714"/>
                  </a:lnTo>
                  <a:lnTo>
                    <a:pt x="1238068" y="1335726"/>
                  </a:lnTo>
                  <a:lnTo>
                    <a:pt x="1238041" y="1335734"/>
                  </a:lnTo>
                  <a:lnTo>
                    <a:pt x="1238016" y="1335739"/>
                  </a:lnTo>
                  <a:lnTo>
                    <a:pt x="1238006" y="1335744"/>
                  </a:lnTo>
                  <a:lnTo>
                    <a:pt x="1238002" y="1335751"/>
                  </a:lnTo>
                  <a:lnTo>
                    <a:pt x="1237999" y="1335759"/>
                  </a:lnTo>
                  <a:lnTo>
                    <a:pt x="1237995" y="1335770"/>
                  </a:lnTo>
                  <a:lnTo>
                    <a:pt x="1237988" y="1335781"/>
                  </a:lnTo>
                  <a:lnTo>
                    <a:pt x="1237979" y="1335783"/>
                  </a:lnTo>
                  <a:lnTo>
                    <a:pt x="1237970" y="1335779"/>
                  </a:lnTo>
                  <a:lnTo>
                    <a:pt x="1237961" y="1335770"/>
                  </a:lnTo>
                  <a:lnTo>
                    <a:pt x="1237953" y="1335765"/>
                  </a:lnTo>
                  <a:lnTo>
                    <a:pt x="1237945" y="1335762"/>
                  </a:lnTo>
                  <a:lnTo>
                    <a:pt x="1237936" y="1335760"/>
                  </a:lnTo>
                  <a:lnTo>
                    <a:pt x="1237928" y="1335757"/>
                  </a:lnTo>
                  <a:lnTo>
                    <a:pt x="1237925" y="1335754"/>
                  </a:lnTo>
                  <a:lnTo>
                    <a:pt x="1237886" y="1335716"/>
                  </a:lnTo>
                  <a:lnTo>
                    <a:pt x="1237878" y="1335711"/>
                  </a:lnTo>
                  <a:lnTo>
                    <a:pt x="1237857" y="1335698"/>
                  </a:lnTo>
                  <a:lnTo>
                    <a:pt x="1237828" y="1335702"/>
                  </a:lnTo>
                  <a:lnTo>
                    <a:pt x="1237795" y="1335714"/>
                  </a:lnTo>
                  <a:lnTo>
                    <a:pt x="1237784" y="1335701"/>
                  </a:lnTo>
                  <a:lnTo>
                    <a:pt x="1237772" y="1335692"/>
                  </a:lnTo>
                  <a:lnTo>
                    <a:pt x="1237645" y="1335608"/>
                  </a:lnTo>
                  <a:lnTo>
                    <a:pt x="1237490" y="1335505"/>
                  </a:lnTo>
                  <a:lnTo>
                    <a:pt x="1237483" y="1335496"/>
                  </a:lnTo>
                  <a:lnTo>
                    <a:pt x="1237479" y="1335491"/>
                  </a:lnTo>
                  <a:lnTo>
                    <a:pt x="1237469" y="1335480"/>
                  </a:lnTo>
                  <a:lnTo>
                    <a:pt x="1237464" y="1335471"/>
                  </a:lnTo>
                  <a:lnTo>
                    <a:pt x="1237458" y="1335461"/>
                  </a:lnTo>
                  <a:lnTo>
                    <a:pt x="1237451" y="1335449"/>
                  </a:lnTo>
                  <a:lnTo>
                    <a:pt x="1237444" y="1335438"/>
                  </a:lnTo>
                  <a:lnTo>
                    <a:pt x="1237442" y="1335432"/>
                  </a:lnTo>
                  <a:lnTo>
                    <a:pt x="1237430" y="1335420"/>
                  </a:lnTo>
                  <a:lnTo>
                    <a:pt x="1237412" y="1335383"/>
                  </a:lnTo>
                  <a:lnTo>
                    <a:pt x="1237388" y="1335326"/>
                  </a:lnTo>
                  <a:lnTo>
                    <a:pt x="1237380" y="1335308"/>
                  </a:lnTo>
                  <a:lnTo>
                    <a:pt x="1237366" y="1335269"/>
                  </a:lnTo>
                  <a:lnTo>
                    <a:pt x="1237355" y="1335243"/>
                  </a:lnTo>
                  <a:lnTo>
                    <a:pt x="1237350" y="1335230"/>
                  </a:lnTo>
                  <a:lnTo>
                    <a:pt x="1237343" y="1335228"/>
                  </a:lnTo>
                  <a:lnTo>
                    <a:pt x="1237313" y="1335233"/>
                  </a:lnTo>
                  <a:lnTo>
                    <a:pt x="1237301" y="1335230"/>
                  </a:lnTo>
                  <a:lnTo>
                    <a:pt x="1237296" y="1335224"/>
                  </a:lnTo>
                  <a:lnTo>
                    <a:pt x="1237292" y="1335217"/>
                  </a:lnTo>
                  <a:lnTo>
                    <a:pt x="1237288" y="1335209"/>
                  </a:lnTo>
                  <a:lnTo>
                    <a:pt x="1237284" y="1335200"/>
                  </a:lnTo>
                  <a:lnTo>
                    <a:pt x="1237281" y="1335191"/>
                  </a:lnTo>
                  <a:lnTo>
                    <a:pt x="1237279" y="1335181"/>
                  </a:lnTo>
                  <a:lnTo>
                    <a:pt x="1237278" y="1335173"/>
                  </a:lnTo>
                  <a:lnTo>
                    <a:pt x="1237277" y="1335166"/>
                  </a:lnTo>
                  <a:lnTo>
                    <a:pt x="1237277" y="1335154"/>
                  </a:lnTo>
                  <a:lnTo>
                    <a:pt x="1237278" y="1335145"/>
                  </a:lnTo>
                  <a:lnTo>
                    <a:pt x="1237280" y="1335138"/>
                  </a:lnTo>
                  <a:lnTo>
                    <a:pt x="1237283" y="1335127"/>
                  </a:lnTo>
                  <a:lnTo>
                    <a:pt x="1237283" y="1335121"/>
                  </a:lnTo>
                  <a:lnTo>
                    <a:pt x="1237284" y="1335110"/>
                  </a:lnTo>
                  <a:lnTo>
                    <a:pt x="1237285" y="1335099"/>
                  </a:lnTo>
                  <a:lnTo>
                    <a:pt x="1237287" y="1335092"/>
                  </a:lnTo>
                  <a:lnTo>
                    <a:pt x="1237293" y="1335083"/>
                  </a:lnTo>
                  <a:lnTo>
                    <a:pt x="1237297" y="1335078"/>
                  </a:lnTo>
                  <a:lnTo>
                    <a:pt x="1237301" y="1335074"/>
                  </a:lnTo>
                  <a:lnTo>
                    <a:pt x="1237306" y="1335068"/>
                  </a:lnTo>
                  <a:lnTo>
                    <a:pt x="1237310" y="1335064"/>
                  </a:lnTo>
                  <a:lnTo>
                    <a:pt x="1237313" y="1335060"/>
                  </a:lnTo>
                  <a:lnTo>
                    <a:pt x="1237318" y="1335050"/>
                  </a:lnTo>
                  <a:lnTo>
                    <a:pt x="1237320" y="1335045"/>
                  </a:lnTo>
                  <a:lnTo>
                    <a:pt x="1237327" y="1335036"/>
                  </a:lnTo>
                  <a:lnTo>
                    <a:pt x="1237323" y="1335033"/>
                  </a:lnTo>
                  <a:lnTo>
                    <a:pt x="1237313" y="1335025"/>
                  </a:lnTo>
                  <a:lnTo>
                    <a:pt x="1237301" y="1335017"/>
                  </a:lnTo>
                  <a:lnTo>
                    <a:pt x="1237285" y="1335009"/>
                  </a:lnTo>
                  <a:lnTo>
                    <a:pt x="1237275" y="1335005"/>
                  </a:lnTo>
                  <a:lnTo>
                    <a:pt x="1237252" y="1334995"/>
                  </a:lnTo>
                  <a:lnTo>
                    <a:pt x="1237237" y="1334994"/>
                  </a:lnTo>
                  <a:lnTo>
                    <a:pt x="1237224" y="1334994"/>
                  </a:lnTo>
                  <a:lnTo>
                    <a:pt x="1237206" y="1334984"/>
                  </a:lnTo>
                  <a:lnTo>
                    <a:pt x="1237200" y="1334976"/>
                  </a:lnTo>
                  <a:lnTo>
                    <a:pt x="1237150" y="1334938"/>
                  </a:lnTo>
                  <a:lnTo>
                    <a:pt x="1237142" y="1334932"/>
                  </a:lnTo>
                  <a:lnTo>
                    <a:pt x="1237138" y="1334921"/>
                  </a:lnTo>
                  <a:lnTo>
                    <a:pt x="1237135" y="1334911"/>
                  </a:lnTo>
                  <a:lnTo>
                    <a:pt x="1237119" y="1334901"/>
                  </a:lnTo>
                  <a:lnTo>
                    <a:pt x="1237108" y="1334893"/>
                  </a:lnTo>
                  <a:lnTo>
                    <a:pt x="1237091" y="1334886"/>
                  </a:lnTo>
                  <a:lnTo>
                    <a:pt x="1237100" y="1334876"/>
                  </a:lnTo>
                  <a:lnTo>
                    <a:pt x="1237105" y="1334870"/>
                  </a:lnTo>
                  <a:lnTo>
                    <a:pt x="1237115" y="1334860"/>
                  </a:lnTo>
                  <a:lnTo>
                    <a:pt x="1237119" y="1334856"/>
                  </a:lnTo>
                  <a:lnTo>
                    <a:pt x="1237127" y="1334849"/>
                  </a:lnTo>
                  <a:lnTo>
                    <a:pt x="1237134" y="1334843"/>
                  </a:lnTo>
                  <a:lnTo>
                    <a:pt x="1237141" y="1334838"/>
                  </a:lnTo>
                  <a:lnTo>
                    <a:pt x="1237150" y="1334830"/>
                  </a:lnTo>
                  <a:lnTo>
                    <a:pt x="1237156" y="1334824"/>
                  </a:lnTo>
                  <a:lnTo>
                    <a:pt x="1237161" y="1334818"/>
                  </a:lnTo>
                  <a:lnTo>
                    <a:pt x="1237165" y="1334811"/>
                  </a:lnTo>
                  <a:lnTo>
                    <a:pt x="1237165" y="1334804"/>
                  </a:lnTo>
                  <a:lnTo>
                    <a:pt x="1237162" y="1334799"/>
                  </a:lnTo>
                  <a:lnTo>
                    <a:pt x="1237157" y="1334794"/>
                  </a:lnTo>
                  <a:lnTo>
                    <a:pt x="1237154" y="1334788"/>
                  </a:lnTo>
                  <a:lnTo>
                    <a:pt x="1237154" y="1334781"/>
                  </a:lnTo>
                  <a:lnTo>
                    <a:pt x="1237159" y="1334774"/>
                  </a:lnTo>
                  <a:lnTo>
                    <a:pt x="1237162" y="1334766"/>
                  </a:lnTo>
                  <a:lnTo>
                    <a:pt x="1237165" y="1334761"/>
                  </a:lnTo>
                  <a:lnTo>
                    <a:pt x="1237169" y="1334754"/>
                  </a:lnTo>
                  <a:lnTo>
                    <a:pt x="1237171" y="1334748"/>
                  </a:lnTo>
                  <a:lnTo>
                    <a:pt x="1237172" y="1334737"/>
                  </a:lnTo>
                  <a:lnTo>
                    <a:pt x="1237173" y="1334730"/>
                  </a:lnTo>
                  <a:lnTo>
                    <a:pt x="1237171" y="1334720"/>
                  </a:lnTo>
                  <a:lnTo>
                    <a:pt x="1237170" y="1334715"/>
                  </a:lnTo>
                  <a:lnTo>
                    <a:pt x="1237173" y="1334708"/>
                  </a:lnTo>
                  <a:lnTo>
                    <a:pt x="1237179" y="1334703"/>
                  </a:lnTo>
                  <a:lnTo>
                    <a:pt x="1237187" y="1334695"/>
                  </a:lnTo>
                  <a:lnTo>
                    <a:pt x="1237194" y="1334685"/>
                  </a:lnTo>
                  <a:lnTo>
                    <a:pt x="1237198" y="1334681"/>
                  </a:lnTo>
                  <a:lnTo>
                    <a:pt x="1237205" y="1334671"/>
                  </a:lnTo>
                  <a:lnTo>
                    <a:pt x="1237210" y="1334661"/>
                  </a:lnTo>
                  <a:lnTo>
                    <a:pt x="1237214" y="1334654"/>
                  </a:lnTo>
                  <a:lnTo>
                    <a:pt x="1237218" y="1334644"/>
                  </a:lnTo>
                  <a:lnTo>
                    <a:pt x="1237221" y="1334633"/>
                  </a:lnTo>
                  <a:lnTo>
                    <a:pt x="1237222" y="1334626"/>
                  </a:lnTo>
                  <a:lnTo>
                    <a:pt x="1237222" y="1334616"/>
                  </a:lnTo>
                  <a:lnTo>
                    <a:pt x="1237220" y="1334608"/>
                  </a:lnTo>
                  <a:lnTo>
                    <a:pt x="1237216" y="1334597"/>
                  </a:lnTo>
                  <a:lnTo>
                    <a:pt x="1237212" y="1334592"/>
                  </a:lnTo>
                  <a:lnTo>
                    <a:pt x="1237197" y="1334581"/>
                  </a:lnTo>
                  <a:lnTo>
                    <a:pt x="1237193" y="1334573"/>
                  </a:lnTo>
                  <a:lnTo>
                    <a:pt x="1237193" y="1334565"/>
                  </a:lnTo>
                  <a:lnTo>
                    <a:pt x="1237193" y="1334560"/>
                  </a:lnTo>
                  <a:lnTo>
                    <a:pt x="1237200" y="1334547"/>
                  </a:lnTo>
                  <a:lnTo>
                    <a:pt x="1237203" y="1334537"/>
                  </a:lnTo>
                  <a:lnTo>
                    <a:pt x="1237201" y="1334514"/>
                  </a:lnTo>
                  <a:lnTo>
                    <a:pt x="1237198" y="1334489"/>
                  </a:lnTo>
                  <a:lnTo>
                    <a:pt x="1237196" y="1334469"/>
                  </a:lnTo>
                  <a:lnTo>
                    <a:pt x="1237208" y="1334430"/>
                  </a:lnTo>
                  <a:lnTo>
                    <a:pt x="1237235" y="1334418"/>
                  </a:lnTo>
                  <a:lnTo>
                    <a:pt x="1237269" y="1334414"/>
                  </a:lnTo>
                  <a:lnTo>
                    <a:pt x="1237273" y="1334407"/>
                  </a:lnTo>
                  <a:lnTo>
                    <a:pt x="1237276" y="1334380"/>
                  </a:lnTo>
                  <a:lnTo>
                    <a:pt x="1237280" y="1334360"/>
                  </a:lnTo>
                  <a:lnTo>
                    <a:pt x="1237285" y="1334356"/>
                  </a:lnTo>
                  <a:lnTo>
                    <a:pt x="1237291" y="1334349"/>
                  </a:lnTo>
                  <a:lnTo>
                    <a:pt x="1237301" y="1334341"/>
                  </a:lnTo>
                  <a:lnTo>
                    <a:pt x="1237315" y="1334330"/>
                  </a:lnTo>
                  <a:lnTo>
                    <a:pt x="1237318" y="1334324"/>
                  </a:lnTo>
                  <a:lnTo>
                    <a:pt x="1237321" y="1334320"/>
                  </a:lnTo>
                  <a:lnTo>
                    <a:pt x="1237328" y="1334309"/>
                  </a:lnTo>
                  <a:lnTo>
                    <a:pt x="1237333" y="1334301"/>
                  </a:lnTo>
                  <a:lnTo>
                    <a:pt x="1237336" y="1334289"/>
                  </a:lnTo>
                  <a:lnTo>
                    <a:pt x="1237337" y="1334280"/>
                  </a:lnTo>
                  <a:lnTo>
                    <a:pt x="1237338" y="1334274"/>
                  </a:lnTo>
                  <a:lnTo>
                    <a:pt x="1237339" y="1334268"/>
                  </a:lnTo>
                  <a:lnTo>
                    <a:pt x="1237333" y="1334246"/>
                  </a:lnTo>
                  <a:lnTo>
                    <a:pt x="1237323" y="1334230"/>
                  </a:lnTo>
                  <a:lnTo>
                    <a:pt x="1237318" y="1334218"/>
                  </a:lnTo>
                  <a:lnTo>
                    <a:pt x="1237301" y="1334216"/>
                  </a:lnTo>
                  <a:lnTo>
                    <a:pt x="1237295" y="1334218"/>
                  </a:lnTo>
                  <a:lnTo>
                    <a:pt x="1237266" y="1334226"/>
                  </a:lnTo>
                  <a:lnTo>
                    <a:pt x="1237246" y="1334233"/>
                  </a:lnTo>
                  <a:lnTo>
                    <a:pt x="1237237" y="1334233"/>
                  </a:lnTo>
                  <a:lnTo>
                    <a:pt x="1237233" y="1334228"/>
                  </a:lnTo>
                  <a:lnTo>
                    <a:pt x="1237231" y="1334208"/>
                  </a:lnTo>
                  <a:lnTo>
                    <a:pt x="1237230" y="1334200"/>
                  </a:lnTo>
                  <a:lnTo>
                    <a:pt x="1237230" y="1334193"/>
                  </a:lnTo>
                  <a:lnTo>
                    <a:pt x="1237230" y="1334188"/>
                  </a:lnTo>
                  <a:lnTo>
                    <a:pt x="1237229" y="1334178"/>
                  </a:lnTo>
                  <a:lnTo>
                    <a:pt x="1237228" y="1334166"/>
                  </a:lnTo>
                  <a:lnTo>
                    <a:pt x="1237235" y="1334154"/>
                  </a:lnTo>
                  <a:lnTo>
                    <a:pt x="1237238" y="1334147"/>
                  </a:lnTo>
                  <a:lnTo>
                    <a:pt x="1237241" y="1334136"/>
                  </a:lnTo>
                  <a:lnTo>
                    <a:pt x="1237241" y="1334122"/>
                  </a:lnTo>
                  <a:lnTo>
                    <a:pt x="1237248" y="1334095"/>
                  </a:lnTo>
                  <a:lnTo>
                    <a:pt x="1237251" y="1334084"/>
                  </a:lnTo>
                  <a:lnTo>
                    <a:pt x="1237258" y="1334063"/>
                  </a:lnTo>
                  <a:lnTo>
                    <a:pt x="1237266" y="1334045"/>
                  </a:lnTo>
                  <a:lnTo>
                    <a:pt x="1237271" y="1334032"/>
                  </a:lnTo>
                  <a:lnTo>
                    <a:pt x="1237253" y="1334029"/>
                  </a:lnTo>
                  <a:lnTo>
                    <a:pt x="1237239" y="1334025"/>
                  </a:lnTo>
                  <a:lnTo>
                    <a:pt x="1237230" y="1334016"/>
                  </a:lnTo>
                  <a:lnTo>
                    <a:pt x="1237226" y="1334008"/>
                  </a:lnTo>
                  <a:lnTo>
                    <a:pt x="1237221" y="1333992"/>
                  </a:lnTo>
                  <a:lnTo>
                    <a:pt x="1237219" y="1333977"/>
                  </a:lnTo>
                  <a:lnTo>
                    <a:pt x="1237221" y="1333967"/>
                  </a:lnTo>
                  <a:lnTo>
                    <a:pt x="1237223" y="1333961"/>
                  </a:lnTo>
                  <a:lnTo>
                    <a:pt x="1237228" y="1333956"/>
                  </a:lnTo>
                  <a:lnTo>
                    <a:pt x="1237240" y="1333946"/>
                  </a:lnTo>
                  <a:lnTo>
                    <a:pt x="1237249" y="1333938"/>
                  </a:lnTo>
                  <a:lnTo>
                    <a:pt x="1237252" y="1333931"/>
                  </a:lnTo>
                  <a:lnTo>
                    <a:pt x="1237248" y="1333910"/>
                  </a:lnTo>
                  <a:lnTo>
                    <a:pt x="1237250" y="1333901"/>
                  </a:lnTo>
                  <a:lnTo>
                    <a:pt x="1237254" y="1333898"/>
                  </a:lnTo>
                  <a:lnTo>
                    <a:pt x="1237265" y="1333897"/>
                  </a:lnTo>
                  <a:lnTo>
                    <a:pt x="1237272" y="1333894"/>
                  </a:lnTo>
                  <a:lnTo>
                    <a:pt x="1237277" y="1333888"/>
                  </a:lnTo>
                  <a:lnTo>
                    <a:pt x="1237281" y="1333878"/>
                  </a:lnTo>
                  <a:lnTo>
                    <a:pt x="1237282" y="1333869"/>
                  </a:lnTo>
                  <a:lnTo>
                    <a:pt x="1237281" y="1333859"/>
                  </a:lnTo>
                  <a:lnTo>
                    <a:pt x="1237281" y="1333848"/>
                  </a:lnTo>
                  <a:lnTo>
                    <a:pt x="1237285" y="1333840"/>
                  </a:lnTo>
                  <a:lnTo>
                    <a:pt x="1237289" y="1333836"/>
                  </a:lnTo>
                  <a:lnTo>
                    <a:pt x="1237293" y="1333832"/>
                  </a:lnTo>
                  <a:lnTo>
                    <a:pt x="1237299" y="1333823"/>
                  </a:lnTo>
                  <a:lnTo>
                    <a:pt x="1237298" y="1333803"/>
                  </a:lnTo>
                  <a:lnTo>
                    <a:pt x="1237296" y="1333791"/>
                  </a:lnTo>
                  <a:lnTo>
                    <a:pt x="1237293" y="1333783"/>
                  </a:lnTo>
                  <a:lnTo>
                    <a:pt x="1237287" y="1333774"/>
                  </a:lnTo>
                  <a:lnTo>
                    <a:pt x="1237268" y="1333750"/>
                  </a:lnTo>
                  <a:lnTo>
                    <a:pt x="1237260" y="1333740"/>
                  </a:lnTo>
                  <a:lnTo>
                    <a:pt x="1237255" y="1333738"/>
                  </a:lnTo>
                  <a:lnTo>
                    <a:pt x="1237244" y="1333745"/>
                  </a:lnTo>
                  <a:lnTo>
                    <a:pt x="1237227" y="1333755"/>
                  </a:lnTo>
                  <a:lnTo>
                    <a:pt x="1237222" y="1333759"/>
                  </a:lnTo>
                  <a:lnTo>
                    <a:pt x="1237214" y="1333760"/>
                  </a:lnTo>
                  <a:lnTo>
                    <a:pt x="1237206" y="1333753"/>
                  </a:lnTo>
                  <a:lnTo>
                    <a:pt x="1237193" y="1333739"/>
                  </a:lnTo>
                  <a:lnTo>
                    <a:pt x="1237177" y="1333724"/>
                  </a:lnTo>
                  <a:lnTo>
                    <a:pt x="1237170" y="1333718"/>
                  </a:lnTo>
                  <a:lnTo>
                    <a:pt x="1237160" y="1333709"/>
                  </a:lnTo>
                  <a:lnTo>
                    <a:pt x="1237152" y="1333690"/>
                  </a:lnTo>
                  <a:lnTo>
                    <a:pt x="1237144" y="1333681"/>
                  </a:lnTo>
                  <a:lnTo>
                    <a:pt x="1237135" y="1333672"/>
                  </a:lnTo>
                  <a:lnTo>
                    <a:pt x="1237130" y="1333666"/>
                  </a:lnTo>
                  <a:lnTo>
                    <a:pt x="1237127" y="1333661"/>
                  </a:lnTo>
                  <a:lnTo>
                    <a:pt x="1237132" y="1333657"/>
                  </a:lnTo>
                  <a:lnTo>
                    <a:pt x="1237136" y="1333654"/>
                  </a:lnTo>
                  <a:lnTo>
                    <a:pt x="1237145" y="1333648"/>
                  </a:lnTo>
                  <a:lnTo>
                    <a:pt x="1237150" y="1333644"/>
                  </a:lnTo>
                  <a:lnTo>
                    <a:pt x="1237165" y="1333635"/>
                  </a:lnTo>
                  <a:lnTo>
                    <a:pt x="1237175" y="1333629"/>
                  </a:lnTo>
                  <a:lnTo>
                    <a:pt x="1237181" y="1333626"/>
                  </a:lnTo>
                  <a:lnTo>
                    <a:pt x="1237187" y="1333598"/>
                  </a:lnTo>
                  <a:lnTo>
                    <a:pt x="1237194" y="1333587"/>
                  </a:lnTo>
                  <a:lnTo>
                    <a:pt x="1237215" y="1333573"/>
                  </a:lnTo>
                  <a:lnTo>
                    <a:pt x="1237229" y="1333564"/>
                  </a:lnTo>
                  <a:lnTo>
                    <a:pt x="1237237" y="1333563"/>
                  </a:lnTo>
                  <a:lnTo>
                    <a:pt x="1237270" y="1333566"/>
                  </a:lnTo>
                  <a:lnTo>
                    <a:pt x="1237269" y="1333555"/>
                  </a:lnTo>
                  <a:lnTo>
                    <a:pt x="1237267" y="1333480"/>
                  </a:lnTo>
                  <a:lnTo>
                    <a:pt x="1237271" y="1333469"/>
                  </a:lnTo>
                  <a:lnTo>
                    <a:pt x="1237282" y="1333444"/>
                  </a:lnTo>
                  <a:lnTo>
                    <a:pt x="1237288" y="1333435"/>
                  </a:lnTo>
                  <a:lnTo>
                    <a:pt x="1237284" y="1333428"/>
                  </a:lnTo>
                  <a:lnTo>
                    <a:pt x="1237267" y="1333422"/>
                  </a:lnTo>
                  <a:lnTo>
                    <a:pt x="1237250" y="1333410"/>
                  </a:lnTo>
                  <a:lnTo>
                    <a:pt x="1237223" y="1333364"/>
                  </a:lnTo>
                  <a:lnTo>
                    <a:pt x="1237207" y="1333343"/>
                  </a:lnTo>
                  <a:lnTo>
                    <a:pt x="1237201" y="1333329"/>
                  </a:lnTo>
                  <a:lnTo>
                    <a:pt x="1237201" y="1333320"/>
                  </a:lnTo>
                  <a:lnTo>
                    <a:pt x="1237202" y="1333314"/>
                  </a:lnTo>
                  <a:lnTo>
                    <a:pt x="1237202" y="1333307"/>
                  </a:lnTo>
                  <a:lnTo>
                    <a:pt x="1237202" y="1333301"/>
                  </a:lnTo>
                  <a:lnTo>
                    <a:pt x="1237201" y="1333292"/>
                  </a:lnTo>
                  <a:lnTo>
                    <a:pt x="1237198" y="1333287"/>
                  </a:lnTo>
                  <a:lnTo>
                    <a:pt x="1237195" y="1333283"/>
                  </a:lnTo>
                  <a:lnTo>
                    <a:pt x="1237194" y="1333274"/>
                  </a:lnTo>
                  <a:lnTo>
                    <a:pt x="1237192" y="1333268"/>
                  </a:lnTo>
                  <a:lnTo>
                    <a:pt x="1237190" y="1333264"/>
                  </a:lnTo>
                  <a:lnTo>
                    <a:pt x="1237183" y="1333244"/>
                  </a:lnTo>
                  <a:lnTo>
                    <a:pt x="1237178" y="1333230"/>
                  </a:lnTo>
                  <a:lnTo>
                    <a:pt x="1237161" y="1333216"/>
                  </a:lnTo>
                  <a:lnTo>
                    <a:pt x="1237148" y="1333207"/>
                  </a:lnTo>
                  <a:lnTo>
                    <a:pt x="1237139" y="1333197"/>
                  </a:lnTo>
                  <a:lnTo>
                    <a:pt x="1237116" y="1333175"/>
                  </a:lnTo>
                  <a:lnTo>
                    <a:pt x="1237105" y="1333169"/>
                  </a:lnTo>
                  <a:lnTo>
                    <a:pt x="1237096" y="1333163"/>
                  </a:lnTo>
                  <a:lnTo>
                    <a:pt x="1237089" y="1333156"/>
                  </a:lnTo>
                  <a:lnTo>
                    <a:pt x="1237085" y="1333150"/>
                  </a:lnTo>
                  <a:lnTo>
                    <a:pt x="1237079" y="1333143"/>
                  </a:lnTo>
                  <a:lnTo>
                    <a:pt x="1237077" y="1333135"/>
                  </a:lnTo>
                  <a:lnTo>
                    <a:pt x="1237076" y="1333129"/>
                  </a:lnTo>
                  <a:lnTo>
                    <a:pt x="1237074" y="1333124"/>
                  </a:lnTo>
                  <a:lnTo>
                    <a:pt x="1237072" y="1333113"/>
                  </a:lnTo>
                  <a:lnTo>
                    <a:pt x="1237073" y="1333108"/>
                  </a:lnTo>
                  <a:lnTo>
                    <a:pt x="1237077" y="1333098"/>
                  </a:lnTo>
                  <a:lnTo>
                    <a:pt x="1237083" y="1333090"/>
                  </a:lnTo>
                  <a:lnTo>
                    <a:pt x="1237088" y="1333083"/>
                  </a:lnTo>
                  <a:lnTo>
                    <a:pt x="1237091" y="1333078"/>
                  </a:lnTo>
                  <a:lnTo>
                    <a:pt x="1237102" y="1333060"/>
                  </a:lnTo>
                  <a:lnTo>
                    <a:pt x="1237129" y="1333046"/>
                  </a:lnTo>
                  <a:lnTo>
                    <a:pt x="1237158" y="1333028"/>
                  </a:lnTo>
                  <a:lnTo>
                    <a:pt x="1237168" y="1333015"/>
                  </a:lnTo>
                  <a:lnTo>
                    <a:pt x="1237179" y="1332997"/>
                  </a:lnTo>
                  <a:lnTo>
                    <a:pt x="1237193" y="1332993"/>
                  </a:lnTo>
                  <a:lnTo>
                    <a:pt x="1237212" y="1332988"/>
                  </a:lnTo>
                  <a:lnTo>
                    <a:pt x="1237222" y="1332984"/>
                  </a:lnTo>
                  <a:lnTo>
                    <a:pt x="1237232" y="1332975"/>
                  </a:lnTo>
                  <a:lnTo>
                    <a:pt x="1237237" y="1332969"/>
                  </a:lnTo>
                  <a:lnTo>
                    <a:pt x="1237249" y="1332951"/>
                  </a:lnTo>
                  <a:lnTo>
                    <a:pt x="1237254" y="1332940"/>
                  </a:lnTo>
                  <a:lnTo>
                    <a:pt x="1237262" y="1332926"/>
                  </a:lnTo>
                  <a:lnTo>
                    <a:pt x="1237272" y="1332921"/>
                  </a:lnTo>
                  <a:lnTo>
                    <a:pt x="1237299" y="1332907"/>
                  </a:lnTo>
                  <a:lnTo>
                    <a:pt x="1237299" y="1332895"/>
                  </a:lnTo>
                  <a:lnTo>
                    <a:pt x="1237298" y="1332888"/>
                  </a:lnTo>
                  <a:lnTo>
                    <a:pt x="1237298" y="1332879"/>
                  </a:lnTo>
                  <a:lnTo>
                    <a:pt x="1237298" y="1332867"/>
                  </a:lnTo>
                  <a:lnTo>
                    <a:pt x="1237301" y="1332856"/>
                  </a:lnTo>
                  <a:lnTo>
                    <a:pt x="1237316" y="1332841"/>
                  </a:lnTo>
                  <a:lnTo>
                    <a:pt x="1237321" y="1332830"/>
                  </a:lnTo>
                  <a:lnTo>
                    <a:pt x="1237329" y="1332814"/>
                  </a:lnTo>
                  <a:lnTo>
                    <a:pt x="1237333" y="1332800"/>
                  </a:lnTo>
                  <a:lnTo>
                    <a:pt x="1237334" y="1332791"/>
                  </a:lnTo>
                  <a:lnTo>
                    <a:pt x="1237335" y="1332786"/>
                  </a:lnTo>
                  <a:lnTo>
                    <a:pt x="1237334" y="1332782"/>
                  </a:lnTo>
                  <a:lnTo>
                    <a:pt x="1237324" y="1332751"/>
                  </a:lnTo>
                  <a:lnTo>
                    <a:pt x="1237295" y="1332649"/>
                  </a:lnTo>
                  <a:lnTo>
                    <a:pt x="1237292" y="1332638"/>
                  </a:lnTo>
                  <a:lnTo>
                    <a:pt x="1237272" y="1332562"/>
                  </a:lnTo>
                  <a:lnTo>
                    <a:pt x="1237266" y="1332547"/>
                  </a:lnTo>
                  <a:lnTo>
                    <a:pt x="1237256" y="1332542"/>
                  </a:lnTo>
                  <a:lnTo>
                    <a:pt x="1237239" y="1332534"/>
                  </a:lnTo>
                  <a:lnTo>
                    <a:pt x="1237230" y="1332516"/>
                  </a:lnTo>
                  <a:lnTo>
                    <a:pt x="1237222" y="1332486"/>
                  </a:lnTo>
                  <a:lnTo>
                    <a:pt x="1237217" y="1332465"/>
                  </a:lnTo>
                  <a:lnTo>
                    <a:pt x="1237222" y="1332452"/>
                  </a:lnTo>
                  <a:lnTo>
                    <a:pt x="1237228" y="1332449"/>
                  </a:lnTo>
                  <a:lnTo>
                    <a:pt x="1237232" y="1332443"/>
                  </a:lnTo>
                  <a:lnTo>
                    <a:pt x="1237235" y="1332439"/>
                  </a:lnTo>
                  <a:lnTo>
                    <a:pt x="1237242" y="1332430"/>
                  </a:lnTo>
                  <a:lnTo>
                    <a:pt x="1237244" y="1332426"/>
                  </a:lnTo>
                  <a:lnTo>
                    <a:pt x="1237248" y="1332421"/>
                  </a:lnTo>
                  <a:lnTo>
                    <a:pt x="1237260" y="1332403"/>
                  </a:lnTo>
                  <a:lnTo>
                    <a:pt x="1237265" y="1332398"/>
                  </a:lnTo>
                  <a:lnTo>
                    <a:pt x="1237287" y="1332398"/>
                  </a:lnTo>
                  <a:lnTo>
                    <a:pt x="1237308" y="1332399"/>
                  </a:lnTo>
                  <a:lnTo>
                    <a:pt x="1237320" y="1332400"/>
                  </a:lnTo>
                  <a:lnTo>
                    <a:pt x="1237338" y="1332400"/>
                  </a:lnTo>
                  <a:lnTo>
                    <a:pt x="1237362" y="1332399"/>
                  </a:lnTo>
                  <a:lnTo>
                    <a:pt x="1237369" y="1332397"/>
                  </a:lnTo>
                  <a:lnTo>
                    <a:pt x="1237368" y="1332365"/>
                  </a:lnTo>
                  <a:lnTo>
                    <a:pt x="1237368" y="1332356"/>
                  </a:lnTo>
                  <a:lnTo>
                    <a:pt x="1237380" y="1332345"/>
                  </a:lnTo>
                  <a:lnTo>
                    <a:pt x="1237402" y="1332325"/>
                  </a:lnTo>
                  <a:lnTo>
                    <a:pt x="1237436" y="1332294"/>
                  </a:lnTo>
                  <a:lnTo>
                    <a:pt x="1237464" y="1332268"/>
                  </a:lnTo>
                  <a:lnTo>
                    <a:pt x="1237487" y="1332249"/>
                  </a:lnTo>
                  <a:lnTo>
                    <a:pt x="1237496" y="1332243"/>
                  </a:lnTo>
                  <a:lnTo>
                    <a:pt x="1237546" y="1332216"/>
                  </a:lnTo>
                  <a:lnTo>
                    <a:pt x="1237535" y="1332206"/>
                  </a:lnTo>
                  <a:lnTo>
                    <a:pt x="1237527" y="1332198"/>
                  </a:lnTo>
                  <a:lnTo>
                    <a:pt x="1237524" y="1332192"/>
                  </a:lnTo>
                  <a:lnTo>
                    <a:pt x="1237519" y="1332183"/>
                  </a:lnTo>
                  <a:lnTo>
                    <a:pt x="1237511" y="1332169"/>
                  </a:lnTo>
                  <a:lnTo>
                    <a:pt x="1237492" y="1332138"/>
                  </a:lnTo>
                  <a:lnTo>
                    <a:pt x="1237520" y="1332118"/>
                  </a:lnTo>
                  <a:lnTo>
                    <a:pt x="1237530" y="1332112"/>
                  </a:lnTo>
                  <a:lnTo>
                    <a:pt x="1237549" y="1332093"/>
                  </a:lnTo>
                  <a:lnTo>
                    <a:pt x="1237562" y="1332081"/>
                  </a:lnTo>
                  <a:lnTo>
                    <a:pt x="1237571" y="1332074"/>
                  </a:lnTo>
                  <a:lnTo>
                    <a:pt x="1237591" y="1332054"/>
                  </a:lnTo>
                  <a:lnTo>
                    <a:pt x="1237600" y="1332041"/>
                  </a:lnTo>
                  <a:lnTo>
                    <a:pt x="1237604" y="1332031"/>
                  </a:lnTo>
                  <a:lnTo>
                    <a:pt x="1237606" y="1332018"/>
                  </a:lnTo>
                  <a:lnTo>
                    <a:pt x="1237609" y="1332002"/>
                  </a:lnTo>
                  <a:lnTo>
                    <a:pt x="1237611" y="1331989"/>
                  </a:lnTo>
                  <a:lnTo>
                    <a:pt x="1237610" y="1331978"/>
                  </a:lnTo>
                  <a:lnTo>
                    <a:pt x="1237610" y="1331960"/>
                  </a:lnTo>
                  <a:lnTo>
                    <a:pt x="1237612" y="1331946"/>
                  </a:lnTo>
                  <a:lnTo>
                    <a:pt x="1237613" y="1331935"/>
                  </a:lnTo>
                  <a:lnTo>
                    <a:pt x="1237612" y="1331924"/>
                  </a:lnTo>
                  <a:lnTo>
                    <a:pt x="1237608" y="1331906"/>
                  </a:lnTo>
                  <a:lnTo>
                    <a:pt x="1237606" y="1331892"/>
                  </a:lnTo>
                  <a:lnTo>
                    <a:pt x="1237604" y="1331879"/>
                  </a:lnTo>
                  <a:lnTo>
                    <a:pt x="1237604" y="1331861"/>
                  </a:lnTo>
                  <a:lnTo>
                    <a:pt x="1237604" y="1331851"/>
                  </a:lnTo>
                  <a:lnTo>
                    <a:pt x="1237606" y="1331841"/>
                  </a:lnTo>
                  <a:lnTo>
                    <a:pt x="1237611" y="1331833"/>
                  </a:lnTo>
                  <a:lnTo>
                    <a:pt x="1237616" y="1331828"/>
                  </a:lnTo>
                  <a:lnTo>
                    <a:pt x="1237620" y="1331824"/>
                  </a:lnTo>
                  <a:lnTo>
                    <a:pt x="1237622" y="1331819"/>
                  </a:lnTo>
                  <a:lnTo>
                    <a:pt x="1237624" y="1331808"/>
                  </a:lnTo>
                  <a:lnTo>
                    <a:pt x="1237627" y="1331791"/>
                  </a:lnTo>
                  <a:lnTo>
                    <a:pt x="1237627" y="1331784"/>
                  </a:lnTo>
                  <a:lnTo>
                    <a:pt x="1237627" y="1331765"/>
                  </a:lnTo>
                  <a:lnTo>
                    <a:pt x="1237628" y="1331754"/>
                  </a:lnTo>
                  <a:lnTo>
                    <a:pt x="1237632" y="1331736"/>
                  </a:lnTo>
                  <a:lnTo>
                    <a:pt x="1237635" y="1331724"/>
                  </a:lnTo>
                  <a:lnTo>
                    <a:pt x="1237634" y="1331716"/>
                  </a:lnTo>
                  <a:lnTo>
                    <a:pt x="1237633" y="1331698"/>
                  </a:lnTo>
                  <a:lnTo>
                    <a:pt x="1237632" y="1331691"/>
                  </a:lnTo>
                  <a:lnTo>
                    <a:pt x="1237630" y="1331683"/>
                  </a:lnTo>
                  <a:lnTo>
                    <a:pt x="1237626" y="1331676"/>
                  </a:lnTo>
                  <a:lnTo>
                    <a:pt x="1237621" y="1331671"/>
                  </a:lnTo>
                  <a:lnTo>
                    <a:pt x="1237615" y="1331669"/>
                  </a:lnTo>
                  <a:lnTo>
                    <a:pt x="1237610" y="1331671"/>
                  </a:lnTo>
                  <a:lnTo>
                    <a:pt x="1237606" y="1331672"/>
                  </a:lnTo>
                  <a:lnTo>
                    <a:pt x="1237597" y="1331676"/>
                  </a:lnTo>
                  <a:lnTo>
                    <a:pt x="1237592" y="1331676"/>
                  </a:lnTo>
                  <a:lnTo>
                    <a:pt x="1237580" y="1331677"/>
                  </a:lnTo>
                  <a:lnTo>
                    <a:pt x="1237574" y="1331676"/>
                  </a:lnTo>
                  <a:lnTo>
                    <a:pt x="1237565" y="1331676"/>
                  </a:lnTo>
                  <a:lnTo>
                    <a:pt x="1237561" y="1331677"/>
                  </a:lnTo>
                  <a:lnTo>
                    <a:pt x="1237550" y="1331682"/>
                  </a:lnTo>
                  <a:lnTo>
                    <a:pt x="1237544" y="1331684"/>
                  </a:lnTo>
                  <a:lnTo>
                    <a:pt x="1237533" y="1331688"/>
                  </a:lnTo>
                  <a:lnTo>
                    <a:pt x="1237507" y="1331694"/>
                  </a:lnTo>
                  <a:lnTo>
                    <a:pt x="1237493" y="1331697"/>
                  </a:lnTo>
                  <a:lnTo>
                    <a:pt x="1237486" y="1331697"/>
                  </a:lnTo>
                  <a:lnTo>
                    <a:pt x="1237476" y="1331693"/>
                  </a:lnTo>
                  <a:lnTo>
                    <a:pt x="1237467" y="1331687"/>
                  </a:lnTo>
                  <a:lnTo>
                    <a:pt x="1237464" y="1331667"/>
                  </a:lnTo>
                  <a:lnTo>
                    <a:pt x="1237460" y="1331660"/>
                  </a:lnTo>
                  <a:lnTo>
                    <a:pt x="1237451" y="1331652"/>
                  </a:lnTo>
                  <a:lnTo>
                    <a:pt x="1237443" y="1331644"/>
                  </a:lnTo>
                  <a:lnTo>
                    <a:pt x="1237438" y="1331636"/>
                  </a:lnTo>
                  <a:lnTo>
                    <a:pt x="1237430" y="1331622"/>
                  </a:lnTo>
                  <a:lnTo>
                    <a:pt x="1237423" y="1331611"/>
                  </a:lnTo>
                  <a:lnTo>
                    <a:pt x="1237415" y="1331604"/>
                  </a:lnTo>
                  <a:lnTo>
                    <a:pt x="1237405" y="1331595"/>
                  </a:lnTo>
                  <a:lnTo>
                    <a:pt x="1237391" y="1331583"/>
                  </a:lnTo>
                  <a:lnTo>
                    <a:pt x="1237374" y="1331570"/>
                  </a:lnTo>
                  <a:lnTo>
                    <a:pt x="1237360" y="1331559"/>
                  </a:lnTo>
                  <a:lnTo>
                    <a:pt x="1237349" y="1331555"/>
                  </a:lnTo>
                  <a:lnTo>
                    <a:pt x="1237342" y="1331552"/>
                  </a:lnTo>
                  <a:lnTo>
                    <a:pt x="1237327" y="1331543"/>
                  </a:lnTo>
                  <a:lnTo>
                    <a:pt x="1237308" y="1331530"/>
                  </a:lnTo>
                  <a:lnTo>
                    <a:pt x="1237296" y="1331524"/>
                  </a:lnTo>
                  <a:lnTo>
                    <a:pt x="1237291" y="1331521"/>
                  </a:lnTo>
                  <a:lnTo>
                    <a:pt x="1237289" y="1331518"/>
                  </a:lnTo>
                  <a:lnTo>
                    <a:pt x="1237284" y="1331509"/>
                  </a:lnTo>
                  <a:lnTo>
                    <a:pt x="1237277" y="1331497"/>
                  </a:lnTo>
                  <a:lnTo>
                    <a:pt x="1237270" y="1331488"/>
                  </a:lnTo>
                  <a:lnTo>
                    <a:pt x="1237263" y="1331482"/>
                  </a:lnTo>
                  <a:lnTo>
                    <a:pt x="1237253" y="1331469"/>
                  </a:lnTo>
                  <a:lnTo>
                    <a:pt x="1237242" y="1331460"/>
                  </a:lnTo>
                  <a:lnTo>
                    <a:pt x="1237234" y="1331453"/>
                  </a:lnTo>
                  <a:lnTo>
                    <a:pt x="1237224" y="1331439"/>
                  </a:lnTo>
                  <a:lnTo>
                    <a:pt x="1237211" y="1331433"/>
                  </a:lnTo>
                  <a:lnTo>
                    <a:pt x="1237200" y="1331429"/>
                  </a:lnTo>
                  <a:lnTo>
                    <a:pt x="1237190" y="1331413"/>
                  </a:lnTo>
                  <a:lnTo>
                    <a:pt x="1237182" y="1331402"/>
                  </a:lnTo>
                  <a:lnTo>
                    <a:pt x="1237170" y="1331397"/>
                  </a:lnTo>
                  <a:lnTo>
                    <a:pt x="1237159" y="1331391"/>
                  </a:lnTo>
                  <a:lnTo>
                    <a:pt x="1237136" y="1331380"/>
                  </a:lnTo>
                  <a:lnTo>
                    <a:pt x="1237120" y="1331365"/>
                  </a:lnTo>
                  <a:lnTo>
                    <a:pt x="1237108" y="1331340"/>
                  </a:lnTo>
                  <a:lnTo>
                    <a:pt x="1237094" y="1331319"/>
                  </a:lnTo>
                  <a:lnTo>
                    <a:pt x="1237082" y="1331311"/>
                  </a:lnTo>
                  <a:lnTo>
                    <a:pt x="1237071" y="1331308"/>
                  </a:lnTo>
                  <a:lnTo>
                    <a:pt x="1237061" y="1331295"/>
                  </a:lnTo>
                  <a:lnTo>
                    <a:pt x="1237044" y="1331267"/>
                  </a:lnTo>
                  <a:lnTo>
                    <a:pt x="1237037" y="1331247"/>
                  </a:lnTo>
                  <a:lnTo>
                    <a:pt x="1237037" y="1331243"/>
                  </a:lnTo>
                  <a:lnTo>
                    <a:pt x="1237034" y="1331213"/>
                  </a:lnTo>
                  <a:lnTo>
                    <a:pt x="1237032" y="1331196"/>
                  </a:lnTo>
                  <a:lnTo>
                    <a:pt x="1237032" y="1331184"/>
                  </a:lnTo>
                  <a:lnTo>
                    <a:pt x="1237028" y="1331165"/>
                  </a:lnTo>
                  <a:lnTo>
                    <a:pt x="1237022" y="1331151"/>
                  </a:lnTo>
                  <a:lnTo>
                    <a:pt x="1237014" y="1331142"/>
                  </a:lnTo>
                  <a:lnTo>
                    <a:pt x="1236989" y="1331097"/>
                  </a:lnTo>
                  <a:lnTo>
                    <a:pt x="1236986" y="1331089"/>
                  </a:lnTo>
                  <a:lnTo>
                    <a:pt x="1236986" y="1331071"/>
                  </a:lnTo>
                  <a:lnTo>
                    <a:pt x="1236992" y="1331053"/>
                  </a:lnTo>
                  <a:lnTo>
                    <a:pt x="1236997" y="1331041"/>
                  </a:lnTo>
                  <a:lnTo>
                    <a:pt x="1237003" y="1331027"/>
                  </a:lnTo>
                  <a:lnTo>
                    <a:pt x="1237022" y="1330990"/>
                  </a:lnTo>
                  <a:lnTo>
                    <a:pt x="1237022" y="1330975"/>
                  </a:lnTo>
                  <a:lnTo>
                    <a:pt x="1237018" y="1330953"/>
                  </a:lnTo>
                  <a:lnTo>
                    <a:pt x="1237011" y="1330943"/>
                  </a:lnTo>
                  <a:lnTo>
                    <a:pt x="1237007" y="1330939"/>
                  </a:lnTo>
                  <a:lnTo>
                    <a:pt x="1237002" y="1330934"/>
                  </a:lnTo>
                  <a:lnTo>
                    <a:pt x="1236984" y="1330922"/>
                  </a:lnTo>
                  <a:lnTo>
                    <a:pt x="1236979" y="1330920"/>
                  </a:lnTo>
                  <a:lnTo>
                    <a:pt x="1236953" y="1330907"/>
                  </a:lnTo>
                  <a:lnTo>
                    <a:pt x="1236934" y="1330889"/>
                  </a:lnTo>
                  <a:lnTo>
                    <a:pt x="1236922" y="1330839"/>
                  </a:lnTo>
                  <a:lnTo>
                    <a:pt x="1236917" y="1330806"/>
                  </a:lnTo>
                  <a:lnTo>
                    <a:pt x="1236915" y="1330774"/>
                  </a:lnTo>
                  <a:lnTo>
                    <a:pt x="1236914" y="1330752"/>
                  </a:lnTo>
                  <a:lnTo>
                    <a:pt x="1236918" y="1330736"/>
                  </a:lnTo>
                  <a:lnTo>
                    <a:pt x="1236916" y="1330731"/>
                  </a:lnTo>
                  <a:lnTo>
                    <a:pt x="1236912" y="1330727"/>
                  </a:lnTo>
                  <a:lnTo>
                    <a:pt x="1236889" y="1330721"/>
                  </a:lnTo>
                  <a:lnTo>
                    <a:pt x="1236881" y="1330720"/>
                  </a:lnTo>
                  <a:lnTo>
                    <a:pt x="1236873" y="1330719"/>
                  </a:lnTo>
                  <a:lnTo>
                    <a:pt x="1236864" y="1330715"/>
                  </a:lnTo>
                  <a:lnTo>
                    <a:pt x="1236847" y="1330706"/>
                  </a:lnTo>
                  <a:lnTo>
                    <a:pt x="1236841" y="1330693"/>
                  </a:lnTo>
                  <a:lnTo>
                    <a:pt x="1236839" y="1330682"/>
                  </a:lnTo>
                  <a:lnTo>
                    <a:pt x="1236841" y="1330642"/>
                  </a:lnTo>
                  <a:lnTo>
                    <a:pt x="1236846" y="1330603"/>
                  </a:lnTo>
                  <a:lnTo>
                    <a:pt x="1236842" y="1330581"/>
                  </a:lnTo>
                  <a:lnTo>
                    <a:pt x="1236835" y="1330562"/>
                  </a:lnTo>
                  <a:lnTo>
                    <a:pt x="1236822" y="1330537"/>
                  </a:lnTo>
                  <a:lnTo>
                    <a:pt x="1236808" y="1330526"/>
                  </a:lnTo>
                  <a:lnTo>
                    <a:pt x="1236769" y="1330498"/>
                  </a:lnTo>
                  <a:lnTo>
                    <a:pt x="1236759" y="1330495"/>
                  </a:lnTo>
                  <a:lnTo>
                    <a:pt x="1236703" y="1330472"/>
                  </a:lnTo>
                  <a:lnTo>
                    <a:pt x="1236693" y="1330475"/>
                  </a:lnTo>
                  <a:lnTo>
                    <a:pt x="1236685" y="1330478"/>
                  </a:lnTo>
                  <a:lnTo>
                    <a:pt x="1236666" y="1330483"/>
                  </a:lnTo>
                  <a:lnTo>
                    <a:pt x="1236659" y="1330484"/>
                  </a:lnTo>
                  <a:lnTo>
                    <a:pt x="1236650" y="1330485"/>
                  </a:lnTo>
                  <a:lnTo>
                    <a:pt x="1236642" y="1330484"/>
                  </a:lnTo>
                  <a:lnTo>
                    <a:pt x="1236633" y="1330480"/>
                  </a:lnTo>
                  <a:lnTo>
                    <a:pt x="1236629" y="1330474"/>
                  </a:lnTo>
                  <a:lnTo>
                    <a:pt x="1236622" y="1330460"/>
                  </a:lnTo>
                  <a:lnTo>
                    <a:pt x="1236612" y="1330450"/>
                  </a:lnTo>
                  <a:lnTo>
                    <a:pt x="1236601" y="1330442"/>
                  </a:lnTo>
                  <a:lnTo>
                    <a:pt x="1236597" y="1330437"/>
                  </a:lnTo>
                  <a:lnTo>
                    <a:pt x="1236596" y="1330426"/>
                  </a:lnTo>
                  <a:lnTo>
                    <a:pt x="1236595" y="1330417"/>
                  </a:lnTo>
                  <a:lnTo>
                    <a:pt x="1236594" y="1330409"/>
                  </a:lnTo>
                  <a:lnTo>
                    <a:pt x="1236590" y="1330401"/>
                  </a:lnTo>
                  <a:lnTo>
                    <a:pt x="1236584" y="1330393"/>
                  </a:lnTo>
                  <a:lnTo>
                    <a:pt x="1236576" y="1330388"/>
                  </a:lnTo>
                  <a:lnTo>
                    <a:pt x="1236555" y="1330373"/>
                  </a:lnTo>
                  <a:lnTo>
                    <a:pt x="1236544" y="1330365"/>
                  </a:lnTo>
                  <a:lnTo>
                    <a:pt x="1236537" y="1330361"/>
                  </a:lnTo>
                  <a:lnTo>
                    <a:pt x="1236528" y="1330357"/>
                  </a:lnTo>
                  <a:lnTo>
                    <a:pt x="1236519" y="1330354"/>
                  </a:lnTo>
                  <a:lnTo>
                    <a:pt x="1236514" y="1330353"/>
                  </a:lnTo>
                  <a:lnTo>
                    <a:pt x="1236510" y="1330349"/>
                  </a:lnTo>
                  <a:lnTo>
                    <a:pt x="1236509" y="1330345"/>
                  </a:lnTo>
                  <a:lnTo>
                    <a:pt x="1236508" y="1330338"/>
                  </a:lnTo>
                  <a:lnTo>
                    <a:pt x="1236507" y="1330329"/>
                  </a:lnTo>
                  <a:lnTo>
                    <a:pt x="1236506" y="1330321"/>
                  </a:lnTo>
                  <a:lnTo>
                    <a:pt x="1236503" y="1330317"/>
                  </a:lnTo>
                  <a:lnTo>
                    <a:pt x="1236495" y="1330307"/>
                  </a:lnTo>
                  <a:lnTo>
                    <a:pt x="1236484" y="1330294"/>
                  </a:lnTo>
                  <a:lnTo>
                    <a:pt x="1236470" y="1330278"/>
                  </a:lnTo>
                  <a:lnTo>
                    <a:pt x="1236461" y="1330268"/>
                  </a:lnTo>
                  <a:lnTo>
                    <a:pt x="1236453" y="1330259"/>
                  </a:lnTo>
                  <a:lnTo>
                    <a:pt x="1236448" y="1330255"/>
                  </a:lnTo>
                  <a:lnTo>
                    <a:pt x="1236437" y="1330248"/>
                  </a:lnTo>
                  <a:lnTo>
                    <a:pt x="1236431" y="1330243"/>
                  </a:lnTo>
                  <a:lnTo>
                    <a:pt x="1236424" y="1330238"/>
                  </a:lnTo>
                  <a:lnTo>
                    <a:pt x="1236419" y="1330236"/>
                  </a:lnTo>
                  <a:lnTo>
                    <a:pt x="1236414" y="1330236"/>
                  </a:lnTo>
                  <a:lnTo>
                    <a:pt x="1236406" y="1330235"/>
                  </a:lnTo>
                  <a:lnTo>
                    <a:pt x="1236398" y="1330238"/>
                  </a:lnTo>
                  <a:lnTo>
                    <a:pt x="1236384" y="1330242"/>
                  </a:lnTo>
                  <a:lnTo>
                    <a:pt x="1236369" y="1330249"/>
                  </a:lnTo>
                  <a:lnTo>
                    <a:pt x="1236364" y="1330249"/>
                  </a:lnTo>
                  <a:lnTo>
                    <a:pt x="1236356" y="1330251"/>
                  </a:lnTo>
                  <a:lnTo>
                    <a:pt x="1236355" y="1330260"/>
                  </a:lnTo>
                  <a:lnTo>
                    <a:pt x="1236353" y="1330269"/>
                  </a:lnTo>
                  <a:lnTo>
                    <a:pt x="1236351" y="1330279"/>
                  </a:lnTo>
                  <a:lnTo>
                    <a:pt x="1236345" y="1330293"/>
                  </a:lnTo>
                  <a:lnTo>
                    <a:pt x="1236342" y="1330300"/>
                  </a:lnTo>
                  <a:lnTo>
                    <a:pt x="1236339" y="1330305"/>
                  </a:lnTo>
                  <a:lnTo>
                    <a:pt x="1236333" y="1330310"/>
                  </a:lnTo>
                  <a:lnTo>
                    <a:pt x="1236326" y="1330312"/>
                  </a:lnTo>
                  <a:lnTo>
                    <a:pt x="1236322" y="1330312"/>
                  </a:lnTo>
                  <a:lnTo>
                    <a:pt x="1236314" y="1330311"/>
                  </a:lnTo>
                  <a:lnTo>
                    <a:pt x="1236305" y="1330310"/>
                  </a:lnTo>
                  <a:lnTo>
                    <a:pt x="1236164" y="1330349"/>
                  </a:lnTo>
                  <a:lnTo>
                    <a:pt x="1236143" y="1330357"/>
                  </a:lnTo>
                  <a:lnTo>
                    <a:pt x="1236072" y="1330375"/>
                  </a:lnTo>
                  <a:lnTo>
                    <a:pt x="1236053" y="1330382"/>
                  </a:lnTo>
                  <a:lnTo>
                    <a:pt x="1235947" y="1330419"/>
                  </a:lnTo>
                  <a:lnTo>
                    <a:pt x="1235928" y="1330427"/>
                  </a:lnTo>
                  <a:lnTo>
                    <a:pt x="1235812" y="1330471"/>
                  </a:lnTo>
                  <a:lnTo>
                    <a:pt x="1235799" y="1330473"/>
                  </a:lnTo>
                  <a:lnTo>
                    <a:pt x="1235789" y="1330469"/>
                  </a:lnTo>
                  <a:lnTo>
                    <a:pt x="1235766" y="1330458"/>
                  </a:lnTo>
                  <a:lnTo>
                    <a:pt x="1235733" y="1330441"/>
                  </a:lnTo>
                  <a:lnTo>
                    <a:pt x="1235705" y="1330427"/>
                  </a:lnTo>
                  <a:lnTo>
                    <a:pt x="1235673" y="1330399"/>
                  </a:lnTo>
                  <a:lnTo>
                    <a:pt x="1235661" y="1330390"/>
                  </a:lnTo>
                  <a:lnTo>
                    <a:pt x="1235645" y="1330375"/>
                  </a:lnTo>
                  <a:lnTo>
                    <a:pt x="1235630" y="1330360"/>
                  </a:lnTo>
                  <a:lnTo>
                    <a:pt x="1235624" y="1330352"/>
                  </a:lnTo>
                  <a:lnTo>
                    <a:pt x="1235604" y="1330325"/>
                  </a:lnTo>
                  <a:lnTo>
                    <a:pt x="1235584" y="1330304"/>
                  </a:lnTo>
                  <a:lnTo>
                    <a:pt x="1235567" y="1330286"/>
                  </a:lnTo>
                  <a:lnTo>
                    <a:pt x="1235559" y="1330275"/>
                  </a:lnTo>
                  <a:lnTo>
                    <a:pt x="1235547" y="1330260"/>
                  </a:lnTo>
                  <a:lnTo>
                    <a:pt x="1235517" y="1330229"/>
                  </a:lnTo>
                  <a:lnTo>
                    <a:pt x="1235489" y="1330200"/>
                  </a:lnTo>
                  <a:lnTo>
                    <a:pt x="1235453" y="1330155"/>
                  </a:lnTo>
                  <a:lnTo>
                    <a:pt x="1235422" y="1330131"/>
                  </a:lnTo>
                  <a:lnTo>
                    <a:pt x="1235418" y="1330130"/>
                  </a:lnTo>
                  <a:lnTo>
                    <a:pt x="1235406" y="1330126"/>
                  </a:lnTo>
                  <a:lnTo>
                    <a:pt x="1235398" y="1330124"/>
                  </a:lnTo>
                  <a:lnTo>
                    <a:pt x="1235388" y="1330125"/>
                  </a:lnTo>
                  <a:lnTo>
                    <a:pt x="1235374" y="1330127"/>
                  </a:lnTo>
                  <a:lnTo>
                    <a:pt x="1235369" y="1330127"/>
                  </a:lnTo>
                  <a:lnTo>
                    <a:pt x="1235363" y="1330125"/>
                  </a:lnTo>
                  <a:lnTo>
                    <a:pt x="1235356" y="1330117"/>
                  </a:lnTo>
                  <a:lnTo>
                    <a:pt x="1235347" y="1330096"/>
                  </a:lnTo>
                  <a:lnTo>
                    <a:pt x="1235344" y="1330100"/>
                  </a:lnTo>
                  <a:lnTo>
                    <a:pt x="1235340" y="1330107"/>
                  </a:lnTo>
                  <a:lnTo>
                    <a:pt x="1235338" y="1330113"/>
                  </a:lnTo>
                  <a:lnTo>
                    <a:pt x="1235327" y="1330121"/>
                  </a:lnTo>
                  <a:lnTo>
                    <a:pt x="1235312" y="1330131"/>
                  </a:lnTo>
                  <a:lnTo>
                    <a:pt x="1235301" y="1330135"/>
                  </a:lnTo>
                  <a:lnTo>
                    <a:pt x="1235291" y="1330138"/>
                  </a:lnTo>
                  <a:lnTo>
                    <a:pt x="1235264" y="1330145"/>
                  </a:lnTo>
                  <a:lnTo>
                    <a:pt x="1235246" y="1330142"/>
                  </a:lnTo>
                  <a:lnTo>
                    <a:pt x="1235235" y="1330137"/>
                  </a:lnTo>
                  <a:lnTo>
                    <a:pt x="1235215" y="1330125"/>
                  </a:lnTo>
                  <a:lnTo>
                    <a:pt x="1235190" y="1330112"/>
                  </a:lnTo>
                  <a:lnTo>
                    <a:pt x="1235164" y="1330098"/>
                  </a:lnTo>
                  <a:lnTo>
                    <a:pt x="1235143" y="1330084"/>
                  </a:lnTo>
                  <a:lnTo>
                    <a:pt x="1235105" y="1330065"/>
                  </a:lnTo>
                  <a:lnTo>
                    <a:pt x="1235082" y="1330041"/>
                  </a:lnTo>
                  <a:lnTo>
                    <a:pt x="1235066" y="1330018"/>
                  </a:lnTo>
                  <a:lnTo>
                    <a:pt x="1235042" y="1330002"/>
                  </a:lnTo>
                  <a:lnTo>
                    <a:pt x="1235031" y="1329995"/>
                  </a:lnTo>
                  <a:lnTo>
                    <a:pt x="1235024" y="1329990"/>
                  </a:lnTo>
                  <a:lnTo>
                    <a:pt x="1235019" y="1329986"/>
                  </a:lnTo>
                  <a:lnTo>
                    <a:pt x="1235014" y="1329981"/>
                  </a:lnTo>
                  <a:lnTo>
                    <a:pt x="1235005" y="1329969"/>
                  </a:lnTo>
                  <a:lnTo>
                    <a:pt x="1235001" y="1329965"/>
                  </a:lnTo>
                  <a:lnTo>
                    <a:pt x="1234992" y="1329963"/>
                  </a:lnTo>
                  <a:lnTo>
                    <a:pt x="1234966" y="1329972"/>
                  </a:lnTo>
                  <a:lnTo>
                    <a:pt x="1234949" y="1329968"/>
                  </a:lnTo>
                  <a:lnTo>
                    <a:pt x="1234935" y="1329965"/>
                  </a:lnTo>
                  <a:lnTo>
                    <a:pt x="1234915" y="1329955"/>
                  </a:lnTo>
                  <a:lnTo>
                    <a:pt x="1234888" y="1329930"/>
                  </a:lnTo>
                  <a:lnTo>
                    <a:pt x="1234870" y="1329915"/>
                  </a:lnTo>
                  <a:lnTo>
                    <a:pt x="1234850" y="1329906"/>
                  </a:lnTo>
                  <a:lnTo>
                    <a:pt x="1234836" y="1329903"/>
                  </a:lnTo>
                  <a:lnTo>
                    <a:pt x="1234822" y="1329903"/>
                  </a:lnTo>
                  <a:lnTo>
                    <a:pt x="1234806" y="1329908"/>
                  </a:lnTo>
                  <a:lnTo>
                    <a:pt x="1234793" y="1329905"/>
                  </a:lnTo>
                  <a:lnTo>
                    <a:pt x="1234783" y="1329902"/>
                  </a:lnTo>
                  <a:lnTo>
                    <a:pt x="1234772" y="1329889"/>
                  </a:lnTo>
                  <a:lnTo>
                    <a:pt x="1234754" y="1329869"/>
                  </a:lnTo>
                  <a:lnTo>
                    <a:pt x="1234741" y="1329863"/>
                  </a:lnTo>
                  <a:lnTo>
                    <a:pt x="1234734" y="1329859"/>
                  </a:lnTo>
                  <a:lnTo>
                    <a:pt x="1234727" y="1329856"/>
                  </a:lnTo>
                  <a:lnTo>
                    <a:pt x="1234714" y="1329861"/>
                  </a:lnTo>
                  <a:lnTo>
                    <a:pt x="1234709" y="1329850"/>
                  </a:lnTo>
                  <a:lnTo>
                    <a:pt x="1234708" y="1329845"/>
                  </a:lnTo>
                  <a:lnTo>
                    <a:pt x="1234709" y="1329837"/>
                  </a:lnTo>
                  <a:lnTo>
                    <a:pt x="1234707" y="1329827"/>
                  </a:lnTo>
                  <a:lnTo>
                    <a:pt x="1234706" y="1329819"/>
                  </a:lnTo>
                  <a:lnTo>
                    <a:pt x="1234704" y="1329812"/>
                  </a:lnTo>
                  <a:lnTo>
                    <a:pt x="1234691" y="1329799"/>
                  </a:lnTo>
                  <a:lnTo>
                    <a:pt x="1234675" y="1329781"/>
                  </a:lnTo>
                  <a:lnTo>
                    <a:pt x="1234665" y="1329769"/>
                  </a:lnTo>
                  <a:lnTo>
                    <a:pt x="1234659" y="1329755"/>
                  </a:lnTo>
                  <a:lnTo>
                    <a:pt x="1234652" y="1329728"/>
                  </a:lnTo>
                  <a:lnTo>
                    <a:pt x="1234650" y="1329718"/>
                  </a:lnTo>
                  <a:lnTo>
                    <a:pt x="1234650" y="1329711"/>
                  </a:lnTo>
                  <a:lnTo>
                    <a:pt x="1234651" y="1329705"/>
                  </a:lnTo>
                  <a:lnTo>
                    <a:pt x="1234654" y="1329698"/>
                  </a:lnTo>
                  <a:lnTo>
                    <a:pt x="1234658" y="1329687"/>
                  </a:lnTo>
                  <a:lnTo>
                    <a:pt x="1234661" y="1329676"/>
                  </a:lnTo>
                  <a:lnTo>
                    <a:pt x="1234676" y="1329601"/>
                  </a:lnTo>
                  <a:lnTo>
                    <a:pt x="1234686" y="1329587"/>
                  </a:lnTo>
                  <a:lnTo>
                    <a:pt x="1234699" y="1329573"/>
                  </a:lnTo>
                  <a:lnTo>
                    <a:pt x="1234697" y="1329561"/>
                  </a:lnTo>
                  <a:lnTo>
                    <a:pt x="1234695" y="1329549"/>
                  </a:lnTo>
                  <a:lnTo>
                    <a:pt x="1234689" y="1329530"/>
                  </a:lnTo>
                  <a:lnTo>
                    <a:pt x="1234681" y="1329517"/>
                  </a:lnTo>
                  <a:lnTo>
                    <a:pt x="1234663" y="1329502"/>
                  </a:lnTo>
                  <a:lnTo>
                    <a:pt x="1234645" y="1329489"/>
                  </a:lnTo>
                  <a:lnTo>
                    <a:pt x="1234630" y="1329475"/>
                  </a:lnTo>
                  <a:lnTo>
                    <a:pt x="1234620" y="1329463"/>
                  </a:lnTo>
                  <a:lnTo>
                    <a:pt x="1234615" y="1329453"/>
                  </a:lnTo>
                  <a:lnTo>
                    <a:pt x="1234621" y="1329444"/>
                  </a:lnTo>
                  <a:lnTo>
                    <a:pt x="1234624" y="1329437"/>
                  </a:lnTo>
                  <a:lnTo>
                    <a:pt x="1234625" y="1329422"/>
                  </a:lnTo>
                  <a:lnTo>
                    <a:pt x="1234623" y="1329404"/>
                  </a:lnTo>
                  <a:lnTo>
                    <a:pt x="1234621" y="1329385"/>
                  </a:lnTo>
                  <a:lnTo>
                    <a:pt x="1234619" y="1329371"/>
                  </a:lnTo>
                  <a:lnTo>
                    <a:pt x="1234615" y="1329360"/>
                  </a:lnTo>
                  <a:lnTo>
                    <a:pt x="1234611" y="1329352"/>
                  </a:lnTo>
                  <a:lnTo>
                    <a:pt x="1234601" y="1329332"/>
                  </a:lnTo>
                  <a:lnTo>
                    <a:pt x="1234595" y="1329323"/>
                  </a:lnTo>
                  <a:lnTo>
                    <a:pt x="1234583" y="1329306"/>
                  </a:lnTo>
                  <a:lnTo>
                    <a:pt x="1234578" y="1329297"/>
                  </a:lnTo>
                  <a:lnTo>
                    <a:pt x="1234575" y="1329289"/>
                  </a:lnTo>
                  <a:lnTo>
                    <a:pt x="1234574" y="1329282"/>
                  </a:lnTo>
                  <a:lnTo>
                    <a:pt x="1234575" y="1329274"/>
                  </a:lnTo>
                  <a:lnTo>
                    <a:pt x="1234578" y="1329269"/>
                  </a:lnTo>
                  <a:lnTo>
                    <a:pt x="1234580" y="1329264"/>
                  </a:lnTo>
                  <a:lnTo>
                    <a:pt x="1234582" y="1329259"/>
                  </a:lnTo>
                  <a:lnTo>
                    <a:pt x="1234582" y="1329254"/>
                  </a:lnTo>
                  <a:lnTo>
                    <a:pt x="1234582" y="1329249"/>
                  </a:lnTo>
                  <a:lnTo>
                    <a:pt x="1234581" y="1329244"/>
                  </a:lnTo>
                  <a:lnTo>
                    <a:pt x="1234579" y="1329235"/>
                  </a:lnTo>
                  <a:lnTo>
                    <a:pt x="1234576" y="1329227"/>
                  </a:lnTo>
                  <a:lnTo>
                    <a:pt x="1234567" y="1329208"/>
                  </a:lnTo>
                  <a:lnTo>
                    <a:pt x="1234558" y="1329191"/>
                  </a:lnTo>
                  <a:lnTo>
                    <a:pt x="1234553" y="1329183"/>
                  </a:lnTo>
                  <a:lnTo>
                    <a:pt x="1234548" y="1329179"/>
                  </a:lnTo>
                  <a:lnTo>
                    <a:pt x="1234532" y="1329169"/>
                  </a:lnTo>
                  <a:lnTo>
                    <a:pt x="1234529" y="1329166"/>
                  </a:lnTo>
                  <a:lnTo>
                    <a:pt x="1234525" y="1329162"/>
                  </a:lnTo>
                  <a:lnTo>
                    <a:pt x="1234521" y="1329158"/>
                  </a:lnTo>
                  <a:lnTo>
                    <a:pt x="1234518" y="1329154"/>
                  </a:lnTo>
                  <a:lnTo>
                    <a:pt x="1234515" y="1329145"/>
                  </a:lnTo>
                  <a:lnTo>
                    <a:pt x="1234513" y="1329139"/>
                  </a:lnTo>
                  <a:lnTo>
                    <a:pt x="1234509" y="1329130"/>
                  </a:lnTo>
                  <a:lnTo>
                    <a:pt x="1234505" y="1329122"/>
                  </a:lnTo>
                  <a:lnTo>
                    <a:pt x="1234500" y="1329115"/>
                  </a:lnTo>
                  <a:lnTo>
                    <a:pt x="1234491" y="1329105"/>
                  </a:lnTo>
                  <a:lnTo>
                    <a:pt x="1234482" y="1329097"/>
                  </a:lnTo>
                  <a:lnTo>
                    <a:pt x="1234462" y="1329080"/>
                  </a:lnTo>
                  <a:lnTo>
                    <a:pt x="1234447" y="1329068"/>
                  </a:lnTo>
                  <a:lnTo>
                    <a:pt x="1234443" y="1329064"/>
                  </a:lnTo>
                  <a:lnTo>
                    <a:pt x="1234446" y="1329059"/>
                  </a:lnTo>
                  <a:lnTo>
                    <a:pt x="1234450" y="1329054"/>
                  </a:lnTo>
                  <a:lnTo>
                    <a:pt x="1234466" y="1329034"/>
                  </a:lnTo>
                  <a:lnTo>
                    <a:pt x="1234473" y="1329022"/>
                  </a:lnTo>
                  <a:lnTo>
                    <a:pt x="1234475" y="1329016"/>
                  </a:lnTo>
                  <a:lnTo>
                    <a:pt x="1234476" y="1329008"/>
                  </a:lnTo>
                  <a:lnTo>
                    <a:pt x="1234463" y="1328967"/>
                  </a:lnTo>
                  <a:lnTo>
                    <a:pt x="1234460" y="1328957"/>
                  </a:lnTo>
                  <a:lnTo>
                    <a:pt x="1234457" y="1328946"/>
                  </a:lnTo>
                  <a:lnTo>
                    <a:pt x="1234452" y="1328924"/>
                  </a:lnTo>
                  <a:lnTo>
                    <a:pt x="1234443" y="1328902"/>
                  </a:lnTo>
                  <a:lnTo>
                    <a:pt x="1234437" y="1328893"/>
                  </a:lnTo>
                  <a:lnTo>
                    <a:pt x="1234434" y="1328884"/>
                  </a:lnTo>
                  <a:lnTo>
                    <a:pt x="1234432" y="1328840"/>
                  </a:lnTo>
                  <a:lnTo>
                    <a:pt x="1234434" y="1328834"/>
                  </a:lnTo>
                  <a:lnTo>
                    <a:pt x="1234453" y="1328765"/>
                  </a:lnTo>
                  <a:lnTo>
                    <a:pt x="1234449" y="1328752"/>
                  </a:lnTo>
                  <a:lnTo>
                    <a:pt x="1234453" y="1328741"/>
                  </a:lnTo>
                  <a:lnTo>
                    <a:pt x="1234457" y="1328727"/>
                  </a:lnTo>
                  <a:lnTo>
                    <a:pt x="1234464" y="1328704"/>
                  </a:lnTo>
                  <a:lnTo>
                    <a:pt x="1234470" y="1328666"/>
                  </a:lnTo>
                  <a:lnTo>
                    <a:pt x="1234471" y="1328659"/>
                  </a:lnTo>
                  <a:lnTo>
                    <a:pt x="1234471" y="1328642"/>
                  </a:lnTo>
                  <a:lnTo>
                    <a:pt x="1234471" y="1328636"/>
                  </a:lnTo>
                  <a:lnTo>
                    <a:pt x="1234482" y="1328626"/>
                  </a:lnTo>
                  <a:lnTo>
                    <a:pt x="1234487" y="1328621"/>
                  </a:lnTo>
                  <a:lnTo>
                    <a:pt x="1234493" y="1328608"/>
                  </a:lnTo>
                  <a:lnTo>
                    <a:pt x="1234495" y="1328603"/>
                  </a:lnTo>
                  <a:lnTo>
                    <a:pt x="1234501" y="1328587"/>
                  </a:lnTo>
                  <a:lnTo>
                    <a:pt x="1234502" y="1328578"/>
                  </a:lnTo>
                  <a:lnTo>
                    <a:pt x="1234500" y="1328567"/>
                  </a:lnTo>
                  <a:lnTo>
                    <a:pt x="1234490" y="1328562"/>
                  </a:lnTo>
                  <a:lnTo>
                    <a:pt x="1234478" y="1328556"/>
                  </a:lnTo>
                  <a:lnTo>
                    <a:pt x="1234473" y="1328554"/>
                  </a:lnTo>
                  <a:lnTo>
                    <a:pt x="1234467" y="1328556"/>
                  </a:lnTo>
                  <a:lnTo>
                    <a:pt x="1234457" y="1328559"/>
                  </a:lnTo>
                  <a:lnTo>
                    <a:pt x="1234451" y="1328562"/>
                  </a:lnTo>
                  <a:lnTo>
                    <a:pt x="1234446" y="1328559"/>
                  </a:lnTo>
                  <a:lnTo>
                    <a:pt x="1234443" y="1328556"/>
                  </a:lnTo>
                  <a:lnTo>
                    <a:pt x="1234434" y="1328546"/>
                  </a:lnTo>
                  <a:lnTo>
                    <a:pt x="1234424" y="1328535"/>
                  </a:lnTo>
                  <a:lnTo>
                    <a:pt x="1234415" y="1328525"/>
                  </a:lnTo>
                  <a:lnTo>
                    <a:pt x="1234413" y="1328521"/>
                  </a:lnTo>
                  <a:lnTo>
                    <a:pt x="1234409" y="1328516"/>
                  </a:lnTo>
                  <a:lnTo>
                    <a:pt x="1234404" y="1328519"/>
                  </a:lnTo>
                  <a:lnTo>
                    <a:pt x="1234380" y="1328534"/>
                  </a:lnTo>
                  <a:lnTo>
                    <a:pt x="1234376" y="1328536"/>
                  </a:lnTo>
                  <a:lnTo>
                    <a:pt x="1234370" y="1328535"/>
                  </a:lnTo>
                  <a:lnTo>
                    <a:pt x="1234356" y="1328533"/>
                  </a:lnTo>
                  <a:lnTo>
                    <a:pt x="1234348" y="1328528"/>
                  </a:lnTo>
                  <a:lnTo>
                    <a:pt x="1234345" y="1328524"/>
                  </a:lnTo>
                  <a:lnTo>
                    <a:pt x="1234339" y="1328514"/>
                  </a:lnTo>
                  <a:lnTo>
                    <a:pt x="1234330" y="1328510"/>
                  </a:lnTo>
                  <a:lnTo>
                    <a:pt x="1234319" y="1328507"/>
                  </a:lnTo>
                  <a:lnTo>
                    <a:pt x="1234304" y="1328501"/>
                  </a:lnTo>
                  <a:lnTo>
                    <a:pt x="1234284" y="1328491"/>
                  </a:lnTo>
                  <a:lnTo>
                    <a:pt x="1234280" y="1328487"/>
                  </a:lnTo>
                  <a:lnTo>
                    <a:pt x="1234274" y="1328483"/>
                  </a:lnTo>
                  <a:lnTo>
                    <a:pt x="1234273" y="1328470"/>
                  </a:lnTo>
                  <a:lnTo>
                    <a:pt x="1234270" y="1328426"/>
                  </a:lnTo>
                  <a:lnTo>
                    <a:pt x="1234270" y="1328414"/>
                  </a:lnTo>
                  <a:lnTo>
                    <a:pt x="1234267" y="1328402"/>
                  </a:lnTo>
                  <a:lnTo>
                    <a:pt x="1234263" y="1328376"/>
                  </a:lnTo>
                  <a:lnTo>
                    <a:pt x="1234261" y="1328368"/>
                  </a:lnTo>
                  <a:lnTo>
                    <a:pt x="1234260" y="1328355"/>
                  </a:lnTo>
                  <a:lnTo>
                    <a:pt x="1234257" y="1328343"/>
                  </a:lnTo>
                  <a:lnTo>
                    <a:pt x="1234218" y="1328280"/>
                  </a:lnTo>
                  <a:lnTo>
                    <a:pt x="1234212" y="1328270"/>
                  </a:lnTo>
                  <a:lnTo>
                    <a:pt x="1234206" y="1328259"/>
                  </a:lnTo>
                  <a:lnTo>
                    <a:pt x="1234196" y="1328240"/>
                  </a:lnTo>
                  <a:lnTo>
                    <a:pt x="1234164" y="1328167"/>
                  </a:lnTo>
                  <a:lnTo>
                    <a:pt x="1234159" y="1328157"/>
                  </a:lnTo>
                  <a:lnTo>
                    <a:pt x="1234154" y="1328147"/>
                  </a:lnTo>
                  <a:lnTo>
                    <a:pt x="1234136" y="1328105"/>
                  </a:lnTo>
                  <a:lnTo>
                    <a:pt x="1234125" y="1328099"/>
                  </a:lnTo>
                  <a:lnTo>
                    <a:pt x="1234105" y="1328085"/>
                  </a:lnTo>
                  <a:lnTo>
                    <a:pt x="1234071" y="1328054"/>
                  </a:lnTo>
                  <a:lnTo>
                    <a:pt x="1234051" y="1328037"/>
                  </a:lnTo>
                  <a:lnTo>
                    <a:pt x="1234043" y="1328029"/>
                  </a:lnTo>
                  <a:lnTo>
                    <a:pt x="1234037" y="1328019"/>
                  </a:lnTo>
                  <a:lnTo>
                    <a:pt x="1234020" y="1327986"/>
                  </a:lnTo>
                  <a:lnTo>
                    <a:pt x="1233995" y="1327939"/>
                  </a:lnTo>
                  <a:lnTo>
                    <a:pt x="1233989" y="1327928"/>
                  </a:lnTo>
                  <a:lnTo>
                    <a:pt x="1233979" y="1327935"/>
                  </a:lnTo>
                  <a:lnTo>
                    <a:pt x="1233975" y="1327938"/>
                  </a:lnTo>
                  <a:lnTo>
                    <a:pt x="1233969" y="1327942"/>
                  </a:lnTo>
                  <a:lnTo>
                    <a:pt x="1233958" y="1327947"/>
                  </a:lnTo>
                  <a:lnTo>
                    <a:pt x="1233949" y="1327949"/>
                  </a:lnTo>
                  <a:lnTo>
                    <a:pt x="1233933" y="1327946"/>
                  </a:lnTo>
                  <a:lnTo>
                    <a:pt x="1233927" y="1327942"/>
                  </a:lnTo>
                  <a:lnTo>
                    <a:pt x="1233917" y="1327935"/>
                  </a:lnTo>
                  <a:lnTo>
                    <a:pt x="1233855" y="1327872"/>
                  </a:lnTo>
                  <a:lnTo>
                    <a:pt x="1233845" y="1327867"/>
                  </a:lnTo>
                  <a:lnTo>
                    <a:pt x="1233840" y="1327865"/>
                  </a:lnTo>
                  <a:lnTo>
                    <a:pt x="1233822" y="1327849"/>
                  </a:lnTo>
                  <a:lnTo>
                    <a:pt x="1233804" y="1327831"/>
                  </a:lnTo>
                  <a:lnTo>
                    <a:pt x="1233783" y="1327804"/>
                  </a:lnTo>
                  <a:lnTo>
                    <a:pt x="1233746" y="1327757"/>
                  </a:lnTo>
                  <a:lnTo>
                    <a:pt x="1233726" y="1327731"/>
                  </a:lnTo>
                  <a:lnTo>
                    <a:pt x="1233719" y="1327721"/>
                  </a:lnTo>
                  <a:lnTo>
                    <a:pt x="1233718" y="1327709"/>
                  </a:lnTo>
                  <a:lnTo>
                    <a:pt x="1233716" y="1327665"/>
                  </a:lnTo>
                  <a:lnTo>
                    <a:pt x="1233710" y="1327576"/>
                  </a:lnTo>
                  <a:lnTo>
                    <a:pt x="1233627" y="1327526"/>
                  </a:lnTo>
                  <a:lnTo>
                    <a:pt x="1233577" y="1327494"/>
                  </a:lnTo>
                  <a:lnTo>
                    <a:pt x="1233567" y="1327488"/>
                  </a:lnTo>
                  <a:lnTo>
                    <a:pt x="1233563" y="1327476"/>
                  </a:lnTo>
                  <a:lnTo>
                    <a:pt x="1233535" y="1327383"/>
                  </a:lnTo>
                  <a:lnTo>
                    <a:pt x="1233532" y="1327372"/>
                  </a:lnTo>
                  <a:lnTo>
                    <a:pt x="1233525" y="1327360"/>
                  </a:lnTo>
                  <a:lnTo>
                    <a:pt x="1233513" y="1327344"/>
                  </a:lnTo>
                  <a:lnTo>
                    <a:pt x="1233506" y="1327337"/>
                  </a:lnTo>
                  <a:lnTo>
                    <a:pt x="1233500" y="1327333"/>
                  </a:lnTo>
                  <a:lnTo>
                    <a:pt x="1233491" y="1327325"/>
                  </a:lnTo>
                  <a:lnTo>
                    <a:pt x="1233488" y="1327321"/>
                  </a:lnTo>
                  <a:lnTo>
                    <a:pt x="1233485" y="1327304"/>
                  </a:lnTo>
                  <a:lnTo>
                    <a:pt x="1233480" y="1327287"/>
                  </a:lnTo>
                  <a:lnTo>
                    <a:pt x="1233477" y="1327282"/>
                  </a:lnTo>
                  <a:lnTo>
                    <a:pt x="1233475" y="1327272"/>
                  </a:lnTo>
                  <a:lnTo>
                    <a:pt x="1233472" y="1327261"/>
                  </a:lnTo>
                  <a:lnTo>
                    <a:pt x="1233469" y="1327249"/>
                  </a:lnTo>
                  <a:lnTo>
                    <a:pt x="1233466" y="1327238"/>
                  </a:lnTo>
                  <a:lnTo>
                    <a:pt x="1233455" y="1327231"/>
                  </a:lnTo>
                  <a:lnTo>
                    <a:pt x="1233438" y="1327215"/>
                  </a:lnTo>
                  <a:lnTo>
                    <a:pt x="1233429" y="1327202"/>
                  </a:lnTo>
                  <a:lnTo>
                    <a:pt x="1233426" y="1327192"/>
                  </a:lnTo>
                  <a:lnTo>
                    <a:pt x="1233426" y="1327183"/>
                  </a:lnTo>
                  <a:lnTo>
                    <a:pt x="1233427" y="1327170"/>
                  </a:lnTo>
                  <a:lnTo>
                    <a:pt x="1233425" y="1327163"/>
                  </a:lnTo>
                  <a:lnTo>
                    <a:pt x="1233422" y="1327154"/>
                  </a:lnTo>
                  <a:lnTo>
                    <a:pt x="1233412" y="1327143"/>
                  </a:lnTo>
                  <a:lnTo>
                    <a:pt x="1233398" y="1327133"/>
                  </a:lnTo>
                  <a:lnTo>
                    <a:pt x="1233375" y="1327119"/>
                  </a:lnTo>
                  <a:lnTo>
                    <a:pt x="1233342" y="1327087"/>
                  </a:lnTo>
                  <a:lnTo>
                    <a:pt x="1233327" y="1327066"/>
                  </a:lnTo>
                  <a:lnTo>
                    <a:pt x="1233323" y="1327053"/>
                  </a:lnTo>
                  <a:lnTo>
                    <a:pt x="1233322" y="1327048"/>
                  </a:lnTo>
                  <a:lnTo>
                    <a:pt x="1233320" y="1327036"/>
                  </a:lnTo>
                  <a:lnTo>
                    <a:pt x="1233317" y="1327024"/>
                  </a:lnTo>
                  <a:lnTo>
                    <a:pt x="1233316" y="1327016"/>
                  </a:lnTo>
                  <a:lnTo>
                    <a:pt x="1233329" y="1327002"/>
                  </a:lnTo>
                  <a:lnTo>
                    <a:pt x="1233322" y="1326995"/>
                  </a:lnTo>
                  <a:lnTo>
                    <a:pt x="1233311" y="1326978"/>
                  </a:lnTo>
                  <a:lnTo>
                    <a:pt x="1233298" y="1326963"/>
                  </a:lnTo>
                  <a:lnTo>
                    <a:pt x="1233285" y="1326952"/>
                  </a:lnTo>
                  <a:lnTo>
                    <a:pt x="1233260" y="1326937"/>
                  </a:lnTo>
                  <a:lnTo>
                    <a:pt x="1233249" y="1326928"/>
                  </a:lnTo>
                  <a:lnTo>
                    <a:pt x="1233242" y="1326918"/>
                  </a:lnTo>
                  <a:lnTo>
                    <a:pt x="1233229" y="1326910"/>
                  </a:lnTo>
                  <a:lnTo>
                    <a:pt x="1233217" y="1326895"/>
                  </a:lnTo>
                  <a:lnTo>
                    <a:pt x="1233205" y="1326872"/>
                  </a:lnTo>
                  <a:lnTo>
                    <a:pt x="1233194" y="1326851"/>
                  </a:lnTo>
                  <a:lnTo>
                    <a:pt x="1233185" y="1326839"/>
                  </a:lnTo>
                  <a:lnTo>
                    <a:pt x="1233161" y="1326812"/>
                  </a:lnTo>
                  <a:lnTo>
                    <a:pt x="1233157" y="1326807"/>
                  </a:lnTo>
                  <a:lnTo>
                    <a:pt x="1233149" y="1326798"/>
                  </a:lnTo>
                  <a:lnTo>
                    <a:pt x="1233138" y="1326794"/>
                  </a:lnTo>
                  <a:lnTo>
                    <a:pt x="1233123" y="1326788"/>
                  </a:lnTo>
                  <a:lnTo>
                    <a:pt x="1233109" y="1326779"/>
                  </a:lnTo>
                  <a:lnTo>
                    <a:pt x="1233100" y="1326763"/>
                  </a:lnTo>
                  <a:lnTo>
                    <a:pt x="1233092" y="1326749"/>
                  </a:lnTo>
                  <a:lnTo>
                    <a:pt x="1233086" y="1326739"/>
                  </a:lnTo>
                  <a:lnTo>
                    <a:pt x="1233077" y="1326747"/>
                  </a:lnTo>
                  <a:lnTo>
                    <a:pt x="1233073" y="1326749"/>
                  </a:lnTo>
                  <a:lnTo>
                    <a:pt x="1233067" y="1326750"/>
                  </a:lnTo>
                  <a:lnTo>
                    <a:pt x="1233063" y="1326750"/>
                  </a:lnTo>
                  <a:lnTo>
                    <a:pt x="1233057" y="1326750"/>
                  </a:lnTo>
                  <a:lnTo>
                    <a:pt x="1233053" y="1326749"/>
                  </a:lnTo>
                  <a:lnTo>
                    <a:pt x="1233047" y="1326747"/>
                  </a:lnTo>
                  <a:lnTo>
                    <a:pt x="1233043" y="1326743"/>
                  </a:lnTo>
                  <a:lnTo>
                    <a:pt x="1233032" y="1326731"/>
                  </a:lnTo>
                  <a:lnTo>
                    <a:pt x="1233010" y="1326703"/>
                  </a:lnTo>
                  <a:lnTo>
                    <a:pt x="1232996" y="1326684"/>
                  </a:lnTo>
                  <a:lnTo>
                    <a:pt x="1232979" y="1326661"/>
                  </a:lnTo>
                  <a:lnTo>
                    <a:pt x="1232966" y="1326645"/>
                  </a:lnTo>
                  <a:lnTo>
                    <a:pt x="1232957" y="1326637"/>
                  </a:lnTo>
                  <a:lnTo>
                    <a:pt x="1232940" y="1326625"/>
                  </a:lnTo>
                  <a:lnTo>
                    <a:pt x="1232902" y="1326596"/>
                  </a:lnTo>
                  <a:lnTo>
                    <a:pt x="1232889" y="1326587"/>
                  </a:lnTo>
                  <a:lnTo>
                    <a:pt x="1232880" y="1326579"/>
                  </a:lnTo>
                  <a:lnTo>
                    <a:pt x="1232871" y="1326572"/>
                  </a:lnTo>
                  <a:lnTo>
                    <a:pt x="1232867" y="1326562"/>
                  </a:lnTo>
                  <a:lnTo>
                    <a:pt x="1232862" y="1326553"/>
                  </a:lnTo>
                  <a:lnTo>
                    <a:pt x="1232857" y="1326541"/>
                  </a:lnTo>
                  <a:lnTo>
                    <a:pt x="1232820" y="1326459"/>
                  </a:lnTo>
                  <a:lnTo>
                    <a:pt x="1232815" y="1326443"/>
                  </a:lnTo>
                  <a:lnTo>
                    <a:pt x="1232811" y="1326432"/>
                  </a:lnTo>
                  <a:lnTo>
                    <a:pt x="1232808" y="1326421"/>
                  </a:lnTo>
                  <a:lnTo>
                    <a:pt x="1232803" y="1326410"/>
                  </a:lnTo>
                  <a:lnTo>
                    <a:pt x="1232799" y="1326402"/>
                  </a:lnTo>
                  <a:lnTo>
                    <a:pt x="1232795" y="1326396"/>
                  </a:lnTo>
                  <a:lnTo>
                    <a:pt x="1232792" y="1326391"/>
                  </a:lnTo>
                  <a:lnTo>
                    <a:pt x="1232786" y="1326382"/>
                  </a:lnTo>
                  <a:lnTo>
                    <a:pt x="1232777" y="1326372"/>
                  </a:lnTo>
                  <a:lnTo>
                    <a:pt x="1232772" y="1326366"/>
                  </a:lnTo>
                  <a:lnTo>
                    <a:pt x="1232769" y="1326360"/>
                  </a:lnTo>
                  <a:lnTo>
                    <a:pt x="1232768" y="1326346"/>
                  </a:lnTo>
                  <a:lnTo>
                    <a:pt x="1232769" y="1326334"/>
                  </a:lnTo>
                  <a:lnTo>
                    <a:pt x="1232771" y="1326319"/>
                  </a:lnTo>
                  <a:lnTo>
                    <a:pt x="1232772" y="1326306"/>
                  </a:lnTo>
                  <a:lnTo>
                    <a:pt x="1232772" y="1326300"/>
                  </a:lnTo>
                  <a:lnTo>
                    <a:pt x="1232771" y="1326295"/>
                  </a:lnTo>
                  <a:lnTo>
                    <a:pt x="1232767" y="1326285"/>
                  </a:lnTo>
                  <a:lnTo>
                    <a:pt x="1232761" y="1326274"/>
                  </a:lnTo>
                  <a:lnTo>
                    <a:pt x="1232753" y="1326260"/>
                  </a:lnTo>
                  <a:lnTo>
                    <a:pt x="1232736" y="1326235"/>
                  </a:lnTo>
                  <a:lnTo>
                    <a:pt x="1232730" y="1326225"/>
                  </a:lnTo>
                  <a:lnTo>
                    <a:pt x="1232723" y="1326216"/>
                  </a:lnTo>
                  <a:lnTo>
                    <a:pt x="1232713" y="1326199"/>
                  </a:lnTo>
                  <a:lnTo>
                    <a:pt x="1232706" y="1326189"/>
                  </a:lnTo>
                  <a:lnTo>
                    <a:pt x="1232694" y="1326186"/>
                  </a:lnTo>
                  <a:lnTo>
                    <a:pt x="1232682" y="1326183"/>
                  </a:lnTo>
                  <a:lnTo>
                    <a:pt x="1232712" y="1326150"/>
                  </a:lnTo>
                  <a:lnTo>
                    <a:pt x="1232710" y="1326136"/>
                  </a:lnTo>
                  <a:lnTo>
                    <a:pt x="1232708" y="1326126"/>
                  </a:lnTo>
                  <a:lnTo>
                    <a:pt x="1232703" y="1326107"/>
                  </a:lnTo>
                  <a:lnTo>
                    <a:pt x="1232701" y="1326089"/>
                  </a:lnTo>
                  <a:lnTo>
                    <a:pt x="1232699" y="1326069"/>
                  </a:lnTo>
                  <a:lnTo>
                    <a:pt x="1232698" y="1326056"/>
                  </a:lnTo>
                  <a:lnTo>
                    <a:pt x="1232697" y="1326046"/>
                  </a:lnTo>
                  <a:lnTo>
                    <a:pt x="1232698" y="1326041"/>
                  </a:lnTo>
                  <a:lnTo>
                    <a:pt x="1232703" y="1326029"/>
                  </a:lnTo>
                  <a:lnTo>
                    <a:pt x="1232723" y="1326009"/>
                  </a:lnTo>
                  <a:lnTo>
                    <a:pt x="1232727" y="1326005"/>
                  </a:lnTo>
                  <a:lnTo>
                    <a:pt x="1232731" y="1326001"/>
                  </a:lnTo>
                  <a:lnTo>
                    <a:pt x="1232726" y="1325988"/>
                  </a:lnTo>
                  <a:lnTo>
                    <a:pt x="1232721" y="1325976"/>
                  </a:lnTo>
                  <a:lnTo>
                    <a:pt x="1232717" y="1325966"/>
                  </a:lnTo>
                  <a:lnTo>
                    <a:pt x="1232711" y="1325954"/>
                  </a:lnTo>
                  <a:lnTo>
                    <a:pt x="1232703" y="1325934"/>
                  </a:lnTo>
                  <a:lnTo>
                    <a:pt x="1232700" y="1325928"/>
                  </a:lnTo>
                  <a:lnTo>
                    <a:pt x="1232693" y="1325916"/>
                  </a:lnTo>
                  <a:lnTo>
                    <a:pt x="1232687" y="1325905"/>
                  </a:lnTo>
                  <a:lnTo>
                    <a:pt x="1232683" y="1325892"/>
                  </a:lnTo>
                  <a:lnTo>
                    <a:pt x="1232677" y="1325876"/>
                  </a:lnTo>
                  <a:lnTo>
                    <a:pt x="1232674" y="1325869"/>
                  </a:lnTo>
                  <a:lnTo>
                    <a:pt x="1232672" y="1325864"/>
                  </a:lnTo>
                  <a:lnTo>
                    <a:pt x="1232668" y="1325853"/>
                  </a:lnTo>
                  <a:lnTo>
                    <a:pt x="1232661" y="1325842"/>
                  </a:lnTo>
                  <a:lnTo>
                    <a:pt x="1232649" y="1325826"/>
                  </a:lnTo>
                  <a:lnTo>
                    <a:pt x="1232628" y="1325797"/>
                  </a:lnTo>
                  <a:lnTo>
                    <a:pt x="1232621" y="1325787"/>
                  </a:lnTo>
                  <a:lnTo>
                    <a:pt x="1232609" y="1325786"/>
                  </a:lnTo>
                  <a:lnTo>
                    <a:pt x="1232584" y="1325772"/>
                  </a:lnTo>
                  <a:lnTo>
                    <a:pt x="1232577" y="1325764"/>
                  </a:lnTo>
                  <a:lnTo>
                    <a:pt x="1232511" y="1325698"/>
                  </a:lnTo>
                  <a:lnTo>
                    <a:pt x="1232504" y="1325691"/>
                  </a:lnTo>
                  <a:lnTo>
                    <a:pt x="1232496" y="1325683"/>
                  </a:lnTo>
                  <a:lnTo>
                    <a:pt x="1232499" y="1325671"/>
                  </a:lnTo>
                  <a:lnTo>
                    <a:pt x="1232510" y="1325631"/>
                  </a:lnTo>
                  <a:lnTo>
                    <a:pt x="1232514" y="1325620"/>
                  </a:lnTo>
                  <a:lnTo>
                    <a:pt x="1232503" y="1325613"/>
                  </a:lnTo>
                  <a:lnTo>
                    <a:pt x="1232466" y="1325593"/>
                  </a:lnTo>
                  <a:lnTo>
                    <a:pt x="1232425" y="1325567"/>
                  </a:lnTo>
                  <a:lnTo>
                    <a:pt x="1232405" y="1325566"/>
                  </a:lnTo>
                  <a:lnTo>
                    <a:pt x="1232393" y="1325565"/>
                  </a:lnTo>
                  <a:lnTo>
                    <a:pt x="1232334" y="1325567"/>
                  </a:lnTo>
                  <a:lnTo>
                    <a:pt x="1232266" y="1325569"/>
                  </a:lnTo>
                  <a:lnTo>
                    <a:pt x="1232254" y="1325569"/>
                  </a:lnTo>
                  <a:lnTo>
                    <a:pt x="1232253" y="1325556"/>
                  </a:lnTo>
                  <a:lnTo>
                    <a:pt x="1232251" y="1325519"/>
                  </a:lnTo>
                  <a:lnTo>
                    <a:pt x="1232248" y="1325505"/>
                  </a:lnTo>
                  <a:lnTo>
                    <a:pt x="1232244" y="1325494"/>
                  </a:lnTo>
                  <a:lnTo>
                    <a:pt x="1232238" y="1325476"/>
                  </a:lnTo>
                  <a:lnTo>
                    <a:pt x="1232227" y="1325474"/>
                  </a:lnTo>
                  <a:lnTo>
                    <a:pt x="1232218" y="1325472"/>
                  </a:lnTo>
                  <a:lnTo>
                    <a:pt x="1232211" y="1325475"/>
                  </a:lnTo>
                  <a:lnTo>
                    <a:pt x="1232202" y="1325482"/>
                  </a:lnTo>
                  <a:lnTo>
                    <a:pt x="1232194" y="1325483"/>
                  </a:lnTo>
                  <a:lnTo>
                    <a:pt x="1232182" y="1325482"/>
                  </a:lnTo>
                  <a:lnTo>
                    <a:pt x="1232156" y="1325482"/>
                  </a:lnTo>
                  <a:lnTo>
                    <a:pt x="1232130" y="1325482"/>
                  </a:lnTo>
                  <a:lnTo>
                    <a:pt x="1232106" y="1325483"/>
                  </a:lnTo>
                  <a:lnTo>
                    <a:pt x="1232091" y="1325480"/>
                  </a:lnTo>
                  <a:lnTo>
                    <a:pt x="1232085" y="1325477"/>
                  </a:lnTo>
                  <a:lnTo>
                    <a:pt x="1232075" y="1325471"/>
                  </a:lnTo>
                  <a:lnTo>
                    <a:pt x="1232068" y="1325479"/>
                  </a:lnTo>
                  <a:lnTo>
                    <a:pt x="1232053" y="1325506"/>
                  </a:lnTo>
                  <a:lnTo>
                    <a:pt x="1232046" y="1325503"/>
                  </a:lnTo>
                  <a:lnTo>
                    <a:pt x="1232034" y="1325516"/>
                  </a:lnTo>
                  <a:lnTo>
                    <a:pt x="1232020" y="1325526"/>
                  </a:lnTo>
                  <a:lnTo>
                    <a:pt x="1232015" y="1325543"/>
                  </a:lnTo>
                  <a:lnTo>
                    <a:pt x="1232011" y="1325554"/>
                  </a:lnTo>
                  <a:lnTo>
                    <a:pt x="1232007" y="1325566"/>
                  </a:lnTo>
                  <a:lnTo>
                    <a:pt x="1231990" y="1325605"/>
                  </a:lnTo>
                  <a:lnTo>
                    <a:pt x="1231991" y="1325622"/>
                  </a:lnTo>
                  <a:lnTo>
                    <a:pt x="1231978" y="1325657"/>
                  </a:lnTo>
                  <a:lnTo>
                    <a:pt x="1231963" y="1325698"/>
                  </a:lnTo>
                  <a:lnTo>
                    <a:pt x="1231960" y="1325711"/>
                  </a:lnTo>
                  <a:lnTo>
                    <a:pt x="1231954" y="1325717"/>
                  </a:lnTo>
                  <a:lnTo>
                    <a:pt x="1231934" y="1325744"/>
                  </a:lnTo>
                  <a:lnTo>
                    <a:pt x="1231926" y="1325755"/>
                  </a:lnTo>
                  <a:lnTo>
                    <a:pt x="1231928" y="1325768"/>
                  </a:lnTo>
                  <a:lnTo>
                    <a:pt x="1231930" y="1325785"/>
                  </a:lnTo>
                  <a:lnTo>
                    <a:pt x="1231934" y="1325792"/>
                  </a:lnTo>
                  <a:lnTo>
                    <a:pt x="1231940" y="1325801"/>
                  </a:lnTo>
                  <a:lnTo>
                    <a:pt x="1231946" y="1325808"/>
                  </a:lnTo>
                  <a:lnTo>
                    <a:pt x="1231969" y="1325839"/>
                  </a:lnTo>
                  <a:lnTo>
                    <a:pt x="1231975" y="1325848"/>
                  </a:lnTo>
                  <a:lnTo>
                    <a:pt x="1232007" y="1325875"/>
                  </a:lnTo>
                  <a:lnTo>
                    <a:pt x="1232012" y="1325882"/>
                  </a:lnTo>
                  <a:lnTo>
                    <a:pt x="1232015" y="1325887"/>
                  </a:lnTo>
                  <a:lnTo>
                    <a:pt x="1232020" y="1325898"/>
                  </a:lnTo>
                  <a:lnTo>
                    <a:pt x="1232023" y="1325909"/>
                  </a:lnTo>
                  <a:lnTo>
                    <a:pt x="1232026" y="1325923"/>
                  </a:lnTo>
                  <a:lnTo>
                    <a:pt x="1232029" y="1325932"/>
                  </a:lnTo>
                  <a:lnTo>
                    <a:pt x="1232040" y="1325943"/>
                  </a:lnTo>
                  <a:lnTo>
                    <a:pt x="1232051" y="1325952"/>
                  </a:lnTo>
                  <a:lnTo>
                    <a:pt x="1232046" y="1325962"/>
                  </a:lnTo>
                  <a:lnTo>
                    <a:pt x="1232027" y="1326000"/>
                  </a:lnTo>
                  <a:lnTo>
                    <a:pt x="1232021" y="1326013"/>
                  </a:lnTo>
                  <a:lnTo>
                    <a:pt x="1232014" y="1326023"/>
                  </a:lnTo>
                  <a:lnTo>
                    <a:pt x="1232006" y="1326030"/>
                  </a:lnTo>
                  <a:lnTo>
                    <a:pt x="1231973" y="1326041"/>
                  </a:lnTo>
                  <a:lnTo>
                    <a:pt x="1231958" y="1326049"/>
                  </a:lnTo>
                  <a:lnTo>
                    <a:pt x="1231939" y="1326061"/>
                  </a:lnTo>
                  <a:lnTo>
                    <a:pt x="1231923" y="1326075"/>
                  </a:lnTo>
                  <a:lnTo>
                    <a:pt x="1231917" y="1326080"/>
                  </a:lnTo>
                  <a:lnTo>
                    <a:pt x="1231909" y="1326087"/>
                  </a:lnTo>
                  <a:lnTo>
                    <a:pt x="1231866" y="1326121"/>
                  </a:lnTo>
                  <a:lnTo>
                    <a:pt x="1231836" y="1326143"/>
                  </a:lnTo>
                  <a:lnTo>
                    <a:pt x="1231826" y="1326151"/>
                  </a:lnTo>
                  <a:lnTo>
                    <a:pt x="1231821" y="1326155"/>
                  </a:lnTo>
                  <a:lnTo>
                    <a:pt x="1231816" y="1326158"/>
                  </a:lnTo>
                  <a:lnTo>
                    <a:pt x="1231805" y="1326164"/>
                  </a:lnTo>
                  <a:lnTo>
                    <a:pt x="1231798" y="1326168"/>
                  </a:lnTo>
                  <a:lnTo>
                    <a:pt x="1231786" y="1326176"/>
                  </a:lnTo>
                  <a:lnTo>
                    <a:pt x="1231778" y="1326185"/>
                  </a:lnTo>
                  <a:lnTo>
                    <a:pt x="1231776" y="1326189"/>
                  </a:lnTo>
                  <a:lnTo>
                    <a:pt x="1231774" y="1326194"/>
                  </a:lnTo>
                  <a:lnTo>
                    <a:pt x="1231770" y="1326205"/>
                  </a:lnTo>
                  <a:lnTo>
                    <a:pt x="1231765" y="1326217"/>
                  </a:lnTo>
                  <a:lnTo>
                    <a:pt x="1231763" y="1326225"/>
                  </a:lnTo>
                  <a:lnTo>
                    <a:pt x="1231754" y="1326239"/>
                  </a:lnTo>
                  <a:lnTo>
                    <a:pt x="1231751" y="1326242"/>
                  </a:lnTo>
                  <a:lnTo>
                    <a:pt x="1231742" y="1326251"/>
                  </a:lnTo>
                  <a:lnTo>
                    <a:pt x="1231729" y="1326257"/>
                  </a:lnTo>
                  <a:lnTo>
                    <a:pt x="1231723" y="1326258"/>
                  </a:lnTo>
                  <a:lnTo>
                    <a:pt x="1231711" y="1326260"/>
                  </a:lnTo>
                  <a:lnTo>
                    <a:pt x="1231701" y="1326261"/>
                  </a:lnTo>
                  <a:lnTo>
                    <a:pt x="1231686" y="1326262"/>
                  </a:lnTo>
                  <a:lnTo>
                    <a:pt x="1231664" y="1326261"/>
                  </a:lnTo>
                  <a:lnTo>
                    <a:pt x="1231642" y="1326259"/>
                  </a:lnTo>
                  <a:lnTo>
                    <a:pt x="1231620" y="1326254"/>
                  </a:lnTo>
                  <a:lnTo>
                    <a:pt x="1231602" y="1326250"/>
                  </a:lnTo>
                  <a:lnTo>
                    <a:pt x="1231582" y="1326246"/>
                  </a:lnTo>
                  <a:lnTo>
                    <a:pt x="1231554" y="1326241"/>
                  </a:lnTo>
                  <a:lnTo>
                    <a:pt x="1231542" y="1326235"/>
                  </a:lnTo>
                  <a:lnTo>
                    <a:pt x="1231528" y="1326225"/>
                  </a:lnTo>
                  <a:lnTo>
                    <a:pt x="1231517" y="1326217"/>
                  </a:lnTo>
                  <a:lnTo>
                    <a:pt x="1231493" y="1326204"/>
                  </a:lnTo>
                  <a:lnTo>
                    <a:pt x="1231488" y="1326202"/>
                  </a:lnTo>
                  <a:lnTo>
                    <a:pt x="1231478" y="1326198"/>
                  </a:lnTo>
                  <a:lnTo>
                    <a:pt x="1231465" y="1326195"/>
                  </a:lnTo>
                  <a:lnTo>
                    <a:pt x="1231458" y="1326193"/>
                  </a:lnTo>
                  <a:lnTo>
                    <a:pt x="1231438" y="1326186"/>
                  </a:lnTo>
                  <a:lnTo>
                    <a:pt x="1231421" y="1326179"/>
                  </a:lnTo>
                  <a:lnTo>
                    <a:pt x="1231406" y="1326169"/>
                  </a:lnTo>
                  <a:lnTo>
                    <a:pt x="1231364" y="1326148"/>
                  </a:lnTo>
                  <a:lnTo>
                    <a:pt x="1231341" y="1326132"/>
                  </a:lnTo>
                  <a:lnTo>
                    <a:pt x="1231320" y="1326098"/>
                  </a:lnTo>
                  <a:lnTo>
                    <a:pt x="1231311" y="1326082"/>
                  </a:lnTo>
                  <a:lnTo>
                    <a:pt x="1231301" y="1326065"/>
                  </a:lnTo>
                  <a:lnTo>
                    <a:pt x="1231286" y="1326044"/>
                  </a:lnTo>
                  <a:lnTo>
                    <a:pt x="1231282" y="1326039"/>
                  </a:lnTo>
                  <a:lnTo>
                    <a:pt x="1231276" y="1326035"/>
                  </a:lnTo>
                  <a:lnTo>
                    <a:pt x="1231273" y="1326033"/>
                  </a:lnTo>
                  <a:lnTo>
                    <a:pt x="1231264" y="1326032"/>
                  </a:lnTo>
                  <a:lnTo>
                    <a:pt x="1231258" y="1326030"/>
                  </a:lnTo>
                  <a:lnTo>
                    <a:pt x="1231253" y="1326024"/>
                  </a:lnTo>
                  <a:lnTo>
                    <a:pt x="1231248" y="1326012"/>
                  </a:lnTo>
                  <a:lnTo>
                    <a:pt x="1231232" y="1325991"/>
                  </a:lnTo>
                  <a:lnTo>
                    <a:pt x="1231229" y="1325988"/>
                  </a:lnTo>
                  <a:lnTo>
                    <a:pt x="1231219" y="1325983"/>
                  </a:lnTo>
                  <a:lnTo>
                    <a:pt x="1231205" y="1325972"/>
                  </a:lnTo>
                  <a:lnTo>
                    <a:pt x="1231195" y="1325961"/>
                  </a:lnTo>
                  <a:lnTo>
                    <a:pt x="1231183" y="1325942"/>
                  </a:lnTo>
                  <a:lnTo>
                    <a:pt x="1231171" y="1325926"/>
                  </a:lnTo>
                  <a:lnTo>
                    <a:pt x="1231156" y="1325907"/>
                  </a:lnTo>
                  <a:lnTo>
                    <a:pt x="1231151" y="1325897"/>
                  </a:lnTo>
                  <a:lnTo>
                    <a:pt x="1231147" y="1325890"/>
                  </a:lnTo>
                  <a:lnTo>
                    <a:pt x="1231140" y="1325881"/>
                  </a:lnTo>
                  <a:lnTo>
                    <a:pt x="1231129" y="1325877"/>
                  </a:lnTo>
                  <a:lnTo>
                    <a:pt x="1231111" y="1325871"/>
                  </a:lnTo>
                  <a:lnTo>
                    <a:pt x="1231099" y="1325861"/>
                  </a:lnTo>
                  <a:lnTo>
                    <a:pt x="1231093" y="1325853"/>
                  </a:lnTo>
                  <a:lnTo>
                    <a:pt x="1231087" y="1325847"/>
                  </a:lnTo>
                  <a:lnTo>
                    <a:pt x="1231081" y="1325842"/>
                  </a:lnTo>
                  <a:lnTo>
                    <a:pt x="1231069" y="1325835"/>
                  </a:lnTo>
                  <a:lnTo>
                    <a:pt x="1231044" y="1325824"/>
                  </a:lnTo>
                  <a:lnTo>
                    <a:pt x="1231019" y="1325814"/>
                  </a:lnTo>
                  <a:lnTo>
                    <a:pt x="1231013" y="1325811"/>
                  </a:lnTo>
                  <a:lnTo>
                    <a:pt x="1231006" y="1325804"/>
                  </a:lnTo>
                  <a:lnTo>
                    <a:pt x="1231001" y="1325796"/>
                  </a:lnTo>
                  <a:lnTo>
                    <a:pt x="1230995" y="1325786"/>
                  </a:lnTo>
                  <a:lnTo>
                    <a:pt x="1230990" y="1325772"/>
                  </a:lnTo>
                  <a:lnTo>
                    <a:pt x="1230983" y="1325764"/>
                  </a:lnTo>
                  <a:lnTo>
                    <a:pt x="1230967" y="1325741"/>
                  </a:lnTo>
                  <a:lnTo>
                    <a:pt x="1230960" y="1325732"/>
                  </a:lnTo>
                  <a:lnTo>
                    <a:pt x="1230953" y="1325723"/>
                  </a:lnTo>
                  <a:lnTo>
                    <a:pt x="1230794" y="1325517"/>
                  </a:lnTo>
                  <a:lnTo>
                    <a:pt x="1230786" y="1325507"/>
                  </a:lnTo>
                  <a:lnTo>
                    <a:pt x="1230614" y="1325282"/>
                  </a:lnTo>
                  <a:lnTo>
                    <a:pt x="1230388" y="1324991"/>
                  </a:lnTo>
                  <a:lnTo>
                    <a:pt x="1230381" y="1324981"/>
                  </a:lnTo>
                  <a:lnTo>
                    <a:pt x="1230371" y="1324989"/>
                  </a:lnTo>
                  <a:lnTo>
                    <a:pt x="1230352" y="1325002"/>
                  </a:lnTo>
                  <a:lnTo>
                    <a:pt x="1230342" y="1325008"/>
                  </a:lnTo>
                  <a:lnTo>
                    <a:pt x="1230339" y="1325020"/>
                  </a:lnTo>
                  <a:lnTo>
                    <a:pt x="1230332" y="1325050"/>
                  </a:lnTo>
                  <a:lnTo>
                    <a:pt x="1230329" y="1325062"/>
                  </a:lnTo>
                  <a:lnTo>
                    <a:pt x="1230321" y="1325070"/>
                  </a:lnTo>
                  <a:lnTo>
                    <a:pt x="1230282" y="1325108"/>
                  </a:lnTo>
                  <a:lnTo>
                    <a:pt x="1230273" y="1325115"/>
                  </a:lnTo>
                  <a:lnTo>
                    <a:pt x="1230263" y="1325122"/>
                  </a:lnTo>
                  <a:lnTo>
                    <a:pt x="1230255" y="1325126"/>
                  </a:lnTo>
                  <a:lnTo>
                    <a:pt x="1230250" y="1325121"/>
                  </a:lnTo>
                  <a:lnTo>
                    <a:pt x="1230245" y="1325117"/>
                  </a:lnTo>
                  <a:lnTo>
                    <a:pt x="1230239" y="1325111"/>
                  </a:lnTo>
                  <a:lnTo>
                    <a:pt x="1230230" y="1325104"/>
                  </a:lnTo>
                  <a:lnTo>
                    <a:pt x="1230223" y="1325098"/>
                  </a:lnTo>
                  <a:lnTo>
                    <a:pt x="1230214" y="1325091"/>
                  </a:lnTo>
                  <a:lnTo>
                    <a:pt x="1230206" y="1325084"/>
                  </a:lnTo>
                  <a:lnTo>
                    <a:pt x="1230145" y="1325035"/>
                  </a:lnTo>
                  <a:lnTo>
                    <a:pt x="1230090" y="1324995"/>
                  </a:lnTo>
                  <a:lnTo>
                    <a:pt x="1230060" y="1324972"/>
                  </a:lnTo>
                  <a:lnTo>
                    <a:pt x="1229977" y="1324915"/>
                  </a:lnTo>
                  <a:lnTo>
                    <a:pt x="1229965" y="1324907"/>
                  </a:lnTo>
                  <a:lnTo>
                    <a:pt x="1229920" y="1324874"/>
                  </a:lnTo>
                  <a:lnTo>
                    <a:pt x="1229893" y="1324854"/>
                  </a:lnTo>
                  <a:lnTo>
                    <a:pt x="1229859" y="1324827"/>
                  </a:lnTo>
                  <a:lnTo>
                    <a:pt x="1229847" y="1324816"/>
                  </a:lnTo>
                  <a:lnTo>
                    <a:pt x="1229832" y="1324800"/>
                  </a:lnTo>
                  <a:lnTo>
                    <a:pt x="1229803" y="1324770"/>
                  </a:lnTo>
                  <a:lnTo>
                    <a:pt x="1229788" y="1324756"/>
                  </a:lnTo>
                  <a:lnTo>
                    <a:pt x="1229776" y="1324741"/>
                  </a:lnTo>
                  <a:lnTo>
                    <a:pt x="1229771" y="1324734"/>
                  </a:lnTo>
                  <a:lnTo>
                    <a:pt x="1229766" y="1324727"/>
                  </a:lnTo>
                  <a:lnTo>
                    <a:pt x="1229759" y="1324716"/>
                  </a:lnTo>
                  <a:lnTo>
                    <a:pt x="1229757" y="1324711"/>
                  </a:lnTo>
                  <a:lnTo>
                    <a:pt x="1229753" y="1324700"/>
                  </a:lnTo>
                  <a:lnTo>
                    <a:pt x="1229752" y="1324695"/>
                  </a:lnTo>
                  <a:lnTo>
                    <a:pt x="1229750" y="1324690"/>
                  </a:lnTo>
                  <a:lnTo>
                    <a:pt x="1229746" y="1324683"/>
                  </a:lnTo>
                  <a:lnTo>
                    <a:pt x="1229743" y="1324678"/>
                  </a:lnTo>
                  <a:lnTo>
                    <a:pt x="1229740" y="1324672"/>
                  </a:lnTo>
                  <a:lnTo>
                    <a:pt x="1229736" y="1324664"/>
                  </a:lnTo>
                  <a:lnTo>
                    <a:pt x="1229731" y="1324651"/>
                  </a:lnTo>
                  <a:lnTo>
                    <a:pt x="1229730" y="1324644"/>
                  </a:lnTo>
                  <a:lnTo>
                    <a:pt x="1229727" y="1324629"/>
                  </a:lnTo>
                  <a:lnTo>
                    <a:pt x="1229726" y="1324625"/>
                  </a:lnTo>
                  <a:lnTo>
                    <a:pt x="1229722" y="1324608"/>
                  </a:lnTo>
                  <a:lnTo>
                    <a:pt x="1229719" y="1324591"/>
                  </a:lnTo>
                  <a:lnTo>
                    <a:pt x="1229715" y="1324571"/>
                  </a:lnTo>
                  <a:lnTo>
                    <a:pt x="1229714" y="1324565"/>
                  </a:lnTo>
                  <a:lnTo>
                    <a:pt x="1229711" y="1324557"/>
                  </a:lnTo>
                  <a:lnTo>
                    <a:pt x="1229709" y="1324552"/>
                  </a:lnTo>
                  <a:lnTo>
                    <a:pt x="1229708" y="1324547"/>
                  </a:lnTo>
                  <a:lnTo>
                    <a:pt x="1229706" y="1324542"/>
                  </a:lnTo>
                  <a:lnTo>
                    <a:pt x="1229701" y="1324528"/>
                  </a:lnTo>
                  <a:lnTo>
                    <a:pt x="1229693" y="1324518"/>
                  </a:lnTo>
                  <a:lnTo>
                    <a:pt x="1229684" y="1324509"/>
                  </a:lnTo>
                  <a:lnTo>
                    <a:pt x="1229667" y="1324494"/>
                  </a:lnTo>
                  <a:lnTo>
                    <a:pt x="1229658" y="1324485"/>
                  </a:lnTo>
                  <a:lnTo>
                    <a:pt x="1229654" y="1324482"/>
                  </a:lnTo>
                  <a:lnTo>
                    <a:pt x="1229645" y="1324473"/>
                  </a:lnTo>
                  <a:lnTo>
                    <a:pt x="1229641" y="1324470"/>
                  </a:lnTo>
                  <a:lnTo>
                    <a:pt x="1229631" y="1324460"/>
                  </a:lnTo>
                  <a:lnTo>
                    <a:pt x="1229625" y="1324455"/>
                  </a:lnTo>
                  <a:lnTo>
                    <a:pt x="1229612" y="1324444"/>
                  </a:lnTo>
                  <a:lnTo>
                    <a:pt x="1229600" y="1324432"/>
                  </a:lnTo>
                  <a:lnTo>
                    <a:pt x="1229590" y="1324416"/>
                  </a:lnTo>
                  <a:lnTo>
                    <a:pt x="1229582" y="1324402"/>
                  </a:lnTo>
                  <a:lnTo>
                    <a:pt x="1229577" y="1324391"/>
                  </a:lnTo>
                  <a:lnTo>
                    <a:pt x="1229567" y="1324374"/>
                  </a:lnTo>
                  <a:lnTo>
                    <a:pt x="1229563" y="1324368"/>
                  </a:lnTo>
                  <a:lnTo>
                    <a:pt x="1229554" y="1324357"/>
                  </a:lnTo>
                  <a:lnTo>
                    <a:pt x="1229546" y="1324346"/>
                  </a:lnTo>
                  <a:lnTo>
                    <a:pt x="1229539" y="1324335"/>
                  </a:lnTo>
                  <a:lnTo>
                    <a:pt x="1229532" y="1324324"/>
                  </a:lnTo>
                  <a:lnTo>
                    <a:pt x="1229521" y="1324310"/>
                  </a:lnTo>
                  <a:lnTo>
                    <a:pt x="1229513" y="1324303"/>
                  </a:lnTo>
                  <a:lnTo>
                    <a:pt x="1229507" y="1324295"/>
                  </a:lnTo>
                  <a:lnTo>
                    <a:pt x="1229502" y="1324290"/>
                  </a:lnTo>
                  <a:lnTo>
                    <a:pt x="1229496" y="1324280"/>
                  </a:lnTo>
                  <a:lnTo>
                    <a:pt x="1229486" y="1324265"/>
                  </a:lnTo>
                  <a:lnTo>
                    <a:pt x="1229481" y="1324254"/>
                  </a:lnTo>
                  <a:lnTo>
                    <a:pt x="1229474" y="1324244"/>
                  </a:lnTo>
                  <a:lnTo>
                    <a:pt x="1229470" y="1324237"/>
                  </a:lnTo>
                  <a:lnTo>
                    <a:pt x="1229467" y="1324233"/>
                  </a:lnTo>
                  <a:lnTo>
                    <a:pt x="1229464" y="1324227"/>
                  </a:lnTo>
                  <a:lnTo>
                    <a:pt x="1229455" y="1324212"/>
                  </a:lnTo>
                  <a:lnTo>
                    <a:pt x="1229446" y="1324198"/>
                  </a:lnTo>
                  <a:lnTo>
                    <a:pt x="1229428" y="1324177"/>
                  </a:lnTo>
                  <a:lnTo>
                    <a:pt x="1229424" y="1324173"/>
                  </a:lnTo>
                  <a:lnTo>
                    <a:pt x="1229419" y="1324166"/>
                  </a:lnTo>
                  <a:lnTo>
                    <a:pt x="1229415" y="1324161"/>
                  </a:lnTo>
                  <a:lnTo>
                    <a:pt x="1229411" y="1324156"/>
                  </a:lnTo>
                  <a:lnTo>
                    <a:pt x="1229398" y="1324136"/>
                  </a:lnTo>
                  <a:lnTo>
                    <a:pt x="1229392" y="1324123"/>
                  </a:lnTo>
                  <a:lnTo>
                    <a:pt x="1229386" y="1324114"/>
                  </a:lnTo>
                  <a:lnTo>
                    <a:pt x="1229379" y="1324101"/>
                  </a:lnTo>
                  <a:lnTo>
                    <a:pt x="1229360" y="1324072"/>
                  </a:lnTo>
                  <a:lnTo>
                    <a:pt x="1229332" y="1324032"/>
                  </a:lnTo>
                  <a:lnTo>
                    <a:pt x="1229279" y="1323975"/>
                  </a:lnTo>
                  <a:lnTo>
                    <a:pt x="1229257" y="1323952"/>
                  </a:lnTo>
                  <a:lnTo>
                    <a:pt x="1229221" y="1323917"/>
                  </a:lnTo>
                  <a:lnTo>
                    <a:pt x="1229196" y="1323888"/>
                  </a:lnTo>
                  <a:lnTo>
                    <a:pt x="1229174" y="1323860"/>
                  </a:lnTo>
                  <a:lnTo>
                    <a:pt x="1229154" y="1323819"/>
                  </a:lnTo>
                  <a:lnTo>
                    <a:pt x="1229147" y="1323802"/>
                  </a:lnTo>
                  <a:lnTo>
                    <a:pt x="1229140" y="1323785"/>
                  </a:lnTo>
                  <a:lnTo>
                    <a:pt x="1229100" y="1323728"/>
                  </a:lnTo>
                  <a:lnTo>
                    <a:pt x="1229080" y="1323701"/>
                  </a:lnTo>
                  <a:lnTo>
                    <a:pt x="1229060" y="1323670"/>
                  </a:lnTo>
                  <a:lnTo>
                    <a:pt x="1229045" y="1323639"/>
                  </a:lnTo>
                  <a:lnTo>
                    <a:pt x="1229032" y="1323592"/>
                  </a:lnTo>
                  <a:lnTo>
                    <a:pt x="1229021" y="1323556"/>
                  </a:lnTo>
                  <a:lnTo>
                    <a:pt x="1229016" y="1323506"/>
                  </a:lnTo>
                  <a:lnTo>
                    <a:pt x="1229018" y="1323466"/>
                  </a:lnTo>
                  <a:lnTo>
                    <a:pt x="1229023" y="1323420"/>
                  </a:lnTo>
                  <a:lnTo>
                    <a:pt x="1229023" y="1323411"/>
                  </a:lnTo>
                  <a:lnTo>
                    <a:pt x="1229020" y="1323382"/>
                  </a:lnTo>
                  <a:lnTo>
                    <a:pt x="1229013" y="1323347"/>
                  </a:lnTo>
                  <a:lnTo>
                    <a:pt x="1228997" y="1323285"/>
                  </a:lnTo>
                  <a:lnTo>
                    <a:pt x="1228993" y="1323271"/>
                  </a:lnTo>
                  <a:lnTo>
                    <a:pt x="1228988" y="1323261"/>
                  </a:lnTo>
                  <a:lnTo>
                    <a:pt x="1228980" y="1323245"/>
                  </a:lnTo>
                  <a:lnTo>
                    <a:pt x="1228978" y="1323235"/>
                  </a:lnTo>
                  <a:lnTo>
                    <a:pt x="1228975" y="1323204"/>
                  </a:lnTo>
                  <a:lnTo>
                    <a:pt x="1228977" y="1323161"/>
                  </a:lnTo>
                  <a:lnTo>
                    <a:pt x="1228983" y="1323120"/>
                  </a:lnTo>
                  <a:lnTo>
                    <a:pt x="1228987" y="1323091"/>
                  </a:lnTo>
                  <a:lnTo>
                    <a:pt x="1228995" y="1323050"/>
                  </a:lnTo>
                  <a:lnTo>
                    <a:pt x="1229003" y="1323009"/>
                  </a:lnTo>
                  <a:lnTo>
                    <a:pt x="1229004" y="1322991"/>
                  </a:lnTo>
                  <a:lnTo>
                    <a:pt x="1229005" y="1322961"/>
                  </a:lnTo>
                  <a:lnTo>
                    <a:pt x="1229006" y="1322935"/>
                  </a:lnTo>
                  <a:lnTo>
                    <a:pt x="1229005" y="1322908"/>
                  </a:lnTo>
                  <a:lnTo>
                    <a:pt x="1229001" y="1322865"/>
                  </a:lnTo>
                  <a:lnTo>
                    <a:pt x="1229005" y="1322829"/>
                  </a:lnTo>
                  <a:lnTo>
                    <a:pt x="1229003" y="1322797"/>
                  </a:lnTo>
                  <a:lnTo>
                    <a:pt x="1229001" y="1322768"/>
                  </a:lnTo>
                  <a:lnTo>
                    <a:pt x="1228989" y="1322728"/>
                  </a:lnTo>
                  <a:lnTo>
                    <a:pt x="1228982" y="1322701"/>
                  </a:lnTo>
                  <a:lnTo>
                    <a:pt x="1228966" y="1322672"/>
                  </a:lnTo>
                  <a:lnTo>
                    <a:pt x="1228941" y="1322625"/>
                  </a:lnTo>
                  <a:lnTo>
                    <a:pt x="1228921" y="1322588"/>
                  </a:lnTo>
                  <a:lnTo>
                    <a:pt x="1228901" y="1322554"/>
                  </a:lnTo>
                  <a:lnTo>
                    <a:pt x="1228878" y="1322522"/>
                  </a:lnTo>
                  <a:lnTo>
                    <a:pt x="1228843" y="1322483"/>
                  </a:lnTo>
                  <a:lnTo>
                    <a:pt x="1228814" y="1322460"/>
                  </a:lnTo>
                  <a:lnTo>
                    <a:pt x="1228764" y="1322424"/>
                  </a:lnTo>
                  <a:lnTo>
                    <a:pt x="1228729" y="1322396"/>
                  </a:lnTo>
                  <a:lnTo>
                    <a:pt x="1228707" y="1322374"/>
                  </a:lnTo>
                  <a:lnTo>
                    <a:pt x="1228642" y="1322309"/>
                  </a:lnTo>
                  <a:lnTo>
                    <a:pt x="1228618" y="1322288"/>
                  </a:lnTo>
                  <a:lnTo>
                    <a:pt x="1228580" y="1322264"/>
                  </a:lnTo>
                  <a:lnTo>
                    <a:pt x="1228563" y="1322253"/>
                  </a:lnTo>
                  <a:lnTo>
                    <a:pt x="1228556" y="1322248"/>
                  </a:lnTo>
                  <a:lnTo>
                    <a:pt x="1228534" y="1322233"/>
                  </a:lnTo>
                  <a:lnTo>
                    <a:pt x="1228512" y="1322218"/>
                  </a:lnTo>
                  <a:lnTo>
                    <a:pt x="1228498" y="1322209"/>
                  </a:lnTo>
                  <a:lnTo>
                    <a:pt x="1228477" y="1322195"/>
                  </a:lnTo>
                  <a:lnTo>
                    <a:pt x="1228458" y="1322178"/>
                  </a:lnTo>
                  <a:lnTo>
                    <a:pt x="1228449" y="1322169"/>
                  </a:lnTo>
                  <a:lnTo>
                    <a:pt x="1228438" y="1322158"/>
                  </a:lnTo>
                  <a:lnTo>
                    <a:pt x="1228429" y="1322149"/>
                  </a:lnTo>
                  <a:lnTo>
                    <a:pt x="1228418" y="1322137"/>
                  </a:lnTo>
                  <a:lnTo>
                    <a:pt x="1228410" y="1322130"/>
                  </a:lnTo>
                  <a:lnTo>
                    <a:pt x="1228400" y="1322120"/>
                  </a:lnTo>
                  <a:lnTo>
                    <a:pt x="1228391" y="1322111"/>
                  </a:lnTo>
                  <a:lnTo>
                    <a:pt x="1228386" y="1322106"/>
                  </a:lnTo>
                  <a:lnTo>
                    <a:pt x="1228380" y="1322100"/>
                  </a:lnTo>
                  <a:lnTo>
                    <a:pt x="1228358" y="1322072"/>
                  </a:lnTo>
                  <a:lnTo>
                    <a:pt x="1228347" y="1322058"/>
                  </a:lnTo>
                  <a:lnTo>
                    <a:pt x="1228343" y="1322053"/>
                  </a:lnTo>
                  <a:lnTo>
                    <a:pt x="1228315" y="1322015"/>
                  </a:lnTo>
                  <a:lnTo>
                    <a:pt x="1228301" y="1321999"/>
                  </a:lnTo>
                  <a:lnTo>
                    <a:pt x="1228274" y="1321984"/>
                  </a:lnTo>
                  <a:lnTo>
                    <a:pt x="1228251" y="1321970"/>
                  </a:lnTo>
                  <a:lnTo>
                    <a:pt x="1228235" y="1321955"/>
                  </a:lnTo>
                  <a:lnTo>
                    <a:pt x="1228225" y="1321942"/>
                  </a:lnTo>
                  <a:lnTo>
                    <a:pt x="1228194" y="1321882"/>
                  </a:lnTo>
                  <a:lnTo>
                    <a:pt x="1228174" y="1321843"/>
                  </a:lnTo>
                  <a:lnTo>
                    <a:pt x="1228158" y="1321795"/>
                  </a:lnTo>
                  <a:lnTo>
                    <a:pt x="1228134" y="1321727"/>
                  </a:lnTo>
                  <a:lnTo>
                    <a:pt x="1228106" y="1321664"/>
                  </a:lnTo>
                  <a:lnTo>
                    <a:pt x="1228096" y="1321652"/>
                  </a:lnTo>
                  <a:lnTo>
                    <a:pt x="1228070" y="1321620"/>
                  </a:lnTo>
                  <a:lnTo>
                    <a:pt x="1228035" y="1321577"/>
                  </a:lnTo>
                  <a:lnTo>
                    <a:pt x="1228006" y="1321556"/>
                  </a:lnTo>
                  <a:lnTo>
                    <a:pt x="1227974" y="1321546"/>
                  </a:lnTo>
                  <a:lnTo>
                    <a:pt x="1227942" y="1321541"/>
                  </a:lnTo>
                  <a:lnTo>
                    <a:pt x="1227927" y="1321542"/>
                  </a:lnTo>
                  <a:lnTo>
                    <a:pt x="1227909" y="1321548"/>
                  </a:lnTo>
                  <a:lnTo>
                    <a:pt x="1227884" y="1321562"/>
                  </a:lnTo>
                  <a:lnTo>
                    <a:pt x="1227841" y="1321603"/>
                  </a:lnTo>
                  <a:lnTo>
                    <a:pt x="1227824" y="1321627"/>
                  </a:lnTo>
                  <a:lnTo>
                    <a:pt x="1227796" y="1321671"/>
                  </a:lnTo>
                  <a:lnTo>
                    <a:pt x="1227770" y="1321711"/>
                  </a:lnTo>
                  <a:lnTo>
                    <a:pt x="1227736" y="1321757"/>
                  </a:lnTo>
                  <a:lnTo>
                    <a:pt x="1227703" y="1321798"/>
                  </a:lnTo>
                  <a:lnTo>
                    <a:pt x="1227672" y="1321826"/>
                  </a:lnTo>
                  <a:lnTo>
                    <a:pt x="1227631" y="1321854"/>
                  </a:lnTo>
                  <a:lnTo>
                    <a:pt x="1227611" y="1321873"/>
                  </a:lnTo>
                  <a:lnTo>
                    <a:pt x="1227598" y="1321905"/>
                  </a:lnTo>
                  <a:lnTo>
                    <a:pt x="1227576" y="1321931"/>
                  </a:lnTo>
                  <a:lnTo>
                    <a:pt x="1227559" y="1321946"/>
                  </a:lnTo>
                  <a:lnTo>
                    <a:pt x="1227540" y="1321965"/>
                  </a:lnTo>
                  <a:lnTo>
                    <a:pt x="1227515" y="1321986"/>
                  </a:lnTo>
                  <a:lnTo>
                    <a:pt x="1227485" y="1322006"/>
                  </a:lnTo>
                  <a:lnTo>
                    <a:pt x="1227452" y="1322018"/>
                  </a:lnTo>
                  <a:lnTo>
                    <a:pt x="1227423" y="1322023"/>
                  </a:lnTo>
                  <a:lnTo>
                    <a:pt x="1227394" y="1322023"/>
                  </a:lnTo>
                  <a:lnTo>
                    <a:pt x="1227357" y="1322013"/>
                  </a:lnTo>
                  <a:lnTo>
                    <a:pt x="1227162" y="1322346"/>
                  </a:lnTo>
                  <a:lnTo>
                    <a:pt x="1227155" y="1322370"/>
                  </a:lnTo>
                  <a:lnTo>
                    <a:pt x="1227153" y="1322383"/>
                  </a:lnTo>
                  <a:lnTo>
                    <a:pt x="1227151" y="1322387"/>
                  </a:lnTo>
                  <a:lnTo>
                    <a:pt x="1227147" y="1322392"/>
                  </a:lnTo>
                  <a:lnTo>
                    <a:pt x="1227142" y="1322396"/>
                  </a:lnTo>
                  <a:lnTo>
                    <a:pt x="1227137" y="1322403"/>
                  </a:lnTo>
                  <a:lnTo>
                    <a:pt x="1227135" y="1322427"/>
                  </a:lnTo>
                  <a:lnTo>
                    <a:pt x="1227137" y="1322439"/>
                  </a:lnTo>
                  <a:lnTo>
                    <a:pt x="1227143" y="1322446"/>
                  </a:lnTo>
                  <a:lnTo>
                    <a:pt x="1227149" y="1322452"/>
                  </a:lnTo>
                  <a:lnTo>
                    <a:pt x="1227151" y="1322475"/>
                  </a:lnTo>
                  <a:lnTo>
                    <a:pt x="1227148" y="1322481"/>
                  </a:lnTo>
                  <a:lnTo>
                    <a:pt x="1227144" y="1322484"/>
                  </a:lnTo>
                  <a:lnTo>
                    <a:pt x="1227137" y="1322489"/>
                  </a:lnTo>
                  <a:lnTo>
                    <a:pt x="1227117" y="1322502"/>
                  </a:lnTo>
                  <a:lnTo>
                    <a:pt x="1227105" y="1322509"/>
                  </a:lnTo>
                  <a:lnTo>
                    <a:pt x="1227089" y="1322515"/>
                  </a:lnTo>
                  <a:lnTo>
                    <a:pt x="1227070" y="1322520"/>
                  </a:lnTo>
                  <a:lnTo>
                    <a:pt x="1227061" y="1322519"/>
                  </a:lnTo>
                  <a:lnTo>
                    <a:pt x="1227050" y="1322517"/>
                  </a:lnTo>
                  <a:lnTo>
                    <a:pt x="1227038" y="1322520"/>
                  </a:lnTo>
                  <a:lnTo>
                    <a:pt x="1227030" y="1322528"/>
                  </a:lnTo>
                  <a:lnTo>
                    <a:pt x="1227023" y="1322539"/>
                  </a:lnTo>
                  <a:lnTo>
                    <a:pt x="1227007" y="1322562"/>
                  </a:lnTo>
                  <a:lnTo>
                    <a:pt x="1226998" y="1322583"/>
                  </a:lnTo>
                  <a:lnTo>
                    <a:pt x="1226984" y="1322608"/>
                  </a:lnTo>
                  <a:lnTo>
                    <a:pt x="1226974" y="1322628"/>
                  </a:lnTo>
                  <a:lnTo>
                    <a:pt x="1226970" y="1322641"/>
                  </a:lnTo>
                  <a:lnTo>
                    <a:pt x="1226968" y="1322656"/>
                  </a:lnTo>
                  <a:lnTo>
                    <a:pt x="1226967" y="1322668"/>
                  </a:lnTo>
                  <a:lnTo>
                    <a:pt x="1226965" y="1322678"/>
                  </a:lnTo>
                  <a:lnTo>
                    <a:pt x="1226960" y="1322690"/>
                  </a:lnTo>
                  <a:lnTo>
                    <a:pt x="1226958" y="1322695"/>
                  </a:lnTo>
                  <a:lnTo>
                    <a:pt x="1226954" y="1322704"/>
                  </a:lnTo>
                  <a:lnTo>
                    <a:pt x="1226945" y="1322726"/>
                  </a:lnTo>
                  <a:lnTo>
                    <a:pt x="1226923" y="1322760"/>
                  </a:lnTo>
                  <a:lnTo>
                    <a:pt x="1226913" y="1322773"/>
                  </a:lnTo>
                  <a:lnTo>
                    <a:pt x="1226891" y="1322797"/>
                  </a:lnTo>
                  <a:lnTo>
                    <a:pt x="1226863" y="1322825"/>
                  </a:lnTo>
                  <a:lnTo>
                    <a:pt x="1226851" y="1322834"/>
                  </a:lnTo>
                  <a:lnTo>
                    <a:pt x="1226835" y="1322848"/>
                  </a:lnTo>
                  <a:lnTo>
                    <a:pt x="1226817" y="1322868"/>
                  </a:lnTo>
                  <a:lnTo>
                    <a:pt x="1226808" y="1322876"/>
                  </a:lnTo>
                  <a:lnTo>
                    <a:pt x="1226798" y="1322886"/>
                  </a:lnTo>
                  <a:lnTo>
                    <a:pt x="1226780" y="1322902"/>
                  </a:lnTo>
                  <a:lnTo>
                    <a:pt x="1226777" y="1322914"/>
                  </a:lnTo>
                  <a:lnTo>
                    <a:pt x="1226776" y="1322926"/>
                  </a:lnTo>
                  <a:lnTo>
                    <a:pt x="1226777" y="1322933"/>
                  </a:lnTo>
                  <a:lnTo>
                    <a:pt x="1226775" y="1322946"/>
                  </a:lnTo>
                  <a:lnTo>
                    <a:pt x="1226772" y="1322952"/>
                  </a:lnTo>
                  <a:lnTo>
                    <a:pt x="1226764" y="1322958"/>
                  </a:lnTo>
                  <a:lnTo>
                    <a:pt x="1226755" y="1322961"/>
                  </a:lnTo>
                  <a:lnTo>
                    <a:pt x="1226741" y="1322962"/>
                  </a:lnTo>
                  <a:lnTo>
                    <a:pt x="1226731" y="1322961"/>
                  </a:lnTo>
                  <a:lnTo>
                    <a:pt x="1226723" y="1322963"/>
                  </a:lnTo>
                  <a:lnTo>
                    <a:pt x="1226717" y="1322968"/>
                  </a:lnTo>
                  <a:lnTo>
                    <a:pt x="1226711" y="1322970"/>
                  </a:lnTo>
                  <a:lnTo>
                    <a:pt x="1226703" y="1322971"/>
                  </a:lnTo>
                  <a:lnTo>
                    <a:pt x="1226685" y="1322969"/>
                  </a:lnTo>
                  <a:lnTo>
                    <a:pt x="1226673" y="1322969"/>
                  </a:lnTo>
                  <a:lnTo>
                    <a:pt x="1226665" y="1322974"/>
                  </a:lnTo>
                  <a:lnTo>
                    <a:pt x="1226656" y="1322980"/>
                  </a:lnTo>
                  <a:lnTo>
                    <a:pt x="1226651" y="1322984"/>
                  </a:lnTo>
                  <a:lnTo>
                    <a:pt x="1226646" y="1322990"/>
                  </a:lnTo>
                  <a:lnTo>
                    <a:pt x="1226636" y="1322996"/>
                  </a:lnTo>
                  <a:lnTo>
                    <a:pt x="1226627" y="1323001"/>
                  </a:lnTo>
                  <a:lnTo>
                    <a:pt x="1226609" y="1323013"/>
                  </a:lnTo>
                  <a:lnTo>
                    <a:pt x="1226602" y="1323015"/>
                  </a:lnTo>
                  <a:lnTo>
                    <a:pt x="1226594" y="1323016"/>
                  </a:lnTo>
                  <a:lnTo>
                    <a:pt x="1226589" y="1323016"/>
                  </a:lnTo>
                  <a:lnTo>
                    <a:pt x="1226585" y="1323016"/>
                  </a:lnTo>
                  <a:lnTo>
                    <a:pt x="1226581" y="1323016"/>
                  </a:lnTo>
                  <a:lnTo>
                    <a:pt x="1226578" y="1323021"/>
                  </a:lnTo>
                  <a:lnTo>
                    <a:pt x="1226577" y="1323030"/>
                  </a:lnTo>
                  <a:lnTo>
                    <a:pt x="1226577" y="1323044"/>
                  </a:lnTo>
                  <a:lnTo>
                    <a:pt x="1226576" y="1323052"/>
                  </a:lnTo>
                  <a:lnTo>
                    <a:pt x="1226573" y="1323072"/>
                  </a:lnTo>
                  <a:lnTo>
                    <a:pt x="1226572" y="1323087"/>
                  </a:lnTo>
                  <a:lnTo>
                    <a:pt x="1226569" y="1323111"/>
                  </a:lnTo>
                  <a:lnTo>
                    <a:pt x="1226569" y="1323126"/>
                  </a:lnTo>
                  <a:lnTo>
                    <a:pt x="1226568" y="1323135"/>
                  </a:lnTo>
                  <a:lnTo>
                    <a:pt x="1226565" y="1323142"/>
                  </a:lnTo>
                  <a:lnTo>
                    <a:pt x="1226562" y="1323151"/>
                  </a:lnTo>
                  <a:lnTo>
                    <a:pt x="1226560" y="1323158"/>
                  </a:lnTo>
                  <a:lnTo>
                    <a:pt x="1226561" y="1323168"/>
                  </a:lnTo>
                  <a:lnTo>
                    <a:pt x="1226566" y="1323176"/>
                  </a:lnTo>
                  <a:lnTo>
                    <a:pt x="1226571" y="1323186"/>
                  </a:lnTo>
                  <a:lnTo>
                    <a:pt x="1226575" y="1323205"/>
                  </a:lnTo>
                  <a:lnTo>
                    <a:pt x="1226575" y="1323217"/>
                  </a:lnTo>
                  <a:lnTo>
                    <a:pt x="1226572" y="1323232"/>
                  </a:lnTo>
                  <a:lnTo>
                    <a:pt x="1226569" y="1323243"/>
                  </a:lnTo>
                  <a:lnTo>
                    <a:pt x="1226567" y="1323257"/>
                  </a:lnTo>
                  <a:lnTo>
                    <a:pt x="1226578" y="1323272"/>
                  </a:lnTo>
                  <a:lnTo>
                    <a:pt x="1226584" y="1323286"/>
                  </a:lnTo>
                  <a:lnTo>
                    <a:pt x="1226583" y="1323293"/>
                  </a:lnTo>
                  <a:lnTo>
                    <a:pt x="1226582" y="1323302"/>
                  </a:lnTo>
                  <a:lnTo>
                    <a:pt x="1226575" y="1323313"/>
                  </a:lnTo>
                  <a:lnTo>
                    <a:pt x="1226566" y="1323323"/>
                  </a:lnTo>
                  <a:lnTo>
                    <a:pt x="1226550" y="1323350"/>
                  </a:lnTo>
                  <a:lnTo>
                    <a:pt x="1226540" y="1323360"/>
                  </a:lnTo>
                  <a:lnTo>
                    <a:pt x="1226529" y="1323366"/>
                  </a:lnTo>
                  <a:lnTo>
                    <a:pt x="1226515" y="1323374"/>
                  </a:lnTo>
                  <a:lnTo>
                    <a:pt x="1226510" y="1323380"/>
                  </a:lnTo>
                  <a:lnTo>
                    <a:pt x="1226508" y="1323387"/>
                  </a:lnTo>
                  <a:lnTo>
                    <a:pt x="1226508" y="1323392"/>
                  </a:lnTo>
                  <a:lnTo>
                    <a:pt x="1226508" y="1323401"/>
                  </a:lnTo>
                  <a:lnTo>
                    <a:pt x="1226511" y="1323428"/>
                  </a:lnTo>
                  <a:lnTo>
                    <a:pt x="1226510" y="1323457"/>
                  </a:lnTo>
                  <a:lnTo>
                    <a:pt x="1226499" y="1323468"/>
                  </a:lnTo>
                  <a:lnTo>
                    <a:pt x="1226483" y="1323487"/>
                  </a:lnTo>
                  <a:lnTo>
                    <a:pt x="1226456" y="1323515"/>
                  </a:lnTo>
                  <a:lnTo>
                    <a:pt x="1226450" y="1323524"/>
                  </a:lnTo>
                  <a:lnTo>
                    <a:pt x="1226446" y="1323534"/>
                  </a:lnTo>
                  <a:lnTo>
                    <a:pt x="1226446" y="1323546"/>
                  </a:lnTo>
                  <a:lnTo>
                    <a:pt x="1226445" y="1323564"/>
                  </a:lnTo>
                  <a:lnTo>
                    <a:pt x="1226445" y="1323588"/>
                  </a:lnTo>
                  <a:lnTo>
                    <a:pt x="1226447" y="1323603"/>
                  </a:lnTo>
                  <a:lnTo>
                    <a:pt x="1226450" y="1323625"/>
                  </a:lnTo>
                  <a:lnTo>
                    <a:pt x="1226441" y="1323649"/>
                  </a:lnTo>
                  <a:lnTo>
                    <a:pt x="1226438" y="1323666"/>
                  </a:lnTo>
                  <a:lnTo>
                    <a:pt x="1226438" y="1323673"/>
                  </a:lnTo>
                  <a:lnTo>
                    <a:pt x="1226441" y="1323681"/>
                  </a:lnTo>
                  <a:lnTo>
                    <a:pt x="1226443" y="1323693"/>
                  </a:lnTo>
                  <a:lnTo>
                    <a:pt x="1226441" y="1323703"/>
                  </a:lnTo>
                  <a:lnTo>
                    <a:pt x="1226436" y="1323714"/>
                  </a:lnTo>
                  <a:lnTo>
                    <a:pt x="1226425" y="1323725"/>
                  </a:lnTo>
                  <a:lnTo>
                    <a:pt x="1226417" y="1323738"/>
                  </a:lnTo>
                  <a:lnTo>
                    <a:pt x="1226413" y="1323745"/>
                  </a:lnTo>
                  <a:lnTo>
                    <a:pt x="1226410" y="1323753"/>
                  </a:lnTo>
                  <a:lnTo>
                    <a:pt x="1226404" y="1323761"/>
                  </a:lnTo>
                  <a:lnTo>
                    <a:pt x="1226397" y="1323761"/>
                  </a:lnTo>
                  <a:lnTo>
                    <a:pt x="1226388" y="1323759"/>
                  </a:lnTo>
                  <a:lnTo>
                    <a:pt x="1226365" y="1323756"/>
                  </a:lnTo>
                  <a:lnTo>
                    <a:pt x="1226347" y="1323753"/>
                  </a:lnTo>
                  <a:lnTo>
                    <a:pt x="1226336" y="1323752"/>
                  </a:lnTo>
                  <a:lnTo>
                    <a:pt x="1226327" y="1323753"/>
                  </a:lnTo>
                  <a:lnTo>
                    <a:pt x="1226320" y="1323755"/>
                  </a:lnTo>
                  <a:lnTo>
                    <a:pt x="1226307" y="1323760"/>
                  </a:lnTo>
                  <a:lnTo>
                    <a:pt x="1226293" y="1323768"/>
                  </a:lnTo>
                  <a:lnTo>
                    <a:pt x="1226284" y="1323773"/>
                  </a:lnTo>
                  <a:lnTo>
                    <a:pt x="1226275" y="1323776"/>
                  </a:lnTo>
                  <a:lnTo>
                    <a:pt x="1226262" y="1323781"/>
                  </a:lnTo>
                  <a:lnTo>
                    <a:pt x="1226248" y="1323789"/>
                  </a:lnTo>
                  <a:lnTo>
                    <a:pt x="1226234" y="1323794"/>
                  </a:lnTo>
                  <a:lnTo>
                    <a:pt x="1226215" y="1323799"/>
                  </a:lnTo>
                  <a:lnTo>
                    <a:pt x="1226198" y="1323799"/>
                  </a:lnTo>
                  <a:lnTo>
                    <a:pt x="1226181" y="1323796"/>
                  </a:lnTo>
                  <a:lnTo>
                    <a:pt x="1226171" y="1323792"/>
                  </a:lnTo>
                  <a:lnTo>
                    <a:pt x="1226163" y="1323785"/>
                  </a:lnTo>
                  <a:lnTo>
                    <a:pt x="1226152" y="1323779"/>
                  </a:lnTo>
                  <a:lnTo>
                    <a:pt x="1226146" y="1323789"/>
                  </a:lnTo>
                  <a:lnTo>
                    <a:pt x="1226140" y="1323798"/>
                  </a:lnTo>
                  <a:lnTo>
                    <a:pt x="1226133" y="1323808"/>
                  </a:lnTo>
                  <a:lnTo>
                    <a:pt x="1226125" y="1323818"/>
                  </a:lnTo>
                  <a:lnTo>
                    <a:pt x="1226116" y="1323829"/>
                  </a:lnTo>
                  <a:lnTo>
                    <a:pt x="1226108" y="1323839"/>
                  </a:lnTo>
                  <a:lnTo>
                    <a:pt x="1226092" y="1323857"/>
                  </a:lnTo>
                  <a:lnTo>
                    <a:pt x="1226087" y="1323862"/>
                  </a:lnTo>
                  <a:lnTo>
                    <a:pt x="1226082" y="1323864"/>
                  </a:lnTo>
                  <a:lnTo>
                    <a:pt x="1226055" y="1323869"/>
                  </a:lnTo>
                  <a:lnTo>
                    <a:pt x="1226031" y="1323871"/>
                  </a:lnTo>
                  <a:lnTo>
                    <a:pt x="1226017" y="1323868"/>
                  </a:lnTo>
                  <a:lnTo>
                    <a:pt x="1226002" y="1323863"/>
                  </a:lnTo>
                  <a:lnTo>
                    <a:pt x="1225995" y="1323859"/>
                  </a:lnTo>
                  <a:lnTo>
                    <a:pt x="1225989" y="1323855"/>
                  </a:lnTo>
                  <a:lnTo>
                    <a:pt x="1225981" y="1323847"/>
                  </a:lnTo>
                  <a:lnTo>
                    <a:pt x="1225971" y="1323838"/>
                  </a:lnTo>
                  <a:lnTo>
                    <a:pt x="1225957" y="1323829"/>
                  </a:lnTo>
                  <a:lnTo>
                    <a:pt x="1225945" y="1323825"/>
                  </a:lnTo>
                  <a:lnTo>
                    <a:pt x="1225933" y="1323822"/>
                  </a:lnTo>
                  <a:lnTo>
                    <a:pt x="1225920" y="1323817"/>
                  </a:lnTo>
                  <a:lnTo>
                    <a:pt x="1225910" y="1323811"/>
                  </a:lnTo>
                  <a:lnTo>
                    <a:pt x="1225893" y="1323804"/>
                  </a:lnTo>
                  <a:lnTo>
                    <a:pt x="1225869" y="1323798"/>
                  </a:lnTo>
                  <a:lnTo>
                    <a:pt x="1225846" y="1323791"/>
                  </a:lnTo>
                  <a:lnTo>
                    <a:pt x="1225832" y="1323788"/>
                  </a:lnTo>
                  <a:lnTo>
                    <a:pt x="1225820" y="1323781"/>
                  </a:lnTo>
                  <a:lnTo>
                    <a:pt x="1225809" y="1323771"/>
                  </a:lnTo>
                  <a:lnTo>
                    <a:pt x="1225802" y="1323765"/>
                  </a:lnTo>
                  <a:lnTo>
                    <a:pt x="1225790" y="1323750"/>
                  </a:lnTo>
                  <a:lnTo>
                    <a:pt x="1225781" y="1323739"/>
                  </a:lnTo>
                  <a:lnTo>
                    <a:pt x="1225774" y="1323734"/>
                  </a:lnTo>
                  <a:lnTo>
                    <a:pt x="1225761" y="1323731"/>
                  </a:lnTo>
                  <a:lnTo>
                    <a:pt x="1225749" y="1323730"/>
                  </a:lnTo>
                  <a:lnTo>
                    <a:pt x="1225737" y="1323730"/>
                  </a:lnTo>
                  <a:lnTo>
                    <a:pt x="1225721" y="1323725"/>
                  </a:lnTo>
                  <a:lnTo>
                    <a:pt x="1225707" y="1323725"/>
                  </a:lnTo>
                  <a:lnTo>
                    <a:pt x="1225697" y="1323727"/>
                  </a:lnTo>
                  <a:lnTo>
                    <a:pt x="1225684" y="1323729"/>
                  </a:lnTo>
                  <a:lnTo>
                    <a:pt x="1225674" y="1323730"/>
                  </a:lnTo>
                  <a:lnTo>
                    <a:pt x="1225668" y="1323726"/>
                  </a:lnTo>
                  <a:lnTo>
                    <a:pt x="1225661" y="1323724"/>
                  </a:lnTo>
                  <a:lnTo>
                    <a:pt x="1225654" y="1323724"/>
                  </a:lnTo>
                  <a:lnTo>
                    <a:pt x="1225649" y="1323726"/>
                  </a:lnTo>
                  <a:lnTo>
                    <a:pt x="1225639" y="1323727"/>
                  </a:lnTo>
                  <a:lnTo>
                    <a:pt x="1225628" y="1323726"/>
                  </a:lnTo>
                  <a:lnTo>
                    <a:pt x="1225621" y="1323725"/>
                  </a:lnTo>
                  <a:lnTo>
                    <a:pt x="1225614" y="1323723"/>
                  </a:lnTo>
                  <a:lnTo>
                    <a:pt x="1225610" y="1323719"/>
                  </a:lnTo>
                  <a:lnTo>
                    <a:pt x="1225604" y="1323714"/>
                  </a:lnTo>
                  <a:lnTo>
                    <a:pt x="1225598" y="1323713"/>
                  </a:lnTo>
                  <a:lnTo>
                    <a:pt x="1225588" y="1323712"/>
                  </a:lnTo>
                  <a:lnTo>
                    <a:pt x="1225580" y="1323714"/>
                  </a:lnTo>
                  <a:lnTo>
                    <a:pt x="1225574" y="1323715"/>
                  </a:lnTo>
                  <a:lnTo>
                    <a:pt x="1225562" y="1323712"/>
                  </a:lnTo>
                  <a:lnTo>
                    <a:pt x="1225549" y="1323708"/>
                  </a:lnTo>
                  <a:lnTo>
                    <a:pt x="1225536" y="1323705"/>
                  </a:lnTo>
                  <a:lnTo>
                    <a:pt x="1225525" y="1323704"/>
                  </a:lnTo>
                  <a:lnTo>
                    <a:pt x="1225520" y="1323706"/>
                  </a:lnTo>
                  <a:lnTo>
                    <a:pt x="1225518" y="1323710"/>
                  </a:lnTo>
                  <a:lnTo>
                    <a:pt x="1225513" y="1323715"/>
                  </a:lnTo>
                  <a:lnTo>
                    <a:pt x="1225505" y="1323719"/>
                  </a:lnTo>
                  <a:lnTo>
                    <a:pt x="1225494" y="1323723"/>
                  </a:lnTo>
                  <a:lnTo>
                    <a:pt x="1225484" y="1323724"/>
                  </a:lnTo>
                  <a:lnTo>
                    <a:pt x="1225465" y="1323721"/>
                  </a:lnTo>
                  <a:lnTo>
                    <a:pt x="1225454" y="1323725"/>
                  </a:lnTo>
                  <a:lnTo>
                    <a:pt x="1225443" y="1323732"/>
                  </a:lnTo>
                  <a:lnTo>
                    <a:pt x="1225431" y="1323734"/>
                  </a:lnTo>
                  <a:lnTo>
                    <a:pt x="1225423" y="1323735"/>
                  </a:lnTo>
                  <a:lnTo>
                    <a:pt x="1225411" y="1323738"/>
                  </a:lnTo>
                  <a:lnTo>
                    <a:pt x="1225402" y="1323743"/>
                  </a:lnTo>
                  <a:lnTo>
                    <a:pt x="1225394" y="1323743"/>
                  </a:lnTo>
                  <a:lnTo>
                    <a:pt x="1225385" y="1323745"/>
                  </a:lnTo>
                  <a:lnTo>
                    <a:pt x="1225376" y="1323742"/>
                  </a:lnTo>
                  <a:lnTo>
                    <a:pt x="1225369" y="1323740"/>
                  </a:lnTo>
                  <a:lnTo>
                    <a:pt x="1225362" y="1323771"/>
                  </a:lnTo>
                  <a:lnTo>
                    <a:pt x="1225356" y="1323782"/>
                  </a:lnTo>
                  <a:lnTo>
                    <a:pt x="1225356" y="1323799"/>
                  </a:lnTo>
                  <a:lnTo>
                    <a:pt x="1225359" y="1323809"/>
                  </a:lnTo>
                  <a:lnTo>
                    <a:pt x="1225363" y="1323821"/>
                  </a:lnTo>
                  <a:lnTo>
                    <a:pt x="1225362" y="1323831"/>
                  </a:lnTo>
                  <a:lnTo>
                    <a:pt x="1225359" y="1323842"/>
                  </a:lnTo>
                  <a:lnTo>
                    <a:pt x="1225357" y="1323852"/>
                  </a:lnTo>
                  <a:lnTo>
                    <a:pt x="1225356" y="1323868"/>
                  </a:lnTo>
                  <a:lnTo>
                    <a:pt x="1225340" y="1323864"/>
                  </a:lnTo>
                  <a:lnTo>
                    <a:pt x="1225326" y="1323863"/>
                  </a:lnTo>
                  <a:lnTo>
                    <a:pt x="1225312" y="1323863"/>
                  </a:lnTo>
                  <a:lnTo>
                    <a:pt x="1225299" y="1323866"/>
                  </a:lnTo>
                  <a:lnTo>
                    <a:pt x="1225293" y="1323870"/>
                  </a:lnTo>
                  <a:lnTo>
                    <a:pt x="1225288" y="1323878"/>
                  </a:lnTo>
                  <a:lnTo>
                    <a:pt x="1225276" y="1323889"/>
                  </a:lnTo>
                  <a:lnTo>
                    <a:pt x="1225268" y="1323898"/>
                  </a:lnTo>
                  <a:lnTo>
                    <a:pt x="1225260" y="1323906"/>
                  </a:lnTo>
                  <a:lnTo>
                    <a:pt x="1225253" y="1323920"/>
                  </a:lnTo>
                  <a:lnTo>
                    <a:pt x="1225247" y="1323929"/>
                  </a:lnTo>
                  <a:lnTo>
                    <a:pt x="1225235" y="1323938"/>
                  </a:lnTo>
                  <a:lnTo>
                    <a:pt x="1225235" y="1323955"/>
                  </a:lnTo>
                  <a:lnTo>
                    <a:pt x="1225233" y="1323965"/>
                  </a:lnTo>
                  <a:lnTo>
                    <a:pt x="1225231" y="1323972"/>
                  </a:lnTo>
                  <a:lnTo>
                    <a:pt x="1225227" y="1323981"/>
                  </a:lnTo>
                  <a:lnTo>
                    <a:pt x="1225214" y="1323992"/>
                  </a:lnTo>
                  <a:lnTo>
                    <a:pt x="1225199" y="1324012"/>
                  </a:lnTo>
                  <a:lnTo>
                    <a:pt x="1225186" y="1324030"/>
                  </a:lnTo>
                  <a:lnTo>
                    <a:pt x="1225177" y="1324046"/>
                  </a:lnTo>
                  <a:lnTo>
                    <a:pt x="1225174" y="1324063"/>
                  </a:lnTo>
                  <a:lnTo>
                    <a:pt x="1225163" y="1324095"/>
                  </a:lnTo>
                  <a:lnTo>
                    <a:pt x="1225158" y="1324103"/>
                  </a:lnTo>
                  <a:lnTo>
                    <a:pt x="1225152" y="1324113"/>
                  </a:lnTo>
                  <a:lnTo>
                    <a:pt x="1225142" y="1324120"/>
                  </a:lnTo>
                  <a:lnTo>
                    <a:pt x="1225131" y="1324127"/>
                  </a:lnTo>
                  <a:lnTo>
                    <a:pt x="1225124" y="1324131"/>
                  </a:lnTo>
                  <a:lnTo>
                    <a:pt x="1225115" y="1324134"/>
                  </a:lnTo>
                  <a:lnTo>
                    <a:pt x="1225106" y="1324138"/>
                  </a:lnTo>
                  <a:lnTo>
                    <a:pt x="1225105" y="1324143"/>
                  </a:lnTo>
                  <a:lnTo>
                    <a:pt x="1225096" y="1324151"/>
                  </a:lnTo>
                  <a:lnTo>
                    <a:pt x="1225088" y="1324159"/>
                  </a:lnTo>
                  <a:lnTo>
                    <a:pt x="1225083" y="1324166"/>
                  </a:lnTo>
                  <a:lnTo>
                    <a:pt x="1225082" y="1324172"/>
                  </a:lnTo>
                  <a:lnTo>
                    <a:pt x="1225082" y="1324182"/>
                  </a:lnTo>
                  <a:lnTo>
                    <a:pt x="1225089" y="1324191"/>
                  </a:lnTo>
                  <a:lnTo>
                    <a:pt x="1225106" y="1324202"/>
                  </a:lnTo>
                  <a:lnTo>
                    <a:pt x="1225113" y="1324215"/>
                  </a:lnTo>
                  <a:lnTo>
                    <a:pt x="1225117" y="1324218"/>
                  </a:lnTo>
                  <a:lnTo>
                    <a:pt x="1225124" y="1324220"/>
                  </a:lnTo>
                  <a:lnTo>
                    <a:pt x="1225126" y="1324242"/>
                  </a:lnTo>
                  <a:lnTo>
                    <a:pt x="1225138" y="1324246"/>
                  </a:lnTo>
                  <a:lnTo>
                    <a:pt x="1225147" y="1324248"/>
                  </a:lnTo>
                  <a:lnTo>
                    <a:pt x="1225155" y="1324255"/>
                  </a:lnTo>
                  <a:lnTo>
                    <a:pt x="1225162" y="1324265"/>
                  </a:lnTo>
                  <a:lnTo>
                    <a:pt x="1225170" y="1324274"/>
                  </a:lnTo>
                  <a:lnTo>
                    <a:pt x="1225175" y="1324278"/>
                  </a:lnTo>
                  <a:lnTo>
                    <a:pt x="1225184" y="1324282"/>
                  </a:lnTo>
                  <a:lnTo>
                    <a:pt x="1225192" y="1324284"/>
                  </a:lnTo>
                  <a:lnTo>
                    <a:pt x="1225200" y="1324283"/>
                  </a:lnTo>
                  <a:lnTo>
                    <a:pt x="1225218" y="1324284"/>
                  </a:lnTo>
                  <a:lnTo>
                    <a:pt x="1225223" y="1324293"/>
                  </a:lnTo>
                  <a:lnTo>
                    <a:pt x="1225230" y="1324314"/>
                  </a:lnTo>
                  <a:lnTo>
                    <a:pt x="1225241" y="1324338"/>
                  </a:lnTo>
                  <a:lnTo>
                    <a:pt x="1225265" y="1324365"/>
                  </a:lnTo>
                  <a:lnTo>
                    <a:pt x="1225268" y="1324373"/>
                  </a:lnTo>
                  <a:lnTo>
                    <a:pt x="1225273" y="1324385"/>
                  </a:lnTo>
                  <a:lnTo>
                    <a:pt x="1225279" y="1324393"/>
                  </a:lnTo>
                  <a:lnTo>
                    <a:pt x="1225289" y="1324404"/>
                  </a:lnTo>
                  <a:lnTo>
                    <a:pt x="1225311" y="1324430"/>
                  </a:lnTo>
                  <a:lnTo>
                    <a:pt x="1225314" y="1324436"/>
                  </a:lnTo>
                  <a:lnTo>
                    <a:pt x="1225318" y="1324448"/>
                  </a:lnTo>
                  <a:lnTo>
                    <a:pt x="1225323" y="1324457"/>
                  </a:lnTo>
                  <a:lnTo>
                    <a:pt x="1225328" y="1324465"/>
                  </a:lnTo>
                  <a:lnTo>
                    <a:pt x="1225345" y="1324481"/>
                  </a:lnTo>
                  <a:lnTo>
                    <a:pt x="1225364" y="1324627"/>
                  </a:lnTo>
                  <a:lnTo>
                    <a:pt x="1225367" y="1324651"/>
                  </a:lnTo>
                  <a:lnTo>
                    <a:pt x="1225369" y="1324660"/>
                  </a:lnTo>
                  <a:lnTo>
                    <a:pt x="1225370" y="1324669"/>
                  </a:lnTo>
                  <a:lnTo>
                    <a:pt x="1225374" y="1324687"/>
                  </a:lnTo>
                  <a:lnTo>
                    <a:pt x="1225381" y="1324693"/>
                  </a:lnTo>
                  <a:lnTo>
                    <a:pt x="1225396" y="1324699"/>
                  </a:lnTo>
                  <a:lnTo>
                    <a:pt x="1225406" y="1324704"/>
                  </a:lnTo>
                  <a:lnTo>
                    <a:pt x="1225415" y="1324710"/>
                  </a:lnTo>
                  <a:lnTo>
                    <a:pt x="1225422" y="1324718"/>
                  </a:lnTo>
                  <a:lnTo>
                    <a:pt x="1225438" y="1324736"/>
                  </a:lnTo>
                  <a:lnTo>
                    <a:pt x="1225445" y="1324746"/>
                  </a:lnTo>
                  <a:lnTo>
                    <a:pt x="1225461" y="1324765"/>
                  </a:lnTo>
                  <a:lnTo>
                    <a:pt x="1225464" y="1324770"/>
                  </a:lnTo>
                  <a:lnTo>
                    <a:pt x="1225458" y="1324783"/>
                  </a:lnTo>
                  <a:lnTo>
                    <a:pt x="1225447" y="1324799"/>
                  </a:lnTo>
                  <a:lnTo>
                    <a:pt x="1225447" y="1324811"/>
                  </a:lnTo>
                  <a:lnTo>
                    <a:pt x="1225449" y="1324820"/>
                  </a:lnTo>
                  <a:lnTo>
                    <a:pt x="1225446" y="1324839"/>
                  </a:lnTo>
                  <a:lnTo>
                    <a:pt x="1225443" y="1324850"/>
                  </a:lnTo>
                  <a:lnTo>
                    <a:pt x="1225438" y="1324865"/>
                  </a:lnTo>
                  <a:lnTo>
                    <a:pt x="1225435" y="1324874"/>
                  </a:lnTo>
                  <a:lnTo>
                    <a:pt x="1225436" y="1324886"/>
                  </a:lnTo>
                  <a:lnTo>
                    <a:pt x="1225434" y="1324905"/>
                  </a:lnTo>
                  <a:lnTo>
                    <a:pt x="1225431" y="1324926"/>
                  </a:lnTo>
                  <a:lnTo>
                    <a:pt x="1225428" y="1324939"/>
                  </a:lnTo>
                  <a:lnTo>
                    <a:pt x="1225420" y="1324955"/>
                  </a:lnTo>
                  <a:lnTo>
                    <a:pt x="1225407" y="1324971"/>
                  </a:lnTo>
                  <a:lnTo>
                    <a:pt x="1225398" y="1324982"/>
                  </a:lnTo>
                  <a:lnTo>
                    <a:pt x="1225391" y="1325007"/>
                  </a:lnTo>
                  <a:lnTo>
                    <a:pt x="1225383" y="1325038"/>
                  </a:lnTo>
                  <a:lnTo>
                    <a:pt x="1225376" y="1325053"/>
                  </a:lnTo>
                  <a:lnTo>
                    <a:pt x="1225371" y="1325064"/>
                  </a:lnTo>
                  <a:lnTo>
                    <a:pt x="1225365" y="1325071"/>
                  </a:lnTo>
                  <a:lnTo>
                    <a:pt x="1225353" y="1325076"/>
                  </a:lnTo>
                  <a:lnTo>
                    <a:pt x="1225308" y="1325078"/>
                  </a:lnTo>
                  <a:lnTo>
                    <a:pt x="1225302" y="1325077"/>
                  </a:lnTo>
                  <a:lnTo>
                    <a:pt x="1225295" y="1325077"/>
                  </a:lnTo>
                  <a:lnTo>
                    <a:pt x="1225289" y="1325081"/>
                  </a:lnTo>
                  <a:lnTo>
                    <a:pt x="1225285" y="1325083"/>
                  </a:lnTo>
                  <a:lnTo>
                    <a:pt x="1225277" y="1325089"/>
                  </a:lnTo>
                  <a:lnTo>
                    <a:pt x="1225262" y="1325095"/>
                  </a:lnTo>
                  <a:lnTo>
                    <a:pt x="1225255" y="1325100"/>
                  </a:lnTo>
                  <a:lnTo>
                    <a:pt x="1225246" y="1325106"/>
                  </a:lnTo>
                  <a:lnTo>
                    <a:pt x="1225236" y="1325113"/>
                  </a:lnTo>
                  <a:lnTo>
                    <a:pt x="1225223" y="1325114"/>
                  </a:lnTo>
                  <a:lnTo>
                    <a:pt x="1225210" y="1325120"/>
                  </a:lnTo>
                  <a:lnTo>
                    <a:pt x="1225206" y="1325132"/>
                  </a:lnTo>
                  <a:lnTo>
                    <a:pt x="1225205" y="1325137"/>
                  </a:lnTo>
                  <a:lnTo>
                    <a:pt x="1225204" y="1325145"/>
                  </a:lnTo>
                  <a:lnTo>
                    <a:pt x="1225198" y="1325150"/>
                  </a:lnTo>
                  <a:lnTo>
                    <a:pt x="1225190" y="1325151"/>
                  </a:lnTo>
                  <a:lnTo>
                    <a:pt x="1225183" y="1325152"/>
                  </a:lnTo>
                  <a:lnTo>
                    <a:pt x="1225179" y="1325152"/>
                  </a:lnTo>
                  <a:lnTo>
                    <a:pt x="1225173" y="1325151"/>
                  </a:lnTo>
                  <a:lnTo>
                    <a:pt x="1225165" y="1325151"/>
                  </a:lnTo>
                  <a:lnTo>
                    <a:pt x="1225156" y="1325152"/>
                  </a:lnTo>
                  <a:lnTo>
                    <a:pt x="1225147" y="1325151"/>
                  </a:lnTo>
                  <a:lnTo>
                    <a:pt x="1225147" y="1325147"/>
                  </a:lnTo>
                  <a:lnTo>
                    <a:pt x="1225141" y="1325144"/>
                  </a:lnTo>
                  <a:lnTo>
                    <a:pt x="1225124" y="1325169"/>
                  </a:lnTo>
                  <a:lnTo>
                    <a:pt x="1225111" y="1325176"/>
                  </a:lnTo>
                  <a:lnTo>
                    <a:pt x="1225107" y="1325182"/>
                  </a:lnTo>
                  <a:lnTo>
                    <a:pt x="1225106" y="1325188"/>
                  </a:lnTo>
                  <a:lnTo>
                    <a:pt x="1225108" y="1325192"/>
                  </a:lnTo>
                  <a:lnTo>
                    <a:pt x="1225111" y="1325199"/>
                  </a:lnTo>
                  <a:lnTo>
                    <a:pt x="1225116" y="1325207"/>
                  </a:lnTo>
                  <a:lnTo>
                    <a:pt x="1225119" y="1325211"/>
                  </a:lnTo>
                  <a:lnTo>
                    <a:pt x="1225124" y="1325221"/>
                  </a:lnTo>
                  <a:lnTo>
                    <a:pt x="1225131" y="1325229"/>
                  </a:lnTo>
                  <a:lnTo>
                    <a:pt x="1225124" y="1325237"/>
                  </a:lnTo>
                  <a:lnTo>
                    <a:pt x="1225122" y="1325242"/>
                  </a:lnTo>
                  <a:lnTo>
                    <a:pt x="1225118" y="1325252"/>
                  </a:lnTo>
                  <a:lnTo>
                    <a:pt x="1225117" y="1325259"/>
                  </a:lnTo>
                  <a:lnTo>
                    <a:pt x="1225119" y="1325265"/>
                  </a:lnTo>
                  <a:lnTo>
                    <a:pt x="1225125" y="1325274"/>
                  </a:lnTo>
                  <a:lnTo>
                    <a:pt x="1225131" y="1325282"/>
                  </a:lnTo>
                  <a:lnTo>
                    <a:pt x="1225139" y="1325297"/>
                  </a:lnTo>
                  <a:lnTo>
                    <a:pt x="1225141" y="1325307"/>
                  </a:lnTo>
                  <a:lnTo>
                    <a:pt x="1225143" y="1325320"/>
                  </a:lnTo>
                  <a:lnTo>
                    <a:pt x="1225143" y="1325329"/>
                  </a:lnTo>
                  <a:lnTo>
                    <a:pt x="1225144" y="1325337"/>
                  </a:lnTo>
                  <a:lnTo>
                    <a:pt x="1225143" y="1325343"/>
                  </a:lnTo>
                  <a:lnTo>
                    <a:pt x="1225142" y="1325351"/>
                  </a:lnTo>
                  <a:lnTo>
                    <a:pt x="1225139" y="1325359"/>
                  </a:lnTo>
                  <a:lnTo>
                    <a:pt x="1225138" y="1325366"/>
                  </a:lnTo>
                  <a:lnTo>
                    <a:pt x="1225138" y="1325377"/>
                  </a:lnTo>
                  <a:lnTo>
                    <a:pt x="1225139" y="1325386"/>
                  </a:lnTo>
                  <a:lnTo>
                    <a:pt x="1225140" y="1325401"/>
                  </a:lnTo>
                  <a:lnTo>
                    <a:pt x="1225142" y="1325429"/>
                  </a:lnTo>
                  <a:lnTo>
                    <a:pt x="1225143" y="1325450"/>
                  </a:lnTo>
                  <a:lnTo>
                    <a:pt x="1225143" y="1325455"/>
                  </a:lnTo>
                  <a:lnTo>
                    <a:pt x="1225141" y="1325461"/>
                  </a:lnTo>
                  <a:lnTo>
                    <a:pt x="1225136" y="1325467"/>
                  </a:lnTo>
                  <a:lnTo>
                    <a:pt x="1225134" y="1325477"/>
                  </a:lnTo>
                  <a:lnTo>
                    <a:pt x="1225138" y="1325485"/>
                  </a:lnTo>
                  <a:lnTo>
                    <a:pt x="1225144" y="1325492"/>
                  </a:lnTo>
                  <a:lnTo>
                    <a:pt x="1225150" y="1325502"/>
                  </a:lnTo>
                  <a:lnTo>
                    <a:pt x="1225158" y="1325520"/>
                  </a:lnTo>
                  <a:lnTo>
                    <a:pt x="1225159" y="1325528"/>
                  </a:lnTo>
                  <a:lnTo>
                    <a:pt x="1225156" y="1325540"/>
                  </a:lnTo>
                  <a:lnTo>
                    <a:pt x="1225152" y="1325555"/>
                  </a:lnTo>
                  <a:lnTo>
                    <a:pt x="1225142" y="1325567"/>
                  </a:lnTo>
                  <a:lnTo>
                    <a:pt x="1225137" y="1325578"/>
                  </a:lnTo>
                  <a:lnTo>
                    <a:pt x="1225134" y="1325586"/>
                  </a:lnTo>
                  <a:lnTo>
                    <a:pt x="1225135" y="1325593"/>
                  </a:lnTo>
                  <a:lnTo>
                    <a:pt x="1225138" y="1325600"/>
                  </a:lnTo>
                  <a:lnTo>
                    <a:pt x="1225143" y="1325607"/>
                  </a:lnTo>
                  <a:lnTo>
                    <a:pt x="1225135" y="1325609"/>
                  </a:lnTo>
                  <a:lnTo>
                    <a:pt x="1225126" y="1325611"/>
                  </a:lnTo>
                  <a:lnTo>
                    <a:pt x="1225121" y="1325612"/>
                  </a:lnTo>
                  <a:lnTo>
                    <a:pt x="1225113" y="1325617"/>
                  </a:lnTo>
                  <a:lnTo>
                    <a:pt x="1225108" y="1325621"/>
                  </a:lnTo>
                  <a:lnTo>
                    <a:pt x="1225101" y="1325626"/>
                  </a:lnTo>
                  <a:lnTo>
                    <a:pt x="1225091" y="1325632"/>
                  </a:lnTo>
                  <a:lnTo>
                    <a:pt x="1225083" y="1325636"/>
                  </a:lnTo>
                  <a:lnTo>
                    <a:pt x="1225072" y="1325646"/>
                  </a:lnTo>
                  <a:lnTo>
                    <a:pt x="1225069" y="1325653"/>
                  </a:lnTo>
                  <a:lnTo>
                    <a:pt x="1225068" y="1325659"/>
                  </a:lnTo>
                  <a:lnTo>
                    <a:pt x="1225059" y="1325664"/>
                  </a:lnTo>
                  <a:lnTo>
                    <a:pt x="1225042" y="1325675"/>
                  </a:lnTo>
                  <a:lnTo>
                    <a:pt x="1225039" y="1325683"/>
                  </a:lnTo>
                  <a:lnTo>
                    <a:pt x="1225034" y="1325694"/>
                  </a:lnTo>
                  <a:lnTo>
                    <a:pt x="1225034" y="1325702"/>
                  </a:lnTo>
                  <a:lnTo>
                    <a:pt x="1225032" y="1325728"/>
                  </a:lnTo>
                  <a:lnTo>
                    <a:pt x="1225032" y="1325743"/>
                  </a:lnTo>
                  <a:lnTo>
                    <a:pt x="1225030" y="1325778"/>
                  </a:lnTo>
                  <a:lnTo>
                    <a:pt x="1225026" y="1325803"/>
                  </a:lnTo>
                  <a:lnTo>
                    <a:pt x="1225016" y="1325829"/>
                  </a:lnTo>
                  <a:lnTo>
                    <a:pt x="1225011" y="1325842"/>
                  </a:lnTo>
                  <a:lnTo>
                    <a:pt x="1225006" y="1325852"/>
                  </a:lnTo>
                  <a:lnTo>
                    <a:pt x="1225004" y="1325856"/>
                  </a:lnTo>
                  <a:lnTo>
                    <a:pt x="1225001" y="1325861"/>
                  </a:lnTo>
                  <a:lnTo>
                    <a:pt x="1224996" y="1325864"/>
                  </a:lnTo>
                  <a:lnTo>
                    <a:pt x="1224990" y="1325870"/>
                  </a:lnTo>
                  <a:lnTo>
                    <a:pt x="1224989" y="1325876"/>
                  </a:lnTo>
                  <a:lnTo>
                    <a:pt x="1224989" y="1325883"/>
                  </a:lnTo>
                  <a:lnTo>
                    <a:pt x="1224987" y="1325891"/>
                  </a:lnTo>
                  <a:lnTo>
                    <a:pt x="1224987" y="1325903"/>
                  </a:lnTo>
                  <a:lnTo>
                    <a:pt x="1224982" y="1325913"/>
                  </a:lnTo>
                  <a:lnTo>
                    <a:pt x="1224978" y="1325920"/>
                  </a:lnTo>
                  <a:lnTo>
                    <a:pt x="1224969" y="1325932"/>
                  </a:lnTo>
                  <a:lnTo>
                    <a:pt x="1224955" y="1325941"/>
                  </a:lnTo>
                  <a:lnTo>
                    <a:pt x="1224924" y="1325958"/>
                  </a:lnTo>
                  <a:lnTo>
                    <a:pt x="1224917" y="1325963"/>
                  </a:lnTo>
                  <a:lnTo>
                    <a:pt x="1224906" y="1325970"/>
                  </a:lnTo>
                  <a:lnTo>
                    <a:pt x="1224899" y="1325981"/>
                  </a:lnTo>
                  <a:lnTo>
                    <a:pt x="1224887" y="1325998"/>
                  </a:lnTo>
                  <a:lnTo>
                    <a:pt x="1224885" y="1326002"/>
                  </a:lnTo>
                  <a:lnTo>
                    <a:pt x="1224878" y="1326007"/>
                  </a:lnTo>
                  <a:lnTo>
                    <a:pt x="1224873" y="1326007"/>
                  </a:lnTo>
                  <a:lnTo>
                    <a:pt x="1224862" y="1326005"/>
                  </a:lnTo>
                  <a:lnTo>
                    <a:pt x="1224857" y="1326003"/>
                  </a:lnTo>
                  <a:lnTo>
                    <a:pt x="1224851" y="1326002"/>
                  </a:lnTo>
                  <a:lnTo>
                    <a:pt x="1224846" y="1326002"/>
                  </a:lnTo>
                  <a:lnTo>
                    <a:pt x="1224841" y="1326001"/>
                  </a:lnTo>
                  <a:lnTo>
                    <a:pt x="1224836" y="1325999"/>
                  </a:lnTo>
                  <a:lnTo>
                    <a:pt x="1224832" y="1325997"/>
                  </a:lnTo>
                  <a:lnTo>
                    <a:pt x="1224827" y="1325993"/>
                  </a:lnTo>
                  <a:lnTo>
                    <a:pt x="1224819" y="1325992"/>
                  </a:lnTo>
                  <a:lnTo>
                    <a:pt x="1224815" y="1325992"/>
                  </a:lnTo>
                  <a:lnTo>
                    <a:pt x="1224809" y="1325994"/>
                  </a:lnTo>
                  <a:lnTo>
                    <a:pt x="1224800" y="1325993"/>
                  </a:lnTo>
                  <a:lnTo>
                    <a:pt x="1224793" y="1325994"/>
                  </a:lnTo>
                  <a:lnTo>
                    <a:pt x="1224784" y="1325997"/>
                  </a:lnTo>
                  <a:lnTo>
                    <a:pt x="1224776" y="1326005"/>
                  </a:lnTo>
                  <a:lnTo>
                    <a:pt x="1224762" y="1325998"/>
                  </a:lnTo>
                  <a:lnTo>
                    <a:pt x="1224750" y="1326003"/>
                  </a:lnTo>
                  <a:lnTo>
                    <a:pt x="1224746" y="1326007"/>
                  </a:lnTo>
                  <a:lnTo>
                    <a:pt x="1224742" y="1326010"/>
                  </a:lnTo>
                  <a:lnTo>
                    <a:pt x="1224728" y="1326023"/>
                  </a:lnTo>
                  <a:lnTo>
                    <a:pt x="1224721" y="1326028"/>
                  </a:lnTo>
                  <a:lnTo>
                    <a:pt x="1224714" y="1326030"/>
                  </a:lnTo>
                  <a:lnTo>
                    <a:pt x="1224700" y="1326029"/>
                  </a:lnTo>
                  <a:lnTo>
                    <a:pt x="1224680" y="1326026"/>
                  </a:lnTo>
                  <a:lnTo>
                    <a:pt x="1224667" y="1326024"/>
                  </a:lnTo>
                  <a:lnTo>
                    <a:pt x="1224658" y="1326033"/>
                  </a:lnTo>
                  <a:lnTo>
                    <a:pt x="1224650" y="1326041"/>
                  </a:lnTo>
                  <a:lnTo>
                    <a:pt x="1224647" y="1326045"/>
                  </a:lnTo>
                  <a:lnTo>
                    <a:pt x="1224639" y="1326056"/>
                  </a:lnTo>
                  <a:lnTo>
                    <a:pt x="1224630" y="1326062"/>
                  </a:lnTo>
                  <a:lnTo>
                    <a:pt x="1224624" y="1326065"/>
                  </a:lnTo>
                  <a:lnTo>
                    <a:pt x="1224611" y="1326068"/>
                  </a:lnTo>
                  <a:lnTo>
                    <a:pt x="1224601" y="1326072"/>
                  </a:lnTo>
                  <a:lnTo>
                    <a:pt x="1224592" y="1326078"/>
                  </a:lnTo>
                  <a:lnTo>
                    <a:pt x="1224577" y="1326082"/>
                  </a:lnTo>
                  <a:lnTo>
                    <a:pt x="1224569" y="1326084"/>
                  </a:lnTo>
                  <a:lnTo>
                    <a:pt x="1224557" y="1326087"/>
                  </a:lnTo>
                  <a:lnTo>
                    <a:pt x="1224543" y="1326091"/>
                  </a:lnTo>
                  <a:lnTo>
                    <a:pt x="1224533" y="1326094"/>
                  </a:lnTo>
                  <a:lnTo>
                    <a:pt x="1224527" y="1326098"/>
                  </a:lnTo>
                  <a:lnTo>
                    <a:pt x="1224521" y="1326100"/>
                  </a:lnTo>
                  <a:lnTo>
                    <a:pt x="1224515" y="1326101"/>
                  </a:lnTo>
                  <a:lnTo>
                    <a:pt x="1224509" y="1326103"/>
                  </a:lnTo>
                  <a:lnTo>
                    <a:pt x="1224507" y="1326107"/>
                  </a:lnTo>
                  <a:lnTo>
                    <a:pt x="1224508" y="1326112"/>
                  </a:lnTo>
                  <a:lnTo>
                    <a:pt x="1224509" y="1326124"/>
                  </a:lnTo>
                  <a:lnTo>
                    <a:pt x="1224515" y="1326142"/>
                  </a:lnTo>
                  <a:lnTo>
                    <a:pt x="1224522" y="1326156"/>
                  </a:lnTo>
                  <a:lnTo>
                    <a:pt x="1224530" y="1326170"/>
                  </a:lnTo>
                  <a:lnTo>
                    <a:pt x="1224533" y="1326183"/>
                  </a:lnTo>
                  <a:lnTo>
                    <a:pt x="1224537" y="1326192"/>
                  </a:lnTo>
                  <a:lnTo>
                    <a:pt x="1224543" y="1326202"/>
                  </a:lnTo>
                  <a:lnTo>
                    <a:pt x="1224549" y="1326210"/>
                  </a:lnTo>
                  <a:lnTo>
                    <a:pt x="1224555" y="1326220"/>
                  </a:lnTo>
                  <a:lnTo>
                    <a:pt x="1224559" y="1326226"/>
                  </a:lnTo>
                  <a:lnTo>
                    <a:pt x="1224556" y="1326231"/>
                  </a:lnTo>
                  <a:lnTo>
                    <a:pt x="1224550" y="1326239"/>
                  </a:lnTo>
                  <a:lnTo>
                    <a:pt x="1224543" y="1326248"/>
                  </a:lnTo>
                  <a:lnTo>
                    <a:pt x="1224537" y="1326256"/>
                  </a:lnTo>
                  <a:lnTo>
                    <a:pt x="1224527" y="1326266"/>
                  </a:lnTo>
                  <a:lnTo>
                    <a:pt x="1224513" y="1326279"/>
                  </a:lnTo>
                  <a:lnTo>
                    <a:pt x="1224514" y="1326293"/>
                  </a:lnTo>
                  <a:lnTo>
                    <a:pt x="1224514" y="1326306"/>
                  </a:lnTo>
                  <a:lnTo>
                    <a:pt x="1224516" y="1326325"/>
                  </a:lnTo>
                  <a:lnTo>
                    <a:pt x="1224518" y="1326335"/>
                  </a:lnTo>
                  <a:lnTo>
                    <a:pt x="1224521" y="1326347"/>
                  </a:lnTo>
                  <a:lnTo>
                    <a:pt x="1224522" y="1326354"/>
                  </a:lnTo>
                  <a:lnTo>
                    <a:pt x="1224525" y="1326359"/>
                  </a:lnTo>
                  <a:lnTo>
                    <a:pt x="1224539" y="1326351"/>
                  </a:lnTo>
                  <a:lnTo>
                    <a:pt x="1224555" y="1326345"/>
                  </a:lnTo>
                  <a:lnTo>
                    <a:pt x="1224569" y="1326342"/>
                  </a:lnTo>
                  <a:lnTo>
                    <a:pt x="1224578" y="1326345"/>
                  </a:lnTo>
                  <a:lnTo>
                    <a:pt x="1224585" y="1326349"/>
                  </a:lnTo>
                  <a:lnTo>
                    <a:pt x="1224598" y="1326358"/>
                  </a:lnTo>
                  <a:lnTo>
                    <a:pt x="1224616" y="1326368"/>
                  </a:lnTo>
                  <a:lnTo>
                    <a:pt x="1224628" y="1326373"/>
                  </a:lnTo>
                  <a:lnTo>
                    <a:pt x="1224643" y="1326378"/>
                  </a:lnTo>
                  <a:lnTo>
                    <a:pt x="1224666" y="1326388"/>
                  </a:lnTo>
                  <a:lnTo>
                    <a:pt x="1224680" y="1326395"/>
                  </a:lnTo>
                  <a:lnTo>
                    <a:pt x="1224687" y="1326398"/>
                  </a:lnTo>
                  <a:lnTo>
                    <a:pt x="1224696" y="1326403"/>
                  </a:lnTo>
                  <a:lnTo>
                    <a:pt x="1224699" y="1326406"/>
                  </a:lnTo>
                  <a:lnTo>
                    <a:pt x="1224702" y="1326410"/>
                  </a:lnTo>
                  <a:lnTo>
                    <a:pt x="1224702" y="1326424"/>
                  </a:lnTo>
                  <a:lnTo>
                    <a:pt x="1224707" y="1326436"/>
                  </a:lnTo>
                  <a:lnTo>
                    <a:pt x="1224726" y="1326479"/>
                  </a:lnTo>
                  <a:lnTo>
                    <a:pt x="1224726" y="1326485"/>
                  </a:lnTo>
                  <a:lnTo>
                    <a:pt x="1224726" y="1326492"/>
                  </a:lnTo>
                  <a:lnTo>
                    <a:pt x="1224727" y="1326497"/>
                  </a:lnTo>
                  <a:lnTo>
                    <a:pt x="1224729" y="1326502"/>
                  </a:lnTo>
                  <a:lnTo>
                    <a:pt x="1224734" y="1326508"/>
                  </a:lnTo>
                  <a:lnTo>
                    <a:pt x="1224742" y="1326514"/>
                  </a:lnTo>
                  <a:lnTo>
                    <a:pt x="1224749" y="1326519"/>
                  </a:lnTo>
                  <a:lnTo>
                    <a:pt x="1224759" y="1326523"/>
                  </a:lnTo>
                  <a:lnTo>
                    <a:pt x="1224773" y="1326535"/>
                  </a:lnTo>
                  <a:lnTo>
                    <a:pt x="1224784" y="1326547"/>
                  </a:lnTo>
                  <a:lnTo>
                    <a:pt x="1224792" y="1326554"/>
                  </a:lnTo>
                  <a:lnTo>
                    <a:pt x="1224800" y="1326564"/>
                  </a:lnTo>
                  <a:lnTo>
                    <a:pt x="1224808" y="1326577"/>
                  </a:lnTo>
                  <a:lnTo>
                    <a:pt x="1224817" y="1326587"/>
                  </a:lnTo>
                  <a:lnTo>
                    <a:pt x="1224823" y="1326594"/>
                  </a:lnTo>
                  <a:lnTo>
                    <a:pt x="1224827" y="1326600"/>
                  </a:lnTo>
                  <a:lnTo>
                    <a:pt x="1224823" y="1326606"/>
                  </a:lnTo>
                  <a:lnTo>
                    <a:pt x="1224818" y="1326610"/>
                  </a:lnTo>
                  <a:lnTo>
                    <a:pt x="1224810" y="1326616"/>
                  </a:lnTo>
                  <a:lnTo>
                    <a:pt x="1224801" y="1326620"/>
                  </a:lnTo>
                  <a:lnTo>
                    <a:pt x="1224790" y="1326623"/>
                  </a:lnTo>
                  <a:lnTo>
                    <a:pt x="1224782" y="1326626"/>
                  </a:lnTo>
                  <a:lnTo>
                    <a:pt x="1224774" y="1326632"/>
                  </a:lnTo>
                  <a:lnTo>
                    <a:pt x="1224769" y="1326636"/>
                  </a:lnTo>
                  <a:lnTo>
                    <a:pt x="1224764" y="1326639"/>
                  </a:lnTo>
                  <a:lnTo>
                    <a:pt x="1224756" y="1326640"/>
                  </a:lnTo>
                  <a:lnTo>
                    <a:pt x="1224748" y="1326640"/>
                  </a:lnTo>
                  <a:lnTo>
                    <a:pt x="1224738" y="1326638"/>
                  </a:lnTo>
                  <a:lnTo>
                    <a:pt x="1224727" y="1326633"/>
                  </a:lnTo>
                  <a:lnTo>
                    <a:pt x="1224720" y="1326631"/>
                  </a:lnTo>
                  <a:lnTo>
                    <a:pt x="1224715" y="1326631"/>
                  </a:lnTo>
                  <a:lnTo>
                    <a:pt x="1224708" y="1326631"/>
                  </a:lnTo>
                  <a:lnTo>
                    <a:pt x="1224703" y="1326632"/>
                  </a:lnTo>
                  <a:lnTo>
                    <a:pt x="1224692" y="1326631"/>
                  </a:lnTo>
                  <a:lnTo>
                    <a:pt x="1224687" y="1326631"/>
                  </a:lnTo>
                  <a:lnTo>
                    <a:pt x="1224674" y="1326631"/>
                  </a:lnTo>
                  <a:lnTo>
                    <a:pt x="1224673" y="1326651"/>
                  </a:lnTo>
                  <a:lnTo>
                    <a:pt x="1224670" y="1326691"/>
                  </a:lnTo>
                  <a:lnTo>
                    <a:pt x="1224669" y="1326704"/>
                  </a:lnTo>
                  <a:lnTo>
                    <a:pt x="1224669" y="1326709"/>
                  </a:lnTo>
                  <a:lnTo>
                    <a:pt x="1224669" y="1326719"/>
                  </a:lnTo>
                  <a:lnTo>
                    <a:pt x="1224672" y="1326729"/>
                  </a:lnTo>
                  <a:lnTo>
                    <a:pt x="1224674" y="1326739"/>
                  </a:lnTo>
                  <a:lnTo>
                    <a:pt x="1224682" y="1326765"/>
                  </a:lnTo>
                  <a:lnTo>
                    <a:pt x="1224682" y="1326772"/>
                  </a:lnTo>
                  <a:lnTo>
                    <a:pt x="1224683" y="1326783"/>
                  </a:lnTo>
                  <a:lnTo>
                    <a:pt x="1224684" y="1326792"/>
                  </a:lnTo>
                  <a:lnTo>
                    <a:pt x="1224685" y="1326804"/>
                  </a:lnTo>
                  <a:lnTo>
                    <a:pt x="1224683" y="1326814"/>
                  </a:lnTo>
                  <a:lnTo>
                    <a:pt x="1224682" y="1326827"/>
                  </a:lnTo>
                  <a:lnTo>
                    <a:pt x="1224678" y="1326836"/>
                  </a:lnTo>
                  <a:lnTo>
                    <a:pt x="1224674" y="1326848"/>
                  </a:lnTo>
                  <a:lnTo>
                    <a:pt x="1224668" y="1326868"/>
                  </a:lnTo>
                  <a:lnTo>
                    <a:pt x="1224666" y="1326875"/>
                  </a:lnTo>
                  <a:lnTo>
                    <a:pt x="1224661" y="1326900"/>
                  </a:lnTo>
                  <a:lnTo>
                    <a:pt x="1224658" y="1326915"/>
                  </a:lnTo>
                  <a:lnTo>
                    <a:pt x="1224657" y="1326923"/>
                  </a:lnTo>
                  <a:lnTo>
                    <a:pt x="1224655" y="1326930"/>
                  </a:lnTo>
                  <a:lnTo>
                    <a:pt x="1224655" y="1326939"/>
                  </a:lnTo>
                  <a:lnTo>
                    <a:pt x="1224653" y="1326953"/>
                  </a:lnTo>
                  <a:lnTo>
                    <a:pt x="1224645" y="1326959"/>
                  </a:lnTo>
                  <a:lnTo>
                    <a:pt x="1224634" y="1326975"/>
                  </a:lnTo>
                  <a:lnTo>
                    <a:pt x="1224619" y="1326994"/>
                  </a:lnTo>
                  <a:lnTo>
                    <a:pt x="1224604" y="1327009"/>
                  </a:lnTo>
                  <a:lnTo>
                    <a:pt x="1224600" y="1327014"/>
                  </a:lnTo>
                  <a:lnTo>
                    <a:pt x="1224595" y="1327019"/>
                  </a:lnTo>
                  <a:lnTo>
                    <a:pt x="1224601" y="1327026"/>
                  </a:lnTo>
                  <a:lnTo>
                    <a:pt x="1224625" y="1327046"/>
                  </a:lnTo>
                  <a:lnTo>
                    <a:pt x="1224632" y="1327055"/>
                  </a:lnTo>
                  <a:lnTo>
                    <a:pt x="1224632" y="1327061"/>
                  </a:lnTo>
                  <a:lnTo>
                    <a:pt x="1224629" y="1327069"/>
                  </a:lnTo>
                  <a:lnTo>
                    <a:pt x="1224626" y="1327076"/>
                  </a:lnTo>
                  <a:lnTo>
                    <a:pt x="1224624" y="1327085"/>
                  </a:lnTo>
                  <a:lnTo>
                    <a:pt x="1224626" y="1327093"/>
                  </a:lnTo>
                  <a:lnTo>
                    <a:pt x="1224631" y="1327100"/>
                  </a:lnTo>
                  <a:lnTo>
                    <a:pt x="1224632" y="1327104"/>
                  </a:lnTo>
                  <a:lnTo>
                    <a:pt x="1224633" y="1327110"/>
                  </a:lnTo>
                  <a:lnTo>
                    <a:pt x="1224635" y="1327132"/>
                  </a:lnTo>
                  <a:lnTo>
                    <a:pt x="1224634" y="1327140"/>
                  </a:lnTo>
                  <a:lnTo>
                    <a:pt x="1224630" y="1327147"/>
                  </a:lnTo>
                  <a:lnTo>
                    <a:pt x="1224622" y="1327154"/>
                  </a:lnTo>
                  <a:lnTo>
                    <a:pt x="1224610" y="1327162"/>
                  </a:lnTo>
                  <a:lnTo>
                    <a:pt x="1224592" y="1327174"/>
                  </a:lnTo>
                  <a:lnTo>
                    <a:pt x="1224581" y="1327181"/>
                  </a:lnTo>
                  <a:lnTo>
                    <a:pt x="1224577" y="1327186"/>
                  </a:lnTo>
                  <a:lnTo>
                    <a:pt x="1224573" y="1327191"/>
                  </a:lnTo>
                  <a:lnTo>
                    <a:pt x="1224566" y="1327197"/>
                  </a:lnTo>
                  <a:lnTo>
                    <a:pt x="1224558" y="1327204"/>
                  </a:lnTo>
                  <a:lnTo>
                    <a:pt x="1224545" y="1327218"/>
                  </a:lnTo>
                  <a:lnTo>
                    <a:pt x="1224538" y="1327232"/>
                  </a:lnTo>
                  <a:lnTo>
                    <a:pt x="1224535" y="1327243"/>
                  </a:lnTo>
                  <a:lnTo>
                    <a:pt x="1224526" y="1327265"/>
                  </a:lnTo>
                  <a:lnTo>
                    <a:pt x="1224524" y="1327271"/>
                  </a:lnTo>
                  <a:lnTo>
                    <a:pt x="1224514" y="1327283"/>
                  </a:lnTo>
                  <a:lnTo>
                    <a:pt x="1224500" y="1327293"/>
                  </a:lnTo>
                  <a:lnTo>
                    <a:pt x="1224492" y="1327298"/>
                  </a:lnTo>
                  <a:lnTo>
                    <a:pt x="1224475" y="1327306"/>
                  </a:lnTo>
                  <a:lnTo>
                    <a:pt x="1224466" y="1327310"/>
                  </a:lnTo>
                  <a:lnTo>
                    <a:pt x="1224458" y="1327312"/>
                  </a:lnTo>
                  <a:lnTo>
                    <a:pt x="1224450" y="1327312"/>
                  </a:lnTo>
                  <a:lnTo>
                    <a:pt x="1224443" y="1327312"/>
                  </a:lnTo>
                  <a:lnTo>
                    <a:pt x="1224435" y="1327312"/>
                  </a:lnTo>
                  <a:lnTo>
                    <a:pt x="1224430" y="1327312"/>
                  </a:lnTo>
                  <a:lnTo>
                    <a:pt x="1224425" y="1327310"/>
                  </a:lnTo>
                  <a:lnTo>
                    <a:pt x="1224416" y="1327308"/>
                  </a:lnTo>
                  <a:lnTo>
                    <a:pt x="1224408" y="1327307"/>
                  </a:lnTo>
                  <a:lnTo>
                    <a:pt x="1224399" y="1327306"/>
                  </a:lnTo>
                  <a:lnTo>
                    <a:pt x="1224393" y="1327304"/>
                  </a:lnTo>
                  <a:lnTo>
                    <a:pt x="1224388" y="1327302"/>
                  </a:lnTo>
                  <a:lnTo>
                    <a:pt x="1224370" y="1327293"/>
                  </a:lnTo>
                  <a:lnTo>
                    <a:pt x="1224362" y="1327289"/>
                  </a:lnTo>
                  <a:lnTo>
                    <a:pt x="1224356" y="1327286"/>
                  </a:lnTo>
                  <a:lnTo>
                    <a:pt x="1224351" y="1327282"/>
                  </a:lnTo>
                  <a:lnTo>
                    <a:pt x="1224344" y="1327278"/>
                  </a:lnTo>
                  <a:lnTo>
                    <a:pt x="1224338" y="1327272"/>
                  </a:lnTo>
                  <a:lnTo>
                    <a:pt x="1224325" y="1327265"/>
                  </a:lnTo>
                  <a:lnTo>
                    <a:pt x="1224320" y="1327264"/>
                  </a:lnTo>
                  <a:lnTo>
                    <a:pt x="1224306" y="1327270"/>
                  </a:lnTo>
                  <a:lnTo>
                    <a:pt x="1224294" y="1327278"/>
                  </a:lnTo>
                  <a:lnTo>
                    <a:pt x="1224283" y="1327284"/>
                  </a:lnTo>
                  <a:lnTo>
                    <a:pt x="1224265" y="1327300"/>
                  </a:lnTo>
                  <a:lnTo>
                    <a:pt x="1224257" y="1327312"/>
                  </a:lnTo>
                  <a:lnTo>
                    <a:pt x="1224243" y="1327327"/>
                  </a:lnTo>
                  <a:lnTo>
                    <a:pt x="1224237" y="1327332"/>
                  </a:lnTo>
                  <a:lnTo>
                    <a:pt x="1224231" y="1327335"/>
                  </a:lnTo>
                  <a:lnTo>
                    <a:pt x="1224226" y="1327336"/>
                  </a:lnTo>
                  <a:lnTo>
                    <a:pt x="1224221" y="1327323"/>
                  </a:lnTo>
                  <a:lnTo>
                    <a:pt x="1224218" y="1327313"/>
                  </a:lnTo>
                  <a:lnTo>
                    <a:pt x="1224215" y="1327302"/>
                  </a:lnTo>
                  <a:lnTo>
                    <a:pt x="1224214" y="1327288"/>
                  </a:lnTo>
                  <a:lnTo>
                    <a:pt x="1224211" y="1327271"/>
                  </a:lnTo>
                  <a:lnTo>
                    <a:pt x="1224211" y="1327252"/>
                  </a:lnTo>
                  <a:lnTo>
                    <a:pt x="1224210" y="1327246"/>
                  </a:lnTo>
                  <a:lnTo>
                    <a:pt x="1224208" y="1327238"/>
                  </a:lnTo>
                  <a:lnTo>
                    <a:pt x="1224204" y="1327229"/>
                  </a:lnTo>
                  <a:lnTo>
                    <a:pt x="1224201" y="1327214"/>
                  </a:lnTo>
                  <a:lnTo>
                    <a:pt x="1224200" y="1327207"/>
                  </a:lnTo>
                  <a:lnTo>
                    <a:pt x="1224198" y="1327196"/>
                  </a:lnTo>
                  <a:lnTo>
                    <a:pt x="1224195" y="1327192"/>
                  </a:lnTo>
                  <a:lnTo>
                    <a:pt x="1224190" y="1327179"/>
                  </a:lnTo>
                  <a:lnTo>
                    <a:pt x="1224186" y="1327160"/>
                  </a:lnTo>
                  <a:lnTo>
                    <a:pt x="1224182" y="1327151"/>
                  </a:lnTo>
                  <a:lnTo>
                    <a:pt x="1224180" y="1327145"/>
                  </a:lnTo>
                  <a:lnTo>
                    <a:pt x="1224179" y="1327139"/>
                  </a:lnTo>
                  <a:lnTo>
                    <a:pt x="1224179" y="1327133"/>
                  </a:lnTo>
                  <a:lnTo>
                    <a:pt x="1224181" y="1327126"/>
                  </a:lnTo>
                  <a:lnTo>
                    <a:pt x="1224183" y="1327117"/>
                  </a:lnTo>
                  <a:lnTo>
                    <a:pt x="1224184" y="1327112"/>
                  </a:lnTo>
                  <a:lnTo>
                    <a:pt x="1224187" y="1327099"/>
                  </a:lnTo>
                  <a:lnTo>
                    <a:pt x="1224197" y="1327091"/>
                  </a:lnTo>
                  <a:lnTo>
                    <a:pt x="1224200" y="1327086"/>
                  </a:lnTo>
                  <a:lnTo>
                    <a:pt x="1224204" y="1327075"/>
                  </a:lnTo>
                  <a:lnTo>
                    <a:pt x="1224205" y="1327069"/>
                  </a:lnTo>
                  <a:lnTo>
                    <a:pt x="1224206" y="1327063"/>
                  </a:lnTo>
                  <a:lnTo>
                    <a:pt x="1224206" y="1327054"/>
                  </a:lnTo>
                  <a:lnTo>
                    <a:pt x="1224204" y="1327048"/>
                  </a:lnTo>
                  <a:lnTo>
                    <a:pt x="1224185" y="1327046"/>
                  </a:lnTo>
                  <a:lnTo>
                    <a:pt x="1224167" y="1327040"/>
                  </a:lnTo>
                  <a:lnTo>
                    <a:pt x="1224144" y="1327031"/>
                  </a:lnTo>
                  <a:lnTo>
                    <a:pt x="1224139" y="1327027"/>
                  </a:lnTo>
                  <a:lnTo>
                    <a:pt x="1224136" y="1327022"/>
                  </a:lnTo>
                  <a:lnTo>
                    <a:pt x="1224133" y="1327008"/>
                  </a:lnTo>
                  <a:lnTo>
                    <a:pt x="1224125" y="1326999"/>
                  </a:lnTo>
                  <a:lnTo>
                    <a:pt x="1224113" y="1326987"/>
                  </a:lnTo>
                  <a:lnTo>
                    <a:pt x="1224101" y="1326975"/>
                  </a:lnTo>
                  <a:lnTo>
                    <a:pt x="1224090" y="1326965"/>
                  </a:lnTo>
                  <a:lnTo>
                    <a:pt x="1224084" y="1326955"/>
                  </a:lnTo>
                  <a:lnTo>
                    <a:pt x="1224080" y="1326942"/>
                  </a:lnTo>
                  <a:lnTo>
                    <a:pt x="1224071" y="1326935"/>
                  </a:lnTo>
                  <a:lnTo>
                    <a:pt x="1224067" y="1326932"/>
                  </a:lnTo>
                  <a:lnTo>
                    <a:pt x="1224051" y="1326922"/>
                  </a:lnTo>
                  <a:lnTo>
                    <a:pt x="1224039" y="1326916"/>
                  </a:lnTo>
                  <a:lnTo>
                    <a:pt x="1224034" y="1326911"/>
                  </a:lnTo>
                  <a:lnTo>
                    <a:pt x="1224031" y="1326908"/>
                  </a:lnTo>
                  <a:lnTo>
                    <a:pt x="1224026" y="1326900"/>
                  </a:lnTo>
                  <a:lnTo>
                    <a:pt x="1224022" y="1326891"/>
                  </a:lnTo>
                  <a:lnTo>
                    <a:pt x="1224013" y="1326884"/>
                  </a:lnTo>
                  <a:lnTo>
                    <a:pt x="1224005" y="1326878"/>
                  </a:lnTo>
                  <a:lnTo>
                    <a:pt x="1224000" y="1326877"/>
                  </a:lnTo>
                  <a:lnTo>
                    <a:pt x="1223992" y="1326878"/>
                  </a:lnTo>
                  <a:lnTo>
                    <a:pt x="1223979" y="1326884"/>
                  </a:lnTo>
                  <a:lnTo>
                    <a:pt x="1223964" y="1326890"/>
                  </a:lnTo>
                  <a:lnTo>
                    <a:pt x="1223950" y="1326897"/>
                  </a:lnTo>
                  <a:lnTo>
                    <a:pt x="1223933" y="1326910"/>
                  </a:lnTo>
                  <a:lnTo>
                    <a:pt x="1223925" y="1326915"/>
                  </a:lnTo>
                  <a:lnTo>
                    <a:pt x="1223913" y="1326920"/>
                  </a:lnTo>
                  <a:lnTo>
                    <a:pt x="1223900" y="1326924"/>
                  </a:lnTo>
                  <a:lnTo>
                    <a:pt x="1223892" y="1326927"/>
                  </a:lnTo>
                  <a:lnTo>
                    <a:pt x="1223873" y="1326932"/>
                  </a:lnTo>
                  <a:lnTo>
                    <a:pt x="1223857" y="1326937"/>
                  </a:lnTo>
                  <a:lnTo>
                    <a:pt x="1223842" y="1326949"/>
                  </a:lnTo>
                  <a:lnTo>
                    <a:pt x="1223833" y="1326961"/>
                  </a:lnTo>
                  <a:lnTo>
                    <a:pt x="1223821" y="1326974"/>
                  </a:lnTo>
                  <a:lnTo>
                    <a:pt x="1223806" y="1326981"/>
                  </a:lnTo>
                  <a:lnTo>
                    <a:pt x="1223796" y="1326986"/>
                  </a:lnTo>
                  <a:lnTo>
                    <a:pt x="1223780" y="1326994"/>
                  </a:lnTo>
                  <a:lnTo>
                    <a:pt x="1223766" y="1327003"/>
                  </a:lnTo>
                  <a:lnTo>
                    <a:pt x="1223758" y="1327011"/>
                  </a:lnTo>
                  <a:lnTo>
                    <a:pt x="1223748" y="1327023"/>
                  </a:lnTo>
                  <a:lnTo>
                    <a:pt x="1223735" y="1327031"/>
                  </a:lnTo>
                  <a:lnTo>
                    <a:pt x="1223721" y="1327037"/>
                  </a:lnTo>
                  <a:lnTo>
                    <a:pt x="1223711" y="1327038"/>
                  </a:lnTo>
                  <a:lnTo>
                    <a:pt x="1223695" y="1327037"/>
                  </a:lnTo>
                  <a:lnTo>
                    <a:pt x="1223684" y="1327034"/>
                  </a:lnTo>
                  <a:lnTo>
                    <a:pt x="1223674" y="1327031"/>
                  </a:lnTo>
                  <a:lnTo>
                    <a:pt x="1223662" y="1327026"/>
                  </a:lnTo>
                  <a:lnTo>
                    <a:pt x="1223654" y="1327023"/>
                  </a:lnTo>
                  <a:lnTo>
                    <a:pt x="1223643" y="1327020"/>
                  </a:lnTo>
                  <a:lnTo>
                    <a:pt x="1223635" y="1327019"/>
                  </a:lnTo>
                  <a:lnTo>
                    <a:pt x="1223628" y="1327020"/>
                  </a:lnTo>
                  <a:lnTo>
                    <a:pt x="1223623" y="1327024"/>
                  </a:lnTo>
                  <a:lnTo>
                    <a:pt x="1223613" y="1327035"/>
                  </a:lnTo>
                  <a:lnTo>
                    <a:pt x="1223609" y="1327041"/>
                  </a:lnTo>
                  <a:lnTo>
                    <a:pt x="1223606" y="1327044"/>
                  </a:lnTo>
                  <a:lnTo>
                    <a:pt x="1223602" y="1327046"/>
                  </a:lnTo>
                  <a:lnTo>
                    <a:pt x="1223595" y="1327043"/>
                  </a:lnTo>
                  <a:lnTo>
                    <a:pt x="1223588" y="1327036"/>
                  </a:lnTo>
                  <a:lnTo>
                    <a:pt x="1223579" y="1327023"/>
                  </a:lnTo>
                  <a:lnTo>
                    <a:pt x="1223572" y="1327012"/>
                  </a:lnTo>
                  <a:lnTo>
                    <a:pt x="1223570" y="1326998"/>
                  </a:lnTo>
                  <a:lnTo>
                    <a:pt x="1223574" y="1326986"/>
                  </a:lnTo>
                  <a:lnTo>
                    <a:pt x="1223579" y="1326976"/>
                  </a:lnTo>
                  <a:lnTo>
                    <a:pt x="1223583" y="1326969"/>
                  </a:lnTo>
                  <a:lnTo>
                    <a:pt x="1223585" y="1326964"/>
                  </a:lnTo>
                  <a:lnTo>
                    <a:pt x="1223591" y="1326951"/>
                  </a:lnTo>
                  <a:lnTo>
                    <a:pt x="1223597" y="1326941"/>
                  </a:lnTo>
                  <a:lnTo>
                    <a:pt x="1223597" y="1326933"/>
                  </a:lnTo>
                  <a:lnTo>
                    <a:pt x="1223592" y="1326925"/>
                  </a:lnTo>
                  <a:lnTo>
                    <a:pt x="1223588" y="1326917"/>
                  </a:lnTo>
                  <a:lnTo>
                    <a:pt x="1223578" y="1326909"/>
                  </a:lnTo>
                  <a:lnTo>
                    <a:pt x="1223566" y="1326899"/>
                  </a:lnTo>
                  <a:lnTo>
                    <a:pt x="1223559" y="1326894"/>
                  </a:lnTo>
                  <a:lnTo>
                    <a:pt x="1223549" y="1326889"/>
                  </a:lnTo>
                  <a:lnTo>
                    <a:pt x="1223540" y="1326878"/>
                  </a:lnTo>
                  <a:lnTo>
                    <a:pt x="1223522" y="1326856"/>
                  </a:lnTo>
                  <a:lnTo>
                    <a:pt x="1223517" y="1326848"/>
                  </a:lnTo>
                  <a:lnTo>
                    <a:pt x="1223512" y="1326838"/>
                  </a:lnTo>
                  <a:lnTo>
                    <a:pt x="1223508" y="1326828"/>
                  </a:lnTo>
                  <a:lnTo>
                    <a:pt x="1223496" y="1326817"/>
                  </a:lnTo>
                  <a:lnTo>
                    <a:pt x="1223486" y="1326812"/>
                  </a:lnTo>
                  <a:lnTo>
                    <a:pt x="1223481" y="1326810"/>
                  </a:lnTo>
                  <a:lnTo>
                    <a:pt x="1223468" y="1326806"/>
                  </a:lnTo>
                  <a:lnTo>
                    <a:pt x="1223460" y="1326805"/>
                  </a:lnTo>
                  <a:lnTo>
                    <a:pt x="1223452" y="1326806"/>
                  </a:lnTo>
                  <a:lnTo>
                    <a:pt x="1223446" y="1326807"/>
                  </a:lnTo>
                  <a:lnTo>
                    <a:pt x="1223433" y="1326820"/>
                  </a:lnTo>
                  <a:lnTo>
                    <a:pt x="1223424" y="1326824"/>
                  </a:lnTo>
                  <a:lnTo>
                    <a:pt x="1223415" y="1326829"/>
                  </a:lnTo>
                  <a:lnTo>
                    <a:pt x="1223408" y="1326832"/>
                  </a:lnTo>
                  <a:lnTo>
                    <a:pt x="1223400" y="1326836"/>
                  </a:lnTo>
                  <a:lnTo>
                    <a:pt x="1223391" y="1326840"/>
                  </a:lnTo>
                  <a:lnTo>
                    <a:pt x="1223386" y="1326841"/>
                  </a:lnTo>
                  <a:lnTo>
                    <a:pt x="1223378" y="1326840"/>
                  </a:lnTo>
                  <a:lnTo>
                    <a:pt x="1223374" y="1326841"/>
                  </a:lnTo>
                  <a:lnTo>
                    <a:pt x="1223367" y="1326843"/>
                  </a:lnTo>
                  <a:lnTo>
                    <a:pt x="1223362" y="1326844"/>
                  </a:lnTo>
                  <a:lnTo>
                    <a:pt x="1223352" y="1326846"/>
                  </a:lnTo>
                  <a:lnTo>
                    <a:pt x="1223345" y="1326848"/>
                  </a:lnTo>
                  <a:lnTo>
                    <a:pt x="1223330" y="1326848"/>
                  </a:lnTo>
                  <a:lnTo>
                    <a:pt x="1223322" y="1326847"/>
                  </a:lnTo>
                  <a:lnTo>
                    <a:pt x="1223312" y="1326843"/>
                  </a:lnTo>
                  <a:lnTo>
                    <a:pt x="1223302" y="1326835"/>
                  </a:lnTo>
                  <a:lnTo>
                    <a:pt x="1223296" y="1326828"/>
                  </a:lnTo>
                  <a:lnTo>
                    <a:pt x="1223292" y="1326823"/>
                  </a:lnTo>
                  <a:lnTo>
                    <a:pt x="1223286" y="1326817"/>
                  </a:lnTo>
                  <a:lnTo>
                    <a:pt x="1223280" y="1326805"/>
                  </a:lnTo>
                  <a:lnTo>
                    <a:pt x="1223275" y="1326797"/>
                  </a:lnTo>
                  <a:lnTo>
                    <a:pt x="1223269" y="1326789"/>
                  </a:lnTo>
                  <a:lnTo>
                    <a:pt x="1223263" y="1326781"/>
                  </a:lnTo>
                  <a:lnTo>
                    <a:pt x="1223254" y="1326772"/>
                  </a:lnTo>
                  <a:lnTo>
                    <a:pt x="1223248" y="1326769"/>
                  </a:lnTo>
                  <a:lnTo>
                    <a:pt x="1223232" y="1326768"/>
                  </a:lnTo>
                  <a:lnTo>
                    <a:pt x="1223218" y="1326767"/>
                  </a:lnTo>
                  <a:lnTo>
                    <a:pt x="1223211" y="1326766"/>
                  </a:lnTo>
                  <a:lnTo>
                    <a:pt x="1223202" y="1326769"/>
                  </a:lnTo>
                  <a:lnTo>
                    <a:pt x="1223194" y="1326773"/>
                  </a:lnTo>
                  <a:lnTo>
                    <a:pt x="1223188" y="1326774"/>
                  </a:lnTo>
                  <a:lnTo>
                    <a:pt x="1223183" y="1326771"/>
                  </a:lnTo>
                  <a:lnTo>
                    <a:pt x="1223178" y="1326769"/>
                  </a:lnTo>
                  <a:lnTo>
                    <a:pt x="1223173" y="1326766"/>
                  </a:lnTo>
                  <a:lnTo>
                    <a:pt x="1223167" y="1326760"/>
                  </a:lnTo>
                  <a:lnTo>
                    <a:pt x="1223161" y="1326755"/>
                  </a:lnTo>
                  <a:lnTo>
                    <a:pt x="1223157" y="1326749"/>
                  </a:lnTo>
                  <a:lnTo>
                    <a:pt x="1223153" y="1326742"/>
                  </a:lnTo>
                  <a:lnTo>
                    <a:pt x="1223149" y="1326736"/>
                  </a:lnTo>
                  <a:lnTo>
                    <a:pt x="1223147" y="1326731"/>
                  </a:lnTo>
                  <a:lnTo>
                    <a:pt x="1223143" y="1326726"/>
                  </a:lnTo>
                  <a:lnTo>
                    <a:pt x="1223140" y="1326721"/>
                  </a:lnTo>
                  <a:lnTo>
                    <a:pt x="1223137" y="1326717"/>
                  </a:lnTo>
                  <a:lnTo>
                    <a:pt x="1223133" y="1326712"/>
                  </a:lnTo>
                  <a:lnTo>
                    <a:pt x="1223128" y="1326707"/>
                  </a:lnTo>
                  <a:lnTo>
                    <a:pt x="1223126" y="1326701"/>
                  </a:lnTo>
                  <a:lnTo>
                    <a:pt x="1223124" y="1326696"/>
                  </a:lnTo>
                  <a:lnTo>
                    <a:pt x="1223122" y="1326690"/>
                  </a:lnTo>
                  <a:lnTo>
                    <a:pt x="1223121" y="1326685"/>
                  </a:lnTo>
                  <a:lnTo>
                    <a:pt x="1223122" y="1326679"/>
                  </a:lnTo>
                  <a:lnTo>
                    <a:pt x="1223123" y="1326673"/>
                  </a:lnTo>
                  <a:lnTo>
                    <a:pt x="1223125" y="1326666"/>
                  </a:lnTo>
                  <a:lnTo>
                    <a:pt x="1223127" y="1326650"/>
                  </a:lnTo>
                  <a:lnTo>
                    <a:pt x="1223126" y="1326634"/>
                  </a:lnTo>
                  <a:lnTo>
                    <a:pt x="1223124" y="1326630"/>
                  </a:lnTo>
                  <a:lnTo>
                    <a:pt x="1223122" y="1326624"/>
                  </a:lnTo>
                  <a:lnTo>
                    <a:pt x="1223120" y="1326617"/>
                  </a:lnTo>
                  <a:lnTo>
                    <a:pt x="1223120" y="1326610"/>
                  </a:lnTo>
                  <a:lnTo>
                    <a:pt x="1223121" y="1326605"/>
                  </a:lnTo>
                  <a:lnTo>
                    <a:pt x="1223157" y="1326558"/>
                  </a:lnTo>
                  <a:lnTo>
                    <a:pt x="1223167" y="1326545"/>
                  </a:lnTo>
                  <a:lnTo>
                    <a:pt x="1223161" y="1326541"/>
                  </a:lnTo>
                  <a:lnTo>
                    <a:pt x="1223156" y="1326539"/>
                  </a:lnTo>
                  <a:lnTo>
                    <a:pt x="1223148" y="1326534"/>
                  </a:lnTo>
                  <a:lnTo>
                    <a:pt x="1223142" y="1326531"/>
                  </a:lnTo>
                  <a:lnTo>
                    <a:pt x="1223133" y="1326529"/>
                  </a:lnTo>
                  <a:lnTo>
                    <a:pt x="1223128" y="1326525"/>
                  </a:lnTo>
                  <a:lnTo>
                    <a:pt x="1223123" y="1326517"/>
                  </a:lnTo>
                  <a:lnTo>
                    <a:pt x="1223119" y="1326508"/>
                  </a:lnTo>
                  <a:lnTo>
                    <a:pt x="1223113" y="1326498"/>
                  </a:lnTo>
                  <a:lnTo>
                    <a:pt x="1223109" y="1326493"/>
                  </a:lnTo>
                  <a:lnTo>
                    <a:pt x="1223105" y="1326488"/>
                  </a:lnTo>
                  <a:lnTo>
                    <a:pt x="1223100" y="1326482"/>
                  </a:lnTo>
                  <a:lnTo>
                    <a:pt x="1223096" y="1326477"/>
                  </a:lnTo>
                  <a:lnTo>
                    <a:pt x="1223091" y="1326470"/>
                  </a:lnTo>
                  <a:lnTo>
                    <a:pt x="1223088" y="1326463"/>
                  </a:lnTo>
                  <a:lnTo>
                    <a:pt x="1223081" y="1326460"/>
                  </a:lnTo>
                  <a:lnTo>
                    <a:pt x="1223075" y="1326458"/>
                  </a:lnTo>
                  <a:lnTo>
                    <a:pt x="1223070" y="1326455"/>
                  </a:lnTo>
                  <a:lnTo>
                    <a:pt x="1223065" y="1326452"/>
                  </a:lnTo>
                  <a:lnTo>
                    <a:pt x="1223059" y="1326447"/>
                  </a:lnTo>
                  <a:lnTo>
                    <a:pt x="1223049" y="1326440"/>
                  </a:lnTo>
                  <a:lnTo>
                    <a:pt x="1223039" y="1326424"/>
                  </a:lnTo>
                  <a:lnTo>
                    <a:pt x="1223026" y="1326416"/>
                  </a:lnTo>
                  <a:lnTo>
                    <a:pt x="1223020" y="1326414"/>
                  </a:lnTo>
                  <a:lnTo>
                    <a:pt x="1223016" y="1326415"/>
                  </a:lnTo>
                  <a:lnTo>
                    <a:pt x="1223012" y="1326417"/>
                  </a:lnTo>
                  <a:lnTo>
                    <a:pt x="1223006" y="1326420"/>
                  </a:lnTo>
                  <a:lnTo>
                    <a:pt x="1223001" y="1326425"/>
                  </a:lnTo>
                  <a:lnTo>
                    <a:pt x="1222995" y="1326429"/>
                  </a:lnTo>
                  <a:lnTo>
                    <a:pt x="1222986" y="1326436"/>
                  </a:lnTo>
                  <a:lnTo>
                    <a:pt x="1222980" y="1326443"/>
                  </a:lnTo>
                  <a:lnTo>
                    <a:pt x="1222976" y="1326449"/>
                  </a:lnTo>
                  <a:lnTo>
                    <a:pt x="1222971" y="1326454"/>
                  </a:lnTo>
                  <a:lnTo>
                    <a:pt x="1222964" y="1326464"/>
                  </a:lnTo>
                  <a:lnTo>
                    <a:pt x="1222958" y="1326471"/>
                  </a:lnTo>
                  <a:lnTo>
                    <a:pt x="1222950" y="1326478"/>
                  </a:lnTo>
                  <a:lnTo>
                    <a:pt x="1222945" y="1326483"/>
                  </a:lnTo>
                  <a:lnTo>
                    <a:pt x="1222938" y="1326488"/>
                  </a:lnTo>
                  <a:lnTo>
                    <a:pt x="1222932" y="1326492"/>
                  </a:lnTo>
                  <a:lnTo>
                    <a:pt x="1222923" y="1326497"/>
                  </a:lnTo>
                  <a:lnTo>
                    <a:pt x="1222913" y="1326501"/>
                  </a:lnTo>
                  <a:lnTo>
                    <a:pt x="1222906" y="1326500"/>
                  </a:lnTo>
                  <a:lnTo>
                    <a:pt x="1222901" y="1326500"/>
                  </a:lnTo>
                  <a:lnTo>
                    <a:pt x="1222893" y="1326498"/>
                  </a:lnTo>
                  <a:lnTo>
                    <a:pt x="1222883" y="1326496"/>
                  </a:lnTo>
                  <a:lnTo>
                    <a:pt x="1222875" y="1326496"/>
                  </a:lnTo>
                  <a:lnTo>
                    <a:pt x="1222868" y="1326496"/>
                  </a:lnTo>
                  <a:lnTo>
                    <a:pt x="1222862" y="1326494"/>
                  </a:lnTo>
                  <a:lnTo>
                    <a:pt x="1222855" y="1326492"/>
                  </a:lnTo>
                  <a:lnTo>
                    <a:pt x="1222849" y="1326485"/>
                  </a:lnTo>
                  <a:lnTo>
                    <a:pt x="1222841" y="1326478"/>
                  </a:lnTo>
                  <a:lnTo>
                    <a:pt x="1222835" y="1326472"/>
                  </a:lnTo>
                  <a:lnTo>
                    <a:pt x="1222823" y="1326464"/>
                  </a:lnTo>
                  <a:lnTo>
                    <a:pt x="1222812" y="1326465"/>
                  </a:lnTo>
                  <a:lnTo>
                    <a:pt x="1222807" y="1326468"/>
                  </a:lnTo>
                  <a:lnTo>
                    <a:pt x="1222804" y="1326470"/>
                  </a:lnTo>
                  <a:lnTo>
                    <a:pt x="1222792" y="1326479"/>
                  </a:lnTo>
                  <a:lnTo>
                    <a:pt x="1222787" y="1326482"/>
                  </a:lnTo>
                  <a:lnTo>
                    <a:pt x="1222783" y="1326484"/>
                  </a:lnTo>
                  <a:lnTo>
                    <a:pt x="1222773" y="1326488"/>
                  </a:lnTo>
                  <a:lnTo>
                    <a:pt x="1222763" y="1326494"/>
                  </a:lnTo>
                  <a:lnTo>
                    <a:pt x="1222754" y="1326498"/>
                  </a:lnTo>
                  <a:lnTo>
                    <a:pt x="1222734" y="1326504"/>
                  </a:lnTo>
                  <a:lnTo>
                    <a:pt x="1222711" y="1326513"/>
                  </a:lnTo>
                  <a:lnTo>
                    <a:pt x="1222703" y="1326517"/>
                  </a:lnTo>
                  <a:lnTo>
                    <a:pt x="1222697" y="1326522"/>
                  </a:lnTo>
                  <a:lnTo>
                    <a:pt x="1222694" y="1326527"/>
                  </a:lnTo>
                  <a:lnTo>
                    <a:pt x="1222688" y="1326531"/>
                  </a:lnTo>
                  <a:lnTo>
                    <a:pt x="1222680" y="1326531"/>
                  </a:lnTo>
                  <a:lnTo>
                    <a:pt x="1222670" y="1326529"/>
                  </a:lnTo>
                  <a:lnTo>
                    <a:pt x="1222662" y="1326529"/>
                  </a:lnTo>
                  <a:lnTo>
                    <a:pt x="1222658" y="1326535"/>
                  </a:lnTo>
                  <a:lnTo>
                    <a:pt x="1222653" y="1326547"/>
                  </a:lnTo>
                  <a:lnTo>
                    <a:pt x="1222642" y="1326562"/>
                  </a:lnTo>
                  <a:lnTo>
                    <a:pt x="1222627" y="1326576"/>
                  </a:lnTo>
                  <a:lnTo>
                    <a:pt x="1222621" y="1326585"/>
                  </a:lnTo>
                  <a:lnTo>
                    <a:pt x="1222613" y="1326593"/>
                  </a:lnTo>
                  <a:lnTo>
                    <a:pt x="1222607" y="1326598"/>
                  </a:lnTo>
                  <a:lnTo>
                    <a:pt x="1222601" y="1326601"/>
                  </a:lnTo>
                  <a:lnTo>
                    <a:pt x="1222592" y="1326606"/>
                  </a:lnTo>
                  <a:lnTo>
                    <a:pt x="1222583" y="1326608"/>
                  </a:lnTo>
                  <a:lnTo>
                    <a:pt x="1222574" y="1326609"/>
                  </a:lnTo>
                  <a:lnTo>
                    <a:pt x="1222560" y="1326608"/>
                  </a:lnTo>
                  <a:lnTo>
                    <a:pt x="1222541" y="1326603"/>
                  </a:lnTo>
                  <a:lnTo>
                    <a:pt x="1222529" y="1326599"/>
                  </a:lnTo>
                  <a:lnTo>
                    <a:pt x="1222514" y="1326590"/>
                  </a:lnTo>
                  <a:lnTo>
                    <a:pt x="1222507" y="1326582"/>
                  </a:lnTo>
                  <a:lnTo>
                    <a:pt x="1222503" y="1326572"/>
                  </a:lnTo>
                  <a:lnTo>
                    <a:pt x="1222497" y="1326556"/>
                  </a:lnTo>
                  <a:lnTo>
                    <a:pt x="1222494" y="1326549"/>
                  </a:lnTo>
                  <a:lnTo>
                    <a:pt x="1222492" y="1326541"/>
                  </a:lnTo>
                  <a:lnTo>
                    <a:pt x="1222492" y="1326533"/>
                  </a:lnTo>
                  <a:lnTo>
                    <a:pt x="1222492" y="1326522"/>
                  </a:lnTo>
                  <a:lnTo>
                    <a:pt x="1222495" y="1326509"/>
                  </a:lnTo>
                  <a:lnTo>
                    <a:pt x="1222500" y="1326495"/>
                  </a:lnTo>
                  <a:lnTo>
                    <a:pt x="1222504" y="1326483"/>
                  </a:lnTo>
                  <a:lnTo>
                    <a:pt x="1222506" y="1326473"/>
                  </a:lnTo>
                  <a:lnTo>
                    <a:pt x="1222507" y="1326465"/>
                  </a:lnTo>
                  <a:lnTo>
                    <a:pt x="1222512" y="1326454"/>
                  </a:lnTo>
                  <a:lnTo>
                    <a:pt x="1222514" y="1326437"/>
                  </a:lnTo>
                  <a:lnTo>
                    <a:pt x="1222514" y="1326426"/>
                  </a:lnTo>
                  <a:lnTo>
                    <a:pt x="1222512" y="1326413"/>
                  </a:lnTo>
                  <a:lnTo>
                    <a:pt x="1222512" y="1326395"/>
                  </a:lnTo>
                  <a:lnTo>
                    <a:pt x="1222513" y="1326384"/>
                  </a:lnTo>
                  <a:lnTo>
                    <a:pt x="1222500" y="1326366"/>
                  </a:lnTo>
                  <a:lnTo>
                    <a:pt x="1222480" y="1326345"/>
                  </a:lnTo>
                  <a:lnTo>
                    <a:pt x="1222469" y="1326333"/>
                  </a:lnTo>
                  <a:lnTo>
                    <a:pt x="1222456" y="1326319"/>
                  </a:lnTo>
                  <a:lnTo>
                    <a:pt x="1222449" y="1326310"/>
                  </a:lnTo>
                  <a:lnTo>
                    <a:pt x="1222445" y="1326303"/>
                  </a:lnTo>
                  <a:lnTo>
                    <a:pt x="1222441" y="1326298"/>
                  </a:lnTo>
                  <a:lnTo>
                    <a:pt x="1222449" y="1326289"/>
                  </a:lnTo>
                  <a:lnTo>
                    <a:pt x="1222450" y="1326269"/>
                  </a:lnTo>
                  <a:lnTo>
                    <a:pt x="1222441" y="1326261"/>
                  </a:lnTo>
                  <a:lnTo>
                    <a:pt x="1222438" y="1326255"/>
                  </a:lnTo>
                  <a:lnTo>
                    <a:pt x="1222434" y="1326244"/>
                  </a:lnTo>
                  <a:lnTo>
                    <a:pt x="1222430" y="1326233"/>
                  </a:lnTo>
                  <a:lnTo>
                    <a:pt x="1222429" y="1326221"/>
                  </a:lnTo>
                  <a:lnTo>
                    <a:pt x="1222432" y="1326214"/>
                  </a:lnTo>
                  <a:lnTo>
                    <a:pt x="1222440" y="1326206"/>
                  </a:lnTo>
                  <a:lnTo>
                    <a:pt x="1222447" y="1326197"/>
                  </a:lnTo>
                  <a:lnTo>
                    <a:pt x="1222449" y="1326193"/>
                  </a:lnTo>
                  <a:lnTo>
                    <a:pt x="1222449" y="1326186"/>
                  </a:lnTo>
                  <a:lnTo>
                    <a:pt x="1222439" y="1326180"/>
                  </a:lnTo>
                  <a:lnTo>
                    <a:pt x="1222428" y="1326172"/>
                  </a:lnTo>
                  <a:lnTo>
                    <a:pt x="1222411" y="1326163"/>
                  </a:lnTo>
                  <a:lnTo>
                    <a:pt x="1222399" y="1326155"/>
                  </a:lnTo>
                  <a:lnTo>
                    <a:pt x="1222389" y="1326149"/>
                  </a:lnTo>
                  <a:lnTo>
                    <a:pt x="1222383" y="1326140"/>
                  </a:lnTo>
                  <a:lnTo>
                    <a:pt x="1222380" y="1326133"/>
                  </a:lnTo>
                  <a:lnTo>
                    <a:pt x="1222376" y="1326129"/>
                  </a:lnTo>
                  <a:lnTo>
                    <a:pt x="1222364" y="1326123"/>
                  </a:lnTo>
                  <a:lnTo>
                    <a:pt x="1222356" y="1326123"/>
                  </a:lnTo>
                  <a:lnTo>
                    <a:pt x="1222339" y="1326121"/>
                  </a:lnTo>
                  <a:lnTo>
                    <a:pt x="1222330" y="1326119"/>
                  </a:lnTo>
                  <a:lnTo>
                    <a:pt x="1222324" y="1326117"/>
                  </a:lnTo>
                  <a:lnTo>
                    <a:pt x="1222314" y="1326111"/>
                  </a:lnTo>
                  <a:lnTo>
                    <a:pt x="1222301" y="1326110"/>
                  </a:lnTo>
                  <a:lnTo>
                    <a:pt x="1222289" y="1326107"/>
                  </a:lnTo>
                  <a:lnTo>
                    <a:pt x="1222280" y="1326103"/>
                  </a:lnTo>
                  <a:lnTo>
                    <a:pt x="1222265" y="1326098"/>
                  </a:lnTo>
                  <a:lnTo>
                    <a:pt x="1222251" y="1326096"/>
                  </a:lnTo>
                  <a:lnTo>
                    <a:pt x="1222243" y="1326096"/>
                  </a:lnTo>
                  <a:lnTo>
                    <a:pt x="1222210" y="1326093"/>
                  </a:lnTo>
                  <a:lnTo>
                    <a:pt x="1222199" y="1326098"/>
                  </a:lnTo>
                  <a:lnTo>
                    <a:pt x="1222193" y="1326100"/>
                  </a:lnTo>
                  <a:lnTo>
                    <a:pt x="1222178" y="1326101"/>
                  </a:lnTo>
                  <a:lnTo>
                    <a:pt x="1222169" y="1326101"/>
                  </a:lnTo>
                  <a:lnTo>
                    <a:pt x="1222162" y="1326099"/>
                  </a:lnTo>
                  <a:lnTo>
                    <a:pt x="1222147" y="1326092"/>
                  </a:lnTo>
                  <a:lnTo>
                    <a:pt x="1222125" y="1326080"/>
                  </a:lnTo>
                  <a:lnTo>
                    <a:pt x="1222115" y="1326074"/>
                  </a:lnTo>
                  <a:lnTo>
                    <a:pt x="1222106" y="1326072"/>
                  </a:lnTo>
                  <a:lnTo>
                    <a:pt x="1222090" y="1326073"/>
                  </a:lnTo>
                  <a:lnTo>
                    <a:pt x="1222073" y="1326073"/>
                  </a:lnTo>
                  <a:lnTo>
                    <a:pt x="1222061" y="1326075"/>
                  </a:lnTo>
                  <a:lnTo>
                    <a:pt x="1222057" y="1326078"/>
                  </a:lnTo>
                  <a:lnTo>
                    <a:pt x="1222057" y="1326084"/>
                  </a:lnTo>
                  <a:lnTo>
                    <a:pt x="1222058" y="1326091"/>
                  </a:lnTo>
                  <a:lnTo>
                    <a:pt x="1222055" y="1326100"/>
                  </a:lnTo>
                  <a:lnTo>
                    <a:pt x="1222050" y="1326109"/>
                  </a:lnTo>
                  <a:lnTo>
                    <a:pt x="1222045" y="1326115"/>
                  </a:lnTo>
                  <a:lnTo>
                    <a:pt x="1222033" y="1326124"/>
                  </a:lnTo>
                  <a:lnTo>
                    <a:pt x="1222029" y="1326131"/>
                  </a:lnTo>
                  <a:lnTo>
                    <a:pt x="1222028" y="1326141"/>
                  </a:lnTo>
                  <a:lnTo>
                    <a:pt x="1222032" y="1326155"/>
                  </a:lnTo>
                  <a:lnTo>
                    <a:pt x="1222036" y="1326162"/>
                  </a:lnTo>
                  <a:lnTo>
                    <a:pt x="1222041" y="1326169"/>
                  </a:lnTo>
                  <a:lnTo>
                    <a:pt x="1222045" y="1326180"/>
                  </a:lnTo>
                  <a:lnTo>
                    <a:pt x="1222049" y="1326189"/>
                  </a:lnTo>
                  <a:lnTo>
                    <a:pt x="1222048" y="1326195"/>
                  </a:lnTo>
                  <a:lnTo>
                    <a:pt x="1222047" y="1326203"/>
                  </a:lnTo>
                  <a:lnTo>
                    <a:pt x="1222049" y="1326212"/>
                  </a:lnTo>
                  <a:lnTo>
                    <a:pt x="1222051" y="1326222"/>
                  </a:lnTo>
                  <a:lnTo>
                    <a:pt x="1222056" y="1326236"/>
                  </a:lnTo>
                  <a:lnTo>
                    <a:pt x="1222061" y="1326248"/>
                  </a:lnTo>
                  <a:lnTo>
                    <a:pt x="1222068" y="1326255"/>
                  </a:lnTo>
                  <a:lnTo>
                    <a:pt x="1222077" y="1326262"/>
                  </a:lnTo>
                  <a:lnTo>
                    <a:pt x="1222082" y="1326270"/>
                  </a:lnTo>
                  <a:lnTo>
                    <a:pt x="1222085" y="1326275"/>
                  </a:lnTo>
                  <a:lnTo>
                    <a:pt x="1222086" y="1326290"/>
                  </a:lnTo>
                  <a:lnTo>
                    <a:pt x="1222086" y="1326297"/>
                  </a:lnTo>
                  <a:lnTo>
                    <a:pt x="1222089" y="1326310"/>
                  </a:lnTo>
                  <a:lnTo>
                    <a:pt x="1222087" y="1326318"/>
                  </a:lnTo>
                  <a:lnTo>
                    <a:pt x="1222079" y="1326323"/>
                  </a:lnTo>
                  <a:lnTo>
                    <a:pt x="1222073" y="1326328"/>
                  </a:lnTo>
                  <a:lnTo>
                    <a:pt x="1222064" y="1326332"/>
                  </a:lnTo>
                  <a:lnTo>
                    <a:pt x="1222054" y="1326340"/>
                  </a:lnTo>
                  <a:lnTo>
                    <a:pt x="1222050" y="1326342"/>
                  </a:lnTo>
                  <a:lnTo>
                    <a:pt x="1222043" y="1326344"/>
                  </a:lnTo>
                  <a:lnTo>
                    <a:pt x="1222036" y="1326339"/>
                  </a:lnTo>
                  <a:lnTo>
                    <a:pt x="1222026" y="1326332"/>
                  </a:lnTo>
                  <a:lnTo>
                    <a:pt x="1222016" y="1326325"/>
                  </a:lnTo>
                  <a:lnTo>
                    <a:pt x="1222009" y="1326316"/>
                  </a:lnTo>
                  <a:lnTo>
                    <a:pt x="1222000" y="1326309"/>
                  </a:lnTo>
                  <a:lnTo>
                    <a:pt x="1221993" y="1326307"/>
                  </a:lnTo>
                  <a:lnTo>
                    <a:pt x="1221985" y="1326308"/>
                  </a:lnTo>
                  <a:lnTo>
                    <a:pt x="1221973" y="1326316"/>
                  </a:lnTo>
                  <a:lnTo>
                    <a:pt x="1221962" y="1326324"/>
                  </a:lnTo>
                  <a:lnTo>
                    <a:pt x="1221954" y="1326333"/>
                  </a:lnTo>
                  <a:lnTo>
                    <a:pt x="1221944" y="1326345"/>
                  </a:lnTo>
                  <a:lnTo>
                    <a:pt x="1221941" y="1326350"/>
                  </a:lnTo>
                  <a:lnTo>
                    <a:pt x="1221936" y="1326358"/>
                  </a:lnTo>
                  <a:lnTo>
                    <a:pt x="1221934" y="1326368"/>
                  </a:lnTo>
                  <a:lnTo>
                    <a:pt x="1221939" y="1326375"/>
                  </a:lnTo>
                  <a:lnTo>
                    <a:pt x="1221944" y="1326379"/>
                  </a:lnTo>
                  <a:lnTo>
                    <a:pt x="1221952" y="1326386"/>
                  </a:lnTo>
                  <a:lnTo>
                    <a:pt x="1221964" y="1326395"/>
                  </a:lnTo>
                  <a:lnTo>
                    <a:pt x="1221973" y="1326406"/>
                  </a:lnTo>
                  <a:lnTo>
                    <a:pt x="1221977" y="1326413"/>
                  </a:lnTo>
                  <a:lnTo>
                    <a:pt x="1221981" y="1326420"/>
                  </a:lnTo>
                  <a:lnTo>
                    <a:pt x="1221983" y="1326429"/>
                  </a:lnTo>
                  <a:lnTo>
                    <a:pt x="1221979" y="1326442"/>
                  </a:lnTo>
                  <a:lnTo>
                    <a:pt x="1221970" y="1326461"/>
                  </a:lnTo>
                  <a:lnTo>
                    <a:pt x="1221969" y="1326473"/>
                  </a:lnTo>
                  <a:lnTo>
                    <a:pt x="1221968" y="1326479"/>
                  </a:lnTo>
                  <a:lnTo>
                    <a:pt x="1221963" y="1326493"/>
                  </a:lnTo>
                  <a:lnTo>
                    <a:pt x="1221959" y="1326500"/>
                  </a:lnTo>
                  <a:lnTo>
                    <a:pt x="1221953" y="1326510"/>
                  </a:lnTo>
                  <a:lnTo>
                    <a:pt x="1221948" y="1326518"/>
                  </a:lnTo>
                  <a:lnTo>
                    <a:pt x="1221943" y="1326527"/>
                  </a:lnTo>
                  <a:lnTo>
                    <a:pt x="1221935" y="1326536"/>
                  </a:lnTo>
                  <a:lnTo>
                    <a:pt x="1221928" y="1326540"/>
                  </a:lnTo>
                  <a:lnTo>
                    <a:pt x="1221922" y="1326544"/>
                  </a:lnTo>
                  <a:lnTo>
                    <a:pt x="1221913" y="1326550"/>
                  </a:lnTo>
                  <a:lnTo>
                    <a:pt x="1221904" y="1326558"/>
                  </a:lnTo>
                  <a:lnTo>
                    <a:pt x="1221899" y="1326561"/>
                  </a:lnTo>
                  <a:lnTo>
                    <a:pt x="1221893" y="1326561"/>
                  </a:lnTo>
                  <a:lnTo>
                    <a:pt x="1221886" y="1326563"/>
                  </a:lnTo>
                  <a:lnTo>
                    <a:pt x="1221878" y="1326562"/>
                  </a:lnTo>
                  <a:lnTo>
                    <a:pt x="1221867" y="1326558"/>
                  </a:lnTo>
                  <a:lnTo>
                    <a:pt x="1221859" y="1326554"/>
                  </a:lnTo>
                  <a:lnTo>
                    <a:pt x="1221853" y="1326553"/>
                  </a:lnTo>
                  <a:lnTo>
                    <a:pt x="1221850" y="1326557"/>
                  </a:lnTo>
                  <a:lnTo>
                    <a:pt x="1221844" y="1326576"/>
                  </a:lnTo>
                  <a:lnTo>
                    <a:pt x="1221836" y="1326585"/>
                  </a:lnTo>
                  <a:lnTo>
                    <a:pt x="1221813" y="1326604"/>
                  </a:lnTo>
                  <a:lnTo>
                    <a:pt x="1221806" y="1326608"/>
                  </a:lnTo>
                  <a:lnTo>
                    <a:pt x="1221800" y="1326612"/>
                  </a:lnTo>
                  <a:lnTo>
                    <a:pt x="1221793" y="1326621"/>
                  </a:lnTo>
                  <a:lnTo>
                    <a:pt x="1221790" y="1326630"/>
                  </a:lnTo>
                  <a:lnTo>
                    <a:pt x="1221792" y="1326637"/>
                  </a:lnTo>
                  <a:lnTo>
                    <a:pt x="1221796" y="1326647"/>
                  </a:lnTo>
                  <a:lnTo>
                    <a:pt x="1221787" y="1326656"/>
                  </a:lnTo>
                  <a:lnTo>
                    <a:pt x="1221771" y="1326671"/>
                  </a:lnTo>
                  <a:lnTo>
                    <a:pt x="1221764" y="1326681"/>
                  </a:lnTo>
                  <a:lnTo>
                    <a:pt x="1221757" y="1326694"/>
                  </a:lnTo>
                  <a:lnTo>
                    <a:pt x="1221756" y="1326700"/>
                  </a:lnTo>
                  <a:lnTo>
                    <a:pt x="1221755" y="1326710"/>
                  </a:lnTo>
                  <a:lnTo>
                    <a:pt x="1221753" y="1326717"/>
                  </a:lnTo>
                  <a:lnTo>
                    <a:pt x="1221750" y="1326728"/>
                  </a:lnTo>
                  <a:lnTo>
                    <a:pt x="1221746" y="1326736"/>
                  </a:lnTo>
                  <a:lnTo>
                    <a:pt x="1221740" y="1326750"/>
                  </a:lnTo>
                  <a:lnTo>
                    <a:pt x="1221732" y="1326764"/>
                  </a:lnTo>
                  <a:lnTo>
                    <a:pt x="1221733" y="1326775"/>
                  </a:lnTo>
                  <a:lnTo>
                    <a:pt x="1221731" y="1326786"/>
                  </a:lnTo>
                  <a:lnTo>
                    <a:pt x="1221723" y="1326794"/>
                  </a:lnTo>
                  <a:lnTo>
                    <a:pt x="1221711" y="1326810"/>
                  </a:lnTo>
                  <a:lnTo>
                    <a:pt x="1221694" y="1326829"/>
                  </a:lnTo>
                  <a:lnTo>
                    <a:pt x="1221686" y="1326837"/>
                  </a:lnTo>
                  <a:lnTo>
                    <a:pt x="1221679" y="1326841"/>
                  </a:lnTo>
                  <a:lnTo>
                    <a:pt x="1221664" y="1326846"/>
                  </a:lnTo>
                  <a:lnTo>
                    <a:pt x="1221655" y="1326856"/>
                  </a:lnTo>
                  <a:lnTo>
                    <a:pt x="1221647" y="1326860"/>
                  </a:lnTo>
                  <a:lnTo>
                    <a:pt x="1221642" y="1326861"/>
                  </a:lnTo>
                  <a:lnTo>
                    <a:pt x="1221633" y="1326864"/>
                  </a:lnTo>
                  <a:lnTo>
                    <a:pt x="1221626" y="1326867"/>
                  </a:lnTo>
                  <a:lnTo>
                    <a:pt x="1221621" y="1326868"/>
                  </a:lnTo>
                  <a:lnTo>
                    <a:pt x="1221616" y="1326868"/>
                  </a:lnTo>
                  <a:lnTo>
                    <a:pt x="1221610" y="1326869"/>
                  </a:lnTo>
                  <a:lnTo>
                    <a:pt x="1221605" y="1326869"/>
                  </a:lnTo>
                  <a:lnTo>
                    <a:pt x="1221600" y="1326867"/>
                  </a:lnTo>
                  <a:lnTo>
                    <a:pt x="1221594" y="1326866"/>
                  </a:lnTo>
                  <a:lnTo>
                    <a:pt x="1221588" y="1326864"/>
                  </a:lnTo>
                  <a:lnTo>
                    <a:pt x="1221584" y="1326862"/>
                  </a:lnTo>
                  <a:lnTo>
                    <a:pt x="1221579" y="1326860"/>
                  </a:lnTo>
                  <a:lnTo>
                    <a:pt x="1221572" y="1326854"/>
                  </a:lnTo>
                  <a:lnTo>
                    <a:pt x="1221567" y="1326849"/>
                  </a:lnTo>
                  <a:lnTo>
                    <a:pt x="1221559" y="1326839"/>
                  </a:lnTo>
                  <a:lnTo>
                    <a:pt x="1221556" y="1326851"/>
                  </a:lnTo>
                  <a:lnTo>
                    <a:pt x="1221500" y="1327031"/>
                  </a:lnTo>
                  <a:lnTo>
                    <a:pt x="1221496" y="1327042"/>
                  </a:lnTo>
                  <a:lnTo>
                    <a:pt x="1221491" y="1327052"/>
                  </a:lnTo>
                  <a:lnTo>
                    <a:pt x="1221486" y="1327060"/>
                  </a:lnTo>
                  <a:lnTo>
                    <a:pt x="1221477" y="1327074"/>
                  </a:lnTo>
                  <a:lnTo>
                    <a:pt x="1221462" y="1327092"/>
                  </a:lnTo>
                  <a:lnTo>
                    <a:pt x="1221453" y="1327095"/>
                  </a:lnTo>
                  <a:lnTo>
                    <a:pt x="1221435" y="1327102"/>
                  </a:lnTo>
                  <a:lnTo>
                    <a:pt x="1221419" y="1327106"/>
                  </a:lnTo>
                  <a:lnTo>
                    <a:pt x="1221406" y="1327111"/>
                  </a:lnTo>
                  <a:lnTo>
                    <a:pt x="1221391" y="1327117"/>
                  </a:lnTo>
                  <a:lnTo>
                    <a:pt x="1221375" y="1327117"/>
                  </a:lnTo>
                  <a:lnTo>
                    <a:pt x="1221357" y="1327116"/>
                  </a:lnTo>
                  <a:lnTo>
                    <a:pt x="1221349" y="1327117"/>
                  </a:lnTo>
                  <a:lnTo>
                    <a:pt x="1221340" y="1327121"/>
                  </a:lnTo>
                  <a:lnTo>
                    <a:pt x="1221323" y="1327122"/>
                  </a:lnTo>
                  <a:lnTo>
                    <a:pt x="1221299" y="1327127"/>
                  </a:lnTo>
                  <a:lnTo>
                    <a:pt x="1221289" y="1327126"/>
                  </a:lnTo>
                  <a:lnTo>
                    <a:pt x="1221263" y="1327126"/>
                  </a:lnTo>
                  <a:lnTo>
                    <a:pt x="1221243" y="1327135"/>
                  </a:lnTo>
                  <a:lnTo>
                    <a:pt x="1221234" y="1327143"/>
                  </a:lnTo>
                  <a:lnTo>
                    <a:pt x="1221230" y="1327149"/>
                  </a:lnTo>
                  <a:lnTo>
                    <a:pt x="1221223" y="1327158"/>
                  </a:lnTo>
                  <a:lnTo>
                    <a:pt x="1221214" y="1327165"/>
                  </a:lnTo>
                  <a:lnTo>
                    <a:pt x="1221202" y="1327174"/>
                  </a:lnTo>
                  <a:lnTo>
                    <a:pt x="1221195" y="1327184"/>
                  </a:lnTo>
                  <a:lnTo>
                    <a:pt x="1221182" y="1327201"/>
                  </a:lnTo>
                  <a:lnTo>
                    <a:pt x="1221173" y="1327209"/>
                  </a:lnTo>
                  <a:lnTo>
                    <a:pt x="1221166" y="1327214"/>
                  </a:lnTo>
                  <a:lnTo>
                    <a:pt x="1221156" y="1327220"/>
                  </a:lnTo>
                  <a:lnTo>
                    <a:pt x="1221153" y="1327225"/>
                  </a:lnTo>
                  <a:lnTo>
                    <a:pt x="1221149" y="1327235"/>
                  </a:lnTo>
                  <a:lnTo>
                    <a:pt x="1221143" y="1327243"/>
                  </a:lnTo>
                  <a:lnTo>
                    <a:pt x="1221134" y="1327252"/>
                  </a:lnTo>
                  <a:lnTo>
                    <a:pt x="1221130" y="1327257"/>
                  </a:lnTo>
                  <a:lnTo>
                    <a:pt x="1221123" y="1327265"/>
                  </a:lnTo>
                  <a:lnTo>
                    <a:pt x="1221111" y="1327275"/>
                  </a:lnTo>
                  <a:lnTo>
                    <a:pt x="1221097" y="1327280"/>
                  </a:lnTo>
                  <a:lnTo>
                    <a:pt x="1221091" y="1327280"/>
                  </a:lnTo>
                  <a:lnTo>
                    <a:pt x="1221085" y="1327282"/>
                  </a:lnTo>
                  <a:lnTo>
                    <a:pt x="1221073" y="1327286"/>
                  </a:lnTo>
                  <a:lnTo>
                    <a:pt x="1221064" y="1327292"/>
                  </a:lnTo>
                  <a:lnTo>
                    <a:pt x="1221059" y="1327297"/>
                  </a:lnTo>
                  <a:lnTo>
                    <a:pt x="1221054" y="1327304"/>
                  </a:lnTo>
                  <a:lnTo>
                    <a:pt x="1221040" y="1327310"/>
                  </a:lnTo>
                  <a:lnTo>
                    <a:pt x="1221030" y="1327309"/>
                  </a:lnTo>
                  <a:lnTo>
                    <a:pt x="1221015" y="1327306"/>
                  </a:lnTo>
                  <a:lnTo>
                    <a:pt x="1221004" y="1327305"/>
                  </a:lnTo>
                  <a:lnTo>
                    <a:pt x="1220991" y="1327304"/>
                  </a:lnTo>
                  <a:lnTo>
                    <a:pt x="1220984" y="1327299"/>
                  </a:lnTo>
                  <a:lnTo>
                    <a:pt x="1220965" y="1327281"/>
                  </a:lnTo>
                  <a:lnTo>
                    <a:pt x="1220958" y="1327269"/>
                  </a:lnTo>
                  <a:lnTo>
                    <a:pt x="1220948" y="1327264"/>
                  </a:lnTo>
                  <a:lnTo>
                    <a:pt x="1220942" y="1327260"/>
                  </a:lnTo>
                  <a:lnTo>
                    <a:pt x="1220933" y="1327258"/>
                  </a:lnTo>
                  <a:lnTo>
                    <a:pt x="1220924" y="1327258"/>
                  </a:lnTo>
                  <a:lnTo>
                    <a:pt x="1220920" y="1327264"/>
                  </a:lnTo>
                  <a:lnTo>
                    <a:pt x="1220913" y="1327268"/>
                  </a:lnTo>
                  <a:lnTo>
                    <a:pt x="1220910" y="1327272"/>
                  </a:lnTo>
                  <a:lnTo>
                    <a:pt x="1220906" y="1327279"/>
                  </a:lnTo>
                  <a:lnTo>
                    <a:pt x="1220900" y="1327286"/>
                  </a:lnTo>
                  <a:lnTo>
                    <a:pt x="1220887" y="1327300"/>
                  </a:lnTo>
                  <a:lnTo>
                    <a:pt x="1220881" y="1327306"/>
                  </a:lnTo>
                  <a:lnTo>
                    <a:pt x="1220874" y="1327311"/>
                  </a:lnTo>
                  <a:lnTo>
                    <a:pt x="1220864" y="1327319"/>
                  </a:lnTo>
                  <a:lnTo>
                    <a:pt x="1220857" y="1327324"/>
                  </a:lnTo>
                  <a:lnTo>
                    <a:pt x="1220846" y="1327331"/>
                  </a:lnTo>
                  <a:lnTo>
                    <a:pt x="1220838" y="1327336"/>
                  </a:lnTo>
                  <a:lnTo>
                    <a:pt x="1220831" y="1327341"/>
                  </a:lnTo>
                  <a:lnTo>
                    <a:pt x="1220817" y="1327351"/>
                  </a:lnTo>
                  <a:lnTo>
                    <a:pt x="1220804" y="1327360"/>
                  </a:lnTo>
                  <a:lnTo>
                    <a:pt x="1220789" y="1327373"/>
                  </a:lnTo>
                  <a:lnTo>
                    <a:pt x="1220779" y="1327381"/>
                  </a:lnTo>
                  <a:lnTo>
                    <a:pt x="1220767" y="1327397"/>
                  </a:lnTo>
                  <a:lnTo>
                    <a:pt x="1220760" y="1327404"/>
                  </a:lnTo>
                  <a:lnTo>
                    <a:pt x="1220750" y="1327412"/>
                  </a:lnTo>
                  <a:lnTo>
                    <a:pt x="1220740" y="1327416"/>
                  </a:lnTo>
                  <a:lnTo>
                    <a:pt x="1220724" y="1327420"/>
                  </a:lnTo>
                  <a:lnTo>
                    <a:pt x="1220717" y="1327424"/>
                  </a:lnTo>
                  <a:lnTo>
                    <a:pt x="1220712" y="1327432"/>
                  </a:lnTo>
                  <a:lnTo>
                    <a:pt x="1220712" y="1327452"/>
                  </a:lnTo>
                  <a:lnTo>
                    <a:pt x="1220710" y="1327460"/>
                  </a:lnTo>
                  <a:lnTo>
                    <a:pt x="1220710" y="1327479"/>
                  </a:lnTo>
                  <a:lnTo>
                    <a:pt x="1220707" y="1327493"/>
                  </a:lnTo>
                  <a:lnTo>
                    <a:pt x="1220698" y="1327513"/>
                  </a:lnTo>
                  <a:lnTo>
                    <a:pt x="1220693" y="1327516"/>
                  </a:lnTo>
                  <a:lnTo>
                    <a:pt x="1220685" y="1327520"/>
                  </a:lnTo>
                  <a:lnTo>
                    <a:pt x="1220680" y="1327521"/>
                  </a:lnTo>
                  <a:lnTo>
                    <a:pt x="1220673" y="1327522"/>
                  </a:lnTo>
                  <a:lnTo>
                    <a:pt x="1220663" y="1327523"/>
                  </a:lnTo>
                  <a:lnTo>
                    <a:pt x="1220647" y="1327520"/>
                  </a:lnTo>
                  <a:lnTo>
                    <a:pt x="1220633" y="1327516"/>
                  </a:lnTo>
                  <a:lnTo>
                    <a:pt x="1220619" y="1327518"/>
                  </a:lnTo>
                  <a:lnTo>
                    <a:pt x="1220600" y="1327519"/>
                  </a:lnTo>
                  <a:lnTo>
                    <a:pt x="1220582" y="1327524"/>
                  </a:lnTo>
                  <a:lnTo>
                    <a:pt x="1220567" y="1327528"/>
                  </a:lnTo>
                  <a:lnTo>
                    <a:pt x="1220558" y="1327530"/>
                  </a:lnTo>
                  <a:lnTo>
                    <a:pt x="1220550" y="1327532"/>
                  </a:lnTo>
                  <a:lnTo>
                    <a:pt x="1220538" y="1327537"/>
                  </a:lnTo>
                  <a:lnTo>
                    <a:pt x="1220526" y="1327535"/>
                  </a:lnTo>
                  <a:lnTo>
                    <a:pt x="1220513" y="1327531"/>
                  </a:lnTo>
                  <a:lnTo>
                    <a:pt x="1220499" y="1327522"/>
                  </a:lnTo>
                  <a:lnTo>
                    <a:pt x="1220494" y="1327517"/>
                  </a:lnTo>
                  <a:lnTo>
                    <a:pt x="1220484" y="1327514"/>
                  </a:lnTo>
                  <a:lnTo>
                    <a:pt x="1220480" y="1327514"/>
                  </a:lnTo>
                  <a:lnTo>
                    <a:pt x="1220473" y="1327515"/>
                  </a:lnTo>
                  <a:lnTo>
                    <a:pt x="1220466" y="1327518"/>
                  </a:lnTo>
                  <a:lnTo>
                    <a:pt x="1220460" y="1327518"/>
                  </a:lnTo>
                  <a:lnTo>
                    <a:pt x="1220455" y="1327517"/>
                  </a:lnTo>
                  <a:lnTo>
                    <a:pt x="1220448" y="1327512"/>
                  </a:lnTo>
                  <a:lnTo>
                    <a:pt x="1220441" y="1327505"/>
                  </a:lnTo>
                  <a:lnTo>
                    <a:pt x="1220437" y="1327499"/>
                  </a:lnTo>
                  <a:lnTo>
                    <a:pt x="1220429" y="1327494"/>
                  </a:lnTo>
                  <a:lnTo>
                    <a:pt x="1220422" y="1327492"/>
                  </a:lnTo>
                  <a:lnTo>
                    <a:pt x="1220413" y="1327494"/>
                  </a:lnTo>
                  <a:lnTo>
                    <a:pt x="1220400" y="1327494"/>
                  </a:lnTo>
                  <a:lnTo>
                    <a:pt x="1220383" y="1327494"/>
                  </a:lnTo>
                  <a:lnTo>
                    <a:pt x="1220371" y="1327494"/>
                  </a:lnTo>
                  <a:lnTo>
                    <a:pt x="1220358" y="1327484"/>
                  </a:lnTo>
                  <a:lnTo>
                    <a:pt x="1220352" y="1327478"/>
                  </a:lnTo>
                  <a:lnTo>
                    <a:pt x="1220346" y="1327474"/>
                  </a:lnTo>
                  <a:lnTo>
                    <a:pt x="1220340" y="1327472"/>
                  </a:lnTo>
                  <a:lnTo>
                    <a:pt x="1220336" y="1327472"/>
                  </a:lnTo>
                  <a:lnTo>
                    <a:pt x="1220330" y="1327471"/>
                  </a:lnTo>
                  <a:lnTo>
                    <a:pt x="1220323" y="1327471"/>
                  </a:lnTo>
                  <a:lnTo>
                    <a:pt x="1220314" y="1327472"/>
                  </a:lnTo>
                  <a:lnTo>
                    <a:pt x="1220309" y="1327473"/>
                  </a:lnTo>
                  <a:lnTo>
                    <a:pt x="1220293" y="1327475"/>
                  </a:lnTo>
                  <a:lnTo>
                    <a:pt x="1220297" y="1327488"/>
                  </a:lnTo>
                  <a:lnTo>
                    <a:pt x="1220300" y="1327495"/>
                  </a:lnTo>
                  <a:lnTo>
                    <a:pt x="1220303" y="1327506"/>
                  </a:lnTo>
                  <a:lnTo>
                    <a:pt x="1220308" y="1327522"/>
                  </a:lnTo>
                  <a:lnTo>
                    <a:pt x="1220315" y="1327538"/>
                  </a:lnTo>
                  <a:lnTo>
                    <a:pt x="1220322" y="1327555"/>
                  </a:lnTo>
                  <a:lnTo>
                    <a:pt x="1220324" y="1327562"/>
                  </a:lnTo>
                  <a:lnTo>
                    <a:pt x="1220322" y="1327568"/>
                  </a:lnTo>
                  <a:lnTo>
                    <a:pt x="1220319" y="1327573"/>
                  </a:lnTo>
                  <a:lnTo>
                    <a:pt x="1220315" y="1327582"/>
                  </a:lnTo>
                  <a:lnTo>
                    <a:pt x="1220313" y="1327590"/>
                  </a:lnTo>
                  <a:lnTo>
                    <a:pt x="1220312" y="1327595"/>
                  </a:lnTo>
                  <a:lnTo>
                    <a:pt x="1220309" y="1327607"/>
                  </a:lnTo>
                  <a:lnTo>
                    <a:pt x="1220307" y="1327614"/>
                  </a:lnTo>
                  <a:lnTo>
                    <a:pt x="1220301" y="1327626"/>
                  </a:lnTo>
                  <a:lnTo>
                    <a:pt x="1220297" y="1327634"/>
                  </a:lnTo>
                  <a:lnTo>
                    <a:pt x="1220292" y="1327643"/>
                  </a:lnTo>
                  <a:lnTo>
                    <a:pt x="1220286" y="1327647"/>
                  </a:lnTo>
                  <a:lnTo>
                    <a:pt x="1220266" y="1327658"/>
                  </a:lnTo>
                  <a:lnTo>
                    <a:pt x="1220255" y="1327663"/>
                  </a:lnTo>
                  <a:lnTo>
                    <a:pt x="1220231" y="1327680"/>
                  </a:lnTo>
                  <a:lnTo>
                    <a:pt x="1220216" y="1327687"/>
                  </a:lnTo>
                  <a:lnTo>
                    <a:pt x="1220195" y="1327695"/>
                  </a:lnTo>
                  <a:lnTo>
                    <a:pt x="1220171" y="1327704"/>
                  </a:lnTo>
                  <a:lnTo>
                    <a:pt x="1220162" y="1327708"/>
                  </a:lnTo>
                  <a:lnTo>
                    <a:pt x="1220136" y="1327717"/>
                  </a:lnTo>
                  <a:lnTo>
                    <a:pt x="1220121" y="1327729"/>
                  </a:lnTo>
                  <a:lnTo>
                    <a:pt x="1220116" y="1327736"/>
                  </a:lnTo>
                  <a:lnTo>
                    <a:pt x="1220111" y="1327743"/>
                  </a:lnTo>
                  <a:lnTo>
                    <a:pt x="1220103" y="1327753"/>
                  </a:lnTo>
                  <a:lnTo>
                    <a:pt x="1220083" y="1327765"/>
                  </a:lnTo>
                  <a:lnTo>
                    <a:pt x="1220064" y="1327777"/>
                  </a:lnTo>
                  <a:lnTo>
                    <a:pt x="1220049" y="1327779"/>
                  </a:lnTo>
                  <a:lnTo>
                    <a:pt x="1220042" y="1327781"/>
                  </a:lnTo>
                  <a:lnTo>
                    <a:pt x="1220036" y="1327782"/>
                  </a:lnTo>
                  <a:lnTo>
                    <a:pt x="1220010" y="1327792"/>
                  </a:lnTo>
                  <a:lnTo>
                    <a:pt x="1219989" y="1327795"/>
                  </a:lnTo>
                  <a:lnTo>
                    <a:pt x="1219971" y="1327793"/>
                  </a:lnTo>
                  <a:lnTo>
                    <a:pt x="1219950" y="1327795"/>
                  </a:lnTo>
                  <a:lnTo>
                    <a:pt x="1219935" y="1327795"/>
                  </a:lnTo>
                  <a:lnTo>
                    <a:pt x="1219916" y="1327800"/>
                  </a:lnTo>
                  <a:lnTo>
                    <a:pt x="1219912" y="1327819"/>
                  </a:lnTo>
                  <a:lnTo>
                    <a:pt x="1219906" y="1327825"/>
                  </a:lnTo>
                  <a:lnTo>
                    <a:pt x="1219896" y="1327830"/>
                  </a:lnTo>
                  <a:lnTo>
                    <a:pt x="1219883" y="1327835"/>
                  </a:lnTo>
                  <a:lnTo>
                    <a:pt x="1219872" y="1327839"/>
                  </a:lnTo>
                  <a:lnTo>
                    <a:pt x="1219856" y="1327844"/>
                  </a:lnTo>
                  <a:lnTo>
                    <a:pt x="1219837" y="1327851"/>
                  </a:lnTo>
                  <a:lnTo>
                    <a:pt x="1219826" y="1327861"/>
                  </a:lnTo>
                  <a:lnTo>
                    <a:pt x="1219818" y="1327873"/>
                  </a:lnTo>
                  <a:lnTo>
                    <a:pt x="1219816" y="1327881"/>
                  </a:lnTo>
                  <a:lnTo>
                    <a:pt x="1219816" y="1327897"/>
                  </a:lnTo>
                  <a:lnTo>
                    <a:pt x="1219816" y="1327905"/>
                  </a:lnTo>
                  <a:lnTo>
                    <a:pt x="1219812" y="1327912"/>
                  </a:lnTo>
                  <a:lnTo>
                    <a:pt x="1219806" y="1327918"/>
                  </a:lnTo>
                  <a:lnTo>
                    <a:pt x="1219801" y="1327921"/>
                  </a:lnTo>
                  <a:lnTo>
                    <a:pt x="1219795" y="1327928"/>
                  </a:lnTo>
                  <a:lnTo>
                    <a:pt x="1219790" y="1327937"/>
                  </a:lnTo>
                  <a:lnTo>
                    <a:pt x="1219786" y="1327949"/>
                  </a:lnTo>
                  <a:lnTo>
                    <a:pt x="1219781" y="1327963"/>
                  </a:lnTo>
                  <a:lnTo>
                    <a:pt x="1219772" y="1327951"/>
                  </a:lnTo>
                  <a:lnTo>
                    <a:pt x="1219758" y="1327944"/>
                  </a:lnTo>
                  <a:lnTo>
                    <a:pt x="1219746" y="1327941"/>
                  </a:lnTo>
                  <a:lnTo>
                    <a:pt x="1219736" y="1327941"/>
                  </a:lnTo>
                  <a:lnTo>
                    <a:pt x="1219716" y="1327946"/>
                  </a:lnTo>
                  <a:lnTo>
                    <a:pt x="1219705" y="1327942"/>
                  </a:lnTo>
                  <a:lnTo>
                    <a:pt x="1219700" y="1327940"/>
                  </a:lnTo>
                  <a:lnTo>
                    <a:pt x="1219692" y="1327941"/>
                  </a:lnTo>
                  <a:lnTo>
                    <a:pt x="1219684" y="1327945"/>
                  </a:lnTo>
                  <a:lnTo>
                    <a:pt x="1219673" y="1327950"/>
                  </a:lnTo>
                  <a:lnTo>
                    <a:pt x="1219664" y="1327957"/>
                  </a:lnTo>
                  <a:lnTo>
                    <a:pt x="1219657" y="1327961"/>
                  </a:lnTo>
                  <a:lnTo>
                    <a:pt x="1219649" y="1327968"/>
                  </a:lnTo>
                  <a:lnTo>
                    <a:pt x="1219637" y="1327975"/>
                  </a:lnTo>
                  <a:lnTo>
                    <a:pt x="1219623" y="1327977"/>
                  </a:lnTo>
                  <a:lnTo>
                    <a:pt x="1219613" y="1327969"/>
                  </a:lnTo>
                  <a:lnTo>
                    <a:pt x="1219610" y="1327965"/>
                  </a:lnTo>
                  <a:lnTo>
                    <a:pt x="1219605" y="1327961"/>
                  </a:lnTo>
                  <a:lnTo>
                    <a:pt x="1219598" y="1327954"/>
                  </a:lnTo>
                  <a:lnTo>
                    <a:pt x="1219587" y="1327938"/>
                  </a:lnTo>
                  <a:lnTo>
                    <a:pt x="1219584" y="1327930"/>
                  </a:lnTo>
                  <a:lnTo>
                    <a:pt x="1219582" y="1327919"/>
                  </a:lnTo>
                  <a:lnTo>
                    <a:pt x="1219579" y="1327895"/>
                  </a:lnTo>
                  <a:lnTo>
                    <a:pt x="1219577" y="1327879"/>
                  </a:lnTo>
                  <a:lnTo>
                    <a:pt x="1219572" y="1327863"/>
                  </a:lnTo>
                  <a:lnTo>
                    <a:pt x="1219570" y="1327859"/>
                  </a:lnTo>
                  <a:lnTo>
                    <a:pt x="1219566" y="1327855"/>
                  </a:lnTo>
                  <a:lnTo>
                    <a:pt x="1219556" y="1327852"/>
                  </a:lnTo>
                  <a:lnTo>
                    <a:pt x="1219545" y="1327852"/>
                  </a:lnTo>
                  <a:lnTo>
                    <a:pt x="1219531" y="1327852"/>
                  </a:lnTo>
                  <a:lnTo>
                    <a:pt x="1219517" y="1327847"/>
                  </a:lnTo>
                  <a:lnTo>
                    <a:pt x="1219506" y="1327844"/>
                  </a:lnTo>
                  <a:lnTo>
                    <a:pt x="1219497" y="1327844"/>
                  </a:lnTo>
                  <a:lnTo>
                    <a:pt x="1219492" y="1327847"/>
                  </a:lnTo>
                  <a:lnTo>
                    <a:pt x="1219486" y="1327853"/>
                  </a:lnTo>
                  <a:lnTo>
                    <a:pt x="1219478" y="1327859"/>
                  </a:lnTo>
                  <a:lnTo>
                    <a:pt x="1219469" y="1327867"/>
                  </a:lnTo>
                  <a:lnTo>
                    <a:pt x="1219460" y="1327872"/>
                  </a:lnTo>
                  <a:lnTo>
                    <a:pt x="1219451" y="1327877"/>
                  </a:lnTo>
                  <a:lnTo>
                    <a:pt x="1219441" y="1327879"/>
                  </a:lnTo>
                  <a:lnTo>
                    <a:pt x="1219429" y="1327882"/>
                  </a:lnTo>
                  <a:lnTo>
                    <a:pt x="1219424" y="1327883"/>
                  </a:lnTo>
                  <a:lnTo>
                    <a:pt x="1219411" y="1327884"/>
                  </a:lnTo>
                  <a:lnTo>
                    <a:pt x="1219401" y="1327884"/>
                  </a:lnTo>
                  <a:lnTo>
                    <a:pt x="1219394" y="1327884"/>
                  </a:lnTo>
                  <a:lnTo>
                    <a:pt x="1219383" y="1327883"/>
                  </a:lnTo>
                  <a:lnTo>
                    <a:pt x="1219374" y="1327887"/>
                  </a:lnTo>
                  <a:lnTo>
                    <a:pt x="1219369" y="1327889"/>
                  </a:lnTo>
                  <a:lnTo>
                    <a:pt x="1219364" y="1327887"/>
                  </a:lnTo>
                  <a:lnTo>
                    <a:pt x="1219353" y="1327885"/>
                  </a:lnTo>
                  <a:lnTo>
                    <a:pt x="1219345" y="1327888"/>
                  </a:lnTo>
                  <a:lnTo>
                    <a:pt x="1219338" y="1327892"/>
                  </a:lnTo>
                  <a:lnTo>
                    <a:pt x="1219330" y="1327897"/>
                  </a:lnTo>
                  <a:lnTo>
                    <a:pt x="1219322" y="1327899"/>
                  </a:lnTo>
                  <a:lnTo>
                    <a:pt x="1219311" y="1327898"/>
                  </a:lnTo>
                  <a:lnTo>
                    <a:pt x="1219307" y="1327896"/>
                  </a:lnTo>
                  <a:lnTo>
                    <a:pt x="1219301" y="1327894"/>
                  </a:lnTo>
                  <a:lnTo>
                    <a:pt x="1219291" y="1327890"/>
                  </a:lnTo>
                  <a:lnTo>
                    <a:pt x="1219282" y="1327885"/>
                  </a:lnTo>
                  <a:lnTo>
                    <a:pt x="1219277" y="1327876"/>
                  </a:lnTo>
                  <a:lnTo>
                    <a:pt x="1219275" y="1327865"/>
                  </a:lnTo>
                  <a:lnTo>
                    <a:pt x="1219274" y="1327857"/>
                  </a:lnTo>
                  <a:lnTo>
                    <a:pt x="1219269" y="1327840"/>
                  </a:lnTo>
                  <a:lnTo>
                    <a:pt x="1219265" y="1327828"/>
                  </a:lnTo>
                  <a:lnTo>
                    <a:pt x="1219263" y="1327823"/>
                  </a:lnTo>
                  <a:lnTo>
                    <a:pt x="1219260" y="1327814"/>
                  </a:lnTo>
                  <a:lnTo>
                    <a:pt x="1219257" y="1327805"/>
                  </a:lnTo>
                  <a:lnTo>
                    <a:pt x="1219257" y="1327796"/>
                  </a:lnTo>
                  <a:lnTo>
                    <a:pt x="1219267" y="1327796"/>
                  </a:lnTo>
                  <a:lnTo>
                    <a:pt x="1219278" y="1327794"/>
                  </a:lnTo>
                  <a:lnTo>
                    <a:pt x="1219288" y="1327793"/>
                  </a:lnTo>
                  <a:lnTo>
                    <a:pt x="1219297" y="1327791"/>
                  </a:lnTo>
                  <a:lnTo>
                    <a:pt x="1219313" y="1327783"/>
                  </a:lnTo>
                  <a:lnTo>
                    <a:pt x="1219320" y="1327779"/>
                  </a:lnTo>
                  <a:lnTo>
                    <a:pt x="1219329" y="1327772"/>
                  </a:lnTo>
                  <a:lnTo>
                    <a:pt x="1219335" y="1327757"/>
                  </a:lnTo>
                  <a:lnTo>
                    <a:pt x="1219339" y="1327749"/>
                  </a:lnTo>
                  <a:lnTo>
                    <a:pt x="1219343" y="1327742"/>
                  </a:lnTo>
                  <a:lnTo>
                    <a:pt x="1219346" y="1327737"/>
                  </a:lnTo>
                  <a:lnTo>
                    <a:pt x="1219350" y="1327732"/>
                  </a:lnTo>
                  <a:lnTo>
                    <a:pt x="1219353" y="1327729"/>
                  </a:lnTo>
                  <a:lnTo>
                    <a:pt x="1219361" y="1327724"/>
                  </a:lnTo>
                  <a:lnTo>
                    <a:pt x="1219368" y="1327720"/>
                  </a:lnTo>
                  <a:lnTo>
                    <a:pt x="1219374" y="1327715"/>
                  </a:lnTo>
                  <a:lnTo>
                    <a:pt x="1219379" y="1327709"/>
                  </a:lnTo>
                  <a:lnTo>
                    <a:pt x="1219388" y="1327701"/>
                  </a:lnTo>
                  <a:lnTo>
                    <a:pt x="1219393" y="1327697"/>
                  </a:lnTo>
                  <a:lnTo>
                    <a:pt x="1219397" y="1327695"/>
                  </a:lnTo>
                  <a:lnTo>
                    <a:pt x="1219403" y="1327692"/>
                  </a:lnTo>
                  <a:lnTo>
                    <a:pt x="1219407" y="1327687"/>
                  </a:lnTo>
                  <a:lnTo>
                    <a:pt x="1219411" y="1327680"/>
                  </a:lnTo>
                  <a:lnTo>
                    <a:pt x="1219415" y="1327671"/>
                  </a:lnTo>
                  <a:lnTo>
                    <a:pt x="1219416" y="1327659"/>
                  </a:lnTo>
                  <a:lnTo>
                    <a:pt x="1219416" y="1327650"/>
                  </a:lnTo>
                  <a:lnTo>
                    <a:pt x="1219415" y="1327643"/>
                  </a:lnTo>
                  <a:lnTo>
                    <a:pt x="1219415" y="1327638"/>
                  </a:lnTo>
                  <a:lnTo>
                    <a:pt x="1219413" y="1327633"/>
                  </a:lnTo>
                  <a:lnTo>
                    <a:pt x="1219410" y="1327624"/>
                  </a:lnTo>
                  <a:lnTo>
                    <a:pt x="1219407" y="1327616"/>
                  </a:lnTo>
                  <a:lnTo>
                    <a:pt x="1219406" y="1327610"/>
                  </a:lnTo>
                  <a:lnTo>
                    <a:pt x="1219405" y="1327605"/>
                  </a:lnTo>
                  <a:lnTo>
                    <a:pt x="1219405" y="1327597"/>
                  </a:lnTo>
                  <a:lnTo>
                    <a:pt x="1219401" y="1327589"/>
                  </a:lnTo>
                  <a:lnTo>
                    <a:pt x="1219395" y="1327582"/>
                  </a:lnTo>
                  <a:lnTo>
                    <a:pt x="1219391" y="1327575"/>
                  </a:lnTo>
                  <a:lnTo>
                    <a:pt x="1219391" y="1327569"/>
                  </a:lnTo>
                  <a:lnTo>
                    <a:pt x="1219393" y="1327563"/>
                  </a:lnTo>
                  <a:lnTo>
                    <a:pt x="1219397" y="1327559"/>
                  </a:lnTo>
                  <a:lnTo>
                    <a:pt x="1219402" y="1327557"/>
                  </a:lnTo>
                  <a:lnTo>
                    <a:pt x="1219410" y="1327554"/>
                  </a:lnTo>
                  <a:lnTo>
                    <a:pt x="1219418" y="1327547"/>
                  </a:lnTo>
                  <a:lnTo>
                    <a:pt x="1219419" y="1327537"/>
                  </a:lnTo>
                  <a:lnTo>
                    <a:pt x="1219419" y="1327532"/>
                  </a:lnTo>
                  <a:lnTo>
                    <a:pt x="1219419" y="1327527"/>
                  </a:lnTo>
                  <a:lnTo>
                    <a:pt x="1219419" y="1327515"/>
                  </a:lnTo>
                  <a:lnTo>
                    <a:pt x="1219419" y="1327498"/>
                  </a:lnTo>
                  <a:lnTo>
                    <a:pt x="1219418" y="1327492"/>
                  </a:lnTo>
                  <a:lnTo>
                    <a:pt x="1219411" y="1327482"/>
                  </a:lnTo>
                  <a:lnTo>
                    <a:pt x="1219406" y="1327477"/>
                  </a:lnTo>
                  <a:lnTo>
                    <a:pt x="1219401" y="1327473"/>
                  </a:lnTo>
                  <a:lnTo>
                    <a:pt x="1219396" y="1327472"/>
                  </a:lnTo>
                  <a:lnTo>
                    <a:pt x="1219389" y="1327471"/>
                  </a:lnTo>
                  <a:lnTo>
                    <a:pt x="1219380" y="1327472"/>
                  </a:lnTo>
                  <a:lnTo>
                    <a:pt x="1219360" y="1327469"/>
                  </a:lnTo>
                  <a:lnTo>
                    <a:pt x="1219346" y="1327466"/>
                  </a:lnTo>
                  <a:lnTo>
                    <a:pt x="1219339" y="1327464"/>
                  </a:lnTo>
                  <a:lnTo>
                    <a:pt x="1219332" y="1327459"/>
                  </a:lnTo>
                  <a:lnTo>
                    <a:pt x="1219324" y="1327454"/>
                  </a:lnTo>
                  <a:lnTo>
                    <a:pt x="1219316" y="1327449"/>
                  </a:lnTo>
                  <a:lnTo>
                    <a:pt x="1219306" y="1327444"/>
                  </a:lnTo>
                  <a:lnTo>
                    <a:pt x="1219296" y="1327439"/>
                  </a:lnTo>
                  <a:lnTo>
                    <a:pt x="1219289" y="1327433"/>
                  </a:lnTo>
                  <a:lnTo>
                    <a:pt x="1219281" y="1327430"/>
                  </a:lnTo>
                  <a:lnTo>
                    <a:pt x="1219277" y="1327430"/>
                  </a:lnTo>
                  <a:lnTo>
                    <a:pt x="1219273" y="1327435"/>
                  </a:lnTo>
                  <a:lnTo>
                    <a:pt x="1219262" y="1327440"/>
                  </a:lnTo>
                  <a:lnTo>
                    <a:pt x="1219246" y="1327411"/>
                  </a:lnTo>
                  <a:lnTo>
                    <a:pt x="1219235" y="1327389"/>
                  </a:lnTo>
                  <a:lnTo>
                    <a:pt x="1219201" y="1327320"/>
                  </a:lnTo>
                  <a:lnTo>
                    <a:pt x="1219189" y="1327308"/>
                  </a:lnTo>
                  <a:lnTo>
                    <a:pt x="1219177" y="1327297"/>
                  </a:lnTo>
                  <a:lnTo>
                    <a:pt x="1219158" y="1327289"/>
                  </a:lnTo>
                  <a:lnTo>
                    <a:pt x="1219147" y="1327286"/>
                  </a:lnTo>
                  <a:lnTo>
                    <a:pt x="1219135" y="1327283"/>
                  </a:lnTo>
                  <a:lnTo>
                    <a:pt x="1219127" y="1327284"/>
                  </a:lnTo>
                  <a:lnTo>
                    <a:pt x="1219119" y="1327283"/>
                  </a:lnTo>
                  <a:lnTo>
                    <a:pt x="1219104" y="1327287"/>
                  </a:lnTo>
                  <a:lnTo>
                    <a:pt x="1219089" y="1327289"/>
                  </a:lnTo>
                  <a:lnTo>
                    <a:pt x="1219077" y="1327294"/>
                  </a:lnTo>
                  <a:lnTo>
                    <a:pt x="1219072" y="1327297"/>
                  </a:lnTo>
                  <a:lnTo>
                    <a:pt x="1219068" y="1327300"/>
                  </a:lnTo>
                  <a:lnTo>
                    <a:pt x="1219076" y="1327230"/>
                  </a:lnTo>
                  <a:lnTo>
                    <a:pt x="1219068" y="1327222"/>
                  </a:lnTo>
                  <a:lnTo>
                    <a:pt x="1219062" y="1327216"/>
                  </a:lnTo>
                  <a:lnTo>
                    <a:pt x="1219053" y="1327209"/>
                  </a:lnTo>
                  <a:lnTo>
                    <a:pt x="1219039" y="1327194"/>
                  </a:lnTo>
                  <a:lnTo>
                    <a:pt x="1219029" y="1327188"/>
                  </a:lnTo>
                  <a:lnTo>
                    <a:pt x="1219018" y="1327181"/>
                  </a:lnTo>
                  <a:lnTo>
                    <a:pt x="1219013" y="1327176"/>
                  </a:lnTo>
                  <a:lnTo>
                    <a:pt x="1218968" y="1327186"/>
                  </a:lnTo>
                  <a:lnTo>
                    <a:pt x="1218957" y="1327189"/>
                  </a:lnTo>
                  <a:lnTo>
                    <a:pt x="1218874" y="1327212"/>
                  </a:lnTo>
                  <a:lnTo>
                    <a:pt x="1218855" y="1327192"/>
                  </a:lnTo>
                  <a:lnTo>
                    <a:pt x="1218846" y="1327184"/>
                  </a:lnTo>
                  <a:lnTo>
                    <a:pt x="1218841" y="1327173"/>
                  </a:lnTo>
                  <a:lnTo>
                    <a:pt x="1218838" y="1327169"/>
                  </a:lnTo>
                  <a:lnTo>
                    <a:pt x="1218834" y="1327162"/>
                  </a:lnTo>
                  <a:lnTo>
                    <a:pt x="1218827" y="1327148"/>
                  </a:lnTo>
                  <a:lnTo>
                    <a:pt x="1218818" y="1327134"/>
                  </a:lnTo>
                  <a:lnTo>
                    <a:pt x="1218812" y="1327127"/>
                  </a:lnTo>
                  <a:lnTo>
                    <a:pt x="1218806" y="1327122"/>
                  </a:lnTo>
                  <a:lnTo>
                    <a:pt x="1218799" y="1327120"/>
                  </a:lnTo>
                  <a:lnTo>
                    <a:pt x="1218794" y="1327119"/>
                  </a:lnTo>
                  <a:lnTo>
                    <a:pt x="1218777" y="1327119"/>
                  </a:lnTo>
                  <a:lnTo>
                    <a:pt x="1218761" y="1327118"/>
                  </a:lnTo>
                  <a:lnTo>
                    <a:pt x="1218749" y="1327119"/>
                  </a:lnTo>
                  <a:lnTo>
                    <a:pt x="1218742" y="1327114"/>
                  </a:lnTo>
                  <a:lnTo>
                    <a:pt x="1218736" y="1327107"/>
                  </a:lnTo>
                  <a:lnTo>
                    <a:pt x="1218733" y="1327103"/>
                  </a:lnTo>
                  <a:lnTo>
                    <a:pt x="1218726" y="1327097"/>
                  </a:lnTo>
                  <a:lnTo>
                    <a:pt x="1218718" y="1327092"/>
                  </a:lnTo>
                  <a:lnTo>
                    <a:pt x="1218709" y="1327088"/>
                  </a:lnTo>
                  <a:lnTo>
                    <a:pt x="1218698" y="1327084"/>
                  </a:lnTo>
                  <a:lnTo>
                    <a:pt x="1218694" y="1327080"/>
                  </a:lnTo>
                  <a:lnTo>
                    <a:pt x="1218690" y="1327074"/>
                  </a:lnTo>
                  <a:lnTo>
                    <a:pt x="1218686" y="1327068"/>
                  </a:lnTo>
                  <a:lnTo>
                    <a:pt x="1218683" y="1327062"/>
                  </a:lnTo>
                  <a:lnTo>
                    <a:pt x="1218678" y="1327055"/>
                  </a:lnTo>
                  <a:lnTo>
                    <a:pt x="1218672" y="1327052"/>
                  </a:lnTo>
                  <a:lnTo>
                    <a:pt x="1218668" y="1327053"/>
                  </a:lnTo>
                  <a:lnTo>
                    <a:pt x="1218660" y="1327053"/>
                  </a:lnTo>
                  <a:lnTo>
                    <a:pt x="1218648" y="1327054"/>
                  </a:lnTo>
                  <a:lnTo>
                    <a:pt x="1218637" y="1327054"/>
                  </a:lnTo>
                  <a:lnTo>
                    <a:pt x="1218629" y="1327055"/>
                  </a:lnTo>
                  <a:lnTo>
                    <a:pt x="1218617" y="1327058"/>
                  </a:lnTo>
                  <a:lnTo>
                    <a:pt x="1218605" y="1327061"/>
                  </a:lnTo>
                  <a:lnTo>
                    <a:pt x="1218591" y="1327063"/>
                  </a:lnTo>
                  <a:lnTo>
                    <a:pt x="1218574" y="1327065"/>
                  </a:lnTo>
                  <a:lnTo>
                    <a:pt x="1218557" y="1327078"/>
                  </a:lnTo>
                  <a:lnTo>
                    <a:pt x="1218529" y="1327096"/>
                  </a:lnTo>
                  <a:lnTo>
                    <a:pt x="1218511" y="1327105"/>
                  </a:lnTo>
                  <a:lnTo>
                    <a:pt x="1218505" y="1327110"/>
                  </a:lnTo>
                  <a:lnTo>
                    <a:pt x="1218494" y="1327114"/>
                  </a:lnTo>
                  <a:lnTo>
                    <a:pt x="1218484" y="1327117"/>
                  </a:lnTo>
                  <a:lnTo>
                    <a:pt x="1218476" y="1327119"/>
                  </a:lnTo>
                  <a:lnTo>
                    <a:pt x="1218467" y="1327122"/>
                  </a:lnTo>
                  <a:lnTo>
                    <a:pt x="1218459" y="1327127"/>
                  </a:lnTo>
                  <a:lnTo>
                    <a:pt x="1218456" y="1327130"/>
                  </a:lnTo>
                  <a:lnTo>
                    <a:pt x="1218449" y="1327142"/>
                  </a:lnTo>
                  <a:lnTo>
                    <a:pt x="1218443" y="1327152"/>
                  </a:lnTo>
                  <a:lnTo>
                    <a:pt x="1218439" y="1327161"/>
                  </a:lnTo>
                  <a:lnTo>
                    <a:pt x="1218435" y="1327167"/>
                  </a:lnTo>
                  <a:lnTo>
                    <a:pt x="1218420" y="1327180"/>
                  </a:lnTo>
                  <a:lnTo>
                    <a:pt x="1218412" y="1327187"/>
                  </a:lnTo>
                  <a:lnTo>
                    <a:pt x="1218406" y="1327192"/>
                  </a:lnTo>
                  <a:lnTo>
                    <a:pt x="1218396" y="1327201"/>
                  </a:lnTo>
                  <a:lnTo>
                    <a:pt x="1218391" y="1327213"/>
                  </a:lnTo>
                  <a:lnTo>
                    <a:pt x="1218389" y="1327224"/>
                  </a:lnTo>
                  <a:lnTo>
                    <a:pt x="1218385" y="1327243"/>
                  </a:lnTo>
                  <a:lnTo>
                    <a:pt x="1218376" y="1327277"/>
                  </a:lnTo>
                  <a:lnTo>
                    <a:pt x="1218373" y="1327287"/>
                  </a:lnTo>
                  <a:lnTo>
                    <a:pt x="1218366" y="1327290"/>
                  </a:lnTo>
                  <a:lnTo>
                    <a:pt x="1218357" y="1327290"/>
                  </a:lnTo>
                  <a:lnTo>
                    <a:pt x="1218344" y="1327290"/>
                  </a:lnTo>
                  <a:lnTo>
                    <a:pt x="1218331" y="1327292"/>
                  </a:lnTo>
                  <a:lnTo>
                    <a:pt x="1218310" y="1327293"/>
                  </a:lnTo>
                  <a:lnTo>
                    <a:pt x="1218286" y="1327295"/>
                  </a:lnTo>
                  <a:lnTo>
                    <a:pt x="1218277" y="1327295"/>
                  </a:lnTo>
                  <a:lnTo>
                    <a:pt x="1218264" y="1327296"/>
                  </a:lnTo>
                  <a:lnTo>
                    <a:pt x="1218252" y="1327299"/>
                  </a:lnTo>
                  <a:lnTo>
                    <a:pt x="1218232" y="1327312"/>
                  </a:lnTo>
                  <a:lnTo>
                    <a:pt x="1218222" y="1327322"/>
                  </a:lnTo>
                  <a:lnTo>
                    <a:pt x="1218218" y="1327330"/>
                  </a:lnTo>
                  <a:lnTo>
                    <a:pt x="1218211" y="1327372"/>
                  </a:lnTo>
                  <a:lnTo>
                    <a:pt x="1218206" y="1327394"/>
                  </a:lnTo>
                  <a:lnTo>
                    <a:pt x="1218194" y="1327410"/>
                  </a:lnTo>
                  <a:lnTo>
                    <a:pt x="1218186" y="1327421"/>
                  </a:lnTo>
                  <a:lnTo>
                    <a:pt x="1218185" y="1327434"/>
                  </a:lnTo>
                  <a:lnTo>
                    <a:pt x="1218183" y="1327452"/>
                  </a:lnTo>
                  <a:lnTo>
                    <a:pt x="1218180" y="1327456"/>
                  </a:lnTo>
                  <a:lnTo>
                    <a:pt x="1218172" y="1327453"/>
                  </a:lnTo>
                  <a:lnTo>
                    <a:pt x="1218161" y="1327451"/>
                  </a:lnTo>
                  <a:lnTo>
                    <a:pt x="1218145" y="1327450"/>
                  </a:lnTo>
                  <a:lnTo>
                    <a:pt x="1218134" y="1327450"/>
                  </a:lnTo>
                  <a:lnTo>
                    <a:pt x="1218120" y="1327462"/>
                  </a:lnTo>
                  <a:lnTo>
                    <a:pt x="1218105" y="1327471"/>
                  </a:lnTo>
                  <a:lnTo>
                    <a:pt x="1218089" y="1327476"/>
                  </a:lnTo>
                  <a:lnTo>
                    <a:pt x="1218082" y="1327476"/>
                  </a:lnTo>
                  <a:lnTo>
                    <a:pt x="1218074" y="1327477"/>
                  </a:lnTo>
                  <a:lnTo>
                    <a:pt x="1218067" y="1327477"/>
                  </a:lnTo>
                  <a:lnTo>
                    <a:pt x="1218060" y="1327477"/>
                  </a:lnTo>
                  <a:lnTo>
                    <a:pt x="1218039" y="1327477"/>
                  </a:lnTo>
                  <a:lnTo>
                    <a:pt x="1218031" y="1327478"/>
                  </a:lnTo>
                  <a:lnTo>
                    <a:pt x="1218025" y="1327479"/>
                  </a:lnTo>
                  <a:lnTo>
                    <a:pt x="1218019" y="1327484"/>
                  </a:lnTo>
                  <a:lnTo>
                    <a:pt x="1218016" y="1327491"/>
                  </a:lnTo>
                  <a:lnTo>
                    <a:pt x="1218013" y="1327502"/>
                  </a:lnTo>
                  <a:lnTo>
                    <a:pt x="1218007" y="1327522"/>
                  </a:lnTo>
                  <a:lnTo>
                    <a:pt x="1217999" y="1327539"/>
                  </a:lnTo>
                  <a:lnTo>
                    <a:pt x="1217995" y="1327548"/>
                  </a:lnTo>
                  <a:lnTo>
                    <a:pt x="1217989" y="1327550"/>
                  </a:lnTo>
                  <a:lnTo>
                    <a:pt x="1217982" y="1327551"/>
                  </a:lnTo>
                  <a:lnTo>
                    <a:pt x="1217976" y="1327553"/>
                  </a:lnTo>
                  <a:lnTo>
                    <a:pt x="1217972" y="1327555"/>
                  </a:lnTo>
                  <a:lnTo>
                    <a:pt x="1217959" y="1327559"/>
                  </a:lnTo>
                  <a:lnTo>
                    <a:pt x="1217947" y="1327562"/>
                  </a:lnTo>
                  <a:lnTo>
                    <a:pt x="1217935" y="1327562"/>
                  </a:lnTo>
                  <a:lnTo>
                    <a:pt x="1217915" y="1327550"/>
                  </a:lnTo>
                  <a:lnTo>
                    <a:pt x="1217895" y="1327538"/>
                  </a:lnTo>
                  <a:lnTo>
                    <a:pt x="1217879" y="1327531"/>
                  </a:lnTo>
                  <a:lnTo>
                    <a:pt x="1217866" y="1327535"/>
                  </a:lnTo>
                  <a:lnTo>
                    <a:pt x="1217832" y="1327555"/>
                  </a:lnTo>
                  <a:lnTo>
                    <a:pt x="1217825" y="1327558"/>
                  </a:lnTo>
                  <a:lnTo>
                    <a:pt x="1217810" y="1327565"/>
                  </a:lnTo>
                  <a:lnTo>
                    <a:pt x="1217763" y="1327587"/>
                  </a:lnTo>
                  <a:lnTo>
                    <a:pt x="1217755" y="1327599"/>
                  </a:lnTo>
                  <a:lnTo>
                    <a:pt x="1217749" y="1327617"/>
                  </a:lnTo>
                  <a:lnTo>
                    <a:pt x="1217748" y="1327639"/>
                  </a:lnTo>
                  <a:lnTo>
                    <a:pt x="1217746" y="1327669"/>
                  </a:lnTo>
                  <a:lnTo>
                    <a:pt x="1217746" y="1327698"/>
                  </a:lnTo>
                  <a:lnTo>
                    <a:pt x="1217748" y="1327714"/>
                  </a:lnTo>
                  <a:lnTo>
                    <a:pt x="1217752" y="1327756"/>
                  </a:lnTo>
                  <a:lnTo>
                    <a:pt x="1217747" y="1327789"/>
                  </a:lnTo>
                  <a:lnTo>
                    <a:pt x="1217745" y="1327795"/>
                  </a:lnTo>
                  <a:lnTo>
                    <a:pt x="1217743" y="1327800"/>
                  </a:lnTo>
                  <a:lnTo>
                    <a:pt x="1217733" y="1327817"/>
                  </a:lnTo>
                  <a:lnTo>
                    <a:pt x="1217727" y="1327830"/>
                  </a:lnTo>
                  <a:lnTo>
                    <a:pt x="1217719" y="1327843"/>
                  </a:lnTo>
                  <a:lnTo>
                    <a:pt x="1217712" y="1327852"/>
                  </a:lnTo>
                  <a:lnTo>
                    <a:pt x="1217704" y="1327861"/>
                  </a:lnTo>
                  <a:lnTo>
                    <a:pt x="1217701" y="1327864"/>
                  </a:lnTo>
                  <a:lnTo>
                    <a:pt x="1217696" y="1327868"/>
                  </a:lnTo>
                  <a:lnTo>
                    <a:pt x="1217690" y="1327875"/>
                  </a:lnTo>
                  <a:lnTo>
                    <a:pt x="1217686" y="1327878"/>
                  </a:lnTo>
                  <a:lnTo>
                    <a:pt x="1217681" y="1327879"/>
                  </a:lnTo>
                  <a:lnTo>
                    <a:pt x="1217676" y="1327877"/>
                  </a:lnTo>
                  <a:lnTo>
                    <a:pt x="1217667" y="1327873"/>
                  </a:lnTo>
                  <a:lnTo>
                    <a:pt x="1217661" y="1327870"/>
                  </a:lnTo>
                  <a:lnTo>
                    <a:pt x="1217655" y="1327865"/>
                  </a:lnTo>
                  <a:lnTo>
                    <a:pt x="1217647" y="1327857"/>
                  </a:lnTo>
                  <a:lnTo>
                    <a:pt x="1217636" y="1327846"/>
                  </a:lnTo>
                  <a:lnTo>
                    <a:pt x="1217625" y="1327839"/>
                  </a:lnTo>
                  <a:lnTo>
                    <a:pt x="1217617" y="1327834"/>
                  </a:lnTo>
                  <a:lnTo>
                    <a:pt x="1217607" y="1327831"/>
                  </a:lnTo>
                  <a:lnTo>
                    <a:pt x="1217597" y="1327829"/>
                  </a:lnTo>
                  <a:lnTo>
                    <a:pt x="1217586" y="1327829"/>
                  </a:lnTo>
                  <a:lnTo>
                    <a:pt x="1217575" y="1327831"/>
                  </a:lnTo>
                  <a:lnTo>
                    <a:pt x="1217565" y="1327835"/>
                  </a:lnTo>
                  <a:lnTo>
                    <a:pt x="1217553" y="1327837"/>
                  </a:lnTo>
                  <a:lnTo>
                    <a:pt x="1217541" y="1327841"/>
                  </a:lnTo>
                  <a:lnTo>
                    <a:pt x="1217528" y="1327845"/>
                  </a:lnTo>
                  <a:lnTo>
                    <a:pt x="1217518" y="1327848"/>
                  </a:lnTo>
                  <a:lnTo>
                    <a:pt x="1217511" y="1327852"/>
                  </a:lnTo>
                  <a:lnTo>
                    <a:pt x="1217504" y="1327856"/>
                  </a:lnTo>
                  <a:lnTo>
                    <a:pt x="1217491" y="1327864"/>
                  </a:lnTo>
                  <a:lnTo>
                    <a:pt x="1217473" y="1327874"/>
                  </a:lnTo>
                  <a:lnTo>
                    <a:pt x="1217467" y="1327878"/>
                  </a:lnTo>
                  <a:lnTo>
                    <a:pt x="1217457" y="1327883"/>
                  </a:lnTo>
                  <a:lnTo>
                    <a:pt x="1217440" y="1327890"/>
                  </a:lnTo>
                  <a:lnTo>
                    <a:pt x="1217434" y="1327899"/>
                  </a:lnTo>
                  <a:lnTo>
                    <a:pt x="1217423" y="1327919"/>
                  </a:lnTo>
                  <a:lnTo>
                    <a:pt x="1217420" y="1327935"/>
                  </a:lnTo>
                  <a:lnTo>
                    <a:pt x="1217420" y="1327952"/>
                  </a:lnTo>
                  <a:lnTo>
                    <a:pt x="1217422" y="1327966"/>
                  </a:lnTo>
                  <a:lnTo>
                    <a:pt x="1217421" y="1327983"/>
                  </a:lnTo>
                  <a:lnTo>
                    <a:pt x="1217414" y="1328006"/>
                  </a:lnTo>
                  <a:lnTo>
                    <a:pt x="1217407" y="1328023"/>
                  </a:lnTo>
                  <a:lnTo>
                    <a:pt x="1217387" y="1328037"/>
                  </a:lnTo>
                  <a:lnTo>
                    <a:pt x="1217374" y="1328044"/>
                  </a:lnTo>
                  <a:lnTo>
                    <a:pt x="1217364" y="1328051"/>
                  </a:lnTo>
                  <a:lnTo>
                    <a:pt x="1217354" y="1328059"/>
                  </a:lnTo>
                  <a:lnTo>
                    <a:pt x="1217345" y="1328059"/>
                  </a:lnTo>
                  <a:lnTo>
                    <a:pt x="1217330" y="1328055"/>
                  </a:lnTo>
                  <a:lnTo>
                    <a:pt x="1217320" y="1328057"/>
                  </a:lnTo>
                  <a:lnTo>
                    <a:pt x="1217305" y="1328063"/>
                  </a:lnTo>
                  <a:lnTo>
                    <a:pt x="1217295" y="1328072"/>
                  </a:lnTo>
                  <a:lnTo>
                    <a:pt x="1217290" y="1328081"/>
                  </a:lnTo>
                  <a:lnTo>
                    <a:pt x="1217284" y="1328122"/>
                  </a:lnTo>
                  <a:lnTo>
                    <a:pt x="1217284" y="1328145"/>
                  </a:lnTo>
                  <a:lnTo>
                    <a:pt x="1217287" y="1328176"/>
                  </a:lnTo>
                  <a:lnTo>
                    <a:pt x="1217292" y="1328199"/>
                  </a:lnTo>
                  <a:lnTo>
                    <a:pt x="1217299" y="1328220"/>
                  </a:lnTo>
                  <a:lnTo>
                    <a:pt x="1217279" y="1328230"/>
                  </a:lnTo>
                  <a:lnTo>
                    <a:pt x="1217259" y="1328241"/>
                  </a:lnTo>
                  <a:lnTo>
                    <a:pt x="1217245" y="1328259"/>
                  </a:lnTo>
                  <a:lnTo>
                    <a:pt x="1217240" y="1328265"/>
                  </a:lnTo>
                  <a:lnTo>
                    <a:pt x="1217224" y="1328289"/>
                  </a:lnTo>
                  <a:lnTo>
                    <a:pt x="1217213" y="1328304"/>
                  </a:lnTo>
                  <a:lnTo>
                    <a:pt x="1217206" y="1328312"/>
                  </a:lnTo>
                  <a:lnTo>
                    <a:pt x="1217200" y="1328323"/>
                  </a:lnTo>
                  <a:lnTo>
                    <a:pt x="1217191" y="1328341"/>
                  </a:lnTo>
                  <a:lnTo>
                    <a:pt x="1217178" y="1328361"/>
                  </a:lnTo>
                  <a:lnTo>
                    <a:pt x="1217165" y="1328378"/>
                  </a:lnTo>
                  <a:lnTo>
                    <a:pt x="1217152" y="1328398"/>
                  </a:lnTo>
                  <a:lnTo>
                    <a:pt x="1217139" y="1328417"/>
                  </a:lnTo>
                  <a:lnTo>
                    <a:pt x="1217135" y="1328421"/>
                  </a:lnTo>
                  <a:lnTo>
                    <a:pt x="1217131" y="1328427"/>
                  </a:lnTo>
                  <a:lnTo>
                    <a:pt x="1217113" y="1328449"/>
                  </a:lnTo>
                  <a:lnTo>
                    <a:pt x="1217108" y="1328454"/>
                  </a:lnTo>
                  <a:lnTo>
                    <a:pt x="1217105" y="1328461"/>
                  </a:lnTo>
                  <a:lnTo>
                    <a:pt x="1217097" y="1328475"/>
                  </a:lnTo>
                  <a:lnTo>
                    <a:pt x="1217091" y="1328489"/>
                  </a:lnTo>
                  <a:lnTo>
                    <a:pt x="1217082" y="1328499"/>
                  </a:lnTo>
                  <a:lnTo>
                    <a:pt x="1217076" y="1328510"/>
                  </a:lnTo>
                  <a:lnTo>
                    <a:pt x="1217071" y="1328513"/>
                  </a:lnTo>
                  <a:lnTo>
                    <a:pt x="1217065" y="1328520"/>
                  </a:lnTo>
                  <a:lnTo>
                    <a:pt x="1217049" y="1328523"/>
                  </a:lnTo>
                  <a:lnTo>
                    <a:pt x="1217029" y="1328526"/>
                  </a:lnTo>
                  <a:lnTo>
                    <a:pt x="1217009" y="1328529"/>
                  </a:lnTo>
                  <a:lnTo>
                    <a:pt x="1216988" y="1328530"/>
                  </a:lnTo>
                  <a:lnTo>
                    <a:pt x="1216968" y="1328533"/>
                  </a:lnTo>
                  <a:lnTo>
                    <a:pt x="1216962" y="1328534"/>
                  </a:lnTo>
                  <a:lnTo>
                    <a:pt x="1216949" y="1328537"/>
                  </a:lnTo>
                  <a:lnTo>
                    <a:pt x="1216928" y="1328541"/>
                  </a:lnTo>
                  <a:lnTo>
                    <a:pt x="1216908" y="1328546"/>
                  </a:lnTo>
                  <a:lnTo>
                    <a:pt x="1216890" y="1328550"/>
                  </a:lnTo>
                  <a:lnTo>
                    <a:pt x="1216871" y="1328557"/>
                  </a:lnTo>
                  <a:lnTo>
                    <a:pt x="1216860" y="1328560"/>
                  </a:lnTo>
                  <a:lnTo>
                    <a:pt x="1216850" y="1328563"/>
                  </a:lnTo>
                  <a:lnTo>
                    <a:pt x="1216842" y="1328567"/>
                  </a:lnTo>
                  <a:lnTo>
                    <a:pt x="1216835" y="1328572"/>
                  </a:lnTo>
                  <a:lnTo>
                    <a:pt x="1216831" y="1328577"/>
                  </a:lnTo>
                  <a:lnTo>
                    <a:pt x="1216823" y="1328586"/>
                  </a:lnTo>
                  <a:lnTo>
                    <a:pt x="1216819" y="1328594"/>
                  </a:lnTo>
                  <a:lnTo>
                    <a:pt x="1216813" y="1328603"/>
                  </a:lnTo>
                  <a:lnTo>
                    <a:pt x="1216804" y="1328621"/>
                  </a:lnTo>
                  <a:lnTo>
                    <a:pt x="1216799" y="1328627"/>
                  </a:lnTo>
                  <a:lnTo>
                    <a:pt x="1216793" y="1328635"/>
                  </a:lnTo>
                  <a:lnTo>
                    <a:pt x="1216783" y="1328646"/>
                  </a:lnTo>
                  <a:lnTo>
                    <a:pt x="1216778" y="1328654"/>
                  </a:lnTo>
                  <a:lnTo>
                    <a:pt x="1216777" y="1328663"/>
                  </a:lnTo>
                  <a:lnTo>
                    <a:pt x="1216775" y="1328672"/>
                  </a:lnTo>
                  <a:lnTo>
                    <a:pt x="1216773" y="1328679"/>
                  </a:lnTo>
                  <a:lnTo>
                    <a:pt x="1216768" y="1328687"/>
                  </a:lnTo>
                  <a:lnTo>
                    <a:pt x="1216757" y="1328697"/>
                  </a:lnTo>
                  <a:lnTo>
                    <a:pt x="1216755" y="1328708"/>
                  </a:lnTo>
                  <a:lnTo>
                    <a:pt x="1216750" y="1328714"/>
                  </a:lnTo>
                  <a:lnTo>
                    <a:pt x="1216733" y="1328726"/>
                  </a:lnTo>
                  <a:lnTo>
                    <a:pt x="1216713" y="1328739"/>
                  </a:lnTo>
                  <a:lnTo>
                    <a:pt x="1216697" y="1328749"/>
                  </a:lnTo>
                  <a:lnTo>
                    <a:pt x="1216688" y="1328755"/>
                  </a:lnTo>
                  <a:lnTo>
                    <a:pt x="1216681" y="1328761"/>
                  </a:lnTo>
                  <a:lnTo>
                    <a:pt x="1216678" y="1328769"/>
                  </a:lnTo>
                  <a:lnTo>
                    <a:pt x="1216675" y="1328777"/>
                  </a:lnTo>
                  <a:lnTo>
                    <a:pt x="1216669" y="1328785"/>
                  </a:lnTo>
                  <a:lnTo>
                    <a:pt x="1216661" y="1328792"/>
                  </a:lnTo>
                  <a:lnTo>
                    <a:pt x="1216651" y="1328800"/>
                  </a:lnTo>
                  <a:lnTo>
                    <a:pt x="1216640" y="1328809"/>
                  </a:lnTo>
                  <a:lnTo>
                    <a:pt x="1216631" y="1328817"/>
                  </a:lnTo>
                  <a:lnTo>
                    <a:pt x="1216626" y="1328823"/>
                  </a:lnTo>
                  <a:lnTo>
                    <a:pt x="1216619" y="1328834"/>
                  </a:lnTo>
                  <a:lnTo>
                    <a:pt x="1216614" y="1328838"/>
                  </a:lnTo>
                  <a:lnTo>
                    <a:pt x="1216608" y="1328841"/>
                  </a:lnTo>
                  <a:lnTo>
                    <a:pt x="1216603" y="1328844"/>
                  </a:lnTo>
                  <a:lnTo>
                    <a:pt x="1216598" y="1328846"/>
                  </a:lnTo>
                  <a:lnTo>
                    <a:pt x="1216594" y="1328850"/>
                  </a:lnTo>
                  <a:lnTo>
                    <a:pt x="1216591" y="1328854"/>
                  </a:lnTo>
                  <a:lnTo>
                    <a:pt x="1216588" y="1328858"/>
                  </a:lnTo>
                  <a:lnTo>
                    <a:pt x="1216583" y="1328874"/>
                  </a:lnTo>
                  <a:lnTo>
                    <a:pt x="1216581" y="1328880"/>
                  </a:lnTo>
                  <a:lnTo>
                    <a:pt x="1216578" y="1328891"/>
                  </a:lnTo>
                  <a:lnTo>
                    <a:pt x="1216576" y="1328903"/>
                  </a:lnTo>
                  <a:lnTo>
                    <a:pt x="1216576" y="1328911"/>
                  </a:lnTo>
                  <a:lnTo>
                    <a:pt x="1216576" y="1328916"/>
                  </a:lnTo>
                  <a:lnTo>
                    <a:pt x="1216574" y="1328931"/>
                  </a:lnTo>
                  <a:lnTo>
                    <a:pt x="1216572" y="1328948"/>
                  </a:lnTo>
                  <a:lnTo>
                    <a:pt x="1216570" y="1328958"/>
                  </a:lnTo>
                  <a:lnTo>
                    <a:pt x="1216564" y="1328973"/>
                  </a:lnTo>
                  <a:lnTo>
                    <a:pt x="1216562" y="1328979"/>
                  </a:lnTo>
                  <a:lnTo>
                    <a:pt x="1216561" y="1328987"/>
                  </a:lnTo>
                  <a:lnTo>
                    <a:pt x="1216562" y="1329001"/>
                  </a:lnTo>
                  <a:lnTo>
                    <a:pt x="1216561" y="1329011"/>
                  </a:lnTo>
                  <a:lnTo>
                    <a:pt x="1216560" y="1329017"/>
                  </a:lnTo>
                  <a:lnTo>
                    <a:pt x="1216554" y="1329028"/>
                  </a:lnTo>
                  <a:lnTo>
                    <a:pt x="1216549" y="1329039"/>
                  </a:lnTo>
                  <a:lnTo>
                    <a:pt x="1216543" y="1329047"/>
                  </a:lnTo>
                  <a:lnTo>
                    <a:pt x="1216539" y="1329052"/>
                  </a:lnTo>
                  <a:lnTo>
                    <a:pt x="1216527" y="1329065"/>
                  </a:lnTo>
                  <a:lnTo>
                    <a:pt x="1216521" y="1329068"/>
                  </a:lnTo>
                  <a:lnTo>
                    <a:pt x="1216506" y="1329072"/>
                  </a:lnTo>
                  <a:lnTo>
                    <a:pt x="1216495" y="1329076"/>
                  </a:lnTo>
                  <a:lnTo>
                    <a:pt x="1216490" y="1329079"/>
                  </a:lnTo>
                  <a:lnTo>
                    <a:pt x="1216482" y="1329086"/>
                  </a:lnTo>
                  <a:lnTo>
                    <a:pt x="1216475" y="1329092"/>
                  </a:lnTo>
                  <a:lnTo>
                    <a:pt x="1216465" y="1329100"/>
                  </a:lnTo>
                  <a:lnTo>
                    <a:pt x="1216455" y="1329112"/>
                  </a:lnTo>
                  <a:lnTo>
                    <a:pt x="1216447" y="1329122"/>
                  </a:lnTo>
                  <a:lnTo>
                    <a:pt x="1216438" y="1329135"/>
                  </a:lnTo>
                  <a:lnTo>
                    <a:pt x="1216432" y="1329144"/>
                  </a:lnTo>
                  <a:lnTo>
                    <a:pt x="1216426" y="1329149"/>
                  </a:lnTo>
                  <a:lnTo>
                    <a:pt x="1216416" y="1329153"/>
                  </a:lnTo>
                  <a:lnTo>
                    <a:pt x="1216410" y="1329153"/>
                  </a:lnTo>
                  <a:lnTo>
                    <a:pt x="1216397" y="1329154"/>
                  </a:lnTo>
                  <a:lnTo>
                    <a:pt x="1216384" y="1329155"/>
                  </a:lnTo>
                  <a:lnTo>
                    <a:pt x="1216373" y="1329157"/>
                  </a:lnTo>
                  <a:lnTo>
                    <a:pt x="1216364" y="1329159"/>
                  </a:lnTo>
                  <a:lnTo>
                    <a:pt x="1216354" y="1329159"/>
                  </a:lnTo>
                  <a:lnTo>
                    <a:pt x="1216343" y="1329158"/>
                  </a:lnTo>
                  <a:lnTo>
                    <a:pt x="1216335" y="1329160"/>
                  </a:lnTo>
                  <a:lnTo>
                    <a:pt x="1216329" y="1329164"/>
                  </a:lnTo>
                  <a:lnTo>
                    <a:pt x="1216321" y="1329173"/>
                  </a:lnTo>
                  <a:lnTo>
                    <a:pt x="1216316" y="1329179"/>
                  </a:lnTo>
                  <a:lnTo>
                    <a:pt x="1216309" y="1329187"/>
                  </a:lnTo>
                  <a:lnTo>
                    <a:pt x="1216303" y="1329193"/>
                  </a:lnTo>
                  <a:lnTo>
                    <a:pt x="1216294" y="1329196"/>
                  </a:lnTo>
                  <a:lnTo>
                    <a:pt x="1216286" y="1329198"/>
                  </a:lnTo>
                  <a:lnTo>
                    <a:pt x="1216280" y="1329197"/>
                  </a:lnTo>
                  <a:lnTo>
                    <a:pt x="1216271" y="1329195"/>
                  </a:lnTo>
                  <a:lnTo>
                    <a:pt x="1216267" y="1329194"/>
                  </a:lnTo>
                  <a:lnTo>
                    <a:pt x="1216259" y="1329197"/>
                  </a:lnTo>
                  <a:lnTo>
                    <a:pt x="1216252" y="1329203"/>
                  </a:lnTo>
                  <a:lnTo>
                    <a:pt x="1216241" y="1329208"/>
                  </a:lnTo>
                  <a:lnTo>
                    <a:pt x="1216230" y="1329214"/>
                  </a:lnTo>
                  <a:lnTo>
                    <a:pt x="1216222" y="1329215"/>
                  </a:lnTo>
                  <a:lnTo>
                    <a:pt x="1216217" y="1329212"/>
                  </a:lnTo>
                  <a:lnTo>
                    <a:pt x="1216213" y="1329208"/>
                  </a:lnTo>
                  <a:lnTo>
                    <a:pt x="1216205" y="1329206"/>
                  </a:lnTo>
                  <a:lnTo>
                    <a:pt x="1216198" y="1329205"/>
                  </a:lnTo>
                  <a:lnTo>
                    <a:pt x="1216188" y="1329206"/>
                  </a:lnTo>
                  <a:lnTo>
                    <a:pt x="1216173" y="1329209"/>
                  </a:lnTo>
                  <a:lnTo>
                    <a:pt x="1216161" y="1329213"/>
                  </a:lnTo>
                  <a:lnTo>
                    <a:pt x="1216157" y="1329214"/>
                  </a:lnTo>
                  <a:lnTo>
                    <a:pt x="1216152" y="1329219"/>
                  </a:lnTo>
                  <a:lnTo>
                    <a:pt x="1216146" y="1329224"/>
                  </a:lnTo>
                  <a:lnTo>
                    <a:pt x="1216140" y="1329224"/>
                  </a:lnTo>
                  <a:lnTo>
                    <a:pt x="1216131" y="1329225"/>
                  </a:lnTo>
                  <a:lnTo>
                    <a:pt x="1216123" y="1329226"/>
                  </a:lnTo>
                  <a:lnTo>
                    <a:pt x="1216119" y="1329228"/>
                  </a:lnTo>
                  <a:lnTo>
                    <a:pt x="1216113" y="1329230"/>
                  </a:lnTo>
                  <a:lnTo>
                    <a:pt x="1216104" y="1329233"/>
                  </a:lnTo>
                  <a:lnTo>
                    <a:pt x="1216096" y="1329238"/>
                  </a:lnTo>
                  <a:lnTo>
                    <a:pt x="1216085" y="1329245"/>
                  </a:lnTo>
                  <a:lnTo>
                    <a:pt x="1216081" y="1329245"/>
                  </a:lnTo>
                  <a:lnTo>
                    <a:pt x="1216068" y="1329244"/>
                  </a:lnTo>
                  <a:lnTo>
                    <a:pt x="1216061" y="1329246"/>
                  </a:lnTo>
                  <a:lnTo>
                    <a:pt x="1216047" y="1329246"/>
                  </a:lnTo>
                  <a:lnTo>
                    <a:pt x="1216038" y="1329246"/>
                  </a:lnTo>
                  <a:lnTo>
                    <a:pt x="1216030" y="1329250"/>
                  </a:lnTo>
                  <a:lnTo>
                    <a:pt x="1216022" y="1329254"/>
                  </a:lnTo>
                  <a:lnTo>
                    <a:pt x="1216013" y="1329255"/>
                  </a:lnTo>
                  <a:lnTo>
                    <a:pt x="1216005" y="1329255"/>
                  </a:lnTo>
                  <a:lnTo>
                    <a:pt x="1215998" y="1329253"/>
                  </a:lnTo>
                  <a:lnTo>
                    <a:pt x="1215993" y="1329253"/>
                  </a:lnTo>
                  <a:lnTo>
                    <a:pt x="1215989" y="1329253"/>
                  </a:lnTo>
                  <a:lnTo>
                    <a:pt x="1215977" y="1329256"/>
                  </a:lnTo>
                  <a:lnTo>
                    <a:pt x="1215964" y="1329260"/>
                  </a:lnTo>
                  <a:lnTo>
                    <a:pt x="1215952" y="1329264"/>
                  </a:lnTo>
                  <a:lnTo>
                    <a:pt x="1215931" y="1329272"/>
                  </a:lnTo>
                  <a:lnTo>
                    <a:pt x="1215917" y="1329276"/>
                  </a:lnTo>
                  <a:lnTo>
                    <a:pt x="1215911" y="1329277"/>
                  </a:lnTo>
                  <a:lnTo>
                    <a:pt x="1215903" y="1329277"/>
                  </a:lnTo>
                  <a:lnTo>
                    <a:pt x="1215895" y="1329275"/>
                  </a:lnTo>
                  <a:lnTo>
                    <a:pt x="1215886" y="1329272"/>
                  </a:lnTo>
                  <a:lnTo>
                    <a:pt x="1215879" y="1329275"/>
                  </a:lnTo>
                  <a:lnTo>
                    <a:pt x="1215869" y="1329278"/>
                  </a:lnTo>
                  <a:lnTo>
                    <a:pt x="1215861" y="1329279"/>
                  </a:lnTo>
                  <a:lnTo>
                    <a:pt x="1215854" y="1329279"/>
                  </a:lnTo>
                  <a:lnTo>
                    <a:pt x="1215846" y="1329276"/>
                  </a:lnTo>
                  <a:lnTo>
                    <a:pt x="1215840" y="1329271"/>
                  </a:lnTo>
                  <a:lnTo>
                    <a:pt x="1215832" y="1329265"/>
                  </a:lnTo>
                  <a:lnTo>
                    <a:pt x="1215826" y="1329264"/>
                  </a:lnTo>
                  <a:lnTo>
                    <a:pt x="1215815" y="1329262"/>
                  </a:lnTo>
                  <a:lnTo>
                    <a:pt x="1215806" y="1329260"/>
                  </a:lnTo>
                  <a:lnTo>
                    <a:pt x="1215790" y="1329255"/>
                  </a:lnTo>
                  <a:lnTo>
                    <a:pt x="1215776" y="1329250"/>
                  </a:lnTo>
                  <a:lnTo>
                    <a:pt x="1215763" y="1329242"/>
                  </a:lnTo>
                  <a:lnTo>
                    <a:pt x="1215753" y="1329236"/>
                  </a:lnTo>
                  <a:lnTo>
                    <a:pt x="1215739" y="1329228"/>
                  </a:lnTo>
                  <a:lnTo>
                    <a:pt x="1215732" y="1329225"/>
                  </a:lnTo>
                  <a:lnTo>
                    <a:pt x="1215726" y="1329224"/>
                  </a:lnTo>
                  <a:lnTo>
                    <a:pt x="1215722" y="1329224"/>
                  </a:lnTo>
                  <a:lnTo>
                    <a:pt x="1215708" y="1329229"/>
                  </a:lnTo>
                  <a:lnTo>
                    <a:pt x="1215697" y="1329230"/>
                  </a:lnTo>
                  <a:lnTo>
                    <a:pt x="1215689" y="1329229"/>
                  </a:lnTo>
                  <a:lnTo>
                    <a:pt x="1215682" y="1329227"/>
                  </a:lnTo>
                  <a:lnTo>
                    <a:pt x="1215674" y="1329225"/>
                  </a:lnTo>
                  <a:lnTo>
                    <a:pt x="1215667" y="1329224"/>
                  </a:lnTo>
                  <a:lnTo>
                    <a:pt x="1215659" y="1329228"/>
                  </a:lnTo>
                  <a:lnTo>
                    <a:pt x="1215656" y="1329232"/>
                  </a:lnTo>
                  <a:lnTo>
                    <a:pt x="1215649" y="1329237"/>
                  </a:lnTo>
                  <a:lnTo>
                    <a:pt x="1215637" y="1329245"/>
                  </a:lnTo>
                  <a:lnTo>
                    <a:pt x="1215613" y="1329257"/>
                  </a:lnTo>
                  <a:lnTo>
                    <a:pt x="1215596" y="1329265"/>
                  </a:lnTo>
                  <a:lnTo>
                    <a:pt x="1215582" y="1329275"/>
                  </a:lnTo>
                  <a:lnTo>
                    <a:pt x="1215576" y="1329283"/>
                  </a:lnTo>
                  <a:lnTo>
                    <a:pt x="1215567" y="1329296"/>
                  </a:lnTo>
                  <a:lnTo>
                    <a:pt x="1215559" y="1329305"/>
                  </a:lnTo>
                  <a:lnTo>
                    <a:pt x="1215554" y="1329311"/>
                  </a:lnTo>
                  <a:lnTo>
                    <a:pt x="1215544" y="1329317"/>
                  </a:lnTo>
                  <a:lnTo>
                    <a:pt x="1215532" y="1329323"/>
                  </a:lnTo>
                  <a:lnTo>
                    <a:pt x="1215523" y="1329326"/>
                  </a:lnTo>
                  <a:lnTo>
                    <a:pt x="1215513" y="1329332"/>
                  </a:lnTo>
                  <a:lnTo>
                    <a:pt x="1215501" y="1329340"/>
                  </a:lnTo>
                  <a:lnTo>
                    <a:pt x="1215494" y="1329346"/>
                  </a:lnTo>
                  <a:lnTo>
                    <a:pt x="1215489" y="1329352"/>
                  </a:lnTo>
                  <a:lnTo>
                    <a:pt x="1215484" y="1329357"/>
                  </a:lnTo>
                  <a:lnTo>
                    <a:pt x="1215477" y="1329362"/>
                  </a:lnTo>
                  <a:lnTo>
                    <a:pt x="1215472" y="1329366"/>
                  </a:lnTo>
                  <a:lnTo>
                    <a:pt x="1215468" y="1329369"/>
                  </a:lnTo>
                  <a:lnTo>
                    <a:pt x="1215461" y="1329373"/>
                  </a:lnTo>
                  <a:lnTo>
                    <a:pt x="1215457" y="1329376"/>
                  </a:lnTo>
                  <a:lnTo>
                    <a:pt x="1215451" y="1329381"/>
                  </a:lnTo>
                  <a:lnTo>
                    <a:pt x="1215444" y="1329394"/>
                  </a:lnTo>
                  <a:lnTo>
                    <a:pt x="1215439" y="1329409"/>
                  </a:lnTo>
                  <a:lnTo>
                    <a:pt x="1215435" y="1329421"/>
                  </a:lnTo>
                  <a:lnTo>
                    <a:pt x="1215431" y="1329432"/>
                  </a:lnTo>
                  <a:lnTo>
                    <a:pt x="1215429" y="1329445"/>
                  </a:lnTo>
                  <a:lnTo>
                    <a:pt x="1215429" y="1329457"/>
                  </a:lnTo>
                  <a:lnTo>
                    <a:pt x="1215428" y="1329469"/>
                  </a:lnTo>
                  <a:lnTo>
                    <a:pt x="1215426" y="1329473"/>
                  </a:lnTo>
                  <a:lnTo>
                    <a:pt x="1215424" y="1329480"/>
                  </a:lnTo>
                  <a:lnTo>
                    <a:pt x="1215417" y="1329503"/>
                  </a:lnTo>
                  <a:lnTo>
                    <a:pt x="1215415" y="1329525"/>
                  </a:lnTo>
                  <a:lnTo>
                    <a:pt x="1215415" y="1329532"/>
                  </a:lnTo>
                  <a:lnTo>
                    <a:pt x="1215414" y="1329536"/>
                  </a:lnTo>
                  <a:lnTo>
                    <a:pt x="1215415" y="1329544"/>
                  </a:lnTo>
                  <a:lnTo>
                    <a:pt x="1215420" y="1329559"/>
                  </a:lnTo>
                  <a:lnTo>
                    <a:pt x="1215423" y="1329568"/>
                  </a:lnTo>
                  <a:lnTo>
                    <a:pt x="1215429" y="1329585"/>
                  </a:lnTo>
                  <a:lnTo>
                    <a:pt x="1215431" y="1329597"/>
                  </a:lnTo>
                  <a:lnTo>
                    <a:pt x="1215432" y="1329610"/>
                  </a:lnTo>
                  <a:lnTo>
                    <a:pt x="1215433" y="1329619"/>
                  </a:lnTo>
                  <a:lnTo>
                    <a:pt x="1215432" y="1329625"/>
                  </a:lnTo>
                  <a:lnTo>
                    <a:pt x="1215428" y="1329632"/>
                  </a:lnTo>
                  <a:lnTo>
                    <a:pt x="1215419" y="1329640"/>
                  </a:lnTo>
                  <a:lnTo>
                    <a:pt x="1215415" y="1329648"/>
                  </a:lnTo>
                  <a:lnTo>
                    <a:pt x="1215406" y="1329659"/>
                  </a:lnTo>
                  <a:lnTo>
                    <a:pt x="1215398" y="1329671"/>
                  </a:lnTo>
                  <a:lnTo>
                    <a:pt x="1215392" y="1329681"/>
                  </a:lnTo>
                  <a:lnTo>
                    <a:pt x="1215387" y="1329693"/>
                  </a:lnTo>
                  <a:lnTo>
                    <a:pt x="1215386" y="1329700"/>
                  </a:lnTo>
                  <a:lnTo>
                    <a:pt x="1215385" y="1329710"/>
                  </a:lnTo>
                  <a:lnTo>
                    <a:pt x="1215385" y="1329722"/>
                  </a:lnTo>
                  <a:lnTo>
                    <a:pt x="1215387" y="1329734"/>
                  </a:lnTo>
                  <a:lnTo>
                    <a:pt x="1215387" y="1329748"/>
                  </a:lnTo>
                  <a:lnTo>
                    <a:pt x="1215383" y="1329758"/>
                  </a:lnTo>
                  <a:lnTo>
                    <a:pt x="1215381" y="1329763"/>
                  </a:lnTo>
                  <a:lnTo>
                    <a:pt x="1215377" y="1329770"/>
                  </a:lnTo>
                  <a:lnTo>
                    <a:pt x="1215374" y="1329779"/>
                  </a:lnTo>
                  <a:lnTo>
                    <a:pt x="1215377" y="1329789"/>
                  </a:lnTo>
                  <a:lnTo>
                    <a:pt x="1215380" y="1329797"/>
                  </a:lnTo>
                  <a:lnTo>
                    <a:pt x="1215381" y="1329807"/>
                  </a:lnTo>
                  <a:lnTo>
                    <a:pt x="1215381" y="1329817"/>
                  </a:lnTo>
                  <a:lnTo>
                    <a:pt x="1215381" y="1329825"/>
                  </a:lnTo>
                  <a:lnTo>
                    <a:pt x="1215381" y="1329834"/>
                  </a:lnTo>
                  <a:lnTo>
                    <a:pt x="1215381" y="1329840"/>
                  </a:lnTo>
                  <a:lnTo>
                    <a:pt x="1215379" y="1329846"/>
                  </a:lnTo>
                  <a:lnTo>
                    <a:pt x="1215371" y="1329847"/>
                  </a:lnTo>
                  <a:lnTo>
                    <a:pt x="1215321" y="1329854"/>
                  </a:lnTo>
                  <a:lnTo>
                    <a:pt x="1215300" y="1329858"/>
                  </a:lnTo>
                  <a:lnTo>
                    <a:pt x="1215271" y="1329865"/>
                  </a:lnTo>
                  <a:lnTo>
                    <a:pt x="1215251" y="1329869"/>
                  </a:lnTo>
                  <a:lnTo>
                    <a:pt x="1215239" y="1329871"/>
                  </a:lnTo>
                  <a:lnTo>
                    <a:pt x="1215210" y="1329867"/>
                  </a:lnTo>
                  <a:lnTo>
                    <a:pt x="1215199" y="1329870"/>
                  </a:lnTo>
                  <a:lnTo>
                    <a:pt x="1215183" y="1329875"/>
                  </a:lnTo>
                  <a:lnTo>
                    <a:pt x="1215165" y="1329881"/>
                  </a:lnTo>
                  <a:lnTo>
                    <a:pt x="1215141" y="1329880"/>
                  </a:lnTo>
                  <a:lnTo>
                    <a:pt x="1215122" y="1329880"/>
                  </a:lnTo>
                  <a:lnTo>
                    <a:pt x="1215099" y="1329885"/>
                  </a:lnTo>
                  <a:lnTo>
                    <a:pt x="1215092" y="1329887"/>
                  </a:lnTo>
                  <a:lnTo>
                    <a:pt x="1215080" y="1329891"/>
                  </a:lnTo>
                  <a:lnTo>
                    <a:pt x="1215063" y="1329901"/>
                  </a:lnTo>
                  <a:lnTo>
                    <a:pt x="1215055" y="1329908"/>
                  </a:lnTo>
                  <a:lnTo>
                    <a:pt x="1215034" y="1329920"/>
                  </a:lnTo>
                  <a:lnTo>
                    <a:pt x="1215019" y="1329930"/>
                  </a:lnTo>
                  <a:lnTo>
                    <a:pt x="1215001" y="1329938"/>
                  </a:lnTo>
                  <a:lnTo>
                    <a:pt x="1214980" y="1329941"/>
                  </a:lnTo>
                  <a:lnTo>
                    <a:pt x="1214973" y="1329937"/>
                  </a:lnTo>
                  <a:lnTo>
                    <a:pt x="1214965" y="1329931"/>
                  </a:lnTo>
                  <a:lnTo>
                    <a:pt x="1214954" y="1329921"/>
                  </a:lnTo>
                  <a:lnTo>
                    <a:pt x="1214945" y="1329913"/>
                  </a:lnTo>
                  <a:lnTo>
                    <a:pt x="1214935" y="1329906"/>
                  </a:lnTo>
                  <a:lnTo>
                    <a:pt x="1214922" y="1329896"/>
                  </a:lnTo>
                  <a:lnTo>
                    <a:pt x="1214911" y="1329886"/>
                  </a:lnTo>
                  <a:lnTo>
                    <a:pt x="1214898" y="1329874"/>
                  </a:lnTo>
                  <a:lnTo>
                    <a:pt x="1214882" y="1329857"/>
                  </a:lnTo>
                  <a:lnTo>
                    <a:pt x="1214868" y="1329842"/>
                  </a:lnTo>
                  <a:lnTo>
                    <a:pt x="1214860" y="1329830"/>
                  </a:lnTo>
                  <a:lnTo>
                    <a:pt x="1214851" y="1329814"/>
                  </a:lnTo>
                  <a:lnTo>
                    <a:pt x="1214843" y="1329794"/>
                  </a:lnTo>
                  <a:lnTo>
                    <a:pt x="1214829" y="1329786"/>
                  </a:lnTo>
                  <a:lnTo>
                    <a:pt x="1214804" y="1329804"/>
                  </a:lnTo>
                  <a:lnTo>
                    <a:pt x="1214784" y="1329818"/>
                  </a:lnTo>
                  <a:lnTo>
                    <a:pt x="1214767" y="1329818"/>
                  </a:lnTo>
                  <a:lnTo>
                    <a:pt x="1214693" y="1329734"/>
                  </a:lnTo>
                  <a:lnTo>
                    <a:pt x="1214678" y="1329732"/>
                  </a:lnTo>
                  <a:lnTo>
                    <a:pt x="1214635" y="1329771"/>
                  </a:lnTo>
                  <a:lnTo>
                    <a:pt x="1214624" y="1329778"/>
                  </a:lnTo>
                  <a:lnTo>
                    <a:pt x="1214591" y="1329795"/>
                  </a:lnTo>
                  <a:lnTo>
                    <a:pt x="1214579" y="1329799"/>
                  </a:lnTo>
                  <a:lnTo>
                    <a:pt x="1214562" y="1329804"/>
                  </a:lnTo>
                  <a:lnTo>
                    <a:pt x="1214550" y="1329799"/>
                  </a:lnTo>
                  <a:lnTo>
                    <a:pt x="1214537" y="1329797"/>
                  </a:lnTo>
                  <a:lnTo>
                    <a:pt x="1214527" y="1329797"/>
                  </a:lnTo>
                  <a:lnTo>
                    <a:pt x="1214518" y="1329795"/>
                  </a:lnTo>
                  <a:lnTo>
                    <a:pt x="1214514" y="1329794"/>
                  </a:lnTo>
                  <a:lnTo>
                    <a:pt x="1214508" y="1329791"/>
                  </a:lnTo>
                  <a:lnTo>
                    <a:pt x="1214503" y="1329789"/>
                  </a:lnTo>
                  <a:lnTo>
                    <a:pt x="1214497" y="1329784"/>
                  </a:lnTo>
                  <a:lnTo>
                    <a:pt x="1214493" y="1329777"/>
                  </a:lnTo>
                  <a:lnTo>
                    <a:pt x="1214480" y="1329780"/>
                  </a:lnTo>
                  <a:lnTo>
                    <a:pt x="1214480" y="1329795"/>
                  </a:lnTo>
                  <a:lnTo>
                    <a:pt x="1214478" y="1329800"/>
                  </a:lnTo>
                  <a:lnTo>
                    <a:pt x="1214473" y="1329807"/>
                  </a:lnTo>
                  <a:lnTo>
                    <a:pt x="1214465" y="1329816"/>
                  </a:lnTo>
                  <a:lnTo>
                    <a:pt x="1214462" y="1329820"/>
                  </a:lnTo>
                  <a:lnTo>
                    <a:pt x="1214458" y="1329825"/>
                  </a:lnTo>
                  <a:lnTo>
                    <a:pt x="1214448" y="1329834"/>
                  </a:lnTo>
                  <a:lnTo>
                    <a:pt x="1214444" y="1329836"/>
                  </a:lnTo>
                  <a:lnTo>
                    <a:pt x="1214440" y="1329840"/>
                  </a:lnTo>
                  <a:lnTo>
                    <a:pt x="1214429" y="1329846"/>
                  </a:lnTo>
                  <a:lnTo>
                    <a:pt x="1214420" y="1329848"/>
                  </a:lnTo>
                  <a:lnTo>
                    <a:pt x="1214416" y="1329850"/>
                  </a:lnTo>
                  <a:lnTo>
                    <a:pt x="1214407" y="1329852"/>
                  </a:lnTo>
                  <a:lnTo>
                    <a:pt x="1214393" y="1329853"/>
                  </a:lnTo>
                  <a:lnTo>
                    <a:pt x="1214378" y="1329853"/>
                  </a:lnTo>
                  <a:lnTo>
                    <a:pt x="1214367" y="1329853"/>
                  </a:lnTo>
                  <a:lnTo>
                    <a:pt x="1214355" y="1329857"/>
                  </a:lnTo>
                  <a:lnTo>
                    <a:pt x="1214342" y="1329861"/>
                  </a:lnTo>
                  <a:lnTo>
                    <a:pt x="1214331" y="1329866"/>
                  </a:lnTo>
                  <a:lnTo>
                    <a:pt x="1214328" y="1329871"/>
                  </a:lnTo>
                  <a:lnTo>
                    <a:pt x="1214323" y="1329875"/>
                  </a:lnTo>
                  <a:lnTo>
                    <a:pt x="1214313" y="1329881"/>
                  </a:lnTo>
                  <a:lnTo>
                    <a:pt x="1214301" y="1329886"/>
                  </a:lnTo>
                  <a:lnTo>
                    <a:pt x="1214294" y="1329888"/>
                  </a:lnTo>
                  <a:lnTo>
                    <a:pt x="1214290" y="1329890"/>
                  </a:lnTo>
                  <a:lnTo>
                    <a:pt x="1214284" y="1329892"/>
                  </a:lnTo>
                  <a:lnTo>
                    <a:pt x="1214266" y="1329905"/>
                  </a:lnTo>
                  <a:lnTo>
                    <a:pt x="1214234" y="1329953"/>
                  </a:lnTo>
                  <a:lnTo>
                    <a:pt x="1214229" y="1329961"/>
                  </a:lnTo>
                  <a:lnTo>
                    <a:pt x="1214213" y="1329978"/>
                  </a:lnTo>
                  <a:lnTo>
                    <a:pt x="1214207" y="1329983"/>
                  </a:lnTo>
                  <a:lnTo>
                    <a:pt x="1214194" y="1329992"/>
                  </a:lnTo>
                  <a:lnTo>
                    <a:pt x="1214179" y="1329996"/>
                  </a:lnTo>
                  <a:lnTo>
                    <a:pt x="1214174" y="1329998"/>
                  </a:lnTo>
                  <a:lnTo>
                    <a:pt x="1214034" y="1329970"/>
                  </a:lnTo>
                  <a:lnTo>
                    <a:pt x="1214028" y="1329976"/>
                  </a:lnTo>
                  <a:lnTo>
                    <a:pt x="1214032" y="1329991"/>
                  </a:lnTo>
                  <a:lnTo>
                    <a:pt x="1214031" y="1330006"/>
                  </a:lnTo>
                  <a:lnTo>
                    <a:pt x="1214029" y="1330013"/>
                  </a:lnTo>
                  <a:lnTo>
                    <a:pt x="1214024" y="1330028"/>
                  </a:lnTo>
                  <a:lnTo>
                    <a:pt x="1214020" y="1330034"/>
                  </a:lnTo>
                  <a:lnTo>
                    <a:pt x="1214016" y="1330039"/>
                  </a:lnTo>
                  <a:lnTo>
                    <a:pt x="1214011" y="1330047"/>
                  </a:lnTo>
                  <a:lnTo>
                    <a:pt x="1214009" y="1330051"/>
                  </a:lnTo>
                  <a:lnTo>
                    <a:pt x="1214003" y="1330062"/>
                  </a:lnTo>
                  <a:lnTo>
                    <a:pt x="1213996" y="1330072"/>
                  </a:lnTo>
                  <a:lnTo>
                    <a:pt x="1213994" y="1330077"/>
                  </a:lnTo>
                  <a:lnTo>
                    <a:pt x="1213987" y="1330090"/>
                  </a:lnTo>
                  <a:lnTo>
                    <a:pt x="1213985" y="1330094"/>
                  </a:lnTo>
                  <a:lnTo>
                    <a:pt x="1213981" y="1330103"/>
                  </a:lnTo>
                  <a:lnTo>
                    <a:pt x="1213975" y="1330114"/>
                  </a:lnTo>
                  <a:lnTo>
                    <a:pt x="1213970" y="1330124"/>
                  </a:lnTo>
                  <a:lnTo>
                    <a:pt x="1213956" y="1330139"/>
                  </a:lnTo>
                  <a:lnTo>
                    <a:pt x="1213938" y="1330155"/>
                  </a:lnTo>
                  <a:lnTo>
                    <a:pt x="1213934" y="1330159"/>
                  </a:lnTo>
                  <a:lnTo>
                    <a:pt x="1213928" y="1330166"/>
                  </a:lnTo>
                  <a:lnTo>
                    <a:pt x="1213923" y="1330173"/>
                  </a:lnTo>
                  <a:lnTo>
                    <a:pt x="1213919" y="1330180"/>
                  </a:lnTo>
                  <a:lnTo>
                    <a:pt x="1213914" y="1330189"/>
                  </a:lnTo>
                  <a:lnTo>
                    <a:pt x="1213912" y="1330197"/>
                  </a:lnTo>
                  <a:lnTo>
                    <a:pt x="1213913" y="1330210"/>
                  </a:lnTo>
                  <a:lnTo>
                    <a:pt x="1213913" y="1330221"/>
                  </a:lnTo>
                  <a:lnTo>
                    <a:pt x="1213914" y="1330230"/>
                  </a:lnTo>
                  <a:lnTo>
                    <a:pt x="1213912" y="1330237"/>
                  </a:lnTo>
                  <a:lnTo>
                    <a:pt x="1213909" y="1330245"/>
                  </a:lnTo>
                  <a:lnTo>
                    <a:pt x="1213907" y="1330251"/>
                  </a:lnTo>
                  <a:lnTo>
                    <a:pt x="1213899" y="1330264"/>
                  </a:lnTo>
                  <a:lnTo>
                    <a:pt x="1213892" y="1330272"/>
                  </a:lnTo>
                  <a:lnTo>
                    <a:pt x="1213887" y="1330278"/>
                  </a:lnTo>
                  <a:lnTo>
                    <a:pt x="1213862" y="1330289"/>
                  </a:lnTo>
                  <a:lnTo>
                    <a:pt x="1213856" y="1330292"/>
                  </a:lnTo>
                  <a:lnTo>
                    <a:pt x="1213841" y="1330299"/>
                  </a:lnTo>
                  <a:lnTo>
                    <a:pt x="1213833" y="1330303"/>
                  </a:lnTo>
                  <a:lnTo>
                    <a:pt x="1213817" y="1330312"/>
                  </a:lnTo>
                  <a:lnTo>
                    <a:pt x="1213811" y="1330322"/>
                  </a:lnTo>
                  <a:lnTo>
                    <a:pt x="1213815" y="1330331"/>
                  </a:lnTo>
                  <a:lnTo>
                    <a:pt x="1213818" y="1330339"/>
                  </a:lnTo>
                  <a:lnTo>
                    <a:pt x="1213820" y="1330350"/>
                  </a:lnTo>
                  <a:lnTo>
                    <a:pt x="1213820" y="1330359"/>
                  </a:lnTo>
                  <a:lnTo>
                    <a:pt x="1213818" y="1330366"/>
                  </a:lnTo>
                  <a:lnTo>
                    <a:pt x="1213821" y="1330373"/>
                  </a:lnTo>
                  <a:lnTo>
                    <a:pt x="1213822" y="1330384"/>
                  </a:lnTo>
                  <a:lnTo>
                    <a:pt x="1213825" y="1330403"/>
                  </a:lnTo>
                  <a:lnTo>
                    <a:pt x="1213828" y="1330415"/>
                  </a:lnTo>
                  <a:lnTo>
                    <a:pt x="1213830" y="1330427"/>
                  </a:lnTo>
                  <a:lnTo>
                    <a:pt x="1213835" y="1330439"/>
                  </a:lnTo>
                  <a:lnTo>
                    <a:pt x="1213837" y="1330449"/>
                  </a:lnTo>
                  <a:lnTo>
                    <a:pt x="1213839" y="1330456"/>
                  </a:lnTo>
                  <a:lnTo>
                    <a:pt x="1213844" y="1330467"/>
                  </a:lnTo>
                  <a:lnTo>
                    <a:pt x="1213850" y="1330480"/>
                  </a:lnTo>
                  <a:lnTo>
                    <a:pt x="1213856" y="1330492"/>
                  </a:lnTo>
                  <a:lnTo>
                    <a:pt x="1213861" y="1330499"/>
                  </a:lnTo>
                  <a:lnTo>
                    <a:pt x="1213859" y="1330505"/>
                  </a:lnTo>
                  <a:lnTo>
                    <a:pt x="1213856" y="1330516"/>
                  </a:lnTo>
                  <a:lnTo>
                    <a:pt x="1213855" y="1330522"/>
                  </a:lnTo>
                  <a:lnTo>
                    <a:pt x="1213852" y="1330540"/>
                  </a:lnTo>
                  <a:lnTo>
                    <a:pt x="1213851" y="1330549"/>
                  </a:lnTo>
                  <a:lnTo>
                    <a:pt x="1213847" y="1330559"/>
                  </a:lnTo>
                  <a:lnTo>
                    <a:pt x="1213842" y="1330566"/>
                  </a:lnTo>
                  <a:lnTo>
                    <a:pt x="1213837" y="1330573"/>
                  </a:lnTo>
                  <a:lnTo>
                    <a:pt x="1213830" y="1330580"/>
                  </a:lnTo>
                  <a:lnTo>
                    <a:pt x="1213824" y="1330588"/>
                  </a:lnTo>
                  <a:lnTo>
                    <a:pt x="1213821" y="1330593"/>
                  </a:lnTo>
                  <a:lnTo>
                    <a:pt x="1213820" y="1330599"/>
                  </a:lnTo>
                  <a:lnTo>
                    <a:pt x="1213822" y="1330608"/>
                  </a:lnTo>
                  <a:lnTo>
                    <a:pt x="1213825" y="1330617"/>
                  </a:lnTo>
                  <a:lnTo>
                    <a:pt x="1213828" y="1330628"/>
                  </a:lnTo>
                  <a:lnTo>
                    <a:pt x="1213827" y="1330638"/>
                  </a:lnTo>
                  <a:lnTo>
                    <a:pt x="1213825" y="1330650"/>
                  </a:lnTo>
                  <a:lnTo>
                    <a:pt x="1213825" y="1330660"/>
                  </a:lnTo>
                  <a:lnTo>
                    <a:pt x="1213824" y="1330678"/>
                  </a:lnTo>
                  <a:lnTo>
                    <a:pt x="1213823" y="1330693"/>
                  </a:lnTo>
                  <a:lnTo>
                    <a:pt x="1213821" y="1330709"/>
                  </a:lnTo>
                  <a:lnTo>
                    <a:pt x="1213820" y="1330717"/>
                  </a:lnTo>
                  <a:lnTo>
                    <a:pt x="1213813" y="1330735"/>
                  </a:lnTo>
                  <a:lnTo>
                    <a:pt x="1213807" y="1330747"/>
                  </a:lnTo>
                  <a:lnTo>
                    <a:pt x="1213801" y="1330767"/>
                  </a:lnTo>
                  <a:lnTo>
                    <a:pt x="1213794" y="1330787"/>
                  </a:lnTo>
                  <a:lnTo>
                    <a:pt x="1213791" y="1330795"/>
                  </a:lnTo>
                  <a:lnTo>
                    <a:pt x="1213786" y="1330803"/>
                  </a:lnTo>
                  <a:lnTo>
                    <a:pt x="1213780" y="1330808"/>
                  </a:lnTo>
                  <a:lnTo>
                    <a:pt x="1213778" y="1330812"/>
                  </a:lnTo>
                  <a:lnTo>
                    <a:pt x="1213777" y="1330819"/>
                  </a:lnTo>
                  <a:lnTo>
                    <a:pt x="1213776" y="1330826"/>
                  </a:lnTo>
                  <a:lnTo>
                    <a:pt x="1213773" y="1330843"/>
                  </a:lnTo>
                  <a:lnTo>
                    <a:pt x="1213769" y="1330854"/>
                  </a:lnTo>
                  <a:lnTo>
                    <a:pt x="1213761" y="1330867"/>
                  </a:lnTo>
                  <a:lnTo>
                    <a:pt x="1213746" y="1330890"/>
                  </a:lnTo>
                  <a:lnTo>
                    <a:pt x="1213743" y="1330895"/>
                  </a:lnTo>
                  <a:lnTo>
                    <a:pt x="1213734" y="1330908"/>
                  </a:lnTo>
                  <a:lnTo>
                    <a:pt x="1213731" y="1330914"/>
                  </a:lnTo>
                  <a:lnTo>
                    <a:pt x="1213728" y="1330922"/>
                  </a:lnTo>
                  <a:lnTo>
                    <a:pt x="1213726" y="1330927"/>
                  </a:lnTo>
                  <a:lnTo>
                    <a:pt x="1213722" y="1330935"/>
                  </a:lnTo>
                  <a:lnTo>
                    <a:pt x="1213717" y="1330945"/>
                  </a:lnTo>
                  <a:lnTo>
                    <a:pt x="1213710" y="1330953"/>
                  </a:lnTo>
                  <a:lnTo>
                    <a:pt x="1213702" y="1330961"/>
                  </a:lnTo>
                  <a:lnTo>
                    <a:pt x="1213694" y="1330971"/>
                  </a:lnTo>
                  <a:lnTo>
                    <a:pt x="1213687" y="1330983"/>
                  </a:lnTo>
                  <a:lnTo>
                    <a:pt x="1213676" y="1330996"/>
                  </a:lnTo>
                  <a:lnTo>
                    <a:pt x="1213670" y="1331004"/>
                  </a:lnTo>
                  <a:lnTo>
                    <a:pt x="1213664" y="1331013"/>
                  </a:lnTo>
                  <a:lnTo>
                    <a:pt x="1213658" y="1331021"/>
                  </a:lnTo>
                  <a:lnTo>
                    <a:pt x="1213652" y="1331027"/>
                  </a:lnTo>
                  <a:lnTo>
                    <a:pt x="1213647" y="1331035"/>
                  </a:lnTo>
                  <a:lnTo>
                    <a:pt x="1213644" y="1331046"/>
                  </a:lnTo>
                  <a:lnTo>
                    <a:pt x="1213642" y="1331053"/>
                  </a:lnTo>
                  <a:lnTo>
                    <a:pt x="1213643" y="1331068"/>
                  </a:lnTo>
                  <a:lnTo>
                    <a:pt x="1213643" y="1331076"/>
                  </a:lnTo>
                  <a:lnTo>
                    <a:pt x="1213640" y="1331085"/>
                  </a:lnTo>
                  <a:lnTo>
                    <a:pt x="1213636" y="1331091"/>
                  </a:lnTo>
                  <a:lnTo>
                    <a:pt x="1213629" y="1331098"/>
                  </a:lnTo>
                  <a:lnTo>
                    <a:pt x="1213624" y="1331104"/>
                  </a:lnTo>
                  <a:lnTo>
                    <a:pt x="1213620" y="1331111"/>
                  </a:lnTo>
                  <a:lnTo>
                    <a:pt x="1213617" y="1331122"/>
                  </a:lnTo>
                  <a:lnTo>
                    <a:pt x="1213613" y="1331132"/>
                  </a:lnTo>
                  <a:lnTo>
                    <a:pt x="1213608" y="1331141"/>
                  </a:lnTo>
                  <a:lnTo>
                    <a:pt x="1213603" y="1331148"/>
                  </a:lnTo>
                  <a:lnTo>
                    <a:pt x="1213585" y="1331156"/>
                  </a:lnTo>
                  <a:lnTo>
                    <a:pt x="1213574" y="1331164"/>
                  </a:lnTo>
                  <a:lnTo>
                    <a:pt x="1213565" y="1331187"/>
                  </a:lnTo>
                  <a:lnTo>
                    <a:pt x="1213562" y="1331195"/>
                  </a:lnTo>
                  <a:lnTo>
                    <a:pt x="1213556" y="1331207"/>
                  </a:lnTo>
                  <a:lnTo>
                    <a:pt x="1213549" y="1331218"/>
                  </a:lnTo>
                  <a:lnTo>
                    <a:pt x="1213538" y="1331239"/>
                  </a:lnTo>
                  <a:lnTo>
                    <a:pt x="1213519" y="1331261"/>
                  </a:lnTo>
                  <a:lnTo>
                    <a:pt x="1213512" y="1331267"/>
                  </a:lnTo>
                  <a:lnTo>
                    <a:pt x="1213509" y="1331270"/>
                  </a:lnTo>
                  <a:lnTo>
                    <a:pt x="1213505" y="1331273"/>
                  </a:lnTo>
                  <a:lnTo>
                    <a:pt x="1213501" y="1331276"/>
                  </a:lnTo>
                  <a:lnTo>
                    <a:pt x="1213489" y="1331282"/>
                  </a:lnTo>
                  <a:lnTo>
                    <a:pt x="1213480" y="1331283"/>
                  </a:lnTo>
                  <a:lnTo>
                    <a:pt x="1213472" y="1331284"/>
                  </a:lnTo>
                  <a:lnTo>
                    <a:pt x="1213465" y="1331282"/>
                  </a:lnTo>
                  <a:lnTo>
                    <a:pt x="1213457" y="1331281"/>
                  </a:lnTo>
                  <a:lnTo>
                    <a:pt x="1213448" y="1331279"/>
                  </a:lnTo>
                  <a:lnTo>
                    <a:pt x="1213444" y="1331278"/>
                  </a:lnTo>
                  <a:lnTo>
                    <a:pt x="1213439" y="1331278"/>
                  </a:lnTo>
                  <a:lnTo>
                    <a:pt x="1213436" y="1331283"/>
                  </a:lnTo>
                  <a:lnTo>
                    <a:pt x="1213436" y="1331291"/>
                  </a:lnTo>
                  <a:lnTo>
                    <a:pt x="1213439" y="1331299"/>
                  </a:lnTo>
                  <a:lnTo>
                    <a:pt x="1213440" y="1331305"/>
                  </a:lnTo>
                  <a:lnTo>
                    <a:pt x="1213445" y="1331313"/>
                  </a:lnTo>
                  <a:lnTo>
                    <a:pt x="1213452" y="1331329"/>
                  </a:lnTo>
                  <a:lnTo>
                    <a:pt x="1213458" y="1331341"/>
                  </a:lnTo>
                  <a:lnTo>
                    <a:pt x="1213461" y="1331350"/>
                  </a:lnTo>
                  <a:lnTo>
                    <a:pt x="1213462" y="1331356"/>
                  </a:lnTo>
                  <a:lnTo>
                    <a:pt x="1213464" y="1331361"/>
                  </a:lnTo>
                  <a:lnTo>
                    <a:pt x="1213461" y="1331370"/>
                  </a:lnTo>
                  <a:lnTo>
                    <a:pt x="1213459" y="1331376"/>
                  </a:lnTo>
                  <a:lnTo>
                    <a:pt x="1213454" y="1331388"/>
                  </a:lnTo>
                  <a:lnTo>
                    <a:pt x="1213446" y="1331396"/>
                  </a:lnTo>
                  <a:lnTo>
                    <a:pt x="1213442" y="1331402"/>
                  </a:lnTo>
                  <a:lnTo>
                    <a:pt x="1213442" y="1331407"/>
                  </a:lnTo>
                  <a:lnTo>
                    <a:pt x="1213445" y="1331414"/>
                  </a:lnTo>
                  <a:lnTo>
                    <a:pt x="1213449" y="1331422"/>
                  </a:lnTo>
                  <a:lnTo>
                    <a:pt x="1213450" y="1331431"/>
                  </a:lnTo>
                  <a:lnTo>
                    <a:pt x="1213452" y="1331436"/>
                  </a:lnTo>
                  <a:lnTo>
                    <a:pt x="1213455" y="1331452"/>
                  </a:lnTo>
                  <a:lnTo>
                    <a:pt x="1213464" y="1331461"/>
                  </a:lnTo>
                  <a:lnTo>
                    <a:pt x="1213475" y="1331463"/>
                  </a:lnTo>
                  <a:lnTo>
                    <a:pt x="1213487" y="1331466"/>
                  </a:lnTo>
                  <a:lnTo>
                    <a:pt x="1213495" y="1331474"/>
                  </a:lnTo>
                  <a:lnTo>
                    <a:pt x="1213607" y="1331594"/>
                  </a:lnTo>
                  <a:lnTo>
                    <a:pt x="1213596" y="1331596"/>
                  </a:lnTo>
                  <a:lnTo>
                    <a:pt x="1213585" y="1331601"/>
                  </a:lnTo>
                  <a:lnTo>
                    <a:pt x="1213581" y="1331610"/>
                  </a:lnTo>
                  <a:lnTo>
                    <a:pt x="1213577" y="1331636"/>
                  </a:lnTo>
                  <a:lnTo>
                    <a:pt x="1213574" y="1331649"/>
                  </a:lnTo>
                  <a:lnTo>
                    <a:pt x="1213572" y="1331669"/>
                  </a:lnTo>
                  <a:lnTo>
                    <a:pt x="1213570" y="1331677"/>
                  </a:lnTo>
                  <a:lnTo>
                    <a:pt x="1213569" y="1331688"/>
                  </a:lnTo>
                  <a:lnTo>
                    <a:pt x="1213571" y="1331702"/>
                  </a:lnTo>
                  <a:lnTo>
                    <a:pt x="1213562" y="1331711"/>
                  </a:lnTo>
                  <a:lnTo>
                    <a:pt x="1213560" y="1331715"/>
                  </a:lnTo>
                  <a:lnTo>
                    <a:pt x="1213554" y="1331723"/>
                  </a:lnTo>
                  <a:lnTo>
                    <a:pt x="1213550" y="1331731"/>
                  </a:lnTo>
                  <a:lnTo>
                    <a:pt x="1213545" y="1331746"/>
                  </a:lnTo>
                  <a:lnTo>
                    <a:pt x="1213542" y="1331759"/>
                  </a:lnTo>
                  <a:lnTo>
                    <a:pt x="1213541" y="1331766"/>
                  </a:lnTo>
                  <a:lnTo>
                    <a:pt x="1213538" y="1331783"/>
                  </a:lnTo>
                  <a:lnTo>
                    <a:pt x="1213549" y="1331802"/>
                  </a:lnTo>
                  <a:lnTo>
                    <a:pt x="1213550" y="1331816"/>
                  </a:lnTo>
                  <a:lnTo>
                    <a:pt x="1213546" y="1331832"/>
                  </a:lnTo>
                  <a:lnTo>
                    <a:pt x="1213547" y="1331839"/>
                  </a:lnTo>
                  <a:lnTo>
                    <a:pt x="1213549" y="1331848"/>
                  </a:lnTo>
                  <a:lnTo>
                    <a:pt x="1213556" y="1331878"/>
                  </a:lnTo>
                  <a:lnTo>
                    <a:pt x="1213556" y="1331910"/>
                  </a:lnTo>
                  <a:lnTo>
                    <a:pt x="1213548" y="1331950"/>
                  </a:lnTo>
                  <a:lnTo>
                    <a:pt x="1213541" y="1331971"/>
                  </a:lnTo>
                  <a:lnTo>
                    <a:pt x="1213520" y="1331985"/>
                  </a:lnTo>
                  <a:lnTo>
                    <a:pt x="1213506" y="1331991"/>
                  </a:lnTo>
                  <a:lnTo>
                    <a:pt x="1213495" y="1331995"/>
                  </a:lnTo>
                  <a:lnTo>
                    <a:pt x="1213489" y="1332008"/>
                  </a:lnTo>
                  <a:lnTo>
                    <a:pt x="1213488" y="1332017"/>
                  </a:lnTo>
                  <a:lnTo>
                    <a:pt x="1213488" y="1332051"/>
                  </a:lnTo>
                  <a:lnTo>
                    <a:pt x="1213487" y="1332076"/>
                  </a:lnTo>
                  <a:lnTo>
                    <a:pt x="1213485" y="1332084"/>
                  </a:lnTo>
                  <a:lnTo>
                    <a:pt x="1213475" y="1332094"/>
                  </a:lnTo>
                  <a:lnTo>
                    <a:pt x="1213463" y="1332102"/>
                  </a:lnTo>
                  <a:lnTo>
                    <a:pt x="1213455" y="1332107"/>
                  </a:lnTo>
                  <a:lnTo>
                    <a:pt x="1213447" y="1332113"/>
                  </a:lnTo>
                  <a:lnTo>
                    <a:pt x="1213438" y="1332119"/>
                  </a:lnTo>
                  <a:lnTo>
                    <a:pt x="1213427" y="1332117"/>
                  </a:lnTo>
                  <a:lnTo>
                    <a:pt x="1213420" y="1332112"/>
                  </a:lnTo>
                  <a:lnTo>
                    <a:pt x="1213403" y="1332105"/>
                  </a:lnTo>
                  <a:lnTo>
                    <a:pt x="1213396" y="1332104"/>
                  </a:lnTo>
                  <a:lnTo>
                    <a:pt x="1213385" y="1332105"/>
                  </a:lnTo>
                  <a:lnTo>
                    <a:pt x="1213377" y="1332105"/>
                  </a:lnTo>
                  <a:lnTo>
                    <a:pt x="1213352" y="1332102"/>
                  </a:lnTo>
                  <a:lnTo>
                    <a:pt x="1213340" y="1332098"/>
                  </a:lnTo>
                  <a:lnTo>
                    <a:pt x="1213322" y="1332085"/>
                  </a:lnTo>
                  <a:lnTo>
                    <a:pt x="1213305" y="1332071"/>
                  </a:lnTo>
                  <a:lnTo>
                    <a:pt x="1213288" y="1332062"/>
                  </a:lnTo>
                  <a:lnTo>
                    <a:pt x="1213269" y="1332055"/>
                  </a:lnTo>
                  <a:lnTo>
                    <a:pt x="1213256" y="1332048"/>
                  </a:lnTo>
                  <a:lnTo>
                    <a:pt x="1213245" y="1332038"/>
                  </a:lnTo>
                  <a:lnTo>
                    <a:pt x="1213211" y="1332026"/>
                  </a:lnTo>
                  <a:lnTo>
                    <a:pt x="1213198" y="1332020"/>
                  </a:lnTo>
                  <a:lnTo>
                    <a:pt x="1213190" y="1332016"/>
                  </a:lnTo>
                  <a:lnTo>
                    <a:pt x="1213166" y="1332006"/>
                  </a:lnTo>
                  <a:lnTo>
                    <a:pt x="1213155" y="1332002"/>
                  </a:lnTo>
                  <a:lnTo>
                    <a:pt x="1213145" y="1331996"/>
                  </a:lnTo>
                  <a:lnTo>
                    <a:pt x="1213140" y="1331992"/>
                  </a:lnTo>
                  <a:lnTo>
                    <a:pt x="1213099" y="1331965"/>
                  </a:lnTo>
                  <a:lnTo>
                    <a:pt x="1213093" y="1331962"/>
                  </a:lnTo>
                  <a:lnTo>
                    <a:pt x="1213086" y="1331956"/>
                  </a:lnTo>
                  <a:lnTo>
                    <a:pt x="1213078" y="1331948"/>
                  </a:lnTo>
                  <a:lnTo>
                    <a:pt x="1213074" y="1331943"/>
                  </a:lnTo>
                  <a:lnTo>
                    <a:pt x="1213070" y="1331938"/>
                  </a:lnTo>
                  <a:lnTo>
                    <a:pt x="1213062" y="1331932"/>
                  </a:lnTo>
                  <a:lnTo>
                    <a:pt x="1213056" y="1331930"/>
                  </a:lnTo>
                  <a:lnTo>
                    <a:pt x="1213050" y="1331929"/>
                  </a:lnTo>
                  <a:lnTo>
                    <a:pt x="1213045" y="1331931"/>
                  </a:lnTo>
                  <a:lnTo>
                    <a:pt x="1213040" y="1331931"/>
                  </a:lnTo>
                  <a:lnTo>
                    <a:pt x="1213035" y="1331931"/>
                  </a:lnTo>
                  <a:lnTo>
                    <a:pt x="1213027" y="1331930"/>
                  </a:lnTo>
                  <a:lnTo>
                    <a:pt x="1213020" y="1331927"/>
                  </a:lnTo>
                  <a:lnTo>
                    <a:pt x="1213012" y="1331922"/>
                  </a:lnTo>
                  <a:lnTo>
                    <a:pt x="1212986" y="1331909"/>
                  </a:lnTo>
                  <a:lnTo>
                    <a:pt x="1212976" y="1331904"/>
                  </a:lnTo>
                  <a:lnTo>
                    <a:pt x="1212966" y="1331898"/>
                  </a:lnTo>
                  <a:lnTo>
                    <a:pt x="1212960" y="1331895"/>
                  </a:lnTo>
                  <a:lnTo>
                    <a:pt x="1212873" y="1331840"/>
                  </a:lnTo>
                  <a:lnTo>
                    <a:pt x="1212865" y="1331842"/>
                  </a:lnTo>
                  <a:lnTo>
                    <a:pt x="1212852" y="1331843"/>
                  </a:lnTo>
                  <a:lnTo>
                    <a:pt x="1212844" y="1331842"/>
                  </a:lnTo>
                  <a:lnTo>
                    <a:pt x="1212832" y="1331841"/>
                  </a:lnTo>
                  <a:lnTo>
                    <a:pt x="1212810" y="1331844"/>
                  </a:lnTo>
                  <a:lnTo>
                    <a:pt x="1212804" y="1331847"/>
                  </a:lnTo>
                  <a:lnTo>
                    <a:pt x="1212794" y="1331851"/>
                  </a:lnTo>
                  <a:lnTo>
                    <a:pt x="1212784" y="1331856"/>
                  </a:lnTo>
                  <a:lnTo>
                    <a:pt x="1212779" y="1331861"/>
                  </a:lnTo>
                  <a:lnTo>
                    <a:pt x="1212772" y="1331864"/>
                  </a:lnTo>
                  <a:lnTo>
                    <a:pt x="1212763" y="1331867"/>
                  </a:lnTo>
                  <a:lnTo>
                    <a:pt x="1212752" y="1331873"/>
                  </a:lnTo>
                  <a:lnTo>
                    <a:pt x="1212748" y="1331875"/>
                  </a:lnTo>
                  <a:lnTo>
                    <a:pt x="1212737" y="1331880"/>
                  </a:lnTo>
                  <a:lnTo>
                    <a:pt x="1212728" y="1331884"/>
                  </a:lnTo>
                  <a:lnTo>
                    <a:pt x="1212713" y="1331883"/>
                  </a:lnTo>
                  <a:lnTo>
                    <a:pt x="1212704" y="1331880"/>
                  </a:lnTo>
                  <a:lnTo>
                    <a:pt x="1212694" y="1331873"/>
                  </a:lnTo>
                  <a:lnTo>
                    <a:pt x="1212686" y="1331864"/>
                  </a:lnTo>
                  <a:lnTo>
                    <a:pt x="1212679" y="1331854"/>
                  </a:lnTo>
                  <a:lnTo>
                    <a:pt x="1212670" y="1331837"/>
                  </a:lnTo>
                  <a:lnTo>
                    <a:pt x="1212660" y="1331818"/>
                  </a:lnTo>
                  <a:lnTo>
                    <a:pt x="1212647" y="1331795"/>
                  </a:lnTo>
                  <a:lnTo>
                    <a:pt x="1212640" y="1331783"/>
                  </a:lnTo>
                  <a:lnTo>
                    <a:pt x="1212630" y="1331766"/>
                  </a:lnTo>
                  <a:lnTo>
                    <a:pt x="1212621" y="1331750"/>
                  </a:lnTo>
                  <a:lnTo>
                    <a:pt x="1212615" y="1331743"/>
                  </a:lnTo>
                  <a:lnTo>
                    <a:pt x="1212603" y="1331736"/>
                  </a:lnTo>
                  <a:lnTo>
                    <a:pt x="1212574" y="1331721"/>
                  </a:lnTo>
                  <a:lnTo>
                    <a:pt x="1212551" y="1331716"/>
                  </a:lnTo>
                  <a:lnTo>
                    <a:pt x="1212555" y="1331712"/>
                  </a:lnTo>
                  <a:lnTo>
                    <a:pt x="1212569" y="1331702"/>
                  </a:lnTo>
                  <a:lnTo>
                    <a:pt x="1212578" y="1331694"/>
                  </a:lnTo>
                  <a:lnTo>
                    <a:pt x="1212582" y="1331687"/>
                  </a:lnTo>
                  <a:lnTo>
                    <a:pt x="1212586" y="1331681"/>
                  </a:lnTo>
                  <a:lnTo>
                    <a:pt x="1212599" y="1331655"/>
                  </a:lnTo>
                  <a:lnTo>
                    <a:pt x="1212607" y="1331640"/>
                  </a:lnTo>
                  <a:lnTo>
                    <a:pt x="1212612" y="1331629"/>
                  </a:lnTo>
                  <a:lnTo>
                    <a:pt x="1212615" y="1331618"/>
                  </a:lnTo>
                  <a:lnTo>
                    <a:pt x="1212616" y="1331604"/>
                  </a:lnTo>
                  <a:lnTo>
                    <a:pt x="1212616" y="1331595"/>
                  </a:lnTo>
                  <a:lnTo>
                    <a:pt x="1212616" y="1331587"/>
                  </a:lnTo>
                  <a:lnTo>
                    <a:pt x="1212621" y="1331571"/>
                  </a:lnTo>
                  <a:lnTo>
                    <a:pt x="1212629" y="1331554"/>
                  </a:lnTo>
                  <a:lnTo>
                    <a:pt x="1212649" y="1331534"/>
                  </a:lnTo>
                  <a:lnTo>
                    <a:pt x="1212668" y="1331508"/>
                  </a:lnTo>
                  <a:lnTo>
                    <a:pt x="1212655" y="1331515"/>
                  </a:lnTo>
                  <a:lnTo>
                    <a:pt x="1212633" y="1331517"/>
                  </a:lnTo>
                  <a:lnTo>
                    <a:pt x="1212613" y="1331517"/>
                  </a:lnTo>
                  <a:lnTo>
                    <a:pt x="1212591" y="1331510"/>
                  </a:lnTo>
                  <a:lnTo>
                    <a:pt x="1212569" y="1331498"/>
                  </a:lnTo>
                  <a:lnTo>
                    <a:pt x="1212534" y="1331474"/>
                  </a:lnTo>
                  <a:lnTo>
                    <a:pt x="1212511" y="1331464"/>
                  </a:lnTo>
                  <a:lnTo>
                    <a:pt x="1212500" y="1331458"/>
                  </a:lnTo>
                  <a:lnTo>
                    <a:pt x="1212495" y="1331454"/>
                  </a:lnTo>
                  <a:lnTo>
                    <a:pt x="1212491" y="1331451"/>
                  </a:lnTo>
                  <a:lnTo>
                    <a:pt x="1212487" y="1331448"/>
                  </a:lnTo>
                  <a:lnTo>
                    <a:pt x="1212484" y="1331444"/>
                  </a:lnTo>
                  <a:lnTo>
                    <a:pt x="1212483" y="1331437"/>
                  </a:lnTo>
                  <a:lnTo>
                    <a:pt x="1212483" y="1331432"/>
                  </a:lnTo>
                  <a:lnTo>
                    <a:pt x="1212483" y="1331425"/>
                  </a:lnTo>
                  <a:lnTo>
                    <a:pt x="1212485" y="1331417"/>
                  </a:lnTo>
                  <a:lnTo>
                    <a:pt x="1212488" y="1331411"/>
                  </a:lnTo>
                  <a:lnTo>
                    <a:pt x="1212495" y="1331403"/>
                  </a:lnTo>
                  <a:lnTo>
                    <a:pt x="1212494" y="1331384"/>
                  </a:lnTo>
                  <a:lnTo>
                    <a:pt x="1212489" y="1331377"/>
                  </a:lnTo>
                  <a:lnTo>
                    <a:pt x="1212484" y="1331365"/>
                  </a:lnTo>
                  <a:lnTo>
                    <a:pt x="1212482" y="1331351"/>
                  </a:lnTo>
                  <a:lnTo>
                    <a:pt x="1212481" y="1331337"/>
                  </a:lnTo>
                  <a:lnTo>
                    <a:pt x="1212483" y="1331323"/>
                  </a:lnTo>
                  <a:lnTo>
                    <a:pt x="1212486" y="1331313"/>
                  </a:lnTo>
                  <a:lnTo>
                    <a:pt x="1212488" y="1331305"/>
                  </a:lnTo>
                  <a:lnTo>
                    <a:pt x="1212488" y="1331297"/>
                  </a:lnTo>
                  <a:lnTo>
                    <a:pt x="1212485" y="1331288"/>
                  </a:lnTo>
                  <a:lnTo>
                    <a:pt x="1212481" y="1331280"/>
                  </a:lnTo>
                  <a:lnTo>
                    <a:pt x="1212469" y="1331282"/>
                  </a:lnTo>
                  <a:lnTo>
                    <a:pt x="1212453" y="1331285"/>
                  </a:lnTo>
                  <a:lnTo>
                    <a:pt x="1212439" y="1331289"/>
                  </a:lnTo>
                  <a:lnTo>
                    <a:pt x="1212428" y="1331295"/>
                  </a:lnTo>
                  <a:lnTo>
                    <a:pt x="1212419" y="1331296"/>
                  </a:lnTo>
                  <a:lnTo>
                    <a:pt x="1212414" y="1331296"/>
                  </a:lnTo>
                  <a:lnTo>
                    <a:pt x="1212392" y="1331291"/>
                  </a:lnTo>
                  <a:lnTo>
                    <a:pt x="1212386" y="1331289"/>
                  </a:lnTo>
                  <a:lnTo>
                    <a:pt x="1212375" y="1331289"/>
                  </a:lnTo>
                  <a:lnTo>
                    <a:pt x="1212362" y="1331292"/>
                  </a:lnTo>
                  <a:lnTo>
                    <a:pt x="1212348" y="1331299"/>
                  </a:lnTo>
                  <a:lnTo>
                    <a:pt x="1212340" y="1331306"/>
                  </a:lnTo>
                  <a:lnTo>
                    <a:pt x="1212330" y="1331313"/>
                  </a:lnTo>
                  <a:lnTo>
                    <a:pt x="1212319" y="1331315"/>
                  </a:lnTo>
                  <a:lnTo>
                    <a:pt x="1212299" y="1331314"/>
                  </a:lnTo>
                  <a:lnTo>
                    <a:pt x="1212285" y="1331315"/>
                  </a:lnTo>
                  <a:lnTo>
                    <a:pt x="1212241" y="1331321"/>
                  </a:lnTo>
                  <a:lnTo>
                    <a:pt x="1212236" y="1331321"/>
                  </a:lnTo>
                  <a:lnTo>
                    <a:pt x="1212281" y="1331263"/>
                  </a:lnTo>
                  <a:lnTo>
                    <a:pt x="1212285" y="1331250"/>
                  </a:lnTo>
                  <a:lnTo>
                    <a:pt x="1212284" y="1331225"/>
                  </a:lnTo>
                  <a:lnTo>
                    <a:pt x="1212286" y="1331206"/>
                  </a:lnTo>
                  <a:lnTo>
                    <a:pt x="1212287" y="1331201"/>
                  </a:lnTo>
                  <a:lnTo>
                    <a:pt x="1212293" y="1331181"/>
                  </a:lnTo>
                  <a:lnTo>
                    <a:pt x="1212295" y="1331164"/>
                  </a:lnTo>
                  <a:lnTo>
                    <a:pt x="1212295" y="1331155"/>
                  </a:lnTo>
                  <a:lnTo>
                    <a:pt x="1212295" y="1331148"/>
                  </a:lnTo>
                  <a:lnTo>
                    <a:pt x="1212297" y="1331141"/>
                  </a:lnTo>
                  <a:lnTo>
                    <a:pt x="1212301" y="1331134"/>
                  </a:lnTo>
                  <a:lnTo>
                    <a:pt x="1212304" y="1331123"/>
                  </a:lnTo>
                  <a:lnTo>
                    <a:pt x="1212302" y="1331118"/>
                  </a:lnTo>
                  <a:lnTo>
                    <a:pt x="1212292" y="1331099"/>
                  </a:lnTo>
                  <a:lnTo>
                    <a:pt x="1212291" y="1331095"/>
                  </a:lnTo>
                  <a:lnTo>
                    <a:pt x="1212283" y="1331077"/>
                  </a:lnTo>
                  <a:lnTo>
                    <a:pt x="1212281" y="1331072"/>
                  </a:lnTo>
                  <a:lnTo>
                    <a:pt x="1212282" y="1331066"/>
                  </a:lnTo>
                  <a:lnTo>
                    <a:pt x="1212282" y="1331060"/>
                  </a:lnTo>
                  <a:lnTo>
                    <a:pt x="1212281" y="1331053"/>
                  </a:lnTo>
                  <a:lnTo>
                    <a:pt x="1212281" y="1331047"/>
                  </a:lnTo>
                  <a:lnTo>
                    <a:pt x="1212279" y="1331039"/>
                  </a:lnTo>
                  <a:lnTo>
                    <a:pt x="1212279" y="1331033"/>
                  </a:lnTo>
                  <a:lnTo>
                    <a:pt x="1212278" y="1331028"/>
                  </a:lnTo>
                  <a:lnTo>
                    <a:pt x="1212275" y="1331023"/>
                  </a:lnTo>
                  <a:lnTo>
                    <a:pt x="1212266" y="1331016"/>
                  </a:lnTo>
                  <a:lnTo>
                    <a:pt x="1212256" y="1331006"/>
                  </a:lnTo>
                  <a:lnTo>
                    <a:pt x="1212247" y="1330999"/>
                  </a:lnTo>
                  <a:lnTo>
                    <a:pt x="1212239" y="1330994"/>
                  </a:lnTo>
                  <a:lnTo>
                    <a:pt x="1212234" y="1330993"/>
                  </a:lnTo>
                  <a:lnTo>
                    <a:pt x="1212229" y="1330993"/>
                  </a:lnTo>
                  <a:lnTo>
                    <a:pt x="1212224" y="1330992"/>
                  </a:lnTo>
                  <a:lnTo>
                    <a:pt x="1212217" y="1330991"/>
                  </a:lnTo>
                  <a:lnTo>
                    <a:pt x="1212206" y="1330986"/>
                  </a:lnTo>
                  <a:lnTo>
                    <a:pt x="1212198" y="1330981"/>
                  </a:lnTo>
                  <a:lnTo>
                    <a:pt x="1212182" y="1330971"/>
                  </a:lnTo>
                  <a:lnTo>
                    <a:pt x="1212171" y="1330962"/>
                  </a:lnTo>
                  <a:lnTo>
                    <a:pt x="1212160" y="1330954"/>
                  </a:lnTo>
                  <a:lnTo>
                    <a:pt x="1212152" y="1330948"/>
                  </a:lnTo>
                  <a:lnTo>
                    <a:pt x="1212145" y="1330942"/>
                  </a:lnTo>
                  <a:lnTo>
                    <a:pt x="1212136" y="1330934"/>
                  </a:lnTo>
                  <a:lnTo>
                    <a:pt x="1212127" y="1330924"/>
                  </a:lnTo>
                  <a:lnTo>
                    <a:pt x="1212119" y="1330918"/>
                  </a:lnTo>
                  <a:lnTo>
                    <a:pt x="1212112" y="1330914"/>
                  </a:lnTo>
                  <a:lnTo>
                    <a:pt x="1212106" y="1330912"/>
                  </a:lnTo>
                  <a:lnTo>
                    <a:pt x="1212084" y="1330904"/>
                  </a:lnTo>
                  <a:lnTo>
                    <a:pt x="1211942" y="1330828"/>
                  </a:lnTo>
                  <a:lnTo>
                    <a:pt x="1211932" y="1330830"/>
                  </a:lnTo>
                  <a:lnTo>
                    <a:pt x="1211929" y="1330832"/>
                  </a:lnTo>
                  <a:lnTo>
                    <a:pt x="1211925" y="1330833"/>
                  </a:lnTo>
                  <a:lnTo>
                    <a:pt x="1211920" y="1330835"/>
                  </a:lnTo>
                  <a:lnTo>
                    <a:pt x="1211907" y="1330841"/>
                  </a:lnTo>
                  <a:lnTo>
                    <a:pt x="1211896" y="1330845"/>
                  </a:lnTo>
                  <a:lnTo>
                    <a:pt x="1211878" y="1330851"/>
                  </a:lnTo>
                  <a:lnTo>
                    <a:pt x="1211867" y="1330854"/>
                  </a:lnTo>
                  <a:lnTo>
                    <a:pt x="1211852" y="1330858"/>
                  </a:lnTo>
                  <a:lnTo>
                    <a:pt x="1211840" y="1330862"/>
                  </a:lnTo>
                  <a:lnTo>
                    <a:pt x="1211829" y="1330864"/>
                  </a:lnTo>
                  <a:lnTo>
                    <a:pt x="1211824" y="1330865"/>
                  </a:lnTo>
                  <a:lnTo>
                    <a:pt x="1211818" y="1330866"/>
                  </a:lnTo>
                  <a:lnTo>
                    <a:pt x="1211812" y="1330867"/>
                  </a:lnTo>
                  <a:lnTo>
                    <a:pt x="1211808" y="1330867"/>
                  </a:lnTo>
                  <a:lnTo>
                    <a:pt x="1211798" y="1330866"/>
                  </a:lnTo>
                  <a:lnTo>
                    <a:pt x="1211788" y="1330864"/>
                  </a:lnTo>
                  <a:lnTo>
                    <a:pt x="1211780" y="1330864"/>
                  </a:lnTo>
                  <a:lnTo>
                    <a:pt x="1211772" y="1330863"/>
                  </a:lnTo>
                  <a:lnTo>
                    <a:pt x="1211762" y="1330864"/>
                  </a:lnTo>
                  <a:lnTo>
                    <a:pt x="1211756" y="1330865"/>
                  </a:lnTo>
                  <a:lnTo>
                    <a:pt x="1211748" y="1330868"/>
                  </a:lnTo>
                  <a:lnTo>
                    <a:pt x="1211740" y="1330870"/>
                  </a:lnTo>
                  <a:lnTo>
                    <a:pt x="1211732" y="1330871"/>
                  </a:lnTo>
                  <a:lnTo>
                    <a:pt x="1211725" y="1330871"/>
                  </a:lnTo>
                  <a:lnTo>
                    <a:pt x="1211717" y="1330874"/>
                  </a:lnTo>
                  <a:lnTo>
                    <a:pt x="1211712" y="1330880"/>
                  </a:lnTo>
                  <a:lnTo>
                    <a:pt x="1211709" y="1330886"/>
                  </a:lnTo>
                  <a:lnTo>
                    <a:pt x="1211703" y="1330894"/>
                  </a:lnTo>
                  <a:lnTo>
                    <a:pt x="1211699" y="1330898"/>
                  </a:lnTo>
                  <a:lnTo>
                    <a:pt x="1211692" y="1330902"/>
                  </a:lnTo>
                  <a:lnTo>
                    <a:pt x="1211684" y="1330905"/>
                  </a:lnTo>
                  <a:lnTo>
                    <a:pt x="1211676" y="1330907"/>
                  </a:lnTo>
                  <a:lnTo>
                    <a:pt x="1211670" y="1330909"/>
                  </a:lnTo>
                  <a:lnTo>
                    <a:pt x="1211660" y="1330911"/>
                  </a:lnTo>
                  <a:lnTo>
                    <a:pt x="1211653" y="1330912"/>
                  </a:lnTo>
                  <a:lnTo>
                    <a:pt x="1211648" y="1330913"/>
                  </a:lnTo>
                  <a:lnTo>
                    <a:pt x="1211640" y="1330912"/>
                  </a:lnTo>
                  <a:lnTo>
                    <a:pt x="1211634" y="1330912"/>
                  </a:lnTo>
                  <a:lnTo>
                    <a:pt x="1211627" y="1330911"/>
                  </a:lnTo>
                  <a:lnTo>
                    <a:pt x="1211620" y="1330907"/>
                  </a:lnTo>
                  <a:lnTo>
                    <a:pt x="1211598" y="1330896"/>
                  </a:lnTo>
                  <a:lnTo>
                    <a:pt x="1211589" y="1330891"/>
                  </a:lnTo>
                  <a:lnTo>
                    <a:pt x="1211579" y="1330891"/>
                  </a:lnTo>
                  <a:lnTo>
                    <a:pt x="1211572" y="1330891"/>
                  </a:lnTo>
                  <a:lnTo>
                    <a:pt x="1211561" y="1330891"/>
                  </a:lnTo>
                  <a:lnTo>
                    <a:pt x="1211556" y="1330891"/>
                  </a:lnTo>
                  <a:lnTo>
                    <a:pt x="1211548" y="1330890"/>
                  </a:lnTo>
                  <a:lnTo>
                    <a:pt x="1211542" y="1330887"/>
                  </a:lnTo>
                  <a:lnTo>
                    <a:pt x="1211536" y="1330885"/>
                  </a:lnTo>
                  <a:lnTo>
                    <a:pt x="1211530" y="1330883"/>
                  </a:lnTo>
                  <a:lnTo>
                    <a:pt x="1211524" y="1330882"/>
                  </a:lnTo>
                  <a:lnTo>
                    <a:pt x="1211514" y="1330882"/>
                  </a:lnTo>
                  <a:lnTo>
                    <a:pt x="1211506" y="1330883"/>
                  </a:lnTo>
                  <a:lnTo>
                    <a:pt x="1211501" y="1330883"/>
                  </a:lnTo>
                  <a:lnTo>
                    <a:pt x="1211494" y="1330883"/>
                  </a:lnTo>
                  <a:lnTo>
                    <a:pt x="1211476" y="1330879"/>
                  </a:lnTo>
                  <a:lnTo>
                    <a:pt x="1211460" y="1330884"/>
                  </a:lnTo>
                  <a:lnTo>
                    <a:pt x="1211427" y="1330913"/>
                  </a:lnTo>
                  <a:lnTo>
                    <a:pt x="1211421" y="1330918"/>
                  </a:lnTo>
                  <a:lnTo>
                    <a:pt x="1211414" y="1330923"/>
                  </a:lnTo>
                  <a:lnTo>
                    <a:pt x="1211408" y="1330928"/>
                  </a:lnTo>
                  <a:lnTo>
                    <a:pt x="1211397" y="1330936"/>
                  </a:lnTo>
                  <a:lnTo>
                    <a:pt x="1211386" y="1330944"/>
                  </a:lnTo>
                  <a:lnTo>
                    <a:pt x="1211381" y="1330948"/>
                  </a:lnTo>
                  <a:lnTo>
                    <a:pt x="1211375" y="1330953"/>
                  </a:lnTo>
                  <a:lnTo>
                    <a:pt x="1211365" y="1330960"/>
                  </a:lnTo>
                  <a:lnTo>
                    <a:pt x="1211363" y="1330972"/>
                  </a:lnTo>
                  <a:lnTo>
                    <a:pt x="1211357" y="1330981"/>
                  </a:lnTo>
                  <a:lnTo>
                    <a:pt x="1211350" y="1330991"/>
                  </a:lnTo>
                  <a:lnTo>
                    <a:pt x="1211342" y="1331001"/>
                  </a:lnTo>
                  <a:lnTo>
                    <a:pt x="1211332" y="1331010"/>
                  </a:lnTo>
                  <a:lnTo>
                    <a:pt x="1211324" y="1331017"/>
                  </a:lnTo>
                  <a:lnTo>
                    <a:pt x="1211310" y="1331027"/>
                  </a:lnTo>
                  <a:lnTo>
                    <a:pt x="1211299" y="1331034"/>
                  </a:lnTo>
                  <a:lnTo>
                    <a:pt x="1211291" y="1331042"/>
                  </a:lnTo>
                  <a:lnTo>
                    <a:pt x="1211287" y="1331049"/>
                  </a:lnTo>
                  <a:lnTo>
                    <a:pt x="1211283" y="1331055"/>
                  </a:lnTo>
                  <a:lnTo>
                    <a:pt x="1211274" y="1331064"/>
                  </a:lnTo>
                  <a:lnTo>
                    <a:pt x="1211268" y="1331067"/>
                  </a:lnTo>
                  <a:lnTo>
                    <a:pt x="1211261" y="1331072"/>
                  </a:lnTo>
                  <a:lnTo>
                    <a:pt x="1211252" y="1331079"/>
                  </a:lnTo>
                  <a:lnTo>
                    <a:pt x="1211248" y="1331084"/>
                  </a:lnTo>
                  <a:lnTo>
                    <a:pt x="1211237" y="1331092"/>
                  </a:lnTo>
                  <a:lnTo>
                    <a:pt x="1211223" y="1331099"/>
                  </a:lnTo>
                  <a:lnTo>
                    <a:pt x="1211213" y="1331103"/>
                  </a:lnTo>
                  <a:lnTo>
                    <a:pt x="1211197" y="1331113"/>
                  </a:lnTo>
                  <a:lnTo>
                    <a:pt x="1211190" y="1331125"/>
                  </a:lnTo>
                  <a:lnTo>
                    <a:pt x="1211187" y="1331130"/>
                  </a:lnTo>
                  <a:lnTo>
                    <a:pt x="1211166" y="1331172"/>
                  </a:lnTo>
                  <a:lnTo>
                    <a:pt x="1211163" y="1331187"/>
                  </a:lnTo>
                  <a:lnTo>
                    <a:pt x="1211159" y="1331199"/>
                  </a:lnTo>
                  <a:lnTo>
                    <a:pt x="1211156" y="1331207"/>
                  </a:lnTo>
                  <a:lnTo>
                    <a:pt x="1211152" y="1331217"/>
                  </a:lnTo>
                  <a:lnTo>
                    <a:pt x="1211149" y="1331224"/>
                  </a:lnTo>
                  <a:lnTo>
                    <a:pt x="1211146" y="1331229"/>
                  </a:lnTo>
                  <a:lnTo>
                    <a:pt x="1211143" y="1331237"/>
                  </a:lnTo>
                  <a:lnTo>
                    <a:pt x="1211142" y="1331248"/>
                  </a:lnTo>
                  <a:lnTo>
                    <a:pt x="1211144" y="1331267"/>
                  </a:lnTo>
                  <a:lnTo>
                    <a:pt x="1211143" y="1331278"/>
                  </a:lnTo>
                  <a:lnTo>
                    <a:pt x="1211138" y="1331291"/>
                  </a:lnTo>
                  <a:lnTo>
                    <a:pt x="1211124" y="1331307"/>
                  </a:lnTo>
                  <a:lnTo>
                    <a:pt x="1211110" y="1331319"/>
                  </a:lnTo>
                  <a:lnTo>
                    <a:pt x="1211105" y="1331322"/>
                  </a:lnTo>
                  <a:lnTo>
                    <a:pt x="1211092" y="1331332"/>
                  </a:lnTo>
                  <a:lnTo>
                    <a:pt x="1211085" y="1331337"/>
                  </a:lnTo>
                  <a:lnTo>
                    <a:pt x="1211081" y="1331340"/>
                  </a:lnTo>
                  <a:lnTo>
                    <a:pt x="1211073" y="1331347"/>
                  </a:lnTo>
                  <a:lnTo>
                    <a:pt x="1211059" y="1331353"/>
                  </a:lnTo>
                  <a:lnTo>
                    <a:pt x="1211052" y="1331355"/>
                  </a:lnTo>
                  <a:lnTo>
                    <a:pt x="1211047" y="1331356"/>
                  </a:lnTo>
                  <a:lnTo>
                    <a:pt x="1211031" y="1331364"/>
                  </a:lnTo>
                  <a:lnTo>
                    <a:pt x="1211022" y="1331367"/>
                  </a:lnTo>
                  <a:lnTo>
                    <a:pt x="1211016" y="1331369"/>
                  </a:lnTo>
                  <a:lnTo>
                    <a:pt x="1211007" y="1331376"/>
                  </a:lnTo>
                  <a:lnTo>
                    <a:pt x="1211003" y="1331381"/>
                  </a:lnTo>
                  <a:lnTo>
                    <a:pt x="1210999" y="1331387"/>
                  </a:lnTo>
                  <a:lnTo>
                    <a:pt x="1210995" y="1331392"/>
                  </a:lnTo>
                  <a:lnTo>
                    <a:pt x="1210987" y="1331395"/>
                  </a:lnTo>
                  <a:lnTo>
                    <a:pt x="1210979" y="1331397"/>
                  </a:lnTo>
                  <a:lnTo>
                    <a:pt x="1210973" y="1331404"/>
                  </a:lnTo>
                  <a:lnTo>
                    <a:pt x="1210972" y="1331408"/>
                  </a:lnTo>
                  <a:lnTo>
                    <a:pt x="1210969" y="1331414"/>
                  </a:lnTo>
                  <a:lnTo>
                    <a:pt x="1210967" y="1331420"/>
                  </a:lnTo>
                  <a:lnTo>
                    <a:pt x="1210961" y="1331426"/>
                  </a:lnTo>
                  <a:lnTo>
                    <a:pt x="1210957" y="1331428"/>
                  </a:lnTo>
                  <a:lnTo>
                    <a:pt x="1210949" y="1331433"/>
                  </a:lnTo>
                  <a:lnTo>
                    <a:pt x="1210944" y="1331437"/>
                  </a:lnTo>
                  <a:lnTo>
                    <a:pt x="1210937" y="1331442"/>
                  </a:lnTo>
                  <a:lnTo>
                    <a:pt x="1210928" y="1331458"/>
                  </a:lnTo>
                  <a:lnTo>
                    <a:pt x="1210909" y="1331500"/>
                  </a:lnTo>
                  <a:lnTo>
                    <a:pt x="1210906" y="1331506"/>
                  </a:lnTo>
                  <a:lnTo>
                    <a:pt x="1210904" y="1331513"/>
                  </a:lnTo>
                  <a:lnTo>
                    <a:pt x="1210897" y="1331536"/>
                  </a:lnTo>
                  <a:lnTo>
                    <a:pt x="1210892" y="1331547"/>
                  </a:lnTo>
                  <a:lnTo>
                    <a:pt x="1210884" y="1331563"/>
                  </a:lnTo>
                  <a:lnTo>
                    <a:pt x="1210882" y="1331574"/>
                  </a:lnTo>
                  <a:lnTo>
                    <a:pt x="1210883" y="1331584"/>
                  </a:lnTo>
                  <a:lnTo>
                    <a:pt x="1210888" y="1331595"/>
                  </a:lnTo>
                  <a:lnTo>
                    <a:pt x="1210892" y="1331600"/>
                  </a:lnTo>
                  <a:lnTo>
                    <a:pt x="1210898" y="1331610"/>
                  </a:lnTo>
                  <a:lnTo>
                    <a:pt x="1210906" y="1331620"/>
                  </a:lnTo>
                  <a:lnTo>
                    <a:pt x="1210914" y="1331625"/>
                  </a:lnTo>
                  <a:lnTo>
                    <a:pt x="1210923" y="1331630"/>
                  </a:lnTo>
                  <a:lnTo>
                    <a:pt x="1210923" y="1331638"/>
                  </a:lnTo>
                  <a:lnTo>
                    <a:pt x="1210922" y="1331649"/>
                  </a:lnTo>
                  <a:lnTo>
                    <a:pt x="1210917" y="1331663"/>
                  </a:lnTo>
                  <a:lnTo>
                    <a:pt x="1210912" y="1331671"/>
                  </a:lnTo>
                  <a:lnTo>
                    <a:pt x="1210904" y="1331679"/>
                  </a:lnTo>
                  <a:lnTo>
                    <a:pt x="1210897" y="1331691"/>
                  </a:lnTo>
                  <a:lnTo>
                    <a:pt x="1210896" y="1331698"/>
                  </a:lnTo>
                  <a:lnTo>
                    <a:pt x="1210903" y="1331707"/>
                  </a:lnTo>
                  <a:lnTo>
                    <a:pt x="1210912" y="1331712"/>
                  </a:lnTo>
                  <a:lnTo>
                    <a:pt x="1210922" y="1331720"/>
                  </a:lnTo>
                  <a:lnTo>
                    <a:pt x="1210932" y="1331727"/>
                  </a:lnTo>
                  <a:lnTo>
                    <a:pt x="1210943" y="1331734"/>
                  </a:lnTo>
                  <a:lnTo>
                    <a:pt x="1210945" y="1331740"/>
                  </a:lnTo>
                  <a:lnTo>
                    <a:pt x="1210950" y="1331749"/>
                  </a:lnTo>
                  <a:lnTo>
                    <a:pt x="1210950" y="1331762"/>
                  </a:lnTo>
                  <a:lnTo>
                    <a:pt x="1210948" y="1331781"/>
                  </a:lnTo>
                  <a:lnTo>
                    <a:pt x="1210943" y="1331790"/>
                  </a:lnTo>
                  <a:lnTo>
                    <a:pt x="1210937" y="1331801"/>
                  </a:lnTo>
                  <a:lnTo>
                    <a:pt x="1210929" y="1331817"/>
                  </a:lnTo>
                  <a:lnTo>
                    <a:pt x="1210928" y="1331834"/>
                  </a:lnTo>
                  <a:lnTo>
                    <a:pt x="1210934" y="1331844"/>
                  </a:lnTo>
                  <a:lnTo>
                    <a:pt x="1210944" y="1331850"/>
                  </a:lnTo>
                  <a:lnTo>
                    <a:pt x="1210955" y="1331857"/>
                  </a:lnTo>
                  <a:lnTo>
                    <a:pt x="1210967" y="1331870"/>
                  </a:lnTo>
                  <a:lnTo>
                    <a:pt x="1210973" y="1331882"/>
                  </a:lnTo>
                  <a:lnTo>
                    <a:pt x="1210975" y="1331894"/>
                  </a:lnTo>
                  <a:lnTo>
                    <a:pt x="1210974" y="1331908"/>
                  </a:lnTo>
                  <a:lnTo>
                    <a:pt x="1210965" y="1331933"/>
                  </a:lnTo>
                  <a:lnTo>
                    <a:pt x="1210961" y="1331946"/>
                  </a:lnTo>
                  <a:lnTo>
                    <a:pt x="1210959" y="1331964"/>
                  </a:lnTo>
                  <a:lnTo>
                    <a:pt x="1210957" y="1331970"/>
                  </a:lnTo>
                  <a:lnTo>
                    <a:pt x="1210956" y="1331975"/>
                  </a:lnTo>
                  <a:lnTo>
                    <a:pt x="1210947" y="1331985"/>
                  </a:lnTo>
                  <a:lnTo>
                    <a:pt x="1210936" y="1331998"/>
                  </a:lnTo>
                  <a:lnTo>
                    <a:pt x="1210932" y="1332002"/>
                  </a:lnTo>
                  <a:lnTo>
                    <a:pt x="1210928" y="1332006"/>
                  </a:lnTo>
                  <a:lnTo>
                    <a:pt x="1210919" y="1332013"/>
                  </a:lnTo>
                  <a:lnTo>
                    <a:pt x="1210911" y="1332020"/>
                  </a:lnTo>
                  <a:lnTo>
                    <a:pt x="1210902" y="1332029"/>
                  </a:lnTo>
                  <a:lnTo>
                    <a:pt x="1210897" y="1332035"/>
                  </a:lnTo>
                  <a:lnTo>
                    <a:pt x="1210892" y="1332041"/>
                  </a:lnTo>
                  <a:lnTo>
                    <a:pt x="1210886" y="1332052"/>
                  </a:lnTo>
                  <a:lnTo>
                    <a:pt x="1210879" y="1332062"/>
                  </a:lnTo>
                  <a:lnTo>
                    <a:pt x="1210875" y="1332067"/>
                  </a:lnTo>
                  <a:lnTo>
                    <a:pt x="1210866" y="1332074"/>
                  </a:lnTo>
                  <a:lnTo>
                    <a:pt x="1210864" y="1332082"/>
                  </a:lnTo>
                  <a:lnTo>
                    <a:pt x="1210856" y="1332091"/>
                  </a:lnTo>
                  <a:lnTo>
                    <a:pt x="1210849" y="1332102"/>
                  </a:lnTo>
                  <a:lnTo>
                    <a:pt x="1210843" y="1332114"/>
                  </a:lnTo>
                  <a:lnTo>
                    <a:pt x="1210840" y="1332126"/>
                  </a:lnTo>
                  <a:lnTo>
                    <a:pt x="1210838" y="1332139"/>
                  </a:lnTo>
                  <a:lnTo>
                    <a:pt x="1210836" y="1332152"/>
                  </a:lnTo>
                  <a:lnTo>
                    <a:pt x="1210836" y="1332157"/>
                  </a:lnTo>
                  <a:lnTo>
                    <a:pt x="1210835" y="1332163"/>
                  </a:lnTo>
                  <a:lnTo>
                    <a:pt x="1210835" y="1332168"/>
                  </a:lnTo>
                  <a:lnTo>
                    <a:pt x="1210837" y="1332173"/>
                  </a:lnTo>
                  <a:lnTo>
                    <a:pt x="1210843" y="1332180"/>
                  </a:lnTo>
                  <a:lnTo>
                    <a:pt x="1210846" y="1332185"/>
                  </a:lnTo>
                  <a:lnTo>
                    <a:pt x="1210850" y="1332191"/>
                  </a:lnTo>
                  <a:lnTo>
                    <a:pt x="1210853" y="1332204"/>
                  </a:lnTo>
                  <a:lnTo>
                    <a:pt x="1210857" y="1332217"/>
                  </a:lnTo>
                  <a:lnTo>
                    <a:pt x="1210858" y="1332221"/>
                  </a:lnTo>
                  <a:lnTo>
                    <a:pt x="1210862" y="1332233"/>
                  </a:lnTo>
                  <a:lnTo>
                    <a:pt x="1210865" y="1332237"/>
                  </a:lnTo>
                  <a:lnTo>
                    <a:pt x="1210869" y="1332246"/>
                  </a:lnTo>
                  <a:lnTo>
                    <a:pt x="1210876" y="1332258"/>
                  </a:lnTo>
                  <a:lnTo>
                    <a:pt x="1210878" y="1332262"/>
                  </a:lnTo>
                  <a:lnTo>
                    <a:pt x="1210885" y="1332273"/>
                  </a:lnTo>
                  <a:lnTo>
                    <a:pt x="1210896" y="1332283"/>
                  </a:lnTo>
                  <a:lnTo>
                    <a:pt x="1210902" y="1332293"/>
                  </a:lnTo>
                  <a:lnTo>
                    <a:pt x="1210902" y="1332300"/>
                  </a:lnTo>
                  <a:lnTo>
                    <a:pt x="1210899" y="1332309"/>
                  </a:lnTo>
                  <a:lnTo>
                    <a:pt x="1210897" y="1332316"/>
                  </a:lnTo>
                  <a:lnTo>
                    <a:pt x="1210897" y="1332325"/>
                  </a:lnTo>
                  <a:lnTo>
                    <a:pt x="1210900" y="1332331"/>
                  </a:lnTo>
                  <a:lnTo>
                    <a:pt x="1210908" y="1332343"/>
                  </a:lnTo>
                  <a:lnTo>
                    <a:pt x="1210913" y="1332354"/>
                  </a:lnTo>
                  <a:lnTo>
                    <a:pt x="1210921" y="1332367"/>
                  </a:lnTo>
                  <a:lnTo>
                    <a:pt x="1210926" y="1332376"/>
                  </a:lnTo>
                  <a:lnTo>
                    <a:pt x="1210928" y="1332386"/>
                  </a:lnTo>
                  <a:lnTo>
                    <a:pt x="1210929" y="1332395"/>
                  </a:lnTo>
                  <a:lnTo>
                    <a:pt x="1210928" y="1332407"/>
                  </a:lnTo>
                  <a:lnTo>
                    <a:pt x="1210927" y="1332414"/>
                  </a:lnTo>
                  <a:lnTo>
                    <a:pt x="1210926" y="1332420"/>
                  </a:lnTo>
                  <a:lnTo>
                    <a:pt x="1210923" y="1332426"/>
                  </a:lnTo>
                  <a:lnTo>
                    <a:pt x="1210915" y="1332438"/>
                  </a:lnTo>
                  <a:lnTo>
                    <a:pt x="1210912" y="1332443"/>
                  </a:lnTo>
                  <a:lnTo>
                    <a:pt x="1210905" y="1332453"/>
                  </a:lnTo>
                  <a:lnTo>
                    <a:pt x="1210903" y="1332469"/>
                  </a:lnTo>
                  <a:lnTo>
                    <a:pt x="1210904" y="1332490"/>
                  </a:lnTo>
                  <a:lnTo>
                    <a:pt x="1210896" y="1332506"/>
                  </a:lnTo>
                  <a:lnTo>
                    <a:pt x="1210879" y="1332532"/>
                  </a:lnTo>
                  <a:lnTo>
                    <a:pt x="1210867" y="1332547"/>
                  </a:lnTo>
                  <a:lnTo>
                    <a:pt x="1210858" y="1332565"/>
                  </a:lnTo>
                  <a:lnTo>
                    <a:pt x="1210854" y="1332577"/>
                  </a:lnTo>
                  <a:lnTo>
                    <a:pt x="1210847" y="1332588"/>
                  </a:lnTo>
                  <a:lnTo>
                    <a:pt x="1210844" y="1332594"/>
                  </a:lnTo>
                  <a:lnTo>
                    <a:pt x="1210841" y="1332602"/>
                  </a:lnTo>
                  <a:lnTo>
                    <a:pt x="1210836" y="1332611"/>
                  </a:lnTo>
                  <a:lnTo>
                    <a:pt x="1210828" y="1332628"/>
                  </a:lnTo>
                  <a:lnTo>
                    <a:pt x="1210828" y="1332640"/>
                  </a:lnTo>
                  <a:lnTo>
                    <a:pt x="1210831" y="1332653"/>
                  </a:lnTo>
                  <a:lnTo>
                    <a:pt x="1210831" y="1332663"/>
                  </a:lnTo>
                  <a:lnTo>
                    <a:pt x="1210831" y="1332677"/>
                  </a:lnTo>
                  <a:lnTo>
                    <a:pt x="1210828" y="1332689"/>
                  </a:lnTo>
                  <a:lnTo>
                    <a:pt x="1210830" y="1332705"/>
                  </a:lnTo>
                  <a:lnTo>
                    <a:pt x="1210830" y="1332713"/>
                  </a:lnTo>
                  <a:lnTo>
                    <a:pt x="1210827" y="1332719"/>
                  </a:lnTo>
                  <a:lnTo>
                    <a:pt x="1210821" y="1332724"/>
                  </a:lnTo>
                  <a:lnTo>
                    <a:pt x="1210813" y="1332727"/>
                  </a:lnTo>
                  <a:lnTo>
                    <a:pt x="1210805" y="1332729"/>
                  </a:lnTo>
                  <a:lnTo>
                    <a:pt x="1210797" y="1332730"/>
                  </a:lnTo>
                  <a:lnTo>
                    <a:pt x="1210793" y="1332731"/>
                  </a:lnTo>
                  <a:lnTo>
                    <a:pt x="1210788" y="1332732"/>
                  </a:lnTo>
                  <a:lnTo>
                    <a:pt x="1210782" y="1332733"/>
                  </a:lnTo>
                  <a:lnTo>
                    <a:pt x="1210775" y="1332733"/>
                  </a:lnTo>
                  <a:lnTo>
                    <a:pt x="1210768" y="1332733"/>
                  </a:lnTo>
                  <a:lnTo>
                    <a:pt x="1210763" y="1332735"/>
                  </a:lnTo>
                  <a:lnTo>
                    <a:pt x="1210764" y="1332740"/>
                  </a:lnTo>
                  <a:lnTo>
                    <a:pt x="1210767" y="1332747"/>
                  </a:lnTo>
                  <a:lnTo>
                    <a:pt x="1210769" y="1332757"/>
                  </a:lnTo>
                  <a:lnTo>
                    <a:pt x="1210768" y="1332762"/>
                  </a:lnTo>
                  <a:lnTo>
                    <a:pt x="1210765" y="1332774"/>
                  </a:lnTo>
                  <a:lnTo>
                    <a:pt x="1210760" y="1332785"/>
                  </a:lnTo>
                  <a:lnTo>
                    <a:pt x="1210759" y="1332790"/>
                  </a:lnTo>
                  <a:lnTo>
                    <a:pt x="1210752" y="1332812"/>
                  </a:lnTo>
                  <a:lnTo>
                    <a:pt x="1210747" y="1332835"/>
                  </a:lnTo>
                  <a:lnTo>
                    <a:pt x="1210745" y="1332841"/>
                  </a:lnTo>
                  <a:lnTo>
                    <a:pt x="1210736" y="1332871"/>
                  </a:lnTo>
                  <a:lnTo>
                    <a:pt x="1210734" y="1332890"/>
                  </a:lnTo>
                  <a:lnTo>
                    <a:pt x="1210735" y="1332902"/>
                  </a:lnTo>
                  <a:lnTo>
                    <a:pt x="1210737" y="1332915"/>
                  </a:lnTo>
                  <a:lnTo>
                    <a:pt x="1210735" y="1332924"/>
                  </a:lnTo>
                  <a:lnTo>
                    <a:pt x="1210727" y="1332971"/>
                  </a:lnTo>
                  <a:lnTo>
                    <a:pt x="1210725" y="1332983"/>
                  </a:lnTo>
                  <a:lnTo>
                    <a:pt x="1210739" y="1332995"/>
                  </a:lnTo>
                  <a:lnTo>
                    <a:pt x="1210765" y="1333021"/>
                  </a:lnTo>
                  <a:lnTo>
                    <a:pt x="1210770" y="1333029"/>
                  </a:lnTo>
                  <a:lnTo>
                    <a:pt x="1210774" y="1333036"/>
                  </a:lnTo>
                  <a:lnTo>
                    <a:pt x="1210778" y="1333039"/>
                  </a:lnTo>
                  <a:lnTo>
                    <a:pt x="1210782" y="1333043"/>
                  </a:lnTo>
                  <a:lnTo>
                    <a:pt x="1210791" y="1333053"/>
                  </a:lnTo>
                  <a:lnTo>
                    <a:pt x="1210794" y="1333058"/>
                  </a:lnTo>
                  <a:lnTo>
                    <a:pt x="1210800" y="1333068"/>
                  </a:lnTo>
                  <a:lnTo>
                    <a:pt x="1210800" y="1333081"/>
                  </a:lnTo>
                  <a:lnTo>
                    <a:pt x="1210799" y="1333107"/>
                  </a:lnTo>
                  <a:lnTo>
                    <a:pt x="1210797" y="1333112"/>
                  </a:lnTo>
                  <a:lnTo>
                    <a:pt x="1210785" y="1333119"/>
                  </a:lnTo>
                  <a:lnTo>
                    <a:pt x="1210777" y="1333122"/>
                  </a:lnTo>
                  <a:lnTo>
                    <a:pt x="1210765" y="1333126"/>
                  </a:lnTo>
                  <a:lnTo>
                    <a:pt x="1210754" y="1333131"/>
                  </a:lnTo>
                  <a:lnTo>
                    <a:pt x="1210742" y="1333138"/>
                  </a:lnTo>
                  <a:lnTo>
                    <a:pt x="1210739" y="1333141"/>
                  </a:lnTo>
                  <a:lnTo>
                    <a:pt x="1210731" y="1333148"/>
                  </a:lnTo>
                  <a:lnTo>
                    <a:pt x="1210723" y="1333152"/>
                  </a:lnTo>
                  <a:lnTo>
                    <a:pt x="1210719" y="1333157"/>
                  </a:lnTo>
                  <a:lnTo>
                    <a:pt x="1210719" y="1333163"/>
                  </a:lnTo>
                  <a:lnTo>
                    <a:pt x="1210718" y="1333169"/>
                  </a:lnTo>
                  <a:lnTo>
                    <a:pt x="1210714" y="1333183"/>
                  </a:lnTo>
                  <a:lnTo>
                    <a:pt x="1210712" y="1333197"/>
                  </a:lnTo>
                  <a:lnTo>
                    <a:pt x="1210708" y="1333210"/>
                  </a:lnTo>
                  <a:lnTo>
                    <a:pt x="1210702" y="1333221"/>
                  </a:lnTo>
                  <a:lnTo>
                    <a:pt x="1210700" y="1333228"/>
                  </a:lnTo>
                  <a:lnTo>
                    <a:pt x="1210694" y="1333235"/>
                  </a:lnTo>
                  <a:lnTo>
                    <a:pt x="1210684" y="1333242"/>
                  </a:lnTo>
                  <a:lnTo>
                    <a:pt x="1210674" y="1333248"/>
                  </a:lnTo>
                  <a:lnTo>
                    <a:pt x="1210655" y="1333258"/>
                  </a:lnTo>
                  <a:lnTo>
                    <a:pt x="1210644" y="1333261"/>
                  </a:lnTo>
                  <a:lnTo>
                    <a:pt x="1210632" y="1333262"/>
                  </a:lnTo>
                  <a:lnTo>
                    <a:pt x="1210620" y="1333258"/>
                  </a:lnTo>
                  <a:lnTo>
                    <a:pt x="1210606" y="1333251"/>
                  </a:lnTo>
                  <a:lnTo>
                    <a:pt x="1210591" y="1333244"/>
                  </a:lnTo>
                  <a:lnTo>
                    <a:pt x="1210576" y="1333237"/>
                  </a:lnTo>
                  <a:lnTo>
                    <a:pt x="1210562" y="1333226"/>
                  </a:lnTo>
                  <a:lnTo>
                    <a:pt x="1210557" y="1333215"/>
                  </a:lnTo>
                  <a:lnTo>
                    <a:pt x="1210552" y="1333222"/>
                  </a:lnTo>
                  <a:lnTo>
                    <a:pt x="1210546" y="1333230"/>
                  </a:lnTo>
                  <a:lnTo>
                    <a:pt x="1210534" y="1333240"/>
                  </a:lnTo>
                  <a:lnTo>
                    <a:pt x="1210523" y="1333245"/>
                  </a:lnTo>
                  <a:lnTo>
                    <a:pt x="1210511" y="1333249"/>
                  </a:lnTo>
                  <a:lnTo>
                    <a:pt x="1210505" y="1333251"/>
                  </a:lnTo>
                  <a:lnTo>
                    <a:pt x="1210489" y="1333254"/>
                  </a:lnTo>
                  <a:lnTo>
                    <a:pt x="1210472" y="1333256"/>
                  </a:lnTo>
                  <a:lnTo>
                    <a:pt x="1210462" y="1333253"/>
                  </a:lnTo>
                  <a:lnTo>
                    <a:pt x="1210451" y="1333244"/>
                  </a:lnTo>
                  <a:lnTo>
                    <a:pt x="1210436" y="1333236"/>
                  </a:lnTo>
                  <a:lnTo>
                    <a:pt x="1210420" y="1333227"/>
                  </a:lnTo>
                  <a:lnTo>
                    <a:pt x="1210413" y="1333228"/>
                  </a:lnTo>
                  <a:lnTo>
                    <a:pt x="1210399" y="1333228"/>
                  </a:lnTo>
                  <a:lnTo>
                    <a:pt x="1210384" y="1333233"/>
                  </a:lnTo>
                  <a:lnTo>
                    <a:pt x="1210369" y="1333242"/>
                  </a:lnTo>
                  <a:lnTo>
                    <a:pt x="1210349" y="1333252"/>
                  </a:lnTo>
                  <a:lnTo>
                    <a:pt x="1210333" y="1333263"/>
                  </a:lnTo>
                  <a:lnTo>
                    <a:pt x="1210326" y="1333273"/>
                  </a:lnTo>
                  <a:lnTo>
                    <a:pt x="1210321" y="1333279"/>
                  </a:lnTo>
                  <a:lnTo>
                    <a:pt x="1210318" y="1333283"/>
                  </a:lnTo>
                  <a:lnTo>
                    <a:pt x="1210313" y="1333291"/>
                  </a:lnTo>
                  <a:lnTo>
                    <a:pt x="1210300" y="1333300"/>
                  </a:lnTo>
                  <a:lnTo>
                    <a:pt x="1210283" y="1333306"/>
                  </a:lnTo>
                  <a:lnTo>
                    <a:pt x="1210267" y="1333308"/>
                  </a:lnTo>
                  <a:lnTo>
                    <a:pt x="1210252" y="1333310"/>
                  </a:lnTo>
                  <a:lnTo>
                    <a:pt x="1210241" y="1333312"/>
                  </a:lnTo>
                  <a:lnTo>
                    <a:pt x="1210220" y="1333312"/>
                  </a:lnTo>
                  <a:lnTo>
                    <a:pt x="1210206" y="1333312"/>
                  </a:lnTo>
                  <a:lnTo>
                    <a:pt x="1210194" y="1333312"/>
                  </a:lnTo>
                  <a:lnTo>
                    <a:pt x="1210182" y="1333312"/>
                  </a:lnTo>
                  <a:lnTo>
                    <a:pt x="1210174" y="1333312"/>
                  </a:lnTo>
                  <a:lnTo>
                    <a:pt x="1210169" y="1333311"/>
                  </a:lnTo>
                  <a:lnTo>
                    <a:pt x="1210161" y="1333309"/>
                  </a:lnTo>
                  <a:lnTo>
                    <a:pt x="1210157" y="1333308"/>
                  </a:lnTo>
                  <a:lnTo>
                    <a:pt x="1210150" y="1333305"/>
                  </a:lnTo>
                  <a:lnTo>
                    <a:pt x="1210141" y="1333302"/>
                  </a:lnTo>
                  <a:lnTo>
                    <a:pt x="1210135" y="1333299"/>
                  </a:lnTo>
                  <a:lnTo>
                    <a:pt x="1210130" y="1333296"/>
                  </a:lnTo>
                  <a:lnTo>
                    <a:pt x="1210123" y="1333293"/>
                  </a:lnTo>
                  <a:lnTo>
                    <a:pt x="1210117" y="1333289"/>
                  </a:lnTo>
                  <a:lnTo>
                    <a:pt x="1210111" y="1333285"/>
                  </a:lnTo>
                  <a:lnTo>
                    <a:pt x="1210107" y="1333280"/>
                  </a:lnTo>
                  <a:lnTo>
                    <a:pt x="1210106" y="1333274"/>
                  </a:lnTo>
                  <a:lnTo>
                    <a:pt x="1210108" y="1333268"/>
                  </a:lnTo>
                  <a:lnTo>
                    <a:pt x="1210112" y="1333259"/>
                  </a:lnTo>
                  <a:lnTo>
                    <a:pt x="1210115" y="1333249"/>
                  </a:lnTo>
                  <a:lnTo>
                    <a:pt x="1210117" y="1333242"/>
                  </a:lnTo>
                  <a:lnTo>
                    <a:pt x="1210117" y="1333237"/>
                  </a:lnTo>
                  <a:lnTo>
                    <a:pt x="1210115" y="1333232"/>
                  </a:lnTo>
                  <a:lnTo>
                    <a:pt x="1210113" y="1333226"/>
                  </a:lnTo>
                  <a:lnTo>
                    <a:pt x="1210109" y="1333216"/>
                  </a:lnTo>
                  <a:lnTo>
                    <a:pt x="1210103" y="1333202"/>
                  </a:lnTo>
                  <a:lnTo>
                    <a:pt x="1210101" y="1333195"/>
                  </a:lnTo>
                  <a:lnTo>
                    <a:pt x="1210098" y="1333183"/>
                  </a:lnTo>
                  <a:lnTo>
                    <a:pt x="1210095" y="1333173"/>
                  </a:lnTo>
                  <a:lnTo>
                    <a:pt x="1210094" y="1333168"/>
                  </a:lnTo>
                  <a:lnTo>
                    <a:pt x="1210093" y="1333163"/>
                  </a:lnTo>
                  <a:lnTo>
                    <a:pt x="1210093" y="1333151"/>
                  </a:lnTo>
                  <a:lnTo>
                    <a:pt x="1210093" y="1333134"/>
                  </a:lnTo>
                  <a:lnTo>
                    <a:pt x="1210094" y="1333108"/>
                  </a:lnTo>
                  <a:lnTo>
                    <a:pt x="1210094" y="1333098"/>
                  </a:lnTo>
                  <a:lnTo>
                    <a:pt x="1210093" y="1333088"/>
                  </a:lnTo>
                  <a:lnTo>
                    <a:pt x="1210088" y="1333084"/>
                  </a:lnTo>
                  <a:lnTo>
                    <a:pt x="1210085" y="1333082"/>
                  </a:lnTo>
                  <a:lnTo>
                    <a:pt x="1210080" y="1333081"/>
                  </a:lnTo>
                  <a:lnTo>
                    <a:pt x="1210073" y="1333081"/>
                  </a:lnTo>
                  <a:lnTo>
                    <a:pt x="1210068" y="1333081"/>
                  </a:lnTo>
                  <a:lnTo>
                    <a:pt x="1210064" y="1333078"/>
                  </a:lnTo>
                  <a:lnTo>
                    <a:pt x="1210059" y="1333077"/>
                  </a:lnTo>
                  <a:lnTo>
                    <a:pt x="1210053" y="1333077"/>
                  </a:lnTo>
                  <a:lnTo>
                    <a:pt x="1210042" y="1333077"/>
                  </a:lnTo>
                  <a:lnTo>
                    <a:pt x="1210032" y="1333077"/>
                  </a:lnTo>
                  <a:lnTo>
                    <a:pt x="1210025" y="1333078"/>
                  </a:lnTo>
                  <a:lnTo>
                    <a:pt x="1210017" y="1333079"/>
                  </a:lnTo>
                  <a:lnTo>
                    <a:pt x="1210004" y="1333081"/>
                  </a:lnTo>
                  <a:lnTo>
                    <a:pt x="1210001" y="1333085"/>
                  </a:lnTo>
                  <a:lnTo>
                    <a:pt x="1209997" y="1333091"/>
                  </a:lnTo>
                  <a:lnTo>
                    <a:pt x="1209993" y="1333095"/>
                  </a:lnTo>
                  <a:lnTo>
                    <a:pt x="1209989" y="1333098"/>
                  </a:lnTo>
                  <a:lnTo>
                    <a:pt x="1209985" y="1333098"/>
                  </a:lnTo>
                  <a:lnTo>
                    <a:pt x="1209979" y="1333098"/>
                  </a:lnTo>
                  <a:lnTo>
                    <a:pt x="1209973" y="1333098"/>
                  </a:lnTo>
                  <a:lnTo>
                    <a:pt x="1209965" y="1333099"/>
                  </a:lnTo>
                  <a:lnTo>
                    <a:pt x="1209961" y="1333101"/>
                  </a:lnTo>
                  <a:lnTo>
                    <a:pt x="1209955" y="1333104"/>
                  </a:lnTo>
                  <a:lnTo>
                    <a:pt x="1209951" y="1333114"/>
                  </a:lnTo>
                  <a:lnTo>
                    <a:pt x="1209948" y="1333124"/>
                  </a:lnTo>
                  <a:lnTo>
                    <a:pt x="1209948" y="1333133"/>
                  </a:lnTo>
                  <a:lnTo>
                    <a:pt x="1209950" y="1333143"/>
                  </a:lnTo>
                  <a:lnTo>
                    <a:pt x="1209952" y="1333154"/>
                  </a:lnTo>
                  <a:lnTo>
                    <a:pt x="1209954" y="1333162"/>
                  </a:lnTo>
                  <a:lnTo>
                    <a:pt x="1209954" y="1333174"/>
                  </a:lnTo>
                  <a:lnTo>
                    <a:pt x="1209954" y="1333179"/>
                  </a:lnTo>
                  <a:lnTo>
                    <a:pt x="1209951" y="1333190"/>
                  </a:lnTo>
                  <a:lnTo>
                    <a:pt x="1209942" y="1333196"/>
                  </a:lnTo>
                  <a:lnTo>
                    <a:pt x="1209929" y="1333198"/>
                  </a:lnTo>
                  <a:lnTo>
                    <a:pt x="1209923" y="1333198"/>
                  </a:lnTo>
                  <a:lnTo>
                    <a:pt x="1209911" y="1333201"/>
                  </a:lnTo>
                  <a:lnTo>
                    <a:pt x="1209905" y="1333206"/>
                  </a:lnTo>
                  <a:lnTo>
                    <a:pt x="1209893" y="1333223"/>
                  </a:lnTo>
                  <a:lnTo>
                    <a:pt x="1209887" y="1333234"/>
                  </a:lnTo>
                  <a:lnTo>
                    <a:pt x="1209884" y="1333241"/>
                  </a:lnTo>
                  <a:lnTo>
                    <a:pt x="1209884" y="1333251"/>
                  </a:lnTo>
                  <a:lnTo>
                    <a:pt x="1209884" y="1333267"/>
                  </a:lnTo>
                  <a:lnTo>
                    <a:pt x="1209882" y="1333276"/>
                  </a:lnTo>
                  <a:lnTo>
                    <a:pt x="1209877" y="1333284"/>
                  </a:lnTo>
                  <a:lnTo>
                    <a:pt x="1209872" y="1333291"/>
                  </a:lnTo>
                  <a:lnTo>
                    <a:pt x="1209866" y="1333302"/>
                  </a:lnTo>
                  <a:lnTo>
                    <a:pt x="1209860" y="1333314"/>
                  </a:lnTo>
                  <a:lnTo>
                    <a:pt x="1209858" y="1333320"/>
                  </a:lnTo>
                  <a:lnTo>
                    <a:pt x="1209856" y="1333325"/>
                  </a:lnTo>
                  <a:lnTo>
                    <a:pt x="1209857" y="1333331"/>
                  </a:lnTo>
                  <a:lnTo>
                    <a:pt x="1209858" y="1333338"/>
                  </a:lnTo>
                  <a:lnTo>
                    <a:pt x="1209859" y="1333346"/>
                  </a:lnTo>
                  <a:lnTo>
                    <a:pt x="1209856" y="1333354"/>
                  </a:lnTo>
                  <a:lnTo>
                    <a:pt x="1209853" y="1333356"/>
                  </a:lnTo>
                  <a:lnTo>
                    <a:pt x="1209849" y="1333358"/>
                  </a:lnTo>
                  <a:lnTo>
                    <a:pt x="1209839" y="1333357"/>
                  </a:lnTo>
                  <a:lnTo>
                    <a:pt x="1209833" y="1333354"/>
                  </a:lnTo>
                  <a:lnTo>
                    <a:pt x="1209822" y="1333349"/>
                  </a:lnTo>
                  <a:lnTo>
                    <a:pt x="1209813" y="1333349"/>
                  </a:lnTo>
                  <a:lnTo>
                    <a:pt x="1209803" y="1333349"/>
                  </a:lnTo>
                  <a:lnTo>
                    <a:pt x="1209781" y="1333356"/>
                  </a:lnTo>
                  <a:lnTo>
                    <a:pt x="1209772" y="1333360"/>
                  </a:lnTo>
                  <a:lnTo>
                    <a:pt x="1209768" y="1333362"/>
                  </a:lnTo>
                  <a:lnTo>
                    <a:pt x="1209764" y="1333365"/>
                  </a:lnTo>
                  <a:lnTo>
                    <a:pt x="1209757" y="1333370"/>
                  </a:lnTo>
                  <a:lnTo>
                    <a:pt x="1209750" y="1333378"/>
                  </a:lnTo>
                  <a:lnTo>
                    <a:pt x="1209744" y="1333385"/>
                  </a:lnTo>
                  <a:lnTo>
                    <a:pt x="1209739" y="1333392"/>
                  </a:lnTo>
                  <a:lnTo>
                    <a:pt x="1209732" y="1333402"/>
                  </a:lnTo>
                  <a:lnTo>
                    <a:pt x="1209726" y="1333408"/>
                  </a:lnTo>
                  <a:lnTo>
                    <a:pt x="1209721" y="1333410"/>
                  </a:lnTo>
                  <a:lnTo>
                    <a:pt x="1209710" y="1333413"/>
                  </a:lnTo>
                  <a:lnTo>
                    <a:pt x="1209696" y="1333414"/>
                  </a:lnTo>
                  <a:lnTo>
                    <a:pt x="1209686" y="1333413"/>
                  </a:lnTo>
                  <a:lnTo>
                    <a:pt x="1209676" y="1333411"/>
                  </a:lnTo>
                  <a:lnTo>
                    <a:pt x="1209662" y="1333405"/>
                  </a:lnTo>
                  <a:lnTo>
                    <a:pt x="1209650" y="1333402"/>
                  </a:lnTo>
                  <a:lnTo>
                    <a:pt x="1209640" y="1333400"/>
                  </a:lnTo>
                  <a:lnTo>
                    <a:pt x="1209634" y="1333402"/>
                  </a:lnTo>
                  <a:lnTo>
                    <a:pt x="1209630" y="1333411"/>
                  </a:lnTo>
                  <a:lnTo>
                    <a:pt x="1209627" y="1333425"/>
                  </a:lnTo>
                  <a:lnTo>
                    <a:pt x="1209622" y="1333436"/>
                  </a:lnTo>
                  <a:lnTo>
                    <a:pt x="1209615" y="1333445"/>
                  </a:lnTo>
                  <a:lnTo>
                    <a:pt x="1209606" y="1333457"/>
                  </a:lnTo>
                  <a:lnTo>
                    <a:pt x="1209594" y="1333468"/>
                  </a:lnTo>
                  <a:lnTo>
                    <a:pt x="1209583" y="1333481"/>
                  </a:lnTo>
                  <a:lnTo>
                    <a:pt x="1209572" y="1333494"/>
                  </a:lnTo>
                  <a:lnTo>
                    <a:pt x="1209567" y="1333499"/>
                  </a:lnTo>
                  <a:lnTo>
                    <a:pt x="1209562" y="1333503"/>
                  </a:lnTo>
                  <a:lnTo>
                    <a:pt x="1209555" y="1333508"/>
                  </a:lnTo>
                  <a:lnTo>
                    <a:pt x="1209544" y="1333516"/>
                  </a:lnTo>
                  <a:lnTo>
                    <a:pt x="1209534" y="1333526"/>
                  </a:lnTo>
                  <a:lnTo>
                    <a:pt x="1209525" y="1333535"/>
                  </a:lnTo>
                  <a:lnTo>
                    <a:pt x="1209519" y="1333543"/>
                  </a:lnTo>
                  <a:lnTo>
                    <a:pt x="1209513" y="1333552"/>
                  </a:lnTo>
                  <a:lnTo>
                    <a:pt x="1209505" y="1333565"/>
                  </a:lnTo>
                  <a:lnTo>
                    <a:pt x="1209491" y="1333576"/>
                  </a:lnTo>
                  <a:lnTo>
                    <a:pt x="1209475" y="1333586"/>
                  </a:lnTo>
                  <a:lnTo>
                    <a:pt x="1209463" y="1333591"/>
                  </a:lnTo>
                  <a:lnTo>
                    <a:pt x="1209456" y="1333594"/>
                  </a:lnTo>
                  <a:lnTo>
                    <a:pt x="1209446" y="1333594"/>
                  </a:lnTo>
                  <a:lnTo>
                    <a:pt x="1209430" y="1333591"/>
                  </a:lnTo>
                  <a:lnTo>
                    <a:pt x="1209413" y="1333588"/>
                  </a:lnTo>
                  <a:lnTo>
                    <a:pt x="1209400" y="1333587"/>
                  </a:lnTo>
                  <a:lnTo>
                    <a:pt x="1209378" y="1333587"/>
                  </a:lnTo>
                  <a:lnTo>
                    <a:pt x="1209366" y="1333586"/>
                  </a:lnTo>
                  <a:lnTo>
                    <a:pt x="1209357" y="1333584"/>
                  </a:lnTo>
                  <a:lnTo>
                    <a:pt x="1209348" y="1333581"/>
                  </a:lnTo>
                  <a:lnTo>
                    <a:pt x="1209342" y="1333578"/>
                  </a:lnTo>
                  <a:lnTo>
                    <a:pt x="1209338" y="1333573"/>
                  </a:lnTo>
                  <a:lnTo>
                    <a:pt x="1209331" y="1333563"/>
                  </a:lnTo>
                  <a:lnTo>
                    <a:pt x="1209326" y="1333554"/>
                  </a:lnTo>
                  <a:lnTo>
                    <a:pt x="1209323" y="1333544"/>
                  </a:lnTo>
                  <a:lnTo>
                    <a:pt x="1209319" y="1333537"/>
                  </a:lnTo>
                  <a:lnTo>
                    <a:pt x="1209313" y="1333529"/>
                  </a:lnTo>
                  <a:lnTo>
                    <a:pt x="1209305" y="1333522"/>
                  </a:lnTo>
                  <a:lnTo>
                    <a:pt x="1209296" y="1333516"/>
                  </a:lnTo>
                  <a:lnTo>
                    <a:pt x="1209292" y="1333514"/>
                  </a:lnTo>
                  <a:lnTo>
                    <a:pt x="1209281" y="1333514"/>
                  </a:lnTo>
                  <a:lnTo>
                    <a:pt x="1209281" y="1333520"/>
                  </a:lnTo>
                  <a:lnTo>
                    <a:pt x="1209281" y="1333526"/>
                  </a:lnTo>
                  <a:lnTo>
                    <a:pt x="1209284" y="1333576"/>
                  </a:lnTo>
                  <a:lnTo>
                    <a:pt x="1209293" y="1333723"/>
                  </a:lnTo>
                  <a:lnTo>
                    <a:pt x="1209302" y="1333739"/>
                  </a:lnTo>
                  <a:lnTo>
                    <a:pt x="1209306" y="1333750"/>
                  </a:lnTo>
                  <a:lnTo>
                    <a:pt x="1209306" y="1333762"/>
                  </a:lnTo>
                  <a:lnTo>
                    <a:pt x="1209304" y="1333776"/>
                  </a:lnTo>
                  <a:lnTo>
                    <a:pt x="1209303" y="1333798"/>
                  </a:lnTo>
                  <a:lnTo>
                    <a:pt x="1209303" y="1333805"/>
                  </a:lnTo>
                  <a:lnTo>
                    <a:pt x="1209303" y="1333811"/>
                  </a:lnTo>
                  <a:lnTo>
                    <a:pt x="1209300" y="1333823"/>
                  </a:lnTo>
                  <a:lnTo>
                    <a:pt x="1209295" y="1333835"/>
                  </a:lnTo>
                  <a:lnTo>
                    <a:pt x="1209293" y="1333846"/>
                  </a:lnTo>
                  <a:lnTo>
                    <a:pt x="1209288" y="1333855"/>
                  </a:lnTo>
                  <a:lnTo>
                    <a:pt x="1209279" y="1333861"/>
                  </a:lnTo>
                  <a:lnTo>
                    <a:pt x="1209273" y="1333851"/>
                  </a:lnTo>
                  <a:lnTo>
                    <a:pt x="1209255" y="1333810"/>
                  </a:lnTo>
                  <a:lnTo>
                    <a:pt x="1209243" y="1333779"/>
                  </a:lnTo>
                  <a:lnTo>
                    <a:pt x="1209238" y="1333766"/>
                  </a:lnTo>
                  <a:lnTo>
                    <a:pt x="1209233" y="1333759"/>
                  </a:lnTo>
                  <a:lnTo>
                    <a:pt x="1209226" y="1333753"/>
                  </a:lnTo>
                  <a:lnTo>
                    <a:pt x="1209218" y="1333748"/>
                  </a:lnTo>
                  <a:lnTo>
                    <a:pt x="1209213" y="1333742"/>
                  </a:lnTo>
                  <a:lnTo>
                    <a:pt x="1209209" y="1333733"/>
                  </a:lnTo>
                  <a:lnTo>
                    <a:pt x="1209205" y="1333724"/>
                  </a:lnTo>
                  <a:lnTo>
                    <a:pt x="1209199" y="1333714"/>
                  </a:lnTo>
                  <a:lnTo>
                    <a:pt x="1209194" y="1333709"/>
                  </a:lnTo>
                  <a:lnTo>
                    <a:pt x="1209176" y="1333693"/>
                  </a:lnTo>
                  <a:lnTo>
                    <a:pt x="1209166" y="1333687"/>
                  </a:lnTo>
                  <a:lnTo>
                    <a:pt x="1209158" y="1333680"/>
                  </a:lnTo>
                  <a:lnTo>
                    <a:pt x="1209149" y="1333668"/>
                  </a:lnTo>
                  <a:lnTo>
                    <a:pt x="1209145" y="1333663"/>
                  </a:lnTo>
                  <a:lnTo>
                    <a:pt x="1209137" y="1333652"/>
                  </a:lnTo>
                  <a:lnTo>
                    <a:pt x="1209127" y="1333655"/>
                  </a:lnTo>
                  <a:lnTo>
                    <a:pt x="1209097" y="1333665"/>
                  </a:lnTo>
                  <a:lnTo>
                    <a:pt x="1209083" y="1333669"/>
                  </a:lnTo>
                  <a:lnTo>
                    <a:pt x="1209077" y="1333671"/>
                  </a:lnTo>
                  <a:lnTo>
                    <a:pt x="1209070" y="1333671"/>
                  </a:lnTo>
                  <a:lnTo>
                    <a:pt x="1208998" y="1333669"/>
                  </a:lnTo>
                  <a:lnTo>
                    <a:pt x="1208990" y="1333669"/>
                  </a:lnTo>
                  <a:lnTo>
                    <a:pt x="1208983" y="1333670"/>
                  </a:lnTo>
                  <a:lnTo>
                    <a:pt x="1208969" y="1333673"/>
                  </a:lnTo>
                  <a:lnTo>
                    <a:pt x="1208959" y="1333675"/>
                  </a:lnTo>
                  <a:lnTo>
                    <a:pt x="1208949" y="1333676"/>
                  </a:lnTo>
                  <a:lnTo>
                    <a:pt x="1208947" y="1333688"/>
                  </a:lnTo>
                  <a:lnTo>
                    <a:pt x="1208935" y="1333754"/>
                  </a:lnTo>
                  <a:lnTo>
                    <a:pt x="1208926" y="1333772"/>
                  </a:lnTo>
                  <a:lnTo>
                    <a:pt x="1208887" y="1333845"/>
                  </a:lnTo>
                  <a:lnTo>
                    <a:pt x="1208884" y="1333851"/>
                  </a:lnTo>
                  <a:lnTo>
                    <a:pt x="1208855" y="1333909"/>
                  </a:lnTo>
                  <a:lnTo>
                    <a:pt x="1208850" y="1333917"/>
                  </a:lnTo>
                  <a:lnTo>
                    <a:pt x="1208847" y="1333924"/>
                  </a:lnTo>
                  <a:lnTo>
                    <a:pt x="1208844" y="1333928"/>
                  </a:lnTo>
                  <a:lnTo>
                    <a:pt x="1208828" y="1333957"/>
                  </a:lnTo>
                  <a:lnTo>
                    <a:pt x="1208825" y="1333962"/>
                  </a:lnTo>
                  <a:lnTo>
                    <a:pt x="1208821" y="1333968"/>
                  </a:lnTo>
                  <a:lnTo>
                    <a:pt x="1208793" y="1334006"/>
                  </a:lnTo>
                  <a:lnTo>
                    <a:pt x="1208789" y="1334012"/>
                  </a:lnTo>
                  <a:lnTo>
                    <a:pt x="1208782" y="1334015"/>
                  </a:lnTo>
                  <a:lnTo>
                    <a:pt x="1208764" y="1334021"/>
                  </a:lnTo>
                  <a:lnTo>
                    <a:pt x="1208755" y="1334024"/>
                  </a:lnTo>
                  <a:lnTo>
                    <a:pt x="1208742" y="1334021"/>
                  </a:lnTo>
                  <a:lnTo>
                    <a:pt x="1208736" y="1334018"/>
                  </a:lnTo>
                  <a:lnTo>
                    <a:pt x="1208729" y="1334014"/>
                  </a:lnTo>
                  <a:lnTo>
                    <a:pt x="1208720" y="1334008"/>
                  </a:lnTo>
                  <a:lnTo>
                    <a:pt x="1208702" y="1333994"/>
                  </a:lnTo>
                  <a:lnTo>
                    <a:pt x="1208679" y="1333972"/>
                  </a:lnTo>
                  <a:lnTo>
                    <a:pt x="1208669" y="1333960"/>
                  </a:lnTo>
                  <a:lnTo>
                    <a:pt x="1208662" y="1333953"/>
                  </a:lnTo>
                  <a:lnTo>
                    <a:pt x="1208651" y="1333931"/>
                  </a:lnTo>
                  <a:lnTo>
                    <a:pt x="1208643" y="1333909"/>
                  </a:lnTo>
                  <a:lnTo>
                    <a:pt x="1208641" y="1333895"/>
                  </a:lnTo>
                  <a:lnTo>
                    <a:pt x="1208639" y="1333883"/>
                  </a:lnTo>
                  <a:lnTo>
                    <a:pt x="1208637" y="1333870"/>
                  </a:lnTo>
                  <a:lnTo>
                    <a:pt x="1208633" y="1333856"/>
                  </a:lnTo>
                  <a:lnTo>
                    <a:pt x="1208624" y="1333841"/>
                  </a:lnTo>
                  <a:lnTo>
                    <a:pt x="1208611" y="1333819"/>
                  </a:lnTo>
                  <a:lnTo>
                    <a:pt x="1208592" y="1333777"/>
                  </a:lnTo>
                  <a:lnTo>
                    <a:pt x="1208585" y="1333757"/>
                  </a:lnTo>
                  <a:lnTo>
                    <a:pt x="1208585" y="1333752"/>
                  </a:lnTo>
                  <a:lnTo>
                    <a:pt x="1208588" y="1333742"/>
                  </a:lnTo>
                  <a:lnTo>
                    <a:pt x="1208588" y="1333737"/>
                  </a:lnTo>
                  <a:lnTo>
                    <a:pt x="1208589" y="1333731"/>
                  </a:lnTo>
                  <a:lnTo>
                    <a:pt x="1208588" y="1333716"/>
                  </a:lnTo>
                  <a:lnTo>
                    <a:pt x="1208585" y="1333705"/>
                  </a:lnTo>
                  <a:lnTo>
                    <a:pt x="1208584" y="1333686"/>
                  </a:lnTo>
                  <a:lnTo>
                    <a:pt x="1208585" y="1333679"/>
                  </a:lnTo>
                  <a:lnTo>
                    <a:pt x="1208586" y="1333671"/>
                  </a:lnTo>
                  <a:lnTo>
                    <a:pt x="1208588" y="1333661"/>
                  </a:lnTo>
                  <a:lnTo>
                    <a:pt x="1208590" y="1333652"/>
                  </a:lnTo>
                  <a:lnTo>
                    <a:pt x="1208595" y="1333636"/>
                  </a:lnTo>
                  <a:lnTo>
                    <a:pt x="1208597" y="1333630"/>
                  </a:lnTo>
                  <a:lnTo>
                    <a:pt x="1208599" y="1333623"/>
                  </a:lnTo>
                  <a:lnTo>
                    <a:pt x="1208603" y="1333604"/>
                  </a:lnTo>
                  <a:lnTo>
                    <a:pt x="1208600" y="1333600"/>
                  </a:lnTo>
                  <a:lnTo>
                    <a:pt x="1208588" y="1333588"/>
                  </a:lnTo>
                  <a:lnTo>
                    <a:pt x="1208583" y="1333583"/>
                  </a:lnTo>
                  <a:lnTo>
                    <a:pt x="1208572" y="1333578"/>
                  </a:lnTo>
                  <a:lnTo>
                    <a:pt x="1208559" y="1333573"/>
                  </a:lnTo>
                  <a:lnTo>
                    <a:pt x="1208553" y="1333572"/>
                  </a:lnTo>
                  <a:lnTo>
                    <a:pt x="1208540" y="1333572"/>
                  </a:lnTo>
                  <a:lnTo>
                    <a:pt x="1208528" y="1333573"/>
                  </a:lnTo>
                  <a:lnTo>
                    <a:pt x="1208516" y="1333574"/>
                  </a:lnTo>
                  <a:lnTo>
                    <a:pt x="1208510" y="1333578"/>
                  </a:lnTo>
                  <a:lnTo>
                    <a:pt x="1208505" y="1333580"/>
                  </a:lnTo>
                  <a:lnTo>
                    <a:pt x="1208498" y="1333583"/>
                  </a:lnTo>
                  <a:lnTo>
                    <a:pt x="1208492" y="1333584"/>
                  </a:lnTo>
                  <a:lnTo>
                    <a:pt x="1208485" y="1333585"/>
                  </a:lnTo>
                  <a:lnTo>
                    <a:pt x="1208478" y="1333585"/>
                  </a:lnTo>
                  <a:lnTo>
                    <a:pt x="1208466" y="1333586"/>
                  </a:lnTo>
                  <a:lnTo>
                    <a:pt x="1208449" y="1333589"/>
                  </a:lnTo>
                  <a:lnTo>
                    <a:pt x="1208428" y="1333595"/>
                  </a:lnTo>
                  <a:lnTo>
                    <a:pt x="1208417" y="1333599"/>
                  </a:lnTo>
                  <a:lnTo>
                    <a:pt x="1208406" y="1333601"/>
                  </a:lnTo>
                  <a:lnTo>
                    <a:pt x="1208393" y="1333601"/>
                  </a:lnTo>
                  <a:lnTo>
                    <a:pt x="1208380" y="1333596"/>
                  </a:lnTo>
                  <a:lnTo>
                    <a:pt x="1208373" y="1333595"/>
                  </a:lnTo>
                  <a:lnTo>
                    <a:pt x="1208368" y="1333594"/>
                  </a:lnTo>
                  <a:lnTo>
                    <a:pt x="1208363" y="1333594"/>
                  </a:lnTo>
                  <a:lnTo>
                    <a:pt x="1208357" y="1333595"/>
                  </a:lnTo>
                  <a:lnTo>
                    <a:pt x="1208352" y="1333596"/>
                  </a:lnTo>
                  <a:lnTo>
                    <a:pt x="1208346" y="1333598"/>
                  </a:lnTo>
                  <a:lnTo>
                    <a:pt x="1208339" y="1333600"/>
                  </a:lnTo>
                  <a:lnTo>
                    <a:pt x="1208322" y="1333601"/>
                  </a:lnTo>
                  <a:lnTo>
                    <a:pt x="1208304" y="1333601"/>
                  </a:lnTo>
                  <a:lnTo>
                    <a:pt x="1208289" y="1333601"/>
                  </a:lnTo>
                  <a:lnTo>
                    <a:pt x="1208272" y="1333598"/>
                  </a:lnTo>
                  <a:lnTo>
                    <a:pt x="1208255" y="1333594"/>
                  </a:lnTo>
                  <a:lnTo>
                    <a:pt x="1208238" y="1333593"/>
                  </a:lnTo>
                  <a:lnTo>
                    <a:pt x="1208229" y="1333592"/>
                  </a:lnTo>
                  <a:lnTo>
                    <a:pt x="1208220" y="1333593"/>
                  </a:lnTo>
                  <a:lnTo>
                    <a:pt x="1208215" y="1333597"/>
                  </a:lnTo>
                  <a:lnTo>
                    <a:pt x="1208205" y="1333607"/>
                  </a:lnTo>
                  <a:lnTo>
                    <a:pt x="1208195" y="1333619"/>
                  </a:lnTo>
                  <a:lnTo>
                    <a:pt x="1208191" y="1333622"/>
                  </a:lnTo>
                  <a:lnTo>
                    <a:pt x="1208183" y="1333627"/>
                  </a:lnTo>
                  <a:lnTo>
                    <a:pt x="1208169" y="1333632"/>
                  </a:lnTo>
                  <a:lnTo>
                    <a:pt x="1208161" y="1333638"/>
                  </a:lnTo>
                  <a:lnTo>
                    <a:pt x="1208157" y="1333642"/>
                  </a:lnTo>
                  <a:lnTo>
                    <a:pt x="1208146" y="1333641"/>
                  </a:lnTo>
                  <a:lnTo>
                    <a:pt x="1208134" y="1333638"/>
                  </a:lnTo>
                  <a:lnTo>
                    <a:pt x="1208126" y="1333637"/>
                  </a:lnTo>
                  <a:lnTo>
                    <a:pt x="1208122" y="1333637"/>
                  </a:lnTo>
                  <a:lnTo>
                    <a:pt x="1208115" y="1333638"/>
                  </a:lnTo>
                  <a:lnTo>
                    <a:pt x="1208100" y="1333639"/>
                  </a:lnTo>
                  <a:lnTo>
                    <a:pt x="1208088" y="1333638"/>
                  </a:lnTo>
                  <a:lnTo>
                    <a:pt x="1208082" y="1333635"/>
                  </a:lnTo>
                  <a:lnTo>
                    <a:pt x="1208075" y="1333629"/>
                  </a:lnTo>
                  <a:lnTo>
                    <a:pt x="1208063" y="1333619"/>
                  </a:lnTo>
                  <a:lnTo>
                    <a:pt x="1208058" y="1333617"/>
                  </a:lnTo>
                  <a:lnTo>
                    <a:pt x="1208055" y="1333615"/>
                  </a:lnTo>
                  <a:lnTo>
                    <a:pt x="1208047" y="1333615"/>
                  </a:lnTo>
                  <a:lnTo>
                    <a:pt x="1208040" y="1333615"/>
                  </a:lnTo>
                  <a:lnTo>
                    <a:pt x="1208030" y="1333613"/>
                  </a:lnTo>
                  <a:lnTo>
                    <a:pt x="1208020" y="1333607"/>
                  </a:lnTo>
                  <a:lnTo>
                    <a:pt x="1208013" y="1333601"/>
                  </a:lnTo>
                  <a:lnTo>
                    <a:pt x="1208004" y="1333598"/>
                  </a:lnTo>
                  <a:lnTo>
                    <a:pt x="1207997" y="1333596"/>
                  </a:lnTo>
                  <a:lnTo>
                    <a:pt x="1207991" y="1333595"/>
                  </a:lnTo>
                  <a:lnTo>
                    <a:pt x="1207983" y="1333596"/>
                  </a:lnTo>
                  <a:lnTo>
                    <a:pt x="1207972" y="1333601"/>
                  </a:lnTo>
                  <a:lnTo>
                    <a:pt x="1207964" y="1333605"/>
                  </a:lnTo>
                  <a:lnTo>
                    <a:pt x="1207950" y="1333607"/>
                  </a:lnTo>
                  <a:lnTo>
                    <a:pt x="1207935" y="1333610"/>
                  </a:lnTo>
                  <a:lnTo>
                    <a:pt x="1207931" y="1333611"/>
                  </a:lnTo>
                  <a:lnTo>
                    <a:pt x="1207925" y="1333612"/>
                  </a:lnTo>
                  <a:lnTo>
                    <a:pt x="1207922" y="1333615"/>
                  </a:lnTo>
                  <a:lnTo>
                    <a:pt x="1207917" y="1333616"/>
                  </a:lnTo>
                  <a:lnTo>
                    <a:pt x="1207904" y="1333615"/>
                  </a:lnTo>
                  <a:lnTo>
                    <a:pt x="1207893" y="1333614"/>
                  </a:lnTo>
                  <a:lnTo>
                    <a:pt x="1207879" y="1333617"/>
                  </a:lnTo>
                  <a:lnTo>
                    <a:pt x="1207866" y="1333622"/>
                  </a:lnTo>
                  <a:lnTo>
                    <a:pt x="1207861" y="1333625"/>
                  </a:lnTo>
                  <a:lnTo>
                    <a:pt x="1207855" y="1333628"/>
                  </a:lnTo>
                  <a:lnTo>
                    <a:pt x="1207849" y="1333633"/>
                  </a:lnTo>
                  <a:lnTo>
                    <a:pt x="1207839" y="1333645"/>
                  </a:lnTo>
                  <a:lnTo>
                    <a:pt x="1207829" y="1333656"/>
                  </a:lnTo>
                  <a:lnTo>
                    <a:pt x="1207824" y="1333661"/>
                  </a:lnTo>
                  <a:lnTo>
                    <a:pt x="1207818" y="1333670"/>
                  </a:lnTo>
                  <a:lnTo>
                    <a:pt x="1207812" y="1333684"/>
                  </a:lnTo>
                  <a:lnTo>
                    <a:pt x="1207810" y="1333690"/>
                  </a:lnTo>
                  <a:lnTo>
                    <a:pt x="1207804" y="1333699"/>
                  </a:lnTo>
                  <a:lnTo>
                    <a:pt x="1207807" y="1333712"/>
                  </a:lnTo>
                  <a:lnTo>
                    <a:pt x="1207812" y="1333736"/>
                  </a:lnTo>
                  <a:lnTo>
                    <a:pt x="1207816" y="1333755"/>
                  </a:lnTo>
                  <a:lnTo>
                    <a:pt x="1207822" y="1333784"/>
                  </a:lnTo>
                  <a:lnTo>
                    <a:pt x="1207824" y="1333792"/>
                  </a:lnTo>
                  <a:lnTo>
                    <a:pt x="1207824" y="1333797"/>
                  </a:lnTo>
                  <a:lnTo>
                    <a:pt x="1207822" y="1333801"/>
                  </a:lnTo>
                  <a:lnTo>
                    <a:pt x="1207819" y="1333813"/>
                  </a:lnTo>
                  <a:lnTo>
                    <a:pt x="1207820" y="1333827"/>
                  </a:lnTo>
                  <a:lnTo>
                    <a:pt x="1207823" y="1333840"/>
                  </a:lnTo>
                  <a:lnTo>
                    <a:pt x="1207828" y="1333856"/>
                  </a:lnTo>
                  <a:lnTo>
                    <a:pt x="1207833" y="1333870"/>
                  </a:lnTo>
                  <a:lnTo>
                    <a:pt x="1207838" y="1333879"/>
                  </a:lnTo>
                  <a:lnTo>
                    <a:pt x="1207841" y="1333887"/>
                  </a:lnTo>
                  <a:lnTo>
                    <a:pt x="1207843" y="1333894"/>
                  </a:lnTo>
                  <a:lnTo>
                    <a:pt x="1207843" y="1333899"/>
                  </a:lnTo>
                  <a:lnTo>
                    <a:pt x="1207843" y="1333905"/>
                  </a:lnTo>
                  <a:lnTo>
                    <a:pt x="1207843" y="1333926"/>
                  </a:lnTo>
                  <a:lnTo>
                    <a:pt x="1207844" y="1333938"/>
                  </a:lnTo>
                  <a:lnTo>
                    <a:pt x="1207845" y="1333947"/>
                  </a:lnTo>
                  <a:lnTo>
                    <a:pt x="1207845" y="1333956"/>
                  </a:lnTo>
                  <a:lnTo>
                    <a:pt x="1207843" y="1333973"/>
                  </a:lnTo>
                  <a:lnTo>
                    <a:pt x="1207840" y="1333993"/>
                  </a:lnTo>
                  <a:lnTo>
                    <a:pt x="1207838" y="1334014"/>
                  </a:lnTo>
                  <a:lnTo>
                    <a:pt x="1207836" y="1334041"/>
                  </a:lnTo>
                  <a:lnTo>
                    <a:pt x="1207838" y="1334048"/>
                  </a:lnTo>
                  <a:lnTo>
                    <a:pt x="1207843" y="1334055"/>
                  </a:lnTo>
                  <a:lnTo>
                    <a:pt x="1207847" y="1334061"/>
                  </a:lnTo>
                  <a:lnTo>
                    <a:pt x="1207851" y="1334066"/>
                  </a:lnTo>
                  <a:lnTo>
                    <a:pt x="1207858" y="1334073"/>
                  </a:lnTo>
                  <a:lnTo>
                    <a:pt x="1207861" y="1334076"/>
                  </a:lnTo>
                  <a:lnTo>
                    <a:pt x="1207866" y="1334079"/>
                  </a:lnTo>
                  <a:lnTo>
                    <a:pt x="1207871" y="1334085"/>
                  </a:lnTo>
                  <a:lnTo>
                    <a:pt x="1207874" y="1334091"/>
                  </a:lnTo>
                  <a:lnTo>
                    <a:pt x="1207874" y="1334100"/>
                  </a:lnTo>
                  <a:lnTo>
                    <a:pt x="1207873" y="1334113"/>
                  </a:lnTo>
                  <a:lnTo>
                    <a:pt x="1207871" y="1334124"/>
                  </a:lnTo>
                  <a:lnTo>
                    <a:pt x="1207867" y="1334143"/>
                  </a:lnTo>
                  <a:lnTo>
                    <a:pt x="1207865" y="1334152"/>
                  </a:lnTo>
                  <a:lnTo>
                    <a:pt x="1207864" y="1334168"/>
                  </a:lnTo>
                  <a:lnTo>
                    <a:pt x="1207862" y="1334178"/>
                  </a:lnTo>
                  <a:lnTo>
                    <a:pt x="1207862" y="1334182"/>
                  </a:lnTo>
                  <a:lnTo>
                    <a:pt x="1207863" y="1334189"/>
                  </a:lnTo>
                  <a:lnTo>
                    <a:pt x="1207872" y="1334196"/>
                  </a:lnTo>
                  <a:lnTo>
                    <a:pt x="1207880" y="1334203"/>
                  </a:lnTo>
                  <a:lnTo>
                    <a:pt x="1207887" y="1334211"/>
                  </a:lnTo>
                  <a:lnTo>
                    <a:pt x="1207893" y="1334218"/>
                  </a:lnTo>
                  <a:lnTo>
                    <a:pt x="1207896" y="1334223"/>
                  </a:lnTo>
                  <a:lnTo>
                    <a:pt x="1207896" y="1334229"/>
                  </a:lnTo>
                  <a:lnTo>
                    <a:pt x="1207895" y="1334236"/>
                  </a:lnTo>
                  <a:lnTo>
                    <a:pt x="1207894" y="1334241"/>
                  </a:lnTo>
                  <a:lnTo>
                    <a:pt x="1207892" y="1334246"/>
                  </a:lnTo>
                  <a:lnTo>
                    <a:pt x="1207890" y="1334253"/>
                  </a:lnTo>
                  <a:lnTo>
                    <a:pt x="1207887" y="1334262"/>
                  </a:lnTo>
                  <a:lnTo>
                    <a:pt x="1207883" y="1334270"/>
                  </a:lnTo>
                  <a:lnTo>
                    <a:pt x="1207882" y="1334286"/>
                  </a:lnTo>
                  <a:lnTo>
                    <a:pt x="1207884" y="1334293"/>
                  </a:lnTo>
                  <a:lnTo>
                    <a:pt x="1207889" y="1334304"/>
                  </a:lnTo>
                  <a:lnTo>
                    <a:pt x="1207893" y="1334309"/>
                  </a:lnTo>
                  <a:lnTo>
                    <a:pt x="1207899" y="1334314"/>
                  </a:lnTo>
                  <a:lnTo>
                    <a:pt x="1207904" y="1334315"/>
                  </a:lnTo>
                  <a:lnTo>
                    <a:pt x="1207918" y="1334321"/>
                  </a:lnTo>
                  <a:lnTo>
                    <a:pt x="1207923" y="1334325"/>
                  </a:lnTo>
                  <a:lnTo>
                    <a:pt x="1207928" y="1334330"/>
                  </a:lnTo>
                  <a:lnTo>
                    <a:pt x="1207928" y="1334339"/>
                  </a:lnTo>
                  <a:lnTo>
                    <a:pt x="1207928" y="1334348"/>
                  </a:lnTo>
                  <a:lnTo>
                    <a:pt x="1207926" y="1334354"/>
                  </a:lnTo>
                  <a:lnTo>
                    <a:pt x="1207923" y="1334360"/>
                  </a:lnTo>
                  <a:lnTo>
                    <a:pt x="1207922" y="1334371"/>
                  </a:lnTo>
                  <a:lnTo>
                    <a:pt x="1207922" y="1334380"/>
                  </a:lnTo>
                  <a:lnTo>
                    <a:pt x="1207922" y="1334388"/>
                  </a:lnTo>
                  <a:lnTo>
                    <a:pt x="1207923" y="1334394"/>
                  </a:lnTo>
                  <a:lnTo>
                    <a:pt x="1207923" y="1334401"/>
                  </a:lnTo>
                  <a:lnTo>
                    <a:pt x="1207922" y="1334408"/>
                  </a:lnTo>
                  <a:lnTo>
                    <a:pt x="1207921" y="1334412"/>
                  </a:lnTo>
                  <a:lnTo>
                    <a:pt x="1207922" y="1334423"/>
                  </a:lnTo>
                  <a:lnTo>
                    <a:pt x="1207917" y="1334435"/>
                  </a:lnTo>
                  <a:lnTo>
                    <a:pt x="1207917" y="1334441"/>
                  </a:lnTo>
                  <a:lnTo>
                    <a:pt x="1207917" y="1334449"/>
                  </a:lnTo>
                  <a:lnTo>
                    <a:pt x="1207917" y="1334461"/>
                  </a:lnTo>
                  <a:lnTo>
                    <a:pt x="1207921" y="1334470"/>
                  </a:lnTo>
                  <a:lnTo>
                    <a:pt x="1207929" y="1334480"/>
                  </a:lnTo>
                  <a:lnTo>
                    <a:pt x="1207935" y="1334487"/>
                  </a:lnTo>
                  <a:lnTo>
                    <a:pt x="1207939" y="1334496"/>
                  </a:lnTo>
                  <a:lnTo>
                    <a:pt x="1207941" y="1334504"/>
                  </a:lnTo>
                  <a:lnTo>
                    <a:pt x="1207943" y="1334514"/>
                  </a:lnTo>
                  <a:lnTo>
                    <a:pt x="1207949" y="1334526"/>
                  </a:lnTo>
                  <a:lnTo>
                    <a:pt x="1207955" y="1334535"/>
                  </a:lnTo>
                  <a:lnTo>
                    <a:pt x="1207958" y="1334543"/>
                  </a:lnTo>
                  <a:lnTo>
                    <a:pt x="1207960" y="1334551"/>
                  </a:lnTo>
                  <a:lnTo>
                    <a:pt x="1207960" y="1334556"/>
                  </a:lnTo>
                  <a:lnTo>
                    <a:pt x="1207958" y="1334561"/>
                  </a:lnTo>
                  <a:lnTo>
                    <a:pt x="1207956" y="1334567"/>
                  </a:lnTo>
                  <a:lnTo>
                    <a:pt x="1207954" y="1334575"/>
                  </a:lnTo>
                  <a:lnTo>
                    <a:pt x="1207954" y="1334580"/>
                  </a:lnTo>
                  <a:lnTo>
                    <a:pt x="1207954" y="1334587"/>
                  </a:lnTo>
                  <a:lnTo>
                    <a:pt x="1207958" y="1334596"/>
                  </a:lnTo>
                  <a:lnTo>
                    <a:pt x="1207962" y="1334605"/>
                  </a:lnTo>
                  <a:lnTo>
                    <a:pt x="1207965" y="1334613"/>
                  </a:lnTo>
                  <a:lnTo>
                    <a:pt x="1207969" y="1334619"/>
                  </a:lnTo>
                  <a:lnTo>
                    <a:pt x="1207972" y="1334628"/>
                  </a:lnTo>
                  <a:lnTo>
                    <a:pt x="1207972" y="1334635"/>
                  </a:lnTo>
                  <a:lnTo>
                    <a:pt x="1207971" y="1334645"/>
                  </a:lnTo>
                  <a:lnTo>
                    <a:pt x="1207971" y="1334655"/>
                  </a:lnTo>
                  <a:lnTo>
                    <a:pt x="1207969" y="1334669"/>
                  </a:lnTo>
                  <a:lnTo>
                    <a:pt x="1207966" y="1334680"/>
                  </a:lnTo>
                  <a:lnTo>
                    <a:pt x="1207965" y="1334686"/>
                  </a:lnTo>
                  <a:lnTo>
                    <a:pt x="1207966" y="1334697"/>
                  </a:lnTo>
                  <a:lnTo>
                    <a:pt x="1207966" y="1334704"/>
                  </a:lnTo>
                  <a:lnTo>
                    <a:pt x="1207969" y="1334712"/>
                  </a:lnTo>
                  <a:lnTo>
                    <a:pt x="1207973" y="1334721"/>
                  </a:lnTo>
                  <a:lnTo>
                    <a:pt x="1207974" y="1334728"/>
                  </a:lnTo>
                  <a:lnTo>
                    <a:pt x="1207977" y="1334743"/>
                  </a:lnTo>
                  <a:lnTo>
                    <a:pt x="1207978" y="1334753"/>
                  </a:lnTo>
                  <a:lnTo>
                    <a:pt x="1207979" y="1334771"/>
                  </a:lnTo>
                  <a:lnTo>
                    <a:pt x="1207980" y="1334790"/>
                  </a:lnTo>
                  <a:lnTo>
                    <a:pt x="1207981" y="1334798"/>
                  </a:lnTo>
                  <a:lnTo>
                    <a:pt x="1207983" y="1334808"/>
                  </a:lnTo>
                  <a:lnTo>
                    <a:pt x="1207985" y="1334821"/>
                  </a:lnTo>
                  <a:lnTo>
                    <a:pt x="1207986" y="1334833"/>
                  </a:lnTo>
                  <a:lnTo>
                    <a:pt x="1207987" y="1334849"/>
                  </a:lnTo>
                  <a:lnTo>
                    <a:pt x="1208017" y="1334883"/>
                  </a:lnTo>
                  <a:lnTo>
                    <a:pt x="1208021" y="1334888"/>
                  </a:lnTo>
                  <a:lnTo>
                    <a:pt x="1208022" y="1334895"/>
                  </a:lnTo>
                  <a:lnTo>
                    <a:pt x="1208022" y="1334926"/>
                  </a:lnTo>
                  <a:lnTo>
                    <a:pt x="1208022" y="1334933"/>
                  </a:lnTo>
                  <a:lnTo>
                    <a:pt x="1208006" y="1334959"/>
                  </a:lnTo>
                  <a:lnTo>
                    <a:pt x="1208008" y="1334972"/>
                  </a:lnTo>
                  <a:lnTo>
                    <a:pt x="1208016" y="1335051"/>
                  </a:lnTo>
                  <a:lnTo>
                    <a:pt x="1208017" y="1335058"/>
                  </a:lnTo>
                  <a:lnTo>
                    <a:pt x="1208020" y="1335064"/>
                  </a:lnTo>
                  <a:lnTo>
                    <a:pt x="1208081" y="1335180"/>
                  </a:lnTo>
                  <a:lnTo>
                    <a:pt x="1208104" y="1335225"/>
                  </a:lnTo>
                  <a:lnTo>
                    <a:pt x="1208107" y="1335230"/>
                  </a:lnTo>
                  <a:lnTo>
                    <a:pt x="1208113" y="1335232"/>
                  </a:lnTo>
                  <a:lnTo>
                    <a:pt x="1208138" y="1335240"/>
                  </a:lnTo>
                  <a:lnTo>
                    <a:pt x="1208146" y="1335242"/>
                  </a:lnTo>
                  <a:lnTo>
                    <a:pt x="1208152" y="1335240"/>
                  </a:lnTo>
                  <a:lnTo>
                    <a:pt x="1208199" y="1335231"/>
                  </a:lnTo>
                  <a:lnTo>
                    <a:pt x="1208210" y="1335229"/>
                  </a:lnTo>
                  <a:lnTo>
                    <a:pt x="1208221" y="1335224"/>
                  </a:lnTo>
                  <a:lnTo>
                    <a:pt x="1208230" y="1335221"/>
                  </a:lnTo>
                  <a:lnTo>
                    <a:pt x="1208235" y="1335221"/>
                  </a:lnTo>
                  <a:lnTo>
                    <a:pt x="1208242" y="1335224"/>
                  </a:lnTo>
                  <a:lnTo>
                    <a:pt x="1208249" y="1335228"/>
                  </a:lnTo>
                  <a:lnTo>
                    <a:pt x="1208260" y="1335235"/>
                  </a:lnTo>
                  <a:lnTo>
                    <a:pt x="1208271" y="1335240"/>
                  </a:lnTo>
                  <a:lnTo>
                    <a:pt x="1208277" y="1335245"/>
                  </a:lnTo>
                  <a:lnTo>
                    <a:pt x="1208286" y="1335254"/>
                  </a:lnTo>
                  <a:lnTo>
                    <a:pt x="1208291" y="1335258"/>
                  </a:lnTo>
                  <a:lnTo>
                    <a:pt x="1208295" y="1335261"/>
                  </a:lnTo>
                  <a:lnTo>
                    <a:pt x="1208304" y="1335262"/>
                  </a:lnTo>
                  <a:lnTo>
                    <a:pt x="1208314" y="1335261"/>
                  </a:lnTo>
                  <a:lnTo>
                    <a:pt x="1208327" y="1335260"/>
                  </a:lnTo>
                  <a:lnTo>
                    <a:pt x="1208342" y="1335260"/>
                  </a:lnTo>
                  <a:lnTo>
                    <a:pt x="1208349" y="1335259"/>
                  </a:lnTo>
                  <a:lnTo>
                    <a:pt x="1208358" y="1335258"/>
                  </a:lnTo>
                  <a:lnTo>
                    <a:pt x="1208365" y="1335258"/>
                  </a:lnTo>
                  <a:lnTo>
                    <a:pt x="1208366" y="1335262"/>
                  </a:lnTo>
                  <a:lnTo>
                    <a:pt x="1208368" y="1335267"/>
                  </a:lnTo>
                  <a:lnTo>
                    <a:pt x="1208371" y="1335275"/>
                  </a:lnTo>
                  <a:lnTo>
                    <a:pt x="1208377" y="1335285"/>
                  </a:lnTo>
                  <a:lnTo>
                    <a:pt x="1208381" y="1335297"/>
                  </a:lnTo>
                  <a:lnTo>
                    <a:pt x="1208385" y="1335315"/>
                  </a:lnTo>
                  <a:lnTo>
                    <a:pt x="1208391" y="1335330"/>
                  </a:lnTo>
                  <a:lnTo>
                    <a:pt x="1208394" y="1335337"/>
                  </a:lnTo>
                  <a:lnTo>
                    <a:pt x="1208397" y="1335348"/>
                  </a:lnTo>
                  <a:lnTo>
                    <a:pt x="1208393" y="1335358"/>
                  </a:lnTo>
                  <a:lnTo>
                    <a:pt x="1208390" y="1335367"/>
                  </a:lnTo>
                  <a:lnTo>
                    <a:pt x="1208389" y="1335382"/>
                  </a:lnTo>
                  <a:lnTo>
                    <a:pt x="1208389" y="1335389"/>
                  </a:lnTo>
                  <a:lnTo>
                    <a:pt x="1208390" y="1335397"/>
                  </a:lnTo>
                  <a:lnTo>
                    <a:pt x="1208392" y="1335402"/>
                  </a:lnTo>
                  <a:lnTo>
                    <a:pt x="1208395" y="1335415"/>
                  </a:lnTo>
                  <a:lnTo>
                    <a:pt x="1208397" y="1335428"/>
                  </a:lnTo>
                  <a:lnTo>
                    <a:pt x="1208399" y="1335433"/>
                  </a:lnTo>
                  <a:lnTo>
                    <a:pt x="1208403" y="1335439"/>
                  </a:lnTo>
                  <a:lnTo>
                    <a:pt x="1208409" y="1335443"/>
                  </a:lnTo>
                  <a:lnTo>
                    <a:pt x="1208415" y="1335447"/>
                  </a:lnTo>
                  <a:lnTo>
                    <a:pt x="1208420" y="1335454"/>
                  </a:lnTo>
                  <a:lnTo>
                    <a:pt x="1208422" y="1335462"/>
                  </a:lnTo>
                  <a:lnTo>
                    <a:pt x="1208422" y="1335469"/>
                  </a:lnTo>
                  <a:lnTo>
                    <a:pt x="1208420" y="1335474"/>
                  </a:lnTo>
                  <a:lnTo>
                    <a:pt x="1208413" y="1335486"/>
                  </a:lnTo>
                  <a:lnTo>
                    <a:pt x="1208405" y="1335494"/>
                  </a:lnTo>
                  <a:lnTo>
                    <a:pt x="1208396" y="1335499"/>
                  </a:lnTo>
                  <a:lnTo>
                    <a:pt x="1208378" y="1335508"/>
                  </a:lnTo>
                  <a:lnTo>
                    <a:pt x="1208367" y="1335512"/>
                  </a:lnTo>
                  <a:lnTo>
                    <a:pt x="1208357" y="1335514"/>
                  </a:lnTo>
                  <a:lnTo>
                    <a:pt x="1208346" y="1335514"/>
                  </a:lnTo>
                  <a:lnTo>
                    <a:pt x="1208340" y="1335514"/>
                  </a:lnTo>
                  <a:lnTo>
                    <a:pt x="1208335" y="1335516"/>
                  </a:lnTo>
                  <a:lnTo>
                    <a:pt x="1208331" y="1335520"/>
                  </a:lnTo>
                  <a:lnTo>
                    <a:pt x="1208326" y="1335527"/>
                  </a:lnTo>
                  <a:lnTo>
                    <a:pt x="1208319" y="1335542"/>
                  </a:lnTo>
                  <a:lnTo>
                    <a:pt x="1208312" y="1335554"/>
                  </a:lnTo>
                  <a:lnTo>
                    <a:pt x="1208308" y="1335559"/>
                  </a:lnTo>
                  <a:lnTo>
                    <a:pt x="1208305" y="1335562"/>
                  </a:lnTo>
                  <a:lnTo>
                    <a:pt x="1208292" y="1335568"/>
                  </a:lnTo>
                  <a:lnTo>
                    <a:pt x="1208280" y="1335575"/>
                  </a:lnTo>
                  <a:lnTo>
                    <a:pt x="1208268" y="1335580"/>
                  </a:lnTo>
                  <a:lnTo>
                    <a:pt x="1208259" y="1335584"/>
                  </a:lnTo>
                  <a:lnTo>
                    <a:pt x="1208248" y="1335593"/>
                  </a:lnTo>
                  <a:lnTo>
                    <a:pt x="1208240" y="1335602"/>
                  </a:lnTo>
                  <a:lnTo>
                    <a:pt x="1208233" y="1335611"/>
                  </a:lnTo>
                  <a:lnTo>
                    <a:pt x="1208227" y="1335625"/>
                  </a:lnTo>
                  <a:lnTo>
                    <a:pt x="1208224" y="1335635"/>
                  </a:lnTo>
                  <a:lnTo>
                    <a:pt x="1208222" y="1335642"/>
                  </a:lnTo>
                  <a:lnTo>
                    <a:pt x="1208224" y="1335649"/>
                  </a:lnTo>
                  <a:lnTo>
                    <a:pt x="1208227" y="1335654"/>
                  </a:lnTo>
                  <a:lnTo>
                    <a:pt x="1208232" y="1335660"/>
                  </a:lnTo>
                  <a:lnTo>
                    <a:pt x="1208244" y="1335667"/>
                  </a:lnTo>
                  <a:lnTo>
                    <a:pt x="1208253" y="1335670"/>
                  </a:lnTo>
                  <a:lnTo>
                    <a:pt x="1208260" y="1335673"/>
                  </a:lnTo>
                  <a:lnTo>
                    <a:pt x="1208268" y="1335679"/>
                  </a:lnTo>
                  <a:lnTo>
                    <a:pt x="1208271" y="1335683"/>
                  </a:lnTo>
                  <a:lnTo>
                    <a:pt x="1208278" y="1335694"/>
                  </a:lnTo>
                  <a:lnTo>
                    <a:pt x="1208287" y="1335706"/>
                  </a:lnTo>
                  <a:lnTo>
                    <a:pt x="1208300" y="1335720"/>
                  </a:lnTo>
                  <a:lnTo>
                    <a:pt x="1208307" y="1335731"/>
                  </a:lnTo>
                  <a:lnTo>
                    <a:pt x="1208313" y="1335740"/>
                  </a:lnTo>
                  <a:lnTo>
                    <a:pt x="1208320" y="1335747"/>
                  </a:lnTo>
                  <a:lnTo>
                    <a:pt x="1208326" y="1335756"/>
                  </a:lnTo>
                  <a:lnTo>
                    <a:pt x="1208329" y="1335766"/>
                  </a:lnTo>
                  <a:lnTo>
                    <a:pt x="1208330" y="1335774"/>
                  </a:lnTo>
                  <a:lnTo>
                    <a:pt x="1208331" y="1335783"/>
                  </a:lnTo>
                  <a:lnTo>
                    <a:pt x="1208333" y="1335793"/>
                  </a:lnTo>
                  <a:lnTo>
                    <a:pt x="1208335" y="1335799"/>
                  </a:lnTo>
                  <a:lnTo>
                    <a:pt x="1208337" y="1335808"/>
                  </a:lnTo>
                  <a:lnTo>
                    <a:pt x="1208344" y="1335821"/>
                  </a:lnTo>
                  <a:lnTo>
                    <a:pt x="1208349" y="1335832"/>
                  </a:lnTo>
                  <a:lnTo>
                    <a:pt x="1208355" y="1335845"/>
                  </a:lnTo>
                  <a:lnTo>
                    <a:pt x="1208358" y="1335855"/>
                  </a:lnTo>
                  <a:lnTo>
                    <a:pt x="1208359" y="1335862"/>
                  </a:lnTo>
                  <a:lnTo>
                    <a:pt x="1208358" y="1335868"/>
                  </a:lnTo>
                  <a:lnTo>
                    <a:pt x="1208354" y="1335873"/>
                  </a:lnTo>
                  <a:lnTo>
                    <a:pt x="1208345" y="1335877"/>
                  </a:lnTo>
                  <a:lnTo>
                    <a:pt x="1208336" y="1335883"/>
                  </a:lnTo>
                  <a:lnTo>
                    <a:pt x="1208333" y="1335887"/>
                  </a:lnTo>
                  <a:lnTo>
                    <a:pt x="1208332" y="1335894"/>
                  </a:lnTo>
                  <a:lnTo>
                    <a:pt x="1208331" y="1335904"/>
                  </a:lnTo>
                  <a:lnTo>
                    <a:pt x="1208332" y="1335918"/>
                  </a:lnTo>
                  <a:lnTo>
                    <a:pt x="1208333" y="1335925"/>
                  </a:lnTo>
                  <a:lnTo>
                    <a:pt x="1208334" y="1335930"/>
                  </a:lnTo>
                  <a:lnTo>
                    <a:pt x="1208334" y="1335940"/>
                  </a:lnTo>
                  <a:lnTo>
                    <a:pt x="1208333" y="1335949"/>
                  </a:lnTo>
                  <a:lnTo>
                    <a:pt x="1208330" y="1335957"/>
                  </a:lnTo>
                  <a:lnTo>
                    <a:pt x="1208324" y="1335966"/>
                  </a:lnTo>
                  <a:lnTo>
                    <a:pt x="1208320" y="1335978"/>
                  </a:lnTo>
                  <a:lnTo>
                    <a:pt x="1208314" y="1335985"/>
                  </a:lnTo>
                  <a:lnTo>
                    <a:pt x="1208304" y="1336007"/>
                  </a:lnTo>
                  <a:lnTo>
                    <a:pt x="1208298" y="1336032"/>
                  </a:lnTo>
                  <a:lnTo>
                    <a:pt x="1208292" y="1336052"/>
                  </a:lnTo>
                  <a:lnTo>
                    <a:pt x="1208292" y="1336066"/>
                  </a:lnTo>
                  <a:lnTo>
                    <a:pt x="1208297" y="1336075"/>
                  </a:lnTo>
                  <a:lnTo>
                    <a:pt x="1208300" y="1336081"/>
                  </a:lnTo>
                  <a:lnTo>
                    <a:pt x="1208304" y="1336085"/>
                  </a:lnTo>
                  <a:lnTo>
                    <a:pt x="1208312" y="1336094"/>
                  </a:lnTo>
                  <a:lnTo>
                    <a:pt x="1208321" y="1336109"/>
                  </a:lnTo>
                  <a:lnTo>
                    <a:pt x="1208321" y="1336127"/>
                  </a:lnTo>
                  <a:lnTo>
                    <a:pt x="1208319" y="1336150"/>
                  </a:lnTo>
                  <a:lnTo>
                    <a:pt x="1208317" y="1336161"/>
                  </a:lnTo>
                  <a:lnTo>
                    <a:pt x="1208312" y="1336167"/>
                  </a:lnTo>
                  <a:lnTo>
                    <a:pt x="1208307" y="1336171"/>
                  </a:lnTo>
                  <a:lnTo>
                    <a:pt x="1208303" y="1336172"/>
                  </a:lnTo>
                  <a:lnTo>
                    <a:pt x="1208296" y="1336174"/>
                  </a:lnTo>
                  <a:lnTo>
                    <a:pt x="1208289" y="1336180"/>
                  </a:lnTo>
                  <a:lnTo>
                    <a:pt x="1208285" y="1336184"/>
                  </a:lnTo>
                  <a:lnTo>
                    <a:pt x="1208284" y="1336191"/>
                  </a:lnTo>
                  <a:lnTo>
                    <a:pt x="1208285" y="1336197"/>
                  </a:lnTo>
                  <a:lnTo>
                    <a:pt x="1208285" y="1336203"/>
                  </a:lnTo>
                  <a:lnTo>
                    <a:pt x="1208288" y="1336215"/>
                  </a:lnTo>
                  <a:lnTo>
                    <a:pt x="1208292" y="1336223"/>
                  </a:lnTo>
                  <a:lnTo>
                    <a:pt x="1208296" y="1336226"/>
                  </a:lnTo>
                  <a:lnTo>
                    <a:pt x="1208303" y="1336228"/>
                  </a:lnTo>
                  <a:lnTo>
                    <a:pt x="1208307" y="1336229"/>
                  </a:lnTo>
                  <a:lnTo>
                    <a:pt x="1208312" y="1336230"/>
                  </a:lnTo>
                  <a:lnTo>
                    <a:pt x="1208320" y="1336231"/>
                  </a:lnTo>
                  <a:lnTo>
                    <a:pt x="1208329" y="1336232"/>
                  </a:lnTo>
                  <a:lnTo>
                    <a:pt x="1208337" y="1336231"/>
                  </a:lnTo>
                  <a:lnTo>
                    <a:pt x="1208343" y="1336232"/>
                  </a:lnTo>
                  <a:lnTo>
                    <a:pt x="1208352" y="1336232"/>
                  </a:lnTo>
                  <a:lnTo>
                    <a:pt x="1208364" y="1336233"/>
                  </a:lnTo>
                  <a:lnTo>
                    <a:pt x="1208375" y="1336232"/>
                  </a:lnTo>
                  <a:lnTo>
                    <a:pt x="1208381" y="1336233"/>
                  </a:lnTo>
                  <a:lnTo>
                    <a:pt x="1208389" y="1336233"/>
                  </a:lnTo>
                  <a:lnTo>
                    <a:pt x="1208405" y="1336235"/>
                  </a:lnTo>
                  <a:lnTo>
                    <a:pt x="1208420" y="1336244"/>
                  </a:lnTo>
                  <a:lnTo>
                    <a:pt x="1208437" y="1336251"/>
                  </a:lnTo>
                  <a:lnTo>
                    <a:pt x="1208450" y="1336254"/>
                  </a:lnTo>
                  <a:lnTo>
                    <a:pt x="1208461" y="1336247"/>
                  </a:lnTo>
                  <a:lnTo>
                    <a:pt x="1208471" y="1336238"/>
                  </a:lnTo>
                  <a:lnTo>
                    <a:pt x="1208478" y="1336233"/>
                  </a:lnTo>
                  <a:lnTo>
                    <a:pt x="1208486" y="1336235"/>
                  </a:lnTo>
                  <a:lnTo>
                    <a:pt x="1208495" y="1336240"/>
                  </a:lnTo>
                  <a:lnTo>
                    <a:pt x="1208497" y="1336244"/>
                  </a:lnTo>
                  <a:lnTo>
                    <a:pt x="1208505" y="1336261"/>
                  </a:lnTo>
                  <a:lnTo>
                    <a:pt x="1208514" y="1336271"/>
                  </a:lnTo>
                  <a:lnTo>
                    <a:pt x="1208528" y="1336288"/>
                  </a:lnTo>
                  <a:lnTo>
                    <a:pt x="1208540" y="1336308"/>
                  </a:lnTo>
                  <a:lnTo>
                    <a:pt x="1208549" y="1336323"/>
                  </a:lnTo>
                  <a:lnTo>
                    <a:pt x="1208549" y="1336334"/>
                  </a:lnTo>
                  <a:lnTo>
                    <a:pt x="1208549" y="1336344"/>
                  </a:lnTo>
                  <a:lnTo>
                    <a:pt x="1208550" y="1336355"/>
                  </a:lnTo>
                  <a:lnTo>
                    <a:pt x="1208550" y="1336361"/>
                  </a:lnTo>
                  <a:lnTo>
                    <a:pt x="1208551" y="1336368"/>
                  </a:lnTo>
                  <a:lnTo>
                    <a:pt x="1208551" y="1336374"/>
                  </a:lnTo>
                  <a:lnTo>
                    <a:pt x="1208554" y="1336404"/>
                  </a:lnTo>
                  <a:lnTo>
                    <a:pt x="1208552" y="1336423"/>
                  </a:lnTo>
                  <a:lnTo>
                    <a:pt x="1208551" y="1336440"/>
                  </a:lnTo>
                  <a:lnTo>
                    <a:pt x="1208553" y="1336452"/>
                  </a:lnTo>
                  <a:lnTo>
                    <a:pt x="1208560" y="1336463"/>
                  </a:lnTo>
                  <a:lnTo>
                    <a:pt x="1208572" y="1336490"/>
                  </a:lnTo>
                  <a:lnTo>
                    <a:pt x="1208580" y="1336508"/>
                  </a:lnTo>
                  <a:lnTo>
                    <a:pt x="1208582" y="1336514"/>
                  </a:lnTo>
                  <a:lnTo>
                    <a:pt x="1208588" y="1336529"/>
                  </a:lnTo>
                  <a:lnTo>
                    <a:pt x="1208588" y="1336546"/>
                  </a:lnTo>
                  <a:lnTo>
                    <a:pt x="1208585" y="1336561"/>
                  </a:lnTo>
                  <a:lnTo>
                    <a:pt x="1208584" y="1336568"/>
                  </a:lnTo>
                  <a:lnTo>
                    <a:pt x="1208571" y="1336581"/>
                  </a:lnTo>
                  <a:lnTo>
                    <a:pt x="1208568" y="1336589"/>
                  </a:lnTo>
                  <a:lnTo>
                    <a:pt x="1208567" y="1336602"/>
                  </a:lnTo>
                  <a:lnTo>
                    <a:pt x="1208568" y="1336616"/>
                  </a:lnTo>
                  <a:lnTo>
                    <a:pt x="1208572" y="1336633"/>
                  </a:lnTo>
                  <a:lnTo>
                    <a:pt x="1208568" y="1336657"/>
                  </a:lnTo>
                  <a:lnTo>
                    <a:pt x="1208567" y="1336664"/>
                  </a:lnTo>
                  <a:lnTo>
                    <a:pt x="1208563" y="1336681"/>
                  </a:lnTo>
                  <a:lnTo>
                    <a:pt x="1208562" y="1336701"/>
                  </a:lnTo>
                  <a:lnTo>
                    <a:pt x="1208563" y="1336717"/>
                  </a:lnTo>
                  <a:lnTo>
                    <a:pt x="1208570" y="1336740"/>
                  </a:lnTo>
                  <a:lnTo>
                    <a:pt x="1208577" y="1336772"/>
                  </a:lnTo>
                  <a:lnTo>
                    <a:pt x="1208577" y="1336777"/>
                  </a:lnTo>
                  <a:lnTo>
                    <a:pt x="1208576" y="1336783"/>
                  </a:lnTo>
                  <a:lnTo>
                    <a:pt x="1208575" y="1336789"/>
                  </a:lnTo>
                  <a:lnTo>
                    <a:pt x="1208574" y="1336796"/>
                  </a:lnTo>
                  <a:lnTo>
                    <a:pt x="1208565" y="1336817"/>
                  </a:lnTo>
                  <a:lnTo>
                    <a:pt x="1208562" y="1336820"/>
                  </a:lnTo>
                  <a:lnTo>
                    <a:pt x="1208558" y="1336826"/>
                  </a:lnTo>
                  <a:lnTo>
                    <a:pt x="1208556" y="1336831"/>
                  </a:lnTo>
                  <a:lnTo>
                    <a:pt x="1208553" y="1336841"/>
                  </a:lnTo>
                  <a:lnTo>
                    <a:pt x="1208552" y="1336848"/>
                  </a:lnTo>
                  <a:lnTo>
                    <a:pt x="1208552" y="1336855"/>
                  </a:lnTo>
                  <a:lnTo>
                    <a:pt x="1208552" y="1336863"/>
                  </a:lnTo>
                  <a:lnTo>
                    <a:pt x="1208558" y="1336881"/>
                  </a:lnTo>
                  <a:lnTo>
                    <a:pt x="1208560" y="1336891"/>
                  </a:lnTo>
                  <a:lnTo>
                    <a:pt x="1208562" y="1336901"/>
                  </a:lnTo>
                  <a:lnTo>
                    <a:pt x="1208559" y="1336912"/>
                  </a:lnTo>
                  <a:lnTo>
                    <a:pt x="1208553" y="1336928"/>
                  </a:lnTo>
                  <a:lnTo>
                    <a:pt x="1208549" y="1336951"/>
                  </a:lnTo>
                  <a:lnTo>
                    <a:pt x="1208547" y="1336970"/>
                  </a:lnTo>
                  <a:lnTo>
                    <a:pt x="1208546" y="1336990"/>
                  </a:lnTo>
                  <a:lnTo>
                    <a:pt x="1208544" y="1337008"/>
                  </a:lnTo>
                  <a:lnTo>
                    <a:pt x="1208538" y="1337031"/>
                  </a:lnTo>
                  <a:lnTo>
                    <a:pt x="1208533" y="1337066"/>
                  </a:lnTo>
                  <a:lnTo>
                    <a:pt x="1208532" y="1337073"/>
                  </a:lnTo>
                  <a:lnTo>
                    <a:pt x="1208532" y="1337082"/>
                  </a:lnTo>
                  <a:lnTo>
                    <a:pt x="1208532" y="1337091"/>
                  </a:lnTo>
                  <a:lnTo>
                    <a:pt x="1208535" y="1337108"/>
                  </a:lnTo>
                  <a:lnTo>
                    <a:pt x="1208541" y="1337124"/>
                  </a:lnTo>
                  <a:lnTo>
                    <a:pt x="1208545" y="1337136"/>
                  </a:lnTo>
                  <a:lnTo>
                    <a:pt x="1208547" y="1337141"/>
                  </a:lnTo>
                  <a:lnTo>
                    <a:pt x="1208559" y="1337167"/>
                  </a:lnTo>
                  <a:lnTo>
                    <a:pt x="1208568" y="1337194"/>
                  </a:lnTo>
                  <a:lnTo>
                    <a:pt x="1208571" y="1337223"/>
                  </a:lnTo>
                  <a:lnTo>
                    <a:pt x="1208572" y="1337239"/>
                  </a:lnTo>
                  <a:lnTo>
                    <a:pt x="1208573" y="1337246"/>
                  </a:lnTo>
                  <a:lnTo>
                    <a:pt x="1208574" y="1337253"/>
                  </a:lnTo>
                  <a:lnTo>
                    <a:pt x="1208574" y="1337258"/>
                  </a:lnTo>
                  <a:lnTo>
                    <a:pt x="1208575" y="1337270"/>
                  </a:lnTo>
                  <a:lnTo>
                    <a:pt x="1208607" y="1337280"/>
                  </a:lnTo>
                  <a:lnTo>
                    <a:pt x="1208611" y="1337281"/>
                  </a:lnTo>
                  <a:lnTo>
                    <a:pt x="1208640" y="1337287"/>
                  </a:lnTo>
                  <a:lnTo>
                    <a:pt x="1208669" y="1337299"/>
                  </a:lnTo>
                  <a:lnTo>
                    <a:pt x="1208683" y="1337304"/>
                  </a:lnTo>
                  <a:lnTo>
                    <a:pt x="1208689" y="1337307"/>
                  </a:lnTo>
                  <a:lnTo>
                    <a:pt x="1208692" y="1337311"/>
                  </a:lnTo>
                  <a:lnTo>
                    <a:pt x="1208696" y="1337318"/>
                  </a:lnTo>
                  <a:lnTo>
                    <a:pt x="1208704" y="1337330"/>
                  </a:lnTo>
                  <a:lnTo>
                    <a:pt x="1208707" y="1337342"/>
                  </a:lnTo>
                  <a:lnTo>
                    <a:pt x="1208718" y="1337353"/>
                  </a:lnTo>
                  <a:lnTo>
                    <a:pt x="1208724" y="1337359"/>
                  </a:lnTo>
                  <a:lnTo>
                    <a:pt x="1208732" y="1337379"/>
                  </a:lnTo>
                  <a:lnTo>
                    <a:pt x="1208738" y="1337386"/>
                  </a:lnTo>
                  <a:lnTo>
                    <a:pt x="1208743" y="1337395"/>
                  </a:lnTo>
                  <a:lnTo>
                    <a:pt x="1208745" y="1337400"/>
                  </a:lnTo>
                  <a:lnTo>
                    <a:pt x="1208747" y="1337407"/>
                  </a:lnTo>
                  <a:lnTo>
                    <a:pt x="1208748" y="1337412"/>
                  </a:lnTo>
                  <a:lnTo>
                    <a:pt x="1208747" y="1337428"/>
                  </a:lnTo>
                  <a:lnTo>
                    <a:pt x="1208753" y="1337454"/>
                  </a:lnTo>
                  <a:lnTo>
                    <a:pt x="1208752" y="1337459"/>
                  </a:lnTo>
                  <a:lnTo>
                    <a:pt x="1208750" y="1337475"/>
                  </a:lnTo>
                  <a:lnTo>
                    <a:pt x="1208752" y="1337491"/>
                  </a:lnTo>
                  <a:lnTo>
                    <a:pt x="1208752" y="1337497"/>
                  </a:lnTo>
                  <a:lnTo>
                    <a:pt x="1208750" y="1337517"/>
                  </a:lnTo>
                  <a:lnTo>
                    <a:pt x="1208756" y="1337522"/>
                  </a:lnTo>
                  <a:lnTo>
                    <a:pt x="1208769" y="1337525"/>
                  </a:lnTo>
                  <a:lnTo>
                    <a:pt x="1208777" y="1337530"/>
                  </a:lnTo>
                  <a:lnTo>
                    <a:pt x="1208788" y="1337537"/>
                  </a:lnTo>
                  <a:lnTo>
                    <a:pt x="1208804" y="1337551"/>
                  </a:lnTo>
                  <a:lnTo>
                    <a:pt x="1208810" y="1337554"/>
                  </a:lnTo>
                  <a:lnTo>
                    <a:pt x="1208822" y="1337559"/>
                  </a:lnTo>
                  <a:lnTo>
                    <a:pt x="1208841" y="1337572"/>
                  </a:lnTo>
                  <a:lnTo>
                    <a:pt x="1208846" y="1337583"/>
                  </a:lnTo>
                  <a:lnTo>
                    <a:pt x="1208846" y="1337590"/>
                  </a:lnTo>
                  <a:lnTo>
                    <a:pt x="1208847" y="1337602"/>
                  </a:lnTo>
                  <a:lnTo>
                    <a:pt x="1208847" y="1337655"/>
                  </a:lnTo>
                  <a:lnTo>
                    <a:pt x="1208849" y="1337667"/>
                  </a:lnTo>
                  <a:lnTo>
                    <a:pt x="1208855" y="1337681"/>
                  </a:lnTo>
                  <a:lnTo>
                    <a:pt x="1208862" y="1337699"/>
                  </a:lnTo>
                  <a:lnTo>
                    <a:pt x="1208861" y="1337709"/>
                  </a:lnTo>
                  <a:lnTo>
                    <a:pt x="1208857" y="1337718"/>
                  </a:lnTo>
                  <a:lnTo>
                    <a:pt x="1208856" y="1337724"/>
                  </a:lnTo>
                  <a:lnTo>
                    <a:pt x="1208854" y="1337730"/>
                  </a:lnTo>
                  <a:lnTo>
                    <a:pt x="1208855" y="1337735"/>
                  </a:lnTo>
                  <a:lnTo>
                    <a:pt x="1208855" y="1337752"/>
                  </a:lnTo>
                  <a:lnTo>
                    <a:pt x="1208857" y="1337785"/>
                  </a:lnTo>
                  <a:lnTo>
                    <a:pt x="1208858" y="1337812"/>
                  </a:lnTo>
                  <a:lnTo>
                    <a:pt x="1208858" y="1337833"/>
                  </a:lnTo>
                  <a:lnTo>
                    <a:pt x="1208861" y="1337846"/>
                  </a:lnTo>
                  <a:lnTo>
                    <a:pt x="1208858" y="1337858"/>
                  </a:lnTo>
                  <a:lnTo>
                    <a:pt x="1208855" y="1337865"/>
                  </a:lnTo>
                  <a:lnTo>
                    <a:pt x="1208859" y="1337896"/>
                  </a:lnTo>
                  <a:lnTo>
                    <a:pt x="1208865" y="1337911"/>
                  </a:lnTo>
                  <a:lnTo>
                    <a:pt x="1208868" y="1337920"/>
                  </a:lnTo>
                  <a:lnTo>
                    <a:pt x="1208877" y="1337934"/>
                  </a:lnTo>
                  <a:lnTo>
                    <a:pt x="1208884" y="1337942"/>
                  </a:lnTo>
                  <a:lnTo>
                    <a:pt x="1208891" y="1337951"/>
                  </a:lnTo>
                  <a:lnTo>
                    <a:pt x="1208898" y="1337960"/>
                  </a:lnTo>
                  <a:lnTo>
                    <a:pt x="1208904" y="1337969"/>
                  </a:lnTo>
                  <a:lnTo>
                    <a:pt x="1208906" y="1337981"/>
                  </a:lnTo>
                  <a:lnTo>
                    <a:pt x="1208909" y="1337995"/>
                  </a:lnTo>
                  <a:lnTo>
                    <a:pt x="1208911" y="1337999"/>
                  </a:lnTo>
                  <a:lnTo>
                    <a:pt x="1208913" y="1338003"/>
                  </a:lnTo>
                  <a:lnTo>
                    <a:pt x="1208919" y="1338007"/>
                  </a:lnTo>
                  <a:lnTo>
                    <a:pt x="1208928" y="1338018"/>
                  </a:lnTo>
                  <a:lnTo>
                    <a:pt x="1208932" y="1338024"/>
                  </a:lnTo>
                  <a:lnTo>
                    <a:pt x="1208931" y="1338035"/>
                  </a:lnTo>
                  <a:lnTo>
                    <a:pt x="1208929" y="1338051"/>
                  </a:lnTo>
                  <a:lnTo>
                    <a:pt x="1208929" y="1338084"/>
                  </a:lnTo>
                  <a:lnTo>
                    <a:pt x="1208929" y="1338093"/>
                  </a:lnTo>
                  <a:lnTo>
                    <a:pt x="1208927" y="1338115"/>
                  </a:lnTo>
                  <a:lnTo>
                    <a:pt x="1208926" y="1338141"/>
                  </a:lnTo>
                  <a:lnTo>
                    <a:pt x="1208918" y="1338167"/>
                  </a:lnTo>
                  <a:lnTo>
                    <a:pt x="1208916" y="1338172"/>
                  </a:lnTo>
                  <a:lnTo>
                    <a:pt x="1208913" y="1338185"/>
                  </a:lnTo>
                  <a:lnTo>
                    <a:pt x="1208911" y="1338203"/>
                  </a:lnTo>
                  <a:lnTo>
                    <a:pt x="1208908" y="1338228"/>
                  </a:lnTo>
                  <a:lnTo>
                    <a:pt x="1208908" y="1338248"/>
                  </a:lnTo>
                  <a:lnTo>
                    <a:pt x="1208911" y="1338284"/>
                  </a:lnTo>
                  <a:lnTo>
                    <a:pt x="1208910" y="1338296"/>
                  </a:lnTo>
                  <a:lnTo>
                    <a:pt x="1208909" y="1338305"/>
                  </a:lnTo>
                  <a:lnTo>
                    <a:pt x="1208909" y="1338320"/>
                  </a:lnTo>
                  <a:lnTo>
                    <a:pt x="1208911" y="1338335"/>
                  </a:lnTo>
                  <a:lnTo>
                    <a:pt x="1208912" y="1338343"/>
                  </a:lnTo>
                  <a:lnTo>
                    <a:pt x="1208912" y="1338356"/>
                  </a:lnTo>
                  <a:lnTo>
                    <a:pt x="1208911" y="1338379"/>
                  </a:lnTo>
                  <a:lnTo>
                    <a:pt x="1208914" y="1338390"/>
                  </a:lnTo>
                  <a:lnTo>
                    <a:pt x="1208923" y="1338413"/>
                  </a:lnTo>
                  <a:lnTo>
                    <a:pt x="1208927" y="1338429"/>
                  </a:lnTo>
                  <a:lnTo>
                    <a:pt x="1208933" y="1338447"/>
                  </a:lnTo>
                  <a:lnTo>
                    <a:pt x="1208935" y="1338454"/>
                  </a:lnTo>
                  <a:lnTo>
                    <a:pt x="1208939" y="1338464"/>
                  </a:lnTo>
                  <a:lnTo>
                    <a:pt x="1208941" y="1338469"/>
                  </a:lnTo>
                  <a:lnTo>
                    <a:pt x="1208938" y="1338487"/>
                  </a:lnTo>
                  <a:lnTo>
                    <a:pt x="1208939" y="1338500"/>
                  </a:lnTo>
                  <a:lnTo>
                    <a:pt x="1208939" y="1338510"/>
                  </a:lnTo>
                  <a:lnTo>
                    <a:pt x="1208948" y="1338518"/>
                  </a:lnTo>
                  <a:lnTo>
                    <a:pt x="1208953" y="1338523"/>
                  </a:lnTo>
                  <a:lnTo>
                    <a:pt x="1208968" y="1338540"/>
                  </a:lnTo>
                  <a:lnTo>
                    <a:pt x="1208972" y="1338546"/>
                  </a:lnTo>
                  <a:lnTo>
                    <a:pt x="1208975" y="1338554"/>
                  </a:lnTo>
                  <a:lnTo>
                    <a:pt x="1208974" y="1338560"/>
                  </a:lnTo>
                  <a:lnTo>
                    <a:pt x="1208970" y="1338568"/>
                  </a:lnTo>
                  <a:lnTo>
                    <a:pt x="1208963" y="1338578"/>
                  </a:lnTo>
                  <a:lnTo>
                    <a:pt x="1208956" y="1338587"/>
                  </a:lnTo>
                  <a:lnTo>
                    <a:pt x="1208953" y="1338590"/>
                  </a:lnTo>
                  <a:lnTo>
                    <a:pt x="1208947" y="1338596"/>
                  </a:lnTo>
                  <a:lnTo>
                    <a:pt x="1208942" y="1338600"/>
                  </a:lnTo>
                  <a:lnTo>
                    <a:pt x="1208939" y="1338611"/>
                  </a:lnTo>
                  <a:lnTo>
                    <a:pt x="1208935" y="1338622"/>
                  </a:lnTo>
                  <a:lnTo>
                    <a:pt x="1208929" y="1338643"/>
                  </a:lnTo>
                  <a:lnTo>
                    <a:pt x="1208916" y="1338675"/>
                  </a:lnTo>
                  <a:lnTo>
                    <a:pt x="1208912" y="1338694"/>
                  </a:lnTo>
                  <a:lnTo>
                    <a:pt x="1208909" y="1338698"/>
                  </a:lnTo>
                  <a:lnTo>
                    <a:pt x="1208902" y="1338710"/>
                  </a:lnTo>
                  <a:lnTo>
                    <a:pt x="1208895" y="1338726"/>
                  </a:lnTo>
                  <a:lnTo>
                    <a:pt x="1208892" y="1338738"/>
                  </a:lnTo>
                  <a:lnTo>
                    <a:pt x="1208891" y="1338744"/>
                  </a:lnTo>
                  <a:lnTo>
                    <a:pt x="1208888" y="1338767"/>
                  </a:lnTo>
                  <a:lnTo>
                    <a:pt x="1208890" y="1338791"/>
                  </a:lnTo>
                  <a:lnTo>
                    <a:pt x="1208894" y="1338809"/>
                  </a:lnTo>
                  <a:lnTo>
                    <a:pt x="1208902" y="1338822"/>
                  </a:lnTo>
                  <a:lnTo>
                    <a:pt x="1208912" y="1338831"/>
                  </a:lnTo>
                  <a:lnTo>
                    <a:pt x="1208917" y="1338835"/>
                  </a:lnTo>
                  <a:lnTo>
                    <a:pt x="1208922" y="1338837"/>
                  </a:lnTo>
                  <a:lnTo>
                    <a:pt x="1208928" y="1338837"/>
                  </a:lnTo>
                  <a:lnTo>
                    <a:pt x="1208938" y="1338833"/>
                  </a:lnTo>
                  <a:lnTo>
                    <a:pt x="1208944" y="1338830"/>
                  </a:lnTo>
                  <a:lnTo>
                    <a:pt x="1208948" y="1338824"/>
                  </a:lnTo>
                  <a:lnTo>
                    <a:pt x="1208952" y="1338819"/>
                  </a:lnTo>
                  <a:lnTo>
                    <a:pt x="1208955" y="1338811"/>
                  </a:lnTo>
                  <a:lnTo>
                    <a:pt x="1208960" y="1338804"/>
                  </a:lnTo>
                  <a:lnTo>
                    <a:pt x="1208965" y="1338803"/>
                  </a:lnTo>
                  <a:lnTo>
                    <a:pt x="1208979" y="1338802"/>
                  </a:lnTo>
                  <a:lnTo>
                    <a:pt x="1208985" y="1338802"/>
                  </a:lnTo>
                  <a:lnTo>
                    <a:pt x="1208989" y="1338802"/>
                  </a:lnTo>
                  <a:lnTo>
                    <a:pt x="1208998" y="1338801"/>
                  </a:lnTo>
                  <a:lnTo>
                    <a:pt x="1209009" y="1338798"/>
                  </a:lnTo>
                  <a:lnTo>
                    <a:pt x="1209018" y="1338796"/>
                  </a:lnTo>
                  <a:lnTo>
                    <a:pt x="1209030" y="1338794"/>
                  </a:lnTo>
                  <a:lnTo>
                    <a:pt x="1209036" y="1338796"/>
                  </a:lnTo>
                  <a:lnTo>
                    <a:pt x="1209039" y="1338801"/>
                  </a:lnTo>
                  <a:lnTo>
                    <a:pt x="1209041" y="1338807"/>
                  </a:lnTo>
                  <a:lnTo>
                    <a:pt x="1209042" y="1338813"/>
                  </a:lnTo>
                  <a:lnTo>
                    <a:pt x="1209045" y="1338819"/>
                  </a:lnTo>
                  <a:lnTo>
                    <a:pt x="1209048" y="1338827"/>
                  </a:lnTo>
                  <a:lnTo>
                    <a:pt x="1209051" y="1338834"/>
                  </a:lnTo>
                  <a:lnTo>
                    <a:pt x="1209055" y="1338841"/>
                  </a:lnTo>
                  <a:lnTo>
                    <a:pt x="1209062" y="1338841"/>
                  </a:lnTo>
                  <a:lnTo>
                    <a:pt x="1209070" y="1338840"/>
                  </a:lnTo>
                  <a:lnTo>
                    <a:pt x="1209086" y="1338836"/>
                  </a:lnTo>
                  <a:lnTo>
                    <a:pt x="1209095" y="1338834"/>
                  </a:lnTo>
                  <a:lnTo>
                    <a:pt x="1209108" y="1338833"/>
                  </a:lnTo>
                  <a:lnTo>
                    <a:pt x="1209121" y="1338835"/>
                  </a:lnTo>
                  <a:lnTo>
                    <a:pt x="1209131" y="1338835"/>
                  </a:lnTo>
                  <a:lnTo>
                    <a:pt x="1209140" y="1338836"/>
                  </a:lnTo>
                  <a:lnTo>
                    <a:pt x="1209145" y="1338838"/>
                  </a:lnTo>
                  <a:lnTo>
                    <a:pt x="1209153" y="1338840"/>
                  </a:lnTo>
                  <a:lnTo>
                    <a:pt x="1209158" y="1338842"/>
                  </a:lnTo>
                  <a:lnTo>
                    <a:pt x="1209165" y="1338845"/>
                  </a:lnTo>
                  <a:lnTo>
                    <a:pt x="1209175" y="1338851"/>
                  </a:lnTo>
                  <a:lnTo>
                    <a:pt x="1209179" y="1338856"/>
                  </a:lnTo>
                  <a:lnTo>
                    <a:pt x="1209182" y="1338862"/>
                  </a:lnTo>
                  <a:lnTo>
                    <a:pt x="1209217" y="1338917"/>
                  </a:lnTo>
                  <a:lnTo>
                    <a:pt x="1209224" y="1338924"/>
                  </a:lnTo>
                  <a:lnTo>
                    <a:pt x="1209225" y="1338931"/>
                  </a:lnTo>
                  <a:lnTo>
                    <a:pt x="1209222" y="1338941"/>
                  </a:lnTo>
                  <a:lnTo>
                    <a:pt x="1209193" y="1339043"/>
                  </a:lnTo>
                  <a:lnTo>
                    <a:pt x="1209192" y="1339053"/>
                  </a:lnTo>
                  <a:lnTo>
                    <a:pt x="1209193" y="1339058"/>
                  </a:lnTo>
                  <a:lnTo>
                    <a:pt x="1209197" y="1339063"/>
                  </a:lnTo>
                  <a:lnTo>
                    <a:pt x="1209207" y="1339071"/>
                  </a:lnTo>
                  <a:lnTo>
                    <a:pt x="1209217" y="1339079"/>
                  </a:lnTo>
                  <a:lnTo>
                    <a:pt x="1209230" y="1339088"/>
                  </a:lnTo>
                  <a:lnTo>
                    <a:pt x="1209238" y="1339092"/>
                  </a:lnTo>
                  <a:lnTo>
                    <a:pt x="1209248" y="1339093"/>
                  </a:lnTo>
                  <a:lnTo>
                    <a:pt x="1209257" y="1339092"/>
                  </a:lnTo>
                  <a:lnTo>
                    <a:pt x="1209263" y="1339093"/>
                  </a:lnTo>
                  <a:lnTo>
                    <a:pt x="1209268" y="1339097"/>
                  </a:lnTo>
                  <a:lnTo>
                    <a:pt x="1209271" y="1339103"/>
                  </a:lnTo>
                  <a:lnTo>
                    <a:pt x="1209273" y="1339108"/>
                  </a:lnTo>
                  <a:lnTo>
                    <a:pt x="1209271" y="1339114"/>
                  </a:lnTo>
                  <a:lnTo>
                    <a:pt x="1209269" y="1339119"/>
                  </a:lnTo>
                  <a:lnTo>
                    <a:pt x="1209266" y="1339126"/>
                  </a:lnTo>
                  <a:lnTo>
                    <a:pt x="1209263" y="1339132"/>
                  </a:lnTo>
                  <a:lnTo>
                    <a:pt x="1209260" y="1339136"/>
                  </a:lnTo>
                  <a:lnTo>
                    <a:pt x="1209257" y="1339142"/>
                  </a:lnTo>
                  <a:lnTo>
                    <a:pt x="1209250" y="1339148"/>
                  </a:lnTo>
                  <a:lnTo>
                    <a:pt x="1209245" y="1339152"/>
                  </a:lnTo>
                  <a:lnTo>
                    <a:pt x="1209238" y="1339156"/>
                  </a:lnTo>
                  <a:lnTo>
                    <a:pt x="1209234" y="1339158"/>
                  </a:lnTo>
                  <a:lnTo>
                    <a:pt x="1209225" y="1339167"/>
                  </a:lnTo>
                  <a:lnTo>
                    <a:pt x="1209220" y="1339170"/>
                  </a:lnTo>
                  <a:lnTo>
                    <a:pt x="1209214" y="1339172"/>
                  </a:lnTo>
                  <a:lnTo>
                    <a:pt x="1209206" y="1339174"/>
                  </a:lnTo>
                  <a:lnTo>
                    <a:pt x="1209200" y="1339178"/>
                  </a:lnTo>
                  <a:lnTo>
                    <a:pt x="1209197" y="1339184"/>
                  </a:lnTo>
                  <a:lnTo>
                    <a:pt x="1209194" y="1339190"/>
                  </a:lnTo>
                  <a:lnTo>
                    <a:pt x="1209192" y="1339196"/>
                  </a:lnTo>
                  <a:lnTo>
                    <a:pt x="1209191" y="1339200"/>
                  </a:lnTo>
                  <a:lnTo>
                    <a:pt x="1209191" y="1339205"/>
                  </a:lnTo>
                  <a:lnTo>
                    <a:pt x="1209191" y="1339211"/>
                  </a:lnTo>
                  <a:lnTo>
                    <a:pt x="1209191" y="1339219"/>
                  </a:lnTo>
                  <a:lnTo>
                    <a:pt x="1209177" y="1339218"/>
                  </a:lnTo>
                  <a:lnTo>
                    <a:pt x="1209168" y="1339218"/>
                  </a:lnTo>
                  <a:lnTo>
                    <a:pt x="1209159" y="1339217"/>
                  </a:lnTo>
                  <a:lnTo>
                    <a:pt x="1209152" y="1339216"/>
                  </a:lnTo>
                  <a:lnTo>
                    <a:pt x="1209144" y="1339216"/>
                  </a:lnTo>
                  <a:lnTo>
                    <a:pt x="1209136" y="1339217"/>
                  </a:lnTo>
                  <a:lnTo>
                    <a:pt x="1209130" y="1339226"/>
                  </a:lnTo>
                  <a:lnTo>
                    <a:pt x="1209129" y="1339232"/>
                  </a:lnTo>
                  <a:lnTo>
                    <a:pt x="1209127" y="1339241"/>
                  </a:lnTo>
                  <a:lnTo>
                    <a:pt x="1209125" y="1339255"/>
                  </a:lnTo>
                  <a:lnTo>
                    <a:pt x="1209123" y="1339265"/>
                  </a:lnTo>
                  <a:lnTo>
                    <a:pt x="1209121" y="1339271"/>
                  </a:lnTo>
                  <a:lnTo>
                    <a:pt x="1209120" y="1339279"/>
                  </a:lnTo>
                  <a:lnTo>
                    <a:pt x="1209125" y="1339290"/>
                  </a:lnTo>
                  <a:lnTo>
                    <a:pt x="1209141" y="1339316"/>
                  </a:lnTo>
                  <a:lnTo>
                    <a:pt x="1209166" y="1339349"/>
                  </a:lnTo>
                  <a:lnTo>
                    <a:pt x="1209176" y="1339358"/>
                  </a:lnTo>
                  <a:lnTo>
                    <a:pt x="1209189" y="1339370"/>
                  </a:lnTo>
                  <a:lnTo>
                    <a:pt x="1209204" y="1339378"/>
                  </a:lnTo>
                  <a:lnTo>
                    <a:pt x="1209219" y="1339386"/>
                  </a:lnTo>
                  <a:lnTo>
                    <a:pt x="1209226" y="1339390"/>
                  </a:lnTo>
                  <a:lnTo>
                    <a:pt x="1209232" y="1339395"/>
                  </a:lnTo>
                  <a:lnTo>
                    <a:pt x="1209243" y="1339402"/>
                  </a:lnTo>
                  <a:lnTo>
                    <a:pt x="1209252" y="1339410"/>
                  </a:lnTo>
                  <a:lnTo>
                    <a:pt x="1209263" y="1339414"/>
                  </a:lnTo>
                  <a:lnTo>
                    <a:pt x="1209321" y="1339435"/>
                  </a:lnTo>
                  <a:lnTo>
                    <a:pt x="1209335" y="1339438"/>
                  </a:lnTo>
                  <a:lnTo>
                    <a:pt x="1209343" y="1339434"/>
                  </a:lnTo>
                  <a:lnTo>
                    <a:pt x="1209387" y="1339404"/>
                  </a:lnTo>
                  <a:lnTo>
                    <a:pt x="1209416" y="1339383"/>
                  </a:lnTo>
                  <a:lnTo>
                    <a:pt x="1209427" y="1339377"/>
                  </a:lnTo>
                  <a:lnTo>
                    <a:pt x="1209442" y="1339381"/>
                  </a:lnTo>
                  <a:lnTo>
                    <a:pt x="1209469" y="1339390"/>
                  </a:lnTo>
                  <a:lnTo>
                    <a:pt x="1209480" y="1339393"/>
                  </a:lnTo>
                  <a:lnTo>
                    <a:pt x="1209489" y="1339402"/>
                  </a:lnTo>
                  <a:lnTo>
                    <a:pt x="1209567" y="1339482"/>
                  </a:lnTo>
                  <a:lnTo>
                    <a:pt x="1209575" y="1339491"/>
                  </a:lnTo>
                  <a:lnTo>
                    <a:pt x="1209581" y="1339506"/>
                  </a:lnTo>
                  <a:lnTo>
                    <a:pt x="1209620" y="1339618"/>
                  </a:lnTo>
                  <a:lnTo>
                    <a:pt x="1209624" y="1339628"/>
                  </a:lnTo>
                  <a:lnTo>
                    <a:pt x="1209625" y="1339634"/>
                  </a:lnTo>
                  <a:lnTo>
                    <a:pt x="1209623" y="1339644"/>
                  </a:lnTo>
                  <a:lnTo>
                    <a:pt x="1209622" y="1339649"/>
                  </a:lnTo>
                  <a:lnTo>
                    <a:pt x="1209620" y="1339654"/>
                  </a:lnTo>
                  <a:lnTo>
                    <a:pt x="1209615" y="1339664"/>
                  </a:lnTo>
                  <a:lnTo>
                    <a:pt x="1209613" y="1339668"/>
                  </a:lnTo>
                  <a:lnTo>
                    <a:pt x="1209610" y="1339673"/>
                  </a:lnTo>
                  <a:lnTo>
                    <a:pt x="1209622" y="1339678"/>
                  </a:lnTo>
                  <a:lnTo>
                    <a:pt x="1209628" y="1339680"/>
                  </a:lnTo>
                  <a:lnTo>
                    <a:pt x="1209635" y="1339680"/>
                  </a:lnTo>
                  <a:lnTo>
                    <a:pt x="1209660" y="1339681"/>
                  </a:lnTo>
                  <a:lnTo>
                    <a:pt x="1209673" y="1339681"/>
                  </a:lnTo>
                  <a:lnTo>
                    <a:pt x="1209681" y="1339680"/>
                  </a:lnTo>
                  <a:lnTo>
                    <a:pt x="1209687" y="1339679"/>
                  </a:lnTo>
                  <a:lnTo>
                    <a:pt x="1209697" y="1339677"/>
                  </a:lnTo>
                  <a:lnTo>
                    <a:pt x="1209707" y="1339674"/>
                  </a:lnTo>
                  <a:lnTo>
                    <a:pt x="1209712" y="1339672"/>
                  </a:lnTo>
                  <a:lnTo>
                    <a:pt x="1209720" y="1339667"/>
                  </a:lnTo>
                  <a:lnTo>
                    <a:pt x="1209727" y="1339663"/>
                  </a:lnTo>
                  <a:lnTo>
                    <a:pt x="1209732" y="1339663"/>
                  </a:lnTo>
                  <a:lnTo>
                    <a:pt x="1209742" y="1339672"/>
                  </a:lnTo>
                  <a:lnTo>
                    <a:pt x="1209758" y="1339685"/>
                  </a:lnTo>
                  <a:lnTo>
                    <a:pt x="1209773" y="1339699"/>
                  </a:lnTo>
                  <a:lnTo>
                    <a:pt x="1209777" y="1339702"/>
                  </a:lnTo>
                  <a:lnTo>
                    <a:pt x="1209783" y="1339705"/>
                  </a:lnTo>
                  <a:lnTo>
                    <a:pt x="1209801" y="1339715"/>
                  </a:lnTo>
                  <a:lnTo>
                    <a:pt x="1209806" y="1339718"/>
                  </a:lnTo>
                  <a:lnTo>
                    <a:pt x="1209813" y="1339720"/>
                  </a:lnTo>
                  <a:lnTo>
                    <a:pt x="1209819" y="1339719"/>
                  </a:lnTo>
                  <a:lnTo>
                    <a:pt x="1209827" y="1339716"/>
                  </a:lnTo>
                  <a:lnTo>
                    <a:pt x="1209832" y="1339712"/>
                  </a:lnTo>
                  <a:lnTo>
                    <a:pt x="1209836" y="1339706"/>
                  </a:lnTo>
                  <a:lnTo>
                    <a:pt x="1209839" y="1339703"/>
                  </a:lnTo>
                  <a:lnTo>
                    <a:pt x="1209844" y="1339699"/>
                  </a:lnTo>
                  <a:lnTo>
                    <a:pt x="1209849" y="1339695"/>
                  </a:lnTo>
                  <a:lnTo>
                    <a:pt x="1209860" y="1339687"/>
                  </a:lnTo>
                  <a:lnTo>
                    <a:pt x="1209866" y="1339682"/>
                  </a:lnTo>
                  <a:lnTo>
                    <a:pt x="1209871" y="1339677"/>
                  </a:lnTo>
                  <a:lnTo>
                    <a:pt x="1209874" y="1339672"/>
                  </a:lnTo>
                  <a:lnTo>
                    <a:pt x="1209877" y="1339667"/>
                  </a:lnTo>
                  <a:lnTo>
                    <a:pt x="1209881" y="1339663"/>
                  </a:lnTo>
                  <a:lnTo>
                    <a:pt x="1209885" y="1339660"/>
                  </a:lnTo>
                  <a:lnTo>
                    <a:pt x="1209888" y="1339657"/>
                  </a:lnTo>
                  <a:lnTo>
                    <a:pt x="1209895" y="1339653"/>
                  </a:lnTo>
                  <a:lnTo>
                    <a:pt x="1209901" y="1339650"/>
                  </a:lnTo>
                  <a:lnTo>
                    <a:pt x="1209907" y="1339648"/>
                  </a:lnTo>
                  <a:lnTo>
                    <a:pt x="1209923" y="1339647"/>
                  </a:lnTo>
                  <a:lnTo>
                    <a:pt x="1209931" y="1339647"/>
                  </a:lnTo>
                  <a:lnTo>
                    <a:pt x="1209942" y="1339651"/>
                  </a:lnTo>
                  <a:lnTo>
                    <a:pt x="1209946" y="1339652"/>
                  </a:lnTo>
                  <a:lnTo>
                    <a:pt x="1209958" y="1339658"/>
                  </a:lnTo>
                  <a:lnTo>
                    <a:pt x="1209967" y="1339664"/>
                  </a:lnTo>
                  <a:lnTo>
                    <a:pt x="1209972" y="1339667"/>
                  </a:lnTo>
                  <a:lnTo>
                    <a:pt x="1209976" y="1339667"/>
                  </a:lnTo>
                  <a:lnTo>
                    <a:pt x="1209982" y="1339664"/>
                  </a:lnTo>
                  <a:lnTo>
                    <a:pt x="1209992" y="1339663"/>
                  </a:lnTo>
                  <a:lnTo>
                    <a:pt x="1210001" y="1339667"/>
                  </a:lnTo>
                  <a:lnTo>
                    <a:pt x="1210010" y="1339671"/>
                  </a:lnTo>
                  <a:lnTo>
                    <a:pt x="1210022" y="1339676"/>
                  </a:lnTo>
                  <a:lnTo>
                    <a:pt x="1210028" y="1339679"/>
                  </a:lnTo>
                  <a:lnTo>
                    <a:pt x="1210034" y="1339681"/>
                  </a:lnTo>
                  <a:lnTo>
                    <a:pt x="1210041" y="1339683"/>
                  </a:lnTo>
                  <a:lnTo>
                    <a:pt x="1210045" y="1339683"/>
                  </a:lnTo>
                  <a:lnTo>
                    <a:pt x="1210049" y="1339681"/>
                  </a:lnTo>
                  <a:lnTo>
                    <a:pt x="1210055" y="1339677"/>
                  </a:lnTo>
                  <a:lnTo>
                    <a:pt x="1210058" y="1339674"/>
                  </a:lnTo>
                  <a:lnTo>
                    <a:pt x="1210062" y="1339669"/>
                  </a:lnTo>
                  <a:lnTo>
                    <a:pt x="1210066" y="1339665"/>
                  </a:lnTo>
                  <a:lnTo>
                    <a:pt x="1210071" y="1339662"/>
                  </a:lnTo>
                  <a:lnTo>
                    <a:pt x="1210075" y="1339661"/>
                  </a:lnTo>
                  <a:lnTo>
                    <a:pt x="1210081" y="1339662"/>
                  </a:lnTo>
                  <a:lnTo>
                    <a:pt x="1210086" y="1339663"/>
                  </a:lnTo>
                  <a:lnTo>
                    <a:pt x="1210091" y="1339665"/>
                  </a:lnTo>
                  <a:lnTo>
                    <a:pt x="1210097" y="1339668"/>
                  </a:lnTo>
                  <a:lnTo>
                    <a:pt x="1210103" y="1339672"/>
                  </a:lnTo>
                  <a:lnTo>
                    <a:pt x="1210108" y="1339679"/>
                  </a:lnTo>
                  <a:lnTo>
                    <a:pt x="1210109" y="1339685"/>
                  </a:lnTo>
                  <a:lnTo>
                    <a:pt x="1210111" y="1339692"/>
                  </a:lnTo>
                  <a:lnTo>
                    <a:pt x="1210113" y="1339707"/>
                  </a:lnTo>
                  <a:lnTo>
                    <a:pt x="1210107" y="1339719"/>
                  </a:lnTo>
                  <a:lnTo>
                    <a:pt x="1210105" y="1339726"/>
                  </a:lnTo>
                  <a:lnTo>
                    <a:pt x="1210103" y="1339730"/>
                  </a:lnTo>
                  <a:lnTo>
                    <a:pt x="1210100" y="1339734"/>
                  </a:lnTo>
                  <a:lnTo>
                    <a:pt x="1210097" y="1339741"/>
                  </a:lnTo>
                  <a:lnTo>
                    <a:pt x="1210097" y="1339750"/>
                  </a:lnTo>
                  <a:lnTo>
                    <a:pt x="1210097" y="1339754"/>
                  </a:lnTo>
                  <a:lnTo>
                    <a:pt x="1210096" y="1339759"/>
                  </a:lnTo>
                  <a:lnTo>
                    <a:pt x="1210096" y="1339766"/>
                  </a:lnTo>
                  <a:lnTo>
                    <a:pt x="1210096" y="1339773"/>
                  </a:lnTo>
                  <a:lnTo>
                    <a:pt x="1210097" y="1339777"/>
                  </a:lnTo>
                  <a:lnTo>
                    <a:pt x="1210100" y="1339782"/>
                  </a:lnTo>
                  <a:lnTo>
                    <a:pt x="1210104" y="1339785"/>
                  </a:lnTo>
                  <a:lnTo>
                    <a:pt x="1210108" y="1339787"/>
                  </a:lnTo>
                  <a:lnTo>
                    <a:pt x="1210112" y="1339788"/>
                  </a:lnTo>
                  <a:lnTo>
                    <a:pt x="1210116" y="1339791"/>
                  </a:lnTo>
                  <a:lnTo>
                    <a:pt x="1210121" y="1339793"/>
                  </a:lnTo>
                  <a:lnTo>
                    <a:pt x="1210128" y="1339796"/>
                  </a:lnTo>
                  <a:lnTo>
                    <a:pt x="1210133" y="1339799"/>
                  </a:lnTo>
                  <a:lnTo>
                    <a:pt x="1210138" y="1339801"/>
                  </a:lnTo>
                  <a:lnTo>
                    <a:pt x="1210143" y="1339805"/>
                  </a:lnTo>
                  <a:lnTo>
                    <a:pt x="1210148" y="1339808"/>
                  </a:lnTo>
                  <a:lnTo>
                    <a:pt x="1210153" y="1339814"/>
                  </a:lnTo>
                  <a:lnTo>
                    <a:pt x="1210157" y="1339819"/>
                  </a:lnTo>
                  <a:lnTo>
                    <a:pt x="1210162" y="1339827"/>
                  </a:lnTo>
                  <a:lnTo>
                    <a:pt x="1210166" y="1339835"/>
                  </a:lnTo>
                  <a:lnTo>
                    <a:pt x="1210170" y="1339840"/>
                  </a:lnTo>
                  <a:lnTo>
                    <a:pt x="1210172" y="1339846"/>
                  </a:lnTo>
                  <a:lnTo>
                    <a:pt x="1210174" y="1339852"/>
                  </a:lnTo>
                  <a:lnTo>
                    <a:pt x="1210176" y="1339860"/>
                  </a:lnTo>
                  <a:lnTo>
                    <a:pt x="1210175" y="1339867"/>
                  </a:lnTo>
                  <a:lnTo>
                    <a:pt x="1210172" y="1339874"/>
                  </a:lnTo>
                  <a:lnTo>
                    <a:pt x="1210166" y="1339879"/>
                  </a:lnTo>
                  <a:lnTo>
                    <a:pt x="1210161" y="1339886"/>
                  </a:lnTo>
                  <a:lnTo>
                    <a:pt x="1210160" y="1339895"/>
                  </a:lnTo>
                  <a:lnTo>
                    <a:pt x="1210161" y="1339900"/>
                  </a:lnTo>
                  <a:lnTo>
                    <a:pt x="1210163" y="1339907"/>
                  </a:lnTo>
                  <a:lnTo>
                    <a:pt x="1210163" y="1339914"/>
                  </a:lnTo>
                  <a:lnTo>
                    <a:pt x="1210161" y="1339921"/>
                  </a:lnTo>
                  <a:lnTo>
                    <a:pt x="1210157" y="1339927"/>
                  </a:lnTo>
                  <a:lnTo>
                    <a:pt x="1210154" y="1339932"/>
                  </a:lnTo>
                  <a:lnTo>
                    <a:pt x="1210152" y="1339938"/>
                  </a:lnTo>
                  <a:lnTo>
                    <a:pt x="1210151" y="1339946"/>
                  </a:lnTo>
                  <a:lnTo>
                    <a:pt x="1210149" y="1339956"/>
                  </a:lnTo>
                  <a:lnTo>
                    <a:pt x="1210146" y="1339962"/>
                  </a:lnTo>
                  <a:lnTo>
                    <a:pt x="1210145" y="1339966"/>
                  </a:lnTo>
                  <a:lnTo>
                    <a:pt x="1210139" y="1339974"/>
                  </a:lnTo>
                  <a:lnTo>
                    <a:pt x="1210137" y="1339980"/>
                  </a:lnTo>
                  <a:lnTo>
                    <a:pt x="1210133" y="1339986"/>
                  </a:lnTo>
                  <a:lnTo>
                    <a:pt x="1210124" y="1340001"/>
                  </a:lnTo>
                  <a:lnTo>
                    <a:pt x="1210122" y="1340007"/>
                  </a:lnTo>
                  <a:lnTo>
                    <a:pt x="1210122" y="1340012"/>
                  </a:lnTo>
                  <a:lnTo>
                    <a:pt x="1210122" y="1340021"/>
                  </a:lnTo>
                  <a:lnTo>
                    <a:pt x="1210123" y="1340030"/>
                  </a:lnTo>
                  <a:lnTo>
                    <a:pt x="1210124" y="1340036"/>
                  </a:lnTo>
                  <a:lnTo>
                    <a:pt x="1210126" y="1340042"/>
                  </a:lnTo>
                  <a:lnTo>
                    <a:pt x="1210129" y="1340051"/>
                  </a:lnTo>
                  <a:lnTo>
                    <a:pt x="1210130" y="1340056"/>
                  </a:lnTo>
                  <a:lnTo>
                    <a:pt x="1210130" y="1340062"/>
                  </a:lnTo>
                  <a:lnTo>
                    <a:pt x="1210129" y="1340070"/>
                  </a:lnTo>
                  <a:lnTo>
                    <a:pt x="1210125" y="1340075"/>
                  </a:lnTo>
                  <a:lnTo>
                    <a:pt x="1210122" y="1340080"/>
                  </a:lnTo>
                  <a:lnTo>
                    <a:pt x="1210116" y="1340086"/>
                  </a:lnTo>
                  <a:lnTo>
                    <a:pt x="1210112" y="1340090"/>
                  </a:lnTo>
                  <a:lnTo>
                    <a:pt x="1210107" y="1340095"/>
                  </a:lnTo>
                  <a:lnTo>
                    <a:pt x="1210103" y="1340098"/>
                  </a:lnTo>
                  <a:lnTo>
                    <a:pt x="1210099" y="1340100"/>
                  </a:lnTo>
                  <a:lnTo>
                    <a:pt x="1210095" y="1340104"/>
                  </a:lnTo>
                  <a:lnTo>
                    <a:pt x="1210092" y="1340109"/>
                  </a:lnTo>
                  <a:lnTo>
                    <a:pt x="1210092" y="1340114"/>
                  </a:lnTo>
                  <a:lnTo>
                    <a:pt x="1210095" y="1340121"/>
                  </a:lnTo>
                  <a:lnTo>
                    <a:pt x="1210098" y="1340126"/>
                  </a:lnTo>
                  <a:lnTo>
                    <a:pt x="1210106" y="1340133"/>
                  </a:lnTo>
                  <a:lnTo>
                    <a:pt x="1210115" y="1340141"/>
                  </a:lnTo>
                  <a:lnTo>
                    <a:pt x="1210120" y="1340148"/>
                  </a:lnTo>
                  <a:lnTo>
                    <a:pt x="1210131" y="1340161"/>
                  </a:lnTo>
                  <a:lnTo>
                    <a:pt x="1210140" y="1340168"/>
                  </a:lnTo>
                  <a:lnTo>
                    <a:pt x="1210146" y="1340173"/>
                  </a:lnTo>
                  <a:lnTo>
                    <a:pt x="1210150" y="1340178"/>
                  </a:lnTo>
                  <a:lnTo>
                    <a:pt x="1210156" y="1340183"/>
                  </a:lnTo>
                  <a:lnTo>
                    <a:pt x="1210159" y="1340192"/>
                  </a:lnTo>
                  <a:lnTo>
                    <a:pt x="1210160" y="1340200"/>
                  </a:lnTo>
                  <a:lnTo>
                    <a:pt x="1210162" y="1340205"/>
                  </a:lnTo>
                  <a:lnTo>
                    <a:pt x="1210164" y="1340212"/>
                  </a:lnTo>
                  <a:lnTo>
                    <a:pt x="1210166" y="1340216"/>
                  </a:lnTo>
                  <a:lnTo>
                    <a:pt x="1210168" y="1340222"/>
                  </a:lnTo>
                  <a:lnTo>
                    <a:pt x="1210170" y="1340226"/>
                  </a:lnTo>
                  <a:lnTo>
                    <a:pt x="1210172" y="1340237"/>
                  </a:lnTo>
                  <a:lnTo>
                    <a:pt x="1210174" y="1340250"/>
                  </a:lnTo>
                  <a:lnTo>
                    <a:pt x="1210177" y="1340264"/>
                  </a:lnTo>
                  <a:lnTo>
                    <a:pt x="1210181" y="1340275"/>
                  </a:lnTo>
                  <a:lnTo>
                    <a:pt x="1210185" y="1340281"/>
                  </a:lnTo>
                  <a:lnTo>
                    <a:pt x="1210193" y="1340287"/>
                  </a:lnTo>
                  <a:lnTo>
                    <a:pt x="1210201" y="1340294"/>
                  </a:lnTo>
                  <a:lnTo>
                    <a:pt x="1210208" y="1340299"/>
                  </a:lnTo>
                  <a:lnTo>
                    <a:pt x="1210221" y="1340305"/>
                  </a:lnTo>
                  <a:lnTo>
                    <a:pt x="1210225" y="1340308"/>
                  </a:lnTo>
                  <a:lnTo>
                    <a:pt x="1210236" y="1340314"/>
                  </a:lnTo>
                  <a:lnTo>
                    <a:pt x="1210244" y="1340317"/>
                  </a:lnTo>
                  <a:lnTo>
                    <a:pt x="1210255" y="1340324"/>
                  </a:lnTo>
                  <a:lnTo>
                    <a:pt x="1210261" y="1340330"/>
                  </a:lnTo>
                  <a:lnTo>
                    <a:pt x="1210264" y="1340339"/>
                  </a:lnTo>
                  <a:lnTo>
                    <a:pt x="1210265" y="1340344"/>
                  </a:lnTo>
                  <a:lnTo>
                    <a:pt x="1210267" y="1340354"/>
                  </a:lnTo>
                  <a:lnTo>
                    <a:pt x="1210271" y="1340363"/>
                  </a:lnTo>
                  <a:lnTo>
                    <a:pt x="1210281" y="1340370"/>
                  </a:lnTo>
                  <a:lnTo>
                    <a:pt x="1210286" y="1340375"/>
                  </a:lnTo>
                  <a:lnTo>
                    <a:pt x="1210289" y="1340380"/>
                  </a:lnTo>
                  <a:lnTo>
                    <a:pt x="1210294" y="1340387"/>
                  </a:lnTo>
                  <a:lnTo>
                    <a:pt x="1210295" y="1340392"/>
                  </a:lnTo>
                  <a:lnTo>
                    <a:pt x="1210294" y="1340402"/>
                  </a:lnTo>
                  <a:lnTo>
                    <a:pt x="1210293" y="1340411"/>
                  </a:lnTo>
                  <a:lnTo>
                    <a:pt x="1210293" y="1340416"/>
                  </a:lnTo>
                  <a:lnTo>
                    <a:pt x="1210295" y="1340421"/>
                  </a:lnTo>
                  <a:lnTo>
                    <a:pt x="1210296" y="1340428"/>
                  </a:lnTo>
                  <a:lnTo>
                    <a:pt x="1210298" y="1340434"/>
                  </a:lnTo>
                  <a:lnTo>
                    <a:pt x="1210299" y="1340441"/>
                  </a:lnTo>
                  <a:lnTo>
                    <a:pt x="1210299" y="1340446"/>
                  </a:lnTo>
                  <a:lnTo>
                    <a:pt x="1210297" y="1340452"/>
                  </a:lnTo>
                  <a:lnTo>
                    <a:pt x="1210292" y="1340461"/>
                  </a:lnTo>
                  <a:lnTo>
                    <a:pt x="1210288" y="1340466"/>
                  </a:lnTo>
                  <a:lnTo>
                    <a:pt x="1210284" y="1340471"/>
                  </a:lnTo>
                  <a:lnTo>
                    <a:pt x="1210280" y="1340475"/>
                  </a:lnTo>
                  <a:lnTo>
                    <a:pt x="1210276" y="1340480"/>
                  </a:lnTo>
                  <a:lnTo>
                    <a:pt x="1210271" y="1340486"/>
                  </a:lnTo>
                  <a:lnTo>
                    <a:pt x="1210269" y="1340494"/>
                  </a:lnTo>
                  <a:lnTo>
                    <a:pt x="1210269" y="1340501"/>
                  </a:lnTo>
                  <a:lnTo>
                    <a:pt x="1210269" y="1340505"/>
                  </a:lnTo>
                  <a:lnTo>
                    <a:pt x="1210269" y="1340512"/>
                  </a:lnTo>
                  <a:lnTo>
                    <a:pt x="1210269" y="1340518"/>
                  </a:lnTo>
                  <a:lnTo>
                    <a:pt x="1210270" y="1340549"/>
                  </a:lnTo>
                  <a:lnTo>
                    <a:pt x="1210269" y="1340557"/>
                  </a:lnTo>
                  <a:lnTo>
                    <a:pt x="1210267" y="1340569"/>
                  </a:lnTo>
                  <a:lnTo>
                    <a:pt x="1210265" y="1340574"/>
                  </a:lnTo>
                  <a:lnTo>
                    <a:pt x="1210263" y="1340578"/>
                  </a:lnTo>
                  <a:lnTo>
                    <a:pt x="1210262" y="1340588"/>
                  </a:lnTo>
                  <a:lnTo>
                    <a:pt x="1210261" y="1340594"/>
                  </a:lnTo>
                  <a:lnTo>
                    <a:pt x="1210262" y="1340601"/>
                  </a:lnTo>
                  <a:lnTo>
                    <a:pt x="1210263" y="1340605"/>
                  </a:lnTo>
                  <a:lnTo>
                    <a:pt x="1210266" y="1340609"/>
                  </a:lnTo>
                  <a:lnTo>
                    <a:pt x="1210270" y="1340616"/>
                  </a:lnTo>
                  <a:lnTo>
                    <a:pt x="1210280" y="1340627"/>
                  </a:lnTo>
                  <a:lnTo>
                    <a:pt x="1210284" y="1340634"/>
                  </a:lnTo>
                  <a:lnTo>
                    <a:pt x="1210285" y="1340640"/>
                  </a:lnTo>
                  <a:lnTo>
                    <a:pt x="1210285" y="1340645"/>
                  </a:lnTo>
                  <a:lnTo>
                    <a:pt x="1210285" y="1340655"/>
                  </a:lnTo>
                  <a:lnTo>
                    <a:pt x="1210281" y="1340680"/>
                  </a:lnTo>
                  <a:lnTo>
                    <a:pt x="1210280" y="1340693"/>
                  </a:lnTo>
                  <a:lnTo>
                    <a:pt x="1210281" y="1340704"/>
                  </a:lnTo>
                  <a:lnTo>
                    <a:pt x="1210281" y="1340714"/>
                  </a:lnTo>
                  <a:lnTo>
                    <a:pt x="1210281" y="1340722"/>
                  </a:lnTo>
                  <a:lnTo>
                    <a:pt x="1210279" y="1340731"/>
                  </a:lnTo>
                  <a:lnTo>
                    <a:pt x="1210276" y="1340736"/>
                  </a:lnTo>
                  <a:lnTo>
                    <a:pt x="1210274" y="1340742"/>
                  </a:lnTo>
                  <a:lnTo>
                    <a:pt x="1210273" y="1340748"/>
                  </a:lnTo>
                  <a:lnTo>
                    <a:pt x="1210271" y="1340752"/>
                  </a:lnTo>
                  <a:lnTo>
                    <a:pt x="1210268" y="1340755"/>
                  </a:lnTo>
                  <a:lnTo>
                    <a:pt x="1210265" y="1340759"/>
                  </a:lnTo>
                  <a:lnTo>
                    <a:pt x="1210263" y="1340764"/>
                  </a:lnTo>
                  <a:lnTo>
                    <a:pt x="1210261" y="1340770"/>
                  </a:lnTo>
                  <a:lnTo>
                    <a:pt x="1210260" y="1340775"/>
                  </a:lnTo>
                  <a:lnTo>
                    <a:pt x="1210255" y="1340782"/>
                  </a:lnTo>
                  <a:lnTo>
                    <a:pt x="1210251" y="1340787"/>
                  </a:lnTo>
                  <a:lnTo>
                    <a:pt x="1210247" y="1340793"/>
                  </a:lnTo>
                  <a:lnTo>
                    <a:pt x="1210244" y="1340799"/>
                  </a:lnTo>
                  <a:lnTo>
                    <a:pt x="1210244" y="1340806"/>
                  </a:lnTo>
                  <a:lnTo>
                    <a:pt x="1210244" y="1340811"/>
                  </a:lnTo>
                  <a:lnTo>
                    <a:pt x="1210244" y="1340816"/>
                  </a:lnTo>
                  <a:lnTo>
                    <a:pt x="1210245" y="1340824"/>
                  </a:lnTo>
                  <a:lnTo>
                    <a:pt x="1210244" y="1340830"/>
                  </a:lnTo>
                  <a:lnTo>
                    <a:pt x="1210244" y="1340840"/>
                  </a:lnTo>
                  <a:lnTo>
                    <a:pt x="1210244" y="1340848"/>
                  </a:lnTo>
                  <a:lnTo>
                    <a:pt x="1210244" y="1340857"/>
                  </a:lnTo>
                  <a:lnTo>
                    <a:pt x="1210243" y="1340862"/>
                  </a:lnTo>
                  <a:lnTo>
                    <a:pt x="1210238" y="1340865"/>
                  </a:lnTo>
                  <a:lnTo>
                    <a:pt x="1210227" y="1340871"/>
                  </a:lnTo>
                  <a:lnTo>
                    <a:pt x="1210222" y="1340883"/>
                  </a:lnTo>
                  <a:lnTo>
                    <a:pt x="1210221" y="1340890"/>
                  </a:lnTo>
                  <a:lnTo>
                    <a:pt x="1210221" y="1340900"/>
                  </a:lnTo>
                  <a:lnTo>
                    <a:pt x="1210221" y="1340904"/>
                  </a:lnTo>
                  <a:lnTo>
                    <a:pt x="1210221" y="1340909"/>
                  </a:lnTo>
                  <a:lnTo>
                    <a:pt x="1210222" y="1340915"/>
                  </a:lnTo>
                  <a:lnTo>
                    <a:pt x="1210223" y="1340920"/>
                  </a:lnTo>
                  <a:lnTo>
                    <a:pt x="1210226" y="1340925"/>
                  </a:lnTo>
                  <a:lnTo>
                    <a:pt x="1210229" y="1340930"/>
                  </a:lnTo>
                  <a:lnTo>
                    <a:pt x="1210233" y="1340936"/>
                  </a:lnTo>
                  <a:lnTo>
                    <a:pt x="1210238" y="1340944"/>
                  </a:lnTo>
                  <a:lnTo>
                    <a:pt x="1210241" y="1340950"/>
                  </a:lnTo>
                  <a:lnTo>
                    <a:pt x="1210243" y="1340955"/>
                  </a:lnTo>
                  <a:lnTo>
                    <a:pt x="1210245" y="1340969"/>
                  </a:lnTo>
                  <a:lnTo>
                    <a:pt x="1210237" y="1340978"/>
                  </a:lnTo>
                  <a:lnTo>
                    <a:pt x="1210233" y="1340981"/>
                  </a:lnTo>
                  <a:lnTo>
                    <a:pt x="1210223" y="1340986"/>
                  </a:lnTo>
                  <a:lnTo>
                    <a:pt x="1210222" y="1340993"/>
                  </a:lnTo>
                  <a:lnTo>
                    <a:pt x="1210230" y="1341002"/>
                  </a:lnTo>
                  <a:lnTo>
                    <a:pt x="1210237" y="1341010"/>
                  </a:lnTo>
                  <a:lnTo>
                    <a:pt x="1210243" y="1341017"/>
                  </a:lnTo>
                  <a:lnTo>
                    <a:pt x="1210249" y="1341026"/>
                  </a:lnTo>
                  <a:lnTo>
                    <a:pt x="1210252" y="1341037"/>
                  </a:lnTo>
                  <a:lnTo>
                    <a:pt x="1210252" y="1341042"/>
                  </a:lnTo>
                  <a:lnTo>
                    <a:pt x="1210251" y="1341050"/>
                  </a:lnTo>
                  <a:lnTo>
                    <a:pt x="1210251" y="1341057"/>
                  </a:lnTo>
                  <a:lnTo>
                    <a:pt x="1210252" y="1341063"/>
                  </a:lnTo>
                  <a:lnTo>
                    <a:pt x="1210252" y="1341069"/>
                  </a:lnTo>
                  <a:lnTo>
                    <a:pt x="1210249" y="1341074"/>
                  </a:lnTo>
                  <a:lnTo>
                    <a:pt x="1210247" y="1341081"/>
                  </a:lnTo>
                  <a:lnTo>
                    <a:pt x="1210244" y="1341088"/>
                  </a:lnTo>
                  <a:lnTo>
                    <a:pt x="1210243" y="1341093"/>
                  </a:lnTo>
                  <a:lnTo>
                    <a:pt x="1210241" y="1341101"/>
                  </a:lnTo>
                  <a:lnTo>
                    <a:pt x="1210241" y="1341108"/>
                  </a:lnTo>
                  <a:lnTo>
                    <a:pt x="1210243" y="1341119"/>
                  </a:lnTo>
                  <a:lnTo>
                    <a:pt x="1210244" y="1341125"/>
                  </a:lnTo>
                  <a:lnTo>
                    <a:pt x="1210243" y="1341135"/>
                  </a:lnTo>
                  <a:lnTo>
                    <a:pt x="1210238" y="1341149"/>
                  </a:lnTo>
                  <a:lnTo>
                    <a:pt x="1210235" y="1341154"/>
                  </a:lnTo>
                  <a:lnTo>
                    <a:pt x="1210232" y="1341160"/>
                  </a:lnTo>
                  <a:lnTo>
                    <a:pt x="1210218" y="1341187"/>
                  </a:lnTo>
                  <a:lnTo>
                    <a:pt x="1210194" y="1341235"/>
                  </a:lnTo>
                  <a:lnTo>
                    <a:pt x="1210190" y="1341240"/>
                  </a:lnTo>
                  <a:lnTo>
                    <a:pt x="1210187" y="1341244"/>
                  </a:lnTo>
                  <a:lnTo>
                    <a:pt x="1210175" y="1341256"/>
                  </a:lnTo>
                  <a:lnTo>
                    <a:pt x="1210165" y="1341266"/>
                  </a:lnTo>
                  <a:lnTo>
                    <a:pt x="1210114" y="1341288"/>
                  </a:lnTo>
                  <a:lnTo>
                    <a:pt x="1210044" y="1341319"/>
                  </a:lnTo>
                  <a:lnTo>
                    <a:pt x="1210036" y="1341323"/>
                  </a:lnTo>
                  <a:lnTo>
                    <a:pt x="1210029" y="1341326"/>
                  </a:lnTo>
                  <a:lnTo>
                    <a:pt x="1209974" y="1341350"/>
                  </a:lnTo>
                  <a:lnTo>
                    <a:pt x="1209918" y="1341374"/>
                  </a:lnTo>
                  <a:lnTo>
                    <a:pt x="1209908" y="1341375"/>
                  </a:lnTo>
                  <a:lnTo>
                    <a:pt x="1209895" y="1341376"/>
                  </a:lnTo>
                  <a:lnTo>
                    <a:pt x="1209886" y="1341381"/>
                  </a:lnTo>
                  <a:lnTo>
                    <a:pt x="1209830" y="1341410"/>
                  </a:lnTo>
                  <a:lnTo>
                    <a:pt x="1209718" y="1341469"/>
                  </a:lnTo>
                  <a:lnTo>
                    <a:pt x="1209706" y="1341475"/>
                  </a:lnTo>
                  <a:lnTo>
                    <a:pt x="1209697" y="1341478"/>
                  </a:lnTo>
                  <a:lnTo>
                    <a:pt x="1209692" y="1341480"/>
                  </a:lnTo>
                  <a:lnTo>
                    <a:pt x="1209683" y="1341483"/>
                  </a:lnTo>
                  <a:lnTo>
                    <a:pt x="1209678" y="1341490"/>
                  </a:lnTo>
                  <a:lnTo>
                    <a:pt x="1209663" y="1341529"/>
                  </a:lnTo>
                  <a:lnTo>
                    <a:pt x="1209646" y="1341552"/>
                  </a:lnTo>
                  <a:lnTo>
                    <a:pt x="1209633" y="1341575"/>
                  </a:lnTo>
                  <a:lnTo>
                    <a:pt x="1209628" y="1341579"/>
                  </a:lnTo>
                  <a:lnTo>
                    <a:pt x="1209618" y="1341589"/>
                  </a:lnTo>
                  <a:lnTo>
                    <a:pt x="1209599" y="1341609"/>
                  </a:lnTo>
                  <a:lnTo>
                    <a:pt x="1209585" y="1341622"/>
                  </a:lnTo>
                  <a:lnTo>
                    <a:pt x="1209576" y="1341629"/>
                  </a:lnTo>
                  <a:lnTo>
                    <a:pt x="1209563" y="1341652"/>
                  </a:lnTo>
                  <a:lnTo>
                    <a:pt x="1209560" y="1341655"/>
                  </a:lnTo>
                  <a:lnTo>
                    <a:pt x="1209539" y="1341668"/>
                  </a:lnTo>
                  <a:lnTo>
                    <a:pt x="1209535" y="1341670"/>
                  </a:lnTo>
                  <a:lnTo>
                    <a:pt x="1209523" y="1341682"/>
                  </a:lnTo>
                  <a:lnTo>
                    <a:pt x="1209520" y="1341685"/>
                  </a:lnTo>
                  <a:lnTo>
                    <a:pt x="1209515" y="1341690"/>
                  </a:lnTo>
                  <a:lnTo>
                    <a:pt x="1209511" y="1341693"/>
                  </a:lnTo>
                  <a:lnTo>
                    <a:pt x="1209506" y="1341697"/>
                  </a:lnTo>
                  <a:lnTo>
                    <a:pt x="1209496" y="1341707"/>
                  </a:lnTo>
                  <a:lnTo>
                    <a:pt x="1209489" y="1341715"/>
                  </a:lnTo>
                  <a:lnTo>
                    <a:pt x="1209486" y="1341719"/>
                  </a:lnTo>
                  <a:lnTo>
                    <a:pt x="1209483" y="1341723"/>
                  </a:lnTo>
                  <a:lnTo>
                    <a:pt x="1209480" y="1341731"/>
                  </a:lnTo>
                  <a:lnTo>
                    <a:pt x="1209478" y="1341741"/>
                  </a:lnTo>
                  <a:lnTo>
                    <a:pt x="1209476" y="1341750"/>
                  </a:lnTo>
                  <a:lnTo>
                    <a:pt x="1209476" y="1341757"/>
                  </a:lnTo>
                  <a:lnTo>
                    <a:pt x="1209475" y="1341764"/>
                  </a:lnTo>
                  <a:lnTo>
                    <a:pt x="1209474" y="1341772"/>
                  </a:lnTo>
                  <a:lnTo>
                    <a:pt x="1209470" y="1341779"/>
                  </a:lnTo>
                  <a:lnTo>
                    <a:pt x="1209467" y="1341781"/>
                  </a:lnTo>
                  <a:lnTo>
                    <a:pt x="1209462" y="1341784"/>
                  </a:lnTo>
                  <a:lnTo>
                    <a:pt x="1209451" y="1341790"/>
                  </a:lnTo>
                  <a:lnTo>
                    <a:pt x="1209447" y="1341791"/>
                  </a:lnTo>
                  <a:lnTo>
                    <a:pt x="1209441" y="1341793"/>
                  </a:lnTo>
                  <a:lnTo>
                    <a:pt x="1209431" y="1341797"/>
                  </a:lnTo>
                  <a:lnTo>
                    <a:pt x="1209424" y="1341802"/>
                  </a:lnTo>
                  <a:lnTo>
                    <a:pt x="1209419" y="1341808"/>
                  </a:lnTo>
                  <a:lnTo>
                    <a:pt x="1209411" y="1341820"/>
                  </a:lnTo>
                  <a:lnTo>
                    <a:pt x="1209404" y="1341831"/>
                  </a:lnTo>
                  <a:lnTo>
                    <a:pt x="1209398" y="1341841"/>
                  </a:lnTo>
                  <a:lnTo>
                    <a:pt x="1209391" y="1341854"/>
                  </a:lnTo>
                  <a:lnTo>
                    <a:pt x="1209379" y="1341874"/>
                  </a:lnTo>
                  <a:lnTo>
                    <a:pt x="1209374" y="1341885"/>
                  </a:lnTo>
                  <a:lnTo>
                    <a:pt x="1209363" y="1341906"/>
                  </a:lnTo>
                  <a:lnTo>
                    <a:pt x="1209358" y="1341915"/>
                  </a:lnTo>
                  <a:lnTo>
                    <a:pt x="1209346" y="1341938"/>
                  </a:lnTo>
                  <a:lnTo>
                    <a:pt x="1209337" y="1341958"/>
                  </a:lnTo>
                  <a:lnTo>
                    <a:pt x="1209335" y="1341963"/>
                  </a:lnTo>
                  <a:lnTo>
                    <a:pt x="1209334" y="1341973"/>
                  </a:lnTo>
                  <a:lnTo>
                    <a:pt x="1209333" y="1341978"/>
                  </a:lnTo>
                  <a:lnTo>
                    <a:pt x="1209329" y="1341990"/>
                  </a:lnTo>
                  <a:lnTo>
                    <a:pt x="1209324" y="1342008"/>
                  </a:lnTo>
                  <a:lnTo>
                    <a:pt x="1209322" y="1342014"/>
                  </a:lnTo>
                  <a:lnTo>
                    <a:pt x="1209319" y="1342018"/>
                  </a:lnTo>
                  <a:lnTo>
                    <a:pt x="1209313" y="1342028"/>
                  </a:lnTo>
                  <a:lnTo>
                    <a:pt x="1209311" y="1342032"/>
                  </a:lnTo>
                  <a:lnTo>
                    <a:pt x="1209309" y="1342036"/>
                  </a:lnTo>
                  <a:lnTo>
                    <a:pt x="1209307" y="1342040"/>
                  </a:lnTo>
                  <a:lnTo>
                    <a:pt x="1209305" y="1342051"/>
                  </a:lnTo>
                  <a:lnTo>
                    <a:pt x="1209304" y="1342064"/>
                  </a:lnTo>
                  <a:lnTo>
                    <a:pt x="1209304" y="1342091"/>
                  </a:lnTo>
                  <a:lnTo>
                    <a:pt x="1209305" y="1342102"/>
                  </a:lnTo>
                  <a:lnTo>
                    <a:pt x="1209305" y="1342110"/>
                  </a:lnTo>
                  <a:lnTo>
                    <a:pt x="1209300" y="1342131"/>
                  </a:lnTo>
                  <a:lnTo>
                    <a:pt x="1209296" y="1342147"/>
                  </a:lnTo>
                  <a:lnTo>
                    <a:pt x="1209285" y="1342183"/>
                  </a:lnTo>
                  <a:lnTo>
                    <a:pt x="1209284" y="1342191"/>
                  </a:lnTo>
                  <a:lnTo>
                    <a:pt x="1209280" y="1342193"/>
                  </a:lnTo>
                  <a:lnTo>
                    <a:pt x="1209277" y="1342189"/>
                  </a:lnTo>
                  <a:lnTo>
                    <a:pt x="1209275" y="1342184"/>
                  </a:lnTo>
                  <a:lnTo>
                    <a:pt x="1209268" y="1342172"/>
                  </a:lnTo>
                  <a:lnTo>
                    <a:pt x="1209264" y="1342163"/>
                  </a:lnTo>
                  <a:lnTo>
                    <a:pt x="1209259" y="1342160"/>
                  </a:lnTo>
                  <a:lnTo>
                    <a:pt x="1209252" y="1342157"/>
                  </a:lnTo>
                  <a:lnTo>
                    <a:pt x="1209239" y="1342150"/>
                  </a:lnTo>
                  <a:lnTo>
                    <a:pt x="1209232" y="1342147"/>
                  </a:lnTo>
                  <a:lnTo>
                    <a:pt x="1209224" y="1342145"/>
                  </a:lnTo>
                  <a:lnTo>
                    <a:pt x="1209206" y="1342140"/>
                  </a:lnTo>
                  <a:lnTo>
                    <a:pt x="1209178" y="1342132"/>
                  </a:lnTo>
                  <a:lnTo>
                    <a:pt x="1209164" y="1342126"/>
                  </a:lnTo>
                  <a:lnTo>
                    <a:pt x="1209129" y="1342117"/>
                  </a:lnTo>
                  <a:lnTo>
                    <a:pt x="1209115" y="1342113"/>
                  </a:lnTo>
                  <a:lnTo>
                    <a:pt x="1209106" y="1342109"/>
                  </a:lnTo>
                  <a:lnTo>
                    <a:pt x="1209095" y="1342099"/>
                  </a:lnTo>
                  <a:lnTo>
                    <a:pt x="1209088" y="1342091"/>
                  </a:lnTo>
                  <a:lnTo>
                    <a:pt x="1209083" y="1342086"/>
                  </a:lnTo>
                  <a:lnTo>
                    <a:pt x="1209074" y="1342083"/>
                  </a:lnTo>
                  <a:lnTo>
                    <a:pt x="1209057" y="1342078"/>
                  </a:lnTo>
                  <a:lnTo>
                    <a:pt x="1209038" y="1342075"/>
                  </a:lnTo>
                  <a:lnTo>
                    <a:pt x="1209014" y="1342073"/>
                  </a:lnTo>
                  <a:lnTo>
                    <a:pt x="1209003" y="1342071"/>
                  </a:lnTo>
                  <a:lnTo>
                    <a:pt x="1208992" y="1342067"/>
                  </a:lnTo>
                  <a:lnTo>
                    <a:pt x="1208983" y="1342062"/>
                  </a:lnTo>
                  <a:lnTo>
                    <a:pt x="1208972" y="1342056"/>
                  </a:lnTo>
                  <a:lnTo>
                    <a:pt x="1208966" y="1342050"/>
                  </a:lnTo>
                  <a:lnTo>
                    <a:pt x="1208956" y="1342044"/>
                  </a:lnTo>
                  <a:lnTo>
                    <a:pt x="1208950" y="1342041"/>
                  </a:lnTo>
                  <a:lnTo>
                    <a:pt x="1208939" y="1342037"/>
                  </a:lnTo>
                  <a:lnTo>
                    <a:pt x="1208927" y="1342034"/>
                  </a:lnTo>
                  <a:lnTo>
                    <a:pt x="1208919" y="1342032"/>
                  </a:lnTo>
                  <a:lnTo>
                    <a:pt x="1208913" y="1342032"/>
                  </a:lnTo>
                  <a:lnTo>
                    <a:pt x="1208900" y="1342034"/>
                  </a:lnTo>
                  <a:lnTo>
                    <a:pt x="1208894" y="1342036"/>
                  </a:lnTo>
                  <a:lnTo>
                    <a:pt x="1208887" y="1342039"/>
                  </a:lnTo>
                  <a:lnTo>
                    <a:pt x="1208876" y="1342045"/>
                  </a:lnTo>
                  <a:lnTo>
                    <a:pt x="1208872" y="1342049"/>
                  </a:lnTo>
                  <a:lnTo>
                    <a:pt x="1208865" y="1342052"/>
                  </a:lnTo>
                  <a:lnTo>
                    <a:pt x="1208853" y="1342049"/>
                  </a:lnTo>
                  <a:lnTo>
                    <a:pt x="1208843" y="1342049"/>
                  </a:lnTo>
                  <a:lnTo>
                    <a:pt x="1208834" y="1342051"/>
                  </a:lnTo>
                  <a:lnTo>
                    <a:pt x="1208816" y="1342056"/>
                  </a:lnTo>
                  <a:lnTo>
                    <a:pt x="1208802" y="1342058"/>
                  </a:lnTo>
                  <a:lnTo>
                    <a:pt x="1208781" y="1342061"/>
                  </a:lnTo>
                  <a:lnTo>
                    <a:pt x="1208761" y="1342063"/>
                  </a:lnTo>
                  <a:lnTo>
                    <a:pt x="1208744" y="1342066"/>
                  </a:lnTo>
                  <a:lnTo>
                    <a:pt x="1208732" y="1342067"/>
                  </a:lnTo>
                  <a:lnTo>
                    <a:pt x="1208726" y="1342067"/>
                  </a:lnTo>
                  <a:lnTo>
                    <a:pt x="1208722" y="1342067"/>
                  </a:lnTo>
                  <a:lnTo>
                    <a:pt x="1208718" y="1342065"/>
                  </a:lnTo>
                  <a:lnTo>
                    <a:pt x="1208714" y="1342061"/>
                  </a:lnTo>
                  <a:lnTo>
                    <a:pt x="1208709" y="1342058"/>
                  </a:lnTo>
                  <a:lnTo>
                    <a:pt x="1208705" y="1342057"/>
                  </a:lnTo>
                  <a:lnTo>
                    <a:pt x="1208699" y="1342057"/>
                  </a:lnTo>
                  <a:lnTo>
                    <a:pt x="1208692" y="1342058"/>
                  </a:lnTo>
                  <a:lnTo>
                    <a:pt x="1208678" y="1342062"/>
                  </a:lnTo>
                  <a:lnTo>
                    <a:pt x="1208655" y="1342072"/>
                  </a:lnTo>
                  <a:lnTo>
                    <a:pt x="1208643" y="1342077"/>
                  </a:lnTo>
                  <a:lnTo>
                    <a:pt x="1208628" y="1342082"/>
                  </a:lnTo>
                  <a:lnTo>
                    <a:pt x="1208616" y="1342085"/>
                  </a:lnTo>
                  <a:lnTo>
                    <a:pt x="1208610" y="1342088"/>
                  </a:lnTo>
                  <a:lnTo>
                    <a:pt x="1208605" y="1342093"/>
                  </a:lnTo>
                  <a:lnTo>
                    <a:pt x="1208600" y="1342095"/>
                  </a:lnTo>
                  <a:lnTo>
                    <a:pt x="1208595" y="1342088"/>
                  </a:lnTo>
                  <a:lnTo>
                    <a:pt x="1208592" y="1342083"/>
                  </a:lnTo>
                  <a:lnTo>
                    <a:pt x="1208587" y="1342081"/>
                  </a:lnTo>
                  <a:lnTo>
                    <a:pt x="1208573" y="1342082"/>
                  </a:lnTo>
                  <a:lnTo>
                    <a:pt x="1208560" y="1342085"/>
                  </a:lnTo>
                  <a:lnTo>
                    <a:pt x="1208538" y="1342088"/>
                  </a:lnTo>
                  <a:lnTo>
                    <a:pt x="1208526" y="1342092"/>
                  </a:lnTo>
                  <a:lnTo>
                    <a:pt x="1208514" y="1342096"/>
                  </a:lnTo>
                  <a:lnTo>
                    <a:pt x="1208506" y="1342101"/>
                  </a:lnTo>
                  <a:lnTo>
                    <a:pt x="1208493" y="1342112"/>
                  </a:lnTo>
                  <a:lnTo>
                    <a:pt x="1208475" y="1342133"/>
                  </a:lnTo>
                  <a:lnTo>
                    <a:pt x="1208468" y="1342139"/>
                  </a:lnTo>
                  <a:lnTo>
                    <a:pt x="1208459" y="1342146"/>
                  </a:lnTo>
                  <a:lnTo>
                    <a:pt x="1208425" y="1342182"/>
                  </a:lnTo>
                  <a:lnTo>
                    <a:pt x="1208411" y="1342193"/>
                  </a:lnTo>
                  <a:lnTo>
                    <a:pt x="1208399" y="1342198"/>
                  </a:lnTo>
                  <a:lnTo>
                    <a:pt x="1208384" y="1342203"/>
                  </a:lnTo>
                  <a:lnTo>
                    <a:pt x="1208362" y="1342208"/>
                  </a:lnTo>
                  <a:lnTo>
                    <a:pt x="1208347" y="1342210"/>
                  </a:lnTo>
                  <a:lnTo>
                    <a:pt x="1208333" y="1342209"/>
                  </a:lnTo>
                  <a:lnTo>
                    <a:pt x="1208328" y="1342208"/>
                  </a:lnTo>
                  <a:lnTo>
                    <a:pt x="1208318" y="1342203"/>
                  </a:lnTo>
                  <a:lnTo>
                    <a:pt x="1208308" y="1342198"/>
                  </a:lnTo>
                  <a:lnTo>
                    <a:pt x="1208295" y="1342194"/>
                  </a:lnTo>
                  <a:lnTo>
                    <a:pt x="1208285" y="1342192"/>
                  </a:lnTo>
                  <a:lnTo>
                    <a:pt x="1208275" y="1342193"/>
                  </a:lnTo>
                  <a:lnTo>
                    <a:pt x="1208266" y="1342195"/>
                  </a:lnTo>
                  <a:lnTo>
                    <a:pt x="1208255" y="1342201"/>
                  </a:lnTo>
                  <a:lnTo>
                    <a:pt x="1208243" y="1342207"/>
                  </a:lnTo>
                  <a:lnTo>
                    <a:pt x="1208234" y="1342213"/>
                  </a:lnTo>
                  <a:lnTo>
                    <a:pt x="1208202" y="1342233"/>
                  </a:lnTo>
                  <a:lnTo>
                    <a:pt x="1208187" y="1342243"/>
                  </a:lnTo>
                  <a:lnTo>
                    <a:pt x="1208177" y="1342249"/>
                  </a:lnTo>
                  <a:lnTo>
                    <a:pt x="1208159" y="1342255"/>
                  </a:lnTo>
                  <a:lnTo>
                    <a:pt x="1208156" y="1342259"/>
                  </a:lnTo>
                  <a:lnTo>
                    <a:pt x="1208154" y="1342263"/>
                  </a:lnTo>
                  <a:lnTo>
                    <a:pt x="1208153" y="1342277"/>
                  </a:lnTo>
                  <a:lnTo>
                    <a:pt x="1208153" y="1342283"/>
                  </a:lnTo>
                  <a:lnTo>
                    <a:pt x="1208155" y="1342287"/>
                  </a:lnTo>
                  <a:lnTo>
                    <a:pt x="1208155" y="1342292"/>
                  </a:lnTo>
                  <a:lnTo>
                    <a:pt x="1208153" y="1342298"/>
                  </a:lnTo>
                  <a:lnTo>
                    <a:pt x="1208147" y="1342301"/>
                  </a:lnTo>
                  <a:lnTo>
                    <a:pt x="1208140" y="1342305"/>
                  </a:lnTo>
                  <a:lnTo>
                    <a:pt x="1208133" y="1342310"/>
                  </a:lnTo>
                  <a:lnTo>
                    <a:pt x="1208128" y="1342314"/>
                  </a:lnTo>
                  <a:lnTo>
                    <a:pt x="1208124" y="1342319"/>
                  </a:lnTo>
                  <a:lnTo>
                    <a:pt x="1208119" y="1342324"/>
                  </a:lnTo>
                  <a:lnTo>
                    <a:pt x="1208114" y="1342330"/>
                  </a:lnTo>
                  <a:lnTo>
                    <a:pt x="1208109" y="1342334"/>
                  </a:lnTo>
                  <a:lnTo>
                    <a:pt x="1208106" y="1342337"/>
                  </a:lnTo>
                  <a:lnTo>
                    <a:pt x="1208100" y="1342344"/>
                  </a:lnTo>
                  <a:lnTo>
                    <a:pt x="1208097" y="1342350"/>
                  </a:lnTo>
                  <a:lnTo>
                    <a:pt x="1208096" y="1342354"/>
                  </a:lnTo>
                  <a:lnTo>
                    <a:pt x="1208096" y="1342373"/>
                  </a:lnTo>
                  <a:lnTo>
                    <a:pt x="1208096" y="1342380"/>
                  </a:lnTo>
                  <a:lnTo>
                    <a:pt x="1208095" y="1342388"/>
                  </a:lnTo>
                  <a:lnTo>
                    <a:pt x="1208093" y="1342393"/>
                  </a:lnTo>
                  <a:lnTo>
                    <a:pt x="1208082" y="1342399"/>
                  </a:lnTo>
                  <a:lnTo>
                    <a:pt x="1208080" y="1342404"/>
                  </a:lnTo>
                  <a:lnTo>
                    <a:pt x="1208082" y="1342415"/>
                  </a:lnTo>
                  <a:lnTo>
                    <a:pt x="1208085" y="1342437"/>
                  </a:lnTo>
                  <a:lnTo>
                    <a:pt x="1208097" y="1342453"/>
                  </a:lnTo>
                  <a:lnTo>
                    <a:pt x="1208099" y="1342458"/>
                  </a:lnTo>
                  <a:lnTo>
                    <a:pt x="1208097" y="1342464"/>
                  </a:lnTo>
                  <a:lnTo>
                    <a:pt x="1208058" y="1342458"/>
                  </a:lnTo>
                  <a:lnTo>
                    <a:pt x="1208050" y="1342455"/>
                  </a:lnTo>
                  <a:lnTo>
                    <a:pt x="1208036" y="1342466"/>
                  </a:lnTo>
                  <a:lnTo>
                    <a:pt x="1208030" y="1342468"/>
                  </a:lnTo>
                  <a:lnTo>
                    <a:pt x="1208022" y="1342469"/>
                  </a:lnTo>
                  <a:lnTo>
                    <a:pt x="1208015" y="1342471"/>
                  </a:lnTo>
                  <a:lnTo>
                    <a:pt x="1207961" y="1342485"/>
                  </a:lnTo>
                  <a:lnTo>
                    <a:pt x="1207943" y="1342491"/>
                  </a:lnTo>
                  <a:lnTo>
                    <a:pt x="1207926" y="1342496"/>
                  </a:lnTo>
                  <a:lnTo>
                    <a:pt x="1207914" y="1342496"/>
                  </a:lnTo>
                  <a:lnTo>
                    <a:pt x="1207901" y="1342488"/>
                  </a:lnTo>
                  <a:lnTo>
                    <a:pt x="1207893" y="1342490"/>
                  </a:lnTo>
                  <a:lnTo>
                    <a:pt x="1207887" y="1342495"/>
                  </a:lnTo>
                  <a:lnTo>
                    <a:pt x="1207878" y="1342504"/>
                  </a:lnTo>
                  <a:lnTo>
                    <a:pt x="1207871" y="1342512"/>
                  </a:lnTo>
                  <a:lnTo>
                    <a:pt x="1207869" y="1342518"/>
                  </a:lnTo>
                  <a:lnTo>
                    <a:pt x="1207867" y="1342522"/>
                  </a:lnTo>
                  <a:lnTo>
                    <a:pt x="1207864" y="1342529"/>
                  </a:lnTo>
                  <a:lnTo>
                    <a:pt x="1207861" y="1342537"/>
                  </a:lnTo>
                  <a:lnTo>
                    <a:pt x="1207859" y="1342541"/>
                  </a:lnTo>
                  <a:lnTo>
                    <a:pt x="1207841" y="1342570"/>
                  </a:lnTo>
                  <a:lnTo>
                    <a:pt x="1207837" y="1342575"/>
                  </a:lnTo>
                  <a:lnTo>
                    <a:pt x="1207831" y="1342587"/>
                  </a:lnTo>
                  <a:lnTo>
                    <a:pt x="1207821" y="1342601"/>
                  </a:lnTo>
                  <a:lnTo>
                    <a:pt x="1207807" y="1342616"/>
                  </a:lnTo>
                  <a:lnTo>
                    <a:pt x="1207800" y="1342623"/>
                  </a:lnTo>
                  <a:lnTo>
                    <a:pt x="1207797" y="1342626"/>
                  </a:lnTo>
                  <a:lnTo>
                    <a:pt x="1207792" y="1342631"/>
                  </a:lnTo>
                  <a:lnTo>
                    <a:pt x="1207787" y="1342636"/>
                  </a:lnTo>
                  <a:lnTo>
                    <a:pt x="1207784" y="1342639"/>
                  </a:lnTo>
                  <a:lnTo>
                    <a:pt x="1207778" y="1342641"/>
                  </a:lnTo>
                  <a:lnTo>
                    <a:pt x="1207774" y="1342638"/>
                  </a:lnTo>
                  <a:lnTo>
                    <a:pt x="1207763" y="1342628"/>
                  </a:lnTo>
                  <a:lnTo>
                    <a:pt x="1207752" y="1342623"/>
                  </a:lnTo>
                  <a:lnTo>
                    <a:pt x="1207741" y="1342621"/>
                  </a:lnTo>
                  <a:lnTo>
                    <a:pt x="1207721" y="1342619"/>
                  </a:lnTo>
                  <a:lnTo>
                    <a:pt x="1207716" y="1342616"/>
                  </a:lnTo>
                  <a:lnTo>
                    <a:pt x="1207709" y="1342613"/>
                  </a:lnTo>
                  <a:lnTo>
                    <a:pt x="1207704" y="1342611"/>
                  </a:lnTo>
                  <a:lnTo>
                    <a:pt x="1207692" y="1342611"/>
                  </a:lnTo>
                  <a:lnTo>
                    <a:pt x="1207688" y="1342612"/>
                  </a:lnTo>
                  <a:lnTo>
                    <a:pt x="1207679" y="1342616"/>
                  </a:lnTo>
                  <a:lnTo>
                    <a:pt x="1207675" y="1342619"/>
                  </a:lnTo>
                  <a:lnTo>
                    <a:pt x="1207659" y="1342622"/>
                  </a:lnTo>
                  <a:lnTo>
                    <a:pt x="1207647" y="1342624"/>
                  </a:lnTo>
                  <a:lnTo>
                    <a:pt x="1207636" y="1342630"/>
                  </a:lnTo>
                  <a:lnTo>
                    <a:pt x="1207613" y="1342643"/>
                  </a:lnTo>
                  <a:lnTo>
                    <a:pt x="1207597" y="1342652"/>
                  </a:lnTo>
                  <a:lnTo>
                    <a:pt x="1207586" y="1342663"/>
                  </a:lnTo>
                  <a:lnTo>
                    <a:pt x="1207574" y="1342679"/>
                  </a:lnTo>
                  <a:lnTo>
                    <a:pt x="1207565" y="1342693"/>
                  </a:lnTo>
                  <a:lnTo>
                    <a:pt x="1207560" y="1342701"/>
                  </a:lnTo>
                  <a:lnTo>
                    <a:pt x="1207553" y="1342714"/>
                  </a:lnTo>
                  <a:lnTo>
                    <a:pt x="1207543" y="1342734"/>
                  </a:lnTo>
                  <a:lnTo>
                    <a:pt x="1207538" y="1342745"/>
                  </a:lnTo>
                  <a:lnTo>
                    <a:pt x="1207536" y="1342751"/>
                  </a:lnTo>
                  <a:lnTo>
                    <a:pt x="1207534" y="1342756"/>
                  </a:lnTo>
                  <a:lnTo>
                    <a:pt x="1207533" y="1342764"/>
                  </a:lnTo>
                  <a:lnTo>
                    <a:pt x="1207534" y="1342778"/>
                  </a:lnTo>
                  <a:lnTo>
                    <a:pt x="1207531" y="1342792"/>
                  </a:lnTo>
                  <a:lnTo>
                    <a:pt x="1207528" y="1342799"/>
                  </a:lnTo>
                  <a:lnTo>
                    <a:pt x="1207526" y="1342804"/>
                  </a:lnTo>
                  <a:lnTo>
                    <a:pt x="1207513" y="1342819"/>
                  </a:lnTo>
                  <a:lnTo>
                    <a:pt x="1207507" y="1342827"/>
                  </a:lnTo>
                  <a:lnTo>
                    <a:pt x="1207502" y="1342830"/>
                  </a:lnTo>
                  <a:lnTo>
                    <a:pt x="1207494" y="1342834"/>
                  </a:lnTo>
                  <a:lnTo>
                    <a:pt x="1207490" y="1342836"/>
                  </a:lnTo>
                  <a:lnTo>
                    <a:pt x="1207477" y="1342842"/>
                  </a:lnTo>
                  <a:lnTo>
                    <a:pt x="1207470" y="1342848"/>
                  </a:lnTo>
                  <a:lnTo>
                    <a:pt x="1207465" y="1342856"/>
                  </a:lnTo>
                  <a:lnTo>
                    <a:pt x="1207458" y="1342866"/>
                  </a:lnTo>
                  <a:lnTo>
                    <a:pt x="1207450" y="1342873"/>
                  </a:lnTo>
                  <a:lnTo>
                    <a:pt x="1207434" y="1342883"/>
                  </a:lnTo>
                  <a:lnTo>
                    <a:pt x="1207423" y="1342886"/>
                  </a:lnTo>
                  <a:lnTo>
                    <a:pt x="1207411" y="1342883"/>
                  </a:lnTo>
                  <a:lnTo>
                    <a:pt x="1207401" y="1342884"/>
                  </a:lnTo>
                  <a:lnTo>
                    <a:pt x="1207395" y="1342886"/>
                  </a:lnTo>
                  <a:lnTo>
                    <a:pt x="1207387" y="1342889"/>
                  </a:lnTo>
                  <a:lnTo>
                    <a:pt x="1207378" y="1342898"/>
                  </a:lnTo>
                  <a:lnTo>
                    <a:pt x="1207373" y="1342905"/>
                  </a:lnTo>
                  <a:lnTo>
                    <a:pt x="1207346" y="1342917"/>
                  </a:lnTo>
                  <a:lnTo>
                    <a:pt x="1207336" y="1342922"/>
                  </a:lnTo>
                  <a:lnTo>
                    <a:pt x="1207328" y="1342925"/>
                  </a:lnTo>
                  <a:lnTo>
                    <a:pt x="1207324" y="1342926"/>
                  </a:lnTo>
                  <a:lnTo>
                    <a:pt x="1207319" y="1342927"/>
                  </a:lnTo>
                  <a:lnTo>
                    <a:pt x="1207299" y="1342927"/>
                  </a:lnTo>
                  <a:lnTo>
                    <a:pt x="1207289" y="1342926"/>
                  </a:lnTo>
                  <a:lnTo>
                    <a:pt x="1207277" y="1342925"/>
                  </a:lnTo>
                  <a:lnTo>
                    <a:pt x="1207266" y="1342924"/>
                  </a:lnTo>
                  <a:lnTo>
                    <a:pt x="1207255" y="1342921"/>
                  </a:lnTo>
                  <a:lnTo>
                    <a:pt x="1207250" y="1342921"/>
                  </a:lnTo>
                  <a:lnTo>
                    <a:pt x="1207245" y="1342920"/>
                  </a:lnTo>
                  <a:lnTo>
                    <a:pt x="1207236" y="1342918"/>
                  </a:lnTo>
                  <a:lnTo>
                    <a:pt x="1207227" y="1342917"/>
                  </a:lnTo>
                  <a:lnTo>
                    <a:pt x="1207215" y="1342917"/>
                  </a:lnTo>
                  <a:lnTo>
                    <a:pt x="1207202" y="1342917"/>
                  </a:lnTo>
                  <a:lnTo>
                    <a:pt x="1207184" y="1342915"/>
                  </a:lnTo>
                  <a:lnTo>
                    <a:pt x="1207167" y="1342909"/>
                  </a:lnTo>
                  <a:lnTo>
                    <a:pt x="1207154" y="1342907"/>
                  </a:lnTo>
                  <a:lnTo>
                    <a:pt x="1207143" y="1342905"/>
                  </a:lnTo>
                  <a:lnTo>
                    <a:pt x="1207128" y="1342900"/>
                  </a:lnTo>
                  <a:lnTo>
                    <a:pt x="1207117" y="1342893"/>
                  </a:lnTo>
                  <a:lnTo>
                    <a:pt x="1207106" y="1342882"/>
                  </a:lnTo>
                  <a:lnTo>
                    <a:pt x="1207099" y="1342876"/>
                  </a:lnTo>
                  <a:lnTo>
                    <a:pt x="1207093" y="1342870"/>
                  </a:lnTo>
                  <a:lnTo>
                    <a:pt x="1207086" y="1342864"/>
                  </a:lnTo>
                  <a:lnTo>
                    <a:pt x="1207083" y="1342861"/>
                  </a:lnTo>
                  <a:lnTo>
                    <a:pt x="1207078" y="1342856"/>
                  </a:lnTo>
                  <a:lnTo>
                    <a:pt x="1207074" y="1342853"/>
                  </a:lnTo>
                  <a:lnTo>
                    <a:pt x="1207068" y="1342848"/>
                  </a:lnTo>
                  <a:lnTo>
                    <a:pt x="1207059" y="1342842"/>
                  </a:lnTo>
                  <a:lnTo>
                    <a:pt x="1207050" y="1342842"/>
                  </a:lnTo>
                  <a:lnTo>
                    <a:pt x="1207037" y="1342843"/>
                  </a:lnTo>
                  <a:lnTo>
                    <a:pt x="1207025" y="1342846"/>
                  </a:lnTo>
                  <a:lnTo>
                    <a:pt x="1206999" y="1342850"/>
                  </a:lnTo>
                  <a:lnTo>
                    <a:pt x="1206983" y="1342853"/>
                  </a:lnTo>
                  <a:lnTo>
                    <a:pt x="1206973" y="1342858"/>
                  </a:lnTo>
                  <a:lnTo>
                    <a:pt x="1206887" y="1342894"/>
                  </a:lnTo>
                  <a:lnTo>
                    <a:pt x="1206885" y="1342905"/>
                  </a:lnTo>
                  <a:lnTo>
                    <a:pt x="1206882" y="1342924"/>
                  </a:lnTo>
                  <a:lnTo>
                    <a:pt x="1206881" y="1342929"/>
                  </a:lnTo>
                  <a:lnTo>
                    <a:pt x="1206879" y="1342937"/>
                  </a:lnTo>
                  <a:lnTo>
                    <a:pt x="1206876" y="1342954"/>
                  </a:lnTo>
                  <a:lnTo>
                    <a:pt x="1206875" y="1342959"/>
                  </a:lnTo>
                  <a:lnTo>
                    <a:pt x="1206872" y="1342968"/>
                  </a:lnTo>
                  <a:lnTo>
                    <a:pt x="1206867" y="1342982"/>
                  </a:lnTo>
                  <a:lnTo>
                    <a:pt x="1206860" y="1343001"/>
                  </a:lnTo>
                  <a:lnTo>
                    <a:pt x="1206855" y="1343002"/>
                  </a:lnTo>
                  <a:lnTo>
                    <a:pt x="1206848" y="1343002"/>
                  </a:lnTo>
                  <a:lnTo>
                    <a:pt x="1206843" y="1343003"/>
                  </a:lnTo>
                  <a:lnTo>
                    <a:pt x="1206839" y="1343005"/>
                  </a:lnTo>
                  <a:lnTo>
                    <a:pt x="1206835" y="1343007"/>
                  </a:lnTo>
                  <a:lnTo>
                    <a:pt x="1206831" y="1343013"/>
                  </a:lnTo>
                  <a:lnTo>
                    <a:pt x="1206828" y="1343021"/>
                  </a:lnTo>
                  <a:lnTo>
                    <a:pt x="1206827" y="1343026"/>
                  </a:lnTo>
                  <a:lnTo>
                    <a:pt x="1206825" y="1343032"/>
                  </a:lnTo>
                  <a:lnTo>
                    <a:pt x="1206823" y="1343037"/>
                  </a:lnTo>
                  <a:lnTo>
                    <a:pt x="1206817" y="1343041"/>
                  </a:lnTo>
                  <a:lnTo>
                    <a:pt x="1206810" y="1343044"/>
                  </a:lnTo>
                  <a:lnTo>
                    <a:pt x="1206797" y="1343047"/>
                  </a:lnTo>
                  <a:lnTo>
                    <a:pt x="1206787" y="1343047"/>
                  </a:lnTo>
                  <a:lnTo>
                    <a:pt x="1206783" y="1343048"/>
                  </a:lnTo>
                  <a:lnTo>
                    <a:pt x="1206778" y="1343050"/>
                  </a:lnTo>
                  <a:lnTo>
                    <a:pt x="1206774" y="1343053"/>
                  </a:lnTo>
                  <a:lnTo>
                    <a:pt x="1206769" y="1343056"/>
                  </a:lnTo>
                  <a:lnTo>
                    <a:pt x="1206764" y="1343060"/>
                  </a:lnTo>
                  <a:lnTo>
                    <a:pt x="1206761" y="1343067"/>
                  </a:lnTo>
                  <a:lnTo>
                    <a:pt x="1206761" y="1343077"/>
                  </a:lnTo>
                  <a:lnTo>
                    <a:pt x="1206761" y="1343087"/>
                  </a:lnTo>
                  <a:lnTo>
                    <a:pt x="1206762" y="1343096"/>
                  </a:lnTo>
                  <a:lnTo>
                    <a:pt x="1206764" y="1343105"/>
                  </a:lnTo>
                  <a:lnTo>
                    <a:pt x="1206767" y="1343115"/>
                  </a:lnTo>
                  <a:lnTo>
                    <a:pt x="1206771" y="1343125"/>
                  </a:lnTo>
                  <a:lnTo>
                    <a:pt x="1206771" y="1343130"/>
                  </a:lnTo>
                  <a:lnTo>
                    <a:pt x="1206768" y="1343135"/>
                  </a:lnTo>
                  <a:lnTo>
                    <a:pt x="1206764" y="1343140"/>
                  </a:lnTo>
                  <a:lnTo>
                    <a:pt x="1206760" y="1343144"/>
                  </a:lnTo>
                  <a:lnTo>
                    <a:pt x="1206756" y="1343148"/>
                  </a:lnTo>
                  <a:lnTo>
                    <a:pt x="1206751" y="1343151"/>
                  </a:lnTo>
                  <a:lnTo>
                    <a:pt x="1206745" y="1343154"/>
                  </a:lnTo>
                  <a:lnTo>
                    <a:pt x="1206737" y="1343164"/>
                  </a:lnTo>
                  <a:lnTo>
                    <a:pt x="1206734" y="1343170"/>
                  </a:lnTo>
                  <a:lnTo>
                    <a:pt x="1206731" y="1343175"/>
                  </a:lnTo>
                  <a:lnTo>
                    <a:pt x="1206728" y="1343186"/>
                  </a:lnTo>
                  <a:lnTo>
                    <a:pt x="1206725" y="1343196"/>
                  </a:lnTo>
                  <a:lnTo>
                    <a:pt x="1206722" y="1343203"/>
                  </a:lnTo>
                  <a:lnTo>
                    <a:pt x="1206716" y="1343213"/>
                  </a:lnTo>
                  <a:lnTo>
                    <a:pt x="1206708" y="1343222"/>
                  </a:lnTo>
                  <a:lnTo>
                    <a:pt x="1206702" y="1343228"/>
                  </a:lnTo>
                  <a:lnTo>
                    <a:pt x="1206698" y="1343230"/>
                  </a:lnTo>
                  <a:lnTo>
                    <a:pt x="1206688" y="1343232"/>
                  </a:lnTo>
                  <a:lnTo>
                    <a:pt x="1206681" y="1343235"/>
                  </a:lnTo>
                  <a:lnTo>
                    <a:pt x="1206673" y="1343243"/>
                  </a:lnTo>
                  <a:lnTo>
                    <a:pt x="1206669" y="1343253"/>
                  </a:lnTo>
                  <a:lnTo>
                    <a:pt x="1206667" y="1343261"/>
                  </a:lnTo>
                  <a:lnTo>
                    <a:pt x="1206666" y="1343266"/>
                  </a:lnTo>
                  <a:lnTo>
                    <a:pt x="1206663" y="1343273"/>
                  </a:lnTo>
                  <a:lnTo>
                    <a:pt x="1206658" y="1343281"/>
                  </a:lnTo>
                  <a:lnTo>
                    <a:pt x="1206649" y="1343293"/>
                  </a:lnTo>
                  <a:lnTo>
                    <a:pt x="1206647" y="1343298"/>
                  </a:lnTo>
                  <a:lnTo>
                    <a:pt x="1206644" y="1343304"/>
                  </a:lnTo>
                  <a:lnTo>
                    <a:pt x="1206638" y="1343312"/>
                  </a:lnTo>
                  <a:lnTo>
                    <a:pt x="1206632" y="1343322"/>
                  </a:lnTo>
                  <a:lnTo>
                    <a:pt x="1206628" y="1343331"/>
                  </a:lnTo>
                  <a:lnTo>
                    <a:pt x="1206627" y="1343339"/>
                  </a:lnTo>
                  <a:lnTo>
                    <a:pt x="1206627" y="1343347"/>
                  </a:lnTo>
                  <a:lnTo>
                    <a:pt x="1206630" y="1343354"/>
                  </a:lnTo>
                  <a:lnTo>
                    <a:pt x="1206633" y="1343361"/>
                  </a:lnTo>
                  <a:lnTo>
                    <a:pt x="1206639" y="1343369"/>
                  </a:lnTo>
                  <a:lnTo>
                    <a:pt x="1206643" y="1343377"/>
                  </a:lnTo>
                  <a:lnTo>
                    <a:pt x="1206644" y="1343383"/>
                  </a:lnTo>
                  <a:lnTo>
                    <a:pt x="1206643" y="1343393"/>
                  </a:lnTo>
                  <a:lnTo>
                    <a:pt x="1206642" y="1343405"/>
                  </a:lnTo>
                  <a:lnTo>
                    <a:pt x="1206640" y="1343415"/>
                  </a:lnTo>
                  <a:lnTo>
                    <a:pt x="1206637" y="1343426"/>
                  </a:lnTo>
                  <a:lnTo>
                    <a:pt x="1206634" y="1343442"/>
                  </a:lnTo>
                  <a:lnTo>
                    <a:pt x="1206630" y="1343457"/>
                  </a:lnTo>
                  <a:lnTo>
                    <a:pt x="1206626" y="1343471"/>
                  </a:lnTo>
                  <a:lnTo>
                    <a:pt x="1206625" y="1343476"/>
                  </a:lnTo>
                  <a:lnTo>
                    <a:pt x="1206623" y="1343482"/>
                  </a:lnTo>
                  <a:lnTo>
                    <a:pt x="1206621" y="1343486"/>
                  </a:lnTo>
                  <a:lnTo>
                    <a:pt x="1206607" y="1343481"/>
                  </a:lnTo>
                  <a:lnTo>
                    <a:pt x="1206600" y="1343480"/>
                  </a:lnTo>
                  <a:lnTo>
                    <a:pt x="1206592" y="1343478"/>
                  </a:lnTo>
                  <a:lnTo>
                    <a:pt x="1206588" y="1343478"/>
                  </a:lnTo>
                  <a:lnTo>
                    <a:pt x="1206584" y="1343480"/>
                  </a:lnTo>
                  <a:lnTo>
                    <a:pt x="1206580" y="1343485"/>
                  </a:lnTo>
                  <a:lnTo>
                    <a:pt x="1206578" y="1343494"/>
                  </a:lnTo>
                  <a:lnTo>
                    <a:pt x="1206578" y="1343499"/>
                  </a:lnTo>
                  <a:lnTo>
                    <a:pt x="1206580" y="1343508"/>
                  </a:lnTo>
                  <a:lnTo>
                    <a:pt x="1206583" y="1343515"/>
                  </a:lnTo>
                  <a:lnTo>
                    <a:pt x="1206588" y="1343525"/>
                  </a:lnTo>
                  <a:lnTo>
                    <a:pt x="1206593" y="1343531"/>
                  </a:lnTo>
                  <a:lnTo>
                    <a:pt x="1206600" y="1343537"/>
                  </a:lnTo>
                  <a:lnTo>
                    <a:pt x="1206608" y="1343542"/>
                  </a:lnTo>
                  <a:lnTo>
                    <a:pt x="1206612" y="1343548"/>
                  </a:lnTo>
                  <a:lnTo>
                    <a:pt x="1206615" y="1343555"/>
                  </a:lnTo>
                  <a:lnTo>
                    <a:pt x="1206612" y="1343561"/>
                  </a:lnTo>
                  <a:lnTo>
                    <a:pt x="1206606" y="1343569"/>
                  </a:lnTo>
                  <a:lnTo>
                    <a:pt x="1206599" y="1343580"/>
                  </a:lnTo>
                  <a:lnTo>
                    <a:pt x="1206591" y="1343588"/>
                  </a:lnTo>
                  <a:lnTo>
                    <a:pt x="1206586" y="1343595"/>
                  </a:lnTo>
                  <a:lnTo>
                    <a:pt x="1206582" y="1343605"/>
                  </a:lnTo>
                  <a:lnTo>
                    <a:pt x="1206570" y="1343625"/>
                  </a:lnTo>
                  <a:lnTo>
                    <a:pt x="1206563" y="1343636"/>
                  </a:lnTo>
                  <a:lnTo>
                    <a:pt x="1206556" y="1343647"/>
                  </a:lnTo>
                  <a:lnTo>
                    <a:pt x="1206543" y="1343659"/>
                  </a:lnTo>
                  <a:lnTo>
                    <a:pt x="1206530" y="1343669"/>
                  </a:lnTo>
                  <a:lnTo>
                    <a:pt x="1206514" y="1343680"/>
                  </a:lnTo>
                  <a:lnTo>
                    <a:pt x="1206499" y="1343691"/>
                  </a:lnTo>
                  <a:lnTo>
                    <a:pt x="1206495" y="1343694"/>
                  </a:lnTo>
                  <a:lnTo>
                    <a:pt x="1206483" y="1343702"/>
                  </a:lnTo>
                  <a:lnTo>
                    <a:pt x="1206477" y="1343704"/>
                  </a:lnTo>
                  <a:lnTo>
                    <a:pt x="1206470" y="1343707"/>
                  </a:lnTo>
                  <a:lnTo>
                    <a:pt x="1206461" y="1343713"/>
                  </a:lnTo>
                  <a:lnTo>
                    <a:pt x="1206451" y="1343719"/>
                  </a:lnTo>
                  <a:lnTo>
                    <a:pt x="1206441" y="1343728"/>
                  </a:lnTo>
                  <a:lnTo>
                    <a:pt x="1206436" y="1343734"/>
                  </a:lnTo>
                  <a:lnTo>
                    <a:pt x="1206433" y="1343737"/>
                  </a:lnTo>
                  <a:lnTo>
                    <a:pt x="1206429" y="1343745"/>
                  </a:lnTo>
                  <a:lnTo>
                    <a:pt x="1206427" y="1343752"/>
                  </a:lnTo>
                  <a:lnTo>
                    <a:pt x="1206423" y="1343760"/>
                  </a:lnTo>
                  <a:lnTo>
                    <a:pt x="1206420" y="1343767"/>
                  </a:lnTo>
                  <a:lnTo>
                    <a:pt x="1206416" y="1343766"/>
                  </a:lnTo>
                  <a:lnTo>
                    <a:pt x="1206410" y="1343764"/>
                  </a:lnTo>
                  <a:lnTo>
                    <a:pt x="1206406" y="1343763"/>
                  </a:lnTo>
                  <a:lnTo>
                    <a:pt x="1206401" y="1343765"/>
                  </a:lnTo>
                  <a:lnTo>
                    <a:pt x="1206400" y="1343772"/>
                  </a:lnTo>
                  <a:lnTo>
                    <a:pt x="1206410" y="1343779"/>
                  </a:lnTo>
                  <a:lnTo>
                    <a:pt x="1206415" y="1343785"/>
                  </a:lnTo>
                  <a:lnTo>
                    <a:pt x="1206421" y="1343793"/>
                  </a:lnTo>
                  <a:lnTo>
                    <a:pt x="1206426" y="1343807"/>
                  </a:lnTo>
                  <a:lnTo>
                    <a:pt x="1206431" y="1343821"/>
                  </a:lnTo>
                  <a:lnTo>
                    <a:pt x="1206437" y="1343837"/>
                  </a:lnTo>
                  <a:lnTo>
                    <a:pt x="1206438" y="1343843"/>
                  </a:lnTo>
                  <a:lnTo>
                    <a:pt x="1206438" y="1343859"/>
                  </a:lnTo>
                  <a:lnTo>
                    <a:pt x="1206438" y="1343882"/>
                  </a:lnTo>
                  <a:lnTo>
                    <a:pt x="1206437" y="1343891"/>
                  </a:lnTo>
                  <a:lnTo>
                    <a:pt x="1206436" y="1343901"/>
                  </a:lnTo>
                  <a:lnTo>
                    <a:pt x="1206436" y="1343924"/>
                  </a:lnTo>
                  <a:lnTo>
                    <a:pt x="1206434" y="1343949"/>
                  </a:lnTo>
                  <a:lnTo>
                    <a:pt x="1206429" y="1343966"/>
                  </a:lnTo>
                  <a:lnTo>
                    <a:pt x="1206424" y="1343981"/>
                  </a:lnTo>
                  <a:lnTo>
                    <a:pt x="1206416" y="1344003"/>
                  </a:lnTo>
                  <a:lnTo>
                    <a:pt x="1206408" y="1344023"/>
                  </a:lnTo>
                  <a:lnTo>
                    <a:pt x="1206400" y="1344038"/>
                  </a:lnTo>
                  <a:lnTo>
                    <a:pt x="1206393" y="1344047"/>
                  </a:lnTo>
                  <a:lnTo>
                    <a:pt x="1206382" y="1344059"/>
                  </a:lnTo>
                  <a:lnTo>
                    <a:pt x="1206379" y="1344066"/>
                  </a:lnTo>
                  <a:lnTo>
                    <a:pt x="1206378" y="1344072"/>
                  </a:lnTo>
                  <a:lnTo>
                    <a:pt x="1206378" y="1344078"/>
                  </a:lnTo>
                  <a:lnTo>
                    <a:pt x="1206378" y="1344087"/>
                  </a:lnTo>
                  <a:lnTo>
                    <a:pt x="1206376" y="1344104"/>
                  </a:lnTo>
                  <a:lnTo>
                    <a:pt x="1206373" y="1344116"/>
                  </a:lnTo>
                  <a:lnTo>
                    <a:pt x="1206368" y="1344135"/>
                  </a:lnTo>
                  <a:lnTo>
                    <a:pt x="1206367" y="1344140"/>
                  </a:lnTo>
                  <a:lnTo>
                    <a:pt x="1206368" y="1344155"/>
                  </a:lnTo>
                  <a:lnTo>
                    <a:pt x="1206368" y="1344168"/>
                  </a:lnTo>
                  <a:lnTo>
                    <a:pt x="1206368" y="1344184"/>
                  </a:lnTo>
                  <a:lnTo>
                    <a:pt x="1206367" y="1344193"/>
                  </a:lnTo>
                  <a:lnTo>
                    <a:pt x="1206368" y="1344200"/>
                  </a:lnTo>
                  <a:lnTo>
                    <a:pt x="1206369" y="1344208"/>
                  </a:lnTo>
                  <a:lnTo>
                    <a:pt x="1206371" y="1344220"/>
                  </a:lnTo>
                  <a:lnTo>
                    <a:pt x="1206369" y="1344234"/>
                  </a:lnTo>
                  <a:lnTo>
                    <a:pt x="1206368" y="1344250"/>
                  </a:lnTo>
                  <a:lnTo>
                    <a:pt x="1206370" y="1344259"/>
                  </a:lnTo>
                  <a:lnTo>
                    <a:pt x="1206372" y="1344271"/>
                  </a:lnTo>
                  <a:lnTo>
                    <a:pt x="1206376" y="1344279"/>
                  </a:lnTo>
                  <a:lnTo>
                    <a:pt x="1206380" y="1344289"/>
                  </a:lnTo>
                  <a:lnTo>
                    <a:pt x="1206381" y="1344300"/>
                  </a:lnTo>
                  <a:lnTo>
                    <a:pt x="1206381" y="1344314"/>
                  </a:lnTo>
                  <a:lnTo>
                    <a:pt x="1206380" y="1344319"/>
                  </a:lnTo>
                  <a:lnTo>
                    <a:pt x="1206379" y="1344324"/>
                  </a:lnTo>
                  <a:lnTo>
                    <a:pt x="1206377" y="1344329"/>
                  </a:lnTo>
                  <a:lnTo>
                    <a:pt x="1206373" y="1344338"/>
                  </a:lnTo>
                  <a:lnTo>
                    <a:pt x="1206369" y="1344341"/>
                  </a:lnTo>
                  <a:lnTo>
                    <a:pt x="1206364" y="1344346"/>
                  </a:lnTo>
                  <a:lnTo>
                    <a:pt x="1206352" y="1344353"/>
                  </a:lnTo>
                  <a:lnTo>
                    <a:pt x="1206333" y="1344356"/>
                  </a:lnTo>
                  <a:lnTo>
                    <a:pt x="1206321" y="1344356"/>
                  </a:lnTo>
                  <a:lnTo>
                    <a:pt x="1206312" y="1344356"/>
                  </a:lnTo>
                  <a:lnTo>
                    <a:pt x="1206305" y="1344356"/>
                  </a:lnTo>
                  <a:lnTo>
                    <a:pt x="1206307" y="1344362"/>
                  </a:lnTo>
                  <a:lnTo>
                    <a:pt x="1206311" y="1344368"/>
                  </a:lnTo>
                  <a:lnTo>
                    <a:pt x="1206314" y="1344373"/>
                  </a:lnTo>
                  <a:lnTo>
                    <a:pt x="1206320" y="1344381"/>
                  </a:lnTo>
                  <a:lnTo>
                    <a:pt x="1206327" y="1344390"/>
                  </a:lnTo>
                  <a:lnTo>
                    <a:pt x="1206332" y="1344397"/>
                  </a:lnTo>
                  <a:lnTo>
                    <a:pt x="1206337" y="1344403"/>
                  </a:lnTo>
                  <a:lnTo>
                    <a:pt x="1206339" y="1344412"/>
                  </a:lnTo>
                  <a:lnTo>
                    <a:pt x="1206340" y="1344418"/>
                  </a:lnTo>
                  <a:lnTo>
                    <a:pt x="1206340" y="1344424"/>
                  </a:lnTo>
                  <a:lnTo>
                    <a:pt x="1206341" y="1344428"/>
                  </a:lnTo>
                  <a:lnTo>
                    <a:pt x="1206343" y="1344436"/>
                  </a:lnTo>
                  <a:lnTo>
                    <a:pt x="1206342" y="1344443"/>
                  </a:lnTo>
                  <a:lnTo>
                    <a:pt x="1206336" y="1344444"/>
                  </a:lnTo>
                  <a:lnTo>
                    <a:pt x="1206326" y="1344442"/>
                  </a:lnTo>
                  <a:lnTo>
                    <a:pt x="1206330" y="1344452"/>
                  </a:lnTo>
                  <a:lnTo>
                    <a:pt x="1206330" y="1344457"/>
                  </a:lnTo>
                  <a:lnTo>
                    <a:pt x="1206327" y="1344461"/>
                  </a:lnTo>
                  <a:lnTo>
                    <a:pt x="1206325" y="1344465"/>
                  </a:lnTo>
                  <a:lnTo>
                    <a:pt x="1206321" y="1344470"/>
                  </a:lnTo>
                  <a:lnTo>
                    <a:pt x="1206317" y="1344478"/>
                  </a:lnTo>
                  <a:lnTo>
                    <a:pt x="1206314" y="1344484"/>
                  </a:lnTo>
                  <a:lnTo>
                    <a:pt x="1206307" y="1344492"/>
                  </a:lnTo>
                  <a:lnTo>
                    <a:pt x="1206301" y="1344494"/>
                  </a:lnTo>
                  <a:lnTo>
                    <a:pt x="1206296" y="1344495"/>
                  </a:lnTo>
                  <a:lnTo>
                    <a:pt x="1206290" y="1344495"/>
                  </a:lnTo>
                  <a:lnTo>
                    <a:pt x="1206282" y="1344493"/>
                  </a:lnTo>
                  <a:lnTo>
                    <a:pt x="1206277" y="1344492"/>
                  </a:lnTo>
                  <a:lnTo>
                    <a:pt x="1206270" y="1344488"/>
                  </a:lnTo>
                  <a:lnTo>
                    <a:pt x="1206265" y="1344487"/>
                  </a:lnTo>
                  <a:lnTo>
                    <a:pt x="1206262" y="1344490"/>
                  </a:lnTo>
                  <a:lnTo>
                    <a:pt x="1206259" y="1344501"/>
                  </a:lnTo>
                  <a:lnTo>
                    <a:pt x="1206257" y="1344508"/>
                  </a:lnTo>
                  <a:lnTo>
                    <a:pt x="1206254" y="1344516"/>
                  </a:lnTo>
                  <a:lnTo>
                    <a:pt x="1206251" y="1344526"/>
                  </a:lnTo>
                  <a:lnTo>
                    <a:pt x="1206250" y="1344532"/>
                  </a:lnTo>
                  <a:lnTo>
                    <a:pt x="1206250" y="1344538"/>
                  </a:lnTo>
                  <a:lnTo>
                    <a:pt x="1206250" y="1344550"/>
                  </a:lnTo>
                  <a:lnTo>
                    <a:pt x="1206250" y="1344555"/>
                  </a:lnTo>
                  <a:lnTo>
                    <a:pt x="1206249" y="1344562"/>
                  </a:lnTo>
                  <a:lnTo>
                    <a:pt x="1206246" y="1344570"/>
                  </a:lnTo>
                  <a:lnTo>
                    <a:pt x="1206244" y="1344576"/>
                  </a:lnTo>
                  <a:lnTo>
                    <a:pt x="1206243" y="1344584"/>
                  </a:lnTo>
                  <a:lnTo>
                    <a:pt x="1206240" y="1344593"/>
                  </a:lnTo>
                  <a:lnTo>
                    <a:pt x="1206238" y="1344603"/>
                  </a:lnTo>
                  <a:lnTo>
                    <a:pt x="1206237" y="1344614"/>
                  </a:lnTo>
                  <a:lnTo>
                    <a:pt x="1206237" y="1344619"/>
                  </a:lnTo>
                  <a:lnTo>
                    <a:pt x="1206235" y="1344624"/>
                  </a:lnTo>
                  <a:lnTo>
                    <a:pt x="1206231" y="1344632"/>
                  </a:lnTo>
                  <a:lnTo>
                    <a:pt x="1206226" y="1344638"/>
                  </a:lnTo>
                  <a:lnTo>
                    <a:pt x="1206221" y="1344643"/>
                  </a:lnTo>
                  <a:lnTo>
                    <a:pt x="1206212" y="1344650"/>
                  </a:lnTo>
                  <a:lnTo>
                    <a:pt x="1206205" y="1344657"/>
                  </a:lnTo>
                  <a:lnTo>
                    <a:pt x="1206202" y="1344666"/>
                  </a:lnTo>
                  <a:lnTo>
                    <a:pt x="1206199" y="1344675"/>
                  </a:lnTo>
                  <a:lnTo>
                    <a:pt x="1206194" y="1344679"/>
                  </a:lnTo>
                  <a:lnTo>
                    <a:pt x="1206189" y="1344684"/>
                  </a:lnTo>
                  <a:lnTo>
                    <a:pt x="1206184" y="1344690"/>
                  </a:lnTo>
                  <a:lnTo>
                    <a:pt x="1206175" y="1344696"/>
                  </a:lnTo>
                  <a:lnTo>
                    <a:pt x="1206170" y="1344698"/>
                  </a:lnTo>
                  <a:lnTo>
                    <a:pt x="1206165" y="1344700"/>
                  </a:lnTo>
                  <a:lnTo>
                    <a:pt x="1206160" y="1344704"/>
                  </a:lnTo>
                  <a:lnTo>
                    <a:pt x="1206153" y="1344710"/>
                  </a:lnTo>
                  <a:lnTo>
                    <a:pt x="1206149" y="1344713"/>
                  </a:lnTo>
                  <a:lnTo>
                    <a:pt x="1206141" y="1344722"/>
                  </a:lnTo>
                  <a:lnTo>
                    <a:pt x="1206136" y="1344726"/>
                  </a:lnTo>
                  <a:lnTo>
                    <a:pt x="1206120" y="1344741"/>
                  </a:lnTo>
                  <a:lnTo>
                    <a:pt x="1206117" y="1344746"/>
                  </a:lnTo>
                  <a:lnTo>
                    <a:pt x="1206114" y="1344751"/>
                  </a:lnTo>
                  <a:lnTo>
                    <a:pt x="1206112" y="1344756"/>
                  </a:lnTo>
                  <a:lnTo>
                    <a:pt x="1206111" y="1344764"/>
                  </a:lnTo>
                  <a:lnTo>
                    <a:pt x="1206112" y="1344769"/>
                  </a:lnTo>
                  <a:lnTo>
                    <a:pt x="1206112" y="1344775"/>
                  </a:lnTo>
                  <a:lnTo>
                    <a:pt x="1206112" y="1344781"/>
                  </a:lnTo>
                  <a:lnTo>
                    <a:pt x="1206112" y="1344793"/>
                  </a:lnTo>
                  <a:lnTo>
                    <a:pt x="1206108" y="1344808"/>
                  </a:lnTo>
                  <a:lnTo>
                    <a:pt x="1206106" y="1344814"/>
                  </a:lnTo>
                  <a:lnTo>
                    <a:pt x="1206103" y="1344824"/>
                  </a:lnTo>
                  <a:lnTo>
                    <a:pt x="1206097" y="1344837"/>
                  </a:lnTo>
                  <a:lnTo>
                    <a:pt x="1206094" y="1344844"/>
                  </a:lnTo>
                  <a:lnTo>
                    <a:pt x="1206091" y="1344855"/>
                  </a:lnTo>
                  <a:lnTo>
                    <a:pt x="1206087" y="1344865"/>
                  </a:lnTo>
                  <a:lnTo>
                    <a:pt x="1206085" y="1344875"/>
                  </a:lnTo>
                  <a:lnTo>
                    <a:pt x="1206082" y="1344887"/>
                  </a:lnTo>
                  <a:lnTo>
                    <a:pt x="1206082" y="1344893"/>
                  </a:lnTo>
                  <a:lnTo>
                    <a:pt x="1206084" y="1344900"/>
                  </a:lnTo>
                  <a:lnTo>
                    <a:pt x="1206085" y="1344905"/>
                  </a:lnTo>
                  <a:lnTo>
                    <a:pt x="1206086" y="1344915"/>
                  </a:lnTo>
                  <a:lnTo>
                    <a:pt x="1206086" y="1344923"/>
                  </a:lnTo>
                  <a:lnTo>
                    <a:pt x="1206081" y="1344927"/>
                  </a:lnTo>
                  <a:lnTo>
                    <a:pt x="1206077" y="1344931"/>
                  </a:lnTo>
                  <a:lnTo>
                    <a:pt x="1206072" y="1344933"/>
                  </a:lnTo>
                  <a:lnTo>
                    <a:pt x="1206064" y="1344936"/>
                  </a:lnTo>
                  <a:lnTo>
                    <a:pt x="1206060" y="1344939"/>
                  </a:lnTo>
                  <a:lnTo>
                    <a:pt x="1206055" y="1344942"/>
                  </a:lnTo>
                  <a:lnTo>
                    <a:pt x="1206050" y="1344946"/>
                  </a:lnTo>
                  <a:lnTo>
                    <a:pt x="1206046" y="1344949"/>
                  </a:lnTo>
                  <a:lnTo>
                    <a:pt x="1206043" y="1344953"/>
                  </a:lnTo>
                  <a:lnTo>
                    <a:pt x="1206038" y="1344958"/>
                  </a:lnTo>
                  <a:lnTo>
                    <a:pt x="1206030" y="1344964"/>
                  </a:lnTo>
                  <a:lnTo>
                    <a:pt x="1206025" y="1344964"/>
                  </a:lnTo>
                  <a:lnTo>
                    <a:pt x="1206020" y="1344963"/>
                  </a:lnTo>
                  <a:lnTo>
                    <a:pt x="1206016" y="1344961"/>
                  </a:lnTo>
                  <a:lnTo>
                    <a:pt x="1206012" y="1344961"/>
                  </a:lnTo>
                  <a:lnTo>
                    <a:pt x="1206001" y="1344963"/>
                  </a:lnTo>
                  <a:lnTo>
                    <a:pt x="1205990" y="1344972"/>
                  </a:lnTo>
                  <a:lnTo>
                    <a:pt x="1205979" y="1344980"/>
                  </a:lnTo>
                  <a:lnTo>
                    <a:pt x="1205966" y="1344992"/>
                  </a:lnTo>
                  <a:lnTo>
                    <a:pt x="1205960" y="1344997"/>
                  </a:lnTo>
                  <a:lnTo>
                    <a:pt x="1205953" y="1345002"/>
                  </a:lnTo>
                  <a:lnTo>
                    <a:pt x="1205947" y="1345004"/>
                  </a:lnTo>
                  <a:lnTo>
                    <a:pt x="1205941" y="1345004"/>
                  </a:lnTo>
                  <a:lnTo>
                    <a:pt x="1205930" y="1345002"/>
                  </a:lnTo>
                  <a:lnTo>
                    <a:pt x="1205907" y="1344998"/>
                  </a:lnTo>
                  <a:lnTo>
                    <a:pt x="1205898" y="1344997"/>
                  </a:lnTo>
                  <a:lnTo>
                    <a:pt x="1205887" y="1344994"/>
                  </a:lnTo>
                  <a:lnTo>
                    <a:pt x="1205877" y="1344990"/>
                  </a:lnTo>
                  <a:lnTo>
                    <a:pt x="1205868" y="1344986"/>
                  </a:lnTo>
                  <a:lnTo>
                    <a:pt x="1205851" y="1344978"/>
                  </a:lnTo>
                  <a:lnTo>
                    <a:pt x="1205830" y="1344972"/>
                  </a:lnTo>
                  <a:lnTo>
                    <a:pt x="1205820" y="1344971"/>
                  </a:lnTo>
                  <a:lnTo>
                    <a:pt x="1205813" y="1344972"/>
                  </a:lnTo>
                  <a:lnTo>
                    <a:pt x="1205802" y="1344975"/>
                  </a:lnTo>
                  <a:lnTo>
                    <a:pt x="1205794" y="1344975"/>
                  </a:lnTo>
                  <a:lnTo>
                    <a:pt x="1205784" y="1344974"/>
                  </a:lnTo>
                  <a:lnTo>
                    <a:pt x="1205778" y="1344973"/>
                  </a:lnTo>
                  <a:lnTo>
                    <a:pt x="1205761" y="1344967"/>
                  </a:lnTo>
                  <a:lnTo>
                    <a:pt x="1205747" y="1344966"/>
                  </a:lnTo>
                  <a:lnTo>
                    <a:pt x="1205738" y="1344967"/>
                  </a:lnTo>
                  <a:lnTo>
                    <a:pt x="1205733" y="1344967"/>
                  </a:lnTo>
                  <a:lnTo>
                    <a:pt x="1205729" y="1344968"/>
                  </a:lnTo>
                  <a:lnTo>
                    <a:pt x="1205725" y="1344970"/>
                  </a:lnTo>
                  <a:lnTo>
                    <a:pt x="1205711" y="1344972"/>
                  </a:lnTo>
                  <a:lnTo>
                    <a:pt x="1205700" y="1344973"/>
                  </a:lnTo>
                  <a:lnTo>
                    <a:pt x="1205690" y="1344973"/>
                  </a:lnTo>
                  <a:lnTo>
                    <a:pt x="1205681" y="1344971"/>
                  </a:lnTo>
                  <a:lnTo>
                    <a:pt x="1205669" y="1344968"/>
                  </a:lnTo>
                  <a:lnTo>
                    <a:pt x="1205656" y="1344966"/>
                  </a:lnTo>
                  <a:lnTo>
                    <a:pt x="1205639" y="1344964"/>
                  </a:lnTo>
                  <a:lnTo>
                    <a:pt x="1205631" y="1344965"/>
                  </a:lnTo>
                  <a:lnTo>
                    <a:pt x="1205614" y="1344967"/>
                  </a:lnTo>
                  <a:lnTo>
                    <a:pt x="1205590" y="1344970"/>
                  </a:lnTo>
                  <a:lnTo>
                    <a:pt x="1205584" y="1344971"/>
                  </a:lnTo>
                  <a:lnTo>
                    <a:pt x="1205579" y="1344971"/>
                  </a:lnTo>
                  <a:lnTo>
                    <a:pt x="1205564" y="1344972"/>
                  </a:lnTo>
                  <a:lnTo>
                    <a:pt x="1205552" y="1344971"/>
                  </a:lnTo>
                  <a:lnTo>
                    <a:pt x="1205538" y="1344969"/>
                  </a:lnTo>
                  <a:lnTo>
                    <a:pt x="1205532" y="1344968"/>
                  </a:lnTo>
                  <a:lnTo>
                    <a:pt x="1205528" y="1344967"/>
                  </a:lnTo>
                  <a:lnTo>
                    <a:pt x="1205513" y="1344962"/>
                  </a:lnTo>
                  <a:lnTo>
                    <a:pt x="1205505" y="1344959"/>
                  </a:lnTo>
                  <a:lnTo>
                    <a:pt x="1205483" y="1344952"/>
                  </a:lnTo>
                  <a:lnTo>
                    <a:pt x="1205473" y="1344950"/>
                  </a:lnTo>
                  <a:lnTo>
                    <a:pt x="1205428" y="1344932"/>
                  </a:lnTo>
                  <a:lnTo>
                    <a:pt x="1205414" y="1344927"/>
                  </a:lnTo>
                  <a:lnTo>
                    <a:pt x="1205408" y="1344926"/>
                  </a:lnTo>
                  <a:lnTo>
                    <a:pt x="1205403" y="1344925"/>
                  </a:lnTo>
                  <a:lnTo>
                    <a:pt x="1205375" y="1344924"/>
                  </a:lnTo>
                  <a:lnTo>
                    <a:pt x="1205368" y="1344925"/>
                  </a:lnTo>
                  <a:lnTo>
                    <a:pt x="1205358" y="1344927"/>
                  </a:lnTo>
                  <a:lnTo>
                    <a:pt x="1205343" y="1344931"/>
                  </a:lnTo>
                  <a:lnTo>
                    <a:pt x="1205337" y="1344933"/>
                  </a:lnTo>
                  <a:lnTo>
                    <a:pt x="1205332" y="1344935"/>
                  </a:lnTo>
                  <a:lnTo>
                    <a:pt x="1205322" y="1344939"/>
                  </a:lnTo>
                  <a:lnTo>
                    <a:pt x="1205308" y="1344944"/>
                  </a:lnTo>
                  <a:lnTo>
                    <a:pt x="1205294" y="1344948"/>
                  </a:lnTo>
                  <a:lnTo>
                    <a:pt x="1205279" y="1344954"/>
                  </a:lnTo>
                  <a:lnTo>
                    <a:pt x="1205264" y="1344971"/>
                  </a:lnTo>
                  <a:lnTo>
                    <a:pt x="1205259" y="1344975"/>
                  </a:lnTo>
                  <a:lnTo>
                    <a:pt x="1205249" y="1344982"/>
                  </a:lnTo>
                  <a:lnTo>
                    <a:pt x="1205243" y="1344986"/>
                  </a:lnTo>
                  <a:lnTo>
                    <a:pt x="1205240" y="1344989"/>
                  </a:lnTo>
                  <a:lnTo>
                    <a:pt x="1205235" y="1344990"/>
                  </a:lnTo>
                  <a:lnTo>
                    <a:pt x="1205229" y="1344992"/>
                  </a:lnTo>
                  <a:lnTo>
                    <a:pt x="1205222" y="1344994"/>
                  </a:lnTo>
                  <a:lnTo>
                    <a:pt x="1205200" y="1344995"/>
                  </a:lnTo>
                  <a:lnTo>
                    <a:pt x="1205194" y="1344995"/>
                  </a:lnTo>
                  <a:lnTo>
                    <a:pt x="1205187" y="1344997"/>
                  </a:lnTo>
                  <a:lnTo>
                    <a:pt x="1205183" y="1344998"/>
                  </a:lnTo>
                  <a:lnTo>
                    <a:pt x="1205179" y="1345000"/>
                  </a:lnTo>
                  <a:lnTo>
                    <a:pt x="1205173" y="1345004"/>
                  </a:lnTo>
                  <a:lnTo>
                    <a:pt x="1205166" y="1345010"/>
                  </a:lnTo>
                  <a:lnTo>
                    <a:pt x="1205162" y="1345015"/>
                  </a:lnTo>
                  <a:lnTo>
                    <a:pt x="1205155" y="1345023"/>
                  </a:lnTo>
                  <a:lnTo>
                    <a:pt x="1205147" y="1345031"/>
                  </a:lnTo>
                  <a:lnTo>
                    <a:pt x="1205140" y="1345037"/>
                  </a:lnTo>
                  <a:lnTo>
                    <a:pt x="1205131" y="1345043"/>
                  </a:lnTo>
                  <a:lnTo>
                    <a:pt x="1205127" y="1345046"/>
                  </a:lnTo>
                  <a:lnTo>
                    <a:pt x="1205120" y="1345052"/>
                  </a:lnTo>
                  <a:lnTo>
                    <a:pt x="1205114" y="1345059"/>
                  </a:lnTo>
                  <a:lnTo>
                    <a:pt x="1205105" y="1345070"/>
                  </a:lnTo>
                  <a:lnTo>
                    <a:pt x="1205088" y="1345091"/>
                  </a:lnTo>
                  <a:lnTo>
                    <a:pt x="1205074" y="1345108"/>
                  </a:lnTo>
                  <a:lnTo>
                    <a:pt x="1205062" y="1345117"/>
                  </a:lnTo>
                  <a:lnTo>
                    <a:pt x="1205056" y="1345122"/>
                  </a:lnTo>
                  <a:lnTo>
                    <a:pt x="1205050" y="1345127"/>
                  </a:lnTo>
                  <a:lnTo>
                    <a:pt x="1205044" y="1345133"/>
                  </a:lnTo>
                  <a:lnTo>
                    <a:pt x="1205040" y="1345138"/>
                  </a:lnTo>
                  <a:lnTo>
                    <a:pt x="1205035" y="1345147"/>
                  </a:lnTo>
                  <a:lnTo>
                    <a:pt x="1205032" y="1345153"/>
                  </a:lnTo>
                  <a:lnTo>
                    <a:pt x="1205025" y="1345161"/>
                  </a:lnTo>
                  <a:lnTo>
                    <a:pt x="1205015" y="1345171"/>
                  </a:lnTo>
                  <a:lnTo>
                    <a:pt x="1205000" y="1345181"/>
                  </a:lnTo>
                  <a:lnTo>
                    <a:pt x="1204995" y="1345185"/>
                  </a:lnTo>
                  <a:lnTo>
                    <a:pt x="1204991" y="1345189"/>
                  </a:lnTo>
                  <a:lnTo>
                    <a:pt x="1204985" y="1345198"/>
                  </a:lnTo>
                  <a:lnTo>
                    <a:pt x="1204983" y="1345206"/>
                  </a:lnTo>
                  <a:lnTo>
                    <a:pt x="1204981" y="1345212"/>
                  </a:lnTo>
                  <a:lnTo>
                    <a:pt x="1204979" y="1345221"/>
                  </a:lnTo>
                  <a:lnTo>
                    <a:pt x="1204971" y="1345231"/>
                  </a:lnTo>
                  <a:lnTo>
                    <a:pt x="1204962" y="1345239"/>
                  </a:lnTo>
                  <a:lnTo>
                    <a:pt x="1204955" y="1345245"/>
                  </a:lnTo>
                  <a:lnTo>
                    <a:pt x="1204951" y="1345247"/>
                  </a:lnTo>
                  <a:lnTo>
                    <a:pt x="1204947" y="1345249"/>
                  </a:lnTo>
                  <a:lnTo>
                    <a:pt x="1204943" y="1345250"/>
                  </a:lnTo>
                  <a:lnTo>
                    <a:pt x="1204930" y="1345254"/>
                  </a:lnTo>
                  <a:lnTo>
                    <a:pt x="1204914" y="1345259"/>
                  </a:lnTo>
                  <a:lnTo>
                    <a:pt x="1204899" y="1345264"/>
                  </a:lnTo>
                  <a:lnTo>
                    <a:pt x="1204890" y="1345267"/>
                  </a:lnTo>
                  <a:lnTo>
                    <a:pt x="1204880" y="1345272"/>
                  </a:lnTo>
                  <a:lnTo>
                    <a:pt x="1204877" y="1345275"/>
                  </a:lnTo>
                  <a:lnTo>
                    <a:pt x="1204874" y="1345281"/>
                  </a:lnTo>
                  <a:lnTo>
                    <a:pt x="1204874" y="1345287"/>
                  </a:lnTo>
                  <a:lnTo>
                    <a:pt x="1204871" y="1345297"/>
                  </a:lnTo>
                  <a:lnTo>
                    <a:pt x="1204865" y="1345302"/>
                  </a:lnTo>
                  <a:lnTo>
                    <a:pt x="1204861" y="1345306"/>
                  </a:lnTo>
                  <a:lnTo>
                    <a:pt x="1204857" y="1345309"/>
                  </a:lnTo>
                  <a:lnTo>
                    <a:pt x="1204852" y="1345314"/>
                  </a:lnTo>
                  <a:lnTo>
                    <a:pt x="1204847" y="1345318"/>
                  </a:lnTo>
                  <a:lnTo>
                    <a:pt x="1204861" y="1345336"/>
                  </a:lnTo>
                  <a:lnTo>
                    <a:pt x="1204868" y="1345344"/>
                  </a:lnTo>
                  <a:lnTo>
                    <a:pt x="1204877" y="1345355"/>
                  </a:lnTo>
                  <a:lnTo>
                    <a:pt x="1204889" y="1345373"/>
                  </a:lnTo>
                  <a:lnTo>
                    <a:pt x="1204891" y="1345378"/>
                  </a:lnTo>
                  <a:lnTo>
                    <a:pt x="1204896" y="1345386"/>
                  </a:lnTo>
                  <a:lnTo>
                    <a:pt x="1204906" y="1345398"/>
                  </a:lnTo>
                  <a:lnTo>
                    <a:pt x="1204915" y="1345406"/>
                  </a:lnTo>
                  <a:lnTo>
                    <a:pt x="1204932" y="1345417"/>
                  </a:lnTo>
                  <a:lnTo>
                    <a:pt x="1204944" y="1345425"/>
                  </a:lnTo>
                  <a:lnTo>
                    <a:pt x="1204951" y="1345428"/>
                  </a:lnTo>
                  <a:lnTo>
                    <a:pt x="1204958" y="1345432"/>
                  </a:lnTo>
                  <a:lnTo>
                    <a:pt x="1204961" y="1345439"/>
                  </a:lnTo>
                  <a:lnTo>
                    <a:pt x="1204968" y="1345455"/>
                  </a:lnTo>
                  <a:lnTo>
                    <a:pt x="1204972" y="1345461"/>
                  </a:lnTo>
                  <a:lnTo>
                    <a:pt x="1204976" y="1345468"/>
                  </a:lnTo>
                  <a:lnTo>
                    <a:pt x="1204983" y="1345474"/>
                  </a:lnTo>
                  <a:lnTo>
                    <a:pt x="1205003" y="1345493"/>
                  </a:lnTo>
                  <a:lnTo>
                    <a:pt x="1205017" y="1345503"/>
                  </a:lnTo>
                  <a:lnTo>
                    <a:pt x="1205023" y="1345507"/>
                  </a:lnTo>
                  <a:lnTo>
                    <a:pt x="1205035" y="1345513"/>
                  </a:lnTo>
                  <a:lnTo>
                    <a:pt x="1205054" y="1345524"/>
                  </a:lnTo>
                  <a:lnTo>
                    <a:pt x="1205072" y="1345535"/>
                  </a:lnTo>
                  <a:lnTo>
                    <a:pt x="1205083" y="1345546"/>
                  </a:lnTo>
                  <a:lnTo>
                    <a:pt x="1205089" y="1345556"/>
                  </a:lnTo>
                  <a:lnTo>
                    <a:pt x="1205099" y="1345571"/>
                  </a:lnTo>
                  <a:lnTo>
                    <a:pt x="1205108" y="1345584"/>
                  </a:lnTo>
                  <a:lnTo>
                    <a:pt x="1205113" y="1345593"/>
                  </a:lnTo>
                  <a:lnTo>
                    <a:pt x="1205125" y="1345616"/>
                  </a:lnTo>
                  <a:lnTo>
                    <a:pt x="1205127" y="1345621"/>
                  </a:lnTo>
                  <a:lnTo>
                    <a:pt x="1205130" y="1345638"/>
                  </a:lnTo>
                  <a:lnTo>
                    <a:pt x="1205131" y="1345643"/>
                  </a:lnTo>
                  <a:lnTo>
                    <a:pt x="1205132" y="1345651"/>
                  </a:lnTo>
                  <a:lnTo>
                    <a:pt x="1205134" y="1345657"/>
                  </a:lnTo>
                  <a:lnTo>
                    <a:pt x="1205144" y="1345678"/>
                  </a:lnTo>
                  <a:lnTo>
                    <a:pt x="1205161" y="1345703"/>
                  </a:lnTo>
                  <a:lnTo>
                    <a:pt x="1205167" y="1345709"/>
                  </a:lnTo>
                  <a:lnTo>
                    <a:pt x="1205174" y="1345717"/>
                  </a:lnTo>
                  <a:lnTo>
                    <a:pt x="1205177" y="1345724"/>
                  </a:lnTo>
                  <a:lnTo>
                    <a:pt x="1205175" y="1345730"/>
                  </a:lnTo>
                  <a:lnTo>
                    <a:pt x="1205165" y="1345744"/>
                  </a:lnTo>
                  <a:lnTo>
                    <a:pt x="1205158" y="1345751"/>
                  </a:lnTo>
                  <a:lnTo>
                    <a:pt x="1205152" y="1345765"/>
                  </a:lnTo>
                  <a:lnTo>
                    <a:pt x="1205154" y="1345776"/>
                  </a:lnTo>
                  <a:lnTo>
                    <a:pt x="1205158" y="1345784"/>
                  </a:lnTo>
                  <a:lnTo>
                    <a:pt x="1205164" y="1345796"/>
                  </a:lnTo>
                  <a:lnTo>
                    <a:pt x="1205171" y="1345806"/>
                  </a:lnTo>
                  <a:lnTo>
                    <a:pt x="1205174" y="1345811"/>
                  </a:lnTo>
                  <a:lnTo>
                    <a:pt x="1205176" y="1345818"/>
                  </a:lnTo>
                  <a:lnTo>
                    <a:pt x="1205175" y="1345826"/>
                  </a:lnTo>
                  <a:lnTo>
                    <a:pt x="1205172" y="1345834"/>
                  </a:lnTo>
                  <a:lnTo>
                    <a:pt x="1205173" y="1345848"/>
                  </a:lnTo>
                  <a:lnTo>
                    <a:pt x="1205173" y="1345854"/>
                  </a:lnTo>
                  <a:lnTo>
                    <a:pt x="1205173" y="1345859"/>
                  </a:lnTo>
                  <a:lnTo>
                    <a:pt x="1205170" y="1345866"/>
                  </a:lnTo>
                  <a:lnTo>
                    <a:pt x="1205168" y="1345870"/>
                  </a:lnTo>
                  <a:lnTo>
                    <a:pt x="1205164" y="1345876"/>
                  </a:lnTo>
                  <a:lnTo>
                    <a:pt x="1205161" y="1345881"/>
                  </a:lnTo>
                  <a:lnTo>
                    <a:pt x="1205158" y="1345888"/>
                  </a:lnTo>
                  <a:lnTo>
                    <a:pt x="1205158" y="1345893"/>
                  </a:lnTo>
                  <a:lnTo>
                    <a:pt x="1205161" y="1345903"/>
                  </a:lnTo>
                  <a:lnTo>
                    <a:pt x="1205164" y="1345908"/>
                  </a:lnTo>
                  <a:lnTo>
                    <a:pt x="1205167" y="1345914"/>
                  </a:lnTo>
                  <a:lnTo>
                    <a:pt x="1205171" y="1345921"/>
                  </a:lnTo>
                  <a:lnTo>
                    <a:pt x="1205178" y="1345931"/>
                  </a:lnTo>
                  <a:lnTo>
                    <a:pt x="1205182" y="1345937"/>
                  </a:lnTo>
                  <a:lnTo>
                    <a:pt x="1205189" y="1345946"/>
                  </a:lnTo>
                  <a:lnTo>
                    <a:pt x="1205204" y="1345960"/>
                  </a:lnTo>
                  <a:lnTo>
                    <a:pt x="1205210" y="1345963"/>
                  </a:lnTo>
                  <a:lnTo>
                    <a:pt x="1205215" y="1345970"/>
                  </a:lnTo>
                  <a:lnTo>
                    <a:pt x="1205214" y="1345976"/>
                  </a:lnTo>
                  <a:lnTo>
                    <a:pt x="1205212" y="1345981"/>
                  </a:lnTo>
                  <a:lnTo>
                    <a:pt x="1205209" y="1345990"/>
                  </a:lnTo>
                  <a:lnTo>
                    <a:pt x="1205208" y="1345996"/>
                  </a:lnTo>
                  <a:lnTo>
                    <a:pt x="1205207" y="1346002"/>
                  </a:lnTo>
                  <a:lnTo>
                    <a:pt x="1205210" y="1346012"/>
                  </a:lnTo>
                  <a:lnTo>
                    <a:pt x="1205214" y="1346020"/>
                  </a:lnTo>
                  <a:lnTo>
                    <a:pt x="1205217" y="1346030"/>
                  </a:lnTo>
                  <a:lnTo>
                    <a:pt x="1205216" y="1346040"/>
                  </a:lnTo>
                  <a:lnTo>
                    <a:pt x="1205216" y="1346047"/>
                  </a:lnTo>
                  <a:lnTo>
                    <a:pt x="1205216" y="1346053"/>
                  </a:lnTo>
                  <a:lnTo>
                    <a:pt x="1205217" y="1346057"/>
                  </a:lnTo>
                  <a:lnTo>
                    <a:pt x="1205224" y="1346065"/>
                  </a:lnTo>
                  <a:lnTo>
                    <a:pt x="1205229" y="1346070"/>
                  </a:lnTo>
                  <a:lnTo>
                    <a:pt x="1205235" y="1346074"/>
                  </a:lnTo>
                  <a:lnTo>
                    <a:pt x="1205238" y="1346082"/>
                  </a:lnTo>
                  <a:lnTo>
                    <a:pt x="1205233" y="1346091"/>
                  </a:lnTo>
                  <a:lnTo>
                    <a:pt x="1205230" y="1346097"/>
                  </a:lnTo>
                  <a:lnTo>
                    <a:pt x="1205228" y="1346104"/>
                  </a:lnTo>
                  <a:lnTo>
                    <a:pt x="1205234" y="1346112"/>
                  </a:lnTo>
                  <a:lnTo>
                    <a:pt x="1205244" y="1346116"/>
                  </a:lnTo>
                  <a:lnTo>
                    <a:pt x="1205250" y="1346119"/>
                  </a:lnTo>
                  <a:lnTo>
                    <a:pt x="1205255" y="1346122"/>
                  </a:lnTo>
                  <a:lnTo>
                    <a:pt x="1205259" y="1346125"/>
                  </a:lnTo>
                  <a:lnTo>
                    <a:pt x="1205266" y="1346133"/>
                  </a:lnTo>
                  <a:lnTo>
                    <a:pt x="1205272" y="1346142"/>
                  </a:lnTo>
                  <a:lnTo>
                    <a:pt x="1205277" y="1346149"/>
                  </a:lnTo>
                  <a:lnTo>
                    <a:pt x="1205281" y="1346153"/>
                  </a:lnTo>
                  <a:lnTo>
                    <a:pt x="1205285" y="1346158"/>
                  </a:lnTo>
                  <a:lnTo>
                    <a:pt x="1205286" y="1346162"/>
                  </a:lnTo>
                  <a:lnTo>
                    <a:pt x="1205286" y="1346168"/>
                  </a:lnTo>
                  <a:lnTo>
                    <a:pt x="1205283" y="1346175"/>
                  </a:lnTo>
                  <a:lnTo>
                    <a:pt x="1205280" y="1346183"/>
                  </a:lnTo>
                  <a:lnTo>
                    <a:pt x="1205278" y="1346189"/>
                  </a:lnTo>
                  <a:lnTo>
                    <a:pt x="1205275" y="1346196"/>
                  </a:lnTo>
                  <a:lnTo>
                    <a:pt x="1205273" y="1346200"/>
                  </a:lnTo>
                  <a:lnTo>
                    <a:pt x="1205272" y="1346208"/>
                  </a:lnTo>
                  <a:lnTo>
                    <a:pt x="1205270" y="1346214"/>
                  </a:lnTo>
                  <a:lnTo>
                    <a:pt x="1205269" y="1346219"/>
                  </a:lnTo>
                  <a:lnTo>
                    <a:pt x="1205268" y="1346226"/>
                  </a:lnTo>
                  <a:lnTo>
                    <a:pt x="1205268" y="1346234"/>
                  </a:lnTo>
                  <a:lnTo>
                    <a:pt x="1205269" y="1346240"/>
                  </a:lnTo>
                  <a:lnTo>
                    <a:pt x="1205268" y="1346249"/>
                  </a:lnTo>
                  <a:lnTo>
                    <a:pt x="1205267" y="1346256"/>
                  </a:lnTo>
                  <a:lnTo>
                    <a:pt x="1205264" y="1346264"/>
                  </a:lnTo>
                  <a:lnTo>
                    <a:pt x="1205259" y="1346276"/>
                  </a:lnTo>
                  <a:lnTo>
                    <a:pt x="1205256" y="1346280"/>
                  </a:lnTo>
                  <a:lnTo>
                    <a:pt x="1205253" y="1346283"/>
                  </a:lnTo>
                  <a:lnTo>
                    <a:pt x="1205249" y="1346289"/>
                  </a:lnTo>
                  <a:lnTo>
                    <a:pt x="1205247" y="1346295"/>
                  </a:lnTo>
                  <a:lnTo>
                    <a:pt x="1205247" y="1346304"/>
                  </a:lnTo>
                  <a:lnTo>
                    <a:pt x="1205246" y="1346311"/>
                  </a:lnTo>
                  <a:lnTo>
                    <a:pt x="1205246" y="1346321"/>
                  </a:lnTo>
                  <a:lnTo>
                    <a:pt x="1205244" y="1346331"/>
                  </a:lnTo>
                  <a:lnTo>
                    <a:pt x="1205242" y="1346344"/>
                  </a:lnTo>
                  <a:lnTo>
                    <a:pt x="1205241" y="1346351"/>
                  </a:lnTo>
                  <a:lnTo>
                    <a:pt x="1205239" y="1346357"/>
                  </a:lnTo>
                  <a:lnTo>
                    <a:pt x="1205238" y="1346362"/>
                  </a:lnTo>
                  <a:lnTo>
                    <a:pt x="1205235" y="1346369"/>
                  </a:lnTo>
                  <a:lnTo>
                    <a:pt x="1205230" y="1346377"/>
                  </a:lnTo>
                  <a:lnTo>
                    <a:pt x="1205227" y="1346380"/>
                  </a:lnTo>
                  <a:lnTo>
                    <a:pt x="1205219" y="1346383"/>
                  </a:lnTo>
                  <a:lnTo>
                    <a:pt x="1205213" y="1346385"/>
                  </a:lnTo>
                  <a:lnTo>
                    <a:pt x="1205203" y="1346389"/>
                  </a:lnTo>
                  <a:lnTo>
                    <a:pt x="1205197" y="1346391"/>
                  </a:lnTo>
                  <a:lnTo>
                    <a:pt x="1205190" y="1346393"/>
                  </a:lnTo>
                  <a:lnTo>
                    <a:pt x="1205184" y="1346396"/>
                  </a:lnTo>
                  <a:lnTo>
                    <a:pt x="1205183" y="1346401"/>
                  </a:lnTo>
                  <a:lnTo>
                    <a:pt x="1205184" y="1346410"/>
                  </a:lnTo>
                  <a:lnTo>
                    <a:pt x="1205184" y="1346416"/>
                  </a:lnTo>
                  <a:lnTo>
                    <a:pt x="1205181" y="1346421"/>
                  </a:lnTo>
                  <a:lnTo>
                    <a:pt x="1205178" y="1346426"/>
                  </a:lnTo>
                  <a:lnTo>
                    <a:pt x="1205174" y="1346430"/>
                  </a:lnTo>
                  <a:lnTo>
                    <a:pt x="1205168" y="1346437"/>
                  </a:lnTo>
                  <a:lnTo>
                    <a:pt x="1205165" y="1346442"/>
                  </a:lnTo>
                  <a:lnTo>
                    <a:pt x="1205162" y="1346447"/>
                  </a:lnTo>
                  <a:lnTo>
                    <a:pt x="1205160" y="1346454"/>
                  </a:lnTo>
                  <a:lnTo>
                    <a:pt x="1205159" y="1346461"/>
                  </a:lnTo>
                  <a:lnTo>
                    <a:pt x="1205159" y="1346465"/>
                  </a:lnTo>
                  <a:lnTo>
                    <a:pt x="1205157" y="1346471"/>
                  </a:lnTo>
                  <a:lnTo>
                    <a:pt x="1205155" y="1346475"/>
                  </a:lnTo>
                  <a:lnTo>
                    <a:pt x="1205151" y="1346481"/>
                  </a:lnTo>
                  <a:lnTo>
                    <a:pt x="1205145" y="1346489"/>
                  </a:lnTo>
                  <a:lnTo>
                    <a:pt x="1205140" y="1346493"/>
                  </a:lnTo>
                  <a:lnTo>
                    <a:pt x="1205133" y="1346497"/>
                  </a:lnTo>
                  <a:lnTo>
                    <a:pt x="1205128" y="1346500"/>
                  </a:lnTo>
                  <a:lnTo>
                    <a:pt x="1205120" y="1346502"/>
                  </a:lnTo>
                  <a:lnTo>
                    <a:pt x="1205115" y="1346503"/>
                  </a:lnTo>
                  <a:lnTo>
                    <a:pt x="1205108" y="1346503"/>
                  </a:lnTo>
                  <a:lnTo>
                    <a:pt x="1205100" y="1346502"/>
                  </a:lnTo>
                  <a:lnTo>
                    <a:pt x="1205093" y="1346500"/>
                  </a:lnTo>
                  <a:lnTo>
                    <a:pt x="1205087" y="1346501"/>
                  </a:lnTo>
                  <a:lnTo>
                    <a:pt x="1205075" y="1346503"/>
                  </a:lnTo>
                  <a:lnTo>
                    <a:pt x="1205068" y="1346505"/>
                  </a:lnTo>
                  <a:lnTo>
                    <a:pt x="1205063" y="1346508"/>
                  </a:lnTo>
                  <a:lnTo>
                    <a:pt x="1205059" y="1346510"/>
                  </a:lnTo>
                  <a:lnTo>
                    <a:pt x="1205055" y="1346513"/>
                  </a:lnTo>
                  <a:lnTo>
                    <a:pt x="1205050" y="1346516"/>
                  </a:lnTo>
                  <a:lnTo>
                    <a:pt x="1205043" y="1346521"/>
                  </a:lnTo>
                  <a:lnTo>
                    <a:pt x="1205039" y="1346522"/>
                  </a:lnTo>
                  <a:lnTo>
                    <a:pt x="1205034" y="1346524"/>
                  </a:lnTo>
                  <a:lnTo>
                    <a:pt x="1205028" y="1346528"/>
                  </a:lnTo>
                  <a:lnTo>
                    <a:pt x="1205024" y="1346531"/>
                  </a:lnTo>
                  <a:lnTo>
                    <a:pt x="1205019" y="1346535"/>
                  </a:lnTo>
                  <a:lnTo>
                    <a:pt x="1205014" y="1346539"/>
                  </a:lnTo>
                  <a:lnTo>
                    <a:pt x="1205009" y="1346541"/>
                  </a:lnTo>
                  <a:lnTo>
                    <a:pt x="1205001" y="1346544"/>
                  </a:lnTo>
                  <a:lnTo>
                    <a:pt x="1204987" y="1346545"/>
                  </a:lnTo>
                  <a:lnTo>
                    <a:pt x="1204974" y="1346547"/>
                  </a:lnTo>
                  <a:lnTo>
                    <a:pt x="1204952" y="1346551"/>
                  </a:lnTo>
                  <a:lnTo>
                    <a:pt x="1204944" y="1346554"/>
                  </a:lnTo>
                  <a:lnTo>
                    <a:pt x="1204934" y="1346559"/>
                  </a:lnTo>
                  <a:lnTo>
                    <a:pt x="1204924" y="1346566"/>
                  </a:lnTo>
                  <a:lnTo>
                    <a:pt x="1204917" y="1346571"/>
                  </a:lnTo>
                  <a:lnTo>
                    <a:pt x="1204912" y="1346576"/>
                  </a:lnTo>
                  <a:lnTo>
                    <a:pt x="1204907" y="1346583"/>
                  </a:lnTo>
                  <a:lnTo>
                    <a:pt x="1204903" y="1346587"/>
                  </a:lnTo>
                  <a:lnTo>
                    <a:pt x="1204892" y="1346598"/>
                  </a:lnTo>
                  <a:lnTo>
                    <a:pt x="1204878" y="1346605"/>
                  </a:lnTo>
                  <a:lnTo>
                    <a:pt x="1204868" y="1346610"/>
                  </a:lnTo>
                  <a:lnTo>
                    <a:pt x="1204855" y="1346616"/>
                  </a:lnTo>
                  <a:lnTo>
                    <a:pt x="1204842" y="1346621"/>
                  </a:lnTo>
                  <a:lnTo>
                    <a:pt x="1204837" y="1346622"/>
                  </a:lnTo>
                  <a:lnTo>
                    <a:pt x="1204832" y="1346622"/>
                  </a:lnTo>
                  <a:lnTo>
                    <a:pt x="1204825" y="1346622"/>
                  </a:lnTo>
                  <a:lnTo>
                    <a:pt x="1204811" y="1346620"/>
                  </a:lnTo>
                  <a:lnTo>
                    <a:pt x="1204801" y="1346617"/>
                  </a:lnTo>
                  <a:lnTo>
                    <a:pt x="1204792" y="1346613"/>
                  </a:lnTo>
                  <a:lnTo>
                    <a:pt x="1204784" y="1346611"/>
                  </a:lnTo>
                  <a:lnTo>
                    <a:pt x="1204766" y="1346608"/>
                  </a:lnTo>
                  <a:lnTo>
                    <a:pt x="1204756" y="1346607"/>
                  </a:lnTo>
                  <a:lnTo>
                    <a:pt x="1204747" y="1346605"/>
                  </a:lnTo>
                  <a:lnTo>
                    <a:pt x="1204740" y="1346602"/>
                  </a:lnTo>
                  <a:lnTo>
                    <a:pt x="1204733" y="1346596"/>
                  </a:lnTo>
                  <a:lnTo>
                    <a:pt x="1204728" y="1346592"/>
                  </a:lnTo>
                  <a:lnTo>
                    <a:pt x="1204711" y="1346578"/>
                  </a:lnTo>
                  <a:lnTo>
                    <a:pt x="1204705" y="1346577"/>
                  </a:lnTo>
                  <a:lnTo>
                    <a:pt x="1204701" y="1346576"/>
                  </a:lnTo>
                  <a:lnTo>
                    <a:pt x="1204697" y="1346574"/>
                  </a:lnTo>
                  <a:lnTo>
                    <a:pt x="1204693" y="1346573"/>
                  </a:lnTo>
                  <a:lnTo>
                    <a:pt x="1204687" y="1346568"/>
                  </a:lnTo>
                  <a:lnTo>
                    <a:pt x="1204676" y="1346561"/>
                  </a:lnTo>
                  <a:lnTo>
                    <a:pt x="1204668" y="1346556"/>
                  </a:lnTo>
                  <a:lnTo>
                    <a:pt x="1204663" y="1346555"/>
                  </a:lnTo>
                  <a:lnTo>
                    <a:pt x="1204648" y="1346555"/>
                  </a:lnTo>
                  <a:lnTo>
                    <a:pt x="1204631" y="1346553"/>
                  </a:lnTo>
                  <a:lnTo>
                    <a:pt x="1204622" y="1346551"/>
                  </a:lnTo>
                  <a:lnTo>
                    <a:pt x="1204614" y="1346547"/>
                  </a:lnTo>
                  <a:lnTo>
                    <a:pt x="1204609" y="1346542"/>
                  </a:lnTo>
                  <a:lnTo>
                    <a:pt x="1204597" y="1346530"/>
                  </a:lnTo>
                  <a:lnTo>
                    <a:pt x="1204588" y="1346516"/>
                  </a:lnTo>
                  <a:lnTo>
                    <a:pt x="1204581" y="1346504"/>
                  </a:lnTo>
                  <a:lnTo>
                    <a:pt x="1204575" y="1346500"/>
                  </a:lnTo>
                  <a:lnTo>
                    <a:pt x="1204570" y="1346500"/>
                  </a:lnTo>
                  <a:lnTo>
                    <a:pt x="1204560" y="1346507"/>
                  </a:lnTo>
                  <a:lnTo>
                    <a:pt x="1204549" y="1346514"/>
                  </a:lnTo>
                  <a:lnTo>
                    <a:pt x="1204544" y="1346514"/>
                  </a:lnTo>
                  <a:lnTo>
                    <a:pt x="1204531" y="1346514"/>
                  </a:lnTo>
                  <a:lnTo>
                    <a:pt x="1204521" y="1346513"/>
                  </a:lnTo>
                  <a:lnTo>
                    <a:pt x="1204508" y="1346511"/>
                  </a:lnTo>
                  <a:lnTo>
                    <a:pt x="1204495" y="1346510"/>
                  </a:lnTo>
                  <a:lnTo>
                    <a:pt x="1204488" y="1346512"/>
                  </a:lnTo>
                  <a:lnTo>
                    <a:pt x="1204486" y="1346517"/>
                  </a:lnTo>
                  <a:lnTo>
                    <a:pt x="1204486" y="1346524"/>
                  </a:lnTo>
                  <a:lnTo>
                    <a:pt x="1204490" y="1346536"/>
                  </a:lnTo>
                  <a:lnTo>
                    <a:pt x="1204487" y="1346542"/>
                  </a:lnTo>
                  <a:lnTo>
                    <a:pt x="1204479" y="1346544"/>
                  </a:lnTo>
                  <a:lnTo>
                    <a:pt x="1204467" y="1346542"/>
                  </a:lnTo>
                  <a:lnTo>
                    <a:pt x="1204457" y="1346541"/>
                  </a:lnTo>
                  <a:lnTo>
                    <a:pt x="1204438" y="1346535"/>
                  </a:lnTo>
                  <a:lnTo>
                    <a:pt x="1204428" y="1346528"/>
                  </a:lnTo>
                  <a:lnTo>
                    <a:pt x="1204418" y="1346519"/>
                  </a:lnTo>
                  <a:lnTo>
                    <a:pt x="1204408" y="1346510"/>
                  </a:lnTo>
                  <a:lnTo>
                    <a:pt x="1204402" y="1346507"/>
                  </a:lnTo>
                  <a:lnTo>
                    <a:pt x="1204390" y="1346508"/>
                  </a:lnTo>
                  <a:lnTo>
                    <a:pt x="1204384" y="1346509"/>
                  </a:lnTo>
                  <a:lnTo>
                    <a:pt x="1204373" y="1346509"/>
                  </a:lnTo>
                  <a:lnTo>
                    <a:pt x="1204364" y="1346509"/>
                  </a:lnTo>
                  <a:lnTo>
                    <a:pt x="1204356" y="1346505"/>
                  </a:lnTo>
                  <a:lnTo>
                    <a:pt x="1204350" y="1346502"/>
                  </a:lnTo>
                  <a:lnTo>
                    <a:pt x="1204344" y="1346497"/>
                  </a:lnTo>
                  <a:lnTo>
                    <a:pt x="1204339" y="1346489"/>
                  </a:lnTo>
                  <a:lnTo>
                    <a:pt x="1204327" y="1346473"/>
                  </a:lnTo>
                  <a:lnTo>
                    <a:pt x="1204321" y="1346466"/>
                  </a:lnTo>
                  <a:lnTo>
                    <a:pt x="1204315" y="1346457"/>
                  </a:lnTo>
                  <a:lnTo>
                    <a:pt x="1204309" y="1346445"/>
                  </a:lnTo>
                  <a:lnTo>
                    <a:pt x="1204304" y="1346438"/>
                  </a:lnTo>
                  <a:lnTo>
                    <a:pt x="1204300" y="1346436"/>
                  </a:lnTo>
                  <a:lnTo>
                    <a:pt x="1204294" y="1346434"/>
                  </a:lnTo>
                  <a:lnTo>
                    <a:pt x="1204285" y="1346434"/>
                  </a:lnTo>
                  <a:lnTo>
                    <a:pt x="1204273" y="1346433"/>
                  </a:lnTo>
                  <a:lnTo>
                    <a:pt x="1204264" y="1346434"/>
                  </a:lnTo>
                  <a:lnTo>
                    <a:pt x="1204254" y="1346433"/>
                  </a:lnTo>
                  <a:lnTo>
                    <a:pt x="1204248" y="1346431"/>
                  </a:lnTo>
                  <a:lnTo>
                    <a:pt x="1204241" y="1346428"/>
                  </a:lnTo>
                  <a:lnTo>
                    <a:pt x="1204238" y="1346426"/>
                  </a:lnTo>
                  <a:lnTo>
                    <a:pt x="1204230" y="1346423"/>
                  </a:lnTo>
                  <a:lnTo>
                    <a:pt x="1204222" y="1346420"/>
                  </a:lnTo>
                  <a:lnTo>
                    <a:pt x="1204207" y="1346417"/>
                  </a:lnTo>
                  <a:lnTo>
                    <a:pt x="1204192" y="1346417"/>
                  </a:lnTo>
                  <a:lnTo>
                    <a:pt x="1204182" y="1346417"/>
                  </a:lnTo>
                  <a:lnTo>
                    <a:pt x="1204175" y="1346417"/>
                  </a:lnTo>
                  <a:lnTo>
                    <a:pt x="1204169" y="1346415"/>
                  </a:lnTo>
                  <a:lnTo>
                    <a:pt x="1204162" y="1346413"/>
                  </a:lnTo>
                  <a:lnTo>
                    <a:pt x="1204155" y="1346409"/>
                  </a:lnTo>
                  <a:lnTo>
                    <a:pt x="1204144" y="1346405"/>
                  </a:lnTo>
                  <a:lnTo>
                    <a:pt x="1204131" y="1346403"/>
                  </a:lnTo>
                  <a:lnTo>
                    <a:pt x="1204120" y="1346403"/>
                  </a:lnTo>
                  <a:lnTo>
                    <a:pt x="1204105" y="1346400"/>
                  </a:lnTo>
                  <a:lnTo>
                    <a:pt x="1204092" y="1346388"/>
                  </a:lnTo>
                  <a:lnTo>
                    <a:pt x="1204072" y="1346374"/>
                  </a:lnTo>
                  <a:lnTo>
                    <a:pt x="1204065" y="1346365"/>
                  </a:lnTo>
                  <a:lnTo>
                    <a:pt x="1204060" y="1346360"/>
                  </a:lnTo>
                  <a:lnTo>
                    <a:pt x="1204054" y="1346354"/>
                  </a:lnTo>
                  <a:lnTo>
                    <a:pt x="1204050" y="1346351"/>
                  </a:lnTo>
                  <a:lnTo>
                    <a:pt x="1204035" y="1346342"/>
                  </a:lnTo>
                  <a:lnTo>
                    <a:pt x="1204022" y="1346335"/>
                  </a:lnTo>
                  <a:lnTo>
                    <a:pt x="1204013" y="1346334"/>
                  </a:lnTo>
                  <a:lnTo>
                    <a:pt x="1204004" y="1346336"/>
                  </a:lnTo>
                  <a:lnTo>
                    <a:pt x="1203996" y="1346338"/>
                  </a:lnTo>
                  <a:lnTo>
                    <a:pt x="1203978" y="1346345"/>
                  </a:lnTo>
                  <a:lnTo>
                    <a:pt x="1203957" y="1346353"/>
                  </a:lnTo>
                  <a:lnTo>
                    <a:pt x="1203945" y="1346355"/>
                  </a:lnTo>
                  <a:lnTo>
                    <a:pt x="1203935" y="1346352"/>
                  </a:lnTo>
                  <a:lnTo>
                    <a:pt x="1203925" y="1346351"/>
                  </a:lnTo>
                  <a:lnTo>
                    <a:pt x="1203914" y="1346351"/>
                  </a:lnTo>
                  <a:lnTo>
                    <a:pt x="1203905" y="1346353"/>
                  </a:lnTo>
                  <a:lnTo>
                    <a:pt x="1203893" y="1346362"/>
                  </a:lnTo>
                  <a:lnTo>
                    <a:pt x="1203882" y="1346373"/>
                  </a:lnTo>
                  <a:lnTo>
                    <a:pt x="1203878" y="1346376"/>
                  </a:lnTo>
                  <a:lnTo>
                    <a:pt x="1203871" y="1346381"/>
                  </a:lnTo>
                  <a:lnTo>
                    <a:pt x="1203862" y="1346389"/>
                  </a:lnTo>
                  <a:lnTo>
                    <a:pt x="1203850" y="1346395"/>
                  </a:lnTo>
                  <a:lnTo>
                    <a:pt x="1203834" y="1346401"/>
                  </a:lnTo>
                  <a:lnTo>
                    <a:pt x="1203819" y="1346404"/>
                  </a:lnTo>
                  <a:lnTo>
                    <a:pt x="1203802" y="1346408"/>
                  </a:lnTo>
                  <a:lnTo>
                    <a:pt x="1203797" y="1346409"/>
                  </a:lnTo>
                  <a:lnTo>
                    <a:pt x="1203778" y="1346416"/>
                  </a:lnTo>
                  <a:lnTo>
                    <a:pt x="1203772" y="1346420"/>
                  </a:lnTo>
                  <a:lnTo>
                    <a:pt x="1203767" y="1346423"/>
                  </a:lnTo>
                  <a:lnTo>
                    <a:pt x="1203761" y="1346426"/>
                  </a:lnTo>
                  <a:lnTo>
                    <a:pt x="1203755" y="1346429"/>
                  </a:lnTo>
                  <a:lnTo>
                    <a:pt x="1203735" y="1346436"/>
                  </a:lnTo>
                  <a:lnTo>
                    <a:pt x="1203721" y="1346441"/>
                  </a:lnTo>
                  <a:lnTo>
                    <a:pt x="1203716" y="1346442"/>
                  </a:lnTo>
                  <a:lnTo>
                    <a:pt x="1203712" y="1346443"/>
                  </a:lnTo>
                  <a:lnTo>
                    <a:pt x="1203707" y="1346445"/>
                  </a:lnTo>
                  <a:lnTo>
                    <a:pt x="1203703" y="1346447"/>
                  </a:lnTo>
                  <a:lnTo>
                    <a:pt x="1203698" y="1346450"/>
                  </a:lnTo>
                  <a:lnTo>
                    <a:pt x="1203690" y="1346454"/>
                  </a:lnTo>
                  <a:lnTo>
                    <a:pt x="1203686" y="1346456"/>
                  </a:lnTo>
                  <a:lnTo>
                    <a:pt x="1203679" y="1346459"/>
                  </a:lnTo>
                  <a:lnTo>
                    <a:pt x="1203673" y="1346460"/>
                  </a:lnTo>
                  <a:lnTo>
                    <a:pt x="1203665" y="1346458"/>
                  </a:lnTo>
                  <a:lnTo>
                    <a:pt x="1203659" y="1346456"/>
                  </a:lnTo>
                  <a:lnTo>
                    <a:pt x="1203652" y="1346452"/>
                  </a:lnTo>
                  <a:lnTo>
                    <a:pt x="1203645" y="1346448"/>
                  </a:lnTo>
                  <a:lnTo>
                    <a:pt x="1203639" y="1346446"/>
                  </a:lnTo>
                  <a:lnTo>
                    <a:pt x="1203629" y="1346446"/>
                  </a:lnTo>
                  <a:lnTo>
                    <a:pt x="1203624" y="1346448"/>
                  </a:lnTo>
                  <a:lnTo>
                    <a:pt x="1203620" y="1346450"/>
                  </a:lnTo>
                  <a:lnTo>
                    <a:pt x="1203616" y="1346455"/>
                  </a:lnTo>
                  <a:lnTo>
                    <a:pt x="1203612" y="1346458"/>
                  </a:lnTo>
                  <a:lnTo>
                    <a:pt x="1203602" y="1346466"/>
                  </a:lnTo>
                  <a:lnTo>
                    <a:pt x="1203589" y="1346470"/>
                  </a:lnTo>
                  <a:lnTo>
                    <a:pt x="1203582" y="1346471"/>
                  </a:lnTo>
                  <a:lnTo>
                    <a:pt x="1203573" y="1346473"/>
                  </a:lnTo>
                  <a:lnTo>
                    <a:pt x="1203569" y="1346476"/>
                  </a:lnTo>
                  <a:lnTo>
                    <a:pt x="1203557" y="1346488"/>
                  </a:lnTo>
                  <a:lnTo>
                    <a:pt x="1203552" y="1346492"/>
                  </a:lnTo>
                  <a:lnTo>
                    <a:pt x="1203543" y="1346495"/>
                  </a:lnTo>
                  <a:lnTo>
                    <a:pt x="1203529" y="1346494"/>
                  </a:lnTo>
                  <a:lnTo>
                    <a:pt x="1203517" y="1346492"/>
                  </a:lnTo>
                  <a:lnTo>
                    <a:pt x="1203510" y="1346492"/>
                  </a:lnTo>
                  <a:lnTo>
                    <a:pt x="1203506" y="1346495"/>
                  </a:lnTo>
                  <a:lnTo>
                    <a:pt x="1203503" y="1346499"/>
                  </a:lnTo>
                  <a:lnTo>
                    <a:pt x="1203488" y="1346510"/>
                  </a:lnTo>
                  <a:lnTo>
                    <a:pt x="1203474" y="1346518"/>
                  </a:lnTo>
                  <a:lnTo>
                    <a:pt x="1203457" y="1346526"/>
                  </a:lnTo>
                  <a:lnTo>
                    <a:pt x="1203444" y="1346530"/>
                  </a:lnTo>
                  <a:lnTo>
                    <a:pt x="1203435" y="1346530"/>
                  </a:lnTo>
                  <a:lnTo>
                    <a:pt x="1203425" y="1346532"/>
                  </a:lnTo>
                  <a:lnTo>
                    <a:pt x="1203408" y="1346529"/>
                  </a:lnTo>
                  <a:lnTo>
                    <a:pt x="1203395" y="1346527"/>
                  </a:lnTo>
                  <a:lnTo>
                    <a:pt x="1203384" y="1346528"/>
                  </a:lnTo>
                  <a:lnTo>
                    <a:pt x="1203378" y="1346530"/>
                  </a:lnTo>
                  <a:lnTo>
                    <a:pt x="1203373" y="1346532"/>
                  </a:lnTo>
                  <a:lnTo>
                    <a:pt x="1203368" y="1346535"/>
                  </a:lnTo>
                  <a:lnTo>
                    <a:pt x="1203363" y="1346538"/>
                  </a:lnTo>
                  <a:lnTo>
                    <a:pt x="1203354" y="1346546"/>
                  </a:lnTo>
                  <a:lnTo>
                    <a:pt x="1203342" y="1346555"/>
                  </a:lnTo>
                  <a:lnTo>
                    <a:pt x="1203331" y="1346563"/>
                  </a:lnTo>
                  <a:lnTo>
                    <a:pt x="1203320" y="1346571"/>
                  </a:lnTo>
                  <a:lnTo>
                    <a:pt x="1203314" y="1346577"/>
                  </a:lnTo>
                  <a:lnTo>
                    <a:pt x="1203308" y="1346583"/>
                  </a:lnTo>
                  <a:lnTo>
                    <a:pt x="1203304" y="1346587"/>
                  </a:lnTo>
                  <a:lnTo>
                    <a:pt x="1203298" y="1346592"/>
                  </a:lnTo>
                  <a:lnTo>
                    <a:pt x="1203295" y="1346596"/>
                  </a:lnTo>
                  <a:lnTo>
                    <a:pt x="1203292" y="1346601"/>
                  </a:lnTo>
                  <a:lnTo>
                    <a:pt x="1203285" y="1346609"/>
                  </a:lnTo>
                  <a:lnTo>
                    <a:pt x="1203279" y="1346619"/>
                  </a:lnTo>
                  <a:lnTo>
                    <a:pt x="1203268" y="1346628"/>
                  </a:lnTo>
                  <a:lnTo>
                    <a:pt x="1203263" y="1346633"/>
                  </a:lnTo>
                  <a:lnTo>
                    <a:pt x="1203256" y="1346636"/>
                  </a:lnTo>
                  <a:lnTo>
                    <a:pt x="1203252" y="1346639"/>
                  </a:lnTo>
                  <a:lnTo>
                    <a:pt x="1203248" y="1346639"/>
                  </a:lnTo>
                  <a:lnTo>
                    <a:pt x="1203241" y="1346639"/>
                  </a:lnTo>
                  <a:lnTo>
                    <a:pt x="1203236" y="1346640"/>
                  </a:lnTo>
                  <a:lnTo>
                    <a:pt x="1203224" y="1346645"/>
                  </a:lnTo>
                  <a:lnTo>
                    <a:pt x="1203219" y="1346649"/>
                  </a:lnTo>
                  <a:lnTo>
                    <a:pt x="1203205" y="1346661"/>
                  </a:lnTo>
                  <a:lnTo>
                    <a:pt x="1203200" y="1346664"/>
                  </a:lnTo>
                  <a:lnTo>
                    <a:pt x="1203195" y="1346668"/>
                  </a:lnTo>
                  <a:lnTo>
                    <a:pt x="1203191" y="1346673"/>
                  </a:lnTo>
                  <a:lnTo>
                    <a:pt x="1203185" y="1346677"/>
                  </a:lnTo>
                  <a:lnTo>
                    <a:pt x="1203180" y="1346681"/>
                  </a:lnTo>
                  <a:lnTo>
                    <a:pt x="1203172" y="1346687"/>
                  </a:lnTo>
                  <a:lnTo>
                    <a:pt x="1203167" y="1346692"/>
                  </a:lnTo>
                  <a:lnTo>
                    <a:pt x="1203163" y="1346696"/>
                  </a:lnTo>
                  <a:lnTo>
                    <a:pt x="1203152" y="1346703"/>
                  </a:lnTo>
                  <a:lnTo>
                    <a:pt x="1203144" y="1346709"/>
                  </a:lnTo>
                  <a:lnTo>
                    <a:pt x="1203136" y="1346713"/>
                  </a:lnTo>
                  <a:lnTo>
                    <a:pt x="1203128" y="1346715"/>
                  </a:lnTo>
                  <a:lnTo>
                    <a:pt x="1203113" y="1346680"/>
                  </a:lnTo>
                  <a:lnTo>
                    <a:pt x="1203106" y="1346670"/>
                  </a:lnTo>
                  <a:lnTo>
                    <a:pt x="1203098" y="1346661"/>
                  </a:lnTo>
                  <a:lnTo>
                    <a:pt x="1203086" y="1346652"/>
                  </a:lnTo>
                  <a:lnTo>
                    <a:pt x="1203067" y="1346643"/>
                  </a:lnTo>
                  <a:lnTo>
                    <a:pt x="1203055" y="1346639"/>
                  </a:lnTo>
                  <a:lnTo>
                    <a:pt x="1203047" y="1346635"/>
                  </a:lnTo>
                  <a:lnTo>
                    <a:pt x="1203040" y="1346630"/>
                  </a:lnTo>
                  <a:lnTo>
                    <a:pt x="1203034" y="1346625"/>
                  </a:lnTo>
                  <a:lnTo>
                    <a:pt x="1203027" y="1346624"/>
                  </a:lnTo>
                  <a:lnTo>
                    <a:pt x="1203019" y="1346626"/>
                  </a:lnTo>
                  <a:lnTo>
                    <a:pt x="1203012" y="1346626"/>
                  </a:lnTo>
                  <a:lnTo>
                    <a:pt x="1203004" y="1346629"/>
                  </a:lnTo>
                  <a:lnTo>
                    <a:pt x="1202996" y="1346638"/>
                  </a:lnTo>
                  <a:lnTo>
                    <a:pt x="1202987" y="1346646"/>
                  </a:lnTo>
                  <a:lnTo>
                    <a:pt x="1202974" y="1346659"/>
                  </a:lnTo>
                  <a:lnTo>
                    <a:pt x="1202966" y="1346664"/>
                  </a:lnTo>
                  <a:lnTo>
                    <a:pt x="1202952" y="1346666"/>
                  </a:lnTo>
                  <a:lnTo>
                    <a:pt x="1202946" y="1346668"/>
                  </a:lnTo>
                  <a:lnTo>
                    <a:pt x="1202940" y="1346670"/>
                  </a:lnTo>
                  <a:lnTo>
                    <a:pt x="1202932" y="1346673"/>
                  </a:lnTo>
                  <a:lnTo>
                    <a:pt x="1202923" y="1346676"/>
                  </a:lnTo>
                  <a:lnTo>
                    <a:pt x="1202916" y="1346679"/>
                  </a:lnTo>
                  <a:lnTo>
                    <a:pt x="1202893" y="1346688"/>
                  </a:lnTo>
                  <a:lnTo>
                    <a:pt x="1202875" y="1346707"/>
                  </a:lnTo>
                  <a:lnTo>
                    <a:pt x="1202859" y="1346716"/>
                  </a:lnTo>
                  <a:lnTo>
                    <a:pt x="1202839" y="1346720"/>
                  </a:lnTo>
                  <a:lnTo>
                    <a:pt x="1202819" y="1346700"/>
                  </a:lnTo>
                  <a:lnTo>
                    <a:pt x="1202809" y="1346679"/>
                  </a:lnTo>
                  <a:lnTo>
                    <a:pt x="1202804" y="1346661"/>
                  </a:lnTo>
                  <a:lnTo>
                    <a:pt x="1202791" y="1346637"/>
                  </a:lnTo>
                  <a:lnTo>
                    <a:pt x="1202758" y="1346598"/>
                  </a:lnTo>
                  <a:lnTo>
                    <a:pt x="1202743" y="1346586"/>
                  </a:lnTo>
                  <a:lnTo>
                    <a:pt x="1202733" y="1346575"/>
                  </a:lnTo>
                  <a:lnTo>
                    <a:pt x="1202723" y="1346563"/>
                  </a:lnTo>
                  <a:lnTo>
                    <a:pt x="1202714" y="1346550"/>
                  </a:lnTo>
                  <a:lnTo>
                    <a:pt x="1202704" y="1346541"/>
                  </a:lnTo>
                  <a:lnTo>
                    <a:pt x="1202702" y="1346536"/>
                  </a:lnTo>
                  <a:lnTo>
                    <a:pt x="1202701" y="1346531"/>
                  </a:lnTo>
                  <a:lnTo>
                    <a:pt x="1202698" y="1346526"/>
                  </a:lnTo>
                  <a:lnTo>
                    <a:pt x="1202697" y="1346518"/>
                  </a:lnTo>
                  <a:lnTo>
                    <a:pt x="1202698" y="1346512"/>
                  </a:lnTo>
                  <a:lnTo>
                    <a:pt x="1202700" y="1346506"/>
                  </a:lnTo>
                  <a:lnTo>
                    <a:pt x="1202702" y="1346501"/>
                  </a:lnTo>
                  <a:lnTo>
                    <a:pt x="1202702" y="1346495"/>
                  </a:lnTo>
                  <a:lnTo>
                    <a:pt x="1202699" y="1346491"/>
                  </a:lnTo>
                  <a:lnTo>
                    <a:pt x="1202692" y="1346488"/>
                  </a:lnTo>
                  <a:lnTo>
                    <a:pt x="1202672" y="1346478"/>
                  </a:lnTo>
                  <a:lnTo>
                    <a:pt x="1202666" y="1346473"/>
                  </a:lnTo>
                  <a:lnTo>
                    <a:pt x="1202658" y="1346467"/>
                  </a:lnTo>
                  <a:lnTo>
                    <a:pt x="1202652" y="1346460"/>
                  </a:lnTo>
                  <a:lnTo>
                    <a:pt x="1202649" y="1346455"/>
                  </a:lnTo>
                  <a:lnTo>
                    <a:pt x="1202643" y="1346448"/>
                  </a:lnTo>
                  <a:lnTo>
                    <a:pt x="1202638" y="1346440"/>
                  </a:lnTo>
                  <a:lnTo>
                    <a:pt x="1202635" y="1346435"/>
                  </a:lnTo>
                  <a:lnTo>
                    <a:pt x="1202631" y="1346427"/>
                  </a:lnTo>
                  <a:lnTo>
                    <a:pt x="1202628" y="1346420"/>
                  </a:lnTo>
                  <a:lnTo>
                    <a:pt x="1202625" y="1346414"/>
                  </a:lnTo>
                  <a:lnTo>
                    <a:pt x="1202621" y="1346408"/>
                  </a:lnTo>
                  <a:lnTo>
                    <a:pt x="1202618" y="1346405"/>
                  </a:lnTo>
                  <a:lnTo>
                    <a:pt x="1202614" y="1346400"/>
                  </a:lnTo>
                  <a:lnTo>
                    <a:pt x="1202610" y="1346396"/>
                  </a:lnTo>
                  <a:lnTo>
                    <a:pt x="1202605" y="1346394"/>
                  </a:lnTo>
                  <a:lnTo>
                    <a:pt x="1202603" y="1346388"/>
                  </a:lnTo>
                  <a:lnTo>
                    <a:pt x="1202603" y="1346381"/>
                  </a:lnTo>
                  <a:lnTo>
                    <a:pt x="1202602" y="1346373"/>
                  </a:lnTo>
                  <a:lnTo>
                    <a:pt x="1202602" y="1346368"/>
                  </a:lnTo>
                  <a:lnTo>
                    <a:pt x="1202601" y="1346362"/>
                  </a:lnTo>
                  <a:lnTo>
                    <a:pt x="1202599" y="1346355"/>
                  </a:lnTo>
                  <a:lnTo>
                    <a:pt x="1202597" y="1346349"/>
                  </a:lnTo>
                  <a:lnTo>
                    <a:pt x="1202594" y="1346345"/>
                  </a:lnTo>
                  <a:lnTo>
                    <a:pt x="1202591" y="1346342"/>
                  </a:lnTo>
                  <a:lnTo>
                    <a:pt x="1202586" y="1346339"/>
                  </a:lnTo>
                  <a:lnTo>
                    <a:pt x="1202574" y="1346337"/>
                  </a:lnTo>
                  <a:lnTo>
                    <a:pt x="1202568" y="1346337"/>
                  </a:lnTo>
                  <a:lnTo>
                    <a:pt x="1202563" y="1346336"/>
                  </a:lnTo>
                  <a:lnTo>
                    <a:pt x="1202557" y="1346333"/>
                  </a:lnTo>
                  <a:lnTo>
                    <a:pt x="1202552" y="1346328"/>
                  </a:lnTo>
                  <a:lnTo>
                    <a:pt x="1202546" y="1346318"/>
                  </a:lnTo>
                  <a:lnTo>
                    <a:pt x="1202541" y="1346308"/>
                  </a:lnTo>
                  <a:lnTo>
                    <a:pt x="1202538" y="1346302"/>
                  </a:lnTo>
                  <a:lnTo>
                    <a:pt x="1202535" y="1346294"/>
                  </a:lnTo>
                  <a:lnTo>
                    <a:pt x="1202531" y="1346289"/>
                  </a:lnTo>
                  <a:lnTo>
                    <a:pt x="1202526" y="1346286"/>
                  </a:lnTo>
                  <a:lnTo>
                    <a:pt x="1202518" y="1346284"/>
                  </a:lnTo>
                  <a:lnTo>
                    <a:pt x="1202511" y="1346283"/>
                  </a:lnTo>
                  <a:lnTo>
                    <a:pt x="1202506" y="1346281"/>
                  </a:lnTo>
                  <a:lnTo>
                    <a:pt x="1202500" y="1346278"/>
                  </a:lnTo>
                  <a:lnTo>
                    <a:pt x="1202495" y="1346276"/>
                  </a:lnTo>
                  <a:lnTo>
                    <a:pt x="1202489" y="1346272"/>
                  </a:lnTo>
                  <a:lnTo>
                    <a:pt x="1202454" y="1346256"/>
                  </a:lnTo>
                  <a:lnTo>
                    <a:pt x="1202431" y="1346245"/>
                  </a:lnTo>
                  <a:lnTo>
                    <a:pt x="1202405" y="1346233"/>
                  </a:lnTo>
                  <a:lnTo>
                    <a:pt x="1202385" y="1346226"/>
                  </a:lnTo>
                  <a:lnTo>
                    <a:pt x="1202366" y="1346214"/>
                  </a:lnTo>
                  <a:lnTo>
                    <a:pt x="1202355" y="1346203"/>
                  </a:lnTo>
                  <a:lnTo>
                    <a:pt x="1202343" y="1346186"/>
                  </a:lnTo>
                  <a:lnTo>
                    <a:pt x="1202335" y="1346172"/>
                  </a:lnTo>
                  <a:lnTo>
                    <a:pt x="1202326" y="1346162"/>
                  </a:lnTo>
                  <a:lnTo>
                    <a:pt x="1202318" y="1346148"/>
                  </a:lnTo>
                  <a:lnTo>
                    <a:pt x="1202306" y="1346129"/>
                  </a:lnTo>
                  <a:lnTo>
                    <a:pt x="1202300" y="1346113"/>
                  </a:lnTo>
                  <a:lnTo>
                    <a:pt x="1202294" y="1346097"/>
                  </a:lnTo>
                  <a:lnTo>
                    <a:pt x="1202291" y="1346091"/>
                  </a:lnTo>
                  <a:lnTo>
                    <a:pt x="1202278" y="1346085"/>
                  </a:lnTo>
                  <a:lnTo>
                    <a:pt x="1202266" y="1346079"/>
                  </a:lnTo>
                  <a:lnTo>
                    <a:pt x="1202256" y="1346070"/>
                  </a:lnTo>
                  <a:lnTo>
                    <a:pt x="1202249" y="1346061"/>
                  </a:lnTo>
                  <a:lnTo>
                    <a:pt x="1202245" y="1346053"/>
                  </a:lnTo>
                  <a:lnTo>
                    <a:pt x="1202241" y="1346044"/>
                  </a:lnTo>
                  <a:lnTo>
                    <a:pt x="1202238" y="1346040"/>
                  </a:lnTo>
                  <a:lnTo>
                    <a:pt x="1202234" y="1346031"/>
                  </a:lnTo>
                  <a:lnTo>
                    <a:pt x="1202231" y="1346025"/>
                  </a:lnTo>
                  <a:lnTo>
                    <a:pt x="1202224" y="1346017"/>
                  </a:lnTo>
                  <a:lnTo>
                    <a:pt x="1202214" y="1346014"/>
                  </a:lnTo>
                  <a:lnTo>
                    <a:pt x="1202200" y="1346012"/>
                  </a:lnTo>
                  <a:lnTo>
                    <a:pt x="1202181" y="1346003"/>
                  </a:lnTo>
                  <a:lnTo>
                    <a:pt x="1202172" y="1345997"/>
                  </a:lnTo>
                  <a:lnTo>
                    <a:pt x="1202162" y="1345992"/>
                  </a:lnTo>
                  <a:lnTo>
                    <a:pt x="1202156" y="1345989"/>
                  </a:lnTo>
                  <a:lnTo>
                    <a:pt x="1202144" y="1345984"/>
                  </a:lnTo>
                  <a:lnTo>
                    <a:pt x="1202132" y="1345980"/>
                  </a:lnTo>
                  <a:lnTo>
                    <a:pt x="1202119" y="1345974"/>
                  </a:lnTo>
                  <a:lnTo>
                    <a:pt x="1202111" y="1345969"/>
                  </a:lnTo>
                  <a:lnTo>
                    <a:pt x="1202100" y="1345966"/>
                  </a:lnTo>
                  <a:lnTo>
                    <a:pt x="1202094" y="1345965"/>
                  </a:lnTo>
                  <a:lnTo>
                    <a:pt x="1202089" y="1345965"/>
                  </a:lnTo>
                  <a:lnTo>
                    <a:pt x="1202076" y="1345967"/>
                  </a:lnTo>
                  <a:lnTo>
                    <a:pt x="1202063" y="1345970"/>
                  </a:lnTo>
                  <a:lnTo>
                    <a:pt x="1202056" y="1345971"/>
                  </a:lnTo>
                  <a:lnTo>
                    <a:pt x="1202046" y="1345972"/>
                  </a:lnTo>
                  <a:lnTo>
                    <a:pt x="1202037" y="1345969"/>
                  </a:lnTo>
                  <a:lnTo>
                    <a:pt x="1202032" y="1345966"/>
                  </a:lnTo>
                  <a:lnTo>
                    <a:pt x="1202023" y="1345958"/>
                  </a:lnTo>
                  <a:lnTo>
                    <a:pt x="1202019" y="1345954"/>
                  </a:lnTo>
                  <a:lnTo>
                    <a:pt x="1202013" y="1345951"/>
                  </a:lnTo>
                  <a:lnTo>
                    <a:pt x="1202007" y="1345949"/>
                  </a:lnTo>
                  <a:lnTo>
                    <a:pt x="1201998" y="1345947"/>
                  </a:lnTo>
                  <a:lnTo>
                    <a:pt x="1201989" y="1345945"/>
                  </a:lnTo>
                  <a:lnTo>
                    <a:pt x="1201977" y="1345942"/>
                  </a:lnTo>
                  <a:lnTo>
                    <a:pt x="1201968" y="1345944"/>
                  </a:lnTo>
                  <a:lnTo>
                    <a:pt x="1201962" y="1345946"/>
                  </a:lnTo>
                  <a:lnTo>
                    <a:pt x="1201947" y="1345949"/>
                  </a:lnTo>
                  <a:lnTo>
                    <a:pt x="1201937" y="1345951"/>
                  </a:lnTo>
                  <a:lnTo>
                    <a:pt x="1201930" y="1345952"/>
                  </a:lnTo>
                  <a:lnTo>
                    <a:pt x="1201925" y="1345952"/>
                  </a:lnTo>
                  <a:lnTo>
                    <a:pt x="1201919" y="1345952"/>
                  </a:lnTo>
                  <a:lnTo>
                    <a:pt x="1201913" y="1345951"/>
                  </a:lnTo>
                  <a:lnTo>
                    <a:pt x="1201905" y="1345950"/>
                  </a:lnTo>
                  <a:lnTo>
                    <a:pt x="1201891" y="1345951"/>
                  </a:lnTo>
                  <a:lnTo>
                    <a:pt x="1201873" y="1345952"/>
                  </a:lnTo>
                  <a:lnTo>
                    <a:pt x="1201859" y="1345951"/>
                  </a:lnTo>
                  <a:lnTo>
                    <a:pt x="1201835" y="1345948"/>
                  </a:lnTo>
                  <a:lnTo>
                    <a:pt x="1201823" y="1345945"/>
                  </a:lnTo>
                  <a:lnTo>
                    <a:pt x="1201817" y="1345942"/>
                  </a:lnTo>
                  <a:lnTo>
                    <a:pt x="1201812" y="1345938"/>
                  </a:lnTo>
                  <a:lnTo>
                    <a:pt x="1201807" y="1345934"/>
                  </a:lnTo>
                  <a:lnTo>
                    <a:pt x="1201803" y="1345930"/>
                  </a:lnTo>
                  <a:lnTo>
                    <a:pt x="1201799" y="1345923"/>
                  </a:lnTo>
                  <a:lnTo>
                    <a:pt x="1201786" y="1345909"/>
                  </a:lnTo>
                  <a:lnTo>
                    <a:pt x="1201776" y="1345903"/>
                  </a:lnTo>
                  <a:lnTo>
                    <a:pt x="1201758" y="1345897"/>
                  </a:lnTo>
                  <a:lnTo>
                    <a:pt x="1201746" y="1345898"/>
                  </a:lnTo>
                  <a:lnTo>
                    <a:pt x="1201733" y="1345900"/>
                  </a:lnTo>
                  <a:lnTo>
                    <a:pt x="1201723" y="1345901"/>
                  </a:lnTo>
                  <a:lnTo>
                    <a:pt x="1201713" y="1345902"/>
                  </a:lnTo>
                  <a:lnTo>
                    <a:pt x="1201704" y="1345903"/>
                  </a:lnTo>
                  <a:lnTo>
                    <a:pt x="1201695" y="1345904"/>
                  </a:lnTo>
                  <a:lnTo>
                    <a:pt x="1201678" y="1345906"/>
                  </a:lnTo>
                  <a:lnTo>
                    <a:pt x="1201661" y="1345907"/>
                  </a:lnTo>
                  <a:lnTo>
                    <a:pt x="1201655" y="1345909"/>
                  </a:lnTo>
                  <a:lnTo>
                    <a:pt x="1201651" y="1345910"/>
                  </a:lnTo>
                  <a:lnTo>
                    <a:pt x="1201643" y="1345913"/>
                  </a:lnTo>
                  <a:lnTo>
                    <a:pt x="1201638" y="1345913"/>
                  </a:lnTo>
                  <a:lnTo>
                    <a:pt x="1201632" y="1345913"/>
                  </a:lnTo>
                  <a:lnTo>
                    <a:pt x="1201626" y="1345913"/>
                  </a:lnTo>
                  <a:lnTo>
                    <a:pt x="1201619" y="1345913"/>
                  </a:lnTo>
                  <a:lnTo>
                    <a:pt x="1201610" y="1345912"/>
                  </a:lnTo>
                  <a:lnTo>
                    <a:pt x="1201604" y="1345910"/>
                  </a:lnTo>
                  <a:lnTo>
                    <a:pt x="1201597" y="1345909"/>
                  </a:lnTo>
                  <a:lnTo>
                    <a:pt x="1201591" y="1345911"/>
                  </a:lnTo>
                  <a:lnTo>
                    <a:pt x="1201589" y="1345916"/>
                  </a:lnTo>
                  <a:lnTo>
                    <a:pt x="1201588" y="1345923"/>
                  </a:lnTo>
                  <a:lnTo>
                    <a:pt x="1201588" y="1345935"/>
                  </a:lnTo>
                  <a:lnTo>
                    <a:pt x="1201586" y="1345945"/>
                  </a:lnTo>
                  <a:lnTo>
                    <a:pt x="1201584" y="1345951"/>
                  </a:lnTo>
                  <a:lnTo>
                    <a:pt x="1201583" y="1345956"/>
                  </a:lnTo>
                  <a:lnTo>
                    <a:pt x="1201580" y="1345962"/>
                  </a:lnTo>
                  <a:lnTo>
                    <a:pt x="1201572" y="1345972"/>
                  </a:lnTo>
                  <a:lnTo>
                    <a:pt x="1201565" y="1345978"/>
                  </a:lnTo>
                  <a:lnTo>
                    <a:pt x="1201556" y="1345985"/>
                  </a:lnTo>
                  <a:lnTo>
                    <a:pt x="1201542" y="1345999"/>
                  </a:lnTo>
                  <a:lnTo>
                    <a:pt x="1201532" y="1346009"/>
                  </a:lnTo>
                  <a:lnTo>
                    <a:pt x="1201522" y="1346019"/>
                  </a:lnTo>
                  <a:lnTo>
                    <a:pt x="1201512" y="1346027"/>
                  </a:lnTo>
                  <a:lnTo>
                    <a:pt x="1201506" y="1346030"/>
                  </a:lnTo>
                  <a:lnTo>
                    <a:pt x="1201494" y="1346031"/>
                  </a:lnTo>
                  <a:lnTo>
                    <a:pt x="1201477" y="1346024"/>
                  </a:lnTo>
                  <a:lnTo>
                    <a:pt x="1201466" y="1346021"/>
                  </a:lnTo>
                  <a:lnTo>
                    <a:pt x="1201453" y="1346020"/>
                  </a:lnTo>
                  <a:lnTo>
                    <a:pt x="1201445" y="1346017"/>
                  </a:lnTo>
                  <a:lnTo>
                    <a:pt x="1201441" y="1346014"/>
                  </a:lnTo>
                  <a:lnTo>
                    <a:pt x="1201432" y="1346004"/>
                  </a:lnTo>
                  <a:lnTo>
                    <a:pt x="1201428" y="1346000"/>
                  </a:lnTo>
                  <a:lnTo>
                    <a:pt x="1201409" y="1345985"/>
                  </a:lnTo>
                  <a:lnTo>
                    <a:pt x="1201405" y="1345982"/>
                  </a:lnTo>
                  <a:lnTo>
                    <a:pt x="1201389" y="1345975"/>
                  </a:lnTo>
                  <a:lnTo>
                    <a:pt x="1201379" y="1345970"/>
                  </a:lnTo>
                  <a:lnTo>
                    <a:pt x="1201357" y="1345965"/>
                  </a:lnTo>
                  <a:lnTo>
                    <a:pt x="1201347" y="1345963"/>
                  </a:lnTo>
                  <a:lnTo>
                    <a:pt x="1201335" y="1345961"/>
                  </a:lnTo>
                  <a:lnTo>
                    <a:pt x="1201324" y="1345960"/>
                  </a:lnTo>
                  <a:lnTo>
                    <a:pt x="1201312" y="1345959"/>
                  </a:lnTo>
                  <a:lnTo>
                    <a:pt x="1201300" y="1345959"/>
                  </a:lnTo>
                  <a:lnTo>
                    <a:pt x="1201294" y="1345958"/>
                  </a:lnTo>
                  <a:lnTo>
                    <a:pt x="1201288" y="1345954"/>
                  </a:lnTo>
                  <a:lnTo>
                    <a:pt x="1201281" y="1345948"/>
                  </a:lnTo>
                  <a:lnTo>
                    <a:pt x="1201275" y="1345942"/>
                  </a:lnTo>
                  <a:lnTo>
                    <a:pt x="1201271" y="1345940"/>
                  </a:lnTo>
                  <a:lnTo>
                    <a:pt x="1201244" y="1345939"/>
                  </a:lnTo>
                  <a:lnTo>
                    <a:pt x="1201238" y="1345937"/>
                  </a:lnTo>
                  <a:lnTo>
                    <a:pt x="1201230" y="1345931"/>
                  </a:lnTo>
                  <a:lnTo>
                    <a:pt x="1201227" y="1345928"/>
                  </a:lnTo>
                  <a:lnTo>
                    <a:pt x="1201212" y="1345916"/>
                  </a:lnTo>
                  <a:lnTo>
                    <a:pt x="1201199" y="1345906"/>
                  </a:lnTo>
                  <a:lnTo>
                    <a:pt x="1201183" y="1345896"/>
                  </a:lnTo>
                  <a:lnTo>
                    <a:pt x="1201170" y="1345889"/>
                  </a:lnTo>
                  <a:lnTo>
                    <a:pt x="1201167" y="1345885"/>
                  </a:lnTo>
                  <a:lnTo>
                    <a:pt x="1201166" y="1345880"/>
                  </a:lnTo>
                  <a:lnTo>
                    <a:pt x="1201165" y="1345874"/>
                  </a:lnTo>
                  <a:lnTo>
                    <a:pt x="1201161" y="1345866"/>
                  </a:lnTo>
                  <a:lnTo>
                    <a:pt x="1201158" y="1345862"/>
                  </a:lnTo>
                  <a:lnTo>
                    <a:pt x="1201155" y="1345859"/>
                  </a:lnTo>
                  <a:lnTo>
                    <a:pt x="1201140" y="1345848"/>
                  </a:lnTo>
                  <a:lnTo>
                    <a:pt x="1201090" y="1345816"/>
                  </a:lnTo>
                  <a:lnTo>
                    <a:pt x="1201080" y="1345811"/>
                  </a:lnTo>
                  <a:lnTo>
                    <a:pt x="1201075" y="1345809"/>
                  </a:lnTo>
                  <a:lnTo>
                    <a:pt x="1201070" y="1345805"/>
                  </a:lnTo>
                  <a:lnTo>
                    <a:pt x="1201067" y="1345800"/>
                  </a:lnTo>
                  <a:lnTo>
                    <a:pt x="1201066" y="1345794"/>
                  </a:lnTo>
                  <a:lnTo>
                    <a:pt x="1201066" y="1345788"/>
                  </a:lnTo>
                  <a:lnTo>
                    <a:pt x="1201067" y="1345782"/>
                  </a:lnTo>
                  <a:lnTo>
                    <a:pt x="1201068" y="1345774"/>
                  </a:lnTo>
                  <a:lnTo>
                    <a:pt x="1201070" y="1345769"/>
                  </a:lnTo>
                  <a:lnTo>
                    <a:pt x="1201073" y="1345761"/>
                  </a:lnTo>
                  <a:lnTo>
                    <a:pt x="1201077" y="1345752"/>
                  </a:lnTo>
                  <a:lnTo>
                    <a:pt x="1201081" y="1345745"/>
                  </a:lnTo>
                  <a:lnTo>
                    <a:pt x="1201084" y="1345739"/>
                  </a:lnTo>
                  <a:lnTo>
                    <a:pt x="1201085" y="1345734"/>
                  </a:lnTo>
                  <a:lnTo>
                    <a:pt x="1201083" y="1345730"/>
                  </a:lnTo>
                  <a:lnTo>
                    <a:pt x="1201080" y="1345722"/>
                  </a:lnTo>
                  <a:lnTo>
                    <a:pt x="1201076" y="1345717"/>
                  </a:lnTo>
                  <a:lnTo>
                    <a:pt x="1201072" y="1345712"/>
                  </a:lnTo>
                  <a:lnTo>
                    <a:pt x="1201069" y="1345709"/>
                  </a:lnTo>
                  <a:lnTo>
                    <a:pt x="1201066" y="1345705"/>
                  </a:lnTo>
                  <a:lnTo>
                    <a:pt x="1201063" y="1345700"/>
                  </a:lnTo>
                  <a:lnTo>
                    <a:pt x="1201060" y="1345694"/>
                  </a:lnTo>
                  <a:lnTo>
                    <a:pt x="1201059" y="1345688"/>
                  </a:lnTo>
                  <a:lnTo>
                    <a:pt x="1201058" y="1345683"/>
                  </a:lnTo>
                  <a:lnTo>
                    <a:pt x="1201057" y="1345675"/>
                  </a:lnTo>
                  <a:lnTo>
                    <a:pt x="1201055" y="1345669"/>
                  </a:lnTo>
                  <a:lnTo>
                    <a:pt x="1201043" y="1345643"/>
                  </a:lnTo>
                  <a:lnTo>
                    <a:pt x="1201041" y="1345639"/>
                  </a:lnTo>
                  <a:lnTo>
                    <a:pt x="1201041" y="1345631"/>
                  </a:lnTo>
                  <a:lnTo>
                    <a:pt x="1201043" y="1345624"/>
                  </a:lnTo>
                  <a:lnTo>
                    <a:pt x="1201044" y="1345619"/>
                  </a:lnTo>
                  <a:lnTo>
                    <a:pt x="1201045" y="1345611"/>
                  </a:lnTo>
                  <a:lnTo>
                    <a:pt x="1201045" y="1345605"/>
                  </a:lnTo>
                  <a:lnTo>
                    <a:pt x="1201043" y="1345593"/>
                  </a:lnTo>
                  <a:lnTo>
                    <a:pt x="1201043" y="1345588"/>
                  </a:lnTo>
                  <a:lnTo>
                    <a:pt x="1201042" y="1345583"/>
                  </a:lnTo>
                  <a:lnTo>
                    <a:pt x="1201039" y="1345576"/>
                  </a:lnTo>
                  <a:lnTo>
                    <a:pt x="1201028" y="1345561"/>
                  </a:lnTo>
                  <a:lnTo>
                    <a:pt x="1201025" y="1345558"/>
                  </a:lnTo>
                  <a:lnTo>
                    <a:pt x="1201021" y="1345551"/>
                  </a:lnTo>
                  <a:lnTo>
                    <a:pt x="1201016" y="1345538"/>
                  </a:lnTo>
                  <a:lnTo>
                    <a:pt x="1201013" y="1345523"/>
                  </a:lnTo>
                  <a:lnTo>
                    <a:pt x="1201011" y="1345512"/>
                  </a:lnTo>
                  <a:lnTo>
                    <a:pt x="1201009" y="1345497"/>
                  </a:lnTo>
                  <a:lnTo>
                    <a:pt x="1201006" y="1345490"/>
                  </a:lnTo>
                  <a:lnTo>
                    <a:pt x="1201001" y="1345484"/>
                  </a:lnTo>
                  <a:lnTo>
                    <a:pt x="1200998" y="1345482"/>
                  </a:lnTo>
                  <a:lnTo>
                    <a:pt x="1200987" y="1345475"/>
                  </a:lnTo>
                  <a:lnTo>
                    <a:pt x="1200982" y="1345471"/>
                  </a:lnTo>
                  <a:lnTo>
                    <a:pt x="1200977" y="1345467"/>
                  </a:lnTo>
                  <a:lnTo>
                    <a:pt x="1200973" y="1345463"/>
                  </a:lnTo>
                  <a:lnTo>
                    <a:pt x="1200970" y="1345460"/>
                  </a:lnTo>
                  <a:lnTo>
                    <a:pt x="1200965" y="1345453"/>
                  </a:lnTo>
                  <a:lnTo>
                    <a:pt x="1200961" y="1345448"/>
                  </a:lnTo>
                  <a:lnTo>
                    <a:pt x="1200960" y="1345443"/>
                  </a:lnTo>
                  <a:lnTo>
                    <a:pt x="1200945" y="1345441"/>
                  </a:lnTo>
                  <a:lnTo>
                    <a:pt x="1200946" y="1345446"/>
                  </a:lnTo>
                  <a:lnTo>
                    <a:pt x="1200947" y="1345451"/>
                  </a:lnTo>
                  <a:lnTo>
                    <a:pt x="1200946" y="1345459"/>
                  </a:lnTo>
                  <a:lnTo>
                    <a:pt x="1200946" y="1345470"/>
                  </a:lnTo>
                  <a:lnTo>
                    <a:pt x="1200945" y="1345476"/>
                  </a:lnTo>
                  <a:lnTo>
                    <a:pt x="1200943" y="1345483"/>
                  </a:lnTo>
                  <a:lnTo>
                    <a:pt x="1200940" y="1345489"/>
                  </a:lnTo>
                  <a:lnTo>
                    <a:pt x="1200938" y="1345496"/>
                  </a:lnTo>
                  <a:lnTo>
                    <a:pt x="1200936" y="1345504"/>
                  </a:lnTo>
                  <a:lnTo>
                    <a:pt x="1200934" y="1345511"/>
                  </a:lnTo>
                  <a:lnTo>
                    <a:pt x="1200931" y="1345520"/>
                  </a:lnTo>
                  <a:lnTo>
                    <a:pt x="1200927" y="1345526"/>
                  </a:lnTo>
                  <a:lnTo>
                    <a:pt x="1200922" y="1345529"/>
                  </a:lnTo>
                  <a:lnTo>
                    <a:pt x="1200917" y="1345530"/>
                  </a:lnTo>
                  <a:lnTo>
                    <a:pt x="1200913" y="1345529"/>
                  </a:lnTo>
                  <a:lnTo>
                    <a:pt x="1200906" y="1345527"/>
                  </a:lnTo>
                  <a:lnTo>
                    <a:pt x="1200902" y="1345525"/>
                  </a:lnTo>
                  <a:lnTo>
                    <a:pt x="1200897" y="1345523"/>
                  </a:lnTo>
                  <a:lnTo>
                    <a:pt x="1200893" y="1345520"/>
                  </a:lnTo>
                  <a:lnTo>
                    <a:pt x="1200887" y="1345517"/>
                  </a:lnTo>
                  <a:lnTo>
                    <a:pt x="1200878" y="1345512"/>
                  </a:lnTo>
                  <a:lnTo>
                    <a:pt x="1200872" y="1345510"/>
                  </a:lnTo>
                  <a:lnTo>
                    <a:pt x="1200865" y="1345508"/>
                  </a:lnTo>
                  <a:lnTo>
                    <a:pt x="1200858" y="1345508"/>
                  </a:lnTo>
                  <a:lnTo>
                    <a:pt x="1200852" y="1345509"/>
                  </a:lnTo>
                  <a:lnTo>
                    <a:pt x="1200846" y="1345512"/>
                  </a:lnTo>
                  <a:lnTo>
                    <a:pt x="1200842" y="1345517"/>
                  </a:lnTo>
                  <a:lnTo>
                    <a:pt x="1200841" y="1345524"/>
                  </a:lnTo>
                  <a:lnTo>
                    <a:pt x="1200840" y="1345531"/>
                  </a:lnTo>
                  <a:lnTo>
                    <a:pt x="1200841" y="1345538"/>
                  </a:lnTo>
                  <a:lnTo>
                    <a:pt x="1200843" y="1345546"/>
                  </a:lnTo>
                  <a:lnTo>
                    <a:pt x="1200846" y="1345552"/>
                  </a:lnTo>
                  <a:lnTo>
                    <a:pt x="1200850" y="1345559"/>
                  </a:lnTo>
                  <a:lnTo>
                    <a:pt x="1200854" y="1345565"/>
                  </a:lnTo>
                  <a:lnTo>
                    <a:pt x="1200858" y="1345570"/>
                  </a:lnTo>
                  <a:lnTo>
                    <a:pt x="1200863" y="1345576"/>
                  </a:lnTo>
                  <a:lnTo>
                    <a:pt x="1200867" y="1345585"/>
                  </a:lnTo>
                  <a:lnTo>
                    <a:pt x="1200867" y="1345596"/>
                  </a:lnTo>
                  <a:lnTo>
                    <a:pt x="1200865" y="1345603"/>
                  </a:lnTo>
                  <a:lnTo>
                    <a:pt x="1200863" y="1345608"/>
                  </a:lnTo>
                  <a:lnTo>
                    <a:pt x="1200861" y="1345613"/>
                  </a:lnTo>
                  <a:lnTo>
                    <a:pt x="1200859" y="1345620"/>
                  </a:lnTo>
                  <a:lnTo>
                    <a:pt x="1200857" y="1345627"/>
                  </a:lnTo>
                  <a:lnTo>
                    <a:pt x="1200855" y="1345636"/>
                  </a:lnTo>
                  <a:lnTo>
                    <a:pt x="1200848" y="1345634"/>
                  </a:lnTo>
                  <a:lnTo>
                    <a:pt x="1200841" y="1345628"/>
                  </a:lnTo>
                  <a:lnTo>
                    <a:pt x="1200835" y="1345622"/>
                  </a:lnTo>
                  <a:lnTo>
                    <a:pt x="1200828" y="1345617"/>
                  </a:lnTo>
                  <a:lnTo>
                    <a:pt x="1200822" y="1345616"/>
                  </a:lnTo>
                  <a:lnTo>
                    <a:pt x="1200817" y="1345617"/>
                  </a:lnTo>
                  <a:lnTo>
                    <a:pt x="1200812" y="1345619"/>
                  </a:lnTo>
                  <a:lnTo>
                    <a:pt x="1200810" y="1345623"/>
                  </a:lnTo>
                  <a:lnTo>
                    <a:pt x="1200809" y="1345628"/>
                  </a:lnTo>
                  <a:lnTo>
                    <a:pt x="1200810" y="1345637"/>
                  </a:lnTo>
                  <a:lnTo>
                    <a:pt x="1200812" y="1345646"/>
                  </a:lnTo>
                  <a:lnTo>
                    <a:pt x="1200812" y="1345654"/>
                  </a:lnTo>
                  <a:lnTo>
                    <a:pt x="1200812" y="1345663"/>
                  </a:lnTo>
                  <a:lnTo>
                    <a:pt x="1200811" y="1345674"/>
                  </a:lnTo>
                  <a:lnTo>
                    <a:pt x="1200809" y="1345679"/>
                  </a:lnTo>
                  <a:lnTo>
                    <a:pt x="1200806" y="1345686"/>
                  </a:lnTo>
                  <a:lnTo>
                    <a:pt x="1200799" y="1345694"/>
                  </a:lnTo>
                  <a:lnTo>
                    <a:pt x="1200788" y="1345703"/>
                  </a:lnTo>
                  <a:lnTo>
                    <a:pt x="1200783" y="1345708"/>
                  </a:lnTo>
                  <a:lnTo>
                    <a:pt x="1200779" y="1345712"/>
                  </a:lnTo>
                  <a:lnTo>
                    <a:pt x="1200776" y="1345717"/>
                  </a:lnTo>
                  <a:lnTo>
                    <a:pt x="1200773" y="1345724"/>
                  </a:lnTo>
                  <a:lnTo>
                    <a:pt x="1200773" y="1345735"/>
                  </a:lnTo>
                  <a:lnTo>
                    <a:pt x="1200774" y="1345741"/>
                  </a:lnTo>
                  <a:lnTo>
                    <a:pt x="1200775" y="1345748"/>
                  </a:lnTo>
                  <a:lnTo>
                    <a:pt x="1200777" y="1345753"/>
                  </a:lnTo>
                  <a:lnTo>
                    <a:pt x="1200778" y="1345759"/>
                  </a:lnTo>
                  <a:lnTo>
                    <a:pt x="1200778" y="1345764"/>
                  </a:lnTo>
                  <a:lnTo>
                    <a:pt x="1200776" y="1345768"/>
                  </a:lnTo>
                  <a:lnTo>
                    <a:pt x="1200771" y="1345775"/>
                  </a:lnTo>
                  <a:lnTo>
                    <a:pt x="1200766" y="1345781"/>
                  </a:lnTo>
                  <a:lnTo>
                    <a:pt x="1200762" y="1345787"/>
                  </a:lnTo>
                  <a:lnTo>
                    <a:pt x="1200760" y="1345792"/>
                  </a:lnTo>
                  <a:lnTo>
                    <a:pt x="1200758" y="1345798"/>
                  </a:lnTo>
                  <a:lnTo>
                    <a:pt x="1200759" y="1345807"/>
                  </a:lnTo>
                  <a:lnTo>
                    <a:pt x="1200759" y="1345814"/>
                  </a:lnTo>
                  <a:lnTo>
                    <a:pt x="1200760" y="1345820"/>
                  </a:lnTo>
                  <a:lnTo>
                    <a:pt x="1200761" y="1345828"/>
                  </a:lnTo>
                  <a:lnTo>
                    <a:pt x="1200762" y="1345835"/>
                  </a:lnTo>
                  <a:lnTo>
                    <a:pt x="1200762" y="1345841"/>
                  </a:lnTo>
                  <a:lnTo>
                    <a:pt x="1200763" y="1345845"/>
                  </a:lnTo>
                  <a:lnTo>
                    <a:pt x="1200765" y="1345851"/>
                  </a:lnTo>
                  <a:lnTo>
                    <a:pt x="1200767" y="1345855"/>
                  </a:lnTo>
                  <a:lnTo>
                    <a:pt x="1200770" y="1345859"/>
                  </a:lnTo>
                  <a:lnTo>
                    <a:pt x="1200774" y="1345862"/>
                  </a:lnTo>
                  <a:lnTo>
                    <a:pt x="1200778" y="1345864"/>
                  </a:lnTo>
                  <a:lnTo>
                    <a:pt x="1200784" y="1345867"/>
                  </a:lnTo>
                  <a:lnTo>
                    <a:pt x="1200789" y="1345869"/>
                  </a:lnTo>
                  <a:lnTo>
                    <a:pt x="1200794" y="1345871"/>
                  </a:lnTo>
                  <a:lnTo>
                    <a:pt x="1200797" y="1345874"/>
                  </a:lnTo>
                  <a:lnTo>
                    <a:pt x="1200801" y="1345880"/>
                  </a:lnTo>
                  <a:lnTo>
                    <a:pt x="1200803" y="1345886"/>
                  </a:lnTo>
                  <a:lnTo>
                    <a:pt x="1200804" y="1345892"/>
                  </a:lnTo>
                  <a:lnTo>
                    <a:pt x="1200802" y="1345901"/>
                  </a:lnTo>
                  <a:lnTo>
                    <a:pt x="1200801" y="1345905"/>
                  </a:lnTo>
                  <a:lnTo>
                    <a:pt x="1200798" y="1345910"/>
                  </a:lnTo>
                  <a:lnTo>
                    <a:pt x="1200792" y="1345917"/>
                  </a:lnTo>
                  <a:lnTo>
                    <a:pt x="1200784" y="1345924"/>
                  </a:lnTo>
                  <a:lnTo>
                    <a:pt x="1200768" y="1345931"/>
                  </a:lnTo>
                  <a:lnTo>
                    <a:pt x="1200758" y="1345935"/>
                  </a:lnTo>
                  <a:lnTo>
                    <a:pt x="1200742" y="1345942"/>
                  </a:lnTo>
                  <a:lnTo>
                    <a:pt x="1200733" y="1345947"/>
                  </a:lnTo>
                  <a:lnTo>
                    <a:pt x="1200729" y="1345952"/>
                  </a:lnTo>
                  <a:lnTo>
                    <a:pt x="1200727" y="1345957"/>
                  </a:lnTo>
                  <a:lnTo>
                    <a:pt x="1200727" y="1345963"/>
                  </a:lnTo>
                  <a:lnTo>
                    <a:pt x="1200730" y="1345971"/>
                  </a:lnTo>
                  <a:lnTo>
                    <a:pt x="1200737" y="1345978"/>
                  </a:lnTo>
                  <a:lnTo>
                    <a:pt x="1200741" y="1345983"/>
                  </a:lnTo>
                  <a:lnTo>
                    <a:pt x="1200744" y="1345988"/>
                  </a:lnTo>
                  <a:lnTo>
                    <a:pt x="1200747" y="1345994"/>
                  </a:lnTo>
                  <a:lnTo>
                    <a:pt x="1200748" y="1345999"/>
                  </a:lnTo>
                  <a:lnTo>
                    <a:pt x="1200749" y="1346006"/>
                  </a:lnTo>
                  <a:lnTo>
                    <a:pt x="1200750" y="1346016"/>
                  </a:lnTo>
                  <a:lnTo>
                    <a:pt x="1200752" y="1346025"/>
                  </a:lnTo>
                  <a:lnTo>
                    <a:pt x="1200753" y="1346030"/>
                  </a:lnTo>
                  <a:lnTo>
                    <a:pt x="1200755" y="1346035"/>
                  </a:lnTo>
                  <a:lnTo>
                    <a:pt x="1200758" y="1346039"/>
                  </a:lnTo>
                  <a:lnTo>
                    <a:pt x="1200768" y="1346047"/>
                  </a:lnTo>
                  <a:lnTo>
                    <a:pt x="1200773" y="1346048"/>
                  </a:lnTo>
                  <a:lnTo>
                    <a:pt x="1200783" y="1346048"/>
                  </a:lnTo>
                  <a:lnTo>
                    <a:pt x="1200788" y="1346046"/>
                  </a:lnTo>
                  <a:lnTo>
                    <a:pt x="1200811" y="1346038"/>
                  </a:lnTo>
                  <a:lnTo>
                    <a:pt x="1200822" y="1346031"/>
                  </a:lnTo>
                  <a:lnTo>
                    <a:pt x="1200829" y="1346029"/>
                  </a:lnTo>
                  <a:lnTo>
                    <a:pt x="1200838" y="1346029"/>
                  </a:lnTo>
                  <a:lnTo>
                    <a:pt x="1200842" y="1346028"/>
                  </a:lnTo>
                  <a:lnTo>
                    <a:pt x="1200848" y="1346028"/>
                  </a:lnTo>
                  <a:lnTo>
                    <a:pt x="1200854" y="1346029"/>
                  </a:lnTo>
                  <a:lnTo>
                    <a:pt x="1200860" y="1346029"/>
                  </a:lnTo>
                  <a:lnTo>
                    <a:pt x="1200866" y="1346032"/>
                  </a:lnTo>
                  <a:lnTo>
                    <a:pt x="1200871" y="1346037"/>
                  </a:lnTo>
                  <a:lnTo>
                    <a:pt x="1200874" y="1346042"/>
                  </a:lnTo>
                  <a:lnTo>
                    <a:pt x="1200877" y="1346048"/>
                  </a:lnTo>
                  <a:lnTo>
                    <a:pt x="1200879" y="1346054"/>
                  </a:lnTo>
                  <a:lnTo>
                    <a:pt x="1200880" y="1346060"/>
                  </a:lnTo>
                  <a:lnTo>
                    <a:pt x="1200881" y="1346071"/>
                  </a:lnTo>
                  <a:lnTo>
                    <a:pt x="1200882" y="1346080"/>
                  </a:lnTo>
                  <a:lnTo>
                    <a:pt x="1200883" y="1346087"/>
                  </a:lnTo>
                  <a:lnTo>
                    <a:pt x="1200885" y="1346092"/>
                  </a:lnTo>
                  <a:lnTo>
                    <a:pt x="1200890" y="1346098"/>
                  </a:lnTo>
                  <a:lnTo>
                    <a:pt x="1200894" y="1346104"/>
                  </a:lnTo>
                  <a:lnTo>
                    <a:pt x="1200897" y="1346109"/>
                  </a:lnTo>
                  <a:lnTo>
                    <a:pt x="1200899" y="1346114"/>
                  </a:lnTo>
                  <a:lnTo>
                    <a:pt x="1200901" y="1346119"/>
                  </a:lnTo>
                  <a:lnTo>
                    <a:pt x="1200902" y="1346126"/>
                  </a:lnTo>
                  <a:lnTo>
                    <a:pt x="1200903" y="1346135"/>
                  </a:lnTo>
                  <a:lnTo>
                    <a:pt x="1200904" y="1346142"/>
                  </a:lnTo>
                  <a:lnTo>
                    <a:pt x="1200906" y="1346148"/>
                  </a:lnTo>
                  <a:lnTo>
                    <a:pt x="1200908" y="1346152"/>
                  </a:lnTo>
                  <a:lnTo>
                    <a:pt x="1200916" y="1346152"/>
                  </a:lnTo>
                  <a:lnTo>
                    <a:pt x="1200921" y="1346152"/>
                  </a:lnTo>
                  <a:lnTo>
                    <a:pt x="1200925" y="1346151"/>
                  </a:lnTo>
                  <a:lnTo>
                    <a:pt x="1200940" y="1346145"/>
                  </a:lnTo>
                  <a:lnTo>
                    <a:pt x="1200946" y="1346143"/>
                  </a:lnTo>
                  <a:lnTo>
                    <a:pt x="1200950" y="1346142"/>
                  </a:lnTo>
                  <a:lnTo>
                    <a:pt x="1200957" y="1346142"/>
                  </a:lnTo>
                  <a:lnTo>
                    <a:pt x="1200963" y="1346143"/>
                  </a:lnTo>
                  <a:lnTo>
                    <a:pt x="1200970" y="1346148"/>
                  </a:lnTo>
                  <a:lnTo>
                    <a:pt x="1200974" y="1346154"/>
                  </a:lnTo>
                  <a:lnTo>
                    <a:pt x="1200975" y="1346159"/>
                  </a:lnTo>
                  <a:lnTo>
                    <a:pt x="1200976" y="1346166"/>
                  </a:lnTo>
                  <a:lnTo>
                    <a:pt x="1200975" y="1346176"/>
                  </a:lnTo>
                  <a:lnTo>
                    <a:pt x="1200975" y="1346183"/>
                  </a:lnTo>
                  <a:lnTo>
                    <a:pt x="1200973" y="1346189"/>
                  </a:lnTo>
                  <a:lnTo>
                    <a:pt x="1200971" y="1346196"/>
                  </a:lnTo>
                  <a:lnTo>
                    <a:pt x="1200967" y="1346203"/>
                  </a:lnTo>
                  <a:lnTo>
                    <a:pt x="1200963" y="1346208"/>
                  </a:lnTo>
                  <a:lnTo>
                    <a:pt x="1200955" y="1346212"/>
                  </a:lnTo>
                  <a:lnTo>
                    <a:pt x="1200945" y="1346215"/>
                  </a:lnTo>
                  <a:lnTo>
                    <a:pt x="1200924" y="1346217"/>
                  </a:lnTo>
                  <a:lnTo>
                    <a:pt x="1200918" y="1346219"/>
                  </a:lnTo>
                  <a:lnTo>
                    <a:pt x="1200912" y="1346221"/>
                  </a:lnTo>
                  <a:lnTo>
                    <a:pt x="1200909" y="1346226"/>
                  </a:lnTo>
                  <a:lnTo>
                    <a:pt x="1200907" y="1346232"/>
                  </a:lnTo>
                  <a:lnTo>
                    <a:pt x="1200908" y="1346238"/>
                  </a:lnTo>
                  <a:lnTo>
                    <a:pt x="1200912" y="1346244"/>
                  </a:lnTo>
                  <a:lnTo>
                    <a:pt x="1200919" y="1346248"/>
                  </a:lnTo>
                  <a:lnTo>
                    <a:pt x="1200925" y="1346252"/>
                  </a:lnTo>
                  <a:lnTo>
                    <a:pt x="1200930" y="1346255"/>
                  </a:lnTo>
                  <a:lnTo>
                    <a:pt x="1200938" y="1346261"/>
                  </a:lnTo>
                  <a:lnTo>
                    <a:pt x="1200942" y="1346266"/>
                  </a:lnTo>
                  <a:lnTo>
                    <a:pt x="1200945" y="1346273"/>
                  </a:lnTo>
                  <a:lnTo>
                    <a:pt x="1200946" y="1346280"/>
                  </a:lnTo>
                  <a:lnTo>
                    <a:pt x="1200945" y="1346288"/>
                  </a:lnTo>
                  <a:lnTo>
                    <a:pt x="1200942" y="1346292"/>
                  </a:lnTo>
                  <a:lnTo>
                    <a:pt x="1200937" y="1346298"/>
                  </a:lnTo>
                  <a:lnTo>
                    <a:pt x="1200929" y="1346304"/>
                  </a:lnTo>
                  <a:lnTo>
                    <a:pt x="1200917" y="1346310"/>
                  </a:lnTo>
                  <a:lnTo>
                    <a:pt x="1200912" y="1346313"/>
                  </a:lnTo>
                  <a:lnTo>
                    <a:pt x="1200907" y="1346315"/>
                  </a:lnTo>
                  <a:lnTo>
                    <a:pt x="1200897" y="1346323"/>
                  </a:lnTo>
                  <a:lnTo>
                    <a:pt x="1200891" y="1346330"/>
                  </a:lnTo>
                  <a:lnTo>
                    <a:pt x="1200888" y="1346334"/>
                  </a:lnTo>
                  <a:lnTo>
                    <a:pt x="1200885" y="1346341"/>
                  </a:lnTo>
                  <a:lnTo>
                    <a:pt x="1200883" y="1346348"/>
                  </a:lnTo>
                  <a:lnTo>
                    <a:pt x="1200881" y="1346354"/>
                  </a:lnTo>
                  <a:lnTo>
                    <a:pt x="1200879" y="1346361"/>
                  </a:lnTo>
                  <a:lnTo>
                    <a:pt x="1200878" y="1346368"/>
                  </a:lnTo>
                  <a:lnTo>
                    <a:pt x="1200877" y="1346378"/>
                  </a:lnTo>
                  <a:lnTo>
                    <a:pt x="1200877" y="1346390"/>
                  </a:lnTo>
                  <a:lnTo>
                    <a:pt x="1200876" y="1346400"/>
                  </a:lnTo>
                  <a:lnTo>
                    <a:pt x="1200875" y="1346410"/>
                  </a:lnTo>
                  <a:lnTo>
                    <a:pt x="1200873" y="1346416"/>
                  </a:lnTo>
                  <a:lnTo>
                    <a:pt x="1200869" y="1346422"/>
                  </a:lnTo>
                  <a:lnTo>
                    <a:pt x="1200862" y="1346423"/>
                  </a:lnTo>
                  <a:lnTo>
                    <a:pt x="1200850" y="1346423"/>
                  </a:lnTo>
                  <a:lnTo>
                    <a:pt x="1200841" y="1346425"/>
                  </a:lnTo>
                  <a:lnTo>
                    <a:pt x="1200836" y="1346430"/>
                  </a:lnTo>
                  <a:lnTo>
                    <a:pt x="1200835" y="1346435"/>
                  </a:lnTo>
                  <a:lnTo>
                    <a:pt x="1200835" y="1346441"/>
                  </a:lnTo>
                  <a:lnTo>
                    <a:pt x="1200836" y="1346448"/>
                  </a:lnTo>
                  <a:lnTo>
                    <a:pt x="1200840" y="1346457"/>
                  </a:lnTo>
                  <a:lnTo>
                    <a:pt x="1200845" y="1346471"/>
                  </a:lnTo>
                  <a:lnTo>
                    <a:pt x="1200850" y="1346479"/>
                  </a:lnTo>
                  <a:lnTo>
                    <a:pt x="1200854" y="1346489"/>
                  </a:lnTo>
                  <a:lnTo>
                    <a:pt x="1200856" y="1346496"/>
                  </a:lnTo>
                  <a:lnTo>
                    <a:pt x="1200857" y="1346501"/>
                  </a:lnTo>
                  <a:lnTo>
                    <a:pt x="1200858" y="1346510"/>
                  </a:lnTo>
                  <a:lnTo>
                    <a:pt x="1200858" y="1346518"/>
                  </a:lnTo>
                  <a:lnTo>
                    <a:pt x="1200856" y="1346527"/>
                  </a:lnTo>
                  <a:lnTo>
                    <a:pt x="1200851" y="1346531"/>
                  </a:lnTo>
                  <a:lnTo>
                    <a:pt x="1200841" y="1346529"/>
                  </a:lnTo>
                  <a:lnTo>
                    <a:pt x="1200833" y="1346526"/>
                  </a:lnTo>
                  <a:lnTo>
                    <a:pt x="1200825" y="1346522"/>
                  </a:lnTo>
                  <a:lnTo>
                    <a:pt x="1200817" y="1346516"/>
                  </a:lnTo>
                  <a:lnTo>
                    <a:pt x="1200807" y="1346507"/>
                  </a:lnTo>
                  <a:lnTo>
                    <a:pt x="1200803" y="1346497"/>
                  </a:lnTo>
                  <a:lnTo>
                    <a:pt x="1200799" y="1346485"/>
                  </a:lnTo>
                  <a:lnTo>
                    <a:pt x="1200795" y="1346475"/>
                  </a:lnTo>
                  <a:lnTo>
                    <a:pt x="1200792" y="1346469"/>
                  </a:lnTo>
                  <a:lnTo>
                    <a:pt x="1200788" y="1346463"/>
                  </a:lnTo>
                  <a:lnTo>
                    <a:pt x="1200779" y="1346448"/>
                  </a:lnTo>
                  <a:lnTo>
                    <a:pt x="1200773" y="1346439"/>
                  </a:lnTo>
                  <a:lnTo>
                    <a:pt x="1200767" y="1346431"/>
                  </a:lnTo>
                  <a:lnTo>
                    <a:pt x="1200762" y="1346427"/>
                  </a:lnTo>
                  <a:lnTo>
                    <a:pt x="1200754" y="1346420"/>
                  </a:lnTo>
                  <a:lnTo>
                    <a:pt x="1200746" y="1346414"/>
                  </a:lnTo>
                  <a:lnTo>
                    <a:pt x="1200739" y="1346410"/>
                  </a:lnTo>
                  <a:lnTo>
                    <a:pt x="1200733" y="1346407"/>
                  </a:lnTo>
                  <a:lnTo>
                    <a:pt x="1200724" y="1346404"/>
                  </a:lnTo>
                  <a:lnTo>
                    <a:pt x="1200713" y="1346402"/>
                  </a:lnTo>
                  <a:lnTo>
                    <a:pt x="1200701" y="1346403"/>
                  </a:lnTo>
                  <a:lnTo>
                    <a:pt x="1200694" y="1346404"/>
                  </a:lnTo>
                  <a:lnTo>
                    <a:pt x="1200688" y="1346407"/>
                  </a:lnTo>
                  <a:lnTo>
                    <a:pt x="1200684" y="1346409"/>
                  </a:lnTo>
                  <a:lnTo>
                    <a:pt x="1200680" y="1346414"/>
                  </a:lnTo>
                  <a:lnTo>
                    <a:pt x="1200676" y="1346420"/>
                  </a:lnTo>
                  <a:lnTo>
                    <a:pt x="1200676" y="1346426"/>
                  </a:lnTo>
                  <a:lnTo>
                    <a:pt x="1200678" y="1346430"/>
                  </a:lnTo>
                  <a:lnTo>
                    <a:pt x="1200684" y="1346436"/>
                  </a:lnTo>
                  <a:lnTo>
                    <a:pt x="1200692" y="1346441"/>
                  </a:lnTo>
                  <a:lnTo>
                    <a:pt x="1200701" y="1346449"/>
                  </a:lnTo>
                  <a:lnTo>
                    <a:pt x="1200704" y="1346453"/>
                  </a:lnTo>
                  <a:lnTo>
                    <a:pt x="1200709" y="1346458"/>
                  </a:lnTo>
                  <a:lnTo>
                    <a:pt x="1200711" y="1346463"/>
                  </a:lnTo>
                  <a:lnTo>
                    <a:pt x="1200713" y="1346470"/>
                  </a:lnTo>
                  <a:lnTo>
                    <a:pt x="1200714" y="1346477"/>
                  </a:lnTo>
                  <a:lnTo>
                    <a:pt x="1200715" y="1346484"/>
                  </a:lnTo>
                  <a:lnTo>
                    <a:pt x="1200715" y="1346495"/>
                  </a:lnTo>
                  <a:lnTo>
                    <a:pt x="1200715" y="1346513"/>
                  </a:lnTo>
                  <a:lnTo>
                    <a:pt x="1200715" y="1346522"/>
                  </a:lnTo>
                  <a:lnTo>
                    <a:pt x="1200716" y="1346530"/>
                  </a:lnTo>
                  <a:lnTo>
                    <a:pt x="1200716" y="1346541"/>
                  </a:lnTo>
                  <a:lnTo>
                    <a:pt x="1200716" y="1346549"/>
                  </a:lnTo>
                  <a:lnTo>
                    <a:pt x="1200716" y="1346555"/>
                  </a:lnTo>
                  <a:lnTo>
                    <a:pt x="1200715" y="1346559"/>
                  </a:lnTo>
                  <a:lnTo>
                    <a:pt x="1200713" y="1346566"/>
                  </a:lnTo>
                  <a:lnTo>
                    <a:pt x="1200709" y="1346574"/>
                  </a:lnTo>
                  <a:lnTo>
                    <a:pt x="1200704" y="1346584"/>
                  </a:lnTo>
                  <a:lnTo>
                    <a:pt x="1200701" y="1346591"/>
                  </a:lnTo>
                  <a:lnTo>
                    <a:pt x="1200698" y="1346599"/>
                  </a:lnTo>
                  <a:lnTo>
                    <a:pt x="1200694" y="1346613"/>
                  </a:lnTo>
                  <a:lnTo>
                    <a:pt x="1200689" y="1346625"/>
                  </a:lnTo>
                  <a:lnTo>
                    <a:pt x="1200683" y="1346636"/>
                  </a:lnTo>
                  <a:lnTo>
                    <a:pt x="1200680" y="1346645"/>
                  </a:lnTo>
                  <a:lnTo>
                    <a:pt x="1200678" y="1346649"/>
                  </a:lnTo>
                  <a:lnTo>
                    <a:pt x="1200676" y="1346658"/>
                  </a:lnTo>
                  <a:lnTo>
                    <a:pt x="1200672" y="1346664"/>
                  </a:lnTo>
                  <a:lnTo>
                    <a:pt x="1200668" y="1346671"/>
                  </a:lnTo>
                  <a:lnTo>
                    <a:pt x="1200663" y="1346677"/>
                  </a:lnTo>
                  <a:lnTo>
                    <a:pt x="1200655" y="1346685"/>
                  </a:lnTo>
                  <a:lnTo>
                    <a:pt x="1200648" y="1346689"/>
                  </a:lnTo>
                  <a:lnTo>
                    <a:pt x="1200641" y="1346692"/>
                  </a:lnTo>
                  <a:lnTo>
                    <a:pt x="1200636" y="1346695"/>
                  </a:lnTo>
                  <a:lnTo>
                    <a:pt x="1200630" y="1346699"/>
                  </a:lnTo>
                  <a:lnTo>
                    <a:pt x="1200625" y="1346702"/>
                  </a:lnTo>
                  <a:lnTo>
                    <a:pt x="1200621" y="1346706"/>
                  </a:lnTo>
                  <a:lnTo>
                    <a:pt x="1200617" y="1346710"/>
                  </a:lnTo>
                  <a:lnTo>
                    <a:pt x="1200615" y="1346715"/>
                  </a:lnTo>
                  <a:lnTo>
                    <a:pt x="1200613" y="1346723"/>
                  </a:lnTo>
                  <a:lnTo>
                    <a:pt x="1200610" y="1346727"/>
                  </a:lnTo>
                  <a:lnTo>
                    <a:pt x="1200604" y="1346730"/>
                  </a:lnTo>
                  <a:lnTo>
                    <a:pt x="1200599" y="1346734"/>
                  </a:lnTo>
                  <a:lnTo>
                    <a:pt x="1200596" y="1346738"/>
                  </a:lnTo>
                  <a:lnTo>
                    <a:pt x="1200593" y="1346742"/>
                  </a:lnTo>
                  <a:lnTo>
                    <a:pt x="1200591" y="1346749"/>
                  </a:lnTo>
                  <a:lnTo>
                    <a:pt x="1200589" y="1346755"/>
                  </a:lnTo>
                  <a:lnTo>
                    <a:pt x="1200585" y="1346761"/>
                  </a:lnTo>
                  <a:lnTo>
                    <a:pt x="1200581" y="1346768"/>
                  </a:lnTo>
                  <a:lnTo>
                    <a:pt x="1200577" y="1346775"/>
                  </a:lnTo>
                  <a:lnTo>
                    <a:pt x="1200574" y="1346780"/>
                  </a:lnTo>
                  <a:lnTo>
                    <a:pt x="1200566" y="1346785"/>
                  </a:lnTo>
                  <a:lnTo>
                    <a:pt x="1200561" y="1346786"/>
                  </a:lnTo>
                  <a:lnTo>
                    <a:pt x="1200553" y="1346785"/>
                  </a:lnTo>
                  <a:lnTo>
                    <a:pt x="1200546" y="1346783"/>
                  </a:lnTo>
                  <a:lnTo>
                    <a:pt x="1200544" y="1346771"/>
                  </a:lnTo>
                  <a:lnTo>
                    <a:pt x="1200543" y="1346766"/>
                  </a:lnTo>
                  <a:lnTo>
                    <a:pt x="1200541" y="1346761"/>
                  </a:lnTo>
                  <a:lnTo>
                    <a:pt x="1200539" y="1346756"/>
                  </a:lnTo>
                  <a:lnTo>
                    <a:pt x="1200535" y="1346752"/>
                  </a:lnTo>
                  <a:lnTo>
                    <a:pt x="1200529" y="1346744"/>
                  </a:lnTo>
                  <a:lnTo>
                    <a:pt x="1200517" y="1346734"/>
                  </a:lnTo>
                  <a:lnTo>
                    <a:pt x="1200507" y="1346727"/>
                  </a:lnTo>
                  <a:lnTo>
                    <a:pt x="1200494" y="1346724"/>
                  </a:lnTo>
                  <a:lnTo>
                    <a:pt x="1200481" y="1346718"/>
                  </a:lnTo>
                  <a:lnTo>
                    <a:pt x="1200473" y="1346711"/>
                  </a:lnTo>
                  <a:lnTo>
                    <a:pt x="1200470" y="1346707"/>
                  </a:lnTo>
                  <a:lnTo>
                    <a:pt x="1200466" y="1346702"/>
                  </a:lnTo>
                  <a:lnTo>
                    <a:pt x="1200460" y="1346688"/>
                  </a:lnTo>
                  <a:lnTo>
                    <a:pt x="1200460" y="1346677"/>
                  </a:lnTo>
                  <a:lnTo>
                    <a:pt x="1200459" y="1346661"/>
                  </a:lnTo>
                  <a:lnTo>
                    <a:pt x="1200458" y="1346651"/>
                  </a:lnTo>
                  <a:lnTo>
                    <a:pt x="1200454" y="1346644"/>
                  </a:lnTo>
                  <a:lnTo>
                    <a:pt x="1200447" y="1346638"/>
                  </a:lnTo>
                  <a:lnTo>
                    <a:pt x="1200442" y="1346635"/>
                  </a:lnTo>
                  <a:lnTo>
                    <a:pt x="1200438" y="1346636"/>
                  </a:lnTo>
                  <a:lnTo>
                    <a:pt x="1200432" y="1346639"/>
                  </a:lnTo>
                  <a:lnTo>
                    <a:pt x="1200425" y="1346646"/>
                  </a:lnTo>
                  <a:lnTo>
                    <a:pt x="1200418" y="1346656"/>
                  </a:lnTo>
                  <a:lnTo>
                    <a:pt x="1200408" y="1346671"/>
                  </a:lnTo>
                  <a:lnTo>
                    <a:pt x="1200401" y="1346684"/>
                  </a:lnTo>
                  <a:lnTo>
                    <a:pt x="1200395" y="1346698"/>
                  </a:lnTo>
                  <a:lnTo>
                    <a:pt x="1200386" y="1346711"/>
                  </a:lnTo>
                  <a:lnTo>
                    <a:pt x="1200378" y="1346716"/>
                  </a:lnTo>
                  <a:lnTo>
                    <a:pt x="1200364" y="1346724"/>
                  </a:lnTo>
                  <a:lnTo>
                    <a:pt x="1200359" y="1346726"/>
                  </a:lnTo>
                  <a:lnTo>
                    <a:pt x="1200350" y="1346729"/>
                  </a:lnTo>
                  <a:lnTo>
                    <a:pt x="1200341" y="1346730"/>
                  </a:lnTo>
                  <a:lnTo>
                    <a:pt x="1200336" y="1346730"/>
                  </a:lnTo>
                  <a:lnTo>
                    <a:pt x="1200331" y="1346730"/>
                  </a:lnTo>
                  <a:lnTo>
                    <a:pt x="1200324" y="1346729"/>
                  </a:lnTo>
                  <a:lnTo>
                    <a:pt x="1200315" y="1346727"/>
                  </a:lnTo>
                  <a:lnTo>
                    <a:pt x="1200306" y="1346721"/>
                  </a:lnTo>
                  <a:lnTo>
                    <a:pt x="1200297" y="1346713"/>
                  </a:lnTo>
                  <a:lnTo>
                    <a:pt x="1200289" y="1346702"/>
                  </a:lnTo>
                  <a:lnTo>
                    <a:pt x="1200282" y="1346692"/>
                  </a:lnTo>
                  <a:lnTo>
                    <a:pt x="1200276" y="1346689"/>
                  </a:lnTo>
                  <a:lnTo>
                    <a:pt x="1200271" y="1346689"/>
                  </a:lnTo>
                  <a:lnTo>
                    <a:pt x="1200266" y="1346689"/>
                  </a:lnTo>
                  <a:lnTo>
                    <a:pt x="1200257" y="1346689"/>
                  </a:lnTo>
                  <a:lnTo>
                    <a:pt x="1200252" y="1346690"/>
                  </a:lnTo>
                  <a:lnTo>
                    <a:pt x="1200246" y="1346691"/>
                  </a:lnTo>
                  <a:lnTo>
                    <a:pt x="1200227" y="1346695"/>
                  </a:lnTo>
                  <a:lnTo>
                    <a:pt x="1200205" y="1346697"/>
                  </a:lnTo>
                  <a:lnTo>
                    <a:pt x="1200198" y="1346699"/>
                  </a:lnTo>
                  <a:lnTo>
                    <a:pt x="1200184" y="1346702"/>
                  </a:lnTo>
                  <a:lnTo>
                    <a:pt x="1200164" y="1346708"/>
                  </a:lnTo>
                  <a:lnTo>
                    <a:pt x="1200148" y="1346715"/>
                  </a:lnTo>
                  <a:lnTo>
                    <a:pt x="1200138" y="1346721"/>
                  </a:lnTo>
                  <a:lnTo>
                    <a:pt x="1200127" y="1346732"/>
                  </a:lnTo>
                  <a:lnTo>
                    <a:pt x="1200116" y="1346744"/>
                  </a:lnTo>
                  <a:lnTo>
                    <a:pt x="1200103" y="1346760"/>
                  </a:lnTo>
                  <a:lnTo>
                    <a:pt x="1200092" y="1346774"/>
                  </a:lnTo>
                  <a:lnTo>
                    <a:pt x="1200084" y="1346781"/>
                  </a:lnTo>
                  <a:lnTo>
                    <a:pt x="1200072" y="1346786"/>
                  </a:lnTo>
                  <a:lnTo>
                    <a:pt x="1200059" y="1346789"/>
                  </a:lnTo>
                  <a:lnTo>
                    <a:pt x="1200045" y="1346789"/>
                  </a:lnTo>
                  <a:lnTo>
                    <a:pt x="1200030" y="1346786"/>
                  </a:lnTo>
                  <a:lnTo>
                    <a:pt x="1200009" y="1346781"/>
                  </a:lnTo>
                  <a:lnTo>
                    <a:pt x="1199992" y="1346775"/>
                  </a:lnTo>
                  <a:lnTo>
                    <a:pt x="1199963" y="1346761"/>
                  </a:lnTo>
                  <a:lnTo>
                    <a:pt x="1199952" y="1346755"/>
                  </a:lnTo>
                  <a:lnTo>
                    <a:pt x="1199942" y="1346748"/>
                  </a:lnTo>
                  <a:lnTo>
                    <a:pt x="1199937" y="1346741"/>
                  </a:lnTo>
                  <a:lnTo>
                    <a:pt x="1199936" y="1346735"/>
                  </a:lnTo>
                  <a:lnTo>
                    <a:pt x="1199936" y="1346727"/>
                  </a:lnTo>
                  <a:lnTo>
                    <a:pt x="1199940" y="1346716"/>
                  </a:lnTo>
                  <a:lnTo>
                    <a:pt x="1199942" y="1346711"/>
                  </a:lnTo>
                  <a:lnTo>
                    <a:pt x="1199949" y="1346701"/>
                  </a:lnTo>
                  <a:lnTo>
                    <a:pt x="1199958" y="1346689"/>
                  </a:lnTo>
                  <a:lnTo>
                    <a:pt x="1199961" y="1346684"/>
                  </a:lnTo>
                  <a:lnTo>
                    <a:pt x="1199967" y="1346673"/>
                  </a:lnTo>
                  <a:lnTo>
                    <a:pt x="1199969" y="1346663"/>
                  </a:lnTo>
                  <a:lnTo>
                    <a:pt x="1199969" y="1346653"/>
                  </a:lnTo>
                  <a:lnTo>
                    <a:pt x="1199967" y="1346643"/>
                  </a:lnTo>
                  <a:lnTo>
                    <a:pt x="1199966" y="1346633"/>
                  </a:lnTo>
                  <a:lnTo>
                    <a:pt x="1199966" y="1346624"/>
                  </a:lnTo>
                  <a:lnTo>
                    <a:pt x="1199968" y="1346613"/>
                  </a:lnTo>
                  <a:lnTo>
                    <a:pt x="1199970" y="1346608"/>
                  </a:lnTo>
                  <a:lnTo>
                    <a:pt x="1199979" y="1346600"/>
                  </a:lnTo>
                  <a:lnTo>
                    <a:pt x="1199989" y="1346588"/>
                  </a:lnTo>
                  <a:lnTo>
                    <a:pt x="1199994" y="1346580"/>
                  </a:lnTo>
                  <a:lnTo>
                    <a:pt x="1199996" y="1346571"/>
                  </a:lnTo>
                  <a:lnTo>
                    <a:pt x="1199996" y="1346563"/>
                  </a:lnTo>
                  <a:lnTo>
                    <a:pt x="1199994" y="1346556"/>
                  </a:lnTo>
                  <a:lnTo>
                    <a:pt x="1199990" y="1346548"/>
                  </a:lnTo>
                  <a:lnTo>
                    <a:pt x="1199985" y="1346539"/>
                  </a:lnTo>
                  <a:lnTo>
                    <a:pt x="1199979" y="1346532"/>
                  </a:lnTo>
                  <a:lnTo>
                    <a:pt x="1199972" y="1346522"/>
                  </a:lnTo>
                  <a:lnTo>
                    <a:pt x="1199969" y="1346515"/>
                  </a:lnTo>
                  <a:lnTo>
                    <a:pt x="1199966" y="1346506"/>
                  </a:lnTo>
                  <a:lnTo>
                    <a:pt x="1199965" y="1346498"/>
                  </a:lnTo>
                  <a:lnTo>
                    <a:pt x="1199965" y="1346487"/>
                  </a:lnTo>
                  <a:lnTo>
                    <a:pt x="1199965" y="1346474"/>
                  </a:lnTo>
                  <a:lnTo>
                    <a:pt x="1199964" y="1346461"/>
                  </a:lnTo>
                  <a:lnTo>
                    <a:pt x="1199967" y="1346453"/>
                  </a:lnTo>
                  <a:lnTo>
                    <a:pt x="1199973" y="1346444"/>
                  </a:lnTo>
                  <a:lnTo>
                    <a:pt x="1199978" y="1346442"/>
                  </a:lnTo>
                  <a:lnTo>
                    <a:pt x="1199982" y="1346441"/>
                  </a:lnTo>
                  <a:lnTo>
                    <a:pt x="1199990" y="1346439"/>
                  </a:lnTo>
                  <a:lnTo>
                    <a:pt x="1200006" y="1346435"/>
                  </a:lnTo>
                  <a:lnTo>
                    <a:pt x="1200020" y="1346431"/>
                  </a:lnTo>
                  <a:lnTo>
                    <a:pt x="1200028" y="1346428"/>
                  </a:lnTo>
                  <a:lnTo>
                    <a:pt x="1200055" y="1346420"/>
                  </a:lnTo>
                  <a:lnTo>
                    <a:pt x="1200063" y="1346418"/>
                  </a:lnTo>
                  <a:lnTo>
                    <a:pt x="1200070" y="1346416"/>
                  </a:lnTo>
                  <a:lnTo>
                    <a:pt x="1200076" y="1346416"/>
                  </a:lnTo>
                  <a:lnTo>
                    <a:pt x="1200084" y="1346418"/>
                  </a:lnTo>
                  <a:lnTo>
                    <a:pt x="1200094" y="1346420"/>
                  </a:lnTo>
                  <a:lnTo>
                    <a:pt x="1200102" y="1346421"/>
                  </a:lnTo>
                  <a:lnTo>
                    <a:pt x="1200108" y="1346420"/>
                  </a:lnTo>
                  <a:lnTo>
                    <a:pt x="1200112" y="1346418"/>
                  </a:lnTo>
                  <a:lnTo>
                    <a:pt x="1200114" y="1346413"/>
                  </a:lnTo>
                  <a:lnTo>
                    <a:pt x="1200115" y="1346406"/>
                  </a:lnTo>
                  <a:lnTo>
                    <a:pt x="1200114" y="1346399"/>
                  </a:lnTo>
                  <a:lnTo>
                    <a:pt x="1200111" y="1346387"/>
                  </a:lnTo>
                  <a:lnTo>
                    <a:pt x="1200108" y="1346378"/>
                  </a:lnTo>
                  <a:lnTo>
                    <a:pt x="1200102" y="1346373"/>
                  </a:lnTo>
                  <a:lnTo>
                    <a:pt x="1200092" y="1346368"/>
                  </a:lnTo>
                  <a:lnTo>
                    <a:pt x="1200081" y="1346365"/>
                  </a:lnTo>
                  <a:lnTo>
                    <a:pt x="1200070" y="1346360"/>
                  </a:lnTo>
                  <a:lnTo>
                    <a:pt x="1200063" y="1346354"/>
                  </a:lnTo>
                  <a:lnTo>
                    <a:pt x="1200060" y="1346347"/>
                  </a:lnTo>
                  <a:lnTo>
                    <a:pt x="1200060" y="1346340"/>
                  </a:lnTo>
                  <a:lnTo>
                    <a:pt x="1200061" y="1346333"/>
                  </a:lnTo>
                  <a:lnTo>
                    <a:pt x="1200068" y="1346328"/>
                  </a:lnTo>
                  <a:lnTo>
                    <a:pt x="1200077" y="1346326"/>
                  </a:lnTo>
                  <a:lnTo>
                    <a:pt x="1200089" y="1346325"/>
                  </a:lnTo>
                  <a:lnTo>
                    <a:pt x="1200104" y="1346325"/>
                  </a:lnTo>
                  <a:lnTo>
                    <a:pt x="1200125" y="1346326"/>
                  </a:lnTo>
                  <a:lnTo>
                    <a:pt x="1200141" y="1346330"/>
                  </a:lnTo>
                  <a:lnTo>
                    <a:pt x="1200159" y="1346334"/>
                  </a:lnTo>
                  <a:lnTo>
                    <a:pt x="1200174" y="1346335"/>
                  </a:lnTo>
                  <a:lnTo>
                    <a:pt x="1200183" y="1346335"/>
                  </a:lnTo>
                  <a:lnTo>
                    <a:pt x="1200189" y="1346336"/>
                  </a:lnTo>
                  <a:lnTo>
                    <a:pt x="1200202" y="1346336"/>
                  </a:lnTo>
                  <a:lnTo>
                    <a:pt x="1200216" y="1346334"/>
                  </a:lnTo>
                  <a:lnTo>
                    <a:pt x="1200222" y="1346331"/>
                  </a:lnTo>
                  <a:lnTo>
                    <a:pt x="1200230" y="1346327"/>
                  </a:lnTo>
                  <a:lnTo>
                    <a:pt x="1200233" y="1346323"/>
                  </a:lnTo>
                  <a:lnTo>
                    <a:pt x="1200232" y="1346316"/>
                  </a:lnTo>
                  <a:lnTo>
                    <a:pt x="1200229" y="1346310"/>
                  </a:lnTo>
                  <a:lnTo>
                    <a:pt x="1200222" y="1346304"/>
                  </a:lnTo>
                  <a:lnTo>
                    <a:pt x="1200216" y="1346295"/>
                  </a:lnTo>
                  <a:lnTo>
                    <a:pt x="1200213" y="1346289"/>
                  </a:lnTo>
                  <a:lnTo>
                    <a:pt x="1200211" y="1346283"/>
                  </a:lnTo>
                  <a:lnTo>
                    <a:pt x="1200212" y="1346276"/>
                  </a:lnTo>
                  <a:lnTo>
                    <a:pt x="1200216" y="1346271"/>
                  </a:lnTo>
                  <a:lnTo>
                    <a:pt x="1200225" y="1346265"/>
                  </a:lnTo>
                  <a:lnTo>
                    <a:pt x="1200239" y="1346260"/>
                  </a:lnTo>
                  <a:lnTo>
                    <a:pt x="1200246" y="1346255"/>
                  </a:lnTo>
                  <a:lnTo>
                    <a:pt x="1200247" y="1346250"/>
                  </a:lnTo>
                  <a:lnTo>
                    <a:pt x="1200245" y="1346244"/>
                  </a:lnTo>
                  <a:lnTo>
                    <a:pt x="1200240" y="1346238"/>
                  </a:lnTo>
                  <a:lnTo>
                    <a:pt x="1200233" y="1346235"/>
                  </a:lnTo>
                  <a:lnTo>
                    <a:pt x="1200226" y="1346231"/>
                  </a:lnTo>
                  <a:lnTo>
                    <a:pt x="1200221" y="1346225"/>
                  </a:lnTo>
                  <a:lnTo>
                    <a:pt x="1200219" y="1346217"/>
                  </a:lnTo>
                  <a:lnTo>
                    <a:pt x="1200217" y="1346208"/>
                  </a:lnTo>
                  <a:lnTo>
                    <a:pt x="1200217" y="1346199"/>
                  </a:lnTo>
                  <a:lnTo>
                    <a:pt x="1200218" y="1346184"/>
                  </a:lnTo>
                  <a:lnTo>
                    <a:pt x="1200220" y="1346173"/>
                  </a:lnTo>
                  <a:lnTo>
                    <a:pt x="1200224" y="1346161"/>
                  </a:lnTo>
                  <a:lnTo>
                    <a:pt x="1200228" y="1346147"/>
                  </a:lnTo>
                  <a:lnTo>
                    <a:pt x="1200228" y="1346139"/>
                  </a:lnTo>
                  <a:lnTo>
                    <a:pt x="1200228" y="1346132"/>
                  </a:lnTo>
                  <a:lnTo>
                    <a:pt x="1200227" y="1346121"/>
                  </a:lnTo>
                  <a:lnTo>
                    <a:pt x="1200224" y="1346110"/>
                  </a:lnTo>
                  <a:lnTo>
                    <a:pt x="1200221" y="1346101"/>
                  </a:lnTo>
                  <a:lnTo>
                    <a:pt x="1200218" y="1346092"/>
                  </a:lnTo>
                  <a:lnTo>
                    <a:pt x="1200216" y="1346082"/>
                  </a:lnTo>
                  <a:lnTo>
                    <a:pt x="1200216" y="1346076"/>
                  </a:lnTo>
                  <a:lnTo>
                    <a:pt x="1200216" y="1346067"/>
                  </a:lnTo>
                  <a:lnTo>
                    <a:pt x="1200214" y="1346061"/>
                  </a:lnTo>
                  <a:lnTo>
                    <a:pt x="1200209" y="1346056"/>
                  </a:lnTo>
                  <a:lnTo>
                    <a:pt x="1200202" y="1346055"/>
                  </a:lnTo>
                  <a:lnTo>
                    <a:pt x="1200193" y="1346055"/>
                  </a:lnTo>
                  <a:lnTo>
                    <a:pt x="1200186" y="1346057"/>
                  </a:lnTo>
                  <a:lnTo>
                    <a:pt x="1200179" y="1346059"/>
                  </a:lnTo>
                  <a:lnTo>
                    <a:pt x="1200168" y="1346061"/>
                  </a:lnTo>
                  <a:lnTo>
                    <a:pt x="1200159" y="1346060"/>
                  </a:lnTo>
                  <a:lnTo>
                    <a:pt x="1200152" y="1346054"/>
                  </a:lnTo>
                  <a:lnTo>
                    <a:pt x="1200146" y="1346045"/>
                  </a:lnTo>
                  <a:lnTo>
                    <a:pt x="1200141" y="1346038"/>
                  </a:lnTo>
                  <a:lnTo>
                    <a:pt x="1200138" y="1346033"/>
                  </a:lnTo>
                  <a:lnTo>
                    <a:pt x="1200131" y="1346018"/>
                  </a:lnTo>
                  <a:lnTo>
                    <a:pt x="1200128" y="1346014"/>
                  </a:lnTo>
                  <a:lnTo>
                    <a:pt x="1200122" y="1346005"/>
                  </a:lnTo>
                  <a:lnTo>
                    <a:pt x="1200117" y="1345997"/>
                  </a:lnTo>
                  <a:lnTo>
                    <a:pt x="1200114" y="1345991"/>
                  </a:lnTo>
                  <a:lnTo>
                    <a:pt x="1200106" y="1345979"/>
                  </a:lnTo>
                  <a:lnTo>
                    <a:pt x="1200102" y="1345972"/>
                  </a:lnTo>
                  <a:lnTo>
                    <a:pt x="1200100" y="1345962"/>
                  </a:lnTo>
                  <a:lnTo>
                    <a:pt x="1200098" y="1345953"/>
                  </a:lnTo>
                  <a:lnTo>
                    <a:pt x="1200095" y="1345938"/>
                  </a:lnTo>
                  <a:lnTo>
                    <a:pt x="1200093" y="1345930"/>
                  </a:lnTo>
                  <a:lnTo>
                    <a:pt x="1200088" y="1345918"/>
                  </a:lnTo>
                  <a:lnTo>
                    <a:pt x="1200081" y="1345904"/>
                  </a:lnTo>
                  <a:lnTo>
                    <a:pt x="1200078" y="1345899"/>
                  </a:lnTo>
                  <a:lnTo>
                    <a:pt x="1200073" y="1345890"/>
                  </a:lnTo>
                  <a:lnTo>
                    <a:pt x="1200069" y="1345881"/>
                  </a:lnTo>
                  <a:lnTo>
                    <a:pt x="1200066" y="1345873"/>
                  </a:lnTo>
                  <a:lnTo>
                    <a:pt x="1200064" y="1345864"/>
                  </a:lnTo>
                  <a:lnTo>
                    <a:pt x="1200063" y="1345858"/>
                  </a:lnTo>
                  <a:lnTo>
                    <a:pt x="1200063" y="1345842"/>
                  </a:lnTo>
                  <a:lnTo>
                    <a:pt x="1200062" y="1345836"/>
                  </a:lnTo>
                  <a:lnTo>
                    <a:pt x="1200056" y="1345829"/>
                  </a:lnTo>
                  <a:lnTo>
                    <a:pt x="1200051" y="1345824"/>
                  </a:lnTo>
                  <a:lnTo>
                    <a:pt x="1200041" y="1345817"/>
                  </a:lnTo>
                  <a:lnTo>
                    <a:pt x="1200035" y="1345811"/>
                  </a:lnTo>
                  <a:lnTo>
                    <a:pt x="1200030" y="1345805"/>
                  </a:lnTo>
                  <a:lnTo>
                    <a:pt x="1200026" y="1345798"/>
                  </a:lnTo>
                  <a:lnTo>
                    <a:pt x="1200023" y="1345790"/>
                  </a:lnTo>
                  <a:lnTo>
                    <a:pt x="1200022" y="1345780"/>
                  </a:lnTo>
                  <a:lnTo>
                    <a:pt x="1200022" y="1345772"/>
                  </a:lnTo>
                  <a:lnTo>
                    <a:pt x="1200022" y="1345759"/>
                  </a:lnTo>
                  <a:lnTo>
                    <a:pt x="1200022" y="1345753"/>
                  </a:lnTo>
                  <a:lnTo>
                    <a:pt x="1200020" y="1345744"/>
                  </a:lnTo>
                  <a:lnTo>
                    <a:pt x="1200017" y="1345737"/>
                  </a:lnTo>
                  <a:lnTo>
                    <a:pt x="1200014" y="1345729"/>
                  </a:lnTo>
                  <a:lnTo>
                    <a:pt x="1200011" y="1345725"/>
                  </a:lnTo>
                  <a:lnTo>
                    <a:pt x="1200005" y="1345715"/>
                  </a:lnTo>
                  <a:lnTo>
                    <a:pt x="1199998" y="1345706"/>
                  </a:lnTo>
                  <a:lnTo>
                    <a:pt x="1199994" y="1345698"/>
                  </a:lnTo>
                  <a:lnTo>
                    <a:pt x="1199994" y="1345693"/>
                  </a:lnTo>
                  <a:lnTo>
                    <a:pt x="1199994" y="1345686"/>
                  </a:lnTo>
                  <a:lnTo>
                    <a:pt x="1199998" y="1345677"/>
                  </a:lnTo>
                  <a:lnTo>
                    <a:pt x="1200008" y="1345657"/>
                  </a:lnTo>
                  <a:lnTo>
                    <a:pt x="1200022" y="1345627"/>
                  </a:lnTo>
                  <a:lnTo>
                    <a:pt x="1200024" y="1345614"/>
                  </a:lnTo>
                  <a:lnTo>
                    <a:pt x="1200023" y="1345607"/>
                  </a:lnTo>
                  <a:lnTo>
                    <a:pt x="1200021" y="1345603"/>
                  </a:lnTo>
                  <a:lnTo>
                    <a:pt x="1200015" y="1345601"/>
                  </a:lnTo>
                  <a:lnTo>
                    <a:pt x="1200008" y="1345598"/>
                  </a:lnTo>
                  <a:lnTo>
                    <a:pt x="1199998" y="1345595"/>
                  </a:lnTo>
                  <a:lnTo>
                    <a:pt x="1199992" y="1345591"/>
                  </a:lnTo>
                  <a:lnTo>
                    <a:pt x="1199989" y="1345587"/>
                  </a:lnTo>
                  <a:lnTo>
                    <a:pt x="1199989" y="1345581"/>
                  </a:lnTo>
                  <a:lnTo>
                    <a:pt x="1199989" y="1345576"/>
                  </a:lnTo>
                  <a:lnTo>
                    <a:pt x="1199991" y="1345571"/>
                  </a:lnTo>
                  <a:lnTo>
                    <a:pt x="1199997" y="1345561"/>
                  </a:lnTo>
                  <a:lnTo>
                    <a:pt x="1200006" y="1345549"/>
                  </a:lnTo>
                  <a:lnTo>
                    <a:pt x="1200011" y="1345539"/>
                  </a:lnTo>
                  <a:lnTo>
                    <a:pt x="1200012" y="1345532"/>
                  </a:lnTo>
                  <a:lnTo>
                    <a:pt x="1200013" y="1345521"/>
                  </a:lnTo>
                  <a:lnTo>
                    <a:pt x="1200011" y="1345515"/>
                  </a:lnTo>
                  <a:lnTo>
                    <a:pt x="1200009" y="1345511"/>
                  </a:lnTo>
                  <a:lnTo>
                    <a:pt x="1200005" y="1345508"/>
                  </a:lnTo>
                  <a:lnTo>
                    <a:pt x="1200000" y="1345505"/>
                  </a:lnTo>
                  <a:lnTo>
                    <a:pt x="1199995" y="1345502"/>
                  </a:lnTo>
                  <a:lnTo>
                    <a:pt x="1199990" y="1345496"/>
                  </a:lnTo>
                  <a:lnTo>
                    <a:pt x="1199985" y="1345487"/>
                  </a:lnTo>
                  <a:lnTo>
                    <a:pt x="1199982" y="1345480"/>
                  </a:lnTo>
                  <a:lnTo>
                    <a:pt x="1199981" y="1345475"/>
                  </a:lnTo>
                  <a:lnTo>
                    <a:pt x="1199981" y="1345470"/>
                  </a:lnTo>
                  <a:lnTo>
                    <a:pt x="1199978" y="1345464"/>
                  </a:lnTo>
                  <a:lnTo>
                    <a:pt x="1199974" y="1345460"/>
                  </a:lnTo>
                  <a:lnTo>
                    <a:pt x="1199968" y="1345458"/>
                  </a:lnTo>
                  <a:lnTo>
                    <a:pt x="1199957" y="1345457"/>
                  </a:lnTo>
                  <a:lnTo>
                    <a:pt x="1199945" y="1345455"/>
                  </a:lnTo>
                  <a:lnTo>
                    <a:pt x="1199927" y="1345452"/>
                  </a:lnTo>
                  <a:lnTo>
                    <a:pt x="1199915" y="1345450"/>
                  </a:lnTo>
                  <a:lnTo>
                    <a:pt x="1199908" y="1345447"/>
                  </a:lnTo>
                  <a:lnTo>
                    <a:pt x="1199903" y="1345443"/>
                  </a:lnTo>
                  <a:lnTo>
                    <a:pt x="1199899" y="1345439"/>
                  </a:lnTo>
                  <a:lnTo>
                    <a:pt x="1199895" y="1345431"/>
                  </a:lnTo>
                  <a:lnTo>
                    <a:pt x="1199889" y="1345418"/>
                  </a:lnTo>
                  <a:lnTo>
                    <a:pt x="1199883" y="1345405"/>
                  </a:lnTo>
                  <a:lnTo>
                    <a:pt x="1199879" y="1345399"/>
                  </a:lnTo>
                  <a:lnTo>
                    <a:pt x="1199872" y="1345396"/>
                  </a:lnTo>
                  <a:lnTo>
                    <a:pt x="1199865" y="1345395"/>
                  </a:lnTo>
                  <a:lnTo>
                    <a:pt x="1199854" y="1345398"/>
                  </a:lnTo>
                  <a:lnTo>
                    <a:pt x="1199844" y="1345401"/>
                  </a:lnTo>
                  <a:lnTo>
                    <a:pt x="1199838" y="1345402"/>
                  </a:lnTo>
                  <a:lnTo>
                    <a:pt x="1199834" y="1345400"/>
                  </a:lnTo>
                  <a:lnTo>
                    <a:pt x="1199831" y="1345395"/>
                  </a:lnTo>
                  <a:lnTo>
                    <a:pt x="1199828" y="1345389"/>
                  </a:lnTo>
                  <a:lnTo>
                    <a:pt x="1199823" y="1345378"/>
                  </a:lnTo>
                  <a:lnTo>
                    <a:pt x="1199820" y="1345368"/>
                  </a:lnTo>
                  <a:lnTo>
                    <a:pt x="1199817" y="1345356"/>
                  </a:lnTo>
                  <a:lnTo>
                    <a:pt x="1199815" y="1345349"/>
                  </a:lnTo>
                  <a:lnTo>
                    <a:pt x="1199811" y="1345346"/>
                  </a:lnTo>
                  <a:lnTo>
                    <a:pt x="1199806" y="1345344"/>
                  </a:lnTo>
                  <a:lnTo>
                    <a:pt x="1199797" y="1345344"/>
                  </a:lnTo>
                  <a:lnTo>
                    <a:pt x="1199793" y="1345344"/>
                  </a:lnTo>
                  <a:lnTo>
                    <a:pt x="1199788" y="1345344"/>
                  </a:lnTo>
                  <a:lnTo>
                    <a:pt x="1199784" y="1345344"/>
                  </a:lnTo>
                  <a:lnTo>
                    <a:pt x="1199780" y="1345341"/>
                  </a:lnTo>
                  <a:lnTo>
                    <a:pt x="1199777" y="1345337"/>
                  </a:lnTo>
                  <a:lnTo>
                    <a:pt x="1199772" y="1345330"/>
                  </a:lnTo>
                  <a:lnTo>
                    <a:pt x="1199768" y="1345322"/>
                  </a:lnTo>
                  <a:lnTo>
                    <a:pt x="1199765" y="1345314"/>
                  </a:lnTo>
                  <a:lnTo>
                    <a:pt x="1199759" y="1345302"/>
                  </a:lnTo>
                  <a:lnTo>
                    <a:pt x="1199754" y="1345292"/>
                  </a:lnTo>
                  <a:lnTo>
                    <a:pt x="1199750" y="1345287"/>
                  </a:lnTo>
                  <a:lnTo>
                    <a:pt x="1199743" y="1345285"/>
                  </a:lnTo>
                  <a:lnTo>
                    <a:pt x="1199738" y="1345284"/>
                  </a:lnTo>
                  <a:lnTo>
                    <a:pt x="1199730" y="1345283"/>
                  </a:lnTo>
                  <a:lnTo>
                    <a:pt x="1199714" y="1345283"/>
                  </a:lnTo>
                  <a:lnTo>
                    <a:pt x="1199699" y="1345283"/>
                  </a:lnTo>
                  <a:lnTo>
                    <a:pt x="1199693" y="1345282"/>
                  </a:lnTo>
                  <a:lnTo>
                    <a:pt x="1199688" y="1345280"/>
                  </a:lnTo>
                  <a:lnTo>
                    <a:pt x="1199681" y="1345274"/>
                  </a:lnTo>
                  <a:lnTo>
                    <a:pt x="1199676" y="1345267"/>
                  </a:lnTo>
                  <a:lnTo>
                    <a:pt x="1199670" y="1345258"/>
                  </a:lnTo>
                  <a:lnTo>
                    <a:pt x="1199668" y="1345248"/>
                  </a:lnTo>
                  <a:lnTo>
                    <a:pt x="1199667" y="1345242"/>
                  </a:lnTo>
                  <a:lnTo>
                    <a:pt x="1199666" y="1345235"/>
                  </a:lnTo>
                  <a:lnTo>
                    <a:pt x="1199664" y="1345224"/>
                  </a:lnTo>
                  <a:lnTo>
                    <a:pt x="1199662" y="1345217"/>
                  </a:lnTo>
                  <a:lnTo>
                    <a:pt x="1199660" y="1345209"/>
                  </a:lnTo>
                  <a:lnTo>
                    <a:pt x="1199658" y="1345203"/>
                  </a:lnTo>
                  <a:lnTo>
                    <a:pt x="1199656" y="1345197"/>
                  </a:lnTo>
                  <a:lnTo>
                    <a:pt x="1199649" y="1345199"/>
                  </a:lnTo>
                  <a:lnTo>
                    <a:pt x="1199641" y="1345202"/>
                  </a:lnTo>
                  <a:lnTo>
                    <a:pt x="1199636" y="1345206"/>
                  </a:lnTo>
                  <a:lnTo>
                    <a:pt x="1199632" y="1345210"/>
                  </a:lnTo>
                  <a:lnTo>
                    <a:pt x="1199628" y="1345216"/>
                  </a:lnTo>
                  <a:lnTo>
                    <a:pt x="1199624" y="1345225"/>
                  </a:lnTo>
                  <a:lnTo>
                    <a:pt x="1199623" y="1345231"/>
                  </a:lnTo>
                  <a:lnTo>
                    <a:pt x="1199624" y="1345241"/>
                  </a:lnTo>
                  <a:lnTo>
                    <a:pt x="1199624" y="1345247"/>
                  </a:lnTo>
                  <a:lnTo>
                    <a:pt x="1199624" y="1345253"/>
                  </a:lnTo>
                  <a:lnTo>
                    <a:pt x="1199619" y="1345253"/>
                  </a:lnTo>
                  <a:lnTo>
                    <a:pt x="1199611" y="1345253"/>
                  </a:lnTo>
                  <a:lnTo>
                    <a:pt x="1199604" y="1345251"/>
                  </a:lnTo>
                  <a:lnTo>
                    <a:pt x="1199599" y="1345249"/>
                  </a:lnTo>
                  <a:lnTo>
                    <a:pt x="1199595" y="1345245"/>
                  </a:lnTo>
                  <a:lnTo>
                    <a:pt x="1199592" y="1345237"/>
                  </a:lnTo>
                  <a:lnTo>
                    <a:pt x="1199589" y="1345226"/>
                  </a:lnTo>
                  <a:lnTo>
                    <a:pt x="1199576" y="1345223"/>
                  </a:lnTo>
                  <a:lnTo>
                    <a:pt x="1199563" y="1345219"/>
                  </a:lnTo>
                  <a:lnTo>
                    <a:pt x="1199553" y="1345219"/>
                  </a:lnTo>
                  <a:lnTo>
                    <a:pt x="1199544" y="1345218"/>
                  </a:lnTo>
                  <a:lnTo>
                    <a:pt x="1199535" y="1345216"/>
                  </a:lnTo>
                  <a:lnTo>
                    <a:pt x="1199529" y="1345214"/>
                  </a:lnTo>
                  <a:lnTo>
                    <a:pt x="1199520" y="1345214"/>
                  </a:lnTo>
                  <a:lnTo>
                    <a:pt x="1199515" y="1345214"/>
                  </a:lnTo>
                  <a:lnTo>
                    <a:pt x="1199511" y="1345216"/>
                  </a:lnTo>
                  <a:lnTo>
                    <a:pt x="1199500" y="1345223"/>
                  </a:lnTo>
                  <a:lnTo>
                    <a:pt x="1199487" y="1345231"/>
                  </a:lnTo>
                  <a:lnTo>
                    <a:pt x="1199477" y="1345238"/>
                  </a:lnTo>
                  <a:lnTo>
                    <a:pt x="1199471" y="1345241"/>
                  </a:lnTo>
                  <a:lnTo>
                    <a:pt x="1199465" y="1345243"/>
                  </a:lnTo>
                  <a:lnTo>
                    <a:pt x="1199448" y="1345244"/>
                  </a:lnTo>
                  <a:lnTo>
                    <a:pt x="1199432" y="1345246"/>
                  </a:lnTo>
                  <a:lnTo>
                    <a:pt x="1199422" y="1345247"/>
                  </a:lnTo>
                  <a:lnTo>
                    <a:pt x="1199411" y="1345246"/>
                  </a:lnTo>
                  <a:lnTo>
                    <a:pt x="1199402" y="1345242"/>
                  </a:lnTo>
                  <a:lnTo>
                    <a:pt x="1199396" y="1345239"/>
                  </a:lnTo>
                  <a:lnTo>
                    <a:pt x="1199389" y="1345237"/>
                  </a:lnTo>
                  <a:lnTo>
                    <a:pt x="1199376" y="1345237"/>
                  </a:lnTo>
                  <a:lnTo>
                    <a:pt x="1199361" y="1345237"/>
                  </a:lnTo>
                  <a:lnTo>
                    <a:pt x="1199349" y="1345237"/>
                  </a:lnTo>
                  <a:lnTo>
                    <a:pt x="1199345" y="1345238"/>
                  </a:lnTo>
                  <a:lnTo>
                    <a:pt x="1199340" y="1345239"/>
                  </a:lnTo>
                  <a:lnTo>
                    <a:pt x="1199329" y="1345242"/>
                  </a:lnTo>
                  <a:lnTo>
                    <a:pt x="1199319" y="1345245"/>
                  </a:lnTo>
                  <a:lnTo>
                    <a:pt x="1199309" y="1345245"/>
                  </a:lnTo>
                  <a:lnTo>
                    <a:pt x="1199301" y="1345245"/>
                  </a:lnTo>
                  <a:lnTo>
                    <a:pt x="1199290" y="1345239"/>
                  </a:lnTo>
                  <a:lnTo>
                    <a:pt x="1199280" y="1345233"/>
                  </a:lnTo>
                  <a:lnTo>
                    <a:pt x="1199267" y="1345226"/>
                  </a:lnTo>
                  <a:lnTo>
                    <a:pt x="1199258" y="1345221"/>
                  </a:lnTo>
                  <a:lnTo>
                    <a:pt x="1199250" y="1345216"/>
                  </a:lnTo>
                  <a:lnTo>
                    <a:pt x="1199244" y="1345212"/>
                  </a:lnTo>
                  <a:lnTo>
                    <a:pt x="1199235" y="1345210"/>
                  </a:lnTo>
                  <a:lnTo>
                    <a:pt x="1199227" y="1345209"/>
                  </a:lnTo>
                  <a:lnTo>
                    <a:pt x="1199221" y="1345206"/>
                  </a:lnTo>
                  <a:lnTo>
                    <a:pt x="1199218" y="1345201"/>
                  </a:lnTo>
                  <a:lnTo>
                    <a:pt x="1199211" y="1345191"/>
                  </a:lnTo>
                  <a:lnTo>
                    <a:pt x="1199202" y="1345184"/>
                  </a:lnTo>
                  <a:lnTo>
                    <a:pt x="1199198" y="1345182"/>
                  </a:lnTo>
                  <a:lnTo>
                    <a:pt x="1199190" y="1345177"/>
                  </a:lnTo>
                  <a:lnTo>
                    <a:pt x="1199183" y="1345167"/>
                  </a:lnTo>
                  <a:lnTo>
                    <a:pt x="1199180" y="1345163"/>
                  </a:lnTo>
                  <a:lnTo>
                    <a:pt x="1199171" y="1345155"/>
                  </a:lnTo>
                  <a:lnTo>
                    <a:pt x="1199165" y="1345165"/>
                  </a:lnTo>
                  <a:lnTo>
                    <a:pt x="1199158" y="1345175"/>
                  </a:lnTo>
                  <a:lnTo>
                    <a:pt x="1199147" y="1345187"/>
                  </a:lnTo>
                  <a:lnTo>
                    <a:pt x="1199144" y="1345191"/>
                  </a:lnTo>
                  <a:lnTo>
                    <a:pt x="1199134" y="1345204"/>
                  </a:lnTo>
                  <a:lnTo>
                    <a:pt x="1199122" y="1345211"/>
                  </a:lnTo>
                  <a:lnTo>
                    <a:pt x="1199112" y="1345223"/>
                  </a:lnTo>
                  <a:lnTo>
                    <a:pt x="1199105" y="1345231"/>
                  </a:lnTo>
                  <a:lnTo>
                    <a:pt x="1199100" y="1345244"/>
                  </a:lnTo>
                  <a:lnTo>
                    <a:pt x="1199096" y="1345252"/>
                  </a:lnTo>
                  <a:lnTo>
                    <a:pt x="1199092" y="1345262"/>
                  </a:lnTo>
                  <a:lnTo>
                    <a:pt x="1199090" y="1345269"/>
                  </a:lnTo>
                  <a:lnTo>
                    <a:pt x="1199088" y="1345276"/>
                  </a:lnTo>
                  <a:lnTo>
                    <a:pt x="1199086" y="1345283"/>
                  </a:lnTo>
                  <a:lnTo>
                    <a:pt x="1199083" y="1345287"/>
                  </a:lnTo>
                  <a:lnTo>
                    <a:pt x="1199062" y="1345300"/>
                  </a:lnTo>
                  <a:lnTo>
                    <a:pt x="1199056" y="1345304"/>
                  </a:lnTo>
                  <a:lnTo>
                    <a:pt x="1199050" y="1345309"/>
                  </a:lnTo>
                  <a:lnTo>
                    <a:pt x="1199041" y="1345311"/>
                  </a:lnTo>
                  <a:lnTo>
                    <a:pt x="1199033" y="1345310"/>
                  </a:lnTo>
                  <a:lnTo>
                    <a:pt x="1199028" y="1345310"/>
                  </a:lnTo>
                  <a:lnTo>
                    <a:pt x="1199019" y="1345312"/>
                  </a:lnTo>
                  <a:lnTo>
                    <a:pt x="1199015" y="1345314"/>
                  </a:lnTo>
                  <a:lnTo>
                    <a:pt x="1199013" y="1345318"/>
                  </a:lnTo>
                  <a:lnTo>
                    <a:pt x="1199009" y="1345328"/>
                  </a:lnTo>
                  <a:lnTo>
                    <a:pt x="1199005" y="1345333"/>
                  </a:lnTo>
                  <a:lnTo>
                    <a:pt x="1198998" y="1345342"/>
                  </a:lnTo>
                  <a:lnTo>
                    <a:pt x="1198987" y="1345359"/>
                  </a:lnTo>
                  <a:lnTo>
                    <a:pt x="1198978" y="1345367"/>
                  </a:lnTo>
                  <a:lnTo>
                    <a:pt x="1198969" y="1345373"/>
                  </a:lnTo>
                  <a:lnTo>
                    <a:pt x="1198961" y="1345377"/>
                  </a:lnTo>
                  <a:lnTo>
                    <a:pt x="1198948" y="1345384"/>
                  </a:lnTo>
                  <a:lnTo>
                    <a:pt x="1198941" y="1345385"/>
                  </a:lnTo>
                  <a:lnTo>
                    <a:pt x="1198932" y="1345385"/>
                  </a:lnTo>
                  <a:lnTo>
                    <a:pt x="1198924" y="1345382"/>
                  </a:lnTo>
                  <a:lnTo>
                    <a:pt x="1198917" y="1345389"/>
                  </a:lnTo>
                  <a:lnTo>
                    <a:pt x="1198911" y="1345395"/>
                  </a:lnTo>
                  <a:lnTo>
                    <a:pt x="1198907" y="1345401"/>
                  </a:lnTo>
                  <a:lnTo>
                    <a:pt x="1198904" y="1345405"/>
                  </a:lnTo>
                  <a:lnTo>
                    <a:pt x="1198899" y="1345415"/>
                  </a:lnTo>
                  <a:lnTo>
                    <a:pt x="1198894" y="1345426"/>
                  </a:lnTo>
                  <a:lnTo>
                    <a:pt x="1198888" y="1345442"/>
                  </a:lnTo>
                  <a:lnTo>
                    <a:pt x="1198884" y="1345454"/>
                  </a:lnTo>
                  <a:lnTo>
                    <a:pt x="1198881" y="1345464"/>
                  </a:lnTo>
                  <a:lnTo>
                    <a:pt x="1198881" y="1345469"/>
                  </a:lnTo>
                  <a:lnTo>
                    <a:pt x="1198880" y="1345474"/>
                  </a:lnTo>
                  <a:lnTo>
                    <a:pt x="1198880" y="1345479"/>
                  </a:lnTo>
                  <a:lnTo>
                    <a:pt x="1198882" y="1345493"/>
                  </a:lnTo>
                  <a:lnTo>
                    <a:pt x="1198882" y="1345497"/>
                  </a:lnTo>
                  <a:lnTo>
                    <a:pt x="1198883" y="1345507"/>
                  </a:lnTo>
                  <a:lnTo>
                    <a:pt x="1198883" y="1345520"/>
                  </a:lnTo>
                  <a:lnTo>
                    <a:pt x="1198885" y="1345535"/>
                  </a:lnTo>
                  <a:lnTo>
                    <a:pt x="1198887" y="1345550"/>
                  </a:lnTo>
                  <a:lnTo>
                    <a:pt x="1198887" y="1345557"/>
                  </a:lnTo>
                  <a:lnTo>
                    <a:pt x="1198886" y="1345566"/>
                  </a:lnTo>
                  <a:lnTo>
                    <a:pt x="1198882" y="1345567"/>
                  </a:lnTo>
                  <a:lnTo>
                    <a:pt x="1198877" y="1345568"/>
                  </a:lnTo>
                  <a:lnTo>
                    <a:pt x="1198872" y="1345568"/>
                  </a:lnTo>
                  <a:lnTo>
                    <a:pt x="1198866" y="1345568"/>
                  </a:lnTo>
                  <a:lnTo>
                    <a:pt x="1198862" y="1345568"/>
                  </a:lnTo>
                  <a:lnTo>
                    <a:pt x="1198858" y="1345567"/>
                  </a:lnTo>
                  <a:lnTo>
                    <a:pt x="1198852" y="1345566"/>
                  </a:lnTo>
                  <a:lnTo>
                    <a:pt x="1198843" y="1345564"/>
                  </a:lnTo>
                  <a:lnTo>
                    <a:pt x="1198838" y="1345564"/>
                  </a:lnTo>
                  <a:lnTo>
                    <a:pt x="1198833" y="1345564"/>
                  </a:lnTo>
                  <a:lnTo>
                    <a:pt x="1198828" y="1345565"/>
                  </a:lnTo>
                  <a:lnTo>
                    <a:pt x="1198821" y="1345568"/>
                  </a:lnTo>
                  <a:lnTo>
                    <a:pt x="1198815" y="1345571"/>
                  </a:lnTo>
                  <a:lnTo>
                    <a:pt x="1198810" y="1345575"/>
                  </a:lnTo>
                  <a:lnTo>
                    <a:pt x="1198805" y="1345579"/>
                  </a:lnTo>
                  <a:lnTo>
                    <a:pt x="1198800" y="1345578"/>
                  </a:lnTo>
                  <a:lnTo>
                    <a:pt x="1198796" y="1345571"/>
                  </a:lnTo>
                  <a:lnTo>
                    <a:pt x="1198792" y="1345566"/>
                  </a:lnTo>
                  <a:lnTo>
                    <a:pt x="1198787" y="1345559"/>
                  </a:lnTo>
                  <a:lnTo>
                    <a:pt x="1198783" y="1345555"/>
                  </a:lnTo>
                  <a:lnTo>
                    <a:pt x="1198779" y="1345553"/>
                  </a:lnTo>
                  <a:lnTo>
                    <a:pt x="1198774" y="1345551"/>
                  </a:lnTo>
                  <a:lnTo>
                    <a:pt x="1198766" y="1345549"/>
                  </a:lnTo>
                  <a:lnTo>
                    <a:pt x="1198760" y="1345549"/>
                  </a:lnTo>
                  <a:lnTo>
                    <a:pt x="1198755" y="1345550"/>
                  </a:lnTo>
                  <a:lnTo>
                    <a:pt x="1198750" y="1345552"/>
                  </a:lnTo>
                  <a:lnTo>
                    <a:pt x="1198745" y="1345556"/>
                  </a:lnTo>
                  <a:lnTo>
                    <a:pt x="1198741" y="1345559"/>
                  </a:lnTo>
                  <a:lnTo>
                    <a:pt x="1198728" y="1345563"/>
                  </a:lnTo>
                  <a:lnTo>
                    <a:pt x="1198721" y="1345565"/>
                  </a:lnTo>
                  <a:lnTo>
                    <a:pt x="1198716" y="1345567"/>
                  </a:lnTo>
                  <a:lnTo>
                    <a:pt x="1198720" y="1345573"/>
                  </a:lnTo>
                  <a:lnTo>
                    <a:pt x="1198723" y="1345577"/>
                  </a:lnTo>
                  <a:lnTo>
                    <a:pt x="1198726" y="1345582"/>
                  </a:lnTo>
                  <a:lnTo>
                    <a:pt x="1198728" y="1345586"/>
                  </a:lnTo>
                  <a:lnTo>
                    <a:pt x="1198731" y="1345592"/>
                  </a:lnTo>
                  <a:lnTo>
                    <a:pt x="1198733" y="1345596"/>
                  </a:lnTo>
                  <a:lnTo>
                    <a:pt x="1198733" y="1345600"/>
                  </a:lnTo>
                  <a:lnTo>
                    <a:pt x="1198733" y="1345607"/>
                  </a:lnTo>
                  <a:lnTo>
                    <a:pt x="1198733" y="1345613"/>
                  </a:lnTo>
                  <a:lnTo>
                    <a:pt x="1198729" y="1345617"/>
                  </a:lnTo>
                  <a:lnTo>
                    <a:pt x="1198725" y="1345618"/>
                  </a:lnTo>
                  <a:lnTo>
                    <a:pt x="1198718" y="1345619"/>
                  </a:lnTo>
                  <a:lnTo>
                    <a:pt x="1198712" y="1345620"/>
                  </a:lnTo>
                  <a:lnTo>
                    <a:pt x="1198708" y="1345621"/>
                  </a:lnTo>
                  <a:lnTo>
                    <a:pt x="1198702" y="1345624"/>
                  </a:lnTo>
                  <a:lnTo>
                    <a:pt x="1198697" y="1345627"/>
                  </a:lnTo>
                  <a:lnTo>
                    <a:pt x="1198692" y="1345630"/>
                  </a:lnTo>
                  <a:lnTo>
                    <a:pt x="1198688" y="1345635"/>
                  </a:lnTo>
                  <a:lnTo>
                    <a:pt x="1198683" y="1345639"/>
                  </a:lnTo>
                  <a:lnTo>
                    <a:pt x="1198678" y="1345639"/>
                  </a:lnTo>
                  <a:lnTo>
                    <a:pt x="1198671" y="1345639"/>
                  </a:lnTo>
                  <a:lnTo>
                    <a:pt x="1198667" y="1345639"/>
                  </a:lnTo>
                  <a:lnTo>
                    <a:pt x="1198661" y="1345640"/>
                  </a:lnTo>
                  <a:lnTo>
                    <a:pt x="1198656" y="1345639"/>
                  </a:lnTo>
                  <a:lnTo>
                    <a:pt x="1198654" y="1345636"/>
                  </a:lnTo>
                  <a:lnTo>
                    <a:pt x="1198652" y="1345632"/>
                  </a:lnTo>
                  <a:lnTo>
                    <a:pt x="1198650" y="1345627"/>
                  </a:lnTo>
                  <a:lnTo>
                    <a:pt x="1198649" y="1345620"/>
                  </a:lnTo>
                  <a:lnTo>
                    <a:pt x="1198648" y="1345612"/>
                  </a:lnTo>
                  <a:lnTo>
                    <a:pt x="1198652" y="1345602"/>
                  </a:lnTo>
                  <a:lnTo>
                    <a:pt x="1198655" y="1345592"/>
                  </a:lnTo>
                  <a:lnTo>
                    <a:pt x="1198650" y="1345596"/>
                  </a:lnTo>
                  <a:lnTo>
                    <a:pt x="1198646" y="1345598"/>
                  </a:lnTo>
                  <a:lnTo>
                    <a:pt x="1198640" y="1345602"/>
                  </a:lnTo>
                  <a:lnTo>
                    <a:pt x="1198627" y="1345602"/>
                  </a:lnTo>
                  <a:lnTo>
                    <a:pt x="1198624" y="1345599"/>
                  </a:lnTo>
                  <a:lnTo>
                    <a:pt x="1198619" y="1345597"/>
                  </a:lnTo>
                  <a:lnTo>
                    <a:pt x="1198613" y="1345598"/>
                  </a:lnTo>
                  <a:lnTo>
                    <a:pt x="1198610" y="1345603"/>
                  </a:lnTo>
                  <a:lnTo>
                    <a:pt x="1198612" y="1345607"/>
                  </a:lnTo>
                  <a:lnTo>
                    <a:pt x="1198619" y="1345617"/>
                  </a:lnTo>
                  <a:lnTo>
                    <a:pt x="1198621" y="1345626"/>
                  </a:lnTo>
                  <a:lnTo>
                    <a:pt x="1198622" y="1345631"/>
                  </a:lnTo>
                  <a:lnTo>
                    <a:pt x="1198623" y="1345638"/>
                  </a:lnTo>
                  <a:lnTo>
                    <a:pt x="1198624" y="1345644"/>
                  </a:lnTo>
                  <a:lnTo>
                    <a:pt x="1198621" y="1345641"/>
                  </a:lnTo>
                  <a:lnTo>
                    <a:pt x="1198617" y="1345637"/>
                  </a:lnTo>
                  <a:lnTo>
                    <a:pt x="1198614" y="1345634"/>
                  </a:lnTo>
                  <a:lnTo>
                    <a:pt x="1198610" y="1345629"/>
                  </a:lnTo>
                  <a:lnTo>
                    <a:pt x="1198605" y="1345630"/>
                  </a:lnTo>
                  <a:lnTo>
                    <a:pt x="1198601" y="1345633"/>
                  </a:lnTo>
                  <a:lnTo>
                    <a:pt x="1198595" y="1345634"/>
                  </a:lnTo>
                  <a:lnTo>
                    <a:pt x="1198591" y="1345636"/>
                  </a:lnTo>
                  <a:lnTo>
                    <a:pt x="1198586" y="1345639"/>
                  </a:lnTo>
                  <a:lnTo>
                    <a:pt x="1198577" y="1345644"/>
                  </a:lnTo>
                  <a:lnTo>
                    <a:pt x="1198571" y="1345646"/>
                  </a:lnTo>
                  <a:lnTo>
                    <a:pt x="1198566" y="1345648"/>
                  </a:lnTo>
                  <a:lnTo>
                    <a:pt x="1198562" y="1345649"/>
                  </a:lnTo>
                  <a:lnTo>
                    <a:pt x="1198552" y="1345652"/>
                  </a:lnTo>
                  <a:lnTo>
                    <a:pt x="1198544" y="1345653"/>
                  </a:lnTo>
                  <a:lnTo>
                    <a:pt x="1198528" y="1345655"/>
                  </a:lnTo>
                  <a:lnTo>
                    <a:pt x="1198520" y="1345658"/>
                  </a:lnTo>
                  <a:lnTo>
                    <a:pt x="1198513" y="1345665"/>
                  </a:lnTo>
                  <a:lnTo>
                    <a:pt x="1198508" y="1345674"/>
                  </a:lnTo>
                  <a:lnTo>
                    <a:pt x="1198500" y="1345682"/>
                  </a:lnTo>
                  <a:lnTo>
                    <a:pt x="1198488" y="1345687"/>
                  </a:lnTo>
                  <a:lnTo>
                    <a:pt x="1198473" y="1345687"/>
                  </a:lnTo>
                  <a:lnTo>
                    <a:pt x="1198455" y="1345685"/>
                  </a:lnTo>
                  <a:lnTo>
                    <a:pt x="1198445" y="1345682"/>
                  </a:lnTo>
                  <a:lnTo>
                    <a:pt x="1198430" y="1345671"/>
                  </a:lnTo>
                  <a:lnTo>
                    <a:pt x="1198416" y="1345667"/>
                  </a:lnTo>
                  <a:lnTo>
                    <a:pt x="1198394" y="1345667"/>
                  </a:lnTo>
                  <a:lnTo>
                    <a:pt x="1198375" y="1345664"/>
                  </a:lnTo>
                  <a:lnTo>
                    <a:pt x="1198360" y="1345664"/>
                  </a:lnTo>
                  <a:lnTo>
                    <a:pt x="1198350" y="1345664"/>
                  </a:lnTo>
                  <a:lnTo>
                    <a:pt x="1198334" y="1345668"/>
                  </a:lnTo>
                  <a:lnTo>
                    <a:pt x="1198325" y="1345669"/>
                  </a:lnTo>
                  <a:lnTo>
                    <a:pt x="1198313" y="1345670"/>
                  </a:lnTo>
                  <a:lnTo>
                    <a:pt x="1198303" y="1345669"/>
                  </a:lnTo>
                  <a:lnTo>
                    <a:pt x="1198298" y="1345665"/>
                  </a:lnTo>
                  <a:lnTo>
                    <a:pt x="1198292" y="1345660"/>
                  </a:lnTo>
                  <a:lnTo>
                    <a:pt x="1198288" y="1345655"/>
                  </a:lnTo>
                  <a:lnTo>
                    <a:pt x="1198283" y="1345649"/>
                  </a:lnTo>
                  <a:lnTo>
                    <a:pt x="1198278" y="1345645"/>
                  </a:lnTo>
                  <a:lnTo>
                    <a:pt x="1198265" y="1345655"/>
                  </a:lnTo>
                  <a:lnTo>
                    <a:pt x="1198252" y="1345664"/>
                  </a:lnTo>
                  <a:lnTo>
                    <a:pt x="1198243" y="1345670"/>
                  </a:lnTo>
                  <a:lnTo>
                    <a:pt x="1198237" y="1345673"/>
                  </a:lnTo>
                  <a:lnTo>
                    <a:pt x="1198225" y="1345681"/>
                  </a:lnTo>
                  <a:lnTo>
                    <a:pt x="1198210" y="1345688"/>
                  </a:lnTo>
                  <a:lnTo>
                    <a:pt x="1198202" y="1345692"/>
                  </a:lnTo>
                  <a:lnTo>
                    <a:pt x="1198191" y="1345698"/>
                  </a:lnTo>
                  <a:lnTo>
                    <a:pt x="1198185" y="1345702"/>
                  </a:lnTo>
                  <a:lnTo>
                    <a:pt x="1198176" y="1345705"/>
                  </a:lnTo>
                  <a:lnTo>
                    <a:pt x="1198170" y="1345705"/>
                  </a:lnTo>
                  <a:lnTo>
                    <a:pt x="1198165" y="1345705"/>
                  </a:lnTo>
                  <a:lnTo>
                    <a:pt x="1198160" y="1345705"/>
                  </a:lnTo>
                  <a:lnTo>
                    <a:pt x="1198146" y="1345707"/>
                  </a:lnTo>
                  <a:lnTo>
                    <a:pt x="1198137" y="1345709"/>
                  </a:lnTo>
                  <a:lnTo>
                    <a:pt x="1198126" y="1345716"/>
                  </a:lnTo>
                  <a:lnTo>
                    <a:pt x="1198118" y="1345723"/>
                  </a:lnTo>
                  <a:lnTo>
                    <a:pt x="1198110" y="1345735"/>
                  </a:lnTo>
                  <a:lnTo>
                    <a:pt x="1198102" y="1345743"/>
                  </a:lnTo>
                  <a:lnTo>
                    <a:pt x="1198095" y="1345749"/>
                  </a:lnTo>
                  <a:lnTo>
                    <a:pt x="1198089" y="1345751"/>
                  </a:lnTo>
                  <a:lnTo>
                    <a:pt x="1198083" y="1345752"/>
                  </a:lnTo>
                  <a:lnTo>
                    <a:pt x="1198074" y="1345752"/>
                  </a:lnTo>
                  <a:lnTo>
                    <a:pt x="1198063" y="1345753"/>
                  </a:lnTo>
                  <a:lnTo>
                    <a:pt x="1198051" y="1345751"/>
                  </a:lnTo>
                  <a:lnTo>
                    <a:pt x="1198041" y="1345752"/>
                  </a:lnTo>
                  <a:lnTo>
                    <a:pt x="1198026" y="1345752"/>
                  </a:lnTo>
                  <a:lnTo>
                    <a:pt x="1198011" y="1345750"/>
                  </a:lnTo>
                  <a:lnTo>
                    <a:pt x="1198004" y="1345747"/>
                  </a:lnTo>
                  <a:lnTo>
                    <a:pt x="1197999" y="1345742"/>
                  </a:lnTo>
                  <a:lnTo>
                    <a:pt x="1197992" y="1345737"/>
                  </a:lnTo>
                  <a:lnTo>
                    <a:pt x="1197937" y="1345848"/>
                  </a:lnTo>
                  <a:lnTo>
                    <a:pt x="1197949" y="1345858"/>
                  </a:lnTo>
                  <a:lnTo>
                    <a:pt x="1197956" y="1345866"/>
                  </a:lnTo>
                  <a:lnTo>
                    <a:pt x="1197964" y="1345874"/>
                  </a:lnTo>
                  <a:lnTo>
                    <a:pt x="1197972" y="1345880"/>
                  </a:lnTo>
                  <a:lnTo>
                    <a:pt x="1197980" y="1345887"/>
                  </a:lnTo>
                  <a:lnTo>
                    <a:pt x="1197989" y="1345894"/>
                  </a:lnTo>
                  <a:lnTo>
                    <a:pt x="1197993" y="1345897"/>
                  </a:lnTo>
                  <a:lnTo>
                    <a:pt x="1197998" y="1345901"/>
                  </a:lnTo>
                  <a:lnTo>
                    <a:pt x="1198002" y="1345904"/>
                  </a:lnTo>
                  <a:lnTo>
                    <a:pt x="1198009" y="1345913"/>
                  </a:lnTo>
                  <a:lnTo>
                    <a:pt x="1198017" y="1345917"/>
                  </a:lnTo>
                  <a:lnTo>
                    <a:pt x="1198031" y="1345922"/>
                  </a:lnTo>
                  <a:lnTo>
                    <a:pt x="1198044" y="1345930"/>
                  </a:lnTo>
                  <a:lnTo>
                    <a:pt x="1198059" y="1345932"/>
                  </a:lnTo>
                  <a:lnTo>
                    <a:pt x="1198066" y="1345935"/>
                  </a:lnTo>
                  <a:lnTo>
                    <a:pt x="1198072" y="1345934"/>
                  </a:lnTo>
                  <a:lnTo>
                    <a:pt x="1198082" y="1345930"/>
                  </a:lnTo>
                  <a:lnTo>
                    <a:pt x="1198089" y="1345928"/>
                  </a:lnTo>
                  <a:lnTo>
                    <a:pt x="1198097" y="1345930"/>
                  </a:lnTo>
                  <a:lnTo>
                    <a:pt x="1198108" y="1345931"/>
                  </a:lnTo>
                  <a:lnTo>
                    <a:pt x="1198123" y="1345929"/>
                  </a:lnTo>
                  <a:lnTo>
                    <a:pt x="1198129" y="1345929"/>
                  </a:lnTo>
                  <a:lnTo>
                    <a:pt x="1198139" y="1345928"/>
                  </a:lnTo>
                  <a:lnTo>
                    <a:pt x="1198149" y="1345930"/>
                  </a:lnTo>
                  <a:lnTo>
                    <a:pt x="1198155" y="1345933"/>
                  </a:lnTo>
                  <a:lnTo>
                    <a:pt x="1198163" y="1345936"/>
                  </a:lnTo>
                  <a:lnTo>
                    <a:pt x="1198176" y="1345938"/>
                  </a:lnTo>
                  <a:lnTo>
                    <a:pt x="1198189" y="1345943"/>
                  </a:lnTo>
                  <a:lnTo>
                    <a:pt x="1198206" y="1345949"/>
                  </a:lnTo>
                  <a:lnTo>
                    <a:pt x="1198217" y="1345952"/>
                  </a:lnTo>
                  <a:lnTo>
                    <a:pt x="1198230" y="1345953"/>
                  </a:lnTo>
                  <a:lnTo>
                    <a:pt x="1198236" y="1345953"/>
                  </a:lnTo>
                  <a:lnTo>
                    <a:pt x="1198245" y="1345952"/>
                  </a:lnTo>
                  <a:lnTo>
                    <a:pt x="1198252" y="1345951"/>
                  </a:lnTo>
                  <a:lnTo>
                    <a:pt x="1198256" y="1345948"/>
                  </a:lnTo>
                  <a:lnTo>
                    <a:pt x="1198264" y="1345944"/>
                  </a:lnTo>
                  <a:lnTo>
                    <a:pt x="1198272" y="1345941"/>
                  </a:lnTo>
                  <a:lnTo>
                    <a:pt x="1198279" y="1345940"/>
                  </a:lnTo>
                  <a:lnTo>
                    <a:pt x="1198284" y="1345940"/>
                  </a:lnTo>
                  <a:lnTo>
                    <a:pt x="1198288" y="1345948"/>
                  </a:lnTo>
                  <a:lnTo>
                    <a:pt x="1198282" y="1345950"/>
                  </a:lnTo>
                  <a:lnTo>
                    <a:pt x="1198275" y="1345950"/>
                  </a:lnTo>
                  <a:lnTo>
                    <a:pt x="1198270" y="1345950"/>
                  </a:lnTo>
                  <a:lnTo>
                    <a:pt x="1198263" y="1345956"/>
                  </a:lnTo>
                  <a:lnTo>
                    <a:pt x="1198263" y="1345972"/>
                  </a:lnTo>
                  <a:lnTo>
                    <a:pt x="1198261" y="1345978"/>
                  </a:lnTo>
                  <a:lnTo>
                    <a:pt x="1198254" y="1345980"/>
                  </a:lnTo>
                  <a:lnTo>
                    <a:pt x="1198241" y="1345980"/>
                  </a:lnTo>
                  <a:lnTo>
                    <a:pt x="1198227" y="1345981"/>
                  </a:lnTo>
                  <a:lnTo>
                    <a:pt x="1198220" y="1345983"/>
                  </a:lnTo>
                  <a:lnTo>
                    <a:pt x="1198217" y="1345988"/>
                  </a:lnTo>
                  <a:lnTo>
                    <a:pt x="1198207" y="1345999"/>
                  </a:lnTo>
                  <a:lnTo>
                    <a:pt x="1198197" y="1346009"/>
                  </a:lnTo>
                  <a:lnTo>
                    <a:pt x="1198189" y="1346015"/>
                  </a:lnTo>
                  <a:lnTo>
                    <a:pt x="1198177" y="1346019"/>
                  </a:lnTo>
                  <a:lnTo>
                    <a:pt x="1198170" y="1346020"/>
                  </a:lnTo>
                  <a:lnTo>
                    <a:pt x="1198158" y="1346021"/>
                  </a:lnTo>
                  <a:lnTo>
                    <a:pt x="1198149" y="1346021"/>
                  </a:lnTo>
                  <a:lnTo>
                    <a:pt x="1198143" y="1346020"/>
                  </a:lnTo>
                  <a:lnTo>
                    <a:pt x="1198139" y="1346019"/>
                  </a:lnTo>
                  <a:lnTo>
                    <a:pt x="1198134" y="1346018"/>
                  </a:lnTo>
                  <a:lnTo>
                    <a:pt x="1198127" y="1346016"/>
                  </a:lnTo>
                  <a:lnTo>
                    <a:pt x="1198117" y="1346015"/>
                  </a:lnTo>
                  <a:lnTo>
                    <a:pt x="1198104" y="1346016"/>
                  </a:lnTo>
                  <a:lnTo>
                    <a:pt x="1198100" y="1346023"/>
                  </a:lnTo>
                  <a:lnTo>
                    <a:pt x="1198100" y="1346032"/>
                  </a:lnTo>
                  <a:lnTo>
                    <a:pt x="1198097" y="1346040"/>
                  </a:lnTo>
                  <a:lnTo>
                    <a:pt x="1198093" y="1346047"/>
                  </a:lnTo>
                  <a:lnTo>
                    <a:pt x="1198088" y="1346053"/>
                  </a:lnTo>
                  <a:lnTo>
                    <a:pt x="1198084" y="1346057"/>
                  </a:lnTo>
                  <a:lnTo>
                    <a:pt x="1198079" y="1346060"/>
                  </a:lnTo>
                  <a:lnTo>
                    <a:pt x="1198073" y="1346063"/>
                  </a:lnTo>
                  <a:lnTo>
                    <a:pt x="1198069" y="1346065"/>
                  </a:lnTo>
                  <a:lnTo>
                    <a:pt x="1198062" y="1346068"/>
                  </a:lnTo>
                  <a:lnTo>
                    <a:pt x="1198054" y="1346074"/>
                  </a:lnTo>
                  <a:lnTo>
                    <a:pt x="1198048" y="1346082"/>
                  </a:lnTo>
                  <a:lnTo>
                    <a:pt x="1198044" y="1346092"/>
                  </a:lnTo>
                  <a:lnTo>
                    <a:pt x="1198042" y="1346097"/>
                  </a:lnTo>
                  <a:lnTo>
                    <a:pt x="1198039" y="1346113"/>
                  </a:lnTo>
                  <a:lnTo>
                    <a:pt x="1198034" y="1346118"/>
                  </a:lnTo>
                  <a:lnTo>
                    <a:pt x="1198024" y="1346121"/>
                  </a:lnTo>
                  <a:lnTo>
                    <a:pt x="1198018" y="1346122"/>
                  </a:lnTo>
                  <a:lnTo>
                    <a:pt x="1198007" y="1346124"/>
                  </a:lnTo>
                  <a:lnTo>
                    <a:pt x="1197994" y="1346128"/>
                  </a:lnTo>
                  <a:lnTo>
                    <a:pt x="1197986" y="1346133"/>
                  </a:lnTo>
                  <a:lnTo>
                    <a:pt x="1197979" y="1346142"/>
                  </a:lnTo>
                  <a:lnTo>
                    <a:pt x="1197977" y="1346156"/>
                  </a:lnTo>
                  <a:lnTo>
                    <a:pt x="1197976" y="1346165"/>
                  </a:lnTo>
                  <a:lnTo>
                    <a:pt x="1197975" y="1346170"/>
                  </a:lnTo>
                  <a:lnTo>
                    <a:pt x="1197973" y="1346175"/>
                  </a:lnTo>
                  <a:lnTo>
                    <a:pt x="1197966" y="1346186"/>
                  </a:lnTo>
                  <a:lnTo>
                    <a:pt x="1197958" y="1346193"/>
                  </a:lnTo>
                  <a:lnTo>
                    <a:pt x="1197949" y="1346202"/>
                  </a:lnTo>
                  <a:lnTo>
                    <a:pt x="1197935" y="1346212"/>
                  </a:lnTo>
                  <a:lnTo>
                    <a:pt x="1197924" y="1346222"/>
                  </a:lnTo>
                  <a:lnTo>
                    <a:pt x="1197919" y="1346234"/>
                  </a:lnTo>
                  <a:lnTo>
                    <a:pt x="1197914" y="1346241"/>
                  </a:lnTo>
                  <a:lnTo>
                    <a:pt x="1197902" y="1346250"/>
                  </a:lnTo>
                  <a:lnTo>
                    <a:pt x="1197882" y="1346273"/>
                  </a:lnTo>
                  <a:lnTo>
                    <a:pt x="1197870" y="1346291"/>
                  </a:lnTo>
                  <a:lnTo>
                    <a:pt x="1197860" y="1346301"/>
                  </a:lnTo>
                  <a:lnTo>
                    <a:pt x="1197851" y="1346310"/>
                  </a:lnTo>
                  <a:lnTo>
                    <a:pt x="1197850" y="1346319"/>
                  </a:lnTo>
                  <a:lnTo>
                    <a:pt x="1197850" y="1346332"/>
                  </a:lnTo>
                  <a:lnTo>
                    <a:pt x="1197850" y="1346338"/>
                  </a:lnTo>
                  <a:lnTo>
                    <a:pt x="1197844" y="1346348"/>
                  </a:lnTo>
                  <a:lnTo>
                    <a:pt x="1197835" y="1346359"/>
                  </a:lnTo>
                  <a:lnTo>
                    <a:pt x="1197832" y="1346364"/>
                  </a:lnTo>
                  <a:lnTo>
                    <a:pt x="1197826" y="1346364"/>
                  </a:lnTo>
                  <a:lnTo>
                    <a:pt x="1197813" y="1346362"/>
                  </a:lnTo>
                  <a:lnTo>
                    <a:pt x="1197801" y="1346357"/>
                  </a:lnTo>
                  <a:lnTo>
                    <a:pt x="1197791" y="1346359"/>
                  </a:lnTo>
                  <a:lnTo>
                    <a:pt x="1197780" y="1346363"/>
                  </a:lnTo>
                  <a:lnTo>
                    <a:pt x="1197767" y="1346365"/>
                  </a:lnTo>
                  <a:lnTo>
                    <a:pt x="1197760" y="1346361"/>
                  </a:lnTo>
                  <a:lnTo>
                    <a:pt x="1197755" y="1346354"/>
                  </a:lnTo>
                  <a:lnTo>
                    <a:pt x="1197745" y="1346345"/>
                  </a:lnTo>
                  <a:lnTo>
                    <a:pt x="1197736" y="1346340"/>
                  </a:lnTo>
                  <a:lnTo>
                    <a:pt x="1197727" y="1346339"/>
                  </a:lnTo>
                  <a:lnTo>
                    <a:pt x="1197717" y="1346340"/>
                  </a:lnTo>
                  <a:lnTo>
                    <a:pt x="1197710" y="1346342"/>
                  </a:lnTo>
                  <a:lnTo>
                    <a:pt x="1197703" y="1346340"/>
                  </a:lnTo>
                  <a:lnTo>
                    <a:pt x="1197694" y="1346336"/>
                  </a:lnTo>
                  <a:lnTo>
                    <a:pt x="1197684" y="1346332"/>
                  </a:lnTo>
                  <a:lnTo>
                    <a:pt x="1197676" y="1346327"/>
                  </a:lnTo>
                  <a:lnTo>
                    <a:pt x="1197670" y="1346321"/>
                  </a:lnTo>
                  <a:lnTo>
                    <a:pt x="1197663" y="1346309"/>
                  </a:lnTo>
                  <a:lnTo>
                    <a:pt x="1197655" y="1346303"/>
                  </a:lnTo>
                  <a:lnTo>
                    <a:pt x="1197646" y="1346300"/>
                  </a:lnTo>
                  <a:lnTo>
                    <a:pt x="1197639" y="1346300"/>
                  </a:lnTo>
                  <a:lnTo>
                    <a:pt x="1197636" y="1346305"/>
                  </a:lnTo>
                  <a:lnTo>
                    <a:pt x="1197628" y="1346316"/>
                  </a:lnTo>
                  <a:lnTo>
                    <a:pt x="1197620" y="1346326"/>
                  </a:lnTo>
                  <a:lnTo>
                    <a:pt x="1197608" y="1346339"/>
                  </a:lnTo>
                  <a:lnTo>
                    <a:pt x="1197601" y="1346346"/>
                  </a:lnTo>
                  <a:lnTo>
                    <a:pt x="1197592" y="1346351"/>
                  </a:lnTo>
                  <a:lnTo>
                    <a:pt x="1197584" y="1346356"/>
                  </a:lnTo>
                  <a:lnTo>
                    <a:pt x="1197580" y="1346361"/>
                  </a:lnTo>
                  <a:lnTo>
                    <a:pt x="1197575" y="1346368"/>
                  </a:lnTo>
                  <a:lnTo>
                    <a:pt x="1197572" y="1346380"/>
                  </a:lnTo>
                  <a:lnTo>
                    <a:pt x="1197567" y="1346393"/>
                  </a:lnTo>
                  <a:lnTo>
                    <a:pt x="1197563" y="1346405"/>
                  </a:lnTo>
                  <a:lnTo>
                    <a:pt x="1197555" y="1346421"/>
                  </a:lnTo>
                  <a:lnTo>
                    <a:pt x="1197547" y="1346438"/>
                  </a:lnTo>
                  <a:lnTo>
                    <a:pt x="1197540" y="1346453"/>
                  </a:lnTo>
                  <a:lnTo>
                    <a:pt x="1197533" y="1346474"/>
                  </a:lnTo>
                  <a:lnTo>
                    <a:pt x="1197529" y="1346482"/>
                  </a:lnTo>
                  <a:lnTo>
                    <a:pt x="1197524" y="1346495"/>
                  </a:lnTo>
                  <a:lnTo>
                    <a:pt x="1197517" y="1346514"/>
                  </a:lnTo>
                  <a:lnTo>
                    <a:pt x="1197500" y="1346541"/>
                  </a:lnTo>
                  <a:lnTo>
                    <a:pt x="1197491" y="1346560"/>
                  </a:lnTo>
                  <a:lnTo>
                    <a:pt x="1197484" y="1346570"/>
                  </a:lnTo>
                  <a:lnTo>
                    <a:pt x="1197476" y="1346576"/>
                  </a:lnTo>
                  <a:lnTo>
                    <a:pt x="1197469" y="1346578"/>
                  </a:lnTo>
                  <a:lnTo>
                    <a:pt x="1197461" y="1346579"/>
                  </a:lnTo>
                  <a:lnTo>
                    <a:pt x="1197449" y="1346579"/>
                  </a:lnTo>
                  <a:lnTo>
                    <a:pt x="1197442" y="1346579"/>
                  </a:lnTo>
                  <a:lnTo>
                    <a:pt x="1197438" y="1346581"/>
                  </a:lnTo>
                  <a:lnTo>
                    <a:pt x="1197434" y="1346583"/>
                  </a:lnTo>
                  <a:lnTo>
                    <a:pt x="1197428" y="1346587"/>
                  </a:lnTo>
                  <a:lnTo>
                    <a:pt x="1197417" y="1346592"/>
                  </a:lnTo>
                  <a:lnTo>
                    <a:pt x="1197410" y="1346593"/>
                  </a:lnTo>
                  <a:lnTo>
                    <a:pt x="1197402" y="1346591"/>
                  </a:lnTo>
                  <a:lnTo>
                    <a:pt x="1197396" y="1346589"/>
                  </a:lnTo>
                  <a:lnTo>
                    <a:pt x="1197375" y="1346593"/>
                  </a:lnTo>
                  <a:lnTo>
                    <a:pt x="1197369" y="1346596"/>
                  </a:lnTo>
                  <a:lnTo>
                    <a:pt x="1197359" y="1346600"/>
                  </a:lnTo>
                  <a:lnTo>
                    <a:pt x="1197349" y="1346607"/>
                  </a:lnTo>
                  <a:lnTo>
                    <a:pt x="1197343" y="1346616"/>
                  </a:lnTo>
                  <a:lnTo>
                    <a:pt x="1197342" y="1346623"/>
                  </a:lnTo>
                  <a:lnTo>
                    <a:pt x="1197341" y="1346632"/>
                  </a:lnTo>
                  <a:lnTo>
                    <a:pt x="1197340" y="1346637"/>
                  </a:lnTo>
                  <a:lnTo>
                    <a:pt x="1197337" y="1346646"/>
                  </a:lnTo>
                  <a:lnTo>
                    <a:pt x="1197331" y="1346649"/>
                  </a:lnTo>
                  <a:lnTo>
                    <a:pt x="1197321" y="1346652"/>
                  </a:lnTo>
                  <a:lnTo>
                    <a:pt x="1197305" y="1346658"/>
                  </a:lnTo>
                  <a:lnTo>
                    <a:pt x="1197294" y="1346665"/>
                  </a:lnTo>
                  <a:lnTo>
                    <a:pt x="1197288" y="1346673"/>
                  </a:lnTo>
                  <a:lnTo>
                    <a:pt x="1197281" y="1346686"/>
                  </a:lnTo>
                  <a:lnTo>
                    <a:pt x="1197277" y="1346695"/>
                  </a:lnTo>
                  <a:lnTo>
                    <a:pt x="1197274" y="1346700"/>
                  </a:lnTo>
                  <a:lnTo>
                    <a:pt x="1197270" y="1346708"/>
                  </a:lnTo>
                  <a:lnTo>
                    <a:pt x="1197266" y="1346713"/>
                  </a:lnTo>
                  <a:lnTo>
                    <a:pt x="1197260" y="1346723"/>
                  </a:lnTo>
                  <a:lnTo>
                    <a:pt x="1197250" y="1346737"/>
                  </a:lnTo>
                  <a:lnTo>
                    <a:pt x="1197245" y="1346743"/>
                  </a:lnTo>
                  <a:lnTo>
                    <a:pt x="1197242" y="1346747"/>
                  </a:lnTo>
                  <a:lnTo>
                    <a:pt x="1197236" y="1346754"/>
                  </a:lnTo>
                  <a:lnTo>
                    <a:pt x="1197232" y="1346758"/>
                  </a:lnTo>
                  <a:lnTo>
                    <a:pt x="1197225" y="1346769"/>
                  </a:lnTo>
                  <a:lnTo>
                    <a:pt x="1197219" y="1346783"/>
                  </a:lnTo>
                  <a:lnTo>
                    <a:pt x="1197211" y="1346790"/>
                  </a:lnTo>
                  <a:lnTo>
                    <a:pt x="1197206" y="1346796"/>
                  </a:lnTo>
                  <a:lnTo>
                    <a:pt x="1197205" y="1346806"/>
                  </a:lnTo>
                  <a:lnTo>
                    <a:pt x="1197201" y="1346816"/>
                  </a:lnTo>
                  <a:lnTo>
                    <a:pt x="1197196" y="1346821"/>
                  </a:lnTo>
                  <a:lnTo>
                    <a:pt x="1197192" y="1346825"/>
                  </a:lnTo>
                  <a:lnTo>
                    <a:pt x="1197178" y="1346839"/>
                  </a:lnTo>
                  <a:lnTo>
                    <a:pt x="1197175" y="1346848"/>
                  </a:lnTo>
                  <a:lnTo>
                    <a:pt x="1197176" y="1346856"/>
                  </a:lnTo>
                  <a:lnTo>
                    <a:pt x="1197177" y="1346864"/>
                  </a:lnTo>
                  <a:lnTo>
                    <a:pt x="1197177" y="1346874"/>
                  </a:lnTo>
                  <a:lnTo>
                    <a:pt x="1197174" y="1346900"/>
                  </a:lnTo>
                  <a:lnTo>
                    <a:pt x="1197172" y="1346907"/>
                  </a:lnTo>
                  <a:lnTo>
                    <a:pt x="1197171" y="1346912"/>
                  </a:lnTo>
                  <a:lnTo>
                    <a:pt x="1197169" y="1346917"/>
                  </a:lnTo>
                  <a:lnTo>
                    <a:pt x="1197166" y="1346924"/>
                  </a:lnTo>
                  <a:lnTo>
                    <a:pt x="1197161" y="1346930"/>
                  </a:lnTo>
                  <a:lnTo>
                    <a:pt x="1197153" y="1346937"/>
                  </a:lnTo>
                  <a:lnTo>
                    <a:pt x="1197141" y="1346949"/>
                  </a:lnTo>
                  <a:lnTo>
                    <a:pt x="1197133" y="1346958"/>
                  </a:lnTo>
                  <a:lnTo>
                    <a:pt x="1197127" y="1346963"/>
                  </a:lnTo>
                  <a:lnTo>
                    <a:pt x="1197122" y="1346967"/>
                  </a:lnTo>
                  <a:lnTo>
                    <a:pt x="1197116" y="1346977"/>
                  </a:lnTo>
                  <a:lnTo>
                    <a:pt x="1197117" y="1346984"/>
                  </a:lnTo>
                  <a:lnTo>
                    <a:pt x="1197116" y="1346993"/>
                  </a:lnTo>
                  <a:lnTo>
                    <a:pt x="1197113" y="1347009"/>
                  </a:lnTo>
                  <a:lnTo>
                    <a:pt x="1197112" y="1347015"/>
                  </a:lnTo>
                  <a:lnTo>
                    <a:pt x="1197109" y="1347029"/>
                  </a:lnTo>
                  <a:lnTo>
                    <a:pt x="1197106" y="1347044"/>
                  </a:lnTo>
                  <a:lnTo>
                    <a:pt x="1197106" y="1347053"/>
                  </a:lnTo>
                  <a:lnTo>
                    <a:pt x="1197107" y="1347062"/>
                  </a:lnTo>
                  <a:lnTo>
                    <a:pt x="1197111" y="1347068"/>
                  </a:lnTo>
                  <a:lnTo>
                    <a:pt x="1197117" y="1347074"/>
                  </a:lnTo>
                  <a:lnTo>
                    <a:pt x="1197121" y="1347080"/>
                  </a:lnTo>
                  <a:lnTo>
                    <a:pt x="1197122" y="1347085"/>
                  </a:lnTo>
                  <a:lnTo>
                    <a:pt x="1197121" y="1347092"/>
                  </a:lnTo>
                  <a:lnTo>
                    <a:pt x="1197120" y="1347105"/>
                  </a:lnTo>
                  <a:lnTo>
                    <a:pt x="1197120" y="1347116"/>
                  </a:lnTo>
                  <a:lnTo>
                    <a:pt x="1197122" y="1347130"/>
                  </a:lnTo>
                  <a:lnTo>
                    <a:pt x="1197124" y="1347143"/>
                  </a:lnTo>
                  <a:lnTo>
                    <a:pt x="1197128" y="1347155"/>
                  </a:lnTo>
                  <a:lnTo>
                    <a:pt x="1197133" y="1347164"/>
                  </a:lnTo>
                  <a:lnTo>
                    <a:pt x="1197134" y="1347170"/>
                  </a:lnTo>
                  <a:lnTo>
                    <a:pt x="1197131" y="1347174"/>
                  </a:lnTo>
                  <a:lnTo>
                    <a:pt x="1197126" y="1347180"/>
                  </a:lnTo>
                  <a:lnTo>
                    <a:pt x="1197122" y="1347184"/>
                  </a:lnTo>
                  <a:lnTo>
                    <a:pt x="1197115" y="1347192"/>
                  </a:lnTo>
                  <a:lnTo>
                    <a:pt x="1197110" y="1347202"/>
                  </a:lnTo>
                  <a:lnTo>
                    <a:pt x="1197107" y="1347210"/>
                  </a:lnTo>
                  <a:lnTo>
                    <a:pt x="1197100" y="1347228"/>
                  </a:lnTo>
                  <a:lnTo>
                    <a:pt x="1197097" y="1347239"/>
                  </a:lnTo>
                  <a:lnTo>
                    <a:pt x="1197092" y="1347246"/>
                  </a:lnTo>
                  <a:lnTo>
                    <a:pt x="1197088" y="1347251"/>
                  </a:lnTo>
                  <a:lnTo>
                    <a:pt x="1197085" y="1347254"/>
                  </a:lnTo>
                  <a:lnTo>
                    <a:pt x="1197080" y="1347255"/>
                  </a:lnTo>
                  <a:lnTo>
                    <a:pt x="1197074" y="1347255"/>
                  </a:lnTo>
                  <a:lnTo>
                    <a:pt x="1197065" y="1347255"/>
                  </a:lnTo>
                  <a:lnTo>
                    <a:pt x="1197053" y="1347255"/>
                  </a:lnTo>
                  <a:lnTo>
                    <a:pt x="1197039" y="1347256"/>
                  </a:lnTo>
                  <a:lnTo>
                    <a:pt x="1197025" y="1347265"/>
                  </a:lnTo>
                  <a:lnTo>
                    <a:pt x="1197021" y="1347269"/>
                  </a:lnTo>
                  <a:lnTo>
                    <a:pt x="1197018" y="1347273"/>
                  </a:lnTo>
                  <a:lnTo>
                    <a:pt x="1197013" y="1347278"/>
                  </a:lnTo>
                  <a:lnTo>
                    <a:pt x="1197008" y="1347282"/>
                  </a:lnTo>
                  <a:lnTo>
                    <a:pt x="1197005" y="1347285"/>
                  </a:lnTo>
                  <a:lnTo>
                    <a:pt x="1196962" y="1347291"/>
                  </a:lnTo>
                  <a:lnTo>
                    <a:pt x="1196943" y="1347368"/>
                  </a:lnTo>
                  <a:lnTo>
                    <a:pt x="1196938" y="1347394"/>
                  </a:lnTo>
                  <a:lnTo>
                    <a:pt x="1196940" y="1347401"/>
                  </a:lnTo>
                  <a:lnTo>
                    <a:pt x="1196944" y="1347406"/>
                  </a:lnTo>
                  <a:lnTo>
                    <a:pt x="1196951" y="1347413"/>
                  </a:lnTo>
                  <a:lnTo>
                    <a:pt x="1196959" y="1347419"/>
                  </a:lnTo>
                  <a:lnTo>
                    <a:pt x="1196965" y="1347422"/>
                  </a:lnTo>
                  <a:lnTo>
                    <a:pt x="1196970" y="1347425"/>
                  </a:lnTo>
                  <a:lnTo>
                    <a:pt x="1196973" y="1347429"/>
                  </a:lnTo>
                  <a:lnTo>
                    <a:pt x="1196973" y="1347436"/>
                  </a:lnTo>
                  <a:lnTo>
                    <a:pt x="1196974" y="1347443"/>
                  </a:lnTo>
                  <a:lnTo>
                    <a:pt x="1196973" y="1347451"/>
                  </a:lnTo>
                  <a:lnTo>
                    <a:pt x="1196971" y="1347457"/>
                  </a:lnTo>
                  <a:lnTo>
                    <a:pt x="1196965" y="1347466"/>
                  </a:lnTo>
                  <a:lnTo>
                    <a:pt x="1196962" y="1347472"/>
                  </a:lnTo>
                  <a:lnTo>
                    <a:pt x="1196959" y="1347478"/>
                  </a:lnTo>
                  <a:lnTo>
                    <a:pt x="1196951" y="1347492"/>
                  </a:lnTo>
                  <a:lnTo>
                    <a:pt x="1196946" y="1347502"/>
                  </a:lnTo>
                  <a:lnTo>
                    <a:pt x="1196942" y="1347511"/>
                  </a:lnTo>
                  <a:lnTo>
                    <a:pt x="1196935" y="1347521"/>
                  </a:lnTo>
                  <a:lnTo>
                    <a:pt x="1196925" y="1347531"/>
                  </a:lnTo>
                  <a:lnTo>
                    <a:pt x="1196916" y="1347539"/>
                  </a:lnTo>
                  <a:lnTo>
                    <a:pt x="1196931" y="1347594"/>
                  </a:lnTo>
                  <a:lnTo>
                    <a:pt x="1196931" y="1347605"/>
                  </a:lnTo>
                  <a:lnTo>
                    <a:pt x="1196926" y="1347616"/>
                  </a:lnTo>
                  <a:lnTo>
                    <a:pt x="1196921" y="1347621"/>
                  </a:lnTo>
                  <a:lnTo>
                    <a:pt x="1196911" y="1347625"/>
                  </a:lnTo>
                  <a:lnTo>
                    <a:pt x="1196901" y="1347624"/>
                  </a:lnTo>
                  <a:lnTo>
                    <a:pt x="1196893" y="1347621"/>
                  </a:lnTo>
                  <a:lnTo>
                    <a:pt x="1196888" y="1347618"/>
                  </a:lnTo>
                  <a:lnTo>
                    <a:pt x="1196880" y="1347620"/>
                  </a:lnTo>
                  <a:lnTo>
                    <a:pt x="1196868" y="1347631"/>
                  </a:lnTo>
                  <a:lnTo>
                    <a:pt x="1196860" y="1347644"/>
                  </a:lnTo>
                  <a:lnTo>
                    <a:pt x="1196850" y="1347657"/>
                  </a:lnTo>
                  <a:lnTo>
                    <a:pt x="1196841" y="1347666"/>
                  </a:lnTo>
                  <a:lnTo>
                    <a:pt x="1196831" y="1347672"/>
                  </a:lnTo>
                  <a:lnTo>
                    <a:pt x="1196828" y="1347678"/>
                  </a:lnTo>
                  <a:lnTo>
                    <a:pt x="1196828" y="1347692"/>
                  </a:lnTo>
                  <a:lnTo>
                    <a:pt x="1196823" y="1347704"/>
                  </a:lnTo>
                  <a:lnTo>
                    <a:pt x="1196820" y="1347710"/>
                  </a:lnTo>
                  <a:lnTo>
                    <a:pt x="1196817" y="1347717"/>
                  </a:lnTo>
                  <a:lnTo>
                    <a:pt x="1196816" y="1347726"/>
                  </a:lnTo>
                  <a:lnTo>
                    <a:pt x="1196811" y="1347736"/>
                  </a:lnTo>
                  <a:lnTo>
                    <a:pt x="1196805" y="1347755"/>
                  </a:lnTo>
                  <a:lnTo>
                    <a:pt x="1196804" y="1347763"/>
                  </a:lnTo>
                  <a:lnTo>
                    <a:pt x="1196804" y="1347776"/>
                  </a:lnTo>
                  <a:lnTo>
                    <a:pt x="1196802" y="1347786"/>
                  </a:lnTo>
                  <a:lnTo>
                    <a:pt x="1196797" y="1347799"/>
                  </a:lnTo>
                  <a:lnTo>
                    <a:pt x="1196794" y="1347804"/>
                  </a:lnTo>
                  <a:lnTo>
                    <a:pt x="1196791" y="1347812"/>
                  </a:lnTo>
                  <a:lnTo>
                    <a:pt x="1196777" y="1347815"/>
                  </a:lnTo>
                  <a:lnTo>
                    <a:pt x="1196766" y="1347818"/>
                  </a:lnTo>
                  <a:lnTo>
                    <a:pt x="1196750" y="1347827"/>
                  </a:lnTo>
                  <a:lnTo>
                    <a:pt x="1196739" y="1347834"/>
                  </a:lnTo>
                  <a:lnTo>
                    <a:pt x="1196735" y="1347844"/>
                  </a:lnTo>
                  <a:lnTo>
                    <a:pt x="1196732" y="1347850"/>
                  </a:lnTo>
                  <a:lnTo>
                    <a:pt x="1196727" y="1347866"/>
                  </a:lnTo>
                  <a:lnTo>
                    <a:pt x="1196723" y="1347876"/>
                  </a:lnTo>
                  <a:lnTo>
                    <a:pt x="1196724" y="1347883"/>
                  </a:lnTo>
                  <a:lnTo>
                    <a:pt x="1196724" y="1347889"/>
                  </a:lnTo>
                  <a:lnTo>
                    <a:pt x="1196724" y="1347894"/>
                  </a:lnTo>
                  <a:lnTo>
                    <a:pt x="1196725" y="1347900"/>
                  </a:lnTo>
                  <a:lnTo>
                    <a:pt x="1196722" y="1347908"/>
                  </a:lnTo>
                  <a:lnTo>
                    <a:pt x="1196720" y="1347916"/>
                  </a:lnTo>
                  <a:lnTo>
                    <a:pt x="1196718" y="1347925"/>
                  </a:lnTo>
                  <a:lnTo>
                    <a:pt x="1196715" y="1347936"/>
                  </a:lnTo>
                  <a:lnTo>
                    <a:pt x="1196714" y="1347943"/>
                  </a:lnTo>
                  <a:lnTo>
                    <a:pt x="1196709" y="1347949"/>
                  </a:lnTo>
                  <a:lnTo>
                    <a:pt x="1196705" y="1347950"/>
                  </a:lnTo>
                  <a:lnTo>
                    <a:pt x="1196701" y="1347952"/>
                  </a:lnTo>
                  <a:lnTo>
                    <a:pt x="1196697" y="1347955"/>
                  </a:lnTo>
                  <a:lnTo>
                    <a:pt x="1196693" y="1347960"/>
                  </a:lnTo>
                  <a:lnTo>
                    <a:pt x="1196689" y="1347966"/>
                  </a:lnTo>
                  <a:lnTo>
                    <a:pt x="1196684" y="1347969"/>
                  </a:lnTo>
                  <a:lnTo>
                    <a:pt x="1196673" y="1347970"/>
                  </a:lnTo>
                  <a:lnTo>
                    <a:pt x="1196599" y="1348001"/>
                  </a:lnTo>
                  <a:lnTo>
                    <a:pt x="1196550" y="1348022"/>
                  </a:lnTo>
                  <a:lnTo>
                    <a:pt x="1196544" y="1348019"/>
                  </a:lnTo>
                  <a:lnTo>
                    <a:pt x="1196538" y="1348010"/>
                  </a:lnTo>
                  <a:lnTo>
                    <a:pt x="1196526" y="1348005"/>
                  </a:lnTo>
                  <a:lnTo>
                    <a:pt x="1196515" y="1348002"/>
                  </a:lnTo>
                  <a:lnTo>
                    <a:pt x="1196501" y="1348002"/>
                  </a:lnTo>
                  <a:lnTo>
                    <a:pt x="1196496" y="1348004"/>
                  </a:lnTo>
                  <a:lnTo>
                    <a:pt x="1196488" y="1348010"/>
                  </a:lnTo>
                  <a:lnTo>
                    <a:pt x="1196479" y="1348013"/>
                  </a:lnTo>
                  <a:lnTo>
                    <a:pt x="1196472" y="1348012"/>
                  </a:lnTo>
                  <a:lnTo>
                    <a:pt x="1196462" y="1348004"/>
                  </a:lnTo>
                  <a:lnTo>
                    <a:pt x="1196456" y="1348002"/>
                  </a:lnTo>
                  <a:lnTo>
                    <a:pt x="1196446" y="1348007"/>
                  </a:lnTo>
                  <a:lnTo>
                    <a:pt x="1196430" y="1348013"/>
                  </a:lnTo>
                  <a:lnTo>
                    <a:pt x="1196420" y="1348011"/>
                  </a:lnTo>
                  <a:lnTo>
                    <a:pt x="1196411" y="1348006"/>
                  </a:lnTo>
                  <a:lnTo>
                    <a:pt x="1196403" y="1348008"/>
                  </a:lnTo>
                  <a:lnTo>
                    <a:pt x="1196400" y="1348013"/>
                  </a:lnTo>
                  <a:lnTo>
                    <a:pt x="1196397" y="1348020"/>
                  </a:lnTo>
                  <a:lnTo>
                    <a:pt x="1196394" y="1348028"/>
                  </a:lnTo>
                  <a:lnTo>
                    <a:pt x="1196389" y="1348034"/>
                  </a:lnTo>
                  <a:lnTo>
                    <a:pt x="1196380" y="1348035"/>
                  </a:lnTo>
                  <a:lnTo>
                    <a:pt x="1196360" y="1348032"/>
                  </a:lnTo>
                  <a:lnTo>
                    <a:pt x="1196351" y="1348033"/>
                  </a:lnTo>
                  <a:lnTo>
                    <a:pt x="1196338" y="1348037"/>
                  </a:lnTo>
                  <a:lnTo>
                    <a:pt x="1196323" y="1348042"/>
                  </a:lnTo>
                  <a:lnTo>
                    <a:pt x="1196302" y="1348045"/>
                  </a:lnTo>
                  <a:lnTo>
                    <a:pt x="1196286" y="1348047"/>
                  </a:lnTo>
                  <a:lnTo>
                    <a:pt x="1196275" y="1348046"/>
                  </a:lnTo>
                  <a:lnTo>
                    <a:pt x="1196264" y="1348048"/>
                  </a:lnTo>
                  <a:lnTo>
                    <a:pt x="1196250" y="1348052"/>
                  </a:lnTo>
                  <a:lnTo>
                    <a:pt x="1196238" y="1348057"/>
                  </a:lnTo>
                  <a:lnTo>
                    <a:pt x="1196232" y="1348066"/>
                  </a:lnTo>
                  <a:lnTo>
                    <a:pt x="1196227" y="1348071"/>
                  </a:lnTo>
                  <a:lnTo>
                    <a:pt x="1196221" y="1348075"/>
                  </a:lnTo>
                  <a:lnTo>
                    <a:pt x="1196214" y="1348078"/>
                  </a:lnTo>
                  <a:lnTo>
                    <a:pt x="1196206" y="1348082"/>
                  </a:lnTo>
                  <a:lnTo>
                    <a:pt x="1196196" y="1348085"/>
                  </a:lnTo>
                  <a:lnTo>
                    <a:pt x="1196185" y="1348088"/>
                  </a:lnTo>
                  <a:lnTo>
                    <a:pt x="1196175" y="1348089"/>
                  </a:lnTo>
                  <a:lnTo>
                    <a:pt x="1196171" y="1348091"/>
                  </a:lnTo>
                  <a:lnTo>
                    <a:pt x="1196164" y="1348093"/>
                  </a:lnTo>
                  <a:lnTo>
                    <a:pt x="1196154" y="1348094"/>
                  </a:lnTo>
                  <a:lnTo>
                    <a:pt x="1196150" y="1348095"/>
                  </a:lnTo>
                  <a:lnTo>
                    <a:pt x="1196142" y="1348095"/>
                  </a:lnTo>
                  <a:lnTo>
                    <a:pt x="1196135" y="1348096"/>
                  </a:lnTo>
                  <a:lnTo>
                    <a:pt x="1196130" y="1348097"/>
                  </a:lnTo>
                  <a:lnTo>
                    <a:pt x="1196123" y="1348099"/>
                  </a:lnTo>
                  <a:lnTo>
                    <a:pt x="1196124" y="1348103"/>
                  </a:lnTo>
                  <a:lnTo>
                    <a:pt x="1196128" y="1348111"/>
                  </a:lnTo>
                  <a:lnTo>
                    <a:pt x="1196135" y="1348118"/>
                  </a:lnTo>
                  <a:lnTo>
                    <a:pt x="1196140" y="1348128"/>
                  </a:lnTo>
                  <a:lnTo>
                    <a:pt x="1196145" y="1348148"/>
                  </a:lnTo>
                  <a:lnTo>
                    <a:pt x="1196148" y="1348161"/>
                  </a:lnTo>
                  <a:lnTo>
                    <a:pt x="1196150" y="1348169"/>
                  </a:lnTo>
                  <a:lnTo>
                    <a:pt x="1196154" y="1348178"/>
                  </a:lnTo>
                  <a:lnTo>
                    <a:pt x="1196155" y="1348189"/>
                  </a:lnTo>
                  <a:lnTo>
                    <a:pt x="1196153" y="1348194"/>
                  </a:lnTo>
                  <a:lnTo>
                    <a:pt x="1196149" y="1348201"/>
                  </a:lnTo>
                  <a:lnTo>
                    <a:pt x="1196141" y="1348211"/>
                  </a:lnTo>
                  <a:lnTo>
                    <a:pt x="1196135" y="1348221"/>
                  </a:lnTo>
                  <a:lnTo>
                    <a:pt x="1196132" y="1348225"/>
                  </a:lnTo>
                  <a:lnTo>
                    <a:pt x="1196126" y="1348232"/>
                  </a:lnTo>
                  <a:lnTo>
                    <a:pt x="1196116" y="1348248"/>
                  </a:lnTo>
                  <a:lnTo>
                    <a:pt x="1196111" y="1348263"/>
                  </a:lnTo>
                  <a:lnTo>
                    <a:pt x="1196109" y="1348272"/>
                  </a:lnTo>
                  <a:lnTo>
                    <a:pt x="1196107" y="1348284"/>
                  </a:lnTo>
                  <a:lnTo>
                    <a:pt x="1196103" y="1348305"/>
                  </a:lnTo>
                  <a:lnTo>
                    <a:pt x="1196101" y="1348319"/>
                  </a:lnTo>
                  <a:lnTo>
                    <a:pt x="1196097" y="1348333"/>
                  </a:lnTo>
                  <a:lnTo>
                    <a:pt x="1196094" y="1348345"/>
                  </a:lnTo>
                  <a:lnTo>
                    <a:pt x="1196088" y="1348359"/>
                  </a:lnTo>
                  <a:lnTo>
                    <a:pt x="1196085" y="1348371"/>
                  </a:lnTo>
                  <a:lnTo>
                    <a:pt x="1196080" y="1348389"/>
                  </a:lnTo>
                  <a:lnTo>
                    <a:pt x="1196078" y="1348396"/>
                  </a:lnTo>
                  <a:lnTo>
                    <a:pt x="1196076" y="1348402"/>
                  </a:lnTo>
                  <a:lnTo>
                    <a:pt x="1196072" y="1348412"/>
                  </a:lnTo>
                  <a:lnTo>
                    <a:pt x="1196068" y="1348420"/>
                  </a:lnTo>
                  <a:lnTo>
                    <a:pt x="1196062" y="1348435"/>
                  </a:lnTo>
                  <a:lnTo>
                    <a:pt x="1196058" y="1348440"/>
                  </a:lnTo>
                  <a:lnTo>
                    <a:pt x="1196049" y="1348442"/>
                  </a:lnTo>
                  <a:lnTo>
                    <a:pt x="1196045" y="1348444"/>
                  </a:lnTo>
                  <a:lnTo>
                    <a:pt x="1196030" y="1348448"/>
                  </a:lnTo>
                  <a:lnTo>
                    <a:pt x="1195999" y="1348449"/>
                  </a:lnTo>
                  <a:lnTo>
                    <a:pt x="1195984" y="1348451"/>
                  </a:lnTo>
                  <a:lnTo>
                    <a:pt x="1195968" y="1348450"/>
                  </a:lnTo>
                  <a:lnTo>
                    <a:pt x="1195954" y="1348445"/>
                  </a:lnTo>
                  <a:lnTo>
                    <a:pt x="1195946" y="1348441"/>
                  </a:lnTo>
                  <a:lnTo>
                    <a:pt x="1195936" y="1348434"/>
                  </a:lnTo>
                  <a:lnTo>
                    <a:pt x="1195922" y="1348426"/>
                  </a:lnTo>
                  <a:lnTo>
                    <a:pt x="1195916" y="1348425"/>
                  </a:lnTo>
                  <a:lnTo>
                    <a:pt x="1195909" y="1348429"/>
                  </a:lnTo>
                  <a:lnTo>
                    <a:pt x="1195899" y="1348441"/>
                  </a:lnTo>
                  <a:lnTo>
                    <a:pt x="1195889" y="1348451"/>
                  </a:lnTo>
                  <a:lnTo>
                    <a:pt x="1195879" y="1348460"/>
                  </a:lnTo>
                  <a:lnTo>
                    <a:pt x="1195868" y="1348465"/>
                  </a:lnTo>
                  <a:lnTo>
                    <a:pt x="1195857" y="1348470"/>
                  </a:lnTo>
                  <a:lnTo>
                    <a:pt x="1195845" y="1348480"/>
                  </a:lnTo>
                  <a:lnTo>
                    <a:pt x="1195841" y="1348488"/>
                  </a:lnTo>
                  <a:lnTo>
                    <a:pt x="1195840" y="1348496"/>
                  </a:lnTo>
                  <a:lnTo>
                    <a:pt x="1195840" y="1348501"/>
                  </a:lnTo>
                  <a:lnTo>
                    <a:pt x="1195840" y="1348510"/>
                  </a:lnTo>
                  <a:lnTo>
                    <a:pt x="1195835" y="1348519"/>
                  </a:lnTo>
                  <a:lnTo>
                    <a:pt x="1195826" y="1348532"/>
                  </a:lnTo>
                  <a:lnTo>
                    <a:pt x="1195822" y="1348541"/>
                  </a:lnTo>
                  <a:lnTo>
                    <a:pt x="1195817" y="1348551"/>
                  </a:lnTo>
                  <a:lnTo>
                    <a:pt x="1195814" y="1348564"/>
                  </a:lnTo>
                  <a:lnTo>
                    <a:pt x="1195815" y="1348575"/>
                  </a:lnTo>
                  <a:lnTo>
                    <a:pt x="1195809" y="1348594"/>
                  </a:lnTo>
                  <a:lnTo>
                    <a:pt x="1195804" y="1348598"/>
                  </a:lnTo>
                  <a:lnTo>
                    <a:pt x="1195797" y="1348598"/>
                  </a:lnTo>
                  <a:lnTo>
                    <a:pt x="1195789" y="1348598"/>
                  </a:lnTo>
                  <a:lnTo>
                    <a:pt x="1195782" y="1348600"/>
                  </a:lnTo>
                  <a:lnTo>
                    <a:pt x="1195777" y="1348603"/>
                  </a:lnTo>
                  <a:lnTo>
                    <a:pt x="1195768" y="1348610"/>
                  </a:lnTo>
                  <a:lnTo>
                    <a:pt x="1195764" y="1348613"/>
                  </a:lnTo>
                  <a:lnTo>
                    <a:pt x="1195758" y="1348619"/>
                  </a:lnTo>
                  <a:lnTo>
                    <a:pt x="1195751" y="1348627"/>
                  </a:lnTo>
                  <a:lnTo>
                    <a:pt x="1195742" y="1348632"/>
                  </a:lnTo>
                  <a:lnTo>
                    <a:pt x="1195736" y="1348637"/>
                  </a:lnTo>
                  <a:lnTo>
                    <a:pt x="1195723" y="1348645"/>
                  </a:lnTo>
                  <a:lnTo>
                    <a:pt x="1195714" y="1348651"/>
                  </a:lnTo>
                  <a:lnTo>
                    <a:pt x="1195707" y="1348660"/>
                  </a:lnTo>
                  <a:lnTo>
                    <a:pt x="1195702" y="1348671"/>
                  </a:lnTo>
                  <a:lnTo>
                    <a:pt x="1195699" y="1348679"/>
                  </a:lnTo>
                  <a:lnTo>
                    <a:pt x="1195696" y="1348686"/>
                  </a:lnTo>
                  <a:lnTo>
                    <a:pt x="1195689" y="1348696"/>
                  </a:lnTo>
                  <a:lnTo>
                    <a:pt x="1195679" y="1348709"/>
                  </a:lnTo>
                  <a:lnTo>
                    <a:pt x="1195672" y="1348724"/>
                  </a:lnTo>
                  <a:lnTo>
                    <a:pt x="1195669" y="1348737"/>
                  </a:lnTo>
                  <a:lnTo>
                    <a:pt x="1195667" y="1348753"/>
                  </a:lnTo>
                  <a:lnTo>
                    <a:pt x="1195664" y="1348765"/>
                  </a:lnTo>
                  <a:lnTo>
                    <a:pt x="1195658" y="1348772"/>
                  </a:lnTo>
                  <a:lnTo>
                    <a:pt x="1195649" y="1348784"/>
                  </a:lnTo>
                  <a:lnTo>
                    <a:pt x="1195646" y="1348791"/>
                  </a:lnTo>
                  <a:lnTo>
                    <a:pt x="1195644" y="1348798"/>
                  </a:lnTo>
                  <a:lnTo>
                    <a:pt x="1195642" y="1348807"/>
                  </a:lnTo>
                  <a:lnTo>
                    <a:pt x="1195638" y="1348802"/>
                  </a:lnTo>
                  <a:lnTo>
                    <a:pt x="1195632" y="1348796"/>
                  </a:lnTo>
                  <a:lnTo>
                    <a:pt x="1195628" y="1348790"/>
                  </a:lnTo>
                  <a:lnTo>
                    <a:pt x="1195627" y="1348784"/>
                  </a:lnTo>
                  <a:lnTo>
                    <a:pt x="1195622" y="1348779"/>
                  </a:lnTo>
                  <a:lnTo>
                    <a:pt x="1195617" y="1348777"/>
                  </a:lnTo>
                  <a:lnTo>
                    <a:pt x="1195609" y="1348776"/>
                  </a:lnTo>
                  <a:lnTo>
                    <a:pt x="1195602" y="1348780"/>
                  </a:lnTo>
                  <a:lnTo>
                    <a:pt x="1195597" y="1348781"/>
                  </a:lnTo>
                  <a:lnTo>
                    <a:pt x="1195590" y="1348785"/>
                  </a:lnTo>
                  <a:lnTo>
                    <a:pt x="1195580" y="1348791"/>
                  </a:lnTo>
                  <a:lnTo>
                    <a:pt x="1195576" y="1348793"/>
                  </a:lnTo>
                  <a:lnTo>
                    <a:pt x="1195567" y="1348796"/>
                  </a:lnTo>
                  <a:lnTo>
                    <a:pt x="1195561" y="1348797"/>
                  </a:lnTo>
                  <a:lnTo>
                    <a:pt x="1195553" y="1348799"/>
                  </a:lnTo>
                  <a:lnTo>
                    <a:pt x="1195549" y="1348800"/>
                  </a:lnTo>
                  <a:lnTo>
                    <a:pt x="1195543" y="1348803"/>
                  </a:lnTo>
                  <a:lnTo>
                    <a:pt x="1195541" y="1348808"/>
                  </a:lnTo>
                  <a:lnTo>
                    <a:pt x="1195535" y="1348816"/>
                  </a:lnTo>
                  <a:lnTo>
                    <a:pt x="1195530" y="1348821"/>
                  </a:lnTo>
                  <a:lnTo>
                    <a:pt x="1195524" y="1348825"/>
                  </a:lnTo>
                  <a:lnTo>
                    <a:pt x="1195520" y="1348827"/>
                  </a:lnTo>
                  <a:lnTo>
                    <a:pt x="1195513" y="1348834"/>
                  </a:lnTo>
                  <a:lnTo>
                    <a:pt x="1195505" y="1348848"/>
                  </a:lnTo>
                  <a:lnTo>
                    <a:pt x="1195500" y="1348860"/>
                  </a:lnTo>
                  <a:lnTo>
                    <a:pt x="1195497" y="1348867"/>
                  </a:lnTo>
                  <a:lnTo>
                    <a:pt x="1195490" y="1348880"/>
                  </a:lnTo>
                  <a:lnTo>
                    <a:pt x="1195484" y="1348892"/>
                  </a:lnTo>
                  <a:lnTo>
                    <a:pt x="1195482" y="1348899"/>
                  </a:lnTo>
                  <a:lnTo>
                    <a:pt x="1195480" y="1348905"/>
                  </a:lnTo>
                  <a:lnTo>
                    <a:pt x="1195479" y="1348917"/>
                  </a:lnTo>
                  <a:lnTo>
                    <a:pt x="1195477" y="1348926"/>
                  </a:lnTo>
                  <a:lnTo>
                    <a:pt x="1195473" y="1348930"/>
                  </a:lnTo>
                  <a:lnTo>
                    <a:pt x="1195462" y="1348935"/>
                  </a:lnTo>
                  <a:lnTo>
                    <a:pt x="1195456" y="1348937"/>
                  </a:lnTo>
                  <a:lnTo>
                    <a:pt x="1195452" y="1348938"/>
                  </a:lnTo>
                  <a:lnTo>
                    <a:pt x="1195441" y="1348945"/>
                  </a:lnTo>
                  <a:lnTo>
                    <a:pt x="1195439" y="1348951"/>
                  </a:lnTo>
                  <a:lnTo>
                    <a:pt x="1195438" y="1348959"/>
                  </a:lnTo>
                  <a:lnTo>
                    <a:pt x="1195432" y="1348970"/>
                  </a:lnTo>
                  <a:lnTo>
                    <a:pt x="1195429" y="1348975"/>
                  </a:lnTo>
                  <a:lnTo>
                    <a:pt x="1195425" y="1348983"/>
                  </a:lnTo>
                  <a:lnTo>
                    <a:pt x="1195416" y="1348992"/>
                  </a:lnTo>
                  <a:lnTo>
                    <a:pt x="1195408" y="1348996"/>
                  </a:lnTo>
                  <a:lnTo>
                    <a:pt x="1195402" y="1348999"/>
                  </a:lnTo>
                  <a:lnTo>
                    <a:pt x="1195394" y="1349001"/>
                  </a:lnTo>
                  <a:lnTo>
                    <a:pt x="1195386" y="1349005"/>
                  </a:lnTo>
                  <a:lnTo>
                    <a:pt x="1195384" y="1349009"/>
                  </a:lnTo>
                  <a:lnTo>
                    <a:pt x="1195379" y="1349018"/>
                  </a:lnTo>
                  <a:lnTo>
                    <a:pt x="1195376" y="1349023"/>
                  </a:lnTo>
                  <a:lnTo>
                    <a:pt x="1195373" y="1349027"/>
                  </a:lnTo>
                  <a:lnTo>
                    <a:pt x="1195363" y="1349036"/>
                  </a:lnTo>
                  <a:lnTo>
                    <a:pt x="1195355" y="1349045"/>
                  </a:lnTo>
                  <a:lnTo>
                    <a:pt x="1195348" y="1349052"/>
                  </a:lnTo>
                  <a:lnTo>
                    <a:pt x="1195341" y="1349061"/>
                  </a:lnTo>
                  <a:lnTo>
                    <a:pt x="1195334" y="1349070"/>
                  </a:lnTo>
                  <a:lnTo>
                    <a:pt x="1195325" y="1349080"/>
                  </a:lnTo>
                  <a:lnTo>
                    <a:pt x="1195311" y="1349089"/>
                  </a:lnTo>
                  <a:lnTo>
                    <a:pt x="1195304" y="1349095"/>
                  </a:lnTo>
                  <a:lnTo>
                    <a:pt x="1195298" y="1349099"/>
                  </a:lnTo>
                  <a:lnTo>
                    <a:pt x="1195295" y="1349101"/>
                  </a:lnTo>
                  <a:lnTo>
                    <a:pt x="1195290" y="1349104"/>
                  </a:lnTo>
                  <a:lnTo>
                    <a:pt x="1195280" y="1349109"/>
                  </a:lnTo>
                  <a:lnTo>
                    <a:pt x="1195269" y="1349114"/>
                  </a:lnTo>
                  <a:lnTo>
                    <a:pt x="1195251" y="1349124"/>
                  </a:lnTo>
                  <a:lnTo>
                    <a:pt x="1195238" y="1349129"/>
                  </a:lnTo>
                  <a:lnTo>
                    <a:pt x="1195230" y="1349136"/>
                  </a:lnTo>
                  <a:lnTo>
                    <a:pt x="1195215" y="1349153"/>
                  </a:lnTo>
                  <a:lnTo>
                    <a:pt x="1195206" y="1349166"/>
                  </a:lnTo>
                  <a:lnTo>
                    <a:pt x="1195196" y="1349179"/>
                  </a:lnTo>
                  <a:lnTo>
                    <a:pt x="1195187" y="1349184"/>
                  </a:lnTo>
                  <a:lnTo>
                    <a:pt x="1195174" y="1349191"/>
                  </a:lnTo>
                  <a:lnTo>
                    <a:pt x="1195166" y="1349195"/>
                  </a:lnTo>
                  <a:lnTo>
                    <a:pt x="1195151" y="1349211"/>
                  </a:lnTo>
                  <a:lnTo>
                    <a:pt x="1195138" y="1349223"/>
                  </a:lnTo>
                  <a:lnTo>
                    <a:pt x="1195127" y="1349237"/>
                  </a:lnTo>
                  <a:lnTo>
                    <a:pt x="1195121" y="1349247"/>
                  </a:lnTo>
                  <a:lnTo>
                    <a:pt x="1195118" y="1349254"/>
                  </a:lnTo>
                  <a:lnTo>
                    <a:pt x="1195115" y="1349260"/>
                  </a:lnTo>
                  <a:lnTo>
                    <a:pt x="1195106" y="1349271"/>
                  </a:lnTo>
                  <a:lnTo>
                    <a:pt x="1195093" y="1349283"/>
                  </a:lnTo>
                  <a:lnTo>
                    <a:pt x="1195085" y="1349294"/>
                  </a:lnTo>
                  <a:lnTo>
                    <a:pt x="1195083" y="1349299"/>
                  </a:lnTo>
                  <a:lnTo>
                    <a:pt x="1195078" y="1349310"/>
                  </a:lnTo>
                  <a:lnTo>
                    <a:pt x="1195073" y="1349318"/>
                  </a:lnTo>
                  <a:lnTo>
                    <a:pt x="1195069" y="1349325"/>
                  </a:lnTo>
                  <a:lnTo>
                    <a:pt x="1195063" y="1349333"/>
                  </a:lnTo>
                  <a:lnTo>
                    <a:pt x="1195059" y="1349337"/>
                  </a:lnTo>
                  <a:lnTo>
                    <a:pt x="1195054" y="1349343"/>
                  </a:lnTo>
                  <a:lnTo>
                    <a:pt x="1195047" y="1349350"/>
                  </a:lnTo>
                  <a:lnTo>
                    <a:pt x="1195041" y="1349354"/>
                  </a:lnTo>
                  <a:lnTo>
                    <a:pt x="1195034" y="1349356"/>
                  </a:lnTo>
                  <a:lnTo>
                    <a:pt x="1195026" y="1349360"/>
                  </a:lnTo>
                  <a:lnTo>
                    <a:pt x="1195018" y="1349364"/>
                  </a:lnTo>
                  <a:lnTo>
                    <a:pt x="1195006" y="1349370"/>
                  </a:lnTo>
                  <a:lnTo>
                    <a:pt x="1194995" y="1349377"/>
                  </a:lnTo>
                  <a:lnTo>
                    <a:pt x="1194988" y="1349383"/>
                  </a:lnTo>
                  <a:lnTo>
                    <a:pt x="1194972" y="1349389"/>
                  </a:lnTo>
                  <a:lnTo>
                    <a:pt x="1194955" y="1349397"/>
                  </a:lnTo>
                  <a:lnTo>
                    <a:pt x="1194941" y="1349404"/>
                  </a:lnTo>
                  <a:lnTo>
                    <a:pt x="1194934" y="1349407"/>
                  </a:lnTo>
                  <a:lnTo>
                    <a:pt x="1194929" y="1349410"/>
                  </a:lnTo>
                  <a:lnTo>
                    <a:pt x="1194917" y="1349410"/>
                  </a:lnTo>
                  <a:lnTo>
                    <a:pt x="1194906" y="1349411"/>
                  </a:lnTo>
                  <a:lnTo>
                    <a:pt x="1194899" y="1349412"/>
                  </a:lnTo>
                  <a:lnTo>
                    <a:pt x="1194892" y="1349416"/>
                  </a:lnTo>
                  <a:lnTo>
                    <a:pt x="1194886" y="1349422"/>
                  </a:lnTo>
                  <a:lnTo>
                    <a:pt x="1194876" y="1349433"/>
                  </a:lnTo>
                  <a:lnTo>
                    <a:pt x="1194863" y="1349445"/>
                  </a:lnTo>
                  <a:lnTo>
                    <a:pt x="1194851" y="1349450"/>
                  </a:lnTo>
                  <a:lnTo>
                    <a:pt x="1194840" y="1349454"/>
                  </a:lnTo>
                  <a:lnTo>
                    <a:pt x="1194829" y="1349458"/>
                  </a:lnTo>
                  <a:lnTo>
                    <a:pt x="1194801" y="1349470"/>
                  </a:lnTo>
                  <a:lnTo>
                    <a:pt x="1194786" y="1349478"/>
                  </a:lnTo>
                  <a:lnTo>
                    <a:pt x="1194778" y="1349480"/>
                  </a:lnTo>
                  <a:lnTo>
                    <a:pt x="1194767" y="1349480"/>
                  </a:lnTo>
                  <a:lnTo>
                    <a:pt x="1194754" y="1349483"/>
                  </a:lnTo>
                  <a:lnTo>
                    <a:pt x="1194743" y="1349488"/>
                  </a:lnTo>
                  <a:lnTo>
                    <a:pt x="1194737" y="1349492"/>
                  </a:lnTo>
                  <a:lnTo>
                    <a:pt x="1194733" y="1349496"/>
                  </a:lnTo>
                  <a:lnTo>
                    <a:pt x="1194722" y="1349507"/>
                  </a:lnTo>
                  <a:lnTo>
                    <a:pt x="1194714" y="1349517"/>
                  </a:lnTo>
                  <a:lnTo>
                    <a:pt x="1194705" y="1349532"/>
                  </a:lnTo>
                  <a:lnTo>
                    <a:pt x="1194688" y="1349550"/>
                  </a:lnTo>
                  <a:lnTo>
                    <a:pt x="1194676" y="1349562"/>
                  </a:lnTo>
                  <a:lnTo>
                    <a:pt x="1194669" y="1349565"/>
                  </a:lnTo>
                  <a:lnTo>
                    <a:pt x="1194665" y="1349566"/>
                  </a:lnTo>
                  <a:lnTo>
                    <a:pt x="1194655" y="1349568"/>
                  </a:lnTo>
                  <a:lnTo>
                    <a:pt x="1194650" y="1349571"/>
                  </a:lnTo>
                  <a:lnTo>
                    <a:pt x="1194647" y="1349577"/>
                  </a:lnTo>
                  <a:lnTo>
                    <a:pt x="1194646" y="1349583"/>
                  </a:lnTo>
                  <a:lnTo>
                    <a:pt x="1194638" y="1349592"/>
                  </a:lnTo>
                  <a:lnTo>
                    <a:pt x="1194633" y="1349595"/>
                  </a:lnTo>
                  <a:lnTo>
                    <a:pt x="1194622" y="1349600"/>
                  </a:lnTo>
                  <a:lnTo>
                    <a:pt x="1194617" y="1349599"/>
                  </a:lnTo>
                  <a:lnTo>
                    <a:pt x="1194611" y="1349597"/>
                  </a:lnTo>
                  <a:lnTo>
                    <a:pt x="1194603" y="1349588"/>
                  </a:lnTo>
                  <a:lnTo>
                    <a:pt x="1194592" y="1349580"/>
                  </a:lnTo>
                  <a:lnTo>
                    <a:pt x="1194588" y="1349578"/>
                  </a:lnTo>
                  <a:lnTo>
                    <a:pt x="1194581" y="1349575"/>
                  </a:lnTo>
                  <a:lnTo>
                    <a:pt x="1194561" y="1349561"/>
                  </a:lnTo>
                  <a:lnTo>
                    <a:pt x="1194554" y="1349558"/>
                  </a:lnTo>
                  <a:lnTo>
                    <a:pt x="1194549" y="1349559"/>
                  </a:lnTo>
                  <a:lnTo>
                    <a:pt x="1194540" y="1349564"/>
                  </a:lnTo>
                  <a:lnTo>
                    <a:pt x="1194527" y="1349570"/>
                  </a:lnTo>
                  <a:lnTo>
                    <a:pt x="1194520" y="1349575"/>
                  </a:lnTo>
                  <a:lnTo>
                    <a:pt x="1194512" y="1349584"/>
                  </a:lnTo>
                  <a:lnTo>
                    <a:pt x="1194505" y="1349601"/>
                  </a:lnTo>
                  <a:lnTo>
                    <a:pt x="1194501" y="1349610"/>
                  </a:lnTo>
                  <a:lnTo>
                    <a:pt x="1194498" y="1349618"/>
                  </a:lnTo>
                  <a:lnTo>
                    <a:pt x="1194495" y="1349624"/>
                  </a:lnTo>
                  <a:lnTo>
                    <a:pt x="1194490" y="1349628"/>
                  </a:lnTo>
                  <a:lnTo>
                    <a:pt x="1194487" y="1349630"/>
                  </a:lnTo>
                  <a:lnTo>
                    <a:pt x="1194482" y="1349633"/>
                  </a:lnTo>
                  <a:lnTo>
                    <a:pt x="1194477" y="1349635"/>
                  </a:lnTo>
                  <a:lnTo>
                    <a:pt x="1194470" y="1349640"/>
                  </a:lnTo>
                  <a:lnTo>
                    <a:pt x="1194459" y="1349649"/>
                  </a:lnTo>
                  <a:lnTo>
                    <a:pt x="1194452" y="1349658"/>
                  </a:lnTo>
                  <a:lnTo>
                    <a:pt x="1194444" y="1349670"/>
                  </a:lnTo>
                  <a:lnTo>
                    <a:pt x="1194438" y="1349676"/>
                  </a:lnTo>
                  <a:lnTo>
                    <a:pt x="1194430" y="1349681"/>
                  </a:lnTo>
                  <a:lnTo>
                    <a:pt x="1194425" y="1349685"/>
                  </a:lnTo>
                  <a:lnTo>
                    <a:pt x="1194422" y="1349689"/>
                  </a:lnTo>
                  <a:lnTo>
                    <a:pt x="1194418" y="1349695"/>
                  </a:lnTo>
                  <a:lnTo>
                    <a:pt x="1194412" y="1349706"/>
                  </a:lnTo>
                  <a:lnTo>
                    <a:pt x="1194408" y="1349708"/>
                  </a:lnTo>
                  <a:lnTo>
                    <a:pt x="1194401" y="1349709"/>
                  </a:lnTo>
                  <a:lnTo>
                    <a:pt x="1194384" y="1349708"/>
                  </a:lnTo>
                  <a:lnTo>
                    <a:pt x="1194375" y="1349709"/>
                  </a:lnTo>
                  <a:lnTo>
                    <a:pt x="1194371" y="1349711"/>
                  </a:lnTo>
                  <a:lnTo>
                    <a:pt x="1194366" y="1349714"/>
                  </a:lnTo>
                  <a:lnTo>
                    <a:pt x="1194355" y="1349719"/>
                  </a:lnTo>
                  <a:lnTo>
                    <a:pt x="1194343" y="1349721"/>
                  </a:lnTo>
                  <a:lnTo>
                    <a:pt x="1194332" y="1349723"/>
                  </a:lnTo>
                  <a:lnTo>
                    <a:pt x="1194324" y="1349725"/>
                  </a:lnTo>
                  <a:lnTo>
                    <a:pt x="1194317" y="1349727"/>
                  </a:lnTo>
                  <a:lnTo>
                    <a:pt x="1194305" y="1349733"/>
                  </a:lnTo>
                  <a:lnTo>
                    <a:pt x="1194296" y="1349739"/>
                  </a:lnTo>
                  <a:lnTo>
                    <a:pt x="1194287" y="1349747"/>
                  </a:lnTo>
                  <a:lnTo>
                    <a:pt x="1194280" y="1349758"/>
                  </a:lnTo>
                  <a:lnTo>
                    <a:pt x="1194271" y="1349768"/>
                  </a:lnTo>
                  <a:lnTo>
                    <a:pt x="1194265" y="1349772"/>
                  </a:lnTo>
                  <a:lnTo>
                    <a:pt x="1194259" y="1349772"/>
                  </a:lnTo>
                  <a:lnTo>
                    <a:pt x="1194249" y="1349768"/>
                  </a:lnTo>
                  <a:lnTo>
                    <a:pt x="1194239" y="1349762"/>
                  </a:lnTo>
                  <a:lnTo>
                    <a:pt x="1194230" y="1349759"/>
                  </a:lnTo>
                  <a:lnTo>
                    <a:pt x="1194223" y="1349759"/>
                  </a:lnTo>
                  <a:lnTo>
                    <a:pt x="1194218" y="1349763"/>
                  </a:lnTo>
                  <a:lnTo>
                    <a:pt x="1194215" y="1349769"/>
                  </a:lnTo>
                  <a:lnTo>
                    <a:pt x="1194209" y="1349778"/>
                  </a:lnTo>
                  <a:lnTo>
                    <a:pt x="1194199" y="1349785"/>
                  </a:lnTo>
                  <a:lnTo>
                    <a:pt x="1194186" y="1349792"/>
                  </a:lnTo>
                  <a:lnTo>
                    <a:pt x="1194175" y="1349794"/>
                  </a:lnTo>
                  <a:lnTo>
                    <a:pt x="1194167" y="1349794"/>
                  </a:lnTo>
                  <a:lnTo>
                    <a:pt x="1194156" y="1349793"/>
                  </a:lnTo>
                  <a:lnTo>
                    <a:pt x="1194144" y="1349794"/>
                  </a:lnTo>
                  <a:lnTo>
                    <a:pt x="1194140" y="1349796"/>
                  </a:lnTo>
                  <a:lnTo>
                    <a:pt x="1194135" y="1349797"/>
                  </a:lnTo>
                  <a:lnTo>
                    <a:pt x="1194124" y="1349806"/>
                  </a:lnTo>
                  <a:lnTo>
                    <a:pt x="1194121" y="1349810"/>
                  </a:lnTo>
                  <a:lnTo>
                    <a:pt x="1194114" y="1349817"/>
                  </a:lnTo>
                  <a:lnTo>
                    <a:pt x="1194105" y="1349824"/>
                  </a:lnTo>
                  <a:lnTo>
                    <a:pt x="1194097" y="1349827"/>
                  </a:lnTo>
                  <a:lnTo>
                    <a:pt x="1194082" y="1349830"/>
                  </a:lnTo>
                  <a:lnTo>
                    <a:pt x="1194070" y="1349833"/>
                  </a:lnTo>
                  <a:lnTo>
                    <a:pt x="1194056" y="1349838"/>
                  </a:lnTo>
                  <a:lnTo>
                    <a:pt x="1194037" y="1349847"/>
                  </a:lnTo>
                  <a:lnTo>
                    <a:pt x="1194020" y="1349857"/>
                  </a:lnTo>
                  <a:lnTo>
                    <a:pt x="1194001" y="1349870"/>
                  </a:lnTo>
                  <a:lnTo>
                    <a:pt x="1193987" y="1349878"/>
                  </a:lnTo>
                  <a:lnTo>
                    <a:pt x="1193970" y="1349891"/>
                  </a:lnTo>
                  <a:lnTo>
                    <a:pt x="1193953" y="1349903"/>
                  </a:lnTo>
                  <a:lnTo>
                    <a:pt x="1193947" y="1349906"/>
                  </a:lnTo>
                  <a:lnTo>
                    <a:pt x="1193939" y="1349909"/>
                  </a:lnTo>
                  <a:lnTo>
                    <a:pt x="1193926" y="1349911"/>
                  </a:lnTo>
                  <a:lnTo>
                    <a:pt x="1193908" y="1349913"/>
                  </a:lnTo>
                  <a:lnTo>
                    <a:pt x="1193895" y="1349916"/>
                  </a:lnTo>
                  <a:lnTo>
                    <a:pt x="1193873" y="1349922"/>
                  </a:lnTo>
                  <a:lnTo>
                    <a:pt x="1193857" y="1349926"/>
                  </a:lnTo>
                  <a:lnTo>
                    <a:pt x="1193852" y="1349928"/>
                  </a:lnTo>
                  <a:lnTo>
                    <a:pt x="1193846" y="1349930"/>
                  </a:lnTo>
                  <a:lnTo>
                    <a:pt x="1193833" y="1349931"/>
                  </a:lnTo>
                  <a:lnTo>
                    <a:pt x="1193826" y="1349932"/>
                  </a:lnTo>
                  <a:lnTo>
                    <a:pt x="1193817" y="1349932"/>
                  </a:lnTo>
                  <a:lnTo>
                    <a:pt x="1193803" y="1349931"/>
                  </a:lnTo>
                  <a:lnTo>
                    <a:pt x="1193791" y="1349932"/>
                  </a:lnTo>
                  <a:lnTo>
                    <a:pt x="1193781" y="1349934"/>
                  </a:lnTo>
                  <a:lnTo>
                    <a:pt x="1193771" y="1349940"/>
                  </a:lnTo>
                  <a:lnTo>
                    <a:pt x="1193753" y="1349950"/>
                  </a:lnTo>
                  <a:lnTo>
                    <a:pt x="1193745" y="1349954"/>
                  </a:lnTo>
                  <a:lnTo>
                    <a:pt x="1193732" y="1349960"/>
                  </a:lnTo>
                  <a:lnTo>
                    <a:pt x="1193710" y="1349971"/>
                  </a:lnTo>
                  <a:lnTo>
                    <a:pt x="1193693" y="1349977"/>
                  </a:lnTo>
                  <a:lnTo>
                    <a:pt x="1193680" y="1349980"/>
                  </a:lnTo>
                  <a:lnTo>
                    <a:pt x="1193673" y="1349984"/>
                  </a:lnTo>
                  <a:lnTo>
                    <a:pt x="1193669" y="1349988"/>
                  </a:lnTo>
                  <a:lnTo>
                    <a:pt x="1193658" y="1349997"/>
                  </a:lnTo>
                  <a:lnTo>
                    <a:pt x="1193647" y="1350003"/>
                  </a:lnTo>
                  <a:lnTo>
                    <a:pt x="1193636" y="1350006"/>
                  </a:lnTo>
                  <a:lnTo>
                    <a:pt x="1193623" y="1350007"/>
                  </a:lnTo>
                  <a:lnTo>
                    <a:pt x="1193617" y="1350008"/>
                  </a:lnTo>
                  <a:lnTo>
                    <a:pt x="1193612" y="1350008"/>
                  </a:lnTo>
                  <a:lnTo>
                    <a:pt x="1193601" y="1350010"/>
                  </a:lnTo>
                  <a:lnTo>
                    <a:pt x="1193596" y="1350013"/>
                  </a:lnTo>
                  <a:lnTo>
                    <a:pt x="1193580" y="1350025"/>
                  </a:lnTo>
                  <a:lnTo>
                    <a:pt x="1193575" y="1350028"/>
                  </a:lnTo>
                  <a:lnTo>
                    <a:pt x="1193571" y="1350031"/>
                  </a:lnTo>
                  <a:lnTo>
                    <a:pt x="1193563" y="1350036"/>
                  </a:lnTo>
                  <a:lnTo>
                    <a:pt x="1193557" y="1350041"/>
                  </a:lnTo>
                  <a:lnTo>
                    <a:pt x="1193552" y="1350045"/>
                  </a:lnTo>
                  <a:lnTo>
                    <a:pt x="1193543" y="1350055"/>
                  </a:lnTo>
                  <a:lnTo>
                    <a:pt x="1193535" y="1350062"/>
                  </a:lnTo>
                  <a:lnTo>
                    <a:pt x="1193531" y="1350065"/>
                  </a:lnTo>
                  <a:lnTo>
                    <a:pt x="1193523" y="1350070"/>
                  </a:lnTo>
                  <a:lnTo>
                    <a:pt x="1193510" y="1350078"/>
                  </a:lnTo>
                  <a:lnTo>
                    <a:pt x="1193495" y="1350088"/>
                  </a:lnTo>
                  <a:lnTo>
                    <a:pt x="1193491" y="1350090"/>
                  </a:lnTo>
                  <a:lnTo>
                    <a:pt x="1193484" y="1350094"/>
                  </a:lnTo>
                  <a:lnTo>
                    <a:pt x="1193472" y="1350106"/>
                  </a:lnTo>
                  <a:lnTo>
                    <a:pt x="1193469" y="1350109"/>
                  </a:lnTo>
                  <a:lnTo>
                    <a:pt x="1193460" y="1350117"/>
                  </a:lnTo>
                  <a:lnTo>
                    <a:pt x="1193438" y="1350128"/>
                  </a:lnTo>
                  <a:lnTo>
                    <a:pt x="1193423" y="1350135"/>
                  </a:lnTo>
                  <a:lnTo>
                    <a:pt x="1193413" y="1350139"/>
                  </a:lnTo>
                  <a:lnTo>
                    <a:pt x="1193396" y="1350148"/>
                  </a:lnTo>
                  <a:lnTo>
                    <a:pt x="1193364" y="1350165"/>
                  </a:lnTo>
                  <a:lnTo>
                    <a:pt x="1193329" y="1350184"/>
                  </a:lnTo>
                  <a:lnTo>
                    <a:pt x="1193318" y="1350190"/>
                  </a:lnTo>
                  <a:lnTo>
                    <a:pt x="1193313" y="1350192"/>
                  </a:lnTo>
                  <a:lnTo>
                    <a:pt x="1193308" y="1350195"/>
                  </a:lnTo>
                  <a:lnTo>
                    <a:pt x="1193303" y="1350197"/>
                  </a:lnTo>
                  <a:lnTo>
                    <a:pt x="1193295" y="1350199"/>
                  </a:lnTo>
                  <a:lnTo>
                    <a:pt x="1193285" y="1350200"/>
                  </a:lnTo>
                  <a:lnTo>
                    <a:pt x="1193280" y="1350199"/>
                  </a:lnTo>
                  <a:lnTo>
                    <a:pt x="1193276" y="1350198"/>
                  </a:lnTo>
                  <a:lnTo>
                    <a:pt x="1193272" y="1350199"/>
                  </a:lnTo>
                  <a:lnTo>
                    <a:pt x="1193268" y="1350201"/>
                  </a:lnTo>
                  <a:lnTo>
                    <a:pt x="1193261" y="1350204"/>
                  </a:lnTo>
                  <a:lnTo>
                    <a:pt x="1193247" y="1350209"/>
                  </a:lnTo>
                  <a:lnTo>
                    <a:pt x="1193235" y="1350215"/>
                  </a:lnTo>
                  <a:lnTo>
                    <a:pt x="1193230" y="1350218"/>
                  </a:lnTo>
                  <a:lnTo>
                    <a:pt x="1193226" y="1350222"/>
                  </a:lnTo>
                  <a:lnTo>
                    <a:pt x="1193223" y="1350226"/>
                  </a:lnTo>
                  <a:lnTo>
                    <a:pt x="1193217" y="1350233"/>
                  </a:lnTo>
                  <a:lnTo>
                    <a:pt x="1193210" y="1350238"/>
                  </a:lnTo>
                  <a:lnTo>
                    <a:pt x="1193196" y="1350246"/>
                  </a:lnTo>
                  <a:lnTo>
                    <a:pt x="1193185" y="1350253"/>
                  </a:lnTo>
                  <a:lnTo>
                    <a:pt x="1193180" y="1350258"/>
                  </a:lnTo>
                  <a:lnTo>
                    <a:pt x="1193169" y="1350271"/>
                  </a:lnTo>
                  <a:lnTo>
                    <a:pt x="1193153" y="1350290"/>
                  </a:lnTo>
                  <a:lnTo>
                    <a:pt x="1193144" y="1350301"/>
                  </a:lnTo>
                  <a:lnTo>
                    <a:pt x="1193133" y="1350308"/>
                  </a:lnTo>
                  <a:lnTo>
                    <a:pt x="1193123" y="1350316"/>
                  </a:lnTo>
                  <a:lnTo>
                    <a:pt x="1193118" y="1350326"/>
                  </a:lnTo>
                  <a:lnTo>
                    <a:pt x="1193116" y="1350332"/>
                  </a:lnTo>
                  <a:lnTo>
                    <a:pt x="1193113" y="1350343"/>
                  </a:lnTo>
                  <a:lnTo>
                    <a:pt x="1193111" y="1350349"/>
                  </a:lnTo>
                  <a:lnTo>
                    <a:pt x="1193102" y="1350371"/>
                  </a:lnTo>
                  <a:lnTo>
                    <a:pt x="1193093" y="1350388"/>
                  </a:lnTo>
                  <a:lnTo>
                    <a:pt x="1193085" y="1350396"/>
                  </a:lnTo>
                  <a:lnTo>
                    <a:pt x="1193075" y="1350407"/>
                  </a:lnTo>
                  <a:lnTo>
                    <a:pt x="1193066" y="1350413"/>
                  </a:lnTo>
                  <a:lnTo>
                    <a:pt x="1193056" y="1350420"/>
                  </a:lnTo>
                  <a:lnTo>
                    <a:pt x="1193047" y="1350427"/>
                  </a:lnTo>
                  <a:lnTo>
                    <a:pt x="1193038" y="1350437"/>
                  </a:lnTo>
                  <a:lnTo>
                    <a:pt x="1193025" y="1350449"/>
                  </a:lnTo>
                  <a:lnTo>
                    <a:pt x="1193005" y="1350465"/>
                  </a:lnTo>
                  <a:lnTo>
                    <a:pt x="1192998" y="1350470"/>
                  </a:lnTo>
                  <a:lnTo>
                    <a:pt x="1192989" y="1350476"/>
                  </a:lnTo>
                  <a:lnTo>
                    <a:pt x="1192984" y="1350481"/>
                  </a:lnTo>
                  <a:lnTo>
                    <a:pt x="1192979" y="1350486"/>
                  </a:lnTo>
                  <a:lnTo>
                    <a:pt x="1192975" y="1350495"/>
                  </a:lnTo>
                  <a:lnTo>
                    <a:pt x="1192974" y="1350501"/>
                  </a:lnTo>
                  <a:lnTo>
                    <a:pt x="1192972" y="1350508"/>
                  </a:lnTo>
                  <a:lnTo>
                    <a:pt x="1192972" y="1350512"/>
                  </a:lnTo>
                  <a:lnTo>
                    <a:pt x="1192971" y="1350525"/>
                  </a:lnTo>
                  <a:lnTo>
                    <a:pt x="1192966" y="1350537"/>
                  </a:lnTo>
                  <a:lnTo>
                    <a:pt x="1192964" y="1350543"/>
                  </a:lnTo>
                  <a:lnTo>
                    <a:pt x="1192957" y="1350556"/>
                  </a:lnTo>
                  <a:lnTo>
                    <a:pt x="1192940" y="1350568"/>
                  </a:lnTo>
                  <a:lnTo>
                    <a:pt x="1192923" y="1350577"/>
                  </a:lnTo>
                  <a:lnTo>
                    <a:pt x="1192918" y="1350580"/>
                  </a:lnTo>
                  <a:lnTo>
                    <a:pt x="1192903" y="1350588"/>
                  </a:lnTo>
                  <a:lnTo>
                    <a:pt x="1192887" y="1350595"/>
                  </a:lnTo>
                  <a:lnTo>
                    <a:pt x="1192879" y="1350601"/>
                  </a:lnTo>
                  <a:lnTo>
                    <a:pt x="1192871" y="1350606"/>
                  </a:lnTo>
                  <a:lnTo>
                    <a:pt x="1192856" y="1350617"/>
                  </a:lnTo>
                  <a:lnTo>
                    <a:pt x="1192848" y="1350625"/>
                  </a:lnTo>
                  <a:lnTo>
                    <a:pt x="1192844" y="1350630"/>
                  </a:lnTo>
                  <a:lnTo>
                    <a:pt x="1192841" y="1350637"/>
                  </a:lnTo>
                  <a:lnTo>
                    <a:pt x="1192840" y="1350641"/>
                  </a:lnTo>
                  <a:lnTo>
                    <a:pt x="1192838" y="1350647"/>
                  </a:lnTo>
                  <a:lnTo>
                    <a:pt x="1192838" y="1350655"/>
                  </a:lnTo>
                  <a:lnTo>
                    <a:pt x="1192837" y="1350662"/>
                  </a:lnTo>
                  <a:lnTo>
                    <a:pt x="1192836" y="1350670"/>
                  </a:lnTo>
                  <a:lnTo>
                    <a:pt x="1192828" y="1350681"/>
                  </a:lnTo>
                  <a:lnTo>
                    <a:pt x="1192822" y="1350684"/>
                  </a:lnTo>
                  <a:lnTo>
                    <a:pt x="1192816" y="1350686"/>
                  </a:lnTo>
                  <a:lnTo>
                    <a:pt x="1192808" y="1350685"/>
                  </a:lnTo>
                  <a:lnTo>
                    <a:pt x="1192799" y="1350682"/>
                  </a:lnTo>
                  <a:lnTo>
                    <a:pt x="1192788" y="1350676"/>
                  </a:lnTo>
                  <a:lnTo>
                    <a:pt x="1192774" y="1350671"/>
                  </a:lnTo>
                  <a:lnTo>
                    <a:pt x="1192765" y="1350671"/>
                  </a:lnTo>
                  <a:lnTo>
                    <a:pt x="1192752" y="1350673"/>
                  </a:lnTo>
                  <a:lnTo>
                    <a:pt x="1192738" y="1350676"/>
                  </a:lnTo>
                  <a:lnTo>
                    <a:pt x="1192729" y="1350681"/>
                  </a:lnTo>
                  <a:lnTo>
                    <a:pt x="1192725" y="1350686"/>
                  </a:lnTo>
                  <a:lnTo>
                    <a:pt x="1192722" y="1350694"/>
                  </a:lnTo>
                  <a:lnTo>
                    <a:pt x="1192719" y="1350701"/>
                  </a:lnTo>
                  <a:lnTo>
                    <a:pt x="1192715" y="1350711"/>
                  </a:lnTo>
                  <a:lnTo>
                    <a:pt x="1192703" y="1350719"/>
                  </a:lnTo>
                  <a:lnTo>
                    <a:pt x="1192692" y="1350727"/>
                  </a:lnTo>
                  <a:lnTo>
                    <a:pt x="1192676" y="1350736"/>
                  </a:lnTo>
                  <a:lnTo>
                    <a:pt x="1192663" y="1350742"/>
                  </a:lnTo>
                  <a:lnTo>
                    <a:pt x="1192657" y="1350747"/>
                  </a:lnTo>
                  <a:lnTo>
                    <a:pt x="1192646" y="1350758"/>
                  </a:lnTo>
                  <a:lnTo>
                    <a:pt x="1192641" y="1350767"/>
                  </a:lnTo>
                  <a:lnTo>
                    <a:pt x="1192637" y="1350777"/>
                  </a:lnTo>
                  <a:lnTo>
                    <a:pt x="1192633" y="1350796"/>
                  </a:lnTo>
                  <a:lnTo>
                    <a:pt x="1192630" y="1350805"/>
                  </a:lnTo>
                  <a:lnTo>
                    <a:pt x="1192626" y="1350817"/>
                  </a:lnTo>
                  <a:lnTo>
                    <a:pt x="1192626" y="1350827"/>
                  </a:lnTo>
                  <a:lnTo>
                    <a:pt x="1192627" y="1350836"/>
                  </a:lnTo>
                  <a:lnTo>
                    <a:pt x="1192630" y="1350845"/>
                  </a:lnTo>
                  <a:lnTo>
                    <a:pt x="1192633" y="1350851"/>
                  </a:lnTo>
                  <a:lnTo>
                    <a:pt x="1192635" y="1350856"/>
                  </a:lnTo>
                  <a:lnTo>
                    <a:pt x="1192634" y="1350863"/>
                  </a:lnTo>
                  <a:lnTo>
                    <a:pt x="1192625" y="1350869"/>
                  </a:lnTo>
                  <a:lnTo>
                    <a:pt x="1192616" y="1350874"/>
                  </a:lnTo>
                  <a:lnTo>
                    <a:pt x="1192609" y="1350880"/>
                  </a:lnTo>
                  <a:lnTo>
                    <a:pt x="1192603" y="1350889"/>
                  </a:lnTo>
                  <a:lnTo>
                    <a:pt x="1192598" y="1350895"/>
                  </a:lnTo>
                  <a:lnTo>
                    <a:pt x="1192588" y="1350900"/>
                  </a:lnTo>
                  <a:lnTo>
                    <a:pt x="1192574" y="1350907"/>
                  </a:lnTo>
                  <a:lnTo>
                    <a:pt x="1192569" y="1350912"/>
                  </a:lnTo>
                  <a:lnTo>
                    <a:pt x="1192567" y="1350918"/>
                  </a:lnTo>
                  <a:lnTo>
                    <a:pt x="1192567" y="1350925"/>
                  </a:lnTo>
                  <a:lnTo>
                    <a:pt x="1192567" y="1350936"/>
                  </a:lnTo>
                  <a:lnTo>
                    <a:pt x="1192567" y="1350951"/>
                  </a:lnTo>
                  <a:lnTo>
                    <a:pt x="1192564" y="1350968"/>
                  </a:lnTo>
                  <a:lnTo>
                    <a:pt x="1192562" y="1350988"/>
                  </a:lnTo>
                  <a:lnTo>
                    <a:pt x="1192562" y="1350993"/>
                  </a:lnTo>
                  <a:lnTo>
                    <a:pt x="1192561" y="1351006"/>
                  </a:lnTo>
                  <a:lnTo>
                    <a:pt x="1192562" y="1351012"/>
                  </a:lnTo>
                  <a:lnTo>
                    <a:pt x="1192565" y="1351024"/>
                  </a:lnTo>
                  <a:lnTo>
                    <a:pt x="1192562" y="1351030"/>
                  </a:lnTo>
                  <a:lnTo>
                    <a:pt x="1192561" y="1351036"/>
                  </a:lnTo>
                  <a:lnTo>
                    <a:pt x="1192559" y="1351043"/>
                  </a:lnTo>
                  <a:lnTo>
                    <a:pt x="1192557" y="1351053"/>
                  </a:lnTo>
                  <a:lnTo>
                    <a:pt x="1192555" y="1351073"/>
                  </a:lnTo>
                  <a:lnTo>
                    <a:pt x="1192552" y="1351098"/>
                  </a:lnTo>
                  <a:lnTo>
                    <a:pt x="1192546" y="1351128"/>
                  </a:lnTo>
                  <a:lnTo>
                    <a:pt x="1192541" y="1351140"/>
                  </a:lnTo>
                  <a:lnTo>
                    <a:pt x="1192534" y="1351152"/>
                  </a:lnTo>
                  <a:lnTo>
                    <a:pt x="1192525" y="1351162"/>
                  </a:lnTo>
                  <a:lnTo>
                    <a:pt x="1192515" y="1351167"/>
                  </a:lnTo>
                  <a:lnTo>
                    <a:pt x="1192501" y="1351172"/>
                  </a:lnTo>
                  <a:lnTo>
                    <a:pt x="1192495" y="1351176"/>
                  </a:lnTo>
                  <a:lnTo>
                    <a:pt x="1192494" y="1351182"/>
                  </a:lnTo>
                  <a:lnTo>
                    <a:pt x="1192496" y="1351197"/>
                  </a:lnTo>
                  <a:lnTo>
                    <a:pt x="1192498" y="1351209"/>
                  </a:lnTo>
                  <a:lnTo>
                    <a:pt x="1192496" y="1351214"/>
                  </a:lnTo>
                  <a:lnTo>
                    <a:pt x="1192493" y="1351219"/>
                  </a:lnTo>
                  <a:lnTo>
                    <a:pt x="1192488" y="1351225"/>
                  </a:lnTo>
                  <a:lnTo>
                    <a:pt x="1192484" y="1351229"/>
                  </a:lnTo>
                  <a:lnTo>
                    <a:pt x="1192472" y="1351241"/>
                  </a:lnTo>
                  <a:lnTo>
                    <a:pt x="1192461" y="1351256"/>
                  </a:lnTo>
                  <a:lnTo>
                    <a:pt x="1192457" y="1351262"/>
                  </a:lnTo>
                  <a:lnTo>
                    <a:pt x="1192453" y="1351267"/>
                  </a:lnTo>
                  <a:lnTo>
                    <a:pt x="1192451" y="1351278"/>
                  </a:lnTo>
                  <a:lnTo>
                    <a:pt x="1192451" y="1351285"/>
                  </a:lnTo>
                  <a:lnTo>
                    <a:pt x="1192451" y="1351291"/>
                  </a:lnTo>
                  <a:lnTo>
                    <a:pt x="1192452" y="1351297"/>
                  </a:lnTo>
                  <a:lnTo>
                    <a:pt x="1192453" y="1351302"/>
                  </a:lnTo>
                  <a:lnTo>
                    <a:pt x="1192457" y="1351312"/>
                  </a:lnTo>
                  <a:lnTo>
                    <a:pt x="1192463" y="1351317"/>
                  </a:lnTo>
                  <a:lnTo>
                    <a:pt x="1192473" y="1351324"/>
                  </a:lnTo>
                  <a:lnTo>
                    <a:pt x="1192485" y="1351330"/>
                  </a:lnTo>
                  <a:lnTo>
                    <a:pt x="1192504" y="1351340"/>
                  </a:lnTo>
                  <a:lnTo>
                    <a:pt x="1192508" y="1351343"/>
                  </a:lnTo>
                  <a:lnTo>
                    <a:pt x="1192520" y="1351347"/>
                  </a:lnTo>
                  <a:lnTo>
                    <a:pt x="1192534" y="1351350"/>
                  </a:lnTo>
                  <a:lnTo>
                    <a:pt x="1192540" y="1351353"/>
                  </a:lnTo>
                  <a:lnTo>
                    <a:pt x="1192535" y="1351359"/>
                  </a:lnTo>
                  <a:lnTo>
                    <a:pt x="1192529" y="1351363"/>
                  </a:lnTo>
                  <a:lnTo>
                    <a:pt x="1192525" y="1351365"/>
                  </a:lnTo>
                  <a:lnTo>
                    <a:pt x="1192517" y="1351369"/>
                  </a:lnTo>
                  <a:lnTo>
                    <a:pt x="1192512" y="1351373"/>
                  </a:lnTo>
                  <a:lnTo>
                    <a:pt x="1192510" y="1351381"/>
                  </a:lnTo>
                  <a:lnTo>
                    <a:pt x="1192509" y="1351390"/>
                  </a:lnTo>
                  <a:lnTo>
                    <a:pt x="1192508" y="1351402"/>
                  </a:lnTo>
                  <a:lnTo>
                    <a:pt x="1192496" y="1351412"/>
                  </a:lnTo>
                  <a:lnTo>
                    <a:pt x="1192486" y="1351423"/>
                  </a:lnTo>
                  <a:lnTo>
                    <a:pt x="1192478" y="1351432"/>
                  </a:lnTo>
                  <a:lnTo>
                    <a:pt x="1192472" y="1351445"/>
                  </a:lnTo>
                  <a:lnTo>
                    <a:pt x="1192470" y="1351450"/>
                  </a:lnTo>
                  <a:lnTo>
                    <a:pt x="1192468" y="1351456"/>
                  </a:lnTo>
                  <a:lnTo>
                    <a:pt x="1192465" y="1351469"/>
                  </a:lnTo>
                  <a:lnTo>
                    <a:pt x="1192462" y="1351483"/>
                  </a:lnTo>
                  <a:lnTo>
                    <a:pt x="1192458" y="1351488"/>
                  </a:lnTo>
                  <a:lnTo>
                    <a:pt x="1192450" y="1351491"/>
                  </a:lnTo>
                  <a:lnTo>
                    <a:pt x="1192439" y="1351489"/>
                  </a:lnTo>
                  <a:lnTo>
                    <a:pt x="1192424" y="1351485"/>
                  </a:lnTo>
                  <a:lnTo>
                    <a:pt x="1192412" y="1351481"/>
                  </a:lnTo>
                  <a:lnTo>
                    <a:pt x="1192402" y="1351479"/>
                  </a:lnTo>
                  <a:lnTo>
                    <a:pt x="1192393" y="1351480"/>
                  </a:lnTo>
                  <a:lnTo>
                    <a:pt x="1192384" y="1351484"/>
                  </a:lnTo>
                  <a:lnTo>
                    <a:pt x="1192376" y="1351489"/>
                  </a:lnTo>
                  <a:lnTo>
                    <a:pt x="1192367" y="1351496"/>
                  </a:lnTo>
                  <a:lnTo>
                    <a:pt x="1192361" y="1351505"/>
                  </a:lnTo>
                  <a:lnTo>
                    <a:pt x="1192358" y="1351513"/>
                  </a:lnTo>
                  <a:lnTo>
                    <a:pt x="1192354" y="1351526"/>
                  </a:lnTo>
                  <a:lnTo>
                    <a:pt x="1192354" y="1351548"/>
                  </a:lnTo>
                  <a:lnTo>
                    <a:pt x="1192352" y="1351556"/>
                  </a:lnTo>
                  <a:lnTo>
                    <a:pt x="1192345" y="1351565"/>
                  </a:lnTo>
                  <a:lnTo>
                    <a:pt x="1192338" y="1351573"/>
                  </a:lnTo>
                  <a:lnTo>
                    <a:pt x="1192330" y="1351586"/>
                  </a:lnTo>
                  <a:lnTo>
                    <a:pt x="1192325" y="1351598"/>
                  </a:lnTo>
                  <a:lnTo>
                    <a:pt x="1192322" y="1351610"/>
                  </a:lnTo>
                  <a:lnTo>
                    <a:pt x="1192319" y="1351626"/>
                  </a:lnTo>
                  <a:lnTo>
                    <a:pt x="1192318" y="1351642"/>
                  </a:lnTo>
                  <a:lnTo>
                    <a:pt x="1192317" y="1351650"/>
                  </a:lnTo>
                  <a:lnTo>
                    <a:pt x="1192313" y="1351671"/>
                  </a:lnTo>
                  <a:lnTo>
                    <a:pt x="1192311" y="1351687"/>
                  </a:lnTo>
                  <a:lnTo>
                    <a:pt x="1192310" y="1351709"/>
                  </a:lnTo>
                  <a:lnTo>
                    <a:pt x="1192307" y="1351732"/>
                  </a:lnTo>
                  <a:lnTo>
                    <a:pt x="1192302" y="1351761"/>
                  </a:lnTo>
                  <a:lnTo>
                    <a:pt x="1192296" y="1351785"/>
                  </a:lnTo>
                  <a:lnTo>
                    <a:pt x="1192294" y="1351792"/>
                  </a:lnTo>
                  <a:lnTo>
                    <a:pt x="1192289" y="1351794"/>
                  </a:lnTo>
                  <a:lnTo>
                    <a:pt x="1192285" y="1351795"/>
                  </a:lnTo>
                  <a:lnTo>
                    <a:pt x="1192274" y="1351800"/>
                  </a:lnTo>
                  <a:lnTo>
                    <a:pt x="1192269" y="1351803"/>
                  </a:lnTo>
                  <a:lnTo>
                    <a:pt x="1192263" y="1351806"/>
                  </a:lnTo>
                  <a:lnTo>
                    <a:pt x="1192251" y="1351813"/>
                  </a:lnTo>
                  <a:lnTo>
                    <a:pt x="1192238" y="1351819"/>
                  </a:lnTo>
                  <a:lnTo>
                    <a:pt x="1192232" y="1351820"/>
                  </a:lnTo>
                  <a:lnTo>
                    <a:pt x="1192227" y="1351818"/>
                  </a:lnTo>
                  <a:lnTo>
                    <a:pt x="1192221" y="1351812"/>
                  </a:lnTo>
                  <a:lnTo>
                    <a:pt x="1192212" y="1351803"/>
                  </a:lnTo>
                  <a:lnTo>
                    <a:pt x="1192205" y="1351793"/>
                  </a:lnTo>
                  <a:lnTo>
                    <a:pt x="1192196" y="1351777"/>
                  </a:lnTo>
                  <a:lnTo>
                    <a:pt x="1192188" y="1351765"/>
                  </a:lnTo>
                  <a:lnTo>
                    <a:pt x="1192179" y="1351756"/>
                  </a:lnTo>
                  <a:lnTo>
                    <a:pt x="1192176" y="1351752"/>
                  </a:lnTo>
                  <a:lnTo>
                    <a:pt x="1192167" y="1351742"/>
                  </a:lnTo>
                  <a:lnTo>
                    <a:pt x="1192158" y="1351734"/>
                  </a:lnTo>
                  <a:lnTo>
                    <a:pt x="1192149" y="1351728"/>
                  </a:lnTo>
                  <a:lnTo>
                    <a:pt x="1192140" y="1351726"/>
                  </a:lnTo>
                  <a:lnTo>
                    <a:pt x="1192129" y="1351727"/>
                  </a:lnTo>
                  <a:lnTo>
                    <a:pt x="1192113" y="1351727"/>
                  </a:lnTo>
                  <a:lnTo>
                    <a:pt x="1192100" y="1351725"/>
                  </a:lnTo>
                  <a:lnTo>
                    <a:pt x="1192087" y="1351722"/>
                  </a:lnTo>
                  <a:lnTo>
                    <a:pt x="1192066" y="1351714"/>
                  </a:lnTo>
                  <a:lnTo>
                    <a:pt x="1192043" y="1351705"/>
                  </a:lnTo>
                  <a:lnTo>
                    <a:pt x="1192034" y="1351702"/>
                  </a:lnTo>
                  <a:lnTo>
                    <a:pt x="1192024" y="1351697"/>
                  </a:lnTo>
                  <a:lnTo>
                    <a:pt x="1192014" y="1351691"/>
                  </a:lnTo>
                  <a:lnTo>
                    <a:pt x="1192003" y="1351687"/>
                  </a:lnTo>
                  <a:lnTo>
                    <a:pt x="1191994" y="1351686"/>
                  </a:lnTo>
                  <a:lnTo>
                    <a:pt x="1191984" y="1351687"/>
                  </a:lnTo>
                  <a:lnTo>
                    <a:pt x="1191971" y="1351690"/>
                  </a:lnTo>
                  <a:lnTo>
                    <a:pt x="1191962" y="1351692"/>
                  </a:lnTo>
                  <a:lnTo>
                    <a:pt x="1191955" y="1351691"/>
                  </a:lnTo>
                  <a:lnTo>
                    <a:pt x="1191947" y="1351689"/>
                  </a:lnTo>
                  <a:lnTo>
                    <a:pt x="1191937" y="1351688"/>
                  </a:lnTo>
                  <a:lnTo>
                    <a:pt x="1191924" y="1351688"/>
                  </a:lnTo>
                  <a:lnTo>
                    <a:pt x="1191919" y="1351688"/>
                  </a:lnTo>
                  <a:lnTo>
                    <a:pt x="1191880" y="1351685"/>
                  </a:lnTo>
                  <a:lnTo>
                    <a:pt x="1191873" y="1351685"/>
                  </a:lnTo>
                  <a:lnTo>
                    <a:pt x="1191866" y="1351686"/>
                  </a:lnTo>
                  <a:lnTo>
                    <a:pt x="1191854" y="1351689"/>
                  </a:lnTo>
                  <a:lnTo>
                    <a:pt x="1191841" y="1351693"/>
                  </a:lnTo>
                  <a:lnTo>
                    <a:pt x="1191825" y="1351700"/>
                  </a:lnTo>
                  <a:lnTo>
                    <a:pt x="1191809" y="1351710"/>
                  </a:lnTo>
                  <a:lnTo>
                    <a:pt x="1191800" y="1351718"/>
                  </a:lnTo>
                  <a:lnTo>
                    <a:pt x="1191792" y="1351721"/>
                  </a:lnTo>
                  <a:lnTo>
                    <a:pt x="1191779" y="1351721"/>
                  </a:lnTo>
                  <a:lnTo>
                    <a:pt x="1191771" y="1351727"/>
                  </a:lnTo>
                  <a:lnTo>
                    <a:pt x="1191766" y="1351731"/>
                  </a:lnTo>
                  <a:lnTo>
                    <a:pt x="1191759" y="1351736"/>
                  </a:lnTo>
                  <a:lnTo>
                    <a:pt x="1191750" y="1351745"/>
                  </a:lnTo>
                  <a:lnTo>
                    <a:pt x="1191746" y="1351750"/>
                  </a:lnTo>
                  <a:lnTo>
                    <a:pt x="1191732" y="1351760"/>
                  </a:lnTo>
                  <a:lnTo>
                    <a:pt x="1191720" y="1351771"/>
                  </a:lnTo>
                  <a:lnTo>
                    <a:pt x="1191711" y="1351782"/>
                  </a:lnTo>
                  <a:lnTo>
                    <a:pt x="1191707" y="1351786"/>
                  </a:lnTo>
                  <a:lnTo>
                    <a:pt x="1191700" y="1351796"/>
                  </a:lnTo>
                  <a:lnTo>
                    <a:pt x="1191694" y="1351807"/>
                  </a:lnTo>
                  <a:lnTo>
                    <a:pt x="1191686" y="1351822"/>
                  </a:lnTo>
                  <a:lnTo>
                    <a:pt x="1191675" y="1351837"/>
                  </a:lnTo>
                  <a:lnTo>
                    <a:pt x="1191672" y="1351843"/>
                  </a:lnTo>
                  <a:lnTo>
                    <a:pt x="1191669" y="1351850"/>
                  </a:lnTo>
                  <a:lnTo>
                    <a:pt x="1191660" y="1351871"/>
                  </a:lnTo>
                  <a:lnTo>
                    <a:pt x="1191651" y="1351894"/>
                  </a:lnTo>
                  <a:lnTo>
                    <a:pt x="1191642" y="1351912"/>
                  </a:lnTo>
                  <a:lnTo>
                    <a:pt x="1191630" y="1351935"/>
                  </a:lnTo>
                  <a:lnTo>
                    <a:pt x="1191614" y="1351958"/>
                  </a:lnTo>
                  <a:lnTo>
                    <a:pt x="1191585" y="1351999"/>
                  </a:lnTo>
                  <a:lnTo>
                    <a:pt x="1191567" y="1352024"/>
                  </a:lnTo>
                  <a:lnTo>
                    <a:pt x="1191549" y="1352043"/>
                  </a:lnTo>
                  <a:lnTo>
                    <a:pt x="1191540" y="1352054"/>
                  </a:lnTo>
                  <a:lnTo>
                    <a:pt x="1191531" y="1352063"/>
                  </a:lnTo>
                  <a:lnTo>
                    <a:pt x="1191518" y="1352080"/>
                  </a:lnTo>
                  <a:lnTo>
                    <a:pt x="1191514" y="1352089"/>
                  </a:lnTo>
                  <a:lnTo>
                    <a:pt x="1191508" y="1352102"/>
                  </a:lnTo>
                  <a:lnTo>
                    <a:pt x="1191505" y="1352112"/>
                  </a:lnTo>
                  <a:lnTo>
                    <a:pt x="1191505" y="1352124"/>
                  </a:lnTo>
                  <a:lnTo>
                    <a:pt x="1191505" y="1352135"/>
                  </a:lnTo>
                  <a:lnTo>
                    <a:pt x="1191504" y="1352144"/>
                  </a:lnTo>
                  <a:lnTo>
                    <a:pt x="1191502" y="1352152"/>
                  </a:lnTo>
                  <a:lnTo>
                    <a:pt x="1191495" y="1352163"/>
                  </a:lnTo>
                  <a:lnTo>
                    <a:pt x="1191491" y="1352169"/>
                  </a:lnTo>
                  <a:lnTo>
                    <a:pt x="1191484" y="1352178"/>
                  </a:lnTo>
                  <a:lnTo>
                    <a:pt x="1191481" y="1352184"/>
                  </a:lnTo>
                  <a:lnTo>
                    <a:pt x="1191479" y="1352196"/>
                  </a:lnTo>
                  <a:lnTo>
                    <a:pt x="1191477" y="1352208"/>
                  </a:lnTo>
                  <a:lnTo>
                    <a:pt x="1191470" y="1352224"/>
                  </a:lnTo>
                  <a:lnTo>
                    <a:pt x="1191464" y="1352237"/>
                  </a:lnTo>
                  <a:lnTo>
                    <a:pt x="1191456" y="1352253"/>
                  </a:lnTo>
                  <a:lnTo>
                    <a:pt x="1191452" y="1352260"/>
                  </a:lnTo>
                  <a:lnTo>
                    <a:pt x="1191450" y="1352264"/>
                  </a:lnTo>
                  <a:lnTo>
                    <a:pt x="1191441" y="1352269"/>
                  </a:lnTo>
                  <a:lnTo>
                    <a:pt x="1191429" y="1352278"/>
                  </a:lnTo>
                  <a:lnTo>
                    <a:pt x="1191415" y="1352278"/>
                  </a:lnTo>
                  <a:lnTo>
                    <a:pt x="1191398" y="1352279"/>
                  </a:lnTo>
                  <a:lnTo>
                    <a:pt x="1191387" y="1352279"/>
                  </a:lnTo>
                  <a:lnTo>
                    <a:pt x="1191376" y="1352280"/>
                  </a:lnTo>
                  <a:lnTo>
                    <a:pt x="1191370" y="1352281"/>
                  </a:lnTo>
                  <a:lnTo>
                    <a:pt x="1191360" y="1352283"/>
                  </a:lnTo>
                  <a:lnTo>
                    <a:pt x="1191348" y="1352288"/>
                  </a:lnTo>
                  <a:lnTo>
                    <a:pt x="1191332" y="1352298"/>
                  </a:lnTo>
                  <a:lnTo>
                    <a:pt x="1191312" y="1352308"/>
                  </a:lnTo>
                  <a:lnTo>
                    <a:pt x="1191295" y="1352317"/>
                  </a:lnTo>
                  <a:lnTo>
                    <a:pt x="1191278" y="1352327"/>
                  </a:lnTo>
                  <a:lnTo>
                    <a:pt x="1191266" y="1352334"/>
                  </a:lnTo>
                  <a:lnTo>
                    <a:pt x="1191253" y="1352347"/>
                  </a:lnTo>
                  <a:lnTo>
                    <a:pt x="1191236" y="1352371"/>
                  </a:lnTo>
                  <a:lnTo>
                    <a:pt x="1191232" y="1352378"/>
                  </a:lnTo>
                  <a:lnTo>
                    <a:pt x="1191224" y="1352389"/>
                  </a:lnTo>
                  <a:lnTo>
                    <a:pt x="1191219" y="1352396"/>
                  </a:lnTo>
                  <a:lnTo>
                    <a:pt x="1191214" y="1352397"/>
                  </a:lnTo>
                  <a:lnTo>
                    <a:pt x="1191207" y="1352396"/>
                  </a:lnTo>
                  <a:lnTo>
                    <a:pt x="1191198" y="1352395"/>
                  </a:lnTo>
                  <a:lnTo>
                    <a:pt x="1191188" y="1352394"/>
                  </a:lnTo>
                  <a:lnTo>
                    <a:pt x="1191180" y="1352390"/>
                  </a:lnTo>
                  <a:lnTo>
                    <a:pt x="1191173" y="1352384"/>
                  </a:lnTo>
                  <a:lnTo>
                    <a:pt x="1191165" y="1352382"/>
                  </a:lnTo>
                  <a:lnTo>
                    <a:pt x="1191147" y="1352385"/>
                  </a:lnTo>
                  <a:lnTo>
                    <a:pt x="1191134" y="1352381"/>
                  </a:lnTo>
                  <a:lnTo>
                    <a:pt x="1191113" y="1352369"/>
                  </a:lnTo>
                  <a:lnTo>
                    <a:pt x="1191098" y="1352361"/>
                  </a:lnTo>
                  <a:lnTo>
                    <a:pt x="1191078" y="1352352"/>
                  </a:lnTo>
                  <a:lnTo>
                    <a:pt x="1191062" y="1352341"/>
                  </a:lnTo>
                  <a:lnTo>
                    <a:pt x="1191049" y="1352336"/>
                  </a:lnTo>
                  <a:lnTo>
                    <a:pt x="1191041" y="1352330"/>
                  </a:lnTo>
                  <a:lnTo>
                    <a:pt x="1191036" y="1352326"/>
                  </a:lnTo>
                  <a:lnTo>
                    <a:pt x="1191035" y="1352315"/>
                  </a:lnTo>
                  <a:lnTo>
                    <a:pt x="1191034" y="1352304"/>
                  </a:lnTo>
                  <a:lnTo>
                    <a:pt x="1191035" y="1352293"/>
                  </a:lnTo>
                  <a:lnTo>
                    <a:pt x="1191036" y="1352282"/>
                  </a:lnTo>
                  <a:lnTo>
                    <a:pt x="1191036" y="1352264"/>
                  </a:lnTo>
                  <a:lnTo>
                    <a:pt x="1191041" y="1352260"/>
                  </a:lnTo>
                  <a:lnTo>
                    <a:pt x="1191047" y="1352255"/>
                  </a:lnTo>
                  <a:lnTo>
                    <a:pt x="1191057" y="1352246"/>
                  </a:lnTo>
                  <a:lnTo>
                    <a:pt x="1191061" y="1352242"/>
                  </a:lnTo>
                  <a:lnTo>
                    <a:pt x="1191025" y="1352246"/>
                  </a:lnTo>
                  <a:lnTo>
                    <a:pt x="1191018" y="1352245"/>
                  </a:lnTo>
                  <a:lnTo>
                    <a:pt x="1191012" y="1352244"/>
                  </a:lnTo>
                  <a:lnTo>
                    <a:pt x="1191002" y="1352241"/>
                  </a:lnTo>
                  <a:lnTo>
                    <a:pt x="1190999" y="1352239"/>
                  </a:lnTo>
                  <a:lnTo>
                    <a:pt x="1190990" y="1352237"/>
                  </a:lnTo>
                  <a:lnTo>
                    <a:pt x="1190985" y="1352235"/>
                  </a:lnTo>
                  <a:lnTo>
                    <a:pt x="1190976" y="1352230"/>
                  </a:lnTo>
                  <a:lnTo>
                    <a:pt x="1190970" y="1352226"/>
                  </a:lnTo>
                  <a:lnTo>
                    <a:pt x="1190966" y="1352223"/>
                  </a:lnTo>
                  <a:lnTo>
                    <a:pt x="1190961" y="1352220"/>
                  </a:lnTo>
                  <a:lnTo>
                    <a:pt x="1190953" y="1352216"/>
                  </a:lnTo>
                  <a:lnTo>
                    <a:pt x="1190946" y="1352215"/>
                  </a:lnTo>
                  <a:lnTo>
                    <a:pt x="1190939" y="1352216"/>
                  </a:lnTo>
                  <a:lnTo>
                    <a:pt x="1190931" y="1352218"/>
                  </a:lnTo>
                  <a:lnTo>
                    <a:pt x="1190921" y="1352222"/>
                  </a:lnTo>
                  <a:lnTo>
                    <a:pt x="1190911" y="1352228"/>
                  </a:lnTo>
                  <a:lnTo>
                    <a:pt x="1190905" y="1352232"/>
                  </a:lnTo>
                  <a:lnTo>
                    <a:pt x="1190895" y="1352241"/>
                  </a:lnTo>
                  <a:lnTo>
                    <a:pt x="1190888" y="1352246"/>
                  </a:lnTo>
                  <a:lnTo>
                    <a:pt x="1190879" y="1352247"/>
                  </a:lnTo>
                  <a:lnTo>
                    <a:pt x="1190872" y="1352246"/>
                  </a:lnTo>
                  <a:lnTo>
                    <a:pt x="1190864" y="1352243"/>
                  </a:lnTo>
                  <a:lnTo>
                    <a:pt x="1190856" y="1352239"/>
                  </a:lnTo>
                  <a:lnTo>
                    <a:pt x="1190848" y="1352234"/>
                  </a:lnTo>
                  <a:lnTo>
                    <a:pt x="1190841" y="1352230"/>
                  </a:lnTo>
                  <a:lnTo>
                    <a:pt x="1190838" y="1352214"/>
                  </a:lnTo>
                  <a:lnTo>
                    <a:pt x="1190824" y="1352218"/>
                  </a:lnTo>
                  <a:lnTo>
                    <a:pt x="1190811" y="1352221"/>
                  </a:lnTo>
                  <a:lnTo>
                    <a:pt x="1190802" y="1352221"/>
                  </a:lnTo>
                  <a:lnTo>
                    <a:pt x="1190790" y="1352220"/>
                  </a:lnTo>
                  <a:lnTo>
                    <a:pt x="1190775" y="1352219"/>
                  </a:lnTo>
                  <a:lnTo>
                    <a:pt x="1190768" y="1352219"/>
                  </a:lnTo>
                  <a:lnTo>
                    <a:pt x="1190763" y="1352223"/>
                  </a:lnTo>
                  <a:lnTo>
                    <a:pt x="1190757" y="1352231"/>
                  </a:lnTo>
                  <a:lnTo>
                    <a:pt x="1190750" y="1352231"/>
                  </a:lnTo>
                  <a:lnTo>
                    <a:pt x="1190744" y="1352231"/>
                  </a:lnTo>
                  <a:lnTo>
                    <a:pt x="1190736" y="1352231"/>
                  </a:lnTo>
                  <a:lnTo>
                    <a:pt x="1190726" y="1352229"/>
                  </a:lnTo>
                  <a:lnTo>
                    <a:pt x="1190714" y="1352226"/>
                  </a:lnTo>
                  <a:lnTo>
                    <a:pt x="1190702" y="1352226"/>
                  </a:lnTo>
                  <a:lnTo>
                    <a:pt x="1190700" y="1352233"/>
                  </a:lnTo>
                  <a:lnTo>
                    <a:pt x="1190685" y="1352233"/>
                  </a:lnTo>
                  <a:lnTo>
                    <a:pt x="1190680" y="1352233"/>
                  </a:lnTo>
                  <a:lnTo>
                    <a:pt x="1190673" y="1352233"/>
                  </a:lnTo>
                  <a:lnTo>
                    <a:pt x="1190663" y="1352234"/>
                  </a:lnTo>
                  <a:lnTo>
                    <a:pt x="1190654" y="1352235"/>
                  </a:lnTo>
                  <a:lnTo>
                    <a:pt x="1190648" y="1352236"/>
                  </a:lnTo>
                  <a:lnTo>
                    <a:pt x="1190643" y="1352238"/>
                  </a:lnTo>
                  <a:lnTo>
                    <a:pt x="1190638" y="1352241"/>
                  </a:lnTo>
                  <a:lnTo>
                    <a:pt x="1190627" y="1352248"/>
                  </a:lnTo>
                  <a:lnTo>
                    <a:pt x="1190621" y="1352250"/>
                  </a:lnTo>
                  <a:lnTo>
                    <a:pt x="1190605" y="1352248"/>
                  </a:lnTo>
                  <a:lnTo>
                    <a:pt x="1190599" y="1352244"/>
                  </a:lnTo>
                  <a:lnTo>
                    <a:pt x="1190594" y="1352241"/>
                  </a:lnTo>
                  <a:lnTo>
                    <a:pt x="1190584" y="1352236"/>
                  </a:lnTo>
                  <a:lnTo>
                    <a:pt x="1190570" y="1352225"/>
                  </a:lnTo>
                  <a:lnTo>
                    <a:pt x="1190565" y="1352222"/>
                  </a:lnTo>
                  <a:lnTo>
                    <a:pt x="1190560" y="1352221"/>
                  </a:lnTo>
                  <a:lnTo>
                    <a:pt x="1190556" y="1352220"/>
                  </a:lnTo>
                  <a:lnTo>
                    <a:pt x="1190552" y="1352221"/>
                  </a:lnTo>
                  <a:lnTo>
                    <a:pt x="1190547" y="1352223"/>
                  </a:lnTo>
                  <a:lnTo>
                    <a:pt x="1190541" y="1352222"/>
                  </a:lnTo>
                  <a:lnTo>
                    <a:pt x="1190536" y="1352222"/>
                  </a:lnTo>
                  <a:lnTo>
                    <a:pt x="1190526" y="1352220"/>
                  </a:lnTo>
                  <a:lnTo>
                    <a:pt x="1190512" y="1352216"/>
                  </a:lnTo>
                  <a:lnTo>
                    <a:pt x="1190504" y="1352214"/>
                  </a:lnTo>
                  <a:lnTo>
                    <a:pt x="1190470" y="1352175"/>
                  </a:lnTo>
                  <a:lnTo>
                    <a:pt x="1190462" y="1352166"/>
                  </a:lnTo>
                  <a:lnTo>
                    <a:pt x="1190450" y="1352141"/>
                  </a:lnTo>
                  <a:lnTo>
                    <a:pt x="1190443" y="1352124"/>
                  </a:lnTo>
                  <a:lnTo>
                    <a:pt x="1190439" y="1352102"/>
                  </a:lnTo>
                  <a:lnTo>
                    <a:pt x="1190437" y="1352089"/>
                  </a:lnTo>
                  <a:lnTo>
                    <a:pt x="1190436" y="1352076"/>
                  </a:lnTo>
                  <a:lnTo>
                    <a:pt x="1190436" y="1352062"/>
                  </a:lnTo>
                  <a:lnTo>
                    <a:pt x="1190438" y="1352042"/>
                  </a:lnTo>
                  <a:lnTo>
                    <a:pt x="1190435" y="1352030"/>
                  </a:lnTo>
                  <a:lnTo>
                    <a:pt x="1190431" y="1352021"/>
                  </a:lnTo>
                  <a:lnTo>
                    <a:pt x="1190424" y="1352013"/>
                  </a:lnTo>
                  <a:lnTo>
                    <a:pt x="1190418" y="1352006"/>
                  </a:lnTo>
                  <a:lnTo>
                    <a:pt x="1190407" y="1351995"/>
                  </a:lnTo>
                  <a:lnTo>
                    <a:pt x="1190399" y="1351980"/>
                  </a:lnTo>
                  <a:lnTo>
                    <a:pt x="1190396" y="1351972"/>
                  </a:lnTo>
                  <a:lnTo>
                    <a:pt x="1190394" y="1351966"/>
                  </a:lnTo>
                  <a:lnTo>
                    <a:pt x="1190391" y="1351892"/>
                  </a:lnTo>
                  <a:lnTo>
                    <a:pt x="1190391" y="1351880"/>
                  </a:lnTo>
                  <a:lnTo>
                    <a:pt x="1190351" y="1351831"/>
                  </a:lnTo>
                  <a:lnTo>
                    <a:pt x="1190342" y="1351819"/>
                  </a:lnTo>
                  <a:lnTo>
                    <a:pt x="1190340" y="1351812"/>
                  </a:lnTo>
                  <a:lnTo>
                    <a:pt x="1190338" y="1351804"/>
                  </a:lnTo>
                  <a:lnTo>
                    <a:pt x="1190335" y="1351797"/>
                  </a:lnTo>
                  <a:lnTo>
                    <a:pt x="1190331" y="1351791"/>
                  </a:lnTo>
                  <a:lnTo>
                    <a:pt x="1190327" y="1351785"/>
                  </a:lnTo>
                  <a:lnTo>
                    <a:pt x="1190320" y="1351772"/>
                  </a:lnTo>
                  <a:lnTo>
                    <a:pt x="1190312" y="1351759"/>
                  </a:lnTo>
                  <a:lnTo>
                    <a:pt x="1190307" y="1351746"/>
                  </a:lnTo>
                  <a:lnTo>
                    <a:pt x="1190302" y="1351734"/>
                  </a:lnTo>
                  <a:lnTo>
                    <a:pt x="1190301" y="1351724"/>
                  </a:lnTo>
                  <a:lnTo>
                    <a:pt x="1190301" y="1351708"/>
                  </a:lnTo>
                  <a:lnTo>
                    <a:pt x="1190300" y="1351697"/>
                  </a:lnTo>
                  <a:lnTo>
                    <a:pt x="1190298" y="1351690"/>
                  </a:lnTo>
                  <a:lnTo>
                    <a:pt x="1190295" y="1351686"/>
                  </a:lnTo>
                  <a:lnTo>
                    <a:pt x="1190288" y="1351682"/>
                  </a:lnTo>
                  <a:lnTo>
                    <a:pt x="1190274" y="1351678"/>
                  </a:lnTo>
                  <a:lnTo>
                    <a:pt x="1190257" y="1351675"/>
                  </a:lnTo>
                  <a:lnTo>
                    <a:pt x="1190247" y="1351671"/>
                  </a:lnTo>
                  <a:lnTo>
                    <a:pt x="1190243" y="1351667"/>
                  </a:lnTo>
                  <a:lnTo>
                    <a:pt x="1190240" y="1351661"/>
                  </a:lnTo>
                  <a:lnTo>
                    <a:pt x="1190240" y="1351652"/>
                  </a:lnTo>
                  <a:lnTo>
                    <a:pt x="1190236" y="1351643"/>
                  </a:lnTo>
                  <a:lnTo>
                    <a:pt x="1190229" y="1351634"/>
                  </a:lnTo>
                  <a:lnTo>
                    <a:pt x="1190218" y="1351626"/>
                  </a:lnTo>
                  <a:lnTo>
                    <a:pt x="1190191" y="1351606"/>
                  </a:lnTo>
                  <a:lnTo>
                    <a:pt x="1190177" y="1351597"/>
                  </a:lnTo>
                  <a:lnTo>
                    <a:pt x="1190164" y="1351583"/>
                  </a:lnTo>
                  <a:lnTo>
                    <a:pt x="1190154" y="1351574"/>
                  </a:lnTo>
                  <a:lnTo>
                    <a:pt x="1190151" y="1351566"/>
                  </a:lnTo>
                  <a:lnTo>
                    <a:pt x="1190152" y="1351558"/>
                  </a:lnTo>
                  <a:lnTo>
                    <a:pt x="1190152" y="1351544"/>
                  </a:lnTo>
                  <a:lnTo>
                    <a:pt x="1190151" y="1351530"/>
                  </a:lnTo>
                  <a:lnTo>
                    <a:pt x="1190146" y="1351521"/>
                  </a:lnTo>
                  <a:lnTo>
                    <a:pt x="1190136" y="1351512"/>
                  </a:lnTo>
                  <a:lnTo>
                    <a:pt x="1190124" y="1351499"/>
                  </a:lnTo>
                  <a:lnTo>
                    <a:pt x="1190117" y="1351486"/>
                  </a:lnTo>
                  <a:lnTo>
                    <a:pt x="1190115" y="1351482"/>
                  </a:lnTo>
                  <a:lnTo>
                    <a:pt x="1190110" y="1351469"/>
                  </a:lnTo>
                  <a:lnTo>
                    <a:pt x="1190106" y="1351459"/>
                  </a:lnTo>
                  <a:lnTo>
                    <a:pt x="1190104" y="1351449"/>
                  </a:lnTo>
                  <a:lnTo>
                    <a:pt x="1190105" y="1351441"/>
                  </a:lnTo>
                  <a:lnTo>
                    <a:pt x="1190106" y="1351430"/>
                  </a:lnTo>
                  <a:lnTo>
                    <a:pt x="1190107" y="1351423"/>
                  </a:lnTo>
                  <a:lnTo>
                    <a:pt x="1190104" y="1351406"/>
                  </a:lnTo>
                  <a:lnTo>
                    <a:pt x="1190100" y="1351396"/>
                  </a:lnTo>
                  <a:lnTo>
                    <a:pt x="1190080" y="1351371"/>
                  </a:lnTo>
                  <a:lnTo>
                    <a:pt x="1190078" y="1351365"/>
                  </a:lnTo>
                  <a:lnTo>
                    <a:pt x="1190077" y="1351361"/>
                  </a:lnTo>
                  <a:lnTo>
                    <a:pt x="1190077" y="1351355"/>
                  </a:lnTo>
                  <a:lnTo>
                    <a:pt x="1190076" y="1351349"/>
                  </a:lnTo>
                  <a:lnTo>
                    <a:pt x="1190075" y="1351340"/>
                  </a:lnTo>
                  <a:lnTo>
                    <a:pt x="1190075" y="1351328"/>
                  </a:lnTo>
                  <a:lnTo>
                    <a:pt x="1190075" y="1351317"/>
                  </a:lnTo>
                  <a:lnTo>
                    <a:pt x="1190076" y="1351309"/>
                  </a:lnTo>
                  <a:lnTo>
                    <a:pt x="1190075" y="1351297"/>
                  </a:lnTo>
                  <a:lnTo>
                    <a:pt x="1190075" y="1351290"/>
                  </a:lnTo>
                  <a:lnTo>
                    <a:pt x="1190075" y="1351278"/>
                  </a:lnTo>
                  <a:lnTo>
                    <a:pt x="1190074" y="1351265"/>
                  </a:lnTo>
                  <a:lnTo>
                    <a:pt x="1190073" y="1351243"/>
                  </a:lnTo>
                  <a:lnTo>
                    <a:pt x="1190072" y="1351235"/>
                  </a:lnTo>
                  <a:lnTo>
                    <a:pt x="1190069" y="1351207"/>
                  </a:lnTo>
                  <a:lnTo>
                    <a:pt x="1190065" y="1351179"/>
                  </a:lnTo>
                  <a:lnTo>
                    <a:pt x="1190063" y="1351171"/>
                  </a:lnTo>
                  <a:lnTo>
                    <a:pt x="1190060" y="1351160"/>
                  </a:lnTo>
                  <a:lnTo>
                    <a:pt x="1190056" y="1351147"/>
                  </a:lnTo>
                  <a:lnTo>
                    <a:pt x="1190053" y="1351138"/>
                  </a:lnTo>
                  <a:lnTo>
                    <a:pt x="1190050" y="1351130"/>
                  </a:lnTo>
                  <a:lnTo>
                    <a:pt x="1190046" y="1351122"/>
                  </a:lnTo>
                  <a:lnTo>
                    <a:pt x="1190043" y="1351116"/>
                  </a:lnTo>
                  <a:lnTo>
                    <a:pt x="1190036" y="1351102"/>
                  </a:lnTo>
                  <a:lnTo>
                    <a:pt x="1190030" y="1351089"/>
                  </a:lnTo>
                  <a:lnTo>
                    <a:pt x="1190027" y="1351081"/>
                  </a:lnTo>
                  <a:lnTo>
                    <a:pt x="1190021" y="1351066"/>
                  </a:lnTo>
                  <a:lnTo>
                    <a:pt x="1190019" y="1351061"/>
                  </a:lnTo>
                  <a:lnTo>
                    <a:pt x="1190013" y="1351047"/>
                  </a:lnTo>
                  <a:lnTo>
                    <a:pt x="1189997" y="1351017"/>
                  </a:lnTo>
                  <a:lnTo>
                    <a:pt x="1189991" y="1351005"/>
                  </a:lnTo>
                  <a:lnTo>
                    <a:pt x="1189987" y="1350996"/>
                  </a:lnTo>
                  <a:lnTo>
                    <a:pt x="1189976" y="1350971"/>
                  </a:lnTo>
                  <a:lnTo>
                    <a:pt x="1189971" y="1350956"/>
                  </a:lnTo>
                  <a:lnTo>
                    <a:pt x="1189968" y="1350943"/>
                  </a:lnTo>
                  <a:lnTo>
                    <a:pt x="1189966" y="1350938"/>
                  </a:lnTo>
                  <a:lnTo>
                    <a:pt x="1189958" y="1350913"/>
                  </a:lnTo>
                  <a:lnTo>
                    <a:pt x="1189955" y="1350908"/>
                  </a:lnTo>
                  <a:lnTo>
                    <a:pt x="1189950" y="1350899"/>
                  </a:lnTo>
                  <a:lnTo>
                    <a:pt x="1189942" y="1350891"/>
                  </a:lnTo>
                  <a:lnTo>
                    <a:pt x="1189933" y="1350885"/>
                  </a:lnTo>
                  <a:lnTo>
                    <a:pt x="1189929" y="1350882"/>
                  </a:lnTo>
                  <a:lnTo>
                    <a:pt x="1189924" y="1350880"/>
                  </a:lnTo>
                  <a:lnTo>
                    <a:pt x="1189912" y="1350876"/>
                  </a:lnTo>
                  <a:lnTo>
                    <a:pt x="1189895" y="1350874"/>
                  </a:lnTo>
                  <a:lnTo>
                    <a:pt x="1189883" y="1350874"/>
                  </a:lnTo>
                  <a:lnTo>
                    <a:pt x="1189862" y="1350876"/>
                  </a:lnTo>
                  <a:lnTo>
                    <a:pt x="1189846" y="1350873"/>
                  </a:lnTo>
                  <a:lnTo>
                    <a:pt x="1189842" y="1350872"/>
                  </a:lnTo>
                  <a:lnTo>
                    <a:pt x="1189835" y="1350869"/>
                  </a:lnTo>
                  <a:lnTo>
                    <a:pt x="1189830" y="1350866"/>
                  </a:lnTo>
                  <a:lnTo>
                    <a:pt x="1189819" y="1350860"/>
                  </a:lnTo>
                  <a:lnTo>
                    <a:pt x="1189814" y="1350857"/>
                  </a:lnTo>
                  <a:lnTo>
                    <a:pt x="1189808" y="1350851"/>
                  </a:lnTo>
                  <a:lnTo>
                    <a:pt x="1189804" y="1350849"/>
                  </a:lnTo>
                  <a:lnTo>
                    <a:pt x="1189795" y="1350842"/>
                  </a:lnTo>
                  <a:lnTo>
                    <a:pt x="1189783" y="1350830"/>
                  </a:lnTo>
                  <a:lnTo>
                    <a:pt x="1189777" y="1350823"/>
                  </a:lnTo>
                  <a:lnTo>
                    <a:pt x="1189774" y="1350820"/>
                  </a:lnTo>
                  <a:lnTo>
                    <a:pt x="1189766" y="1350810"/>
                  </a:lnTo>
                  <a:lnTo>
                    <a:pt x="1189756" y="1350798"/>
                  </a:lnTo>
                  <a:lnTo>
                    <a:pt x="1189751" y="1350791"/>
                  </a:lnTo>
                  <a:lnTo>
                    <a:pt x="1189747" y="1350786"/>
                  </a:lnTo>
                  <a:lnTo>
                    <a:pt x="1189737" y="1350777"/>
                  </a:lnTo>
                  <a:lnTo>
                    <a:pt x="1189733" y="1350773"/>
                  </a:lnTo>
                  <a:lnTo>
                    <a:pt x="1189724" y="1350767"/>
                  </a:lnTo>
                  <a:lnTo>
                    <a:pt x="1189720" y="1350764"/>
                  </a:lnTo>
                  <a:lnTo>
                    <a:pt x="1189714" y="1350761"/>
                  </a:lnTo>
                  <a:lnTo>
                    <a:pt x="1189703" y="1350758"/>
                  </a:lnTo>
                  <a:lnTo>
                    <a:pt x="1189694" y="1350758"/>
                  </a:lnTo>
                  <a:lnTo>
                    <a:pt x="1189686" y="1350758"/>
                  </a:lnTo>
                  <a:lnTo>
                    <a:pt x="1189667" y="1350758"/>
                  </a:lnTo>
                  <a:lnTo>
                    <a:pt x="1189658" y="1350758"/>
                  </a:lnTo>
                  <a:lnTo>
                    <a:pt x="1189646" y="1350757"/>
                  </a:lnTo>
                  <a:lnTo>
                    <a:pt x="1189629" y="1350753"/>
                  </a:lnTo>
                  <a:lnTo>
                    <a:pt x="1189614" y="1350747"/>
                  </a:lnTo>
                  <a:lnTo>
                    <a:pt x="1189598" y="1350737"/>
                  </a:lnTo>
                  <a:lnTo>
                    <a:pt x="1189593" y="1350734"/>
                  </a:lnTo>
                  <a:lnTo>
                    <a:pt x="1189587" y="1350729"/>
                  </a:lnTo>
                  <a:lnTo>
                    <a:pt x="1189576" y="1350719"/>
                  </a:lnTo>
                  <a:lnTo>
                    <a:pt x="1189568" y="1350710"/>
                  </a:lnTo>
                  <a:lnTo>
                    <a:pt x="1189556" y="1350698"/>
                  </a:lnTo>
                  <a:lnTo>
                    <a:pt x="1189549" y="1350692"/>
                  </a:lnTo>
                  <a:lnTo>
                    <a:pt x="1189542" y="1350688"/>
                  </a:lnTo>
                  <a:lnTo>
                    <a:pt x="1189535" y="1350683"/>
                  </a:lnTo>
                  <a:lnTo>
                    <a:pt x="1189520" y="1350675"/>
                  </a:lnTo>
                  <a:lnTo>
                    <a:pt x="1189510" y="1350667"/>
                  </a:lnTo>
                  <a:lnTo>
                    <a:pt x="1189504" y="1350661"/>
                  </a:lnTo>
                  <a:lnTo>
                    <a:pt x="1189495" y="1350650"/>
                  </a:lnTo>
                  <a:lnTo>
                    <a:pt x="1189480" y="1350633"/>
                  </a:lnTo>
                  <a:lnTo>
                    <a:pt x="1189464" y="1350615"/>
                  </a:lnTo>
                  <a:lnTo>
                    <a:pt x="1189448" y="1350596"/>
                  </a:lnTo>
                  <a:lnTo>
                    <a:pt x="1189436" y="1350585"/>
                  </a:lnTo>
                  <a:lnTo>
                    <a:pt x="1189423" y="1350577"/>
                  </a:lnTo>
                  <a:lnTo>
                    <a:pt x="1189412" y="1350572"/>
                  </a:lnTo>
                  <a:lnTo>
                    <a:pt x="1189405" y="1350571"/>
                  </a:lnTo>
                  <a:lnTo>
                    <a:pt x="1189398" y="1350569"/>
                  </a:lnTo>
                  <a:lnTo>
                    <a:pt x="1189383" y="1350568"/>
                  </a:lnTo>
                  <a:lnTo>
                    <a:pt x="1189371" y="1350568"/>
                  </a:lnTo>
                  <a:lnTo>
                    <a:pt x="1189363" y="1350567"/>
                  </a:lnTo>
                  <a:lnTo>
                    <a:pt x="1189354" y="1350566"/>
                  </a:lnTo>
                  <a:lnTo>
                    <a:pt x="1189343" y="1350562"/>
                  </a:lnTo>
                  <a:lnTo>
                    <a:pt x="1189336" y="1350559"/>
                  </a:lnTo>
                  <a:lnTo>
                    <a:pt x="1189330" y="1350555"/>
                  </a:lnTo>
                  <a:lnTo>
                    <a:pt x="1189316" y="1350542"/>
                  </a:lnTo>
                  <a:lnTo>
                    <a:pt x="1189307" y="1350531"/>
                  </a:lnTo>
                  <a:lnTo>
                    <a:pt x="1189296" y="1350518"/>
                  </a:lnTo>
                  <a:lnTo>
                    <a:pt x="1189292" y="1350515"/>
                  </a:lnTo>
                  <a:lnTo>
                    <a:pt x="1189285" y="1350509"/>
                  </a:lnTo>
                  <a:lnTo>
                    <a:pt x="1189276" y="1350502"/>
                  </a:lnTo>
                  <a:lnTo>
                    <a:pt x="1189271" y="1350500"/>
                  </a:lnTo>
                  <a:lnTo>
                    <a:pt x="1189260" y="1350495"/>
                  </a:lnTo>
                  <a:lnTo>
                    <a:pt x="1189255" y="1350493"/>
                  </a:lnTo>
                  <a:lnTo>
                    <a:pt x="1189249" y="1350491"/>
                  </a:lnTo>
                  <a:lnTo>
                    <a:pt x="1189244" y="1350490"/>
                  </a:lnTo>
                  <a:lnTo>
                    <a:pt x="1189232" y="1350489"/>
                  </a:lnTo>
                  <a:lnTo>
                    <a:pt x="1189226" y="1350489"/>
                  </a:lnTo>
                  <a:lnTo>
                    <a:pt x="1189216" y="1350489"/>
                  </a:lnTo>
                  <a:lnTo>
                    <a:pt x="1189204" y="1350490"/>
                  </a:lnTo>
                  <a:lnTo>
                    <a:pt x="1189199" y="1350491"/>
                  </a:lnTo>
                  <a:lnTo>
                    <a:pt x="1189189" y="1350493"/>
                  </a:lnTo>
                  <a:lnTo>
                    <a:pt x="1189185" y="1350493"/>
                  </a:lnTo>
                  <a:lnTo>
                    <a:pt x="1189179" y="1350495"/>
                  </a:lnTo>
                  <a:lnTo>
                    <a:pt x="1189174" y="1350496"/>
                  </a:lnTo>
                  <a:lnTo>
                    <a:pt x="1189162" y="1350498"/>
                  </a:lnTo>
                  <a:lnTo>
                    <a:pt x="1189143" y="1350501"/>
                  </a:lnTo>
                  <a:lnTo>
                    <a:pt x="1189136" y="1350502"/>
                  </a:lnTo>
                  <a:lnTo>
                    <a:pt x="1189125" y="1350501"/>
                  </a:lnTo>
                  <a:lnTo>
                    <a:pt x="1189118" y="1350500"/>
                  </a:lnTo>
                  <a:lnTo>
                    <a:pt x="1189109" y="1350497"/>
                  </a:lnTo>
                  <a:lnTo>
                    <a:pt x="1189099" y="1350494"/>
                  </a:lnTo>
                  <a:lnTo>
                    <a:pt x="1189093" y="1350491"/>
                  </a:lnTo>
                  <a:lnTo>
                    <a:pt x="1189087" y="1350489"/>
                  </a:lnTo>
                  <a:lnTo>
                    <a:pt x="1189079" y="1350487"/>
                  </a:lnTo>
                  <a:lnTo>
                    <a:pt x="1189072" y="1350486"/>
                  </a:lnTo>
                  <a:lnTo>
                    <a:pt x="1189060" y="1350486"/>
                  </a:lnTo>
                  <a:lnTo>
                    <a:pt x="1189054" y="1350486"/>
                  </a:lnTo>
                  <a:lnTo>
                    <a:pt x="1189036" y="1350487"/>
                  </a:lnTo>
                  <a:lnTo>
                    <a:pt x="1189009" y="1350489"/>
                  </a:lnTo>
                  <a:lnTo>
                    <a:pt x="1188997" y="1350491"/>
                  </a:lnTo>
                  <a:lnTo>
                    <a:pt x="1188992" y="1350492"/>
                  </a:lnTo>
                  <a:lnTo>
                    <a:pt x="1188986" y="1350494"/>
                  </a:lnTo>
                  <a:lnTo>
                    <a:pt x="1188978" y="1350496"/>
                  </a:lnTo>
                  <a:lnTo>
                    <a:pt x="1188967" y="1350500"/>
                  </a:lnTo>
                  <a:lnTo>
                    <a:pt x="1188961" y="1350502"/>
                  </a:lnTo>
                  <a:lnTo>
                    <a:pt x="1188950" y="1350507"/>
                  </a:lnTo>
                  <a:lnTo>
                    <a:pt x="1188939" y="1350512"/>
                  </a:lnTo>
                  <a:lnTo>
                    <a:pt x="1188931" y="1350516"/>
                  </a:lnTo>
                  <a:lnTo>
                    <a:pt x="1188925" y="1350519"/>
                  </a:lnTo>
                  <a:lnTo>
                    <a:pt x="1188915" y="1350523"/>
                  </a:lnTo>
                  <a:lnTo>
                    <a:pt x="1188901" y="1350531"/>
                  </a:lnTo>
                  <a:lnTo>
                    <a:pt x="1188889" y="1350537"/>
                  </a:lnTo>
                  <a:lnTo>
                    <a:pt x="1188877" y="1350543"/>
                  </a:lnTo>
                  <a:lnTo>
                    <a:pt x="1188873" y="1350546"/>
                  </a:lnTo>
                  <a:lnTo>
                    <a:pt x="1188861" y="1350551"/>
                  </a:lnTo>
                  <a:lnTo>
                    <a:pt x="1188856" y="1350554"/>
                  </a:lnTo>
                  <a:lnTo>
                    <a:pt x="1188841" y="1350560"/>
                  </a:lnTo>
                  <a:lnTo>
                    <a:pt x="1188834" y="1350563"/>
                  </a:lnTo>
                  <a:lnTo>
                    <a:pt x="1188813" y="1350569"/>
                  </a:lnTo>
                  <a:lnTo>
                    <a:pt x="1188807" y="1350571"/>
                  </a:lnTo>
                  <a:lnTo>
                    <a:pt x="1188794" y="1350574"/>
                  </a:lnTo>
                  <a:lnTo>
                    <a:pt x="1188778" y="1350576"/>
                  </a:lnTo>
                  <a:lnTo>
                    <a:pt x="1188768" y="1350576"/>
                  </a:lnTo>
                  <a:lnTo>
                    <a:pt x="1188746" y="1350575"/>
                  </a:lnTo>
                  <a:lnTo>
                    <a:pt x="1188732" y="1350574"/>
                  </a:lnTo>
                  <a:lnTo>
                    <a:pt x="1188723" y="1350573"/>
                  </a:lnTo>
                  <a:lnTo>
                    <a:pt x="1188705" y="1350572"/>
                  </a:lnTo>
                  <a:lnTo>
                    <a:pt x="1188695" y="1350571"/>
                  </a:lnTo>
                  <a:lnTo>
                    <a:pt x="1188674" y="1350570"/>
                  </a:lnTo>
                  <a:lnTo>
                    <a:pt x="1188641" y="1350571"/>
                  </a:lnTo>
                  <a:lnTo>
                    <a:pt x="1188627" y="1350570"/>
                  </a:lnTo>
                  <a:lnTo>
                    <a:pt x="1188610" y="1350569"/>
                  </a:lnTo>
                  <a:lnTo>
                    <a:pt x="1188584" y="1350567"/>
                  </a:lnTo>
                  <a:lnTo>
                    <a:pt x="1188578" y="1350566"/>
                  </a:lnTo>
                  <a:lnTo>
                    <a:pt x="1188567" y="1350564"/>
                  </a:lnTo>
                  <a:lnTo>
                    <a:pt x="1188560" y="1350563"/>
                  </a:lnTo>
                  <a:lnTo>
                    <a:pt x="1188554" y="1350562"/>
                  </a:lnTo>
                  <a:lnTo>
                    <a:pt x="1188549" y="1350561"/>
                  </a:lnTo>
                  <a:lnTo>
                    <a:pt x="1188543" y="1350560"/>
                  </a:lnTo>
                  <a:lnTo>
                    <a:pt x="1188534" y="1350556"/>
                  </a:lnTo>
                  <a:lnTo>
                    <a:pt x="1188528" y="1350554"/>
                  </a:lnTo>
                  <a:lnTo>
                    <a:pt x="1188516" y="1350551"/>
                  </a:lnTo>
                  <a:lnTo>
                    <a:pt x="1188507" y="1350548"/>
                  </a:lnTo>
                  <a:lnTo>
                    <a:pt x="1188493" y="1350542"/>
                  </a:lnTo>
                  <a:lnTo>
                    <a:pt x="1188485" y="1350539"/>
                  </a:lnTo>
                  <a:lnTo>
                    <a:pt x="1188468" y="1350532"/>
                  </a:lnTo>
                  <a:lnTo>
                    <a:pt x="1188462" y="1350528"/>
                  </a:lnTo>
                  <a:lnTo>
                    <a:pt x="1188450" y="1350521"/>
                  </a:lnTo>
                  <a:lnTo>
                    <a:pt x="1188434" y="1350509"/>
                  </a:lnTo>
                  <a:lnTo>
                    <a:pt x="1188430" y="1350506"/>
                  </a:lnTo>
                  <a:lnTo>
                    <a:pt x="1188417" y="1350496"/>
                  </a:lnTo>
                  <a:lnTo>
                    <a:pt x="1188411" y="1350492"/>
                  </a:lnTo>
                  <a:lnTo>
                    <a:pt x="1188405" y="1350487"/>
                  </a:lnTo>
                  <a:lnTo>
                    <a:pt x="1188393" y="1350479"/>
                  </a:lnTo>
                  <a:lnTo>
                    <a:pt x="1188383" y="1350473"/>
                  </a:lnTo>
                  <a:lnTo>
                    <a:pt x="1188371" y="1350466"/>
                  </a:lnTo>
                  <a:lnTo>
                    <a:pt x="1188357" y="1350458"/>
                  </a:lnTo>
                  <a:lnTo>
                    <a:pt x="1188340" y="1350448"/>
                  </a:lnTo>
                  <a:lnTo>
                    <a:pt x="1188330" y="1350443"/>
                  </a:lnTo>
                  <a:lnTo>
                    <a:pt x="1188323" y="1350441"/>
                  </a:lnTo>
                  <a:lnTo>
                    <a:pt x="1188313" y="1350438"/>
                  </a:lnTo>
                  <a:lnTo>
                    <a:pt x="1188310" y="1350437"/>
                  </a:lnTo>
                  <a:lnTo>
                    <a:pt x="1188305" y="1350436"/>
                  </a:lnTo>
                  <a:lnTo>
                    <a:pt x="1188281" y="1350429"/>
                  </a:lnTo>
                  <a:lnTo>
                    <a:pt x="1188275" y="1350427"/>
                  </a:lnTo>
                  <a:lnTo>
                    <a:pt x="1188264" y="1350423"/>
                  </a:lnTo>
                  <a:lnTo>
                    <a:pt x="1188253" y="1350415"/>
                  </a:lnTo>
                  <a:lnTo>
                    <a:pt x="1188249" y="1350412"/>
                  </a:lnTo>
                  <a:lnTo>
                    <a:pt x="1188242" y="1350407"/>
                  </a:lnTo>
                  <a:lnTo>
                    <a:pt x="1188230" y="1350394"/>
                  </a:lnTo>
                  <a:lnTo>
                    <a:pt x="1188210" y="1350371"/>
                  </a:lnTo>
                  <a:lnTo>
                    <a:pt x="1188208" y="1350368"/>
                  </a:lnTo>
                  <a:lnTo>
                    <a:pt x="1188204" y="1350364"/>
                  </a:lnTo>
                  <a:lnTo>
                    <a:pt x="1188192" y="1350350"/>
                  </a:lnTo>
                  <a:lnTo>
                    <a:pt x="1188186" y="1350344"/>
                  </a:lnTo>
                  <a:lnTo>
                    <a:pt x="1188173" y="1350333"/>
                  </a:lnTo>
                  <a:lnTo>
                    <a:pt x="1188167" y="1350328"/>
                  </a:lnTo>
                  <a:lnTo>
                    <a:pt x="1188163" y="1350325"/>
                  </a:lnTo>
                  <a:lnTo>
                    <a:pt x="1188155" y="1350319"/>
                  </a:lnTo>
                  <a:lnTo>
                    <a:pt x="1188147" y="1350315"/>
                  </a:lnTo>
                  <a:lnTo>
                    <a:pt x="1188143" y="1350312"/>
                  </a:lnTo>
                  <a:lnTo>
                    <a:pt x="1188121" y="1350302"/>
                  </a:lnTo>
                  <a:lnTo>
                    <a:pt x="1188113" y="1350298"/>
                  </a:lnTo>
                  <a:lnTo>
                    <a:pt x="1188105" y="1350292"/>
                  </a:lnTo>
                  <a:lnTo>
                    <a:pt x="1188096" y="1350286"/>
                  </a:lnTo>
                  <a:lnTo>
                    <a:pt x="1188091" y="1350283"/>
                  </a:lnTo>
                  <a:lnTo>
                    <a:pt x="1188087" y="1350280"/>
                  </a:lnTo>
                  <a:lnTo>
                    <a:pt x="1188084" y="1350277"/>
                  </a:lnTo>
                  <a:lnTo>
                    <a:pt x="1188074" y="1350267"/>
                  </a:lnTo>
                  <a:lnTo>
                    <a:pt x="1188065" y="1350258"/>
                  </a:lnTo>
                  <a:lnTo>
                    <a:pt x="1188056" y="1350249"/>
                  </a:lnTo>
                  <a:lnTo>
                    <a:pt x="1188050" y="1350244"/>
                  </a:lnTo>
                  <a:lnTo>
                    <a:pt x="1188045" y="1350242"/>
                  </a:lnTo>
                  <a:lnTo>
                    <a:pt x="1188038" y="1350238"/>
                  </a:lnTo>
                  <a:lnTo>
                    <a:pt x="1188033" y="1350237"/>
                  </a:lnTo>
                  <a:lnTo>
                    <a:pt x="1188026" y="1350235"/>
                  </a:lnTo>
                  <a:lnTo>
                    <a:pt x="1188017" y="1350231"/>
                  </a:lnTo>
                  <a:lnTo>
                    <a:pt x="1188012" y="1350228"/>
                  </a:lnTo>
                  <a:lnTo>
                    <a:pt x="1187999" y="1350222"/>
                  </a:lnTo>
                  <a:lnTo>
                    <a:pt x="1187995" y="1350220"/>
                  </a:lnTo>
                  <a:lnTo>
                    <a:pt x="1187989" y="1350217"/>
                  </a:lnTo>
                  <a:lnTo>
                    <a:pt x="1187959" y="1350204"/>
                  </a:lnTo>
                  <a:lnTo>
                    <a:pt x="1187950" y="1350200"/>
                  </a:lnTo>
                  <a:lnTo>
                    <a:pt x="1187933" y="1350193"/>
                  </a:lnTo>
                  <a:lnTo>
                    <a:pt x="1187913" y="1350183"/>
                  </a:lnTo>
                  <a:lnTo>
                    <a:pt x="1187909" y="1350182"/>
                  </a:lnTo>
                  <a:lnTo>
                    <a:pt x="1187905" y="1350180"/>
                  </a:lnTo>
                  <a:lnTo>
                    <a:pt x="1187891" y="1350173"/>
                  </a:lnTo>
                  <a:lnTo>
                    <a:pt x="1187867" y="1350162"/>
                  </a:lnTo>
                  <a:lnTo>
                    <a:pt x="1187847" y="1350152"/>
                  </a:lnTo>
                  <a:lnTo>
                    <a:pt x="1187832" y="1350143"/>
                  </a:lnTo>
                  <a:lnTo>
                    <a:pt x="1187829" y="1350141"/>
                  </a:lnTo>
                  <a:lnTo>
                    <a:pt x="1187816" y="1350135"/>
                  </a:lnTo>
                  <a:lnTo>
                    <a:pt x="1187805" y="1350128"/>
                  </a:lnTo>
                  <a:lnTo>
                    <a:pt x="1187801" y="1350125"/>
                  </a:lnTo>
                  <a:lnTo>
                    <a:pt x="1187793" y="1350119"/>
                  </a:lnTo>
                  <a:lnTo>
                    <a:pt x="1187776" y="1350108"/>
                  </a:lnTo>
                  <a:lnTo>
                    <a:pt x="1187761" y="1350100"/>
                  </a:lnTo>
                  <a:lnTo>
                    <a:pt x="1187758" y="1350099"/>
                  </a:lnTo>
                  <a:lnTo>
                    <a:pt x="1187748" y="1350093"/>
                  </a:lnTo>
                  <a:lnTo>
                    <a:pt x="1187738" y="1350089"/>
                  </a:lnTo>
                  <a:lnTo>
                    <a:pt x="1187702" y="1350073"/>
                  </a:lnTo>
                  <a:lnTo>
                    <a:pt x="1187697" y="1350072"/>
                  </a:lnTo>
                  <a:lnTo>
                    <a:pt x="1187678" y="1350064"/>
                  </a:lnTo>
                  <a:lnTo>
                    <a:pt x="1187663" y="1350060"/>
                  </a:lnTo>
                  <a:lnTo>
                    <a:pt x="1187658" y="1350058"/>
                  </a:lnTo>
                  <a:lnTo>
                    <a:pt x="1187654" y="1350057"/>
                  </a:lnTo>
                  <a:lnTo>
                    <a:pt x="1187646" y="1350056"/>
                  </a:lnTo>
                  <a:lnTo>
                    <a:pt x="1187637" y="1350055"/>
                  </a:lnTo>
                  <a:lnTo>
                    <a:pt x="1187628" y="1350056"/>
                  </a:lnTo>
                  <a:lnTo>
                    <a:pt x="1187622" y="1350056"/>
                  </a:lnTo>
                  <a:lnTo>
                    <a:pt x="1187617" y="1350057"/>
                  </a:lnTo>
                  <a:lnTo>
                    <a:pt x="1187606" y="1350060"/>
                  </a:lnTo>
                  <a:lnTo>
                    <a:pt x="1187591" y="1350066"/>
                  </a:lnTo>
                  <a:lnTo>
                    <a:pt x="1187579" y="1350073"/>
                  </a:lnTo>
                  <a:lnTo>
                    <a:pt x="1187573" y="1350076"/>
                  </a:lnTo>
                  <a:lnTo>
                    <a:pt x="1187565" y="1350081"/>
                  </a:lnTo>
                  <a:lnTo>
                    <a:pt x="1187555" y="1350085"/>
                  </a:lnTo>
                  <a:lnTo>
                    <a:pt x="1187551" y="1350087"/>
                  </a:lnTo>
                  <a:lnTo>
                    <a:pt x="1187545" y="1350089"/>
                  </a:lnTo>
                  <a:lnTo>
                    <a:pt x="1187540" y="1350091"/>
                  </a:lnTo>
                  <a:lnTo>
                    <a:pt x="1187524" y="1350094"/>
                  </a:lnTo>
                  <a:lnTo>
                    <a:pt x="1187516" y="1350093"/>
                  </a:lnTo>
                  <a:lnTo>
                    <a:pt x="1187508" y="1350093"/>
                  </a:lnTo>
                  <a:lnTo>
                    <a:pt x="1187483" y="1350091"/>
                  </a:lnTo>
                  <a:lnTo>
                    <a:pt x="1187476" y="1350090"/>
                  </a:lnTo>
                  <a:lnTo>
                    <a:pt x="1187454" y="1350086"/>
                  </a:lnTo>
                  <a:lnTo>
                    <a:pt x="1187427" y="1350083"/>
                  </a:lnTo>
                  <a:lnTo>
                    <a:pt x="1187417" y="1350081"/>
                  </a:lnTo>
                  <a:lnTo>
                    <a:pt x="1187407" y="1350079"/>
                  </a:lnTo>
                  <a:lnTo>
                    <a:pt x="1187401" y="1350078"/>
                  </a:lnTo>
                  <a:lnTo>
                    <a:pt x="1187360" y="1350072"/>
                  </a:lnTo>
                  <a:lnTo>
                    <a:pt x="1187337" y="1350069"/>
                  </a:lnTo>
                  <a:lnTo>
                    <a:pt x="1187332" y="1350068"/>
                  </a:lnTo>
                  <a:lnTo>
                    <a:pt x="1187312" y="1350072"/>
                  </a:lnTo>
                  <a:lnTo>
                    <a:pt x="1187306" y="1350062"/>
                  </a:lnTo>
                  <a:lnTo>
                    <a:pt x="1187296" y="1350046"/>
                  </a:lnTo>
                  <a:lnTo>
                    <a:pt x="1187292" y="1350040"/>
                  </a:lnTo>
                  <a:lnTo>
                    <a:pt x="1187292" y="1350035"/>
                  </a:lnTo>
                  <a:lnTo>
                    <a:pt x="1187291" y="1350027"/>
                  </a:lnTo>
                  <a:lnTo>
                    <a:pt x="1187289" y="1350005"/>
                  </a:lnTo>
                  <a:lnTo>
                    <a:pt x="1187288" y="1349999"/>
                  </a:lnTo>
                  <a:lnTo>
                    <a:pt x="1187287" y="1349981"/>
                  </a:lnTo>
                  <a:lnTo>
                    <a:pt x="1187286" y="1349970"/>
                  </a:lnTo>
                  <a:lnTo>
                    <a:pt x="1187285" y="1349959"/>
                  </a:lnTo>
                  <a:lnTo>
                    <a:pt x="1187284" y="1349935"/>
                  </a:lnTo>
                  <a:lnTo>
                    <a:pt x="1187285" y="1349921"/>
                  </a:lnTo>
                  <a:lnTo>
                    <a:pt x="1187286" y="1349906"/>
                  </a:lnTo>
                  <a:lnTo>
                    <a:pt x="1187287" y="1349890"/>
                  </a:lnTo>
                  <a:lnTo>
                    <a:pt x="1187289" y="1349874"/>
                  </a:lnTo>
                  <a:lnTo>
                    <a:pt x="1187292" y="1349860"/>
                  </a:lnTo>
                  <a:lnTo>
                    <a:pt x="1187293" y="1349856"/>
                  </a:lnTo>
                  <a:lnTo>
                    <a:pt x="1187295" y="1349848"/>
                  </a:lnTo>
                  <a:lnTo>
                    <a:pt x="1187301" y="1349833"/>
                  </a:lnTo>
                  <a:lnTo>
                    <a:pt x="1187302" y="1349828"/>
                  </a:lnTo>
                  <a:lnTo>
                    <a:pt x="1187306" y="1349817"/>
                  </a:lnTo>
                  <a:lnTo>
                    <a:pt x="1187311" y="1349795"/>
                  </a:lnTo>
                  <a:lnTo>
                    <a:pt x="1187312" y="1349787"/>
                  </a:lnTo>
                  <a:lnTo>
                    <a:pt x="1187317" y="1349758"/>
                  </a:lnTo>
                  <a:lnTo>
                    <a:pt x="1187320" y="1349741"/>
                  </a:lnTo>
                  <a:lnTo>
                    <a:pt x="1187322" y="1349729"/>
                  </a:lnTo>
                  <a:lnTo>
                    <a:pt x="1187323" y="1349720"/>
                  </a:lnTo>
                  <a:lnTo>
                    <a:pt x="1187323" y="1349715"/>
                  </a:lnTo>
                  <a:lnTo>
                    <a:pt x="1187323" y="1349704"/>
                  </a:lnTo>
                  <a:lnTo>
                    <a:pt x="1187322" y="1349695"/>
                  </a:lnTo>
                  <a:lnTo>
                    <a:pt x="1187321" y="1349680"/>
                  </a:lnTo>
                  <a:lnTo>
                    <a:pt x="1187320" y="1349673"/>
                  </a:lnTo>
                  <a:lnTo>
                    <a:pt x="1187317" y="1349663"/>
                  </a:lnTo>
                  <a:lnTo>
                    <a:pt x="1187313" y="1349650"/>
                  </a:lnTo>
                  <a:lnTo>
                    <a:pt x="1187309" y="1349638"/>
                  </a:lnTo>
                  <a:lnTo>
                    <a:pt x="1187306" y="1349628"/>
                  </a:lnTo>
                  <a:lnTo>
                    <a:pt x="1187298" y="1349601"/>
                  </a:lnTo>
                  <a:lnTo>
                    <a:pt x="1187292" y="1349582"/>
                  </a:lnTo>
                  <a:lnTo>
                    <a:pt x="1187290" y="1349572"/>
                  </a:lnTo>
                  <a:lnTo>
                    <a:pt x="1187283" y="1349546"/>
                  </a:lnTo>
                  <a:lnTo>
                    <a:pt x="1187280" y="1349538"/>
                  </a:lnTo>
                  <a:lnTo>
                    <a:pt x="1187278" y="1349531"/>
                  </a:lnTo>
                  <a:lnTo>
                    <a:pt x="1187273" y="1349521"/>
                  </a:lnTo>
                  <a:lnTo>
                    <a:pt x="1187270" y="1349516"/>
                  </a:lnTo>
                  <a:lnTo>
                    <a:pt x="1187267" y="1349510"/>
                  </a:lnTo>
                  <a:lnTo>
                    <a:pt x="1187261" y="1349501"/>
                  </a:lnTo>
                  <a:lnTo>
                    <a:pt x="1187258" y="1349497"/>
                  </a:lnTo>
                  <a:lnTo>
                    <a:pt x="1187250" y="1349488"/>
                  </a:lnTo>
                  <a:lnTo>
                    <a:pt x="1187231" y="1349468"/>
                  </a:lnTo>
                  <a:lnTo>
                    <a:pt x="1187219" y="1349454"/>
                  </a:lnTo>
                  <a:lnTo>
                    <a:pt x="1187215" y="1349448"/>
                  </a:lnTo>
                  <a:lnTo>
                    <a:pt x="1187206" y="1349437"/>
                  </a:lnTo>
                  <a:lnTo>
                    <a:pt x="1187196" y="1349423"/>
                  </a:lnTo>
                  <a:lnTo>
                    <a:pt x="1187192" y="1349417"/>
                  </a:lnTo>
                  <a:lnTo>
                    <a:pt x="1187184" y="1349405"/>
                  </a:lnTo>
                  <a:lnTo>
                    <a:pt x="1187166" y="1349380"/>
                  </a:lnTo>
                  <a:lnTo>
                    <a:pt x="1187158" y="1349368"/>
                  </a:lnTo>
                  <a:lnTo>
                    <a:pt x="1187154" y="1349362"/>
                  </a:lnTo>
                  <a:lnTo>
                    <a:pt x="1187151" y="1349358"/>
                  </a:lnTo>
                  <a:lnTo>
                    <a:pt x="1187139" y="1349340"/>
                  </a:lnTo>
                  <a:lnTo>
                    <a:pt x="1187132" y="1349329"/>
                  </a:lnTo>
                  <a:lnTo>
                    <a:pt x="1187128" y="1349324"/>
                  </a:lnTo>
                  <a:lnTo>
                    <a:pt x="1187124" y="1349315"/>
                  </a:lnTo>
                  <a:lnTo>
                    <a:pt x="1187121" y="1349309"/>
                  </a:lnTo>
                  <a:lnTo>
                    <a:pt x="1187117" y="1349301"/>
                  </a:lnTo>
                  <a:lnTo>
                    <a:pt x="1187110" y="1349287"/>
                  </a:lnTo>
                  <a:lnTo>
                    <a:pt x="1187103" y="1349276"/>
                  </a:lnTo>
                  <a:lnTo>
                    <a:pt x="1187100" y="1349271"/>
                  </a:lnTo>
                  <a:lnTo>
                    <a:pt x="1187093" y="1349264"/>
                  </a:lnTo>
                  <a:lnTo>
                    <a:pt x="1187088" y="1349258"/>
                  </a:lnTo>
                  <a:lnTo>
                    <a:pt x="1187075" y="1349245"/>
                  </a:lnTo>
                  <a:lnTo>
                    <a:pt x="1187063" y="1349233"/>
                  </a:lnTo>
                  <a:lnTo>
                    <a:pt x="1187054" y="1349226"/>
                  </a:lnTo>
                  <a:lnTo>
                    <a:pt x="1187049" y="1349222"/>
                  </a:lnTo>
                  <a:lnTo>
                    <a:pt x="1187043" y="1349218"/>
                  </a:lnTo>
                  <a:lnTo>
                    <a:pt x="1187038" y="1349214"/>
                  </a:lnTo>
                  <a:lnTo>
                    <a:pt x="1187021" y="1349203"/>
                  </a:lnTo>
                  <a:lnTo>
                    <a:pt x="1187010" y="1349196"/>
                  </a:lnTo>
                  <a:lnTo>
                    <a:pt x="1187004" y="1349191"/>
                  </a:lnTo>
                  <a:lnTo>
                    <a:pt x="1186992" y="1349183"/>
                  </a:lnTo>
                  <a:lnTo>
                    <a:pt x="1186984" y="1349177"/>
                  </a:lnTo>
                  <a:lnTo>
                    <a:pt x="1186979" y="1349172"/>
                  </a:lnTo>
                  <a:lnTo>
                    <a:pt x="1186973" y="1349167"/>
                  </a:lnTo>
                  <a:lnTo>
                    <a:pt x="1186966" y="1349160"/>
                  </a:lnTo>
                  <a:lnTo>
                    <a:pt x="1186959" y="1349150"/>
                  </a:lnTo>
                  <a:lnTo>
                    <a:pt x="1186954" y="1349145"/>
                  </a:lnTo>
                  <a:lnTo>
                    <a:pt x="1186952" y="1349141"/>
                  </a:lnTo>
                  <a:lnTo>
                    <a:pt x="1186944" y="1349129"/>
                  </a:lnTo>
                  <a:lnTo>
                    <a:pt x="1186932" y="1349103"/>
                  </a:lnTo>
                  <a:lnTo>
                    <a:pt x="1186929" y="1349098"/>
                  </a:lnTo>
                  <a:lnTo>
                    <a:pt x="1186922" y="1349087"/>
                  </a:lnTo>
                  <a:lnTo>
                    <a:pt x="1186919" y="1349081"/>
                  </a:lnTo>
                  <a:lnTo>
                    <a:pt x="1186912" y="1349070"/>
                  </a:lnTo>
                  <a:lnTo>
                    <a:pt x="1186909" y="1349066"/>
                  </a:lnTo>
                  <a:lnTo>
                    <a:pt x="1186898" y="1349050"/>
                  </a:lnTo>
                  <a:lnTo>
                    <a:pt x="1186889" y="1349036"/>
                  </a:lnTo>
                  <a:lnTo>
                    <a:pt x="1186875" y="1349014"/>
                  </a:lnTo>
                  <a:lnTo>
                    <a:pt x="1186872" y="1349009"/>
                  </a:lnTo>
                  <a:lnTo>
                    <a:pt x="1186870" y="1349005"/>
                  </a:lnTo>
                  <a:lnTo>
                    <a:pt x="1186860" y="1348990"/>
                  </a:lnTo>
                  <a:lnTo>
                    <a:pt x="1186852" y="1348979"/>
                  </a:lnTo>
                  <a:lnTo>
                    <a:pt x="1186845" y="1348966"/>
                  </a:lnTo>
                  <a:lnTo>
                    <a:pt x="1186837" y="1348948"/>
                  </a:lnTo>
                  <a:lnTo>
                    <a:pt x="1186833" y="1348938"/>
                  </a:lnTo>
                  <a:lnTo>
                    <a:pt x="1186831" y="1348926"/>
                  </a:lnTo>
                  <a:lnTo>
                    <a:pt x="1186830" y="1348921"/>
                  </a:lnTo>
                  <a:lnTo>
                    <a:pt x="1186829" y="1348912"/>
                  </a:lnTo>
                  <a:lnTo>
                    <a:pt x="1186828" y="1348906"/>
                  </a:lnTo>
                  <a:lnTo>
                    <a:pt x="1186828" y="1348902"/>
                  </a:lnTo>
                  <a:lnTo>
                    <a:pt x="1186829" y="1348889"/>
                  </a:lnTo>
                  <a:lnTo>
                    <a:pt x="1186830" y="1348877"/>
                  </a:lnTo>
                  <a:lnTo>
                    <a:pt x="1186831" y="1348868"/>
                  </a:lnTo>
                  <a:lnTo>
                    <a:pt x="1186840" y="1348837"/>
                  </a:lnTo>
                  <a:lnTo>
                    <a:pt x="1186842" y="1348830"/>
                  </a:lnTo>
                  <a:lnTo>
                    <a:pt x="1186844" y="1348821"/>
                  </a:lnTo>
                  <a:lnTo>
                    <a:pt x="1186846" y="1348816"/>
                  </a:lnTo>
                  <a:lnTo>
                    <a:pt x="1186847" y="1348811"/>
                  </a:lnTo>
                  <a:lnTo>
                    <a:pt x="1186849" y="1348805"/>
                  </a:lnTo>
                  <a:lnTo>
                    <a:pt x="1186850" y="1348797"/>
                  </a:lnTo>
                  <a:lnTo>
                    <a:pt x="1186852" y="1348786"/>
                  </a:lnTo>
                  <a:lnTo>
                    <a:pt x="1186851" y="1348774"/>
                  </a:lnTo>
                  <a:lnTo>
                    <a:pt x="1186849" y="1348761"/>
                  </a:lnTo>
                  <a:lnTo>
                    <a:pt x="1186844" y="1348749"/>
                  </a:lnTo>
                  <a:lnTo>
                    <a:pt x="1186837" y="1348735"/>
                  </a:lnTo>
                  <a:lnTo>
                    <a:pt x="1186834" y="1348731"/>
                  </a:lnTo>
                  <a:lnTo>
                    <a:pt x="1186824" y="1348711"/>
                  </a:lnTo>
                  <a:lnTo>
                    <a:pt x="1186818" y="1348699"/>
                  </a:lnTo>
                  <a:lnTo>
                    <a:pt x="1186814" y="1348693"/>
                  </a:lnTo>
                  <a:lnTo>
                    <a:pt x="1186811" y="1348685"/>
                  </a:lnTo>
                  <a:lnTo>
                    <a:pt x="1186809" y="1348680"/>
                  </a:lnTo>
                  <a:lnTo>
                    <a:pt x="1186807" y="1348674"/>
                  </a:lnTo>
                  <a:lnTo>
                    <a:pt x="1186805" y="1348666"/>
                  </a:lnTo>
                  <a:lnTo>
                    <a:pt x="1186804" y="1348654"/>
                  </a:lnTo>
                  <a:lnTo>
                    <a:pt x="1186803" y="1348643"/>
                  </a:lnTo>
                  <a:lnTo>
                    <a:pt x="1186803" y="1348631"/>
                  </a:lnTo>
                  <a:lnTo>
                    <a:pt x="1186804" y="1348623"/>
                  </a:lnTo>
                  <a:lnTo>
                    <a:pt x="1186804" y="1348619"/>
                  </a:lnTo>
                  <a:lnTo>
                    <a:pt x="1186804" y="1348612"/>
                  </a:lnTo>
                  <a:lnTo>
                    <a:pt x="1186803" y="1348608"/>
                  </a:lnTo>
                  <a:lnTo>
                    <a:pt x="1186801" y="1348598"/>
                  </a:lnTo>
                  <a:lnTo>
                    <a:pt x="1186799" y="1348593"/>
                  </a:lnTo>
                  <a:lnTo>
                    <a:pt x="1186797" y="1348587"/>
                  </a:lnTo>
                  <a:lnTo>
                    <a:pt x="1186791" y="1348579"/>
                  </a:lnTo>
                  <a:lnTo>
                    <a:pt x="1186788" y="1348575"/>
                  </a:lnTo>
                  <a:lnTo>
                    <a:pt x="1186783" y="1348570"/>
                  </a:lnTo>
                  <a:lnTo>
                    <a:pt x="1186769" y="1348557"/>
                  </a:lnTo>
                  <a:lnTo>
                    <a:pt x="1186766" y="1348553"/>
                  </a:lnTo>
                  <a:lnTo>
                    <a:pt x="1186752" y="1348539"/>
                  </a:lnTo>
                  <a:lnTo>
                    <a:pt x="1186748" y="1348535"/>
                  </a:lnTo>
                  <a:lnTo>
                    <a:pt x="1186739" y="1348523"/>
                  </a:lnTo>
                  <a:lnTo>
                    <a:pt x="1186732" y="1348512"/>
                  </a:lnTo>
                  <a:lnTo>
                    <a:pt x="1186729" y="1348503"/>
                  </a:lnTo>
                  <a:lnTo>
                    <a:pt x="1186728" y="1348496"/>
                  </a:lnTo>
                  <a:lnTo>
                    <a:pt x="1186727" y="1348491"/>
                  </a:lnTo>
                  <a:lnTo>
                    <a:pt x="1186727" y="1348484"/>
                  </a:lnTo>
                  <a:lnTo>
                    <a:pt x="1186729" y="1348478"/>
                  </a:lnTo>
                  <a:lnTo>
                    <a:pt x="1186731" y="1348470"/>
                  </a:lnTo>
                  <a:lnTo>
                    <a:pt x="1186736" y="1348462"/>
                  </a:lnTo>
                  <a:lnTo>
                    <a:pt x="1186742" y="1348454"/>
                  </a:lnTo>
                  <a:lnTo>
                    <a:pt x="1186748" y="1348448"/>
                  </a:lnTo>
                  <a:lnTo>
                    <a:pt x="1186757" y="1348439"/>
                  </a:lnTo>
                  <a:lnTo>
                    <a:pt x="1186772" y="1348428"/>
                  </a:lnTo>
                  <a:lnTo>
                    <a:pt x="1186776" y="1348425"/>
                  </a:lnTo>
                  <a:lnTo>
                    <a:pt x="1186784" y="1348416"/>
                  </a:lnTo>
                  <a:lnTo>
                    <a:pt x="1186787" y="1348412"/>
                  </a:lnTo>
                  <a:lnTo>
                    <a:pt x="1186791" y="1348403"/>
                  </a:lnTo>
                  <a:lnTo>
                    <a:pt x="1186793" y="1348398"/>
                  </a:lnTo>
                  <a:lnTo>
                    <a:pt x="1186795" y="1348389"/>
                  </a:lnTo>
                  <a:lnTo>
                    <a:pt x="1186796" y="1348379"/>
                  </a:lnTo>
                  <a:lnTo>
                    <a:pt x="1186796" y="1348374"/>
                  </a:lnTo>
                  <a:lnTo>
                    <a:pt x="1186794" y="1348353"/>
                  </a:lnTo>
                  <a:lnTo>
                    <a:pt x="1186793" y="1348344"/>
                  </a:lnTo>
                  <a:lnTo>
                    <a:pt x="1186792" y="1348329"/>
                  </a:lnTo>
                  <a:lnTo>
                    <a:pt x="1186792" y="1348321"/>
                  </a:lnTo>
                  <a:lnTo>
                    <a:pt x="1186792" y="1348315"/>
                  </a:lnTo>
                  <a:lnTo>
                    <a:pt x="1186794" y="1348303"/>
                  </a:lnTo>
                  <a:lnTo>
                    <a:pt x="1186797" y="1348295"/>
                  </a:lnTo>
                  <a:lnTo>
                    <a:pt x="1186803" y="1348280"/>
                  </a:lnTo>
                  <a:lnTo>
                    <a:pt x="1186804" y="1348276"/>
                  </a:lnTo>
                  <a:lnTo>
                    <a:pt x="1186808" y="1348268"/>
                  </a:lnTo>
                  <a:lnTo>
                    <a:pt x="1186812" y="1348260"/>
                  </a:lnTo>
                  <a:lnTo>
                    <a:pt x="1186814" y="1348255"/>
                  </a:lnTo>
                  <a:lnTo>
                    <a:pt x="1186817" y="1348251"/>
                  </a:lnTo>
                  <a:lnTo>
                    <a:pt x="1186826" y="1348232"/>
                  </a:lnTo>
                  <a:lnTo>
                    <a:pt x="1186832" y="1348217"/>
                  </a:lnTo>
                  <a:lnTo>
                    <a:pt x="1186835" y="1348209"/>
                  </a:lnTo>
                  <a:lnTo>
                    <a:pt x="1186838" y="1348202"/>
                  </a:lnTo>
                  <a:lnTo>
                    <a:pt x="1186842" y="1348193"/>
                  </a:lnTo>
                  <a:lnTo>
                    <a:pt x="1186844" y="1348189"/>
                  </a:lnTo>
                  <a:lnTo>
                    <a:pt x="1186846" y="1348183"/>
                  </a:lnTo>
                  <a:lnTo>
                    <a:pt x="1186849" y="1348175"/>
                  </a:lnTo>
                  <a:lnTo>
                    <a:pt x="1186851" y="1348170"/>
                  </a:lnTo>
                  <a:lnTo>
                    <a:pt x="1186855" y="1348157"/>
                  </a:lnTo>
                  <a:lnTo>
                    <a:pt x="1186857" y="1348151"/>
                  </a:lnTo>
                  <a:lnTo>
                    <a:pt x="1186858" y="1348146"/>
                  </a:lnTo>
                  <a:lnTo>
                    <a:pt x="1186859" y="1348140"/>
                  </a:lnTo>
                  <a:lnTo>
                    <a:pt x="1186860" y="1348132"/>
                  </a:lnTo>
                  <a:lnTo>
                    <a:pt x="1186862" y="1348123"/>
                  </a:lnTo>
                  <a:lnTo>
                    <a:pt x="1186862" y="1348111"/>
                  </a:lnTo>
                  <a:lnTo>
                    <a:pt x="1186862" y="1348100"/>
                  </a:lnTo>
                  <a:lnTo>
                    <a:pt x="1186861" y="1348090"/>
                  </a:lnTo>
                  <a:lnTo>
                    <a:pt x="1186859" y="1348085"/>
                  </a:lnTo>
                  <a:lnTo>
                    <a:pt x="1186856" y="1348074"/>
                  </a:lnTo>
                  <a:lnTo>
                    <a:pt x="1186850" y="1348057"/>
                  </a:lnTo>
                  <a:lnTo>
                    <a:pt x="1186849" y="1348050"/>
                  </a:lnTo>
                  <a:lnTo>
                    <a:pt x="1186849" y="1348045"/>
                  </a:lnTo>
                  <a:lnTo>
                    <a:pt x="1186849" y="1348038"/>
                  </a:lnTo>
                  <a:lnTo>
                    <a:pt x="1186849" y="1348026"/>
                  </a:lnTo>
                  <a:lnTo>
                    <a:pt x="1186851" y="1348015"/>
                  </a:lnTo>
                  <a:lnTo>
                    <a:pt x="1186854" y="1348009"/>
                  </a:lnTo>
                  <a:lnTo>
                    <a:pt x="1186856" y="1348005"/>
                  </a:lnTo>
                  <a:lnTo>
                    <a:pt x="1186861" y="1347997"/>
                  </a:lnTo>
                  <a:lnTo>
                    <a:pt x="1186866" y="1347989"/>
                  </a:lnTo>
                  <a:lnTo>
                    <a:pt x="1186868" y="1347985"/>
                  </a:lnTo>
                  <a:lnTo>
                    <a:pt x="1186876" y="1347971"/>
                  </a:lnTo>
                  <a:lnTo>
                    <a:pt x="1186880" y="1347964"/>
                  </a:lnTo>
                  <a:lnTo>
                    <a:pt x="1186884" y="1347955"/>
                  </a:lnTo>
                  <a:lnTo>
                    <a:pt x="1186889" y="1347944"/>
                  </a:lnTo>
                  <a:lnTo>
                    <a:pt x="1186891" y="1347940"/>
                  </a:lnTo>
                  <a:lnTo>
                    <a:pt x="1186894" y="1347933"/>
                  </a:lnTo>
                  <a:lnTo>
                    <a:pt x="1186895" y="1347928"/>
                  </a:lnTo>
                  <a:lnTo>
                    <a:pt x="1186899" y="1347915"/>
                  </a:lnTo>
                  <a:lnTo>
                    <a:pt x="1186901" y="1347909"/>
                  </a:lnTo>
                  <a:lnTo>
                    <a:pt x="1186905" y="1347897"/>
                  </a:lnTo>
                  <a:lnTo>
                    <a:pt x="1186909" y="1347888"/>
                  </a:lnTo>
                  <a:lnTo>
                    <a:pt x="1186915" y="1347873"/>
                  </a:lnTo>
                  <a:lnTo>
                    <a:pt x="1186918" y="1347865"/>
                  </a:lnTo>
                  <a:lnTo>
                    <a:pt x="1186921" y="1347860"/>
                  </a:lnTo>
                  <a:lnTo>
                    <a:pt x="1186926" y="1347850"/>
                  </a:lnTo>
                  <a:lnTo>
                    <a:pt x="1186930" y="1347843"/>
                  </a:lnTo>
                  <a:lnTo>
                    <a:pt x="1186934" y="1347837"/>
                  </a:lnTo>
                  <a:lnTo>
                    <a:pt x="1186938" y="1347830"/>
                  </a:lnTo>
                  <a:lnTo>
                    <a:pt x="1186941" y="1347826"/>
                  </a:lnTo>
                  <a:lnTo>
                    <a:pt x="1186944" y="1347821"/>
                  </a:lnTo>
                  <a:lnTo>
                    <a:pt x="1186949" y="1347815"/>
                  </a:lnTo>
                  <a:lnTo>
                    <a:pt x="1186954" y="1347807"/>
                  </a:lnTo>
                  <a:lnTo>
                    <a:pt x="1186958" y="1347802"/>
                  </a:lnTo>
                  <a:lnTo>
                    <a:pt x="1186965" y="1347792"/>
                  </a:lnTo>
                  <a:lnTo>
                    <a:pt x="1186970" y="1347785"/>
                  </a:lnTo>
                  <a:lnTo>
                    <a:pt x="1186974" y="1347775"/>
                  </a:lnTo>
                  <a:lnTo>
                    <a:pt x="1186975" y="1347766"/>
                  </a:lnTo>
                  <a:lnTo>
                    <a:pt x="1186975" y="1347757"/>
                  </a:lnTo>
                  <a:lnTo>
                    <a:pt x="1186976" y="1347751"/>
                  </a:lnTo>
                  <a:lnTo>
                    <a:pt x="1186976" y="1347744"/>
                  </a:lnTo>
                  <a:lnTo>
                    <a:pt x="1186976" y="1347730"/>
                  </a:lnTo>
                  <a:lnTo>
                    <a:pt x="1186977" y="1347723"/>
                  </a:lnTo>
                  <a:lnTo>
                    <a:pt x="1186980" y="1347707"/>
                  </a:lnTo>
                  <a:lnTo>
                    <a:pt x="1186982" y="1347697"/>
                  </a:lnTo>
                  <a:lnTo>
                    <a:pt x="1186984" y="1347691"/>
                  </a:lnTo>
                  <a:lnTo>
                    <a:pt x="1186986" y="1347684"/>
                  </a:lnTo>
                  <a:lnTo>
                    <a:pt x="1186992" y="1347653"/>
                  </a:lnTo>
                  <a:lnTo>
                    <a:pt x="1186994" y="1347645"/>
                  </a:lnTo>
                  <a:lnTo>
                    <a:pt x="1186997" y="1347635"/>
                  </a:lnTo>
                  <a:lnTo>
                    <a:pt x="1187005" y="1347598"/>
                  </a:lnTo>
                  <a:lnTo>
                    <a:pt x="1187011" y="1347568"/>
                  </a:lnTo>
                  <a:lnTo>
                    <a:pt x="1187013" y="1347557"/>
                  </a:lnTo>
                  <a:lnTo>
                    <a:pt x="1187013" y="1347551"/>
                  </a:lnTo>
                  <a:lnTo>
                    <a:pt x="1187014" y="1347546"/>
                  </a:lnTo>
                  <a:lnTo>
                    <a:pt x="1187016" y="1347538"/>
                  </a:lnTo>
                  <a:lnTo>
                    <a:pt x="1187017" y="1347528"/>
                  </a:lnTo>
                  <a:lnTo>
                    <a:pt x="1187019" y="1347518"/>
                  </a:lnTo>
                  <a:lnTo>
                    <a:pt x="1187021" y="1347509"/>
                  </a:lnTo>
                  <a:lnTo>
                    <a:pt x="1187022" y="1347503"/>
                  </a:lnTo>
                  <a:lnTo>
                    <a:pt x="1187024" y="1347496"/>
                  </a:lnTo>
                  <a:lnTo>
                    <a:pt x="1187029" y="1347479"/>
                  </a:lnTo>
                  <a:lnTo>
                    <a:pt x="1187035" y="1347456"/>
                  </a:lnTo>
                  <a:lnTo>
                    <a:pt x="1187037" y="1347449"/>
                  </a:lnTo>
                  <a:lnTo>
                    <a:pt x="1187041" y="1347437"/>
                  </a:lnTo>
                  <a:lnTo>
                    <a:pt x="1187044" y="1347428"/>
                  </a:lnTo>
                  <a:lnTo>
                    <a:pt x="1187046" y="1347422"/>
                  </a:lnTo>
                  <a:lnTo>
                    <a:pt x="1187050" y="1347412"/>
                  </a:lnTo>
                  <a:lnTo>
                    <a:pt x="1187054" y="1347400"/>
                  </a:lnTo>
                  <a:lnTo>
                    <a:pt x="1187060" y="1347384"/>
                  </a:lnTo>
                  <a:lnTo>
                    <a:pt x="1187063" y="1347376"/>
                  </a:lnTo>
                  <a:lnTo>
                    <a:pt x="1187067" y="1347367"/>
                  </a:lnTo>
                  <a:lnTo>
                    <a:pt x="1187070" y="1347360"/>
                  </a:lnTo>
                  <a:lnTo>
                    <a:pt x="1187073" y="1347353"/>
                  </a:lnTo>
                  <a:lnTo>
                    <a:pt x="1187076" y="1347347"/>
                  </a:lnTo>
                  <a:lnTo>
                    <a:pt x="1187083" y="1347330"/>
                  </a:lnTo>
                  <a:lnTo>
                    <a:pt x="1187085" y="1347325"/>
                  </a:lnTo>
                  <a:lnTo>
                    <a:pt x="1187089" y="1347315"/>
                  </a:lnTo>
                  <a:lnTo>
                    <a:pt x="1187092" y="1347308"/>
                  </a:lnTo>
                  <a:lnTo>
                    <a:pt x="1187096" y="1347297"/>
                  </a:lnTo>
                  <a:lnTo>
                    <a:pt x="1187098" y="1347291"/>
                  </a:lnTo>
                  <a:lnTo>
                    <a:pt x="1187101" y="1347278"/>
                  </a:lnTo>
                  <a:lnTo>
                    <a:pt x="1187103" y="1347269"/>
                  </a:lnTo>
                  <a:lnTo>
                    <a:pt x="1187104" y="1347253"/>
                  </a:lnTo>
                  <a:lnTo>
                    <a:pt x="1187105" y="1347248"/>
                  </a:lnTo>
                  <a:lnTo>
                    <a:pt x="1187105" y="1347241"/>
                  </a:lnTo>
                  <a:lnTo>
                    <a:pt x="1187107" y="1347232"/>
                  </a:lnTo>
                  <a:lnTo>
                    <a:pt x="1187109" y="1347219"/>
                  </a:lnTo>
                  <a:lnTo>
                    <a:pt x="1187111" y="1347213"/>
                  </a:lnTo>
                  <a:lnTo>
                    <a:pt x="1187114" y="1347207"/>
                  </a:lnTo>
                  <a:lnTo>
                    <a:pt x="1187116" y="1347202"/>
                  </a:lnTo>
                  <a:lnTo>
                    <a:pt x="1187119" y="1347198"/>
                  </a:lnTo>
                  <a:lnTo>
                    <a:pt x="1187123" y="1347193"/>
                  </a:lnTo>
                  <a:lnTo>
                    <a:pt x="1187130" y="1347186"/>
                  </a:lnTo>
                  <a:lnTo>
                    <a:pt x="1187137" y="1347180"/>
                  </a:lnTo>
                  <a:lnTo>
                    <a:pt x="1187141" y="1347177"/>
                  </a:lnTo>
                  <a:lnTo>
                    <a:pt x="1187146" y="1347173"/>
                  </a:lnTo>
                  <a:lnTo>
                    <a:pt x="1187153" y="1347166"/>
                  </a:lnTo>
                  <a:lnTo>
                    <a:pt x="1187158" y="1347161"/>
                  </a:lnTo>
                  <a:lnTo>
                    <a:pt x="1187162" y="1347155"/>
                  </a:lnTo>
                  <a:lnTo>
                    <a:pt x="1187167" y="1347148"/>
                  </a:lnTo>
                  <a:lnTo>
                    <a:pt x="1187171" y="1347139"/>
                  </a:lnTo>
                  <a:lnTo>
                    <a:pt x="1187174" y="1347134"/>
                  </a:lnTo>
                  <a:lnTo>
                    <a:pt x="1187178" y="1347121"/>
                  </a:lnTo>
                  <a:lnTo>
                    <a:pt x="1187181" y="1347109"/>
                  </a:lnTo>
                  <a:lnTo>
                    <a:pt x="1187184" y="1347097"/>
                  </a:lnTo>
                  <a:lnTo>
                    <a:pt x="1187184" y="1347091"/>
                  </a:lnTo>
                  <a:lnTo>
                    <a:pt x="1187184" y="1347069"/>
                  </a:lnTo>
                  <a:lnTo>
                    <a:pt x="1187180" y="1347053"/>
                  </a:lnTo>
                  <a:lnTo>
                    <a:pt x="1187177" y="1347040"/>
                  </a:lnTo>
                  <a:lnTo>
                    <a:pt x="1187175" y="1347033"/>
                  </a:lnTo>
                  <a:lnTo>
                    <a:pt x="1187173" y="1347022"/>
                  </a:lnTo>
                  <a:lnTo>
                    <a:pt x="1187172" y="1347009"/>
                  </a:lnTo>
                  <a:lnTo>
                    <a:pt x="1187173" y="1347003"/>
                  </a:lnTo>
                  <a:lnTo>
                    <a:pt x="1187175" y="1346995"/>
                  </a:lnTo>
                  <a:lnTo>
                    <a:pt x="1187179" y="1346986"/>
                  </a:lnTo>
                  <a:lnTo>
                    <a:pt x="1187183" y="1346979"/>
                  </a:lnTo>
                  <a:lnTo>
                    <a:pt x="1187193" y="1346964"/>
                  </a:lnTo>
                  <a:lnTo>
                    <a:pt x="1187200" y="1346955"/>
                  </a:lnTo>
                  <a:lnTo>
                    <a:pt x="1187210" y="1346941"/>
                  </a:lnTo>
                  <a:lnTo>
                    <a:pt x="1187213" y="1346938"/>
                  </a:lnTo>
                  <a:lnTo>
                    <a:pt x="1187223" y="1346924"/>
                  </a:lnTo>
                  <a:lnTo>
                    <a:pt x="1187227" y="1346916"/>
                  </a:lnTo>
                  <a:lnTo>
                    <a:pt x="1187231" y="1346908"/>
                  </a:lnTo>
                  <a:lnTo>
                    <a:pt x="1187235" y="1346899"/>
                  </a:lnTo>
                  <a:lnTo>
                    <a:pt x="1187237" y="1346890"/>
                  </a:lnTo>
                  <a:lnTo>
                    <a:pt x="1187238" y="1346878"/>
                  </a:lnTo>
                  <a:lnTo>
                    <a:pt x="1187237" y="1346870"/>
                  </a:lnTo>
                  <a:lnTo>
                    <a:pt x="1187235" y="1346858"/>
                  </a:lnTo>
                  <a:lnTo>
                    <a:pt x="1187224" y="1346835"/>
                  </a:lnTo>
                  <a:lnTo>
                    <a:pt x="1187214" y="1346819"/>
                  </a:lnTo>
                  <a:lnTo>
                    <a:pt x="1187208" y="1346811"/>
                  </a:lnTo>
                  <a:lnTo>
                    <a:pt x="1187199" y="1346796"/>
                  </a:lnTo>
                  <a:lnTo>
                    <a:pt x="1187196" y="1346791"/>
                  </a:lnTo>
                  <a:lnTo>
                    <a:pt x="1187193" y="1346784"/>
                  </a:lnTo>
                  <a:lnTo>
                    <a:pt x="1187187" y="1346771"/>
                  </a:lnTo>
                  <a:lnTo>
                    <a:pt x="1187182" y="1346756"/>
                  </a:lnTo>
                  <a:lnTo>
                    <a:pt x="1187178" y="1346734"/>
                  </a:lnTo>
                  <a:lnTo>
                    <a:pt x="1187175" y="1346717"/>
                  </a:lnTo>
                  <a:lnTo>
                    <a:pt x="1187175" y="1346711"/>
                  </a:lnTo>
                  <a:lnTo>
                    <a:pt x="1187174" y="1346693"/>
                  </a:lnTo>
                  <a:lnTo>
                    <a:pt x="1187173" y="1346680"/>
                  </a:lnTo>
                  <a:lnTo>
                    <a:pt x="1187173" y="1346675"/>
                  </a:lnTo>
                  <a:lnTo>
                    <a:pt x="1187173" y="1346670"/>
                  </a:lnTo>
                  <a:lnTo>
                    <a:pt x="1187173" y="1346664"/>
                  </a:lnTo>
                  <a:lnTo>
                    <a:pt x="1187174" y="1346640"/>
                  </a:lnTo>
                  <a:lnTo>
                    <a:pt x="1187178" y="1346626"/>
                  </a:lnTo>
                  <a:lnTo>
                    <a:pt x="1187180" y="1346618"/>
                  </a:lnTo>
                  <a:lnTo>
                    <a:pt x="1187182" y="1346610"/>
                  </a:lnTo>
                  <a:lnTo>
                    <a:pt x="1187187" y="1346595"/>
                  </a:lnTo>
                  <a:lnTo>
                    <a:pt x="1187196" y="1346577"/>
                  </a:lnTo>
                  <a:lnTo>
                    <a:pt x="1187203" y="1346563"/>
                  </a:lnTo>
                  <a:lnTo>
                    <a:pt x="1187206" y="1346558"/>
                  </a:lnTo>
                  <a:lnTo>
                    <a:pt x="1187211" y="1346550"/>
                  </a:lnTo>
                  <a:lnTo>
                    <a:pt x="1187213" y="1346547"/>
                  </a:lnTo>
                  <a:lnTo>
                    <a:pt x="1187219" y="1346539"/>
                  </a:lnTo>
                  <a:lnTo>
                    <a:pt x="1187228" y="1346524"/>
                  </a:lnTo>
                  <a:lnTo>
                    <a:pt x="1187235" y="1346514"/>
                  </a:lnTo>
                  <a:lnTo>
                    <a:pt x="1187240" y="1346506"/>
                  </a:lnTo>
                  <a:lnTo>
                    <a:pt x="1187252" y="1346490"/>
                  </a:lnTo>
                  <a:lnTo>
                    <a:pt x="1187260" y="1346479"/>
                  </a:lnTo>
                  <a:lnTo>
                    <a:pt x="1187266" y="1346469"/>
                  </a:lnTo>
                  <a:lnTo>
                    <a:pt x="1187274" y="1346456"/>
                  </a:lnTo>
                  <a:lnTo>
                    <a:pt x="1187277" y="1346452"/>
                  </a:lnTo>
                  <a:lnTo>
                    <a:pt x="1187280" y="1346445"/>
                  </a:lnTo>
                  <a:lnTo>
                    <a:pt x="1187282" y="1346439"/>
                  </a:lnTo>
                  <a:lnTo>
                    <a:pt x="1187284" y="1346434"/>
                  </a:lnTo>
                  <a:lnTo>
                    <a:pt x="1187285" y="1346430"/>
                  </a:lnTo>
                  <a:lnTo>
                    <a:pt x="1187289" y="1346418"/>
                  </a:lnTo>
                  <a:lnTo>
                    <a:pt x="1187294" y="1346411"/>
                  </a:lnTo>
                  <a:lnTo>
                    <a:pt x="1187300" y="1346403"/>
                  </a:lnTo>
                  <a:lnTo>
                    <a:pt x="1187313" y="1346391"/>
                  </a:lnTo>
                  <a:lnTo>
                    <a:pt x="1187328" y="1346377"/>
                  </a:lnTo>
                  <a:lnTo>
                    <a:pt x="1187333" y="1346371"/>
                  </a:lnTo>
                  <a:lnTo>
                    <a:pt x="1187337" y="1346367"/>
                  </a:lnTo>
                  <a:lnTo>
                    <a:pt x="1187340" y="1346362"/>
                  </a:lnTo>
                  <a:lnTo>
                    <a:pt x="1187343" y="1346356"/>
                  </a:lnTo>
                  <a:lnTo>
                    <a:pt x="1187345" y="1346351"/>
                  </a:lnTo>
                  <a:lnTo>
                    <a:pt x="1187346" y="1346344"/>
                  </a:lnTo>
                  <a:lnTo>
                    <a:pt x="1187346" y="1346331"/>
                  </a:lnTo>
                  <a:lnTo>
                    <a:pt x="1187344" y="1346313"/>
                  </a:lnTo>
                  <a:lnTo>
                    <a:pt x="1187342" y="1346297"/>
                  </a:lnTo>
                  <a:lnTo>
                    <a:pt x="1187341" y="1346282"/>
                  </a:lnTo>
                  <a:lnTo>
                    <a:pt x="1187340" y="1346264"/>
                  </a:lnTo>
                  <a:lnTo>
                    <a:pt x="1187341" y="1346251"/>
                  </a:lnTo>
                  <a:lnTo>
                    <a:pt x="1187342" y="1346242"/>
                  </a:lnTo>
                  <a:lnTo>
                    <a:pt x="1187345" y="1346233"/>
                  </a:lnTo>
                  <a:lnTo>
                    <a:pt x="1187347" y="1346227"/>
                  </a:lnTo>
                  <a:lnTo>
                    <a:pt x="1187351" y="1346222"/>
                  </a:lnTo>
                  <a:lnTo>
                    <a:pt x="1187349" y="1346217"/>
                  </a:lnTo>
                  <a:lnTo>
                    <a:pt x="1187343" y="1346188"/>
                  </a:lnTo>
                  <a:lnTo>
                    <a:pt x="1187334" y="1346175"/>
                  </a:lnTo>
                  <a:lnTo>
                    <a:pt x="1187324" y="1346162"/>
                  </a:lnTo>
                  <a:lnTo>
                    <a:pt x="1187313" y="1346147"/>
                  </a:lnTo>
                  <a:lnTo>
                    <a:pt x="1187307" y="1346133"/>
                  </a:lnTo>
                  <a:lnTo>
                    <a:pt x="1187300" y="1346114"/>
                  </a:lnTo>
                  <a:lnTo>
                    <a:pt x="1187294" y="1346096"/>
                  </a:lnTo>
                  <a:lnTo>
                    <a:pt x="1187283" y="1346083"/>
                  </a:lnTo>
                  <a:lnTo>
                    <a:pt x="1187262" y="1346070"/>
                  </a:lnTo>
                  <a:lnTo>
                    <a:pt x="1187246" y="1346060"/>
                  </a:lnTo>
                  <a:lnTo>
                    <a:pt x="1187235" y="1346047"/>
                  </a:lnTo>
                  <a:lnTo>
                    <a:pt x="1187233" y="1346040"/>
                  </a:lnTo>
                  <a:lnTo>
                    <a:pt x="1187231" y="1346034"/>
                  </a:lnTo>
                  <a:lnTo>
                    <a:pt x="1187226" y="1346019"/>
                  </a:lnTo>
                  <a:lnTo>
                    <a:pt x="1187224" y="1346005"/>
                  </a:lnTo>
                  <a:lnTo>
                    <a:pt x="1187229" y="1345995"/>
                  </a:lnTo>
                  <a:lnTo>
                    <a:pt x="1187236" y="1345985"/>
                  </a:lnTo>
                  <a:lnTo>
                    <a:pt x="1187237" y="1345974"/>
                  </a:lnTo>
                  <a:lnTo>
                    <a:pt x="1187228" y="1345959"/>
                  </a:lnTo>
                  <a:lnTo>
                    <a:pt x="1187224" y="1345952"/>
                  </a:lnTo>
                  <a:lnTo>
                    <a:pt x="1187219" y="1345942"/>
                  </a:lnTo>
                  <a:lnTo>
                    <a:pt x="1187220" y="1345928"/>
                  </a:lnTo>
                  <a:lnTo>
                    <a:pt x="1187223" y="1345917"/>
                  </a:lnTo>
                  <a:lnTo>
                    <a:pt x="1187235" y="1345899"/>
                  </a:lnTo>
                  <a:lnTo>
                    <a:pt x="1187239" y="1345884"/>
                  </a:lnTo>
                  <a:lnTo>
                    <a:pt x="1187230" y="1345857"/>
                  </a:lnTo>
                  <a:lnTo>
                    <a:pt x="1187227" y="1345823"/>
                  </a:lnTo>
                  <a:lnTo>
                    <a:pt x="1187225" y="1345793"/>
                  </a:lnTo>
                  <a:lnTo>
                    <a:pt x="1187220" y="1345774"/>
                  </a:lnTo>
                  <a:lnTo>
                    <a:pt x="1187216" y="1345761"/>
                  </a:lnTo>
                  <a:lnTo>
                    <a:pt x="1187210" y="1345750"/>
                  </a:lnTo>
                  <a:lnTo>
                    <a:pt x="1187204" y="1345743"/>
                  </a:lnTo>
                  <a:lnTo>
                    <a:pt x="1187188" y="1345732"/>
                  </a:lnTo>
                  <a:lnTo>
                    <a:pt x="1187174" y="1345725"/>
                  </a:lnTo>
                  <a:lnTo>
                    <a:pt x="1187162" y="1345722"/>
                  </a:lnTo>
                  <a:lnTo>
                    <a:pt x="1187156" y="1345725"/>
                  </a:lnTo>
                  <a:lnTo>
                    <a:pt x="1187138" y="1345735"/>
                  </a:lnTo>
                  <a:lnTo>
                    <a:pt x="1187126" y="1345741"/>
                  </a:lnTo>
                  <a:lnTo>
                    <a:pt x="1187109" y="1345743"/>
                  </a:lnTo>
                  <a:lnTo>
                    <a:pt x="1187098" y="1345742"/>
                  </a:lnTo>
                  <a:lnTo>
                    <a:pt x="1187089" y="1345741"/>
                  </a:lnTo>
                  <a:lnTo>
                    <a:pt x="1187080" y="1345738"/>
                  </a:lnTo>
                  <a:lnTo>
                    <a:pt x="1187068" y="1345730"/>
                  </a:lnTo>
                  <a:lnTo>
                    <a:pt x="1187061" y="1345722"/>
                  </a:lnTo>
                  <a:lnTo>
                    <a:pt x="1187054" y="1345710"/>
                  </a:lnTo>
                  <a:lnTo>
                    <a:pt x="1187044" y="1345693"/>
                  </a:lnTo>
                  <a:lnTo>
                    <a:pt x="1187037" y="1345683"/>
                  </a:lnTo>
                  <a:lnTo>
                    <a:pt x="1187031" y="1345677"/>
                  </a:lnTo>
                  <a:lnTo>
                    <a:pt x="1187022" y="1345673"/>
                  </a:lnTo>
                  <a:lnTo>
                    <a:pt x="1187010" y="1345673"/>
                  </a:lnTo>
                  <a:lnTo>
                    <a:pt x="1186996" y="1345684"/>
                  </a:lnTo>
                  <a:lnTo>
                    <a:pt x="1186991" y="1345673"/>
                  </a:lnTo>
                  <a:lnTo>
                    <a:pt x="1186984" y="1345667"/>
                  </a:lnTo>
                  <a:lnTo>
                    <a:pt x="1186971" y="1345653"/>
                  </a:lnTo>
                  <a:lnTo>
                    <a:pt x="1186955" y="1345639"/>
                  </a:lnTo>
                  <a:lnTo>
                    <a:pt x="1186944" y="1345625"/>
                  </a:lnTo>
                  <a:lnTo>
                    <a:pt x="1186931" y="1345612"/>
                  </a:lnTo>
                  <a:lnTo>
                    <a:pt x="1186920" y="1345591"/>
                  </a:lnTo>
                  <a:lnTo>
                    <a:pt x="1186915" y="1345575"/>
                  </a:lnTo>
                  <a:lnTo>
                    <a:pt x="1186910" y="1345556"/>
                  </a:lnTo>
                  <a:lnTo>
                    <a:pt x="1186907" y="1345546"/>
                  </a:lnTo>
                  <a:lnTo>
                    <a:pt x="1186902" y="1345543"/>
                  </a:lnTo>
                  <a:lnTo>
                    <a:pt x="1186870" y="1345538"/>
                  </a:lnTo>
                  <a:lnTo>
                    <a:pt x="1186858" y="1345536"/>
                  </a:lnTo>
                  <a:lnTo>
                    <a:pt x="1186847" y="1345538"/>
                  </a:lnTo>
                  <a:lnTo>
                    <a:pt x="1186816" y="1345543"/>
                  </a:lnTo>
                  <a:lnTo>
                    <a:pt x="1186811" y="1345543"/>
                  </a:lnTo>
                  <a:lnTo>
                    <a:pt x="1186805" y="1345542"/>
                  </a:lnTo>
                  <a:lnTo>
                    <a:pt x="1186798" y="1345540"/>
                  </a:lnTo>
                  <a:lnTo>
                    <a:pt x="1186786" y="1345536"/>
                  </a:lnTo>
                  <a:lnTo>
                    <a:pt x="1186774" y="1345534"/>
                  </a:lnTo>
                  <a:lnTo>
                    <a:pt x="1186763" y="1345535"/>
                  </a:lnTo>
                  <a:lnTo>
                    <a:pt x="1186758" y="1345537"/>
                  </a:lnTo>
                  <a:lnTo>
                    <a:pt x="1186753" y="1345540"/>
                  </a:lnTo>
                  <a:lnTo>
                    <a:pt x="1186750" y="1345544"/>
                  </a:lnTo>
                  <a:lnTo>
                    <a:pt x="1186741" y="1345554"/>
                  </a:lnTo>
                  <a:lnTo>
                    <a:pt x="1186727" y="1345571"/>
                  </a:lnTo>
                  <a:lnTo>
                    <a:pt x="1186715" y="1345589"/>
                  </a:lnTo>
                  <a:lnTo>
                    <a:pt x="1186703" y="1345605"/>
                  </a:lnTo>
                  <a:lnTo>
                    <a:pt x="1186699" y="1345612"/>
                  </a:lnTo>
                  <a:lnTo>
                    <a:pt x="1186694" y="1345616"/>
                  </a:lnTo>
                  <a:lnTo>
                    <a:pt x="1186674" y="1345619"/>
                  </a:lnTo>
                  <a:lnTo>
                    <a:pt x="1186662" y="1345622"/>
                  </a:lnTo>
                  <a:lnTo>
                    <a:pt x="1186653" y="1345627"/>
                  </a:lnTo>
                  <a:lnTo>
                    <a:pt x="1186645" y="1345636"/>
                  </a:lnTo>
                  <a:lnTo>
                    <a:pt x="1186641" y="1345652"/>
                  </a:lnTo>
                  <a:lnTo>
                    <a:pt x="1186637" y="1345665"/>
                  </a:lnTo>
                  <a:lnTo>
                    <a:pt x="1186635" y="1345678"/>
                  </a:lnTo>
                  <a:lnTo>
                    <a:pt x="1186629" y="1345690"/>
                  </a:lnTo>
                  <a:lnTo>
                    <a:pt x="1186620" y="1345698"/>
                  </a:lnTo>
                  <a:lnTo>
                    <a:pt x="1186615" y="1345704"/>
                  </a:lnTo>
                  <a:lnTo>
                    <a:pt x="1186607" y="1345713"/>
                  </a:lnTo>
                  <a:lnTo>
                    <a:pt x="1186605" y="1345720"/>
                  </a:lnTo>
                  <a:lnTo>
                    <a:pt x="1186604" y="1345726"/>
                  </a:lnTo>
                  <a:lnTo>
                    <a:pt x="1186607" y="1345742"/>
                  </a:lnTo>
                  <a:lnTo>
                    <a:pt x="1186612" y="1345764"/>
                  </a:lnTo>
                  <a:lnTo>
                    <a:pt x="1186594" y="1345763"/>
                  </a:lnTo>
                  <a:lnTo>
                    <a:pt x="1186583" y="1345766"/>
                  </a:lnTo>
                  <a:lnTo>
                    <a:pt x="1186573" y="1345767"/>
                  </a:lnTo>
                  <a:lnTo>
                    <a:pt x="1186566" y="1345765"/>
                  </a:lnTo>
                  <a:lnTo>
                    <a:pt x="1186556" y="1345761"/>
                  </a:lnTo>
                  <a:lnTo>
                    <a:pt x="1186544" y="1345758"/>
                  </a:lnTo>
                  <a:lnTo>
                    <a:pt x="1186537" y="1345755"/>
                  </a:lnTo>
                  <a:lnTo>
                    <a:pt x="1186531" y="1345749"/>
                  </a:lnTo>
                  <a:lnTo>
                    <a:pt x="1186525" y="1345742"/>
                  </a:lnTo>
                  <a:lnTo>
                    <a:pt x="1186515" y="1345732"/>
                  </a:lnTo>
                  <a:lnTo>
                    <a:pt x="1186507" y="1345726"/>
                  </a:lnTo>
                  <a:lnTo>
                    <a:pt x="1186496" y="1345720"/>
                  </a:lnTo>
                  <a:lnTo>
                    <a:pt x="1186479" y="1345716"/>
                  </a:lnTo>
                  <a:lnTo>
                    <a:pt x="1186467" y="1345714"/>
                  </a:lnTo>
                  <a:lnTo>
                    <a:pt x="1186458" y="1345710"/>
                  </a:lnTo>
                  <a:lnTo>
                    <a:pt x="1186446" y="1345704"/>
                  </a:lnTo>
                  <a:lnTo>
                    <a:pt x="1186435" y="1345698"/>
                  </a:lnTo>
                  <a:lnTo>
                    <a:pt x="1186426" y="1345693"/>
                  </a:lnTo>
                  <a:lnTo>
                    <a:pt x="1186421" y="1345688"/>
                  </a:lnTo>
                  <a:lnTo>
                    <a:pt x="1186416" y="1345681"/>
                  </a:lnTo>
                  <a:lnTo>
                    <a:pt x="1186411" y="1345675"/>
                  </a:lnTo>
                  <a:lnTo>
                    <a:pt x="1186399" y="1345668"/>
                  </a:lnTo>
                  <a:lnTo>
                    <a:pt x="1186384" y="1345661"/>
                  </a:lnTo>
                  <a:lnTo>
                    <a:pt x="1186370" y="1345651"/>
                  </a:lnTo>
                  <a:lnTo>
                    <a:pt x="1186358" y="1345644"/>
                  </a:lnTo>
                  <a:lnTo>
                    <a:pt x="1186345" y="1345633"/>
                  </a:lnTo>
                  <a:lnTo>
                    <a:pt x="1186334" y="1345623"/>
                  </a:lnTo>
                  <a:lnTo>
                    <a:pt x="1186321" y="1345609"/>
                  </a:lnTo>
                  <a:lnTo>
                    <a:pt x="1186312" y="1345596"/>
                  </a:lnTo>
                  <a:lnTo>
                    <a:pt x="1186301" y="1345586"/>
                  </a:lnTo>
                  <a:lnTo>
                    <a:pt x="1186296" y="1345581"/>
                  </a:lnTo>
                  <a:lnTo>
                    <a:pt x="1186282" y="1345575"/>
                  </a:lnTo>
                  <a:lnTo>
                    <a:pt x="1186266" y="1345572"/>
                  </a:lnTo>
                  <a:lnTo>
                    <a:pt x="1186253" y="1345570"/>
                  </a:lnTo>
                  <a:lnTo>
                    <a:pt x="1186242" y="1345572"/>
                  </a:lnTo>
                  <a:lnTo>
                    <a:pt x="1186223" y="1345575"/>
                  </a:lnTo>
                  <a:lnTo>
                    <a:pt x="1186197" y="1345580"/>
                  </a:lnTo>
                  <a:lnTo>
                    <a:pt x="1186186" y="1345582"/>
                  </a:lnTo>
                  <a:lnTo>
                    <a:pt x="1186177" y="1345586"/>
                  </a:lnTo>
                  <a:lnTo>
                    <a:pt x="1186170" y="1345591"/>
                  </a:lnTo>
                  <a:lnTo>
                    <a:pt x="1186165" y="1345597"/>
                  </a:lnTo>
                  <a:lnTo>
                    <a:pt x="1186164" y="1345603"/>
                  </a:lnTo>
                  <a:lnTo>
                    <a:pt x="1186163" y="1345610"/>
                  </a:lnTo>
                  <a:lnTo>
                    <a:pt x="1186163" y="1345620"/>
                  </a:lnTo>
                  <a:lnTo>
                    <a:pt x="1186164" y="1345629"/>
                  </a:lnTo>
                  <a:lnTo>
                    <a:pt x="1186168" y="1345650"/>
                  </a:lnTo>
                  <a:lnTo>
                    <a:pt x="1186175" y="1345680"/>
                  </a:lnTo>
                  <a:lnTo>
                    <a:pt x="1186178" y="1345695"/>
                  </a:lnTo>
                  <a:lnTo>
                    <a:pt x="1186178" y="1345700"/>
                  </a:lnTo>
                  <a:lnTo>
                    <a:pt x="1186175" y="1345706"/>
                  </a:lnTo>
                  <a:lnTo>
                    <a:pt x="1186170" y="1345711"/>
                  </a:lnTo>
                  <a:lnTo>
                    <a:pt x="1186159" y="1345715"/>
                  </a:lnTo>
                  <a:lnTo>
                    <a:pt x="1186154" y="1345717"/>
                  </a:lnTo>
                  <a:lnTo>
                    <a:pt x="1186145" y="1345720"/>
                  </a:lnTo>
                  <a:lnTo>
                    <a:pt x="1186137" y="1345722"/>
                  </a:lnTo>
                  <a:lnTo>
                    <a:pt x="1186130" y="1345722"/>
                  </a:lnTo>
                  <a:lnTo>
                    <a:pt x="1186124" y="1345719"/>
                  </a:lnTo>
                  <a:lnTo>
                    <a:pt x="1186117" y="1345715"/>
                  </a:lnTo>
                  <a:lnTo>
                    <a:pt x="1186111" y="1345715"/>
                  </a:lnTo>
                  <a:lnTo>
                    <a:pt x="1186106" y="1345716"/>
                  </a:lnTo>
                  <a:lnTo>
                    <a:pt x="1186101" y="1345721"/>
                  </a:lnTo>
                  <a:lnTo>
                    <a:pt x="1186098" y="1345726"/>
                  </a:lnTo>
                  <a:lnTo>
                    <a:pt x="1186095" y="1345736"/>
                  </a:lnTo>
                  <a:lnTo>
                    <a:pt x="1186091" y="1345748"/>
                  </a:lnTo>
                  <a:lnTo>
                    <a:pt x="1186085" y="1345762"/>
                  </a:lnTo>
                  <a:lnTo>
                    <a:pt x="1186079" y="1345769"/>
                  </a:lnTo>
                  <a:lnTo>
                    <a:pt x="1186069" y="1345777"/>
                  </a:lnTo>
                  <a:lnTo>
                    <a:pt x="1186057" y="1345778"/>
                  </a:lnTo>
                  <a:lnTo>
                    <a:pt x="1186047" y="1345779"/>
                  </a:lnTo>
                  <a:lnTo>
                    <a:pt x="1186036" y="1345782"/>
                  </a:lnTo>
                  <a:lnTo>
                    <a:pt x="1186027" y="1345785"/>
                  </a:lnTo>
                  <a:lnTo>
                    <a:pt x="1186012" y="1345793"/>
                  </a:lnTo>
                  <a:lnTo>
                    <a:pt x="1186004" y="1345800"/>
                  </a:lnTo>
                  <a:lnTo>
                    <a:pt x="1185987" y="1345809"/>
                  </a:lnTo>
                  <a:lnTo>
                    <a:pt x="1185980" y="1345812"/>
                  </a:lnTo>
                  <a:lnTo>
                    <a:pt x="1185969" y="1345817"/>
                  </a:lnTo>
                  <a:lnTo>
                    <a:pt x="1185958" y="1345819"/>
                  </a:lnTo>
                  <a:lnTo>
                    <a:pt x="1185875" y="1345829"/>
                  </a:lnTo>
                  <a:lnTo>
                    <a:pt x="1185856" y="1345882"/>
                  </a:lnTo>
                  <a:lnTo>
                    <a:pt x="1185849" y="1345894"/>
                  </a:lnTo>
                  <a:lnTo>
                    <a:pt x="1185839" y="1345907"/>
                  </a:lnTo>
                  <a:lnTo>
                    <a:pt x="1185829" y="1345916"/>
                  </a:lnTo>
                  <a:lnTo>
                    <a:pt x="1185815" y="1345930"/>
                  </a:lnTo>
                  <a:lnTo>
                    <a:pt x="1185796" y="1345952"/>
                  </a:lnTo>
                  <a:lnTo>
                    <a:pt x="1185783" y="1345969"/>
                  </a:lnTo>
                  <a:lnTo>
                    <a:pt x="1185767" y="1345975"/>
                  </a:lnTo>
                  <a:lnTo>
                    <a:pt x="1185761" y="1345980"/>
                  </a:lnTo>
                  <a:lnTo>
                    <a:pt x="1185756" y="1345989"/>
                  </a:lnTo>
                  <a:lnTo>
                    <a:pt x="1185754" y="1345994"/>
                  </a:lnTo>
                  <a:lnTo>
                    <a:pt x="1185752" y="1346003"/>
                  </a:lnTo>
                  <a:lnTo>
                    <a:pt x="1185750" y="1346016"/>
                  </a:lnTo>
                  <a:lnTo>
                    <a:pt x="1185744" y="1346024"/>
                  </a:lnTo>
                  <a:lnTo>
                    <a:pt x="1185734" y="1346032"/>
                  </a:lnTo>
                  <a:lnTo>
                    <a:pt x="1185717" y="1346039"/>
                  </a:lnTo>
                  <a:lnTo>
                    <a:pt x="1185706" y="1346040"/>
                  </a:lnTo>
                  <a:lnTo>
                    <a:pt x="1185701" y="1346041"/>
                  </a:lnTo>
                  <a:lnTo>
                    <a:pt x="1185680" y="1346046"/>
                  </a:lnTo>
                  <a:lnTo>
                    <a:pt x="1185661" y="1346055"/>
                  </a:lnTo>
                  <a:lnTo>
                    <a:pt x="1185656" y="1346059"/>
                  </a:lnTo>
                  <a:lnTo>
                    <a:pt x="1185635" y="1346070"/>
                  </a:lnTo>
                  <a:lnTo>
                    <a:pt x="1185606" y="1346065"/>
                  </a:lnTo>
                  <a:lnTo>
                    <a:pt x="1185583" y="1346070"/>
                  </a:lnTo>
                  <a:lnTo>
                    <a:pt x="1185569" y="1346082"/>
                  </a:lnTo>
                  <a:lnTo>
                    <a:pt x="1185541" y="1346116"/>
                  </a:lnTo>
                  <a:lnTo>
                    <a:pt x="1185506" y="1346144"/>
                  </a:lnTo>
                  <a:lnTo>
                    <a:pt x="1185452" y="1346194"/>
                  </a:lnTo>
                  <a:lnTo>
                    <a:pt x="1185422" y="1346217"/>
                  </a:lnTo>
                  <a:lnTo>
                    <a:pt x="1185388" y="1346241"/>
                  </a:lnTo>
                  <a:lnTo>
                    <a:pt x="1185370" y="1346241"/>
                  </a:lnTo>
                  <a:lnTo>
                    <a:pt x="1185366" y="1346238"/>
                  </a:lnTo>
                  <a:lnTo>
                    <a:pt x="1185346" y="1346215"/>
                  </a:lnTo>
                  <a:lnTo>
                    <a:pt x="1185315" y="1346175"/>
                  </a:lnTo>
                  <a:lnTo>
                    <a:pt x="1185288" y="1346145"/>
                  </a:lnTo>
                  <a:lnTo>
                    <a:pt x="1185276" y="1346136"/>
                  </a:lnTo>
                  <a:lnTo>
                    <a:pt x="1185256" y="1346123"/>
                  </a:lnTo>
                  <a:lnTo>
                    <a:pt x="1185249" y="1346118"/>
                  </a:lnTo>
                  <a:lnTo>
                    <a:pt x="1185236" y="1346112"/>
                  </a:lnTo>
                  <a:lnTo>
                    <a:pt x="1185221" y="1346107"/>
                  </a:lnTo>
                  <a:lnTo>
                    <a:pt x="1185211" y="1346106"/>
                  </a:lnTo>
                  <a:lnTo>
                    <a:pt x="1185204" y="1346108"/>
                  </a:lnTo>
                  <a:lnTo>
                    <a:pt x="1185190" y="1346115"/>
                  </a:lnTo>
                  <a:lnTo>
                    <a:pt x="1185184" y="1346118"/>
                  </a:lnTo>
                  <a:lnTo>
                    <a:pt x="1185179" y="1346124"/>
                  </a:lnTo>
                  <a:lnTo>
                    <a:pt x="1185173" y="1346133"/>
                  </a:lnTo>
                  <a:lnTo>
                    <a:pt x="1185165" y="1346148"/>
                  </a:lnTo>
                  <a:lnTo>
                    <a:pt x="1185158" y="1346158"/>
                  </a:lnTo>
                  <a:lnTo>
                    <a:pt x="1185150" y="1346166"/>
                  </a:lnTo>
                  <a:lnTo>
                    <a:pt x="1185144" y="1346169"/>
                  </a:lnTo>
                  <a:lnTo>
                    <a:pt x="1185138" y="1346173"/>
                  </a:lnTo>
                  <a:lnTo>
                    <a:pt x="1185128" y="1346178"/>
                  </a:lnTo>
                  <a:lnTo>
                    <a:pt x="1185108" y="1346192"/>
                  </a:lnTo>
                  <a:lnTo>
                    <a:pt x="1185092" y="1346202"/>
                  </a:lnTo>
                  <a:lnTo>
                    <a:pt x="1185082" y="1346204"/>
                  </a:lnTo>
                  <a:lnTo>
                    <a:pt x="1185066" y="1346204"/>
                  </a:lnTo>
                  <a:lnTo>
                    <a:pt x="1185053" y="1346207"/>
                  </a:lnTo>
                  <a:lnTo>
                    <a:pt x="1185041" y="1346211"/>
                  </a:lnTo>
                  <a:lnTo>
                    <a:pt x="1185027" y="1346218"/>
                  </a:lnTo>
                  <a:lnTo>
                    <a:pt x="1185011" y="1346226"/>
                  </a:lnTo>
                  <a:lnTo>
                    <a:pt x="1184995" y="1346235"/>
                  </a:lnTo>
                  <a:lnTo>
                    <a:pt x="1184968" y="1346256"/>
                  </a:lnTo>
                  <a:lnTo>
                    <a:pt x="1184955" y="1346263"/>
                  </a:lnTo>
                  <a:lnTo>
                    <a:pt x="1184950" y="1346265"/>
                  </a:lnTo>
                  <a:lnTo>
                    <a:pt x="1184939" y="1346261"/>
                  </a:lnTo>
                  <a:lnTo>
                    <a:pt x="1184928" y="1346259"/>
                  </a:lnTo>
                  <a:lnTo>
                    <a:pt x="1184916" y="1346259"/>
                  </a:lnTo>
                  <a:lnTo>
                    <a:pt x="1184897" y="1346260"/>
                  </a:lnTo>
                  <a:lnTo>
                    <a:pt x="1184872" y="1346260"/>
                  </a:lnTo>
                  <a:lnTo>
                    <a:pt x="1184856" y="1346260"/>
                  </a:lnTo>
                  <a:lnTo>
                    <a:pt x="1184844" y="1346259"/>
                  </a:lnTo>
                  <a:lnTo>
                    <a:pt x="1184831" y="1346260"/>
                  </a:lnTo>
                  <a:lnTo>
                    <a:pt x="1184815" y="1346263"/>
                  </a:lnTo>
                  <a:lnTo>
                    <a:pt x="1184788" y="1346270"/>
                  </a:lnTo>
                  <a:lnTo>
                    <a:pt x="1184765" y="1346279"/>
                  </a:lnTo>
                  <a:lnTo>
                    <a:pt x="1184751" y="1346287"/>
                  </a:lnTo>
                  <a:lnTo>
                    <a:pt x="1184741" y="1346292"/>
                  </a:lnTo>
                  <a:lnTo>
                    <a:pt x="1184728" y="1346297"/>
                  </a:lnTo>
                  <a:lnTo>
                    <a:pt x="1184716" y="1346301"/>
                  </a:lnTo>
                  <a:lnTo>
                    <a:pt x="1184693" y="1346306"/>
                  </a:lnTo>
                  <a:lnTo>
                    <a:pt x="1184676" y="1346312"/>
                  </a:lnTo>
                  <a:lnTo>
                    <a:pt x="1184667" y="1346314"/>
                  </a:lnTo>
                  <a:lnTo>
                    <a:pt x="1184655" y="1346320"/>
                  </a:lnTo>
                  <a:lnTo>
                    <a:pt x="1184647" y="1346326"/>
                  </a:lnTo>
                  <a:lnTo>
                    <a:pt x="1184637" y="1346336"/>
                  </a:lnTo>
                  <a:lnTo>
                    <a:pt x="1184630" y="1346340"/>
                  </a:lnTo>
                  <a:lnTo>
                    <a:pt x="1184626" y="1346341"/>
                  </a:lnTo>
                  <a:lnTo>
                    <a:pt x="1184619" y="1346341"/>
                  </a:lnTo>
                  <a:lnTo>
                    <a:pt x="1184599" y="1346336"/>
                  </a:lnTo>
                  <a:lnTo>
                    <a:pt x="1184578" y="1346332"/>
                  </a:lnTo>
                  <a:lnTo>
                    <a:pt x="1184565" y="1346335"/>
                  </a:lnTo>
                  <a:lnTo>
                    <a:pt x="1184554" y="1346335"/>
                  </a:lnTo>
                  <a:lnTo>
                    <a:pt x="1184536" y="1346341"/>
                  </a:lnTo>
                  <a:lnTo>
                    <a:pt x="1184517" y="1346349"/>
                  </a:lnTo>
                  <a:lnTo>
                    <a:pt x="1184501" y="1346357"/>
                  </a:lnTo>
                  <a:lnTo>
                    <a:pt x="1184489" y="1346363"/>
                  </a:lnTo>
                  <a:lnTo>
                    <a:pt x="1184480" y="1346367"/>
                  </a:lnTo>
                  <a:lnTo>
                    <a:pt x="1184463" y="1346377"/>
                  </a:lnTo>
                  <a:lnTo>
                    <a:pt x="1184450" y="1346387"/>
                  </a:lnTo>
                  <a:lnTo>
                    <a:pt x="1184438" y="1346401"/>
                  </a:lnTo>
                  <a:lnTo>
                    <a:pt x="1184428" y="1346412"/>
                  </a:lnTo>
                  <a:lnTo>
                    <a:pt x="1184421" y="1346422"/>
                  </a:lnTo>
                  <a:lnTo>
                    <a:pt x="1184412" y="1346434"/>
                  </a:lnTo>
                  <a:lnTo>
                    <a:pt x="1184400" y="1346451"/>
                  </a:lnTo>
                  <a:lnTo>
                    <a:pt x="1184387" y="1346466"/>
                  </a:lnTo>
                  <a:lnTo>
                    <a:pt x="1184378" y="1346473"/>
                  </a:lnTo>
                  <a:lnTo>
                    <a:pt x="1184369" y="1346474"/>
                  </a:lnTo>
                  <a:lnTo>
                    <a:pt x="1184359" y="1346472"/>
                  </a:lnTo>
                  <a:lnTo>
                    <a:pt x="1184351" y="1346468"/>
                  </a:lnTo>
                  <a:lnTo>
                    <a:pt x="1184337" y="1346461"/>
                  </a:lnTo>
                  <a:lnTo>
                    <a:pt x="1184326" y="1346459"/>
                  </a:lnTo>
                  <a:lnTo>
                    <a:pt x="1184313" y="1346467"/>
                  </a:lnTo>
                  <a:lnTo>
                    <a:pt x="1184306" y="1346473"/>
                  </a:lnTo>
                  <a:lnTo>
                    <a:pt x="1184296" y="1346483"/>
                  </a:lnTo>
                  <a:lnTo>
                    <a:pt x="1184282" y="1346495"/>
                  </a:lnTo>
                  <a:lnTo>
                    <a:pt x="1184268" y="1346510"/>
                  </a:lnTo>
                  <a:lnTo>
                    <a:pt x="1184260" y="1346524"/>
                  </a:lnTo>
                  <a:lnTo>
                    <a:pt x="1184251" y="1346549"/>
                  </a:lnTo>
                  <a:lnTo>
                    <a:pt x="1184277" y="1346578"/>
                  </a:lnTo>
                  <a:lnTo>
                    <a:pt x="1184243" y="1346587"/>
                  </a:lnTo>
                  <a:lnTo>
                    <a:pt x="1184227" y="1346588"/>
                  </a:lnTo>
                  <a:lnTo>
                    <a:pt x="1184224" y="1346583"/>
                  </a:lnTo>
                  <a:lnTo>
                    <a:pt x="1184220" y="1346575"/>
                  </a:lnTo>
                  <a:lnTo>
                    <a:pt x="1184215" y="1346565"/>
                  </a:lnTo>
                  <a:lnTo>
                    <a:pt x="1184206" y="1346550"/>
                  </a:lnTo>
                  <a:lnTo>
                    <a:pt x="1184193" y="1346531"/>
                  </a:lnTo>
                  <a:lnTo>
                    <a:pt x="1184180" y="1346517"/>
                  </a:lnTo>
                  <a:lnTo>
                    <a:pt x="1184168" y="1346508"/>
                  </a:lnTo>
                  <a:lnTo>
                    <a:pt x="1184156" y="1346501"/>
                  </a:lnTo>
                  <a:lnTo>
                    <a:pt x="1184145" y="1346500"/>
                  </a:lnTo>
                  <a:lnTo>
                    <a:pt x="1184128" y="1346505"/>
                  </a:lnTo>
                  <a:lnTo>
                    <a:pt x="1184108" y="1346510"/>
                  </a:lnTo>
                  <a:lnTo>
                    <a:pt x="1184098" y="1346509"/>
                  </a:lnTo>
                  <a:lnTo>
                    <a:pt x="1184088" y="1346501"/>
                  </a:lnTo>
                  <a:lnTo>
                    <a:pt x="1184086" y="1346490"/>
                  </a:lnTo>
                  <a:lnTo>
                    <a:pt x="1184081" y="1346461"/>
                  </a:lnTo>
                  <a:lnTo>
                    <a:pt x="1184073" y="1346439"/>
                  </a:lnTo>
                  <a:lnTo>
                    <a:pt x="1184068" y="1346417"/>
                  </a:lnTo>
                  <a:lnTo>
                    <a:pt x="1184062" y="1346407"/>
                  </a:lnTo>
                  <a:lnTo>
                    <a:pt x="1184058" y="1346398"/>
                  </a:lnTo>
                  <a:lnTo>
                    <a:pt x="1184051" y="1346389"/>
                  </a:lnTo>
                  <a:lnTo>
                    <a:pt x="1184047" y="1346386"/>
                  </a:lnTo>
                  <a:lnTo>
                    <a:pt x="1184041" y="1346382"/>
                  </a:lnTo>
                  <a:lnTo>
                    <a:pt x="1184036" y="1346381"/>
                  </a:lnTo>
                  <a:lnTo>
                    <a:pt x="1184027" y="1346379"/>
                  </a:lnTo>
                  <a:lnTo>
                    <a:pt x="1184020" y="1346378"/>
                  </a:lnTo>
                  <a:lnTo>
                    <a:pt x="1184010" y="1346377"/>
                  </a:lnTo>
                  <a:lnTo>
                    <a:pt x="1183991" y="1346370"/>
                  </a:lnTo>
                  <a:lnTo>
                    <a:pt x="1183980" y="1346360"/>
                  </a:lnTo>
                  <a:lnTo>
                    <a:pt x="1183966" y="1346354"/>
                  </a:lnTo>
                  <a:lnTo>
                    <a:pt x="1183959" y="1346359"/>
                  </a:lnTo>
                  <a:lnTo>
                    <a:pt x="1183945" y="1346380"/>
                  </a:lnTo>
                  <a:lnTo>
                    <a:pt x="1183940" y="1346386"/>
                  </a:lnTo>
                  <a:lnTo>
                    <a:pt x="1183935" y="1346392"/>
                  </a:lnTo>
                  <a:lnTo>
                    <a:pt x="1183931" y="1346397"/>
                  </a:lnTo>
                  <a:lnTo>
                    <a:pt x="1183922" y="1346408"/>
                  </a:lnTo>
                  <a:lnTo>
                    <a:pt x="1183915" y="1346418"/>
                  </a:lnTo>
                  <a:lnTo>
                    <a:pt x="1183909" y="1346427"/>
                  </a:lnTo>
                  <a:lnTo>
                    <a:pt x="1183899" y="1346438"/>
                  </a:lnTo>
                  <a:lnTo>
                    <a:pt x="1183889" y="1346445"/>
                  </a:lnTo>
                  <a:lnTo>
                    <a:pt x="1183873" y="1346451"/>
                  </a:lnTo>
                  <a:lnTo>
                    <a:pt x="1183861" y="1346457"/>
                  </a:lnTo>
                  <a:lnTo>
                    <a:pt x="1183853" y="1346464"/>
                  </a:lnTo>
                  <a:lnTo>
                    <a:pt x="1183849" y="1346471"/>
                  </a:lnTo>
                  <a:lnTo>
                    <a:pt x="1183844" y="1346478"/>
                  </a:lnTo>
                  <a:lnTo>
                    <a:pt x="1183827" y="1346479"/>
                  </a:lnTo>
                  <a:lnTo>
                    <a:pt x="1183813" y="1346481"/>
                  </a:lnTo>
                  <a:lnTo>
                    <a:pt x="1183788" y="1346487"/>
                  </a:lnTo>
                  <a:lnTo>
                    <a:pt x="1183780" y="1346486"/>
                  </a:lnTo>
                  <a:lnTo>
                    <a:pt x="1183772" y="1346484"/>
                  </a:lnTo>
                  <a:lnTo>
                    <a:pt x="1183766" y="1346483"/>
                  </a:lnTo>
                  <a:lnTo>
                    <a:pt x="1183761" y="1346483"/>
                  </a:lnTo>
                  <a:lnTo>
                    <a:pt x="1183755" y="1346484"/>
                  </a:lnTo>
                  <a:lnTo>
                    <a:pt x="1183751" y="1346486"/>
                  </a:lnTo>
                  <a:lnTo>
                    <a:pt x="1183740" y="1346494"/>
                  </a:lnTo>
                  <a:lnTo>
                    <a:pt x="1183732" y="1346502"/>
                  </a:lnTo>
                  <a:lnTo>
                    <a:pt x="1183725" y="1346513"/>
                  </a:lnTo>
                  <a:lnTo>
                    <a:pt x="1183724" y="1346530"/>
                  </a:lnTo>
                  <a:lnTo>
                    <a:pt x="1183723" y="1346548"/>
                  </a:lnTo>
                  <a:lnTo>
                    <a:pt x="1183725" y="1346566"/>
                  </a:lnTo>
                  <a:lnTo>
                    <a:pt x="1183722" y="1346585"/>
                  </a:lnTo>
                  <a:lnTo>
                    <a:pt x="1183719" y="1346595"/>
                  </a:lnTo>
                  <a:lnTo>
                    <a:pt x="1183704" y="1346601"/>
                  </a:lnTo>
                  <a:lnTo>
                    <a:pt x="1183689" y="1346607"/>
                  </a:lnTo>
                  <a:lnTo>
                    <a:pt x="1183674" y="1346612"/>
                  </a:lnTo>
                  <a:lnTo>
                    <a:pt x="1183657" y="1346617"/>
                  </a:lnTo>
                  <a:lnTo>
                    <a:pt x="1183649" y="1346617"/>
                  </a:lnTo>
                  <a:lnTo>
                    <a:pt x="1183635" y="1346617"/>
                  </a:lnTo>
                  <a:lnTo>
                    <a:pt x="1183620" y="1346615"/>
                  </a:lnTo>
                  <a:lnTo>
                    <a:pt x="1183602" y="1346612"/>
                  </a:lnTo>
                  <a:lnTo>
                    <a:pt x="1183555" y="1346617"/>
                  </a:lnTo>
                  <a:lnTo>
                    <a:pt x="1183531" y="1346618"/>
                  </a:lnTo>
                  <a:lnTo>
                    <a:pt x="1183503" y="1346614"/>
                  </a:lnTo>
                  <a:lnTo>
                    <a:pt x="1183484" y="1346614"/>
                  </a:lnTo>
                  <a:lnTo>
                    <a:pt x="1183456" y="1346617"/>
                  </a:lnTo>
                  <a:lnTo>
                    <a:pt x="1183446" y="1346615"/>
                  </a:lnTo>
                  <a:lnTo>
                    <a:pt x="1183441" y="1346610"/>
                  </a:lnTo>
                  <a:lnTo>
                    <a:pt x="1183433" y="1346598"/>
                  </a:lnTo>
                  <a:lnTo>
                    <a:pt x="1183422" y="1346583"/>
                  </a:lnTo>
                  <a:lnTo>
                    <a:pt x="1183408" y="1346565"/>
                  </a:lnTo>
                  <a:lnTo>
                    <a:pt x="1183391" y="1346550"/>
                  </a:lnTo>
                  <a:lnTo>
                    <a:pt x="1183375" y="1346540"/>
                  </a:lnTo>
                  <a:lnTo>
                    <a:pt x="1183358" y="1346531"/>
                  </a:lnTo>
                  <a:lnTo>
                    <a:pt x="1183352" y="1346528"/>
                  </a:lnTo>
                  <a:lnTo>
                    <a:pt x="1183341" y="1346524"/>
                  </a:lnTo>
                  <a:lnTo>
                    <a:pt x="1183315" y="1346523"/>
                  </a:lnTo>
                  <a:lnTo>
                    <a:pt x="1183300" y="1346525"/>
                  </a:lnTo>
                  <a:lnTo>
                    <a:pt x="1183283" y="1346529"/>
                  </a:lnTo>
                  <a:lnTo>
                    <a:pt x="1183263" y="1346538"/>
                  </a:lnTo>
                  <a:lnTo>
                    <a:pt x="1183241" y="1346547"/>
                  </a:lnTo>
                  <a:lnTo>
                    <a:pt x="1183220" y="1346554"/>
                  </a:lnTo>
                  <a:lnTo>
                    <a:pt x="1183212" y="1346559"/>
                  </a:lnTo>
                  <a:lnTo>
                    <a:pt x="1183208" y="1346568"/>
                  </a:lnTo>
                  <a:lnTo>
                    <a:pt x="1183205" y="1346582"/>
                  </a:lnTo>
                  <a:lnTo>
                    <a:pt x="1183205" y="1346599"/>
                  </a:lnTo>
                  <a:lnTo>
                    <a:pt x="1183206" y="1346618"/>
                  </a:lnTo>
                  <a:lnTo>
                    <a:pt x="1183209" y="1346634"/>
                  </a:lnTo>
                  <a:lnTo>
                    <a:pt x="1183210" y="1346664"/>
                  </a:lnTo>
                  <a:lnTo>
                    <a:pt x="1183196" y="1346677"/>
                  </a:lnTo>
                  <a:lnTo>
                    <a:pt x="1183174" y="1346692"/>
                  </a:lnTo>
                  <a:lnTo>
                    <a:pt x="1183173" y="1346706"/>
                  </a:lnTo>
                  <a:lnTo>
                    <a:pt x="1183173" y="1346714"/>
                  </a:lnTo>
                  <a:lnTo>
                    <a:pt x="1183172" y="1346728"/>
                  </a:lnTo>
                  <a:lnTo>
                    <a:pt x="1183168" y="1346748"/>
                  </a:lnTo>
                  <a:lnTo>
                    <a:pt x="1183163" y="1346760"/>
                  </a:lnTo>
                  <a:lnTo>
                    <a:pt x="1183156" y="1346774"/>
                  </a:lnTo>
                  <a:lnTo>
                    <a:pt x="1183145" y="1346782"/>
                  </a:lnTo>
                  <a:lnTo>
                    <a:pt x="1183142" y="1346786"/>
                  </a:lnTo>
                  <a:lnTo>
                    <a:pt x="1183139" y="1346802"/>
                  </a:lnTo>
                  <a:lnTo>
                    <a:pt x="1183129" y="1346824"/>
                  </a:lnTo>
                  <a:lnTo>
                    <a:pt x="1183108" y="1346832"/>
                  </a:lnTo>
                  <a:lnTo>
                    <a:pt x="1183082" y="1346846"/>
                  </a:lnTo>
                  <a:lnTo>
                    <a:pt x="1183071" y="1346849"/>
                  </a:lnTo>
                  <a:lnTo>
                    <a:pt x="1183056" y="1346847"/>
                  </a:lnTo>
                  <a:lnTo>
                    <a:pt x="1183040" y="1346841"/>
                  </a:lnTo>
                  <a:lnTo>
                    <a:pt x="1183015" y="1346835"/>
                  </a:lnTo>
                  <a:lnTo>
                    <a:pt x="1183000" y="1346835"/>
                  </a:lnTo>
                  <a:lnTo>
                    <a:pt x="1182932" y="1346846"/>
                  </a:lnTo>
                  <a:lnTo>
                    <a:pt x="1182897" y="1346848"/>
                  </a:lnTo>
                  <a:lnTo>
                    <a:pt x="1182879" y="1346851"/>
                  </a:lnTo>
                  <a:lnTo>
                    <a:pt x="1182875" y="1346856"/>
                  </a:lnTo>
                  <a:lnTo>
                    <a:pt x="1182874" y="1346864"/>
                  </a:lnTo>
                  <a:lnTo>
                    <a:pt x="1182873" y="1346876"/>
                  </a:lnTo>
                  <a:lnTo>
                    <a:pt x="1182870" y="1346898"/>
                  </a:lnTo>
                  <a:lnTo>
                    <a:pt x="1182865" y="1346922"/>
                  </a:lnTo>
                  <a:lnTo>
                    <a:pt x="1182857" y="1346970"/>
                  </a:lnTo>
                  <a:lnTo>
                    <a:pt x="1182852" y="1346987"/>
                  </a:lnTo>
                  <a:lnTo>
                    <a:pt x="1182843" y="1347003"/>
                  </a:lnTo>
                  <a:lnTo>
                    <a:pt x="1182840" y="1347015"/>
                  </a:lnTo>
                  <a:lnTo>
                    <a:pt x="1182835" y="1347030"/>
                  </a:lnTo>
                  <a:lnTo>
                    <a:pt x="1182828" y="1347032"/>
                  </a:lnTo>
                  <a:lnTo>
                    <a:pt x="1182816" y="1347033"/>
                  </a:lnTo>
                  <a:lnTo>
                    <a:pt x="1182805" y="1347031"/>
                  </a:lnTo>
                  <a:lnTo>
                    <a:pt x="1182792" y="1347032"/>
                  </a:lnTo>
                  <a:lnTo>
                    <a:pt x="1182775" y="1347045"/>
                  </a:lnTo>
                  <a:lnTo>
                    <a:pt x="1182770" y="1347057"/>
                  </a:lnTo>
                  <a:lnTo>
                    <a:pt x="1182752" y="1347071"/>
                  </a:lnTo>
                  <a:lnTo>
                    <a:pt x="1182735" y="1347062"/>
                  </a:lnTo>
                  <a:lnTo>
                    <a:pt x="1182711" y="1347041"/>
                  </a:lnTo>
                  <a:lnTo>
                    <a:pt x="1182699" y="1347032"/>
                  </a:lnTo>
                  <a:lnTo>
                    <a:pt x="1182669" y="1347025"/>
                  </a:lnTo>
                  <a:lnTo>
                    <a:pt x="1182646" y="1347025"/>
                  </a:lnTo>
                  <a:lnTo>
                    <a:pt x="1182613" y="1347028"/>
                  </a:lnTo>
                  <a:lnTo>
                    <a:pt x="1182591" y="1347036"/>
                  </a:lnTo>
                  <a:lnTo>
                    <a:pt x="1182567" y="1347048"/>
                  </a:lnTo>
                  <a:lnTo>
                    <a:pt x="1182556" y="1347053"/>
                  </a:lnTo>
                  <a:lnTo>
                    <a:pt x="1182542" y="1347071"/>
                  </a:lnTo>
                  <a:lnTo>
                    <a:pt x="1182528" y="1347085"/>
                  </a:lnTo>
                  <a:lnTo>
                    <a:pt x="1182517" y="1347094"/>
                  </a:lnTo>
                  <a:lnTo>
                    <a:pt x="1182512" y="1347099"/>
                  </a:lnTo>
                  <a:lnTo>
                    <a:pt x="1182497" y="1347113"/>
                  </a:lnTo>
                  <a:lnTo>
                    <a:pt x="1182483" y="1347126"/>
                  </a:lnTo>
                  <a:lnTo>
                    <a:pt x="1182476" y="1347132"/>
                  </a:lnTo>
                  <a:lnTo>
                    <a:pt x="1182466" y="1347140"/>
                  </a:lnTo>
                  <a:lnTo>
                    <a:pt x="1182449" y="1347148"/>
                  </a:lnTo>
                  <a:lnTo>
                    <a:pt x="1182428" y="1347152"/>
                  </a:lnTo>
                  <a:lnTo>
                    <a:pt x="1182409" y="1347153"/>
                  </a:lnTo>
                  <a:lnTo>
                    <a:pt x="1182402" y="1347151"/>
                  </a:lnTo>
                  <a:lnTo>
                    <a:pt x="1182392" y="1347153"/>
                  </a:lnTo>
                  <a:lnTo>
                    <a:pt x="1182386" y="1347160"/>
                  </a:lnTo>
                  <a:lnTo>
                    <a:pt x="1182381" y="1347168"/>
                  </a:lnTo>
                  <a:lnTo>
                    <a:pt x="1182376" y="1347173"/>
                  </a:lnTo>
                  <a:lnTo>
                    <a:pt x="1182372" y="1347177"/>
                  </a:lnTo>
                  <a:lnTo>
                    <a:pt x="1182366" y="1347182"/>
                  </a:lnTo>
                  <a:lnTo>
                    <a:pt x="1182361" y="1347186"/>
                  </a:lnTo>
                  <a:lnTo>
                    <a:pt x="1182355" y="1347189"/>
                  </a:lnTo>
                  <a:lnTo>
                    <a:pt x="1182350" y="1347193"/>
                  </a:lnTo>
                  <a:lnTo>
                    <a:pt x="1182341" y="1347207"/>
                  </a:lnTo>
                  <a:lnTo>
                    <a:pt x="1182332" y="1347217"/>
                  </a:lnTo>
                  <a:lnTo>
                    <a:pt x="1182318" y="1347230"/>
                  </a:lnTo>
                  <a:lnTo>
                    <a:pt x="1182302" y="1347232"/>
                  </a:lnTo>
                  <a:lnTo>
                    <a:pt x="1182288" y="1347234"/>
                  </a:lnTo>
                  <a:lnTo>
                    <a:pt x="1182270" y="1347235"/>
                  </a:lnTo>
                  <a:lnTo>
                    <a:pt x="1182254" y="1347236"/>
                  </a:lnTo>
                  <a:lnTo>
                    <a:pt x="1182234" y="1347239"/>
                  </a:lnTo>
                  <a:lnTo>
                    <a:pt x="1182216" y="1347244"/>
                  </a:lnTo>
                  <a:lnTo>
                    <a:pt x="1182202" y="1347245"/>
                  </a:lnTo>
                  <a:lnTo>
                    <a:pt x="1182184" y="1347248"/>
                  </a:lnTo>
                  <a:lnTo>
                    <a:pt x="1182165" y="1347252"/>
                  </a:lnTo>
                  <a:lnTo>
                    <a:pt x="1182143" y="1347250"/>
                  </a:lnTo>
                  <a:lnTo>
                    <a:pt x="1182127" y="1347246"/>
                  </a:lnTo>
                  <a:lnTo>
                    <a:pt x="1182111" y="1347248"/>
                  </a:lnTo>
                  <a:lnTo>
                    <a:pt x="1182096" y="1347258"/>
                  </a:lnTo>
                  <a:lnTo>
                    <a:pt x="1182082" y="1347273"/>
                  </a:lnTo>
                  <a:lnTo>
                    <a:pt x="1182073" y="1347282"/>
                  </a:lnTo>
                  <a:lnTo>
                    <a:pt x="1182069" y="1347284"/>
                  </a:lnTo>
                  <a:lnTo>
                    <a:pt x="1182045" y="1347290"/>
                  </a:lnTo>
                  <a:lnTo>
                    <a:pt x="1182036" y="1347289"/>
                  </a:lnTo>
                  <a:lnTo>
                    <a:pt x="1182026" y="1347283"/>
                  </a:lnTo>
                  <a:lnTo>
                    <a:pt x="1182023" y="1347274"/>
                  </a:lnTo>
                  <a:lnTo>
                    <a:pt x="1182024" y="1347262"/>
                  </a:lnTo>
                  <a:lnTo>
                    <a:pt x="1182027" y="1347245"/>
                  </a:lnTo>
                  <a:lnTo>
                    <a:pt x="1182029" y="1347232"/>
                  </a:lnTo>
                  <a:lnTo>
                    <a:pt x="1182027" y="1347215"/>
                  </a:lnTo>
                  <a:lnTo>
                    <a:pt x="1182023" y="1347193"/>
                  </a:lnTo>
                  <a:lnTo>
                    <a:pt x="1182016" y="1347177"/>
                  </a:lnTo>
                  <a:lnTo>
                    <a:pt x="1182008" y="1347155"/>
                  </a:lnTo>
                  <a:lnTo>
                    <a:pt x="1181998" y="1347143"/>
                  </a:lnTo>
                  <a:lnTo>
                    <a:pt x="1181984" y="1347127"/>
                  </a:lnTo>
                  <a:lnTo>
                    <a:pt x="1181971" y="1347110"/>
                  </a:lnTo>
                  <a:lnTo>
                    <a:pt x="1181961" y="1347093"/>
                  </a:lnTo>
                  <a:lnTo>
                    <a:pt x="1181958" y="1347081"/>
                  </a:lnTo>
                  <a:lnTo>
                    <a:pt x="1181959" y="1347065"/>
                  </a:lnTo>
                  <a:lnTo>
                    <a:pt x="1181960" y="1347051"/>
                  </a:lnTo>
                  <a:lnTo>
                    <a:pt x="1181960" y="1347030"/>
                  </a:lnTo>
                  <a:lnTo>
                    <a:pt x="1181960" y="1347000"/>
                  </a:lnTo>
                  <a:lnTo>
                    <a:pt x="1181954" y="1346994"/>
                  </a:lnTo>
                  <a:lnTo>
                    <a:pt x="1181948" y="1346991"/>
                  </a:lnTo>
                  <a:lnTo>
                    <a:pt x="1181938" y="1346989"/>
                  </a:lnTo>
                  <a:lnTo>
                    <a:pt x="1181925" y="1346986"/>
                  </a:lnTo>
                  <a:lnTo>
                    <a:pt x="1181902" y="1346979"/>
                  </a:lnTo>
                  <a:lnTo>
                    <a:pt x="1181883" y="1346973"/>
                  </a:lnTo>
                  <a:lnTo>
                    <a:pt x="1181866" y="1346967"/>
                  </a:lnTo>
                  <a:lnTo>
                    <a:pt x="1181854" y="1346960"/>
                  </a:lnTo>
                  <a:lnTo>
                    <a:pt x="1181835" y="1346947"/>
                  </a:lnTo>
                  <a:lnTo>
                    <a:pt x="1181817" y="1346934"/>
                  </a:lnTo>
                  <a:lnTo>
                    <a:pt x="1181803" y="1346920"/>
                  </a:lnTo>
                  <a:lnTo>
                    <a:pt x="1181794" y="1346912"/>
                  </a:lnTo>
                  <a:lnTo>
                    <a:pt x="1181783" y="1346903"/>
                  </a:lnTo>
                  <a:lnTo>
                    <a:pt x="1181776" y="1346900"/>
                  </a:lnTo>
                  <a:lnTo>
                    <a:pt x="1181760" y="1346900"/>
                  </a:lnTo>
                  <a:lnTo>
                    <a:pt x="1181743" y="1346903"/>
                  </a:lnTo>
                  <a:lnTo>
                    <a:pt x="1181716" y="1346907"/>
                  </a:lnTo>
                  <a:lnTo>
                    <a:pt x="1181696" y="1346910"/>
                  </a:lnTo>
                  <a:lnTo>
                    <a:pt x="1181680" y="1346916"/>
                  </a:lnTo>
                  <a:lnTo>
                    <a:pt x="1181670" y="1346920"/>
                  </a:lnTo>
                  <a:lnTo>
                    <a:pt x="1181657" y="1346924"/>
                  </a:lnTo>
                  <a:lnTo>
                    <a:pt x="1181650" y="1346924"/>
                  </a:lnTo>
                  <a:lnTo>
                    <a:pt x="1181638" y="1346922"/>
                  </a:lnTo>
                  <a:lnTo>
                    <a:pt x="1181621" y="1346920"/>
                  </a:lnTo>
                  <a:lnTo>
                    <a:pt x="1181607" y="1346921"/>
                  </a:lnTo>
                  <a:lnTo>
                    <a:pt x="1181589" y="1346927"/>
                  </a:lnTo>
                  <a:lnTo>
                    <a:pt x="1181577" y="1346932"/>
                  </a:lnTo>
                  <a:lnTo>
                    <a:pt x="1181568" y="1346937"/>
                  </a:lnTo>
                  <a:lnTo>
                    <a:pt x="1181554" y="1346947"/>
                  </a:lnTo>
                  <a:lnTo>
                    <a:pt x="1181541" y="1346958"/>
                  </a:lnTo>
                  <a:lnTo>
                    <a:pt x="1181531" y="1346971"/>
                  </a:lnTo>
                  <a:lnTo>
                    <a:pt x="1181521" y="1346985"/>
                  </a:lnTo>
                  <a:lnTo>
                    <a:pt x="1181511" y="1346993"/>
                  </a:lnTo>
                  <a:lnTo>
                    <a:pt x="1181490" y="1346999"/>
                  </a:lnTo>
                  <a:lnTo>
                    <a:pt x="1181470" y="1347003"/>
                  </a:lnTo>
                  <a:lnTo>
                    <a:pt x="1181449" y="1347003"/>
                  </a:lnTo>
                  <a:lnTo>
                    <a:pt x="1181434" y="1346999"/>
                  </a:lnTo>
                  <a:lnTo>
                    <a:pt x="1181416" y="1346993"/>
                  </a:lnTo>
                  <a:lnTo>
                    <a:pt x="1181395" y="1346994"/>
                  </a:lnTo>
                  <a:lnTo>
                    <a:pt x="1181375" y="1346996"/>
                  </a:lnTo>
                  <a:lnTo>
                    <a:pt x="1181351" y="1346997"/>
                  </a:lnTo>
                  <a:lnTo>
                    <a:pt x="1181337" y="1347001"/>
                  </a:lnTo>
                  <a:lnTo>
                    <a:pt x="1181327" y="1347004"/>
                  </a:lnTo>
                  <a:lnTo>
                    <a:pt x="1181316" y="1347014"/>
                  </a:lnTo>
                  <a:lnTo>
                    <a:pt x="1181310" y="1347032"/>
                  </a:lnTo>
                  <a:lnTo>
                    <a:pt x="1181308" y="1347038"/>
                  </a:lnTo>
                  <a:lnTo>
                    <a:pt x="1181306" y="1347053"/>
                  </a:lnTo>
                  <a:lnTo>
                    <a:pt x="1181305" y="1347061"/>
                  </a:lnTo>
                  <a:lnTo>
                    <a:pt x="1181300" y="1347073"/>
                  </a:lnTo>
                  <a:lnTo>
                    <a:pt x="1181295" y="1347080"/>
                  </a:lnTo>
                  <a:lnTo>
                    <a:pt x="1181279" y="1347099"/>
                  </a:lnTo>
                  <a:lnTo>
                    <a:pt x="1181263" y="1347122"/>
                  </a:lnTo>
                  <a:lnTo>
                    <a:pt x="1181257" y="1347133"/>
                  </a:lnTo>
                  <a:lnTo>
                    <a:pt x="1181242" y="1347149"/>
                  </a:lnTo>
                  <a:lnTo>
                    <a:pt x="1181228" y="1347161"/>
                  </a:lnTo>
                  <a:lnTo>
                    <a:pt x="1181217" y="1347176"/>
                  </a:lnTo>
                  <a:lnTo>
                    <a:pt x="1181208" y="1347196"/>
                  </a:lnTo>
                  <a:lnTo>
                    <a:pt x="1181198" y="1347212"/>
                  </a:lnTo>
                  <a:lnTo>
                    <a:pt x="1181187" y="1347227"/>
                  </a:lnTo>
                  <a:lnTo>
                    <a:pt x="1181180" y="1347243"/>
                  </a:lnTo>
                  <a:lnTo>
                    <a:pt x="1181171" y="1347267"/>
                  </a:lnTo>
                  <a:lnTo>
                    <a:pt x="1181170" y="1347282"/>
                  </a:lnTo>
                  <a:lnTo>
                    <a:pt x="1181168" y="1347296"/>
                  </a:lnTo>
                  <a:lnTo>
                    <a:pt x="1181165" y="1347302"/>
                  </a:lnTo>
                  <a:lnTo>
                    <a:pt x="1181157" y="1347316"/>
                  </a:lnTo>
                  <a:lnTo>
                    <a:pt x="1181148" y="1347323"/>
                  </a:lnTo>
                  <a:lnTo>
                    <a:pt x="1181120" y="1347349"/>
                  </a:lnTo>
                  <a:lnTo>
                    <a:pt x="1181106" y="1347374"/>
                  </a:lnTo>
                  <a:lnTo>
                    <a:pt x="1181091" y="1347391"/>
                  </a:lnTo>
                  <a:lnTo>
                    <a:pt x="1181080" y="1347405"/>
                  </a:lnTo>
                  <a:lnTo>
                    <a:pt x="1181072" y="1347413"/>
                  </a:lnTo>
                  <a:lnTo>
                    <a:pt x="1181060" y="1347414"/>
                  </a:lnTo>
                  <a:lnTo>
                    <a:pt x="1181050" y="1347410"/>
                  </a:lnTo>
                  <a:lnTo>
                    <a:pt x="1181040" y="1347406"/>
                  </a:lnTo>
                  <a:lnTo>
                    <a:pt x="1181024" y="1347402"/>
                  </a:lnTo>
                  <a:lnTo>
                    <a:pt x="1181004" y="1347403"/>
                  </a:lnTo>
                  <a:lnTo>
                    <a:pt x="1180989" y="1347407"/>
                  </a:lnTo>
                  <a:lnTo>
                    <a:pt x="1180973" y="1347414"/>
                  </a:lnTo>
                  <a:lnTo>
                    <a:pt x="1180952" y="1347427"/>
                  </a:lnTo>
                  <a:lnTo>
                    <a:pt x="1180937" y="1347437"/>
                  </a:lnTo>
                  <a:lnTo>
                    <a:pt x="1180929" y="1347444"/>
                  </a:lnTo>
                  <a:lnTo>
                    <a:pt x="1180922" y="1347450"/>
                  </a:lnTo>
                  <a:lnTo>
                    <a:pt x="1180910" y="1347463"/>
                  </a:lnTo>
                  <a:lnTo>
                    <a:pt x="1180902" y="1347474"/>
                  </a:lnTo>
                  <a:lnTo>
                    <a:pt x="1180890" y="1347489"/>
                  </a:lnTo>
                  <a:lnTo>
                    <a:pt x="1180884" y="1347494"/>
                  </a:lnTo>
                  <a:lnTo>
                    <a:pt x="1180878" y="1347499"/>
                  </a:lnTo>
                  <a:lnTo>
                    <a:pt x="1180866" y="1347509"/>
                  </a:lnTo>
                  <a:lnTo>
                    <a:pt x="1180858" y="1347521"/>
                  </a:lnTo>
                  <a:lnTo>
                    <a:pt x="1180853" y="1347530"/>
                  </a:lnTo>
                  <a:lnTo>
                    <a:pt x="1180850" y="1347537"/>
                  </a:lnTo>
                  <a:lnTo>
                    <a:pt x="1180843" y="1347553"/>
                  </a:lnTo>
                  <a:lnTo>
                    <a:pt x="1180840" y="1347557"/>
                  </a:lnTo>
                  <a:lnTo>
                    <a:pt x="1180834" y="1347564"/>
                  </a:lnTo>
                  <a:lnTo>
                    <a:pt x="1180829" y="1347570"/>
                  </a:lnTo>
                  <a:lnTo>
                    <a:pt x="1180824" y="1347576"/>
                  </a:lnTo>
                  <a:lnTo>
                    <a:pt x="1180812" y="1347598"/>
                  </a:lnTo>
                  <a:lnTo>
                    <a:pt x="1180806" y="1347614"/>
                  </a:lnTo>
                  <a:lnTo>
                    <a:pt x="1180801" y="1347628"/>
                  </a:lnTo>
                  <a:lnTo>
                    <a:pt x="1180796" y="1347647"/>
                  </a:lnTo>
                  <a:lnTo>
                    <a:pt x="1180790" y="1347663"/>
                  </a:lnTo>
                  <a:lnTo>
                    <a:pt x="1180788" y="1347675"/>
                  </a:lnTo>
                  <a:lnTo>
                    <a:pt x="1180780" y="1347694"/>
                  </a:lnTo>
                  <a:lnTo>
                    <a:pt x="1180776" y="1347715"/>
                  </a:lnTo>
                  <a:lnTo>
                    <a:pt x="1180774" y="1347736"/>
                  </a:lnTo>
                  <a:lnTo>
                    <a:pt x="1180767" y="1347756"/>
                  </a:lnTo>
                  <a:lnTo>
                    <a:pt x="1180760" y="1347769"/>
                  </a:lnTo>
                  <a:lnTo>
                    <a:pt x="1180753" y="1347778"/>
                  </a:lnTo>
                  <a:lnTo>
                    <a:pt x="1180742" y="1347788"/>
                  </a:lnTo>
                  <a:lnTo>
                    <a:pt x="1180732" y="1347800"/>
                  </a:lnTo>
                  <a:lnTo>
                    <a:pt x="1180727" y="1347813"/>
                  </a:lnTo>
                  <a:lnTo>
                    <a:pt x="1180715" y="1347828"/>
                  </a:lnTo>
                  <a:lnTo>
                    <a:pt x="1180704" y="1347839"/>
                  </a:lnTo>
                  <a:lnTo>
                    <a:pt x="1180694" y="1347851"/>
                  </a:lnTo>
                  <a:lnTo>
                    <a:pt x="1180684" y="1347857"/>
                  </a:lnTo>
                  <a:lnTo>
                    <a:pt x="1180675" y="1347863"/>
                  </a:lnTo>
                  <a:lnTo>
                    <a:pt x="1180661" y="1347869"/>
                  </a:lnTo>
                  <a:lnTo>
                    <a:pt x="1180645" y="1347879"/>
                  </a:lnTo>
                  <a:lnTo>
                    <a:pt x="1180637" y="1347889"/>
                  </a:lnTo>
                  <a:lnTo>
                    <a:pt x="1180630" y="1347896"/>
                  </a:lnTo>
                  <a:lnTo>
                    <a:pt x="1180625" y="1347902"/>
                  </a:lnTo>
                  <a:lnTo>
                    <a:pt x="1180621" y="1347907"/>
                  </a:lnTo>
                  <a:lnTo>
                    <a:pt x="1180612" y="1347917"/>
                  </a:lnTo>
                  <a:lnTo>
                    <a:pt x="1180596" y="1347928"/>
                  </a:lnTo>
                  <a:lnTo>
                    <a:pt x="1180581" y="1347934"/>
                  </a:lnTo>
                  <a:lnTo>
                    <a:pt x="1180571" y="1347942"/>
                  </a:lnTo>
                  <a:lnTo>
                    <a:pt x="1180563" y="1347952"/>
                  </a:lnTo>
                  <a:lnTo>
                    <a:pt x="1180552" y="1347967"/>
                  </a:lnTo>
                  <a:lnTo>
                    <a:pt x="1180541" y="1347985"/>
                  </a:lnTo>
                  <a:lnTo>
                    <a:pt x="1180537" y="1347997"/>
                  </a:lnTo>
                  <a:lnTo>
                    <a:pt x="1180534" y="1348012"/>
                  </a:lnTo>
                  <a:lnTo>
                    <a:pt x="1180531" y="1348023"/>
                  </a:lnTo>
                  <a:lnTo>
                    <a:pt x="1180524" y="1348033"/>
                  </a:lnTo>
                  <a:lnTo>
                    <a:pt x="1180520" y="1348040"/>
                  </a:lnTo>
                  <a:lnTo>
                    <a:pt x="1180515" y="1348047"/>
                  </a:lnTo>
                  <a:lnTo>
                    <a:pt x="1180509" y="1348055"/>
                  </a:lnTo>
                  <a:lnTo>
                    <a:pt x="1180503" y="1348070"/>
                  </a:lnTo>
                  <a:lnTo>
                    <a:pt x="1180500" y="1348089"/>
                  </a:lnTo>
                  <a:lnTo>
                    <a:pt x="1180500" y="1348107"/>
                  </a:lnTo>
                  <a:lnTo>
                    <a:pt x="1180500" y="1348122"/>
                  </a:lnTo>
                  <a:lnTo>
                    <a:pt x="1180501" y="1348137"/>
                  </a:lnTo>
                  <a:lnTo>
                    <a:pt x="1180498" y="1348158"/>
                  </a:lnTo>
                  <a:lnTo>
                    <a:pt x="1180497" y="1348174"/>
                  </a:lnTo>
                  <a:lnTo>
                    <a:pt x="1180492" y="1348183"/>
                  </a:lnTo>
                  <a:lnTo>
                    <a:pt x="1180482" y="1348196"/>
                  </a:lnTo>
                  <a:lnTo>
                    <a:pt x="1180477" y="1348204"/>
                  </a:lnTo>
                  <a:lnTo>
                    <a:pt x="1180472" y="1348213"/>
                  </a:lnTo>
                  <a:lnTo>
                    <a:pt x="1180465" y="1348223"/>
                  </a:lnTo>
                  <a:lnTo>
                    <a:pt x="1180465" y="1348240"/>
                  </a:lnTo>
                  <a:lnTo>
                    <a:pt x="1180464" y="1348257"/>
                  </a:lnTo>
                  <a:lnTo>
                    <a:pt x="1180461" y="1348274"/>
                  </a:lnTo>
                  <a:lnTo>
                    <a:pt x="1180455" y="1348297"/>
                  </a:lnTo>
                  <a:lnTo>
                    <a:pt x="1180452" y="1348316"/>
                  </a:lnTo>
                  <a:lnTo>
                    <a:pt x="1180446" y="1348335"/>
                  </a:lnTo>
                  <a:lnTo>
                    <a:pt x="1180441" y="1348348"/>
                  </a:lnTo>
                  <a:lnTo>
                    <a:pt x="1180433" y="1348367"/>
                  </a:lnTo>
                  <a:lnTo>
                    <a:pt x="1180427" y="1348380"/>
                  </a:lnTo>
                  <a:lnTo>
                    <a:pt x="1180417" y="1348396"/>
                  </a:lnTo>
                  <a:lnTo>
                    <a:pt x="1180409" y="1348408"/>
                  </a:lnTo>
                  <a:lnTo>
                    <a:pt x="1180404" y="1348419"/>
                  </a:lnTo>
                  <a:lnTo>
                    <a:pt x="1180399" y="1348459"/>
                  </a:lnTo>
                  <a:lnTo>
                    <a:pt x="1180395" y="1348468"/>
                  </a:lnTo>
                  <a:lnTo>
                    <a:pt x="1180380" y="1348491"/>
                  </a:lnTo>
                  <a:lnTo>
                    <a:pt x="1180368" y="1348513"/>
                  </a:lnTo>
                  <a:lnTo>
                    <a:pt x="1180353" y="1348551"/>
                  </a:lnTo>
                  <a:lnTo>
                    <a:pt x="1180352" y="1348572"/>
                  </a:lnTo>
                  <a:lnTo>
                    <a:pt x="1180364" y="1348596"/>
                  </a:lnTo>
                  <a:lnTo>
                    <a:pt x="1180370" y="1348607"/>
                  </a:lnTo>
                  <a:lnTo>
                    <a:pt x="1180369" y="1348616"/>
                  </a:lnTo>
                  <a:lnTo>
                    <a:pt x="1180352" y="1348638"/>
                  </a:lnTo>
                  <a:lnTo>
                    <a:pt x="1180346" y="1348672"/>
                  </a:lnTo>
                  <a:lnTo>
                    <a:pt x="1180344" y="1348689"/>
                  </a:lnTo>
                  <a:lnTo>
                    <a:pt x="1180343" y="1348711"/>
                  </a:lnTo>
                  <a:lnTo>
                    <a:pt x="1180337" y="1348725"/>
                  </a:lnTo>
                  <a:lnTo>
                    <a:pt x="1180310" y="1348741"/>
                  </a:lnTo>
                  <a:lnTo>
                    <a:pt x="1180294" y="1348756"/>
                  </a:lnTo>
                  <a:lnTo>
                    <a:pt x="1180292" y="1348764"/>
                  </a:lnTo>
                  <a:lnTo>
                    <a:pt x="1180292" y="1348783"/>
                  </a:lnTo>
                  <a:lnTo>
                    <a:pt x="1180291" y="1348807"/>
                  </a:lnTo>
                  <a:lnTo>
                    <a:pt x="1180284" y="1348818"/>
                  </a:lnTo>
                  <a:lnTo>
                    <a:pt x="1180271" y="1348815"/>
                  </a:lnTo>
                  <a:lnTo>
                    <a:pt x="1180253" y="1348815"/>
                  </a:lnTo>
                  <a:lnTo>
                    <a:pt x="1180229" y="1348815"/>
                  </a:lnTo>
                  <a:lnTo>
                    <a:pt x="1180210" y="1348817"/>
                  </a:lnTo>
                  <a:lnTo>
                    <a:pt x="1180203" y="1348817"/>
                  </a:lnTo>
                  <a:lnTo>
                    <a:pt x="1180193" y="1348817"/>
                  </a:lnTo>
                  <a:lnTo>
                    <a:pt x="1180188" y="1348817"/>
                  </a:lnTo>
                  <a:lnTo>
                    <a:pt x="1180180" y="1348821"/>
                  </a:lnTo>
                  <a:lnTo>
                    <a:pt x="1180177" y="1348826"/>
                  </a:lnTo>
                  <a:lnTo>
                    <a:pt x="1180177" y="1348836"/>
                  </a:lnTo>
                  <a:lnTo>
                    <a:pt x="1180175" y="1348868"/>
                  </a:lnTo>
                  <a:lnTo>
                    <a:pt x="1180160" y="1348878"/>
                  </a:lnTo>
                  <a:lnTo>
                    <a:pt x="1180145" y="1348890"/>
                  </a:lnTo>
                  <a:lnTo>
                    <a:pt x="1180140" y="1348893"/>
                  </a:lnTo>
                  <a:lnTo>
                    <a:pt x="1180129" y="1348899"/>
                  </a:lnTo>
                  <a:lnTo>
                    <a:pt x="1180113" y="1348907"/>
                  </a:lnTo>
                  <a:lnTo>
                    <a:pt x="1180102" y="1348920"/>
                  </a:lnTo>
                  <a:lnTo>
                    <a:pt x="1180096" y="1348934"/>
                  </a:lnTo>
                  <a:lnTo>
                    <a:pt x="1180090" y="1348943"/>
                  </a:lnTo>
                  <a:lnTo>
                    <a:pt x="1180072" y="1348952"/>
                  </a:lnTo>
                  <a:lnTo>
                    <a:pt x="1180051" y="1348959"/>
                  </a:lnTo>
                  <a:lnTo>
                    <a:pt x="1180041" y="1348956"/>
                  </a:lnTo>
                  <a:lnTo>
                    <a:pt x="1180020" y="1348951"/>
                  </a:lnTo>
                  <a:lnTo>
                    <a:pt x="1180001" y="1348952"/>
                  </a:lnTo>
                  <a:lnTo>
                    <a:pt x="1179970" y="1348964"/>
                  </a:lnTo>
                  <a:lnTo>
                    <a:pt x="1179950" y="1348969"/>
                  </a:lnTo>
                  <a:lnTo>
                    <a:pt x="1179933" y="1348976"/>
                  </a:lnTo>
                  <a:lnTo>
                    <a:pt x="1179929" y="1348978"/>
                  </a:lnTo>
                  <a:lnTo>
                    <a:pt x="1179918" y="1348984"/>
                  </a:lnTo>
                  <a:lnTo>
                    <a:pt x="1179914" y="1348995"/>
                  </a:lnTo>
                  <a:lnTo>
                    <a:pt x="1179911" y="1349004"/>
                  </a:lnTo>
                  <a:lnTo>
                    <a:pt x="1179908" y="1349019"/>
                  </a:lnTo>
                  <a:lnTo>
                    <a:pt x="1179905" y="1349034"/>
                  </a:lnTo>
                  <a:lnTo>
                    <a:pt x="1179905" y="1349050"/>
                  </a:lnTo>
                  <a:lnTo>
                    <a:pt x="1179911" y="1349057"/>
                  </a:lnTo>
                  <a:lnTo>
                    <a:pt x="1179922" y="1349065"/>
                  </a:lnTo>
                  <a:lnTo>
                    <a:pt x="1179932" y="1349074"/>
                  </a:lnTo>
                  <a:lnTo>
                    <a:pt x="1179939" y="1349083"/>
                  </a:lnTo>
                  <a:lnTo>
                    <a:pt x="1179939" y="1349103"/>
                  </a:lnTo>
                  <a:lnTo>
                    <a:pt x="1179936" y="1349119"/>
                  </a:lnTo>
                  <a:lnTo>
                    <a:pt x="1179933" y="1349130"/>
                  </a:lnTo>
                  <a:lnTo>
                    <a:pt x="1179929" y="1349143"/>
                  </a:lnTo>
                  <a:lnTo>
                    <a:pt x="1179925" y="1349155"/>
                  </a:lnTo>
                  <a:lnTo>
                    <a:pt x="1179914" y="1349151"/>
                  </a:lnTo>
                  <a:lnTo>
                    <a:pt x="1179892" y="1349144"/>
                  </a:lnTo>
                  <a:lnTo>
                    <a:pt x="1179854" y="1349135"/>
                  </a:lnTo>
                  <a:lnTo>
                    <a:pt x="1179840" y="1349136"/>
                  </a:lnTo>
                  <a:lnTo>
                    <a:pt x="1179830" y="1349140"/>
                  </a:lnTo>
                  <a:lnTo>
                    <a:pt x="1179821" y="1349147"/>
                  </a:lnTo>
                  <a:lnTo>
                    <a:pt x="1179798" y="1349174"/>
                  </a:lnTo>
                  <a:lnTo>
                    <a:pt x="1179787" y="1349194"/>
                  </a:lnTo>
                  <a:lnTo>
                    <a:pt x="1179777" y="1349208"/>
                  </a:lnTo>
                  <a:lnTo>
                    <a:pt x="1179759" y="1349215"/>
                  </a:lnTo>
                  <a:lnTo>
                    <a:pt x="1179674" y="1349242"/>
                  </a:lnTo>
                  <a:lnTo>
                    <a:pt x="1179646" y="1349270"/>
                  </a:lnTo>
                  <a:lnTo>
                    <a:pt x="1179634" y="1349281"/>
                  </a:lnTo>
                  <a:lnTo>
                    <a:pt x="1179612" y="1349288"/>
                  </a:lnTo>
                  <a:lnTo>
                    <a:pt x="1179601" y="1349317"/>
                  </a:lnTo>
                  <a:lnTo>
                    <a:pt x="1179599" y="1349324"/>
                  </a:lnTo>
                  <a:lnTo>
                    <a:pt x="1179590" y="1349370"/>
                  </a:lnTo>
                  <a:lnTo>
                    <a:pt x="1179569" y="1349371"/>
                  </a:lnTo>
                  <a:lnTo>
                    <a:pt x="1179548" y="1349370"/>
                  </a:lnTo>
                  <a:lnTo>
                    <a:pt x="1179512" y="1349368"/>
                  </a:lnTo>
                  <a:lnTo>
                    <a:pt x="1179474" y="1349369"/>
                  </a:lnTo>
                  <a:lnTo>
                    <a:pt x="1179437" y="1349374"/>
                  </a:lnTo>
                  <a:lnTo>
                    <a:pt x="1179426" y="1349376"/>
                  </a:lnTo>
                  <a:lnTo>
                    <a:pt x="1179415" y="1349378"/>
                  </a:lnTo>
                  <a:lnTo>
                    <a:pt x="1179413" y="1349390"/>
                  </a:lnTo>
                  <a:lnTo>
                    <a:pt x="1179408" y="1349413"/>
                  </a:lnTo>
                  <a:lnTo>
                    <a:pt x="1179400" y="1349431"/>
                  </a:lnTo>
                  <a:lnTo>
                    <a:pt x="1179378" y="1349463"/>
                  </a:lnTo>
                  <a:lnTo>
                    <a:pt x="1179365" y="1349474"/>
                  </a:lnTo>
                  <a:lnTo>
                    <a:pt x="1179356" y="1349481"/>
                  </a:lnTo>
                  <a:lnTo>
                    <a:pt x="1179354" y="1349494"/>
                  </a:lnTo>
                  <a:lnTo>
                    <a:pt x="1179351" y="1349513"/>
                  </a:lnTo>
                  <a:lnTo>
                    <a:pt x="1179344" y="1349536"/>
                  </a:lnTo>
                  <a:lnTo>
                    <a:pt x="1179334" y="1349558"/>
                  </a:lnTo>
                  <a:lnTo>
                    <a:pt x="1179323" y="1349571"/>
                  </a:lnTo>
                  <a:lnTo>
                    <a:pt x="1179298" y="1349592"/>
                  </a:lnTo>
                  <a:lnTo>
                    <a:pt x="1179288" y="1349609"/>
                  </a:lnTo>
                  <a:lnTo>
                    <a:pt x="1179279" y="1349628"/>
                  </a:lnTo>
                  <a:lnTo>
                    <a:pt x="1179247" y="1349705"/>
                  </a:lnTo>
                  <a:lnTo>
                    <a:pt x="1179237" y="1349717"/>
                  </a:lnTo>
                  <a:lnTo>
                    <a:pt x="1179213" y="1349732"/>
                  </a:lnTo>
                  <a:lnTo>
                    <a:pt x="1179193" y="1349732"/>
                  </a:lnTo>
                  <a:lnTo>
                    <a:pt x="1179178" y="1349731"/>
                  </a:lnTo>
                  <a:lnTo>
                    <a:pt x="1179172" y="1349733"/>
                  </a:lnTo>
                  <a:lnTo>
                    <a:pt x="1179169" y="1349737"/>
                  </a:lnTo>
                  <a:lnTo>
                    <a:pt x="1179164" y="1349748"/>
                  </a:lnTo>
                  <a:lnTo>
                    <a:pt x="1179159" y="1349758"/>
                  </a:lnTo>
                  <a:lnTo>
                    <a:pt x="1179149" y="1349776"/>
                  </a:lnTo>
                  <a:lnTo>
                    <a:pt x="1179139" y="1349792"/>
                  </a:lnTo>
                  <a:lnTo>
                    <a:pt x="1179123" y="1349820"/>
                  </a:lnTo>
                  <a:lnTo>
                    <a:pt x="1179108" y="1349850"/>
                  </a:lnTo>
                  <a:lnTo>
                    <a:pt x="1179097" y="1349875"/>
                  </a:lnTo>
                  <a:lnTo>
                    <a:pt x="1179094" y="1349884"/>
                  </a:lnTo>
                  <a:lnTo>
                    <a:pt x="1179090" y="1349900"/>
                  </a:lnTo>
                  <a:lnTo>
                    <a:pt x="1179085" y="1349925"/>
                  </a:lnTo>
                  <a:lnTo>
                    <a:pt x="1179064" y="1349966"/>
                  </a:lnTo>
                  <a:lnTo>
                    <a:pt x="1179047" y="1349992"/>
                  </a:lnTo>
                  <a:lnTo>
                    <a:pt x="1179015" y="1350022"/>
                  </a:lnTo>
                  <a:lnTo>
                    <a:pt x="1179005" y="1350032"/>
                  </a:lnTo>
                  <a:lnTo>
                    <a:pt x="1178996" y="1350041"/>
                  </a:lnTo>
                  <a:lnTo>
                    <a:pt x="1178984" y="1350046"/>
                  </a:lnTo>
                  <a:lnTo>
                    <a:pt x="1178967" y="1350050"/>
                  </a:lnTo>
                  <a:lnTo>
                    <a:pt x="1178942" y="1350059"/>
                  </a:lnTo>
                  <a:lnTo>
                    <a:pt x="1178918" y="1350075"/>
                  </a:lnTo>
                  <a:lnTo>
                    <a:pt x="1178906" y="1350086"/>
                  </a:lnTo>
                  <a:lnTo>
                    <a:pt x="1178906" y="1350091"/>
                  </a:lnTo>
                  <a:lnTo>
                    <a:pt x="1178906" y="1350098"/>
                  </a:lnTo>
                  <a:lnTo>
                    <a:pt x="1178908" y="1350111"/>
                  </a:lnTo>
                  <a:lnTo>
                    <a:pt x="1178911" y="1350124"/>
                  </a:lnTo>
                  <a:lnTo>
                    <a:pt x="1178915" y="1350146"/>
                  </a:lnTo>
                  <a:lnTo>
                    <a:pt x="1178918" y="1350155"/>
                  </a:lnTo>
                  <a:lnTo>
                    <a:pt x="1178920" y="1350160"/>
                  </a:lnTo>
                  <a:lnTo>
                    <a:pt x="1178921" y="1350166"/>
                  </a:lnTo>
                  <a:lnTo>
                    <a:pt x="1178922" y="1350170"/>
                  </a:lnTo>
                  <a:lnTo>
                    <a:pt x="1178919" y="1350178"/>
                  </a:lnTo>
                  <a:lnTo>
                    <a:pt x="1178909" y="1350181"/>
                  </a:lnTo>
                  <a:lnTo>
                    <a:pt x="1178902" y="1350184"/>
                  </a:lnTo>
                  <a:lnTo>
                    <a:pt x="1178892" y="1350187"/>
                  </a:lnTo>
                  <a:lnTo>
                    <a:pt x="1178887" y="1350188"/>
                  </a:lnTo>
                  <a:lnTo>
                    <a:pt x="1178875" y="1350189"/>
                  </a:lnTo>
                  <a:lnTo>
                    <a:pt x="1178867" y="1350198"/>
                  </a:lnTo>
                  <a:lnTo>
                    <a:pt x="1178860" y="1350204"/>
                  </a:lnTo>
                  <a:lnTo>
                    <a:pt x="1178851" y="1350219"/>
                  </a:lnTo>
                  <a:lnTo>
                    <a:pt x="1178844" y="1350232"/>
                  </a:lnTo>
                  <a:lnTo>
                    <a:pt x="1178839" y="1350238"/>
                  </a:lnTo>
                  <a:lnTo>
                    <a:pt x="1178835" y="1350244"/>
                  </a:lnTo>
                  <a:lnTo>
                    <a:pt x="1178826" y="1350257"/>
                  </a:lnTo>
                  <a:lnTo>
                    <a:pt x="1178821" y="1350266"/>
                  </a:lnTo>
                  <a:lnTo>
                    <a:pt x="1178815" y="1350271"/>
                  </a:lnTo>
                  <a:lnTo>
                    <a:pt x="1178808" y="1350276"/>
                  </a:lnTo>
                  <a:lnTo>
                    <a:pt x="1178792" y="1350279"/>
                  </a:lnTo>
                  <a:lnTo>
                    <a:pt x="1178777" y="1350281"/>
                  </a:lnTo>
                  <a:lnTo>
                    <a:pt x="1178760" y="1350286"/>
                  </a:lnTo>
                  <a:lnTo>
                    <a:pt x="1178748" y="1350297"/>
                  </a:lnTo>
                  <a:lnTo>
                    <a:pt x="1178722" y="1350318"/>
                  </a:lnTo>
                  <a:lnTo>
                    <a:pt x="1178704" y="1350337"/>
                  </a:lnTo>
                  <a:lnTo>
                    <a:pt x="1178693" y="1350353"/>
                  </a:lnTo>
                  <a:lnTo>
                    <a:pt x="1178685" y="1350362"/>
                  </a:lnTo>
                  <a:lnTo>
                    <a:pt x="1178679" y="1350375"/>
                  </a:lnTo>
                  <a:lnTo>
                    <a:pt x="1178675" y="1350387"/>
                  </a:lnTo>
                  <a:lnTo>
                    <a:pt x="1178676" y="1350393"/>
                  </a:lnTo>
                  <a:lnTo>
                    <a:pt x="1178678" y="1350399"/>
                  </a:lnTo>
                  <a:lnTo>
                    <a:pt x="1178679" y="1350406"/>
                  </a:lnTo>
                  <a:lnTo>
                    <a:pt x="1178678" y="1350413"/>
                  </a:lnTo>
                  <a:lnTo>
                    <a:pt x="1178671" y="1350418"/>
                  </a:lnTo>
                  <a:lnTo>
                    <a:pt x="1178659" y="1350421"/>
                  </a:lnTo>
                  <a:lnTo>
                    <a:pt x="1178652" y="1350434"/>
                  </a:lnTo>
                  <a:lnTo>
                    <a:pt x="1178648" y="1350450"/>
                  </a:lnTo>
                  <a:lnTo>
                    <a:pt x="1178645" y="1350470"/>
                  </a:lnTo>
                  <a:lnTo>
                    <a:pt x="1178647" y="1350493"/>
                  </a:lnTo>
                  <a:lnTo>
                    <a:pt x="1178651" y="1350533"/>
                  </a:lnTo>
                  <a:lnTo>
                    <a:pt x="1178651" y="1350546"/>
                  </a:lnTo>
                  <a:lnTo>
                    <a:pt x="1178643" y="1350556"/>
                  </a:lnTo>
                  <a:lnTo>
                    <a:pt x="1178625" y="1350563"/>
                  </a:lnTo>
                  <a:lnTo>
                    <a:pt x="1178594" y="1350566"/>
                  </a:lnTo>
                  <a:lnTo>
                    <a:pt x="1178579" y="1350576"/>
                  </a:lnTo>
                  <a:lnTo>
                    <a:pt x="1178564" y="1350601"/>
                  </a:lnTo>
                  <a:lnTo>
                    <a:pt x="1178542" y="1350637"/>
                  </a:lnTo>
                  <a:lnTo>
                    <a:pt x="1178531" y="1350650"/>
                  </a:lnTo>
                  <a:lnTo>
                    <a:pt x="1178512" y="1350664"/>
                  </a:lnTo>
                  <a:lnTo>
                    <a:pt x="1178498" y="1350677"/>
                  </a:lnTo>
                  <a:lnTo>
                    <a:pt x="1178490" y="1350691"/>
                  </a:lnTo>
                  <a:lnTo>
                    <a:pt x="1178488" y="1350715"/>
                  </a:lnTo>
                  <a:lnTo>
                    <a:pt x="1178491" y="1350740"/>
                  </a:lnTo>
                  <a:lnTo>
                    <a:pt x="1178481" y="1350761"/>
                  </a:lnTo>
                  <a:lnTo>
                    <a:pt x="1178468" y="1350776"/>
                  </a:lnTo>
                  <a:lnTo>
                    <a:pt x="1178452" y="1350799"/>
                  </a:lnTo>
                  <a:lnTo>
                    <a:pt x="1178441" y="1350818"/>
                  </a:lnTo>
                  <a:lnTo>
                    <a:pt x="1178426" y="1350830"/>
                  </a:lnTo>
                  <a:lnTo>
                    <a:pt x="1178396" y="1350832"/>
                  </a:lnTo>
                  <a:lnTo>
                    <a:pt x="1178407" y="1350868"/>
                  </a:lnTo>
                  <a:lnTo>
                    <a:pt x="1178414" y="1350892"/>
                  </a:lnTo>
                  <a:lnTo>
                    <a:pt x="1178423" y="1350917"/>
                  </a:lnTo>
                  <a:lnTo>
                    <a:pt x="1178428" y="1350942"/>
                  </a:lnTo>
                  <a:lnTo>
                    <a:pt x="1178433" y="1350998"/>
                  </a:lnTo>
                  <a:lnTo>
                    <a:pt x="1178433" y="1351018"/>
                  </a:lnTo>
                  <a:lnTo>
                    <a:pt x="1178428" y="1351056"/>
                  </a:lnTo>
                  <a:lnTo>
                    <a:pt x="1178422" y="1351078"/>
                  </a:lnTo>
                  <a:lnTo>
                    <a:pt x="1178416" y="1351105"/>
                  </a:lnTo>
                  <a:lnTo>
                    <a:pt x="1178409" y="1351124"/>
                  </a:lnTo>
                  <a:lnTo>
                    <a:pt x="1178405" y="1351136"/>
                  </a:lnTo>
                  <a:lnTo>
                    <a:pt x="1178407" y="1351147"/>
                  </a:lnTo>
                  <a:lnTo>
                    <a:pt x="1178408" y="1351160"/>
                  </a:lnTo>
                  <a:lnTo>
                    <a:pt x="1178399" y="1351189"/>
                  </a:lnTo>
                  <a:lnTo>
                    <a:pt x="1178392" y="1351222"/>
                  </a:lnTo>
                  <a:lnTo>
                    <a:pt x="1178385" y="1351244"/>
                  </a:lnTo>
                  <a:lnTo>
                    <a:pt x="1178376" y="1351273"/>
                  </a:lnTo>
                  <a:lnTo>
                    <a:pt x="1178368" y="1351296"/>
                  </a:lnTo>
                  <a:lnTo>
                    <a:pt x="1178358" y="1351313"/>
                  </a:lnTo>
                  <a:lnTo>
                    <a:pt x="1178351" y="1351322"/>
                  </a:lnTo>
                  <a:lnTo>
                    <a:pt x="1178343" y="1351333"/>
                  </a:lnTo>
                  <a:lnTo>
                    <a:pt x="1178330" y="1351355"/>
                  </a:lnTo>
                  <a:lnTo>
                    <a:pt x="1178321" y="1351380"/>
                  </a:lnTo>
                  <a:lnTo>
                    <a:pt x="1178310" y="1351401"/>
                  </a:lnTo>
                  <a:lnTo>
                    <a:pt x="1178299" y="1351425"/>
                  </a:lnTo>
                  <a:lnTo>
                    <a:pt x="1178293" y="1351446"/>
                  </a:lnTo>
                  <a:lnTo>
                    <a:pt x="1178291" y="1351465"/>
                  </a:lnTo>
                  <a:lnTo>
                    <a:pt x="1178291" y="1351482"/>
                  </a:lnTo>
                  <a:lnTo>
                    <a:pt x="1178283" y="1351490"/>
                  </a:lnTo>
                  <a:lnTo>
                    <a:pt x="1178273" y="1351503"/>
                  </a:lnTo>
                  <a:lnTo>
                    <a:pt x="1178266" y="1351520"/>
                  </a:lnTo>
                  <a:lnTo>
                    <a:pt x="1178259" y="1351539"/>
                  </a:lnTo>
                  <a:lnTo>
                    <a:pt x="1178258" y="1351553"/>
                  </a:lnTo>
                  <a:lnTo>
                    <a:pt x="1178257" y="1351570"/>
                  </a:lnTo>
                  <a:lnTo>
                    <a:pt x="1178247" y="1351598"/>
                  </a:lnTo>
                  <a:lnTo>
                    <a:pt x="1178249" y="1351625"/>
                  </a:lnTo>
                  <a:lnTo>
                    <a:pt x="1178244" y="1351638"/>
                  </a:lnTo>
                  <a:lnTo>
                    <a:pt x="1178246" y="1351642"/>
                  </a:lnTo>
                  <a:lnTo>
                    <a:pt x="1178254" y="1351670"/>
                  </a:lnTo>
                  <a:lnTo>
                    <a:pt x="1178262" y="1351693"/>
                  </a:lnTo>
                  <a:lnTo>
                    <a:pt x="1178259" y="1351715"/>
                  </a:lnTo>
                  <a:lnTo>
                    <a:pt x="1178239" y="1351747"/>
                  </a:lnTo>
                  <a:lnTo>
                    <a:pt x="1178223" y="1351779"/>
                  </a:lnTo>
                  <a:lnTo>
                    <a:pt x="1178221" y="1351816"/>
                  </a:lnTo>
                  <a:lnTo>
                    <a:pt x="1178222" y="1351843"/>
                  </a:lnTo>
                  <a:lnTo>
                    <a:pt x="1178213" y="1351880"/>
                  </a:lnTo>
                  <a:lnTo>
                    <a:pt x="1178200" y="1351899"/>
                  </a:lnTo>
                  <a:lnTo>
                    <a:pt x="1178191" y="1351914"/>
                  </a:lnTo>
                  <a:lnTo>
                    <a:pt x="1178184" y="1351940"/>
                  </a:lnTo>
                  <a:lnTo>
                    <a:pt x="1178177" y="1351962"/>
                  </a:lnTo>
                  <a:lnTo>
                    <a:pt x="1178165" y="1351981"/>
                  </a:lnTo>
                  <a:lnTo>
                    <a:pt x="1178143" y="1351994"/>
                  </a:lnTo>
                  <a:lnTo>
                    <a:pt x="1178136" y="1351997"/>
                  </a:lnTo>
                  <a:lnTo>
                    <a:pt x="1178125" y="1352002"/>
                  </a:lnTo>
                  <a:lnTo>
                    <a:pt x="1178116" y="1352009"/>
                  </a:lnTo>
                  <a:lnTo>
                    <a:pt x="1178112" y="1352013"/>
                  </a:lnTo>
                  <a:lnTo>
                    <a:pt x="1178096" y="1352027"/>
                  </a:lnTo>
                  <a:lnTo>
                    <a:pt x="1178090" y="1352044"/>
                  </a:lnTo>
                  <a:lnTo>
                    <a:pt x="1178085" y="1352053"/>
                  </a:lnTo>
                  <a:lnTo>
                    <a:pt x="1178077" y="1352062"/>
                  </a:lnTo>
                  <a:lnTo>
                    <a:pt x="1178068" y="1352069"/>
                  </a:lnTo>
                  <a:lnTo>
                    <a:pt x="1178051" y="1352079"/>
                  </a:lnTo>
                  <a:lnTo>
                    <a:pt x="1178030" y="1352093"/>
                  </a:lnTo>
                  <a:lnTo>
                    <a:pt x="1178024" y="1352103"/>
                  </a:lnTo>
                  <a:lnTo>
                    <a:pt x="1178017" y="1352118"/>
                  </a:lnTo>
                  <a:lnTo>
                    <a:pt x="1178014" y="1352125"/>
                  </a:lnTo>
                  <a:lnTo>
                    <a:pt x="1178005" y="1352137"/>
                  </a:lnTo>
                  <a:lnTo>
                    <a:pt x="1177999" y="1352142"/>
                  </a:lnTo>
                  <a:lnTo>
                    <a:pt x="1177990" y="1352151"/>
                  </a:lnTo>
                  <a:lnTo>
                    <a:pt x="1177982" y="1352157"/>
                  </a:lnTo>
                  <a:lnTo>
                    <a:pt x="1177972" y="1352166"/>
                  </a:lnTo>
                  <a:lnTo>
                    <a:pt x="1177961" y="1352190"/>
                  </a:lnTo>
                  <a:lnTo>
                    <a:pt x="1177961" y="1352215"/>
                  </a:lnTo>
                  <a:lnTo>
                    <a:pt x="1177957" y="1352236"/>
                  </a:lnTo>
                  <a:lnTo>
                    <a:pt x="1177957" y="1352288"/>
                  </a:lnTo>
                  <a:lnTo>
                    <a:pt x="1177958" y="1352326"/>
                  </a:lnTo>
                  <a:lnTo>
                    <a:pt x="1177964" y="1352350"/>
                  </a:lnTo>
                  <a:lnTo>
                    <a:pt x="1177971" y="1352378"/>
                  </a:lnTo>
                  <a:lnTo>
                    <a:pt x="1177980" y="1352402"/>
                  </a:lnTo>
                  <a:lnTo>
                    <a:pt x="1177992" y="1352425"/>
                  </a:lnTo>
                  <a:lnTo>
                    <a:pt x="1178030" y="1352469"/>
                  </a:lnTo>
                  <a:lnTo>
                    <a:pt x="1178056" y="1352480"/>
                  </a:lnTo>
                  <a:lnTo>
                    <a:pt x="1178075" y="1352490"/>
                  </a:lnTo>
                  <a:lnTo>
                    <a:pt x="1178083" y="1352492"/>
                  </a:lnTo>
                  <a:lnTo>
                    <a:pt x="1178090" y="1352499"/>
                  </a:lnTo>
                  <a:lnTo>
                    <a:pt x="1178094" y="1352517"/>
                  </a:lnTo>
                  <a:lnTo>
                    <a:pt x="1178100" y="1352535"/>
                  </a:lnTo>
                  <a:lnTo>
                    <a:pt x="1178112" y="1352551"/>
                  </a:lnTo>
                  <a:lnTo>
                    <a:pt x="1178122" y="1352566"/>
                  </a:lnTo>
                  <a:lnTo>
                    <a:pt x="1178145" y="1352586"/>
                  </a:lnTo>
                  <a:lnTo>
                    <a:pt x="1178169" y="1352592"/>
                  </a:lnTo>
                  <a:lnTo>
                    <a:pt x="1178183" y="1352600"/>
                  </a:lnTo>
                  <a:lnTo>
                    <a:pt x="1178196" y="1352616"/>
                  </a:lnTo>
                  <a:lnTo>
                    <a:pt x="1178207" y="1352638"/>
                  </a:lnTo>
                  <a:lnTo>
                    <a:pt x="1178216" y="1352649"/>
                  </a:lnTo>
                  <a:lnTo>
                    <a:pt x="1178228" y="1352650"/>
                  </a:lnTo>
                  <a:lnTo>
                    <a:pt x="1178253" y="1352671"/>
                  </a:lnTo>
                  <a:lnTo>
                    <a:pt x="1178285" y="1352648"/>
                  </a:lnTo>
                  <a:lnTo>
                    <a:pt x="1178314" y="1352643"/>
                  </a:lnTo>
                  <a:lnTo>
                    <a:pt x="1178355" y="1352644"/>
                  </a:lnTo>
                  <a:lnTo>
                    <a:pt x="1178370" y="1352648"/>
                  </a:lnTo>
                  <a:lnTo>
                    <a:pt x="1178381" y="1352654"/>
                  </a:lnTo>
                  <a:lnTo>
                    <a:pt x="1178404" y="1352671"/>
                  </a:lnTo>
                  <a:lnTo>
                    <a:pt x="1178415" y="1352706"/>
                  </a:lnTo>
                  <a:lnTo>
                    <a:pt x="1178418" y="1352753"/>
                  </a:lnTo>
                  <a:lnTo>
                    <a:pt x="1178409" y="1352822"/>
                  </a:lnTo>
                  <a:lnTo>
                    <a:pt x="1178404" y="1352832"/>
                  </a:lnTo>
                  <a:lnTo>
                    <a:pt x="1178383" y="1352872"/>
                  </a:lnTo>
                  <a:lnTo>
                    <a:pt x="1178362" y="1352909"/>
                  </a:lnTo>
                  <a:lnTo>
                    <a:pt x="1178348" y="1352962"/>
                  </a:lnTo>
                  <a:lnTo>
                    <a:pt x="1178327" y="1353023"/>
                  </a:lnTo>
                  <a:lnTo>
                    <a:pt x="1178311" y="1353042"/>
                  </a:lnTo>
                  <a:lnTo>
                    <a:pt x="1178272" y="1353083"/>
                  </a:lnTo>
                  <a:lnTo>
                    <a:pt x="1178245" y="1353149"/>
                  </a:lnTo>
                  <a:lnTo>
                    <a:pt x="1178220" y="1353200"/>
                  </a:lnTo>
                  <a:lnTo>
                    <a:pt x="1178213" y="1353234"/>
                  </a:lnTo>
                  <a:lnTo>
                    <a:pt x="1178214" y="1353298"/>
                  </a:lnTo>
                  <a:lnTo>
                    <a:pt x="1178212" y="1353316"/>
                  </a:lnTo>
                  <a:lnTo>
                    <a:pt x="1178208" y="1353341"/>
                  </a:lnTo>
                  <a:lnTo>
                    <a:pt x="1178204" y="1353352"/>
                  </a:lnTo>
                  <a:lnTo>
                    <a:pt x="1178200" y="1353380"/>
                  </a:lnTo>
                  <a:lnTo>
                    <a:pt x="1178191" y="1353399"/>
                  </a:lnTo>
                  <a:lnTo>
                    <a:pt x="1178186" y="1353418"/>
                  </a:lnTo>
                  <a:lnTo>
                    <a:pt x="1178182" y="1353429"/>
                  </a:lnTo>
                  <a:lnTo>
                    <a:pt x="1178174" y="1353439"/>
                  </a:lnTo>
                  <a:lnTo>
                    <a:pt x="1178152" y="1353464"/>
                  </a:lnTo>
                  <a:lnTo>
                    <a:pt x="1178144" y="1353472"/>
                  </a:lnTo>
                  <a:lnTo>
                    <a:pt x="1178146" y="1353485"/>
                  </a:lnTo>
                  <a:lnTo>
                    <a:pt x="1178147" y="1353493"/>
                  </a:lnTo>
                  <a:lnTo>
                    <a:pt x="1178147" y="1353503"/>
                  </a:lnTo>
                  <a:lnTo>
                    <a:pt x="1178148" y="1353510"/>
                  </a:lnTo>
                  <a:lnTo>
                    <a:pt x="1178149" y="1353514"/>
                  </a:lnTo>
                  <a:lnTo>
                    <a:pt x="1178143" y="1353525"/>
                  </a:lnTo>
                  <a:lnTo>
                    <a:pt x="1178149" y="1353536"/>
                  </a:lnTo>
                  <a:lnTo>
                    <a:pt x="1178161" y="1353561"/>
                  </a:lnTo>
                  <a:lnTo>
                    <a:pt x="1178166" y="1353572"/>
                  </a:lnTo>
                  <a:lnTo>
                    <a:pt x="1178170" y="1353584"/>
                  </a:lnTo>
                  <a:lnTo>
                    <a:pt x="1178174" y="1353595"/>
                  </a:lnTo>
                  <a:lnTo>
                    <a:pt x="1178179" y="1353613"/>
                  </a:lnTo>
                  <a:lnTo>
                    <a:pt x="1178181" y="1353623"/>
                  </a:lnTo>
                  <a:lnTo>
                    <a:pt x="1178179" y="1353631"/>
                  </a:lnTo>
                  <a:lnTo>
                    <a:pt x="1178170" y="1353640"/>
                  </a:lnTo>
                  <a:lnTo>
                    <a:pt x="1178161" y="1353644"/>
                  </a:lnTo>
                  <a:lnTo>
                    <a:pt x="1178153" y="1353649"/>
                  </a:lnTo>
                  <a:lnTo>
                    <a:pt x="1178144" y="1353652"/>
                  </a:lnTo>
                  <a:lnTo>
                    <a:pt x="1178133" y="1353655"/>
                  </a:lnTo>
                  <a:lnTo>
                    <a:pt x="1178131" y="1353668"/>
                  </a:lnTo>
                  <a:lnTo>
                    <a:pt x="1178129" y="1353677"/>
                  </a:lnTo>
                  <a:lnTo>
                    <a:pt x="1178126" y="1353697"/>
                  </a:lnTo>
                  <a:lnTo>
                    <a:pt x="1178125" y="1353717"/>
                  </a:lnTo>
                  <a:lnTo>
                    <a:pt x="1178124" y="1353730"/>
                  </a:lnTo>
                  <a:lnTo>
                    <a:pt x="1178118" y="1353741"/>
                  </a:lnTo>
                  <a:lnTo>
                    <a:pt x="1178108" y="1353749"/>
                  </a:lnTo>
                  <a:lnTo>
                    <a:pt x="1178107" y="1353763"/>
                  </a:lnTo>
                  <a:lnTo>
                    <a:pt x="1178104" y="1353787"/>
                  </a:lnTo>
                  <a:lnTo>
                    <a:pt x="1178102" y="1353799"/>
                  </a:lnTo>
                  <a:lnTo>
                    <a:pt x="1178115" y="1353804"/>
                  </a:lnTo>
                  <a:lnTo>
                    <a:pt x="1178134" y="1353824"/>
                  </a:lnTo>
                  <a:lnTo>
                    <a:pt x="1178137" y="1353856"/>
                  </a:lnTo>
                  <a:lnTo>
                    <a:pt x="1178133" y="1353892"/>
                  </a:lnTo>
                  <a:lnTo>
                    <a:pt x="1178123" y="1353912"/>
                  </a:lnTo>
                  <a:lnTo>
                    <a:pt x="1178110" y="1353927"/>
                  </a:lnTo>
                  <a:lnTo>
                    <a:pt x="1178100" y="1353938"/>
                  </a:lnTo>
                  <a:lnTo>
                    <a:pt x="1178090" y="1353949"/>
                  </a:lnTo>
                  <a:lnTo>
                    <a:pt x="1178081" y="1353972"/>
                  </a:lnTo>
                  <a:lnTo>
                    <a:pt x="1178079" y="1353992"/>
                  </a:lnTo>
                  <a:lnTo>
                    <a:pt x="1178078" y="1354009"/>
                  </a:lnTo>
                  <a:lnTo>
                    <a:pt x="1178077" y="1354035"/>
                  </a:lnTo>
                  <a:lnTo>
                    <a:pt x="1178077" y="1354043"/>
                  </a:lnTo>
                  <a:lnTo>
                    <a:pt x="1178077" y="1354050"/>
                  </a:lnTo>
                  <a:lnTo>
                    <a:pt x="1178077" y="1354060"/>
                  </a:lnTo>
                  <a:lnTo>
                    <a:pt x="1178077" y="1354070"/>
                  </a:lnTo>
                  <a:lnTo>
                    <a:pt x="1178084" y="1354086"/>
                  </a:lnTo>
                  <a:lnTo>
                    <a:pt x="1178088" y="1354105"/>
                  </a:lnTo>
                  <a:lnTo>
                    <a:pt x="1178092" y="1354125"/>
                  </a:lnTo>
                  <a:lnTo>
                    <a:pt x="1178094" y="1354138"/>
                  </a:lnTo>
                  <a:lnTo>
                    <a:pt x="1178094" y="1354149"/>
                  </a:lnTo>
                  <a:lnTo>
                    <a:pt x="1178091" y="1354166"/>
                  </a:lnTo>
                  <a:lnTo>
                    <a:pt x="1178089" y="1354182"/>
                  </a:lnTo>
                  <a:lnTo>
                    <a:pt x="1178088" y="1354188"/>
                  </a:lnTo>
                  <a:lnTo>
                    <a:pt x="1178090" y="1354201"/>
                  </a:lnTo>
                  <a:lnTo>
                    <a:pt x="1178094" y="1354220"/>
                  </a:lnTo>
                  <a:lnTo>
                    <a:pt x="1178098" y="1354233"/>
                  </a:lnTo>
                  <a:lnTo>
                    <a:pt x="1178102" y="1354251"/>
                  </a:lnTo>
                  <a:lnTo>
                    <a:pt x="1178102" y="1354264"/>
                  </a:lnTo>
                  <a:lnTo>
                    <a:pt x="1178102" y="1354278"/>
                  </a:lnTo>
                  <a:lnTo>
                    <a:pt x="1178098" y="1354291"/>
                  </a:lnTo>
                  <a:lnTo>
                    <a:pt x="1178093" y="1354311"/>
                  </a:lnTo>
                  <a:lnTo>
                    <a:pt x="1178084" y="1354331"/>
                  </a:lnTo>
                  <a:lnTo>
                    <a:pt x="1178079" y="1354346"/>
                  </a:lnTo>
                  <a:lnTo>
                    <a:pt x="1178077" y="1354353"/>
                  </a:lnTo>
                  <a:lnTo>
                    <a:pt x="1178077" y="1354360"/>
                  </a:lnTo>
                  <a:lnTo>
                    <a:pt x="1178079" y="1354369"/>
                  </a:lnTo>
                  <a:lnTo>
                    <a:pt x="1178084" y="1354383"/>
                  </a:lnTo>
                  <a:lnTo>
                    <a:pt x="1178089" y="1354394"/>
                  </a:lnTo>
                  <a:lnTo>
                    <a:pt x="1178091" y="1354403"/>
                  </a:lnTo>
                  <a:lnTo>
                    <a:pt x="1178091" y="1354412"/>
                  </a:lnTo>
                  <a:lnTo>
                    <a:pt x="1178088" y="1354421"/>
                  </a:lnTo>
                  <a:lnTo>
                    <a:pt x="1178082" y="1354427"/>
                  </a:lnTo>
                  <a:lnTo>
                    <a:pt x="1178078" y="1354432"/>
                  </a:lnTo>
                  <a:lnTo>
                    <a:pt x="1178068" y="1354440"/>
                  </a:lnTo>
                  <a:lnTo>
                    <a:pt x="1178054" y="1354451"/>
                  </a:lnTo>
                  <a:lnTo>
                    <a:pt x="1178047" y="1354455"/>
                  </a:lnTo>
                  <a:lnTo>
                    <a:pt x="1178038" y="1354462"/>
                  </a:lnTo>
                  <a:lnTo>
                    <a:pt x="1178035" y="1354474"/>
                  </a:lnTo>
                  <a:lnTo>
                    <a:pt x="1178031" y="1354492"/>
                  </a:lnTo>
                  <a:lnTo>
                    <a:pt x="1178027" y="1354502"/>
                  </a:lnTo>
                  <a:lnTo>
                    <a:pt x="1178021" y="1354509"/>
                  </a:lnTo>
                  <a:lnTo>
                    <a:pt x="1178008" y="1354523"/>
                  </a:lnTo>
                  <a:lnTo>
                    <a:pt x="1177994" y="1354538"/>
                  </a:lnTo>
                  <a:lnTo>
                    <a:pt x="1177987" y="1354549"/>
                  </a:lnTo>
                  <a:lnTo>
                    <a:pt x="1177984" y="1354559"/>
                  </a:lnTo>
                  <a:lnTo>
                    <a:pt x="1177982" y="1354574"/>
                  </a:lnTo>
                  <a:lnTo>
                    <a:pt x="1177981" y="1354593"/>
                  </a:lnTo>
                  <a:lnTo>
                    <a:pt x="1177979" y="1354614"/>
                  </a:lnTo>
                  <a:lnTo>
                    <a:pt x="1177977" y="1354630"/>
                  </a:lnTo>
                  <a:lnTo>
                    <a:pt x="1177972" y="1354645"/>
                  </a:lnTo>
                  <a:lnTo>
                    <a:pt x="1177967" y="1354661"/>
                  </a:lnTo>
                  <a:lnTo>
                    <a:pt x="1177964" y="1354674"/>
                  </a:lnTo>
                  <a:lnTo>
                    <a:pt x="1177963" y="1354687"/>
                  </a:lnTo>
                  <a:lnTo>
                    <a:pt x="1177962" y="1354711"/>
                  </a:lnTo>
                  <a:lnTo>
                    <a:pt x="1177963" y="1354736"/>
                  </a:lnTo>
                  <a:lnTo>
                    <a:pt x="1177965" y="1354760"/>
                  </a:lnTo>
                  <a:lnTo>
                    <a:pt x="1177967" y="1354770"/>
                  </a:lnTo>
                  <a:lnTo>
                    <a:pt x="1177970" y="1354776"/>
                  </a:lnTo>
                  <a:lnTo>
                    <a:pt x="1177975" y="1354782"/>
                  </a:lnTo>
                  <a:lnTo>
                    <a:pt x="1177981" y="1354789"/>
                  </a:lnTo>
                  <a:lnTo>
                    <a:pt x="1177989" y="1354795"/>
                  </a:lnTo>
                  <a:lnTo>
                    <a:pt x="1177995" y="1354799"/>
                  </a:lnTo>
                  <a:lnTo>
                    <a:pt x="1178004" y="1354803"/>
                  </a:lnTo>
                  <a:lnTo>
                    <a:pt x="1178012" y="1354805"/>
                  </a:lnTo>
                  <a:lnTo>
                    <a:pt x="1178023" y="1354811"/>
                  </a:lnTo>
                  <a:lnTo>
                    <a:pt x="1178033" y="1354818"/>
                  </a:lnTo>
                  <a:lnTo>
                    <a:pt x="1178041" y="1354824"/>
                  </a:lnTo>
                  <a:lnTo>
                    <a:pt x="1178046" y="1354831"/>
                  </a:lnTo>
                  <a:lnTo>
                    <a:pt x="1178049" y="1354837"/>
                  </a:lnTo>
                  <a:lnTo>
                    <a:pt x="1178050" y="1354843"/>
                  </a:lnTo>
                  <a:lnTo>
                    <a:pt x="1178049" y="1354856"/>
                  </a:lnTo>
                  <a:lnTo>
                    <a:pt x="1178045" y="1354874"/>
                  </a:lnTo>
                  <a:lnTo>
                    <a:pt x="1178044" y="1354891"/>
                  </a:lnTo>
                  <a:lnTo>
                    <a:pt x="1178043" y="1354909"/>
                  </a:lnTo>
                  <a:lnTo>
                    <a:pt x="1178039" y="1354961"/>
                  </a:lnTo>
                  <a:lnTo>
                    <a:pt x="1178037" y="1354979"/>
                  </a:lnTo>
                  <a:lnTo>
                    <a:pt x="1178033" y="1354997"/>
                  </a:lnTo>
                  <a:lnTo>
                    <a:pt x="1178028" y="1355013"/>
                  </a:lnTo>
                  <a:lnTo>
                    <a:pt x="1178025" y="1355024"/>
                  </a:lnTo>
                  <a:lnTo>
                    <a:pt x="1178016" y="1355033"/>
                  </a:lnTo>
                  <a:lnTo>
                    <a:pt x="1178016" y="1355053"/>
                  </a:lnTo>
                  <a:lnTo>
                    <a:pt x="1178016" y="1355074"/>
                  </a:lnTo>
                  <a:lnTo>
                    <a:pt x="1178017" y="1355082"/>
                  </a:lnTo>
                  <a:lnTo>
                    <a:pt x="1178018" y="1355087"/>
                  </a:lnTo>
                  <a:lnTo>
                    <a:pt x="1178022" y="1355099"/>
                  </a:lnTo>
                  <a:lnTo>
                    <a:pt x="1178028" y="1355115"/>
                  </a:lnTo>
                  <a:lnTo>
                    <a:pt x="1178031" y="1355128"/>
                  </a:lnTo>
                  <a:lnTo>
                    <a:pt x="1178022" y="1355135"/>
                  </a:lnTo>
                  <a:lnTo>
                    <a:pt x="1177872" y="1355247"/>
                  </a:lnTo>
                  <a:lnTo>
                    <a:pt x="1177862" y="1355253"/>
                  </a:lnTo>
                  <a:lnTo>
                    <a:pt x="1177858" y="1355269"/>
                  </a:lnTo>
                  <a:lnTo>
                    <a:pt x="1177856" y="1355289"/>
                  </a:lnTo>
                  <a:lnTo>
                    <a:pt x="1177853" y="1355299"/>
                  </a:lnTo>
                  <a:lnTo>
                    <a:pt x="1177850" y="1355308"/>
                  </a:lnTo>
                  <a:lnTo>
                    <a:pt x="1177851" y="1355324"/>
                  </a:lnTo>
                  <a:lnTo>
                    <a:pt x="1177853" y="1355340"/>
                  </a:lnTo>
                  <a:lnTo>
                    <a:pt x="1177846" y="1355345"/>
                  </a:lnTo>
                  <a:lnTo>
                    <a:pt x="1177837" y="1355352"/>
                  </a:lnTo>
                  <a:lnTo>
                    <a:pt x="1177835" y="1355365"/>
                  </a:lnTo>
                  <a:lnTo>
                    <a:pt x="1177840" y="1355374"/>
                  </a:lnTo>
                  <a:lnTo>
                    <a:pt x="1177853" y="1355376"/>
                  </a:lnTo>
                  <a:lnTo>
                    <a:pt x="1177858" y="1355382"/>
                  </a:lnTo>
                  <a:lnTo>
                    <a:pt x="1177857" y="1355395"/>
                  </a:lnTo>
                  <a:lnTo>
                    <a:pt x="1177853" y="1355406"/>
                  </a:lnTo>
                  <a:lnTo>
                    <a:pt x="1177858" y="1355414"/>
                  </a:lnTo>
                  <a:lnTo>
                    <a:pt x="1177861" y="1355417"/>
                  </a:lnTo>
                  <a:lnTo>
                    <a:pt x="1177862" y="1355426"/>
                  </a:lnTo>
                  <a:lnTo>
                    <a:pt x="1177860" y="1355433"/>
                  </a:lnTo>
                  <a:lnTo>
                    <a:pt x="1177859" y="1355442"/>
                  </a:lnTo>
                  <a:lnTo>
                    <a:pt x="1177859" y="1355450"/>
                  </a:lnTo>
                  <a:lnTo>
                    <a:pt x="1177865" y="1355463"/>
                  </a:lnTo>
                  <a:lnTo>
                    <a:pt x="1177876" y="1355466"/>
                  </a:lnTo>
                  <a:lnTo>
                    <a:pt x="1177882" y="1355470"/>
                  </a:lnTo>
                  <a:lnTo>
                    <a:pt x="1177881" y="1355479"/>
                  </a:lnTo>
                  <a:lnTo>
                    <a:pt x="1177876" y="1355484"/>
                  </a:lnTo>
                  <a:lnTo>
                    <a:pt x="1177866" y="1355490"/>
                  </a:lnTo>
                  <a:lnTo>
                    <a:pt x="1177862" y="1355494"/>
                  </a:lnTo>
                  <a:lnTo>
                    <a:pt x="1177862" y="1355501"/>
                  </a:lnTo>
                  <a:lnTo>
                    <a:pt x="1177860" y="1355508"/>
                  </a:lnTo>
                  <a:lnTo>
                    <a:pt x="1177859" y="1355517"/>
                  </a:lnTo>
                  <a:lnTo>
                    <a:pt x="1177862" y="1355525"/>
                  </a:lnTo>
                  <a:lnTo>
                    <a:pt x="1177867" y="1355531"/>
                  </a:lnTo>
                  <a:lnTo>
                    <a:pt x="1177874" y="1355535"/>
                  </a:lnTo>
                  <a:lnTo>
                    <a:pt x="1177886" y="1355540"/>
                  </a:lnTo>
                  <a:lnTo>
                    <a:pt x="1177900" y="1355548"/>
                  </a:lnTo>
                  <a:lnTo>
                    <a:pt x="1177906" y="1355553"/>
                  </a:lnTo>
                  <a:lnTo>
                    <a:pt x="1177915" y="1355562"/>
                  </a:lnTo>
                  <a:lnTo>
                    <a:pt x="1177917" y="1355571"/>
                  </a:lnTo>
                  <a:lnTo>
                    <a:pt x="1177916" y="1355575"/>
                  </a:lnTo>
                  <a:lnTo>
                    <a:pt x="1177913" y="1355579"/>
                  </a:lnTo>
                  <a:lnTo>
                    <a:pt x="1177907" y="1355582"/>
                  </a:lnTo>
                  <a:lnTo>
                    <a:pt x="1177901" y="1355584"/>
                  </a:lnTo>
                  <a:lnTo>
                    <a:pt x="1177876" y="1355591"/>
                  </a:lnTo>
                  <a:lnTo>
                    <a:pt x="1177868" y="1355595"/>
                  </a:lnTo>
                  <a:lnTo>
                    <a:pt x="1177865" y="1355604"/>
                  </a:lnTo>
                  <a:lnTo>
                    <a:pt x="1177865" y="1355614"/>
                  </a:lnTo>
                  <a:lnTo>
                    <a:pt x="1177866" y="1355624"/>
                  </a:lnTo>
                  <a:lnTo>
                    <a:pt x="1177867" y="1355634"/>
                  </a:lnTo>
                  <a:lnTo>
                    <a:pt x="1177868" y="1355650"/>
                  </a:lnTo>
                  <a:lnTo>
                    <a:pt x="1177869" y="1355662"/>
                  </a:lnTo>
                  <a:lnTo>
                    <a:pt x="1177868" y="1355677"/>
                  </a:lnTo>
                  <a:lnTo>
                    <a:pt x="1177865" y="1355690"/>
                  </a:lnTo>
                  <a:lnTo>
                    <a:pt x="1177860" y="1355706"/>
                  </a:lnTo>
                  <a:lnTo>
                    <a:pt x="1177853" y="1355724"/>
                  </a:lnTo>
                  <a:lnTo>
                    <a:pt x="1177844" y="1355739"/>
                  </a:lnTo>
                  <a:lnTo>
                    <a:pt x="1177837" y="1355753"/>
                  </a:lnTo>
                  <a:lnTo>
                    <a:pt x="1177830" y="1355768"/>
                  </a:lnTo>
                  <a:lnTo>
                    <a:pt x="1177821" y="1355784"/>
                  </a:lnTo>
                  <a:lnTo>
                    <a:pt x="1177816" y="1355797"/>
                  </a:lnTo>
                  <a:lnTo>
                    <a:pt x="1177814" y="1355809"/>
                  </a:lnTo>
                  <a:lnTo>
                    <a:pt x="1177814" y="1355826"/>
                  </a:lnTo>
                  <a:lnTo>
                    <a:pt x="1177813" y="1355838"/>
                  </a:lnTo>
                  <a:lnTo>
                    <a:pt x="1177811" y="1355847"/>
                  </a:lnTo>
                  <a:lnTo>
                    <a:pt x="1177805" y="1355860"/>
                  </a:lnTo>
                  <a:lnTo>
                    <a:pt x="1177798" y="1355870"/>
                  </a:lnTo>
                  <a:lnTo>
                    <a:pt x="1177789" y="1355885"/>
                  </a:lnTo>
                  <a:lnTo>
                    <a:pt x="1177786" y="1355893"/>
                  </a:lnTo>
                  <a:lnTo>
                    <a:pt x="1177782" y="1355905"/>
                  </a:lnTo>
                  <a:lnTo>
                    <a:pt x="1177778" y="1355924"/>
                  </a:lnTo>
                  <a:lnTo>
                    <a:pt x="1177774" y="1355937"/>
                  </a:lnTo>
                  <a:lnTo>
                    <a:pt x="1177772" y="1355942"/>
                  </a:lnTo>
                  <a:lnTo>
                    <a:pt x="1177769" y="1355946"/>
                  </a:lnTo>
                  <a:lnTo>
                    <a:pt x="1177763" y="1355949"/>
                  </a:lnTo>
                  <a:lnTo>
                    <a:pt x="1177747" y="1355955"/>
                  </a:lnTo>
                  <a:lnTo>
                    <a:pt x="1177734" y="1355961"/>
                  </a:lnTo>
                  <a:lnTo>
                    <a:pt x="1177720" y="1355970"/>
                  </a:lnTo>
                  <a:lnTo>
                    <a:pt x="1177710" y="1355979"/>
                  </a:lnTo>
                  <a:lnTo>
                    <a:pt x="1177706" y="1355985"/>
                  </a:lnTo>
                  <a:lnTo>
                    <a:pt x="1177702" y="1355991"/>
                  </a:lnTo>
                  <a:lnTo>
                    <a:pt x="1177697" y="1356001"/>
                  </a:lnTo>
                  <a:lnTo>
                    <a:pt x="1177694" y="1356012"/>
                  </a:lnTo>
                  <a:lnTo>
                    <a:pt x="1177692" y="1356025"/>
                  </a:lnTo>
                  <a:lnTo>
                    <a:pt x="1177689" y="1356043"/>
                  </a:lnTo>
                  <a:lnTo>
                    <a:pt x="1177688" y="1356063"/>
                  </a:lnTo>
                  <a:lnTo>
                    <a:pt x="1177689" y="1356074"/>
                  </a:lnTo>
                  <a:lnTo>
                    <a:pt x="1177690" y="1356085"/>
                  </a:lnTo>
                  <a:lnTo>
                    <a:pt x="1177690" y="1356097"/>
                  </a:lnTo>
                  <a:lnTo>
                    <a:pt x="1177690" y="1356116"/>
                  </a:lnTo>
                  <a:lnTo>
                    <a:pt x="1177690" y="1356124"/>
                  </a:lnTo>
                  <a:lnTo>
                    <a:pt x="1177689" y="1356130"/>
                  </a:lnTo>
                  <a:lnTo>
                    <a:pt x="1177686" y="1356156"/>
                  </a:lnTo>
                  <a:lnTo>
                    <a:pt x="1177685" y="1356167"/>
                  </a:lnTo>
                  <a:lnTo>
                    <a:pt x="1177684" y="1356179"/>
                  </a:lnTo>
                  <a:lnTo>
                    <a:pt x="1177684" y="1356191"/>
                  </a:lnTo>
                  <a:lnTo>
                    <a:pt x="1177686" y="1356210"/>
                  </a:lnTo>
                  <a:lnTo>
                    <a:pt x="1177689" y="1356227"/>
                  </a:lnTo>
                  <a:lnTo>
                    <a:pt x="1177692" y="1356244"/>
                  </a:lnTo>
                  <a:lnTo>
                    <a:pt x="1177694" y="1356254"/>
                  </a:lnTo>
                  <a:lnTo>
                    <a:pt x="1177692" y="1356268"/>
                  </a:lnTo>
                  <a:lnTo>
                    <a:pt x="1177689" y="1356277"/>
                  </a:lnTo>
                  <a:lnTo>
                    <a:pt x="1177684" y="1356284"/>
                  </a:lnTo>
                  <a:lnTo>
                    <a:pt x="1177679" y="1356291"/>
                  </a:lnTo>
                  <a:lnTo>
                    <a:pt x="1177673" y="1356299"/>
                  </a:lnTo>
                  <a:lnTo>
                    <a:pt x="1177669" y="1356306"/>
                  </a:lnTo>
                  <a:lnTo>
                    <a:pt x="1177667" y="1356314"/>
                  </a:lnTo>
                  <a:lnTo>
                    <a:pt x="1177664" y="1356325"/>
                  </a:lnTo>
                  <a:lnTo>
                    <a:pt x="1177663" y="1356336"/>
                  </a:lnTo>
                  <a:lnTo>
                    <a:pt x="1177661" y="1356365"/>
                  </a:lnTo>
                  <a:lnTo>
                    <a:pt x="1177661" y="1356376"/>
                  </a:lnTo>
                  <a:lnTo>
                    <a:pt x="1177660" y="1356386"/>
                  </a:lnTo>
                  <a:lnTo>
                    <a:pt x="1177659" y="1356396"/>
                  </a:lnTo>
                  <a:lnTo>
                    <a:pt x="1177657" y="1356406"/>
                  </a:lnTo>
                  <a:lnTo>
                    <a:pt x="1177655" y="1356416"/>
                  </a:lnTo>
                  <a:lnTo>
                    <a:pt x="1177653" y="1356426"/>
                  </a:lnTo>
                  <a:lnTo>
                    <a:pt x="1177651" y="1356436"/>
                  </a:lnTo>
                  <a:lnTo>
                    <a:pt x="1177648" y="1356446"/>
                  </a:lnTo>
                  <a:lnTo>
                    <a:pt x="1177645" y="1356454"/>
                  </a:lnTo>
                  <a:lnTo>
                    <a:pt x="1177638" y="1356463"/>
                  </a:lnTo>
                  <a:lnTo>
                    <a:pt x="1177630" y="1356466"/>
                  </a:lnTo>
                  <a:lnTo>
                    <a:pt x="1177621" y="1356467"/>
                  </a:lnTo>
                  <a:lnTo>
                    <a:pt x="1177609" y="1356467"/>
                  </a:lnTo>
                  <a:lnTo>
                    <a:pt x="1177600" y="1356468"/>
                  </a:lnTo>
                  <a:lnTo>
                    <a:pt x="1177590" y="1356469"/>
                  </a:lnTo>
                  <a:lnTo>
                    <a:pt x="1177580" y="1356470"/>
                  </a:lnTo>
                  <a:lnTo>
                    <a:pt x="1177570" y="1356472"/>
                  </a:lnTo>
                  <a:lnTo>
                    <a:pt x="1177560" y="1356474"/>
                  </a:lnTo>
                  <a:lnTo>
                    <a:pt x="1177550" y="1356476"/>
                  </a:lnTo>
                  <a:lnTo>
                    <a:pt x="1177542" y="1356479"/>
                  </a:lnTo>
                  <a:lnTo>
                    <a:pt x="1177534" y="1356484"/>
                  </a:lnTo>
                  <a:lnTo>
                    <a:pt x="1177525" y="1356489"/>
                  </a:lnTo>
                  <a:lnTo>
                    <a:pt x="1177518" y="1356494"/>
                  </a:lnTo>
                  <a:lnTo>
                    <a:pt x="1177511" y="1356499"/>
                  </a:lnTo>
                  <a:lnTo>
                    <a:pt x="1177505" y="1356507"/>
                  </a:lnTo>
                  <a:lnTo>
                    <a:pt x="1177500" y="1356518"/>
                  </a:lnTo>
                  <a:lnTo>
                    <a:pt x="1177496" y="1356528"/>
                  </a:lnTo>
                  <a:lnTo>
                    <a:pt x="1177492" y="1356537"/>
                  </a:lnTo>
                  <a:lnTo>
                    <a:pt x="1177486" y="1356546"/>
                  </a:lnTo>
                  <a:lnTo>
                    <a:pt x="1177480" y="1356553"/>
                  </a:lnTo>
                  <a:lnTo>
                    <a:pt x="1177472" y="1356559"/>
                  </a:lnTo>
                  <a:lnTo>
                    <a:pt x="1177462" y="1356562"/>
                  </a:lnTo>
                  <a:lnTo>
                    <a:pt x="1177452" y="1356564"/>
                  </a:lnTo>
                  <a:lnTo>
                    <a:pt x="1177446" y="1356566"/>
                  </a:lnTo>
                  <a:lnTo>
                    <a:pt x="1177441" y="1356571"/>
                  </a:lnTo>
                  <a:lnTo>
                    <a:pt x="1177440" y="1356576"/>
                  </a:lnTo>
                  <a:lnTo>
                    <a:pt x="1177440" y="1356587"/>
                  </a:lnTo>
                  <a:lnTo>
                    <a:pt x="1177440" y="1356598"/>
                  </a:lnTo>
                  <a:lnTo>
                    <a:pt x="1177440" y="1356608"/>
                  </a:lnTo>
                  <a:lnTo>
                    <a:pt x="1177440" y="1356618"/>
                  </a:lnTo>
                  <a:lnTo>
                    <a:pt x="1177441" y="1356628"/>
                  </a:lnTo>
                  <a:lnTo>
                    <a:pt x="1177441" y="1356638"/>
                  </a:lnTo>
                  <a:lnTo>
                    <a:pt x="1177442" y="1356648"/>
                  </a:lnTo>
                  <a:lnTo>
                    <a:pt x="1177444" y="1356658"/>
                  </a:lnTo>
                  <a:lnTo>
                    <a:pt x="1177445" y="1356668"/>
                  </a:lnTo>
                  <a:lnTo>
                    <a:pt x="1177445" y="1356678"/>
                  </a:lnTo>
                  <a:lnTo>
                    <a:pt x="1177445" y="1356697"/>
                  </a:lnTo>
                  <a:lnTo>
                    <a:pt x="1177444" y="1356711"/>
                  </a:lnTo>
                  <a:lnTo>
                    <a:pt x="1177441" y="1356727"/>
                  </a:lnTo>
                  <a:lnTo>
                    <a:pt x="1177436" y="1356744"/>
                  </a:lnTo>
                  <a:lnTo>
                    <a:pt x="1177428" y="1356754"/>
                  </a:lnTo>
                  <a:lnTo>
                    <a:pt x="1177415" y="1356766"/>
                  </a:lnTo>
                  <a:lnTo>
                    <a:pt x="1177408" y="1356774"/>
                  </a:lnTo>
                  <a:lnTo>
                    <a:pt x="1177400" y="1356781"/>
                  </a:lnTo>
                  <a:lnTo>
                    <a:pt x="1177395" y="1356790"/>
                  </a:lnTo>
                  <a:lnTo>
                    <a:pt x="1177395" y="1356798"/>
                  </a:lnTo>
                  <a:lnTo>
                    <a:pt x="1177399" y="1356809"/>
                  </a:lnTo>
                  <a:lnTo>
                    <a:pt x="1177404" y="1356818"/>
                  </a:lnTo>
                  <a:lnTo>
                    <a:pt x="1177411" y="1356825"/>
                  </a:lnTo>
                  <a:lnTo>
                    <a:pt x="1177418" y="1356832"/>
                  </a:lnTo>
                  <a:lnTo>
                    <a:pt x="1177427" y="1356837"/>
                  </a:lnTo>
                  <a:lnTo>
                    <a:pt x="1177436" y="1356839"/>
                  </a:lnTo>
                  <a:lnTo>
                    <a:pt x="1177446" y="1356840"/>
                  </a:lnTo>
                  <a:lnTo>
                    <a:pt x="1177457" y="1356839"/>
                  </a:lnTo>
                  <a:lnTo>
                    <a:pt x="1177468" y="1356840"/>
                  </a:lnTo>
                  <a:lnTo>
                    <a:pt x="1177475" y="1356846"/>
                  </a:lnTo>
                  <a:lnTo>
                    <a:pt x="1177480" y="1356856"/>
                  </a:lnTo>
                  <a:lnTo>
                    <a:pt x="1177483" y="1356869"/>
                  </a:lnTo>
                  <a:lnTo>
                    <a:pt x="1177483" y="1356877"/>
                  </a:lnTo>
                  <a:lnTo>
                    <a:pt x="1177478" y="1356881"/>
                  </a:lnTo>
                  <a:lnTo>
                    <a:pt x="1177469" y="1356880"/>
                  </a:lnTo>
                  <a:lnTo>
                    <a:pt x="1177460" y="1356877"/>
                  </a:lnTo>
                  <a:lnTo>
                    <a:pt x="1177454" y="1356877"/>
                  </a:lnTo>
                  <a:lnTo>
                    <a:pt x="1177448" y="1356881"/>
                  </a:lnTo>
                  <a:lnTo>
                    <a:pt x="1177445" y="1356889"/>
                  </a:lnTo>
                  <a:lnTo>
                    <a:pt x="1177444" y="1356899"/>
                  </a:lnTo>
                  <a:lnTo>
                    <a:pt x="1177443" y="1356910"/>
                  </a:lnTo>
                  <a:lnTo>
                    <a:pt x="1177442" y="1356920"/>
                  </a:lnTo>
                  <a:lnTo>
                    <a:pt x="1177439" y="1356929"/>
                  </a:lnTo>
                  <a:lnTo>
                    <a:pt x="1177436" y="1356939"/>
                  </a:lnTo>
                  <a:lnTo>
                    <a:pt x="1177431" y="1356950"/>
                  </a:lnTo>
                  <a:lnTo>
                    <a:pt x="1177428" y="1356958"/>
                  </a:lnTo>
                  <a:lnTo>
                    <a:pt x="1177424" y="1356967"/>
                  </a:lnTo>
                  <a:lnTo>
                    <a:pt x="1177420" y="1356976"/>
                  </a:lnTo>
                  <a:lnTo>
                    <a:pt x="1177416" y="1356986"/>
                  </a:lnTo>
                  <a:lnTo>
                    <a:pt x="1177413" y="1356996"/>
                  </a:lnTo>
                  <a:lnTo>
                    <a:pt x="1177412" y="1357007"/>
                  </a:lnTo>
                  <a:lnTo>
                    <a:pt x="1177413" y="1357017"/>
                  </a:lnTo>
                  <a:lnTo>
                    <a:pt x="1177415" y="1357028"/>
                  </a:lnTo>
                  <a:lnTo>
                    <a:pt x="1177416" y="1357037"/>
                  </a:lnTo>
                  <a:lnTo>
                    <a:pt x="1177417" y="1357047"/>
                  </a:lnTo>
                  <a:lnTo>
                    <a:pt x="1177418" y="1357057"/>
                  </a:lnTo>
                  <a:lnTo>
                    <a:pt x="1177418" y="1357067"/>
                  </a:lnTo>
                  <a:lnTo>
                    <a:pt x="1177418" y="1357078"/>
                  </a:lnTo>
                  <a:lnTo>
                    <a:pt x="1177418" y="1357088"/>
                  </a:lnTo>
                  <a:lnTo>
                    <a:pt x="1177417" y="1357108"/>
                  </a:lnTo>
                  <a:lnTo>
                    <a:pt x="1177418" y="1357120"/>
                  </a:lnTo>
                  <a:lnTo>
                    <a:pt x="1177420" y="1357129"/>
                  </a:lnTo>
                  <a:lnTo>
                    <a:pt x="1177423" y="1357137"/>
                  </a:lnTo>
                  <a:lnTo>
                    <a:pt x="1177426" y="1357148"/>
                  </a:lnTo>
                  <a:lnTo>
                    <a:pt x="1177428" y="1357158"/>
                  </a:lnTo>
                  <a:lnTo>
                    <a:pt x="1177430" y="1357169"/>
                  </a:lnTo>
                  <a:lnTo>
                    <a:pt x="1177429" y="1357177"/>
                  </a:lnTo>
                  <a:lnTo>
                    <a:pt x="1177424" y="1357188"/>
                  </a:lnTo>
                  <a:lnTo>
                    <a:pt x="1177418" y="1357196"/>
                  </a:lnTo>
                  <a:lnTo>
                    <a:pt x="1177410" y="1357203"/>
                  </a:lnTo>
                  <a:lnTo>
                    <a:pt x="1177402" y="1357210"/>
                  </a:lnTo>
                  <a:lnTo>
                    <a:pt x="1177394" y="1357213"/>
                  </a:lnTo>
                  <a:lnTo>
                    <a:pt x="1177385" y="1357214"/>
                  </a:lnTo>
                  <a:lnTo>
                    <a:pt x="1177375" y="1357209"/>
                  </a:lnTo>
                  <a:lnTo>
                    <a:pt x="1177364" y="1357203"/>
                  </a:lnTo>
                  <a:lnTo>
                    <a:pt x="1177354" y="1357195"/>
                  </a:lnTo>
                  <a:lnTo>
                    <a:pt x="1177346" y="1357189"/>
                  </a:lnTo>
                  <a:lnTo>
                    <a:pt x="1177340" y="1357182"/>
                  </a:lnTo>
                  <a:lnTo>
                    <a:pt x="1177331" y="1357175"/>
                  </a:lnTo>
                  <a:lnTo>
                    <a:pt x="1177321" y="1357168"/>
                  </a:lnTo>
                  <a:lnTo>
                    <a:pt x="1177310" y="1357163"/>
                  </a:lnTo>
                  <a:lnTo>
                    <a:pt x="1177294" y="1357161"/>
                  </a:lnTo>
                  <a:lnTo>
                    <a:pt x="1177284" y="1357162"/>
                  </a:lnTo>
                  <a:lnTo>
                    <a:pt x="1177273" y="1357167"/>
                  </a:lnTo>
                  <a:lnTo>
                    <a:pt x="1177263" y="1357174"/>
                  </a:lnTo>
                  <a:lnTo>
                    <a:pt x="1177256" y="1357182"/>
                  </a:lnTo>
                  <a:lnTo>
                    <a:pt x="1177250" y="1357191"/>
                  </a:lnTo>
                  <a:lnTo>
                    <a:pt x="1177244" y="1357200"/>
                  </a:lnTo>
                  <a:lnTo>
                    <a:pt x="1177238" y="1357209"/>
                  </a:lnTo>
                  <a:lnTo>
                    <a:pt x="1177232" y="1357219"/>
                  </a:lnTo>
                  <a:lnTo>
                    <a:pt x="1177229" y="1357223"/>
                  </a:lnTo>
                  <a:lnTo>
                    <a:pt x="1177226" y="1357229"/>
                  </a:lnTo>
                  <a:lnTo>
                    <a:pt x="1177219" y="1357238"/>
                  </a:lnTo>
                  <a:lnTo>
                    <a:pt x="1177212" y="1357246"/>
                  </a:lnTo>
                  <a:lnTo>
                    <a:pt x="1177203" y="1357250"/>
                  </a:lnTo>
                  <a:lnTo>
                    <a:pt x="1177193" y="1357251"/>
                  </a:lnTo>
                  <a:lnTo>
                    <a:pt x="1177184" y="1357251"/>
                  </a:lnTo>
                  <a:lnTo>
                    <a:pt x="1177174" y="1357251"/>
                  </a:lnTo>
                  <a:lnTo>
                    <a:pt x="1177165" y="1357252"/>
                  </a:lnTo>
                  <a:lnTo>
                    <a:pt x="1177156" y="1357254"/>
                  </a:lnTo>
                  <a:lnTo>
                    <a:pt x="1177147" y="1357257"/>
                  </a:lnTo>
                  <a:lnTo>
                    <a:pt x="1177138" y="1357261"/>
                  </a:lnTo>
                  <a:lnTo>
                    <a:pt x="1177129" y="1357266"/>
                  </a:lnTo>
                  <a:lnTo>
                    <a:pt x="1177122" y="1357273"/>
                  </a:lnTo>
                  <a:lnTo>
                    <a:pt x="1177115" y="1357281"/>
                  </a:lnTo>
                  <a:lnTo>
                    <a:pt x="1177109" y="1357288"/>
                  </a:lnTo>
                  <a:lnTo>
                    <a:pt x="1177103" y="1357295"/>
                  </a:lnTo>
                  <a:lnTo>
                    <a:pt x="1177097" y="1357304"/>
                  </a:lnTo>
                  <a:lnTo>
                    <a:pt x="1177095" y="1357314"/>
                  </a:lnTo>
                  <a:lnTo>
                    <a:pt x="1177097" y="1357324"/>
                  </a:lnTo>
                  <a:lnTo>
                    <a:pt x="1177103" y="1357331"/>
                  </a:lnTo>
                  <a:lnTo>
                    <a:pt x="1177113" y="1357335"/>
                  </a:lnTo>
                  <a:lnTo>
                    <a:pt x="1177122" y="1357336"/>
                  </a:lnTo>
                  <a:lnTo>
                    <a:pt x="1177132" y="1357337"/>
                  </a:lnTo>
                  <a:lnTo>
                    <a:pt x="1177141" y="1357341"/>
                  </a:lnTo>
                  <a:lnTo>
                    <a:pt x="1177150" y="1357346"/>
                  </a:lnTo>
                  <a:lnTo>
                    <a:pt x="1177158" y="1357351"/>
                  </a:lnTo>
                  <a:lnTo>
                    <a:pt x="1177165" y="1357358"/>
                  </a:lnTo>
                  <a:lnTo>
                    <a:pt x="1177172" y="1357364"/>
                  </a:lnTo>
                  <a:lnTo>
                    <a:pt x="1177179" y="1357371"/>
                  </a:lnTo>
                  <a:lnTo>
                    <a:pt x="1177185" y="1357379"/>
                  </a:lnTo>
                  <a:lnTo>
                    <a:pt x="1177190" y="1357388"/>
                  </a:lnTo>
                  <a:lnTo>
                    <a:pt x="1177194" y="1357397"/>
                  </a:lnTo>
                  <a:lnTo>
                    <a:pt x="1177198" y="1357406"/>
                  </a:lnTo>
                  <a:lnTo>
                    <a:pt x="1177200" y="1357417"/>
                  </a:lnTo>
                  <a:lnTo>
                    <a:pt x="1177202" y="1357425"/>
                  </a:lnTo>
                  <a:lnTo>
                    <a:pt x="1177205" y="1357436"/>
                  </a:lnTo>
                  <a:lnTo>
                    <a:pt x="1177208" y="1357445"/>
                  </a:lnTo>
                  <a:lnTo>
                    <a:pt x="1177217" y="1357464"/>
                  </a:lnTo>
                  <a:lnTo>
                    <a:pt x="1177225" y="1357476"/>
                  </a:lnTo>
                  <a:lnTo>
                    <a:pt x="1177232" y="1357481"/>
                  </a:lnTo>
                  <a:lnTo>
                    <a:pt x="1177244" y="1357483"/>
                  </a:lnTo>
                  <a:lnTo>
                    <a:pt x="1177256" y="1357482"/>
                  </a:lnTo>
                  <a:lnTo>
                    <a:pt x="1177266" y="1357483"/>
                  </a:lnTo>
                  <a:lnTo>
                    <a:pt x="1177275" y="1357485"/>
                  </a:lnTo>
                  <a:lnTo>
                    <a:pt x="1177285" y="1357487"/>
                  </a:lnTo>
                  <a:lnTo>
                    <a:pt x="1177294" y="1357490"/>
                  </a:lnTo>
                  <a:lnTo>
                    <a:pt x="1177303" y="1357494"/>
                  </a:lnTo>
                  <a:lnTo>
                    <a:pt x="1177311" y="1357498"/>
                  </a:lnTo>
                  <a:lnTo>
                    <a:pt x="1177328" y="1357508"/>
                  </a:lnTo>
                  <a:lnTo>
                    <a:pt x="1177336" y="1357513"/>
                  </a:lnTo>
                  <a:lnTo>
                    <a:pt x="1177344" y="1357518"/>
                  </a:lnTo>
                  <a:lnTo>
                    <a:pt x="1177352" y="1357523"/>
                  </a:lnTo>
                  <a:lnTo>
                    <a:pt x="1177360" y="1357529"/>
                  </a:lnTo>
                  <a:lnTo>
                    <a:pt x="1177368" y="1357536"/>
                  </a:lnTo>
                  <a:lnTo>
                    <a:pt x="1177375" y="1357543"/>
                  </a:lnTo>
                  <a:lnTo>
                    <a:pt x="1177381" y="1357551"/>
                  </a:lnTo>
                  <a:lnTo>
                    <a:pt x="1177388" y="1357559"/>
                  </a:lnTo>
                  <a:lnTo>
                    <a:pt x="1177394" y="1357567"/>
                  </a:lnTo>
                  <a:lnTo>
                    <a:pt x="1177399" y="1357576"/>
                  </a:lnTo>
                  <a:lnTo>
                    <a:pt x="1177404" y="1357584"/>
                  </a:lnTo>
                  <a:lnTo>
                    <a:pt x="1177408" y="1357593"/>
                  </a:lnTo>
                  <a:lnTo>
                    <a:pt x="1177416" y="1357612"/>
                  </a:lnTo>
                  <a:lnTo>
                    <a:pt x="1177420" y="1357622"/>
                  </a:lnTo>
                  <a:lnTo>
                    <a:pt x="1177424" y="1357631"/>
                  </a:lnTo>
                  <a:lnTo>
                    <a:pt x="1177428" y="1357638"/>
                  </a:lnTo>
                  <a:lnTo>
                    <a:pt x="1177433" y="1357648"/>
                  </a:lnTo>
                  <a:lnTo>
                    <a:pt x="1177441" y="1357656"/>
                  </a:lnTo>
                  <a:lnTo>
                    <a:pt x="1177449" y="1357661"/>
                  </a:lnTo>
                  <a:lnTo>
                    <a:pt x="1177461" y="1357664"/>
                  </a:lnTo>
                  <a:lnTo>
                    <a:pt x="1177467" y="1357667"/>
                  </a:lnTo>
                  <a:lnTo>
                    <a:pt x="1177470" y="1357671"/>
                  </a:lnTo>
                  <a:lnTo>
                    <a:pt x="1177471" y="1357676"/>
                  </a:lnTo>
                  <a:lnTo>
                    <a:pt x="1177471" y="1357684"/>
                  </a:lnTo>
                  <a:lnTo>
                    <a:pt x="1177468" y="1357689"/>
                  </a:lnTo>
                  <a:lnTo>
                    <a:pt x="1177456" y="1357696"/>
                  </a:lnTo>
                  <a:lnTo>
                    <a:pt x="1177442" y="1357707"/>
                  </a:lnTo>
                  <a:lnTo>
                    <a:pt x="1177435" y="1357717"/>
                  </a:lnTo>
                  <a:lnTo>
                    <a:pt x="1177437" y="1357728"/>
                  </a:lnTo>
                  <a:lnTo>
                    <a:pt x="1177442" y="1357737"/>
                  </a:lnTo>
                  <a:lnTo>
                    <a:pt x="1177450" y="1357744"/>
                  </a:lnTo>
                  <a:lnTo>
                    <a:pt x="1177458" y="1357749"/>
                  </a:lnTo>
                  <a:lnTo>
                    <a:pt x="1177472" y="1357754"/>
                  </a:lnTo>
                  <a:lnTo>
                    <a:pt x="1177478" y="1357755"/>
                  </a:lnTo>
                  <a:lnTo>
                    <a:pt x="1177488" y="1357758"/>
                  </a:lnTo>
                  <a:lnTo>
                    <a:pt x="1177497" y="1357761"/>
                  </a:lnTo>
                  <a:lnTo>
                    <a:pt x="1177505" y="1357767"/>
                  </a:lnTo>
                  <a:lnTo>
                    <a:pt x="1177513" y="1357776"/>
                  </a:lnTo>
                  <a:lnTo>
                    <a:pt x="1177517" y="1357788"/>
                  </a:lnTo>
                  <a:lnTo>
                    <a:pt x="1177519" y="1357800"/>
                  </a:lnTo>
                  <a:lnTo>
                    <a:pt x="1177518" y="1357812"/>
                  </a:lnTo>
                  <a:lnTo>
                    <a:pt x="1177516" y="1357823"/>
                  </a:lnTo>
                  <a:lnTo>
                    <a:pt x="1177511" y="1357835"/>
                  </a:lnTo>
                  <a:lnTo>
                    <a:pt x="1177504" y="1357846"/>
                  </a:lnTo>
                  <a:lnTo>
                    <a:pt x="1177494" y="1357852"/>
                  </a:lnTo>
                  <a:lnTo>
                    <a:pt x="1177483" y="1357854"/>
                  </a:lnTo>
                  <a:lnTo>
                    <a:pt x="1177472" y="1357853"/>
                  </a:lnTo>
                  <a:lnTo>
                    <a:pt x="1177462" y="1357851"/>
                  </a:lnTo>
                  <a:lnTo>
                    <a:pt x="1177452" y="1357849"/>
                  </a:lnTo>
                  <a:lnTo>
                    <a:pt x="1177440" y="1357849"/>
                  </a:lnTo>
                  <a:lnTo>
                    <a:pt x="1177427" y="1357852"/>
                  </a:lnTo>
                  <a:lnTo>
                    <a:pt x="1177414" y="1357857"/>
                  </a:lnTo>
                  <a:lnTo>
                    <a:pt x="1177404" y="1357864"/>
                  </a:lnTo>
                  <a:lnTo>
                    <a:pt x="1177400" y="1357867"/>
                  </a:lnTo>
                  <a:lnTo>
                    <a:pt x="1177395" y="1357871"/>
                  </a:lnTo>
                  <a:lnTo>
                    <a:pt x="1177388" y="1357876"/>
                  </a:lnTo>
                  <a:lnTo>
                    <a:pt x="1177379" y="1357880"/>
                  </a:lnTo>
                  <a:lnTo>
                    <a:pt x="1177363" y="1357883"/>
                  </a:lnTo>
                  <a:lnTo>
                    <a:pt x="1177347" y="1357884"/>
                  </a:lnTo>
                  <a:lnTo>
                    <a:pt x="1177334" y="1357880"/>
                  </a:lnTo>
                  <a:lnTo>
                    <a:pt x="1177323" y="1357875"/>
                  </a:lnTo>
                  <a:lnTo>
                    <a:pt x="1177310" y="1357870"/>
                  </a:lnTo>
                  <a:lnTo>
                    <a:pt x="1177304" y="1357868"/>
                  </a:lnTo>
                  <a:lnTo>
                    <a:pt x="1177297" y="1357868"/>
                  </a:lnTo>
                  <a:lnTo>
                    <a:pt x="1177286" y="1357870"/>
                  </a:lnTo>
                  <a:lnTo>
                    <a:pt x="1177279" y="1357877"/>
                  </a:lnTo>
                  <a:lnTo>
                    <a:pt x="1177274" y="1357887"/>
                  </a:lnTo>
                  <a:lnTo>
                    <a:pt x="1177271" y="1357899"/>
                  </a:lnTo>
                  <a:lnTo>
                    <a:pt x="1177269" y="1357912"/>
                  </a:lnTo>
                  <a:lnTo>
                    <a:pt x="1177269" y="1357924"/>
                  </a:lnTo>
                  <a:lnTo>
                    <a:pt x="1177272" y="1357937"/>
                  </a:lnTo>
                  <a:lnTo>
                    <a:pt x="1177278" y="1357949"/>
                  </a:lnTo>
                  <a:lnTo>
                    <a:pt x="1177285" y="1357958"/>
                  </a:lnTo>
                  <a:lnTo>
                    <a:pt x="1177292" y="1357965"/>
                  </a:lnTo>
                  <a:lnTo>
                    <a:pt x="1177300" y="1357969"/>
                  </a:lnTo>
                  <a:lnTo>
                    <a:pt x="1177310" y="1357973"/>
                  </a:lnTo>
                  <a:lnTo>
                    <a:pt x="1177321" y="1357975"/>
                  </a:lnTo>
                  <a:lnTo>
                    <a:pt x="1177333" y="1357978"/>
                  </a:lnTo>
                  <a:lnTo>
                    <a:pt x="1177342" y="1357981"/>
                  </a:lnTo>
                  <a:lnTo>
                    <a:pt x="1177351" y="1357985"/>
                  </a:lnTo>
                  <a:lnTo>
                    <a:pt x="1177360" y="1357992"/>
                  </a:lnTo>
                  <a:lnTo>
                    <a:pt x="1177366" y="1358001"/>
                  </a:lnTo>
                  <a:lnTo>
                    <a:pt x="1177369" y="1358012"/>
                  </a:lnTo>
                  <a:lnTo>
                    <a:pt x="1177366" y="1358023"/>
                  </a:lnTo>
                  <a:lnTo>
                    <a:pt x="1177361" y="1358031"/>
                  </a:lnTo>
                  <a:lnTo>
                    <a:pt x="1177355" y="1358041"/>
                  </a:lnTo>
                  <a:lnTo>
                    <a:pt x="1177351" y="1358056"/>
                  </a:lnTo>
                  <a:lnTo>
                    <a:pt x="1177347" y="1358069"/>
                  </a:lnTo>
                  <a:lnTo>
                    <a:pt x="1177344" y="1358076"/>
                  </a:lnTo>
                  <a:lnTo>
                    <a:pt x="1177341" y="1358080"/>
                  </a:lnTo>
                  <a:lnTo>
                    <a:pt x="1177339" y="1358083"/>
                  </a:lnTo>
                  <a:lnTo>
                    <a:pt x="1177328" y="1358088"/>
                  </a:lnTo>
                  <a:lnTo>
                    <a:pt x="1177318" y="1358091"/>
                  </a:lnTo>
                  <a:lnTo>
                    <a:pt x="1177309" y="1358095"/>
                  </a:lnTo>
                  <a:lnTo>
                    <a:pt x="1177299" y="1358101"/>
                  </a:lnTo>
                  <a:lnTo>
                    <a:pt x="1177292" y="1358114"/>
                  </a:lnTo>
                  <a:lnTo>
                    <a:pt x="1177288" y="1358123"/>
                  </a:lnTo>
                  <a:lnTo>
                    <a:pt x="1177289" y="1358136"/>
                  </a:lnTo>
                  <a:lnTo>
                    <a:pt x="1177295" y="1358145"/>
                  </a:lnTo>
                  <a:lnTo>
                    <a:pt x="1177303" y="1358154"/>
                  </a:lnTo>
                  <a:lnTo>
                    <a:pt x="1177310" y="1358162"/>
                  </a:lnTo>
                  <a:lnTo>
                    <a:pt x="1177317" y="1358168"/>
                  </a:lnTo>
                  <a:lnTo>
                    <a:pt x="1177326" y="1358176"/>
                  </a:lnTo>
                  <a:lnTo>
                    <a:pt x="1177335" y="1358185"/>
                  </a:lnTo>
                  <a:lnTo>
                    <a:pt x="1177345" y="1358193"/>
                  </a:lnTo>
                  <a:lnTo>
                    <a:pt x="1177355" y="1358202"/>
                  </a:lnTo>
                  <a:lnTo>
                    <a:pt x="1177366" y="1358210"/>
                  </a:lnTo>
                  <a:lnTo>
                    <a:pt x="1177376" y="1358220"/>
                  </a:lnTo>
                  <a:lnTo>
                    <a:pt x="1177384" y="1358227"/>
                  </a:lnTo>
                  <a:lnTo>
                    <a:pt x="1177393" y="1358234"/>
                  </a:lnTo>
                  <a:lnTo>
                    <a:pt x="1177404" y="1358246"/>
                  </a:lnTo>
                  <a:lnTo>
                    <a:pt x="1177414" y="1358262"/>
                  </a:lnTo>
                  <a:lnTo>
                    <a:pt x="1177421" y="1358274"/>
                  </a:lnTo>
                  <a:lnTo>
                    <a:pt x="1177425" y="1358285"/>
                  </a:lnTo>
                  <a:lnTo>
                    <a:pt x="1177427" y="1358296"/>
                  </a:lnTo>
                  <a:lnTo>
                    <a:pt x="1177429" y="1358308"/>
                  </a:lnTo>
                  <a:lnTo>
                    <a:pt x="1177431" y="1358320"/>
                  </a:lnTo>
                  <a:lnTo>
                    <a:pt x="1177436" y="1358335"/>
                  </a:lnTo>
                  <a:lnTo>
                    <a:pt x="1177440" y="1358347"/>
                  </a:lnTo>
                  <a:lnTo>
                    <a:pt x="1177445" y="1358359"/>
                  </a:lnTo>
                  <a:lnTo>
                    <a:pt x="1177449" y="1358372"/>
                  </a:lnTo>
                  <a:lnTo>
                    <a:pt x="1177452" y="1358385"/>
                  </a:lnTo>
                  <a:lnTo>
                    <a:pt x="1177454" y="1358398"/>
                  </a:lnTo>
                  <a:lnTo>
                    <a:pt x="1177456" y="1358411"/>
                  </a:lnTo>
                  <a:lnTo>
                    <a:pt x="1177456" y="1358425"/>
                  </a:lnTo>
                  <a:lnTo>
                    <a:pt x="1177454" y="1358439"/>
                  </a:lnTo>
                  <a:lnTo>
                    <a:pt x="1177450" y="1358450"/>
                  </a:lnTo>
                  <a:lnTo>
                    <a:pt x="1177444" y="1358459"/>
                  </a:lnTo>
                  <a:lnTo>
                    <a:pt x="1177437" y="1358466"/>
                  </a:lnTo>
                  <a:lnTo>
                    <a:pt x="1177429" y="1358473"/>
                  </a:lnTo>
                  <a:lnTo>
                    <a:pt x="1177421" y="1358481"/>
                  </a:lnTo>
                  <a:lnTo>
                    <a:pt x="1177412" y="1358487"/>
                  </a:lnTo>
                  <a:lnTo>
                    <a:pt x="1177394" y="1358498"/>
                  </a:lnTo>
                  <a:lnTo>
                    <a:pt x="1177371" y="1358514"/>
                  </a:lnTo>
                  <a:lnTo>
                    <a:pt x="1177362" y="1358522"/>
                  </a:lnTo>
                  <a:lnTo>
                    <a:pt x="1177352" y="1358531"/>
                  </a:lnTo>
                  <a:lnTo>
                    <a:pt x="1177347" y="1358543"/>
                  </a:lnTo>
                  <a:lnTo>
                    <a:pt x="1177348" y="1358555"/>
                  </a:lnTo>
                  <a:lnTo>
                    <a:pt x="1177358" y="1358563"/>
                  </a:lnTo>
                  <a:lnTo>
                    <a:pt x="1177369" y="1358569"/>
                  </a:lnTo>
                  <a:lnTo>
                    <a:pt x="1177378" y="1358578"/>
                  </a:lnTo>
                  <a:lnTo>
                    <a:pt x="1177382" y="1358589"/>
                  </a:lnTo>
                  <a:lnTo>
                    <a:pt x="1177384" y="1358598"/>
                  </a:lnTo>
                  <a:lnTo>
                    <a:pt x="1177383" y="1358609"/>
                  </a:lnTo>
                  <a:lnTo>
                    <a:pt x="1177382" y="1358622"/>
                  </a:lnTo>
                  <a:lnTo>
                    <a:pt x="1177381" y="1358636"/>
                  </a:lnTo>
                  <a:lnTo>
                    <a:pt x="1177381" y="1358647"/>
                  </a:lnTo>
                  <a:lnTo>
                    <a:pt x="1177382" y="1358657"/>
                  </a:lnTo>
                  <a:lnTo>
                    <a:pt x="1177386" y="1358667"/>
                  </a:lnTo>
                  <a:lnTo>
                    <a:pt x="1177393" y="1358675"/>
                  </a:lnTo>
                  <a:lnTo>
                    <a:pt x="1177405" y="1358680"/>
                  </a:lnTo>
                  <a:lnTo>
                    <a:pt x="1177417" y="1358681"/>
                  </a:lnTo>
                  <a:lnTo>
                    <a:pt x="1177431" y="1358677"/>
                  </a:lnTo>
                  <a:lnTo>
                    <a:pt x="1177442" y="1358674"/>
                  </a:lnTo>
                  <a:lnTo>
                    <a:pt x="1177454" y="1358672"/>
                  </a:lnTo>
                  <a:lnTo>
                    <a:pt x="1177461" y="1358675"/>
                  </a:lnTo>
                  <a:lnTo>
                    <a:pt x="1177466" y="1358681"/>
                  </a:lnTo>
                  <a:lnTo>
                    <a:pt x="1177469" y="1358694"/>
                  </a:lnTo>
                  <a:lnTo>
                    <a:pt x="1177467" y="1358707"/>
                  </a:lnTo>
                  <a:lnTo>
                    <a:pt x="1177461" y="1358718"/>
                  </a:lnTo>
                  <a:lnTo>
                    <a:pt x="1177453" y="1358727"/>
                  </a:lnTo>
                  <a:lnTo>
                    <a:pt x="1177444" y="1358735"/>
                  </a:lnTo>
                  <a:lnTo>
                    <a:pt x="1177431" y="1358742"/>
                  </a:lnTo>
                  <a:lnTo>
                    <a:pt x="1177419" y="1358743"/>
                  </a:lnTo>
                  <a:lnTo>
                    <a:pt x="1177409" y="1358740"/>
                  </a:lnTo>
                  <a:lnTo>
                    <a:pt x="1177396" y="1358736"/>
                  </a:lnTo>
                  <a:lnTo>
                    <a:pt x="1177384" y="1358732"/>
                  </a:lnTo>
                  <a:lnTo>
                    <a:pt x="1177372" y="1358727"/>
                  </a:lnTo>
                  <a:lnTo>
                    <a:pt x="1177361" y="1358722"/>
                  </a:lnTo>
                  <a:lnTo>
                    <a:pt x="1177351" y="1358718"/>
                  </a:lnTo>
                  <a:lnTo>
                    <a:pt x="1177342" y="1358715"/>
                  </a:lnTo>
                  <a:lnTo>
                    <a:pt x="1177333" y="1358711"/>
                  </a:lnTo>
                  <a:lnTo>
                    <a:pt x="1177324" y="1358708"/>
                  </a:lnTo>
                  <a:lnTo>
                    <a:pt x="1177316" y="1358705"/>
                  </a:lnTo>
                  <a:lnTo>
                    <a:pt x="1177306" y="1358702"/>
                  </a:lnTo>
                  <a:lnTo>
                    <a:pt x="1177291" y="1358700"/>
                  </a:lnTo>
                  <a:lnTo>
                    <a:pt x="1177276" y="1358699"/>
                  </a:lnTo>
                  <a:lnTo>
                    <a:pt x="1177263" y="1358700"/>
                  </a:lnTo>
                  <a:lnTo>
                    <a:pt x="1177251" y="1358703"/>
                  </a:lnTo>
                  <a:lnTo>
                    <a:pt x="1177240" y="1358708"/>
                  </a:lnTo>
                  <a:lnTo>
                    <a:pt x="1177229" y="1358715"/>
                  </a:lnTo>
                  <a:lnTo>
                    <a:pt x="1177219" y="1358724"/>
                  </a:lnTo>
                  <a:lnTo>
                    <a:pt x="1177211" y="1358734"/>
                  </a:lnTo>
                  <a:lnTo>
                    <a:pt x="1177206" y="1358742"/>
                  </a:lnTo>
                  <a:lnTo>
                    <a:pt x="1177200" y="1358751"/>
                  </a:lnTo>
                  <a:lnTo>
                    <a:pt x="1177194" y="1358763"/>
                  </a:lnTo>
                  <a:lnTo>
                    <a:pt x="1177187" y="1358775"/>
                  </a:lnTo>
                  <a:lnTo>
                    <a:pt x="1177183" y="1358784"/>
                  </a:lnTo>
                  <a:lnTo>
                    <a:pt x="1177177" y="1358792"/>
                  </a:lnTo>
                  <a:lnTo>
                    <a:pt x="1177167" y="1358803"/>
                  </a:lnTo>
                  <a:lnTo>
                    <a:pt x="1177156" y="1358814"/>
                  </a:lnTo>
                  <a:lnTo>
                    <a:pt x="1177147" y="1358823"/>
                  </a:lnTo>
                  <a:lnTo>
                    <a:pt x="1177139" y="1358830"/>
                  </a:lnTo>
                  <a:lnTo>
                    <a:pt x="1177133" y="1358839"/>
                  </a:lnTo>
                  <a:lnTo>
                    <a:pt x="1177127" y="1358849"/>
                  </a:lnTo>
                  <a:lnTo>
                    <a:pt x="1177120" y="1358862"/>
                  </a:lnTo>
                  <a:lnTo>
                    <a:pt x="1177114" y="1358875"/>
                  </a:lnTo>
                  <a:lnTo>
                    <a:pt x="1177110" y="1358888"/>
                  </a:lnTo>
                  <a:lnTo>
                    <a:pt x="1177107" y="1358899"/>
                  </a:lnTo>
                  <a:lnTo>
                    <a:pt x="1177103" y="1358911"/>
                  </a:lnTo>
                  <a:lnTo>
                    <a:pt x="1177099" y="1358919"/>
                  </a:lnTo>
                  <a:lnTo>
                    <a:pt x="1177095" y="1358929"/>
                  </a:lnTo>
                  <a:lnTo>
                    <a:pt x="1177092" y="1358939"/>
                  </a:lnTo>
                  <a:lnTo>
                    <a:pt x="1177091" y="1358950"/>
                  </a:lnTo>
                  <a:lnTo>
                    <a:pt x="1177093" y="1358960"/>
                  </a:lnTo>
                  <a:lnTo>
                    <a:pt x="1177097" y="1358969"/>
                  </a:lnTo>
                  <a:lnTo>
                    <a:pt x="1177103" y="1358977"/>
                  </a:lnTo>
                  <a:lnTo>
                    <a:pt x="1177108" y="1358984"/>
                  </a:lnTo>
                  <a:lnTo>
                    <a:pt x="1177115" y="1358991"/>
                  </a:lnTo>
                  <a:lnTo>
                    <a:pt x="1177123" y="1358997"/>
                  </a:lnTo>
                  <a:lnTo>
                    <a:pt x="1177132" y="1359003"/>
                  </a:lnTo>
                  <a:lnTo>
                    <a:pt x="1177139" y="1359010"/>
                  </a:lnTo>
                  <a:lnTo>
                    <a:pt x="1177147" y="1359016"/>
                  </a:lnTo>
                  <a:lnTo>
                    <a:pt x="1177154" y="1359022"/>
                  </a:lnTo>
                  <a:lnTo>
                    <a:pt x="1177162" y="1359028"/>
                  </a:lnTo>
                  <a:lnTo>
                    <a:pt x="1177169" y="1359034"/>
                  </a:lnTo>
                  <a:lnTo>
                    <a:pt x="1177177" y="1359040"/>
                  </a:lnTo>
                  <a:lnTo>
                    <a:pt x="1177185" y="1359047"/>
                  </a:lnTo>
                  <a:lnTo>
                    <a:pt x="1177192" y="1359054"/>
                  </a:lnTo>
                  <a:lnTo>
                    <a:pt x="1177198" y="1359062"/>
                  </a:lnTo>
                  <a:lnTo>
                    <a:pt x="1177204" y="1359070"/>
                  </a:lnTo>
                  <a:lnTo>
                    <a:pt x="1177210" y="1359078"/>
                  </a:lnTo>
                  <a:lnTo>
                    <a:pt x="1177215" y="1359086"/>
                  </a:lnTo>
                  <a:lnTo>
                    <a:pt x="1177220" y="1359094"/>
                  </a:lnTo>
                  <a:lnTo>
                    <a:pt x="1177225" y="1359102"/>
                  </a:lnTo>
                  <a:lnTo>
                    <a:pt x="1177231" y="1359111"/>
                  </a:lnTo>
                  <a:lnTo>
                    <a:pt x="1177236" y="1359119"/>
                  </a:lnTo>
                  <a:lnTo>
                    <a:pt x="1177242" y="1359128"/>
                  </a:lnTo>
                  <a:lnTo>
                    <a:pt x="1177246" y="1359136"/>
                  </a:lnTo>
                  <a:lnTo>
                    <a:pt x="1177250" y="1359145"/>
                  </a:lnTo>
                  <a:lnTo>
                    <a:pt x="1177253" y="1359155"/>
                  </a:lnTo>
                  <a:lnTo>
                    <a:pt x="1177256" y="1359164"/>
                  </a:lnTo>
                  <a:lnTo>
                    <a:pt x="1177259" y="1359175"/>
                  </a:lnTo>
                  <a:lnTo>
                    <a:pt x="1177261" y="1359185"/>
                  </a:lnTo>
                  <a:lnTo>
                    <a:pt x="1177266" y="1359204"/>
                  </a:lnTo>
                  <a:lnTo>
                    <a:pt x="1177268" y="1359214"/>
                  </a:lnTo>
                  <a:lnTo>
                    <a:pt x="1177270" y="1359224"/>
                  </a:lnTo>
                  <a:lnTo>
                    <a:pt x="1177272" y="1359234"/>
                  </a:lnTo>
                  <a:lnTo>
                    <a:pt x="1177273" y="1359244"/>
                  </a:lnTo>
                  <a:lnTo>
                    <a:pt x="1177274" y="1359254"/>
                  </a:lnTo>
                  <a:lnTo>
                    <a:pt x="1177273" y="1359264"/>
                  </a:lnTo>
                  <a:lnTo>
                    <a:pt x="1177272" y="1359274"/>
                  </a:lnTo>
                  <a:lnTo>
                    <a:pt x="1177270" y="1359284"/>
                  </a:lnTo>
                  <a:lnTo>
                    <a:pt x="1177268" y="1359293"/>
                  </a:lnTo>
                  <a:lnTo>
                    <a:pt x="1177265" y="1359303"/>
                  </a:lnTo>
                  <a:lnTo>
                    <a:pt x="1177263" y="1359313"/>
                  </a:lnTo>
                  <a:lnTo>
                    <a:pt x="1177261" y="1359324"/>
                  </a:lnTo>
                  <a:lnTo>
                    <a:pt x="1177260" y="1359334"/>
                  </a:lnTo>
                  <a:lnTo>
                    <a:pt x="1177261" y="1359345"/>
                  </a:lnTo>
                  <a:lnTo>
                    <a:pt x="1177262" y="1359354"/>
                  </a:lnTo>
                  <a:lnTo>
                    <a:pt x="1177264" y="1359363"/>
                  </a:lnTo>
                  <a:lnTo>
                    <a:pt x="1177268" y="1359372"/>
                  </a:lnTo>
                  <a:lnTo>
                    <a:pt x="1177273" y="1359382"/>
                  </a:lnTo>
                  <a:lnTo>
                    <a:pt x="1177279" y="1359390"/>
                  </a:lnTo>
                  <a:lnTo>
                    <a:pt x="1177285" y="1359398"/>
                  </a:lnTo>
                  <a:lnTo>
                    <a:pt x="1177290" y="1359406"/>
                  </a:lnTo>
                  <a:lnTo>
                    <a:pt x="1177295" y="1359415"/>
                  </a:lnTo>
                  <a:lnTo>
                    <a:pt x="1177300" y="1359423"/>
                  </a:lnTo>
                  <a:lnTo>
                    <a:pt x="1177305" y="1359433"/>
                  </a:lnTo>
                  <a:lnTo>
                    <a:pt x="1177309" y="1359442"/>
                  </a:lnTo>
                  <a:lnTo>
                    <a:pt x="1177312" y="1359452"/>
                  </a:lnTo>
                  <a:lnTo>
                    <a:pt x="1177315" y="1359462"/>
                  </a:lnTo>
                  <a:lnTo>
                    <a:pt x="1177318" y="1359471"/>
                  </a:lnTo>
                  <a:lnTo>
                    <a:pt x="1177325" y="1359490"/>
                  </a:lnTo>
                  <a:lnTo>
                    <a:pt x="1177329" y="1359499"/>
                  </a:lnTo>
                  <a:lnTo>
                    <a:pt x="1177333" y="1359508"/>
                  </a:lnTo>
                  <a:lnTo>
                    <a:pt x="1177338" y="1359517"/>
                  </a:lnTo>
                  <a:lnTo>
                    <a:pt x="1177343" y="1359525"/>
                  </a:lnTo>
                  <a:lnTo>
                    <a:pt x="1177348" y="1359534"/>
                  </a:lnTo>
                  <a:lnTo>
                    <a:pt x="1177353" y="1359542"/>
                  </a:lnTo>
                  <a:lnTo>
                    <a:pt x="1177358" y="1359551"/>
                  </a:lnTo>
                  <a:lnTo>
                    <a:pt x="1177363" y="1359559"/>
                  </a:lnTo>
                  <a:lnTo>
                    <a:pt x="1177367" y="1359568"/>
                  </a:lnTo>
                  <a:lnTo>
                    <a:pt x="1177371" y="1359578"/>
                  </a:lnTo>
                  <a:lnTo>
                    <a:pt x="1177373" y="1359588"/>
                  </a:lnTo>
                  <a:lnTo>
                    <a:pt x="1177372" y="1359598"/>
                  </a:lnTo>
                  <a:lnTo>
                    <a:pt x="1177369" y="1359608"/>
                  </a:lnTo>
                  <a:lnTo>
                    <a:pt x="1177364" y="1359616"/>
                  </a:lnTo>
                  <a:lnTo>
                    <a:pt x="1177359" y="1359625"/>
                  </a:lnTo>
                  <a:lnTo>
                    <a:pt x="1177351" y="1359634"/>
                  </a:lnTo>
                  <a:lnTo>
                    <a:pt x="1177345" y="1359640"/>
                  </a:lnTo>
                  <a:lnTo>
                    <a:pt x="1177337" y="1359647"/>
                  </a:lnTo>
                  <a:lnTo>
                    <a:pt x="1177329" y="1359652"/>
                  </a:lnTo>
                  <a:lnTo>
                    <a:pt x="1177321" y="1359658"/>
                  </a:lnTo>
                  <a:lnTo>
                    <a:pt x="1177313" y="1359664"/>
                  </a:lnTo>
                  <a:lnTo>
                    <a:pt x="1177305" y="1359670"/>
                  </a:lnTo>
                  <a:lnTo>
                    <a:pt x="1177297" y="1359676"/>
                  </a:lnTo>
                  <a:lnTo>
                    <a:pt x="1177291" y="1359683"/>
                  </a:lnTo>
                  <a:lnTo>
                    <a:pt x="1177284" y="1359691"/>
                  </a:lnTo>
                  <a:lnTo>
                    <a:pt x="1177279" y="1359696"/>
                  </a:lnTo>
                  <a:lnTo>
                    <a:pt x="1177272" y="1359705"/>
                  </a:lnTo>
                  <a:lnTo>
                    <a:pt x="1177266" y="1359714"/>
                  </a:lnTo>
                  <a:lnTo>
                    <a:pt x="1177260" y="1359721"/>
                  </a:lnTo>
                  <a:lnTo>
                    <a:pt x="1177251" y="1359727"/>
                  </a:lnTo>
                  <a:lnTo>
                    <a:pt x="1177242" y="1359731"/>
                  </a:lnTo>
                  <a:lnTo>
                    <a:pt x="1177233" y="1359735"/>
                  </a:lnTo>
                  <a:lnTo>
                    <a:pt x="1177224" y="1359738"/>
                  </a:lnTo>
                  <a:lnTo>
                    <a:pt x="1177215" y="1359741"/>
                  </a:lnTo>
                  <a:lnTo>
                    <a:pt x="1177205" y="1359743"/>
                  </a:lnTo>
                  <a:lnTo>
                    <a:pt x="1177186" y="1359747"/>
                  </a:lnTo>
                  <a:lnTo>
                    <a:pt x="1177177" y="1359749"/>
                  </a:lnTo>
                  <a:lnTo>
                    <a:pt x="1177167" y="1359752"/>
                  </a:lnTo>
                  <a:lnTo>
                    <a:pt x="1177158" y="1359755"/>
                  </a:lnTo>
                  <a:lnTo>
                    <a:pt x="1177149" y="1359759"/>
                  </a:lnTo>
                  <a:lnTo>
                    <a:pt x="1177140" y="1359764"/>
                  </a:lnTo>
                  <a:lnTo>
                    <a:pt x="1177133" y="1359770"/>
                  </a:lnTo>
                  <a:lnTo>
                    <a:pt x="1177129" y="1359779"/>
                  </a:lnTo>
                  <a:lnTo>
                    <a:pt x="1177127" y="1359790"/>
                  </a:lnTo>
                  <a:lnTo>
                    <a:pt x="1177127" y="1359801"/>
                  </a:lnTo>
                  <a:lnTo>
                    <a:pt x="1177126" y="1359812"/>
                  </a:lnTo>
                  <a:lnTo>
                    <a:pt x="1177125" y="1359820"/>
                  </a:lnTo>
                  <a:lnTo>
                    <a:pt x="1177125" y="1359862"/>
                  </a:lnTo>
                  <a:lnTo>
                    <a:pt x="1177122" y="1359880"/>
                  </a:lnTo>
                  <a:lnTo>
                    <a:pt x="1177118" y="1359888"/>
                  </a:lnTo>
                  <a:lnTo>
                    <a:pt x="1177114" y="1359890"/>
                  </a:lnTo>
                  <a:lnTo>
                    <a:pt x="1177109" y="1359894"/>
                  </a:lnTo>
                  <a:lnTo>
                    <a:pt x="1177089" y="1359895"/>
                  </a:lnTo>
                  <a:lnTo>
                    <a:pt x="1177070" y="1359891"/>
                  </a:lnTo>
                  <a:lnTo>
                    <a:pt x="1177052" y="1359884"/>
                  </a:lnTo>
                  <a:lnTo>
                    <a:pt x="1177035" y="1359875"/>
                  </a:lnTo>
                  <a:lnTo>
                    <a:pt x="1177018" y="1359866"/>
                  </a:lnTo>
                  <a:lnTo>
                    <a:pt x="1177000" y="1359857"/>
                  </a:lnTo>
                  <a:lnTo>
                    <a:pt x="1176983" y="1359848"/>
                  </a:lnTo>
                  <a:lnTo>
                    <a:pt x="1176967" y="1359838"/>
                  </a:lnTo>
                  <a:lnTo>
                    <a:pt x="1176950" y="1359828"/>
                  </a:lnTo>
                  <a:lnTo>
                    <a:pt x="1176935" y="1359815"/>
                  </a:lnTo>
                  <a:lnTo>
                    <a:pt x="1176920" y="1359801"/>
                  </a:lnTo>
                  <a:lnTo>
                    <a:pt x="1176905" y="1359788"/>
                  </a:lnTo>
                  <a:lnTo>
                    <a:pt x="1176889" y="1359779"/>
                  </a:lnTo>
                  <a:lnTo>
                    <a:pt x="1176870" y="1359774"/>
                  </a:lnTo>
                  <a:lnTo>
                    <a:pt x="1176850" y="1359774"/>
                  </a:lnTo>
                  <a:lnTo>
                    <a:pt x="1176832" y="1359778"/>
                  </a:lnTo>
                  <a:lnTo>
                    <a:pt x="1176813" y="1359785"/>
                  </a:lnTo>
                  <a:lnTo>
                    <a:pt x="1176796" y="1359793"/>
                  </a:lnTo>
                  <a:lnTo>
                    <a:pt x="1176778" y="1359801"/>
                  </a:lnTo>
                  <a:lnTo>
                    <a:pt x="1176761" y="1359809"/>
                  </a:lnTo>
                  <a:lnTo>
                    <a:pt x="1176741" y="1359815"/>
                  </a:lnTo>
                  <a:lnTo>
                    <a:pt x="1176722" y="1359818"/>
                  </a:lnTo>
                  <a:lnTo>
                    <a:pt x="1176703" y="1359817"/>
                  </a:lnTo>
                  <a:lnTo>
                    <a:pt x="1176685" y="1359810"/>
                  </a:lnTo>
                  <a:lnTo>
                    <a:pt x="1176669" y="1359799"/>
                  </a:lnTo>
                  <a:lnTo>
                    <a:pt x="1176652" y="1359787"/>
                  </a:lnTo>
                  <a:lnTo>
                    <a:pt x="1176638" y="1359775"/>
                  </a:lnTo>
                  <a:lnTo>
                    <a:pt x="1176620" y="1359764"/>
                  </a:lnTo>
                  <a:lnTo>
                    <a:pt x="1176602" y="1359758"/>
                  </a:lnTo>
                  <a:lnTo>
                    <a:pt x="1176583" y="1359757"/>
                  </a:lnTo>
                  <a:lnTo>
                    <a:pt x="1176564" y="1359760"/>
                  </a:lnTo>
                  <a:lnTo>
                    <a:pt x="1176546" y="1359767"/>
                  </a:lnTo>
                  <a:lnTo>
                    <a:pt x="1176528" y="1359777"/>
                  </a:lnTo>
                  <a:lnTo>
                    <a:pt x="1176520" y="1359782"/>
                  </a:lnTo>
                  <a:lnTo>
                    <a:pt x="1176512" y="1359789"/>
                  </a:lnTo>
                  <a:lnTo>
                    <a:pt x="1176500" y="1359806"/>
                  </a:lnTo>
                  <a:lnTo>
                    <a:pt x="1176497" y="1359825"/>
                  </a:lnTo>
                  <a:lnTo>
                    <a:pt x="1176497" y="1359845"/>
                  </a:lnTo>
                  <a:lnTo>
                    <a:pt x="1176498" y="1359866"/>
                  </a:lnTo>
                  <a:lnTo>
                    <a:pt x="1176498" y="1359887"/>
                  </a:lnTo>
                  <a:lnTo>
                    <a:pt x="1176496" y="1359907"/>
                  </a:lnTo>
                  <a:lnTo>
                    <a:pt x="1176492" y="1359916"/>
                  </a:lnTo>
                  <a:lnTo>
                    <a:pt x="1176487" y="1359925"/>
                  </a:lnTo>
                  <a:lnTo>
                    <a:pt x="1176478" y="1359941"/>
                  </a:lnTo>
                  <a:lnTo>
                    <a:pt x="1176466" y="1359958"/>
                  </a:lnTo>
                  <a:lnTo>
                    <a:pt x="1176451" y="1359977"/>
                  </a:lnTo>
                  <a:lnTo>
                    <a:pt x="1176436" y="1359990"/>
                  </a:lnTo>
                  <a:lnTo>
                    <a:pt x="1176421" y="1360000"/>
                  </a:lnTo>
                  <a:lnTo>
                    <a:pt x="1176405" y="1360010"/>
                  </a:lnTo>
                  <a:lnTo>
                    <a:pt x="1176386" y="1360016"/>
                  </a:lnTo>
                  <a:lnTo>
                    <a:pt x="1176367" y="1360020"/>
                  </a:lnTo>
                  <a:lnTo>
                    <a:pt x="1176347" y="1360024"/>
                  </a:lnTo>
                  <a:lnTo>
                    <a:pt x="1176328" y="1360029"/>
                  </a:lnTo>
                  <a:lnTo>
                    <a:pt x="1176311" y="1360035"/>
                  </a:lnTo>
                  <a:lnTo>
                    <a:pt x="1176292" y="1360044"/>
                  </a:lnTo>
                  <a:lnTo>
                    <a:pt x="1176277" y="1360056"/>
                  </a:lnTo>
                  <a:lnTo>
                    <a:pt x="1176269" y="1360062"/>
                  </a:lnTo>
                  <a:lnTo>
                    <a:pt x="1176260" y="1360070"/>
                  </a:lnTo>
                  <a:lnTo>
                    <a:pt x="1176241" y="1360085"/>
                  </a:lnTo>
                  <a:lnTo>
                    <a:pt x="1176225" y="1360102"/>
                  </a:lnTo>
                  <a:lnTo>
                    <a:pt x="1176210" y="1360123"/>
                  </a:lnTo>
                  <a:lnTo>
                    <a:pt x="1176198" y="1360151"/>
                  </a:lnTo>
                  <a:lnTo>
                    <a:pt x="1176187" y="1360173"/>
                  </a:lnTo>
                  <a:lnTo>
                    <a:pt x="1176177" y="1360195"/>
                  </a:lnTo>
                  <a:lnTo>
                    <a:pt x="1176167" y="1360218"/>
                  </a:lnTo>
                  <a:lnTo>
                    <a:pt x="1176158" y="1360239"/>
                  </a:lnTo>
                  <a:lnTo>
                    <a:pt x="1176146" y="1360258"/>
                  </a:lnTo>
                  <a:lnTo>
                    <a:pt x="1176132" y="1360276"/>
                  </a:lnTo>
                  <a:lnTo>
                    <a:pt x="1176112" y="1360293"/>
                  </a:lnTo>
                  <a:lnTo>
                    <a:pt x="1176094" y="1360303"/>
                  </a:lnTo>
                  <a:lnTo>
                    <a:pt x="1176068" y="1360316"/>
                  </a:lnTo>
                  <a:lnTo>
                    <a:pt x="1176034" y="1360329"/>
                  </a:lnTo>
                  <a:lnTo>
                    <a:pt x="1176014" y="1360335"/>
                  </a:lnTo>
                  <a:lnTo>
                    <a:pt x="1175994" y="1360340"/>
                  </a:lnTo>
                  <a:lnTo>
                    <a:pt x="1175976" y="1360344"/>
                  </a:lnTo>
                  <a:lnTo>
                    <a:pt x="1175958" y="1360346"/>
                  </a:lnTo>
                  <a:lnTo>
                    <a:pt x="1175938" y="1360349"/>
                  </a:lnTo>
                  <a:lnTo>
                    <a:pt x="1175920" y="1360349"/>
                  </a:lnTo>
                  <a:lnTo>
                    <a:pt x="1175900" y="1360349"/>
                  </a:lnTo>
                  <a:lnTo>
                    <a:pt x="1175882" y="1360345"/>
                  </a:lnTo>
                  <a:lnTo>
                    <a:pt x="1175862" y="1360341"/>
                  </a:lnTo>
                  <a:lnTo>
                    <a:pt x="1175850" y="1360337"/>
                  </a:lnTo>
                  <a:lnTo>
                    <a:pt x="1175829" y="1360328"/>
                  </a:lnTo>
                  <a:lnTo>
                    <a:pt x="1175810" y="1360315"/>
                  </a:lnTo>
                  <a:lnTo>
                    <a:pt x="1175800" y="1360293"/>
                  </a:lnTo>
                  <a:lnTo>
                    <a:pt x="1175796" y="1360271"/>
                  </a:lnTo>
                  <a:lnTo>
                    <a:pt x="1175794" y="1360246"/>
                  </a:lnTo>
                  <a:lnTo>
                    <a:pt x="1175792" y="1360223"/>
                  </a:lnTo>
                  <a:lnTo>
                    <a:pt x="1175789" y="1360198"/>
                  </a:lnTo>
                  <a:lnTo>
                    <a:pt x="1175785" y="1360173"/>
                  </a:lnTo>
                  <a:lnTo>
                    <a:pt x="1175776" y="1360151"/>
                  </a:lnTo>
                  <a:lnTo>
                    <a:pt x="1175758" y="1360135"/>
                  </a:lnTo>
                  <a:lnTo>
                    <a:pt x="1175737" y="1360127"/>
                  </a:lnTo>
                  <a:lnTo>
                    <a:pt x="1175715" y="1360123"/>
                  </a:lnTo>
                  <a:lnTo>
                    <a:pt x="1175691" y="1360125"/>
                  </a:lnTo>
                  <a:lnTo>
                    <a:pt x="1175668" y="1360131"/>
                  </a:lnTo>
                  <a:lnTo>
                    <a:pt x="1175646" y="1360141"/>
                  </a:lnTo>
                  <a:lnTo>
                    <a:pt x="1175622" y="1360156"/>
                  </a:lnTo>
                  <a:lnTo>
                    <a:pt x="1175600" y="1360172"/>
                  </a:lnTo>
                  <a:lnTo>
                    <a:pt x="1175583" y="1360189"/>
                  </a:lnTo>
                  <a:lnTo>
                    <a:pt x="1175567" y="1360203"/>
                  </a:lnTo>
                  <a:lnTo>
                    <a:pt x="1175551" y="1360222"/>
                  </a:lnTo>
                  <a:lnTo>
                    <a:pt x="1175539" y="1360240"/>
                  </a:lnTo>
                  <a:lnTo>
                    <a:pt x="1175530" y="1360264"/>
                  </a:lnTo>
                  <a:lnTo>
                    <a:pt x="1175525" y="1360279"/>
                  </a:lnTo>
                  <a:lnTo>
                    <a:pt x="1175520" y="1360298"/>
                  </a:lnTo>
                  <a:lnTo>
                    <a:pt x="1175516" y="1360326"/>
                  </a:lnTo>
                  <a:lnTo>
                    <a:pt x="1175514" y="1360336"/>
                  </a:lnTo>
                  <a:lnTo>
                    <a:pt x="1175512" y="1360350"/>
                  </a:lnTo>
                  <a:lnTo>
                    <a:pt x="1175511" y="1360365"/>
                  </a:lnTo>
                  <a:lnTo>
                    <a:pt x="1175510" y="1360375"/>
                  </a:lnTo>
                  <a:lnTo>
                    <a:pt x="1175509" y="1360385"/>
                  </a:lnTo>
                  <a:lnTo>
                    <a:pt x="1175505" y="1360390"/>
                  </a:lnTo>
                  <a:lnTo>
                    <a:pt x="1175488" y="1360388"/>
                  </a:lnTo>
                  <a:lnTo>
                    <a:pt x="1175471" y="1360389"/>
                  </a:lnTo>
                  <a:lnTo>
                    <a:pt x="1175449" y="1360386"/>
                  </a:lnTo>
                  <a:lnTo>
                    <a:pt x="1175423" y="1360379"/>
                  </a:lnTo>
                  <a:lnTo>
                    <a:pt x="1175394" y="1360363"/>
                  </a:lnTo>
                  <a:lnTo>
                    <a:pt x="1175362" y="1360340"/>
                  </a:lnTo>
                  <a:lnTo>
                    <a:pt x="1175324" y="1360308"/>
                  </a:lnTo>
                  <a:lnTo>
                    <a:pt x="1175285" y="1360271"/>
                  </a:lnTo>
                  <a:lnTo>
                    <a:pt x="1175262" y="1360249"/>
                  </a:lnTo>
                  <a:lnTo>
                    <a:pt x="1175231" y="1360220"/>
                  </a:lnTo>
                  <a:lnTo>
                    <a:pt x="1175214" y="1360203"/>
                  </a:lnTo>
                  <a:lnTo>
                    <a:pt x="1175191" y="1360185"/>
                  </a:lnTo>
                  <a:lnTo>
                    <a:pt x="1175173" y="1360175"/>
                  </a:lnTo>
                  <a:lnTo>
                    <a:pt x="1175150" y="1360162"/>
                  </a:lnTo>
                  <a:lnTo>
                    <a:pt x="1175132" y="1360153"/>
                  </a:lnTo>
                  <a:lnTo>
                    <a:pt x="1175110" y="1360137"/>
                  </a:lnTo>
                  <a:lnTo>
                    <a:pt x="1175082" y="1360112"/>
                  </a:lnTo>
                  <a:lnTo>
                    <a:pt x="1175056" y="1360086"/>
                  </a:lnTo>
                  <a:lnTo>
                    <a:pt x="1175035" y="1360058"/>
                  </a:lnTo>
                  <a:lnTo>
                    <a:pt x="1175021" y="1360036"/>
                  </a:lnTo>
                  <a:lnTo>
                    <a:pt x="1175011" y="1360018"/>
                  </a:lnTo>
                  <a:lnTo>
                    <a:pt x="1174995" y="1359986"/>
                  </a:lnTo>
                  <a:lnTo>
                    <a:pt x="1174989" y="1359968"/>
                  </a:lnTo>
                  <a:lnTo>
                    <a:pt x="1174980" y="1359941"/>
                  </a:lnTo>
                  <a:lnTo>
                    <a:pt x="1174971" y="1359910"/>
                  </a:lnTo>
                  <a:lnTo>
                    <a:pt x="1174967" y="1359881"/>
                  </a:lnTo>
                  <a:lnTo>
                    <a:pt x="1174960" y="1359857"/>
                  </a:lnTo>
                  <a:lnTo>
                    <a:pt x="1174951" y="1359832"/>
                  </a:lnTo>
                  <a:lnTo>
                    <a:pt x="1174938" y="1359804"/>
                  </a:lnTo>
                  <a:lnTo>
                    <a:pt x="1174930" y="1359784"/>
                  </a:lnTo>
                  <a:lnTo>
                    <a:pt x="1174921" y="1359762"/>
                  </a:lnTo>
                  <a:lnTo>
                    <a:pt x="1174911" y="1359741"/>
                  </a:lnTo>
                  <a:lnTo>
                    <a:pt x="1174902" y="1359722"/>
                  </a:lnTo>
                  <a:lnTo>
                    <a:pt x="1174893" y="1359702"/>
                  </a:lnTo>
                  <a:lnTo>
                    <a:pt x="1174870" y="1359660"/>
                  </a:lnTo>
                  <a:lnTo>
                    <a:pt x="1174862" y="1359642"/>
                  </a:lnTo>
                  <a:lnTo>
                    <a:pt x="1174846" y="1359605"/>
                  </a:lnTo>
                  <a:lnTo>
                    <a:pt x="1174839" y="1359588"/>
                  </a:lnTo>
                  <a:lnTo>
                    <a:pt x="1174831" y="1359569"/>
                  </a:lnTo>
                  <a:lnTo>
                    <a:pt x="1174820" y="1359553"/>
                  </a:lnTo>
                  <a:lnTo>
                    <a:pt x="1174811" y="1359538"/>
                  </a:lnTo>
                  <a:lnTo>
                    <a:pt x="1174797" y="1359524"/>
                  </a:lnTo>
                  <a:lnTo>
                    <a:pt x="1174786" y="1359515"/>
                  </a:lnTo>
                  <a:lnTo>
                    <a:pt x="1174773" y="1359505"/>
                  </a:lnTo>
                  <a:lnTo>
                    <a:pt x="1174755" y="1359495"/>
                  </a:lnTo>
                  <a:lnTo>
                    <a:pt x="1174732" y="1359487"/>
                  </a:lnTo>
                  <a:lnTo>
                    <a:pt x="1174710" y="1359480"/>
                  </a:lnTo>
                  <a:lnTo>
                    <a:pt x="1174683" y="1359479"/>
                  </a:lnTo>
                  <a:lnTo>
                    <a:pt x="1174660" y="1359476"/>
                  </a:lnTo>
                  <a:lnTo>
                    <a:pt x="1174640" y="1359478"/>
                  </a:lnTo>
                  <a:lnTo>
                    <a:pt x="1174621" y="1359479"/>
                  </a:lnTo>
                  <a:lnTo>
                    <a:pt x="1174598" y="1359480"/>
                  </a:lnTo>
                  <a:lnTo>
                    <a:pt x="1174576" y="1359484"/>
                  </a:lnTo>
                  <a:lnTo>
                    <a:pt x="1174557" y="1359487"/>
                  </a:lnTo>
                  <a:lnTo>
                    <a:pt x="1174535" y="1359491"/>
                  </a:lnTo>
                  <a:lnTo>
                    <a:pt x="1174511" y="1359492"/>
                  </a:lnTo>
                  <a:lnTo>
                    <a:pt x="1174491" y="1359493"/>
                  </a:lnTo>
                  <a:lnTo>
                    <a:pt x="1174472" y="1359492"/>
                  </a:lnTo>
                  <a:lnTo>
                    <a:pt x="1174446" y="1359488"/>
                  </a:lnTo>
                  <a:lnTo>
                    <a:pt x="1174422" y="1359483"/>
                  </a:lnTo>
                  <a:lnTo>
                    <a:pt x="1174403" y="1359480"/>
                  </a:lnTo>
                  <a:lnTo>
                    <a:pt x="1174380" y="1359475"/>
                  </a:lnTo>
                  <a:lnTo>
                    <a:pt x="1174363" y="1359472"/>
                  </a:lnTo>
                  <a:lnTo>
                    <a:pt x="1174348" y="1359468"/>
                  </a:lnTo>
                  <a:lnTo>
                    <a:pt x="1174331" y="1359464"/>
                  </a:lnTo>
                  <a:lnTo>
                    <a:pt x="1174315" y="1359458"/>
                  </a:lnTo>
                  <a:lnTo>
                    <a:pt x="1174303" y="1359453"/>
                  </a:lnTo>
                  <a:lnTo>
                    <a:pt x="1174292" y="1359447"/>
                  </a:lnTo>
                  <a:lnTo>
                    <a:pt x="1174282" y="1359439"/>
                  </a:lnTo>
                  <a:lnTo>
                    <a:pt x="1174272" y="1359430"/>
                  </a:lnTo>
                  <a:lnTo>
                    <a:pt x="1174267" y="1359424"/>
                  </a:lnTo>
                  <a:lnTo>
                    <a:pt x="1174259" y="1359416"/>
                  </a:lnTo>
                  <a:lnTo>
                    <a:pt x="1174253" y="1359401"/>
                  </a:lnTo>
                  <a:lnTo>
                    <a:pt x="1174242" y="1359373"/>
                  </a:lnTo>
                  <a:lnTo>
                    <a:pt x="1174231" y="1359345"/>
                  </a:lnTo>
                  <a:lnTo>
                    <a:pt x="1174220" y="1359317"/>
                  </a:lnTo>
                  <a:lnTo>
                    <a:pt x="1174210" y="1359289"/>
                  </a:lnTo>
                  <a:lnTo>
                    <a:pt x="1174201" y="1359259"/>
                  </a:lnTo>
                  <a:lnTo>
                    <a:pt x="1174194" y="1359229"/>
                  </a:lnTo>
                  <a:lnTo>
                    <a:pt x="1174190" y="1359200"/>
                  </a:lnTo>
                  <a:lnTo>
                    <a:pt x="1174188" y="1359170"/>
                  </a:lnTo>
                  <a:lnTo>
                    <a:pt x="1174184" y="1359139"/>
                  </a:lnTo>
                  <a:lnTo>
                    <a:pt x="1174179" y="1359109"/>
                  </a:lnTo>
                  <a:lnTo>
                    <a:pt x="1174172" y="1359079"/>
                  </a:lnTo>
                  <a:lnTo>
                    <a:pt x="1174161" y="1359050"/>
                  </a:lnTo>
                  <a:lnTo>
                    <a:pt x="1174149" y="1359023"/>
                  </a:lnTo>
                  <a:lnTo>
                    <a:pt x="1174134" y="1358996"/>
                  </a:lnTo>
                  <a:lnTo>
                    <a:pt x="1174118" y="1358970"/>
                  </a:lnTo>
                  <a:lnTo>
                    <a:pt x="1174098" y="1358947"/>
                  </a:lnTo>
                  <a:lnTo>
                    <a:pt x="1174078" y="1358927"/>
                  </a:lnTo>
                  <a:lnTo>
                    <a:pt x="1174056" y="1358907"/>
                  </a:lnTo>
                  <a:lnTo>
                    <a:pt x="1174029" y="1358895"/>
                  </a:lnTo>
                  <a:lnTo>
                    <a:pt x="1173999" y="1358892"/>
                  </a:lnTo>
                  <a:lnTo>
                    <a:pt x="1173971" y="1358897"/>
                  </a:lnTo>
                  <a:lnTo>
                    <a:pt x="1173945" y="1358910"/>
                  </a:lnTo>
                  <a:lnTo>
                    <a:pt x="1173938" y="1358917"/>
                  </a:lnTo>
                  <a:lnTo>
                    <a:pt x="1173925" y="1358932"/>
                  </a:lnTo>
                  <a:lnTo>
                    <a:pt x="1173908" y="1358957"/>
                  </a:lnTo>
                  <a:lnTo>
                    <a:pt x="1173882" y="1359011"/>
                  </a:lnTo>
                  <a:lnTo>
                    <a:pt x="1173870" y="1359038"/>
                  </a:lnTo>
                  <a:lnTo>
                    <a:pt x="1173857" y="1359065"/>
                  </a:lnTo>
                  <a:lnTo>
                    <a:pt x="1173839" y="1359091"/>
                  </a:lnTo>
                  <a:lnTo>
                    <a:pt x="1173823" y="1359114"/>
                  </a:lnTo>
                  <a:lnTo>
                    <a:pt x="1173805" y="1359136"/>
                  </a:lnTo>
                  <a:lnTo>
                    <a:pt x="1173784" y="1359157"/>
                  </a:lnTo>
                  <a:lnTo>
                    <a:pt x="1173758" y="1359171"/>
                  </a:lnTo>
                  <a:lnTo>
                    <a:pt x="1173729" y="1359173"/>
                  </a:lnTo>
                  <a:lnTo>
                    <a:pt x="1173702" y="1359166"/>
                  </a:lnTo>
                  <a:lnTo>
                    <a:pt x="1173674" y="1359152"/>
                  </a:lnTo>
                  <a:lnTo>
                    <a:pt x="1173623" y="1359132"/>
                  </a:lnTo>
                  <a:lnTo>
                    <a:pt x="1173596" y="1359123"/>
                  </a:lnTo>
                  <a:lnTo>
                    <a:pt x="1173577" y="1359110"/>
                  </a:lnTo>
                  <a:lnTo>
                    <a:pt x="1173567" y="1359099"/>
                  </a:lnTo>
                  <a:lnTo>
                    <a:pt x="1173551" y="1359074"/>
                  </a:lnTo>
                  <a:lnTo>
                    <a:pt x="1173544" y="1359044"/>
                  </a:lnTo>
                  <a:lnTo>
                    <a:pt x="1173545" y="1359018"/>
                  </a:lnTo>
                  <a:lnTo>
                    <a:pt x="1173564" y="1358969"/>
                  </a:lnTo>
                  <a:lnTo>
                    <a:pt x="1173602" y="1358886"/>
                  </a:lnTo>
                  <a:lnTo>
                    <a:pt x="1173618" y="1358811"/>
                  </a:lnTo>
                  <a:lnTo>
                    <a:pt x="1173621" y="1358778"/>
                  </a:lnTo>
                  <a:lnTo>
                    <a:pt x="1173617" y="1358741"/>
                  </a:lnTo>
                  <a:lnTo>
                    <a:pt x="1173611" y="1358709"/>
                  </a:lnTo>
                  <a:lnTo>
                    <a:pt x="1173598" y="1358687"/>
                  </a:lnTo>
                  <a:lnTo>
                    <a:pt x="1173574" y="1358653"/>
                  </a:lnTo>
                  <a:lnTo>
                    <a:pt x="1173519" y="1358594"/>
                  </a:lnTo>
                  <a:lnTo>
                    <a:pt x="1173447" y="1358528"/>
                  </a:lnTo>
                  <a:lnTo>
                    <a:pt x="1173364" y="1358454"/>
                  </a:lnTo>
                  <a:lnTo>
                    <a:pt x="1173298" y="1358378"/>
                  </a:lnTo>
                  <a:lnTo>
                    <a:pt x="1173186" y="1358245"/>
                  </a:lnTo>
                  <a:lnTo>
                    <a:pt x="1173137" y="1358185"/>
                  </a:lnTo>
                  <a:lnTo>
                    <a:pt x="1173055" y="1358092"/>
                  </a:lnTo>
                  <a:lnTo>
                    <a:pt x="1172994" y="1358013"/>
                  </a:lnTo>
                  <a:lnTo>
                    <a:pt x="1172949" y="1357939"/>
                  </a:lnTo>
                  <a:lnTo>
                    <a:pt x="1172875" y="1357841"/>
                  </a:lnTo>
                  <a:lnTo>
                    <a:pt x="1172826" y="1357781"/>
                  </a:lnTo>
                  <a:lnTo>
                    <a:pt x="1172787" y="1357724"/>
                  </a:lnTo>
                  <a:lnTo>
                    <a:pt x="1172738" y="1357673"/>
                  </a:lnTo>
                  <a:lnTo>
                    <a:pt x="1172686" y="1357628"/>
                  </a:lnTo>
                  <a:lnTo>
                    <a:pt x="1172659" y="1357607"/>
                  </a:lnTo>
                  <a:lnTo>
                    <a:pt x="1172626" y="1357590"/>
                  </a:lnTo>
                  <a:lnTo>
                    <a:pt x="1172613" y="1357579"/>
                  </a:lnTo>
                  <a:lnTo>
                    <a:pt x="1172601" y="1357565"/>
                  </a:lnTo>
                  <a:lnTo>
                    <a:pt x="1172589" y="1357560"/>
                  </a:lnTo>
                  <a:lnTo>
                    <a:pt x="1172574" y="1357558"/>
                  </a:lnTo>
                  <a:lnTo>
                    <a:pt x="1172550" y="1357557"/>
                  </a:lnTo>
                  <a:lnTo>
                    <a:pt x="1172503" y="1357561"/>
                  </a:lnTo>
                  <a:lnTo>
                    <a:pt x="1172463" y="1357588"/>
                  </a:lnTo>
                  <a:lnTo>
                    <a:pt x="1172443" y="1357627"/>
                  </a:lnTo>
                  <a:lnTo>
                    <a:pt x="1172436" y="1357681"/>
                  </a:lnTo>
                  <a:lnTo>
                    <a:pt x="1172435" y="1357691"/>
                  </a:lnTo>
                  <a:lnTo>
                    <a:pt x="1172427" y="1357748"/>
                  </a:lnTo>
                  <a:lnTo>
                    <a:pt x="1172417" y="1357791"/>
                  </a:lnTo>
                  <a:lnTo>
                    <a:pt x="1172405" y="1357811"/>
                  </a:lnTo>
                  <a:lnTo>
                    <a:pt x="1172380" y="1357839"/>
                  </a:lnTo>
                  <a:lnTo>
                    <a:pt x="1172350" y="1357851"/>
                  </a:lnTo>
                  <a:lnTo>
                    <a:pt x="1172324" y="1357853"/>
                  </a:lnTo>
                  <a:lnTo>
                    <a:pt x="1172281" y="1357848"/>
                  </a:lnTo>
                  <a:lnTo>
                    <a:pt x="1172246" y="1357833"/>
                  </a:lnTo>
                  <a:lnTo>
                    <a:pt x="1172207" y="1357810"/>
                  </a:lnTo>
                  <a:lnTo>
                    <a:pt x="1172177" y="1357792"/>
                  </a:lnTo>
                  <a:lnTo>
                    <a:pt x="1172125" y="1357757"/>
                  </a:lnTo>
                  <a:lnTo>
                    <a:pt x="1172090" y="1357733"/>
                  </a:lnTo>
                  <a:lnTo>
                    <a:pt x="1172053" y="1357691"/>
                  </a:lnTo>
                  <a:lnTo>
                    <a:pt x="1172015" y="1357629"/>
                  </a:lnTo>
                  <a:lnTo>
                    <a:pt x="1171979" y="1357549"/>
                  </a:lnTo>
                  <a:lnTo>
                    <a:pt x="1171945" y="1357479"/>
                  </a:lnTo>
                  <a:lnTo>
                    <a:pt x="1171908" y="1357399"/>
                  </a:lnTo>
                  <a:lnTo>
                    <a:pt x="1171886" y="1357354"/>
                  </a:lnTo>
                  <a:lnTo>
                    <a:pt x="1171849" y="1357304"/>
                  </a:lnTo>
                  <a:lnTo>
                    <a:pt x="1171833" y="1357273"/>
                  </a:lnTo>
                  <a:lnTo>
                    <a:pt x="1171822" y="1357235"/>
                  </a:lnTo>
                  <a:lnTo>
                    <a:pt x="1171799" y="1357199"/>
                  </a:lnTo>
                  <a:lnTo>
                    <a:pt x="1171747" y="1357128"/>
                  </a:lnTo>
                  <a:lnTo>
                    <a:pt x="1171699" y="1357058"/>
                  </a:lnTo>
                  <a:lnTo>
                    <a:pt x="1171648" y="1356983"/>
                  </a:lnTo>
                  <a:lnTo>
                    <a:pt x="1171586" y="1356907"/>
                  </a:lnTo>
                  <a:lnTo>
                    <a:pt x="1171520" y="1356828"/>
                  </a:lnTo>
                  <a:lnTo>
                    <a:pt x="1171485" y="1356789"/>
                  </a:lnTo>
                  <a:lnTo>
                    <a:pt x="1171444" y="1356759"/>
                  </a:lnTo>
                  <a:lnTo>
                    <a:pt x="1171390" y="1356726"/>
                  </a:lnTo>
                  <a:lnTo>
                    <a:pt x="1171324" y="1356699"/>
                  </a:lnTo>
                  <a:lnTo>
                    <a:pt x="1171280" y="1356679"/>
                  </a:lnTo>
                  <a:lnTo>
                    <a:pt x="1171217" y="1356654"/>
                  </a:lnTo>
                  <a:lnTo>
                    <a:pt x="1171158" y="1356622"/>
                  </a:lnTo>
                  <a:lnTo>
                    <a:pt x="1171093" y="1356573"/>
                  </a:lnTo>
                  <a:lnTo>
                    <a:pt x="1170993" y="1356492"/>
                  </a:lnTo>
                  <a:lnTo>
                    <a:pt x="1170911" y="1356408"/>
                  </a:lnTo>
                  <a:lnTo>
                    <a:pt x="1170876" y="1356360"/>
                  </a:lnTo>
                  <a:lnTo>
                    <a:pt x="1170857" y="1356300"/>
                  </a:lnTo>
                  <a:lnTo>
                    <a:pt x="1170845" y="1356256"/>
                  </a:lnTo>
                  <a:lnTo>
                    <a:pt x="1170807" y="1356178"/>
                  </a:lnTo>
                  <a:lnTo>
                    <a:pt x="1170754" y="1356060"/>
                  </a:lnTo>
                  <a:lnTo>
                    <a:pt x="1170693" y="1355983"/>
                  </a:lnTo>
                  <a:lnTo>
                    <a:pt x="1170631" y="1355923"/>
                  </a:lnTo>
                  <a:lnTo>
                    <a:pt x="1170582" y="1355880"/>
                  </a:lnTo>
                  <a:lnTo>
                    <a:pt x="1170533" y="1355827"/>
                  </a:lnTo>
                  <a:lnTo>
                    <a:pt x="1170455" y="1355761"/>
                  </a:lnTo>
                  <a:lnTo>
                    <a:pt x="1170417" y="1355728"/>
                  </a:lnTo>
                  <a:lnTo>
                    <a:pt x="1170373" y="1355708"/>
                  </a:lnTo>
                  <a:lnTo>
                    <a:pt x="1170342" y="1355693"/>
                  </a:lnTo>
                  <a:lnTo>
                    <a:pt x="1170285" y="1355665"/>
                  </a:lnTo>
                  <a:lnTo>
                    <a:pt x="1170226" y="1355635"/>
                  </a:lnTo>
                  <a:lnTo>
                    <a:pt x="1170166" y="1355595"/>
                  </a:lnTo>
                  <a:lnTo>
                    <a:pt x="1170114" y="1355535"/>
                  </a:lnTo>
                  <a:lnTo>
                    <a:pt x="1170094" y="1355510"/>
                  </a:lnTo>
                  <a:lnTo>
                    <a:pt x="1170053" y="1355457"/>
                  </a:lnTo>
                  <a:lnTo>
                    <a:pt x="1170005" y="1355360"/>
                  </a:lnTo>
                  <a:lnTo>
                    <a:pt x="1169975" y="1355283"/>
                  </a:lnTo>
                  <a:lnTo>
                    <a:pt x="1169949" y="1355217"/>
                  </a:lnTo>
                  <a:lnTo>
                    <a:pt x="1169911" y="1355082"/>
                  </a:lnTo>
                  <a:lnTo>
                    <a:pt x="1169874" y="1354983"/>
                  </a:lnTo>
                  <a:lnTo>
                    <a:pt x="1169830" y="1354872"/>
                  </a:lnTo>
                  <a:lnTo>
                    <a:pt x="1169811" y="1354830"/>
                  </a:lnTo>
                  <a:lnTo>
                    <a:pt x="1169790" y="1354799"/>
                  </a:lnTo>
                  <a:lnTo>
                    <a:pt x="1169775" y="1354767"/>
                  </a:lnTo>
                  <a:lnTo>
                    <a:pt x="1169763" y="1354735"/>
                  </a:lnTo>
                  <a:lnTo>
                    <a:pt x="1169755" y="1354706"/>
                  </a:lnTo>
                  <a:lnTo>
                    <a:pt x="1169747" y="1354672"/>
                  </a:lnTo>
                  <a:lnTo>
                    <a:pt x="1169732" y="1354635"/>
                  </a:lnTo>
                  <a:lnTo>
                    <a:pt x="1169713" y="1354599"/>
                  </a:lnTo>
                  <a:lnTo>
                    <a:pt x="1169697" y="1354576"/>
                  </a:lnTo>
                  <a:lnTo>
                    <a:pt x="1169683" y="1354557"/>
                  </a:lnTo>
                  <a:lnTo>
                    <a:pt x="1169672" y="1354540"/>
                  </a:lnTo>
                  <a:lnTo>
                    <a:pt x="1169655" y="1354518"/>
                  </a:lnTo>
                  <a:lnTo>
                    <a:pt x="1169647" y="1354505"/>
                  </a:lnTo>
                  <a:lnTo>
                    <a:pt x="1169628" y="1354476"/>
                  </a:lnTo>
                  <a:lnTo>
                    <a:pt x="1169610" y="1354451"/>
                  </a:lnTo>
                  <a:lnTo>
                    <a:pt x="1169591" y="1354428"/>
                  </a:lnTo>
                  <a:lnTo>
                    <a:pt x="1169567" y="1354404"/>
                  </a:lnTo>
                  <a:lnTo>
                    <a:pt x="1169542" y="1354383"/>
                  </a:lnTo>
                  <a:lnTo>
                    <a:pt x="1169518" y="1354365"/>
                  </a:lnTo>
                  <a:lnTo>
                    <a:pt x="1169492" y="1354346"/>
                  </a:lnTo>
                  <a:lnTo>
                    <a:pt x="1169466" y="1354328"/>
                  </a:lnTo>
                  <a:lnTo>
                    <a:pt x="1169414" y="1354293"/>
                  </a:lnTo>
                  <a:lnTo>
                    <a:pt x="1169389" y="1354275"/>
                  </a:lnTo>
                  <a:lnTo>
                    <a:pt x="1169364" y="1354258"/>
                  </a:lnTo>
                  <a:lnTo>
                    <a:pt x="1169350" y="1354249"/>
                  </a:lnTo>
                  <a:lnTo>
                    <a:pt x="1169340" y="1354238"/>
                  </a:lnTo>
                  <a:lnTo>
                    <a:pt x="1169330" y="1354223"/>
                  </a:lnTo>
                  <a:lnTo>
                    <a:pt x="1169322" y="1354209"/>
                  </a:lnTo>
                  <a:lnTo>
                    <a:pt x="1169308" y="1354175"/>
                  </a:lnTo>
                  <a:lnTo>
                    <a:pt x="1169300" y="1354142"/>
                  </a:lnTo>
                  <a:lnTo>
                    <a:pt x="1169294" y="1354111"/>
                  </a:lnTo>
                  <a:lnTo>
                    <a:pt x="1169286" y="1354079"/>
                  </a:lnTo>
                  <a:lnTo>
                    <a:pt x="1169278" y="1354049"/>
                  </a:lnTo>
                  <a:lnTo>
                    <a:pt x="1169263" y="1354021"/>
                  </a:lnTo>
                  <a:lnTo>
                    <a:pt x="1169245" y="1353995"/>
                  </a:lnTo>
                  <a:lnTo>
                    <a:pt x="1169225" y="1353969"/>
                  </a:lnTo>
                  <a:lnTo>
                    <a:pt x="1169203" y="1353945"/>
                  </a:lnTo>
                  <a:lnTo>
                    <a:pt x="1169182" y="1353921"/>
                  </a:lnTo>
                  <a:lnTo>
                    <a:pt x="1169163" y="1353895"/>
                  </a:lnTo>
                  <a:lnTo>
                    <a:pt x="1169144" y="1353868"/>
                  </a:lnTo>
                  <a:lnTo>
                    <a:pt x="1169125" y="1353842"/>
                  </a:lnTo>
                  <a:lnTo>
                    <a:pt x="1169106" y="1353817"/>
                  </a:lnTo>
                  <a:lnTo>
                    <a:pt x="1169086" y="1353792"/>
                  </a:lnTo>
                  <a:lnTo>
                    <a:pt x="1169066" y="1353763"/>
                  </a:lnTo>
                  <a:lnTo>
                    <a:pt x="1169049" y="1353737"/>
                  </a:lnTo>
                  <a:lnTo>
                    <a:pt x="1169031" y="1353711"/>
                  </a:lnTo>
                  <a:lnTo>
                    <a:pt x="1169017" y="1353682"/>
                  </a:lnTo>
                  <a:lnTo>
                    <a:pt x="1168999" y="1353653"/>
                  </a:lnTo>
                  <a:lnTo>
                    <a:pt x="1168982" y="1353626"/>
                  </a:lnTo>
                  <a:lnTo>
                    <a:pt x="1168963" y="1353597"/>
                  </a:lnTo>
                  <a:lnTo>
                    <a:pt x="1168944" y="1353574"/>
                  </a:lnTo>
                  <a:lnTo>
                    <a:pt x="1168921" y="1353551"/>
                  </a:lnTo>
                  <a:lnTo>
                    <a:pt x="1168897" y="1353531"/>
                  </a:lnTo>
                  <a:lnTo>
                    <a:pt x="1168871" y="1353513"/>
                  </a:lnTo>
                  <a:lnTo>
                    <a:pt x="1168843" y="1353497"/>
                  </a:lnTo>
                  <a:lnTo>
                    <a:pt x="1168815" y="1353481"/>
                  </a:lnTo>
                  <a:lnTo>
                    <a:pt x="1168787" y="1353466"/>
                  </a:lnTo>
                  <a:lnTo>
                    <a:pt x="1168760" y="1353452"/>
                  </a:lnTo>
                  <a:lnTo>
                    <a:pt x="1168733" y="1353436"/>
                  </a:lnTo>
                  <a:lnTo>
                    <a:pt x="1168706" y="1353419"/>
                  </a:lnTo>
                  <a:lnTo>
                    <a:pt x="1168680" y="1353401"/>
                  </a:lnTo>
                  <a:lnTo>
                    <a:pt x="1168655" y="1353382"/>
                  </a:lnTo>
                  <a:lnTo>
                    <a:pt x="1168629" y="1353362"/>
                  </a:lnTo>
                  <a:lnTo>
                    <a:pt x="1168606" y="1353341"/>
                  </a:lnTo>
                  <a:lnTo>
                    <a:pt x="1168593" y="1353326"/>
                  </a:lnTo>
                  <a:lnTo>
                    <a:pt x="1168579" y="1353311"/>
                  </a:lnTo>
                  <a:lnTo>
                    <a:pt x="1168565" y="1353297"/>
                  </a:lnTo>
                  <a:lnTo>
                    <a:pt x="1168549" y="1353284"/>
                  </a:lnTo>
                  <a:lnTo>
                    <a:pt x="1168535" y="1353269"/>
                  </a:lnTo>
                  <a:lnTo>
                    <a:pt x="1168523" y="1353253"/>
                  </a:lnTo>
                  <a:lnTo>
                    <a:pt x="1168512" y="1353236"/>
                  </a:lnTo>
                  <a:lnTo>
                    <a:pt x="1168500" y="1353220"/>
                  </a:lnTo>
                  <a:lnTo>
                    <a:pt x="1168487" y="1353206"/>
                  </a:lnTo>
                  <a:lnTo>
                    <a:pt x="1168473" y="1353191"/>
                  </a:lnTo>
                  <a:lnTo>
                    <a:pt x="1168461" y="1353176"/>
                  </a:lnTo>
                  <a:lnTo>
                    <a:pt x="1168450" y="1353159"/>
                  </a:lnTo>
                  <a:lnTo>
                    <a:pt x="1168444" y="1353140"/>
                  </a:lnTo>
                  <a:lnTo>
                    <a:pt x="1168438" y="1353120"/>
                  </a:lnTo>
                  <a:lnTo>
                    <a:pt x="1168433" y="1353100"/>
                  </a:lnTo>
                  <a:lnTo>
                    <a:pt x="1168428" y="1353080"/>
                  </a:lnTo>
                  <a:lnTo>
                    <a:pt x="1168418" y="1353040"/>
                  </a:lnTo>
                  <a:lnTo>
                    <a:pt x="1168412" y="1353020"/>
                  </a:lnTo>
                  <a:lnTo>
                    <a:pt x="1168405" y="1353001"/>
                  </a:lnTo>
                  <a:lnTo>
                    <a:pt x="1168398" y="1352983"/>
                  </a:lnTo>
                  <a:lnTo>
                    <a:pt x="1168391" y="1352964"/>
                  </a:lnTo>
                  <a:lnTo>
                    <a:pt x="1168382" y="1352945"/>
                  </a:lnTo>
                  <a:lnTo>
                    <a:pt x="1168372" y="1352926"/>
                  </a:lnTo>
                  <a:lnTo>
                    <a:pt x="1168363" y="1352907"/>
                  </a:lnTo>
                  <a:lnTo>
                    <a:pt x="1168345" y="1352866"/>
                  </a:lnTo>
                  <a:lnTo>
                    <a:pt x="1168336" y="1352847"/>
                  </a:lnTo>
                  <a:lnTo>
                    <a:pt x="1168314" y="1352811"/>
                  </a:lnTo>
                  <a:lnTo>
                    <a:pt x="1168301" y="1352795"/>
                  </a:lnTo>
                  <a:lnTo>
                    <a:pt x="1168283" y="1352783"/>
                  </a:lnTo>
                  <a:lnTo>
                    <a:pt x="1168267" y="1352770"/>
                  </a:lnTo>
                  <a:lnTo>
                    <a:pt x="1168253" y="1352757"/>
                  </a:lnTo>
                  <a:lnTo>
                    <a:pt x="1168241" y="1352740"/>
                  </a:lnTo>
                  <a:lnTo>
                    <a:pt x="1168225" y="1352727"/>
                  </a:lnTo>
                  <a:lnTo>
                    <a:pt x="1168207" y="1352719"/>
                  </a:lnTo>
                  <a:lnTo>
                    <a:pt x="1168188" y="1352713"/>
                  </a:lnTo>
                  <a:lnTo>
                    <a:pt x="1168168" y="1352713"/>
                  </a:lnTo>
                  <a:lnTo>
                    <a:pt x="1168149" y="1352711"/>
                  </a:lnTo>
                  <a:lnTo>
                    <a:pt x="1168131" y="1352702"/>
                  </a:lnTo>
                  <a:lnTo>
                    <a:pt x="1168117" y="1352688"/>
                  </a:lnTo>
                  <a:lnTo>
                    <a:pt x="1168104" y="1352671"/>
                  </a:lnTo>
                  <a:lnTo>
                    <a:pt x="1168095" y="1352653"/>
                  </a:lnTo>
                  <a:lnTo>
                    <a:pt x="1168086" y="1352635"/>
                  </a:lnTo>
                  <a:lnTo>
                    <a:pt x="1168079" y="1352616"/>
                  </a:lnTo>
                  <a:lnTo>
                    <a:pt x="1168072" y="1352596"/>
                  </a:lnTo>
                  <a:lnTo>
                    <a:pt x="1168063" y="1352576"/>
                  </a:lnTo>
                  <a:lnTo>
                    <a:pt x="1168052" y="1352557"/>
                  </a:lnTo>
                  <a:lnTo>
                    <a:pt x="1168032" y="1352520"/>
                  </a:lnTo>
                  <a:lnTo>
                    <a:pt x="1168023" y="1352502"/>
                  </a:lnTo>
                  <a:lnTo>
                    <a:pt x="1168015" y="1352483"/>
                  </a:lnTo>
                  <a:lnTo>
                    <a:pt x="1168006" y="1352464"/>
                  </a:lnTo>
                  <a:lnTo>
                    <a:pt x="1167997" y="1352445"/>
                  </a:lnTo>
                  <a:lnTo>
                    <a:pt x="1167988" y="1352427"/>
                  </a:lnTo>
                  <a:lnTo>
                    <a:pt x="1167979" y="1352408"/>
                  </a:lnTo>
                  <a:lnTo>
                    <a:pt x="1167969" y="1352389"/>
                  </a:lnTo>
                  <a:lnTo>
                    <a:pt x="1167963" y="1352368"/>
                  </a:lnTo>
                  <a:lnTo>
                    <a:pt x="1167957" y="1352349"/>
                  </a:lnTo>
                  <a:lnTo>
                    <a:pt x="1167953" y="1352329"/>
                  </a:lnTo>
                  <a:lnTo>
                    <a:pt x="1167944" y="1352310"/>
                  </a:lnTo>
                  <a:lnTo>
                    <a:pt x="1167933" y="1352293"/>
                  </a:lnTo>
                  <a:lnTo>
                    <a:pt x="1167919" y="1352279"/>
                  </a:lnTo>
                  <a:lnTo>
                    <a:pt x="1167904" y="1352267"/>
                  </a:lnTo>
                  <a:lnTo>
                    <a:pt x="1167885" y="1352263"/>
                  </a:lnTo>
                  <a:lnTo>
                    <a:pt x="1167866" y="1352265"/>
                  </a:lnTo>
                  <a:lnTo>
                    <a:pt x="1167847" y="1352271"/>
                  </a:lnTo>
                  <a:lnTo>
                    <a:pt x="1167829" y="1352278"/>
                  </a:lnTo>
                  <a:lnTo>
                    <a:pt x="1167774" y="1352303"/>
                  </a:lnTo>
                  <a:lnTo>
                    <a:pt x="1167768" y="1352306"/>
                  </a:lnTo>
                  <a:lnTo>
                    <a:pt x="1167756" y="1352313"/>
                  </a:lnTo>
                  <a:lnTo>
                    <a:pt x="1167719" y="1352329"/>
                  </a:lnTo>
                  <a:lnTo>
                    <a:pt x="1167700" y="1352338"/>
                  </a:lnTo>
                  <a:lnTo>
                    <a:pt x="1167681" y="1352345"/>
                  </a:lnTo>
                  <a:lnTo>
                    <a:pt x="1167663" y="1352352"/>
                  </a:lnTo>
                  <a:lnTo>
                    <a:pt x="1167645" y="1352360"/>
                  </a:lnTo>
                  <a:lnTo>
                    <a:pt x="1167626" y="1352367"/>
                  </a:lnTo>
                  <a:lnTo>
                    <a:pt x="1167607" y="1352374"/>
                  </a:lnTo>
                  <a:lnTo>
                    <a:pt x="1167587" y="1352379"/>
                  </a:lnTo>
                  <a:lnTo>
                    <a:pt x="1167567" y="1352383"/>
                  </a:lnTo>
                  <a:lnTo>
                    <a:pt x="1167547" y="1352387"/>
                  </a:lnTo>
                  <a:lnTo>
                    <a:pt x="1167534" y="1352390"/>
                  </a:lnTo>
                  <a:lnTo>
                    <a:pt x="1167504" y="1352398"/>
                  </a:lnTo>
                  <a:lnTo>
                    <a:pt x="1167462" y="1352403"/>
                  </a:lnTo>
                  <a:lnTo>
                    <a:pt x="1167429" y="1352407"/>
                  </a:lnTo>
                  <a:lnTo>
                    <a:pt x="1167373" y="1352396"/>
                  </a:lnTo>
                  <a:lnTo>
                    <a:pt x="1167352" y="1352396"/>
                  </a:lnTo>
                  <a:lnTo>
                    <a:pt x="1167323" y="1352409"/>
                  </a:lnTo>
                  <a:lnTo>
                    <a:pt x="1167307" y="1352417"/>
                  </a:lnTo>
                  <a:lnTo>
                    <a:pt x="1167289" y="1352414"/>
                  </a:lnTo>
                  <a:lnTo>
                    <a:pt x="1167275" y="1352409"/>
                  </a:lnTo>
                  <a:lnTo>
                    <a:pt x="1167257" y="1352395"/>
                  </a:lnTo>
                  <a:lnTo>
                    <a:pt x="1167243" y="1352373"/>
                  </a:lnTo>
                  <a:lnTo>
                    <a:pt x="1167231" y="1352349"/>
                  </a:lnTo>
                  <a:lnTo>
                    <a:pt x="1167220" y="1352318"/>
                  </a:lnTo>
                  <a:lnTo>
                    <a:pt x="1167217" y="1352283"/>
                  </a:lnTo>
                  <a:lnTo>
                    <a:pt x="1167214" y="1352246"/>
                  </a:lnTo>
                  <a:lnTo>
                    <a:pt x="1167211" y="1352214"/>
                  </a:lnTo>
                  <a:lnTo>
                    <a:pt x="1167209" y="1352194"/>
                  </a:lnTo>
                  <a:lnTo>
                    <a:pt x="1167213" y="1352178"/>
                  </a:lnTo>
                  <a:lnTo>
                    <a:pt x="1167213" y="1352163"/>
                  </a:lnTo>
                  <a:lnTo>
                    <a:pt x="1167201" y="1352146"/>
                  </a:lnTo>
                  <a:lnTo>
                    <a:pt x="1167182" y="1352118"/>
                  </a:lnTo>
                  <a:lnTo>
                    <a:pt x="1167176" y="1352109"/>
                  </a:lnTo>
                  <a:lnTo>
                    <a:pt x="1167171" y="1352103"/>
                  </a:lnTo>
                  <a:lnTo>
                    <a:pt x="1167165" y="1352095"/>
                  </a:lnTo>
                  <a:lnTo>
                    <a:pt x="1167159" y="1352086"/>
                  </a:lnTo>
                  <a:lnTo>
                    <a:pt x="1167155" y="1352082"/>
                  </a:lnTo>
                  <a:lnTo>
                    <a:pt x="1167148" y="1352074"/>
                  </a:lnTo>
                  <a:lnTo>
                    <a:pt x="1167132" y="1352058"/>
                  </a:lnTo>
                  <a:lnTo>
                    <a:pt x="1167099" y="1352026"/>
                  </a:lnTo>
                  <a:lnTo>
                    <a:pt x="1167079" y="1352002"/>
                  </a:lnTo>
                  <a:lnTo>
                    <a:pt x="1167062" y="1351978"/>
                  </a:lnTo>
                  <a:lnTo>
                    <a:pt x="1167045" y="1351957"/>
                  </a:lnTo>
                  <a:lnTo>
                    <a:pt x="1167029" y="1351939"/>
                  </a:lnTo>
                  <a:lnTo>
                    <a:pt x="1167010" y="1351922"/>
                  </a:lnTo>
                  <a:lnTo>
                    <a:pt x="1166990" y="1351908"/>
                  </a:lnTo>
                  <a:lnTo>
                    <a:pt x="1166965" y="1351900"/>
                  </a:lnTo>
                  <a:lnTo>
                    <a:pt x="1166938" y="1351901"/>
                  </a:lnTo>
                  <a:lnTo>
                    <a:pt x="1166917" y="1351902"/>
                  </a:lnTo>
                  <a:lnTo>
                    <a:pt x="1166887" y="1351899"/>
                  </a:lnTo>
                  <a:lnTo>
                    <a:pt x="1166857" y="1351883"/>
                  </a:lnTo>
                  <a:lnTo>
                    <a:pt x="1166840" y="1351862"/>
                  </a:lnTo>
                  <a:lnTo>
                    <a:pt x="1166823" y="1351849"/>
                  </a:lnTo>
                  <a:lnTo>
                    <a:pt x="1166785" y="1351809"/>
                  </a:lnTo>
                  <a:lnTo>
                    <a:pt x="1166770" y="1351790"/>
                  </a:lnTo>
                  <a:lnTo>
                    <a:pt x="1166758" y="1351767"/>
                  </a:lnTo>
                  <a:lnTo>
                    <a:pt x="1166754" y="1351746"/>
                  </a:lnTo>
                  <a:lnTo>
                    <a:pt x="1166750" y="1351720"/>
                  </a:lnTo>
                  <a:lnTo>
                    <a:pt x="1166746" y="1351683"/>
                  </a:lnTo>
                  <a:lnTo>
                    <a:pt x="1166748" y="1351648"/>
                  </a:lnTo>
                  <a:lnTo>
                    <a:pt x="1166752" y="1351613"/>
                  </a:lnTo>
                  <a:lnTo>
                    <a:pt x="1166749" y="1351584"/>
                  </a:lnTo>
                  <a:lnTo>
                    <a:pt x="1166746" y="1351569"/>
                  </a:lnTo>
                  <a:lnTo>
                    <a:pt x="1166745" y="1351562"/>
                  </a:lnTo>
                  <a:lnTo>
                    <a:pt x="1166746" y="1351552"/>
                  </a:lnTo>
                  <a:lnTo>
                    <a:pt x="1166749" y="1351542"/>
                  </a:lnTo>
                  <a:lnTo>
                    <a:pt x="1166757" y="1351529"/>
                  </a:lnTo>
                  <a:lnTo>
                    <a:pt x="1166768" y="1351516"/>
                  </a:lnTo>
                  <a:lnTo>
                    <a:pt x="1166784" y="1351504"/>
                  </a:lnTo>
                  <a:lnTo>
                    <a:pt x="1166807" y="1351494"/>
                  </a:lnTo>
                  <a:lnTo>
                    <a:pt x="1166824" y="1351490"/>
                  </a:lnTo>
                  <a:lnTo>
                    <a:pt x="1166831" y="1351484"/>
                  </a:lnTo>
                  <a:lnTo>
                    <a:pt x="1166836" y="1351477"/>
                  </a:lnTo>
                  <a:lnTo>
                    <a:pt x="1166838" y="1351462"/>
                  </a:lnTo>
                  <a:lnTo>
                    <a:pt x="1166836" y="1351431"/>
                  </a:lnTo>
                  <a:lnTo>
                    <a:pt x="1166831" y="1351407"/>
                  </a:lnTo>
                  <a:lnTo>
                    <a:pt x="1166819" y="1351379"/>
                  </a:lnTo>
                  <a:lnTo>
                    <a:pt x="1166797" y="1351351"/>
                  </a:lnTo>
                  <a:lnTo>
                    <a:pt x="1166774" y="1351331"/>
                  </a:lnTo>
                  <a:lnTo>
                    <a:pt x="1166743" y="1351307"/>
                  </a:lnTo>
                  <a:lnTo>
                    <a:pt x="1166717" y="1351283"/>
                  </a:lnTo>
                  <a:lnTo>
                    <a:pt x="1166693" y="1351257"/>
                  </a:lnTo>
                  <a:lnTo>
                    <a:pt x="1166664" y="1351225"/>
                  </a:lnTo>
                  <a:lnTo>
                    <a:pt x="1166622" y="1351185"/>
                  </a:lnTo>
                  <a:lnTo>
                    <a:pt x="1166586" y="1351154"/>
                  </a:lnTo>
                  <a:lnTo>
                    <a:pt x="1166566" y="1351136"/>
                  </a:lnTo>
                  <a:lnTo>
                    <a:pt x="1166541" y="1351110"/>
                  </a:lnTo>
                  <a:lnTo>
                    <a:pt x="1166512" y="1351075"/>
                  </a:lnTo>
                  <a:lnTo>
                    <a:pt x="1166499" y="1351058"/>
                  </a:lnTo>
                  <a:lnTo>
                    <a:pt x="1166476" y="1351030"/>
                  </a:lnTo>
                  <a:lnTo>
                    <a:pt x="1166452" y="1350999"/>
                  </a:lnTo>
                  <a:lnTo>
                    <a:pt x="1166432" y="1350973"/>
                  </a:lnTo>
                  <a:lnTo>
                    <a:pt x="1166410" y="1350943"/>
                  </a:lnTo>
                  <a:lnTo>
                    <a:pt x="1166398" y="1350917"/>
                  </a:lnTo>
                  <a:lnTo>
                    <a:pt x="1166384" y="1350900"/>
                  </a:lnTo>
                  <a:lnTo>
                    <a:pt x="1166371" y="1350889"/>
                  </a:lnTo>
                  <a:lnTo>
                    <a:pt x="1166358" y="1350872"/>
                  </a:lnTo>
                  <a:lnTo>
                    <a:pt x="1166349" y="1350852"/>
                  </a:lnTo>
                  <a:lnTo>
                    <a:pt x="1166342" y="1350831"/>
                  </a:lnTo>
                  <a:lnTo>
                    <a:pt x="1166325" y="1350807"/>
                  </a:lnTo>
                  <a:lnTo>
                    <a:pt x="1166308" y="1350785"/>
                  </a:lnTo>
                  <a:lnTo>
                    <a:pt x="1166285" y="1350765"/>
                  </a:lnTo>
                  <a:lnTo>
                    <a:pt x="1166253" y="1350739"/>
                  </a:lnTo>
                  <a:lnTo>
                    <a:pt x="1166223" y="1350715"/>
                  </a:lnTo>
                  <a:lnTo>
                    <a:pt x="1166190" y="1350687"/>
                  </a:lnTo>
                  <a:lnTo>
                    <a:pt x="1166122" y="1350627"/>
                  </a:lnTo>
                  <a:lnTo>
                    <a:pt x="1166095" y="1350603"/>
                  </a:lnTo>
                  <a:lnTo>
                    <a:pt x="1166062" y="1350571"/>
                  </a:lnTo>
                  <a:lnTo>
                    <a:pt x="1166015" y="1350526"/>
                  </a:lnTo>
                  <a:lnTo>
                    <a:pt x="1165973" y="1350484"/>
                  </a:lnTo>
                  <a:lnTo>
                    <a:pt x="1165935" y="1350441"/>
                  </a:lnTo>
                  <a:lnTo>
                    <a:pt x="1165901" y="1350414"/>
                  </a:lnTo>
                  <a:lnTo>
                    <a:pt x="1165867" y="1350377"/>
                  </a:lnTo>
                  <a:lnTo>
                    <a:pt x="1165831" y="1350334"/>
                  </a:lnTo>
                  <a:lnTo>
                    <a:pt x="1165802" y="1350300"/>
                  </a:lnTo>
                  <a:lnTo>
                    <a:pt x="1165777" y="1350276"/>
                  </a:lnTo>
                  <a:lnTo>
                    <a:pt x="1165749" y="1350250"/>
                  </a:lnTo>
                  <a:lnTo>
                    <a:pt x="1165711" y="1350221"/>
                  </a:lnTo>
                  <a:lnTo>
                    <a:pt x="1165683" y="1350192"/>
                  </a:lnTo>
                  <a:lnTo>
                    <a:pt x="1165641" y="1350138"/>
                  </a:lnTo>
                  <a:lnTo>
                    <a:pt x="1165597" y="1350085"/>
                  </a:lnTo>
                  <a:lnTo>
                    <a:pt x="1165562" y="1350046"/>
                  </a:lnTo>
                  <a:lnTo>
                    <a:pt x="1165523" y="1350004"/>
                  </a:lnTo>
                  <a:lnTo>
                    <a:pt x="1165472" y="1349954"/>
                  </a:lnTo>
                  <a:lnTo>
                    <a:pt x="1165423" y="1349911"/>
                  </a:lnTo>
                  <a:lnTo>
                    <a:pt x="1165374" y="1349875"/>
                  </a:lnTo>
                  <a:lnTo>
                    <a:pt x="1165344" y="1349861"/>
                  </a:lnTo>
                  <a:lnTo>
                    <a:pt x="1165325" y="1349854"/>
                  </a:lnTo>
                  <a:lnTo>
                    <a:pt x="1165295" y="1349849"/>
                  </a:lnTo>
                  <a:lnTo>
                    <a:pt x="1165267" y="1349852"/>
                  </a:lnTo>
                  <a:lnTo>
                    <a:pt x="1165241" y="1349859"/>
                  </a:lnTo>
                  <a:lnTo>
                    <a:pt x="1165209" y="1349859"/>
                  </a:lnTo>
                  <a:lnTo>
                    <a:pt x="1165162" y="1349856"/>
                  </a:lnTo>
                  <a:lnTo>
                    <a:pt x="1165128" y="1349848"/>
                  </a:lnTo>
                  <a:lnTo>
                    <a:pt x="1165085" y="1349830"/>
                  </a:lnTo>
                  <a:lnTo>
                    <a:pt x="1165035" y="1349801"/>
                  </a:lnTo>
                  <a:lnTo>
                    <a:pt x="1164994" y="1349770"/>
                  </a:lnTo>
                  <a:lnTo>
                    <a:pt x="1164936" y="1349721"/>
                  </a:lnTo>
                  <a:lnTo>
                    <a:pt x="1164876" y="1349676"/>
                  </a:lnTo>
                  <a:lnTo>
                    <a:pt x="1164841" y="1349646"/>
                  </a:lnTo>
                  <a:lnTo>
                    <a:pt x="1164792" y="1349611"/>
                  </a:lnTo>
                  <a:lnTo>
                    <a:pt x="1164761" y="1349587"/>
                  </a:lnTo>
                  <a:lnTo>
                    <a:pt x="1164732" y="1349562"/>
                  </a:lnTo>
                  <a:lnTo>
                    <a:pt x="1164711" y="1349533"/>
                  </a:lnTo>
                  <a:lnTo>
                    <a:pt x="1164693" y="1349490"/>
                  </a:lnTo>
                  <a:lnTo>
                    <a:pt x="1164680" y="1349443"/>
                  </a:lnTo>
                  <a:lnTo>
                    <a:pt x="1164676" y="1349408"/>
                  </a:lnTo>
                  <a:lnTo>
                    <a:pt x="1164674" y="1349367"/>
                  </a:lnTo>
                  <a:lnTo>
                    <a:pt x="1164666" y="1349315"/>
                  </a:lnTo>
                  <a:lnTo>
                    <a:pt x="1164654" y="1349285"/>
                  </a:lnTo>
                  <a:lnTo>
                    <a:pt x="1164646" y="1349251"/>
                  </a:lnTo>
                  <a:lnTo>
                    <a:pt x="1164639" y="1349202"/>
                  </a:lnTo>
                  <a:lnTo>
                    <a:pt x="1164628" y="1349165"/>
                  </a:lnTo>
                  <a:lnTo>
                    <a:pt x="1164590" y="1349111"/>
                  </a:lnTo>
                  <a:lnTo>
                    <a:pt x="1164561" y="1349083"/>
                  </a:lnTo>
                  <a:lnTo>
                    <a:pt x="1164521" y="1349053"/>
                  </a:lnTo>
                  <a:lnTo>
                    <a:pt x="1164482" y="1349030"/>
                  </a:lnTo>
                  <a:lnTo>
                    <a:pt x="1164447" y="1349019"/>
                  </a:lnTo>
                  <a:lnTo>
                    <a:pt x="1164412" y="1349012"/>
                  </a:lnTo>
                  <a:lnTo>
                    <a:pt x="1164369" y="1348998"/>
                  </a:lnTo>
                  <a:lnTo>
                    <a:pt x="1164333" y="1348980"/>
                  </a:lnTo>
                  <a:lnTo>
                    <a:pt x="1164254" y="1348926"/>
                  </a:lnTo>
                  <a:lnTo>
                    <a:pt x="1164237" y="1348913"/>
                  </a:lnTo>
                  <a:lnTo>
                    <a:pt x="1164220" y="1348905"/>
                  </a:lnTo>
                  <a:lnTo>
                    <a:pt x="1164201" y="1348896"/>
                  </a:lnTo>
                  <a:lnTo>
                    <a:pt x="1164187" y="1348891"/>
                  </a:lnTo>
                  <a:lnTo>
                    <a:pt x="1164177" y="1348888"/>
                  </a:lnTo>
                  <a:lnTo>
                    <a:pt x="1164158" y="1348891"/>
                  </a:lnTo>
                  <a:lnTo>
                    <a:pt x="1164152" y="1348892"/>
                  </a:lnTo>
                  <a:lnTo>
                    <a:pt x="1164142" y="1348892"/>
                  </a:lnTo>
                  <a:lnTo>
                    <a:pt x="1164131" y="1348892"/>
                  </a:lnTo>
                  <a:lnTo>
                    <a:pt x="1164120" y="1348888"/>
                  </a:lnTo>
                  <a:lnTo>
                    <a:pt x="1164108" y="1348882"/>
                  </a:lnTo>
                  <a:lnTo>
                    <a:pt x="1164094" y="1348872"/>
                  </a:lnTo>
                  <a:lnTo>
                    <a:pt x="1164081" y="1348862"/>
                  </a:lnTo>
                  <a:lnTo>
                    <a:pt x="1164067" y="1348846"/>
                  </a:lnTo>
                  <a:lnTo>
                    <a:pt x="1164053" y="1348830"/>
                  </a:lnTo>
                  <a:lnTo>
                    <a:pt x="1164041" y="1348816"/>
                  </a:lnTo>
                  <a:lnTo>
                    <a:pt x="1164028" y="1348800"/>
                  </a:lnTo>
                  <a:lnTo>
                    <a:pt x="1164017" y="1348780"/>
                  </a:lnTo>
                  <a:lnTo>
                    <a:pt x="1164012" y="1348770"/>
                  </a:lnTo>
                  <a:lnTo>
                    <a:pt x="1164007" y="1348760"/>
                  </a:lnTo>
                  <a:lnTo>
                    <a:pt x="1164004" y="1348747"/>
                  </a:lnTo>
                  <a:lnTo>
                    <a:pt x="1164003" y="1348722"/>
                  </a:lnTo>
                  <a:lnTo>
                    <a:pt x="1164003" y="1348706"/>
                  </a:lnTo>
                  <a:lnTo>
                    <a:pt x="1164001" y="1348697"/>
                  </a:lnTo>
                  <a:lnTo>
                    <a:pt x="1163995" y="1348669"/>
                  </a:lnTo>
                  <a:lnTo>
                    <a:pt x="1163991" y="1348650"/>
                  </a:lnTo>
                  <a:lnTo>
                    <a:pt x="1163987" y="1348630"/>
                  </a:lnTo>
                  <a:lnTo>
                    <a:pt x="1163986" y="1348612"/>
                  </a:lnTo>
                  <a:lnTo>
                    <a:pt x="1163987" y="1348595"/>
                  </a:lnTo>
                  <a:lnTo>
                    <a:pt x="1163992" y="1348568"/>
                  </a:lnTo>
                  <a:lnTo>
                    <a:pt x="1163995" y="1348544"/>
                  </a:lnTo>
                  <a:lnTo>
                    <a:pt x="1163993" y="1348520"/>
                  </a:lnTo>
                  <a:lnTo>
                    <a:pt x="1163992" y="1348493"/>
                  </a:lnTo>
                  <a:lnTo>
                    <a:pt x="1163991" y="1348470"/>
                  </a:lnTo>
                  <a:lnTo>
                    <a:pt x="1163985" y="1348425"/>
                  </a:lnTo>
                  <a:lnTo>
                    <a:pt x="1163981" y="1348400"/>
                  </a:lnTo>
                  <a:lnTo>
                    <a:pt x="1163976" y="1348376"/>
                  </a:lnTo>
                  <a:lnTo>
                    <a:pt x="1163968" y="1348355"/>
                  </a:lnTo>
                  <a:lnTo>
                    <a:pt x="1163959" y="1348334"/>
                  </a:lnTo>
                  <a:lnTo>
                    <a:pt x="1163955" y="1348322"/>
                  </a:lnTo>
                  <a:lnTo>
                    <a:pt x="1163949" y="1348305"/>
                  </a:lnTo>
                  <a:lnTo>
                    <a:pt x="1163945" y="1348287"/>
                  </a:lnTo>
                  <a:lnTo>
                    <a:pt x="1163937" y="1348260"/>
                  </a:lnTo>
                  <a:lnTo>
                    <a:pt x="1163926" y="1348233"/>
                  </a:lnTo>
                  <a:lnTo>
                    <a:pt x="1163917" y="1348201"/>
                  </a:lnTo>
                  <a:lnTo>
                    <a:pt x="1163913" y="1348183"/>
                  </a:lnTo>
                  <a:lnTo>
                    <a:pt x="1163911" y="1348166"/>
                  </a:lnTo>
                  <a:lnTo>
                    <a:pt x="1163909" y="1348145"/>
                  </a:lnTo>
                  <a:lnTo>
                    <a:pt x="1163902" y="1348129"/>
                  </a:lnTo>
                  <a:lnTo>
                    <a:pt x="1163889" y="1348110"/>
                  </a:lnTo>
                  <a:lnTo>
                    <a:pt x="1163870" y="1348087"/>
                  </a:lnTo>
                  <a:lnTo>
                    <a:pt x="1163850" y="1348060"/>
                  </a:lnTo>
                  <a:lnTo>
                    <a:pt x="1163828" y="1348037"/>
                  </a:lnTo>
                  <a:lnTo>
                    <a:pt x="1163804" y="1348013"/>
                  </a:lnTo>
                  <a:lnTo>
                    <a:pt x="1163774" y="1347986"/>
                  </a:lnTo>
                  <a:lnTo>
                    <a:pt x="1163752" y="1347970"/>
                  </a:lnTo>
                  <a:lnTo>
                    <a:pt x="1163735" y="1347959"/>
                  </a:lnTo>
                  <a:lnTo>
                    <a:pt x="1163711" y="1347949"/>
                  </a:lnTo>
                  <a:lnTo>
                    <a:pt x="1163689" y="1347942"/>
                  </a:lnTo>
                  <a:lnTo>
                    <a:pt x="1163666" y="1347937"/>
                  </a:lnTo>
                  <a:lnTo>
                    <a:pt x="1163639" y="1347931"/>
                  </a:lnTo>
                  <a:lnTo>
                    <a:pt x="1163612" y="1347927"/>
                  </a:lnTo>
                  <a:lnTo>
                    <a:pt x="1163597" y="1347923"/>
                  </a:lnTo>
                  <a:lnTo>
                    <a:pt x="1163585" y="1347917"/>
                  </a:lnTo>
                  <a:lnTo>
                    <a:pt x="1163568" y="1347903"/>
                  </a:lnTo>
                  <a:lnTo>
                    <a:pt x="1163559" y="1347893"/>
                  </a:lnTo>
                  <a:lnTo>
                    <a:pt x="1163545" y="1347883"/>
                  </a:lnTo>
                  <a:lnTo>
                    <a:pt x="1163532" y="1347879"/>
                  </a:lnTo>
                  <a:lnTo>
                    <a:pt x="1163514" y="1347879"/>
                  </a:lnTo>
                  <a:lnTo>
                    <a:pt x="1163486" y="1347886"/>
                  </a:lnTo>
                  <a:lnTo>
                    <a:pt x="1163465" y="1347894"/>
                  </a:lnTo>
                  <a:lnTo>
                    <a:pt x="1163450" y="1347898"/>
                  </a:lnTo>
                  <a:lnTo>
                    <a:pt x="1163437" y="1347899"/>
                  </a:lnTo>
                  <a:lnTo>
                    <a:pt x="1163424" y="1347896"/>
                  </a:lnTo>
                  <a:lnTo>
                    <a:pt x="1163408" y="1347887"/>
                  </a:lnTo>
                  <a:lnTo>
                    <a:pt x="1163388" y="1347872"/>
                  </a:lnTo>
                  <a:lnTo>
                    <a:pt x="1163369" y="1347850"/>
                  </a:lnTo>
                  <a:lnTo>
                    <a:pt x="1163355" y="1347833"/>
                  </a:lnTo>
                  <a:lnTo>
                    <a:pt x="1163340" y="1347813"/>
                  </a:lnTo>
                  <a:lnTo>
                    <a:pt x="1163321" y="1347790"/>
                  </a:lnTo>
                  <a:lnTo>
                    <a:pt x="1163286" y="1347759"/>
                  </a:lnTo>
                  <a:lnTo>
                    <a:pt x="1163273" y="1347746"/>
                  </a:lnTo>
                  <a:lnTo>
                    <a:pt x="1163264" y="1347739"/>
                  </a:lnTo>
                  <a:lnTo>
                    <a:pt x="1163254" y="1347733"/>
                  </a:lnTo>
                  <a:lnTo>
                    <a:pt x="1163232" y="1347722"/>
                  </a:lnTo>
                  <a:lnTo>
                    <a:pt x="1163228" y="1347720"/>
                  </a:lnTo>
                  <a:lnTo>
                    <a:pt x="1163219" y="1347714"/>
                  </a:lnTo>
                  <a:lnTo>
                    <a:pt x="1163215" y="1347717"/>
                  </a:lnTo>
                  <a:lnTo>
                    <a:pt x="1163209" y="1347722"/>
                  </a:lnTo>
                  <a:lnTo>
                    <a:pt x="1163206" y="1347728"/>
                  </a:lnTo>
                  <a:lnTo>
                    <a:pt x="1163203" y="1347734"/>
                  </a:lnTo>
                  <a:lnTo>
                    <a:pt x="1163196" y="1347742"/>
                  </a:lnTo>
                  <a:lnTo>
                    <a:pt x="1163184" y="1347750"/>
                  </a:lnTo>
                  <a:lnTo>
                    <a:pt x="1163174" y="1347755"/>
                  </a:lnTo>
                  <a:lnTo>
                    <a:pt x="1163165" y="1347762"/>
                  </a:lnTo>
                  <a:lnTo>
                    <a:pt x="1163159" y="1347765"/>
                  </a:lnTo>
                  <a:lnTo>
                    <a:pt x="1163146" y="1347778"/>
                  </a:lnTo>
                  <a:lnTo>
                    <a:pt x="1163134" y="1347792"/>
                  </a:lnTo>
                  <a:lnTo>
                    <a:pt x="1163130" y="1347796"/>
                  </a:lnTo>
                  <a:lnTo>
                    <a:pt x="1163122" y="1347804"/>
                  </a:lnTo>
                  <a:lnTo>
                    <a:pt x="1163110" y="1347813"/>
                  </a:lnTo>
                  <a:lnTo>
                    <a:pt x="1163102" y="1347818"/>
                  </a:lnTo>
                  <a:lnTo>
                    <a:pt x="1163091" y="1347822"/>
                  </a:lnTo>
                  <a:lnTo>
                    <a:pt x="1163076" y="1347823"/>
                  </a:lnTo>
                  <a:lnTo>
                    <a:pt x="1163062" y="1347823"/>
                  </a:lnTo>
                  <a:lnTo>
                    <a:pt x="1163048" y="1347820"/>
                  </a:lnTo>
                  <a:lnTo>
                    <a:pt x="1163035" y="1347816"/>
                  </a:lnTo>
                  <a:lnTo>
                    <a:pt x="1163026" y="1347809"/>
                  </a:lnTo>
                  <a:lnTo>
                    <a:pt x="1163021" y="1347801"/>
                  </a:lnTo>
                  <a:lnTo>
                    <a:pt x="1163019" y="1347791"/>
                  </a:lnTo>
                  <a:lnTo>
                    <a:pt x="1163019" y="1347777"/>
                  </a:lnTo>
                  <a:lnTo>
                    <a:pt x="1163022" y="1347763"/>
                  </a:lnTo>
                  <a:lnTo>
                    <a:pt x="1163029" y="1347755"/>
                  </a:lnTo>
                  <a:lnTo>
                    <a:pt x="1163044" y="1347747"/>
                  </a:lnTo>
                  <a:lnTo>
                    <a:pt x="1163061" y="1347739"/>
                  </a:lnTo>
                  <a:lnTo>
                    <a:pt x="1163067" y="1347735"/>
                  </a:lnTo>
                  <a:lnTo>
                    <a:pt x="1163075" y="1347729"/>
                  </a:lnTo>
                  <a:lnTo>
                    <a:pt x="1163085" y="1347717"/>
                  </a:lnTo>
                  <a:lnTo>
                    <a:pt x="1163088" y="1347713"/>
                  </a:lnTo>
                  <a:lnTo>
                    <a:pt x="1163092" y="1347699"/>
                  </a:lnTo>
                  <a:lnTo>
                    <a:pt x="1163094" y="1347683"/>
                  </a:lnTo>
                  <a:lnTo>
                    <a:pt x="1163093" y="1347667"/>
                  </a:lnTo>
                  <a:lnTo>
                    <a:pt x="1163088" y="1347650"/>
                  </a:lnTo>
                  <a:lnTo>
                    <a:pt x="1163083" y="1347637"/>
                  </a:lnTo>
                  <a:lnTo>
                    <a:pt x="1163074" y="1347625"/>
                  </a:lnTo>
                  <a:lnTo>
                    <a:pt x="1163066" y="1347616"/>
                  </a:lnTo>
                  <a:lnTo>
                    <a:pt x="1163060" y="1347612"/>
                  </a:lnTo>
                  <a:lnTo>
                    <a:pt x="1163053" y="1347607"/>
                  </a:lnTo>
                  <a:lnTo>
                    <a:pt x="1163043" y="1347603"/>
                  </a:lnTo>
                  <a:lnTo>
                    <a:pt x="1163031" y="1347602"/>
                  </a:lnTo>
                  <a:lnTo>
                    <a:pt x="1163018" y="1347603"/>
                  </a:lnTo>
                  <a:lnTo>
                    <a:pt x="1162998" y="1347608"/>
                  </a:lnTo>
                  <a:lnTo>
                    <a:pt x="1162988" y="1347614"/>
                  </a:lnTo>
                  <a:lnTo>
                    <a:pt x="1162983" y="1347616"/>
                  </a:lnTo>
                  <a:lnTo>
                    <a:pt x="1162972" y="1347625"/>
                  </a:lnTo>
                  <a:lnTo>
                    <a:pt x="1162968" y="1347630"/>
                  </a:lnTo>
                  <a:lnTo>
                    <a:pt x="1162961" y="1347638"/>
                  </a:lnTo>
                  <a:lnTo>
                    <a:pt x="1162956" y="1347646"/>
                  </a:lnTo>
                  <a:lnTo>
                    <a:pt x="1162952" y="1347650"/>
                  </a:lnTo>
                  <a:lnTo>
                    <a:pt x="1162943" y="1347668"/>
                  </a:lnTo>
                  <a:lnTo>
                    <a:pt x="1162939" y="1347680"/>
                  </a:lnTo>
                  <a:lnTo>
                    <a:pt x="1162937" y="1347696"/>
                  </a:lnTo>
                  <a:lnTo>
                    <a:pt x="1162938" y="1347713"/>
                  </a:lnTo>
                  <a:lnTo>
                    <a:pt x="1162942" y="1347728"/>
                  </a:lnTo>
                  <a:lnTo>
                    <a:pt x="1162952" y="1347748"/>
                  </a:lnTo>
                  <a:lnTo>
                    <a:pt x="1162958" y="1347764"/>
                  </a:lnTo>
                  <a:lnTo>
                    <a:pt x="1162964" y="1347780"/>
                  </a:lnTo>
                  <a:lnTo>
                    <a:pt x="1162968" y="1347791"/>
                  </a:lnTo>
                  <a:lnTo>
                    <a:pt x="1162971" y="1347811"/>
                  </a:lnTo>
                  <a:lnTo>
                    <a:pt x="1162970" y="1347824"/>
                  </a:lnTo>
                  <a:lnTo>
                    <a:pt x="1162965" y="1347836"/>
                  </a:lnTo>
                  <a:lnTo>
                    <a:pt x="1162956" y="1347846"/>
                  </a:lnTo>
                  <a:lnTo>
                    <a:pt x="1162942" y="1347856"/>
                  </a:lnTo>
                  <a:lnTo>
                    <a:pt x="1162929" y="1347860"/>
                  </a:lnTo>
                  <a:lnTo>
                    <a:pt x="1162915" y="1347860"/>
                  </a:lnTo>
                  <a:lnTo>
                    <a:pt x="1162898" y="1347855"/>
                  </a:lnTo>
                  <a:lnTo>
                    <a:pt x="1162882" y="1347851"/>
                  </a:lnTo>
                  <a:lnTo>
                    <a:pt x="1162868" y="1347848"/>
                  </a:lnTo>
                  <a:lnTo>
                    <a:pt x="1162852" y="1347850"/>
                  </a:lnTo>
                  <a:lnTo>
                    <a:pt x="1162842" y="1347854"/>
                  </a:lnTo>
                  <a:lnTo>
                    <a:pt x="1162830" y="1347865"/>
                  </a:lnTo>
                  <a:lnTo>
                    <a:pt x="1162821" y="1347877"/>
                  </a:lnTo>
                  <a:lnTo>
                    <a:pt x="1162818" y="1347884"/>
                  </a:lnTo>
                  <a:lnTo>
                    <a:pt x="1162816" y="1347888"/>
                  </a:lnTo>
                  <a:lnTo>
                    <a:pt x="1162814" y="1347904"/>
                  </a:lnTo>
                  <a:lnTo>
                    <a:pt x="1162815" y="1347918"/>
                  </a:lnTo>
                  <a:lnTo>
                    <a:pt x="1162822" y="1347935"/>
                  </a:lnTo>
                  <a:lnTo>
                    <a:pt x="1162833" y="1347951"/>
                  </a:lnTo>
                  <a:lnTo>
                    <a:pt x="1162850" y="1347969"/>
                  </a:lnTo>
                  <a:lnTo>
                    <a:pt x="1162864" y="1347985"/>
                  </a:lnTo>
                  <a:lnTo>
                    <a:pt x="1162871" y="1347994"/>
                  </a:lnTo>
                  <a:lnTo>
                    <a:pt x="1162877" y="1348003"/>
                  </a:lnTo>
                  <a:lnTo>
                    <a:pt x="1162883" y="1348013"/>
                  </a:lnTo>
                  <a:lnTo>
                    <a:pt x="1162889" y="1348025"/>
                  </a:lnTo>
                  <a:lnTo>
                    <a:pt x="1162897" y="1348038"/>
                  </a:lnTo>
                  <a:lnTo>
                    <a:pt x="1162903" y="1348046"/>
                  </a:lnTo>
                  <a:lnTo>
                    <a:pt x="1162908" y="1348054"/>
                  </a:lnTo>
                  <a:lnTo>
                    <a:pt x="1162911" y="1348059"/>
                  </a:lnTo>
                  <a:lnTo>
                    <a:pt x="1162916" y="1348068"/>
                  </a:lnTo>
                  <a:lnTo>
                    <a:pt x="1162920" y="1348077"/>
                  </a:lnTo>
                  <a:lnTo>
                    <a:pt x="1162921" y="1348088"/>
                  </a:lnTo>
                  <a:lnTo>
                    <a:pt x="1162918" y="1348095"/>
                  </a:lnTo>
                  <a:lnTo>
                    <a:pt x="1162907" y="1348098"/>
                  </a:lnTo>
                  <a:lnTo>
                    <a:pt x="1162898" y="1348097"/>
                  </a:lnTo>
                  <a:lnTo>
                    <a:pt x="1162887" y="1348095"/>
                  </a:lnTo>
                  <a:lnTo>
                    <a:pt x="1162875" y="1348092"/>
                  </a:lnTo>
                  <a:lnTo>
                    <a:pt x="1162833" y="1348076"/>
                  </a:lnTo>
                  <a:lnTo>
                    <a:pt x="1162813" y="1348069"/>
                  </a:lnTo>
                  <a:lnTo>
                    <a:pt x="1162796" y="1348063"/>
                  </a:lnTo>
                  <a:lnTo>
                    <a:pt x="1162786" y="1348060"/>
                  </a:lnTo>
                  <a:lnTo>
                    <a:pt x="1162771" y="1348059"/>
                  </a:lnTo>
                  <a:lnTo>
                    <a:pt x="1162764" y="1348059"/>
                  </a:lnTo>
                  <a:lnTo>
                    <a:pt x="1162759" y="1348059"/>
                  </a:lnTo>
                  <a:lnTo>
                    <a:pt x="1162747" y="1348058"/>
                  </a:lnTo>
                  <a:lnTo>
                    <a:pt x="1162738" y="1348057"/>
                  </a:lnTo>
                  <a:lnTo>
                    <a:pt x="1162721" y="1348058"/>
                  </a:lnTo>
                  <a:lnTo>
                    <a:pt x="1162690" y="1348062"/>
                  </a:lnTo>
                  <a:lnTo>
                    <a:pt x="1162672" y="1348061"/>
                  </a:lnTo>
                  <a:lnTo>
                    <a:pt x="1162665" y="1348060"/>
                  </a:lnTo>
                  <a:lnTo>
                    <a:pt x="1162656" y="1348055"/>
                  </a:lnTo>
                  <a:lnTo>
                    <a:pt x="1162648" y="1348049"/>
                  </a:lnTo>
                  <a:lnTo>
                    <a:pt x="1162640" y="1348040"/>
                  </a:lnTo>
                  <a:lnTo>
                    <a:pt x="1162636" y="1348032"/>
                  </a:lnTo>
                  <a:lnTo>
                    <a:pt x="1162634" y="1348022"/>
                  </a:lnTo>
                  <a:lnTo>
                    <a:pt x="1162633" y="1348014"/>
                  </a:lnTo>
                  <a:lnTo>
                    <a:pt x="1162634" y="1348002"/>
                  </a:lnTo>
                  <a:lnTo>
                    <a:pt x="1162635" y="1347996"/>
                  </a:lnTo>
                  <a:lnTo>
                    <a:pt x="1162638" y="1347990"/>
                  </a:lnTo>
                  <a:lnTo>
                    <a:pt x="1162640" y="1347985"/>
                  </a:lnTo>
                  <a:lnTo>
                    <a:pt x="1162645" y="1347978"/>
                  </a:lnTo>
                  <a:lnTo>
                    <a:pt x="1162647" y="1347974"/>
                  </a:lnTo>
                  <a:lnTo>
                    <a:pt x="1162653" y="1347965"/>
                  </a:lnTo>
                  <a:lnTo>
                    <a:pt x="1162656" y="1347961"/>
                  </a:lnTo>
                  <a:lnTo>
                    <a:pt x="1162663" y="1347947"/>
                  </a:lnTo>
                  <a:lnTo>
                    <a:pt x="1162667" y="1347934"/>
                  </a:lnTo>
                  <a:lnTo>
                    <a:pt x="1162670" y="1347917"/>
                  </a:lnTo>
                  <a:lnTo>
                    <a:pt x="1162670" y="1347905"/>
                  </a:lnTo>
                  <a:lnTo>
                    <a:pt x="1162668" y="1347894"/>
                  </a:lnTo>
                  <a:lnTo>
                    <a:pt x="1162663" y="1347886"/>
                  </a:lnTo>
                  <a:lnTo>
                    <a:pt x="1162656" y="1347881"/>
                  </a:lnTo>
                  <a:lnTo>
                    <a:pt x="1162649" y="1347881"/>
                  </a:lnTo>
                  <a:lnTo>
                    <a:pt x="1162641" y="1347883"/>
                  </a:lnTo>
                  <a:lnTo>
                    <a:pt x="1162631" y="1347888"/>
                  </a:lnTo>
                  <a:lnTo>
                    <a:pt x="1162621" y="1347897"/>
                  </a:lnTo>
                  <a:lnTo>
                    <a:pt x="1162612" y="1347906"/>
                  </a:lnTo>
                  <a:lnTo>
                    <a:pt x="1162604" y="1347916"/>
                  </a:lnTo>
                  <a:lnTo>
                    <a:pt x="1162593" y="1347932"/>
                  </a:lnTo>
                  <a:lnTo>
                    <a:pt x="1162589" y="1347941"/>
                  </a:lnTo>
                  <a:lnTo>
                    <a:pt x="1162586" y="1347947"/>
                  </a:lnTo>
                  <a:lnTo>
                    <a:pt x="1162581" y="1347953"/>
                  </a:lnTo>
                  <a:lnTo>
                    <a:pt x="1162578" y="1347957"/>
                  </a:lnTo>
                  <a:lnTo>
                    <a:pt x="1162568" y="1347967"/>
                  </a:lnTo>
                  <a:lnTo>
                    <a:pt x="1162556" y="1347976"/>
                  </a:lnTo>
                  <a:lnTo>
                    <a:pt x="1162549" y="1347981"/>
                  </a:lnTo>
                  <a:lnTo>
                    <a:pt x="1162545" y="1347984"/>
                  </a:lnTo>
                  <a:lnTo>
                    <a:pt x="1162538" y="1347988"/>
                  </a:lnTo>
                  <a:lnTo>
                    <a:pt x="1162533" y="1347991"/>
                  </a:lnTo>
                  <a:lnTo>
                    <a:pt x="1162521" y="1347998"/>
                  </a:lnTo>
                  <a:lnTo>
                    <a:pt x="1162508" y="1348007"/>
                  </a:lnTo>
                  <a:lnTo>
                    <a:pt x="1162494" y="1348018"/>
                  </a:lnTo>
                  <a:lnTo>
                    <a:pt x="1162489" y="1348024"/>
                  </a:lnTo>
                  <a:lnTo>
                    <a:pt x="1162479" y="1348037"/>
                  </a:lnTo>
                  <a:lnTo>
                    <a:pt x="1162474" y="1348042"/>
                  </a:lnTo>
                  <a:lnTo>
                    <a:pt x="1162468" y="1348048"/>
                  </a:lnTo>
                  <a:lnTo>
                    <a:pt x="1162459" y="1348056"/>
                  </a:lnTo>
                  <a:lnTo>
                    <a:pt x="1162454" y="1348061"/>
                  </a:lnTo>
                  <a:lnTo>
                    <a:pt x="1162434" y="1348075"/>
                  </a:lnTo>
                  <a:lnTo>
                    <a:pt x="1162418" y="1348086"/>
                  </a:lnTo>
                  <a:lnTo>
                    <a:pt x="1162397" y="1348104"/>
                  </a:lnTo>
                  <a:lnTo>
                    <a:pt x="1162382" y="1348120"/>
                  </a:lnTo>
                  <a:lnTo>
                    <a:pt x="1162372" y="1348128"/>
                  </a:lnTo>
                  <a:lnTo>
                    <a:pt x="1162360" y="1348136"/>
                  </a:lnTo>
                  <a:lnTo>
                    <a:pt x="1162350" y="1348140"/>
                  </a:lnTo>
                  <a:lnTo>
                    <a:pt x="1162338" y="1348141"/>
                  </a:lnTo>
                  <a:lnTo>
                    <a:pt x="1162328" y="1348141"/>
                  </a:lnTo>
                  <a:lnTo>
                    <a:pt x="1162320" y="1348139"/>
                  </a:lnTo>
                  <a:lnTo>
                    <a:pt x="1162315" y="1348138"/>
                  </a:lnTo>
                  <a:lnTo>
                    <a:pt x="1162311" y="1348136"/>
                  </a:lnTo>
                  <a:lnTo>
                    <a:pt x="1162300" y="1348132"/>
                  </a:lnTo>
                  <a:lnTo>
                    <a:pt x="1162294" y="1348130"/>
                  </a:lnTo>
                  <a:lnTo>
                    <a:pt x="1162290" y="1348128"/>
                  </a:lnTo>
                  <a:lnTo>
                    <a:pt x="1162277" y="1348120"/>
                  </a:lnTo>
                  <a:lnTo>
                    <a:pt x="1162262" y="1348111"/>
                  </a:lnTo>
                  <a:lnTo>
                    <a:pt x="1162250" y="1348107"/>
                  </a:lnTo>
                  <a:lnTo>
                    <a:pt x="1162241" y="1348105"/>
                  </a:lnTo>
                  <a:lnTo>
                    <a:pt x="1162233" y="1348105"/>
                  </a:lnTo>
                  <a:lnTo>
                    <a:pt x="1162223" y="1348106"/>
                  </a:lnTo>
                  <a:lnTo>
                    <a:pt x="1162210" y="1348112"/>
                  </a:lnTo>
                  <a:lnTo>
                    <a:pt x="1162204" y="1348117"/>
                  </a:lnTo>
                  <a:lnTo>
                    <a:pt x="1162192" y="1348127"/>
                  </a:lnTo>
                  <a:lnTo>
                    <a:pt x="1162183" y="1348138"/>
                  </a:lnTo>
                  <a:lnTo>
                    <a:pt x="1162174" y="1348148"/>
                  </a:lnTo>
                  <a:lnTo>
                    <a:pt x="1162168" y="1348158"/>
                  </a:lnTo>
                  <a:lnTo>
                    <a:pt x="1162159" y="1348173"/>
                  </a:lnTo>
                  <a:lnTo>
                    <a:pt x="1162153" y="1348185"/>
                  </a:lnTo>
                  <a:lnTo>
                    <a:pt x="1162150" y="1348192"/>
                  </a:lnTo>
                  <a:lnTo>
                    <a:pt x="1162143" y="1348211"/>
                  </a:lnTo>
                  <a:lnTo>
                    <a:pt x="1162141" y="1348220"/>
                  </a:lnTo>
                  <a:lnTo>
                    <a:pt x="1162140" y="1348227"/>
                  </a:lnTo>
                  <a:lnTo>
                    <a:pt x="1162138" y="1348241"/>
                  </a:lnTo>
                  <a:lnTo>
                    <a:pt x="1162138" y="1348245"/>
                  </a:lnTo>
                  <a:lnTo>
                    <a:pt x="1162138" y="1348258"/>
                  </a:lnTo>
                  <a:lnTo>
                    <a:pt x="1162138" y="1348266"/>
                  </a:lnTo>
                  <a:lnTo>
                    <a:pt x="1162138" y="1348271"/>
                  </a:lnTo>
                  <a:lnTo>
                    <a:pt x="1162140" y="1348281"/>
                  </a:lnTo>
                  <a:lnTo>
                    <a:pt x="1162143" y="1348291"/>
                  </a:lnTo>
                  <a:lnTo>
                    <a:pt x="1162149" y="1348307"/>
                  </a:lnTo>
                  <a:lnTo>
                    <a:pt x="1162160" y="1348331"/>
                  </a:lnTo>
                  <a:lnTo>
                    <a:pt x="1162183" y="1348378"/>
                  </a:lnTo>
                  <a:lnTo>
                    <a:pt x="1162203" y="1348425"/>
                  </a:lnTo>
                  <a:lnTo>
                    <a:pt x="1162216" y="1348462"/>
                  </a:lnTo>
                  <a:lnTo>
                    <a:pt x="1162231" y="1348505"/>
                  </a:lnTo>
                  <a:lnTo>
                    <a:pt x="1162238" y="1348529"/>
                  </a:lnTo>
                  <a:lnTo>
                    <a:pt x="1162245" y="1348558"/>
                  </a:lnTo>
                  <a:lnTo>
                    <a:pt x="1162249" y="1348581"/>
                  </a:lnTo>
                  <a:lnTo>
                    <a:pt x="1162250" y="1348599"/>
                  </a:lnTo>
                  <a:lnTo>
                    <a:pt x="1162249" y="1348611"/>
                  </a:lnTo>
                  <a:lnTo>
                    <a:pt x="1162245" y="1348621"/>
                  </a:lnTo>
                  <a:lnTo>
                    <a:pt x="1162236" y="1348629"/>
                  </a:lnTo>
                  <a:lnTo>
                    <a:pt x="1162230" y="1348633"/>
                  </a:lnTo>
                  <a:lnTo>
                    <a:pt x="1162222" y="1348638"/>
                  </a:lnTo>
                  <a:lnTo>
                    <a:pt x="1162210" y="1348646"/>
                  </a:lnTo>
                  <a:lnTo>
                    <a:pt x="1162201" y="1348655"/>
                  </a:lnTo>
                  <a:lnTo>
                    <a:pt x="1162194" y="1348665"/>
                  </a:lnTo>
                  <a:lnTo>
                    <a:pt x="1162185" y="1348681"/>
                  </a:lnTo>
                  <a:lnTo>
                    <a:pt x="1162176" y="1348694"/>
                  </a:lnTo>
                  <a:lnTo>
                    <a:pt x="1162172" y="1348698"/>
                  </a:lnTo>
                  <a:lnTo>
                    <a:pt x="1162167" y="1348703"/>
                  </a:lnTo>
                  <a:lnTo>
                    <a:pt x="1162159" y="1348707"/>
                  </a:lnTo>
                  <a:lnTo>
                    <a:pt x="1162148" y="1348711"/>
                  </a:lnTo>
                  <a:lnTo>
                    <a:pt x="1162136" y="1348715"/>
                  </a:lnTo>
                  <a:lnTo>
                    <a:pt x="1162131" y="1348717"/>
                  </a:lnTo>
                  <a:lnTo>
                    <a:pt x="1162125" y="1348720"/>
                  </a:lnTo>
                  <a:lnTo>
                    <a:pt x="1162115" y="1348725"/>
                  </a:lnTo>
                  <a:lnTo>
                    <a:pt x="1162110" y="1348727"/>
                  </a:lnTo>
                  <a:lnTo>
                    <a:pt x="1162106" y="1348728"/>
                  </a:lnTo>
                  <a:lnTo>
                    <a:pt x="1162097" y="1348731"/>
                  </a:lnTo>
                  <a:lnTo>
                    <a:pt x="1162089" y="1348732"/>
                  </a:lnTo>
                  <a:lnTo>
                    <a:pt x="1162071" y="1348732"/>
                  </a:lnTo>
                  <a:lnTo>
                    <a:pt x="1162059" y="1348731"/>
                  </a:lnTo>
                  <a:lnTo>
                    <a:pt x="1162049" y="1348733"/>
                  </a:lnTo>
                  <a:lnTo>
                    <a:pt x="1162045" y="1348734"/>
                  </a:lnTo>
                  <a:lnTo>
                    <a:pt x="1162040" y="1348738"/>
                  </a:lnTo>
                  <a:lnTo>
                    <a:pt x="1162038" y="1348743"/>
                  </a:lnTo>
                  <a:lnTo>
                    <a:pt x="1162033" y="1348751"/>
                  </a:lnTo>
                  <a:lnTo>
                    <a:pt x="1162029" y="1348762"/>
                  </a:lnTo>
                  <a:lnTo>
                    <a:pt x="1162028" y="1348766"/>
                  </a:lnTo>
                  <a:lnTo>
                    <a:pt x="1162024" y="1348783"/>
                  </a:lnTo>
                  <a:lnTo>
                    <a:pt x="1162019" y="1348809"/>
                  </a:lnTo>
                  <a:lnTo>
                    <a:pt x="1162007" y="1348849"/>
                  </a:lnTo>
                  <a:lnTo>
                    <a:pt x="1161997" y="1348877"/>
                  </a:lnTo>
                  <a:lnTo>
                    <a:pt x="1161994" y="1348885"/>
                  </a:lnTo>
                  <a:lnTo>
                    <a:pt x="1161987" y="1348901"/>
                  </a:lnTo>
                  <a:lnTo>
                    <a:pt x="1161975" y="1348927"/>
                  </a:lnTo>
                  <a:lnTo>
                    <a:pt x="1161968" y="1348938"/>
                  </a:lnTo>
                  <a:lnTo>
                    <a:pt x="1161959" y="1348948"/>
                  </a:lnTo>
                  <a:lnTo>
                    <a:pt x="1161956" y="1348951"/>
                  </a:lnTo>
                  <a:lnTo>
                    <a:pt x="1161946" y="1348960"/>
                  </a:lnTo>
                  <a:lnTo>
                    <a:pt x="1161931" y="1348970"/>
                  </a:lnTo>
                  <a:lnTo>
                    <a:pt x="1161923" y="1348974"/>
                  </a:lnTo>
                  <a:lnTo>
                    <a:pt x="1161913" y="1348980"/>
                  </a:lnTo>
                  <a:lnTo>
                    <a:pt x="1161903" y="1348985"/>
                  </a:lnTo>
                  <a:lnTo>
                    <a:pt x="1161899" y="1348987"/>
                  </a:lnTo>
                  <a:lnTo>
                    <a:pt x="1161891" y="1348992"/>
                  </a:lnTo>
                  <a:lnTo>
                    <a:pt x="1161879" y="1349001"/>
                  </a:lnTo>
                  <a:lnTo>
                    <a:pt x="1161860" y="1349018"/>
                  </a:lnTo>
                  <a:lnTo>
                    <a:pt x="1161847" y="1349032"/>
                  </a:lnTo>
                  <a:lnTo>
                    <a:pt x="1161829" y="1349052"/>
                  </a:lnTo>
                  <a:lnTo>
                    <a:pt x="1161820" y="1349062"/>
                  </a:lnTo>
                  <a:lnTo>
                    <a:pt x="1161815" y="1349066"/>
                  </a:lnTo>
                  <a:lnTo>
                    <a:pt x="1161812" y="1349070"/>
                  </a:lnTo>
                  <a:lnTo>
                    <a:pt x="1161800" y="1349083"/>
                  </a:lnTo>
                  <a:lnTo>
                    <a:pt x="1161796" y="1349088"/>
                  </a:lnTo>
                  <a:lnTo>
                    <a:pt x="1161795" y="1349094"/>
                  </a:lnTo>
                  <a:lnTo>
                    <a:pt x="1161794" y="1349103"/>
                  </a:lnTo>
                  <a:lnTo>
                    <a:pt x="1161794" y="1349117"/>
                  </a:lnTo>
                  <a:lnTo>
                    <a:pt x="1161795" y="1349133"/>
                  </a:lnTo>
                  <a:lnTo>
                    <a:pt x="1161797" y="1349144"/>
                  </a:lnTo>
                  <a:lnTo>
                    <a:pt x="1161798" y="1349152"/>
                  </a:lnTo>
                  <a:lnTo>
                    <a:pt x="1161801" y="1349163"/>
                  </a:lnTo>
                  <a:lnTo>
                    <a:pt x="1161805" y="1349173"/>
                  </a:lnTo>
                  <a:lnTo>
                    <a:pt x="1161812" y="1349192"/>
                  </a:lnTo>
                  <a:lnTo>
                    <a:pt x="1161820" y="1349214"/>
                  </a:lnTo>
                  <a:lnTo>
                    <a:pt x="1161824" y="1349228"/>
                  </a:lnTo>
                  <a:lnTo>
                    <a:pt x="1161824" y="1349239"/>
                  </a:lnTo>
                  <a:lnTo>
                    <a:pt x="1161825" y="1349244"/>
                  </a:lnTo>
                  <a:lnTo>
                    <a:pt x="1161825" y="1349253"/>
                  </a:lnTo>
                  <a:lnTo>
                    <a:pt x="1161825" y="1349262"/>
                  </a:lnTo>
                  <a:lnTo>
                    <a:pt x="1161823" y="1349283"/>
                  </a:lnTo>
                  <a:lnTo>
                    <a:pt x="1161822" y="1349311"/>
                  </a:lnTo>
                  <a:lnTo>
                    <a:pt x="1161823" y="1349327"/>
                  </a:lnTo>
                  <a:lnTo>
                    <a:pt x="1161827" y="1349339"/>
                  </a:lnTo>
                  <a:lnTo>
                    <a:pt x="1161831" y="1349348"/>
                  </a:lnTo>
                  <a:lnTo>
                    <a:pt x="1161837" y="1349360"/>
                  </a:lnTo>
                  <a:lnTo>
                    <a:pt x="1161841" y="1349367"/>
                  </a:lnTo>
                  <a:lnTo>
                    <a:pt x="1161842" y="1349373"/>
                  </a:lnTo>
                  <a:lnTo>
                    <a:pt x="1161841" y="1349387"/>
                  </a:lnTo>
                  <a:lnTo>
                    <a:pt x="1161837" y="1349398"/>
                  </a:lnTo>
                  <a:lnTo>
                    <a:pt x="1161832" y="1349408"/>
                  </a:lnTo>
                  <a:lnTo>
                    <a:pt x="1161824" y="1349416"/>
                  </a:lnTo>
                  <a:lnTo>
                    <a:pt x="1161815" y="1349421"/>
                  </a:lnTo>
                  <a:lnTo>
                    <a:pt x="1161808" y="1349424"/>
                  </a:lnTo>
                  <a:lnTo>
                    <a:pt x="1161798" y="1349423"/>
                  </a:lnTo>
                  <a:lnTo>
                    <a:pt x="1161790" y="1349421"/>
                  </a:lnTo>
                  <a:lnTo>
                    <a:pt x="1161781" y="1349416"/>
                  </a:lnTo>
                  <a:lnTo>
                    <a:pt x="1161775" y="1349413"/>
                  </a:lnTo>
                  <a:lnTo>
                    <a:pt x="1161768" y="1349409"/>
                  </a:lnTo>
                  <a:lnTo>
                    <a:pt x="1161751" y="1349399"/>
                  </a:lnTo>
                  <a:lnTo>
                    <a:pt x="1161735" y="1349391"/>
                  </a:lnTo>
                  <a:lnTo>
                    <a:pt x="1161724" y="1349387"/>
                  </a:lnTo>
                  <a:lnTo>
                    <a:pt x="1161716" y="1349385"/>
                  </a:lnTo>
                  <a:lnTo>
                    <a:pt x="1161710" y="1349386"/>
                  </a:lnTo>
                  <a:lnTo>
                    <a:pt x="1161704" y="1349388"/>
                  </a:lnTo>
                  <a:lnTo>
                    <a:pt x="1161700" y="1349392"/>
                  </a:lnTo>
                  <a:lnTo>
                    <a:pt x="1161698" y="1349397"/>
                  </a:lnTo>
                  <a:lnTo>
                    <a:pt x="1161697" y="1349404"/>
                  </a:lnTo>
                  <a:lnTo>
                    <a:pt x="1161696" y="1349410"/>
                  </a:lnTo>
                  <a:lnTo>
                    <a:pt x="1161697" y="1349419"/>
                  </a:lnTo>
                  <a:lnTo>
                    <a:pt x="1161700" y="1349434"/>
                  </a:lnTo>
                  <a:lnTo>
                    <a:pt x="1161700" y="1349446"/>
                  </a:lnTo>
                  <a:lnTo>
                    <a:pt x="1161701" y="1349460"/>
                  </a:lnTo>
                  <a:lnTo>
                    <a:pt x="1161699" y="1349472"/>
                  </a:lnTo>
                  <a:lnTo>
                    <a:pt x="1161698" y="1349481"/>
                  </a:lnTo>
                  <a:lnTo>
                    <a:pt x="1161699" y="1349488"/>
                  </a:lnTo>
                  <a:lnTo>
                    <a:pt x="1161701" y="1349500"/>
                  </a:lnTo>
                  <a:lnTo>
                    <a:pt x="1161701" y="1349509"/>
                  </a:lnTo>
                  <a:lnTo>
                    <a:pt x="1161698" y="1349514"/>
                  </a:lnTo>
                  <a:lnTo>
                    <a:pt x="1161691" y="1349524"/>
                  </a:lnTo>
                  <a:lnTo>
                    <a:pt x="1161684" y="1349538"/>
                  </a:lnTo>
                  <a:lnTo>
                    <a:pt x="1161678" y="1349553"/>
                  </a:lnTo>
                  <a:lnTo>
                    <a:pt x="1161676" y="1349565"/>
                  </a:lnTo>
                  <a:lnTo>
                    <a:pt x="1161671" y="1349586"/>
                  </a:lnTo>
                  <a:lnTo>
                    <a:pt x="1161668" y="1349598"/>
                  </a:lnTo>
                  <a:lnTo>
                    <a:pt x="1161664" y="1349615"/>
                  </a:lnTo>
                  <a:lnTo>
                    <a:pt x="1161658" y="1349635"/>
                  </a:lnTo>
                  <a:lnTo>
                    <a:pt x="1161654" y="1349645"/>
                  </a:lnTo>
                  <a:lnTo>
                    <a:pt x="1161650" y="1349658"/>
                  </a:lnTo>
                  <a:lnTo>
                    <a:pt x="1161646" y="1349670"/>
                  </a:lnTo>
                  <a:lnTo>
                    <a:pt x="1161641" y="1349678"/>
                  </a:lnTo>
                  <a:lnTo>
                    <a:pt x="1161635" y="1349689"/>
                  </a:lnTo>
                  <a:lnTo>
                    <a:pt x="1161631" y="1349695"/>
                  </a:lnTo>
                  <a:lnTo>
                    <a:pt x="1161618" y="1349714"/>
                  </a:lnTo>
                  <a:lnTo>
                    <a:pt x="1161608" y="1349724"/>
                  </a:lnTo>
                  <a:lnTo>
                    <a:pt x="1161603" y="1349726"/>
                  </a:lnTo>
                  <a:lnTo>
                    <a:pt x="1161598" y="1349728"/>
                  </a:lnTo>
                  <a:lnTo>
                    <a:pt x="1161593" y="1349730"/>
                  </a:lnTo>
                  <a:lnTo>
                    <a:pt x="1161584" y="1349730"/>
                  </a:lnTo>
                  <a:lnTo>
                    <a:pt x="1161577" y="1349728"/>
                  </a:lnTo>
                  <a:lnTo>
                    <a:pt x="1161566" y="1349721"/>
                  </a:lnTo>
                  <a:lnTo>
                    <a:pt x="1161555" y="1349714"/>
                  </a:lnTo>
                  <a:lnTo>
                    <a:pt x="1161543" y="1349710"/>
                  </a:lnTo>
                  <a:lnTo>
                    <a:pt x="1161522" y="1349704"/>
                  </a:lnTo>
                  <a:lnTo>
                    <a:pt x="1161507" y="1349701"/>
                  </a:lnTo>
                  <a:lnTo>
                    <a:pt x="1161492" y="1349700"/>
                  </a:lnTo>
                  <a:lnTo>
                    <a:pt x="1161479" y="1349699"/>
                  </a:lnTo>
                  <a:lnTo>
                    <a:pt x="1161473" y="1349698"/>
                  </a:lnTo>
                  <a:lnTo>
                    <a:pt x="1161469" y="1349698"/>
                  </a:lnTo>
                  <a:lnTo>
                    <a:pt x="1161460" y="1349698"/>
                  </a:lnTo>
                  <a:lnTo>
                    <a:pt x="1161447" y="1349699"/>
                  </a:lnTo>
                  <a:lnTo>
                    <a:pt x="1161435" y="1349702"/>
                  </a:lnTo>
                  <a:lnTo>
                    <a:pt x="1161424" y="1349706"/>
                  </a:lnTo>
                  <a:lnTo>
                    <a:pt x="1161415" y="1349713"/>
                  </a:lnTo>
                  <a:lnTo>
                    <a:pt x="1161408" y="1349721"/>
                  </a:lnTo>
                  <a:lnTo>
                    <a:pt x="1161398" y="1349735"/>
                  </a:lnTo>
                  <a:lnTo>
                    <a:pt x="1161390" y="1349746"/>
                  </a:lnTo>
                  <a:lnTo>
                    <a:pt x="1161380" y="1349764"/>
                  </a:lnTo>
                  <a:lnTo>
                    <a:pt x="1161367" y="1349787"/>
                  </a:lnTo>
                  <a:lnTo>
                    <a:pt x="1161357" y="1349810"/>
                  </a:lnTo>
                  <a:lnTo>
                    <a:pt x="1161352" y="1349823"/>
                  </a:lnTo>
                  <a:lnTo>
                    <a:pt x="1161349" y="1349833"/>
                  </a:lnTo>
                  <a:lnTo>
                    <a:pt x="1161349" y="1349845"/>
                  </a:lnTo>
                  <a:lnTo>
                    <a:pt x="1161349" y="1349875"/>
                  </a:lnTo>
                  <a:lnTo>
                    <a:pt x="1161351" y="1349909"/>
                  </a:lnTo>
                  <a:lnTo>
                    <a:pt x="1161351" y="1349925"/>
                  </a:lnTo>
                  <a:lnTo>
                    <a:pt x="1161349" y="1349936"/>
                  </a:lnTo>
                  <a:lnTo>
                    <a:pt x="1161345" y="1349960"/>
                  </a:lnTo>
                  <a:lnTo>
                    <a:pt x="1161338" y="1349985"/>
                  </a:lnTo>
                  <a:lnTo>
                    <a:pt x="1161331" y="1350005"/>
                  </a:lnTo>
                  <a:lnTo>
                    <a:pt x="1161327" y="1350013"/>
                  </a:lnTo>
                  <a:lnTo>
                    <a:pt x="1161321" y="1350023"/>
                  </a:lnTo>
                  <a:lnTo>
                    <a:pt x="1161316" y="1350029"/>
                  </a:lnTo>
                  <a:lnTo>
                    <a:pt x="1161311" y="1350034"/>
                  </a:lnTo>
                  <a:lnTo>
                    <a:pt x="1161305" y="1350038"/>
                  </a:lnTo>
                  <a:lnTo>
                    <a:pt x="1161300" y="1350041"/>
                  </a:lnTo>
                  <a:lnTo>
                    <a:pt x="1161285" y="1350050"/>
                  </a:lnTo>
                  <a:lnTo>
                    <a:pt x="1161272" y="1350057"/>
                  </a:lnTo>
                  <a:lnTo>
                    <a:pt x="1161263" y="1350063"/>
                  </a:lnTo>
                  <a:lnTo>
                    <a:pt x="1161260" y="1350066"/>
                  </a:lnTo>
                  <a:lnTo>
                    <a:pt x="1161255" y="1350070"/>
                  </a:lnTo>
                  <a:lnTo>
                    <a:pt x="1161252" y="1350074"/>
                  </a:lnTo>
                  <a:lnTo>
                    <a:pt x="1161247" y="1350085"/>
                  </a:lnTo>
                  <a:lnTo>
                    <a:pt x="1161244" y="1350101"/>
                  </a:lnTo>
                  <a:lnTo>
                    <a:pt x="1161242" y="1350111"/>
                  </a:lnTo>
                  <a:lnTo>
                    <a:pt x="1161239" y="1350119"/>
                  </a:lnTo>
                  <a:lnTo>
                    <a:pt x="1161236" y="1350125"/>
                  </a:lnTo>
                  <a:lnTo>
                    <a:pt x="1161230" y="1350131"/>
                  </a:lnTo>
                  <a:lnTo>
                    <a:pt x="1161225" y="1350134"/>
                  </a:lnTo>
                  <a:lnTo>
                    <a:pt x="1161219" y="1350136"/>
                  </a:lnTo>
                  <a:lnTo>
                    <a:pt x="1161212" y="1350136"/>
                  </a:lnTo>
                  <a:lnTo>
                    <a:pt x="1161206" y="1350136"/>
                  </a:lnTo>
                  <a:lnTo>
                    <a:pt x="1161198" y="1350135"/>
                  </a:lnTo>
                  <a:lnTo>
                    <a:pt x="1161184" y="1350129"/>
                  </a:lnTo>
                  <a:lnTo>
                    <a:pt x="1161176" y="1350127"/>
                  </a:lnTo>
                  <a:lnTo>
                    <a:pt x="1161162" y="1350123"/>
                  </a:lnTo>
                  <a:lnTo>
                    <a:pt x="1161149" y="1350122"/>
                  </a:lnTo>
                  <a:lnTo>
                    <a:pt x="1161137" y="1350123"/>
                  </a:lnTo>
                  <a:lnTo>
                    <a:pt x="1161129" y="1350127"/>
                  </a:lnTo>
                  <a:lnTo>
                    <a:pt x="1161125" y="1350130"/>
                  </a:lnTo>
                  <a:lnTo>
                    <a:pt x="1161120" y="1350137"/>
                  </a:lnTo>
                  <a:lnTo>
                    <a:pt x="1161118" y="1350144"/>
                  </a:lnTo>
                  <a:lnTo>
                    <a:pt x="1161117" y="1350152"/>
                  </a:lnTo>
                  <a:lnTo>
                    <a:pt x="1161119" y="1350161"/>
                  </a:lnTo>
                  <a:lnTo>
                    <a:pt x="1161123" y="1350175"/>
                  </a:lnTo>
                  <a:lnTo>
                    <a:pt x="1161130" y="1350200"/>
                  </a:lnTo>
                  <a:lnTo>
                    <a:pt x="1161139" y="1350225"/>
                  </a:lnTo>
                  <a:lnTo>
                    <a:pt x="1161146" y="1350248"/>
                  </a:lnTo>
                  <a:lnTo>
                    <a:pt x="1161150" y="1350264"/>
                  </a:lnTo>
                  <a:lnTo>
                    <a:pt x="1161151" y="1350277"/>
                  </a:lnTo>
                  <a:lnTo>
                    <a:pt x="1161152" y="1350289"/>
                  </a:lnTo>
                  <a:lnTo>
                    <a:pt x="1161150" y="1350307"/>
                  </a:lnTo>
                  <a:lnTo>
                    <a:pt x="1161147" y="1350316"/>
                  </a:lnTo>
                  <a:lnTo>
                    <a:pt x="1161139" y="1350328"/>
                  </a:lnTo>
                  <a:lnTo>
                    <a:pt x="1161131" y="1350339"/>
                  </a:lnTo>
                  <a:lnTo>
                    <a:pt x="1161121" y="1350346"/>
                  </a:lnTo>
                  <a:lnTo>
                    <a:pt x="1161116" y="1350349"/>
                  </a:lnTo>
                  <a:lnTo>
                    <a:pt x="1161112" y="1350352"/>
                  </a:lnTo>
                  <a:lnTo>
                    <a:pt x="1161106" y="1350354"/>
                  </a:lnTo>
                  <a:lnTo>
                    <a:pt x="1161096" y="1350355"/>
                  </a:lnTo>
                  <a:lnTo>
                    <a:pt x="1161082" y="1350353"/>
                  </a:lnTo>
                  <a:lnTo>
                    <a:pt x="1161062" y="1350350"/>
                  </a:lnTo>
                  <a:lnTo>
                    <a:pt x="1161047" y="1350348"/>
                  </a:lnTo>
                  <a:lnTo>
                    <a:pt x="1161032" y="1350347"/>
                  </a:lnTo>
                  <a:lnTo>
                    <a:pt x="1161017" y="1350347"/>
                  </a:lnTo>
                  <a:lnTo>
                    <a:pt x="1161002" y="1350351"/>
                  </a:lnTo>
                  <a:lnTo>
                    <a:pt x="1160994" y="1350356"/>
                  </a:lnTo>
                  <a:lnTo>
                    <a:pt x="1160988" y="1350360"/>
                  </a:lnTo>
                  <a:lnTo>
                    <a:pt x="1160982" y="1350363"/>
                  </a:lnTo>
                  <a:lnTo>
                    <a:pt x="1160975" y="1350370"/>
                  </a:lnTo>
                  <a:lnTo>
                    <a:pt x="1160966" y="1350383"/>
                  </a:lnTo>
                  <a:lnTo>
                    <a:pt x="1160961" y="1350394"/>
                  </a:lnTo>
                  <a:lnTo>
                    <a:pt x="1160954" y="1350412"/>
                  </a:lnTo>
                  <a:lnTo>
                    <a:pt x="1160945" y="1350436"/>
                  </a:lnTo>
                  <a:lnTo>
                    <a:pt x="1160941" y="1350441"/>
                  </a:lnTo>
                  <a:lnTo>
                    <a:pt x="1160932" y="1350447"/>
                  </a:lnTo>
                  <a:lnTo>
                    <a:pt x="1160926" y="1350449"/>
                  </a:lnTo>
                  <a:lnTo>
                    <a:pt x="1160922" y="1350450"/>
                  </a:lnTo>
                  <a:lnTo>
                    <a:pt x="1160910" y="1350451"/>
                  </a:lnTo>
                  <a:lnTo>
                    <a:pt x="1160901" y="1350452"/>
                  </a:lnTo>
                  <a:lnTo>
                    <a:pt x="1160893" y="1350452"/>
                  </a:lnTo>
                  <a:lnTo>
                    <a:pt x="1160877" y="1350452"/>
                  </a:lnTo>
                  <a:lnTo>
                    <a:pt x="1160854" y="1350450"/>
                  </a:lnTo>
                  <a:lnTo>
                    <a:pt x="1160843" y="1350451"/>
                  </a:lnTo>
                  <a:lnTo>
                    <a:pt x="1160826" y="1350457"/>
                  </a:lnTo>
                  <a:lnTo>
                    <a:pt x="1160813" y="1350465"/>
                  </a:lnTo>
                  <a:lnTo>
                    <a:pt x="1160807" y="1350471"/>
                  </a:lnTo>
                  <a:lnTo>
                    <a:pt x="1160801" y="1350476"/>
                  </a:lnTo>
                  <a:lnTo>
                    <a:pt x="1160793" y="1350488"/>
                  </a:lnTo>
                  <a:lnTo>
                    <a:pt x="1160791" y="1350495"/>
                  </a:lnTo>
                  <a:lnTo>
                    <a:pt x="1160789" y="1350507"/>
                  </a:lnTo>
                  <a:lnTo>
                    <a:pt x="1160787" y="1350534"/>
                  </a:lnTo>
                  <a:lnTo>
                    <a:pt x="1160786" y="1350547"/>
                  </a:lnTo>
                  <a:lnTo>
                    <a:pt x="1160782" y="1350557"/>
                  </a:lnTo>
                  <a:lnTo>
                    <a:pt x="1160777" y="1350567"/>
                  </a:lnTo>
                  <a:lnTo>
                    <a:pt x="1160770" y="1350577"/>
                  </a:lnTo>
                  <a:lnTo>
                    <a:pt x="1160760" y="1350589"/>
                  </a:lnTo>
                  <a:lnTo>
                    <a:pt x="1160743" y="1350604"/>
                  </a:lnTo>
                  <a:lnTo>
                    <a:pt x="1160727" y="1350620"/>
                  </a:lnTo>
                  <a:lnTo>
                    <a:pt x="1160714" y="1350635"/>
                  </a:lnTo>
                  <a:lnTo>
                    <a:pt x="1160709" y="1350645"/>
                  </a:lnTo>
                  <a:lnTo>
                    <a:pt x="1160706" y="1350654"/>
                  </a:lnTo>
                  <a:lnTo>
                    <a:pt x="1160703" y="1350665"/>
                  </a:lnTo>
                  <a:lnTo>
                    <a:pt x="1160702" y="1350672"/>
                  </a:lnTo>
                  <a:lnTo>
                    <a:pt x="1160701" y="1350681"/>
                  </a:lnTo>
                  <a:lnTo>
                    <a:pt x="1160702" y="1350696"/>
                  </a:lnTo>
                  <a:lnTo>
                    <a:pt x="1160704" y="1350704"/>
                  </a:lnTo>
                  <a:lnTo>
                    <a:pt x="1160712" y="1350716"/>
                  </a:lnTo>
                  <a:lnTo>
                    <a:pt x="1160717" y="1350724"/>
                  </a:lnTo>
                  <a:lnTo>
                    <a:pt x="1160722" y="1350730"/>
                  </a:lnTo>
                  <a:lnTo>
                    <a:pt x="1160731" y="1350740"/>
                  </a:lnTo>
                  <a:lnTo>
                    <a:pt x="1160742" y="1350751"/>
                  </a:lnTo>
                  <a:lnTo>
                    <a:pt x="1160749" y="1350761"/>
                  </a:lnTo>
                  <a:lnTo>
                    <a:pt x="1160757" y="1350772"/>
                  </a:lnTo>
                  <a:lnTo>
                    <a:pt x="1160762" y="1350781"/>
                  </a:lnTo>
                  <a:lnTo>
                    <a:pt x="1160765" y="1350793"/>
                  </a:lnTo>
                  <a:lnTo>
                    <a:pt x="1160766" y="1350805"/>
                  </a:lnTo>
                  <a:lnTo>
                    <a:pt x="1160767" y="1350816"/>
                  </a:lnTo>
                  <a:lnTo>
                    <a:pt x="1160766" y="1350826"/>
                  </a:lnTo>
                  <a:lnTo>
                    <a:pt x="1160764" y="1350831"/>
                  </a:lnTo>
                  <a:lnTo>
                    <a:pt x="1160762" y="1350837"/>
                  </a:lnTo>
                  <a:lnTo>
                    <a:pt x="1160757" y="1350844"/>
                  </a:lnTo>
                  <a:lnTo>
                    <a:pt x="1160747" y="1350850"/>
                  </a:lnTo>
                  <a:lnTo>
                    <a:pt x="1160739" y="1350854"/>
                  </a:lnTo>
                  <a:lnTo>
                    <a:pt x="1160727" y="1350856"/>
                  </a:lnTo>
                  <a:lnTo>
                    <a:pt x="1160719" y="1350857"/>
                  </a:lnTo>
                  <a:lnTo>
                    <a:pt x="1160711" y="1350855"/>
                  </a:lnTo>
                  <a:lnTo>
                    <a:pt x="1160704" y="1350849"/>
                  </a:lnTo>
                  <a:lnTo>
                    <a:pt x="1160694" y="1350832"/>
                  </a:lnTo>
                  <a:lnTo>
                    <a:pt x="1160689" y="1350824"/>
                  </a:lnTo>
                  <a:lnTo>
                    <a:pt x="1160678" y="1350813"/>
                  </a:lnTo>
                  <a:lnTo>
                    <a:pt x="1160668" y="1350807"/>
                  </a:lnTo>
                  <a:lnTo>
                    <a:pt x="1160656" y="1350803"/>
                  </a:lnTo>
                  <a:lnTo>
                    <a:pt x="1160646" y="1350800"/>
                  </a:lnTo>
                  <a:lnTo>
                    <a:pt x="1160638" y="1350798"/>
                  </a:lnTo>
                  <a:lnTo>
                    <a:pt x="1160633" y="1350799"/>
                  </a:lnTo>
                  <a:lnTo>
                    <a:pt x="1160628" y="1350799"/>
                  </a:lnTo>
                  <a:lnTo>
                    <a:pt x="1160623" y="1350800"/>
                  </a:lnTo>
                  <a:lnTo>
                    <a:pt x="1160618" y="1350802"/>
                  </a:lnTo>
                  <a:lnTo>
                    <a:pt x="1160610" y="1350806"/>
                  </a:lnTo>
                  <a:lnTo>
                    <a:pt x="1160601" y="1350812"/>
                  </a:lnTo>
                  <a:lnTo>
                    <a:pt x="1160591" y="1350820"/>
                  </a:lnTo>
                  <a:lnTo>
                    <a:pt x="1160581" y="1350831"/>
                  </a:lnTo>
                  <a:lnTo>
                    <a:pt x="1160578" y="1350835"/>
                  </a:lnTo>
                  <a:lnTo>
                    <a:pt x="1160576" y="1350840"/>
                  </a:lnTo>
                  <a:lnTo>
                    <a:pt x="1160573" y="1350844"/>
                  </a:lnTo>
                  <a:lnTo>
                    <a:pt x="1160570" y="1350848"/>
                  </a:lnTo>
                  <a:lnTo>
                    <a:pt x="1160561" y="1350860"/>
                  </a:lnTo>
                  <a:lnTo>
                    <a:pt x="1160553" y="1350868"/>
                  </a:lnTo>
                  <a:lnTo>
                    <a:pt x="1160544" y="1350875"/>
                  </a:lnTo>
                  <a:lnTo>
                    <a:pt x="1160538" y="1350879"/>
                  </a:lnTo>
                  <a:lnTo>
                    <a:pt x="1160528" y="1350883"/>
                  </a:lnTo>
                  <a:lnTo>
                    <a:pt x="1160517" y="1350886"/>
                  </a:lnTo>
                  <a:lnTo>
                    <a:pt x="1160505" y="1350889"/>
                  </a:lnTo>
                  <a:lnTo>
                    <a:pt x="1160498" y="1350892"/>
                  </a:lnTo>
                  <a:lnTo>
                    <a:pt x="1160495" y="1350896"/>
                  </a:lnTo>
                  <a:lnTo>
                    <a:pt x="1160492" y="1350900"/>
                  </a:lnTo>
                  <a:lnTo>
                    <a:pt x="1160489" y="1350910"/>
                  </a:lnTo>
                  <a:lnTo>
                    <a:pt x="1160488" y="1350919"/>
                  </a:lnTo>
                  <a:lnTo>
                    <a:pt x="1160490" y="1350930"/>
                  </a:lnTo>
                  <a:lnTo>
                    <a:pt x="1160494" y="1350941"/>
                  </a:lnTo>
                  <a:lnTo>
                    <a:pt x="1160500" y="1350953"/>
                  </a:lnTo>
                  <a:lnTo>
                    <a:pt x="1160508" y="1350968"/>
                  </a:lnTo>
                  <a:lnTo>
                    <a:pt x="1160510" y="1350976"/>
                  </a:lnTo>
                  <a:lnTo>
                    <a:pt x="1160511" y="1350982"/>
                  </a:lnTo>
                  <a:lnTo>
                    <a:pt x="1160509" y="1350995"/>
                  </a:lnTo>
                  <a:lnTo>
                    <a:pt x="1160500" y="1351011"/>
                  </a:lnTo>
                  <a:lnTo>
                    <a:pt x="1160496" y="1351018"/>
                  </a:lnTo>
                  <a:lnTo>
                    <a:pt x="1160493" y="1351024"/>
                  </a:lnTo>
                  <a:lnTo>
                    <a:pt x="1160487" y="1351034"/>
                  </a:lnTo>
                  <a:lnTo>
                    <a:pt x="1160484" y="1351041"/>
                  </a:lnTo>
                  <a:lnTo>
                    <a:pt x="1160482" y="1351049"/>
                  </a:lnTo>
                  <a:lnTo>
                    <a:pt x="1160482" y="1351059"/>
                  </a:lnTo>
                  <a:lnTo>
                    <a:pt x="1160482" y="1351072"/>
                  </a:lnTo>
                  <a:lnTo>
                    <a:pt x="1160482" y="1351096"/>
                  </a:lnTo>
                  <a:lnTo>
                    <a:pt x="1160482" y="1351106"/>
                  </a:lnTo>
                  <a:lnTo>
                    <a:pt x="1160479" y="1351120"/>
                  </a:lnTo>
                  <a:lnTo>
                    <a:pt x="1160476" y="1351125"/>
                  </a:lnTo>
                  <a:lnTo>
                    <a:pt x="1160473" y="1351130"/>
                  </a:lnTo>
                  <a:lnTo>
                    <a:pt x="1160465" y="1351137"/>
                  </a:lnTo>
                  <a:lnTo>
                    <a:pt x="1160460" y="1351140"/>
                  </a:lnTo>
                  <a:lnTo>
                    <a:pt x="1160454" y="1351144"/>
                  </a:lnTo>
                  <a:lnTo>
                    <a:pt x="1160444" y="1351150"/>
                  </a:lnTo>
                  <a:lnTo>
                    <a:pt x="1160437" y="1351153"/>
                  </a:lnTo>
                  <a:lnTo>
                    <a:pt x="1160426" y="1351159"/>
                  </a:lnTo>
                  <a:lnTo>
                    <a:pt x="1160415" y="1351165"/>
                  </a:lnTo>
                  <a:lnTo>
                    <a:pt x="1160406" y="1351172"/>
                  </a:lnTo>
                  <a:lnTo>
                    <a:pt x="1160396" y="1351182"/>
                  </a:lnTo>
                  <a:lnTo>
                    <a:pt x="1160391" y="1351189"/>
                  </a:lnTo>
                  <a:lnTo>
                    <a:pt x="1160387" y="1351198"/>
                  </a:lnTo>
                  <a:lnTo>
                    <a:pt x="1160384" y="1351203"/>
                  </a:lnTo>
                  <a:lnTo>
                    <a:pt x="1160381" y="1351210"/>
                  </a:lnTo>
                  <a:lnTo>
                    <a:pt x="1160371" y="1351235"/>
                  </a:lnTo>
                  <a:lnTo>
                    <a:pt x="1160366" y="1351249"/>
                  </a:lnTo>
                  <a:lnTo>
                    <a:pt x="1160358" y="1351267"/>
                  </a:lnTo>
                  <a:lnTo>
                    <a:pt x="1160354" y="1351277"/>
                  </a:lnTo>
                  <a:lnTo>
                    <a:pt x="1160345" y="1351296"/>
                  </a:lnTo>
                  <a:lnTo>
                    <a:pt x="1160334" y="1351315"/>
                  </a:lnTo>
                  <a:lnTo>
                    <a:pt x="1160324" y="1351332"/>
                  </a:lnTo>
                  <a:lnTo>
                    <a:pt x="1160314" y="1351346"/>
                  </a:lnTo>
                  <a:lnTo>
                    <a:pt x="1160299" y="1351365"/>
                  </a:lnTo>
                  <a:lnTo>
                    <a:pt x="1160294" y="1351373"/>
                  </a:lnTo>
                  <a:lnTo>
                    <a:pt x="1160289" y="1351382"/>
                  </a:lnTo>
                  <a:lnTo>
                    <a:pt x="1160284" y="1351391"/>
                  </a:lnTo>
                  <a:lnTo>
                    <a:pt x="1160283" y="1351400"/>
                  </a:lnTo>
                  <a:lnTo>
                    <a:pt x="1160282" y="1351407"/>
                  </a:lnTo>
                  <a:lnTo>
                    <a:pt x="1160282" y="1351417"/>
                  </a:lnTo>
                  <a:lnTo>
                    <a:pt x="1160285" y="1351430"/>
                  </a:lnTo>
                  <a:lnTo>
                    <a:pt x="1160289" y="1351442"/>
                  </a:lnTo>
                  <a:lnTo>
                    <a:pt x="1160292" y="1351452"/>
                  </a:lnTo>
                  <a:lnTo>
                    <a:pt x="1160295" y="1351465"/>
                  </a:lnTo>
                  <a:lnTo>
                    <a:pt x="1160295" y="1351471"/>
                  </a:lnTo>
                  <a:lnTo>
                    <a:pt x="1160294" y="1351479"/>
                  </a:lnTo>
                  <a:lnTo>
                    <a:pt x="1160292" y="1351483"/>
                  </a:lnTo>
                  <a:lnTo>
                    <a:pt x="1160285" y="1351492"/>
                  </a:lnTo>
                  <a:lnTo>
                    <a:pt x="1160282" y="1351495"/>
                  </a:lnTo>
                  <a:lnTo>
                    <a:pt x="1160277" y="1351500"/>
                  </a:lnTo>
                  <a:lnTo>
                    <a:pt x="1160267" y="1351507"/>
                  </a:lnTo>
                  <a:lnTo>
                    <a:pt x="1160259" y="1351508"/>
                  </a:lnTo>
                  <a:lnTo>
                    <a:pt x="1160248" y="1351510"/>
                  </a:lnTo>
                  <a:lnTo>
                    <a:pt x="1160230" y="1351512"/>
                  </a:lnTo>
                  <a:lnTo>
                    <a:pt x="1160219" y="1351513"/>
                  </a:lnTo>
                  <a:lnTo>
                    <a:pt x="1160209" y="1351514"/>
                  </a:lnTo>
                  <a:lnTo>
                    <a:pt x="1160200" y="1351515"/>
                  </a:lnTo>
                  <a:lnTo>
                    <a:pt x="1160189" y="1351517"/>
                  </a:lnTo>
                  <a:lnTo>
                    <a:pt x="1160185" y="1351521"/>
                  </a:lnTo>
                  <a:lnTo>
                    <a:pt x="1160180" y="1351526"/>
                  </a:lnTo>
                  <a:lnTo>
                    <a:pt x="1160176" y="1351532"/>
                  </a:lnTo>
                  <a:lnTo>
                    <a:pt x="1160170" y="1351546"/>
                  </a:lnTo>
                  <a:lnTo>
                    <a:pt x="1160166" y="1351560"/>
                  </a:lnTo>
                  <a:lnTo>
                    <a:pt x="1160162" y="1351572"/>
                  </a:lnTo>
                  <a:lnTo>
                    <a:pt x="1160157" y="1351580"/>
                  </a:lnTo>
                  <a:lnTo>
                    <a:pt x="1160149" y="1351587"/>
                  </a:lnTo>
                  <a:lnTo>
                    <a:pt x="1160141" y="1351590"/>
                  </a:lnTo>
                  <a:lnTo>
                    <a:pt x="1160107" y="1351602"/>
                  </a:lnTo>
                  <a:lnTo>
                    <a:pt x="1160100" y="1351605"/>
                  </a:lnTo>
                  <a:lnTo>
                    <a:pt x="1160095" y="1351608"/>
                  </a:lnTo>
                  <a:lnTo>
                    <a:pt x="1160090" y="1351610"/>
                  </a:lnTo>
                  <a:lnTo>
                    <a:pt x="1160081" y="1351617"/>
                  </a:lnTo>
                  <a:lnTo>
                    <a:pt x="1160075" y="1351625"/>
                  </a:lnTo>
                  <a:lnTo>
                    <a:pt x="1160071" y="1351633"/>
                  </a:lnTo>
                  <a:lnTo>
                    <a:pt x="1160069" y="1351639"/>
                  </a:lnTo>
                  <a:lnTo>
                    <a:pt x="1160070" y="1351645"/>
                  </a:lnTo>
                  <a:lnTo>
                    <a:pt x="1160071" y="1351650"/>
                  </a:lnTo>
                  <a:lnTo>
                    <a:pt x="1160072" y="1351660"/>
                  </a:lnTo>
                  <a:lnTo>
                    <a:pt x="1160076" y="1351674"/>
                  </a:lnTo>
                  <a:lnTo>
                    <a:pt x="1160080" y="1351687"/>
                  </a:lnTo>
                  <a:lnTo>
                    <a:pt x="1160080" y="1351693"/>
                  </a:lnTo>
                  <a:lnTo>
                    <a:pt x="1160081" y="1351699"/>
                  </a:lnTo>
                  <a:lnTo>
                    <a:pt x="1160080" y="1351709"/>
                  </a:lnTo>
                  <a:lnTo>
                    <a:pt x="1160079" y="1351716"/>
                  </a:lnTo>
                  <a:lnTo>
                    <a:pt x="1160078" y="1351740"/>
                  </a:lnTo>
                  <a:lnTo>
                    <a:pt x="1160075" y="1351753"/>
                  </a:lnTo>
                  <a:lnTo>
                    <a:pt x="1160071" y="1351767"/>
                  </a:lnTo>
                  <a:lnTo>
                    <a:pt x="1160066" y="1351777"/>
                  </a:lnTo>
                  <a:lnTo>
                    <a:pt x="1160061" y="1351785"/>
                  </a:lnTo>
                  <a:lnTo>
                    <a:pt x="1160053" y="1351795"/>
                  </a:lnTo>
                  <a:lnTo>
                    <a:pt x="1160042" y="1351806"/>
                  </a:lnTo>
                  <a:lnTo>
                    <a:pt x="1160037" y="1351810"/>
                  </a:lnTo>
                  <a:lnTo>
                    <a:pt x="1160030" y="1351817"/>
                  </a:lnTo>
                  <a:lnTo>
                    <a:pt x="1160024" y="1351823"/>
                  </a:lnTo>
                  <a:lnTo>
                    <a:pt x="1160021" y="1351830"/>
                  </a:lnTo>
                  <a:lnTo>
                    <a:pt x="1160017" y="1351839"/>
                  </a:lnTo>
                  <a:lnTo>
                    <a:pt x="1160014" y="1351848"/>
                  </a:lnTo>
                  <a:lnTo>
                    <a:pt x="1160013" y="1351858"/>
                  </a:lnTo>
                  <a:lnTo>
                    <a:pt x="1160012" y="1351863"/>
                  </a:lnTo>
                  <a:lnTo>
                    <a:pt x="1160012" y="1351879"/>
                  </a:lnTo>
                  <a:lnTo>
                    <a:pt x="1160013" y="1351896"/>
                  </a:lnTo>
                  <a:lnTo>
                    <a:pt x="1160014" y="1351908"/>
                  </a:lnTo>
                  <a:lnTo>
                    <a:pt x="1160017" y="1351927"/>
                  </a:lnTo>
                  <a:lnTo>
                    <a:pt x="1160020" y="1351940"/>
                  </a:lnTo>
                  <a:lnTo>
                    <a:pt x="1160024" y="1351964"/>
                  </a:lnTo>
                  <a:lnTo>
                    <a:pt x="1160029" y="1351978"/>
                  </a:lnTo>
                  <a:lnTo>
                    <a:pt x="1160033" y="1351989"/>
                  </a:lnTo>
                  <a:lnTo>
                    <a:pt x="1160041" y="1352002"/>
                  </a:lnTo>
                  <a:lnTo>
                    <a:pt x="1160043" y="1352007"/>
                  </a:lnTo>
                  <a:lnTo>
                    <a:pt x="1160049" y="1352016"/>
                  </a:lnTo>
                  <a:lnTo>
                    <a:pt x="1160055" y="1352023"/>
                  </a:lnTo>
                  <a:lnTo>
                    <a:pt x="1160062" y="1352032"/>
                  </a:lnTo>
                  <a:lnTo>
                    <a:pt x="1160070" y="1352041"/>
                  </a:lnTo>
                  <a:lnTo>
                    <a:pt x="1160076" y="1352050"/>
                  </a:lnTo>
                  <a:lnTo>
                    <a:pt x="1160078" y="1352055"/>
                  </a:lnTo>
                  <a:lnTo>
                    <a:pt x="1160079" y="1352059"/>
                  </a:lnTo>
                  <a:lnTo>
                    <a:pt x="1160081" y="1352074"/>
                  </a:lnTo>
                  <a:lnTo>
                    <a:pt x="1160080" y="1352090"/>
                  </a:lnTo>
                  <a:lnTo>
                    <a:pt x="1160079" y="1352109"/>
                  </a:lnTo>
                  <a:lnTo>
                    <a:pt x="1160080" y="1352120"/>
                  </a:lnTo>
                  <a:lnTo>
                    <a:pt x="1160082" y="1352126"/>
                  </a:lnTo>
                  <a:lnTo>
                    <a:pt x="1160086" y="1352135"/>
                  </a:lnTo>
                  <a:lnTo>
                    <a:pt x="1160093" y="1352141"/>
                  </a:lnTo>
                  <a:lnTo>
                    <a:pt x="1160102" y="1352148"/>
                  </a:lnTo>
                  <a:lnTo>
                    <a:pt x="1160109" y="1352155"/>
                  </a:lnTo>
                  <a:lnTo>
                    <a:pt x="1160117" y="1352162"/>
                  </a:lnTo>
                  <a:lnTo>
                    <a:pt x="1160122" y="1352169"/>
                  </a:lnTo>
                  <a:lnTo>
                    <a:pt x="1160125" y="1352176"/>
                  </a:lnTo>
                  <a:lnTo>
                    <a:pt x="1160125" y="1352182"/>
                  </a:lnTo>
                  <a:lnTo>
                    <a:pt x="1160126" y="1352190"/>
                  </a:lnTo>
                  <a:lnTo>
                    <a:pt x="1160124" y="1352202"/>
                  </a:lnTo>
                  <a:lnTo>
                    <a:pt x="1160119" y="1352219"/>
                  </a:lnTo>
                  <a:lnTo>
                    <a:pt x="1160114" y="1352240"/>
                  </a:lnTo>
                  <a:lnTo>
                    <a:pt x="1160111" y="1352256"/>
                  </a:lnTo>
                  <a:lnTo>
                    <a:pt x="1160110" y="1352267"/>
                  </a:lnTo>
                  <a:lnTo>
                    <a:pt x="1160111" y="1352275"/>
                  </a:lnTo>
                  <a:lnTo>
                    <a:pt x="1160112" y="1352284"/>
                  </a:lnTo>
                  <a:lnTo>
                    <a:pt x="1160115" y="1352294"/>
                  </a:lnTo>
                  <a:lnTo>
                    <a:pt x="1160119" y="1352304"/>
                  </a:lnTo>
                  <a:lnTo>
                    <a:pt x="1160120" y="1352309"/>
                  </a:lnTo>
                  <a:lnTo>
                    <a:pt x="1160121" y="1352313"/>
                  </a:lnTo>
                  <a:lnTo>
                    <a:pt x="1160122" y="1352319"/>
                  </a:lnTo>
                  <a:lnTo>
                    <a:pt x="1160122" y="1352324"/>
                  </a:lnTo>
                  <a:lnTo>
                    <a:pt x="1160120" y="1352331"/>
                  </a:lnTo>
                  <a:lnTo>
                    <a:pt x="1160117" y="1352336"/>
                  </a:lnTo>
                  <a:lnTo>
                    <a:pt x="1160114" y="1352341"/>
                  </a:lnTo>
                  <a:lnTo>
                    <a:pt x="1160106" y="1352349"/>
                  </a:lnTo>
                  <a:lnTo>
                    <a:pt x="1160101" y="1352356"/>
                  </a:lnTo>
                  <a:lnTo>
                    <a:pt x="1160099" y="1352360"/>
                  </a:lnTo>
                  <a:lnTo>
                    <a:pt x="1160096" y="1352366"/>
                  </a:lnTo>
                  <a:lnTo>
                    <a:pt x="1160094" y="1352375"/>
                  </a:lnTo>
                  <a:lnTo>
                    <a:pt x="1160093" y="1352386"/>
                  </a:lnTo>
                  <a:lnTo>
                    <a:pt x="1160094" y="1352397"/>
                  </a:lnTo>
                  <a:lnTo>
                    <a:pt x="1160096" y="1352409"/>
                  </a:lnTo>
                  <a:lnTo>
                    <a:pt x="1160099" y="1352416"/>
                  </a:lnTo>
                  <a:lnTo>
                    <a:pt x="1160105" y="1352425"/>
                  </a:lnTo>
                  <a:lnTo>
                    <a:pt x="1160114" y="1352434"/>
                  </a:lnTo>
                  <a:lnTo>
                    <a:pt x="1160120" y="1352443"/>
                  </a:lnTo>
                  <a:lnTo>
                    <a:pt x="1160124" y="1352453"/>
                  </a:lnTo>
                  <a:lnTo>
                    <a:pt x="1160126" y="1352462"/>
                  </a:lnTo>
                  <a:lnTo>
                    <a:pt x="1160127" y="1352470"/>
                  </a:lnTo>
                  <a:lnTo>
                    <a:pt x="1160128" y="1352482"/>
                  </a:lnTo>
                  <a:lnTo>
                    <a:pt x="1160130" y="1352498"/>
                  </a:lnTo>
                  <a:lnTo>
                    <a:pt x="1160133" y="1352508"/>
                  </a:lnTo>
                  <a:lnTo>
                    <a:pt x="1160138" y="1352516"/>
                  </a:lnTo>
                  <a:lnTo>
                    <a:pt x="1160143" y="1352522"/>
                  </a:lnTo>
                  <a:lnTo>
                    <a:pt x="1160149" y="1352529"/>
                  </a:lnTo>
                  <a:lnTo>
                    <a:pt x="1160160" y="1352535"/>
                  </a:lnTo>
                  <a:lnTo>
                    <a:pt x="1160170" y="1352540"/>
                  </a:lnTo>
                  <a:lnTo>
                    <a:pt x="1160179" y="1352547"/>
                  </a:lnTo>
                  <a:lnTo>
                    <a:pt x="1160183" y="1352552"/>
                  </a:lnTo>
                  <a:lnTo>
                    <a:pt x="1160185" y="1352559"/>
                  </a:lnTo>
                  <a:lnTo>
                    <a:pt x="1160187" y="1352569"/>
                  </a:lnTo>
                  <a:lnTo>
                    <a:pt x="1160187" y="1352580"/>
                  </a:lnTo>
                  <a:lnTo>
                    <a:pt x="1160188" y="1352589"/>
                  </a:lnTo>
                  <a:lnTo>
                    <a:pt x="1160189" y="1352596"/>
                  </a:lnTo>
                  <a:lnTo>
                    <a:pt x="1160191" y="1352604"/>
                  </a:lnTo>
                  <a:lnTo>
                    <a:pt x="1160193" y="1352609"/>
                  </a:lnTo>
                  <a:lnTo>
                    <a:pt x="1160197" y="1352615"/>
                  </a:lnTo>
                  <a:lnTo>
                    <a:pt x="1160205" y="1352624"/>
                  </a:lnTo>
                  <a:lnTo>
                    <a:pt x="1160213" y="1352633"/>
                  </a:lnTo>
                  <a:lnTo>
                    <a:pt x="1160225" y="1352644"/>
                  </a:lnTo>
                  <a:lnTo>
                    <a:pt x="1160234" y="1352654"/>
                  </a:lnTo>
                  <a:lnTo>
                    <a:pt x="1160241" y="1352663"/>
                  </a:lnTo>
                  <a:lnTo>
                    <a:pt x="1160244" y="1352669"/>
                  </a:lnTo>
                  <a:lnTo>
                    <a:pt x="1160245" y="1352675"/>
                  </a:lnTo>
                  <a:lnTo>
                    <a:pt x="1160246" y="1352683"/>
                  </a:lnTo>
                  <a:lnTo>
                    <a:pt x="1160244" y="1352692"/>
                  </a:lnTo>
                  <a:lnTo>
                    <a:pt x="1160241" y="1352699"/>
                  </a:lnTo>
                  <a:lnTo>
                    <a:pt x="1160236" y="1352705"/>
                  </a:lnTo>
                  <a:lnTo>
                    <a:pt x="1160231" y="1352709"/>
                  </a:lnTo>
                  <a:lnTo>
                    <a:pt x="1160224" y="1352716"/>
                  </a:lnTo>
                  <a:lnTo>
                    <a:pt x="1160220" y="1352719"/>
                  </a:lnTo>
                  <a:lnTo>
                    <a:pt x="1160213" y="1352726"/>
                  </a:lnTo>
                  <a:lnTo>
                    <a:pt x="1160210" y="1352730"/>
                  </a:lnTo>
                  <a:lnTo>
                    <a:pt x="1160208" y="1352735"/>
                  </a:lnTo>
                  <a:lnTo>
                    <a:pt x="1160206" y="1352743"/>
                  </a:lnTo>
                  <a:lnTo>
                    <a:pt x="1160205" y="1352750"/>
                  </a:lnTo>
                  <a:lnTo>
                    <a:pt x="1160205" y="1352757"/>
                  </a:lnTo>
                  <a:lnTo>
                    <a:pt x="1160207" y="1352764"/>
                  </a:lnTo>
                  <a:lnTo>
                    <a:pt x="1160208" y="1352768"/>
                  </a:lnTo>
                  <a:lnTo>
                    <a:pt x="1160212" y="1352774"/>
                  </a:lnTo>
                  <a:lnTo>
                    <a:pt x="1160219" y="1352784"/>
                  </a:lnTo>
                  <a:lnTo>
                    <a:pt x="1160230" y="1352799"/>
                  </a:lnTo>
                  <a:lnTo>
                    <a:pt x="1160237" y="1352810"/>
                  </a:lnTo>
                  <a:lnTo>
                    <a:pt x="1160244" y="1352823"/>
                  </a:lnTo>
                  <a:lnTo>
                    <a:pt x="1160251" y="1352837"/>
                  </a:lnTo>
                  <a:lnTo>
                    <a:pt x="1160259" y="1352848"/>
                  </a:lnTo>
                  <a:lnTo>
                    <a:pt x="1160263" y="1352852"/>
                  </a:lnTo>
                  <a:lnTo>
                    <a:pt x="1160269" y="1352857"/>
                  </a:lnTo>
                  <a:lnTo>
                    <a:pt x="1160275" y="1352859"/>
                  </a:lnTo>
                  <a:lnTo>
                    <a:pt x="1160285" y="1352859"/>
                  </a:lnTo>
                  <a:lnTo>
                    <a:pt x="1160298" y="1352859"/>
                  </a:lnTo>
                  <a:lnTo>
                    <a:pt x="1160304" y="1352859"/>
                  </a:lnTo>
                  <a:lnTo>
                    <a:pt x="1160318" y="1352859"/>
                  </a:lnTo>
                  <a:lnTo>
                    <a:pt x="1160334" y="1352861"/>
                  </a:lnTo>
                  <a:lnTo>
                    <a:pt x="1160342" y="1352864"/>
                  </a:lnTo>
                  <a:lnTo>
                    <a:pt x="1160350" y="1352869"/>
                  </a:lnTo>
                  <a:lnTo>
                    <a:pt x="1160360" y="1352879"/>
                  </a:lnTo>
                  <a:lnTo>
                    <a:pt x="1160369" y="1352888"/>
                  </a:lnTo>
                  <a:lnTo>
                    <a:pt x="1160382" y="1352900"/>
                  </a:lnTo>
                  <a:lnTo>
                    <a:pt x="1160389" y="1352905"/>
                  </a:lnTo>
                  <a:lnTo>
                    <a:pt x="1160397" y="1352909"/>
                  </a:lnTo>
                  <a:lnTo>
                    <a:pt x="1160426" y="1352924"/>
                  </a:lnTo>
                  <a:lnTo>
                    <a:pt x="1160435" y="1352932"/>
                  </a:lnTo>
                  <a:lnTo>
                    <a:pt x="1160441" y="1352939"/>
                  </a:lnTo>
                  <a:lnTo>
                    <a:pt x="1160446" y="1352946"/>
                  </a:lnTo>
                  <a:lnTo>
                    <a:pt x="1160448" y="1352955"/>
                  </a:lnTo>
                  <a:lnTo>
                    <a:pt x="1160449" y="1352965"/>
                  </a:lnTo>
                  <a:lnTo>
                    <a:pt x="1160449" y="1352975"/>
                  </a:lnTo>
                  <a:lnTo>
                    <a:pt x="1160448" y="1352985"/>
                  </a:lnTo>
                  <a:lnTo>
                    <a:pt x="1160447" y="1352989"/>
                  </a:lnTo>
                  <a:lnTo>
                    <a:pt x="1160445" y="1352998"/>
                  </a:lnTo>
                  <a:lnTo>
                    <a:pt x="1160443" y="1353007"/>
                  </a:lnTo>
                  <a:lnTo>
                    <a:pt x="1160443" y="1353015"/>
                  </a:lnTo>
                  <a:lnTo>
                    <a:pt x="1160445" y="1353024"/>
                  </a:lnTo>
                  <a:lnTo>
                    <a:pt x="1160448" y="1353033"/>
                  </a:lnTo>
                  <a:lnTo>
                    <a:pt x="1160454" y="1353042"/>
                  </a:lnTo>
                  <a:lnTo>
                    <a:pt x="1160460" y="1353051"/>
                  </a:lnTo>
                  <a:lnTo>
                    <a:pt x="1160464" y="1353054"/>
                  </a:lnTo>
                  <a:lnTo>
                    <a:pt x="1160472" y="1353062"/>
                  </a:lnTo>
                  <a:lnTo>
                    <a:pt x="1160479" y="1353069"/>
                  </a:lnTo>
                  <a:lnTo>
                    <a:pt x="1160486" y="1353077"/>
                  </a:lnTo>
                  <a:lnTo>
                    <a:pt x="1160491" y="1353083"/>
                  </a:lnTo>
                  <a:lnTo>
                    <a:pt x="1160497" y="1353093"/>
                  </a:lnTo>
                  <a:lnTo>
                    <a:pt x="1160503" y="1353102"/>
                  </a:lnTo>
                  <a:lnTo>
                    <a:pt x="1160507" y="1353105"/>
                  </a:lnTo>
                  <a:lnTo>
                    <a:pt x="1160510" y="1353109"/>
                  </a:lnTo>
                  <a:lnTo>
                    <a:pt x="1160515" y="1353112"/>
                  </a:lnTo>
                  <a:lnTo>
                    <a:pt x="1160521" y="1353117"/>
                  </a:lnTo>
                  <a:lnTo>
                    <a:pt x="1160532" y="1353125"/>
                  </a:lnTo>
                  <a:lnTo>
                    <a:pt x="1160545" y="1353132"/>
                  </a:lnTo>
                  <a:lnTo>
                    <a:pt x="1160560" y="1353137"/>
                  </a:lnTo>
                  <a:lnTo>
                    <a:pt x="1160568" y="1353140"/>
                  </a:lnTo>
                  <a:lnTo>
                    <a:pt x="1160576" y="1353142"/>
                  </a:lnTo>
                  <a:lnTo>
                    <a:pt x="1160587" y="1353144"/>
                  </a:lnTo>
                  <a:lnTo>
                    <a:pt x="1160593" y="1353145"/>
                  </a:lnTo>
                  <a:lnTo>
                    <a:pt x="1160600" y="1353146"/>
                  </a:lnTo>
                  <a:lnTo>
                    <a:pt x="1160607" y="1353149"/>
                  </a:lnTo>
                  <a:lnTo>
                    <a:pt x="1160613" y="1353153"/>
                  </a:lnTo>
                  <a:lnTo>
                    <a:pt x="1160617" y="1353157"/>
                  </a:lnTo>
                  <a:lnTo>
                    <a:pt x="1160620" y="1353163"/>
                  </a:lnTo>
                  <a:lnTo>
                    <a:pt x="1160623" y="1353172"/>
                  </a:lnTo>
                  <a:lnTo>
                    <a:pt x="1160625" y="1353181"/>
                  </a:lnTo>
                  <a:lnTo>
                    <a:pt x="1160628" y="1353205"/>
                  </a:lnTo>
                  <a:lnTo>
                    <a:pt x="1160631" y="1353216"/>
                  </a:lnTo>
                  <a:lnTo>
                    <a:pt x="1160636" y="1353238"/>
                  </a:lnTo>
                  <a:lnTo>
                    <a:pt x="1160638" y="1353245"/>
                  </a:lnTo>
                  <a:lnTo>
                    <a:pt x="1160639" y="1353255"/>
                  </a:lnTo>
                  <a:lnTo>
                    <a:pt x="1160634" y="1353254"/>
                  </a:lnTo>
                  <a:lnTo>
                    <a:pt x="1160625" y="1353276"/>
                  </a:lnTo>
                  <a:lnTo>
                    <a:pt x="1160611" y="1353290"/>
                  </a:lnTo>
                  <a:lnTo>
                    <a:pt x="1160612" y="1353297"/>
                  </a:lnTo>
                  <a:lnTo>
                    <a:pt x="1160614" y="1353301"/>
                  </a:lnTo>
                  <a:lnTo>
                    <a:pt x="1160623" y="1353321"/>
                  </a:lnTo>
                  <a:lnTo>
                    <a:pt x="1160631" y="1353338"/>
                  </a:lnTo>
                  <a:lnTo>
                    <a:pt x="1160633" y="1353345"/>
                  </a:lnTo>
                  <a:lnTo>
                    <a:pt x="1160635" y="1353349"/>
                  </a:lnTo>
                  <a:lnTo>
                    <a:pt x="1160639" y="1353355"/>
                  </a:lnTo>
                  <a:lnTo>
                    <a:pt x="1160642" y="1353361"/>
                  </a:lnTo>
                  <a:lnTo>
                    <a:pt x="1160645" y="1353367"/>
                  </a:lnTo>
                  <a:lnTo>
                    <a:pt x="1160649" y="1353374"/>
                  </a:lnTo>
                  <a:lnTo>
                    <a:pt x="1160651" y="1353379"/>
                  </a:lnTo>
                  <a:lnTo>
                    <a:pt x="1160654" y="1353384"/>
                  </a:lnTo>
                  <a:lnTo>
                    <a:pt x="1160657" y="1353390"/>
                  </a:lnTo>
                  <a:lnTo>
                    <a:pt x="1160660" y="1353395"/>
                  </a:lnTo>
                  <a:lnTo>
                    <a:pt x="1160662" y="1353401"/>
                  </a:lnTo>
                  <a:lnTo>
                    <a:pt x="1160665" y="1353406"/>
                  </a:lnTo>
                  <a:lnTo>
                    <a:pt x="1160671" y="1353418"/>
                  </a:lnTo>
                  <a:lnTo>
                    <a:pt x="1160673" y="1353428"/>
                  </a:lnTo>
                  <a:lnTo>
                    <a:pt x="1160675" y="1353434"/>
                  </a:lnTo>
                  <a:lnTo>
                    <a:pt x="1160675" y="1353439"/>
                  </a:lnTo>
                  <a:lnTo>
                    <a:pt x="1160676" y="1353447"/>
                  </a:lnTo>
                  <a:lnTo>
                    <a:pt x="1160675" y="1353451"/>
                  </a:lnTo>
                  <a:lnTo>
                    <a:pt x="1160673" y="1353460"/>
                  </a:lnTo>
                  <a:lnTo>
                    <a:pt x="1160672" y="1353465"/>
                  </a:lnTo>
                  <a:lnTo>
                    <a:pt x="1160668" y="1353470"/>
                  </a:lnTo>
                  <a:lnTo>
                    <a:pt x="1160664" y="1353476"/>
                  </a:lnTo>
                  <a:lnTo>
                    <a:pt x="1160660" y="1353480"/>
                  </a:lnTo>
                  <a:lnTo>
                    <a:pt x="1160656" y="1353486"/>
                  </a:lnTo>
                  <a:lnTo>
                    <a:pt x="1160652" y="1353490"/>
                  </a:lnTo>
                  <a:lnTo>
                    <a:pt x="1160648" y="1353495"/>
                  </a:lnTo>
                  <a:lnTo>
                    <a:pt x="1160645" y="1353499"/>
                  </a:lnTo>
                  <a:lnTo>
                    <a:pt x="1160640" y="1353503"/>
                  </a:lnTo>
                  <a:lnTo>
                    <a:pt x="1160634" y="1353509"/>
                  </a:lnTo>
                  <a:lnTo>
                    <a:pt x="1160629" y="1353513"/>
                  </a:lnTo>
                  <a:lnTo>
                    <a:pt x="1160618" y="1353525"/>
                  </a:lnTo>
                  <a:lnTo>
                    <a:pt x="1160611" y="1353531"/>
                  </a:lnTo>
                  <a:lnTo>
                    <a:pt x="1160606" y="1353536"/>
                  </a:lnTo>
                  <a:lnTo>
                    <a:pt x="1160600" y="1353541"/>
                  </a:lnTo>
                  <a:lnTo>
                    <a:pt x="1160597" y="1353545"/>
                  </a:lnTo>
                  <a:lnTo>
                    <a:pt x="1160593" y="1353550"/>
                  </a:lnTo>
                  <a:lnTo>
                    <a:pt x="1160589" y="1353555"/>
                  </a:lnTo>
                  <a:lnTo>
                    <a:pt x="1160585" y="1353560"/>
                  </a:lnTo>
                  <a:lnTo>
                    <a:pt x="1160582" y="1353565"/>
                  </a:lnTo>
                  <a:lnTo>
                    <a:pt x="1160579" y="1353571"/>
                  </a:lnTo>
                  <a:lnTo>
                    <a:pt x="1160576" y="1353578"/>
                  </a:lnTo>
                  <a:lnTo>
                    <a:pt x="1160573" y="1353585"/>
                  </a:lnTo>
                  <a:lnTo>
                    <a:pt x="1160571" y="1353591"/>
                  </a:lnTo>
                  <a:lnTo>
                    <a:pt x="1160569" y="1353598"/>
                  </a:lnTo>
                  <a:lnTo>
                    <a:pt x="1160567" y="1353603"/>
                  </a:lnTo>
                  <a:lnTo>
                    <a:pt x="1160566" y="1353609"/>
                  </a:lnTo>
                  <a:lnTo>
                    <a:pt x="1160565" y="1353615"/>
                  </a:lnTo>
                  <a:lnTo>
                    <a:pt x="1160564" y="1353621"/>
                  </a:lnTo>
                  <a:lnTo>
                    <a:pt x="1160563" y="1353628"/>
                  </a:lnTo>
                  <a:lnTo>
                    <a:pt x="1160563" y="1353633"/>
                  </a:lnTo>
                  <a:lnTo>
                    <a:pt x="1160564" y="1353649"/>
                  </a:lnTo>
                  <a:lnTo>
                    <a:pt x="1160564" y="1353655"/>
                  </a:lnTo>
                  <a:lnTo>
                    <a:pt x="1160565" y="1353662"/>
                  </a:lnTo>
                  <a:lnTo>
                    <a:pt x="1160565" y="1353668"/>
                  </a:lnTo>
                  <a:lnTo>
                    <a:pt x="1160566" y="1353674"/>
                  </a:lnTo>
                  <a:lnTo>
                    <a:pt x="1160568" y="1353681"/>
                  </a:lnTo>
                  <a:lnTo>
                    <a:pt x="1160569" y="1353688"/>
                  </a:lnTo>
                  <a:lnTo>
                    <a:pt x="1160571" y="1353694"/>
                  </a:lnTo>
                  <a:lnTo>
                    <a:pt x="1160572" y="1353706"/>
                  </a:lnTo>
                  <a:lnTo>
                    <a:pt x="1160574" y="1353712"/>
                  </a:lnTo>
                  <a:lnTo>
                    <a:pt x="1160575" y="1353719"/>
                  </a:lnTo>
                  <a:lnTo>
                    <a:pt x="1160577" y="1353726"/>
                  </a:lnTo>
                  <a:lnTo>
                    <a:pt x="1160577" y="1353733"/>
                  </a:lnTo>
                  <a:lnTo>
                    <a:pt x="1160577" y="1353740"/>
                  </a:lnTo>
                  <a:lnTo>
                    <a:pt x="1160577" y="1353746"/>
                  </a:lnTo>
                  <a:lnTo>
                    <a:pt x="1160575" y="1353751"/>
                  </a:lnTo>
                  <a:lnTo>
                    <a:pt x="1160574" y="1353756"/>
                  </a:lnTo>
                  <a:lnTo>
                    <a:pt x="1160568" y="1353763"/>
                  </a:lnTo>
                  <a:lnTo>
                    <a:pt x="1160561" y="1353768"/>
                  </a:lnTo>
                  <a:lnTo>
                    <a:pt x="1160556" y="1353772"/>
                  </a:lnTo>
                  <a:lnTo>
                    <a:pt x="1160550" y="1353773"/>
                  </a:lnTo>
                  <a:lnTo>
                    <a:pt x="1160544" y="1353773"/>
                  </a:lnTo>
                  <a:lnTo>
                    <a:pt x="1160539" y="1353772"/>
                  </a:lnTo>
                  <a:lnTo>
                    <a:pt x="1160527" y="1353772"/>
                  </a:lnTo>
                  <a:lnTo>
                    <a:pt x="1160516" y="1353773"/>
                  </a:lnTo>
                  <a:lnTo>
                    <a:pt x="1160509" y="1353775"/>
                  </a:lnTo>
                  <a:lnTo>
                    <a:pt x="1160503" y="1353778"/>
                  </a:lnTo>
                  <a:lnTo>
                    <a:pt x="1160498" y="1353781"/>
                  </a:lnTo>
                  <a:lnTo>
                    <a:pt x="1160492" y="1353786"/>
                  </a:lnTo>
                  <a:lnTo>
                    <a:pt x="1160489" y="1353790"/>
                  </a:lnTo>
                  <a:lnTo>
                    <a:pt x="1160484" y="1353795"/>
                  </a:lnTo>
                  <a:lnTo>
                    <a:pt x="1160481" y="1353800"/>
                  </a:lnTo>
                  <a:lnTo>
                    <a:pt x="1160479" y="1353805"/>
                  </a:lnTo>
                  <a:lnTo>
                    <a:pt x="1160474" y="1353823"/>
                  </a:lnTo>
                  <a:lnTo>
                    <a:pt x="1160473" y="1353837"/>
                  </a:lnTo>
                  <a:lnTo>
                    <a:pt x="1160472" y="1353848"/>
                  </a:lnTo>
                  <a:lnTo>
                    <a:pt x="1160473" y="1353860"/>
                  </a:lnTo>
                  <a:lnTo>
                    <a:pt x="1160484" y="1353897"/>
                  </a:lnTo>
                  <a:lnTo>
                    <a:pt x="1160489" y="1353916"/>
                  </a:lnTo>
                  <a:lnTo>
                    <a:pt x="1160491" y="1353930"/>
                  </a:lnTo>
                  <a:lnTo>
                    <a:pt x="1160491" y="1353941"/>
                  </a:lnTo>
                  <a:lnTo>
                    <a:pt x="1160488" y="1353953"/>
                  </a:lnTo>
                  <a:lnTo>
                    <a:pt x="1160481" y="1353966"/>
                  </a:lnTo>
                  <a:lnTo>
                    <a:pt x="1160472" y="1353978"/>
                  </a:lnTo>
                  <a:lnTo>
                    <a:pt x="1160458" y="1353992"/>
                  </a:lnTo>
                  <a:lnTo>
                    <a:pt x="1160444" y="1354001"/>
                  </a:lnTo>
                  <a:lnTo>
                    <a:pt x="1160437" y="1354007"/>
                  </a:lnTo>
                  <a:lnTo>
                    <a:pt x="1160433" y="1354012"/>
                  </a:lnTo>
                  <a:lnTo>
                    <a:pt x="1160431" y="1354016"/>
                  </a:lnTo>
                  <a:lnTo>
                    <a:pt x="1160427" y="1354026"/>
                  </a:lnTo>
                  <a:lnTo>
                    <a:pt x="1160424" y="1354045"/>
                  </a:lnTo>
                  <a:lnTo>
                    <a:pt x="1160422" y="1354059"/>
                  </a:lnTo>
                  <a:lnTo>
                    <a:pt x="1160419" y="1354070"/>
                  </a:lnTo>
                  <a:lnTo>
                    <a:pt x="1160413" y="1354084"/>
                  </a:lnTo>
                  <a:lnTo>
                    <a:pt x="1160405" y="1354099"/>
                  </a:lnTo>
                  <a:lnTo>
                    <a:pt x="1160395" y="1354113"/>
                  </a:lnTo>
                  <a:lnTo>
                    <a:pt x="1160388" y="1354125"/>
                  </a:lnTo>
                  <a:lnTo>
                    <a:pt x="1160385" y="1354130"/>
                  </a:lnTo>
                  <a:lnTo>
                    <a:pt x="1160378" y="1354142"/>
                  </a:lnTo>
                  <a:lnTo>
                    <a:pt x="1160376" y="1354147"/>
                  </a:lnTo>
                  <a:lnTo>
                    <a:pt x="1160368" y="1354164"/>
                  </a:lnTo>
                  <a:lnTo>
                    <a:pt x="1160362" y="1354179"/>
                  </a:lnTo>
                  <a:lnTo>
                    <a:pt x="1160358" y="1354192"/>
                  </a:lnTo>
                  <a:lnTo>
                    <a:pt x="1160357" y="1354208"/>
                  </a:lnTo>
                  <a:lnTo>
                    <a:pt x="1160357" y="1354221"/>
                  </a:lnTo>
                  <a:lnTo>
                    <a:pt x="1160360" y="1354257"/>
                  </a:lnTo>
                  <a:lnTo>
                    <a:pt x="1160364" y="1354273"/>
                  </a:lnTo>
                  <a:lnTo>
                    <a:pt x="1160360" y="1354279"/>
                  </a:lnTo>
                  <a:lnTo>
                    <a:pt x="1160357" y="1354282"/>
                  </a:lnTo>
                  <a:lnTo>
                    <a:pt x="1160356" y="1354289"/>
                  </a:lnTo>
                  <a:lnTo>
                    <a:pt x="1160349" y="1354313"/>
                  </a:lnTo>
                  <a:lnTo>
                    <a:pt x="1160349" y="1354324"/>
                  </a:lnTo>
                  <a:lnTo>
                    <a:pt x="1160347" y="1354344"/>
                  </a:lnTo>
                  <a:lnTo>
                    <a:pt x="1160349" y="1354367"/>
                  </a:lnTo>
                  <a:lnTo>
                    <a:pt x="1160350" y="1354383"/>
                  </a:lnTo>
                  <a:lnTo>
                    <a:pt x="1160351" y="1354394"/>
                  </a:lnTo>
                  <a:lnTo>
                    <a:pt x="1160343" y="1354408"/>
                  </a:lnTo>
                  <a:lnTo>
                    <a:pt x="1160340" y="1354413"/>
                  </a:lnTo>
                  <a:lnTo>
                    <a:pt x="1160328" y="1354421"/>
                  </a:lnTo>
                  <a:lnTo>
                    <a:pt x="1160305" y="1354409"/>
                  </a:lnTo>
                  <a:lnTo>
                    <a:pt x="1160289" y="1354401"/>
                  </a:lnTo>
                  <a:lnTo>
                    <a:pt x="1160263" y="1354396"/>
                  </a:lnTo>
                  <a:lnTo>
                    <a:pt x="1160250" y="1354406"/>
                  </a:lnTo>
                  <a:lnTo>
                    <a:pt x="1160233" y="1354417"/>
                  </a:lnTo>
                  <a:lnTo>
                    <a:pt x="1160208" y="1354408"/>
                  </a:lnTo>
                  <a:lnTo>
                    <a:pt x="1160192" y="1354400"/>
                  </a:lnTo>
                  <a:lnTo>
                    <a:pt x="1160169" y="1354401"/>
                  </a:lnTo>
                  <a:lnTo>
                    <a:pt x="1160156" y="1354410"/>
                  </a:lnTo>
                  <a:lnTo>
                    <a:pt x="1160139" y="1354429"/>
                  </a:lnTo>
                  <a:lnTo>
                    <a:pt x="1160125" y="1354438"/>
                  </a:lnTo>
                  <a:lnTo>
                    <a:pt x="1160119" y="1354439"/>
                  </a:lnTo>
                  <a:lnTo>
                    <a:pt x="1160096" y="1354448"/>
                  </a:lnTo>
                  <a:lnTo>
                    <a:pt x="1160075" y="1354478"/>
                  </a:lnTo>
                  <a:lnTo>
                    <a:pt x="1160064" y="1354491"/>
                  </a:lnTo>
                  <a:lnTo>
                    <a:pt x="1160043" y="1354524"/>
                  </a:lnTo>
                  <a:lnTo>
                    <a:pt x="1160026" y="1354535"/>
                  </a:lnTo>
                  <a:lnTo>
                    <a:pt x="1160022" y="1354536"/>
                  </a:lnTo>
                  <a:lnTo>
                    <a:pt x="1159992" y="1354540"/>
                  </a:lnTo>
                  <a:lnTo>
                    <a:pt x="1159956" y="1354538"/>
                  </a:lnTo>
                  <a:lnTo>
                    <a:pt x="1159919" y="1354522"/>
                  </a:lnTo>
                  <a:lnTo>
                    <a:pt x="1159896" y="1354523"/>
                  </a:lnTo>
                  <a:lnTo>
                    <a:pt x="1159872" y="1354537"/>
                  </a:lnTo>
                  <a:lnTo>
                    <a:pt x="1159854" y="1354566"/>
                  </a:lnTo>
                  <a:lnTo>
                    <a:pt x="1159851" y="1354571"/>
                  </a:lnTo>
                  <a:lnTo>
                    <a:pt x="1159845" y="1354580"/>
                  </a:lnTo>
                  <a:lnTo>
                    <a:pt x="1159836" y="1354581"/>
                  </a:lnTo>
                  <a:lnTo>
                    <a:pt x="1159809" y="1354577"/>
                  </a:lnTo>
                  <a:lnTo>
                    <a:pt x="1159790" y="1354578"/>
                  </a:lnTo>
                  <a:lnTo>
                    <a:pt x="1159774" y="1354579"/>
                  </a:lnTo>
                  <a:lnTo>
                    <a:pt x="1159750" y="1354589"/>
                  </a:lnTo>
                  <a:lnTo>
                    <a:pt x="1159736" y="1354609"/>
                  </a:lnTo>
                  <a:lnTo>
                    <a:pt x="1159726" y="1354620"/>
                  </a:lnTo>
                  <a:lnTo>
                    <a:pt x="1159704" y="1354625"/>
                  </a:lnTo>
                  <a:lnTo>
                    <a:pt x="1159681" y="1354619"/>
                  </a:lnTo>
                  <a:lnTo>
                    <a:pt x="1159665" y="1354613"/>
                  </a:lnTo>
                  <a:lnTo>
                    <a:pt x="1159641" y="1354616"/>
                  </a:lnTo>
                  <a:lnTo>
                    <a:pt x="1159630" y="1354625"/>
                  </a:lnTo>
                  <a:lnTo>
                    <a:pt x="1159618" y="1354637"/>
                  </a:lnTo>
                  <a:lnTo>
                    <a:pt x="1159609" y="1354653"/>
                  </a:lnTo>
                  <a:lnTo>
                    <a:pt x="1159608" y="1354667"/>
                  </a:lnTo>
                  <a:lnTo>
                    <a:pt x="1159610" y="1354672"/>
                  </a:lnTo>
                  <a:lnTo>
                    <a:pt x="1159620" y="1354688"/>
                  </a:lnTo>
                  <a:lnTo>
                    <a:pt x="1159633" y="1354718"/>
                  </a:lnTo>
                  <a:lnTo>
                    <a:pt x="1159637" y="1354731"/>
                  </a:lnTo>
                  <a:lnTo>
                    <a:pt x="1159642" y="1354745"/>
                  </a:lnTo>
                  <a:lnTo>
                    <a:pt x="1159642" y="1354758"/>
                  </a:lnTo>
                  <a:lnTo>
                    <a:pt x="1159641" y="1354770"/>
                  </a:lnTo>
                  <a:lnTo>
                    <a:pt x="1159635" y="1354798"/>
                  </a:lnTo>
                  <a:lnTo>
                    <a:pt x="1159618" y="1354824"/>
                  </a:lnTo>
                  <a:lnTo>
                    <a:pt x="1159598" y="1354844"/>
                  </a:lnTo>
                  <a:lnTo>
                    <a:pt x="1159598" y="1354866"/>
                  </a:lnTo>
                  <a:lnTo>
                    <a:pt x="1159593" y="1354891"/>
                  </a:lnTo>
                  <a:lnTo>
                    <a:pt x="1159588" y="1354916"/>
                  </a:lnTo>
                  <a:lnTo>
                    <a:pt x="1159582" y="1354941"/>
                  </a:lnTo>
                  <a:lnTo>
                    <a:pt x="1159580" y="1354957"/>
                  </a:lnTo>
                  <a:lnTo>
                    <a:pt x="1159579" y="1354987"/>
                  </a:lnTo>
                  <a:lnTo>
                    <a:pt x="1159578" y="1355000"/>
                  </a:lnTo>
                  <a:lnTo>
                    <a:pt x="1159573" y="1355029"/>
                  </a:lnTo>
                  <a:lnTo>
                    <a:pt x="1159563" y="1355071"/>
                  </a:lnTo>
                  <a:lnTo>
                    <a:pt x="1159553" y="1355100"/>
                  </a:lnTo>
                  <a:lnTo>
                    <a:pt x="1159529" y="1355137"/>
                  </a:lnTo>
                  <a:lnTo>
                    <a:pt x="1159515" y="1355152"/>
                  </a:lnTo>
                  <a:lnTo>
                    <a:pt x="1159494" y="1355168"/>
                  </a:lnTo>
                  <a:lnTo>
                    <a:pt x="1159492" y="1355193"/>
                  </a:lnTo>
                  <a:lnTo>
                    <a:pt x="1159489" y="1355202"/>
                  </a:lnTo>
                  <a:lnTo>
                    <a:pt x="1159469" y="1355227"/>
                  </a:lnTo>
                  <a:lnTo>
                    <a:pt x="1159444" y="1355247"/>
                  </a:lnTo>
                  <a:lnTo>
                    <a:pt x="1159430" y="1355257"/>
                  </a:lnTo>
                  <a:lnTo>
                    <a:pt x="1159417" y="1355275"/>
                  </a:lnTo>
                  <a:lnTo>
                    <a:pt x="1159413" y="1355287"/>
                  </a:lnTo>
                  <a:lnTo>
                    <a:pt x="1159417" y="1355300"/>
                  </a:lnTo>
                  <a:lnTo>
                    <a:pt x="1159413" y="1355317"/>
                  </a:lnTo>
                  <a:lnTo>
                    <a:pt x="1159408" y="1355326"/>
                  </a:lnTo>
                  <a:lnTo>
                    <a:pt x="1159403" y="1355334"/>
                  </a:lnTo>
                  <a:lnTo>
                    <a:pt x="1159391" y="1355350"/>
                  </a:lnTo>
                  <a:lnTo>
                    <a:pt x="1159386" y="1355360"/>
                  </a:lnTo>
                  <a:lnTo>
                    <a:pt x="1159382" y="1355366"/>
                  </a:lnTo>
                  <a:lnTo>
                    <a:pt x="1159375" y="1355383"/>
                  </a:lnTo>
                  <a:lnTo>
                    <a:pt x="1159361" y="1355413"/>
                  </a:lnTo>
                  <a:lnTo>
                    <a:pt x="1159349" y="1355437"/>
                  </a:lnTo>
                  <a:lnTo>
                    <a:pt x="1159343" y="1355450"/>
                  </a:lnTo>
                  <a:lnTo>
                    <a:pt x="1159339" y="1355457"/>
                  </a:lnTo>
                  <a:lnTo>
                    <a:pt x="1159344" y="1355485"/>
                  </a:lnTo>
                  <a:lnTo>
                    <a:pt x="1159367" y="1355525"/>
                  </a:lnTo>
                  <a:lnTo>
                    <a:pt x="1159385" y="1355539"/>
                  </a:lnTo>
                  <a:lnTo>
                    <a:pt x="1159397" y="1355554"/>
                  </a:lnTo>
                  <a:lnTo>
                    <a:pt x="1159397" y="1355576"/>
                  </a:lnTo>
                  <a:lnTo>
                    <a:pt x="1159394" y="1355587"/>
                  </a:lnTo>
                  <a:lnTo>
                    <a:pt x="1159391" y="1355594"/>
                  </a:lnTo>
                  <a:lnTo>
                    <a:pt x="1159387" y="1355602"/>
                  </a:lnTo>
                  <a:lnTo>
                    <a:pt x="1159371" y="1355619"/>
                  </a:lnTo>
                  <a:lnTo>
                    <a:pt x="1159362" y="1355631"/>
                  </a:lnTo>
                  <a:lnTo>
                    <a:pt x="1159353" y="1355654"/>
                  </a:lnTo>
                  <a:lnTo>
                    <a:pt x="1159355" y="1355673"/>
                  </a:lnTo>
                  <a:lnTo>
                    <a:pt x="1159354" y="1355690"/>
                  </a:lnTo>
                  <a:lnTo>
                    <a:pt x="1159345" y="1355709"/>
                  </a:lnTo>
                  <a:lnTo>
                    <a:pt x="1159336" y="1355715"/>
                  </a:lnTo>
                  <a:lnTo>
                    <a:pt x="1159321" y="1355723"/>
                  </a:lnTo>
                  <a:lnTo>
                    <a:pt x="1159299" y="1355742"/>
                  </a:lnTo>
                  <a:lnTo>
                    <a:pt x="1159276" y="1355757"/>
                  </a:lnTo>
                  <a:lnTo>
                    <a:pt x="1159255" y="1355773"/>
                  </a:lnTo>
                  <a:lnTo>
                    <a:pt x="1159241" y="1355786"/>
                  </a:lnTo>
                  <a:lnTo>
                    <a:pt x="1159230" y="1355798"/>
                  </a:lnTo>
                  <a:lnTo>
                    <a:pt x="1159222" y="1355806"/>
                  </a:lnTo>
                  <a:lnTo>
                    <a:pt x="1159214" y="1355817"/>
                  </a:lnTo>
                  <a:lnTo>
                    <a:pt x="1159210" y="1355824"/>
                  </a:lnTo>
                  <a:lnTo>
                    <a:pt x="1159199" y="1355840"/>
                  </a:lnTo>
                  <a:lnTo>
                    <a:pt x="1159196" y="1355857"/>
                  </a:lnTo>
                  <a:lnTo>
                    <a:pt x="1159191" y="1355869"/>
                  </a:lnTo>
                  <a:lnTo>
                    <a:pt x="1159175" y="1355875"/>
                  </a:lnTo>
                  <a:lnTo>
                    <a:pt x="1159169" y="1355878"/>
                  </a:lnTo>
                  <a:lnTo>
                    <a:pt x="1159162" y="1355882"/>
                  </a:lnTo>
                  <a:lnTo>
                    <a:pt x="1159151" y="1355890"/>
                  </a:lnTo>
                  <a:lnTo>
                    <a:pt x="1159146" y="1355906"/>
                  </a:lnTo>
                  <a:lnTo>
                    <a:pt x="1159137" y="1355924"/>
                  </a:lnTo>
                  <a:lnTo>
                    <a:pt x="1159130" y="1355945"/>
                  </a:lnTo>
                  <a:lnTo>
                    <a:pt x="1159125" y="1355970"/>
                  </a:lnTo>
                  <a:lnTo>
                    <a:pt x="1159122" y="1355997"/>
                  </a:lnTo>
                  <a:lnTo>
                    <a:pt x="1159117" y="1356014"/>
                  </a:lnTo>
                  <a:lnTo>
                    <a:pt x="1159111" y="1356024"/>
                  </a:lnTo>
                  <a:lnTo>
                    <a:pt x="1159097" y="1356038"/>
                  </a:lnTo>
                  <a:lnTo>
                    <a:pt x="1159081" y="1356048"/>
                  </a:lnTo>
                  <a:lnTo>
                    <a:pt x="1159070" y="1356057"/>
                  </a:lnTo>
                  <a:lnTo>
                    <a:pt x="1159063" y="1356072"/>
                  </a:lnTo>
                  <a:lnTo>
                    <a:pt x="1159050" y="1356088"/>
                  </a:lnTo>
                  <a:lnTo>
                    <a:pt x="1159028" y="1356110"/>
                  </a:lnTo>
                  <a:lnTo>
                    <a:pt x="1159008" y="1356127"/>
                  </a:lnTo>
                  <a:lnTo>
                    <a:pt x="1158995" y="1356135"/>
                  </a:lnTo>
                  <a:lnTo>
                    <a:pt x="1158981" y="1356140"/>
                  </a:lnTo>
                  <a:lnTo>
                    <a:pt x="1158976" y="1356143"/>
                  </a:lnTo>
                  <a:lnTo>
                    <a:pt x="1158969" y="1356147"/>
                  </a:lnTo>
                  <a:lnTo>
                    <a:pt x="1158963" y="1356152"/>
                  </a:lnTo>
                  <a:lnTo>
                    <a:pt x="1158960" y="1356155"/>
                  </a:lnTo>
                  <a:lnTo>
                    <a:pt x="1158955" y="1356162"/>
                  </a:lnTo>
                  <a:lnTo>
                    <a:pt x="1158946" y="1356176"/>
                  </a:lnTo>
                  <a:lnTo>
                    <a:pt x="1158940" y="1356186"/>
                  </a:lnTo>
                  <a:lnTo>
                    <a:pt x="1158935" y="1356196"/>
                  </a:lnTo>
                  <a:lnTo>
                    <a:pt x="1158936" y="1356217"/>
                  </a:lnTo>
                  <a:lnTo>
                    <a:pt x="1158934" y="1356247"/>
                  </a:lnTo>
                  <a:lnTo>
                    <a:pt x="1158924" y="1356270"/>
                  </a:lnTo>
                  <a:lnTo>
                    <a:pt x="1158917" y="1356288"/>
                  </a:lnTo>
                  <a:lnTo>
                    <a:pt x="1158914" y="1356297"/>
                  </a:lnTo>
                  <a:lnTo>
                    <a:pt x="1158906" y="1356312"/>
                  </a:lnTo>
                  <a:lnTo>
                    <a:pt x="1158889" y="1356320"/>
                  </a:lnTo>
                  <a:lnTo>
                    <a:pt x="1158862" y="1356333"/>
                  </a:lnTo>
                  <a:lnTo>
                    <a:pt x="1158843" y="1356347"/>
                  </a:lnTo>
                  <a:lnTo>
                    <a:pt x="1158838" y="1356358"/>
                  </a:lnTo>
                  <a:lnTo>
                    <a:pt x="1158834" y="1356365"/>
                  </a:lnTo>
                  <a:lnTo>
                    <a:pt x="1158830" y="1356386"/>
                  </a:lnTo>
                  <a:lnTo>
                    <a:pt x="1158831" y="1356410"/>
                  </a:lnTo>
                  <a:lnTo>
                    <a:pt x="1158831" y="1356417"/>
                  </a:lnTo>
                  <a:lnTo>
                    <a:pt x="1158827" y="1356438"/>
                  </a:lnTo>
                  <a:lnTo>
                    <a:pt x="1158811" y="1356464"/>
                  </a:lnTo>
                  <a:lnTo>
                    <a:pt x="1158783" y="1356476"/>
                  </a:lnTo>
                  <a:lnTo>
                    <a:pt x="1158760" y="1356476"/>
                  </a:lnTo>
                  <a:lnTo>
                    <a:pt x="1158744" y="1356477"/>
                  </a:lnTo>
                  <a:lnTo>
                    <a:pt x="1158710" y="1356466"/>
                  </a:lnTo>
                  <a:lnTo>
                    <a:pt x="1158673" y="1356451"/>
                  </a:lnTo>
                  <a:lnTo>
                    <a:pt x="1158631" y="1356440"/>
                  </a:lnTo>
                  <a:lnTo>
                    <a:pt x="1158610" y="1356435"/>
                  </a:lnTo>
                  <a:lnTo>
                    <a:pt x="1158601" y="1356433"/>
                  </a:lnTo>
                  <a:lnTo>
                    <a:pt x="1158581" y="1356426"/>
                  </a:lnTo>
                  <a:lnTo>
                    <a:pt x="1158562" y="1356420"/>
                  </a:lnTo>
                  <a:lnTo>
                    <a:pt x="1158542" y="1356413"/>
                  </a:lnTo>
                  <a:lnTo>
                    <a:pt x="1158522" y="1356406"/>
                  </a:lnTo>
                  <a:lnTo>
                    <a:pt x="1158509" y="1356400"/>
                  </a:lnTo>
                  <a:lnTo>
                    <a:pt x="1158491" y="1356392"/>
                  </a:lnTo>
                  <a:lnTo>
                    <a:pt x="1158447" y="1356335"/>
                  </a:lnTo>
                  <a:lnTo>
                    <a:pt x="1158424" y="1356317"/>
                  </a:lnTo>
                  <a:lnTo>
                    <a:pt x="1158401" y="1356305"/>
                  </a:lnTo>
                  <a:lnTo>
                    <a:pt x="1158387" y="1356303"/>
                  </a:lnTo>
                  <a:lnTo>
                    <a:pt x="1158369" y="1356318"/>
                  </a:lnTo>
                  <a:lnTo>
                    <a:pt x="1158350" y="1356336"/>
                  </a:lnTo>
                  <a:lnTo>
                    <a:pt x="1158334" y="1356344"/>
                  </a:lnTo>
                  <a:lnTo>
                    <a:pt x="1158330" y="1356346"/>
                  </a:lnTo>
                  <a:lnTo>
                    <a:pt x="1158306" y="1356344"/>
                  </a:lnTo>
                  <a:lnTo>
                    <a:pt x="1158280" y="1356339"/>
                  </a:lnTo>
                  <a:lnTo>
                    <a:pt x="1158257" y="1356323"/>
                  </a:lnTo>
                  <a:lnTo>
                    <a:pt x="1158232" y="1356294"/>
                  </a:lnTo>
                  <a:lnTo>
                    <a:pt x="1158212" y="1356278"/>
                  </a:lnTo>
                  <a:lnTo>
                    <a:pt x="1158189" y="1356273"/>
                  </a:lnTo>
                  <a:lnTo>
                    <a:pt x="1158162" y="1356272"/>
                  </a:lnTo>
                  <a:lnTo>
                    <a:pt x="1158144" y="1356270"/>
                  </a:lnTo>
                  <a:lnTo>
                    <a:pt x="1158109" y="1356257"/>
                  </a:lnTo>
                  <a:lnTo>
                    <a:pt x="1158061" y="1356232"/>
                  </a:lnTo>
                  <a:lnTo>
                    <a:pt x="1158004" y="1356200"/>
                  </a:lnTo>
                  <a:lnTo>
                    <a:pt x="1157981" y="1356182"/>
                  </a:lnTo>
                  <a:lnTo>
                    <a:pt x="1157936" y="1356147"/>
                  </a:lnTo>
                  <a:lnTo>
                    <a:pt x="1157908" y="1356123"/>
                  </a:lnTo>
                  <a:lnTo>
                    <a:pt x="1157898" y="1356115"/>
                  </a:lnTo>
                  <a:lnTo>
                    <a:pt x="1157866" y="1356093"/>
                  </a:lnTo>
                  <a:lnTo>
                    <a:pt x="1157859" y="1356089"/>
                  </a:lnTo>
                  <a:lnTo>
                    <a:pt x="1157826" y="1356074"/>
                  </a:lnTo>
                  <a:lnTo>
                    <a:pt x="1157822" y="1356072"/>
                  </a:lnTo>
                  <a:lnTo>
                    <a:pt x="1157804" y="1356057"/>
                  </a:lnTo>
                  <a:lnTo>
                    <a:pt x="1157795" y="1356031"/>
                  </a:lnTo>
                  <a:lnTo>
                    <a:pt x="1157803" y="1356024"/>
                  </a:lnTo>
                  <a:lnTo>
                    <a:pt x="1157809" y="1356018"/>
                  </a:lnTo>
                  <a:lnTo>
                    <a:pt x="1157815" y="1356010"/>
                  </a:lnTo>
                  <a:lnTo>
                    <a:pt x="1157819" y="1356004"/>
                  </a:lnTo>
                  <a:lnTo>
                    <a:pt x="1157822" y="1356000"/>
                  </a:lnTo>
                  <a:lnTo>
                    <a:pt x="1157828" y="1355992"/>
                  </a:lnTo>
                  <a:lnTo>
                    <a:pt x="1157833" y="1355986"/>
                  </a:lnTo>
                  <a:lnTo>
                    <a:pt x="1157838" y="1355979"/>
                  </a:lnTo>
                  <a:lnTo>
                    <a:pt x="1157844" y="1355969"/>
                  </a:lnTo>
                  <a:lnTo>
                    <a:pt x="1157851" y="1355955"/>
                  </a:lnTo>
                  <a:lnTo>
                    <a:pt x="1157855" y="1355949"/>
                  </a:lnTo>
                  <a:lnTo>
                    <a:pt x="1157860" y="1355944"/>
                  </a:lnTo>
                  <a:lnTo>
                    <a:pt x="1157863" y="1355940"/>
                  </a:lnTo>
                  <a:lnTo>
                    <a:pt x="1157870" y="1355935"/>
                  </a:lnTo>
                  <a:lnTo>
                    <a:pt x="1157881" y="1355923"/>
                  </a:lnTo>
                  <a:lnTo>
                    <a:pt x="1157884" y="1355920"/>
                  </a:lnTo>
                  <a:lnTo>
                    <a:pt x="1157887" y="1355917"/>
                  </a:lnTo>
                  <a:lnTo>
                    <a:pt x="1157893" y="1355908"/>
                  </a:lnTo>
                  <a:lnTo>
                    <a:pt x="1157897" y="1355899"/>
                  </a:lnTo>
                  <a:lnTo>
                    <a:pt x="1157899" y="1355895"/>
                  </a:lnTo>
                  <a:lnTo>
                    <a:pt x="1157901" y="1355890"/>
                  </a:lnTo>
                  <a:lnTo>
                    <a:pt x="1157904" y="1355885"/>
                  </a:lnTo>
                  <a:lnTo>
                    <a:pt x="1157911" y="1355872"/>
                  </a:lnTo>
                  <a:lnTo>
                    <a:pt x="1157914" y="1355866"/>
                  </a:lnTo>
                  <a:lnTo>
                    <a:pt x="1157919" y="1355855"/>
                  </a:lnTo>
                  <a:lnTo>
                    <a:pt x="1157921" y="1355851"/>
                  </a:lnTo>
                  <a:lnTo>
                    <a:pt x="1157925" y="1355841"/>
                  </a:lnTo>
                  <a:lnTo>
                    <a:pt x="1157926" y="1355835"/>
                  </a:lnTo>
                  <a:lnTo>
                    <a:pt x="1157928" y="1355829"/>
                  </a:lnTo>
                  <a:lnTo>
                    <a:pt x="1157928" y="1355823"/>
                  </a:lnTo>
                  <a:lnTo>
                    <a:pt x="1157928" y="1355818"/>
                  </a:lnTo>
                  <a:lnTo>
                    <a:pt x="1157923" y="1355813"/>
                  </a:lnTo>
                  <a:lnTo>
                    <a:pt x="1157918" y="1355809"/>
                  </a:lnTo>
                  <a:lnTo>
                    <a:pt x="1157909" y="1355802"/>
                  </a:lnTo>
                  <a:lnTo>
                    <a:pt x="1157873" y="1355783"/>
                  </a:lnTo>
                  <a:lnTo>
                    <a:pt x="1157850" y="1355768"/>
                  </a:lnTo>
                  <a:lnTo>
                    <a:pt x="1157816" y="1355740"/>
                  </a:lnTo>
                  <a:lnTo>
                    <a:pt x="1157788" y="1355719"/>
                  </a:lnTo>
                  <a:lnTo>
                    <a:pt x="1157760" y="1355699"/>
                  </a:lnTo>
                  <a:lnTo>
                    <a:pt x="1157745" y="1355689"/>
                  </a:lnTo>
                  <a:lnTo>
                    <a:pt x="1157715" y="1355671"/>
                  </a:lnTo>
                  <a:lnTo>
                    <a:pt x="1157663" y="1355625"/>
                  </a:lnTo>
                  <a:lnTo>
                    <a:pt x="1157627" y="1355600"/>
                  </a:lnTo>
                  <a:lnTo>
                    <a:pt x="1157616" y="1355595"/>
                  </a:lnTo>
                  <a:lnTo>
                    <a:pt x="1157605" y="1355593"/>
                  </a:lnTo>
                  <a:lnTo>
                    <a:pt x="1157597" y="1355592"/>
                  </a:lnTo>
                  <a:lnTo>
                    <a:pt x="1157574" y="1355584"/>
                  </a:lnTo>
                  <a:lnTo>
                    <a:pt x="1157569" y="1355577"/>
                  </a:lnTo>
                  <a:lnTo>
                    <a:pt x="1157564" y="1355573"/>
                  </a:lnTo>
                  <a:lnTo>
                    <a:pt x="1157558" y="1355573"/>
                  </a:lnTo>
                  <a:lnTo>
                    <a:pt x="1157550" y="1355574"/>
                  </a:lnTo>
                  <a:lnTo>
                    <a:pt x="1157542" y="1355574"/>
                  </a:lnTo>
                  <a:lnTo>
                    <a:pt x="1157534" y="1355572"/>
                  </a:lnTo>
                  <a:lnTo>
                    <a:pt x="1157526" y="1355568"/>
                  </a:lnTo>
                  <a:lnTo>
                    <a:pt x="1157516" y="1355562"/>
                  </a:lnTo>
                  <a:lnTo>
                    <a:pt x="1157507" y="1355557"/>
                  </a:lnTo>
                  <a:lnTo>
                    <a:pt x="1157495" y="1355549"/>
                  </a:lnTo>
                  <a:lnTo>
                    <a:pt x="1157480" y="1355539"/>
                  </a:lnTo>
                  <a:lnTo>
                    <a:pt x="1157460" y="1355530"/>
                  </a:lnTo>
                  <a:lnTo>
                    <a:pt x="1157437" y="1355520"/>
                  </a:lnTo>
                  <a:lnTo>
                    <a:pt x="1157421" y="1355513"/>
                  </a:lnTo>
                  <a:lnTo>
                    <a:pt x="1157415" y="1355511"/>
                  </a:lnTo>
                  <a:lnTo>
                    <a:pt x="1157406" y="1355509"/>
                  </a:lnTo>
                  <a:lnTo>
                    <a:pt x="1157389" y="1355505"/>
                  </a:lnTo>
                  <a:lnTo>
                    <a:pt x="1157373" y="1355499"/>
                  </a:lnTo>
                  <a:lnTo>
                    <a:pt x="1157356" y="1355493"/>
                  </a:lnTo>
                  <a:lnTo>
                    <a:pt x="1157348" y="1355492"/>
                  </a:lnTo>
                  <a:lnTo>
                    <a:pt x="1157341" y="1355492"/>
                  </a:lnTo>
                  <a:lnTo>
                    <a:pt x="1157332" y="1355491"/>
                  </a:lnTo>
                  <a:lnTo>
                    <a:pt x="1157319" y="1355487"/>
                  </a:lnTo>
                  <a:lnTo>
                    <a:pt x="1157309" y="1355477"/>
                  </a:lnTo>
                  <a:lnTo>
                    <a:pt x="1157301" y="1355468"/>
                  </a:lnTo>
                  <a:lnTo>
                    <a:pt x="1157295" y="1355454"/>
                  </a:lnTo>
                  <a:lnTo>
                    <a:pt x="1157290" y="1355443"/>
                  </a:lnTo>
                  <a:lnTo>
                    <a:pt x="1157285" y="1355437"/>
                  </a:lnTo>
                  <a:lnTo>
                    <a:pt x="1157278" y="1355432"/>
                  </a:lnTo>
                  <a:lnTo>
                    <a:pt x="1157271" y="1355429"/>
                  </a:lnTo>
                  <a:lnTo>
                    <a:pt x="1157261" y="1355431"/>
                  </a:lnTo>
                  <a:lnTo>
                    <a:pt x="1157252" y="1355432"/>
                  </a:lnTo>
                  <a:lnTo>
                    <a:pt x="1157243" y="1355431"/>
                  </a:lnTo>
                  <a:lnTo>
                    <a:pt x="1157234" y="1355429"/>
                  </a:lnTo>
                  <a:lnTo>
                    <a:pt x="1157224" y="1355424"/>
                  </a:lnTo>
                  <a:lnTo>
                    <a:pt x="1157219" y="1355423"/>
                  </a:lnTo>
                  <a:lnTo>
                    <a:pt x="1157215" y="1355426"/>
                  </a:lnTo>
                  <a:lnTo>
                    <a:pt x="1157202" y="1355437"/>
                  </a:lnTo>
                  <a:lnTo>
                    <a:pt x="1157197" y="1355437"/>
                  </a:lnTo>
                  <a:lnTo>
                    <a:pt x="1157181" y="1355428"/>
                  </a:lnTo>
                  <a:lnTo>
                    <a:pt x="1157163" y="1355419"/>
                  </a:lnTo>
                  <a:lnTo>
                    <a:pt x="1157143" y="1355411"/>
                  </a:lnTo>
                  <a:lnTo>
                    <a:pt x="1157136" y="1355406"/>
                  </a:lnTo>
                  <a:lnTo>
                    <a:pt x="1157134" y="1355397"/>
                  </a:lnTo>
                  <a:lnTo>
                    <a:pt x="1157138" y="1355364"/>
                  </a:lnTo>
                  <a:lnTo>
                    <a:pt x="1157137" y="1355356"/>
                  </a:lnTo>
                  <a:lnTo>
                    <a:pt x="1157132" y="1355344"/>
                  </a:lnTo>
                  <a:lnTo>
                    <a:pt x="1157126" y="1355329"/>
                  </a:lnTo>
                  <a:lnTo>
                    <a:pt x="1157125" y="1355317"/>
                  </a:lnTo>
                  <a:lnTo>
                    <a:pt x="1157124" y="1355304"/>
                  </a:lnTo>
                  <a:lnTo>
                    <a:pt x="1157120" y="1355287"/>
                  </a:lnTo>
                  <a:lnTo>
                    <a:pt x="1157115" y="1355277"/>
                  </a:lnTo>
                  <a:lnTo>
                    <a:pt x="1157109" y="1355269"/>
                  </a:lnTo>
                  <a:lnTo>
                    <a:pt x="1157099" y="1355257"/>
                  </a:lnTo>
                  <a:lnTo>
                    <a:pt x="1157091" y="1355239"/>
                  </a:lnTo>
                  <a:lnTo>
                    <a:pt x="1157082" y="1355211"/>
                  </a:lnTo>
                  <a:lnTo>
                    <a:pt x="1157078" y="1355205"/>
                  </a:lnTo>
                  <a:lnTo>
                    <a:pt x="1157068" y="1355200"/>
                  </a:lnTo>
                  <a:lnTo>
                    <a:pt x="1157055" y="1355190"/>
                  </a:lnTo>
                  <a:lnTo>
                    <a:pt x="1157046" y="1355179"/>
                  </a:lnTo>
                  <a:lnTo>
                    <a:pt x="1157043" y="1355174"/>
                  </a:lnTo>
                  <a:lnTo>
                    <a:pt x="1157041" y="1355168"/>
                  </a:lnTo>
                  <a:lnTo>
                    <a:pt x="1157041" y="1355158"/>
                  </a:lnTo>
                  <a:lnTo>
                    <a:pt x="1157044" y="1355150"/>
                  </a:lnTo>
                  <a:lnTo>
                    <a:pt x="1157046" y="1355135"/>
                  </a:lnTo>
                  <a:lnTo>
                    <a:pt x="1157047" y="1355124"/>
                  </a:lnTo>
                  <a:lnTo>
                    <a:pt x="1157046" y="1355107"/>
                  </a:lnTo>
                  <a:lnTo>
                    <a:pt x="1157047" y="1355098"/>
                  </a:lnTo>
                  <a:lnTo>
                    <a:pt x="1157050" y="1355092"/>
                  </a:lnTo>
                  <a:lnTo>
                    <a:pt x="1157055" y="1355087"/>
                  </a:lnTo>
                  <a:lnTo>
                    <a:pt x="1157058" y="1355082"/>
                  </a:lnTo>
                  <a:lnTo>
                    <a:pt x="1157060" y="1355077"/>
                  </a:lnTo>
                  <a:lnTo>
                    <a:pt x="1157058" y="1355073"/>
                  </a:lnTo>
                  <a:lnTo>
                    <a:pt x="1157050" y="1355061"/>
                  </a:lnTo>
                  <a:lnTo>
                    <a:pt x="1157041" y="1355054"/>
                  </a:lnTo>
                  <a:lnTo>
                    <a:pt x="1157037" y="1355050"/>
                  </a:lnTo>
                  <a:lnTo>
                    <a:pt x="1157036" y="1355044"/>
                  </a:lnTo>
                  <a:lnTo>
                    <a:pt x="1157035" y="1355036"/>
                  </a:lnTo>
                  <a:lnTo>
                    <a:pt x="1157034" y="1355028"/>
                  </a:lnTo>
                  <a:lnTo>
                    <a:pt x="1157034" y="1355018"/>
                  </a:lnTo>
                  <a:lnTo>
                    <a:pt x="1157033" y="1355010"/>
                  </a:lnTo>
                  <a:lnTo>
                    <a:pt x="1157028" y="1355000"/>
                  </a:lnTo>
                  <a:lnTo>
                    <a:pt x="1157020" y="1354998"/>
                  </a:lnTo>
                  <a:lnTo>
                    <a:pt x="1157014" y="1354997"/>
                  </a:lnTo>
                  <a:lnTo>
                    <a:pt x="1157005" y="1354993"/>
                  </a:lnTo>
                  <a:lnTo>
                    <a:pt x="1156994" y="1354990"/>
                  </a:lnTo>
                  <a:lnTo>
                    <a:pt x="1156982" y="1354986"/>
                  </a:lnTo>
                  <a:lnTo>
                    <a:pt x="1156968" y="1354982"/>
                  </a:lnTo>
                  <a:lnTo>
                    <a:pt x="1156956" y="1354980"/>
                  </a:lnTo>
                  <a:lnTo>
                    <a:pt x="1156950" y="1354981"/>
                  </a:lnTo>
                  <a:lnTo>
                    <a:pt x="1156929" y="1354988"/>
                  </a:lnTo>
                  <a:lnTo>
                    <a:pt x="1156911" y="1354992"/>
                  </a:lnTo>
                  <a:lnTo>
                    <a:pt x="1156901" y="1354990"/>
                  </a:lnTo>
                  <a:lnTo>
                    <a:pt x="1156894" y="1354986"/>
                  </a:lnTo>
                  <a:lnTo>
                    <a:pt x="1156886" y="1354978"/>
                  </a:lnTo>
                  <a:lnTo>
                    <a:pt x="1156879" y="1354970"/>
                  </a:lnTo>
                  <a:lnTo>
                    <a:pt x="1156874" y="1354969"/>
                  </a:lnTo>
                  <a:lnTo>
                    <a:pt x="1156850" y="1354961"/>
                  </a:lnTo>
                  <a:lnTo>
                    <a:pt x="1156845" y="1354957"/>
                  </a:lnTo>
                  <a:lnTo>
                    <a:pt x="1156831" y="1354942"/>
                  </a:lnTo>
                  <a:lnTo>
                    <a:pt x="1156827" y="1354939"/>
                  </a:lnTo>
                  <a:lnTo>
                    <a:pt x="1156808" y="1354938"/>
                  </a:lnTo>
                  <a:lnTo>
                    <a:pt x="1156798" y="1354935"/>
                  </a:lnTo>
                  <a:lnTo>
                    <a:pt x="1156793" y="1354933"/>
                  </a:lnTo>
                  <a:lnTo>
                    <a:pt x="1156780" y="1354921"/>
                  </a:lnTo>
                  <a:lnTo>
                    <a:pt x="1156767" y="1354908"/>
                  </a:lnTo>
                  <a:lnTo>
                    <a:pt x="1156759" y="1354901"/>
                  </a:lnTo>
                  <a:lnTo>
                    <a:pt x="1156752" y="1354893"/>
                  </a:lnTo>
                  <a:lnTo>
                    <a:pt x="1156742" y="1354879"/>
                  </a:lnTo>
                  <a:lnTo>
                    <a:pt x="1156736" y="1354863"/>
                  </a:lnTo>
                  <a:lnTo>
                    <a:pt x="1156728" y="1354851"/>
                  </a:lnTo>
                  <a:lnTo>
                    <a:pt x="1156725" y="1354842"/>
                  </a:lnTo>
                  <a:lnTo>
                    <a:pt x="1156724" y="1354835"/>
                  </a:lnTo>
                  <a:lnTo>
                    <a:pt x="1156726" y="1354823"/>
                  </a:lnTo>
                  <a:lnTo>
                    <a:pt x="1156728" y="1354812"/>
                  </a:lnTo>
                  <a:lnTo>
                    <a:pt x="1156731" y="1354793"/>
                  </a:lnTo>
                  <a:lnTo>
                    <a:pt x="1156739" y="1354779"/>
                  </a:lnTo>
                  <a:lnTo>
                    <a:pt x="1156744" y="1354772"/>
                  </a:lnTo>
                  <a:lnTo>
                    <a:pt x="1156748" y="1354763"/>
                  </a:lnTo>
                  <a:lnTo>
                    <a:pt x="1156748" y="1354757"/>
                  </a:lnTo>
                  <a:lnTo>
                    <a:pt x="1156746" y="1354752"/>
                  </a:lnTo>
                  <a:lnTo>
                    <a:pt x="1156735" y="1354733"/>
                  </a:lnTo>
                  <a:lnTo>
                    <a:pt x="1156731" y="1354716"/>
                  </a:lnTo>
                  <a:lnTo>
                    <a:pt x="1156733" y="1354710"/>
                  </a:lnTo>
                  <a:lnTo>
                    <a:pt x="1156735" y="1354701"/>
                  </a:lnTo>
                  <a:lnTo>
                    <a:pt x="1156741" y="1354680"/>
                  </a:lnTo>
                  <a:lnTo>
                    <a:pt x="1156739" y="1354667"/>
                  </a:lnTo>
                  <a:lnTo>
                    <a:pt x="1156729" y="1354649"/>
                  </a:lnTo>
                  <a:lnTo>
                    <a:pt x="1156719" y="1354637"/>
                  </a:lnTo>
                  <a:lnTo>
                    <a:pt x="1156707" y="1354610"/>
                  </a:lnTo>
                  <a:lnTo>
                    <a:pt x="1156704" y="1354569"/>
                  </a:lnTo>
                  <a:lnTo>
                    <a:pt x="1156705" y="1354545"/>
                  </a:lnTo>
                  <a:lnTo>
                    <a:pt x="1156701" y="1354527"/>
                  </a:lnTo>
                  <a:lnTo>
                    <a:pt x="1156685" y="1354505"/>
                  </a:lnTo>
                  <a:lnTo>
                    <a:pt x="1156678" y="1354498"/>
                  </a:lnTo>
                  <a:lnTo>
                    <a:pt x="1156660" y="1354480"/>
                  </a:lnTo>
                  <a:lnTo>
                    <a:pt x="1156650" y="1354454"/>
                  </a:lnTo>
                  <a:lnTo>
                    <a:pt x="1156636" y="1354440"/>
                  </a:lnTo>
                  <a:lnTo>
                    <a:pt x="1156608" y="1354428"/>
                  </a:lnTo>
                  <a:lnTo>
                    <a:pt x="1156593" y="1354423"/>
                  </a:lnTo>
                  <a:lnTo>
                    <a:pt x="1156572" y="1354415"/>
                  </a:lnTo>
                  <a:lnTo>
                    <a:pt x="1156549" y="1354406"/>
                  </a:lnTo>
                  <a:lnTo>
                    <a:pt x="1156532" y="1354402"/>
                  </a:lnTo>
                  <a:lnTo>
                    <a:pt x="1156528" y="1354398"/>
                  </a:lnTo>
                  <a:lnTo>
                    <a:pt x="1156512" y="1354363"/>
                  </a:lnTo>
                  <a:lnTo>
                    <a:pt x="1156506" y="1354359"/>
                  </a:lnTo>
                  <a:lnTo>
                    <a:pt x="1156499" y="1354355"/>
                  </a:lnTo>
                  <a:lnTo>
                    <a:pt x="1156485" y="1354346"/>
                  </a:lnTo>
                  <a:lnTo>
                    <a:pt x="1156482" y="1354338"/>
                  </a:lnTo>
                  <a:lnTo>
                    <a:pt x="1156477" y="1354320"/>
                  </a:lnTo>
                  <a:lnTo>
                    <a:pt x="1156464" y="1354306"/>
                  </a:lnTo>
                  <a:lnTo>
                    <a:pt x="1156458" y="1354300"/>
                  </a:lnTo>
                  <a:lnTo>
                    <a:pt x="1156444" y="1354302"/>
                  </a:lnTo>
                  <a:lnTo>
                    <a:pt x="1156438" y="1354299"/>
                  </a:lnTo>
                  <a:lnTo>
                    <a:pt x="1156428" y="1354291"/>
                  </a:lnTo>
                  <a:lnTo>
                    <a:pt x="1156414" y="1354287"/>
                  </a:lnTo>
                  <a:lnTo>
                    <a:pt x="1156396" y="1354286"/>
                  </a:lnTo>
                  <a:lnTo>
                    <a:pt x="1156389" y="1354284"/>
                  </a:lnTo>
                  <a:lnTo>
                    <a:pt x="1156385" y="1354281"/>
                  </a:lnTo>
                  <a:lnTo>
                    <a:pt x="1156378" y="1354276"/>
                  </a:lnTo>
                  <a:lnTo>
                    <a:pt x="1156364" y="1354267"/>
                  </a:lnTo>
                  <a:lnTo>
                    <a:pt x="1156340" y="1354256"/>
                  </a:lnTo>
                  <a:lnTo>
                    <a:pt x="1156318" y="1354242"/>
                  </a:lnTo>
                  <a:lnTo>
                    <a:pt x="1156302" y="1354231"/>
                  </a:lnTo>
                  <a:lnTo>
                    <a:pt x="1156291" y="1354219"/>
                  </a:lnTo>
                  <a:lnTo>
                    <a:pt x="1156284" y="1354213"/>
                  </a:lnTo>
                  <a:lnTo>
                    <a:pt x="1156275" y="1354206"/>
                  </a:lnTo>
                  <a:lnTo>
                    <a:pt x="1156258" y="1354194"/>
                  </a:lnTo>
                  <a:lnTo>
                    <a:pt x="1156254" y="1354189"/>
                  </a:lnTo>
                  <a:lnTo>
                    <a:pt x="1156244" y="1354168"/>
                  </a:lnTo>
                  <a:lnTo>
                    <a:pt x="1156233" y="1354149"/>
                  </a:lnTo>
                  <a:lnTo>
                    <a:pt x="1156222" y="1354129"/>
                  </a:lnTo>
                  <a:lnTo>
                    <a:pt x="1156217" y="1354115"/>
                  </a:lnTo>
                  <a:lnTo>
                    <a:pt x="1156217" y="1354110"/>
                  </a:lnTo>
                  <a:lnTo>
                    <a:pt x="1156217" y="1354102"/>
                  </a:lnTo>
                  <a:lnTo>
                    <a:pt x="1156221" y="1354093"/>
                  </a:lnTo>
                  <a:lnTo>
                    <a:pt x="1156239" y="1354076"/>
                  </a:lnTo>
                  <a:lnTo>
                    <a:pt x="1156245" y="1354066"/>
                  </a:lnTo>
                  <a:lnTo>
                    <a:pt x="1156245" y="1354056"/>
                  </a:lnTo>
                  <a:lnTo>
                    <a:pt x="1156240" y="1354036"/>
                  </a:lnTo>
                  <a:lnTo>
                    <a:pt x="1156238" y="1354021"/>
                  </a:lnTo>
                  <a:lnTo>
                    <a:pt x="1156237" y="1354004"/>
                  </a:lnTo>
                  <a:lnTo>
                    <a:pt x="1156240" y="1353984"/>
                  </a:lnTo>
                  <a:lnTo>
                    <a:pt x="1156240" y="1353974"/>
                  </a:lnTo>
                  <a:lnTo>
                    <a:pt x="1156243" y="1353962"/>
                  </a:lnTo>
                  <a:lnTo>
                    <a:pt x="1156239" y="1353947"/>
                  </a:lnTo>
                  <a:lnTo>
                    <a:pt x="1156229" y="1353911"/>
                  </a:lnTo>
                  <a:lnTo>
                    <a:pt x="1156227" y="1353904"/>
                  </a:lnTo>
                  <a:lnTo>
                    <a:pt x="1156230" y="1353881"/>
                  </a:lnTo>
                  <a:lnTo>
                    <a:pt x="1156236" y="1353870"/>
                  </a:lnTo>
                  <a:lnTo>
                    <a:pt x="1156226" y="1353875"/>
                  </a:lnTo>
                  <a:lnTo>
                    <a:pt x="1156218" y="1353878"/>
                  </a:lnTo>
                  <a:lnTo>
                    <a:pt x="1156208" y="1353879"/>
                  </a:lnTo>
                  <a:lnTo>
                    <a:pt x="1156191" y="1353878"/>
                  </a:lnTo>
                  <a:lnTo>
                    <a:pt x="1156178" y="1353876"/>
                  </a:lnTo>
                  <a:lnTo>
                    <a:pt x="1156163" y="1353873"/>
                  </a:lnTo>
                  <a:lnTo>
                    <a:pt x="1156147" y="1353864"/>
                  </a:lnTo>
                  <a:lnTo>
                    <a:pt x="1156129" y="1353858"/>
                  </a:lnTo>
                  <a:lnTo>
                    <a:pt x="1156101" y="1353849"/>
                  </a:lnTo>
                  <a:lnTo>
                    <a:pt x="1156084" y="1353845"/>
                  </a:lnTo>
                  <a:lnTo>
                    <a:pt x="1156078" y="1353844"/>
                  </a:lnTo>
                  <a:lnTo>
                    <a:pt x="1156076" y="1353839"/>
                  </a:lnTo>
                  <a:lnTo>
                    <a:pt x="1156076" y="1353826"/>
                  </a:lnTo>
                  <a:lnTo>
                    <a:pt x="1156075" y="1353817"/>
                  </a:lnTo>
                  <a:lnTo>
                    <a:pt x="1156074" y="1353811"/>
                  </a:lnTo>
                  <a:lnTo>
                    <a:pt x="1156068" y="1353805"/>
                  </a:lnTo>
                  <a:lnTo>
                    <a:pt x="1156064" y="1353801"/>
                  </a:lnTo>
                  <a:lnTo>
                    <a:pt x="1156054" y="1353791"/>
                  </a:lnTo>
                  <a:lnTo>
                    <a:pt x="1156042" y="1353778"/>
                  </a:lnTo>
                  <a:lnTo>
                    <a:pt x="1156032" y="1353767"/>
                  </a:lnTo>
                  <a:lnTo>
                    <a:pt x="1156019" y="1353767"/>
                  </a:lnTo>
                  <a:lnTo>
                    <a:pt x="1155997" y="1353767"/>
                  </a:lnTo>
                  <a:lnTo>
                    <a:pt x="1155974" y="1353768"/>
                  </a:lnTo>
                  <a:lnTo>
                    <a:pt x="1155962" y="1353769"/>
                  </a:lnTo>
                  <a:lnTo>
                    <a:pt x="1155956" y="1353760"/>
                  </a:lnTo>
                  <a:lnTo>
                    <a:pt x="1155948" y="1353744"/>
                  </a:lnTo>
                  <a:lnTo>
                    <a:pt x="1155927" y="1353715"/>
                  </a:lnTo>
                  <a:lnTo>
                    <a:pt x="1155914" y="1353701"/>
                  </a:lnTo>
                  <a:lnTo>
                    <a:pt x="1155908" y="1353691"/>
                  </a:lnTo>
                  <a:lnTo>
                    <a:pt x="1155905" y="1353684"/>
                  </a:lnTo>
                  <a:lnTo>
                    <a:pt x="1155904" y="1353679"/>
                  </a:lnTo>
                  <a:lnTo>
                    <a:pt x="1155906" y="1353671"/>
                  </a:lnTo>
                  <a:lnTo>
                    <a:pt x="1155907" y="1353665"/>
                  </a:lnTo>
                  <a:lnTo>
                    <a:pt x="1155910" y="1353656"/>
                  </a:lnTo>
                  <a:lnTo>
                    <a:pt x="1155913" y="1353645"/>
                  </a:lnTo>
                  <a:lnTo>
                    <a:pt x="1155916" y="1353631"/>
                  </a:lnTo>
                  <a:lnTo>
                    <a:pt x="1155916" y="1353615"/>
                  </a:lnTo>
                  <a:lnTo>
                    <a:pt x="1155914" y="1353601"/>
                  </a:lnTo>
                  <a:lnTo>
                    <a:pt x="1155911" y="1353587"/>
                  </a:lnTo>
                  <a:lnTo>
                    <a:pt x="1155906" y="1353578"/>
                  </a:lnTo>
                  <a:lnTo>
                    <a:pt x="1155896" y="1353570"/>
                  </a:lnTo>
                  <a:lnTo>
                    <a:pt x="1155889" y="1353565"/>
                  </a:lnTo>
                  <a:lnTo>
                    <a:pt x="1155896" y="1353557"/>
                  </a:lnTo>
                  <a:lnTo>
                    <a:pt x="1155925" y="1353530"/>
                  </a:lnTo>
                  <a:lnTo>
                    <a:pt x="1155937" y="1353519"/>
                  </a:lnTo>
                  <a:lnTo>
                    <a:pt x="1155945" y="1353511"/>
                  </a:lnTo>
                  <a:lnTo>
                    <a:pt x="1155949" y="1353505"/>
                  </a:lnTo>
                  <a:lnTo>
                    <a:pt x="1155951" y="1353498"/>
                  </a:lnTo>
                  <a:lnTo>
                    <a:pt x="1155952" y="1353490"/>
                  </a:lnTo>
                  <a:lnTo>
                    <a:pt x="1155952" y="1353482"/>
                  </a:lnTo>
                  <a:lnTo>
                    <a:pt x="1155950" y="1353466"/>
                  </a:lnTo>
                  <a:lnTo>
                    <a:pt x="1155947" y="1353451"/>
                  </a:lnTo>
                  <a:lnTo>
                    <a:pt x="1155944" y="1353433"/>
                  </a:lnTo>
                  <a:lnTo>
                    <a:pt x="1155941" y="1353423"/>
                  </a:lnTo>
                  <a:lnTo>
                    <a:pt x="1155933" y="1353408"/>
                  </a:lnTo>
                  <a:lnTo>
                    <a:pt x="1155924" y="1353390"/>
                  </a:lnTo>
                  <a:lnTo>
                    <a:pt x="1155917" y="1353380"/>
                  </a:lnTo>
                  <a:lnTo>
                    <a:pt x="1155909" y="1353366"/>
                  </a:lnTo>
                  <a:lnTo>
                    <a:pt x="1155908" y="1353360"/>
                  </a:lnTo>
                  <a:lnTo>
                    <a:pt x="1155902" y="1353341"/>
                  </a:lnTo>
                  <a:lnTo>
                    <a:pt x="1155901" y="1353334"/>
                  </a:lnTo>
                  <a:lnTo>
                    <a:pt x="1155900" y="1353329"/>
                  </a:lnTo>
                  <a:lnTo>
                    <a:pt x="1155900" y="1353322"/>
                  </a:lnTo>
                  <a:lnTo>
                    <a:pt x="1155902" y="1353314"/>
                  </a:lnTo>
                  <a:lnTo>
                    <a:pt x="1155906" y="1353306"/>
                  </a:lnTo>
                  <a:lnTo>
                    <a:pt x="1155916" y="1353289"/>
                  </a:lnTo>
                  <a:lnTo>
                    <a:pt x="1155918" y="1353281"/>
                  </a:lnTo>
                  <a:lnTo>
                    <a:pt x="1155922" y="1353273"/>
                  </a:lnTo>
                  <a:lnTo>
                    <a:pt x="1155926" y="1353264"/>
                  </a:lnTo>
                  <a:lnTo>
                    <a:pt x="1155917" y="1353264"/>
                  </a:lnTo>
                  <a:lnTo>
                    <a:pt x="1155908" y="1353265"/>
                  </a:lnTo>
                  <a:lnTo>
                    <a:pt x="1155902" y="1353263"/>
                  </a:lnTo>
                  <a:lnTo>
                    <a:pt x="1155892" y="1353260"/>
                  </a:lnTo>
                  <a:lnTo>
                    <a:pt x="1155887" y="1353260"/>
                  </a:lnTo>
                  <a:lnTo>
                    <a:pt x="1155878" y="1353258"/>
                  </a:lnTo>
                  <a:lnTo>
                    <a:pt x="1155874" y="1353255"/>
                  </a:lnTo>
                  <a:lnTo>
                    <a:pt x="1155875" y="1353243"/>
                  </a:lnTo>
                  <a:lnTo>
                    <a:pt x="1155877" y="1353234"/>
                  </a:lnTo>
                  <a:lnTo>
                    <a:pt x="1155880" y="1353225"/>
                  </a:lnTo>
                  <a:lnTo>
                    <a:pt x="1155887" y="1353217"/>
                  </a:lnTo>
                  <a:lnTo>
                    <a:pt x="1155898" y="1353211"/>
                  </a:lnTo>
                  <a:lnTo>
                    <a:pt x="1155907" y="1353204"/>
                  </a:lnTo>
                  <a:lnTo>
                    <a:pt x="1155912" y="1353199"/>
                  </a:lnTo>
                  <a:lnTo>
                    <a:pt x="1155911" y="1353193"/>
                  </a:lnTo>
                  <a:lnTo>
                    <a:pt x="1155906" y="1353183"/>
                  </a:lnTo>
                  <a:lnTo>
                    <a:pt x="1155904" y="1353176"/>
                  </a:lnTo>
                  <a:lnTo>
                    <a:pt x="1155902" y="1353168"/>
                  </a:lnTo>
                  <a:lnTo>
                    <a:pt x="1155904" y="1353159"/>
                  </a:lnTo>
                  <a:lnTo>
                    <a:pt x="1155907" y="1353148"/>
                  </a:lnTo>
                  <a:lnTo>
                    <a:pt x="1155913" y="1353131"/>
                  </a:lnTo>
                  <a:lnTo>
                    <a:pt x="1155933" y="1353130"/>
                  </a:lnTo>
                  <a:lnTo>
                    <a:pt x="1155958" y="1353127"/>
                  </a:lnTo>
                  <a:lnTo>
                    <a:pt x="1155972" y="1353129"/>
                  </a:lnTo>
                  <a:lnTo>
                    <a:pt x="1155991" y="1353126"/>
                  </a:lnTo>
                  <a:lnTo>
                    <a:pt x="1155988" y="1353118"/>
                  </a:lnTo>
                  <a:lnTo>
                    <a:pt x="1155983" y="1353104"/>
                  </a:lnTo>
                  <a:lnTo>
                    <a:pt x="1155981" y="1353088"/>
                  </a:lnTo>
                  <a:lnTo>
                    <a:pt x="1155976" y="1353068"/>
                  </a:lnTo>
                  <a:lnTo>
                    <a:pt x="1155973" y="1353050"/>
                  </a:lnTo>
                  <a:lnTo>
                    <a:pt x="1155971" y="1353035"/>
                  </a:lnTo>
                  <a:lnTo>
                    <a:pt x="1155968" y="1353018"/>
                  </a:lnTo>
                  <a:lnTo>
                    <a:pt x="1155966" y="1353007"/>
                  </a:lnTo>
                  <a:lnTo>
                    <a:pt x="1155964" y="1352997"/>
                  </a:lnTo>
                  <a:lnTo>
                    <a:pt x="1155962" y="1352989"/>
                  </a:lnTo>
                  <a:lnTo>
                    <a:pt x="1155961" y="1352982"/>
                  </a:lnTo>
                  <a:lnTo>
                    <a:pt x="1155963" y="1352974"/>
                  </a:lnTo>
                  <a:lnTo>
                    <a:pt x="1155985" y="1352962"/>
                  </a:lnTo>
                  <a:lnTo>
                    <a:pt x="1156007" y="1352947"/>
                  </a:lnTo>
                  <a:lnTo>
                    <a:pt x="1156023" y="1352923"/>
                  </a:lnTo>
                  <a:lnTo>
                    <a:pt x="1156036" y="1352901"/>
                  </a:lnTo>
                  <a:lnTo>
                    <a:pt x="1156060" y="1352855"/>
                  </a:lnTo>
                  <a:lnTo>
                    <a:pt x="1156063" y="1352845"/>
                  </a:lnTo>
                  <a:lnTo>
                    <a:pt x="1156063" y="1352839"/>
                  </a:lnTo>
                  <a:lnTo>
                    <a:pt x="1156062" y="1352829"/>
                  </a:lnTo>
                  <a:lnTo>
                    <a:pt x="1156060" y="1352819"/>
                  </a:lnTo>
                  <a:lnTo>
                    <a:pt x="1156053" y="1352806"/>
                  </a:lnTo>
                  <a:lnTo>
                    <a:pt x="1156047" y="1352794"/>
                  </a:lnTo>
                  <a:lnTo>
                    <a:pt x="1156040" y="1352784"/>
                  </a:lnTo>
                  <a:lnTo>
                    <a:pt x="1156035" y="1352780"/>
                  </a:lnTo>
                  <a:lnTo>
                    <a:pt x="1156028" y="1352775"/>
                  </a:lnTo>
                  <a:lnTo>
                    <a:pt x="1156021" y="1352771"/>
                  </a:lnTo>
                  <a:lnTo>
                    <a:pt x="1156012" y="1352762"/>
                  </a:lnTo>
                  <a:lnTo>
                    <a:pt x="1156002" y="1352746"/>
                  </a:lnTo>
                  <a:lnTo>
                    <a:pt x="1155994" y="1352735"/>
                  </a:lnTo>
                  <a:lnTo>
                    <a:pt x="1155983" y="1352729"/>
                  </a:lnTo>
                  <a:lnTo>
                    <a:pt x="1155974" y="1352726"/>
                  </a:lnTo>
                  <a:lnTo>
                    <a:pt x="1155965" y="1352727"/>
                  </a:lnTo>
                  <a:lnTo>
                    <a:pt x="1155958" y="1352728"/>
                  </a:lnTo>
                  <a:lnTo>
                    <a:pt x="1155952" y="1352725"/>
                  </a:lnTo>
                  <a:lnTo>
                    <a:pt x="1155952" y="1352719"/>
                  </a:lnTo>
                  <a:lnTo>
                    <a:pt x="1155954" y="1352710"/>
                  </a:lnTo>
                  <a:lnTo>
                    <a:pt x="1155957" y="1352700"/>
                  </a:lnTo>
                  <a:lnTo>
                    <a:pt x="1155958" y="1352693"/>
                  </a:lnTo>
                  <a:lnTo>
                    <a:pt x="1155954" y="1352687"/>
                  </a:lnTo>
                  <a:lnTo>
                    <a:pt x="1155948" y="1352681"/>
                  </a:lnTo>
                  <a:lnTo>
                    <a:pt x="1155942" y="1352674"/>
                  </a:lnTo>
                  <a:lnTo>
                    <a:pt x="1155941" y="1352665"/>
                  </a:lnTo>
                  <a:lnTo>
                    <a:pt x="1155939" y="1352658"/>
                  </a:lnTo>
                  <a:lnTo>
                    <a:pt x="1155934" y="1352658"/>
                  </a:lnTo>
                  <a:lnTo>
                    <a:pt x="1155919" y="1352659"/>
                  </a:lnTo>
                  <a:lnTo>
                    <a:pt x="1155910" y="1352657"/>
                  </a:lnTo>
                  <a:lnTo>
                    <a:pt x="1155900" y="1352653"/>
                  </a:lnTo>
                  <a:lnTo>
                    <a:pt x="1155894" y="1352644"/>
                  </a:lnTo>
                  <a:lnTo>
                    <a:pt x="1155888" y="1352630"/>
                  </a:lnTo>
                  <a:lnTo>
                    <a:pt x="1155883" y="1352621"/>
                  </a:lnTo>
                  <a:lnTo>
                    <a:pt x="1155880" y="1352614"/>
                  </a:lnTo>
                  <a:lnTo>
                    <a:pt x="1155872" y="1352608"/>
                  </a:lnTo>
                  <a:lnTo>
                    <a:pt x="1155864" y="1352605"/>
                  </a:lnTo>
                  <a:lnTo>
                    <a:pt x="1155853" y="1352602"/>
                  </a:lnTo>
                  <a:lnTo>
                    <a:pt x="1155850" y="1352599"/>
                  </a:lnTo>
                  <a:lnTo>
                    <a:pt x="1155855" y="1352593"/>
                  </a:lnTo>
                  <a:lnTo>
                    <a:pt x="1155858" y="1352585"/>
                  </a:lnTo>
                  <a:lnTo>
                    <a:pt x="1155853" y="1352575"/>
                  </a:lnTo>
                  <a:lnTo>
                    <a:pt x="1155847" y="1352566"/>
                  </a:lnTo>
                  <a:lnTo>
                    <a:pt x="1155838" y="1352562"/>
                  </a:lnTo>
                  <a:lnTo>
                    <a:pt x="1155830" y="1352563"/>
                  </a:lnTo>
                  <a:lnTo>
                    <a:pt x="1155817" y="1352566"/>
                  </a:lnTo>
                  <a:lnTo>
                    <a:pt x="1155808" y="1352565"/>
                  </a:lnTo>
                  <a:lnTo>
                    <a:pt x="1155800" y="1352562"/>
                  </a:lnTo>
                  <a:lnTo>
                    <a:pt x="1155795" y="1352558"/>
                  </a:lnTo>
                  <a:lnTo>
                    <a:pt x="1155792" y="1352553"/>
                  </a:lnTo>
                  <a:lnTo>
                    <a:pt x="1155786" y="1352544"/>
                  </a:lnTo>
                  <a:lnTo>
                    <a:pt x="1155780" y="1352534"/>
                  </a:lnTo>
                  <a:lnTo>
                    <a:pt x="1155774" y="1352529"/>
                  </a:lnTo>
                  <a:lnTo>
                    <a:pt x="1155756" y="1352526"/>
                  </a:lnTo>
                  <a:lnTo>
                    <a:pt x="1155742" y="1352523"/>
                  </a:lnTo>
                  <a:lnTo>
                    <a:pt x="1155737" y="1352520"/>
                  </a:lnTo>
                  <a:lnTo>
                    <a:pt x="1155717" y="1352503"/>
                  </a:lnTo>
                  <a:lnTo>
                    <a:pt x="1155708" y="1352495"/>
                  </a:lnTo>
                  <a:lnTo>
                    <a:pt x="1155701" y="1352488"/>
                  </a:lnTo>
                  <a:lnTo>
                    <a:pt x="1155698" y="1352481"/>
                  </a:lnTo>
                  <a:lnTo>
                    <a:pt x="1155701" y="1352475"/>
                  </a:lnTo>
                  <a:lnTo>
                    <a:pt x="1155709" y="1352468"/>
                  </a:lnTo>
                  <a:lnTo>
                    <a:pt x="1155704" y="1352460"/>
                  </a:lnTo>
                  <a:lnTo>
                    <a:pt x="1155704" y="1352451"/>
                  </a:lnTo>
                  <a:lnTo>
                    <a:pt x="1155707" y="1352437"/>
                  </a:lnTo>
                  <a:lnTo>
                    <a:pt x="1155711" y="1352426"/>
                  </a:lnTo>
                  <a:lnTo>
                    <a:pt x="1155717" y="1352414"/>
                  </a:lnTo>
                  <a:lnTo>
                    <a:pt x="1155723" y="1352405"/>
                  </a:lnTo>
                  <a:lnTo>
                    <a:pt x="1155726" y="1352400"/>
                  </a:lnTo>
                  <a:lnTo>
                    <a:pt x="1155728" y="1352392"/>
                  </a:lnTo>
                  <a:lnTo>
                    <a:pt x="1155727" y="1352383"/>
                  </a:lnTo>
                  <a:lnTo>
                    <a:pt x="1155717" y="1352372"/>
                  </a:lnTo>
                  <a:lnTo>
                    <a:pt x="1155713" y="1352368"/>
                  </a:lnTo>
                  <a:lnTo>
                    <a:pt x="1155706" y="1352364"/>
                  </a:lnTo>
                  <a:lnTo>
                    <a:pt x="1155691" y="1352356"/>
                  </a:lnTo>
                  <a:lnTo>
                    <a:pt x="1155682" y="1352350"/>
                  </a:lnTo>
                  <a:lnTo>
                    <a:pt x="1155675" y="1352347"/>
                  </a:lnTo>
                  <a:lnTo>
                    <a:pt x="1155671" y="1352345"/>
                  </a:lnTo>
                  <a:lnTo>
                    <a:pt x="1155667" y="1352340"/>
                  </a:lnTo>
                  <a:lnTo>
                    <a:pt x="1155662" y="1352334"/>
                  </a:lnTo>
                  <a:lnTo>
                    <a:pt x="1155658" y="1352330"/>
                  </a:lnTo>
                  <a:lnTo>
                    <a:pt x="1155653" y="1352326"/>
                  </a:lnTo>
                  <a:lnTo>
                    <a:pt x="1155636" y="1352321"/>
                  </a:lnTo>
                  <a:lnTo>
                    <a:pt x="1155620" y="1352318"/>
                  </a:lnTo>
                  <a:lnTo>
                    <a:pt x="1155608" y="1352315"/>
                  </a:lnTo>
                  <a:lnTo>
                    <a:pt x="1155588" y="1352311"/>
                  </a:lnTo>
                  <a:lnTo>
                    <a:pt x="1155575" y="1352307"/>
                  </a:lnTo>
                  <a:lnTo>
                    <a:pt x="1155566" y="1352302"/>
                  </a:lnTo>
                  <a:lnTo>
                    <a:pt x="1155556" y="1352295"/>
                  </a:lnTo>
                  <a:lnTo>
                    <a:pt x="1155551" y="1352288"/>
                  </a:lnTo>
                  <a:lnTo>
                    <a:pt x="1155546" y="1352284"/>
                  </a:lnTo>
                  <a:lnTo>
                    <a:pt x="1155540" y="1352284"/>
                  </a:lnTo>
                  <a:lnTo>
                    <a:pt x="1155535" y="1352285"/>
                  </a:lnTo>
                  <a:lnTo>
                    <a:pt x="1155528" y="1352288"/>
                  </a:lnTo>
                  <a:lnTo>
                    <a:pt x="1155523" y="1352286"/>
                  </a:lnTo>
                  <a:lnTo>
                    <a:pt x="1155517" y="1352276"/>
                  </a:lnTo>
                  <a:lnTo>
                    <a:pt x="1155508" y="1352265"/>
                  </a:lnTo>
                  <a:lnTo>
                    <a:pt x="1155503" y="1352262"/>
                  </a:lnTo>
                  <a:lnTo>
                    <a:pt x="1155492" y="1352254"/>
                  </a:lnTo>
                  <a:lnTo>
                    <a:pt x="1155478" y="1352245"/>
                  </a:lnTo>
                  <a:lnTo>
                    <a:pt x="1155465" y="1352238"/>
                  </a:lnTo>
                  <a:lnTo>
                    <a:pt x="1155450" y="1352235"/>
                  </a:lnTo>
                  <a:lnTo>
                    <a:pt x="1155434" y="1352230"/>
                  </a:lnTo>
                  <a:lnTo>
                    <a:pt x="1155418" y="1352224"/>
                  </a:lnTo>
                  <a:lnTo>
                    <a:pt x="1155409" y="1352211"/>
                  </a:lnTo>
                  <a:lnTo>
                    <a:pt x="1155399" y="1352204"/>
                  </a:lnTo>
                  <a:lnTo>
                    <a:pt x="1155389" y="1352201"/>
                  </a:lnTo>
                  <a:lnTo>
                    <a:pt x="1155379" y="1352198"/>
                  </a:lnTo>
                  <a:lnTo>
                    <a:pt x="1155367" y="1352185"/>
                  </a:lnTo>
                  <a:lnTo>
                    <a:pt x="1155361" y="1352174"/>
                  </a:lnTo>
                  <a:lnTo>
                    <a:pt x="1155352" y="1352167"/>
                  </a:lnTo>
                  <a:lnTo>
                    <a:pt x="1155345" y="1352161"/>
                  </a:lnTo>
                  <a:lnTo>
                    <a:pt x="1155340" y="1352154"/>
                  </a:lnTo>
                  <a:lnTo>
                    <a:pt x="1155331" y="1352152"/>
                  </a:lnTo>
                  <a:lnTo>
                    <a:pt x="1155320" y="1352156"/>
                  </a:lnTo>
                  <a:lnTo>
                    <a:pt x="1155308" y="1352167"/>
                  </a:lnTo>
                  <a:lnTo>
                    <a:pt x="1155305" y="1352170"/>
                  </a:lnTo>
                  <a:lnTo>
                    <a:pt x="1155299" y="1352180"/>
                  </a:lnTo>
                  <a:lnTo>
                    <a:pt x="1155288" y="1352186"/>
                  </a:lnTo>
                  <a:lnTo>
                    <a:pt x="1155277" y="1352190"/>
                  </a:lnTo>
                  <a:lnTo>
                    <a:pt x="1155272" y="1352178"/>
                  </a:lnTo>
                  <a:lnTo>
                    <a:pt x="1155265" y="1352159"/>
                  </a:lnTo>
                  <a:lnTo>
                    <a:pt x="1155259" y="1352148"/>
                  </a:lnTo>
                  <a:lnTo>
                    <a:pt x="1155250" y="1352133"/>
                  </a:lnTo>
                  <a:lnTo>
                    <a:pt x="1155240" y="1352122"/>
                  </a:lnTo>
                  <a:lnTo>
                    <a:pt x="1155235" y="1352118"/>
                  </a:lnTo>
                  <a:lnTo>
                    <a:pt x="1155229" y="1352114"/>
                  </a:lnTo>
                  <a:lnTo>
                    <a:pt x="1155222" y="1352112"/>
                  </a:lnTo>
                  <a:lnTo>
                    <a:pt x="1155212" y="1352107"/>
                  </a:lnTo>
                  <a:lnTo>
                    <a:pt x="1155213" y="1352095"/>
                  </a:lnTo>
                  <a:lnTo>
                    <a:pt x="1155215" y="1352085"/>
                  </a:lnTo>
                  <a:lnTo>
                    <a:pt x="1155214" y="1352080"/>
                  </a:lnTo>
                  <a:lnTo>
                    <a:pt x="1155209" y="1352061"/>
                  </a:lnTo>
                  <a:lnTo>
                    <a:pt x="1155207" y="1352046"/>
                  </a:lnTo>
                  <a:lnTo>
                    <a:pt x="1155203" y="1352032"/>
                  </a:lnTo>
                  <a:lnTo>
                    <a:pt x="1155199" y="1352027"/>
                  </a:lnTo>
                  <a:lnTo>
                    <a:pt x="1155190" y="1352022"/>
                  </a:lnTo>
                  <a:lnTo>
                    <a:pt x="1155182" y="1352022"/>
                  </a:lnTo>
                  <a:lnTo>
                    <a:pt x="1155179" y="1352015"/>
                  </a:lnTo>
                  <a:lnTo>
                    <a:pt x="1155178" y="1352001"/>
                  </a:lnTo>
                  <a:lnTo>
                    <a:pt x="1155165" y="1351998"/>
                  </a:lnTo>
                  <a:lnTo>
                    <a:pt x="1155156" y="1351992"/>
                  </a:lnTo>
                  <a:lnTo>
                    <a:pt x="1155150" y="1351991"/>
                  </a:lnTo>
                  <a:lnTo>
                    <a:pt x="1155130" y="1351985"/>
                  </a:lnTo>
                  <a:lnTo>
                    <a:pt x="1155124" y="1351982"/>
                  </a:lnTo>
                  <a:lnTo>
                    <a:pt x="1155114" y="1351973"/>
                  </a:lnTo>
                  <a:lnTo>
                    <a:pt x="1155098" y="1351949"/>
                  </a:lnTo>
                  <a:lnTo>
                    <a:pt x="1155087" y="1351931"/>
                  </a:lnTo>
                  <a:lnTo>
                    <a:pt x="1155071" y="1351909"/>
                  </a:lnTo>
                  <a:lnTo>
                    <a:pt x="1155063" y="1351898"/>
                  </a:lnTo>
                  <a:lnTo>
                    <a:pt x="1155051" y="1351879"/>
                  </a:lnTo>
                  <a:lnTo>
                    <a:pt x="1155046" y="1351875"/>
                  </a:lnTo>
                  <a:lnTo>
                    <a:pt x="1155033" y="1351865"/>
                  </a:lnTo>
                  <a:lnTo>
                    <a:pt x="1155019" y="1351858"/>
                  </a:lnTo>
                  <a:lnTo>
                    <a:pt x="1155012" y="1351855"/>
                  </a:lnTo>
                  <a:lnTo>
                    <a:pt x="1155005" y="1351843"/>
                  </a:lnTo>
                  <a:lnTo>
                    <a:pt x="1154998" y="1351835"/>
                  </a:lnTo>
                  <a:lnTo>
                    <a:pt x="1154992" y="1351827"/>
                  </a:lnTo>
                  <a:lnTo>
                    <a:pt x="1154989" y="1351823"/>
                  </a:lnTo>
                  <a:lnTo>
                    <a:pt x="1154988" y="1351816"/>
                  </a:lnTo>
                  <a:lnTo>
                    <a:pt x="1154995" y="1351807"/>
                  </a:lnTo>
                  <a:lnTo>
                    <a:pt x="1154997" y="1351801"/>
                  </a:lnTo>
                  <a:lnTo>
                    <a:pt x="1154995" y="1351796"/>
                  </a:lnTo>
                  <a:lnTo>
                    <a:pt x="1154980" y="1351778"/>
                  </a:lnTo>
                  <a:lnTo>
                    <a:pt x="1154960" y="1351756"/>
                  </a:lnTo>
                  <a:lnTo>
                    <a:pt x="1154957" y="1351746"/>
                  </a:lnTo>
                  <a:lnTo>
                    <a:pt x="1154962" y="1351739"/>
                  </a:lnTo>
                  <a:lnTo>
                    <a:pt x="1154968" y="1351734"/>
                  </a:lnTo>
                  <a:lnTo>
                    <a:pt x="1154977" y="1351725"/>
                  </a:lnTo>
                  <a:lnTo>
                    <a:pt x="1154985" y="1351716"/>
                  </a:lnTo>
                  <a:lnTo>
                    <a:pt x="1154992" y="1351707"/>
                  </a:lnTo>
                  <a:lnTo>
                    <a:pt x="1155003" y="1351692"/>
                  </a:lnTo>
                  <a:lnTo>
                    <a:pt x="1155006" y="1351686"/>
                  </a:lnTo>
                  <a:lnTo>
                    <a:pt x="1155007" y="1351678"/>
                  </a:lnTo>
                  <a:lnTo>
                    <a:pt x="1155009" y="1351673"/>
                  </a:lnTo>
                  <a:lnTo>
                    <a:pt x="1155015" y="1351669"/>
                  </a:lnTo>
                  <a:lnTo>
                    <a:pt x="1155024" y="1351664"/>
                  </a:lnTo>
                  <a:lnTo>
                    <a:pt x="1155029" y="1351662"/>
                  </a:lnTo>
                  <a:lnTo>
                    <a:pt x="1155029" y="1351656"/>
                  </a:lnTo>
                  <a:lnTo>
                    <a:pt x="1155030" y="1351650"/>
                  </a:lnTo>
                  <a:lnTo>
                    <a:pt x="1155029" y="1351644"/>
                  </a:lnTo>
                  <a:lnTo>
                    <a:pt x="1155028" y="1351637"/>
                  </a:lnTo>
                  <a:lnTo>
                    <a:pt x="1155023" y="1351628"/>
                  </a:lnTo>
                  <a:lnTo>
                    <a:pt x="1155020" y="1351618"/>
                  </a:lnTo>
                  <a:lnTo>
                    <a:pt x="1155020" y="1351610"/>
                  </a:lnTo>
                  <a:lnTo>
                    <a:pt x="1155021" y="1351603"/>
                  </a:lnTo>
                  <a:lnTo>
                    <a:pt x="1155026" y="1351594"/>
                  </a:lnTo>
                  <a:lnTo>
                    <a:pt x="1155031" y="1351583"/>
                  </a:lnTo>
                  <a:lnTo>
                    <a:pt x="1155035" y="1351574"/>
                  </a:lnTo>
                  <a:lnTo>
                    <a:pt x="1155037" y="1351559"/>
                  </a:lnTo>
                  <a:lnTo>
                    <a:pt x="1155032" y="1351556"/>
                  </a:lnTo>
                  <a:lnTo>
                    <a:pt x="1155024" y="1351549"/>
                  </a:lnTo>
                  <a:lnTo>
                    <a:pt x="1155017" y="1351545"/>
                  </a:lnTo>
                  <a:lnTo>
                    <a:pt x="1154996" y="1351517"/>
                  </a:lnTo>
                  <a:lnTo>
                    <a:pt x="1154984" y="1351504"/>
                  </a:lnTo>
                  <a:lnTo>
                    <a:pt x="1154970" y="1351496"/>
                  </a:lnTo>
                  <a:lnTo>
                    <a:pt x="1154969" y="1351488"/>
                  </a:lnTo>
                  <a:lnTo>
                    <a:pt x="1154969" y="1351479"/>
                  </a:lnTo>
                  <a:lnTo>
                    <a:pt x="1154981" y="1351465"/>
                  </a:lnTo>
                  <a:lnTo>
                    <a:pt x="1154986" y="1351457"/>
                  </a:lnTo>
                  <a:lnTo>
                    <a:pt x="1154992" y="1351448"/>
                  </a:lnTo>
                  <a:lnTo>
                    <a:pt x="1154997" y="1351441"/>
                  </a:lnTo>
                  <a:lnTo>
                    <a:pt x="1155002" y="1351431"/>
                  </a:lnTo>
                  <a:lnTo>
                    <a:pt x="1155006" y="1351422"/>
                  </a:lnTo>
                  <a:lnTo>
                    <a:pt x="1155013" y="1351409"/>
                  </a:lnTo>
                  <a:lnTo>
                    <a:pt x="1155022" y="1351393"/>
                  </a:lnTo>
                  <a:lnTo>
                    <a:pt x="1155027" y="1351385"/>
                  </a:lnTo>
                  <a:lnTo>
                    <a:pt x="1155033" y="1351372"/>
                  </a:lnTo>
                  <a:lnTo>
                    <a:pt x="1155025" y="1351367"/>
                  </a:lnTo>
                  <a:lnTo>
                    <a:pt x="1155010" y="1351360"/>
                  </a:lnTo>
                  <a:lnTo>
                    <a:pt x="1154998" y="1351352"/>
                  </a:lnTo>
                  <a:lnTo>
                    <a:pt x="1154993" y="1351353"/>
                  </a:lnTo>
                  <a:lnTo>
                    <a:pt x="1154970" y="1351366"/>
                  </a:lnTo>
                  <a:lnTo>
                    <a:pt x="1154962" y="1351369"/>
                  </a:lnTo>
                  <a:lnTo>
                    <a:pt x="1154957" y="1351368"/>
                  </a:lnTo>
                  <a:lnTo>
                    <a:pt x="1154948" y="1351357"/>
                  </a:lnTo>
                  <a:lnTo>
                    <a:pt x="1154941" y="1351349"/>
                  </a:lnTo>
                  <a:lnTo>
                    <a:pt x="1154934" y="1351341"/>
                  </a:lnTo>
                  <a:lnTo>
                    <a:pt x="1154935" y="1351331"/>
                  </a:lnTo>
                  <a:lnTo>
                    <a:pt x="1154936" y="1351316"/>
                  </a:lnTo>
                  <a:lnTo>
                    <a:pt x="1154936" y="1351301"/>
                  </a:lnTo>
                  <a:lnTo>
                    <a:pt x="1154934" y="1351282"/>
                  </a:lnTo>
                  <a:lnTo>
                    <a:pt x="1154932" y="1351273"/>
                  </a:lnTo>
                  <a:lnTo>
                    <a:pt x="1154926" y="1351266"/>
                  </a:lnTo>
                  <a:lnTo>
                    <a:pt x="1154919" y="1351259"/>
                  </a:lnTo>
                  <a:lnTo>
                    <a:pt x="1154910" y="1351253"/>
                  </a:lnTo>
                  <a:lnTo>
                    <a:pt x="1154903" y="1351250"/>
                  </a:lnTo>
                  <a:lnTo>
                    <a:pt x="1154890" y="1351244"/>
                  </a:lnTo>
                  <a:lnTo>
                    <a:pt x="1154879" y="1351240"/>
                  </a:lnTo>
                  <a:lnTo>
                    <a:pt x="1154869" y="1351236"/>
                  </a:lnTo>
                  <a:lnTo>
                    <a:pt x="1154863" y="1351232"/>
                  </a:lnTo>
                  <a:lnTo>
                    <a:pt x="1154855" y="1351223"/>
                  </a:lnTo>
                  <a:lnTo>
                    <a:pt x="1154845" y="1351212"/>
                  </a:lnTo>
                  <a:lnTo>
                    <a:pt x="1154834" y="1351199"/>
                  </a:lnTo>
                  <a:lnTo>
                    <a:pt x="1154830" y="1351195"/>
                  </a:lnTo>
                  <a:lnTo>
                    <a:pt x="1154821" y="1351182"/>
                  </a:lnTo>
                  <a:lnTo>
                    <a:pt x="1154816" y="1351173"/>
                  </a:lnTo>
                  <a:lnTo>
                    <a:pt x="1154811" y="1351170"/>
                  </a:lnTo>
                  <a:lnTo>
                    <a:pt x="1154806" y="1351169"/>
                  </a:lnTo>
                  <a:lnTo>
                    <a:pt x="1154796" y="1351166"/>
                  </a:lnTo>
                  <a:lnTo>
                    <a:pt x="1154791" y="1351164"/>
                  </a:lnTo>
                  <a:lnTo>
                    <a:pt x="1154787" y="1351157"/>
                  </a:lnTo>
                  <a:lnTo>
                    <a:pt x="1154781" y="1351148"/>
                  </a:lnTo>
                  <a:lnTo>
                    <a:pt x="1154775" y="1351140"/>
                  </a:lnTo>
                  <a:lnTo>
                    <a:pt x="1154769" y="1351133"/>
                  </a:lnTo>
                  <a:lnTo>
                    <a:pt x="1154764" y="1351131"/>
                  </a:lnTo>
                  <a:lnTo>
                    <a:pt x="1154776" y="1351123"/>
                  </a:lnTo>
                  <a:lnTo>
                    <a:pt x="1154785" y="1351117"/>
                  </a:lnTo>
                  <a:lnTo>
                    <a:pt x="1154790" y="1351112"/>
                  </a:lnTo>
                  <a:lnTo>
                    <a:pt x="1154803" y="1351105"/>
                  </a:lnTo>
                  <a:lnTo>
                    <a:pt x="1154813" y="1351095"/>
                  </a:lnTo>
                  <a:lnTo>
                    <a:pt x="1154822" y="1351083"/>
                  </a:lnTo>
                  <a:lnTo>
                    <a:pt x="1154825" y="1351071"/>
                  </a:lnTo>
                  <a:lnTo>
                    <a:pt x="1154826" y="1351064"/>
                  </a:lnTo>
                  <a:lnTo>
                    <a:pt x="1154822" y="1351052"/>
                  </a:lnTo>
                  <a:lnTo>
                    <a:pt x="1154820" y="1351041"/>
                  </a:lnTo>
                  <a:lnTo>
                    <a:pt x="1154816" y="1351022"/>
                  </a:lnTo>
                  <a:lnTo>
                    <a:pt x="1154835" y="1351009"/>
                  </a:lnTo>
                  <a:lnTo>
                    <a:pt x="1154848" y="1350994"/>
                  </a:lnTo>
                  <a:lnTo>
                    <a:pt x="1154854" y="1350974"/>
                  </a:lnTo>
                  <a:lnTo>
                    <a:pt x="1154862" y="1350952"/>
                  </a:lnTo>
                  <a:lnTo>
                    <a:pt x="1154872" y="1350943"/>
                  </a:lnTo>
                  <a:lnTo>
                    <a:pt x="1154876" y="1350939"/>
                  </a:lnTo>
                  <a:lnTo>
                    <a:pt x="1154882" y="1350933"/>
                  </a:lnTo>
                  <a:lnTo>
                    <a:pt x="1154891" y="1350924"/>
                  </a:lnTo>
                  <a:lnTo>
                    <a:pt x="1154900" y="1350914"/>
                  </a:lnTo>
                  <a:lnTo>
                    <a:pt x="1154903" y="1350910"/>
                  </a:lnTo>
                  <a:lnTo>
                    <a:pt x="1154906" y="1350904"/>
                  </a:lnTo>
                  <a:lnTo>
                    <a:pt x="1154910" y="1350893"/>
                  </a:lnTo>
                  <a:lnTo>
                    <a:pt x="1154913" y="1350878"/>
                  </a:lnTo>
                  <a:lnTo>
                    <a:pt x="1154916" y="1350865"/>
                  </a:lnTo>
                  <a:lnTo>
                    <a:pt x="1154923" y="1350841"/>
                  </a:lnTo>
                  <a:lnTo>
                    <a:pt x="1154928" y="1350821"/>
                  </a:lnTo>
                  <a:lnTo>
                    <a:pt x="1154929" y="1350811"/>
                  </a:lnTo>
                  <a:lnTo>
                    <a:pt x="1154926" y="1350804"/>
                  </a:lnTo>
                  <a:lnTo>
                    <a:pt x="1154924" y="1350799"/>
                  </a:lnTo>
                  <a:lnTo>
                    <a:pt x="1154921" y="1350794"/>
                  </a:lnTo>
                  <a:lnTo>
                    <a:pt x="1154916" y="1350775"/>
                  </a:lnTo>
                  <a:lnTo>
                    <a:pt x="1154912" y="1350755"/>
                  </a:lnTo>
                  <a:lnTo>
                    <a:pt x="1154911" y="1350737"/>
                  </a:lnTo>
                  <a:lnTo>
                    <a:pt x="1154911" y="1350718"/>
                  </a:lnTo>
                  <a:lnTo>
                    <a:pt x="1154913" y="1350703"/>
                  </a:lnTo>
                  <a:lnTo>
                    <a:pt x="1154912" y="1350680"/>
                  </a:lnTo>
                  <a:lnTo>
                    <a:pt x="1154914" y="1350672"/>
                  </a:lnTo>
                  <a:lnTo>
                    <a:pt x="1154913" y="1350663"/>
                  </a:lnTo>
                  <a:lnTo>
                    <a:pt x="1154911" y="1350654"/>
                  </a:lnTo>
                  <a:lnTo>
                    <a:pt x="1154908" y="1350645"/>
                  </a:lnTo>
                  <a:lnTo>
                    <a:pt x="1154898" y="1350630"/>
                  </a:lnTo>
                  <a:lnTo>
                    <a:pt x="1154886" y="1350618"/>
                  </a:lnTo>
                  <a:lnTo>
                    <a:pt x="1154876" y="1350606"/>
                  </a:lnTo>
                  <a:lnTo>
                    <a:pt x="1154863" y="1350595"/>
                  </a:lnTo>
                  <a:lnTo>
                    <a:pt x="1154855" y="1350589"/>
                  </a:lnTo>
                  <a:lnTo>
                    <a:pt x="1154840" y="1350567"/>
                  </a:lnTo>
                  <a:lnTo>
                    <a:pt x="1154835" y="1350556"/>
                  </a:lnTo>
                  <a:lnTo>
                    <a:pt x="1154827" y="1350540"/>
                  </a:lnTo>
                  <a:lnTo>
                    <a:pt x="1154821" y="1350528"/>
                  </a:lnTo>
                  <a:lnTo>
                    <a:pt x="1154811" y="1350520"/>
                  </a:lnTo>
                  <a:lnTo>
                    <a:pt x="1154801" y="1350508"/>
                  </a:lnTo>
                  <a:lnTo>
                    <a:pt x="1154801" y="1350501"/>
                  </a:lnTo>
                  <a:lnTo>
                    <a:pt x="1154801" y="1350489"/>
                  </a:lnTo>
                  <a:lnTo>
                    <a:pt x="1154799" y="1350476"/>
                  </a:lnTo>
                  <a:lnTo>
                    <a:pt x="1154797" y="1350465"/>
                  </a:lnTo>
                  <a:lnTo>
                    <a:pt x="1154797" y="1350458"/>
                  </a:lnTo>
                  <a:lnTo>
                    <a:pt x="1154799" y="1350439"/>
                  </a:lnTo>
                  <a:lnTo>
                    <a:pt x="1154802" y="1350425"/>
                  </a:lnTo>
                  <a:lnTo>
                    <a:pt x="1154803" y="1350416"/>
                  </a:lnTo>
                  <a:lnTo>
                    <a:pt x="1154804" y="1350411"/>
                  </a:lnTo>
                  <a:lnTo>
                    <a:pt x="1154815" y="1350401"/>
                  </a:lnTo>
                  <a:lnTo>
                    <a:pt x="1154823" y="1350395"/>
                  </a:lnTo>
                  <a:lnTo>
                    <a:pt x="1154830" y="1350389"/>
                  </a:lnTo>
                  <a:lnTo>
                    <a:pt x="1154835" y="1350384"/>
                  </a:lnTo>
                  <a:lnTo>
                    <a:pt x="1154841" y="1350379"/>
                  </a:lnTo>
                  <a:lnTo>
                    <a:pt x="1154851" y="1350374"/>
                  </a:lnTo>
                  <a:lnTo>
                    <a:pt x="1154863" y="1350369"/>
                  </a:lnTo>
                  <a:lnTo>
                    <a:pt x="1154875" y="1350364"/>
                  </a:lnTo>
                  <a:lnTo>
                    <a:pt x="1154883" y="1350360"/>
                  </a:lnTo>
                  <a:lnTo>
                    <a:pt x="1154889" y="1350357"/>
                  </a:lnTo>
                  <a:lnTo>
                    <a:pt x="1154893" y="1350355"/>
                  </a:lnTo>
                  <a:lnTo>
                    <a:pt x="1154897" y="1350352"/>
                  </a:lnTo>
                  <a:lnTo>
                    <a:pt x="1154902" y="1350348"/>
                  </a:lnTo>
                  <a:lnTo>
                    <a:pt x="1154909" y="1350342"/>
                  </a:lnTo>
                  <a:lnTo>
                    <a:pt x="1154914" y="1350337"/>
                  </a:lnTo>
                  <a:lnTo>
                    <a:pt x="1154917" y="1350333"/>
                  </a:lnTo>
                  <a:lnTo>
                    <a:pt x="1154920" y="1350330"/>
                  </a:lnTo>
                  <a:lnTo>
                    <a:pt x="1154934" y="1350315"/>
                  </a:lnTo>
                  <a:lnTo>
                    <a:pt x="1154952" y="1350303"/>
                  </a:lnTo>
                  <a:lnTo>
                    <a:pt x="1154972" y="1350296"/>
                  </a:lnTo>
                  <a:lnTo>
                    <a:pt x="1154999" y="1350286"/>
                  </a:lnTo>
                  <a:lnTo>
                    <a:pt x="1155015" y="1350285"/>
                  </a:lnTo>
                  <a:lnTo>
                    <a:pt x="1155027" y="1350283"/>
                  </a:lnTo>
                  <a:lnTo>
                    <a:pt x="1155035" y="1350280"/>
                  </a:lnTo>
                  <a:lnTo>
                    <a:pt x="1155040" y="1350272"/>
                  </a:lnTo>
                  <a:lnTo>
                    <a:pt x="1155041" y="1350266"/>
                  </a:lnTo>
                  <a:lnTo>
                    <a:pt x="1155045" y="1350252"/>
                  </a:lnTo>
                  <a:lnTo>
                    <a:pt x="1155047" y="1350248"/>
                  </a:lnTo>
                  <a:lnTo>
                    <a:pt x="1155053" y="1350242"/>
                  </a:lnTo>
                  <a:lnTo>
                    <a:pt x="1155060" y="1350239"/>
                  </a:lnTo>
                  <a:lnTo>
                    <a:pt x="1155067" y="1350238"/>
                  </a:lnTo>
                  <a:lnTo>
                    <a:pt x="1155081" y="1350234"/>
                  </a:lnTo>
                  <a:lnTo>
                    <a:pt x="1155092" y="1350229"/>
                  </a:lnTo>
                  <a:lnTo>
                    <a:pt x="1155101" y="1350224"/>
                  </a:lnTo>
                  <a:lnTo>
                    <a:pt x="1155110" y="1350217"/>
                  </a:lnTo>
                  <a:lnTo>
                    <a:pt x="1155118" y="1350209"/>
                  </a:lnTo>
                  <a:lnTo>
                    <a:pt x="1155132" y="1350197"/>
                  </a:lnTo>
                  <a:lnTo>
                    <a:pt x="1155143" y="1350186"/>
                  </a:lnTo>
                  <a:lnTo>
                    <a:pt x="1155152" y="1350178"/>
                  </a:lnTo>
                  <a:lnTo>
                    <a:pt x="1155162" y="1350167"/>
                  </a:lnTo>
                  <a:lnTo>
                    <a:pt x="1155169" y="1350159"/>
                  </a:lnTo>
                  <a:lnTo>
                    <a:pt x="1155175" y="1350150"/>
                  </a:lnTo>
                  <a:lnTo>
                    <a:pt x="1155179" y="1350145"/>
                  </a:lnTo>
                  <a:lnTo>
                    <a:pt x="1155185" y="1350140"/>
                  </a:lnTo>
                  <a:lnTo>
                    <a:pt x="1155189" y="1350137"/>
                  </a:lnTo>
                  <a:lnTo>
                    <a:pt x="1155196" y="1350132"/>
                  </a:lnTo>
                  <a:lnTo>
                    <a:pt x="1155200" y="1350130"/>
                  </a:lnTo>
                  <a:lnTo>
                    <a:pt x="1155204" y="1350130"/>
                  </a:lnTo>
                  <a:lnTo>
                    <a:pt x="1155209" y="1350129"/>
                  </a:lnTo>
                  <a:lnTo>
                    <a:pt x="1155213" y="1350129"/>
                  </a:lnTo>
                  <a:lnTo>
                    <a:pt x="1155220" y="1350132"/>
                  </a:lnTo>
                  <a:lnTo>
                    <a:pt x="1155226" y="1350132"/>
                  </a:lnTo>
                  <a:lnTo>
                    <a:pt x="1155230" y="1350133"/>
                  </a:lnTo>
                  <a:lnTo>
                    <a:pt x="1155236" y="1350133"/>
                  </a:lnTo>
                  <a:lnTo>
                    <a:pt x="1155245" y="1350130"/>
                  </a:lnTo>
                  <a:lnTo>
                    <a:pt x="1155251" y="1350128"/>
                  </a:lnTo>
                  <a:lnTo>
                    <a:pt x="1155259" y="1350122"/>
                  </a:lnTo>
                  <a:lnTo>
                    <a:pt x="1155274" y="1350114"/>
                  </a:lnTo>
                  <a:lnTo>
                    <a:pt x="1155283" y="1350109"/>
                  </a:lnTo>
                  <a:lnTo>
                    <a:pt x="1155290" y="1350104"/>
                  </a:lnTo>
                  <a:lnTo>
                    <a:pt x="1155294" y="1350103"/>
                  </a:lnTo>
                  <a:lnTo>
                    <a:pt x="1155298" y="1350101"/>
                  </a:lnTo>
                  <a:lnTo>
                    <a:pt x="1155303" y="1350096"/>
                  </a:lnTo>
                  <a:lnTo>
                    <a:pt x="1155306" y="1350091"/>
                  </a:lnTo>
                  <a:lnTo>
                    <a:pt x="1155308" y="1350087"/>
                  </a:lnTo>
                  <a:lnTo>
                    <a:pt x="1155309" y="1350080"/>
                  </a:lnTo>
                  <a:lnTo>
                    <a:pt x="1155312" y="1350071"/>
                  </a:lnTo>
                  <a:lnTo>
                    <a:pt x="1155315" y="1350052"/>
                  </a:lnTo>
                  <a:lnTo>
                    <a:pt x="1155317" y="1350036"/>
                  </a:lnTo>
                  <a:lnTo>
                    <a:pt x="1155321" y="1350011"/>
                  </a:lnTo>
                  <a:lnTo>
                    <a:pt x="1155324" y="1349991"/>
                  </a:lnTo>
                  <a:lnTo>
                    <a:pt x="1155327" y="1349978"/>
                  </a:lnTo>
                  <a:lnTo>
                    <a:pt x="1155328" y="1349970"/>
                  </a:lnTo>
                  <a:lnTo>
                    <a:pt x="1155331" y="1349965"/>
                  </a:lnTo>
                  <a:lnTo>
                    <a:pt x="1155335" y="1349960"/>
                  </a:lnTo>
                  <a:lnTo>
                    <a:pt x="1155342" y="1349953"/>
                  </a:lnTo>
                  <a:lnTo>
                    <a:pt x="1155348" y="1349946"/>
                  </a:lnTo>
                  <a:lnTo>
                    <a:pt x="1155352" y="1349941"/>
                  </a:lnTo>
                  <a:lnTo>
                    <a:pt x="1155353" y="1349935"/>
                  </a:lnTo>
                  <a:lnTo>
                    <a:pt x="1155356" y="1349926"/>
                  </a:lnTo>
                  <a:lnTo>
                    <a:pt x="1155359" y="1349913"/>
                  </a:lnTo>
                  <a:lnTo>
                    <a:pt x="1155361" y="1349903"/>
                  </a:lnTo>
                  <a:lnTo>
                    <a:pt x="1155361" y="1349894"/>
                  </a:lnTo>
                  <a:lnTo>
                    <a:pt x="1155360" y="1349880"/>
                  </a:lnTo>
                  <a:lnTo>
                    <a:pt x="1155359" y="1349873"/>
                  </a:lnTo>
                  <a:lnTo>
                    <a:pt x="1155357" y="1349862"/>
                  </a:lnTo>
                  <a:lnTo>
                    <a:pt x="1155353" y="1349856"/>
                  </a:lnTo>
                  <a:lnTo>
                    <a:pt x="1155349" y="1349850"/>
                  </a:lnTo>
                  <a:lnTo>
                    <a:pt x="1155344" y="1349845"/>
                  </a:lnTo>
                  <a:lnTo>
                    <a:pt x="1155337" y="1349837"/>
                  </a:lnTo>
                  <a:lnTo>
                    <a:pt x="1155331" y="1349829"/>
                  </a:lnTo>
                  <a:lnTo>
                    <a:pt x="1155323" y="1349823"/>
                  </a:lnTo>
                  <a:lnTo>
                    <a:pt x="1155314" y="1349818"/>
                  </a:lnTo>
                  <a:lnTo>
                    <a:pt x="1155304" y="1349811"/>
                  </a:lnTo>
                  <a:lnTo>
                    <a:pt x="1155294" y="1349803"/>
                  </a:lnTo>
                  <a:lnTo>
                    <a:pt x="1155291" y="1349796"/>
                  </a:lnTo>
                  <a:lnTo>
                    <a:pt x="1155292" y="1349782"/>
                  </a:lnTo>
                  <a:lnTo>
                    <a:pt x="1155292" y="1349774"/>
                  </a:lnTo>
                  <a:lnTo>
                    <a:pt x="1155296" y="1349768"/>
                  </a:lnTo>
                  <a:lnTo>
                    <a:pt x="1155305" y="1349758"/>
                  </a:lnTo>
                  <a:lnTo>
                    <a:pt x="1155311" y="1349754"/>
                  </a:lnTo>
                  <a:lnTo>
                    <a:pt x="1155316" y="1349751"/>
                  </a:lnTo>
                  <a:lnTo>
                    <a:pt x="1155322" y="1349743"/>
                  </a:lnTo>
                  <a:lnTo>
                    <a:pt x="1155325" y="1349732"/>
                  </a:lnTo>
                  <a:lnTo>
                    <a:pt x="1155326" y="1349722"/>
                  </a:lnTo>
                  <a:lnTo>
                    <a:pt x="1155326" y="1349711"/>
                  </a:lnTo>
                  <a:lnTo>
                    <a:pt x="1155325" y="1349698"/>
                  </a:lnTo>
                  <a:lnTo>
                    <a:pt x="1155322" y="1349686"/>
                  </a:lnTo>
                  <a:lnTo>
                    <a:pt x="1155319" y="1349678"/>
                  </a:lnTo>
                  <a:lnTo>
                    <a:pt x="1155316" y="1349672"/>
                  </a:lnTo>
                  <a:lnTo>
                    <a:pt x="1155311" y="1349666"/>
                  </a:lnTo>
                  <a:lnTo>
                    <a:pt x="1155306" y="1349660"/>
                  </a:lnTo>
                  <a:lnTo>
                    <a:pt x="1155300" y="1349655"/>
                  </a:lnTo>
                  <a:lnTo>
                    <a:pt x="1155296" y="1349653"/>
                  </a:lnTo>
                  <a:lnTo>
                    <a:pt x="1155292" y="1349649"/>
                  </a:lnTo>
                  <a:lnTo>
                    <a:pt x="1155288" y="1349642"/>
                  </a:lnTo>
                  <a:lnTo>
                    <a:pt x="1155285" y="1349634"/>
                  </a:lnTo>
                  <a:lnTo>
                    <a:pt x="1155282" y="1349626"/>
                  </a:lnTo>
                  <a:lnTo>
                    <a:pt x="1155281" y="1349620"/>
                  </a:lnTo>
                  <a:lnTo>
                    <a:pt x="1155280" y="1349612"/>
                  </a:lnTo>
                  <a:lnTo>
                    <a:pt x="1155282" y="1349602"/>
                  </a:lnTo>
                  <a:lnTo>
                    <a:pt x="1155285" y="1349586"/>
                  </a:lnTo>
                  <a:lnTo>
                    <a:pt x="1155288" y="1349559"/>
                  </a:lnTo>
                  <a:lnTo>
                    <a:pt x="1155287" y="1349554"/>
                  </a:lnTo>
                  <a:lnTo>
                    <a:pt x="1155283" y="1349548"/>
                  </a:lnTo>
                  <a:lnTo>
                    <a:pt x="1155275" y="1349540"/>
                  </a:lnTo>
                  <a:lnTo>
                    <a:pt x="1155264" y="1349535"/>
                  </a:lnTo>
                  <a:lnTo>
                    <a:pt x="1155256" y="1349535"/>
                  </a:lnTo>
                  <a:lnTo>
                    <a:pt x="1155244" y="1349535"/>
                  </a:lnTo>
                  <a:lnTo>
                    <a:pt x="1155233" y="1349535"/>
                  </a:lnTo>
                  <a:lnTo>
                    <a:pt x="1155212" y="1349539"/>
                  </a:lnTo>
                  <a:lnTo>
                    <a:pt x="1155189" y="1349544"/>
                  </a:lnTo>
                  <a:lnTo>
                    <a:pt x="1155177" y="1349545"/>
                  </a:lnTo>
                  <a:lnTo>
                    <a:pt x="1155164" y="1349544"/>
                  </a:lnTo>
                  <a:lnTo>
                    <a:pt x="1155153" y="1349542"/>
                  </a:lnTo>
                  <a:lnTo>
                    <a:pt x="1155141" y="1349538"/>
                  </a:lnTo>
                  <a:lnTo>
                    <a:pt x="1155132" y="1349534"/>
                  </a:lnTo>
                  <a:lnTo>
                    <a:pt x="1155123" y="1349527"/>
                  </a:lnTo>
                  <a:lnTo>
                    <a:pt x="1155114" y="1349519"/>
                  </a:lnTo>
                  <a:lnTo>
                    <a:pt x="1155107" y="1349509"/>
                  </a:lnTo>
                  <a:lnTo>
                    <a:pt x="1155101" y="1349495"/>
                  </a:lnTo>
                  <a:lnTo>
                    <a:pt x="1155096" y="1349482"/>
                  </a:lnTo>
                  <a:lnTo>
                    <a:pt x="1155093" y="1349468"/>
                  </a:lnTo>
                  <a:lnTo>
                    <a:pt x="1155089" y="1349455"/>
                  </a:lnTo>
                  <a:lnTo>
                    <a:pt x="1155083" y="1349440"/>
                  </a:lnTo>
                  <a:lnTo>
                    <a:pt x="1155076" y="1349427"/>
                  </a:lnTo>
                  <a:lnTo>
                    <a:pt x="1155067" y="1349413"/>
                  </a:lnTo>
                  <a:lnTo>
                    <a:pt x="1155059" y="1349395"/>
                  </a:lnTo>
                  <a:lnTo>
                    <a:pt x="1155055" y="1349386"/>
                  </a:lnTo>
                  <a:lnTo>
                    <a:pt x="1155051" y="1349379"/>
                  </a:lnTo>
                  <a:lnTo>
                    <a:pt x="1155046" y="1349373"/>
                  </a:lnTo>
                  <a:lnTo>
                    <a:pt x="1155043" y="1349367"/>
                  </a:lnTo>
                  <a:lnTo>
                    <a:pt x="1155037" y="1349362"/>
                  </a:lnTo>
                  <a:lnTo>
                    <a:pt x="1155028" y="1349355"/>
                  </a:lnTo>
                  <a:lnTo>
                    <a:pt x="1155016" y="1349350"/>
                  </a:lnTo>
                  <a:lnTo>
                    <a:pt x="1155005" y="1349346"/>
                  </a:lnTo>
                  <a:lnTo>
                    <a:pt x="1154993" y="1349341"/>
                  </a:lnTo>
                  <a:lnTo>
                    <a:pt x="1154982" y="1349337"/>
                  </a:lnTo>
                  <a:lnTo>
                    <a:pt x="1154975" y="1349331"/>
                  </a:lnTo>
                  <a:lnTo>
                    <a:pt x="1154973" y="1349324"/>
                  </a:lnTo>
                  <a:lnTo>
                    <a:pt x="1154971" y="1349313"/>
                  </a:lnTo>
                  <a:lnTo>
                    <a:pt x="1154970" y="1349303"/>
                  </a:lnTo>
                  <a:lnTo>
                    <a:pt x="1154968" y="1349300"/>
                  </a:lnTo>
                  <a:lnTo>
                    <a:pt x="1154963" y="1349295"/>
                  </a:lnTo>
                  <a:lnTo>
                    <a:pt x="1154938" y="1349279"/>
                  </a:lnTo>
                  <a:lnTo>
                    <a:pt x="1154928" y="1349273"/>
                  </a:lnTo>
                  <a:lnTo>
                    <a:pt x="1154924" y="1349272"/>
                  </a:lnTo>
                  <a:lnTo>
                    <a:pt x="1154907" y="1349274"/>
                  </a:lnTo>
                  <a:lnTo>
                    <a:pt x="1154900" y="1349274"/>
                  </a:lnTo>
                  <a:lnTo>
                    <a:pt x="1154887" y="1349270"/>
                  </a:lnTo>
                  <a:lnTo>
                    <a:pt x="1154870" y="1349262"/>
                  </a:lnTo>
                  <a:lnTo>
                    <a:pt x="1154850" y="1349255"/>
                  </a:lnTo>
                  <a:lnTo>
                    <a:pt x="1154836" y="1349248"/>
                  </a:lnTo>
                  <a:lnTo>
                    <a:pt x="1154814" y="1349234"/>
                  </a:lnTo>
                  <a:lnTo>
                    <a:pt x="1154794" y="1349225"/>
                  </a:lnTo>
                  <a:lnTo>
                    <a:pt x="1154777" y="1349216"/>
                  </a:lnTo>
                  <a:lnTo>
                    <a:pt x="1154760" y="1349209"/>
                  </a:lnTo>
                  <a:lnTo>
                    <a:pt x="1154744" y="1349205"/>
                  </a:lnTo>
                  <a:lnTo>
                    <a:pt x="1154736" y="1349199"/>
                  </a:lnTo>
                  <a:lnTo>
                    <a:pt x="1154723" y="1349197"/>
                  </a:lnTo>
                  <a:lnTo>
                    <a:pt x="1154709" y="1349205"/>
                  </a:lnTo>
                  <a:lnTo>
                    <a:pt x="1154689" y="1349224"/>
                  </a:lnTo>
                  <a:lnTo>
                    <a:pt x="1154679" y="1349231"/>
                  </a:lnTo>
                  <a:lnTo>
                    <a:pt x="1154665" y="1349236"/>
                  </a:lnTo>
                  <a:lnTo>
                    <a:pt x="1154654" y="1349237"/>
                  </a:lnTo>
                  <a:lnTo>
                    <a:pt x="1154646" y="1349238"/>
                  </a:lnTo>
                  <a:lnTo>
                    <a:pt x="1154636" y="1349237"/>
                  </a:lnTo>
                  <a:lnTo>
                    <a:pt x="1154628" y="1349236"/>
                  </a:lnTo>
                  <a:lnTo>
                    <a:pt x="1154616" y="1349233"/>
                  </a:lnTo>
                  <a:lnTo>
                    <a:pt x="1154611" y="1349232"/>
                  </a:lnTo>
                  <a:lnTo>
                    <a:pt x="1154607" y="1349229"/>
                  </a:lnTo>
                  <a:lnTo>
                    <a:pt x="1154594" y="1349226"/>
                  </a:lnTo>
                  <a:lnTo>
                    <a:pt x="1154580" y="1349222"/>
                  </a:lnTo>
                  <a:lnTo>
                    <a:pt x="1154564" y="1349218"/>
                  </a:lnTo>
                  <a:lnTo>
                    <a:pt x="1154549" y="1349213"/>
                  </a:lnTo>
                  <a:lnTo>
                    <a:pt x="1154540" y="1349209"/>
                  </a:lnTo>
                  <a:lnTo>
                    <a:pt x="1154535" y="1349207"/>
                  </a:lnTo>
                  <a:lnTo>
                    <a:pt x="1154529" y="1349201"/>
                  </a:lnTo>
                  <a:lnTo>
                    <a:pt x="1154520" y="1349190"/>
                  </a:lnTo>
                  <a:lnTo>
                    <a:pt x="1154512" y="1349179"/>
                  </a:lnTo>
                  <a:lnTo>
                    <a:pt x="1154493" y="1349150"/>
                  </a:lnTo>
                  <a:lnTo>
                    <a:pt x="1154480" y="1349132"/>
                  </a:lnTo>
                  <a:lnTo>
                    <a:pt x="1154475" y="1349129"/>
                  </a:lnTo>
                  <a:lnTo>
                    <a:pt x="1154457" y="1349121"/>
                  </a:lnTo>
                  <a:lnTo>
                    <a:pt x="1154443" y="1349115"/>
                  </a:lnTo>
                  <a:lnTo>
                    <a:pt x="1154430" y="1349110"/>
                  </a:lnTo>
                  <a:lnTo>
                    <a:pt x="1154419" y="1349107"/>
                  </a:lnTo>
                  <a:lnTo>
                    <a:pt x="1154410" y="1349103"/>
                  </a:lnTo>
                  <a:lnTo>
                    <a:pt x="1154406" y="1349100"/>
                  </a:lnTo>
                  <a:lnTo>
                    <a:pt x="1154394" y="1349088"/>
                  </a:lnTo>
                  <a:lnTo>
                    <a:pt x="1154381" y="1349074"/>
                  </a:lnTo>
                  <a:lnTo>
                    <a:pt x="1154369" y="1349060"/>
                  </a:lnTo>
                  <a:lnTo>
                    <a:pt x="1154362" y="1349051"/>
                  </a:lnTo>
                  <a:lnTo>
                    <a:pt x="1154354" y="1349042"/>
                  </a:lnTo>
                  <a:lnTo>
                    <a:pt x="1154347" y="1349040"/>
                  </a:lnTo>
                  <a:lnTo>
                    <a:pt x="1154341" y="1349038"/>
                  </a:lnTo>
                  <a:lnTo>
                    <a:pt x="1154337" y="1349035"/>
                  </a:lnTo>
                  <a:lnTo>
                    <a:pt x="1154333" y="1349021"/>
                  </a:lnTo>
                  <a:lnTo>
                    <a:pt x="1154331" y="1349013"/>
                  </a:lnTo>
                  <a:lnTo>
                    <a:pt x="1154330" y="1349005"/>
                  </a:lnTo>
                  <a:lnTo>
                    <a:pt x="1154333" y="1348989"/>
                  </a:lnTo>
                  <a:lnTo>
                    <a:pt x="1154334" y="1348979"/>
                  </a:lnTo>
                  <a:lnTo>
                    <a:pt x="1154336" y="1348969"/>
                  </a:lnTo>
                  <a:lnTo>
                    <a:pt x="1154338" y="1348958"/>
                  </a:lnTo>
                  <a:lnTo>
                    <a:pt x="1154341" y="1348952"/>
                  </a:lnTo>
                  <a:lnTo>
                    <a:pt x="1154345" y="1348942"/>
                  </a:lnTo>
                  <a:lnTo>
                    <a:pt x="1154353" y="1348929"/>
                  </a:lnTo>
                  <a:lnTo>
                    <a:pt x="1154357" y="1348923"/>
                  </a:lnTo>
                  <a:lnTo>
                    <a:pt x="1154362" y="1348917"/>
                  </a:lnTo>
                  <a:lnTo>
                    <a:pt x="1154371" y="1348906"/>
                  </a:lnTo>
                  <a:lnTo>
                    <a:pt x="1154380" y="1348895"/>
                  </a:lnTo>
                  <a:lnTo>
                    <a:pt x="1154390" y="1348881"/>
                  </a:lnTo>
                  <a:lnTo>
                    <a:pt x="1154394" y="1348876"/>
                  </a:lnTo>
                  <a:lnTo>
                    <a:pt x="1154387" y="1348866"/>
                  </a:lnTo>
                  <a:lnTo>
                    <a:pt x="1154381" y="1348854"/>
                  </a:lnTo>
                  <a:lnTo>
                    <a:pt x="1154376" y="1348845"/>
                  </a:lnTo>
                  <a:lnTo>
                    <a:pt x="1154371" y="1348834"/>
                  </a:lnTo>
                  <a:lnTo>
                    <a:pt x="1154369" y="1348822"/>
                  </a:lnTo>
                  <a:lnTo>
                    <a:pt x="1154365" y="1348808"/>
                  </a:lnTo>
                  <a:lnTo>
                    <a:pt x="1154362" y="1348800"/>
                  </a:lnTo>
                  <a:lnTo>
                    <a:pt x="1154358" y="1348795"/>
                  </a:lnTo>
                  <a:lnTo>
                    <a:pt x="1154349" y="1348783"/>
                  </a:lnTo>
                  <a:lnTo>
                    <a:pt x="1154345" y="1348778"/>
                  </a:lnTo>
                  <a:lnTo>
                    <a:pt x="1154333" y="1348753"/>
                  </a:lnTo>
                  <a:lnTo>
                    <a:pt x="1154322" y="1348734"/>
                  </a:lnTo>
                  <a:lnTo>
                    <a:pt x="1154308" y="1348706"/>
                  </a:lnTo>
                  <a:lnTo>
                    <a:pt x="1154308" y="1348694"/>
                  </a:lnTo>
                  <a:lnTo>
                    <a:pt x="1154300" y="1348663"/>
                  </a:lnTo>
                  <a:lnTo>
                    <a:pt x="1154287" y="1348646"/>
                  </a:lnTo>
                  <a:lnTo>
                    <a:pt x="1154275" y="1348627"/>
                  </a:lnTo>
                  <a:lnTo>
                    <a:pt x="1154274" y="1348621"/>
                  </a:lnTo>
                  <a:lnTo>
                    <a:pt x="1154271" y="1348615"/>
                  </a:lnTo>
                  <a:lnTo>
                    <a:pt x="1154267" y="1348611"/>
                  </a:lnTo>
                  <a:lnTo>
                    <a:pt x="1154261" y="1348608"/>
                  </a:lnTo>
                  <a:lnTo>
                    <a:pt x="1154250" y="1348601"/>
                  </a:lnTo>
                  <a:lnTo>
                    <a:pt x="1154237" y="1348587"/>
                  </a:lnTo>
                  <a:lnTo>
                    <a:pt x="1154234" y="1348582"/>
                  </a:lnTo>
                  <a:lnTo>
                    <a:pt x="1154228" y="1348564"/>
                  </a:lnTo>
                  <a:lnTo>
                    <a:pt x="1154224" y="1348560"/>
                  </a:lnTo>
                  <a:lnTo>
                    <a:pt x="1154221" y="1348557"/>
                  </a:lnTo>
                  <a:lnTo>
                    <a:pt x="1154202" y="1348547"/>
                  </a:lnTo>
                  <a:lnTo>
                    <a:pt x="1154195" y="1348542"/>
                  </a:lnTo>
                  <a:lnTo>
                    <a:pt x="1154187" y="1348531"/>
                  </a:lnTo>
                  <a:lnTo>
                    <a:pt x="1154182" y="1348521"/>
                  </a:lnTo>
                  <a:lnTo>
                    <a:pt x="1154178" y="1348513"/>
                  </a:lnTo>
                  <a:lnTo>
                    <a:pt x="1154168" y="1348502"/>
                  </a:lnTo>
                  <a:lnTo>
                    <a:pt x="1154165" y="1348499"/>
                  </a:lnTo>
                  <a:lnTo>
                    <a:pt x="1154161" y="1348495"/>
                  </a:lnTo>
                  <a:lnTo>
                    <a:pt x="1154152" y="1348489"/>
                  </a:lnTo>
                  <a:lnTo>
                    <a:pt x="1154143" y="1348482"/>
                  </a:lnTo>
                  <a:lnTo>
                    <a:pt x="1154136" y="1348474"/>
                  </a:lnTo>
                  <a:lnTo>
                    <a:pt x="1154126" y="1348466"/>
                  </a:lnTo>
                  <a:lnTo>
                    <a:pt x="1154119" y="1348460"/>
                  </a:lnTo>
                  <a:lnTo>
                    <a:pt x="1154108" y="1348453"/>
                  </a:lnTo>
                  <a:lnTo>
                    <a:pt x="1154102" y="1348448"/>
                  </a:lnTo>
                  <a:lnTo>
                    <a:pt x="1154083" y="1348448"/>
                  </a:lnTo>
                  <a:lnTo>
                    <a:pt x="1154074" y="1348444"/>
                  </a:lnTo>
                  <a:lnTo>
                    <a:pt x="1154069" y="1348443"/>
                  </a:lnTo>
                  <a:lnTo>
                    <a:pt x="1154060" y="1348443"/>
                  </a:lnTo>
                  <a:lnTo>
                    <a:pt x="1154051" y="1348443"/>
                  </a:lnTo>
                  <a:lnTo>
                    <a:pt x="1154035" y="1348446"/>
                  </a:lnTo>
                  <a:lnTo>
                    <a:pt x="1154020" y="1348451"/>
                  </a:lnTo>
                  <a:lnTo>
                    <a:pt x="1154012" y="1348453"/>
                  </a:lnTo>
                  <a:lnTo>
                    <a:pt x="1153997" y="1348456"/>
                  </a:lnTo>
                  <a:lnTo>
                    <a:pt x="1153984" y="1348458"/>
                  </a:lnTo>
                  <a:lnTo>
                    <a:pt x="1153967" y="1348460"/>
                  </a:lnTo>
                  <a:lnTo>
                    <a:pt x="1153955" y="1348459"/>
                  </a:lnTo>
                  <a:lnTo>
                    <a:pt x="1153936" y="1348458"/>
                  </a:lnTo>
                  <a:lnTo>
                    <a:pt x="1153928" y="1348456"/>
                  </a:lnTo>
                  <a:lnTo>
                    <a:pt x="1153918" y="1348451"/>
                  </a:lnTo>
                  <a:lnTo>
                    <a:pt x="1153906" y="1348445"/>
                  </a:lnTo>
                  <a:lnTo>
                    <a:pt x="1153894" y="1348437"/>
                  </a:lnTo>
                  <a:lnTo>
                    <a:pt x="1153885" y="1348431"/>
                  </a:lnTo>
                  <a:lnTo>
                    <a:pt x="1153876" y="1348425"/>
                  </a:lnTo>
                  <a:lnTo>
                    <a:pt x="1153869" y="1348420"/>
                  </a:lnTo>
                  <a:lnTo>
                    <a:pt x="1153858" y="1348411"/>
                  </a:lnTo>
                  <a:lnTo>
                    <a:pt x="1153852" y="1348403"/>
                  </a:lnTo>
                  <a:lnTo>
                    <a:pt x="1153845" y="1348395"/>
                  </a:lnTo>
                  <a:lnTo>
                    <a:pt x="1153839" y="1348390"/>
                  </a:lnTo>
                  <a:lnTo>
                    <a:pt x="1153826" y="1348387"/>
                  </a:lnTo>
                  <a:lnTo>
                    <a:pt x="1153812" y="1348385"/>
                  </a:lnTo>
                  <a:lnTo>
                    <a:pt x="1153798" y="1348383"/>
                  </a:lnTo>
                  <a:lnTo>
                    <a:pt x="1153780" y="1348383"/>
                  </a:lnTo>
                  <a:lnTo>
                    <a:pt x="1153749" y="1348373"/>
                  </a:lnTo>
                  <a:lnTo>
                    <a:pt x="1153744" y="1348371"/>
                  </a:lnTo>
                  <a:lnTo>
                    <a:pt x="1153737" y="1348368"/>
                  </a:lnTo>
                  <a:lnTo>
                    <a:pt x="1153726" y="1348362"/>
                  </a:lnTo>
                  <a:lnTo>
                    <a:pt x="1153717" y="1348356"/>
                  </a:lnTo>
                  <a:lnTo>
                    <a:pt x="1153700" y="1348343"/>
                  </a:lnTo>
                  <a:lnTo>
                    <a:pt x="1153688" y="1348335"/>
                  </a:lnTo>
                  <a:lnTo>
                    <a:pt x="1153678" y="1348327"/>
                  </a:lnTo>
                  <a:lnTo>
                    <a:pt x="1153670" y="1348322"/>
                  </a:lnTo>
                  <a:lnTo>
                    <a:pt x="1153658" y="1348311"/>
                  </a:lnTo>
                  <a:lnTo>
                    <a:pt x="1153651" y="1348305"/>
                  </a:lnTo>
                  <a:lnTo>
                    <a:pt x="1153637" y="1348313"/>
                  </a:lnTo>
                  <a:lnTo>
                    <a:pt x="1153632" y="1348315"/>
                  </a:lnTo>
                  <a:lnTo>
                    <a:pt x="1153626" y="1348314"/>
                  </a:lnTo>
                  <a:lnTo>
                    <a:pt x="1153618" y="1348310"/>
                  </a:lnTo>
                  <a:lnTo>
                    <a:pt x="1153606" y="1348303"/>
                  </a:lnTo>
                  <a:lnTo>
                    <a:pt x="1153601" y="1348300"/>
                  </a:lnTo>
                  <a:lnTo>
                    <a:pt x="1153586" y="1348297"/>
                  </a:lnTo>
                  <a:lnTo>
                    <a:pt x="1153580" y="1348296"/>
                  </a:lnTo>
                  <a:lnTo>
                    <a:pt x="1153564" y="1348298"/>
                  </a:lnTo>
                  <a:lnTo>
                    <a:pt x="1153558" y="1348298"/>
                  </a:lnTo>
                  <a:lnTo>
                    <a:pt x="1153542" y="1348303"/>
                  </a:lnTo>
                  <a:lnTo>
                    <a:pt x="1153520" y="1348308"/>
                  </a:lnTo>
                  <a:lnTo>
                    <a:pt x="1153513" y="1348309"/>
                  </a:lnTo>
                  <a:lnTo>
                    <a:pt x="1153504" y="1348304"/>
                  </a:lnTo>
                  <a:lnTo>
                    <a:pt x="1153491" y="1348297"/>
                  </a:lnTo>
                  <a:lnTo>
                    <a:pt x="1153481" y="1348292"/>
                  </a:lnTo>
                  <a:lnTo>
                    <a:pt x="1153473" y="1348292"/>
                  </a:lnTo>
                  <a:lnTo>
                    <a:pt x="1153465" y="1348294"/>
                  </a:lnTo>
                  <a:lnTo>
                    <a:pt x="1153461" y="1348297"/>
                  </a:lnTo>
                  <a:lnTo>
                    <a:pt x="1153452" y="1348303"/>
                  </a:lnTo>
                  <a:lnTo>
                    <a:pt x="1153441" y="1348310"/>
                  </a:lnTo>
                  <a:lnTo>
                    <a:pt x="1153434" y="1348312"/>
                  </a:lnTo>
                  <a:lnTo>
                    <a:pt x="1153419" y="1348316"/>
                  </a:lnTo>
                  <a:lnTo>
                    <a:pt x="1153401" y="1348318"/>
                  </a:lnTo>
                  <a:lnTo>
                    <a:pt x="1153392" y="1348320"/>
                  </a:lnTo>
                  <a:lnTo>
                    <a:pt x="1153383" y="1348317"/>
                  </a:lnTo>
                  <a:lnTo>
                    <a:pt x="1153374" y="1348312"/>
                  </a:lnTo>
                  <a:lnTo>
                    <a:pt x="1153360" y="1348302"/>
                  </a:lnTo>
                  <a:lnTo>
                    <a:pt x="1153352" y="1348294"/>
                  </a:lnTo>
                  <a:lnTo>
                    <a:pt x="1153347" y="1348288"/>
                  </a:lnTo>
                  <a:lnTo>
                    <a:pt x="1153340" y="1348276"/>
                  </a:lnTo>
                  <a:lnTo>
                    <a:pt x="1153332" y="1348257"/>
                  </a:lnTo>
                  <a:lnTo>
                    <a:pt x="1153320" y="1348224"/>
                  </a:lnTo>
                  <a:lnTo>
                    <a:pt x="1153312" y="1348211"/>
                  </a:lnTo>
                  <a:lnTo>
                    <a:pt x="1153309" y="1348205"/>
                  </a:lnTo>
                  <a:lnTo>
                    <a:pt x="1153302" y="1348198"/>
                  </a:lnTo>
                  <a:lnTo>
                    <a:pt x="1153292" y="1348188"/>
                  </a:lnTo>
                  <a:lnTo>
                    <a:pt x="1153288" y="1348183"/>
                  </a:lnTo>
                  <a:lnTo>
                    <a:pt x="1153284" y="1348179"/>
                  </a:lnTo>
                  <a:lnTo>
                    <a:pt x="1153276" y="1348174"/>
                  </a:lnTo>
                  <a:lnTo>
                    <a:pt x="1153266" y="1348171"/>
                  </a:lnTo>
                  <a:lnTo>
                    <a:pt x="1153252" y="1348169"/>
                  </a:lnTo>
                  <a:lnTo>
                    <a:pt x="1153240" y="1348169"/>
                  </a:lnTo>
                  <a:lnTo>
                    <a:pt x="1153228" y="1348169"/>
                  </a:lnTo>
                  <a:lnTo>
                    <a:pt x="1153219" y="1348168"/>
                  </a:lnTo>
                  <a:lnTo>
                    <a:pt x="1153211" y="1348165"/>
                  </a:lnTo>
                  <a:lnTo>
                    <a:pt x="1153184" y="1348152"/>
                  </a:lnTo>
                  <a:lnTo>
                    <a:pt x="1153175" y="1348150"/>
                  </a:lnTo>
                  <a:lnTo>
                    <a:pt x="1153187" y="1348111"/>
                  </a:lnTo>
                  <a:lnTo>
                    <a:pt x="1153190" y="1348095"/>
                  </a:lnTo>
                  <a:lnTo>
                    <a:pt x="1153203" y="1348027"/>
                  </a:lnTo>
                  <a:lnTo>
                    <a:pt x="1153202" y="1348022"/>
                  </a:lnTo>
                  <a:lnTo>
                    <a:pt x="1153196" y="1348012"/>
                  </a:lnTo>
                  <a:lnTo>
                    <a:pt x="1153187" y="1348002"/>
                  </a:lnTo>
                  <a:lnTo>
                    <a:pt x="1153179" y="1347997"/>
                  </a:lnTo>
                  <a:lnTo>
                    <a:pt x="1153157" y="1347991"/>
                  </a:lnTo>
                  <a:lnTo>
                    <a:pt x="1153152" y="1347988"/>
                  </a:lnTo>
                  <a:lnTo>
                    <a:pt x="1153138" y="1347972"/>
                  </a:lnTo>
                  <a:lnTo>
                    <a:pt x="1153134" y="1347969"/>
                  </a:lnTo>
                  <a:lnTo>
                    <a:pt x="1153130" y="1347966"/>
                  </a:lnTo>
                  <a:lnTo>
                    <a:pt x="1153115" y="1347961"/>
                  </a:lnTo>
                  <a:lnTo>
                    <a:pt x="1153089" y="1347949"/>
                  </a:lnTo>
                  <a:lnTo>
                    <a:pt x="1153058" y="1347936"/>
                  </a:lnTo>
                  <a:lnTo>
                    <a:pt x="1153036" y="1347926"/>
                  </a:lnTo>
                  <a:lnTo>
                    <a:pt x="1153023" y="1347921"/>
                  </a:lnTo>
                  <a:lnTo>
                    <a:pt x="1153016" y="1347920"/>
                  </a:lnTo>
                  <a:lnTo>
                    <a:pt x="1152971" y="1347903"/>
                  </a:lnTo>
                  <a:lnTo>
                    <a:pt x="1152967" y="1347901"/>
                  </a:lnTo>
                  <a:lnTo>
                    <a:pt x="1152962" y="1347897"/>
                  </a:lnTo>
                  <a:lnTo>
                    <a:pt x="1152960" y="1347894"/>
                  </a:lnTo>
                  <a:lnTo>
                    <a:pt x="1152959" y="1347888"/>
                  </a:lnTo>
                  <a:lnTo>
                    <a:pt x="1152958" y="1347873"/>
                  </a:lnTo>
                  <a:lnTo>
                    <a:pt x="1152957" y="1347865"/>
                  </a:lnTo>
                  <a:lnTo>
                    <a:pt x="1152957" y="1347852"/>
                  </a:lnTo>
                  <a:lnTo>
                    <a:pt x="1152954" y="1347843"/>
                  </a:lnTo>
                  <a:lnTo>
                    <a:pt x="1152952" y="1347838"/>
                  </a:lnTo>
                  <a:lnTo>
                    <a:pt x="1152950" y="1347834"/>
                  </a:lnTo>
                  <a:lnTo>
                    <a:pt x="1152942" y="1347826"/>
                  </a:lnTo>
                  <a:lnTo>
                    <a:pt x="1152927" y="1347816"/>
                  </a:lnTo>
                  <a:lnTo>
                    <a:pt x="1152917" y="1347808"/>
                  </a:lnTo>
                  <a:lnTo>
                    <a:pt x="1152910" y="1347801"/>
                  </a:lnTo>
                  <a:lnTo>
                    <a:pt x="1152906" y="1347797"/>
                  </a:lnTo>
                  <a:lnTo>
                    <a:pt x="1152899" y="1347787"/>
                  </a:lnTo>
                  <a:lnTo>
                    <a:pt x="1152895" y="1347781"/>
                  </a:lnTo>
                  <a:lnTo>
                    <a:pt x="1152889" y="1347773"/>
                  </a:lnTo>
                  <a:lnTo>
                    <a:pt x="1152880" y="1347763"/>
                  </a:lnTo>
                  <a:lnTo>
                    <a:pt x="1152871" y="1347754"/>
                  </a:lnTo>
                  <a:lnTo>
                    <a:pt x="1152864" y="1347750"/>
                  </a:lnTo>
                  <a:lnTo>
                    <a:pt x="1152857" y="1347750"/>
                  </a:lnTo>
                  <a:lnTo>
                    <a:pt x="1152849" y="1347754"/>
                  </a:lnTo>
                  <a:lnTo>
                    <a:pt x="1152844" y="1347754"/>
                  </a:lnTo>
                  <a:lnTo>
                    <a:pt x="1152837" y="1347746"/>
                  </a:lnTo>
                  <a:lnTo>
                    <a:pt x="1152828" y="1347729"/>
                  </a:lnTo>
                  <a:lnTo>
                    <a:pt x="1152822" y="1347722"/>
                  </a:lnTo>
                  <a:lnTo>
                    <a:pt x="1152819" y="1347713"/>
                  </a:lnTo>
                  <a:lnTo>
                    <a:pt x="1152824" y="1347703"/>
                  </a:lnTo>
                  <a:lnTo>
                    <a:pt x="1152830" y="1347702"/>
                  </a:lnTo>
                  <a:lnTo>
                    <a:pt x="1152834" y="1347701"/>
                  </a:lnTo>
                  <a:lnTo>
                    <a:pt x="1152845" y="1347695"/>
                  </a:lnTo>
                  <a:lnTo>
                    <a:pt x="1152836" y="1347682"/>
                  </a:lnTo>
                  <a:lnTo>
                    <a:pt x="1152827" y="1347666"/>
                  </a:lnTo>
                  <a:lnTo>
                    <a:pt x="1152817" y="1347652"/>
                  </a:lnTo>
                  <a:lnTo>
                    <a:pt x="1152806" y="1347653"/>
                  </a:lnTo>
                  <a:lnTo>
                    <a:pt x="1152793" y="1347656"/>
                  </a:lnTo>
                  <a:lnTo>
                    <a:pt x="1152776" y="1347658"/>
                  </a:lnTo>
                  <a:lnTo>
                    <a:pt x="1152759" y="1347662"/>
                  </a:lnTo>
                  <a:lnTo>
                    <a:pt x="1152750" y="1347665"/>
                  </a:lnTo>
                  <a:lnTo>
                    <a:pt x="1152743" y="1347667"/>
                  </a:lnTo>
                  <a:lnTo>
                    <a:pt x="1152738" y="1347667"/>
                  </a:lnTo>
                  <a:lnTo>
                    <a:pt x="1152729" y="1347665"/>
                  </a:lnTo>
                  <a:lnTo>
                    <a:pt x="1152721" y="1347660"/>
                  </a:lnTo>
                  <a:lnTo>
                    <a:pt x="1152714" y="1347657"/>
                  </a:lnTo>
                  <a:lnTo>
                    <a:pt x="1152704" y="1347650"/>
                  </a:lnTo>
                  <a:lnTo>
                    <a:pt x="1152699" y="1347639"/>
                  </a:lnTo>
                  <a:lnTo>
                    <a:pt x="1152693" y="1347627"/>
                  </a:lnTo>
                  <a:lnTo>
                    <a:pt x="1152685" y="1347618"/>
                  </a:lnTo>
                  <a:lnTo>
                    <a:pt x="1152676" y="1347611"/>
                  </a:lnTo>
                  <a:lnTo>
                    <a:pt x="1152673" y="1347606"/>
                  </a:lnTo>
                  <a:lnTo>
                    <a:pt x="1152676" y="1347559"/>
                  </a:lnTo>
                  <a:lnTo>
                    <a:pt x="1152654" y="1347561"/>
                  </a:lnTo>
                  <a:lnTo>
                    <a:pt x="1152641" y="1347558"/>
                  </a:lnTo>
                  <a:lnTo>
                    <a:pt x="1152629" y="1347550"/>
                  </a:lnTo>
                  <a:lnTo>
                    <a:pt x="1152610" y="1347542"/>
                  </a:lnTo>
                  <a:lnTo>
                    <a:pt x="1152588" y="1347531"/>
                  </a:lnTo>
                  <a:lnTo>
                    <a:pt x="1152578" y="1347526"/>
                  </a:lnTo>
                  <a:lnTo>
                    <a:pt x="1152554" y="1347512"/>
                  </a:lnTo>
                  <a:lnTo>
                    <a:pt x="1152540" y="1347500"/>
                  </a:lnTo>
                  <a:lnTo>
                    <a:pt x="1152528" y="1347490"/>
                  </a:lnTo>
                  <a:lnTo>
                    <a:pt x="1152512" y="1347481"/>
                  </a:lnTo>
                  <a:lnTo>
                    <a:pt x="1152493" y="1347475"/>
                  </a:lnTo>
                  <a:lnTo>
                    <a:pt x="1152486" y="1347469"/>
                  </a:lnTo>
                  <a:lnTo>
                    <a:pt x="1152466" y="1347460"/>
                  </a:lnTo>
                  <a:lnTo>
                    <a:pt x="1152455" y="1347456"/>
                  </a:lnTo>
                  <a:lnTo>
                    <a:pt x="1152450" y="1347454"/>
                  </a:lnTo>
                  <a:lnTo>
                    <a:pt x="1152439" y="1347453"/>
                  </a:lnTo>
                  <a:lnTo>
                    <a:pt x="1152423" y="1347451"/>
                  </a:lnTo>
                  <a:lnTo>
                    <a:pt x="1152397" y="1347449"/>
                  </a:lnTo>
                  <a:lnTo>
                    <a:pt x="1152381" y="1347449"/>
                  </a:lnTo>
                  <a:lnTo>
                    <a:pt x="1152364" y="1347452"/>
                  </a:lnTo>
                  <a:lnTo>
                    <a:pt x="1152336" y="1347455"/>
                  </a:lnTo>
                  <a:lnTo>
                    <a:pt x="1152329" y="1347456"/>
                  </a:lnTo>
                  <a:lnTo>
                    <a:pt x="1152324" y="1347456"/>
                  </a:lnTo>
                  <a:lnTo>
                    <a:pt x="1152318" y="1347454"/>
                  </a:lnTo>
                  <a:lnTo>
                    <a:pt x="1152307" y="1347448"/>
                  </a:lnTo>
                  <a:lnTo>
                    <a:pt x="1152301" y="1347447"/>
                  </a:lnTo>
                  <a:lnTo>
                    <a:pt x="1152289" y="1347445"/>
                  </a:lnTo>
                  <a:lnTo>
                    <a:pt x="1152274" y="1347444"/>
                  </a:lnTo>
                  <a:lnTo>
                    <a:pt x="1152261" y="1347444"/>
                  </a:lnTo>
                  <a:lnTo>
                    <a:pt x="1152247" y="1347440"/>
                  </a:lnTo>
                  <a:lnTo>
                    <a:pt x="1152231" y="1347433"/>
                  </a:lnTo>
                  <a:lnTo>
                    <a:pt x="1152217" y="1347431"/>
                  </a:lnTo>
                  <a:lnTo>
                    <a:pt x="1152205" y="1347431"/>
                  </a:lnTo>
                  <a:lnTo>
                    <a:pt x="1152193" y="1347428"/>
                  </a:lnTo>
                  <a:lnTo>
                    <a:pt x="1152182" y="1347419"/>
                  </a:lnTo>
                  <a:lnTo>
                    <a:pt x="1152163" y="1347392"/>
                  </a:lnTo>
                  <a:lnTo>
                    <a:pt x="1152143" y="1347365"/>
                  </a:lnTo>
                  <a:lnTo>
                    <a:pt x="1152130" y="1347366"/>
                  </a:lnTo>
                  <a:lnTo>
                    <a:pt x="1152121" y="1347366"/>
                  </a:lnTo>
                  <a:lnTo>
                    <a:pt x="1152107" y="1347367"/>
                  </a:lnTo>
                  <a:lnTo>
                    <a:pt x="1152097" y="1347366"/>
                  </a:lnTo>
                  <a:lnTo>
                    <a:pt x="1152083" y="1347365"/>
                  </a:lnTo>
                  <a:lnTo>
                    <a:pt x="1152074" y="1347364"/>
                  </a:lnTo>
                  <a:lnTo>
                    <a:pt x="1152063" y="1347364"/>
                  </a:lnTo>
                  <a:lnTo>
                    <a:pt x="1152053" y="1347365"/>
                  </a:lnTo>
                  <a:lnTo>
                    <a:pt x="1152042" y="1347364"/>
                  </a:lnTo>
                  <a:lnTo>
                    <a:pt x="1152031" y="1347362"/>
                  </a:lnTo>
                  <a:lnTo>
                    <a:pt x="1152022" y="1347360"/>
                  </a:lnTo>
                  <a:lnTo>
                    <a:pt x="1152015" y="1347360"/>
                  </a:lnTo>
                  <a:lnTo>
                    <a:pt x="1152001" y="1347365"/>
                  </a:lnTo>
                  <a:lnTo>
                    <a:pt x="1151987" y="1347373"/>
                  </a:lnTo>
                  <a:lnTo>
                    <a:pt x="1151982" y="1347375"/>
                  </a:lnTo>
                  <a:lnTo>
                    <a:pt x="1151969" y="1347379"/>
                  </a:lnTo>
                  <a:lnTo>
                    <a:pt x="1151958" y="1347383"/>
                  </a:lnTo>
                  <a:lnTo>
                    <a:pt x="1151952" y="1347384"/>
                  </a:lnTo>
                  <a:lnTo>
                    <a:pt x="1151948" y="1347385"/>
                  </a:lnTo>
                  <a:lnTo>
                    <a:pt x="1151943" y="1347386"/>
                  </a:lnTo>
                  <a:lnTo>
                    <a:pt x="1151937" y="1347386"/>
                  </a:lnTo>
                  <a:lnTo>
                    <a:pt x="1151929" y="1347385"/>
                  </a:lnTo>
                  <a:lnTo>
                    <a:pt x="1151920" y="1347380"/>
                  </a:lnTo>
                  <a:lnTo>
                    <a:pt x="1151910" y="1347376"/>
                  </a:lnTo>
                  <a:lnTo>
                    <a:pt x="1151900" y="1347369"/>
                  </a:lnTo>
                  <a:lnTo>
                    <a:pt x="1151890" y="1347361"/>
                  </a:lnTo>
                  <a:lnTo>
                    <a:pt x="1151879" y="1347354"/>
                  </a:lnTo>
                  <a:lnTo>
                    <a:pt x="1151871" y="1347347"/>
                  </a:lnTo>
                  <a:lnTo>
                    <a:pt x="1151860" y="1347344"/>
                  </a:lnTo>
                  <a:lnTo>
                    <a:pt x="1151850" y="1347344"/>
                  </a:lnTo>
                  <a:lnTo>
                    <a:pt x="1151842" y="1347344"/>
                  </a:lnTo>
                  <a:lnTo>
                    <a:pt x="1151831" y="1347344"/>
                  </a:lnTo>
                  <a:lnTo>
                    <a:pt x="1151809" y="1347342"/>
                  </a:lnTo>
                  <a:lnTo>
                    <a:pt x="1151799" y="1347338"/>
                  </a:lnTo>
                  <a:lnTo>
                    <a:pt x="1151786" y="1347332"/>
                  </a:lnTo>
                  <a:lnTo>
                    <a:pt x="1151779" y="1347328"/>
                  </a:lnTo>
                  <a:lnTo>
                    <a:pt x="1151770" y="1347324"/>
                  </a:lnTo>
                  <a:lnTo>
                    <a:pt x="1151761" y="1347321"/>
                  </a:lnTo>
                  <a:lnTo>
                    <a:pt x="1151752" y="1347321"/>
                  </a:lnTo>
                  <a:lnTo>
                    <a:pt x="1151736" y="1347325"/>
                  </a:lnTo>
                  <a:lnTo>
                    <a:pt x="1151732" y="1347327"/>
                  </a:lnTo>
                  <a:lnTo>
                    <a:pt x="1151727" y="1347329"/>
                  </a:lnTo>
                  <a:lnTo>
                    <a:pt x="1151723" y="1347331"/>
                  </a:lnTo>
                  <a:lnTo>
                    <a:pt x="1151717" y="1347330"/>
                  </a:lnTo>
                  <a:lnTo>
                    <a:pt x="1151712" y="1347326"/>
                  </a:lnTo>
                  <a:lnTo>
                    <a:pt x="1151710" y="1347320"/>
                  </a:lnTo>
                  <a:lnTo>
                    <a:pt x="1151704" y="1347312"/>
                  </a:lnTo>
                  <a:lnTo>
                    <a:pt x="1151698" y="1347300"/>
                  </a:lnTo>
                  <a:lnTo>
                    <a:pt x="1151692" y="1347290"/>
                  </a:lnTo>
                  <a:lnTo>
                    <a:pt x="1151685" y="1347279"/>
                  </a:lnTo>
                  <a:lnTo>
                    <a:pt x="1151678" y="1347269"/>
                  </a:lnTo>
                  <a:lnTo>
                    <a:pt x="1151670" y="1347260"/>
                  </a:lnTo>
                  <a:lnTo>
                    <a:pt x="1151663" y="1347253"/>
                  </a:lnTo>
                  <a:lnTo>
                    <a:pt x="1151659" y="1347250"/>
                  </a:lnTo>
                  <a:lnTo>
                    <a:pt x="1151655" y="1347248"/>
                  </a:lnTo>
                  <a:lnTo>
                    <a:pt x="1151647" y="1347248"/>
                  </a:lnTo>
                  <a:lnTo>
                    <a:pt x="1151640" y="1347248"/>
                  </a:lnTo>
                  <a:lnTo>
                    <a:pt x="1151632" y="1347252"/>
                  </a:lnTo>
                  <a:lnTo>
                    <a:pt x="1151629" y="1347254"/>
                  </a:lnTo>
                  <a:lnTo>
                    <a:pt x="1151624" y="1347258"/>
                  </a:lnTo>
                  <a:lnTo>
                    <a:pt x="1151618" y="1347262"/>
                  </a:lnTo>
                  <a:lnTo>
                    <a:pt x="1151615" y="1347264"/>
                  </a:lnTo>
                  <a:lnTo>
                    <a:pt x="1151611" y="1347266"/>
                  </a:lnTo>
                  <a:lnTo>
                    <a:pt x="1151604" y="1347268"/>
                  </a:lnTo>
                  <a:lnTo>
                    <a:pt x="1151589" y="1347270"/>
                  </a:lnTo>
                  <a:lnTo>
                    <a:pt x="1151583" y="1347270"/>
                  </a:lnTo>
                  <a:lnTo>
                    <a:pt x="1151578" y="1347269"/>
                  </a:lnTo>
                  <a:lnTo>
                    <a:pt x="1151572" y="1347266"/>
                  </a:lnTo>
                  <a:lnTo>
                    <a:pt x="1151567" y="1347260"/>
                  </a:lnTo>
                  <a:lnTo>
                    <a:pt x="1151562" y="1347254"/>
                  </a:lnTo>
                  <a:lnTo>
                    <a:pt x="1151559" y="1347250"/>
                  </a:lnTo>
                  <a:lnTo>
                    <a:pt x="1151554" y="1347244"/>
                  </a:lnTo>
                  <a:lnTo>
                    <a:pt x="1151550" y="1347241"/>
                  </a:lnTo>
                  <a:lnTo>
                    <a:pt x="1151545" y="1347239"/>
                  </a:lnTo>
                  <a:lnTo>
                    <a:pt x="1151540" y="1347238"/>
                  </a:lnTo>
                  <a:lnTo>
                    <a:pt x="1151529" y="1347241"/>
                  </a:lnTo>
                  <a:lnTo>
                    <a:pt x="1151519" y="1347248"/>
                  </a:lnTo>
                  <a:lnTo>
                    <a:pt x="1151514" y="1347252"/>
                  </a:lnTo>
                  <a:lnTo>
                    <a:pt x="1151511" y="1347255"/>
                  </a:lnTo>
                  <a:lnTo>
                    <a:pt x="1151506" y="1347255"/>
                  </a:lnTo>
                  <a:lnTo>
                    <a:pt x="1151501" y="1347254"/>
                  </a:lnTo>
                  <a:lnTo>
                    <a:pt x="1151498" y="1347252"/>
                  </a:lnTo>
                  <a:lnTo>
                    <a:pt x="1151494" y="1347248"/>
                  </a:lnTo>
                  <a:lnTo>
                    <a:pt x="1151489" y="1347242"/>
                  </a:lnTo>
                  <a:lnTo>
                    <a:pt x="1151474" y="1347240"/>
                  </a:lnTo>
                  <a:lnTo>
                    <a:pt x="1151460" y="1347232"/>
                  </a:lnTo>
                  <a:lnTo>
                    <a:pt x="1151449" y="1347227"/>
                  </a:lnTo>
                  <a:lnTo>
                    <a:pt x="1151420" y="1347220"/>
                  </a:lnTo>
                  <a:lnTo>
                    <a:pt x="1151411" y="1347220"/>
                  </a:lnTo>
                  <a:lnTo>
                    <a:pt x="1151398" y="1347225"/>
                  </a:lnTo>
                  <a:lnTo>
                    <a:pt x="1151382" y="1347235"/>
                  </a:lnTo>
                  <a:lnTo>
                    <a:pt x="1151368" y="1347242"/>
                  </a:lnTo>
                  <a:lnTo>
                    <a:pt x="1151354" y="1347245"/>
                  </a:lnTo>
                  <a:lnTo>
                    <a:pt x="1151343" y="1347240"/>
                  </a:lnTo>
                  <a:lnTo>
                    <a:pt x="1151318" y="1347231"/>
                  </a:lnTo>
                  <a:lnTo>
                    <a:pt x="1151308" y="1347225"/>
                  </a:lnTo>
                  <a:lnTo>
                    <a:pt x="1151297" y="1347219"/>
                  </a:lnTo>
                  <a:lnTo>
                    <a:pt x="1151283" y="1347213"/>
                  </a:lnTo>
                  <a:lnTo>
                    <a:pt x="1151273" y="1347214"/>
                  </a:lnTo>
                  <a:lnTo>
                    <a:pt x="1151262" y="1347215"/>
                  </a:lnTo>
                  <a:lnTo>
                    <a:pt x="1151248" y="1347223"/>
                  </a:lnTo>
                  <a:lnTo>
                    <a:pt x="1151234" y="1347230"/>
                  </a:lnTo>
                  <a:lnTo>
                    <a:pt x="1151216" y="1347232"/>
                  </a:lnTo>
                  <a:lnTo>
                    <a:pt x="1151207" y="1347232"/>
                  </a:lnTo>
                  <a:lnTo>
                    <a:pt x="1151202" y="1347230"/>
                  </a:lnTo>
                  <a:lnTo>
                    <a:pt x="1151192" y="1347224"/>
                  </a:lnTo>
                  <a:lnTo>
                    <a:pt x="1151188" y="1347220"/>
                  </a:lnTo>
                  <a:lnTo>
                    <a:pt x="1151180" y="1347214"/>
                  </a:lnTo>
                  <a:lnTo>
                    <a:pt x="1151174" y="1347208"/>
                  </a:lnTo>
                  <a:lnTo>
                    <a:pt x="1151166" y="1347203"/>
                  </a:lnTo>
                  <a:lnTo>
                    <a:pt x="1151161" y="1347199"/>
                  </a:lnTo>
                  <a:lnTo>
                    <a:pt x="1151151" y="1347192"/>
                  </a:lnTo>
                  <a:lnTo>
                    <a:pt x="1151140" y="1347185"/>
                  </a:lnTo>
                  <a:lnTo>
                    <a:pt x="1151136" y="1347183"/>
                  </a:lnTo>
                  <a:lnTo>
                    <a:pt x="1151131" y="1347180"/>
                  </a:lnTo>
                  <a:lnTo>
                    <a:pt x="1151126" y="1347174"/>
                  </a:lnTo>
                  <a:lnTo>
                    <a:pt x="1151120" y="1347170"/>
                  </a:lnTo>
                  <a:lnTo>
                    <a:pt x="1151115" y="1347164"/>
                  </a:lnTo>
                  <a:lnTo>
                    <a:pt x="1151108" y="1347158"/>
                  </a:lnTo>
                  <a:lnTo>
                    <a:pt x="1151103" y="1347152"/>
                  </a:lnTo>
                  <a:lnTo>
                    <a:pt x="1151100" y="1347148"/>
                  </a:lnTo>
                  <a:lnTo>
                    <a:pt x="1151092" y="1347138"/>
                  </a:lnTo>
                  <a:lnTo>
                    <a:pt x="1151085" y="1347131"/>
                  </a:lnTo>
                  <a:lnTo>
                    <a:pt x="1151071" y="1347126"/>
                  </a:lnTo>
                  <a:lnTo>
                    <a:pt x="1151059" y="1347113"/>
                  </a:lnTo>
                  <a:lnTo>
                    <a:pt x="1151044" y="1347104"/>
                  </a:lnTo>
                  <a:lnTo>
                    <a:pt x="1151036" y="1347099"/>
                  </a:lnTo>
                  <a:lnTo>
                    <a:pt x="1151024" y="1347089"/>
                  </a:lnTo>
                  <a:lnTo>
                    <a:pt x="1151018" y="1347081"/>
                  </a:lnTo>
                  <a:lnTo>
                    <a:pt x="1151015" y="1347069"/>
                  </a:lnTo>
                  <a:lnTo>
                    <a:pt x="1151015" y="1347061"/>
                  </a:lnTo>
                  <a:lnTo>
                    <a:pt x="1151016" y="1347055"/>
                  </a:lnTo>
                  <a:lnTo>
                    <a:pt x="1151021" y="1347046"/>
                  </a:lnTo>
                  <a:lnTo>
                    <a:pt x="1151022" y="1347037"/>
                  </a:lnTo>
                  <a:lnTo>
                    <a:pt x="1151017" y="1347028"/>
                  </a:lnTo>
                  <a:lnTo>
                    <a:pt x="1151002" y="1347025"/>
                  </a:lnTo>
                  <a:lnTo>
                    <a:pt x="1150998" y="1347023"/>
                  </a:lnTo>
                  <a:lnTo>
                    <a:pt x="1150986" y="1347020"/>
                  </a:lnTo>
                  <a:lnTo>
                    <a:pt x="1150968" y="1347015"/>
                  </a:lnTo>
                  <a:lnTo>
                    <a:pt x="1150954" y="1347014"/>
                  </a:lnTo>
                  <a:lnTo>
                    <a:pt x="1150937" y="1347015"/>
                  </a:lnTo>
                  <a:lnTo>
                    <a:pt x="1150922" y="1347019"/>
                  </a:lnTo>
                  <a:lnTo>
                    <a:pt x="1150912" y="1347025"/>
                  </a:lnTo>
                  <a:lnTo>
                    <a:pt x="1150905" y="1347032"/>
                  </a:lnTo>
                  <a:lnTo>
                    <a:pt x="1150896" y="1347048"/>
                  </a:lnTo>
                  <a:lnTo>
                    <a:pt x="1150891" y="1347060"/>
                  </a:lnTo>
                  <a:lnTo>
                    <a:pt x="1150885" y="1347084"/>
                  </a:lnTo>
                  <a:lnTo>
                    <a:pt x="1150881" y="1347091"/>
                  </a:lnTo>
                  <a:lnTo>
                    <a:pt x="1150877" y="1347094"/>
                  </a:lnTo>
                  <a:lnTo>
                    <a:pt x="1150870" y="1347095"/>
                  </a:lnTo>
                  <a:lnTo>
                    <a:pt x="1150863" y="1347095"/>
                  </a:lnTo>
                  <a:lnTo>
                    <a:pt x="1150847" y="1347091"/>
                  </a:lnTo>
                  <a:lnTo>
                    <a:pt x="1150832" y="1347089"/>
                  </a:lnTo>
                  <a:lnTo>
                    <a:pt x="1150819" y="1347087"/>
                  </a:lnTo>
                  <a:lnTo>
                    <a:pt x="1150800" y="1347078"/>
                  </a:lnTo>
                  <a:lnTo>
                    <a:pt x="1150785" y="1347070"/>
                  </a:lnTo>
                  <a:lnTo>
                    <a:pt x="1150777" y="1347065"/>
                  </a:lnTo>
                  <a:lnTo>
                    <a:pt x="1150766" y="1347061"/>
                  </a:lnTo>
                  <a:lnTo>
                    <a:pt x="1150755" y="1347059"/>
                  </a:lnTo>
                  <a:lnTo>
                    <a:pt x="1150742" y="1347061"/>
                  </a:lnTo>
                  <a:lnTo>
                    <a:pt x="1150734" y="1347066"/>
                  </a:lnTo>
                  <a:lnTo>
                    <a:pt x="1150730" y="1347068"/>
                  </a:lnTo>
                  <a:lnTo>
                    <a:pt x="1150728" y="1347072"/>
                  </a:lnTo>
                  <a:lnTo>
                    <a:pt x="1150723" y="1347084"/>
                  </a:lnTo>
                  <a:lnTo>
                    <a:pt x="1150718" y="1347092"/>
                  </a:lnTo>
                  <a:lnTo>
                    <a:pt x="1150702" y="1347110"/>
                  </a:lnTo>
                  <a:lnTo>
                    <a:pt x="1150691" y="1347121"/>
                  </a:lnTo>
                  <a:lnTo>
                    <a:pt x="1150687" y="1347125"/>
                  </a:lnTo>
                  <a:lnTo>
                    <a:pt x="1150692" y="1347142"/>
                  </a:lnTo>
                  <a:lnTo>
                    <a:pt x="1150690" y="1347146"/>
                  </a:lnTo>
                  <a:lnTo>
                    <a:pt x="1150683" y="1347152"/>
                  </a:lnTo>
                  <a:lnTo>
                    <a:pt x="1150671" y="1347158"/>
                  </a:lnTo>
                  <a:lnTo>
                    <a:pt x="1150637" y="1347175"/>
                  </a:lnTo>
                  <a:lnTo>
                    <a:pt x="1150637" y="1347192"/>
                  </a:lnTo>
                  <a:lnTo>
                    <a:pt x="1150638" y="1347198"/>
                  </a:lnTo>
                  <a:lnTo>
                    <a:pt x="1150639" y="1347206"/>
                  </a:lnTo>
                  <a:lnTo>
                    <a:pt x="1150638" y="1347215"/>
                  </a:lnTo>
                  <a:lnTo>
                    <a:pt x="1150636" y="1347224"/>
                  </a:lnTo>
                  <a:lnTo>
                    <a:pt x="1150632" y="1347241"/>
                  </a:lnTo>
                  <a:lnTo>
                    <a:pt x="1150631" y="1347251"/>
                  </a:lnTo>
                  <a:lnTo>
                    <a:pt x="1150631" y="1347262"/>
                  </a:lnTo>
                  <a:lnTo>
                    <a:pt x="1150631" y="1347269"/>
                  </a:lnTo>
                  <a:lnTo>
                    <a:pt x="1150631" y="1347274"/>
                  </a:lnTo>
                  <a:lnTo>
                    <a:pt x="1150628" y="1347280"/>
                  </a:lnTo>
                  <a:lnTo>
                    <a:pt x="1150621" y="1347290"/>
                  </a:lnTo>
                  <a:lnTo>
                    <a:pt x="1150607" y="1347308"/>
                  </a:lnTo>
                  <a:lnTo>
                    <a:pt x="1150603" y="1347313"/>
                  </a:lnTo>
                  <a:lnTo>
                    <a:pt x="1150598" y="1347321"/>
                  </a:lnTo>
                  <a:lnTo>
                    <a:pt x="1150594" y="1347329"/>
                  </a:lnTo>
                  <a:lnTo>
                    <a:pt x="1150575" y="1347331"/>
                  </a:lnTo>
                  <a:lnTo>
                    <a:pt x="1150565" y="1347384"/>
                  </a:lnTo>
                  <a:lnTo>
                    <a:pt x="1150564" y="1347389"/>
                  </a:lnTo>
                  <a:lnTo>
                    <a:pt x="1150560" y="1347402"/>
                  </a:lnTo>
                  <a:lnTo>
                    <a:pt x="1150558" y="1347406"/>
                  </a:lnTo>
                  <a:lnTo>
                    <a:pt x="1150559" y="1347412"/>
                  </a:lnTo>
                  <a:lnTo>
                    <a:pt x="1150560" y="1347417"/>
                  </a:lnTo>
                  <a:lnTo>
                    <a:pt x="1150562" y="1347422"/>
                  </a:lnTo>
                  <a:lnTo>
                    <a:pt x="1150565" y="1347429"/>
                  </a:lnTo>
                  <a:lnTo>
                    <a:pt x="1150566" y="1347437"/>
                  </a:lnTo>
                  <a:lnTo>
                    <a:pt x="1150565" y="1347448"/>
                  </a:lnTo>
                  <a:lnTo>
                    <a:pt x="1150567" y="1347473"/>
                  </a:lnTo>
                  <a:lnTo>
                    <a:pt x="1150567" y="1347480"/>
                  </a:lnTo>
                  <a:lnTo>
                    <a:pt x="1150566" y="1347486"/>
                  </a:lnTo>
                  <a:lnTo>
                    <a:pt x="1150563" y="1347496"/>
                  </a:lnTo>
                  <a:lnTo>
                    <a:pt x="1150561" y="1347506"/>
                  </a:lnTo>
                  <a:lnTo>
                    <a:pt x="1150557" y="1347519"/>
                  </a:lnTo>
                  <a:lnTo>
                    <a:pt x="1150554" y="1347531"/>
                  </a:lnTo>
                  <a:lnTo>
                    <a:pt x="1150553" y="1347543"/>
                  </a:lnTo>
                  <a:lnTo>
                    <a:pt x="1150552" y="1347552"/>
                  </a:lnTo>
                  <a:lnTo>
                    <a:pt x="1150572" y="1347553"/>
                  </a:lnTo>
                  <a:lnTo>
                    <a:pt x="1150573" y="1347565"/>
                  </a:lnTo>
                  <a:lnTo>
                    <a:pt x="1150574" y="1347577"/>
                  </a:lnTo>
                  <a:lnTo>
                    <a:pt x="1150578" y="1347583"/>
                  </a:lnTo>
                  <a:lnTo>
                    <a:pt x="1150586" y="1347588"/>
                  </a:lnTo>
                  <a:lnTo>
                    <a:pt x="1150591" y="1347593"/>
                  </a:lnTo>
                  <a:lnTo>
                    <a:pt x="1150602" y="1347604"/>
                  </a:lnTo>
                  <a:lnTo>
                    <a:pt x="1150610" y="1347614"/>
                  </a:lnTo>
                  <a:lnTo>
                    <a:pt x="1150617" y="1347628"/>
                  </a:lnTo>
                  <a:lnTo>
                    <a:pt x="1150621" y="1347636"/>
                  </a:lnTo>
                  <a:lnTo>
                    <a:pt x="1150623" y="1347647"/>
                  </a:lnTo>
                  <a:lnTo>
                    <a:pt x="1150624" y="1347657"/>
                  </a:lnTo>
                  <a:lnTo>
                    <a:pt x="1150623" y="1347666"/>
                  </a:lnTo>
                  <a:lnTo>
                    <a:pt x="1150619" y="1347673"/>
                  </a:lnTo>
                  <a:lnTo>
                    <a:pt x="1150611" y="1347677"/>
                  </a:lnTo>
                  <a:lnTo>
                    <a:pt x="1150606" y="1347679"/>
                  </a:lnTo>
                  <a:lnTo>
                    <a:pt x="1150604" y="1347687"/>
                  </a:lnTo>
                  <a:lnTo>
                    <a:pt x="1150611" y="1347702"/>
                  </a:lnTo>
                  <a:lnTo>
                    <a:pt x="1150619" y="1347725"/>
                  </a:lnTo>
                  <a:lnTo>
                    <a:pt x="1150626" y="1347740"/>
                  </a:lnTo>
                  <a:lnTo>
                    <a:pt x="1150630" y="1347748"/>
                  </a:lnTo>
                  <a:lnTo>
                    <a:pt x="1150612" y="1347755"/>
                  </a:lnTo>
                  <a:lnTo>
                    <a:pt x="1150613" y="1347760"/>
                  </a:lnTo>
                  <a:lnTo>
                    <a:pt x="1150613" y="1347767"/>
                  </a:lnTo>
                  <a:lnTo>
                    <a:pt x="1150611" y="1347774"/>
                  </a:lnTo>
                  <a:lnTo>
                    <a:pt x="1150609" y="1347782"/>
                  </a:lnTo>
                  <a:lnTo>
                    <a:pt x="1150608" y="1347790"/>
                  </a:lnTo>
                  <a:lnTo>
                    <a:pt x="1150607" y="1347795"/>
                  </a:lnTo>
                  <a:lnTo>
                    <a:pt x="1150608" y="1347803"/>
                  </a:lnTo>
                  <a:lnTo>
                    <a:pt x="1150612" y="1347812"/>
                  </a:lnTo>
                  <a:lnTo>
                    <a:pt x="1150619" y="1347822"/>
                  </a:lnTo>
                  <a:lnTo>
                    <a:pt x="1150627" y="1347833"/>
                  </a:lnTo>
                  <a:lnTo>
                    <a:pt x="1150629" y="1347840"/>
                  </a:lnTo>
                  <a:lnTo>
                    <a:pt x="1150630" y="1347845"/>
                  </a:lnTo>
                  <a:lnTo>
                    <a:pt x="1150628" y="1347853"/>
                  </a:lnTo>
                  <a:lnTo>
                    <a:pt x="1150620" y="1347861"/>
                  </a:lnTo>
                  <a:lnTo>
                    <a:pt x="1150618" y="1347865"/>
                  </a:lnTo>
                  <a:lnTo>
                    <a:pt x="1150614" y="1347871"/>
                  </a:lnTo>
                  <a:lnTo>
                    <a:pt x="1150612" y="1347875"/>
                  </a:lnTo>
                  <a:lnTo>
                    <a:pt x="1150611" y="1347880"/>
                  </a:lnTo>
                  <a:lnTo>
                    <a:pt x="1150610" y="1347888"/>
                  </a:lnTo>
                  <a:lnTo>
                    <a:pt x="1150611" y="1347892"/>
                  </a:lnTo>
                  <a:lnTo>
                    <a:pt x="1150611" y="1347897"/>
                  </a:lnTo>
                  <a:lnTo>
                    <a:pt x="1150615" y="1347906"/>
                  </a:lnTo>
                  <a:lnTo>
                    <a:pt x="1150620" y="1347914"/>
                  </a:lnTo>
                  <a:lnTo>
                    <a:pt x="1150627" y="1347925"/>
                  </a:lnTo>
                  <a:lnTo>
                    <a:pt x="1150636" y="1347934"/>
                  </a:lnTo>
                  <a:lnTo>
                    <a:pt x="1150640" y="1347942"/>
                  </a:lnTo>
                  <a:lnTo>
                    <a:pt x="1150639" y="1347958"/>
                  </a:lnTo>
                  <a:lnTo>
                    <a:pt x="1150635" y="1347975"/>
                  </a:lnTo>
                  <a:lnTo>
                    <a:pt x="1150630" y="1347989"/>
                  </a:lnTo>
                  <a:lnTo>
                    <a:pt x="1150617" y="1348002"/>
                  </a:lnTo>
                  <a:lnTo>
                    <a:pt x="1150607" y="1348005"/>
                  </a:lnTo>
                  <a:lnTo>
                    <a:pt x="1150598" y="1348008"/>
                  </a:lnTo>
                  <a:lnTo>
                    <a:pt x="1150595" y="1348015"/>
                  </a:lnTo>
                  <a:lnTo>
                    <a:pt x="1150591" y="1348024"/>
                  </a:lnTo>
                  <a:lnTo>
                    <a:pt x="1150581" y="1348042"/>
                  </a:lnTo>
                  <a:lnTo>
                    <a:pt x="1150567" y="1348063"/>
                  </a:lnTo>
                  <a:lnTo>
                    <a:pt x="1150565" y="1348068"/>
                  </a:lnTo>
                  <a:lnTo>
                    <a:pt x="1150565" y="1348078"/>
                  </a:lnTo>
                  <a:lnTo>
                    <a:pt x="1150569" y="1348082"/>
                  </a:lnTo>
                  <a:lnTo>
                    <a:pt x="1150576" y="1348089"/>
                  </a:lnTo>
                  <a:lnTo>
                    <a:pt x="1150580" y="1348092"/>
                  </a:lnTo>
                  <a:lnTo>
                    <a:pt x="1150588" y="1348098"/>
                  </a:lnTo>
                  <a:lnTo>
                    <a:pt x="1150596" y="1348105"/>
                  </a:lnTo>
                  <a:lnTo>
                    <a:pt x="1150605" y="1348113"/>
                  </a:lnTo>
                  <a:lnTo>
                    <a:pt x="1150613" y="1348120"/>
                  </a:lnTo>
                  <a:lnTo>
                    <a:pt x="1150619" y="1348128"/>
                  </a:lnTo>
                  <a:lnTo>
                    <a:pt x="1150618" y="1348137"/>
                  </a:lnTo>
                  <a:lnTo>
                    <a:pt x="1150612" y="1348146"/>
                  </a:lnTo>
                  <a:lnTo>
                    <a:pt x="1150610" y="1348158"/>
                  </a:lnTo>
                  <a:lnTo>
                    <a:pt x="1150611" y="1348165"/>
                  </a:lnTo>
                  <a:lnTo>
                    <a:pt x="1150621" y="1348172"/>
                  </a:lnTo>
                  <a:lnTo>
                    <a:pt x="1150629" y="1348187"/>
                  </a:lnTo>
                  <a:lnTo>
                    <a:pt x="1150634" y="1348194"/>
                  </a:lnTo>
                  <a:lnTo>
                    <a:pt x="1150641" y="1348204"/>
                  </a:lnTo>
                  <a:lnTo>
                    <a:pt x="1150649" y="1348213"/>
                  </a:lnTo>
                  <a:lnTo>
                    <a:pt x="1150653" y="1348221"/>
                  </a:lnTo>
                  <a:lnTo>
                    <a:pt x="1150653" y="1348229"/>
                  </a:lnTo>
                  <a:lnTo>
                    <a:pt x="1150650" y="1348235"/>
                  </a:lnTo>
                  <a:lnTo>
                    <a:pt x="1150643" y="1348242"/>
                  </a:lnTo>
                  <a:lnTo>
                    <a:pt x="1150640" y="1348251"/>
                  </a:lnTo>
                  <a:lnTo>
                    <a:pt x="1150636" y="1348259"/>
                  </a:lnTo>
                  <a:lnTo>
                    <a:pt x="1150639" y="1348270"/>
                  </a:lnTo>
                  <a:lnTo>
                    <a:pt x="1150640" y="1348279"/>
                  </a:lnTo>
                  <a:lnTo>
                    <a:pt x="1150640" y="1348290"/>
                  </a:lnTo>
                  <a:lnTo>
                    <a:pt x="1150644" y="1348295"/>
                  </a:lnTo>
                  <a:lnTo>
                    <a:pt x="1150653" y="1348298"/>
                  </a:lnTo>
                  <a:lnTo>
                    <a:pt x="1150659" y="1348303"/>
                  </a:lnTo>
                  <a:lnTo>
                    <a:pt x="1150661" y="1348311"/>
                  </a:lnTo>
                  <a:lnTo>
                    <a:pt x="1150657" y="1348323"/>
                  </a:lnTo>
                  <a:lnTo>
                    <a:pt x="1150655" y="1348337"/>
                  </a:lnTo>
                  <a:lnTo>
                    <a:pt x="1150658" y="1348343"/>
                  </a:lnTo>
                  <a:lnTo>
                    <a:pt x="1150657" y="1348350"/>
                  </a:lnTo>
                  <a:lnTo>
                    <a:pt x="1150655" y="1348355"/>
                  </a:lnTo>
                  <a:lnTo>
                    <a:pt x="1150653" y="1348362"/>
                  </a:lnTo>
                  <a:lnTo>
                    <a:pt x="1150651" y="1348366"/>
                  </a:lnTo>
                  <a:lnTo>
                    <a:pt x="1150648" y="1348370"/>
                  </a:lnTo>
                  <a:lnTo>
                    <a:pt x="1150635" y="1348372"/>
                  </a:lnTo>
                  <a:lnTo>
                    <a:pt x="1150627" y="1348369"/>
                  </a:lnTo>
                  <a:lnTo>
                    <a:pt x="1150618" y="1348363"/>
                  </a:lnTo>
                  <a:lnTo>
                    <a:pt x="1150609" y="1348358"/>
                  </a:lnTo>
                  <a:lnTo>
                    <a:pt x="1150599" y="1348352"/>
                  </a:lnTo>
                  <a:lnTo>
                    <a:pt x="1150591" y="1348347"/>
                  </a:lnTo>
                  <a:lnTo>
                    <a:pt x="1150580" y="1348348"/>
                  </a:lnTo>
                  <a:lnTo>
                    <a:pt x="1150570" y="1348351"/>
                  </a:lnTo>
                  <a:lnTo>
                    <a:pt x="1150562" y="1348357"/>
                  </a:lnTo>
                  <a:lnTo>
                    <a:pt x="1150557" y="1348361"/>
                  </a:lnTo>
                  <a:lnTo>
                    <a:pt x="1150553" y="1348368"/>
                  </a:lnTo>
                  <a:lnTo>
                    <a:pt x="1150550" y="1348374"/>
                  </a:lnTo>
                  <a:lnTo>
                    <a:pt x="1150547" y="1348378"/>
                  </a:lnTo>
                  <a:lnTo>
                    <a:pt x="1150544" y="1348381"/>
                  </a:lnTo>
                  <a:lnTo>
                    <a:pt x="1150540" y="1348385"/>
                  </a:lnTo>
                  <a:lnTo>
                    <a:pt x="1150535" y="1348388"/>
                  </a:lnTo>
                  <a:lnTo>
                    <a:pt x="1150527" y="1348391"/>
                  </a:lnTo>
                  <a:lnTo>
                    <a:pt x="1150523" y="1348392"/>
                  </a:lnTo>
                  <a:lnTo>
                    <a:pt x="1150516" y="1348395"/>
                  </a:lnTo>
                  <a:lnTo>
                    <a:pt x="1150504" y="1348398"/>
                  </a:lnTo>
                  <a:lnTo>
                    <a:pt x="1150500" y="1348399"/>
                  </a:lnTo>
                  <a:lnTo>
                    <a:pt x="1150496" y="1348402"/>
                  </a:lnTo>
                  <a:lnTo>
                    <a:pt x="1150490" y="1348407"/>
                  </a:lnTo>
                  <a:lnTo>
                    <a:pt x="1150487" y="1348411"/>
                  </a:lnTo>
                  <a:lnTo>
                    <a:pt x="1150484" y="1348417"/>
                  </a:lnTo>
                  <a:lnTo>
                    <a:pt x="1150480" y="1348423"/>
                  </a:lnTo>
                  <a:lnTo>
                    <a:pt x="1150472" y="1348440"/>
                  </a:lnTo>
                  <a:lnTo>
                    <a:pt x="1150462" y="1348458"/>
                  </a:lnTo>
                  <a:lnTo>
                    <a:pt x="1150467" y="1348474"/>
                  </a:lnTo>
                  <a:lnTo>
                    <a:pt x="1150463" y="1348492"/>
                  </a:lnTo>
                  <a:lnTo>
                    <a:pt x="1150457" y="1348502"/>
                  </a:lnTo>
                  <a:lnTo>
                    <a:pt x="1150451" y="1348504"/>
                  </a:lnTo>
                  <a:lnTo>
                    <a:pt x="1150444" y="1348502"/>
                  </a:lnTo>
                  <a:lnTo>
                    <a:pt x="1150431" y="1348491"/>
                  </a:lnTo>
                  <a:lnTo>
                    <a:pt x="1150428" y="1348485"/>
                  </a:lnTo>
                  <a:lnTo>
                    <a:pt x="1150423" y="1348480"/>
                  </a:lnTo>
                  <a:lnTo>
                    <a:pt x="1150417" y="1348476"/>
                  </a:lnTo>
                  <a:lnTo>
                    <a:pt x="1150412" y="1348474"/>
                  </a:lnTo>
                  <a:lnTo>
                    <a:pt x="1150404" y="1348473"/>
                  </a:lnTo>
                  <a:lnTo>
                    <a:pt x="1150397" y="1348476"/>
                  </a:lnTo>
                  <a:lnTo>
                    <a:pt x="1150393" y="1348480"/>
                  </a:lnTo>
                  <a:lnTo>
                    <a:pt x="1150392" y="1348492"/>
                  </a:lnTo>
                  <a:lnTo>
                    <a:pt x="1150394" y="1348498"/>
                  </a:lnTo>
                  <a:lnTo>
                    <a:pt x="1150397" y="1348504"/>
                  </a:lnTo>
                  <a:lnTo>
                    <a:pt x="1150407" y="1348519"/>
                  </a:lnTo>
                  <a:lnTo>
                    <a:pt x="1150419" y="1348531"/>
                  </a:lnTo>
                  <a:lnTo>
                    <a:pt x="1150424" y="1348536"/>
                  </a:lnTo>
                  <a:lnTo>
                    <a:pt x="1150426" y="1348546"/>
                  </a:lnTo>
                  <a:lnTo>
                    <a:pt x="1150436" y="1348557"/>
                  </a:lnTo>
                  <a:lnTo>
                    <a:pt x="1150437" y="1348568"/>
                  </a:lnTo>
                  <a:lnTo>
                    <a:pt x="1150436" y="1348576"/>
                  </a:lnTo>
                  <a:lnTo>
                    <a:pt x="1150434" y="1348581"/>
                  </a:lnTo>
                  <a:lnTo>
                    <a:pt x="1150425" y="1348587"/>
                  </a:lnTo>
                  <a:lnTo>
                    <a:pt x="1150421" y="1348590"/>
                  </a:lnTo>
                  <a:lnTo>
                    <a:pt x="1150416" y="1348590"/>
                  </a:lnTo>
                  <a:lnTo>
                    <a:pt x="1150410" y="1348586"/>
                  </a:lnTo>
                  <a:lnTo>
                    <a:pt x="1150401" y="1348583"/>
                  </a:lnTo>
                  <a:lnTo>
                    <a:pt x="1150388" y="1348582"/>
                  </a:lnTo>
                  <a:lnTo>
                    <a:pt x="1150384" y="1348583"/>
                  </a:lnTo>
                  <a:lnTo>
                    <a:pt x="1150379" y="1348585"/>
                  </a:lnTo>
                  <a:lnTo>
                    <a:pt x="1150375" y="1348587"/>
                  </a:lnTo>
                  <a:lnTo>
                    <a:pt x="1150371" y="1348591"/>
                  </a:lnTo>
                  <a:lnTo>
                    <a:pt x="1150369" y="1348597"/>
                  </a:lnTo>
                  <a:lnTo>
                    <a:pt x="1150368" y="1348602"/>
                  </a:lnTo>
                  <a:lnTo>
                    <a:pt x="1150367" y="1348609"/>
                  </a:lnTo>
                  <a:lnTo>
                    <a:pt x="1150367" y="1348616"/>
                  </a:lnTo>
                  <a:lnTo>
                    <a:pt x="1150367" y="1348628"/>
                  </a:lnTo>
                  <a:lnTo>
                    <a:pt x="1150365" y="1348635"/>
                  </a:lnTo>
                  <a:lnTo>
                    <a:pt x="1150359" y="1348642"/>
                  </a:lnTo>
                  <a:lnTo>
                    <a:pt x="1150355" y="1348646"/>
                  </a:lnTo>
                  <a:lnTo>
                    <a:pt x="1150352" y="1348649"/>
                  </a:lnTo>
                  <a:lnTo>
                    <a:pt x="1150349" y="1348653"/>
                  </a:lnTo>
                  <a:lnTo>
                    <a:pt x="1150345" y="1348663"/>
                  </a:lnTo>
                  <a:lnTo>
                    <a:pt x="1150347" y="1348675"/>
                  </a:lnTo>
                  <a:lnTo>
                    <a:pt x="1150337" y="1348685"/>
                  </a:lnTo>
                  <a:lnTo>
                    <a:pt x="1150334" y="1348694"/>
                  </a:lnTo>
                  <a:lnTo>
                    <a:pt x="1150335" y="1348701"/>
                  </a:lnTo>
                  <a:lnTo>
                    <a:pt x="1150330" y="1348709"/>
                  </a:lnTo>
                  <a:lnTo>
                    <a:pt x="1150321" y="1348718"/>
                  </a:lnTo>
                  <a:lnTo>
                    <a:pt x="1150312" y="1348725"/>
                  </a:lnTo>
                  <a:lnTo>
                    <a:pt x="1150299" y="1348735"/>
                  </a:lnTo>
                  <a:lnTo>
                    <a:pt x="1150292" y="1348749"/>
                  </a:lnTo>
                  <a:lnTo>
                    <a:pt x="1150295" y="1348759"/>
                  </a:lnTo>
                  <a:lnTo>
                    <a:pt x="1150300" y="1348765"/>
                  </a:lnTo>
                  <a:lnTo>
                    <a:pt x="1150312" y="1348769"/>
                  </a:lnTo>
                  <a:lnTo>
                    <a:pt x="1150316" y="1348770"/>
                  </a:lnTo>
                  <a:lnTo>
                    <a:pt x="1150322" y="1348771"/>
                  </a:lnTo>
                  <a:lnTo>
                    <a:pt x="1150329" y="1348772"/>
                  </a:lnTo>
                  <a:lnTo>
                    <a:pt x="1150334" y="1348775"/>
                  </a:lnTo>
                  <a:lnTo>
                    <a:pt x="1150338" y="1348782"/>
                  </a:lnTo>
                  <a:lnTo>
                    <a:pt x="1150339" y="1348790"/>
                  </a:lnTo>
                  <a:lnTo>
                    <a:pt x="1150338" y="1348799"/>
                  </a:lnTo>
                  <a:lnTo>
                    <a:pt x="1150335" y="1348808"/>
                  </a:lnTo>
                  <a:lnTo>
                    <a:pt x="1150332" y="1348815"/>
                  </a:lnTo>
                  <a:lnTo>
                    <a:pt x="1150321" y="1348824"/>
                  </a:lnTo>
                  <a:lnTo>
                    <a:pt x="1150311" y="1348829"/>
                  </a:lnTo>
                  <a:lnTo>
                    <a:pt x="1150303" y="1348843"/>
                  </a:lnTo>
                  <a:lnTo>
                    <a:pt x="1150299" y="1348850"/>
                  </a:lnTo>
                  <a:lnTo>
                    <a:pt x="1150291" y="1348859"/>
                  </a:lnTo>
                  <a:lnTo>
                    <a:pt x="1150278" y="1348867"/>
                  </a:lnTo>
                  <a:lnTo>
                    <a:pt x="1150267" y="1348873"/>
                  </a:lnTo>
                  <a:lnTo>
                    <a:pt x="1150262" y="1348877"/>
                  </a:lnTo>
                  <a:lnTo>
                    <a:pt x="1150259" y="1348881"/>
                  </a:lnTo>
                  <a:lnTo>
                    <a:pt x="1150257" y="1348886"/>
                  </a:lnTo>
                  <a:lnTo>
                    <a:pt x="1150253" y="1348899"/>
                  </a:lnTo>
                  <a:lnTo>
                    <a:pt x="1150249" y="1348905"/>
                  </a:lnTo>
                  <a:lnTo>
                    <a:pt x="1150236" y="1348911"/>
                  </a:lnTo>
                  <a:lnTo>
                    <a:pt x="1150226" y="1348920"/>
                  </a:lnTo>
                  <a:lnTo>
                    <a:pt x="1150223" y="1348930"/>
                  </a:lnTo>
                  <a:lnTo>
                    <a:pt x="1150224" y="1348943"/>
                  </a:lnTo>
                  <a:lnTo>
                    <a:pt x="1150224" y="1348959"/>
                  </a:lnTo>
                  <a:lnTo>
                    <a:pt x="1150227" y="1348970"/>
                  </a:lnTo>
                  <a:lnTo>
                    <a:pt x="1150229" y="1348983"/>
                  </a:lnTo>
                  <a:lnTo>
                    <a:pt x="1150233" y="1348991"/>
                  </a:lnTo>
                  <a:lnTo>
                    <a:pt x="1150240" y="1348997"/>
                  </a:lnTo>
                  <a:lnTo>
                    <a:pt x="1150246" y="1349002"/>
                  </a:lnTo>
                  <a:lnTo>
                    <a:pt x="1150256" y="1349004"/>
                  </a:lnTo>
                  <a:lnTo>
                    <a:pt x="1150264" y="1349008"/>
                  </a:lnTo>
                  <a:lnTo>
                    <a:pt x="1150267" y="1349015"/>
                  </a:lnTo>
                  <a:lnTo>
                    <a:pt x="1150269" y="1349031"/>
                  </a:lnTo>
                  <a:lnTo>
                    <a:pt x="1150272" y="1349040"/>
                  </a:lnTo>
                  <a:lnTo>
                    <a:pt x="1150267" y="1349050"/>
                  </a:lnTo>
                  <a:lnTo>
                    <a:pt x="1150260" y="1349054"/>
                  </a:lnTo>
                  <a:lnTo>
                    <a:pt x="1150259" y="1349065"/>
                  </a:lnTo>
                  <a:lnTo>
                    <a:pt x="1150260" y="1349081"/>
                  </a:lnTo>
                  <a:lnTo>
                    <a:pt x="1150262" y="1349093"/>
                  </a:lnTo>
                  <a:lnTo>
                    <a:pt x="1150260" y="1349106"/>
                  </a:lnTo>
                  <a:lnTo>
                    <a:pt x="1150258" y="1349116"/>
                  </a:lnTo>
                  <a:lnTo>
                    <a:pt x="1150249" y="1349122"/>
                  </a:lnTo>
                  <a:lnTo>
                    <a:pt x="1150243" y="1349124"/>
                  </a:lnTo>
                  <a:lnTo>
                    <a:pt x="1150233" y="1349128"/>
                  </a:lnTo>
                  <a:lnTo>
                    <a:pt x="1150224" y="1349129"/>
                  </a:lnTo>
                  <a:lnTo>
                    <a:pt x="1150215" y="1349128"/>
                  </a:lnTo>
                  <a:lnTo>
                    <a:pt x="1150205" y="1349133"/>
                  </a:lnTo>
                  <a:lnTo>
                    <a:pt x="1150198" y="1349143"/>
                  </a:lnTo>
                  <a:lnTo>
                    <a:pt x="1150195" y="1349151"/>
                  </a:lnTo>
                  <a:lnTo>
                    <a:pt x="1150191" y="1349159"/>
                  </a:lnTo>
                  <a:lnTo>
                    <a:pt x="1150186" y="1349165"/>
                  </a:lnTo>
                  <a:lnTo>
                    <a:pt x="1150184" y="1349177"/>
                  </a:lnTo>
                  <a:lnTo>
                    <a:pt x="1150184" y="1349185"/>
                  </a:lnTo>
                  <a:lnTo>
                    <a:pt x="1150183" y="1349206"/>
                  </a:lnTo>
                  <a:lnTo>
                    <a:pt x="1150174" y="1349229"/>
                  </a:lnTo>
                  <a:lnTo>
                    <a:pt x="1150164" y="1349242"/>
                  </a:lnTo>
                  <a:lnTo>
                    <a:pt x="1150151" y="1349249"/>
                  </a:lnTo>
                  <a:lnTo>
                    <a:pt x="1150136" y="1349254"/>
                  </a:lnTo>
                  <a:lnTo>
                    <a:pt x="1150112" y="1349265"/>
                  </a:lnTo>
                  <a:lnTo>
                    <a:pt x="1150101" y="1349269"/>
                  </a:lnTo>
                  <a:lnTo>
                    <a:pt x="1150088" y="1349278"/>
                  </a:lnTo>
                  <a:lnTo>
                    <a:pt x="1150084" y="1349281"/>
                  </a:lnTo>
                  <a:lnTo>
                    <a:pt x="1150078" y="1349285"/>
                  </a:lnTo>
                  <a:lnTo>
                    <a:pt x="1150069" y="1349287"/>
                  </a:lnTo>
                  <a:lnTo>
                    <a:pt x="1150064" y="1349284"/>
                  </a:lnTo>
                  <a:lnTo>
                    <a:pt x="1150063" y="1349269"/>
                  </a:lnTo>
                  <a:lnTo>
                    <a:pt x="1150065" y="1349248"/>
                  </a:lnTo>
                  <a:lnTo>
                    <a:pt x="1150062" y="1349237"/>
                  </a:lnTo>
                  <a:lnTo>
                    <a:pt x="1150045" y="1349236"/>
                  </a:lnTo>
                  <a:lnTo>
                    <a:pt x="1150035" y="1349242"/>
                  </a:lnTo>
                  <a:lnTo>
                    <a:pt x="1150035" y="1349254"/>
                  </a:lnTo>
                  <a:lnTo>
                    <a:pt x="1150036" y="1349268"/>
                  </a:lnTo>
                  <a:lnTo>
                    <a:pt x="1150030" y="1349281"/>
                  </a:lnTo>
                  <a:lnTo>
                    <a:pt x="1150024" y="1349296"/>
                  </a:lnTo>
                  <a:lnTo>
                    <a:pt x="1150017" y="1349309"/>
                  </a:lnTo>
                  <a:lnTo>
                    <a:pt x="1150010" y="1349312"/>
                  </a:lnTo>
                  <a:lnTo>
                    <a:pt x="1149994" y="1349314"/>
                  </a:lnTo>
                  <a:lnTo>
                    <a:pt x="1149978" y="1349314"/>
                  </a:lnTo>
                  <a:lnTo>
                    <a:pt x="1149966" y="1349316"/>
                  </a:lnTo>
                  <a:lnTo>
                    <a:pt x="1149961" y="1349321"/>
                  </a:lnTo>
                  <a:lnTo>
                    <a:pt x="1149956" y="1349336"/>
                  </a:lnTo>
                  <a:lnTo>
                    <a:pt x="1149952" y="1349358"/>
                  </a:lnTo>
                  <a:lnTo>
                    <a:pt x="1149956" y="1349365"/>
                  </a:lnTo>
                  <a:lnTo>
                    <a:pt x="1149964" y="1349367"/>
                  </a:lnTo>
                  <a:lnTo>
                    <a:pt x="1149979" y="1349373"/>
                  </a:lnTo>
                  <a:lnTo>
                    <a:pt x="1149995" y="1349383"/>
                  </a:lnTo>
                  <a:lnTo>
                    <a:pt x="1150002" y="1349394"/>
                  </a:lnTo>
                  <a:lnTo>
                    <a:pt x="1149999" y="1349408"/>
                  </a:lnTo>
                  <a:lnTo>
                    <a:pt x="1149989" y="1349423"/>
                  </a:lnTo>
                  <a:lnTo>
                    <a:pt x="1149969" y="1349432"/>
                  </a:lnTo>
                  <a:lnTo>
                    <a:pt x="1149948" y="1349436"/>
                  </a:lnTo>
                  <a:lnTo>
                    <a:pt x="1149928" y="1349436"/>
                  </a:lnTo>
                  <a:lnTo>
                    <a:pt x="1149921" y="1349442"/>
                  </a:lnTo>
                  <a:lnTo>
                    <a:pt x="1149911" y="1349448"/>
                  </a:lnTo>
                  <a:lnTo>
                    <a:pt x="1149902" y="1349445"/>
                  </a:lnTo>
                  <a:lnTo>
                    <a:pt x="1149893" y="1349451"/>
                  </a:lnTo>
                  <a:lnTo>
                    <a:pt x="1149888" y="1349464"/>
                  </a:lnTo>
                  <a:lnTo>
                    <a:pt x="1149887" y="1349481"/>
                  </a:lnTo>
                  <a:lnTo>
                    <a:pt x="1149888" y="1349497"/>
                  </a:lnTo>
                  <a:lnTo>
                    <a:pt x="1149890" y="1349510"/>
                  </a:lnTo>
                  <a:lnTo>
                    <a:pt x="1149884" y="1349522"/>
                  </a:lnTo>
                  <a:lnTo>
                    <a:pt x="1149882" y="1349543"/>
                  </a:lnTo>
                  <a:lnTo>
                    <a:pt x="1149889" y="1349554"/>
                  </a:lnTo>
                  <a:lnTo>
                    <a:pt x="1149904" y="1349570"/>
                  </a:lnTo>
                  <a:lnTo>
                    <a:pt x="1149907" y="1349581"/>
                  </a:lnTo>
                  <a:lnTo>
                    <a:pt x="1149911" y="1349587"/>
                  </a:lnTo>
                  <a:lnTo>
                    <a:pt x="1149914" y="1349601"/>
                  </a:lnTo>
                  <a:lnTo>
                    <a:pt x="1149910" y="1349609"/>
                  </a:lnTo>
                  <a:lnTo>
                    <a:pt x="1149906" y="1349616"/>
                  </a:lnTo>
                  <a:lnTo>
                    <a:pt x="1149898" y="1349625"/>
                  </a:lnTo>
                  <a:lnTo>
                    <a:pt x="1149890" y="1349629"/>
                  </a:lnTo>
                  <a:lnTo>
                    <a:pt x="1149881" y="1349630"/>
                  </a:lnTo>
                  <a:lnTo>
                    <a:pt x="1149869" y="1349630"/>
                  </a:lnTo>
                  <a:lnTo>
                    <a:pt x="1149859" y="1349633"/>
                  </a:lnTo>
                  <a:lnTo>
                    <a:pt x="1149849" y="1349641"/>
                  </a:lnTo>
                  <a:lnTo>
                    <a:pt x="1149838" y="1349652"/>
                  </a:lnTo>
                  <a:lnTo>
                    <a:pt x="1149830" y="1349666"/>
                  </a:lnTo>
                  <a:lnTo>
                    <a:pt x="1149829" y="1349675"/>
                  </a:lnTo>
                  <a:lnTo>
                    <a:pt x="1149829" y="1349683"/>
                  </a:lnTo>
                  <a:lnTo>
                    <a:pt x="1149831" y="1349692"/>
                  </a:lnTo>
                  <a:lnTo>
                    <a:pt x="1149834" y="1349699"/>
                  </a:lnTo>
                  <a:lnTo>
                    <a:pt x="1149837" y="1349709"/>
                  </a:lnTo>
                  <a:lnTo>
                    <a:pt x="1149835" y="1349716"/>
                  </a:lnTo>
                  <a:lnTo>
                    <a:pt x="1149831" y="1349719"/>
                  </a:lnTo>
                  <a:lnTo>
                    <a:pt x="1149824" y="1349718"/>
                  </a:lnTo>
                  <a:lnTo>
                    <a:pt x="1149818" y="1349715"/>
                  </a:lnTo>
                  <a:lnTo>
                    <a:pt x="1149814" y="1349712"/>
                  </a:lnTo>
                  <a:lnTo>
                    <a:pt x="1149809" y="1349705"/>
                  </a:lnTo>
                  <a:lnTo>
                    <a:pt x="1149805" y="1349695"/>
                  </a:lnTo>
                  <a:lnTo>
                    <a:pt x="1149801" y="1349688"/>
                  </a:lnTo>
                  <a:lnTo>
                    <a:pt x="1149795" y="1349683"/>
                  </a:lnTo>
                  <a:lnTo>
                    <a:pt x="1149787" y="1349684"/>
                  </a:lnTo>
                  <a:lnTo>
                    <a:pt x="1149783" y="1349689"/>
                  </a:lnTo>
                  <a:lnTo>
                    <a:pt x="1149778" y="1349695"/>
                  </a:lnTo>
                  <a:lnTo>
                    <a:pt x="1149773" y="1349699"/>
                  </a:lnTo>
                  <a:lnTo>
                    <a:pt x="1149765" y="1349703"/>
                  </a:lnTo>
                  <a:lnTo>
                    <a:pt x="1149755" y="1349710"/>
                  </a:lnTo>
                  <a:lnTo>
                    <a:pt x="1149754" y="1349717"/>
                  </a:lnTo>
                  <a:lnTo>
                    <a:pt x="1149755" y="1349723"/>
                  </a:lnTo>
                  <a:lnTo>
                    <a:pt x="1149762" y="1349734"/>
                  </a:lnTo>
                  <a:lnTo>
                    <a:pt x="1149768" y="1349742"/>
                  </a:lnTo>
                  <a:lnTo>
                    <a:pt x="1149775" y="1349750"/>
                  </a:lnTo>
                  <a:lnTo>
                    <a:pt x="1149779" y="1349757"/>
                  </a:lnTo>
                  <a:lnTo>
                    <a:pt x="1149780" y="1349763"/>
                  </a:lnTo>
                  <a:lnTo>
                    <a:pt x="1149778" y="1349771"/>
                  </a:lnTo>
                  <a:lnTo>
                    <a:pt x="1149775" y="1349777"/>
                  </a:lnTo>
                  <a:lnTo>
                    <a:pt x="1149770" y="1349782"/>
                  </a:lnTo>
                  <a:lnTo>
                    <a:pt x="1149766" y="1349783"/>
                  </a:lnTo>
                  <a:lnTo>
                    <a:pt x="1149761" y="1349783"/>
                  </a:lnTo>
                  <a:lnTo>
                    <a:pt x="1149755" y="1349785"/>
                  </a:lnTo>
                  <a:lnTo>
                    <a:pt x="1149749" y="1349787"/>
                  </a:lnTo>
                  <a:lnTo>
                    <a:pt x="1149740" y="1349796"/>
                  </a:lnTo>
                  <a:lnTo>
                    <a:pt x="1149729" y="1349807"/>
                  </a:lnTo>
                  <a:lnTo>
                    <a:pt x="1149722" y="1349816"/>
                  </a:lnTo>
                  <a:lnTo>
                    <a:pt x="1149710" y="1349823"/>
                  </a:lnTo>
                  <a:lnTo>
                    <a:pt x="1149696" y="1349832"/>
                  </a:lnTo>
                  <a:lnTo>
                    <a:pt x="1149679" y="1349843"/>
                  </a:lnTo>
                  <a:lnTo>
                    <a:pt x="1149666" y="1349856"/>
                  </a:lnTo>
                  <a:lnTo>
                    <a:pt x="1149661" y="1349865"/>
                  </a:lnTo>
                  <a:lnTo>
                    <a:pt x="1149654" y="1349874"/>
                  </a:lnTo>
                  <a:lnTo>
                    <a:pt x="1149642" y="1349882"/>
                  </a:lnTo>
                  <a:lnTo>
                    <a:pt x="1149632" y="1349883"/>
                  </a:lnTo>
                  <a:lnTo>
                    <a:pt x="1149620" y="1349885"/>
                  </a:lnTo>
                  <a:lnTo>
                    <a:pt x="1149613" y="1349888"/>
                  </a:lnTo>
                  <a:lnTo>
                    <a:pt x="1149602" y="1349896"/>
                  </a:lnTo>
                  <a:lnTo>
                    <a:pt x="1149592" y="1349903"/>
                  </a:lnTo>
                  <a:lnTo>
                    <a:pt x="1149584" y="1349905"/>
                  </a:lnTo>
                  <a:lnTo>
                    <a:pt x="1149571" y="1349906"/>
                  </a:lnTo>
                  <a:lnTo>
                    <a:pt x="1149565" y="1349910"/>
                  </a:lnTo>
                  <a:lnTo>
                    <a:pt x="1149559" y="1349918"/>
                  </a:lnTo>
                  <a:lnTo>
                    <a:pt x="1149558" y="1349937"/>
                  </a:lnTo>
                  <a:lnTo>
                    <a:pt x="1149558" y="1349951"/>
                  </a:lnTo>
                  <a:lnTo>
                    <a:pt x="1149557" y="1349961"/>
                  </a:lnTo>
                  <a:lnTo>
                    <a:pt x="1149547" y="1349980"/>
                  </a:lnTo>
                  <a:lnTo>
                    <a:pt x="1149541" y="1349990"/>
                  </a:lnTo>
                  <a:lnTo>
                    <a:pt x="1149536" y="1350002"/>
                  </a:lnTo>
                  <a:lnTo>
                    <a:pt x="1149532" y="1350017"/>
                  </a:lnTo>
                  <a:lnTo>
                    <a:pt x="1149528" y="1350028"/>
                  </a:lnTo>
                  <a:lnTo>
                    <a:pt x="1149522" y="1350035"/>
                  </a:lnTo>
                  <a:lnTo>
                    <a:pt x="1149516" y="1350040"/>
                  </a:lnTo>
                  <a:lnTo>
                    <a:pt x="1149504" y="1350050"/>
                  </a:lnTo>
                  <a:lnTo>
                    <a:pt x="1149493" y="1350060"/>
                  </a:lnTo>
                  <a:lnTo>
                    <a:pt x="1149481" y="1350070"/>
                  </a:lnTo>
                  <a:lnTo>
                    <a:pt x="1149474" y="1350080"/>
                  </a:lnTo>
                  <a:lnTo>
                    <a:pt x="1149470" y="1350089"/>
                  </a:lnTo>
                  <a:lnTo>
                    <a:pt x="1149466" y="1350101"/>
                  </a:lnTo>
                  <a:lnTo>
                    <a:pt x="1149462" y="1350115"/>
                  </a:lnTo>
                  <a:lnTo>
                    <a:pt x="1149459" y="1350122"/>
                  </a:lnTo>
                  <a:lnTo>
                    <a:pt x="1149451" y="1350135"/>
                  </a:lnTo>
                  <a:lnTo>
                    <a:pt x="1149439" y="1350144"/>
                  </a:lnTo>
                  <a:lnTo>
                    <a:pt x="1149431" y="1350149"/>
                  </a:lnTo>
                  <a:lnTo>
                    <a:pt x="1149419" y="1350152"/>
                  </a:lnTo>
                  <a:lnTo>
                    <a:pt x="1149412" y="1350153"/>
                  </a:lnTo>
                  <a:lnTo>
                    <a:pt x="1149407" y="1350154"/>
                  </a:lnTo>
                  <a:lnTo>
                    <a:pt x="1149400" y="1350160"/>
                  </a:lnTo>
                  <a:lnTo>
                    <a:pt x="1149394" y="1350167"/>
                  </a:lnTo>
                  <a:lnTo>
                    <a:pt x="1149388" y="1350175"/>
                  </a:lnTo>
                  <a:lnTo>
                    <a:pt x="1149383" y="1350190"/>
                  </a:lnTo>
                  <a:lnTo>
                    <a:pt x="1149379" y="1350198"/>
                  </a:lnTo>
                  <a:lnTo>
                    <a:pt x="1149375" y="1350202"/>
                  </a:lnTo>
                  <a:lnTo>
                    <a:pt x="1149368" y="1350207"/>
                  </a:lnTo>
                  <a:lnTo>
                    <a:pt x="1149360" y="1350211"/>
                  </a:lnTo>
                  <a:lnTo>
                    <a:pt x="1149349" y="1350220"/>
                  </a:lnTo>
                  <a:lnTo>
                    <a:pt x="1149338" y="1350232"/>
                  </a:lnTo>
                  <a:lnTo>
                    <a:pt x="1149329" y="1350242"/>
                  </a:lnTo>
                  <a:lnTo>
                    <a:pt x="1149319" y="1350252"/>
                  </a:lnTo>
                  <a:lnTo>
                    <a:pt x="1149314" y="1350259"/>
                  </a:lnTo>
                  <a:lnTo>
                    <a:pt x="1149314" y="1350266"/>
                  </a:lnTo>
                  <a:lnTo>
                    <a:pt x="1149317" y="1350279"/>
                  </a:lnTo>
                  <a:lnTo>
                    <a:pt x="1149320" y="1350287"/>
                  </a:lnTo>
                  <a:lnTo>
                    <a:pt x="1149325" y="1350303"/>
                  </a:lnTo>
                  <a:lnTo>
                    <a:pt x="1149332" y="1350320"/>
                  </a:lnTo>
                  <a:lnTo>
                    <a:pt x="1149335" y="1350324"/>
                  </a:lnTo>
                  <a:lnTo>
                    <a:pt x="1149339" y="1350329"/>
                  </a:lnTo>
                  <a:lnTo>
                    <a:pt x="1149346" y="1350336"/>
                  </a:lnTo>
                  <a:lnTo>
                    <a:pt x="1149351" y="1350342"/>
                  </a:lnTo>
                  <a:lnTo>
                    <a:pt x="1149355" y="1350348"/>
                  </a:lnTo>
                  <a:lnTo>
                    <a:pt x="1149357" y="1350354"/>
                  </a:lnTo>
                  <a:lnTo>
                    <a:pt x="1149356" y="1350363"/>
                  </a:lnTo>
                  <a:lnTo>
                    <a:pt x="1149353" y="1350370"/>
                  </a:lnTo>
                  <a:lnTo>
                    <a:pt x="1149346" y="1350389"/>
                  </a:lnTo>
                  <a:lnTo>
                    <a:pt x="1149343" y="1350400"/>
                  </a:lnTo>
                  <a:lnTo>
                    <a:pt x="1149339" y="1350412"/>
                  </a:lnTo>
                  <a:lnTo>
                    <a:pt x="1149335" y="1350425"/>
                  </a:lnTo>
                  <a:lnTo>
                    <a:pt x="1149332" y="1350434"/>
                  </a:lnTo>
                  <a:lnTo>
                    <a:pt x="1149334" y="1350441"/>
                  </a:lnTo>
                  <a:lnTo>
                    <a:pt x="1149339" y="1350448"/>
                  </a:lnTo>
                  <a:lnTo>
                    <a:pt x="1149344" y="1350454"/>
                  </a:lnTo>
                  <a:lnTo>
                    <a:pt x="1149344" y="1350463"/>
                  </a:lnTo>
                  <a:lnTo>
                    <a:pt x="1149340" y="1350471"/>
                  </a:lnTo>
                  <a:lnTo>
                    <a:pt x="1149334" y="1350477"/>
                  </a:lnTo>
                  <a:lnTo>
                    <a:pt x="1149332" y="1350484"/>
                  </a:lnTo>
                  <a:lnTo>
                    <a:pt x="1149331" y="1350489"/>
                  </a:lnTo>
                  <a:lnTo>
                    <a:pt x="1149331" y="1350499"/>
                  </a:lnTo>
                  <a:lnTo>
                    <a:pt x="1149330" y="1350508"/>
                  </a:lnTo>
                  <a:lnTo>
                    <a:pt x="1149328" y="1350514"/>
                  </a:lnTo>
                  <a:lnTo>
                    <a:pt x="1149325" y="1350519"/>
                  </a:lnTo>
                  <a:lnTo>
                    <a:pt x="1149321" y="1350527"/>
                  </a:lnTo>
                  <a:lnTo>
                    <a:pt x="1149313" y="1350537"/>
                  </a:lnTo>
                  <a:lnTo>
                    <a:pt x="1149305" y="1350550"/>
                  </a:lnTo>
                  <a:lnTo>
                    <a:pt x="1149302" y="1350555"/>
                  </a:lnTo>
                  <a:lnTo>
                    <a:pt x="1149299" y="1350560"/>
                  </a:lnTo>
                  <a:lnTo>
                    <a:pt x="1149298" y="1350569"/>
                  </a:lnTo>
                  <a:lnTo>
                    <a:pt x="1149297" y="1350576"/>
                  </a:lnTo>
                  <a:lnTo>
                    <a:pt x="1149296" y="1350581"/>
                  </a:lnTo>
                  <a:lnTo>
                    <a:pt x="1149297" y="1350586"/>
                  </a:lnTo>
                  <a:lnTo>
                    <a:pt x="1149299" y="1350593"/>
                  </a:lnTo>
                  <a:lnTo>
                    <a:pt x="1149306" y="1350598"/>
                  </a:lnTo>
                  <a:lnTo>
                    <a:pt x="1149314" y="1350603"/>
                  </a:lnTo>
                  <a:lnTo>
                    <a:pt x="1149323" y="1350608"/>
                  </a:lnTo>
                  <a:lnTo>
                    <a:pt x="1149330" y="1350613"/>
                  </a:lnTo>
                  <a:lnTo>
                    <a:pt x="1149332" y="1350617"/>
                  </a:lnTo>
                  <a:lnTo>
                    <a:pt x="1149333" y="1350622"/>
                  </a:lnTo>
                  <a:lnTo>
                    <a:pt x="1149331" y="1350627"/>
                  </a:lnTo>
                  <a:lnTo>
                    <a:pt x="1149329" y="1350635"/>
                  </a:lnTo>
                  <a:lnTo>
                    <a:pt x="1149329" y="1350642"/>
                  </a:lnTo>
                  <a:lnTo>
                    <a:pt x="1149330" y="1350655"/>
                  </a:lnTo>
                  <a:lnTo>
                    <a:pt x="1149332" y="1350663"/>
                  </a:lnTo>
                  <a:lnTo>
                    <a:pt x="1149334" y="1350669"/>
                  </a:lnTo>
                  <a:lnTo>
                    <a:pt x="1149338" y="1350678"/>
                  </a:lnTo>
                  <a:lnTo>
                    <a:pt x="1149342" y="1350690"/>
                  </a:lnTo>
                  <a:lnTo>
                    <a:pt x="1149342" y="1350697"/>
                  </a:lnTo>
                  <a:lnTo>
                    <a:pt x="1149340" y="1350705"/>
                  </a:lnTo>
                  <a:lnTo>
                    <a:pt x="1149336" y="1350711"/>
                  </a:lnTo>
                  <a:lnTo>
                    <a:pt x="1149332" y="1350717"/>
                  </a:lnTo>
                  <a:lnTo>
                    <a:pt x="1149331" y="1350722"/>
                  </a:lnTo>
                  <a:lnTo>
                    <a:pt x="1149331" y="1350733"/>
                  </a:lnTo>
                  <a:lnTo>
                    <a:pt x="1149331" y="1350738"/>
                  </a:lnTo>
                  <a:lnTo>
                    <a:pt x="1149332" y="1350746"/>
                  </a:lnTo>
                  <a:lnTo>
                    <a:pt x="1149334" y="1350754"/>
                  </a:lnTo>
                  <a:lnTo>
                    <a:pt x="1149341" y="1350758"/>
                  </a:lnTo>
                  <a:lnTo>
                    <a:pt x="1149346" y="1350759"/>
                  </a:lnTo>
                  <a:lnTo>
                    <a:pt x="1149352" y="1350761"/>
                  </a:lnTo>
                  <a:lnTo>
                    <a:pt x="1149356" y="1350764"/>
                  </a:lnTo>
                  <a:lnTo>
                    <a:pt x="1149358" y="1350769"/>
                  </a:lnTo>
                  <a:lnTo>
                    <a:pt x="1149359" y="1350776"/>
                  </a:lnTo>
                  <a:lnTo>
                    <a:pt x="1149361" y="1350784"/>
                  </a:lnTo>
                  <a:lnTo>
                    <a:pt x="1149362" y="1350794"/>
                  </a:lnTo>
                  <a:lnTo>
                    <a:pt x="1149364" y="1350803"/>
                  </a:lnTo>
                  <a:lnTo>
                    <a:pt x="1149367" y="1350811"/>
                  </a:lnTo>
                  <a:lnTo>
                    <a:pt x="1149370" y="1350815"/>
                  </a:lnTo>
                  <a:lnTo>
                    <a:pt x="1149375" y="1350820"/>
                  </a:lnTo>
                  <a:lnTo>
                    <a:pt x="1149384" y="1350823"/>
                  </a:lnTo>
                  <a:lnTo>
                    <a:pt x="1149391" y="1350826"/>
                  </a:lnTo>
                  <a:lnTo>
                    <a:pt x="1149396" y="1350830"/>
                  </a:lnTo>
                  <a:lnTo>
                    <a:pt x="1149397" y="1350838"/>
                  </a:lnTo>
                  <a:lnTo>
                    <a:pt x="1149397" y="1350852"/>
                  </a:lnTo>
                  <a:lnTo>
                    <a:pt x="1149396" y="1350865"/>
                  </a:lnTo>
                  <a:lnTo>
                    <a:pt x="1149395" y="1350872"/>
                  </a:lnTo>
                  <a:lnTo>
                    <a:pt x="1149396" y="1350878"/>
                  </a:lnTo>
                  <a:lnTo>
                    <a:pt x="1149399" y="1350886"/>
                  </a:lnTo>
                  <a:lnTo>
                    <a:pt x="1149406" y="1350890"/>
                  </a:lnTo>
                  <a:lnTo>
                    <a:pt x="1149413" y="1350891"/>
                  </a:lnTo>
                  <a:lnTo>
                    <a:pt x="1149419" y="1350895"/>
                  </a:lnTo>
                  <a:lnTo>
                    <a:pt x="1149421" y="1350900"/>
                  </a:lnTo>
                  <a:lnTo>
                    <a:pt x="1149420" y="1350906"/>
                  </a:lnTo>
                  <a:lnTo>
                    <a:pt x="1149418" y="1350910"/>
                  </a:lnTo>
                  <a:lnTo>
                    <a:pt x="1149416" y="1350916"/>
                  </a:lnTo>
                  <a:lnTo>
                    <a:pt x="1149419" y="1350924"/>
                  </a:lnTo>
                  <a:lnTo>
                    <a:pt x="1149423" y="1350930"/>
                  </a:lnTo>
                  <a:lnTo>
                    <a:pt x="1149428" y="1350935"/>
                  </a:lnTo>
                  <a:lnTo>
                    <a:pt x="1149436" y="1350945"/>
                  </a:lnTo>
                  <a:lnTo>
                    <a:pt x="1149442" y="1350953"/>
                  </a:lnTo>
                  <a:lnTo>
                    <a:pt x="1149448" y="1350959"/>
                  </a:lnTo>
                  <a:lnTo>
                    <a:pt x="1149453" y="1350966"/>
                  </a:lnTo>
                  <a:lnTo>
                    <a:pt x="1149455" y="1350971"/>
                  </a:lnTo>
                  <a:lnTo>
                    <a:pt x="1149453" y="1350977"/>
                  </a:lnTo>
                  <a:lnTo>
                    <a:pt x="1149450" y="1350980"/>
                  </a:lnTo>
                  <a:lnTo>
                    <a:pt x="1149443" y="1350982"/>
                  </a:lnTo>
                  <a:lnTo>
                    <a:pt x="1149435" y="1350983"/>
                  </a:lnTo>
                  <a:lnTo>
                    <a:pt x="1149427" y="1350984"/>
                  </a:lnTo>
                  <a:lnTo>
                    <a:pt x="1149422" y="1350990"/>
                  </a:lnTo>
                  <a:lnTo>
                    <a:pt x="1149424" y="1350997"/>
                  </a:lnTo>
                  <a:lnTo>
                    <a:pt x="1149428" y="1351001"/>
                  </a:lnTo>
                  <a:lnTo>
                    <a:pt x="1149433" y="1351006"/>
                  </a:lnTo>
                  <a:lnTo>
                    <a:pt x="1149441" y="1351012"/>
                  </a:lnTo>
                  <a:lnTo>
                    <a:pt x="1149450" y="1351018"/>
                  </a:lnTo>
                  <a:lnTo>
                    <a:pt x="1149453" y="1351027"/>
                  </a:lnTo>
                  <a:lnTo>
                    <a:pt x="1149452" y="1351033"/>
                  </a:lnTo>
                  <a:lnTo>
                    <a:pt x="1149449" y="1351037"/>
                  </a:lnTo>
                  <a:lnTo>
                    <a:pt x="1149444" y="1351040"/>
                  </a:lnTo>
                  <a:lnTo>
                    <a:pt x="1149434" y="1351041"/>
                  </a:lnTo>
                  <a:lnTo>
                    <a:pt x="1149424" y="1351042"/>
                  </a:lnTo>
                  <a:lnTo>
                    <a:pt x="1149415" y="1351042"/>
                  </a:lnTo>
                  <a:lnTo>
                    <a:pt x="1149406" y="1351044"/>
                  </a:lnTo>
                  <a:lnTo>
                    <a:pt x="1149399" y="1351049"/>
                  </a:lnTo>
                  <a:lnTo>
                    <a:pt x="1149394" y="1351055"/>
                  </a:lnTo>
                  <a:lnTo>
                    <a:pt x="1149390" y="1351062"/>
                  </a:lnTo>
                  <a:lnTo>
                    <a:pt x="1149389" y="1351071"/>
                  </a:lnTo>
                  <a:lnTo>
                    <a:pt x="1149391" y="1351080"/>
                  </a:lnTo>
                  <a:lnTo>
                    <a:pt x="1149397" y="1351095"/>
                  </a:lnTo>
                  <a:lnTo>
                    <a:pt x="1149402" y="1351107"/>
                  </a:lnTo>
                  <a:lnTo>
                    <a:pt x="1149403" y="1351117"/>
                  </a:lnTo>
                  <a:lnTo>
                    <a:pt x="1149403" y="1351125"/>
                  </a:lnTo>
                  <a:lnTo>
                    <a:pt x="1149402" y="1351131"/>
                  </a:lnTo>
                  <a:lnTo>
                    <a:pt x="1149400" y="1351135"/>
                  </a:lnTo>
                  <a:lnTo>
                    <a:pt x="1149393" y="1351143"/>
                  </a:lnTo>
                  <a:lnTo>
                    <a:pt x="1149385" y="1351150"/>
                  </a:lnTo>
                  <a:lnTo>
                    <a:pt x="1149380" y="1351156"/>
                  </a:lnTo>
                  <a:lnTo>
                    <a:pt x="1149378" y="1351161"/>
                  </a:lnTo>
                  <a:lnTo>
                    <a:pt x="1149377" y="1351167"/>
                  </a:lnTo>
                  <a:lnTo>
                    <a:pt x="1149377" y="1351174"/>
                  </a:lnTo>
                  <a:lnTo>
                    <a:pt x="1149381" y="1351181"/>
                  </a:lnTo>
                  <a:lnTo>
                    <a:pt x="1149387" y="1351188"/>
                  </a:lnTo>
                  <a:lnTo>
                    <a:pt x="1149388" y="1351195"/>
                  </a:lnTo>
                  <a:lnTo>
                    <a:pt x="1149388" y="1351202"/>
                  </a:lnTo>
                  <a:lnTo>
                    <a:pt x="1149384" y="1351207"/>
                  </a:lnTo>
                  <a:lnTo>
                    <a:pt x="1149380" y="1351209"/>
                  </a:lnTo>
                  <a:lnTo>
                    <a:pt x="1149376" y="1351214"/>
                  </a:lnTo>
                  <a:lnTo>
                    <a:pt x="1149373" y="1351220"/>
                  </a:lnTo>
                  <a:lnTo>
                    <a:pt x="1149370" y="1351227"/>
                  </a:lnTo>
                  <a:lnTo>
                    <a:pt x="1149368" y="1351234"/>
                  </a:lnTo>
                  <a:lnTo>
                    <a:pt x="1149366" y="1351242"/>
                  </a:lnTo>
                  <a:lnTo>
                    <a:pt x="1149362" y="1351253"/>
                  </a:lnTo>
                  <a:lnTo>
                    <a:pt x="1149358" y="1351264"/>
                  </a:lnTo>
                  <a:lnTo>
                    <a:pt x="1149356" y="1351271"/>
                  </a:lnTo>
                  <a:lnTo>
                    <a:pt x="1149353" y="1351278"/>
                  </a:lnTo>
                  <a:lnTo>
                    <a:pt x="1149350" y="1351287"/>
                  </a:lnTo>
                  <a:lnTo>
                    <a:pt x="1149353" y="1351296"/>
                  </a:lnTo>
                  <a:lnTo>
                    <a:pt x="1149358" y="1351300"/>
                  </a:lnTo>
                  <a:lnTo>
                    <a:pt x="1149365" y="1351303"/>
                  </a:lnTo>
                  <a:lnTo>
                    <a:pt x="1149375" y="1351305"/>
                  </a:lnTo>
                  <a:lnTo>
                    <a:pt x="1149383" y="1351306"/>
                  </a:lnTo>
                  <a:lnTo>
                    <a:pt x="1149388" y="1351308"/>
                  </a:lnTo>
                  <a:lnTo>
                    <a:pt x="1149393" y="1351312"/>
                  </a:lnTo>
                  <a:lnTo>
                    <a:pt x="1149394" y="1351320"/>
                  </a:lnTo>
                  <a:lnTo>
                    <a:pt x="1149393" y="1351326"/>
                  </a:lnTo>
                  <a:lnTo>
                    <a:pt x="1149390" y="1351333"/>
                  </a:lnTo>
                  <a:lnTo>
                    <a:pt x="1149389" y="1351340"/>
                  </a:lnTo>
                  <a:lnTo>
                    <a:pt x="1149389" y="1351349"/>
                  </a:lnTo>
                  <a:lnTo>
                    <a:pt x="1149390" y="1351358"/>
                  </a:lnTo>
                  <a:lnTo>
                    <a:pt x="1149392" y="1351364"/>
                  </a:lnTo>
                  <a:lnTo>
                    <a:pt x="1149395" y="1351373"/>
                  </a:lnTo>
                  <a:lnTo>
                    <a:pt x="1149397" y="1351378"/>
                  </a:lnTo>
                  <a:lnTo>
                    <a:pt x="1149399" y="1351385"/>
                  </a:lnTo>
                  <a:lnTo>
                    <a:pt x="1149402" y="1351393"/>
                  </a:lnTo>
                  <a:lnTo>
                    <a:pt x="1149406" y="1351401"/>
                  </a:lnTo>
                  <a:lnTo>
                    <a:pt x="1149407" y="1351414"/>
                  </a:lnTo>
                  <a:lnTo>
                    <a:pt x="1149409" y="1351422"/>
                  </a:lnTo>
                  <a:lnTo>
                    <a:pt x="1149410" y="1351435"/>
                  </a:lnTo>
                  <a:lnTo>
                    <a:pt x="1149412" y="1351450"/>
                  </a:lnTo>
                  <a:lnTo>
                    <a:pt x="1149416" y="1351457"/>
                  </a:lnTo>
                  <a:lnTo>
                    <a:pt x="1149421" y="1351467"/>
                  </a:lnTo>
                  <a:lnTo>
                    <a:pt x="1149422" y="1351480"/>
                  </a:lnTo>
                  <a:lnTo>
                    <a:pt x="1149421" y="1351487"/>
                  </a:lnTo>
                  <a:lnTo>
                    <a:pt x="1149414" y="1351505"/>
                  </a:lnTo>
                  <a:lnTo>
                    <a:pt x="1149409" y="1351515"/>
                  </a:lnTo>
                  <a:lnTo>
                    <a:pt x="1149407" y="1351522"/>
                  </a:lnTo>
                  <a:lnTo>
                    <a:pt x="1149407" y="1351528"/>
                  </a:lnTo>
                  <a:lnTo>
                    <a:pt x="1149409" y="1351532"/>
                  </a:lnTo>
                  <a:lnTo>
                    <a:pt x="1149411" y="1351536"/>
                  </a:lnTo>
                  <a:lnTo>
                    <a:pt x="1149411" y="1351544"/>
                  </a:lnTo>
                  <a:lnTo>
                    <a:pt x="1149408" y="1351553"/>
                  </a:lnTo>
                  <a:lnTo>
                    <a:pt x="1149400" y="1351566"/>
                  </a:lnTo>
                  <a:lnTo>
                    <a:pt x="1149392" y="1351579"/>
                  </a:lnTo>
                  <a:lnTo>
                    <a:pt x="1149383" y="1351593"/>
                  </a:lnTo>
                  <a:lnTo>
                    <a:pt x="1149372" y="1351605"/>
                  </a:lnTo>
                  <a:lnTo>
                    <a:pt x="1149368" y="1351608"/>
                  </a:lnTo>
                  <a:lnTo>
                    <a:pt x="1149363" y="1351612"/>
                  </a:lnTo>
                  <a:lnTo>
                    <a:pt x="1149351" y="1351620"/>
                  </a:lnTo>
                  <a:lnTo>
                    <a:pt x="1149344" y="1351624"/>
                  </a:lnTo>
                  <a:lnTo>
                    <a:pt x="1149337" y="1351629"/>
                  </a:lnTo>
                  <a:lnTo>
                    <a:pt x="1149313" y="1351639"/>
                  </a:lnTo>
                  <a:lnTo>
                    <a:pt x="1149296" y="1351645"/>
                  </a:lnTo>
                  <a:lnTo>
                    <a:pt x="1149290" y="1351650"/>
                  </a:lnTo>
                  <a:lnTo>
                    <a:pt x="1149283" y="1351655"/>
                  </a:lnTo>
                  <a:lnTo>
                    <a:pt x="1149280" y="1351659"/>
                  </a:lnTo>
                  <a:lnTo>
                    <a:pt x="1149277" y="1351665"/>
                  </a:lnTo>
                  <a:lnTo>
                    <a:pt x="1149273" y="1351676"/>
                  </a:lnTo>
                  <a:lnTo>
                    <a:pt x="1149271" y="1351682"/>
                  </a:lnTo>
                  <a:lnTo>
                    <a:pt x="1149266" y="1351692"/>
                  </a:lnTo>
                  <a:lnTo>
                    <a:pt x="1149260" y="1351704"/>
                  </a:lnTo>
                  <a:lnTo>
                    <a:pt x="1149254" y="1351719"/>
                  </a:lnTo>
                  <a:lnTo>
                    <a:pt x="1149244" y="1351744"/>
                  </a:lnTo>
                  <a:lnTo>
                    <a:pt x="1149237" y="1351759"/>
                  </a:lnTo>
                  <a:lnTo>
                    <a:pt x="1149232" y="1351770"/>
                  </a:lnTo>
                  <a:lnTo>
                    <a:pt x="1149227" y="1351778"/>
                  </a:lnTo>
                  <a:lnTo>
                    <a:pt x="1149219" y="1351788"/>
                  </a:lnTo>
                  <a:lnTo>
                    <a:pt x="1149212" y="1351793"/>
                  </a:lnTo>
                  <a:lnTo>
                    <a:pt x="1149205" y="1351795"/>
                  </a:lnTo>
                  <a:lnTo>
                    <a:pt x="1149188" y="1351799"/>
                  </a:lnTo>
                  <a:lnTo>
                    <a:pt x="1149181" y="1351802"/>
                  </a:lnTo>
                  <a:lnTo>
                    <a:pt x="1149179" y="1351806"/>
                  </a:lnTo>
                  <a:lnTo>
                    <a:pt x="1149178" y="1351816"/>
                  </a:lnTo>
                  <a:lnTo>
                    <a:pt x="1149179" y="1351829"/>
                  </a:lnTo>
                  <a:lnTo>
                    <a:pt x="1149181" y="1351848"/>
                  </a:lnTo>
                  <a:lnTo>
                    <a:pt x="1149185" y="1351857"/>
                  </a:lnTo>
                  <a:lnTo>
                    <a:pt x="1149192" y="1351864"/>
                  </a:lnTo>
                  <a:lnTo>
                    <a:pt x="1149197" y="1351875"/>
                  </a:lnTo>
                  <a:lnTo>
                    <a:pt x="1149198" y="1351883"/>
                  </a:lnTo>
                  <a:lnTo>
                    <a:pt x="1149196" y="1351902"/>
                  </a:lnTo>
                  <a:lnTo>
                    <a:pt x="1149191" y="1351915"/>
                  </a:lnTo>
                  <a:lnTo>
                    <a:pt x="1149185" y="1351929"/>
                  </a:lnTo>
                  <a:lnTo>
                    <a:pt x="1149173" y="1351948"/>
                  </a:lnTo>
                  <a:lnTo>
                    <a:pt x="1149161" y="1351964"/>
                  </a:lnTo>
                  <a:lnTo>
                    <a:pt x="1149157" y="1351970"/>
                  </a:lnTo>
                  <a:lnTo>
                    <a:pt x="1149155" y="1351980"/>
                  </a:lnTo>
                  <a:lnTo>
                    <a:pt x="1149158" y="1351997"/>
                  </a:lnTo>
                  <a:lnTo>
                    <a:pt x="1149162" y="1352004"/>
                  </a:lnTo>
                  <a:lnTo>
                    <a:pt x="1149170" y="1352016"/>
                  </a:lnTo>
                  <a:lnTo>
                    <a:pt x="1149180" y="1352032"/>
                  </a:lnTo>
                  <a:lnTo>
                    <a:pt x="1149186" y="1352048"/>
                  </a:lnTo>
                  <a:lnTo>
                    <a:pt x="1149190" y="1352066"/>
                  </a:lnTo>
                  <a:lnTo>
                    <a:pt x="1149190" y="1352077"/>
                  </a:lnTo>
                  <a:lnTo>
                    <a:pt x="1149186" y="1352088"/>
                  </a:lnTo>
                  <a:lnTo>
                    <a:pt x="1149179" y="1352104"/>
                  </a:lnTo>
                  <a:lnTo>
                    <a:pt x="1149173" y="1352119"/>
                  </a:lnTo>
                  <a:lnTo>
                    <a:pt x="1149169" y="1352138"/>
                  </a:lnTo>
                  <a:lnTo>
                    <a:pt x="1149165" y="1352160"/>
                  </a:lnTo>
                  <a:lnTo>
                    <a:pt x="1149166" y="1352174"/>
                  </a:lnTo>
                  <a:lnTo>
                    <a:pt x="1149171" y="1352187"/>
                  </a:lnTo>
                  <a:lnTo>
                    <a:pt x="1149186" y="1352208"/>
                  </a:lnTo>
                  <a:lnTo>
                    <a:pt x="1149194" y="1352225"/>
                  </a:lnTo>
                  <a:lnTo>
                    <a:pt x="1149201" y="1352244"/>
                  </a:lnTo>
                  <a:lnTo>
                    <a:pt x="1149208" y="1352274"/>
                  </a:lnTo>
                  <a:lnTo>
                    <a:pt x="1149213" y="1352306"/>
                  </a:lnTo>
                  <a:lnTo>
                    <a:pt x="1149214" y="1352319"/>
                  </a:lnTo>
                  <a:lnTo>
                    <a:pt x="1149211" y="1352329"/>
                  </a:lnTo>
                  <a:lnTo>
                    <a:pt x="1149206" y="1352334"/>
                  </a:lnTo>
                  <a:lnTo>
                    <a:pt x="1149201" y="1352339"/>
                  </a:lnTo>
                  <a:lnTo>
                    <a:pt x="1149189" y="1352345"/>
                  </a:lnTo>
                  <a:lnTo>
                    <a:pt x="1149173" y="1352351"/>
                  </a:lnTo>
                  <a:lnTo>
                    <a:pt x="1149162" y="1352359"/>
                  </a:lnTo>
                  <a:lnTo>
                    <a:pt x="1149158" y="1352369"/>
                  </a:lnTo>
                  <a:lnTo>
                    <a:pt x="1149159" y="1352378"/>
                  </a:lnTo>
                  <a:lnTo>
                    <a:pt x="1149167" y="1352391"/>
                  </a:lnTo>
                  <a:lnTo>
                    <a:pt x="1149183" y="1352408"/>
                  </a:lnTo>
                  <a:lnTo>
                    <a:pt x="1149197" y="1352421"/>
                  </a:lnTo>
                  <a:lnTo>
                    <a:pt x="1149214" y="1352440"/>
                  </a:lnTo>
                  <a:lnTo>
                    <a:pt x="1149228" y="1352455"/>
                  </a:lnTo>
                  <a:lnTo>
                    <a:pt x="1149240" y="1352473"/>
                  </a:lnTo>
                  <a:lnTo>
                    <a:pt x="1149248" y="1352495"/>
                  </a:lnTo>
                  <a:lnTo>
                    <a:pt x="1149251" y="1352512"/>
                  </a:lnTo>
                  <a:lnTo>
                    <a:pt x="1149249" y="1352528"/>
                  </a:lnTo>
                  <a:lnTo>
                    <a:pt x="1149243" y="1352544"/>
                  </a:lnTo>
                  <a:lnTo>
                    <a:pt x="1149229" y="1352561"/>
                  </a:lnTo>
                  <a:lnTo>
                    <a:pt x="1149226" y="1352565"/>
                  </a:lnTo>
                  <a:lnTo>
                    <a:pt x="1149216" y="1352577"/>
                  </a:lnTo>
                  <a:lnTo>
                    <a:pt x="1149192" y="1352597"/>
                  </a:lnTo>
                  <a:lnTo>
                    <a:pt x="1149170" y="1352616"/>
                  </a:lnTo>
                  <a:lnTo>
                    <a:pt x="1149155" y="1352627"/>
                  </a:lnTo>
                  <a:lnTo>
                    <a:pt x="1149141" y="1352638"/>
                  </a:lnTo>
                  <a:lnTo>
                    <a:pt x="1149127" y="1352655"/>
                  </a:lnTo>
                  <a:lnTo>
                    <a:pt x="1149115" y="1352670"/>
                  </a:lnTo>
                  <a:lnTo>
                    <a:pt x="1149107" y="1352677"/>
                  </a:lnTo>
                  <a:lnTo>
                    <a:pt x="1149101" y="1352684"/>
                  </a:lnTo>
                  <a:lnTo>
                    <a:pt x="1149095" y="1352690"/>
                  </a:lnTo>
                  <a:lnTo>
                    <a:pt x="1149078" y="1352706"/>
                  </a:lnTo>
                  <a:lnTo>
                    <a:pt x="1149073" y="1352712"/>
                  </a:lnTo>
                  <a:lnTo>
                    <a:pt x="1149064" y="1352723"/>
                  </a:lnTo>
                  <a:lnTo>
                    <a:pt x="1149058" y="1352730"/>
                  </a:lnTo>
                  <a:lnTo>
                    <a:pt x="1149037" y="1352751"/>
                  </a:lnTo>
                  <a:lnTo>
                    <a:pt x="1149021" y="1352771"/>
                  </a:lnTo>
                  <a:lnTo>
                    <a:pt x="1149007" y="1352789"/>
                  </a:lnTo>
                  <a:lnTo>
                    <a:pt x="1148997" y="1352803"/>
                  </a:lnTo>
                  <a:lnTo>
                    <a:pt x="1148981" y="1352821"/>
                  </a:lnTo>
                  <a:lnTo>
                    <a:pt x="1148960" y="1352836"/>
                  </a:lnTo>
                  <a:lnTo>
                    <a:pt x="1148937" y="1352850"/>
                  </a:lnTo>
                  <a:lnTo>
                    <a:pt x="1148909" y="1352864"/>
                  </a:lnTo>
                  <a:lnTo>
                    <a:pt x="1148889" y="1352872"/>
                  </a:lnTo>
                  <a:lnTo>
                    <a:pt x="1148875" y="1352875"/>
                  </a:lnTo>
                  <a:lnTo>
                    <a:pt x="1148856" y="1352876"/>
                  </a:lnTo>
                  <a:lnTo>
                    <a:pt x="1148836" y="1352877"/>
                  </a:lnTo>
                  <a:lnTo>
                    <a:pt x="1148827" y="1352879"/>
                  </a:lnTo>
                  <a:lnTo>
                    <a:pt x="1148819" y="1352885"/>
                  </a:lnTo>
                  <a:lnTo>
                    <a:pt x="1148813" y="1352892"/>
                  </a:lnTo>
                  <a:lnTo>
                    <a:pt x="1148805" y="1352907"/>
                  </a:lnTo>
                  <a:lnTo>
                    <a:pt x="1148801" y="1352924"/>
                  </a:lnTo>
                  <a:lnTo>
                    <a:pt x="1148795" y="1352942"/>
                  </a:lnTo>
                  <a:lnTo>
                    <a:pt x="1148787" y="1352956"/>
                  </a:lnTo>
                  <a:lnTo>
                    <a:pt x="1148775" y="1352974"/>
                  </a:lnTo>
                  <a:lnTo>
                    <a:pt x="1148763" y="1352984"/>
                  </a:lnTo>
                  <a:lnTo>
                    <a:pt x="1148759" y="1352986"/>
                  </a:lnTo>
                  <a:lnTo>
                    <a:pt x="1148749" y="1352991"/>
                  </a:lnTo>
                  <a:lnTo>
                    <a:pt x="1148732" y="1352997"/>
                  </a:lnTo>
                  <a:lnTo>
                    <a:pt x="1148711" y="1353001"/>
                  </a:lnTo>
                  <a:lnTo>
                    <a:pt x="1148692" y="1353004"/>
                  </a:lnTo>
                  <a:lnTo>
                    <a:pt x="1148666" y="1353005"/>
                  </a:lnTo>
                  <a:lnTo>
                    <a:pt x="1148655" y="1353008"/>
                  </a:lnTo>
                  <a:lnTo>
                    <a:pt x="1148641" y="1353011"/>
                  </a:lnTo>
                  <a:lnTo>
                    <a:pt x="1148622" y="1353017"/>
                  </a:lnTo>
                  <a:lnTo>
                    <a:pt x="1148610" y="1353019"/>
                  </a:lnTo>
                  <a:lnTo>
                    <a:pt x="1148598" y="1353019"/>
                  </a:lnTo>
                  <a:lnTo>
                    <a:pt x="1148590" y="1353016"/>
                  </a:lnTo>
                  <a:lnTo>
                    <a:pt x="1148576" y="1353009"/>
                  </a:lnTo>
                  <a:lnTo>
                    <a:pt x="1148556" y="1353000"/>
                  </a:lnTo>
                  <a:lnTo>
                    <a:pt x="1148543" y="1352997"/>
                  </a:lnTo>
                  <a:lnTo>
                    <a:pt x="1148532" y="1352992"/>
                  </a:lnTo>
                  <a:lnTo>
                    <a:pt x="1148522" y="1352991"/>
                  </a:lnTo>
                  <a:lnTo>
                    <a:pt x="1148515" y="1352992"/>
                  </a:lnTo>
                  <a:lnTo>
                    <a:pt x="1148509" y="1352995"/>
                  </a:lnTo>
                  <a:lnTo>
                    <a:pt x="1148501" y="1353003"/>
                  </a:lnTo>
                  <a:lnTo>
                    <a:pt x="1148489" y="1353016"/>
                  </a:lnTo>
                  <a:lnTo>
                    <a:pt x="1148476" y="1353034"/>
                  </a:lnTo>
                  <a:lnTo>
                    <a:pt x="1148468" y="1353046"/>
                  </a:lnTo>
                  <a:lnTo>
                    <a:pt x="1148466" y="1353050"/>
                  </a:lnTo>
                  <a:lnTo>
                    <a:pt x="1148462" y="1353057"/>
                  </a:lnTo>
                  <a:lnTo>
                    <a:pt x="1148452" y="1353075"/>
                  </a:lnTo>
                  <a:lnTo>
                    <a:pt x="1148445" y="1353084"/>
                  </a:lnTo>
                  <a:lnTo>
                    <a:pt x="1148439" y="1353089"/>
                  </a:lnTo>
                  <a:lnTo>
                    <a:pt x="1148418" y="1353098"/>
                  </a:lnTo>
                  <a:lnTo>
                    <a:pt x="1148397" y="1353108"/>
                  </a:lnTo>
                  <a:lnTo>
                    <a:pt x="1148377" y="1353117"/>
                  </a:lnTo>
                  <a:lnTo>
                    <a:pt x="1148361" y="1353124"/>
                  </a:lnTo>
                  <a:lnTo>
                    <a:pt x="1148353" y="1353127"/>
                  </a:lnTo>
                  <a:lnTo>
                    <a:pt x="1148346" y="1353127"/>
                  </a:lnTo>
                  <a:lnTo>
                    <a:pt x="1148336" y="1353125"/>
                  </a:lnTo>
                  <a:lnTo>
                    <a:pt x="1148323" y="1353117"/>
                  </a:lnTo>
                  <a:lnTo>
                    <a:pt x="1148306" y="1353108"/>
                  </a:lnTo>
                  <a:lnTo>
                    <a:pt x="1148297" y="1353106"/>
                  </a:lnTo>
                  <a:lnTo>
                    <a:pt x="1148283" y="1353105"/>
                  </a:lnTo>
                  <a:lnTo>
                    <a:pt x="1148252" y="1353105"/>
                  </a:lnTo>
                  <a:lnTo>
                    <a:pt x="1148231" y="1353104"/>
                  </a:lnTo>
                  <a:lnTo>
                    <a:pt x="1148212" y="1353102"/>
                  </a:lnTo>
                  <a:lnTo>
                    <a:pt x="1148193" y="1353094"/>
                  </a:lnTo>
                  <a:lnTo>
                    <a:pt x="1148185" y="1353092"/>
                  </a:lnTo>
                  <a:lnTo>
                    <a:pt x="1148170" y="1353090"/>
                  </a:lnTo>
                  <a:lnTo>
                    <a:pt x="1148131" y="1353086"/>
                  </a:lnTo>
                  <a:lnTo>
                    <a:pt x="1148111" y="1353084"/>
                  </a:lnTo>
                  <a:lnTo>
                    <a:pt x="1148094" y="1353084"/>
                  </a:lnTo>
                  <a:lnTo>
                    <a:pt x="1148079" y="1353084"/>
                  </a:lnTo>
                  <a:lnTo>
                    <a:pt x="1148066" y="1353086"/>
                  </a:lnTo>
                  <a:lnTo>
                    <a:pt x="1148058" y="1353087"/>
                  </a:lnTo>
                  <a:lnTo>
                    <a:pt x="1148055" y="1353084"/>
                  </a:lnTo>
                  <a:lnTo>
                    <a:pt x="1148048" y="1353077"/>
                  </a:lnTo>
                  <a:lnTo>
                    <a:pt x="1148043" y="1353073"/>
                  </a:lnTo>
                  <a:lnTo>
                    <a:pt x="1148039" y="1353073"/>
                  </a:lnTo>
                  <a:lnTo>
                    <a:pt x="1148030" y="1353071"/>
                  </a:lnTo>
                  <a:lnTo>
                    <a:pt x="1148024" y="1353071"/>
                  </a:lnTo>
                  <a:lnTo>
                    <a:pt x="1148016" y="1353074"/>
                  </a:lnTo>
                  <a:lnTo>
                    <a:pt x="1148011" y="1353078"/>
                  </a:lnTo>
                  <a:lnTo>
                    <a:pt x="1148005" y="1353088"/>
                  </a:lnTo>
                  <a:lnTo>
                    <a:pt x="1147996" y="1353109"/>
                  </a:lnTo>
                  <a:lnTo>
                    <a:pt x="1147985" y="1353133"/>
                  </a:lnTo>
                  <a:lnTo>
                    <a:pt x="1147970" y="1353167"/>
                  </a:lnTo>
                  <a:lnTo>
                    <a:pt x="1147956" y="1353193"/>
                  </a:lnTo>
                  <a:lnTo>
                    <a:pt x="1147948" y="1353204"/>
                  </a:lnTo>
                  <a:lnTo>
                    <a:pt x="1147944" y="1353211"/>
                  </a:lnTo>
                  <a:lnTo>
                    <a:pt x="1147931" y="1353226"/>
                  </a:lnTo>
                  <a:lnTo>
                    <a:pt x="1147920" y="1353235"/>
                  </a:lnTo>
                  <a:lnTo>
                    <a:pt x="1147903" y="1353241"/>
                  </a:lnTo>
                  <a:lnTo>
                    <a:pt x="1147879" y="1353244"/>
                  </a:lnTo>
                  <a:lnTo>
                    <a:pt x="1147859" y="1353251"/>
                  </a:lnTo>
                  <a:lnTo>
                    <a:pt x="1147843" y="1353260"/>
                  </a:lnTo>
                  <a:lnTo>
                    <a:pt x="1147833" y="1353270"/>
                  </a:lnTo>
                  <a:lnTo>
                    <a:pt x="1147822" y="1353288"/>
                  </a:lnTo>
                  <a:lnTo>
                    <a:pt x="1147815" y="1353300"/>
                  </a:lnTo>
                  <a:lnTo>
                    <a:pt x="1147809" y="1353306"/>
                  </a:lnTo>
                  <a:lnTo>
                    <a:pt x="1147801" y="1353314"/>
                  </a:lnTo>
                  <a:lnTo>
                    <a:pt x="1147793" y="1353322"/>
                  </a:lnTo>
                  <a:lnTo>
                    <a:pt x="1147783" y="1353331"/>
                  </a:lnTo>
                  <a:lnTo>
                    <a:pt x="1147771" y="1353342"/>
                  </a:lnTo>
                  <a:lnTo>
                    <a:pt x="1147767" y="1353351"/>
                  </a:lnTo>
                  <a:lnTo>
                    <a:pt x="1147757" y="1353363"/>
                  </a:lnTo>
                  <a:lnTo>
                    <a:pt x="1147738" y="1353376"/>
                  </a:lnTo>
                  <a:lnTo>
                    <a:pt x="1147720" y="1353385"/>
                  </a:lnTo>
                  <a:lnTo>
                    <a:pt x="1147697" y="1353395"/>
                  </a:lnTo>
                  <a:lnTo>
                    <a:pt x="1147680" y="1353403"/>
                  </a:lnTo>
                  <a:lnTo>
                    <a:pt x="1147663" y="1353414"/>
                  </a:lnTo>
                  <a:lnTo>
                    <a:pt x="1147658" y="1353418"/>
                  </a:lnTo>
                  <a:lnTo>
                    <a:pt x="1147654" y="1353420"/>
                  </a:lnTo>
                  <a:lnTo>
                    <a:pt x="1147644" y="1353429"/>
                  </a:lnTo>
                  <a:lnTo>
                    <a:pt x="1147636" y="1353435"/>
                  </a:lnTo>
                  <a:lnTo>
                    <a:pt x="1147629" y="1353443"/>
                  </a:lnTo>
                  <a:lnTo>
                    <a:pt x="1147621" y="1353452"/>
                  </a:lnTo>
                  <a:lnTo>
                    <a:pt x="1147605" y="1353469"/>
                  </a:lnTo>
                  <a:lnTo>
                    <a:pt x="1147590" y="1353481"/>
                  </a:lnTo>
                  <a:lnTo>
                    <a:pt x="1147571" y="1353490"/>
                  </a:lnTo>
                  <a:lnTo>
                    <a:pt x="1147552" y="1353503"/>
                  </a:lnTo>
                  <a:lnTo>
                    <a:pt x="1147540" y="1353517"/>
                  </a:lnTo>
                  <a:lnTo>
                    <a:pt x="1147534" y="1353530"/>
                  </a:lnTo>
                  <a:lnTo>
                    <a:pt x="1147530" y="1353549"/>
                  </a:lnTo>
                  <a:lnTo>
                    <a:pt x="1147531" y="1353567"/>
                  </a:lnTo>
                  <a:lnTo>
                    <a:pt x="1147530" y="1353583"/>
                  </a:lnTo>
                  <a:lnTo>
                    <a:pt x="1147526" y="1353595"/>
                  </a:lnTo>
                  <a:lnTo>
                    <a:pt x="1147519" y="1353603"/>
                  </a:lnTo>
                  <a:lnTo>
                    <a:pt x="1147506" y="1353610"/>
                  </a:lnTo>
                  <a:lnTo>
                    <a:pt x="1147483" y="1353617"/>
                  </a:lnTo>
                  <a:lnTo>
                    <a:pt x="1147460" y="1353622"/>
                  </a:lnTo>
                  <a:lnTo>
                    <a:pt x="1147443" y="1353625"/>
                  </a:lnTo>
                  <a:lnTo>
                    <a:pt x="1147434" y="1353629"/>
                  </a:lnTo>
                  <a:lnTo>
                    <a:pt x="1147422" y="1353641"/>
                  </a:lnTo>
                  <a:lnTo>
                    <a:pt x="1147410" y="1353658"/>
                  </a:lnTo>
                  <a:lnTo>
                    <a:pt x="1147393" y="1353681"/>
                  </a:lnTo>
                  <a:lnTo>
                    <a:pt x="1147383" y="1353692"/>
                  </a:lnTo>
                  <a:lnTo>
                    <a:pt x="1147368" y="1353701"/>
                  </a:lnTo>
                  <a:lnTo>
                    <a:pt x="1147363" y="1353702"/>
                  </a:lnTo>
                  <a:lnTo>
                    <a:pt x="1147353" y="1353704"/>
                  </a:lnTo>
                  <a:lnTo>
                    <a:pt x="1147338" y="1353700"/>
                  </a:lnTo>
                  <a:lnTo>
                    <a:pt x="1147321" y="1353691"/>
                  </a:lnTo>
                  <a:lnTo>
                    <a:pt x="1147303" y="1353680"/>
                  </a:lnTo>
                  <a:lnTo>
                    <a:pt x="1147290" y="1353677"/>
                  </a:lnTo>
                  <a:lnTo>
                    <a:pt x="1147278" y="1353676"/>
                  </a:lnTo>
                  <a:lnTo>
                    <a:pt x="1147266" y="1353679"/>
                  </a:lnTo>
                  <a:lnTo>
                    <a:pt x="1147256" y="1353685"/>
                  </a:lnTo>
                  <a:lnTo>
                    <a:pt x="1147248" y="1353701"/>
                  </a:lnTo>
                  <a:lnTo>
                    <a:pt x="1147242" y="1353718"/>
                  </a:lnTo>
                  <a:lnTo>
                    <a:pt x="1147231" y="1353740"/>
                  </a:lnTo>
                  <a:lnTo>
                    <a:pt x="1147227" y="1353750"/>
                  </a:lnTo>
                  <a:lnTo>
                    <a:pt x="1147222" y="1353763"/>
                  </a:lnTo>
                  <a:lnTo>
                    <a:pt x="1147216" y="1353790"/>
                  </a:lnTo>
                  <a:lnTo>
                    <a:pt x="1147210" y="1353824"/>
                  </a:lnTo>
                  <a:lnTo>
                    <a:pt x="1147208" y="1353834"/>
                  </a:lnTo>
                  <a:lnTo>
                    <a:pt x="1147204" y="1353849"/>
                  </a:lnTo>
                  <a:lnTo>
                    <a:pt x="1147198" y="1353872"/>
                  </a:lnTo>
                  <a:lnTo>
                    <a:pt x="1147192" y="1353894"/>
                  </a:lnTo>
                  <a:lnTo>
                    <a:pt x="1147190" y="1353910"/>
                  </a:lnTo>
                  <a:lnTo>
                    <a:pt x="1147188" y="1353935"/>
                  </a:lnTo>
                  <a:lnTo>
                    <a:pt x="1147188" y="1353959"/>
                  </a:lnTo>
                  <a:lnTo>
                    <a:pt x="1147187" y="1353984"/>
                  </a:lnTo>
                  <a:lnTo>
                    <a:pt x="1147183" y="1354001"/>
                  </a:lnTo>
                  <a:lnTo>
                    <a:pt x="1147173" y="1354011"/>
                  </a:lnTo>
                  <a:lnTo>
                    <a:pt x="1147164" y="1354017"/>
                  </a:lnTo>
                  <a:lnTo>
                    <a:pt x="1147150" y="1354021"/>
                  </a:lnTo>
                  <a:lnTo>
                    <a:pt x="1147135" y="1354024"/>
                  </a:lnTo>
                  <a:lnTo>
                    <a:pt x="1147124" y="1354032"/>
                  </a:lnTo>
                  <a:lnTo>
                    <a:pt x="1147118" y="1354042"/>
                  </a:lnTo>
                  <a:lnTo>
                    <a:pt x="1147113" y="1354057"/>
                  </a:lnTo>
                  <a:lnTo>
                    <a:pt x="1147107" y="1354081"/>
                  </a:lnTo>
                  <a:lnTo>
                    <a:pt x="1147100" y="1354108"/>
                  </a:lnTo>
                  <a:lnTo>
                    <a:pt x="1147093" y="1354126"/>
                  </a:lnTo>
                  <a:lnTo>
                    <a:pt x="1147086" y="1354149"/>
                  </a:lnTo>
                  <a:lnTo>
                    <a:pt x="1147077" y="1354168"/>
                  </a:lnTo>
                  <a:lnTo>
                    <a:pt x="1147066" y="1354172"/>
                  </a:lnTo>
                  <a:lnTo>
                    <a:pt x="1147052" y="1354170"/>
                  </a:lnTo>
                  <a:lnTo>
                    <a:pt x="1147041" y="1354163"/>
                  </a:lnTo>
                  <a:lnTo>
                    <a:pt x="1147030" y="1354159"/>
                  </a:lnTo>
                  <a:lnTo>
                    <a:pt x="1147021" y="1354159"/>
                  </a:lnTo>
                  <a:lnTo>
                    <a:pt x="1147014" y="1354161"/>
                  </a:lnTo>
                  <a:lnTo>
                    <a:pt x="1147007" y="1354166"/>
                  </a:lnTo>
                  <a:lnTo>
                    <a:pt x="1147001" y="1354173"/>
                  </a:lnTo>
                  <a:lnTo>
                    <a:pt x="1146996" y="1354185"/>
                  </a:lnTo>
                  <a:lnTo>
                    <a:pt x="1146991" y="1354193"/>
                  </a:lnTo>
                  <a:lnTo>
                    <a:pt x="1146988" y="1354198"/>
                  </a:lnTo>
                  <a:lnTo>
                    <a:pt x="1146980" y="1354202"/>
                  </a:lnTo>
                  <a:lnTo>
                    <a:pt x="1146972" y="1354198"/>
                  </a:lnTo>
                  <a:lnTo>
                    <a:pt x="1146955" y="1354186"/>
                  </a:lnTo>
                  <a:lnTo>
                    <a:pt x="1146945" y="1354178"/>
                  </a:lnTo>
                  <a:lnTo>
                    <a:pt x="1146937" y="1354178"/>
                  </a:lnTo>
                  <a:lnTo>
                    <a:pt x="1146929" y="1354182"/>
                  </a:lnTo>
                  <a:lnTo>
                    <a:pt x="1146919" y="1354189"/>
                  </a:lnTo>
                  <a:lnTo>
                    <a:pt x="1146904" y="1354202"/>
                  </a:lnTo>
                  <a:lnTo>
                    <a:pt x="1146886" y="1354217"/>
                  </a:lnTo>
                  <a:lnTo>
                    <a:pt x="1146879" y="1354219"/>
                  </a:lnTo>
                  <a:lnTo>
                    <a:pt x="1146869" y="1354222"/>
                  </a:lnTo>
                  <a:lnTo>
                    <a:pt x="1146852" y="1354225"/>
                  </a:lnTo>
                  <a:lnTo>
                    <a:pt x="1146840" y="1354223"/>
                  </a:lnTo>
                  <a:lnTo>
                    <a:pt x="1146825" y="1354217"/>
                  </a:lnTo>
                  <a:lnTo>
                    <a:pt x="1146813" y="1354210"/>
                  </a:lnTo>
                  <a:lnTo>
                    <a:pt x="1146799" y="1354208"/>
                  </a:lnTo>
                  <a:lnTo>
                    <a:pt x="1146781" y="1354208"/>
                  </a:lnTo>
                  <a:lnTo>
                    <a:pt x="1146771" y="1354211"/>
                  </a:lnTo>
                  <a:lnTo>
                    <a:pt x="1146759" y="1354219"/>
                  </a:lnTo>
                  <a:lnTo>
                    <a:pt x="1146744" y="1354230"/>
                  </a:lnTo>
                  <a:lnTo>
                    <a:pt x="1146734" y="1354236"/>
                  </a:lnTo>
                  <a:lnTo>
                    <a:pt x="1146724" y="1354240"/>
                  </a:lnTo>
                  <a:lnTo>
                    <a:pt x="1146703" y="1354237"/>
                  </a:lnTo>
                  <a:lnTo>
                    <a:pt x="1146684" y="1354231"/>
                  </a:lnTo>
                  <a:lnTo>
                    <a:pt x="1146669" y="1354223"/>
                  </a:lnTo>
                  <a:lnTo>
                    <a:pt x="1146662" y="1354218"/>
                  </a:lnTo>
                  <a:lnTo>
                    <a:pt x="1146652" y="1354218"/>
                  </a:lnTo>
                  <a:lnTo>
                    <a:pt x="1146644" y="1354220"/>
                  </a:lnTo>
                  <a:lnTo>
                    <a:pt x="1146637" y="1354224"/>
                  </a:lnTo>
                  <a:lnTo>
                    <a:pt x="1146627" y="1354230"/>
                  </a:lnTo>
                  <a:lnTo>
                    <a:pt x="1146616" y="1354232"/>
                  </a:lnTo>
                  <a:lnTo>
                    <a:pt x="1146608" y="1354229"/>
                  </a:lnTo>
                  <a:lnTo>
                    <a:pt x="1146595" y="1354224"/>
                  </a:lnTo>
                  <a:lnTo>
                    <a:pt x="1146582" y="1354214"/>
                  </a:lnTo>
                  <a:lnTo>
                    <a:pt x="1146570" y="1354202"/>
                  </a:lnTo>
                  <a:lnTo>
                    <a:pt x="1146556" y="1354187"/>
                  </a:lnTo>
                  <a:lnTo>
                    <a:pt x="1146551" y="1354183"/>
                  </a:lnTo>
                  <a:lnTo>
                    <a:pt x="1146541" y="1354179"/>
                  </a:lnTo>
                  <a:lnTo>
                    <a:pt x="1146534" y="1354179"/>
                  </a:lnTo>
                  <a:lnTo>
                    <a:pt x="1146525" y="1354185"/>
                  </a:lnTo>
                  <a:lnTo>
                    <a:pt x="1146513" y="1354196"/>
                  </a:lnTo>
                  <a:lnTo>
                    <a:pt x="1146502" y="1354207"/>
                  </a:lnTo>
                  <a:lnTo>
                    <a:pt x="1146485" y="1354221"/>
                  </a:lnTo>
                  <a:lnTo>
                    <a:pt x="1146465" y="1354235"/>
                  </a:lnTo>
                  <a:lnTo>
                    <a:pt x="1146449" y="1354240"/>
                  </a:lnTo>
                  <a:lnTo>
                    <a:pt x="1146430" y="1354244"/>
                  </a:lnTo>
                  <a:lnTo>
                    <a:pt x="1146417" y="1354246"/>
                  </a:lnTo>
                  <a:lnTo>
                    <a:pt x="1146388" y="1354250"/>
                  </a:lnTo>
                  <a:lnTo>
                    <a:pt x="1146365" y="1354251"/>
                  </a:lnTo>
                  <a:lnTo>
                    <a:pt x="1146353" y="1354251"/>
                  </a:lnTo>
                  <a:lnTo>
                    <a:pt x="1146343" y="1354250"/>
                  </a:lnTo>
                  <a:lnTo>
                    <a:pt x="1146338" y="1354247"/>
                  </a:lnTo>
                  <a:lnTo>
                    <a:pt x="1146330" y="1354244"/>
                  </a:lnTo>
                  <a:lnTo>
                    <a:pt x="1146320" y="1354240"/>
                  </a:lnTo>
                  <a:lnTo>
                    <a:pt x="1146306" y="1354233"/>
                  </a:lnTo>
                  <a:lnTo>
                    <a:pt x="1146297" y="1354230"/>
                  </a:lnTo>
                  <a:lnTo>
                    <a:pt x="1146293" y="1354228"/>
                  </a:lnTo>
                  <a:lnTo>
                    <a:pt x="1146280" y="1354225"/>
                  </a:lnTo>
                  <a:lnTo>
                    <a:pt x="1146266" y="1354222"/>
                  </a:lnTo>
                  <a:lnTo>
                    <a:pt x="1146249" y="1354217"/>
                  </a:lnTo>
                  <a:lnTo>
                    <a:pt x="1146232" y="1354211"/>
                  </a:lnTo>
                  <a:lnTo>
                    <a:pt x="1146221" y="1354205"/>
                  </a:lnTo>
                  <a:lnTo>
                    <a:pt x="1146210" y="1354197"/>
                  </a:lnTo>
                  <a:lnTo>
                    <a:pt x="1146198" y="1354180"/>
                  </a:lnTo>
                  <a:lnTo>
                    <a:pt x="1146192" y="1354172"/>
                  </a:lnTo>
                  <a:lnTo>
                    <a:pt x="1146184" y="1354167"/>
                  </a:lnTo>
                  <a:lnTo>
                    <a:pt x="1146179" y="1354167"/>
                  </a:lnTo>
                  <a:lnTo>
                    <a:pt x="1146172" y="1354171"/>
                  </a:lnTo>
                  <a:lnTo>
                    <a:pt x="1146166" y="1354178"/>
                  </a:lnTo>
                  <a:lnTo>
                    <a:pt x="1146162" y="1354181"/>
                  </a:lnTo>
                  <a:lnTo>
                    <a:pt x="1146155" y="1354188"/>
                  </a:lnTo>
                  <a:lnTo>
                    <a:pt x="1146146" y="1354196"/>
                  </a:lnTo>
                  <a:lnTo>
                    <a:pt x="1146140" y="1354199"/>
                  </a:lnTo>
                  <a:lnTo>
                    <a:pt x="1146133" y="1354202"/>
                  </a:lnTo>
                  <a:lnTo>
                    <a:pt x="1146124" y="1354200"/>
                  </a:lnTo>
                  <a:lnTo>
                    <a:pt x="1146113" y="1354187"/>
                  </a:lnTo>
                  <a:lnTo>
                    <a:pt x="1146105" y="1354168"/>
                  </a:lnTo>
                  <a:lnTo>
                    <a:pt x="1146097" y="1354151"/>
                  </a:lnTo>
                  <a:lnTo>
                    <a:pt x="1146090" y="1354143"/>
                  </a:lnTo>
                  <a:lnTo>
                    <a:pt x="1146082" y="1354139"/>
                  </a:lnTo>
                  <a:lnTo>
                    <a:pt x="1146059" y="1354131"/>
                  </a:lnTo>
                  <a:lnTo>
                    <a:pt x="1146041" y="1354127"/>
                  </a:lnTo>
                  <a:lnTo>
                    <a:pt x="1146026" y="1354122"/>
                  </a:lnTo>
                  <a:lnTo>
                    <a:pt x="1146008" y="1354116"/>
                  </a:lnTo>
                  <a:lnTo>
                    <a:pt x="1145990" y="1354108"/>
                  </a:lnTo>
                  <a:lnTo>
                    <a:pt x="1145986" y="1354105"/>
                  </a:lnTo>
                  <a:lnTo>
                    <a:pt x="1145964" y="1354093"/>
                  </a:lnTo>
                  <a:lnTo>
                    <a:pt x="1145947" y="1354080"/>
                  </a:lnTo>
                  <a:lnTo>
                    <a:pt x="1145934" y="1354069"/>
                  </a:lnTo>
                  <a:lnTo>
                    <a:pt x="1145921" y="1354057"/>
                  </a:lnTo>
                  <a:lnTo>
                    <a:pt x="1145911" y="1354047"/>
                  </a:lnTo>
                  <a:lnTo>
                    <a:pt x="1145892" y="1354033"/>
                  </a:lnTo>
                  <a:lnTo>
                    <a:pt x="1145883" y="1354028"/>
                  </a:lnTo>
                  <a:lnTo>
                    <a:pt x="1145870" y="1354025"/>
                  </a:lnTo>
                  <a:lnTo>
                    <a:pt x="1145858" y="1354025"/>
                  </a:lnTo>
                  <a:lnTo>
                    <a:pt x="1145849" y="1354029"/>
                  </a:lnTo>
                  <a:lnTo>
                    <a:pt x="1145839" y="1354038"/>
                  </a:lnTo>
                  <a:lnTo>
                    <a:pt x="1145826" y="1354048"/>
                  </a:lnTo>
                  <a:lnTo>
                    <a:pt x="1145815" y="1354057"/>
                  </a:lnTo>
                  <a:lnTo>
                    <a:pt x="1145810" y="1354060"/>
                  </a:lnTo>
                  <a:lnTo>
                    <a:pt x="1145804" y="1354063"/>
                  </a:lnTo>
                  <a:lnTo>
                    <a:pt x="1145788" y="1354065"/>
                  </a:lnTo>
                  <a:lnTo>
                    <a:pt x="1145781" y="1354065"/>
                  </a:lnTo>
                  <a:lnTo>
                    <a:pt x="1145777" y="1354064"/>
                  </a:lnTo>
                  <a:lnTo>
                    <a:pt x="1145767" y="1354065"/>
                  </a:lnTo>
                  <a:lnTo>
                    <a:pt x="1145757" y="1354069"/>
                  </a:lnTo>
                  <a:lnTo>
                    <a:pt x="1145741" y="1354083"/>
                  </a:lnTo>
                  <a:lnTo>
                    <a:pt x="1145728" y="1354100"/>
                  </a:lnTo>
                  <a:lnTo>
                    <a:pt x="1145717" y="1354111"/>
                  </a:lnTo>
                  <a:lnTo>
                    <a:pt x="1145709" y="1354121"/>
                  </a:lnTo>
                  <a:lnTo>
                    <a:pt x="1145703" y="1354128"/>
                  </a:lnTo>
                  <a:lnTo>
                    <a:pt x="1145692" y="1354134"/>
                  </a:lnTo>
                  <a:lnTo>
                    <a:pt x="1145677" y="1354141"/>
                  </a:lnTo>
                  <a:lnTo>
                    <a:pt x="1145666" y="1354145"/>
                  </a:lnTo>
                  <a:lnTo>
                    <a:pt x="1145657" y="1354150"/>
                  </a:lnTo>
                  <a:lnTo>
                    <a:pt x="1145648" y="1354156"/>
                  </a:lnTo>
                  <a:lnTo>
                    <a:pt x="1145640" y="1354164"/>
                  </a:lnTo>
                  <a:lnTo>
                    <a:pt x="1145633" y="1354176"/>
                  </a:lnTo>
                  <a:lnTo>
                    <a:pt x="1145624" y="1354189"/>
                  </a:lnTo>
                  <a:lnTo>
                    <a:pt x="1145620" y="1354202"/>
                  </a:lnTo>
                  <a:lnTo>
                    <a:pt x="1145615" y="1354216"/>
                  </a:lnTo>
                  <a:lnTo>
                    <a:pt x="1145609" y="1354234"/>
                  </a:lnTo>
                  <a:lnTo>
                    <a:pt x="1145599" y="1354245"/>
                  </a:lnTo>
                  <a:lnTo>
                    <a:pt x="1145584" y="1354253"/>
                  </a:lnTo>
                  <a:lnTo>
                    <a:pt x="1145553" y="1354264"/>
                  </a:lnTo>
                  <a:lnTo>
                    <a:pt x="1145531" y="1354272"/>
                  </a:lnTo>
                  <a:lnTo>
                    <a:pt x="1145525" y="1354274"/>
                  </a:lnTo>
                  <a:lnTo>
                    <a:pt x="1145506" y="1354280"/>
                  </a:lnTo>
                  <a:lnTo>
                    <a:pt x="1145485" y="1354288"/>
                  </a:lnTo>
                  <a:lnTo>
                    <a:pt x="1145459" y="1354299"/>
                  </a:lnTo>
                  <a:lnTo>
                    <a:pt x="1145447" y="1354304"/>
                  </a:lnTo>
                  <a:lnTo>
                    <a:pt x="1145441" y="1354308"/>
                  </a:lnTo>
                  <a:lnTo>
                    <a:pt x="1145435" y="1354316"/>
                  </a:lnTo>
                  <a:lnTo>
                    <a:pt x="1145432" y="1354324"/>
                  </a:lnTo>
                  <a:lnTo>
                    <a:pt x="1145432" y="1354336"/>
                  </a:lnTo>
                  <a:lnTo>
                    <a:pt x="1145435" y="1354371"/>
                  </a:lnTo>
                  <a:lnTo>
                    <a:pt x="1145435" y="1354410"/>
                  </a:lnTo>
                  <a:lnTo>
                    <a:pt x="1145434" y="1354430"/>
                  </a:lnTo>
                  <a:lnTo>
                    <a:pt x="1145431" y="1354438"/>
                  </a:lnTo>
                  <a:lnTo>
                    <a:pt x="1145423" y="1354444"/>
                  </a:lnTo>
                  <a:lnTo>
                    <a:pt x="1145412" y="1354451"/>
                  </a:lnTo>
                  <a:lnTo>
                    <a:pt x="1145384" y="1354461"/>
                  </a:lnTo>
                  <a:lnTo>
                    <a:pt x="1145371" y="1354471"/>
                  </a:lnTo>
                  <a:lnTo>
                    <a:pt x="1145362" y="1354478"/>
                  </a:lnTo>
                  <a:lnTo>
                    <a:pt x="1145357" y="1354488"/>
                  </a:lnTo>
                  <a:lnTo>
                    <a:pt x="1145356" y="1354498"/>
                  </a:lnTo>
                  <a:lnTo>
                    <a:pt x="1145360" y="1354508"/>
                  </a:lnTo>
                  <a:lnTo>
                    <a:pt x="1145368" y="1354521"/>
                  </a:lnTo>
                  <a:lnTo>
                    <a:pt x="1145378" y="1354534"/>
                  </a:lnTo>
                  <a:lnTo>
                    <a:pt x="1145384" y="1354546"/>
                  </a:lnTo>
                  <a:lnTo>
                    <a:pt x="1145386" y="1354558"/>
                  </a:lnTo>
                  <a:lnTo>
                    <a:pt x="1145387" y="1354572"/>
                  </a:lnTo>
                  <a:lnTo>
                    <a:pt x="1145389" y="1354588"/>
                  </a:lnTo>
                  <a:lnTo>
                    <a:pt x="1145395" y="1354604"/>
                  </a:lnTo>
                  <a:lnTo>
                    <a:pt x="1145403" y="1354626"/>
                  </a:lnTo>
                  <a:lnTo>
                    <a:pt x="1145408" y="1354652"/>
                  </a:lnTo>
                  <a:lnTo>
                    <a:pt x="1145408" y="1354680"/>
                  </a:lnTo>
                  <a:lnTo>
                    <a:pt x="1145406" y="1354709"/>
                  </a:lnTo>
                  <a:lnTo>
                    <a:pt x="1145403" y="1354733"/>
                  </a:lnTo>
                  <a:lnTo>
                    <a:pt x="1145400" y="1354753"/>
                  </a:lnTo>
                  <a:lnTo>
                    <a:pt x="1145398" y="1354764"/>
                  </a:lnTo>
                  <a:lnTo>
                    <a:pt x="1145396" y="1354773"/>
                  </a:lnTo>
                  <a:lnTo>
                    <a:pt x="1145389" y="1354795"/>
                  </a:lnTo>
                  <a:lnTo>
                    <a:pt x="1145388" y="1354809"/>
                  </a:lnTo>
                  <a:lnTo>
                    <a:pt x="1145392" y="1354820"/>
                  </a:lnTo>
                  <a:lnTo>
                    <a:pt x="1145405" y="1354836"/>
                  </a:lnTo>
                  <a:lnTo>
                    <a:pt x="1145418" y="1354854"/>
                  </a:lnTo>
                  <a:lnTo>
                    <a:pt x="1145422" y="1354868"/>
                  </a:lnTo>
                  <a:lnTo>
                    <a:pt x="1145419" y="1354882"/>
                  </a:lnTo>
                  <a:lnTo>
                    <a:pt x="1145416" y="1354888"/>
                  </a:lnTo>
                  <a:lnTo>
                    <a:pt x="1145411" y="1354899"/>
                  </a:lnTo>
                  <a:lnTo>
                    <a:pt x="1145395" y="1354916"/>
                  </a:lnTo>
                  <a:lnTo>
                    <a:pt x="1145382" y="1354924"/>
                  </a:lnTo>
                  <a:lnTo>
                    <a:pt x="1145371" y="1354923"/>
                  </a:lnTo>
                  <a:lnTo>
                    <a:pt x="1145362" y="1354918"/>
                  </a:lnTo>
                  <a:lnTo>
                    <a:pt x="1145350" y="1354912"/>
                  </a:lnTo>
                  <a:lnTo>
                    <a:pt x="1145341" y="1354911"/>
                  </a:lnTo>
                  <a:lnTo>
                    <a:pt x="1145335" y="1354917"/>
                  </a:lnTo>
                  <a:lnTo>
                    <a:pt x="1145322" y="1354928"/>
                  </a:lnTo>
                  <a:lnTo>
                    <a:pt x="1145314" y="1354936"/>
                  </a:lnTo>
                  <a:lnTo>
                    <a:pt x="1145306" y="1354944"/>
                  </a:lnTo>
                  <a:lnTo>
                    <a:pt x="1145293" y="1354958"/>
                  </a:lnTo>
                  <a:lnTo>
                    <a:pt x="1145281" y="1354965"/>
                  </a:lnTo>
                  <a:lnTo>
                    <a:pt x="1145264" y="1354968"/>
                  </a:lnTo>
                  <a:lnTo>
                    <a:pt x="1145232" y="1354967"/>
                  </a:lnTo>
                  <a:lnTo>
                    <a:pt x="1145206" y="1354962"/>
                  </a:lnTo>
                  <a:lnTo>
                    <a:pt x="1145177" y="1354950"/>
                  </a:lnTo>
                  <a:lnTo>
                    <a:pt x="1145152" y="1354935"/>
                  </a:lnTo>
                  <a:lnTo>
                    <a:pt x="1145133" y="1354923"/>
                  </a:lnTo>
                  <a:lnTo>
                    <a:pt x="1145116" y="1354915"/>
                  </a:lnTo>
                  <a:lnTo>
                    <a:pt x="1145110" y="1354913"/>
                  </a:lnTo>
                  <a:lnTo>
                    <a:pt x="1145100" y="1354913"/>
                  </a:lnTo>
                  <a:lnTo>
                    <a:pt x="1145094" y="1354914"/>
                  </a:lnTo>
                  <a:lnTo>
                    <a:pt x="1145090" y="1354916"/>
                  </a:lnTo>
                  <a:lnTo>
                    <a:pt x="1145086" y="1354918"/>
                  </a:lnTo>
                  <a:lnTo>
                    <a:pt x="1145082" y="1354924"/>
                  </a:lnTo>
                  <a:lnTo>
                    <a:pt x="1145080" y="1354930"/>
                  </a:lnTo>
                  <a:lnTo>
                    <a:pt x="1145080" y="1354936"/>
                  </a:lnTo>
                  <a:lnTo>
                    <a:pt x="1145087" y="1354946"/>
                  </a:lnTo>
                  <a:lnTo>
                    <a:pt x="1145093" y="1354957"/>
                  </a:lnTo>
                  <a:lnTo>
                    <a:pt x="1145096" y="1354967"/>
                  </a:lnTo>
                  <a:lnTo>
                    <a:pt x="1145098" y="1354978"/>
                  </a:lnTo>
                  <a:lnTo>
                    <a:pt x="1145100" y="1354999"/>
                  </a:lnTo>
                  <a:lnTo>
                    <a:pt x="1145099" y="1355017"/>
                  </a:lnTo>
                  <a:lnTo>
                    <a:pt x="1145097" y="1355038"/>
                  </a:lnTo>
                  <a:lnTo>
                    <a:pt x="1145095" y="1355060"/>
                  </a:lnTo>
                  <a:lnTo>
                    <a:pt x="1145094" y="1355080"/>
                  </a:lnTo>
                  <a:lnTo>
                    <a:pt x="1145094" y="1355085"/>
                  </a:lnTo>
                  <a:lnTo>
                    <a:pt x="1145092" y="1355090"/>
                  </a:lnTo>
                  <a:lnTo>
                    <a:pt x="1145090" y="1355094"/>
                  </a:lnTo>
                  <a:lnTo>
                    <a:pt x="1145083" y="1355101"/>
                  </a:lnTo>
                  <a:lnTo>
                    <a:pt x="1145074" y="1355107"/>
                  </a:lnTo>
                  <a:lnTo>
                    <a:pt x="1145069" y="1355110"/>
                  </a:lnTo>
                  <a:lnTo>
                    <a:pt x="1145063" y="1355113"/>
                  </a:lnTo>
                  <a:lnTo>
                    <a:pt x="1145052" y="1355116"/>
                  </a:lnTo>
                  <a:lnTo>
                    <a:pt x="1145039" y="1355124"/>
                  </a:lnTo>
                  <a:lnTo>
                    <a:pt x="1145026" y="1355144"/>
                  </a:lnTo>
                  <a:lnTo>
                    <a:pt x="1145016" y="1355164"/>
                  </a:lnTo>
                  <a:lnTo>
                    <a:pt x="1145014" y="1355174"/>
                  </a:lnTo>
                  <a:lnTo>
                    <a:pt x="1145010" y="1355189"/>
                  </a:lnTo>
                  <a:lnTo>
                    <a:pt x="1144993" y="1355219"/>
                  </a:lnTo>
                  <a:lnTo>
                    <a:pt x="1144986" y="1355231"/>
                  </a:lnTo>
                  <a:lnTo>
                    <a:pt x="1144979" y="1355241"/>
                  </a:lnTo>
                  <a:lnTo>
                    <a:pt x="1144957" y="1355271"/>
                  </a:lnTo>
                  <a:lnTo>
                    <a:pt x="1144946" y="1355283"/>
                  </a:lnTo>
                  <a:lnTo>
                    <a:pt x="1144926" y="1355303"/>
                  </a:lnTo>
                  <a:lnTo>
                    <a:pt x="1144906" y="1355319"/>
                  </a:lnTo>
                  <a:lnTo>
                    <a:pt x="1144880" y="1355340"/>
                  </a:lnTo>
                  <a:lnTo>
                    <a:pt x="1144869" y="1355350"/>
                  </a:lnTo>
                  <a:lnTo>
                    <a:pt x="1144861" y="1355358"/>
                  </a:lnTo>
                  <a:lnTo>
                    <a:pt x="1144855" y="1355368"/>
                  </a:lnTo>
                  <a:lnTo>
                    <a:pt x="1144852" y="1355383"/>
                  </a:lnTo>
                  <a:lnTo>
                    <a:pt x="1144853" y="1355393"/>
                  </a:lnTo>
                  <a:lnTo>
                    <a:pt x="1144853" y="1355403"/>
                  </a:lnTo>
                  <a:lnTo>
                    <a:pt x="1144851" y="1355410"/>
                  </a:lnTo>
                  <a:lnTo>
                    <a:pt x="1144846" y="1355417"/>
                  </a:lnTo>
                  <a:lnTo>
                    <a:pt x="1144835" y="1355425"/>
                  </a:lnTo>
                  <a:lnTo>
                    <a:pt x="1144827" y="1355431"/>
                  </a:lnTo>
                  <a:lnTo>
                    <a:pt x="1144818" y="1355433"/>
                  </a:lnTo>
                  <a:lnTo>
                    <a:pt x="1144810" y="1355433"/>
                  </a:lnTo>
                  <a:lnTo>
                    <a:pt x="1144804" y="1355434"/>
                  </a:lnTo>
                  <a:lnTo>
                    <a:pt x="1144800" y="1355436"/>
                  </a:lnTo>
                  <a:lnTo>
                    <a:pt x="1144796" y="1355438"/>
                  </a:lnTo>
                  <a:lnTo>
                    <a:pt x="1144794" y="1355442"/>
                  </a:lnTo>
                  <a:lnTo>
                    <a:pt x="1144793" y="1355448"/>
                  </a:lnTo>
                  <a:lnTo>
                    <a:pt x="1144793" y="1355459"/>
                  </a:lnTo>
                  <a:lnTo>
                    <a:pt x="1144793" y="1355479"/>
                  </a:lnTo>
                  <a:lnTo>
                    <a:pt x="1144792" y="1355490"/>
                  </a:lnTo>
                  <a:lnTo>
                    <a:pt x="1144792" y="1355495"/>
                  </a:lnTo>
                  <a:lnTo>
                    <a:pt x="1144792" y="1355505"/>
                  </a:lnTo>
                  <a:lnTo>
                    <a:pt x="1144790" y="1355516"/>
                  </a:lnTo>
                  <a:lnTo>
                    <a:pt x="1144788" y="1355525"/>
                  </a:lnTo>
                  <a:lnTo>
                    <a:pt x="1144786" y="1355532"/>
                  </a:lnTo>
                  <a:lnTo>
                    <a:pt x="1144783" y="1355542"/>
                  </a:lnTo>
                  <a:lnTo>
                    <a:pt x="1144767" y="1355567"/>
                  </a:lnTo>
                  <a:lnTo>
                    <a:pt x="1144755" y="1355586"/>
                  </a:lnTo>
                  <a:lnTo>
                    <a:pt x="1144742" y="1355604"/>
                  </a:lnTo>
                  <a:lnTo>
                    <a:pt x="1144738" y="1355610"/>
                  </a:lnTo>
                  <a:lnTo>
                    <a:pt x="1144734" y="1355617"/>
                  </a:lnTo>
                  <a:lnTo>
                    <a:pt x="1144721" y="1355646"/>
                  </a:lnTo>
                  <a:lnTo>
                    <a:pt x="1144715" y="1355670"/>
                  </a:lnTo>
                  <a:lnTo>
                    <a:pt x="1144709" y="1355687"/>
                  </a:lnTo>
                  <a:lnTo>
                    <a:pt x="1144705" y="1355706"/>
                  </a:lnTo>
                  <a:lnTo>
                    <a:pt x="1144704" y="1355717"/>
                  </a:lnTo>
                  <a:lnTo>
                    <a:pt x="1144703" y="1355727"/>
                  </a:lnTo>
                  <a:lnTo>
                    <a:pt x="1144699" y="1355748"/>
                  </a:lnTo>
                  <a:lnTo>
                    <a:pt x="1144698" y="1355763"/>
                  </a:lnTo>
                  <a:lnTo>
                    <a:pt x="1144696" y="1355768"/>
                  </a:lnTo>
                  <a:lnTo>
                    <a:pt x="1144693" y="1355773"/>
                  </a:lnTo>
                  <a:lnTo>
                    <a:pt x="1144683" y="1355783"/>
                  </a:lnTo>
                  <a:lnTo>
                    <a:pt x="1144675" y="1355793"/>
                  </a:lnTo>
                  <a:lnTo>
                    <a:pt x="1144675" y="1355802"/>
                  </a:lnTo>
                  <a:lnTo>
                    <a:pt x="1144678" y="1355814"/>
                  </a:lnTo>
                  <a:lnTo>
                    <a:pt x="1144682" y="1355823"/>
                  </a:lnTo>
                  <a:lnTo>
                    <a:pt x="1144690" y="1355840"/>
                  </a:lnTo>
                  <a:lnTo>
                    <a:pt x="1144704" y="1355864"/>
                  </a:lnTo>
                  <a:lnTo>
                    <a:pt x="1144710" y="1355875"/>
                  </a:lnTo>
                  <a:lnTo>
                    <a:pt x="1144712" y="1355885"/>
                  </a:lnTo>
                  <a:lnTo>
                    <a:pt x="1144712" y="1355895"/>
                  </a:lnTo>
                  <a:lnTo>
                    <a:pt x="1144708" y="1355904"/>
                  </a:lnTo>
                  <a:lnTo>
                    <a:pt x="1144704" y="1355908"/>
                  </a:lnTo>
                  <a:lnTo>
                    <a:pt x="1144699" y="1355912"/>
                  </a:lnTo>
                  <a:lnTo>
                    <a:pt x="1144694" y="1355917"/>
                  </a:lnTo>
                  <a:lnTo>
                    <a:pt x="1144690" y="1355920"/>
                  </a:lnTo>
                  <a:lnTo>
                    <a:pt x="1144684" y="1355924"/>
                  </a:lnTo>
                  <a:lnTo>
                    <a:pt x="1144678" y="1355926"/>
                  </a:lnTo>
                  <a:lnTo>
                    <a:pt x="1144668" y="1355929"/>
                  </a:lnTo>
                  <a:lnTo>
                    <a:pt x="1144652" y="1355938"/>
                  </a:lnTo>
                  <a:lnTo>
                    <a:pt x="1144638" y="1355949"/>
                  </a:lnTo>
                  <a:lnTo>
                    <a:pt x="1144630" y="1355958"/>
                  </a:lnTo>
                  <a:lnTo>
                    <a:pt x="1144626" y="1355966"/>
                  </a:lnTo>
                  <a:lnTo>
                    <a:pt x="1144623" y="1355976"/>
                  </a:lnTo>
                  <a:lnTo>
                    <a:pt x="1144623" y="1355986"/>
                  </a:lnTo>
                  <a:lnTo>
                    <a:pt x="1144622" y="1355992"/>
                  </a:lnTo>
                  <a:lnTo>
                    <a:pt x="1144624" y="1355999"/>
                  </a:lnTo>
                  <a:lnTo>
                    <a:pt x="1144632" y="1356008"/>
                  </a:lnTo>
                  <a:lnTo>
                    <a:pt x="1144644" y="1356019"/>
                  </a:lnTo>
                  <a:lnTo>
                    <a:pt x="1144659" y="1356031"/>
                  </a:lnTo>
                  <a:lnTo>
                    <a:pt x="1144665" y="1356044"/>
                  </a:lnTo>
                  <a:lnTo>
                    <a:pt x="1144666" y="1356054"/>
                  </a:lnTo>
                  <a:lnTo>
                    <a:pt x="1144665" y="1356060"/>
                  </a:lnTo>
                  <a:lnTo>
                    <a:pt x="1144664" y="1356066"/>
                  </a:lnTo>
                  <a:lnTo>
                    <a:pt x="1144663" y="1356072"/>
                  </a:lnTo>
                  <a:lnTo>
                    <a:pt x="1144659" y="1356077"/>
                  </a:lnTo>
                  <a:lnTo>
                    <a:pt x="1144651" y="1356085"/>
                  </a:lnTo>
                  <a:lnTo>
                    <a:pt x="1144640" y="1356098"/>
                  </a:lnTo>
                  <a:lnTo>
                    <a:pt x="1144630" y="1356107"/>
                  </a:lnTo>
                  <a:lnTo>
                    <a:pt x="1144617" y="1356118"/>
                  </a:lnTo>
                  <a:lnTo>
                    <a:pt x="1144600" y="1356132"/>
                  </a:lnTo>
                  <a:lnTo>
                    <a:pt x="1144584" y="1356143"/>
                  </a:lnTo>
                  <a:lnTo>
                    <a:pt x="1144575" y="1356152"/>
                  </a:lnTo>
                  <a:lnTo>
                    <a:pt x="1144570" y="1356162"/>
                  </a:lnTo>
                  <a:lnTo>
                    <a:pt x="1144567" y="1356177"/>
                  </a:lnTo>
                  <a:lnTo>
                    <a:pt x="1144565" y="1356207"/>
                  </a:lnTo>
                  <a:lnTo>
                    <a:pt x="1144564" y="1356229"/>
                  </a:lnTo>
                  <a:lnTo>
                    <a:pt x="1144564" y="1356244"/>
                  </a:lnTo>
                  <a:lnTo>
                    <a:pt x="1144564" y="1356261"/>
                  </a:lnTo>
                  <a:lnTo>
                    <a:pt x="1144564" y="1356277"/>
                  </a:lnTo>
                  <a:lnTo>
                    <a:pt x="1144564" y="1356289"/>
                  </a:lnTo>
                  <a:lnTo>
                    <a:pt x="1144565" y="1356300"/>
                  </a:lnTo>
                  <a:lnTo>
                    <a:pt x="1144560" y="1356312"/>
                  </a:lnTo>
                  <a:lnTo>
                    <a:pt x="1144556" y="1356317"/>
                  </a:lnTo>
                  <a:lnTo>
                    <a:pt x="1144546" y="1356328"/>
                  </a:lnTo>
                  <a:lnTo>
                    <a:pt x="1144534" y="1356333"/>
                  </a:lnTo>
                  <a:lnTo>
                    <a:pt x="1144528" y="1356334"/>
                  </a:lnTo>
                  <a:lnTo>
                    <a:pt x="1144509" y="1356335"/>
                  </a:lnTo>
                  <a:lnTo>
                    <a:pt x="1144493" y="1356334"/>
                  </a:lnTo>
                  <a:lnTo>
                    <a:pt x="1144487" y="1356334"/>
                  </a:lnTo>
                  <a:lnTo>
                    <a:pt x="1144467" y="1356338"/>
                  </a:lnTo>
                  <a:lnTo>
                    <a:pt x="1144452" y="1356355"/>
                  </a:lnTo>
                  <a:lnTo>
                    <a:pt x="1144437" y="1356377"/>
                  </a:lnTo>
                  <a:lnTo>
                    <a:pt x="1144435" y="1356382"/>
                  </a:lnTo>
                  <a:lnTo>
                    <a:pt x="1144431" y="1356388"/>
                  </a:lnTo>
                  <a:lnTo>
                    <a:pt x="1144426" y="1356401"/>
                  </a:lnTo>
                  <a:lnTo>
                    <a:pt x="1144429" y="1356420"/>
                  </a:lnTo>
                  <a:lnTo>
                    <a:pt x="1144431" y="1356435"/>
                  </a:lnTo>
                  <a:lnTo>
                    <a:pt x="1144418" y="1356463"/>
                  </a:lnTo>
                  <a:lnTo>
                    <a:pt x="1144398" y="1356490"/>
                  </a:lnTo>
                  <a:lnTo>
                    <a:pt x="1144389" y="1356513"/>
                  </a:lnTo>
                  <a:lnTo>
                    <a:pt x="1144391" y="1356532"/>
                  </a:lnTo>
                  <a:lnTo>
                    <a:pt x="1144421" y="1356576"/>
                  </a:lnTo>
                  <a:lnTo>
                    <a:pt x="1144442" y="1356604"/>
                  </a:lnTo>
                  <a:lnTo>
                    <a:pt x="1144452" y="1356630"/>
                  </a:lnTo>
                  <a:lnTo>
                    <a:pt x="1144445" y="1356659"/>
                  </a:lnTo>
                  <a:lnTo>
                    <a:pt x="1144454" y="1356706"/>
                  </a:lnTo>
                  <a:lnTo>
                    <a:pt x="1144493" y="1356785"/>
                  </a:lnTo>
                  <a:lnTo>
                    <a:pt x="1144518" y="1356839"/>
                  </a:lnTo>
                  <a:lnTo>
                    <a:pt x="1144536" y="1356892"/>
                  </a:lnTo>
                  <a:lnTo>
                    <a:pt x="1144551" y="1356967"/>
                  </a:lnTo>
                  <a:lnTo>
                    <a:pt x="1144568" y="1357000"/>
                  </a:lnTo>
                  <a:lnTo>
                    <a:pt x="1144610" y="1357050"/>
                  </a:lnTo>
                  <a:lnTo>
                    <a:pt x="1144627" y="1357071"/>
                  </a:lnTo>
                  <a:lnTo>
                    <a:pt x="1144637" y="1357101"/>
                  </a:lnTo>
                  <a:lnTo>
                    <a:pt x="1144648" y="1357119"/>
                  </a:lnTo>
                  <a:lnTo>
                    <a:pt x="1144699" y="1357157"/>
                  </a:lnTo>
                  <a:lnTo>
                    <a:pt x="1144737" y="1357187"/>
                  </a:lnTo>
                  <a:lnTo>
                    <a:pt x="1144766" y="1357204"/>
                  </a:lnTo>
                  <a:lnTo>
                    <a:pt x="1144795" y="1357218"/>
                  </a:lnTo>
                  <a:lnTo>
                    <a:pt x="1144816" y="1357247"/>
                  </a:lnTo>
                  <a:lnTo>
                    <a:pt x="1144823" y="1357276"/>
                  </a:lnTo>
                  <a:lnTo>
                    <a:pt x="1144823" y="1357301"/>
                  </a:lnTo>
                  <a:lnTo>
                    <a:pt x="1144837" y="1357317"/>
                  </a:lnTo>
                  <a:lnTo>
                    <a:pt x="1144869" y="1357339"/>
                  </a:lnTo>
                  <a:lnTo>
                    <a:pt x="1144908" y="1357392"/>
                  </a:lnTo>
                  <a:lnTo>
                    <a:pt x="1144932" y="1357436"/>
                  </a:lnTo>
                  <a:lnTo>
                    <a:pt x="1144933" y="1357451"/>
                  </a:lnTo>
                  <a:lnTo>
                    <a:pt x="1144934" y="1357465"/>
                  </a:lnTo>
                  <a:lnTo>
                    <a:pt x="1144950" y="1357495"/>
                  </a:lnTo>
                  <a:lnTo>
                    <a:pt x="1144972" y="1357542"/>
                  </a:lnTo>
                  <a:lnTo>
                    <a:pt x="1144976" y="1357562"/>
                  </a:lnTo>
                  <a:lnTo>
                    <a:pt x="1144979" y="1357571"/>
                  </a:lnTo>
                  <a:lnTo>
                    <a:pt x="1144987" y="1357601"/>
                  </a:lnTo>
                  <a:lnTo>
                    <a:pt x="1145015" y="1357635"/>
                  </a:lnTo>
                  <a:lnTo>
                    <a:pt x="1145052" y="1357676"/>
                  </a:lnTo>
                  <a:lnTo>
                    <a:pt x="1145062" y="1357685"/>
                  </a:lnTo>
                  <a:lnTo>
                    <a:pt x="1145089" y="1357718"/>
                  </a:lnTo>
                  <a:lnTo>
                    <a:pt x="1145108" y="1357746"/>
                  </a:lnTo>
                  <a:lnTo>
                    <a:pt x="1145117" y="1357771"/>
                  </a:lnTo>
                  <a:lnTo>
                    <a:pt x="1145141" y="1357802"/>
                  </a:lnTo>
                  <a:lnTo>
                    <a:pt x="1145156" y="1357824"/>
                  </a:lnTo>
                  <a:lnTo>
                    <a:pt x="1145182" y="1357845"/>
                  </a:lnTo>
                  <a:lnTo>
                    <a:pt x="1145227" y="1357870"/>
                  </a:lnTo>
                  <a:lnTo>
                    <a:pt x="1145251" y="1357895"/>
                  </a:lnTo>
                  <a:lnTo>
                    <a:pt x="1145302" y="1357937"/>
                  </a:lnTo>
                  <a:lnTo>
                    <a:pt x="1145336" y="1357963"/>
                  </a:lnTo>
                  <a:lnTo>
                    <a:pt x="1145356" y="1357983"/>
                  </a:lnTo>
                  <a:lnTo>
                    <a:pt x="1145363" y="1357999"/>
                  </a:lnTo>
                  <a:lnTo>
                    <a:pt x="1145362" y="1358015"/>
                  </a:lnTo>
                  <a:lnTo>
                    <a:pt x="1145358" y="1358022"/>
                  </a:lnTo>
                  <a:lnTo>
                    <a:pt x="1145345" y="1358045"/>
                  </a:lnTo>
                  <a:lnTo>
                    <a:pt x="1145341" y="1358061"/>
                  </a:lnTo>
                  <a:lnTo>
                    <a:pt x="1145340" y="1358085"/>
                  </a:lnTo>
                  <a:lnTo>
                    <a:pt x="1145336" y="1358100"/>
                  </a:lnTo>
                  <a:lnTo>
                    <a:pt x="1145327" y="1358113"/>
                  </a:lnTo>
                  <a:lnTo>
                    <a:pt x="1145305" y="1358133"/>
                  </a:lnTo>
                  <a:lnTo>
                    <a:pt x="1145284" y="1358151"/>
                  </a:lnTo>
                  <a:lnTo>
                    <a:pt x="1145255" y="1358154"/>
                  </a:lnTo>
                  <a:lnTo>
                    <a:pt x="1145221" y="1358156"/>
                  </a:lnTo>
                  <a:lnTo>
                    <a:pt x="1145203" y="1358166"/>
                  </a:lnTo>
                  <a:lnTo>
                    <a:pt x="1145190" y="1358189"/>
                  </a:lnTo>
                  <a:lnTo>
                    <a:pt x="1145177" y="1358199"/>
                  </a:lnTo>
                  <a:lnTo>
                    <a:pt x="1145157" y="1358207"/>
                  </a:lnTo>
                  <a:lnTo>
                    <a:pt x="1145124" y="1358212"/>
                  </a:lnTo>
                  <a:lnTo>
                    <a:pt x="1145118" y="1358215"/>
                  </a:lnTo>
                  <a:lnTo>
                    <a:pt x="1145104" y="1358222"/>
                  </a:lnTo>
                  <a:lnTo>
                    <a:pt x="1145064" y="1358269"/>
                  </a:lnTo>
                  <a:lnTo>
                    <a:pt x="1145031" y="1358299"/>
                  </a:lnTo>
                  <a:lnTo>
                    <a:pt x="1145024" y="1358305"/>
                  </a:lnTo>
                  <a:lnTo>
                    <a:pt x="1145013" y="1358314"/>
                  </a:lnTo>
                  <a:lnTo>
                    <a:pt x="1145007" y="1358325"/>
                  </a:lnTo>
                  <a:lnTo>
                    <a:pt x="1144997" y="1358343"/>
                  </a:lnTo>
                  <a:lnTo>
                    <a:pt x="1144974" y="1358362"/>
                  </a:lnTo>
                  <a:lnTo>
                    <a:pt x="1144969" y="1358367"/>
                  </a:lnTo>
                  <a:lnTo>
                    <a:pt x="1144961" y="1358390"/>
                  </a:lnTo>
                  <a:lnTo>
                    <a:pt x="1144951" y="1358410"/>
                  </a:lnTo>
                  <a:lnTo>
                    <a:pt x="1144929" y="1358432"/>
                  </a:lnTo>
                  <a:lnTo>
                    <a:pt x="1144923" y="1358436"/>
                  </a:lnTo>
                  <a:lnTo>
                    <a:pt x="1144904" y="1358447"/>
                  </a:lnTo>
                  <a:lnTo>
                    <a:pt x="1144891" y="1358447"/>
                  </a:lnTo>
                  <a:lnTo>
                    <a:pt x="1144866" y="1358450"/>
                  </a:lnTo>
                  <a:lnTo>
                    <a:pt x="1144849" y="1358454"/>
                  </a:lnTo>
                  <a:lnTo>
                    <a:pt x="1144846" y="1358459"/>
                  </a:lnTo>
                  <a:lnTo>
                    <a:pt x="1144839" y="1358469"/>
                  </a:lnTo>
                  <a:lnTo>
                    <a:pt x="1144833" y="1358490"/>
                  </a:lnTo>
                  <a:lnTo>
                    <a:pt x="1144826" y="1358504"/>
                  </a:lnTo>
                  <a:lnTo>
                    <a:pt x="1144822" y="1358512"/>
                  </a:lnTo>
                  <a:lnTo>
                    <a:pt x="1144799" y="1358528"/>
                  </a:lnTo>
                  <a:lnTo>
                    <a:pt x="1144786" y="1358531"/>
                  </a:lnTo>
                  <a:lnTo>
                    <a:pt x="1144764" y="1358537"/>
                  </a:lnTo>
                  <a:lnTo>
                    <a:pt x="1144750" y="1358537"/>
                  </a:lnTo>
                  <a:lnTo>
                    <a:pt x="1144739" y="1358544"/>
                  </a:lnTo>
                  <a:lnTo>
                    <a:pt x="1144733" y="1358559"/>
                  </a:lnTo>
                  <a:lnTo>
                    <a:pt x="1144725" y="1358568"/>
                  </a:lnTo>
                  <a:lnTo>
                    <a:pt x="1144699" y="1358571"/>
                  </a:lnTo>
                  <a:lnTo>
                    <a:pt x="1144672" y="1358577"/>
                  </a:lnTo>
                  <a:lnTo>
                    <a:pt x="1144636" y="1358581"/>
                  </a:lnTo>
                  <a:lnTo>
                    <a:pt x="1144620" y="1358592"/>
                  </a:lnTo>
                  <a:lnTo>
                    <a:pt x="1144610" y="1358618"/>
                  </a:lnTo>
                  <a:lnTo>
                    <a:pt x="1144597" y="1358623"/>
                  </a:lnTo>
                  <a:lnTo>
                    <a:pt x="1144572" y="1358625"/>
                  </a:lnTo>
                  <a:lnTo>
                    <a:pt x="1144553" y="1358635"/>
                  </a:lnTo>
                  <a:lnTo>
                    <a:pt x="1144536" y="1358650"/>
                  </a:lnTo>
                  <a:lnTo>
                    <a:pt x="1144514" y="1358670"/>
                  </a:lnTo>
                  <a:lnTo>
                    <a:pt x="1144492" y="1358677"/>
                  </a:lnTo>
                  <a:lnTo>
                    <a:pt x="1144482" y="1358677"/>
                  </a:lnTo>
                  <a:lnTo>
                    <a:pt x="1144468" y="1358683"/>
                  </a:lnTo>
                  <a:lnTo>
                    <a:pt x="1144456" y="1358702"/>
                  </a:lnTo>
                  <a:lnTo>
                    <a:pt x="1144437" y="1358752"/>
                  </a:lnTo>
                  <a:lnTo>
                    <a:pt x="1144423" y="1358793"/>
                  </a:lnTo>
                  <a:lnTo>
                    <a:pt x="1144423" y="1358815"/>
                  </a:lnTo>
                  <a:lnTo>
                    <a:pt x="1144423" y="1358821"/>
                  </a:lnTo>
                  <a:lnTo>
                    <a:pt x="1144414" y="1358837"/>
                  </a:lnTo>
                  <a:lnTo>
                    <a:pt x="1144397" y="1358852"/>
                  </a:lnTo>
                  <a:lnTo>
                    <a:pt x="1144379" y="1358883"/>
                  </a:lnTo>
                  <a:lnTo>
                    <a:pt x="1144366" y="1358904"/>
                  </a:lnTo>
                  <a:lnTo>
                    <a:pt x="1144349" y="1358909"/>
                  </a:lnTo>
                  <a:lnTo>
                    <a:pt x="1144325" y="1358905"/>
                  </a:lnTo>
                  <a:lnTo>
                    <a:pt x="1144303" y="1358891"/>
                  </a:lnTo>
                  <a:lnTo>
                    <a:pt x="1144277" y="1358869"/>
                  </a:lnTo>
                  <a:lnTo>
                    <a:pt x="1144256" y="1358846"/>
                  </a:lnTo>
                  <a:lnTo>
                    <a:pt x="1144243" y="1358838"/>
                  </a:lnTo>
                  <a:lnTo>
                    <a:pt x="1144213" y="1358838"/>
                  </a:lnTo>
                  <a:lnTo>
                    <a:pt x="1144196" y="1358841"/>
                  </a:lnTo>
                  <a:lnTo>
                    <a:pt x="1144183" y="1358833"/>
                  </a:lnTo>
                  <a:lnTo>
                    <a:pt x="1144168" y="1358818"/>
                  </a:lnTo>
                  <a:lnTo>
                    <a:pt x="1144154" y="1358798"/>
                  </a:lnTo>
                  <a:lnTo>
                    <a:pt x="1144137" y="1358780"/>
                  </a:lnTo>
                  <a:lnTo>
                    <a:pt x="1144124" y="1358778"/>
                  </a:lnTo>
                  <a:lnTo>
                    <a:pt x="1144082" y="1358790"/>
                  </a:lnTo>
                  <a:lnTo>
                    <a:pt x="1144076" y="1358793"/>
                  </a:lnTo>
                  <a:lnTo>
                    <a:pt x="1144066" y="1358796"/>
                  </a:lnTo>
                  <a:lnTo>
                    <a:pt x="1144062" y="1358797"/>
                  </a:lnTo>
                  <a:lnTo>
                    <a:pt x="1144056" y="1358797"/>
                  </a:lnTo>
                  <a:lnTo>
                    <a:pt x="1144049" y="1358793"/>
                  </a:lnTo>
                  <a:lnTo>
                    <a:pt x="1144040" y="1358787"/>
                  </a:lnTo>
                  <a:lnTo>
                    <a:pt x="1144033" y="1358782"/>
                  </a:lnTo>
                  <a:lnTo>
                    <a:pt x="1144026" y="1358778"/>
                  </a:lnTo>
                  <a:lnTo>
                    <a:pt x="1144010" y="1358773"/>
                  </a:lnTo>
                  <a:lnTo>
                    <a:pt x="1144006" y="1358771"/>
                  </a:lnTo>
                  <a:lnTo>
                    <a:pt x="1143995" y="1358770"/>
                  </a:lnTo>
                  <a:lnTo>
                    <a:pt x="1143989" y="1358772"/>
                  </a:lnTo>
                  <a:lnTo>
                    <a:pt x="1143985" y="1358774"/>
                  </a:lnTo>
                  <a:lnTo>
                    <a:pt x="1143981" y="1358776"/>
                  </a:lnTo>
                  <a:lnTo>
                    <a:pt x="1143969" y="1358779"/>
                  </a:lnTo>
                  <a:lnTo>
                    <a:pt x="1143952" y="1358784"/>
                  </a:lnTo>
                  <a:lnTo>
                    <a:pt x="1143941" y="1358793"/>
                  </a:lnTo>
                  <a:lnTo>
                    <a:pt x="1143931" y="1358811"/>
                  </a:lnTo>
                  <a:lnTo>
                    <a:pt x="1143922" y="1358825"/>
                  </a:lnTo>
                  <a:lnTo>
                    <a:pt x="1143913" y="1358831"/>
                  </a:lnTo>
                  <a:lnTo>
                    <a:pt x="1143896" y="1358841"/>
                  </a:lnTo>
                  <a:lnTo>
                    <a:pt x="1143881" y="1358846"/>
                  </a:lnTo>
                  <a:lnTo>
                    <a:pt x="1143860" y="1358857"/>
                  </a:lnTo>
                  <a:lnTo>
                    <a:pt x="1143836" y="1358870"/>
                  </a:lnTo>
                  <a:lnTo>
                    <a:pt x="1143827" y="1358874"/>
                  </a:lnTo>
                  <a:lnTo>
                    <a:pt x="1143814" y="1358883"/>
                  </a:lnTo>
                  <a:lnTo>
                    <a:pt x="1143809" y="1358883"/>
                  </a:lnTo>
                  <a:lnTo>
                    <a:pt x="1143796" y="1358879"/>
                  </a:lnTo>
                  <a:lnTo>
                    <a:pt x="1143780" y="1358876"/>
                  </a:lnTo>
                  <a:lnTo>
                    <a:pt x="1143767" y="1358870"/>
                  </a:lnTo>
                  <a:lnTo>
                    <a:pt x="1143753" y="1358862"/>
                  </a:lnTo>
                  <a:lnTo>
                    <a:pt x="1143731" y="1358848"/>
                  </a:lnTo>
                  <a:lnTo>
                    <a:pt x="1143709" y="1358838"/>
                  </a:lnTo>
                  <a:lnTo>
                    <a:pt x="1143686" y="1358831"/>
                  </a:lnTo>
                  <a:lnTo>
                    <a:pt x="1143660" y="1358818"/>
                  </a:lnTo>
                  <a:lnTo>
                    <a:pt x="1143646" y="1358813"/>
                  </a:lnTo>
                  <a:lnTo>
                    <a:pt x="1143639" y="1358823"/>
                  </a:lnTo>
                  <a:lnTo>
                    <a:pt x="1143628" y="1358855"/>
                  </a:lnTo>
                  <a:lnTo>
                    <a:pt x="1143619" y="1358884"/>
                  </a:lnTo>
                  <a:lnTo>
                    <a:pt x="1143618" y="1358911"/>
                  </a:lnTo>
                  <a:lnTo>
                    <a:pt x="1143609" y="1358935"/>
                  </a:lnTo>
                  <a:lnTo>
                    <a:pt x="1143599" y="1358962"/>
                  </a:lnTo>
                  <a:lnTo>
                    <a:pt x="1143582" y="1358989"/>
                  </a:lnTo>
                  <a:lnTo>
                    <a:pt x="1143579" y="1358993"/>
                  </a:lnTo>
                  <a:lnTo>
                    <a:pt x="1143547" y="1359037"/>
                  </a:lnTo>
                  <a:lnTo>
                    <a:pt x="1143527" y="1359061"/>
                  </a:lnTo>
                  <a:lnTo>
                    <a:pt x="1143496" y="1359088"/>
                  </a:lnTo>
                  <a:lnTo>
                    <a:pt x="1143476" y="1359108"/>
                  </a:lnTo>
                  <a:lnTo>
                    <a:pt x="1143473" y="1359127"/>
                  </a:lnTo>
                  <a:lnTo>
                    <a:pt x="1143473" y="1359171"/>
                  </a:lnTo>
                  <a:lnTo>
                    <a:pt x="1143473" y="1359192"/>
                  </a:lnTo>
                  <a:lnTo>
                    <a:pt x="1143459" y="1359218"/>
                  </a:lnTo>
                  <a:lnTo>
                    <a:pt x="1143443" y="1359233"/>
                  </a:lnTo>
                  <a:lnTo>
                    <a:pt x="1143422" y="1359252"/>
                  </a:lnTo>
                  <a:lnTo>
                    <a:pt x="1143404" y="1359274"/>
                  </a:lnTo>
                  <a:lnTo>
                    <a:pt x="1143361" y="1359329"/>
                  </a:lnTo>
                  <a:lnTo>
                    <a:pt x="1143329" y="1359382"/>
                  </a:lnTo>
                  <a:lnTo>
                    <a:pt x="1143290" y="1359414"/>
                  </a:lnTo>
                  <a:lnTo>
                    <a:pt x="1143260" y="1359429"/>
                  </a:lnTo>
                  <a:lnTo>
                    <a:pt x="1143199" y="1359453"/>
                  </a:lnTo>
                  <a:lnTo>
                    <a:pt x="1143180" y="1359455"/>
                  </a:lnTo>
                  <a:lnTo>
                    <a:pt x="1143152" y="1359456"/>
                  </a:lnTo>
                  <a:lnTo>
                    <a:pt x="1143124" y="1359457"/>
                  </a:lnTo>
                  <a:lnTo>
                    <a:pt x="1143101" y="1359467"/>
                  </a:lnTo>
                  <a:lnTo>
                    <a:pt x="1143072" y="1359491"/>
                  </a:lnTo>
                  <a:lnTo>
                    <a:pt x="1143047" y="1359519"/>
                  </a:lnTo>
                  <a:lnTo>
                    <a:pt x="1143043" y="1359522"/>
                  </a:lnTo>
                  <a:lnTo>
                    <a:pt x="1143030" y="1359548"/>
                  </a:lnTo>
                  <a:lnTo>
                    <a:pt x="1143019" y="1359583"/>
                  </a:lnTo>
                  <a:lnTo>
                    <a:pt x="1143003" y="1359622"/>
                  </a:lnTo>
                  <a:lnTo>
                    <a:pt x="1142984" y="1359668"/>
                  </a:lnTo>
                  <a:lnTo>
                    <a:pt x="1142964" y="1359680"/>
                  </a:lnTo>
                  <a:lnTo>
                    <a:pt x="1142936" y="1359694"/>
                  </a:lnTo>
                  <a:lnTo>
                    <a:pt x="1142906" y="1359736"/>
                  </a:lnTo>
                  <a:lnTo>
                    <a:pt x="1142890" y="1359782"/>
                  </a:lnTo>
                  <a:lnTo>
                    <a:pt x="1142879" y="1359803"/>
                  </a:lnTo>
                  <a:lnTo>
                    <a:pt x="1142843" y="1359834"/>
                  </a:lnTo>
                  <a:lnTo>
                    <a:pt x="1142821" y="1359841"/>
                  </a:lnTo>
                  <a:lnTo>
                    <a:pt x="1142799" y="1359843"/>
                  </a:lnTo>
                  <a:lnTo>
                    <a:pt x="1142763" y="1359840"/>
                  </a:lnTo>
                  <a:lnTo>
                    <a:pt x="1142734" y="1359833"/>
                  </a:lnTo>
                  <a:lnTo>
                    <a:pt x="1142718" y="1359834"/>
                  </a:lnTo>
                  <a:lnTo>
                    <a:pt x="1142711" y="1359837"/>
                  </a:lnTo>
                  <a:lnTo>
                    <a:pt x="1142700" y="1359842"/>
                  </a:lnTo>
                  <a:lnTo>
                    <a:pt x="1142686" y="1359851"/>
                  </a:lnTo>
                  <a:lnTo>
                    <a:pt x="1142672" y="1359862"/>
                  </a:lnTo>
                  <a:lnTo>
                    <a:pt x="1142663" y="1359872"/>
                  </a:lnTo>
                  <a:lnTo>
                    <a:pt x="1142659" y="1359881"/>
                  </a:lnTo>
                  <a:lnTo>
                    <a:pt x="1142668" y="1359892"/>
                  </a:lnTo>
                  <a:lnTo>
                    <a:pt x="1142676" y="1359901"/>
                  </a:lnTo>
                  <a:lnTo>
                    <a:pt x="1142676" y="1359908"/>
                  </a:lnTo>
                  <a:lnTo>
                    <a:pt x="1142672" y="1359919"/>
                  </a:lnTo>
                  <a:lnTo>
                    <a:pt x="1142656" y="1359932"/>
                  </a:lnTo>
                  <a:lnTo>
                    <a:pt x="1142616" y="1359960"/>
                  </a:lnTo>
                  <a:lnTo>
                    <a:pt x="1142596" y="1359963"/>
                  </a:lnTo>
                  <a:lnTo>
                    <a:pt x="1142549" y="1359965"/>
                  </a:lnTo>
                  <a:lnTo>
                    <a:pt x="1142511" y="1359963"/>
                  </a:lnTo>
                  <a:lnTo>
                    <a:pt x="1142504" y="1359961"/>
                  </a:lnTo>
                  <a:lnTo>
                    <a:pt x="1142472" y="1359938"/>
                  </a:lnTo>
                  <a:lnTo>
                    <a:pt x="1142450" y="1359926"/>
                  </a:lnTo>
                  <a:lnTo>
                    <a:pt x="1142398" y="1359913"/>
                  </a:lnTo>
                  <a:lnTo>
                    <a:pt x="1142335" y="1359903"/>
                  </a:lnTo>
                  <a:lnTo>
                    <a:pt x="1142307" y="1359906"/>
                  </a:lnTo>
                  <a:lnTo>
                    <a:pt x="1142279" y="1359906"/>
                  </a:lnTo>
                  <a:lnTo>
                    <a:pt x="1142254" y="1359908"/>
                  </a:lnTo>
                  <a:lnTo>
                    <a:pt x="1142214" y="1359906"/>
                  </a:lnTo>
                  <a:lnTo>
                    <a:pt x="1142201" y="1359903"/>
                  </a:lnTo>
                  <a:lnTo>
                    <a:pt x="1142140" y="1359900"/>
                  </a:lnTo>
                  <a:lnTo>
                    <a:pt x="1142095" y="1359909"/>
                  </a:lnTo>
                  <a:lnTo>
                    <a:pt x="1142028" y="1359933"/>
                  </a:lnTo>
                  <a:lnTo>
                    <a:pt x="1141986" y="1359961"/>
                  </a:lnTo>
                  <a:lnTo>
                    <a:pt x="1141955" y="1359986"/>
                  </a:lnTo>
                  <a:lnTo>
                    <a:pt x="1141918" y="1360014"/>
                  </a:lnTo>
                  <a:lnTo>
                    <a:pt x="1141889" y="1360049"/>
                  </a:lnTo>
                  <a:lnTo>
                    <a:pt x="1141880" y="1360079"/>
                  </a:lnTo>
                  <a:lnTo>
                    <a:pt x="1141877" y="1360083"/>
                  </a:lnTo>
                  <a:lnTo>
                    <a:pt x="1141873" y="1360089"/>
                  </a:lnTo>
                  <a:lnTo>
                    <a:pt x="1141859" y="1360097"/>
                  </a:lnTo>
                  <a:lnTo>
                    <a:pt x="1141810" y="1360100"/>
                  </a:lnTo>
                  <a:lnTo>
                    <a:pt x="1141777" y="1360100"/>
                  </a:lnTo>
                  <a:lnTo>
                    <a:pt x="1141744" y="1360104"/>
                  </a:lnTo>
                  <a:lnTo>
                    <a:pt x="1141719" y="1360105"/>
                  </a:lnTo>
                  <a:lnTo>
                    <a:pt x="1141695" y="1360104"/>
                  </a:lnTo>
                  <a:lnTo>
                    <a:pt x="1141666" y="1360104"/>
                  </a:lnTo>
                  <a:lnTo>
                    <a:pt x="1141646" y="1360097"/>
                  </a:lnTo>
                  <a:lnTo>
                    <a:pt x="1141621" y="1360097"/>
                  </a:lnTo>
                  <a:lnTo>
                    <a:pt x="1141599" y="1360097"/>
                  </a:lnTo>
                  <a:lnTo>
                    <a:pt x="1141581" y="1360099"/>
                  </a:lnTo>
                  <a:lnTo>
                    <a:pt x="1141557" y="1360104"/>
                  </a:lnTo>
                  <a:lnTo>
                    <a:pt x="1141537" y="1360106"/>
                  </a:lnTo>
                  <a:lnTo>
                    <a:pt x="1141511" y="1360123"/>
                  </a:lnTo>
                  <a:lnTo>
                    <a:pt x="1141504" y="1360126"/>
                  </a:lnTo>
                  <a:lnTo>
                    <a:pt x="1141491" y="1360128"/>
                  </a:lnTo>
                  <a:lnTo>
                    <a:pt x="1141476" y="1360136"/>
                  </a:lnTo>
                  <a:lnTo>
                    <a:pt x="1141462" y="1360144"/>
                  </a:lnTo>
                  <a:lnTo>
                    <a:pt x="1141459" y="1360149"/>
                  </a:lnTo>
                  <a:lnTo>
                    <a:pt x="1141444" y="1360215"/>
                  </a:lnTo>
                  <a:lnTo>
                    <a:pt x="1141417" y="1360258"/>
                  </a:lnTo>
                  <a:lnTo>
                    <a:pt x="1141387" y="1360268"/>
                  </a:lnTo>
                  <a:lnTo>
                    <a:pt x="1141357" y="1360285"/>
                  </a:lnTo>
                  <a:lnTo>
                    <a:pt x="1141366" y="1360316"/>
                  </a:lnTo>
                  <a:lnTo>
                    <a:pt x="1141360" y="1360350"/>
                  </a:lnTo>
                  <a:lnTo>
                    <a:pt x="1141354" y="1360380"/>
                  </a:lnTo>
                  <a:lnTo>
                    <a:pt x="1141350" y="1360400"/>
                  </a:lnTo>
                  <a:lnTo>
                    <a:pt x="1141337" y="1360426"/>
                  </a:lnTo>
                  <a:lnTo>
                    <a:pt x="1141341" y="1360437"/>
                  </a:lnTo>
                  <a:lnTo>
                    <a:pt x="1141362" y="1360459"/>
                  </a:lnTo>
                  <a:lnTo>
                    <a:pt x="1141372" y="1360480"/>
                  </a:lnTo>
                  <a:lnTo>
                    <a:pt x="1141364" y="1360508"/>
                  </a:lnTo>
                  <a:lnTo>
                    <a:pt x="1141353" y="1360521"/>
                  </a:lnTo>
                  <a:lnTo>
                    <a:pt x="1141327" y="1360522"/>
                  </a:lnTo>
                  <a:lnTo>
                    <a:pt x="1141315" y="1360529"/>
                  </a:lnTo>
                  <a:lnTo>
                    <a:pt x="1141299" y="1360543"/>
                  </a:lnTo>
                  <a:lnTo>
                    <a:pt x="1141296" y="1360567"/>
                  </a:lnTo>
                  <a:lnTo>
                    <a:pt x="1141284" y="1360607"/>
                  </a:lnTo>
                  <a:lnTo>
                    <a:pt x="1141289" y="1360627"/>
                  </a:lnTo>
                  <a:lnTo>
                    <a:pt x="1141295" y="1360635"/>
                  </a:lnTo>
                  <a:lnTo>
                    <a:pt x="1141299" y="1360641"/>
                  </a:lnTo>
                  <a:lnTo>
                    <a:pt x="1141286" y="1360654"/>
                  </a:lnTo>
                  <a:lnTo>
                    <a:pt x="1141279" y="1360663"/>
                  </a:lnTo>
                  <a:lnTo>
                    <a:pt x="1141265" y="1360689"/>
                  </a:lnTo>
                  <a:lnTo>
                    <a:pt x="1141250" y="1360711"/>
                  </a:lnTo>
                  <a:lnTo>
                    <a:pt x="1141239" y="1360736"/>
                  </a:lnTo>
                  <a:lnTo>
                    <a:pt x="1141233" y="1360756"/>
                  </a:lnTo>
                  <a:lnTo>
                    <a:pt x="1141226" y="1360778"/>
                  </a:lnTo>
                  <a:lnTo>
                    <a:pt x="1141217" y="1360797"/>
                  </a:lnTo>
                  <a:lnTo>
                    <a:pt x="1141210" y="1360810"/>
                  </a:lnTo>
                  <a:lnTo>
                    <a:pt x="1141189" y="1360846"/>
                  </a:lnTo>
                  <a:lnTo>
                    <a:pt x="1141176" y="1360878"/>
                  </a:lnTo>
                  <a:lnTo>
                    <a:pt x="1141166" y="1360909"/>
                  </a:lnTo>
                  <a:lnTo>
                    <a:pt x="1141158" y="1360927"/>
                  </a:lnTo>
                  <a:lnTo>
                    <a:pt x="1141149" y="1360934"/>
                  </a:lnTo>
                  <a:lnTo>
                    <a:pt x="1141135" y="1360932"/>
                  </a:lnTo>
                  <a:lnTo>
                    <a:pt x="1141118" y="1360938"/>
                  </a:lnTo>
                  <a:lnTo>
                    <a:pt x="1141112" y="1360938"/>
                  </a:lnTo>
                  <a:lnTo>
                    <a:pt x="1141088" y="1360940"/>
                  </a:lnTo>
                  <a:lnTo>
                    <a:pt x="1141075" y="1360943"/>
                  </a:lnTo>
                  <a:lnTo>
                    <a:pt x="1141066" y="1360950"/>
                  </a:lnTo>
                  <a:lnTo>
                    <a:pt x="1141052" y="1360962"/>
                  </a:lnTo>
                  <a:lnTo>
                    <a:pt x="1141043" y="1360973"/>
                  </a:lnTo>
                  <a:lnTo>
                    <a:pt x="1141042" y="1360990"/>
                  </a:lnTo>
                  <a:lnTo>
                    <a:pt x="1141044" y="1361002"/>
                  </a:lnTo>
                  <a:lnTo>
                    <a:pt x="1141050" y="1361013"/>
                  </a:lnTo>
                  <a:lnTo>
                    <a:pt x="1141056" y="1361024"/>
                  </a:lnTo>
                  <a:lnTo>
                    <a:pt x="1141057" y="1361039"/>
                  </a:lnTo>
                  <a:lnTo>
                    <a:pt x="1141054" y="1361057"/>
                  </a:lnTo>
                  <a:lnTo>
                    <a:pt x="1141053" y="1361064"/>
                  </a:lnTo>
                  <a:lnTo>
                    <a:pt x="1141045" y="1361083"/>
                  </a:lnTo>
                  <a:lnTo>
                    <a:pt x="1141042" y="1361103"/>
                  </a:lnTo>
                  <a:lnTo>
                    <a:pt x="1141042" y="1361115"/>
                  </a:lnTo>
                  <a:lnTo>
                    <a:pt x="1141044" y="1361133"/>
                  </a:lnTo>
                  <a:lnTo>
                    <a:pt x="1141048" y="1361143"/>
                  </a:lnTo>
                  <a:lnTo>
                    <a:pt x="1141057" y="1361159"/>
                  </a:lnTo>
                  <a:lnTo>
                    <a:pt x="1141065" y="1361174"/>
                  </a:lnTo>
                  <a:lnTo>
                    <a:pt x="1141073" y="1361187"/>
                  </a:lnTo>
                  <a:lnTo>
                    <a:pt x="1141076" y="1361191"/>
                  </a:lnTo>
                  <a:lnTo>
                    <a:pt x="1141092" y="1361201"/>
                  </a:lnTo>
                  <a:lnTo>
                    <a:pt x="1141101" y="1361207"/>
                  </a:lnTo>
                  <a:lnTo>
                    <a:pt x="1141118" y="1361215"/>
                  </a:lnTo>
                  <a:lnTo>
                    <a:pt x="1141131" y="1361221"/>
                  </a:lnTo>
                  <a:lnTo>
                    <a:pt x="1141146" y="1361233"/>
                  </a:lnTo>
                  <a:lnTo>
                    <a:pt x="1141154" y="1361246"/>
                  </a:lnTo>
                  <a:lnTo>
                    <a:pt x="1141163" y="1361260"/>
                  </a:lnTo>
                  <a:lnTo>
                    <a:pt x="1141174" y="1361272"/>
                  </a:lnTo>
                  <a:lnTo>
                    <a:pt x="1141180" y="1361277"/>
                  </a:lnTo>
                  <a:lnTo>
                    <a:pt x="1141184" y="1361282"/>
                  </a:lnTo>
                  <a:lnTo>
                    <a:pt x="1141189" y="1361293"/>
                  </a:lnTo>
                  <a:lnTo>
                    <a:pt x="1141172" y="1361311"/>
                  </a:lnTo>
                  <a:lnTo>
                    <a:pt x="1141158" y="1361318"/>
                  </a:lnTo>
                  <a:lnTo>
                    <a:pt x="1141143" y="1361326"/>
                  </a:lnTo>
                  <a:lnTo>
                    <a:pt x="1141125" y="1361339"/>
                  </a:lnTo>
                  <a:lnTo>
                    <a:pt x="1141110" y="1361360"/>
                  </a:lnTo>
                  <a:lnTo>
                    <a:pt x="1141095" y="1361385"/>
                  </a:lnTo>
                  <a:lnTo>
                    <a:pt x="1141083" y="1361422"/>
                  </a:lnTo>
                  <a:lnTo>
                    <a:pt x="1141076" y="1361450"/>
                  </a:lnTo>
                  <a:lnTo>
                    <a:pt x="1141069" y="1361474"/>
                  </a:lnTo>
                  <a:lnTo>
                    <a:pt x="1141060" y="1361491"/>
                  </a:lnTo>
                  <a:lnTo>
                    <a:pt x="1141051" y="1361517"/>
                  </a:lnTo>
                  <a:lnTo>
                    <a:pt x="1141043" y="1361532"/>
                  </a:lnTo>
                  <a:lnTo>
                    <a:pt x="1141036" y="1361545"/>
                  </a:lnTo>
                  <a:lnTo>
                    <a:pt x="1141033" y="1361565"/>
                  </a:lnTo>
                  <a:lnTo>
                    <a:pt x="1141029" y="1361603"/>
                  </a:lnTo>
                  <a:lnTo>
                    <a:pt x="1141024" y="1361616"/>
                  </a:lnTo>
                  <a:lnTo>
                    <a:pt x="1141024" y="1361632"/>
                  </a:lnTo>
                  <a:lnTo>
                    <a:pt x="1141031" y="1361655"/>
                  </a:lnTo>
                  <a:lnTo>
                    <a:pt x="1141027" y="1361668"/>
                  </a:lnTo>
                  <a:lnTo>
                    <a:pt x="1141020" y="1361676"/>
                  </a:lnTo>
                  <a:lnTo>
                    <a:pt x="1141028" y="1361683"/>
                  </a:lnTo>
                  <a:lnTo>
                    <a:pt x="1141034" y="1361684"/>
                  </a:lnTo>
                  <a:lnTo>
                    <a:pt x="1141057" y="1361687"/>
                  </a:lnTo>
                  <a:lnTo>
                    <a:pt x="1141068" y="1361690"/>
                  </a:lnTo>
                  <a:lnTo>
                    <a:pt x="1141083" y="1361710"/>
                  </a:lnTo>
                  <a:lnTo>
                    <a:pt x="1141096" y="1361720"/>
                  </a:lnTo>
                  <a:lnTo>
                    <a:pt x="1141120" y="1361735"/>
                  </a:lnTo>
                  <a:lnTo>
                    <a:pt x="1141164" y="1361768"/>
                  </a:lnTo>
                  <a:lnTo>
                    <a:pt x="1141212" y="1361797"/>
                  </a:lnTo>
                  <a:lnTo>
                    <a:pt x="1141243" y="1361827"/>
                  </a:lnTo>
                  <a:lnTo>
                    <a:pt x="1141261" y="1361842"/>
                  </a:lnTo>
                  <a:lnTo>
                    <a:pt x="1141281" y="1361861"/>
                  </a:lnTo>
                  <a:lnTo>
                    <a:pt x="1141296" y="1361881"/>
                  </a:lnTo>
                  <a:lnTo>
                    <a:pt x="1141316" y="1361902"/>
                  </a:lnTo>
                  <a:lnTo>
                    <a:pt x="1141320" y="1361905"/>
                  </a:lnTo>
                  <a:lnTo>
                    <a:pt x="1141341" y="1361924"/>
                  </a:lnTo>
                  <a:lnTo>
                    <a:pt x="1141354" y="1361937"/>
                  </a:lnTo>
                  <a:lnTo>
                    <a:pt x="1141360" y="1361946"/>
                  </a:lnTo>
                  <a:lnTo>
                    <a:pt x="1141362" y="1361952"/>
                  </a:lnTo>
                  <a:lnTo>
                    <a:pt x="1141361" y="1361969"/>
                  </a:lnTo>
                  <a:lnTo>
                    <a:pt x="1141361" y="1361979"/>
                  </a:lnTo>
                  <a:lnTo>
                    <a:pt x="1141359" y="1361993"/>
                  </a:lnTo>
                  <a:lnTo>
                    <a:pt x="1141357" y="1362012"/>
                  </a:lnTo>
                  <a:lnTo>
                    <a:pt x="1141357" y="1362033"/>
                  </a:lnTo>
                  <a:lnTo>
                    <a:pt x="1141355" y="1362051"/>
                  </a:lnTo>
                  <a:lnTo>
                    <a:pt x="1141357" y="1362076"/>
                  </a:lnTo>
                  <a:lnTo>
                    <a:pt x="1141355" y="1362102"/>
                  </a:lnTo>
                  <a:lnTo>
                    <a:pt x="1141353" y="1362118"/>
                  </a:lnTo>
                  <a:lnTo>
                    <a:pt x="1141349" y="1362144"/>
                  </a:lnTo>
                  <a:lnTo>
                    <a:pt x="1141350" y="1362149"/>
                  </a:lnTo>
                  <a:lnTo>
                    <a:pt x="1141353" y="1362167"/>
                  </a:lnTo>
                  <a:lnTo>
                    <a:pt x="1141359" y="1362176"/>
                  </a:lnTo>
                  <a:lnTo>
                    <a:pt x="1141364" y="1362182"/>
                  </a:lnTo>
                  <a:lnTo>
                    <a:pt x="1141370" y="1362190"/>
                  </a:lnTo>
                  <a:lnTo>
                    <a:pt x="1141382" y="1362206"/>
                  </a:lnTo>
                  <a:lnTo>
                    <a:pt x="1141391" y="1362216"/>
                  </a:lnTo>
                  <a:lnTo>
                    <a:pt x="1141399" y="1362239"/>
                  </a:lnTo>
                  <a:lnTo>
                    <a:pt x="1141401" y="1362260"/>
                  </a:lnTo>
                  <a:lnTo>
                    <a:pt x="1141402" y="1362283"/>
                  </a:lnTo>
                  <a:lnTo>
                    <a:pt x="1141404" y="1362301"/>
                  </a:lnTo>
                  <a:lnTo>
                    <a:pt x="1141404" y="1362313"/>
                  </a:lnTo>
                  <a:lnTo>
                    <a:pt x="1141403" y="1362327"/>
                  </a:lnTo>
                  <a:lnTo>
                    <a:pt x="1141402" y="1362342"/>
                  </a:lnTo>
                  <a:lnTo>
                    <a:pt x="1141399" y="1362361"/>
                  </a:lnTo>
                  <a:lnTo>
                    <a:pt x="1141394" y="1362386"/>
                  </a:lnTo>
                  <a:lnTo>
                    <a:pt x="1141389" y="1362394"/>
                  </a:lnTo>
                  <a:lnTo>
                    <a:pt x="1141380" y="1362416"/>
                  </a:lnTo>
                  <a:lnTo>
                    <a:pt x="1141380" y="1362425"/>
                  </a:lnTo>
                  <a:lnTo>
                    <a:pt x="1141376" y="1362433"/>
                  </a:lnTo>
                  <a:lnTo>
                    <a:pt x="1141368" y="1362440"/>
                  </a:lnTo>
                  <a:lnTo>
                    <a:pt x="1141364" y="1362444"/>
                  </a:lnTo>
                  <a:lnTo>
                    <a:pt x="1141357" y="1362450"/>
                  </a:lnTo>
                  <a:lnTo>
                    <a:pt x="1141353" y="1362458"/>
                  </a:lnTo>
                  <a:lnTo>
                    <a:pt x="1141356" y="1362468"/>
                  </a:lnTo>
                  <a:lnTo>
                    <a:pt x="1141359" y="1362479"/>
                  </a:lnTo>
                  <a:lnTo>
                    <a:pt x="1141370" y="1362487"/>
                  </a:lnTo>
                  <a:lnTo>
                    <a:pt x="1141379" y="1362496"/>
                  </a:lnTo>
                  <a:lnTo>
                    <a:pt x="1141387" y="1362508"/>
                  </a:lnTo>
                  <a:lnTo>
                    <a:pt x="1141390" y="1362523"/>
                  </a:lnTo>
                  <a:lnTo>
                    <a:pt x="1141390" y="1362547"/>
                  </a:lnTo>
                  <a:lnTo>
                    <a:pt x="1141390" y="1362552"/>
                  </a:lnTo>
                  <a:lnTo>
                    <a:pt x="1141384" y="1362569"/>
                  </a:lnTo>
                  <a:lnTo>
                    <a:pt x="1141381" y="1362579"/>
                  </a:lnTo>
                  <a:lnTo>
                    <a:pt x="1141377" y="1362587"/>
                  </a:lnTo>
                  <a:lnTo>
                    <a:pt x="1141370" y="1362598"/>
                  </a:lnTo>
                  <a:lnTo>
                    <a:pt x="1141368" y="1362615"/>
                  </a:lnTo>
                  <a:lnTo>
                    <a:pt x="1141368" y="1362635"/>
                  </a:lnTo>
                  <a:lnTo>
                    <a:pt x="1141363" y="1362654"/>
                  </a:lnTo>
                  <a:lnTo>
                    <a:pt x="1141369" y="1362673"/>
                  </a:lnTo>
                  <a:lnTo>
                    <a:pt x="1141374" y="1362685"/>
                  </a:lnTo>
                  <a:lnTo>
                    <a:pt x="1141376" y="1362695"/>
                  </a:lnTo>
                  <a:lnTo>
                    <a:pt x="1141371" y="1362713"/>
                  </a:lnTo>
                  <a:lnTo>
                    <a:pt x="1141367" y="1362720"/>
                  </a:lnTo>
                  <a:lnTo>
                    <a:pt x="1141362" y="1362735"/>
                  </a:lnTo>
                  <a:lnTo>
                    <a:pt x="1141372" y="1362746"/>
                  </a:lnTo>
                  <a:lnTo>
                    <a:pt x="1141382" y="1362757"/>
                  </a:lnTo>
                  <a:lnTo>
                    <a:pt x="1141383" y="1362784"/>
                  </a:lnTo>
                  <a:lnTo>
                    <a:pt x="1141385" y="1362792"/>
                  </a:lnTo>
                  <a:lnTo>
                    <a:pt x="1141388" y="1362801"/>
                  </a:lnTo>
                  <a:lnTo>
                    <a:pt x="1141385" y="1362806"/>
                  </a:lnTo>
                  <a:lnTo>
                    <a:pt x="1141379" y="1362812"/>
                  </a:lnTo>
                  <a:lnTo>
                    <a:pt x="1141374" y="1362812"/>
                  </a:lnTo>
                  <a:lnTo>
                    <a:pt x="1141364" y="1362807"/>
                  </a:lnTo>
                  <a:lnTo>
                    <a:pt x="1141356" y="1362802"/>
                  </a:lnTo>
                  <a:lnTo>
                    <a:pt x="1141342" y="1362777"/>
                  </a:lnTo>
                  <a:lnTo>
                    <a:pt x="1141336" y="1362770"/>
                  </a:lnTo>
                  <a:lnTo>
                    <a:pt x="1141327" y="1362769"/>
                  </a:lnTo>
                  <a:lnTo>
                    <a:pt x="1141319" y="1362772"/>
                  </a:lnTo>
                  <a:lnTo>
                    <a:pt x="1141308" y="1362787"/>
                  </a:lnTo>
                  <a:lnTo>
                    <a:pt x="1141302" y="1362796"/>
                  </a:lnTo>
                  <a:lnTo>
                    <a:pt x="1141293" y="1362803"/>
                  </a:lnTo>
                  <a:lnTo>
                    <a:pt x="1141281" y="1362806"/>
                  </a:lnTo>
                  <a:lnTo>
                    <a:pt x="1141272" y="1362810"/>
                  </a:lnTo>
                  <a:lnTo>
                    <a:pt x="1141263" y="1362813"/>
                  </a:lnTo>
                  <a:lnTo>
                    <a:pt x="1141248" y="1362817"/>
                  </a:lnTo>
                  <a:lnTo>
                    <a:pt x="1141238" y="1362825"/>
                  </a:lnTo>
                  <a:lnTo>
                    <a:pt x="1141227" y="1362832"/>
                  </a:lnTo>
                  <a:lnTo>
                    <a:pt x="1141216" y="1362838"/>
                  </a:lnTo>
                  <a:lnTo>
                    <a:pt x="1141202" y="1362845"/>
                  </a:lnTo>
                  <a:lnTo>
                    <a:pt x="1141190" y="1362852"/>
                  </a:lnTo>
                  <a:lnTo>
                    <a:pt x="1141175" y="1362860"/>
                  </a:lnTo>
                  <a:lnTo>
                    <a:pt x="1141149" y="1362869"/>
                  </a:lnTo>
                  <a:lnTo>
                    <a:pt x="1141126" y="1362870"/>
                  </a:lnTo>
                  <a:lnTo>
                    <a:pt x="1141109" y="1362870"/>
                  </a:lnTo>
                  <a:lnTo>
                    <a:pt x="1141093" y="1362871"/>
                  </a:lnTo>
                  <a:lnTo>
                    <a:pt x="1141079" y="1362874"/>
                  </a:lnTo>
                  <a:lnTo>
                    <a:pt x="1141073" y="1362878"/>
                  </a:lnTo>
                  <a:lnTo>
                    <a:pt x="1141065" y="1362882"/>
                  </a:lnTo>
                  <a:lnTo>
                    <a:pt x="1141056" y="1362888"/>
                  </a:lnTo>
                  <a:lnTo>
                    <a:pt x="1141047" y="1362892"/>
                  </a:lnTo>
                  <a:lnTo>
                    <a:pt x="1141033" y="1362896"/>
                  </a:lnTo>
                  <a:lnTo>
                    <a:pt x="1141017" y="1362905"/>
                  </a:lnTo>
                  <a:lnTo>
                    <a:pt x="1141001" y="1362907"/>
                  </a:lnTo>
                  <a:lnTo>
                    <a:pt x="1140988" y="1362912"/>
                  </a:lnTo>
                  <a:lnTo>
                    <a:pt x="1140967" y="1362914"/>
                  </a:lnTo>
                  <a:lnTo>
                    <a:pt x="1140948" y="1362913"/>
                  </a:lnTo>
                  <a:lnTo>
                    <a:pt x="1140924" y="1362914"/>
                  </a:lnTo>
                  <a:lnTo>
                    <a:pt x="1140910" y="1362912"/>
                  </a:lnTo>
                  <a:lnTo>
                    <a:pt x="1140895" y="1362909"/>
                  </a:lnTo>
                  <a:lnTo>
                    <a:pt x="1140884" y="1362909"/>
                  </a:lnTo>
                  <a:lnTo>
                    <a:pt x="1140863" y="1362906"/>
                  </a:lnTo>
                  <a:lnTo>
                    <a:pt x="1140845" y="1362905"/>
                  </a:lnTo>
                  <a:lnTo>
                    <a:pt x="1140833" y="1362905"/>
                  </a:lnTo>
                  <a:lnTo>
                    <a:pt x="1140823" y="1362901"/>
                  </a:lnTo>
                  <a:lnTo>
                    <a:pt x="1140811" y="1362898"/>
                  </a:lnTo>
                  <a:lnTo>
                    <a:pt x="1140805" y="1362897"/>
                  </a:lnTo>
                  <a:lnTo>
                    <a:pt x="1140791" y="1362896"/>
                  </a:lnTo>
                  <a:lnTo>
                    <a:pt x="1140780" y="1362892"/>
                  </a:lnTo>
                  <a:lnTo>
                    <a:pt x="1140756" y="1362875"/>
                  </a:lnTo>
                  <a:lnTo>
                    <a:pt x="1140743" y="1362865"/>
                  </a:lnTo>
                  <a:lnTo>
                    <a:pt x="1140730" y="1362856"/>
                  </a:lnTo>
                  <a:lnTo>
                    <a:pt x="1140713" y="1362847"/>
                  </a:lnTo>
                  <a:lnTo>
                    <a:pt x="1140700" y="1362833"/>
                  </a:lnTo>
                  <a:lnTo>
                    <a:pt x="1140692" y="1362827"/>
                  </a:lnTo>
                  <a:lnTo>
                    <a:pt x="1140676" y="1362820"/>
                  </a:lnTo>
                  <a:lnTo>
                    <a:pt x="1140664" y="1362810"/>
                  </a:lnTo>
                  <a:lnTo>
                    <a:pt x="1140656" y="1362803"/>
                  </a:lnTo>
                  <a:lnTo>
                    <a:pt x="1140644" y="1362794"/>
                  </a:lnTo>
                  <a:lnTo>
                    <a:pt x="1140632" y="1362783"/>
                  </a:lnTo>
                  <a:lnTo>
                    <a:pt x="1140619" y="1362774"/>
                  </a:lnTo>
                  <a:lnTo>
                    <a:pt x="1140605" y="1362763"/>
                  </a:lnTo>
                  <a:lnTo>
                    <a:pt x="1140596" y="1362756"/>
                  </a:lnTo>
                  <a:lnTo>
                    <a:pt x="1140572" y="1362743"/>
                  </a:lnTo>
                  <a:lnTo>
                    <a:pt x="1140561" y="1362737"/>
                  </a:lnTo>
                  <a:lnTo>
                    <a:pt x="1140547" y="1362732"/>
                  </a:lnTo>
                  <a:lnTo>
                    <a:pt x="1140533" y="1362726"/>
                  </a:lnTo>
                  <a:lnTo>
                    <a:pt x="1140527" y="1362725"/>
                  </a:lnTo>
                  <a:lnTo>
                    <a:pt x="1140521" y="1362724"/>
                  </a:lnTo>
                  <a:lnTo>
                    <a:pt x="1140510" y="1362718"/>
                  </a:lnTo>
                  <a:lnTo>
                    <a:pt x="1140503" y="1362711"/>
                  </a:lnTo>
                  <a:lnTo>
                    <a:pt x="1140496" y="1362707"/>
                  </a:lnTo>
                  <a:lnTo>
                    <a:pt x="1140490" y="1362707"/>
                  </a:lnTo>
                  <a:lnTo>
                    <a:pt x="1140483" y="1362712"/>
                  </a:lnTo>
                  <a:lnTo>
                    <a:pt x="1140476" y="1362722"/>
                  </a:lnTo>
                  <a:lnTo>
                    <a:pt x="1140468" y="1362730"/>
                  </a:lnTo>
                  <a:lnTo>
                    <a:pt x="1140460" y="1362740"/>
                  </a:lnTo>
                  <a:lnTo>
                    <a:pt x="1140451" y="1362749"/>
                  </a:lnTo>
                  <a:lnTo>
                    <a:pt x="1140437" y="1362759"/>
                  </a:lnTo>
                  <a:lnTo>
                    <a:pt x="1140431" y="1362774"/>
                  </a:lnTo>
                  <a:lnTo>
                    <a:pt x="1140424" y="1362783"/>
                  </a:lnTo>
                  <a:lnTo>
                    <a:pt x="1140418" y="1362799"/>
                  </a:lnTo>
                  <a:lnTo>
                    <a:pt x="1140412" y="1362820"/>
                  </a:lnTo>
                  <a:lnTo>
                    <a:pt x="1140408" y="1362833"/>
                  </a:lnTo>
                  <a:lnTo>
                    <a:pt x="1140398" y="1362855"/>
                  </a:lnTo>
                  <a:lnTo>
                    <a:pt x="1140389" y="1362872"/>
                  </a:lnTo>
                  <a:lnTo>
                    <a:pt x="1140381" y="1362887"/>
                  </a:lnTo>
                  <a:lnTo>
                    <a:pt x="1140374" y="1362906"/>
                  </a:lnTo>
                  <a:lnTo>
                    <a:pt x="1140371" y="1362920"/>
                  </a:lnTo>
                  <a:lnTo>
                    <a:pt x="1140370" y="1362929"/>
                  </a:lnTo>
                  <a:lnTo>
                    <a:pt x="1140368" y="1362940"/>
                  </a:lnTo>
                  <a:lnTo>
                    <a:pt x="1140364" y="1362943"/>
                  </a:lnTo>
                  <a:lnTo>
                    <a:pt x="1140360" y="1362947"/>
                  </a:lnTo>
                  <a:lnTo>
                    <a:pt x="1140352" y="1362948"/>
                  </a:lnTo>
                  <a:lnTo>
                    <a:pt x="1140348" y="1362948"/>
                  </a:lnTo>
                  <a:lnTo>
                    <a:pt x="1140329" y="1362947"/>
                  </a:lnTo>
                  <a:lnTo>
                    <a:pt x="1140316" y="1362947"/>
                  </a:lnTo>
                  <a:lnTo>
                    <a:pt x="1140309" y="1362946"/>
                  </a:lnTo>
                  <a:lnTo>
                    <a:pt x="1140300" y="1362946"/>
                  </a:lnTo>
                  <a:lnTo>
                    <a:pt x="1140292" y="1362947"/>
                  </a:lnTo>
                  <a:lnTo>
                    <a:pt x="1140279" y="1362948"/>
                  </a:lnTo>
                  <a:lnTo>
                    <a:pt x="1140268" y="1362949"/>
                  </a:lnTo>
                  <a:lnTo>
                    <a:pt x="1140245" y="1362951"/>
                  </a:lnTo>
                  <a:lnTo>
                    <a:pt x="1140229" y="1362952"/>
                  </a:lnTo>
                  <a:lnTo>
                    <a:pt x="1140227" y="1362958"/>
                  </a:lnTo>
                  <a:lnTo>
                    <a:pt x="1140227" y="1362967"/>
                  </a:lnTo>
                  <a:lnTo>
                    <a:pt x="1140225" y="1362977"/>
                  </a:lnTo>
                  <a:lnTo>
                    <a:pt x="1140221" y="1362981"/>
                  </a:lnTo>
                  <a:lnTo>
                    <a:pt x="1140215" y="1362991"/>
                  </a:lnTo>
                  <a:lnTo>
                    <a:pt x="1140210" y="1362995"/>
                  </a:lnTo>
                  <a:lnTo>
                    <a:pt x="1140205" y="1362997"/>
                  </a:lnTo>
                  <a:lnTo>
                    <a:pt x="1140195" y="1362997"/>
                  </a:lnTo>
                  <a:lnTo>
                    <a:pt x="1140184" y="1362997"/>
                  </a:lnTo>
                  <a:lnTo>
                    <a:pt x="1140175" y="1362996"/>
                  </a:lnTo>
                  <a:lnTo>
                    <a:pt x="1140167" y="1363002"/>
                  </a:lnTo>
                  <a:lnTo>
                    <a:pt x="1140161" y="1363003"/>
                  </a:lnTo>
                  <a:lnTo>
                    <a:pt x="1140148" y="1363005"/>
                  </a:lnTo>
                  <a:lnTo>
                    <a:pt x="1140129" y="1363016"/>
                  </a:lnTo>
                  <a:lnTo>
                    <a:pt x="1140115" y="1363020"/>
                  </a:lnTo>
                  <a:lnTo>
                    <a:pt x="1140105" y="1363022"/>
                  </a:lnTo>
                  <a:lnTo>
                    <a:pt x="1140094" y="1363023"/>
                  </a:lnTo>
                  <a:lnTo>
                    <a:pt x="1140081" y="1363021"/>
                  </a:lnTo>
                  <a:lnTo>
                    <a:pt x="1140067" y="1363019"/>
                  </a:lnTo>
                  <a:lnTo>
                    <a:pt x="1140052" y="1363017"/>
                  </a:lnTo>
                  <a:lnTo>
                    <a:pt x="1140034" y="1363012"/>
                  </a:lnTo>
                  <a:lnTo>
                    <a:pt x="1140013" y="1363004"/>
                  </a:lnTo>
                  <a:lnTo>
                    <a:pt x="1140000" y="1362998"/>
                  </a:lnTo>
                  <a:lnTo>
                    <a:pt x="1139992" y="1362994"/>
                  </a:lnTo>
                  <a:lnTo>
                    <a:pt x="1139974" y="1362972"/>
                  </a:lnTo>
                  <a:lnTo>
                    <a:pt x="1139958" y="1362958"/>
                  </a:lnTo>
                  <a:lnTo>
                    <a:pt x="1139948" y="1362951"/>
                  </a:lnTo>
                  <a:lnTo>
                    <a:pt x="1139936" y="1362945"/>
                  </a:lnTo>
                  <a:lnTo>
                    <a:pt x="1139926" y="1362945"/>
                  </a:lnTo>
                  <a:lnTo>
                    <a:pt x="1139916" y="1362948"/>
                  </a:lnTo>
                  <a:lnTo>
                    <a:pt x="1139898" y="1362957"/>
                  </a:lnTo>
                  <a:lnTo>
                    <a:pt x="1139889" y="1362962"/>
                  </a:lnTo>
                  <a:lnTo>
                    <a:pt x="1139865" y="1362978"/>
                  </a:lnTo>
                  <a:lnTo>
                    <a:pt x="1139855" y="1362979"/>
                  </a:lnTo>
                  <a:lnTo>
                    <a:pt x="1139834" y="1362980"/>
                  </a:lnTo>
                  <a:lnTo>
                    <a:pt x="1139816" y="1362977"/>
                  </a:lnTo>
                  <a:lnTo>
                    <a:pt x="1139799" y="1362973"/>
                  </a:lnTo>
                  <a:lnTo>
                    <a:pt x="1139776" y="1362964"/>
                  </a:lnTo>
                  <a:lnTo>
                    <a:pt x="1139761" y="1362964"/>
                  </a:lnTo>
                  <a:lnTo>
                    <a:pt x="1139747" y="1362966"/>
                  </a:lnTo>
                  <a:lnTo>
                    <a:pt x="1139738" y="1362966"/>
                  </a:lnTo>
                  <a:lnTo>
                    <a:pt x="1139729" y="1362966"/>
                  </a:lnTo>
                  <a:lnTo>
                    <a:pt x="1139694" y="1362958"/>
                  </a:lnTo>
                  <a:lnTo>
                    <a:pt x="1139664" y="1362955"/>
                  </a:lnTo>
                  <a:lnTo>
                    <a:pt x="1139633" y="1362956"/>
                  </a:lnTo>
                  <a:lnTo>
                    <a:pt x="1139620" y="1362963"/>
                  </a:lnTo>
                  <a:lnTo>
                    <a:pt x="1139604" y="1362978"/>
                  </a:lnTo>
                  <a:lnTo>
                    <a:pt x="1139584" y="1362996"/>
                  </a:lnTo>
                  <a:lnTo>
                    <a:pt x="1139544" y="1363037"/>
                  </a:lnTo>
                  <a:lnTo>
                    <a:pt x="1139523" y="1363053"/>
                  </a:lnTo>
                  <a:lnTo>
                    <a:pt x="1139521" y="1363058"/>
                  </a:lnTo>
                  <a:lnTo>
                    <a:pt x="1139501" y="1363103"/>
                  </a:lnTo>
                  <a:lnTo>
                    <a:pt x="1139497" y="1363157"/>
                  </a:lnTo>
                  <a:lnTo>
                    <a:pt x="1139492" y="1363167"/>
                  </a:lnTo>
                  <a:lnTo>
                    <a:pt x="1139488" y="1363165"/>
                  </a:lnTo>
                  <a:lnTo>
                    <a:pt x="1139484" y="1363150"/>
                  </a:lnTo>
                  <a:lnTo>
                    <a:pt x="1139480" y="1363143"/>
                  </a:lnTo>
                  <a:lnTo>
                    <a:pt x="1139474" y="1363128"/>
                  </a:lnTo>
                  <a:lnTo>
                    <a:pt x="1139473" y="1363109"/>
                  </a:lnTo>
                  <a:lnTo>
                    <a:pt x="1139462" y="1363092"/>
                  </a:lnTo>
                  <a:lnTo>
                    <a:pt x="1139461" y="1363087"/>
                  </a:lnTo>
                  <a:lnTo>
                    <a:pt x="1139452" y="1363083"/>
                  </a:lnTo>
                  <a:lnTo>
                    <a:pt x="1139439" y="1363078"/>
                  </a:lnTo>
                  <a:lnTo>
                    <a:pt x="1139434" y="1363076"/>
                  </a:lnTo>
                  <a:lnTo>
                    <a:pt x="1139430" y="1363069"/>
                  </a:lnTo>
                  <a:lnTo>
                    <a:pt x="1139422" y="1363055"/>
                  </a:lnTo>
                  <a:lnTo>
                    <a:pt x="1139410" y="1363047"/>
                  </a:lnTo>
                  <a:lnTo>
                    <a:pt x="1139395" y="1363038"/>
                  </a:lnTo>
                  <a:lnTo>
                    <a:pt x="1139385" y="1363032"/>
                  </a:lnTo>
                  <a:lnTo>
                    <a:pt x="1139375" y="1363027"/>
                  </a:lnTo>
                  <a:lnTo>
                    <a:pt x="1139369" y="1363026"/>
                  </a:lnTo>
                  <a:lnTo>
                    <a:pt x="1139345" y="1363024"/>
                  </a:lnTo>
                  <a:lnTo>
                    <a:pt x="1139319" y="1363029"/>
                  </a:lnTo>
                  <a:lnTo>
                    <a:pt x="1139312" y="1363025"/>
                  </a:lnTo>
                  <a:lnTo>
                    <a:pt x="1139302" y="1363016"/>
                  </a:lnTo>
                  <a:lnTo>
                    <a:pt x="1139302" y="1363006"/>
                  </a:lnTo>
                  <a:lnTo>
                    <a:pt x="1139303" y="1362995"/>
                  </a:lnTo>
                  <a:lnTo>
                    <a:pt x="1139299" y="1362993"/>
                  </a:lnTo>
                  <a:lnTo>
                    <a:pt x="1139294" y="1362990"/>
                  </a:lnTo>
                  <a:lnTo>
                    <a:pt x="1139285" y="1362980"/>
                  </a:lnTo>
                  <a:lnTo>
                    <a:pt x="1139278" y="1362969"/>
                  </a:lnTo>
                  <a:lnTo>
                    <a:pt x="1139271" y="1362960"/>
                  </a:lnTo>
                  <a:lnTo>
                    <a:pt x="1139262" y="1362950"/>
                  </a:lnTo>
                  <a:lnTo>
                    <a:pt x="1139252" y="1362936"/>
                  </a:lnTo>
                  <a:lnTo>
                    <a:pt x="1139236" y="1362923"/>
                  </a:lnTo>
                  <a:lnTo>
                    <a:pt x="1139229" y="1362912"/>
                  </a:lnTo>
                  <a:lnTo>
                    <a:pt x="1139224" y="1362908"/>
                  </a:lnTo>
                  <a:lnTo>
                    <a:pt x="1139207" y="1362901"/>
                  </a:lnTo>
                  <a:lnTo>
                    <a:pt x="1139194" y="1362899"/>
                  </a:lnTo>
                  <a:lnTo>
                    <a:pt x="1139180" y="1362893"/>
                  </a:lnTo>
                  <a:lnTo>
                    <a:pt x="1139164" y="1362888"/>
                  </a:lnTo>
                  <a:lnTo>
                    <a:pt x="1139134" y="1362865"/>
                  </a:lnTo>
                  <a:lnTo>
                    <a:pt x="1139112" y="1362852"/>
                  </a:lnTo>
                  <a:lnTo>
                    <a:pt x="1139111" y="1362844"/>
                  </a:lnTo>
                  <a:lnTo>
                    <a:pt x="1139113" y="1362832"/>
                  </a:lnTo>
                  <a:lnTo>
                    <a:pt x="1139125" y="1362806"/>
                  </a:lnTo>
                  <a:lnTo>
                    <a:pt x="1139126" y="1362793"/>
                  </a:lnTo>
                  <a:lnTo>
                    <a:pt x="1139119" y="1362789"/>
                  </a:lnTo>
                  <a:lnTo>
                    <a:pt x="1139094" y="1362769"/>
                  </a:lnTo>
                  <a:lnTo>
                    <a:pt x="1139081" y="1362759"/>
                  </a:lnTo>
                  <a:lnTo>
                    <a:pt x="1139030" y="1362717"/>
                  </a:lnTo>
                  <a:lnTo>
                    <a:pt x="1138966" y="1362701"/>
                  </a:lnTo>
                  <a:lnTo>
                    <a:pt x="1138957" y="1362704"/>
                  </a:lnTo>
                  <a:lnTo>
                    <a:pt x="1138954" y="1362713"/>
                  </a:lnTo>
                  <a:lnTo>
                    <a:pt x="1138950" y="1362723"/>
                  </a:lnTo>
                  <a:lnTo>
                    <a:pt x="1138947" y="1362738"/>
                  </a:lnTo>
                  <a:lnTo>
                    <a:pt x="1138941" y="1362741"/>
                  </a:lnTo>
                  <a:lnTo>
                    <a:pt x="1138929" y="1362740"/>
                  </a:lnTo>
                  <a:lnTo>
                    <a:pt x="1138897" y="1362738"/>
                  </a:lnTo>
                  <a:lnTo>
                    <a:pt x="1138882" y="1362738"/>
                  </a:lnTo>
                  <a:lnTo>
                    <a:pt x="1138861" y="1362737"/>
                  </a:lnTo>
                  <a:lnTo>
                    <a:pt x="1138856" y="1362727"/>
                  </a:lnTo>
                  <a:lnTo>
                    <a:pt x="1138853" y="1362711"/>
                  </a:lnTo>
                  <a:lnTo>
                    <a:pt x="1138853" y="1362702"/>
                  </a:lnTo>
                  <a:lnTo>
                    <a:pt x="1138856" y="1362696"/>
                  </a:lnTo>
                  <a:lnTo>
                    <a:pt x="1138858" y="1362687"/>
                  </a:lnTo>
                  <a:lnTo>
                    <a:pt x="1138859" y="1362681"/>
                  </a:lnTo>
                  <a:lnTo>
                    <a:pt x="1138859" y="1362672"/>
                  </a:lnTo>
                  <a:lnTo>
                    <a:pt x="1138855" y="1362669"/>
                  </a:lnTo>
                  <a:lnTo>
                    <a:pt x="1138849" y="1362662"/>
                  </a:lnTo>
                  <a:lnTo>
                    <a:pt x="1138836" y="1362650"/>
                  </a:lnTo>
                  <a:lnTo>
                    <a:pt x="1138815" y="1362635"/>
                  </a:lnTo>
                  <a:lnTo>
                    <a:pt x="1138804" y="1362628"/>
                  </a:lnTo>
                  <a:lnTo>
                    <a:pt x="1138794" y="1362607"/>
                  </a:lnTo>
                  <a:lnTo>
                    <a:pt x="1138780" y="1362558"/>
                  </a:lnTo>
                  <a:lnTo>
                    <a:pt x="1138777" y="1362549"/>
                  </a:lnTo>
                  <a:lnTo>
                    <a:pt x="1138772" y="1362537"/>
                  </a:lnTo>
                  <a:lnTo>
                    <a:pt x="1138766" y="1362530"/>
                  </a:lnTo>
                  <a:lnTo>
                    <a:pt x="1138749" y="1362480"/>
                  </a:lnTo>
                  <a:lnTo>
                    <a:pt x="1138737" y="1362472"/>
                  </a:lnTo>
                  <a:lnTo>
                    <a:pt x="1138730" y="1362449"/>
                  </a:lnTo>
                  <a:lnTo>
                    <a:pt x="1138726" y="1362414"/>
                  </a:lnTo>
                  <a:lnTo>
                    <a:pt x="1138713" y="1362378"/>
                  </a:lnTo>
                  <a:lnTo>
                    <a:pt x="1138688" y="1362354"/>
                  </a:lnTo>
                  <a:lnTo>
                    <a:pt x="1138680" y="1362333"/>
                  </a:lnTo>
                  <a:lnTo>
                    <a:pt x="1138658" y="1362300"/>
                  </a:lnTo>
                  <a:lnTo>
                    <a:pt x="1138649" y="1362286"/>
                  </a:lnTo>
                  <a:lnTo>
                    <a:pt x="1138632" y="1362289"/>
                  </a:lnTo>
                  <a:lnTo>
                    <a:pt x="1138614" y="1362304"/>
                  </a:lnTo>
                  <a:lnTo>
                    <a:pt x="1138583" y="1362329"/>
                  </a:lnTo>
                  <a:lnTo>
                    <a:pt x="1138565" y="1362348"/>
                  </a:lnTo>
                  <a:lnTo>
                    <a:pt x="1138543" y="1362335"/>
                  </a:lnTo>
                  <a:lnTo>
                    <a:pt x="1138529" y="1362332"/>
                  </a:lnTo>
                  <a:lnTo>
                    <a:pt x="1138505" y="1362336"/>
                  </a:lnTo>
                  <a:lnTo>
                    <a:pt x="1138468" y="1362336"/>
                  </a:lnTo>
                  <a:lnTo>
                    <a:pt x="1138452" y="1362332"/>
                  </a:lnTo>
                  <a:lnTo>
                    <a:pt x="1138430" y="1362322"/>
                  </a:lnTo>
                  <a:lnTo>
                    <a:pt x="1138398" y="1362306"/>
                  </a:lnTo>
                  <a:lnTo>
                    <a:pt x="1138370" y="1362301"/>
                  </a:lnTo>
                  <a:lnTo>
                    <a:pt x="1138352" y="1362306"/>
                  </a:lnTo>
                  <a:lnTo>
                    <a:pt x="1138323" y="1362300"/>
                  </a:lnTo>
                  <a:lnTo>
                    <a:pt x="1138301" y="1362298"/>
                  </a:lnTo>
                  <a:lnTo>
                    <a:pt x="1138279" y="1362265"/>
                  </a:lnTo>
                  <a:lnTo>
                    <a:pt x="1138255" y="1362247"/>
                  </a:lnTo>
                  <a:lnTo>
                    <a:pt x="1138231" y="1362237"/>
                  </a:lnTo>
                  <a:lnTo>
                    <a:pt x="1138206" y="1362232"/>
                  </a:lnTo>
                  <a:lnTo>
                    <a:pt x="1138194" y="1362235"/>
                  </a:lnTo>
                  <a:lnTo>
                    <a:pt x="1138184" y="1362247"/>
                  </a:lnTo>
                  <a:lnTo>
                    <a:pt x="1138178" y="1362272"/>
                  </a:lnTo>
                  <a:lnTo>
                    <a:pt x="1138172" y="1362285"/>
                  </a:lnTo>
                  <a:lnTo>
                    <a:pt x="1138155" y="1362304"/>
                  </a:lnTo>
                  <a:lnTo>
                    <a:pt x="1138143" y="1362307"/>
                  </a:lnTo>
                  <a:lnTo>
                    <a:pt x="1138124" y="1362309"/>
                  </a:lnTo>
                  <a:lnTo>
                    <a:pt x="1138105" y="1362304"/>
                  </a:lnTo>
                  <a:lnTo>
                    <a:pt x="1138073" y="1362288"/>
                  </a:lnTo>
                  <a:lnTo>
                    <a:pt x="1138051" y="1362274"/>
                  </a:lnTo>
                  <a:lnTo>
                    <a:pt x="1138006" y="1362246"/>
                  </a:lnTo>
                  <a:lnTo>
                    <a:pt x="1137974" y="1362232"/>
                  </a:lnTo>
                  <a:lnTo>
                    <a:pt x="1137965" y="1362221"/>
                  </a:lnTo>
                  <a:lnTo>
                    <a:pt x="1137955" y="1362204"/>
                  </a:lnTo>
                  <a:lnTo>
                    <a:pt x="1137919" y="1362146"/>
                  </a:lnTo>
                  <a:lnTo>
                    <a:pt x="1137914" y="1362137"/>
                  </a:lnTo>
                  <a:lnTo>
                    <a:pt x="1137916" y="1362102"/>
                  </a:lnTo>
                  <a:lnTo>
                    <a:pt x="1137927" y="1362074"/>
                  </a:lnTo>
                  <a:lnTo>
                    <a:pt x="1137947" y="1362027"/>
                  </a:lnTo>
                  <a:lnTo>
                    <a:pt x="1137955" y="1362014"/>
                  </a:lnTo>
                  <a:lnTo>
                    <a:pt x="1137972" y="1361978"/>
                  </a:lnTo>
                  <a:lnTo>
                    <a:pt x="1137979" y="1361964"/>
                  </a:lnTo>
                  <a:lnTo>
                    <a:pt x="1138004" y="1361919"/>
                  </a:lnTo>
                  <a:lnTo>
                    <a:pt x="1138020" y="1361898"/>
                  </a:lnTo>
                  <a:lnTo>
                    <a:pt x="1138027" y="1361885"/>
                  </a:lnTo>
                  <a:lnTo>
                    <a:pt x="1138027" y="1361864"/>
                  </a:lnTo>
                  <a:lnTo>
                    <a:pt x="1138025" y="1361846"/>
                  </a:lnTo>
                  <a:lnTo>
                    <a:pt x="1138014" y="1361822"/>
                  </a:lnTo>
                  <a:lnTo>
                    <a:pt x="1137985" y="1361787"/>
                  </a:lnTo>
                  <a:lnTo>
                    <a:pt x="1137967" y="1361767"/>
                  </a:lnTo>
                  <a:lnTo>
                    <a:pt x="1137936" y="1361753"/>
                  </a:lnTo>
                  <a:lnTo>
                    <a:pt x="1137911" y="1361744"/>
                  </a:lnTo>
                  <a:lnTo>
                    <a:pt x="1137877" y="1361737"/>
                  </a:lnTo>
                  <a:lnTo>
                    <a:pt x="1137845" y="1361747"/>
                  </a:lnTo>
                  <a:lnTo>
                    <a:pt x="1137836" y="1361736"/>
                  </a:lnTo>
                  <a:lnTo>
                    <a:pt x="1137831" y="1361710"/>
                  </a:lnTo>
                  <a:lnTo>
                    <a:pt x="1137827" y="1361678"/>
                  </a:lnTo>
                  <a:lnTo>
                    <a:pt x="1137816" y="1361632"/>
                  </a:lnTo>
                  <a:lnTo>
                    <a:pt x="1137815" y="1361626"/>
                  </a:lnTo>
                  <a:lnTo>
                    <a:pt x="1137815" y="1361602"/>
                  </a:lnTo>
                  <a:lnTo>
                    <a:pt x="1137825" y="1361580"/>
                  </a:lnTo>
                  <a:lnTo>
                    <a:pt x="1137829" y="1361567"/>
                  </a:lnTo>
                  <a:lnTo>
                    <a:pt x="1137838" y="1361540"/>
                  </a:lnTo>
                  <a:lnTo>
                    <a:pt x="1137836" y="1361529"/>
                  </a:lnTo>
                  <a:lnTo>
                    <a:pt x="1137821" y="1361514"/>
                  </a:lnTo>
                  <a:lnTo>
                    <a:pt x="1137807" y="1361504"/>
                  </a:lnTo>
                  <a:lnTo>
                    <a:pt x="1137796" y="1361496"/>
                  </a:lnTo>
                  <a:lnTo>
                    <a:pt x="1137766" y="1361489"/>
                  </a:lnTo>
                  <a:lnTo>
                    <a:pt x="1137739" y="1361482"/>
                  </a:lnTo>
                  <a:lnTo>
                    <a:pt x="1137692" y="1361453"/>
                  </a:lnTo>
                  <a:lnTo>
                    <a:pt x="1137682" y="1361448"/>
                  </a:lnTo>
                  <a:lnTo>
                    <a:pt x="1137665" y="1361446"/>
                  </a:lnTo>
                  <a:lnTo>
                    <a:pt x="1137633" y="1361484"/>
                  </a:lnTo>
                  <a:lnTo>
                    <a:pt x="1137619" y="1361500"/>
                  </a:lnTo>
                  <a:lnTo>
                    <a:pt x="1137604" y="1361512"/>
                  </a:lnTo>
                  <a:lnTo>
                    <a:pt x="1137568" y="1361499"/>
                  </a:lnTo>
                  <a:lnTo>
                    <a:pt x="1137535" y="1361499"/>
                  </a:lnTo>
                  <a:lnTo>
                    <a:pt x="1137518" y="1361501"/>
                  </a:lnTo>
                  <a:lnTo>
                    <a:pt x="1137452" y="1361494"/>
                  </a:lnTo>
                  <a:lnTo>
                    <a:pt x="1137436" y="1361487"/>
                  </a:lnTo>
                  <a:lnTo>
                    <a:pt x="1137415" y="1361485"/>
                  </a:lnTo>
                  <a:lnTo>
                    <a:pt x="1137385" y="1361491"/>
                  </a:lnTo>
                  <a:lnTo>
                    <a:pt x="1137374" y="1361493"/>
                  </a:lnTo>
                  <a:lnTo>
                    <a:pt x="1137363" y="1361495"/>
                  </a:lnTo>
                  <a:lnTo>
                    <a:pt x="1137355" y="1361505"/>
                  </a:lnTo>
                  <a:lnTo>
                    <a:pt x="1137348" y="1361514"/>
                  </a:lnTo>
                  <a:lnTo>
                    <a:pt x="1137340" y="1361522"/>
                  </a:lnTo>
                  <a:lnTo>
                    <a:pt x="1137328" y="1361536"/>
                  </a:lnTo>
                  <a:lnTo>
                    <a:pt x="1137318" y="1361542"/>
                  </a:lnTo>
                  <a:lnTo>
                    <a:pt x="1137304" y="1361550"/>
                  </a:lnTo>
                  <a:lnTo>
                    <a:pt x="1137296" y="1361549"/>
                  </a:lnTo>
                  <a:lnTo>
                    <a:pt x="1137290" y="1361508"/>
                  </a:lnTo>
                  <a:lnTo>
                    <a:pt x="1137287" y="1361497"/>
                  </a:lnTo>
                  <a:lnTo>
                    <a:pt x="1137274" y="1361488"/>
                  </a:lnTo>
                  <a:lnTo>
                    <a:pt x="1137250" y="1361485"/>
                  </a:lnTo>
                  <a:lnTo>
                    <a:pt x="1137211" y="1361507"/>
                  </a:lnTo>
                  <a:lnTo>
                    <a:pt x="1137207" y="1361523"/>
                  </a:lnTo>
                  <a:lnTo>
                    <a:pt x="1137198" y="1361526"/>
                  </a:lnTo>
                  <a:lnTo>
                    <a:pt x="1137189" y="1361527"/>
                  </a:lnTo>
                  <a:lnTo>
                    <a:pt x="1137171" y="1361527"/>
                  </a:lnTo>
                  <a:lnTo>
                    <a:pt x="1137158" y="1361526"/>
                  </a:lnTo>
                  <a:lnTo>
                    <a:pt x="1137146" y="1361526"/>
                  </a:lnTo>
                  <a:lnTo>
                    <a:pt x="1137134" y="1361527"/>
                  </a:lnTo>
                  <a:lnTo>
                    <a:pt x="1137122" y="1361531"/>
                  </a:lnTo>
                  <a:lnTo>
                    <a:pt x="1137076" y="1361547"/>
                  </a:lnTo>
                  <a:lnTo>
                    <a:pt x="1137064" y="1361550"/>
                  </a:lnTo>
                  <a:lnTo>
                    <a:pt x="1137056" y="1361551"/>
                  </a:lnTo>
                  <a:lnTo>
                    <a:pt x="1137045" y="1361550"/>
                  </a:lnTo>
                  <a:lnTo>
                    <a:pt x="1137032" y="1361546"/>
                  </a:lnTo>
                  <a:lnTo>
                    <a:pt x="1137024" y="1361544"/>
                  </a:lnTo>
                  <a:lnTo>
                    <a:pt x="1137011" y="1361542"/>
                  </a:lnTo>
                  <a:lnTo>
                    <a:pt x="1136999" y="1361542"/>
                  </a:lnTo>
                  <a:lnTo>
                    <a:pt x="1136985" y="1361546"/>
                  </a:lnTo>
                  <a:lnTo>
                    <a:pt x="1136976" y="1361550"/>
                  </a:lnTo>
                  <a:lnTo>
                    <a:pt x="1136970" y="1361555"/>
                  </a:lnTo>
                  <a:lnTo>
                    <a:pt x="1136950" y="1361570"/>
                  </a:lnTo>
                  <a:lnTo>
                    <a:pt x="1136933" y="1361578"/>
                  </a:lnTo>
                  <a:lnTo>
                    <a:pt x="1136921" y="1361584"/>
                  </a:lnTo>
                  <a:lnTo>
                    <a:pt x="1136911" y="1361588"/>
                  </a:lnTo>
                  <a:lnTo>
                    <a:pt x="1136901" y="1361582"/>
                  </a:lnTo>
                  <a:lnTo>
                    <a:pt x="1136888" y="1361574"/>
                  </a:lnTo>
                  <a:lnTo>
                    <a:pt x="1136870" y="1361558"/>
                  </a:lnTo>
                  <a:lnTo>
                    <a:pt x="1136860" y="1361546"/>
                  </a:lnTo>
                  <a:lnTo>
                    <a:pt x="1136845" y="1361524"/>
                  </a:lnTo>
                  <a:lnTo>
                    <a:pt x="1136839" y="1361516"/>
                  </a:lnTo>
                  <a:lnTo>
                    <a:pt x="1136837" y="1361510"/>
                  </a:lnTo>
                  <a:lnTo>
                    <a:pt x="1136836" y="1361500"/>
                  </a:lnTo>
                  <a:lnTo>
                    <a:pt x="1136835" y="1361490"/>
                  </a:lnTo>
                  <a:lnTo>
                    <a:pt x="1136835" y="1361460"/>
                  </a:lnTo>
                  <a:lnTo>
                    <a:pt x="1136827" y="1361438"/>
                  </a:lnTo>
                  <a:lnTo>
                    <a:pt x="1136816" y="1361421"/>
                  </a:lnTo>
                  <a:lnTo>
                    <a:pt x="1136806" y="1361407"/>
                  </a:lnTo>
                  <a:lnTo>
                    <a:pt x="1136787" y="1361402"/>
                  </a:lnTo>
                  <a:lnTo>
                    <a:pt x="1136757" y="1361402"/>
                  </a:lnTo>
                  <a:lnTo>
                    <a:pt x="1136746" y="1361398"/>
                  </a:lnTo>
                  <a:lnTo>
                    <a:pt x="1136738" y="1361383"/>
                  </a:lnTo>
                  <a:lnTo>
                    <a:pt x="1136735" y="1361372"/>
                  </a:lnTo>
                  <a:lnTo>
                    <a:pt x="1136730" y="1361363"/>
                  </a:lnTo>
                  <a:lnTo>
                    <a:pt x="1136722" y="1361351"/>
                  </a:lnTo>
                  <a:lnTo>
                    <a:pt x="1136691" y="1361309"/>
                  </a:lnTo>
                  <a:lnTo>
                    <a:pt x="1136672" y="1361276"/>
                  </a:lnTo>
                  <a:lnTo>
                    <a:pt x="1136661" y="1361265"/>
                  </a:lnTo>
                  <a:lnTo>
                    <a:pt x="1136642" y="1361255"/>
                  </a:lnTo>
                  <a:lnTo>
                    <a:pt x="1136616" y="1361247"/>
                  </a:lnTo>
                  <a:lnTo>
                    <a:pt x="1136585" y="1361240"/>
                  </a:lnTo>
                  <a:lnTo>
                    <a:pt x="1136551" y="1361240"/>
                  </a:lnTo>
                  <a:lnTo>
                    <a:pt x="1136502" y="1361262"/>
                  </a:lnTo>
                  <a:lnTo>
                    <a:pt x="1136487" y="1361271"/>
                  </a:lnTo>
                  <a:lnTo>
                    <a:pt x="1136479" y="1361277"/>
                  </a:lnTo>
                  <a:lnTo>
                    <a:pt x="1136451" y="1361293"/>
                  </a:lnTo>
                  <a:lnTo>
                    <a:pt x="1136437" y="1361312"/>
                  </a:lnTo>
                  <a:lnTo>
                    <a:pt x="1136429" y="1361330"/>
                  </a:lnTo>
                  <a:lnTo>
                    <a:pt x="1136422" y="1361350"/>
                  </a:lnTo>
                  <a:lnTo>
                    <a:pt x="1136414" y="1361372"/>
                  </a:lnTo>
                  <a:lnTo>
                    <a:pt x="1136402" y="1361382"/>
                  </a:lnTo>
                  <a:lnTo>
                    <a:pt x="1136384" y="1361384"/>
                  </a:lnTo>
                  <a:lnTo>
                    <a:pt x="1136361" y="1361383"/>
                  </a:lnTo>
                  <a:lnTo>
                    <a:pt x="1136346" y="1361378"/>
                  </a:lnTo>
                  <a:lnTo>
                    <a:pt x="1136332" y="1361372"/>
                  </a:lnTo>
                  <a:lnTo>
                    <a:pt x="1136315" y="1361357"/>
                  </a:lnTo>
                  <a:lnTo>
                    <a:pt x="1136281" y="1361352"/>
                  </a:lnTo>
                  <a:lnTo>
                    <a:pt x="1136249" y="1361342"/>
                  </a:lnTo>
                  <a:lnTo>
                    <a:pt x="1136224" y="1361336"/>
                  </a:lnTo>
                  <a:lnTo>
                    <a:pt x="1136203" y="1361328"/>
                  </a:lnTo>
                  <a:lnTo>
                    <a:pt x="1136183" y="1361318"/>
                  </a:lnTo>
                  <a:lnTo>
                    <a:pt x="1136170" y="1361310"/>
                  </a:lnTo>
                  <a:lnTo>
                    <a:pt x="1136158" y="1361299"/>
                  </a:lnTo>
                  <a:lnTo>
                    <a:pt x="1136140" y="1361290"/>
                  </a:lnTo>
                  <a:lnTo>
                    <a:pt x="1136119" y="1361286"/>
                  </a:lnTo>
                  <a:lnTo>
                    <a:pt x="1136077" y="1361268"/>
                  </a:lnTo>
                  <a:lnTo>
                    <a:pt x="1136051" y="1361252"/>
                  </a:lnTo>
                  <a:lnTo>
                    <a:pt x="1136037" y="1361250"/>
                  </a:lnTo>
                  <a:lnTo>
                    <a:pt x="1136013" y="1361249"/>
                  </a:lnTo>
                  <a:lnTo>
                    <a:pt x="1135999" y="1361255"/>
                  </a:lnTo>
                  <a:lnTo>
                    <a:pt x="1135982" y="1361259"/>
                  </a:lnTo>
                  <a:lnTo>
                    <a:pt x="1135968" y="1361259"/>
                  </a:lnTo>
                  <a:lnTo>
                    <a:pt x="1135957" y="1361259"/>
                  </a:lnTo>
                  <a:lnTo>
                    <a:pt x="1135936" y="1361252"/>
                  </a:lnTo>
                  <a:lnTo>
                    <a:pt x="1135920" y="1361245"/>
                  </a:lnTo>
                  <a:lnTo>
                    <a:pt x="1135872" y="1361228"/>
                  </a:lnTo>
                  <a:lnTo>
                    <a:pt x="1135854" y="1361228"/>
                  </a:lnTo>
                  <a:lnTo>
                    <a:pt x="1135825" y="1361240"/>
                  </a:lnTo>
                  <a:lnTo>
                    <a:pt x="1135816" y="1361249"/>
                  </a:lnTo>
                  <a:lnTo>
                    <a:pt x="1135787" y="1361262"/>
                  </a:lnTo>
                  <a:lnTo>
                    <a:pt x="1135759" y="1361268"/>
                  </a:lnTo>
                  <a:lnTo>
                    <a:pt x="1135739" y="1361284"/>
                  </a:lnTo>
                  <a:lnTo>
                    <a:pt x="1135718" y="1361300"/>
                  </a:lnTo>
                  <a:lnTo>
                    <a:pt x="1135702" y="1361311"/>
                  </a:lnTo>
                  <a:lnTo>
                    <a:pt x="1135682" y="1361318"/>
                  </a:lnTo>
                  <a:lnTo>
                    <a:pt x="1135654" y="1361318"/>
                  </a:lnTo>
                  <a:lnTo>
                    <a:pt x="1135615" y="1361311"/>
                  </a:lnTo>
                  <a:lnTo>
                    <a:pt x="1135589" y="1361301"/>
                  </a:lnTo>
                  <a:lnTo>
                    <a:pt x="1135563" y="1361281"/>
                  </a:lnTo>
                  <a:lnTo>
                    <a:pt x="1135549" y="1361266"/>
                  </a:lnTo>
                  <a:lnTo>
                    <a:pt x="1135532" y="1361240"/>
                  </a:lnTo>
                  <a:lnTo>
                    <a:pt x="1135514" y="1361219"/>
                  </a:lnTo>
                  <a:lnTo>
                    <a:pt x="1135506" y="1361202"/>
                  </a:lnTo>
                  <a:lnTo>
                    <a:pt x="1135465" y="1361136"/>
                  </a:lnTo>
                  <a:lnTo>
                    <a:pt x="1135432" y="1361105"/>
                  </a:lnTo>
                  <a:lnTo>
                    <a:pt x="1135410" y="1361066"/>
                  </a:lnTo>
                  <a:lnTo>
                    <a:pt x="1135392" y="1361037"/>
                  </a:lnTo>
                  <a:lnTo>
                    <a:pt x="1135384" y="1361010"/>
                  </a:lnTo>
                  <a:lnTo>
                    <a:pt x="1135376" y="1360988"/>
                  </a:lnTo>
                  <a:lnTo>
                    <a:pt x="1135376" y="1360959"/>
                  </a:lnTo>
                  <a:lnTo>
                    <a:pt x="1135377" y="1360928"/>
                  </a:lnTo>
                  <a:lnTo>
                    <a:pt x="1135381" y="1360891"/>
                  </a:lnTo>
                  <a:lnTo>
                    <a:pt x="1135381" y="1360867"/>
                  </a:lnTo>
                  <a:lnTo>
                    <a:pt x="1135375" y="1360845"/>
                  </a:lnTo>
                  <a:lnTo>
                    <a:pt x="1135373" y="1360814"/>
                  </a:lnTo>
                  <a:lnTo>
                    <a:pt x="1135360" y="1360792"/>
                  </a:lnTo>
                  <a:lnTo>
                    <a:pt x="1135338" y="1360779"/>
                  </a:lnTo>
                  <a:lnTo>
                    <a:pt x="1135333" y="1360762"/>
                  </a:lnTo>
                  <a:lnTo>
                    <a:pt x="1135331" y="1360736"/>
                  </a:lnTo>
                  <a:lnTo>
                    <a:pt x="1135331" y="1360703"/>
                  </a:lnTo>
                  <a:lnTo>
                    <a:pt x="1135329" y="1360679"/>
                  </a:lnTo>
                  <a:lnTo>
                    <a:pt x="1135296" y="1360641"/>
                  </a:lnTo>
                  <a:lnTo>
                    <a:pt x="1135299" y="1360634"/>
                  </a:lnTo>
                  <a:lnTo>
                    <a:pt x="1135299" y="1360628"/>
                  </a:lnTo>
                  <a:lnTo>
                    <a:pt x="1135295" y="1360618"/>
                  </a:lnTo>
                  <a:lnTo>
                    <a:pt x="1135292" y="1360611"/>
                  </a:lnTo>
                  <a:lnTo>
                    <a:pt x="1135290" y="1360604"/>
                  </a:lnTo>
                  <a:lnTo>
                    <a:pt x="1135288" y="1360594"/>
                  </a:lnTo>
                  <a:lnTo>
                    <a:pt x="1135290" y="1360586"/>
                  </a:lnTo>
                  <a:lnTo>
                    <a:pt x="1135293" y="1360580"/>
                  </a:lnTo>
                  <a:lnTo>
                    <a:pt x="1135296" y="1360574"/>
                  </a:lnTo>
                  <a:lnTo>
                    <a:pt x="1135302" y="1360565"/>
                  </a:lnTo>
                  <a:lnTo>
                    <a:pt x="1135310" y="1360551"/>
                  </a:lnTo>
                  <a:lnTo>
                    <a:pt x="1135311" y="1360547"/>
                  </a:lnTo>
                  <a:lnTo>
                    <a:pt x="1135306" y="1360534"/>
                  </a:lnTo>
                  <a:lnTo>
                    <a:pt x="1135300" y="1360521"/>
                  </a:lnTo>
                  <a:lnTo>
                    <a:pt x="1135296" y="1360509"/>
                  </a:lnTo>
                  <a:lnTo>
                    <a:pt x="1135296" y="1360502"/>
                  </a:lnTo>
                  <a:lnTo>
                    <a:pt x="1135299" y="1360496"/>
                  </a:lnTo>
                  <a:lnTo>
                    <a:pt x="1135305" y="1360488"/>
                  </a:lnTo>
                  <a:lnTo>
                    <a:pt x="1135318" y="1360469"/>
                  </a:lnTo>
                  <a:lnTo>
                    <a:pt x="1135322" y="1360461"/>
                  </a:lnTo>
                  <a:lnTo>
                    <a:pt x="1135321" y="1360455"/>
                  </a:lnTo>
                  <a:lnTo>
                    <a:pt x="1135319" y="1360450"/>
                  </a:lnTo>
                  <a:lnTo>
                    <a:pt x="1135314" y="1360444"/>
                  </a:lnTo>
                  <a:lnTo>
                    <a:pt x="1135308" y="1360433"/>
                  </a:lnTo>
                  <a:lnTo>
                    <a:pt x="1135304" y="1360427"/>
                  </a:lnTo>
                  <a:lnTo>
                    <a:pt x="1135297" y="1360413"/>
                  </a:lnTo>
                  <a:lnTo>
                    <a:pt x="1135288" y="1360396"/>
                  </a:lnTo>
                  <a:lnTo>
                    <a:pt x="1135281" y="1360387"/>
                  </a:lnTo>
                  <a:lnTo>
                    <a:pt x="1135274" y="1360375"/>
                  </a:lnTo>
                  <a:lnTo>
                    <a:pt x="1135264" y="1360358"/>
                  </a:lnTo>
                  <a:lnTo>
                    <a:pt x="1135261" y="1360352"/>
                  </a:lnTo>
                  <a:lnTo>
                    <a:pt x="1135260" y="1360347"/>
                  </a:lnTo>
                  <a:lnTo>
                    <a:pt x="1135260" y="1360340"/>
                  </a:lnTo>
                  <a:lnTo>
                    <a:pt x="1135260" y="1360334"/>
                  </a:lnTo>
                  <a:lnTo>
                    <a:pt x="1135261" y="1360327"/>
                  </a:lnTo>
                  <a:lnTo>
                    <a:pt x="1135262" y="1360320"/>
                  </a:lnTo>
                  <a:lnTo>
                    <a:pt x="1135263" y="1360313"/>
                  </a:lnTo>
                  <a:lnTo>
                    <a:pt x="1135265" y="1360303"/>
                  </a:lnTo>
                  <a:lnTo>
                    <a:pt x="1135260" y="1360297"/>
                  </a:lnTo>
                  <a:lnTo>
                    <a:pt x="1135255" y="1360296"/>
                  </a:lnTo>
                  <a:lnTo>
                    <a:pt x="1135244" y="1360290"/>
                  </a:lnTo>
                  <a:lnTo>
                    <a:pt x="1135229" y="1360282"/>
                  </a:lnTo>
                  <a:lnTo>
                    <a:pt x="1135220" y="1360278"/>
                  </a:lnTo>
                  <a:lnTo>
                    <a:pt x="1135209" y="1360278"/>
                  </a:lnTo>
                  <a:lnTo>
                    <a:pt x="1135193" y="1360279"/>
                  </a:lnTo>
                  <a:lnTo>
                    <a:pt x="1135182" y="1360281"/>
                  </a:lnTo>
                  <a:lnTo>
                    <a:pt x="1135157" y="1360284"/>
                  </a:lnTo>
                  <a:lnTo>
                    <a:pt x="1135132" y="1360288"/>
                  </a:lnTo>
                  <a:lnTo>
                    <a:pt x="1135107" y="1360290"/>
                  </a:lnTo>
                  <a:lnTo>
                    <a:pt x="1135095" y="1360290"/>
                  </a:lnTo>
                  <a:lnTo>
                    <a:pt x="1135089" y="1360289"/>
                  </a:lnTo>
                  <a:lnTo>
                    <a:pt x="1135082" y="1360286"/>
                  </a:lnTo>
                  <a:lnTo>
                    <a:pt x="1135073" y="1360281"/>
                  </a:lnTo>
                  <a:lnTo>
                    <a:pt x="1135067" y="1360273"/>
                  </a:lnTo>
                  <a:lnTo>
                    <a:pt x="1135061" y="1360265"/>
                  </a:lnTo>
                  <a:lnTo>
                    <a:pt x="1135057" y="1360255"/>
                  </a:lnTo>
                  <a:lnTo>
                    <a:pt x="1135051" y="1360252"/>
                  </a:lnTo>
                  <a:lnTo>
                    <a:pt x="1135047" y="1360251"/>
                  </a:lnTo>
                  <a:lnTo>
                    <a:pt x="1135032" y="1360251"/>
                  </a:lnTo>
                  <a:lnTo>
                    <a:pt x="1135017" y="1360250"/>
                  </a:lnTo>
                  <a:lnTo>
                    <a:pt x="1134988" y="1360247"/>
                  </a:lnTo>
                  <a:lnTo>
                    <a:pt x="1134963" y="1360244"/>
                  </a:lnTo>
                  <a:lnTo>
                    <a:pt x="1134941" y="1360234"/>
                  </a:lnTo>
                  <a:lnTo>
                    <a:pt x="1134922" y="1360226"/>
                  </a:lnTo>
                  <a:lnTo>
                    <a:pt x="1134902" y="1360212"/>
                  </a:lnTo>
                  <a:lnTo>
                    <a:pt x="1134898" y="1360210"/>
                  </a:lnTo>
                  <a:lnTo>
                    <a:pt x="1134893" y="1360211"/>
                  </a:lnTo>
                  <a:lnTo>
                    <a:pt x="1134872" y="1360212"/>
                  </a:lnTo>
                  <a:lnTo>
                    <a:pt x="1134863" y="1360208"/>
                  </a:lnTo>
                  <a:lnTo>
                    <a:pt x="1134858" y="1360203"/>
                  </a:lnTo>
                  <a:lnTo>
                    <a:pt x="1134848" y="1360193"/>
                  </a:lnTo>
                  <a:lnTo>
                    <a:pt x="1134834" y="1360182"/>
                  </a:lnTo>
                  <a:lnTo>
                    <a:pt x="1134821" y="1360173"/>
                  </a:lnTo>
                  <a:lnTo>
                    <a:pt x="1134814" y="1360158"/>
                  </a:lnTo>
                  <a:lnTo>
                    <a:pt x="1134810" y="1360145"/>
                  </a:lnTo>
                  <a:lnTo>
                    <a:pt x="1134810" y="1360141"/>
                  </a:lnTo>
                  <a:lnTo>
                    <a:pt x="1134811" y="1360131"/>
                  </a:lnTo>
                  <a:lnTo>
                    <a:pt x="1134813" y="1360116"/>
                  </a:lnTo>
                  <a:lnTo>
                    <a:pt x="1134815" y="1360104"/>
                  </a:lnTo>
                  <a:lnTo>
                    <a:pt x="1134814" y="1360091"/>
                  </a:lnTo>
                  <a:lnTo>
                    <a:pt x="1134808" y="1360078"/>
                  </a:lnTo>
                  <a:lnTo>
                    <a:pt x="1134801" y="1360071"/>
                  </a:lnTo>
                  <a:lnTo>
                    <a:pt x="1134790" y="1360060"/>
                  </a:lnTo>
                  <a:lnTo>
                    <a:pt x="1134784" y="1360052"/>
                  </a:lnTo>
                  <a:lnTo>
                    <a:pt x="1134783" y="1360047"/>
                  </a:lnTo>
                  <a:lnTo>
                    <a:pt x="1134785" y="1360042"/>
                  </a:lnTo>
                  <a:lnTo>
                    <a:pt x="1134788" y="1360036"/>
                  </a:lnTo>
                  <a:lnTo>
                    <a:pt x="1134794" y="1360028"/>
                  </a:lnTo>
                  <a:lnTo>
                    <a:pt x="1134803" y="1360021"/>
                  </a:lnTo>
                  <a:lnTo>
                    <a:pt x="1134809" y="1360014"/>
                  </a:lnTo>
                  <a:lnTo>
                    <a:pt x="1134813" y="1360002"/>
                  </a:lnTo>
                  <a:lnTo>
                    <a:pt x="1134821" y="1359964"/>
                  </a:lnTo>
                  <a:lnTo>
                    <a:pt x="1134828" y="1359934"/>
                  </a:lnTo>
                  <a:lnTo>
                    <a:pt x="1134830" y="1359923"/>
                  </a:lnTo>
                  <a:lnTo>
                    <a:pt x="1134831" y="1359915"/>
                  </a:lnTo>
                  <a:lnTo>
                    <a:pt x="1134826" y="1359886"/>
                  </a:lnTo>
                  <a:lnTo>
                    <a:pt x="1134822" y="1359866"/>
                  </a:lnTo>
                  <a:lnTo>
                    <a:pt x="1134818" y="1359835"/>
                  </a:lnTo>
                  <a:lnTo>
                    <a:pt x="1134818" y="1359830"/>
                  </a:lnTo>
                  <a:lnTo>
                    <a:pt x="1134818" y="1359819"/>
                  </a:lnTo>
                  <a:lnTo>
                    <a:pt x="1134818" y="1359807"/>
                  </a:lnTo>
                  <a:lnTo>
                    <a:pt x="1134793" y="1359795"/>
                  </a:lnTo>
                  <a:lnTo>
                    <a:pt x="1134773" y="1359786"/>
                  </a:lnTo>
                  <a:lnTo>
                    <a:pt x="1134768" y="1359782"/>
                  </a:lnTo>
                  <a:lnTo>
                    <a:pt x="1134764" y="1359770"/>
                  </a:lnTo>
                  <a:lnTo>
                    <a:pt x="1134754" y="1359715"/>
                  </a:lnTo>
                  <a:lnTo>
                    <a:pt x="1134753" y="1359710"/>
                  </a:lnTo>
                  <a:lnTo>
                    <a:pt x="1134749" y="1359706"/>
                  </a:lnTo>
                  <a:lnTo>
                    <a:pt x="1134739" y="1359702"/>
                  </a:lnTo>
                  <a:lnTo>
                    <a:pt x="1134727" y="1359698"/>
                  </a:lnTo>
                  <a:lnTo>
                    <a:pt x="1134712" y="1359691"/>
                  </a:lnTo>
                  <a:lnTo>
                    <a:pt x="1134709" y="1359685"/>
                  </a:lnTo>
                  <a:lnTo>
                    <a:pt x="1134709" y="1359676"/>
                  </a:lnTo>
                  <a:lnTo>
                    <a:pt x="1134712" y="1359659"/>
                  </a:lnTo>
                  <a:lnTo>
                    <a:pt x="1134717" y="1359643"/>
                  </a:lnTo>
                  <a:lnTo>
                    <a:pt x="1134720" y="1359637"/>
                  </a:lnTo>
                  <a:lnTo>
                    <a:pt x="1134727" y="1359633"/>
                  </a:lnTo>
                  <a:lnTo>
                    <a:pt x="1134733" y="1359628"/>
                  </a:lnTo>
                  <a:lnTo>
                    <a:pt x="1134733" y="1359621"/>
                  </a:lnTo>
                  <a:lnTo>
                    <a:pt x="1134732" y="1359612"/>
                  </a:lnTo>
                  <a:lnTo>
                    <a:pt x="1134732" y="1359606"/>
                  </a:lnTo>
                  <a:lnTo>
                    <a:pt x="1134736" y="1359582"/>
                  </a:lnTo>
                  <a:lnTo>
                    <a:pt x="1134738" y="1359576"/>
                  </a:lnTo>
                  <a:lnTo>
                    <a:pt x="1134680" y="1359520"/>
                  </a:lnTo>
                  <a:lnTo>
                    <a:pt x="1134672" y="1359515"/>
                  </a:lnTo>
                  <a:lnTo>
                    <a:pt x="1134666" y="1359505"/>
                  </a:lnTo>
                  <a:lnTo>
                    <a:pt x="1134659" y="1359490"/>
                  </a:lnTo>
                  <a:lnTo>
                    <a:pt x="1134656" y="1359483"/>
                  </a:lnTo>
                  <a:lnTo>
                    <a:pt x="1134643" y="1359479"/>
                  </a:lnTo>
                  <a:lnTo>
                    <a:pt x="1134634" y="1359477"/>
                  </a:lnTo>
                  <a:lnTo>
                    <a:pt x="1134618" y="1359472"/>
                  </a:lnTo>
                  <a:lnTo>
                    <a:pt x="1134612" y="1359469"/>
                  </a:lnTo>
                  <a:lnTo>
                    <a:pt x="1134601" y="1359463"/>
                  </a:lnTo>
                  <a:lnTo>
                    <a:pt x="1134586" y="1359456"/>
                  </a:lnTo>
                  <a:lnTo>
                    <a:pt x="1134566" y="1359447"/>
                  </a:lnTo>
                  <a:lnTo>
                    <a:pt x="1134549" y="1359443"/>
                  </a:lnTo>
                  <a:lnTo>
                    <a:pt x="1134540" y="1359440"/>
                  </a:lnTo>
                  <a:lnTo>
                    <a:pt x="1134522" y="1359438"/>
                  </a:lnTo>
                  <a:lnTo>
                    <a:pt x="1134495" y="1359437"/>
                  </a:lnTo>
                  <a:lnTo>
                    <a:pt x="1134482" y="1359436"/>
                  </a:lnTo>
                  <a:lnTo>
                    <a:pt x="1134476" y="1359438"/>
                  </a:lnTo>
                  <a:lnTo>
                    <a:pt x="1134464" y="1359443"/>
                  </a:lnTo>
                  <a:lnTo>
                    <a:pt x="1134455" y="1359446"/>
                  </a:lnTo>
                  <a:lnTo>
                    <a:pt x="1134450" y="1359447"/>
                  </a:lnTo>
                  <a:lnTo>
                    <a:pt x="1134443" y="1359440"/>
                  </a:lnTo>
                  <a:lnTo>
                    <a:pt x="1134438" y="1359434"/>
                  </a:lnTo>
                  <a:lnTo>
                    <a:pt x="1134430" y="1359421"/>
                  </a:lnTo>
                  <a:lnTo>
                    <a:pt x="1134423" y="1359407"/>
                  </a:lnTo>
                  <a:lnTo>
                    <a:pt x="1134417" y="1359393"/>
                  </a:lnTo>
                  <a:lnTo>
                    <a:pt x="1134411" y="1359367"/>
                  </a:lnTo>
                  <a:lnTo>
                    <a:pt x="1134408" y="1359349"/>
                  </a:lnTo>
                  <a:lnTo>
                    <a:pt x="1134405" y="1359335"/>
                  </a:lnTo>
                  <a:lnTo>
                    <a:pt x="1134403" y="1359329"/>
                  </a:lnTo>
                  <a:lnTo>
                    <a:pt x="1134390" y="1359319"/>
                  </a:lnTo>
                  <a:lnTo>
                    <a:pt x="1134384" y="1359313"/>
                  </a:lnTo>
                  <a:lnTo>
                    <a:pt x="1134377" y="1359308"/>
                  </a:lnTo>
                  <a:lnTo>
                    <a:pt x="1134372" y="1359302"/>
                  </a:lnTo>
                  <a:lnTo>
                    <a:pt x="1134364" y="1359295"/>
                  </a:lnTo>
                  <a:lnTo>
                    <a:pt x="1134350" y="1359285"/>
                  </a:lnTo>
                  <a:lnTo>
                    <a:pt x="1134327" y="1359269"/>
                  </a:lnTo>
                  <a:lnTo>
                    <a:pt x="1134316" y="1359265"/>
                  </a:lnTo>
                  <a:lnTo>
                    <a:pt x="1134309" y="1359263"/>
                  </a:lnTo>
                  <a:lnTo>
                    <a:pt x="1134299" y="1359262"/>
                  </a:lnTo>
                  <a:lnTo>
                    <a:pt x="1134290" y="1359259"/>
                  </a:lnTo>
                  <a:lnTo>
                    <a:pt x="1134279" y="1359254"/>
                  </a:lnTo>
                  <a:lnTo>
                    <a:pt x="1134252" y="1359239"/>
                  </a:lnTo>
                  <a:lnTo>
                    <a:pt x="1134240" y="1359234"/>
                  </a:lnTo>
                  <a:lnTo>
                    <a:pt x="1134232" y="1359228"/>
                  </a:lnTo>
                  <a:lnTo>
                    <a:pt x="1134223" y="1359221"/>
                  </a:lnTo>
                  <a:lnTo>
                    <a:pt x="1134196" y="1359186"/>
                  </a:lnTo>
                  <a:lnTo>
                    <a:pt x="1134189" y="1359163"/>
                  </a:lnTo>
                  <a:lnTo>
                    <a:pt x="1134180" y="1359152"/>
                  </a:lnTo>
                  <a:lnTo>
                    <a:pt x="1134167" y="1359140"/>
                  </a:lnTo>
                  <a:lnTo>
                    <a:pt x="1134152" y="1359129"/>
                  </a:lnTo>
                  <a:lnTo>
                    <a:pt x="1134132" y="1359115"/>
                  </a:lnTo>
                  <a:lnTo>
                    <a:pt x="1134115" y="1359105"/>
                  </a:lnTo>
                  <a:lnTo>
                    <a:pt x="1134102" y="1359096"/>
                  </a:lnTo>
                  <a:lnTo>
                    <a:pt x="1134093" y="1359091"/>
                  </a:lnTo>
                  <a:lnTo>
                    <a:pt x="1134087" y="1359086"/>
                  </a:lnTo>
                  <a:lnTo>
                    <a:pt x="1134084" y="1359082"/>
                  </a:lnTo>
                  <a:lnTo>
                    <a:pt x="1134083" y="1359066"/>
                  </a:lnTo>
                  <a:lnTo>
                    <a:pt x="1134082" y="1359059"/>
                  </a:lnTo>
                  <a:lnTo>
                    <a:pt x="1134078" y="1359054"/>
                  </a:lnTo>
                  <a:lnTo>
                    <a:pt x="1134071" y="1359051"/>
                  </a:lnTo>
                  <a:lnTo>
                    <a:pt x="1134052" y="1359045"/>
                  </a:lnTo>
                  <a:lnTo>
                    <a:pt x="1134044" y="1359043"/>
                  </a:lnTo>
                  <a:lnTo>
                    <a:pt x="1134030" y="1359040"/>
                  </a:lnTo>
                  <a:lnTo>
                    <a:pt x="1134023" y="1359040"/>
                  </a:lnTo>
                  <a:lnTo>
                    <a:pt x="1134013" y="1359039"/>
                  </a:lnTo>
                  <a:lnTo>
                    <a:pt x="1134008" y="1359038"/>
                  </a:lnTo>
                  <a:lnTo>
                    <a:pt x="1134005" y="1359034"/>
                  </a:lnTo>
                  <a:lnTo>
                    <a:pt x="1134004" y="1359026"/>
                  </a:lnTo>
                  <a:lnTo>
                    <a:pt x="1134007" y="1359010"/>
                  </a:lnTo>
                  <a:lnTo>
                    <a:pt x="1134007" y="1359003"/>
                  </a:lnTo>
                  <a:lnTo>
                    <a:pt x="1134010" y="1358992"/>
                  </a:lnTo>
                  <a:lnTo>
                    <a:pt x="1134014" y="1358986"/>
                  </a:lnTo>
                  <a:lnTo>
                    <a:pt x="1134023" y="1358980"/>
                  </a:lnTo>
                  <a:lnTo>
                    <a:pt x="1134033" y="1358974"/>
                  </a:lnTo>
                  <a:lnTo>
                    <a:pt x="1134040" y="1358969"/>
                  </a:lnTo>
                  <a:lnTo>
                    <a:pt x="1134042" y="1358963"/>
                  </a:lnTo>
                  <a:lnTo>
                    <a:pt x="1134041" y="1358954"/>
                  </a:lnTo>
                  <a:lnTo>
                    <a:pt x="1134043" y="1358949"/>
                  </a:lnTo>
                  <a:lnTo>
                    <a:pt x="1134045" y="1358945"/>
                  </a:lnTo>
                  <a:lnTo>
                    <a:pt x="1134051" y="1358938"/>
                  </a:lnTo>
                  <a:lnTo>
                    <a:pt x="1134058" y="1358928"/>
                  </a:lnTo>
                  <a:lnTo>
                    <a:pt x="1134062" y="1358922"/>
                  </a:lnTo>
                  <a:lnTo>
                    <a:pt x="1134070" y="1358913"/>
                  </a:lnTo>
                  <a:lnTo>
                    <a:pt x="1134087" y="1358898"/>
                  </a:lnTo>
                  <a:lnTo>
                    <a:pt x="1134102" y="1358894"/>
                  </a:lnTo>
                  <a:lnTo>
                    <a:pt x="1134106" y="1358891"/>
                  </a:lnTo>
                  <a:lnTo>
                    <a:pt x="1134120" y="1358883"/>
                  </a:lnTo>
                  <a:lnTo>
                    <a:pt x="1134123" y="1358878"/>
                  </a:lnTo>
                  <a:lnTo>
                    <a:pt x="1134128" y="1358870"/>
                  </a:lnTo>
                  <a:lnTo>
                    <a:pt x="1134129" y="1358861"/>
                  </a:lnTo>
                  <a:lnTo>
                    <a:pt x="1134135" y="1358845"/>
                  </a:lnTo>
                  <a:lnTo>
                    <a:pt x="1134138" y="1358837"/>
                  </a:lnTo>
                  <a:lnTo>
                    <a:pt x="1134143" y="1358829"/>
                  </a:lnTo>
                  <a:lnTo>
                    <a:pt x="1134155" y="1358818"/>
                  </a:lnTo>
                  <a:lnTo>
                    <a:pt x="1134164" y="1358809"/>
                  </a:lnTo>
                  <a:lnTo>
                    <a:pt x="1134176" y="1358797"/>
                  </a:lnTo>
                  <a:lnTo>
                    <a:pt x="1134181" y="1358795"/>
                  </a:lnTo>
                  <a:lnTo>
                    <a:pt x="1134191" y="1358793"/>
                  </a:lnTo>
                  <a:lnTo>
                    <a:pt x="1134197" y="1358790"/>
                  </a:lnTo>
                  <a:lnTo>
                    <a:pt x="1134204" y="1358786"/>
                  </a:lnTo>
                  <a:lnTo>
                    <a:pt x="1134210" y="1358780"/>
                  </a:lnTo>
                  <a:lnTo>
                    <a:pt x="1134219" y="1358774"/>
                  </a:lnTo>
                  <a:lnTo>
                    <a:pt x="1134229" y="1358769"/>
                  </a:lnTo>
                  <a:lnTo>
                    <a:pt x="1134240" y="1358761"/>
                  </a:lnTo>
                  <a:lnTo>
                    <a:pt x="1134248" y="1358755"/>
                  </a:lnTo>
                  <a:lnTo>
                    <a:pt x="1134258" y="1358747"/>
                  </a:lnTo>
                  <a:lnTo>
                    <a:pt x="1134264" y="1358741"/>
                  </a:lnTo>
                  <a:lnTo>
                    <a:pt x="1134273" y="1358735"/>
                  </a:lnTo>
                  <a:lnTo>
                    <a:pt x="1134278" y="1358731"/>
                  </a:lnTo>
                  <a:lnTo>
                    <a:pt x="1134289" y="1358723"/>
                  </a:lnTo>
                  <a:lnTo>
                    <a:pt x="1134292" y="1358720"/>
                  </a:lnTo>
                  <a:lnTo>
                    <a:pt x="1134296" y="1358717"/>
                  </a:lnTo>
                  <a:lnTo>
                    <a:pt x="1134300" y="1358715"/>
                  </a:lnTo>
                  <a:lnTo>
                    <a:pt x="1134305" y="1358711"/>
                  </a:lnTo>
                  <a:lnTo>
                    <a:pt x="1134303" y="1358706"/>
                  </a:lnTo>
                  <a:lnTo>
                    <a:pt x="1134299" y="1358700"/>
                  </a:lnTo>
                  <a:lnTo>
                    <a:pt x="1134296" y="1358696"/>
                  </a:lnTo>
                  <a:lnTo>
                    <a:pt x="1134293" y="1358687"/>
                  </a:lnTo>
                  <a:lnTo>
                    <a:pt x="1134288" y="1358664"/>
                  </a:lnTo>
                  <a:lnTo>
                    <a:pt x="1134287" y="1358651"/>
                  </a:lnTo>
                  <a:lnTo>
                    <a:pt x="1134287" y="1358640"/>
                  </a:lnTo>
                  <a:lnTo>
                    <a:pt x="1134288" y="1358634"/>
                  </a:lnTo>
                  <a:lnTo>
                    <a:pt x="1134280" y="1358632"/>
                  </a:lnTo>
                  <a:lnTo>
                    <a:pt x="1134267" y="1358629"/>
                  </a:lnTo>
                  <a:lnTo>
                    <a:pt x="1134259" y="1358629"/>
                  </a:lnTo>
                  <a:lnTo>
                    <a:pt x="1134252" y="1358628"/>
                  </a:lnTo>
                  <a:lnTo>
                    <a:pt x="1134246" y="1358623"/>
                  </a:lnTo>
                  <a:lnTo>
                    <a:pt x="1134241" y="1358613"/>
                  </a:lnTo>
                  <a:lnTo>
                    <a:pt x="1134238" y="1358603"/>
                  </a:lnTo>
                  <a:lnTo>
                    <a:pt x="1134236" y="1358599"/>
                  </a:lnTo>
                  <a:lnTo>
                    <a:pt x="1134227" y="1358593"/>
                  </a:lnTo>
                  <a:lnTo>
                    <a:pt x="1134217" y="1358585"/>
                  </a:lnTo>
                  <a:lnTo>
                    <a:pt x="1134212" y="1358580"/>
                  </a:lnTo>
                  <a:lnTo>
                    <a:pt x="1134209" y="1358574"/>
                  </a:lnTo>
                  <a:lnTo>
                    <a:pt x="1134205" y="1358563"/>
                  </a:lnTo>
                  <a:lnTo>
                    <a:pt x="1134201" y="1358553"/>
                  </a:lnTo>
                  <a:lnTo>
                    <a:pt x="1134196" y="1358545"/>
                  </a:lnTo>
                  <a:lnTo>
                    <a:pt x="1134194" y="1358536"/>
                  </a:lnTo>
                  <a:lnTo>
                    <a:pt x="1134189" y="1358526"/>
                  </a:lnTo>
                  <a:lnTo>
                    <a:pt x="1134184" y="1358521"/>
                  </a:lnTo>
                  <a:lnTo>
                    <a:pt x="1134175" y="1358514"/>
                  </a:lnTo>
                  <a:lnTo>
                    <a:pt x="1134168" y="1358510"/>
                  </a:lnTo>
                  <a:lnTo>
                    <a:pt x="1134160" y="1358506"/>
                  </a:lnTo>
                  <a:lnTo>
                    <a:pt x="1134157" y="1358495"/>
                  </a:lnTo>
                  <a:lnTo>
                    <a:pt x="1134156" y="1358478"/>
                  </a:lnTo>
                  <a:lnTo>
                    <a:pt x="1134156" y="1358462"/>
                  </a:lnTo>
                  <a:lnTo>
                    <a:pt x="1134157" y="1358451"/>
                  </a:lnTo>
                  <a:lnTo>
                    <a:pt x="1134158" y="1358447"/>
                  </a:lnTo>
                  <a:lnTo>
                    <a:pt x="1134159" y="1358442"/>
                  </a:lnTo>
                  <a:lnTo>
                    <a:pt x="1134150" y="1358439"/>
                  </a:lnTo>
                  <a:lnTo>
                    <a:pt x="1134142" y="1358436"/>
                  </a:lnTo>
                  <a:lnTo>
                    <a:pt x="1134132" y="1358434"/>
                  </a:lnTo>
                  <a:lnTo>
                    <a:pt x="1134125" y="1358434"/>
                  </a:lnTo>
                  <a:lnTo>
                    <a:pt x="1134119" y="1358437"/>
                  </a:lnTo>
                  <a:lnTo>
                    <a:pt x="1134108" y="1358450"/>
                  </a:lnTo>
                  <a:lnTo>
                    <a:pt x="1134094" y="1358464"/>
                  </a:lnTo>
                  <a:lnTo>
                    <a:pt x="1134082" y="1358473"/>
                  </a:lnTo>
                  <a:lnTo>
                    <a:pt x="1134077" y="1358472"/>
                  </a:lnTo>
                  <a:lnTo>
                    <a:pt x="1134076" y="1358468"/>
                  </a:lnTo>
                  <a:lnTo>
                    <a:pt x="1134075" y="1358457"/>
                  </a:lnTo>
                  <a:lnTo>
                    <a:pt x="1134073" y="1358437"/>
                  </a:lnTo>
                  <a:lnTo>
                    <a:pt x="1134072" y="1358425"/>
                  </a:lnTo>
                  <a:lnTo>
                    <a:pt x="1134069" y="1358412"/>
                  </a:lnTo>
                  <a:lnTo>
                    <a:pt x="1134062" y="1358401"/>
                  </a:lnTo>
                  <a:lnTo>
                    <a:pt x="1134057" y="1358395"/>
                  </a:lnTo>
                  <a:lnTo>
                    <a:pt x="1134052" y="1358392"/>
                  </a:lnTo>
                  <a:lnTo>
                    <a:pt x="1134046" y="1358391"/>
                  </a:lnTo>
                  <a:lnTo>
                    <a:pt x="1134033" y="1358389"/>
                  </a:lnTo>
                  <a:lnTo>
                    <a:pt x="1134021" y="1358388"/>
                  </a:lnTo>
                  <a:lnTo>
                    <a:pt x="1134013" y="1358383"/>
                  </a:lnTo>
                  <a:lnTo>
                    <a:pt x="1134005" y="1358380"/>
                  </a:lnTo>
                  <a:lnTo>
                    <a:pt x="1133995" y="1358378"/>
                  </a:lnTo>
                  <a:lnTo>
                    <a:pt x="1133985" y="1358378"/>
                  </a:lnTo>
                  <a:lnTo>
                    <a:pt x="1133969" y="1358376"/>
                  </a:lnTo>
                  <a:lnTo>
                    <a:pt x="1133959" y="1358375"/>
                  </a:lnTo>
                  <a:lnTo>
                    <a:pt x="1133954" y="1358377"/>
                  </a:lnTo>
                  <a:lnTo>
                    <a:pt x="1133952" y="1358384"/>
                  </a:lnTo>
                  <a:lnTo>
                    <a:pt x="1133952" y="1358392"/>
                  </a:lnTo>
                  <a:lnTo>
                    <a:pt x="1133952" y="1358407"/>
                  </a:lnTo>
                  <a:lnTo>
                    <a:pt x="1133952" y="1358418"/>
                  </a:lnTo>
                  <a:lnTo>
                    <a:pt x="1133950" y="1358428"/>
                  </a:lnTo>
                  <a:lnTo>
                    <a:pt x="1133942" y="1358411"/>
                  </a:lnTo>
                  <a:lnTo>
                    <a:pt x="1133934" y="1358401"/>
                  </a:lnTo>
                  <a:lnTo>
                    <a:pt x="1133927" y="1358390"/>
                  </a:lnTo>
                  <a:lnTo>
                    <a:pt x="1133917" y="1358378"/>
                  </a:lnTo>
                  <a:lnTo>
                    <a:pt x="1133903" y="1358368"/>
                  </a:lnTo>
                  <a:lnTo>
                    <a:pt x="1133890" y="1358358"/>
                  </a:lnTo>
                  <a:lnTo>
                    <a:pt x="1133875" y="1358346"/>
                  </a:lnTo>
                  <a:lnTo>
                    <a:pt x="1133862" y="1358340"/>
                  </a:lnTo>
                  <a:lnTo>
                    <a:pt x="1133859" y="1358337"/>
                  </a:lnTo>
                  <a:lnTo>
                    <a:pt x="1133858" y="1358332"/>
                  </a:lnTo>
                  <a:lnTo>
                    <a:pt x="1133857" y="1358314"/>
                  </a:lnTo>
                  <a:lnTo>
                    <a:pt x="1133851" y="1358303"/>
                  </a:lnTo>
                  <a:lnTo>
                    <a:pt x="1133843" y="1358290"/>
                  </a:lnTo>
                  <a:lnTo>
                    <a:pt x="1133839" y="1358280"/>
                  </a:lnTo>
                  <a:lnTo>
                    <a:pt x="1133835" y="1358271"/>
                  </a:lnTo>
                  <a:lnTo>
                    <a:pt x="1133828" y="1358266"/>
                  </a:lnTo>
                  <a:lnTo>
                    <a:pt x="1133819" y="1358261"/>
                  </a:lnTo>
                  <a:lnTo>
                    <a:pt x="1133810" y="1358257"/>
                  </a:lnTo>
                  <a:lnTo>
                    <a:pt x="1133800" y="1358252"/>
                  </a:lnTo>
                  <a:lnTo>
                    <a:pt x="1133794" y="1358247"/>
                  </a:lnTo>
                  <a:lnTo>
                    <a:pt x="1133787" y="1358239"/>
                  </a:lnTo>
                  <a:lnTo>
                    <a:pt x="1133783" y="1358233"/>
                  </a:lnTo>
                  <a:lnTo>
                    <a:pt x="1133780" y="1358226"/>
                  </a:lnTo>
                  <a:lnTo>
                    <a:pt x="1133774" y="1358222"/>
                  </a:lnTo>
                  <a:lnTo>
                    <a:pt x="1133769" y="1358220"/>
                  </a:lnTo>
                  <a:lnTo>
                    <a:pt x="1133764" y="1358217"/>
                  </a:lnTo>
                  <a:lnTo>
                    <a:pt x="1133753" y="1358214"/>
                  </a:lnTo>
                  <a:lnTo>
                    <a:pt x="1133746" y="1358211"/>
                  </a:lnTo>
                  <a:lnTo>
                    <a:pt x="1133736" y="1358208"/>
                  </a:lnTo>
                  <a:lnTo>
                    <a:pt x="1133729" y="1358204"/>
                  </a:lnTo>
                  <a:lnTo>
                    <a:pt x="1133721" y="1358201"/>
                  </a:lnTo>
                  <a:lnTo>
                    <a:pt x="1133711" y="1358198"/>
                  </a:lnTo>
                  <a:lnTo>
                    <a:pt x="1133704" y="1358194"/>
                  </a:lnTo>
                  <a:lnTo>
                    <a:pt x="1133696" y="1358191"/>
                  </a:lnTo>
                  <a:lnTo>
                    <a:pt x="1133689" y="1358184"/>
                  </a:lnTo>
                  <a:lnTo>
                    <a:pt x="1133686" y="1358178"/>
                  </a:lnTo>
                  <a:lnTo>
                    <a:pt x="1133682" y="1358168"/>
                  </a:lnTo>
                  <a:lnTo>
                    <a:pt x="1133677" y="1358156"/>
                  </a:lnTo>
                  <a:lnTo>
                    <a:pt x="1133674" y="1358143"/>
                  </a:lnTo>
                  <a:lnTo>
                    <a:pt x="1133669" y="1358134"/>
                  </a:lnTo>
                  <a:lnTo>
                    <a:pt x="1133660" y="1358119"/>
                  </a:lnTo>
                  <a:lnTo>
                    <a:pt x="1133654" y="1358112"/>
                  </a:lnTo>
                  <a:lnTo>
                    <a:pt x="1133650" y="1358110"/>
                  </a:lnTo>
                  <a:lnTo>
                    <a:pt x="1133644" y="1358107"/>
                  </a:lnTo>
                  <a:lnTo>
                    <a:pt x="1133638" y="1358105"/>
                  </a:lnTo>
                  <a:lnTo>
                    <a:pt x="1133631" y="1358102"/>
                  </a:lnTo>
                  <a:lnTo>
                    <a:pt x="1133624" y="1358100"/>
                  </a:lnTo>
                  <a:lnTo>
                    <a:pt x="1133611" y="1358090"/>
                  </a:lnTo>
                  <a:lnTo>
                    <a:pt x="1133601" y="1358078"/>
                  </a:lnTo>
                  <a:lnTo>
                    <a:pt x="1133594" y="1358074"/>
                  </a:lnTo>
                  <a:lnTo>
                    <a:pt x="1133589" y="1358072"/>
                  </a:lnTo>
                  <a:lnTo>
                    <a:pt x="1133582" y="1358070"/>
                  </a:lnTo>
                  <a:lnTo>
                    <a:pt x="1133580" y="1358065"/>
                  </a:lnTo>
                  <a:lnTo>
                    <a:pt x="1133580" y="1358050"/>
                  </a:lnTo>
                  <a:lnTo>
                    <a:pt x="1133580" y="1358035"/>
                  </a:lnTo>
                  <a:lnTo>
                    <a:pt x="1133580" y="1358021"/>
                  </a:lnTo>
                  <a:lnTo>
                    <a:pt x="1133579" y="1358006"/>
                  </a:lnTo>
                  <a:lnTo>
                    <a:pt x="1133581" y="1357994"/>
                  </a:lnTo>
                  <a:lnTo>
                    <a:pt x="1133584" y="1357988"/>
                  </a:lnTo>
                  <a:lnTo>
                    <a:pt x="1133587" y="1357985"/>
                  </a:lnTo>
                  <a:lnTo>
                    <a:pt x="1133592" y="1357984"/>
                  </a:lnTo>
                  <a:lnTo>
                    <a:pt x="1133599" y="1357982"/>
                  </a:lnTo>
                  <a:lnTo>
                    <a:pt x="1133605" y="1357976"/>
                  </a:lnTo>
                  <a:lnTo>
                    <a:pt x="1133611" y="1357970"/>
                  </a:lnTo>
                  <a:lnTo>
                    <a:pt x="1133616" y="1357960"/>
                  </a:lnTo>
                  <a:lnTo>
                    <a:pt x="1133620" y="1357952"/>
                  </a:lnTo>
                  <a:lnTo>
                    <a:pt x="1133624" y="1357945"/>
                  </a:lnTo>
                  <a:lnTo>
                    <a:pt x="1133630" y="1357935"/>
                  </a:lnTo>
                  <a:lnTo>
                    <a:pt x="1133638" y="1357930"/>
                  </a:lnTo>
                  <a:lnTo>
                    <a:pt x="1133646" y="1357931"/>
                  </a:lnTo>
                  <a:lnTo>
                    <a:pt x="1133655" y="1357932"/>
                  </a:lnTo>
                  <a:lnTo>
                    <a:pt x="1133659" y="1357931"/>
                  </a:lnTo>
                  <a:lnTo>
                    <a:pt x="1133666" y="1357927"/>
                  </a:lnTo>
                  <a:lnTo>
                    <a:pt x="1133679" y="1357917"/>
                  </a:lnTo>
                  <a:lnTo>
                    <a:pt x="1133689" y="1357909"/>
                  </a:lnTo>
                  <a:lnTo>
                    <a:pt x="1133706" y="1357896"/>
                  </a:lnTo>
                  <a:lnTo>
                    <a:pt x="1133712" y="1357890"/>
                  </a:lnTo>
                  <a:lnTo>
                    <a:pt x="1133713" y="1357884"/>
                  </a:lnTo>
                  <a:lnTo>
                    <a:pt x="1133714" y="1357879"/>
                  </a:lnTo>
                  <a:lnTo>
                    <a:pt x="1133714" y="1357872"/>
                  </a:lnTo>
                  <a:lnTo>
                    <a:pt x="1133713" y="1357859"/>
                  </a:lnTo>
                  <a:lnTo>
                    <a:pt x="1133712" y="1357849"/>
                  </a:lnTo>
                  <a:lnTo>
                    <a:pt x="1133712" y="1357842"/>
                  </a:lnTo>
                  <a:lnTo>
                    <a:pt x="1133712" y="1357838"/>
                  </a:lnTo>
                  <a:lnTo>
                    <a:pt x="1133716" y="1357824"/>
                  </a:lnTo>
                  <a:lnTo>
                    <a:pt x="1133723" y="1357805"/>
                  </a:lnTo>
                  <a:lnTo>
                    <a:pt x="1133726" y="1357795"/>
                  </a:lnTo>
                  <a:lnTo>
                    <a:pt x="1133728" y="1357789"/>
                  </a:lnTo>
                  <a:lnTo>
                    <a:pt x="1133732" y="1357777"/>
                  </a:lnTo>
                  <a:lnTo>
                    <a:pt x="1133734" y="1357764"/>
                  </a:lnTo>
                  <a:lnTo>
                    <a:pt x="1133735" y="1357757"/>
                  </a:lnTo>
                  <a:lnTo>
                    <a:pt x="1133737" y="1357743"/>
                  </a:lnTo>
                  <a:lnTo>
                    <a:pt x="1133740" y="1357726"/>
                  </a:lnTo>
                  <a:lnTo>
                    <a:pt x="1133743" y="1357710"/>
                  </a:lnTo>
                  <a:lnTo>
                    <a:pt x="1133744" y="1357698"/>
                  </a:lnTo>
                  <a:lnTo>
                    <a:pt x="1133747" y="1357683"/>
                  </a:lnTo>
                  <a:lnTo>
                    <a:pt x="1133748" y="1357673"/>
                  </a:lnTo>
                  <a:lnTo>
                    <a:pt x="1133749" y="1357666"/>
                  </a:lnTo>
                  <a:lnTo>
                    <a:pt x="1133750" y="1357660"/>
                  </a:lnTo>
                  <a:lnTo>
                    <a:pt x="1133755" y="1357652"/>
                  </a:lnTo>
                  <a:lnTo>
                    <a:pt x="1133762" y="1357639"/>
                  </a:lnTo>
                  <a:lnTo>
                    <a:pt x="1133766" y="1357631"/>
                  </a:lnTo>
                  <a:lnTo>
                    <a:pt x="1133761" y="1357625"/>
                  </a:lnTo>
                  <a:lnTo>
                    <a:pt x="1133751" y="1357620"/>
                  </a:lnTo>
                  <a:lnTo>
                    <a:pt x="1133741" y="1357618"/>
                  </a:lnTo>
                  <a:lnTo>
                    <a:pt x="1133731" y="1357616"/>
                  </a:lnTo>
                  <a:lnTo>
                    <a:pt x="1133721" y="1357613"/>
                  </a:lnTo>
                  <a:lnTo>
                    <a:pt x="1133711" y="1357608"/>
                  </a:lnTo>
                  <a:lnTo>
                    <a:pt x="1133699" y="1357601"/>
                  </a:lnTo>
                  <a:lnTo>
                    <a:pt x="1133693" y="1357598"/>
                  </a:lnTo>
                  <a:lnTo>
                    <a:pt x="1133685" y="1357595"/>
                  </a:lnTo>
                  <a:lnTo>
                    <a:pt x="1133675" y="1357594"/>
                  </a:lnTo>
                  <a:lnTo>
                    <a:pt x="1133666" y="1357594"/>
                  </a:lnTo>
                  <a:lnTo>
                    <a:pt x="1133659" y="1357594"/>
                  </a:lnTo>
                  <a:lnTo>
                    <a:pt x="1133655" y="1357593"/>
                  </a:lnTo>
                  <a:lnTo>
                    <a:pt x="1133649" y="1357587"/>
                  </a:lnTo>
                  <a:lnTo>
                    <a:pt x="1133642" y="1357578"/>
                  </a:lnTo>
                  <a:lnTo>
                    <a:pt x="1133636" y="1357571"/>
                  </a:lnTo>
                  <a:lnTo>
                    <a:pt x="1133630" y="1357565"/>
                  </a:lnTo>
                  <a:lnTo>
                    <a:pt x="1133626" y="1357562"/>
                  </a:lnTo>
                  <a:lnTo>
                    <a:pt x="1133623" y="1357559"/>
                  </a:lnTo>
                  <a:lnTo>
                    <a:pt x="1133613" y="1357552"/>
                  </a:lnTo>
                  <a:lnTo>
                    <a:pt x="1133606" y="1357548"/>
                  </a:lnTo>
                  <a:lnTo>
                    <a:pt x="1133600" y="1357546"/>
                  </a:lnTo>
                  <a:lnTo>
                    <a:pt x="1133591" y="1357541"/>
                  </a:lnTo>
                  <a:lnTo>
                    <a:pt x="1133580" y="1357529"/>
                  </a:lnTo>
                  <a:lnTo>
                    <a:pt x="1133572" y="1357524"/>
                  </a:lnTo>
                  <a:lnTo>
                    <a:pt x="1133564" y="1357519"/>
                  </a:lnTo>
                  <a:lnTo>
                    <a:pt x="1133559" y="1357513"/>
                  </a:lnTo>
                  <a:lnTo>
                    <a:pt x="1133556" y="1357509"/>
                  </a:lnTo>
                  <a:lnTo>
                    <a:pt x="1133549" y="1357496"/>
                  </a:lnTo>
                  <a:lnTo>
                    <a:pt x="1133543" y="1357486"/>
                  </a:lnTo>
                  <a:lnTo>
                    <a:pt x="1133532" y="1357476"/>
                  </a:lnTo>
                  <a:lnTo>
                    <a:pt x="1133519" y="1357465"/>
                  </a:lnTo>
                  <a:lnTo>
                    <a:pt x="1133509" y="1357458"/>
                  </a:lnTo>
                  <a:lnTo>
                    <a:pt x="1133497" y="1357451"/>
                  </a:lnTo>
                  <a:lnTo>
                    <a:pt x="1133488" y="1357447"/>
                  </a:lnTo>
                  <a:lnTo>
                    <a:pt x="1133482" y="1357445"/>
                  </a:lnTo>
                  <a:lnTo>
                    <a:pt x="1133474" y="1357443"/>
                  </a:lnTo>
                  <a:lnTo>
                    <a:pt x="1133469" y="1357442"/>
                  </a:lnTo>
                  <a:lnTo>
                    <a:pt x="1133461" y="1357442"/>
                  </a:lnTo>
                  <a:lnTo>
                    <a:pt x="1133455" y="1357443"/>
                  </a:lnTo>
                  <a:lnTo>
                    <a:pt x="1133451" y="1357445"/>
                  </a:lnTo>
                  <a:lnTo>
                    <a:pt x="1133448" y="1357436"/>
                  </a:lnTo>
                  <a:lnTo>
                    <a:pt x="1133438" y="1357420"/>
                  </a:lnTo>
                  <a:lnTo>
                    <a:pt x="1133424" y="1357403"/>
                  </a:lnTo>
                  <a:lnTo>
                    <a:pt x="1133411" y="1357390"/>
                  </a:lnTo>
                  <a:lnTo>
                    <a:pt x="1133400" y="1357380"/>
                  </a:lnTo>
                  <a:lnTo>
                    <a:pt x="1133392" y="1357372"/>
                  </a:lnTo>
                  <a:lnTo>
                    <a:pt x="1133384" y="1357366"/>
                  </a:lnTo>
                  <a:lnTo>
                    <a:pt x="1133377" y="1357362"/>
                  </a:lnTo>
                  <a:lnTo>
                    <a:pt x="1133367" y="1357357"/>
                  </a:lnTo>
                  <a:lnTo>
                    <a:pt x="1133355" y="1357352"/>
                  </a:lnTo>
                  <a:lnTo>
                    <a:pt x="1133345" y="1357347"/>
                  </a:lnTo>
                  <a:lnTo>
                    <a:pt x="1133342" y="1357345"/>
                  </a:lnTo>
                  <a:lnTo>
                    <a:pt x="1133338" y="1357340"/>
                  </a:lnTo>
                  <a:lnTo>
                    <a:pt x="1133331" y="1357335"/>
                  </a:lnTo>
                  <a:lnTo>
                    <a:pt x="1133322" y="1357331"/>
                  </a:lnTo>
                  <a:lnTo>
                    <a:pt x="1133320" y="1357320"/>
                  </a:lnTo>
                  <a:lnTo>
                    <a:pt x="1133321" y="1357310"/>
                  </a:lnTo>
                  <a:lnTo>
                    <a:pt x="1133325" y="1357299"/>
                  </a:lnTo>
                  <a:lnTo>
                    <a:pt x="1133331" y="1357289"/>
                  </a:lnTo>
                  <a:lnTo>
                    <a:pt x="1133339" y="1357281"/>
                  </a:lnTo>
                  <a:lnTo>
                    <a:pt x="1133352" y="1357271"/>
                  </a:lnTo>
                  <a:lnTo>
                    <a:pt x="1133360" y="1357265"/>
                  </a:lnTo>
                  <a:lnTo>
                    <a:pt x="1133361" y="1357256"/>
                  </a:lnTo>
                  <a:lnTo>
                    <a:pt x="1133360" y="1357249"/>
                  </a:lnTo>
                  <a:lnTo>
                    <a:pt x="1133359" y="1357240"/>
                  </a:lnTo>
                  <a:lnTo>
                    <a:pt x="1133356" y="1357227"/>
                  </a:lnTo>
                  <a:lnTo>
                    <a:pt x="1133353" y="1357218"/>
                  </a:lnTo>
                  <a:lnTo>
                    <a:pt x="1133353" y="1357211"/>
                  </a:lnTo>
                  <a:lnTo>
                    <a:pt x="1133353" y="1357203"/>
                  </a:lnTo>
                  <a:lnTo>
                    <a:pt x="1133355" y="1357195"/>
                  </a:lnTo>
                  <a:lnTo>
                    <a:pt x="1133358" y="1357186"/>
                  </a:lnTo>
                  <a:lnTo>
                    <a:pt x="1133359" y="1357177"/>
                  </a:lnTo>
                  <a:lnTo>
                    <a:pt x="1133360" y="1357170"/>
                  </a:lnTo>
                  <a:lnTo>
                    <a:pt x="1133361" y="1357154"/>
                  </a:lnTo>
                  <a:lnTo>
                    <a:pt x="1133361" y="1357138"/>
                  </a:lnTo>
                  <a:lnTo>
                    <a:pt x="1133362" y="1357126"/>
                  </a:lnTo>
                  <a:lnTo>
                    <a:pt x="1133363" y="1357107"/>
                  </a:lnTo>
                  <a:lnTo>
                    <a:pt x="1133365" y="1357092"/>
                  </a:lnTo>
                  <a:lnTo>
                    <a:pt x="1133367" y="1357078"/>
                  </a:lnTo>
                  <a:lnTo>
                    <a:pt x="1133369" y="1357059"/>
                  </a:lnTo>
                  <a:lnTo>
                    <a:pt x="1133370" y="1357044"/>
                  </a:lnTo>
                  <a:lnTo>
                    <a:pt x="1133372" y="1357031"/>
                  </a:lnTo>
                  <a:lnTo>
                    <a:pt x="1133372" y="1357019"/>
                  </a:lnTo>
                  <a:lnTo>
                    <a:pt x="1133377" y="1357017"/>
                  </a:lnTo>
                  <a:lnTo>
                    <a:pt x="1133384" y="1357016"/>
                  </a:lnTo>
                  <a:lnTo>
                    <a:pt x="1133399" y="1357013"/>
                  </a:lnTo>
                  <a:lnTo>
                    <a:pt x="1133421" y="1357009"/>
                  </a:lnTo>
                  <a:lnTo>
                    <a:pt x="1133451" y="1357006"/>
                  </a:lnTo>
                  <a:lnTo>
                    <a:pt x="1133469" y="1357000"/>
                  </a:lnTo>
                  <a:lnTo>
                    <a:pt x="1133477" y="1356997"/>
                  </a:lnTo>
                  <a:lnTo>
                    <a:pt x="1133484" y="1356992"/>
                  </a:lnTo>
                  <a:lnTo>
                    <a:pt x="1133493" y="1356983"/>
                  </a:lnTo>
                  <a:lnTo>
                    <a:pt x="1133497" y="1356978"/>
                  </a:lnTo>
                  <a:lnTo>
                    <a:pt x="1133506" y="1356969"/>
                  </a:lnTo>
                  <a:lnTo>
                    <a:pt x="1133510" y="1356964"/>
                  </a:lnTo>
                  <a:lnTo>
                    <a:pt x="1133514" y="1356956"/>
                  </a:lnTo>
                  <a:lnTo>
                    <a:pt x="1133515" y="1356950"/>
                  </a:lnTo>
                  <a:lnTo>
                    <a:pt x="1133517" y="1356937"/>
                  </a:lnTo>
                  <a:lnTo>
                    <a:pt x="1133517" y="1356932"/>
                  </a:lnTo>
                  <a:lnTo>
                    <a:pt x="1133518" y="1356927"/>
                  </a:lnTo>
                  <a:lnTo>
                    <a:pt x="1133519" y="1356922"/>
                  </a:lnTo>
                  <a:lnTo>
                    <a:pt x="1133520" y="1356917"/>
                  </a:lnTo>
                  <a:lnTo>
                    <a:pt x="1133521" y="1356910"/>
                  </a:lnTo>
                  <a:lnTo>
                    <a:pt x="1133522" y="1356905"/>
                  </a:lnTo>
                  <a:lnTo>
                    <a:pt x="1133522" y="1356898"/>
                  </a:lnTo>
                  <a:lnTo>
                    <a:pt x="1133523" y="1356893"/>
                  </a:lnTo>
                  <a:lnTo>
                    <a:pt x="1133525" y="1356887"/>
                  </a:lnTo>
                  <a:lnTo>
                    <a:pt x="1133527" y="1356881"/>
                  </a:lnTo>
                  <a:lnTo>
                    <a:pt x="1133529" y="1356876"/>
                  </a:lnTo>
                  <a:lnTo>
                    <a:pt x="1133537" y="1356870"/>
                  </a:lnTo>
                  <a:lnTo>
                    <a:pt x="1133542" y="1356866"/>
                  </a:lnTo>
                  <a:lnTo>
                    <a:pt x="1133546" y="1356863"/>
                  </a:lnTo>
                  <a:lnTo>
                    <a:pt x="1133559" y="1356853"/>
                  </a:lnTo>
                  <a:lnTo>
                    <a:pt x="1133571" y="1356844"/>
                  </a:lnTo>
                  <a:lnTo>
                    <a:pt x="1133583" y="1356835"/>
                  </a:lnTo>
                  <a:lnTo>
                    <a:pt x="1133596" y="1356824"/>
                  </a:lnTo>
                  <a:lnTo>
                    <a:pt x="1133595" y="1356817"/>
                  </a:lnTo>
                  <a:lnTo>
                    <a:pt x="1133592" y="1356806"/>
                  </a:lnTo>
                  <a:lnTo>
                    <a:pt x="1133588" y="1356790"/>
                  </a:lnTo>
                  <a:lnTo>
                    <a:pt x="1133585" y="1356774"/>
                  </a:lnTo>
                  <a:lnTo>
                    <a:pt x="1133576" y="1356752"/>
                  </a:lnTo>
                  <a:lnTo>
                    <a:pt x="1133572" y="1356739"/>
                  </a:lnTo>
                  <a:lnTo>
                    <a:pt x="1133568" y="1356725"/>
                  </a:lnTo>
                  <a:lnTo>
                    <a:pt x="1133564" y="1356699"/>
                  </a:lnTo>
                  <a:lnTo>
                    <a:pt x="1133561" y="1356679"/>
                  </a:lnTo>
                  <a:lnTo>
                    <a:pt x="1133561" y="1356673"/>
                  </a:lnTo>
                  <a:lnTo>
                    <a:pt x="1133559" y="1356666"/>
                  </a:lnTo>
                  <a:lnTo>
                    <a:pt x="1133556" y="1356654"/>
                  </a:lnTo>
                  <a:lnTo>
                    <a:pt x="1133549" y="1356639"/>
                  </a:lnTo>
                  <a:lnTo>
                    <a:pt x="1133542" y="1356629"/>
                  </a:lnTo>
                  <a:lnTo>
                    <a:pt x="1133533" y="1356620"/>
                  </a:lnTo>
                  <a:lnTo>
                    <a:pt x="1133524" y="1356606"/>
                  </a:lnTo>
                  <a:lnTo>
                    <a:pt x="1133521" y="1356597"/>
                  </a:lnTo>
                  <a:lnTo>
                    <a:pt x="1133519" y="1356580"/>
                  </a:lnTo>
                  <a:lnTo>
                    <a:pt x="1133518" y="1356566"/>
                  </a:lnTo>
                  <a:lnTo>
                    <a:pt x="1133517" y="1356554"/>
                  </a:lnTo>
                  <a:lnTo>
                    <a:pt x="1133514" y="1356543"/>
                  </a:lnTo>
                  <a:lnTo>
                    <a:pt x="1133510" y="1356535"/>
                  </a:lnTo>
                  <a:lnTo>
                    <a:pt x="1133503" y="1356524"/>
                  </a:lnTo>
                  <a:lnTo>
                    <a:pt x="1133493" y="1356509"/>
                  </a:lnTo>
                  <a:lnTo>
                    <a:pt x="1133487" y="1356497"/>
                  </a:lnTo>
                  <a:lnTo>
                    <a:pt x="1133483" y="1356489"/>
                  </a:lnTo>
                  <a:lnTo>
                    <a:pt x="1133479" y="1356478"/>
                  </a:lnTo>
                  <a:lnTo>
                    <a:pt x="1133474" y="1356463"/>
                  </a:lnTo>
                  <a:lnTo>
                    <a:pt x="1133471" y="1356459"/>
                  </a:lnTo>
                  <a:lnTo>
                    <a:pt x="1133467" y="1356458"/>
                  </a:lnTo>
                  <a:lnTo>
                    <a:pt x="1133460" y="1356458"/>
                  </a:lnTo>
                  <a:lnTo>
                    <a:pt x="1133452" y="1356457"/>
                  </a:lnTo>
                  <a:lnTo>
                    <a:pt x="1133441" y="1356456"/>
                  </a:lnTo>
                  <a:lnTo>
                    <a:pt x="1133433" y="1356454"/>
                  </a:lnTo>
                  <a:lnTo>
                    <a:pt x="1133424" y="1356453"/>
                  </a:lnTo>
                  <a:lnTo>
                    <a:pt x="1133416" y="1356450"/>
                  </a:lnTo>
                  <a:lnTo>
                    <a:pt x="1133411" y="1356445"/>
                  </a:lnTo>
                  <a:lnTo>
                    <a:pt x="1133405" y="1356437"/>
                  </a:lnTo>
                  <a:lnTo>
                    <a:pt x="1133399" y="1356427"/>
                  </a:lnTo>
                  <a:lnTo>
                    <a:pt x="1133393" y="1356415"/>
                  </a:lnTo>
                  <a:lnTo>
                    <a:pt x="1133387" y="1356407"/>
                  </a:lnTo>
                  <a:lnTo>
                    <a:pt x="1133379" y="1356402"/>
                  </a:lnTo>
                  <a:lnTo>
                    <a:pt x="1133364" y="1356399"/>
                  </a:lnTo>
                  <a:lnTo>
                    <a:pt x="1133351" y="1356392"/>
                  </a:lnTo>
                  <a:lnTo>
                    <a:pt x="1133345" y="1356392"/>
                  </a:lnTo>
                  <a:lnTo>
                    <a:pt x="1133337" y="1356394"/>
                  </a:lnTo>
                  <a:lnTo>
                    <a:pt x="1133326" y="1356400"/>
                  </a:lnTo>
                  <a:lnTo>
                    <a:pt x="1133316" y="1356407"/>
                  </a:lnTo>
                  <a:lnTo>
                    <a:pt x="1133306" y="1356414"/>
                  </a:lnTo>
                  <a:lnTo>
                    <a:pt x="1133298" y="1356419"/>
                  </a:lnTo>
                  <a:lnTo>
                    <a:pt x="1133291" y="1356421"/>
                  </a:lnTo>
                  <a:lnTo>
                    <a:pt x="1133284" y="1356421"/>
                  </a:lnTo>
                  <a:lnTo>
                    <a:pt x="1133278" y="1356419"/>
                  </a:lnTo>
                  <a:lnTo>
                    <a:pt x="1133271" y="1356414"/>
                  </a:lnTo>
                  <a:lnTo>
                    <a:pt x="1133265" y="1356413"/>
                  </a:lnTo>
                  <a:lnTo>
                    <a:pt x="1133259" y="1356417"/>
                  </a:lnTo>
                  <a:lnTo>
                    <a:pt x="1133252" y="1356425"/>
                  </a:lnTo>
                  <a:lnTo>
                    <a:pt x="1133244" y="1356433"/>
                  </a:lnTo>
                  <a:lnTo>
                    <a:pt x="1133239" y="1356436"/>
                  </a:lnTo>
                  <a:lnTo>
                    <a:pt x="1133233" y="1356439"/>
                  </a:lnTo>
                  <a:lnTo>
                    <a:pt x="1133228" y="1356441"/>
                  </a:lnTo>
                  <a:lnTo>
                    <a:pt x="1133221" y="1356439"/>
                  </a:lnTo>
                  <a:lnTo>
                    <a:pt x="1133217" y="1356438"/>
                  </a:lnTo>
                  <a:lnTo>
                    <a:pt x="1133212" y="1356437"/>
                  </a:lnTo>
                  <a:lnTo>
                    <a:pt x="1133207" y="1356435"/>
                  </a:lnTo>
                  <a:lnTo>
                    <a:pt x="1133201" y="1356430"/>
                  </a:lnTo>
                  <a:lnTo>
                    <a:pt x="1133202" y="1356419"/>
                  </a:lnTo>
                  <a:lnTo>
                    <a:pt x="1133202" y="1356412"/>
                  </a:lnTo>
                  <a:lnTo>
                    <a:pt x="1133203" y="1356394"/>
                  </a:lnTo>
                  <a:lnTo>
                    <a:pt x="1133206" y="1356388"/>
                  </a:lnTo>
                  <a:lnTo>
                    <a:pt x="1133212" y="1356385"/>
                  </a:lnTo>
                  <a:lnTo>
                    <a:pt x="1133216" y="1356381"/>
                  </a:lnTo>
                  <a:lnTo>
                    <a:pt x="1133209" y="1356371"/>
                  </a:lnTo>
                  <a:lnTo>
                    <a:pt x="1133200" y="1356359"/>
                  </a:lnTo>
                  <a:lnTo>
                    <a:pt x="1133192" y="1356355"/>
                  </a:lnTo>
                  <a:lnTo>
                    <a:pt x="1133181" y="1356351"/>
                  </a:lnTo>
                  <a:lnTo>
                    <a:pt x="1133174" y="1356345"/>
                  </a:lnTo>
                  <a:lnTo>
                    <a:pt x="1133165" y="1356337"/>
                  </a:lnTo>
                  <a:lnTo>
                    <a:pt x="1133165" y="1356332"/>
                  </a:lnTo>
                  <a:lnTo>
                    <a:pt x="1133168" y="1356328"/>
                  </a:lnTo>
                  <a:lnTo>
                    <a:pt x="1133190" y="1356304"/>
                  </a:lnTo>
                  <a:lnTo>
                    <a:pt x="1133195" y="1356300"/>
                  </a:lnTo>
                  <a:lnTo>
                    <a:pt x="1133197" y="1356295"/>
                  </a:lnTo>
                  <a:lnTo>
                    <a:pt x="1133194" y="1356290"/>
                  </a:lnTo>
                  <a:lnTo>
                    <a:pt x="1133185" y="1356285"/>
                  </a:lnTo>
                  <a:lnTo>
                    <a:pt x="1133174" y="1356281"/>
                  </a:lnTo>
                  <a:lnTo>
                    <a:pt x="1133160" y="1356276"/>
                  </a:lnTo>
                  <a:lnTo>
                    <a:pt x="1133149" y="1356272"/>
                  </a:lnTo>
                  <a:lnTo>
                    <a:pt x="1133133" y="1356267"/>
                  </a:lnTo>
                  <a:lnTo>
                    <a:pt x="1133124" y="1356261"/>
                  </a:lnTo>
                  <a:lnTo>
                    <a:pt x="1133116" y="1356254"/>
                  </a:lnTo>
                  <a:lnTo>
                    <a:pt x="1133103" y="1356246"/>
                  </a:lnTo>
                  <a:lnTo>
                    <a:pt x="1133092" y="1356243"/>
                  </a:lnTo>
                  <a:lnTo>
                    <a:pt x="1133075" y="1356240"/>
                  </a:lnTo>
                  <a:lnTo>
                    <a:pt x="1133057" y="1356237"/>
                  </a:lnTo>
                  <a:lnTo>
                    <a:pt x="1133040" y="1356237"/>
                  </a:lnTo>
                  <a:lnTo>
                    <a:pt x="1133016" y="1356238"/>
                  </a:lnTo>
                  <a:lnTo>
                    <a:pt x="1133011" y="1356235"/>
                  </a:lnTo>
                  <a:lnTo>
                    <a:pt x="1133007" y="1356229"/>
                  </a:lnTo>
                  <a:lnTo>
                    <a:pt x="1133004" y="1356223"/>
                  </a:lnTo>
                  <a:lnTo>
                    <a:pt x="1133000" y="1356216"/>
                  </a:lnTo>
                  <a:lnTo>
                    <a:pt x="1132996" y="1356204"/>
                  </a:lnTo>
                  <a:lnTo>
                    <a:pt x="1132991" y="1356192"/>
                  </a:lnTo>
                  <a:lnTo>
                    <a:pt x="1132988" y="1356182"/>
                  </a:lnTo>
                  <a:lnTo>
                    <a:pt x="1132985" y="1356173"/>
                  </a:lnTo>
                  <a:lnTo>
                    <a:pt x="1132985" y="1356167"/>
                  </a:lnTo>
                  <a:lnTo>
                    <a:pt x="1132987" y="1356150"/>
                  </a:lnTo>
                  <a:lnTo>
                    <a:pt x="1132997" y="1356122"/>
                  </a:lnTo>
                  <a:lnTo>
                    <a:pt x="1133002" y="1356109"/>
                  </a:lnTo>
                  <a:lnTo>
                    <a:pt x="1133004" y="1356104"/>
                  </a:lnTo>
                  <a:lnTo>
                    <a:pt x="1133005" y="1356098"/>
                  </a:lnTo>
                  <a:lnTo>
                    <a:pt x="1132995" y="1356093"/>
                  </a:lnTo>
                  <a:lnTo>
                    <a:pt x="1132965" y="1356077"/>
                  </a:lnTo>
                  <a:lnTo>
                    <a:pt x="1132954" y="1356067"/>
                  </a:lnTo>
                  <a:lnTo>
                    <a:pt x="1132953" y="1356061"/>
                  </a:lnTo>
                  <a:lnTo>
                    <a:pt x="1132955" y="1356050"/>
                  </a:lnTo>
                  <a:lnTo>
                    <a:pt x="1132960" y="1356041"/>
                  </a:lnTo>
                  <a:lnTo>
                    <a:pt x="1132977" y="1356016"/>
                  </a:lnTo>
                  <a:lnTo>
                    <a:pt x="1132985" y="1356003"/>
                  </a:lnTo>
                  <a:lnTo>
                    <a:pt x="1132986" y="1355994"/>
                  </a:lnTo>
                  <a:lnTo>
                    <a:pt x="1132987" y="1355983"/>
                  </a:lnTo>
                  <a:lnTo>
                    <a:pt x="1132984" y="1355973"/>
                  </a:lnTo>
                  <a:lnTo>
                    <a:pt x="1132984" y="1355964"/>
                  </a:lnTo>
                  <a:lnTo>
                    <a:pt x="1132986" y="1355957"/>
                  </a:lnTo>
                  <a:lnTo>
                    <a:pt x="1132988" y="1355948"/>
                  </a:lnTo>
                  <a:lnTo>
                    <a:pt x="1132993" y="1355938"/>
                  </a:lnTo>
                  <a:lnTo>
                    <a:pt x="1133001" y="1355923"/>
                  </a:lnTo>
                  <a:lnTo>
                    <a:pt x="1133006" y="1355912"/>
                  </a:lnTo>
                  <a:lnTo>
                    <a:pt x="1133008" y="1355898"/>
                  </a:lnTo>
                  <a:lnTo>
                    <a:pt x="1132994" y="1355893"/>
                  </a:lnTo>
                  <a:lnTo>
                    <a:pt x="1132975" y="1355887"/>
                  </a:lnTo>
                  <a:lnTo>
                    <a:pt x="1132967" y="1355883"/>
                  </a:lnTo>
                  <a:lnTo>
                    <a:pt x="1132955" y="1355875"/>
                  </a:lnTo>
                  <a:lnTo>
                    <a:pt x="1132938" y="1355866"/>
                  </a:lnTo>
                  <a:lnTo>
                    <a:pt x="1132932" y="1355866"/>
                  </a:lnTo>
                  <a:lnTo>
                    <a:pt x="1132927" y="1355868"/>
                  </a:lnTo>
                  <a:lnTo>
                    <a:pt x="1132917" y="1355877"/>
                  </a:lnTo>
                  <a:lnTo>
                    <a:pt x="1132910" y="1355892"/>
                  </a:lnTo>
                  <a:lnTo>
                    <a:pt x="1132909" y="1355897"/>
                  </a:lnTo>
                  <a:lnTo>
                    <a:pt x="1132906" y="1355904"/>
                  </a:lnTo>
                  <a:lnTo>
                    <a:pt x="1132901" y="1355909"/>
                  </a:lnTo>
                  <a:lnTo>
                    <a:pt x="1132893" y="1355913"/>
                  </a:lnTo>
                  <a:lnTo>
                    <a:pt x="1132887" y="1355914"/>
                  </a:lnTo>
                  <a:lnTo>
                    <a:pt x="1132874" y="1355916"/>
                  </a:lnTo>
                  <a:lnTo>
                    <a:pt x="1132857" y="1355917"/>
                  </a:lnTo>
                  <a:lnTo>
                    <a:pt x="1132840" y="1355915"/>
                  </a:lnTo>
                  <a:lnTo>
                    <a:pt x="1132831" y="1355912"/>
                  </a:lnTo>
                  <a:lnTo>
                    <a:pt x="1132824" y="1355901"/>
                  </a:lnTo>
                  <a:lnTo>
                    <a:pt x="1132820" y="1355888"/>
                  </a:lnTo>
                  <a:lnTo>
                    <a:pt x="1132816" y="1355882"/>
                  </a:lnTo>
                  <a:lnTo>
                    <a:pt x="1132807" y="1355875"/>
                  </a:lnTo>
                  <a:lnTo>
                    <a:pt x="1132796" y="1355865"/>
                  </a:lnTo>
                  <a:lnTo>
                    <a:pt x="1132786" y="1355853"/>
                  </a:lnTo>
                  <a:lnTo>
                    <a:pt x="1132778" y="1355845"/>
                  </a:lnTo>
                  <a:lnTo>
                    <a:pt x="1132764" y="1355821"/>
                  </a:lnTo>
                  <a:lnTo>
                    <a:pt x="1132760" y="1355813"/>
                  </a:lnTo>
                  <a:lnTo>
                    <a:pt x="1132757" y="1355798"/>
                  </a:lnTo>
                  <a:lnTo>
                    <a:pt x="1132756" y="1355788"/>
                  </a:lnTo>
                  <a:lnTo>
                    <a:pt x="1132750" y="1355787"/>
                  </a:lnTo>
                  <a:lnTo>
                    <a:pt x="1132741" y="1355785"/>
                  </a:lnTo>
                  <a:lnTo>
                    <a:pt x="1132723" y="1355781"/>
                  </a:lnTo>
                  <a:lnTo>
                    <a:pt x="1132698" y="1355777"/>
                  </a:lnTo>
                  <a:lnTo>
                    <a:pt x="1132684" y="1355776"/>
                  </a:lnTo>
                  <a:lnTo>
                    <a:pt x="1132681" y="1355780"/>
                  </a:lnTo>
                  <a:lnTo>
                    <a:pt x="1132669" y="1355802"/>
                  </a:lnTo>
                  <a:lnTo>
                    <a:pt x="1132660" y="1355816"/>
                  </a:lnTo>
                  <a:lnTo>
                    <a:pt x="1132655" y="1355819"/>
                  </a:lnTo>
                  <a:lnTo>
                    <a:pt x="1132648" y="1355817"/>
                  </a:lnTo>
                  <a:lnTo>
                    <a:pt x="1132631" y="1355810"/>
                  </a:lnTo>
                  <a:lnTo>
                    <a:pt x="1132623" y="1355807"/>
                  </a:lnTo>
                  <a:lnTo>
                    <a:pt x="1132615" y="1355805"/>
                  </a:lnTo>
                  <a:lnTo>
                    <a:pt x="1132610" y="1355809"/>
                  </a:lnTo>
                  <a:lnTo>
                    <a:pt x="1132599" y="1355816"/>
                  </a:lnTo>
                  <a:lnTo>
                    <a:pt x="1132593" y="1355816"/>
                  </a:lnTo>
                  <a:lnTo>
                    <a:pt x="1132581" y="1355810"/>
                  </a:lnTo>
                  <a:lnTo>
                    <a:pt x="1132563" y="1355800"/>
                  </a:lnTo>
                  <a:lnTo>
                    <a:pt x="1132557" y="1355798"/>
                  </a:lnTo>
                  <a:lnTo>
                    <a:pt x="1132545" y="1355799"/>
                  </a:lnTo>
                  <a:lnTo>
                    <a:pt x="1132522" y="1355810"/>
                  </a:lnTo>
                  <a:lnTo>
                    <a:pt x="1132507" y="1355812"/>
                  </a:lnTo>
                  <a:lnTo>
                    <a:pt x="1132492" y="1355816"/>
                  </a:lnTo>
                  <a:lnTo>
                    <a:pt x="1132482" y="1355817"/>
                  </a:lnTo>
                  <a:lnTo>
                    <a:pt x="1132466" y="1355815"/>
                  </a:lnTo>
                  <a:lnTo>
                    <a:pt x="1132457" y="1355813"/>
                  </a:lnTo>
                  <a:lnTo>
                    <a:pt x="1132444" y="1355808"/>
                  </a:lnTo>
                  <a:lnTo>
                    <a:pt x="1132430" y="1355797"/>
                  </a:lnTo>
                  <a:lnTo>
                    <a:pt x="1132417" y="1355785"/>
                  </a:lnTo>
                  <a:lnTo>
                    <a:pt x="1132405" y="1355780"/>
                  </a:lnTo>
                  <a:lnTo>
                    <a:pt x="1132390" y="1355775"/>
                  </a:lnTo>
                  <a:lnTo>
                    <a:pt x="1132377" y="1355775"/>
                  </a:lnTo>
                  <a:lnTo>
                    <a:pt x="1132364" y="1355777"/>
                  </a:lnTo>
                  <a:lnTo>
                    <a:pt x="1132352" y="1355780"/>
                  </a:lnTo>
                  <a:lnTo>
                    <a:pt x="1132346" y="1355778"/>
                  </a:lnTo>
                  <a:lnTo>
                    <a:pt x="1132340" y="1355774"/>
                  </a:lnTo>
                  <a:lnTo>
                    <a:pt x="1132329" y="1355759"/>
                  </a:lnTo>
                  <a:lnTo>
                    <a:pt x="1132323" y="1355760"/>
                  </a:lnTo>
                  <a:lnTo>
                    <a:pt x="1132318" y="1355761"/>
                  </a:lnTo>
                  <a:lnTo>
                    <a:pt x="1132298" y="1355767"/>
                  </a:lnTo>
                  <a:lnTo>
                    <a:pt x="1132287" y="1355768"/>
                  </a:lnTo>
                  <a:lnTo>
                    <a:pt x="1132281" y="1355765"/>
                  </a:lnTo>
                  <a:lnTo>
                    <a:pt x="1132275" y="1355761"/>
                  </a:lnTo>
                  <a:lnTo>
                    <a:pt x="1132273" y="1355757"/>
                  </a:lnTo>
                  <a:lnTo>
                    <a:pt x="1132272" y="1355750"/>
                  </a:lnTo>
                  <a:lnTo>
                    <a:pt x="1132272" y="1355739"/>
                  </a:lnTo>
                  <a:lnTo>
                    <a:pt x="1132270" y="1355732"/>
                  </a:lnTo>
                  <a:lnTo>
                    <a:pt x="1132263" y="1355720"/>
                  </a:lnTo>
                  <a:lnTo>
                    <a:pt x="1132246" y="1355702"/>
                  </a:lnTo>
                  <a:lnTo>
                    <a:pt x="1132239" y="1355695"/>
                  </a:lnTo>
                  <a:lnTo>
                    <a:pt x="1132229" y="1355684"/>
                  </a:lnTo>
                  <a:lnTo>
                    <a:pt x="1132212" y="1355672"/>
                  </a:lnTo>
                  <a:lnTo>
                    <a:pt x="1132194" y="1355660"/>
                  </a:lnTo>
                  <a:lnTo>
                    <a:pt x="1132181" y="1355640"/>
                  </a:lnTo>
                  <a:lnTo>
                    <a:pt x="1132181" y="1355634"/>
                  </a:lnTo>
                  <a:lnTo>
                    <a:pt x="1132183" y="1355627"/>
                  </a:lnTo>
                  <a:lnTo>
                    <a:pt x="1132184" y="1355615"/>
                  </a:lnTo>
                  <a:lnTo>
                    <a:pt x="1132183" y="1355584"/>
                  </a:lnTo>
                  <a:lnTo>
                    <a:pt x="1132182" y="1355577"/>
                  </a:lnTo>
                  <a:lnTo>
                    <a:pt x="1132178" y="1355566"/>
                  </a:lnTo>
                  <a:lnTo>
                    <a:pt x="1132177" y="1355558"/>
                  </a:lnTo>
                  <a:lnTo>
                    <a:pt x="1132179" y="1355550"/>
                  </a:lnTo>
                  <a:lnTo>
                    <a:pt x="1132182" y="1355540"/>
                  </a:lnTo>
                  <a:lnTo>
                    <a:pt x="1132194" y="1355514"/>
                  </a:lnTo>
                  <a:lnTo>
                    <a:pt x="1132203" y="1355497"/>
                  </a:lnTo>
                  <a:lnTo>
                    <a:pt x="1132210" y="1355482"/>
                  </a:lnTo>
                  <a:lnTo>
                    <a:pt x="1132209" y="1355477"/>
                  </a:lnTo>
                  <a:lnTo>
                    <a:pt x="1132204" y="1355464"/>
                  </a:lnTo>
                  <a:lnTo>
                    <a:pt x="1132198" y="1355450"/>
                  </a:lnTo>
                  <a:lnTo>
                    <a:pt x="1132189" y="1355430"/>
                  </a:lnTo>
                  <a:lnTo>
                    <a:pt x="1132186" y="1355426"/>
                  </a:lnTo>
                  <a:lnTo>
                    <a:pt x="1132174" y="1355418"/>
                  </a:lnTo>
                  <a:lnTo>
                    <a:pt x="1132158" y="1355405"/>
                  </a:lnTo>
                  <a:lnTo>
                    <a:pt x="1132141" y="1355389"/>
                  </a:lnTo>
                  <a:lnTo>
                    <a:pt x="1132134" y="1355384"/>
                  </a:lnTo>
                  <a:lnTo>
                    <a:pt x="1132125" y="1355379"/>
                  </a:lnTo>
                  <a:lnTo>
                    <a:pt x="1132112" y="1355376"/>
                  </a:lnTo>
                  <a:lnTo>
                    <a:pt x="1132097" y="1355368"/>
                  </a:lnTo>
                  <a:lnTo>
                    <a:pt x="1132085" y="1355359"/>
                  </a:lnTo>
                  <a:lnTo>
                    <a:pt x="1132072" y="1355348"/>
                  </a:lnTo>
                  <a:lnTo>
                    <a:pt x="1132064" y="1355343"/>
                  </a:lnTo>
                  <a:lnTo>
                    <a:pt x="1132052" y="1355335"/>
                  </a:lnTo>
                  <a:lnTo>
                    <a:pt x="1132029" y="1355325"/>
                  </a:lnTo>
                  <a:lnTo>
                    <a:pt x="1132011" y="1355318"/>
                  </a:lnTo>
                  <a:lnTo>
                    <a:pt x="1131988" y="1355314"/>
                  </a:lnTo>
                  <a:lnTo>
                    <a:pt x="1131969" y="1355312"/>
                  </a:lnTo>
                  <a:lnTo>
                    <a:pt x="1131959" y="1355310"/>
                  </a:lnTo>
                  <a:lnTo>
                    <a:pt x="1131941" y="1355308"/>
                  </a:lnTo>
                  <a:lnTo>
                    <a:pt x="1131914" y="1355305"/>
                  </a:lnTo>
                  <a:lnTo>
                    <a:pt x="1131901" y="1355303"/>
                  </a:lnTo>
                  <a:lnTo>
                    <a:pt x="1131886" y="1355299"/>
                  </a:lnTo>
                  <a:lnTo>
                    <a:pt x="1131867" y="1355295"/>
                  </a:lnTo>
                  <a:lnTo>
                    <a:pt x="1131852" y="1355286"/>
                  </a:lnTo>
                  <a:lnTo>
                    <a:pt x="1131847" y="1355281"/>
                  </a:lnTo>
                  <a:lnTo>
                    <a:pt x="1131840" y="1355272"/>
                  </a:lnTo>
                  <a:lnTo>
                    <a:pt x="1131828" y="1355250"/>
                  </a:lnTo>
                  <a:lnTo>
                    <a:pt x="1131823" y="1355246"/>
                  </a:lnTo>
                  <a:lnTo>
                    <a:pt x="1131817" y="1355244"/>
                  </a:lnTo>
                  <a:lnTo>
                    <a:pt x="1131770" y="1355247"/>
                  </a:lnTo>
                  <a:lnTo>
                    <a:pt x="1131765" y="1355246"/>
                  </a:lnTo>
                  <a:lnTo>
                    <a:pt x="1131762" y="1355244"/>
                  </a:lnTo>
                  <a:lnTo>
                    <a:pt x="1131754" y="1355230"/>
                  </a:lnTo>
                  <a:lnTo>
                    <a:pt x="1131749" y="1355222"/>
                  </a:lnTo>
                  <a:lnTo>
                    <a:pt x="1131746" y="1355218"/>
                  </a:lnTo>
                  <a:lnTo>
                    <a:pt x="1131739" y="1355216"/>
                  </a:lnTo>
                  <a:lnTo>
                    <a:pt x="1131732" y="1355215"/>
                  </a:lnTo>
                  <a:lnTo>
                    <a:pt x="1131726" y="1355213"/>
                  </a:lnTo>
                  <a:lnTo>
                    <a:pt x="1131719" y="1355209"/>
                  </a:lnTo>
                  <a:lnTo>
                    <a:pt x="1131711" y="1355203"/>
                  </a:lnTo>
                  <a:lnTo>
                    <a:pt x="1131676" y="1355176"/>
                  </a:lnTo>
                  <a:lnTo>
                    <a:pt x="1131668" y="1355169"/>
                  </a:lnTo>
                  <a:lnTo>
                    <a:pt x="1131652" y="1355157"/>
                  </a:lnTo>
                  <a:lnTo>
                    <a:pt x="1131642" y="1355150"/>
                  </a:lnTo>
                  <a:lnTo>
                    <a:pt x="1131632" y="1355145"/>
                  </a:lnTo>
                  <a:lnTo>
                    <a:pt x="1131625" y="1355145"/>
                  </a:lnTo>
                  <a:lnTo>
                    <a:pt x="1131619" y="1355145"/>
                  </a:lnTo>
                  <a:lnTo>
                    <a:pt x="1131613" y="1355145"/>
                  </a:lnTo>
                  <a:lnTo>
                    <a:pt x="1131606" y="1355148"/>
                  </a:lnTo>
                  <a:lnTo>
                    <a:pt x="1131594" y="1355149"/>
                  </a:lnTo>
                  <a:lnTo>
                    <a:pt x="1131587" y="1355146"/>
                  </a:lnTo>
                  <a:lnTo>
                    <a:pt x="1131574" y="1355139"/>
                  </a:lnTo>
                  <a:lnTo>
                    <a:pt x="1131574" y="1355134"/>
                  </a:lnTo>
                  <a:lnTo>
                    <a:pt x="1131575" y="1355121"/>
                  </a:lnTo>
                  <a:lnTo>
                    <a:pt x="1131572" y="1355116"/>
                  </a:lnTo>
                  <a:lnTo>
                    <a:pt x="1131559" y="1355097"/>
                  </a:lnTo>
                  <a:lnTo>
                    <a:pt x="1131549" y="1355084"/>
                  </a:lnTo>
                  <a:lnTo>
                    <a:pt x="1131534" y="1355064"/>
                  </a:lnTo>
                  <a:lnTo>
                    <a:pt x="1131501" y="1355097"/>
                  </a:lnTo>
                  <a:lnTo>
                    <a:pt x="1131490" y="1355104"/>
                  </a:lnTo>
                  <a:lnTo>
                    <a:pt x="1131477" y="1355109"/>
                  </a:lnTo>
                  <a:lnTo>
                    <a:pt x="1131463" y="1355116"/>
                  </a:lnTo>
                  <a:lnTo>
                    <a:pt x="1131457" y="1355119"/>
                  </a:lnTo>
                  <a:lnTo>
                    <a:pt x="1131453" y="1355117"/>
                  </a:lnTo>
                  <a:lnTo>
                    <a:pt x="1131439" y="1355111"/>
                  </a:lnTo>
                  <a:lnTo>
                    <a:pt x="1131429" y="1355103"/>
                  </a:lnTo>
                  <a:lnTo>
                    <a:pt x="1131423" y="1355103"/>
                  </a:lnTo>
                  <a:lnTo>
                    <a:pt x="1131414" y="1355102"/>
                  </a:lnTo>
                  <a:lnTo>
                    <a:pt x="1131398" y="1355101"/>
                  </a:lnTo>
                  <a:lnTo>
                    <a:pt x="1131382" y="1355101"/>
                  </a:lnTo>
                  <a:lnTo>
                    <a:pt x="1131375" y="1355101"/>
                  </a:lnTo>
                  <a:lnTo>
                    <a:pt x="1131369" y="1355101"/>
                  </a:lnTo>
                  <a:lnTo>
                    <a:pt x="1131359" y="1355112"/>
                  </a:lnTo>
                  <a:lnTo>
                    <a:pt x="1131356" y="1355117"/>
                  </a:lnTo>
                  <a:lnTo>
                    <a:pt x="1131358" y="1355133"/>
                  </a:lnTo>
                  <a:lnTo>
                    <a:pt x="1131358" y="1355146"/>
                  </a:lnTo>
                  <a:lnTo>
                    <a:pt x="1131351" y="1355153"/>
                  </a:lnTo>
                  <a:lnTo>
                    <a:pt x="1131345" y="1355160"/>
                  </a:lnTo>
                  <a:lnTo>
                    <a:pt x="1131342" y="1355166"/>
                  </a:lnTo>
                  <a:lnTo>
                    <a:pt x="1131339" y="1355169"/>
                  </a:lnTo>
                  <a:lnTo>
                    <a:pt x="1131333" y="1355171"/>
                  </a:lnTo>
                  <a:lnTo>
                    <a:pt x="1131325" y="1355174"/>
                  </a:lnTo>
                  <a:lnTo>
                    <a:pt x="1131300" y="1355184"/>
                  </a:lnTo>
                  <a:lnTo>
                    <a:pt x="1131271" y="1355198"/>
                  </a:lnTo>
                  <a:lnTo>
                    <a:pt x="1131263" y="1355203"/>
                  </a:lnTo>
                  <a:lnTo>
                    <a:pt x="1131259" y="1355208"/>
                  </a:lnTo>
                  <a:lnTo>
                    <a:pt x="1131256" y="1355217"/>
                  </a:lnTo>
                  <a:lnTo>
                    <a:pt x="1131255" y="1355230"/>
                  </a:lnTo>
                  <a:lnTo>
                    <a:pt x="1131253" y="1355243"/>
                  </a:lnTo>
                  <a:lnTo>
                    <a:pt x="1131250" y="1355257"/>
                  </a:lnTo>
                  <a:lnTo>
                    <a:pt x="1131246" y="1355266"/>
                  </a:lnTo>
                  <a:lnTo>
                    <a:pt x="1131241" y="1355276"/>
                  </a:lnTo>
                  <a:lnTo>
                    <a:pt x="1131233" y="1355284"/>
                  </a:lnTo>
                  <a:lnTo>
                    <a:pt x="1131227" y="1355289"/>
                  </a:lnTo>
                  <a:lnTo>
                    <a:pt x="1131223" y="1355291"/>
                  </a:lnTo>
                  <a:lnTo>
                    <a:pt x="1131217" y="1355296"/>
                  </a:lnTo>
                  <a:lnTo>
                    <a:pt x="1131213" y="1355295"/>
                  </a:lnTo>
                  <a:lnTo>
                    <a:pt x="1131206" y="1355292"/>
                  </a:lnTo>
                  <a:lnTo>
                    <a:pt x="1131200" y="1355290"/>
                  </a:lnTo>
                  <a:lnTo>
                    <a:pt x="1131178" y="1355278"/>
                  </a:lnTo>
                  <a:lnTo>
                    <a:pt x="1131168" y="1355273"/>
                  </a:lnTo>
                  <a:lnTo>
                    <a:pt x="1131147" y="1355262"/>
                  </a:lnTo>
                  <a:lnTo>
                    <a:pt x="1131125" y="1355248"/>
                  </a:lnTo>
                  <a:lnTo>
                    <a:pt x="1131114" y="1355241"/>
                  </a:lnTo>
                  <a:lnTo>
                    <a:pt x="1131101" y="1355235"/>
                  </a:lnTo>
                  <a:lnTo>
                    <a:pt x="1131087" y="1355231"/>
                  </a:lnTo>
                  <a:lnTo>
                    <a:pt x="1131075" y="1355226"/>
                  </a:lnTo>
                  <a:lnTo>
                    <a:pt x="1131065" y="1355218"/>
                  </a:lnTo>
                  <a:lnTo>
                    <a:pt x="1131055" y="1355214"/>
                  </a:lnTo>
                  <a:lnTo>
                    <a:pt x="1131048" y="1355211"/>
                  </a:lnTo>
                  <a:lnTo>
                    <a:pt x="1131040" y="1355211"/>
                  </a:lnTo>
                  <a:lnTo>
                    <a:pt x="1131022" y="1355212"/>
                  </a:lnTo>
                  <a:lnTo>
                    <a:pt x="1131013" y="1355210"/>
                  </a:lnTo>
                  <a:lnTo>
                    <a:pt x="1131007" y="1355208"/>
                  </a:lnTo>
                  <a:lnTo>
                    <a:pt x="1131002" y="1355205"/>
                  </a:lnTo>
                  <a:lnTo>
                    <a:pt x="1130989" y="1355201"/>
                  </a:lnTo>
                  <a:lnTo>
                    <a:pt x="1130978" y="1355200"/>
                  </a:lnTo>
                  <a:lnTo>
                    <a:pt x="1130965" y="1355201"/>
                  </a:lnTo>
                  <a:lnTo>
                    <a:pt x="1130957" y="1355198"/>
                  </a:lnTo>
                  <a:lnTo>
                    <a:pt x="1130949" y="1355193"/>
                  </a:lnTo>
                  <a:lnTo>
                    <a:pt x="1130940" y="1355186"/>
                  </a:lnTo>
                  <a:lnTo>
                    <a:pt x="1130931" y="1355181"/>
                  </a:lnTo>
                  <a:lnTo>
                    <a:pt x="1130919" y="1355175"/>
                  </a:lnTo>
                  <a:lnTo>
                    <a:pt x="1130915" y="1355173"/>
                  </a:lnTo>
                  <a:lnTo>
                    <a:pt x="1130907" y="1355174"/>
                  </a:lnTo>
                  <a:lnTo>
                    <a:pt x="1130892" y="1355177"/>
                  </a:lnTo>
                  <a:lnTo>
                    <a:pt x="1130878" y="1355181"/>
                  </a:lnTo>
                  <a:lnTo>
                    <a:pt x="1130867" y="1355183"/>
                  </a:lnTo>
                  <a:lnTo>
                    <a:pt x="1130852" y="1355183"/>
                  </a:lnTo>
                  <a:lnTo>
                    <a:pt x="1130842" y="1355182"/>
                  </a:lnTo>
                  <a:lnTo>
                    <a:pt x="1130832" y="1355180"/>
                  </a:lnTo>
                  <a:lnTo>
                    <a:pt x="1130822" y="1355179"/>
                  </a:lnTo>
                  <a:lnTo>
                    <a:pt x="1130812" y="1355182"/>
                  </a:lnTo>
                  <a:lnTo>
                    <a:pt x="1130789" y="1355193"/>
                  </a:lnTo>
                  <a:lnTo>
                    <a:pt x="1130761" y="1355205"/>
                  </a:lnTo>
                  <a:lnTo>
                    <a:pt x="1130737" y="1355215"/>
                  </a:lnTo>
                  <a:lnTo>
                    <a:pt x="1130708" y="1355226"/>
                  </a:lnTo>
                  <a:lnTo>
                    <a:pt x="1130693" y="1355229"/>
                  </a:lnTo>
                  <a:lnTo>
                    <a:pt x="1130677" y="1355233"/>
                  </a:lnTo>
                  <a:lnTo>
                    <a:pt x="1130664" y="1355237"/>
                  </a:lnTo>
                  <a:lnTo>
                    <a:pt x="1130647" y="1355243"/>
                  </a:lnTo>
                  <a:lnTo>
                    <a:pt x="1130642" y="1355246"/>
                  </a:lnTo>
                  <a:lnTo>
                    <a:pt x="1130633" y="1355250"/>
                  </a:lnTo>
                  <a:lnTo>
                    <a:pt x="1130622" y="1355255"/>
                  </a:lnTo>
                  <a:lnTo>
                    <a:pt x="1130614" y="1355257"/>
                  </a:lnTo>
                  <a:lnTo>
                    <a:pt x="1130603" y="1355259"/>
                  </a:lnTo>
                  <a:lnTo>
                    <a:pt x="1130597" y="1355257"/>
                  </a:lnTo>
                  <a:lnTo>
                    <a:pt x="1130592" y="1355255"/>
                  </a:lnTo>
                  <a:lnTo>
                    <a:pt x="1130586" y="1355251"/>
                  </a:lnTo>
                  <a:lnTo>
                    <a:pt x="1130574" y="1355241"/>
                  </a:lnTo>
                  <a:lnTo>
                    <a:pt x="1130565" y="1355234"/>
                  </a:lnTo>
                  <a:lnTo>
                    <a:pt x="1130550" y="1355237"/>
                  </a:lnTo>
                  <a:lnTo>
                    <a:pt x="1130536" y="1355241"/>
                  </a:lnTo>
                  <a:lnTo>
                    <a:pt x="1130528" y="1355242"/>
                  </a:lnTo>
                  <a:lnTo>
                    <a:pt x="1130518" y="1355241"/>
                  </a:lnTo>
                  <a:lnTo>
                    <a:pt x="1130511" y="1355239"/>
                  </a:lnTo>
                  <a:lnTo>
                    <a:pt x="1130506" y="1355236"/>
                  </a:lnTo>
                  <a:lnTo>
                    <a:pt x="1130500" y="1355231"/>
                  </a:lnTo>
                  <a:lnTo>
                    <a:pt x="1130494" y="1355226"/>
                  </a:lnTo>
                  <a:lnTo>
                    <a:pt x="1130488" y="1355225"/>
                  </a:lnTo>
                  <a:lnTo>
                    <a:pt x="1130479" y="1355220"/>
                  </a:lnTo>
                  <a:lnTo>
                    <a:pt x="1130470" y="1355214"/>
                  </a:lnTo>
                  <a:lnTo>
                    <a:pt x="1130459" y="1355207"/>
                  </a:lnTo>
                  <a:lnTo>
                    <a:pt x="1130448" y="1355201"/>
                  </a:lnTo>
                  <a:lnTo>
                    <a:pt x="1130435" y="1355197"/>
                  </a:lnTo>
                  <a:lnTo>
                    <a:pt x="1130421" y="1355191"/>
                  </a:lnTo>
                  <a:lnTo>
                    <a:pt x="1130411" y="1355185"/>
                  </a:lnTo>
                  <a:lnTo>
                    <a:pt x="1130401" y="1355179"/>
                  </a:lnTo>
                  <a:lnTo>
                    <a:pt x="1130392" y="1355174"/>
                  </a:lnTo>
                  <a:lnTo>
                    <a:pt x="1130386" y="1355171"/>
                  </a:lnTo>
                  <a:lnTo>
                    <a:pt x="1130381" y="1355167"/>
                  </a:lnTo>
                  <a:lnTo>
                    <a:pt x="1130375" y="1355159"/>
                  </a:lnTo>
                  <a:lnTo>
                    <a:pt x="1130365" y="1355149"/>
                  </a:lnTo>
                  <a:lnTo>
                    <a:pt x="1130354" y="1355140"/>
                  </a:lnTo>
                  <a:lnTo>
                    <a:pt x="1130340" y="1355130"/>
                  </a:lnTo>
                  <a:lnTo>
                    <a:pt x="1130320" y="1355118"/>
                  </a:lnTo>
                  <a:lnTo>
                    <a:pt x="1130304" y="1355108"/>
                  </a:lnTo>
                  <a:lnTo>
                    <a:pt x="1130296" y="1355107"/>
                  </a:lnTo>
                  <a:lnTo>
                    <a:pt x="1130288" y="1355109"/>
                  </a:lnTo>
                  <a:lnTo>
                    <a:pt x="1130280" y="1355113"/>
                  </a:lnTo>
                  <a:lnTo>
                    <a:pt x="1130271" y="1355119"/>
                  </a:lnTo>
                  <a:lnTo>
                    <a:pt x="1130263" y="1355122"/>
                  </a:lnTo>
                  <a:lnTo>
                    <a:pt x="1130252" y="1355124"/>
                  </a:lnTo>
                  <a:lnTo>
                    <a:pt x="1130239" y="1355126"/>
                  </a:lnTo>
                  <a:lnTo>
                    <a:pt x="1130214" y="1355129"/>
                  </a:lnTo>
                  <a:lnTo>
                    <a:pt x="1130202" y="1355130"/>
                  </a:lnTo>
                  <a:lnTo>
                    <a:pt x="1130197" y="1355128"/>
                  </a:lnTo>
                  <a:lnTo>
                    <a:pt x="1130193" y="1355124"/>
                  </a:lnTo>
                  <a:lnTo>
                    <a:pt x="1130185" y="1355115"/>
                  </a:lnTo>
                  <a:lnTo>
                    <a:pt x="1130179" y="1355110"/>
                  </a:lnTo>
                  <a:lnTo>
                    <a:pt x="1130172" y="1355105"/>
                  </a:lnTo>
                  <a:lnTo>
                    <a:pt x="1130160" y="1355100"/>
                  </a:lnTo>
                  <a:lnTo>
                    <a:pt x="1130149" y="1355100"/>
                  </a:lnTo>
                  <a:lnTo>
                    <a:pt x="1130136" y="1355103"/>
                  </a:lnTo>
                  <a:lnTo>
                    <a:pt x="1130121" y="1355107"/>
                  </a:lnTo>
                  <a:lnTo>
                    <a:pt x="1130105" y="1355100"/>
                  </a:lnTo>
                  <a:lnTo>
                    <a:pt x="1130092" y="1355095"/>
                  </a:lnTo>
                  <a:lnTo>
                    <a:pt x="1130080" y="1355090"/>
                  </a:lnTo>
                  <a:lnTo>
                    <a:pt x="1130074" y="1355084"/>
                  </a:lnTo>
                  <a:lnTo>
                    <a:pt x="1130060" y="1355072"/>
                  </a:lnTo>
                  <a:lnTo>
                    <a:pt x="1130053" y="1355064"/>
                  </a:lnTo>
                  <a:lnTo>
                    <a:pt x="1130049" y="1355056"/>
                  </a:lnTo>
                  <a:lnTo>
                    <a:pt x="1130047" y="1355043"/>
                  </a:lnTo>
                  <a:lnTo>
                    <a:pt x="1130046" y="1355028"/>
                  </a:lnTo>
                  <a:lnTo>
                    <a:pt x="1130044" y="1355015"/>
                  </a:lnTo>
                  <a:lnTo>
                    <a:pt x="1130043" y="1355008"/>
                  </a:lnTo>
                  <a:lnTo>
                    <a:pt x="1130042" y="1355000"/>
                  </a:lnTo>
                  <a:lnTo>
                    <a:pt x="1130041" y="1354994"/>
                  </a:lnTo>
                  <a:lnTo>
                    <a:pt x="1130034" y="1354976"/>
                  </a:lnTo>
                  <a:lnTo>
                    <a:pt x="1130029" y="1354962"/>
                  </a:lnTo>
                  <a:lnTo>
                    <a:pt x="1130023" y="1354949"/>
                  </a:lnTo>
                  <a:lnTo>
                    <a:pt x="1130021" y="1354942"/>
                  </a:lnTo>
                  <a:lnTo>
                    <a:pt x="1130020" y="1354937"/>
                  </a:lnTo>
                  <a:lnTo>
                    <a:pt x="1130021" y="1354922"/>
                  </a:lnTo>
                  <a:lnTo>
                    <a:pt x="1130021" y="1354908"/>
                  </a:lnTo>
                  <a:lnTo>
                    <a:pt x="1130017" y="1354902"/>
                  </a:lnTo>
                  <a:lnTo>
                    <a:pt x="1130013" y="1354894"/>
                  </a:lnTo>
                  <a:lnTo>
                    <a:pt x="1130012" y="1354883"/>
                  </a:lnTo>
                  <a:lnTo>
                    <a:pt x="1130012" y="1354872"/>
                  </a:lnTo>
                  <a:lnTo>
                    <a:pt x="1130010" y="1354858"/>
                  </a:lnTo>
                  <a:lnTo>
                    <a:pt x="1129998" y="1354852"/>
                  </a:lnTo>
                  <a:lnTo>
                    <a:pt x="1129990" y="1354847"/>
                  </a:lnTo>
                  <a:lnTo>
                    <a:pt x="1129980" y="1354838"/>
                  </a:lnTo>
                  <a:lnTo>
                    <a:pt x="1129976" y="1354829"/>
                  </a:lnTo>
                  <a:lnTo>
                    <a:pt x="1129970" y="1354815"/>
                  </a:lnTo>
                  <a:lnTo>
                    <a:pt x="1129967" y="1354804"/>
                  </a:lnTo>
                  <a:lnTo>
                    <a:pt x="1129962" y="1354795"/>
                  </a:lnTo>
                  <a:lnTo>
                    <a:pt x="1129956" y="1354790"/>
                  </a:lnTo>
                  <a:lnTo>
                    <a:pt x="1129946" y="1354784"/>
                  </a:lnTo>
                  <a:lnTo>
                    <a:pt x="1129938" y="1354779"/>
                  </a:lnTo>
                  <a:lnTo>
                    <a:pt x="1129931" y="1354771"/>
                  </a:lnTo>
                  <a:lnTo>
                    <a:pt x="1129923" y="1354761"/>
                  </a:lnTo>
                  <a:lnTo>
                    <a:pt x="1129910" y="1354744"/>
                  </a:lnTo>
                  <a:lnTo>
                    <a:pt x="1129900" y="1354731"/>
                  </a:lnTo>
                  <a:lnTo>
                    <a:pt x="1129887" y="1354720"/>
                  </a:lnTo>
                  <a:lnTo>
                    <a:pt x="1129877" y="1354710"/>
                  </a:lnTo>
                  <a:lnTo>
                    <a:pt x="1129874" y="1354703"/>
                  </a:lnTo>
                  <a:lnTo>
                    <a:pt x="1129873" y="1354697"/>
                  </a:lnTo>
                  <a:lnTo>
                    <a:pt x="1129874" y="1354689"/>
                  </a:lnTo>
                  <a:lnTo>
                    <a:pt x="1129876" y="1354678"/>
                  </a:lnTo>
                  <a:lnTo>
                    <a:pt x="1129882" y="1354671"/>
                  </a:lnTo>
                  <a:lnTo>
                    <a:pt x="1129889" y="1354664"/>
                  </a:lnTo>
                  <a:lnTo>
                    <a:pt x="1129899" y="1354657"/>
                  </a:lnTo>
                  <a:lnTo>
                    <a:pt x="1129906" y="1354654"/>
                  </a:lnTo>
                  <a:lnTo>
                    <a:pt x="1129916" y="1354651"/>
                  </a:lnTo>
                  <a:lnTo>
                    <a:pt x="1129927" y="1354647"/>
                  </a:lnTo>
                  <a:lnTo>
                    <a:pt x="1129936" y="1354643"/>
                  </a:lnTo>
                  <a:lnTo>
                    <a:pt x="1129942" y="1354638"/>
                  </a:lnTo>
                  <a:lnTo>
                    <a:pt x="1129944" y="1354630"/>
                  </a:lnTo>
                  <a:lnTo>
                    <a:pt x="1129944" y="1354618"/>
                  </a:lnTo>
                  <a:lnTo>
                    <a:pt x="1129944" y="1354609"/>
                  </a:lnTo>
                  <a:lnTo>
                    <a:pt x="1129945" y="1354603"/>
                  </a:lnTo>
                  <a:lnTo>
                    <a:pt x="1129948" y="1354598"/>
                  </a:lnTo>
                  <a:lnTo>
                    <a:pt x="1129953" y="1354595"/>
                  </a:lnTo>
                  <a:lnTo>
                    <a:pt x="1129959" y="1354594"/>
                  </a:lnTo>
                  <a:lnTo>
                    <a:pt x="1129963" y="1354591"/>
                  </a:lnTo>
                  <a:lnTo>
                    <a:pt x="1129967" y="1354579"/>
                  </a:lnTo>
                  <a:lnTo>
                    <a:pt x="1129969" y="1354571"/>
                  </a:lnTo>
                  <a:lnTo>
                    <a:pt x="1129971" y="1354564"/>
                  </a:lnTo>
                  <a:lnTo>
                    <a:pt x="1129975" y="1354558"/>
                  </a:lnTo>
                  <a:lnTo>
                    <a:pt x="1129981" y="1354552"/>
                  </a:lnTo>
                  <a:lnTo>
                    <a:pt x="1129990" y="1354554"/>
                  </a:lnTo>
                  <a:lnTo>
                    <a:pt x="1129999" y="1354555"/>
                  </a:lnTo>
                  <a:lnTo>
                    <a:pt x="1130007" y="1354552"/>
                  </a:lnTo>
                  <a:lnTo>
                    <a:pt x="1130012" y="1354548"/>
                  </a:lnTo>
                  <a:lnTo>
                    <a:pt x="1130019" y="1354542"/>
                  </a:lnTo>
                  <a:lnTo>
                    <a:pt x="1130029" y="1354533"/>
                  </a:lnTo>
                  <a:lnTo>
                    <a:pt x="1130036" y="1354527"/>
                  </a:lnTo>
                  <a:lnTo>
                    <a:pt x="1130041" y="1354520"/>
                  </a:lnTo>
                  <a:lnTo>
                    <a:pt x="1130044" y="1354515"/>
                  </a:lnTo>
                  <a:lnTo>
                    <a:pt x="1130045" y="1354511"/>
                  </a:lnTo>
                  <a:lnTo>
                    <a:pt x="1130045" y="1354506"/>
                  </a:lnTo>
                  <a:lnTo>
                    <a:pt x="1130043" y="1354497"/>
                  </a:lnTo>
                  <a:lnTo>
                    <a:pt x="1130040" y="1354488"/>
                  </a:lnTo>
                  <a:lnTo>
                    <a:pt x="1130037" y="1354478"/>
                  </a:lnTo>
                  <a:lnTo>
                    <a:pt x="1130033" y="1354464"/>
                  </a:lnTo>
                  <a:lnTo>
                    <a:pt x="1130032" y="1354457"/>
                  </a:lnTo>
                  <a:lnTo>
                    <a:pt x="1130035" y="1354450"/>
                  </a:lnTo>
                  <a:lnTo>
                    <a:pt x="1130045" y="1354438"/>
                  </a:lnTo>
                  <a:lnTo>
                    <a:pt x="1130055" y="1354428"/>
                  </a:lnTo>
                  <a:lnTo>
                    <a:pt x="1130064" y="1354418"/>
                  </a:lnTo>
                  <a:lnTo>
                    <a:pt x="1130070" y="1354412"/>
                  </a:lnTo>
                  <a:lnTo>
                    <a:pt x="1130077" y="1354405"/>
                  </a:lnTo>
                  <a:lnTo>
                    <a:pt x="1130084" y="1354399"/>
                  </a:lnTo>
                  <a:lnTo>
                    <a:pt x="1130091" y="1354396"/>
                  </a:lnTo>
                  <a:lnTo>
                    <a:pt x="1130099" y="1354394"/>
                  </a:lnTo>
                  <a:lnTo>
                    <a:pt x="1130100" y="1354388"/>
                  </a:lnTo>
                  <a:lnTo>
                    <a:pt x="1130099" y="1354371"/>
                  </a:lnTo>
                  <a:lnTo>
                    <a:pt x="1130098" y="1354359"/>
                  </a:lnTo>
                  <a:lnTo>
                    <a:pt x="1130096" y="1354354"/>
                  </a:lnTo>
                  <a:lnTo>
                    <a:pt x="1130092" y="1354352"/>
                  </a:lnTo>
                  <a:lnTo>
                    <a:pt x="1130079" y="1354347"/>
                  </a:lnTo>
                  <a:lnTo>
                    <a:pt x="1130070" y="1354341"/>
                  </a:lnTo>
                  <a:lnTo>
                    <a:pt x="1130062" y="1354334"/>
                  </a:lnTo>
                  <a:lnTo>
                    <a:pt x="1130056" y="1354328"/>
                  </a:lnTo>
                  <a:lnTo>
                    <a:pt x="1130049" y="1354322"/>
                  </a:lnTo>
                  <a:lnTo>
                    <a:pt x="1130039" y="1354316"/>
                  </a:lnTo>
                  <a:lnTo>
                    <a:pt x="1130024" y="1354309"/>
                  </a:lnTo>
                  <a:lnTo>
                    <a:pt x="1130012" y="1354300"/>
                  </a:lnTo>
                  <a:lnTo>
                    <a:pt x="1129999" y="1354288"/>
                  </a:lnTo>
                  <a:lnTo>
                    <a:pt x="1129993" y="1354280"/>
                  </a:lnTo>
                  <a:lnTo>
                    <a:pt x="1129990" y="1354274"/>
                  </a:lnTo>
                  <a:lnTo>
                    <a:pt x="1129986" y="1354267"/>
                  </a:lnTo>
                  <a:lnTo>
                    <a:pt x="1129979" y="1354266"/>
                  </a:lnTo>
                  <a:lnTo>
                    <a:pt x="1129966" y="1354266"/>
                  </a:lnTo>
                  <a:lnTo>
                    <a:pt x="1129952" y="1354264"/>
                  </a:lnTo>
                  <a:lnTo>
                    <a:pt x="1129946" y="1354262"/>
                  </a:lnTo>
                  <a:lnTo>
                    <a:pt x="1129940" y="1354260"/>
                  </a:lnTo>
                  <a:lnTo>
                    <a:pt x="1129931" y="1354256"/>
                  </a:lnTo>
                  <a:lnTo>
                    <a:pt x="1129924" y="1354251"/>
                  </a:lnTo>
                  <a:lnTo>
                    <a:pt x="1129915" y="1354246"/>
                  </a:lnTo>
                  <a:lnTo>
                    <a:pt x="1129910" y="1354245"/>
                  </a:lnTo>
                  <a:lnTo>
                    <a:pt x="1129902" y="1354243"/>
                  </a:lnTo>
                  <a:lnTo>
                    <a:pt x="1129896" y="1354241"/>
                  </a:lnTo>
                  <a:lnTo>
                    <a:pt x="1129887" y="1354237"/>
                  </a:lnTo>
                  <a:lnTo>
                    <a:pt x="1129870" y="1354227"/>
                  </a:lnTo>
                  <a:lnTo>
                    <a:pt x="1129861" y="1354230"/>
                  </a:lnTo>
                  <a:lnTo>
                    <a:pt x="1129849" y="1354235"/>
                  </a:lnTo>
                  <a:lnTo>
                    <a:pt x="1129834" y="1354238"/>
                  </a:lnTo>
                  <a:lnTo>
                    <a:pt x="1129817" y="1354238"/>
                  </a:lnTo>
                  <a:lnTo>
                    <a:pt x="1129803" y="1354235"/>
                  </a:lnTo>
                  <a:lnTo>
                    <a:pt x="1129787" y="1354228"/>
                  </a:lnTo>
                  <a:lnTo>
                    <a:pt x="1129776" y="1354219"/>
                  </a:lnTo>
                  <a:lnTo>
                    <a:pt x="1129758" y="1354210"/>
                  </a:lnTo>
                  <a:lnTo>
                    <a:pt x="1129742" y="1354206"/>
                  </a:lnTo>
                  <a:lnTo>
                    <a:pt x="1129729" y="1354207"/>
                  </a:lnTo>
                  <a:lnTo>
                    <a:pt x="1129717" y="1354214"/>
                  </a:lnTo>
                  <a:lnTo>
                    <a:pt x="1129703" y="1354222"/>
                  </a:lnTo>
                  <a:lnTo>
                    <a:pt x="1129685" y="1354224"/>
                  </a:lnTo>
                  <a:lnTo>
                    <a:pt x="1129673" y="1354223"/>
                  </a:lnTo>
                  <a:lnTo>
                    <a:pt x="1129662" y="1354221"/>
                  </a:lnTo>
                  <a:lnTo>
                    <a:pt x="1129654" y="1354220"/>
                  </a:lnTo>
                  <a:lnTo>
                    <a:pt x="1129644" y="1354217"/>
                  </a:lnTo>
                  <a:lnTo>
                    <a:pt x="1129633" y="1354212"/>
                  </a:lnTo>
                  <a:lnTo>
                    <a:pt x="1129616" y="1354195"/>
                  </a:lnTo>
                  <a:lnTo>
                    <a:pt x="1129601" y="1354182"/>
                  </a:lnTo>
                  <a:lnTo>
                    <a:pt x="1129588" y="1354171"/>
                  </a:lnTo>
                  <a:lnTo>
                    <a:pt x="1129581" y="1354166"/>
                  </a:lnTo>
                  <a:lnTo>
                    <a:pt x="1129572" y="1354160"/>
                  </a:lnTo>
                  <a:lnTo>
                    <a:pt x="1129560" y="1354159"/>
                  </a:lnTo>
                  <a:lnTo>
                    <a:pt x="1129544" y="1354160"/>
                  </a:lnTo>
                  <a:lnTo>
                    <a:pt x="1129529" y="1354161"/>
                  </a:lnTo>
                  <a:lnTo>
                    <a:pt x="1129512" y="1354164"/>
                  </a:lnTo>
                  <a:lnTo>
                    <a:pt x="1129495" y="1354166"/>
                  </a:lnTo>
                  <a:lnTo>
                    <a:pt x="1129477" y="1354169"/>
                  </a:lnTo>
                  <a:lnTo>
                    <a:pt x="1129464" y="1354171"/>
                  </a:lnTo>
                  <a:lnTo>
                    <a:pt x="1129452" y="1354173"/>
                  </a:lnTo>
                  <a:lnTo>
                    <a:pt x="1129440" y="1354172"/>
                  </a:lnTo>
                  <a:lnTo>
                    <a:pt x="1129425" y="1354171"/>
                  </a:lnTo>
                  <a:lnTo>
                    <a:pt x="1129410" y="1354169"/>
                  </a:lnTo>
                  <a:lnTo>
                    <a:pt x="1129393" y="1354169"/>
                  </a:lnTo>
                  <a:lnTo>
                    <a:pt x="1129373" y="1354169"/>
                  </a:lnTo>
                  <a:lnTo>
                    <a:pt x="1129353" y="1354172"/>
                  </a:lnTo>
                  <a:lnTo>
                    <a:pt x="1129335" y="1354176"/>
                  </a:lnTo>
                  <a:lnTo>
                    <a:pt x="1129323" y="1354179"/>
                  </a:lnTo>
                  <a:lnTo>
                    <a:pt x="1129315" y="1354180"/>
                  </a:lnTo>
                  <a:lnTo>
                    <a:pt x="1129309" y="1354180"/>
                  </a:lnTo>
                  <a:lnTo>
                    <a:pt x="1129302" y="1354180"/>
                  </a:lnTo>
                  <a:lnTo>
                    <a:pt x="1129288" y="1354178"/>
                  </a:lnTo>
                  <a:lnTo>
                    <a:pt x="1129277" y="1354174"/>
                  </a:lnTo>
                  <a:lnTo>
                    <a:pt x="1129270" y="1354172"/>
                  </a:lnTo>
                  <a:lnTo>
                    <a:pt x="1129260" y="1354169"/>
                  </a:lnTo>
                  <a:lnTo>
                    <a:pt x="1129256" y="1354168"/>
                  </a:lnTo>
                  <a:lnTo>
                    <a:pt x="1129247" y="1354172"/>
                  </a:lnTo>
                  <a:lnTo>
                    <a:pt x="1129240" y="1354177"/>
                  </a:lnTo>
                  <a:lnTo>
                    <a:pt x="1129226" y="1354186"/>
                  </a:lnTo>
                  <a:lnTo>
                    <a:pt x="1129217" y="1354190"/>
                  </a:lnTo>
                  <a:lnTo>
                    <a:pt x="1129210" y="1354190"/>
                  </a:lnTo>
                  <a:lnTo>
                    <a:pt x="1129203" y="1354183"/>
                  </a:lnTo>
                  <a:lnTo>
                    <a:pt x="1129195" y="1354175"/>
                  </a:lnTo>
                  <a:lnTo>
                    <a:pt x="1129184" y="1354160"/>
                  </a:lnTo>
                  <a:lnTo>
                    <a:pt x="1129176" y="1354146"/>
                  </a:lnTo>
                  <a:lnTo>
                    <a:pt x="1129167" y="1354135"/>
                  </a:lnTo>
                  <a:lnTo>
                    <a:pt x="1129154" y="1354118"/>
                  </a:lnTo>
                  <a:lnTo>
                    <a:pt x="1129140" y="1354100"/>
                  </a:lnTo>
                  <a:lnTo>
                    <a:pt x="1129132" y="1354087"/>
                  </a:lnTo>
                  <a:lnTo>
                    <a:pt x="1129119" y="1354069"/>
                  </a:lnTo>
                  <a:lnTo>
                    <a:pt x="1129109" y="1354060"/>
                  </a:lnTo>
                  <a:lnTo>
                    <a:pt x="1129097" y="1354053"/>
                  </a:lnTo>
                  <a:lnTo>
                    <a:pt x="1129090" y="1354051"/>
                  </a:lnTo>
                  <a:lnTo>
                    <a:pt x="1129081" y="1354050"/>
                  </a:lnTo>
                  <a:lnTo>
                    <a:pt x="1129073" y="1354050"/>
                  </a:lnTo>
                  <a:lnTo>
                    <a:pt x="1129067" y="1354049"/>
                  </a:lnTo>
                  <a:lnTo>
                    <a:pt x="1129057" y="1354044"/>
                  </a:lnTo>
                  <a:lnTo>
                    <a:pt x="1129047" y="1354039"/>
                  </a:lnTo>
                  <a:lnTo>
                    <a:pt x="1129035" y="1354032"/>
                  </a:lnTo>
                  <a:lnTo>
                    <a:pt x="1129024" y="1354022"/>
                  </a:lnTo>
                  <a:lnTo>
                    <a:pt x="1129016" y="1354012"/>
                  </a:lnTo>
                  <a:lnTo>
                    <a:pt x="1129011" y="1354000"/>
                  </a:lnTo>
                  <a:lnTo>
                    <a:pt x="1129009" y="1353990"/>
                  </a:lnTo>
                  <a:lnTo>
                    <a:pt x="1129005" y="1353975"/>
                  </a:lnTo>
                  <a:lnTo>
                    <a:pt x="1128996" y="1353953"/>
                  </a:lnTo>
                  <a:lnTo>
                    <a:pt x="1128986" y="1353932"/>
                  </a:lnTo>
                  <a:lnTo>
                    <a:pt x="1128975" y="1353913"/>
                  </a:lnTo>
                  <a:lnTo>
                    <a:pt x="1128975" y="1353908"/>
                  </a:lnTo>
                  <a:lnTo>
                    <a:pt x="1128976" y="1353901"/>
                  </a:lnTo>
                  <a:lnTo>
                    <a:pt x="1128976" y="1353896"/>
                  </a:lnTo>
                  <a:lnTo>
                    <a:pt x="1128971" y="1353891"/>
                  </a:lnTo>
                  <a:lnTo>
                    <a:pt x="1128965" y="1353887"/>
                  </a:lnTo>
                  <a:lnTo>
                    <a:pt x="1128951" y="1353876"/>
                  </a:lnTo>
                  <a:lnTo>
                    <a:pt x="1128941" y="1353864"/>
                  </a:lnTo>
                  <a:lnTo>
                    <a:pt x="1128929" y="1353843"/>
                  </a:lnTo>
                  <a:lnTo>
                    <a:pt x="1128919" y="1353830"/>
                  </a:lnTo>
                  <a:lnTo>
                    <a:pt x="1128910" y="1353817"/>
                  </a:lnTo>
                  <a:lnTo>
                    <a:pt x="1128910" y="1353811"/>
                  </a:lnTo>
                  <a:lnTo>
                    <a:pt x="1128909" y="1353805"/>
                  </a:lnTo>
                  <a:lnTo>
                    <a:pt x="1128905" y="1353800"/>
                  </a:lnTo>
                  <a:lnTo>
                    <a:pt x="1128896" y="1353790"/>
                  </a:lnTo>
                  <a:lnTo>
                    <a:pt x="1128888" y="1353782"/>
                  </a:lnTo>
                  <a:lnTo>
                    <a:pt x="1128874" y="1353764"/>
                  </a:lnTo>
                  <a:lnTo>
                    <a:pt x="1128863" y="1353755"/>
                  </a:lnTo>
                  <a:lnTo>
                    <a:pt x="1128849" y="1353746"/>
                  </a:lnTo>
                  <a:lnTo>
                    <a:pt x="1128837" y="1353738"/>
                  </a:lnTo>
                  <a:lnTo>
                    <a:pt x="1128824" y="1353728"/>
                  </a:lnTo>
                  <a:lnTo>
                    <a:pt x="1128807" y="1353715"/>
                  </a:lnTo>
                  <a:lnTo>
                    <a:pt x="1128796" y="1353704"/>
                  </a:lnTo>
                  <a:lnTo>
                    <a:pt x="1128793" y="1353701"/>
                  </a:lnTo>
                  <a:lnTo>
                    <a:pt x="1128788" y="1353693"/>
                  </a:lnTo>
                  <a:lnTo>
                    <a:pt x="1128779" y="1353672"/>
                  </a:lnTo>
                  <a:lnTo>
                    <a:pt x="1128777" y="1353664"/>
                  </a:lnTo>
                  <a:lnTo>
                    <a:pt x="1128776" y="1353659"/>
                  </a:lnTo>
                  <a:lnTo>
                    <a:pt x="1128777" y="1353650"/>
                  </a:lnTo>
                  <a:lnTo>
                    <a:pt x="1128784" y="1353631"/>
                  </a:lnTo>
                  <a:lnTo>
                    <a:pt x="1128791" y="1353611"/>
                  </a:lnTo>
                  <a:lnTo>
                    <a:pt x="1128802" y="1353585"/>
                  </a:lnTo>
                  <a:lnTo>
                    <a:pt x="1128807" y="1353570"/>
                  </a:lnTo>
                  <a:lnTo>
                    <a:pt x="1128817" y="1353546"/>
                  </a:lnTo>
                  <a:lnTo>
                    <a:pt x="1128826" y="1353527"/>
                  </a:lnTo>
                  <a:lnTo>
                    <a:pt x="1128835" y="1353506"/>
                  </a:lnTo>
                  <a:lnTo>
                    <a:pt x="1128836" y="1353501"/>
                  </a:lnTo>
                  <a:lnTo>
                    <a:pt x="1128833" y="1353497"/>
                  </a:lnTo>
                  <a:lnTo>
                    <a:pt x="1128826" y="1353494"/>
                  </a:lnTo>
                  <a:lnTo>
                    <a:pt x="1128815" y="1353489"/>
                  </a:lnTo>
                  <a:lnTo>
                    <a:pt x="1128803" y="1353484"/>
                  </a:lnTo>
                  <a:lnTo>
                    <a:pt x="1128797" y="1353477"/>
                  </a:lnTo>
                  <a:lnTo>
                    <a:pt x="1128792" y="1353461"/>
                  </a:lnTo>
                  <a:lnTo>
                    <a:pt x="1128789" y="1353448"/>
                  </a:lnTo>
                  <a:lnTo>
                    <a:pt x="1128782" y="1353424"/>
                  </a:lnTo>
                  <a:lnTo>
                    <a:pt x="1128778" y="1353409"/>
                  </a:lnTo>
                  <a:lnTo>
                    <a:pt x="1128774" y="1353400"/>
                  </a:lnTo>
                  <a:lnTo>
                    <a:pt x="1128770" y="1353390"/>
                  </a:lnTo>
                  <a:lnTo>
                    <a:pt x="1128762" y="1353384"/>
                  </a:lnTo>
                  <a:lnTo>
                    <a:pt x="1128758" y="1353382"/>
                  </a:lnTo>
                  <a:lnTo>
                    <a:pt x="1128750" y="1353381"/>
                  </a:lnTo>
                  <a:lnTo>
                    <a:pt x="1128744" y="1353383"/>
                  </a:lnTo>
                  <a:lnTo>
                    <a:pt x="1128739" y="1353387"/>
                  </a:lnTo>
                  <a:lnTo>
                    <a:pt x="1128728" y="1353395"/>
                  </a:lnTo>
                  <a:lnTo>
                    <a:pt x="1128723" y="1353400"/>
                  </a:lnTo>
                  <a:lnTo>
                    <a:pt x="1128717" y="1353401"/>
                  </a:lnTo>
                  <a:lnTo>
                    <a:pt x="1128710" y="1353398"/>
                  </a:lnTo>
                  <a:lnTo>
                    <a:pt x="1128708" y="1353392"/>
                  </a:lnTo>
                  <a:lnTo>
                    <a:pt x="1128710" y="1353387"/>
                  </a:lnTo>
                  <a:lnTo>
                    <a:pt x="1128713" y="1353376"/>
                  </a:lnTo>
                  <a:lnTo>
                    <a:pt x="1128719" y="1353357"/>
                  </a:lnTo>
                  <a:lnTo>
                    <a:pt x="1128722" y="1353341"/>
                  </a:lnTo>
                  <a:lnTo>
                    <a:pt x="1128722" y="1353322"/>
                  </a:lnTo>
                  <a:lnTo>
                    <a:pt x="1128721" y="1353306"/>
                  </a:lnTo>
                  <a:lnTo>
                    <a:pt x="1128718" y="1353290"/>
                  </a:lnTo>
                  <a:lnTo>
                    <a:pt x="1128715" y="1353284"/>
                  </a:lnTo>
                  <a:lnTo>
                    <a:pt x="1128708" y="1353278"/>
                  </a:lnTo>
                  <a:lnTo>
                    <a:pt x="1128698" y="1353274"/>
                  </a:lnTo>
                  <a:lnTo>
                    <a:pt x="1128685" y="1353268"/>
                  </a:lnTo>
                  <a:lnTo>
                    <a:pt x="1128675" y="1353263"/>
                  </a:lnTo>
                  <a:lnTo>
                    <a:pt x="1128665" y="1353255"/>
                  </a:lnTo>
                  <a:lnTo>
                    <a:pt x="1128654" y="1353245"/>
                  </a:lnTo>
                  <a:lnTo>
                    <a:pt x="1128649" y="1353240"/>
                  </a:lnTo>
                  <a:lnTo>
                    <a:pt x="1128643" y="1353239"/>
                  </a:lnTo>
                  <a:lnTo>
                    <a:pt x="1128638" y="1353240"/>
                  </a:lnTo>
                  <a:lnTo>
                    <a:pt x="1128633" y="1353241"/>
                  </a:lnTo>
                  <a:lnTo>
                    <a:pt x="1128627" y="1353250"/>
                  </a:lnTo>
                  <a:lnTo>
                    <a:pt x="1128622" y="1353262"/>
                  </a:lnTo>
                  <a:lnTo>
                    <a:pt x="1128618" y="1353271"/>
                  </a:lnTo>
                  <a:lnTo>
                    <a:pt x="1128611" y="1353282"/>
                  </a:lnTo>
                  <a:lnTo>
                    <a:pt x="1128601" y="1353288"/>
                  </a:lnTo>
                  <a:lnTo>
                    <a:pt x="1128592" y="1353288"/>
                  </a:lnTo>
                  <a:lnTo>
                    <a:pt x="1128573" y="1353282"/>
                  </a:lnTo>
                  <a:lnTo>
                    <a:pt x="1128559" y="1353278"/>
                  </a:lnTo>
                  <a:lnTo>
                    <a:pt x="1128546" y="1353273"/>
                  </a:lnTo>
                  <a:lnTo>
                    <a:pt x="1128527" y="1353268"/>
                  </a:lnTo>
                  <a:lnTo>
                    <a:pt x="1128507" y="1353261"/>
                  </a:lnTo>
                  <a:lnTo>
                    <a:pt x="1128496" y="1353257"/>
                  </a:lnTo>
                  <a:lnTo>
                    <a:pt x="1128474" y="1353247"/>
                  </a:lnTo>
                  <a:lnTo>
                    <a:pt x="1128470" y="1353249"/>
                  </a:lnTo>
                  <a:lnTo>
                    <a:pt x="1128466" y="1353253"/>
                  </a:lnTo>
                  <a:lnTo>
                    <a:pt x="1128460" y="1353260"/>
                  </a:lnTo>
                  <a:lnTo>
                    <a:pt x="1128451" y="1353267"/>
                  </a:lnTo>
                  <a:lnTo>
                    <a:pt x="1128440" y="1353272"/>
                  </a:lnTo>
                  <a:lnTo>
                    <a:pt x="1128414" y="1353283"/>
                  </a:lnTo>
                  <a:lnTo>
                    <a:pt x="1128398" y="1353290"/>
                  </a:lnTo>
                  <a:lnTo>
                    <a:pt x="1128391" y="1353293"/>
                  </a:lnTo>
                  <a:lnTo>
                    <a:pt x="1128385" y="1353294"/>
                  </a:lnTo>
                  <a:lnTo>
                    <a:pt x="1128380" y="1353293"/>
                  </a:lnTo>
                  <a:lnTo>
                    <a:pt x="1128371" y="1353287"/>
                  </a:lnTo>
                  <a:lnTo>
                    <a:pt x="1128359" y="1353273"/>
                  </a:lnTo>
                  <a:lnTo>
                    <a:pt x="1128352" y="1353267"/>
                  </a:lnTo>
                  <a:lnTo>
                    <a:pt x="1128347" y="1353266"/>
                  </a:lnTo>
                  <a:lnTo>
                    <a:pt x="1128333" y="1353268"/>
                  </a:lnTo>
                  <a:lnTo>
                    <a:pt x="1128313" y="1353271"/>
                  </a:lnTo>
                  <a:lnTo>
                    <a:pt x="1128289" y="1353276"/>
                  </a:lnTo>
                  <a:lnTo>
                    <a:pt x="1128275" y="1353279"/>
                  </a:lnTo>
                  <a:lnTo>
                    <a:pt x="1128266" y="1353281"/>
                  </a:lnTo>
                  <a:lnTo>
                    <a:pt x="1128260" y="1353280"/>
                  </a:lnTo>
                  <a:lnTo>
                    <a:pt x="1128249" y="1353272"/>
                  </a:lnTo>
                  <a:lnTo>
                    <a:pt x="1128241" y="1353269"/>
                  </a:lnTo>
                  <a:lnTo>
                    <a:pt x="1128235" y="1353272"/>
                  </a:lnTo>
                  <a:lnTo>
                    <a:pt x="1128227" y="1353280"/>
                  </a:lnTo>
                  <a:lnTo>
                    <a:pt x="1128218" y="1353289"/>
                  </a:lnTo>
                  <a:lnTo>
                    <a:pt x="1128203" y="1353298"/>
                  </a:lnTo>
                  <a:lnTo>
                    <a:pt x="1128188" y="1353308"/>
                  </a:lnTo>
                  <a:lnTo>
                    <a:pt x="1128182" y="1353310"/>
                  </a:lnTo>
                  <a:lnTo>
                    <a:pt x="1128168" y="1353310"/>
                  </a:lnTo>
                  <a:lnTo>
                    <a:pt x="1128157" y="1353310"/>
                  </a:lnTo>
                  <a:lnTo>
                    <a:pt x="1128151" y="1353311"/>
                  </a:lnTo>
                  <a:lnTo>
                    <a:pt x="1128142" y="1353318"/>
                  </a:lnTo>
                  <a:lnTo>
                    <a:pt x="1128129" y="1353331"/>
                  </a:lnTo>
                  <a:lnTo>
                    <a:pt x="1128120" y="1353341"/>
                  </a:lnTo>
                  <a:lnTo>
                    <a:pt x="1128116" y="1353346"/>
                  </a:lnTo>
                  <a:lnTo>
                    <a:pt x="1128106" y="1353351"/>
                  </a:lnTo>
                  <a:lnTo>
                    <a:pt x="1128098" y="1353350"/>
                  </a:lnTo>
                  <a:lnTo>
                    <a:pt x="1128083" y="1353344"/>
                  </a:lnTo>
                  <a:lnTo>
                    <a:pt x="1128076" y="1353341"/>
                  </a:lnTo>
                  <a:lnTo>
                    <a:pt x="1128052" y="1353331"/>
                  </a:lnTo>
                  <a:lnTo>
                    <a:pt x="1128022" y="1353315"/>
                  </a:lnTo>
                  <a:lnTo>
                    <a:pt x="1128014" y="1353311"/>
                  </a:lnTo>
                  <a:lnTo>
                    <a:pt x="1127998" y="1353301"/>
                  </a:lnTo>
                  <a:lnTo>
                    <a:pt x="1127984" y="1353290"/>
                  </a:lnTo>
                  <a:lnTo>
                    <a:pt x="1127971" y="1353279"/>
                  </a:lnTo>
                  <a:lnTo>
                    <a:pt x="1127963" y="1353267"/>
                  </a:lnTo>
                  <a:lnTo>
                    <a:pt x="1127958" y="1353257"/>
                  </a:lnTo>
                  <a:lnTo>
                    <a:pt x="1127952" y="1353244"/>
                  </a:lnTo>
                  <a:lnTo>
                    <a:pt x="1127948" y="1353231"/>
                  </a:lnTo>
                  <a:lnTo>
                    <a:pt x="1127943" y="1353217"/>
                  </a:lnTo>
                  <a:lnTo>
                    <a:pt x="1127938" y="1353205"/>
                  </a:lnTo>
                  <a:lnTo>
                    <a:pt x="1127931" y="1353199"/>
                  </a:lnTo>
                  <a:lnTo>
                    <a:pt x="1127923" y="1353199"/>
                  </a:lnTo>
                  <a:lnTo>
                    <a:pt x="1127915" y="1353204"/>
                  </a:lnTo>
                  <a:lnTo>
                    <a:pt x="1127911" y="1353205"/>
                  </a:lnTo>
                  <a:lnTo>
                    <a:pt x="1127908" y="1353202"/>
                  </a:lnTo>
                  <a:lnTo>
                    <a:pt x="1127902" y="1353193"/>
                  </a:lnTo>
                  <a:lnTo>
                    <a:pt x="1127896" y="1353182"/>
                  </a:lnTo>
                  <a:lnTo>
                    <a:pt x="1127888" y="1353172"/>
                  </a:lnTo>
                  <a:lnTo>
                    <a:pt x="1127882" y="1353162"/>
                  </a:lnTo>
                  <a:lnTo>
                    <a:pt x="1127875" y="1353153"/>
                  </a:lnTo>
                  <a:lnTo>
                    <a:pt x="1127869" y="1353147"/>
                  </a:lnTo>
                  <a:lnTo>
                    <a:pt x="1127860" y="1353142"/>
                  </a:lnTo>
                  <a:lnTo>
                    <a:pt x="1127852" y="1353138"/>
                  </a:lnTo>
                  <a:lnTo>
                    <a:pt x="1127840" y="1353135"/>
                  </a:lnTo>
                  <a:lnTo>
                    <a:pt x="1127827" y="1353135"/>
                  </a:lnTo>
                  <a:lnTo>
                    <a:pt x="1127815" y="1353133"/>
                  </a:lnTo>
                  <a:lnTo>
                    <a:pt x="1127807" y="1353129"/>
                  </a:lnTo>
                  <a:lnTo>
                    <a:pt x="1127798" y="1353122"/>
                  </a:lnTo>
                  <a:lnTo>
                    <a:pt x="1127787" y="1353112"/>
                  </a:lnTo>
                  <a:lnTo>
                    <a:pt x="1127777" y="1353103"/>
                  </a:lnTo>
                  <a:lnTo>
                    <a:pt x="1127767" y="1353091"/>
                  </a:lnTo>
                  <a:lnTo>
                    <a:pt x="1127757" y="1353074"/>
                  </a:lnTo>
                  <a:lnTo>
                    <a:pt x="1127753" y="1353062"/>
                  </a:lnTo>
                  <a:lnTo>
                    <a:pt x="1127750" y="1353053"/>
                  </a:lnTo>
                  <a:lnTo>
                    <a:pt x="1127748" y="1353044"/>
                  </a:lnTo>
                  <a:lnTo>
                    <a:pt x="1127747" y="1353038"/>
                  </a:lnTo>
                  <a:lnTo>
                    <a:pt x="1127747" y="1353034"/>
                  </a:lnTo>
                  <a:lnTo>
                    <a:pt x="1127748" y="1353029"/>
                  </a:lnTo>
                  <a:lnTo>
                    <a:pt x="1127750" y="1353023"/>
                  </a:lnTo>
                  <a:lnTo>
                    <a:pt x="1127752" y="1353016"/>
                  </a:lnTo>
                  <a:lnTo>
                    <a:pt x="1127754" y="1353009"/>
                  </a:lnTo>
                  <a:lnTo>
                    <a:pt x="1127758" y="1352994"/>
                  </a:lnTo>
                  <a:lnTo>
                    <a:pt x="1127758" y="1352987"/>
                  </a:lnTo>
                  <a:lnTo>
                    <a:pt x="1127758" y="1352979"/>
                  </a:lnTo>
                  <a:lnTo>
                    <a:pt x="1127757" y="1352967"/>
                  </a:lnTo>
                  <a:lnTo>
                    <a:pt x="1127756" y="1352954"/>
                  </a:lnTo>
                  <a:lnTo>
                    <a:pt x="1127757" y="1352941"/>
                  </a:lnTo>
                  <a:lnTo>
                    <a:pt x="1127756" y="1352931"/>
                  </a:lnTo>
                  <a:lnTo>
                    <a:pt x="1127755" y="1352923"/>
                  </a:lnTo>
                  <a:lnTo>
                    <a:pt x="1127754" y="1352915"/>
                  </a:lnTo>
                  <a:lnTo>
                    <a:pt x="1127750" y="1352904"/>
                  </a:lnTo>
                  <a:lnTo>
                    <a:pt x="1127747" y="1352898"/>
                  </a:lnTo>
                  <a:lnTo>
                    <a:pt x="1127743" y="1352894"/>
                  </a:lnTo>
                  <a:lnTo>
                    <a:pt x="1127731" y="1352893"/>
                  </a:lnTo>
                  <a:lnTo>
                    <a:pt x="1127718" y="1352890"/>
                  </a:lnTo>
                  <a:lnTo>
                    <a:pt x="1127706" y="1352887"/>
                  </a:lnTo>
                  <a:lnTo>
                    <a:pt x="1127697" y="1352880"/>
                  </a:lnTo>
                  <a:lnTo>
                    <a:pt x="1127690" y="1352873"/>
                  </a:lnTo>
                  <a:lnTo>
                    <a:pt x="1127678" y="1352863"/>
                  </a:lnTo>
                  <a:lnTo>
                    <a:pt x="1127668" y="1352845"/>
                  </a:lnTo>
                  <a:lnTo>
                    <a:pt x="1127664" y="1352839"/>
                  </a:lnTo>
                  <a:lnTo>
                    <a:pt x="1127657" y="1352825"/>
                  </a:lnTo>
                  <a:lnTo>
                    <a:pt x="1127652" y="1352819"/>
                  </a:lnTo>
                  <a:lnTo>
                    <a:pt x="1127646" y="1352819"/>
                  </a:lnTo>
                  <a:lnTo>
                    <a:pt x="1127638" y="1352819"/>
                  </a:lnTo>
                  <a:lnTo>
                    <a:pt x="1127629" y="1352819"/>
                  </a:lnTo>
                  <a:lnTo>
                    <a:pt x="1127618" y="1352820"/>
                  </a:lnTo>
                  <a:lnTo>
                    <a:pt x="1127606" y="1352822"/>
                  </a:lnTo>
                  <a:lnTo>
                    <a:pt x="1127597" y="1352824"/>
                  </a:lnTo>
                  <a:lnTo>
                    <a:pt x="1127587" y="1352827"/>
                  </a:lnTo>
                  <a:lnTo>
                    <a:pt x="1127582" y="1352830"/>
                  </a:lnTo>
                  <a:lnTo>
                    <a:pt x="1127573" y="1352840"/>
                  </a:lnTo>
                  <a:lnTo>
                    <a:pt x="1127567" y="1352846"/>
                  </a:lnTo>
                  <a:lnTo>
                    <a:pt x="1127559" y="1352851"/>
                  </a:lnTo>
                  <a:lnTo>
                    <a:pt x="1127551" y="1352850"/>
                  </a:lnTo>
                  <a:lnTo>
                    <a:pt x="1127547" y="1352847"/>
                  </a:lnTo>
                  <a:lnTo>
                    <a:pt x="1127544" y="1352839"/>
                  </a:lnTo>
                  <a:lnTo>
                    <a:pt x="1127544" y="1352828"/>
                  </a:lnTo>
                  <a:lnTo>
                    <a:pt x="1127544" y="1352817"/>
                  </a:lnTo>
                  <a:lnTo>
                    <a:pt x="1127542" y="1352813"/>
                  </a:lnTo>
                  <a:lnTo>
                    <a:pt x="1127537" y="1352811"/>
                  </a:lnTo>
                  <a:lnTo>
                    <a:pt x="1127530" y="1352811"/>
                  </a:lnTo>
                  <a:lnTo>
                    <a:pt x="1127524" y="1352813"/>
                  </a:lnTo>
                  <a:lnTo>
                    <a:pt x="1127514" y="1352816"/>
                  </a:lnTo>
                  <a:lnTo>
                    <a:pt x="1127503" y="1352821"/>
                  </a:lnTo>
                  <a:lnTo>
                    <a:pt x="1127492" y="1352825"/>
                  </a:lnTo>
                  <a:lnTo>
                    <a:pt x="1127463" y="1352835"/>
                  </a:lnTo>
                  <a:lnTo>
                    <a:pt x="1127453" y="1352839"/>
                  </a:lnTo>
                  <a:lnTo>
                    <a:pt x="1127446" y="1352839"/>
                  </a:lnTo>
                  <a:lnTo>
                    <a:pt x="1127440" y="1352838"/>
                  </a:lnTo>
                  <a:lnTo>
                    <a:pt x="1127431" y="1352831"/>
                  </a:lnTo>
                  <a:lnTo>
                    <a:pt x="1127425" y="1352826"/>
                  </a:lnTo>
                  <a:lnTo>
                    <a:pt x="1127406" y="1352812"/>
                  </a:lnTo>
                  <a:lnTo>
                    <a:pt x="1127388" y="1352801"/>
                  </a:lnTo>
                  <a:lnTo>
                    <a:pt x="1127376" y="1352794"/>
                  </a:lnTo>
                  <a:lnTo>
                    <a:pt x="1127372" y="1352784"/>
                  </a:lnTo>
                  <a:lnTo>
                    <a:pt x="1127368" y="1352776"/>
                  </a:lnTo>
                  <a:lnTo>
                    <a:pt x="1127360" y="1352771"/>
                  </a:lnTo>
                  <a:lnTo>
                    <a:pt x="1127349" y="1352766"/>
                  </a:lnTo>
                  <a:lnTo>
                    <a:pt x="1127343" y="1352761"/>
                  </a:lnTo>
                  <a:lnTo>
                    <a:pt x="1127332" y="1352754"/>
                  </a:lnTo>
                  <a:lnTo>
                    <a:pt x="1127317" y="1352747"/>
                  </a:lnTo>
                  <a:lnTo>
                    <a:pt x="1127308" y="1352742"/>
                  </a:lnTo>
                  <a:lnTo>
                    <a:pt x="1127299" y="1352740"/>
                  </a:lnTo>
                  <a:lnTo>
                    <a:pt x="1127291" y="1352739"/>
                  </a:lnTo>
                  <a:lnTo>
                    <a:pt x="1127285" y="1352740"/>
                  </a:lnTo>
                  <a:lnTo>
                    <a:pt x="1127281" y="1352741"/>
                  </a:lnTo>
                  <a:lnTo>
                    <a:pt x="1127277" y="1352746"/>
                  </a:lnTo>
                  <a:lnTo>
                    <a:pt x="1127271" y="1352753"/>
                  </a:lnTo>
                  <a:lnTo>
                    <a:pt x="1127262" y="1352761"/>
                  </a:lnTo>
                  <a:lnTo>
                    <a:pt x="1127258" y="1352761"/>
                  </a:lnTo>
                  <a:lnTo>
                    <a:pt x="1127241" y="1352748"/>
                  </a:lnTo>
                  <a:lnTo>
                    <a:pt x="1127230" y="1352735"/>
                  </a:lnTo>
                  <a:lnTo>
                    <a:pt x="1127222" y="1352725"/>
                  </a:lnTo>
                  <a:lnTo>
                    <a:pt x="1127216" y="1352717"/>
                  </a:lnTo>
                  <a:lnTo>
                    <a:pt x="1127206" y="1352709"/>
                  </a:lnTo>
                  <a:lnTo>
                    <a:pt x="1127200" y="1352709"/>
                  </a:lnTo>
                  <a:lnTo>
                    <a:pt x="1127191" y="1352713"/>
                  </a:lnTo>
                  <a:lnTo>
                    <a:pt x="1127184" y="1352715"/>
                  </a:lnTo>
                  <a:lnTo>
                    <a:pt x="1127175" y="1352715"/>
                  </a:lnTo>
                  <a:lnTo>
                    <a:pt x="1127168" y="1352713"/>
                  </a:lnTo>
                  <a:lnTo>
                    <a:pt x="1127159" y="1352702"/>
                  </a:lnTo>
                  <a:lnTo>
                    <a:pt x="1127155" y="1352699"/>
                  </a:lnTo>
                  <a:lnTo>
                    <a:pt x="1127152" y="1352698"/>
                  </a:lnTo>
                  <a:lnTo>
                    <a:pt x="1127146" y="1352698"/>
                  </a:lnTo>
                  <a:lnTo>
                    <a:pt x="1127137" y="1352698"/>
                  </a:lnTo>
                  <a:lnTo>
                    <a:pt x="1127129" y="1352696"/>
                  </a:lnTo>
                  <a:lnTo>
                    <a:pt x="1127113" y="1352689"/>
                  </a:lnTo>
                  <a:lnTo>
                    <a:pt x="1127107" y="1352685"/>
                  </a:lnTo>
                  <a:lnTo>
                    <a:pt x="1127102" y="1352680"/>
                  </a:lnTo>
                  <a:lnTo>
                    <a:pt x="1127097" y="1352673"/>
                  </a:lnTo>
                  <a:lnTo>
                    <a:pt x="1127093" y="1352665"/>
                  </a:lnTo>
                  <a:lnTo>
                    <a:pt x="1127086" y="1352648"/>
                  </a:lnTo>
                  <a:lnTo>
                    <a:pt x="1127081" y="1352638"/>
                  </a:lnTo>
                  <a:lnTo>
                    <a:pt x="1127077" y="1352630"/>
                  </a:lnTo>
                  <a:lnTo>
                    <a:pt x="1127063" y="1352618"/>
                  </a:lnTo>
                  <a:lnTo>
                    <a:pt x="1127090" y="1352604"/>
                  </a:lnTo>
                  <a:lnTo>
                    <a:pt x="1127105" y="1352598"/>
                  </a:lnTo>
                  <a:lnTo>
                    <a:pt x="1127125" y="1352590"/>
                  </a:lnTo>
                  <a:lnTo>
                    <a:pt x="1127125" y="1352583"/>
                  </a:lnTo>
                  <a:lnTo>
                    <a:pt x="1127124" y="1352576"/>
                  </a:lnTo>
                  <a:lnTo>
                    <a:pt x="1127121" y="1352569"/>
                  </a:lnTo>
                  <a:lnTo>
                    <a:pt x="1127117" y="1352563"/>
                  </a:lnTo>
                  <a:lnTo>
                    <a:pt x="1127108" y="1352550"/>
                  </a:lnTo>
                  <a:lnTo>
                    <a:pt x="1127101" y="1352540"/>
                  </a:lnTo>
                  <a:lnTo>
                    <a:pt x="1127104" y="1352534"/>
                  </a:lnTo>
                  <a:lnTo>
                    <a:pt x="1127109" y="1352529"/>
                  </a:lnTo>
                  <a:lnTo>
                    <a:pt x="1127110" y="1352520"/>
                  </a:lnTo>
                  <a:lnTo>
                    <a:pt x="1127109" y="1352502"/>
                  </a:lnTo>
                  <a:lnTo>
                    <a:pt x="1127108" y="1352495"/>
                  </a:lnTo>
                  <a:lnTo>
                    <a:pt x="1127102" y="1352476"/>
                  </a:lnTo>
                  <a:lnTo>
                    <a:pt x="1127100" y="1352467"/>
                  </a:lnTo>
                  <a:lnTo>
                    <a:pt x="1127100" y="1352459"/>
                  </a:lnTo>
                  <a:lnTo>
                    <a:pt x="1127099" y="1352452"/>
                  </a:lnTo>
                  <a:lnTo>
                    <a:pt x="1127091" y="1352449"/>
                  </a:lnTo>
                  <a:lnTo>
                    <a:pt x="1127085" y="1352445"/>
                  </a:lnTo>
                  <a:lnTo>
                    <a:pt x="1127083" y="1352435"/>
                  </a:lnTo>
                  <a:lnTo>
                    <a:pt x="1127083" y="1352429"/>
                  </a:lnTo>
                  <a:lnTo>
                    <a:pt x="1127083" y="1352422"/>
                  </a:lnTo>
                  <a:lnTo>
                    <a:pt x="1127082" y="1352414"/>
                  </a:lnTo>
                  <a:lnTo>
                    <a:pt x="1127077" y="1352410"/>
                  </a:lnTo>
                  <a:lnTo>
                    <a:pt x="1127070" y="1352406"/>
                  </a:lnTo>
                  <a:lnTo>
                    <a:pt x="1127069" y="1352394"/>
                  </a:lnTo>
                  <a:lnTo>
                    <a:pt x="1127070" y="1352386"/>
                  </a:lnTo>
                  <a:lnTo>
                    <a:pt x="1127069" y="1352379"/>
                  </a:lnTo>
                  <a:lnTo>
                    <a:pt x="1127063" y="1352377"/>
                  </a:lnTo>
                  <a:lnTo>
                    <a:pt x="1127056" y="1352374"/>
                  </a:lnTo>
                  <a:lnTo>
                    <a:pt x="1127049" y="1352369"/>
                  </a:lnTo>
                  <a:lnTo>
                    <a:pt x="1127045" y="1352363"/>
                  </a:lnTo>
                  <a:lnTo>
                    <a:pt x="1127045" y="1352357"/>
                  </a:lnTo>
                  <a:lnTo>
                    <a:pt x="1127048" y="1352349"/>
                  </a:lnTo>
                  <a:lnTo>
                    <a:pt x="1127054" y="1352343"/>
                  </a:lnTo>
                  <a:lnTo>
                    <a:pt x="1127057" y="1352331"/>
                  </a:lnTo>
                  <a:lnTo>
                    <a:pt x="1127056" y="1352326"/>
                  </a:lnTo>
                  <a:lnTo>
                    <a:pt x="1127056" y="1352320"/>
                  </a:lnTo>
                  <a:lnTo>
                    <a:pt x="1127051" y="1352310"/>
                  </a:lnTo>
                  <a:lnTo>
                    <a:pt x="1127046" y="1352300"/>
                  </a:lnTo>
                  <a:lnTo>
                    <a:pt x="1127044" y="1352292"/>
                  </a:lnTo>
                  <a:lnTo>
                    <a:pt x="1127043" y="1352287"/>
                  </a:lnTo>
                  <a:lnTo>
                    <a:pt x="1127053" y="1352277"/>
                  </a:lnTo>
                  <a:lnTo>
                    <a:pt x="1127057" y="1352272"/>
                  </a:lnTo>
                  <a:lnTo>
                    <a:pt x="1127056" y="1352256"/>
                  </a:lnTo>
                  <a:lnTo>
                    <a:pt x="1127049" y="1352253"/>
                  </a:lnTo>
                  <a:lnTo>
                    <a:pt x="1127045" y="1352249"/>
                  </a:lnTo>
                  <a:lnTo>
                    <a:pt x="1127046" y="1352242"/>
                  </a:lnTo>
                  <a:lnTo>
                    <a:pt x="1127048" y="1352237"/>
                  </a:lnTo>
                  <a:lnTo>
                    <a:pt x="1127051" y="1352231"/>
                  </a:lnTo>
                  <a:lnTo>
                    <a:pt x="1127056" y="1352226"/>
                  </a:lnTo>
                  <a:lnTo>
                    <a:pt x="1127057" y="1352220"/>
                  </a:lnTo>
                  <a:lnTo>
                    <a:pt x="1127053" y="1352214"/>
                  </a:lnTo>
                  <a:lnTo>
                    <a:pt x="1127047" y="1352204"/>
                  </a:lnTo>
                  <a:lnTo>
                    <a:pt x="1127043" y="1352190"/>
                  </a:lnTo>
                  <a:lnTo>
                    <a:pt x="1127039" y="1352176"/>
                  </a:lnTo>
                  <a:lnTo>
                    <a:pt x="1127036" y="1352170"/>
                  </a:lnTo>
                  <a:lnTo>
                    <a:pt x="1127029" y="1352161"/>
                  </a:lnTo>
                  <a:lnTo>
                    <a:pt x="1127023" y="1352151"/>
                  </a:lnTo>
                  <a:lnTo>
                    <a:pt x="1127019" y="1352146"/>
                  </a:lnTo>
                  <a:lnTo>
                    <a:pt x="1127010" y="1352130"/>
                  </a:lnTo>
                  <a:lnTo>
                    <a:pt x="1127005" y="1352119"/>
                  </a:lnTo>
                  <a:lnTo>
                    <a:pt x="1127001" y="1352114"/>
                  </a:lnTo>
                  <a:lnTo>
                    <a:pt x="1126998" y="1352112"/>
                  </a:lnTo>
                  <a:lnTo>
                    <a:pt x="1126988" y="1352107"/>
                  </a:lnTo>
                  <a:lnTo>
                    <a:pt x="1126977" y="1352100"/>
                  </a:lnTo>
                  <a:lnTo>
                    <a:pt x="1126971" y="1352093"/>
                  </a:lnTo>
                  <a:lnTo>
                    <a:pt x="1126965" y="1352090"/>
                  </a:lnTo>
                  <a:lnTo>
                    <a:pt x="1126958" y="1352087"/>
                  </a:lnTo>
                  <a:lnTo>
                    <a:pt x="1126943" y="1352082"/>
                  </a:lnTo>
                  <a:lnTo>
                    <a:pt x="1126934" y="1352080"/>
                  </a:lnTo>
                  <a:lnTo>
                    <a:pt x="1126930" y="1352077"/>
                  </a:lnTo>
                  <a:lnTo>
                    <a:pt x="1126924" y="1352076"/>
                  </a:lnTo>
                  <a:lnTo>
                    <a:pt x="1126908" y="1352080"/>
                  </a:lnTo>
                  <a:lnTo>
                    <a:pt x="1126897" y="1352084"/>
                  </a:lnTo>
                  <a:lnTo>
                    <a:pt x="1126889" y="1352086"/>
                  </a:lnTo>
                  <a:lnTo>
                    <a:pt x="1126883" y="1352084"/>
                  </a:lnTo>
                  <a:lnTo>
                    <a:pt x="1126875" y="1352077"/>
                  </a:lnTo>
                  <a:lnTo>
                    <a:pt x="1126866" y="1352068"/>
                  </a:lnTo>
                  <a:lnTo>
                    <a:pt x="1126861" y="1352063"/>
                  </a:lnTo>
                  <a:lnTo>
                    <a:pt x="1126853" y="1352058"/>
                  </a:lnTo>
                  <a:lnTo>
                    <a:pt x="1126846" y="1352050"/>
                  </a:lnTo>
                  <a:lnTo>
                    <a:pt x="1126840" y="1352041"/>
                  </a:lnTo>
                  <a:lnTo>
                    <a:pt x="1126838" y="1352034"/>
                  </a:lnTo>
                  <a:lnTo>
                    <a:pt x="1126837" y="1352027"/>
                  </a:lnTo>
                  <a:lnTo>
                    <a:pt x="1126837" y="1352021"/>
                  </a:lnTo>
                  <a:lnTo>
                    <a:pt x="1126838" y="1352014"/>
                  </a:lnTo>
                  <a:lnTo>
                    <a:pt x="1126832" y="1352002"/>
                  </a:lnTo>
                  <a:lnTo>
                    <a:pt x="1126827" y="1351989"/>
                  </a:lnTo>
                  <a:lnTo>
                    <a:pt x="1126818" y="1351970"/>
                  </a:lnTo>
                  <a:lnTo>
                    <a:pt x="1126814" y="1351965"/>
                  </a:lnTo>
                  <a:lnTo>
                    <a:pt x="1126808" y="1351964"/>
                  </a:lnTo>
                  <a:lnTo>
                    <a:pt x="1126801" y="1351965"/>
                  </a:lnTo>
                  <a:lnTo>
                    <a:pt x="1126788" y="1351967"/>
                  </a:lnTo>
                  <a:lnTo>
                    <a:pt x="1126781" y="1351967"/>
                  </a:lnTo>
                  <a:lnTo>
                    <a:pt x="1126774" y="1351967"/>
                  </a:lnTo>
                  <a:lnTo>
                    <a:pt x="1126767" y="1351967"/>
                  </a:lnTo>
                  <a:lnTo>
                    <a:pt x="1126755" y="1351966"/>
                  </a:lnTo>
                  <a:lnTo>
                    <a:pt x="1126741" y="1351965"/>
                  </a:lnTo>
                  <a:lnTo>
                    <a:pt x="1126736" y="1351967"/>
                  </a:lnTo>
                  <a:lnTo>
                    <a:pt x="1126733" y="1351971"/>
                  </a:lnTo>
                  <a:lnTo>
                    <a:pt x="1126730" y="1351975"/>
                  </a:lnTo>
                  <a:lnTo>
                    <a:pt x="1126726" y="1351981"/>
                  </a:lnTo>
                  <a:lnTo>
                    <a:pt x="1126714" y="1351996"/>
                  </a:lnTo>
                  <a:lnTo>
                    <a:pt x="1126707" y="1351996"/>
                  </a:lnTo>
                  <a:lnTo>
                    <a:pt x="1126701" y="1351996"/>
                  </a:lnTo>
                  <a:lnTo>
                    <a:pt x="1126696" y="1351996"/>
                  </a:lnTo>
                  <a:lnTo>
                    <a:pt x="1126690" y="1351994"/>
                  </a:lnTo>
                  <a:lnTo>
                    <a:pt x="1126685" y="1351992"/>
                  </a:lnTo>
                  <a:lnTo>
                    <a:pt x="1126679" y="1351988"/>
                  </a:lnTo>
                  <a:lnTo>
                    <a:pt x="1126672" y="1351978"/>
                  </a:lnTo>
                  <a:lnTo>
                    <a:pt x="1126667" y="1351969"/>
                  </a:lnTo>
                  <a:lnTo>
                    <a:pt x="1126663" y="1351957"/>
                  </a:lnTo>
                  <a:lnTo>
                    <a:pt x="1126658" y="1351939"/>
                  </a:lnTo>
                  <a:lnTo>
                    <a:pt x="1126654" y="1351935"/>
                  </a:lnTo>
                  <a:lnTo>
                    <a:pt x="1126651" y="1351933"/>
                  </a:lnTo>
                  <a:lnTo>
                    <a:pt x="1126647" y="1351933"/>
                  </a:lnTo>
                  <a:lnTo>
                    <a:pt x="1126636" y="1351933"/>
                  </a:lnTo>
                  <a:lnTo>
                    <a:pt x="1126626" y="1351933"/>
                  </a:lnTo>
                  <a:lnTo>
                    <a:pt x="1126618" y="1351933"/>
                  </a:lnTo>
                  <a:lnTo>
                    <a:pt x="1126609" y="1351932"/>
                  </a:lnTo>
                  <a:lnTo>
                    <a:pt x="1126601" y="1351931"/>
                  </a:lnTo>
                  <a:lnTo>
                    <a:pt x="1126595" y="1351929"/>
                  </a:lnTo>
                  <a:lnTo>
                    <a:pt x="1126587" y="1351922"/>
                  </a:lnTo>
                  <a:lnTo>
                    <a:pt x="1126578" y="1351914"/>
                  </a:lnTo>
                  <a:lnTo>
                    <a:pt x="1126570" y="1351914"/>
                  </a:lnTo>
                  <a:lnTo>
                    <a:pt x="1126562" y="1351913"/>
                  </a:lnTo>
                  <a:lnTo>
                    <a:pt x="1126555" y="1351911"/>
                  </a:lnTo>
                  <a:lnTo>
                    <a:pt x="1126547" y="1351908"/>
                  </a:lnTo>
                  <a:lnTo>
                    <a:pt x="1126536" y="1351901"/>
                  </a:lnTo>
                  <a:lnTo>
                    <a:pt x="1126532" y="1351898"/>
                  </a:lnTo>
                  <a:lnTo>
                    <a:pt x="1126527" y="1351894"/>
                  </a:lnTo>
                  <a:lnTo>
                    <a:pt x="1126521" y="1351890"/>
                  </a:lnTo>
                  <a:lnTo>
                    <a:pt x="1126517" y="1351885"/>
                  </a:lnTo>
                  <a:lnTo>
                    <a:pt x="1126512" y="1351877"/>
                  </a:lnTo>
                  <a:lnTo>
                    <a:pt x="1126507" y="1351869"/>
                  </a:lnTo>
                  <a:lnTo>
                    <a:pt x="1126504" y="1351862"/>
                  </a:lnTo>
                  <a:lnTo>
                    <a:pt x="1126496" y="1351853"/>
                  </a:lnTo>
                  <a:lnTo>
                    <a:pt x="1126487" y="1351844"/>
                  </a:lnTo>
                  <a:lnTo>
                    <a:pt x="1126480" y="1351837"/>
                  </a:lnTo>
                  <a:lnTo>
                    <a:pt x="1126469" y="1351826"/>
                  </a:lnTo>
                  <a:lnTo>
                    <a:pt x="1126459" y="1351818"/>
                  </a:lnTo>
                  <a:lnTo>
                    <a:pt x="1126453" y="1351811"/>
                  </a:lnTo>
                  <a:lnTo>
                    <a:pt x="1126445" y="1351805"/>
                  </a:lnTo>
                  <a:lnTo>
                    <a:pt x="1126440" y="1351809"/>
                  </a:lnTo>
                  <a:lnTo>
                    <a:pt x="1126431" y="1351815"/>
                  </a:lnTo>
                  <a:lnTo>
                    <a:pt x="1126422" y="1351822"/>
                  </a:lnTo>
                  <a:lnTo>
                    <a:pt x="1126416" y="1351826"/>
                  </a:lnTo>
                  <a:lnTo>
                    <a:pt x="1126412" y="1351824"/>
                  </a:lnTo>
                  <a:lnTo>
                    <a:pt x="1126406" y="1351819"/>
                  </a:lnTo>
                  <a:lnTo>
                    <a:pt x="1126402" y="1351812"/>
                  </a:lnTo>
                  <a:lnTo>
                    <a:pt x="1126399" y="1351807"/>
                  </a:lnTo>
                  <a:lnTo>
                    <a:pt x="1126397" y="1351802"/>
                  </a:lnTo>
                  <a:lnTo>
                    <a:pt x="1126396" y="1351796"/>
                  </a:lnTo>
                  <a:lnTo>
                    <a:pt x="1126396" y="1351790"/>
                  </a:lnTo>
                  <a:lnTo>
                    <a:pt x="1126396" y="1351780"/>
                  </a:lnTo>
                  <a:lnTo>
                    <a:pt x="1126393" y="1351772"/>
                  </a:lnTo>
                  <a:lnTo>
                    <a:pt x="1126389" y="1351768"/>
                  </a:lnTo>
                  <a:lnTo>
                    <a:pt x="1126383" y="1351766"/>
                  </a:lnTo>
                  <a:lnTo>
                    <a:pt x="1126377" y="1351765"/>
                  </a:lnTo>
                  <a:lnTo>
                    <a:pt x="1126372" y="1351761"/>
                  </a:lnTo>
                  <a:lnTo>
                    <a:pt x="1126364" y="1351755"/>
                  </a:lnTo>
                  <a:lnTo>
                    <a:pt x="1126357" y="1351748"/>
                  </a:lnTo>
                  <a:lnTo>
                    <a:pt x="1126353" y="1351740"/>
                  </a:lnTo>
                  <a:lnTo>
                    <a:pt x="1126346" y="1351732"/>
                  </a:lnTo>
                  <a:lnTo>
                    <a:pt x="1126340" y="1351727"/>
                  </a:lnTo>
                  <a:lnTo>
                    <a:pt x="1126333" y="1351724"/>
                  </a:lnTo>
                  <a:lnTo>
                    <a:pt x="1126327" y="1351723"/>
                  </a:lnTo>
                  <a:lnTo>
                    <a:pt x="1126321" y="1351723"/>
                  </a:lnTo>
                  <a:lnTo>
                    <a:pt x="1126313" y="1351723"/>
                  </a:lnTo>
                  <a:lnTo>
                    <a:pt x="1126304" y="1351724"/>
                  </a:lnTo>
                  <a:lnTo>
                    <a:pt x="1126298" y="1351726"/>
                  </a:lnTo>
                  <a:lnTo>
                    <a:pt x="1126293" y="1351726"/>
                  </a:lnTo>
                  <a:lnTo>
                    <a:pt x="1126289" y="1351722"/>
                  </a:lnTo>
                  <a:lnTo>
                    <a:pt x="1126287" y="1351714"/>
                  </a:lnTo>
                  <a:lnTo>
                    <a:pt x="1126283" y="1351696"/>
                  </a:lnTo>
                  <a:lnTo>
                    <a:pt x="1126280" y="1351682"/>
                  </a:lnTo>
                  <a:lnTo>
                    <a:pt x="1126272" y="1351693"/>
                  </a:lnTo>
                  <a:lnTo>
                    <a:pt x="1126258" y="1351700"/>
                  </a:lnTo>
                  <a:lnTo>
                    <a:pt x="1126245" y="1351702"/>
                  </a:lnTo>
                  <a:lnTo>
                    <a:pt x="1126236" y="1351703"/>
                  </a:lnTo>
                  <a:lnTo>
                    <a:pt x="1126226" y="1351703"/>
                  </a:lnTo>
                  <a:lnTo>
                    <a:pt x="1126219" y="1351701"/>
                  </a:lnTo>
                  <a:lnTo>
                    <a:pt x="1126214" y="1351696"/>
                  </a:lnTo>
                  <a:lnTo>
                    <a:pt x="1126208" y="1351694"/>
                  </a:lnTo>
                  <a:lnTo>
                    <a:pt x="1126207" y="1351703"/>
                  </a:lnTo>
                  <a:lnTo>
                    <a:pt x="1126206" y="1351715"/>
                  </a:lnTo>
                  <a:lnTo>
                    <a:pt x="1126208" y="1351724"/>
                  </a:lnTo>
                  <a:lnTo>
                    <a:pt x="1126213" y="1351739"/>
                  </a:lnTo>
                  <a:lnTo>
                    <a:pt x="1126216" y="1351750"/>
                  </a:lnTo>
                  <a:lnTo>
                    <a:pt x="1126217" y="1351762"/>
                  </a:lnTo>
                  <a:lnTo>
                    <a:pt x="1126212" y="1351773"/>
                  </a:lnTo>
                  <a:lnTo>
                    <a:pt x="1126204" y="1351784"/>
                  </a:lnTo>
                  <a:lnTo>
                    <a:pt x="1126194" y="1351796"/>
                  </a:lnTo>
                  <a:lnTo>
                    <a:pt x="1126181" y="1351807"/>
                  </a:lnTo>
                  <a:lnTo>
                    <a:pt x="1126174" y="1351811"/>
                  </a:lnTo>
                  <a:lnTo>
                    <a:pt x="1126167" y="1351813"/>
                  </a:lnTo>
                  <a:lnTo>
                    <a:pt x="1126156" y="1351816"/>
                  </a:lnTo>
                  <a:lnTo>
                    <a:pt x="1126149" y="1351819"/>
                  </a:lnTo>
                  <a:lnTo>
                    <a:pt x="1126146" y="1351822"/>
                  </a:lnTo>
                  <a:lnTo>
                    <a:pt x="1126139" y="1351831"/>
                  </a:lnTo>
                  <a:lnTo>
                    <a:pt x="1126133" y="1351842"/>
                  </a:lnTo>
                  <a:lnTo>
                    <a:pt x="1126128" y="1351848"/>
                  </a:lnTo>
                  <a:lnTo>
                    <a:pt x="1126122" y="1351856"/>
                  </a:lnTo>
                  <a:lnTo>
                    <a:pt x="1126111" y="1351864"/>
                  </a:lnTo>
                  <a:lnTo>
                    <a:pt x="1126095" y="1351872"/>
                  </a:lnTo>
                  <a:lnTo>
                    <a:pt x="1126088" y="1351876"/>
                  </a:lnTo>
                  <a:lnTo>
                    <a:pt x="1126069" y="1351884"/>
                  </a:lnTo>
                  <a:lnTo>
                    <a:pt x="1126051" y="1351892"/>
                  </a:lnTo>
                  <a:lnTo>
                    <a:pt x="1126028" y="1351901"/>
                  </a:lnTo>
                  <a:lnTo>
                    <a:pt x="1126020" y="1351905"/>
                  </a:lnTo>
                  <a:lnTo>
                    <a:pt x="1126011" y="1351910"/>
                  </a:lnTo>
                  <a:lnTo>
                    <a:pt x="1126007" y="1351912"/>
                  </a:lnTo>
                  <a:lnTo>
                    <a:pt x="1125997" y="1351914"/>
                  </a:lnTo>
                  <a:lnTo>
                    <a:pt x="1125983" y="1351915"/>
                  </a:lnTo>
                  <a:lnTo>
                    <a:pt x="1125971" y="1351913"/>
                  </a:lnTo>
                  <a:lnTo>
                    <a:pt x="1125958" y="1351908"/>
                  </a:lnTo>
                  <a:lnTo>
                    <a:pt x="1125947" y="1351902"/>
                  </a:lnTo>
                  <a:lnTo>
                    <a:pt x="1125940" y="1351901"/>
                  </a:lnTo>
                  <a:lnTo>
                    <a:pt x="1125926" y="1351916"/>
                  </a:lnTo>
                  <a:lnTo>
                    <a:pt x="1125920" y="1351923"/>
                  </a:lnTo>
                  <a:lnTo>
                    <a:pt x="1125916" y="1351928"/>
                  </a:lnTo>
                  <a:lnTo>
                    <a:pt x="1125909" y="1351930"/>
                  </a:lnTo>
                  <a:lnTo>
                    <a:pt x="1125901" y="1351930"/>
                  </a:lnTo>
                  <a:lnTo>
                    <a:pt x="1125889" y="1351930"/>
                  </a:lnTo>
                  <a:lnTo>
                    <a:pt x="1125875" y="1351929"/>
                  </a:lnTo>
                  <a:lnTo>
                    <a:pt x="1125868" y="1351930"/>
                  </a:lnTo>
                  <a:lnTo>
                    <a:pt x="1125851" y="1351930"/>
                  </a:lnTo>
                  <a:lnTo>
                    <a:pt x="1125832" y="1351931"/>
                  </a:lnTo>
                  <a:lnTo>
                    <a:pt x="1125821" y="1351931"/>
                  </a:lnTo>
                  <a:lnTo>
                    <a:pt x="1125810" y="1351930"/>
                  </a:lnTo>
                  <a:lnTo>
                    <a:pt x="1125798" y="1351930"/>
                  </a:lnTo>
                  <a:lnTo>
                    <a:pt x="1125785" y="1351931"/>
                  </a:lnTo>
                  <a:lnTo>
                    <a:pt x="1125777" y="1351937"/>
                  </a:lnTo>
                  <a:lnTo>
                    <a:pt x="1125768" y="1351941"/>
                  </a:lnTo>
                  <a:lnTo>
                    <a:pt x="1125753" y="1351945"/>
                  </a:lnTo>
                  <a:lnTo>
                    <a:pt x="1125745" y="1351946"/>
                  </a:lnTo>
                  <a:lnTo>
                    <a:pt x="1125735" y="1351947"/>
                  </a:lnTo>
                  <a:lnTo>
                    <a:pt x="1125725" y="1351948"/>
                  </a:lnTo>
                  <a:lnTo>
                    <a:pt x="1125715" y="1351946"/>
                  </a:lnTo>
                  <a:lnTo>
                    <a:pt x="1125702" y="1351943"/>
                  </a:lnTo>
                  <a:lnTo>
                    <a:pt x="1125692" y="1351939"/>
                  </a:lnTo>
                  <a:lnTo>
                    <a:pt x="1125683" y="1351944"/>
                  </a:lnTo>
                  <a:lnTo>
                    <a:pt x="1125676" y="1351948"/>
                  </a:lnTo>
                  <a:lnTo>
                    <a:pt x="1125664" y="1351953"/>
                  </a:lnTo>
                  <a:lnTo>
                    <a:pt x="1125651" y="1351957"/>
                  </a:lnTo>
                  <a:lnTo>
                    <a:pt x="1125638" y="1351959"/>
                  </a:lnTo>
                  <a:lnTo>
                    <a:pt x="1125627" y="1351963"/>
                  </a:lnTo>
                  <a:lnTo>
                    <a:pt x="1125619" y="1351965"/>
                  </a:lnTo>
                  <a:lnTo>
                    <a:pt x="1125607" y="1351968"/>
                  </a:lnTo>
                  <a:lnTo>
                    <a:pt x="1125598" y="1351971"/>
                  </a:lnTo>
                  <a:lnTo>
                    <a:pt x="1125592" y="1351973"/>
                  </a:lnTo>
                  <a:lnTo>
                    <a:pt x="1125585" y="1351975"/>
                  </a:lnTo>
                  <a:lnTo>
                    <a:pt x="1125577" y="1351976"/>
                  </a:lnTo>
                  <a:lnTo>
                    <a:pt x="1125573" y="1351977"/>
                  </a:lnTo>
                  <a:lnTo>
                    <a:pt x="1125566" y="1351983"/>
                  </a:lnTo>
                  <a:lnTo>
                    <a:pt x="1125560" y="1351987"/>
                  </a:lnTo>
                  <a:lnTo>
                    <a:pt x="1125551" y="1351993"/>
                  </a:lnTo>
                  <a:lnTo>
                    <a:pt x="1125540" y="1351999"/>
                  </a:lnTo>
                  <a:lnTo>
                    <a:pt x="1125531" y="1352004"/>
                  </a:lnTo>
                  <a:lnTo>
                    <a:pt x="1125524" y="1352009"/>
                  </a:lnTo>
                  <a:lnTo>
                    <a:pt x="1125514" y="1352015"/>
                  </a:lnTo>
                  <a:lnTo>
                    <a:pt x="1125509" y="1352017"/>
                  </a:lnTo>
                  <a:lnTo>
                    <a:pt x="1125500" y="1352023"/>
                  </a:lnTo>
                  <a:lnTo>
                    <a:pt x="1125493" y="1352029"/>
                  </a:lnTo>
                  <a:lnTo>
                    <a:pt x="1125489" y="1352031"/>
                  </a:lnTo>
                  <a:lnTo>
                    <a:pt x="1125486" y="1352034"/>
                  </a:lnTo>
                  <a:lnTo>
                    <a:pt x="1125482" y="1352042"/>
                  </a:lnTo>
                  <a:lnTo>
                    <a:pt x="1125477" y="1352051"/>
                  </a:lnTo>
                  <a:lnTo>
                    <a:pt x="1125467" y="1352065"/>
                  </a:lnTo>
                  <a:lnTo>
                    <a:pt x="1125459" y="1352069"/>
                  </a:lnTo>
                  <a:lnTo>
                    <a:pt x="1125450" y="1352073"/>
                  </a:lnTo>
                  <a:lnTo>
                    <a:pt x="1125440" y="1352076"/>
                  </a:lnTo>
                  <a:lnTo>
                    <a:pt x="1125430" y="1352077"/>
                  </a:lnTo>
                  <a:lnTo>
                    <a:pt x="1125423" y="1352079"/>
                  </a:lnTo>
                  <a:lnTo>
                    <a:pt x="1125412" y="1352080"/>
                  </a:lnTo>
                  <a:lnTo>
                    <a:pt x="1125399" y="1352082"/>
                  </a:lnTo>
                  <a:lnTo>
                    <a:pt x="1125394" y="1352084"/>
                  </a:lnTo>
                  <a:lnTo>
                    <a:pt x="1125389" y="1352086"/>
                  </a:lnTo>
                  <a:lnTo>
                    <a:pt x="1125384" y="1352087"/>
                  </a:lnTo>
                  <a:lnTo>
                    <a:pt x="1125371" y="1352088"/>
                  </a:lnTo>
                  <a:lnTo>
                    <a:pt x="1125361" y="1352090"/>
                  </a:lnTo>
                  <a:lnTo>
                    <a:pt x="1125354" y="1352093"/>
                  </a:lnTo>
                  <a:lnTo>
                    <a:pt x="1125349" y="1352097"/>
                  </a:lnTo>
                  <a:lnTo>
                    <a:pt x="1125344" y="1352102"/>
                  </a:lnTo>
                  <a:lnTo>
                    <a:pt x="1125339" y="1352108"/>
                  </a:lnTo>
                  <a:lnTo>
                    <a:pt x="1125334" y="1352114"/>
                  </a:lnTo>
                  <a:lnTo>
                    <a:pt x="1125327" y="1352120"/>
                  </a:lnTo>
                  <a:lnTo>
                    <a:pt x="1125323" y="1352120"/>
                  </a:lnTo>
                  <a:lnTo>
                    <a:pt x="1125310" y="1352118"/>
                  </a:lnTo>
                  <a:lnTo>
                    <a:pt x="1125305" y="1352117"/>
                  </a:lnTo>
                  <a:lnTo>
                    <a:pt x="1125296" y="1352126"/>
                  </a:lnTo>
                  <a:lnTo>
                    <a:pt x="1125292" y="1352129"/>
                  </a:lnTo>
                  <a:lnTo>
                    <a:pt x="1125286" y="1352129"/>
                  </a:lnTo>
                  <a:lnTo>
                    <a:pt x="1125279" y="1352127"/>
                  </a:lnTo>
                  <a:lnTo>
                    <a:pt x="1125268" y="1352126"/>
                  </a:lnTo>
                  <a:lnTo>
                    <a:pt x="1125263" y="1352132"/>
                  </a:lnTo>
                  <a:lnTo>
                    <a:pt x="1125258" y="1352139"/>
                  </a:lnTo>
                  <a:lnTo>
                    <a:pt x="1125246" y="1352158"/>
                  </a:lnTo>
                  <a:lnTo>
                    <a:pt x="1125240" y="1352164"/>
                  </a:lnTo>
                  <a:lnTo>
                    <a:pt x="1125233" y="1352168"/>
                  </a:lnTo>
                  <a:lnTo>
                    <a:pt x="1125226" y="1352170"/>
                  </a:lnTo>
                  <a:lnTo>
                    <a:pt x="1125215" y="1352172"/>
                  </a:lnTo>
                  <a:lnTo>
                    <a:pt x="1125202" y="1352174"/>
                  </a:lnTo>
                  <a:lnTo>
                    <a:pt x="1125186" y="1352176"/>
                  </a:lnTo>
                  <a:lnTo>
                    <a:pt x="1125172" y="1352176"/>
                  </a:lnTo>
                  <a:lnTo>
                    <a:pt x="1125163" y="1352179"/>
                  </a:lnTo>
                  <a:lnTo>
                    <a:pt x="1125156" y="1352192"/>
                  </a:lnTo>
                  <a:lnTo>
                    <a:pt x="1125152" y="1352198"/>
                  </a:lnTo>
                  <a:lnTo>
                    <a:pt x="1125147" y="1352204"/>
                  </a:lnTo>
                  <a:lnTo>
                    <a:pt x="1125142" y="1352209"/>
                  </a:lnTo>
                  <a:lnTo>
                    <a:pt x="1125135" y="1352216"/>
                  </a:lnTo>
                  <a:lnTo>
                    <a:pt x="1125129" y="1352221"/>
                  </a:lnTo>
                  <a:lnTo>
                    <a:pt x="1125118" y="1352235"/>
                  </a:lnTo>
                  <a:lnTo>
                    <a:pt x="1125108" y="1352246"/>
                  </a:lnTo>
                  <a:lnTo>
                    <a:pt x="1125091" y="1352262"/>
                  </a:lnTo>
                  <a:lnTo>
                    <a:pt x="1125075" y="1352277"/>
                  </a:lnTo>
                  <a:lnTo>
                    <a:pt x="1125068" y="1352283"/>
                  </a:lnTo>
                  <a:lnTo>
                    <a:pt x="1125063" y="1352288"/>
                  </a:lnTo>
                  <a:lnTo>
                    <a:pt x="1125055" y="1352296"/>
                  </a:lnTo>
                  <a:lnTo>
                    <a:pt x="1125049" y="1352302"/>
                  </a:lnTo>
                  <a:lnTo>
                    <a:pt x="1125045" y="1352304"/>
                  </a:lnTo>
                  <a:lnTo>
                    <a:pt x="1125036" y="1352307"/>
                  </a:lnTo>
                  <a:lnTo>
                    <a:pt x="1125021" y="1352308"/>
                  </a:lnTo>
                  <a:lnTo>
                    <a:pt x="1125012" y="1352307"/>
                  </a:lnTo>
                  <a:lnTo>
                    <a:pt x="1125000" y="1352307"/>
                  </a:lnTo>
                  <a:lnTo>
                    <a:pt x="1124999" y="1352294"/>
                  </a:lnTo>
                  <a:lnTo>
                    <a:pt x="1124998" y="1352280"/>
                  </a:lnTo>
                  <a:lnTo>
                    <a:pt x="1124994" y="1352278"/>
                  </a:lnTo>
                  <a:lnTo>
                    <a:pt x="1124990" y="1352274"/>
                  </a:lnTo>
                  <a:lnTo>
                    <a:pt x="1124988" y="1352269"/>
                  </a:lnTo>
                  <a:lnTo>
                    <a:pt x="1124987" y="1352260"/>
                  </a:lnTo>
                  <a:lnTo>
                    <a:pt x="1124986" y="1352251"/>
                  </a:lnTo>
                  <a:lnTo>
                    <a:pt x="1124983" y="1352242"/>
                  </a:lnTo>
                  <a:lnTo>
                    <a:pt x="1124979" y="1352229"/>
                  </a:lnTo>
                  <a:lnTo>
                    <a:pt x="1124975" y="1352219"/>
                  </a:lnTo>
                  <a:lnTo>
                    <a:pt x="1124971" y="1352204"/>
                  </a:lnTo>
                  <a:lnTo>
                    <a:pt x="1124967" y="1352194"/>
                  </a:lnTo>
                  <a:lnTo>
                    <a:pt x="1124965" y="1352184"/>
                  </a:lnTo>
                  <a:lnTo>
                    <a:pt x="1124963" y="1352168"/>
                  </a:lnTo>
                  <a:lnTo>
                    <a:pt x="1124958" y="1352157"/>
                  </a:lnTo>
                  <a:lnTo>
                    <a:pt x="1124952" y="1352147"/>
                  </a:lnTo>
                  <a:lnTo>
                    <a:pt x="1124947" y="1352137"/>
                  </a:lnTo>
                  <a:lnTo>
                    <a:pt x="1124940" y="1352129"/>
                  </a:lnTo>
                  <a:lnTo>
                    <a:pt x="1124930" y="1352120"/>
                  </a:lnTo>
                  <a:lnTo>
                    <a:pt x="1124920" y="1352112"/>
                  </a:lnTo>
                  <a:lnTo>
                    <a:pt x="1124910" y="1352100"/>
                  </a:lnTo>
                  <a:lnTo>
                    <a:pt x="1124906" y="1352092"/>
                  </a:lnTo>
                  <a:lnTo>
                    <a:pt x="1124902" y="1352085"/>
                  </a:lnTo>
                  <a:lnTo>
                    <a:pt x="1124899" y="1352080"/>
                  </a:lnTo>
                  <a:lnTo>
                    <a:pt x="1124896" y="1352074"/>
                  </a:lnTo>
                  <a:lnTo>
                    <a:pt x="1124892" y="1352068"/>
                  </a:lnTo>
                  <a:lnTo>
                    <a:pt x="1124886" y="1352065"/>
                  </a:lnTo>
                  <a:lnTo>
                    <a:pt x="1124879" y="1352061"/>
                  </a:lnTo>
                  <a:lnTo>
                    <a:pt x="1124872" y="1352054"/>
                  </a:lnTo>
                  <a:lnTo>
                    <a:pt x="1124865" y="1352045"/>
                  </a:lnTo>
                  <a:lnTo>
                    <a:pt x="1124857" y="1352033"/>
                  </a:lnTo>
                  <a:lnTo>
                    <a:pt x="1124846" y="1352016"/>
                  </a:lnTo>
                  <a:lnTo>
                    <a:pt x="1124839" y="1352009"/>
                  </a:lnTo>
                  <a:lnTo>
                    <a:pt x="1124834" y="1352004"/>
                  </a:lnTo>
                  <a:lnTo>
                    <a:pt x="1124829" y="1351996"/>
                  </a:lnTo>
                  <a:lnTo>
                    <a:pt x="1124826" y="1351983"/>
                  </a:lnTo>
                  <a:lnTo>
                    <a:pt x="1124825" y="1351977"/>
                  </a:lnTo>
                  <a:lnTo>
                    <a:pt x="1124822" y="1351974"/>
                  </a:lnTo>
                  <a:lnTo>
                    <a:pt x="1124819" y="1351971"/>
                  </a:lnTo>
                  <a:lnTo>
                    <a:pt x="1124807" y="1351965"/>
                  </a:lnTo>
                  <a:lnTo>
                    <a:pt x="1124782" y="1351957"/>
                  </a:lnTo>
                  <a:lnTo>
                    <a:pt x="1124763" y="1351948"/>
                  </a:lnTo>
                  <a:lnTo>
                    <a:pt x="1124758" y="1351942"/>
                  </a:lnTo>
                  <a:lnTo>
                    <a:pt x="1124758" y="1351934"/>
                  </a:lnTo>
                  <a:lnTo>
                    <a:pt x="1124756" y="1351929"/>
                  </a:lnTo>
                  <a:lnTo>
                    <a:pt x="1124754" y="1351924"/>
                  </a:lnTo>
                  <a:lnTo>
                    <a:pt x="1124746" y="1351922"/>
                  </a:lnTo>
                  <a:lnTo>
                    <a:pt x="1124731" y="1351915"/>
                  </a:lnTo>
                  <a:lnTo>
                    <a:pt x="1124712" y="1351907"/>
                  </a:lnTo>
                  <a:lnTo>
                    <a:pt x="1124711" y="1351900"/>
                  </a:lnTo>
                  <a:lnTo>
                    <a:pt x="1124711" y="1351889"/>
                  </a:lnTo>
                  <a:lnTo>
                    <a:pt x="1124706" y="1351886"/>
                  </a:lnTo>
                  <a:lnTo>
                    <a:pt x="1124698" y="1351884"/>
                  </a:lnTo>
                  <a:lnTo>
                    <a:pt x="1124691" y="1351884"/>
                  </a:lnTo>
                  <a:lnTo>
                    <a:pt x="1124684" y="1351880"/>
                  </a:lnTo>
                  <a:lnTo>
                    <a:pt x="1124675" y="1351875"/>
                  </a:lnTo>
                  <a:lnTo>
                    <a:pt x="1124668" y="1351874"/>
                  </a:lnTo>
                  <a:lnTo>
                    <a:pt x="1124662" y="1351871"/>
                  </a:lnTo>
                  <a:lnTo>
                    <a:pt x="1124655" y="1351866"/>
                  </a:lnTo>
                  <a:lnTo>
                    <a:pt x="1124647" y="1351853"/>
                  </a:lnTo>
                  <a:lnTo>
                    <a:pt x="1124643" y="1351845"/>
                  </a:lnTo>
                  <a:lnTo>
                    <a:pt x="1124636" y="1351842"/>
                  </a:lnTo>
                  <a:lnTo>
                    <a:pt x="1124629" y="1351842"/>
                  </a:lnTo>
                  <a:lnTo>
                    <a:pt x="1124623" y="1351839"/>
                  </a:lnTo>
                  <a:lnTo>
                    <a:pt x="1124613" y="1351837"/>
                  </a:lnTo>
                  <a:lnTo>
                    <a:pt x="1124606" y="1351836"/>
                  </a:lnTo>
                  <a:lnTo>
                    <a:pt x="1124598" y="1351838"/>
                  </a:lnTo>
                  <a:lnTo>
                    <a:pt x="1124592" y="1351841"/>
                  </a:lnTo>
                  <a:lnTo>
                    <a:pt x="1124583" y="1351846"/>
                  </a:lnTo>
                  <a:lnTo>
                    <a:pt x="1124575" y="1351852"/>
                  </a:lnTo>
                  <a:lnTo>
                    <a:pt x="1124570" y="1351856"/>
                  </a:lnTo>
                  <a:lnTo>
                    <a:pt x="1124562" y="1351857"/>
                  </a:lnTo>
                  <a:lnTo>
                    <a:pt x="1124555" y="1351856"/>
                  </a:lnTo>
                  <a:lnTo>
                    <a:pt x="1124548" y="1351854"/>
                  </a:lnTo>
                  <a:lnTo>
                    <a:pt x="1124541" y="1351849"/>
                  </a:lnTo>
                  <a:lnTo>
                    <a:pt x="1124536" y="1351842"/>
                  </a:lnTo>
                  <a:lnTo>
                    <a:pt x="1124530" y="1351832"/>
                  </a:lnTo>
                  <a:lnTo>
                    <a:pt x="1124525" y="1351825"/>
                  </a:lnTo>
                  <a:lnTo>
                    <a:pt x="1124519" y="1351817"/>
                  </a:lnTo>
                  <a:lnTo>
                    <a:pt x="1124512" y="1351806"/>
                  </a:lnTo>
                  <a:lnTo>
                    <a:pt x="1124506" y="1351795"/>
                  </a:lnTo>
                  <a:lnTo>
                    <a:pt x="1124502" y="1351787"/>
                  </a:lnTo>
                  <a:lnTo>
                    <a:pt x="1124499" y="1351784"/>
                  </a:lnTo>
                  <a:lnTo>
                    <a:pt x="1124494" y="1351782"/>
                  </a:lnTo>
                  <a:lnTo>
                    <a:pt x="1124488" y="1351780"/>
                  </a:lnTo>
                  <a:lnTo>
                    <a:pt x="1124483" y="1351774"/>
                  </a:lnTo>
                  <a:lnTo>
                    <a:pt x="1124480" y="1351768"/>
                  </a:lnTo>
                  <a:lnTo>
                    <a:pt x="1124474" y="1351754"/>
                  </a:lnTo>
                  <a:lnTo>
                    <a:pt x="1124470" y="1351750"/>
                  </a:lnTo>
                  <a:lnTo>
                    <a:pt x="1124461" y="1351750"/>
                  </a:lnTo>
                  <a:lnTo>
                    <a:pt x="1124455" y="1351750"/>
                  </a:lnTo>
                  <a:lnTo>
                    <a:pt x="1124450" y="1351749"/>
                  </a:lnTo>
                  <a:lnTo>
                    <a:pt x="1124444" y="1351746"/>
                  </a:lnTo>
                  <a:lnTo>
                    <a:pt x="1124443" y="1351742"/>
                  </a:lnTo>
                  <a:lnTo>
                    <a:pt x="1124441" y="1351735"/>
                  </a:lnTo>
                  <a:lnTo>
                    <a:pt x="1124438" y="1351730"/>
                  </a:lnTo>
                  <a:lnTo>
                    <a:pt x="1124433" y="1351726"/>
                  </a:lnTo>
                  <a:lnTo>
                    <a:pt x="1124423" y="1351725"/>
                  </a:lnTo>
                  <a:lnTo>
                    <a:pt x="1124419" y="1351724"/>
                  </a:lnTo>
                  <a:lnTo>
                    <a:pt x="1124413" y="1351720"/>
                  </a:lnTo>
                  <a:lnTo>
                    <a:pt x="1124408" y="1351716"/>
                  </a:lnTo>
                  <a:lnTo>
                    <a:pt x="1124404" y="1351713"/>
                  </a:lnTo>
                  <a:lnTo>
                    <a:pt x="1124396" y="1351711"/>
                  </a:lnTo>
                  <a:lnTo>
                    <a:pt x="1124392" y="1351704"/>
                  </a:lnTo>
                  <a:lnTo>
                    <a:pt x="1124391" y="1351700"/>
                  </a:lnTo>
                  <a:lnTo>
                    <a:pt x="1124391" y="1351693"/>
                  </a:lnTo>
                  <a:lnTo>
                    <a:pt x="1124388" y="1351681"/>
                  </a:lnTo>
                  <a:lnTo>
                    <a:pt x="1124384" y="1351670"/>
                  </a:lnTo>
                  <a:lnTo>
                    <a:pt x="1124382" y="1351665"/>
                  </a:lnTo>
                  <a:lnTo>
                    <a:pt x="1124380" y="1351654"/>
                  </a:lnTo>
                  <a:lnTo>
                    <a:pt x="1124378" y="1351650"/>
                  </a:lnTo>
                  <a:lnTo>
                    <a:pt x="1124375" y="1351646"/>
                  </a:lnTo>
                  <a:lnTo>
                    <a:pt x="1124369" y="1351642"/>
                  </a:lnTo>
                  <a:lnTo>
                    <a:pt x="1124359" y="1351632"/>
                  </a:lnTo>
                  <a:lnTo>
                    <a:pt x="1124355" y="1351627"/>
                  </a:lnTo>
                  <a:lnTo>
                    <a:pt x="1124347" y="1351613"/>
                  </a:lnTo>
                  <a:lnTo>
                    <a:pt x="1124341" y="1351607"/>
                  </a:lnTo>
                  <a:lnTo>
                    <a:pt x="1124329" y="1351597"/>
                  </a:lnTo>
                  <a:lnTo>
                    <a:pt x="1124320" y="1351590"/>
                  </a:lnTo>
                  <a:lnTo>
                    <a:pt x="1124313" y="1351583"/>
                  </a:lnTo>
                  <a:lnTo>
                    <a:pt x="1124307" y="1351577"/>
                  </a:lnTo>
                  <a:lnTo>
                    <a:pt x="1124280" y="1351581"/>
                  </a:lnTo>
                  <a:lnTo>
                    <a:pt x="1124276" y="1351579"/>
                  </a:lnTo>
                  <a:lnTo>
                    <a:pt x="1124273" y="1351566"/>
                  </a:lnTo>
                  <a:lnTo>
                    <a:pt x="1124269" y="1351560"/>
                  </a:lnTo>
                  <a:lnTo>
                    <a:pt x="1124265" y="1351557"/>
                  </a:lnTo>
                  <a:lnTo>
                    <a:pt x="1124256" y="1351553"/>
                  </a:lnTo>
                  <a:lnTo>
                    <a:pt x="1124246" y="1351550"/>
                  </a:lnTo>
                  <a:lnTo>
                    <a:pt x="1124237" y="1351548"/>
                  </a:lnTo>
                  <a:lnTo>
                    <a:pt x="1124228" y="1351544"/>
                  </a:lnTo>
                  <a:lnTo>
                    <a:pt x="1124217" y="1351536"/>
                  </a:lnTo>
                  <a:lnTo>
                    <a:pt x="1124205" y="1351527"/>
                  </a:lnTo>
                  <a:lnTo>
                    <a:pt x="1124197" y="1351520"/>
                  </a:lnTo>
                  <a:lnTo>
                    <a:pt x="1124181" y="1351505"/>
                  </a:lnTo>
                  <a:lnTo>
                    <a:pt x="1124162" y="1351488"/>
                  </a:lnTo>
                  <a:lnTo>
                    <a:pt x="1124155" y="1351484"/>
                  </a:lnTo>
                  <a:lnTo>
                    <a:pt x="1124152" y="1351480"/>
                  </a:lnTo>
                  <a:lnTo>
                    <a:pt x="1124150" y="1351473"/>
                  </a:lnTo>
                  <a:lnTo>
                    <a:pt x="1124145" y="1351465"/>
                  </a:lnTo>
                  <a:lnTo>
                    <a:pt x="1124136" y="1351461"/>
                  </a:lnTo>
                  <a:lnTo>
                    <a:pt x="1124127" y="1351459"/>
                  </a:lnTo>
                  <a:lnTo>
                    <a:pt x="1124121" y="1351453"/>
                  </a:lnTo>
                  <a:lnTo>
                    <a:pt x="1124110" y="1351445"/>
                  </a:lnTo>
                  <a:lnTo>
                    <a:pt x="1124101" y="1351440"/>
                  </a:lnTo>
                  <a:lnTo>
                    <a:pt x="1124093" y="1351439"/>
                  </a:lnTo>
                  <a:lnTo>
                    <a:pt x="1124084" y="1351437"/>
                  </a:lnTo>
                  <a:lnTo>
                    <a:pt x="1124078" y="1351434"/>
                  </a:lnTo>
                  <a:lnTo>
                    <a:pt x="1124070" y="1351429"/>
                  </a:lnTo>
                  <a:lnTo>
                    <a:pt x="1124063" y="1351422"/>
                  </a:lnTo>
                  <a:lnTo>
                    <a:pt x="1124053" y="1351413"/>
                  </a:lnTo>
                  <a:lnTo>
                    <a:pt x="1124046" y="1351408"/>
                  </a:lnTo>
                  <a:lnTo>
                    <a:pt x="1124034" y="1351396"/>
                  </a:lnTo>
                  <a:lnTo>
                    <a:pt x="1124023" y="1351383"/>
                  </a:lnTo>
                  <a:lnTo>
                    <a:pt x="1124018" y="1351376"/>
                  </a:lnTo>
                  <a:lnTo>
                    <a:pt x="1124014" y="1351370"/>
                  </a:lnTo>
                  <a:lnTo>
                    <a:pt x="1124010" y="1351365"/>
                  </a:lnTo>
                  <a:lnTo>
                    <a:pt x="1124005" y="1351360"/>
                  </a:lnTo>
                  <a:lnTo>
                    <a:pt x="1123992" y="1351355"/>
                  </a:lnTo>
                  <a:lnTo>
                    <a:pt x="1123980" y="1351346"/>
                  </a:lnTo>
                  <a:lnTo>
                    <a:pt x="1123972" y="1351338"/>
                  </a:lnTo>
                  <a:lnTo>
                    <a:pt x="1123963" y="1351328"/>
                  </a:lnTo>
                  <a:lnTo>
                    <a:pt x="1123954" y="1351318"/>
                  </a:lnTo>
                  <a:lnTo>
                    <a:pt x="1123947" y="1351313"/>
                  </a:lnTo>
                  <a:lnTo>
                    <a:pt x="1123939" y="1351312"/>
                  </a:lnTo>
                  <a:lnTo>
                    <a:pt x="1123933" y="1351308"/>
                  </a:lnTo>
                  <a:lnTo>
                    <a:pt x="1123928" y="1351302"/>
                  </a:lnTo>
                  <a:lnTo>
                    <a:pt x="1123918" y="1351283"/>
                  </a:lnTo>
                  <a:lnTo>
                    <a:pt x="1123914" y="1351272"/>
                  </a:lnTo>
                  <a:lnTo>
                    <a:pt x="1123910" y="1351268"/>
                  </a:lnTo>
                  <a:lnTo>
                    <a:pt x="1123903" y="1351261"/>
                  </a:lnTo>
                  <a:lnTo>
                    <a:pt x="1123897" y="1351253"/>
                  </a:lnTo>
                  <a:lnTo>
                    <a:pt x="1123892" y="1351242"/>
                  </a:lnTo>
                  <a:lnTo>
                    <a:pt x="1123889" y="1351231"/>
                  </a:lnTo>
                  <a:lnTo>
                    <a:pt x="1123887" y="1351222"/>
                  </a:lnTo>
                  <a:lnTo>
                    <a:pt x="1123877" y="1351220"/>
                  </a:lnTo>
                  <a:lnTo>
                    <a:pt x="1123869" y="1351218"/>
                  </a:lnTo>
                  <a:lnTo>
                    <a:pt x="1123864" y="1351217"/>
                  </a:lnTo>
                  <a:lnTo>
                    <a:pt x="1123858" y="1351214"/>
                  </a:lnTo>
                  <a:lnTo>
                    <a:pt x="1123854" y="1351211"/>
                  </a:lnTo>
                  <a:lnTo>
                    <a:pt x="1123850" y="1351204"/>
                  </a:lnTo>
                  <a:lnTo>
                    <a:pt x="1123841" y="1351194"/>
                  </a:lnTo>
                  <a:lnTo>
                    <a:pt x="1123830" y="1351179"/>
                  </a:lnTo>
                  <a:lnTo>
                    <a:pt x="1123820" y="1351166"/>
                  </a:lnTo>
                  <a:lnTo>
                    <a:pt x="1123813" y="1351160"/>
                  </a:lnTo>
                  <a:lnTo>
                    <a:pt x="1123805" y="1351153"/>
                  </a:lnTo>
                  <a:lnTo>
                    <a:pt x="1123798" y="1351146"/>
                  </a:lnTo>
                  <a:lnTo>
                    <a:pt x="1123796" y="1351140"/>
                  </a:lnTo>
                  <a:lnTo>
                    <a:pt x="1123798" y="1351135"/>
                  </a:lnTo>
                  <a:lnTo>
                    <a:pt x="1123801" y="1351130"/>
                  </a:lnTo>
                  <a:lnTo>
                    <a:pt x="1123803" y="1351125"/>
                  </a:lnTo>
                  <a:lnTo>
                    <a:pt x="1123798" y="1351120"/>
                  </a:lnTo>
                  <a:lnTo>
                    <a:pt x="1123793" y="1351114"/>
                  </a:lnTo>
                  <a:lnTo>
                    <a:pt x="1123789" y="1351108"/>
                  </a:lnTo>
                  <a:lnTo>
                    <a:pt x="1123788" y="1351103"/>
                  </a:lnTo>
                  <a:lnTo>
                    <a:pt x="1123787" y="1351097"/>
                  </a:lnTo>
                  <a:lnTo>
                    <a:pt x="1123782" y="1351095"/>
                  </a:lnTo>
                  <a:lnTo>
                    <a:pt x="1123774" y="1351089"/>
                  </a:lnTo>
                  <a:lnTo>
                    <a:pt x="1123768" y="1351083"/>
                  </a:lnTo>
                  <a:lnTo>
                    <a:pt x="1123762" y="1351076"/>
                  </a:lnTo>
                  <a:lnTo>
                    <a:pt x="1123755" y="1351066"/>
                  </a:lnTo>
                  <a:lnTo>
                    <a:pt x="1123748" y="1351056"/>
                  </a:lnTo>
                  <a:lnTo>
                    <a:pt x="1123744" y="1351048"/>
                  </a:lnTo>
                  <a:lnTo>
                    <a:pt x="1123739" y="1351034"/>
                  </a:lnTo>
                  <a:lnTo>
                    <a:pt x="1123733" y="1351018"/>
                  </a:lnTo>
                  <a:lnTo>
                    <a:pt x="1123727" y="1351010"/>
                  </a:lnTo>
                  <a:lnTo>
                    <a:pt x="1123719" y="1351001"/>
                  </a:lnTo>
                  <a:lnTo>
                    <a:pt x="1123714" y="1350996"/>
                  </a:lnTo>
                  <a:lnTo>
                    <a:pt x="1123709" y="1350987"/>
                  </a:lnTo>
                  <a:lnTo>
                    <a:pt x="1123703" y="1350978"/>
                  </a:lnTo>
                  <a:lnTo>
                    <a:pt x="1123693" y="1350963"/>
                  </a:lnTo>
                  <a:lnTo>
                    <a:pt x="1123685" y="1350954"/>
                  </a:lnTo>
                  <a:lnTo>
                    <a:pt x="1123673" y="1350935"/>
                  </a:lnTo>
                  <a:lnTo>
                    <a:pt x="1123665" y="1350920"/>
                  </a:lnTo>
                  <a:lnTo>
                    <a:pt x="1123659" y="1350914"/>
                  </a:lnTo>
                  <a:lnTo>
                    <a:pt x="1123654" y="1350911"/>
                  </a:lnTo>
                  <a:lnTo>
                    <a:pt x="1123645" y="1350909"/>
                  </a:lnTo>
                  <a:lnTo>
                    <a:pt x="1123636" y="1350906"/>
                  </a:lnTo>
                  <a:lnTo>
                    <a:pt x="1123630" y="1350906"/>
                  </a:lnTo>
                  <a:lnTo>
                    <a:pt x="1123623" y="1350908"/>
                  </a:lnTo>
                  <a:lnTo>
                    <a:pt x="1123614" y="1350914"/>
                  </a:lnTo>
                  <a:lnTo>
                    <a:pt x="1123607" y="1350916"/>
                  </a:lnTo>
                  <a:lnTo>
                    <a:pt x="1123602" y="1350915"/>
                  </a:lnTo>
                  <a:lnTo>
                    <a:pt x="1123594" y="1350914"/>
                  </a:lnTo>
                  <a:lnTo>
                    <a:pt x="1123588" y="1350910"/>
                  </a:lnTo>
                  <a:lnTo>
                    <a:pt x="1123582" y="1350905"/>
                  </a:lnTo>
                  <a:lnTo>
                    <a:pt x="1123574" y="1350897"/>
                  </a:lnTo>
                  <a:lnTo>
                    <a:pt x="1123565" y="1350888"/>
                  </a:lnTo>
                  <a:lnTo>
                    <a:pt x="1123555" y="1350880"/>
                  </a:lnTo>
                  <a:lnTo>
                    <a:pt x="1123543" y="1350871"/>
                  </a:lnTo>
                  <a:lnTo>
                    <a:pt x="1123533" y="1350864"/>
                  </a:lnTo>
                  <a:lnTo>
                    <a:pt x="1123520" y="1350856"/>
                  </a:lnTo>
                  <a:lnTo>
                    <a:pt x="1123509" y="1350845"/>
                  </a:lnTo>
                  <a:lnTo>
                    <a:pt x="1123501" y="1350837"/>
                  </a:lnTo>
                  <a:lnTo>
                    <a:pt x="1123494" y="1350833"/>
                  </a:lnTo>
                  <a:lnTo>
                    <a:pt x="1123483" y="1350831"/>
                  </a:lnTo>
                  <a:lnTo>
                    <a:pt x="1123475" y="1350829"/>
                  </a:lnTo>
                  <a:lnTo>
                    <a:pt x="1123471" y="1350829"/>
                  </a:lnTo>
                  <a:lnTo>
                    <a:pt x="1123465" y="1350826"/>
                  </a:lnTo>
                  <a:lnTo>
                    <a:pt x="1123461" y="1350820"/>
                  </a:lnTo>
                  <a:lnTo>
                    <a:pt x="1123458" y="1350811"/>
                  </a:lnTo>
                  <a:lnTo>
                    <a:pt x="1123454" y="1350799"/>
                  </a:lnTo>
                  <a:lnTo>
                    <a:pt x="1123447" y="1350784"/>
                  </a:lnTo>
                  <a:lnTo>
                    <a:pt x="1123443" y="1350764"/>
                  </a:lnTo>
                  <a:lnTo>
                    <a:pt x="1123442" y="1350743"/>
                  </a:lnTo>
                  <a:lnTo>
                    <a:pt x="1123443" y="1350730"/>
                  </a:lnTo>
                  <a:lnTo>
                    <a:pt x="1123440" y="1350726"/>
                  </a:lnTo>
                  <a:lnTo>
                    <a:pt x="1123434" y="1350720"/>
                  </a:lnTo>
                  <a:lnTo>
                    <a:pt x="1123420" y="1350710"/>
                  </a:lnTo>
                  <a:lnTo>
                    <a:pt x="1123408" y="1350702"/>
                  </a:lnTo>
                  <a:lnTo>
                    <a:pt x="1123400" y="1350695"/>
                  </a:lnTo>
                  <a:lnTo>
                    <a:pt x="1123395" y="1350689"/>
                  </a:lnTo>
                  <a:lnTo>
                    <a:pt x="1123393" y="1350681"/>
                  </a:lnTo>
                  <a:lnTo>
                    <a:pt x="1123389" y="1350672"/>
                  </a:lnTo>
                  <a:lnTo>
                    <a:pt x="1123383" y="1350670"/>
                  </a:lnTo>
                  <a:lnTo>
                    <a:pt x="1123371" y="1350664"/>
                  </a:lnTo>
                  <a:lnTo>
                    <a:pt x="1123368" y="1350661"/>
                  </a:lnTo>
                  <a:lnTo>
                    <a:pt x="1123362" y="1350652"/>
                  </a:lnTo>
                  <a:lnTo>
                    <a:pt x="1123348" y="1350637"/>
                  </a:lnTo>
                  <a:lnTo>
                    <a:pt x="1123340" y="1350633"/>
                  </a:lnTo>
                  <a:lnTo>
                    <a:pt x="1123335" y="1350631"/>
                  </a:lnTo>
                  <a:lnTo>
                    <a:pt x="1123331" y="1350631"/>
                  </a:lnTo>
                  <a:lnTo>
                    <a:pt x="1123323" y="1350632"/>
                  </a:lnTo>
                  <a:lnTo>
                    <a:pt x="1123322" y="1350626"/>
                  </a:lnTo>
                  <a:lnTo>
                    <a:pt x="1123330" y="1350609"/>
                  </a:lnTo>
                  <a:lnTo>
                    <a:pt x="1123336" y="1350595"/>
                  </a:lnTo>
                  <a:lnTo>
                    <a:pt x="1123339" y="1350587"/>
                  </a:lnTo>
                  <a:lnTo>
                    <a:pt x="1123312" y="1350568"/>
                  </a:lnTo>
                  <a:lnTo>
                    <a:pt x="1123308" y="1350565"/>
                  </a:lnTo>
                  <a:lnTo>
                    <a:pt x="1123304" y="1350562"/>
                  </a:lnTo>
                  <a:lnTo>
                    <a:pt x="1123285" y="1350546"/>
                  </a:lnTo>
                  <a:lnTo>
                    <a:pt x="1123281" y="1350544"/>
                  </a:lnTo>
                  <a:lnTo>
                    <a:pt x="1123273" y="1350545"/>
                  </a:lnTo>
                  <a:lnTo>
                    <a:pt x="1123267" y="1350547"/>
                  </a:lnTo>
                  <a:lnTo>
                    <a:pt x="1123254" y="1350555"/>
                  </a:lnTo>
                  <a:lnTo>
                    <a:pt x="1123241" y="1350561"/>
                  </a:lnTo>
                  <a:lnTo>
                    <a:pt x="1123233" y="1350566"/>
                  </a:lnTo>
                  <a:lnTo>
                    <a:pt x="1123222" y="1350573"/>
                  </a:lnTo>
                  <a:lnTo>
                    <a:pt x="1123217" y="1350573"/>
                  </a:lnTo>
                  <a:lnTo>
                    <a:pt x="1123213" y="1350570"/>
                  </a:lnTo>
                  <a:lnTo>
                    <a:pt x="1123206" y="1350565"/>
                  </a:lnTo>
                  <a:lnTo>
                    <a:pt x="1123198" y="1350558"/>
                  </a:lnTo>
                  <a:lnTo>
                    <a:pt x="1123191" y="1350552"/>
                  </a:lnTo>
                  <a:lnTo>
                    <a:pt x="1123185" y="1350547"/>
                  </a:lnTo>
                  <a:lnTo>
                    <a:pt x="1123179" y="1350542"/>
                  </a:lnTo>
                  <a:lnTo>
                    <a:pt x="1123172" y="1350534"/>
                  </a:lnTo>
                  <a:lnTo>
                    <a:pt x="1123169" y="1350522"/>
                  </a:lnTo>
                  <a:lnTo>
                    <a:pt x="1123170" y="1350511"/>
                  </a:lnTo>
                  <a:lnTo>
                    <a:pt x="1123171" y="1350503"/>
                  </a:lnTo>
                  <a:lnTo>
                    <a:pt x="1123171" y="1350490"/>
                  </a:lnTo>
                  <a:lnTo>
                    <a:pt x="1123170" y="1350481"/>
                  </a:lnTo>
                  <a:lnTo>
                    <a:pt x="1123166" y="1350469"/>
                  </a:lnTo>
                  <a:lnTo>
                    <a:pt x="1123159" y="1350454"/>
                  </a:lnTo>
                  <a:lnTo>
                    <a:pt x="1123150" y="1350444"/>
                  </a:lnTo>
                  <a:lnTo>
                    <a:pt x="1123145" y="1350440"/>
                  </a:lnTo>
                  <a:lnTo>
                    <a:pt x="1123133" y="1350435"/>
                  </a:lnTo>
                  <a:lnTo>
                    <a:pt x="1123122" y="1350429"/>
                  </a:lnTo>
                  <a:lnTo>
                    <a:pt x="1123116" y="1350421"/>
                  </a:lnTo>
                  <a:lnTo>
                    <a:pt x="1123108" y="1350411"/>
                  </a:lnTo>
                  <a:lnTo>
                    <a:pt x="1123101" y="1350407"/>
                  </a:lnTo>
                  <a:lnTo>
                    <a:pt x="1123091" y="1350409"/>
                  </a:lnTo>
                  <a:lnTo>
                    <a:pt x="1123087" y="1350407"/>
                  </a:lnTo>
                  <a:lnTo>
                    <a:pt x="1123083" y="1350410"/>
                  </a:lnTo>
                  <a:lnTo>
                    <a:pt x="1123078" y="1350414"/>
                  </a:lnTo>
                  <a:lnTo>
                    <a:pt x="1123066" y="1350425"/>
                  </a:lnTo>
                  <a:lnTo>
                    <a:pt x="1123062" y="1350426"/>
                  </a:lnTo>
                  <a:lnTo>
                    <a:pt x="1123058" y="1350426"/>
                  </a:lnTo>
                  <a:lnTo>
                    <a:pt x="1123053" y="1350423"/>
                  </a:lnTo>
                  <a:lnTo>
                    <a:pt x="1123040" y="1350413"/>
                  </a:lnTo>
                  <a:lnTo>
                    <a:pt x="1123033" y="1350409"/>
                  </a:lnTo>
                  <a:lnTo>
                    <a:pt x="1123027" y="1350410"/>
                  </a:lnTo>
                  <a:lnTo>
                    <a:pt x="1123019" y="1350416"/>
                  </a:lnTo>
                  <a:lnTo>
                    <a:pt x="1123001" y="1350433"/>
                  </a:lnTo>
                  <a:lnTo>
                    <a:pt x="1122989" y="1350439"/>
                  </a:lnTo>
                  <a:lnTo>
                    <a:pt x="1122980" y="1350438"/>
                  </a:lnTo>
                  <a:lnTo>
                    <a:pt x="1122968" y="1350433"/>
                  </a:lnTo>
                  <a:lnTo>
                    <a:pt x="1122953" y="1350428"/>
                  </a:lnTo>
                  <a:lnTo>
                    <a:pt x="1122930" y="1350422"/>
                  </a:lnTo>
                  <a:lnTo>
                    <a:pt x="1122913" y="1350417"/>
                  </a:lnTo>
                  <a:lnTo>
                    <a:pt x="1122899" y="1350415"/>
                  </a:lnTo>
                  <a:lnTo>
                    <a:pt x="1122885" y="1350414"/>
                  </a:lnTo>
                  <a:lnTo>
                    <a:pt x="1122875" y="1350417"/>
                  </a:lnTo>
                  <a:lnTo>
                    <a:pt x="1122858" y="1350428"/>
                  </a:lnTo>
                  <a:lnTo>
                    <a:pt x="1122842" y="1350435"/>
                  </a:lnTo>
                  <a:lnTo>
                    <a:pt x="1122826" y="1350441"/>
                  </a:lnTo>
                  <a:lnTo>
                    <a:pt x="1122813" y="1350447"/>
                  </a:lnTo>
                  <a:lnTo>
                    <a:pt x="1122802" y="1350451"/>
                  </a:lnTo>
                  <a:lnTo>
                    <a:pt x="1122802" y="1350460"/>
                  </a:lnTo>
                  <a:lnTo>
                    <a:pt x="1122800" y="1350470"/>
                  </a:lnTo>
                  <a:lnTo>
                    <a:pt x="1122790" y="1350486"/>
                  </a:lnTo>
                  <a:lnTo>
                    <a:pt x="1122788" y="1350495"/>
                  </a:lnTo>
                  <a:lnTo>
                    <a:pt x="1122783" y="1350510"/>
                  </a:lnTo>
                  <a:lnTo>
                    <a:pt x="1122778" y="1350528"/>
                  </a:lnTo>
                  <a:lnTo>
                    <a:pt x="1122773" y="1350542"/>
                  </a:lnTo>
                  <a:lnTo>
                    <a:pt x="1122767" y="1350554"/>
                  </a:lnTo>
                  <a:lnTo>
                    <a:pt x="1122756" y="1350562"/>
                  </a:lnTo>
                  <a:lnTo>
                    <a:pt x="1122748" y="1350566"/>
                  </a:lnTo>
                  <a:lnTo>
                    <a:pt x="1122726" y="1350573"/>
                  </a:lnTo>
                  <a:lnTo>
                    <a:pt x="1122703" y="1350578"/>
                  </a:lnTo>
                  <a:lnTo>
                    <a:pt x="1122682" y="1350584"/>
                  </a:lnTo>
                  <a:lnTo>
                    <a:pt x="1122675" y="1350587"/>
                  </a:lnTo>
                  <a:lnTo>
                    <a:pt x="1122660" y="1350597"/>
                  </a:lnTo>
                  <a:lnTo>
                    <a:pt x="1122655" y="1350603"/>
                  </a:lnTo>
                  <a:lnTo>
                    <a:pt x="1122650" y="1350610"/>
                  </a:lnTo>
                  <a:lnTo>
                    <a:pt x="1122645" y="1350624"/>
                  </a:lnTo>
                  <a:lnTo>
                    <a:pt x="1122640" y="1350644"/>
                  </a:lnTo>
                  <a:lnTo>
                    <a:pt x="1122635" y="1350665"/>
                  </a:lnTo>
                  <a:lnTo>
                    <a:pt x="1122630" y="1350680"/>
                  </a:lnTo>
                  <a:lnTo>
                    <a:pt x="1122627" y="1350686"/>
                  </a:lnTo>
                  <a:lnTo>
                    <a:pt x="1122622" y="1350699"/>
                  </a:lnTo>
                  <a:lnTo>
                    <a:pt x="1122620" y="1350715"/>
                  </a:lnTo>
                  <a:lnTo>
                    <a:pt x="1122621" y="1350720"/>
                  </a:lnTo>
                  <a:lnTo>
                    <a:pt x="1122627" y="1350732"/>
                  </a:lnTo>
                  <a:lnTo>
                    <a:pt x="1122626" y="1350737"/>
                  </a:lnTo>
                  <a:lnTo>
                    <a:pt x="1122619" y="1350743"/>
                  </a:lnTo>
                  <a:lnTo>
                    <a:pt x="1122607" y="1350748"/>
                  </a:lnTo>
                  <a:lnTo>
                    <a:pt x="1122586" y="1350754"/>
                  </a:lnTo>
                  <a:lnTo>
                    <a:pt x="1122565" y="1350759"/>
                  </a:lnTo>
                  <a:lnTo>
                    <a:pt x="1122539" y="1350765"/>
                  </a:lnTo>
                  <a:lnTo>
                    <a:pt x="1122514" y="1350770"/>
                  </a:lnTo>
                  <a:lnTo>
                    <a:pt x="1122496" y="1350771"/>
                  </a:lnTo>
                  <a:lnTo>
                    <a:pt x="1122485" y="1350770"/>
                  </a:lnTo>
                  <a:lnTo>
                    <a:pt x="1122469" y="1350768"/>
                  </a:lnTo>
                  <a:lnTo>
                    <a:pt x="1122457" y="1350772"/>
                  </a:lnTo>
                  <a:lnTo>
                    <a:pt x="1122448" y="1350779"/>
                  </a:lnTo>
                  <a:lnTo>
                    <a:pt x="1122437" y="1350787"/>
                  </a:lnTo>
                  <a:lnTo>
                    <a:pt x="1122431" y="1350792"/>
                  </a:lnTo>
                  <a:lnTo>
                    <a:pt x="1122425" y="1350797"/>
                  </a:lnTo>
                  <a:lnTo>
                    <a:pt x="1122417" y="1350806"/>
                  </a:lnTo>
                  <a:lnTo>
                    <a:pt x="1122407" y="1350830"/>
                  </a:lnTo>
                  <a:lnTo>
                    <a:pt x="1122403" y="1350838"/>
                  </a:lnTo>
                  <a:lnTo>
                    <a:pt x="1122394" y="1350846"/>
                  </a:lnTo>
                  <a:lnTo>
                    <a:pt x="1122390" y="1350848"/>
                  </a:lnTo>
                  <a:lnTo>
                    <a:pt x="1122384" y="1350851"/>
                  </a:lnTo>
                  <a:lnTo>
                    <a:pt x="1122374" y="1350856"/>
                  </a:lnTo>
                  <a:lnTo>
                    <a:pt x="1122367" y="1350865"/>
                  </a:lnTo>
                  <a:lnTo>
                    <a:pt x="1122361" y="1350875"/>
                  </a:lnTo>
                  <a:lnTo>
                    <a:pt x="1122358" y="1350886"/>
                  </a:lnTo>
                  <a:lnTo>
                    <a:pt x="1122356" y="1350899"/>
                  </a:lnTo>
                  <a:lnTo>
                    <a:pt x="1122351" y="1350912"/>
                  </a:lnTo>
                  <a:lnTo>
                    <a:pt x="1122348" y="1350917"/>
                  </a:lnTo>
                  <a:lnTo>
                    <a:pt x="1122340" y="1350919"/>
                  </a:lnTo>
                  <a:lnTo>
                    <a:pt x="1122334" y="1350923"/>
                  </a:lnTo>
                  <a:lnTo>
                    <a:pt x="1122350" y="1350938"/>
                  </a:lnTo>
                  <a:lnTo>
                    <a:pt x="1122357" y="1350943"/>
                  </a:lnTo>
                  <a:lnTo>
                    <a:pt x="1122338" y="1350957"/>
                  </a:lnTo>
                  <a:lnTo>
                    <a:pt x="1122322" y="1350970"/>
                  </a:lnTo>
                  <a:lnTo>
                    <a:pt x="1122317" y="1350977"/>
                  </a:lnTo>
                  <a:lnTo>
                    <a:pt x="1122314" y="1350983"/>
                  </a:lnTo>
                  <a:lnTo>
                    <a:pt x="1122311" y="1350992"/>
                  </a:lnTo>
                  <a:lnTo>
                    <a:pt x="1122310" y="1351001"/>
                  </a:lnTo>
                  <a:lnTo>
                    <a:pt x="1122312" y="1351012"/>
                  </a:lnTo>
                  <a:lnTo>
                    <a:pt x="1122318" y="1351029"/>
                  </a:lnTo>
                  <a:lnTo>
                    <a:pt x="1122323" y="1351041"/>
                  </a:lnTo>
                  <a:lnTo>
                    <a:pt x="1122327" y="1351054"/>
                  </a:lnTo>
                  <a:lnTo>
                    <a:pt x="1122325" y="1351065"/>
                  </a:lnTo>
                  <a:lnTo>
                    <a:pt x="1122318" y="1351079"/>
                  </a:lnTo>
                  <a:lnTo>
                    <a:pt x="1122313" y="1351089"/>
                  </a:lnTo>
                  <a:lnTo>
                    <a:pt x="1122312" y="1351100"/>
                  </a:lnTo>
                  <a:lnTo>
                    <a:pt x="1122315" y="1351112"/>
                  </a:lnTo>
                  <a:lnTo>
                    <a:pt x="1122317" y="1351118"/>
                  </a:lnTo>
                  <a:lnTo>
                    <a:pt x="1122318" y="1351124"/>
                  </a:lnTo>
                  <a:lnTo>
                    <a:pt x="1122316" y="1351133"/>
                  </a:lnTo>
                  <a:lnTo>
                    <a:pt x="1122313" y="1351146"/>
                  </a:lnTo>
                  <a:lnTo>
                    <a:pt x="1122314" y="1351169"/>
                  </a:lnTo>
                  <a:lnTo>
                    <a:pt x="1122315" y="1351188"/>
                  </a:lnTo>
                  <a:lnTo>
                    <a:pt x="1122312" y="1351213"/>
                  </a:lnTo>
                  <a:lnTo>
                    <a:pt x="1122311" y="1351227"/>
                  </a:lnTo>
                  <a:lnTo>
                    <a:pt x="1122313" y="1351241"/>
                  </a:lnTo>
                  <a:lnTo>
                    <a:pt x="1122316" y="1351259"/>
                  </a:lnTo>
                  <a:lnTo>
                    <a:pt x="1122316" y="1351268"/>
                  </a:lnTo>
                  <a:lnTo>
                    <a:pt x="1122314" y="1351278"/>
                  </a:lnTo>
                  <a:lnTo>
                    <a:pt x="1122310" y="1351291"/>
                  </a:lnTo>
                  <a:lnTo>
                    <a:pt x="1122307" y="1351300"/>
                  </a:lnTo>
                  <a:lnTo>
                    <a:pt x="1122302" y="1351315"/>
                  </a:lnTo>
                  <a:lnTo>
                    <a:pt x="1122305" y="1351329"/>
                  </a:lnTo>
                  <a:lnTo>
                    <a:pt x="1122314" y="1351339"/>
                  </a:lnTo>
                  <a:lnTo>
                    <a:pt x="1122323" y="1351349"/>
                  </a:lnTo>
                  <a:lnTo>
                    <a:pt x="1122333" y="1351363"/>
                  </a:lnTo>
                  <a:lnTo>
                    <a:pt x="1122337" y="1351372"/>
                  </a:lnTo>
                  <a:lnTo>
                    <a:pt x="1122336" y="1351380"/>
                  </a:lnTo>
                  <a:lnTo>
                    <a:pt x="1122329" y="1351386"/>
                  </a:lnTo>
                  <a:lnTo>
                    <a:pt x="1122305" y="1351401"/>
                  </a:lnTo>
                  <a:lnTo>
                    <a:pt x="1122298" y="1351408"/>
                  </a:lnTo>
                  <a:lnTo>
                    <a:pt x="1122297" y="1351414"/>
                  </a:lnTo>
                  <a:lnTo>
                    <a:pt x="1122299" y="1351422"/>
                  </a:lnTo>
                  <a:lnTo>
                    <a:pt x="1122312" y="1351479"/>
                  </a:lnTo>
                  <a:lnTo>
                    <a:pt x="1122313" y="1351485"/>
                  </a:lnTo>
                  <a:lnTo>
                    <a:pt x="1122310" y="1351494"/>
                  </a:lnTo>
                  <a:lnTo>
                    <a:pt x="1122304" y="1351501"/>
                  </a:lnTo>
                  <a:lnTo>
                    <a:pt x="1122291" y="1351517"/>
                  </a:lnTo>
                  <a:lnTo>
                    <a:pt x="1122284" y="1351528"/>
                  </a:lnTo>
                  <a:lnTo>
                    <a:pt x="1122277" y="1351540"/>
                  </a:lnTo>
                  <a:lnTo>
                    <a:pt x="1122274" y="1351549"/>
                  </a:lnTo>
                  <a:lnTo>
                    <a:pt x="1122273" y="1351563"/>
                  </a:lnTo>
                  <a:lnTo>
                    <a:pt x="1122264" y="1351570"/>
                  </a:lnTo>
                  <a:lnTo>
                    <a:pt x="1122256" y="1351576"/>
                  </a:lnTo>
                  <a:lnTo>
                    <a:pt x="1122239" y="1351584"/>
                  </a:lnTo>
                  <a:lnTo>
                    <a:pt x="1122212" y="1351592"/>
                  </a:lnTo>
                  <a:lnTo>
                    <a:pt x="1122189" y="1351599"/>
                  </a:lnTo>
                  <a:lnTo>
                    <a:pt x="1122163" y="1351606"/>
                  </a:lnTo>
                  <a:lnTo>
                    <a:pt x="1122132" y="1351614"/>
                  </a:lnTo>
                  <a:lnTo>
                    <a:pt x="1122098" y="1351623"/>
                  </a:lnTo>
                  <a:lnTo>
                    <a:pt x="1122082" y="1351629"/>
                  </a:lnTo>
                  <a:lnTo>
                    <a:pt x="1122059" y="1351636"/>
                  </a:lnTo>
                  <a:lnTo>
                    <a:pt x="1122046" y="1351639"/>
                  </a:lnTo>
                  <a:lnTo>
                    <a:pt x="1122041" y="1351640"/>
                  </a:lnTo>
                  <a:lnTo>
                    <a:pt x="1122036" y="1351638"/>
                  </a:lnTo>
                  <a:lnTo>
                    <a:pt x="1122023" y="1351631"/>
                  </a:lnTo>
                  <a:lnTo>
                    <a:pt x="1122010" y="1351624"/>
                  </a:lnTo>
                  <a:lnTo>
                    <a:pt x="1121995" y="1351618"/>
                  </a:lnTo>
                  <a:lnTo>
                    <a:pt x="1121984" y="1351615"/>
                  </a:lnTo>
                  <a:lnTo>
                    <a:pt x="1121970" y="1351614"/>
                  </a:lnTo>
                  <a:lnTo>
                    <a:pt x="1121961" y="1351612"/>
                  </a:lnTo>
                  <a:lnTo>
                    <a:pt x="1121947" y="1351608"/>
                  </a:lnTo>
                  <a:lnTo>
                    <a:pt x="1121933" y="1351606"/>
                  </a:lnTo>
                  <a:lnTo>
                    <a:pt x="1121920" y="1351603"/>
                  </a:lnTo>
                  <a:lnTo>
                    <a:pt x="1121913" y="1351604"/>
                  </a:lnTo>
                  <a:lnTo>
                    <a:pt x="1121906" y="1351607"/>
                  </a:lnTo>
                  <a:lnTo>
                    <a:pt x="1121889" y="1351620"/>
                  </a:lnTo>
                  <a:lnTo>
                    <a:pt x="1121878" y="1351626"/>
                  </a:lnTo>
                  <a:lnTo>
                    <a:pt x="1121866" y="1351629"/>
                  </a:lnTo>
                  <a:lnTo>
                    <a:pt x="1121852" y="1351630"/>
                  </a:lnTo>
                  <a:lnTo>
                    <a:pt x="1121832" y="1351630"/>
                  </a:lnTo>
                  <a:lnTo>
                    <a:pt x="1121812" y="1351630"/>
                  </a:lnTo>
                  <a:lnTo>
                    <a:pt x="1121783" y="1351633"/>
                  </a:lnTo>
                  <a:lnTo>
                    <a:pt x="1121774" y="1351635"/>
                  </a:lnTo>
                  <a:lnTo>
                    <a:pt x="1121761" y="1351638"/>
                  </a:lnTo>
                  <a:lnTo>
                    <a:pt x="1121749" y="1351644"/>
                  </a:lnTo>
                  <a:lnTo>
                    <a:pt x="1121735" y="1351651"/>
                  </a:lnTo>
                  <a:lnTo>
                    <a:pt x="1121724" y="1351658"/>
                  </a:lnTo>
                  <a:lnTo>
                    <a:pt x="1121714" y="1351663"/>
                  </a:lnTo>
                  <a:lnTo>
                    <a:pt x="1121703" y="1351670"/>
                  </a:lnTo>
                  <a:lnTo>
                    <a:pt x="1121697" y="1351673"/>
                  </a:lnTo>
                  <a:lnTo>
                    <a:pt x="1121691" y="1351676"/>
                  </a:lnTo>
                  <a:lnTo>
                    <a:pt x="1121681" y="1351680"/>
                  </a:lnTo>
                  <a:lnTo>
                    <a:pt x="1121675" y="1351683"/>
                  </a:lnTo>
                  <a:lnTo>
                    <a:pt x="1121662" y="1351684"/>
                  </a:lnTo>
                  <a:lnTo>
                    <a:pt x="1121654" y="1351675"/>
                  </a:lnTo>
                  <a:lnTo>
                    <a:pt x="1121641" y="1351659"/>
                  </a:lnTo>
                  <a:lnTo>
                    <a:pt x="1121629" y="1351641"/>
                  </a:lnTo>
                  <a:lnTo>
                    <a:pt x="1121622" y="1351632"/>
                  </a:lnTo>
                  <a:lnTo>
                    <a:pt x="1121619" y="1351622"/>
                  </a:lnTo>
                  <a:lnTo>
                    <a:pt x="1121618" y="1351607"/>
                  </a:lnTo>
                  <a:lnTo>
                    <a:pt x="1121617" y="1351589"/>
                  </a:lnTo>
                  <a:lnTo>
                    <a:pt x="1121617" y="1351575"/>
                  </a:lnTo>
                  <a:lnTo>
                    <a:pt x="1121618" y="1351562"/>
                  </a:lnTo>
                  <a:lnTo>
                    <a:pt x="1121620" y="1351547"/>
                  </a:lnTo>
                  <a:lnTo>
                    <a:pt x="1121623" y="1351535"/>
                  </a:lnTo>
                  <a:lnTo>
                    <a:pt x="1121628" y="1351513"/>
                  </a:lnTo>
                  <a:lnTo>
                    <a:pt x="1121634" y="1351502"/>
                  </a:lnTo>
                  <a:lnTo>
                    <a:pt x="1121646" y="1351487"/>
                  </a:lnTo>
                  <a:lnTo>
                    <a:pt x="1121664" y="1351465"/>
                  </a:lnTo>
                  <a:lnTo>
                    <a:pt x="1121681" y="1351454"/>
                  </a:lnTo>
                  <a:lnTo>
                    <a:pt x="1121685" y="1351446"/>
                  </a:lnTo>
                  <a:lnTo>
                    <a:pt x="1121684" y="1351437"/>
                  </a:lnTo>
                  <a:lnTo>
                    <a:pt x="1121684" y="1351425"/>
                  </a:lnTo>
                  <a:lnTo>
                    <a:pt x="1121680" y="1351409"/>
                  </a:lnTo>
                  <a:lnTo>
                    <a:pt x="1121672" y="1351403"/>
                  </a:lnTo>
                  <a:lnTo>
                    <a:pt x="1121664" y="1351398"/>
                  </a:lnTo>
                  <a:lnTo>
                    <a:pt x="1121653" y="1351386"/>
                  </a:lnTo>
                  <a:lnTo>
                    <a:pt x="1121643" y="1351360"/>
                  </a:lnTo>
                  <a:lnTo>
                    <a:pt x="1121636" y="1351337"/>
                  </a:lnTo>
                  <a:lnTo>
                    <a:pt x="1121629" y="1351321"/>
                  </a:lnTo>
                  <a:lnTo>
                    <a:pt x="1121619" y="1351306"/>
                  </a:lnTo>
                  <a:lnTo>
                    <a:pt x="1121605" y="1351298"/>
                  </a:lnTo>
                  <a:lnTo>
                    <a:pt x="1121592" y="1351283"/>
                  </a:lnTo>
                  <a:lnTo>
                    <a:pt x="1121578" y="1351268"/>
                  </a:lnTo>
                  <a:lnTo>
                    <a:pt x="1121563" y="1351255"/>
                  </a:lnTo>
                  <a:lnTo>
                    <a:pt x="1121553" y="1351245"/>
                  </a:lnTo>
                  <a:lnTo>
                    <a:pt x="1121541" y="1351245"/>
                  </a:lnTo>
                  <a:lnTo>
                    <a:pt x="1121537" y="1351245"/>
                  </a:lnTo>
                  <a:lnTo>
                    <a:pt x="1121530" y="1351236"/>
                  </a:lnTo>
                  <a:lnTo>
                    <a:pt x="1121523" y="1351222"/>
                  </a:lnTo>
                  <a:lnTo>
                    <a:pt x="1121517" y="1351205"/>
                  </a:lnTo>
                  <a:lnTo>
                    <a:pt x="1121514" y="1351195"/>
                  </a:lnTo>
                  <a:lnTo>
                    <a:pt x="1121512" y="1351188"/>
                  </a:lnTo>
                  <a:lnTo>
                    <a:pt x="1121524" y="1351180"/>
                  </a:lnTo>
                  <a:lnTo>
                    <a:pt x="1121535" y="1351172"/>
                  </a:lnTo>
                  <a:lnTo>
                    <a:pt x="1121538" y="1351167"/>
                  </a:lnTo>
                  <a:lnTo>
                    <a:pt x="1121534" y="1351148"/>
                  </a:lnTo>
                  <a:lnTo>
                    <a:pt x="1121529" y="1351119"/>
                  </a:lnTo>
                  <a:lnTo>
                    <a:pt x="1121526" y="1351098"/>
                  </a:lnTo>
                  <a:lnTo>
                    <a:pt x="1121525" y="1351083"/>
                  </a:lnTo>
                  <a:lnTo>
                    <a:pt x="1121527" y="1351072"/>
                  </a:lnTo>
                  <a:lnTo>
                    <a:pt x="1121532" y="1351062"/>
                  </a:lnTo>
                  <a:lnTo>
                    <a:pt x="1121535" y="1351055"/>
                  </a:lnTo>
                  <a:lnTo>
                    <a:pt x="1121536" y="1351043"/>
                  </a:lnTo>
                  <a:lnTo>
                    <a:pt x="1121539" y="1351029"/>
                  </a:lnTo>
                  <a:lnTo>
                    <a:pt x="1121540" y="1351019"/>
                  </a:lnTo>
                  <a:lnTo>
                    <a:pt x="1121536" y="1351010"/>
                  </a:lnTo>
                  <a:lnTo>
                    <a:pt x="1121532" y="1351008"/>
                  </a:lnTo>
                  <a:lnTo>
                    <a:pt x="1121522" y="1351003"/>
                  </a:lnTo>
                  <a:lnTo>
                    <a:pt x="1121514" y="1350999"/>
                  </a:lnTo>
                  <a:lnTo>
                    <a:pt x="1121507" y="1350994"/>
                  </a:lnTo>
                  <a:lnTo>
                    <a:pt x="1121499" y="1350987"/>
                  </a:lnTo>
                  <a:lnTo>
                    <a:pt x="1121494" y="1350981"/>
                  </a:lnTo>
                  <a:lnTo>
                    <a:pt x="1121490" y="1350973"/>
                  </a:lnTo>
                  <a:lnTo>
                    <a:pt x="1121487" y="1350969"/>
                  </a:lnTo>
                  <a:lnTo>
                    <a:pt x="1121488" y="1350964"/>
                  </a:lnTo>
                  <a:lnTo>
                    <a:pt x="1121497" y="1350955"/>
                  </a:lnTo>
                  <a:lnTo>
                    <a:pt x="1121509" y="1350945"/>
                  </a:lnTo>
                  <a:lnTo>
                    <a:pt x="1121512" y="1350933"/>
                  </a:lnTo>
                  <a:lnTo>
                    <a:pt x="1121512" y="1350923"/>
                  </a:lnTo>
                  <a:lnTo>
                    <a:pt x="1121513" y="1350911"/>
                  </a:lnTo>
                  <a:lnTo>
                    <a:pt x="1121514" y="1350902"/>
                  </a:lnTo>
                  <a:lnTo>
                    <a:pt x="1121515" y="1350894"/>
                  </a:lnTo>
                  <a:lnTo>
                    <a:pt x="1121516" y="1350882"/>
                  </a:lnTo>
                  <a:lnTo>
                    <a:pt x="1121517" y="1350871"/>
                  </a:lnTo>
                  <a:lnTo>
                    <a:pt x="1121502" y="1350863"/>
                  </a:lnTo>
                  <a:lnTo>
                    <a:pt x="1121496" y="1350859"/>
                  </a:lnTo>
                  <a:lnTo>
                    <a:pt x="1121488" y="1350853"/>
                  </a:lnTo>
                  <a:lnTo>
                    <a:pt x="1121481" y="1350848"/>
                  </a:lnTo>
                  <a:lnTo>
                    <a:pt x="1121476" y="1350845"/>
                  </a:lnTo>
                  <a:lnTo>
                    <a:pt x="1121469" y="1350844"/>
                  </a:lnTo>
                  <a:lnTo>
                    <a:pt x="1121460" y="1350843"/>
                  </a:lnTo>
                  <a:lnTo>
                    <a:pt x="1121447" y="1350840"/>
                  </a:lnTo>
                  <a:lnTo>
                    <a:pt x="1121439" y="1350840"/>
                  </a:lnTo>
                  <a:lnTo>
                    <a:pt x="1121437" y="1350834"/>
                  </a:lnTo>
                  <a:lnTo>
                    <a:pt x="1121439" y="1350822"/>
                  </a:lnTo>
                  <a:lnTo>
                    <a:pt x="1121444" y="1350804"/>
                  </a:lnTo>
                  <a:lnTo>
                    <a:pt x="1121444" y="1350792"/>
                  </a:lnTo>
                  <a:lnTo>
                    <a:pt x="1121443" y="1350778"/>
                  </a:lnTo>
                  <a:lnTo>
                    <a:pt x="1121438" y="1350769"/>
                  </a:lnTo>
                  <a:lnTo>
                    <a:pt x="1121426" y="1350762"/>
                  </a:lnTo>
                  <a:lnTo>
                    <a:pt x="1121416" y="1350754"/>
                  </a:lnTo>
                  <a:lnTo>
                    <a:pt x="1121407" y="1350751"/>
                  </a:lnTo>
                  <a:lnTo>
                    <a:pt x="1121401" y="1350748"/>
                  </a:lnTo>
                  <a:lnTo>
                    <a:pt x="1121392" y="1350744"/>
                  </a:lnTo>
                  <a:lnTo>
                    <a:pt x="1121375" y="1350725"/>
                  </a:lnTo>
                  <a:lnTo>
                    <a:pt x="1121368" y="1350717"/>
                  </a:lnTo>
                  <a:lnTo>
                    <a:pt x="1121360" y="1350711"/>
                  </a:lnTo>
                  <a:lnTo>
                    <a:pt x="1121343" y="1350691"/>
                  </a:lnTo>
                  <a:lnTo>
                    <a:pt x="1121328" y="1350671"/>
                  </a:lnTo>
                  <a:lnTo>
                    <a:pt x="1121314" y="1350652"/>
                  </a:lnTo>
                  <a:lnTo>
                    <a:pt x="1121304" y="1350627"/>
                  </a:lnTo>
                  <a:lnTo>
                    <a:pt x="1121294" y="1350610"/>
                  </a:lnTo>
                  <a:lnTo>
                    <a:pt x="1121289" y="1350605"/>
                  </a:lnTo>
                  <a:lnTo>
                    <a:pt x="1121277" y="1350594"/>
                  </a:lnTo>
                  <a:lnTo>
                    <a:pt x="1121259" y="1350571"/>
                  </a:lnTo>
                  <a:lnTo>
                    <a:pt x="1121254" y="1350565"/>
                  </a:lnTo>
                  <a:lnTo>
                    <a:pt x="1121247" y="1350567"/>
                  </a:lnTo>
                  <a:lnTo>
                    <a:pt x="1121233" y="1350573"/>
                  </a:lnTo>
                  <a:lnTo>
                    <a:pt x="1121221" y="1350577"/>
                  </a:lnTo>
                  <a:lnTo>
                    <a:pt x="1121213" y="1350576"/>
                  </a:lnTo>
                  <a:lnTo>
                    <a:pt x="1121207" y="1350572"/>
                  </a:lnTo>
                  <a:lnTo>
                    <a:pt x="1121200" y="1350558"/>
                  </a:lnTo>
                  <a:lnTo>
                    <a:pt x="1121190" y="1350543"/>
                  </a:lnTo>
                  <a:lnTo>
                    <a:pt x="1121177" y="1350514"/>
                  </a:lnTo>
                  <a:lnTo>
                    <a:pt x="1121173" y="1350512"/>
                  </a:lnTo>
                  <a:lnTo>
                    <a:pt x="1121163" y="1350512"/>
                  </a:lnTo>
                  <a:lnTo>
                    <a:pt x="1121156" y="1350514"/>
                  </a:lnTo>
                  <a:lnTo>
                    <a:pt x="1121145" y="1350518"/>
                  </a:lnTo>
                  <a:lnTo>
                    <a:pt x="1121131" y="1350524"/>
                  </a:lnTo>
                  <a:lnTo>
                    <a:pt x="1121112" y="1350532"/>
                  </a:lnTo>
                  <a:lnTo>
                    <a:pt x="1121106" y="1350533"/>
                  </a:lnTo>
                  <a:lnTo>
                    <a:pt x="1121099" y="1350533"/>
                  </a:lnTo>
                  <a:lnTo>
                    <a:pt x="1121069" y="1350515"/>
                  </a:lnTo>
                  <a:lnTo>
                    <a:pt x="1121056" y="1350504"/>
                  </a:lnTo>
                  <a:lnTo>
                    <a:pt x="1121054" y="1350494"/>
                  </a:lnTo>
                  <a:lnTo>
                    <a:pt x="1121056" y="1350481"/>
                  </a:lnTo>
                  <a:lnTo>
                    <a:pt x="1121063" y="1350458"/>
                  </a:lnTo>
                  <a:lnTo>
                    <a:pt x="1121065" y="1350452"/>
                  </a:lnTo>
                  <a:lnTo>
                    <a:pt x="1121063" y="1350446"/>
                  </a:lnTo>
                  <a:lnTo>
                    <a:pt x="1121057" y="1350445"/>
                  </a:lnTo>
                  <a:lnTo>
                    <a:pt x="1121041" y="1350443"/>
                  </a:lnTo>
                  <a:lnTo>
                    <a:pt x="1121031" y="1350441"/>
                  </a:lnTo>
                  <a:lnTo>
                    <a:pt x="1121018" y="1350430"/>
                  </a:lnTo>
                  <a:lnTo>
                    <a:pt x="1121015" y="1350425"/>
                  </a:lnTo>
                  <a:lnTo>
                    <a:pt x="1121015" y="1350417"/>
                  </a:lnTo>
                  <a:lnTo>
                    <a:pt x="1121014" y="1350411"/>
                  </a:lnTo>
                  <a:lnTo>
                    <a:pt x="1121005" y="1350407"/>
                  </a:lnTo>
                  <a:lnTo>
                    <a:pt x="1120989" y="1350401"/>
                  </a:lnTo>
                  <a:lnTo>
                    <a:pt x="1120980" y="1350398"/>
                  </a:lnTo>
                  <a:lnTo>
                    <a:pt x="1120969" y="1350379"/>
                  </a:lnTo>
                  <a:lnTo>
                    <a:pt x="1120960" y="1350365"/>
                  </a:lnTo>
                  <a:lnTo>
                    <a:pt x="1120954" y="1350354"/>
                  </a:lnTo>
                  <a:lnTo>
                    <a:pt x="1120959" y="1350340"/>
                  </a:lnTo>
                  <a:lnTo>
                    <a:pt x="1120964" y="1350318"/>
                  </a:lnTo>
                  <a:lnTo>
                    <a:pt x="1120970" y="1350293"/>
                  </a:lnTo>
                  <a:lnTo>
                    <a:pt x="1120972" y="1350281"/>
                  </a:lnTo>
                  <a:lnTo>
                    <a:pt x="1120971" y="1350275"/>
                  </a:lnTo>
                  <a:lnTo>
                    <a:pt x="1120963" y="1350265"/>
                  </a:lnTo>
                  <a:lnTo>
                    <a:pt x="1120952" y="1350250"/>
                  </a:lnTo>
                  <a:lnTo>
                    <a:pt x="1120940" y="1350230"/>
                  </a:lnTo>
                  <a:lnTo>
                    <a:pt x="1120927" y="1350215"/>
                  </a:lnTo>
                  <a:lnTo>
                    <a:pt x="1120922" y="1350206"/>
                  </a:lnTo>
                  <a:lnTo>
                    <a:pt x="1120922" y="1350199"/>
                  </a:lnTo>
                  <a:lnTo>
                    <a:pt x="1120920" y="1350191"/>
                  </a:lnTo>
                  <a:lnTo>
                    <a:pt x="1120913" y="1350185"/>
                  </a:lnTo>
                  <a:lnTo>
                    <a:pt x="1120906" y="1350185"/>
                  </a:lnTo>
                  <a:lnTo>
                    <a:pt x="1120890" y="1350180"/>
                  </a:lnTo>
                  <a:lnTo>
                    <a:pt x="1120879" y="1350170"/>
                  </a:lnTo>
                  <a:lnTo>
                    <a:pt x="1120873" y="1350161"/>
                  </a:lnTo>
                  <a:lnTo>
                    <a:pt x="1120872" y="1350154"/>
                  </a:lnTo>
                  <a:lnTo>
                    <a:pt x="1120880" y="1350133"/>
                  </a:lnTo>
                  <a:lnTo>
                    <a:pt x="1120885" y="1350121"/>
                  </a:lnTo>
                  <a:lnTo>
                    <a:pt x="1120891" y="1350108"/>
                  </a:lnTo>
                  <a:lnTo>
                    <a:pt x="1120889" y="1350103"/>
                  </a:lnTo>
                  <a:lnTo>
                    <a:pt x="1120883" y="1350101"/>
                  </a:lnTo>
                  <a:lnTo>
                    <a:pt x="1120864" y="1350098"/>
                  </a:lnTo>
                  <a:lnTo>
                    <a:pt x="1120855" y="1350091"/>
                  </a:lnTo>
                  <a:lnTo>
                    <a:pt x="1120848" y="1350081"/>
                  </a:lnTo>
                  <a:lnTo>
                    <a:pt x="1120847" y="1350074"/>
                  </a:lnTo>
                  <a:lnTo>
                    <a:pt x="1120848" y="1350063"/>
                  </a:lnTo>
                  <a:lnTo>
                    <a:pt x="1120854" y="1350050"/>
                  </a:lnTo>
                  <a:lnTo>
                    <a:pt x="1120857" y="1350043"/>
                  </a:lnTo>
                  <a:lnTo>
                    <a:pt x="1120868" y="1350026"/>
                  </a:lnTo>
                  <a:lnTo>
                    <a:pt x="1120873" y="1350018"/>
                  </a:lnTo>
                  <a:lnTo>
                    <a:pt x="1120874" y="1350010"/>
                  </a:lnTo>
                  <a:lnTo>
                    <a:pt x="1120869" y="1349997"/>
                  </a:lnTo>
                  <a:lnTo>
                    <a:pt x="1120861" y="1349982"/>
                  </a:lnTo>
                  <a:lnTo>
                    <a:pt x="1120853" y="1349962"/>
                  </a:lnTo>
                  <a:lnTo>
                    <a:pt x="1120853" y="1349957"/>
                  </a:lnTo>
                  <a:lnTo>
                    <a:pt x="1120855" y="1349947"/>
                  </a:lnTo>
                  <a:lnTo>
                    <a:pt x="1120861" y="1349935"/>
                  </a:lnTo>
                  <a:lnTo>
                    <a:pt x="1120868" y="1349912"/>
                  </a:lnTo>
                  <a:lnTo>
                    <a:pt x="1120871" y="1349897"/>
                  </a:lnTo>
                  <a:lnTo>
                    <a:pt x="1120872" y="1349884"/>
                  </a:lnTo>
                  <a:lnTo>
                    <a:pt x="1120876" y="1349875"/>
                  </a:lnTo>
                  <a:lnTo>
                    <a:pt x="1120881" y="1349869"/>
                  </a:lnTo>
                  <a:lnTo>
                    <a:pt x="1120890" y="1349862"/>
                  </a:lnTo>
                  <a:lnTo>
                    <a:pt x="1120900" y="1349850"/>
                  </a:lnTo>
                  <a:lnTo>
                    <a:pt x="1120909" y="1349838"/>
                  </a:lnTo>
                  <a:lnTo>
                    <a:pt x="1120905" y="1349839"/>
                  </a:lnTo>
                  <a:lnTo>
                    <a:pt x="1120894" y="1349843"/>
                  </a:lnTo>
                  <a:lnTo>
                    <a:pt x="1120882" y="1349844"/>
                  </a:lnTo>
                  <a:lnTo>
                    <a:pt x="1120872" y="1349842"/>
                  </a:lnTo>
                  <a:lnTo>
                    <a:pt x="1120858" y="1349840"/>
                  </a:lnTo>
                  <a:lnTo>
                    <a:pt x="1120843" y="1349837"/>
                  </a:lnTo>
                  <a:lnTo>
                    <a:pt x="1120826" y="1349836"/>
                  </a:lnTo>
                  <a:lnTo>
                    <a:pt x="1120808" y="1349829"/>
                  </a:lnTo>
                  <a:lnTo>
                    <a:pt x="1120794" y="1349824"/>
                  </a:lnTo>
                  <a:lnTo>
                    <a:pt x="1120787" y="1349822"/>
                  </a:lnTo>
                  <a:lnTo>
                    <a:pt x="1120779" y="1349819"/>
                  </a:lnTo>
                  <a:lnTo>
                    <a:pt x="1120763" y="1349822"/>
                  </a:lnTo>
                  <a:lnTo>
                    <a:pt x="1120751" y="1349819"/>
                  </a:lnTo>
                  <a:lnTo>
                    <a:pt x="1120729" y="1349814"/>
                  </a:lnTo>
                  <a:lnTo>
                    <a:pt x="1120718" y="1349810"/>
                  </a:lnTo>
                  <a:lnTo>
                    <a:pt x="1120707" y="1349805"/>
                  </a:lnTo>
                  <a:lnTo>
                    <a:pt x="1120697" y="1349794"/>
                  </a:lnTo>
                  <a:lnTo>
                    <a:pt x="1120690" y="1349783"/>
                  </a:lnTo>
                  <a:lnTo>
                    <a:pt x="1120675" y="1349754"/>
                  </a:lnTo>
                  <a:lnTo>
                    <a:pt x="1120668" y="1349741"/>
                  </a:lnTo>
                  <a:lnTo>
                    <a:pt x="1120663" y="1349738"/>
                  </a:lnTo>
                  <a:lnTo>
                    <a:pt x="1120648" y="1349738"/>
                  </a:lnTo>
                  <a:lnTo>
                    <a:pt x="1120620" y="1349738"/>
                  </a:lnTo>
                  <a:lnTo>
                    <a:pt x="1120609" y="1349735"/>
                  </a:lnTo>
                  <a:lnTo>
                    <a:pt x="1120602" y="1349732"/>
                  </a:lnTo>
                  <a:lnTo>
                    <a:pt x="1120582" y="1349718"/>
                  </a:lnTo>
                  <a:lnTo>
                    <a:pt x="1120566" y="1349707"/>
                  </a:lnTo>
                  <a:lnTo>
                    <a:pt x="1120557" y="1349697"/>
                  </a:lnTo>
                  <a:lnTo>
                    <a:pt x="1120548" y="1349688"/>
                  </a:lnTo>
                  <a:lnTo>
                    <a:pt x="1120539" y="1349681"/>
                  </a:lnTo>
                  <a:lnTo>
                    <a:pt x="1120533" y="1349676"/>
                  </a:lnTo>
                  <a:lnTo>
                    <a:pt x="1120522" y="1349666"/>
                  </a:lnTo>
                  <a:lnTo>
                    <a:pt x="1120511" y="1349657"/>
                  </a:lnTo>
                  <a:lnTo>
                    <a:pt x="1120505" y="1349650"/>
                  </a:lnTo>
                  <a:lnTo>
                    <a:pt x="1120504" y="1349640"/>
                  </a:lnTo>
                  <a:lnTo>
                    <a:pt x="1120507" y="1349627"/>
                  </a:lnTo>
                  <a:lnTo>
                    <a:pt x="1120515" y="1349610"/>
                  </a:lnTo>
                  <a:lnTo>
                    <a:pt x="1120522" y="1349600"/>
                  </a:lnTo>
                  <a:lnTo>
                    <a:pt x="1120525" y="1349593"/>
                  </a:lnTo>
                  <a:lnTo>
                    <a:pt x="1120525" y="1349586"/>
                  </a:lnTo>
                  <a:lnTo>
                    <a:pt x="1120522" y="1349579"/>
                  </a:lnTo>
                  <a:lnTo>
                    <a:pt x="1120519" y="1349574"/>
                  </a:lnTo>
                  <a:lnTo>
                    <a:pt x="1120510" y="1349566"/>
                  </a:lnTo>
                  <a:lnTo>
                    <a:pt x="1120501" y="1349561"/>
                  </a:lnTo>
                  <a:lnTo>
                    <a:pt x="1120493" y="1349560"/>
                  </a:lnTo>
                  <a:lnTo>
                    <a:pt x="1120478" y="1349560"/>
                  </a:lnTo>
                  <a:lnTo>
                    <a:pt x="1120470" y="1349560"/>
                  </a:lnTo>
                  <a:lnTo>
                    <a:pt x="1120463" y="1349558"/>
                  </a:lnTo>
                  <a:lnTo>
                    <a:pt x="1120461" y="1349546"/>
                  </a:lnTo>
                  <a:lnTo>
                    <a:pt x="1120460" y="1349535"/>
                  </a:lnTo>
                  <a:lnTo>
                    <a:pt x="1120459" y="1349531"/>
                  </a:lnTo>
                  <a:lnTo>
                    <a:pt x="1120455" y="1349528"/>
                  </a:lnTo>
                  <a:lnTo>
                    <a:pt x="1120450" y="1349525"/>
                  </a:lnTo>
                  <a:lnTo>
                    <a:pt x="1120444" y="1349521"/>
                  </a:lnTo>
                  <a:lnTo>
                    <a:pt x="1120433" y="1349512"/>
                  </a:lnTo>
                  <a:lnTo>
                    <a:pt x="1120425" y="1349503"/>
                  </a:lnTo>
                  <a:lnTo>
                    <a:pt x="1120418" y="1349492"/>
                  </a:lnTo>
                  <a:lnTo>
                    <a:pt x="1120414" y="1349482"/>
                  </a:lnTo>
                  <a:lnTo>
                    <a:pt x="1120408" y="1349466"/>
                  </a:lnTo>
                  <a:lnTo>
                    <a:pt x="1120404" y="1349458"/>
                  </a:lnTo>
                  <a:lnTo>
                    <a:pt x="1120391" y="1349436"/>
                  </a:lnTo>
                  <a:lnTo>
                    <a:pt x="1120383" y="1349427"/>
                  </a:lnTo>
                  <a:lnTo>
                    <a:pt x="1120377" y="1349420"/>
                  </a:lnTo>
                  <a:lnTo>
                    <a:pt x="1120372" y="1349418"/>
                  </a:lnTo>
                  <a:lnTo>
                    <a:pt x="1120362" y="1349414"/>
                  </a:lnTo>
                  <a:lnTo>
                    <a:pt x="1120357" y="1349409"/>
                  </a:lnTo>
                  <a:lnTo>
                    <a:pt x="1120348" y="1349402"/>
                  </a:lnTo>
                  <a:lnTo>
                    <a:pt x="1120342" y="1349393"/>
                  </a:lnTo>
                  <a:lnTo>
                    <a:pt x="1120338" y="1349383"/>
                  </a:lnTo>
                  <a:lnTo>
                    <a:pt x="1120335" y="1349367"/>
                  </a:lnTo>
                  <a:lnTo>
                    <a:pt x="1120333" y="1349351"/>
                  </a:lnTo>
                  <a:lnTo>
                    <a:pt x="1120332" y="1349339"/>
                  </a:lnTo>
                  <a:lnTo>
                    <a:pt x="1120331" y="1349327"/>
                  </a:lnTo>
                  <a:lnTo>
                    <a:pt x="1120330" y="1349323"/>
                  </a:lnTo>
                  <a:lnTo>
                    <a:pt x="1120327" y="1349320"/>
                  </a:lnTo>
                  <a:lnTo>
                    <a:pt x="1120320" y="1349317"/>
                  </a:lnTo>
                  <a:lnTo>
                    <a:pt x="1120307" y="1349315"/>
                  </a:lnTo>
                  <a:lnTo>
                    <a:pt x="1120296" y="1349312"/>
                  </a:lnTo>
                  <a:lnTo>
                    <a:pt x="1120290" y="1349309"/>
                  </a:lnTo>
                  <a:lnTo>
                    <a:pt x="1120280" y="1349304"/>
                  </a:lnTo>
                  <a:lnTo>
                    <a:pt x="1120270" y="1349296"/>
                  </a:lnTo>
                  <a:lnTo>
                    <a:pt x="1120263" y="1349291"/>
                  </a:lnTo>
                  <a:lnTo>
                    <a:pt x="1120254" y="1349288"/>
                  </a:lnTo>
                  <a:lnTo>
                    <a:pt x="1120248" y="1349285"/>
                  </a:lnTo>
                  <a:lnTo>
                    <a:pt x="1120242" y="1349279"/>
                  </a:lnTo>
                  <a:lnTo>
                    <a:pt x="1120236" y="1349270"/>
                  </a:lnTo>
                  <a:lnTo>
                    <a:pt x="1120226" y="1349257"/>
                  </a:lnTo>
                  <a:lnTo>
                    <a:pt x="1120214" y="1349246"/>
                  </a:lnTo>
                  <a:lnTo>
                    <a:pt x="1120204" y="1349236"/>
                  </a:lnTo>
                  <a:lnTo>
                    <a:pt x="1120193" y="1349226"/>
                  </a:lnTo>
                  <a:lnTo>
                    <a:pt x="1120179" y="1349212"/>
                  </a:lnTo>
                  <a:lnTo>
                    <a:pt x="1120167" y="1349202"/>
                  </a:lnTo>
                  <a:lnTo>
                    <a:pt x="1120154" y="1349192"/>
                  </a:lnTo>
                  <a:lnTo>
                    <a:pt x="1120142" y="1349179"/>
                  </a:lnTo>
                  <a:lnTo>
                    <a:pt x="1120136" y="1349170"/>
                  </a:lnTo>
                  <a:lnTo>
                    <a:pt x="1120131" y="1349162"/>
                  </a:lnTo>
                  <a:lnTo>
                    <a:pt x="1120127" y="1349156"/>
                  </a:lnTo>
                  <a:lnTo>
                    <a:pt x="1120122" y="1349147"/>
                  </a:lnTo>
                  <a:lnTo>
                    <a:pt x="1120117" y="1349142"/>
                  </a:lnTo>
                  <a:lnTo>
                    <a:pt x="1120109" y="1349141"/>
                  </a:lnTo>
                  <a:lnTo>
                    <a:pt x="1120099" y="1349141"/>
                  </a:lnTo>
                  <a:lnTo>
                    <a:pt x="1120089" y="1349142"/>
                  </a:lnTo>
                  <a:lnTo>
                    <a:pt x="1120076" y="1349142"/>
                  </a:lnTo>
                  <a:lnTo>
                    <a:pt x="1120072" y="1349142"/>
                  </a:lnTo>
                  <a:lnTo>
                    <a:pt x="1120065" y="1349138"/>
                  </a:lnTo>
                  <a:lnTo>
                    <a:pt x="1120060" y="1349134"/>
                  </a:lnTo>
                  <a:lnTo>
                    <a:pt x="1120051" y="1349126"/>
                  </a:lnTo>
                  <a:lnTo>
                    <a:pt x="1120042" y="1349119"/>
                  </a:lnTo>
                  <a:lnTo>
                    <a:pt x="1120032" y="1349115"/>
                  </a:lnTo>
                  <a:lnTo>
                    <a:pt x="1120018" y="1349112"/>
                  </a:lnTo>
                  <a:lnTo>
                    <a:pt x="1120008" y="1349118"/>
                  </a:lnTo>
                  <a:lnTo>
                    <a:pt x="1119991" y="1349129"/>
                  </a:lnTo>
                  <a:lnTo>
                    <a:pt x="1119982" y="1349130"/>
                  </a:lnTo>
                  <a:lnTo>
                    <a:pt x="1119974" y="1349128"/>
                  </a:lnTo>
                  <a:lnTo>
                    <a:pt x="1119969" y="1349124"/>
                  </a:lnTo>
                  <a:lnTo>
                    <a:pt x="1119962" y="1349119"/>
                  </a:lnTo>
                  <a:lnTo>
                    <a:pt x="1119951" y="1349099"/>
                  </a:lnTo>
                  <a:lnTo>
                    <a:pt x="1119945" y="1349089"/>
                  </a:lnTo>
                  <a:lnTo>
                    <a:pt x="1119930" y="1349065"/>
                  </a:lnTo>
                  <a:lnTo>
                    <a:pt x="1119921" y="1349058"/>
                  </a:lnTo>
                  <a:lnTo>
                    <a:pt x="1119904" y="1349050"/>
                  </a:lnTo>
                  <a:lnTo>
                    <a:pt x="1119898" y="1349049"/>
                  </a:lnTo>
                  <a:lnTo>
                    <a:pt x="1119885" y="1349050"/>
                  </a:lnTo>
                  <a:lnTo>
                    <a:pt x="1119873" y="1349047"/>
                  </a:lnTo>
                  <a:lnTo>
                    <a:pt x="1119868" y="1349040"/>
                  </a:lnTo>
                  <a:lnTo>
                    <a:pt x="1119857" y="1349020"/>
                  </a:lnTo>
                  <a:lnTo>
                    <a:pt x="1119851" y="1348984"/>
                  </a:lnTo>
                  <a:lnTo>
                    <a:pt x="1119845" y="1348977"/>
                  </a:lnTo>
                  <a:lnTo>
                    <a:pt x="1119832" y="1348966"/>
                  </a:lnTo>
                  <a:lnTo>
                    <a:pt x="1119821" y="1348956"/>
                  </a:lnTo>
                  <a:lnTo>
                    <a:pt x="1119804" y="1348951"/>
                  </a:lnTo>
                  <a:lnTo>
                    <a:pt x="1119790" y="1348948"/>
                  </a:lnTo>
                  <a:lnTo>
                    <a:pt x="1119766" y="1348946"/>
                  </a:lnTo>
                  <a:lnTo>
                    <a:pt x="1119735" y="1348939"/>
                  </a:lnTo>
                  <a:lnTo>
                    <a:pt x="1119723" y="1348933"/>
                  </a:lnTo>
                  <a:lnTo>
                    <a:pt x="1119699" y="1348921"/>
                  </a:lnTo>
                  <a:lnTo>
                    <a:pt x="1119689" y="1348914"/>
                  </a:lnTo>
                  <a:lnTo>
                    <a:pt x="1119682" y="1348906"/>
                  </a:lnTo>
                  <a:lnTo>
                    <a:pt x="1119669" y="1348869"/>
                  </a:lnTo>
                  <a:lnTo>
                    <a:pt x="1119666" y="1348857"/>
                  </a:lnTo>
                  <a:lnTo>
                    <a:pt x="1119654" y="1348853"/>
                  </a:lnTo>
                  <a:lnTo>
                    <a:pt x="1119637" y="1348843"/>
                  </a:lnTo>
                  <a:lnTo>
                    <a:pt x="1119631" y="1348828"/>
                  </a:lnTo>
                  <a:lnTo>
                    <a:pt x="1119630" y="1348819"/>
                  </a:lnTo>
                  <a:lnTo>
                    <a:pt x="1119630" y="1348805"/>
                  </a:lnTo>
                  <a:lnTo>
                    <a:pt x="1119622" y="1348777"/>
                  </a:lnTo>
                  <a:lnTo>
                    <a:pt x="1119603" y="1348760"/>
                  </a:lnTo>
                  <a:lnTo>
                    <a:pt x="1119584" y="1348749"/>
                  </a:lnTo>
                  <a:lnTo>
                    <a:pt x="1119570" y="1348748"/>
                  </a:lnTo>
                  <a:lnTo>
                    <a:pt x="1119546" y="1348759"/>
                  </a:lnTo>
                  <a:lnTo>
                    <a:pt x="1119532" y="1348758"/>
                  </a:lnTo>
                  <a:lnTo>
                    <a:pt x="1119526" y="1348752"/>
                  </a:lnTo>
                  <a:lnTo>
                    <a:pt x="1119523" y="1348746"/>
                  </a:lnTo>
                  <a:lnTo>
                    <a:pt x="1119522" y="1348726"/>
                  </a:lnTo>
                  <a:lnTo>
                    <a:pt x="1119522" y="1348718"/>
                  </a:lnTo>
                  <a:lnTo>
                    <a:pt x="1119527" y="1348705"/>
                  </a:lnTo>
                  <a:lnTo>
                    <a:pt x="1119536" y="1348687"/>
                  </a:lnTo>
                  <a:lnTo>
                    <a:pt x="1119536" y="1348674"/>
                  </a:lnTo>
                  <a:lnTo>
                    <a:pt x="1119528" y="1348662"/>
                  </a:lnTo>
                  <a:lnTo>
                    <a:pt x="1119522" y="1348654"/>
                  </a:lnTo>
                  <a:lnTo>
                    <a:pt x="1119509" y="1348645"/>
                  </a:lnTo>
                  <a:lnTo>
                    <a:pt x="1119498" y="1348634"/>
                  </a:lnTo>
                  <a:lnTo>
                    <a:pt x="1119485" y="1348617"/>
                  </a:lnTo>
                  <a:lnTo>
                    <a:pt x="1119470" y="1348594"/>
                  </a:lnTo>
                  <a:lnTo>
                    <a:pt x="1119469" y="1348585"/>
                  </a:lnTo>
                  <a:lnTo>
                    <a:pt x="1119467" y="1348573"/>
                  </a:lnTo>
                  <a:lnTo>
                    <a:pt x="1119454" y="1348570"/>
                  </a:lnTo>
                  <a:lnTo>
                    <a:pt x="1119437" y="1348567"/>
                  </a:lnTo>
                  <a:lnTo>
                    <a:pt x="1119425" y="1348563"/>
                  </a:lnTo>
                  <a:lnTo>
                    <a:pt x="1119416" y="1348552"/>
                  </a:lnTo>
                  <a:lnTo>
                    <a:pt x="1119411" y="1348541"/>
                  </a:lnTo>
                  <a:lnTo>
                    <a:pt x="1119403" y="1348526"/>
                  </a:lnTo>
                  <a:lnTo>
                    <a:pt x="1119392" y="1348519"/>
                  </a:lnTo>
                  <a:lnTo>
                    <a:pt x="1119361" y="1348511"/>
                  </a:lnTo>
                  <a:lnTo>
                    <a:pt x="1119356" y="1348506"/>
                  </a:lnTo>
                  <a:lnTo>
                    <a:pt x="1119354" y="1348499"/>
                  </a:lnTo>
                  <a:lnTo>
                    <a:pt x="1119350" y="1348485"/>
                  </a:lnTo>
                  <a:lnTo>
                    <a:pt x="1119341" y="1348462"/>
                  </a:lnTo>
                  <a:lnTo>
                    <a:pt x="1119335" y="1348444"/>
                  </a:lnTo>
                  <a:lnTo>
                    <a:pt x="1119330" y="1348436"/>
                  </a:lnTo>
                  <a:lnTo>
                    <a:pt x="1119325" y="1348437"/>
                  </a:lnTo>
                  <a:lnTo>
                    <a:pt x="1119310" y="1348441"/>
                  </a:lnTo>
                  <a:lnTo>
                    <a:pt x="1119276" y="1348455"/>
                  </a:lnTo>
                  <a:lnTo>
                    <a:pt x="1119232" y="1348476"/>
                  </a:lnTo>
                  <a:lnTo>
                    <a:pt x="1119224" y="1348479"/>
                  </a:lnTo>
                  <a:lnTo>
                    <a:pt x="1119214" y="1348482"/>
                  </a:lnTo>
                  <a:lnTo>
                    <a:pt x="1119194" y="1348486"/>
                  </a:lnTo>
                  <a:lnTo>
                    <a:pt x="1119177" y="1348487"/>
                  </a:lnTo>
                  <a:lnTo>
                    <a:pt x="1119163" y="1348483"/>
                  </a:lnTo>
                  <a:lnTo>
                    <a:pt x="1119141" y="1348472"/>
                  </a:lnTo>
                  <a:lnTo>
                    <a:pt x="1119125" y="1348464"/>
                  </a:lnTo>
                  <a:lnTo>
                    <a:pt x="1119107" y="1348449"/>
                  </a:lnTo>
                  <a:lnTo>
                    <a:pt x="1119096" y="1348440"/>
                  </a:lnTo>
                  <a:lnTo>
                    <a:pt x="1119075" y="1348424"/>
                  </a:lnTo>
                  <a:lnTo>
                    <a:pt x="1119060" y="1348419"/>
                  </a:lnTo>
                  <a:lnTo>
                    <a:pt x="1119033" y="1348409"/>
                  </a:lnTo>
                  <a:lnTo>
                    <a:pt x="1119008" y="1348402"/>
                  </a:lnTo>
                  <a:lnTo>
                    <a:pt x="1118999" y="1348399"/>
                  </a:lnTo>
                  <a:lnTo>
                    <a:pt x="1118970" y="1348388"/>
                  </a:lnTo>
                  <a:lnTo>
                    <a:pt x="1118956" y="1348388"/>
                  </a:lnTo>
                  <a:lnTo>
                    <a:pt x="1118934" y="1348388"/>
                  </a:lnTo>
                  <a:lnTo>
                    <a:pt x="1118930" y="1348388"/>
                  </a:lnTo>
                  <a:lnTo>
                    <a:pt x="1118918" y="1348394"/>
                  </a:lnTo>
                  <a:lnTo>
                    <a:pt x="1118911" y="1348408"/>
                  </a:lnTo>
                  <a:lnTo>
                    <a:pt x="1118897" y="1348412"/>
                  </a:lnTo>
                  <a:lnTo>
                    <a:pt x="1118878" y="1348406"/>
                  </a:lnTo>
                  <a:lnTo>
                    <a:pt x="1118873" y="1348397"/>
                  </a:lnTo>
                  <a:lnTo>
                    <a:pt x="1118865" y="1348391"/>
                  </a:lnTo>
                  <a:lnTo>
                    <a:pt x="1118855" y="1348382"/>
                  </a:lnTo>
                  <a:lnTo>
                    <a:pt x="1118847" y="1348373"/>
                  </a:lnTo>
                  <a:lnTo>
                    <a:pt x="1118844" y="1348365"/>
                  </a:lnTo>
                  <a:lnTo>
                    <a:pt x="1118848" y="1348356"/>
                  </a:lnTo>
                  <a:lnTo>
                    <a:pt x="1118845" y="1348347"/>
                  </a:lnTo>
                  <a:lnTo>
                    <a:pt x="1118835" y="1348346"/>
                  </a:lnTo>
                  <a:lnTo>
                    <a:pt x="1118799" y="1348370"/>
                  </a:lnTo>
                  <a:lnTo>
                    <a:pt x="1118779" y="1348374"/>
                  </a:lnTo>
                  <a:lnTo>
                    <a:pt x="1118758" y="1348376"/>
                  </a:lnTo>
                  <a:lnTo>
                    <a:pt x="1118709" y="1348386"/>
                  </a:lnTo>
                  <a:lnTo>
                    <a:pt x="1118668" y="1348394"/>
                  </a:lnTo>
                  <a:lnTo>
                    <a:pt x="1118632" y="1348399"/>
                  </a:lnTo>
                  <a:lnTo>
                    <a:pt x="1118625" y="1348415"/>
                  </a:lnTo>
                  <a:lnTo>
                    <a:pt x="1118614" y="1348432"/>
                  </a:lnTo>
                  <a:lnTo>
                    <a:pt x="1118595" y="1348444"/>
                  </a:lnTo>
                  <a:lnTo>
                    <a:pt x="1118580" y="1348445"/>
                  </a:lnTo>
                  <a:lnTo>
                    <a:pt x="1118552" y="1348447"/>
                  </a:lnTo>
                  <a:lnTo>
                    <a:pt x="1118516" y="1348447"/>
                  </a:lnTo>
                  <a:lnTo>
                    <a:pt x="1118508" y="1348447"/>
                  </a:lnTo>
                  <a:lnTo>
                    <a:pt x="1118497" y="1348447"/>
                  </a:lnTo>
                  <a:lnTo>
                    <a:pt x="1118490" y="1348453"/>
                  </a:lnTo>
                  <a:lnTo>
                    <a:pt x="1118484" y="1348458"/>
                  </a:lnTo>
                  <a:lnTo>
                    <a:pt x="1118479" y="1348461"/>
                  </a:lnTo>
                  <a:lnTo>
                    <a:pt x="1118473" y="1348465"/>
                  </a:lnTo>
                  <a:lnTo>
                    <a:pt x="1118450" y="1348465"/>
                  </a:lnTo>
                  <a:lnTo>
                    <a:pt x="1118428" y="1348459"/>
                  </a:lnTo>
                  <a:lnTo>
                    <a:pt x="1118404" y="1348446"/>
                  </a:lnTo>
                  <a:lnTo>
                    <a:pt x="1118390" y="1348434"/>
                  </a:lnTo>
                  <a:lnTo>
                    <a:pt x="1118379" y="1348430"/>
                  </a:lnTo>
                  <a:lnTo>
                    <a:pt x="1118373" y="1348431"/>
                  </a:lnTo>
                  <a:lnTo>
                    <a:pt x="1118356" y="1348432"/>
                  </a:lnTo>
                  <a:lnTo>
                    <a:pt x="1118341" y="1348433"/>
                  </a:lnTo>
                  <a:lnTo>
                    <a:pt x="1118322" y="1348435"/>
                  </a:lnTo>
                  <a:lnTo>
                    <a:pt x="1118314" y="1348434"/>
                  </a:lnTo>
                  <a:lnTo>
                    <a:pt x="1118307" y="1348431"/>
                  </a:lnTo>
                  <a:lnTo>
                    <a:pt x="1118303" y="1348428"/>
                  </a:lnTo>
                  <a:lnTo>
                    <a:pt x="1118297" y="1348426"/>
                  </a:lnTo>
                  <a:lnTo>
                    <a:pt x="1118294" y="1348437"/>
                  </a:lnTo>
                  <a:lnTo>
                    <a:pt x="1118290" y="1348448"/>
                  </a:lnTo>
                  <a:lnTo>
                    <a:pt x="1118279" y="1348470"/>
                  </a:lnTo>
                  <a:lnTo>
                    <a:pt x="1118267" y="1348487"/>
                  </a:lnTo>
                  <a:lnTo>
                    <a:pt x="1118257" y="1348504"/>
                  </a:lnTo>
                  <a:lnTo>
                    <a:pt x="1118243" y="1348532"/>
                  </a:lnTo>
                  <a:lnTo>
                    <a:pt x="1118242" y="1348538"/>
                  </a:lnTo>
                  <a:lnTo>
                    <a:pt x="1118237" y="1348563"/>
                  </a:lnTo>
                  <a:lnTo>
                    <a:pt x="1118236" y="1348602"/>
                  </a:lnTo>
                  <a:lnTo>
                    <a:pt x="1118238" y="1348635"/>
                  </a:lnTo>
                  <a:lnTo>
                    <a:pt x="1118242" y="1348674"/>
                  </a:lnTo>
                  <a:lnTo>
                    <a:pt x="1118242" y="1348705"/>
                  </a:lnTo>
                  <a:lnTo>
                    <a:pt x="1118239" y="1348715"/>
                  </a:lnTo>
                  <a:lnTo>
                    <a:pt x="1118233" y="1348733"/>
                  </a:lnTo>
                  <a:lnTo>
                    <a:pt x="1118219" y="1348769"/>
                  </a:lnTo>
                  <a:lnTo>
                    <a:pt x="1118179" y="1348799"/>
                  </a:lnTo>
                  <a:lnTo>
                    <a:pt x="1118151" y="1348816"/>
                  </a:lnTo>
                  <a:lnTo>
                    <a:pt x="1118141" y="1348819"/>
                  </a:lnTo>
                  <a:lnTo>
                    <a:pt x="1118130" y="1348817"/>
                  </a:lnTo>
                  <a:lnTo>
                    <a:pt x="1118112" y="1348810"/>
                  </a:lnTo>
                  <a:lnTo>
                    <a:pt x="1118078" y="1348799"/>
                  </a:lnTo>
                  <a:lnTo>
                    <a:pt x="1118058" y="1348799"/>
                  </a:lnTo>
                  <a:lnTo>
                    <a:pt x="1118044" y="1348801"/>
                  </a:lnTo>
                  <a:lnTo>
                    <a:pt x="1118011" y="1348798"/>
                  </a:lnTo>
                  <a:lnTo>
                    <a:pt x="1117984" y="1348802"/>
                  </a:lnTo>
                  <a:lnTo>
                    <a:pt x="1117957" y="1348804"/>
                  </a:lnTo>
                  <a:lnTo>
                    <a:pt x="1117947" y="1348801"/>
                  </a:lnTo>
                  <a:lnTo>
                    <a:pt x="1117926" y="1348785"/>
                  </a:lnTo>
                  <a:lnTo>
                    <a:pt x="1117907" y="1348781"/>
                  </a:lnTo>
                  <a:lnTo>
                    <a:pt x="1117890" y="1348783"/>
                  </a:lnTo>
                  <a:lnTo>
                    <a:pt x="1117864" y="1348802"/>
                  </a:lnTo>
                  <a:lnTo>
                    <a:pt x="1117832" y="1348809"/>
                  </a:lnTo>
                  <a:lnTo>
                    <a:pt x="1117805" y="1348816"/>
                  </a:lnTo>
                  <a:lnTo>
                    <a:pt x="1117779" y="1348820"/>
                  </a:lnTo>
                  <a:lnTo>
                    <a:pt x="1117764" y="1348822"/>
                  </a:lnTo>
                  <a:lnTo>
                    <a:pt x="1117751" y="1348824"/>
                  </a:lnTo>
                  <a:lnTo>
                    <a:pt x="1117717" y="1348830"/>
                  </a:lnTo>
                  <a:lnTo>
                    <a:pt x="1117683" y="1348844"/>
                  </a:lnTo>
                  <a:lnTo>
                    <a:pt x="1117651" y="1348858"/>
                  </a:lnTo>
                  <a:lnTo>
                    <a:pt x="1117630" y="1348883"/>
                  </a:lnTo>
                  <a:lnTo>
                    <a:pt x="1117617" y="1348902"/>
                  </a:lnTo>
                  <a:lnTo>
                    <a:pt x="1117605" y="1348917"/>
                  </a:lnTo>
                  <a:lnTo>
                    <a:pt x="1117586" y="1348934"/>
                  </a:lnTo>
                  <a:lnTo>
                    <a:pt x="1117564" y="1348941"/>
                  </a:lnTo>
                  <a:lnTo>
                    <a:pt x="1117539" y="1348941"/>
                  </a:lnTo>
                  <a:lnTo>
                    <a:pt x="1117524" y="1348942"/>
                  </a:lnTo>
                  <a:lnTo>
                    <a:pt x="1117514" y="1348946"/>
                  </a:lnTo>
                  <a:lnTo>
                    <a:pt x="1117501" y="1348967"/>
                  </a:lnTo>
                  <a:lnTo>
                    <a:pt x="1117462" y="1348972"/>
                  </a:lnTo>
                  <a:lnTo>
                    <a:pt x="1117438" y="1348982"/>
                  </a:lnTo>
                  <a:lnTo>
                    <a:pt x="1117425" y="1349002"/>
                  </a:lnTo>
                  <a:lnTo>
                    <a:pt x="1117388" y="1349074"/>
                  </a:lnTo>
                  <a:lnTo>
                    <a:pt x="1117375" y="1349119"/>
                  </a:lnTo>
                  <a:lnTo>
                    <a:pt x="1117359" y="1349155"/>
                  </a:lnTo>
                  <a:lnTo>
                    <a:pt x="1117335" y="1349177"/>
                  </a:lnTo>
                  <a:lnTo>
                    <a:pt x="1117325" y="1349211"/>
                  </a:lnTo>
                  <a:lnTo>
                    <a:pt x="1117321" y="1349243"/>
                  </a:lnTo>
                  <a:lnTo>
                    <a:pt x="1117321" y="1349269"/>
                  </a:lnTo>
                  <a:lnTo>
                    <a:pt x="1117340" y="1349300"/>
                  </a:lnTo>
                  <a:lnTo>
                    <a:pt x="1117334" y="1349306"/>
                  </a:lnTo>
                  <a:lnTo>
                    <a:pt x="1117321" y="1349320"/>
                  </a:lnTo>
                  <a:lnTo>
                    <a:pt x="1117287" y="1349348"/>
                  </a:lnTo>
                  <a:lnTo>
                    <a:pt x="1117268" y="1349354"/>
                  </a:lnTo>
                  <a:lnTo>
                    <a:pt x="1117245" y="1349361"/>
                  </a:lnTo>
                  <a:lnTo>
                    <a:pt x="1117206" y="1349376"/>
                  </a:lnTo>
                  <a:lnTo>
                    <a:pt x="1117175" y="1349405"/>
                  </a:lnTo>
                  <a:lnTo>
                    <a:pt x="1117167" y="1349413"/>
                  </a:lnTo>
                  <a:lnTo>
                    <a:pt x="1117156" y="1349428"/>
                  </a:lnTo>
                  <a:lnTo>
                    <a:pt x="1117147" y="1349468"/>
                  </a:lnTo>
                  <a:lnTo>
                    <a:pt x="1117139" y="1349494"/>
                  </a:lnTo>
                  <a:lnTo>
                    <a:pt x="1117130" y="1349523"/>
                  </a:lnTo>
                  <a:lnTo>
                    <a:pt x="1117131" y="1349551"/>
                  </a:lnTo>
                  <a:lnTo>
                    <a:pt x="1117131" y="1349579"/>
                  </a:lnTo>
                  <a:lnTo>
                    <a:pt x="1117122" y="1349622"/>
                  </a:lnTo>
                  <a:lnTo>
                    <a:pt x="1117119" y="1349652"/>
                  </a:lnTo>
                  <a:lnTo>
                    <a:pt x="1117126" y="1349670"/>
                  </a:lnTo>
                  <a:lnTo>
                    <a:pt x="1117152" y="1349698"/>
                  </a:lnTo>
                  <a:lnTo>
                    <a:pt x="1117159" y="1349713"/>
                  </a:lnTo>
                  <a:lnTo>
                    <a:pt x="1117166" y="1349727"/>
                  </a:lnTo>
                  <a:lnTo>
                    <a:pt x="1117170" y="1349735"/>
                  </a:lnTo>
                  <a:lnTo>
                    <a:pt x="1117175" y="1349747"/>
                  </a:lnTo>
                  <a:lnTo>
                    <a:pt x="1117179" y="1349762"/>
                  </a:lnTo>
                  <a:lnTo>
                    <a:pt x="1117178" y="1349781"/>
                  </a:lnTo>
                  <a:lnTo>
                    <a:pt x="1117178" y="1349800"/>
                  </a:lnTo>
                  <a:lnTo>
                    <a:pt x="1117183" y="1349816"/>
                  </a:lnTo>
                  <a:lnTo>
                    <a:pt x="1117185" y="1349835"/>
                  </a:lnTo>
                  <a:lnTo>
                    <a:pt x="1117172" y="1349876"/>
                  </a:lnTo>
                  <a:lnTo>
                    <a:pt x="1117170" y="1349888"/>
                  </a:lnTo>
                  <a:lnTo>
                    <a:pt x="1117167" y="1349894"/>
                  </a:lnTo>
                  <a:lnTo>
                    <a:pt x="1117161" y="1349899"/>
                  </a:lnTo>
                  <a:lnTo>
                    <a:pt x="1117144" y="1349911"/>
                  </a:lnTo>
                  <a:lnTo>
                    <a:pt x="1117122" y="1349923"/>
                  </a:lnTo>
                  <a:lnTo>
                    <a:pt x="1117095" y="1349947"/>
                  </a:lnTo>
                  <a:lnTo>
                    <a:pt x="1117089" y="1349975"/>
                  </a:lnTo>
                  <a:lnTo>
                    <a:pt x="1117089" y="1350003"/>
                  </a:lnTo>
                  <a:lnTo>
                    <a:pt x="1117102" y="1350030"/>
                  </a:lnTo>
                  <a:lnTo>
                    <a:pt x="1117132" y="1350058"/>
                  </a:lnTo>
                  <a:lnTo>
                    <a:pt x="1117153" y="1350089"/>
                  </a:lnTo>
                  <a:lnTo>
                    <a:pt x="1117182" y="1350130"/>
                  </a:lnTo>
                  <a:lnTo>
                    <a:pt x="1117203" y="1350161"/>
                  </a:lnTo>
                  <a:lnTo>
                    <a:pt x="1117256" y="1350213"/>
                  </a:lnTo>
                  <a:lnTo>
                    <a:pt x="1117291" y="1350257"/>
                  </a:lnTo>
                  <a:lnTo>
                    <a:pt x="1117292" y="1350277"/>
                  </a:lnTo>
                  <a:lnTo>
                    <a:pt x="1117297" y="1350301"/>
                  </a:lnTo>
                  <a:lnTo>
                    <a:pt x="1117303" y="1350330"/>
                  </a:lnTo>
                  <a:lnTo>
                    <a:pt x="1117318" y="1350370"/>
                  </a:lnTo>
                  <a:lnTo>
                    <a:pt x="1117315" y="1350408"/>
                  </a:lnTo>
                  <a:lnTo>
                    <a:pt x="1117318" y="1350431"/>
                  </a:lnTo>
                  <a:lnTo>
                    <a:pt x="1117327" y="1350459"/>
                  </a:lnTo>
                  <a:lnTo>
                    <a:pt x="1117323" y="1350473"/>
                  </a:lnTo>
                  <a:lnTo>
                    <a:pt x="1117287" y="1350473"/>
                  </a:lnTo>
                  <a:lnTo>
                    <a:pt x="1117264" y="1350478"/>
                  </a:lnTo>
                  <a:lnTo>
                    <a:pt x="1117232" y="1350490"/>
                  </a:lnTo>
                  <a:lnTo>
                    <a:pt x="1117222" y="1350496"/>
                  </a:lnTo>
                  <a:lnTo>
                    <a:pt x="1117217" y="1350502"/>
                  </a:lnTo>
                  <a:lnTo>
                    <a:pt x="1117207" y="1350526"/>
                  </a:lnTo>
                  <a:lnTo>
                    <a:pt x="1117201" y="1350560"/>
                  </a:lnTo>
                  <a:lnTo>
                    <a:pt x="1117193" y="1350573"/>
                  </a:lnTo>
                  <a:lnTo>
                    <a:pt x="1117184" y="1350575"/>
                  </a:lnTo>
                  <a:lnTo>
                    <a:pt x="1117160" y="1350576"/>
                  </a:lnTo>
                  <a:lnTo>
                    <a:pt x="1117117" y="1350588"/>
                  </a:lnTo>
                  <a:lnTo>
                    <a:pt x="1117099" y="1350597"/>
                  </a:lnTo>
                  <a:lnTo>
                    <a:pt x="1117084" y="1350603"/>
                  </a:lnTo>
                  <a:lnTo>
                    <a:pt x="1117066" y="1350603"/>
                  </a:lnTo>
                  <a:lnTo>
                    <a:pt x="1117047" y="1350611"/>
                  </a:lnTo>
                  <a:lnTo>
                    <a:pt x="1117038" y="1350624"/>
                  </a:lnTo>
                  <a:lnTo>
                    <a:pt x="1117041" y="1350646"/>
                  </a:lnTo>
                  <a:lnTo>
                    <a:pt x="1117037" y="1350660"/>
                  </a:lnTo>
                  <a:lnTo>
                    <a:pt x="1117032" y="1350666"/>
                  </a:lnTo>
                  <a:lnTo>
                    <a:pt x="1117021" y="1350671"/>
                  </a:lnTo>
                  <a:lnTo>
                    <a:pt x="1116998" y="1350675"/>
                  </a:lnTo>
                  <a:lnTo>
                    <a:pt x="1116950" y="1350687"/>
                  </a:lnTo>
                  <a:lnTo>
                    <a:pt x="1116916" y="1350706"/>
                  </a:lnTo>
                  <a:lnTo>
                    <a:pt x="1116902" y="1350716"/>
                  </a:lnTo>
                  <a:lnTo>
                    <a:pt x="1116884" y="1350728"/>
                  </a:lnTo>
                  <a:lnTo>
                    <a:pt x="1116865" y="1350741"/>
                  </a:lnTo>
                  <a:lnTo>
                    <a:pt x="1116851" y="1350757"/>
                  </a:lnTo>
                  <a:lnTo>
                    <a:pt x="1116846" y="1350786"/>
                  </a:lnTo>
                  <a:lnTo>
                    <a:pt x="1116833" y="1350816"/>
                  </a:lnTo>
                  <a:lnTo>
                    <a:pt x="1116805" y="1350846"/>
                  </a:lnTo>
                  <a:lnTo>
                    <a:pt x="1116807" y="1350869"/>
                  </a:lnTo>
                  <a:lnTo>
                    <a:pt x="1116803" y="1350883"/>
                  </a:lnTo>
                  <a:lnTo>
                    <a:pt x="1116792" y="1350919"/>
                  </a:lnTo>
                  <a:lnTo>
                    <a:pt x="1116776" y="1350962"/>
                  </a:lnTo>
                  <a:lnTo>
                    <a:pt x="1116774" y="1350967"/>
                  </a:lnTo>
                  <a:lnTo>
                    <a:pt x="1116769" y="1350976"/>
                  </a:lnTo>
                  <a:lnTo>
                    <a:pt x="1116757" y="1350997"/>
                  </a:lnTo>
                  <a:lnTo>
                    <a:pt x="1116750" y="1351007"/>
                  </a:lnTo>
                  <a:lnTo>
                    <a:pt x="1116734" y="1351018"/>
                  </a:lnTo>
                  <a:lnTo>
                    <a:pt x="1116722" y="1351027"/>
                  </a:lnTo>
                  <a:lnTo>
                    <a:pt x="1116711" y="1351043"/>
                  </a:lnTo>
                  <a:lnTo>
                    <a:pt x="1116711" y="1351049"/>
                  </a:lnTo>
                  <a:lnTo>
                    <a:pt x="1116717" y="1351066"/>
                  </a:lnTo>
                  <a:lnTo>
                    <a:pt x="1116733" y="1351081"/>
                  </a:lnTo>
                  <a:lnTo>
                    <a:pt x="1116761" y="1351106"/>
                  </a:lnTo>
                  <a:lnTo>
                    <a:pt x="1116770" y="1351134"/>
                  </a:lnTo>
                  <a:lnTo>
                    <a:pt x="1116768" y="1351159"/>
                  </a:lnTo>
                  <a:lnTo>
                    <a:pt x="1116754" y="1351187"/>
                  </a:lnTo>
                  <a:lnTo>
                    <a:pt x="1116751" y="1351202"/>
                  </a:lnTo>
                  <a:lnTo>
                    <a:pt x="1116743" y="1351217"/>
                  </a:lnTo>
                  <a:lnTo>
                    <a:pt x="1116730" y="1351233"/>
                  </a:lnTo>
                  <a:lnTo>
                    <a:pt x="1116718" y="1351245"/>
                  </a:lnTo>
                  <a:lnTo>
                    <a:pt x="1116688" y="1351268"/>
                  </a:lnTo>
                  <a:lnTo>
                    <a:pt x="1116666" y="1351286"/>
                  </a:lnTo>
                  <a:lnTo>
                    <a:pt x="1116654" y="1351311"/>
                  </a:lnTo>
                  <a:lnTo>
                    <a:pt x="1116644" y="1351333"/>
                  </a:lnTo>
                  <a:lnTo>
                    <a:pt x="1116629" y="1351379"/>
                  </a:lnTo>
                  <a:lnTo>
                    <a:pt x="1116616" y="1351408"/>
                  </a:lnTo>
                  <a:lnTo>
                    <a:pt x="1116612" y="1351418"/>
                  </a:lnTo>
                  <a:lnTo>
                    <a:pt x="1116610" y="1351440"/>
                  </a:lnTo>
                  <a:lnTo>
                    <a:pt x="1116607" y="1351464"/>
                  </a:lnTo>
                  <a:lnTo>
                    <a:pt x="1116604" y="1351471"/>
                  </a:lnTo>
                  <a:lnTo>
                    <a:pt x="1116600" y="1351478"/>
                  </a:lnTo>
                  <a:lnTo>
                    <a:pt x="1116584" y="1351489"/>
                  </a:lnTo>
                  <a:lnTo>
                    <a:pt x="1116574" y="1351501"/>
                  </a:lnTo>
                  <a:lnTo>
                    <a:pt x="1116565" y="1351522"/>
                  </a:lnTo>
                  <a:lnTo>
                    <a:pt x="1116566" y="1351542"/>
                  </a:lnTo>
                  <a:lnTo>
                    <a:pt x="1116573" y="1351580"/>
                  </a:lnTo>
                  <a:lnTo>
                    <a:pt x="1116578" y="1351607"/>
                  </a:lnTo>
                  <a:lnTo>
                    <a:pt x="1116578" y="1351635"/>
                  </a:lnTo>
                  <a:lnTo>
                    <a:pt x="1116577" y="1351658"/>
                  </a:lnTo>
                  <a:lnTo>
                    <a:pt x="1116564" y="1351688"/>
                  </a:lnTo>
                  <a:lnTo>
                    <a:pt x="1116546" y="1351742"/>
                  </a:lnTo>
                  <a:lnTo>
                    <a:pt x="1116534" y="1351785"/>
                  </a:lnTo>
                  <a:lnTo>
                    <a:pt x="1116534" y="1351814"/>
                  </a:lnTo>
                  <a:lnTo>
                    <a:pt x="1116533" y="1351826"/>
                  </a:lnTo>
                  <a:lnTo>
                    <a:pt x="1116529" y="1351830"/>
                  </a:lnTo>
                  <a:lnTo>
                    <a:pt x="1116525" y="1351835"/>
                  </a:lnTo>
                  <a:lnTo>
                    <a:pt x="1116484" y="1351848"/>
                  </a:lnTo>
                  <a:lnTo>
                    <a:pt x="1116448" y="1351868"/>
                  </a:lnTo>
                  <a:lnTo>
                    <a:pt x="1116417" y="1351892"/>
                  </a:lnTo>
                  <a:lnTo>
                    <a:pt x="1116393" y="1351908"/>
                  </a:lnTo>
                  <a:lnTo>
                    <a:pt x="1116365" y="1351930"/>
                  </a:lnTo>
                  <a:lnTo>
                    <a:pt x="1116329" y="1351960"/>
                  </a:lnTo>
                  <a:lnTo>
                    <a:pt x="1116310" y="1351980"/>
                  </a:lnTo>
                  <a:lnTo>
                    <a:pt x="1116269" y="1352016"/>
                  </a:lnTo>
                  <a:lnTo>
                    <a:pt x="1116247" y="1352037"/>
                  </a:lnTo>
                  <a:lnTo>
                    <a:pt x="1116205" y="1352063"/>
                  </a:lnTo>
                  <a:lnTo>
                    <a:pt x="1116183" y="1352083"/>
                  </a:lnTo>
                  <a:lnTo>
                    <a:pt x="1116152" y="1352124"/>
                  </a:lnTo>
                  <a:lnTo>
                    <a:pt x="1116147" y="1352133"/>
                  </a:lnTo>
                  <a:lnTo>
                    <a:pt x="1116144" y="1352142"/>
                  </a:lnTo>
                  <a:lnTo>
                    <a:pt x="1116138" y="1352167"/>
                  </a:lnTo>
                  <a:lnTo>
                    <a:pt x="1116125" y="1352194"/>
                  </a:lnTo>
                  <a:lnTo>
                    <a:pt x="1116112" y="1352208"/>
                  </a:lnTo>
                  <a:lnTo>
                    <a:pt x="1116090" y="1352232"/>
                  </a:lnTo>
                  <a:lnTo>
                    <a:pt x="1116081" y="1352237"/>
                  </a:lnTo>
                  <a:lnTo>
                    <a:pt x="1116060" y="1352247"/>
                  </a:lnTo>
                  <a:lnTo>
                    <a:pt x="1116041" y="1352255"/>
                  </a:lnTo>
                  <a:lnTo>
                    <a:pt x="1116021" y="1352258"/>
                  </a:lnTo>
                  <a:lnTo>
                    <a:pt x="1116011" y="1352257"/>
                  </a:lnTo>
                  <a:lnTo>
                    <a:pt x="1115984" y="1352250"/>
                  </a:lnTo>
                  <a:lnTo>
                    <a:pt x="1115964" y="1352243"/>
                  </a:lnTo>
                  <a:lnTo>
                    <a:pt x="1115941" y="1352240"/>
                  </a:lnTo>
                  <a:lnTo>
                    <a:pt x="1115932" y="1352240"/>
                  </a:lnTo>
                  <a:lnTo>
                    <a:pt x="1115919" y="1352241"/>
                  </a:lnTo>
                  <a:lnTo>
                    <a:pt x="1115904" y="1352236"/>
                  </a:lnTo>
                  <a:lnTo>
                    <a:pt x="1115895" y="1352227"/>
                  </a:lnTo>
                  <a:lnTo>
                    <a:pt x="1115887" y="1352223"/>
                  </a:lnTo>
                  <a:lnTo>
                    <a:pt x="1115873" y="1352226"/>
                  </a:lnTo>
                  <a:lnTo>
                    <a:pt x="1115850" y="1352245"/>
                  </a:lnTo>
                  <a:lnTo>
                    <a:pt x="1115826" y="1352265"/>
                  </a:lnTo>
                  <a:lnTo>
                    <a:pt x="1115823" y="1352268"/>
                  </a:lnTo>
                  <a:lnTo>
                    <a:pt x="1115819" y="1352272"/>
                  </a:lnTo>
                  <a:lnTo>
                    <a:pt x="1115800" y="1352287"/>
                  </a:lnTo>
                  <a:lnTo>
                    <a:pt x="1115796" y="1352289"/>
                  </a:lnTo>
                  <a:lnTo>
                    <a:pt x="1115792" y="1352292"/>
                  </a:lnTo>
                  <a:lnTo>
                    <a:pt x="1115784" y="1352296"/>
                  </a:lnTo>
                  <a:lnTo>
                    <a:pt x="1115769" y="1352301"/>
                  </a:lnTo>
                  <a:lnTo>
                    <a:pt x="1115751" y="1352308"/>
                  </a:lnTo>
                  <a:lnTo>
                    <a:pt x="1115727" y="1352316"/>
                  </a:lnTo>
                  <a:lnTo>
                    <a:pt x="1115712" y="1352324"/>
                  </a:lnTo>
                  <a:lnTo>
                    <a:pt x="1115696" y="1352339"/>
                  </a:lnTo>
                  <a:lnTo>
                    <a:pt x="1115679" y="1352357"/>
                  </a:lnTo>
                  <a:lnTo>
                    <a:pt x="1115670" y="1352371"/>
                  </a:lnTo>
                  <a:lnTo>
                    <a:pt x="1115664" y="1352388"/>
                  </a:lnTo>
                  <a:lnTo>
                    <a:pt x="1115661" y="1352403"/>
                  </a:lnTo>
                  <a:lnTo>
                    <a:pt x="1115661" y="1352416"/>
                  </a:lnTo>
                  <a:lnTo>
                    <a:pt x="1115670" y="1352433"/>
                  </a:lnTo>
                  <a:lnTo>
                    <a:pt x="1115673" y="1352438"/>
                  </a:lnTo>
                  <a:lnTo>
                    <a:pt x="1115676" y="1352446"/>
                  </a:lnTo>
                  <a:lnTo>
                    <a:pt x="1115678" y="1352451"/>
                  </a:lnTo>
                  <a:lnTo>
                    <a:pt x="1115677" y="1352457"/>
                  </a:lnTo>
                  <a:lnTo>
                    <a:pt x="1115673" y="1352460"/>
                  </a:lnTo>
                  <a:lnTo>
                    <a:pt x="1115669" y="1352465"/>
                  </a:lnTo>
                  <a:lnTo>
                    <a:pt x="1115662" y="1352468"/>
                  </a:lnTo>
                  <a:lnTo>
                    <a:pt x="1115648" y="1352469"/>
                  </a:lnTo>
                  <a:lnTo>
                    <a:pt x="1115638" y="1352475"/>
                  </a:lnTo>
                  <a:lnTo>
                    <a:pt x="1115637" y="1352487"/>
                  </a:lnTo>
                  <a:lnTo>
                    <a:pt x="1115634" y="1352496"/>
                  </a:lnTo>
                  <a:lnTo>
                    <a:pt x="1115628" y="1352502"/>
                  </a:lnTo>
                  <a:lnTo>
                    <a:pt x="1115615" y="1352509"/>
                  </a:lnTo>
                  <a:lnTo>
                    <a:pt x="1115597" y="1352515"/>
                  </a:lnTo>
                  <a:lnTo>
                    <a:pt x="1115564" y="1352523"/>
                  </a:lnTo>
                  <a:lnTo>
                    <a:pt x="1115540" y="1352526"/>
                  </a:lnTo>
                  <a:lnTo>
                    <a:pt x="1115519" y="1352519"/>
                  </a:lnTo>
                  <a:lnTo>
                    <a:pt x="1115507" y="1352515"/>
                  </a:lnTo>
                  <a:lnTo>
                    <a:pt x="1115493" y="1352516"/>
                  </a:lnTo>
                  <a:lnTo>
                    <a:pt x="1115485" y="1352518"/>
                  </a:lnTo>
                  <a:lnTo>
                    <a:pt x="1115478" y="1352523"/>
                  </a:lnTo>
                  <a:lnTo>
                    <a:pt x="1115467" y="1352537"/>
                  </a:lnTo>
                  <a:lnTo>
                    <a:pt x="1115457" y="1352555"/>
                  </a:lnTo>
                  <a:lnTo>
                    <a:pt x="1115437" y="1352568"/>
                  </a:lnTo>
                  <a:lnTo>
                    <a:pt x="1115428" y="1352567"/>
                  </a:lnTo>
                  <a:lnTo>
                    <a:pt x="1115420" y="1352560"/>
                  </a:lnTo>
                  <a:lnTo>
                    <a:pt x="1115407" y="1352549"/>
                  </a:lnTo>
                  <a:lnTo>
                    <a:pt x="1115404" y="1352546"/>
                  </a:lnTo>
                  <a:lnTo>
                    <a:pt x="1115389" y="1352537"/>
                  </a:lnTo>
                  <a:lnTo>
                    <a:pt x="1115372" y="1352530"/>
                  </a:lnTo>
                  <a:lnTo>
                    <a:pt x="1115359" y="1352520"/>
                  </a:lnTo>
                  <a:lnTo>
                    <a:pt x="1115350" y="1352507"/>
                  </a:lnTo>
                  <a:lnTo>
                    <a:pt x="1115344" y="1352500"/>
                  </a:lnTo>
                  <a:lnTo>
                    <a:pt x="1115337" y="1352495"/>
                  </a:lnTo>
                  <a:lnTo>
                    <a:pt x="1115327" y="1352486"/>
                  </a:lnTo>
                  <a:lnTo>
                    <a:pt x="1115316" y="1352481"/>
                  </a:lnTo>
                  <a:lnTo>
                    <a:pt x="1115302" y="1352476"/>
                  </a:lnTo>
                  <a:lnTo>
                    <a:pt x="1115284" y="1352474"/>
                  </a:lnTo>
                  <a:lnTo>
                    <a:pt x="1115271" y="1352479"/>
                  </a:lnTo>
                  <a:lnTo>
                    <a:pt x="1115252" y="1352484"/>
                  </a:lnTo>
                  <a:lnTo>
                    <a:pt x="1115234" y="1352483"/>
                  </a:lnTo>
                  <a:lnTo>
                    <a:pt x="1115221" y="1352479"/>
                  </a:lnTo>
                  <a:lnTo>
                    <a:pt x="1115210" y="1352474"/>
                  </a:lnTo>
                  <a:lnTo>
                    <a:pt x="1115187" y="1352463"/>
                  </a:lnTo>
                  <a:lnTo>
                    <a:pt x="1115171" y="1352451"/>
                  </a:lnTo>
                  <a:lnTo>
                    <a:pt x="1115148" y="1352438"/>
                  </a:lnTo>
                  <a:lnTo>
                    <a:pt x="1115131" y="1352423"/>
                  </a:lnTo>
                  <a:lnTo>
                    <a:pt x="1115111" y="1352405"/>
                  </a:lnTo>
                  <a:lnTo>
                    <a:pt x="1115107" y="1352402"/>
                  </a:lnTo>
                  <a:lnTo>
                    <a:pt x="1115086" y="1352393"/>
                  </a:lnTo>
                  <a:lnTo>
                    <a:pt x="1115066" y="1352390"/>
                  </a:lnTo>
                  <a:lnTo>
                    <a:pt x="1115049" y="1352383"/>
                  </a:lnTo>
                  <a:lnTo>
                    <a:pt x="1115039" y="1352377"/>
                  </a:lnTo>
                  <a:lnTo>
                    <a:pt x="1115028" y="1352361"/>
                  </a:lnTo>
                  <a:lnTo>
                    <a:pt x="1114995" y="1352320"/>
                  </a:lnTo>
                  <a:lnTo>
                    <a:pt x="1114975" y="1352308"/>
                  </a:lnTo>
                  <a:lnTo>
                    <a:pt x="1114960" y="1352295"/>
                  </a:lnTo>
                  <a:lnTo>
                    <a:pt x="1114942" y="1352284"/>
                  </a:lnTo>
                  <a:lnTo>
                    <a:pt x="1114933" y="1352280"/>
                  </a:lnTo>
                  <a:lnTo>
                    <a:pt x="1114920" y="1352277"/>
                  </a:lnTo>
                  <a:lnTo>
                    <a:pt x="1114902" y="1352279"/>
                  </a:lnTo>
                  <a:lnTo>
                    <a:pt x="1114877" y="1352287"/>
                  </a:lnTo>
                  <a:lnTo>
                    <a:pt x="1114864" y="1352295"/>
                  </a:lnTo>
                  <a:lnTo>
                    <a:pt x="1114857" y="1352307"/>
                  </a:lnTo>
                  <a:lnTo>
                    <a:pt x="1114849" y="1352320"/>
                  </a:lnTo>
                  <a:lnTo>
                    <a:pt x="1114832" y="1352344"/>
                  </a:lnTo>
                  <a:lnTo>
                    <a:pt x="1114809" y="1352354"/>
                  </a:lnTo>
                  <a:lnTo>
                    <a:pt x="1114795" y="1352366"/>
                  </a:lnTo>
                  <a:lnTo>
                    <a:pt x="1114776" y="1352387"/>
                  </a:lnTo>
                  <a:lnTo>
                    <a:pt x="1114764" y="1352402"/>
                  </a:lnTo>
                  <a:lnTo>
                    <a:pt x="1114757" y="1352397"/>
                  </a:lnTo>
                  <a:lnTo>
                    <a:pt x="1114748" y="1352397"/>
                  </a:lnTo>
                  <a:lnTo>
                    <a:pt x="1114741" y="1352401"/>
                  </a:lnTo>
                  <a:lnTo>
                    <a:pt x="1114727" y="1352411"/>
                  </a:lnTo>
                  <a:lnTo>
                    <a:pt x="1114717" y="1352419"/>
                  </a:lnTo>
                  <a:lnTo>
                    <a:pt x="1114686" y="1352437"/>
                  </a:lnTo>
                  <a:lnTo>
                    <a:pt x="1114665" y="1352451"/>
                  </a:lnTo>
                  <a:lnTo>
                    <a:pt x="1114637" y="1352475"/>
                  </a:lnTo>
                  <a:lnTo>
                    <a:pt x="1114620" y="1352493"/>
                  </a:lnTo>
                  <a:lnTo>
                    <a:pt x="1114583" y="1352524"/>
                  </a:lnTo>
                  <a:lnTo>
                    <a:pt x="1114565" y="1352537"/>
                  </a:lnTo>
                  <a:lnTo>
                    <a:pt x="1114554" y="1352544"/>
                  </a:lnTo>
                  <a:lnTo>
                    <a:pt x="1114546" y="1352550"/>
                  </a:lnTo>
                  <a:lnTo>
                    <a:pt x="1114539" y="1352563"/>
                  </a:lnTo>
                  <a:lnTo>
                    <a:pt x="1114535" y="1352589"/>
                  </a:lnTo>
                  <a:lnTo>
                    <a:pt x="1114537" y="1352618"/>
                  </a:lnTo>
                  <a:lnTo>
                    <a:pt x="1114530" y="1352626"/>
                  </a:lnTo>
                  <a:lnTo>
                    <a:pt x="1114509" y="1352633"/>
                  </a:lnTo>
                  <a:lnTo>
                    <a:pt x="1114502" y="1352644"/>
                  </a:lnTo>
                  <a:lnTo>
                    <a:pt x="1114483" y="1352701"/>
                  </a:lnTo>
                  <a:lnTo>
                    <a:pt x="1114480" y="1352715"/>
                  </a:lnTo>
                  <a:lnTo>
                    <a:pt x="1114480" y="1352740"/>
                  </a:lnTo>
                  <a:lnTo>
                    <a:pt x="1114482" y="1352755"/>
                  </a:lnTo>
                  <a:lnTo>
                    <a:pt x="1114486" y="1352778"/>
                  </a:lnTo>
                  <a:lnTo>
                    <a:pt x="1114488" y="1352789"/>
                  </a:lnTo>
                  <a:lnTo>
                    <a:pt x="1114491" y="1352799"/>
                  </a:lnTo>
                  <a:lnTo>
                    <a:pt x="1114496" y="1352810"/>
                  </a:lnTo>
                  <a:lnTo>
                    <a:pt x="1114505" y="1352827"/>
                  </a:lnTo>
                  <a:lnTo>
                    <a:pt x="1114512" y="1352847"/>
                  </a:lnTo>
                  <a:lnTo>
                    <a:pt x="1114521" y="1352865"/>
                  </a:lnTo>
                  <a:lnTo>
                    <a:pt x="1114535" y="1352884"/>
                  </a:lnTo>
                  <a:lnTo>
                    <a:pt x="1114544" y="1352902"/>
                  </a:lnTo>
                  <a:lnTo>
                    <a:pt x="1114549" y="1352914"/>
                  </a:lnTo>
                  <a:lnTo>
                    <a:pt x="1114551" y="1352923"/>
                  </a:lnTo>
                  <a:lnTo>
                    <a:pt x="1114550" y="1352940"/>
                  </a:lnTo>
                  <a:lnTo>
                    <a:pt x="1114545" y="1352982"/>
                  </a:lnTo>
                  <a:lnTo>
                    <a:pt x="1114552" y="1353011"/>
                  </a:lnTo>
                  <a:lnTo>
                    <a:pt x="1114561" y="1353025"/>
                  </a:lnTo>
                  <a:lnTo>
                    <a:pt x="1114582" y="1353042"/>
                  </a:lnTo>
                  <a:lnTo>
                    <a:pt x="1114596" y="1353060"/>
                  </a:lnTo>
                  <a:lnTo>
                    <a:pt x="1114603" y="1353072"/>
                  </a:lnTo>
                  <a:lnTo>
                    <a:pt x="1114609" y="1353081"/>
                  </a:lnTo>
                  <a:lnTo>
                    <a:pt x="1114613" y="1353095"/>
                  </a:lnTo>
                  <a:lnTo>
                    <a:pt x="1114618" y="1353108"/>
                  </a:lnTo>
                  <a:lnTo>
                    <a:pt x="1114620" y="1353122"/>
                  </a:lnTo>
                  <a:lnTo>
                    <a:pt x="1114622" y="1353154"/>
                  </a:lnTo>
                  <a:lnTo>
                    <a:pt x="1114627" y="1353192"/>
                  </a:lnTo>
                  <a:lnTo>
                    <a:pt x="1114631" y="1353230"/>
                  </a:lnTo>
                  <a:lnTo>
                    <a:pt x="1114634" y="1353253"/>
                  </a:lnTo>
                  <a:lnTo>
                    <a:pt x="1114641" y="1353272"/>
                  </a:lnTo>
                  <a:lnTo>
                    <a:pt x="1114647" y="1353283"/>
                  </a:lnTo>
                  <a:lnTo>
                    <a:pt x="1114660" y="1353301"/>
                  </a:lnTo>
                  <a:lnTo>
                    <a:pt x="1114671" y="1353310"/>
                  </a:lnTo>
                  <a:lnTo>
                    <a:pt x="1114682" y="1353323"/>
                  </a:lnTo>
                  <a:lnTo>
                    <a:pt x="1114693" y="1353335"/>
                  </a:lnTo>
                  <a:lnTo>
                    <a:pt x="1114696" y="1353340"/>
                  </a:lnTo>
                  <a:lnTo>
                    <a:pt x="1114701" y="1353352"/>
                  </a:lnTo>
                  <a:lnTo>
                    <a:pt x="1114708" y="1353371"/>
                  </a:lnTo>
                  <a:lnTo>
                    <a:pt x="1114723" y="1353413"/>
                  </a:lnTo>
                  <a:lnTo>
                    <a:pt x="1114733" y="1353441"/>
                  </a:lnTo>
                  <a:lnTo>
                    <a:pt x="1114745" y="1353465"/>
                  </a:lnTo>
                  <a:lnTo>
                    <a:pt x="1114752" y="1353483"/>
                  </a:lnTo>
                  <a:lnTo>
                    <a:pt x="1114763" y="1353493"/>
                  </a:lnTo>
                  <a:lnTo>
                    <a:pt x="1114773" y="1353502"/>
                  </a:lnTo>
                  <a:lnTo>
                    <a:pt x="1114779" y="1353519"/>
                  </a:lnTo>
                  <a:lnTo>
                    <a:pt x="1114784" y="1353530"/>
                  </a:lnTo>
                  <a:lnTo>
                    <a:pt x="1114786" y="1353535"/>
                  </a:lnTo>
                  <a:lnTo>
                    <a:pt x="1114790" y="1353540"/>
                  </a:lnTo>
                  <a:lnTo>
                    <a:pt x="1114799" y="1353544"/>
                  </a:lnTo>
                  <a:lnTo>
                    <a:pt x="1114807" y="1353550"/>
                  </a:lnTo>
                  <a:lnTo>
                    <a:pt x="1114832" y="1353564"/>
                  </a:lnTo>
                  <a:lnTo>
                    <a:pt x="1114854" y="1353578"/>
                  </a:lnTo>
                  <a:lnTo>
                    <a:pt x="1114881" y="1353600"/>
                  </a:lnTo>
                  <a:lnTo>
                    <a:pt x="1114916" y="1353635"/>
                  </a:lnTo>
                  <a:lnTo>
                    <a:pt x="1114927" y="1353649"/>
                  </a:lnTo>
                  <a:lnTo>
                    <a:pt x="1114949" y="1353675"/>
                  </a:lnTo>
                  <a:lnTo>
                    <a:pt x="1114958" y="1353684"/>
                  </a:lnTo>
                  <a:lnTo>
                    <a:pt x="1114970" y="1353692"/>
                  </a:lnTo>
                  <a:lnTo>
                    <a:pt x="1114977" y="1353697"/>
                  </a:lnTo>
                  <a:lnTo>
                    <a:pt x="1114988" y="1353702"/>
                  </a:lnTo>
                  <a:lnTo>
                    <a:pt x="1114998" y="1353706"/>
                  </a:lnTo>
                  <a:lnTo>
                    <a:pt x="1115008" y="1353711"/>
                  </a:lnTo>
                  <a:lnTo>
                    <a:pt x="1115017" y="1353717"/>
                  </a:lnTo>
                  <a:lnTo>
                    <a:pt x="1115023" y="1353731"/>
                  </a:lnTo>
                  <a:lnTo>
                    <a:pt x="1115031" y="1353759"/>
                  </a:lnTo>
                  <a:lnTo>
                    <a:pt x="1115037" y="1353780"/>
                  </a:lnTo>
                  <a:lnTo>
                    <a:pt x="1115042" y="1353794"/>
                  </a:lnTo>
                  <a:lnTo>
                    <a:pt x="1115052" y="1353814"/>
                  </a:lnTo>
                  <a:lnTo>
                    <a:pt x="1115064" y="1353834"/>
                  </a:lnTo>
                  <a:lnTo>
                    <a:pt x="1115078" y="1353864"/>
                  </a:lnTo>
                  <a:lnTo>
                    <a:pt x="1115088" y="1353890"/>
                  </a:lnTo>
                  <a:lnTo>
                    <a:pt x="1115090" y="1353906"/>
                  </a:lnTo>
                  <a:lnTo>
                    <a:pt x="1115097" y="1353963"/>
                  </a:lnTo>
                  <a:lnTo>
                    <a:pt x="1115111" y="1354015"/>
                  </a:lnTo>
                  <a:lnTo>
                    <a:pt x="1115113" y="1354036"/>
                  </a:lnTo>
                  <a:lnTo>
                    <a:pt x="1115120" y="1354076"/>
                  </a:lnTo>
                  <a:lnTo>
                    <a:pt x="1115128" y="1354114"/>
                  </a:lnTo>
                  <a:lnTo>
                    <a:pt x="1115135" y="1354142"/>
                  </a:lnTo>
                  <a:lnTo>
                    <a:pt x="1115138" y="1354150"/>
                  </a:lnTo>
                  <a:lnTo>
                    <a:pt x="1115160" y="1354198"/>
                  </a:lnTo>
                  <a:lnTo>
                    <a:pt x="1115169" y="1354223"/>
                  </a:lnTo>
                  <a:lnTo>
                    <a:pt x="1115175" y="1354237"/>
                  </a:lnTo>
                  <a:lnTo>
                    <a:pt x="1115182" y="1354247"/>
                  </a:lnTo>
                  <a:lnTo>
                    <a:pt x="1115192" y="1354256"/>
                  </a:lnTo>
                  <a:lnTo>
                    <a:pt x="1115211" y="1354264"/>
                  </a:lnTo>
                  <a:lnTo>
                    <a:pt x="1115218" y="1354267"/>
                  </a:lnTo>
                  <a:lnTo>
                    <a:pt x="1115230" y="1354275"/>
                  </a:lnTo>
                  <a:lnTo>
                    <a:pt x="1115233" y="1354281"/>
                  </a:lnTo>
                  <a:lnTo>
                    <a:pt x="1115246" y="1354299"/>
                  </a:lnTo>
                  <a:lnTo>
                    <a:pt x="1115256" y="1354319"/>
                  </a:lnTo>
                  <a:lnTo>
                    <a:pt x="1115273" y="1354346"/>
                  </a:lnTo>
                  <a:lnTo>
                    <a:pt x="1115276" y="1354349"/>
                  </a:lnTo>
                  <a:lnTo>
                    <a:pt x="1115285" y="1354356"/>
                  </a:lnTo>
                  <a:lnTo>
                    <a:pt x="1115295" y="1354365"/>
                  </a:lnTo>
                  <a:lnTo>
                    <a:pt x="1115302" y="1354367"/>
                  </a:lnTo>
                  <a:lnTo>
                    <a:pt x="1115311" y="1354368"/>
                  </a:lnTo>
                  <a:lnTo>
                    <a:pt x="1115318" y="1354368"/>
                  </a:lnTo>
                  <a:lnTo>
                    <a:pt x="1115324" y="1354366"/>
                  </a:lnTo>
                  <a:lnTo>
                    <a:pt x="1115330" y="1354362"/>
                  </a:lnTo>
                  <a:lnTo>
                    <a:pt x="1115341" y="1354356"/>
                  </a:lnTo>
                  <a:lnTo>
                    <a:pt x="1115348" y="1354356"/>
                  </a:lnTo>
                  <a:lnTo>
                    <a:pt x="1115356" y="1354359"/>
                  </a:lnTo>
                  <a:lnTo>
                    <a:pt x="1115366" y="1354365"/>
                  </a:lnTo>
                  <a:lnTo>
                    <a:pt x="1115376" y="1354370"/>
                  </a:lnTo>
                  <a:lnTo>
                    <a:pt x="1115383" y="1354375"/>
                  </a:lnTo>
                  <a:lnTo>
                    <a:pt x="1115390" y="1354382"/>
                  </a:lnTo>
                  <a:lnTo>
                    <a:pt x="1115401" y="1354386"/>
                  </a:lnTo>
                  <a:lnTo>
                    <a:pt x="1115411" y="1354389"/>
                  </a:lnTo>
                  <a:lnTo>
                    <a:pt x="1115430" y="1354398"/>
                  </a:lnTo>
                  <a:lnTo>
                    <a:pt x="1115436" y="1354408"/>
                  </a:lnTo>
                  <a:lnTo>
                    <a:pt x="1115452" y="1354403"/>
                  </a:lnTo>
                  <a:lnTo>
                    <a:pt x="1115484" y="1354401"/>
                  </a:lnTo>
                  <a:lnTo>
                    <a:pt x="1115500" y="1354396"/>
                  </a:lnTo>
                  <a:lnTo>
                    <a:pt x="1115539" y="1354383"/>
                  </a:lnTo>
                  <a:lnTo>
                    <a:pt x="1115584" y="1354372"/>
                  </a:lnTo>
                  <a:lnTo>
                    <a:pt x="1115606" y="1354367"/>
                  </a:lnTo>
                  <a:lnTo>
                    <a:pt x="1115635" y="1354368"/>
                  </a:lnTo>
                  <a:lnTo>
                    <a:pt x="1115669" y="1354383"/>
                  </a:lnTo>
                  <a:lnTo>
                    <a:pt x="1115725" y="1354411"/>
                  </a:lnTo>
                  <a:lnTo>
                    <a:pt x="1115773" y="1354430"/>
                  </a:lnTo>
                  <a:lnTo>
                    <a:pt x="1115797" y="1354440"/>
                  </a:lnTo>
                  <a:lnTo>
                    <a:pt x="1115810" y="1354451"/>
                  </a:lnTo>
                  <a:lnTo>
                    <a:pt x="1115820" y="1354471"/>
                  </a:lnTo>
                  <a:lnTo>
                    <a:pt x="1115825" y="1354498"/>
                  </a:lnTo>
                  <a:lnTo>
                    <a:pt x="1115820" y="1354525"/>
                  </a:lnTo>
                  <a:lnTo>
                    <a:pt x="1115822" y="1354547"/>
                  </a:lnTo>
                  <a:lnTo>
                    <a:pt x="1115834" y="1354557"/>
                  </a:lnTo>
                  <a:lnTo>
                    <a:pt x="1115859" y="1354579"/>
                  </a:lnTo>
                  <a:lnTo>
                    <a:pt x="1115868" y="1354588"/>
                  </a:lnTo>
                  <a:lnTo>
                    <a:pt x="1115872" y="1354607"/>
                  </a:lnTo>
                  <a:lnTo>
                    <a:pt x="1115879" y="1354637"/>
                  </a:lnTo>
                  <a:lnTo>
                    <a:pt x="1115876" y="1354658"/>
                  </a:lnTo>
                  <a:lnTo>
                    <a:pt x="1115869" y="1354672"/>
                  </a:lnTo>
                  <a:lnTo>
                    <a:pt x="1115848" y="1354688"/>
                  </a:lnTo>
                  <a:lnTo>
                    <a:pt x="1115841" y="1354694"/>
                  </a:lnTo>
                  <a:lnTo>
                    <a:pt x="1115832" y="1354706"/>
                  </a:lnTo>
                  <a:lnTo>
                    <a:pt x="1115816" y="1354719"/>
                  </a:lnTo>
                  <a:lnTo>
                    <a:pt x="1115778" y="1354733"/>
                  </a:lnTo>
                  <a:lnTo>
                    <a:pt x="1115748" y="1354740"/>
                  </a:lnTo>
                  <a:lnTo>
                    <a:pt x="1115697" y="1354741"/>
                  </a:lnTo>
                  <a:lnTo>
                    <a:pt x="1115654" y="1354736"/>
                  </a:lnTo>
                  <a:lnTo>
                    <a:pt x="1115614" y="1354727"/>
                  </a:lnTo>
                  <a:lnTo>
                    <a:pt x="1115584" y="1354723"/>
                  </a:lnTo>
                  <a:lnTo>
                    <a:pt x="1115536" y="1354726"/>
                  </a:lnTo>
                  <a:lnTo>
                    <a:pt x="1115495" y="1354733"/>
                  </a:lnTo>
                  <a:lnTo>
                    <a:pt x="1115465" y="1354751"/>
                  </a:lnTo>
                  <a:lnTo>
                    <a:pt x="1115427" y="1354771"/>
                  </a:lnTo>
                  <a:lnTo>
                    <a:pt x="1115416" y="1354778"/>
                  </a:lnTo>
                  <a:lnTo>
                    <a:pt x="1115385" y="1354782"/>
                  </a:lnTo>
                  <a:lnTo>
                    <a:pt x="1115347" y="1354784"/>
                  </a:lnTo>
                  <a:lnTo>
                    <a:pt x="1115320" y="1354793"/>
                  </a:lnTo>
                  <a:lnTo>
                    <a:pt x="1115278" y="1354817"/>
                  </a:lnTo>
                  <a:lnTo>
                    <a:pt x="1115266" y="1354832"/>
                  </a:lnTo>
                  <a:lnTo>
                    <a:pt x="1115256" y="1354846"/>
                  </a:lnTo>
                  <a:lnTo>
                    <a:pt x="1115212" y="1354900"/>
                  </a:lnTo>
                  <a:lnTo>
                    <a:pt x="1115189" y="1354927"/>
                  </a:lnTo>
                  <a:lnTo>
                    <a:pt x="1115166" y="1354959"/>
                  </a:lnTo>
                  <a:lnTo>
                    <a:pt x="1115146" y="1354993"/>
                  </a:lnTo>
                  <a:lnTo>
                    <a:pt x="1115126" y="1355033"/>
                  </a:lnTo>
                  <a:lnTo>
                    <a:pt x="1115102" y="1355087"/>
                  </a:lnTo>
                  <a:lnTo>
                    <a:pt x="1115089" y="1355106"/>
                  </a:lnTo>
                  <a:lnTo>
                    <a:pt x="1115056" y="1355138"/>
                  </a:lnTo>
                  <a:lnTo>
                    <a:pt x="1115029" y="1355169"/>
                  </a:lnTo>
                  <a:lnTo>
                    <a:pt x="1115001" y="1355199"/>
                  </a:lnTo>
                  <a:lnTo>
                    <a:pt x="1114986" y="1355214"/>
                  </a:lnTo>
                  <a:lnTo>
                    <a:pt x="1114972" y="1355237"/>
                  </a:lnTo>
                  <a:lnTo>
                    <a:pt x="1114952" y="1355263"/>
                  </a:lnTo>
                  <a:lnTo>
                    <a:pt x="1114930" y="1355278"/>
                  </a:lnTo>
                  <a:lnTo>
                    <a:pt x="1114897" y="1355305"/>
                  </a:lnTo>
                  <a:lnTo>
                    <a:pt x="1114875" y="1355320"/>
                  </a:lnTo>
                  <a:lnTo>
                    <a:pt x="1114854" y="1355335"/>
                  </a:lnTo>
                  <a:lnTo>
                    <a:pt x="1114834" y="1355354"/>
                  </a:lnTo>
                  <a:lnTo>
                    <a:pt x="1114817" y="1355373"/>
                  </a:lnTo>
                  <a:lnTo>
                    <a:pt x="1114800" y="1355392"/>
                  </a:lnTo>
                  <a:lnTo>
                    <a:pt x="1114769" y="1355433"/>
                  </a:lnTo>
                  <a:lnTo>
                    <a:pt x="1114762" y="1355448"/>
                  </a:lnTo>
                  <a:lnTo>
                    <a:pt x="1114748" y="1355470"/>
                  </a:lnTo>
                  <a:lnTo>
                    <a:pt x="1114735" y="1355489"/>
                  </a:lnTo>
                  <a:lnTo>
                    <a:pt x="1114711" y="1355531"/>
                  </a:lnTo>
                  <a:lnTo>
                    <a:pt x="1114698" y="1355561"/>
                  </a:lnTo>
                  <a:lnTo>
                    <a:pt x="1114688" y="1355602"/>
                  </a:lnTo>
                  <a:lnTo>
                    <a:pt x="1114679" y="1355643"/>
                  </a:lnTo>
                  <a:lnTo>
                    <a:pt x="1114674" y="1355694"/>
                  </a:lnTo>
                  <a:lnTo>
                    <a:pt x="1114671" y="1355741"/>
                  </a:lnTo>
                  <a:lnTo>
                    <a:pt x="1114663" y="1355774"/>
                  </a:lnTo>
                  <a:lnTo>
                    <a:pt x="1114651" y="1355798"/>
                  </a:lnTo>
                  <a:lnTo>
                    <a:pt x="1114639" y="1355831"/>
                  </a:lnTo>
                  <a:lnTo>
                    <a:pt x="1114637" y="1355836"/>
                  </a:lnTo>
                  <a:lnTo>
                    <a:pt x="1114630" y="1355854"/>
                  </a:lnTo>
                  <a:lnTo>
                    <a:pt x="1114619" y="1355871"/>
                  </a:lnTo>
                  <a:lnTo>
                    <a:pt x="1114608" y="1355884"/>
                  </a:lnTo>
                  <a:lnTo>
                    <a:pt x="1114591" y="1355896"/>
                  </a:lnTo>
                  <a:lnTo>
                    <a:pt x="1114570" y="1355909"/>
                  </a:lnTo>
                  <a:lnTo>
                    <a:pt x="1114559" y="1355922"/>
                  </a:lnTo>
                  <a:lnTo>
                    <a:pt x="1114539" y="1355948"/>
                  </a:lnTo>
                  <a:lnTo>
                    <a:pt x="1114527" y="1355957"/>
                  </a:lnTo>
                  <a:lnTo>
                    <a:pt x="1114522" y="1355966"/>
                  </a:lnTo>
                  <a:lnTo>
                    <a:pt x="1114511" y="1355993"/>
                  </a:lnTo>
                  <a:lnTo>
                    <a:pt x="1114498" y="1356019"/>
                  </a:lnTo>
                  <a:lnTo>
                    <a:pt x="1114472" y="1356059"/>
                  </a:lnTo>
                  <a:lnTo>
                    <a:pt x="1114450" y="1356083"/>
                  </a:lnTo>
                  <a:lnTo>
                    <a:pt x="1114440" y="1356090"/>
                  </a:lnTo>
                  <a:lnTo>
                    <a:pt x="1114407" y="1356117"/>
                  </a:lnTo>
                  <a:lnTo>
                    <a:pt x="1114382" y="1356135"/>
                  </a:lnTo>
                  <a:lnTo>
                    <a:pt x="1114359" y="1356162"/>
                  </a:lnTo>
                  <a:lnTo>
                    <a:pt x="1114334" y="1356182"/>
                  </a:lnTo>
                  <a:lnTo>
                    <a:pt x="1114311" y="1356210"/>
                  </a:lnTo>
                  <a:lnTo>
                    <a:pt x="1114293" y="1356237"/>
                  </a:lnTo>
                  <a:lnTo>
                    <a:pt x="1114279" y="1356268"/>
                  </a:lnTo>
                  <a:lnTo>
                    <a:pt x="1114256" y="1356311"/>
                  </a:lnTo>
                  <a:lnTo>
                    <a:pt x="1114231" y="1356354"/>
                  </a:lnTo>
                  <a:lnTo>
                    <a:pt x="1114205" y="1356392"/>
                  </a:lnTo>
                  <a:lnTo>
                    <a:pt x="1114182" y="1356426"/>
                  </a:lnTo>
                  <a:lnTo>
                    <a:pt x="1114151" y="1356458"/>
                  </a:lnTo>
                  <a:lnTo>
                    <a:pt x="1114121" y="1356486"/>
                  </a:lnTo>
                  <a:lnTo>
                    <a:pt x="1114092" y="1356514"/>
                  </a:lnTo>
                  <a:lnTo>
                    <a:pt x="1114078" y="1356532"/>
                  </a:lnTo>
                  <a:lnTo>
                    <a:pt x="1114062" y="1356546"/>
                  </a:lnTo>
                  <a:lnTo>
                    <a:pt x="1114028" y="1356563"/>
                  </a:lnTo>
                  <a:lnTo>
                    <a:pt x="1113981" y="1356580"/>
                  </a:lnTo>
                  <a:lnTo>
                    <a:pt x="1113963" y="1356583"/>
                  </a:lnTo>
                  <a:lnTo>
                    <a:pt x="1113943" y="1356576"/>
                  </a:lnTo>
                  <a:lnTo>
                    <a:pt x="1113919" y="1356571"/>
                  </a:lnTo>
                  <a:lnTo>
                    <a:pt x="1113895" y="1356576"/>
                  </a:lnTo>
                  <a:lnTo>
                    <a:pt x="1113815" y="1356595"/>
                  </a:lnTo>
                  <a:lnTo>
                    <a:pt x="1113782" y="1356614"/>
                  </a:lnTo>
                  <a:lnTo>
                    <a:pt x="1113736" y="1356638"/>
                  </a:lnTo>
                  <a:lnTo>
                    <a:pt x="1113690" y="1356638"/>
                  </a:lnTo>
                  <a:lnTo>
                    <a:pt x="1113636" y="1356625"/>
                  </a:lnTo>
                  <a:lnTo>
                    <a:pt x="1113611" y="1356625"/>
                  </a:lnTo>
                  <a:lnTo>
                    <a:pt x="1113587" y="1356623"/>
                  </a:lnTo>
                  <a:lnTo>
                    <a:pt x="1113560" y="1356616"/>
                  </a:lnTo>
                  <a:lnTo>
                    <a:pt x="1113518" y="1356589"/>
                  </a:lnTo>
                  <a:lnTo>
                    <a:pt x="1113485" y="1356569"/>
                  </a:lnTo>
                  <a:lnTo>
                    <a:pt x="1113462" y="1356565"/>
                  </a:lnTo>
                  <a:lnTo>
                    <a:pt x="1113448" y="1356568"/>
                  </a:lnTo>
                  <a:lnTo>
                    <a:pt x="1113436" y="1356576"/>
                  </a:lnTo>
                  <a:lnTo>
                    <a:pt x="1113419" y="1356608"/>
                  </a:lnTo>
                  <a:lnTo>
                    <a:pt x="1113375" y="1356682"/>
                  </a:lnTo>
                  <a:lnTo>
                    <a:pt x="1113359" y="1356706"/>
                  </a:lnTo>
                  <a:lnTo>
                    <a:pt x="1113338" y="1356716"/>
                  </a:lnTo>
                  <a:lnTo>
                    <a:pt x="1113289" y="1356727"/>
                  </a:lnTo>
                  <a:lnTo>
                    <a:pt x="1113253" y="1356722"/>
                  </a:lnTo>
                  <a:lnTo>
                    <a:pt x="1113212" y="1356697"/>
                  </a:lnTo>
                  <a:lnTo>
                    <a:pt x="1113170" y="1356686"/>
                  </a:lnTo>
                  <a:lnTo>
                    <a:pt x="1113156" y="1356683"/>
                  </a:lnTo>
                  <a:lnTo>
                    <a:pt x="1113140" y="1356687"/>
                  </a:lnTo>
                  <a:lnTo>
                    <a:pt x="1113120" y="1356704"/>
                  </a:lnTo>
                  <a:lnTo>
                    <a:pt x="1113102" y="1356736"/>
                  </a:lnTo>
                  <a:lnTo>
                    <a:pt x="1113085" y="1356792"/>
                  </a:lnTo>
                  <a:lnTo>
                    <a:pt x="1113070" y="1356865"/>
                  </a:lnTo>
                  <a:lnTo>
                    <a:pt x="1113060" y="1356935"/>
                  </a:lnTo>
                  <a:lnTo>
                    <a:pt x="1113056" y="1356956"/>
                  </a:lnTo>
                  <a:lnTo>
                    <a:pt x="1113055" y="1356977"/>
                  </a:lnTo>
                  <a:lnTo>
                    <a:pt x="1113082" y="1357039"/>
                  </a:lnTo>
                  <a:lnTo>
                    <a:pt x="1113109" y="1357077"/>
                  </a:lnTo>
                  <a:lnTo>
                    <a:pt x="1113149" y="1357129"/>
                  </a:lnTo>
                  <a:lnTo>
                    <a:pt x="1113166" y="1357149"/>
                  </a:lnTo>
                  <a:lnTo>
                    <a:pt x="1113174" y="1357166"/>
                  </a:lnTo>
                  <a:lnTo>
                    <a:pt x="1113175" y="1357185"/>
                  </a:lnTo>
                  <a:lnTo>
                    <a:pt x="1113169" y="1357240"/>
                  </a:lnTo>
                  <a:lnTo>
                    <a:pt x="1113176" y="1357267"/>
                  </a:lnTo>
                  <a:lnTo>
                    <a:pt x="1113186" y="1357286"/>
                  </a:lnTo>
                  <a:lnTo>
                    <a:pt x="1113200" y="1357298"/>
                  </a:lnTo>
                  <a:lnTo>
                    <a:pt x="1113215" y="1357302"/>
                  </a:lnTo>
                  <a:lnTo>
                    <a:pt x="1113234" y="1357308"/>
                  </a:lnTo>
                  <a:lnTo>
                    <a:pt x="1113247" y="1357316"/>
                  </a:lnTo>
                  <a:lnTo>
                    <a:pt x="1113258" y="1357333"/>
                  </a:lnTo>
                  <a:lnTo>
                    <a:pt x="1113267" y="1357348"/>
                  </a:lnTo>
                  <a:lnTo>
                    <a:pt x="1113274" y="1357375"/>
                  </a:lnTo>
                  <a:lnTo>
                    <a:pt x="1113285" y="1357392"/>
                  </a:lnTo>
                  <a:lnTo>
                    <a:pt x="1113303" y="1357416"/>
                  </a:lnTo>
                  <a:lnTo>
                    <a:pt x="1113327" y="1357437"/>
                  </a:lnTo>
                  <a:lnTo>
                    <a:pt x="1113340" y="1357445"/>
                  </a:lnTo>
                  <a:lnTo>
                    <a:pt x="1113356" y="1357448"/>
                  </a:lnTo>
                  <a:lnTo>
                    <a:pt x="1113380" y="1357451"/>
                  </a:lnTo>
                  <a:lnTo>
                    <a:pt x="1113394" y="1357456"/>
                  </a:lnTo>
                  <a:lnTo>
                    <a:pt x="1113409" y="1357477"/>
                  </a:lnTo>
                  <a:lnTo>
                    <a:pt x="1113417" y="1357498"/>
                  </a:lnTo>
                  <a:lnTo>
                    <a:pt x="1113418" y="1357516"/>
                  </a:lnTo>
                  <a:lnTo>
                    <a:pt x="1113418" y="1357557"/>
                  </a:lnTo>
                  <a:lnTo>
                    <a:pt x="1113416" y="1357626"/>
                  </a:lnTo>
                  <a:lnTo>
                    <a:pt x="1113420" y="1357697"/>
                  </a:lnTo>
                  <a:lnTo>
                    <a:pt x="1113425" y="1357723"/>
                  </a:lnTo>
                  <a:lnTo>
                    <a:pt x="1113396" y="1357733"/>
                  </a:lnTo>
                  <a:lnTo>
                    <a:pt x="1113340" y="1357759"/>
                  </a:lnTo>
                  <a:lnTo>
                    <a:pt x="1113298" y="1357774"/>
                  </a:lnTo>
                  <a:lnTo>
                    <a:pt x="1113267" y="1357774"/>
                  </a:lnTo>
                  <a:lnTo>
                    <a:pt x="1113235" y="1357778"/>
                  </a:lnTo>
                  <a:lnTo>
                    <a:pt x="1113214" y="1357797"/>
                  </a:lnTo>
                  <a:lnTo>
                    <a:pt x="1113182" y="1357830"/>
                  </a:lnTo>
                  <a:lnTo>
                    <a:pt x="1113158" y="1357845"/>
                  </a:lnTo>
                  <a:lnTo>
                    <a:pt x="1113133" y="1357860"/>
                  </a:lnTo>
                  <a:lnTo>
                    <a:pt x="1113098" y="1357874"/>
                  </a:lnTo>
                  <a:lnTo>
                    <a:pt x="1113078" y="1357880"/>
                  </a:lnTo>
                  <a:lnTo>
                    <a:pt x="1113058" y="1357884"/>
                  </a:lnTo>
                  <a:lnTo>
                    <a:pt x="1113033" y="1357890"/>
                  </a:lnTo>
                  <a:lnTo>
                    <a:pt x="1113009" y="1357897"/>
                  </a:lnTo>
                  <a:lnTo>
                    <a:pt x="1113005" y="1357899"/>
                  </a:lnTo>
                  <a:lnTo>
                    <a:pt x="1112960" y="1357916"/>
                  </a:lnTo>
                  <a:lnTo>
                    <a:pt x="1112924" y="1357930"/>
                  </a:lnTo>
                  <a:lnTo>
                    <a:pt x="1112883" y="1357952"/>
                  </a:lnTo>
                  <a:lnTo>
                    <a:pt x="1112836" y="1357977"/>
                  </a:lnTo>
                  <a:lnTo>
                    <a:pt x="1112775" y="1358009"/>
                  </a:lnTo>
                  <a:lnTo>
                    <a:pt x="1112730" y="1358026"/>
                  </a:lnTo>
                  <a:lnTo>
                    <a:pt x="1112683" y="1358046"/>
                  </a:lnTo>
                  <a:lnTo>
                    <a:pt x="1112635" y="1358060"/>
                  </a:lnTo>
                  <a:lnTo>
                    <a:pt x="1112590" y="1358067"/>
                  </a:lnTo>
                  <a:lnTo>
                    <a:pt x="1112548" y="1358075"/>
                  </a:lnTo>
                  <a:lnTo>
                    <a:pt x="1112503" y="1358081"/>
                  </a:lnTo>
                  <a:lnTo>
                    <a:pt x="1112466" y="1358075"/>
                  </a:lnTo>
                  <a:lnTo>
                    <a:pt x="1112428" y="1358073"/>
                  </a:lnTo>
                  <a:lnTo>
                    <a:pt x="1112381" y="1358081"/>
                  </a:lnTo>
                  <a:lnTo>
                    <a:pt x="1112336" y="1358091"/>
                  </a:lnTo>
                  <a:lnTo>
                    <a:pt x="1112296" y="1358089"/>
                  </a:lnTo>
                  <a:lnTo>
                    <a:pt x="1112259" y="1358095"/>
                  </a:lnTo>
                  <a:lnTo>
                    <a:pt x="1112233" y="1358097"/>
                  </a:lnTo>
                  <a:lnTo>
                    <a:pt x="1112192" y="1358101"/>
                  </a:lnTo>
                  <a:lnTo>
                    <a:pt x="1112174" y="1358109"/>
                  </a:lnTo>
                  <a:lnTo>
                    <a:pt x="1112140" y="1358122"/>
                  </a:lnTo>
                  <a:lnTo>
                    <a:pt x="1112120" y="1358127"/>
                  </a:lnTo>
                  <a:lnTo>
                    <a:pt x="1112122" y="1358145"/>
                  </a:lnTo>
                  <a:lnTo>
                    <a:pt x="1112122" y="1358162"/>
                  </a:lnTo>
                  <a:lnTo>
                    <a:pt x="1112121" y="1358170"/>
                  </a:lnTo>
                  <a:lnTo>
                    <a:pt x="1112127" y="1358184"/>
                  </a:lnTo>
                  <a:lnTo>
                    <a:pt x="1112135" y="1358199"/>
                  </a:lnTo>
                  <a:lnTo>
                    <a:pt x="1112142" y="1358216"/>
                  </a:lnTo>
                  <a:lnTo>
                    <a:pt x="1112143" y="1358225"/>
                  </a:lnTo>
                  <a:lnTo>
                    <a:pt x="1112141" y="1358233"/>
                  </a:lnTo>
                  <a:lnTo>
                    <a:pt x="1112126" y="1358236"/>
                  </a:lnTo>
                  <a:lnTo>
                    <a:pt x="1112117" y="1358235"/>
                  </a:lnTo>
                  <a:lnTo>
                    <a:pt x="1112096" y="1358237"/>
                  </a:lnTo>
                  <a:lnTo>
                    <a:pt x="1112093" y="1358242"/>
                  </a:lnTo>
                  <a:lnTo>
                    <a:pt x="1112090" y="1358250"/>
                  </a:lnTo>
                  <a:lnTo>
                    <a:pt x="1112092" y="1358263"/>
                  </a:lnTo>
                  <a:lnTo>
                    <a:pt x="1112100" y="1358268"/>
                  </a:lnTo>
                  <a:lnTo>
                    <a:pt x="1112107" y="1358267"/>
                  </a:lnTo>
                  <a:lnTo>
                    <a:pt x="1112117" y="1358264"/>
                  </a:lnTo>
                  <a:lnTo>
                    <a:pt x="1112134" y="1358264"/>
                  </a:lnTo>
                  <a:lnTo>
                    <a:pt x="1112137" y="1358268"/>
                  </a:lnTo>
                  <a:lnTo>
                    <a:pt x="1112137" y="1358273"/>
                  </a:lnTo>
                  <a:lnTo>
                    <a:pt x="1112135" y="1358285"/>
                  </a:lnTo>
                  <a:lnTo>
                    <a:pt x="1112128" y="1358299"/>
                  </a:lnTo>
                  <a:lnTo>
                    <a:pt x="1112125" y="1358312"/>
                  </a:lnTo>
                  <a:lnTo>
                    <a:pt x="1112126" y="1358324"/>
                  </a:lnTo>
                  <a:lnTo>
                    <a:pt x="1112137" y="1358331"/>
                  </a:lnTo>
                  <a:lnTo>
                    <a:pt x="1112151" y="1358335"/>
                  </a:lnTo>
                  <a:lnTo>
                    <a:pt x="1112161" y="1358336"/>
                  </a:lnTo>
                  <a:lnTo>
                    <a:pt x="1112165" y="1358343"/>
                  </a:lnTo>
                  <a:lnTo>
                    <a:pt x="1112165" y="1358361"/>
                  </a:lnTo>
                  <a:lnTo>
                    <a:pt x="1112167" y="1358372"/>
                  </a:lnTo>
                  <a:lnTo>
                    <a:pt x="1112165" y="1358379"/>
                  </a:lnTo>
                  <a:lnTo>
                    <a:pt x="1112152" y="1358383"/>
                  </a:lnTo>
                  <a:lnTo>
                    <a:pt x="1112144" y="1358387"/>
                  </a:lnTo>
                  <a:lnTo>
                    <a:pt x="1112139" y="1358396"/>
                  </a:lnTo>
                  <a:lnTo>
                    <a:pt x="1112135" y="1358408"/>
                  </a:lnTo>
                  <a:lnTo>
                    <a:pt x="1112115" y="1358422"/>
                  </a:lnTo>
                  <a:lnTo>
                    <a:pt x="1112106" y="1358433"/>
                  </a:lnTo>
                  <a:lnTo>
                    <a:pt x="1112101" y="1358448"/>
                  </a:lnTo>
                  <a:lnTo>
                    <a:pt x="1112101" y="1358461"/>
                  </a:lnTo>
                  <a:lnTo>
                    <a:pt x="1112106" y="1358477"/>
                  </a:lnTo>
                  <a:lnTo>
                    <a:pt x="1112115" y="1358487"/>
                  </a:lnTo>
                  <a:lnTo>
                    <a:pt x="1112121" y="1358488"/>
                  </a:lnTo>
                  <a:lnTo>
                    <a:pt x="1112139" y="1358483"/>
                  </a:lnTo>
                  <a:lnTo>
                    <a:pt x="1112158" y="1358483"/>
                  </a:lnTo>
                  <a:lnTo>
                    <a:pt x="1112170" y="1358486"/>
                  </a:lnTo>
                  <a:lnTo>
                    <a:pt x="1112182" y="1358492"/>
                  </a:lnTo>
                  <a:lnTo>
                    <a:pt x="1112193" y="1358498"/>
                  </a:lnTo>
                  <a:lnTo>
                    <a:pt x="1112195" y="1358506"/>
                  </a:lnTo>
                  <a:lnTo>
                    <a:pt x="1112196" y="1358518"/>
                  </a:lnTo>
                  <a:lnTo>
                    <a:pt x="1112189" y="1358523"/>
                  </a:lnTo>
                  <a:lnTo>
                    <a:pt x="1112156" y="1358525"/>
                  </a:lnTo>
                  <a:lnTo>
                    <a:pt x="1112136" y="1358533"/>
                  </a:lnTo>
                  <a:lnTo>
                    <a:pt x="1112125" y="1358543"/>
                  </a:lnTo>
                  <a:lnTo>
                    <a:pt x="1112122" y="1358558"/>
                  </a:lnTo>
                  <a:lnTo>
                    <a:pt x="1112088" y="1358563"/>
                  </a:lnTo>
                  <a:lnTo>
                    <a:pt x="1112073" y="1358567"/>
                  </a:lnTo>
                  <a:lnTo>
                    <a:pt x="1112067" y="1358573"/>
                  </a:lnTo>
                  <a:lnTo>
                    <a:pt x="1112061" y="1358582"/>
                  </a:lnTo>
                  <a:lnTo>
                    <a:pt x="1112052" y="1358593"/>
                  </a:lnTo>
                  <a:lnTo>
                    <a:pt x="1112022" y="1358594"/>
                  </a:lnTo>
                  <a:lnTo>
                    <a:pt x="1112016" y="1358593"/>
                  </a:lnTo>
                  <a:lnTo>
                    <a:pt x="1112013" y="1358596"/>
                  </a:lnTo>
                  <a:lnTo>
                    <a:pt x="1112013" y="1358613"/>
                  </a:lnTo>
                  <a:lnTo>
                    <a:pt x="1112012" y="1358627"/>
                  </a:lnTo>
                  <a:lnTo>
                    <a:pt x="1111994" y="1358632"/>
                  </a:lnTo>
                  <a:lnTo>
                    <a:pt x="1111982" y="1358635"/>
                  </a:lnTo>
                  <a:lnTo>
                    <a:pt x="1111963" y="1358635"/>
                  </a:lnTo>
                  <a:lnTo>
                    <a:pt x="1111944" y="1358640"/>
                  </a:lnTo>
                  <a:lnTo>
                    <a:pt x="1111938" y="1358650"/>
                  </a:lnTo>
                  <a:lnTo>
                    <a:pt x="1111938" y="1358656"/>
                  </a:lnTo>
                  <a:lnTo>
                    <a:pt x="1111947" y="1358673"/>
                  </a:lnTo>
                  <a:lnTo>
                    <a:pt x="1111961" y="1358688"/>
                  </a:lnTo>
                  <a:lnTo>
                    <a:pt x="1111967" y="1358704"/>
                  </a:lnTo>
                  <a:lnTo>
                    <a:pt x="1111967" y="1358713"/>
                  </a:lnTo>
                  <a:lnTo>
                    <a:pt x="1111959" y="1358720"/>
                  </a:lnTo>
                  <a:lnTo>
                    <a:pt x="1111948" y="1358726"/>
                  </a:lnTo>
                  <a:lnTo>
                    <a:pt x="1111931" y="1358734"/>
                  </a:lnTo>
                  <a:lnTo>
                    <a:pt x="1111912" y="1358734"/>
                  </a:lnTo>
                  <a:lnTo>
                    <a:pt x="1111907" y="1358733"/>
                  </a:lnTo>
                  <a:lnTo>
                    <a:pt x="1111892" y="1358732"/>
                  </a:lnTo>
                  <a:lnTo>
                    <a:pt x="1111893" y="1358738"/>
                  </a:lnTo>
                  <a:lnTo>
                    <a:pt x="1111897" y="1358750"/>
                  </a:lnTo>
                  <a:lnTo>
                    <a:pt x="1111895" y="1358766"/>
                  </a:lnTo>
                  <a:lnTo>
                    <a:pt x="1111889" y="1358778"/>
                  </a:lnTo>
                  <a:lnTo>
                    <a:pt x="1111875" y="1358792"/>
                  </a:lnTo>
                  <a:lnTo>
                    <a:pt x="1111854" y="1358802"/>
                  </a:lnTo>
                  <a:lnTo>
                    <a:pt x="1111842" y="1358798"/>
                  </a:lnTo>
                  <a:lnTo>
                    <a:pt x="1111830" y="1358796"/>
                  </a:lnTo>
                  <a:lnTo>
                    <a:pt x="1111823" y="1358796"/>
                  </a:lnTo>
                  <a:lnTo>
                    <a:pt x="1111810" y="1358809"/>
                  </a:lnTo>
                  <a:lnTo>
                    <a:pt x="1111799" y="1358819"/>
                  </a:lnTo>
                  <a:lnTo>
                    <a:pt x="1111783" y="1358826"/>
                  </a:lnTo>
                  <a:lnTo>
                    <a:pt x="1111751" y="1358824"/>
                  </a:lnTo>
                  <a:lnTo>
                    <a:pt x="1111740" y="1358825"/>
                  </a:lnTo>
                  <a:lnTo>
                    <a:pt x="1111728" y="1358832"/>
                  </a:lnTo>
                  <a:lnTo>
                    <a:pt x="1111715" y="1358844"/>
                  </a:lnTo>
                  <a:lnTo>
                    <a:pt x="1111704" y="1358861"/>
                  </a:lnTo>
                  <a:lnTo>
                    <a:pt x="1111703" y="1358868"/>
                  </a:lnTo>
                  <a:lnTo>
                    <a:pt x="1111704" y="1358901"/>
                  </a:lnTo>
                  <a:lnTo>
                    <a:pt x="1111698" y="1358919"/>
                  </a:lnTo>
                  <a:lnTo>
                    <a:pt x="1111692" y="1358949"/>
                  </a:lnTo>
                  <a:lnTo>
                    <a:pt x="1111686" y="1358969"/>
                  </a:lnTo>
                  <a:lnTo>
                    <a:pt x="1111680" y="1358972"/>
                  </a:lnTo>
                  <a:lnTo>
                    <a:pt x="1111671" y="1358967"/>
                  </a:lnTo>
                  <a:lnTo>
                    <a:pt x="1111658" y="1358962"/>
                  </a:lnTo>
                  <a:lnTo>
                    <a:pt x="1111652" y="1358963"/>
                  </a:lnTo>
                  <a:lnTo>
                    <a:pt x="1111648" y="1358965"/>
                  </a:lnTo>
                  <a:lnTo>
                    <a:pt x="1111641" y="1358973"/>
                  </a:lnTo>
                  <a:lnTo>
                    <a:pt x="1111630" y="1358997"/>
                  </a:lnTo>
                  <a:lnTo>
                    <a:pt x="1111624" y="1359013"/>
                  </a:lnTo>
                  <a:lnTo>
                    <a:pt x="1111605" y="1359028"/>
                  </a:lnTo>
                  <a:lnTo>
                    <a:pt x="1111596" y="1359031"/>
                  </a:lnTo>
                  <a:lnTo>
                    <a:pt x="1111592" y="1359037"/>
                  </a:lnTo>
                  <a:lnTo>
                    <a:pt x="1111592" y="1359067"/>
                  </a:lnTo>
                  <a:lnTo>
                    <a:pt x="1111587" y="1359081"/>
                  </a:lnTo>
                  <a:lnTo>
                    <a:pt x="1111571" y="1359087"/>
                  </a:lnTo>
                  <a:lnTo>
                    <a:pt x="1111549" y="1359079"/>
                  </a:lnTo>
                  <a:lnTo>
                    <a:pt x="1111545" y="1359072"/>
                  </a:lnTo>
                  <a:lnTo>
                    <a:pt x="1111544" y="1359055"/>
                  </a:lnTo>
                  <a:lnTo>
                    <a:pt x="1111539" y="1359039"/>
                  </a:lnTo>
                  <a:lnTo>
                    <a:pt x="1111525" y="1359038"/>
                  </a:lnTo>
                  <a:lnTo>
                    <a:pt x="1111517" y="1359039"/>
                  </a:lnTo>
                  <a:lnTo>
                    <a:pt x="1111504" y="1359053"/>
                  </a:lnTo>
                  <a:lnTo>
                    <a:pt x="1111485" y="1359066"/>
                  </a:lnTo>
                  <a:lnTo>
                    <a:pt x="1111459" y="1359084"/>
                  </a:lnTo>
                  <a:lnTo>
                    <a:pt x="1111447" y="1359081"/>
                  </a:lnTo>
                  <a:lnTo>
                    <a:pt x="1111440" y="1359081"/>
                  </a:lnTo>
                  <a:lnTo>
                    <a:pt x="1111431" y="1359083"/>
                  </a:lnTo>
                  <a:lnTo>
                    <a:pt x="1111426" y="1359102"/>
                  </a:lnTo>
                  <a:lnTo>
                    <a:pt x="1111410" y="1359128"/>
                  </a:lnTo>
                  <a:lnTo>
                    <a:pt x="1111398" y="1359151"/>
                  </a:lnTo>
                  <a:lnTo>
                    <a:pt x="1111389" y="1359166"/>
                  </a:lnTo>
                  <a:lnTo>
                    <a:pt x="1111375" y="1359184"/>
                  </a:lnTo>
                  <a:lnTo>
                    <a:pt x="1111354" y="1359193"/>
                  </a:lnTo>
                  <a:lnTo>
                    <a:pt x="1111329" y="1359214"/>
                  </a:lnTo>
                  <a:lnTo>
                    <a:pt x="1111327" y="1359221"/>
                  </a:lnTo>
                  <a:lnTo>
                    <a:pt x="1111319" y="1359244"/>
                  </a:lnTo>
                  <a:lnTo>
                    <a:pt x="1111314" y="1359263"/>
                  </a:lnTo>
                  <a:lnTo>
                    <a:pt x="1111314" y="1359279"/>
                  </a:lnTo>
                  <a:lnTo>
                    <a:pt x="1111312" y="1359297"/>
                  </a:lnTo>
                  <a:lnTo>
                    <a:pt x="1111309" y="1359309"/>
                  </a:lnTo>
                  <a:lnTo>
                    <a:pt x="1111299" y="1359317"/>
                  </a:lnTo>
                  <a:lnTo>
                    <a:pt x="1111286" y="1359317"/>
                  </a:lnTo>
                  <a:lnTo>
                    <a:pt x="1111273" y="1359326"/>
                  </a:lnTo>
                  <a:lnTo>
                    <a:pt x="1111268" y="1359338"/>
                  </a:lnTo>
                  <a:lnTo>
                    <a:pt x="1111268" y="1359358"/>
                  </a:lnTo>
                  <a:lnTo>
                    <a:pt x="1111271" y="1359369"/>
                  </a:lnTo>
                  <a:lnTo>
                    <a:pt x="1111285" y="1359388"/>
                  </a:lnTo>
                  <a:lnTo>
                    <a:pt x="1111298" y="1359411"/>
                  </a:lnTo>
                  <a:lnTo>
                    <a:pt x="1111303" y="1359428"/>
                  </a:lnTo>
                  <a:lnTo>
                    <a:pt x="1111296" y="1359451"/>
                  </a:lnTo>
                  <a:lnTo>
                    <a:pt x="1111299" y="1359476"/>
                  </a:lnTo>
                  <a:lnTo>
                    <a:pt x="1111299" y="1359494"/>
                  </a:lnTo>
                  <a:lnTo>
                    <a:pt x="1111292" y="1359508"/>
                  </a:lnTo>
                  <a:lnTo>
                    <a:pt x="1111286" y="1359511"/>
                  </a:lnTo>
                  <a:lnTo>
                    <a:pt x="1111280" y="1359519"/>
                  </a:lnTo>
                  <a:lnTo>
                    <a:pt x="1111280" y="1359531"/>
                  </a:lnTo>
                  <a:lnTo>
                    <a:pt x="1111279" y="1359547"/>
                  </a:lnTo>
                  <a:lnTo>
                    <a:pt x="1111270" y="1359566"/>
                  </a:lnTo>
                  <a:lnTo>
                    <a:pt x="1111264" y="1359577"/>
                  </a:lnTo>
                  <a:lnTo>
                    <a:pt x="1111253" y="1359582"/>
                  </a:lnTo>
                  <a:lnTo>
                    <a:pt x="1111228" y="1359579"/>
                  </a:lnTo>
                  <a:lnTo>
                    <a:pt x="1111191" y="1359581"/>
                  </a:lnTo>
                  <a:lnTo>
                    <a:pt x="1111177" y="1359589"/>
                  </a:lnTo>
                  <a:lnTo>
                    <a:pt x="1111149" y="1359624"/>
                  </a:lnTo>
                  <a:lnTo>
                    <a:pt x="1111145" y="1359630"/>
                  </a:lnTo>
                  <a:lnTo>
                    <a:pt x="1111140" y="1359645"/>
                  </a:lnTo>
                  <a:lnTo>
                    <a:pt x="1111139" y="1359660"/>
                  </a:lnTo>
                  <a:lnTo>
                    <a:pt x="1111146" y="1359668"/>
                  </a:lnTo>
                  <a:lnTo>
                    <a:pt x="1111155" y="1359669"/>
                  </a:lnTo>
                  <a:lnTo>
                    <a:pt x="1111165" y="1359669"/>
                  </a:lnTo>
                  <a:lnTo>
                    <a:pt x="1111173" y="1359674"/>
                  </a:lnTo>
                  <a:lnTo>
                    <a:pt x="1111178" y="1359679"/>
                  </a:lnTo>
                  <a:lnTo>
                    <a:pt x="1111181" y="1359684"/>
                  </a:lnTo>
                  <a:lnTo>
                    <a:pt x="1111177" y="1359702"/>
                  </a:lnTo>
                  <a:lnTo>
                    <a:pt x="1111168" y="1359720"/>
                  </a:lnTo>
                  <a:lnTo>
                    <a:pt x="1111159" y="1359734"/>
                  </a:lnTo>
                  <a:lnTo>
                    <a:pt x="1111137" y="1359757"/>
                  </a:lnTo>
                  <a:lnTo>
                    <a:pt x="1111128" y="1359771"/>
                  </a:lnTo>
                  <a:lnTo>
                    <a:pt x="1111124" y="1359787"/>
                  </a:lnTo>
                  <a:lnTo>
                    <a:pt x="1111121" y="1359799"/>
                  </a:lnTo>
                  <a:lnTo>
                    <a:pt x="1111114" y="1359806"/>
                  </a:lnTo>
                  <a:lnTo>
                    <a:pt x="1111105" y="1359812"/>
                  </a:lnTo>
                  <a:lnTo>
                    <a:pt x="1111091" y="1359816"/>
                  </a:lnTo>
                  <a:lnTo>
                    <a:pt x="1111057" y="1359825"/>
                  </a:lnTo>
                  <a:lnTo>
                    <a:pt x="1111043" y="1359828"/>
                  </a:lnTo>
                  <a:lnTo>
                    <a:pt x="1111038" y="1359838"/>
                  </a:lnTo>
                  <a:lnTo>
                    <a:pt x="1111029" y="1359855"/>
                  </a:lnTo>
                  <a:lnTo>
                    <a:pt x="1111026" y="1359864"/>
                  </a:lnTo>
                  <a:lnTo>
                    <a:pt x="1111027" y="1359874"/>
                  </a:lnTo>
                  <a:lnTo>
                    <a:pt x="1111042" y="1359888"/>
                  </a:lnTo>
                  <a:lnTo>
                    <a:pt x="1111056" y="1359898"/>
                  </a:lnTo>
                  <a:lnTo>
                    <a:pt x="1111066" y="1359914"/>
                  </a:lnTo>
                  <a:lnTo>
                    <a:pt x="1111062" y="1359925"/>
                  </a:lnTo>
                  <a:lnTo>
                    <a:pt x="1111057" y="1359930"/>
                  </a:lnTo>
                  <a:lnTo>
                    <a:pt x="1111052" y="1359935"/>
                  </a:lnTo>
                  <a:lnTo>
                    <a:pt x="1111038" y="1359947"/>
                  </a:lnTo>
                  <a:lnTo>
                    <a:pt x="1111027" y="1359958"/>
                  </a:lnTo>
                  <a:lnTo>
                    <a:pt x="1111019" y="1359968"/>
                  </a:lnTo>
                  <a:lnTo>
                    <a:pt x="1111025" y="1360001"/>
                  </a:lnTo>
                  <a:lnTo>
                    <a:pt x="1111028" y="1360024"/>
                  </a:lnTo>
                  <a:lnTo>
                    <a:pt x="1111035" y="1360044"/>
                  </a:lnTo>
                  <a:lnTo>
                    <a:pt x="1111042" y="1360054"/>
                  </a:lnTo>
                  <a:lnTo>
                    <a:pt x="1111067" y="1360061"/>
                  </a:lnTo>
                  <a:lnTo>
                    <a:pt x="1111071" y="1360069"/>
                  </a:lnTo>
                  <a:lnTo>
                    <a:pt x="1111071" y="1360088"/>
                  </a:lnTo>
                  <a:lnTo>
                    <a:pt x="1111046" y="1360104"/>
                  </a:lnTo>
                  <a:lnTo>
                    <a:pt x="1111034" y="1360125"/>
                  </a:lnTo>
                  <a:lnTo>
                    <a:pt x="1111025" y="1360149"/>
                  </a:lnTo>
                  <a:lnTo>
                    <a:pt x="1111024" y="1360180"/>
                  </a:lnTo>
                  <a:lnTo>
                    <a:pt x="1111010" y="1360190"/>
                  </a:lnTo>
                  <a:lnTo>
                    <a:pt x="1110997" y="1360200"/>
                  </a:lnTo>
                  <a:lnTo>
                    <a:pt x="1110963" y="1360211"/>
                  </a:lnTo>
                  <a:lnTo>
                    <a:pt x="1110946" y="1360211"/>
                  </a:lnTo>
                  <a:lnTo>
                    <a:pt x="1110941" y="1360213"/>
                  </a:lnTo>
                  <a:lnTo>
                    <a:pt x="1110931" y="1360217"/>
                  </a:lnTo>
                  <a:lnTo>
                    <a:pt x="1110918" y="1360220"/>
                  </a:lnTo>
                  <a:lnTo>
                    <a:pt x="1110912" y="1360232"/>
                  </a:lnTo>
                  <a:lnTo>
                    <a:pt x="1110900" y="1360250"/>
                  </a:lnTo>
                  <a:lnTo>
                    <a:pt x="1110891" y="1360259"/>
                  </a:lnTo>
                  <a:lnTo>
                    <a:pt x="1110890" y="1360271"/>
                  </a:lnTo>
                  <a:lnTo>
                    <a:pt x="1110880" y="1360288"/>
                  </a:lnTo>
                  <a:lnTo>
                    <a:pt x="1110870" y="1360308"/>
                  </a:lnTo>
                  <a:lnTo>
                    <a:pt x="1110861" y="1360319"/>
                  </a:lnTo>
                  <a:lnTo>
                    <a:pt x="1110850" y="1360319"/>
                  </a:lnTo>
                  <a:lnTo>
                    <a:pt x="1110831" y="1360323"/>
                  </a:lnTo>
                  <a:lnTo>
                    <a:pt x="1110822" y="1360329"/>
                  </a:lnTo>
                  <a:lnTo>
                    <a:pt x="1110823" y="1360339"/>
                  </a:lnTo>
                  <a:lnTo>
                    <a:pt x="1110835" y="1360358"/>
                  </a:lnTo>
                  <a:lnTo>
                    <a:pt x="1110852" y="1360372"/>
                  </a:lnTo>
                  <a:lnTo>
                    <a:pt x="1110857" y="1360382"/>
                  </a:lnTo>
                  <a:lnTo>
                    <a:pt x="1110856" y="1360398"/>
                  </a:lnTo>
                  <a:lnTo>
                    <a:pt x="1110847" y="1360414"/>
                  </a:lnTo>
                  <a:lnTo>
                    <a:pt x="1110839" y="1360429"/>
                  </a:lnTo>
                  <a:lnTo>
                    <a:pt x="1110830" y="1360442"/>
                  </a:lnTo>
                  <a:lnTo>
                    <a:pt x="1110797" y="1360449"/>
                  </a:lnTo>
                  <a:lnTo>
                    <a:pt x="1110774" y="1360453"/>
                  </a:lnTo>
                  <a:lnTo>
                    <a:pt x="1110742" y="1360464"/>
                  </a:lnTo>
                  <a:lnTo>
                    <a:pt x="1110730" y="1360468"/>
                  </a:lnTo>
                  <a:lnTo>
                    <a:pt x="1110705" y="1360475"/>
                  </a:lnTo>
                  <a:lnTo>
                    <a:pt x="1110682" y="1360465"/>
                  </a:lnTo>
                  <a:lnTo>
                    <a:pt x="1110664" y="1360465"/>
                  </a:lnTo>
                  <a:lnTo>
                    <a:pt x="1110654" y="1360471"/>
                  </a:lnTo>
                  <a:lnTo>
                    <a:pt x="1110646" y="1360481"/>
                  </a:lnTo>
                  <a:lnTo>
                    <a:pt x="1110633" y="1360497"/>
                  </a:lnTo>
                  <a:lnTo>
                    <a:pt x="1110616" y="1360510"/>
                  </a:lnTo>
                  <a:lnTo>
                    <a:pt x="1110610" y="1360515"/>
                  </a:lnTo>
                  <a:lnTo>
                    <a:pt x="1110609" y="1360524"/>
                  </a:lnTo>
                  <a:lnTo>
                    <a:pt x="1110604" y="1360540"/>
                  </a:lnTo>
                  <a:lnTo>
                    <a:pt x="1110599" y="1360546"/>
                  </a:lnTo>
                  <a:lnTo>
                    <a:pt x="1110591" y="1360554"/>
                  </a:lnTo>
                  <a:lnTo>
                    <a:pt x="1110585" y="1360556"/>
                  </a:lnTo>
                  <a:lnTo>
                    <a:pt x="1110580" y="1360551"/>
                  </a:lnTo>
                  <a:lnTo>
                    <a:pt x="1110576" y="1360545"/>
                  </a:lnTo>
                  <a:lnTo>
                    <a:pt x="1110568" y="1360535"/>
                  </a:lnTo>
                  <a:lnTo>
                    <a:pt x="1110561" y="1360530"/>
                  </a:lnTo>
                  <a:lnTo>
                    <a:pt x="1110553" y="1360524"/>
                  </a:lnTo>
                  <a:lnTo>
                    <a:pt x="1110545" y="1360516"/>
                  </a:lnTo>
                  <a:lnTo>
                    <a:pt x="1110535" y="1360503"/>
                  </a:lnTo>
                  <a:lnTo>
                    <a:pt x="1110524" y="1360523"/>
                  </a:lnTo>
                  <a:lnTo>
                    <a:pt x="1110520" y="1360542"/>
                  </a:lnTo>
                  <a:lnTo>
                    <a:pt x="1110516" y="1360575"/>
                  </a:lnTo>
                  <a:lnTo>
                    <a:pt x="1110517" y="1360597"/>
                  </a:lnTo>
                  <a:lnTo>
                    <a:pt x="1110522" y="1360615"/>
                  </a:lnTo>
                  <a:lnTo>
                    <a:pt x="1110520" y="1360631"/>
                  </a:lnTo>
                  <a:lnTo>
                    <a:pt x="1110502" y="1360638"/>
                  </a:lnTo>
                  <a:lnTo>
                    <a:pt x="1110496" y="1360642"/>
                  </a:lnTo>
                  <a:lnTo>
                    <a:pt x="1110489" y="1360652"/>
                  </a:lnTo>
                  <a:lnTo>
                    <a:pt x="1110481" y="1360659"/>
                  </a:lnTo>
                  <a:lnTo>
                    <a:pt x="1110464" y="1360677"/>
                  </a:lnTo>
                  <a:lnTo>
                    <a:pt x="1110453" y="1360694"/>
                  </a:lnTo>
                  <a:lnTo>
                    <a:pt x="1110445" y="1360709"/>
                  </a:lnTo>
                  <a:lnTo>
                    <a:pt x="1110440" y="1360722"/>
                  </a:lnTo>
                  <a:lnTo>
                    <a:pt x="1110439" y="1360743"/>
                  </a:lnTo>
                  <a:lnTo>
                    <a:pt x="1110436" y="1360766"/>
                  </a:lnTo>
                  <a:lnTo>
                    <a:pt x="1110433" y="1360786"/>
                  </a:lnTo>
                  <a:lnTo>
                    <a:pt x="1110433" y="1360801"/>
                  </a:lnTo>
                  <a:lnTo>
                    <a:pt x="1110430" y="1360813"/>
                  </a:lnTo>
                  <a:lnTo>
                    <a:pt x="1110426" y="1360829"/>
                  </a:lnTo>
                  <a:lnTo>
                    <a:pt x="1110414" y="1360847"/>
                  </a:lnTo>
                  <a:lnTo>
                    <a:pt x="1110407" y="1360859"/>
                  </a:lnTo>
                  <a:lnTo>
                    <a:pt x="1110408" y="1360877"/>
                  </a:lnTo>
                  <a:lnTo>
                    <a:pt x="1110398" y="1360889"/>
                  </a:lnTo>
                  <a:lnTo>
                    <a:pt x="1110386" y="1360902"/>
                  </a:lnTo>
                  <a:lnTo>
                    <a:pt x="1110378" y="1360914"/>
                  </a:lnTo>
                  <a:lnTo>
                    <a:pt x="1110372" y="1360925"/>
                  </a:lnTo>
                  <a:lnTo>
                    <a:pt x="1110373" y="1360934"/>
                  </a:lnTo>
                  <a:lnTo>
                    <a:pt x="1110373" y="1360947"/>
                  </a:lnTo>
                  <a:lnTo>
                    <a:pt x="1110377" y="1360958"/>
                  </a:lnTo>
                  <a:lnTo>
                    <a:pt x="1110386" y="1360968"/>
                  </a:lnTo>
                  <a:lnTo>
                    <a:pt x="1110390" y="1360976"/>
                  </a:lnTo>
                  <a:lnTo>
                    <a:pt x="1110400" y="1360988"/>
                  </a:lnTo>
                  <a:lnTo>
                    <a:pt x="1110399" y="1361003"/>
                  </a:lnTo>
                  <a:lnTo>
                    <a:pt x="1110399" y="1361016"/>
                  </a:lnTo>
                  <a:lnTo>
                    <a:pt x="1110398" y="1361031"/>
                  </a:lnTo>
                  <a:lnTo>
                    <a:pt x="1110393" y="1361050"/>
                  </a:lnTo>
                  <a:lnTo>
                    <a:pt x="1110386" y="1361064"/>
                  </a:lnTo>
                  <a:lnTo>
                    <a:pt x="1110366" y="1361093"/>
                  </a:lnTo>
                  <a:lnTo>
                    <a:pt x="1110356" y="1361110"/>
                  </a:lnTo>
                  <a:lnTo>
                    <a:pt x="1110343" y="1361129"/>
                  </a:lnTo>
                  <a:lnTo>
                    <a:pt x="1110336" y="1361145"/>
                  </a:lnTo>
                  <a:lnTo>
                    <a:pt x="1110343" y="1361155"/>
                  </a:lnTo>
                  <a:lnTo>
                    <a:pt x="1110343" y="1361170"/>
                  </a:lnTo>
                  <a:lnTo>
                    <a:pt x="1110349" y="1361187"/>
                  </a:lnTo>
                  <a:lnTo>
                    <a:pt x="1110361" y="1361198"/>
                  </a:lnTo>
                  <a:lnTo>
                    <a:pt x="1110363" y="1361204"/>
                  </a:lnTo>
                  <a:lnTo>
                    <a:pt x="1110366" y="1361212"/>
                  </a:lnTo>
                  <a:lnTo>
                    <a:pt x="1110370" y="1361224"/>
                  </a:lnTo>
                  <a:lnTo>
                    <a:pt x="1110375" y="1361229"/>
                  </a:lnTo>
                  <a:lnTo>
                    <a:pt x="1110380" y="1361240"/>
                  </a:lnTo>
                  <a:lnTo>
                    <a:pt x="1110380" y="1361249"/>
                  </a:lnTo>
                  <a:lnTo>
                    <a:pt x="1110379" y="1361261"/>
                  </a:lnTo>
                  <a:lnTo>
                    <a:pt x="1110380" y="1361268"/>
                  </a:lnTo>
                  <a:lnTo>
                    <a:pt x="1110382" y="1361278"/>
                  </a:lnTo>
                  <a:lnTo>
                    <a:pt x="1110383" y="1361286"/>
                  </a:lnTo>
                  <a:lnTo>
                    <a:pt x="1110382" y="1361297"/>
                  </a:lnTo>
                  <a:lnTo>
                    <a:pt x="1110380" y="1361309"/>
                  </a:lnTo>
                  <a:lnTo>
                    <a:pt x="1110387" y="1361327"/>
                  </a:lnTo>
                  <a:lnTo>
                    <a:pt x="1110391" y="1361341"/>
                  </a:lnTo>
                  <a:lnTo>
                    <a:pt x="1110391" y="1361351"/>
                  </a:lnTo>
                  <a:lnTo>
                    <a:pt x="1110397" y="1361355"/>
                  </a:lnTo>
                  <a:lnTo>
                    <a:pt x="1110405" y="1361362"/>
                  </a:lnTo>
                  <a:lnTo>
                    <a:pt x="1110409" y="1361374"/>
                  </a:lnTo>
                  <a:lnTo>
                    <a:pt x="1110412" y="1361383"/>
                  </a:lnTo>
                  <a:lnTo>
                    <a:pt x="1110416" y="1361390"/>
                  </a:lnTo>
                  <a:lnTo>
                    <a:pt x="1110408" y="1361412"/>
                  </a:lnTo>
                  <a:lnTo>
                    <a:pt x="1110399" y="1361421"/>
                  </a:lnTo>
                  <a:lnTo>
                    <a:pt x="1110397" y="1361434"/>
                  </a:lnTo>
                  <a:lnTo>
                    <a:pt x="1110394" y="1361444"/>
                  </a:lnTo>
                  <a:lnTo>
                    <a:pt x="1110385" y="1361453"/>
                  </a:lnTo>
                  <a:lnTo>
                    <a:pt x="1110373" y="1361496"/>
                  </a:lnTo>
                  <a:lnTo>
                    <a:pt x="1110370" y="1361508"/>
                  </a:lnTo>
                  <a:lnTo>
                    <a:pt x="1110367" y="1361519"/>
                  </a:lnTo>
                  <a:lnTo>
                    <a:pt x="1110362" y="1361528"/>
                  </a:lnTo>
                  <a:lnTo>
                    <a:pt x="1110357" y="1361538"/>
                  </a:lnTo>
                  <a:lnTo>
                    <a:pt x="1110351" y="1361546"/>
                  </a:lnTo>
                  <a:lnTo>
                    <a:pt x="1110338" y="1361552"/>
                  </a:lnTo>
                  <a:lnTo>
                    <a:pt x="1110324" y="1361559"/>
                  </a:lnTo>
                  <a:lnTo>
                    <a:pt x="1110312" y="1361564"/>
                  </a:lnTo>
                  <a:lnTo>
                    <a:pt x="1110305" y="1361554"/>
                  </a:lnTo>
                  <a:lnTo>
                    <a:pt x="1110302" y="1361550"/>
                  </a:lnTo>
                  <a:lnTo>
                    <a:pt x="1110292" y="1361537"/>
                  </a:lnTo>
                  <a:lnTo>
                    <a:pt x="1110275" y="1361517"/>
                  </a:lnTo>
                  <a:lnTo>
                    <a:pt x="1110269" y="1361511"/>
                  </a:lnTo>
                  <a:lnTo>
                    <a:pt x="1110255" y="1361506"/>
                  </a:lnTo>
                  <a:lnTo>
                    <a:pt x="1110235" y="1361494"/>
                  </a:lnTo>
                  <a:lnTo>
                    <a:pt x="1110231" y="1361467"/>
                  </a:lnTo>
                  <a:lnTo>
                    <a:pt x="1110195" y="1361486"/>
                  </a:lnTo>
                  <a:lnTo>
                    <a:pt x="1110189" y="1361488"/>
                  </a:lnTo>
                  <a:lnTo>
                    <a:pt x="1110178" y="1361491"/>
                  </a:lnTo>
                  <a:lnTo>
                    <a:pt x="1110167" y="1361490"/>
                  </a:lnTo>
                  <a:lnTo>
                    <a:pt x="1110157" y="1361489"/>
                  </a:lnTo>
                  <a:lnTo>
                    <a:pt x="1110145" y="1361495"/>
                  </a:lnTo>
                  <a:lnTo>
                    <a:pt x="1110129" y="1361508"/>
                  </a:lnTo>
                  <a:lnTo>
                    <a:pt x="1110102" y="1361525"/>
                  </a:lnTo>
                  <a:lnTo>
                    <a:pt x="1110081" y="1361537"/>
                  </a:lnTo>
                  <a:lnTo>
                    <a:pt x="1110041" y="1361554"/>
                  </a:lnTo>
                  <a:lnTo>
                    <a:pt x="1110001" y="1361572"/>
                  </a:lnTo>
                  <a:lnTo>
                    <a:pt x="1109977" y="1361585"/>
                  </a:lnTo>
                  <a:lnTo>
                    <a:pt x="1109954" y="1361598"/>
                  </a:lnTo>
                  <a:lnTo>
                    <a:pt x="1109948" y="1361608"/>
                  </a:lnTo>
                  <a:lnTo>
                    <a:pt x="1109945" y="1361628"/>
                  </a:lnTo>
                  <a:lnTo>
                    <a:pt x="1109942" y="1361641"/>
                  </a:lnTo>
                  <a:lnTo>
                    <a:pt x="1109940" y="1361683"/>
                  </a:lnTo>
                  <a:lnTo>
                    <a:pt x="1109926" y="1361715"/>
                  </a:lnTo>
                  <a:lnTo>
                    <a:pt x="1109912" y="1361749"/>
                  </a:lnTo>
                  <a:lnTo>
                    <a:pt x="1109909" y="1361764"/>
                  </a:lnTo>
                  <a:lnTo>
                    <a:pt x="1109909" y="1361779"/>
                  </a:lnTo>
                  <a:lnTo>
                    <a:pt x="1109907" y="1361810"/>
                  </a:lnTo>
                  <a:lnTo>
                    <a:pt x="1109907" y="1361848"/>
                  </a:lnTo>
                  <a:lnTo>
                    <a:pt x="1109905" y="1361871"/>
                  </a:lnTo>
                  <a:lnTo>
                    <a:pt x="1109896" y="1361911"/>
                  </a:lnTo>
                  <a:lnTo>
                    <a:pt x="1109888" y="1361926"/>
                  </a:lnTo>
                  <a:lnTo>
                    <a:pt x="1109881" y="1361939"/>
                  </a:lnTo>
                  <a:lnTo>
                    <a:pt x="1109869" y="1361969"/>
                  </a:lnTo>
                  <a:lnTo>
                    <a:pt x="1109870" y="1361981"/>
                  </a:lnTo>
                  <a:lnTo>
                    <a:pt x="1109877" y="1361990"/>
                  </a:lnTo>
                  <a:lnTo>
                    <a:pt x="1109898" y="1362009"/>
                  </a:lnTo>
                  <a:lnTo>
                    <a:pt x="1109912" y="1362028"/>
                  </a:lnTo>
                  <a:lnTo>
                    <a:pt x="1109910" y="1362050"/>
                  </a:lnTo>
                  <a:lnTo>
                    <a:pt x="1109902" y="1362067"/>
                  </a:lnTo>
                  <a:lnTo>
                    <a:pt x="1109896" y="1362091"/>
                  </a:lnTo>
                  <a:lnTo>
                    <a:pt x="1109886" y="1362112"/>
                  </a:lnTo>
                  <a:lnTo>
                    <a:pt x="1109881" y="1362122"/>
                  </a:lnTo>
                  <a:lnTo>
                    <a:pt x="1109861" y="1362138"/>
                  </a:lnTo>
                  <a:lnTo>
                    <a:pt x="1109851" y="1362151"/>
                  </a:lnTo>
                  <a:lnTo>
                    <a:pt x="1109847" y="1362162"/>
                  </a:lnTo>
                  <a:lnTo>
                    <a:pt x="1109832" y="1362161"/>
                  </a:lnTo>
                  <a:lnTo>
                    <a:pt x="1109824" y="1362163"/>
                  </a:lnTo>
                  <a:lnTo>
                    <a:pt x="1109801" y="1362163"/>
                  </a:lnTo>
                  <a:lnTo>
                    <a:pt x="1109782" y="1362158"/>
                  </a:lnTo>
                  <a:lnTo>
                    <a:pt x="1109766" y="1362148"/>
                  </a:lnTo>
                  <a:lnTo>
                    <a:pt x="1109754" y="1362139"/>
                  </a:lnTo>
                  <a:lnTo>
                    <a:pt x="1109740" y="1362129"/>
                  </a:lnTo>
                  <a:lnTo>
                    <a:pt x="1109702" y="1362125"/>
                  </a:lnTo>
                  <a:lnTo>
                    <a:pt x="1109685" y="1362124"/>
                  </a:lnTo>
                  <a:lnTo>
                    <a:pt x="1109672" y="1362134"/>
                  </a:lnTo>
                  <a:lnTo>
                    <a:pt x="1109662" y="1362142"/>
                  </a:lnTo>
                  <a:lnTo>
                    <a:pt x="1109656" y="1362151"/>
                  </a:lnTo>
                  <a:lnTo>
                    <a:pt x="1109652" y="1362156"/>
                  </a:lnTo>
                  <a:lnTo>
                    <a:pt x="1109641" y="1362179"/>
                  </a:lnTo>
                  <a:lnTo>
                    <a:pt x="1109630" y="1362185"/>
                  </a:lnTo>
                  <a:lnTo>
                    <a:pt x="1109616" y="1362189"/>
                  </a:lnTo>
                  <a:lnTo>
                    <a:pt x="1109580" y="1362196"/>
                  </a:lnTo>
                  <a:lnTo>
                    <a:pt x="1109531" y="1362202"/>
                  </a:lnTo>
                  <a:lnTo>
                    <a:pt x="1109514" y="1362208"/>
                  </a:lnTo>
                  <a:lnTo>
                    <a:pt x="1109491" y="1362231"/>
                  </a:lnTo>
                  <a:lnTo>
                    <a:pt x="1109479" y="1362242"/>
                  </a:lnTo>
                  <a:lnTo>
                    <a:pt x="1109472" y="1362249"/>
                  </a:lnTo>
                  <a:lnTo>
                    <a:pt x="1109464" y="1362257"/>
                  </a:lnTo>
                  <a:lnTo>
                    <a:pt x="1109444" y="1362278"/>
                  </a:lnTo>
                  <a:lnTo>
                    <a:pt x="1109437" y="1362298"/>
                  </a:lnTo>
                  <a:lnTo>
                    <a:pt x="1109437" y="1362309"/>
                  </a:lnTo>
                  <a:lnTo>
                    <a:pt x="1109407" y="1362300"/>
                  </a:lnTo>
                  <a:lnTo>
                    <a:pt x="1109399" y="1362297"/>
                  </a:lnTo>
                  <a:lnTo>
                    <a:pt x="1109383" y="1362286"/>
                  </a:lnTo>
                  <a:lnTo>
                    <a:pt x="1109372" y="1362279"/>
                  </a:lnTo>
                  <a:lnTo>
                    <a:pt x="1109361" y="1362280"/>
                  </a:lnTo>
                  <a:lnTo>
                    <a:pt x="1109338" y="1362282"/>
                  </a:lnTo>
                  <a:lnTo>
                    <a:pt x="1109322" y="1362278"/>
                  </a:lnTo>
                  <a:lnTo>
                    <a:pt x="1109320" y="1362291"/>
                  </a:lnTo>
                  <a:lnTo>
                    <a:pt x="1109318" y="1362314"/>
                  </a:lnTo>
                  <a:lnTo>
                    <a:pt x="1109314" y="1362330"/>
                  </a:lnTo>
                  <a:lnTo>
                    <a:pt x="1109315" y="1362359"/>
                  </a:lnTo>
                  <a:lnTo>
                    <a:pt x="1109308" y="1362381"/>
                  </a:lnTo>
                  <a:lnTo>
                    <a:pt x="1109309" y="1362399"/>
                  </a:lnTo>
                  <a:lnTo>
                    <a:pt x="1109310" y="1362415"/>
                  </a:lnTo>
                  <a:lnTo>
                    <a:pt x="1109309" y="1362440"/>
                  </a:lnTo>
                  <a:lnTo>
                    <a:pt x="1109314" y="1362459"/>
                  </a:lnTo>
                  <a:lnTo>
                    <a:pt x="1109316" y="1362493"/>
                  </a:lnTo>
                  <a:lnTo>
                    <a:pt x="1109319" y="1362506"/>
                  </a:lnTo>
                  <a:lnTo>
                    <a:pt x="1109347" y="1362534"/>
                  </a:lnTo>
                  <a:lnTo>
                    <a:pt x="1109361" y="1362547"/>
                  </a:lnTo>
                  <a:lnTo>
                    <a:pt x="1109371" y="1362557"/>
                  </a:lnTo>
                  <a:lnTo>
                    <a:pt x="1109390" y="1362582"/>
                  </a:lnTo>
                  <a:lnTo>
                    <a:pt x="1109403" y="1362602"/>
                  </a:lnTo>
                  <a:lnTo>
                    <a:pt x="1109409" y="1362609"/>
                  </a:lnTo>
                  <a:lnTo>
                    <a:pt x="1109424" y="1362618"/>
                  </a:lnTo>
                  <a:lnTo>
                    <a:pt x="1109441" y="1362622"/>
                  </a:lnTo>
                  <a:lnTo>
                    <a:pt x="1109459" y="1362623"/>
                  </a:lnTo>
                  <a:lnTo>
                    <a:pt x="1109476" y="1362624"/>
                  </a:lnTo>
                  <a:lnTo>
                    <a:pt x="1109487" y="1362628"/>
                  </a:lnTo>
                  <a:lnTo>
                    <a:pt x="1109504" y="1362640"/>
                  </a:lnTo>
                  <a:lnTo>
                    <a:pt x="1109510" y="1362646"/>
                  </a:lnTo>
                  <a:lnTo>
                    <a:pt x="1109518" y="1362664"/>
                  </a:lnTo>
                  <a:lnTo>
                    <a:pt x="1109516" y="1362682"/>
                  </a:lnTo>
                  <a:lnTo>
                    <a:pt x="1109513" y="1362703"/>
                  </a:lnTo>
                  <a:lnTo>
                    <a:pt x="1109544" y="1362731"/>
                  </a:lnTo>
                  <a:lnTo>
                    <a:pt x="1109554" y="1362748"/>
                  </a:lnTo>
                  <a:lnTo>
                    <a:pt x="1109545" y="1362755"/>
                  </a:lnTo>
                  <a:lnTo>
                    <a:pt x="1109543" y="1362768"/>
                  </a:lnTo>
                  <a:lnTo>
                    <a:pt x="1109546" y="1362781"/>
                  </a:lnTo>
                  <a:lnTo>
                    <a:pt x="1109552" y="1362794"/>
                  </a:lnTo>
                  <a:lnTo>
                    <a:pt x="1109572" y="1362816"/>
                  </a:lnTo>
                  <a:lnTo>
                    <a:pt x="1109584" y="1362824"/>
                  </a:lnTo>
                  <a:lnTo>
                    <a:pt x="1109615" y="1362848"/>
                  </a:lnTo>
                  <a:lnTo>
                    <a:pt x="1109637" y="1362867"/>
                  </a:lnTo>
                  <a:lnTo>
                    <a:pt x="1109673" y="1363024"/>
                  </a:lnTo>
                  <a:lnTo>
                    <a:pt x="1109672" y="1363066"/>
                  </a:lnTo>
                  <a:lnTo>
                    <a:pt x="1109680" y="1363107"/>
                  </a:lnTo>
                  <a:lnTo>
                    <a:pt x="1109689" y="1363138"/>
                  </a:lnTo>
                  <a:lnTo>
                    <a:pt x="1109693" y="1363165"/>
                  </a:lnTo>
                  <a:lnTo>
                    <a:pt x="1109701" y="1363186"/>
                  </a:lnTo>
                  <a:lnTo>
                    <a:pt x="1109709" y="1363193"/>
                  </a:lnTo>
                  <a:lnTo>
                    <a:pt x="1109746" y="1363221"/>
                  </a:lnTo>
                  <a:lnTo>
                    <a:pt x="1109760" y="1363232"/>
                  </a:lnTo>
                  <a:lnTo>
                    <a:pt x="1109800" y="1363263"/>
                  </a:lnTo>
                  <a:lnTo>
                    <a:pt x="1109819" y="1363276"/>
                  </a:lnTo>
                  <a:lnTo>
                    <a:pt x="1109829" y="1363289"/>
                  </a:lnTo>
                  <a:lnTo>
                    <a:pt x="1109836" y="1363311"/>
                  </a:lnTo>
                  <a:lnTo>
                    <a:pt x="1109833" y="1363334"/>
                  </a:lnTo>
                  <a:lnTo>
                    <a:pt x="1109843" y="1363358"/>
                  </a:lnTo>
                  <a:lnTo>
                    <a:pt x="1109851" y="1363371"/>
                  </a:lnTo>
                  <a:lnTo>
                    <a:pt x="1109871" y="1363402"/>
                  </a:lnTo>
                  <a:lnTo>
                    <a:pt x="1109882" y="1363416"/>
                  </a:lnTo>
                  <a:lnTo>
                    <a:pt x="1109897" y="1363454"/>
                  </a:lnTo>
                  <a:lnTo>
                    <a:pt x="1109902" y="1363466"/>
                  </a:lnTo>
                  <a:lnTo>
                    <a:pt x="1109910" y="1363483"/>
                  </a:lnTo>
                  <a:lnTo>
                    <a:pt x="1109965" y="1363521"/>
                  </a:lnTo>
                  <a:lnTo>
                    <a:pt x="1109972" y="1363531"/>
                  </a:lnTo>
                  <a:lnTo>
                    <a:pt x="1109980" y="1363546"/>
                  </a:lnTo>
                  <a:lnTo>
                    <a:pt x="1109985" y="1363581"/>
                  </a:lnTo>
                  <a:lnTo>
                    <a:pt x="1109997" y="1363613"/>
                  </a:lnTo>
                  <a:lnTo>
                    <a:pt x="1109999" y="1363624"/>
                  </a:lnTo>
                  <a:lnTo>
                    <a:pt x="1110010" y="1363645"/>
                  </a:lnTo>
                  <a:lnTo>
                    <a:pt x="1110015" y="1363660"/>
                  </a:lnTo>
                  <a:lnTo>
                    <a:pt x="1110014" y="1363677"/>
                  </a:lnTo>
                  <a:lnTo>
                    <a:pt x="1110009" y="1363696"/>
                  </a:lnTo>
                  <a:lnTo>
                    <a:pt x="1110007" y="1363719"/>
                  </a:lnTo>
                  <a:lnTo>
                    <a:pt x="1109998" y="1363759"/>
                  </a:lnTo>
                  <a:lnTo>
                    <a:pt x="1109984" y="1363785"/>
                  </a:lnTo>
                  <a:lnTo>
                    <a:pt x="1109988" y="1363797"/>
                  </a:lnTo>
                  <a:lnTo>
                    <a:pt x="1109986" y="1363826"/>
                  </a:lnTo>
                  <a:lnTo>
                    <a:pt x="1110001" y="1363845"/>
                  </a:lnTo>
                  <a:lnTo>
                    <a:pt x="1110021" y="1363868"/>
                  </a:lnTo>
                  <a:lnTo>
                    <a:pt x="1110037" y="1363883"/>
                  </a:lnTo>
                  <a:lnTo>
                    <a:pt x="1110064" y="1363907"/>
                  </a:lnTo>
                  <a:lnTo>
                    <a:pt x="1110087" y="1363922"/>
                  </a:lnTo>
                  <a:lnTo>
                    <a:pt x="1110085" y="1363936"/>
                  </a:lnTo>
                  <a:lnTo>
                    <a:pt x="1110081" y="1363949"/>
                  </a:lnTo>
                  <a:lnTo>
                    <a:pt x="1110072" y="1363968"/>
                  </a:lnTo>
                  <a:lnTo>
                    <a:pt x="1110053" y="1363996"/>
                  </a:lnTo>
                  <a:lnTo>
                    <a:pt x="1110044" y="1364016"/>
                  </a:lnTo>
                  <a:lnTo>
                    <a:pt x="1110034" y="1364028"/>
                  </a:lnTo>
                  <a:lnTo>
                    <a:pt x="1110013" y="1364046"/>
                  </a:lnTo>
                  <a:lnTo>
                    <a:pt x="1109997" y="1364053"/>
                  </a:lnTo>
                  <a:lnTo>
                    <a:pt x="1109976" y="1364075"/>
                  </a:lnTo>
                  <a:lnTo>
                    <a:pt x="1109966" y="1364092"/>
                  </a:lnTo>
                  <a:lnTo>
                    <a:pt x="1109965" y="1364109"/>
                  </a:lnTo>
                  <a:lnTo>
                    <a:pt x="1109968" y="1364121"/>
                  </a:lnTo>
                  <a:lnTo>
                    <a:pt x="1109973" y="1364136"/>
                  </a:lnTo>
                  <a:lnTo>
                    <a:pt x="1109989" y="1364167"/>
                  </a:lnTo>
                  <a:lnTo>
                    <a:pt x="1109995" y="1364182"/>
                  </a:lnTo>
                  <a:lnTo>
                    <a:pt x="1109992" y="1364199"/>
                  </a:lnTo>
                  <a:lnTo>
                    <a:pt x="1109984" y="1364208"/>
                  </a:lnTo>
                  <a:lnTo>
                    <a:pt x="1109957" y="1364227"/>
                  </a:lnTo>
                  <a:lnTo>
                    <a:pt x="1109951" y="1364233"/>
                  </a:lnTo>
                  <a:lnTo>
                    <a:pt x="1109941" y="1364245"/>
                  </a:lnTo>
                  <a:lnTo>
                    <a:pt x="1109934" y="1364262"/>
                  </a:lnTo>
                  <a:lnTo>
                    <a:pt x="1109933" y="1364280"/>
                  </a:lnTo>
                  <a:lnTo>
                    <a:pt x="1109924" y="1364292"/>
                  </a:lnTo>
                  <a:lnTo>
                    <a:pt x="1109907" y="1364303"/>
                  </a:lnTo>
                  <a:lnTo>
                    <a:pt x="1109893" y="1364315"/>
                  </a:lnTo>
                  <a:lnTo>
                    <a:pt x="1109880" y="1364328"/>
                  </a:lnTo>
                  <a:lnTo>
                    <a:pt x="1109875" y="1364359"/>
                  </a:lnTo>
                  <a:lnTo>
                    <a:pt x="1109877" y="1364381"/>
                  </a:lnTo>
                  <a:lnTo>
                    <a:pt x="1109867" y="1364398"/>
                  </a:lnTo>
                  <a:lnTo>
                    <a:pt x="1109858" y="1364404"/>
                  </a:lnTo>
                  <a:lnTo>
                    <a:pt x="1109850" y="1364409"/>
                  </a:lnTo>
                  <a:lnTo>
                    <a:pt x="1109842" y="1364416"/>
                  </a:lnTo>
                  <a:lnTo>
                    <a:pt x="1109829" y="1364415"/>
                  </a:lnTo>
                  <a:lnTo>
                    <a:pt x="1109816" y="1364414"/>
                  </a:lnTo>
                  <a:lnTo>
                    <a:pt x="1109792" y="1364411"/>
                  </a:lnTo>
                  <a:lnTo>
                    <a:pt x="1109773" y="1364412"/>
                  </a:lnTo>
                  <a:lnTo>
                    <a:pt x="1109740" y="1364415"/>
                  </a:lnTo>
                  <a:lnTo>
                    <a:pt x="1109727" y="1364412"/>
                  </a:lnTo>
                  <a:lnTo>
                    <a:pt x="1109713" y="1364398"/>
                  </a:lnTo>
                  <a:lnTo>
                    <a:pt x="1109694" y="1364374"/>
                  </a:lnTo>
                  <a:lnTo>
                    <a:pt x="1109661" y="1364355"/>
                  </a:lnTo>
                  <a:lnTo>
                    <a:pt x="1109641" y="1364348"/>
                  </a:lnTo>
                  <a:lnTo>
                    <a:pt x="1109614" y="1364356"/>
                  </a:lnTo>
                  <a:lnTo>
                    <a:pt x="1109601" y="1364335"/>
                  </a:lnTo>
                  <a:lnTo>
                    <a:pt x="1109566" y="1364303"/>
                  </a:lnTo>
                  <a:lnTo>
                    <a:pt x="1109541" y="1364289"/>
                  </a:lnTo>
                  <a:lnTo>
                    <a:pt x="1109518" y="1364281"/>
                  </a:lnTo>
                  <a:lnTo>
                    <a:pt x="1109489" y="1364272"/>
                  </a:lnTo>
                  <a:lnTo>
                    <a:pt x="1109468" y="1364256"/>
                  </a:lnTo>
                  <a:lnTo>
                    <a:pt x="1109446" y="1364242"/>
                  </a:lnTo>
                  <a:lnTo>
                    <a:pt x="1109437" y="1364229"/>
                  </a:lnTo>
                  <a:lnTo>
                    <a:pt x="1109433" y="1364217"/>
                  </a:lnTo>
                  <a:lnTo>
                    <a:pt x="1109426" y="1364188"/>
                  </a:lnTo>
                  <a:lnTo>
                    <a:pt x="1109418" y="1364181"/>
                  </a:lnTo>
                  <a:lnTo>
                    <a:pt x="1109400" y="1364171"/>
                  </a:lnTo>
                  <a:lnTo>
                    <a:pt x="1109378" y="1364154"/>
                  </a:lnTo>
                  <a:lnTo>
                    <a:pt x="1109361" y="1364136"/>
                  </a:lnTo>
                  <a:lnTo>
                    <a:pt x="1109355" y="1364131"/>
                  </a:lnTo>
                  <a:lnTo>
                    <a:pt x="1109336" y="1364119"/>
                  </a:lnTo>
                  <a:lnTo>
                    <a:pt x="1109317" y="1364115"/>
                  </a:lnTo>
                  <a:lnTo>
                    <a:pt x="1109296" y="1364104"/>
                  </a:lnTo>
                  <a:lnTo>
                    <a:pt x="1109283" y="1364101"/>
                  </a:lnTo>
                  <a:lnTo>
                    <a:pt x="1109269" y="1364107"/>
                  </a:lnTo>
                  <a:lnTo>
                    <a:pt x="1109241" y="1364113"/>
                  </a:lnTo>
                  <a:lnTo>
                    <a:pt x="1109227" y="1364114"/>
                  </a:lnTo>
                  <a:lnTo>
                    <a:pt x="1109219" y="1364111"/>
                  </a:lnTo>
                  <a:lnTo>
                    <a:pt x="1109213" y="1364096"/>
                  </a:lnTo>
                  <a:lnTo>
                    <a:pt x="1109196" y="1364082"/>
                  </a:lnTo>
                  <a:lnTo>
                    <a:pt x="1109160" y="1364064"/>
                  </a:lnTo>
                  <a:lnTo>
                    <a:pt x="1109134" y="1364049"/>
                  </a:lnTo>
                  <a:lnTo>
                    <a:pt x="1109126" y="1364039"/>
                  </a:lnTo>
                  <a:lnTo>
                    <a:pt x="1109100" y="1364013"/>
                  </a:lnTo>
                  <a:lnTo>
                    <a:pt x="1109076" y="1363981"/>
                  </a:lnTo>
                  <a:lnTo>
                    <a:pt x="1109062" y="1363960"/>
                  </a:lnTo>
                  <a:lnTo>
                    <a:pt x="1109056" y="1363946"/>
                  </a:lnTo>
                  <a:lnTo>
                    <a:pt x="1109053" y="1363927"/>
                  </a:lnTo>
                  <a:lnTo>
                    <a:pt x="1109057" y="1363911"/>
                  </a:lnTo>
                  <a:lnTo>
                    <a:pt x="1109046" y="1363912"/>
                  </a:lnTo>
                  <a:lnTo>
                    <a:pt x="1109038" y="1363914"/>
                  </a:lnTo>
                  <a:lnTo>
                    <a:pt x="1109015" y="1363920"/>
                  </a:lnTo>
                  <a:lnTo>
                    <a:pt x="1109004" y="1363922"/>
                  </a:lnTo>
                  <a:lnTo>
                    <a:pt x="1108993" y="1363918"/>
                  </a:lnTo>
                  <a:lnTo>
                    <a:pt x="1108975" y="1363891"/>
                  </a:lnTo>
                  <a:lnTo>
                    <a:pt x="1108969" y="1363868"/>
                  </a:lnTo>
                  <a:lnTo>
                    <a:pt x="1108965" y="1363857"/>
                  </a:lnTo>
                  <a:lnTo>
                    <a:pt x="1108953" y="1363846"/>
                  </a:lnTo>
                  <a:lnTo>
                    <a:pt x="1108937" y="1363835"/>
                  </a:lnTo>
                  <a:lnTo>
                    <a:pt x="1108931" y="1363829"/>
                  </a:lnTo>
                  <a:lnTo>
                    <a:pt x="1108932" y="1363814"/>
                  </a:lnTo>
                  <a:lnTo>
                    <a:pt x="1108937" y="1363793"/>
                  </a:lnTo>
                  <a:lnTo>
                    <a:pt x="1108930" y="1363797"/>
                  </a:lnTo>
                  <a:lnTo>
                    <a:pt x="1108908" y="1363798"/>
                  </a:lnTo>
                  <a:lnTo>
                    <a:pt x="1108896" y="1363798"/>
                  </a:lnTo>
                  <a:lnTo>
                    <a:pt x="1108879" y="1363798"/>
                  </a:lnTo>
                  <a:lnTo>
                    <a:pt x="1108872" y="1363803"/>
                  </a:lnTo>
                  <a:lnTo>
                    <a:pt x="1108852" y="1363816"/>
                  </a:lnTo>
                  <a:lnTo>
                    <a:pt x="1108834" y="1363830"/>
                  </a:lnTo>
                  <a:lnTo>
                    <a:pt x="1108816" y="1363846"/>
                  </a:lnTo>
                  <a:lnTo>
                    <a:pt x="1108795" y="1363863"/>
                  </a:lnTo>
                  <a:lnTo>
                    <a:pt x="1108783" y="1363869"/>
                  </a:lnTo>
                  <a:lnTo>
                    <a:pt x="1108769" y="1363876"/>
                  </a:lnTo>
                  <a:lnTo>
                    <a:pt x="1108743" y="1363877"/>
                  </a:lnTo>
                  <a:lnTo>
                    <a:pt x="1108728" y="1363873"/>
                  </a:lnTo>
                  <a:lnTo>
                    <a:pt x="1108713" y="1363870"/>
                  </a:lnTo>
                  <a:lnTo>
                    <a:pt x="1108698" y="1363867"/>
                  </a:lnTo>
                  <a:lnTo>
                    <a:pt x="1108690" y="1363856"/>
                  </a:lnTo>
                  <a:lnTo>
                    <a:pt x="1108687" y="1363837"/>
                  </a:lnTo>
                  <a:lnTo>
                    <a:pt x="1108686" y="1363820"/>
                  </a:lnTo>
                  <a:lnTo>
                    <a:pt x="1108684" y="1363815"/>
                  </a:lnTo>
                  <a:lnTo>
                    <a:pt x="1108664" y="1363807"/>
                  </a:lnTo>
                  <a:lnTo>
                    <a:pt x="1108651" y="1363808"/>
                  </a:lnTo>
                  <a:lnTo>
                    <a:pt x="1108635" y="1363806"/>
                  </a:lnTo>
                  <a:lnTo>
                    <a:pt x="1108622" y="1363798"/>
                  </a:lnTo>
                  <a:lnTo>
                    <a:pt x="1108615" y="1363786"/>
                  </a:lnTo>
                  <a:lnTo>
                    <a:pt x="1108610" y="1363782"/>
                  </a:lnTo>
                  <a:lnTo>
                    <a:pt x="1108604" y="1363788"/>
                  </a:lnTo>
                  <a:lnTo>
                    <a:pt x="1108598" y="1363797"/>
                  </a:lnTo>
                  <a:lnTo>
                    <a:pt x="1108590" y="1363810"/>
                  </a:lnTo>
                  <a:lnTo>
                    <a:pt x="1108582" y="1363816"/>
                  </a:lnTo>
                  <a:lnTo>
                    <a:pt x="1108572" y="1363826"/>
                  </a:lnTo>
                  <a:lnTo>
                    <a:pt x="1108562" y="1363839"/>
                  </a:lnTo>
                  <a:lnTo>
                    <a:pt x="1108552" y="1363854"/>
                  </a:lnTo>
                  <a:lnTo>
                    <a:pt x="1108544" y="1363863"/>
                  </a:lnTo>
                  <a:lnTo>
                    <a:pt x="1108537" y="1363863"/>
                  </a:lnTo>
                  <a:lnTo>
                    <a:pt x="1108521" y="1363858"/>
                  </a:lnTo>
                  <a:lnTo>
                    <a:pt x="1108512" y="1363853"/>
                  </a:lnTo>
                  <a:lnTo>
                    <a:pt x="1108503" y="1363845"/>
                  </a:lnTo>
                  <a:lnTo>
                    <a:pt x="1108488" y="1363836"/>
                  </a:lnTo>
                  <a:lnTo>
                    <a:pt x="1108473" y="1363834"/>
                  </a:lnTo>
                  <a:lnTo>
                    <a:pt x="1108460" y="1363834"/>
                  </a:lnTo>
                  <a:lnTo>
                    <a:pt x="1108451" y="1363832"/>
                  </a:lnTo>
                  <a:lnTo>
                    <a:pt x="1108443" y="1363826"/>
                  </a:lnTo>
                  <a:lnTo>
                    <a:pt x="1108437" y="1363817"/>
                  </a:lnTo>
                  <a:lnTo>
                    <a:pt x="1108429" y="1363808"/>
                  </a:lnTo>
                  <a:lnTo>
                    <a:pt x="1108420" y="1363803"/>
                  </a:lnTo>
                  <a:lnTo>
                    <a:pt x="1108416" y="1363803"/>
                  </a:lnTo>
                  <a:lnTo>
                    <a:pt x="1108407" y="1363804"/>
                  </a:lnTo>
                  <a:lnTo>
                    <a:pt x="1108399" y="1363807"/>
                  </a:lnTo>
                  <a:lnTo>
                    <a:pt x="1108393" y="1363810"/>
                  </a:lnTo>
                  <a:lnTo>
                    <a:pt x="1108382" y="1363817"/>
                  </a:lnTo>
                  <a:lnTo>
                    <a:pt x="1108372" y="1363828"/>
                  </a:lnTo>
                  <a:lnTo>
                    <a:pt x="1108366" y="1363841"/>
                  </a:lnTo>
                  <a:lnTo>
                    <a:pt x="1108364" y="1363854"/>
                  </a:lnTo>
                  <a:lnTo>
                    <a:pt x="1108356" y="1363872"/>
                  </a:lnTo>
                  <a:lnTo>
                    <a:pt x="1108345" y="1363882"/>
                  </a:lnTo>
                  <a:lnTo>
                    <a:pt x="1108337" y="1363888"/>
                  </a:lnTo>
                  <a:lnTo>
                    <a:pt x="1108311" y="1363906"/>
                  </a:lnTo>
                  <a:lnTo>
                    <a:pt x="1108299" y="1363911"/>
                  </a:lnTo>
                  <a:lnTo>
                    <a:pt x="1108287" y="1363911"/>
                  </a:lnTo>
                  <a:lnTo>
                    <a:pt x="1108274" y="1363909"/>
                  </a:lnTo>
                  <a:lnTo>
                    <a:pt x="1108248" y="1363896"/>
                  </a:lnTo>
                  <a:lnTo>
                    <a:pt x="1108224" y="1363875"/>
                  </a:lnTo>
                  <a:lnTo>
                    <a:pt x="1108203" y="1363862"/>
                  </a:lnTo>
                  <a:lnTo>
                    <a:pt x="1108168" y="1363839"/>
                  </a:lnTo>
                  <a:lnTo>
                    <a:pt x="1108159" y="1363835"/>
                  </a:lnTo>
                  <a:lnTo>
                    <a:pt x="1108142" y="1363831"/>
                  </a:lnTo>
                  <a:lnTo>
                    <a:pt x="1108115" y="1363827"/>
                  </a:lnTo>
                  <a:lnTo>
                    <a:pt x="1108099" y="1363818"/>
                  </a:lnTo>
                  <a:lnTo>
                    <a:pt x="1108078" y="1363804"/>
                  </a:lnTo>
                  <a:lnTo>
                    <a:pt x="1108063" y="1363792"/>
                  </a:lnTo>
                  <a:lnTo>
                    <a:pt x="1108058" y="1363789"/>
                  </a:lnTo>
                  <a:lnTo>
                    <a:pt x="1108035" y="1363760"/>
                  </a:lnTo>
                  <a:lnTo>
                    <a:pt x="1107999" y="1363721"/>
                  </a:lnTo>
                  <a:lnTo>
                    <a:pt x="1107984" y="1363709"/>
                  </a:lnTo>
                  <a:lnTo>
                    <a:pt x="1107959" y="1363688"/>
                  </a:lnTo>
                  <a:lnTo>
                    <a:pt x="1107948" y="1363680"/>
                  </a:lnTo>
                  <a:lnTo>
                    <a:pt x="1107939" y="1363672"/>
                  </a:lnTo>
                  <a:lnTo>
                    <a:pt x="1107920" y="1363657"/>
                  </a:lnTo>
                  <a:lnTo>
                    <a:pt x="1107903" y="1363646"/>
                  </a:lnTo>
                  <a:lnTo>
                    <a:pt x="1107893" y="1363640"/>
                  </a:lnTo>
                  <a:lnTo>
                    <a:pt x="1107890" y="1363651"/>
                  </a:lnTo>
                  <a:lnTo>
                    <a:pt x="1107887" y="1363659"/>
                  </a:lnTo>
                  <a:lnTo>
                    <a:pt x="1107881" y="1363698"/>
                  </a:lnTo>
                  <a:lnTo>
                    <a:pt x="1107874" y="1363715"/>
                  </a:lnTo>
                  <a:lnTo>
                    <a:pt x="1107869" y="1363719"/>
                  </a:lnTo>
                  <a:lnTo>
                    <a:pt x="1107865" y="1363724"/>
                  </a:lnTo>
                  <a:lnTo>
                    <a:pt x="1107857" y="1363729"/>
                  </a:lnTo>
                  <a:lnTo>
                    <a:pt x="1107842" y="1363735"/>
                  </a:lnTo>
                  <a:lnTo>
                    <a:pt x="1107826" y="1363739"/>
                  </a:lnTo>
                  <a:lnTo>
                    <a:pt x="1107788" y="1363757"/>
                  </a:lnTo>
                  <a:lnTo>
                    <a:pt x="1107748" y="1363781"/>
                  </a:lnTo>
                  <a:lnTo>
                    <a:pt x="1107734" y="1363793"/>
                  </a:lnTo>
                  <a:lnTo>
                    <a:pt x="1107723" y="1363802"/>
                  </a:lnTo>
                  <a:lnTo>
                    <a:pt x="1107710" y="1363819"/>
                  </a:lnTo>
                  <a:lnTo>
                    <a:pt x="1107699" y="1363828"/>
                  </a:lnTo>
                  <a:lnTo>
                    <a:pt x="1107687" y="1363820"/>
                  </a:lnTo>
                  <a:lnTo>
                    <a:pt x="1107674" y="1363808"/>
                  </a:lnTo>
                  <a:lnTo>
                    <a:pt x="1107642" y="1363784"/>
                  </a:lnTo>
                  <a:lnTo>
                    <a:pt x="1107620" y="1363765"/>
                  </a:lnTo>
                  <a:lnTo>
                    <a:pt x="1107606" y="1363757"/>
                  </a:lnTo>
                  <a:lnTo>
                    <a:pt x="1107589" y="1363755"/>
                  </a:lnTo>
                  <a:lnTo>
                    <a:pt x="1107552" y="1363754"/>
                  </a:lnTo>
                  <a:lnTo>
                    <a:pt x="1107525" y="1363746"/>
                  </a:lnTo>
                  <a:lnTo>
                    <a:pt x="1107503" y="1363736"/>
                  </a:lnTo>
                  <a:lnTo>
                    <a:pt x="1107445" y="1363726"/>
                  </a:lnTo>
                  <a:lnTo>
                    <a:pt x="1107417" y="1363722"/>
                  </a:lnTo>
                  <a:lnTo>
                    <a:pt x="1107402" y="1363715"/>
                  </a:lnTo>
                  <a:lnTo>
                    <a:pt x="1107375" y="1363699"/>
                  </a:lnTo>
                  <a:lnTo>
                    <a:pt x="1107335" y="1363670"/>
                  </a:lnTo>
                  <a:lnTo>
                    <a:pt x="1107284" y="1363637"/>
                  </a:lnTo>
                  <a:lnTo>
                    <a:pt x="1107258" y="1363629"/>
                  </a:lnTo>
                  <a:lnTo>
                    <a:pt x="1107230" y="1363629"/>
                  </a:lnTo>
                  <a:lnTo>
                    <a:pt x="1107217" y="1363630"/>
                  </a:lnTo>
                  <a:lnTo>
                    <a:pt x="1107204" y="1363633"/>
                  </a:lnTo>
                  <a:lnTo>
                    <a:pt x="1107181" y="1363637"/>
                  </a:lnTo>
                  <a:lnTo>
                    <a:pt x="1107148" y="1363631"/>
                  </a:lnTo>
                  <a:lnTo>
                    <a:pt x="1107132" y="1363622"/>
                  </a:lnTo>
                  <a:lnTo>
                    <a:pt x="1107115" y="1363601"/>
                  </a:lnTo>
                  <a:lnTo>
                    <a:pt x="1107089" y="1363575"/>
                  </a:lnTo>
                  <a:lnTo>
                    <a:pt x="1107073" y="1363566"/>
                  </a:lnTo>
                  <a:lnTo>
                    <a:pt x="1107045" y="1363554"/>
                  </a:lnTo>
                  <a:lnTo>
                    <a:pt x="1107035" y="1363548"/>
                  </a:lnTo>
                  <a:lnTo>
                    <a:pt x="1107017" y="1363536"/>
                  </a:lnTo>
                  <a:lnTo>
                    <a:pt x="1106996" y="1363525"/>
                  </a:lnTo>
                  <a:lnTo>
                    <a:pt x="1106976" y="1363521"/>
                  </a:lnTo>
                  <a:lnTo>
                    <a:pt x="1106953" y="1363516"/>
                  </a:lnTo>
                  <a:lnTo>
                    <a:pt x="1106925" y="1363512"/>
                  </a:lnTo>
                  <a:lnTo>
                    <a:pt x="1106902" y="1363507"/>
                  </a:lnTo>
                  <a:lnTo>
                    <a:pt x="1106893" y="1363505"/>
                  </a:lnTo>
                  <a:lnTo>
                    <a:pt x="1106882" y="1363499"/>
                  </a:lnTo>
                  <a:lnTo>
                    <a:pt x="1106875" y="1363506"/>
                  </a:lnTo>
                  <a:lnTo>
                    <a:pt x="1106870" y="1363510"/>
                  </a:lnTo>
                  <a:lnTo>
                    <a:pt x="1106836" y="1363531"/>
                  </a:lnTo>
                  <a:lnTo>
                    <a:pt x="1106808" y="1363546"/>
                  </a:lnTo>
                  <a:lnTo>
                    <a:pt x="1106779" y="1363560"/>
                  </a:lnTo>
                  <a:lnTo>
                    <a:pt x="1106765" y="1363570"/>
                  </a:lnTo>
                  <a:lnTo>
                    <a:pt x="1106753" y="1363580"/>
                  </a:lnTo>
                  <a:lnTo>
                    <a:pt x="1106722" y="1363586"/>
                  </a:lnTo>
                  <a:lnTo>
                    <a:pt x="1106705" y="1363593"/>
                  </a:lnTo>
                  <a:lnTo>
                    <a:pt x="1106690" y="1363602"/>
                  </a:lnTo>
                  <a:lnTo>
                    <a:pt x="1106682" y="1363609"/>
                  </a:lnTo>
                  <a:lnTo>
                    <a:pt x="1106677" y="1363615"/>
                  </a:lnTo>
                  <a:lnTo>
                    <a:pt x="1106668" y="1363621"/>
                  </a:lnTo>
                  <a:lnTo>
                    <a:pt x="1106660" y="1363625"/>
                  </a:lnTo>
                  <a:lnTo>
                    <a:pt x="1106641" y="1363630"/>
                  </a:lnTo>
                  <a:lnTo>
                    <a:pt x="1106619" y="1363631"/>
                  </a:lnTo>
                  <a:lnTo>
                    <a:pt x="1106605" y="1363630"/>
                  </a:lnTo>
                  <a:lnTo>
                    <a:pt x="1106574" y="1363620"/>
                  </a:lnTo>
                  <a:lnTo>
                    <a:pt x="1106555" y="1363616"/>
                  </a:lnTo>
                  <a:lnTo>
                    <a:pt x="1106510" y="1363609"/>
                  </a:lnTo>
                  <a:lnTo>
                    <a:pt x="1106486" y="1363597"/>
                  </a:lnTo>
                  <a:lnTo>
                    <a:pt x="1106464" y="1363610"/>
                  </a:lnTo>
                  <a:lnTo>
                    <a:pt x="1106447" y="1363618"/>
                  </a:lnTo>
                  <a:lnTo>
                    <a:pt x="1106427" y="1363630"/>
                  </a:lnTo>
                  <a:lnTo>
                    <a:pt x="1106413" y="1363645"/>
                  </a:lnTo>
                  <a:lnTo>
                    <a:pt x="1106399" y="1363658"/>
                  </a:lnTo>
                  <a:lnTo>
                    <a:pt x="1106384" y="1363677"/>
                  </a:lnTo>
                  <a:lnTo>
                    <a:pt x="1106364" y="1363690"/>
                  </a:lnTo>
                  <a:lnTo>
                    <a:pt x="1106350" y="1363691"/>
                  </a:lnTo>
                  <a:lnTo>
                    <a:pt x="1106340" y="1363692"/>
                  </a:lnTo>
                  <a:lnTo>
                    <a:pt x="1106334" y="1363699"/>
                  </a:lnTo>
                  <a:lnTo>
                    <a:pt x="1106323" y="1363714"/>
                  </a:lnTo>
                  <a:lnTo>
                    <a:pt x="1106315" y="1363721"/>
                  </a:lnTo>
                  <a:lnTo>
                    <a:pt x="1106311" y="1363733"/>
                  </a:lnTo>
                  <a:lnTo>
                    <a:pt x="1106301" y="1363761"/>
                  </a:lnTo>
                  <a:lnTo>
                    <a:pt x="1106297" y="1363773"/>
                  </a:lnTo>
                  <a:lnTo>
                    <a:pt x="1106289" y="1363781"/>
                  </a:lnTo>
                  <a:lnTo>
                    <a:pt x="1106268" y="1363780"/>
                  </a:lnTo>
                  <a:lnTo>
                    <a:pt x="1106246" y="1363779"/>
                  </a:lnTo>
                  <a:lnTo>
                    <a:pt x="1106228" y="1363776"/>
                  </a:lnTo>
                  <a:lnTo>
                    <a:pt x="1106208" y="1363777"/>
                  </a:lnTo>
                  <a:lnTo>
                    <a:pt x="1106193" y="1363773"/>
                  </a:lnTo>
                  <a:lnTo>
                    <a:pt x="1106171" y="1363764"/>
                  </a:lnTo>
                  <a:lnTo>
                    <a:pt x="1106139" y="1363759"/>
                  </a:lnTo>
                  <a:lnTo>
                    <a:pt x="1106123" y="1363759"/>
                  </a:lnTo>
                  <a:lnTo>
                    <a:pt x="1106076" y="1363765"/>
                  </a:lnTo>
                  <a:lnTo>
                    <a:pt x="1106057" y="1363764"/>
                  </a:lnTo>
                  <a:lnTo>
                    <a:pt x="1106026" y="1363759"/>
                  </a:lnTo>
                  <a:lnTo>
                    <a:pt x="1106006" y="1363751"/>
                  </a:lnTo>
                  <a:lnTo>
                    <a:pt x="1105970" y="1363739"/>
                  </a:lnTo>
                  <a:lnTo>
                    <a:pt x="1105946" y="1363735"/>
                  </a:lnTo>
                  <a:lnTo>
                    <a:pt x="1105928" y="1363732"/>
                  </a:lnTo>
                  <a:lnTo>
                    <a:pt x="1105915" y="1363730"/>
                  </a:lnTo>
                  <a:lnTo>
                    <a:pt x="1105896" y="1363726"/>
                  </a:lnTo>
                  <a:lnTo>
                    <a:pt x="1105880" y="1363719"/>
                  </a:lnTo>
                  <a:lnTo>
                    <a:pt x="1105863" y="1363713"/>
                  </a:lnTo>
                  <a:lnTo>
                    <a:pt x="1105852" y="1363709"/>
                  </a:lnTo>
                  <a:lnTo>
                    <a:pt x="1105848" y="1363720"/>
                  </a:lnTo>
                  <a:lnTo>
                    <a:pt x="1105845" y="1363726"/>
                  </a:lnTo>
                  <a:lnTo>
                    <a:pt x="1105833" y="1363752"/>
                  </a:lnTo>
                  <a:lnTo>
                    <a:pt x="1105826" y="1363778"/>
                  </a:lnTo>
                  <a:lnTo>
                    <a:pt x="1105820" y="1363801"/>
                  </a:lnTo>
                  <a:lnTo>
                    <a:pt x="1105827" y="1363836"/>
                  </a:lnTo>
                  <a:lnTo>
                    <a:pt x="1105824" y="1363866"/>
                  </a:lnTo>
                  <a:lnTo>
                    <a:pt x="1105813" y="1363890"/>
                  </a:lnTo>
                  <a:lnTo>
                    <a:pt x="1105793" y="1363902"/>
                  </a:lnTo>
                  <a:lnTo>
                    <a:pt x="1105776" y="1363923"/>
                  </a:lnTo>
                  <a:lnTo>
                    <a:pt x="1105764" y="1363934"/>
                  </a:lnTo>
                  <a:lnTo>
                    <a:pt x="1105743" y="1363927"/>
                  </a:lnTo>
                  <a:lnTo>
                    <a:pt x="1105727" y="1363922"/>
                  </a:lnTo>
                  <a:lnTo>
                    <a:pt x="1105716" y="1363923"/>
                  </a:lnTo>
                  <a:lnTo>
                    <a:pt x="1105701" y="1363926"/>
                  </a:lnTo>
                  <a:lnTo>
                    <a:pt x="1105690" y="1363928"/>
                  </a:lnTo>
                  <a:lnTo>
                    <a:pt x="1105682" y="1363930"/>
                  </a:lnTo>
                  <a:lnTo>
                    <a:pt x="1105673" y="1363933"/>
                  </a:lnTo>
                  <a:lnTo>
                    <a:pt x="1105668" y="1363937"/>
                  </a:lnTo>
                  <a:lnTo>
                    <a:pt x="1105662" y="1363945"/>
                  </a:lnTo>
                  <a:lnTo>
                    <a:pt x="1105658" y="1363951"/>
                  </a:lnTo>
                  <a:lnTo>
                    <a:pt x="1105655" y="1363959"/>
                  </a:lnTo>
                  <a:lnTo>
                    <a:pt x="1105653" y="1363964"/>
                  </a:lnTo>
                  <a:lnTo>
                    <a:pt x="1105651" y="1363970"/>
                  </a:lnTo>
                  <a:lnTo>
                    <a:pt x="1105651" y="1363975"/>
                  </a:lnTo>
                  <a:lnTo>
                    <a:pt x="1105649" y="1363988"/>
                  </a:lnTo>
                  <a:lnTo>
                    <a:pt x="1105655" y="1364013"/>
                  </a:lnTo>
                  <a:lnTo>
                    <a:pt x="1105665" y="1364041"/>
                  </a:lnTo>
                  <a:lnTo>
                    <a:pt x="1105674" y="1364063"/>
                  </a:lnTo>
                  <a:lnTo>
                    <a:pt x="1105680" y="1364078"/>
                  </a:lnTo>
                  <a:lnTo>
                    <a:pt x="1105682" y="1364087"/>
                  </a:lnTo>
                  <a:lnTo>
                    <a:pt x="1105683" y="1364094"/>
                  </a:lnTo>
                  <a:lnTo>
                    <a:pt x="1105681" y="1364100"/>
                  </a:lnTo>
                  <a:lnTo>
                    <a:pt x="1105676" y="1364111"/>
                  </a:lnTo>
                  <a:lnTo>
                    <a:pt x="1105665" y="1364131"/>
                  </a:lnTo>
                  <a:lnTo>
                    <a:pt x="1105658" y="1364149"/>
                  </a:lnTo>
                  <a:lnTo>
                    <a:pt x="1105655" y="1364171"/>
                  </a:lnTo>
                  <a:lnTo>
                    <a:pt x="1105657" y="1364189"/>
                  </a:lnTo>
                  <a:lnTo>
                    <a:pt x="1105660" y="1364202"/>
                  </a:lnTo>
                  <a:lnTo>
                    <a:pt x="1105667" y="1364225"/>
                  </a:lnTo>
                  <a:lnTo>
                    <a:pt x="1105670" y="1364236"/>
                  </a:lnTo>
                  <a:lnTo>
                    <a:pt x="1105674" y="1364250"/>
                  </a:lnTo>
                  <a:lnTo>
                    <a:pt x="1105672" y="1364261"/>
                  </a:lnTo>
                  <a:lnTo>
                    <a:pt x="1105670" y="1364269"/>
                  </a:lnTo>
                  <a:lnTo>
                    <a:pt x="1105655" y="1364295"/>
                  </a:lnTo>
                  <a:lnTo>
                    <a:pt x="1105642" y="1364309"/>
                  </a:lnTo>
                  <a:lnTo>
                    <a:pt x="1105628" y="1364334"/>
                  </a:lnTo>
                  <a:lnTo>
                    <a:pt x="1105610" y="1364366"/>
                  </a:lnTo>
                  <a:lnTo>
                    <a:pt x="1105593" y="1364387"/>
                  </a:lnTo>
                  <a:lnTo>
                    <a:pt x="1105576" y="1364413"/>
                  </a:lnTo>
                  <a:lnTo>
                    <a:pt x="1105565" y="1364443"/>
                  </a:lnTo>
                  <a:lnTo>
                    <a:pt x="1105561" y="1364474"/>
                  </a:lnTo>
                  <a:lnTo>
                    <a:pt x="1105560" y="1364502"/>
                  </a:lnTo>
                  <a:lnTo>
                    <a:pt x="1105560" y="1364534"/>
                  </a:lnTo>
                  <a:lnTo>
                    <a:pt x="1105562" y="1364547"/>
                  </a:lnTo>
                  <a:lnTo>
                    <a:pt x="1105561" y="1364554"/>
                  </a:lnTo>
                  <a:lnTo>
                    <a:pt x="1105555" y="1364559"/>
                  </a:lnTo>
                  <a:lnTo>
                    <a:pt x="1105540" y="1364562"/>
                  </a:lnTo>
                  <a:lnTo>
                    <a:pt x="1105519" y="1364564"/>
                  </a:lnTo>
                  <a:lnTo>
                    <a:pt x="1105510" y="1364564"/>
                  </a:lnTo>
                  <a:lnTo>
                    <a:pt x="1105501" y="1364563"/>
                  </a:lnTo>
                  <a:lnTo>
                    <a:pt x="1105490" y="1364562"/>
                  </a:lnTo>
                  <a:lnTo>
                    <a:pt x="1105476" y="1364565"/>
                  </a:lnTo>
                  <a:lnTo>
                    <a:pt x="1105464" y="1364578"/>
                  </a:lnTo>
                  <a:lnTo>
                    <a:pt x="1105458" y="1364590"/>
                  </a:lnTo>
                  <a:lnTo>
                    <a:pt x="1105451" y="1364618"/>
                  </a:lnTo>
                  <a:lnTo>
                    <a:pt x="1105452" y="1364636"/>
                  </a:lnTo>
                  <a:lnTo>
                    <a:pt x="1105449" y="1364664"/>
                  </a:lnTo>
                  <a:lnTo>
                    <a:pt x="1105445" y="1364682"/>
                  </a:lnTo>
                  <a:lnTo>
                    <a:pt x="1105439" y="1364694"/>
                  </a:lnTo>
                  <a:lnTo>
                    <a:pt x="1105420" y="1364707"/>
                  </a:lnTo>
                  <a:lnTo>
                    <a:pt x="1105407" y="1364714"/>
                  </a:lnTo>
                  <a:lnTo>
                    <a:pt x="1105384" y="1364725"/>
                  </a:lnTo>
                  <a:lnTo>
                    <a:pt x="1105371" y="1364732"/>
                  </a:lnTo>
                  <a:lnTo>
                    <a:pt x="1105360" y="1364737"/>
                  </a:lnTo>
                  <a:lnTo>
                    <a:pt x="1105342" y="1364749"/>
                  </a:lnTo>
                  <a:lnTo>
                    <a:pt x="1105330" y="1364757"/>
                  </a:lnTo>
                  <a:lnTo>
                    <a:pt x="1105320" y="1364768"/>
                  </a:lnTo>
                  <a:lnTo>
                    <a:pt x="1105313" y="1364777"/>
                  </a:lnTo>
                  <a:lnTo>
                    <a:pt x="1105307" y="1364795"/>
                  </a:lnTo>
                  <a:lnTo>
                    <a:pt x="1105307" y="1364805"/>
                  </a:lnTo>
                  <a:lnTo>
                    <a:pt x="1105311" y="1364824"/>
                  </a:lnTo>
                  <a:lnTo>
                    <a:pt x="1105323" y="1364848"/>
                  </a:lnTo>
                  <a:lnTo>
                    <a:pt x="1105332" y="1364856"/>
                  </a:lnTo>
                  <a:lnTo>
                    <a:pt x="1105344" y="1364864"/>
                  </a:lnTo>
                  <a:lnTo>
                    <a:pt x="1105364" y="1364882"/>
                  </a:lnTo>
                  <a:lnTo>
                    <a:pt x="1105374" y="1364895"/>
                  </a:lnTo>
                  <a:lnTo>
                    <a:pt x="1105375" y="1364901"/>
                  </a:lnTo>
                  <a:lnTo>
                    <a:pt x="1105366" y="1364907"/>
                  </a:lnTo>
                  <a:lnTo>
                    <a:pt x="1105346" y="1364913"/>
                  </a:lnTo>
                  <a:lnTo>
                    <a:pt x="1105337" y="1364919"/>
                  </a:lnTo>
                  <a:lnTo>
                    <a:pt x="1105327" y="1364928"/>
                  </a:lnTo>
                  <a:lnTo>
                    <a:pt x="1105322" y="1364933"/>
                  </a:lnTo>
                  <a:lnTo>
                    <a:pt x="1105316" y="1364939"/>
                  </a:lnTo>
                  <a:lnTo>
                    <a:pt x="1105303" y="1364955"/>
                  </a:lnTo>
                  <a:lnTo>
                    <a:pt x="1105291" y="1364969"/>
                  </a:lnTo>
                  <a:lnTo>
                    <a:pt x="1105285" y="1364975"/>
                  </a:lnTo>
                  <a:lnTo>
                    <a:pt x="1105275" y="1364984"/>
                  </a:lnTo>
                  <a:lnTo>
                    <a:pt x="1105263" y="1364996"/>
                  </a:lnTo>
                  <a:lnTo>
                    <a:pt x="1105255" y="1364991"/>
                  </a:lnTo>
                  <a:lnTo>
                    <a:pt x="1105242" y="1364982"/>
                  </a:lnTo>
                  <a:lnTo>
                    <a:pt x="1105228" y="1364972"/>
                  </a:lnTo>
                  <a:lnTo>
                    <a:pt x="1105213" y="1364960"/>
                  </a:lnTo>
                  <a:lnTo>
                    <a:pt x="1105199" y="1364949"/>
                  </a:lnTo>
                  <a:lnTo>
                    <a:pt x="1105184" y="1364939"/>
                  </a:lnTo>
                  <a:lnTo>
                    <a:pt x="1105176" y="1364932"/>
                  </a:lnTo>
                  <a:lnTo>
                    <a:pt x="1105171" y="1364930"/>
                  </a:lnTo>
                  <a:lnTo>
                    <a:pt x="1105156" y="1364922"/>
                  </a:lnTo>
                  <a:lnTo>
                    <a:pt x="1105148" y="1364916"/>
                  </a:lnTo>
                  <a:lnTo>
                    <a:pt x="1105142" y="1364913"/>
                  </a:lnTo>
                  <a:lnTo>
                    <a:pt x="1105128" y="1364905"/>
                  </a:lnTo>
                  <a:lnTo>
                    <a:pt x="1105113" y="1364899"/>
                  </a:lnTo>
                  <a:lnTo>
                    <a:pt x="1105099" y="1364892"/>
                  </a:lnTo>
                  <a:lnTo>
                    <a:pt x="1105084" y="1364888"/>
                  </a:lnTo>
                  <a:lnTo>
                    <a:pt x="1105072" y="1364884"/>
                  </a:lnTo>
                  <a:lnTo>
                    <a:pt x="1105056" y="1364881"/>
                  </a:lnTo>
                  <a:lnTo>
                    <a:pt x="1105041" y="1364877"/>
                  </a:lnTo>
                  <a:lnTo>
                    <a:pt x="1105031" y="1364873"/>
                  </a:lnTo>
                  <a:lnTo>
                    <a:pt x="1105027" y="1364870"/>
                  </a:lnTo>
                  <a:lnTo>
                    <a:pt x="1105020" y="1364863"/>
                  </a:lnTo>
                  <a:lnTo>
                    <a:pt x="1105017" y="1364858"/>
                  </a:lnTo>
                  <a:lnTo>
                    <a:pt x="1105007" y="1364842"/>
                  </a:lnTo>
                  <a:lnTo>
                    <a:pt x="1105000" y="1364827"/>
                  </a:lnTo>
                  <a:lnTo>
                    <a:pt x="1104991" y="1364812"/>
                  </a:lnTo>
                  <a:lnTo>
                    <a:pt x="1104986" y="1364804"/>
                  </a:lnTo>
                  <a:lnTo>
                    <a:pt x="1104962" y="1364779"/>
                  </a:lnTo>
                  <a:lnTo>
                    <a:pt x="1104930" y="1364767"/>
                  </a:lnTo>
                  <a:lnTo>
                    <a:pt x="1104906" y="1364752"/>
                  </a:lnTo>
                  <a:lnTo>
                    <a:pt x="1104895" y="1364748"/>
                  </a:lnTo>
                  <a:lnTo>
                    <a:pt x="1104892" y="1364746"/>
                  </a:lnTo>
                  <a:lnTo>
                    <a:pt x="1104877" y="1364739"/>
                  </a:lnTo>
                  <a:lnTo>
                    <a:pt x="1104873" y="1364737"/>
                  </a:lnTo>
                  <a:lnTo>
                    <a:pt x="1104868" y="1364732"/>
                  </a:lnTo>
                  <a:lnTo>
                    <a:pt x="1104868" y="1364727"/>
                  </a:lnTo>
                  <a:lnTo>
                    <a:pt x="1104866" y="1364712"/>
                  </a:lnTo>
                  <a:lnTo>
                    <a:pt x="1104867" y="1364697"/>
                  </a:lnTo>
                  <a:lnTo>
                    <a:pt x="1104865" y="1364682"/>
                  </a:lnTo>
                  <a:lnTo>
                    <a:pt x="1104863" y="1364672"/>
                  </a:lnTo>
                  <a:lnTo>
                    <a:pt x="1104860" y="1364667"/>
                  </a:lnTo>
                  <a:lnTo>
                    <a:pt x="1104853" y="1364652"/>
                  </a:lnTo>
                  <a:lnTo>
                    <a:pt x="1104845" y="1364637"/>
                  </a:lnTo>
                  <a:lnTo>
                    <a:pt x="1104840" y="1364632"/>
                  </a:lnTo>
                  <a:lnTo>
                    <a:pt x="1104835" y="1364623"/>
                  </a:lnTo>
                  <a:lnTo>
                    <a:pt x="1104831" y="1364619"/>
                  </a:lnTo>
                  <a:lnTo>
                    <a:pt x="1104826" y="1364608"/>
                  </a:lnTo>
                  <a:lnTo>
                    <a:pt x="1104823" y="1364599"/>
                  </a:lnTo>
                  <a:lnTo>
                    <a:pt x="1104793" y="1364572"/>
                  </a:lnTo>
                  <a:lnTo>
                    <a:pt x="1104782" y="1364566"/>
                  </a:lnTo>
                  <a:lnTo>
                    <a:pt x="1104779" y="1364563"/>
                  </a:lnTo>
                  <a:lnTo>
                    <a:pt x="1104771" y="1364560"/>
                  </a:lnTo>
                  <a:lnTo>
                    <a:pt x="1104764" y="1364555"/>
                  </a:lnTo>
                  <a:lnTo>
                    <a:pt x="1104759" y="1364552"/>
                  </a:lnTo>
                  <a:lnTo>
                    <a:pt x="1104750" y="1364544"/>
                  </a:lnTo>
                  <a:lnTo>
                    <a:pt x="1104742" y="1364539"/>
                  </a:lnTo>
                  <a:lnTo>
                    <a:pt x="1104737" y="1364532"/>
                  </a:lnTo>
                  <a:lnTo>
                    <a:pt x="1104733" y="1364523"/>
                  </a:lnTo>
                  <a:lnTo>
                    <a:pt x="1104732" y="1364516"/>
                  </a:lnTo>
                  <a:lnTo>
                    <a:pt x="1104744" y="1364509"/>
                  </a:lnTo>
                  <a:lnTo>
                    <a:pt x="1104760" y="1364503"/>
                  </a:lnTo>
                  <a:lnTo>
                    <a:pt x="1104770" y="1364493"/>
                  </a:lnTo>
                  <a:lnTo>
                    <a:pt x="1104770" y="1364484"/>
                  </a:lnTo>
                  <a:lnTo>
                    <a:pt x="1104763" y="1364477"/>
                  </a:lnTo>
                  <a:lnTo>
                    <a:pt x="1104752" y="1364466"/>
                  </a:lnTo>
                  <a:lnTo>
                    <a:pt x="1104749" y="1364462"/>
                  </a:lnTo>
                  <a:lnTo>
                    <a:pt x="1104737" y="1364449"/>
                  </a:lnTo>
                  <a:lnTo>
                    <a:pt x="1104727" y="1364439"/>
                  </a:lnTo>
                  <a:lnTo>
                    <a:pt x="1104722" y="1364437"/>
                  </a:lnTo>
                  <a:lnTo>
                    <a:pt x="1104708" y="1364426"/>
                  </a:lnTo>
                  <a:lnTo>
                    <a:pt x="1104693" y="1364416"/>
                  </a:lnTo>
                  <a:lnTo>
                    <a:pt x="1104679" y="1364404"/>
                  </a:lnTo>
                  <a:lnTo>
                    <a:pt x="1104673" y="1364395"/>
                  </a:lnTo>
                  <a:lnTo>
                    <a:pt x="1104671" y="1364390"/>
                  </a:lnTo>
                  <a:lnTo>
                    <a:pt x="1104666" y="1364375"/>
                  </a:lnTo>
                  <a:lnTo>
                    <a:pt x="1104664" y="1364360"/>
                  </a:lnTo>
                  <a:lnTo>
                    <a:pt x="1104661" y="1364344"/>
                  </a:lnTo>
                  <a:lnTo>
                    <a:pt x="1104659" y="1364329"/>
                  </a:lnTo>
                  <a:lnTo>
                    <a:pt x="1104658" y="1364314"/>
                  </a:lnTo>
                  <a:lnTo>
                    <a:pt x="1104657" y="1364297"/>
                  </a:lnTo>
                  <a:lnTo>
                    <a:pt x="1104657" y="1364284"/>
                  </a:lnTo>
                  <a:lnTo>
                    <a:pt x="1104657" y="1364269"/>
                  </a:lnTo>
                  <a:lnTo>
                    <a:pt x="1104656" y="1364253"/>
                  </a:lnTo>
                  <a:lnTo>
                    <a:pt x="1104650" y="1364248"/>
                  </a:lnTo>
                  <a:lnTo>
                    <a:pt x="1104644" y="1364246"/>
                  </a:lnTo>
                  <a:lnTo>
                    <a:pt x="1104630" y="1364237"/>
                  </a:lnTo>
                  <a:lnTo>
                    <a:pt x="1104619" y="1364224"/>
                  </a:lnTo>
                  <a:lnTo>
                    <a:pt x="1104608" y="1364208"/>
                  </a:lnTo>
                  <a:lnTo>
                    <a:pt x="1104601" y="1364195"/>
                  </a:lnTo>
                  <a:lnTo>
                    <a:pt x="1104597" y="1364184"/>
                  </a:lnTo>
                  <a:lnTo>
                    <a:pt x="1104597" y="1364178"/>
                  </a:lnTo>
                  <a:lnTo>
                    <a:pt x="1104595" y="1364171"/>
                  </a:lnTo>
                  <a:lnTo>
                    <a:pt x="1104595" y="1364163"/>
                  </a:lnTo>
                  <a:lnTo>
                    <a:pt x="1104595" y="1364148"/>
                  </a:lnTo>
                  <a:lnTo>
                    <a:pt x="1104602" y="1364133"/>
                  </a:lnTo>
                  <a:lnTo>
                    <a:pt x="1104607" y="1364122"/>
                  </a:lnTo>
                  <a:lnTo>
                    <a:pt x="1104608" y="1364118"/>
                  </a:lnTo>
                  <a:lnTo>
                    <a:pt x="1104614" y="1364109"/>
                  </a:lnTo>
                  <a:lnTo>
                    <a:pt x="1104617" y="1364102"/>
                  </a:lnTo>
                  <a:lnTo>
                    <a:pt x="1104624" y="1364087"/>
                  </a:lnTo>
                  <a:lnTo>
                    <a:pt x="1104627" y="1364074"/>
                  </a:lnTo>
                  <a:lnTo>
                    <a:pt x="1104629" y="1364061"/>
                  </a:lnTo>
                  <a:lnTo>
                    <a:pt x="1104630" y="1364051"/>
                  </a:lnTo>
                  <a:lnTo>
                    <a:pt x="1104626" y="1364010"/>
                  </a:lnTo>
                  <a:lnTo>
                    <a:pt x="1104622" y="1363964"/>
                  </a:lnTo>
                  <a:lnTo>
                    <a:pt x="1104620" y="1363927"/>
                  </a:lnTo>
                  <a:lnTo>
                    <a:pt x="1104621" y="1363895"/>
                  </a:lnTo>
                  <a:lnTo>
                    <a:pt x="1104622" y="1363886"/>
                  </a:lnTo>
                  <a:lnTo>
                    <a:pt x="1104625" y="1363872"/>
                  </a:lnTo>
                  <a:lnTo>
                    <a:pt x="1104630" y="1363864"/>
                  </a:lnTo>
                  <a:lnTo>
                    <a:pt x="1104641" y="1363852"/>
                  </a:lnTo>
                  <a:lnTo>
                    <a:pt x="1104659" y="1363837"/>
                  </a:lnTo>
                  <a:lnTo>
                    <a:pt x="1104670" y="1363827"/>
                  </a:lnTo>
                  <a:lnTo>
                    <a:pt x="1104675" y="1363817"/>
                  </a:lnTo>
                  <a:lnTo>
                    <a:pt x="1104689" y="1363801"/>
                  </a:lnTo>
                  <a:lnTo>
                    <a:pt x="1104699" y="1363785"/>
                  </a:lnTo>
                  <a:lnTo>
                    <a:pt x="1104705" y="1363777"/>
                  </a:lnTo>
                  <a:lnTo>
                    <a:pt x="1104711" y="1363767"/>
                  </a:lnTo>
                  <a:lnTo>
                    <a:pt x="1104717" y="1363747"/>
                  </a:lnTo>
                  <a:lnTo>
                    <a:pt x="1104723" y="1363730"/>
                  </a:lnTo>
                  <a:lnTo>
                    <a:pt x="1104726" y="1363714"/>
                  </a:lnTo>
                  <a:lnTo>
                    <a:pt x="1104731" y="1363701"/>
                  </a:lnTo>
                  <a:lnTo>
                    <a:pt x="1104741" y="1363686"/>
                  </a:lnTo>
                  <a:lnTo>
                    <a:pt x="1104748" y="1363668"/>
                  </a:lnTo>
                  <a:lnTo>
                    <a:pt x="1104750" y="1363650"/>
                  </a:lnTo>
                  <a:lnTo>
                    <a:pt x="1104747" y="1363640"/>
                  </a:lnTo>
                  <a:lnTo>
                    <a:pt x="1104737" y="1363604"/>
                  </a:lnTo>
                  <a:lnTo>
                    <a:pt x="1104732" y="1363575"/>
                  </a:lnTo>
                  <a:lnTo>
                    <a:pt x="1104731" y="1363552"/>
                  </a:lnTo>
                  <a:lnTo>
                    <a:pt x="1104727" y="1363542"/>
                  </a:lnTo>
                  <a:lnTo>
                    <a:pt x="1104717" y="1363537"/>
                  </a:lnTo>
                  <a:lnTo>
                    <a:pt x="1104704" y="1363531"/>
                  </a:lnTo>
                  <a:lnTo>
                    <a:pt x="1104697" y="1363531"/>
                  </a:lnTo>
                  <a:lnTo>
                    <a:pt x="1104682" y="1363532"/>
                  </a:lnTo>
                  <a:lnTo>
                    <a:pt x="1104668" y="1363532"/>
                  </a:lnTo>
                  <a:lnTo>
                    <a:pt x="1104654" y="1363531"/>
                  </a:lnTo>
                  <a:lnTo>
                    <a:pt x="1104640" y="1363531"/>
                  </a:lnTo>
                  <a:lnTo>
                    <a:pt x="1104625" y="1363526"/>
                  </a:lnTo>
                  <a:lnTo>
                    <a:pt x="1104611" y="1363523"/>
                  </a:lnTo>
                  <a:lnTo>
                    <a:pt x="1104596" y="1363522"/>
                  </a:lnTo>
                  <a:lnTo>
                    <a:pt x="1104582" y="1363520"/>
                  </a:lnTo>
                  <a:lnTo>
                    <a:pt x="1104566" y="1363520"/>
                  </a:lnTo>
                  <a:lnTo>
                    <a:pt x="1104562" y="1363517"/>
                  </a:lnTo>
                  <a:lnTo>
                    <a:pt x="1104559" y="1363512"/>
                  </a:lnTo>
                  <a:lnTo>
                    <a:pt x="1104554" y="1363497"/>
                  </a:lnTo>
                  <a:lnTo>
                    <a:pt x="1104547" y="1363485"/>
                  </a:lnTo>
                  <a:lnTo>
                    <a:pt x="1104530" y="1363466"/>
                  </a:lnTo>
                  <a:lnTo>
                    <a:pt x="1104517" y="1363458"/>
                  </a:lnTo>
                  <a:lnTo>
                    <a:pt x="1104495" y="1363443"/>
                  </a:lnTo>
                  <a:lnTo>
                    <a:pt x="1104487" y="1363439"/>
                  </a:lnTo>
                  <a:lnTo>
                    <a:pt x="1104470" y="1363432"/>
                  </a:lnTo>
                  <a:lnTo>
                    <a:pt x="1104458" y="1363428"/>
                  </a:lnTo>
                  <a:lnTo>
                    <a:pt x="1104442" y="1363428"/>
                  </a:lnTo>
                  <a:lnTo>
                    <a:pt x="1104427" y="1363430"/>
                  </a:lnTo>
                  <a:lnTo>
                    <a:pt x="1104419" y="1363432"/>
                  </a:lnTo>
                  <a:lnTo>
                    <a:pt x="1104413" y="1363431"/>
                  </a:lnTo>
                  <a:lnTo>
                    <a:pt x="1104399" y="1363431"/>
                  </a:lnTo>
                  <a:lnTo>
                    <a:pt x="1104390" y="1363430"/>
                  </a:lnTo>
                  <a:lnTo>
                    <a:pt x="1104385" y="1363427"/>
                  </a:lnTo>
                  <a:lnTo>
                    <a:pt x="1104370" y="1363420"/>
                  </a:lnTo>
                  <a:lnTo>
                    <a:pt x="1104358" y="1363415"/>
                  </a:lnTo>
                  <a:lnTo>
                    <a:pt x="1104342" y="1363412"/>
                  </a:lnTo>
                  <a:lnTo>
                    <a:pt x="1104329" y="1363412"/>
                  </a:lnTo>
                  <a:lnTo>
                    <a:pt x="1104319" y="1363414"/>
                  </a:lnTo>
                  <a:lnTo>
                    <a:pt x="1104313" y="1363417"/>
                  </a:lnTo>
                  <a:lnTo>
                    <a:pt x="1104295" y="1363417"/>
                  </a:lnTo>
                  <a:lnTo>
                    <a:pt x="1104281" y="1363412"/>
                  </a:lnTo>
                  <a:lnTo>
                    <a:pt x="1104266" y="1363404"/>
                  </a:lnTo>
                  <a:lnTo>
                    <a:pt x="1104252" y="1363401"/>
                  </a:lnTo>
                  <a:lnTo>
                    <a:pt x="1104243" y="1363395"/>
                  </a:lnTo>
                  <a:lnTo>
                    <a:pt x="1104239" y="1363394"/>
                  </a:lnTo>
                  <a:lnTo>
                    <a:pt x="1104224" y="1363388"/>
                  </a:lnTo>
                  <a:lnTo>
                    <a:pt x="1104210" y="1363385"/>
                  </a:lnTo>
                  <a:lnTo>
                    <a:pt x="1104202" y="1363383"/>
                  </a:lnTo>
                  <a:lnTo>
                    <a:pt x="1104195" y="1363381"/>
                  </a:lnTo>
                  <a:lnTo>
                    <a:pt x="1104185" y="1363377"/>
                  </a:lnTo>
                  <a:lnTo>
                    <a:pt x="1104181" y="1363374"/>
                  </a:lnTo>
                  <a:lnTo>
                    <a:pt x="1104167" y="1363365"/>
                  </a:lnTo>
                  <a:lnTo>
                    <a:pt x="1104153" y="1363351"/>
                  </a:lnTo>
                  <a:lnTo>
                    <a:pt x="1104140" y="1363336"/>
                  </a:lnTo>
                  <a:lnTo>
                    <a:pt x="1104128" y="1363323"/>
                  </a:lnTo>
                  <a:lnTo>
                    <a:pt x="1104113" y="1363312"/>
                  </a:lnTo>
                  <a:lnTo>
                    <a:pt x="1104101" y="1363307"/>
                  </a:lnTo>
                  <a:lnTo>
                    <a:pt x="1104085" y="1363308"/>
                  </a:lnTo>
                  <a:lnTo>
                    <a:pt x="1104070" y="1363310"/>
                  </a:lnTo>
                  <a:lnTo>
                    <a:pt x="1104056" y="1363312"/>
                  </a:lnTo>
                  <a:lnTo>
                    <a:pt x="1104042" y="1363318"/>
                  </a:lnTo>
                  <a:lnTo>
                    <a:pt x="1104035" y="1363319"/>
                  </a:lnTo>
                  <a:lnTo>
                    <a:pt x="1104028" y="1363322"/>
                  </a:lnTo>
                  <a:lnTo>
                    <a:pt x="1104014" y="1363325"/>
                  </a:lnTo>
                  <a:lnTo>
                    <a:pt x="1104009" y="1363326"/>
                  </a:lnTo>
                  <a:lnTo>
                    <a:pt x="1104003" y="1363326"/>
                  </a:lnTo>
                  <a:lnTo>
                    <a:pt x="1104000" y="1363323"/>
                  </a:lnTo>
                  <a:lnTo>
                    <a:pt x="1103987" y="1363309"/>
                  </a:lnTo>
                  <a:lnTo>
                    <a:pt x="1103976" y="1363295"/>
                  </a:lnTo>
                  <a:lnTo>
                    <a:pt x="1103965" y="1363281"/>
                  </a:lnTo>
                  <a:lnTo>
                    <a:pt x="1103951" y="1363269"/>
                  </a:lnTo>
                  <a:lnTo>
                    <a:pt x="1103937" y="1363257"/>
                  </a:lnTo>
                  <a:lnTo>
                    <a:pt x="1103923" y="1363252"/>
                  </a:lnTo>
                  <a:lnTo>
                    <a:pt x="1103913" y="1363252"/>
                  </a:lnTo>
                  <a:lnTo>
                    <a:pt x="1103876" y="1363268"/>
                  </a:lnTo>
                  <a:lnTo>
                    <a:pt x="1103862" y="1363275"/>
                  </a:lnTo>
                  <a:lnTo>
                    <a:pt x="1103854" y="1363280"/>
                  </a:lnTo>
                  <a:lnTo>
                    <a:pt x="1103848" y="1363282"/>
                  </a:lnTo>
                  <a:lnTo>
                    <a:pt x="1103835" y="1363285"/>
                  </a:lnTo>
                  <a:lnTo>
                    <a:pt x="1103829" y="1363284"/>
                  </a:lnTo>
                  <a:lnTo>
                    <a:pt x="1103825" y="1363280"/>
                  </a:lnTo>
                  <a:lnTo>
                    <a:pt x="1103821" y="1363275"/>
                  </a:lnTo>
                  <a:lnTo>
                    <a:pt x="1103811" y="1363260"/>
                  </a:lnTo>
                  <a:lnTo>
                    <a:pt x="1103805" y="1363251"/>
                  </a:lnTo>
                  <a:lnTo>
                    <a:pt x="1103803" y="1363246"/>
                  </a:lnTo>
                  <a:lnTo>
                    <a:pt x="1103795" y="1363230"/>
                  </a:lnTo>
                  <a:lnTo>
                    <a:pt x="1103788" y="1363215"/>
                  </a:lnTo>
                  <a:lnTo>
                    <a:pt x="1103781" y="1363201"/>
                  </a:lnTo>
                  <a:lnTo>
                    <a:pt x="1103776" y="1363186"/>
                  </a:lnTo>
                  <a:lnTo>
                    <a:pt x="1103771" y="1363179"/>
                  </a:lnTo>
                  <a:lnTo>
                    <a:pt x="1103765" y="1363177"/>
                  </a:lnTo>
                  <a:lnTo>
                    <a:pt x="1103751" y="1363180"/>
                  </a:lnTo>
                  <a:lnTo>
                    <a:pt x="1103735" y="1363182"/>
                  </a:lnTo>
                  <a:lnTo>
                    <a:pt x="1103721" y="1363183"/>
                  </a:lnTo>
                  <a:lnTo>
                    <a:pt x="1103707" y="1363182"/>
                  </a:lnTo>
                  <a:lnTo>
                    <a:pt x="1103692" y="1363180"/>
                  </a:lnTo>
                  <a:lnTo>
                    <a:pt x="1103678" y="1363176"/>
                  </a:lnTo>
                  <a:lnTo>
                    <a:pt x="1103664" y="1363172"/>
                  </a:lnTo>
                  <a:lnTo>
                    <a:pt x="1103649" y="1363168"/>
                  </a:lnTo>
                  <a:lnTo>
                    <a:pt x="1103638" y="1363164"/>
                  </a:lnTo>
                  <a:lnTo>
                    <a:pt x="1103635" y="1363160"/>
                  </a:lnTo>
                  <a:lnTo>
                    <a:pt x="1103631" y="1363155"/>
                  </a:lnTo>
                  <a:lnTo>
                    <a:pt x="1103630" y="1363147"/>
                  </a:lnTo>
                  <a:lnTo>
                    <a:pt x="1103628" y="1363131"/>
                  </a:lnTo>
                  <a:lnTo>
                    <a:pt x="1103626" y="1363116"/>
                  </a:lnTo>
                  <a:lnTo>
                    <a:pt x="1103626" y="1363108"/>
                  </a:lnTo>
                  <a:lnTo>
                    <a:pt x="1103621" y="1363101"/>
                  </a:lnTo>
                  <a:lnTo>
                    <a:pt x="1103614" y="1363092"/>
                  </a:lnTo>
                  <a:lnTo>
                    <a:pt x="1103608" y="1363092"/>
                  </a:lnTo>
                  <a:lnTo>
                    <a:pt x="1103594" y="1363096"/>
                  </a:lnTo>
                  <a:lnTo>
                    <a:pt x="1103580" y="1363103"/>
                  </a:lnTo>
                  <a:lnTo>
                    <a:pt x="1103566" y="1363108"/>
                  </a:lnTo>
                  <a:lnTo>
                    <a:pt x="1103561" y="1363112"/>
                  </a:lnTo>
                  <a:lnTo>
                    <a:pt x="1103551" y="1363114"/>
                  </a:lnTo>
                  <a:lnTo>
                    <a:pt x="1103537" y="1363115"/>
                  </a:lnTo>
                  <a:lnTo>
                    <a:pt x="1103490" y="1363109"/>
                  </a:lnTo>
                  <a:lnTo>
                    <a:pt x="1103467" y="1363101"/>
                  </a:lnTo>
                  <a:lnTo>
                    <a:pt x="1103457" y="1363100"/>
                  </a:lnTo>
                  <a:lnTo>
                    <a:pt x="1103453" y="1363098"/>
                  </a:lnTo>
                  <a:lnTo>
                    <a:pt x="1103439" y="1363094"/>
                  </a:lnTo>
                  <a:lnTo>
                    <a:pt x="1103424" y="1363088"/>
                  </a:lnTo>
                  <a:lnTo>
                    <a:pt x="1103410" y="1363084"/>
                  </a:lnTo>
                  <a:lnTo>
                    <a:pt x="1103395" y="1363078"/>
                  </a:lnTo>
                  <a:lnTo>
                    <a:pt x="1103381" y="1363074"/>
                  </a:lnTo>
                  <a:lnTo>
                    <a:pt x="1103369" y="1363071"/>
                  </a:lnTo>
                  <a:lnTo>
                    <a:pt x="1103353" y="1363067"/>
                  </a:lnTo>
                  <a:lnTo>
                    <a:pt x="1103338" y="1363064"/>
                  </a:lnTo>
                  <a:lnTo>
                    <a:pt x="1103324" y="1363061"/>
                  </a:lnTo>
                  <a:lnTo>
                    <a:pt x="1103310" y="1363063"/>
                  </a:lnTo>
                  <a:lnTo>
                    <a:pt x="1103302" y="1363063"/>
                  </a:lnTo>
                  <a:lnTo>
                    <a:pt x="1103296" y="1363065"/>
                  </a:lnTo>
                  <a:lnTo>
                    <a:pt x="1103281" y="1363068"/>
                  </a:lnTo>
                  <a:lnTo>
                    <a:pt x="1103267" y="1363073"/>
                  </a:lnTo>
                  <a:lnTo>
                    <a:pt x="1103253" y="1363077"/>
                  </a:lnTo>
                  <a:lnTo>
                    <a:pt x="1103240" y="1363081"/>
                  </a:lnTo>
                  <a:lnTo>
                    <a:pt x="1103224" y="1363085"/>
                  </a:lnTo>
                  <a:lnTo>
                    <a:pt x="1103210" y="1363091"/>
                  </a:lnTo>
                  <a:lnTo>
                    <a:pt x="1103195" y="1363099"/>
                  </a:lnTo>
                  <a:lnTo>
                    <a:pt x="1103185" y="1363105"/>
                  </a:lnTo>
                  <a:lnTo>
                    <a:pt x="1103182" y="1363108"/>
                  </a:lnTo>
                  <a:lnTo>
                    <a:pt x="1103168" y="1363119"/>
                  </a:lnTo>
                  <a:lnTo>
                    <a:pt x="1103160" y="1363124"/>
                  </a:lnTo>
                  <a:lnTo>
                    <a:pt x="1103154" y="1363131"/>
                  </a:lnTo>
                  <a:lnTo>
                    <a:pt x="1103142" y="1363141"/>
                  </a:lnTo>
                  <a:lnTo>
                    <a:pt x="1103127" y="1363153"/>
                  </a:lnTo>
                  <a:lnTo>
                    <a:pt x="1103113" y="1363161"/>
                  </a:lnTo>
                  <a:lnTo>
                    <a:pt x="1103099" y="1363167"/>
                  </a:lnTo>
                  <a:lnTo>
                    <a:pt x="1103084" y="1363172"/>
                  </a:lnTo>
                  <a:lnTo>
                    <a:pt x="1103070" y="1363177"/>
                  </a:lnTo>
                  <a:lnTo>
                    <a:pt x="1103056" y="1363182"/>
                  </a:lnTo>
                  <a:lnTo>
                    <a:pt x="1103044" y="1363182"/>
                  </a:lnTo>
                  <a:lnTo>
                    <a:pt x="1103009" y="1363176"/>
                  </a:lnTo>
                  <a:lnTo>
                    <a:pt x="1102995" y="1363172"/>
                  </a:lnTo>
                  <a:lnTo>
                    <a:pt x="1102981" y="1363174"/>
                  </a:lnTo>
                  <a:lnTo>
                    <a:pt x="1102966" y="1363172"/>
                  </a:lnTo>
                  <a:lnTo>
                    <a:pt x="1102952" y="1363171"/>
                  </a:lnTo>
                  <a:lnTo>
                    <a:pt x="1102938" y="1363170"/>
                  </a:lnTo>
                  <a:lnTo>
                    <a:pt x="1102925" y="1363161"/>
                  </a:lnTo>
                  <a:lnTo>
                    <a:pt x="1102911" y="1363149"/>
                  </a:lnTo>
                  <a:lnTo>
                    <a:pt x="1102896" y="1363140"/>
                  </a:lnTo>
                  <a:lnTo>
                    <a:pt x="1102882" y="1363137"/>
                  </a:lnTo>
                  <a:lnTo>
                    <a:pt x="1102868" y="1363134"/>
                  </a:lnTo>
                  <a:lnTo>
                    <a:pt x="1102853" y="1363132"/>
                  </a:lnTo>
                  <a:lnTo>
                    <a:pt x="1102839" y="1363132"/>
                  </a:lnTo>
                  <a:lnTo>
                    <a:pt x="1102825" y="1363131"/>
                  </a:lnTo>
                  <a:lnTo>
                    <a:pt x="1102811" y="1363129"/>
                  </a:lnTo>
                  <a:lnTo>
                    <a:pt x="1102796" y="1363127"/>
                  </a:lnTo>
                  <a:lnTo>
                    <a:pt x="1102782" y="1363126"/>
                  </a:lnTo>
                  <a:lnTo>
                    <a:pt x="1102767" y="1363124"/>
                  </a:lnTo>
                  <a:lnTo>
                    <a:pt x="1102753" y="1363122"/>
                  </a:lnTo>
                  <a:lnTo>
                    <a:pt x="1102739" y="1363121"/>
                  </a:lnTo>
                  <a:lnTo>
                    <a:pt x="1102725" y="1363118"/>
                  </a:lnTo>
                  <a:lnTo>
                    <a:pt x="1102710" y="1363113"/>
                  </a:lnTo>
                  <a:lnTo>
                    <a:pt x="1102699" y="1363109"/>
                  </a:lnTo>
                  <a:lnTo>
                    <a:pt x="1102696" y="1363106"/>
                  </a:lnTo>
                  <a:lnTo>
                    <a:pt x="1102682" y="1363100"/>
                  </a:lnTo>
                  <a:lnTo>
                    <a:pt x="1102669" y="1363094"/>
                  </a:lnTo>
                  <a:lnTo>
                    <a:pt x="1102653" y="1363089"/>
                  </a:lnTo>
                  <a:lnTo>
                    <a:pt x="1102639" y="1363083"/>
                  </a:lnTo>
                  <a:lnTo>
                    <a:pt x="1102628" y="1363079"/>
                  </a:lnTo>
                  <a:lnTo>
                    <a:pt x="1102625" y="1363076"/>
                  </a:lnTo>
                  <a:lnTo>
                    <a:pt x="1102617" y="1363067"/>
                  </a:lnTo>
                  <a:lnTo>
                    <a:pt x="1102616" y="1363049"/>
                  </a:lnTo>
                  <a:lnTo>
                    <a:pt x="1102617" y="1363033"/>
                  </a:lnTo>
                  <a:lnTo>
                    <a:pt x="1102623" y="1363007"/>
                  </a:lnTo>
                  <a:lnTo>
                    <a:pt x="1102623" y="1363003"/>
                  </a:lnTo>
                  <a:lnTo>
                    <a:pt x="1102622" y="1362995"/>
                  </a:lnTo>
                  <a:lnTo>
                    <a:pt x="1102616" y="1362988"/>
                  </a:lnTo>
                  <a:lnTo>
                    <a:pt x="1102608" y="1362981"/>
                  </a:lnTo>
                  <a:lnTo>
                    <a:pt x="1102602" y="1362981"/>
                  </a:lnTo>
                  <a:lnTo>
                    <a:pt x="1102587" y="1362980"/>
                  </a:lnTo>
                  <a:lnTo>
                    <a:pt x="1102573" y="1362979"/>
                  </a:lnTo>
                  <a:lnTo>
                    <a:pt x="1102558" y="1362980"/>
                  </a:lnTo>
                  <a:lnTo>
                    <a:pt x="1102544" y="1362979"/>
                  </a:lnTo>
                  <a:lnTo>
                    <a:pt x="1102530" y="1362975"/>
                  </a:lnTo>
                  <a:lnTo>
                    <a:pt x="1102516" y="1362970"/>
                  </a:lnTo>
                  <a:lnTo>
                    <a:pt x="1102501" y="1362962"/>
                  </a:lnTo>
                  <a:lnTo>
                    <a:pt x="1102487" y="1362957"/>
                  </a:lnTo>
                  <a:lnTo>
                    <a:pt x="1102474" y="1362952"/>
                  </a:lnTo>
                  <a:lnTo>
                    <a:pt x="1102458" y="1362949"/>
                  </a:lnTo>
                  <a:lnTo>
                    <a:pt x="1102443" y="1362948"/>
                  </a:lnTo>
                  <a:lnTo>
                    <a:pt x="1102434" y="1362947"/>
                  </a:lnTo>
                  <a:lnTo>
                    <a:pt x="1102429" y="1362948"/>
                  </a:lnTo>
                  <a:lnTo>
                    <a:pt x="1102420" y="1362949"/>
                  </a:lnTo>
                  <a:lnTo>
                    <a:pt x="1102415" y="1362950"/>
                  </a:lnTo>
                  <a:lnTo>
                    <a:pt x="1102401" y="1362956"/>
                  </a:lnTo>
                  <a:lnTo>
                    <a:pt x="1102387" y="1362959"/>
                  </a:lnTo>
                  <a:lnTo>
                    <a:pt x="1102373" y="1362964"/>
                  </a:lnTo>
                  <a:lnTo>
                    <a:pt x="1102359" y="1362968"/>
                  </a:lnTo>
                  <a:lnTo>
                    <a:pt x="1102346" y="1362973"/>
                  </a:lnTo>
                  <a:lnTo>
                    <a:pt x="1102330" y="1362976"/>
                  </a:lnTo>
                  <a:lnTo>
                    <a:pt x="1102322" y="1362978"/>
                  </a:lnTo>
                  <a:lnTo>
                    <a:pt x="1102316" y="1362976"/>
                  </a:lnTo>
                  <a:lnTo>
                    <a:pt x="1102302" y="1362972"/>
                  </a:lnTo>
                  <a:lnTo>
                    <a:pt x="1102287" y="1362965"/>
                  </a:lnTo>
                  <a:lnTo>
                    <a:pt x="1102273" y="1362958"/>
                  </a:lnTo>
                  <a:lnTo>
                    <a:pt x="1102258" y="1362950"/>
                  </a:lnTo>
                  <a:lnTo>
                    <a:pt x="1102245" y="1362941"/>
                  </a:lnTo>
                  <a:lnTo>
                    <a:pt x="1102231" y="1362936"/>
                  </a:lnTo>
                  <a:lnTo>
                    <a:pt x="1102217" y="1362929"/>
                  </a:lnTo>
                  <a:lnTo>
                    <a:pt x="1102201" y="1362923"/>
                  </a:lnTo>
                  <a:lnTo>
                    <a:pt x="1102186" y="1362915"/>
                  </a:lnTo>
                  <a:lnTo>
                    <a:pt x="1102172" y="1362909"/>
                  </a:lnTo>
                  <a:lnTo>
                    <a:pt x="1102159" y="1362912"/>
                  </a:lnTo>
                  <a:lnTo>
                    <a:pt x="1102154" y="1362913"/>
                  </a:lnTo>
                  <a:lnTo>
                    <a:pt x="1102143" y="1362918"/>
                  </a:lnTo>
                  <a:lnTo>
                    <a:pt x="1102131" y="1362922"/>
                  </a:lnTo>
                  <a:lnTo>
                    <a:pt x="1102117" y="1362923"/>
                  </a:lnTo>
                  <a:lnTo>
                    <a:pt x="1102105" y="1362922"/>
                  </a:lnTo>
                  <a:lnTo>
                    <a:pt x="1102101" y="1362920"/>
                  </a:lnTo>
                  <a:lnTo>
                    <a:pt x="1102088" y="1362916"/>
                  </a:lnTo>
                  <a:lnTo>
                    <a:pt x="1102072" y="1362911"/>
                  </a:lnTo>
                  <a:lnTo>
                    <a:pt x="1102058" y="1362905"/>
                  </a:lnTo>
                  <a:lnTo>
                    <a:pt x="1102043" y="1362898"/>
                  </a:lnTo>
                  <a:lnTo>
                    <a:pt x="1102029" y="1362891"/>
                  </a:lnTo>
                  <a:lnTo>
                    <a:pt x="1102016" y="1362886"/>
                  </a:lnTo>
                  <a:lnTo>
                    <a:pt x="1102000" y="1362879"/>
                  </a:lnTo>
                  <a:lnTo>
                    <a:pt x="1101994" y="1362877"/>
                  </a:lnTo>
                  <a:lnTo>
                    <a:pt x="1101986" y="1362872"/>
                  </a:lnTo>
                  <a:lnTo>
                    <a:pt x="1101971" y="1362865"/>
                  </a:lnTo>
                  <a:lnTo>
                    <a:pt x="1101957" y="1362857"/>
                  </a:lnTo>
                  <a:lnTo>
                    <a:pt x="1101941" y="1362852"/>
                  </a:lnTo>
                  <a:lnTo>
                    <a:pt x="1101928" y="1362849"/>
                  </a:lnTo>
                  <a:lnTo>
                    <a:pt x="1101914" y="1362846"/>
                  </a:lnTo>
                  <a:lnTo>
                    <a:pt x="1101900" y="1362846"/>
                  </a:lnTo>
                  <a:lnTo>
                    <a:pt x="1101885" y="1362843"/>
                  </a:lnTo>
                  <a:lnTo>
                    <a:pt x="1101879" y="1362841"/>
                  </a:lnTo>
                  <a:lnTo>
                    <a:pt x="1101874" y="1362834"/>
                  </a:lnTo>
                  <a:lnTo>
                    <a:pt x="1101870" y="1362824"/>
                  </a:lnTo>
                  <a:lnTo>
                    <a:pt x="1101869" y="1362817"/>
                  </a:lnTo>
                  <a:lnTo>
                    <a:pt x="1101865" y="1362804"/>
                  </a:lnTo>
                  <a:lnTo>
                    <a:pt x="1101860" y="1362787"/>
                  </a:lnTo>
                  <a:lnTo>
                    <a:pt x="1101852" y="1362772"/>
                  </a:lnTo>
                  <a:lnTo>
                    <a:pt x="1101851" y="1362767"/>
                  </a:lnTo>
                  <a:lnTo>
                    <a:pt x="1101846" y="1362761"/>
                  </a:lnTo>
                  <a:lnTo>
                    <a:pt x="1101843" y="1362757"/>
                  </a:lnTo>
                  <a:lnTo>
                    <a:pt x="1101837" y="1362746"/>
                  </a:lnTo>
                  <a:lnTo>
                    <a:pt x="1101833" y="1362743"/>
                  </a:lnTo>
                  <a:lnTo>
                    <a:pt x="1101827" y="1362735"/>
                  </a:lnTo>
                  <a:lnTo>
                    <a:pt x="1101820" y="1362729"/>
                  </a:lnTo>
                  <a:lnTo>
                    <a:pt x="1101806" y="1362717"/>
                  </a:lnTo>
                  <a:lnTo>
                    <a:pt x="1101803" y="1362714"/>
                  </a:lnTo>
                  <a:lnTo>
                    <a:pt x="1101792" y="1362707"/>
                  </a:lnTo>
                  <a:lnTo>
                    <a:pt x="1101782" y="1362701"/>
                  </a:lnTo>
                  <a:lnTo>
                    <a:pt x="1101778" y="1362697"/>
                  </a:lnTo>
                  <a:lnTo>
                    <a:pt x="1101763" y="1362687"/>
                  </a:lnTo>
                  <a:lnTo>
                    <a:pt x="1101751" y="1362674"/>
                  </a:lnTo>
                  <a:lnTo>
                    <a:pt x="1101739" y="1362662"/>
                  </a:lnTo>
                  <a:lnTo>
                    <a:pt x="1101728" y="1362648"/>
                  </a:lnTo>
                  <a:lnTo>
                    <a:pt x="1101713" y="1362637"/>
                  </a:lnTo>
                  <a:lnTo>
                    <a:pt x="1101699" y="1362624"/>
                  </a:lnTo>
                  <a:lnTo>
                    <a:pt x="1101686" y="1362612"/>
                  </a:lnTo>
                  <a:lnTo>
                    <a:pt x="1101672" y="1362599"/>
                  </a:lnTo>
                  <a:lnTo>
                    <a:pt x="1101669" y="1362597"/>
                  </a:lnTo>
                  <a:lnTo>
                    <a:pt x="1101619" y="1362553"/>
                  </a:lnTo>
                  <a:lnTo>
                    <a:pt x="1101609" y="1362543"/>
                  </a:lnTo>
                  <a:lnTo>
                    <a:pt x="1101608" y="1362539"/>
                  </a:lnTo>
                  <a:lnTo>
                    <a:pt x="1101603" y="1362524"/>
                  </a:lnTo>
                  <a:lnTo>
                    <a:pt x="1101591" y="1362510"/>
                  </a:lnTo>
                  <a:lnTo>
                    <a:pt x="1101576" y="1362498"/>
                  </a:lnTo>
                  <a:lnTo>
                    <a:pt x="1101563" y="1362487"/>
                  </a:lnTo>
                  <a:lnTo>
                    <a:pt x="1101548" y="1362474"/>
                  </a:lnTo>
                  <a:lnTo>
                    <a:pt x="1101540" y="1362472"/>
                  </a:lnTo>
                  <a:lnTo>
                    <a:pt x="1101534" y="1362472"/>
                  </a:lnTo>
                  <a:lnTo>
                    <a:pt x="1101520" y="1362472"/>
                  </a:lnTo>
                  <a:lnTo>
                    <a:pt x="1101506" y="1362472"/>
                  </a:lnTo>
                  <a:lnTo>
                    <a:pt x="1101491" y="1362469"/>
                  </a:lnTo>
                  <a:lnTo>
                    <a:pt x="1101477" y="1362467"/>
                  </a:lnTo>
                  <a:lnTo>
                    <a:pt x="1101464" y="1362462"/>
                  </a:lnTo>
                  <a:lnTo>
                    <a:pt x="1101448" y="1362457"/>
                  </a:lnTo>
                  <a:lnTo>
                    <a:pt x="1101434" y="1362449"/>
                  </a:lnTo>
                  <a:lnTo>
                    <a:pt x="1101425" y="1362443"/>
                  </a:lnTo>
                  <a:lnTo>
                    <a:pt x="1101419" y="1362443"/>
                  </a:lnTo>
                  <a:lnTo>
                    <a:pt x="1101408" y="1362449"/>
                  </a:lnTo>
                  <a:lnTo>
                    <a:pt x="1101405" y="1362452"/>
                  </a:lnTo>
                  <a:lnTo>
                    <a:pt x="1101392" y="1362466"/>
                  </a:lnTo>
                  <a:lnTo>
                    <a:pt x="1101380" y="1362481"/>
                  </a:lnTo>
                  <a:lnTo>
                    <a:pt x="1101366" y="1362493"/>
                  </a:lnTo>
                  <a:lnTo>
                    <a:pt x="1101352" y="1362500"/>
                  </a:lnTo>
                  <a:lnTo>
                    <a:pt x="1101338" y="1362506"/>
                  </a:lnTo>
                  <a:lnTo>
                    <a:pt x="1101323" y="1362511"/>
                  </a:lnTo>
                  <a:lnTo>
                    <a:pt x="1101309" y="1362521"/>
                  </a:lnTo>
                  <a:lnTo>
                    <a:pt x="1101300" y="1362537"/>
                  </a:lnTo>
                  <a:lnTo>
                    <a:pt x="1101291" y="1362552"/>
                  </a:lnTo>
                  <a:lnTo>
                    <a:pt x="1101286" y="1362557"/>
                  </a:lnTo>
                  <a:lnTo>
                    <a:pt x="1101278" y="1362561"/>
                  </a:lnTo>
                  <a:lnTo>
                    <a:pt x="1101268" y="1362565"/>
                  </a:lnTo>
                  <a:lnTo>
                    <a:pt x="1101263" y="1362565"/>
                  </a:lnTo>
                  <a:lnTo>
                    <a:pt x="1101248" y="1362568"/>
                  </a:lnTo>
                  <a:lnTo>
                    <a:pt x="1101234" y="1362571"/>
                  </a:lnTo>
                  <a:lnTo>
                    <a:pt x="1101220" y="1362581"/>
                  </a:lnTo>
                  <a:lnTo>
                    <a:pt x="1101211" y="1362582"/>
                  </a:lnTo>
                  <a:lnTo>
                    <a:pt x="1101206" y="1362581"/>
                  </a:lnTo>
                  <a:lnTo>
                    <a:pt x="1101192" y="1362576"/>
                  </a:lnTo>
                  <a:lnTo>
                    <a:pt x="1101177" y="1362570"/>
                  </a:lnTo>
                  <a:lnTo>
                    <a:pt x="1101163" y="1362563"/>
                  </a:lnTo>
                  <a:lnTo>
                    <a:pt x="1101157" y="1362561"/>
                  </a:lnTo>
                  <a:lnTo>
                    <a:pt x="1101125" y="1362560"/>
                  </a:lnTo>
                  <a:lnTo>
                    <a:pt x="1101111" y="1362560"/>
                  </a:lnTo>
                  <a:lnTo>
                    <a:pt x="1101099" y="1362560"/>
                  </a:lnTo>
                  <a:lnTo>
                    <a:pt x="1101083" y="1362561"/>
                  </a:lnTo>
                  <a:lnTo>
                    <a:pt x="1101076" y="1362562"/>
                  </a:lnTo>
                  <a:lnTo>
                    <a:pt x="1101069" y="1362562"/>
                  </a:lnTo>
                  <a:lnTo>
                    <a:pt x="1101053" y="1362562"/>
                  </a:lnTo>
                  <a:lnTo>
                    <a:pt x="1101047" y="1362562"/>
                  </a:lnTo>
                  <a:lnTo>
                    <a:pt x="1101040" y="1362564"/>
                  </a:lnTo>
                  <a:lnTo>
                    <a:pt x="1101026" y="1362568"/>
                  </a:lnTo>
                  <a:lnTo>
                    <a:pt x="1101013" y="1362570"/>
                  </a:lnTo>
                  <a:lnTo>
                    <a:pt x="1101004" y="1362568"/>
                  </a:lnTo>
                  <a:lnTo>
                    <a:pt x="1100997" y="1362564"/>
                  </a:lnTo>
                  <a:lnTo>
                    <a:pt x="1100990" y="1362560"/>
                  </a:lnTo>
                  <a:lnTo>
                    <a:pt x="1100983" y="1362554"/>
                  </a:lnTo>
                  <a:lnTo>
                    <a:pt x="1100968" y="1362546"/>
                  </a:lnTo>
                  <a:lnTo>
                    <a:pt x="1100952" y="1362539"/>
                  </a:lnTo>
                  <a:lnTo>
                    <a:pt x="1100941" y="1362541"/>
                  </a:lnTo>
                  <a:lnTo>
                    <a:pt x="1100927" y="1362547"/>
                  </a:lnTo>
                  <a:lnTo>
                    <a:pt x="1100910" y="1362554"/>
                  </a:lnTo>
                  <a:lnTo>
                    <a:pt x="1100897" y="1362560"/>
                  </a:lnTo>
                  <a:lnTo>
                    <a:pt x="1100883" y="1362562"/>
                  </a:lnTo>
                  <a:lnTo>
                    <a:pt x="1100869" y="1362562"/>
                  </a:lnTo>
                  <a:lnTo>
                    <a:pt x="1100855" y="1362561"/>
                  </a:lnTo>
                  <a:lnTo>
                    <a:pt x="1100840" y="1362561"/>
                  </a:lnTo>
                  <a:lnTo>
                    <a:pt x="1100826" y="1362559"/>
                  </a:lnTo>
                  <a:lnTo>
                    <a:pt x="1100818" y="1362559"/>
                  </a:lnTo>
                  <a:lnTo>
                    <a:pt x="1100812" y="1362557"/>
                  </a:lnTo>
                  <a:lnTo>
                    <a:pt x="1100808" y="1362555"/>
                  </a:lnTo>
                  <a:lnTo>
                    <a:pt x="1100797" y="1362554"/>
                  </a:lnTo>
                  <a:lnTo>
                    <a:pt x="1100783" y="1362551"/>
                  </a:lnTo>
                  <a:lnTo>
                    <a:pt x="1100769" y="1362550"/>
                  </a:lnTo>
                  <a:lnTo>
                    <a:pt x="1100755" y="1362550"/>
                  </a:lnTo>
                  <a:lnTo>
                    <a:pt x="1100740" y="1362550"/>
                  </a:lnTo>
                  <a:lnTo>
                    <a:pt x="1100726" y="1362548"/>
                  </a:lnTo>
                  <a:lnTo>
                    <a:pt x="1100712" y="1362546"/>
                  </a:lnTo>
                  <a:lnTo>
                    <a:pt x="1100697" y="1362544"/>
                  </a:lnTo>
                  <a:lnTo>
                    <a:pt x="1100692" y="1362543"/>
                  </a:lnTo>
                  <a:lnTo>
                    <a:pt x="1100683" y="1362541"/>
                  </a:lnTo>
                  <a:lnTo>
                    <a:pt x="1100669" y="1362537"/>
                  </a:lnTo>
                  <a:lnTo>
                    <a:pt x="1100654" y="1362535"/>
                  </a:lnTo>
                  <a:lnTo>
                    <a:pt x="1100640" y="1362533"/>
                  </a:lnTo>
                  <a:lnTo>
                    <a:pt x="1100627" y="1362534"/>
                  </a:lnTo>
                  <a:lnTo>
                    <a:pt x="1100612" y="1362534"/>
                  </a:lnTo>
                  <a:lnTo>
                    <a:pt x="1100597" y="1362535"/>
                  </a:lnTo>
                  <a:lnTo>
                    <a:pt x="1100583" y="1362538"/>
                  </a:lnTo>
                  <a:lnTo>
                    <a:pt x="1100569" y="1362540"/>
                  </a:lnTo>
                  <a:lnTo>
                    <a:pt x="1100526" y="1362568"/>
                  </a:lnTo>
                  <a:lnTo>
                    <a:pt x="1100517" y="1362577"/>
                  </a:lnTo>
                  <a:lnTo>
                    <a:pt x="1100502" y="1362584"/>
                  </a:lnTo>
                  <a:lnTo>
                    <a:pt x="1100491" y="1362594"/>
                  </a:lnTo>
                  <a:lnTo>
                    <a:pt x="1100482" y="1362610"/>
                  </a:lnTo>
                  <a:lnTo>
                    <a:pt x="1100477" y="1362623"/>
                  </a:lnTo>
                  <a:lnTo>
                    <a:pt x="1100473" y="1362630"/>
                  </a:lnTo>
                  <a:lnTo>
                    <a:pt x="1100473" y="1362635"/>
                  </a:lnTo>
                  <a:lnTo>
                    <a:pt x="1100478" y="1362639"/>
                  </a:lnTo>
                  <a:lnTo>
                    <a:pt x="1100491" y="1362653"/>
                  </a:lnTo>
                  <a:lnTo>
                    <a:pt x="1100496" y="1362662"/>
                  </a:lnTo>
                  <a:lnTo>
                    <a:pt x="1100500" y="1362667"/>
                  </a:lnTo>
                  <a:lnTo>
                    <a:pt x="1100502" y="1362673"/>
                  </a:lnTo>
                  <a:lnTo>
                    <a:pt x="1100510" y="1362686"/>
                  </a:lnTo>
                  <a:lnTo>
                    <a:pt x="1100520" y="1362698"/>
                  </a:lnTo>
                  <a:lnTo>
                    <a:pt x="1100522" y="1362704"/>
                  </a:lnTo>
                  <a:lnTo>
                    <a:pt x="1100522" y="1362709"/>
                  </a:lnTo>
                  <a:lnTo>
                    <a:pt x="1100520" y="1362718"/>
                  </a:lnTo>
                  <a:lnTo>
                    <a:pt x="1100515" y="1362733"/>
                  </a:lnTo>
                  <a:lnTo>
                    <a:pt x="1100513" y="1362747"/>
                  </a:lnTo>
                  <a:lnTo>
                    <a:pt x="1100510" y="1362767"/>
                  </a:lnTo>
                  <a:lnTo>
                    <a:pt x="1100505" y="1362782"/>
                  </a:lnTo>
                  <a:lnTo>
                    <a:pt x="1100499" y="1362789"/>
                  </a:lnTo>
                  <a:lnTo>
                    <a:pt x="1100484" y="1362797"/>
                  </a:lnTo>
                  <a:lnTo>
                    <a:pt x="1100472" y="1362805"/>
                  </a:lnTo>
                  <a:lnTo>
                    <a:pt x="1100465" y="1362815"/>
                  </a:lnTo>
                  <a:lnTo>
                    <a:pt x="1100456" y="1362831"/>
                  </a:lnTo>
                  <a:lnTo>
                    <a:pt x="1100448" y="1362839"/>
                  </a:lnTo>
                  <a:lnTo>
                    <a:pt x="1100431" y="1362850"/>
                  </a:lnTo>
                  <a:lnTo>
                    <a:pt x="1100416" y="1362861"/>
                  </a:lnTo>
                  <a:lnTo>
                    <a:pt x="1100408" y="1362876"/>
                  </a:lnTo>
                  <a:lnTo>
                    <a:pt x="1100395" y="1362898"/>
                  </a:lnTo>
                  <a:lnTo>
                    <a:pt x="1100385" y="1362915"/>
                  </a:lnTo>
                  <a:lnTo>
                    <a:pt x="1100378" y="1362923"/>
                  </a:lnTo>
                  <a:lnTo>
                    <a:pt x="1100368" y="1362927"/>
                  </a:lnTo>
                  <a:lnTo>
                    <a:pt x="1100345" y="1362926"/>
                  </a:lnTo>
                  <a:lnTo>
                    <a:pt x="1100323" y="1362922"/>
                  </a:lnTo>
                  <a:lnTo>
                    <a:pt x="1100291" y="1362924"/>
                  </a:lnTo>
                  <a:lnTo>
                    <a:pt x="1100270" y="1362924"/>
                  </a:lnTo>
                  <a:lnTo>
                    <a:pt x="1100262" y="1362927"/>
                  </a:lnTo>
                  <a:lnTo>
                    <a:pt x="1100257" y="1362935"/>
                  </a:lnTo>
                  <a:lnTo>
                    <a:pt x="1100246" y="1362959"/>
                  </a:lnTo>
                  <a:lnTo>
                    <a:pt x="1100237" y="1362978"/>
                  </a:lnTo>
                  <a:lnTo>
                    <a:pt x="1100225" y="1362994"/>
                  </a:lnTo>
                  <a:lnTo>
                    <a:pt x="1100208" y="1363005"/>
                  </a:lnTo>
                  <a:lnTo>
                    <a:pt x="1100193" y="1363012"/>
                  </a:lnTo>
                  <a:lnTo>
                    <a:pt x="1100183" y="1363019"/>
                  </a:lnTo>
                  <a:lnTo>
                    <a:pt x="1100177" y="1363026"/>
                  </a:lnTo>
                  <a:lnTo>
                    <a:pt x="1100166" y="1363037"/>
                  </a:lnTo>
                  <a:lnTo>
                    <a:pt x="1100157" y="1363040"/>
                  </a:lnTo>
                  <a:lnTo>
                    <a:pt x="1100151" y="1363039"/>
                  </a:lnTo>
                  <a:lnTo>
                    <a:pt x="1100140" y="1363034"/>
                  </a:lnTo>
                  <a:lnTo>
                    <a:pt x="1100136" y="1363031"/>
                  </a:lnTo>
                  <a:lnTo>
                    <a:pt x="1100130" y="1363030"/>
                  </a:lnTo>
                  <a:lnTo>
                    <a:pt x="1100127" y="1363033"/>
                  </a:lnTo>
                  <a:lnTo>
                    <a:pt x="1100126" y="1363039"/>
                  </a:lnTo>
                  <a:lnTo>
                    <a:pt x="1100127" y="1363048"/>
                  </a:lnTo>
                  <a:lnTo>
                    <a:pt x="1100130" y="1363056"/>
                  </a:lnTo>
                  <a:lnTo>
                    <a:pt x="1100132" y="1363071"/>
                  </a:lnTo>
                  <a:lnTo>
                    <a:pt x="1100133" y="1363081"/>
                  </a:lnTo>
                  <a:lnTo>
                    <a:pt x="1100132" y="1363116"/>
                  </a:lnTo>
                  <a:lnTo>
                    <a:pt x="1100128" y="1363137"/>
                  </a:lnTo>
                  <a:lnTo>
                    <a:pt x="1100126" y="1363153"/>
                  </a:lnTo>
                  <a:lnTo>
                    <a:pt x="1100123" y="1363162"/>
                  </a:lnTo>
                  <a:lnTo>
                    <a:pt x="1100109" y="1363171"/>
                  </a:lnTo>
                  <a:lnTo>
                    <a:pt x="1100091" y="1363172"/>
                  </a:lnTo>
                  <a:lnTo>
                    <a:pt x="1100081" y="1363173"/>
                  </a:lnTo>
                  <a:lnTo>
                    <a:pt x="1100059" y="1363175"/>
                  </a:lnTo>
                  <a:lnTo>
                    <a:pt x="1100048" y="1363175"/>
                  </a:lnTo>
                  <a:lnTo>
                    <a:pt x="1100034" y="1363174"/>
                  </a:lnTo>
                  <a:lnTo>
                    <a:pt x="1100026" y="1363175"/>
                  </a:lnTo>
                  <a:lnTo>
                    <a:pt x="1100018" y="1363174"/>
                  </a:lnTo>
                  <a:lnTo>
                    <a:pt x="1100003" y="1363177"/>
                  </a:lnTo>
                  <a:lnTo>
                    <a:pt x="1099989" y="1363179"/>
                  </a:lnTo>
                  <a:lnTo>
                    <a:pt x="1099975" y="1363178"/>
                  </a:lnTo>
                  <a:lnTo>
                    <a:pt x="1099960" y="1363174"/>
                  </a:lnTo>
                  <a:lnTo>
                    <a:pt x="1099946" y="1363169"/>
                  </a:lnTo>
                  <a:lnTo>
                    <a:pt x="1099932" y="1363165"/>
                  </a:lnTo>
                  <a:lnTo>
                    <a:pt x="1099917" y="1363157"/>
                  </a:lnTo>
                  <a:lnTo>
                    <a:pt x="1099910" y="1363154"/>
                  </a:lnTo>
                  <a:lnTo>
                    <a:pt x="1099903" y="1363149"/>
                  </a:lnTo>
                  <a:lnTo>
                    <a:pt x="1099889" y="1363140"/>
                  </a:lnTo>
                  <a:lnTo>
                    <a:pt x="1099875" y="1363131"/>
                  </a:lnTo>
                  <a:lnTo>
                    <a:pt x="1099860" y="1363126"/>
                  </a:lnTo>
                  <a:lnTo>
                    <a:pt x="1099853" y="1363124"/>
                  </a:lnTo>
                  <a:lnTo>
                    <a:pt x="1099846" y="1363124"/>
                  </a:lnTo>
                  <a:lnTo>
                    <a:pt x="1099831" y="1363124"/>
                  </a:lnTo>
                  <a:lnTo>
                    <a:pt x="1099821" y="1363125"/>
                  </a:lnTo>
                  <a:lnTo>
                    <a:pt x="1099817" y="1363127"/>
                  </a:lnTo>
                  <a:lnTo>
                    <a:pt x="1099806" y="1363131"/>
                  </a:lnTo>
                  <a:lnTo>
                    <a:pt x="1099803" y="1363134"/>
                  </a:lnTo>
                  <a:lnTo>
                    <a:pt x="1099792" y="1363148"/>
                  </a:lnTo>
                  <a:lnTo>
                    <a:pt x="1099780" y="1363163"/>
                  </a:lnTo>
                  <a:lnTo>
                    <a:pt x="1099774" y="1363169"/>
                  </a:lnTo>
                  <a:lnTo>
                    <a:pt x="1099766" y="1363174"/>
                  </a:lnTo>
                  <a:lnTo>
                    <a:pt x="1099761" y="1363177"/>
                  </a:lnTo>
                  <a:lnTo>
                    <a:pt x="1099754" y="1363179"/>
                  </a:lnTo>
                  <a:lnTo>
                    <a:pt x="1099720" y="1363180"/>
                  </a:lnTo>
                  <a:lnTo>
                    <a:pt x="1099713" y="1363180"/>
                  </a:lnTo>
                  <a:lnTo>
                    <a:pt x="1099709" y="1363179"/>
                  </a:lnTo>
                  <a:lnTo>
                    <a:pt x="1099696" y="1363178"/>
                  </a:lnTo>
                  <a:lnTo>
                    <a:pt x="1099690" y="1363178"/>
                  </a:lnTo>
                  <a:lnTo>
                    <a:pt x="1099682" y="1363180"/>
                  </a:lnTo>
                  <a:lnTo>
                    <a:pt x="1099674" y="1363182"/>
                  </a:lnTo>
                  <a:lnTo>
                    <a:pt x="1099668" y="1363183"/>
                  </a:lnTo>
                  <a:lnTo>
                    <a:pt x="1099653" y="1363188"/>
                  </a:lnTo>
                  <a:lnTo>
                    <a:pt x="1099643" y="1363191"/>
                  </a:lnTo>
                  <a:lnTo>
                    <a:pt x="1099625" y="1363198"/>
                  </a:lnTo>
                  <a:lnTo>
                    <a:pt x="1099621" y="1363201"/>
                  </a:lnTo>
                  <a:lnTo>
                    <a:pt x="1099610" y="1363205"/>
                  </a:lnTo>
                  <a:lnTo>
                    <a:pt x="1099605" y="1363207"/>
                  </a:lnTo>
                  <a:lnTo>
                    <a:pt x="1099596" y="1363213"/>
                  </a:lnTo>
                  <a:lnTo>
                    <a:pt x="1099588" y="1363220"/>
                  </a:lnTo>
                  <a:lnTo>
                    <a:pt x="1099586" y="1363226"/>
                  </a:lnTo>
                  <a:lnTo>
                    <a:pt x="1099594" y="1363234"/>
                  </a:lnTo>
                  <a:lnTo>
                    <a:pt x="1099599" y="1363237"/>
                  </a:lnTo>
                  <a:lnTo>
                    <a:pt x="1099613" y="1363247"/>
                  </a:lnTo>
                  <a:lnTo>
                    <a:pt x="1099627" y="1363257"/>
                  </a:lnTo>
                  <a:lnTo>
                    <a:pt x="1099640" y="1363269"/>
                  </a:lnTo>
                  <a:lnTo>
                    <a:pt x="1099653" y="1363281"/>
                  </a:lnTo>
                  <a:lnTo>
                    <a:pt x="1099679" y="1363327"/>
                  </a:lnTo>
                  <a:lnTo>
                    <a:pt x="1099683" y="1363336"/>
                  </a:lnTo>
                  <a:lnTo>
                    <a:pt x="1099687" y="1363351"/>
                  </a:lnTo>
                  <a:lnTo>
                    <a:pt x="1099691" y="1363366"/>
                  </a:lnTo>
                  <a:lnTo>
                    <a:pt x="1099694" y="1363382"/>
                  </a:lnTo>
                  <a:lnTo>
                    <a:pt x="1099699" y="1363397"/>
                  </a:lnTo>
                  <a:lnTo>
                    <a:pt x="1099701" y="1363412"/>
                  </a:lnTo>
                  <a:lnTo>
                    <a:pt x="1099703" y="1363427"/>
                  </a:lnTo>
                  <a:lnTo>
                    <a:pt x="1099705" y="1363437"/>
                  </a:lnTo>
                  <a:lnTo>
                    <a:pt x="1099703" y="1363442"/>
                  </a:lnTo>
                  <a:lnTo>
                    <a:pt x="1099702" y="1363448"/>
                  </a:lnTo>
                  <a:lnTo>
                    <a:pt x="1099698" y="1363454"/>
                  </a:lnTo>
                  <a:lnTo>
                    <a:pt x="1099681" y="1363466"/>
                  </a:lnTo>
                  <a:lnTo>
                    <a:pt x="1099667" y="1363477"/>
                  </a:lnTo>
                  <a:lnTo>
                    <a:pt x="1099654" y="1363490"/>
                  </a:lnTo>
                  <a:lnTo>
                    <a:pt x="1099650" y="1363494"/>
                  </a:lnTo>
                  <a:lnTo>
                    <a:pt x="1099645" y="1363503"/>
                  </a:lnTo>
                  <a:lnTo>
                    <a:pt x="1099641" y="1363520"/>
                  </a:lnTo>
                  <a:lnTo>
                    <a:pt x="1099639" y="1363535"/>
                  </a:lnTo>
                  <a:lnTo>
                    <a:pt x="1099638" y="1363550"/>
                  </a:lnTo>
                  <a:lnTo>
                    <a:pt x="1099635" y="1363565"/>
                  </a:lnTo>
                  <a:lnTo>
                    <a:pt x="1099631" y="1363573"/>
                  </a:lnTo>
                  <a:lnTo>
                    <a:pt x="1099623" y="1363579"/>
                  </a:lnTo>
                  <a:lnTo>
                    <a:pt x="1099612" y="1363585"/>
                  </a:lnTo>
                  <a:lnTo>
                    <a:pt x="1099595" y="1363587"/>
                  </a:lnTo>
                  <a:lnTo>
                    <a:pt x="1099581" y="1363589"/>
                  </a:lnTo>
                  <a:lnTo>
                    <a:pt x="1099573" y="1363589"/>
                  </a:lnTo>
                  <a:lnTo>
                    <a:pt x="1099563" y="1363591"/>
                  </a:lnTo>
                  <a:lnTo>
                    <a:pt x="1099552" y="1363594"/>
                  </a:lnTo>
                  <a:lnTo>
                    <a:pt x="1099547" y="1363595"/>
                  </a:lnTo>
                  <a:lnTo>
                    <a:pt x="1099538" y="1363600"/>
                  </a:lnTo>
                  <a:lnTo>
                    <a:pt x="1099524" y="1363605"/>
                  </a:lnTo>
                  <a:lnTo>
                    <a:pt x="1099520" y="1363607"/>
                  </a:lnTo>
                  <a:lnTo>
                    <a:pt x="1099509" y="1363608"/>
                  </a:lnTo>
                  <a:lnTo>
                    <a:pt x="1099495" y="1363607"/>
                  </a:lnTo>
                  <a:lnTo>
                    <a:pt x="1099481" y="1363608"/>
                  </a:lnTo>
                  <a:lnTo>
                    <a:pt x="1099467" y="1363609"/>
                  </a:lnTo>
                  <a:lnTo>
                    <a:pt x="1099458" y="1363608"/>
                  </a:lnTo>
                  <a:lnTo>
                    <a:pt x="1099452" y="1363610"/>
                  </a:lnTo>
                  <a:lnTo>
                    <a:pt x="1099446" y="1363611"/>
                  </a:lnTo>
                  <a:lnTo>
                    <a:pt x="1099438" y="1363616"/>
                  </a:lnTo>
                  <a:lnTo>
                    <a:pt x="1099424" y="1363628"/>
                  </a:lnTo>
                  <a:lnTo>
                    <a:pt x="1099409" y="1363641"/>
                  </a:lnTo>
                  <a:lnTo>
                    <a:pt x="1099395" y="1363653"/>
                  </a:lnTo>
                  <a:lnTo>
                    <a:pt x="1099381" y="1363663"/>
                  </a:lnTo>
                  <a:lnTo>
                    <a:pt x="1099367" y="1363669"/>
                  </a:lnTo>
                  <a:lnTo>
                    <a:pt x="1099352" y="1363675"/>
                  </a:lnTo>
                  <a:lnTo>
                    <a:pt x="1099338" y="1363679"/>
                  </a:lnTo>
                  <a:lnTo>
                    <a:pt x="1099323" y="1363682"/>
                  </a:lnTo>
                  <a:lnTo>
                    <a:pt x="1099309" y="1363682"/>
                  </a:lnTo>
                  <a:lnTo>
                    <a:pt x="1099295" y="1363683"/>
                  </a:lnTo>
                  <a:lnTo>
                    <a:pt x="1099281" y="1363685"/>
                  </a:lnTo>
                  <a:lnTo>
                    <a:pt x="1099266" y="1363690"/>
                  </a:lnTo>
                  <a:lnTo>
                    <a:pt x="1099252" y="1363693"/>
                  </a:lnTo>
                  <a:lnTo>
                    <a:pt x="1099238" y="1363696"/>
                  </a:lnTo>
                  <a:lnTo>
                    <a:pt x="1099232" y="1363696"/>
                  </a:lnTo>
                  <a:lnTo>
                    <a:pt x="1099223" y="1363699"/>
                  </a:lnTo>
                  <a:lnTo>
                    <a:pt x="1099209" y="1363703"/>
                  </a:lnTo>
                  <a:lnTo>
                    <a:pt x="1099201" y="1363703"/>
                  </a:lnTo>
                  <a:lnTo>
                    <a:pt x="1099195" y="1363705"/>
                  </a:lnTo>
                  <a:lnTo>
                    <a:pt x="1099184" y="1363705"/>
                  </a:lnTo>
                  <a:lnTo>
                    <a:pt x="1099180" y="1363707"/>
                  </a:lnTo>
                  <a:lnTo>
                    <a:pt x="1099173" y="1363708"/>
                  </a:lnTo>
                  <a:lnTo>
                    <a:pt x="1099166" y="1363711"/>
                  </a:lnTo>
                  <a:lnTo>
                    <a:pt x="1099137" y="1363720"/>
                  </a:lnTo>
                  <a:lnTo>
                    <a:pt x="1099130" y="1363723"/>
                  </a:lnTo>
                  <a:lnTo>
                    <a:pt x="1099123" y="1363724"/>
                  </a:lnTo>
                  <a:lnTo>
                    <a:pt x="1099109" y="1363728"/>
                  </a:lnTo>
                  <a:lnTo>
                    <a:pt x="1099097" y="1363729"/>
                  </a:lnTo>
                  <a:lnTo>
                    <a:pt x="1099084" y="1363725"/>
                  </a:lnTo>
                  <a:lnTo>
                    <a:pt x="1099080" y="1363722"/>
                  </a:lnTo>
                  <a:lnTo>
                    <a:pt x="1099077" y="1363718"/>
                  </a:lnTo>
                  <a:lnTo>
                    <a:pt x="1099066" y="1363712"/>
                  </a:lnTo>
                  <a:lnTo>
                    <a:pt x="1099052" y="1363706"/>
                  </a:lnTo>
                  <a:lnTo>
                    <a:pt x="1099038" y="1363700"/>
                  </a:lnTo>
                  <a:lnTo>
                    <a:pt x="1099024" y="1363695"/>
                  </a:lnTo>
                  <a:lnTo>
                    <a:pt x="1099009" y="1363690"/>
                  </a:lnTo>
                  <a:lnTo>
                    <a:pt x="1099002" y="1363690"/>
                  </a:lnTo>
                  <a:lnTo>
                    <a:pt x="1098995" y="1363688"/>
                  </a:lnTo>
                  <a:lnTo>
                    <a:pt x="1098981" y="1363684"/>
                  </a:lnTo>
                  <a:lnTo>
                    <a:pt x="1098967" y="1363682"/>
                  </a:lnTo>
                  <a:lnTo>
                    <a:pt x="1098956" y="1363682"/>
                  </a:lnTo>
                  <a:lnTo>
                    <a:pt x="1098953" y="1363684"/>
                  </a:lnTo>
                  <a:lnTo>
                    <a:pt x="1098938" y="1363690"/>
                  </a:lnTo>
                  <a:lnTo>
                    <a:pt x="1098924" y="1363696"/>
                  </a:lnTo>
                  <a:lnTo>
                    <a:pt x="1098917" y="1363699"/>
                  </a:lnTo>
                  <a:lnTo>
                    <a:pt x="1098864" y="1363711"/>
                  </a:lnTo>
                  <a:lnTo>
                    <a:pt x="1098860" y="1363711"/>
                  </a:lnTo>
                  <a:lnTo>
                    <a:pt x="1098845" y="1363709"/>
                  </a:lnTo>
                  <a:lnTo>
                    <a:pt x="1098837" y="1363707"/>
                  </a:lnTo>
                  <a:lnTo>
                    <a:pt x="1098831" y="1363703"/>
                  </a:lnTo>
                  <a:lnTo>
                    <a:pt x="1098821" y="1363689"/>
                  </a:lnTo>
                  <a:lnTo>
                    <a:pt x="1098810" y="1363672"/>
                  </a:lnTo>
                  <a:lnTo>
                    <a:pt x="1098798" y="1363663"/>
                  </a:lnTo>
                  <a:lnTo>
                    <a:pt x="1098782" y="1363656"/>
                  </a:lnTo>
                  <a:lnTo>
                    <a:pt x="1098768" y="1363652"/>
                  </a:lnTo>
                  <a:lnTo>
                    <a:pt x="1098753" y="1363649"/>
                  </a:lnTo>
                  <a:lnTo>
                    <a:pt x="1098739" y="1363646"/>
                  </a:lnTo>
                  <a:lnTo>
                    <a:pt x="1098725" y="1363646"/>
                  </a:lnTo>
                  <a:lnTo>
                    <a:pt x="1098714" y="1363647"/>
                  </a:lnTo>
                  <a:lnTo>
                    <a:pt x="1098696" y="1363654"/>
                  </a:lnTo>
                  <a:lnTo>
                    <a:pt x="1098682" y="1363663"/>
                  </a:lnTo>
                  <a:lnTo>
                    <a:pt x="1098666" y="1363674"/>
                  </a:lnTo>
                  <a:lnTo>
                    <a:pt x="1098586" y="1363749"/>
                  </a:lnTo>
                  <a:lnTo>
                    <a:pt x="1098574" y="1363756"/>
                  </a:lnTo>
                  <a:lnTo>
                    <a:pt x="1098564" y="1363757"/>
                  </a:lnTo>
                  <a:lnTo>
                    <a:pt x="1098557" y="1363754"/>
                  </a:lnTo>
                  <a:lnTo>
                    <a:pt x="1098543" y="1363751"/>
                  </a:lnTo>
                  <a:lnTo>
                    <a:pt x="1098529" y="1363746"/>
                  </a:lnTo>
                  <a:lnTo>
                    <a:pt x="1098515" y="1363741"/>
                  </a:lnTo>
                  <a:lnTo>
                    <a:pt x="1098458" y="1363732"/>
                  </a:lnTo>
                  <a:lnTo>
                    <a:pt x="1098444" y="1363728"/>
                  </a:lnTo>
                  <a:lnTo>
                    <a:pt x="1098429" y="1363724"/>
                  </a:lnTo>
                  <a:lnTo>
                    <a:pt x="1098415" y="1363722"/>
                  </a:lnTo>
                  <a:lnTo>
                    <a:pt x="1098401" y="1363722"/>
                  </a:lnTo>
                  <a:lnTo>
                    <a:pt x="1098387" y="1363720"/>
                  </a:lnTo>
                  <a:lnTo>
                    <a:pt x="1098373" y="1363719"/>
                  </a:lnTo>
                  <a:lnTo>
                    <a:pt x="1098358" y="1363717"/>
                  </a:lnTo>
                  <a:lnTo>
                    <a:pt x="1098350" y="1363712"/>
                  </a:lnTo>
                  <a:lnTo>
                    <a:pt x="1098345" y="1363707"/>
                  </a:lnTo>
                  <a:lnTo>
                    <a:pt x="1098331" y="1363693"/>
                  </a:lnTo>
                  <a:lnTo>
                    <a:pt x="1098317" y="1363681"/>
                  </a:lnTo>
                  <a:lnTo>
                    <a:pt x="1098305" y="1363673"/>
                  </a:lnTo>
                  <a:lnTo>
                    <a:pt x="1098289" y="1363668"/>
                  </a:lnTo>
                  <a:lnTo>
                    <a:pt x="1098278" y="1363665"/>
                  </a:lnTo>
                  <a:lnTo>
                    <a:pt x="1098275" y="1363662"/>
                  </a:lnTo>
                  <a:lnTo>
                    <a:pt x="1098252" y="1363641"/>
                  </a:lnTo>
                  <a:lnTo>
                    <a:pt x="1098248" y="1363639"/>
                  </a:lnTo>
                  <a:lnTo>
                    <a:pt x="1098241" y="1363636"/>
                  </a:lnTo>
                  <a:lnTo>
                    <a:pt x="1098233" y="1363635"/>
                  </a:lnTo>
                  <a:lnTo>
                    <a:pt x="1098221" y="1363630"/>
                  </a:lnTo>
                  <a:lnTo>
                    <a:pt x="1098214" y="1363622"/>
                  </a:lnTo>
                  <a:lnTo>
                    <a:pt x="1098211" y="1363615"/>
                  </a:lnTo>
                  <a:lnTo>
                    <a:pt x="1098206" y="1363606"/>
                  </a:lnTo>
                  <a:lnTo>
                    <a:pt x="1098204" y="1363598"/>
                  </a:lnTo>
                  <a:lnTo>
                    <a:pt x="1098199" y="1363583"/>
                  </a:lnTo>
                  <a:lnTo>
                    <a:pt x="1098192" y="1363568"/>
                  </a:lnTo>
                  <a:lnTo>
                    <a:pt x="1098190" y="1363562"/>
                  </a:lnTo>
                  <a:lnTo>
                    <a:pt x="1098185" y="1363553"/>
                  </a:lnTo>
                  <a:lnTo>
                    <a:pt x="1098178" y="1363539"/>
                  </a:lnTo>
                  <a:lnTo>
                    <a:pt x="1098170" y="1363522"/>
                  </a:lnTo>
                  <a:lnTo>
                    <a:pt x="1098166" y="1363511"/>
                  </a:lnTo>
                  <a:lnTo>
                    <a:pt x="1098163" y="1363507"/>
                  </a:lnTo>
                  <a:lnTo>
                    <a:pt x="1098157" y="1363499"/>
                  </a:lnTo>
                  <a:lnTo>
                    <a:pt x="1098151" y="1363495"/>
                  </a:lnTo>
                  <a:lnTo>
                    <a:pt x="1098136" y="1363490"/>
                  </a:lnTo>
                  <a:lnTo>
                    <a:pt x="1098122" y="1363483"/>
                  </a:lnTo>
                  <a:lnTo>
                    <a:pt x="1098108" y="1363476"/>
                  </a:lnTo>
                  <a:lnTo>
                    <a:pt x="1098094" y="1363465"/>
                  </a:lnTo>
                  <a:lnTo>
                    <a:pt x="1098080" y="1363451"/>
                  </a:lnTo>
                  <a:lnTo>
                    <a:pt x="1098069" y="1363440"/>
                  </a:lnTo>
                  <a:lnTo>
                    <a:pt x="1098037" y="1363396"/>
                  </a:lnTo>
                  <a:lnTo>
                    <a:pt x="1098033" y="1363389"/>
                  </a:lnTo>
                  <a:lnTo>
                    <a:pt x="1098028" y="1363386"/>
                  </a:lnTo>
                  <a:lnTo>
                    <a:pt x="1098012" y="1363383"/>
                  </a:lnTo>
                  <a:lnTo>
                    <a:pt x="1097997" y="1363380"/>
                  </a:lnTo>
                  <a:lnTo>
                    <a:pt x="1097988" y="1363376"/>
                  </a:lnTo>
                  <a:lnTo>
                    <a:pt x="1097984" y="1363371"/>
                  </a:lnTo>
                  <a:lnTo>
                    <a:pt x="1097981" y="1363367"/>
                  </a:lnTo>
                  <a:lnTo>
                    <a:pt x="1097976" y="1363357"/>
                  </a:lnTo>
                  <a:lnTo>
                    <a:pt x="1097971" y="1363340"/>
                  </a:lnTo>
                  <a:lnTo>
                    <a:pt x="1097966" y="1363325"/>
                  </a:lnTo>
                  <a:lnTo>
                    <a:pt x="1097964" y="1363316"/>
                  </a:lnTo>
                  <a:lnTo>
                    <a:pt x="1097960" y="1363310"/>
                  </a:lnTo>
                  <a:lnTo>
                    <a:pt x="1097955" y="1363295"/>
                  </a:lnTo>
                  <a:lnTo>
                    <a:pt x="1097950" y="1363280"/>
                  </a:lnTo>
                  <a:lnTo>
                    <a:pt x="1097943" y="1363250"/>
                  </a:lnTo>
                  <a:lnTo>
                    <a:pt x="1097940" y="1363234"/>
                  </a:lnTo>
                  <a:lnTo>
                    <a:pt x="1097938" y="1363219"/>
                  </a:lnTo>
                  <a:lnTo>
                    <a:pt x="1097937" y="1363204"/>
                  </a:lnTo>
                  <a:lnTo>
                    <a:pt x="1097933" y="1363189"/>
                  </a:lnTo>
                  <a:lnTo>
                    <a:pt x="1097931" y="1363184"/>
                  </a:lnTo>
                  <a:lnTo>
                    <a:pt x="1097923" y="1363174"/>
                  </a:lnTo>
                  <a:lnTo>
                    <a:pt x="1097911" y="1363160"/>
                  </a:lnTo>
                  <a:lnTo>
                    <a:pt x="1097898" y="1363144"/>
                  </a:lnTo>
                  <a:lnTo>
                    <a:pt x="1097886" y="1363130"/>
                  </a:lnTo>
                  <a:lnTo>
                    <a:pt x="1097877" y="1363123"/>
                  </a:lnTo>
                  <a:lnTo>
                    <a:pt x="1097872" y="1363124"/>
                  </a:lnTo>
                  <a:lnTo>
                    <a:pt x="1097864" y="1363129"/>
                  </a:lnTo>
                  <a:lnTo>
                    <a:pt x="1097771" y="1363210"/>
                  </a:lnTo>
                  <a:lnTo>
                    <a:pt x="1097756" y="1363222"/>
                  </a:lnTo>
                  <a:lnTo>
                    <a:pt x="1097742" y="1363229"/>
                  </a:lnTo>
                  <a:lnTo>
                    <a:pt x="1097727" y="1363238"/>
                  </a:lnTo>
                  <a:lnTo>
                    <a:pt x="1097713" y="1363248"/>
                  </a:lnTo>
                  <a:lnTo>
                    <a:pt x="1097706" y="1363253"/>
                  </a:lnTo>
                  <a:lnTo>
                    <a:pt x="1097698" y="1363253"/>
                  </a:lnTo>
                  <a:lnTo>
                    <a:pt x="1097691" y="1363252"/>
                  </a:lnTo>
                  <a:lnTo>
                    <a:pt x="1097684" y="1363249"/>
                  </a:lnTo>
                  <a:lnTo>
                    <a:pt x="1097673" y="1363243"/>
                  </a:lnTo>
                  <a:lnTo>
                    <a:pt x="1097667" y="1363241"/>
                  </a:lnTo>
                  <a:lnTo>
                    <a:pt x="1097656" y="1363238"/>
                  </a:lnTo>
                  <a:lnTo>
                    <a:pt x="1097642" y="1363235"/>
                  </a:lnTo>
                  <a:lnTo>
                    <a:pt x="1097634" y="1363235"/>
                  </a:lnTo>
                  <a:lnTo>
                    <a:pt x="1097627" y="1363233"/>
                  </a:lnTo>
                  <a:lnTo>
                    <a:pt x="1097613" y="1363232"/>
                  </a:lnTo>
                  <a:lnTo>
                    <a:pt x="1097599" y="1363230"/>
                  </a:lnTo>
                  <a:lnTo>
                    <a:pt x="1097556" y="1363229"/>
                  </a:lnTo>
                  <a:lnTo>
                    <a:pt x="1097542" y="1363231"/>
                  </a:lnTo>
                  <a:lnTo>
                    <a:pt x="1097527" y="1363232"/>
                  </a:lnTo>
                  <a:lnTo>
                    <a:pt x="1097521" y="1363233"/>
                  </a:lnTo>
                  <a:lnTo>
                    <a:pt x="1097514" y="1363241"/>
                  </a:lnTo>
                  <a:lnTo>
                    <a:pt x="1097509" y="1363256"/>
                  </a:lnTo>
                  <a:lnTo>
                    <a:pt x="1097502" y="1363273"/>
                  </a:lnTo>
                  <a:lnTo>
                    <a:pt x="1097495" y="1363286"/>
                  </a:lnTo>
                  <a:lnTo>
                    <a:pt x="1097491" y="1363296"/>
                  </a:lnTo>
                  <a:lnTo>
                    <a:pt x="1097485" y="1363306"/>
                  </a:lnTo>
                  <a:lnTo>
                    <a:pt x="1097478" y="1363314"/>
                  </a:lnTo>
                  <a:lnTo>
                    <a:pt x="1097445" y="1363334"/>
                  </a:lnTo>
                  <a:lnTo>
                    <a:pt x="1097330" y="1363361"/>
                  </a:lnTo>
                  <a:lnTo>
                    <a:pt x="1097317" y="1363364"/>
                  </a:lnTo>
                  <a:lnTo>
                    <a:pt x="1097303" y="1363365"/>
                  </a:lnTo>
                  <a:lnTo>
                    <a:pt x="1097288" y="1363366"/>
                  </a:lnTo>
                  <a:lnTo>
                    <a:pt x="1097273" y="1363368"/>
                  </a:lnTo>
                  <a:lnTo>
                    <a:pt x="1097215" y="1363358"/>
                  </a:lnTo>
                  <a:lnTo>
                    <a:pt x="1097211" y="1363356"/>
                  </a:lnTo>
                  <a:lnTo>
                    <a:pt x="1097197" y="1363352"/>
                  </a:lnTo>
                  <a:lnTo>
                    <a:pt x="1097183" y="1363349"/>
                  </a:lnTo>
                  <a:lnTo>
                    <a:pt x="1097171" y="1363350"/>
                  </a:lnTo>
                  <a:lnTo>
                    <a:pt x="1097163" y="1363353"/>
                  </a:lnTo>
                  <a:lnTo>
                    <a:pt x="1097157" y="1363357"/>
                  </a:lnTo>
                  <a:lnTo>
                    <a:pt x="1097141" y="1363365"/>
                  </a:lnTo>
                  <a:lnTo>
                    <a:pt x="1097135" y="1363369"/>
                  </a:lnTo>
                  <a:lnTo>
                    <a:pt x="1097126" y="1363372"/>
                  </a:lnTo>
                  <a:lnTo>
                    <a:pt x="1097118" y="1363374"/>
                  </a:lnTo>
                  <a:lnTo>
                    <a:pt x="1097112" y="1363376"/>
                  </a:lnTo>
                  <a:lnTo>
                    <a:pt x="1097105" y="1363378"/>
                  </a:lnTo>
                  <a:lnTo>
                    <a:pt x="1097098" y="1363378"/>
                  </a:lnTo>
                  <a:lnTo>
                    <a:pt x="1097084" y="1363371"/>
                  </a:lnTo>
                  <a:lnTo>
                    <a:pt x="1097070" y="1363360"/>
                  </a:lnTo>
                  <a:lnTo>
                    <a:pt x="1097055" y="1363347"/>
                  </a:lnTo>
                  <a:lnTo>
                    <a:pt x="1097049" y="1363343"/>
                  </a:lnTo>
                  <a:lnTo>
                    <a:pt x="1097041" y="1363343"/>
                  </a:lnTo>
                  <a:lnTo>
                    <a:pt x="1097029" y="1363352"/>
                  </a:lnTo>
                  <a:lnTo>
                    <a:pt x="1097025" y="1363354"/>
                  </a:lnTo>
                  <a:lnTo>
                    <a:pt x="1097014" y="1363356"/>
                  </a:lnTo>
                  <a:lnTo>
                    <a:pt x="1096998" y="1363354"/>
                  </a:lnTo>
                  <a:lnTo>
                    <a:pt x="1096984" y="1363350"/>
                  </a:lnTo>
                  <a:lnTo>
                    <a:pt x="1096970" y="1363345"/>
                  </a:lnTo>
                  <a:lnTo>
                    <a:pt x="1096956" y="1363340"/>
                  </a:lnTo>
                  <a:lnTo>
                    <a:pt x="1096942" y="1363339"/>
                  </a:lnTo>
                  <a:lnTo>
                    <a:pt x="1096927" y="1363339"/>
                  </a:lnTo>
                  <a:lnTo>
                    <a:pt x="1096913" y="1363337"/>
                  </a:lnTo>
                  <a:lnTo>
                    <a:pt x="1096904" y="1363335"/>
                  </a:lnTo>
                  <a:lnTo>
                    <a:pt x="1096899" y="1363332"/>
                  </a:lnTo>
                  <a:lnTo>
                    <a:pt x="1096891" y="1363326"/>
                  </a:lnTo>
                  <a:lnTo>
                    <a:pt x="1096887" y="1363320"/>
                  </a:lnTo>
                  <a:lnTo>
                    <a:pt x="1096882" y="1363313"/>
                  </a:lnTo>
                  <a:lnTo>
                    <a:pt x="1096876" y="1363305"/>
                  </a:lnTo>
                  <a:lnTo>
                    <a:pt x="1096868" y="1363290"/>
                  </a:lnTo>
                  <a:lnTo>
                    <a:pt x="1096860" y="1363274"/>
                  </a:lnTo>
                  <a:lnTo>
                    <a:pt x="1096854" y="1363259"/>
                  </a:lnTo>
                  <a:lnTo>
                    <a:pt x="1096848" y="1363249"/>
                  </a:lnTo>
                  <a:lnTo>
                    <a:pt x="1096843" y="1363244"/>
                  </a:lnTo>
                  <a:lnTo>
                    <a:pt x="1096836" y="1363237"/>
                  </a:lnTo>
                  <a:lnTo>
                    <a:pt x="1096830" y="1363233"/>
                  </a:lnTo>
                  <a:lnTo>
                    <a:pt x="1096824" y="1363231"/>
                  </a:lnTo>
                  <a:lnTo>
                    <a:pt x="1096749" y="1363222"/>
                  </a:lnTo>
                  <a:lnTo>
                    <a:pt x="1096735" y="1363217"/>
                  </a:lnTo>
                  <a:lnTo>
                    <a:pt x="1096720" y="1363216"/>
                  </a:lnTo>
                  <a:lnTo>
                    <a:pt x="1096706" y="1363217"/>
                  </a:lnTo>
                  <a:lnTo>
                    <a:pt x="1096652" y="1363227"/>
                  </a:lnTo>
                  <a:lnTo>
                    <a:pt x="1096645" y="1363229"/>
                  </a:lnTo>
                  <a:lnTo>
                    <a:pt x="1096635" y="1363229"/>
                  </a:lnTo>
                  <a:lnTo>
                    <a:pt x="1096621" y="1363231"/>
                  </a:lnTo>
                  <a:lnTo>
                    <a:pt x="1096607" y="1363230"/>
                  </a:lnTo>
                  <a:lnTo>
                    <a:pt x="1096592" y="1363228"/>
                  </a:lnTo>
                  <a:lnTo>
                    <a:pt x="1096578" y="1363228"/>
                  </a:lnTo>
                  <a:lnTo>
                    <a:pt x="1096564" y="1363232"/>
                  </a:lnTo>
                  <a:lnTo>
                    <a:pt x="1096550" y="1363238"/>
                  </a:lnTo>
                  <a:lnTo>
                    <a:pt x="1096535" y="1363244"/>
                  </a:lnTo>
                  <a:lnTo>
                    <a:pt x="1096521" y="1363251"/>
                  </a:lnTo>
                  <a:lnTo>
                    <a:pt x="1096506" y="1363259"/>
                  </a:lnTo>
                  <a:lnTo>
                    <a:pt x="1096492" y="1363267"/>
                  </a:lnTo>
                  <a:lnTo>
                    <a:pt x="1096478" y="1363271"/>
                  </a:lnTo>
                  <a:lnTo>
                    <a:pt x="1096464" y="1363272"/>
                  </a:lnTo>
                  <a:lnTo>
                    <a:pt x="1096459" y="1363273"/>
                  </a:lnTo>
                  <a:lnTo>
                    <a:pt x="1096449" y="1363270"/>
                  </a:lnTo>
                  <a:lnTo>
                    <a:pt x="1096435" y="1363265"/>
                  </a:lnTo>
                  <a:lnTo>
                    <a:pt x="1096421" y="1363255"/>
                  </a:lnTo>
                  <a:lnTo>
                    <a:pt x="1096412" y="1363247"/>
                  </a:lnTo>
                  <a:lnTo>
                    <a:pt x="1096407" y="1363245"/>
                  </a:lnTo>
                  <a:lnTo>
                    <a:pt x="1096393" y="1363237"/>
                  </a:lnTo>
                  <a:lnTo>
                    <a:pt x="1096387" y="1363236"/>
                  </a:lnTo>
                  <a:lnTo>
                    <a:pt x="1096362" y="1363240"/>
                  </a:lnTo>
                  <a:lnTo>
                    <a:pt x="1096350" y="1363257"/>
                  </a:lnTo>
                  <a:lnTo>
                    <a:pt x="1096343" y="1363268"/>
                  </a:lnTo>
                  <a:lnTo>
                    <a:pt x="1096335" y="1363279"/>
                  </a:lnTo>
                  <a:lnTo>
                    <a:pt x="1096323" y="1363293"/>
                  </a:lnTo>
                  <a:lnTo>
                    <a:pt x="1096312" y="1363301"/>
                  </a:lnTo>
                  <a:lnTo>
                    <a:pt x="1096302" y="1363305"/>
                  </a:lnTo>
                  <a:lnTo>
                    <a:pt x="1096294" y="1363307"/>
                  </a:lnTo>
                  <a:lnTo>
                    <a:pt x="1096280" y="1363310"/>
                  </a:lnTo>
                  <a:lnTo>
                    <a:pt x="1096266" y="1363312"/>
                  </a:lnTo>
                  <a:lnTo>
                    <a:pt x="1096255" y="1363313"/>
                  </a:lnTo>
                  <a:lnTo>
                    <a:pt x="1096251" y="1363315"/>
                  </a:lnTo>
                  <a:lnTo>
                    <a:pt x="1096237" y="1363319"/>
                  </a:lnTo>
                  <a:lnTo>
                    <a:pt x="1096223" y="1363324"/>
                  </a:lnTo>
                  <a:lnTo>
                    <a:pt x="1096208" y="1363330"/>
                  </a:lnTo>
                  <a:lnTo>
                    <a:pt x="1096196" y="1363338"/>
                  </a:lnTo>
                  <a:lnTo>
                    <a:pt x="1096190" y="1363346"/>
                  </a:lnTo>
                  <a:lnTo>
                    <a:pt x="1096190" y="1363354"/>
                  </a:lnTo>
                  <a:lnTo>
                    <a:pt x="1096192" y="1363359"/>
                  </a:lnTo>
                  <a:lnTo>
                    <a:pt x="1096199" y="1363367"/>
                  </a:lnTo>
                  <a:lnTo>
                    <a:pt x="1096205" y="1363375"/>
                  </a:lnTo>
                  <a:lnTo>
                    <a:pt x="1096217" y="1363416"/>
                  </a:lnTo>
                  <a:lnTo>
                    <a:pt x="1096217" y="1363430"/>
                  </a:lnTo>
                  <a:lnTo>
                    <a:pt x="1096215" y="1363436"/>
                  </a:lnTo>
                  <a:lnTo>
                    <a:pt x="1096214" y="1363451"/>
                  </a:lnTo>
                  <a:lnTo>
                    <a:pt x="1096212" y="1363467"/>
                  </a:lnTo>
                  <a:lnTo>
                    <a:pt x="1096210" y="1363482"/>
                  </a:lnTo>
                  <a:lnTo>
                    <a:pt x="1096209" y="1363497"/>
                  </a:lnTo>
                  <a:lnTo>
                    <a:pt x="1096207" y="1363512"/>
                  </a:lnTo>
                  <a:lnTo>
                    <a:pt x="1096205" y="1363527"/>
                  </a:lnTo>
                  <a:lnTo>
                    <a:pt x="1096204" y="1363572"/>
                  </a:lnTo>
                  <a:lnTo>
                    <a:pt x="1096205" y="1363602"/>
                  </a:lnTo>
                  <a:lnTo>
                    <a:pt x="1096207" y="1363617"/>
                  </a:lnTo>
                  <a:lnTo>
                    <a:pt x="1096209" y="1363632"/>
                  </a:lnTo>
                  <a:lnTo>
                    <a:pt x="1096214" y="1363647"/>
                  </a:lnTo>
                  <a:lnTo>
                    <a:pt x="1096215" y="1363652"/>
                  </a:lnTo>
                  <a:lnTo>
                    <a:pt x="1096220" y="1363663"/>
                  </a:lnTo>
                  <a:lnTo>
                    <a:pt x="1096226" y="1363671"/>
                  </a:lnTo>
                  <a:lnTo>
                    <a:pt x="1096232" y="1363677"/>
                  </a:lnTo>
                  <a:lnTo>
                    <a:pt x="1096241" y="1363684"/>
                  </a:lnTo>
                  <a:lnTo>
                    <a:pt x="1096271" y="1363692"/>
                  </a:lnTo>
                  <a:lnTo>
                    <a:pt x="1096280" y="1363700"/>
                  </a:lnTo>
                  <a:lnTo>
                    <a:pt x="1096288" y="1363703"/>
                  </a:lnTo>
                  <a:lnTo>
                    <a:pt x="1096302" y="1363709"/>
                  </a:lnTo>
                  <a:lnTo>
                    <a:pt x="1096316" y="1363721"/>
                  </a:lnTo>
                  <a:lnTo>
                    <a:pt x="1096327" y="1363736"/>
                  </a:lnTo>
                  <a:lnTo>
                    <a:pt x="1096333" y="1363749"/>
                  </a:lnTo>
                  <a:lnTo>
                    <a:pt x="1096337" y="1363757"/>
                  </a:lnTo>
                  <a:lnTo>
                    <a:pt x="1096342" y="1363766"/>
                  </a:lnTo>
                  <a:lnTo>
                    <a:pt x="1096346" y="1363775"/>
                  </a:lnTo>
                  <a:lnTo>
                    <a:pt x="1096349" y="1363782"/>
                  </a:lnTo>
                  <a:lnTo>
                    <a:pt x="1096359" y="1363795"/>
                  </a:lnTo>
                  <a:lnTo>
                    <a:pt x="1096367" y="1363805"/>
                  </a:lnTo>
                  <a:lnTo>
                    <a:pt x="1096372" y="1363808"/>
                  </a:lnTo>
                  <a:lnTo>
                    <a:pt x="1096386" y="1363820"/>
                  </a:lnTo>
                  <a:lnTo>
                    <a:pt x="1096390" y="1363822"/>
                  </a:lnTo>
                  <a:lnTo>
                    <a:pt x="1096398" y="1363831"/>
                  </a:lnTo>
                  <a:lnTo>
                    <a:pt x="1096404" y="1363840"/>
                  </a:lnTo>
                  <a:lnTo>
                    <a:pt x="1096407" y="1363847"/>
                  </a:lnTo>
                  <a:lnTo>
                    <a:pt x="1096413" y="1363895"/>
                  </a:lnTo>
                  <a:lnTo>
                    <a:pt x="1096413" y="1363904"/>
                  </a:lnTo>
                  <a:lnTo>
                    <a:pt x="1096413" y="1363919"/>
                  </a:lnTo>
                  <a:lnTo>
                    <a:pt x="1096415" y="1363935"/>
                  </a:lnTo>
                  <a:lnTo>
                    <a:pt x="1096415" y="1363950"/>
                  </a:lnTo>
                  <a:lnTo>
                    <a:pt x="1096413" y="1363965"/>
                  </a:lnTo>
                  <a:lnTo>
                    <a:pt x="1096407" y="1363980"/>
                  </a:lnTo>
                  <a:lnTo>
                    <a:pt x="1096404" y="1363988"/>
                  </a:lnTo>
                  <a:lnTo>
                    <a:pt x="1096400" y="1363995"/>
                  </a:lnTo>
                  <a:lnTo>
                    <a:pt x="1096394" y="1364010"/>
                  </a:lnTo>
                  <a:lnTo>
                    <a:pt x="1096355" y="1364075"/>
                  </a:lnTo>
                  <a:lnTo>
                    <a:pt x="1096351" y="1364079"/>
                  </a:lnTo>
                  <a:lnTo>
                    <a:pt x="1096336" y="1364085"/>
                  </a:lnTo>
                  <a:lnTo>
                    <a:pt x="1096323" y="1364093"/>
                  </a:lnTo>
                  <a:lnTo>
                    <a:pt x="1096315" y="1364100"/>
                  </a:lnTo>
                  <a:lnTo>
                    <a:pt x="1096311" y="1364106"/>
                  </a:lnTo>
                  <a:lnTo>
                    <a:pt x="1096306" y="1364119"/>
                  </a:lnTo>
                  <a:lnTo>
                    <a:pt x="1096304" y="1364123"/>
                  </a:lnTo>
                  <a:lnTo>
                    <a:pt x="1096303" y="1364134"/>
                  </a:lnTo>
                  <a:lnTo>
                    <a:pt x="1096300" y="1364153"/>
                  </a:lnTo>
                  <a:lnTo>
                    <a:pt x="1096301" y="1364255"/>
                  </a:lnTo>
                  <a:lnTo>
                    <a:pt x="1096299" y="1364263"/>
                  </a:lnTo>
                  <a:lnTo>
                    <a:pt x="1096296" y="1364266"/>
                  </a:lnTo>
                  <a:lnTo>
                    <a:pt x="1096290" y="1364279"/>
                  </a:lnTo>
                  <a:lnTo>
                    <a:pt x="1096287" y="1364344"/>
                  </a:lnTo>
                  <a:lnTo>
                    <a:pt x="1096285" y="1364359"/>
                  </a:lnTo>
                  <a:lnTo>
                    <a:pt x="1096283" y="1364371"/>
                  </a:lnTo>
                  <a:lnTo>
                    <a:pt x="1096279" y="1364382"/>
                  </a:lnTo>
                  <a:lnTo>
                    <a:pt x="1096276" y="1364389"/>
                  </a:lnTo>
                  <a:lnTo>
                    <a:pt x="1096269" y="1364403"/>
                  </a:lnTo>
                  <a:lnTo>
                    <a:pt x="1096265" y="1364409"/>
                  </a:lnTo>
                  <a:lnTo>
                    <a:pt x="1096262" y="1364418"/>
                  </a:lnTo>
                  <a:lnTo>
                    <a:pt x="1096257" y="1364433"/>
                  </a:lnTo>
                  <a:lnTo>
                    <a:pt x="1096259" y="1364445"/>
                  </a:lnTo>
                  <a:lnTo>
                    <a:pt x="1096312" y="1364486"/>
                  </a:lnTo>
                  <a:lnTo>
                    <a:pt x="1096317" y="1364501"/>
                  </a:lnTo>
                  <a:lnTo>
                    <a:pt x="1096322" y="1364516"/>
                  </a:lnTo>
                  <a:lnTo>
                    <a:pt x="1096324" y="1364531"/>
                  </a:lnTo>
                  <a:lnTo>
                    <a:pt x="1096326" y="1364546"/>
                  </a:lnTo>
                  <a:lnTo>
                    <a:pt x="1096326" y="1364561"/>
                  </a:lnTo>
                  <a:lnTo>
                    <a:pt x="1096325" y="1364577"/>
                  </a:lnTo>
                  <a:lnTo>
                    <a:pt x="1096323" y="1364592"/>
                  </a:lnTo>
                  <a:lnTo>
                    <a:pt x="1096321" y="1364606"/>
                  </a:lnTo>
                  <a:lnTo>
                    <a:pt x="1096319" y="1364614"/>
                  </a:lnTo>
                  <a:lnTo>
                    <a:pt x="1096319" y="1364651"/>
                  </a:lnTo>
                  <a:lnTo>
                    <a:pt x="1096321" y="1364655"/>
                  </a:lnTo>
                  <a:lnTo>
                    <a:pt x="1096327" y="1364668"/>
                  </a:lnTo>
                  <a:lnTo>
                    <a:pt x="1096345" y="1364730"/>
                  </a:lnTo>
                  <a:lnTo>
                    <a:pt x="1096344" y="1364745"/>
                  </a:lnTo>
                  <a:lnTo>
                    <a:pt x="1096343" y="1364760"/>
                  </a:lnTo>
                  <a:lnTo>
                    <a:pt x="1096340" y="1364776"/>
                  </a:lnTo>
                  <a:lnTo>
                    <a:pt x="1096320" y="1364812"/>
                  </a:lnTo>
                  <a:lnTo>
                    <a:pt x="1096319" y="1364817"/>
                  </a:lnTo>
                  <a:lnTo>
                    <a:pt x="1096318" y="1364832"/>
                  </a:lnTo>
                  <a:lnTo>
                    <a:pt x="1096315" y="1364847"/>
                  </a:lnTo>
                  <a:lnTo>
                    <a:pt x="1096311" y="1364862"/>
                  </a:lnTo>
                  <a:lnTo>
                    <a:pt x="1096309" y="1364877"/>
                  </a:lnTo>
                  <a:lnTo>
                    <a:pt x="1096305" y="1364892"/>
                  </a:lnTo>
                  <a:lnTo>
                    <a:pt x="1096300" y="1364907"/>
                  </a:lnTo>
                  <a:lnTo>
                    <a:pt x="1096294" y="1364922"/>
                  </a:lnTo>
                  <a:lnTo>
                    <a:pt x="1096287" y="1364937"/>
                  </a:lnTo>
                  <a:lnTo>
                    <a:pt x="1096283" y="1364950"/>
                  </a:lnTo>
                  <a:lnTo>
                    <a:pt x="1096274" y="1364967"/>
                  </a:lnTo>
                  <a:lnTo>
                    <a:pt x="1096270" y="1364982"/>
                  </a:lnTo>
                  <a:lnTo>
                    <a:pt x="1096262" y="1365065"/>
                  </a:lnTo>
                  <a:lnTo>
                    <a:pt x="1096258" y="1365080"/>
                  </a:lnTo>
                  <a:lnTo>
                    <a:pt x="1096253" y="1365095"/>
                  </a:lnTo>
                  <a:lnTo>
                    <a:pt x="1096249" y="1365103"/>
                  </a:lnTo>
                  <a:lnTo>
                    <a:pt x="1096246" y="1365110"/>
                  </a:lnTo>
                  <a:lnTo>
                    <a:pt x="1096240" y="1365125"/>
                  </a:lnTo>
                  <a:lnTo>
                    <a:pt x="1096238" y="1365140"/>
                  </a:lnTo>
                  <a:lnTo>
                    <a:pt x="1096235" y="1365155"/>
                  </a:lnTo>
                  <a:lnTo>
                    <a:pt x="1096229" y="1365170"/>
                  </a:lnTo>
                  <a:lnTo>
                    <a:pt x="1096223" y="1365178"/>
                  </a:lnTo>
                  <a:lnTo>
                    <a:pt x="1096216" y="1365184"/>
                  </a:lnTo>
                  <a:lnTo>
                    <a:pt x="1096203" y="1365193"/>
                  </a:lnTo>
                  <a:lnTo>
                    <a:pt x="1096190" y="1365201"/>
                  </a:lnTo>
                  <a:lnTo>
                    <a:pt x="1096174" y="1365204"/>
                  </a:lnTo>
                  <a:lnTo>
                    <a:pt x="1096160" y="1365206"/>
                  </a:lnTo>
                  <a:lnTo>
                    <a:pt x="1096152" y="1365207"/>
                  </a:lnTo>
                  <a:lnTo>
                    <a:pt x="1096147" y="1365211"/>
                  </a:lnTo>
                  <a:lnTo>
                    <a:pt x="1096143" y="1365218"/>
                  </a:lnTo>
                  <a:lnTo>
                    <a:pt x="1096142" y="1365226"/>
                  </a:lnTo>
                  <a:lnTo>
                    <a:pt x="1096140" y="1365235"/>
                  </a:lnTo>
                  <a:lnTo>
                    <a:pt x="1096137" y="1365252"/>
                  </a:lnTo>
                  <a:lnTo>
                    <a:pt x="1096127" y="1365266"/>
                  </a:lnTo>
                  <a:lnTo>
                    <a:pt x="1096110" y="1365282"/>
                  </a:lnTo>
                  <a:lnTo>
                    <a:pt x="1096086" y="1365298"/>
                  </a:lnTo>
                  <a:lnTo>
                    <a:pt x="1096063" y="1365302"/>
                  </a:lnTo>
                  <a:lnTo>
                    <a:pt x="1096055" y="1365304"/>
                  </a:lnTo>
                  <a:lnTo>
                    <a:pt x="1096052" y="1365307"/>
                  </a:lnTo>
                  <a:lnTo>
                    <a:pt x="1096053" y="1365312"/>
                  </a:lnTo>
                  <a:lnTo>
                    <a:pt x="1096061" y="1365319"/>
                  </a:lnTo>
                  <a:lnTo>
                    <a:pt x="1096072" y="1365334"/>
                  </a:lnTo>
                  <a:lnTo>
                    <a:pt x="1096080" y="1365349"/>
                  </a:lnTo>
                  <a:lnTo>
                    <a:pt x="1096087" y="1365364"/>
                  </a:lnTo>
                  <a:lnTo>
                    <a:pt x="1096090" y="1365380"/>
                  </a:lnTo>
                  <a:lnTo>
                    <a:pt x="1096093" y="1365395"/>
                  </a:lnTo>
                  <a:lnTo>
                    <a:pt x="1096094" y="1365410"/>
                  </a:lnTo>
                  <a:lnTo>
                    <a:pt x="1096095" y="1365425"/>
                  </a:lnTo>
                  <a:lnTo>
                    <a:pt x="1096094" y="1365440"/>
                  </a:lnTo>
                  <a:lnTo>
                    <a:pt x="1096091" y="1365455"/>
                  </a:lnTo>
                  <a:lnTo>
                    <a:pt x="1096085" y="1365470"/>
                  </a:lnTo>
                  <a:lnTo>
                    <a:pt x="1096079" y="1365485"/>
                  </a:lnTo>
                  <a:lnTo>
                    <a:pt x="1096072" y="1365502"/>
                  </a:lnTo>
                  <a:lnTo>
                    <a:pt x="1096067" y="1365511"/>
                  </a:lnTo>
                  <a:lnTo>
                    <a:pt x="1096063" y="1365515"/>
                  </a:lnTo>
                  <a:lnTo>
                    <a:pt x="1096050" y="1365523"/>
                  </a:lnTo>
                  <a:lnTo>
                    <a:pt x="1096034" y="1365524"/>
                  </a:lnTo>
                  <a:lnTo>
                    <a:pt x="1096020" y="1365520"/>
                  </a:lnTo>
                  <a:lnTo>
                    <a:pt x="1096006" y="1365511"/>
                  </a:lnTo>
                  <a:lnTo>
                    <a:pt x="1095992" y="1365503"/>
                  </a:lnTo>
                  <a:lnTo>
                    <a:pt x="1095977" y="1365497"/>
                  </a:lnTo>
                  <a:lnTo>
                    <a:pt x="1095963" y="1365488"/>
                  </a:lnTo>
                  <a:lnTo>
                    <a:pt x="1095958" y="1365486"/>
                  </a:lnTo>
                  <a:lnTo>
                    <a:pt x="1095953" y="1365488"/>
                  </a:lnTo>
                  <a:lnTo>
                    <a:pt x="1095945" y="1365509"/>
                  </a:lnTo>
                  <a:lnTo>
                    <a:pt x="1095943" y="1365519"/>
                  </a:lnTo>
                  <a:lnTo>
                    <a:pt x="1095940" y="1365524"/>
                  </a:lnTo>
                  <a:lnTo>
                    <a:pt x="1095931" y="1365539"/>
                  </a:lnTo>
                  <a:lnTo>
                    <a:pt x="1095923" y="1365554"/>
                  </a:lnTo>
                  <a:lnTo>
                    <a:pt x="1095918" y="1365569"/>
                  </a:lnTo>
                  <a:lnTo>
                    <a:pt x="1095917" y="1365584"/>
                  </a:lnTo>
                  <a:lnTo>
                    <a:pt x="1095918" y="1365599"/>
                  </a:lnTo>
                  <a:lnTo>
                    <a:pt x="1095920" y="1365614"/>
                  </a:lnTo>
                  <a:lnTo>
                    <a:pt x="1095920" y="1365623"/>
                  </a:lnTo>
                  <a:lnTo>
                    <a:pt x="1095923" y="1365629"/>
                  </a:lnTo>
                  <a:lnTo>
                    <a:pt x="1095929" y="1365645"/>
                  </a:lnTo>
                  <a:lnTo>
                    <a:pt x="1095934" y="1365660"/>
                  </a:lnTo>
                  <a:lnTo>
                    <a:pt x="1095937" y="1365675"/>
                  </a:lnTo>
                  <a:lnTo>
                    <a:pt x="1095938" y="1365690"/>
                  </a:lnTo>
                  <a:lnTo>
                    <a:pt x="1095939" y="1365695"/>
                  </a:lnTo>
                  <a:lnTo>
                    <a:pt x="1095938" y="1365705"/>
                  </a:lnTo>
                  <a:lnTo>
                    <a:pt x="1095936" y="1365712"/>
                  </a:lnTo>
                  <a:lnTo>
                    <a:pt x="1095933" y="1365718"/>
                  </a:lnTo>
                  <a:lnTo>
                    <a:pt x="1095925" y="1365724"/>
                  </a:lnTo>
                  <a:lnTo>
                    <a:pt x="1095917" y="1365725"/>
                  </a:lnTo>
                  <a:lnTo>
                    <a:pt x="1095889" y="1365727"/>
                  </a:lnTo>
                  <a:lnTo>
                    <a:pt x="1095874" y="1365729"/>
                  </a:lnTo>
                  <a:lnTo>
                    <a:pt x="1095863" y="1365729"/>
                  </a:lnTo>
                  <a:lnTo>
                    <a:pt x="1095854" y="1365731"/>
                  </a:lnTo>
                  <a:lnTo>
                    <a:pt x="1095846" y="1365734"/>
                  </a:lnTo>
                  <a:lnTo>
                    <a:pt x="1095833" y="1365747"/>
                  </a:lnTo>
                  <a:lnTo>
                    <a:pt x="1095822" y="1365762"/>
                  </a:lnTo>
                  <a:lnTo>
                    <a:pt x="1095813" y="1365773"/>
                  </a:lnTo>
                  <a:lnTo>
                    <a:pt x="1095781" y="1365815"/>
                  </a:lnTo>
                  <a:lnTo>
                    <a:pt x="1095774" y="1365811"/>
                  </a:lnTo>
                  <a:lnTo>
                    <a:pt x="1095759" y="1365805"/>
                  </a:lnTo>
                  <a:lnTo>
                    <a:pt x="1095752" y="1365803"/>
                  </a:lnTo>
                  <a:lnTo>
                    <a:pt x="1095709" y="1365787"/>
                  </a:lnTo>
                  <a:lnTo>
                    <a:pt x="1095702" y="1365784"/>
                  </a:lnTo>
                  <a:lnTo>
                    <a:pt x="1095695" y="1365784"/>
                  </a:lnTo>
                  <a:lnTo>
                    <a:pt x="1095681" y="1365787"/>
                  </a:lnTo>
                  <a:lnTo>
                    <a:pt x="1095666" y="1365795"/>
                  </a:lnTo>
                  <a:lnTo>
                    <a:pt x="1095652" y="1365801"/>
                  </a:lnTo>
                  <a:lnTo>
                    <a:pt x="1095637" y="1365804"/>
                  </a:lnTo>
                  <a:lnTo>
                    <a:pt x="1095630" y="1365803"/>
                  </a:lnTo>
                  <a:lnTo>
                    <a:pt x="1095628" y="1365796"/>
                  </a:lnTo>
                  <a:lnTo>
                    <a:pt x="1095627" y="1365781"/>
                  </a:lnTo>
                  <a:lnTo>
                    <a:pt x="1095625" y="1365766"/>
                  </a:lnTo>
                  <a:lnTo>
                    <a:pt x="1095622" y="1365757"/>
                  </a:lnTo>
                  <a:lnTo>
                    <a:pt x="1095616" y="1365751"/>
                  </a:lnTo>
                  <a:lnTo>
                    <a:pt x="1095602" y="1365747"/>
                  </a:lnTo>
                  <a:lnTo>
                    <a:pt x="1095588" y="1365745"/>
                  </a:lnTo>
                  <a:lnTo>
                    <a:pt x="1095574" y="1365744"/>
                  </a:lnTo>
                  <a:lnTo>
                    <a:pt x="1095560" y="1365741"/>
                  </a:lnTo>
                  <a:lnTo>
                    <a:pt x="1095546" y="1365736"/>
                  </a:lnTo>
                  <a:lnTo>
                    <a:pt x="1095535" y="1365733"/>
                  </a:lnTo>
                  <a:lnTo>
                    <a:pt x="1095531" y="1365730"/>
                  </a:lnTo>
                  <a:lnTo>
                    <a:pt x="1095517" y="1365719"/>
                  </a:lnTo>
                  <a:lnTo>
                    <a:pt x="1095509" y="1365714"/>
                  </a:lnTo>
                  <a:lnTo>
                    <a:pt x="1095503" y="1365713"/>
                  </a:lnTo>
                  <a:lnTo>
                    <a:pt x="1095497" y="1365711"/>
                  </a:lnTo>
                  <a:lnTo>
                    <a:pt x="1095464" y="1365709"/>
                  </a:lnTo>
                  <a:lnTo>
                    <a:pt x="1095449" y="1365696"/>
                  </a:lnTo>
                  <a:lnTo>
                    <a:pt x="1095441" y="1365685"/>
                  </a:lnTo>
                  <a:lnTo>
                    <a:pt x="1095440" y="1365681"/>
                  </a:lnTo>
                  <a:lnTo>
                    <a:pt x="1095440" y="1365674"/>
                  </a:lnTo>
                  <a:lnTo>
                    <a:pt x="1095443" y="1365666"/>
                  </a:lnTo>
                  <a:lnTo>
                    <a:pt x="1095444" y="1365660"/>
                  </a:lnTo>
                  <a:lnTo>
                    <a:pt x="1095449" y="1365651"/>
                  </a:lnTo>
                  <a:lnTo>
                    <a:pt x="1095454" y="1365636"/>
                  </a:lnTo>
                  <a:lnTo>
                    <a:pt x="1095466" y="1365591"/>
                  </a:lnTo>
                  <a:lnTo>
                    <a:pt x="1095468" y="1365576"/>
                  </a:lnTo>
                  <a:lnTo>
                    <a:pt x="1095465" y="1365561"/>
                  </a:lnTo>
                  <a:lnTo>
                    <a:pt x="1095461" y="1365545"/>
                  </a:lnTo>
                  <a:lnTo>
                    <a:pt x="1095455" y="1365530"/>
                  </a:lnTo>
                  <a:lnTo>
                    <a:pt x="1095450" y="1365521"/>
                  </a:lnTo>
                  <a:lnTo>
                    <a:pt x="1095445" y="1365518"/>
                  </a:lnTo>
                  <a:lnTo>
                    <a:pt x="1095431" y="1365513"/>
                  </a:lnTo>
                  <a:lnTo>
                    <a:pt x="1095416" y="1365512"/>
                  </a:lnTo>
                  <a:lnTo>
                    <a:pt x="1095402" y="1365507"/>
                  </a:lnTo>
                  <a:lnTo>
                    <a:pt x="1095390" y="1365503"/>
                  </a:lnTo>
                  <a:lnTo>
                    <a:pt x="1095378" y="1365495"/>
                  </a:lnTo>
                  <a:lnTo>
                    <a:pt x="1095362" y="1365502"/>
                  </a:lnTo>
                  <a:lnTo>
                    <a:pt x="1095347" y="1365516"/>
                  </a:lnTo>
                  <a:lnTo>
                    <a:pt x="1095330" y="1365527"/>
                  </a:lnTo>
                  <a:lnTo>
                    <a:pt x="1095318" y="1365537"/>
                  </a:lnTo>
                  <a:lnTo>
                    <a:pt x="1095303" y="1365543"/>
                  </a:lnTo>
                  <a:lnTo>
                    <a:pt x="1095289" y="1365549"/>
                  </a:lnTo>
                  <a:lnTo>
                    <a:pt x="1095284" y="1365552"/>
                  </a:lnTo>
                  <a:lnTo>
                    <a:pt x="1095275" y="1365554"/>
                  </a:lnTo>
                  <a:lnTo>
                    <a:pt x="1095261" y="1365558"/>
                  </a:lnTo>
                  <a:lnTo>
                    <a:pt x="1095247" y="1365565"/>
                  </a:lnTo>
                  <a:lnTo>
                    <a:pt x="1095239" y="1365573"/>
                  </a:lnTo>
                  <a:lnTo>
                    <a:pt x="1095234" y="1365580"/>
                  </a:lnTo>
                  <a:lnTo>
                    <a:pt x="1095224" y="1365594"/>
                  </a:lnTo>
                  <a:lnTo>
                    <a:pt x="1095213" y="1365598"/>
                  </a:lnTo>
                  <a:lnTo>
                    <a:pt x="1095209" y="1365598"/>
                  </a:lnTo>
                  <a:lnTo>
                    <a:pt x="1095181" y="1365593"/>
                  </a:lnTo>
                  <a:lnTo>
                    <a:pt x="1095167" y="1365590"/>
                  </a:lnTo>
                  <a:lnTo>
                    <a:pt x="1095138" y="1365581"/>
                  </a:lnTo>
                  <a:lnTo>
                    <a:pt x="1095132" y="1365577"/>
                  </a:lnTo>
                  <a:lnTo>
                    <a:pt x="1095124" y="1365575"/>
                  </a:lnTo>
                  <a:lnTo>
                    <a:pt x="1095110" y="1365566"/>
                  </a:lnTo>
                  <a:lnTo>
                    <a:pt x="1095098" y="1365555"/>
                  </a:lnTo>
                  <a:lnTo>
                    <a:pt x="1095090" y="1365555"/>
                  </a:lnTo>
                  <a:lnTo>
                    <a:pt x="1095081" y="1365563"/>
                  </a:lnTo>
                  <a:lnTo>
                    <a:pt x="1095067" y="1365577"/>
                  </a:lnTo>
                  <a:lnTo>
                    <a:pt x="1095053" y="1365587"/>
                  </a:lnTo>
                  <a:lnTo>
                    <a:pt x="1095040" y="1365593"/>
                  </a:lnTo>
                  <a:lnTo>
                    <a:pt x="1095031" y="1365591"/>
                  </a:lnTo>
                  <a:lnTo>
                    <a:pt x="1095024" y="1365587"/>
                  </a:lnTo>
                  <a:lnTo>
                    <a:pt x="1095016" y="1365583"/>
                  </a:lnTo>
                  <a:lnTo>
                    <a:pt x="1095010" y="1365578"/>
                  </a:lnTo>
                  <a:lnTo>
                    <a:pt x="1094997" y="1365569"/>
                  </a:lnTo>
                  <a:lnTo>
                    <a:pt x="1094982" y="1365566"/>
                  </a:lnTo>
                  <a:lnTo>
                    <a:pt x="1094966" y="1365561"/>
                  </a:lnTo>
                  <a:lnTo>
                    <a:pt x="1094960" y="1365557"/>
                  </a:lnTo>
                  <a:lnTo>
                    <a:pt x="1094954" y="1365553"/>
                  </a:lnTo>
                  <a:lnTo>
                    <a:pt x="1094940" y="1365540"/>
                  </a:lnTo>
                  <a:lnTo>
                    <a:pt x="1094929" y="1365527"/>
                  </a:lnTo>
                  <a:lnTo>
                    <a:pt x="1094923" y="1365518"/>
                  </a:lnTo>
                  <a:lnTo>
                    <a:pt x="1094917" y="1365513"/>
                  </a:lnTo>
                  <a:lnTo>
                    <a:pt x="1094903" y="1365501"/>
                  </a:lnTo>
                  <a:lnTo>
                    <a:pt x="1094893" y="1365494"/>
                  </a:lnTo>
                  <a:lnTo>
                    <a:pt x="1094889" y="1365493"/>
                  </a:lnTo>
                  <a:lnTo>
                    <a:pt x="1094883" y="1365490"/>
                  </a:lnTo>
                  <a:lnTo>
                    <a:pt x="1094840" y="1365486"/>
                  </a:lnTo>
                  <a:lnTo>
                    <a:pt x="1094833" y="1365488"/>
                  </a:lnTo>
                  <a:lnTo>
                    <a:pt x="1094818" y="1365492"/>
                  </a:lnTo>
                  <a:lnTo>
                    <a:pt x="1094804" y="1365493"/>
                  </a:lnTo>
                  <a:lnTo>
                    <a:pt x="1094790" y="1365491"/>
                  </a:lnTo>
                  <a:lnTo>
                    <a:pt x="1094776" y="1365485"/>
                  </a:lnTo>
                  <a:lnTo>
                    <a:pt x="1094762" y="1365482"/>
                  </a:lnTo>
                  <a:lnTo>
                    <a:pt x="1094748" y="1365480"/>
                  </a:lnTo>
                  <a:lnTo>
                    <a:pt x="1094733" y="1365477"/>
                  </a:lnTo>
                  <a:lnTo>
                    <a:pt x="1094705" y="1365472"/>
                  </a:lnTo>
                  <a:lnTo>
                    <a:pt x="1094691" y="1365471"/>
                  </a:lnTo>
                  <a:lnTo>
                    <a:pt x="1094676" y="1365471"/>
                  </a:lnTo>
                  <a:lnTo>
                    <a:pt x="1094662" y="1365473"/>
                  </a:lnTo>
                  <a:lnTo>
                    <a:pt x="1094648" y="1365476"/>
                  </a:lnTo>
                  <a:lnTo>
                    <a:pt x="1094633" y="1365482"/>
                  </a:lnTo>
                  <a:lnTo>
                    <a:pt x="1094619" y="1365485"/>
                  </a:lnTo>
                  <a:lnTo>
                    <a:pt x="1094601" y="1365490"/>
                  </a:lnTo>
                  <a:lnTo>
                    <a:pt x="1094590" y="1365494"/>
                  </a:lnTo>
                  <a:lnTo>
                    <a:pt x="1094576" y="1365497"/>
                  </a:lnTo>
                  <a:lnTo>
                    <a:pt x="1094548" y="1365501"/>
                  </a:lnTo>
                  <a:lnTo>
                    <a:pt x="1094533" y="1365502"/>
                  </a:lnTo>
                  <a:lnTo>
                    <a:pt x="1094519" y="1365503"/>
                  </a:lnTo>
                  <a:lnTo>
                    <a:pt x="1094504" y="1365504"/>
                  </a:lnTo>
                  <a:lnTo>
                    <a:pt x="1094490" y="1365505"/>
                  </a:lnTo>
                  <a:lnTo>
                    <a:pt x="1094476" y="1365505"/>
                  </a:lnTo>
                  <a:lnTo>
                    <a:pt x="1094467" y="1365501"/>
                  </a:lnTo>
                  <a:lnTo>
                    <a:pt x="1094462" y="1365495"/>
                  </a:lnTo>
                  <a:lnTo>
                    <a:pt x="1094458" y="1365482"/>
                  </a:lnTo>
                  <a:lnTo>
                    <a:pt x="1094461" y="1365467"/>
                  </a:lnTo>
                  <a:lnTo>
                    <a:pt x="1094458" y="1365460"/>
                  </a:lnTo>
                  <a:lnTo>
                    <a:pt x="1094454" y="1365456"/>
                  </a:lnTo>
                  <a:lnTo>
                    <a:pt x="1094447" y="1365448"/>
                  </a:lnTo>
                  <a:lnTo>
                    <a:pt x="1094400" y="1365379"/>
                  </a:lnTo>
                  <a:lnTo>
                    <a:pt x="1094397" y="1365371"/>
                  </a:lnTo>
                  <a:lnTo>
                    <a:pt x="1094397" y="1365364"/>
                  </a:lnTo>
                  <a:lnTo>
                    <a:pt x="1094401" y="1365349"/>
                  </a:lnTo>
                  <a:lnTo>
                    <a:pt x="1094402" y="1365334"/>
                  </a:lnTo>
                  <a:lnTo>
                    <a:pt x="1094400" y="1365319"/>
                  </a:lnTo>
                  <a:lnTo>
                    <a:pt x="1094391" y="1365303"/>
                  </a:lnTo>
                  <a:lnTo>
                    <a:pt x="1094386" y="1365295"/>
                  </a:lnTo>
                  <a:lnTo>
                    <a:pt x="1094380" y="1365290"/>
                  </a:lnTo>
                  <a:lnTo>
                    <a:pt x="1094367" y="1365275"/>
                  </a:lnTo>
                  <a:lnTo>
                    <a:pt x="1094354" y="1365260"/>
                  </a:lnTo>
                  <a:lnTo>
                    <a:pt x="1094343" y="1365248"/>
                  </a:lnTo>
                  <a:lnTo>
                    <a:pt x="1094329" y="1365250"/>
                  </a:lnTo>
                  <a:lnTo>
                    <a:pt x="1094313" y="1365256"/>
                  </a:lnTo>
                  <a:lnTo>
                    <a:pt x="1094299" y="1365257"/>
                  </a:lnTo>
                  <a:lnTo>
                    <a:pt x="1094291" y="1365255"/>
                  </a:lnTo>
                  <a:lnTo>
                    <a:pt x="1094285" y="1365251"/>
                  </a:lnTo>
                  <a:lnTo>
                    <a:pt x="1094272" y="1365237"/>
                  </a:lnTo>
                  <a:lnTo>
                    <a:pt x="1094247" y="1365197"/>
                  </a:lnTo>
                  <a:lnTo>
                    <a:pt x="1094221" y="1365090"/>
                  </a:lnTo>
                  <a:lnTo>
                    <a:pt x="1094218" y="1365080"/>
                  </a:lnTo>
                  <a:lnTo>
                    <a:pt x="1094216" y="1365076"/>
                  </a:lnTo>
                  <a:lnTo>
                    <a:pt x="1094204" y="1365060"/>
                  </a:lnTo>
                  <a:lnTo>
                    <a:pt x="1094191" y="1365049"/>
                  </a:lnTo>
                  <a:lnTo>
                    <a:pt x="1094177" y="1365040"/>
                  </a:lnTo>
                  <a:lnTo>
                    <a:pt x="1094163" y="1365034"/>
                  </a:lnTo>
                  <a:lnTo>
                    <a:pt x="1094149" y="1365028"/>
                  </a:lnTo>
                  <a:lnTo>
                    <a:pt x="1094139" y="1365026"/>
                  </a:lnTo>
                  <a:lnTo>
                    <a:pt x="1094135" y="1365023"/>
                  </a:lnTo>
                  <a:lnTo>
                    <a:pt x="1094128" y="1365020"/>
                  </a:lnTo>
                  <a:lnTo>
                    <a:pt x="1094124" y="1365013"/>
                  </a:lnTo>
                  <a:lnTo>
                    <a:pt x="1094120" y="1364998"/>
                  </a:lnTo>
                  <a:lnTo>
                    <a:pt x="1094115" y="1364966"/>
                  </a:lnTo>
                  <a:lnTo>
                    <a:pt x="1094114" y="1364951"/>
                  </a:lnTo>
                  <a:lnTo>
                    <a:pt x="1094111" y="1364936"/>
                  </a:lnTo>
                  <a:lnTo>
                    <a:pt x="1094111" y="1364928"/>
                  </a:lnTo>
                  <a:lnTo>
                    <a:pt x="1094109" y="1364921"/>
                  </a:lnTo>
                  <a:lnTo>
                    <a:pt x="1094109" y="1364914"/>
                  </a:lnTo>
                  <a:lnTo>
                    <a:pt x="1094111" y="1364910"/>
                  </a:lnTo>
                  <a:lnTo>
                    <a:pt x="1094115" y="1364906"/>
                  </a:lnTo>
                  <a:lnTo>
                    <a:pt x="1094126" y="1364893"/>
                  </a:lnTo>
                  <a:lnTo>
                    <a:pt x="1094139" y="1364879"/>
                  </a:lnTo>
                  <a:lnTo>
                    <a:pt x="1094149" y="1364864"/>
                  </a:lnTo>
                  <a:lnTo>
                    <a:pt x="1094153" y="1364851"/>
                  </a:lnTo>
                  <a:lnTo>
                    <a:pt x="1094158" y="1364835"/>
                  </a:lnTo>
                  <a:lnTo>
                    <a:pt x="1094162" y="1364820"/>
                  </a:lnTo>
                  <a:lnTo>
                    <a:pt x="1094165" y="1364804"/>
                  </a:lnTo>
                  <a:lnTo>
                    <a:pt x="1094166" y="1364794"/>
                  </a:lnTo>
                  <a:lnTo>
                    <a:pt x="1094165" y="1364789"/>
                  </a:lnTo>
                  <a:lnTo>
                    <a:pt x="1094161" y="1364786"/>
                  </a:lnTo>
                  <a:lnTo>
                    <a:pt x="1094151" y="1364786"/>
                  </a:lnTo>
                  <a:lnTo>
                    <a:pt x="1094136" y="1364789"/>
                  </a:lnTo>
                  <a:lnTo>
                    <a:pt x="1094122" y="1364790"/>
                  </a:lnTo>
                  <a:lnTo>
                    <a:pt x="1094107" y="1364791"/>
                  </a:lnTo>
                  <a:lnTo>
                    <a:pt x="1094100" y="1364791"/>
                  </a:lnTo>
                  <a:lnTo>
                    <a:pt x="1094093" y="1364793"/>
                  </a:lnTo>
                  <a:lnTo>
                    <a:pt x="1094079" y="1364798"/>
                  </a:lnTo>
                  <a:lnTo>
                    <a:pt x="1094064" y="1364802"/>
                  </a:lnTo>
                  <a:lnTo>
                    <a:pt x="1094050" y="1364810"/>
                  </a:lnTo>
                  <a:lnTo>
                    <a:pt x="1094043" y="1364815"/>
                  </a:lnTo>
                  <a:lnTo>
                    <a:pt x="1094036" y="1364818"/>
                  </a:lnTo>
                  <a:lnTo>
                    <a:pt x="1094028" y="1364824"/>
                  </a:lnTo>
                  <a:lnTo>
                    <a:pt x="1094021" y="1364827"/>
                  </a:lnTo>
                  <a:lnTo>
                    <a:pt x="1094009" y="1364830"/>
                  </a:lnTo>
                  <a:lnTo>
                    <a:pt x="1094000" y="1364832"/>
                  </a:lnTo>
                  <a:lnTo>
                    <a:pt x="1093985" y="1364832"/>
                  </a:lnTo>
                  <a:lnTo>
                    <a:pt x="1093979" y="1364830"/>
                  </a:lnTo>
                  <a:lnTo>
                    <a:pt x="1093974" y="1364830"/>
                  </a:lnTo>
                  <a:lnTo>
                    <a:pt x="1093964" y="1364824"/>
                  </a:lnTo>
                  <a:lnTo>
                    <a:pt x="1093958" y="1364819"/>
                  </a:lnTo>
                  <a:lnTo>
                    <a:pt x="1093950" y="1364816"/>
                  </a:lnTo>
                  <a:lnTo>
                    <a:pt x="1093936" y="1364807"/>
                  </a:lnTo>
                  <a:lnTo>
                    <a:pt x="1093922" y="1364797"/>
                  </a:lnTo>
                  <a:lnTo>
                    <a:pt x="1093909" y="1364787"/>
                  </a:lnTo>
                  <a:lnTo>
                    <a:pt x="1093894" y="1364776"/>
                  </a:lnTo>
                  <a:lnTo>
                    <a:pt x="1093880" y="1364764"/>
                  </a:lnTo>
                  <a:lnTo>
                    <a:pt x="1093868" y="1364748"/>
                  </a:lnTo>
                  <a:lnTo>
                    <a:pt x="1093858" y="1364738"/>
                  </a:lnTo>
                  <a:lnTo>
                    <a:pt x="1093855" y="1364733"/>
                  </a:lnTo>
                  <a:lnTo>
                    <a:pt x="1093847" y="1364721"/>
                  </a:lnTo>
                  <a:lnTo>
                    <a:pt x="1093837" y="1364706"/>
                  </a:lnTo>
                  <a:lnTo>
                    <a:pt x="1093830" y="1364692"/>
                  </a:lnTo>
                  <a:lnTo>
                    <a:pt x="1093825" y="1364682"/>
                  </a:lnTo>
                  <a:lnTo>
                    <a:pt x="1093823" y="1364675"/>
                  </a:lnTo>
                  <a:lnTo>
                    <a:pt x="1093818" y="1364660"/>
                  </a:lnTo>
                  <a:lnTo>
                    <a:pt x="1093812" y="1364645"/>
                  </a:lnTo>
                  <a:lnTo>
                    <a:pt x="1093811" y="1364640"/>
                  </a:lnTo>
                  <a:lnTo>
                    <a:pt x="1093806" y="1364633"/>
                  </a:lnTo>
                  <a:lnTo>
                    <a:pt x="1093796" y="1364608"/>
                  </a:lnTo>
                  <a:lnTo>
                    <a:pt x="1093797" y="1364589"/>
                  </a:lnTo>
                  <a:lnTo>
                    <a:pt x="1093799" y="1364584"/>
                  </a:lnTo>
                  <a:lnTo>
                    <a:pt x="1093802" y="1364569"/>
                  </a:lnTo>
                  <a:lnTo>
                    <a:pt x="1093806" y="1364554"/>
                  </a:lnTo>
                  <a:lnTo>
                    <a:pt x="1093807" y="1364539"/>
                  </a:lnTo>
                  <a:lnTo>
                    <a:pt x="1093808" y="1364524"/>
                  </a:lnTo>
                  <a:lnTo>
                    <a:pt x="1093807" y="1364512"/>
                  </a:lnTo>
                  <a:lnTo>
                    <a:pt x="1093804" y="1364509"/>
                  </a:lnTo>
                  <a:lnTo>
                    <a:pt x="1093794" y="1364505"/>
                  </a:lnTo>
                  <a:lnTo>
                    <a:pt x="1093762" y="1364504"/>
                  </a:lnTo>
                  <a:lnTo>
                    <a:pt x="1093747" y="1364507"/>
                  </a:lnTo>
                  <a:lnTo>
                    <a:pt x="1093733" y="1364507"/>
                  </a:lnTo>
                  <a:lnTo>
                    <a:pt x="1093719" y="1364507"/>
                  </a:lnTo>
                  <a:lnTo>
                    <a:pt x="1093636" y="1364520"/>
                  </a:lnTo>
                  <a:lnTo>
                    <a:pt x="1093628" y="1364518"/>
                  </a:lnTo>
                  <a:lnTo>
                    <a:pt x="1093614" y="1364516"/>
                  </a:lnTo>
                  <a:lnTo>
                    <a:pt x="1093606" y="1364515"/>
                  </a:lnTo>
                  <a:lnTo>
                    <a:pt x="1093600" y="1364510"/>
                  </a:lnTo>
                  <a:lnTo>
                    <a:pt x="1093592" y="1364506"/>
                  </a:lnTo>
                  <a:lnTo>
                    <a:pt x="1093586" y="1364500"/>
                  </a:lnTo>
                  <a:lnTo>
                    <a:pt x="1093573" y="1364485"/>
                  </a:lnTo>
                  <a:lnTo>
                    <a:pt x="1093569" y="1364478"/>
                  </a:lnTo>
                  <a:lnTo>
                    <a:pt x="1093565" y="1364469"/>
                  </a:lnTo>
                  <a:lnTo>
                    <a:pt x="1093558" y="1364455"/>
                  </a:lnTo>
                  <a:lnTo>
                    <a:pt x="1093555" y="1364447"/>
                  </a:lnTo>
                  <a:lnTo>
                    <a:pt x="1093553" y="1364439"/>
                  </a:lnTo>
                  <a:lnTo>
                    <a:pt x="1093549" y="1364428"/>
                  </a:lnTo>
                  <a:lnTo>
                    <a:pt x="1093545" y="1364408"/>
                  </a:lnTo>
                  <a:lnTo>
                    <a:pt x="1093544" y="1364403"/>
                  </a:lnTo>
                  <a:lnTo>
                    <a:pt x="1093537" y="1364394"/>
                  </a:lnTo>
                  <a:lnTo>
                    <a:pt x="1093523" y="1364383"/>
                  </a:lnTo>
                  <a:lnTo>
                    <a:pt x="1093481" y="1364358"/>
                  </a:lnTo>
                  <a:lnTo>
                    <a:pt x="1093467" y="1364355"/>
                  </a:lnTo>
                  <a:lnTo>
                    <a:pt x="1093452" y="1364353"/>
                  </a:lnTo>
                  <a:lnTo>
                    <a:pt x="1093438" y="1364354"/>
                  </a:lnTo>
                  <a:lnTo>
                    <a:pt x="1093424" y="1364357"/>
                  </a:lnTo>
                  <a:lnTo>
                    <a:pt x="1093410" y="1364358"/>
                  </a:lnTo>
                  <a:lnTo>
                    <a:pt x="1093397" y="1364360"/>
                  </a:lnTo>
                  <a:lnTo>
                    <a:pt x="1093381" y="1364364"/>
                  </a:lnTo>
                  <a:lnTo>
                    <a:pt x="1093366" y="1364369"/>
                  </a:lnTo>
                  <a:lnTo>
                    <a:pt x="1093352" y="1364369"/>
                  </a:lnTo>
                  <a:lnTo>
                    <a:pt x="1093338" y="1364367"/>
                  </a:lnTo>
                  <a:lnTo>
                    <a:pt x="1093330" y="1364359"/>
                  </a:lnTo>
                  <a:lnTo>
                    <a:pt x="1093326" y="1364353"/>
                  </a:lnTo>
                  <a:lnTo>
                    <a:pt x="1093320" y="1364341"/>
                  </a:lnTo>
                  <a:lnTo>
                    <a:pt x="1093316" y="1364324"/>
                  </a:lnTo>
                  <a:lnTo>
                    <a:pt x="1093314" y="1364307"/>
                  </a:lnTo>
                  <a:lnTo>
                    <a:pt x="1093315" y="1364292"/>
                  </a:lnTo>
                  <a:lnTo>
                    <a:pt x="1093313" y="1364277"/>
                  </a:lnTo>
                  <a:lnTo>
                    <a:pt x="1093310" y="1364262"/>
                  </a:lnTo>
                  <a:lnTo>
                    <a:pt x="1093306" y="1364247"/>
                  </a:lnTo>
                  <a:lnTo>
                    <a:pt x="1093300" y="1364241"/>
                  </a:lnTo>
                  <a:lnTo>
                    <a:pt x="1093292" y="1364238"/>
                  </a:lnTo>
                  <a:lnTo>
                    <a:pt x="1093263" y="1364237"/>
                  </a:lnTo>
                  <a:lnTo>
                    <a:pt x="1093259" y="1364238"/>
                  </a:lnTo>
                  <a:lnTo>
                    <a:pt x="1093249" y="1364236"/>
                  </a:lnTo>
                  <a:lnTo>
                    <a:pt x="1093235" y="1364233"/>
                  </a:lnTo>
                  <a:lnTo>
                    <a:pt x="1093221" y="1364226"/>
                  </a:lnTo>
                  <a:lnTo>
                    <a:pt x="1093205" y="1364217"/>
                  </a:lnTo>
                  <a:lnTo>
                    <a:pt x="1093193" y="1364209"/>
                  </a:lnTo>
                  <a:lnTo>
                    <a:pt x="1093188" y="1364206"/>
                  </a:lnTo>
                  <a:lnTo>
                    <a:pt x="1093179" y="1364195"/>
                  </a:lnTo>
                  <a:lnTo>
                    <a:pt x="1093173" y="1364187"/>
                  </a:lnTo>
                  <a:lnTo>
                    <a:pt x="1093170" y="1364180"/>
                  </a:lnTo>
                  <a:lnTo>
                    <a:pt x="1093163" y="1364150"/>
                  </a:lnTo>
                  <a:lnTo>
                    <a:pt x="1093162" y="1364063"/>
                  </a:lnTo>
                  <a:lnTo>
                    <a:pt x="1093163" y="1364059"/>
                  </a:lnTo>
                  <a:lnTo>
                    <a:pt x="1093166" y="1364044"/>
                  </a:lnTo>
                  <a:lnTo>
                    <a:pt x="1093171" y="1364028"/>
                  </a:lnTo>
                  <a:lnTo>
                    <a:pt x="1093173" y="1364020"/>
                  </a:lnTo>
                  <a:lnTo>
                    <a:pt x="1093177" y="1364013"/>
                  </a:lnTo>
                  <a:lnTo>
                    <a:pt x="1093185" y="1363999"/>
                  </a:lnTo>
                  <a:lnTo>
                    <a:pt x="1093195" y="1363984"/>
                  </a:lnTo>
                  <a:lnTo>
                    <a:pt x="1093200" y="1363976"/>
                  </a:lnTo>
                  <a:lnTo>
                    <a:pt x="1093204" y="1363969"/>
                  </a:lnTo>
                  <a:lnTo>
                    <a:pt x="1093209" y="1363959"/>
                  </a:lnTo>
                  <a:lnTo>
                    <a:pt x="1093210" y="1363954"/>
                  </a:lnTo>
                  <a:lnTo>
                    <a:pt x="1093212" y="1363939"/>
                  </a:lnTo>
                  <a:lnTo>
                    <a:pt x="1093212" y="1363924"/>
                  </a:lnTo>
                  <a:lnTo>
                    <a:pt x="1093205" y="1363894"/>
                  </a:lnTo>
                  <a:lnTo>
                    <a:pt x="1093201" y="1363878"/>
                  </a:lnTo>
                  <a:lnTo>
                    <a:pt x="1093197" y="1363863"/>
                  </a:lnTo>
                  <a:lnTo>
                    <a:pt x="1093192" y="1363854"/>
                  </a:lnTo>
                  <a:lnTo>
                    <a:pt x="1093190" y="1363848"/>
                  </a:lnTo>
                  <a:lnTo>
                    <a:pt x="1093179" y="1363817"/>
                  </a:lnTo>
                  <a:lnTo>
                    <a:pt x="1093169" y="1363805"/>
                  </a:lnTo>
                  <a:lnTo>
                    <a:pt x="1093163" y="1363803"/>
                  </a:lnTo>
                  <a:lnTo>
                    <a:pt x="1093148" y="1363803"/>
                  </a:lnTo>
                  <a:lnTo>
                    <a:pt x="1093134" y="1363806"/>
                  </a:lnTo>
                  <a:lnTo>
                    <a:pt x="1093120" y="1363807"/>
                  </a:lnTo>
                  <a:lnTo>
                    <a:pt x="1093105" y="1363807"/>
                  </a:lnTo>
                  <a:lnTo>
                    <a:pt x="1093091" y="1363804"/>
                  </a:lnTo>
                  <a:lnTo>
                    <a:pt x="1093082" y="1363803"/>
                  </a:lnTo>
                  <a:lnTo>
                    <a:pt x="1093046" y="1363771"/>
                  </a:lnTo>
                  <a:lnTo>
                    <a:pt x="1093039" y="1363756"/>
                  </a:lnTo>
                  <a:lnTo>
                    <a:pt x="1093033" y="1363745"/>
                  </a:lnTo>
                  <a:lnTo>
                    <a:pt x="1093030" y="1363741"/>
                  </a:lnTo>
                  <a:lnTo>
                    <a:pt x="1093020" y="1363731"/>
                  </a:lnTo>
                  <a:lnTo>
                    <a:pt x="1093015" y="1363729"/>
                  </a:lnTo>
                  <a:lnTo>
                    <a:pt x="1093000" y="1363722"/>
                  </a:lnTo>
                  <a:lnTo>
                    <a:pt x="1092997" y="1363719"/>
                  </a:lnTo>
                  <a:lnTo>
                    <a:pt x="1092997" y="1363710"/>
                  </a:lnTo>
                  <a:lnTo>
                    <a:pt x="1093000" y="1363695"/>
                  </a:lnTo>
                  <a:lnTo>
                    <a:pt x="1093001" y="1363680"/>
                  </a:lnTo>
                  <a:lnTo>
                    <a:pt x="1093002" y="1363665"/>
                  </a:lnTo>
                  <a:lnTo>
                    <a:pt x="1093001" y="1363649"/>
                  </a:lnTo>
                  <a:lnTo>
                    <a:pt x="1093001" y="1363634"/>
                  </a:lnTo>
                  <a:lnTo>
                    <a:pt x="1093000" y="1363619"/>
                  </a:lnTo>
                  <a:lnTo>
                    <a:pt x="1092997" y="1363589"/>
                  </a:lnTo>
                  <a:lnTo>
                    <a:pt x="1092996" y="1363574"/>
                  </a:lnTo>
                  <a:lnTo>
                    <a:pt x="1092995" y="1363559"/>
                  </a:lnTo>
                  <a:lnTo>
                    <a:pt x="1092992" y="1363541"/>
                  </a:lnTo>
                  <a:lnTo>
                    <a:pt x="1092987" y="1363529"/>
                  </a:lnTo>
                  <a:lnTo>
                    <a:pt x="1092981" y="1363521"/>
                  </a:lnTo>
                  <a:lnTo>
                    <a:pt x="1092976" y="1363516"/>
                  </a:lnTo>
                  <a:lnTo>
                    <a:pt x="1092961" y="1363502"/>
                  </a:lnTo>
                  <a:lnTo>
                    <a:pt x="1092954" y="1363485"/>
                  </a:lnTo>
                  <a:lnTo>
                    <a:pt x="1092952" y="1363471"/>
                  </a:lnTo>
                  <a:lnTo>
                    <a:pt x="1092951" y="1363456"/>
                  </a:lnTo>
                  <a:lnTo>
                    <a:pt x="1092952" y="1363441"/>
                  </a:lnTo>
                  <a:lnTo>
                    <a:pt x="1092953" y="1363426"/>
                  </a:lnTo>
                  <a:lnTo>
                    <a:pt x="1092954" y="1363411"/>
                  </a:lnTo>
                  <a:lnTo>
                    <a:pt x="1092952" y="1363396"/>
                  </a:lnTo>
                  <a:lnTo>
                    <a:pt x="1092949" y="1363380"/>
                  </a:lnTo>
                  <a:lnTo>
                    <a:pt x="1092942" y="1363365"/>
                  </a:lnTo>
                  <a:lnTo>
                    <a:pt x="1092937" y="1363350"/>
                  </a:lnTo>
                  <a:lnTo>
                    <a:pt x="1092932" y="1363335"/>
                  </a:lnTo>
                  <a:lnTo>
                    <a:pt x="1092929" y="1363320"/>
                  </a:lnTo>
                  <a:lnTo>
                    <a:pt x="1092929" y="1363305"/>
                  </a:lnTo>
                  <a:lnTo>
                    <a:pt x="1092931" y="1363290"/>
                  </a:lnTo>
                  <a:lnTo>
                    <a:pt x="1092933" y="1363275"/>
                  </a:lnTo>
                  <a:lnTo>
                    <a:pt x="1092936" y="1363260"/>
                  </a:lnTo>
                  <a:lnTo>
                    <a:pt x="1092936" y="1363251"/>
                  </a:lnTo>
                  <a:lnTo>
                    <a:pt x="1092937" y="1363245"/>
                  </a:lnTo>
                  <a:lnTo>
                    <a:pt x="1092940" y="1363230"/>
                  </a:lnTo>
                  <a:lnTo>
                    <a:pt x="1092944" y="1363215"/>
                  </a:lnTo>
                  <a:lnTo>
                    <a:pt x="1092951" y="1363200"/>
                  </a:lnTo>
                  <a:lnTo>
                    <a:pt x="1092954" y="1363176"/>
                  </a:lnTo>
                  <a:lnTo>
                    <a:pt x="1092952" y="1363170"/>
                  </a:lnTo>
                  <a:lnTo>
                    <a:pt x="1092951" y="1363155"/>
                  </a:lnTo>
                  <a:lnTo>
                    <a:pt x="1092952" y="1363140"/>
                  </a:lnTo>
                  <a:lnTo>
                    <a:pt x="1092953" y="1363124"/>
                  </a:lnTo>
                  <a:lnTo>
                    <a:pt x="1092955" y="1363109"/>
                  </a:lnTo>
                  <a:lnTo>
                    <a:pt x="1092958" y="1363094"/>
                  </a:lnTo>
                  <a:lnTo>
                    <a:pt x="1092958" y="1363079"/>
                  </a:lnTo>
                  <a:lnTo>
                    <a:pt x="1092958" y="1363064"/>
                  </a:lnTo>
                  <a:lnTo>
                    <a:pt x="1092961" y="1363057"/>
                  </a:lnTo>
                  <a:lnTo>
                    <a:pt x="1092966" y="1363050"/>
                  </a:lnTo>
                  <a:lnTo>
                    <a:pt x="1092970" y="1363044"/>
                  </a:lnTo>
                  <a:lnTo>
                    <a:pt x="1092973" y="1363035"/>
                  </a:lnTo>
                  <a:lnTo>
                    <a:pt x="1092974" y="1363020"/>
                  </a:lnTo>
                  <a:lnTo>
                    <a:pt x="1092971" y="1362990"/>
                  </a:lnTo>
                  <a:lnTo>
                    <a:pt x="1092969" y="1362978"/>
                  </a:lnTo>
                  <a:lnTo>
                    <a:pt x="1092970" y="1362974"/>
                  </a:lnTo>
                  <a:lnTo>
                    <a:pt x="1092980" y="1362959"/>
                  </a:lnTo>
                  <a:lnTo>
                    <a:pt x="1092993" y="1362948"/>
                  </a:lnTo>
                  <a:lnTo>
                    <a:pt x="1093006" y="1362939"/>
                  </a:lnTo>
                  <a:lnTo>
                    <a:pt x="1093038" y="1362910"/>
                  </a:lnTo>
                  <a:lnTo>
                    <a:pt x="1093038" y="1362895"/>
                  </a:lnTo>
                  <a:lnTo>
                    <a:pt x="1093035" y="1362887"/>
                  </a:lnTo>
                  <a:lnTo>
                    <a:pt x="1093031" y="1362872"/>
                  </a:lnTo>
                  <a:lnTo>
                    <a:pt x="1093025" y="1362857"/>
                  </a:lnTo>
                  <a:lnTo>
                    <a:pt x="1093022" y="1362851"/>
                  </a:lnTo>
                  <a:lnTo>
                    <a:pt x="1093014" y="1362811"/>
                  </a:lnTo>
                  <a:lnTo>
                    <a:pt x="1093014" y="1362792"/>
                  </a:lnTo>
                  <a:lnTo>
                    <a:pt x="1093018" y="1362762"/>
                  </a:lnTo>
                  <a:lnTo>
                    <a:pt x="1093022" y="1362748"/>
                  </a:lnTo>
                  <a:lnTo>
                    <a:pt x="1093023" y="1362742"/>
                  </a:lnTo>
                  <a:lnTo>
                    <a:pt x="1093026" y="1362733"/>
                  </a:lnTo>
                  <a:lnTo>
                    <a:pt x="1093032" y="1362613"/>
                  </a:lnTo>
                  <a:lnTo>
                    <a:pt x="1093031" y="1362598"/>
                  </a:lnTo>
                  <a:lnTo>
                    <a:pt x="1093032" y="1362583"/>
                  </a:lnTo>
                  <a:lnTo>
                    <a:pt x="1093032" y="1362568"/>
                  </a:lnTo>
                  <a:lnTo>
                    <a:pt x="1093033" y="1362553"/>
                  </a:lnTo>
                  <a:lnTo>
                    <a:pt x="1093033" y="1362538"/>
                  </a:lnTo>
                  <a:lnTo>
                    <a:pt x="1093032" y="1362523"/>
                  </a:lnTo>
                  <a:lnTo>
                    <a:pt x="1093032" y="1362514"/>
                  </a:lnTo>
                  <a:lnTo>
                    <a:pt x="1093030" y="1362508"/>
                  </a:lnTo>
                  <a:lnTo>
                    <a:pt x="1093018" y="1362493"/>
                  </a:lnTo>
                  <a:lnTo>
                    <a:pt x="1093004" y="1362483"/>
                  </a:lnTo>
                  <a:lnTo>
                    <a:pt x="1092989" y="1362473"/>
                  </a:lnTo>
                  <a:lnTo>
                    <a:pt x="1092975" y="1362460"/>
                  </a:lnTo>
                  <a:lnTo>
                    <a:pt x="1092965" y="1362445"/>
                  </a:lnTo>
                  <a:lnTo>
                    <a:pt x="1092953" y="1362431"/>
                  </a:lnTo>
                  <a:lnTo>
                    <a:pt x="1092942" y="1362415"/>
                  </a:lnTo>
                  <a:lnTo>
                    <a:pt x="1092930" y="1362402"/>
                  </a:lnTo>
                  <a:lnTo>
                    <a:pt x="1092916" y="1362390"/>
                  </a:lnTo>
                  <a:lnTo>
                    <a:pt x="1092856" y="1362370"/>
                  </a:lnTo>
                  <a:lnTo>
                    <a:pt x="1092849" y="1362365"/>
                  </a:lnTo>
                  <a:lnTo>
                    <a:pt x="1092837" y="1362351"/>
                  </a:lnTo>
                  <a:lnTo>
                    <a:pt x="1092831" y="1362320"/>
                  </a:lnTo>
                  <a:lnTo>
                    <a:pt x="1092831" y="1362315"/>
                  </a:lnTo>
                  <a:lnTo>
                    <a:pt x="1092832" y="1362307"/>
                  </a:lnTo>
                  <a:lnTo>
                    <a:pt x="1092833" y="1362301"/>
                  </a:lnTo>
                  <a:lnTo>
                    <a:pt x="1092835" y="1362292"/>
                  </a:lnTo>
                  <a:lnTo>
                    <a:pt x="1092837" y="1362277"/>
                  </a:lnTo>
                  <a:lnTo>
                    <a:pt x="1092838" y="1362262"/>
                  </a:lnTo>
                  <a:lnTo>
                    <a:pt x="1092841" y="1362247"/>
                  </a:lnTo>
                  <a:lnTo>
                    <a:pt x="1092841" y="1362232"/>
                  </a:lnTo>
                  <a:lnTo>
                    <a:pt x="1092838" y="1362217"/>
                  </a:lnTo>
                  <a:lnTo>
                    <a:pt x="1092833" y="1362201"/>
                  </a:lnTo>
                  <a:lnTo>
                    <a:pt x="1092829" y="1362186"/>
                  </a:lnTo>
                  <a:lnTo>
                    <a:pt x="1092822" y="1362173"/>
                  </a:lnTo>
                  <a:lnTo>
                    <a:pt x="1092813" y="1362160"/>
                  </a:lnTo>
                  <a:lnTo>
                    <a:pt x="1092811" y="1362156"/>
                  </a:lnTo>
                  <a:lnTo>
                    <a:pt x="1092809" y="1362149"/>
                  </a:lnTo>
                  <a:lnTo>
                    <a:pt x="1092810" y="1362141"/>
                  </a:lnTo>
                  <a:lnTo>
                    <a:pt x="1092808" y="1362104"/>
                  </a:lnTo>
                  <a:lnTo>
                    <a:pt x="1092804" y="1362099"/>
                  </a:lnTo>
                  <a:lnTo>
                    <a:pt x="1092796" y="1362092"/>
                  </a:lnTo>
                  <a:lnTo>
                    <a:pt x="1092790" y="1362089"/>
                  </a:lnTo>
                  <a:lnTo>
                    <a:pt x="1092775" y="1362087"/>
                  </a:lnTo>
                  <a:lnTo>
                    <a:pt x="1092767" y="1362089"/>
                  </a:lnTo>
                  <a:lnTo>
                    <a:pt x="1092761" y="1362093"/>
                  </a:lnTo>
                  <a:lnTo>
                    <a:pt x="1092747" y="1362103"/>
                  </a:lnTo>
                  <a:lnTo>
                    <a:pt x="1092732" y="1362113"/>
                  </a:lnTo>
                  <a:lnTo>
                    <a:pt x="1092718" y="1362123"/>
                  </a:lnTo>
                  <a:lnTo>
                    <a:pt x="1092708" y="1362131"/>
                  </a:lnTo>
                  <a:lnTo>
                    <a:pt x="1092703" y="1362133"/>
                  </a:lnTo>
                  <a:lnTo>
                    <a:pt x="1092689" y="1362141"/>
                  </a:lnTo>
                  <a:lnTo>
                    <a:pt x="1092674" y="1362148"/>
                  </a:lnTo>
                  <a:lnTo>
                    <a:pt x="1092660" y="1362150"/>
                  </a:lnTo>
                  <a:lnTo>
                    <a:pt x="1092654" y="1362149"/>
                  </a:lnTo>
                  <a:lnTo>
                    <a:pt x="1092632" y="1362136"/>
                  </a:lnTo>
                  <a:lnTo>
                    <a:pt x="1092618" y="1362126"/>
                  </a:lnTo>
                  <a:lnTo>
                    <a:pt x="1092604" y="1362114"/>
                  </a:lnTo>
                  <a:lnTo>
                    <a:pt x="1092590" y="1362104"/>
                  </a:lnTo>
                  <a:lnTo>
                    <a:pt x="1092575" y="1362105"/>
                  </a:lnTo>
                  <a:lnTo>
                    <a:pt x="1092569" y="1362107"/>
                  </a:lnTo>
                  <a:lnTo>
                    <a:pt x="1092561" y="1362112"/>
                  </a:lnTo>
                  <a:lnTo>
                    <a:pt x="1092547" y="1362118"/>
                  </a:lnTo>
                  <a:lnTo>
                    <a:pt x="1092532" y="1362121"/>
                  </a:lnTo>
                  <a:lnTo>
                    <a:pt x="1092518" y="1362122"/>
                  </a:lnTo>
                  <a:lnTo>
                    <a:pt x="1092504" y="1362121"/>
                  </a:lnTo>
                  <a:lnTo>
                    <a:pt x="1092489" y="1362120"/>
                  </a:lnTo>
                  <a:lnTo>
                    <a:pt x="1092475" y="1362119"/>
                  </a:lnTo>
                  <a:lnTo>
                    <a:pt x="1092461" y="1362117"/>
                  </a:lnTo>
                  <a:lnTo>
                    <a:pt x="1092447" y="1362114"/>
                  </a:lnTo>
                  <a:lnTo>
                    <a:pt x="1092433" y="1362107"/>
                  </a:lnTo>
                  <a:lnTo>
                    <a:pt x="1092419" y="1362099"/>
                  </a:lnTo>
                  <a:lnTo>
                    <a:pt x="1092409" y="1362093"/>
                  </a:lnTo>
                  <a:lnTo>
                    <a:pt x="1092404" y="1362087"/>
                  </a:lnTo>
                  <a:lnTo>
                    <a:pt x="1092395" y="1362072"/>
                  </a:lnTo>
                  <a:lnTo>
                    <a:pt x="1092390" y="1362063"/>
                  </a:lnTo>
                  <a:lnTo>
                    <a:pt x="1092388" y="1362057"/>
                  </a:lnTo>
                  <a:lnTo>
                    <a:pt x="1092386" y="1362050"/>
                  </a:lnTo>
                  <a:lnTo>
                    <a:pt x="1092386" y="1362042"/>
                  </a:lnTo>
                  <a:lnTo>
                    <a:pt x="1092389" y="1362027"/>
                  </a:lnTo>
                  <a:lnTo>
                    <a:pt x="1092394" y="1362019"/>
                  </a:lnTo>
                  <a:lnTo>
                    <a:pt x="1092401" y="1362012"/>
                  </a:lnTo>
                  <a:lnTo>
                    <a:pt x="1092412" y="1361999"/>
                  </a:lnTo>
                  <a:lnTo>
                    <a:pt x="1092413" y="1361991"/>
                  </a:lnTo>
                  <a:lnTo>
                    <a:pt x="1092411" y="1361987"/>
                  </a:lnTo>
                  <a:lnTo>
                    <a:pt x="1092408" y="1361982"/>
                  </a:lnTo>
                  <a:lnTo>
                    <a:pt x="1092403" y="1361975"/>
                  </a:lnTo>
                  <a:lnTo>
                    <a:pt x="1092401" y="1361967"/>
                  </a:lnTo>
                  <a:lnTo>
                    <a:pt x="1092395" y="1361952"/>
                  </a:lnTo>
                  <a:lnTo>
                    <a:pt x="1092385" y="1361921"/>
                  </a:lnTo>
                  <a:lnTo>
                    <a:pt x="1092385" y="1361914"/>
                  </a:lnTo>
                  <a:lnTo>
                    <a:pt x="1092381" y="1361907"/>
                  </a:lnTo>
                  <a:lnTo>
                    <a:pt x="1092375" y="1361896"/>
                  </a:lnTo>
                  <a:lnTo>
                    <a:pt x="1092370" y="1361891"/>
                  </a:lnTo>
                  <a:lnTo>
                    <a:pt x="1092356" y="1361879"/>
                  </a:lnTo>
                  <a:lnTo>
                    <a:pt x="1092342" y="1361868"/>
                  </a:lnTo>
                  <a:lnTo>
                    <a:pt x="1092328" y="1361859"/>
                  </a:lnTo>
                  <a:lnTo>
                    <a:pt x="1092324" y="1361858"/>
                  </a:lnTo>
                  <a:lnTo>
                    <a:pt x="1092314" y="1361851"/>
                  </a:lnTo>
                  <a:lnTo>
                    <a:pt x="1092299" y="1361840"/>
                  </a:lnTo>
                  <a:lnTo>
                    <a:pt x="1092285" y="1361828"/>
                  </a:lnTo>
                  <a:lnTo>
                    <a:pt x="1092271" y="1361815"/>
                  </a:lnTo>
                  <a:lnTo>
                    <a:pt x="1092265" y="1361800"/>
                  </a:lnTo>
                  <a:lnTo>
                    <a:pt x="1092263" y="1361796"/>
                  </a:lnTo>
                  <a:lnTo>
                    <a:pt x="1092262" y="1361785"/>
                  </a:lnTo>
                  <a:lnTo>
                    <a:pt x="1092262" y="1361780"/>
                  </a:lnTo>
                  <a:lnTo>
                    <a:pt x="1092266" y="1361770"/>
                  </a:lnTo>
                  <a:lnTo>
                    <a:pt x="1092273" y="1361755"/>
                  </a:lnTo>
                  <a:lnTo>
                    <a:pt x="1092278" y="1361740"/>
                  </a:lnTo>
                  <a:lnTo>
                    <a:pt x="1092279" y="1361725"/>
                  </a:lnTo>
                  <a:lnTo>
                    <a:pt x="1092278" y="1361717"/>
                  </a:lnTo>
                  <a:lnTo>
                    <a:pt x="1092275" y="1361708"/>
                  </a:lnTo>
                  <a:lnTo>
                    <a:pt x="1092270" y="1361701"/>
                  </a:lnTo>
                  <a:lnTo>
                    <a:pt x="1092265" y="1361695"/>
                  </a:lnTo>
                  <a:lnTo>
                    <a:pt x="1092252" y="1361684"/>
                  </a:lnTo>
                  <a:lnTo>
                    <a:pt x="1092238" y="1361671"/>
                  </a:lnTo>
                  <a:lnTo>
                    <a:pt x="1092232" y="1361663"/>
                  </a:lnTo>
                  <a:lnTo>
                    <a:pt x="1092228" y="1361656"/>
                  </a:lnTo>
                  <a:lnTo>
                    <a:pt x="1092227" y="1361639"/>
                  </a:lnTo>
                  <a:lnTo>
                    <a:pt x="1092243" y="1361600"/>
                  </a:lnTo>
                  <a:lnTo>
                    <a:pt x="1092253" y="1361590"/>
                  </a:lnTo>
                  <a:lnTo>
                    <a:pt x="1092268" y="1361583"/>
                  </a:lnTo>
                  <a:lnTo>
                    <a:pt x="1092282" y="1361578"/>
                  </a:lnTo>
                  <a:lnTo>
                    <a:pt x="1092296" y="1361573"/>
                  </a:lnTo>
                  <a:lnTo>
                    <a:pt x="1092311" y="1361567"/>
                  </a:lnTo>
                  <a:lnTo>
                    <a:pt x="1092318" y="1361561"/>
                  </a:lnTo>
                  <a:lnTo>
                    <a:pt x="1092323" y="1361555"/>
                  </a:lnTo>
                  <a:lnTo>
                    <a:pt x="1092328" y="1361550"/>
                  </a:lnTo>
                  <a:lnTo>
                    <a:pt x="1092333" y="1361540"/>
                  </a:lnTo>
                  <a:lnTo>
                    <a:pt x="1092335" y="1361534"/>
                  </a:lnTo>
                  <a:lnTo>
                    <a:pt x="1092337" y="1361525"/>
                  </a:lnTo>
                  <a:lnTo>
                    <a:pt x="1092342" y="1361510"/>
                  </a:lnTo>
                  <a:lnTo>
                    <a:pt x="1092346" y="1361494"/>
                  </a:lnTo>
                  <a:lnTo>
                    <a:pt x="1092351" y="1361468"/>
                  </a:lnTo>
                  <a:lnTo>
                    <a:pt x="1092351" y="1361458"/>
                  </a:lnTo>
                  <a:lnTo>
                    <a:pt x="1092352" y="1361443"/>
                  </a:lnTo>
                  <a:lnTo>
                    <a:pt x="1092353" y="1361428"/>
                  </a:lnTo>
                  <a:lnTo>
                    <a:pt x="1092354" y="1361413"/>
                  </a:lnTo>
                  <a:lnTo>
                    <a:pt x="1092356" y="1361398"/>
                  </a:lnTo>
                  <a:lnTo>
                    <a:pt x="1092356" y="1361375"/>
                  </a:lnTo>
                  <a:lnTo>
                    <a:pt x="1092354" y="1361368"/>
                  </a:lnTo>
                  <a:lnTo>
                    <a:pt x="1092349" y="1361352"/>
                  </a:lnTo>
                  <a:lnTo>
                    <a:pt x="1092340" y="1361339"/>
                  </a:lnTo>
                  <a:lnTo>
                    <a:pt x="1092331" y="1361331"/>
                  </a:lnTo>
                  <a:lnTo>
                    <a:pt x="1092325" y="1361328"/>
                  </a:lnTo>
                  <a:lnTo>
                    <a:pt x="1092311" y="1361322"/>
                  </a:lnTo>
                  <a:lnTo>
                    <a:pt x="1092297" y="1361316"/>
                  </a:lnTo>
                  <a:lnTo>
                    <a:pt x="1092269" y="1361308"/>
                  </a:lnTo>
                  <a:lnTo>
                    <a:pt x="1092254" y="1361307"/>
                  </a:lnTo>
                  <a:lnTo>
                    <a:pt x="1092241" y="1361309"/>
                  </a:lnTo>
                  <a:lnTo>
                    <a:pt x="1092226" y="1361316"/>
                  </a:lnTo>
                  <a:lnTo>
                    <a:pt x="1092212" y="1361325"/>
                  </a:lnTo>
                  <a:lnTo>
                    <a:pt x="1092198" y="1361338"/>
                  </a:lnTo>
                  <a:lnTo>
                    <a:pt x="1092184" y="1361347"/>
                  </a:lnTo>
                  <a:lnTo>
                    <a:pt x="1092169" y="1361357"/>
                  </a:lnTo>
                  <a:lnTo>
                    <a:pt x="1092154" y="1361364"/>
                  </a:lnTo>
                  <a:lnTo>
                    <a:pt x="1092140" y="1361366"/>
                  </a:lnTo>
                  <a:lnTo>
                    <a:pt x="1092126" y="1361365"/>
                  </a:lnTo>
                  <a:lnTo>
                    <a:pt x="1092112" y="1361362"/>
                  </a:lnTo>
                  <a:lnTo>
                    <a:pt x="1092097" y="1361360"/>
                  </a:lnTo>
                  <a:lnTo>
                    <a:pt x="1092083" y="1361361"/>
                  </a:lnTo>
                  <a:lnTo>
                    <a:pt x="1092069" y="1361363"/>
                  </a:lnTo>
                  <a:lnTo>
                    <a:pt x="1092055" y="1361366"/>
                  </a:lnTo>
                  <a:lnTo>
                    <a:pt x="1092040" y="1361370"/>
                  </a:lnTo>
                  <a:lnTo>
                    <a:pt x="1092026" y="1361372"/>
                  </a:lnTo>
                  <a:lnTo>
                    <a:pt x="1091997" y="1361378"/>
                  </a:lnTo>
                  <a:lnTo>
                    <a:pt x="1091983" y="1361382"/>
                  </a:lnTo>
                  <a:lnTo>
                    <a:pt x="1091969" y="1361384"/>
                  </a:lnTo>
                  <a:lnTo>
                    <a:pt x="1091954" y="1361388"/>
                  </a:lnTo>
                  <a:lnTo>
                    <a:pt x="1091925" y="1361403"/>
                  </a:lnTo>
                  <a:lnTo>
                    <a:pt x="1091911" y="1361408"/>
                  </a:lnTo>
                  <a:lnTo>
                    <a:pt x="1091897" y="1361414"/>
                  </a:lnTo>
                  <a:lnTo>
                    <a:pt x="1091886" y="1361416"/>
                  </a:lnTo>
                  <a:lnTo>
                    <a:pt x="1091881" y="1361414"/>
                  </a:lnTo>
                  <a:lnTo>
                    <a:pt x="1091877" y="1361406"/>
                  </a:lnTo>
                  <a:lnTo>
                    <a:pt x="1091875" y="1361400"/>
                  </a:lnTo>
                  <a:lnTo>
                    <a:pt x="1091870" y="1361383"/>
                  </a:lnTo>
                  <a:lnTo>
                    <a:pt x="1091866" y="1361370"/>
                  </a:lnTo>
                  <a:lnTo>
                    <a:pt x="1091860" y="1361355"/>
                  </a:lnTo>
                  <a:lnTo>
                    <a:pt x="1091852" y="1361340"/>
                  </a:lnTo>
                  <a:lnTo>
                    <a:pt x="1091843" y="1361325"/>
                  </a:lnTo>
                  <a:lnTo>
                    <a:pt x="1091838" y="1361316"/>
                  </a:lnTo>
                  <a:lnTo>
                    <a:pt x="1091834" y="1361311"/>
                  </a:lnTo>
                  <a:lnTo>
                    <a:pt x="1091822" y="1361297"/>
                  </a:lnTo>
                  <a:lnTo>
                    <a:pt x="1091808" y="1361284"/>
                  </a:lnTo>
                  <a:lnTo>
                    <a:pt x="1091799" y="1361268"/>
                  </a:lnTo>
                  <a:lnTo>
                    <a:pt x="1091786" y="1361254"/>
                  </a:lnTo>
                  <a:lnTo>
                    <a:pt x="1091771" y="1361239"/>
                  </a:lnTo>
                  <a:lnTo>
                    <a:pt x="1091759" y="1361229"/>
                  </a:lnTo>
                  <a:lnTo>
                    <a:pt x="1091745" y="1361221"/>
                  </a:lnTo>
                  <a:lnTo>
                    <a:pt x="1091717" y="1361209"/>
                  </a:lnTo>
                  <a:lnTo>
                    <a:pt x="1091702" y="1361202"/>
                  </a:lnTo>
                  <a:lnTo>
                    <a:pt x="1091695" y="1361194"/>
                  </a:lnTo>
                  <a:lnTo>
                    <a:pt x="1091692" y="1361188"/>
                  </a:lnTo>
                  <a:lnTo>
                    <a:pt x="1091686" y="1361173"/>
                  </a:lnTo>
                  <a:lnTo>
                    <a:pt x="1091684" y="1361166"/>
                  </a:lnTo>
                  <a:lnTo>
                    <a:pt x="1091680" y="1361158"/>
                  </a:lnTo>
                  <a:lnTo>
                    <a:pt x="1091672" y="1361142"/>
                  </a:lnTo>
                  <a:lnTo>
                    <a:pt x="1091663" y="1361127"/>
                  </a:lnTo>
                  <a:lnTo>
                    <a:pt x="1091654" y="1361113"/>
                  </a:lnTo>
                  <a:lnTo>
                    <a:pt x="1091641" y="1361098"/>
                  </a:lnTo>
                  <a:lnTo>
                    <a:pt x="1091623" y="1361067"/>
                  </a:lnTo>
                  <a:lnTo>
                    <a:pt x="1091620" y="1361052"/>
                  </a:lnTo>
                  <a:lnTo>
                    <a:pt x="1091624" y="1361037"/>
                  </a:lnTo>
                  <a:lnTo>
                    <a:pt x="1091624" y="1361023"/>
                  </a:lnTo>
                  <a:lnTo>
                    <a:pt x="1091622" y="1361011"/>
                  </a:lnTo>
                  <a:lnTo>
                    <a:pt x="1091619" y="1361007"/>
                  </a:lnTo>
                  <a:lnTo>
                    <a:pt x="1091614" y="1360997"/>
                  </a:lnTo>
                  <a:lnTo>
                    <a:pt x="1091609" y="1360992"/>
                  </a:lnTo>
                  <a:lnTo>
                    <a:pt x="1091598" y="1360978"/>
                  </a:lnTo>
                  <a:lnTo>
                    <a:pt x="1091588" y="1360963"/>
                  </a:lnTo>
                  <a:lnTo>
                    <a:pt x="1091581" y="1360948"/>
                  </a:lnTo>
                  <a:lnTo>
                    <a:pt x="1091578" y="1360941"/>
                  </a:lnTo>
                  <a:lnTo>
                    <a:pt x="1091576" y="1360933"/>
                  </a:lnTo>
                  <a:lnTo>
                    <a:pt x="1091577" y="1360902"/>
                  </a:lnTo>
                  <a:lnTo>
                    <a:pt x="1091581" y="1360887"/>
                  </a:lnTo>
                  <a:lnTo>
                    <a:pt x="1091580" y="1360883"/>
                  </a:lnTo>
                  <a:lnTo>
                    <a:pt x="1091581" y="1360878"/>
                  </a:lnTo>
                  <a:lnTo>
                    <a:pt x="1091579" y="1360872"/>
                  </a:lnTo>
                  <a:lnTo>
                    <a:pt x="1091565" y="1360864"/>
                  </a:lnTo>
                  <a:lnTo>
                    <a:pt x="1091551" y="1360859"/>
                  </a:lnTo>
                  <a:lnTo>
                    <a:pt x="1091536" y="1360854"/>
                  </a:lnTo>
                  <a:lnTo>
                    <a:pt x="1091522" y="1360846"/>
                  </a:lnTo>
                  <a:lnTo>
                    <a:pt x="1091508" y="1360837"/>
                  </a:lnTo>
                  <a:lnTo>
                    <a:pt x="1091494" y="1360829"/>
                  </a:lnTo>
                  <a:lnTo>
                    <a:pt x="1091480" y="1360819"/>
                  </a:lnTo>
                  <a:lnTo>
                    <a:pt x="1091466" y="1360811"/>
                  </a:lnTo>
                  <a:lnTo>
                    <a:pt x="1091452" y="1360805"/>
                  </a:lnTo>
                  <a:lnTo>
                    <a:pt x="1091444" y="1360801"/>
                  </a:lnTo>
                  <a:lnTo>
                    <a:pt x="1091437" y="1360799"/>
                  </a:lnTo>
                  <a:lnTo>
                    <a:pt x="1091430" y="1360799"/>
                  </a:lnTo>
                  <a:lnTo>
                    <a:pt x="1091423" y="1360797"/>
                  </a:lnTo>
                  <a:lnTo>
                    <a:pt x="1091409" y="1360792"/>
                  </a:lnTo>
                  <a:lnTo>
                    <a:pt x="1091384" y="1360768"/>
                  </a:lnTo>
                  <a:lnTo>
                    <a:pt x="1091374" y="1360748"/>
                  </a:lnTo>
                  <a:lnTo>
                    <a:pt x="1091373" y="1360743"/>
                  </a:lnTo>
                  <a:lnTo>
                    <a:pt x="1091369" y="1360730"/>
                  </a:lnTo>
                  <a:lnTo>
                    <a:pt x="1091367" y="1360647"/>
                  </a:lnTo>
                  <a:lnTo>
                    <a:pt x="1091366" y="1360641"/>
                  </a:lnTo>
                  <a:lnTo>
                    <a:pt x="1091363" y="1360633"/>
                  </a:lnTo>
                  <a:lnTo>
                    <a:pt x="1091363" y="1360625"/>
                  </a:lnTo>
                  <a:lnTo>
                    <a:pt x="1091360" y="1360607"/>
                  </a:lnTo>
                  <a:lnTo>
                    <a:pt x="1091356" y="1360594"/>
                  </a:lnTo>
                  <a:lnTo>
                    <a:pt x="1091349" y="1360590"/>
                  </a:lnTo>
                  <a:lnTo>
                    <a:pt x="1091342" y="1360591"/>
                  </a:lnTo>
                  <a:lnTo>
                    <a:pt x="1091328" y="1360594"/>
                  </a:lnTo>
                  <a:lnTo>
                    <a:pt x="1091314" y="1360595"/>
                  </a:lnTo>
                  <a:lnTo>
                    <a:pt x="1091299" y="1360595"/>
                  </a:lnTo>
                  <a:lnTo>
                    <a:pt x="1091285" y="1360594"/>
                  </a:lnTo>
                  <a:lnTo>
                    <a:pt x="1091272" y="1360592"/>
                  </a:lnTo>
                  <a:lnTo>
                    <a:pt x="1091262" y="1360587"/>
                  </a:lnTo>
                  <a:lnTo>
                    <a:pt x="1091257" y="1360583"/>
                  </a:lnTo>
                  <a:lnTo>
                    <a:pt x="1091242" y="1360576"/>
                  </a:lnTo>
                  <a:lnTo>
                    <a:pt x="1091228" y="1360565"/>
                  </a:lnTo>
                  <a:lnTo>
                    <a:pt x="1091215" y="1360551"/>
                  </a:lnTo>
                  <a:lnTo>
                    <a:pt x="1091209" y="1360545"/>
                  </a:lnTo>
                  <a:lnTo>
                    <a:pt x="1091203" y="1360537"/>
                  </a:lnTo>
                  <a:lnTo>
                    <a:pt x="1091190" y="1360525"/>
                  </a:lnTo>
                  <a:lnTo>
                    <a:pt x="1091176" y="1360511"/>
                  </a:lnTo>
                  <a:lnTo>
                    <a:pt x="1091164" y="1360502"/>
                  </a:lnTo>
                  <a:lnTo>
                    <a:pt x="1091153" y="1360496"/>
                  </a:lnTo>
                  <a:lnTo>
                    <a:pt x="1091148" y="1360494"/>
                  </a:lnTo>
                  <a:lnTo>
                    <a:pt x="1091136" y="1360490"/>
                  </a:lnTo>
                  <a:lnTo>
                    <a:pt x="1091034" y="1360491"/>
                  </a:lnTo>
                  <a:lnTo>
                    <a:pt x="1091019" y="1360488"/>
                  </a:lnTo>
                  <a:lnTo>
                    <a:pt x="1091013" y="1360487"/>
                  </a:lnTo>
                  <a:lnTo>
                    <a:pt x="1091005" y="1360483"/>
                  </a:lnTo>
                  <a:lnTo>
                    <a:pt x="1090987" y="1360477"/>
                  </a:lnTo>
                  <a:lnTo>
                    <a:pt x="1090977" y="1360472"/>
                  </a:lnTo>
                  <a:lnTo>
                    <a:pt x="1090963" y="1360466"/>
                  </a:lnTo>
                  <a:lnTo>
                    <a:pt x="1090948" y="1360461"/>
                  </a:lnTo>
                  <a:lnTo>
                    <a:pt x="1090937" y="1360459"/>
                  </a:lnTo>
                  <a:lnTo>
                    <a:pt x="1090920" y="1360459"/>
                  </a:lnTo>
                  <a:lnTo>
                    <a:pt x="1090906" y="1360459"/>
                  </a:lnTo>
                  <a:lnTo>
                    <a:pt x="1090897" y="1360460"/>
                  </a:lnTo>
                  <a:lnTo>
                    <a:pt x="1090891" y="1360459"/>
                  </a:lnTo>
                  <a:lnTo>
                    <a:pt x="1090877" y="1360459"/>
                  </a:lnTo>
                  <a:lnTo>
                    <a:pt x="1090863" y="1360459"/>
                  </a:lnTo>
                  <a:lnTo>
                    <a:pt x="1090849" y="1360458"/>
                  </a:lnTo>
                  <a:lnTo>
                    <a:pt x="1090834" y="1360458"/>
                  </a:lnTo>
                  <a:lnTo>
                    <a:pt x="1090820" y="1360461"/>
                  </a:lnTo>
                  <a:lnTo>
                    <a:pt x="1090805" y="1360465"/>
                  </a:lnTo>
                  <a:lnTo>
                    <a:pt x="1090791" y="1360466"/>
                  </a:lnTo>
                  <a:lnTo>
                    <a:pt x="1090785" y="1360467"/>
                  </a:lnTo>
                  <a:lnTo>
                    <a:pt x="1090777" y="1360465"/>
                  </a:lnTo>
                  <a:lnTo>
                    <a:pt x="1090763" y="1360459"/>
                  </a:lnTo>
                  <a:lnTo>
                    <a:pt x="1090757" y="1360454"/>
                  </a:lnTo>
                  <a:lnTo>
                    <a:pt x="1090745" y="1360431"/>
                  </a:lnTo>
                  <a:lnTo>
                    <a:pt x="1090744" y="1360422"/>
                  </a:lnTo>
                  <a:lnTo>
                    <a:pt x="1090739" y="1360408"/>
                  </a:lnTo>
                  <a:lnTo>
                    <a:pt x="1090735" y="1360402"/>
                  </a:lnTo>
                  <a:lnTo>
                    <a:pt x="1090717" y="1360381"/>
                  </a:lnTo>
                  <a:lnTo>
                    <a:pt x="1090703" y="1360371"/>
                  </a:lnTo>
                  <a:lnTo>
                    <a:pt x="1090689" y="1360362"/>
                  </a:lnTo>
                  <a:lnTo>
                    <a:pt x="1090674" y="1360357"/>
                  </a:lnTo>
                  <a:lnTo>
                    <a:pt x="1090667" y="1360356"/>
                  </a:lnTo>
                  <a:lnTo>
                    <a:pt x="1090660" y="1360353"/>
                  </a:lnTo>
                  <a:lnTo>
                    <a:pt x="1090653" y="1360350"/>
                  </a:lnTo>
                  <a:lnTo>
                    <a:pt x="1090646" y="1360343"/>
                  </a:lnTo>
                  <a:lnTo>
                    <a:pt x="1090632" y="1360332"/>
                  </a:lnTo>
                  <a:lnTo>
                    <a:pt x="1090616" y="1360319"/>
                  </a:lnTo>
                  <a:lnTo>
                    <a:pt x="1090604" y="1360312"/>
                  </a:lnTo>
                  <a:lnTo>
                    <a:pt x="1090590" y="1360301"/>
                  </a:lnTo>
                  <a:lnTo>
                    <a:pt x="1090575" y="1360294"/>
                  </a:lnTo>
                  <a:lnTo>
                    <a:pt x="1090561" y="1360289"/>
                  </a:lnTo>
                  <a:lnTo>
                    <a:pt x="1090554" y="1360287"/>
                  </a:lnTo>
                  <a:lnTo>
                    <a:pt x="1090547" y="1360282"/>
                  </a:lnTo>
                  <a:lnTo>
                    <a:pt x="1090531" y="1360271"/>
                  </a:lnTo>
                  <a:lnTo>
                    <a:pt x="1090519" y="1360264"/>
                  </a:lnTo>
                  <a:lnTo>
                    <a:pt x="1090510" y="1360259"/>
                  </a:lnTo>
                  <a:lnTo>
                    <a:pt x="1090505" y="1360257"/>
                  </a:lnTo>
                  <a:lnTo>
                    <a:pt x="1090499" y="1360256"/>
                  </a:lnTo>
                  <a:lnTo>
                    <a:pt x="1090491" y="1360257"/>
                  </a:lnTo>
                  <a:lnTo>
                    <a:pt x="1090484" y="1360257"/>
                  </a:lnTo>
                  <a:lnTo>
                    <a:pt x="1090477" y="1360260"/>
                  </a:lnTo>
                  <a:lnTo>
                    <a:pt x="1090470" y="1360267"/>
                  </a:lnTo>
                  <a:lnTo>
                    <a:pt x="1090465" y="1360275"/>
                  </a:lnTo>
                  <a:lnTo>
                    <a:pt x="1090455" y="1360289"/>
                  </a:lnTo>
                  <a:lnTo>
                    <a:pt x="1090452" y="1360293"/>
                  </a:lnTo>
                  <a:lnTo>
                    <a:pt x="1090446" y="1360306"/>
                  </a:lnTo>
                  <a:lnTo>
                    <a:pt x="1090440" y="1360311"/>
                  </a:lnTo>
                  <a:lnTo>
                    <a:pt x="1090434" y="1360308"/>
                  </a:lnTo>
                  <a:lnTo>
                    <a:pt x="1090430" y="1360305"/>
                  </a:lnTo>
                  <a:lnTo>
                    <a:pt x="1090420" y="1360305"/>
                  </a:lnTo>
                  <a:lnTo>
                    <a:pt x="1090411" y="1360309"/>
                  </a:lnTo>
                  <a:lnTo>
                    <a:pt x="1090406" y="1360313"/>
                  </a:lnTo>
                  <a:lnTo>
                    <a:pt x="1090399" y="1360318"/>
                  </a:lnTo>
                  <a:lnTo>
                    <a:pt x="1090393" y="1360327"/>
                  </a:lnTo>
                  <a:lnTo>
                    <a:pt x="1090389" y="1360331"/>
                  </a:lnTo>
                  <a:lnTo>
                    <a:pt x="1090388" y="1360336"/>
                  </a:lnTo>
                  <a:lnTo>
                    <a:pt x="1090385" y="1360341"/>
                  </a:lnTo>
                  <a:lnTo>
                    <a:pt x="1090375" y="1360355"/>
                  </a:lnTo>
                  <a:lnTo>
                    <a:pt x="1090366" y="1360370"/>
                  </a:lnTo>
                  <a:lnTo>
                    <a:pt x="1090355" y="1360384"/>
                  </a:lnTo>
                  <a:lnTo>
                    <a:pt x="1090342" y="1360397"/>
                  </a:lnTo>
                  <a:lnTo>
                    <a:pt x="1090329" y="1360410"/>
                  </a:lnTo>
                  <a:lnTo>
                    <a:pt x="1090316" y="1360424"/>
                  </a:lnTo>
                  <a:lnTo>
                    <a:pt x="1090305" y="1360438"/>
                  </a:lnTo>
                  <a:lnTo>
                    <a:pt x="1090290" y="1360452"/>
                  </a:lnTo>
                  <a:lnTo>
                    <a:pt x="1090276" y="1360463"/>
                  </a:lnTo>
                  <a:lnTo>
                    <a:pt x="1090262" y="1360475"/>
                  </a:lnTo>
                  <a:lnTo>
                    <a:pt x="1090253" y="1360482"/>
                  </a:lnTo>
                  <a:lnTo>
                    <a:pt x="1090249" y="1360488"/>
                  </a:lnTo>
                  <a:lnTo>
                    <a:pt x="1090244" y="1360503"/>
                  </a:lnTo>
                  <a:lnTo>
                    <a:pt x="1090242" y="1360519"/>
                  </a:lnTo>
                  <a:lnTo>
                    <a:pt x="1090238" y="1360548"/>
                  </a:lnTo>
                  <a:lnTo>
                    <a:pt x="1090236" y="1360556"/>
                  </a:lnTo>
                  <a:lnTo>
                    <a:pt x="1090236" y="1360563"/>
                  </a:lnTo>
                  <a:lnTo>
                    <a:pt x="1090230" y="1360574"/>
                  </a:lnTo>
                  <a:lnTo>
                    <a:pt x="1090193" y="1360601"/>
                  </a:lnTo>
                  <a:lnTo>
                    <a:pt x="1090179" y="1360609"/>
                  </a:lnTo>
                  <a:lnTo>
                    <a:pt x="1090164" y="1360615"/>
                  </a:lnTo>
                  <a:lnTo>
                    <a:pt x="1090150" y="1360625"/>
                  </a:lnTo>
                  <a:lnTo>
                    <a:pt x="1090143" y="1360629"/>
                  </a:lnTo>
                  <a:lnTo>
                    <a:pt x="1090136" y="1360631"/>
                  </a:lnTo>
                  <a:lnTo>
                    <a:pt x="1090127" y="1360634"/>
                  </a:lnTo>
                  <a:lnTo>
                    <a:pt x="1090119" y="1360639"/>
                  </a:lnTo>
                  <a:lnTo>
                    <a:pt x="1090115" y="1360643"/>
                  </a:lnTo>
                  <a:lnTo>
                    <a:pt x="1090113" y="1360647"/>
                  </a:lnTo>
                  <a:lnTo>
                    <a:pt x="1090112" y="1360662"/>
                  </a:lnTo>
                  <a:lnTo>
                    <a:pt x="1090110" y="1360680"/>
                  </a:lnTo>
                  <a:lnTo>
                    <a:pt x="1090116" y="1360692"/>
                  </a:lnTo>
                  <a:lnTo>
                    <a:pt x="1090123" y="1360708"/>
                  </a:lnTo>
                  <a:lnTo>
                    <a:pt x="1090131" y="1360723"/>
                  </a:lnTo>
                  <a:lnTo>
                    <a:pt x="1090141" y="1360738"/>
                  </a:lnTo>
                  <a:lnTo>
                    <a:pt x="1090144" y="1360741"/>
                  </a:lnTo>
                  <a:lnTo>
                    <a:pt x="1090149" y="1360753"/>
                  </a:lnTo>
                  <a:lnTo>
                    <a:pt x="1090151" y="1360759"/>
                  </a:lnTo>
                  <a:lnTo>
                    <a:pt x="1090149" y="1360768"/>
                  </a:lnTo>
                  <a:lnTo>
                    <a:pt x="1090145" y="1360785"/>
                  </a:lnTo>
                  <a:lnTo>
                    <a:pt x="1090141" y="1360795"/>
                  </a:lnTo>
                  <a:lnTo>
                    <a:pt x="1090141" y="1360800"/>
                  </a:lnTo>
                  <a:lnTo>
                    <a:pt x="1090136" y="1360808"/>
                  </a:lnTo>
                  <a:lnTo>
                    <a:pt x="1090130" y="1360813"/>
                  </a:lnTo>
                  <a:lnTo>
                    <a:pt x="1090118" y="1360813"/>
                  </a:lnTo>
                  <a:lnTo>
                    <a:pt x="1090110" y="1360812"/>
                  </a:lnTo>
                  <a:lnTo>
                    <a:pt x="1090103" y="1360819"/>
                  </a:lnTo>
                  <a:lnTo>
                    <a:pt x="1090096" y="1360834"/>
                  </a:lnTo>
                  <a:lnTo>
                    <a:pt x="1090088" y="1360849"/>
                  </a:lnTo>
                  <a:lnTo>
                    <a:pt x="1090086" y="1360854"/>
                  </a:lnTo>
                  <a:lnTo>
                    <a:pt x="1090078" y="1360864"/>
                  </a:lnTo>
                  <a:lnTo>
                    <a:pt x="1090074" y="1360869"/>
                  </a:lnTo>
                  <a:lnTo>
                    <a:pt x="1090066" y="1360870"/>
                  </a:lnTo>
                  <a:lnTo>
                    <a:pt x="1090049" y="1360869"/>
                  </a:lnTo>
                  <a:lnTo>
                    <a:pt x="1090039" y="1360866"/>
                  </a:lnTo>
                  <a:lnTo>
                    <a:pt x="1090025" y="1360858"/>
                  </a:lnTo>
                  <a:lnTo>
                    <a:pt x="1090012" y="1360847"/>
                  </a:lnTo>
                  <a:lnTo>
                    <a:pt x="1089998" y="1360832"/>
                  </a:lnTo>
                  <a:lnTo>
                    <a:pt x="1089984" y="1360820"/>
                  </a:lnTo>
                  <a:lnTo>
                    <a:pt x="1089970" y="1360812"/>
                  </a:lnTo>
                  <a:lnTo>
                    <a:pt x="1089955" y="1360813"/>
                  </a:lnTo>
                  <a:lnTo>
                    <a:pt x="1089941" y="1360818"/>
                  </a:lnTo>
                  <a:lnTo>
                    <a:pt x="1089934" y="1360821"/>
                  </a:lnTo>
                  <a:lnTo>
                    <a:pt x="1089924" y="1360824"/>
                  </a:lnTo>
                  <a:lnTo>
                    <a:pt x="1089912" y="1360823"/>
                  </a:lnTo>
                  <a:lnTo>
                    <a:pt x="1089907" y="1360822"/>
                  </a:lnTo>
                  <a:lnTo>
                    <a:pt x="1089898" y="1360815"/>
                  </a:lnTo>
                  <a:lnTo>
                    <a:pt x="1089882" y="1360803"/>
                  </a:lnTo>
                  <a:lnTo>
                    <a:pt x="1089870" y="1360799"/>
                  </a:lnTo>
                  <a:lnTo>
                    <a:pt x="1089855" y="1360798"/>
                  </a:lnTo>
                  <a:lnTo>
                    <a:pt x="1089841" y="1360801"/>
                  </a:lnTo>
                  <a:lnTo>
                    <a:pt x="1089826" y="1360806"/>
                  </a:lnTo>
                  <a:lnTo>
                    <a:pt x="1089812" y="1360811"/>
                  </a:lnTo>
                  <a:lnTo>
                    <a:pt x="1089808" y="1360813"/>
                  </a:lnTo>
                  <a:lnTo>
                    <a:pt x="1089798" y="1360813"/>
                  </a:lnTo>
                  <a:lnTo>
                    <a:pt x="1089766" y="1360807"/>
                  </a:lnTo>
                  <a:lnTo>
                    <a:pt x="1089752" y="1360800"/>
                  </a:lnTo>
                  <a:lnTo>
                    <a:pt x="1089745" y="1360785"/>
                  </a:lnTo>
                  <a:lnTo>
                    <a:pt x="1089742" y="1360771"/>
                  </a:lnTo>
                  <a:lnTo>
                    <a:pt x="1089735" y="1360756"/>
                  </a:lnTo>
                  <a:lnTo>
                    <a:pt x="1089732" y="1360750"/>
                  </a:lnTo>
                  <a:lnTo>
                    <a:pt x="1089724" y="1360743"/>
                  </a:lnTo>
                  <a:lnTo>
                    <a:pt x="1089711" y="1360732"/>
                  </a:lnTo>
                  <a:lnTo>
                    <a:pt x="1089697" y="1360724"/>
                  </a:lnTo>
                  <a:lnTo>
                    <a:pt x="1089691" y="1360721"/>
                  </a:lnTo>
                  <a:lnTo>
                    <a:pt x="1089683" y="1360713"/>
                  </a:lnTo>
                  <a:lnTo>
                    <a:pt x="1089680" y="1360709"/>
                  </a:lnTo>
                  <a:lnTo>
                    <a:pt x="1089676" y="1360696"/>
                  </a:lnTo>
                  <a:lnTo>
                    <a:pt x="1089673" y="1360684"/>
                  </a:lnTo>
                  <a:lnTo>
                    <a:pt x="1089664" y="1360668"/>
                  </a:lnTo>
                  <a:lnTo>
                    <a:pt x="1089651" y="1360654"/>
                  </a:lnTo>
                  <a:lnTo>
                    <a:pt x="1089647" y="1360650"/>
                  </a:lnTo>
                  <a:lnTo>
                    <a:pt x="1089642" y="1360642"/>
                  </a:lnTo>
                  <a:lnTo>
                    <a:pt x="1089637" y="1360637"/>
                  </a:lnTo>
                  <a:lnTo>
                    <a:pt x="1089621" y="1360633"/>
                  </a:lnTo>
                  <a:lnTo>
                    <a:pt x="1089612" y="1360632"/>
                  </a:lnTo>
                  <a:lnTo>
                    <a:pt x="1089600" y="1360634"/>
                  </a:lnTo>
                  <a:lnTo>
                    <a:pt x="1089596" y="1360639"/>
                  </a:lnTo>
                  <a:lnTo>
                    <a:pt x="1089594" y="1360642"/>
                  </a:lnTo>
                  <a:lnTo>
                    <a:pt x="1089590" y="1360649"/>
                  </a:lnTo>
                  <a:lnTo>
                    <a:pt x="1089563" y="1360695"/>
                  </a:lnTo>
                  <a:lnTo>
                    <a:pt x="1089553" y="1360710"/>
                  </a:lnTo>
                  <a:lnTo>
                    <a:pt x="1089543" y="1360724"/>
                  </a:lnTo>
                  <a:lnTo>
                    <a:pt x="1089535" y="1360736"/>
                  </a:lnTo>
                  <a:lnTo>
                    <a:pt x="1089530" y="1360741"/>
                  </a:lnTo>
                  <a:lnTo>
                    <a:pt x="1089518" y="1360747"/>
                  </a:lnTo>
                  <a:lnTo>
                    <a:pt x="1089504" y="1360748"/>
                  </a:lnTo>
                  <a:lnTo>
                    <a:pt x="1089490" y="1360750"/>
                  </a:lnTo>
                  <a:lnTo>
                    <a:pt x="1089475" y="1360752"/>
                  </a:lnTo>
                  <a:lnTo>
                    <a:pt x="1089432" y="1360747"/>
                  </a:lnTo>
                  <a:lnTo>
                    <a:pt x="1089422" y="1360745"/>
                  </a:lnTo>
                  <a:lnTo>
                    <a:pt x="1089417" y="1360743"/>
                  </a:lnTo>
                  <a:lnTo>
                    <a:pt x="1089405" y="1360737"/>
                  </a:lnTo>
                  <a:lnTo>
                    <a:pt x="1089391" y="1360731"/>
                  </a:lnTo>
                  <a:lnTo>
                    <a:pt x="1089377" y="1360725"/>
                  </a:lnTo>
                  <a:lnTo>
                    <a:pt x="1089363" y="1360724"/>
                  </a:lnTo>
                  <a:lnTo>
                    <a:pt x="1089348" y="1360718"/>
                  </a:lnTo>
                  <a:lnTo>
                    <a:pt x="1089334" y="1360709"/>
                  </a:lnTo>
                  <a:lnTo>
                    <a:pt x="1089320" y="1360703"/>
                  </a:lnTo>
                  <a:lnTo>
                    <a:pt x="1089313" y="1360699"/>
                  </a:lnTo>
                  <a:lnTo>
                    <a:pt x="1089306" y="1360697"/>
                  </a:lnTo>
                  <a:lnTo>
                    <a:pt x="1089299" y="1360694"/>
                  </a:lnTo>
                  <a:lnTo>
                    <a:pt x="1089292" y="1360692"/>
                  </a:lnTo>
                  <a:lnTo>
                    <a:pt x="1089278" y="1360689"/>
                  </a:lnTo>
                  <a:lnTo>
                    <a:pt x="1089263" y="1360686"/>
                  </a:lnTo>
                  <a:lnTo>
                    <a:pt x="1089247" y="1360682"/>
                  </a:lnTo>
                  <a:lnTo>
                    <a:pt x="1089235" y="1360683"/>
                  </a:lnTo>
                  <a:lnTo>
                    <a:pt x="1089227" y="1360683"/>
                  </a:lnTo>
                  <a:lnTo>
                    <a:pt x="1089220" y="1360687"/>
                  </a:lnTo>
                  <a:lnTo>
                    <a:pt x="1089217" y="1360690"/>
                  </a:lnTo>
                  <a:lnTo>
                    <a:pt x="1089218" y="1360701"/>
                  </a:lnTo>
                  <a:lnTo>
                    <a:pt x="1089218" y="1360709"/>
                  </a:lnTo>
                  <a:lnTo>
                    <a:pt x="1089220" y="1360716"/>
                  </a:lnTo>
                  <a:lnTo>
                    <a:pt x="1089223" y="1360731"/>
                  </a:lnTo>
                  <a:lnTo>
                    <a:pt x="1089237" y="1360792"/>
                  </a:lnTo>
                  <a:lnTo>
                    <a:pt x="1089241" y="1360807"/>
                  </a:lnTo>
                  <a:lnTo>
                    <a:pt x="1089244" y="1360822"/>
                  </a:lnTo>
                  <a:lnTo>
                    <a:pt x="1089246" y="1360837"/>
                  </a:lnTo>
                  <a:lnTo>
                    <a:pt x="1089251" y="1360852"/>
                  </a:lnTo>
                  <a:lnTo>
                    <a:pt x="1089255" y="1360868"/>
                  </a:lnTo>
                  <a:lnTo>
                    <a:pt x="1089260" y="1360876"/>
                  </a:lnTo>
                  <a:lnTo>
                    <a:pt x="1089262" y="1360883"/>
                  </a:lnTo>
                  <a:lnTo>
                    <a:pt x="1089269" y="1360898"/>
                  </a:lnTo>
                  <a:lnTo>
                    <a:pt x="1089273" y="1360913"/>
                  </a:lnTo>
                  <a:lnTo>
                    <a:pt x="1089286" y="1360943"/>
                  </a:lnTo>
                  <a:lnTo>
                    <a:pt x="1089291" y="1360958"/>
                  </a:lnTo>
                  <a:lnTo>
                    <a:pt x="1089295" y="1360973"/>
                  </a:lnTo>
                  <a:lnTo>
                    <a:pt x="1089299" y="1360989"/>
                  </a:lnTo>
                  <a:lnTo>
                    <a:pt x="1089301" y="1361004"/>
                  </a:lnTo>
                  <a:lnTo>
                    <a:pt x="1089303" y="1361008"/>
                  </a:lnTo>
                  <a:lnTo>
                    <a:pt x="1089303" y="1361019"/>
                  </a:lnTo>
                  <a:lnTo>
                    <a:pt x="1089295" y="1361034"/>
                  </a:lnTo>
                  <a:lnTo>
                    <a:pt x="1089277" y="1361062"/>
                  </a:lnTo>
                  <a:lnTo>
                    <a:pt x="1089266" y="1361079"/>
                  </a:lnTo>
                  <a:lnTo>
                    <a:pt x="1089258" y="1361089"/>
                  </a:lnTo>
                  <a:lnTo>
                    <a:pt x="1089254" y="1361096"/>
                  </a:lnTo>
                  <a:lnTo>
                    <a:pt x="1089248" y="1361107"/>
                  </a:lnTo>
                  <a:lnTo>
                    <a:pt x="1089245" y="1361122"/>
                  </a:lnTo>
                  <a:lnTo>
                    <a:pt x="1089246" y="1361137"/>
                  </a:lnTo>
                  <a:lnTo>
                    <a:pt x="1089246" y="1361152"/>
                  </a:lnTo>
                  <a:lnTo>
                    <a:pt x="1089245" y="1361156"/>
                  </a:lnTo>
                  <a:lnTo>
                    <a:pt x="1089241" y="1361159"/>
                  </a:lnTo>
                  <a:lnTo>
                    <a:pt x="1089234" y="1361161"/>
                  </a:lnTo>
                  <a:lnTo>
                    <a:pt x="1089220" y="1361167"/>
                  </a:lnTo>
                  <a:lnTo>
                    <a:pt x="1089205" y="1361168"/>
                  </a:lnTo>
                  <a:lnTo>
                    <a:pt x="1089191" y="1361168"/>
                  </a:lnTo>
                  <a:lnTo>
                    <a:pt x="1089177" y="1361168"/>
                  </a:lnTo>
                  <a:lnTo>
                    <a:pt x="1089163" y="1361169"/>
                  </a:lnTo>
                  <a:lnTo>
                    <a:pt x="1089148" y="1361177"/>
                  </a:lnTo>
                  <a:lnTo>
                    <a:pt x="1089143" y="1361180"/>
                  </a:lnTo>
                  <a:lnTo>
                    <a:pt x="1089136" y="1361189"/>
                  </a:lnTo>
                  <a:lnTo>
                    <a:pt x="1089132" y="1361195"/>
                  </a:lnTo>
                  <a:lnTo>
                    <a:pt x="1089128" y="1361206"/>
                  </a:lnTo>
                  <a:lnTo>
                    <a:pt x="1089125" y="1361219"/>
                  </a:lnTo>
                  <a:lnTo>
                    <a:pt x="1089123" y="1361234"/>
                  </a:lnTo>
                  <a:lnTo>
                    <a:pt x="1089124" y="1361249"/>
                  </a:lnTo>
                  <a:lnTo>
                    <a:pt x="1089127" y="1361280"/>
                  </a:lnTo>
                  <a:lnTo>
                    <a:pt x="1089124" y="1361295"/>
                  </a:lnTo>
                  <a:lnTo>
                    <a:pt x="1089122" y="1361310"/>
                  </a:lnTo>
                  <a:lnTo>
                    <a:pt x="1089121" y="1361325"/>
                  </a:lnTo>
                  <a:lnTo>
                    <a:pt x="1089121" y="1361340"/>
                  </a:lnTo>
                  <a:lnTo>
                    <a:pt x="1089116" y="1361358"/>
                  </a:lnTo>
                  <a:lnTo>
                    <a:pt x="1089114" y="1361370"/>
                  </a:lnTo>
                  <a:lnTo>
                    <a:pt x="1089110" y="1361383"/>
                  </a:lnTo>
                  <a:lnTo>
                    <a:pt x="1089106" y="1361388"/>
                  </a:lnTo>
                  <a:lnTo>
                    <a:pt x="1089094" y="1361393"/>
                  </a:lnTo>
                  <a:lnTo>
                    <a:pt x="1089088" y="1361400"/>
                  </a:lnTo>
                  <a:lnTo>
                    <a:pt x="1089086" y="1361408"/>
                  </a:lnTo>
                  <a:lnTo>
                    <a:pt x="1089087" y="1361423"/>
                  </a:lnTo>
                  <a:lnTo>
                    <a:pt x="1089088" y="1361430"/>
                  </a:lnTo>
                  <a:lnTo>
                    <a:pt x="1089088" y="1361438"/>
                  </a:lnTo>
                  <a:lnTo>
                    <a:pt x="1089074" y="1361451"/>
                  </a:lnTo>
                  <a:lnTo>
                    <a:pt x="1089045" y="1361469"/>
                  </a:lnTo>
                  <a:lnTo>
                    <a:pt x="1089031" y="1361476"/>
                  </a:lnTo>
                  <a:lnTo>
                    <a:pt x="1089016" y="1361480"/>
                  </a:lnTo>
                  <a:lnTo>
                    <a:pt x="1089002" y="1361483"/>
                  </a:lnTo>
                  <a:lnTo>
                    <a:pt x="1088988" y="1361484"/>
                  </a:lnTo>
                  <a:lnTo>
                    <a:pt x="1088959" y="1361487"/>
                  </a:lnTo>
                  <a:lnTo>
                    <a:pt x="1088930" y="1361494"/>
                  </a:lnTo>
                  <a:lnTo>
                    <a:pt x="1088916" y="1361497"/>
                  </a:lnTo>
                  <a:lnTo>
                    <a:pt x="1088902" y="1361500"/>
                  </a:lnTo>
                  <a:lnTo>
                    <a:pt x="1088891" y="1361502"/>
                  </a:lnTo>
                  <a:lnTo>
                    <a:pt x="1088885" y="1361501"/>
                  </a:lnTo>
                  <a:lnTo>
                    <a:pt x="1088879" y="1361497"/>
                  </a:lnTo>
                  <a:lnTo>
                    <a:pt x="1088874" y="1361493"/>
                  </a:lnTo>
                  <a:lnTo>
                    <a:pt x="1088869" y="1361485"/>
                  </a:lnTo>
                  <a:lnTo>
                    <a:pt x="1088865" y="1361477"/>
                  </a:lnTo>
                  <a:lnTo>
                    <a:pt x="1088864" y="1361473"/>
                  </a:lnTo>
                  <a:lnTo>
                    <a:pt x="1088858" y="1361462"/>
                  </a:lnTo>
                  <a:lnTo>
                    <a:pt x="1088855" y="1361458"/>
                  </a:lnTo>
                  <a:lnTo>
                    <a:pt x="1088845" y="1361450"/>
                  </a:lnTo>
                  <a:lnTo>
                    <a:pt x="1088830" y="1361446"/>
                  </a:lnTo>
                  <a:lnTo>
                    <a:pt x="1088816" y="1361444"/>
                  </a:lnTo>
                  <a:lnTo>
                    <a:pt x="1088802" y="1361443"/>
                  </a:lnTo>
                  <a:lnTo>
                    <a:pt x="1088794" y="1361442"/>
                  </a:lnTo>
                  <a:lnTo>
                    <a:pt x="1088785" y="1361439"/>
                  </a:lnTo>
                  <a:lnTo>
                    <a:pt x="1088774" y="1361431"/>
                  </a:lnTo>
                  <a:lnTo>
                    <a:pt x="1088769" y="1361427"/>
                  </a:lnTo>
                  <a:lnTo>
                    <a:pt x="1088763" y="1361418"/>
                  </a:lnTo>
                  <a:lnTo>
                    <a:pt x="1088761" y="1361403"/>
                  </a:lnTo>
                  <a:lnTo>
                    <a:pt x="1088756" y="1361386"/>
                  </a:lnTo>
                  <a:lnTo>
                    <a:pt x="1088751" y="1361381"/>
                  </a:lnTo>
                  <a:lnTo>
                    <a:pt x="1088744" y="1361377"/>
                  </a:lnTo>
                  <a:lnTo>
                    <a:pt x="1088730" y="1361372"/>
                  </a:lnTo>
                  <a:lnTo>
                    <a:pt x="1088714" y="1361373"/>
                  </a:lnTo>
                  <a:lnTo>
                    <a:pt x="1088701" y="1361377"/>
                  </a:lnTo>
                  <a:lnTo>
                    <a:pt x="1088697" y="1361379"/>
                  </a:lnTo>
                  <a:lnTo>
                    <a:pt x="1088692" y="1361382"/>
                  </a:lnTo>
                  <a:lnTo>
                    <a:pt x="1088689" y="1361388"/>
                  </a:lnTo>
                  <a:lnTo>
                    <a:pt x="1088686" y="1361393"/>
                  </a:lnTo>
                  <a:lnTo>
                    <a:pt x="1088678" y="1361411"/>
                  </a:lnTo>
                  <a:lnTo>
                    <a:pt x="1088663" y="1361424"/>
                  </a:lnTo>
                  <a:lnTo>
                    <a:pt x="1088658" y="1361428"/>
                  </a:lnTo>
                  <a:lnTo>
                    <a:pt x="1088652" y="1361432"/>
                  </a:lnTo>
                  <a:lnTo>
                    <a:pt x="1088643" y="1361445"/>
                  </a:lnTo>
                  <a:lnTo>
                    <a:pt x="1088634" y="1361467"/>
                  </a:lnTo>
                  <a:lnTo>
                    <a:pt x="1088620" y="1361490"/>
                  </a:lnTo>
                  <a:lnTo>
                    <a:pt x="1088600" y="1361510"/>
                  </a:lnTo>
                  <a:lnTo>
                    <a:pt x="1088594" y="1361515"/>
                  </a:lnTo>
                  <a:lnTo>
                    <a:pt x="1088579" y="1361528"/>
                  </a:lnTo>
                  <a:lnTo>
                    <a:pt x="1088564" y="1361538"/>
                  </a:lnTo>
                  <a:lnTo>
                    <a:pt x="1088550" y="1361546"/>
                  </a:lnTo>
                  <a:lnTo>
                    <a:pt x="1088536" y="1361554"/>
                  </a:lnTo>
                  <a:lnTo>
                    <a:pt x="1088521" y="1361561"/>
                  </a:lnTo>
                  <a:lnTo>
                    <a:pt x="1088514" y="1361563"/>
                  </a:lnTo>
                  <a:lnTo>
                    <a:pt x="1088506" y="1361568"/>
                  </a:lnTo>
                  <a:lnTo>
                    <a:pt x="1088492" y="1361575"/>
                  </a:lnTo>
                  <a:lnTo>
                    <a:pt x="1088478" y="1361583"/>
                  </a:lnTo>
                  <a:lnTo>
                    <a:pt x="1088464" y="1361594"/>
                  </a:lnTo>
                  <a:lnTo>
                    <a:pt x="1088461" y="1361597"/>
                  </a:lnTo>
                  <a:lnTo>
                    <a:pt x="1088456" y="1361604"/>
                  </a:lnTo>
                  <a:lnTo>
                    <a:pt x="1088456" y="1361609"/>
                  </a:lnTo>
                  <a:lnTo>
                    <a:pt x="1088451" y="1361624"/>
                  </a:lnTo>
                  <a:lnTo>
                    <a:pt x="1088450" y="1361639"/>
                  </a:lnTo>
                  <a:lnTo>
                    <a:pt x="1088451" y="1361654"/>
                  </a:lnTo>
                  <a:lnTo>
                    <a:pt x="1088451" y="1361669"/>
                  </a:lnTo>
                  <a:lnTo>
                    <a:pt x="1088453" y="1361684"/>
                  </a:lnTo>
                  <a:lnTo>
                    <a:pt x="1088452" y="1361692"/>
                  </a:lnTo>
                  <a:lnTo>
                    <a:pt x="1088449" y="1361699"/>
                  </a:lnTo>
                  <a:lnTo>
                    <a:pt x="1088398" y="1361752"/>
                  </a:lnTo>
                  <a:lnTo>
                    <a:pt x="1088390" y="1361762"/>
                  </a:lnTo>
                  <a:lnTo>
                    <a:pt x="1088377" y="1361777"/>
                  </a:lnTo>
                  <a:lnTo>
                    <a:pt x="1088365" y="1361792"/>
                  </a:lnTo>
                  <a:lnTo>
                    <a:pt x="1088360" y="1361801"/>
                  </a:lnTo>
                  <a:lnTo>
                    <a:pt x="1088360" y="1361809"/>
                  </a:lnTo>
                  <a:lnTo>
                    <a:pt x="1088372" y="1361820"/>
                  </a:lnTo>
                  <a:lnTo>
                    <a:pt x="1088377" y="1361823"/>
                  </a:lnTo>
                  <a:lnTo>
                    <a:pt x="1088384" y="1361826"/>
                  </a:lnTo>
                  <a:lnTo>
                    <a:pt x="1088383" y="1361833"/>
                  </a:lnTo>
                  <a:lnTo>
                    <a:pt x="1088374" y="1361836"/>
                  </a:lnTo>
                  <a:lnTo>
                    <a:pt x="1088367" y="1361835"/>
                  </a:lnTo>
                  <a:lnTo>
                    <a:pt x="1088338" y="1361831"/>
                  </a:lnTo>
                  <a:lnTo>
                    <a:pt x="1088324" y="1361826"/>
                  </a:lnTo>
                  <a:lnTo>
                    <a:pt x="1088310" y="1361817"/>
                  </a:lnTo>
                  <a:lnTo>
                    <a:pt x="1088296" y="1361806"/>
                  </a:lnTo>
                  <a:lnTo>
                    <a:pt x="1088282" y="1361800"/>
                  </a:lnTo>
                  <a:lnTo>
                    <a:pt x="1088268" y="1361797"/>
                  </a:lnTo>
                  <a:lnTo>
                    <a:pt x="1088252" y="1361792"/>
                  </a:lnTo>
                  <a:lnTo>
                    <a:pt x="1088239" y="1361784"/>
                  </a:lnTo>
                  <a:lnTo>
                    <a:pt x="1088225" y="1361771"/>
                  </a:lnTo>
                  <a:lnTo>
                    <a:pt x="1088212" y="1361756"/>
                  </a:lnTo>
                  <a:lnTo>
                    <a:pt x="1088199" y="1361741"/>
                  </a:lnTo>
                  <a:lnTo>
                    <a:pt x="1088191" y="1361735"/>
                  </a:lnTo>
                  <a:lnTo>
                    <a:pt x="1088185" y="1361732"/>
                  </a:lnTo>
                  <a:lnTo>
                    <a:pt x="1088177" y="1361727"/>
                  </a:lnTo>
                  <a:lnTo>
                    <a:pt x="1088171" y="1361725"/>
                  </a:lnTo>
                  <a:lnTo>
                    <a:pt x="1088166" y="1361723"/>
                  </a:lnTo>
                  <a:lnTo>
                    <a:pt x="1088156" y="1361724"/>
                  </a:lnTo>
                  <a:lnTo>
                    <a:pt x="1088145" y="1361738"/>
                  </a:lnTo>
                  <a:lnTo>
                    <a:pt x="1088140" y="1361747"/>
                  </a:lnTo>
                  <a:lnTo>
                    <a:pt x="1088120" y="1361767"/>
                  </a:lnTo>
                  <a:lnTo>
                    <a:pt x="1088106" y="1361779"/>
                  </a:lnTo>
                  <a:lnTo>
                    <a:pt x="1088092" y="1361792"/>
                  </a:lnTo>
                  <a:lnTo>
                    <a:pt x="1088078" y="1361804"/>
                  </a:lnTo>
                  <a:lnTo>
                    <a:pt x="1088065" y="1361813"/>
                  </a:lnTo>
                  <a:lnTo>
                    <a:pt x="1088051" y="1361822"/>
                  </a:lnTo>
                  <a:lnTo>
                    <a:pt x="1088037" y="1361828"/>
                  </a:lnTo>
                  <a:lnTo>
                    <a:pt x="1088008" y="1361833"/>
                  </a:lnTo>
                  <a:lnTo>
                    <a:pt x="1087974" y="1361841"/>
                  </a:lnTo>
                  <a:lnTo>
                    <a:pt x="1087927" y="1361869"/>
                  </a:lnTo>
                  <a:lnTo>
                    <a:pt x="1087918" y="1361873"/>
                  </a:lnTo>
                  <a:lnTo>
                    <a:pt x="1087886" y="1361873"/>
                  </a:lnTo>
                  <a:lnTo>
                    <a:pt x="1087880" y="1361872"/>
                  </a:lnTo>
                  <a:lnTo>
                    <a:pt x="1087866" y="1361867"/>
                  </a:lnTo>
                  <a:lnTo>
                    <a:pt x="1087816" y="1361850"/>
                  </a:lnTo>
                  <a:lnTo>
                    <a:pt x="1087802" y="1361841"/>
                  </a:lnTo>
                  <a:lnTo>
                    <a:pt x="1087789" y="1361829"/>
                  </a:lnTo>
                  <a:lnTo>
                    <a:pt x="1087775" y="1361819"/>
                  </a:lnTo>
                  <a:lnTo>
                    <a:pt x="1087761" y="1361809"/>
                  </a:lnTo>
                  <a:lnTo>
                    <a:pt x="1087744" y="1361801"/>
                  </a:lnTo>
                  <a:lnTo>
                    <a:pt x="1087733" y="1361799"/>
                  </a:lnTo>
                  <a:lnTo>
                    <a:pt x="1087718" y="1361795"/>
                  </a:lnTo>
                  <a:lnTo>
                    <a:pt x="1087704" y="1361789"/>
                  </a:lnTo>
                  <a:lnTo>
                    <a:pt x="1087676" y="1361781"/>
                  </a:lnTo>
                  <a:lnTo>
                    <a:pt x="1087662" y="1361777"/>
                  </a:lnTo>
                  <a:lnTo>
                    <a:pt x="1087648" y="1361774"/>
                  </a:lnTo>
                  <a:lnTo>
                    <a:pt x="1087633" y="1361769"/>
                  </a:lnTo>
                  <a:lnTo>
                    <a:pt x="1087626" y="1361767"/>
                  </a:lnTo>
                  <a:lnTo>
                    <a:pt x="1087619" y="1361763"/>
                  </a:lnTo>
                  <a:lnTo>
                    <a:pt x="1087613" y="1361761"/>
                  </a:lnTo>
                  <a:lnTo>
                    <a:pt x="1087605" y="1361755"/>
                  </a:lnTo>
                  <a:lnTo>
                    <a:pt x="1087591" y="1361747"/>
                  </a:lnTo>
                  <a:lnTo>
                    <a:pt x="1087577" y="1361736"/>
                  </a:lnTo>
                  <a:lnTo>
                    <a:pt x="1087563" y="1361725"/>
                  </a:lnTo>
                  <a:lnTo>
                    <a:pt x="1087549" y="1361714"/>
                  </a:lnTo>
                  <a:lnTo>
                    <a:pt x="1087536" y="1361702"/>
                  </a:lnTo>
                  <a:lnTo>
                    <a:pt x="1087532" y="1361699"/>
                  </a:lnTo>
                  <a:lnTo>
                    <a:pt x="1087524" y="1361689"/>
                  </a:lnTo>
                  <a:lnTo>
                    <a:pt x="1087514" y="1361674"/>
                  </a:lnTo>
                  <a:lnTo>
                    <a:pt x="1087503" y="1361659"/>
                  </a:lnTo>
                  <a:lnTo>
                    <a:pt x="1087485" y="1361640"/>
                  </a:lnTo>
                  <a:lnTo>
                    <a:pt x="1087476" y="1361634"/>
                  </a:lnTo>
                  <a:lnTo>
                    <a:pt x="1087461" y="1361636"/>
                  </a:lnTo>
                  <a:lnTo>
                    <a:pt x="1087447" y="1361643"/>
                  </a:lnTo>
                  <a:lnTo>
                    <a:pt x="1087432" y="1361653"/>
                  </a:lnTo>
                  <a:lnTo>
                    <a:pt x="1087418" y="1361661"/>
                  </a:lnTo>
                  <a:lnTo>
                    <a:pt x="1087399" y="1361669"/>
                  </a:lnTo>
                  <a:lnTo>
                    <a:pt x="1087389" y="1361668"/>
                  </a:lnTo>
                  <a:lnTo>
                    <a:pt x="1087386" y="1361665"/>
                  </a:lnTo>
                  <a:lnTo>
                    <a:pt x="1087375" y="1361661"/>
                  </a:lnTo>
                  <a:lnTo>
                    <a:pt x="1087361" y="1361656"/>
                  </a:lnTo>
                  <a:lnTo>
                    <a:pt x="1087347" y="1361649"/>
                  </a:lnTo>
                  <a:lnTo>
                    <a:pt x="1087333" y="1361643"/>
                  </a:lnTo>
                  <a:lnTo>
                    <a:pt x="1087319" y="1361637"/>
                  </a:lnTo>
                  <a:lnTo>
                    <a:pt x="1087311" y="1361637"/>
                  </a:lnTo>
                  <a:lnTo>
                    <a:pt x="1087304" y="1361639"/>
                  </a:lnTo>
                  <a:lnTo>
                    <a:pt x="1087275" y="1361655"/>
                  </a:lnTo>
                  <a:lnTo>
                    <a:pt x="1087261" y="1361663"/>
                  </a:lnTo>
                  <a:lnTo>
                    <a:pt x="1087247" y="1361667"/>
                  </a:lnTo>
                  <a:lnTo>
                    <a:pt x="1087232" y="1361670"/>
                  </a:lnTo>
                  <a:lnTo>
                    <a:pt x="1087218" y="1361673"/>
                  </a:lnTo>
                  <a:lnTo>
                    <a:pt x="1087204" y="1361676"/>
                  </a:lnTo>
                  <a:lnTo>
                    <a:pt x="1087190" y="1361676"/>
                  </a:lnTo>
                  <a:lnTo>
                    <a:pt x="1087175" y="1361677"/>
                  </a:lnTo>
                  <a:lnTo>
                    <a:pt x="1087161" y="1361678"/>
                  </a:lnTo>
                  <a:lnTo>
                    <a:pt x="1087146" y="1361680"/>
                  </a:lnTo>
                  <a:lnTo>
                    <a:pt x="1087118" y="1361687"/>
                  </a:lnTo>
                  <a:lnTo>
                    <a:pt x="1087103" y="1361692"/>
                  </a:lnTo>
                  <a:lnTo>
                    <a:pt x="1087075" y="1361703"/>
                  </a:lnTo>
                  <a:lnTo>
                    <a:pt x="1087068" y="1361709"/>
                  </a:lnTo>
                  <a:lnTo>
                    <a:pt x="1087065" y="1361717"/>
                  </a:lnTo>
                  <a:lnTo>
                    <a:pt x="1087060" y="1361732"/>
                  </a:lnTo>
                  <a:lnTo>
                    <a:pt x="1087055" y="1361747"/>
                  </a:lnTo>
                  <a:lnTo>
                    <a:pt x="1087042" y="1361780"/>
                  </a:lnTo>
                  <a:lnTo>
                    <a:pt x="1087036" y="1361792"/>
                  </a:lnTo>
                  <a:lnTo>
                    <a:pt x="1087029" y="1361807"/>
                  </a:lnTo>
                  <a:lnTo>
                    <a:pt x="1087027" y="1361812"/>
                  </a:lnTo>
                  <a:lnTo>
                    <a:pt x="1087018" y="1361823"/>
                  </a:lnTo>
                  <a:lnTo>
                    <a:pt x="1087011" y="1361837"/>
                  </a:lnTo>
                  <a:lnTo>
                    <a:pt x="1087006" y="1361852"/>
                  </a:lnTo>
                  <a:lnTo>
                    <a:pt x="1087007" y="1361867"/>
                  </a:lnTo>
                  <a:lnTo>
                    <a:pt x="1087010" y="1361904"/>
                  </a:lnTo>
                  <a:lnTo>
                    <a:pt x="1087012" y="1361919"/>
                  </a:lnTo>
                  <a:lnTo>
                    <a:pt x="1087015" y="1361934"/>
                  </a:lnTo>
                  <a:lnTo>
                    <a:pt x="1087019" y="1361949"/>
                  </a:lnTo>
                  <a:lnTo>
                    <a:pt x="1087025" y="1361964"/>
                  </a:lnTo>
                  <a:lnTo>
                    <a:pt x="1087031" y="1361979"/>
                  </a:lnTo>
                  <a:lnTo>
                    <a:pt x="1087041" y="1361994"/>
                  </a:lnTo>
                  <a:lnTo>
                    <a:pt x="1087046" y="1361999"/>
                  </a:lnTo>
                  <a:lnTo>
                    <a:pt x="1087055" y="1362005"/>
                  </a:lnTo>
                  <a:lnTo>
                    <a:pt x="1087070" y="1362013"/>
                  </a:lnTo>
                  <a:lnTo>
                    <a:pt x="1087084" y="1362021"/>
                  </a:lnTo>
                  <a:lnTo>
                    <a:pt x="1087095" y="1362027"/>
                  </a:lnTo>
                  <a:lnTo>
                    <a:pt x="1087098" y="1362030"/>
                  </a:lnTo>
                  <a:lnTo>
                    <a:pt x="1087112" y="1362039"/>
                  </a:lnTo>
                  <a:lnTo>
                    <a:pt x="1087126" y="1362050"/>
                  </a:lnTo>
                  <a:lnTo>
                    <a:pt x="1087140" y="1362065"/>
                  </a:lnTo>
                  <a:lnTo>
                    <a:pt x="1087151" y="1362080"/>
                  </a:lnTo>
                  <a:lnTo>
                    <a:pt x="1087160" y="1362095"/>
                  </a:lnTo>
                  <a:lnTo>
                    <a:pt x="1087164" y="1362102"/>
                  </a:lnTo>
                  <a:lnTo>
                    <a:pt x="1087168" y="1362112"/>
                  </a:lnTo>
                  <a:lnTo>
                    <a:pt x="1087169" y="1362120"/>
                  </a:lnTo>
                  <a:lnTo>
                    <a:pt x="1087171" y="1362126"/>
                  </a:lnTo>
                  <a:lnTo>
                    <a:pt x="1087173" y="1362130"/>
                  </a:lnTo>
                  <a:lnTo>
                    <a:pt x="1087181" y="1362139"/>
                  </a:lnTo>
                  <a:lnTo>
                    <a:pt x="1087196" y="1362144"/>
                  </a:lnTo>
                  <a:lnTo>
                    <a:pt x="1087210" y="1362148"/>
                  </a:lnTo>
                  <a:lnTo>
                    <a:pt x="1087224" y="1362154"/>
                  </a:lnTo>
                  <a:lnTo>
                    <a:pt x="1087229" y="1362155"/>
                  </a:lnTo>
                  <a:lnTo>
                    <a:pt x="1087238" y="1362161"/>
                  </a:lnTo>
                  <a:lnTo>
                    <a:pt x="1087244" y="1362168"/>
                  </a:lnTo>
                  <a:lnTo>
                    <a:pt x="1087247" y="1362176"/>
                  </a:lnTo>
                  <a:lnTo>
                    <a:pt x="1087252" y="1362191"/>
                  </a:lnTo>
                  <a:lnTo>
                    <a:pt x="1087255" y="1362207"/>
                  </a:lnTo>
                  <a:lnTo>
                    <a:pt x="1087259" y="1362222"/>
                  </a:lnTo>
                  <a:lnTo>
                    <a:pt x="1087262" y="1362231"/>
                  </a:lnTo>
                  <a:lnTo>
                    <a:pt x="1087265" y="1362237"/>
                  </a:lnTo>
                  <a:lnTo>
                    <a:pt x="1087274" y="1362252"/>
                  </a:lnTo>
                  <a:lnTo>
                    <a:pt x="1087279" y="1362262"/>
                  </a:lnTo>
                  <a:lnTo>
                    <a:pt x="1087281" y="1362269"/>
                  </a:lnTo>
                  <a:lnTo>
                    <a:pt x="1087284" y="1362283"/>
                  </a:lnTo>
                  <a:lnTo>
                    <a:pt x="1087285" y="1362298"/>
                  </a:lnTo>
                  <a:lnTo>
                    <a:pt x="1087285" y="1362313"/>
                  </a:lnTo>
                  <a:lnTo>
                    <a:pt x="1087287" y="1362328"/>
                  </a:lnTo>
                  <a:lnTo>
                    <a:pt x="1087288" y="1362341"/>
                  </a:lnTo>
                  <a:lnTo>
                    <a:pt x="1087289" y="1362358"/>
                  </a:lnTo>
                  <a:lnTo>
                    <a:pt x="1087289" y="1362363"/>
                  </a:lnTo>
                  <a:lnTo>
                    <a:pt x="1087285" y="1362368"/>
                  </a:lnTo>
                  <a:lnTo>
                    <a:pt x="1087280" y="1362371"/>
                  </a:lnTo>
                  <a:lnTo>
                    <a:pt x="1087266" y="1362376"/>
                  </a:lnTo>
                  <a:lnTo>
                    <a:pt x="1087252" y="1362381"/>
                  </a:lnTo>
                  <a:lnTo>
                    <a:pt x="1087237" y="1362390"/>
                  </a:lnTo>
                  <a:lnTo>
                    <a:pt x="1087223" y="1362399"/>
                  </a:lnTo>
                  <a:lnTo>
                    <a:pt x="1087208" y="1362410"/>
                  </a:lnTo>
                  <a:lnTo>
                    <a:pt x="1087194" y="1362422"/>
                  </a:lnTo>
                  <a:lnTo>
                    <a:pt x="1087181" y="1362434"/>
                  </a:lnTo>
                  <a:lnTo>
                    <a:pt x="1087169" y="1362448"/>
                  </a:lnTo>
                  <a:lnTo>
                    <a:pt x="1087163" y="1362453"/>
                  </a:lnTo>
                  <a:lnTo>
                    <a:pt x="1087154" y="1362457"/>
                  </a:lnTo>
                  <a:lnTo>
                    <a:pt x="1087140" y="1362459"/>
                  </a:lnTo>
                  <a:lnTo>
                    <a:pt x="1087126" y="1362459"/>
                  </a:lnTo>
                  <a:lnTo>
                    <a:pt x="1087111" y="1362458"/>
                  </a:lnTo>
                  <a:lnTo>
                    <a:pt x="1087097" y="1362459"/>
                  </a:lnTo>
                  <a:lnTo>
                    <a:pt x="1087083" y="1362459"/>
                  </a:lnTo>
                  <a:lnTo>
                    <a:pt x="1087068" y="1362462"/>
                  </a:lnTo>
                  <a:lnTo>
                    <a:pt x="1087054" y="1362466"/>
                  </a:lnTo>
                  <a:lnTo>
                    <a:pt x="1087045" y="1362469"/>
                  </a:lnTo>
                  <a:lnTo>
                    <a:pt x="1087040" y="1362472"/>
                  </a:lnTo>
                  <a:lnTo>
                    <a:pt x="1087025" y="1362482"/>
                  </a:lnTo>
                  <a:lnTo>
                    <a:pt x="1087011" y="1362489"/>
                  </a:lnTo>
                  <a:lnTo>
                    <a:pt x="1086997" y="1362494"/>
                  </a:lnTo>
                  <a:lnTo>
                    <a:pt x="1086982" y="1362497"/>
                  </a:lnTo>
                  <a:lnTo>
                    <a:pt x="1086968" y="1362503"/>
                  </a:lnTo>
                  <a:lnTo>
                    <a:pt x="1086954" y="1362511"/>
                  </a:lnTo>
                  <a:lnTo>
                    <a:pt x="1086939" y="1362523"/>
                  </a:lnTo>
                  <a:lnTo>
                    <a:pt x="1086934" y="1362528"/>
                  </a:lnTo>
                  <a:lnTo>
                    <a:pt x="1086928" y="1362538"/>
                  </a:lnTo>
                  <a:lnTo>
                    <a:pt x="1086920" y="1362552"/>
                  </a:lnTo>
                  <a:lnTo>
                    <a:pt x="1086915" y="1362568"/>
                  </a:lnTo>
                  <a:lnTo>
                    <a:pt x="1086916" y="1362583"/>
                  </a:lnTo>
                  <a:lnTo>
                    <a:pt x="1086917" y="1362589"/>
                  </a:lnTo>
                  <a:lnTo>
                    <a:pt x="1086931" y="1362628"/>
                  </a:lnTo>
                  <a:lnTo>
                    <a:pt x="1086936" y="1362643"/>
                  </a:lnTo>
                  <a:lnTo>
                    <a:pt x="1086941" y="1362658"/>
                  </a:lnTo>
                  <a:lnTo>
                    <a:pt x="1086945" y="1362673"/>
                  </a:lnTo>
                  <a:lnTo>
                    <a:pt x="1086947" y="1362677"/>
                  </a:lnTo>
                  <a:lnTo>
                    <a:pt x="1086948" y="1362690"/>
                  </a:lnTo>
                  <a:lnTo>
                    <a:pt x="1086947" y="1362704"/>
                  </a:lnTo>
                  <a:lnTo>
                    <a:pt x="1086944" y="1362719"/>
                  </a:lnTo>
                  <a:lnTo>
                    <a:pt x="1086941" y="1362726"/>
                  </a:lnTo>
                  <a:lnTo>
                    <a:pt x="1086940" y="1362734"/>
                  </a:lnTo>
                  <a:lnTo>
                    <a:pt x="1086938" y="1362740"/>
                  </a:lnTo>
                  <a:lnTo>
                    <a:pt x="1086938" y="1362749"/>
                  </a:lnTo>
                  <a:lnTo>
                    <a:pt x="1086939" y="1362768"/>
                  </a:lnTo>
                  <a:lnTo>
                    <a:pt x="1086945" y="1362779"/>
                  </a:lnTo>
                  <a:lnTo>
                    <a:pt x="1086953" y="1362792"/>
                  </a:lnTo>
                  <a:lnTo>
                    <a:pt x="1086953" y="1362802"/>
                  </a:lnTo>
                  <a:lnTo>
                    <a:pt x="1086951" y="1362809"/>
                  </a:lnTo>
                  <a:lnTo>
                    <a:pt x="1086948" y="1362814"/>
                  </a:lnTo>
                  <a:lnTo>
                    <a:pt x="1086939" y="1362824"/>
                  </a:lnTo>
                  <a:lnTo>
                    <a:pt x="1086931" y="1362830"/>
                  </a:lnTo>
                  <a:lnTo>
                    <a:pt x="1086925" y="1362833"/>
                  </a:lnTo>
                  <a:lnTo>
                    <a:pt x="1086911" y="1362844"/>
                  </a:lnTo>
                  <a:lnTo>
                    <a:pt x="1086896" y="1362853"/>
                  </a:lnTo>
                  <a:lnTo>
                    <a:pt x="1086882" y="1362858"/>
                  </a:lnTo>
                  <a:lnTo>
                    <a:pt x="1086867" y="1362865"/>
                  </a:lnTo>
                  <a:lnTo>
                    <a:pt x="1086854" y="1362876"/>
                  </a:lnTo>
                  <a:lnTo>
                    <a:pt x="1086842" y="1362891"/>
                  </a:lnTo>
                  <a:lnTo>
                    <a:pt x="1086835" y="1362905"/>
                  </a:lnTo>
                  <a:lnTo>
                    <a:pt x="1086834" y="1362920"/>
                  </a:lnTo>
                  <a:lnTo>
                    <a:pt x="1086833" y="1362935"/>
                  </a:lnTo>
                  <a:lnTo>
                    <a:pt x="1086830" y="1362950"/>
                  </a:lnTo>
                  <a:lnTo>
                    <a:pt x="1086827" y="1362957"/>
                  </a:lnTo>
                  <a:lnTo>
                    <a:pt x="1086830" y="1362962"/>
                  </a:lnTo>
                  <a:lnTo>
                    <a:pt x="1086836" y="1362961"/>
                  </a:lnTo>
                  <a:lnTo>
                    <a:pt x="1086845" y="1362954"/>
                  </a:lnTo>
                  <a:lnTo>
                    <a:pt x="1086850" y="1362951"/>
                  </a:lnTo>
                  <a:lnTo>
                    <a:pt x="1086859" y="1362952"/>
                  </a:lnTo>
                  <a:lnTo>
                    <a:pt x="1086873" y="1362955"/>
                  </a:lnTo>
                  <a:lnTo>
                    <a:pt x="1086888" y="1362960"/>
                  </a:lnTo>
                  <a:lnTo>
                    <a:pt x="1086900" y="1362967"/>
                  </a:lnTo>
                  <a:lnTo>
                    <a:pt x="1086906" y="1362975"/>
                  </a:lnTo>
                  <a:lnTo>
                    <a:pt x="1086908" y="1362983"/>
                  </a:lnTo>
                  <a:lnTo>
                    <a:pt x="1086911" y="1362998"/>
                  </a:lnTo>
                  <a:lnTo>
                    <a:pt x="1086912" y="1363053"/>
                  </a:lnTo>
                  <a:lnTo>
                    <a:pt x="1086912" y="1363069"/>
                  </a:lnTo>
                  <a:lnTo>
                    <a:pt x="1086912" y="1363084"/>
                  </a:lnTo>
                  <a:lnTo>
                    <a:pt x="1086914" y="1363099"/>
                  </a:lnTo>
                  <a:lnTo>
                    <a:pt x="1086914" y="1363114"/>
                  </a:lnTo>
                  <a:lnTo>
                    <a:pt x="1086915" y="1363129"/>
                  </a:lnTo>
                  <a:lnTo>
                    <a:pt x="1086916" y="1363144"/>
                  </a:lnTo>
                  <a:lnTo>
                    <a:pt x="1086916" y="1363171"/>
                  </a:lnTo>
                  <a:lnTo>
                    <a:pt x="1086913" y="1363185"/>
                  </a:lnTo>
                  <a:lnTo>
                    <a:pt x="1086909" y="1363200"/>
                  </a:lnTo>
                  <a:lnTo>
                    <a:pt x="1086905" y="1363215"/>
                  </a:lnTo>
                  <a:lnTo>
                    <a:pt x="1086900" y="1363230"/>
                  </a:lnTo>
                  <a:lnTo>
                    <a:pt x="1086896" y="1363241"/>
                  </a:lnTo>
                  <a:lnTo>
                    <a:pt x="1086893" y="1363245"/>
                  </a:lnTo>
                  <a:lnTo>
                    <a:pt x="1086887" y="1363260"/>
                  </a:lnTo>
                  <a:lnTo>
                    <a:pt x="1086882" y="1363275"/>
                  </a:lnTo>
                  <a:lnTo>
                    <a:pt x="1086868" y="1363289"/>
                  </a:lnTo>
                  <a:lnTo>
                    <a:pt x="1086863" y="1363293"/>
                  </a:lnTo>
                  <a:lnTo>
                    <a:pt x="1086856" y="1363303"/>
                  </a:lnTo>
                  <a:lnTo>
                    <a:pt x="1086853" y="1363310"/>
                  </a:lnTo>
                  <a:lnTo>
                    <a:pt x="1086852" y="1363318"/>
                  </a:lnTo>
                  <a:lnTo>
                    <a:pt x="1086851" y="1363333"/>
                  </a:lnTo>
                  <a:lnTo>
                    <a:pt x="1086850" y="1363348"/>
                  </a:lnTo>
                  <a:lnTo>
                    <a:pt x="1086849" y="1363356"/>
                  </a:lnTo>
                  <a:lnTo>
                    <a:pt x="1086846" y="1363366"/>
                  </a:lnTo>
                  <a:lnTo>
                    <a:pt x="1086840" y="1363378"/>
                  </a:lnTo>
                  <a:lnTo>
                    <a:pt x="1086818" y="1363408"/>
                  </a:lnTo>
                  <a:lnTo>
                    <a:pt x="1086809" y="1363423"/>
                  </a:lnTo>
                  <a:lnTo>
                    <a:pt x="1086806" y="1363431"/>
                  </a:lnTo>
                  <a:lnTo>
                    <a:pt x="1086805" y="1363438"/>
                  </a:lnTo>
                  <a:lnTo>
                    <a:pt x="1086805" y="1363453"/>
                  </a:lnTo>
                  <a:lnTo>
                    <a:pt x="1086803" y="1363470"/>
                  </a:lnTo>
                  <a:lnTo>
                    <a:pt x="1086799" y="1363486"/>
                  </a:lnTo>
                  <a:lnTo>
                    <a:pt x="1086793" y="1363498"/>
                  </a:lnTo>
                  <a:lnTo>
                    <a:pt x="1086790" y="1363501"/>
                  </a:lnTo>
                  <a:lnTo>
                    <a:pt x="1086784" y="1363513"/>
                  </a:lnTo>
                  <a:lnTo>
                    <a:pt x="1086778" y="1363528"/>
                  </a:lnTo>
                  <a:lnTo>
                    <a:pt x="1086777" y="1363543"/>
                  </a:lnTo>
                  <a:lnTo>
                    <a:pt x="1086777" y="1363558"/>
                  </a:lnTo>
                  <a:lnTo>
                    <a:pt x="1086780" y="1363573"/>
                  </a:lnTo>
                  <a:lnTo>
                    <a:pt x="1086779" y="1363590"/>
                  </a:lnTo>
                  <a:lnTo>
                    <a:pt x="1086776" y="1363596"/>
                  </a:lnTo>
                  <a:lnTo>
                    <a:pt x="1086769" y="1363603"/>
                  </a:lnTo>
                  <a:lnTo>
                    <a:pt x="1086762" y="1363610"/>
                  </a:lnTo>
                  <a:lnTo>
                    <a:pt x="1086756" y="1363613"/>
                  </a:lnTo>
                  <a:lnTo>
                    <a:pt x="1086742" y="1363620"/>
                  </a:lnTo>
                  <a:lnTo>
                    <a:pt x="1086727" y="1363625"/>
                  </a:lnTo>
                  <a:lnTo>
                    <a:pt x="1086713" y="1363631"/>
                  </a:lnTo>
                  <a:lnTo>
                    <a:pt x="1086698" y="1363636"/>
                  </a:lnTo>
                  <a:lnTo>
                    <a:pt x="1086691" y="1363638"/>
                  </a:lnTo>
                  <a:lnTo>
                    <a:pt x="1086677" y="1363645"/>
                  </a:lnTo>
                  <a:lnTo>
                    <a:pt x="1086673" y="1363651"/>
                  </a:lnTo>
                  <a:lnTo>
                    <a:pt x="1086674" y="1363661"/>
                  </a:lnTo>
                  <a:lnTo>
                    <a:pt x="1086681" y="1363670"/>
                  </a:lnTo>
                  <a:lnTo>
                    <a:pt x="1086688" y="1363684"/>
                  </a:lnTo>
                  <a:lnTo>
                    <a:pt x="1086694" y="1363699"/>
                  </a:lnTo>
                  <a:lnTo>
                    <a:pt x="1086695" y="1363704"/>
                  </a:lnTo>
                  <a:lnTo>
                    <a:pt x="1086695" y="1363736"/>
                  </a:lnTo>
                  <a:lnTo>
                    <a:pt x="1086690" y="1363763"/>
                  </a:lnTo>
                  <a:lnTo>
                    <a:pt x="1086690" y="1363778"/>
                  </a:lnTo>
                  <a:lnTo>
                    <a:pt x="1086694" y="1363791"/>
                  </a:lnTo>
                  <a:lnTo>
                    <a:pt x="1086702" y="1363808"/>
                  </a:lnTo>
                  <a:lnTo>
                    <a:pt x="1086716" y="1363820"/>
                  </a:lnTo>
                  <a:lnTo>
                    <a:pt x="1086727" y="1363824"/>
                  </a:lnTo>
                  <a:lnTo>
                    <a:pt x="1086752" y="1363841"/>
                  </a:lnTo>
                  <a:lnTo>
                    <a:pt x="1086756" y="1363845"/>
                  </a:lnTo>
                  <a:lnTo>
                    <a:pt x="1086767" y="1363861"/>
                  </a:lnTo>
                  <a:lnTo>
                    <a:pt x="1086781" y="1363874"/>
                  </a:lnTo>
                  <a:lnTo>
                    <a:pt x="1086795" y="1363883"/>
                  </a:lnTo>
                  <a:lnTo>
                    <a:pt x="1086809" y="1363888"/>
                  </a:lnTo>
                  <a:lnTo>
                    <a:pt x="1086814" y="1363890"/>
                  </a:lnTo>
                  <a:lnTo>
                    <a:pt x="1086810" y="1363914"/>
                  </a:lnTo>
                  <a:lnTo>
                    <a:pt x="1086805" y="1363929"/>
                  </a:lnTo>
                  <a:lnTo>
                    <a:pt x="1086804" y="1363944"/>
                  </a:lnTo>
                  <a:lnTo>
                    <a:pt x="1086806" y="1363959"/>
                  </a:lnTo>
                  <a:lnTo>
                    <a:pt x="1086810" y="1363989"/>
                  </a:lnTo>
                  <a:lnTo>
                    <a:pt x="1086810" y="1364032"/>
                  </a:lnTo>
                  <a:lnTo>
                    <a:pt x="1086811" y="1364047"/>
                  </a:lnTo>
                  <a:lnTo>
                    <a:pt x="1086814" y="1364069"/>
                  </a:lnTo>
                  <a:lnTo>
                    <a:pt x="1086814" y="1364081"/>
                  </a:lnTo>
                  <a:lnTo>
                    <a:pt x="1086809" y="1364099"/>
                  </a:lnTo>
                  <a:lnTo>
                    <a:pt x="1086803" y="1364110"/>
                  </a:lnTo>
                  <a:lnTo>
                    <a:pt x="1086793" y="1364124"/>
                  </a:lnTo>
                  <a:lnTo>
                    <a:pt x="1086781" y="1364138"/>
                  </a:lnTo>
                  <a:lnTo>
                    <a:pt x="1086767" y="1364153"/>
                  </a:lnTo>
                  <a:lnTo>
                    <a:pt x="1086752" y="1364165"/>
                  </a:lnTo>
                  <a:lnTo>
                    <a:pt x="1086739" y="1364176"/>
                  </a:lnTo>
                  <a:lnTo>
                    <a:pt x="1086710" y="1364193"/>
                  </a:lnTo>
                  <a:lnTo>
                    <a:pt x="1086696" y="1364200"/>
                  </a:lnTo>
                  <a:lnTo>
                    <a:pt x="1086681" y="1364206"/>
                  </a:lnTo>
                  <a:lnTo>
                    <a:pt x="1086674" y="1364208"/>
                  </a:lnTo>
                  <a:lnTo>
                    <a:pt x="1086667" y="1364212"/>
                  </a:lnTo>
                  <a:lnTo>
                    <a:pt x="1086653" y="1364222"/>
                  </a:lnTo>
                  <a:lnTo>
                    <a:pt x="1086646" y="1364228"/>
                  </a:lnTo>
                  <a:lnTo>
                    <a:pt x="1086638" y="1364232"/>
                  </a:lnTo>
                  <a:lnTo>
                    <a:pt x="1086624" y="1364237"/>
                  </a:lnTo>
                  <a:lnTo>
                    <a:pt x="1086609" y="1364240"/>
                  </a:lnTo>
                  <a:lnTo>
                    <a:pt x="1086595" y="1364242"/>
                  </a:lnTo>
                  <a:lnTo>
                    <a:pt x="1086545" y="1364241"/>
                  </a:lnTo>
                  <a:lnTo>
                    <a:pt x="1086538" y="1364243"/>
                  </a:lnTo>
                  <a:lnTo>
                    <a:pt x="1086524" y="1364249"/>
                  </a:lnTo>
                  <a:lnTo>
                    <a:pt x="1086511" y="1364256"/>
                  </a:lnTo>
                  <a:lnTo>
                    <a:pt x="1086502" y="1364259"/>
                  </a:lnTo>
                  <a:lnTo>
                    <a:pt x="1086495" y="1364260"/>
                  </a:lnTo>
                  <a:lnTo>
                    <a:pt x="1086480" y="1364263"/>
                  </a:lnTo>
                  <a:lnTo>
                    <a:pt x="1086466" y="1364264"/>
                  </a:lnTo>
                  <a:lnTo>
                    <a:pt x="1086460" y="1364266"/>
                  </a:lnTo>
                  <a:lnTo>
                    <a:pt x="1086452" y="1364273"/>
                  </a:lnTo>
                  <a:lnTo>
                    <a:pt x="1086437" y="1364284"/>
                  </a:lnTo>
                  <a:lnTo>
                    <a:pt x="1086423" y="1364294"/>
                  </a:lnTo>
                  <a:lnTo>
                    <a:pt x="1086408" y="1364305"/>
                  </a:lnTo>
                  <a:lnTo>
                    <a:pt x="1086396" y="1364314"/>
                  </a:lnTo>
                  <a:lnTo>
                    <a:pt x="1086380" y="1364322"/>
                  </a:lnTo>
                  <a:lnTo>
                    <a:pt x="1086317" y="1364348"/>
                  </a:lnTo>
                  <a:lnTo>
                    <a:pt x="1086309" y="1364348"/>
                  </a:lnTo>
                  <a:lnTo>
                    <a:pt x="1086295" y="1364347"/>
                  </a:lnTo>
                  <a:lnTo>
                    <a:pt x="1086284" y="1364346"/>
                  </a:lnTo>
                  <a:lnTo>
                    <a:pt x="1086267" y="1364348"/>
                  </a:lnTo>
                  <a:lnTo>
                    <a:pt x="1086252" y="1364361"/>
                  </a:lnTo>
                  <a:lnTo>
                    <a:pt x="1086239" y="1364373"/>
                  </a:lnTo>
                  <a:lnTo>
                    <a:pt x="1086231" y="1364380"/>
                  </a:lnTo>
                  <a:lnTo>
                    <a:pt x="1086225" y="1364383"/>
                  </a:lnTo>
                  <a:lnTo>
                    <a:pt x="1086211" y="1364393"/>
                  </a:lnTo>
                  <a:lnTo>
                    <a:pt x="1086197" y="1364405"/>
                  </a:lnTo>
                  <a:lnTo>
                    <a:pt x="1086181" y="1364415"/>
                  </a:lnTo>
                  <a:lnTo>
                    <a:pt x="1086168" y="1364422"/>
                  </a:lnTo>
                  <a:lnTo>
                    <a:pt x="1086164" y="1364425"/>
                  </a:lnTo>
                  <a:lnTo>
                    <a:pt x="1086153" y="1364429"/>
                  </a:lnTo>
                  <a:lnTo>
                    <a:pt x="1086139" y="1364438"/>
                  </a:lnTo>
                  <a:lnTo>
                    <a:pt x="1086124" y="1364445"/>
                  </a:lnTo>
                  <a:lnTo>
                    <a:pt x="1086101" y="1364450"/>
                  </a:lnTo>
                  <a:lnTo>
                    <a:pt x="1086119" y="1364463"/>
                  </a:lnTo>
                  <a:lnTo>
                    <a:pt x="1086133" y="1364469"/>
                  </a:lnTo>
                  <a:lnTo>
                    <a:pt x="1086148" y="1364477"/>
                  </a:lnTo>
                  <a:lnTo>
                    <a:pt x="1086165" y="1364485"/>
                  </a:lnTo>
                  <a:lnTo>
                    <a:pt x="1086180" y="1364502"/>
                  </a:lnTo>
                  <a:lnTo>
                    <a:pt x="1086187" y="1364510"/>
                  </a:lnTo>
                  <a:lnTo>
                    <a:pt x="1086191" y="1364519"/>
                  </a:lnTo>
                  <a:lnTo>
                    <a:pt x="1086198" y="1364532"/>
                  </a:lnTo>
                  <a:lnTo>
                    <a:pt x="1086204" y="1364544"/>
                  </a:lnTo>
                  <a:lnTo>
                    <a:pt x="1086210" y="1364556"/>
                  </a:lnTo>
                  <a:lnTo>
                    <a:pt x="1086213" y="1364562"/>
                  </a:lnTo>
                  <a:lnTo>
                    <a:pt x="1086219" y="1364574"/>
                  </a:lnTo>
                  <a:lnTo>
                    <a:pt x="1086221" y="1364579"/>
                  </a:lnTo>
                  <a:lnTo>
                    <a:pt x="1086229" y="1364593"/>
                  </a:lnTo>
                  <a:lnTo>
                    <a:pt x="1086235" y="1364604"/>
                  </a:lnTo>
                  <a:lnTo>
                    <a:pt x="1086239" y="1364608"/>
                  </a:lnTo>
                  <a:lnTo>
                    <a:pt x="1086255" y="1364638"/>
                  </a:lnTo>
                  <a:lnTo>
                    <a:pt x="1086258" y="1364643"/>
                  </a:lnTo>
                  <a:lnTo>
                    <a:pt x="1086262" y="1364651"/>
                  </a:lnTo>
                  <a:lnTo>
                    <a:pt x="1086265" y="1364658"/>
                  </a:lnTo>
                  <a:lnTo>
                    <a:pt x="1086268" y="1364669"/>
                  </a:lnTo>
                  <a:lnTo>
                    <a:pt x="1086271" y="1364676"/>
                  </a:lnTo>
                  <a:lnTo>
                    <a:pt x="1086272" y="1364684"/>
                  </a:lnTo>
                  <a:lnTo>
                    <a:pt x="1086276" y="1364699"/>
                  </a:lnTo>
                  <a:lnTo>
                    <a:pt x="1086280" y="1364714"/>
                  </a:lnTo>
                  <a:lnTo>
                    <a:pt x="1086280" y="1364722"/>
                  </a:lnTo>
                  <a:lnTo>
                    <a:pt x="1086281" y="1364729"/>
                  </a:lnTo>
                  <a:lnTo>
                    <a:pt x="1086283" y="1364744"/>
                  </a:lnTo>
                  <a:lnTo>
                    <a:pt x="1086286" y="1364759"/>
                  </a:lnTo>
                  <a:lnTo>
                    <a:pt x="1086287" y="1364774"/>
                  </a:lnTo>
                  <a:lnTo>
                    <a:pt x="1086289" y="1364781"/>
                  </a:lnTo>
                  <a:lnTo>
                    <a:pt x="1086289" y="1364789"/>
                  </a:lnTo>
                  <a:lnTo>
                    <a:pt x="1086291" y="1364841"/>
                  </a:lnTo>
                  <a:lnTo>
                    <a:pt x="1086289" y="1364860"/>
                  </a:lnTo>
                  <a:lnTo>
                    <a:pt x="1086286" y="1364871"/>
                  </a:lnTo>
                  <a:lnTo>
                    <a:pt x="1086283" y="1364881"/>
                  </a:lnTo>
                  <a:lnTo>
                    <a:pt x="1086281" y="1364886"/>
                  </a:lnTo>
                  <a:lnTo>
                    <a:pt x="1086279" y="1364893"/>
                  </a:lnTo>
                  <a:lnTo>
                    <a:pt x="1086274" y="1364901"/>
                  </a:lnTo>
                  <a:lnTo>
                    <a:pt x="1086273" y="1364906"/>
                  </a:lnTo>
                  <a:lnTo>
                    <a:pt x="1086274" y="1364916"/>
                  </a:lnTo>
                  <a:lnTo>
                    <a:pt x="1086277" y="1364931"/>
                  </a:lnTo>
                  <a:lnTo>
                    <a:pt x="1086300" y="1364982"/>
                  </a:lnTo>
                  <a:lnTo>
                    <a:pt x="1086301" y="1364990"/>
                  </a:lnTo>
                  <a:lnTo>
                    <a:pt x="1086304" y="1365021"/>
                  </a:lnTo>
                  <a:lnTo>
                    <a:pt x="1086308" y="1365038"/>
                  </a:lnTo>
                  <a:lnTo>
                    <a:pt x="1086311" y="1365051"/>
                  </a:lnTo>
                  <a:lnTo>
                    <a:pt x="1086315" y="1365070"/>
                  </a:lnTo>
                  <a:lnTo>
                    <a:pt x="1086320" y="1365081"/>
                  </a:lnTo>
                  <a:lnTo>
                    <a:pt x="1086330" y="1365096"/>
                  </a:lnTo>
                  <a:lnTo>
                    <a:pt x="1086339" y="1365112"/>
                  </a:lnTo>
                  <a:lnTo>
                    <a:pt x="1086345" y="1365127"/>
                  </a:lnTo>
                  <a:lnTo>
                    <a:pt x="1086354" y="1365142"/>
                  </a:lnTo>
                  <a:lnTo>
                    <a:pt x="1086361" y="1365157"/>
                  </a:lnTo>
                  <a:lnTo>
                    <a:pt x="1086365" y="1365173"/>
                  </a:lnTo>
                  <a:lnTo>
                    <a:pt x="1086376" y="1365203"/>
                  </a:lnTo>
                  <a:lnTo>
                    <a:pt x="1086383" y="1365233"/>
                  </a:lnTo>
                  <a:lnTo>
                    <a:pt x="1086393" y="1365261"/>
                  </a:lnTo>
                  <a:lnTo>
                    <a:pt x="1086397" y="1365267"/>
                  </a:lnTo>
                  <a:lnTo>
                    <a:pt x="1086407" y="1365280"/>
                  </a:lnTo>
                  <a:lnTo>
                    <a:pt x="1086418" y="1365294"/>
                  </a:lnTo>
                  <a:lnTo>
                    <a:pt x="1086432" y="1365307"/>
                  </a:lnTo>
                  <a:lnTo>
                    <a:pt x="1086447" y="1365318"/>
                  </a:lnTo>
                  <a:lnTo>
                    <a:pt x="1086461" y="1365327"/>
                  </a:lnTo>
                  <a:lnTo>
                    <a:pt x="1086475" y="1365336"/>
                  </a:lnTo>
                  <a:lnTo>
                    <a:pt x="1086479" y="1365340"/>
                  </a:lnTo>
                  <a:lnTo>
                    <a:pt x="1086489" y="1365345"/>
                  </a:lnTo>
                  <a:lnTo>
                    <a:pt x="1086503" y="1365353"/>
                  </a:lnTo>
                  <a:lnTo>
                    <a:pt x="1086517" y="1365359"/>
                  </a:lnTo>
                  <a:lnTo>
                    <a:pt x="1086532" y="1365363"/>
                  </a:lnTo>
                  <a:lnTo>
                    <a:pt x="1086546" y="1365368"/>
                  </a:lnTo>
                  <a:lnTo>
                    <a:pt x="1086560" y="1365372"/>
                  </a:lnTo>
                  <a:lnTo>
                    <a:pt x="1086574" y="1365381"/>
                  </a:lnTo>
                  <a:lnTo>
                    <a:pt x="1086579" y="1365386"/>
                  </a:lnTo>
                  <a:lnTo>
                    <a:pt x="1086586" y="1365393"/>
                  </a:lnTo>
                  <a:lnTo>
                    <a:pt x="1086598" y="1365408"/>
                  </a:lnTo>
                  <a:lnTo>
                    <a:pt x="1086608" y="1365423"/>
                  </a:lnTo>
                  <a:lnTo>
                    <a:pt x="1086617" y="1365438"/>
                  </a:lnTo>
                  <a:lnTo>
                    <a:pt x="1086624" y="1365453"/>
                  </a:lnTo>
                  <a:lnTo>
                    <a:pt x="1086628" y="1365461"/>
                  </a:lnTo>
                  <a:lnTo>
                    <a:pt x="1086629" y="1365469"/>
                  </a:lnTo>
                  <a:lnTo>
                    <a:pt x="1086632" y="1365476"/>
                  </a:lnTo>
                  <a:lnTo>
                    <a:pt x="1086636" y="1365484"/>
                  </a:lnTo>
                  <a:lnTo>
                    <a:pt x="1086641" y="1365499"/>
                  </a:lnTo>
                  <a:lnTo>
                    <a:pt x="1086647" y="1365514"/>
                  </a:lnTo>
                  <a:lnTo>
                    <a:pt x="1086652" y="1365529"/>
                  </a:lnTo>
                  <a:lnTo>
                    <a:pt x="1086657" y="1365545"/>
                  </a:lnTo>
                  <a:lnTo>
                    <a:pt x="1086660" y="1365560"/>
                  </a:lnTo>
                  <a:lnTo>
                    <a:pt x="1086662" y="1365566"/>
                  </a:lnTo>
                  <a:lnTo>
                    <a:pt x="1086662" y="1365575"/>
                  </a:lnTo>
                  <a:lnTo>
                    <a:pt x="1086660" y="1365590"/>
                  </a:lnTo>
                  <a:lnTo>
                    <a:pt x="1086657" y="1365605"/>
                  </a:lnTo>
                  <a:lnTo>
                    <a:pt x="1086652" y="1365620"/>
                  </a:lnTo>
                  <a:lnTo>
                    <a:pt x="1086651" y="1365627"/>
                  </a:lnTo>
                  <a:lnTo>
                    <a:pt x="1086652" y="1365635"/>
                  </a:lnTo>
                  <a:lnTo>
                    <a:pt x="1086660" y="1365641"/>
                  </a:lnTo>
                  <a:lnTo>
                    <a:pt x="1086666" y="1365644"/>
                  </a:lnTo>
                  <a:lnTo>
                    <a:pt x="1086681" y="1365653"/>
                  </a:lnTo>
                  <a:lnTo>
                    <a:pt x="1086695" y="1365661"/>
                  </a:lnTo>
                  <a:lnTo>
                    <a:pt x="1086709" y="1365668"/>
                  </a:lnTo>
                  <a:lnTo>
                    <a:pt x="1086714" y="1365670"/>
                  </a:lnTo>
                  <a:lnTo>
                    <a:pt x="1086723" y="1365672"/>
                  </a:lnTo>
                  <a:lnTo>
                    <a:pt x="1086727" y="1365674"/>
                  </a:lnTo>
                  <a:lnTo>
                    <a:pt x="1086737" y="1365675"/>
                  </a:lnTo>
                  <a:lnTo>
                    <a:pt x="1086752" y="1365677"/>
                  </a:lnTo>
                  <a:lnTo>
                    <a:pt x="1086780" y="1365677"/>
                  </a:lnTo>
                  <a:lnTo>
                    <a:pt x="1086794" y="1365680"/>
                  </a:lnTo>
                  <a:lnTo>
                    <a:pt x="1086802" y="1365682"/>
                  </a:lnTo>
                  <a:lnTo>
                    <a:pt x="1086808" y="1365687"/>
                  </a:lnTo>
                  <a:lnTo>
                    <a:pt x="1086823" y="1365694"/>
                  </a:lnTo>
                  <a:lnTo>
                    <a:pt x="1086837" y="1365701"/>
                  </a:lnTo>
                  <a:lnTo>
                    <a:pt x="1086851" y="1365711"/>
                  </a:lnTo>
                  <a:lnTo>
                    <a:pt x="1086865" y="1365719"/>
                  </a:lnTo>
                  <a:lnTo>
                    <a:pt x="1086879" y="1365727"/>
                  </a:lnTo>
                  <a:lnTo>
                    <a:pt x="1086893" y="1365736"/>
                  </a:lnTo>
                  <a:lnTo>
                    <a:pt x="1086898" y="1365738"/>
                  </a:lnTo>
                  <a:lnTo>
                    <a:pt x="1086904" y="1365742"/>
                  </a:lnTo>
                  <a:lnTo>
                    <a:pt x="1086913" y="1365751"/>
                  </a:lnTo>
                  <a:lnTo>
                    <a:pt x="1086918" y="1365759"/>
                  </a:lnTo>
                  <a:lnTo>
                    <a:pt x="1086923" y="1365774"/>
                  </a:lnTo>
                  <a:lnTo>
                    <a:pt x="1086924" y="1365785"/>
                  </a:lnTo>
                  <a:lnTo>
                    <a:pt x="1086926" y="1365789"/>
                  </a:lnTo>
                  <a:lnTo>
                    <a:pt x="1086928" y="1365794"/>
                  </a:lnTo>
                  <a:lnTo>
                    <a:pt x="1086935" y="1365805"/>
                  </a:lnTo>
                  <a:lnTo>
                    <a:pt x="1086939" y="1365820"/>
                  </a:lnTo>
                  <a:lnTo>
                    <a:pt x="1086940" y="1365835"/>
                  </a:lnTo>
                  <a:lnTo>
                    <a:pt x="1086941" y="1365850"/>
                  </a:lnTo>
                  <a:lnTo>
                    <a:pt x="1086941" y="1365856"/>
                  </a:lnTo>
                  <a:lnTo>
                    <a:pt x="1086944" y="1365895"/>
                  </a:lnTo>
                  <a:lnTo>
                    <a:pt x="1086944" y="1365910"/>
                  </a:lnTo>
                  <a:lnTo>
                    <a:pt x="1086944" y="1365925"/>
                  </a:lnTo>
                  <a:lnTo>
                    <a:pt x="1086943" y="1365940"/>
                  </a:lnTo>
                  <a:lnTo>
                    <a:pt x="1086945" y="1365955"/>
                  </a:lnTo>
                  <a:lnTo>
                    <a:pt x="1086946" y="1365971"/>
                  </a:lnTo>
                  <a:lnTo>
                    <a:pt x="1086946" y="1365986"/>
                  </a:lnTo>
                  <a:lnTo>
                    <a:pt x="1086947" y="1366001"/>
                  </a:lnTo>
                  <a:lnTo>
                    <a:pt x="1086949" y="1366016"/>
                  </a:lnTo>
                  <a:lnTo>
                    <a:pt x="1086949" y="1366022"/>
                  </a:lnTo>
                  <a:lnTo>
                    <a:pt x="1086952" y="1366031"/>
                  </a:lnTo>
                  <a:lnTo>
                    <a:pt x="1086955" y="1366046"/>
                  </a:lnTo>
                  <a:lnTo>
                    <a:pt x="1086958" y="1366055"/>
                  </a:lnTo>
                  <a:lnTo>
                    <a:pt x="1086962" y="1366061"/>
                  </a:lnTo>
                  <a:lnTo>
                    <a:pt x="1086967" y="1366076"/>
                  </a:lnTo>
                  <a:lnTo>
                    <a:pt x="1086971" y="1366085"/>
                  </a:lnTo>
                  <a:lnTo>
                    <a:pt x="1086976" y="1366091"/>
                  </a:lnTo>
                  <a:lnTo>
                    <a:pt x="1086988" y="1366107"/>
                  </a:lnTo>
                  <a:lnTo>
                    <a:pt x="1087000" y="1366120"/>
                  </a:lnTo>
                  <a:lnTo>
                    <a:pt x="1087009" y="1366134"/>
                  </a:lnTo>
                  <a:lnTo>
                    <a:pt x="1087013" y="1366139"/>
                  </a:lnTo>
                  <a:lnTo>
                    <a:pt x="1087015" y="1366151"/>
                  </a:lnTo>
                  <a:lnTo>
                    <a:pt x="1087010" y="1366163"/>
                  </a:lnTo>
                  <a:lnTo>
                    <a:pt x="1086996" y="1366177"/>
                  </a:lnTo>
                  <a:lnTo>
                    <a:pt x="1086992" y="1366182"/>
                  </a:lnTo>
                  <a:lnTo>
                    <a:pt x="1086988" y="1366192"/>
                  </a:lnTo>
                  <a:lnTo>
                    <a:pt x="1086985" y="1366207"/>
                  </a:lnTo>
                  <a:lnTo>
                    <a:pt x="1086982" y="1366231"/>
                  </a:lnTo>
                  <a:lnTo>
                    <a:pt x="1086981" y="1366236"/>
                  </a:lnTo>
                  <a:lnTo>
                    <a:pt x="1086974" y="1366244"/>
                  </a:lnTo>
                  <a:lnTo>
                    <a:pt x="1086963" y="1366250"/>
                  </a:lnTo>
                  <a:lnTo>
                    <a:pt x="1086956" y="1366255"/>
                  </a:lnTo>
                  <a:lnTo>
                    <a:pt x="1086948" y="1366258"/>
                  </a:lnTo>
                  <a:lnTo>
                    <a:pt x="1086934" y="1366265"/>
                  </a:lnTo>
                  <a:lnTo>
                    <a:pt x="1086920" y="1366270"/>
                  </a:lnTo>
                  <a:lnTo>
                    <a:pt x="1086905" y="1366276"/>
                  </a:lnTo>
                  <a:lnTo>
                    <a:pt x="1086890" y="1366283"/>
                  </a:lnTo>
                  <a:lnTo>
                    <a:pt x="1086886" y="1366286"/>
                  </a:lnTo>
                  <a:lnTo>
                    <a:pt x="1086877" y="1366295"/>
                  </a:lnTo>
                  <a:lnTo>
                    <a:pt x="1086870" y="1366306"/>
                  </a:lnTo>
                  <a:lnTo>
                    <a:pt x="1086857" y="1366333"/>
                  </a:lnTo>
                  <a:lnTo>
                    <a:pt x="1086852" y="1366340"/>
                  </a:lnTo>
                  <a:lnTo>
                    <a:pt x="1086840" y="1366354"/>
                  </a:lnTo>
                  <a:lnTo>
                    <a:pt x="1086827" y="1366366"/>
                  </a:lnTo>
                  <a:lnTo>
                    <a:pt x="1086813" y="1366376"/>
                  </a:lnTo>
                  <a:lnTo>
                    <a:pt x="1086799" y="1366385"/>
                  </a:lnTo>
                  <a:lnTo>
                    <a:pt x="1086784" y="1366393"/>
                  </a:lnTo>
                  <a:lnTo>
                    <a:pt x="1086770" y="1366401"/>
                  </a:lnTo>
                  <a:lnTo>
                    <a:pt x="1086755" y="1366410"/>
                  </a:lnTo>
                  <a:lnTo>
                    <a:pt x="1086741" y="1366420"/>
                  </a:lnTo>
                  <a:lnTo>
                    <a:pt x="1086736" y="1366424"/>
                  </a:lnTo>
                  <a:lnTo>
                    <a:pt x="1086732" y="1366430"/>
                  </a:lnTo>
                  <a:lnTo>
                    <a:pt x="1086725" y="1366437"/>
                  </a:lnTo>
                  <a:lnTo>
                    <a:pt x="1086721" y="1366445"/>
                  </a:lnTo>
                  <a:lnTo>
                    <a:pt x="1086705" y="1366456"/>
                  </a:lnTo>
                  <a:lnTo>
                    <a:pt x="1086693" y="1366462"/>
                  </a:lnTo>
                  <a:lnTo>
                    <a:pt x="1086681" y="1366472"/>
                  </a:lnTo>
                  <a:lnTo>
                    <a:pt x="1086669" y="1366488"/>
                  </a:lnTo>
                  <a:lnTo>
                    <a:pt x="1086668" y="1366494"/>
                  </a:lnTo>
                  <a:lnTo>
                    <a:pt x="1086661" y="1366505"/>
                  </a:lnTo>
                  <a:lnTo>
                    <a:pt x="1086657" y="1366514"/>
                  </a:lnTo>
                  <a:lnTo>
                    <a:pt x="1086652" y="1366524"/>
                  </a:lnTo>
                  <a:lnTo>
                    <a:pt x="1086649" y="1366531"/>
                  </a:lnTo>
                  <a:lnTo>
                    <a:pt x="1086645" y="1366534"/>
                  </a:lnTo>
                  <a:lnTo>
                    <a:pt x="1086641" y="1366536"/>
                  </a:lnTo>
                  <a:lnTo>
                    <a:pt x="1086630" y="1366537"/>
                  </a:lnTo>
                  <a:lnTo>
                    <a:pt x="1086616" y="1366536"/>
                  </a:lnTo>
                  <a:lnTo>
                    <a:pt x="1086602" y="1366535"/>
                  </a:lnTo>
                  <a:lnTo>
                    <a:pt x="1086588" y="1366536"/>
                  </a:lnTo>
                  <a:lnTo>
                    <a:pt x="1086574" y="1366537"/>
                  </a:lnTo>
                  <a:lnTo>
                    <a:pt x="1086559" y="1366538"/>
                  </a:lnTo>
                  <a:lnTo>
                    <a:pt x="1086545" y="1366541"/>
                  </a:lnTo>
                  <a:lnTo>
                    <a:pt x="1086530" y="1366544"/>
                  </a:lnTo>
                  <a:lnTo>
                    <a:pt x="1086515" y="1366547"/>
                  </a:lnTo>
                  <a:lnTo>
                    <a:pt x="1086501" y="1366543"/>
                  </a:lnTo>
                  <a:lnTo>
                    <a:pt x="1086488" y="1366541"/>
                  </a:lnTo>
                  <a:lnTo>
                    <a:pt x="1086483" y="1366540"/>
                  </a:lnTo>
                  <a:lnTo>
                    <a:pt x="1086477" y="1366540"/>
                  </a:lnTo>
                  <a:lnTo>
                    <a:pt x="1086472" y="1366542"/>
                  </a:lnTo>
                  <a:lnTo>
                    <a:pt x="1086465" y="1366547"/>
                  </a:lnTo>
                  <a:lnTo>
                    <a:pt x="1086460" y="1366553"/>
                  </a:lnTo>
                  <a:lnTo>
                    <a:pt x="1086447" y="1366566"/>
                  </a:lnTo>
                  <a:lnTo>
                    <a:pt x="1086440" y="1366571"/>
                  </a:lnTo>
                  <a:lnTo>
                    <a:pt x="1086433" y="1366572"/>
                  </a:lnTo>
                  <a:lnTo>
                    <a:pt x="1086419" y="1366573"/>
                  </a:lnTo>
                  <a:lnTo>
                    <a:pt x="1086405" y="1366572"/>
                  </a:lnTo>
                  <a:lnTo>
                    <a:pt x="1086390" y="1366571"/>
                  </a:lnTo>
                  <a:lnTo>
                    <a:pt x="1086377" y="1366570"/>
                  </a:lnTo>
                  <a:lnTo>
                    <a:pt x="1086357" y="1366560"/>
                  </a:lnTo>
                  <a:lnTo>
                    <a:pt x="1086347" y="1366544"/>
                  </a:lnTo>
                  <a:lnTo>
                    <a:pt x="1086342" y="1366532"/>
                  </a:lnTo>
                  <a:lnTo>
                    <a:pt x="1086338" y="1366528"/>
                  </a:lnTo>
                  <a:lnTo>
                    <a:pt x="1086331" y="1366523"/>
                  </a:lnTo>
                  <a:lnTo>
                    <a:pt x="1086324" y="1366520"/>
                  </a:lnTo>
                  <a:lnTo>
                    <a:pt x="1086309" y="1366514"/>
                  </a:lnTo>
                  <a:lnTo>
                    <a:pt x="1086303" y="1366511"/>
                  </a:lnTo>
                  <a:lnTo>
                    <a:pt x="1086295" y="1366509"/>
                  </a:lnTo>
                  <a:lnTo>
                    <a:pt x="1086281" y="1366505"/>
                  </a:lnTo>
                  <a:lnTo>
                    <a:pt x="1086267" y="1366503"/>
                  </a:lnTo>
                  <a:lnTo>
                    <a:pt x="1086253" y="1366501"/>
                  </a:lnTo>
                  <a:lnTo>
                    <a:pt x="1086238" y="1366498"/>
                  </a:lnTo>
                  <a:lnTo>
                    <a:pt x="1086224" y="1366498"/>
                  </a:lnTo>
                  <a:lnTo>
                    <a:pt x="1086210" y="1366501"/>
                  </a:lnTo>
                  <a:lnTo>
                    <a:pt x="1086196" y="1366506"/>
                  </a:lnTo>
                  <a:lnTo>
                    <a:pt x="1086189" y="1366509"/>
                  </a:lnTo>
                  <a:lnTo>
                    <a:pt x="1086181" y="1366515"/>
                  </a:lnTo>
                  <a:lnTo>
                    <a:pt x="1086173" y="1366520"/>
                  </a:lnTo>
                  <a:lnTo>
                    <a:pt x="1086155" y="1366538"/>
                  </a:lnTo>
                  <a:lnTo>
                    <a:pt x="1086147" y="1366548"/>
                  </a:lnTo>
                  <a:lnTo>
                    <a:pt x="1086141" y="1366558"/>
                  </a:lnTo>
                  <a:lnTo>
                    <a:pt x="1086141" y="1366564"/>
                  </a:lnTo>
                  <a:lnTo>
                    <a:pt x="1086143" y="1366568"/>
                  </a:lnTo>
                  <a:lnTo>
                    <a:pt x="1086148" y="1366583"/>
                  </a:lnTo>
                  <a:lnTo>
                    <a:pt x="1086150" y="1366590"/>
                  </a:lnTo>
                  <a:lnTo>
                    <a:pt x="1086154" y="1366598"/>
                  </a:lnTo>
                  <a:lnTo>
                    <a:pt x="1086157" y="1366613"/>
                  </a:lnTo>
                  <a:lnTo>
                    <a:pt x="1086159" y="1366619"/>
                  </a:lnTo>
                  <a:lnTo>
                    <a:pt x="1086158" y="1366628"/>
                  </a:lnTo>
                  <a:lnTo>
                    <a:pt x="1086159" y="1366643"/>
                  </a:lnTo>
                  <a:lnTo>
                    <a:pt x="1086158" y="1366658"/>
                  </a:lnTo>
                  <a:lnTo>
                    <a:pt x="1086157" y="1366674"/>
                  </a:lnTo>
                  <a:lnTo>
                    <a:pt x="1086153" y="1366689"/>
                  </a:lnTo>
                  <a:lnTo>
                    <a:pt x="1086149" y="1366704"/>
                  </a:lnTo>
                  <a:lnTo>
                    <a:pt x="1086146" y="1366718"/>
                  </a:lnTo>
                  <a:lnTo>
                    <a:pt x="1086143" y="1366733"/>
                  </a:lnTo>
                  <a:lnTo>
                    <a:pt x="1086141" y="1366737"/>
                  </a:lnTo>
                  <a:lnTo>
                    <a:pt x="1086140" y="1366748"/>
                  </a:lnTo>
                  <a:lnTo>
                    <a:pt x="1086135" y="1366763"/>
                  </a:lnTo>
                  <a:lnTo>
                    <a:pt x="1086134" y="1366768"/>
                  </a:lnTo>
                  <a:lnTo>
                    <a:pt x="1086125" y="1366776"/>
                  </a:lnTo>
                  <a:lnTo>
                    <a:pt x="1086115" y="1366781"/>
                  </a:lnTo>
                  <a:lnTo>
                    <a:pt x="1086096" y="1366786"/>
                  </a:lnTo>
                  <a:lnTo>
                    <a:pt x="1086081" y="1366788"/>
                  </a:lnTo>
                  <a:lnTo>
                    <a:pt x="1086067" y="1366791"/>
                  </a:lnTo>
                  <a:lnTo>
                    <a:pt x="1086053" y="1366795"/>
                  </a:lnTo>
                  <a:lnTo>
                    <a:pt x="1086011" y="1366807"/>
                  </a:lnTo>
                  <a:lnTo>
                    <a:pt x="1085996" y="1366812"/>
                  </a:lnTo>
                  <a:lnTo>
                    <a:pt x="1085991" y="1366814"/>
                  </a:lnTo>
                  <a:lnTo>
                    <a:pt x="1085987" y="1366816"/>
                  </a:lnTo>
                  <a:lnTo>
                    <a:pt x="1085981" y="1366823"/>
                  </a:lnTo>
                  <a:lnTo>
                    <a:pt x="1085988" y="1366837"/>
                  </a:lnTo>
                  <a:lnTo>
                    <a:pt x="1085999" y="1366852"/>
                  </a:lnTo>
                  <a:lnTo>
                    <a:pt x="1086009" y="1366867"/>
                  </a:lnTo>
                  <a:lnTo>
                    <a:pt x="1086012" y="1366875"/>
                  </a:lnTo>
                  <a:lnTo>
                    <a:pt x="1086014" y="1366882"/>
                  </a:lnTo>
                  <a:lnTo>
                    <a:pt x="1086017" y="1366890"/>
                  </a:lnTo>
                  <a:lnTo>
                    <a:pt x="1086021" y="1366898"/>
                  </a:lnTo>
                  <a:lnTo>
                    <a:pt x="1086022" y="1366904"/>
                  </a:lnTo>
                  <a:lnTo>
                    <a:pt x="1086026" y="1366916"/>
                  </a:lnTo>
                  <a:lnTo>
                    <a:pt x="1086031" y="1366928"/>
                  </a:lnTo>
                  <a:lnTo>
                    <a:pt x="1086035" y="1366937"/>
                  </a:lnTo>
                  <a:lnTo>
                    <a:pt x="1086040" y="1366943"/>
                  </a:lnTo>
                  <a:lnTo>
                    <a:pt x="1086051" y="1366961"/>
                  </a:lnTo>
                  <a:lnTo>
                    <a:pt x="1086052" y="1366966"/>
                  </a:lnTo>
                  <a:lnTo>
                    <a:pt x="1086051" y="1366974"/>
                  </a:lnTo>
                  <a:lnTo>
                    <a:pt x="1086051" y="1366989"/>
                  </a:lnTo>
                  <a:lnTo>
                    <a:pt x="1086052" y="1367004"/>
                  </a:lnTo>
                  <a:lnTo>
                    <a:pt x="1086052" y="1367010"/>
                  </a:lnTo>
                  <a:lnTo>
                    <a:pt x="1086055" y="1367019"/>
                  </a:lnTo>
                  <a:lnTo>
                    <a:pt x="1086056" y="1367026"/>
                  </a:lnTo>
                  <a:lnTo>
                    <a:pt x="1086059" y="1367034"/>
                  </a:lnTo>
                  <a:lnTo>
                    <a:pt x="1086066" y="1367049"/>
                  </a:lnTo>
                  <a:lnTo>
                    <a:pt x="1086074" y="1367065"/>
                  </a:lnTo>
                  <a:lnTo>
                    <a:pt x="1086081" y="1367080"/>
                  </a:lnTo>
                  <a:lnTo>
                    <a:pt x="1086091" y="1367095"/>
                  </a:lnTo>
                  <a:lnTo>
                    <a:pt x="1086096" y="1367101"/>
                  </a:lnTo>
                  <a:lnTo>
                    <a:pt x="1086113" y="1367114"/>
                  </a:lnTo>
                  <a:lnTo>
                    <a:pt x="1086119" y="1367116"/>
                  </a:lnTo>
                  <a:lnTo>
                    <a:pt x="1086124" y="1367119"/>
                  </a:lnTo>
                  <a:lnTo>
                    <a:pt x="1086133" y="1367120"/>
                  </a:lnTo>
                  <a:lnTo>
                    <a:pt x="1086147" y="1367121"/>
                  </a:lnTo>
                  <a:lnTo>
                    <a:pt x="1086161" y="1367121"/>
                  </a:lnTo>
                  <a:lnTo>
                    <a:pt x="1086176" y="1367123"/>
                  </a:lnTo>
                  <a:lnTo>
                    <a:pt x="1086179" y="1367125"/>
                  </a:lnTo>
                  <a:lnTo>
                    <a:pt x="1086188" y="1367136"/>
                  </a:lnTo>
                  <a:lnTo>
                    <a:pt x="1086200" y="1367153"/>
                  </a:lnTo>
                  <a:lnTo>
                    <a:pt x="1086210" y="1367166"/>
                  </a:lnTo>
                  <a:lnTo>
                    <a:pt x="1086226" y="1367184"/>
                  </a:lnTo>
                  <a:lnTo>
                    <a:pt x="1086232" y="1367196"/>
                  </a:lnTo>
                  <a:lnTo>
                    <a:pt x="1086235" y="1367205"/>
                  </a:lnTo>
                  <a:lnTo>
                    <a:pt x="1086234" y="1367211"/>
                  </a:lnTo>
                  <a:lnTo>
                    <a:pt x="1086222" y="1367241"/>
                  </a:lnTo>
                  <a:lnTo>
                    <a:pt x="1086219" y="1367256"/>
                  </a:lnTo>
                  <a:lnTo>
                    <a:pt x="1086219" y="1367271"/>
                  </a:lnTo>
                  <a:lnTo>
                    <a:pt x="1086220" y="1367286"/>
                  </a:lnTo>
                  <a:lnTo>
                    <a:pt x="1086221" y="1367301"/>
                  </a:lnTo>
                  <a:lnTo>
                    <a:pt x="1086217" y="1367316"/>
                  </a:lnTo>
                  <a:lnTo>
                    <a:pt x="1086208" y="1367331"/>
                  </a:lnTo>
                  <a:lnTo>
                    <a:pt x="1086198" y="1367346"/>
                  </a:lnTo>
                  <a:lnTo>
                    <a:pt x="1086192" y="1367361"/>
                  </a:lnTo>
                  <a:lnTo>
                    <a:pt x="1086189" y="1367370"/>
                  </a:lnTo>
                  <a:lnTo>
                    <a:pt x="1086184" y="1367383"/>
                  </a:lnTo>
                  <a:lnTo>
                    <a:pt x="1086180" y="1367391"/>
                  </a:lnTo>
                  <a:lnTo>
                    <a:pt x="1086175" y="1367406"/>
                  </a:lnTo>
                  <a:lnTo>
                    <a:pt x="1086171" y="1367425"/>
                  </a:lnTo>
                  <a:lnTo>
                    <a:pt x="1086172" y="1367437"/>
                  </a:lnTo>
                  <a:lnTo>
                    <a:pt x="1086172" y="1367452"/>
                  </a:lnTo>
                  <a:lnTo>
                    <a:pt x="1086172" y="1367458"/>
                  </a:lnTo>
                  <a:lnTo>
                    <a:pt x="1086175" y="1367467"/>
                  </a:lnTo>
                  <a:lnTo>
                    <a:pt x="1086180" y="1367482"/>
                  </a:lnTo>
                  <a:lnTo>
                    <a:pt x="1086185" y="1367497"/>
                  </a:lnTo>
                  <a:lnTo>
                    <a:pt x="1086189" y="1367512"/>
                  </a:lnTo>
                  <a:lnTo>
                    <a:pt x="1086191" y="1367527"/>
                  </a:lnTo>
                  <a:lnTo>
                    <a:pt x="1086194" y="1367542"/>
                  </a:lnTo>
                  <a:lnTo>
                    <a:pt x="1086198" y="1367558"/>
                  </a:lnTo>
                  <a:lnTo>
                    <a:pt x="1086202" y="1367568"/>
                  </a:lnTo>
                  <a:lnTo>
                    <a:pt x="1086209" y="1367588"/>
                  </a:lnTo>
                  <a:lnTo>
                    <a:pt x="1086214" y="1367600"/>
                  </a:lnTo>
                  <a:lnTo>
                    <a:pt x="1086223" y="1367620"/>
                  </a:lnTo>
                  <a:lnTo>
                    <a:pt x="1086232" y="1367634"/>
                  </a:lnTo>
                  <a:lnTo>
                    <a:pt x="1086239" y="1367649"/>
                  </a:lnTo>
                  <a:lnTo>
                    <a:pt x="1086245" y="1367658"/>
                  </a:lnTo>
                  <a:lnTo>
                    <a:pt x="1086246" y="1367664"/>
                  </a:lnTo>
                  <a:lnTo>
                    <a:pt x="1086252" y="1367679"/>
                  </a:lnTo>
                  <a:lnTo>
                    <a:pt x="1086258" y="1367694"/>
                  </a:lnTo>
                  <a:lnTo>
                    <a:pt x="1086265" y="1367710"/>
                  </a:lnTo>
                  <a:lnTo>
                    <a:pt x="1086290" y="1367764"/>
                  </a:lnTo>
                  <a:lnTo>
                    <a:pt x="1086294" y="1367771"/>
                  </a:lnTo>
                  <a:lnTo>
                    <a:pt x="1086296" y="1367779"/>
                  </a:lnTo>
                  <a:lnTo>
                    <a:pt x="1086301" y="1367795"/>
                  </a:lnTo>
                  <a:lnTo>
                    <a:pt x="1086304" y="1367810"/>
                  </a:lnTo>
                  <a:lnTo>
                    <a:pt x="1086303" y="1367818"/>
                  </a:lnTo>
                  <a:lnTo>
                    <a:pt x="1086300" y="1367825"/>
                  </a:lnTo>
                  <a:lnTo>
                    <a:pt x="1086289" y="1367839"/>
                  </a:lnTo>
                  <a:lnTo>
                    <a:pt x="1086279" y="1367854"/>
                  </a:lnTo>
                  <a:lnTo>
                    <a:pt x="1086272" y="1367869"/>
                  </a:lnTo>
                  <a:lnTo>
                    <a:pt x="1086265" y="1367884"/>
                  </a:lnTo>
                  <a:lnTo>
                    <a:pt x="1086255" y="1367908"/>
                  </a:lnTo>
                  <a:lnTo>
                    <a:pt x="1086254" y="1367916"/>
                  </a:lnTo>
                  <a:lnTo>
                    <a:pt x="1086249" y="1367944"/>
                  </a:lnTo>
                  <a:lnTo>
                    <a:pt x="1086258" y="1367960"/>
                  </a:lnTo>
                  <a:lnTo>
                    <a:pt x="1086259" y="1367965"/>
                  </a:lnTo>
                  <a:lnTo>
                    <a:pt x="1086258" y="1367970"/>
                  </a:lnTo>
                  <a:lnTo>
                    <a:pt x="1086255" y="1367980"/>
                  </a:lnTo>
                  <a:lnTo>
                    <a:pt x="1086235" y="1368021"/>
                  </a:lnTo>
                  <a:lnTo>
                    <a:pt x="1086196" y="1368064"/>
                  </a:lnTo>
                  <a:lnTo>
                    <a:pt x="1086178" y="1368088"/>
                  </a:lnTo>
                  <a:lnTo>
                    <a:pt x="1086134" y="1368166"/>
                  </a:lnTo>
                  <a:lnTo>
                    <a:pt x="1086125" y="1368192"/>
                  </a:lnTo>
                  <a:lnTo>
                    <a:pt x="1086108" y="1368223"/>
                  </a:lnTo>
                  <a:lnTo>
                    <a:pt x="1086066" y="1368259"/>
                  </a:lnTo>
                  <a:lnTo>
                    <a:pt x="1086055" y="1368279"/>
                  </a:lnTo>
                  <a:lnTo>
                    <a:pt x="1086043" y="1368307"/>
                  </a:lnTo>
                  <a:lnTo>
                    <a:pt x="1086041" y="1368317"/>
                  </a:lnTo>
                  <a:lnTo>
                    <a:pt x="1086040" y="1368323"/>
                  </a:lnTo>
                  <a:lnTo>
                    <a:pt x="1086035" y="1368333"/>
                  </a:lnTo>
                  <a:lnTo>
                    <a:pt x="1086024" y="1368345"/>
                  </a:lnTo>
                  <a:lnTo>
                    <a:pt x="1086010" y="1368356"/>
                  </a:lnTo>
                  <a:lnTo>
                    <a:pt x="1085996" y="1368364"/>
                  </a:lnTo>
                  <a:lnTo>
                    <a:pt x="1085981" y="1368375"/>
                  </a:lnTo>
                  <a:lnTo>
                    <a:pt x="1085974" y="1368381"/>
                  </a:lnTo>
                  <a:lnTo>
                    <a:pt x="1085969" y="1368389"/>
                  </a:lnTo>
                  <a:lnTo>
                    <a:pt x="1085964" y="1368394"/>
                  </a:lnTo>
                  <a:lnTo>
                    <a:pt x="1085960" y="1368403"/>
                  </a:lnTo>
                  <a:lnTo>
                    <a:pt x="1085954" y="1368414"/>
                  </a:lnTo>
                  <a:lnTo>
                    <a:pt x="1085946" y="1368422"/>
                  </a:lnTo>
                  <a:lnTo>
                    <a:pt x="1085942" y="1368424"/>
                  </a:lnTo>
                  <a:lnTo>
                    <a:pt x="1085937" y="1368425"/>
                  </a:lnTo>
                  <a:lnTo>
                    <a:pt x="1085921" y="1368423"/>
                  </a:lnTo>
                  <a:lnTo>
                    <a:pt x="1085907" y="1368423"/>
                  </a:lnTo>
                  <a:lnTo>
                    <a:pt x="1085893" y="1368427"/>
                  </a:lnTo>
                  <a:lnTo>
                    <a:pt x="1085878" y="1368437"/>
                  </a:lnTo>
                  <a:lnTo>
                    <a:pt x="1085866" y="1368447"/>
                  </a:lnTo>
                  <a:lnTo>
                    <a:pt x="1085855" y="1368459"/>
                  </a:lnTo>
                  <a:lnTo>
                    <a:pt x="1085852" y="1368463"/>
                  </a:lnTo>
                  <a:lnTo>
                    <a:pt x="1085845" y="1368476"/>
                  </a:lnTo>
                  <a:lnTo>
                    <a:pt x="1085829" y="1368527"/>
                  </a:lnTo>
                  <a:lnTo>
                    <a:pt x="1085824" y="1368549"/>
                  </a:lnTo>
                  <a:lnTo>
                    <a:pt x="1085815" y="1368571"/>
                  </a:lnTo>
                  <a:lnTo>
                    <a:pt x="1085796" y="1368596"/>
                  </a:lnTo>
                  <a:lnTo>
                    <a:pt x="1085736" y="1368641"/>
                  </a:lnTo>
                  <a:lnTo>
                    <a:pt x="1085725" y="1368654"/>
                  </a:lnTo>
                  <a:lnTo>
                    <a:pt x="1085715" y="1368662"/>
                  </a:lnTo>
                  <a:lnTo>
                    <a:pt x="1085705" y="1368666"/>
                  </a:lnTo>
                  <a:lnTo>
                    <a:pt x="1085699" y="1368665"/>
                  </a:lnTo>
                  <a:lnTo>
                    <a:pt x="1085681" y="1368662"/>
                  </a:lnTo>
                  <a:lnTo>
                    <a:pt x="1085645" y="1368645"/>
                  </a:lnTo>
                  <a:lnTo>
                    <a:pt x="1085637" y="1368641"/>
                  </a:lnTo>
                  <a:lnTo>
                    <a:pt x="1085627" y="1368635"/>
                  </a:lnTo>
                  <a:lnTo>
                    <a:pt x="1085620" y="1368635"/>
                  </a:lnTo>
                  <a:lnTo>
                    <a:pt x="1085609" y="1368642"/>
                  </a:lnTo>
                  <a:lnTo>
                    <a:pt x="1085594" y="1368652"/>
                  </a:lnTo>
                  <a:lnTo>
                    <a:pt x="1085582" y="1368664"/>
                  </a:lnTo>
                  <a:lnTo>
                    <a:pt x="1085572" y="1368678"/>
                  </a:lnTo>
                  <a:lnTo>
                    <a:pt x="1085564" y="1368684"/>
                  </a:lnTo>
                  <a:lnTo>
                    <a:pt x="1085558" y="1368685"/>
                  </a:lnTo>
                  <a:lnTo>
                    <a:pt x="1085553" y="1368686"/>
                  </a:lnTo>
                  <a:lnTo>
                    <a:pt x="1085547" y="1368688"/>
                  </a:lnTo>
                  <a:lnTo>
                    <a:pt x="1085541" y="1368694"/>
                  </a:lnTo>
                  <a:lnTo>
                    <a:pt x="1085540" y="1368698"/>
                  </a:lnTo>
                  <a:lnTo>
                    <a:pt x="1085538" y="1368707"/>
                  </a:lnTo>
                  <a:lnTo>
                    <a:pt x="1085538" y="1368722"/>
                  </a:lnTo>
                  <a:lnTo>
                    <a:pt x="1085537" y="1368767"/>
                  </a:lnTo>
                  <a:lnTo>
                    <a:pt x="1085538" y="1368840"/>
                  </a:lnTo>
                  <a:lnTo>
                    <a:pt x="1085539" y="1368855"/>
                  </a:lnTo>
                  <a:lnTo>
                    <a:pt x="1085541" y="1368870"/>
                  </a:lnTo>
                  <a:lnTo>
                    <a:pt x="1085545" y="1368886"/>
                  </a:lnTo>
                  <a:lnTo>
                    <a:pt x="1085547" y="1368893"/>
                  </a:lnTo>
                  <a:lnTo>
                    <a:pt x="1085547" y="1368901"/>
                  </a:lnTo>
                  <a:lnTo>
                    <a:pt x="1085543" y="1368916"/>
                  </a:lnTo>
                  <a:lnTo>
                    <a:pt x="1085486" y="1369000"/>
                  </a:lnTo>
                  <a:lnTo>
                    <a:pt x="1085456" y="1369048"/>
                  </a:lnTo>
                  <a:lnTo>
                    <a:pt x="1085450" y="1369054"/>
                  </a:lnTo>
                  <a:lnTo>
                    <a:pt x="1085437" y="1369065"/>
                  </a:lnTo>
                  <a:lnTo>
                    <a:pt x="1085429" y="1369076"/>
                  </a:lnTo>
                  <a:lnTo>
                    <a:pt x="1085425" y="1369079"/>
                  </a:lnTo>
                  <a:lnTo>
                    <a:pt x="1085424" y="1369091"/>
                  </a:lnTo>
                  <a:lnTo>
                    <a:pt x="1085424" y="1369100"/>
                  </a:lnTo>
                  <a:lnTo>
                    <a:pt x="1085426" y="1369108"/>
                  </a:lnTo>
                  <a:lnTo>
                    <a:pt x="1085427" y="1369115"/>
                  </a:lnTo>
                  <a:lnTo>
                    <a:pt x="1085430" y="1369123"/>
                  </a:lnTo>
                  <a:lnTo>
                    <a:pt x="1085433" y="1369132"/>
                  </a:lnTo>
                  <a:lnTo>
                    <a:pt x="1085436" y="1369141"/>
                  </a:lnTo>
                  <a:lnTo>
                    <a:pt x="1085442" y="1369151"/>
                  </a:lnTo>
                  <a:lnTo>
                    <a:pt x="1085444" y="1369177"/>
                  </a:lnTo>
                  <a:lnTo>
                    <a:pt x="1085444" y="1369188"/>
                  </a:lnTo>
                  <a:lnTo>
                    <a:pt x="1085436" y="1369200"/>
                  </a:lnTo>
                  <a:lnTo>
                    <a:pt x="1085423" y="1369211"/>
                  </a:lnTo>
                  <a:lnTo>
                    <a:pt x="1085416" y="1369215"/>
                  </a:lnTo>
                  <a:lnTo>
                    <a:pt x="1085411" y="1369219"/>
                  </a:lnTo>
                  <a:lnTo>
                    <a:pt x="1085403" y="1369215"/>
                  </a:lnTo>
                  <a:lnTo>
                    <a:pt x="1085389" y="1369203"/>
                  </a:lnTo>
                  <a:lnTo>
                    <a:pt x="1085375" y="1369194"/>
                  </a:lnTo>
                  <a:lnTo>
                    <a:pt x="1085360" y="1369190"/>
                  </a:lnTo>
                  <a:lnTo>
                    <a:pt x="1085346" y="1369190"/>
                  </a:lnTo>
                  <a:lnTo>
                    <a:pt x="1085331" y="1369196"/>
                  </a:lnTo>
                  <a:lnTo>
                    <a:pt x="1085327" y="1369201"/>
                  </a:lnTo>
                  <a:lnTo>
                    <a:pt x="1085321" y="1369211"/>
                  </a:lnTo>
                  <a:lnTo>
                    <a:pt x="1085314" y="1369226"/>
                  </a:lnTo>
                  <a:lnTo>
                    <a:pt x="1085311" y="1369241"/>
                  </a:lnTo>
                  <a:lnTo>
                    <a:pt x="1085307" y="1369256"/>
                  </a:lnTo>
                  <a:lnTo>
                    <a:pt x="1085297" y="1369286"/>
                  </a:lnTo>
                  <a:lnTo>
                    <a:pt x="1085275" y="1369366"/>
                  </a:lnTo>
                  <a:lnTo>
                    <a:pt x="1085269" y="1369406"/>
                  </a:lnTo>
                  <a:lnTo>
                    <a:pt x="1085265" y="1369447"/>
                  </a:lnTo>
                  <a:lnTo>
                    <a:pt x="1085266" y="1369479"/>
                  </a:lnTo>
                  <a:lnTo>
                    <a:pt x="1085273" y="1369493"/>
                  </a:lnTo>
                  <a:lnTo>
                    <a:pt x="1085285" y="1369508"/>
                  </a:lnTo>
                  <a:lnTo>
                    <a:pt x="1085298" y="1369523"/>
                  </a:lnTo>
                  <a:lnTo>
                    <a:pt x="1085312" y="1369534"/>
                  </a:lnTo>
                  <a:lnTo>
                    <a:pt x="1085319" y="1369539"/>
                  </a:lnTo>
                  <a:lnTo>
                    <a:pt x="1085326" y="1369541"/>
                  </a:lnTo>
                  <a:lnTo>
                    <a:pt x="1085331" y="1369548"/>
                  </a:lnTo>
                  <a:lnTo>
                    <a:pt x="1085338" y="1369571"/>
                  </a:lnTo>
                  <a:lnTo>
                    <a:pt x="1085340" y="1369587"/>
                  </a:lnTo>
                  <a:lnTo>
                    <a:pt x="1085340" y="1369602"/>
                  </a:lnTo>
                  <a:lnTo>
                    <a:pt x="1085338" y="1369617"/>
                  </a:lnTo>
                  <a:lnTo>
                    <a:pt x="1085333" y="1369632"/>
                  </a:lnTo>
                  <a:lnTo>
                    <a:pt x="1085328" y="1369647"/>
                  </a:lnTo>
                  <a:lnTo>
                    <a:pt x="1085323" y="1369662"/>
                  </a:lnTo>
                  <a:lnTo>
                    <a:pt x="1085320" y="1369671"/>
                  </a:lnTo>
                  <a:lnTo>
                    <a:pt x="1085320" y="1369677"/>
                  </a:lnTo>
                  <a:lnTo>
                    <a:pt x="1085319" y="1369692"/>
                  </a:lnTo>
                  <a:lnTo>
                    <a:pt x="1085323" y="1369707"/>
                  </a:lnTo>
                  <a:lnTo>
                    <a:pt x="1085328" y="1369722"/>
                  </a:lnTo>
                  <a:lnTo>
                    <a:pt x="1085334" y="1369737"/>
                  </a:lnTo>
                  <a:lnTo>
                    <a:pt x="1085338" y="1369753"/>
                  </a:lnTo>
                  <a:lnTo>
                    <a:pt x="1085342" y="1369768"/>
                  </a:lnTo>
                  <a:lnTo>
                    <a:pt x="1085347" y="1369779"/>
                  </a:lnTo>
                  <a:lnTo>
                    <a:pt x="1085353" y="1369798"/>
                  </a:lnTo>
                  <a:lnTo>
                    <a:pt x="1085359" y="1369813"/>
                  </a:lnTo>
                  <a:lnTo>
                    <a:pt x="1085364" y="1369828"/>
                  </a:lnTo>
                  <a:lnTo>
                    <a:pt x="1085371" y="1369843"/>
                  </a:lnTo>
                  <a:lnTo>
                    <a:pt x="1085378" y="1369860"/>
                  </a:lnTo>
                  <a:lnTo>
                    <a:pt x="1085394" y="1369913"/>
                  </a:lnTo>
                  <a:lnTo>
                    <a:pt x="1085398" y="1369928"/>
                  </a:lnTo>
                  <a:lnTo>
                    <a:pt x="1085400" y="1369943"/>
                  </a:lnTo>
                  <a:lnTo>
                    <a:pt x="1085402" y="1369949"/>
                  </a:lnTo>
                  <a:lnTo>
                    <a:pt x="1085402" y="1369958"/>
                  </a:lnTo>
                  <a:lnTo>
                    <a:pt x="1085399" y="1369973"/>
                  </a:lnTo>
                  <a:lnTo>
                    <a:pt x="1085394" y="1370017"/>
                  </a:lnTo>
                  <a:lnTo>
                    <a:pt x="1085373" y="1370118"/>
                  </a:lnTo>
                  <a:lnTo>
                    <a:pt x="1085346" y="1370191"/>
                  </a:lnTo>
                  <a:lnTo>
                    <a:pt x="1085280" y="1370298"/>
                  </a:lnTo>
                  <a:lnTo>
                    <a:pt x="1085278" y="1370302"/>
                  </a:lnTo>
                  <a:lnTo>
                    <a:pt x="1085271" y="1370317"/>
                  </a:lnTo>
                  <a:lnTo>
                    <a:pt x="1085268" y="1370325"/>
                  </a:lnTo>
                  <a:lnTo>
                    <a:pt x="1085264" y="1370332"/>
                  </a:lnTo>
                  <a:lnTo>
                    <a:pt x="1085256" y="1370349"/>
                  </a:lnTo>
                  <a:lnTo>
                    <a:pt x="1085252" y="1370362"/>
                  </a:lnTo>
                  <a:lnTo>
                    <a:pt x="1085251" y="1370377"/>
                  </a:lnTo>
                  <a:lnTo>
                    <a:pt x="1085253" y="1370393"/>
                  </a:lnTo>
                  <a:lnTo>
                    <a:pt x="1085252" y="1370408"/>
                  </a:lnTo>
                  <a:lnTo>
                    <a:pt x="1085250" y="1370422"/>
                  </a:lnTo>
                  <a:lnTo>
                    <a:pt x="1085245" y="1370439"/>
                  </a:lnTo>
                  <a:lnTo>
                    <a:pt x="1085224" y="1370470"/>
                  </a:lnTo>
                  <a:lnTo>
                    <a:pt x="1085218" y="1370469"/>
                  </a:lnTo>
                  <a:lnTo>
                    <a:pt x="1085202" y="1370459"/>
                  </a:lnTo>
                  <a:lnTo>
                    <a:pt x="1085189" y="1370455"/>
                  </a:lnTo>
                  <a:lnTo>
                    <a:pt x="1085170" y="1370458"/>
                  </a:lnTo>
                  <a:lnTo>
                    <a:pt x="1085140" y="1370470"/>
                  </a:lnTo>
                  <a:lnTo>
                    <a:pt x="1085113" y="1370485"/>
                  </a:lnTo>
                  <a:lnTo>
                    <a:pt x="1085093" y="1370492"/>
                  </a:lnTo>
                  <a:lnTo>
                    <a:pt x="1085049" y="1370498"/>
                  </a:lnTo>
                  <a:lnTo>
                    <a:pt x="1084996" y="1370499"/>
                  </a:lnTo>
                  <a:lnTo>
                    <a:pt x="1084980" y="1370498"/>
                  </a:lnTo>
                  <a:lnTo>
                    <a:pt x="1084963" y="1370494"/>
                  </a:lnTo>
                  <a:lnTo>
                    <a:pt x="1084950" y="1370489"/>
                  </a:lnTo>
                  <a:lnTo>
                    <a:pt x="1084936" y="1370485"/>
                  </a:lnTo>
                  <a:lnTo>
                    <a:pt x="1084932" y="1370483"/>
                  </a:lnTo>
                  <a:lnTo>
                    <a:pt x="1084920" y="1370482"/>
                  </a:lnTo>
                  <a:lnTo>
                    <a:pt x="1084908" y="1370485"/>
                  </a:lnTo>
                  <a:lnTo>
                    <a:pt x="1084893" y="1370491"/>
                  </a:lnTo>
                  <a:lnTo>
                    <a:pt x="1084889" y="1370493"/>
                  </a:lnTo>
                  <a:lnTo>
                    <a:pt x="1084879" y="1370494"/>
                  </a:lnTo>
                  <a:lnTo>
                    <a:pt x="1084864" y="1370495"/>
                  </a:lnTo>
                  <a:lnTo>
                    <a:pt x="1084855" y="1370495"/>
                  </a:lnTo>
                  <a:lnTo>
                    <a:pt x="1084850" y="1370491"/>
                  </a:lnTo>
                  <a:lnTo>
                    <a:pt x="1084847" y="1370476"/>
                  </a:lnTo>
                  <a:lnTo>
                    <a:pt x="1084845" y="1370461"/>
                  </a:lnTo>
                  <a:lnTo>
                    <a:pt x="1084842" y="1370445"/>
                  </a:lnTo>
                  <a:lnTo>
                    <a:pt x="1084836" y="1370431"/>
                  </a:lnTo>
                  <a:lnTo>
                    <a:pt x="1084828" y="1370416"/>
                  </a:lnTo>
                  <a:lnTo>
                    <a:pt x="1084817" y="1370400"/>
                  </a:lnTo>
                  <a:lnTo>
                    <a:pt x="1084812" y="1370395"/>
                  </a:lnTo>
                  <a:lnTo>
                    <a:pt x="1084802" y="1370389"/>
                  </a:lnTo>
                  <a:lnTo>
                    <a:pt x="1084788" y="1370389"/>
                  </a:lnTo>
                  <a:lnTo>
                    <a:pt x="1084774" y="1370392"/>
                  </a:lnTo>
                  <a:lnTo>
                    <a:pt x="1084746" y="1370399"/>
                  </a:lnTo>
                  <a:lnTo>
                    <a:pt x="1084738" y="1370401"/>
                  </a:lnTo>
                  <a:lnTo>
                    <a:pt x="1084731" y="1370405"/>
                  </a:lnTo>
                  <a:lnTo>
                    <a:pt x="1084717" y="1370408"/>
                  </a:lnTo>
                  <a:lnTo>
                    <a:pt x="1084688" y="1370411"/>
                  </a:lnTo>
                  <a:lnTo>
                    <a:pt x="1084674" y="1370414"/>
                  </a:lnTo>
                  <a:lnTo>
                    <a:pt x="1084664" y="1370416"/>
                  </a:lnTo>
                  <a:lnTo>
                    <a:pt x="1084660" y="1370419"/>
                  </a:lnTo>
                  <a:lnTo>
                    <a:pt x="1084653" y="1370421"/>
                  </a:lnTo>
                  <a:lnTo>
                    <a:pt x="1084645" y="1370428"/>
                  </a:lnTo>
                  <a:lnTo>
                    <a:pt x="1084631" y="1370436"/>
                  </a:lnTo>
                  <a:lnTo>
                    <a:pt x="1084616" y="1370445"/>
                  </a:lnTo>
                  <a:lnTo>
                    <a:pt x="1084605" y="1370451"/>
                  </a:lnTo>
                  <a:lnTo>
                    <a:pt x="1084588" y="1370461"/>
                  </a:lnTo>
                  <a:lnTo>
                    <a:pt x="1084567" y="1370475"/>
                  </a:lnTo>
                  <a:lnTo>
                    <a:pt x="1084560" y="1370484"/>
                  </a:lnTo>
                  <a:lnTo>
                    <a:pt x="1084556" y="1370492"/>
                  </a:lnTo>
                  <a:lnTo>
                    <a:pt x="1084556" y="1370499"/>
                  </a:lnTo>
                  <a:lnTo>
                    <a:pt x="1084560" y="1370514"/>
                  </a:lnTo>
                  <a:lnTo>
                    <a:pt x="1084569" y="1370544"/>
                  </a:lnTo>
                  <a:lnTo>
                    <a:pt x="1084572" y="1370561"/>
                  </a:lnTo>
                  <a:lnTo>
                    <a:pt x="1084532" y="1370594"/>
                  </a:lnTo>
                  <a:lnTo>
                    <a:pt x="1084475" y="1370616"/>
                  </a:lnTo>
                  <a:lnTo>
                    <a:pt x="1084430" y="1370624"/>
                  </a:lnTo>
                  <a:lnTo>
                    <a:pt x="1084422" y="1370626"/>
                  </a:lnTo>
                  <a:lnTo>
                    <a:pt x="1084349" y="1370629"/>
                  </a:lnTo>
                  <a:lnTo>
                    <a:pt x="1084341" y="1370634"/>
                  </a:lnTo>
                  <a:lnTo>
                    <a:pt x="1084338" y="1370642"/>
                  </a:lnTo>
                  <a:lnTo>
                    <a:pt x="1084335" y="1370656"/>
                  </a:lnTo>
                  <a:lnTo>
                    <a:pt x="1084332" y="1370663"/>
                  </a:lnTo>
                  <a:lnTo>
                    <a:pt x="1084330" y="1370671"/>
                  </a:lnTo>
                  <a:lnTo>
                    <a:pt x="1084326" y="1370678"/>
                  </a:lnTo>
                  <a:lnTo>
                    <a:pt x="1084312" y="1370686"/>
                  </a:lnTo>
                  <a:lnTo>
                    <a:pt x="1084303" y="1370688"/>
                  </a:lnTo>
                  <a:lnTo>
                    <a:pt x="1084289" y="1370695"/>
                  </a:lnTo>
                  <a:lnTo>
                    <a:pt x="1084275" y="1370700"/>
                  </a:lnTo>
                  <a:lnTo>
                    <a:pt x="1084261" y="1370704"/>
                  </a:lnTo>
                  <a:lnTo>
                    <a:pt x="1084246" y="1370711"/>
                  </a:lnTo>
                  <a:lnTo>
                    <a:pt x="1084232" y="1370714"/>
                  </a:lnTo>
                  <a:lnTo>
                    <a:pt x="1084218" y="1370715"/>
                  </a:lnTo>
                  <a:lnTo>
                    <a:pt x="1084204" y="1370712"/>
                  </a:lnTo>
                  <a:lnTo>
                    <a:pt x="1084189" y="1370708"/>
                  </a:lnTo>
                  <a:lnTo>
                    <a:pt x="1084175" y="1370701"/>
                  </a:lnTo>
                  <a:lnTo>
                    <a:pt x="1084161" y="1370703"/>
                  </a:lnTo>
                  <a:lnTo>
                    <a:pt x="1084146" y="1370713"/>
                  </a:lnTo>
                  <a:lnTo>
                    <a:pt x="1084132" y="1370723"/>
                  </a:lnTo>
                  <a:lnTo>
                    <a:pt x="1084119" y="1370733"/>
                  </a:lnTo>
                  <a:lnTo>
                    <a:pt x="1084104" y="1370746"/>
                  </a:lnTo>
                  <a:lnTo>
                    <a:pt x="1084091" y="1370759"/>
                  </a:lnTo>
                  <a:lnTo>
                    <a:pt x="1084078" y="1370773"/>
                  </a:lnTo>
                  <a:lnTo>
                    <a:pt x="1084064" y="1370784"/>
                  </a:lnTo>
                  <a:lnTo>
                    <a:pt x="1084050" y="1370795"/>
                  </a:lnTo>
                  <a:lnTo>
                    <a:pt x="1084042" y="1370798"/>
                  </a:lnTo>
                  <a:lnTo>
                    <a:pt x="1084036" y="1370798"/>
                  </a:lnTo>
                  <a:lnTo>
                    <a:pt x="1084021" y="1370797"/>
                  </a:lnTo>
                  <a:lnTo>
                    <a:pt x="1084007" y="1370791"/>
                  </a:lnTo>
                  <a:lnTo>
                    <a:pt x="1083993" y="1370785"/>
                  </a:lnTo>
                  <a:lnTo>
                    <a:pt x="1083974" y="1370774"/>
                  </a:lnTo>
                  <a:lnTo>
                    <a:pt x="1083965" y="1370766"/>
                  </a:lnTo>
                  <a:lnTo>
                    <a:pt x="1083952" y="1370752"/>
                  </a:lnTo>
                  <a:lnTo>
                    <a:pt x="1083927" y="1370724"/>
                  </a:lnTo>
                  <a:lnTo>
                    <a:pt x="1083916" y="1370709"/>
                  </a:lnTo>
                  <a:lnTo>
                    <a:pt x="1083905" y="1370694"/>
                  </a:lnTo>
                  <a:lnTo>
                    <a:pt x="1083897" y="1370681"/>
                  </a:lnTo>
                  <a:lnTo>
                    <a:pt x="1083880" y="1370649"/>
                  </a:lnTo>
                  <a:lnTo>
                    <a:pt x="1083869" y="1370634"/>
                  </a:lnTo>
                  <a:lnTo>
                    <a:pt x="1083857" y="1370622"/>
                  </a:lnTo>
                  <a:lnTo>
                    <a:pt x="1083853" y="1370618"/>
                  </a:lnTo>
                  <a:lnTo>
                    <a:pt x="1083850" y="1370616"/>
                  </a:lnTo>
                  <a:lnTo>
                    <a:pt x="1083839" y="1370616"/>
                  </a:lnTo>
                  <a:lnTo>
                    <a:pt x="1083829" y="1370620"/>
                  </a:lnTo>
                  <a:lnTo>
                    <a:pt x="1083814" y="1370628"/>
                  </a:lnTo>
                  <a:lnTo>
                    <a:pt x="1083800" y="1370635"/>
                  </a:lnTo>
                  <a:lnTo>
                    <a:pt x="1083785" y="1370640"/>
                  </a:lnTo>
                  <a:lnTo>
                    <a:pt x="1083768" y="1370648"/>
                  </a:lnTo>
                  <a:lnTo>
                    <a:pt x="1083757" y="1370653"/>
                  </a:lnTo>
                  <a:lnTo>
                    <a:pt x="1083742" y="1370656"/>
                  </a:lnTo>
                  <a:lnTo>
                    <a:pt x="1083728" y="1370653"/>
                  </a:lnTo>
                  <a:lnTo>
                    <a:pt x="1083714" y="1370646"/>
                  </a:lnTo>
                  <a:lnTo>
                    <a:pt x="1083710" y="1370643"/>
                  </a:lnTo>
                  <a:lnTo>
                    <a:pt x="1083693" y="1370643"/>
                  </a:lnTo>
                  <a:lnTo>
                    <a:pt x="1083686" y="1370645"/>
                  </a:lnTo>
                  <a:lnTo>
                    <a:pt x="1083671" y="1370647"/>
                  </a:lnTo>
                  <a:lnTo>
                    <a:pt x="1083657" y="1370648"/>
                  </a:lnTo>
                  <a:lnTo>
                    <a:pt x="1083643" y="1370645"/>
                  </a:lnTo>
                  <a:lnTo>
                    <a:pt x="1083629" y="1370636"/>
                  </a:lnTo>
                  <a:lnTo>
                    <a:pt x="1083615" y="1370625"/>
                  </a:lnTo>
                  <a:lnTo>
                    <a:pt x="1083601" y="1370612"/>
                  </a:lnTo>
                  <a:lnTo>
                    <a:pt x="1083588" y="1370599"/>
                  </a:lnTo>
                  <a:lnTo>
                    <a:pt x="1083581" y="1370593"/>
                  </a:lnTo>
                  <a:lnTo>
                    <a:pt x="1083576" y="1370586"/>
                  </a:lnTo>
                  <a:lnTo>
                    <a:pt x="1083566" y="1370571"/>
                  </a:lnTo>
                  <a:lnTo>
                    <a:pt x="1083552" y="1370555"/>
                  </a:lnTo>
                  <a:lnTo>
                    <a:pt x="1083540" y="1370545"/>
                  </a:lnTo>
                  <a:lnTo>
                    <a:pt x="1083535" y="1370542"/>
                  </a:lnTo>
                  <a:lnTo>
                    <a:pt x="1083526" y="1370540"/>
                  </a:lnTo>
                  <a:lnTo>
                    <a:pt x="1083512" y="1370538"/>
                  </a:lnTo>
                  <a:lnTo>
                    <a:pt x="1083503" y="1370537"/>
                  </a:lnTo>
                  <a:lnTo>
                    <a:pt x="1083488" y="1370543"/>
                  </a:lnTo>
                  <a:lnTo>
                    <a:pt x="1083450" y="1370572"/>
                  </a:lnTo>
                  <a:lnTo>
                    <a:pt x="1083443" y="1370574"/>
                  </a:lnTo>
                  <a:lnTo>
                    <a:pt x="1083436" y="1370575"/>
                  </a:lnTo>
                  <a:lnTo>
                    <a:pt x="1083423" y="1370575"/>
                  </a:lnTo>
                  <a:lnTo>
                    <a:pt x="1083413" y="1370574"/>
                  </a:lnTo>
                  <a:lnTo>
                    <a:pt x="1083392" y="1370565"/>
                  </a:lnTo>
                  <a:lnTo>
                    <a:pt x="1083353" y="1370540"/>
                  </a:lnTo>
                  <a:lnTo>
                    <a:pt x="1083342" y="1370527"/>
                  </a:lnTo>
                  <a:lnTo>
                    <a:pt x="1083326" y="1370514"/>
                  </a:lnTo>
                  <a:lnTo>
                    <a:pt x="1083321" y="1370514"/>
                  </a:lnTo>
                  <a:lnTo>
                    <a:pt x="1083310" y="1370514"/>
                  </a:lnTo>
                  <a:lnTo>
                    <a:pt x="1083277" y="1370521"/>
                  </a:lnTo>
                  <a:lnTo>
                    <a:pt x="1083177" y="1370535"/>
                  </a:lnTo>
                  <a:lnTo>
                    <a:pt x="1083117" y="1370534"/>
                  </a:lnTo>
                  <a:lnTo>
                    <a:pt x="1083077" y="1370532"/>
                  </a:lnTo>
                  <a:lnTo>
                    <a:pt x="1083049" y="1370517"/>
                  </a:lnTo>
                  <a:lnTo>
                    <a:pt x="1083021" y="1370478"/>
                  </a:lnTo>
                  <a:lnTo>
                    <a:pt x="1083009" y="1370467"/>
                  </a:lnTo>
                  <a:lnTo>
                    <a:pt x="1083003" y="1370465"/>
                  </a:lnTo>
                  <a:lnTo>
                    <a:pt x="1082999" y="1370467"/>
                  </a:lnTo>
                  <a:lnTo>
                    <a:pt x="1082995" y="1370474"/>
                  </a:lnTo>
                  <a:lnTo>
                    <a:pt x="1082991" y="1370514"/>
                  </a:lnTo>
                  <a:lnTo>
                    <a:pt x="1082991" y="1370535"/>
                  </a:lnTo>
                  <a:lnTo>
                    <a:pt x="1082994" y="1370542"/>
                  </a:lnTo>
                  <a:lnTo>
                    <a:pt x="1082999" y="1370548"/>
                  </a:lnTo>
                  <a:lnTo>
                    <a:pt x="1083019" y="1370568"/>
                  </a:lnTo>
                  <a:lnTo>
                    <a:pt x="1083032" y="1370598"/>
                  </a:lnTo>
                  <a:lnTo>
                    <a:pt x="1083034" y="1370620"/>
                  </a:lnTo>
                  <a:lnTo>
                    <a:pt x="1083027" y="1370693"/>
                  </a:lnTo>
                  <a:lnTo>
                    <a:pt x="1083025" y="1370722"/>
                  </a:lnTo>
                  <a:lnTo>
                    <a:pt x="1083016" y="1370743"/>
                  </a:lnTo>
                  <a:lnTo>
                    <a:pt x="1083009" y="1370750"/>
                  </a:lnTo>
                  <a:lnTo>
                    <a:pt x="1082962" y="1370767"/>
                  </a:lnTo>
                  <a:lnTo>
                    <a:pt x="1082952" y="1370773"/>
                  </a:lnTo>
                  <a:lnTo>
                    <a:pt x="1082941" y="1370781"/>
                  </a:lnTo>
                  <a:lnTo>
                    <a:pt x="1082936" y="1370788"/>
                  </a:lnTo>
                  <a:lnTo>
                    <a:pt x="1082934" y="1370794"/>
                  </a:lnTo>
                  <a:lnTo>
                    <a:pt x="1082930" y="1370809"/>
                  </a:lnTo>
                  <a:lnTo>
                    <a:pt x="1082927" y="1370819"/>
                  </a:lnTo>
                  <a:lnTo>
                    <a:pt x="1082925" y="1370826"/>
                  </a:lnTo>
                  <a:lnTo>
                    <a:pt x="1082922" y="1370843"/>
                  </a:lnTo>
                  <a:lnTo>
                    <a:pt x="1082917" y="1370874"/>
                  </a:lnTo>
                  <a:lnTo>
                    <a:pt x="1082917" y="1370880"/>
                  </a:lnTo>
                  <a:lnTo>
                    <a:pt x="1082924" y="1370893"/>
                  </a:lnTo>
                  <a:lnTo>
                    <a:pt x="1082951" y="1370935"/>
                  </a:lnTo>
                  <a:lnTo>
                    <a:pt x="1082958" y="1370944"/>
                  </a:lnTo>
                  <a:lnTo>
                    <a:pt x="1082961" y="1370953"/>
                  </a:lnTo>
                  <a:lnTo>
                    <a:pt x="1082962" y="1370960"/>
                  </a:lnTo>
                  <a:lnTo>
                    <a:pt x="1082961" y="1370974"/>
                  </a:lnTo>
                  <a:lnTo>
                    <a:pt x="1082955" y="1370990"/>
                  </a:lnTo>
                  <a:lnTo>
                    <a:pt x="1082948" y="1371005"/>
                  </a:lnTo>
                  <a:lnTo>
                    <a:pt x="1082946" y="1371009"/>
                  </a:lnTo>
                  <a:lnTo>
                    <a:pt x="1082936" y="1371020"/>
                  </a:lnTo>
                  <a:lnTo>
                    <a:pt x="1082919" y="1371023"/>
                  </a:lnTo>
                  <a:lnTo>
                    <a:pt x="1082909" y="1371020"/>
                  </a:lnTo>
                  <a:lnTo>
                    <a:pt x="1082895" y="1371017"/>
                  </a:lnTo>
                  <a:lnTo>
                    <a:pt x="1082881" y="1371018"/>
                  </a:lnTo>
                  <a:lnTo>
                    <a:pt x="1082866" y="1371021"/>
                  </a:lnTo>
                  <a:lnTo>
                    <a:pt x="1082852" y="1371021"/>
                  </a:lnTo>
                  <a:lnTo>
                    <a:pt x="1082838" y="1371018"/>
                  </a:lnTo>
                  <a:lnTo>
                    <a:pt x="1082823" y="1371017"/>
                  </a:lnTo>
                  <a:lnTo>
                    <a:pt x="1082820" y="1371020"/>
                  </a:lnTo>
                  <a:lnTo>
                    <a:pt x="1082824" y="1371030"/>
                  </a:lnTo>
                  <a:lnTo>
                    <a:pt x="1082833" y="1371045"/>
                  </a:lnTo>
                  <a:lnTo>
                    <a:pt x="1082838" y="1371061"/>
                  </a:lnTo>
                  <a:lnTo>
                    <a:pt x="1082841" y="1371069"/>
                  </a:lnTo>
                  <a:lnTo>
                    <a:pt x="1082852" y="1371121"/>
                  </a:lnTo>
                  <a:lnTo>
                    <a:pt x="1082852" y="1371130"/>
                  </a:lnTo>
                  <a:lnTo>
                    <a:pt x="1082847" y="1371148"/>
                  </a:lnTo>
                  <a:lnTo>
                    <a:pt x="1082841" y="1371158"/>
                  </a:lnTo>
                  <a:lnTo>
                    <a:pt x="1082819" y="1371182"/>
                  </a:lnTo>
                  <a:lnTo>
                    <a:pt x="1082797" y="1371197"/>
                  </a:lnTo>
                  <a:lnTo>
                    <a:pt x="1082781" y="1371207"/>
                  </a:lnTo>
                  <a:lnTo>
                    <a:pt x="1082768" y="1371209"/>
                  </a:lnTo>
                  <a:lnTo>
                    <a:pt x="1082743" y="1371210"/>
                  </a:lnTo>
                  <a:lnTo>
                    <a:pt x="1082714" y="1371211"/>
                  </a:lnTo>
                  <a:lnTo>
                    <a:pt x="1082704" y="1371214"/>
                  </a:lnTo>
                  <a:lnTo>
                    <a:pt x="1082700" y="1371216"/>
                  </a:lnTo>
                  <a:lnTo>
                    <a:pt x="1082693" y="1371222"/>
                  </a:lnTo>
                  <a:lnTo>
                    <a:pt x="1082691" y="1371237"/>
                  </a:lnTo>
                  <a:lnTo>
                    <a:pt x="1082691" y="1371251"/>
                  </a:lnTo>
                  <a:lnTo>
                    <a:pt x="1082689" y="1371274"/>
                  </a:lnTo>
                  <a:lnTo>
                    <a:pt x="1082685" y="1371296"/>
                  </a:lnTo>
                  <a:lnTo>
                    <a:pt x="1082681" y="1371304"/>
                  </a:lnTo>
                  <a:lnTo>
                    <a:pt x="1082675" y="1371311"/>
                  </a:lnTo>
                  <a:lnTo>
                    <a:pt x="1082666" y="1371313"/>
                  </a:lnTo>
                  <a:lnTo>
                    <a:pt x="1082658" y="1371314"/>
                  </a:lnTo>
                  <a:lnTo>
                    <a:pt x="1082643" y="1371312"/>
                  </a:lnTo>
                  <a:lnTo>
                    <a:pt x="1082620" y="1371310"/>
                  </a:lnTo>
                  <a:lnTo>
                    <a:pt x="1082575" y="1371321"/>
                  </a:lnTo>
                  <a:lnTo>
                    <a:pt x="1082562" y="1371325"/>
                  </a:lnTo>
                  <a:lnTo>
                    <a:pt x="1082527" y="1371346"/>
                  </a:lnTo>
                  <a:lnTo>
                    <a:pt x="1082524" y="1371351"/>
                  </a:lnTo>
                  <a:lnTo>
                    <a:pt x="1082523" y="1371356"/>
                  </a:lnTo>
                  <a:lnTo>
                    <a:pt x="1082534" y="1371371"/>
                  </a:lnTo>
                  <a:lnTo>
                    <a:pt x="1082546" y="1371383"/>
                  </a:lnTo>
                  <a:lnTo>
                    <a:pt x="1082548" y="1371387"/>
                  </a:lnTo>
                  <a:lnTo>
                    <a:pt x="1082549" y="1371391"/>
                  </a:lnTo>
                  <a:lnTo>
                    <a:pt x="1082548" y="1371398"/>
                  </a:lnTo>
                  <a:lnTo>
                    <a:pt x="1082550" y="1371413"/>
                  </a:lnTo>
                  <a:lnTo>
                    <a:pt x="1082554" y="1371422"/>
                  </a:lnTo>
                  <a:lnTo>
                    <a:pt x="1082560" y="1371437"/>
                  </a:lnTo>
                  <a:lnTo>
                    <a:pt x="1082560" y="1371445"/>
                  </a:lnTo>
                  <a:lnTo>
                    <a:pt x="1082535" y="1371490"/>
                  </a:lnTo>
                  <a:lnTo>
                    <a:pt x="1082527" y="1371508"/>
                  </a:lnTo>
                  <a:lnTo>
                    <a:pt x="1082525" y="1371527"/>
                  </a:lnTo>
                  <a:lnTo>
                    <a:pt x="1082524" y="1371574"/>
                  </a:lnTo>
                  <a:lnTo>
                    <a:pt x="1082529" y="1371606"/>
                  </a:lnTo>
                  <a:lnTo>
                    <a:pt x="1082529" y="1371638"/>
                  </a:lnTo>
                  <a:lnTo>
                    <a:pt x="1082528" y="1371648"/>
                  </a:lnTo>
                  <a:lnTo>
                    <a:pt x="1082506" y="1371677"/>
                  </a:lnTo>
                  <a:lnTo>
                    <a:pt x="1082466" y="1371703"/>
                  </a:lnTo>
                  <a:lnTo>
                    <a:pt x="1082421" y="1371728"/>
                  </a:lnTo>
                  <a:lnTo>
                    <a:pt x="1082411" y="1371734"/>
                  </a:lnTo>
                  <a:lnTo>
                    <a:pt x="1082383" y="1371745"/>
                  </a:lnTo>
                  <a:lnTo>
                    <a:pt x="1082377" y="1371748"/>
                  </a:lnTo>
                  <a:lnTo>
                    <a:pt x="1082368" y="1371752"/>
                  </a:lnTo>
                  <a:lnTo>
                    <a:pt x="1082354" y="1371759"/>
                  </a:lnTo>
                  <a:lnTo>
                    <a:pt x="1082339" y="1371765"/>
                  </a:lnTo>
                  <a:lnTo>
                    <a:pt x="1082332" y="1371767"/>
                  </a:lnTo>
                  <a:lnTo>
                    <a:pt x="1082323" y="1371771"/>
                  </a:lnTo>
                  <a:lnTo>
                    <a:pt x="1082312" y="1371782"/>
                  </a:lnTo>
                  <a:lnTo>
                    <a:pt x="1082309" y="1371790"/>
                  </a:lnTo>
                  <a:lnTo>
                    <a:pt x="1082308" y="1371797"/>
                  </a:lnTo>
                  <a:lnTo>
                    <a:pt x="1082305" y="1371815"/>
                  </a:lnTo>
                  <a:lnTo>
                    <a:pt x="1082306" y="1371827"/>
                  </a:lnTo>
                  <a:lnTo>
                    <a:pt x="1082307" y="1371842"/>
                  </a:lnTo>
                  <a:lnTo>
                    <a:pt x="1082311" y="1371857"/>
                  </a:lnTo>
                  <a:lnTo>
                    <a:pt x="1082311" y="1371872"/>
                  </a:lnTo>
                  <a:lnTo>
                    <a:pt x="1082308" y="1371887"/>
                  </a:lnTo>
                  <a:lnTo>
                    <a:pt x="1082301" y="1371917"/>
                  </a:lnTo>
                  <a:lnTo>
                    <a:pt x="1082303" y="1371922"/>
                  </a:lnTo>
                  <a:lnTo>
                    <a:pt x="1082313" y="1371926"/>
                  </a:lnTo>
                  <a:lnTo>
                    <a:pt x="1082327" y="1371934"/>
                  </a:lnTo>
                  <a:lnTo>
                    <a:pt x="1082341" y="1371940"/>
                  </a:lnTo>
                  <a:lnTo>
                    <a:pt x="1082355" y="1371951"/>
                  </a:lnTo>
                  <a:lnTo>
                    <a:pt x="1082369" y="1371960"/>
                  </a:lnTo>
                  <a:lnTo>
                    <a:pt x="1082374" y="1371963"/>
                  </a:lnTo>
                  <a:lnTo>
                    <a:pt x="1082384" y="1371965"/>
                  </a:lnTo>
                  <a:lnTo>
                    <a:pt x="1082398" y="1371964"/>
                  </a:lnTo>
                  <a:lnTo>
                    <a:pt x="1082406" y="1371965"/>
                  </a:lnTo>
                  <a:lnTo>
                    <a:pt x="1082412" y="1371967"/>
                  </a:lnTo>
                  <a:lnTo>
                    <a:pt x="1082425" y="1371971"/>
                  </a:lnTo>
                  <a:lnTo>
                    <a:pt x="1082441" y="1371979"/>
                  </a:lnTo>
                  <a:lnTo>
                    <a:pt x="1082455" y="1371986"/>
                  </a:lnTo>
                  <a:lnTo>
                    <a:pt x="1082469" y="1371996"/>
                  </a:lnTo>
                  <a:lnTo>
                    <a:pt x="1082472" y="1371999"/>
                  </a:lnTo>
                  <a:lnTo>
                    <a:pt x="1082482" y="1372009"/>
                  </a:lnTo>
                  <a:lnTo>
                    <a:pt x="1082488" y="1372017"/>
                  </a:lnTo>
                  <a:lnTo>
                    <a:pt x="1082487" y="1372023"/>
                  </a:lnTo>
                  <a:lnTo>
                    <a:pt x="1082485" y="1372027"/>
                  </a:lnTo>
                  <a:lnTo>
                    <a:pt x="1082484" y="1372043"/>
                  </a:lnTo>
                  <a:lnTo>
                    <a:pt x="1082485" y="1372064"/>
                  </a:lnTo>
                  <a:lnTo>
                    <a:pt x="1082497" y="1372158"/>
                  </a:lnTo>
                  <a:lnTo>
                    <a:pt x="1082498" y="1372174"/>
                  </a:lnTo>
                  <a:lnTo>
                    <a:pt x="1082497" y="1372185"/>
                  </a:lnTo>
                  <a:lnTo>
                    <a:pt x="1082495" y="1372189"/>
                  </a:lnTo>
                  <a:lnTo>
                    <a:pt x="1082492" y="1372198"/>
                  </a:lnTo>
                  <a:lnTo>
                    <a:pt x="1082488" y="1372204"/>
                  </a:lnTo>
                  <a:lnTo>
                    <a:pt x="1082483" y="1372212"/>
                  </a:lnTo>
                  <a:lnTo>
                    <a:pt x="1082477" y="1372219"/>
                  </a:lnTo>
                  <a:lnTo>
                    <a:pt x="1082464" y="1372232"/>
                  </a:lnTo>
                  <a:lnTo>
                    <a:pt x="1082454" y="1372241"/>
                  </a:lnTo>
                  <a:lnTo>
                    <a:pt x="1082447" y="1372247"/>
                  </a:lnTo>
                  <a:lnTo>
                    <a:pt x="1082436" y="1372253"/>
                  </a:lnTo>
                  <a:lnTo>
                    <a:pt x="1082429" y="1372258"/>
                  </a:lnTo>
                  <a:lnTo>
                    <a:pt x="1082422" y="1372261"/>
                  </a:lnTo>
                  <a:lnTo>
                    <a:pt x="1082408" y="1372269"/>
                  </a:lnTo>
                  <a:lnTo>
                    <a:pt x="1082393" y="1372275"/>
                  </a:lnTo>
                  <a:lnTo>
                    <a:pt x="1082379" y="1372279"/>
                  </a:lnTo>
                  <a:lnTo>
                    <a:pt x="1082374" y="1372281"/>
                  </a:lnTo>
                  <a:lnTo>
                    <a:pt x="1082365" y="1372289"/>
                  </a:lnTo>
                  <a:lnTo>
                    <a:pt x="1082360" y="1372292"/>
                  </a:lnTo>
                  <a:lnTo>
                    <a:pt x="1082356" y="1372297"/>
                  </a:lnTo>
                  <a:lnTo>
                    <a:pt x="1082353" y="1372303"/>
                  </a:lnTo>
                  <a:lnTo>
                    <a:pt x="1082350" y="1372308"/>
                  </a:lnTo>
                  <a:lnTo>
                    <a:pt x="1082348" y="1372318"/>
                  </a:lnTo>
                  <a:lnTo>
                    <a:pt x="1082346" y="1372324"/>
                  </a:lnTo>
                  <a:lnTo>
                    <a:pt x="1082345" y="1372341"/>
                  </a:lnTo>
                  <a:lnTo>
                    <a:pt x="1082347" y="1372348"/>
                  </a:lnTo>
                  <a:lnTo>
                    <a:pt x="1082355" y="1372363"/>
                  </a:lnTo>
                  <a:lnTo>
                    <a:pt x="1082359" y="1372369"/>
                  </a:lnTo>
                  <a:lnTo>
                    <a:pt x="1082367" y="1372375"/>
                  </a:lnTo>
                  <a:lnTo>
                    <a:pt x="1082381" y="1372387"/>
                  </a:lnTo>
                  <a:lnTo>
                    <a:pt x="1082395" y="1372398"/>
                  </a:lnTo>
                  <a:lnTo>
                    <a:pt x="1082409" y="1372408"/>
                  </a:lnTo>
                  <a:lnTo>
                    <a:pt x="1082416" y="1372411"/>
                  </a:lnTo>
                  <a:lnTo>
                    <a:pt x="1082426" y="1372423"/>
                  </a:lnTo>
                  <a:lnTo>
                    <a:pt x="1082429" y="1372434"/>
                  </a:lnTo>
                  <a:lnTo>
                    <a:pt x="1082431" y="1372440"/>
                  </a:lnTo>
                  <a:lnTo>
                    <a:pt x="1082431" y="1372449"/>
                  </a:lnTo>
                  <a:lnTo>
                    <a:pt x="1082431" y="1372464"/>
                  </a:lnTo>
                  <a:lnTo>
                    <a:pt x="1082433" y="1372475"/>
                  </a:lnTo>
                  <a:lnTo>
                    <a:pt x="1082431" y="1372495"/>
                  </a:lnTo>
                  <a:lnTo>
                    <a:pt x="1082434" y="1372511"/>
                  </a:lnTo>
                  <a:lnTo>
                    <a:pt x="1082439" y="1372526"/>
                  </a:lnTo>
                  <a:lnTo>
                    <a:pt x="1082443" y="1372542"/>
                  </a:lnTo>
                  <a:lnTo>
                    <a:pt x="1082445" y="1372548"/>
                  </a:lnTo>
                  <a:lnTo>
                    <a:pt x="1082449" y="1372557"/>
                  </a:lnTo>
                  <a:lnTo>
                    <a:pt x="1082454" y="1372565"/>
                  </a:lnTo>
                  <a:lnTo>
                    <a:pt x="1082473" y="1372585"/>
                  </a:lnTo>
                  <a:lnTo>
                    <a:pt x="1082487" y="1372597"/>
                  </a:lnTo>
                  <a:lnTo>
                    <a:pt x="1082513" y="1372622"/>
                  </a:lnTo>
                  <a:lnTo>
                    <a:pt x="1082539" y="1372650"/>
                  </a:lnTo>
                  <a:lnTo>
                    <a:pt x="1082549" y="1372665"/>
                  </a:lnTo>
                  <a:lnTo>
                    <a:pt x="1082557" y="1372680"/>
                  </a:lnTo>
                  <a:lnTo>
                    <a:pt x="1082563" y="1372695"/>
                  </a:lnTo>
                  <a:lnTo>
                    <a:pt x="1082565" y="1372700"/>
                  </a:lnTo>
                  <a:lnTo>
                    <a:pt x="1082574" y="1372707"/>
                  </a:lnTo>
                  <a:lnTo>
                    <a:pt x="1082585" y="1372711"/>
                  </a:lnTo>
                  <a:lnTo>
                    <a:pt x="1082640" y="1372734"/>
                  </a:lnTo>
                  <a:lnTo>
                    <a:pt x="1082651" y="1372740"/>
                  </a:lnTo>
                  <a:lnTo>
                    <a:pt x="1082661" y="1372749"/>
                  </a:lnTo>
                  <a:lnTo>
                    <a:pt x="1082666" y="1372756"/>
                  </a:lnTo>
                  <a:lnTo>
                    <a:pt x="1082669" y="1372766"/>
                  </a:lnTo>
                  <a:lnTo>
                    <a:pt x="1082670" y="1372776"/>
                  </a:lnTo>
                  <a:lnTo>
                    <a:pt x="1082669" y="1372800"/>
                  </a:lnTo>
                  <a:lnTo>
                    <a:pt x="1082668" y="1372823"/>
                  </a:lnTo>
                  <a:lnTo>
                    <a:pt x="1082668" y="1372833"/>
                  </a:lnTo>
                  <a:lnTo>
                    <a:pt x="1082670" y="1372839"/>
                  </a:lnTo>
                  <a:lnTo>
                    <a:pt x="1082681" y="1372848"/>
                  </a:lnTo>
                  <a:lnTo>
                    <a:pt x="1082696" y="1372854"/>
                  </a:lnTo>
                  <a:lnTo>
                    <a:pt x="1082710" y="1372857"/>
                  </a:lnTo>
                  <a:lnTo>
                    <a:pt x="1082715" y="1372859"/>
                  </a:lnTo>
                  <a:lnTo>
                    <a:pt x="1082738" y="1372864"/>
                  </a:lnTo>
                  <a:lnTo>
                    <a:pt x="1082753" y="1372867"/>
                  </a:lnTo>
                  <a:lnTo>
                    <a:pt x="1082767" y="1372870"/>
                  </a:lnTo>
                  <a:lnTo>
                    <a:pt x="1082776" y="1372872"/>
                  </a:lnTo>
                  <a:lnTo>
                    <a:pt x="1082795" y="1372873"/>
                  </a:lnTo>
                  <a:lnTo>
                    <a:pt x="1082804" y="1372874"/>
                  </a:lnTo>
                  <a:lnTo>
                    <a:pt x="1082828" y="1372873"/>
                  </a:lnTo>
                  <a:lnTo>
                    <a:pt x="1082848" y="1372877"/>
                  </a:lnTo>
                  <a:lnTo>
                    <a:pt x="1082888" y="1372897"/>
                  </a:lnTo>
                  <a:lnTo>
                    <a:pt x="1082908" y="1372911"/>
                  </a:lnTo>
                  <a:lnTo>
                    <a:pt x="1082970" y="1372961"/>
                  </a:lnTo>
                  <a:lnTo>
                    <a:pt x="1082979" y="1372965"/>
                  </a:lnTo>
                  <a:lnTo>
                    <a:pt x="1082993" y="1372972"/>
                  </a:lnTo>
                  <a:lnTo>
                    <a:pt x="1083000" y="1372975"/>
                  </a:lnTo>
                  <a:lnTo>
                    <a:pt x="1083013" y="1372983"/>
                  </a:lnTo>
                  <a:lnTo>
                    <a:pt x="1083021" y="1372989"/>
                  </a:lnTo>
                  <a:lnTo>
                    <a:pt x="1083029" y="1372995"/>
                  </a:lnTo>
                  <a:lnTo>
                    <a:pt x="1083034" y="1373002"/>
                  </a:lnTo>
                  <a:lnTo>
                    <a:pt x="1083037" y="1373006"/>
                  </a:lnTo>
                  <a:lnTo>
                    <a:pt x="1083041" y="1373032"/>
                  </a:lnTo>
                  <a:lnTo>
                    <a:pt x="1083044" y="1373047"/>
                  </a:lnTo>
                  <a:lnTo>
                    <a:pt x="1083049" y="1373062"/>
                  </a:lnTo>
                  <a:lnTo>
                    <a:pt x="1083061" y="1373085"/>
                  </a:lnTo>
                  <a:lnTo>
                    <a:pt x="1083072" y="1373097"/>
                  </a:lnTo>
                  <a:lnTo>
                    <a:pt x="1083086" y="1373104"/>
                  </a:lnTo>
                  <a:lnTo>
                    <a:pt x="1083101" y="1373111"/>
                  </a:lnTo>
                  <a:lnTo>
                    <a:pt x="1083108" y="1373116"/>
                  </a:lnTo>
                  <a:lnTo>
                    <a:pt x="1083113" y="1373122"/>
                  </a:lnTo>
                  <a:lnTo>
                    <a:pt x="1083119" y="1373137"/>
                  </a:lnTo>
                  <a:lnTo>
                    <a:pt x="1083126" y="1373152"/>
                  </a:lnTo>
                  <a:lnTo>
                    <a:pt x="1083138" y="1373166"/>
                  </a:lnTo>
                  <a:lnTo>
                    <a:pt x="1083150" y="1373182"/>
                  </a:lnTo>
                  <a:lnTo>
                    <a:pt x="1083161" y="1373198"/>
                  </a:lnTo>
                  <a:lnTo>
                    <a:pt x="1083165" y="1373205"/>
                  </a:lnTo>
                  <a:lnTo>
                    <a:pt x="1083166" y="1373213"/>
                  </a:lnTo>
                  <a:lnTo>
                    <a:pt x="1083161" y="1373220"/>
                  </a:lnTo>
                  <a:lnTo>
                    <a:pt x="1083154" y="1373225"/>
                  </a:lnTo>
                  <a:lnTo>
                    <a:pt x="1083150" y="1373227"/>
                  </a:lnTo>
                  <a:lnTo>
                    <a:pt x="1083145" y="1373230"/>
                  </a:lnTo>
                  <a:lnTo>
                    <a:pt x="1083142" y="1373236"/>
                  </a:lnTo>
                  <a:lnTo>
                    <a:pt x="1083140" y="1373239"/>
                  </a:lnTo>
                  <a:lnTo>
                    <a:pt x="1083139" y="1373251"/>
                  </a:lnTo>
                  <a:lnTo>
                    <a:pt x="1083147" y="1373266"/>
                  </a:lnTo>
                  <a:lnTo>
                    <a:pt x="1083156" y="1373281"/>
                  </a:lnTo>
                  <a:lnTo>
                    <a:pt x="1083162" y="1373296"/>
                  </a:lnTo>
                  <a:lnTo>
                    <a:pt x="1083161" y="1373311"/>
                  </a:lnTo>
                  <a:lnTo>
                    <a:pt x="1083157" y="1373326"/>
                  </a:lnTo>
                  <a:lnTo>
                    <a:pt x="1083153" y="1373341"/>
                  </a:lnTo>
                  <a:lnTo>
                    <a:pt x="1083148" y="1373354"/>
                  </a:lnTo>
                  <a:lnTo>
                    <a:pt x="1083147" y="1373370"/>
                  </a:lnTo>
                  <a:lnTo>
                    <a:pt x="1083147" y="1373376"/>
                  </a:lnTo>
                  <a:lnTo>
                    <a:pt x="1083148" y="1373383"/>
                  </a:lnTo>
                  <a:lnTo>
                    <a:pt x="1083157" y="1373401"/>
                  </a:lnTo>
                  <a:lnTo>
                    <a:pt x="1083163" y="1373417"/>
                  </a:lnTo>
                  <a:lnTo>
                    <a:pt x="1083164" y="1373432"/>
                  </a:lnTo>
                  <a:lnTo>
                    <a:pt x="1083165" y="1373447"/>
                  </a:lnTo>
                  <a:lnTo>
                    <a:pt x="1083166" y="1373462"/>
                  </a:lnTo>
                  <a:lnTo>
                    <a:pt x="1083165" y="1373477"/>
                  </a:lnTo>
                  <a:lnTo>
                    <a:pt x="1083162" y="1373492"/>
                  </a:lnTo>
                  <a:lnTo>
                    <a:pt x="1083153" y="1373525"/>
                  </a:lnTo>
                  <a:lnTo>
                    <a:pt x="1083147" y="1373537"/>
                  </a:lnTo>
                  <a:lnTo>
                    <a:pt x="1083138" y="1373552"/>
                  </a:lnTo>
                  <a:lnTo>
                    <a:pt x="1083123" y="1373565"/>
                  </a:lnTo>
                  <a:lnTo>
                    <a:pt x="1083111" y="1373577"/>
                  </a:lnTo>
                  <a:lnTo>
                    <a:pt x="1083107" y="1373582"/>
                  </a:lnTo>
                  <a:lnTo>
                    <a:pt x="1083104" y="1373591"/>
                  </a:lnTo>
                  <a:lnTo>
                    <a:pt x="1083106" y="1373607"/>
                  </a:lnTo>
                  <a:lnTo>
                    <a:pt x="1083112" y="1373622"/>
                  </a:lnTo>
                  <a:lnTo>
                    <a:pt x="1083115" y="1373630"/>
                  </a:lnTo>
                  <a:lnTo>
                    <a:pt x="1083121" y="1373637"/>
                  </a:lnTo>
                  <a:lnTo>
                    <a:pt x="1083127" y="1373645"/>
                  </a:lnTo>
                  <a:lnTo>
                    <a:pt x="1083133" y="1373651"/>
                  </a:lnTo>
                  <a:lnTo>
                    <a:pt x="1083143" y="1373666"/>
                  </a:lnTo>
                  <a:lnTo>
                    <a:pt x="1083147" y="1373672"/>
                  </a:lnTo>
                  <a:lnTo>
                    <a:pt x="1083150" y="1373682"/>
                  </a:lnTo>
                  <a:lnTo>
                    <a:pt x="1083153" y="1373697"/>
                  </a:lnTo>
                  <a:lnTo>
                    <a:pt x="1083155" y="1373712"/>
                  </a:lnTo>
                  <a:lnTo>
                    <a:pt x="1083156" y="1373717"/>
                  </a:lnTo>
                  <a:lnTo>
                    <a:pt x="1083158" y="1373725"/>
                  </a:lnTo>
                  <a:lnTo>
                    <a:pt x="1083161" y="1373749"/>
                  </a:lnTo>
                  <a:lnTo>
                    <a:pt x="1083160" y="1373765"/>
                  </a:lnTo>
                  <a:lnTo>
                    <a:pt x="1083162" y="1373794"/>
                  </a:lnTo>
                  <a:lnTo>
                    <a:pt x="1083162" y="1373802"/>
                  </a:lnTo>
                  <a:lnTo>
                    <a:pt x="1083164" y="1373813"/>
                  </a:lnTo>
                  <a:lnTo>
                    <a:pt x="1083169" y="1373851"/>
                  </a:lnTo>
                  <a:lnTo>
                    <a:pt x="1083172" y="1373866"/>
                  </a:lnTo>
                  <a:lnTo>
                    <a:pt x="1083180" y="1373884"/>
                  </a:lnTo>
                  <a:lnTo>
                    <a:pt x="1083197" y="1373903"/>
                  </a:lnTo>
                  <a:lnTo>
                    <a:pt x="1083225" y="1373916"/>
                  </a:lnTo>
                  <a:lnTo>
                    <a:pt x="1083232" y="1373921"/>
                  </a:lnTo>
                  <a:lnTo>
                    <a:pt x="1083237" y="1373927"/>
                  </a:lnTo>
                  <a:lnTo>
                    <a:pt x="1083239" y="1373932"/>
                  </a:lnTo>
                  <a:lnTo>
                    <a:pt x="1083244" y="1373959"/>
                  </a:lnTo>
                  <a:lnTo>
                    <a:pt x="1083247" y="1373972"/>
                  </a:lnTo>
                  <a:lnTo>
                    <a:pt x="1083251" y="1373983"/>
                  </a:lnTo>
                  <a:lnTo>
                    <a:pt x="1083287" y="1374025"/>
                  </a:lnTo>
                  <a:lnTo>
                    <a:pt x="1083317" y="1374069"/>
                  </a:lnTo>
                  <a:lnTo>
                    <a:pt x="1083345" y="1374087"/>
                  </a:lnTo>
                  <a:lnTo>
                    <a:pt x="1083363" y="1374101"/>
                  </a:lnTo>
                  <a:lnTo>
                    <a:pt x="1083373" y="1374112"/>
                  </a:lnTo>
                  <a:lnTo>
                    <a:pt x="1083379" y="1374124"/>
                  </a:lnTo>
                  <a:lnTo>
                    <a:pt x="1083382" y="1374136"/>
                  </a:lnTo>
                  <a:lnTo>
                    <a:pt x="1083385" y="1374200"/>
                  </a:lnTo>
                  <a:lnTo>
                    <a:pt x="1083388" y="1374220"/>
                  </a:lnTo>
                  <a:lnTo>
                    <a:pt x="1083395" y="1374265"/>
                  </a:lnTo>
                  <a:lnTo>
                    <a:pt x="1083398" y="1374274"/>
                  </a:lnTo>
                  <a:lnTo>
                    <a:pt x="1083401" y="1374289"/>
                  </a:lnTo>
                  <a:lnTo>
                    <a:pt x="1083406" y="1374304"/>
                  </a:lnTo>
                  <a:lnTo>
                    <a:pt x="1083409" y="1374313"/>
                  </a:lnTo>
                  <a:lnTo>
                    <a:pt x="1083415" y="1374325"/>
                  </a:lnTo>
                  <a:lnTo>
                    <a:pt x="1083418" y="1374328"/>
                  </a:lnTo>
                  <a:lnTo>
                    <a:pt x="1083424" y="1374330"/>
                  </a:lnTo>
                  <a:lnTo>
                    <a:pt x="1083438" y="1374332"/>
                  </a:lnTo>
                  <a:lnTo>
                    <a:pt x="1083449" y="1374333"/>
                  </a:lnTo>
                  <a:lnTo>
                    <a:pt x="1083459" y="1374335"/>
                  </a:lnTo>
                  <a:lnTo>
                    <a:pt x="1083467" y="1374339"/>
                  </a:lnTo>
                  <a:lnTo>
                    <a:pt x="1083481" y="1374345"/>
                  </a:lnTo>
                  <a:lnTo>
                    <a:pt x="1083489" y="1374351"/>
                  </a:lnTo>
                  <a:lnTo>
                    <a:pt x="1083494" y="1374358"/>
                  </a:lnTo>
                  <a:lnTo>
                    <a:pt x="1083496" y="1374362"/>
                  </a:lnTo>
                  <a:lnTo>
                    <a:pt x="1083509" y="1374377"/>
                  </a:lnTo>
                  <a:lnTo>
                    <a:pt x="1083520" y="1374383"/>
                  </a:lnTo>
                  <a:lnTo>
                    <a:pt x="1083534" y="1374389"/>
                  </a:lnTo>
                  <a:lnTo>
                    <a:pt x="1083539" y="1374392"/>
                  </a:lnTo>
                  <a:lnTo>
                    <a:pt x="1083562" y="1374399"/>
                  </a:lnTo>
                  <a:lnTo>
                    <a:pt x="1083576" y="1374403"/>
                  </a:lnTo>
                  <a:lnTo>
                    <a:pt x="1083590" y="1374406"/>
                  </a:lnTo>
                  <a:lnTo>
                    <a:pt x="1083604" y="1374408"/>
                  </a:lnTo>
                  <a:lnTo>
                    <a:pt x="1083619" y="1374410"/>
                  </a:lnTo>
                  <a:lnTo>
                    <a:pt x="1083633" y="1374411"/>
                  </a:lnTo>
                  <a:lnTo>
                    <a:pt x="1083647" y="1374411"/>
                  </a:lnTo>
                  <a:lnTo>
                    <a:pt x="1083662" y="1374411"/>
                  </a:lnTo>
                  <a:lnTo>
                    <a:pt x="1083676" y="1374412"/>
                  </a:lnTo>
                  <a:lnTo>
                    <a:pt x="1083690" y="1374413"/>
                  </a:lnTo>
                  <a:lnTo>
                    <a:pt x="1083704" y="1374413"/>
                  </a:lnTo>
                  <a:lnTo>
                    <a:pt x="1083711" y="1374416"/>
                  </a:lnTo>
                  <a:lnTo>
                    <a:pt x="1083718" y="1374416"/>
                  </a:lnTo>
                  <a:lnTo>
                    <a:pt x="1083732" y="1374419"/>
                  </a:lnTo>
                  <a:lnTo>
                    <a:pt x="1083747" y="1374423"/>
                  </a:lnTo>
                  <a:lnTo>
                    <a:pt x="1083761" y="1374429"/>
                  </a:lnTo>
                  <a:lnTo>
                    <a:pt x="1083775" y="1374438"/>
                  </a:lnTo>
                  <a:lnTo>
                    <a:pt x="1083783" y="1374441"/>
                  </a:lnTo>
                  <a:lnTo>
                    <a:pt x="1083789" y="1374445"/>
                  </a:lnTo>
                  <a:lnTo>
                    <a:pt x="1083798" y="1374448"/>
                  </a:lnTo>
                  <a:lnTo>
                    <a:pt x="1083803" y="1374452"/>
                  </a:lnTo>
                  <a:lnTo>
                    <a:pt x="1083817" y="1374457"/>
                  </a:lnTo>
                  <a:lnTo>
                    <a:pt x="1083832" y="1374462"/>
                  </a:lnTo>
                  <a:lnTo>
                    <a:pt x="1083839" y="1374462"/>
                  </a:lnTo>
                  <a:lnTo>
                    <a:pt x="1083846" y="1374464"/>
                  </a:lnTo>
                  <a:lnTo>
                    <a:pt x="1083860" y="1374471"/>
                  </a:lnTo>
                  <a:lnTo>
                    <a:pt x="1083860" y="1374485"/>
                  </a:lnTo>
                  <a:lnTo>
                    <a:pt x="1083853" y="1374500"/>
                  </a:lnTo>
                  <a:lnTo>
                    <a:pt x="1083843" y="1374515"/>
                  </a:lnTo>
                  <a:lnTo>
                    <a:pt x="1083833" y="1374532"/>
                  </a:lnTo>
                  <a:lnTo>
                    <a:pt x="1083830" y="1374545"/>
                  </a:lnTo>
                  <a:lnTo>
                    <a:pt x="1083832" y="1374551"/>
                  </a:lnTo>
                  <a:lnTo>
                    <a:pt x="1083839" y="1374561"/>
                  </a:lnTo>
                  <a:lnTo>
                    <a:pt x="1083851" y="1374574"/>
                  </a:lnTo>
                  <a:lnTo>
                    <a:pt x="1083864" y="1374586"/>
                  </a:lnTo>
                  <a:lnTo>
                    <a:pt x="1083878" y="1374599"/>
                  </a:lnTo>
                  <a:lnTo>
                    <a:pt x="1083892" y="1374612"/>
                  </a:lnTo>
                  <a:lnTo>
                    <a:pt x="1083896" y="1374616"/>
                  </a:lnTo>
                  <a:lnTo>
                    <a:pt x="1083901" y="1374623"/>
                  </a:lnTo>
                  <a:lnTo>
                    <a:pt x="1083909" y="1374633"/>
                  </a:lnTo>
                  <a:lnTo>
                    <a:pt x="1083915" y="1374645"/>
                  </a:lnTo>
                  <a:lnTo>
                    <a:pt x="1083916" y="1374655"/>
                  </a:lnTo>
                  <a:lnTo>
                    <a:pt x="1083915" y="1374667"/>
                  </a:lnTo>
                  <a:lnTo>
                    <a:pt x="1083901" y="1374715"/>
                  </a:lnTo>
                  <a:lnTo>
                    <a:pt x="1083889" y="1374769"/>
                  </a:lnTo>
                  <a:lnTo>
                    <a:pt x="1083890" y="1374777"/>
                  </a:lnTo>
                  <a:lnTo>
                    <a:pt x="1083897" y="1374791"/>
                  </a:lnTo>
                  <a:lnTo>
                    <a:pt x="1083903" y="1374802"/>
                  </a:lnTo>
                  <a:lnTo>
                    <a:pt x="1083907" y="1374814"/>
                  </a:lnTo>
                  <a:lnTo>
                    <a:pt x="1083908" y="1374823"/>
                  </a:lnTo>
                  <a:lnTo>
                    <a:pt x="1083908" y="1374831"/>
                  </a:lnTo>
                  <a:lnTo>
                    <a:pt x="1083907" y="1374840"/>
                  </a:lnTo>
                  <a:lnTo>
                    <a:pt x="1083901" y="1374854"/>
                  </a:lnTo>
                  <a:lnTo>
                    <a:pt x="1083898" y="1374863"/>
                  </a:lnTo>
                  <a:lnTo>
                    <a:pt x="1083888" y="1374882"/>
                  </a:lnTo>
                  <a:lnTo>
                    <a:pt x="1083877" y="1374896"/>
                  </a:lnTo>
                  <a:lnTo>
                    <a:pt x="1083865" y="1374910"/>
                  </a:lnTo>
                  <a:lnTo>
                    <a:pt x="1083859" y="1374918"/>
                  </a:lnTo>
                  <a:lnTo>
                    <a:pt x="1083856" y="1374924"/>
                  </a:lnTo>
                  <a:lnTo>
                    <a:pt x="1083850" y="1374939"/>
                  </a:lnTo>
                  <a:lnTo>
                    <a:pt x="1083846" y="1374954"/>
                  </a:lnTo>
                  <a:lnTo>
                    <a:pt x="1083844" y="1374969"/>
                  </a:lnTo>
                  <a:lnTo>
                    <a:pt x="1083839" y="1374984"/>
                  </a:lnTo>
                  <a:lnTo>
                    <a:pt x="1083832" y="1374999"/>
                  </a:lnTo>
                  <a:lnTo>
                    <a:pt x="1083830" y="1375003"/>
                  </a:lnTo>
                  <a:lnTo>
                    <a:pt x="1083831" y="1375014"/>
                  </a:lnTo>
                  <a:lnTo>
                    <a:pt x="1083831" y="1375021"/>
                  </a:lnTo>
                  <a:lnTo>
                    <a:pt x="1083835" y="1375029"/>
                  </a:lnTo>
                  <a:lnTo>
                    <a:pt x="1083839" y="1375044"/>
                  </a:lnTo>
                  <a:lnTo>
                    <a:pt x="1083842" y="1375059"/>
                  </a:lnTo>
                  <a:lnTo>
                    <a:pt x="1083845" y="1375075"/>
                  </a:lnTo>
                  <a:lnTo>
                    <a:pt x="1083845" y="1375086"/>
                  </a:lnTo>
                  <a:lnTo>
                    <a:pt x="1083850" y="1375105"/>
                  </a:lnTo>
                  <a:lnTo>
                    <a:pt x="1083852" y="1375120"/>
                  </a:lnTo>
                  <a:lnTo>
                    <a:pt x="1083859" y="1375150"/>
                  </a:lnTo>
                  <a:lnTo>
                    <a:pt x="1083862" y="1375165"/>
                  </a:lnTo>
                  <a:lnTo>
                    <a:pt x="1083865" y="1375180"/>
                  </a:lnTo>
                  <a:lnTo>
                    <a:pt x="1083866" y="1375187"/>
                  </a:lnTo>
                  <a:lnTo>
                    <a:pt x="1083870" y="1375201"/>
                  </a:lnTo>
                  <a:lnTo>
                    <a:pt x="1083877" y="1375210"/>
                  </a:lnTo>
                  <a:lnTo>
                    <a:pt x="1083880" y="1375213"/>
                  </a:lnTo>
                  <a:lnTo>
                    <a:pt x="1083891" y="1375217"/>
                  </a:lnTo>
                  <a:lnTo>
                    <a:pt x="1083905" y="1375223"/>
                  </a:lnTo>
                  <a:lnTo>
                    <a:pt x="1083919" y="1375230"/>
                  </a:lnTo>
                  <a:lnTo>
                    <a:pt x="1083933" y="1375239"/>
                  </a:lnTo>
                  <a:lnTo>
                    <a:pt x="1083939" y="1375243"/>
                  </a:lnTo>
                  <a:lnTo>
                    <a:pt x="1083949" y="1375250"/>
                  </a:lnTo>
                  <a:lnTo>
                    <a:pt x="1083963" y="1375265"/>
                  </a:lnTo>
                  <a:lnTo>
                    <a:pt x="1083969" y="1375269"/>
                  </a:lnTo>
                  <a:lnTo>
                    <a:pt x="1083977" y="1375272"/>
                  </a:lnTo>
                  <a:lnTo>
                    <a:pt x="1083984" y="1375274"/>
                  </a:lnTo>
                  <a:lnTo>
                    <a:pt x="1083991" y="1375274"/>
                  </a:lnTo>
                  <a:lnTo>
                    <a:pt x="1083999" y="1375276"/>
                  </a:lnTo>
                  <a:lnTo>
                    <a:pt x="1084005" y="1375279"/>
                  </a:lnTo>
                  <a:lnTo>
                    <a:pt x="1084012" y="1375285"/>
                  </a:lnTo>
                  <a:lnTo>
                    <a:pt x="1084015" y="1375293"/>
                  </a:lnTo>
                  <a:lnTo>
                    <a:pt x="1084017" y="1375308"/>
                  </a:lnTo>
                  <a:lnTo>
                    <a:pt x="1084023" y="1375319"/>
                  </a:lnTo>
                  <a:lnTo>
                    <a:pt x="1084027" y="1375323"/>
                  </a:lnTo>
                  <a:lnTo>
                    <a:pt x="1084039" y="1375337"/>
                  </a:lnTo>
                  <a:lnTo>
                    <a:pt x="1084052" y="1375348"/>
                  </a:lnTo>
                  <a:lnTo>
                    <a:pt x="1084066" y="1375357"/>
                  </a:lnTo>
                  <a:lnTo>
                    <a:pt x="1084080" y="1375370"/>
                  </a:lnTo>
                  <a:lnTo>
                    <a:pt x="1084086" y="1375373"/>
                  </a:lnTo>
                  <a:lnTo>
                    <a:pt x="1084094" y="1375382"/>
                  </a:lnTo>
                  <a:lnTo>
                    <a:pt x="1084098" y="1375385"/>
                  </a:lnTo>
                  <a:lnTo>
                    <a:pt x="1084110" y="1375388"/>
                  </a:lnTo>
                  <a:lnTo>
                    <a:pt x="1084123" y="1375387"/>
                  </a:lnTo>
                  <a:lnTo>
                    <a:pt x="1084137" y="1375385"/>
                  </a:lnTo>
                  <a:lnTo>
                    <a:pt x="1084151" y="1375383"/>
                  </a:lnTo>
                  <a:lnTo>
                    <a:pt x="1084165" y="1375381"/>
                  </a:lnTo>
                  <a:lnTo>
                    <a:pt x="1084179" y="1375382"/>
                  </a:lnTo>
                  <a:lnTo>
                    <a:pt x="1084194" y="1375386"/>
                  </a:lnTo>
                  <a:lnTo>
                    <a:pt x="1084211" y="1375398"/>
                  </a:lnTo>
                  <a:lnTo>
                    <a:pt x="1084221" y="1375409"/>
                  </a:lnTo>
                  <a:lnTo>
                    <a:pt x="1084232" y="1375423"/>
                  </a:lnTo>
                  <a:lnTo>
                    <a:pt x="1084242" y="1375439"/>
                  </a:lnTo>
                  <a:lnTo>
                    <a:pt x="1084253" y="1375454"/>
                  </a:lnTo>
                  <a:lnTo>
                    <a:pt x="1084264" y="1375467"/>
                  </a:lnTo>
                  <a:lnTo>
                    <a:pt x="1084277" y="1375482"/>
                  </a:lnTo>
                  <a:lnTo>
                    <a:pt x="1084287" y="1375498"/>
                  </a:lnTo>
                  <a:lnTo>
                    <a:pt x="1084290" y="1375502"/>
                  </a:lnTo>
                  <a:lnTo>
                    <a:pt x="1084292" y="1375513"/>
                  </a:lnTo>
                  <a:lnTo>
                    <a:pt x="1084295" y="1375524"/>
                  </a:lnTo>
                  <a:lnTo>
                    <a:pt x="1084299" y="1375527"/>
                  </a:lnTo>
                  <a:lnTo>
                    <a:pt x="1084313" y="1375532"/>
                  </a:lnTo>
                  <a:lnTo>
                    <a:pt x="1084327" y="1375535"/>
                  </a:lnTo>
                  <a:lnTo>
                    <a:pt x="1084341" y="1375538"/>
                  </a:lnTo>
                  <a:lnTo>
                    <a:pt x="1084357" y="1375540"/>
                  </a:lnTo>
                  <a:lnTo>
                    <a:pt x="1084369" y="1375547"/>
                  </a:lnTo>
                  <a:lnTo>
                    <a:pt x="1084378" y="1375562"/>
                  </a:lnTo>
                  <a:lnTo>
                    <a:pt x="1084384" y="1375574"/>
                  </a:lnTo>
                  <a:lnTo>
                    <a:pt x="1084392" y="1375593"/>
                  </a:lnTo>
                  <a:lnTo>
                    <a:pt x="1084398" y="1375608"/>
                  </a:lnTo>
                  <a:lnTo>
                    <a:pt x="1084402" y="1375623"/>
                  </a:lnTo>
                  <a:lnTo>
                    <a:pt x="1084407" y="1375639"/>
                  </a:lnTo>
                  <a:lnTo>
                    <a:pt x="1084414" y="1375654"/>
                  </a:lnTo>
                  <a:lnTo>
                    <a:pt x="1084419" y="1375669"/>
                  </a:lnTo>
                  <a:lnTo>
                    <a:pt x="1084422" y="1375684"/>
                  </a:lnTo>
                  <a:lnTo>
                    <a:pt x="1084420" y="1375695"/>
                  </a:lnTo>
                  <a:lnTo>
                    <a:pt x="1084418" y="1375699"/>
                  </a:lnTo>
                  <a:lnTo>
                    <a:pt x="1084415" y="1375705"/>
                  </a:lnTo>
                  <a:lnTo>
                    <a:pt x="1084407" y="1375714"/>
                  </a:lnTo>
                  <a:lnTo>
                    <a:pt x="1084392" y="1375724"/>
                  </a:lnTo>
                  <a:lnTo>
                    <a:pt x="1084378" y="1375733"/>
                  </a:lnTo>
                  <a:lnTo>
                    <a:pt x="1084366" y="1375746"/>
                  </a:lnTo>
                  <a:lnTo>
                    <a:pt x="1084354" y="1375761"/>
                  </a:lnTo>
                  <a:lnTo>
                    <a:pt x="1084343" y="1375776"/>
                  </a:lnTo>
                  <a:lnTo>
                    <a:pt x="1084335" y="1375791"/>
                  </a:lnTo>
                  <a:lnTo>
                    <a:pt x="1084327" y="1375805"/>
                  </a:lnTo>
                  <a:lnTo>
                    <a:pt x="1084320" y="1375821"/>
                  </a:lnTo>
                  <a:lnTo>
                    <a:pt x="1084313" y="1375836"/>
                  </a:lnTo>
                  <a:lnTo>
                    <a:pt x="1084301" y="1375849"/>
                  </a:lnTo>
                  <a:lnTo>
                    <a:pt x="1084295" y="1375852"/>
                  </a:lnTo>
                  <a:lnTo>
                    <a:pt x="1084287" y="1375860"/>
                  </a:lnTo>
                  <a:lnTo>
                    <a:pt x="1084274" y="1375874"/>
                  </a:lnTo>
                  <a:lnTo>
                    <a:pt x="1084265" y="1375889"/>
                  </a:lnTo>
                  <a:lnTo>
                    <a:pt x="1084264" y="1375893"/>
                  </a:lnTo>
                  <a:lnTo>
                    <a:pt x="1084263" y="1375904"/>
                  </a:lnTo>
                  <a:lnTo>
                    <a:pt x="1084264" y="1375919"/>
                  </a:lnTo>
                  <a:lnTo>
                    <a:pt x="1084267" y="1375934"/>
                  </a:lnTo>
                  <a:lnTo>
                    <a:pt x="1084270" y="1375949"/>
                  </a:lnTo>
                  <a:lnTo>
                    <a:pt x="1084269" y="1375956"/>
                  </a:lnTo>
                  <a:lnTo>
                    <a:pt x="1084263" y="1375964"/>
                  </a:lnTo>
                  <a:lnTo>
                    <a:pt x="1084222" y="1376006"/>
                  </a:lnTo>
                  <a:lnTo>
                    <a:pt x="1084210" y="1376017"/>
                  </a:lnTo>
                  <a:lnTo>
                    <a:pt x="1084200" y="1376032"/>
                  </a:lnTo>
                  <a:lnTo>
                    <a:pt x="1084189" y="1376047"/>
                  </a:lnTo>
                  <a:lnTo>
                    <a:pt x="1084178" y="1376062"/>
                  </a:lnTo>
                  <a:lnTo>
                    <a:pt x="1084166" y="1376077"/>
                  </a:lnTo>
                  <a:lnTo>
                    <a:pt x="1084156" y="1376092"/>
                  </a:lnTo>
                  <a:lnTo>
                    <a:pt x="1084146" y="1376107"/>
                  </a:lnTo>
                  <a:lnTo>
                    <a:pt x="1084143" y="1376114"/>
                  </a:lnTo>
                  <a:lnTo>
                    <a:pt x="1084142" y="1376122"/>
                  </a:lnTo>
                  <a:lnTo>
                    <a:pt x="1084148" y="1376137"/>
                  </a:lnTo>
                  <a:lnTo>
                    <a:pt x="1084158" y="1376152"/>
                  </a:lnTo>
                  <a:lnTo>
                    <a:pt x="1084161" y="1376158"/>
                  </a:lnTo>
                  <a:lnTo>
                    <a:pt x="1084167" y="1376163"/>
                  </a:lnTo>
                  <a:lnTo>
                    <a:pt x="1084172" y="1376166"/>
                  </a:lnTo>
                  <a:lnTo>
                    <a:pt x="1084181" y="1376171"/>
                  </a:lnTo>
                  <a:lnTo>
                    <a:pt x="1084192" y="1376175"/>
                  </a:lnTo>
                  <a:lnTo>
                    <a:pt x="1084197" y="1376179"/>
                  </a:lnTo>
                  <a:lnTo>
                    <a:pt x="1084200" y="1376184"/>
                  </a:lnTo>
                  <a:lnTo>
                    <a:pt x="1084200" y="1376194"/>
                  </a:lnTo>
                  <a:lnTo>
                    <a:pt x="1084199" y="1376205"/>
                  </a:lnTo>
                  <a:lnTo>
                    <a:pt x="1084193" y="1376216"/>
                  </a:lnTo>
                  <a:lnTo>
                    <a:pt x="1084179" y="1376234"/>
                  </a:lnTo>
                  <a:lnTo>
                    <a:pt x="1084178" y="1376243"/>
                  </a:lnTo>
                  <a:lnTo>
                    <a:pt x="1084174" y="1376273"/>
                  </a:lnTo>
                  <a:lnTo>
                    <a:pt x="1084174" y="1376281"/>
                  </a:lnTo>
                  <a:lnTo>
                    <a:pt x="1084175" y="1376288"/>
                  </a:lnTo>
                  <a:lnTo>
                    <a:pt x="1084177" y="1376303"/>
                  </a:lnTo>
                  <a:lnTo>
                    <a:pt x="1084178" y="1376317"/>
                  </a:lnTo>
                  <a:lnTo>
                    <a:pt x="1084182" y="1376334"/>
                  </a:lnTo>
                  <a:lnTo>
                    <a:pt x="1084189" y="1376339"/>
                  </a:lnTo>
                  <a:lnTo>
                    <a:pt x="1084200" y="1376346"/>
                  </a:lnTo>
                  <a:lnTo>
                    <a:pt x="1084205" y="1376349"/>
                  </a:lnTo>
                  <a:lnTo>
                    <a:pt x="1084209" y="1376353"/>
                  </a:lnTo>
                  <a:lnTo>
                    <a:pt x="1084209" y="1376360"/>
                  </a:lnTo>
                  <a:lnTo>
                    <a:pt x="1084208" y="1376366"/>
                  </a:lnTo>
                  <a:lnTo>
                    <a:pt x="1084204" y="1376374"/>
                  </a:lnTo>
                  <a:lnTo>
                    <a:pt x="1084194" y="1376385"/>
                  </a:lnTo>
                  <a:lnTo>
                    <a:pt x="1084192" y="1376398"/>
                  </a:lnTo>
                  <a:lnTo>
                    <a:pt x="1084192" y="1376412"/>
                  </a:lnTo>
                  <a:lnTo>
                    <a:pt x="1084198" y="1376429"/>
                  </a:lnTo>
                  <a:lnTo>
                    <a:pt x="1084199" y="1376436"/>
                  </a:lnTo>
                  <a:lnTo>
                    <a:pt x="1084209" y="1376466"/>
                  </a:lnTo>
                  <a:lnTo>
                    <a:pt x="1084213" y="1376475"/>
                  </a:lnTo>
                  <a:lnTo>
                    <a:pt x="1084221" y="1376483"/>
                  </a:lnTo>
                  <a:lnTo>
                    <a:pt x="1084226" y="1376488"/>
                  </a:lnTo>
                  <a:lnTo>
                    <a:pt x="1084232" y="1376493"/>
                  </a:lnTo>
                  <a:lnTo>
                    <a:pt x="1084242" y="1376503"/>
                  </a:lnTo>
                  <a:lnTo>
                    <a:pt x="1084246" y="1376510"/>
                  </a:lnTo>
                  <a:lnTo>
                    <a:pt x="1084249" y="1376516"/>
                  </a:lnTo>
                  <a:lnTo>
                    <a:pt x="1084250" y="1376536"/>
                  </a:lnTo>
                  <a:lnTo>
                    <a:pt x="1084250" y="1376549"/>
                  </a:lnTo>
                  <a:lnTo>
                    <a:pt x="1084248" y="1376556"/>
                  </a:lnTo>
                  <a:lnTo>
                    <a:pt x="1084244" y="1376561"/>
                  </a:lnTo>
                  <a:lnTo>
                    <a:pt x="1084229" y="1376567"/>
                  </a:lnTo>
                  <a:lnTo>
                    <a:pt x="1084215" y="1376575"/>
                  </a:lnTo>
                  <a:lnTo>
                    <a:pt x="1084211" y="1376581"/>
                  </a:lnTo>
                  <a:lnTo>
                    <a:pt x="1084212" y="1376587"/>
                  </a:lnTo>
                  <a:lnTo>
                    <a:pt x="1084214" y="1376594"/>
                  </a:lnTo>
                  <a:lnTo>
                    <a:pt x="1084219" y="1376602"/>
                  </a:lnTo>
                  <a:lnTo>
                    <a:pt x="1084233" y="1376616"/>
                  </a:lnTo>
                  <a:lnTo>
                    <a:pt x="1084247" y="1376627"/>
                  </a:lnTo>
                  <a:lnTo>
                    <a:pt x="1084257" y="1376634"/>
                  </a:lnTo>
                  <a:lnTo>
                    <a:pt x="1084275" y="1376642"/>
                  </a:lnTo>
                  <a:lnTo>
                    <a:pt x="1084289" y="1376647"/>
                  </a:lnTo>
                  <a:lnTo>
                    <a:pt x="1084303" y="1376653"/>
                  </a:lnTo>
                  <a:lnTo>
                    <a:pt x="1084312" y="1376656"/>
                  </a:lnTo>
                  <a:lnTo>
                    <a:pt x="1084317" y="1376662"/>
                  </a:lnTo>
                  <a:lnTo>
                    <a:pt x="1084321" y="1376677"/>
                  </a:lnTo>
                  <a:lnTo>
                    <a:pt x="1084322" y="1376692"/>
                  </a:lnTo>
                  <a:lnTo>
                    <a:pt x="1084326" y="1376707"/>
                  </a:lnTo>
                  <a:lnTo>
                    <a:pt x="1084330" y="1376722"/>
                  </a:lnTo>
                  <a:lnTo>
                    <a:pt x="1084335" y="1376733"/>
                  </a:lnTo>
                  <a:lnTo>
                    <a:pt x="1084340" y="1376741"/>
                  </a:lnTo>
                  <a:lnTo>
                    <a:pt x="1084351" y="1376751"/>
                  </a:lnTo>
                  <a:lnTo>
                    <a:pt x="1084365" y="1376757"/>
                  </a:lnTo>
                  <a:lnTo>
                    <a:pt x="1084380" y="1376762"/>
                  </a:lnTo>
                  <a:lnTo>
                    <a:pt x="1084394" y="1376767"/>
                  </a:lnTo>
                  <a:lnTo>
                    <a:pt x="1084408" y="1376770"/>
                  </a:lnTo>
                  <a:lnTo>
                    <a:pt x="1084422" y="1376771"/>
                  </a:lnTo>
                  <a:lnTo>
                    <a:pt x="1084436" y="1376774"/>
                  </a:lnTo>
                  <a:lnTo>
                    <a:pt x="1084447" y="1376775"/>
                  </a:lnTo>
                  <a:lnTo>
                    <a:pt x="1084454" y="1376778"/>
                  </a:lnTo>
                  <a:lnTo>
                    <a:pt x="1084464" y="1376785"/>
                  </a:lnTo>
                  <a:lnTo>
                    <a:pt x="1084478" y="1376812"/>
                  </a:lnTo>
                  <a:lnTo>
                    <a:pt x="1084431" y="1376852"/>
                  </a:lnTo>
                  <a:lnTo>
                    <a:pt x="1084414" y="1376859"/>
                  </a:lnTo>
                  <a:lnTo>
                    <a:pt x="1084400" y="1376860"/>
                  </a:lnTo>
                  <a:lnTo>
                    <a:pt x="1084384" y="1376862"/>
                  </a:lnTo>
                  <a:lnTo>
                    <a:pt x="1084363" y="1376862"/>
                  </a:lnTo>
                  <a:lnTo>
                    <a:pt x="1084357" y="1376860"/>
                  </a:lnTo>
                  <a:lnTo>
                    <a:pt x="1084351" y="1376857"/>
                  </a:lnTo>
                  <a:lnTo>
                    <a:pt x="1084341" y="1376849"/>
                  </a:lnTo>
                  <a:lnTo>
                    <a:pt x="1084334" y="1376846"/>
                  </a:lnTo>
                  <a:lnTo>
                    <a:pt x="1084327" y="1376840"/>
                  </a:lnTo>
                  <a:lnTo>
                    <a:pt x="1084313" y="1376833"/>
                  </a:lnTo>
                  <a:lnTo>
                    <a:pt x="1084304" y="1376829"/>
                  </a:lnTo>
                  <a:lnTo>
                    <a:pt x="1084298" y="1376829"/>
                  </a:lnTo>
                  <a:lnTo>
                    <a:pt x="1084284" y="1376830"/>
                  </a:lnTo>
                  <a:lnTo>
                    <a:pt x="1084270" y="1376834"/>
                  </a:lnTo>
                  <a:lnTo>
                    <a:pt x="1084254" y="1376837"/>
                  </a:lnTo>
                  <a:lnTo>
                    <a:pt x="1084246" y="1376842"/>
                  </a:lnTo>
                  <a:lnTo>
                    <a:pt x="1084242" y="1376847"/>
                  </a:lnTo>
                  <a:lnTo>
                    <a:pt x="1084238" y="1376851"/>
                  </a:lnTo>
                  <a:lnTo>
                    <a:pt x="1084233" y="1376862"/>
                  </a:lnTo>
                  <a:lnTo>
                    <a:pt x="1084229" y="1376870"/>
                  </a:lnTo>
                  <a:lnTo>
                    <a:pt x="1084224" y="1376884"/>
                  </a:lnTo>
                  <a:lnTo>
                    <a:pt x="1084222" y="1376892"/>
                  </a:lnTo>
                  <a:lnTo>
                    <a:pt x="1084216" y="1376907"/>
                  </a:lnTo>
                  <a:lnTo>
                    <a:pt x="1084214" y="1376911"/>
                  </a:lnTo>
                  <a:lnTo>
                    <a:pt x="1084203" y="1376919"/>
                  </a:lnTo>
                  <a:lnTo>
                    <a:pt x="1084189" y="1376927"/>
                  </a:lnTo>
                  <a:lnTo>
                    <a:pt x="1084175" y="1376933"/>
                  </a:lnTo>
                  <a:lnTo>
                    <a:pt x="1084160" y="1376940"/>
                  </a:lnTo>
                  <a:lnTo>
                    <a:pt x="1084146" y="1376948"/>
                  </a:lnTo>
                  <a:lnTo>
                    <a:pt x="1084131" y="1376956"/>
                  </a:lnTo>
                  <a:lnTo>
                    <a:pt x="1084121" y="1376960"/>
                  </a:lnTo>
                  <a:lnTo>
                    <a:pt x="1084116" y="1376961"/>
                  </a:lnTo>
                  <a:lnTo>
                    <a:pt x="1084108" y="1376961"/>
                  </a:lnTo>
                  <a:lnTo>
                    <a:pt x="1084103" y="1376958"/>
                  </a:lnTo>
                  <a:lnTo>
                    <a:pt x="1084086" y="1376951"/>
                  </a:lnTo>
                  <a:lnTo>
                    <a:pt x="1084075" y="1376939"/>
                  </a:lnTo>
                  <a:lnTo>
                    <a:pt x="1084072" y="1376933"/>
                  </a:lnTo>
                  <a:lnTo>
                    <a:pt x="1084067" y="1376921"/>
                  </a:lnTo>
                  <a:lnTo>
                    <a:pt x="1084065" y="1376908"/>
                  </a:lnTo>
                  <a:lnTo>
                    <a:pt x="1084064" y="1376893"/>
                  </a:lnTo>
                  <a:lnTo>
                    <a:pt x="1084060" y="1376889"/>
                  </a:lnTo>
                  <a:lnTo>
                    <a:pt x="1084051" y="1376888"/>
                  </a:lnTo>
                  <a:lnTo>
                    <a:pt x="1084033" y="1376886"/>
                  </a:lnTo>
                  <a:lnTo>
                    <a:pt x="1084023" y="1376882"/>
                  </a:lnTo>
                  <a:lnTo>
                    <a:pt x="1084014" y="1376878"/>
                  </a:lnTo>
                  <a:lnTo>
                    <a:pt x="1084008" y="1376874"/>
                  </a:lnTo>
                  <a:lnTo>
                    <a:pt x="1084000" y="1376871"/>
                  </a:lnTo>
                  <a:lnTo>
                    <a:pt x="1083994" y="1376867"/>
                  </a:lnTo>
                  <a:lnTo>
                    <a:pt x="1083980" y="1376860"/>
                  </a:lnTo>
                  <a:lnTo>
                    <a:pt x="1083966" y="1376851"/>
                  </a:lnTo>
                  <a:lnTo>
                    <a:pt x="1083952" y="1376845"/>
                  </a:lnTo>
                  <a:lnTo>
                    <a:pt x="1083927" y="1376831"/>
                  </a:lnTo>
                  <a:lnTo>
                    <a:pt x="1083917" y="1376820"/>
                  </a:lnTo>
                  <a:lnTo>
                    <a:pt x="1083912" y="1376812"/>
                  </a:lnTo>
                  <a:lnTo>
                    <a:pt x="1083905" y="1376807"/>
                  </a:lnTo>
                  <a:lnTo>
                    <a:pt x="1083900" y="1376806"/>
                  </a:lnTo>
                  <a:lnTo>
                    <a:pt x="1083889" y="1376811"/>
                  </a:lnTo>
                  <a:lnTo>
                    <a:pt x="1083875" y="1376818"/>
                  </a:lnTo>
                  <a:lnTo>
                    <a:pt x="1083861" y="1376825"/>
                  </a:lnTo>
                  <a:lnTo>
                    <a:pt x="1083832" y="1376839"/>
                  </a:lnTo>
                  <a:lnTo>
                    <a:pt x="1083818" y="1376847"/>
                  </a:lnTo>
                  <a:lnTo>
                    <a:pt x="1083804" y="1376853"/>
                  </a:lnTo>
                  <a:lnTo>
                    <a:pt x="1083789" y="1376855"/>
                  </a:lnTo>
                  <a:lnTo>
                    <a:pt x="1083775" y="1376859"/>
                  </a:lnTo>
                  <a:lnTo>
                    <a:pt x="1083761" y="1376864"/>
                  </a:lnTo>
                  <a:lnTo>
                    <a:pt x="1083746" y="1376871"/>
                  </a:lnTo>
                  <a:lnTo>
                    <a:pt x="1083732" y="1376881"/>
                  </a:lnTo>
                  <a:lnTo>
                    <a:pt x="1083717" y="1376893"/>
                  </a:lnTo>
                  <a:lnTo>
                    <a:pt x="1083703" y="1376904"/>
                  </a:lnTo>
                  <a:lnTo>
                    <a:pt x="1083689" y="1376913"/>
                  </a:lnTo>
                  <a:lnTo>
                    <a:pt x="1083671" y="1376920"/>
                  </a:lnTo>
                  <a:lnTo>
                    <a:pt x="1083660" y="1376928"/>
                  </a:lnTo>
                  <a:lnTo>
                    <a:pt x="1083649" y="1376989"/>
                  </a:lnTo>
                  <a:lnTo>
                    <a:pt x="1083643" y="1377004"/>
                  </a:lnTo>
                  <a:lnTo>
                    <a:pt x="1083640" y="1377012"/>
                  </a:lnTo>
                  <a:lnTo>
                    <a:pt x="1083632" y="1377024"/>
                  </a:lnTo>
                  <a:lnTo>
                    <a:pt x="1083620" y="1377034"/>
                  </a:lnTo>
                  <a:lnTo>
                    <a:pt x="1083608" y="1377033"/>
                  </a:lnTo>
                  <a:lnTo>
                    <a:pt x="1083580" y="1377012"/>
                  </a:lnTo>
                  <a:lnTo>
                    <a:pt x="1083566" y="1377000"/>
                  </a:lnTo>
                  <a:lnTo>
                    <a:pt x="1083552" y="1376990"/>
                  </a:lnTo>
                  <a:lnTo>
                    <a:pt x="1083540" y="1376976"/>
                  </a:lnTo>
                  <a:lnTo>
                    <a:pt x="1083529" y="1376961"/>
                  </a:lnTo>
                  <a:lnTo>
                    <a:pt x="1083524" y="1376952"/>
                  </a:lnTo>
                  <a:lnTo>
                    <a:pt x="1083522" y="1376946"/>
                  </a:lnTo>
                  <a:lnTo>
                    <a:pt x="1083518" y="1376938"/>
                  </a:lnTo>
                  <a:lnTo>
                    <a:pt x="1083511" y="1376930"/>
                  </a:lnTo>
                  <a:lnTo>
                    <a:pt x="1083499" y="1376927"/>
                  </a:lnTo>
                  <a:lnTo>
                    <a:pt x="1083452" y="1376925"/>
                  </a:lnTo>
                  <a:lnTo>
                    <a:pt x="1083438" y="1376925"/>
                  </a:lnTo>
                  <a:lnTo>
                    <a:pt x="1083423" y="1376926"/>
                  </a:lnTo>
                  <a:lnTo>
                    <a:pt x="1083409" y="1376929"/>
                  </a:lnTo>
                  <a:lnTo>
                    <a:pt x="1083395" y="1376935"/>
                  </a:lnTo>
                  <a:lnTo>
                    <a:pt x="1083382" y="1376949"/>
                  </a:lnTo>
                  <a:lnTo>
                    <a:pt x="1083372" y="1376964"/>
                  </a:lnTo>
                  <a:lnTo>
                    <a:pt x="1083365" y="1376979"/>
                  </a:lnTo>
                  <a:lnTo>
                    <a:pt x="1083360" y="1376994"/>
                  </a:lnTo>
                  <a:lnTo>
                    <a:pt x="1083356" y="1377009"/>
                  </a:lnTo>
                  <a:lnTo>
                    <a:pt x="1083352" y="1377024"/>
                  </a:lnTo>
                  <a:lnTo>
                    <a:pt x="1083350" y="1377031"/>
                  </a:lnTo>
                  <a:lnTo>
                    <a:pt x="1083345" y="1377041"/>
                  </a:lnTo>
                  <a:lnTo>
                    <a:pt x="1083340" y="1377046"/>
                  </a:lnTo>
                  <a:lnTo>
                    <a:pt x="1083333" y="1377050"/>
                  </a:lnTo>
                  <a:lnTo>
                    <a:pt x="1083329" y="1377053"/>
                  </a:lnTo>
                  <a:lnTo>
                    <a:pt x="1083319" y="1377057"/>
                  </a:lnTo>
                  <a:lnTo>
                    <a:pt x="1083305" y="1377062"/>
                  </a:lnTo>
                  <a:lnTo>
                    <a:pt x="1083297" y="1377067"/>
                  </a:lnTo>
                  <a:lnTo>
                    <a:pt x="1083292" y="1377071"/>
                  </a:lnTo>
                  <a:lnTo>
                    <a:pt x="1083292" y="1377077"/>
                  </a:lnTo>
                  <a:lnTo>
                    <a:pt x="1083296" y="1377088"/>
                  </a:lnTo>
                  <a:lnTo>
                    <a:pt x="1083300" y="1377104"/>
                  </a:lnTo>
                  <a:lnTo>
                    <a:pt x="1083304" y="1377119"/>
                  </a:lnTo>
                  <a:lnTo>
                    <a:pt x="1083309" y="1377130"/>
                  </a:lnTo>
                  <a:lnTo>
                    <a:pt x="1083313" y="1377142"/>
                  </a:lnTo>
                  <a:lnTo>
                    <a:pt x="1083314" y="1377149"/>
                  </a:lnTo>
                  <a:lnTo>
                    <a:pt x="1083316" y="1377164"/>
                  </a:lnTo>
                  <a:lnTo>
                    <a:pt x="1083313" y="1377179"/>
                  </a:lnTo>
                  <a:lnTo>
                    <a:pt x="1083312" y="1377196"/>
                  </a:lnTo>
                  <a:lnTo>
                    <a:pt x="1083313" y="1377204"/>
                  </a:lnTo>
                  <a:lnTo>
                    <a:pt x="1083316" y="1377209"/>
                  </a:lnTo>
                  <a:lnTo>
                    <a:pt x="1083322" y="1377224"/>
                  </a:lnTo>
                  <a:lnTo>
                    <a:pt x="1083327" y="1377233"/>
                  </a:lnTo>
                  <a:lnTo>
                    <a:pt x="1083328" y="1377239"/>
                  </a:lnTo>
                  <a:lnTo>
                    <a:pt x="1083332" y="1377255"/>
                  </a:lnTo>
                  <a:lnTo>
                    <a:pt x="1083335" y="1377266"/>
                  </a:lnTo>
                  <a:lnTo>
                    <a:pt x="1083338" y="1377285"/>
                  </a:lnTo>
                  <a:lnTo>
                    <a:pt x="1083339" y="1377300"/>
                  </a:lnTo>
                  <a:lnTo>
                    <a:pt x="1083339" y="1377315"/>
                  </a:lnTo>
                  <a:lnTo>
                    <a:pt x="1083332" y="1377345"/>
                  </a:lnTo>
                  <a:lnTo>
                    <a:pt x="1083324" y="1377375"/>
                  </a:lnTo>
                  <a:lnTo>
                    <a:pt x="1083317" y="1377390"/>
                  </a:lnTo>
                  <a:lnTo>
                    <a:pt x="1083310" y="1377405"/>
                  </a:lnTo>
                  <a:lnTo>
                    <a:pt x="1083295" y="1377435"/>
                  </a:lnTo>
                  <a:lnTo>
                    <a:pt x="1083283" y="1377450"/>
                  </a:lnTo>
                  <a:lnTo>
                    <a:pt x="1083275" y="1377459"/>
                  </a:lnTo>
                  <a:lnTo>
                    <a:pt x="1083272" y="1377465"/>
                  </a:lnTo>
                  <a:lnTo>
                    <a:pt x="1083272" y="1377470"/>
                  </a:lnTo>
                  <a:lnTo>
                    <a:pt x="1083275" y="1377480"/>
                  </a:lnTo>
                  <a:lnTo>
                    <a:pt x="1083280" y="1377487"/>
                  </a:lnTo>
                  <a:lnTo>
                    <a:pt x="1083282" y="1377495"/>
                  </a:lnTo>
                  <a:lnTo>
                    <a:pt x="1083286" y="1377510"/>
                  </a:lnTo>
                  <a:lnTo>
                    <a:pt x="1083288" y="1377518"/>
                  </a:lnTo>
                  <a:lnTo>
                    <a:pt x="1083287" y="1377531"/>
                  </a:lnTo>
                  <a:lnTo>
                    <a:pt x="1083283" y="1377545"/>
                  </a:lnTo>
                  <a:lnTo>
                    <a:pt x="1083281" y="1377554"/>
                  </a:lnTo>
                  <a:lnTo>
                    <a:pt x="1083283" y="1377560"/>
                  </a:lnTo>
                  <a:lnTo>
                    <a:pt x="1083290" y="1377564"/>
                  </a:lnTo>
                  <a:lnTo>
                    <a:pt x="1083304" y="1377571"/>
                  </a:lnTo>
                  <a:lnTo>
                    <a:pt x="1083318" y="1377578"/>
                  </a:lnTo>
                  <a:lnTo>
                    <a:pt x="1083332" y="1377584"/>
                  </a:lnTo>
                  <a:lnTo>
                    <a:pt x="1083347" y="1377591"/>
                  </a:lnTo>
                  <a:lnTo>
                    <a:pt x="1083361" y="1377600"/>
                  </a:lnTo>
                  <a:lnTo>
                    <a:pt x="1083367" y="1377605"/>
                  </a:lnTo>
                  <a:lnTo>
                    <a:pt x="1083373" y="1377612"/>
                  </a:lnTo>
                  <a:lnTo>
                    <a:pt x="1083383" y="1377626"/>
                  </a:lnTo>
                  <a:lnTo>
                    <a:pt x="1083390" y="1377636"/>
                  </a:lnTo>
                  <a:lnTo>
                    <a:pt x="1083396" y="1377647"/>
                  </a:lnTo>
                  <a:lnTo>
                    <a:pt x="1083399" y="1377657"/>
                  </a:lnTo>
                  <a:lnTo>
                    <a:pt x="1083403" y="1377672"/>
                  </a:lnTo>
                  <a:lnTo>
                    <a:pt x="1083405" y="1377687"/>
                  </a:lnTo>
                  <a:lnTo>
                    <a:pt x="1083408" y="1377702"/>
                  </a:lnTo>
                  <a:lnTo>
                    <a:pt x="1083410" y="1377718"/>
                  </a:lnTo>
                  <a:lnTo>
                    <a:pt x="1083405" y="1377784"/>
                  </a:lnTo>
                  <a:lnTo>
                    <a:pt x="1083403" y="1377799"/>
                  </a:lnTo>
                  <a:lnTo>
                    <a:pt x="1083407" y="1377813"/>
                  </a:lnTo>
                  <a:lnTo>
                    <a:pt x="1083423" y="1377844"/>
                  </a:lnTo>
                  <a:lnTo>
                    <a:pt x="1083429" y="1377859"/>
                  </a:lnTo>
                  <a:lnTo>
                    <a:pt x="1083431" y="1377874"/>
                  </a:lnTo>
                  <a:lnTo>
                    <a:pt x="1083431" y="1377882"/>
                  </a:lnTo>
                  <a:lnTo>
                    <a:pt x="1083429" y="1377893"/>
                  </a:lnTo>
                  <a:lnTo>
                    <a:pt x="1083425" y="1377904"/>
                  </a:lnTo>
                  <a:lnTo>
                    <a:pt x="1083419" y="1377919"/>
                  </a:lnTo>
                  <a:lnTo>
                    <a:pt x="1083405" y="1377949"/>
                  </a:lnTo>
                  <a:lnTo>
                    <a:pt x="1083399" y="1377964"/>
                  </a:lnTo>
                  <a:lnTo>
                    <a:pt x="1083390" y="1377979"/>
                  </a:lnTo>
                  <a:lnTo>
                    <a:pt x="1083385" y="1377986"/>
                  </a:lnTo>
                  <a:lnTo>
                    <a:pt x="1083383" y="1377994"/>
                  </a:lnTo>
                  <a:lnTo>
                    <a:pt x="1083396" y="1378000"/>
                  </a:lnTo>
                  <a:lnTo>
                    <a:pt x="1083410" y="1378006"/>
                  </a:lnTo>
                  <a:lnTo>
                    <a:pt x="1083424" y="1378012"/>
                  </a:lnTo>
                  <a:lnTo>
                    <a:pt x="1083453" y="1378016"/>
                  </a:lnTo>
                  <a:lnTo>
                    <a:pt x="1083467" y="1378017"/>
                  </a:lnTo>
                  <a:lnTo>
                    <a:pt x="1083495" y="1378022"/>
                  </a:lnTo>
                  <a:lnTo>
                    <a:pt x="1083509" y="1378022"/>
                  </a:lnTo>
                  <a:lnTo>
                    <a:pt x="1083524" y="1378023"/>
                  </a:lnTo>
                  <a:lnTo>
                    <a:pt x="1083552" y="1378024"/>
                  </a:lnTo>
                  <a:lnTo>
                    <a:pt x="1083567" y="1378023"/>
                  </a:lnTo>
                  <a:lnTo>
                    <a:pt x="1083581" y="1378024"/>
                  </a:lnTo>
                  <a:lnTo>
                    <a:pt x="1083609" y="1378029"/>
                  </a:lnTo>
                  <a:lnTo>
                    <a:pt x="1083623" y="1378030"/>
                  </a:lnTo>
                  <a:lnTo>
                    <a:pt x="1083637" y="1378028"/>
                  </a:lnTo>
                  <a:lnTo>
                    <a:pt x="1083652" y="1378028"/>
                  </a:lnTo>
                  <a:lnTo>
                    <a:pt x="1083662" y="1378027"/>
                  </a:lnTo>
                  <a:lnTo>
                    <a:pt x="1083680" y="1378024"/>
                  </a:lnTo>
                  <a:lnTo>
                    <a:pt x="1083695" y="1378025"/>
                  </a:lnTo>
                  <a:lnTo>
                    <a:pt x="1083700" y="1378027"/>
                  </a:lnTo>
                  <a:lnTo>
                    <a:pt x="1083709" y="1378034"/>
                  </a:lnTo>
                  <a:lnTo>
                    <a:pt x="1083721" y="1378047"/>
                  </a:lnTo>
                  <a:lnTo>
                    <a:pt x="1083732" y="1378062"/>
                  </a:lnTo>
                  <a:lnTo>
                    <a:pt x="1083742" y="1378077"/>
                  </a:lnTo>
                  <a:lnTo>
                    <a:pt x="1083745" y="1378081"/>
                  </a:lnTo>
                  <a:lnTo>
                    <a:pt x="1083754" y="1378101"/>
                  </a:lnTo>
                  <a:lnTo>
                    <a:pt x="1083762" y="1378120"/>
                  </a:lnTo>
                  <a:lnTo>
                    <a:pt x="1083767" y="1378135"/>
                  </a:lnTo>
                  <a:lnTo>
                    <a:pt x="1083769" y="1378150"/>
                  </a:lnTo>
                  <a:lnTo>
                    <a:pt x="1083773" y="1378180"/>
                  </a:lnTo>
                  <a:lnTo>
                    <a:pt x="1083777" y="1378195"/>
                  </a:lnTo>
                  <a:lnTo>
                    <a:pt x="1083780" y="1378199"/>
                  </a:lnTo>
                  <a:lnTo>
                    <a:pt x="1083790" y="1378208"/>
                  </a:lnTo>
                  <a:lnTo>
                    <a:pt x="1083798" y="1378214"/>
                  </a:lnTo>
                  <a:lnTo>
                    <a:pt x="1083801" y="1378221"/>
                  </a:lnTo>
                  <a:lnTo>
                    <a:pt x="1083798" y="1378238"/>
                  </a:lnTo>
                  <a:lnTo>
                    <a:pt x="1083794" y="1378251"/>
                  </a:lnTo>
                  <a:lnTo>
                    <a:pt x="1083789" y="1378267"/>
                  </a:lnTo>
                  <a:lnTo>
                    <a:pt x="1083789" y="1378275"/>
                  </a:lnTo>
                  <a:lnTo>
                    <a:pt x="1083793" y="1378287"/>
                  </a:lnTo>
                  <a:lnTo>
                    <a:pt x="1083798" y="1378296"/>
                  </a:lnTo>
                  <a:lnTo>
                    <a:pt x="1083801" y="1378299"/>
                  </a:lnTo>
                  <a:lnTo>
                    <a:pt x="1083807" y="1378315"/>
                  </a:lnTo>
                  <a:lnTo>
                    <a:pt x="1083812" y="1378327"/>
                  </a:lnTo>
                  <a:lnTo>
                    <a:pt x="1083816" y="1378337"/>
                  </a:lnTo>
                  <a:lnTo>
                    <a:pt x="1083819" y="1378342"/>
                  </a:lnTo>
                  <a:lnTo>
                    <a:pt x="1083823" y="1378357"/>
                  </a:lnTo>
                  <a:lnTo>
                    <a:pt x="1083828" y="1378372"/>
                  </a:lnTo>
                  <a:lnTo>
                    <a:pt x="1083834" y="1378382"/>
                  </a:lnTo>
                  <a:lnTo>
                    <a:pt x="1083838" y="1378391"/>
                  </a:lnTo>
                  <a:lnTo>
                    <a:pt x="1083842" y="1378412"/>
                  </a:lnTo>
                  <a:lnTo>
                    <a:pt x="1083840" y="1378422"/>
                  </a:lnTo>
                  <a:lnTo>
                    <a:pt x="1083838" y="1378429"/>
                  </a:lnTo>
                  <a:lnTo>
                    <a:pt x="1083834" y="1378436"/>
                  </a:lnTo>
                  <a:lnTo>
                    <a:pt x="1083825" y="1378451"/>
                  </a:lnTo>
                  <a:lnTo>
                    <a:pt x="1083818" y="1378466"/>
                  </a:lnTo>
                  <a:lnTo>
                    <a:pt x="1083809" y="1378481"/>
                  </a:lnTo>
                  <a:lnTo>
                    <a:pt x="1083801" y="1378496"/>
                  </a:lnTo>
                  <a:lnTo>
                    <a:pt x="1083793" y="1378511"/>
                  </a:lnTo>
                  <a:lnTo>
                    <a:pt x="1083783" y="1378526"/>
                  </a:lnTo>
                  <a:lnTo>
                    <a:pt x="1083772" y="1378541"/>
                  </a:lnTo>
                  <a:lnTo>
                    <a:pt x="1083766" y="1378549"/>
                  </a:lnTo>
                  <a:lnTo>
                    <a:pt x="1083766" y="1378556"/>
                  </a:lnTo>
                  <a:lnTo>
                    <a:pt x="1083779" y="1378570"/>
                  </a:lnTo>
                  <a:lnTo>
                    <a:pt x="1083791" y="1378584"/>
                  </a:lnTo>
                  <a:lnTo>
                    <a:pt x="1083801" y="1378596"/>
                  </a:lnTo>
                  <a:lnTo>
                    <a:pt x="1083815" y="1378613"/>
                  </a:lnTo>
                  <a:lnTo>
                    <a:pt x="1083827" y="1378628"/>
                  </a:lnTo>
                  <a:lnTo>
                    <a:pt x="1083839" y="1378641"/>
                  </a:lnTo>
                  <a:lnTo>
                    <a:pt x="1083853" y="1378654"/>
                  </a:lnTo>
                  <a:lnTo>
                    <a:pt x="1083867" y="1378667"/>
                  </a:lnTo>
                  <a:lnTo>
                    <a:pt x="1083880" y="1378680"/>
                  </a:lnTo>
                  <a:lnTo>
                    <a:pt x="1083920" y="1378715"/>
                  </a:lnTo>
                  <a:lnTo>
                    <a:pt x="1083931" y="1378720"/>
                  </a:lnTo>
                  <a:lnTo>
                    <a:pt x="1083945" y="1378723"/>
                  </a:lnTo>
                  <a:lnTo>
                    <a:pt x="1083960" y="1378720"/>
                  </a:lnTo>
                  <a:lnTo>
                    <a:pt x="1083974" y="1378716"/>
                  </a:lnTo>
                  <a:lnTo>
                    <a:pt x="1083988" y="1378714"/>
                  </a:lnTo>
                  <a:lnTo>
                    <a:pt x="1084002" y="1378713"/>
                  </a:lnTo>
                  <a:lnTo>
                    <a:pt x="1084017" y="1378714"/>
                  </a:lnTo>
                  <a:lnTo>
                    <a:pt x="1084022" y="1378716"/>
                  </a:lnTo>
                  <a:lnTo>
                    <a:pt x="1084032" y="1378724"/>
                  </a:lnTo>
                  <a:lnTo>
                    <a:pt x="1084035" y="1378731"/>
                  </a:lnTo>
                  <a:lnTo>
                    <a:pt x="1084036" y="1378738"/>
                  </a:lnTo>
                  <a:lnTo>
                    <a:pt x="1084038" y="1378754"/>
                  </a:lnTo>
                  <a:lnTo>
                    <a:pt x="1084043" y="1378769"/>
                  </a:lnTo>
                  <a:lnTo>
                    <a:pt x="1084046" y="1378773"/>
                  </a:lnTo>
                  <a:lnTo>
                    <a:pt x="1084051" y="1378780"/>
                  </a:lnTo>
                  <a:lnTo>
                    <a:pt x="1084058" y="1378786"/>
                  </a:lnTo>
                  <a:lnTo>
                    <a:pt x="1084068" y="1378792"/>
                  </a:lnTo>
                  <a:lnTo>
                    <a:pt x="1084082" y="1378803"/>
                  </a:lnTo>
                  <a:lnTo>
                    <a:pt x="1084093" y="1378819"/>
                  </a:lnTo>
                  <a:lnTo>
                    <a:pt x="1084096" y="1378834"/>
                  </a:lnTo>
                  <a:lnTo>
                    <a:pt x="1084097" y="1378849"/>
                  </a:lnTo>
                  <a:lnTo>
                    <a:pt x="1084096" y="1378864"/>
                  </a:lnTo>
                  <a:lnTo>
                    <a:pt x="1084095" y="1378894"/>
                  </a:lnTo>
                  <a:lnTo>
                    <a:pt x="1084096" y="1378909"/>
                  </a:lnTo>
                  <a:lnTo>
                    <a:pt x="1084102" y="1378926"/>
                  </a:lnTo>
                  <a:lnTo>
                    <a:pt x="1084109" y="1378939"/>
                  </a:lnTo>
                  <a:lnTo>
                    <a:pt x="1084117" y="1378955"/>
                  </a:lnTo>
                  <a:lnTo>
                    <a:pt x="1084122" y="1378963"/>
                  </a:lnTo>
                  <a:lnTo>
                    <a:pt x="1084123" y="1378970"/>
                  </a:lnTo>
                  <a:lnTo>
                    <a:pt x="1084124" y="1378985"/>
                  </a:lnTo>
                  <a:lnTo>
                    <a:pt x="1084126" y="1379030"/>
                  </a:lnTo>
                  <a:lnTo>
                    <a:pt x="1084124" y="1379046"/>
                  </a:lnTo>
                  <a:lnTo>
                    <a:pt x="1084120" y="1379051"/>
                  </a:lnTo>
                  <a:lnTo>
                    <a:pt x="1084116" y="1379054"/>
                  </a:lnTo>
                  <a:lnTo>
                    <a:pt x="1084101" y="1379065"/>
                  </a:lnTo>
                  <a:lnTo>
                    <a:pt x="1084088" y="1379077"/>
                  </a:lnTo>
                  <a:lnTo>
                    <a:pt x="1084077" y="1379093"/>
                  </a:lnTo>
                  <a:lnTo>
                    <a:pt x="1084073" y="1379097"/>
                  </a:lnTo>
                  <a:lnTo>
                    <a:pt x="1084068" y="1379106"/>
                  </a:lnTo>
                  <a:lnTo>
                    <a:pt x="1084065" y="1379121"/>
                  </a:lnTo>
                  <a:lnTo>
                    <a:pt x="1084064" y="1379136"/>
                  </a:lnTo>
                  <a:lnTo>
                    <a:pt x="1084063" y="1379151"/>
                  </a:lnTo>
                  <a:lnTo>
                    <a:pt x="1084062" y="1379166"/>
                  </a:lnTo>
                  <a:lnTo>
                    <a:pt x="1084061" y="1379173"/>
                  </a:lnTo>
                  <a:lnTo>
                    <a:pt x="1084062" y="1379182"/>
                  </a:lnTo>
                  <a:lnTo>
                    <a:pt x="1084062" y="1379197"/>
                  </a:lnTo>
                  <a:lnTo>
                    <a:pt x="1084061" y="1379212"/>
                  </a:lnTo>
                  <a:lnTo>
                    <a:pt x="1084059" y="1379227"/>
                  </a:lnTo>
                  <a:lnTo>
                    <a:pt x="1084057" y="1379242"/>
                  </a:lnTo>
                  <a:lnTo>
                    <a:pt x="1084058" y="1379257"/>
                  </a:lnTo>
                  <a:lnTo>
                    <a:pt x="1084058" y="1379272"/>
                  </a:lnTo>
                  <a:lnTo>
                    <a:pt x="1084064" y="1379332"/>
                  </a:lnTo>
                  <a:lnTo>
                    <a:pt x="1084065" y="1379347"/>
                  </a:lnTo>
                  <a:lnTo>
                    <a:pt x="1084068" y="1379362"/>
                  </a:lnTo>
                  <a:lnTo>
                    <a:pt x="1084073" y="1379393"/>
                  </a:lnTo>
                  <a:lnTo>
                    <a:pt x="1084077" y="1379408"/>
                  </a:lnTo>
                  <a:lnTo>
                    <a:pt x="1084078" y="1379413"/>
                  </a:lnTo>
                  <a:lnTo>
                    <a:pt x="1084079" y="1379425"/>
                  </a:lnTo>
                  <a:lnTo>
                    <a:pt x="1084079" y="1379431"/>
                  </a:lnTo>
                  <a:lnTo>
                    <a:pt x="1084081" y="1379445"/>
                  </a:lnTo>
                  <a:lnTo>
                    <a:pt x="1084083" y="1379451"/>
                  </a:lnTo>
                  <a:lnTo>
                    <a:pt x="1084089" y="1379464"/>
                  </a:lnTo>
                  <a:lnTo>
                    <a:pt x="1084092" y="1379484"/>
                  </a:lnTo>
                  <a:lnTo>
                    <a:pt x="1084089" y="1379498"/>
                  </a:lnTo>
                  <a:lnTo>
                    <a:pt x="1084086" y="1379508"/>
                  </a:lnTo>
                  <a:lnTo>
                    <a:pt x="1084081" y="1379513"/>
                  </a:lnTo>
                  <a:lnTo>
                    <a:pt x="1084067" y="1379528"/>
                  </a:lnTo>
                  <a:lnTo>
                    <a:pt x="1084053" y="1379539"/>
                  </a:lnTo>
                  <a:lnTo>
                    <a:pt x="1084038" y="1379547"/>
                  </a:lnTo>
                  <a:lnTo>
                    <a:pt x="1084021" y="1379557"/>
                  </a:lnTo>
                  <a:lnTo>
                    <a:pt x="1084015" y="1379562"/>
                  </a:lnTo>
                  <a:lnTo>
                    <a:pt x="1084016" y="1379568"/>
                  </a:lnTo>
                  <a:lnTo>
                    <a:pt x="1084026" y="1379582"/>
                  </a:lnTo>
                  <a:lnTo>
                    <a:pt x="1084034" y="1379597"/>
                  </a:lnTo>
                  <a:lnTo>
                    <a:pt x="1084036" y="1379612"/>
                  </a:lnTo>
                  <a:lnTo>
                    <a:pt x="1084037" y="1379627"/>
                  </a:lnTo>
                  <a:lnTo>
                    <a:pt x="1084038" y="1379642"/>
                  </a:lnTo>
                  <a:lnTo>
                    <a:pt x="1084036" y="1379657"/>
                  </a:lnTo>
                  <a:lnTo>
                    <a:pt x="1084037" y="1379672"/>
                  </a:lnTo>
                  <a:lnTo>
                    <a:pt x="1084039" y="1379679"/>
                  </a:lnTo>
                  <a:lnTo>
                    <a:pt x="1084045" y="1379688"/>
                  </a:lnTo>
                  <a:lnTo>
                    <a:pt x="1084048" y="1379691"/>
                  </a:lnTo>
                  <a:lnTo>
                    <a:pt x="1084058" y="1379694"/>
                  </a:lnTo>
                  <a:lnTo>
                    <a:pt x="1084072" y="1379696"/>
                  </a:lnTo>
                  <a:lnTo>
                    <a:pt x="1084086" y="1379701"/>
                  </a:lnTo>
                  <a:lnTo>
                    <a:pt x="1084100" y="1379706"/>
                  </a:lnTo>
                  <a:lnTo>
                    <a:pt x="1084114" y="1379713"/>
                  </a:lnTo>
                  <a:lnTo>
                    <a:pt x="1084129" y="1379718"/>
                  </a:lnTo>
                  <a:lnTo>
                    <a:pt x="1084143" y="1379723"/>
                  </a:lnTo>
                  <a:lnTo>
                    <a:pt x="1084157" y="1379727"/>
                  </a:lnTo>
                  <a:lnTo>
                    <a:pt x="1084171" y="1379733"/>
                  </a:lnTo>
                  <a:lnTo>
                    <a:pt x="1084185" y="1379737"/>
                  </a:lnTo>
                  <a:lnTo>
                    <a:pt x="1084200" y="1379738"/>
                  </a:lnTo>
                  <a:lnTo>
                    <a:pt x="1084214" y="1379737"/>
                  </a:lnTo>
                  <a:lnTo>
                    <a:pt x="1084228" y="1379735"/>
                  </a:lnTo>
                  <a:lnTo>
                    <a:pt x="1084242" y="1379731"/>
                  </a:lnTo>
                  <a:lnTo>
                    <a:pt x="1084256" y="1379728"/>
                  </a:lnTo>
                  <a:lnTo>
                    <a:pt x="1084285" y="1379723"/>
                  </a:lnTo>
                  <a:lnTo>
                    <a:pt x="1084299" y="1379724"/>
                  </a:lnTo>
                  <a:lnTo>
                    <a:pt x="1084317" y="1379726"/>
                  </a:lnTo>
                  <a:lnTo>
                    <a:pt x="1084327" y="1379732"/>
                  </a:lnTo>
                  <a:lnTo>
                    <a:pt x="1084342" y="1379737"/>
                  </a:lnTo>
                  <a:lnTo>
                    <a:pt x="1084384" y="1379753"/>
                  </a:lnTo>
                  <a:lnTo>
                    <a:pt x="1084398" y="1379757"/>
                  </a:lnTo>
                  <a:lnTo>
                    <a:pt x="1084409" y="1379761"/>
                  </a:lnTo>
                  <a:lnTo>
                    <a:pt x="1084427" y="1379767"/>
                  </a:lnTo>
                  <a:lnTo>
                    <a:pt x="1084442" y="1379773"/>
                  </a:lnTo>
                  <a:lnTo>
                    <a:pt x="1084454" y="1379785"/>
                  </a:lnTo>
                  <a:lnTo>
                    <a:pt x="1084463" y="1379800"/>
                  </a:lnTo>
                  <a:lnTo>
                    <a:pt x="1084468" y="1379815"/>
                  </a:lnTo>
                  <a:lnTo>
                    <a:pt x="1084471" y="1379831"/>
                  </a:lnTo>
                  <a:lnTo>
                    <a:pt x="1084474" y="1379845"/>
                  </a:lnTo>
                  <a:lnTo>
                    <a:pt x="1084478" y="1379861"/>
                  </a:lnTo>
                  <a:lnTo>
                    <a:pt x="1084484" y="1379891"/>
                  </a:lnTo>
                  <a:lnTo>
                    <a:pt x="1084486" y="1379906"/>
                  </a:lnTo>
                  <a:lnTo>
                    <a:pt x="1084488" y="1379921"/>
                  </a:lnTo>
                  <a:lnTo>
                    <a:pt x="1084492" y="1379936"/>
                  </a:lnTo>
                  <a:lnTo>
                    <a:pt x="1084501" y="1379951"/>
                  </a:lnTo>
                  <a:lnTo>
                    <a:pt x="1084511" y="1379962"/>
                  </a:lnTo>
                  <a:lnTo>
                    <a:pt x="1084515" y="1379964"/>
                  </a:lnTo>
                  <a:lnTo>
                    <a:pt x="1084529" y="1379970"/>
                  </a:lnTo>
                  <a:lnTo>
                    <a:pt x="1084543" y="1379975"/>
                  </a:lnTo>
                  <a:lnTo>
                    <a:pt x="1084557" y="1379982"/>
                  </a:lnTo>
                  <a:lnTo>
                    <a:pt x="1084571" y="1379990"/>
                  </a:lnTo>
                  <a:lnTo>
                    <a:pt x="1084587" y="1380001"/>
                  </a:lnTo>
                  <a:lnTo>
                    <a:pt x="1084593" y="1380010"/>
                  </a:lnTo>
                  <a:lnTo>
                    <a:pt x="1084595" y="1380014"/>
                  </a:lnTo>
                  <a:lnTo>
                    <a:pt x="1084612" y="1380045"/>
                  </a:lnTo>
                  <a:lnTo>
                    <a:pt x="1084622" y="1380060"/>
                  </a:lnTo>
                  <a:lnTo>
                    <a:pt x="1084634" y="1380076"/>
                  </a:lnTo>
                  <a:lnTo>
                    <a:pt x="1084646" y="1380090"/>
                  </a:lnTo>
                  <a:lnTo>
                    <a:pt x="1084658" y="1380105"/>
                  </a:lnTo>
                  <a:lnTo>
                    <a:pt x="1084687" y="1380137"/>
                  </a:lnTo>
                  <a:lnTo>
                    <a:pt x="1084698" y="1380159"/>
                  </a:lnTo>
                  <a:lnTo>
                    <a:pt x="1084700" y="1380169"/>
                  </a:lnTo>
                  <a:lnTo>
                    <a:pt x="1084701" y="1380184"/>
                  </a:lnTo>
                  <a:lnTo>
                    <a:pt x="1084700" y="1380204"/>
                  </a:lnTo>
                  <a:lnTo>
                    <a:pt x="1084695" y="1380237"/>
                  </a:lnTo>
                  <a:lnTo>
                    <a:pt x="1084695" y="1380252"/>
                  </a:lnTo>
                  <a:lnTo>
                    <a:pt x="1084696" y="1380260"/>
                  </a:lnTo>
                  <a:lnTo>
                    <a:pt x="1084699" y="1380269"/>
                  </a:lnTo>
                  <a:lnTo>
                    <a:pt x="1084704" y="1380276"/>
                  </a:lnTo>
                  <a:lnTo>
                    <a:pt x="1084710" y="1380281"/>
                  </a:lnTo>
                  <a:lnTo>
                    <a:pt x="1084724" y="1380290"/>
                  </a:lnTo>
                  <a:lnTo>
                    <a:pt x="1084738" y="1380298"/>
                  </a:lnTo>
                  <a:lnTo>
                    <a:pt x="1084752" y="1380309"/>
                  </a:lnTo>
                  <a:lnTo>
                    <a:pt x="1084766" y="1380324"/>
                  </a:lnTo>
                  <a:lnTo>
                    <a:pt x="1084769" y="1380332"/>
                  </a:lnTo>
                  <a:lnTo>
                    <a:pt x="1084785" y="1380388"/>
                  </a:lnTo>
                  <a:lnTo>
                    <a:pt x="1084789" y="1380404"/>
                  </a:lnTo>
                  <a:lnTo>
                    <a:pt x="1084794" y="1380419"/>
                  </a:lnTo>
                  <a:lnTo>
                    <a:pt x="1084801" y="1380434"/>
                  </a:lnTo>
                  <a:lnTo>
                    <a:pt x="1084809" y="1380449"/>
                  </a:lnTo>
                  <a:lnTo>
                    <a:pt x="1084815" y="1380459"/>
                  </a:lnTo>
                  <a:lnTo>
                    <a:pt x="1084818" y="1380468"/>
                  </a:lnTo>
                  <a:lnTo>
                    <a:pt x="1084819" y="1380479"/>
                  </a:lnTo>
                  <a:lnTo>
                    <a:pt x="1084816" y="1380494"/>
                  </a:lnTo>
                  <a:lnTo>
                    <a:pt x="1084812" y="1380509"/>
                  </a:lnTo>
                  <a:lnTo>
                    <a:pt x="1084806" y="1380524"/>
                  </a:lnTo>
                  <a:lnTo>
                    <a:pt x="1084799" y="1380539"/>
                  </a:lnTo>
                  <a:lnTo>
                    <a:pt x="1084797" y="1380546"/>
                  </a:lnTo>
                  <a:lnTo>
                    <a:pt x="1084797" y="1380554"/>
                  </a:lnTo>
                  <a:lnTo>
                    <a:pt x="1084798" y="1380561"/>
                  </a:lnTo>
                  <a:lnTo>
                    <a:pt x="1084802" y="1380570"/>
                  </a:lnTo>
                  <a:lnTo>
                    <a:pt x="1084810" y="1380585"/>
                  </a:lnTo>
                  <a:lnTo>
                    <a:pt x="1084817" y="1380600"/>
                  </a:lnTo>
                  <a:lnTo>
                    <a:pt x="1084826" y="1380615"/>
                  </a:lnTo>
                  <a:lnTo>
                    <a:pt x="1084832" y="1380630"/>
                  </a:lnTo>
                  <a:lnTo>
                    <a:pt x="1084837" y="1380645"/>
                  </a:lnTo>
                  <a:lnTo>
                    <a:pt x="1084840" y="1380660"/>
                  </a:lnTo>
                  <a:lnTo>
                    <a:pt x="1084842" y="1380668"/>
                  </a:lnTo>
                  <a:lnTo>
                    <a:pt x="1084842" y="1380675"/>
                  </a:lnTo>
                  <a:lnTo>
                    <a:pt x="1084842" y="1380725"/>
                  </a:lnTo>
                  <a:lnTo>
                    <a:pt x="1084841" y="1380730"/>
                  </a:lnTo>
                  <a:lnTo>
                    <a:pt x="1084840" y="1380738"/>
                  </a:lnTo>
                  <a:lnTo>
                    <a:pt x="1084837" y="1380745"/>
                  </a:lnTo>
                  <a:lnTo>
                    <a:pt x="1084828" y="1380760"/>
                  </a:lnTo>
                  <a:lnTo>
                    <a:pt x="1084816" y="1380773"/>
                  </a:lnTo>
                  <a:lnTo>
                    <a:pt x="1084803" y="1380786"/>
                  </a:lnTo>
                  <a:lnTo>
                    <a:pt x="1084789" y="1380799"/>
                  </a:lnTo>
                  <a:lnTo>
                    <a:pt x="1084774" y="1380809"/>
                  </a:lnTo>
                  <a:lnTo>
                    <a:pt x="1084760" y="1380818"/>
                  </a:lnTo>
                  <a:lnTo>
                    <a:pt x="1084745" y="1380824"/>
                  </a:lnTo>
                  <a:lnTo>
                    <a:pt x="1084731" y="1380830"/>
                  </a:lnTo>
                  <a:lnTo>
                    <a:pt x="1084717" y="1380835"/>
                  </a:lnTo>
                  <a:lnTo>
                    <a:pt x="1084704" y="1380838"/>
                  </a:lnTo>
                  <a:lnTo>
                    <a:pt x="1084701" y="1380842"/>
                  </a:lnTo>
                  <a:lnTo>
                    <a:pt x="1084701" y="1380849"/>
                  </a:lnTo>
                  <a:lnTo>
                    <a:pt x="1084713" y="1380853"/>
                  </a:lnTo>
                  <a:lnTo>
                    <a:pt x="1084727" y="1380859"/>
                  </a:lnTo>
                  <a:lnTo>
                    <a:pt x="1084741" y="1380869"/>
                  </a:lnTo>
                  <a:lnTo>
                    <a:pt x="1084755" y="1380877"/>
                  </a:lnTo>
                  <a:lnTo>
                    <a:pt x="1084769" y="1380888"/>
                  </a:lnTo>
                  <a:lnTo>
                    <a:pt x="1084783" y="1380899"/>
                  </a:lnTo>
                  <a:lnTo>
                    <a:pt x="1084797" y="1380911"/>
                  </a:lnTo>
                  <a:lnTo>
                    <a:pt x="1084811" y="1380923"/>
                  </a:lnTo>
                  <a:lnTo>
                    <a:pt x="1084823" y="1380936"/>
                  </a:lnTo>
                  <a:lnTo>
                    <a:pt x="1084834" y="1380952"/>
                  </a:lnTo>
                  <a:lnTo>
                    <a:pt x="1084843" y="1380967"/>
                  </a:lnTo>
                  <a:lnTo>
                    <a:pt x="1084846" y="1380982"/>
                  </a:lnTo>
                  <a:lnTo>
                    <a:pt x="1084849" y="1381012"/>
                  </a:lnTo>
                  <a:lnTo>
                    <a:pt x="1084852" y="1381027"/>
                  </a:lnTo>
                  <a:lnTo>
                    <a:pt x="1084852" y="1381058"/>
                  </a:lnTo>
                  <a:lnTo>
                    <a:pt x="1084850" y="1381073"/>
                  </a:lnTo>
                  <a:lnTo>
                    <a:pt x="1084849" y="1381088"/>
                  </a:lnTo>
                  <a:lnTo>
                    <a:pt x="1084850" y="1381103"/>
                  </a:lnTo>
                  <a:lnTo>
                    <a:pt x="1084853" y="1381118"/>
                  </a:lnTo>
                  <a:lnTo>
                    <a:pt x="1084854" y="1381126"/>
                  </a:lnTo>
                  <a:lnTo>
                    <a:pt x="1084858" y="1381133"/>
                  </a:lnTo>
                  <a:lnTo>
                    <a:pt x="1084861" y="1381148"/>
                  </a:lnTo>
                  <a:lnTo>
                    <a:pt x="1084864" y="1381155"/>
                  </a:lnTo>
                  <a:lnTo>
                    <a:pt x="1084863" y="1381163"/>
                  </a:lnTo>
                  <a:lnTo>
                    <a:pt x="1084864" y="1381178"/>
                  </a:lnTo>
                  <a:lnTo>
                    <a:pt x="1084863" y="1381193"/>
                  </a:lnTo>
                  <a:lnTo>
                    <a:pt x="1084862" y="1381208"/>
                  </a:lnTo>
                  <a:lnTo>
                    <a:pt x="1084862" y="1381218"/>
                  </a:lnTo>
                  <a:lnTo>
                    <a:pt x="1084867" y="1381224"/>
                  </a:lnTo>
                  <a:lnTo>
                    <a:pt x="1084879" y="1381226"/>
                  </a:lnTo>
                  <a:lnTo>
                    <a:pt x="1084893" y="1381230"/>
                  </a:lnTo>
                  <a:lnTo>
                    <a:pt x="1084907" y="1381235"/>
                  </a:lnTo>
                  <a:lnTo>
                    <a:pt x="1084922" y="1381241"/>
                  </a:lnTo>
                  <a:lnTo>
                    <a:pt x="1084936" y="1381252"/>
                  </a:lnTo>
                  <a:lnTo>
                    <a:pt x="1084940" y="1381258"/>
                  </a:lnTo>
                  <a:lnTo>
                    <a:pt x="1084941" y="1381267"/>
                  </a:lnTo>
                  <a:lnTo>
                    <a:pt x="1084938" y="1381282"/>
                  </a:lnTo>
                  <a:lnTo>
                    <a:pt x="1084937" y="1381297"/>
                  </a:lnTo>
                  <a:lnTo>
                    <a:pt x="1084936" y="1381312"/>
                  </a:lnTo>
                  <a:lnTo>
                    <a:pt x="1084937" y="1381327"/>
                  </a:lnTo>
                  <a:lnTo>
                    <a:pt x="1084939" y="1381342"/>
                  </a:lnTo>
                  <a:lnTo>
                    <a:pt x="1084939" y="1381349"/>
                  </a:lnTo>
                  <a:lnTo>
                    <a:pt x="1084934" y="1381357"/>
                  </a:lnTo>
                  <a:lnTo>
                    <a:pt x="1084920" y="1381369"/>
                  </a:lnTo>
                  <a:lnTo>
                    <a:pt x="1084914" y="1381380"/>
                  </a:lnTo>
                  <a:lnTo>
                    <a:pt x="1084930" y="1381383"/>
                  </a:lnTo>
                  <a:lnTo>
                    <a:pt x="1084944" y="1381387"/>
                  </a:lnTo>
                  <a:lnTo>
                    <a:pt x="1084958" y="1381395"/>
                  </a:lnTo>
                  <a:lnTo>
                    <a:pt x="1084965" y="1381404"/>
                  </a:lnTo>
                  <a:lnTo>
                    <a:pt x="1084974" y="1381419"/>
                  </a:lnTo>
                  <a:lnTo>
                    <a:pt x="1084983" y="1381434"/>
                  </a:lnTo>
                  <a:lnTo>
                    <a:pt x="1084987" y="1381439"/>
                  </a:lnTo>
                  <a:lnTo>
                    <a:pt x="1084996" y="1381446"/>
                  </a:lnTo>
                  <a:lnTo>
                    <a:pt x="1085025" y="1381454"/>
                  </a:lnTo>
                  <a:lnTo>
                    <a:pt x="1085039" y="1381459"/>
                  </a:lnTo>
                  <a:lnTo>
                    <a:pt x="1085056" y="1381468"/>
                  </a:lnTo>
                  <a:lnTo>
                    <a:pt x="1085067" y="1381477"/>
                  </a:lnTo>
                  <a:lnTo>
                    <a:pt x="1085070" y="1381481"/>
                  </a:lnTo>
                  <a:lnTo>
                    <a:pt x="1085076" y="1381492"/>
                  </a:lnTo>
                  <a:lnTo>
                    <a:pt x="1085085" y="1381507"/>
                  </a:lnTo>
                  <a:lnTo>
                    <a:pt x="1085113" y="1381530"/>
                  </a:lnTo>
                  <a:lnTo>
                    <a:pt x="1085127" y="1381544"/>
                  </a:lnTo>
                  <a:lnTo>
                    <a:pt x="1085135" y="1381560"/>
                  </a:lnTo>
                  <a:lnTo>
                    <a:pt x="1085141" y="1381575"/>
                  </a:lnTo>
                  <a:lnTo>
                    <a:pt x="1085146" y="1381590"/>
                  </a:lnTo>
                  <a:lnTo>
                    <a:pt x="1085153" y="1381605"/>
                  </a:lnTo>
                  <a:lnTo>
                    <a:pt x="1085158" y="1381608"/>
                  </a:lnTo>
                  <a:lnTo>
                    <a:pt x="1085167" y="1381610"/>
                  </a:lnTo>
                  <a:lnTo>
                    <a:pt x="1085181" y="1381613"/>
                  </a:lnTo>
                  <a:lnTo>
                    <a:pt x="1085196" y="1381618"/>
                  </a:lnTo>
                  <a:lnTo>
                    <a:pt x="1085210" y="1381623"/>
                  </a:lnTo>
                  <a:lnTo>
                    <a:pt x="1085224" y="1381630"/>
                  </a:lnTo>
                  <a:lnTo>
                    <a:pt x="1085238" y="1381639"/>
                  </a:lnTo>
                  <a:lnTo>
                    <a:pt x="1085252" y="1381651"/>
                  </a:lnTo>
                  <a:lnTo>
                    <a:pt x="1085261" y="1381665"/>
                  </a:lnTo>
                  <a:lnTo>
                    <a:pt x="1085267" y="1381681"/>
                  </a:lnTo>
                  <a:lnTo>
                    <a:pt x="1085274" y="1381695"/>
                  </a:lnTo>
                  <a:lnTo>
                    <a:pt x="1085285" y="1381709"/>
                  </a:lnTo>
                  <a:lnTo>
                    <a:pt x="1085296" y="1381724"/>
                  </a:lnTo>
                  <a:lnTo>
                    <a:pt x="1085309" y="1381739"/>
                  </a:lnTo>
                  <a:lnTo>
                    <a:pt x="1085321" y="1381753"/>
                  </a:lnTo>
                  <a:lnTo>
                    <a:pt x="1085332" y="1381767"/>
                  </a:lnTo>
                  <a:lnTo>
                    <a:pt x="1085337" y="1381772"/>
                  </a:lnTo>
                  <a:lnTo>
                    <a:pt x="1085342" y="1381778"/>
                  </a:lnTo>
                  <a:lnTo>
                    <a:pt x="1085350" y="1381797"/>
                  </a:lnTo>
                  <a:lnTo>
                    <a:pt x="1085356" y="1381813"/>
                  </a:lnTo>
                  <a:lnTo>
                    <a:pt x="1085362" y="1381828"/>
                  </a:lnTo>
                  <a:lnTo>
                    <a:pt x="1085371" y="1381843"/>
                  </a:lnTo>
                  <a:lnTo>
                    <a:pt x="1085384" y="1381858"/>
                  </a:lnTo>
                  <a:lnTo>
                    <a:pt x="1085397" y="1381870"/>
                  </a:lnTo>
                  <a:lnTo>
                    <a:pt x="1085401" y="1381874"/>
                  </a:lnTo>
                  <a:lnTo>
                    <a:pt x="1085406" y="1381879"/>
                  </a:lnTo>
                  <a:lnTo>
                    <a:pt x="1085408" y="1381884"/>
                  </a:lnTo>
                  <a:lnTo>
                    <a:pt x="1085411" y="1381891"/>
                  </a:lnTo>
                  <a:lnTo>
                    <a:pt x="1085413" y="1381899"/>
                  </a:lnTo>
                  <a:lnTo>
                    <a:pt x="1085416" y="1381907"/>
                  </a:lnTo>
                  <a:lnTo>
                    <a:pt x="1085422" y="1381909"/>
                  </a:lnTo>
                  <a:lnTo>
                    <a:pt x="1085437" y="1381911"/>
                  </a:lnTo>
                  <a:lnTo>
                    <a:pt x="1085451" y="1381913"/>
                  </a:lnTo>
                  <a:lnTo>
                    <a:pt x="1085465" y="1381915"/>
                  </a:lnTo>
                  <a:lnTo>
                    <a:pt x="1085479" y="1381920"/>
                  </a:lnTo>
                  <a:lnTo>
                    <a:pt x="1085484" y="1381922"/>
                  </a:lnTo>
                  <a:lnTo>
                    <a:pt x="1085487" y="1381925"/>
                  </a:lnTo>
                  <a:lnTo>
                    <a:pt x="1085492" y="1381931"/>
                  </a:lnTo>
                  <a:lnTo>
                    <a:pt x="1085495" y="1381935"/>
                  </a:lnTo>
                  <a:lnTo>
                    <a:pt x="1085496" y="1381946"/>
                  </a:lnTo>
                  <a:lnTo>
                    <a:pt x="1085500" y="1381961"/>
                  </a:lnTo>
                  <a:lnTo>
                    <a:pt x="1085508" y="1381976"/>
                  </a:lnTo>
                  <a:lnTo>
                    <a:pt x="1085518" y="1381996"/>
                  </a:lnTo>
                  <a:lnTo>
                    <a:pt x="1085522" y="1382009"/>
                  </a:lnTo>
                  <a:lnTo>
                    <a:pt x="1085522" y="1382020"/>
                  </a:lnTo>
                  <a:lnTo>
                    <a:pt x="1085516" y="1382026"/>
                  </a:lnTo>
                  <a:lnTo>
                    <a:pt x="1085504" y="1382030"/>
                  </a:lnTo>
                  <a:lnTo>
                    <a:pt x="1085489" y="1382034"/>
                  </a:lnTo>
                  <a:lnTo>
                    <a:pt x="1085475" y="1382038"/>
                  </a:lnTo>
                  <a:lnTo>
                    <a:pt x="1085461" y="1382043"/>
                  </a:lnTo>
                  <a:lnTo>
                    <a:pt x="1085447" y="1382054"/>
                  </a:lnTo>
                  <a:lnTo>
                    <a:pt x="1085433" y="1382065"/>
                  </a:lnTo>
                  <a:lnTo>
                    <a:pt x="1085429" y="1382068"/>
                  </a:lnTo>
                  <a:lnTo>
                    <a:pt x="1085420" y="1382076"/>
                  </a:lnTo>
                  <a:lnTo>
                    <a:pt x="1085405" y="1382089"/>
                  </a:lnTo>
                  <a:lnTo>
                    <a:pt x="1085399" y="1382093"/>
                  </a:lnTo>
                  <a:lnTo>
                    <a:pt x="1085394" y="1382101"/>
                  </a:lnTo>
                  <a:lnTo>
                    <a:pt x="1085384" y="1382116"/>
                  </a:lnTo>
                  <a:lnTo>
                    <a:pt x="1085378" y="1382131"/>
                  </a:lnTo>
                  <a:lnTo>
                    <a:pt x="1085373" y="1382146"/>
                  </a:lnTo>
                  <a:lnTo>
                    <a:pt x="1085366" y="1382161"/>
                  </a:lnTo>
                  <a:lnTo>
                    <a:pt x="1085352" y="1382168"/>
                  </a:lnTo>
                  <a:lnTo>
                    <a:pt x="1085338" y="1382172"/>
                  </a:lnTo>
                  <a:lnTo>
                    <a:pt x="1085324" y="1382177"/>
                  </a:lnTo>
                  <a:lnTo>
                    <a:pt x="1085310" y="1382184"/>
                  </a:lnTo>
                  <a:lnTo>
                    <a:pt x="1085296" y="1382196"/>
                  </a:lnTo>
                  <a:lnTo>
                    <a:pt x="1085286" y="1382211"/>
                  </a:lnTo>
                  <a:lnTo>
                    <a:pt x="1085277" y="1382229"/>
                  </a:lnTo>
                  <a:lnTo>
                    <a:pt x="1085269" y="1382241"/>
                  </a:lnTo>
                  <a:lnTo>
                    <a:pt x="1085258" y="1382256"/>
                  </a:lnTo>
                  <a:lnTo>
                    <a:pt x="1085252" y="1382263"/>
                  </a:lnTo>
                  <a:lnTo>
                    <a:pt x="1085244" y="1382267"/>
                  </a:lnTo>
                  <a:lnTo>
                    <a:pt x="1085229" y="1382274"/>
                  </a:lnTo>
                  <a:lnTo>
                    <a:pt x="1085223" y="1382278"/>
                  </a:lnTo>
                  <a:lnTo>
                    <a:pt x="1085201" y="1382286"/>
                  </a:lnTo>
                  <a:lnTo>
                    <a:pt x="1085186" y="1382293"/>
                  </a:lnTo>
                  <a:lnTo>
                    <a:pt x="1085172" y="1382299"/>
                  </a:lnTo>
                  <a:lnTo>
                    <a:pt x="1085165" y="1382302"/>
                  </a:lnTo>
                  <a:lnTo>
                    <a:pt x="1085158" y="1382303"/>
                  </a:lnTo>
                  <a:lnTo>
                    <a:pt x="1085144" y="1382306"/>
                  </a:lnTo>
                  <a:lnTo>
                    <a:pt x="1085129" y="1382307"/>
                  </a:lnTo>
                  <a:lnTo>
                    <a:pt x="1085115" y="1382307"/>
                  </a:lnTo>
                  <a:lnTo>
                    <a:pt x="1085101" y="1382309"/>
                  </a:lnTo>
                  <a:lnTo>
                    <a:pt x="1085091" y="1382310"/>
                  </a:lnTo>
                  <a:lnTo>
                    <a:pt x="1085083" y="1382314"/>
                  </a:lnTo>
                  <a:lnTo>
                    <a:pt x="1085072" y="1382321"/>
                  </a:lnTo>
                  <a:lnTo>
                    <a:pt x="1085058" y="1382331"/>
                  </a:lnTo>
                  <a:lnTo>
                    <a:pt x="1085044" y="1382343"/>
                  </a:lnTo>
                  <a:lnTo>
                    <a:pt x="1085031" y="1382357"/>
                  </a:lnTo>
                  <a:lnTo>
                    <a:pt x="1085017" y="1382374"/>
                  </a:lnTo>
                  <a:lnTo>
                    <a:pt x="1085008" y="1382387"/>
                  </a:lnTo>
                  <a:lnTo>
                    <a:pt x="1085004" y="1382394"/>
                  </a:lnTo>
                  <a:lnTo>
                    <a:pt x="1085003" y="1382402"/>
                  </a:lnTo>
                  <a:lnTo>
                    <a:pt x="1084999" y="1382416"/>
                  </a:lnTo>
                  <a:lnTo>
                    <a:pt x="1084996" y="1382431"/>
                  </a:lnTo>
                  <a:lnTo>
                    <a:pt x="1084992" y="1382446"/>
                  </a:lnTo>
                  <a:lnTo>
                    <a:pt x="1084991" y="1382461"/>
                  </a:lnTo>
                  <a:lnTo>
                    <a:pt x="1084991" y="1382476"/>
                  </a:lnTo>
                  <a:lnTo>
                    <a:pt x="1084990" y="1382492"/>
                  </a:lnTo>
                  <a:lnTo>
                    <a:pt x="1084990" y="1382507"/>
                  </a:lnTo>
                  <a:lnTo>
                    <a:pt x="1084987" y="1382522"/>
                  </a:lnTo>
                  <a:lnTo>
                    <a:pt x="1084986" y="1382537"/>
                  </a:lnTo>
                  <a:lnTo>
                    <a:pt x="1084984" y="1382544"/>
                  </a:lnTo>
                  <a:lnTo>
                    <a:pt x="1084984" y="1382552"/>
                  </a:lnTo>
                  <a:lnTo>
                    <a:pt x="1084987" y="1382558"/>
                  </a:lnTo>
                  <a:lnTo>
                    <a:pt x="1084998" y="1382563"/>
                  </a:lnTo>
                  <a:lnTo>
                    <a:pt x="1085010" y="1382565"/>
                  </a:lnTo>
                  <a:lnTo>
                    <a:pt x="1085019" y="1382570"/>
                  </a:lnTo>
                  <a:lnTo>
                    <a:pt x="1085026" y="1382576"/>
                  </a:lnTo>
                  <a:lnTo>
                    <a:pt x="1085030" y="1382584"/>
                  </a:lnTo>
                  <a:lnTo>
                    <a:pt x="1085028" y="1382592"/>
                  </a:lnTo>
                  <a:lnTo>
                    <a:pt x="1085018" y="1382607"/>
                  </a:lnTo>
                  <a:lnTo>
                    <a:pt x="1084990" y="1382638"/>
                  </a:lnTo>
                  <a:lnTo>
                    <a:pt x="1084970" y="1382664"/>
                  </a:lnTo>
                  <a:lnTo>
                    <a:pt x="1084955" y="1382690"/>
                  </a:lnTo>
                  <a:lnTo>
                    <a:pt x="1084948" y="1382706"/>
                  </a:lnTo>
                  <a:lnTo>
                    <a:pt x="1084946" y="1382723"/>
                  </a:lnTo>
                  <a:lnTo>
                    <a:pt x="1084949" y="1382736"/>
                  </a:lnTo>
                  <a:lnTo>
                    <a:pt x="1084963" y="1382754"/>
                  </a:lnTo>
                  <a:lnTo>
                    <a:pt x="1084987" y="1382774"/>
                  </a:lnTo>
                  <a:lnTo>
                    <a:pt x="1084993" y="1382780"/>
                  </a:lnTo>
                  <a:lnTo>
                    <a:pt x="1084997" y="1382792"/>
                  </a:lnTo>
                  <a:lnTo>
                    <a:pt x="1084995" y="1382805"/>
                  </a:lnTo>
                  <a:lnTo>
                    <a:pt x="1084986" y="1382829"/>
                  </a:lnTo>
                  <a:lnTo>
                    <a:pt x="1084975" y="1382848"/>
                  </a:lnTo>
                  <a:lnTo>
                    <a:pt x="1084956" y="1382870"/>
                  </a:lnTo>
                  <a:lnTo>
                    <a:pt x="1084945" y="1382885"/>
                  </a:lnTo>
                  <a:lnTo>
                    <a:pt x="1084940" y="1382902"/>
                  </a:lnTo>
                  <a:lnTo>
                    <a:pt x="1084938" y="1382910"/>
                  </a:lnTo>
                  <a:lnTo>
                    <a:pt x="1084923" y="1382922"/>
                  </a:lnTo>
                  <a:lnTo>
                    <a:pt x="1084913" y="1382929"/>
                  </a:lnTo>
                  <a:lnTo>
                    <a:pt x="1084898" y="1382938"/>
                  </a:lnTo>
                  <a:lnTo>
                    <a:pt x="1084888" y="1382947"/>
                  </a:lnTo>
                  <a:lnTo>
                    <a:pt x="1084886" y="1382957"/>
                  </a:lnTo>
                  <a:lnTo>
                    <a:pt x="1084890" y="1382965"/>
                  </a:lnTo>
                  <a:lnTo>
                    <a:pt x="1084900" y="1382974"/>
                  </a:lnTo>
                  <a:lnTo>
                    <a:pt x="1084919" y="1382988"/>
                  </a:lnTo>
                  <a:lnTo>
                    <a:pt x="1084934" y="1382997"/>
                  </a:lnTo>
                  <a:lnTo>
                    <a:pt x="1084942" y="1383005"/>
                  </a:lnTo>
                  <a:lnTo>
                    <a:pt x="1084954" y="1383021"/>
                  </a:lnTo>
                  <a:lnTo>
                    <a:pt x="1084958" y="1383033"/>
                  </a:lnTo>
                  <a:lnTo>
                    <a:pt x="1084964" y="1383065"/>
                  </a:lnTo>
                  <a:lnTo>
                    <a:pt x="1084963" y="1383103"/>
                  </a:lnTo>
                  <a:lnTo>
                    <a:pt x="1084968" y="1383133"/>
                  </a:lnTo>
                  <a:lnTo>
                    <a:pt x="1084970" y="1383165"/>
                  </a:lnTo>
                  <a:lnTo>
                    <a:pt x="1084970" y="1383176"/>
                  </a:lnTo>
                  <a:lnTo>
                    <a:pt x="1084967" y="1383182"/>
                  </a:lnTo>
                  <a:lnTo>
                    <a:pt x="1084961" y="1383187"/>
                  </a:lnTo>
                  <a:lnTo>
                    <a:pt x="1084949" y="1383191"/>
                  </a:lnTo>
                  <a:lnTo>
                    <a:pt x="1084940" y="1383196"/>
                  </a:lnTo>
                  <a:lnTo>
                    <a:pt x="1084924" y="1383202"/>
                  </a:lnTo>
                  <a:lnTo>
                    <a:pt x="1084914" y="1383205"/>
                  </a:lnTo>
                  <a:lnTo>
                    <a:pt x="1084899" y="1383211"/>
                  </a:lnTo>
                  <a:lnTo>
                    <a:pt x="1084885" y="1383221"/>
                  </a:lnTo>
                  <a:lnTo>
                    <a:pt x="1084881" y="1383224"/>
                  </a:lnTo>
                  <a:lnTo>
                    <a:pt x="1084875" y="1383233"/>
                  </a:lnTo>
                  <a:lnTo>
                    <a:pt x="1084874" y="1383241"/>
                  </a:lnTo>
                  <a:lnTo>
                    <a:pt x="1084877" y="1383250"/>
                  </a:lnTo>
                  <a:lnTo>
                    <a:pt x="1084882" y="1383265"/>
                  </a:lnTo>
                  <a:lnTo>
                    <a:pt x="1084889" y="1383280"/>
                  </a:lnTo>
                  <a:lnTo>
                    <a:pt x="1084892" y="1383296"/>
                  </a:lnTo>
                  <a:lnTo>
                    <a:pt x="1084893" y="1383311"/>
                  </a:lnTo>
                  <a:lnTo>
                    <a:pt x="1084891" y="1383326"/>
                  </a:lnTo>
                  <a:lnTo>
                    <a:pt x="1084889" y="1383329"/>
                  </a:lnTo>
                  <a:lnTo>
                    <a:pt x="1084889" y="1383341"/>
                  </a:lnTo>
                  <a:lnTo>
                    <a:pt x="1084892" y="1383347"/>
                  </a:lnTo>
                  <a:lnTo>
                    <a:pt x="1084897" y="1383355"/>
                  </a:lnTo>
                  <a:lnTo>
                    <a:pt x="1084911" y="1383370"/>
                  </a:lnTo>
                  <a:lnTo>
                    <a:pt x="1084922" y="1383385"/>
                  </a:lnTo>
                  <a:lnTo>
                    <a:pt x="1084928" y="1383392"/>
                  </a:lnTo>
                  <a:lnTo>
                    <a:pt x="1084944" y="1383412"/>
                  </a:lnTo>
                  <a:lnTo>
                    <a:pt x="1084952" y="1383433"/>
                  </a:lnTo>
                  <a:lnTo>
                    <a:pt x="1084951" y="1383447"/>
                  </a:lnTo>
                  <a:lnTo>
                    <a:pt x="1084948" y="1383465"/>
                  </a:lnTo>
                  <a:lnTo>
                    <a:pt x="1084935" y="1383501"/>
                  </a:lnTo>
                  <a:lnTo>
                    <a:pt x="1084923" y="1383525"/>
                  </a:lnTo>
                  <a:lnTo>
                    <a:pt x="1084901" y="1383545"/>
                  </a:lnTo>
                  <a:lnTo>
                    <a:pt x="1084865" y="1383560"/>
                  </a:lnTo>
                  <a:lnTo>
                    <a:pt x="1084851" y="1383567"/>
                  </a:lnTo>
                  <a:lnTo>
                    <a:pt x="1084839" y="1383576"/>
                  </a:lnTo>
                  <a:lnTo>
                    <a:pt x="1084819" y="1383610"/>
                  </a:lnTo>
                  <a:lnTo>
                    <a:pt x="1084792" y="1383639"/>
                  </a:lnTo>
                  <a:lnTo>
                    <a:pt x="1084773" y="1383650"/>
                  </a:lnTo>
                  <a:lnTo>
                    <a:pt x="1084748" y="1383660"/>
                  </a:lnTo>
                  <a:lnTo>
                    <a:pt x="1084734" y="1383660"/>
                  </a:lnTo>
                  <a:lnTo>
                    <a:pt x="1084712" y="1383660"/>
                  </a:lnTo>
                  <a:lnTo>
                    <a:pt x="1084686" y="1383668"/>
                  </a:lnTo>
                  <a:lnTo>
                    <a:pt x="1084667" y="1383677"/>
                  </a:lnTo>
                  <a:lnTo>
                    <a:pt x="1084642" y="1383685"/>
                  </a:lnTo>
                  <a:lnTo>
                    <a:pt x="1084612" y="1383691"/>
                  </a:lnTo>
                  <a:lnTo>
                    <a:pt x="1084588" y="1383692"/>
                  </a:lnTo>
                  <a:lnTo>
                    <a:pt x="1084569" y="1383693"/>
                  </a:lnTo>
                  <a:lnTo>
                    <a:pt x="1084545" y="1383702"/>
                  </a:lnTo>
                  <a:lnTo>
                    <a:pt x="1084539" y="1383704"/>
                  </a:lnTo>
                  <a:lnTo>
                    <a:pt x="1084518" y="1383711"/>
                  </a:lnTo>
                  <a:lnTo>
                    <a:pt x="1084475" y="1383711"/>
                  </a:lnTo>
                  <a:lnTo>
                    <a:pt x="1084460" y="1383716"/>
                  </a:lnTo>
                  <a:lnTo>
                    <a:pt x="1084447" y="1383719"/>
                  </a:lnTo>
                  <a:lnTo>
                    <a:pt x="1084402" y="1383740"/>
                  </a:lnTo>
                  <a:lnTo>
                    <a:pt x="1084393" y="1383747"/>
                  </a:lnTo>
                  <a:lnTo>
                    <a:pt x="1084372" y="1383766"/>
                  </a:lnTo>
                  <a:lnTo>
                    <a:pt x="1084360" y="1383781"/>
                  </a:lnTo>
                  <a:lnTo>
                    <a:pt x="1084342" y="1383792"/>
                  </a:lnTo>
                  <a:lnTo>
                    <a:pt x="1084334" y="1383800"/>
                  </a:lnTo>
                  <a:lnTo>
                    <a:pt x="1084328" y="1383806"/>
                  </a:lnTo>
                  <a:lnTo>
                    <a:pt x="1084324" y="1383815"/>
                  </a:lnTo>
                  <a:lnTo>
                    <a:pt x="1084324" y="1383823"/>
                  </a:lnTo>
                  <a:lnTo>
                    <a:pt x="1084326" y="1383830"/>
                  </a:lnTo>
                  <a:lnTo>
                    <a:pt x="1084328" y="1383836"/>
                  </a:lnTo>
                  <a:lnTo>
                    <a:pt x="1084334" y="1383845"/>
                  </a:lnTo>
                  <a:lnTo>
                    <a:pt x="1084352" y="1383875"/>
                  </a:lnTo>
                  <a:lnTo>
                    <a:pt x="1084363" y="1383890"/>
                  </a:lnTo>
                  <a:lnTo>
                    <a:pt x="1084372" y="1383901"/>
                  </a:lnTo>
                  <a:lnTo>
                    <a:pt x="1084379" y="1383907"/>
                  </a:lnTo>
                  <a:lnTo>
                    <a:pt x="1084387" y="1383914"/>
                  </a:lnTo>
                  <a:lnTo>
                    <a:pt x="1084396" y="1383920"/>
                  </a:lnTo>
                  <a:lnTo>
                    <a:pt x="1084409" y="1383920"/>
                  </a:lnTo>
                  <a:lnTo>
                    <a:pt x="1084432" y="1383914"/>
                  </a:lnTo>
                  <a:lnTo>
                    <a:pt x="1084451" y="1383910"/>
                  </a:lnTo>
                  <a:lnTo>
                    <a:pt x="1084490" y="1383898"/>
                  </a:lnTo>
                  <a:lnTo>
                    <a:pt x="1084521" y="1383879"/>
                  </a:lnTo>
                  <a:lnTo>
                    <a:pt x="1084540" y="1383866"/>
                  </a:lnTo>
                  <a:lnTo>
                    <a:pt x="1084566" y="1383846"/>
                  </a:lnTo>
                  <a:lnTo>
                    <a:pt x="1084614" y="1383815"/>
                  </a:lnTo>
                  <a:lnTo>
                    <a:pt x="1084646" y="1383799"/>
                  </a:lnTo>
                  <a:lnTo>
                    <a:pt x="1084688" y="1383795"/>
                  </a:lnTo>
                  <a:lnTo>
                    <a:pt x="1084728" y="1383794"/>
                  </a:lnTo>
                  <a:lnTo>
                    <a:pt x="1084761" y="1383797"/>
                  </a:lnTo>
                  <a:lnTo>
                    <a:pt x="1084790" y="1383805"/>
                  </a:lnTo>
                  <a:lnTo>
                    <a:pt x="1084813" y="1383814"/>
                  </a:lnTo>
                  <a:lnTo>
                    <a:pt x="1084844" y="1383828"/>
                  </a:lnTo>
                  <a:lnTo>
                    <a:pt x="1084876" y="1383845"/>
                  </a:lnTo>
                  <a:lnTo>
                    <a:pt x="1084885" y="1383849"/>
                  </a:lnTo>
                  <a:lnTo>
                    <a:pt x="1084899" y="1383854"/>
                  </a:lnTo>
                  <a:lnTo>
                    <a:pt x="1084914" y="1383856"/>
                  </a:lnTo>
                  <a:lnTo>
                    <a:pt x="1084928" y="1383858"/>
                  </a:lnTo>
                  <a:lnTo>
                    <a:pt x="1084942" y="1383857"/>
                  </a:lnTo>
                  <a:lnTo>
                    <a:pt x="1084950" y="1383857"/>
                  </a:lnTo>
                  <a:lnTo>
                    <a:pt x="1084975" y="1383852"/>
                  </a:lnTo>
                  <a:lnTo>
                    <a:pt x="1084982" y="1383849"/>
                  </a:lnTo>
                  <a:lnTo>
                    <a:pt x="1084991" y="1383848"/>
                  </a:lnTo>
                  <a:lnTo>
                    <a:pt x="1085004" y="1383855"/>
                  </a:lnTo>
                  <a:lnTo>
                    <a:pt x="1085018" y="1383862"/>
                  </a:lnTo>
                  <a:lnTo>
                    <a:pt x="1085032" y="1383867"/>
                  </a:lnTo>
                  <a:lnTo>
                    <a:pt x="1085040" y="1383869"/>
                  </a:lnTo>
                  <a:lnTo>
                    <a:pt x="1085046" y="1383870"/>
                  </a:lnTo>
                  <a:lnTo>
                    <a:pt x="1085060" y="1383871"/>
                  </a:lnTo>
                  <a:lnTo>
                    <a:pt x="1085075" y="1383874"/>
                  </a:lnTo>
                  <a:lnTo>
                    <a:pt x="1085083" y="1383877"/>
                  </a:lnTo>
                  <a:lnTo>
                    <a:pt x="1085089" y="1383881"/>
                  </a:lnTo>
                  <a:lnTo>
                    <a:pt x="1085103" y="1383889"/>
                  </a:lnTo>
                  <a:lnTo>
                    <a:pt x="1085118" y="1383900"/>
                  </a:lnTo>
                  <a:lnTo>
                    <a:pt x="1085122" y="1383903"/>
                  </a:lnTo>
                  <a:lnTo>
                    <a:pt x="1085130" y="1383906"/>
                  </a:lnTo>
                  <a:lnTo>
                    <a:pt x="1085144" y="1383910"/>
                  </a:lnTo>
                  <a:lnTo>
                    <a:pt x="1085158" y="1383911"/>
                  </a:lnTo>
                  <a:lnTo>
                    <a:pt x="1085174" y="1383909"/>
                  </a:lnTo>
                  <a:lnTo>
                    <a:pt x="1085187" y="1383909"/>
                  </a:lnTo>
                  <a:lnTo>
                    <a:pt x="1085192" y="1383911"/>
                  </a:lnTo>
                  <a:lnTo>
                    <a:pt x="1085202" y="1383920"/>
                  </a:lnTo>
                  <a:lnTo>
                    <a:pt x="1085213" y="1383932"/>
                  </a:lnTo>
                  <a:lnTo>
                    <a:pt x="1085222" y="1383951"/>
                  </a:lnTo>
                  <a:lnTo>
                    <a:pt x="1085233" y="1383966"/>
                  </a:lnTo>
                  <a:lnTo>
                    <a:pt x="1085247" y="1383979"/>
                  </a:lnTo>
                  <a:lnTo>
                    <a:pt x="1085259" y="1383987"/>
                  </a:lnTo>
                  <a:lnTo>
                    <a:pt x="1085267" y="1384001"/>
                  </a:lnTo>
                  <a:lnTo>
                    <a:pt x="1085268" y="1384019"/>
                  </a:lnTo>
                  <a:lnTo>
                    <a:pt x="1085277" y="1384066"/>
                  </a:lnTo>
                  <a:lnTo>
                    <a:pt x="1085285" y="1384092"/>
                  </a:lnTo>
                  <a:lnTo>
                    <a:pt x="1085294" y="1384107"/>
                  </a:lnTo>
                  <a:lnTo>
                    <a:pt x="1085307" y="1384122"/>
                  </a:lnTo>
                  <a:lnTo>
                    <a:pt x="1085334" y="1384154"/>
                  </a:lnTo>
                  <a:lnTo>
                    <a:pt x="1085343" y="1384172"/>
                  </a:lnTo>
                  <a:lnTo>
                    <a:pt x="1085353" y="1384205"/>
                  </a:lnTo>
                  <a:lnTo>
                    <a:pt x="1085362" y="1384241"/>
                  </a:lnTo>
                  <a:lnTo>
                    <a:pt x="1085369" y="1384268"/>
                  </a:lnTo>
                  <a:lnTo>
                    <a:pt x="1085374" y="1384297"/>
                  </a:lnTo>
                  <a:lnTo>
                    <a:pt x="1085379" y="1384308"/>
                  </a:lnTo>
                  <a:lnTo>
                    <a:pt x="1085399" y="1384354"/>
                  </a:lnTo>
                  <a:lnTo>
                    <a:pt x="1085407" y="1384369"/>
                  </a:lnTo>
                  <a:lnTo>
                    <a:pt x="1085415" y="1384385"/>
                  </a:lnTo>
                  <a:lnTo>
                    <a:pt x="1085424" y="1384400"/>
                  </a:lnTo>
                  <a:lnTo>
                    <a:pt x="1085437" y="1384414"/>
                  </a:lnTo>
                  <a:lnTo>
                    <a:pt x="1085451" y="1384428"/>
                  </a:lnTo>
                  <a:lnTo>
                    <a:pt x="1085454" y="1384432"/>
                  </a:lnTo>
                  <a:lnTo>
                    <a:pt x="1085464" y="1384438"/>
                  </a:lnTo>
                  <a:lnTo>
                    <a:pt x="1085477" y="1384450"/>
                  </a:lnTo>
                  <a:lnTo>
                    <a:pt x="1085486" y="1384465"/>
                  </a:lnTo>
                  <a:lnTo>
                    <a:pt x="1085501" y="1384491"/>
                  </a:lnTo>
                  <a:lnTo>
                    <a:pt x="1085515" y="1384506"/>
                  </a:lnTo>
                  <a:lnTo>
                    <a:pt x="1085527" y="1384509"/>
                  </a:lnTo>
                  <a:lnTo>
                    <a:pt x="1085541" y="1384509"/>
                  </a:lnTo>
                  <a:lnTo>
                    <a:pt x="1085556" y="1384507"/>
                  </a:lnTo>
                  <a:lnTo>
                    <a:pt x="1085576" y="1384508"/>
                  </a:lnTo>
                  <a:lnTo>
                    <a:pt x="1085584" y="1384513"/>
                  </a:lnTo>
                  <a:lnTo>
                    <a:pt x="1085591" y="1384518"/>
                  </a:lnTo>
                  <a:lnTo>
                    <a:pt x="1085597" y="1384523"/>
                  </a:lnTo>
                  <a:lnTo>
                    <a:pt x="1085605" y="1384528"/>
                  </a:lnTo>
                  <a:lnTo>
                    <a:pt x="1085611" y="1384532"/>
                  </a:lnTo>
                  <a:lnTo>
                    <a:pt x="1085625" y="1384542"/>
                  </a:lnTo>
                  <a:lnTo>
                    <a:pt x="1085633" y="1384548"/>
                  </a:lnTo>
                  <a:lnTo>
                    <a:pt x="1085637" y="1384548"/>
                  </a:lnTo>
                  <a:lnTo>
                    <a:pt x="1085652" y="1384542"/>
                  </a:lnTo>
                  <a:lnTo>
                    <a:pt x="1085657" y="1384538"/>
                  </a:lnTo>
                  <a:lnTo>
                    <a:pt x="1085666" y="1384529"/>
                  </a:lnTo>
                  <a:lnTo>
                    <a:pt x="1085681" y="1384517"/>
                  </a:lnTo>
                  <a:lnTo>
                    <a:pt x="1085694" y="1384504"/>
                  </a:lnTo>
                  <a:lnTo>
                    <a:pt x="1085707" y="1384493"/>
                  </a:lnTo>
                  <a:lnTo>
                    <a:pt x="1085722" y="1384485"/>
                  </a:lnTo>
                  <a:lnTo>
                    <a:pt x="1085736" y="1384479"/>
                  </a:lnTo>
                  <a:lnTo>
                    <a:pt x="1085750" y="1384475"/>
                  </a:lnTo>
                  <a:lnTo>
                    <a:pt x="1085764" y="1384474"/>
                  </a:lnTo>
                  <a:lnTo>
                    <a:pt x="1085779" y="1384472"/>
                  </a:lnTo>
                  <a:lnTo>
                    <a:pt x="1085793" y="1384473"/>
                  </a:lnTo>
                  <a:lnTo>
                    <a:pt x="1085807" y="1384472"/>
                  </a:lnTo>
                  <a:lnTo>
                    <a:pt x="1085822" y="1384473"/>
                  </a:lnTo>
                  <a:lnTo>
                    <a:pt x="1085836" y="1384473"/>
                  </a:lnTo>
                  <a:lnTo>
                    <a:pt x="1085850" y="1384474"/>
                  </a:lnTo>
                  <a:lnTo>
                    <a:pt x="1085864" y="1384477"/>
                  </a:lnTo>
                  <a:lnTo>
                    <a:pt x="1085892" y="1384485"/>
                  </a:lnTo>
                  <a:lnTo>
                    <a:pt x="1085906" y="1384489"/>
                  </a:lnTo>
                  <a:lnTo>
                    <a:pt x="1085921" y="1384492"/>
                  </a:lnTo>
                  <a:lnTo>
                    <a:pt x="1085935" y="1384495"/>
                  </a:lnTo>
                  <a:lnTo>
                    <a:pt x="1085949" y="1384500"/>
                  </a:lnTo>
                  <a:lnTo>
                    <a:pt x="1085963" y="1384503"/>
                  </a:lnTo>
                  <a:lnTo>
                    <a:pt x="1085973" y="1384504"/>
                  </a:lnTo>
                  <a:lnTo>
                    <a:pt x="1085980" y="1384502"/>
                  </a:lnTo>
                  <a:lnTo>
                    <a:pt x="1085992" y="1384496"/>
                  </a:lnTo>
                  <a:lnTo>
                    <a:pt x="1085997" y="1384490"/>
                  </a:lnTo>
                  <a:lnTo>
                    <a:pt x="1086006" y="1384485"/>
                  </a:lnTo>
                  <a:lnTo>
                    <a:pt x="1086013" y="1384480"/>
                  </a:lnTo>
                  <a:lnTo>
                    <a:pt x="1086020" y="1384472"/>
                  </a:lnTo>
                  <a:lnTo>
                    <a:pt x="1086024" y="1384465"/>
                  </a:lnTo>
                  <a:lnTo>
                    <a:pt x="1086025" y="1384457"/>
                  </a:lnTo>
                  <a:lnTo>
                    <a:pt x="1086029" y="1384442"/>
                  </a:lnTo>
                  <a:lnTo>
                    <a:pt x="1086033" y="1384435"/>
                  </a:lnTo>
                  <a:lnTo>
                    <a:pt x="1086041" y="1384428"/>
                  </a:lnTo>
                  <a:lnTo>
                    <a:pt x="1086053" y="1384435"/>
                  </a:lnTo>
                  <a:lnTo>
                    <a:pt x="1086068" y="1384444"/>
                  </a:lnTo>
                  <a:lnTo>
                    <a:pt x="1086082" y="1384454"/>
                  </a:lnTo>
                  <a:lnTo>
                    <a:pt x="1086096" y="1384462"/>
                  </a:lnTo>
                  <a:lnTo>
                    <a:pt x="1086110" y="1384471"/>
                  </a:lnTo>
                  <a:lnTo>
                    <a:pt x="1086135" y="1384483"/>
                  </a:lnTo>
                  <a:lnTo>
                    <a:pt x="1086155" y="1384499"/>
                  </a:lnTo>
                  <a:lnTo>
                    <a:pt x="1086161" y="1384507"/>
                  </a:lnTo>
                  <a:lnTo>
                    <a:pt x="1086167" y="1384516"/>
                  </a:lnTo>
                  <a:lnTo>
                    <a:pt x="1086169" y="1384523"/>
                  </a:lnTo>
                  <a:lnTo>
                    <a:pt x="1086178" y="1384538"/>
                  </a:lnTo>
                  <a:lnTo>
                    <a:pt x="1086187" y="1384553"/>
                  </a:lnTo>
                  <a:lnTo>
                    <a:pt x="1086191" y="1384559"/>
                  </a:lnTo>
                  <a:lnTo>
                    <a:pt x="1086199" y="1384567"/>
                  </a:lnTo>
                  <a:lnTo>
                    <a:pt x="1086207" y="1384571"/>
                  </a:lnTo>
                  <a:lnTo>
                    <a:pt x="1086228" y="1384576"/>
                  </a:lnTo>
                  <a:lnTo>
                    <a:pt x="1086242" y="1384575"/>
                  </a:lnTo>
                  <a:lnTo>
                    <a:pt x="1086256" y="1384570"/>
                  </a:lnTo>
                  <a:lnTo>
                    <a:pt x="1086270" y="1384567"/>
                  </a:lnTo>
                  <a:lnTo>
                    <a:pt x="1086284" y="1384564"/>
                  </a:lnTo>
                  <a:lnTo>
                    <a:pt x="1086299" y="1384563"/>
                  </a:lnTo>
                  <a:lnTo>
                    <a:pt x="1086313" y="1384567"/>
                  </a:lnTo>
                  <a:lnTo>
                    <a:pt x="1086327" y="1384573"/>
                  </a:lnTo>
                  <a:lnTo>
                    <a:pt x="1086341" y="1384585"/>
                  </a:lnTo>
                  <a:lnTo>
                    <a:pt x="1086354" y="1384599"/>
                  </a:lnTo>
                  <a:lnTo>
                    <a:pt x="1086367" y="1384612"/>
                  </a:lnTo>
                  <a:lnTo>
                    <a:pt x="1086380" y="1384624"/>
                  </a:lnTo>
                  <a:lnTo>
                    <a:pt x="1086393" y="1384637"/>
                  </a:lnTo>
                  <a:lnTo>
                    <a:pt x="1086407" y="1384649"/>
                  </a:lnTo>
                  <a:lnTo>
                    <a:pt x="1086421" y="1384661"/>
                  </a:lnTo>
                  <a:lnTo>
                    <a:pt x="1086428" y="1384668"/>
                  </a:lnTo>
                  <a:lnTo>
                    <a:pt x="1086433" y="1384676"/>
                  </a:lnTo>
                  <a:lnTo>
                    <a:pt x="1086438" y="1384691"/>
                  </a:lnTo>
                  <a:lnTo>
                    <a:pt x="1086432" y="1384736"/>
                  </a:lnTo>
                  <a:lnTo>
                    <a:pt x="1086437" y="1384785"/>
                  </a:lnTo>
                  <a:lnTo>
                    <a:pt x="1086437" y="1384794"/>
                  </a:lnTo>
                  <a:lnTo>
                    <a:pt x="1086440" y="1384813"/>
                  </a:lnTo>
                  <a:lnTo>
                    <a:pt x="1086446" y="1384838"/>
                  </a:lnTo>
                  <a:lnTo>
                    <a:pt x="1086448" y="1384855"/>
                  </a:lnTo>
                  <a:lnTo>
                    <a:pt x="1086447" y="1384868"/>
                  </a:lnTo>
                  <a:lnTo>
                    <a:pt x="1086445" y="1384883"/>
                  </a:lnTo>
                  <a:lnTo>
                    <a:pt x="1086442" y="1384900"/>
                  </a:lnTo>
                  <a:lnTo>
                    <a:pt x="1086444" y="1384907"/>
                  </a:lnTo>
                  <a:lnTo>
                    <a:pt x="1086450" y="1384910"/>
                  </a:lnTo>
                  <a:lnTo>
                    <a:pt x="1086464" y="1384922"/>
                  </a:lnTo>
                  <a:lnTo>
                    <a:pt x="1086475" y="1384937"/>
                  </a:lnTo>
                  <a:lnTo>
                    <a:pt x="1086482" y="1384952"/>
                  </a:lnTo>
                  <a:lnTo>
                    <a:pt x="1086486" y="1384958"/>
                  </a:lnTo>
                  <a:lnTo>
                    <a:pt x="1086491" y="1384972"/>
                  </a:lnTo>
                  <a:lnTo>
                    <a:pt x="1086493" y="1384983"/>
                  </a:lnTo>
                  <a:lnTo>
                    <a:pt x="1086496" y="1385021"/>
                  </a:lnTo>
                  <a:lnTo>
                    <a:pt x="1086496" y="1385055"/>
                  </a:lnTo>
                  <a:lnTo>
                    <a:pt x="1086497" y="1385060"/>
                  </a:lnTo>
                  <a:lnTo>
                    <a:pt x="1086502" y="1385067"/>
                  </a:lnTo>
                  <a:lnTo>
                    <a:pt x="1086514" y="1385075"/>
                  </a:lnTo>
                  <a:lnTo>
                    <a:pt x="1086528" y="1385083"/>
                  </a:lnTo>
                  <a:lnTo>
                    <a:pt x="1086542" y="1385088"/>
                  </a:lnTo>
                  <a:lnTo>
                    <a:pt x="1086557" y="1385093"/>
                  </a:lnTo>
                  <a:lnTo>
                    <a:pt x="1086564" y="1385097"/>
                  </a:lnTo>
                  <a:lnTo>
                    <a:pt x="1086571" y="1385100"/>
                  </a:lnTo>
                  <a:lnTo>
                    <a:pt x="1086585" y="1385109"/>
                  </a:lnTo>
                  <a:lnTo>
                    <a:pt x="1086599" y="1385120"/>
                  </a:lnTo>
                  <a:lnTo>
                    <a:pt x="1086613" y="1385132"/>
                  </a:lnTo>
                  <a:lnTo>
                    <a:pt x="1086627" y="1385144"/>
                  </a:lnTo>
                  <a:lnTo>
                    <a:pt x="1086633" y="1385150"/>
                  </a:lnTo>
                  <a:lnTo>
                    <a:pt x="1086639" y="1385158"/>
                  </a:lnTo>
                  <a:lnTo>
                    <a:pt x="1086649" y="1385172"/>
                  </a:lnTo>
                  <a:lnTo>
                    <a:pt x="1086660" y="1385187"/>
                  </a:lnTo>
                  <a:lnTo>
                    <a:pt x="1086672" y="1385203"/>
                  </a:lnTo>
                  <a:lnTo>
                    <a:pt x="1086686" y="1385215"/>
                  </a:lnTo>
                  <a:lnTo>
                    <a:pt x="1086690" y="1385218"/>
                  </a:lnTo>
                  <a:lnTo>
                    <a:pt x="1086700" y="1385221"/>
                  </a:lnTo>
                  <a:lnTo>
                    <a:pt x="1086715" y="1385222"/>
                  </a:lnTo>
                  <a:lnTo>
                    <a:pt x="1086729" y="1385226"/>
                  </a:lnTo>
                  <a:lnTo>
                    <a:pt x="1086735" y="1385227"/>
                  </a:lnTo>
                  <a:lnTo>
                    <a:pt x="1086743" y="1385231"/>
                  </a:lnTo>
                  <a:lnTo>
                    <a:pt x="1086748" y="1385234"/>
                  </a:lnTo>
                  <a:lnTo>
                    <a:pt x="1086756" y="1385244"/>
                  </a:lnTo>
                  <a:lnTo>
                    <a:pt x="1086759" y="1385258"/>
                  </a:lnTo>
                  <a:lnTo>
                    <a:pt x="1086757" y="1385282"/>
                  </a:lnTo>
                  <a:lnTo>
                    <a:pt x="1086756" y="1385289"/>
                  </a:lnTo>
                  <a:lnTo>
                    <a:pt x="1086756" y="1385306"/>
                  </a:lnTo>
                  <a:lnTo>
                    <a:pt x="1086764" y="1385314"/>
                  </a:lnTo>
                  <a:lnTo>
                    <a:pt x="1086768" y="1385314"/>
                  </a:lnTo>
                  <a:lnTo>
                    <a:pt x="1086793" y="1385316"/>
                  </a:lnTo>
                  <a:lnTo>
                    <a:pt x="1086815" y="1385317"/>
                  </a:lnTo>
                  <a:lnTo>
                    <a:pt x="1086827" y="1385321"/>
                  </a:lnTo>
                  <a:lnTo>
                    <a:pt x="1086839" y="1385324"/>
                  </a:lnTo>
                  <a:lnTo>
                    <a:pt x="1086852" y="1385329"/>
                  </a:lnTo>
                  <a:lnTo>
                    <a:pt x="1086855" y="1385337"/>
                  </a:lnTo>
                  <a:lnTo>
                    <a:pt x="1086857" y="1385354"/>
                  </a:lnTo>
                  <a:lnTo>
                    <a:pt x="1086857" y="1385369"/>
                  </a:lnTo>
                  <a:lnTo>
                    <a:pt x="1086857" y="1385379"/>
                  </a:lnTo>
                  <a:lnTo>
                    <a:pt x="1086857" y="1385391"/>
                  </a:lnTo>
                  <a:lnTo>
                    <a:pt x="1086856" y="1385405"/>
                  </a:lnTo>
                  <a:lnTo>
                    <a:pt x="1086856" y="1385418"/>
                  </a:lnTo>
                  <a:lnTo>
                    <a:pt x="1086860" y="1385423"/>
                  </a:lnTo>
                  <a:lnTo>
                    <a:pt x="1086874" y="1385433"/>
                  </a:lnTo>
                  <a:lnTo>
                    <a:pt x="1086903" y="1385451"/>
                  </a:lnTo>
                  <a:lnTo>
                    <a:pt x="1086917" y="1385457"/>
                  </a:lnTo>
                  <a:lnTo>
                    <a:pt x="1086946" y="1385474"/>
                  </a:lnTo>
                  <a:lnTo>
                    <a:pt x="1086960" y="1385484"/>
                  </a:lnTo>
                  <a:lnTo>
                    <a:pt x="1086974" y="1385489"/>
                  </a:lnTo>
                  <a:lnTo>
                    <a:pt x="1086981" y="1385491"/>
                  </a:lnTo>
                  <a:lnTo>
                    <a:pt x="1086988" y="1385487"/>
                  </a:lnTo>
                  <a:lnTo>
                    <a:pt x="1087001" y="1385476"/>
                  </a:lnTo>
                  <a:lnTo>
                    <a:pt x="1087007" y="1385470"/>
                  </a:lnTo>
                  <a:lnTo>
                    <a:pt x="1087015" y="1385465"/>
                  </a:lnTo>
                  <a:lnTo>
                    <a:pt x="1087029" y="1385458"/>
                  </a:lnTo>
                  <a:lnTo>
                    <a:pt x="1087037" y="1385454"/>
                  </a:lnTo>
                  <a:lnTo>
                    <a:pt x="1087044" y="1385454"/>
                  </a:lnTo>
                  <a:lnTo>
                    <a:pt x="1087052" y="1385456"/>
                  </a:lnTo>
                  <a:lnTo>
                    <a:pt x="1087078" y="1385454"/>
                  </a:lnTo>
                  <a:lnTo>
                    <a:pt x="1087090" y="1385444"/>
                  </a:lnTo>
                  <a:lnTo>
                    <a:pt x="1087101" y="1385429"/>
                  </a:lnTo>
                  <a:lnTo>
                    <a:pt x="1087109" y="1385415"/>
                  </a:lnTo>
                  <a:lnTo>
                    <a:pt x="1087118" y="1385400"/>
                  </a:lnTo>
                  <a:lnTo>
                    <a:pt x="1087120" y="1385393"/>
                  </a:lnTo>
                  <a:lnTo>
                    <a:pt x="1087124" y="1385385"/>
                  </a:lnTo>
                  <a:lnTo>
                    <a:pt x="1087129" y="1385377"/>
                  </a:lnTo>
                  <a:lnTo>
                    <a:pt x="1087136" y="1385375"/>
                  </a:lnTo>
                  <a:lnTo>
                    <a:pt x="1087150" y="1385379"/>
                  </a:lnTo>
                  <a:lnTo>
                    <a:pt x="1087164" y="1385386"/>
                  </a:lnTo>
                  <a:lnTo>
                    <a:pt x="1087178" y="1385393"/>
                  </a:lnTo>
                  <a:lnTo>
                    <a:pt x="1087187" y="1385396"/>
                  </a:lnTo>
                  <a:lnTo>
                    <a:pt x="1087194" y="1385394"/>
                  </a:lnTo>
                  <a:lnTo>
                    <a:pt x="1087207" y="1385385"/>
                  </a:lnTo>
                  <a:lnTo>
                    <a:pt x="1087221" y="1385374"/>
                  </a:lnTo>
                  <a:lnTo>
                    <a:pt x="1087235" y="1385360"/>
                  </a:lnTo>
                  <a:lnTo>
                    <a:pt x="1087260" y="1385329"/>
                  </a:lnTo>
                  <a:lnTo>
                    <a:pt x="1087267" y="1385317"/>
                  </a:lnTo>
                  <a:lnTo>
                    <a:pt x="1087273" y="1385308"/>
                  </a:lnTo>
                  <a:lnTo>
                    <a:pt x="1087278" y="1385298"/>
                  </a:lnTo>
                  <a:lnTo>
                    <a:pt x="1087280" y="1385287"/>
                  </a:lnTo>
                  <a:lnTo>
                    <a:pt x="1087282" y="1385272"/>
                  </a:lnTo>
                  <a:lnTo>
                    <a:pt x="1087280" y="1385257"/>
                  </a:lnTo>
                  <a:lnTo>
                    <a:pt x="1087277" y="1385242"/>
                  </a:lnTo>
                  <a:lnTo>
                    <a:pt x="1087279" y="1385225"/>
                  </a:lnTo>
                  <a:lnTo>
                    <a:pt x="1087283" y="1385215"/>
                  </a:lnTo>
                  <a:lnTo>
                    <a:pt x="1087288" y="1385206"/>
                  </a:lnTo>
                  <a:lnTo>
                    <a:pt x="1087292" y="1385197"/>
                  </a:lnTo>
                  <a:lnTo>
                    <a:pt x="1087296" y="1385182"/>
                  </a:lnTo>
                  <a:lnTo>
                    <a:pt x="1087299" y="1385171"/>
                  </a:lnTo>
                  <a:lnTo>
                    <a:pt x="1087298" y="1385146"/>
                  </a:lnTo>
                  <a:lnTo>
                    <a:pt x="1087299" y="1385132"/>
                  </a:lnTo>
                  <a:lnTo>
                    <a:pt x="1087300" y="1385117"/>
                  </a:lnTo>
                  <a:lnTo>
                    <a:pt x="1087304" y="1385109"/>
                  </a:lnTo>
                  <a:lnTo>
                    <a:pt x="1087313" y="1385104"/>
                  </a:lnTo>
                  <a:lnTo>
                    <a:pt x="1087327" y="1385101"/>
                  </a:lnTo>
                  <a:lnTo>
                    <a:pt x="1087347" y="1385088"/>
                  </a:lnTo>
                  <a:lnTo>
                    <a:pt x="1087356" y="1385083"/>
                  </a:lnTo>
                  <a:lnTo>
                    <a:pt x="1087374" y="1385078"/>
                  </a:lnTo>
                  <a:lnTo>
                    <a:pt x="1087384" y="1385073"/>
                  </a:lnTo>
                  <a:lnTo>
                    <a:pt x="1087402" y="1385059"/>
                  </a:lnTo>
                  <a:lnTo>
                    <a:pt x="1087409" y="1385052"/>
                  </a:lnTo>
                  <a:lnTo>
                    <a:pt x="1087423" y="1385041"/>
                  </a:lnTo>
                  <a:lnTo>
                    <a:pt x="1087437" y="1385032"/>
                  </a:lnTo>
                  <a:lnTo>
                    <a:pt x="1087452" y="1385026"/>
                  </a:lnTo>
                  <a:lnTo>
                    <a:pt x="1087460" y="1385023"/>
                  </a:lnTo>
                  <a:lnTo>
                    <a:pt x="1087474" y="1385018"/>
                  </a:lnTo>
                  <a:lnTo>
                    <a:pt x="1087480" y="1385014"/>
                  </a:lnTo>
                  <a:lnTo>
                    <a:pt x="1087487" y="1385011"/>
                  </a:lnTo>
                  <a:lnTo>
                    <a:pt x="1087495" y="1385005"/>
                  </a:lnTo>
                  <a:lnTo>
                    <a:pt x="1087509" y="1384996"/>
                  </a:lnTo>
                  <a:lnTo>
                    <a:pt x="1087524" y="1384983"/>
                  </a:lnTo>
                  <a:lnTo>
                    <a:pt x="1087532" y="1384975"/>
                  </a:lnTo>
                  <a:lnTo>
                    <a:pt x="1087547" y="1384960"/>
                  </a:lnTo>
                  <a:lnTo>
                    <a:pt x="1087561" y="1384945"/>
                  </a:lnTo>
                  <a:lnTo>
                    <a:pt x="1087575" y="1384932"/>
                  </a:lnTo>
                  <a:lnTo>
                    <a:pt x="1087588" y="1384920"/>
                  </a:lnTo>
                  <a:lnTo>
                    <a:pt x="1087602" y="1384909"/>
                  </a:lnTo>
                  <a:lnTo>
                    <a:pt x="1087616" y="1384899"/>
                  </a:lnTo>
                  <a:lnTo>
                    <a:pt x="1087630" y="1384889"/>
                  </a:lnTo>
                  <a:lnTo>
                    <a:pt x="1087642" y="1384874"/>
                  </a:lnTo>
                  <a:lnTo>
                    <a:pt x="1087648" y="1384859"/>
                  </a:lnTo>
                  <a:lnTo>
                    <a:pt x="1087649" y="1384844"/>
                  </a:lnTo>
                  <a:lnTo>
                    <a:pt x="1087654" y="1384837"/>
                  </a:lnTo>
                  <a:lnTo>
                    <a:pt x="1087661" y="1384836"/>
                  </a:lnTo>
                  <a:lnTo>
                    <a:pt x="1087676" y="1384838"/>
                  </a:lnTo>
                  <a:lnTo>
                    <a:pt x="1087690" y="1384837"/>
                  </a:lnTo>
                  <a:lnTo>
                    <a:pt x="1087704" y="1384836"/>
                  </a:lnTo>
                  <a:lnTo>
                    <a:pt x="1087719" y="1384835"/>
                  </a:lnTo>
                  <a:lnTo>
                    <a:pt x="1087733" y="1384836"/>
                  </a:lnTo>
                  <a:lnTo>
                    <a:pt x="1087775" y="1384830"/>
                  </a:lnTo>
                  <a:lnTo>
                    <a:pt x="1087790" y="1384828"/>
                  </a:lnTo>
                  <a:lnTo>
                    <a:pt x="1087804" y="1384828"/>
                  </a:lnTo>
                  <a:lnTo>
                    <a:pt x="1087807" y="1384833"/>
                  </a:lnTo>
                  <a:lnTo>
                    <a:pt x="1087805" y="1384843"/>
                  </a:lnTo>
                  <a:lnTo>
                    <a:pt x="1087806" y="1384858"/>
                  </a:lnTo>
                  <a:lnTo>
                    <a:pt x="1087813" y="1384873"/>
                  </a:lnTo>
                  <a:lnTo>
                    <a:pt x="1087822" y="1384889"/>
                  </a:lnTo>
                  <a:lnTo>
                    <a:pt x="1087834" y="1384903"/>
                  </a:lnTo>
                  <a:lnTo>
                    <a:pt x="1087845" y="1384918"/>
                  </a:lnTo>
                  <a:lnTo>
                    <a:pt x="1087852" y="1384922"/>
                  </a:lnTo>
                  <a:lnTo>
                    <a:pt x="1087875" y="1384923"/>
                  </a:lnTo>
                  <a:lnTo>
                    <a:pt x="1087905" y="1384922"/>
                  </a:lnTo>
                  <a:lnTo>
                    <a:pt x="1087917" y="1384918"/>
                  </a:lnTo>
                  <a:lnTo>
                    <a:pt x="1087924" y="1384915"/>
                  </a:lnTo>
                  <a:lnTo>
                    <a:pt x="1087938" y="1384908"/>
                  </a:lnTo>
                  <a:lnTo>
                    <a:pt x="1087952" y="1384902"/>
                  </a:lnTo>
                  <a:lnTo>
                    <a:pt x="1087967" y="1384898"/>
                  </a:lnTo>
                  <a:lnTo>
                    <a:pt x="1087981" y="1384896"/>
                  </a:lnTo>
                  <a:lnTo>
                    <a:pt x="1087995" y="1384896"/>
                  </a:lnTo>
                  <a:lnTo>
                    <a:pt x="1088009" y="1384901"/>
                  </a:lnTo>
                  <a:lnTo>
                    <a:pt x="1088023" y="1384911"/>
                  </a:lnTo>
                  <a:lnTo>
                    <a:pt x="1088031" y="1384915"/>
                  </a:lnTo>
                  <a:lnTo>
                    <a:pt x="1088038" y="1384916"/>
                  </a:lnTo>
                  <a:lnTo>
                    <a:pt x="1088052" y="1384918"/>
                  </a:lnTo>
                  <a:lnTo>
                    <a:pt x="1088080" y="1384914"/>
                  </a:lnTo>
                  <a:lnTo>
                    <a:pt x="1088094" y="1384916"/>
                  </a:lnTo>
                  <a:lnTo>
                    <a:pt x="1088097" y="1384920"/>
                  </a:lnTo>
                  <a:lnTo>
                    <a:pt x="1088095" y="1384931"/>
                  </a:lnTo>
                  <a:lnTo>
                    <a:pt x="1088090" y="1384946"/>
                  </a:lnTo>
                  <a:lnTo>
                    <a:pt x="1088086" y="1384961"/>
                  </a:lnTo>
                  <a:lnTo>
                    <a:pt x="1088087" y="1384998"/>
                  </a:lnTo>
                  <a:lnTo>
                    <a:pt x="1088088" y="1385005"/>
                  </a:lnTo>
                  <a:lnTo>
                    <a:pt x="1088092" y="1385013"/>
                  </a:lnTo>
                  <a:lnTo>
                    <a:pt x="1088097" y="1385028"/>
                  </a:lnTo>
                  <a:lnTo>
                    <a:pt x="1088098" y="1385034"/>
                  </a:lnTo>
                  <a:lnTo>
                    <a:pt x="1088101" y="1385050"/>
                  </a:lnTo>
                  <a:lnTo>
                    <a:pt x="1088099" y="1385087"/>
                  </a:lnTo>
                  <a:lnTo>
                    <a:pt x="1088098" y="1385169"/>
                  </a:lnTo>
                  <a:lnTo>
                    <a:pt x="1088099" y="1385182"/>
                  </a:lnTo>
                  <a:lnTo>
                    <a:pt x="1088108" y="1385186"/>
                  </a:lnTo>
                  <a:lnTo>
                    <a:pt x="1088118" y="1385193"/>
                  </a:lnTo>
                  <a:lnTo>
                    <a:pt x="1088137" y="1385204"/>
                  </a:lnTo>
                  <a:lnTo>
                    <a:pt x="1088143" y="1385211"/>
                  </a:lnTo>
                  <a:lnTo>
                    <a:pt x="1088145" y="1385218"/>
                  </a:lnTo>
                  <a:lnTo>
                    <a:pt x="1088148" y="1385258"/>
                  </a:lnTo>
                  <a:lnTo>
                    <a:pt x="1088151" y="1385264"/>
                  </a:lnTo>
                  <a:lnTo>
                    <a:pt x="1088157" y="1385269"/>
                  </a:lnTo>
                  <a:lnTo>
                    <a:pt x="1088171" y="1385284"/>
                  </a:lnTo>
                  <a:lnTo>
                    <a:pt x="1088175" y="1385298"/>
                  </a:lnTo>
                  <a:lnTo>
                    <a:pt x="1088175" y="1385312"/>
                  </a:lnTo>
                  <a:lnTo>
                    <a:pt x="1088172" y="1385323"/>
                  </a:lnTo>
                  <a:lnTo>
                    <a:pt x="1088170" y="1385328"/>
                  </a:lnTo>
                  <a:lnTo>
                    <a:pt x="1088161" y="1385341"/>
                  </a:lnTo>
                  <a:lnTo>
                    <a:pt x="1088157" y="1385355"/>
                  </a:lnTo>
                  <a:lnTo>
                    <a:pt x="1088159" y="1385369"/>
                  </a:lnTo>
                  <a:lnTo>
                    <a:pt x="1088166" y="1385379"/>
                  </a:lnTo>
                  <a:lnTo>
                    <a:pt x="1088175" y="1385392"/>
                  </a:lnTo>
                  <a:lnTo>
                    <a:pt x="1088184" y="1385405"/>
                  </a:lnTo>
                  <a:lnTo>
                    <a:pt x="1088195" y="1385421"/>
                  </a:lnTo>
                  <a:lnTo>
                    <a:pt x="1088204" y="1385436"/>
                  </a:lnTo>
                  <a:lnTo>
                    <a:pt x="1088210" y="1385444"/>
                  </a:lnTo>
                  <a:lnTo>
                    <a:pt x="1088213" y="1385451"/>
                  </a:lnTo>
                  <a:lnTo>
                    <a:pt x="1088217" y="1385466"/>
                  </a:lnTo>
                  <a:lnTo>
                    <a:pt x="1088219" y="1385473"/>
                  </a:lnTo>
                  <a:lnTo>
                    <a:pt x="1088216" y="1385497"/>
                  </a:lnTo>
                  <a:lnTo>
                    <a:pt x="1088210" y="1385532"/>
                  </a:lnTo>
                  <a:lnTo>
                    <a:pt x="1088218" y="1385545"/>
                  </a:lnTo>
                  <a:lnTo>
                    <a:pt x="1088231" y="1385559"/>
                  </a:lnTo>
                  <a:lnTo>
                    <a:pt x="1088246" y="1385576"/>
                  </a:lnTo>
                  <a:lnTo>
                    <a:pt x="1088250" y="1385581"/>
                  </a:lnTo>
                  <a:lnTo>
                    <a:pt x="1088252" y="1385588"/>
                  </a:lnTo>
                  <a:lnTo>
                    <a:pt x="1088253" y="1385603"/>
                  </a:lnTo>
                  <a:lnTo>
                    <a:pt x="1088249" y="1385626"/>
                  </a:lnTo>
                  <a:lnTo>
                    <a:pt x="1088247" y="1385633"/>
                  </a:lnTo>
                  <a:lnTo>
                    <a:pt x="1088243" y="1385648"/>
                  </a:lnTo>
                  <a:lnTo>
                    <a:pt x="1088238" y="1385670"/>
                  </a:lnTo>
                  <a:lnTo>
                    <a:pt x="1088239" y="1385679"/>
                  </a:lnTo>
                  <a:lnTo>
                    <a:pt x="1088252" y="1385693"/>
                  </a:lnTo>
                  <a:lnTo>
                    <a:pt x="1088263" y="1385708"/>
                  </a:lnTo>
                  <a:lnTo>
                    <a:pt x="1088268" y="1385714"/>
                  </a:lnTo>
                  <a:lnTo>
                    <a:pt x="1088275" y="1385720"/>
                  </a:lnTo>
                  <a:lnTo>
                    <a:pt x="1088279" y="1385724"/>
                  </a:lnTo>
                  <a:lnTo>
                    <a:pt x="1088294" y="1385735"/>
                  </a:lnTo>
                  <a:lnTo>
                    <a:pt x="1088303" y="1385739"/>
                  </a:lnTo>
                  <a:lnTo>
                    <a:pt x="1088317" y="1385745"/>
                  </a:lnTo>
                  <a:lnTo>
                    <a:pt x="1088332" y="1385752"/>
                  </a:lnTo>
                  <a:lnTo>
                    <a:pt x="1088340" y="1385754"/>
                  </a:lnTo>
                  <a:lnTo>
                    <a:pt x="1088346" y="1385759"/>
                  </a:lnTo>
                  <a:lnTo>
                    <a:pt x="1088353" y="1385769"/>
                  </a:lnTo>
                  <a:lnTo>
                    <a:pt x="1088361" y="1385790"/>
                  </a:lnTo>
                  <a:lnTo>
                    <a:pt x="1088364" y="1385808"/>
                  </a:lnTo>
                  <a:lnTo>
                    <a:pt x="1088364" y="1385813"/>
                  </a:lnTo>
                  <a:lnTo>
                    <a:pt x="1088361" y="1385822"/>
                  </a:lnTo>
                  <a:lnTo>
                    <a:pt x="1088355" y="1385837"/>
                  </a:lnTo>
                  <a:lnTo>
                    <a:pt x="1088346" y="1385852"/>
                  </a:lnTo>
                  <a:lnTo>
                    <a:pt x="1088339" y="1385867"/>
                  </a:lnTo>
                  <a:lnTo>
                    <a:pt x="1088334" y="1385882"/>
                  </a:lnTo>
                  <a:lnTo>
                    <a:pt x="1088332" y="1385888"/>
                  </a:lnTo>
                  <a:lnTo>
                    <a:pt x="1088334" y="1385900"/>
                  </a:lnTo>
                  <a:lnTo>
                    <a:pt x="1088338" y="1385906"/>
                  </a:lnTo>
                  <a:lnTo>
                    <a:pt x="1088343" y="1385911"/>
                  </a:lnTo>
                  <a:lnTo>
                    <a:pt x="1088351" y="1385922"/>
                  </a:lnTo>
                  <a:lnTo>
                    <a:pt x="1088355" y="1385931"/>
                  </a:lnTo>
                  <a:lnTo>
                    <a:pt x="1088359" y="1385942"/>
                  </a:lnTo>
                  <a:lnTo>
                    <a:pt x="1088360" y="1385966"/>
                  </a:lnTo>
                  <a:lnTo>
                    <a:pt x="1088357" y="1385976"/>
                  </a:lnTo>
                  <a:lnTo>
                    <a:pt x="1088354" y="1385991"/>
                  </a:lnTo>
                  <a:lnTo>
                    <a:pt x="1088359" y="1386010"/>
                  </a:lnTo>
                  <a:lnTo>
                    <a:pt x="1088356" y="1386027"/>
                  </a:lnTo>
                  <a:lnTo>
                    <a:pt x="1088352" y="1386036"/>
                  </a:lnTo>
                  <a:lnTo>
                    <a:pt x="1088343" y="1386051"/>
                  </a:lnTo>
                  <a:lnTo>
                    <a:pt x="1088340" y="1386058"/>
                  </a:lnTo>
                  <a:lnTo>
                    <a:pt x="1088333" y="1386068"/>
                  </a:lnTo>
                  <a:lnTo>
                    <a:pt x="1088330" y="1386074"/>
                  </a:lnTo>
                  <a:lnTo>
                    <a:pt x="1088329" y="1386081"/>
                  </a:lnTo>
                  <a:lnTo>
                    <a:pt x="1088326" y="1386096"/>
                  </a:lnTo>
                  <a:lnTo>
                    <a:pt x="1088316" y="1386114"/>
                  </a:lnTo>
                  <a:lnTo>
                    <a:pt x="1088305" y="1386125"/>
                  </a:lnTo>
                  <a:lnTo>
                    <a:pt x="1088291" y="1386136"/>
                  </a:lnTo>
                  <a:lnTo>
                    <a:pt x="1088277" y="1386144"/>
                  </a:lnTo>
                  <a:lnTo>
                    <a:pt x="1088263" y="1386153"/>
                  </a:lnTo>
                  <a:lnTo>
                    <a:pt x="1088248" y="1386163"/>
                  </a:lnTo>
                  <a:lnTo>
                    <a:pt x="1088234" y="1386173"/>
                  </a:lnTo>
                  <a:lnTo>
                    <a:pt x="1088224" y="1386182"/>
                  </a:lnTo>
                  <a:lnTo>
                    <a:pt x="1088219" y="1386189"/>
                  </a:lnTo>
                  <a:lnTo>
                    <a:pt x="1088213" y="1386201"/>
                  </a:lnTo>
                  <a:lnTo>
                    <a:pt x="1088209" y="1386214"/>
                  </a:lnTo>
                  <a:lnTo>
                    <a:pt x="1088208" y="1386231"/>
                  </a:lnTo>
                  <a:lnTo>
                    <a:pt x="1088204" y="1386246"/>
                  </a:lnTo>
                  <a:lnTo>
                    <a:pt x="1088194" y="1386261"/>
                  </a:lnTo>
                  <a:lnTo>
                    <a:pt x="1088177" y="1386284"/>
                  </a:lnTo>
                  <a:lnTo>
                    <a:pt x="1088175" y="1386289"/>
                  </a:lnTo>
                  <a:lnTo>
                    <a:pt x="1088187" y="1386309"/>
                  </a:lnTo>
                  <a:lnTo>
                    <a:pt x="1088199" y="1386323"/>
                  </a:lnTo>
                  <a:lnTo>
                    <a:pt x="1088208" y="1386339"/>
                  </a:lnTo>
                  <a:lnTo>
                    <a:pt x="1088210" y="1386343"/>
                  </a:lnTo>
                  <a:lnTo>
                    <a:pt x="1088210" y="1386354"/>
                  </a:lnTo>
                  <a:lnTo>
                    <a:pt x="1088206" y="1386369"/>
                  </a:lnTo>
                  <a:lnTo>
                    <a:pt x="1088204" y="1386384"/>
                  </a:lnTo>
                  <a:lnTo>
                    <a:pt x="1088199" y="1386399"/>
                  </a:lnTo>
                  <a:lnTo>
                    <a:pt x="1088195" y="1386414"/>
                  </a:lnTo>
                  <a:lnTo>
                    <a:pt x="1088193" y="1386423"/>
                  </a:lnTo>
                  <a:lnTo>
                    <a:pt x="1088183" y="1386444"/>
                  </a:lnTo>
                  <a:lnTo>
                    <a:pt x="1088174" y="1386464"/>
                  </a:lnTo>
                  <a:lnTo>
                    <a:pt x="1088165" y="1386481"/>
                  </a:lnTo>
                  <a:lnTo>
                    <a:pt x="1088160" y="1386488"/>
                  </a:lnTo>
                  <a:lnTo>
                    <a:pt x="1088153" y="1386503"/>
                  </a:lnTo>
                  <a:lnTo>
                    <a:pt x="1088149" y="1386511"/>
                  </a:lnTo>
                  <a:lnTo>
                    <a:pt x="1088144" y="1386518"/>
                  </a:lnTo>
                  <a:lnTo>
                    <a:pt x="1088129" y="1386531"/>
                  </a:lnTo>
                  <a:lnTo>
                    <a:pt x="1088123" y="1386536"/>
                  </a:lnTo>
                  <a:lnTo>
                    <a:pt x="1088086" y="1386541"/>
                  </a:lnTo>
                  <a:lnTo>
                    <a:pt x="1088049" y="1386538"/>
                  </a:lnTo>
                  <a:lnTo>
                    <a:pt x="1088042" y="1386536"/>
                  </a:lnTo>
                  <a:lnTo>
                    <a:pt x="1088037" y="1386537"/>
                  </a:lnTo>
                  <a:lnTo>
                    <a:pt x="1088032" y="1386540"/>
                  </a:lnTo>
                  <a:lnTo>
                    <a:pt x="1088030" y="1386552"/>
                  </a:lnTo>
                  <a:lnTo>
                    <a:pt x="1088031" y="1386567"/>
                  </a:lnTo>
                  <a:lnTo>
                    <a:pt x="1088034" y="1386597"/>
                  </a:lnTo>
                  <a:lnTo>
                    <a:pt x="1088037" y="1386613"/>
                  </a:lnTo>
                  <a:lnTo>
                    <a:pt x="1088044" y="1386706"/>
                  </a:lnTo>
                  <a:lnTo>
                    <a:pt x="1088041" y="1386718"/>
                  </a:lnTo>
                  <a:lnTo>
                    <a:pt x="1088040" y="1386726"/>
                  </a:lnTo>
                  <a:lnTo>
                    <a:pt x="1088036" y="1386737"/>
                  </a:lnTo>
                  <a:lnTo>
                    <a:pt x="1088026" y="1386751"/>
                  </a:lnTo>
                  <a:lnTo>
                    <a:pt x="1088020" y="1386763"/>
                  </a:lnTo>
                  <a:lnTo>
                    <a:pt x="1088014" y="1386778"/>
                  </a:lnTo>
                  <a:lnTo>
                    <a:pt x="1088012" y="1386783"/>
                  </a:lnTo>
                  <a:lnTo>
                    <a:pt x="1088012" y="1386797"/>
                  </a:lnTo>
                  <a:lnTo>
                    <a:pt x="1088013" y="1386803"/>
                  </a:lnTo>
                  <a:lnTo>
                    <a:pt x="1088015" y="1386808"/>
                  </a:lnTo>
                  <a:lnTo>
                    <a:pt x="1088024" y="1386823"/>
                  </a:lnTo>
                  <a:lnTo>
                    <a:pt x="1088044" y="1386853"/>
                  </a:lnTo>
                  <a:lnTo>
                    <a:pt x="1088054" y="1386869"/>
                  </a:lnTo>
                  <a:lnTo>
                    <a:pt x="1088061" y="1386884"/>
                  </a:lnTo>
                  <a:lnTo>
                    <a:pt x="1088069" y="1386899"/>
                  </a:lnTo>
                  <a:lnTo>
                    <a:pt x="1088076" y="1386914"/>
                  </a:lnTo>
                  <a:lnTo>
                    <a:pt x="1088088" y="1386928"/>
                  </a:lnTo>
                  <a:lnTo>
                    <a:pt x="1088102" y="1386941"/>
                  </a:lnTo>
                  <a:lnTo>
                    <a:pt x="1088116" y="1386951"/>
                  </a:lnTo>
                  <a:lnTo>
                    <a:pt x="1088130" y="1386961"/>
                  </a:lnTo>
                  <a:lnTo>
                    <a:pt x="1088143" y="1386971"/>
                  </a:lnTo>
                  <a:lnTo>
                    <a:pt x="1088147" y="1386976"/>
                  </a:lnTo>
                  <a:lnTo>
                    <a:pt x="1088153" y="1386986"/>
                  </a:lnTo>
                  <a:lnTo>
                    <a:pt x="1088157" y="1386992"/>
                  </a:lnTo>
                  <a:lnTo>
                    <a:pt x="1088166" y="1386998"/>
                  </a:lnTo>
                  <a:lnTo>
                    <a:pt x="1088180" y="1387008"/>
                  </a:lnTo>
                  <a:lnTo>
                    <a:pt x="1088194" y="1387016"/>
                  </a:lnTo>
                  <a:lnTo>
                    <a:pt x="1088204" y="1387025"/>
                  </a:lnTo>
                  <a:lnTo>
                    <a:pt x="1088208" y="1387030"/>
                  </a:lnTo>
                  <a:lnTo>
                    <a:pt x="1088216" y="1387042"/>
                  </a:lnTo>
                  <a:lnTo>
                    <a:pt x="1088230" y="1387064"/>
                  </a:lnTo>
                  <a:lnTo>
                    <a:pt x="1088236" y="1387070"/>
                  </a:lnTo>
                  <a:lnTo>
                    <a:pt x="1088243" y="1387075"/>
                  </a:lnTo>
                  <a:lnTo>
                    <a:pt x="1088258" y="1387080"/>
                  </a:lnTo>
                  <a:lnTo>
                    <a:pt x="1088272" y="1387089"/>
                  </a:lnTo>
                  <a:lnTo>
                    <a:pt x="1088286" y="1387097"/>
                  </a:lnTo>
                  <a:lnTo>
                    <a:pt x="1088300" y="1387108"/>
                  </a:lnTo>
                  <a:lnTo>
                    <a:pt x="1088313" y="1387119"/>
                  </a:lnTo>
                  <a:lnTo>
                    <a:pt x="1088326" y="1387132"/>
                  </a:lnTo>
                  <a:lnTo>
                    <a:pt x="1088337" y="1387147"/>
                  </a:lnTo>
                  <a:lnTo>
                    <a:pt x="1088344" y="1387154"/>
                  </a:lnTo>
                  <a:lnTo>
                    <a:pt x="1088348" y="1387163"/>
                  </a:lnTo>
                  <a:lnTo>
                    <a:pt x="1088357" y="1387178"/>
                  </a:lnTo>
                  <a:lnTo>
                    <a:pt x="1088360" y="1387182"/>
                  </a:lnTo>
                  <a:lnTo>
                    <a:pt x="1088363" y="1387193"/>
                  </a:lnTo>
                  <a:lnTo>
                    <a:pt x="1088365" y="1387200"/>
                  </a:lnTo>
                  <a:lnTo>
                    <a:pt x="1088365" y="1387229"/>
                  </a:lnTo>
                  <a:lnTo>
                    <a:pt x="1088364" y="1387244"/>
                  </a:lnTo>
                  <a:lnTo>
                    <a:pt x="1088361" y="1387259"/>
                  </a:lnTo>
                  <a:lnTo>
                    <a:pt x="1088360" y="1387274"/>
                  </a:lnTo>
                  <a:lnTo>
                    <a:pt x="1088363" y="1387289"/>
                  </a:lnTo>
                  <a:lnTo>
                    <a:pt x="1088367" y="1387297"/>
                  </a:lnTo>
                  <a:lnTo>
                    <a:pt x="1088374" y="1387301"/>
                  </a:lnTo>
                  <a:lnTo>
                    <a:pt x="1088395" y="1387309"/>
                  </a:lnTo>
                  <a:lnTo>
                    <a:pt x="1088403" y="1387310"/>
                  </a:lnTo>
                  <a:lnTo>
                    <a:pt x="1088417" y="1387315"/>
                  </a:lnTo>
                  <a:lnTo>
                    <a:pt x="1088431" y="1387322"/>
                  </a:lnTo>
                  <a:lnTo>
                    <a:pt x="1088444" y="1387336"/>
                  </a:lnTo>
                  <a:lnTo>
                    <a:pt x="1088451" y="1387351"/>
                  </a:lnTo>
                  <a:lnTo>
                    <a:pt x="1088466" y="1387380"/>
                  </a:lnTo>
                  <a:lnTo>
                    <a:pt x="1088474" y="1387397"/>
                  </a:lnTo>
                  <a:lnTo>
                    <a:pt x="1088479" y="1387412"/>
                  </a:lnTo>
                  <a:lnTo>
                    <a:pt x="1088486" y="1387427"/>
                  </a:lnTo>
                  <a:lnTo>
                    <a:pt x="1088493" y="1387442"/>
                  </a:lnTo>
                  <a:lnTo>
                    <a:pt x="1088503" y="1387458"/>
                  </a:lnTo>
                  <a:lnTo>
                    <a:pt x="1088511" y="1387473"/>
                  </a:lnTo>
                  <a:lnTo>
                    <a:pt x="1088520" y="1387487"/>
                  </a:lnTo>
                  <a:lnTo>
                    <a:pt x="1088527" y="1387502"/>
                  </a:lnTo>
                  <a:lnTo>
                    <a:pt x="1088531" y="1387510"/>
                  </a:lnTo>
                  <a:lnTo>
                    <a:pt x="1088535" y="1387518"/>
                  </a:lnTo>
                  <a:lnTo>
                    <a:pt x="1088545" y="1387533"/>
                  </a:lnTo>
                  <a:lnTo>
                    <a:pt x="1088558" y="1387547"/>
                  </a:lnTo>
                  <a:lnTo>
                    <a:pt x="1088572" y="1387561"/>
                  </a:lnTo>
                  <a:lnTo>
                    <a:pt x="1088584" y="1387573"/>
                  </a:lnTo>
                  <a:lnTo>
                    <a:pt x="1088597" y="1387585"/>
                  </a:lnTo>
                  <a:lnTo>
                    <a:pt x="1088612" y="1387601"/>
                  </a:lnTo>
                  <a:lnTo>
                    <a:pt x="1088631" y="1387629"/>
                  </a:lnTo>
                  <a:lnTo>
                    <a:pt x="1088648" y="1387652"/>
                  </a:lnTo>
                  <a:lnTo>
                    <a:pt x="1088650" y="1387659"/>
                  </a:lnTo>
                  <a:lnTo>
                    <a:pt x="1088654" y="1387667"/>
                  </a:lnTo>
                  <a:lnTo>
                    <a:pt x="1088660" y="1387684"/>
                  </a:lnTo>
                  <a:lnTo>
                    <a:pt x="1088669" y="1387696"/>
                  </a:lnTo>
                  <a:lnTo>
                    <a:pt x="1088684" y="1387698"/>
                  </a:lnTo>
                  <a:lnTo>
                    <a:pt x="1088698" y="1387694"/>
                  </a:lnTo>
                  <a:lnTo>
                    <a:pt x="1088713" y="1387689"/>
                  </a:lnTo>
                  <a:lnTo>
                    <a:pt x="1088727" y="1387685"/>
                  </a:lnTo>
                  <a:lnTo>
                    <a:pt x="1088741" y="1387679"/>
                  </a:lnTo>
                  <a:lnTo>
                    <a:pt x="1088755" y="1387674"/>
                  </a:lnTo>
                  <a:lnTo>
                    <a:pt x="1088784" y="1387665"/>
                  </a:lnTo>
                  <a:lnTo>
                    <a:pt x="1088799" y="1387659"/>
                  </a:lnTo>
                  <a:lnTo>
                    <a:pt x="1088807" y="1387656"/>
                  </a:lnTo>
                  <a:lnTo>
                    <a:pt x="1088813" y="1387653"/>
                  </a:lnTo>
                  <a:lnTo>
                    <a:pt x="1088827" y="1387648"/>
                  </a:lnTo>
                  <a:lnTo>
                    <a:pt x="1088841" y="1387643"/>
                  </a:lnTo>
                  <a:lnTo>
                    <a:pt x="1088849" y="1387640"/>
                  </a:lnTo>
                  <a:lnTo>
                    <a:pt x="1088859" y="1387635"/>
                  </a:lnTo>
                  <a:lnTo>
                    <a:pt x="1088868" y="1387630"/>
                  </a:lnTo>
                  <a:lnTo>
                    <a:pt x="1088877" y="1387623"/>
                  </a:lnTo>
                  <a:lnTo>
                    <a:pt x="1088890" y="1387618"/>
                  </a:lnTo>
                  <a:lnTo>
                    <a:pt x="1088898" y="1387616"/>
                  </a:lnTo>
                  <a:lnTo>
                    <a:pt x="1088912" y="1387612"/>
                  </a:lnTo>
                  <a:lnTo>
                    <a:pt x="1088926" y="1387608"/>
                  </a:lnTo>
                  <a:lnTo>
                    <a:pt x="1088940" y="1387607"/>
                  </a:lnTo>
                  <a:lnTo>
                    <a:pt x="1088955" y="1387604"/>
                  </a:lnTo>
                  <a:lnTo>
                    <a:pt x="1088969" y="1387602"/>
                  </a:lnTo>
                  <a:lnTo>
                    <a:pt x="1088983" y="1387599"/>
                  </a:lnTo>
                  <a:lnTo>
                    <a:pt x="1088997" y="1387598"/>
                  </a:lnTo>
                  <a:lnTo>
                    <a:pt x="1089012" y="1387598"/>
                  </a:lnTo>
                  <a:lnTo>
                    <a:pt x="1089026" y="1387598"/>
                  </a:lnTo>
                  <a:lnTo>
                    <a:pt x="1089040" y="1387599"/>
                  </a:lnTo>
                  <a:lnTo>
                    <a:pt x="1089047" y="1387598"/>
                  </a:lnTo>
                  <a:lnTo>
                    <a:pt x="1089054" y="1387599"/>
                  </a:lnTo>
                  <a:lnTo>
                    <a:pt x="1089069" y="1387601"/>
                  </a:lnTo>
                  <a:lnTo>
                    <a:pt x="1089083" y="1387601"/>
                  </a:lnTo>
                  <a:lnTo>
                    <a:pt x="1089097" y="1387603"/>
                  </a:lnTo>
                  <a:lnTo>
                    <a:pt x="1089111" y="1387607"/>
                  </a:lnTo>
                  <a:lnTo>
                    <a:pt x="1089127" y="1387611"/>
                  </a:lnTo>
                  <a:lnTo>
                    <a:pt x="1089133" y="1387610"/>
                  </a:lnTo>
                  <a:lnTo>
                    <a:pt x="1089140" y="1387614"/>
                  </a:lnTo>
                  <a:lnTo>
                    <a:pt x="1089138" y="1387621"/>
                  </a:lnTo>
                  <a:lnTo>
                    <a:pt x="1089127" y="1387628"/>
                  </a:lnTo>
                  <a:lnTo>
                    <a:pt x="1089112" y="1387639"/>
                  </a:lnTo>
                  <a:lnTo>
                    <a:pt x="1089102" y="1387654"/>
                  </a:lnTo>
                  <a:lnTo>
                    <a:pt x="1089098" y="1387659"/>
                  </a:lnTo>
                  <a:lnTo>
                    <a:pt x="1089094" y="1387670"/>
                  </a:lnTo>
                  <a:lnTo>
                    <a:pt x="1089095" y="1387683"/>
                  </a:lnTo>
                  <a:lnTo>
                    <a:pt x="1089098" y="1387699"/>
                  </a:lnTo>
                  <a:lnTo>
                    <a:pt x="1089103" y="1387708"/>
                  </a:lnTo>
                  <a:lnTo>
                    <a:pt x="1089107" y="1387716"/>
                  </a:lnTo>
                  <a:lnTo>
                    <a:pt x="1089117" y="1387729"/>
                  </a:lnTo>
                  <a:lnTo>
                    <a:pt x="1089128" y="1387743"/>
                  </a:lnTo>
                  <a:lnTo>
                    <a:pt x="1089141" y="1387757"/>
                  </a:lnTo>
                  <a:lnTo>
                    <a:pt x="1089153" y="1387770"/>
                  </a:lnTo>
                  <a:lnTo>
                    <a:pt x="1089157" y="1387775"/>
                  </a:lnTo>
                  <a:lnTo>
                    <a:pt x="1089167" y="1387781"/>
                  </a:lnTo>
                  <a:lnTo>
                    <a:pt x="1089181" y="1387794"/>
                  </a:lnTo>
                  <a:lnTo>
                    <a:pt x="1089186" y="1387799"/>
                  </a:lnTo>
                  <a:lnTo>
                    <a:pt x="1089200" y="1387808"/>
                  </a:lnTo>
                  <a:lnTo>
                    <a:pt x="1089209" y="1387812"/>
                  </a:lnTo>
                  <a:lnTo>
                    <a:pt x="1089223" y="1387817"/>
                  </a:lnTo>
                  <a:lnTo>
                    <a:pt x="1089237" y="1387822"/>
                  </a:lnTo>
                  <a:lnTo>
                    <a:pt x="1089251" y="1387830"/>
                  </a:lnTo>
                  <a:lnTo>
                    <a:pt x="1089265" y="1387840"/>
                  </a:lnTo>
                  <a:lnTo>
                    <a:pt x="1089280" y="1387850"/>
                  </a:lnTo>
                  <a:lnTo>
                    <a:pt x="1089287" y="1387855"/>
                  </a:lnTo>
                  <a:lnTo>
                    <a:pt x="1089294" y="1387857"/>
                  </a:lnTo>
                  <a:lnTo>
                    <a:pt x="1089300" y="1387860"/>
                  </a:lnTo>
                  <a:lnTo>
                    <a:pt x="1089308" y="1387861"/>
                  </a:lnTo>
                  <a:lnTo>
                    <a:pt x="1089322" y="1387864"/>
                  </a:lnTo>
                  <a:lnTo>
                    <a:pt x="1089329" y="1387867"/>
                  </a:lnTo>
                  <a:lnTo>
                    <a:pt x="1089359" y="1387869"/>
                  </a:lnTo>
                  <a:lnTo>
                    <a:pt x="1089373" y="1387869"/>
                  </a:lnTo>
                  <a:lnTo>
                    <a:pt x="1089387" y="1387869"/>
                  </a:lnTo>
                  <a:lnTo>
                    <a:pt x="1089401" y="1387864"/>
                  </a:lnTo>
                  <a:lnTo>
                    <a:pt x="1089413" y="1387862"/>
                  </a:lnTo>
                  <a:lnTo>
                    <a:pt x="1089430" y="1387857"/>
                  </a:lnTo>
                  <a:lnTo>
                    <a:pt x="1089444" y="1387856"/>
                  </a:lnTo>
                  <a:lnTo>
                    <a:pt x="1089464" y="1387856"/>
                  </a:lnTo>
                  <a:lnTo>
                    <a:pt x="1089473" y="1387859"/>
                  </a:lnTo>
                  <a:lnTo>
                    <a:pt x="1089487" y="1387865"/>
                  </a:lnTo>
                  <a:lnTo>
                    <a:pt x="1089500" y="1387879"/>
                  </a:lnTo>
                  <a:lnTo>
                    <a:pt x="1089503" y="1387894"/>
                  </a:lnTo>
                  <a:lnTo>
                    <a:pt x="1089506" y="1387909"/>
                  </a:lnTo>
                  <a:lnTo>
                    <a:pt x="1089509" y="1387924"/>
                  </a:lnTo>
                  <a:lnTo>
                    <a:pt x="1089508" y="1387939"/>
                  </a:lnTo>
                  <a:lnTo>
                    <a:pt x="1089510" y="1387972"/>
                  </a:lnTo>
                  <a:lnTo>
                    <a:pt x="1089514" y="1387994"/>
                  </a:lnTo>
                  <a:lnTo>
                    <a:pt x="1089518" y="1388003"/>
                  </a:lnTo>
                  <a:lnTo>
                    <a:pt x="1089526" y="1388018"/>
                  </a:lnTo>
                  <a:lnTo>
                    <a:pt x="1089537" y="1388032"/>
                  </a:lnTo>
                  <a:lnTo>
                    <a:pt x="1089551" y="1388045"/>
                  </a:lnTo>
                  <a:lnTo>
                    <a:pt x="1089565" y="1388058"/>
                  </a:lnTo>
                  <a:lnTo>
                    <a:pt x="1089579" y="1388063"/>
                  </a:lnTo>
                  <a:lnTo>
                    <a:pt x="1089593" y="1388068"/>
                  </a:lnTo>
                  <a:lnTo>
                    <a:pt x="1089608" y="1388071"/>
                  </a:lnTo>
                  <a:lnTo>
                    <a:pt x="1089622" y="1388073"/>
                  </a:lnTo>
                  <a:lnTo>
                    <a:pt x="1089626" y="1388076"/>
                  </a:lnTo>
                  <a:lnTo>
                    <a:pt x="1089629" y="1388079"/>
                  </a:lnTo>
                  <a:lnTo>
                    <a:pt x="1089631" y="1388086"/>
                  </a:lnTo>
                  <a:lnTo>
                    <a:pt x="1089631" y="1388119"/>
                  </a:lnTo>
                  <a:lnTo>
                    <a:pt x="1089633" y="1388149"/>
                  </a:lnTo>
                  <a:lnTo>
                    <a:pt x="1089636" y="1388194"/>
                  </a:lnTo>
                  <a:lnTo>
                    <a:pt x="1089640" y="1388209"/>
                  </a:lnTo>
                  <a:lnTo>
                    <a:pt x="1089642" y="1388215"/>
                  </a:lnTo>
                  <a:lnTo>
                    <a:pt x="1089642" y="1388222"/>
                  </a:lnTo>
                  <a:lnTo>
                    <a:pt x="1089637" y="1388239"/>
                  </a:lnTo>
                  <a:lnTo>
                    <a:pt x="1089634" y="1388243"/>
                  </a:lnTo>
                  <a:lnTo>
                    <a:pt x="1089629" y="1388254"/>
                  </a:lnTo>
                  <a:lnTo>
                    <a:pt x="1089622" y="1388269"/>
                  </a:lnTo>
                  <a:lnTo>
                    <a:pt x="1089616" y="1388284"/>
                  </a:lnTo>
                  <a:lnTo>
                    <a:pt x="1089610" y="1388299"/>
                  </a:lnTo>
                  <a:lnTo>
                    <a:pt x="1089606" y="1388314"/>
                  </a:lnTo>
                  <a:lnTo>
                    <a:pt x="1089600" y="1388329"/>
                  </a:lnTo>
                  <a:lnTo>
                    <a:pt x="1089597" y="1388344"/>
                  </a:lnTo>
                  <a:lnTo>
                    <a:pt x="1089594" y="1388362"/>
                  </a:lnTo>
                  <a:lnTo>
                    <a:pt x="1089595" y="1388374"/>
                  </a:lnTo>
                  <a:lnTo>
                    <a:pt x="1089597" y="1388389"/>
                  </a:lnTo>
                  <a:lnTo>
                    <a:pt x="1089601" y="1388395"/>
                  </a:lnTo>
                  <a:lnTo>
                    <a:pt x="1089609" y="1388403"/>
                  </a:lnTo>
                  <a:lnTo>
                    <a:pt x="1089623" y="1388418"/>
                  </a:lnTo>
                  <a:lnTo>
                    <a:pt x="1089630" y="1388426"/>
                  </a:lnTo>
                  <a:lnTo>
                    <a:pt x="1089634" y="1388432"/>
                  </a:lnTo>
                  <a:lnTo>
                    <a:pt x="1089640" y="1388441"/>
                  </a:lnTo>
                  <a:lnTo>
                    <a:pt x="1089640" y="1388447"/>
                  </a:lnTo>
                  <a:lnTo>
                    <a:pt x="1089638" y="1388453"/>
                  </a:lnTo>
                  <a:lnTo>
                    <a:pt x="1089630" y="1388461"/>
                  </a:lnTo>
                  <a:lnTo>
                    <a:pt x="1089619" y="1388474"/>
                  </a:lnTo>
                  <a:lnTo>
                    <a:pt x="1089608" y="1388489"/>
                  </a:lnTo>
                  <a:lnTo>
                    <a:pt x="1089596" y="1388504"/>
                  </a:lnTo>
                  <a:lnTo>
                    <a:pt x="1089584" y="1388518"/>
                  </a:lnTo>
                  <a:lnTo>
                    <a:pt x="1089572" y="1388532"/>
                  </a:lnTo>
                  <a:lnTo>
                    <a:pt x="1089565" y="1388538"/>
                  </a:lnTo>
                  <a:lnTo>
                    <a:pt x="1089558" y="1388548"/>
                  </a:lnTo>
                  <a:lnTo>
                    <a:pt x="1089555" y="1388561"/>
                  </a:lnTo>
                  <a:lnTo>
                    <a:pt x="1089555" y="1388576"/>
                  </a:lnTo>
                  <a:lnTo>
                    <a:pt x="1089559" y="1388591"/>
                  </a:lnTo>
                  <a:lnTo>
                    <a:pt x="1089562" y="1388606"/>
                  </a:lnTo>
                  <a:lnTo>
                    <a:pt x="1089561" y="1388611"/>
                  </a:lnTo>
                  <a:lnTo>
                    <a:pt x="1089553" y="1388620"/>
                  </a:lnTo>
                  <a:lnTo>
                    <a:pt x="1089538" y="1388630"/>
                  </a:lnTo>
                  <a:lnTo>
                    <a:pt x="1089524" y="1388639"/>
                  </a:lnTo>
                  <a:lnTo>
                    <a:pt x="1089509" y="1388651"/>
                  </a:lnTo>
                  <a:lnTo>
                    <a:pt x="1089507" y="1388655"/>
                  </a:lnTo>
                  <a:lnTo>
                    <a:pt x="1089503" y="1388666"/>
                  </a:lnTo>
                  <a:lnTo>
                    <a:pt x="1089500" y="1388681"/>
                  </a:lnTo>
                  <a:lnTo>
                    <a:pt x="1089500" y="1388696"/>
                  </a:lnTo>
                  <a:lnTo>
                    <a:pt x="1089500" y="1388711"/>
                  </a:lnTo>
                  <a:lnTo>
                    <a:pt x="1089505" y="1388741"/>
                  </a:lnTo>
                  <a:lnTo>
                    <a:pt x="1089506" y="1388747"/>
                  </a:lnTo>
                  <a:lnTo>
                    <a:pt x="1089511" y="1388760"/>
                  </a:lnTo>
                  <a:lnTo>
                    <a:pt x="1089522" y="1388771"/>
                  </a:lnTo>
                  <a:lnTo>
                    <a:pt x="1089526" y="1388775"/>
                  </a:lnTo>
                  <a:lnTo>
                    <a:pt x="1089536" y="1388781"/>
                  </a:lnTo>
                  <a:lnTo>
                    <a:pt x="1089550" y="1388789"/>
                  </a:lnTo>
                  <a:lnTo>
                    <a:pt x="1089557" y="1388792"/>
                  </a:lnTo>
                  <a:lnTo>
                    <a:pt x="1089564" y="1388796"/>
                  </a:lnTo>
                  <a:lnTo>
                    <a:pt x="1089568" y="1388798"/>
                  </a:lnTo>
                  <a:lnTo>
                    <a:pt x="1089577" y="1388810"/>
                  </a:lnTo>
                  <a:lnTo>
                    <a:pt x="1089578" y="1388818"/>
                  </a:lnTo>
                  <a:lnTo>
                    <a:pt x="1089576" y="1388823"/>
                  </a:lnTo>
                  <a:lnTo>
                    <a:pt x="1089569" y="1388838"/>
                  </a:lnTo>
                  <a:lnTo>
                    <a:pt x="1089560" y="1388853"/>
                  </a:lnTo>
                  <a:lnTo>
                    <a:pt x="1089551" y="1388868"/>
                  </a:lnTo>
                  <a:lnTo>
                    <a:pt x="1089547" y="1388874"/>
                  </a:lnTo>
                  <a:lnTo>
                    <a:pt x="1089542" y="1388883"/>
                  </a:lnTo>
                  <a:lnTo>
                    <a:pt x="1089541" y="1388898"/>
                  </a:lnTo>
                  <a:lnTo>
                    <a:pt x="1089544" y="1388913"/>
                  </a:lnTo>
                  <a:lnTo>
                    <a:pt x="1089546" y="1388931"/>
                  </a:lnTo>
                  <a:lnTo>
                    <a:pt x="1089552" y="1388939"/>
                  </a:lnTo>
                  <a:lnTo>
                    <a:pt x="1089556" y="1388942"/>
                  </a:lnTo>
                  <a:lnTo>
                    <a:pt x="1089560" y="1388947"/>
                  </a:lnTo>
                  <a:lnTo>
                    <a:pt x="1089563" y="1388953"/>
                  </a:lnTo>
                  <a:lnTo>
                    <a:pt x="1089572" y="1388969"/>
                  </a:lnTo>
                  <a:lnTo>
                    <a:pt x="1089574" y="1388984"/>
                  </a:lnTo>
                  <a:lnTo>
                    <a:pt x="1089573" y="1389015"/>
                  </a:lnTo>
                  <a:lnTo>
                    <a:pt x="1089577" y="1389030"/>
                  </a:lnTo>
                  <a:lnTo>
                    <a:pt x="1089581" y="1389050"/>
                  </a:lnTo>
                  <a:lnTo>
                    <a:pt x="1089587" y="1389063"/>
                  </a:lnTo>
                  <a:lnTo>
                    <a:pt x="1089593" y="1389076"/>
                  </a:lnTo>
                  <a:lnTo>
                    <a:pt x="1089603" y="1389091"/>
                  </a:lnTo>
                  <a:lnTo>
                    <a:pt x="1089614" y="1389106"/>
                  </a:lnTo>
                  <a:lnTo>
                    <a:pt x="1089618" y="1389114"/>
                  </a:lnTo>
                  <a:lnTo>
                    <a:pt x="1089629" y="1389142"/>
                  </a:lnTo>
                  <a:lnTo>
                    <a:pt x="1089636" y="1389158"/>
                  </a:lnTo>
                  <a:lnTo>
                    <a:pt x="1089643" y="1389173"/>
                  </a:lnTo>
                  <a:lnTo>
                    <a:pt x="1089650" y="1389188"/>
                  </a:lnTo>
                  <a:lnTo>
                    <a:pt x="1089663" y="1389203"/>
                  </a:lnTo>
                  <a:lnTo>
                    <a:pt x="1089676" y="1389217"/>
                  </a:lnTo>
                  <a:lnTo>
                    <a:pt x="1089689" y="1389228"/>
                  </a:lnTo>
                  <a:lnTo>
                    <a:pt x="1089703" y="1389241"/>
                  </a:lnTo>
                  <a:lnTo>
                    <a:pt x="1089708" y="1389247"/>
                  </a:lnTo>
                  <a:lnTo>
                    <a:pt x="1089715" y="1389253"/>
                  </a:lnTo>
                  <a:lnTo>
                    <a:pt x="1089727" y="1389267"/>
                  </a:lnTo>
                  <a:lnTo>
                    <a:pt x="1089742" y="1389281"/>
                  </a:lnTo>
                  <a:lnTo>
                    <a:pt x="1089756" y="1389288"/>
                  </a:lnTo>
                  <a:lnTo>
                    <a:pt x="1089770" y="1389293"/>
                  </a:lnTo>
                  <a:lnTo>
                    <a:pt x="1089784" y="1389296"/>
                  </a:lnTo>
                  <a:lnTo>
                    <a:pt x="1089798" y="1389300"/>
                  </a:lnTo>
                  <a:lnTo>
                    <a:pt x="1089812" y="1389301"/>
                  </a:lnTo>
                  <a:lnTo>
                    <a:pt x="1089826" y="1389304"/>
                  </a:lnTo>
                  <a:lnTo>
                    <a:pt x="1089842" y="1389308"/>
                  </a:lnTo>
                  <a:lnTo>
                    <a:pt x="1089854" y="1389315"/>
                  </a:lnTo>
                  <a:lnTo>
                    <a:pt x="1089864" y="1389323"/>
                  </a:lnTo>
                  <a:lnTo>
                    <a:pt x="1089868" y="1389328"/>
                  </a:lnTo>
                  <a:lnTo>
                    <a:pt x="1089877" y="1389343"/>
                  </a:lnTo>
                  <a:lnTo>
                    <a:pt x="1089897" y="1389373"/>
                  </a:lnTo>
                  <a:lnTo>
                    <a:pt x="1089902" y="1389379"/>
                  </a:lnTo>
                  <a:lnTo>
                    <a:pt x="1089904" y="1389383"/>
                  </a:lnTo>
                  <a:lnTo>
                    <a:pt x="1089905" y="1389389"/>
                  </a:lnTo>
                  <a:lnTo>
                    <a:pt x="1089908" y="1389404"/>
                  </a:lnTo>
                  <a:lnTo>
                    <a:pt x="1089909" y="1389419"/>
                  </a:lnTo>
                  <a:lnTo>
                    <a:pt x="1089910" y="1389425"/>
                  </a:lnTo>
                  <a:lnTo>
                    <a:pt x="1089917" y="1389434"/>
                  </a:lnTo>
                  <a:lnTo>
                    <a:pt x="1089931" y="1389442"/>
                  </a:lnTo>
                  <a:lnTo>
                    <a:pt x="1089945" y="1389452"/>
                  </a:lnTo>
                  <a:lnTo>
                    <a:pt x="1089959" y="1389458"/>
                  </a:lnTo>
                  <a:lnTo>
                    <a:pt x="1089973" y="1389465"/>
                  </a:lnTo>
                  <a:lnTo>
                    <a:pt x="1089981" y="1389468"/>
                  </a:lnTo>
                  <a:lnTo>
                    <a:pt x="1089997" y="1389479"/>
                  </a:lnTo>
                  <a:lnTo>
                    <a:pt x="1090004" y="1389483"/>
                  </a:lnTo>
                  <a:lnTo>
                    <a:pt x="1090039" y="1389514"/>
                  </a:lnTo>
                  <a:lnTo>
                    <a:pt x="1090045" y="1389520"/>
                  </a:lnTo>
                  <a:lnTo>
                    <a:pt x="1090050" y="1389527"/>
                  </a:lnTo>
                  <a:lnTo>
                    <a:pt x="1090057" y="1389542"/>
                  </a:lnTo>
                  <a:lnTo>
                    <a:pt x="1090058" y="1389548"/>
                  </a:lnTo>
                  <a:lnTo>
                    <a:pt x="1090066" y="1389564"/>
                  </a:lnTo>
                  <a:lnTo>
                    <a:pt x="1090075" y="1389581"/>
                  </a:lnTo>
                  <a:lnTo>
                    <a:pt x="1090084" y="1389596"/>
                  </a:lnTo>
                  <a:lnTo>
                    <a:pt x="1090087" y="1389600"/>
                  </a:lnTo>
                  <a:lnTo>
                    <a:pt x="1090097" y="1389607"/>
                  </a:lnTo>
                  <a:lnTo>
                    <a:pt x="1090111" y="1389611"/>
                  </a:lnTo>
                  <a:lnTo>
                    <a:pt x="1090140" y="1389616"/>
                  </a:lnTo>
                  <a:lnTo>
                    <a:pt x="1090154" y="1389619"/>
                  </a:lnTo>
                  <a:lnTo>
                    <a:pt x="1090168" y="1389622"/>
                  </a:lnTo>
                  <a:lnTo>
                    <a:pt x="1090182" y="1389627"/>
                  </a:lnTo>
                  <a:lnTo>
                    <a:pt x="1090196" y="1389629"/>
                  </a:lnTo>
                  <a:lnTo>
                    <a:pt x="1090210" y="1389632"/>
                  </a:lnTo>
                  <a:lnTo>
                    <a:pt x="1090224" y="1389634"/>
                  </a:lnTo>
                  <a:lnTo>
                    <a:pt x="1090239" y="1389635"/>
                  </a:lnTo>
                  <a:lnTo>
                    <a:pt x="1090253" y="1389635"/>
                  </a:lnTo>
                  <a:lnTo>
                    <a:pt x="1090267" y="1389637"/>
                  </a:lnTo>
                  <a:lnTo>
                    <a:pt x="1090281" y="1389639"/>
                  </a:lnTo>
                  <a:lnTo>
                    <a:pt x="1090296" y="1389639"/>
                  </a:lnTo>
                  <a:lnTo>
                    <a:pt x="1090305" y="1389638"/>
                  </a:lnTo>
                  <a:lnTo>
                    <a:pt x="1090314" y="1389635"/>
                  </a:lnTo>
                  <a:lnTo>
                    <a:pt x="1090324" y="1389630"/>
                  </a:lnTo>
                  <a:lnTo>
                    <a:pt x="1090338" y="1389620"/>
                  </a:lnTo>
                  <a:lnTo>
                    <a:pt x="1090345" y="1389618"/>
                  </a:lnTo>
                  <a:lnTo>
                    <a:pt x="1090353" y="1389621"/>
                  </a:lnTo>
                  <a:lnTo>
                    <a:pt x="1090367" y="1389631"/>
                  </a:lnTo>
                  <a:lnTo>
                    <a:pt x="1090379" y="1389645"/>
                  </a:lnTo>
                  <a:lnTo>
                    <a:pt x="1090404" y="1389670"/>
                  </a:lnTo>
                  <a:lnTo>
                    <a:pt x="1090416" y="1389682"/>
                  </a:lnTo>
                  <a:lnTo>
                    <a:pt x="1090429" y="1389693"/>
                  </a:lnTo>
                  <a:lnTo>
                    <a:pt x="1090443" y="1389705"/>
                  </a:lnTo>
                  <a:lnTo>
                    <a:pt x="1090456" y="1389715"/>
                  </a:lnTo>
                  <a:lnTo>
                    <a:pt x="1090470" y="1389730"/>
                  </a:lnTo>
                  <a:lnTo>
                    <a:pt x="1090483" y="1389741"/>
                  </a:lnTo>
                  <a:lnTo>
                    <a:pt x="1090496" y="1389754"/>
                  </a:lnTo>
                  <a:lnTo>
                    <a:pt x="1090503" y="1389760"/>
                  </a:lnTo>
                  <a:lnTo>
                    <a:pt x="1090510" y="1389764"/>
                  </a:lnTo>
                  <a:lnTo>
                    <a:pt x="1090524" y="1389774"/>
                  </a:lnTo>
                  <a:lnTo>
                    <a:pt x="1090532" y="1389777"/>
                  </a:lnTo>
                  <a:lnTo>
                    <a:pt x="1090539" y="1389777"/>
                  </a:lnTo>
                  <a:lnTo>
                    <a:pt x="1090553" y="1389774"/>
                  </a:lnTo>
                  <a:lnTo>
                    <a:pt x="1090567" y="1389769"/>
                  </a:lnTo>
                  <a:lnTo>
                    <a:pt x="1090581" y="1389762"/>
                  </a:lnTo>
                  <a:lnTo>
                    <a:pt x="1090610" y="1389748"/>
                  </a:lnTo>
                  <a:lnTo>
                    <a:pt x="1090624" y="1389746"/>
                  </a:lnTo>
                  <a:lnTo>
                    <a:pt x="1090638" y="1389744"/>
                  </a:lnTo>
                  <a:lnTo>
                    <a:pt x="1090653" y="1389743"/>
                  </a:lnTo>
                  <a:lnTo>
                    <a:pt x="1090667" y="1389741"/>
                  </a:lnTo>
                  <a:lnTo>
                    <a:pt x="1090671" y="1389739"/>
                  </a:lnTo>
                  <a:lnTo>
                    <a:pt x="1090682" y="1389732"/>
                  </a:lnTo>
                  <a:lnTo>
                    <a:pt x="1090693" y="1389717"/>
                  </a:lnTo>
                  <a:lnTo>
                    <a:pt x="1090697" y="1389714"/>
                  </a:lnTo>
                  <a:lnTo>
                    <a:pt x="1090704" y="1389703"/>
                  </a:lnTo>
                  <a:lnTo>
                    <a:pt x="1090709" y="1389696"/>
                  </a:lnTo>
                  <a:lnTo>
                    <a:pt x="1090712" y="1389688"/>
                  </a:lnTo>
                  <a:lnTo>
                    <a:pt x="1090720" y="1389673"/>
                  </a:lnTo>
                  <a:lnTo>
                    <a:pt x="1090724" y="1389666"/>
                  </a:lnTo>
                  <a:lnTo>
                    <a:pt x="1090729" y="1389655"/>
                  </a:lnTo>
                  <a:lnTo>
                    <a:pt x="1090740" y="1389646"/>
                  </a:lnTo>
                  <a:lnTo>
                    <a:pt x="1090755" y="1389642"/>
                  </a:lnTo>
                  <a:lnTo>
                    <a:pt x="1090769" y="1389639"/>
                  </a:lnTo>
                  <a:lnTo>
                    <a:pt x="1090783" y="1389635"/>
                  </a:lnTo>
                  <a:lnTo>
                    <a:pt x="1090798" y="1389632"/>
                  </a:lnTo>
                  <a:lnTo>
                    <a:pt x="1090833" y="1389629"/>
                  </a:lnTo>
                  <a:lnTo>
                    <a:pt x="1090847" y="1389630"/>
                  </a:lnTo>
                  <a:lnTo>
                    <a:pt x="1090861" y="1389632"/>
                  </a:lnTo>
                  <a:lnTo>
                    <a:pt x="1090875" y="1389636"/>
                  </a:lnTo>
                  <a:lnTo>
                    <a:pt x="1090889" y="1389639"/>
                  </a:lnTo>
                  <a:lnTo>
                    <a:pt x="1090917" y="1389652"/>
                  </a:lnTo>
                  <a:lnTo>
                    <a:pt x="1090932" y="1389661"/>
                  </a:lnTo>
                  <a:lnTo>
                    <a:pt x="1090946" y="1389669"/>
                  </a:lnTo>
                  <a:lnTo>
                    <a:pt x="1090951" y="1389672"/>
                  </a:lnTo>
                  <a:lnTo>
                    <a:pt x="1090959" y="1389680"/>
                  </a:lnTo>
                  <a:lnTo>
                    <a:pt x="1090973" y="1389692"/>
                  </a:lnTo>
                  <a:lnTo>
                    <a:pt x="1090983" y="1389700"/>
                  </a:lnTo>
                  <a:lnTo>
                    <a:pt x="1090986" y="1389704"/>
                  </a:lnTo>
                  <a:lnTo>
                    <a:pt x="1090998" y="1389720"/>
                  </a:lnTo>
                  <a:lnTo>
                    <a:pt x="1091010" y="1389734"/>
                  </a:lnTo>
                  <a:lnTo>
                    <a:pt x="1091019" y="1389749"/>
                  </a:lnTo>
                  <a:lnTo>
                    <a:pt x="1091029" y="1389764"/>
                  </a:lnTo>
                  <a:lnTo>
                    <a:pt x="1091034" y="1389780"/>
                  </a:lnTo>
                  <a:lnTo>
                    <a:pt x="1091037" y="1389795"/>
                  </a:lnTo>
                  <a:lnTo>
                    <a:pt x="1091038" y="1389810"/>
                  </a:lnTo>
                  <a:lnTo>
                    <a:pt x="1091041" y="1389825"/>
                  </a:lnTo>
                  <a:lnTo>
                    <a:pt x="1091046" y="1389846"/>
                  </a:lnTo>
                  <a:lnTo>
                    <a:pt x="1091048" y="1389853"/>
                  </a:lnTo>
                  <a:lnTo>
                    <a:pt x="1091048" y="1389867"/>
                  </a:lnTo>
                  <a:lnTo>
                    <a:pt x="1091042" y="1389883"/>
                  </a:lnTo>
                  <a:lnTo>
                    <a:pt x="1091036" y="1389894"/>
                  </a:lnTo>
                  <a:lnTo>
                    <a:pt x="1091033" y="1389901"/>
                  </a:lnTo>
                  <a:lnTo>
                    <a:pt x="1091029" y="1389912"/>
                  </a:lnTo>
                  <a:lnTo>
                    <a:pt x="1091021" y="1389927"/>
                  </a:lnTo>
                  <a:lnTo>
                    <a:pt x="1091019" y="1389942"/>
                  </a:lnTo>
                  <a:lnTo>
                    <a:pt x="1091021" y="1389957"/>
                  </a:lnTo>
                  <a:lnTo>
                    <a:pt x="1091025" y="1389972"/>
                  </a:lnTo>
                  <a:lnTo>
                    <a:pt x="1091032" y="1389987"/>
                  </a:lnTo>
                  <a:lnTo>
                    <a:pt x="1091042" y="1390002"/>
                  </a:lnTo>
                  <a:lnTo>
                    <a:pt x="1091052" y="1390017"/>
                  </a:lnTo>
                  <a:lnTo>
                    <a:pt x="1091067" y="1390030"/>
                  </a:lnTo>
                  <a:lnTo>
                    <a:pt x="1091081" y="1390042"/>
                  </a:lnTo>
                  <a:lnTo>
                    <a:pt x="1091095" y="1390053"/>
                  </a:lnTo>
                  <a:lnTo>
                    <a:pt x="1091109" y="1390063"/>
                  </a:lnTo>
                  <a:lnTo>
                    <a:pt x="1091123" y="1390071"/>
                  </a:lnTo>
                  <a:lnTo>
                    <a:pt x="1091137" y="1390079"/>
                  </a:lnTo>
                  <a:lnTo>
                    <a:pt x="1091151" y="1390084"/>
                  </a:lnTo>
                  <a:lnTo>
                    <a:pt x="1091201" y="1390090"/>
                  </a:lnTo>
                  <a:lnTo>
                    <a:pt x="1091221" y="1390091"/>
                  </a:lnTo>
                  <a:lnTo>
                    <a:pt x="1091235" y="1390096"/>
                  </a:lnTo>
                  <a:lnTo>
                    <a:pt x="1091249" y="1390103"/>
                  </a:lnTo>
                  <a:lnTo>
                    <a:pt x="1091263" y="1390111"/>
                  </a:lnTo>
                  <a:lnTo>
                    <a:pt x="1091277" y="1390123"/>
                  </a:lnTo>
                  <a:lnTo>
                    <a:pt x="1091290" y="1390135"/>
                  </a:lnTo>
                  <a:lnTo>
                    <a:pt x="1091304" y="1390146"/>
                  </a:lnTo>
                  <a:lnTo>
                    <a:pt x="1091318" y="1390158"/>
                  </a:lnTo>
                  <a:lnTo>
                    <a:pt x="1091332" y="1390167"/>
                  </a:lnTo>
                  <a:lnTo>
                    <a:pt x="1091346" y="1390175"/>
                  </a:lnTo>
                  <a:lnTo>
                    <a:pt x="1091360" y="1390185"/>
                  </a:lnTo>
                  <a:lnTo>
                    <a:pt x="1091375" y="1390193"/>
                  </a:lnTo>
                  <a:lnTo>
                    <a:pt x="1091389" y="1390199"/>
                  </a:lnTo>
                  <a:lnTo>
                    <a:pt x="1091416" y="1390211"/>
                  </a:lnTo>
                  <a:lnTo>
                    <a:pt x="1091345" y="1390270"/>
                  </a:lnTo>
                  <a:lnTo>
                    <a:pt x="1091314" y="1390295"/>
                  </a:lnTo>
                  <a:lnTo>
                    <a:pt x="1091217" y="1390377"/>
                  </a:lnTo>
                  <a:lnTo>
                    <a:pt x="1091194" y="1390387"/>
                  </a:lnTo>
                  <a:lnTo>
                    <a:pt x="1091171" y="1390393"/>
                  </a:lnTo>
                  <a:lnTo>
                    <a:pt x="1091140" y="1390399"/>
                  </a:lnTo>
                  <a:lnTo>
                    <a:pt x="1091113" y="1390406"/>
                  </a:lnTo>
                  <a:lnTo>
                    <a:pt x="1091079" y="1390413"/>
                  </a:lnTo>
                  <a:lnTo>
                    <a:pt x="1091032" y="1390419"/>
                  </a:lnTo>
                  <a:lnTo>
                    <a:pt x="1090992" y="1390416"/>
                  </a:lnTo>
                  <a:lnTo>
                    <a:pt x="1090962" y="1390421"/>
                  </a:lnTo>
                  <a:lnTo>
                    <a:pt x="1090937" y="1390449"/>
                  </a:lnTo>
                  <a:lnTo>
                    <a:pt x="1090910" y="1390490"/>
                  </a:lnTo>
                  <a:lnTo>
                    <a:pt x="1090895" y="1390516"/>
                  </a:lnTo>
                  <a:lnTo>
                    <a:pt x="1090895" y="1390535"/>
                  </a:lnTo>
                  <a:lnTo>
                    <a:pt x="1090901" y="1390553"/>
                  </a:lnTo>
                  <a:lnTo>
                    <a:pt x="1090906" y="1390567"/>
                  </a:lnTo>
                  <a:lnTo>
                    <a:pt x="1090906" y="1390579"/>
                  </a:lnTo>
                  <a:lnTo>
                    <a:pt x="1090906" y="1390587"/>
                  </a:lnTo>
                  <a:lnTo>
                    <a:pt x="1090908" y="1390603"/>
                  </a:lnTo>
                  <a:lnTo>
                    <a:pt x="1090911" y="1390608"/>
                  </a:lnTo>
                  <a:lnTo>
                    <a:pt x="1090930" y="1390627"/>
                  </a:lnTo>
                  <a:lnTo>
                    <a:pt x="1090943" y="1390642"/>
                  </a:lnTo>
                  <a:lnTo>
                    <a:pt x="1090949" y="1390650"/>
                  </a:lnTo>
                  <a:lnTo>
                    <a:pt x="1090952" y="1390658"/>
                  </a:lnTo>
                  <a:lnTo>
                    <a:pt x="1090955" y="1390663"/>
                  </a:lnTo>
                  <a:lnTo>
                    <a:pt x="1090959" y="1390677"/>
                  </a:lnTo>
                  <a:lnTo>
                    <a:pt x="1090960" y="1390688"/>
                  </a:lnTo>
                  <a:lnTo>
                    <a:pt x="1090960" y="1390703"/>
                  </a:lnTo>
                  <a:lnTo>
                    <a:pt x="1090957" y="1390718"/>
                  </a:lnTo>
                  <a:lnTo>
                    <a:pt x="1090953" y="1390733"/>
                  </a:lnTo>
                  <a:lnTo>
                    <a:pt x="1090947" y="1390748"/>
                  </a:lnTo>
                  <a:lnTo>
                    <a:pt x="1090938" y="1390763"/>
                  </a:lnTo>
                  <a:lnTo>
                    <a:pt x="1090936" y="1390769"/>
                  </a:lnTo>
                  <a:lnTo>
                    <a:pt x="1090935" y="1390795"/>
                  </a:lnTo>
                  <a:lnTo>
                    <a:pt x="1090936" y="1390810"/>
                  </a:lnTo>
                  <a:lnTo>
                    <a:pt x="1090936" y="1390818"/>
                  </a:lnTo>
                  <a:lnTo>
                    <a:pt x="1090934" y="1390825"/>
                  </a:lnTo>
                  <a:lnTo>
                    <a:pt x="1090932" y="1390830"/>
                  </a:lnTo>
                  <a:lnTo>
                    <a:pt x="1090924" y="1390840"/>
                  </a:lnTo>
                  <a:lnTo>
                    <a:pt x="1090919" y="1390846"/>
                  </a:lnTo>
                  <a:lnTo>
                    <a:pt x="1090912" y="1390852"/>
                  </a:lnTo>
                  <a:lnTo>
                    <a:pt x="1090898" y="1390866"/>
                  </a:lnTo>
                  <a:lnTo>
                    <a:pt x="1090893" y="1390873"/>
                  </a:lnTo>
                  <a:lnTo>
                    <a:pt x="1090891" y="1390881"/>
                  </a:lnTo>
                  <a:lnTo>
                    <a:pt x="1090892" y="1390896"/>
                  </a:lnTo>
                  <a:lnTo>
                    <a:pt x="1090893" y="1390911"/>
                  </a:lnTo>
                  <a:lnTo>
                    <a:pt x="1090895" y="1390926"/>
                  </a:lnTo>
                  <a:lnTo>
                    <a:pt x="1090898" y="1390944"/>
                  </a:lnTo>
                  <a:lnTo>
                    <a:pt x="1090895" y="1390980"/>
                  </a:lnTo>
                  <a:lnTo>
                    <a:pt x="1090891" y="1390995"/>
                  </a:lnTo>
                  <a:lnTo>
                    <a:pt x="1090882" y="1391051"/>
                  </a:lnTo>
                  <a:lnTo>
                    <a:pt x="1090879" y="1391060"/>
                  </a:lnTo>
                  <a:lnTo>
                    <a:pt x="1090870" y="1391075"/>
                  </a:lnTo>
                  <a:lnTo>
                    <a:pt x="1090862" y="1391090"/>
                  </a:lnTo>
                  <a:lnTo>
                    <a:pt x="1090849" y="1391107"/>
                  </a:lnTo>
                  <a:lnTo>
                    <a:pt x="1090841" y="1391120"/>
                  </a:lnTo>
                  <a:lnTo>
                    <a:pt x="1090847" y="1391133"/>
                  </a:lnTo>
                  <a:lnTo>
                    <a:pt x="1090849" y="1391137"/>
                  </a:lnTo>
                  <a:lnTo>
                    <a:pt x="1090863" y="1391151"/>
                  </a:lnTo>
                  <a:lnTo>
                    <a:pt x="1090880" y="1391172"/>
                  </a:lnTo>
                  <a:lnTo>
                    <a:pt x="1090886" y="1391195"/>
                  </a:lnTo>
                  <a:lnTo>
                    <a:pt x="1090886" y="1391231"/>
                  </a:lnTo>
                  <a:lnTo>
                    <a:pt x="1090881" y="1391275"/>
                  </a:lnTo>
                  <a:lnTo>
                    <a:pt x="1090874" y="1391296"/>
                  </a:lnTo>
                  <a:lnTo>
                    <a:pt x="1090854" y="1391341"/>
                  </a:lnTo>
                  <a:lnTo>
                    <a:pt x="1090839" y="1391377"/>
                  </a:lnTo>
                  <a:lnTo>
                    <a:pt x="1090821" y="1391413"/>
                  </a:lnTo>
                  <a:lnTo>
                    <a:pt x="1090814" y="1391445"/>
                  </a:lnTo>
                  <a:lnTo>
                    <a:pt x="1090806" y="1391512"/>
                  </a:lnTo>
                  <a:lnTo>
                    <a:pt x="1090794" y="1391552"/>
                  </a:lnTo>
                  <a:lnTo>
                    <a:pt x="1090784" y="1391593"/>
                  </a:lnTo>
                  <a:lnTo>
                    <a:pt x="1090769" y="1391626"/>
                  </a:lnTo>
                  <a:lnTo>
                    <a:pt x="1090745" y="1391646"/>
                  </a:lnTo>
                  <a:lnTo>
                    <a:pt x="1090726" y="1391662"/>
                  </a:lnTo>
                  <a:lnTo>
                    <a:pt x="1090702" y="1391672"/>
                  </a:lnTo>
                  <a:lnTo>
                    <a:pt x="1090677" y="1391671"/>
                  </a:lnTo>
                  <a:lnTo>
                    <a:pt x="1090641" y="1391668"/>
                  </a:lnTo>
                  <a:lnTo>
                    <a:pt x="1090625" y="1391662"/>
                  </a:lnTo>
                  <a:lnTo>
                    <a:pt x="1090614" y="1391663"/>
                  </a:lnTo>
                  <a:lnTo>
                    <a:pt x="1090610" y="1391669"/>
                  </a:lnTo>
                  <a:lnTo>
                    <a:pt x="1090611" y="1391676"/>
                  </a:lnTo>
                  <a:lnTo>
                    <a:pt x="1090622" y="1391726"/>
                  </a:lnTo>
                  <a:lnTo>
                    <a:pt x="1090622" y="1391743"/>
                  </a:lnTo>
                  <a:lnTo>
                    <a:pt x="1090615" y="1391758"/>
                  </a:lnTo>
                  <a:lnTo>
                    <a:pt x="1090608" y="1391765"/>
                  </a:lnTo>
                  <a:lnTo>
                    <a:pt x="1090596" y="1391771"/>
                  </a:lnTo>
                  <a:lnTo>
                    <a:pt x="1090581" y="1391775"/>
                  </a:lnTo>
                  <a:lnTo>
                    <a:pt x="1090564" y="1391781"/>
                  </a:lnTo>
                  <a:lnTo>
                    <a:pt x="1090543" y="1391797"/>
                  </a:lnTo>
                  <a:lnTo>
                    <a:pt x="1090504" y="1391836"/>
                  </a:lnTo>
                  <a:lnTo>
                    <a:pt x="1090474" y="1391883"/>
                  </a:lnTo>
                  <a:lnTo>
                    <a:pt x="1090448" y="1391910"/>
                  </a:lnTo>
                  <a:lnTo>
                    <a:pt x="1090418" y="1391971"/>
                  </a:lnTo>
                  <a:lnTo>
                    <a:pt x="1090403" y="1391995"/>
                  </a:lnTo>
                  <a:lnTo>
                    <a:pt x="1090394" y="1392018"/>
                  </a:lnTo>
                  <a:lnTo>
                    <a:pt x="1090394" y="1392037"/>
                  </a:lnTo>
                  <a:lnTo>
                    <a:pt x="1090393" y="1392051"/>
                  </a:lnTo>
                  <a:lnTo>
                    <a:pt x="1090394" y="1392063"/>
                  </a:lnTo>
                  <a:lnTo>
                    <a:pt x="1090390" y="1392077"/>
                  </a:lnTo>
                  <a:lnTo>
                    <a:pt x="1090387" y="1392085"/>
                  </a:lnTo>
                  <a:lnTo>
                    <a:pt x="1090381" y="1392100"/>
                  </a:lnTo>
                  <a:lnTo>
                    <a:pt x="1090372" y="1392115"/>
                  </a:lnTo>
                  <a:lnTo>
                    <a:pt x="1090362" y="1392131"/>
                  </a:lnTo>
                  <a:lnTo>
                    <a:pt x="1090359" y="1392144"/>
                  </a:lnTo>
                  <a:lnTo>
                    <a:pt x="1090360" y="1392152"/>
                  </a:lnTo>
                  <a:lnTo>
                    <a:pt x="1090366" y="1392175"/>
                  </a:lnTo>
                  <a:lnTo>
                    <a:pt x="1090371" y="1392190"/>
                  </a:lnTo>
                  <a:lnTo>
                    <a:pt x="1090374" y="1392205"/>
                  </a:lnTo>
                  <a:lnTo>
                    <a:pt x="1090376" y="1392220"/>
                  </a:lnTo>
                  <a:lnTo>
                    <a:pt x="1090379" y="1392235"/>
                  </a:lnTo>
                  <a:lnTo>
                    <a:pt x="1090381" y="1392250"/>
                  </a:lnTo>
                  <a:lnTo>
                    <a:pt x="1090384" y="1392267"/>
                  </a:lnTo>
                  <a:lnTo>
                    <a:pt x="1090384" y="1392295"/>
                  </a:lnTo>
                  <a:lnTo>
                    <a:pt x="1090383" y="1392310"/>
                  </a:lnTo>
                  <a:lnTo>
                    <a:pt x="1090383" y="1392325"/>
                  </a:lnTo>
                  <a:lnTo>
                    <a:pt x="1090378" y="1392390"/>
                  </a:lnTo>
                  <a:lnTo>
                    <a:pt x="1090376" y="1392397"/>
                  </a:lnTo>
                  <a:lnTo>
                    <a:pt x="1090371" y="1392405"/>
                  </a:lnTo>
                  <a:lnTo>
                    <a:pt x="1090363" y="1392421"/>
                  </a:lnTo>
                  <a:lnTo>
                    <a:pt x="1090369" y="1392435"/>
                  </a:lnTo>
                  <a:lnTo>
                    <a:pt x="1090377" y="1392450"/>
                  </a:lnTo>
                  <a:lnTo>
                    <a:pt x="1090386" y="1392465"/>
                  </a:lnTo>
                  <a:lnTo>
                    <a:pt x="1090393" y="1392480"/>
                  </a:lnTo>
                  <a:lnTo>
                    <a:pt x="1090399" y="1392496"/>
                  </a:lnTo>
                  <a:lnTo>
                    <a:pt x="1090404" y="1392511"/>
                  </a:lnTo>
                  <a:lnTo>
                    <a:pt x="1090409" y="1392526"/>
                  </a:lnTo>
                  <a:lnTo>
                    <a:pt x="1090413" y="1392541"/>
                  </a:lnTo>
                  <a:lnTo>
                    <a:pt x="1090423" y="1392591"/>
                  </a:lnTo>
                  <a:lnTo>
                    <a:pt x="1090427" y="1392607"/>
                  </a:lnTo>
                  <a:lnTo>
                    <a:pt x="1090431" y="1392622"/>
                  </a:lnTo>
                  <a:lnTo>
                    <a:pt x="1090436" y="1392637"/>
                  </a:lnTo>
                  <a:lnTo>
                    <a:pt x="1090439" y="1392652"/>
                  </a:lnTo>
                  <a:lnTo>
                    <a:pt x="1090441" y="1392667"/>
                  </a:lnTo>
                  <a:lnTo>
                    <a:pt x="1090444" y="1392682"/>
                  </a:lnTo>
                  <a:lnTo>
                    <a:pt x="1090447" y="1392697"/>
                  </a:lnTo>
                  <a:lnTo>
                    <a:pt x="1090450" y="1392713"/>
                  </a:lnTo>
                  <a:lnTo>
                    <a:pt x="1090455" y="1392760"/>
                  </a:lnTo>
                  <a:lnTo>
                    <a:pt x="1090454" y="1392775"/>
                  </a:lnTo>
                  <a:lnTo>
                    <a:pt x="1090454" y="1392790"/>
                  </a:lnTo>
                  <a:lnTo>
                    <a:pt x="1090453" y="1392805"/>
                  </a:lnTo>
                  <a:lnTo>
                    <a:pt x="1090452" y="1392820"/>
                  </a:lnTo>
                  <a:lnTo>
                    <a:pt x="1090452" y="1392835"/>
                  </a:lnTo>
                  <a:lnTo>
                    <a:pt x="1090452" y="1392850"/>
                  </a:lnTo>
                  <a:lnTo>
                    <a:pt x="1090455" y="1392865"/>
                  </a:lnTo>
                  <a:lnTo>
                    <a:pt x="1090451" y="1392880"/>
                  </a:lnTo>
                  <a:lnTo>
                    <a:pt x="1090450" y="1392884"/>
                  </a:lnTo>
                  <a:lnTo>
                    <a:pt x="1090443" y="1392890"/>
                  </a:lnTo>
                  <a:lnTo>
                    <a:pt x="1090428" y="1392898"/>
                  </a:lnTo>
                  <a:lnTo>
                    <a:pt x="1090414" y="1392906"/>
                  </a:lnTo>
                  <a:lnTo>
                    <a:pt x="1090400" y="1392910"/>
                  </a:lnTo>
                  <a:lnTo>
                    <a:pt x="1090386" y="1392919"/>
                  </a:lnTo>
                  <a:lnTo>
                    <a:pt x="1090371" y="1392931"/>
                  </a:lnTo>
                  <a:lnTo>
                    <a:pt x="1090358" y="1392944"/>
                  </a:lnTo>
                  <a:lnTo>
                    <a:pt x="1090347" y="1392957"/>
                  </a:lnTo>
                  <a:lnTo>
                    <a:pt x="1090343" y="1392964"/>
                  </a:lnTo>
                  <a:lnTo>
                    <a:pt x="1090348" y="1393005"/>
                  </a:lnTo>
                  <a:lnTo>
                    <a:pt x="1090353" y="1393019"/>
                  </a:lnTo>
                  <a:lnTo>
                    <a:pt x="1090358" y="1393034"/>
                  </a:lnTo>
                  <a:lnTo>
                    <a:pt x="1090362" y="1393042"/>
                  </a:lnTo>
                  <a:lnTo>
                    <a:pt x="1090378" y="1393085"/>
                  </a:lnTo>
                  <a:lnTo>
                    <a:pt x="1090396" y="1393122"/>
                  </a:lnTo>
                  <a:lnTo>
                    <a:pt x="1090396" y="1393131"/>
                  </a:lnTo>
                  <a:lnTo>
                    <a:pt x="1090391" y="1393136"/>
                  </a:lnTo>
                  <a:lnTo>
                    <a:pt x="1090364" y="1393149"/>
                  </a:lnTo>
                  <a:lnTo>
                    <a:pt x="1090333" y="1393180"/>
                  </a:lnTo>
                  <a:lnTo>
                    <a:pt x="1090317" y="1393199"/>
                  </a:lnTo>
                  <a:lnTo>
                    <a:pt x="1090295" y="1393219"/>
                  </a:lnTo>
                  <a:lnTo>
                    <a:pt x="1090276" y="1393228"/>
                  </a:lnTo>
                  <a:lnTo>
                    <a:pt x="1090244" y="1393228"/>
                  </a:lnTo>
                  <a:lnTo>
                    <a:pt x="1090215" y="1393243"/>
                  </a:lnTo>
                  <a:lnTo>
                    <a:pt x="1090195" y="1393263"/>
                  </a:lnTo>
                  <a:lnTo>
                    <a:pt x="1090179" y="1393278"/>
                  </a:lnTo>
                  <a:lnTo>
                    <a:pt x="1090161" y="1393288"/>
                  </a:lnTo>
                  <a:lnTo>
                    <a:pt x="1090143" y="1393290"/>
                  </a:lnTo>
                  <a:lnTo>
                    <a:pt x="1090123" y="1393283"/>
                  </a:lnTo>
                  <a:lnTo>
                    <a:pt x="1090116" y="1393282"/>
                  </a:lnTo>
                  <a:lnTo>
                    <a:pt x="1090107" y="1393284"/>
                  </a:lnTo>
                  <a:lnTo>
                    <a:pt x="1090089" y="1393288"/>
                  </a:lnTo>
                  <a:lnTo>
                    <a:pt x="1090081" y="1393291"/>
                  </a:lnTo>
                  <a:lnTo>
                    <a:pt x="1090076" y="1393294"/>
                  </a:lnTo>
                  <a:lnTo>
                    <a:pt x="1090066" y="1393301"/>
                  </a:lnTo>
                  <a:lnTo>
                    <a:pt x="1090057" y="1393308"/>
                  </a:lnTo>
                  <a:lnTo>
                    <a:pt x="1090050" y="1393315"/>
                  </a:lnTo>
                  <a:lnTo>
                    <a:pt x="1090044" y="1393324"/>
                  </a:lnTo>
                  <a:lnTo>
                    <a:pt x="1090042" y="1393330"/>
                  </a:lnTo>
                  <a:lnTo>
                    <a:pt x="1090036" y="1393345"/>
                  </a:lnTo>
                  <a:lnTo>
                    <a:pt x="1090031" y="1393360"/>
                  </a:lnTo>
                  <a:lnTo>
                    <a:pt x="1090029" y="1393375"/>
                  </a:lnTo>
                  <a:lnTo>
                    <a:pt x="1090031" y="1393390"/>
                  </a:lnTo>
                  <a:lnTo>
                    <a:pt x="1090034" y="1393406"/>
                  </a:lnTo>
                  <a:lnTo>
                    <a:pt x="1090041" y="1393446"/>
                  </a:lnTo>
                  <a:lnTo>
                    <a:pt x="1090040" y="1393458"/>
                  </a:lnTo>
                  <a:lnTo>
                    <a:pt x="1090039" y="1393468"/>
                  </a:lnTo>
                  <a:lnTo>
                    <a:pt x="1090035" y="1393473"/>
                  </a:lnTo>
                  <a:lnTo>
                    <a:pt x="1090021" y="1393473"/>
                  </a:lnTo>
                  <a:lnTo>
                    <a:pt x="1090007" y="1393471"/>
                  </a:lnTo>
                  <a:lnTo>
                    <a:pt x="1089993" y="1393469"/>
                  </a:lnTo>
                  <a:lnTo>
                    <a:pt x="1089978" y="1393469"/>
                  </a:lnTo>
                  <a:lnTo>
                    <a:pt x="1089964" y="1393468"/>
                  </a:lnTo>
                  <a:lnTo>
                    <a:pt x="1089950" y="1393470"/>
                  </a:lnTo>
                  <a:lnTo>
                    <a:pt x="1089931" y="1393478"/>
                  </a:lnTo>
                  <a:lnTo>
                    <a:pt x="1089888" y="1393533"/>
                  </a:lnTo>
                  <a:lnTo>
                    <a:pt x="1089879" y="1393548"/>
                  </a:lnTo>
                  <a:lnTo>
                    <a:pt x="1089871" y="1393563"/>
                  </a:lnTo>
                  <a:lnTo>
                    <a:pt x="1089862" y="1393578"/>
                  </a:lnTo>
                  <a:lnTo>
                    <a:pt x="1089853" y="1393593"/>
                  </a:lnTo>
                  <a:lnTo>
                    <a:pt x="1089849" y="1393602"/>
                  </a:lnTo>
                  <a:lnTo>
                    <a:pt x="1089846" y="1393608"/>
                  </a:lnTo>
                  <a:lnTo>
                    <a:pt x="1089838" y="1393622"/>
                  </a:lnTo>
                  <a:lnTo>
                    <a:pt x="1089831" y="1393636"/>
                  </a:lnTo>
                  <a:lnTo>
                    <a:pt x="1089830" y="1393643"/>
                  </a:lnTo>
                  <a:lnTo>
                    <a:pt x="1089838" y="1393650"/>
                  </a:lnTo>
                  <a:lnTo>
                    <a:pt x="1089852" y="1393658"/>
                  </a:lnTo>
                  <a:lnTo>
                    <a:pt x="1089856" y="1393660"/>
                  </a:lnTo>
                  <a:lnTo>
                    <a:pt x="1089868" y="1393662"/>
                  </a:lnTo>
                  <a:lnTo>
                    <a:pt x="1089881" y="1393662"/>
                  </a:lnTo>
                  <a:lnTo>
                    <a:pt x="1089895" y="1393660"/>
                  </a:lnTo>
                  <a:lnTo>
                    <a:pt x="1089909" y="1393657"/>
                  </a:lnTo>
                  <a:lnTo>
                    <a:pt x="1089937" y="1393650"/>
                  </a:lnTo>
                  <a:lnTo>
                    <a:pt x="1089944" y="1393648"/>
                  </a:lnTo>
                  <a:lnTo>
                    <a:pt x="1089950" y="1393649"/>
                  </a:lnTo>
                  <a:lnTo>
                    <a:pt x="1089951" y="1393665"/>
                  </a:lnTo>
                  <a:lnTo>
                    <a:pt x="1089949" y="1393680"/>
                  </a:lnTo>
                  <a:lnTo>
                    <a:pt x="1089948" y="1393694"/>
                  </a:lnTo>
                  <a:lnTo>
                    <a:pt x="1089947" y="1393710"/>
                  </a:lnTo>
                  <a:lnTo>
                    <a:pt x="1089945" y="1393725"/>
                  </a:lnTo>
                  <a:lnTo>
                    <a:pt x="1089941" y="1393740"/>
                  </a:lnTo>
                  <a:lnTo>
                    <a:pt x="1089940" y="1393745"/>
                  </a:lnTo>
                  <a:lnTo>
                    <a:pt x="1089938" y="1393750"/>
                  </a:lnTo>
                  <a:lnTo>
                    <a:pt x="1089934" y="1393754"/>
                  </a:lnTo>
                  <a:lnTo>
                    <a:pt x="1089931" y="1393757"/>
                  </a:lnTo>
                  <a:lnTo>
                    <a:pt x="1089920" y="1393762"/>
                  </a:lnTo>
                  <a:lnTo>
                    <a:pt x="1089905" y="1393766"/>
                  </a:lnTo>
                  <a:lnTo>
                    <a:pt x="1089887" y="1393772"/>
                  </a:lnTo>
                  <a:lnTo>
                    <a:pt x="1089882" y="1393774"/>
                  </a:lnTo>
                  <a:lnTo>
                    <a:pt x="1089877" y="1393781"/>
                  </a:lnTo>
                  <a:lnTo>
                    <a:pt x="1089881" y="1393794"/>
                  </a:lnTo>
                  <a:lnTo>
                    <a:pt x="1089889" y="1393809"/>
                  </a:lnTo>
                  <a:lnTo>
                    <a:pt x="1089898" y="1393824"/>
                  </a:lnTo>
                  <a:lnTo>
                    <a:pt x="1089905" y="1393840"/>
                  </a:lnTo>
                  <a:lnTo>
                    <a:pt x="1089908" y="1393856"/>
                  </a:lnTo>
                  <a:lnTo>
                    <a:pt x="1089907" y="1393870"/>
                  </a:lnTo>
                  <a:lnTo>
                    <a:pt x="1089904" y="1393887"/>
                  </a:lnTo>
                  <a:lnTo>
                    <a:pt x="1089896" y="1393900"/>
                  </a:lnTo>
                  <a:lnTo>
                    <a:pt x="1089886" y="1393912"/>
                  </a:lnTo>
                  <a:lnTo>
                    <a:pt x="1089878" y="1393926"/>
                  </a:lnTo>
                  <a:lnTo>
                    <a:pt x="1089876" y="1393931"/>
                  </a:lnTo>
                  <a:lnTo>
                    <a:pt x="1089876" y="1393941"/>
                  </a:lnTo>
                  <a:lnTo>
                    <a:pt x="1089880" y="1393957"/>
                  </a:lnTo>
                  <a:lnTo>
                    <a:pt x="1089888" y="1393972"/>
                  </a:lnTo>
                  <a:lnTo>
                    <a:pt x="1089900" y="1393987"/>
                  </a:lnTo>
                  <a:lnTo>
                    <a:pt x="1089914" y="1394001"/>
                  </a:lnTo>
                  <a:lnTo>
                    <a:pt x="1089928" y="1394009"/>
                  </a:lnTo>
                  <a:lnTo>
                    <a:pt x="1089934" y="1394012"/>
                  </a:lnTo>
                  <a:lnTo>
                    <a:pt x="1089939" y="1394019"/>
                  </a:lnTo>
                  <a:lnTo>
                    <a:pt x="1089942" y="1394027"/>
                  </a:lnTo>
                  <a:lnTo>
                    <a:pt x="1089943" y="1394034"/>
                  </a:lnTo>
                  <a:lnTo>
                    <a:pt x="1089947" y="1394049"/>
                  </a:lnTo>
                  <a:lnTo>
                    <a:pt x="1089949" y="1394065"/>
                  </a:lnTo>
                  <a:lnTo>
                    <a:pt x="1089950" y="1394080"/>
                  </a:lnTo>
                  <a:lnTo>
                    <a:pt x="1089949" y="1394095"/>
                  </a:lnTo>
                  <a:lnTo>
                    <a:pt x="1089947" y="1394100"/>
                  </a:lnTo>
                  <a:lnTo>
                    <a:pt x="1089947" y="1394110"/>
                  </a:lnTo>
                  <a:lnTo>
                    <a:pt x="1089948" y="1394152"/>
                  </a:lnTo>
                  <a:lnTo>
                    <a:pt x="1089947" y="1394167"/>
                  </a:lnTo>
                  <a:lnTo>
                    <a:pt x="1089945" y="1394182"/>
                  </a:lnTo>
                  <a:lnTo>
                    <a:pt x="1089941" y="1394197"/>
                  </a:lnTo>
                  <a:lnTo>
                    <a:pt x="1089938" y="1394212"/>
                  </a:lnTo>
                  <a:lnTo>
                    <a:pt x="1089937" y="1394220"/>
                  </a:lnTo>
                  <a:lnTo>
                    <a:pt x="1089934" y="1394229"/>
                  </a:lnTo>
                  <a:lnTo>
                    <a:pt x="1089926" y="1394242"/>
                  </a:lnTo>
                  <a:lnTo>
                    <a:pt x="1089917" y="1394256"/>
                  </a:lnTo>
                  <a:lnTo>
                    <a:pt x="1089912" y="1394265"/>
                  </a:lnTo>
                  <a:lnTo>
                    <a:pt x="1089907" y="1394311"/>
                  </a:lnTo>
                  <a:lnTo>
                    <a:pt x="1089909" y="1394344"/>
                  </a:lnTo>
                  <a:lnTo>
                    <a:pt x="1089908" y="1394349"/>
                  </a:lnTo>
                  <a:lnTo>
                    <a:pt x="1089906" y="1394364"/>
                  </a:lnTo>
                  <a:lnTo>
                    <a:pt x="1089907" y="1394413"/>
                  </a:lnTo>
                  <a:lnTo>
                    <a:pt x="1089908" y="1394428"/>
                  </a:lnTo>
                  <a:lnTo>
                    <a:pt x="1089911" y="1394443"/>
                  </a:lnTo>
                  <a:lnTo>
                    <a:pt x="1089914" y="1394450"/>
                  </a:lnTo>
                  <a:lnTo>
                    <a:pt x="1089921" y="1394455"/>
                  </a:lnTo>
                  <a:lnTo>
                    <a:pt x="1089926" y="1394460"/>
                  </a:lnTo>
                  <a:lnTo>
                    <a:pt x="1089935" y="1394463"/>
                  </a:lnTo>
                  <a:lnTo>
                    <a:pt x="1089949" y="1394470"/>
                  </a:lnTo>
                  <a:lnTo>
                    <a:pt x="1089957" y="1394474"/>
                  </a:lnTo>
                  <a:lnTo>
                    <a:pt x="1089963" y="1394480"/>
                  </a:lnTo>
                  <a:lnTo>
                    <a:pt x="1089976" y="1394493"/>
                  </a:lnTo>
                  <a:lnTo>
                    <a:pt x="1089990" y="1394503"/>
                  </a:lnTo>
                  <a:lnTo>
                    <a:pt x="1090004" y="1394512"/>
                  </a:lnTo>
                  <a:lnTo>
                    <a:pt x="1090018" y="1394522"/>
                  </a:lnTo>
                  <a:lnTo>
                    <a:pt x="1090032" y="1394531"/>
                  </a:lnTo>
                  <a:lnTo>
                    <a:pt x="1090046" y="1394539"/>
                  </a:lnTo>
                  <a:lnTo>
                    <a:pt x="1090066" y="1394551"/>
                  </a:lnTo>
                  <a:lnTo>
                    <a:pt x="1090075" y="1394553"/>
                  </a:lnTo>
                  <a:lnTo>
                    <a:pt x="1090089" y="1394556"/>
                  </a:lnTo>
                  <a:lnTo>
                    <a:pt x="1090130" y="1394554"/>
                  </a:lnTo>
                  <a:lnTo>
                    <a:pt x="1090148" y="1394553"/>
                  </a:lnTo>
                  <a:lnTo>
                    <a:pt x="1090162" y="1394556"/>
                  </a:lnTo>
                  <a:lnTo>
                    <a:pt x="1090176" y="1394558"/>
                  </a:lnTo>
                  <a:lnTo>
                    <a:pt x="1090190" y="1394560"/>
                  </a:lnTo>
                  <a:lnTo>
                    <a:pt x="1090204" y="1394562"/>
                  </a:lnTo>
                  <a:lnTo>
                    <a:pt x="1090219" y="1394561"/>
                  </a:lnTo>
                  <a:lnTo>
                    <a:pt x="1090233" y="1394561"/>
                  </a:lnTo>
                  <a:lnTo>
                    <a:pt x="1090247" y="1394559"/>
                  </a:lnTo>
                  <a:lnTo>
                    <a:pt x="1090261" y="1394556"/>
                  </a:lnTo>
                  <a:lnTo>
                    <a:pt x="1090272" y="1394554"/>
                  </a:lnTo>
                  <a:lnTo>
                    <a:pt x="1090275" y="1394552"/>
                  </a:lnTo>
                  <a:lnTo>
                    <a:pt x="1090290" y="1394548"/>
                  </a:lnTo>
                  <a:lnTo>
                    <a:pt x="1090300" y="1394547"/>
                  </a:lnTo>
                  <a:lnTo>
                    <a:pt x="1090304" y="1394551"/>
                  </a:lnTo>
                  <a:lnTo>
                    <a:pt x="1090311" y="1394561"/>
                  </a:lnTo>
                  <a:lnTo>
                    <a:pt x="1090314" y="1394565"/>
                  </a:lnTo>
                  <a:lnTo>
                    <a:pt x="1090327" y="1394579"/>
                  </a:lnTo>
                  <a:lnTo>
                    <a:pt x="1090340" y="1394589"/>
                  </a:lnTo>
                  <a:lnTo>
                    <a:pt x="1090354" y="1394595"/>
                  </a:lnTo>
                  <a:lnTo>
                    <a:pt x="1090362" y="1394598"/>
                  </a:lnTo>
                  <a:lnTo>
                    <a:pt x="1090369" y="1394604"/>
                  </a:lnTo>
                  <a:lnTo>
                    <a:pt x="1090375" y="1394610"/>
                  </a:lnTo>
                  <a:lnTo>
                    <a:pt x="1090377" y="1394618"/>
                  </a:lnTo>
                  <a:lnTo>
                    <a:pt x="1090384" y="1394633"/>
                  </a:lnTo>
                  <a:lnTo>
                    <a:pt x="1090395" y="1394648"/>
                  </a:lnTo>
                  <a:lnTo>
                    <a:pt x="1090409" y="1394661"/>
                  </a:lnTo>
                  <a:lnTo>
                    <a:pt x="1090423" y="1394673"/>
                  </a:lnTo>
                  <a:lnTo>
                    <a:pt x="1090435" y="1394686"/>
                  </a:lnTo>
                  <a:lnTo>
                    <a:pt x="1090449" y="1394700"/>
                  </a:lnTo>
                  <a:lnTo>
                    <a:pt x="1090475" y="1394723"/>
                  </a:lnTo>
                  <a:lnTo>
                    <a:pt x="1090489" y="1394737"/>
                  </a:lnTo>
                  <a:lnTo>
                    <a:pt x="1090502" y="1394750"/>
                  </a:lnTo>
                  <a:lnTo>
                    <a:pt x="1090510" y="1394756"/>
                  </a:lnTo>
                  <a:lnTo>
                    <a:pt x="1090515" y="1394762"/>
                  </a:lnTo>
                  <a:lnTo>
                    <a:pt x="1090526" y="1394776"/>
                  </a:lnTo>
                  <a:lnTo>
                    <a:pt x="1090532" y="1394785"/>
                  </a:lnTo>
                  <a:lnTo>
                    <a:pt x="1090534" y="1394791"/>
                  </a:lnTo>
                  <a:lnTo>
                    <a:pt x="1090536" y="1394798"/>
                  </a:lnTo>
                  <a:lnTo>
                    <a:pt x="1090541" y="1394808"/>
                  </a:lnTo>
                  <a:lnTo>
                    <a:pt x="1090546" y="1394816"/>
                  </a:lnTo>
                  <a:lnTo>
                    <a:pt x="1090551" y="1394821"/>
                  </a:lnTo>
                  <a:lnTo>
                    <a:pt x="1090565" y="1394827"/>
                  </a:lnTo>
                  <a:lnTo>
                    <a:pt x="1090579" y="1394831"/>
                  </a:lnTo>
                  <a:lnTo>
                    <a:pt x="1090593" y="1394834"/>
                  </a:lnTo>
                  <a:lnTo>
                    <a:pt x="1090601" y="1394836"/>
                  </a:lnTo>
                  <a:lnTo>
                    <a:pt x="1090610" y="1394840"/>
                  </a:lnTo>
                  <a:lnTo>
                    <a:pt x="1090620" y="1394854"/>
                  </a:lnTo>
                  <a:lnTo>
                    <a:pt x="1090631" y="1394867"/>
                  </a:lnTo>
                  <a:lnTo>
                    <a:pt x="1090639" y="1394872"/>
                  </a:lnTo>
                  <a:lnTo>
                    <a:pt x="1090645" y="1394874"/>
                  </a:lnTo>
                  <a:lnTo>
                    <a:pt x="1090661" y="1394875"/>
                  </a:lnTo>
                  <a:lnTo>
                    <a:pt x="1090668" y="1394874"/>
                  </a:lnTo>
                  <a:lnTo>
                    <a:pt x="1090676" y="1394871"/>
                  </a:lnTo>
                  <a:lnTo>
                    <a:pt x="1090690" y="1394865"/>
                  </a:lnTo>
                  <a:lnTo>
                    <a:pt x="1090702" y="1394859"/>
                  </a:lnTo>
                  <a:lnTo>
                    <a:pt x="1090704" y="1394863"/>
                  </a:lnTo>
                  <a:lnTo>
                    <a:pt x="1090695" y="1394893"/>
                  </a:lnTo>
                  <a:lnTo>
                    <a:pt x="1090692" y="1394907"/>
                  </a:lnTo>
                  <a:lnTo>
                    <a:pt x="1090692" y="1394912"/>
                  </a:lnTo>
                  <a:lnTo>
                    <a:pt x="1090696" y="1394918"/>
                  </a:lnTo>
                  <a:lnTo>
                    <a:pt x="1090709" y="1394921"/>
                  </a:lnTo>
                  <a:lnTo>
                    <a:pt x="1090716" y="1394922"/>
                  </a:lnTo>
                  <a:lnTo>
                    <a:pt x="1090738" y="1394937"/>
                  </a:lnTo>
                  <a:lnTo>
                    <a:pt x="1090764" y="1394953"/>
                  </a:lnTo>
                  <a:lnTo>
                    <a:pt x="1090784" y="1394975"/>
                  </a:lnTo>
                  <a:lnTo>
                    <a:pt x="1090792" y="1394996"/>
                  </a:lnTo>
                  <a:lnTo>
                    <a:pt x="1090800" y="1395018"/>
                  </a:lnTo>
                  <a:lnTo>
                    <a:pt x="1090805" y="1395041"/>
                  </a:lnTo>
                  <a:lnTo>
                    <a:pt x="1090802" y="1395065"/>
                  </a:lnTo>
                  <a:lnTo>
                    <a:pt x="1090803" y="1395083"/>
                  </a:lnTo>
                  <a:lnTo>
                    <a:pt x="1090807" y="1395093"/>
                  </a:lnTo>
                  <a:lnTo>
                    <a:pt x="1090821" y="1395108"/>
                  </a:lnTo>
                  <a:lnTo>
                    <a:pt x="1090835" y="1395134"/>
                  </a:lnTo>
                  <a:lnTo>
                    <a:pt x="1090846" y="1395162"/>
                  </a:lnTo>
                  <a:lnTo>
                    <a:pt x="1090846" y="1395194"/>
                  </a:lnTo>
                  <a:lnTo>
                    <a:pt x="1090850" y="1395215"/>
                  </a:lnTo>
                  <a:lnTo>
                    <a:pt x="1090845" y="1395286"/>
                  </a:lnTo>
                  <a:lnTo>
                    <a:pt x="1090855" y="1395305"/>
                  </a:lnTo>
                  <a:lnTo>
                    <a:pt x="1090864" y="1395322"/>
                  </a:lnTo>
                  <a:lnTo>
                    <a:pt x="1090875" y="1395354"/>
                  </a:lnTo>
                  <a:lnTo>
                    <a:pt x="1090874" y="1395381"/>
                  </a:lnTo>
                  <a:lnTo>
                    <a:pt x="1090873" y="1395408"/>
                  </a:lnTo>
                  <a:lnTo>
                    <a:pt x="1090877" y="1395440"/>
                  </a:lnTo>
                  <a:lnTo>
                    <a:pt x="1090884" y="1395456"/>
                  </a:lnTo>
                  <a:lnTo>
                    <a:pt x="1090909" y="1395498"/>
                  </a:lnTo>
                  <a:lnTo>
                    <a:pt x="1090926" y="1395533"/>
                  </a:lnTo>
                  <a:lnTo>
                    <a:pt x="1090940" y="1395569"/>
                  </a:lnTo>
                  <a:lnTo>
                    <a:pt x="1090944" y="1395587"/>
                  </a:lnTo>
                  <a:lnTo>
                    <a:pt x="1090937" y="1395602"/>
                  </a:lnTo>
                  <a:lnTo>
                    <a:pt x="1090915" y="1395625"/>
                  </a:lnTo>
                  <a:lnTo>
                    <a:pt x="1090887" y="1395643"/>
                  </a:lnTo>
                  <a:lnTo>
                    <a:pt x="1090868" y="1395652"/>
                  </a:lnTo>
                  <a:lnTo>
                    <a:pt x="1090856" y="1395667"/>
                  </a:lnTo>
                  <a:lnTo>
                    <a:pt x="1090838" y="1395726"/>
                  </a:lnTo>
                  <a:lnTo>
                    <a:pt x="1090818" y="1395774"/>
                  </a:lnTo>
                  <a:lnTo>
                    <a:pt x="1090814" y="1395804"/>
                  </a:lnTo>
                  <a:lnTo>
                    <a:pt x="1090814" y="1395831"/>
                  </a:lnTo>
                  <a:lnTo>
                    <a:pt x="1090816" y="1395846"/>
                  </a:lnTo>
                  <a:lnTo>
                    <a:pt x="1090820" y="1395871"/>
                  </a:lnTo>
                  <a:lnTo>
                    <a:pt x="1090824" y="1395882"/>
                  </a:lnTo>
                  <a:lnTo>
                    <a:pt x="1090824" y="1395897"/>
                  </a:lnTo>
                  <a:lnTo>
                    <a:pt x="1090826" y="1395912"/>
                  </a:lnTo>
                  <a:lnTo>
                    <a:pt x="1090826" y="1395927"/>
                  </a:lnTo>
                  <a:lnTo>
                    <a:pt x="1090829" y="1395940"/>
                  </a:lnTo>
                  <a:lnTo>
                    <a:pt x="1090831" y="1395976"/>
                  </a:lnTo>
                  <a:lnTo>
                    <a:pt x="1090833" y="1396005"/>
                  </a:lnTo>
                  <a:lnTo>
                    <a:pt x="1090840" y="1396019"/>
                  </a:lnTo>
                  <a:lnTo>
                    <a:pt x="1090868" y="1396032"/>
                  </a:lnTo>
                  <a:lnTo>
                    <a:pt x="1090914" y="1396052"/>
                  </a:lnTo>
                  <a:lnTo>
                    <a:pt x="1090950" y="1396066"/>
                  </a:lnTo>
                  <a:lnTo>
                    <a:pt x="1090967" y="1396082"/>
                  </a:lnTo>
                  <a:lnTo>
                    <a:pt x="1090975" y="1396110"/>
                  </a:lnTo>
                  <a:lnTo>
                    <a:pt x="1090979" y="1396131"/>
                  </a:lnTo>
                  <a:lnTo>
                    <a:pt x="1090986" y="1396144"/>
                  </a:lnTo>
                  <a:lnTo>
                    <a:pt x="1091002" y="1396170"/>
                  </a:lnTo>
                  <a:lnTo>
                    <a:pt x="1091011" y="1396186"/>
                  </a:lnTo>
                  <a:lnTo>
                    <a:pt x="1091015" y="1396206"/>
                  </a:lnTo>
                  <a:lnTo>
                    <a:pt x="1091015" y="1396214"/>
                  </a:lnTo>
                  <a:lnTo>
                    <a:pt x="1091011" y="1396234"/>
                  </a:lnTo>
                  <a:lnTo>
                    <a:pt x="1090996" y="1396308"/>
                  </a:lnTo>
                  <a:lnTo>
                    <a:pt x="1090986" y="1396332"/>
                  </a:lnTo>
                  <a:lnTo>
                    <a:pt x="1090973" y="1396349"/>
                  </a:lnTo>
                  <a:lnTo>
                    <a:pt x="1090967" y="1396359"/>
                  </a:lnTo>
                  <a:lnTo>
                    <a:pt x="1090966" y="1396364"/>
                  </a:lnTo>
                  <a:lnTo>
                    <a:pt x="1090969" y="1396369"/>
                  </a:lnTo>
                  <a:lnTo>
                    <a:pt x="1090987" y="1396385"/>
                  </a:lnTo>
                  <a:lnTo>
                    <a:pt x="1090997" y="1396406"/>
                  </a:lnTo>
                  <a:lnTo>
                    <a:pt x="1091004" y="1396428"/>
                  </a:lnTo>
                  <a:lnTo>
                    <a:pt x="1091004" y="1396494"/>
                  </a:lnTo>
                  <a:lnTo>
                    <a:pt x="1091005" y="1396528"/>
                  </a:lnTo>
                  <a:lnTo>
                    <a:pt x="1091005" y="1396542"/>
                  </a:lnTo>
                  <a:lnTo>
                    <a:pt x="1090987" y="1396564"/>
                  </a:lnTo>
                  <a:lnTo>
                    <a:pt x="1090970" y="1396588"/>
                  </a:lnTo>
                  <a:lnTo>
                    <a:pt x="1090944" y="1396626"/>
                  </a:lnTo>
                  <a:lnTo>
                    <a:pt x="1090927" y="1396639"/>
                  </a:lnTo>
                  <a:lnTo>
                    <a:pt x="1090918" y="1396650"/>
                  </a:lnTo>
                  <a:lnTo>
                    <a:pt x="1090907" y="1396666"/>
                  </a:lnTo>
                  <a:lnTo>
                    <a:pt x="1090898" y="1396715"/>
                  </a:lnTo>
                  <a:lnTo>
                    <a:pt x="1090897" y="1396723"/>
                  </a:lnTo>
                  <a:lnTo>
                    <a:pt x="1090896" y="1396738"/>
                  </a:lnTo>
                  <a:lnTo>
                    <a:pt x="1090891" y="1396753"/>
                  </a:lnTo>
                  <a:lnTo>
                    <a:pt x="1090883" y="1396768"/>
                  </a:lnTo>
                  <a:lnTo>
                    <a:pt x="1090877" y="1396783"/>
                  </a:lnTo>
                  <a:lnTo>
                    <a:pt x="1090872" y="1396797"/>
                  </a:lnTo>
                  <a:lnTo>
                    <a:pt x="1090869" y="1396813"/>
                  </a:lnTo>
                  <a:lnTo>
                    <a:pt x="1090868" y="1396828"/>
                  </a:lnTo>
                  <a:lnTo>
                    <a:pt x="1090867" y="1396880"/>
                  </a:lnTo>
                  <a:lnTo>
                    <a:pt x="1090892" y="1396969"/>
                  </a:lnTo>
                  <a:lnTo>
                    <a:pt x="1090897" y="1396984"/>
                  </a:lnTo>
                  <a:lnTo>
                    <a:pt x="1090897" y="1396999"/>
                  </a:lnTo>
                  <a:lnTo>
                    <a:pt x="1090902" y="1397014"/>
                  </a:lnTo>
                  <a:lnTo>
                    <a:pt x="1090909" y="1397029"/>
                  </a:lnTo>
                  <a:lnTo>
                    <a:pt x="1090919" y="1397045"/>
                  </a:lnTo>
                  <a:lnTo>
                    <a:pt x="1090922" y="1397049"/>
                  </a:lnTo>
                  <a:lnTo>
                    <a:pt x="1090927" y="1397061"/>
                  </a:lnTo>
                  <a:lnTo>
                    <a:pt x="1090925" y="1397091"/>
                  </a:lnTo>
                  <a:lnTo>
                    <a:pt x="1090922" y="1397101"/>
                  </a:lnTo>
                  <a:lnTo>
                    <a:pt x="1090912" y="1397114"/>
                  </a:lnTo>
                  <a:lnTo>
                    <a:pt x="1090902" y="1397126"/>
                  </a:lnTo>
                  <a:lnTo>
                    <a:pt x="1090894" y="1397136"/>
                  </a:lnTo>
                  <a:lnTo>
                    <a:pt x="1090888" y="1397145"/>
                  </a:lnTo>
                  <a:lnTo>
                    <a:pt x="1090884" y="1397154"/>
                  </a:lnTo>
                  <a:lnTo>
                    <a:pt x="1090874" y="1397184"/>
                  </a:lnTo>
                  <a:lnTo>
                    <a:pt x="1090864" y="1397213"/>
                  </a:lnTo>
                  <a:lnTo>
                    <a:pt x="1090859" y="1397228"/>
                  </a:lnTo>
                  <a:lnTo>
                    <a:pt x="1090855" y="1397243"/>
                  </a:lnTo>
                  <a:lnTo>
                    <a:pt x="1090853" y="1397258"/>
                  </a:lnTo>
                  <a:lnTo>
                    <a:pt x="1090848" y="1397274"/>
                  </a:lnTo>
                  <a:lnTo>
                    <a:pt x="1090846" y="1397278"/>
                  </a:lnTo>
                  <a:lnTo>
                    <a:pt x="1090840" y="1397285"/>
                  </a:lnTo>
                  <a:lnTo>
                    <a:pt x="1090832" y="1397302"/>
                  </a:lnTo>
                  <a:lnTo>
                    <a:pt x="1090825" y="1397317"/>
                  </a:lnTo>
                  <a:lnTo>
                    <a:pt x="1090817" y="1397332"/>
                  </a:lnTo>
                  <a:lnTo>
                    <a:pt x="1090808" y="1397347"/>
                  </a:lnTo>
                  <a:lnTo>
                    <a:pt x="1090804" y="1397362"/>
                  </a:lnTo>
                  <a:lnTo>
                    <a:pt x="1090802" y="1397369"/>
                  </a:lnTo>
                  <a:lnTo>
                    <a:pt x="1090802" y="1397377"/>
                  </a:lnTo>
                  <a:lnTo>
                    <a:pt x="1090803" y="1397384"/>
                  </a:lnTo>
                  <a:lnTo>
                    <a:pt x="1090801" y="1397392"/>
                  </a:lnTo>
                  <a:lnTo>
                    <a:pt x="1090798" y="1397407"/>
                  </a:lnTo>
                  <a:lnTo>
                    <a:pt x="1090795" y="1397422"/>
                  </a:lnTo>
                  <a:lnTo>
                    <a:pt x="1090790" y="1397437"/>
                  </a:lnTo>
                  <a:lnTo>
                    <a:pt x="1090783" y="1397452"/>
                  </a:lnTo>
                  <a:lnTo>
                    <a:pt x="1090785" y="1397458"/>
                  </a:lnTo>
                  <a:lnTo>
                    <a:pt x="1090800" y="1397465"/>
                  </a:lnTo>
                  <a:lnTo>
                    <a:pt x="1090807" y="1397467"/>
                  </a:lnTo>
                  <a:lnTo>
                    <a:pt x="1090821" y="1397465"/>
                  </a:lnTo>
                  <a:lnTo>
                    <a:pt x="1090829" y="1397466"/>
                  </a:lnTo>
                  <a:lnTo>
                    <a:pt x="1090835" y="1397469"/>
                  </a:lnTo>
                  <a:lnTo>
                    <a:pt x="1090842" y="1397474"/>
                  </a:lnTo>
                  <a:lnTo>
                    <a:pt x="1090848" y="1397478"/>
                  </a:lnTo>
                  <a:lnTo>
                    <a:pt x="1090858" y="1397487"/>
                  </a:lnTo>
                  <a:lnTo>
                    <a:pt x="1090864" y="1397492"/>
                  </a:lnTo>
                  <a:lnTo>
                    <a:pt x="1090876" y="1397496"/>
                  </a:lnTo>
                  <a:lnTo>
                    <a:pt x="1090886" y="1397496"/>
                  </a:lnTo>
                  <a:lnTo>
                    <a:pt x="1090894" y="1397498"/>
                  </a:lnTo>
                  <a:lnTo>
                    <a:pt x="1090905" y="1397502"/>
                  </a:lnTo>
                  <a:lnTo>
                    <a:pt x="1090919" y="1397511"/>
                  </a:lnTo>
                  <a:lnTo>
                    <a:pt x="1090924" y="1397514"/>
                  </a:lnTo>
                  <a:lnTo>
                    <a:pt x="1090950" y="1397525"/>
                  </a:lnTo>
                  <a:lnTo>
                    <a:pt x="1090964" y="1397538"/>
                  </a:lnTo>
                  <a:lnTo>
                    <a:pt x="1090979" y="1397545"/>
                  </a:lnTo>
                  <a:lnTo>
                    <a:pt x="1090990" y="1397546"/>
                  </a:lnTo>
                  <a:lnTo>
                    <a:pt x="1091004" y="1397545"/>
                  </a:lnTo>
                  <a:lnTo>
                    <a:pt x="1091013" y="1397527"/>
                  </a:lnTo>
                  <a:lnTo>
                    <a:pt x="1091031" y="1397492"/>
                  </a:lnTo>
                  <a:lnTo>
                    <a:pt x="1091043" y="1397482"/>
                  </a:lnTo>
                  <a:lnTo>
                    <a:pt x="1091061" y="1397478"/>
                  </a:lnTo>
                  <a:lnTo>
                    <a:pt x="1091082" y="1397483"/>
                  </a:lnTo>
                  <a:lnTo>
                    <a:pt x="1091093" y="1397492"/>
                  </a:lnTo>
                  <a:lnTo>
                    <a:pt x="1091138" y="1397538"/>
                  </a:lnTo>
                  <a:lnTo>
                    <a:pt x="1091160" y="1397557"/>
                  </a:lnTo>
                  <a:lnTo>
                    <a:pt x="1091175" y="1397569"/>
                  </a:lnTo>
                  <a:lnTo>
                    <a:pt x="1091188" y="1397577"/>
                  </a:lnTo>
                  <a:lnTo>
                    <a:pt x="1091201" y="1397578"/>
                  </a:lnTo>
                  <a:lnTo>
                    <a:pt x="1091213" y="1397573"/>
                  </a:lnTo>
                  <a:lnTo>
                    <a:pt x="1091235" y="1397564"/>
                  </a:lnTo>
                  <a:lnTo>
                    <a:pt x="1091256" y="1397559"/>
                  </a:lnTo>
                  <a:lnTo>
                    <a:pt x="1091273" y="1397564"/>
                  </a:lnTo>
                  <a:lnTo>
                    <a:pt x="1091280" y="1397571"/>
                  </a:lnTo>
                  <a:lnTo>
                    <a:pt x="1091283" y="1397579"/>
                  </a:lnTo>
                  <a:lnTo>
                    <a:pt x="1091283" y="1397591"/>
                  </a:lnTo>
                  <a:lnTo>
                    <a:pt x="1091273" y="1397659"/>
                  </a:lnTo>
                  <a:lnTo>
                    <a:pt x="1091270" y="1397702"/>
                  </a:lnTo>
                  <a:lnTo>
                    <a:pt x="1091257" y="1397737"/>
                  </a:lnTo>
                  <a:lnTo>
                    <a:pt x="1091239" y="1397770"/>
                  </a:lnTo>
                  <a:lnTo>
                    <a:pt x="1091233" y="1397792"/>
                  </a:lnTo>
                  <a:lnTo>
                    <a:pt x="1091225" y="1397845"/>
                  </a:lnTo>
                  <a:lnTo>
                    <a:pt x="1091226" y="1397869"/>
                  </a:lnTo>
                  <a:lnTo>
                    <a:pt x="1091235" y="1397896"/>
                  </a:lnTo>
                  <a:lnTo>
                    <a:pt x="1091242" y="1397917"/>
                  </a:lnTo>
                  <a:lnTo>
                    <a:pt x="1091242" y="1397926"/>
                  </a:lnTo>
                  <a:lnTo>
                    <a:pt x="1091242" y="1397933"/>
                  </a:lnTo>
                  <a:lnTo>
                    <a:pt x="1091241" y="1397944"/>
                  </a:lnTo>
                  <a:lnTo>
                    <a:pt x="1091236" y="1397963"/>
                  </a:lnTo>
                  <a:lnTo>
                    <a:pt x="1091233" y="1397978"/>
                  </a:lnTo>
                  <a:lnTo>
                    <a:pt x="1091228" y="1397994"/>
                  </a:lnTo>
                  <a:lnTo>
                    <a:pt x="1091226" y="1398003"/>
                  </a:lnTo>
                  <a:lnTo>
                    <a:pt x="1091218" y="1398023"/>
                  </a:lnTo>
                  <a:lnTo>
                    <a:pt x="1091210" y="1398038"/>
                  </a:lnTo>
                  <a:lnTo>
                    <a:pt x="1091200" y="1398058"/>
                  </a:lnTo>
                  <a:lnTo>
                    <a:pt x="1091201" y="1398087"/>
                  </a:lnTo>
                  <a:lnTo>
                    <a:pt x="1091203" y="1398094"/>
                  </a:lnTo>
                  <a:lnTo>
                    <a:pt x="1091208" y="1398109"/>
                  </a:lnTo>
                  <a:lnTo>
                    <a:pt x="1091215" y="1398125"/>
                  </a:lnTo>
                  <a:lnTo>
                    <a:pt x="1091221" y="1398137"/>
                  </a:lnTo>
                  <a:lnTo>
                    <a:pt x="1091236" y="1398155"/>
                  </a:lnTo>
                  <a:lnTo>
                    <a:pt x="1091247" y="1398169"/>
                  </a:lnTo>
                  <a:lnTo>
                    <a:pt x="1091257" y="1398179"/>
                  </a:lnTo>
                  <a:lnTo>
                    <a:pt x="1091259" y="1398183"/>
                  </a:lnTo>
                  <a:lnTo>
                    <a:pt x="1091259" y="1398198"/>
                  </a:lnTo>
                  <a:lnTo>
                    <a:pt x="1091260" y="1398213"/>
                  </a:lnTo>
                  <a:lnTo>
                    <a:pt x="1091261" y="1398228"/>
                  </a:lnTo>
                  <a:lnTo>
                    <a:pt x="1091261" y="1398243"/>
                  </a:lnTo>
                  <a:lnTo>
                    <a:pt x="1091266" y="1398258"/>
                  </a:lnTo>
                  <a:lnTo>
                    <a:pt x="1091269" y="1398273"/>
                  </a:lnTo>
                  <a:lnTo>
                    <a:pt x="1091274" y="1398288"/>
                  </a:lnTo>
                  <a:lnTo>
                    <a:pt x="1091277" y="1398304"/>
                  </a:lnTo>
                  <a:lnTo>
                    <a:pt x="1091285" y="1398319"/>
                  </a:lnTo>
                  <a:lnTo>
                    <a:pt x="1091290" y="1398334"/>
                  </a:lnTo>
                  <a:lnTo>
                    <a:pt x="1091296" y="1398349"/>
                  </a:lnTo>
                  <a:lnTo>
                    <a:pt x="1091297" y="1398355"/>
                  </a:lnTo>
                  <a:lnTo>
                    <a:pt x="1091302" y="1398364"/>
                  </a:lnTo>
                  <a:lnTo>
                    <a:pt x="1091305" y="1398370"/>
                  </a:lnTo>
                  <a:lnTo>
                    <a:pt x="1091318" y="1398399"/>
                  </a:lnTo>
                  <a:lnTo>
                    <a:pt x="1091336" y="1398416"/>
                  </a:lnTo>
                  <a:lnTo>
                    <a:pt x="1091345" y="1398423"/>
                  </a:lnTo>
                  <a:lnTo>
                    <a:pt x="1091356" y="1398424"/>
                  </a:lnTo>
                  <a:lnTo>
                    <a:pt x="1091362" y="1398420"/>
                  </a:lnTo>
                  <a:lnTo>
                    <a:pt x="1091374" y="1398403"/>
                  </a:lnTo>
                  <a:lnTo>
                    <a:pt x="1091391" y="1398387"/>
                  </a:lnTo>
                  <a:lnTo>
                    <a:pt x="1091415" y="1398380"/>
                  </a:lnTo>
                  <a:lnTo>
                    <a:pt x="1091441" y="1398379"/>
                  </a:lnTo>
                  <a:lnTo>
                    <a:pt x="1091471" y="1398386"/>
                  </a:lnTo>
                  <a:lnTo>
                    <a:pt x="1091486" y="1398387"/>
                  </a:lnTo>
                  <a:lnTo>
                    <a:pt x="1091509" y="1398383"/>
                  </a:lnTo>
                  <a:lnTo>
                    <a:pt x="1091526" y="1398371"/>
                  </a:lnTo>
                  <a:lnTo>
                    <a:pt x="1091541" y="1398353"/>
                  </a:lnTo>
                  <a:lnTo>
                    <a:pt x="1091555" y="1398331"/>
                  </a:lnTo>
                  <a:lnTo>
                    <a:pt x="1091572" y="1398289"/>
                  </a:lnTo>
                  <a:lnTo>
                    <a:pt x="1091582" y="1398264"/>
                  </a:lnTo>
                  <a:lnTo>
                    <a:pt x="1091601" y="1398240"/>
                  </a:lnTo>
                  <a:lnTo>
                    <a:pt x="1091620" y="1398221"/>
                  </a:lnTo>
                  <a:lnTo>
                    <a:pt x="1091668" y="1398150"/>
                  </a:lnTo>
                  <a:lnTo>
                    <a:pt x="1091695" y="1398125"/>
                  </a:lnTo>
                  <a:lnTo>
                    <a:pt x="1091714" y="1398113"/>
                  </a:lnTo>
                  <a:lnTo>
                    <a:pt x="1091745" y="1398092"/>
                  </a:lnTo>
                  <a:lnTo>
                    <a:pt x="1091764" y="1398078"/>
                  </a:lnTo>
                  <a:lnTo>
                    <a:pt x="1091774" y="1398077"/>
                  </a:lnTo>
                  <a:lnTo>
                    <a:pt x="1091781" y="1398082"/>
                  </a:lnTo>
                  <a:lnTo>
                    <a:pt x="1091790" y="1398095"/>
                  </a:lnTo>
                  <a:lnTo>
                    <a:pt x="1091821" y="1398130"/>
                  </a:lnTo>
                  <a:lnTo>
                    <a:pt x="1091836" y="1398145"/>
                  </a:lnTo>
                  <a:lnTo>
                    <a:pt x="1091857" y="1398156"/>
                  </a:lnTo>
                  <a:lnTo>
                    <a:pt x="1091878" y="1398163"/>
                  </a:lnTo>
                  <a:lnTo>
                    <a:pt x="1091901" y="1398163"/>
                  </a:lnTo>
                  <a:lnTo>
                    <a:pt x="1091923" y="1398162"/>
                  </a:lnTo>
                  <a:lnTo>
                    <a:pt x="1091935" y="1398160"/>
                  </a:lnTo>
                  <a:lnTo>
                    <a:pt x="1091964" y="1398153"/>
                  </a:lnTo>
                  <a:lnTo>
                    <a:pt x="1091991" y="1398153"/>
                  </a:lnTo>
                  <a:lnTo>
                    <a:pt x="1092002" y="1398150"/>
                  </a:lnTo>
                  <a:lnTo>
                    <a:pt x="1092026" y="1398135"/>
                  </a:lnTo>
                  <a:lnTo>
                    <a:pt x="1092040" y="1398125"/>
                  </a:lnTo>
                  <a:lnTo>
                    <a:pt x="1092059" y="1398114"/>
                  </a:lnTo>
                  <a:lnTo>
                    <a:pt x="1092076" y="1398109"/>
                  </a:lnTo>
                  <a:lnTo>
                    <a:pt x="1092088" y="1398107"/>
                  </a:lnTo>
                  <a:lnTo>
                    <a:pt x="1092098" y="1398107"/>
                  </a:lnTo>
                  <a:lnTo>
                    <a:pt x="1092108" y="1398103"/>
                  </a:lnTo>
                  <a:lnTo>
                    <a:pt x="1092121" y="1398090"/>
                  </a:lnTo>
                  <a:lnTo>
                    <a:pt x="1092139" y="1398067"/>
                  </a:lnTo>
                  <a:lnTo>
                    <a:pt x="1092156" y="1398053"/>
                  </a:lnTo>
                  <a:lnTo>
                    <a:pt x="1092178" y="1398047"/>
                  </a:lnTo>
                  <a:lnTo>
                    <a:pt x="1092210" y="1398034"/>
                  </a:lnTo>
                  <a:lnTo>
                    <a:pt x="1092233" y="1398019"/>
                  </a:lnTo>
                  <a:lnTo>
                    <a:pt x="1092251" y="1398003"/>
                  </a:lnTo>
                  <a:lnTo>
                    <a:pt x="1092262" y="1397995"/>
                  </a:lnTo>
                  <a:lnTo>
                    <a:pt x="1092268" y="1397994"/>
                  </a:lnTo>
                  <a:lnTo>
                    <a:pt x="1092272" y="1397997"/>
                  </a:lnTo>
                  <a:lnTo>
                    <a:pt x="1092276" y="1398004"/>
                  </a:lnTo>
                  <a:lnTo>
                    <a:pt x="1092284" y="1398024"/>
                  </a:lnTo>
                  <a:lnTo>
                    <a:pt x="1092294" y="1398039"/>
                  </a:lnTo>
                  <a:lnTo>
                    <a:pt x="1092303" y="1398047"/>
                  </a:lnTo>
                  <a:lnTo>
                    <a:pt x="1092308" y="1398050"/>
                  </a:lnTo>
                  <a:lnTo>
                    <a:pt x="1092316" y="1398052"/>
                  </a:lnTo>
                  <a:lnTo>
                    <a:pt x="1092324" y="1398055"/>
                  </a:lnTo>
                  <a:lnTo>
                    <a:pt x="1092339" y="1398064"/>
                  </a:lnTo>
                  <a:lnTo>
                    <a:pt x="1092362" y="1398088"/>
                  </a:lnTo>
                  <a:lnTo>
                    <a:pt x="1092379" y="1398109"/>
                  </a:lnTo>
                  <a:lnTo>
                    <a:pt x="1092396" y="1398149"/>
                  </a:lnTo>
                  <a:lnTo>
                    <a:pt x="1092410" y="1398173"/>
                  </a:lnTo>
                  <a:lnTo>
                    <a:pt x="1092418" y="1398197"/>
                  </a:lnTo>
                  <a:lnTo>
                    <a:pt x="1092418" y="1398218"/>
                  </a:lnTo>
                  <a:lnTo>
                    <a:pt x="1092413" y="1398231"/>
                  </a:lnTo>
                  <a:lnTo>
                    <a:pt x="1092397" y="1398261"/>
                  </a:lnTo>
                  <a:lnTo>
                    <a:pt x="1092380" y="1398286"/>
                  </a:lnTo>
                  <a:lnTo>
                    <a:pt x="1092360" y="1398304"/>
                  </a:lnTo>
                  <a:lnTo>
                    <a:pt x="1092335" y="1398321"/>
                  </a:lnTo>
                  <a:lnTo>
                    <a:pt x="1092323" y="1398332"/>
                  </a:lnTo>
                  <a:lnTo>
                    <a:pt x="1092322" y="1398346"/>
                  </a:lnTo>
                  <a:lnTo>
                    <a:pt x="1092331" y="1398368"/>
                  </a:lnTo>
                  <a:lnTo>
                    <a:pt x="1092338" y="1398376"/>
                  </a:lnTo>
                  <a:lnTo>
                    <a:pt x="1092353" y="1398406"/>
                  </a:lnTo>
                  <a:lnTo>
                    <a:pt x="1092358" y="1398430"/>
                  </a:lnTo>
                  <a:lnTo>
                    <a:pt x="1092366" y="1398464"/>
                  </a:lnTo>
                  <a:lnTo>
                    <a:pt x="1092376" y="1398485"/>
                  </a:lnTo>
                  <a:lnTo>
                    <a:pt x="1092384" y="1398509"/>
                  </a:lnTo>
                  <a:lnTo>
                    <a:pt x="1092386" y="1398529"/>
                  </a:lnTo>
                  <a:lnTo>
                    <a:pt x="1092386" y="1398544"/>
                  </a:lnTo>
                  <a:lnTo>
                    <a:pt x="1092378" y="1398555"/>
                  </a:lnTo>
                  <a:lnTo>
                    <a:pt x="1092369" y="1398568"/>
                  </a:lnTo>
                  <a:lnTo>
                    <a:pt x="1092359" y="1398589"/>
                  </a:lnTo>
                  <a:lnTo>
                    <a:pt x="1092351" y="1398605"/>
                  </a:lnTo>
                  <a:lnTo>
                    <a:pt x="1092349" y="1398613"/>
                  </a:lnTo>
                  <a:lnTo>
                    <a:pt x="1092349" y="1398619"/>
                  </a:lnTo>
                  <a:lnTo>
                    <a:pt x="1092365" y="1398662"/>
                  </a:lnTo>
                  <a:lnTo>
                    <a:pt x="1092363" y="1398671"/>
                  </a:lnTo>
                  <a:lnTo>
                    <a:pt x="1092361" y="1398686"/>
                  </a:lnTo>
                  <a:lnTo>
                    <a:pt x="1092357" y="1398701"/>
                  </a:lnTo>
                  <a:lnTo>
                    <a:pt x="1092353" y="1398717"/>
                  </a:lnTo>
                  <a:lnTo>
                    <a:pt x="1092351" y="1398723"/>
                  </a:lnTo>
                  <a:lnTo>
                    <a:pt x="1092348" y="1398732"/>
                  </a:lnTo>
                  <a:lnTo>
                    <a:pt x="1092344" y="1398745"/>
                  </a:lnTo>
                  <a:lnTo>
                    <a:pt x="1092359" y="1398753"/>
                  </a:lnTo>
                  <a:lnTo>
                    <a:pt x="1092369" y="1398756"/>
                  </a:lnTo>
                  <a:lnTo>
                    <a:pt x="1092403" y="1398764"/>
                  </a:lnTo>
                  <a:lnTo>
                    <a:pt x="1092418" y="1398779"/>
                  </a:lnTo>
                  <a:lnTo>
                    <a:pt x="1092424" y="1398795"/>
                  </a:lnTo>
                  <a:lnTo>
                    <a:pt x="1092422" y="1398835"/>
                  </a:lnTo>
                  <a:lnTo>
                    <a:pt x="1092428" y="1398861"/>
                  </a:lnTo>
                  <a:lnTo>
                    <a:pt x="1092442" y="1398878"/>
                  </a:lnTo>
                  <a:lnTo>
                    <a:pt x="1092455" y="1398896"/>
                  </a:lnTo>
                  <a:lnTo>
                    <a:pt x="1092481" y="1398911"/>
                  </a:lnTo>
                  <a:lnTo>
                    <a:pt x="1092502" y="1398922"/>
                  </a:lnTo>
                  <a:lnTo>
                    <a:pt x="1092526" y="1398929"/>
                  </a:lnTo>
                  <a:lnTo>
                    <a:pt x="1092544" y="1398927"/>
                  </a:lnTo>
                  <a:lnTo>
                    <a:pt x="1092557" y="1398921"/>
                  </a:lnTo>
                  <a:lnTo>
                    <a:pt x="1092568" y="1398917"/>
                  </a:lnTo>
                  <a:lnTo>
                    <a:pt x="1092578" y="1398922"/>
                  </a:lnTo>
                  <a:lnTo>
                    <a:pt x="1092585" y="1398935"/>
                  </a:lnTo>
                  <a:lnTo>
                    <a:pt x="1092598" y="1398955"/>
                  </a:lnTo>
                  <a:lnTo>
                    <a:pt x="1092610" y="1398961"/>
                  </a:lnTo>
                  <a:lnTo>
                    <a:pt x="1092622" y="1398961"/>
                  </a:lnTo>
                  <a:lnTo>
                    <a:pt x="1092633" y="1398958"/>
                  </a:lnTo>
                  <a:lnTo>
                    <a:pt x="1092644" y="1398946"/>
                  </a:lnTo>
                  <a:lnTo>
                    <a:pt x="1092649" y="1398925"/>
                  </a:lnTo>
                  <a:lnTo>
                    <a:pt x="1092655" y="1398905"/>
                  </a:lnTo>
                  <a:lnTo>
                    <a:pt x="1092675" y="1398886"/>
                  </a:lnTo>
                  <a:lnTo>
                    <a:pt x="1092696" y="1398866"/>
                  </a:lnTo>
                  <a:lnTo>
                    <a:pt x="1092710" y="1398859"/>
                  </a:lnTo>
                  <a:lnTo>
                    <a:pt x="1092729" y="1398859"/>
                  </a:lnTo>
                  <a:lnTo>
                    <a:pt x="1092746" y="1398863"/>
                  </a:lnTo>
                  <a:lnTo>
                    <a:pt x="1092760" y="1398867"/>
                  </a:lnTo>
                  <a:lnTo>
                    <a:pt x="1092770" y="1398868"/>
                  </a:lnTo>
                  <a:lnTo>
                    <a:pt x="1092782" y="1398864"/>
                  </a:lnTo>
                  <a:lnTo>
                    <a:pt x="1092800" y="1398850"/>
                  </a:lnTo>
                  <a:lnTo>
                    <a:pt x="1092816" y="1398836"/>
                  </a:lnTo>
                  <a:lnTo>
                    <a:pt x="1092830" y="1398824"/>
                  </a:lnTo>
                  <a:lnTo>
                    <a:pt x="1092845" y="1398813"/>
                  </a:lnTo>
                  <a:lnTo>
                    <a:pt x="1092870" y="1398787"/>
                  </a:lnTo>
                  <a:lnTo>
                    <a:pt x="1092881" y="1398770"/>
                  </a:lnTo>
                  <a:lnTo>
                    <a:pt x="1092890" y="1398757"/>
                  </a:lnTo>
                  <a:lnTo>
                    <a:pt x="1092903" y="1398741"/>
                  </a:lnTo>
                  <a:lnTo>
                    <a:pt x="1092917" y="1398728"/>
                  </a:lnTo>
                  <a:lnTo>
                    <a:pt x="1092932" y="1398716"/>
                  </a:lnTo>
                  <a:lnTo>
                    <a:pt x="1092944" y="1398709"/>
                  </a:lnTo>
                  <a:lnTo>
                    <a:pt x="1092959" y="1398698"/>
                  </a:lnTo>
                  <a:lnTo>
                    <a:pt x="1092974" y="1398690"/>
                  </a:lnTo>
                  <a:lnTo>
                    <a:pt x="1092988" y="1398685"/>
                  </a:lnTo>
                  <a:lnTo>
                    <a:pt x="1093002" y="1398685"/>
                  </a:lnTo>
                  <a:lnTo>
                    <a:pt x="1093016" y="1398688"/>
                  </a:lnTo>
                  <a:lnTo>
                    <a:pt x="1093030" y="1398692"/>
                  </a:lnTo>
                  <a:lnTo>
                    <a:pt x="1093059" y="1398707"/>
                  </a:lnTo>
                  <a:lnTo>
                    <a:pt x="1093074" y="1398712"/>
                  </a:lnTo>
                  <a:lnTo>
                    <a:pt x="1093081" y="1398716"/>
                  </a:lnTo>
                  <a:lnTo>
                    <a:pt x="1093086" y="1398722"/>
                  </a:lnTo>
                  <a:lnTo>
                    <a:pt x="1093090" y="1398732"/>
                  </a:lnTo>
                  <a:lnTo>
                    <a:pt x="1093091" y="1398737"/>
                  </a:lnTo>
                  <a:lnTo>
                    <a:pt x="1093090" y="1398743"/>
                  </a:lnTo>
                  <a:lnTo>
                    <a:pt x="1093091" y="1398756"/>
                  </a:lnTo>
                  <a:lnTo>
                    <a:pt x="1093098" y="1398774"/>
                  </a:lnTo>
                  <a:lnTo>
                    <a:pt x="1093103" y="1398786"/>
                  </a:lnTo>
                  <a:lnTo>
                    <a:pt x="1093106" y="1398793"/>
                  </a:lnTo>
                  <a:lnTo>
                    <a:pt x="1093109" y="1398798"/>
                  </a:lnTo>
                  <a:lnTo>
                    <a:pt x="1093113" y="1398804"/>
                  </a:lnTo>
                  <a:lnTo>
                    <a:pt x="1093118" y="1398807"/>
                  </a:lnTo>
                  <a:lnTo>
                    <a:pt x="1093125" y="1398809"/>
                  </a:lnTo>
                  <a:lnTo>
                    <a:pt x="1093141" y="1398807"/>
                  </a:lnTo>
                  <a:lnTo>
                    <a:pt x="1093155" y="1398804"/>
                  </a:lnTo>
                  <a:lnTo>
                    <a:pt x="1093169" y="1398802"/>
                  </a:lnTo>
                  <a:lnTo>
                    <a:pt x="1093180" y="1398804"/>
                  </a:lnTo>
                  <a:lnTo>
                    <a:pt x="1093185" y="1398808"/>
                  </a:lnTo>
                  <a:lnTo>
                    <a:pt x="1093191" y="1398822"/>
                  </a:lnTo>
                  <a:lnTo>
                    <a:pt x="1093199" y="1398837"/>
                  </a:lnTo>
                  <a:lnTo>
                    <a:pt x="1093213" y="1398851"/>
                  </a:lnTo>
                  <a:lnTo>
                    <a:pt x="1093226" y="1398863"/>
                  </a:lnTo>
                  <a:lnTo>
                    <a:pt x="1093239" y="1398874"/>
                  </a:lnTo>
                  <a:lnTo>
                    <a:pt x="1093252" y="1398884"/>
                  </a:lnTo>
                  <a:lnTo>
                    <a:pt x="1093266" y="1398893"/>
                  </a:lnTo>
                  <a:lnTo>
                    <a:pt x="1093281" y="1398896"/>
                  </a:lnTo>
                  <a:lnTo>
                    <a:pt x="1093289" y="1398898"/>
                  </a:lnTo>
                  <a:lnTo>
                    <a:pt x="1093311" y="1398906"/>
                  </a:lnTo>
                  <a:lnTo>
                    <a:pt x="1093324" y="1398916"/>
                  </a:lnTo>
                  <a:lnTo>
                    <a:pt x="1093336" y="1398927"/>
                  </a:lnTo>
                  <a:lnTo>
                    <a:pt x="1093345" y="1398980"/>
                  </a:lnTo>
                  <a:lnTo>
                    <a:pt x="1093344" y="1399045"/>
                  </a:lnTo>
                  <a:lnTo>
                    <a:pt x="1093337" y="1399066"/>
                  </a:lnTo>
                  <a:lnTo>
                    <a:pt x="1093325" y="1399103"/>
                  </a:lnTo>
                  <a:lnTo>
                    <a:pt x="1093313" y="1399125"/>
                  </a:lnTo>
                  <a:lnTo>
                    <a:pt x="1093309" y="1399143"/>
                  </a:lnTo>
                  <a:lnTo>
                    <a:pt x="1093316" y="1399157"/>
                  </a:lnTo>
                  <a:lnTo>
                    <a:pt x="1093327" y="1399174"/>
                  </a:lnTo>
                  <a:lnTo>
                    <a:pt x="1093337" y="1399209"/>
                  </a:lnTo>
                  <a:lnTo>
                    <a:pt x="1093335" y="1399224"/>
                  </a:lnTo>
                  <a:lnTo>
                    <a:pt x="1093328" y="1399237"/>
                  </a:lnTo>
                  <a:lnTo>
                    <a:pt x="1093314" y="1399252"/>
                  </a:lnTo>
                  <a:lnTo>
                    <a:pt x="1093288" y="1399267"/>
                  </a:lnTo>
                  <a:lnTo>
                    <a:pt x="1093246" y="1399282"/>
                  </a:lnTo>
                  <a:lnTo>
                    <a:pt x="1093236" y="1399294"/>
                  </a:lnTo>
                  <a:lnTo>
                    <a:pt x="1093232" y="1399317"/>
                  </a:lnTo>
                  <a:lnTo>
                    <a:pt x="1093232" y="1399340"/>
                  </a:lnTo>
                  <a:lnTo>
                    <a:pt x="1093237" y="1399371"/>
                  </a:lnTo>
                  <a:lnTo>
                    <a:pt x="1093255" y="1399432"/>
                  </a:lnTo>
                  <a:lnTo>
                    <a:pt x="1093265" y="1399459"/>
                  </a:lnTo>
                  <a:lnTo>
                    <a:pt x="1093269" y="1399480"/>
                  </a:lnTo>
                  <a:lnTo>
                    <a:pt x="1093259" y="1399495"/>
                  </a:lnTo>
                  <a:lnTo>
                    <a:pt x="1093237" y="1399527"/>
                  </a:lnTo>
                  <a:lnTo>
                    <a:pt x="1093224" y="1399534"/>
                  </a:lnTo>
                  <a:lnTo>
                    <a:pt x="1093205" y="1399536"/>
                  </a:lnTo>
                  <a:lnTo>
                    <a:pt x="1093183" y="1399536"/>
                  </a:lnTo>
                  <a:lnTo>
                    <a:pt x="1093169" y="1399543"/>
                  </a:lnTo>
                  <a:lnTo>
                    <a:pt x="1093168" y="1399551"/>
                  </a:lnTo>
                  <a:lnTo>
                    <a:pt x="1093162" y="1399574"/>
                  </a:lnTo>
                  <a:lnTo>
                    <a:pt x="1093157" y="1399597"/>
                  </a:lnTo>
                  <a:lnTo>
                    <a:pt x="1093149" y="1399623"/>
                  </a:lnTo>
                  <a:lnTo>
                    <a:pt x="1093134" y="1399661"/>
                  </a:lnTo>
                  <a:lnTo>
                    <a:pt x="1093116" y="1399676"/>
                  </a:lnTo>
                  <a:lnTo>
                    <a:pt x="1093097" y="1399689"/>
                  </a:lnTo>
                  <a:lnTo>
                    <a:pt x="1093076" y="1399708"/>
                  </a:lnTo>
                  <a:lnTo>
                    <a:pt x="1093055" y="1399728"/>
                  </a:lnTo>
                  <a:lnTo>
                    <a:pt x="1093032" y="1399754"/>
                  </a:lnTo>
                  <a:lnTo>
                    <a:pt x="1093019" y="1399774"/>
                  </a:lnTo>
                  <a:lnTo>
                    <a:pt x="1093008" y="1399804"/>
                  </a:lnTo>
                  <a:lnTo>
                    <a:pt x="1093003" y="1399823"/>
                  </a:lnTo>
                  <a:lnTo>
                    <a:pt x="1093002" y="1399852"/>
                  </a:lnTo>
                  <a:lnTo>
                    <a:pt x="1093002" y="1399889"/>
                  </a:lnTo>
                  <a:lnTo>
                    <a:pt x="1093003" y="1399945"/>
                  </a:lnTo>
                  <a:lnTo>
                    <a:pt x="1092999" y="1399961"/>
                  </a:lnTo>
                  <a:lnTo>
                    <a:pt x="1092993" y="1399979"/>
                  </a:lnTo>
                  <a:lnTo>
                    <a:pt x="1092982" y="1400000"/>
                  </a:lnTo>
                  <a:lnTo>
                    <a:pt x="1092970" y="1400021"/>
                  </a:lnTo>
                  <a:lnTo>
                    <a:pt x="1092962" y="1400059"/>
                  </a:lnTo>
                  <a:lnTo>
                    <a:pt x="1092959" y="1400092"/>
                  </a:lnTo>
                  <a:lnTo>
                    <a:pt x="1092948" y="1400147"/>
                  </a:lnTo>
                  <a:lnTo>
                    <a:pt x="1092948" y="1400165"/>
                  </a:lnTo>
                  <a:lnTo>
                    <a:pt x="1092946" y="1400192"/>
                  </a:lnTo>
                  <a:lnTo>
                    <a:pt x="1092960" y="1400213"/>
                  </a:lnTo>
                  <a:lnTo>
                    <a:pt x="1092972" y="1400230"/>
                  </a:lnTo>
                  <a:lnTo>
                    <a:pt x="1092979" y="1400243"/>
                  </a:lnTo>
                  <a:lnTo>
                    <a:pt x="1092982" y="1400257"/>
                  </a:lnTo>
                  <a:lnTo>
                    <a:pt x="1092982" y="1400267"/>
                  </a:lnTo>
                  <a:lnTo>
                    <a:pt x="1092968" y="1400322"/>
                  </a:lnTo>
                  <a:lnTo>
                    <a:pt x="1092961" y="1400337"/>
                  </a:lnTo>
                  <a:lnTo>
                    <a:pt x="1092959" y="1400353"/>
                  </a:lnTo>
                  <a:lnTo>
                    <a:pt x="1092966" y="1400390"/>
                  </a:lnTo>
                  <a:lnTo>
                    <a:pt x="1092966" y="1400406"/>
                  </a:lnTo>
                  <a:lnTo>
                    <a:pt x="1092959" y="1400418"/>
                  </a:lnTo>
                  <a:lnTo>
                    <a:pt x="1092954" y="1400438"/>
                  </a:lnTo>
                  <a:lnTo>
                    <a:pt x="1092947" y="1400462"/>
                  </a:lnTo>
                  <a:lnTo>
                    <a:pt x="1092945" y="1400481"/>
                  </a:lnTo>
                  <a:lnTo>
                    <a:pt x="1092943" y="1400496"/>
                  </a:lnTo>
                  <a:lnTo>
                    <a:pt x="1092937" y="1400506"/>
                  </a:lnTo>
                  <a:lnTo>
                    <a:pt x="1092932" y="1400508"/>
                  </a:lnTo>
                  <a:lnTo>
                    <a:pt x="1092918" y="1400509"/>
                  </a:lnTo>
                  <a:lnTo>
                    <a:pt x="1092904" y="1400511"/>
                  </a:lnTo>
                  <a:lnTo>
                    <a:pt x="1092890" y="1400514"/>
                  </a:lnTo>
                  <a:lnTo>
                    <a:pt x="1092876" y="1400518"/>
                  </a:lnTo>
                  <a:lnTo>
                    <a:pt x="1092861" y="1400519"/>
                  </a:lnTo>
                  <a:lnTo>
                    <a:pt x="1092853" y="1400522"/>
                  </a:lnTo>
                  <a:lnTo>
                    <a:pt x="1092841" y="1400524"/>
                  </a:lnTo>
                  <a:lnTo>
                    <a:pt x="1092833" y="1400524"/>
                  </a:lnTo>
                  <a:lnTo>
                    <a:pt x="1092819" y="1400524"/>
                  </a:lnTo>
                  <a:lnTo>
                    <a:pt x="1092804" y="1400527"/>
                  </a:lnTo>
                  <a:lnTo>
                    <a:pt x="1092790" y="1400530"/>
                  </a:lnTo>
                  <a:lnTo>
                    <a:pt x="1092776" y="1400532"/>
                  </a:lnTo>
                  <a:lnTo>
                    <a:pt x="1092769" y="1400533"/>
                  </a:lnTo>
                  <a:lnTo>
                    <a:pt x="1092748" y="1400535"/>
                  </a:lnTo>
                  <a:lnTo>
                    <a:pt x="1092732" y="1400532"/>
                  </a:lnTo>
                  <a:lnTo>
                    <a:pt x="1092716" y="1400520"/>
                  </a:lnTo>
                  <a:lnTo>
                    <a:pt x="1092703" y="1400510"/>
                  </a:lnTo>
                  <a:lnTo>
                    <a:pt x="1092692" y="1400509"/>
                  </a:lnTo>
                  <a:lnTo>
                    <a:pt x="1092687" y="1400512"/>
                  </a:lnTo>
                  <a:lnTo>
                    <a:pt x="1092677" y="1400525"/>
                  </a:lnTo>
                  <a:lnTo>
                    <a:pt x="1092663" y="1400535"/>
                  </a:lnTo>
                  <a:lnTo>
                    <a:pt x="1092655" y="1400538"/>
                  </a:lnTo>
                  <a:lnTo>
                    <a:pt x="1092648" y="1400541"/>
                  </a:lnTo>
                  <a:lnTo>
                    <a:pt x="1092634" y="1400545"/>
                  </a:lnTo>
                  <a:lnTo>
                    <a:pt x="1092620" y="1400547"/>
                  </a:lnTo>
                  <a:lnTo>
                    <a:pt x="1092598" y="1400546"/>
                  </a:lnTo>
                  <a:lnTo>
                    <a:pt x="1092591" y="1400550"/>
                  </a:lnTo>
                  <a:lnTo>
                    <a:pt x="1092577" y="1400560"/>
                  </a:lnTo>
                  <a:lnTo>
                    <a:pt x="1092563" y="1400571"/>
                  </a:lnTo>
                  <a:lnTo>
                    <a:pt x="1092548" y="1400579"/>
                  </a:lnTo>
                  <a:lnTo>
                    <a:pt x="1092534" y="1400586"/>
                  </a:lnTo>
                  <a:lnTo>
                    <a:pt x="1092509" y="1400594"/>
                  </a:lnTo>
                  <a:lnTo>
                    <a:pt x="1092484" y="1400598"/>
                  </a:lnTo>
                  <a:lnTo>
                    <a:pt x="1092463" y="1400601"/>
                  </a:lnTo>
                  <a:lnTo>
                    <a:pt x="1092435" y="1400601"/>
                  </a:lnTo>
                  <a:lnTo>
                    <a:pt x="1092420" y="1400598"/>
                  </a:lnTo>
                  <a:lnTo>
                    <a:pt x="1092406" y="1400597"/>
                  </a:lnTo>
                  <a:lnTo>
                    <a:pt x="1092392" y="1400596"/>
                  </a:lnTo>
                  <a:lnTo>
                    <a:pt x="1092378" y="1400591"/>
                  </a:lnTo>
                  <a:lnTo>
                    <a:pt x="1092364" y="1400587"/>
                  </a:lnTo>
                  <a:lnTo>
                    <a:pt x="1092350" y="1400577"/>
                  </a:lnTo>
                  <a:lnTo>
                    <a:pt x="1092324" y="1400552"/>
                  </a:lnTo>
                  <a:lnTo>
                    <a:pt x="1092326" y="1400570"/>
                  </a:lnTo>
                  <a:lnTo>
                    <a:pt x="1092326" y="1400575"/>
                  </a:lnTo>
                  <a:lnTo>
                    <a:pt x="1092326" y="1400588"/>
                  </a:lnTo>
                  <a:lnTo>
                    <a:pt x="1092320" y="1400605"/>
                  </a:lnTo>
                  <a:lnTo>
                    <a:pt x="1092314" y="1400616"/>
                  </a:lnTo>
                  <a:lnTo>
                    <a:pt x="1092310" y="1400620"/>
                  </a:lnTo>
                  <a:lnTo>
                    <a:pt x="1092298" y="1400633"/>
                  </a:lnTo>
                  <a:lnTo>
                    <a:pt x="1092291" y="1400648"/>
                  </a:lnTo>
                  <a:lnTo>
                    <a:pt x="1092279" y="1400667"/>
                  </a:lnTo>
                  <a:lnTo>
                    <a:pt x="1092271" y="1400679"/>
                  </a:lnTo>
                  <a:lnTo>
                    <a:pt x="1092270" y="1400685"/>
                  </a:lnTo>
                  <a:lnTo>
                    <a:pt x="1092269" y="1400702"/>
                  </a:lnTo>
                  <a:lnTo>
                    <a:pt x="1092272" y="1400708"/>
                  </a:lnTo>
                  <a:lnTo>
                    <a:pt x="1092275" y="1400723"/>
                  </a:lnTo>
                  <a:lnTo>
                    <a:pt x="1092277" y="1400738"/>
                  </a:lnTo>
                  <a:lnTo>
                    <a:pt x="1092274" y="1400753"/>
                  </a:lnTo>
                  <a:lnTo>
                    <a:pt x="1092266" y="1400768"/>
                  </a:lnTo>
                  <a:lnTo>
                    <a:pt x="1092261" y="1400783"/>
                  </a:lnTo>
                  <a:lnTo>
                    <a:pt x="1092263" y="1400804"/>
                  </a:lnTo>
                  <a:lnTo>
                    <a:pt x="1092265" y="1400808"/>
                  </a:lnTo>
                  <a:lnTo>
                    <a:pt x="1092267" y="1400813"/>
                  </a:lnTo>
                  <a:lnTo>
                    <a:pt x="1092279" y="1400834"/>
                  </a:lnTo>
                  <a:lnTo>
                    <a:pt x="1092287" y="1400844"/>
                  </a:lnTo>
                  <a:lnTo>
                    <a:pt x="1092298" y="1400858"/>
                  </a:lnTo>
                  <a:lnTo>
                    <a:pt x="1092302" y="1400866"/>
                  </a:lnTo>
                  <a:lnTo>
                    <a:pt x="1092304" y="1400873"/>
                  </a:lnTo>
                  <a:lnTo>
                    <a:pt x="1092301" y="1400881"/>
                  </a:lnTo>
                  <a:lnTo>
                    <a:pt x="1092296" y="1400888"/>
                  </a:lnTo>
                  <a:lnTo>
                    <a:pt x="1092288" y="1400903"/>
                  </a:lnTo>
                  <a:lnTo>
                    <a:pt x="1092280" y="1400913"/>
                  </a:lnTo>
                  <a:lnTo>
                    <a:pt x="1092275" y="1400916"/>
                  </a:lnTo>
                  <a:lnTo>
                    <a:pt x="1092266" y="1400921"/>
                  </a:lnTo>
                  <a:lnTo>
                    <a:pt x="1092250" y="1400928"/>
                  </a:lnTo>
                  <a:lnTo>
                    <a:pt x="1092226" y="1400934"/>
                  </a:lnTo>
                  <a:lnTo>
                    <a:pt x="1092218" y="1400934"/>
                  </a:lnTo>
                  <a:lnTo>
                    <a:pt x="1092204" y="1400934"/>
                  </a:lnTo>
                  <a:lnTo>
                    <a:pt x="1092189" y="1400934"/>
                  </a:lnTo>
                  <a:lnTo>
                    <a:pt x="1092175" y="1400936"/>
                  </a:lnTo>
                  <a:lnTo>
                    <a:pt x="1092167" y="1400938"/>
                  </a:lnTo>
                  <a:lnTo>
                    <a:pt x="1092162" y="1400944"/>
                  </a:lnTo>
                  <a:lnTo>
                    <a:pt x="1092156" y="1400958"/>
                  </a:lnTo>
                  <a:lnTo>
                    <a:pt x="1092151" y="1400973"/>
                  </a:lnTo>
                  <a:lnTo>
                    <a:pt x="1092145" y="1400988"/>
                  </a:lnTo>
                  <a:lnTo>
                    <a:pt x="1092138" y="1401004"/>
                  </a:lnTo>
                  <a:lnTo>
                    <a:pt x="1092131" y="1401018"/>
                  </a:lnTo>
                  <a:lnTo>
                    <a:pt x="1092121" y="1401039"/>
                  </a:lnTo>
                  <a:lnTo>
                    <a:pt x="1092113" y="1401038"/>
                  </a:lnTo>
                  <a:lnTo>
                    <a:pt x="1092101" y="1401027"/>
                  </a:lnTo>
                  <a:lnTo>
                    <a:pt x="1092091" y="1401022"/>
                  </a:lnTo>
                  <a:lnTo>
                    <a:pt x="1092073" y="1401021"/>
                  </a:lnTo>
                  <a:lnTo>
                    <a:pt x="1092058" y="1401022"/>
                  </a:lnTo>
                  <a:lnTo>
                    <a:pt x="1092044" y="1401023"/>
                  </a:lnTo>
                  <a:lnTo>
                    <a:pt x="1092016" y="1401026"/>
                  </a:lnTo>
                  <a:lnTo>
                    <a:pt x="1092002" y="1401029"/>
                  </a:lnTo>
                  <a:lnTo>
                    <a:pt x="1091988" y="1401031"/>
                  </a:lnTo>
                  <a:lnTo>
                    <a:pt x="1091973" y="1401034"/>
                  </a:lnTo>
                  <a:lnTo>
                    <a:pt x="1091959" y="1401037"/>
                  </a:lnTo>
                  <a:lnTo>
                    <a:pt x="1091945" y="1401041"/>
                  </a:lnTo>
                  <a:lnTo>
                    <a:pt x="1091930" y="1401045"/>
                  </a:lnTo>
                  <a:lnTo>
                    <a:pt x="1091922" y="1401048"/>
                  </a:lnTo>
                  <a:lnTo>
                    <a:pt x="1091916" y="1401048"/>
                  </a:lnTo>
                  <a:lnTo>
                    <a:pt x="1091903" y="1401034"/>
                  </a:lnTo>
                  <a:lnTo>
                    <a:pt x="1091890" y="1401021"/>
                  </a:lnTo>
                  <a:lnTo>
                    <a:pt x="1091883" y="1401016"/>
                  </a:lnTo>
                  <a:lnTo>
                    <a:pt x="1091876" y="1401016"/>
                  </a:lnTo>
                  <a:lnTo>
                    <a:pt x="1091862" y="1401016"/>
                  </a:lnTo>
                  <a:lnTo>
                    <a:pt x="1091855" y="1401017"/>
                  </a:lnTo>
                  <a:lnTo>
                    <a:pt x="1091848" y="1401016"/>
                  </a:lnTo>
                  <a:lnTo>
                    <a:pt x="1091840" y="1401015"/>
                  </a:lnTo>
                  <a:lnTo>
                    <a:pt x="1091834" y="1401012"/>
                  </a:lnTo>
                  <a:lnTo>
                    <a:pt x="1091822" y="1401005"/>
                  </a:lnTo>
                  <a:lnTo>
                    <a:pt x="1091781" y="1401001"/>
                  </a:lnTo>
                  <a:lnTo>
                    <a:pt x="1091767" y="1401002"/>
                  </a:lnTo>
                  <a:lnTo>
                    <a:pt x="1091752" y="1401001"/>
                  </a:lnTo>
                  <a:lnTo>
                    <a:pt x="1091738" y="1400999"/>
                  </a:lnTo>
                  <a:lnTo>
                    <a:pt x="1091724" y="1400996"/>
                  </a:lnTo>
                  <a:lnTo>
                    <a:pt x="1091717" y="1400994"/>
                  </a:lnTo>
                  <a:lnTo>
                    <a:pt x="1091710" y="1400989"/>
                  </a:lnTo>
                  <a:lnTo>
                    <a:pt x="1091682" y="1400973"/>
                  </a:lnTo>
                  <a:lnTo>
                    <a:pt x="1091677" y="1400971"/>
                  </a:lnTo>
                  <a:lnTo>
                    <a:pt x="1091668" y="1400975"/>
                  </a:lnTo>
                  <a:lnTo>
                    <a:pt x="1091653" y="1400983"/>
                  </a:lnTo>
                  <a:lnTo>
                    <a:pt x="1091639" y="1400992"/>
                  </a:lnTo>
                  <a:lnTo>
                    <a:pt x="1091625" y="1400999"/>
                  </a:lnTo>
                  <a:lnTo>
                    <a:pt x="1091610" y="1401007"/>
                  </a:lnTo>
                  <a:lnTo>
                    <a:pt x="1091596" y="1401017"/>
                  </a:lnTo>
                  <a:lnTo>
                    <a:pt x="1091568" y="1401037"/>
                  </a:lnTo>
                  <a:lnTo>
                    <a:pt x="1091553" y="1401037"/>
                  </a:lnTo>
                  <a:lnTo>
                    <a:pt x="1091545" y="1401038"/>
                  </a:lnTo>
                  <a:lnTo>
                    <a:pt x="1091539" y="1401037"/>
                  </a:lnTo>
                  <a:lnTo>
                    <a:pt x="1091525" y="1401033"/>
                  </a:lnTo>
                  <a:lnTo>
                    <a:pt x="1091521" y="1401033"/>
                  </a:lnTo>
                  <a:lnTo>
                    <a:pt x="1091517" y="1401036"/>
                  </a:lnTo>
                  <a:lnTo>
                    <a:pt x="1091511" y="1401040"/>
                  </a:lnTo>
                  <a:lnTo>
                    <a:pt x="1091499" y="1401055"/>
                  </a:lnTo>
                  <a:lnTo>
                    <a:pt x="1091492" y="1401061"/>
                  </a:lnTo>
                  <a:lnTo>
                    <a:pt x="1091486" y="1401064"/>
                  </a:lnTo>
                  <a:lnTo>
                    <a:pt x="1091471" y="1401065"/>
                  </a:lnTo>
                  <a:lnTo>
                    <a:pt x="1091457" y="1401063"/>
                  </a:lnTo>
                  <a:lnTo>
                    <a:pt x="1091443" y="1401058"/>
                  </a:lnTo>
                  <a:lnTo>
                    <a:pt x="1091429" y="1401054"/>
                  </a:lnTo>
                  <a:lnTo>
                    <a:pt x="1091422" y="1401054"/>
                  </a:lnTo>
                  <a:lnTo>
                    <a:pt x="1091415" y="1401056"/>
                  </a:lnTo>
                  <a:lnTo>
                    <a:pt x="1091407" y="1401057"/>
                  </a:lnTo>
                  <a:lnTo>
                    <a:pt x="1091401" y="1401059"/>
                  </a:lnTo>
                  <a:lnTo>
                    <a:pt x="1091387" y="1401064"/>
                  </a:lnTo>
                  <a:lnTo>
                    <a:pt x="1091372" y="1401066"/>
                  </a:lnTo>
                  <a:lnTo>
                    <a:pt x="1091358" y="1401064"/>
                  </a:lnTo>
                  <a:lnTo>
                    <a:pt x="1091349" y="1401060"/>
                  </a:lnTo>
                  <a:lnTo>
                    <a:pt x="1091344" y="1401056"/>
                  </a:lnTo>
                  <a:lnTo>
                    <a:pt x="1091334" y="1401040"/>
                  </a:lnTo>
                  <a:lnTo>
                    <a:pt x="1091325" y="1401025"/>
                  </a:lnTo>
                  <a:lnTo>
                    <a:pt x="1091317" y="1401014"/>
                  </a:lnTo>
                  <a:lnTo>
                    <a:pt x="1091304" y="1400996"/>
                  </a:lnTo>
                  <a:lnTo>
                    <a:pt x="1091290" y="1400981"/>
                  </a:lnTo>
                  <a:lnTo>
                    <a:pt x="1091276" y="1400970"/>
                  </a:lnTo>
                  <a:lnTo>
                    <a:pt x="1091262" y="1400960"/>
                  </a:lnTo>
                  <a:lnTo>
                    <a:pt x="1091249" y="1400946"/>
                  </a:lnTo>
                  <a:lnTo>
                    <a:pt x="1091235" y="1400936"/>
                  </a:lnTo>
                  <a:lnTo>
                    <a:pt x="1091224" y="1400930"/>
                  </a:lnTo>
                  <a:lnTo>
                    <a:pt x="1091205" y="1400927"/>
                  </a:lnTo>
                  <a:lnTo>
                    <a:pt x="1091191" y="1400929"/>
                  </a:lnTo>
                  <a:lnTo>
                    <a:pt x="1091177" y="1400932"/>
                  </a:lnTo>
                  <a:lnTo>
                    <a:pt x="1091163" y="1400934"/>
                  </a:lnTo>
                  <a:lnTo>
                    <a:pt x="1091148" y="1400935"/>
                  </a:lnTo>
                  <a:lnTo>
                    <a:pt x="1091134" y="1400932"/>
                  </a:lnTo>
                  <a:lnTo>
                    <a:pt x="1091120" y="1400928"/>
                  </a:lnTo>
                  <a:lnTo>
                    <a:pt x="1091106" y="1400923"/>
                  </a:lnTo>
                  <a:lnTo>
                    <a:pt x="1091092" y="1400915"/>
                  </a:lnTo>
                  <a:lnTo>
                    <a:pt x="1091078" y="1400907"/>
                  </a:lnTo>
                  <a:lnTo>
                    <a:pt x="1091064" y="1400898"/>
                  </a:lnTo>
                  <a:lnTo>
                    <a:pt x="1091057" y="1400894"/>
                  </a:lnTo>
                  <a:lnTo>
                    <a:pt x="1091050" y="1400892"/>
                  </a:lnTo>
                  <a:lnTo>
                    <a:pt x="1091036" y="1400893"/>
                  </a:lnTo>
                  <a:lnTo>
                    <a:pt x="1091022" y="1400893"/>
                  </a:lnTo>
                  <a:lnTo>
                    <a:pt x="1091007" y="1400892"/>
                  </a:lnTo>
                  <a:lnTo>
                    <a:pt x="1090946" y="1400892"/>
                  </a:lnTo>
                  <a:lnTo>
                    <a:pt x="1090932" y="1400888"/>
                  </a:lnTo>
                  <a:lnTo>
                    <a:pt x="1090921" y="1400884"/>
                  </a:lnTo>
                  <a:lnTo>
                    <a:pt x="1090909" y="1400875"/>
                  </a:lnTo>
                  <a:lnTo>
                    <a:pt x="1090905" y="1400869"/>
                  </a:lnTo>
                  <a:lnTo>
                    <a:pt x="1090895" y="1400857"/>
                  </a:lnTo>
                  <a:lnTo>
                    <a:pt x="1090884" y="1400849"/>
                  </a:lnTo>
                  <a:lnTo>
                    <a:pt x="1090878" y="1400846"/>
                  </a:lnTo>
                  <a:lnTo>
                    <a:pt x="1090863" y="1400845"/>
                  </a:lnTo>
                  <a:lnTo>
                    <a:pt x="1090835" y="1400840"/>
                  </a:lnTo>
                  <a:lnTo>
                    <a:pt x="1090813" y="1400834"/>
                  </a:lnTo>
                  <a:lnTo>
                    <a:pt x="1090802" y="1400837"/>
                  </a:lnTo>
                  <a:lnTo>
                    <a:pt x="1090788" y="1400846"/>
                  </a:lnTo>
                  <a:lnTo>
                    <a:pt x="1090773" y="1400856"/>
                  </a:lnTo>
                  <a:lnTo>
                    <a:pt x="1090760" y="1400856"/>
                  </a:lnTo>
                  <a:lnTo>
                    <a:pt x="1090745" y="1400842"/>
                  </a:lnTo>
                  <a:lnTo>
                    <a:pt x="1090735" y="1400827"/>
                  </a:lnTo>
                  <a:lnTo>
                    <a:pt x="1090727" y="1400812"/>
                  </a:lnTo>
                  <a:lnTo>
                    <a:pt x="1090721" y="1400797"/>
                  </a:lnTo>
                  <a:lnTo>
                    <a:pt x="1090719" y="1400782"/>
                  </a:lnTo>
                  <a:lnTo>
                    <a:pt x="1090717" y="1400767"/>
                  </a:lnTo>
                  <a:lnTo>
                    <a:pt x="1090714" y="1400743"/>
                  </a:lnTo>
                  <a:lnTo>
                    <a:pt x="1090713" y="1400716"/>
                  </a:lnTo>
                  <a:lnTo>
                    <a:pt x="1090709" y="1400693"/>
                  </a:lnTo>
                  <a:lnTo>
                    <a:pt x="1090703" y="1400685"/>
                  </a:lnTo>
                  <a:lnTo>
                    <a:pt x="1090683" y="1400683"/>
                  </a:lnTo>
                  <a:lnTo>
                    <a:pt x="1090649" y="1400683"/>
                  </a:lnTo>
                  <a:lnTo>
                    <a:pt x="1090635" y="1400679"/>
                  </a:lnTo>
                  <a:lnTo>
                    <a:pt x="1090619" y="1400677"/>
                  </a:lnTo>
                  <a:lnTo>
                    <a:pt x="1090614" y="1400681"/>
                  </a:lnTo>
                  <a:lnTo>
                    <a:pt x="1090608" y="1400696"/>
                  </a:lnTo>
                  <a:lnTo>
                    <a:pt x="1090605" y="1400702"/>
                  </a:lnTo>
                  <a:lnTo>
                    <a:pt x="1090598" y="1400717"/>
                  </a:lnTo>
                  <a:lnTo>
                    <a:pt x="1090595" y="1400732"/>
                  </a:lnTo>
                  <a:lnTo>
                    <a:pt x="1090590" y="1400747"/>
                  </a:lnTo>
                  <a:lnTo>
                    <a:pt x="1090580" y="1400755"/>
                  </a:lnTo>
                  <a:lnTo>
                    <a:pt x="1090575" y="1400757"/>
                  </a:lnTo>
                  <a:lnTo>
                    <a:pt x="1090568" y="1400760"/>
                  </a:lnTo>
                  <a:lnTo>
                    <a:pt x="1090556" y="1400768"/>
                  </a:lnTo>
                  <a:lnTo>
                    <a:pt x="1090547" y="1400769"/>
                  </a:lnTo>
                  <a:lnTo>
                    <a:pt x="1090533" y="1400768"/>
                  </a:lnTo>
                  <a:lnTo>
                    <a:pt x="1090520" y="1400767"/>
                  </a:lnTo>
                  <a:lnTo>
                    <a:pt x="1090490" y="1400760"/>
                  </a:lnTo>
                  <a:lnTo>
                    <a:pt x="1090476" y="1400758"/>
                  </a:lnTo>
                  <a:lnTo>
                    <a:pt x="1090462" y="1400757"/>
                  </a:lnTo>
                  <a:lnTo>
                    <a:pt x="1090448" y="1400758"/>
                  </a:lnTo>
                  <a:lnTo>
                    <a:pt x="1090433" y="1400759"/>
                  </a:lnTo>
                  <a:lnTo>
                    <a:pt x="1090419" y="1400759"/>
                  </a:lnTo>
                  <a:lnTo>
                    <a:pt x="1090405" y="1400762"/>
                  </a:lnTo>
                  <a:lnTo>
                    <a:pt x="1090391" y="1400762"/>
                  </a:lnTo>
                  <a:lnTo>
                    <a:pt x="1090379" y="1400764"/>
                  </a:lnTo>
                  <a:lnTo>
                    <a:pt x="1090355" y="1400765"/>
                  </a:lnTo>
                  <a:lnTo>
                    <a:pt x="1090348" y="1400764"/>
                  </a:lnTo>
                  <a:lnTo>
                    <a:pt x="1090334" y="1400761"/>
                  </a:lnTo>
                  <a:lnTo>
                    <a:pt x="1090320" y="1400758"/>
                  </a:lnTo>
                  <a:lnTo>
                    <a:pt x="1090306" y="1400757"/>
                  </a:lnTo>
                  <a:lnTo>
                    <a:pt x="1090292" y="1400755"/>
                  </a:lnTo>
                  <a:lnTo>
                    <a:pt x="1090277" y="1400753"/>
                  </a:lnTo>
                  <a:lnTo>
                    <a:pt x="1090263" y="1400753"/>
                  </a:lnTo>
                  <a:lnTo>
                    <a:pt x="1090249" y="1400754"/>
                  </a:lnTo>
                  <a:lnTo>
                    <a:pt x="1090235" y="1400756"/>
                  </a:lnTo>
                  <a:lnTo>
                    <a:pt x="1090228" y="1400758"/>
                  </a:lnTo>
                  <a:lnTo>
                    <a:pt x="1090221" y="1400762"/>
                  </a:lnTo>
                  <a:lnTo>
                    <a:pt x="1090206" y="1400770"/>
                  </a:lnTo>
                  <a:lnTo>
                    <a:pt x="1090192" y="1400779"/>
                  </a:lnTo>
                  <a:lnTo>
                    <a:pt x="1090184" y="1400784"/>
                  </a:lnTo>
                  <a:lnTo>
                    <a:pt x="1090178" y="1400785"/>
                  </a:lnTo>
                  <a:lnTo>
                    <a:pt x="1090164" y="1400788"/>
                  </a:lnTo>
                  <a:lnTo>
                    <a:pt x="1090144" y="1400794"/>
                  </a:lnTo>
                  <a:lnTo>
                    <a:pt x="1090132" y="1400799"/>
                  </a:lnTo>
                  <a:lnTo>
                    <a:pt x="1090121" y="1400804"/>
                  </a:lnTo>
                  <a:lnTo>
                    <a:pt x="1090114" y="1400809"/>
                  </a:lnTo>
                  <a:lnTo>
                    <a:pt x="1090106" y="1400811"/>
                  </a:lnTo>
                  <a:lnTo>
                    <a:pt x="1090092" y="1400815"/>
                  </a:lnTo>
                  <a:lnTo>
                    <a:pt x="1090078" y="1400823"/>
                  </a:lnTo>
                  <a:lnTo>
                    <a:pt x="1090066" y="1400835"/>
                  </a:lnTo>
                  <a:lnTo>
                    <a:pt x="1090062" y="1400839"/>
                  </a:lnTo>
                  <a:lnTo>
                    <a:pt x="1090056" y="1400848"/>
                  </a:lnTo>
                  <a:lnTo>
                    <a:pt x="1090052" y="1400856"/>
                  </a:lnTo>
                  <a:lnTo>
                    <a:pt x="1090049" y="1400864"/>
                  </a:lnTo>
                  <a:lnTo>
                    <a:pt x="1090043" y="1400879"/>
                  </a:lnTo>
                  <a:lnTo>
                    <a:pt x="1090038" y="1400894"/>
                  </a:lnTo>
                  <a:lnTo>
                    <a:pt x="1090034" y="1400909"/>
                  </a:lnTo>
                  <a:lnTo>
                    <a:pt x="1090024" y="1400939"/>
                  </a:lnTo>
                  <a:lnTo>
                    <a:pt x="1090020" y="1400947"/>
                  </a:lnTo>
                  <a:lnTo>
                    <a:pt x="1090016" y="1400963"/>
                  </a:lnTo>
                  <a:lnTo>
                    <a:pt x="1090016" y="1400969"/>
                  </a:lnTo>
                  <a:lnTo>
                    <a:pt x="1090016" y="1400983"/>
                  </a:lnTo>
                  <a:lnTo>
                    <a:pt x="1090014" y="1400999"/>
                  </a:lnTo>
                  <a:lnTo>
                    <a:pt x="1090013" y="1401007"/>
                  </a:lnTo>
                  <a:lnTo>
                    <a:pt x="1090010" y="1401014"/>
                  </a:lnTo>
                  <a:lnTo>
                    <a:pt x="1090003" y="1401029"/>
                  </a:lnTo>
                  <a:lnTo>
                    <a:pt x="1090001" y="1401035"/>
                  </a:lnTo>
                  <a:lnTo>
                    <a:pt x="1089996" y="1401044"/>
                  </a:lnTo>
                  <a:lnTo>
                    <a:pt x="1089995" y="1401059"/>
                  </a:lnTo>
                  <a:lnTo>
                    <a:pt x="1089995" y="1401074"/>
                  </a:lnTo>
                  <a:lnTo>
                    <a:pt x="1089996" y="1401089"/>
                  </a:lnTo>
                  <a:lnTo>
                    <a:pt x="1089998" y="1401104"/>
                  </a:lnTo>
                  <a:lnTo>
                    <a:pt x="1089998" y="1401119"/>
                  </a:lnTo>
                  <a:lnTo>
                    <a:pt x="1090001" y="1401135"/>
                  </a:lnTo>
                  <a:lnTo>
                    <a:pt x="1090002" y="1401150"/>
                  </a:lnTo>
                  <a:lnTo>
                    <a:pt x="1090003" y="1401165"/>
                  </a:lnTo>
                  <a:lnTo>
                    <a:pt x="1090006" y="1401180"/>
                  </a:lnTo>
                  <a:lnTo>
                    <a:pt x="1090007" y="1401195"/>
                  </a:lnTo>
                  <a:lnTo>
                    <a:pt x="1090009" y="1401210"/>
                  </a:lnTo>
                  <a:lnTo>
                    <a:pt x="1090011" y="1401240"/>
                  </a:lnTo>
                  <a:lnTo>
                    <a:pt x="1090009" y="1401255"/>
                  </a:lnTo>
                  <a:lnTo>
                    <a:pt x="1090009" y="1401270"/>
                  </a:lnTo>
                  <a:lnTo>
                    <a:pt x="1090010" y="1401285"/>
                  </a:lnTo>
                  <a:lnTo>
                    <a:pt x="1090010" y="1401300"/>
                  </a:lnTo>
                  <a:lnTo>
                    <a:pt x="1090012" y="1401310"/>
                  </a:lnTo>
                  <a:lnTo>
                    <a:pt x="1090015" y="1401315"/>
                  </a:lnTo>
                  <a:lnTo>
                    <a:pt x="1090019" y="1401323"/>
                  </a:lnTo>
                  <a:lnTo>
                    <a:pt x="1090020" y="1401331"/>
                  </a:lnTo>
                  <a:lnTo>
                    <a:pt x="1090023" y="1401340"/>
                  </a:lnTo>
                  <a:lnTo>
                    <a:pt x="1090025" y="1401361"/>
                  </a:lnTo>
                  <a:lnTo>
                    <a:pt x="1090025" y="1401366"/>
                  </a:lnTo>
                  <a:lnTo>
                    <a:pt x="1090023" y="1401376"/>
                  </a:lnTo>
                  <a:lnTo>
                    <a:pt x="1090020" y="1401391"/>
                  </a:lnTo>
                  <a:lnTo>
                    <a:pt x="1090016" y="1401404"/>
                  </a:lnTo>
                  <a:lnTo>
                    <a:pt x="1090026" y="1401419"/>
                  </a:lnTo>
                  <a:lnTo>
                    <a:pt x="1090038" y="1401434"/>
                  </a:lnTo>
                  <a:lnTo>
                    <a:pt x="1090045" y="1401448"/>
                  </a:lnTo>
                  <a:lnTo>
                    <a:pt x="1090047" y="1401465"/>
                  </a:lnTo>
                  <a:lnTo>
                    <a:pt x="1090047" y="1401473"/>
                  </a:lnTo>
                  <a:lnTo>
                    <a:pt x="1090045" y="1401480"/>
                  </a:lnTo>
                  <a:lnTo>
                    <a:pt x="1090048" y="1401489"/>
                  </a:lnTo>
                  <a:lnTo>
                    <a:pt x="1090054" y="1401489"/>
                  </a:lnTo>
                  <a:lnTo>
                    <a:pt x="1090066" y="1401491"/>
                  </a:lnTo>
                  <a:lnTo>
                    <a:pt x="1090075" y="1401492"/>
                  </a:lnTo>
                  <a:lnTo>
                    <a:pt x="1090082" y="1401495"/>
                  </a:lnTo>
                  <a:lnTo>
                    <a:pt x="1090096" y="1401505"/>
                  </a:lnTo>
                  <a:lnTo>
                    <a:pt x="1090105" y="1401515"/>
                  </a:lnTo>
                  <a:lnTo>
                    <a:pt x="1090107" y="1401519"/>
                  </a:lnTo>
                  <a:lnTo>
                    <a:pt x="1090106" y="1401534"/>
                  </a:lnTo>
                  <a:lnTo>
                    <a:pt x="1090103" y="1401543"/>
                  </a:lnTo>
                  <a:lnTo>
                    <a:pt x="1090103" y="1401549"/>
                  </a:lnTo>
                  <a:lnTo>
                    <a:pt x="1090104" y="1401564"/>
                  </a:lnTo>
                  <a:lnTo>
                    <a:pt x="1090105" y="1401572"/>
                  </a:lnTo>
                  <a:lnTo>
                    <a:pt x="1090108" y="1401579"/>
                  </a:lnTo>
                  <a:lnTo>
                    <a:pt x="1090111" y="1401585"/>
                  </a:lnTo>
                  <a:lnTo>
                    <a:pt x="1090119" y="1401593"/>
                  </a:lnTo>
                  <a:lnTo>
                    <a:pt x="1090128" y="1401599"/>
                  </a:lnTo>
                  <a:lnTo>
                    <a:pt x="1090161" y="1401619"/>
                  </a:lnTo>
                  <a:lnTo>
                    <a:pt x="1090175" y="1401630"/>
                  </a:lnTo>
                  <a:lnTo>
                    <a:pt x="1090192" y="1401644"/>
                  </a:lnTo>
                  <a:lnTo>
                    <a:pt x="1090203" y="1401650"/>
                  </a:lnTo>
                  <a:lnTo>
                    <a:pt x="1090216" y="1401659"/>
                  </a:lnTo>
                  <a:lnTo>
                    <a:pt x="1090230" y="1401668"/>
                  </a:lnTo>
                  <a:lnTo>
                    <a:pt x="1090244" y="1401678"/>
                  </a:lnTo>
                  <a:lnTo>
                    <a:pt x="1090259" y="1401689"/>
                  </a:lnTo>
                  <a:lnTo>
                    <a:pt x="1090270" y="1401696"/>
                  </a:lnTo>
                  <a:lnTo>
                    <a:pt x="1090284" y="1401703"/>
                  </a:lnTo>
                  <a:lnTo>
                    <a:pt x="1090297" y="1401708"/>
                  </a:lnTo>
                  <a:lnTo>
                    <a:pt x="1090308" y="1401713"/>
                  </a:lnTo>
                  <a:lnTo>
                    <a:pt x="1090329" y="1401717"/>
                  </a:lnTo>
                  <a:lnTo>
                    <a:pt x="1090343" y="1401718"/>
                  </a:lnTo>
                  <a:lnTo>
                    <a:pt x="1090357" y="1401718"/>
                  </a:lnTo>
                  <a:lnTo>
                    <a:pt x="1090371" y="1401715"/>
                  </a:lnTo>
                  <a:lnTo>
                    <a:pt x="1090385" y="1401710"/>
                  </a:lnTo>
                  <a:lnTo>
                    <a:pt x="1090400" y="1401705"/>
                  </a:lnTo>
                  <a:lnTo>
                    <a:pt x="1090414" y="1401705"/>
                  </a:lnTo>
                  <a:lnTo>
                    <a:pt x="1090428" y="1401704"/>
                  </a:lnTo>
                  <a:lnTo>
                    <a:pt x="1090443" y="1401702"/>
                  </a:lnTo>
                  <a:lnTo>
                    <a:pt x="1090457" y="1401701"/>
                  </a:lnTo>
                  <a:lnTo>
                    <a:pt x="1090471" y="1401700"/>
                  </a:lnTo>
                  <a:lnTo>
                    <a:pt x="1090499" y="1401699"/>
                  </a:lnTo>
                  <a:lnTo>
                    <a:pt x="1090513" y="1401697"/>
                  </a:lnTo>
                  <a:lnTo>
                    <a:pt x="1090528" y="1401697"/>
                  </a:lnTo>
                  <a:lnTo>
                    <a:pt x="1090542" y="1401694"/>
                  </a:lnTo>
                  <a:lnTo>
                    <a:pt x="1090556" y="1401693"/>
                  </a:lnTo>
                  <a:lnTo>
                    <a:pt x="1090564" y="1401692"/>
                  </a:lnTo>
                  <a:lnTo>
                    <a:pt x="1090571" y="1401687"/>
                  </a:lnTo>
                  <a:lnTo>
                    <a:pt x="1090575" y="1401685"/>
                  </a:lnTo>
                  <a:lnTo>
                    <a:pt x="1090582" y="1401686"/>
                  </a:lnTo>
                  <a:lnTo>
                    <a:pt x="1090581" y="1401693"/>
                  </a:lnTo>
                  <a:lnTo>
                    <a:pt x="1090578" y="1401698"/>
                  </a:lnTo>
                  <a:lnTo>
                    <a:pt x="1090573" y="1401706"/>
                  </a:lnTo>
                  <a:lnTo>
                    <a:pt x="1090564" y="1401718"/>
                  </a:lnTo>
                  <a:lnTo>
                    <a:pt x="1090558" y="1401726"/>
                  </a:lnTo>
                  <a:lnTo>
                    <a:pt x="1090556" y="1401733"/>
                  </a:lnTo>
                  <a:lnTo>
                    <a:pt x="1090545" y="1401748"/>
                  </a:lnTo>
                  <a:lnTo>
                    <a:pt x="1090535" y="1401763"/>
                  </a:lnTo>
                  <a:lnTo>
                    <a:pt x="1090525" y="1401778"/>
                  </a:lnTo>
                  <a:lnTo>
                    <a:pt x="1090514" y="1401792"/>
                  </a:lnTo>
                  <a:lnTo>
                    <a:pt x="1090504" y="1401807"/>
                  </a:lnTo>
                  <a:lnTo>
                    <a:pt x="1090500" y="1401812"/>
                  </a:lnTo>
                  <a:lnTo>
                    <a:pt x="1090499" y="1401820"/>
                  </a:lnTo>
                  <a:lnTo>
                    <a:pt x="1090500" y="1401837"/>
                  </a:lnTo>
                  <a:lnTo>
                    <a:pt x="1090502" y="1401852"/>
                  </a:lnTo>
                  <a:lnTo>
                    <a:pt x="1090502" y="1401858"/>
                  </a:lnTo>
                  <a:lnTo>
                    <a:pt x="1090501" y="1401867"/>
                  </a:lnTo>
                  <a:lnTo>
                    <a:pt x="1090500" y="1401877"/>
                  </a:lnTo>
                  <a:lnTo>
                    <a:pt x="1090485" y="1401935"/>
                  </a:lnTo>
                  <a:lnTo>
                    <a:pt x="1090480" y="1401961"/>
                  </a:lnTo>
                  <a:lnTo>
                    <a:pt x="1090470" y="1401978"/>
                  </a:lnTo>
                  <a:lnTo>
                    <a:pt x="1090440" y="1402013"/>
                  </a:lnTo>
                  <a:lnTo>
                    <a:pt x="1090397" y="1402045"/>
                  </a:lnTo>
                  <a:lnTo>
                    <a:pt x="1090374" y="1402061"/>
                  </a:lnTo>
                  <a:lnTo>
                    <a:pt x="1090348" y="1402082"/>
                  </a:lnTo>
                  <a:lnTo>
                    <a:pt x="1090336" y="1402104"/>
                  </a:lnTo>
                  <a:lnTo>
                    <a:pt x="1090306" y="1402148"/>
                  </a:lnTo>
                  <a:lnTo>
                    <a:pt x="1090311" y="1402162"/>
                  </a:lnTo>
                  <a:lnTo>
                    <a:pt x="1090321" y="1402178"/>
                  </a:lnTo>
                  <a:lnTo>
                    <a:pt x="1090330" y="1402193"/>
                  </a:lnTo>
                  <a:lnTo>
                    <a:pt x="1090332" y="1402211"/>
                  </a:lnTo>
                  <a:lnTo>
                    <a:pt x="1090330" y="1402222"/>
                  </a:lnTo>
                  <a:lnTo>
                    <a:pt x="1090319" y="1402240"/>
                  </a:lnTo>
                  <a:lnTo>
                    <a:pt x="1090309" y="1402272"/>
                  </a:lnTo>
                  <a:lnTo>
                    <a:pt x="1090294" y="1402299"/>
                  </a:lnTo>
                  <a:lnTo>
                    <a:pt x="1090284" y="1402321"/>
                  </a:lnTo>
                  <a:lnTo>
                    <a:pt x="1090277" y="1402334"/>
                  </a:lnTo>
                  <a:lnTo>
                    <a:pt x="1090267" y="1402348"/>
                  </a:lnTo>
                  <a:lnTo>
                    <a:pt x="1090255" y="1402362"/>
                  </a:lnTo>
                  <a:lnTo>
                    <a:pt x="1090240" y="1402377"/>
                  </a:lnTo>
                  <a:lnTo>
                    <a:pt x="1090229" y="1402392"/>
                  </a:lnTo>
                  <a:lnTo>
                    <a:pt x="1090223" y="1402401"/>
                  </a:lnTo>
                  <a:lnTo>
                    <a:pt x="1090218" y="1402410"/>
                  </a:lnTo>
                  <a:lnTo>
                    <a:pt x="1090217" y="1402415"/>
                  </a:lnTo>
                  <a:lnTo>
                    <a:pt x="1090216" y="1402422"/>
                  </a:lnTo>
                  <a:lnTo>
                    <a:pt x="1090215" y="1402437"/>
                  </a:lnTo>
                  <a:lnTo>
                    <a:pt x="1090218" y="1402452"/>
                  </a:lnTo>
                  <a:lnTo>
                    <a:pt x="1090221" y="1402467"/>
                  </a:lnTo>
                  <a:lnTo>
                    <a:pt x="1090223" y="1402482"/>
                  </a:lnTo>
                  <a:lnTo>
                    <a:pt x="1090223" y="1402490"/>
                  </a:lnTo>
                  <a:lnTo>
                    <a:pt x="1090225" y="1402497"/>
                  </a:lnTo>
                  <a:lnTo>
                    <a:pt x="1090227" y="1402512"/>
                  </a:lnTo>
                  <a:lnTo>
                    <a:pt x="1090230" y="1402527"/>
                  </a:lnTo>
                  <a:lnTo>
                    <a:pt x="1090235" y="1402543"/>
                  </a:lnTo>
                  <a:lnTo>
                    <a:pt x="1090239" y="1402551"/>
                  </a:lnTo>
                  <a:lnTo>
                    <a:pt x="1090244" y="1402558"/>
                  </a:lnTo>
                  <a:lnTo>
                    <a:pt x="1090266" y="1402582"/>
                  </a:lnTo>
                  <a:lnTo>
                    <a:pt x="1090295" y="1402629"/>
                  </a:lnTo>
                  <a:lnTo>
                    <a:pt x="1090303" y="1402644"/>
                  </a:lnTo>
                  <a:lnTo>
                    <a:pt x="1090309" y="1402660"/>
                  </a:lnTo>
                  <a:lnTo>
                    <a:pt x="1090311" y="1402675"/>
                  </a:lnTo>
                  <a:lnTo>
                    <a:pt x="1090312" y="1402690"/>
                  </a:lnTo>
                  <a:lnTo>
                    <a:pt x="1090312" y="1402697"/>
                  </a:lnTo>
                  <a:lnTo>
                    <a:pt x="1090312" y="1402705"/>
                  </a:lnTo>
                  <a:lnTo>
                    <a:pt x="1090309" y="1402720"/>
                  </a:lnTo>
                  <a:lnTo>
                    <a:pt x="1090301" y="1402734"/>
                  </a:lnTo>
                  <a:lnTo>
                    <a:pt x="1090294" y="1402755"/>
                  </a:lnTo>
                  <a:lnTo>
                    <a:pt x="1090293" y="1402764"/>
                  </a:lnTo>
                  <a:lnTo>
                    <a:pt x="1090297" y="1402779"/>
                  </a:lnTo>
                  <a:lnTo>
                    <a:pt x="1090302" y="1402789"/>
                  </a:lnTo>
                  <a:lnTo>
                    <a:pt x="1090306" y="1402801"/>
                  </a:lnTo>
                  <a:lnTo>
                    <a:pt x="1090312" y="1402810"/>
                  </a:lnTo>
                  <a:lnTo>
                    <a:pt x="1090322" y="1402825"/>
                  </a:lnTo>
                  <a:lnTo>
                    <a:pt x="1090331" y="1402841"/>
                  </a:lnTo>
                  <a:lnTo>
                    <a:pt x="1090342" y="1402856"/>
                  </a:lnTo>
                  <a:lnTo>
                    <a:pt x="1090382" y="1402925"/>
                  </a:lnTo>
                  <a:lnTo>
                    <a:pt x="1090389" y="1402935"/>
                  </a:lnTo>
                  <a:lnTo>
                    <a:pt x="1090391" y="1402940"/>
                  </a:lnTo>
                  <a:lnTo>
                    <a:pt x="1090393" y="1402944"/>
                  </a:lnTo>
                  <a:lnTo>
                    <a:pt x="1090393" y="1402955"/>
                  </a:lnTo>
                  <a:lnTo>
                    <a:pt x="1090388" y="1402970"/>
                  </a:lnTo>
                  <a:lnTo>
                    <a:pt x="1090382" y="1402998"/>
                  </a:lnTo>
                  <a:lnTo>
                    <a:pt x="1090383" y="1403015"/>
                  </a:lnTo>
                  <a:lnTo>
                    <a:pt x="1090385" y="1403030"/>
                  </a:lnTo>
                  <a:lnTo>
                    <a:pt x="1090391" y="1403045"/>
                  </a:lnTo>
                  <a:lnTo>
                    <a:pt x="1090393" y="1403052"/>
                  </a:lnTo>
                  <a:lnTo>
                    <a:pt x="1090402" y="1403069"/>
                  </a:lnTo>
                  <a:lnTo>
                    <a:pt x="1090407" y="1403076"/>
                  </a:lnTo>
                  <a:lnTo>
                    <a:pt x="1090414" y="1403088"/>
                  </a:lnTo>
                  <a:lnTo>
                    <a:pt x="1090428" y="1403105"/>
                  </a:lnTo>
                  <a:lnTo>
                    <a:pt x="1090439" y="1403119"/>
                  </a:lnTo>
                  <a:lnTo>
                    <a:pt x="1090450" y="1403131"/>
                  </a:lnTo>
                  <a:lnTo>
                    <a:pt x="1090464" y="1403146"/>
                  </a:lnTo>
                  <a:lnTo>
                    <a:pt x="1090478" y="1403158"/>
                  </a:lnTo>
                  <a:lnTo>
                    <a:pt x="1090492" y="1403168"/>
                  </a:lnTo>
                  <a:lnTo>
                    <a:pt x="1090506" y="1403175"/>
                  </a:lnTo>
                  <a:lnTo>
                    <a:pt x="1090514" y="1403179"/>
                  </a:lnTo>
                  <a:lnTo>
                    <a:pt x="1090527" y="1403183"/>
                  </a:lnTo>
                  <a:lnTo>
                    <a:pt x="1090534" y="1403185"/>
                  </a:lnTo>
                  <a:lnTo>
                    <a:pt x="1090557" y="1403189"/>
                  </a:lnTo>
                  <a:lnTo>
                    <a:pt x="1090577" y="1403190"/>
                  </a:lnTo>
                  <a:lnTo>
                    <a:pt x="1090591" y="1403191"/>
                  </a:lnTo>
                  <a:lnTo>
                    <a:pt x="1090605" y="1403190"/>
                  </a:lnTo>
                  <a:lnTo>
                    <a:pt x="1090619" y="1403189"/>
                  </a:lnTo>
                  <a:lnTo>
                    <a:pt x="1090688" y="1403186"/>
                  </a:lnTo>
                  <a:lnTo>
                    <a:pt x="1090717" y="1403191"/>
                  </a:lnTo>
                  <a:lnTo>
                    <a:pt x="1090748" y="1403199"/>
                  </a:lnTo>
                  <a:lnTo>
                    <a:pt x="1090759" y="1403203"/>
                  </a:lnTo>
                  <a:lnTo>
                    <a:pt x="1090790" y="1403216"/>
                  </a:lnTo>
                  <a:lnTo>
                    <a:pt x="1090803" y="1403225"/>
                  </a:lnTo>
                  <a:lnTo>
                    <a:pt x="1090815" y="1403234"/>
                  </a:lnTo>
                  <a:lnTo>
                    <a:pt x="1090820" y="1403239"/>
                  </a:lnTo>
                  <a:lnTo>
                    <a:pt x="1090832" y="1403254"/>
                  </a:lnTo>
                  <a:lnTo>
                    <a:pt x="1090843" y="1403269"/>
                  </a:lnTo>
                  <a:lnTo>
                    <a:pt x="1090850" y="1403281"/>
                  </a:lnTo>
                  <a:lnTo>
                    <a:pt x="1090865" y="1403296"/>
                  </a:lnTo>
                  <a:lnTo>
                    <a:pt x="1090875" y="1403311"/>
                  </a:lnTo>
                  <a:lnTo>
                    <a:pt x="1090881" y="1403320"/>
                  </a:lnTo>
                  <a:lnTo>
                    <a:pt x="1090883" y="1403326"/>
                  </a:lnTo>
                  <a:lnTo>
                    <a:pt x="1090886" y="1403341"/>
                  </a:lnTo>
                  <a:lnTo>
                    <a:pt x="1090886" y="1403356"/>
                  </a:lnTo>
                  <a:lnTo>
                    <a:pt x="1090887" y="1403371"/>
                  </a:lnTo>
                  <a:lnTo>
                    <a:pt x="1090890" y="1403374"/>
                  </a:lnTo>
                  <a:lnTo>
                    <a:pt x="1090906" y="1403374"/>
                  </a:lnTo>
                  <a:lnTo>
                    <a:pt x="1090915" y="1403378"/>
                  </a:lnTo>
                  <a:lnTo>
                    <a:pt x="1090929" y="1403386"/>
                  </a:lnTo>
                  <a:lnTo>
                    <a:pt x="1090940" y="1403400"/>
                  </a:lnTo>
                  <a:lnTo>
                    <a:pt x="1090950" y="1403414"/>
                  </a:lnTo>
                  <a:lnTo>
                    <a:pt x="1090959" y="1403430"/>
                  </a:lnTo>
                  <a:lnTo>
                    <a:pt x="1090977" y="1403460"/>
                  </a:lnTo>
                  <a:lnTo>
                    <a:pt x="1090982" y="1403472"/>
                  </a:lnTo>
                  <a:lnTo>
                    <a:pt x="1090991" y="1403491"/>
                  </a:lnTo>
                  <a:lnTo>
                    <a:pt x="1090997" y="1403501"/>
                  </a:lnTo>
                  <a:lnTo>
                    <a:pt x="1091002" y="1403506"/>
                  </a:lnTo>
                  <a:lnTo>
                    <a:pt x="1091011" y="1403514"/>
                  </a:lnTo>
                  <a:lnTo>
                    <a:pt x="1091029" y="1403528"/>
                  </a:lnTo>
                  <a:lnTo>
                    <a:pt x="1091043" y="1403542"/>
                  </a:lnTo>
                  <a:lnTo>
                    <a:pt x="1091055" y="1403557"/>
                  </a:lnTo>
                  <a:lnTo>
                    <a:pt x="1091069" y="1403568"/>
                  </a:lnTo>
                  <a:lnTo>
                    <a:pt x="1091077" y="1403577"/>
                  </a:lnTo>
                  <a:lnTo>
                    <a:pt x="1091078" y="1403582"/>
                  </a:lnTo>
                  <a:lnTo>
                    <a:pt x="1091080" y="1403597"/>
                  </a:lnTo>
                  <a:lnTo>
                    <a:pt x="1091082" y="1403613"/>
                  </a:lnTo>
                  <a:lnTo>
                    <a:pt x="1091084" y="1403625"/>
                  </a:lnTo>
                  <a:lnTo>
                    <a:pt x="1091087" y="1403632"/>
                  </a:lnTo>
                  <a:lnTo>
                    <a:pt x="1091092" y="1403641"/>
                  </a:lnTo>
                  <a:lnTo>
                    <a:pt x="1091107" y="1403654"/>
                  </a:lnTo>
                  <a:lnTo>
                    <a:pt x="1091119" y="1403665"/>
                  </a:lnTo>
                  <a:lnTo>
                    <a:pt x="1091130" y="1403672"/>
                  </a:lnTo>
                  <a:lnTo>
                    <a:pt x="1091156" y="1403689"/>
                  </a:lnTo>
                  <a:lnTo>
                    <a:pt x="1091148" y="1403696"/>
                  </a:lnTo>
                  <a:lnTo>
                    <a:pt x="1091138" y="1403698"/>
                  </a:lnTo>
                  <a:lnTo>
                    <a:pt x="1091133" y="1403701"/>
                  </a:lnTo>
                  <a:lnTo>
                    <a:pt x="1091120" y="1403713"/>
                  </a:lnTo>
                  <a:lnTo>
                    <a:pt x="1091113" y="1403719"/>
                  </a:lnTo>
                  <a:lnTo>
                    <a:pt x="1091053" y="1403800"/>
                  </a:lnTo>
                  <a:lnTo>
                    <a:pt x="1091046" y="1403815"/>
                  </a:lnTo>
                  <a:lnTo>
                    <a:pt x="1091039" y="1403831"/>
                  </a:lnTo>
                  <a:lnTo>
                    <a:pt x="1091028" y="1403845"/>
                  </a:lnTo>
                  <a:lnTo>
                    <a:pt x="1091016" y="1403856"/>
                  </a:lnTo>
                  <a:lnTo>
                    <a:pt x="1091001" y="1403861"/>
                  </a:lnTo>
                  <a:lnTo>
                    <a:pt x="1090986" y="1403867"/>
                  </a:lnTo>
                  <a:lnTo>
                    <a:pt x="1090972" y="1403871"/>
                  </a:lnTo>
                  <a:lnTo>
                    <a:pt x="1090958" y="1403873"/>
                  </a:lnTo>
                  <a:lnTo>
                    <a:pt x="1090944" y="1403876"/>
                  </a:lnTo>
                  <a:lnTo>
                    <a:pt x="1090929" y="1403878"/>
                  </a:lnTo>
                  <a:lnTo>
                    <a:pt x="1090901" y="1403883"/>
                  </a:lnTo>
                  <a:lnTo>
                    <a:pt x="1090887" y="1403887"/>
                  </a:lnTo>
                  <a:lnTo>
                    <a:pt x="1090872" y="1403889"/>
                  </a:lnTo>
                  <a:lnTo>
                    <a:pt x="1090864" y="1403891"/>
                  </a:lnTo>
                  <a:lnTo>
                    <a:pt x="1090844" y="1403892"/>
                  </a:lnTo>
                  <a:lnTo>
                    <a:pt x="1090830" y="1403893"/>
                  </a:lnTo>
                  <a:lnTo>
                    <a:pt x="1090816" y="1403895"/>
                  </a:lnTo>
                  <a:lnTo>
                    <a:pt x="1090802" y="1403895"/>
                  </a:lnTo>
                  <a:lnTo>
                    <a:pt x="1090787" y="1403899"/>
                  </a:lnTo>
                  <a:lnTo>
                    <a:pt x="1090779" y="1403902"/>
                  </a:lnTo>
                  <a:lnTo>
                    <a:pt x="1090773" y="1403902"/>
                  </a:lnTo>
                  <a:lnTo>
                    <a:pt x="1090759" y="1403899"/>
                  </a:lnTo>
                  <a:lnTo>
                    <a:pt x="1090745" y="1403894"/>
                  </a:lnTo>
                  <a:lnTo>
                    <a:pt x="1090731" y="1403888"/>
                  </a:lnTo>
                  <a:lnTo>
                    <a:pt x="1090717" y="1403884"/>
                  </a:lnTo>
                  <a:lnTo>
                    <a:pt x="1090702" y="1403880"/>
                  </a:lnTo>
                  <a:lnTo>
                    <a:pt x="1090688" y="1403877"/>
                  </a:lnTo>
                  <a:lnTo>
                    <a:pt x="1090682" y="1403877"/>
                  </a:lnTo>
                  <a:lnTo>
                    <a:pt x="1090675" y="1403880"/>
                  </a:lnTo>
                  <a:lnTo>
                    <a:pt x="1090674" y="1403887"/>
                  </a:lnTo>
                  <a:lnTo>
                    <a:pt x="1090692" y="1403915"/>
                  </a:lnTo>
                  <a:lnTo>
                    <a:pt x="1090696" y="1403940"/>
                  </a:lnTo>
                  <a:lnTo>
                    <a:pt x="1090696" y="1403967"/>
                  </a:lnTo>
                  <a:lnTo>
                    <a:pt x="1090692" y="1404036"/>
                  </a:lnTo>
                  <a:lnTo>
                    <a:pt x="1090687" y="1404051"/>
                  </a:lnTo>
                  <a:lnTo>
                    <a:pt x="1090667" y="1404072"/>
                  </a:lnTo>
                  <a:lnTo>
                    <a:pt x="1090649" y="1404089"/>
                  </a:lnTo>
                  <a:lnTo>
                    <a:pt x="1090632" y="1404115"/>
                  </a:lnTo>
                  <a:lnTo>
                    <a:pt x="1090626" y="1404140"/>
                  </a:lnTo>
                  <a:lnTo>
                    <a:pt x="1090618" y="1404159"/>
                  </a:lnTo>
                  <a:lnTo>
                    <a:pt x="1090596" y="1404173"/>
                  </a:lnTo>
                  <a:lnTo>
                    <a:pt x="1090570" y="1404190"/>
                  </a:lnTo>
                  <a:lnTo>
                    <a:pt x="1090548" y="1404210"/>
                  </a:lnTo>
                  <a:lnTo>
                    <a:pt x="1090538" y="1404225"/>
                  </a:lnTo>
                  <a:lnTo>
                    <a:pt x="1090533" y="1404232"/>
                  </a:lnTo>
                  <a:lnTo>
                    <a:pt x="1090528" y="1404240"/>
                  </a:lnTo>
                  <a:lnTo>
                    <a:pt x="1090523" y="1404249"/>
                  </a:lnTo>
                  <a:lnTo>
                    <a:pt x="1090518" y="1404262"/>
                  </a:lnTo>
                  <a:lnTo>
                    <a:pt x="1090516" y="1404269"/>
                  </a:lnTo>
                  <a:lnTo>
                    <a:pt x="1090515" y="1404279"/>
                  </a:lnTo>
                  <a:lnTo>
                    <a:pt x="1090516" y="1404284"/>
                  </a:lnTo>
                  <a:lnTo>
                    <a:pt x="1090519" y="1404301"/>
                  </a:lnTo>
                  <a:lnTo>
                    <a:pt x="1090520" y="1404316"/>
                  </a:lnTo>
                  <a:lnTo>
                    <a:pt x="1090522" y="1404323"/>
                  </a:lnTo>
                  <a:lnTo>
                    <a:pt x="1090522" y="1404346"/>
                  </a:lnTo>
                  <a:lnTo>
                    <a:pt x="1090521" y="1404361"/>
                  </a:lnTo>
                  <a:lnTo>
                    <a:pt x="1090521" y="1404371"/>
                  </a:lnTo>
                  <a:lnTo>
                    <a:pt x="1090514" y="1404391"/>
                  </a:lnTo>
                  <a:lnTo>
                    <a:pt x="1090510" y="1404406"/>
                  </a:lnTo>
                  <a:lnTo>
                    <a:pt x="1090503" y="1404421"/>
                  </a:lnTo>
                  <a:lnTo>
                    <a:pt x="1090478" y="1404448"/>
                  </a:lnTo>
                  <a:lnTo>
                    <a:pt x="1090473" y="1404455"/>
                  </a:lnTo>
                  <a:lnTo>
                    <a:pt x="1090456" y="1404459"/>
                  </a:lnTo>
                  <a:lnTo>
                    <a:pt x="1090440" y="1404462"/>
                  </a:lnTo>
                  <a:lnTo>
                    <a:pt x="1090432" y="1404471"/>
                  </a:lnTo>
                  <a:lnTo>
                    <a:pt x="1090425" y="1404481"/>
                  </a:lnTo>
                  <a:lnTo>
                    <a:pt x="1090419" y="1404496"/>
                  </a:lnTo>
                  <a:lnTo>
                    <a:pt x="1090416" y="1404507"/>
                  </a:lnTo>
                  <a:lnTo>
                    <a:pt x="1090413" y="1404510"/>
                  </a:lnTo>
                  <a:lnTo>
                    <a:pt x="1090407" y="1404515"/>
                  </a:lnTo>
                  <a:lnTo>
                    <a:pt x="1090399" y="1404518"/>
                  </a:lnTo>
                  <a:lnTo>
                    <a:pt x="1090385" y="1404523"/>
                  </a:lnTo>
                  <a:lnTo>
                    <a:pt x="1090377" y="1404524"/>
                  </a:lnTo>
                  <a:lnTo>
                    <a:pt x="1090371" y="1404527"/>
                  </a:lnTo>
                  <a:lnTo>
                    <a:pt x="1090356" y="1404529"/>
                  </a:lnTo>
                  <a:lnTo>
                    <a:pt x="1090342" y="1404531"/>
                  </a:lnTo>
                  <a:lnTo>
                    <a:pt x="1090328" y="1404533"/>
                  </a:lnTo>
                  <a:lnTo>
                    <a:pt x="1090314" y="1404537"/>
                  </a:lnTo>
                  <a:lnTo>
                    <a:pt x="1090294" y="1404541"/>
                  </a:lnTo>
                  <a:lnTo>
                    <a:pt x="1090285" y="1404543"/>
                  </a:lnTo>
                  <a:lnTo>
                    <a:pt x="1090277" y="1404544"/>
                  </a:lnTo>
                  <a:lnTo>
                    <a:pt x="1090259" y="1404546"/>
                  </a:lnTo>
                  <a:lnTo>
                    <a:pt x="1090247" y="1404552"/>
                  </a:lnTo>
                  <a:lnTo>
                    <a:pt x="1090233" y="1404559"/>
                  </a:lnTo>
                  <a:lnTo>
                    <a:pt x="1090219" y="1404565"/>
                  </a:lnTo>
                  <a:lnTo>
                    <a:pt x="1090190" y="1404573"/>
                  </a:lnTo>
                  <a:lnTo>
                    <a:pt x="1090183" y="1404575"/>
                  </a:lnTo>
                  <a:lnTo>
                    <a:pt x="1090170" y="1404583"/>
                  </a:lnTo>
                  <a:lnTo>
                    <a:pt x="1090171" y="1404591"/>
                  </a:lnTo>
                  <a:lnTo>
                    <a:pt x="1090174" y="1404606"/>
                  </a:lnTo>
                  <a:lnTo>
                    <a:pt x="1090170" y="1404621"/>
                  </a:lnTo>
                  <a:lnTo>
                    <a:pt x="1090168" y="1404628"/>
                  </a:lnTo>
                  <a:lnTo>
                    <a:pt x="1090161" y="1404635"/>
                  </a:lnTo>
                  <a:lnTo>
                    <a:pt x="1090147" y="1404649"/>
                  </a:lnTo>
                  <a:lnTo>
                    <a:pt x="1090138" y="1404664"/>
                  </a:lnTo>
                  <a:lnTo>
                    <a:pt x="1090133" y="1404673"/>
                  </a:lnTo>
                  <a:lnTo>
                    <a:pt x="1090132" y="1404679"/>
                  </a:lnTo>
                  <a:lnTo>
                    <a:pt x="1090130" y="1404694"/>
                  </a:lnTo>
                  <a:lnTo>
                    <a:pt x="1090125" y="1404709"/>
                  </a:lnTo>
                  <a:lnTo>
                    <a:pt x="1090123" y="1404718"/>
                  </a:lnTo>
                  <a:lnTo>
                    <a:pt x="1090119" y="1404724"/>
                  </a:lnTo>
                  <a:lnTo>
                    <a:pt x="1090113" y="1404736"/>
                  </a:lnTo>
                  <a:lnTo>
                    <a:pt x="1090105" y="1404746"/>
                  </a:lnTo>
                  <a:lnTo>
                    <a:pt x="1090097" y="1404753"/>
                  </a:lnTo>
                  <a:lnTo>
                    <a:pt x="1090083" y="1404764"/>
                  </a:lnTo>
                  <a:lnTo>
                    <a:pt x="1090066" y="1404774"/>
                  </a:lnTo>
                  <a:lnTo>
                    <a:pt x="1090054" y="1404781"/>
                  </a:lnTo>
                  <a:lnTo>
                    <a:pt x="1090048" y="1404785"/>
                  </a:lnTo>
                  <a:lnTo>
                    <a:pt x="1090042" y="1404793"/>
                  </a:lnTo>
                  <a:lnTo>
                    <a:pt x="1090039" y="1404810"/>
                  </a:lnTo>
                  <a:lnTo>
                    <a:pt x="1090039" y="1404815"/>
                  </a:lnTo>
                  <a:lnTo>
                    <a:pt x="1090025" y="1404831"/>
                  </a:lnTo>
                  <a:lnTo>
                    <a:pt x="1090008" y="1404847"/>
                  </a:lnTo>
                  <a:lnTo>
                    <a:pt x="1089980" y="1404863"/>
                  </a:lnTo>
                  <a:lnTo>
                    <a:pt x="1089966" y="1404868"/>
                  </a:lnTo>
                  <a:lnTo>
                    <a:pt x="1089953" y="1404875"/>
                  </a:lnTo>
                  <a:lnTo>
                    <a:pt x="1089937" y="1404877"/>
                  </a:lnTo>
                  <a:lnTo>
                    <a:pt x="1089923" y="1404873"/>
                  </a:lnTo>
                  <a:lnTo>
                    <a:pt x="1089909" y="1404870"/>
                  </a:lnTo>
                  <a:lnTo>
                    <a:pt x="1089895" y="1404867"/>
                  </a:lnTo>
                  <a:lnTo>
                    <a:pt x="1089881" y="1404864"/>
                  </a:lnTo>
                  <a:lnTo>
                    <a:pt x="1089867" y="1404857"/>
                  </a:lnTo>
                  <a:lnTo>
                    <a:pt x="1089853" y="1404851"/>
                  </a:lnTo>
                  <a:lnTo>
                    <a:pt x="1089843" y="1404851"/>
                  </a:lnTo>
                  <a:lnTo>
                    <a:pt x="1089838" y="1404854"/>
                  </a:lnTo>
                  <a:lnTo>
                    <a:pt x="1089824" y="1404861"/>
                  </a:lnTo>
                  <a:lnTo>
                    <a:pt x="1089816" y="1404867"/>
                  </a:lnTo>
                  <a:lnTo>
                    <a:pt x="1089809" y="1404874"/>
                  </a:lnTo>
                  <a:lnTo>
                    <a:pt x="1089804" y="1404883"/>
                  </a:lnTo>
                  <a:lnTo>
                    <a:pt x="1089803" y="1404888"/>
                  </a:lnTo>
                  <a:lnTo>
                    <a:pt x="1089800" y="1404895"/>
                  </a:lnTo>
                  <a:lnTo>
                    <a:pt x="1089799" y="1404903"/>
                  </a:lnTo>
                  <a:lnTo>
                    <a:pt x="1089794" y="1404922"/>
                  </a:lnTo>
                  <a:lnTo>
                    <a:pt x="1089790" y="1404933"/>
                  </a:lnTo>
                  <a:lnTo>
                    <a:pt x="1089782" y="1404948"/>
                  </a:lnTo>
                  <a:lnTo>
                    <a:pt x="1089774" y="1404963"/>
                  </a:lnTo>
                  <a:lnTo>
                    <a:pt x="1089765" y="1404977"/>
                  </a:lnTo>
                  <a:lnTo>
                    <a:pt x="1089761" y="1404985"/>
                  </a:lnTo>
                  <a:lnTo>
                    <a:pt x="1089754" y="1404992"/>
                  </a:lnTo>
                  <a:lnTo>
                    <a:pt x="1089740" y="1404997"/>
                  </a:lnTo>
                  <a:lnTo>
                    <a:pt x="1089725" y="1405004"/>
                  </a:lnTo>
                  <a:lnTo>
                    <a:pt x="1089711" y="1405014"/>
                  </a:lnTo>
                  <a:lnTo>
                    <a:pt x="1089697" y="1405027"/>
                  </a:lnTo>
                  <a:lnTo>
                    <a:pt x="1089690" y="1405037"/>
                  </a:lnTo>
                  <a:lnTo>
                    <a:pt x="1089685" y="1405041"/>
                  </a:lnTo>
                  <a:lnTo>
                    <a:pt x="1089669" y="1405043"/>
                  </a:lnTo>
                  <a:lnTo>
                    <a:pt x="1089657" y="1405047"/>
                  </a:lnTo>
                  <a:lnTo>
                    <a:pt x="1089642" y="1405053"/>
                  </a:lnTo>
                  <a:lnTo>
                    <a:pt x="1089628" y="1405061"/>
                  </a:lnTo>
                  <a:lnTo>
                    <a:pt x="1089614" y="1405071"/>
                  </a:lnTo>
                  <a:lnTo>
                    <a:pt x="1089600" y="1405082"/>
                  </a:lnTo>
                  <a:lnTo>
                    <a:pt x="1089586" y="1405093"/>
                  </a:lnTo>
                  <a:lnTo>
                    <a:pt x="1089572" y="1405104"/>
                  </a:lnTo>
                  <a:lnTo>
                    <a:pt x="1089557" y="1405112"/>
                  </a:lnTo>
                  <a:lnTo>
                    <a:pt x="1089543" y="1405122"/>
                  </a:lnTo>
                  <a:lnTo>
                    <a:pt x="1089530" y="1405133"/>
                  </a:lnTo>
                  <a:lnTo>
                    <a:pt x="1089515" y="1405145"/>
                  </a:lnTo>
                  <a:lnTo>
                    <a:pt x="1089503" y="1405157"/>
                  </a:lnTo>
                  <a:lnTo>
                    <a:pt x="1089490" y="1405172"/>
                  </a:lnTo>
                  <a:lnTo>
                    <a:pt x="1089487" y="1405178"/>
                  </a:lnTo>
                  <a:lnTo>
                    <a:pt x="1089464" y="1405212"/>
                  </a:lnTo>
                  <a:lnTo>
                    <a:pt x="1089459" y="1405225"/>
                  </a:lnTo>
                  <a:lnTo>
                    <a:pt x="1089461" y="1405234"/>
                  </a:lnTo>
                  <a:lnTo>
                    <a:pt x="1089476" y="1405238"/>
                  </a:lnTo>
                  <a:lnTo>
                    <a:pt x="1089494" y="1405242"/>
                  </a:lnTo>
                  <a:lnTo>
                    <a:pt x="1089504" y="1405245"/>
                  </a:lnTo>
                  <a:lnTo>
                    <a:pt x="1089555" y="1405266"/>
                  </a:lnTo>
                  <a:lnTo>
                    <a:pt x="1089599" y="1405255"/>
                  </a:lnTo>
                  <a:lnTo>
                    <a:pt x="1089606" y="1405257"/>
                  </a:lnTo>
                  <a:lnTo>
                    <a:pt x="1089613" y="1405262"/>
                  </a:lnTo>
                  <a:lnTo>
                    <a:pt x="1089624" y="1405274"/>
                  </a:lnTo>
                  <a:lnTo>
                    <a:pt x="1089630" y="1405285"/>
                  </a:lnTo>
                  <a:lnTo>
                    <a:pt x="1089637" y="1405301"/>
                  </a:lnTo>
                  <a:lnTo>
                    <a:pt x="1089675" y="1405355"/>
                  </a:lnTo>
                  <a:lnTo>
                    <a:pt x="1089689" y="1405379"/>
                  </a:lnTo>
                  <a:lnTo>
                    <a:pt x="1089694" y="1405405"/>
                  </a:lnTo>
                  <a:lnTo>
                    <a:pt x="1089695" y="1405424"/>
                  </a:lnTo>
                  <a:lnTo>
                    <a:pt x="1089691" y="1405436"/>
                  </a:lnTo>
                  <a:lnTo>
                    <a:pt x="1089691" y="1405445"/>
                  </a:lnTo>
                  <a:lnTo>
                    <a:pt x="1089723" y="1405482"/>
                  </a:lnTo>
                  <a:lnTo>
                    <a:pt x="1089727" y="1405489"/>
                  </a:lnTo>
                  <a:lnTo>
                    <a:pt x="1089728" y="1405496"/>
                  </a:lnTo>
                  <a:lnTo>
                    <a:pt x="1089730" y="1405502"/>
                  </a:lnTo>
                  <a:lnTo>
                    <a:pt x="1089735" y="1405511"/>
                  </a:lnTo>
                  <a:lnTo>
                    <a:pt x="1089740" y="1405517"/>
                  </a:lnTo>
                  <a:lnTo>
                    <a:pt x="1089756" y="1405527"/>
                  </a:lnTo>
                  <a:lnTo>
                    <a:pt x="1089767" y="1405539"/>
                  </a:lnTo>
                  <a:lnTo>
                    <a:pt x="1089776" y="1405561"/>
                  </a:lnTo>
                  <a:lnTo>
                    <a:pt x="1089776" y="1405569"/>
                  </a:lnTo>
                  <a:lnTo>
                    <a:pt x="1089779" y="1405584"/>
                  </a:lnTo>
                  <a:lnTo>
                    <a:pt x="1089783" y="1405599"/>
                  </a:lnTo>
                  <a:lnTo>
                    <a:pt x="1089787" y="1405614"/>
                  </a:lnTo>
                  <a:lnTo>
                    <a:pt x="1089788" y="1405629"/>
                  </a:lnTo>
                  <a:lnTo>
                    <a:pt x="1089787" y="1405651"/>
                  </a:lnTo>
                  <a:lnTo>
                    <a:pt x="1089795" y="1405684"/>
                  </a:lnTo>
                  <a:lnTo>
                    <a:pt x="1089798" y="1405693"/>
                  </a:lnTo>
                  <a:lnTo>
                    <a:pt x="1089808" y="1405708"/>
                  </a:lnTo>
                  <a:lnTo>
                    <a:pt x="1089820" y="1405722"/>
                  </a:lnTo>
                  <a:lnTo>
                    <a:pt x="1089827" y="1405730"/>
                  </a:lnTo>
                  <a:lnTo>
                    <a:pt x="1089831" y="1405738"/>
                  </a:lnTo>
                  <a:lnTo>
                    <a:pt x="1089833" y="1405743"/>
                  </a:lnTo>
                  <a:lnTo>
                    <a:pt x="1089832" y="1405753"/>
                  </a:lnTo>
                  <a:lnTo>
                    <a:pt x="1089829" y="1405768"/>
                  </a:lnTo>
                  <a:lnTo>
                    <a:pt x="1089825" y="1405798"/>
                  </a:lnTo>
                  <a:lnTo>
                    <a:pt x="1089824" y="1405813"/>
                  </a:lnTo>
                  <a:lnTo>
                    <a:pt x="1089825" y="1405828"/>
                  </a:lnTo>
                  <a:lnTo>
                    <a:pt x="1089830" y="1405837"/>
                  </a:lnTo>
                  <a:lnTo>
                    <a:pt x="1089834" y="1405842"/>
                  </a:lnTo>
                  <a:lnTo>
                    <a:pt x="1089859" y="1405869"/>
                  </a:lnTo>
                  <a:lnTo>
                    <a:pt x="1089863" y="1405876"/>
                  </a:lnTo>
                  <a:lnTo>
                    <a:pt x="1089869" y="1405884"/>
                  </a:lnTo>
                  <a:lnTo>
                    <a:pt x="1089875" y="1405899"/>
                  </a:lnTo>
                  <a:lnTo>
                    <a:pt x="1089886" y="1405915"/>
                  </a:lnTo>
                  <a:lnTo>
                    <a:pt x="1089896" y="1405930"/>
                  </a:lnTo>
                  <a:lnTo>
                    <a:pt x="1089924" y="1405961"/>
                  </a:lnTo>
                  <a:lnTo>
                    <a:pt x="1089926" y="1405965"/>
                  </a:lnTo>
                  <a:lnTo>
                    <a:pt x="1089926" y="1405971"/>
                  </a:lnTo>
                  <a:lnTo>
                    <a:pt x="1089923" y="1405980"/>
                  </a:lnTo>
                  <a:lnTo>
                    <a:pt x="1089922" y="1405988"/>
                  </a:lnTo>
                  <a:lnTo>
                    <a:pt x="1089918" y="1405995"/>
                  </a:lnTo>
                  <a:lnTo>
                    <a:pt x="1089913" y="1406004"/>
                  </a:lnTo>
                  <a:lnTo>
                    <a:pt x="1089911" y="1406018"/>
                  </a:lnTo>
                  <a:lnTo>
                    <a:pt x="1089909" y="1406027"/>
                  </a:lnTo>
                  <a:lnTo>
                    <a:pt x="1089897" y="1406040"/>
                  </a:lnTo>
                  <a:lnTo>
                    <a:pt x="1089884" y="1406053"/>
                  </a:lnTo>
                  <a:lnTo>
                    <a:pt x="1089871" y="1406064"/>
                  </a:lnTo>
                  <a:lnTo>
                    <a:pt x="1089864" y="1406067"/>
                  </a:lnTo>
                  <a:lnTo>
                    <a:pt x="1089855" y="1406077"/>
                  </a:lnTo>
                  <a:lnTo>
                    <a:pt x="1089848" y="1406080"/>
                  </a:lnTo>
                  <a:lnTo>
                    <a:pt x="1089842" y="1406080"/>
                  </a:lnTo>
                  <a:lnTo>
                    <a:pt x="1089828" y="1406082"/>
                  </a:lnTo>
                  <a:lnTo>
                    <a:pt x="1089820" y="1406082"/>
                  </a:lnTo>
                  <a:lnTo>
                    <a:pt x="1089815" y="1406084"/>
                  </a:lnTo>
                  <a:lnTo>
                    <a:pt x="1089810" y="1406101"/>
                  </a:lnTo>
                  <a:lnTo>
                    <a:pt x="1089810" y="1406108"/>
                  </a:lnTo>
                  <a:lnTo>
                    <a:pt x="1089805" y="1406115"/>
                  </a:lnTo>
                  <a:lnTo>
                    <a:pt x="1089790" y="1406121"/>
                  </a:lnTo>
                  <a:lnTo>
                    <a:pt x="1089776" y="1406127"/>
                  </a:lnTo>
                  <a:lnTo>
                    <a:pt x="1089771" y="1406129"/>
                  </a:lnTo>
                  <a:lnTo>
                    <a:pt x="1089766" y="1406132"/>
                  </a:lnTo>
                  <a:lnTo>
                    <a:pt x="1089763" y="1406137"/>
                  </a:lnTo>
                  <a:lnTo>
                    <a:pt x="1089754" y="1406149"/>
                  </a:lnTo>
                  <a:lnTo>
                    <a:pt x="1089738" y="1406163"/>
                  </a:lnTo>
                  <a:lnTo>
                    <a:pt x="1089724" y="1406174"/>
                  </a:lnTo>
                  <a:lnTo>
                    <a:pt x="1089709" y="1406188"/>
                  </a:lnTo>
                  <a:lnTo>
                    <a:pt x="1089704" y="1406202"/>
                  </a:lnTo>
                  <a:lnTo>
                    <a:pt x="1089703" y="1406217"/>
                  </a:lnTo>
                  <a:lnTo>
                    <a:pt x="1089702" y="1406232"/>
                  </a:lnTo>
                  <a:lnTo>
                    <a:pt x="1089700" y="1406247"/>
                  </a:lnTo>
                  <a:lnTo>
                    <a:pt x="1089700" y="1406262"/>
                  </a:lnTo>
                  <a:lnTo>
                    <a:pt x="1089698" y="1406277"/>
                  </a:lnTo>
                  <a:lnTo>
                    <a:pt x="1089700" y="1406281"/>
                  </a:lnTo>
                  <a:lnTo>
                    <a:pt x="1089710" y="1406290"/>
                  </a:lnTo>
                  <a:lnTo>
                    <a:pt x="1089724" y="1406299"/>
                  </a:lnTo>
                  <a:lnTo>
                    <a:pt x="1089738" y="1406306"/>
                  </a:lnTo>
                  <a:lnTo>
                    <a:pt x="1089754" y="1406316"/>
                  </a:lnTo>
                  <a:lnTo>
                    <a:pt x="1089769" y="1406323"/>
                  </a:lnTo>
                  <a:lnTo>
                    <a:pt x="1089783" y="1406325"/>
                  </a:lnTo>
                  <a:lnTo>
                    <a:pt x="1089794" y="1406324"/>
                  </a:lnTo>
                  <a:lnTo>
                    <a:pt x="1089809" y="1406323"/>
                  </a:lnTo>
                  <a:lnTo>
                    <a:pt x="1089823" y="1406318"/>
                  </a:lnTo>
                  <a:lnTo>
                    <a:pt x="1089837" y="1406312"/>
                  </a:lnTo>
                  <a:lnTo>
                    <a:pt x="1089851" y="1406312"/>
                  </a:lnTo>
                  <a:lnTo>
                    <a:pt x="1089865" y="1406314"/>
                  </a:lnTo>
                  <a:lnTo>
                    <a:pt x="1089879" y="1406320"/>
                  </a:lnTo>
                  <a:lnTo>
                    <a:pt x="1089885" y="1406325"/>
                  </a:lnTo>
                  <a:lnTo>
                    <a:pt x="1089894" y="1406329"/>
                  </a:lnTo>
                  <a:lnTo>
                    <a:pt x="1089908" y="1406334"/>
                  </a:lnTo>
                  <a:lnTo>
                    <a:pt x="1089922" y="1406337"/>
                  </a:lnTo>
                  <a:lnTo>
                    <a:pt x="1089936" y="1406339"/>
                  </a:lnTo>
                  <a:lnTo>
                    <a:pt x="1089950" y="1406340"/>
                  </a:lnTo>
                  <a:lnTo>
                    <a:pt x="1089964" y="1406342"/>
                  </a:lnTo>
                  <a:lnTo>
                    <a:pt x="1089978" y="1406343"/>
                  </a:lnTo>
                  <a:lnTo>
                    <a:pt x="1089984" y="1406343"/>
                  </a:lnTo>
                  <a:lnTo>
                    <a:pt x="1089994" y="1406343"/>
                  </a:lnTo>
                  <a:lnTo>
                    <a:pt x="1090006" y="1406352"/>
                  </a:lnTo>
                  <a:lnTo>
                    <a:pt x="1090014" y="1406368"/>
                  </a:lnTo>
                  <a:lnTo>
                    <a:pt x="1090018" y="1406373"/>
                  </a:lnTo>
                  <a:lnTo>
                    <a:pt x="1090021" y="1406383"/>
                  </a:lnTo>
                  <a:lnTo>
                    <a:pt x="1090024" y="1406388"/>
                  </a:lnTo>
                  <a:lnTo>
                    <a:pt x="1090028" y="1406398"/>
                  </a:lnTo>
                  <a:lnTo>
                    <a:pt x="1090032" y="1406413"/>
                  </a:lnTo>
                  <a:lnTo>
                    <a:pt x="1090035" y="1406423"/>
                  </a:lnTo>
                  <a:lnTo>
                    <a:pt x="1090038" y="1406428"/>
                  </a:lnTo>
                  <a:lnTo>
                    <a:pt x="1090043" y="1406474"/>
                  </a:lnTo>
                  <a:lnTo>
                    <a:pt x="1090045" y="1406481"/>
                  </a:lnTo>
                  <a:lnTo>
                    <a:pt x="1090050" y="1406489"/>
                  </a:lnTo>
                  <a:lnTo>
                    <a:pt x="1090059" y="1406504"/>
                  </a:lnTo>
                  <a:lnTo>
                    <a:pt x="1090066" y="1406513"/>
                  </a:lnTo>
                  <a:lnTo>
                    <a:pt x="1090072" y="1406519"/>
                  </a:lnTo>
                  <a:lnTo>
                    <a:pt x="1090086" y="1406534"/>
                  </a:lnTo>
                  <a:lnTo>
                    <a:pt x="1090100" y="1406549"/>
                  </a:lnTo>
                  <a:lnTo>
                    <a:pt x="1090108" y="1406560"/>
                  </a:lnTo>
                  <a:lnTo>
                    <a:pt x="1090113" y="1406565"/>
                  </a:lnTo>
                  <a:lnTo>
                    <a:pt x="1090128" y="1406584"/>
                  </a:lnTo>
                  <a:lnTo>
                    <a:pt x="1090144" y="1406595"/>
                  </a:lnTo>
                  <a:lnTo>
                    <a:pt x="1090148" y="1406598"/>
                  </a:lnTo>
                  <a:lnTo>
                    <a:pt x="1090158" y="1406606"/>
                  </a:lnTo>
                  <a:lnTo>
                    <a:pt x="1090166" y="1406614"/>
                  </a:lnTo>
                  <a:lnTo>
                    <a:pt x="1090170" y="1406621"/>
                  </a:lnTo>
                  <a:lnTo>
                    <a:pt x="1090176" y="1406636"/>
                  </a:lnTo>
                  <a:lnTo>
                    <a:pt x="1090180" y="1406644"/>
                  </a:lnTo>
                  <a:lnTo>
                    <a:pt x="1090180" y="1406650"/>
                  </a:lnTo>
                  <a:lnTo>
                    <a:pt x="1090186" y="1406675"/>
                  </a:lnTo>
                  <a:lnTo>
                    <a:pt x="1090177" y="1406705"/>
                  </a:lnTo>
                  <a:lnTo>
                    <a:pt x="1090162" y="1406738"/>
                  </a:lnTo>
                  <a:lnTo>
                    <a:pt x="1090162" y="1406753"/>
                  </a:lnTo>
                  <a:lnTo>
                    <a:pt x="1090165" y="1406764"/>
                  </a:lnTo>
                  <a:lnTo>
                    <a:pt x="1090168" y="1406768"/>
                  </a:lnTo>
                  <a:lnTo>
                    <a:pt x="1090174" y="1406775"/>
                  </a:lnTo>
                  <a:lnTo>
                    <a:pt x="1090178" y="1406780"/>
                  </a:lnTo>
                  <a:lnTo>
                    <a:pt x="1090185" y="1406789"/>
                  </a:lnTo>
                  <a:lnTo>
                    <a:pt x="1090186" y="1406808"/>
                  </a:lnTo>
                  <a:lnTo>
                    <a:pt x="1090175" y="1406866"/>
                  </a:lnTo>
                  <a:lnTo>
                    <a:pt x="1090175" y="1406878"/>
                  </a:lnTo>
                  <a:lnTo>
                    <a:pt x="1090178" y="1406884"/>
                  </a:lnTo>
                  <a:lnTo>
                    <a:pt x="1090180" y="1406888"/>
                  </a:lnTo>
                  <a:lnTo>
                    <a:pt x="1090191" y="1406903"/>
                  </a:lnTo>
                  <a:lnTo>
                    <a:pt x="1090205" y="1406913"/>
                  </a:lnTo>
                  <a:lnTo>
                    <a:pt x="1090218" y="1406926"/>
                  </a:lnTo>
                  <a:lnTo>
                    <a:pt x="1090230" y="1406932"/>
                  </a:lnTo>
                  <a:lnTo>
                    <a:pt x="1090247" y="1406936"/>
                  </a:lnTo>
                  <a:lnTo>
                    <a:pt x="1090253" y="1406937"/>
                  </a:lnTo>
                  <a:lnTo>
                    <a:pt x="1090259" y="1406938"/>
                  </a:lnTo>
                  <a:lnTo>
                    <a:pt x="1090265" y="1406942"/>
                  </a:lnTo>
                  <a:lnTo>
                    <a:pt x="1090254" y="1406961"/>
                  </a:lnTo>
                  <a:lnTo>
                    <a:pt x="1090239" y="1406982"/>
                  </a:lnTo>
                  <a:lnTo>
                    <a:pt x="1090212" y="1407024"/>
                  </a:lnTo>
                  <a:lnTo>
                    <a:pt x="1090201" y="1407034"/>
                  </a:lnTo>
                  <a:lnTo>
                    <a:pt x="1090195" y="1407037"/>
                  </a:lnTo>
                  <a:lnTo>
                    <a:pt x="1090180" y="1407045"/>
                  </a:lnTo>
                  <a:lnTo>
                    <a:pt x="1090166" y="1407052"/>
                  </a:lnTo>
                  <a:lnTo>
                    <a:pt x="1090152" y="1407058"/>
                  </a:lnTo>
                  <a:lnTo>
                    <a:pt x="1090138" y="1407060"/>
                  </a:lnTo>
                  <a:lnTo>
                    <a:pt x="1090124" y="1407061"/>
                  </a:lnTo>
                  <a:lnTo>
                    <a:pt x="1090113" y="1407063"/>
                  </a:lnTo>
                  <a:lnTo>
                    <a:pt x="1090114" y="1407073"/>
                  </a:lnTo>
                  <a:lnTo>
                    <a:pt x="1090118" y="1407080"/>
                  </a:lnTo>
                  <a:lnTo>
                    <a:pt x="1090121" y="1407096"/>
                  </a:lnTo>
                  <a:lnTo>
                    <a:pt x="1090123" y="1407111"/>
                  </a:lnTo>
                  <a:lnTo>
                    <a:pt x="1090121" y="1407126"/>
                  </a:lnTo>
                  <a:lnTo>
                    <a:pt x="1090117" y="1407141"/>
                  </a:lnTo>
                  <a:lnTo>
                    <a:pt x="1090105" y="1407171"/>
                  </a:lnTo>
                  <a:lnTo>
                    <a:pt x="1090095" y="1407185"/>
                  </a:lnTo>
                  <a:lnTo>
                    <a:pt x="1090086" y="1407198"/>
                  </a:lnTo>
                  <a:lnTo>
                    <a:pt x="1090081" y="1407205"/>
                  </a:lnTo>
                  <a:lnTo>
                    <a:pt x="1090070" y="1407222"/>
                  </a:lnTo>
                  <a:lnTo>
                    <a:pt x="1090066" y="1407229"/>
                  </a:lnTo>
                  <a:lnTo>
                    <a:pt x="1090058" y="1407245"/>
                  </a:lnTo>
                  <a:lnTo>
                    <a:pt x="1090053" y="1407257"/>
                  </a:lnTo>
                  <a:lnTo>
                    <a:pt x="1090050" y="1407260"/>
                  </a:lnTo>
                  <a:lnTo>
                    <a:pt x="1090042" y="1407263"/>
                  </a:lnTo>
                  <a:lnTo>
                    <a:pt x="1090032" y="1407262"/>
                  </a:lnTo>
                  <a:lnTo>
                    <a:pt x="1090018" y="1407261"/>
                  </a:lnTo>
                  <a:lnTo>
                    <a:pt x="1090004" y="1407261"/>
                  </a:lnTo>
                  <a:lnTo>
                    <a:pt x="1089993" y="1407262"/>
                  </a:lnTo>
                  <a:lnTo>
                    <a:pt x="1089984" y="1407265"/>
                  </a:lnTo>
                  <a:lnTo>
                    <a:pt x="1089975" y="1407270"/>
                  </a:lnTo>
                  <a:lnTo>
                    <a:pt x="1089966" y="1407277"/>
                  </a:lnTo>
                  <a:lnTo>
                    <a:pt x="1089953" y="1407298"/>
                  </a:lnTo>
                  <a:lnTo>
                    <a:pt x="1089946" y="1407313"/>
                  </a:lnTo>
                  <a:lnTo>
                    <a:pt x="1089937" y="1407328"/>
                  </a:lnTo>
                  <a:lnTo>
                    <a:pt x="1089931" y="1407341"/>
                  </a:lnTo>
                  <a:lnTo>
                    <a:pt x="1089926" y="1407346"/>
                  </a:lnTo>
                  <a:lnTo>
                    <a:pt x="1089916" y="1407352"/>
                  </a:lnTo>
                  <a:lnTo>
                    <a:pt x="1089873" y="1407372"/>
                  </a:lnTo>
                  <a:lnTo>
                    <a:pt x="1089858" y="1407381"/>
                  </a:lnTo>
                  <a:lnTo>
                    <a:pt x="1089849" y="1407386"/>
                  </a:lnTo>
                  <a:lnTo>
                    <a:pt x="1089808" y="1407385"/>
                  </a:lnTo>
                  <a:lnTo>
                    <a:pt x="1089802" y="1407388"/>
                  </a:lnTo>
                  <a:lnTo>
                    <a:pt x="1089814" y="1407392"/>
                  </a:lnTo>
                  <a:lnTo>
                    <a:pt x="1089828" y="1407396"/>
                  </a:lnTo>
                  <a:lnTo>
                    <a:pt x="1089842" y="1407400"/>
                  </a:lnTo>
                  <a:lnTo>
                    <a:pt x="1089850" y="1407404"/>
                  </a:lnTo>
                  <a:lnTo>
                    <a:pt x="1089855" y="1407409"/>
                  </a:lnTo>
                  <a:lnTo>
                    <a:pt x="1089863" y="1407425"/>
                  </a:lnTo>
                  <a:lnTo>
                    <a:pt x="1089872" y="1407441"/>
                  </a:lnTo>
                  <a:lnTo>
                    <a:pt x="1089883" y="1407456"/>
                  </a:lnTo>
                  <a:lnTo>
                    <a:pt x="1089891" y="1407471"/>
                  </a:lnTo>
                  <a:lnTo>
                    <a:pt x="1089893" y="1407478"/>
                  </a:lnTo>
                  <a:lnTo>
                    <a:pt x="1089892" y="1407486"/>
                  </a:lnTo>
                  <a:lnTo>
                    <a:pt x="1089888" y="1407516"/>
                  </a:lnTo>
                  <a:lnTo>
                    <a:pt x="1089884" y="1407531"/>
                  </a:lnTo>
                  <a:lnTo>
                    <a:pt x="1089879" y="1407546"/>
                  </a:lnTo>
                  <a:lnTo>
                    <a:pt x="1089874" y="1407559"/>
                  </a:lnTo>
                  <a:lnTo>
                    <a:pt x="1089873" y="1407576"/>
                  </a:lnTo>
                  <a:lnTo>
                    <a:pt x="1089873" y="1407585"/>
                  </a:lnTo>
                  <a:lnTo>
                    <a:pt x="1089875" y="1407599"/>
                  </a:lnTo>
                  <a:lnTo>
                    <a:pt x="1089880" y="1407606"/>
                  </a:lnTo>
                  <a:lnTo>
                    <a:pt x="1089891" y="1407618"/>
                  </a:lnTo>
                  <a:lnTo>
                    <a:pt x="1089904" y="1407631"/>
                  </a:lnTo>
                  <a:lnTo>
                    <a:pt x="1089918" y="1407643"/>
                  </a:lnTo>
                  <a:lnTo>
                    <a:pt x="1089932" y="1407654"/>
                  </a:lnTo>
                  <a:lnTo>
                    <a:pt x="1089945" y="1407662"/>
                  </a:lnTo>
                  <a:lnTo>
                    <a:pt x="1089960" y="1407665"/>
                  </a:lnTo>
                  <a:lnTo>
                    <a:pt x="1089965" y="1407666"/>
                  </a:lnTo>
                  <a:lnTo>
                    <a:pt x="1089973" y="1407673"/>
                  </a:lnTo>
                  <a:lnTo>
                    <a:pt x="1089988" y="1407689"/>
                  </a:lnTo>
                  <a:lnTo>
                    <a:pt x="1089999" y="1407704"/>
                  </a:lnTo>
                  <a:lnTo>
                    <a:pt x="1090005" y="1407712"/>
                  </a:lnTo>
                  <a:lnTo>
                    <a:pt x="1090008" y="1407719"/>
                  </a:lnTo>
                  <a:lnTo>
                    <a:pt x="1090009" y="1407725"/>
                  </a:lnTo>
                  <a:lnTo>
                    <a:pt x="1090009" y="1407733"/>
                  </a:lnTo>
                  <a:lnTo>
                    <a:pt x="1090006" y="1407755"/>
                  </a:lnTo>
                  <a:lnTo>
                    <a:pt x="1090003" y="1407764"/>
                  </a:lnTo>
                  <a:lnTo>
                    <a:pt x="1090000" y="1407783"/>
                  </a:lnTo>
                  <a:lnTo>
                    <a:pt x="1089999" y="1407794"/>
                  </a:lnTo>
                  <a:lnTo>
                    <a:pt x="1090000" y="1407802"/>
                  </a:lnTo>
                  <a:lnTo>
                    <a:pt x="1090003" y="1407813"/>
                  </a:lnTo>
                  <a:lnTo>
                    <a:pt x="1090010" y="1407825"/>
                  </a:lnTo>
                  <a:lnTo>
                    <a:pt x="1090022" y="1407840"/>
                  </a:lnTo>
                  <a:lnTo>
                    <a:pt x="1090032" y="1407853"/>
                  </a:lnTo>
                  <a:lnTo>
                    <a:pt x="1090066" y="1407874"/>
                  </a:lnTo>
                  <a:lnTo>
                    <a:pt x="1090074" y="1407879"/>
                  </a:lnTo>
                  <a:lnTo>
                    <a:pt x="1090084" y="1407885"/>
                  </a:lnTo>
                  <a:lnTo>
                    <a:pt x="1090088" y="1407890"/>
                  </a:lnTo>
                  <a:lnTo>
                    <a:pt x="1090094" y="1407898"/>
                  </a:lnTo>
                  <a:lnTo>
                    <a:pt x="1090096" y="1407905"/>
                  </a:lnTo>
                  <a:lnTo>
                    <a:pt x="1090099" y="1407912"/>
                  </a:lnTo>
                  <a:lnTo>
                    <a:pt x="1090100" y="1407921"/>
                  </a:lnTo>
                  <a:lnTo>
                    <a:pt x="1090102" y="1407929"/>
                  </a:lnTo>
                  <a:lnTo>
                    <a:pt x="1090104" y="1407936"/>
                  </a:lnTo>
                  <a:lnTo>
                    <a:pt x="1090107" y="1407951"/>
                  </a:lnTo>
                  <a:lnTo>
                    <a:pt x="1090109" y="1407957"/>
                  </a:lnTo>
                  <a:lnTo>
                    <a:pt x="1090114" y="1407966"/>
                  </a:lnTo>
                  <a:lnTo>
                    <a:pt x="1090117" y="1407975"/>
                  </a:lnTo>
                  <a:lnTo>
                    <a:pt x="1090117" y="1407981"/>
                  </a:lnTo>
                  <a:lnTo>
                    <a:pt x="1090116" y="1407996"/>
                  </a:lnTo>
                  <a:lnTo>
                    <a:pt x="1090116" y="1408011"/>
                  </a:lnTo>
                  <a:lnTo>
                    <a:pt x="1090119" y="1408026"/>
                  </a:lnTo>
                  <a:lnTo>
                    <a:pt x="1090120" y="1408041"/>
                  </a:lnTo>
                  <a:lnTo>
                    <a:pt x="1090118" y="1408056"/>
                  </a:lnTo>
                  <a:lnTo>
                    <a:pt x="1090116" y="1408072"/>
                  </a:lnTo>
                  <a:lnTo>
                    <a:pt x="1090115" y="1408087"/>
                  </a:lnTo>
                  <a:lnTo>
                    <a:pt x="1090117" y="1408102"/>
                  </a:lnTo>
                  <a:lnTo>
                    <a:pt x="1090119" y="1408114"/>
                  </a:lnTo>
                  <a:lnTo>
                    <a:pt x="1090122" y="1408121"/>
                  </a:lnTo>
                  <a:lnTo>
                    <a:pt x="1090132" y="1408131"/>
                  </a:lnTo>
                  <a:lnTo>
                    <a:pt x="1090136" y="1408136"/>
                  </a:lnTo>
                  <a:lnTo>
                    <a:pt x="1090138" y="1408141"/>
                  </a:lnTo>
                  <a:lnTo>
                    <a:pt x="1090136" y="1408146"/>
                  </a:lnTo>
                  <a:lnTo>
                    <a:pt x="1090123" y="1408161"/>
                  </a:lnTo>
                  <a:lnTo>
                    <a:pt x="1090110" y="1408175"/>
                  </a:lnTo>
                  <a:lnTo>
                    <a:pt x="1090096" y="1408186"/>
                  </a:lnTo>
                  <a:lnTo>
                    <a:pt x="1090081" y="1408193"/>
                  </a:lnTo>
                  <a:lnTo>
                    <a:pt x="1090077" y="1408198"/>
                  </a:lnTo>
                  <a:lnTo>
                    <a:pt x="1090076" y="1408207"/>
                  </a:lnTo>
                  <a:lnTo>
                    <a:pt x="1090080" y="1408222"/>
                  </a:lnTo>
                  <a:lnTo>
                    <a:pt x="1090082" y="1408233"/>
                  </a:lnTo>
                  <a:lnTo>
                    <a:pt x="1090088" y="1408249"/>
                  </a:lnTo>
                  <a:lnTo>
                    <a:pt x="1090095" y="1408261"/>
                  </a:lnTo>
                  <a:lnTo>
                    <a:pt x="1090098" y="1408265"/>
                  </a:lnTo>
                  <a:lnTo>
                    <a:pt x="1090112" y="1408278"/>
                  </a:lnTo>
                  <a:lnTo>
                    <a:pt x="1090129" y="1408288"/>
                  </a:lnTo>
                  <a:lnTo>
                    <a:pt x="1090138" y="1408326"/>
                  </a:lnTo>
                  <a:lnTo>
                    <a:pt x="1090131" y="1408365"/>
                  </a:lnTo>
                  <a:lnTo>
                    <a:pt x="1090131" y="1408378"/>
                  </a:lnTo>
                  <a:lnTo>
                    <a:pt x="1090133" y="1408399"/>
                  </a:lnTo>
                  <a:lnTo>
                    <a:pt x="1090135" y="1408404"/>
                  </a:lnTo>
                  <a:lnTo>
                    <a:pt x="1090143" y="1408439"/>
                  </a:lnTo>
                  <a:lnTo>
                    <a:pt x="1090140" y="1408476"/>
                  </a:lnTo>
                  <a:lnTo>
                    <a:pt x="1090138" y="1408491"/>
                  </a:lnTo>
                  <a:lnTo>
                    <a:pt x="1090128" y="1408521"/>
                  </a:lnTo>
                  <a:lnTo>
                    <a:pt x="1090123" y="1408530"/>
                  </a:lnTo>
                  <a:lnTo>
                    <a:pt x="1090119" y="1408537"/>
                  </a:lnTo>
                  <a:lnTo>
                    <a:pt x="1090111" y="1408551"/>
                  </a:lnTo>
                  <a:lnTo>
                    <a:pt x="1090104" y="1408559"/>
                  </a:lnTo>
                  <a:lnTo>
                    <a:pt x="1090099" y="1408550"/>
                  </a:lnTo>
                  <a:lnTo>
                    <a:pt x="1090096" y="1408534"/>
                  </a:lnTo>
                  <a:lnTo>
                    <a:pt x="1090095" y="1408522"/>
                  </a:lnTo>
                  <a:lnTo>
                    <a:pt x="1090086" y="1408506"/>
                  </a:lnTo>
                  <a:lnTo>
                    <a:pt x="1090075" y="1408490"/>
                  </a:lnTo>
                  <a:lnTo>
                    <a:pt x="1090066" y="1408482"/>
                  </a:lnTo>
                  <a:lnTo>
                    <a:pt x="1090061" y="1408477"/>
                  </a:lnTo>
                  <a:lnTo>
                    <a:pt x="1090054" y="1408467"/>
                  </a:lnTo>
                  <a:lnTo>
                    <a:pt x="1090046" y="1408446"/>
                  </a:lnTo>
                  <a:lnTo>
                    <a:pt x="1090031" y="1408439"/>
                  </a:lnTo>
                  <a:lnTo>
                    <a:pt x="1090017" y="1408435"/>
                  </a:lnTo>
                  <a:lnTo>
                    <a:pt x="1090003" y="1408427"/>
                  </a:lnTo>
                  <a:lnTo>
                    <a:pt x="1089975" y="1408408"/>
                  </a:lnTo>
                  <a:lnTo>
                    <a:pt x="1089968" y="1408406"/>
                  </a:lnTo>
                  <a:lnTo>
                    <a:pt x="1089961" y="1408404"/>
                  </a:lnTo>
                  <a:lnTo>
                    <a:pt x="1089946" y="1408400"/>
                  </a:lnTo>
                  <a:lnTo>
                    <a:pt x="1089932" y="1408396"/>
                  </a:lnTo>
                  <a:lnTo>
                    <a:pt x="1089918" y="1408391"/>
                  </a:lnTo>
                  <a:lnTo>
                    <a:pt x="1089908" y="1408382"/>
                  </a:lnTo>
                  <a:lnTo>
                    <a:pt x="1089906" y="1408378"/>
                  </a:lnTo>
                  <a:lnTo>
                    <a:pt x="1089898" y="1408362"/>
                  </a:lnTo>
                  <a:lnTo>
                    <a:pt x="1089885" y="1408348"/>
                  </a:lnTo>
                  <a:lnTo>
                    <a:pt x="1089873" y="1408337"/>
                  </a:lnTo>
                  <a:lnTo>
                    <a:pt x="1089849" y="1408318"/>
                  </a:lnTo>
                  <a:lnTo>
                    <a:pt x="1089844" y="1408316"/>
                  </a:lnTo>
                  <a:lnTo>
                    <a:pt x="1089824" y="1408311"/>
                  </a:lnTo>
                  <a:lnTo>
                    <a:pt x="1089816" y="1408311"/>
                  </a:lnTo>
                  <a:lnTo>
                    <a:pt x="1089802" y="1408310"/>
                  </a:lnTo>
                  <a:lnTo>
                    <a:pt x="1089795" y="1408308"/>
                  </a:lnTo>
                  <a:lnTo>
                    <a:pt x="1089776" y="1408312"/>
                  </a:lnTo>
                  <a:lnTo>
                    <a:pt x="1089759" y="1408325"/>
                  </a:lnTo>
                  <a:lnTo>
                    <a:pt x="1089745" y="1408337"/>
                  </a:lnTo>
                  <a:lnTo>
                    <a:pt x="1089720" y="1408365"/>
                  </a:lnTo>
                  <a:lnTo>
                    <a:pt x="1089710" y="1408380"/>
                  </a:lnTo>
                  <a:lnTo>
                    <a:pt x="1089701" y="1408395"/>
                  </a:lnTo>
                  <a:lnTo>
                    <a:pt x="1089694" y="1408410"/>
                  </a:lnTo>
                  <a:lnTo>
                    <a:pt x="1089685" y="1408425"/>
                  </a:lnTo>
                  <a:lnTo>
                    <a:pt x="1089682" y="1408430"/>
                  </a:lnTo>
                  <a:lnTo>
                    <a:pt x="1089677" y="1408440"/>
                  </a:lnTo>
                  <a:lnTo>
                    <a:pt x="1089670" y="1408455"/>
                  </a:lnTo>
                  <a:lnTo>
                    <a:pt x="1089660" y="1408469"/>
                  </a:lnTo>
                  <a:lnTo>
                    <a:pt x="1089643" y="1408495"/>
                  </a:lnTo>
                  <a:lnTo>
                    <a:pt x="1089641" y="1408500"/>
                  </a:lnTo>
                  <a:lnTo>
                    <a:pt x="1089630" y="1408513"/>
                  </a:lnTo>
                  <a:lnTo>
                    <a:pt x="1089624" y="1408521"/>
                  </a:lnTo>
                  <a:lnTo>
                    <a:pt x="1089621" y="1408528"/>
                  </a:lnTo>
                  <a:lnTo>
                    <a:pt x="1089616" y="1408537"/>
                  </a:lnTo>
                  <a:lnTo>
                    <a:pt x="1089614" y="1408546"/>
                  </a:lnTo>
                  <a:lnTo>
                    <a:pt x="1089611" y="1408558"/>
                  </a:lnTo>
                  <a:lnTo>
                    <a:pt x="1089609" y="1408565"/>
                  </a:lnTo>
                  <a:lnTo>
                    <a:pt x="1089609" y="1408573"/>
                  </a:lnTo>
                  <a:lnTo>
                    <a:pt x="1089610" y="1408582"/>
                  </a:lnTo>
                  <a:lnTo>
                    <a:pt x="1089623" y="1408641"/>
                  </a:lnTo>
                  <a:lnTo>
                    <a:pt x="1089625" y="1408656"/>
                  </a:lnTo>
                  <a:lnTo>
                    <a:pt x="1089628" y="1408671"/>
                  </a:lnTo>
                  <a:lnTo>
                    <a:pt x="1089637" y="1408686"/>
                  </a:lnTo>
                  <a:lnTo>
                    <a:pt x="1089643" y="1408697"/>
                  </a:lnTo>
                  <a:lnTo>
                    <a:pt x="1089647" y="1408710"/>
                  </a:lnTo>
                  <a:lnTo>
                    <a:pt x="1089647" y="1408716"/>
                  </a:lnTo>
                  <a:lnTo>
                    <a:pt x="1089643" y="1408731"/>
                  </a:lnTo>
                  <a:lnTo>
                    <a:pt x="1089639" y="1408746"/>
                  </a:lnTo>
                  <a:lnTo>
                    <a:pt x="1089631" y="1408761"/>
                  </a:lnTo>
                  <a:lnTo>
                    <a:pt x="1089619" y="1408775"/>
                  </a:lnTo>
                  <a:lnTo>
                    <a:pt x="1089606" y="1408788"/>
                  </a:lnTo>
                  <a:lnTo>
                    <a:pt x="1089584" y="1408815"/>
                  </a:lnTo>
                  <a:lnTo>
                    <a:pt x="1089566" y="1408841"/>
                  </a:lnTo>
                  <a:lnTo>
                    <a:pt x="1089560" y="1408868"/>
                  </a:lnTo>
                  <a:lnTo>
                    <a:pt x="1089561" y="1408876"/>
                  </a:lnTo>
                  <a:lnTo>
                    <a:pt x="1089563" y="1408880"/>
                  </a:lnTo>
                  <a:lnTo>
                    <a:pt x="1089569" y="1408894"/>
                  </a:lnTo>
                  <a:lnTo>
                    <a:pt x="1089581" y="1408909"/>
                  </a:lnTo>
                  <a:lnTo>
                    <a:pt x="1089580" y="1408917"/>
                  </a:lnTo>
                  <a:lnTo>
                    <a:pt x="1089577" y="1408925"/>
                  </a:lnTo>
                  <a:lnTo>
                    <a:pt x="1089562" y="1408955"/>
                  </a:lnTo>
                  <a:lnTo>
                    <a:pt x="1089558" y="1408962"/>
                  </a:lnTo>
                  <a:lnTo>
                    <a:pt x="1089553" y="1408970"/>
                  </a:lnTo>
                  <a:lnTo>
                    <a:pt x="1089547" y="1408984"/>
                  </a:lnTo>
                  <a:lnTo>
                    <a:pt x="1089543" y="1408999"/>
                  </a:lnTo>
                  <a:lnTo>
                    <a:pt x="1089547" y="1409008"/>
                  </a:lnTo>
                  <a:lnTo>
                    <a:pt x="1089553" y="1409012"/>
                  </a:lnTo>
                  <a:lnTo>
                    <a:pt x="1089567" y="1409024"/>
                  </a:lnTo>
                  <a:lnTo>
                    <a:pt x="1089581" y="1409038"/>
                  </a:lnTo>
                  <a:lnTo>
                    <a:pt x="1089591" y="1409054"/>
                  </a:lnTo>
                  <a:lnTo>
                    <a:pt x="1089600" y="1409062"/>
                  </a:lnTo>
                  <a:lnTo>
                    <a:pt x="1089605" y="1409064"/>
                  </a:lnTo>
                  <a:lnTo>
                    <a:pt x="1089611" y="1409067"/>
                  </a:lnTo>
                  <a:lnTo>
                    <a:pt x="1089618" y="1409073"/>
                  </a:lnTo>
                  <a:lnTo>
                    <a:pt x="1089623" y="1409082"/>
                  </a:lnTo>
                  <a:lnTo>
                    <a:pt x="1089626" y="1409089"/>
                  </a:lnTo>
                  <a:lnTo>
                    <a:pt x="1089628" y="1409097"/>
                  </a:lnTo>
                  <a:lnTo>
                    <a:pt x="1089628" y="1409105"/>
                  </a:lnTo>
                  <a:lnTo>
                    <a:pt x="1089629" y="1409120"/>
                  </a:lnTo>
                  <a:lnTo>
                    <a:pt x="1089627" y="1409135"/>
                  </a:lnTo>
                  <a:lnTo>
                    <a:pt x="1089624" y="1409150"/>
                  </a:lnTo>
                  <a:lnTo>
                    <a:pt x="1089619" y="1409164"/>
                  </a:lnTo>
                  <a:lnTo>
                    <a:pt x="1089618" y="1409177"/>
                  </a:lnTo>
                  <a:lnTo>
                    <a:pt x="1089619" y="1409189"/>
                  </a:lnTo>
                  <a:lnTo>
                    <a:pt x="1089621" y="1409195"/>
                  </a:lnTo>
                  <a:lnTo>
                    <a:pt x="1089626" y="1409206"/>
                  </a:lnTo>
                  <a:lnTo>
                    <a:pt x="1089637" y="1409225"/>
                  </a:lnTo>
                  <a:lnTo>
                    <a:pt x="1089644" y="1409238"/>
                  </a:lnTo>
                  <a:lnTo>
                    <a:pt x="1089643" y="1409251"/>
                  </a:lnTo>
                  <a:lnTo>
                    <a:pt x="1089639" y="1409257"/>
                  </a:lnTo>
                  <a:lnTo>
                    <a:pt x="1089630" y="1409270"/>
                  </a:lnTo>
                  <a:lnTo>
                    <a:pt x="1089617" y="1409284"/>
                  </a:lnTo>
                  <a:lnTo>
                    <a:pt x="1089606" y="1409299"/>
                  </a:lnTo>
                  <a:lnTo>
                    <a:pt x="1089598" y="1409311"/>
                  </a:lnTo>
                  <a:lnTo>
                    <a:pt x="1089595" y="1409323"/>
                  </a:lnTo>
                  <a:lnTo>
                    <a:pt x="1089595" y="1409329"/>
                  </a:lnTo>
                  <a:lnTo>
                    <a:pt x="1089601" y="1409340"/>
                  </a:lnTo>
                  <a:lnTo>
                    <a:pt x="1089604" y="1409344"/>
                  </a:lnTo>
                  <a:lnTo>
                    <a:pt x="1089610" y="1409351"/>
                  </a:lnTo>
                  <a:lnTo>
                    <a:pt x="1089616" y="1409357"/>
                  </a:lnTo>
                  <a:lnTo>
                    <a:pt x="1089630" y="1409366"/>
                  </a:lnTo>
                  <a:lnTo>
                    <a:pt x="1089636" y="1409368"/>
                  </a:lnTo>
                  <a:lnTo>
                    <a:pt x="1089641" y="1409373"/>
                  </a:lnTo>
                  <a:lnTo>
                    <a:pt x="1089673" y="1409416"/>
                  </a:lnTo>
                  <a:lnTo>
                    <a:pt x="1089681" y="1409429"/>
                  </a:lnTo>
                  <a:lnTo>
                    <a:pt x="1089685" y="1409439"/>
                  </a:lnTo>
                  <a:lnTo>
                    <a:pt x="1089685" y="1409446"/>
                  </a:lnTo>
                  <a:lnTo>
                    <a:pt x="1089685" y="1409457"/>
                  </a:lnTo>
                  <a:lnTo>
                    <a:pt x="1089682" y="1409476"/>
                  </a:lnTo>
                  <a:lnTo>
                    <a:pt x="1089682" y="1409491"/>
                  </a:lnTo>
                  <a:lnTo>
                    <a:pt x="1089686" y="1409506"/>
                  </a:lnTo>
                  <a:lnTo>
                    <a:pt x="1089687" y="1409521"/>
                  </a:lnTo>
                  <a:lnTo>
                    <a:pt x="1089691" y="1409537"/>
                  </a:lnTo>
                  <a:lnTo>
                    <a:pt x="1089692" y="1409552"/>
                  </a:lnTo>
                  <a:lnTo>
                    <a:pt x="1089701" y="1409582"/>
                  </a:lnTo>
                  <a:lnTo>
                    <a:pt x="1089711" y="1409594"/>
                  </a:lnTo>
                  <a:lnTo>
                    <a:pt x="1089728" y="1409603"/>
                  </a:lnTo>
                  <a:lnTo>
                    <a:pt x="1089740" y="1409611"/>
                  </a:lnTo>
                  <a:lnTo>
                    <a:pt x="1089751" y="1409622"/>
                  </a:lnTo>
                  <a:lnTo>
                    <a:pt x="1089754" y="1409627"/>
                  </a:lnTo>
                  <a:lnTo>
                    <a:pt x="1089764" y="1409640"/>
                  </a:lnTo>
                  <a:lnTo>
                    <a:pt x="1089770" y="1409652"/>
                  </a:lnTo>
                  <a:lnTo>
                    <a:pt x="1089776" y="1409665"/>
                  </a:lnTo>
                  <a:lnTo>
                    <a:pt x="1089781" y="1409670"/>
                  </a:lnTo>
                  <a:lnTo>
                    <a:pt x="1089792" y="1409680"/>
                  </a:lnTo>
                  <a:lnTo>
                    <a:pt x="1089802" y="1409689"/>
                  </a:lnTo>
                  <a:lnTo>
                    <a:pt x="1089804" y="1409704"/>
                  </a:lnTo>
                  <a:lnTo>
                    <a:pt x="1089799" y="1409714"/>
                  </a:lnTo>
                  <a:lnTo>
                    <a:pt x="1089788" y="1409730"/>
                  </a:lnTo>
                  <a:lnTo>
                    <a:pt x="1089785" y="1409737"/>
                  </a:lnTo>
                  <a:lnTo>
                    <a:pt x="1089785" y="1409745"/>
                  </a:lnTo>
                  <a:lnTo>
                    <a:pt x="1089787" y="1409760"/>
                  </a:lnTo>
                  <a:lnTo>
                    <a:pt x="1089787" y="1409775"/>
                  </a:lnTo>
                  <a:lnTo>
                    <a:pt x="1089781" y="1409792"/>
                  </a:lnTo>
                  <a:lnTo>
                    <a:pt x="1089775" y="1409799"/>
                  </a:lnTo>
                  <a:lnTo>
                    <a:pt x="1089770" y="1409802"/>
                  </a:lnTo>
                  <a:lnTo>
                    <a:pt x="1089756" y="1409813"/>
                  </a:lnTo>
                  <a:lnTo>
                    <a:pt x="1089743" y="1409825"/>
                  </a:lnTo>
                  <a:lnTo>
                    <a:pt x="1089731" y="1409839"/>
                  </a:lnTo>
                  <a:lnTo>
                    <a:pt x="1089720" y="1409854"/>
                  </a:lnTo>
                  <a:lnTo>
                    <a:pt x="1089712" y="1409869"/>
                  </a:lnTo>
                  <a:lnTo>
                    <a:pt x="1089703" y="1409884"/>
                  </a:lnTo>
                  <a:lnTo>
                    <a:pt x="1089698" y="1409899"/>
                  </a:lnTo>
                  <a:lnTo>
                    <a:pt x="1089691" y="1409909"/>
                  </a:lnTo>
                  <a:lnTo>
                    <a:pt x="1089686" y="1409911"/>
                  </a:lnTo>
                  <a:lnTo>
                    <a:pt x="1089672" y="1409915"/>
                  </a:lnTo>
                  <a:lnTo>
                    <a:pt x="1089658" y="1409919"/>
                  </a:lnTo>
                  <a:lnTo>
                    <a:pt x="1089653" y="1409919"/>
                  </a:lnTo>
                  <a:lnTo>
                    <a:pt x="1089644" y="1409914"/>
                  </a:lnTo>
                  <a:lnTo>
                    <a:pt x="1089630" y="1409908"/>
                  </a:lnTo>
                  <a:lnTo>
                    <a:pt x="1089625" y="1409906"/>
                  </a:lnTo>
                  <a:lnTo>
                    <a:pt x="1089620" y="1409906"/>
                  </a:lnTo>
                  <a:lnTo>
                    <a:pt x="1089616" y="1409908"/>
                  </a:lnTo>
                  <a:lnTo>
                    <a:pt x="1089609" y="1409911"/>
                  </a:lnTo>
                  <a:lnTo>
                    <a:pt x="1089604" y="1409916"/>
                  </a:lnTo>
                  <a:lnTo>
                    <a:pt x="1089600" y="1409923"/>
                  </a:lnTo>
                  <a:lnTo>
                    <a:pt x="1089597" y="1409955"/>
                  </a:lnTo>
                  <a:lnTo>
                    <a:pt x="1089597" y="1409963"/>
                  </a:lnTo>
                  <a:lnTo>
                    <a:pt x="1089591" y="1409989"/>
                  </a:lnTo>
                  <a:lnTo>
                    <a:pt x="1089587" y="1409994"/>
                  </a:lnTo>
                  <a:lnTo>
                    <a:pt x="1089578" y="1410009"/>
                  </a:lnTo>
                  <a:lnTo>
                    <a:pt x="1089570" y="1410024"/>
                  </a:lnTo>
                  <a:lnTo>
                    <a:pt x="1089560" y="1410048"/>
                  </a:lnTo>
                  <a:lnTo>
                    <a:pt x="1089556" y="1410057"/>
                  </a:lnTo>
                  <a:lnTo>
                    <a:pt x="1089552" y="1410075"/>
                  </a:lnTo>
                  <a:lnTo>
                    <a:pt x="1089553" y="1410084"/>
                  </a:lnTo>
                  <a:lnTo>
                    <a:pt x="1089559" y="1410095"/>
                  </a:lnTo>
                  <a:lnTo>
                    <a:pt x="1089562" y="1410099"/>
                  </a:lnTo>
                  <a:lnTo>
                    <a:pt x="1089577" y="1410106"/>
                  </a:lnTo>
                  <a:lnTo>
                    <a:pt x="1089589" y="1410113"/>
                  </a:lnTo>
                  <a:lnTo>
                    <a:pt x="1089595" y="1410120"/>
                  </a:lnTo>
                  <a:lnTo>
                    <a:pt x="1089599" y="1410127"/>
                  </a:lnTo>
                  <a:lnTo>
                    <a:pt x="1089607" y="1410145"/>
                  </a:lnTo>
                  <a:lnTo>
                    <a:pt x="1089612" y="1410160"/>
                  </a:lnTo>
                  <a:lnTo>
                    <a:pt x="1089616" y="1410175"/>
                  </a:lnTo>
                  <a:lnTo>
                    <a:pt x="1089622" y="1410190"/>
                  </a:lnTo>
                  <a:lnTo>
                    <a:pt x="1089631" y="1410205"/>
                  </a:lnTo>
                  <a:lnTo>
                    <a:pt x="1089638" y="1410216"/>
                  </a:lnTo>
                  <a:lnTo>
                    <a:pt x="1089653" y="1410233"/>
                  </a:lnTo>
                  <a:lnTo>
                    <a:pt x="1089661" y="1410248"/>
                  </a:lnTo>
                  <a:lnTo>
                    <a:pt x="1089668" y="1410258"/>
                  </a:lnTo>
                  <a:lnTo>
                    <a:pt x="1089671" y="1410261"/>
                  </a:lnTo>
                  <a:lnTo>
                    <a:pt x="1089685" y="1410275"/>
                  </a:lnTo>
                  <a:lnTo>
                    <a:pt x="1089692" y="1410284"/>
                  </a:lnTo>
                  <a:lnTo>
                    <a:pt x="1089694" y="1410290"/>
                  </a:lnTo>
                  <a:lnTo>
                    <a:pt x="1089699" y="1410306"/>
                  </a:lnTo>
                  <a:lnTo>
                    <a:pt x="1089702" y="1410321"/>
                  </a:lnTo>
                  <a:lnTo>
                    <a:pt x="1089703" y="1410336"/>
                  </a:lnTo>
                  <a:lnTo>
                    <a:pt x="1089704" y="1410341"/>
                  </a:lnTo>
                  <a:lnTo>
                    <a:pt x="1089701" y="1410349"/>
                  </a:lnTo>
                  <a:lnTo>
                    <a:pt x="1089691" y="1410356"/>
                  </a:lnTo>
                  <a:lnTo>
                    <a:pt x="1089685" y="1410360"/>
                  </a:lnTo>
                  <a:lnTo>
                    <a:pt x="1089670" y="1410368"/>
                  </a:lnTo>
                  <a:lnTo>
                    <a:pt x="1089662" y="1410371"/>
                  </a:lnTo>
                  <a:lnTo>
                    <a:pt x="1089656" y="1410370"/>
                  </a:lnTo>
                  <a:lnTo>
                    <a:pt x="1089642" y="1410372"/>
                  </a:lnTo>
                  <a:lnTo>
                    <a:pt x="1089628" y="1410371"/>
                  </a:lnTo>
                  <a:lnTo>
                    <a:pt x="1089614" y="1410372"/>
                  </a:lnTo>
                  <a:lnTo>
                    <a:pt x="1089603" y="1410373"/>
                  </a:lnTo>
                  <a:lnTo>
                    <a:pt x="1089591" y="1410378"/>
                  </a:lnTo>
                  <a:lnTo>
                    <a:pt x="1089580" y="1410385"/>
                  </a:lnTo>
                  <a:lnTo>
                    <a:pt x="1089571" y="1410393"/>
                  </a:lnTo>
                  <a:lnTo>
                    <a:pt x="1089557" y="1410405"/>
                  </a:lnTo>
                  <a:lnTo>
                    <a:pt x="1089543" y="1410416"/>
                  </a:lnTo>
                  <a:lnTo>
                    <a:pt x="1089529" y="1410426"/>
                  </a:lnTo>
                  <a:lnTo>
                    <a:pt x="1089517" y="1410432"/>
                  </a:lnTo>
                  <a:lnTo>
                    <a:pt x="1089509" y="1410437"/>
                  </a:lnTo>
                  <a:lnTo>
                    <a:pt x="1089500" y="1410448"/>
                  </a:lnTo>
                  <a:lnTo>
                    <a:pt x="1089492" y="1410463"/>
                  </a:lnTo>
                  <a:lnTo>
                    <a:pt x="1089481" y="1410474"/>
                  </a:lnTo>
                  <a:lnTo>
                    <a:pt x="1089470" y="1410481"/>
                  </a:lnTo>
                  <a:lnTo>
                    <a:pt x="1089465" y="1410484"/>
                  </a:lnTo>
                  <a:lnTo>
                    <a:pt x="1089450" y="1410492"/>
                  </a:lnTo>
                  <a:lnTo>
                    <a:pt x="1089444" y="1410495"/>
                  </a:lnTo>
                  <a:lnTo>
                    <a:pt x="1089436" y="1410496"/>
                  </a:lnTo>
                  <a:lnTo>
                    <a:pt x="1089422" y="1410495"/>
                  </a:lnTo>
                  <a:lnTo>
                    <a:pt x="1089408" y="1410498"/>
                  </a:lnTo>
                  <a:lnTo>
                    <a:pt x="1089397" y="1410505"/>
                  </a:lnTo>
                  <a:lnTo>
                    <a:pt x="1089394" y="1410509"/>
                  </a:lnTo>
                  <a:lnTo>
                    <a:pt x="1089387" y="1410516"/>
                  </a:lnTo>
                  <a:lnTo>
                    <a:pt x="1089383" y="1410522"/>
                  </a:lnTo>
                  <a:lnTo>
                    <a:pt x="1089373" y="1410537"/>
                  </a:lnTo>
                  <a:lnTo>
                    <a:pt x="1089366" y="1410552"/>
                  </a:lnTo>
                  <a:lnTo>
                    <a:pt x="1089360" y="1410563"/>
                  </a:lnTo>
                  <a:lnTo>
                    <a:pt x="1089355" y="1410574"/>
                  </a:lnTo>
                  <a:lnTo>
                    <a:pt x="1089351" y="1410581"/>
                  </a:lnTo>
                  <a:lnTo>
                    <a:pt x="1089347" y="1410588"/>
                  </a:lnTo>
                  <a:lnTo>
                    <a:pt x="1089345" y="1410596"/>
                  </a:lnTo>
                  <a:lnTo>
                    <a:pt x="1089340" y="1410611"/>
                  </a:lnTo>
                  <a:lnTo>
                    <a:pt x="1089335" y="1410627"/>
                  </a:lnTo>
                  <a:lnTo>
                    <a:pt x="1089331" y="1410642"/>
                  </a:lnTo>
                  <a:lnTo>
                    <a:pt x="1089325" y="1410656"/>
                  </a:lnTo>
                  <a:lnTo>
                    <a:pt x="1089319" y="1410666"/>
                  </a:lnTo>
                  <a:lnTo>
                    <a:pt x="1089314" y="1410671"/>
                  </a:lnTo>
                  <a:lnTo>
                    <a:pt x="1089300" y="1410681"/>
                  </a:lnTo>
                  <a:lnTo>
                    <a:pt x="1089286" y="1410686"/>
                  </a:lnTo>
                  <a:lnTo>
                    <a:pt x="1089271" y="1410693"/>
                  </a:lnTo>
                  <a:lnTo>
                    <a:pt x="1089257" y="1410701"/>
                  </a:lnTo>
                  <a:lnTo>
                    <a:pt x="1089248" y="1410705"/>
                  </a:lnTo>
                  <a:lnTo>
                    <a:pt x="1089243" y="1410710"/>
                  </a:lnTo>
                  <a:lnTo>
                    <a:pt x="1089230" y="1410723"/>
                  </a:lnTo>
                  <a:lnTo>
                    <a:pt x="1089223" y="1410731"/>
                  </a:lnTo>
                  <a:lnTo>
                    <a:pt x="1089220" y="1410737"/>
                  </a:lnTo>
                  <a:lnTo>
                    <a:pt x="1089215" y="1410746"/>
                  </a:lnTo>
                  <a:lnTo>
                    <a:pt x="1089214" y="1410752"/>
                  </a:lnTo>
                  <a:lnTo>
                    <a:pt x="1089210" y="1410767"/>
                  </a:lnTo>
                  <a:lnTo>
                    <a:pt x="1089208" y="1410782"/>
                  </a:lnTo>
                  <a:lnTo>
                    <a:pt x="1089205" y="1410785"/>
                  </a:lnTo>
                  <a:lnTo>
                    <a:pt x="1089199" y="1410787"/>
                  </a:lnTo>
                  <a:lnTo>
                    <a:pt x="1089194" y="1410788"/>
                  </a:lnTo>
                  <a:lnTo>
                    <a:pt x="1089179" y="1410792"/>
                  </a:lnTo>
                  <a:lnTo>
                    <a:pt x="1089165" y="1410798"/>
                  </a:lnTo>
                  <a:lnTo>
                    <a:pt x="1089151" y="1410805"/>
                  </a:lnTo>
                  <a:lnTo>
                    <a:pt x="1089139" y="1410810"/>
                  </a:lnTo>
                  <a:lnTo>
                    <a:pt x="1089136" y="1410813"/>
                  </a:lnTo>
                  <a:lnTo>
                    <a:pt x="1089138" y="1410828"/>
                  </a:lnTo>
                  <a:lnTo>
                    <a:pt x="1089143" y="1410845"/>
                  </a:lnTo>
                  <a:lnTo>
                    <a:pt x="1089149" y="1410859"/>
                  </a:lnTo>
                  <a:lnTo>
                    <a:pt x="1089153" y="1410870"/>
                  </a:lnTo>
                  <a:lnTo>
                    <a:pt x="1089158" y="1410889"/>
                  </a:lnTo>
                  <a:lnTo>
                    <a:pt x="1089159" y="1410904"/>
                  </a:lnTo>
                  <a:lnTo>
                    <a:pt x="1089158" y="1410919"/>
                  </a:lnTo>
                  <a:lnTo>
                    <a:pt x="1089160" y="1410934"/>
                  </a:lnTo>
                  <a:lnTo>
                    <a:pt x="1089164" y="1410944"/>
                  </a:lnTo>
                  <a:lnTo>
                    <a:pt x="1089169" y="1410948"/>
                  </a:lnTo>
                  <a:lnTo>
                    <a:pt x="1089182" y="1410961"/>
                  </a:lnTo>
                  <a:lnTo>
                    <a:pt x="1089210" y="1410984"/>
                  </a:lnTo>
                  <a:lnTo>
                    <a:pt x="1089223" y="1410995"/>
                  </a:lnTo>
                  <a:lnTo>
                    <a:pt x="1089229" y="1411001"/>
                  </a:lnTo>
                  <a:lnTo>
                    <a:pt x="1089231" y="1411009"/>
                  </a:lnTo>
                  <a:lnTo>
                    <a:pt x="1089230" y="1411024"/>
                  </a:lnTo>
                  <a:lnTo>
                    <a:pt x="1089227" y="1411054"/>
                  </a:lnTo>
                  <a:lnTo>
                    <a:pt x="1089224" y="1411069"/>
                  </a:lnTo>
                  <a:lnTo>
                    <a:pt x="1089221" y="1411084"/>
                  </a:lnTo>
                  <a:lnTo>
                    <a:pt x="1089221" y="1411099"/>
                  </a:lnTo>
                  <a:lnTo>
                    <a:pt x="1089227" y="1411114"/>
                  </a:lnTo>
                  <a:lnTo>
                    <a:pt x="1089229" y="1411129"/>
                  </a:lnTo>
                  <a:lnTo>
                    <a:pt x="1089228" y="1411144"/>
                  </a:lnTo>
                  <a:lnTo>
                    <a:pt x="1089230" y="1411156"/>
                  </a:lnTo>
                  <a:lnTo>
                    <a:pt x="1089230" y="1411174"/>
                  </a:lnTo>
                  <a:lnTo>
                    <a:pt x="1089228" y="1411182"/>
                  </a:lnTo>
                  <a:lnTo>
                    <a:pt x="1089230" y="1411188"/>
                  </a:lnTo>
                  <a:lnTo>
                    <a:pt x="1089238" y="1411205"/>
                  </a:lnTo>
                  <a:lnTo>
                    <a:pt x="1089246" y="1411219"/>
                  </a:lnTo>
                  <a:lnTo>
                    <a:pt x="1089250" y="1411226"/>
                  </a:lnTo>
                  <a:lnTo>
                    <a:pt x="1089253" y="1411234"/>
                  </a:lnTo>
                  <a:lnTo>
                    <a:pt x="1089259" y="1411241"/>
                  </a:lnTo>
                  <a:lnTo>
                    <a:pt x="1089262" y="1411249"/>
                  </a:lnTo>
                  <a:lnTo>
                    <a:pt x="1089266" y="1411265"/>
                  </a:lnTo>
                  <a:lnTo>
                    <a:pt x="1089267" y="1411277"/>
                  </a:lnTo>
                  <a:lnTo>
                    <a:pt x="1089265" y="1411290"/>
                  </a:lnTo>
                  <a:lnTo>
                    <a:pt x="1089267" y="1411295"/>
                  </a:lnTo>
                  <a:lnTo>
                    <a:pt x="1089271" y="1411306"/>
                  </a:lnTo>
                  <a:lnTo>
                    <a:pt x="1089274" y="1411310"/>
                  </a:lnTo>
                  <a:lnTo>
                    <a:pt x="1089277" y="1411319"/>
                  </a:lnTo>
                  <a:lnTo>
                    <a:pt x="1089276" y="1411325"/>
                  </a:lnTo>
                  <a:lnTo>
                    <a:pt x="1089269" y="1411338"/>
                  </a:lnTo>
                  <a:lnTo>
                    <a:pt x="1089271" y="1411348"/>
                  </a:lnTo>
                  <a:lnTo>
                    <a:pt x="1089275" y="1411355"/>
                  </a:lnTo>
                  <a:lnTo>
                    <a:pt x="1089277" y="1411361"/>
                  </a:lnTo>
                  <a:lnTo>
                    <a:pt x="1089285" y="1411370"/>
                  </a:lnTo>
                  <a:lnTo>
                    <a:pt x="1089295" y="1411377"/>
                  </a:lnTo>
                  <a:lnTo>
                    <a:pt x="1089298" y="1411381"/>
                  </a:lnTo>
                  <a:lnTo>
                    <a:pt x="1089301" y="1411390"/>
                  </a:lnTo>
                  <a:lnTo>
                    <a:pt x="1089301" y="1411396"/>
                  </a:lnTo>
                  <a:lnTo>
                    <a:pt x="1089299" y="1411411"/>
                  </a:lnTo>
                  <a:lnTo>
                    <a:pt x="1089288" y="1411456"/>
                  </a:lnTo>
                  <a:lnTo>
                    <a:pt x="1089287" y="1411478"/>
                  </a:lnTo>
                  <a:lnTo>
                    <a:pt x="1089290" y="1411486"/>
                  </a:lnTo>
                  <a:lnTo>
                    <a:pt x="1089296" y="1411501"/>
                  </a:lnTo>
                  <a:lnTo>
                    <a:pt x="1089303" y="1411517"/>
                  </a:lnTo>
                  <a:lnTo>
                    <a:pt x="1089317" y="1411549"/>
                  </a:lnTo>
                  <a:lnTo>
                    <a:pt x="1089327" y="1411561"/>
                  </a:lnTo>
                  <a:lnTo>
                    <a:pt x="1089348" y="1411572"/>
                  </a:lnTo>
                  <a:lnTo>
                    <a:pt x="1089363" y="1411582"/>
                  </a:lnTo>
                  <a:lnTo>
                    <a:pt x="1089368" y="1411588"/>
                  </a:lnTo>
                  <a:lnTo>
                    <a:pt x="1089372" y="1411593"/>
                  </a:lnTo>
                  <a:lnTo>
                    <a:pt x="1089366" y="1411602"/>
                  </a:lnTo>
                  <a:lnTo>
                    <a:pt x="1089357" y="1411610"/>
                  </a:lnTo>
                  <a:lnTo>
                    <a:pt x="1089349" y="1411617"/>
                  </a:lnTo>
                  <a:lnTo>
                    <a:pt x="1089337" y="1411631"/>
                  </a:lnTo>
                  <a:lnTo>
                    <a:pt x="1089331" y="1411642"/>
                  </a:lnTo>
                  <a:lnTo>
                    <a:pt x="1089332" y="1411646"/>
                  </a:lnTo>
                  <a:lnTo>
                    <a:pt x="1089339" y="1411654"/>
                  </a:lnTo>
                  <a:lnTo>
                    <a:pt x="1089346" y="1411658"/>
                  </a:lnTo>
                  <a:lnTo>
                    <a:pt x="1089360" y="1411669"/>
                  </a:lnTo>
                  <a:lnTo>
                    <a:pt x="1089367" y="1411676"/>
                  </a:lnTo>
                  <a:lnTo>
                    <a:pt x="1089367" y="1411683"/>
                  </a:lnTo>
                  <a:lnTo>
                    <a:pt x="1089364" y="1411689"/>
                  </a:lnTo>
                  <a:lnTo>
                    <a:pt x="1089359" y="1411694"/>
                  </a:lnTo>
                  <a:lnTo>
                    <a:pt x="1089343" y="1411711"/>
                  </a:lnTo>
                  <a:lnTo>
                    <a:pt x="1089333" y="1411725"/>
                  </a:lnTo>
                  <a:lnTo>
                    <a:pt x="1089332" y="1411732"/>
                  </a:lnTo>
                  <a:lnTo>
                    <a:pt x="1089336" y="1411740"/>
                  </a:lnTo>
                  <a:lnTo>
                    <a:pt x="1089344" y="1411749"/>
                  </a:lnTo>
                  <a:lnTo>
                    <a:pt x="1089350" y="1411758"/>
                  </a:lnTo>
                  <a:lnTo>
                    <a:pt x="1089354" y="1411768"/>
                  </a:lnTo>
                  <a:lnTo>
                    <a:pt x="1089350" y="1411781"/>
                  </a:lnTo>
                  <a:lnTo>
                    <a:pt x="1089344" y="1411798"/>
                  </a:lnTo>
                  <a:lnTo>
                    <a:pt x="1089345" y="1411807"/>
                  </a:lnTo>
                  <a:lnTo>
                    <a:pt x="1089348" y="1411811"/>
                  </a:lnTo>
                  <a:lnTo>
                    <a:pt x="1089351" y="1411818"/>
                  </a:lnTo>
                  <a:lnTo>
                    <a:pt x="1089356" y="1411826"/>
                  </a:lnTo>
                  <a:lnTo>
                    <a:pt x="1089378" y="1411857"/>
                  </a:lnTo>
                  <a:lnTo>
                    <a:pt x="1089387" y="1411873"/>
                  </a:lnTo>
                  <a:lnTo>
                    <a:pt x="1089393" y="1411884"/>
                  </a:lnTo>
                  <a:lnTo>
                    <a:pt x="1089397" y="1411888"/>
                  </a:lnTo>
                  <a:lnTo>
                    <a:pt x="1089402" y="1411894"/>
                  </a:lnTo>
                  <a:lnTo>
                    <a:pt x="1089410" y="1411901"/>
                  </a:lnTo>
                  <a:lnTo>
                    <a:pt x="1089416" y="1411908"/>
                  </a:lnTo>
                  <a:lnTo>
                    <a:pt x="1089419" y="1411914"/>
                  </a:lnTo>
                  <a:lnTo>
                    <a:pt x="1089426" y="1411929"/>
                  </a:lnTo>
                  <a:lnTo>
                    <a:pt x="1089428" y="1411944"/>
                  </a:lnTo>
                  <a:lnTo>
                    <a:pt x="1089430" y="1411952"/>
                  </a:lnTo>
                  <a:lnTo>
                    <a:pt x="1089430" y="1411959"/>
                  </a:lnTo>
                  <a:lnTo>
                    <a:pt x="1089432" y="1411975"/>
                  </a:lnTo>
                  <a:lnTo>
                    <a:pt x="1089436" y="1411990"/>
                  </a:lnTo>
                  <a:lnTo>
                    <a:pt x="1089438" y="1412005"/>
                  </a:lnTo>
                  <a:lnTo>
                    <a:pt x="1089442" y="1412020"/>
                  </a:lnTo>
                  <a:lnTo>
                    <a:pt x="1089447" y="1412035"/>
                  </a:lnTo>
                  <a:lnTo>
                    <a:pt x="1089449" y="1412050"/>
                  </a:lnTo>
                  <a:lnTo>
                    <a:pt x="1089449" y="1412057"/>
                  </a:lnTo>
                  <a:lnTo>
                    <a:pt x="1089442" y="1412064"/>
                  </a:lnTo>
                  <a:lnTo>
                    <a:pt x="1089431" y="1412078"/>
                  </a:lnTo>
                  <a:lnTo>
                    <a:pt x="1089426" y="1412093"/>
                  </a:lnTo>
                  <a:lnTo>
                    <a:pt x="1089423" y="1412108"/>
                  </a:lnTo>
                  <a:lnTo>
                    <a:pt x="1089420" y="1412118"/>
                  </a:lnTo>
                  <a:lnTo>
                    <a:pt x="1089419" y="1412123"/>
                  </a:lnTo>
                  <a:lnTo>
                    <a:pt x="1089418" y="1412138"/>
                  </a:lnTo>
                  <a:lnTo>
                    <a:pt x="1089416" y="1412153"/>
                  </a:lnTo>
                  <a:lnTo>
                    <a:pt x="1089415" y="1412168"/>
                  </a:lnTo>
                  <a:lnTo>
                    <a:pt x="1089414" y="1412183"/>
                  </a:lnTo>
                  <a:lnTo>
                    <a:pt x="1089413" y="1412188"/>
                  </a:lnTo>
                  <a:lnTo>
                    <a:pt x="1089413" y="1412198"/>
                  </a:lnTo>
                  <a:lnTo>
                    <a:pt x="1089417" y="1412213"/>
                  </a:lnTo>
                  <a:lnTo>
                    <a:pt x="1089424" y="1412229"/>
                  </a:lnTo>
                  <a:lnTo>
                    <a:pt x="1089435" y="1412244"/>
                  </a:lnTo>
                  <a:lnTo>
                    <a:pt x="1089447" y="1412258"/>
                  </a:lnTo>
                  <a:lnTo>
                    <a:pt x="1089451" y="1412260"/>
                  </a:lnTo>
                  <a:lnTo>
                    <a:pt x="1089461" y="1412271"/>
                  </a:lnTo>
                  <a:lnTo>
                    <a:pt x="1089462" y="1412279"/>
                  </a:lnTo>
                  <a:lnTo>
                    <a:pt x="1089460" y="1412285"/>
                  </a:lnTo>
                  <a:lnTo>
                    <a:pt x="1089456" y="1412300"/>
                  </a:lnTo>
                  <a:lnTo>
                    <a:pt x="1089458" y="1412304"/>
                  </a:lnTo>
                  <a:lnTo>
                    <a:pt x="1089463" y="1412304"/>
                  </a:lnTo>
                  <a:lnTo>
                    <a:pt x="1089470" y="1412300"/>
                  </a:lnTo>
                  <a:lnTo>
                    <a:pt x="1089479" y="1412291"/>
                  </a:lnTo>
                  <a:lnTo>
                    <a:pt x="1089485" y="1412287"/>
                  </a:lnTo>
                  <a:lnTo>
                    <a:pt x="1089496" y="1412283"/>
                  </a:lnTo>
                  <a:lnTo>
                    <a:pt x="1089503" y="1412285"/>
                  </a:lnTo>
                  <a:lnTo>
                    <a:pt x="1089509" y="1412292"/>
                  </a:lnTo>
                  <a:lnTo>
                    <a:pt x="1089514" y="1412307"/>
                  </a:lnTo>
                  <a:lnTo>
                    <a:pt x="1089514" y="1412312"/>
                  </a:lnTo>
                  <a:lnTo>
                    <a:pt x="1089520" y="1412323"/>
                  </a:lnTo>
                  <a:lnTo>
                    <a:pt x="1089526" y="1412329"/>
                  </a:lnTo>
                  <a:lnTo>
                    <a:pt x="1089534" y="1412331"/>
                  </a:lnTo>
                  <a:lnTo>
                    <a:pt x="1089539" y="1412332"/>
                  </a:lnTo>
                  <a:lnTo>
                    <a:pt x="1089543" y="1412334"/>
                  </a:lnTo>
                  <a:lnTo>
                    <a:pt x="1089547" y="1412338"/>
                  </a:lnTo>
                  <a:lnTo>
                    <a:pt x="1089555" y="1412354"/>
                  </a:lnTo>
                  <a:lnTo>
                    <a:pt x="1089566" y="1412384"/>
                  </a:lnTo>
                  <a:lnTo>
                    <a:pt x="1089574" y="1412399"/>
                  </a:lnTo>
                  <a:lnTo>
                    <a:pt x="1089580" y="1412414"/>
                  </a:lnTo>
                  <a:lnTo>
                    <a:pt x="1089584" y="1412429"/>
                  </a:lnTo>
                  <a:lnTo>
                    <a:pt x="1089587" y="1412434"/>
                  </a:lnTo>
                  <a:lnTo>
                    <a:pt x="1089589" y="1412444"/>
                  </a:lnTo>
                  <a:lnTo>
                    <a:pt x="1089593" y="1412459"/>
                  </a:lnTo>
                  <a:lnTo>
                    <a:pt x="1089594" y="1412467"/>
                  </a:lnTo>
                  <a:lnTo>
                    <a:pt x="1089600" y="1412475"/>
                  </a:lnTo>
                  <a:lnTo>
                    <a:pt x="1089613" y="1412484"/>
                  </a:lnTo>
                  <a:lnTo>
                    <a:pt x="1089629" y="1412492"/>
                  </a:lnTo>
                  <a:lnTo>
                    <a:pt x="1089641" y="1412503"/>
                  </a:lnTo>
                  <a:lnTo>
                    <a:pt x="1089653" y="1412517"/>
                  </a:lnTo>
                  <a:lnTo>
                    <a:pt x="1089657" y="1412522"/>
                  </a:lnTo>
                  <a:lnTo>
                    <a:pt x="1089662" y="1412531"/>
                  </a:lnTo>
                  <a:lnTo>
                    <a:pt x="1089669" y="1412544"/>
                  </a:lnTo>
                  <a:lnTo>
                    <a:pt x="1089674" y="1412561"/>
                  </a:lnTo>
                  <a:lnTo>
                    <a:pt x="1089675" y="1412570"/>
                  </a:lnTo>
                  <a:lnTo>
                    <a:pt x="1089677" y="1412577"/>
                  </a:lnTo>
                  <a:lnTo>
                    <a:pt x="1089679" y="1412583"/>
                  </a:lnTo>
                  <a:lnTo>
                    <a:pt x="1089677" y="1412592"/>
                  </a:lnTo>
                  <a:lnTo>
                    <a:pt x="1089669" y="1412607"/>
                  </a:lnTo>
                  <a:lnTo>
                    <a:pt x="1089664" y="1412622"/>
                  </a:lnTo>
                  <a:lnTo>
                    <a:pt x="1089657" y="1412637"/>
                  </a:lnTo>
                  <a:lnTo>
                    <a:pt x="1089650" y="1412649"/>
                  </a:lnTo>
                  <a:lnTo>
                    <a:pt x="1089646" y="1412657"/>
                  </a:lnTo>
                  <a:lnTo>
                    <a:pt x="1089643" y="1412666"/>
                  </a:lnTo>
                  <a:lnTo>
                    <a:pt x="1089636" y="1412681"/>
                  </a:lnTo>
                  <a:lnTo>
                    <a:pt x="1089634" y="1412688"/>
                  </a:lnTo>
                  <a:lnTo>
                    <a:pt x="1089634" y="1412696"/>
                  </a:lnTo>
                  <a:lnTo>
                    <a:pt x="1089636" y="1412704"/>
                  </a:lnTo>
                  <a:lnTo>
                    <a:pt x="1089642" y="1412711"/>
                  </a:lnTo>
                  <a:lnTo>
                    <a:pt x="1089656" y="1412723"/>
                  </a:lnTo>
                  <a:lnTo>
                    <a:pt x="1089668" y="1412736"/>
                  </a:lnTo>
                  <a:lnTo>
                    <a:pt x="1089677" y="1412752"/>
                  </a:lnTo>
                  <a:lnTo>
                    <a:pt x="1089687" y="1412767"/>
                  </a:lnTo>
                  <a:lnTo>
                    <a:pt x="1089707" y="1412810"/>
                  </a:lnTo>
                  <a:lnTo>
                    <a:pt x="1089714" y="1412817"/>
                  </a:lnTo>
                  <a:lnTo>
                    <a:pt x="1089721" y="1412822"/>
                  </a:lnTo>
                  <a:lnTo>
                    <a:pt x="1089735" y="1412832"/>
                  </a:lnTo>
                  <a:lnTo>
                    <a:pt x="1089749" y="1412840"/>
                  </a:lnTo>
                  <a:lnTo>
                    <a:pt x="1089755" y="1412843"/>
                  </a:lnTo>
                  <a:lnTo>
                    <a:pt x="1089764" y="1412851"/>
                  </a:lnTo>
                  <a:lnTo>
                    <a:pt x="1089776" y="1412862"/>
                  </a:lnTo>
                  <a:lnTo>
                    <a:pt x="1089783" y="1412869"/>
                  </a:lnTo>
                  <a:lnTo>
                    <a:pt x="1089790" y="1412873"/>
                  </a:lnTo>
                  <a:lnTo>
                    <a:pt x="1089804" y="1412885"/>
                  </a:lnTo>
                  <a:lnTo>
                    <a:pt x="1089818" y="1412896"/>
                  </a:lnTo>
                  <a:lnTo>
                    <a:pt x="1089832" y="1412908"/>
                  </a:lnTo>
                  <a:lnTo>
                    <a:pt x="1089845" y="1412919"/>
                  </a:lnTo>
                  <a:lnTo>
                    <a:pt x="1089859" y="1412932"/>
                  </a:lnTo>
                  <a:lnTo>
                    <a:pt x="1089863" y="1412934"/>
                  </a:lnTo>
                  <a:lnTo>
                    <a:pt x="1089870" y="1412946"/>
                  </a:lnTo>
                  <a:lnTo>
                    <a:pt x="1089873" y="1412960"/>
                  </a:lnTo>
                  <a:lnTo>
                    <a:pt x="1089872" y="1412975"/>
                  </a:lnTo>
                  <a:lnTo>
                    <a:pt x="1089873" y="1412982"/>
                  </a:lnTo>
                  <a:lnTo>
                    <a:pt x="1089874" y="1412986"/>
                  </a:lnTo>
                  <a:lnTo>
                    <a:pt x="1089878" y="1412989"/>
                  </a:lnTo>
                  <a:lnTo>
                    <a:pt x="1089891" y="1413002"/>
                  </a:lnTo>
                  <a:lnTo>
                    <a:pt x="1089897" y="1413009"/>
                  </a:lnTo>
                  <a:lnTo>
                    <a:pt x="1089904" y="1413015"/>
                  </a:lnTo>
                  <a:lnTo>
                    <a:pt x="1089918" y="1413019"/>
                  </a:lnTo>
                  <a:lnTo>
                    <a:pt x="1089924" y="1413019"/>
                  </a:lnTo>
                  <a:lnTo>
                    <a:pt x="1089934" y="1413023"/>
                  </a:lnTo>
                  <a:lnTo>
                    <a:pt x="1089945" y="1413031"/>
                  </a:lnTo>
                  <a:lnTo>
                    <a:pt x="1089955" y="1413047"/>
                  </a:lnTo>
                  <a:lnTo>
                    <a:pt x="1089959" y="1413051"/>
                  </a:lnTo>
                  <a:lnTo>
                    <a:pt x="1089965" y="1413062"/>
                  </a:lnTo>
                  <a:lnTo>
                    <a:pt x="1089968" y="1413077"/>
                  </a:lnTo>
                  <a:lnTo>
                    <a:pt x="1089974" y="1413092"/>
                  </a:lnTo>
                  <a:lnTo>
                    <a:pt x="1089975" y="1413099"/>
                  </a:lnTo>
                  <a:lnTo>
                    <a:pt x="1089978" y="1413107"/>
                  </a:lnTo>
                  <a:lnTo>
                    <a:pt x="1089979" y="1413113"/>
                  </a:lnTo>
                  <a:lnTo>
                    <a:pt x="1089984" y="1413122"/>
                  </a:lnTo>
                  <a:lnTo>
                    <a:pt x="1089990" y="1413153"/>
                  </a:lnTo>
                  <a:lnTo>
                    <a:pt x="1089993" y="1413159"/>
                  </a:lnTo>
                  <a:lnTo>
                    <a:pt x="1089997" y="1413168"/>
                  </a:lnTo>
                  <a:lnTo>
                    <a:pt x="1090003" y="1413183"/>
                  </a:lnTo>
                  <a:lnTo>
                    <a:pt x="1090007" y="1413190"/>
                  </a:lnTo>
                  <a:lnTo>
                    <a:pt x="1090009" y="1413198"/>
                  </a:lnTo>
                  <a:lnTo>
                    <a:pt x="1090012" y="1413204"/>
                  </a:lnTo>
                  <a:lnTo>
                    <a:pt x="1090021" y="1413212"/>
                  </a:lnTo>
                  <a:lnTo>
                    <a:pt x="1090035" y="1413225"/>
                  </a:lnTo>
                  <a:lnTo>
                    <a:pt x="1090041" y="1413230"/>
                  </a:lnTo>
                  <a:lnTo>
                    <a:pt x="1090046" y="1413238"/>
                  </a:lnTo>
                  <a:lnTo>
                    <a:pt x="1090050" y="1413245"/>
                  </a:lnTo>
                  <a:lnTo>
                    <a:pt x="1090056" y="1413252"/>
                  </a:lnTo>
                  <a:lnTo>
                    <a:pt x="1090066" y="1413262"/>
                  </a:lnTo>
                  <a:lnTo>
                    <a:pt x="1090071" y="1413265"/>
                  </a:lnTo>
                  <a:lnTo>
                    <a:pt x="1090080" y="1413266"/>
                  </a:lnTo>
                  <a:lnTo>
                    <a:pt x="1090089" y="1413267"/>
                  </a:lnTo>
                  <a:lnTo>
                    <a:pt x="1090098" y="1413267"/>
                  </a:lnTo>
                  <a:lnTo>
                    <a:pt x="1090104" y="1413268"/>
                  </a:lnTo>
                  <a:lnTo>
                    <a:pt x="1090109" y="1413272"/>
                  </a:lnTo>
                  <a:lnTo>
                    <a:pt x="1090114" y="1413283"/>
                  </a:lnTo>
                  <a:lnTo>
                    <a:pt x="1090119" y="1413292"/>
                  </a:lnTo>
                  <a:lnTo>
                    <a:pt x="1090122" y="1413297"/>
                  </a:lnTo>
                  <a:lnTo>
                    <a:pt x="1090137" y="1413308"/>
                  </a:lnTo>
                  <a:lnTo>
                    <a:pt x="1090149" y="1413320"/>
                  </a:lnTo>
                  <a:lnTo>
                    <a:pt x="1090154" y="1413325"/>
                  </a:lnTo>
                  <a:lnTo>
                    <a:pt x="1090160" y="1413334"/>
                  </a:lnTo>
                  <a:lnTo>
                    <a:pt x="1090163" y="1413340"/>
                  </a:lnTo>
                  <a:lnTo>
                    <a:pt x="1090166" y="1413349"/>
                  </a:lnTo>
                  <a:lnTo>
                    <a:pt x="1090169" y="1413364"/>
                  </a:lnTo>
                  <a:lnTo>
                    <a:pt x="1090172" y="1413379"/>
                  </a:lnTo>
                  <a:lnTo>
                    <a:pt x="1090174" y="1413385"/>
                  </a:lnTo>
                  <a:lnTo>
                    <a:pt x="1090182" y="1413394"/>
                  </a:lnTo>
                  <a:lnTo>
                    <a:pt x="1090196" y="1413407"/>
                  </a:lnTo>
                  <a:lnTo>
                    <a:pt x="1090210" y="1413419"/>
                  </a:lnTo>
                  <a:lnTo>
                    <a:pt x="1090221" y="1413434"/>
                  </a:lnTo>
                  <a:lnTo>
                    <a:pt x="1090231" y="1413452"/>
                  </a:lnTo>
                  <a:lnTo>
                    <a:pt x="1090237" y="1413454"/>
                  </a:lnTo>
                  <a:lnTo>
                    <a:pt x="1090248" y="1413455"/>
                  </a:lnTo>
                  <a:lnTo>
                    <a:pt x="1090274" y="1413454"/>
                  </a:lnTo>
                  <a:lnTo>
                    <a:pt x="1090282" y="1413456"/>
                  </a:lnTo>
                  <a:lnTo>
                    <a:pt x="1090288" y="1413460"/>
                  </a:lnTo>
                  <a:lnTo>
                    <a:pt x="1090302" y="1413474"/>
                  </a:lnTo>
                  <a:lnTo>
                    <a:pt x="1090313" y="1413489"/>
                  </a:lnTo>
                  <a:lnTo>
                    <a:pt x="1090321" y="1413498"/>
                  </a:lnTo>
                  <a:lnTo>
                    <a:pt x="1090324" y="1413504"/>
                  </a:lnTo>
                  <a:lnTo>
                    <a:pt x="1090326" y="1413511"/>
                  </a:lnTo>
                  <a:lnTo>
                    <a:pt x="1090330" y="1413519"/>
                  </a:lnTo>
                  <a:lnTo>
                    <a:pt x="1090333" y="1413534"/>
                  </a:lnTo>
                  <a:lnTo>
                    <a:pt x="1090336" y="1413550"/>
                  </a:lnTo>
                  <a:lnTo>
                    <a:pt x="1090341" y="1413566"/>
                  </a:lnTo>
                  <a:lnTo>
                    <a:pt x="1090345" y="1413571"/>
                  </a:lnTo>
                  <a:lnTo>
                    <a:pt x="1090353" y="1413573"/>
                  </a:lnTo>
                  <a:lnTo>
                    <a:pt x="1090367" y="1413576"/>
                  </a:lnTo>
                  <a:lnTo>
                    <a:pt x="1090381" y="1413580"/>
                  </a:lnTo>
                  <a:lnTo>
                    <a:pt x="1090409" y="1413592"/>
                  </a:lnTo>
                  <a:lnTo>
                    <a:pt x="1090423" y="1413601"/>
                  </a:lnTo>
                  <a:lnTo>
                    <a:pt x="1090437" y="1413610"/>
                  </a:lnTo>
                  <a:lnTo>
                    <a:pt x="1090465" y="1413630"/>
                  </a:lnTo>
                  <a:lnTo>
                    <a:pt x="1090479" y="1413644"/>
                  </a:lnTo>
                  <a:lnTo>
                    <a:pt x="1090491" y="1413657"/>
                  </a:lnTo>
                  <a:lnTo>
                    <a:pt x="1090503" y="1413671"/>
                  </a:lnTo>
                  <a:lnTo>
                    <a:pt x="1090515" y="1413684"/>
                  </a:lnTo>
                  <a:lnTo>
                    <a:pt x="1090529" y="1413694"/>
                  </a:lnTo>
                  <a:lnTo>
                    <a:pt x="1090543" y="1413702"/>
                  </a:lnTo>
                  <a:lnTo>
                    <a:pt x="1090557" y="1413708"/>
                  </a:lnTo>
                  <a:lnTo>
                    <a:pt x="1090571" y="1413713"/>
                  </a:lnTo>
                  <a:lnTo>
                    <a:pt x="1090585" y="1413714"/>
                  </a:lnTo>
                  <a:lnTo>
                    <a:pt x="1090599" y="1413715"/>
                  </a:lnTo>
                  <a:lnTo>
                    <a:pt x="1090607" y="1413715"/>
                  </a:lnTo>
                  <a:lnTo>
                    <a:pt x="1090614" y="1413718"/>
                  </a:lnTo>
                  <a:lnTo>
                    <a:pt x="1090628" y="1413724"/>
                  </a:lnTo>
                  <a:lnTo>
                    <a:pt x="1090642" y="1413729"/>
                  </a:lnTo>
                  <a:lnTo>
                    <a:pt x="1090656" y="1413736"/>
                  </a:lnTo>
                  <a:lnTo>
                    <a:pt x="1090668" y="1413745"/>
                  </a:lnTo>
                  <a:lnTo>
                    <a:pt x="1090673" y="1413746"/>
                  </a:lnTo>
                  <a:lnTo>
                    <a:pt x="1090685" y="1413740"/>
                  </a:lnTo>
                  <a:lnTo>
                    <a:pt x="1090697" y="1413731"/>
                  </a:lnTo>
                  <a:lnTo>
                    <a:pt x="1090712" y="1413717"/>
                  </a:lnTo>
                  <a:lnTo>
                    <a:pt x="1090726" y="1413705"/>
                  </a:lnTo>
                  <a:lnTo>
                    <a:pt x="1090740" y="1413695"/>
                  </a:lnTo>
                  <a:lnTo>
                    <a:pt x="1090753" y="1413683"/>
                  </a:lnTo>
                  <a:lnTo>
                    <a:pt x="1090766" y="1413671"/>
                  </a:lnTo>
                  <a:lnTo>
                    <a:pt x="1090781" y="1413659"/>
                  </a:lnTo>
                  <a:lnTo>
                    <a:pt x="1090794" y="1413647"/>
                  </a:lnTo>
                  <a:lnTo>
                    <a:pt x="1090807" y="1413633"/>
                  </a:lnTo>
                  <a:lnTo>
                    <a:pt x="1090819" y="1413619"/>
                  </a:lnTo>
                  <a:lnTo>
                    <a:pt x="1090833" y="1413605"/>
                  </a:lnTo>
                  <a:lnTo>
                    <a:pt x="1090846" y="1413591"/>
                  </a:lnTo>
                  <a:lnTo>
                    <a:pt x="1090871" y="1413565"/>
                  </a:lnTo>
                  <a:lnTo>
                    <a:pt x="1090885" y="1413553"/>
                  </a:lnTo>
                  <a:lnTo>
                    <a:pt x="1090900" y="1413544"/>
                  </a:lnTo>
                  <a:lnTo>
                    <a:pt x="1090928" y="1413527"/>
                  </a:lnTo>
                  <a:lnTo>
                    <a:pt x="1090942" y="1413523"/>
                  </a:lnTo>
                  <a:lnTo>
                    <a:pt x="1090952" y="1413517"/>
                  </a:lnTo>
                  <a:lnTo>
                    <a:pt x="1090988" y="1413500"/>
                  </a:lnTo>
                  <a:lnTo>
                    <a:pt x="1090997" y="1413497"/>
                  </a:lnTo>
                  <a:lnTo>
                    <a:pt x="1091053" y="1413479"/>
                  </a:lnTo>
                  <a:lnTo>
                    <a:pt x="1091067" y="1413477"/>
                  </a:lnTo>
                  <a:lnTo>
                    <a:pt x="1091081" y="1413475"/>
                  </a:lnTo>
                  <a:lnTo>
                    <a:pt x="1091095" y="1413472"/>
                  </a:lnTo>
                  <a:lnTo>
                    <a:pt x="1091109" y="1413469"/>
                  </a:lnTo>
                  <a:lnTo>
                    <a:pt x="1091123" y="1413468"/>
                  </a:lnTo>
                  <a:lnTo>
                    <a:pt x="1091138" y="1413468"/>
                  </a:lnTo>
                  <a:lnTo>
                    <a:pt x="1091152" y="1413468"/>
                  </a:lnTo>
                  <a:lnTo>
                    <a:pt x="1091166" y="1413466"/>
                  </a:lnTo>
                  <a:lnTo>
                    <a:pt x="1091180" y="1413466"/>
                  </a:lnTo>
                  <a:lnTo>
                    <a:pt x="1091187" y="1413464"/>
                  </a:lnTo>
                  <a:lnTo>
                    <a:pt x="1091194" y="1413464"/>
                  </a:lnTo>
                  <a:lnTo>
                    <a:pt x="1091209" y="1413463"/>
                  </a:lnTo>
                  <a:lnTo>
                    <a:pt x="1091213" y="1413462"/>
                  </a:lnTo>
                  <a:lnTo>
                    <a:pt x="1091223" y="1413459"/>
                  </a:lnTo>
                  <a:lnTo>
                    <a:pt x="1091244" y="1413459"/>
                  </a:lnTo>
                  <a:lnTo>
                    <a:pt x="1091251" y="1413457"/>
                  </a:lnTo>
                  <a:lnTo>
                    <a:pt x="1091267" y="1413455"/>
                  </a:lnTo>
                  <a:lnTo>
                    <a:pt x="1091279" y="1413456"/>
                  </a:lnTo>
                  <a:lnTo>
                    <a:pt x="1091293" y="1413464"/>
                  </a:lnTo>
                  <a:lnTo>
                    <a:pt x="1091306" y="1413476"/>
                  </a:lnTo>
                  <a:lnTo>
                    <a:pt x="1091319" y="1413490"/>
                  </a:lnTo>
                  <a:lnTo>
                    <a:pt x="1091332" y="1413505"/>
                  </a:lnTo>
                  <a:lnTo>
                    <a:pt x="1091344" y="1413520"/>
                  </a:lnTo>
                  <a:lnTo>
                    <a:pt x="1091352" y="1413531"/>
                  </a:lnTo>
                  <a:lnTo>
                    <a:pt x="1091356" y="1413550"/>
                  </a:lnTo>
                  <a:lnTo>
                    <a:pt x="1091359" y="1413559"/>
                  </a:lnTo>
                  <a:lnTo>
                    <a:pt x="1091363" y="1413574"/>
                  </a:lnTo>
                  <a:lnTo>
                    <a:pt x="1091372" y="1413604"/>
                  </a:lnTo>
                  <a:lnTo>
                    <a:pt x="1091377" y="1413619"/>
                  </a:lnTo>
                  <a:lnTo>
                    <a:pt x="1091383" y="1413634"/>
                  </a:lnTo>
                  <a:lnTo>
                    <a:pt x="1091388" y="1413645"/>
                  </a:lnTo>
                  <a:lnTo>
                    <a:pt x="1091401" y="1413664"/>
                  </a:lnTo>
                  <a:lnTo>
                    <a:pt x="1091413" y="1413678"/>
                  </a:lnTo>
                  <a:lnTo>
                    <a:pt x="1091427" y="1413689"/>
                  </a:lnTo>
                  <a:lnTo>
                    <a:pt x="1091435" y="1413693"/>
                  </a:lnTo>
                  <a:lnTo>
                    <a:pt x="1091455" y="1413704"/>
                  </a:lnTo>
                  <a:lnTo>
                    <a:pt x="1091469" y="1413706"/>
                  </a:lnTo>
                  <a:lnTo>
                    <a:pt x="1091484" y="1413703"/>
                  </a:lnTo>
                  <a:lnTo>
                    <a:pt x="1091515" y="1413689"/>
                  </a:lnTo>
                  <a:lnTo>
                    <a:pt x="1091525" y="1413683"/>
                  </a:lnTo>
                  <a:lnTo>
                    <a:pt x="1091540" y="1413677"/>
                  </a:lnTo>
                  <a:lnTo>
                    <a:pt x="1091553" y="1413678"/>
                  </a:lnTo>
                  <a:lnTo>
                    <a:pt x="1091567" y="1413681"/>
                  </a:lnTo>
                  <a:lnTo>
                    <a:pt x="1091581" y="1413686"/>
                  </a:lnTo>
                  <a:lnTo>
                    <a:pt x="1091588" y="1413688"/>
                  </a:lnTo>
                  <a:lnTo>
                    <a:pt x="1091597" y="1413686"/>
                  </a:lnTo>
                  <a:lnTo>
                    <a:pt x="1091610" y="1413679"/>
                  </a:lnTo>
                  <a:lnTo>
                    <a:pt x="1091624" y="1413666"/>
                  </a:lnTo>
                  <a:lnTo>
                    <a:pt x="1091637" y="1413654"/>
                  </a:lnTo>
                  <a:lnTo>
                    <a:pt x="1091652" y="1413643"/>
                  </a:lnTo>
                  <a:lnTo>
                    <a:pt x="1091655" y="1413639"/>
                  </a:lnTo>
                  <a:lnTo>
                    <a:pt x="1091666" y="1413634"/>
                  </a:lnTo>
                  <a:lnTo>
                    <a:pt x="1091694" y="1413622"/>
                  </a:lnTo>
                  <a:lnTo>
                    <a:pt x="1091709" y="1413620"/>
                  </a:lnTo>
                  <a:lnTo>
                    <a:pt x="1091723" y="1413617"/>
                  </a:lnTo>
                  <a:lnTo>
                    <a:pt x="1091751" y="1413613"/>
                  </a:lnTo>
                  <a:lnTo>
                    <a:pt x="1091766" y="1413613"/>
                  </a:lnTo>
                  <a:lnTo>
                    <a:pt x="1091780" y="1413613"/>
                  </a:lnTo>
                  <a:lnTo>
                    <a:pt x="1091808" y="1413611"/>
                  </a:lnTo>
                  <a:lnTo>
                    <a:pt x="1091822" y="1413609"/>
                  </a:lnTo>
                  <a:lnTo>
                    <a:pt x="1091836" y="1413607"/>
                  </a:lnTo>
                  <a:lnTo>
                    <a:pt x="1091850" y="1413604"/>
                  </a:lnTo>
                  <a:lnTo>
                    <a:pt x="1091865" y="1413600"/>
                  </a:lnTo>
                  <a:lnTo>
                    <a:pt x="1091879" y="1413591"/>
                  </a:lnTo>
                  <a:lnTo>
                    <a:pt x="1091891" y="1413578"/>
                  </a:lnTo>
                  <a:lnTo>
                    <a:pt x="1091905" y="1413564"/>
                  </a:lnTo>
                  <a:lnTo>
                    <a:pt x="1091919" y="1413557"/>
                  </a:lnTo>
                  <a:lnTo>
                    <a:pt x="1091931" y="1413558"/>
                  </a:lnTo>
                  <a:lnTo>
                    <a:pt x="1091945" y="1413565"/>
                  </a:lnTo>
                  <a:lnTo>
                    <a:pt x="1091949" y="1413571"/>
                  </a:lnTo>
                  <a:lnTo>
                    <a:pt x="1091950" y="1413580"/>
                  </a:lnTo>
                  <a:lnTo>
                    <a:pt x="1091942" y="1413592"/>
                  </a:lnTo>
                  <a:lnTo>
                    <a:pt x="1091937" y="1413602"/>
                  </a:lnTo>
                  <a:lnTo>
                    <a:pt x="1091935" y="1413618"/>
                  </a:lnTo>
                  <a:lnTo>
                    <a:pt x="1091940" y="1413633"/>
                  </a:lnTo>
                  <a:lnTo>
                    <a:pt x="1091942" y="1413640"/>
                  </a:lnTo>
                  <a:lnTo>
                    <a:pt x="1091944" y="1413648"/>
                  </a:lnTo>
                  <a:lnTo>
                    <a:pt x="1091944" y="1413663"/>
                  </a:lnTo>
                  <a:lnTo>
                    <a:pt x="1091942" y="1413678"/>
                  </a:lnTo>
                  <a:lnTo>
                    <a:pt x="1091939" y="1413693"/>
                  </a:lnTo>
                  <a:lnTo>
                    <a:pt x="1091935" y="1413708"/>
                  </a:lnTo>
                  <a:lnTo>
                    <a:pt x="1091930" y="1413723"/>
                  </a:lnTo>
                  <a:lnTo>
                    <a:pt x="1091926" y="1413753"/>
                  </a:lnTo>
                  <a:lnTo>
                    <a:pt x="1091924" y="1413768"/>
                  </a:lnTo>
                  <a:lnTo>
                    <a:pt x="1091922" y="1413783"/>
                  </a:lnTo>
                  <a:lnTo>
                    <a:pt x="1091921" y="1413828"/>
                  </a:lnTo>
                  <a:lnTo>
                    <a:pt x="1091922" y="1413843"/>
                  </a:lnTo>
                  <a:lnTo>
                    <a:pt x="1091922" y="1413849"/>
                  </a:lnTo>
                  <a:lnTo>
                    <a:pt x="1091925" y="1413858"/>
                  </a:lnTo>
                  <a:lnTo>
                    <a:pt x="1091927" y="1413873"/>
                  </a:lnTo>
                  <a:lnTo>
                    <a:pt x="1091934" y="1413889"/>
                  </a:lnTo>
                  <a:lnTo>
                    <a:pt x="1091941" y="1413904"/>
                  </a:lnTo>
                  <a:lnTo>
                    <a:pt x="1091951" y="1413919"/>
                  </a:lnTo>
                  <a:lnTo>
                    <a:pt x="1091962" y="1413933"/>
                  </a:lnTo>
                  <a:lnTo>
                    <a:pt x="1091974" y="1413948"/>
                  </a:lnTo>
                  <a:lnTo>
                    <a:pt x="1091984" y="1413961"/>
                  </a:lnTo>
                  <a:lnTo>
                    <a:pt x="1091994" y="1413976"/>
                  </a:lnTo>
                  <a:lnTo>
                    <a:pt x="1092003" y="1413991"/>
                  </a:lnTo>
                  <a:lnTo>
                    <a:pt x="1092010" y="1414007"/>
                  </a:lnTo>
                  <a:lnTo>
                    <a:pt x="1092013" y="1414013"/>
                  </a:lnTo>
                  <a:lnTo>
                    <a:pt x="1092009" y="1414037"/>
                  </a:lnTo>
                  <a:lnTo>
                    <a:pt x="1092005" y="1414045"/>
                  </a:lnTo>
                  <a:lnTo>
                    <a:pt x="1091993" y="1414060"/>
                  </a:lnTo>
                  <a:lnTo>
                    <a:pt x="1091982" y="1414074"/>
                  </a:lnTo>
                  <a:lnTo>
                    <a:pt x="1091975" y="1414085"/>
                  </a:lnTo>
                  <a:lnTo>
                    <a:pt x="1091967" y="1414101"/>
                  </a:lnTo>
                  <a:lnTo>
                    <a:pt x="1091965" y="1414113"/>
                  </a:lnTo>
                  <a:lnTo>
                    <a:pt x="1091960" y="1414142"/>
                  </a:lnTo>
                  <a:lnTo>
                    <a:pt x="1091958" y="1414157"/>
                  </a:lnTo>
                  <a:lnTo>
                    <a:pt x="1091959" y="1414172"/>
                  </a:lnTo>
                  <a:lnTo>
                    <a:pt x="1091960" y="1414188"/>
                  </a:lnTo>
                  <a:lnTo>
                    <a:pt x="1091959" y="1414203"/>
                  </a:lnTo>
                  <a:lnTo>
                    <a:pt x="1091961" y="1414218"/>
                  </a:lnTo>
                  <a:lnTo>
                    <a:pt x="1091965" y="1414248"/>
                  </a:lnTo>
                  <a:lnTo>
                    <a:pt x="1091967" y="1414263"/>
                  </a:lnTo>
                  <a:lnTo>
                    <a:pt x="1091970" y="1414278"/>
                  </a:lnTo>
                  <a:lnTo>
                    <a:pt x="1091973" y="1414288"/>
                  </a:lnTo>
                  <a:lnTo>
                    <a:pt x="1091977" y="1414292"/>
                  </a:lnTo>
                  <a:lnTo>
                    <a:pt x="1091990" y="1414305"/>
                  </a:lnTo>
                  <a:lnTo>
                    <a:pt x="1092002" y="1414317"/>
                  </a:lnTo>
                  <a:lnTo>
                    <a:pt x="1092012" y="1414331"/>
                  </a:lnTo>
                  <a:lnTo>
                    <a:pt x="1092028" y="1414347"/>
                  </a:lnTo>
                  <a:lnTo>
                    <a:pt x="1092039" y="1414355"/>
                  </a:lnTo>
                  <a:lnTo>
                    <a:pt x="1092053" y="1414361"/>
                  </a:lnTo>
                  <a:lnTo>
                    <a:pt x="1092058" y="1414366"/>
                  </a:lnTo>
                  <a:lnTo>
                    <a:pt x="1092065" y="1414376"/>
                  </a:lnTo>
                  <a:lnTo>
                    <a:pt x="1092068" y="1414383"/>
                  </a:lnTo>
                  <a:lnTo>
                    <a:pt x="1092070" y="1414392"/>
                  </a:lnTo>
                  <a:lnTo>
                    <a:pt x="1092069" y="1414407"/>
                  </a:lnTo>
                  <a:lnTo>
                    <a:pt x="1092066" y="1414422"/>
                  </a:lnTo>
                  <a:lnTo>
                    <a:pt x="1092063" y="1414429"/>
                  </a:lnTo>
                  <a:lnTo>
                    <a:pt x="1092062" y="1414437"/>
                  </a:lnTo>
                  <a:lnTo>
                    <a:pt x="1092063" y="1414452"/>
                  </a:lnTo>
                  <a:lnTo>
                    <a:pt x="1092068" y="1414467"/>
                  </a:lnTo>
                  <a:lnTo>
                    <a:pt x="1092069" y="1414475"/>
                  </a:lnTo>
                  <a:lnTo>
                    <a:pt x="1092073" y="1414482"/>
                  </a:lnTo>
                  <a:lnTo>
                    <a:pt x="1092078" y="1414494"/>
                  </a:lnTo>
                  <a:lnTo>
                    <a:pt x="1092096" y="1414527"/>
                  </a:lnTo>
                  <a:lnTo>
                    <a:pt x="1092105" y="1414540"/>
                  </a:lnTo>
                  <a:lnTo>
                    <a:pt x="1092110" y="1414550"/>
                  </a:lnTo>
                  <a:lnTo>
                    <a:pt x="1092115" y="1414559"/>
                  </a:lnTo>
                  <a:lnTo>
                    <a:pt x="1092124" y="1414569"/>
                  </a:lnTo>
                  <a:lnTo>
                    <a:pt x="1092128" y="1414572"/>
                  </a:lnTo>
                  <a:lnTo>
                    <a:pt x="1092138" y="1414576"/>
                  </a:lnTo>
                  <a:lnTo>
                    <a:pt x="1092147" y="1414580"/>
                  </a:lnTo>
                  <a:lnTo>
                    <a:pt x="1092152" y="1414584"/>
                  </a:lnTo>
                  <a:lnTo>
                    <a:pt x="1092156" y="1414586"/>
                  </a:lnTo>
                  <a:lnTo>
                    <a:pt x="1092161" y="1414590"/>
                  </a:lnTo>
                  <a:lnTo>
                    <a:pt x="1092166" y="1414598"/>
                  </a:lnTo>
                  <a:lnTo>
                    <a:pt x="1092172" y="1414611"/>
                  </a:lnTo>
                  <a:lnTo>
                    <a:pt x="1092176" y="1414617"/>
                  </a:lnTo>
                  <a:lnTo>
                    <a:pt x="1092178" y="1414626"/>
                  </a:lnTo>
                  <a:lnTo>
                    <a:pt x="1092181" y="1414634"/>
                  </a:lnTo>
                  <a:lnTo>
                    <a:pt x="1092187" y="1414642"/>
                  </a:lnTo>
                  <a:lnTo>
                    <a:pt x="1092200" y="1414653"/>
                  </a:lnTo>
                  <a:lnTo>
                    <a:pt x="1092208" y="1414660"/>
                  </a:lnTo>
                  <a:lnTo>
                    <a:pt x="1092212" y="1414666"/>
                  </a:lnTo>
                  <a:lnTo>
                    <a:pt x="1092217" y="1414673"/>
                  </a:lnTo>
                  <a:lnTo>
                    <a:pt x="1092220" y="1414681"/>
                  </a:lnTo>
                  <a:lnTo>
                    <a:pt x="1092222" y="1414689"/>
                  </a:lnTo>
                  <a:lnTo>
                    <a:pt x="1092222" y="1414696"/>
                  </a:lnTo>
                  <a:lnTo>
                    <a:pt x="1092225" y="1414730"/>
                  </a:lnTo>
                  <a:lnTo>
                    <a:pt x="1092243" y="1414729"/>
                  </a:lnTo>
                  <a:lnTo>
                    <a:pt x="1092251" y="1414732"/>
                  </a:lnTo>
                  <a:lnTo>
                    <a:pt x="1092265" y="1414736"/>
                  </a:lnTo>
                  <a:lnTo>
                    <a:pt x="1092270" y="1414738"/>
                  </a:lnTo>
                  <a:lnTo>
                    <a:pt x="1092278" y="1414749"/>
                  </a:lnTo>
                  <a:lnTo>
                    <a:pt x="1092288" y="1414764"/>
                  </a:lnTo>
                  <a:lnTo>
                    <a:pt x="1092294" y="1414771"/>
                  </a:lnTo>
                  <a:lnTo>
                    <a:pt x="1092299" y="1414777"/>
                  </a:lnTo>
                  <a:lnTo>
                    <a:pt x="1092304" y="1414787"/>
                  </a:lnTo>
                  <a:lnTo>
                    <a:pt x="1092313" y="1414799"/>
                  </a:lnTo>
                  <a:lnTo>
                    <a:pt x="1092320" y="1414805"/>
                  </a:lnTo>
                  <a:lnTo>
                    <a:pt x="1092334" y="1414815"/>
                  </a:lnTo>
                  <a:lnTo>
                    <a:pt x="1092340" y="1414821"/>
                  </a:lnTo>
                  <a:lnTo>
                    <a:pt x="1092343" y="1414828"/>
                  </a:lnTo>
                  <a:lnTo>
                    <a:pt x="1092354" y="1414844"/>
                  </a:lnTo>
                  <a:lnTo>
                    <a:pt x="1092356" y="1414851"/>
                  </a:lnTo>
                  <a:lnTo>
                    <a:pt x="1092362" y="1414859"/>
                  </a:lnTo>
                  <a:lnTo>
                    <a:pt x="1092373" y="1414874"/>
                  </a:lnTo>
                  <a:lnTo>
                    <a:pt x="1092387" y="1414889"/>
                  </a:lnTo>
                  <a:lnTo>
                    <a:pt x="1092415" y="1414913"/>
                  </a:lnTo>
                  <a:lnTo>
                    <a:pt x="1092429" y="1414923"/>
                  </a:lnTo>
                  <a:lnTo>
                    <a:pt x="1092435" y="1414929"/>
                  </a:lnTo>
                  <a:lnTo>
                    <a:pt x="1092441" y="1414937"/>
                  </a:lnTo>
                  <a:lnTo>
                    <a:pt x="1092444" y="1414946"/>
                  </a:lnTo>
                  <a:lnTo>
                    <a:pt x="1092450" y="1414953"/>
                  </a:lnTo>
                  <a:lnTo>
                    <a:pt x="1092457" y="1414968"/>
                  </a:lnTo>
                  <a:lnTo>
                    <a:pt x="1092465" y="1414983"/>
                  </a:lnTo>
                  <a:lnTo>
                    <a:pt x="1092475" y="1414997"/>
                  </a:lnTo>
                  <a:lnTo>
                    <a:pt x="1092489" y="1415013"/>
                  </a:lnTo>
                  <a:lnTo>
                    <a:pt x="1092501" y="1415029"/>
                  </a:lnTo>
                  <a:lnTo>
                    <a:pt x="1092504" y="1415043"/>
                  </a:lnTo>
                  <a:lnTo>
                    <a:pt x="1092505" y="1415050"/>
                  </a:lnTo>
                  <a:lnTo>
                    <a:pt x="1092510" y="1415056"/>
                  </a:lnTo>
                  <a:lnTo>
                    <a:pt x="1092515" y="1415055"/>
                  </a:lnTo>
                  <a:lnTo>
                    <a:pt x="1092525" y="1415052"/>
                  </a:lnTo>
                  <a:lnTo>
                    <a:pt x="1092532" y="1415050"/>
                  </a:lnTo>
                  <a:lnTo>
                    <a:pt x="1092540" y="1415046"/>
                  </a:lnTo>
                  <a:lnTo>
                    <a:pt x="1092554" y="1415036"/>
                  </a:lnTo>
                  <a:lnTo>
                    <a:pt x="1092568" y="1415024"/>
                  </a:lnTo>
                  <a:lnTo>
                    <a:pt x="1092579" y="1415012"/>
                  </a:lnTo>
                  <a:lnTo>
                    <a:pt x="1092592" y="1414999"/>
                  </a:lnTo>
                  <a:lnTo>
                    <a:pt x="1092620" y="1414981"/>
                  </a:lnTo>
                  <a:lnTo>
                    <a:pt x="1092628" y="1414975"/>
                  </a:lnTo>
                  <a:lnTo>
                    <a:pt x="1092638" y="1414968"/>
                  </a:lnTo>
                  <a:lnTo>
                    <a:pt x="1092648" y="1414965"/>
                  </a:lnTo>
                  <a:lnTo>
                    <a:pt x="1092676" y="1414951"/>
                  </a:lnTo>
                  <a:lnTo>
                    <a:pt x="1092691" y="1414941"/>
                  </a:lnTo>
                  <a:lnTo>
                    <a:pt x="1092705" y="1414931"/>
                  </a:lnTo>
                  <a:lnTo>
                    <a:pt x="1092719" y="1414919"/>
                  </a:lnTo>
                  <a:lnTo>
                    <a:pt x="1092726" y="1414916"/>
                  </a:lnTo>
                  <a:lnTo>
                    <a:pt x="1092734" y="1414915"/>
                  </a:lnTo>
                  <a:lnTo>
                    <a:pt x="1092748" y="1414913"/>
                  </a:lnTo>
                  <a:lnTo>
                    <a:pt x="1092754" y="1414914"/>
                  </a:lnTo>
                  <a:lnTo>
                    <a:pt x="1092768" y="1414923"/>
                  </a:lnTo>
                  <a:lnTo>
                    <a:pt x="1092771" y="1414931"/>
                  </a:lnTo>
                  <a:lnTo>
                    <a:pt x="1092776" y="1414946"/>
                  </a:lnTo>
                  <a:lnTo>
                    <a:pt x="1092794" y="1414949"/>
                  </a:lnTo>
                  <a:lnTo>
                    <a:pt x="1092802" y="1414949"/>
                  </a:lnTo>
                  <a:lnTo>
                    <a:pt x="1092816" y="1414950"/>
                  </a:lnTo>
                  <a:lnTo>
                    <a:pt x="1092841" y="1414951"/>
                  </a:lnTo>
                  <a:lnTo>
                    <a:pt x="1092856" y="1414948"/>
                  </a:lnTo>
                  <a:lnTo>
                    <a:pt x="1092870" y="1414946"/>
                  </a:lnTo>
                  <a:lnTo>
                    <a:pt x="1092884" y="1414944"/>
                  </a:lnTo>
                  <a:lnTo>
                    <a:pt x="1092892" y="1414944"/>
                  </a:lnTo>
                  <a:lnTo>
                    <a:pt x="1092898" y="1414942"/>
                  </a:lnTo>
                  <a:lnTo>
                    <a:pt x="1092912" y="1414942"/>
                  </a:lnTo>
                  <a:lnTo>
                    <a:pt x="1092927" y="1414940"/>
                  </a:lnTo>
                  <a:lnTo>
                    <a:pt x="1092941" y="1414941"/>
                  </a:lnTo>
                  <a:lnTo>
                    <a:pt x="1092955" y="1414944"/>
                  </a:lnTo>
                  <a:lnTo>
                    <a:pt x="1092969" y="1414950"/>
                  </a:lnTo>
                  <a:lnTo>
                    <a:pt x="1092983" y="1414957"/>
                  </a:lnTo>
                  <a:lnTo>
                    <a:pt x="1092997" y="1414966"/>
                  </a:lnTo>
                  <a:lnTo>
                    <a:pt x="1093011" y="1414979"/>
                  </a:lnTo>
                  <a:lnTo>
                    <a:pt x="1093025" y="1414990"/>
                  </a:lnTo>
                  <a:lnTo>
                    <a:pt x="1093039" y="1415000"/>
                  </a:lnTo>
                  <a:lnTo>
                    <a:pt x="1093053" y="1415010"/>
                  </a:lnTo>
                  <a:lnTo>
                    <a:pt x="1093067" y="1415017"/>
                  </a:lnTo>
                  <a:lnTo>
                    <a:pt x="1093081" y="1415024"/>
                  </a:lnTo>
                  <a:lnTo>
                    <a:pt x="1093095" y="1415032"/>
                  </a:lnTo>
                  <a:lnTo>
                    <a:pt x="1093101" y="1415037"/>
                  </a:lnTo>
                  <a:lnTo>
                    <a:pt x="1093108" y="1415039"/>
                  </a:lnTo>
                  <a:lnTo>
                    <a:pt x="1093114" y="1415041"/>
                  </a:lnTo>
                  <a:lnTo>
                    <a:pt x="1093138" y="1415037"/>
                  </a:lnTo>
                  <a:lnTo>
                    <a:pt x="1093147" y="1415034"/>
                  </a:lnTo>
                  <a:lnTo>
                    <a:pt x="1093175" y="1415023"/>
                  </a:lnTo>
                  <a:lnTo>
                    <a:pt x="1093189" y="1415016"/>
                  </a:lnTo>
                  <a:lnTo>
                    <a:pt x="1093204" y="1415010"/>
                  </a:lnTo>
                  <a:lnTo>
                    <a:pt x="1093212" y="1415005"/>
                  </a:lnTo>
                  <a:lnTo>
                    <a:pt x="1093243" y="1414996"/>
                  </a:lnTo>
                  <a:lnTo>
                    <a:pt x="1093257" y="1414995"/>
                  </a:lnTo>
                  <a:lnTo>
                    <a:pt x="1093267" y="1414997"/>
                  </a:lnTo>
                  <a:lnTo>
                    <a:pt x="1093275" y="1414999"/>
                  </a:lnTo>
                  <a:lnTo>
                    <a:pt x="1093285" y="1415004"/>
                  </a:lnTo>
                  <a:lnTo>
                    <a:pt x="1093299" y="1415010"/>
                  </a:lnTo>
                  <a:lnTo>
                    <a:pt x="1093313" y="1415018"/>
                  </a:lnTo>
                  <a:lnTo>
                    <a:pt x="1093327" y="1415029"/>
                  </a:lnTo>
                  <a:lnTo>
                    <a:pt x="1093332" y="1415044"/>
                  </a:lnTo>
                  <a:lnTo>
                    <a:pt x="1093337" y="1415054"/>
                  </a:lnTo>
                  <a:lnTo>
                    <a:pt x="1093342" y="1415057"/>
                  </a:lnTo>
                  <a:lnTo>
                    <a:pt x="1093356" y="1415062"/>
                  </a:lnTo>
                  <a:lnTo>
                    <a:pt x="1093370" y="1415065"/>
                  </a:lnTo>
                  <a:lnTo>
                    <a:pt x="1093398" y="1415071"/>
                  </a:lnTo>
                  <a:lnTo>
                    <a:pt x="1093412" y="1415074"/>
                  </a:lnTo>
                  <a:lnTo>
                    <a:pt x="1093440" y="1415082"/>
                  </a:lnTo>
                  <a:lnTo>
                    <a:pt x="1093454" y="1415088"/>
                  </a:lnTo>
                  <a:lnTo>
                    <a:pt x="1093469" y="1415096"/>
                  </a:lnTo>
                  <a:lnTo>
                    <a:pt x="1093483" y="1415104"/>
                  </a:lnTo>
                  <a:lnTo>
                    <a:pt x="1093497" y="1415111"/>
                  </a:lnTo>
                  <a:lnTo>
                    <a:pt x="1093511" y="1415119"/>
                  </a:lnTo>
                  <a:lnTo>
                    <a:pt x="1093524" y="1415129"/>
                  </a:lnTo>
                  <a:lnTo>
                    <a:pt x="1093538" y="1415139"/>
                  </a:lnTo>
                  <a:lnTo>
                    <a:pt x="1093552" y="1415151"/>
                  </a:lnTo>
                  <a:lnTo>
                    <a:pt x="1093566" y="1415163"/>
                  </a:lnTo>
                  <a:lnTo>
                    <a:pt x="1093575" y="1415171"/>
                  </a:lnTo>
                  <a:lnTo>
                    <a:pt x="1093585" y="1415178"/>
                  </a:lnTo>
                  <a:lnTo>
                    <a:pt x="1093594" y="1415182"/>
                  </a:lnTo>
                  <a:lnTo>
                    <a:pt x="1093609" y="1415188"/>
                  </a:lnTo>
                  <a:lnTo>
                    <a:pt x="1093623" y="1415194"/>
                  </a:lnTo>
                  <a:lnTo>
                    <a:pt x="1093629" y="1415198"/>
                  </a:lnTo>
                  <a:lnTo>
                    <a:pt x="1093635" y="1415205"/>
                  </a:lnTo>
                  <a:lnTo>
                    <a:pt x="1093639" y="1415214"/>
                  </a:lnTo>
                  <a:lnTo>
                    <a:pt x="1093645" y="1415220"/>
                  </a:lnTo>
                  <a:lnTo>
                    <a:pt x="1093657" y="1415236"/>
                  </a:lnTo>
                  <a:lnTo>
                    <a:pt x="1093662" y="1415244"/>
                  </a:lnTo>
                  <a:lnTo>
                    <a:pt x="1093663" y="1415251"/>
                  </a:lnTo>
                  <a:lnTo>
                    <a:pt x="1093661" y="1415257"/>
                  </a:lnTo>
                  <a:lnTo>
                    <a:pt x="1093653" y="1415264"/>
                  </a:lnTo>
                  <a:lnTo>
                    <a:pt x="1093639" y="1415277"/>
                  </a:lnTo>
                  <a:lnTo>
                    <a:pt x="1093625" y="1415290"/>
                  </a:lnTo>
                  <a:lnTo>
                    <a:pt x="1093612" y="1415301"/>
                  </a:lnTo>
                  <a:lnTo>
                    <a:pt x="1093598" y="1415315"/>
                  </a:lnTo>
                  <a:lnTo>
                    <a:pt x="1093585" y="1415328"/>
                  </a:lnTo>
                  <a:lnTo>
                    <a:pt x="1093568" y="1415349"/>
                  </a:lnTo>
                  <a:lnTo>
                    <a:pt x="1093564" y="1415354"/>
                  </a:lnTo>
                  <a:lnTo>
                    <a:pt x="1093561" y="1415360"/>
                  </a:lnTo>
                  <a:lnTo>
                    <a:pt x="1093555" y="1415372"/>
                  </a:lnTo>
                  <a:lnTo>
                    <a:pt x="1093548" y="1415387"/>
                  </a:lnTo>
                  <a:lnTo>
                    <a:pt x="1093544" y="1415394"/>
                  </a:lnTo>
                  <a:lnTo>
                    <a:pt x="1093538" y="1415401"/>
                  </a:lnTo>
                  <a:lnTo>
                    <a:pt x="1093526" y="1415416"/>
                  </a:lnTo>
                  <a:lnTo>
                    <a:pt x="1093522" y="1415423"/>
                  </a:lnTo>
                  <a:lnTo>
                    <a:pt x="1093521" y="1415431"/>
                  </a:lnTo>
                  <a:lnTo>
                    <a:pt x="1093520" y="1415446"/>
                  </a:lnTo>
                  <a:lnTo>
                    <a:pt x="1093520" y="1415461"/>
                  </a:lnTo>
                  <a:lnTo>
                    <a:pt x="1093522" y="1415476"/>
                  </a:lnTo>
                  <a:lnTo>
                    <a:pt x="1093526" y="1415495"/>
                  </a:lnTo>
                  <a:lnTo>
                    <a:pt x="1093529" y="1415506"/>
                  </a:lnTo>
                  <a:lnTo>
                    <a:pt x="1093534" y="1415521"/>
                  </a:lnTo>
                  <a:lnTo>
                    <a:pt x="1093542" y="1415545"/>
                  </a:lnTo>
                  <a:lnTo>
                    <a:pt x="1093543" y="1415551"/>
                  </a:lnTo>
                  <a:lnTo>
                    <a:pt x="1093543" y="1415568"/>
                  </a:lnTo>
                  <a:lnTo>
                    <a:pt x="1093539" y="1415581"/>
                  </a:lnTo>
                  <a:lnTo>
                    <a:pt x="1093538" y="1415585"/>
                  </a:lnTo>
                  <a:lnTo>
                    <a:pt x="1093527" y="1415596"/>
                  </a:lnTo>
                  <a:lnTo>
                    <a:pt x="1093513" y="1415608"/>
                  </a:lnTo>
                  <a:lnTo>
                    <a:pt x="1093499" y="1415618"/>
                  </a:lnTo>
                  <a:lnTo>
                    <a:pt x="1093493" y="1415625"/>
                  </a:lnTo>
                  <a:lnTo>
                    <a:pt x="1093490" y="1415636"/>
                  </a:lnTo>
                  <a:lnTo>
                    <a:pt x="1093479" y="1415673"/>
                  </a:lnTo>
                  <a:lnTo>
                    <a:pt x="1093472" y="1415752"/>
                  </a:lnTo>
                  <a:lnTo>
                    <a:pt x="1093470" y="1415782"/>
                  </a:lnTo>
                  <a:lnTo>
                    <a:pt x="1093468" y="1415795"/>
                  </a:lnTo>
                  <a:lnTo>
                    <a:pt x="1093459" y="1415811"/>
                  </a:lnTo>
                  <a:lnTo>
                    <a:pt x="1093440" y="1415840"/>
                  </a:lnTo>
                  <a:lnTo>
                    <a:pt x="1093434" y="1415855"/>
                  </a:lnTo>
                  <a:lnTo>
                    <a:pt x="1093426" y="1415885"/>
                  </a:lnTo>
                  <a:lnTo>
                    <a:pt x="1093423" y="1415900"/>
                  </a:lnTo>
                  <a:lnTo>
                    <a:pt x="1093420" y="1415915"/>
                  </a:lnTo>
                  <a:lnTo>
                    <a:pt x="1093413" y="1415945"/>
                  </a:lnTo>
                  <a:lnTo>
                    <a:pt x="1093409" y="1415960"/>
                  </a:lnTo>
                  <a:lnTo>
                    <a:pt x="1093407" y="1415975"/>
                  </a:lnTo>
                  <a:lnTo>
                    <a:pt x="1093401" y="1415990"/>
                  </a:lnTo>
                  <a:lnTo>
                    <a:pt x="1093397" y="1416001"/>
                  </a:lnTo>
                  <a:lnTo>
                    <a:pt x="1093393" y="1416016"/>
                  </a:lnTo>
                  <a:lnTo>
                    <a:pt x="1093395" y="1416034"/>
                  </a:lnTo>
                  <a:lnTo>
                    <a:pt x="1093402" y="1416059"/>
                  </a:lnTo>
                  <a:lnTo>
                    <a:pt x="1093409" y="1416105"/>
                  </a:lnTo>
                  <a:lnTo>
                    <a:pt x="1093410" y="1416129"/>
                  </a:lnTo>
                  <a:lnTo>
                    <a:pt x="1093409" y="1416147"/>
                  </a:lnTo>
                  <a:lnTo>
                    <a:pt x="1093409" y="1416157"/>
                  </a:lnTo>
                  <a:lnTo>
                    <a:pt x="1093403" y="1416163"/>
                  </a:lnTo>
                  <a:lnTo>
                    <a:pt x="1093390" y="1416175"/>
                  </a:lnTo>
                  <a:lnTo>
                    <a:pt x="1093381" y="1416187"/>
                  </a:lnTo>
                  <a:lnTo>
                    <a:pt x="1093377" y="1416211"/>
                  </a:lnTo>
                  <a:lnTo>
                    <a:pt x="1093371" y="1416231"/>
                  </a:lnTo>
                  <a:lnTo>
                    <a:pt x="1093364" y="1416244"/>
                  </a:lnTo>
                  <a:lnTo>
                    <a:pt x="1093350" y="1416255"/>
                  </a:lnTo>
                  <a:lnTo>
                    <a:pt x="1093339" y="1416265"/>
                  </a:lnTo>
                  <a:lnTo>
                    <a:pt x="1093325" y="1416272"/>
                  </a:lnTo>
                  <a:lnTo>
                    <a:pt x="1093318" y="1416281"/>
                  </a:lnTo>
                  <a:lnTo>
                    <a:pt x="1093316" y="1416286"/>
                  </a:lnTo>
                  <a:lnTo>
                    <a:pt x="1093315" y="1416296"/>
                  </a:lnTo>
                  <a:lnTo>
                    <a:pt x="1093314" y="1416326"/>
                  </a:lnTo>
                  <a:lnTo>
                    <a:pt x="1093315" y="1416341"/>
                  </a:lnTo>
                  <a:lnTo>
                    <a:pt x="1093315" y="1416371"/>
                  </a:lnTo>
                  <a:lnTo>
                    <a:pt x="1093316" y="1416386"/>
                  </a:lnTo>
                  <a:lnTo>
                    <a:pt x="1093317" y="1416401"/>
                  </a:lnTo>
                  <a:lnTo>
                    <a:pt x="1093321" y="1416416"/>
                  </a:lnTo>
                  <a:lnTo>
                    <a:pt x="1093324" y="1416420"/>
                  </a:lnTo>
                  <a:lnTo>
                    <a:pt x="1093328" y="1416431"/>
                  </a:lnTo>
                  <a:lnTo>
                    <a:pt x="1093331" y="1416447"/>
                  </a:lnTo>
                  <a:lnTo>
                    <a:pt x="1093329" y="1416452"/>
                  </a:lnTo>
                  <a:lnTo>
                    <a:pt x="1093332" y="1416507"/>
                  </a:lnTo>
                  <a:lnTo>
                    <a:pt x="1093335" y="1416522"/>
                  </a:lnTo>
                  <a:lnTo>
                    <a:pt x="1093335" y="1416537"/>
                  </a:lnTo>
                  <a:lnTo>
                    <a:pt x="1093337" y="1416552"/>
                  </a:lnTo>
                  <a:lnTo>
                    <a:pt x="1093339" y="1416567"/>
                  </a:lnTo>
                  <a:lnTo>
                    <a:pt x="1093343" y="1416582"/>
                  </a:lnTo>
                  <a:lnTo>
                    <a:pt x="1093346" y="1416597"/>
                  </a:lnTo>
                  <a:lnTo>
                    <a:pt x="1093348" y="1416612"/>
                  </a:lnTo>
                  <a:lnTo>
                    <a:pt x="1093346" y="1416627"/>
                  </a:lnTo>
                  <a:lnTo>
                    <a:pt x="1093344" y="1416635"/>
                  </a:lnTo>
                  <a:lnTo>
                    <a:pt x="1093339" y="1416644"/>
                  </a:lnTo>
                  <a:lnTo>
                    <a:pt x="1093333" y="1416654"/>
                  </a:lnTo>
                  <a:lnTo>
                    <a:pt x="1093348" y="1416660"/>
                  </a:lnTo>
                  <a:lnTo>
                    <a:pt x="1093352" y="1416662"/>
                  </a:lnTo>
                  <a:lnTo>
                    <a:pt x="1093358" y="1416665"/>
                  </a:lnTo>
                  <a:lnTo>
                    <a:pt x="1093365" y="1416671"/>
                  </a:lnTo>
                  <a:lnTo>
                    <a:pt x="1093375" y="1416681"/>
                  </a:lnTo>
                  <a:lnTo>
                    <a:pt x="1093377" y="1416686"/>
                  </a:lnTo>
                  <a:lnTo>
                    <a:pt x="1093381" y="1416691"/>
                  </a:lnTo>
                  <a:lnTo>
                    <a:pt x="1093387" y="1416701"/>
                  </a:lnTo>
                  <a:lnTo>
                    <a:pt x="1093396" y="1416717"/>
                  </a:lnTo>
                  <a:lnTo>
                    <a:pt x="1093401" y="1416725"/>
                  </a:lnTo>
                  <a:lnTo>
                    <a:pt x="1093408" y="1416729"/>
                  </a:lnTo>
                  <a:lnTo>
                    <a:pt x="1093412" y="1416731"/>
                  </a:lnTo>
                  <a:lnTo>
                    <a:pt x="1093426" y="1416731"/>
                  </a:lnTo>
                  <a:lnTo>
                    <a:pt x="1093436" y="1416736"/>
                  </a:lnTo>
                  <a:lnTo>
                    <a:pt x="1093450" y="1416743"/>
                  </a:lnTo>
                  <a:lnTo>
                    <a:pt x="1093464" y="1416751"/>
                  </a:lnTo>
                  <a:lnTo>
                    <a:pt x="1093478" y="1416760"/>
                  </a:lnTo>
                  <a:lnTo>
                    <a:pt x="1093492" y="1416769"/>
                  </a:lnTo>
                  <a:lnTo>
                    <a:pt x="1093506" y="1416780"/>
                  </a:lnTo>
                  <a:lnTo>
                    <a:pt x="1093512" y="1416785"/>
                  </a:lnTo>
                  <a:lnTo>
                    <a:pt x="1093517" y="1416792"/>
                  </a:lnTo>
                  <a:lnTo>
                    <a:pt x="1093517" y="1416807"/>
                  </a:lnTo>
                  <a:lnTo>
                    <a:pt x="1093517" y="1416822"/>
                  </a:lnTo>
                  <a:lnTo>
                    <a:pt x="1093518" y="1416837"/>
                  </a:lnTo>
                  <a:lnTo>
                    <a:pt x="1093520" y="1416853"/>
                  </a:lnTo>
                  <a:lnTo>
                    <a:pt x="1093520" y="1416868"/>
                  </a:lnTo>
                  <a:lnTo>
                    <a:pt x="1093521" y="1416883"/>
                  </a:lnTo>
                  <a:lnTo>
                    <a:pt x="1093522" y="1416898"/>
                  </a:lnTo>
                  <a:lnTo>
                    <a:pt x="1093523" y="1416913"/>
                  </a:lnTo>
                  <a:lnTo>
                    <a:pt x="1093522" y="1416928"/>
                  </a:lnTo>
                  <a:lnTo>
                    <a:pt x="1093521" y="1416943"/>
                  </a:lnTo>
                  <a:lnTo>
                    <a:pt x="1093518" y="1416958"/>
                  </a:lnTo>
                  <a:lnTo>
                    <a:pt x="1093513" y="1416973"/>
                  </a:lnTo>
                  <a:lnTo>
                    <a:pt x="1093502" y="1416988"/>
                  </a:lnTo>
                  <a:lnTo>
                    <a:pt x="1093489" y="1417003"/>
                  </a:lnTo>
                  <a:lnTo>
                    <a:pt x="1093481" y="1417013"/>
                  </a:lnTo>
                  <a:lnTo>
                    <a:pt x="1093479" y="1417020"/>
                  </a:lnTo>
                  <a:lnTo>
                    <a:pt x="1093471" y="1417033"/>
                  </a:lnTo>
                  <a:lnTo>
                    <a:pt x="1093461" y="1417051"/>
                  </a:lnTo>
                  <a:lnTo>
                    <a:pt x="1093459" y="1417062"/>
                  </a:lnTo>
                  <a:lnTo>
                    <a:pt x="1093460" y="1417077"/>
                  </a:lnTo>
                  <a:lnTo>
                    <a:pt x="1093463" y="1417093"/>
                  </a:lnTo>
                  <a:lnTo>
                    <a:pt x="1093471" y="1417108"/>
                  </a:lnTo>
                  <a:lnTo>
                    <a:pt x="1093484" y="1417123"/>
                  </a:lnTo>
                  <a:lnTo>
                    <a:pt x="1093488" y="1417127"/>
                  </a:lnTo>
                  <a:lnTo>
                    <a:pt x="1093494" y="1417138"/>
                  </a:lnTo>
                  <a:lnTo>
                    <a:pt x="1093499" y="1417153"/>
                  </a:lnTo>
                  <a:lnTo>
                    <a:pt x="1093502" y="1417169"/>
                  </a:lnTo>
                  <a:lnTo>
                    <a:pt x="1093505" y="1417184"/>
                  </a:lnTo>
                  <a:lnTo>
                    <a:pt x="1093507" y="1417199"/>
                  </a:lnTo>
                  <a:lnTo>
                    <a:pt x="1093510" y="1417219"/>
                  </a:lnTo>
                  <a:lnTo>
                    <a:pt x="1093510" y="1417231"/>
                  </a:lnTo>
                  <a:lnTo>
                    <a:pt x="1093507" y="1417236"/>
                  </a:lnTo>
                  <a:lnTo>
                    <a:pt x="1093501" y="1417239"/>
                  </a:lnTo>
                  <a:lnTo>
                    <a:pt x="1093471" y="1417245"/>
                  </a:lnTo>
                  <a:lnTo>
                    <a:pt x="1093454" y="1417244"/>
                  </a:lnTo>
                  <a:lnTo>
                    <a:pt x="1093448" y="1417245"/>
                  </a:lnTo>
                  <a:lnTo>
                    <a:pt x="1093443" y="1417248"/>
                  </a:lnTo>
                  <a:lnTo>
                    <a:pt x="1093429" y="1417257"/>
                  </a:lnTo>
                  <a:lnTo>
                    <a:pt x="1093422" y="1417261"/>
                  </a:lnTo>
                  <a:lnTo>
                    <a:pt x="1093415" y="1417264"/>
                  </a:lnTo>
                  <a:lnTo>
                    <a:pt x="1093401" y="1417270"/>
                  </a:lnTo>
                  <a:lnTo>
                    <a:pt x="1093387" y="1417274"/>
                  </a:lnTo>
                  <a:lnTo>
                    <a:pt x="1093372" y="1417273"/>
                  </a:lnTo>
                  <a:lnTo>
                    <a:pt x="1093358" y="1417270"/>
                  </a:lnTo>
                  <a:lnTo>
                    <a:pt x="1093344" y="1417265"/>
                  </a:lnTo>
                  <a:lnTo>
                    <a:pt x="1093330" y="1417261"/>
                  </a:lnTo>
                  <a:lnTo>
                    <a:pt x="1093316" y="1417261"/>
                  </a:lnTo>
                  <a:lnTo>
                    <a:pt x="1093302" y="1417262"/>
                  </a:lnTo>
                  <a:lnTo>
                    <a:pt x="1093288" y="1417266"/>
                  </a:lnTo>
                  <a:lnTo>
                    <a:pt x="1093273" y="1417272"/>
                  </a:lnTo>
                  <a:lnTo>
                    <a:pt x="1093259" y="1417278"/>
                  </a:lnTo>
                  <a:lnTo>
                    <a:pt x="1093252" y="1417282"/>
                  </a:lnTo>
                  <a:lnTo>
                    <a:pt x="1093245" y="1417284"/>
                  </a:lnTo>
                  <a:lnTo>
                    <a:pt x="1093239" y="1417285"/>
                  </a:lnTo>
                  <a:lnTo>
                    <a:pt x="1093231" y="1417290"/>
                  </a:lnTo>
                  <a:lnTo>
                    <a:pt x="1093217" y="1417299"/>
                  </a:lnTo>
                  <a:lnTo>
                    <a:pt x="1093203" y="1417307"/>
                  </a:lnTo>
                  <a:lnTo>
                    <a:pt x="1093189" y="1417317"/>
                  </a:lnTo>
                  <a:lnTo>
                    <a:pt x="1093182" y="1417321"/>
                  </a:lnTo>
                  <a:lnTo>
                    <a:pt x="1093174" y="1417323"/>
                  </a:lnTo>
                  <a:lnTo>
                    <a:pt x="1093160" y="1417328"/>
                  </a:lnTo>
                  <a:lnTo>
                    <a:pt x="1093144" y="1417336"/>
                  </a:lnTo>
                  <a:lnTo>
                    <a:pt x="1093138" y="1417341"/>
                  </a:lnTo>
                  <a:lnTo>
                    <a:pt x="1093131" y="1417343"/>
                  </a:lnTo>
                  <a:lnTo>
                    <a:pt x="1093124" y="1417343"/>
                  </a:lnTo>
                  <a:lnTo>
                    <a:pt x="1093117" y="1417341"/>
                  </a:lnTo>
                  <a:lnTo>
                    <a:pt x="1093103" y="1417336"/>
                  </a:lnTo>
                  <a:lnTo>
                    <a:pt x="1093088" y="1417326"/>
                  </a:lnTo>
                  <a:lnTo>
                    <a:pt x="1093070" y="1417320"/>
                  </a:lnTo>
                  <a:lnTo>
                    <a:pt x="1093061" y="1417320"/>
                  </a:lnTo>
                  <a:lnTo>
                    <a:pt x="1093047" y="1417321"/>
                  </a:lnTo>
                  <a:lnTo>
                    <a:pt x="1093033" y="1417321"/>
                  </a:lnTo>
                  <a:lnTo>
                    <a:pt x="1093019" y="1417316"/>
                  </a:lnTo>
                  <a:lnTo>
                    <a:pt x="1093005" y="1417309"/>
                  </a:lnTo>
                  <a:lnTo>
                    <a:pt x="1092991" y="1417299"/>
                  </a:lnTo>
                  <a:lnTo>
                    <a:pt x="1092984" y="1417291"/>
                  </a:lnTo>
                  <a:lnTo>
                    <a:pt x="1092981" y="1417280"/>
                  </a:lnTo>
                  <a:lnTo>
                    <a:pt x="1092980" y="1417269"/>
                  </a:lnTo>
                  <a:lnTo>
                    <a:pt x="1092979" y="1417254"/>
                  </a:lnTo>
                  <a:lnTo>
                    <a:pt x="1092979" y="1417239"/>
                  </a:lnTo>
                  <a:lnTo>
                    <a:pt x="1092979" y="1417224"/>
                  </a:lnTo>
                  <a:lnTo>
                    <a:pt x="1092978" y="1417209"/>
                  </a:lnTo>
                  <a:lnTo>
                    <a:pt x="1092979" y="1417149"/>
                  </a:lnTo>
                  <a:lnTo>
                    <a:pt x="1092981" y="1417134"/>
                  </a:lnTo>
                  <a:lnTo>
                    <a:pt x="1092983" y="1417119"/>
                  </a:lnTo>
                  <a:lnTo>
                    <a:pt x="1092982" y="1417104"/>
                  </a:lnTo>
                  <a:lnTo>
                    <a:pt x="1092981" y="1417089"/>
                  </a:lnTo>
                  <a:lnTo>
                    <a:pt x="1092983" y="1417074"/>
                  </a:lnTo>
                  <a:lnTo>
                    <a:pt x="1092983" y="1417065"/>
                  </a:lnTo>
                  <a:lnTo>
                    <a:pt x="1092982" y="1417059"/>
                  </a:lnTo>
                  <a:lnTo>
                    <a:pt x="1092980" y="1417043"/>
                  </a:lnTo>
                  <a:lnTo>
                    <a:pt x="1092979" y="1417035"/>
                  </a:lnTo>
                  <a:lnTo>
                    <a:pt x="1092979" y="1417027"/>
                  </a:lnTo>
                  <a:lnTo>
                    <a:pt x="1092959" y="1417014"/>
                  </a:lnTo>
                  <a:lnTo>
                    <a:pt x="1092946" y="1417010"/>
                  </a:lnTo>
                  <a:lnTo>
                    <a:pt x="1092932" y="1417007"/>
                  </a:lnTo>
                  <a:lnTo>
                    <a:pt x="1092918" y="1417007"/>
                  </a:lnTo>
                  <a:lnTo>
                    <a:pt x="1092904" y="1417008"/>
                  </a:lnTo>
                  <a:lnTo>
                    <a:pt x="1092890" y="1417009"/>
                  </a:lnTo>
                  <a:lnTo>
                    <a:pt x="1092876" y="1417009"/>
                  </a:lnTo>
                  <a:lnTo>
                    <a:pt x="1092862" y="1417010"/>
                  </a:lnTo>
                  <a:lnTo>
                    <a:pt x="1092848" y="1417010"/>
                  </a:lnTo>
                  <a:lnTo>
                    <a:pt x="1092834" y="1417011"/>
                  </a:lnTo>
                  <a:lnTo>
                    <a:pt x="1092819" y="1417012"/>
                  </a:lnTo>
                  <a:lnTo>
                    <a:pt x="1092805" y="1417013"/>
                  </a:lnTo>
                  <a:lnTo>
                    <a:pt x="1092791" y="1417015"/>
                  </a:lnTo>
                  <a:lnTo>
                    <a:pt x="1092777" y="1417017"/>
                  </a:lnTo>
                  <a:lnTo>
                    <a:pt x="1092748" y="1417021"/>
                  </a:lnTo>
                  <a:lnTo>
                    <a:pt x="1092734" y="1417023"/>
                  </a:lnTo>
                  <a:lnTo>
                    <a:pt x="1092720" y="1417025"/>
                  </a:lnTo>
                  <a:lnTo>
                    <a:pt x="1092692" y="1417025"/>
                  </a:lnTo>
                  <a:lnTo>
                    <a:pt x="1092677" y="1417023"/>
                  </a:lnTo>
                  <a:lnTo>
                    <a:pt x="1092663" y="1417023"/>
                  </a:lnTo>
                  <a:lnTo>
                    <a:pt x="1092635" y="1417019"/>
                  </a:lnTo>
                  <a:lnTo>
                    <a:pt x="1092620" y="1417015"/>
                  </a:lnTo>
                  <a:lnTo>
                    <a:pt x="1092607" y="1417016"/>
                  </a:lnTo>
                  <a:lnTo>
                    <a:pt x="1092593" y="1417016"/>
                  </a:lnTo>
                  <a:lnTo>
                    <a:pt x="1092579" y="1417018"/>
                  </a:lnTo>
                  <a:lnTo>
                    <a:pt x="1092565" y="1417021"/>
                  </a:lnTo>
                  <a:lnTo>
                    <a:pt x="1092546" y="1417026"/>
                  </a:lnTo>
                  <a:lnTo>
                    <a:pt x="1092536" y="1417027"/>
                  </a:lnTo>
                  <a:lnTo>
                    <a:pt x="1092522" y="1417024"/>
                  </a:lnTo>
                  <a:lnTo>
                    <a:pt x="1092508" y="1417017"/>
                  </a:lnTo>
                  <a:lnTo>
                    <a:pt x="1092502" y="1417013"/>
                  </a:lnTo>
                  <a:lnTo>
                    <a:pt x="1092498" y="1417010"/>
                  </a:lnTo>
                  <a:lnTo>
                    <a:pt x="1092489" y="1417008"/>
                  </a:lnTo>
                  <a:lnTo>
                    <a:pt x="1092480" y="1417007"/>
                  </a:lnTo>
                  <a:lnTo>
                    <a:pt x="1092466" y="1417008"/>
                  </a:lnTo>
                  <a:lnTo>
                    <a:pt x="1092451" y="1417012"/>
                  </a:lnTo>
                  <a:lnTo>
                    <a:pt x="1092447" y="1417015"/>
                  </a:lnTo>
                  <a:lnTo>
                    <a:pt x="1092442" y="1417019"/>
                  </a:lnTo>
                  <a:lnTo>
                    <a:pt x="1092436" y="1417030"/>
                  </a:lnTo>
                  <a:lnTo>
                    <a:pt x="1092426" y="1417039"/>
                  </a:lnTo>
                  <a:lnTo>
                    <a:pt x="1092408" y="1417048"/>
                  </a:lnTo>
                  <a:lnTo>
                    <a:pt x="1092398" y="1417055"/>
                  </a:lnTo>
                  <a:lnTo>
                    <a:pt x="1092390" y="1417060"/>
                  </a:lnTo>
                  <a:lnTo>
                    <a:pt x="1092384" y="1417066"/>
                  </a:lnTo>
                  <a:lnTo>
                    <a:pt x="1092371" y="1417078"/>
                  </a:lnTo>
                  <a:lnTo>
                    <a:pt x="1092355" y="1417090"/>
                  </a:lnTo>
                  <a:lnTo>
                    <a:pt x="1092342" y="1417093"/>
                  </a:lnTo>
                  <a:lnTo>
                    <a:pt x="1092328" y="1417097"/>
                  </a:lnTo>
                  <a:lnTo>
                    <a:pt x="1092314" y="1417102"/>
                  </a:lnTo>
                  <a:lnTo>
                    <a:pt x="1092300" y="1417108"/>
                  </a:lnTo>
                  <a:lnTo>
                    <a:pt x="1092286" y="1417114"/>
                  </a:lnTo>
                  <a:lnTo>
                    <a:pt x="1092271" y="1417122"/>
                  </a:lnTo>
                  <a:lnTo>
                    <a:pt x="1092257" y="1417131"/>
                  </a:lnTo>
                  <a:lnTo>
                    <a:pt x="1092250" y="1417136"/>
                  </a:lnTo>
                  <a:lnTo>
                    <a:pt x="1092243" y="1417139"/>
                  </a:lnTo>
                  <a:lnTo>
                    <a:pt x="1092228" y="1417143"/>
                  </a:lnTo>
                  <a:lnTo>
                    <a:pt x="1092214" y="1417147"/>
                  </a:lnTo>
                  <a:lnTo>
                    <a:pt x="1092200" y="1417152"/>
                  </a:lnTo>
                  <a:lnTo>
                    <a:pt x="1092186" y="1417155"/>
                  </a:lnTo>
                  <a:lnTo>
                    <a:pt x="1092172" y="1417159"/>
                  </a:lnTo>
                  <a:lnTo>
                    <a:pt x="1092157" y="1417161"/>
                  </a:lnTo>
                  <a:lnTo>
                    <a:pt x="1092143" y="1417164"/>
                  </a:lnTo>
                  <a:lnTo>
                    <a:pt x="1092129" y="1417166"/>
                  </a:lnTo>
                  <a:lnTo>
                    <a:pt x="1092115" y="1417169"/>
                  </a:lnTo>
                  <a:lnTo>
                    <a:pt x="1092101" y="1417175"/>
                  </a:lnTo>
                  <a:lnTo>
                    <a:pt x="1092086" y="1417180"/>
                  </a:lnTo>
                  <a:lnTo>
                    <a:pt x="1092072" y="1417184"/>
                  </a:lnTo>
                  <a:lnTo>
                    <a:pt x="1092058" y="1417186"/>
                  </a:lnTo>
                  <a:lnTo>
                    <a:pt x="1092049" y="1417189"/>
                  </a:lnTo>
                  <a:lnTo>
                    <a:pt x="1092040" y="1417191"/>
                  </a:lnTo>
                  <a:lnTo>
                    <a:pt x="1092029" y="1417198"/>
                  </a:lnTo>
                  <a:lnTo>
                    <a:pt x="1092015" y="1417208"/>
                  </a:lnTo>
                  <a:lnTo>
                    <a:pt x="1092001" y="1417219"/>
                  </a:lnTo>
                  <a:lnTo>
                    <a:pt x="1091987" y="1417231"/>
                  </a:lnTo>
                  <a:lnTo>
                    <a:pt x="1091977" y="1417241"/>
                  </a:lnTo>
                  <a:lnTo>
                    <a:pt x="1091957" y="1417257"/>
                  </a:lnTo>
                  <a:lnTo>
                    <a:pt x="1091946" y="1417263"/>
                  </a:lnTo>
                  <a:lnTo>
                    <a:pt x="1091931" y="1417263"/>
                  </a:lnTo>
                  <a:lnTo>
                    <a:pt x="1091917" y="1417263"/>
                  </a:lnTo>
                  <a:lnTo>
                    <a:pt x="1091903" y="1417262"/>
                  </a:lnTo>
                  <a:lnTo>
                    <a:pt x="1091886" y="1417258"/>
                  </a:lnTo>
                  <a:lnTo>
                    <a:pt x="1091861" y="1417248"/>
                  </a:lnTo>
                  <a:lnTo>
                    <a:pt x="1091856" y="1417244"/>
                  </a:lnTo>
                  <a:lnTo>
                    <a:pt x="1091849" y="1417240"/>
                  </a:lnTo>
                  <a:lnTo>
                    <a:pt x="1091844" y="1417238"/>
                  </a:lnTo>
                  <a:lnTo>
                    <a:pt x="1091833" y="1417240"/>
                  </a:lnTo>
                  <a:lnTo>
                    <a:pt x="1091819" y="1417244"/>
                  </a:lnTo>
                  <a:lnTo>
                    <a:pt x="1091804" y="1417251"/>
                  </a:lnTo>
                  <a:lnTo>
                    <a:pt x="1091791" y="1417262"/>
                  </a:lnTo>
                  <a:lnTo>
                    <a:pt x="1091785" y="1417267"/>
                  </a:lnTo>
                  <a:lnTo>
                    <a:pt x="1091779" y="1417276"/>
                  </a:lnTo>
                  <a:lnTo>
                    <a:pt x="1091770" y="1417289"/>
                  </a:lnTo>
                  <a:lnTo>
                    <a:pt x="1091758" y="1417303"/>
                  </a:lnTo>
                  <a:lnTo>
                    <a:pt x="1091747" y="1417318"/>
                  </a:lnTo>
                  <a:lnTo>
                    <a:pt x="1091741" y="1417335"/>
                  </a:lnTo>
                  <a:lnTo>
                    <a:pt x="1091746" y="1417348"/>
                  </a:lnTo>
                  <a:lnTo>
                    <a:pt x="1091750" y="1417352"/>
                  </a:lnTo>
                  <a:lnTo>
                    <a:pt x="1091754" y="1417359"/>
                  </a:lnTo>
                  <a:lnTo>
                    <a:pt x="1091755" y="1417367"/>
                  </a:lnTo>
                  <a:lnTo>
                    <a:pt x="1091759" y="1417379"/>
                  </a:lnTo>
                  <a:lnTo>
                    <a:pt x="1091760" y="1417387"/>
                  </a:lnTo>
                  <a:lnTo>
                    <a:pt x="1091765" y="1417398"/>
                  </a:lnTo>
                  <a:lnTo>
                    <a:pt x="1091773" y="1417409"/>
                  </a:lnTo>
                  <a:lnTo>
                    <a:pt x="1091778" y="1417414"/>
                  </a:lnTo>
                  <a:lnTo>
                    <a:pt x="1091783" y="1417424"/>
                  </a:lnTo>
                  <a:lnTo>
                    <a:pt x="1091785" y="1417431"/>
                  </a:lnTo>
                  <a:lnTo>
                    <a:pt x="1091780" y="1417438"/>
                  </a:lnTo>
                  <a:lnTo>
                    <a:pt x="1091767" y="1417449"/>
                  </a:lnTo>
                  <a:lnTo>
                    <a:pt x="1091754" y="1417463"/>
                  </a:lnTo>
                  <a:lnTo>
                    <a:pt x="1091743" y="1417475"/>
                  </a:lnTo>
                  <a:lnTo>
                    <a:pt x="1091731" y="1417489"/>
                  </a:lnTo>
                  <a:lnTo>
                    <a:pt x="1091726" y="1417493"/>
                  </a:lnTo>
                  <a:lnTo>
                    <a:pt x="1091716" y="1417499"/>
                  </a:lnTo>
                  <a:lnTo>
                    <a:pt x="1091698" y="1417505"/>
                  </a:lnTo>
                  <a:lnTo>
                    <a:pt x="1091688" y="1417506"/>
                  </a:lnTo>
                  <a:lnTo>
                    <a:pt x="1091673" y="1417505"/>
                  </a:lnTo>
                  <a:lnTo>
                    <a:pt x="1091647" y="1417508"/>
                  </a:lnTo>
                  <a:lnTo>
                    <a:pt x="1091637" y="1417514"/>
                  </a:lnTo>
                  <a:lnTo>
                    <a:pt x="1091633" y="1417518"/>
                  </a:lnTo>
                  <a:lnTo>
                    <a:pt x="1091622" y="1417524"/>
                  </a:lnTo>
                  <a:lnTo>
                    <a:pt x="1091608" y="1417526"/>
                  </a:lnTo>
                  <a:lnTo>
                    <a:pt x="1091594" y="1417529"/>
                  </a:lnTo>
                  <a:lnTo>
                    <a:pt x="1091580" y="1417530"/>
                  </a:lnTo>
                  <a:lnTo>
                    <a:pt x="1091572" y="1417527"/>
                  </a:lnTo>
                  <a:lnTo>
                    <a:pt x="1091567" y="1417527"/>
                  </a:lnTo>
                  <a:lnTo>
                    <a:pt x="1091555" y="1417527"/>
                  </a:lnTo>
                  <a:lnTo>
                    <a:pt x="1091551" y="1417528"/>
                  </a:lnTo>
                  <a:lnTo>
                    <a:pt x="1091545" y="1417531"/>
                  </a:lnTo>
                  <a:lnTo>
                    <a:pt x="1091540" y="1417542"/>
                  </a:lnTo>
                  <a:lnTo>
                    <a:pt x="1091536" y="1417559"/>
                  </a:lnTo>
                  <a:lnTo>
                    <a:pt x="1091530" y="1417577"/>
                  </a:lnTo>
                  <a:lnTo>
                    <a:pt x="1091525" y="1417599"/>
                  </a:lnTo>
                  <a:lnTo>
                    <a:pt x="1091515" y="1417620"/>
                  </a:lnTo>
                  <a:lnTo>
                    <a:pt x="1091501" y="1417655"/>
                  </a:lnTo>
                  <a:lnTo>
                    <a:pt x="1091492" y="1417677"/>
                  </a:lnTo>
                  <a:lnTo>
                    <a:pt x="1091487" y="1417700"/>
                  </a:lnTo>
                  <a:lnTo>
                    <a:pt x="1091486" y="1417736"/>
                  </a:lnTo>
                  <a:lnTo>
                    <a:pt x="1091480" y="1417771"/>
                  </a:lnTo>
                  <a:lnTo>
                    <a:pt x="1091470" y="1417796"/>
                  </a:lnTo>
                  <a:lnTo>
                    <a:pt x="1091465" y="1417821"/>
                  </a:lnTo>
                  <a:lnTo>
                    <a:pt x="1091464" y="1417866"/>
                  </a:lnTo>
                  <a:lnTo>
                    <a:pt x="1091461" y="1417884"/>
                  </a:lnTo>
                  <a:lnTo>
                    <a:pt x="1091455" y="1417907"/>
                  </a:lnTo>
                  <a:lnTo>
                    <a:pt x="1091440" y="1417921"/>
                  </a:lnTo>
                  <a:lnTo>
                    <a:pt x="1091426" y="1417930"/>
                  </a:lnTo>
                  <a:lnTo>
                    <a:pt x="1091412" y="1417940"/>
                  </a:lnTo>
                  <a:lnTo>
                    <a:pt x="1091391" y="1417966"/>
                  </a:lnTo>
                  <a:lnTo>
                    <a:pt x="1091387" y="1417981"/>
                  </a:lnTo>
                  <a:lnTo>
                    <a:pt x="1091380" y="1418007"/>
                  </a:lnTo>
                  <a:lnTo>
                    <a:pt x="1091376" y="1418038"/>
                  </a:lnTo>
                  <a:lnTo>
                    <a:pt x="1091373" y="1418065"/>
                  </a:lnTo>
                  <a:lnTo>
                    <a:pt x="1091373" y="1418085"/>
                  </a:lnTo>
                  <a:lnTo>
                    <a:pt x="1091379" y="1418108"/>
                  </a:lnTo>
                  <a:lnTo>
                    <a:pt x="1091386" y="1418121"/>
                  </a:lnTo>
                  <a:lnTo>
                    <a:pt x="1091392" y="1418131"/>
                  </a:lnTo>
                  <a:lnTo>
                    <a:pt x="1091406" y="1418143"/>
                  </a:lnTo>
                  <a:lnTo>
                    <a:pt x="1091418" y="1418158"/>
                  </a:lnTo>
                  <a:lnTo>
                    <a:pt x="1091438" y="1418196"/>
                  </a:lnTo>
                  <a:lnTo>
                    <a:pt x="1091445" y="1418212"/>
                  </a:lnTo>
                  <a:lnTo>
                    <a:pt x="1091451" y="1418225"/>
                  </a:lnTo>
                  <a:lnTo>
                    <a:pt x="1091455" y="1418232"/>
                  </a:lnTo>
                  <a:lnTo>
                    <a:pt x="1091460" y="1418248"/>
                  </a:lnTo>
                  <a:lnTo>
                    <a:pt x="1091461" y="1418258"/>
                  </a:lnTo>
                  <a:lnTo>
                    <a:pt x="1091465" y="1418273"/>
                  </a:lnTo>
                  <a:lnTo>
                    <a:pt x="1091465" y="1418288"/>
                  </a:lnTo>
                  <a:lnTo>
                    <a:pt x="1091466" y="1418303"/>
                  </a:lnTo>
                  <a:lnTo>
                    <a:pt x="1091466" y="1418324"/>
                  </a:lnTo>
                  <a:lnTo>
                    <a:pt x="1091469" y="1418333"/>
                  </a:lnTo>
                  <a:lnTo>
                    <a:pt x="1091470" y="1418338"/>
                  </a:lnTo>
                  <a:lnTo>
                    <a:pt x="1091490" y="1418364"/>
                  </a:lnTo>
                  <a:lnTo>
                    <a:pt x="1091495" y="1418371"/>
                  </a:lnTo>
                  <a:lnTo>
                    <a:pt x="1091490" y="1418379"/>
                  </a:lnTo>
                  <a:lnTo>
                    <a:pt x="1091484" y="1418394"/>
                  </a:lnTo>
                  <a:lnTo>
                    <a:pt x="1091475" y="1418409"/>
                  </a:lnTo>
                  <a:lnTo>
                    <a:pt x="1091473" y="1418414"/>
                  </a:lnTo>
                  <a:lnTo>
                    <a:pt x="1091470" y="1418418"/>
                  </a:lnTo>
                  <a:lnTo>
                    <a:pt x="1091466" y="1418433"/>
                  </a:lnTo>
                  <a:lnTo>
                    <a:pt x="1091466" y="1418440"/>
                  </a:lnTo>
                  <a:lnTo>
                    <a:pt x="1091464" y="1418454"/>
                  </a:lnTo>
                  <a:lnTo>
                    <a:pt x="1091460" y="1418469"/>
                  </a:lnTo>
                  <a:lnTo>
                    <a:pt x="1091449" y="1418499"/>
                  </a:lnTo>
                  <a:lnTo>
                    <a:pt x="1091445" y="1418514"/>
                  </a:lnTo>
                  <a:lnTo>
                    <a:pt x="1091439" y="1418529"/>
                  </a:lnTo>
                  <a:lnTo>
                    <a:pt x="1091434" y="1418544"/>
                  </a:lnTo>
                  <a:lnTo>
                    <a:pt x="1091431" y="1418559"/>
                  </a:lnTo>
                  <a:lnTo>
                    <a:pt x="1091427" y="1418574"/>
                  </a:lnTo>
                  <a:lnTo>
                    <a:pt x="1091426" y="1418589"/>
                  </a:lnTo>
                  <a:lnTo>
                    <a:pt x="1091426" y="1418604"/>
                  </a:lnTo>
                  <a:lnTo>
                    <a:pt x="1091425" y="1418619"/>
                  </a:lnTo>
                  <a:lnTo>
                    <a:pt x="1091423" y="1418630"/>
                  </a:lnTo>
                  <a:lnTo>
                    <a:pt x="1091420" y="1418649"/>
                  </a:lnTo>
                  <a:lnTo>
                    <a:pt x="1091416" y="1418664"/>
                  </a:lnTo>
                  <a:lnTo>
                    <a:pt x="1091411" y="1418679"/>
                  </a:lnTo>
                  <a:lnTo>
                    <a:pt x="1091404" y="1418698"/>
                  </a:lnTo>
                  <a:lnTo>
                    <a:pt x="1091397" y="1418709"/>
                  </a:lnTo>
                  <a:lnTo>
                    <a:pt x="1091386" y="1418724"/>
                  </a:lnTo>
                  <a:lnTo>
                    <a:pt x="1091376" y="1418739"/>
                  </a:lnTo>
                  <a:lnTo>
                    <a:pt x="1091373" y="1418743"/>
                  </a:lnTo>
                  <a:lnTo>
                    <a:pt x="1091370" y="1418758"/>
                  </a:lnTo>
                  <a:lnTo>
                    <a:pt x="1091362" y="1418769"/>
                  </a:lnTo>
                  <a:lnTo>
                    <a:pt x="1091356" y="1418784"/>
                  </a:lnTo>
                  <a:lnTo>
                    <a:pt x="1091351" y="1418794"/>
                  </a:lnTo>
                  <a:lnTo>
                    <a:pt x="1091332" y="1418820"/>
                  </a:lnTo>
                  <a:lnTo>
                    <a:pt x="1091306" y="1418851"/>
                  </a:lnTo>
                  <a:lnTo>
                    <a:pt x="1091296" y="1418873"/>
                  </a:lnTo>
                  <a:lnTo>
                    <a:pt x="1091290" y="1418900"/>
                  </a:lnTo>
                  <a:lnTo>
                    <a:pt x="1091285" y="1418913"/>
                  </a:lnTo>
                  <a:lnTo>
                    <a:pt x="1091265" y="1418926"/>
                  </a:lnTo>
                  <a:lnTo>
                    <a:pt x="1091263" y="1418937"/>
                  </a:lnTo>
                  <a:lnTo>
                    <a:pt x="1091264" y="1418949"/>
                  </a:lnTo>
                  <a:lnTo>
                    <a:pt x="1091264" y="1418959"/>
                  </a:lnTo>
                  <a:lnTo>
                    <a:pt x="1091248" y="1418997"/>
                  </a:lnTo>
                  <a:lnTo>
                    <a:pt x="1091238" y="1419016"/>
                  </a:lnTo>
                  <a:lnTo>
                    <a:pt x="1091231" y="1419027"/>
                  </a:lnTo>
                  <a:lnTo>
                    <a:pt x="1091224" y="1419037"/>
                  </a:lnTo>
                  <a:lnTo>
                    <a:pt x="1091215" y="1419049"/>
                  </a:lnTo>
                  <a:lnTo>
                    <a:pt x="1091212" y="1419058"/>
                  </a:lnTo>
                  <a:lnTo>
                    <a:pt x="1091210" y="1419069"/>
                  </a:lnTo>
                  <a:lnTo>
                    <a:pt x="1091209" y="1419105"/>
                  </a:lnTo>
                  <a:lnTo>
                    <a:pt x="1091206" y="1419120"/>
                  </a:lnTo>
                  <a:lnTo>
                    <a:pt x="1091202" y="1419135"/>
                  </a:lnTo>
                  <a:lnTo>
                    <a:pt x="1091201" y="1419141"/>
                  </a:lnTo>
                  <a:lnTo>
                    <a:pt x="1091197" y="1419147"/>
                  </a:lnTo>
                  <a:lnTo>
                    <a:pt x="1091187" y="1419158"/>
                  </a:lnTo>
                  <a:lnTo>
                    <a:pt x="1091180" y="1419162"/>
                  </a:lnTo>
                  <a:lnTo>
                    <a:pt x="1091166" y="1419168"/>
                  </a:lnTo>
                  <a:lnTo>
                    <a:pt x="1091151" y="1419171"/>
                  </a:lnTo>
                  <a:lnTo>
                    <a:pt x="1091144" y="1419172"/>
                  </a:lnTo>
                  <a:lnTo>
                    <a:pt x="1091137" y="1419175"/>
                  </a:lnTo>
                  <a:lnTo>
                    <a:pt x="1091123" y="1419178"/>
                  </a:lnTo>
                  <a:lnTo>
                    <a:pt x="1091109" y="1419183"/>
                  </a:lnTo>
                  <a:lnTo>
                    <a:pt x="1091095" y="1419192"/>
                  </a:lnTo>
                  <a:lnTo>
                    <a:pt x="1091076" y="1419203"/>
                  </a:lnTo>
                  <a:lnTo>
                    <a:pt x="1091066" y="1419211"/>
                  </a:lnTo>
                  <a:lnTo>
                    <a:pt x="1091053" y="1419225"/>
                  </a:lnTo>
                  <a:lnTo>
                    <a:pt x="1091041" y="1419239"/>
                  </a:lnTo>
                  <a:lnTo>
                    <a:pt x="1091016" y="1419268"/>
                  </a:lnTo>
                  <a:lnTo>
                    <a:pt x="1091003" y="1419281"/>
                  </a:lnTo>
                  <a:lnTo>
                    <a:pt x="1090988" y="1419290"/>
                  </a:lnTo>
                  <a:lnTo>
                    <a:pt x="1090974" y="1419296"/>
                  </a:lnTo>
                  <a:lnTo>
                    <a:pt x="1090960" y="1419299"/>
                  </a:lnTo>
                  <a:lnTo>
                    <a:pt x="1090946" y="1419299"/>
                  </a:lnTo>
                  <a:lnTo>
                    <a:pt x="1090938" y="1419297"/>
                  </a:lnTo>
                  <a:lnTo>
                    <a:pt x="1090927" y="1419299"/>
                  </a:lnTo>
                  <a:lnTo>
                    <a:pt x="1090908" y="1419304"/>
                  </a:lnTo>
                  <a:lnTo>
                    <a:pt x="1090895" y="1419314"/>
                  </a:lnTo>
                  <a:lnTo>
                    <a:pt x="1090880" y="1419332"/>
                  </a:lnTo>
                  <a:lnTo>
                    <a:pt x="1090874" y="1419355"/>
                  </a:lnTo>
                  <a:lnTo>
                    <a:pt x="1090872" y="1419372"/>
                  </a:lnTo>
                  <a:lnTo>
                    <a:pt x="1090869" y="1419386"/>
                  </a:lnTo>
                  <a:lnTo>
                    <a:pt x="1090859" y="1419402"/>
                  </a:lnTo>
                  <a:lnTo>
                    <a:pt x="1090847" y="1419414"/>
                  </a:lnTo>
                  <a:lnTo>
                    <a:pt x="1090832" y="1419421"/>
                  </a:lnTo>
                  <a:lnTo>
                    <a:pt x="1090819" y="1419428"/>
                  </a:lnTo>
                  <a:lnTo>
                    <a:pt x="1090810" y="1419444"/>
                  </a:lnTo>
                  <a:lnTo>
                    <a:pt x="1090804" y="1419464"/>
                  </a:lnTo>
                  <a:lnTo>
                    <a:pt x="1090801" y="1419483"/>
                  </a:lnTo>
                  <a:lnTo>
                    <a:pt x="1090802" y="1419498"/>
                  </a:lnTo>
                  <a:lnTo>
                    <a:pt x="1090804" y="1419506"/>
                  </a:lnTo>
                  <a:lnTo>
                    <a:pt x="1090810" y="1419530"/>
                  </a:lnTo>
                  <a:lnTo>
                    <a:pt x="1090812" y="1419560"/>
                  </a:lnTo>
                  <a:lnTo>
                    <a:pt x="1090804" y="1419581"/>
                  </a:lnTo>
                  <a:lnTo>
                    <a:pt x="1090783" y="1419596"/>
                  </a:lnTo>
                  <a:lnTo>
                    <a:pt x="1090746" y="1419610"/>
                  </a:lnTo>
                  <a:lnTo>
                    <a:pt x="1090714" y="1419613"/>
                  </a:lnTo>
                  <a:lnTo>
                    <a:pt x="1090651" y="1419605"/>
                  </a:lnTo>
                  <a:lnTo>
                    <a:pt x="1090618" y="1419603"/>
                  </a:lnTo>
                  <a:lnTo>
                    <a:pt x="1090608" y="1419604"/>
                  </a:lnTo>
                  <a:lnTo>
                    <a:pt x="1090600" y="1419613"/>
                  </a:lnTo>
                  <a:lnTo>
                    <a:pt x="1090594" y="1419616"/>
                  </a:lnTo>
                  <a:lnTo>
                    <a:pt x="1090591" y="1419619"/>
                  </a:lnTo>
                  <a:lnTo>
                    <a:pt x="1090590" y="1419627"/>
                  </a:lnTo>
                  <a:lnTo>
                    <a:pt x="1090585" y="1419642"/>
                  </a:lnTo>
                  <a:lnTo>
                    <a:pt x="1090584" y="1419657"/>
                  </a:lnTo>
                  <a:lnTo>
                    <a:pt x="1090581" y="1419672"/>
                  </a:lnTo>
                  <a:lnTo>
                    <a:pt x="1090579" y="1419680"/>
                  </a:lnTo>
                  <a:lnTo>
                    <a:pt x="1090575" y="1419687"/>
                  </a:lnTo>
                  <a:lnTo>
                    <a:pt x="1090565" y="1419701"/>
                  </a:lnTo>
                  <a:lnTo>
                    <a:pt x="1090557" y="1419710"/>
                  </a:lnTo>
                  <a:lnTo>
                    <a:pt x="1090553" y="1419717"/>
                  </a:lnTo>
                  <a:lnTo>
                    <a:pt x="1090547" y="1419732"/>
                  </a:lnTo>
                  <a:lnTo>
                    <a:pt x="1090543" y="1419747"/>
                  </a:lnTo>
                  <a:lnTo>
                    <a:pt x="1090540" y="1419762"/>
                  </a:lnTo>
                  <a:lnTo>
                    <a:pt x="1090538" y="1419776"/>
                  </a:lnTo>
                  <a:lnTo>
                    <a:pt x="1090535" y="1419791"/>
                  </a:lnTo>
                  <a:lnTo>
                    <a:pt x="1090533" y="1419799"/>
                  </a:lnTo>
                  <a:lnTo>
                    <a:pt x="1090533" y="1419806"/>
                  </a:lnTo>
                  <a:lnTo>
                    <a:pt x="1090531" y="1419821"/>
                  </a:lnTo>
                  <a:lnTo>
                    <a:pt x="1090524" y="1419851"/>
                  </a:lnTo>
                  <a:lnTo>
                    <a:pt x="1090524" y="1419860"/>
                  </a:lnTo>
                  <a:lnTo>
                    <a:pt x="1090521" y="1419867"/>
                  </a:lnTo>
                  <a:lnTo>
                    <a:pt x="1090519" y="1419873"/>
                  </a:lnTo>
                  <a:lnTo>
                    <a:pt x="1090518" y="1419890"/>
                  </a:lnTo>
                  <a:lnTo>
                    <a:pt x="1090520" y="1419897"/>
                  </a:lnTo>
                  <a:lnTo>
                    <a:pt x="1090523" y="1419912"/>
                  </a:lnTo>
                  <a:lnTo>
                    <a:pt x="1090526" y="1419927"/>
                  </a:lnTo>
                  <a:lnTo>
                    <a:pt x="1090527" y="1419942"/>
                  </a:lnTo>
                  <a:lnTo>
                    <a:pt x="1090526" y="1419954"/>
                  </a:lnTo>
                  <a:lnTo>
                    <a:pt x="1090523" y="1419962"/>
                  </a:lnTo>
                  <a:lnTo>
                    <a:pt x="1090525" y="1419977"/>
                  </a:lnTo>
                  <a:lnTo>
                    <a:pt x="1090528" y="1419986"/>
                  </a:lnTo>
                  <a:lnTo>
                    <a:pt x="1090530" y="1419994"/>
                  </a:lnTo>
                  <a:lnTo>
                    <a:pt x="1090529" y="1420002"/>
                  </a:lnTo>
                  <a:lnTo>
                    <a:pt x="1090518" y="1420008"/>
                  </a:lnTo>
                  <a:lnTo>
                    <a:pt x="1090509" y="1420014"/>
                  </a:lnTo>
                  <a:lnTo>
                    <a:pt x="1090499" y="1420022"/>
                  </a:lnTo>
                  <a:lnTo>
                    <a:pt x="1090491" y="1420029"/>
                  </a:lnTo>
                  <a:lnTo>
                    <a:pt x="1090472" y="1420028"/>
                  </a:lnTo>
                  <a:lnTo>
                    <a:pt x="1090458" y="1420027"/>
                  </a:lnTo>
                  <a:lnTo>
                    <a:pt x="1090444" y="1420027"/>
                  </a:lnTo>
                  <a:lnTo>
                    <a:pt x="1090430" y="1420027"/>
                  </a:lnTo>
                  <a:lnTo>
                    <a:pt x="1090415" y="1420031"/>
                  </a:lnTo>
                  <a:lnTo>
                    <a:pt x="1090401" y="1420038"/>
                  </a:lnTo>
                  <a:lnTo>
                    <a:pt x="1090387" y="1420046"/>
                  </a:lnTo>
                  <a:lnTo>
                    <a:pt x="1090373" y="1420056"/>
                  </a:lnTo>
                  <a:lnTo>
                    <a:pt x="1090359" y="1420069"/>
                  </a:lnTo>
                  <a:lnTo>
                    <a:pt x="1090344" y="1420080"/>
                  </a:lnTo>
                  <a:lnTo>
                    <a:pt x="1090332" y="1420091"/>
                  </a:lnTo>
                  <a:lnTo>
                    <a:pt x="1090316" y="1420100"/>
                  </a:lnTo>
                  <a:lnTo>
                    <a:pt x="1090302" y="1420105"/>
                  </a:lnTo>
                  <a:lnTo>
                    <a:pt x="1090293" y="1420107"/>
                  </a:lnTo>
                  <a:lnTo>
                    <a:pt x="1090288" y="1420107"/>
                  </a:lnTo>
                  <a:lnTo>
                    <a:pt x="1090273" y="1420108"/>
                  </a:lnTo>
                  <a:lnTo>
                    <a:pt x="1090259" y="1420107"/>
                  </a:lnTo>
                  <a:lnTo>
                    <a:pt x="1090245" y="1420100"/>
                  </a:lnTo>
                  <a:lnTo>
                    <a:pt x="1090240" y="1420095"/>
                  </a:lnTo>
                  <a:lnTo>
                    <a:pt x="1090231" y="1420092"/>
                  </a:lnTo>
                  <a:lnTo>
                    <a:pt x="1090224" y="1420089"/>
                  </a:lnTo>
                  <a:lnTo>
                    <a:pt x="1090217" y="1420084"/>
                  </a:lnTo>
                  <a:lnTo>
                    <a:pt x="1090204" y="1420068"/>
                  </a:lnTo>
                  <a:lnTo>
                    <a:pt x="1090193" y="1420054"/>
                  </a:lnTo>
                  <a:lnTo>
                    <a:pt x="1090183" y="1420039"/>
                  </a:lnTo>
                  <a:lnTo>
                    <a:pt x="1090174" y="1420024"/>
                  </a:lnTo>
                  <a:lnTo>
                    <a:pt x="1090168" y="1420016"/>
                  </a:lnTo>
                  <a:lnTo>
                    <a:pt x="1090162" y="1420011"/>
                  </a:lnTo>
                  <a:lnTo>
                    <a:pt x="1090156" y="1420009"/>
                  </a:lnTo>
                  <a:lnTo>
                    <a:pt x="1090148" y="1420008"/>
                  </a:lnTo>
                  <a:lnTo>
                    <a:pt x="1090134" y="1420009"/>
                  </a:lnTo>
                  <a:lnTo>
                    <a:pt x="1090120" y="1420013"/>
                  </a:lnTo>
                  <a:lnTo>
                    <a:pt x="1090106" y="1420016"/>
                  </a:lnTo>
                  <a:lnTo>
                    <a:pt x="1090080" y="1420018"/>
                  </a:lnTo>
                  <a:lnTo>
                    <a:pt x="1090073" y="1420016"/>
                  </a:lnTo>
                  <a:lnTo>
                    <a:pt x="1090066" y="1420013"/>
                  </a:lnTo>
                  <a:lnTo>
                    <a:pt x="1090053" y="1420005"/>
                  </a:lnTo>
                  <a:lnTo>
                    <a:pt x="1090039" y="1419993"/>
                  </a:lnTo>
                  <a:lnTo>
                    <a:pt x="1090025" y="1419979"/>
                  </a:lnTo>
                  <a:lnTo>
                    <a:pt x="1090011" y="1419973"/>
                  </a:lnTo>
                  <a:lnTo>
                    <a:pt x="1089997" y="1419973"/>
                  </a:lnTo>
                  <a:lnTo>
                    <a:pt x="1089983" y="1419976"/>
                  </a:lnTo>
                  <a:lnTo>
                    <a:pt x="1089969" y="1419978"/>
                  </a:lnTo>
                  <a:lnTo>
                    <a:pt x="1089964" y="1419979"/>
                  </a:lnTo>
                  <a:lnTo>
                    <a:pt x="1089954" y="1419978"/>
                  </a:lnTo>
                  <a:lnTo>
                    <a:pt x="1089940" y="1419976"/>
                  </a:lnTo>
                  <a:lnTo>
                    <a:pt x="1089926" y="1419971"/>
                  </a:lnTo>
                  <a:lnTo>
                    <a:pt x="1089919" y="1419970"/>
                  </a:lnTo>
                  <a:lnTo>
                    <a:pt x="1089912" y="1419967"/>
                  </a:lnTo>
                  <a:lnTo>
                    <a:pt x="1089898" y="1419965"/>
                  </a:lnTo>
                  <a:lnTo>
                    <a:pt x="1089870" y="1419964"/>
                  </a:lnTo>
                  <a:lnTo>
                    <a:pt x="1089856" y="1419963"/>
                  </a:lnTo>
                  <a:lnTo>
                    <a:pt x="1089842" y="1419962"/>
                  </a:lnTo>
                  <a:lnTo>
                    <a:pt x="1089827" y="1419958"/>
                  </a:lnTo>
                  <a:lnTo>
                    <a:pt x="1089813" y="1419957"/>
                  </a:lnTo>
                  <a:lnTo>
                    <a:pt x="1089799" y="1419959"/>
                  </a:lnTo>
                  <a:lnTo>
                    <a:pt x="1089785" y="1419964"/>
                  </a:lnTo>
                  <a:lnTo>
                    <a:pt x="1089771" y="1419968"/>
                  </a:lnTo>
                  <a:lnTo>
                    <a:pt x="1089757" y="1419973"/>
                  </a:lnTo>
                  <a:lnTo>
                    <a:pt x="1089751" y="1419978"/>
                  </a:lnTo>
                  <a:lnTo>
                    <a:pt x="1089739" y="1419984"/>
                  </a:lnTo>
                  <a:lnTo>
                    <a:pt x="1089728" y="1419985"/>
                  </a:lnTo>
                  <a:lnTo>
                    <a:pt x="1089714" y="1419984"/>
                  </a:lnTo>
                  <a:lnTo>
                    <a:pt x="1089700" y="1419980"/>
                  </a:lnTo>
                  <a:lnTo>
                    <a:pt x="1089686" y="1419979"/>
                  </a:lnTo>
                  <a:lnTo>
                    <a:pt x="1089679" y="1419980"/>
                  </a:lnTo>
                  <a:lnTo>
                    <a:pt x="1089669" y="1419985"/>
                  </a:lnTo>
                  <a:lnTo>
                    <a:pt x="1089659" y="1419997"/>
                  </a:lnTo>
                  <a:lnTo>
                    <a:pt x="1089651" y="1420012"/>
                  </a:lnTo>
                  <a:lnTo>
                    <a:pt x="1089646" y="1420029"/>
                  </a:lnTo>
                  <a:lnTo>
                    <a:pt x="1089641" y="1420038"/>
                  </a:lnTo>
                  <a:lnTo>
                    <a:pt x="1089634" y="1420043"/>
                  </a:lnTo>
                  <a:lnTo>
                    <a:pt x="1089623" y="1420047"/>
                  </a:lnTo>
                  <a:lnTo>
                    <a:pt x="1089609" y="1420053"/>
                  </a:lnTo>
                  <a:lnTo>
                    <a:pt x="1089595" y="1420062"/>
                  </a:lnTo>
                  <a:lnTo>
                    <a:pt x="1089579" y="1420065"/>
                  </a:lnTo>
                  <a:lnTo>
                    <a:pt x="1089563" y="1420064"/>
                  </a:lnTo>
                  <a:lnTo>
                    <a:pt x="1089557" y="1420060"/>
                  </a:lnTo>
                  <a:lnTo>
                    <a:pt x="1089553" y="1420055"/>
                  </a:lnTo>
                  <a:lnTo>
                    <a:pt x="1089543" y="1420042"/>
                  </a:lnTo>
                  <a:lnTo>
                    <a:pt x="1089540" y="1420038"/>
                  </a:lnTo>
                  <a:lnTo>
                    <a:pt x="1089529" y="1420034"/>
                  </a:lnTo>
                  <a:lnTo>
                    <a:pt x="1089515" y="1420037"/>
                  </a:lnTo>
                  <a:lnTo>
                    <a:pt x="1089505" y="1420041"/>
                  </a:lnTo>
                  <a:lnTo>
                    <a:pt x="1089498" y="1420042"/>
                  </a:lnTo>
                  <a:lnTo>
                    <a:pt x="1089483" y="1420041"/>
                  </a:lnTo>
                  <a:lnTo>
                    <a:pt x="1089473" y="1420036"/>
                  </a:lnTo>
                  <a:lnTo>
                    <a:pt x="1089459" y="1420030"/>
                  </a:lnTo>
                  <a:lnTo>
                    <a:pt x="1089445" y="1420029"/>
                  </a:lnTo>
                  <a:lnTo>
                    <a:pt x="1089417" y="1420028"/>
                  </a:lnTo>
                  <a:lnTo>
                    <a:pt x="1089402" y="1420026"/>
                  </a:lnTo>
                  <a:lnTo>
                    <a:pt x="1089395" y="1420026"/>
                  </a:lnTo>
                  <a:lnTo>
                    <a:pt x="1089388" y="1420024"/>
                  </a:lnTo>
                  <a:lnTo>
                    <a:pt x="1089374" y="1420018"/>
                  </a:lnTo>
                  <a:lnTo>
                    <a:pt x="1089360" y="1420010"/>
                  </a:lnTo>
                  <a:lnTo>
                    <a:pt x="1089346" y="1420004"/>
                  </a:lnTo>
                  <a:lnTo>
                    <a:pt x="1089332" y="1419997"/>
                  </a:lnTo>
                  <a:lnTo>
                    <a:pt x="1089318" y="1419995"/>
                  </a:lnTo>
                  <a:lnTo>
                    <a:pt x="1089304" y="1419999"/>
                  </a:lnTo>
                  <a:lnTo>
                    <a:pt x="1089290" y="1420000"/>
                  </a:lnTo>
                  <a:lnTo>
                    <a:pt x="1089276" y="1419998"/>
                  </a:lnTo>
                  <a:lnTo>
                    <a:pt x="1089261" y="1419991"/>
                  </a:lnTo>
                  <a:lnTo>
                    <a:pt x="1089255" y="1419987"/>
                  </a:lnTo>
                  <a:lnTo>
                    <a:pt x="1089247" y="1419985"/>
                  </a:lnTo>
                  <a:lnTo>
                    <a:pt x="1089233" y="1419982"/>
                  </a:lnTo>
                  <a:lnTo>
                    <a:pt x="1089219" y="1419980"/>
                  </a:lnTo>
                  <a:lnTo>
                    <a:pt x="1089205" y="1419978"/>
                  </a:lnTo>
                  <a:lnTo>
                    <a:pt x="1089200" y="1419977"/>
                  </a:lnTo>
                  <a:lnTo>
                    <a:pt x="1089191" y="1419978"/>
                  </a:lnTo>
                  <a:lnTo>
                    <a:pt x="1089185" y="1419979"/>
                  </a:lnTo>
                  <a:lnTo>
                    <a:pt x="1089177" y="1419984"/>
                  </a:lnTo>
                  <a:lnTo>
                    <a:pt x="1089163" y="1419990"/>
                  </a:lnTo>
                  <a:lnTo>
                    <a:pt x="1089148" y="1419998"/>
                  </a:lnTo>
                  <a:lnTo>
                    <a:pt x="1089134" y="1420006"/>
                  </a:lnTo>
                  <a:lnTo>
                    <a:pt x="1089128" y="1420010"/>
                  </a:lnTo>
                  <a:lnTo>
                    <a:pt x="1089120" y="1420013"/>
                  </a:lnTo>
                  <a:lnTo>
                    <a:pt x="1089105" y="1420017"/>
                  </a:lnTo>
                  <a:lnTo>
                    <a:pt x="1089091" y="1420016"/>
                  </a:lnTo>
                  <a:lnTo>
                    <a:pt x="1089077" y="1420015"/>
                  </a:lnTo>
                  <a:lnTo>
                    <a:pt x="1089035" y="1420008"/>
                  </a:lnTo>
                  <a:lnTo>
                    <a:pt x="1089021" y="1420008"/>
                  </a:lnTo>
                  <a:lnTo>
                    <a:pt x="1089007" y="1420018"/>
                  </a:lnTo>
                  <a:lnTo>
                    <a:pt x="1088993" y="1420032"/>
                  </a:lnTo>
                  <a:lnTo>
                    <a:pt x="1088988" y="1420039"/>
                  </a:lnTo>
                  <a:lnTo>
                    <a:pt x="1088984" y="1420047"/>
                  </a:lnTo>
                  <a:lnTo>
                    <a:pt x="1088972" y="1420062"/>
                  </a:lnTo>
                  <a:lnTo>
                    <a:pt x="1088966" y="1420065"/>
                  </a:lnTo>
                  <a:lnTo>
                    <a:pt x="1088958" y="1420066"/>
                  </a:lnTo>
                  <a:lnTo>
                    <a:pt x="1088943" y="1420067"/>
                  </a:lnTo>
                  <a:lnTo>
                    <a:pt x="1088937" y="1420069"/>
                  </a:lnTo>
                  <a:lnTo>
                    <a:pt x="1088929" y="1420068"/>
                  </a:lnTo>
                  <a:lnTo>
                    <a:pt x="1088915" y="1420071"/>
                  </a:lnTo>
                  <a:lnTo>
                    <a:pt x="1088910" y="1420072"/>
                  </a:lnTo>
                  <a:lnTo>
                    <a:pt x="1088901" y="1420077"/>
                  </a:lnTo>
                  <a:lnTo>
                    <a:pt x="1088890" y="1420082"/>
                  </a:lnTo>
                  <a:lnTo>
                    <a:pt x="1088870" y="1420091"/>
                  </a:lnTo>
                  <a:lnTo>
                    <a:pt x="1088855" y="1420096"/>
                  </a:lnTo>
                  <a:lnTo>
                    <a:pt x="1088841" y="1420099"/>
                  </a:lnTo>
                  <a:lnTo>
                    <a:pt x="1088834" y="1420101"/>
                  </a:lnTo>
                  <a:lnTo>
                    <a:pt x="1088827" y="1420106"/>
                  </a:lnTo>
                  <a:lnTo>
                    <a:pt x="1088812" y="1420114"/>
                  </a:lnTo>
                  <a:lnTo>
                    <a:pt x="1088805" y="1420116"/>
                  </a:lnTo>
                  <a:lnTo>
                    <a:pt x="1088798" y="1420116"/>
                  </a:lnTo>
                  <a:lnTo>
                    <a:pt x="1088784" y="1420117"/>
                  </a:lnTo>
                  <a:lnTo>
                    <a:pt x="1088770" y="1420115"/>
                  </a:lnTo>
                  <a:lnTo>
                    <a:pt x="1088756" y="1420111"/>
                  </a:lnTo>
                  <a:lnTo>
                    <a:pt x="1088750" y="1420107"/>
                  </a:lnTo>
                  <a:lnTo>
                    <a:pt x="1088743" y="1420094"/>
                  </a:lnTo>
                  <a:lnTo>
                    <a:pt x="1088741" y="1420083"/>
                  </a:lnTo>
                  <a:lnTo>
                    <a:pt x="1088739" y="1420068"/>
                  </a:lnTo>
                  <a:lnTo>
                    <a:pt x="1088736" y="1420038"/>
                  </a:lnTo>
                  <a:lnTo>
                    <a:pt x="1088735" y="1420023"/>
                  </a:lnTo>
                  <a:lnTo>
                    <a:pt x="1088734" y="1420008"/>
                  </a:lnTo>
                  <a:lnTo>
                    <a:pt x="1088732" y="1419993"/>
                  </a:lnTo>
                  <a:lnTo>
                    <a:pt x="1088728" y="1419977"/>
                  </a:lnTo>
                  <a:lnTo>
                    <a:pt x="1088724" y="1419958"/>
                  </a:lnTo>
                  <a:lnTo>
                    <a:pt x="1088720" y="1419947"/>
                  </a:lnTo>
                  <a:lnTo>
                    <a:pt x="1088717" y="1419941"/>
                  </a:lnTo>
                  <a:lnTo>
                    <a:pt x="1088709" y="1419942"/>
                  </a:lnTo>
                  <a:lnTo>
                    <a:pt x="1088694" y="1419943"/>
                  </a:lnTo>
                  <a:lnTo>
                    <a:pt x="1088680" y="1419943"/>
                  </a:lnTo>
                  <a:lnTo>
                    <a:pt x="1088666" y="1419947"/>
                  </a:lnTo>
                  <a:lnTo>
                    <a:pt x="1088652" y="1419950"/>
                  </a:lnTo>
                  <a:lnTo>
                    <a:pt x="1088638" y="1419949"/>
                  </a:lnTo>
                  <a:lnTo>
                    <a:pt x="1088621" y="1419943"/>
                  </a:lnTo>
                  <a:lnTo>
                    <a:pt x="1088602" y="1419926"/>
                  </a:lnTo>
                  <a:lnTo>
                    <a:pt x="1088591" y="1419911"/>
                  </a:lnTo>
                  <a:lnTo>
                    <a:pt x="1088580" y="1419895"/>
                  </a:lnTo>
                  <a:lnTo>
                    <a:pt x="1088563" y="1419896"/>
                  </a:lnTo>
                  <a:lnTo>
                    <a:pt x="1088553" y="1419894"/>
                  </a:lnTo>
                  <a:lnTo>
                    <a:pt x="1088548" y="1419894"/>
                  </a:lnTo>
                  <a:lnTo>
                    <a:pt x="1088539" y="1419891"/>
                  </a:lnTo>
                  <a:lnTo>
                    <a:pt x="1088525" y="1419884"/>
                  </a:lnTo>
                  <a:lnTo>
                    <a:pt x="1088511" y="1419876"/>
                  </a:lnTo>
                  <a:lnTo>
                    <a:pt x="1088497" y="1419865"/>
                  </a:lnTo>
                  <a:lnTo>
                    <a:pt x="1088483" y="1419852"/>
                  </a:lnTo>
                  <a:lnTo>
                    <a:pt x="1088474" y="1419844"/>
                  </a:lnTo>
                  <a:lnTo>
                    <a:pt x="1088466" y="1419840"/>
                  </a:lnTo>
                  <a:lnTo>
                    <a:pt x="1088455" y="1419841"/>
                  </a:lnTo>
                  <a:lnTo>
                    <a:pt x="1088441" y="1419844"/>
                  </a:lnTo>
                  <a:lnTo>
                    <a:pt x="1088427" y="1419847"/>
                  </a:lnTo>
                  <a:lnTo>
                    <a:pt x="1088412" y="1419849"/>
                  </a:lnTo>
                  <a:lnTo>
                    <a:pt x="1088395" y="1419851"/>
                  </a:lnTo>
                  <a:lnTo>
                    <a:pt x="1088384" y="1419852"/>
                  </a:lnTo>
                  <a:lnTo>
                    <a:pt x="1088365" y="1419855"/>
                  </a:lnTo>
                  <a:lnTo>
                    <a:pt x="1088356" y="1419855"/>
                  </a:lnTo>
                  <a:lnTo>
                    <a:pt x="1088350" y="1419854"/>
                  </a:lnTo>
                  <a:lnTo>
                    <a:pt x="1088342" y="1419847"/>
                  </a:lnTo>
                  <a:lnTo>
                    <a:pt x="1088328" y="1419836"/>
                  </a:lnTo>
                  <a:lnTo>
                    <a:pt x="1088314" y="1419828"/>
                  </a:lnTo>
                  <a:lnTo>
                    <a:pt x="1088300" y="1419824"/>
                  </a:lnTo>
                  <a:lnTo>
                    <a:pt x="1088292" y="1419824"/>
                  </a:lnTo>
                  <a:lnTo>
                    <a:pt x="1088285" y="1419826"/>
                  </a:lnTo>
                  <a:lnTo>
                    <a:pt x="1088257" y="1419829"/>
                  </a:lnTo>
                  <a:lnTo>
                    <a:pt x="1088229" y="1419830"/>
                  </a:lnTo>
                  <a:lnTo>
                    <a:pt x="1088214" y="1419830"/>
                  </a:lnTo>
                  <a:lnTo>
                    <a:pt x="1088200" y="1419833"/>
                  </a:lnTo>
                  <a:lnTo>
                    <a:pt x="1088186" y="1419835"/>
                  </a:lnTo>
                  <a:lnTo>
                    <a:pt x="1088172" y="1419838"/>
                  </a:lnTo>
                  <a:lnTo>
                    <a:pt x="1088158" y="1419839"/>
                  </a:lnTo>
                  <a:lnTo>
                    <a:pt x="1088150" y="1419840"/>
                  </a:lnTo>
                  <a:lnTo>
                    <a:pt x="1088130" y="1419844"/>
                  </a:lnTo>
                  <a:lnTo>
                    <a:pt x="1088115" y="1419849"/>
                  </a:lnTo>
                  <a:lnTo>
                    <a:pt x="1088101" y="1419856"/>
                  </a:lnTo>
                  <a:lnTo>
                    <a:pt x="1088087" y="1419861"/>
                  </a:lnTo>
                  <a:lnTo>
                    <a:pt x="1088072" y="1419868"/>
                  </a:lnTo>
                  <a:lnTo>
                    <a:pt x="1088058" y="1419875"/>
                  </a:lnTo>
                  <a:lnTo>
                    <a:pt x="1088044" y="1419881"/>
                  </a:lnTo>
                  <a:lnTo>
                    <a:pt x="1088030" y="1419888"/>
                  </a:lnTo>
                  <a:lnTo>
                    <a:pt x="1088025" y="1419888"/>
                  </a:lnTo>
                  <a:lnTo>
                    <a:pt x="1088019" y="1419879"/>
                  </a:lnTo>
                  <a:lnTo>
                    <a:pt x="1088015" y="1419864"/>
                  </a:lnTo>
                  <a:lnTo>
                    <a:pt x="1088013" y="1419849"/>
                  </a:lnTo>
                  <a:lnTo>
                    <a:pt x="1088008" y="1419834"/>
                  </a:lnTo>
                  <a:lnTo>
                    <a:pt x="1088005" y="1419819"/>
                  </a:lnTo>
                  <a:lnTo>
                    <a:pt x="1088002" y="1419804"/>
                  </a:lnTo>
                  <a:lnTo>
                    <a:pt x="1087999" y="1419789"/>
                  </a:lnTo>
                  <a:lnTo>
                    <a:pt x="1087999" y="1419778"/>
                  </a:lnTo>
                  <a:lnTo>
                    <a:pt x="1087996" y="1419770"/>
                  </a:lnTo>
                  <a:lnTo>
                    <a:pt x="1087990" y="1419758"/>
                  </a:lnTo>
                  <a:lnTo>
                    <a:pt x="1087982" y="1419743"/>
                  </a:lnTo>
                  <a:lnTo>
                    <a:pt x="1087973" y="1419728"/>
                  </a:lnTo>
                  <a:lnTo>
                    <a:pt x="1087966" y="1419713"/>
                  </a:lnTo>
                  <a:lnTo>
                    <a:pt x="1087962" y="1419705"/>
                  </a:lnTo>
                  <a:lnTo>
                    <a:pt x="1087960" y="1419697"/>
                  </a:lnTo>
                  <a:lnTo>
                    <a:pt x="1087957" y="1419682"/>
                  </a:lnTo>
                  <a:lnTo>
                    <a:pt x="1087956" y="1419667"/>
                  </a:lnTo>
                  <a:lnTo>
                    <a:pt x="1087953" y="1419650"/>
                  </a:lnTo>
                  <a:lnTo>
                    <a:pt x="1087946" y="1419637"/>
                  </a:lnTo>
                  <a:lnTo>
                    <a:pt x="1087941" y="1419633"/>
                  </a:lnTo>
                  <a:lnTo>
                    <a:pt x="1087933" y="1419629"/>
                  </a:lnTo>
                  <a:lnTo>
                    <a:pt x="1087926" y="1419626"/>
                  </a:lnTo>
                  <a:lnTo>
                    <a:pt x="1087919" y="1419626"/>
                  </a:lnTo>
                  <a:lnTo>
                    <a:pt x="1087905" y="1419622"/>
                  </a:lnTo>
                  <a:lnTo>
                    <a:pt x="1087889" y="1419618"/>
                  </a:lnTo>
                  <a:lnTo>
                    <a:pt x="1087885" y="1419612"/>
                  </a:lnTo>
                  <a:lnTo>
                    <a:pt x="1087884" y="1419605"/>
                  </a:lnTo>
                  <a:lnTo>
                    <a:pt x="1087879" y="1419598"/>
                  </a:lnTo>
                  <a:lnTo>
                    <a:pt x="1087875" y="1419588"/>
                  </a:lnTo>
                  <a:lnTo>
                    <a:pt x="1087879" y="1419575"/>
                  </a:lnTo>
                  <a:lnTo>
                    <a:pt x="1087884" y="1419557"/>
                  </a:lnTo>
                  <a:lnTo>
                    <a:pt x="1087888" y="1419544"/>
                  </a:lnTo>
                  <a:lnTo>
                    <a:pt x="1087893" y="1419538"/>
                  </a:lnTo>
                  <a:lnTo>
                    <a:pt x="1087900" y="1419533"/>
                  </a:lnTo>
                  <a:lnTo>
                    <a:pt x="1087914" y="1419525"/>
                  </a:lnTo>
                  <a:lnTo>
                    <a:pt x="1087928" y="1419518"/>
                  </a:lnTo>
                  <a:lnTo>
                    <a:pt x="1087945" y="1419509"/>
                  </a:lnTo>
                  <a:lnTo>
                    <a:pt x="1087954" y="1419504"/>
                  </a:lnTo>
                  <a:lnTo>
                    <a:pt x="1087970" y="1419490"/>
                  </a:lnTo>
                  <a:lnTo>
                    <a:pt x="1087984" y="1419476"/>
                  </a:lnTo>
                  <a:lnTo>
                    <a:pt x="1087996" y="1419461"/>
                  </a:lnTo>
                  <a:lnTo>
                    <a:pt x="1088007" y="1419446"/>
                  </a:lnTo>
                  <a:lnTo>
                    <a:pt x="1088019" y="1419428"/>
                  </a:lnTo>
                  <a:lnTo>
                    <a:pt x="1088029" y="1419416"/>
                  </a:lnTo>
                  <a:lnTo>
                    <a:pt x="1088034" y="1419409"/>
                  </a:lnTo>
                  <a:lnTo>
                    <a:pt x="1088041" y="1419403"/>
                  </a:lnTo>
                  <a:lnTo>
                    <a:pt x="1088056" y="1419393"/>
                  </a:lnTo>
                  <a:lnTo>
                    <a:pt x="1088069" y="1419385"/>
                  </a:lnTo>
                  <a:lnTo>
                    <a:pt x="1088076" y="1419383"/>
                  </a:lnTo>
                  <a:lnTo>
                    <a:pt x="1088083" y="1419379"/>
                  </a:lnTo>
                  <a:lnTo>
                    <a:pt x="1088089" y="1419371"/>
                  </a:lnTo>
                  <a:lnTo>
                    <a:pt x="1088099" y="1419350"/>
                  </a:lnTo>
                  <a:lnTo>
                    <a:pt x="1088108" y="1419334"/>
                  </a:lnTo>
                  <a:lnTo>
                    <a:pt x="1088118" y="1419320"/>
                  </a:lnTo>
                  <a:lnTo>
                    <a:pt x="1088127" y="1419305"/>
                  </a:lnTo>
                  <a:lnTo>
                    <a:pt x="1088132" y="1419298"/>
                  </a:lnTo>
                  <a:lnTo>
                    <a:pt x="1088139" y="1419292"/>
                  </a:lnTo>
                  <a:lnTo>
                    <a:pt x="1088154" y="1419280"/>
                  </a:lnTo>
                  <a:lnTo>
                    <a:pt x="1088168" y="1419272"/>
                  </a:lnTo>
                  <a:lnTo>
                    <a:pt x="1088182" y="1419270"/>
                  </a:lnTo>
                  <a:lnTo>
                    <a:pt x="1088187" y="1419270"/>
                  </a:lnTo>
                  <a:lnTo>
                    <a:pt x="1088191" y="1419268"/>
                  </a:lnTo>
                  <a:lnTo>
                    <a:pt x="1088195" y="1419262"/>
                  </a:lnTo>
                  <a:lnTo>
                    <a:pt x="1088195" y="1419247"/>
                  </a:lnTo>
                  <a:lnTo>
                    <a:pt x="1088192" y="1419232"/>
                  </a:lnTo>
                  <a:lnTo>
                    <a:pt x="1088185" y="1419207"/>
                  </a:lnTo>
                  <a:lnTo>
                    <a:pt x="1088185" y="1419201"/>
                  </a:lnTo>
                  <a:lnTo>
                    <a:pt x="1088187" y="1419196"/>
                  </a:lnTo>
                  <a:lnTo>
                    <a:pt x="1088191" y="1419177"/>
                  </a:lnTo>
                  <a:lnTo>
                    <a:pt x="1088190" y="1419171"/>
                  </a:lnTo>
                  <a:lnTo>
                    <a:pt x="1088190" y="1419156"/>
                  </a:lnTo>
                  <a:lnTo>
                    <a:pt x="1088189" y="1419141"/>
                  </a:lnTo>
                  <a:lnTo>
                    <a:pt x="1088190" y="1419133"/>
                  </a:lnTo>
                  <a:lnTo>
                    <a:pt x="1088189" y="1419126"/>
                  </a:lnTo>
                  <a:lnTo>
                    <a:pt x="1088186" y="1419111"/>
                  </a:lnTo>
                  <a:lnTo>
                    <a:pt x="1088175" y="1419096"/>
                  </a:lnTo>
                  <a:lnTo>
                    <a:pt x="1088163" y="1419082"/>
                  </a:lnTo>
                  <a:lnTo>
                    <a:pt x="1088156" y="1419074"/>
                  </a:lnTo>
                  <a:lnTo>
                    <a:pt x="1088152" y="1419068"/>
                  </a:lnTo>
                  <a:lnTo>
                    <a:pt x="1088150" y="1419063"/>
                  </a:lnTo>
                  <a:lnTo>
                    <a:pt x="1088148" y="1419058"/>
                  </a:lnTo>
                  <a:lnTo>
                    <a:pt x="1088147" y="1419049"/>
                  </a:lnTo>
                  <a:lnTo>
                    <a:pt x="1088146" y="1419044"/>
                  </a:lnTo>
                  <a:lnTo>
                    <a:pt x="1088143" y="1419033"/>
                  </a:lnTo>
                  <a:lnTo>
                    <a:pt x="1088141" y="1419023"/>
                  </a:lnTo>
                  <a:lnTo>
                    <a:pt x="1088139" y="1419008"/>
                  </a:lnTo>
                  <a:lnTo>
                    <a:pt x="1088136" y="1418983"/>
                  </a:lnTo>
                  <a:lnTo>
                    <a:pt x="1088133" y="1418970"/>
                  </a:lnTo>
                  <a:lnTo>
                    <a:pt x="1088130" y="1418957"/>
                  </a:lnTo>
                  <a:lnTo>
                    <a:pt x="1088125" y="1418942"/>
                  </a:lnTo>
                  <a:lnTo>
                    <a:pt x="1088120" y="1418927"/>
                  </a:lnTo>
                  <a:lnTo>
                    <a:pt x="1088114" y="1418915"/>
                  </a:lnTo>
                  <a:lnTo>
                    <a:pt x="1088111" y="1418908"/>
                  </a:lnTo>
                  <a:lnTo>
                    <a:pt x="1088106" y="1418902"/>
                  </a:lnTo>
                  <a:lnTo>
                    <a:pt x="1088101" y="1418897"/>
                  </a:lnTo>
                  <a:lnTo>
                    <a:pt x="1088090" y="1418879"/>
                  </a:lnTo>
                  <a:lnTo>
                    <a:pt x="1088078" y="1418864"/>
                  </a:lnTo>
                  <a:lnTo>
                    <a:pt x="1088074" y="1418857"/>
                  </a:lnTo>
                  <a:lnTo>
                    <a:pt x="1088071" y="1418849"/>
                  </a:lnTo>
                  <a:lnTo>
                    <a:pt x="1088064" y="1418833"/>
                  </a:lnTo>
                  <a:lnTo>
                    <a:pt x="1088059" y="1418818"/>
                  </a:lnTo>
                  <a:lnTo>
                    <a:pt x="1088056" y="1418803"/>
                  </a:lnTo>
                  <a:lnTo>
                    <a:pt x="1088053" y="1418788"/>
                  </a:lnTo>
                  <a:lnTo>
                    <a:pt x="1088051" y="1418773"/>
                  </a:lnTo>
                  <a:lnTo>
                    <a:pt x="1088046" y="1418758"/>
                  </a:lnTo>
                  <a:lnTo>
                    <a:pt x="1088038" y="1418745"/>
                  </a:lnTo>
                  <a:lnTo>
                    <a:pt x="1088023" y="1418737"/>
                  </a:lnTo>
                  <a:lnTo>
                    <a:pt x="1088014" y="1418733"/>
                  </a:lnTo>
                  <a:lnTo>
                    <a:pt x="1088007" y="1418732"/>
                  </a:lnTo>
                  <a:lnTo>
                    <a:pt x="1087992" y="1418732"/>
                  </a:lnTo>
                  <a:lnTo>
                    <a:pt x="1087983" y="1418733"/>
                  </a:lnTo>
                  <a:lnTo>
                    <a:pt x="1087972" y="1418737"/>
                  </a:lnTo>
                  <a:lnTo>
                    <a:pt x="1087959" y="1418741"/>
                  </a:lnTo>
                  <a:lnTo>
                    <a:pt x="1087950" y="1418744"/>
                  </a:lnTo>
                  <a:lnTo>
                    <a:pt x="1087942" y="1418744"/>
                  </a:lnTo>
                  <a:lnTo>
                    <a:pt x="1087929" y="1418742"/>
                  </a:lnTo>
                  <a:lnTo>
                    <a:pt x="1087910" y="1418739"/>
                  </a:lnTo>
                  <a:lnTo>
                    <a:pt x="1087876" y="1418734"/>
                  </a:lnTo>
                  <a:lnTo>
                    <a:pt x="1087825" y="1418726"/>
                  </a:lnTo>
                  <a:lnTo>
                    <a:pt x="1087795" y="1418718"/>
                  </a:lnTo>
                  <a:lnTo>
                    <a:pt x="1087779" y="1418718"/>
                  </a:lnTo>
                  <a:lnTo>
                    <a:pt x="1087767" y="1418720"/>
                  </a:lnTo>
                  <a:lnTo>
                    <a:pt x="1087757" y="1418721"/>
                  </a:lnTo>
                  <a:lnTo>
                    <a:pt x="1087753" y="1418719"/>
                  </a:lnTo>
                  <a:lnTo>
                    <a:pt x="1087749" y="1418712"/>
                  </a:lnTo>
                  <a:lnTo>
                    <a:pt x="1087743" y="1418704"/>
                  </a:lnTo>
                  <a:lnTo>
                    <a:pt x="1087734" y="1418688"/>
                  </a:lnTo>
                  <a:lnTo>
                    <a:pt x="1087729" y="1418678"/>
                  </a:lnTo>
                  <a:lnTo>
                    <a:pt x="1087731" y="1418673"/>
                  </a:lnTo>
                  <a:lnTo>
                    <a:pt x="1087733" y="1418658"/>
                  </a:lnTo>
                  <a:lnTo>
                    <a:pt x="1087736" y="1418643"/>
                  </a:lnTo>
                  <a:lnTo>
                    <a:pt x="1087732" y="1418633"/>
                  </a:lnTo>
                  <a:lnTo>
                    <a:pt x="1087728" y="1418628"/>
                  </a:lnTo>
                  <a:lnTo>
                    <a:pt x="1087714" y="1418616"/>
                  </a:lnTo>
                  <a:lnTo>
                    <a:pt x="1087701" y="1418603"/>
                  </a:lnTo>
                  <a:lnTo>
                    <a:pt x="1087687" y="1418592"/>
                  </a:lnTo>
                  <a:lnTo>
                    <a:pt x="1087677" y="1418579"/>
                  </a:lnTo>
                  <a:lnTo>
                    <a:pt x="1087673" y="1418569"/>
                  </a:lnTo>
                  <a:lnTo>
                    <a:pt x="1087671" y="1418562"/>
                  </a:lnTo>
                  <a:lnTo>
                    <a:pt x="1087667" y="1418546"/>
                  </a:lnTo>
                  <a:lnTo>
                    <a:pt x="1087661" y="1418531"/>
                  </a:lnTo>
                  <a:lnTo>
                    <a:pt x="1087653" y="1418516"/>
                  </a:lnTo>
                  <a:lnTo>
                    <a:pt x="1087643" y="1418501"/>
                  </a:lnTo>
                  <a:lnTo>
                    <a:pt x="1087635" y="1418485"/>
                  </a:lnTo>
                  <a:lnTo>
                    <a:pt x="1087626" y="1418470"/>
                  </a:lnTo>
                  <a:lnTo>
                    <a:pt x="1087614" y="1418457"/>
                  </a:lnTo>
                  <a:lnTo>
                    <a:pt x="1087602" y="1418455"/>
                  </a:lnTo>
                  <a:lnTo>
                    <a:pt x="1087586" y="1418460"/>
                  </a:lnTo>
                  <a:lnTo>
                    <a:pt x="1087572" y="1418462"/>
                  </a:lnTo>
                  <a:lnTo>
                    <a:pt x="1087558" y="1418462"/>
                  </a:lnTo>
                  <a:lnTo>
                    <a:pt x="1087544" y="1418461"/>
                  </a:lnTo>
                  <a:lnTo>
                    <a:pt x="1087532" y="1418459"/>
                  </a:lnTo>
                  <a:lnTo>
                    <a:pt x="1087523" y="1418456"/>
                  </a:lnTo>
                  <a:lnTo>
                    <a:pt x="1087515" y="1418453"/>
                  </a:lnTo>
                  <a:lnTo>
                    <a:pt x="1087501" y="1418448"/>
                  </a:lnTo>
                  <a:lnTo>
                    <a:pt x="1087490" y="1418442"/>
                  </a:lnTo>
                  <a:lnTo>
                    <a:pt x="1087473" y="1418426"/>
                  </a:lnTo>
                  <a:lnTo>
                    <a:pt x="1087459" y="1418415"/>
                  </a:lnTo>
                  <a:lnTo>
                    <a:pt x="1087445" y="1418403"/>
                  </a:lnTo>
                  <a:lnTo>
                    <a:pt x="1087432" y="1418392"/>
                  </a:lnTo>
                  <a:lnTo>
                    <a:pt x="1087418" y="1418379"/>
                  </a:lnTo>
                  <a:lnTo>
                    <a:pt x="1087405" y="1418368"/>
                  </a:lnTo>
                  <a:lnTo>
                    <a:pt x="1087399" y="1418362"/>
                  </a:lnTo>
                  <a:lnTo>
                    <a:pt x="1087401" y="1418355"/>
                  </a:lnTo>
                  <a:lnTo>
                    <a:pt x="1087404" y="1418340"/>
                  </a:lnTo>
                  <a:lnTo>
                    <a:pt x="1087406" y="1418325"/>
                  </a:lnTo>
                  <a:lnTo>
                    <a:pt x="1087406" y="1418310"/>
                  </a:lnTo>
                  <a:lnTo>
                    <a:pt x="1087405" y="1418295"/>
                  </a:lnTo>
                  <a:lnTo>
                    <a:pt x="1087399" y="1418279"/>
                  </a:lnTo>
                  <a:lnTo>
                    <a:pt x="1087395" y="1418264"/>
                  </a:lnTo>
                  <a:lnTo>
                    <a:pt x="1087388" y="1418249"/>
                  </a:lnTo>
                  <a:lnTo>
                    <a:pt x="1087381" y="1418234"/>
                  </a:lnTo>
                  <a:lnTo>
                    <a:pt x="1087374" y="1418223"/>
                  </a:lnTo>
                  <a:lnTo>
                    <a:pt x="1087370" y="1418220"/>
                  </a:lnTo>
                  <a:lnTo>
                    <a:pt x="1087357" y="1418206"/>
                  </a:lnTo>
                  <a:lnTo>
                    <a:pt x="1087354" y="1418201"/>
                  </a:lnTo>
                  <a:lnTo>
                    <a:pt x="1087356" y="1418192"/>
                  </a:lnTo>
                  <a:lnTo>
                    <a:pt x="1087361" y="1418186"/>
                  </a:lnTo>
                  <a:lnTo>
                    <a:pt x="1087373" y="1418184"/>
                  </a:lnTo>
                  <a:lnTo>
                    <a:pt x="1087382" y="1418184"/>
                  </a:lnTo>
                  <a:lnTo>
                    <a:pt x="1087389" y="1418182"/>
                  </a:lnTo>
                  <a:lnTo>
                    <a:pt x="1087395" y="1418177"/>
                  </a:lnTo>
                  <a:lnTo>
                    <a:pt x="1087401" y="1418169"/>
                  </a:lnTo>
                  <a:lnTo>
                    <a:pt x="1087411" y="1418153"/>
                  </a:lnTo>
                  <a:lnTo>
                    <a:pt x="1087422" y="1418138"/>
                  </a:lnTo>
                  <a:lnTo>
                    <a:pt x="1087424" y="1418132"/>
                  </a:lnTo>
                  <a:lnTo>
                    <a:pt x="1087423" y="1418126"/>
                  </a:lnTo>
                  <a:lnTo>
                    <a:pt x="1087415" y="1418114"/>
                  </a:lnTo>
                  <a:lnTo>
                    <a:pt x="1087411" y="1418105"/>
                  </a:lnTo>
                  <a:lnTo>
                    <a:pt x="1087406" y="1418091"/>
                  </a:lnTo>
                  <a:lnTo>
                    <a:pt x="1087400" y="1418079"/>
                  </a:lnTo>
                  <a:lnTo>
                    <a:pt x="1087395" y="1418075"/>
                  </a:lnTo>
                  <a:lnTo>
                    <a:pt x="1087388" y="1418075"/>
                  </a:lnTo>
                  <a:lnTo>
                    <a:pt x="1087379" y="1418076"/>
                  </a:lnTo>
                  <a:lnTo>
                    <a:pt x="1087367" y="1418079"/>
                  </a:lnTo>
                  <a:lnTo>
                    <a:pt x="1087360" y="1418081"/>
                  </a:lnTo>
                  <a:lnTo>
                    <a:pt x="1087346" y="1418084"/>
                  </a:lnTo>
                  <a:lnTo>
                    <a:pt x="1087338" y="1418084"/>
                  </a:lnTo>
                  <a:lnTo>
                    <a:pt x="1087335" y="1418076"/>
                  </a:lnTo>
                  <a:lnTo>
                    <a:pt x="1087333" y="1418065"/>
                  </a:lnTo>
                  <a:lnTo>
                    <a:pt x="1087330" y="1418061"/>
                  </a:lnTo>
                  <a:lnTo>
                    <a:pt x="1087325" y="1418055"/>
                  </a:lnTo>
                  <a:lnTo>
                    <a:pt x="1087322" y="1418053"/>
                  </a:lnTo>
                  <a:lnTo>
                    <a:pt x="1087317" y="1418051"/>
                  </a:lnTo>
                  <a:lnTo>
                    <a:pt x="1087296" y="1418044"/>
                  </a:lnTo>
                  <a:lnTo>
                    <a:pt x="1087289" y="1418040"/>
                  </a:lnTo>
                  <a:lnTo>
                    <a:pt x="1087261" y="1418013"/>
                  </a:lnTo>
                  <a:lnTo>
                    <a:pt x="1087236" y="1417985"/>
                  </a:lnTo>
                  <a:lnTo>
                    <a:pt x="1087222" y="1417972"/>
                  </a:lnTo>
                  <a:lnTo>
                    <a:pt x="1087209" y="1417958"/>
                  </a:lnTo>
                  <a:lnTo>
                    <a:pt x="1087209" y="1417953"/>
                  </a:lnTo>
                  <a:lnTo>
                    <a:pt x="1087212" y="1417945"/>
                  </a:lnTo>
                  <a:lnTo>
                    <a:pt x="1087226" y="1417915"/>
                  </a:lnTo>
                  <a:lnTo>
                    <a:pt x="1087230" y="1417900"/>
                  </a:lnTo>
                  <a:lnTo>
                    <a:pt x="1087233" y="1417885"/>
                  </a:lnTo>
                  <a:lnTo>
                    <a:pt x="1087233" y="1417870"/>
                  </a:lnTo>
                  <a:lnTo>
                    <a:pt x="1087232" y="1417853"/>
                  </a:lnTo>
                  <a:lnTo>
                    <a:pt x="1087236" y="1417840"/>
                  </a:lnTo>
                  <a:lnTo>
                    <a:pt x="1087243" y="1417825"/>
                  </a:lnTo>
                  <a:lnTo>
                    <a:pt x="1087244" y="1417817"/>
                  </a:lnTo>
                  <a:lnTo>
                    <a:pt x="1087241" y="1417810"/>
                  </a:lnTo>
                  <a:lnTo>
                    <a:pt x="1087235" y="1417797"/>
                  </a:lnTo>
                  <a:lnTo>
                    <a:pt x="1087229" y="1417780"/>
                  </a:lnTo>
                  <a:lnTo>
                    <a:pt x="1087223" y="1417769"/>
                  </a:lnTo>
                  <a:lnTo>
                    <a:pt x="1087219" y="1417765"/>
                  </a:lnTo>
                  <a:lnTo>
                    <a:pt x="1087211" y="1417759"/>
                  </a:lnTo>
                  <a:lnTo>
                    <a:pt x="1087205" y="1417757"/>
                  </a:lnTo>
                  <a:lnTo>
                    <a:pt x="1087195" y="1417746"/>
                  </a:lnTo>
                  <a:lnTo>
                    <a:pt x="1087188" y="1417737"/>
                  </a:lnTo>
                  <a:lnTo>
                    <a:pt x="1087182" y="1417728"/>
                  </a:lnTo>
                  <a:lnTo>
                    <a:pt x="1087172" y="1417713"/>
                  </a:lnTo>
                  <a:lnTo>
                    <a:pt x="1087161" y="1417698"/>
                  </a:lnTo>
                  <a:lnTo>
                    <a:pt x="1087147" y="1417682"/>
                  </a:lnTo>
                  <a:lnTo>
                    <a:pt x="1087135" y="1417670"/>
                  </a:lnTo>
                  <a:lnTo>
                    <a:pt x="1087132" y="1417666"/>
                  </a:lnTo>
                  <a:lnTo>
                    <a:pt x="1087127" y="1417655"/>
                  </a:lnTo>
                  <a:lnTo>
                    <a:pt x="1087124" y="1417640"/>
                  </a:lnTo>
                  <a:lnTo>
                    <a:pt x="1087120" y="1417610"/>
                  </a:lnTo>
                  <a:lnTo>
                    <a:pt x="1087119" y="1417603"/>
                  </a:lnTo>
                  <a:lnTo>
                    <a:pt x="1087119" y="1417594"/>
                  </a:lnTo>
                  <a:lnTo>
                    <a:pt x="1087118" y="1417579"/>
                  </a:lnTo>
                  <a:lnTo>
                    <a:pt x="1087119" y="1417564"/>
                  </a:lnTo>
                  <a:lnTo>
                    <a:pt x="1087118" y="1417549"/>
                  </a:lnTo>
                  <a:lnTo>
                    <a:pt x="1087114" y="1417534"/>
                  </a:lnTo>
                  <a:lnTo>
                    <a:pt x="1087108" y="1417519"/>
                  </a:lnTo>
                  <a:lnTo>
                    <a:pt x="1087103" y="1417508"/>
                  </a:lnTo>
                  <a:lnTo>
                    <a:pt x="1087099" y="1417502"/>
                  </a:lnTo>
                  <a:lnTo>
                    <a:pt x="1087093" y="1417494"/>
                  </a:lnTo>
                  <a:lnTo>
                    <a:pt x="1087088" y="1417491"/>
                  </a:lnTo>
                  <a:lnTo>
                    <a:pt x="1087074" y="1417482"/>
                  </a:lnTo>
                  <a:lnTo>
                    <a:pt x="1087046" y="1417470"/>
                  </a:lnTo>
                  <a:lnTo>
                    <a:pt x="1087032" y="1417462"/>
                  </a:lnTo>
                  <a:lnTo>
                    <a:pt x="1087018" y="1417453"/>
                  </a:lnTo>
                  <a:lnTo>
                    <a:pt x="1087007" y="1417451"/>
                  </a:lnTo>
                  <a:lnTo>
                    <a:pt x="1086994" y="1417451"/>
                  </a:lnTo>
                  <a:lnTo>
                    <a:pt x="1086985" y="1417452"/>
                  </a:lnTo>
                  <a:lnTo>
                    <a:pt x="1086974" y="1417454"/>
                  </a:lnTo>
                  <a:lnTo>
                    <a:pt x="1086961" y="1417456"/>
                  </a:lnTo>
                  <a:lnTo>
                    <a:pt x="1086945" y="1417459"/>
                  </a:lnTo>
                  <a:lnTo>
                    <a:pt x="1086931" y="1417464"/>
                  </a:lnTo>
                  <a:lnTo>
                    <a:pt x="1086911" y="1417475"/>
                  </a:lnTo>
                  <a:lnTo>
                    <a:pt x="1086893" y="1417484"/>
                  </a:lnTo>
                  <a:lnTo>
                    <a:pt x="1086882" y="1417492"/>
                  </a:lnTo>
                  <a:lnTo>
                    <a:pt x="1086875" y="1417494"/>
                  </a:lnTo>
                  <a:lnTo>
                    <a:pt x="1086834" y="1417493"/>
                  </a:lnTo>
                  <a:lnTo>
                    <a:pt x="1086815" y="1417495"/>
                  </a:lnTo>
                  <a:lnTo>
                    <a:pt x="1086803" y="1417495"/>
                  </a:lnTo>
                  <a:lnTo>
                    <a:pt x="1086791" y="1417490"/>
                  </a:lnTo>
                  <a:lnTo>
                    <a:pt x="1086783" y="1417489"/>
                  </a:lnTo>
                  <a:lnTo>
                    <a:pt x="1086774" y="1417491"/>
                  </a:lnTo>
                  <a:lnTo>
                    <a:pt x="1086766" y="1417494"/>
                  </a:lnTo>
                  <a:lnTo>
                    <a:pt x="1086749" y="1417497"/>
                  </a:lnTo>
                  <a:lnTo>
                    <a:pt x="1086739" y="1417496"/>
                  </a:lnTo>
                  <a:lnTo>
                    <a:pt x="1086721" y="1417497"/>
                  </a:lnTo>
                  <a:lnTo>
                    <a:pt x="1086709" y="1417497"/>
                  </a:lnTo>
                  <a:lnTo>
                    <a:pt x="1086672" y="1417504"/>
                  </a:lnTo>
                  <a:lnTo>
                    <a:pt x="1086628" y="1417517"/>
                  </a:lnTo>
                  <a:lnTo>
                    <a:pt x="1086598" y="1417524"/>
                  </a:lnTo>
                  <a:lnTo>
                    <a:pt x="1086569" y="1417532"/>
                  </a:lnTo>
                  <a:lnTo>
                    <a:pt x="1086558" y="1417536"/>
                  </a:lnTo>
                  <a:lnTo>
                    <a:pt x="1086553" y="1417541"/>
                  </a:lnTo>
                  <a:lnTo>
                    <a:pt x="1086551" y="1417546"/>
                  </a:lnTo>
                  <a:lnTo>
                    <a:pt x="1086547" y="1417557"/>
                  </a:lnTo>
                  <a:lnTo>
                    <a:pt x="1086540" y="1417575"/>
                  </a:lnTo>
                  <a:lnTo>
                    <a:pt x="1086537" y="1417581"/>
                  </a:lnTo>
                  <a:lnTo>
                    <a:pt x="1086527" y="1417591"/>
                  </a:lnTo>
                  <a:lnTo>
                    <a:pt x="1086510" y="1417605"/>
                  </a:lnTo>
                  <a:lnTo>
                    <a:pt x="1086495" y="1417615"/>
                  </a:lnTo>
                  <a:lnTo>
                    <a:pt x="1086474" y="1417624"/>
                  </a:lnTo>
                  <a:lnTo>
                    <a:pt x="1086453" y="1417632"/>
                  </a:lnTo>
                  <a:lnTo>
                    <a:pt x="1086429" y="1417637"/>
                  </a:lnTo>
                  <a:lnTo>
                    <a:pt x="1086404" y="1417640"/>
                  </a:lnTo>
                  <a:lnTo>
                    <a:pt x="1086388" y="1417638"/>
                  </a:lnTo>
                  <a:lnTo>
                    <a:pt x="1086378" y="1417635"/>
                  </a:lnTo>
                  <a:lnTo>
                    <a:pt x="1086362" y="1417626"/>
                  </a:lnTo>
                  <a:lnTo>
                    <a:pt x="1086348" y="1417618"/>
                  </a:lnTo>
                  <a:lnTo>
                    <a:pt x="1086335" y="1417612"/>
                  </a:lnTo>
                  <a:lnTo>
                    <a:pt x="1086325" y="1417612"/>
                  </a:lnTo>
                  <a:lnTo>
                    <a:pt x="1086321" y="1417613"/>
                  </a:lnTo>
                  <a:lnTo>
                    <a:pt x="1086317" y="1417617"/>
                  </a:lnTo>
                  <a:lnTo>
                    <a:pt x="1086310" y="1417629"/>
                  </a:lnTo>
                  <a:lnTo>
                    <a:pt x="1086300" y="1417644"/>
                  </a:lnTo>
                  <a:lnTo>
                    <a:pt x="1086289" y="1417661"/>
                  </a:lnTo>
                  <a:lnTo>
                    <a:pt x="1086278" y="1417674"/>
                  </a:lnTo>
                  <a:lnTo>
                    <a:pt x="1086267" y="1417686"/>
                  </a:lnTo>
                  <a:lnTo>
                    <a:pt x="1086257" y="1417698"/>
                  </a:lnTo>
                  <a:lnTo>
                    <a:pt x="1086252" y="1417705"/>
                  </a:lnTo>
                  <a:lnTo>
                    <a:pt x="1086238" y="1417733"/>
                  </a:lnTo>
                  <a:lnTo>
                    <a:pt x="1086233" y="1417749"/>
                  </a:lnTo>
                  <a:lnTo>
                    <a:pt x="1086222" y="1417783"/>
                  </a:lnTo>
                  <a:lnTo>
                    <a:pt x="1086213" y="1417800"/>
                  </a:lnTo>
                  <a:lnTo>
                    <a:pt x="1086211" y="1417804"/>
                  </a:lnTo>
                  <a:lnTo>
                    <a:pt x="1086205" y="1417806"/>
                  </a:lnTo>
                  <a:lnTo>
                    <a:pt x="1086199" y="1417806"/>
                  </a:lnTo>
                  <a:lnTo>
                    <a:pt x="1086187" y="1417799"/>
                  </a:lnTo>
                  <a:lnTo>
                    <a:pt x="1086174" y="1417795"/>
                  </a:lnTo>
                  <a:lnTo>
                    <a:pt x="1086167" y="1417793"/>
                  </a:lnTo>
                  <a:lnTo>
                    <a:pt x="1086148" y="1417790"/>
                  </a:lnTo>
                  <a:lnTo>
                    <a:pt x="1086130" y="1417783"/>
                  </a:lnTo>
                  <a:lnTo>
                    <a:pt x="1086119" y="1417777"/>
                  </a:lnTo>
                  <a:lnTo>
                    <a:pt x="1086109" y="1417775"/>
                  </a:lnTo>
                  <a:lnTo>
                    <a:pt x="1086104" y="1417775"/>
                  </a:lnTo>
                  <a:lnTo>
                    <a:pt x="1086091" y="1417779"/>
                  </a:lnTo>
                  <a:lnTo>
                    <a:pt x="1086073" y="1417788"/>
                  </a:lnTo>
                  <a:lnTo>
                    <a:pt x="1086045" y="1417805"/>
                  </a:lnTo>
                  <a:lnTo>
                    <a:pt x="1086022" y="1417821"/>
                  </a:lnTo>
                  <a:lnTo>
                    <a:pt x="1086016" y="1417822"/>
                  </a:lnTo>
                  <a:lnTo>
                    <a:pt x="1086010" y="1417817"/>
                  </a:lnTo>
                  <a:lnTo>
                    <a:pt x="1086004" y="1417807"/>
                  </a:lnTo>
                  <a:lnTo>
                    <a:pt x="1085999" y="1417792"/>
                  </a:lnTo>
                  <a:lnTo>
                    <a:pt x="1085993" y="1417775"/>
                  </a:lnTo>
                  <a:lnTo>
                    <a:pt x="1085987" y="1417763"/>
                  </a:lnTo>
                  <a:lnTo>
                    <a:pt x="1085981" y="1417759"/>
                  </a:lnTo>
                  <a:lnTo>
                    <a:pt x="1085975" y="1417756"/>
                  </a:lnTo>
                  <a:lnTo>
                    <a:pt x="1085964" y="1417755"/>
                  </a:lnTo>
                  <a:lnTo>
                    <a:pt x="1085955" y="1417752"/>
                  </a:lnTo>
                  <a:lnTo>
                    <a:pt x="1085948" y="1417746"/>
                  </a:lnTo>
                  <a:lnTo>
                    <a:pt x="1085942" y="1417738"/>
                  </a:lnTo>
                  <a:lnTo>
                    <a:pt x="1085934" y="1417722"/>
                  </a:lnTo>
                  <a:lnTo>
                    <a:pt x="1085921" y="1417708"/>
                  </a:lnTo>
                  <a:lnTo>
                    <a:pt x="1085909" y="1417699"/>
                  </a:lnTo>
                  <a:lnTo>
                    <a:pt x="1085902" y="1417697"/>
                  </a:lnTo>
                  <a:lnTo>
                    <a:pt x="1085881" y="1417697"/>
                  </a:lnTo>
                  <a:lnTo>
                    <a:pt x="1085876" y="1417698"/>
                  </a:lnTo>
                  <a:lnTo>
                    <a:pt x="1085867" y="1417703"/>
                  </a:lnTo>
                  <a:lnTo>
                    <a:pt x="1085858" y="1417711"/>
                  </a:lnTo>
                  <a:lnTo>
                    <a:pt x="1085847" y="1417720"/>
                  </a:lnTo>
                  <a:lnTo>
                    <a:pt x="1085842" y="1417720"/>
                  </a:lnTo>
                  <a:lnTo>
                    <a:pt x="1085838" y="1417719"/>
                  </a:lnTo>
                  <a:lnTo>
                    <a:pt x="1085828" y="1417712"/>
                  </a:lnTo>
                  <a:lnTo>
                    <a:pt x="1085822" y="1417710"/>
                  </a:lnTo>
                  <a:lnTo>
                    <a:pt x="1085811" y="1417717"/>
                  </a:lnTo>
                  <a:lnTo>
                    <a:pt x="1085807" y="1417719"/>
                  </a:lnTo>
                  <a:lnTo>
                    <a:pt x="1085801" y="1417718"/>
                  </a:lnTo>
                  <a:lnTo>
                    <a:pt x="1085792" y="1417715"/>
                  </a:lnTo>
                  <a:lnTo>
                    <a:pt x="1085778" y="1417706"/>
                  </a:lnTo>
                  <a:lnTo>
                    <a:pt x="1085769" y="1417702"/>
                  </a:lnTo>
                  <a:lnTo>
                    <a:pt x="1085744" y="1417702"/>
                  </a:lnTo>
                  <a:lnTo>
                    <a:pt x="1085737" y="1417699"/>
                  </a:lnTo>
                  <a:lnTo>
                    <a:pt x="1085725" y="1417692"/>
                  </a:lnTo>
                  <a:lnTo>
                    <a:pt x="1085717" y="1417690"/>
                  </a:lnTo>
                  <a:lnTo>
                    <a:pt x="1085700" y="1417690"/>
                  </a:lnTo>
                  <a:lnTo>
                    <a:pt x="1085693" y="1417689"/>
                  </a:lnTo>
                  <a:lnTo>
                    <a:pt x="1085684" y="1417684"/>
                  </a:lnTo>
                  <a:lnTo>
                    <a:pt x="1085675" y="1417679"/>
                  </a:lnTo>
                  <a:lnTo>
                    <a:pt x="1085672" y="1417673"/>
                  </a:lnTo>
                  <a:lnTo>
                    <a:pt x="1085666" y="1417661"/>
                  </a:lnTo>
                  <a:lnTo>
                    <a:pt x="1085662" y="1417653"/>
                  </a:lnTo>
                  <a:lnTo>
                    <a:pt x="1085655" y="1417645"/>
                  </a:lnTo>
                  <a:lnTo>
                    <a:pt x="1085646" y="1417639"/>
                  </a:lnTo>
                  <a:lnTo>
                    <a:pt x="1085636" y="1417632"/>
                  </a:lnTo>
                  <a:lnTo>
                    <a:pt x="1085623" y="1417625"/>
                  </a:lnTo>
                  <a:lnTo>
                    <a:pt x="1085617" y="1417621"/>
                  </a:lnTo>
                  <a:lnTo>
                    <a:pt x="1085605" y="1417615"/>
                  </a:lnTo>
                  <a:lnTo>
                    <a:pt x="1085589" y="1417613"/>
                  </a:lnTo>
                  <a:lnTo>
                    <a:pt x="1085567" y="1417616"/>
                  </a:lnTo>
                  <a:lnTo>
                    <a:pt x="1085560" y="1417618"/>
                  </a:lnTo>
                  <a:lnTo>
                    <a:pt x="1085546" y="1417623"/>
                  </a:lnTo>
                  <a:lnTo>
                    <a:pt x="1085532" y="1417629"/>
                  </a:lnTo>
                  <a:lnTo>
                    <a:pt x="1085517" y="1417636"/>
                  </a:lnTo>
                  <a:lnTo>
                    <a:pt x="1085503" y="1417644"/>
                  </a:lnTo>
                  <a:lnTo>
                    <a:pt x="1085489" y="1417654"/>
                  </a:lnTo>
                  <a:lnTo>
                    <a:pt x="1085475" y="1417666"/>
                  </a:lnTo>
                  <a:lnTo>
                    <a:pt x="1085464" y="1417680"/>
                  </a:lnTo>
                  <a:lnTo>
                    <a:pt x="1085455" y="1417693"/>
                  </a:lnTo>
                  <a:lnTo>
                    <a:pt x="1085446" y="1417711"/>
                  </a:lnTo>
                  <a:lnTo>
                    <a:pt x="1085442" y="1417725"/>
                  </a:lnTo>
                  <a:lnTo>
                    <a:pt x="1085440" y="1417733"/>
                  </a:lnTo>
                  <a:lnTo>
                    <a:pt x="1085437" y="1417740"/>
                  </a:lnTo>
                  <a:lnTo>
                    <a:pt x="1085422" y="1417751"/>
                  </a:lnTo>
                  <a:lnTo>
                    <a:pt x="1085408" y="1417755"/>
                  </a:lnTo>
                  <a:lnTo>
                    <a:pt x="1085394" y="1417757"/>
                  </a:lnTo>
                  <a:lnTo>
                    <a:pt x="1085387" y="1417758"/>
                  </a:lnTo>
                  <a:lnTo>
                    <a:pt x="1085355" y="1417768"/>
                  </a:lnTo>
                  <a:lnTo>
                    <a:pt x="1085340" y="1417771"/>
                  </a:lnTo>
                  <a:lnTo>
                    <a:pt x="1085326" y="1417781"/>
                  </a:lnTo>
                  <a:lnTo>
                    <a:pt x="1085311" y="1417794"/>
                  </a:lnTo>
                  <a:lnTo>
                    <a:pt x="1085299" y="1417814"/>
                  </a:lnTo>
                  <a:lnTo>
                    <a:pt x="1085294" y="1417846"/>
                  </a:lnTo>
                  <a:lnTo>
                    <a:pt x="1085288" y="1417887"/>
                  </a:lnTo>
                  <a:lnTo>
                    <a:pt x="1085279" y="1417917"/>
                  </a:lnTo>
                  <a:lnTo>
                    <a:pt x="1085263" y="1417953"/>
                  </a:lnTo>
                  <a:lnTo>
                    <a:pt x="1085229" y="1417994"/>
                  </a:lnTo>
                  <a:lnTo>
                    <a:pt x="1085206" y="1418025"/>
                  </a:lnTo>
                  <a:lnTo>
                    <a:pt x="1085185" y="1418049"/>
                  </a:lnTo>
                  <a:lnTo>
                    <a:pt x="1085165" y="1418069"/>
                  </a:lnTo>
                  <a:lnTo>
                    <a:pt x="1085133" y="1418089"/>
                  </a:lnTo>
                  <a:lnTo>
                    <a:pt x="1085101" y="1418103"/>
                  </a:lnTo>
                  <a:lnTo>
                    <a:pt x="1085086" y="1418116"/>
                  </a:lnTo>
                  <a:lnTo>
                    <a:pt x="1085082" y="1418124"/>
                  </a:lnTo>
                  <a:lnTo>
                    <a:pt x="1085074" y="1418139"/>
                  </a:lnTo>
                  <a:lnTo>
                    <a:pt x="1085069" y="1418147"/>
                  </a:lnTo>
                  <a:lnTo>
                    <a:pt x="1085063" y="1418156"/>
                  </a:lnTo>
                  <a:lnTo>
                    <a:pt x="1085056" y="1418163"/>
                  </a:lnTo>
                  <a:lnTo>
                    <a:pt x="1085046" y="1418170"/>
                  </a:lnTo>
                  <a:lnTo>
                    <a:pt x="1085019" y="1418200"/>
                  </a:lnTo>
                  <a:lnTo>
                    <a:pt x="1085000" y="1418215"/>
                  </a:lnTo>
                  <a:lnTo>
                    <a:pt x="1084987" y="1418231"/>
                  </a:lnTo>
                  <a:lnTo>
                    <a:pt x="1084977" y="1418252"/>
                  </a:lnTo>
                  <a:lnTo>
                    <a:pt x="1084969" y="1418274"/>
                  </a:lnTo>
                  <a:lnTo>
                    <a:pt x="1084974" y="1418337"/>
                  </a:lnTo>
                  <a:lnTo>
                    <a:pt x="1084977" y="1418352"/>
                  </a:lnTo>
                  <a:lnTo>
                    <a:pt x="1084977" y="1418361"/>
                  </a:lnTo>
                  <a:lnTo>
                    <a:pt x="1084969" y="1418372"/>
                  </a:lnTo>
                  <a:lnTo>
                    <a:pt x="1084956" y="1418382"/>
                  </a:lnTo>
                  <a:lnTo>
                    <a:pt x="1084941" y="1418392"/>
                  </a:lnTo>
                  <a:lnTo>
                    <a:pt x="1084913" y="1418414"/>
                  </a:lnTo>
                  <a:lnTo>
                    <a:pt x="1084891" y="1418421"/>
                  </a:lnTo>
                  <a:lnTo>
                    <a:pt x="1084869" y="1418426"/>
                  </a:lnTo>
                  <a:lnTo>
                    <a:pt x="1084848" y="1418435"/>
                  </a:lnTo>
                  <a:lnTo>
                    <a:pt x="1084832" y="1418446"/>
                  </a:lnTo>
                  <a:lnTo>
                    <a:pt x="1084806" y="1418472"/>
                  </a:lnTo>
                  <a:lnTo>
                    <a:pt x="1084762" y="1418518"/>
                  </a:lnTo>
                  <a:lnTo>
                    <a:pt x="1084741" y="1418547"/>
                  </a:lnTo>
                  <a:lnTo>
                    <a:pt x="1084728" y="1418569"/>
                  </a:lnTo>
                  <a:lnTo>
                    <a:pt x="1084721" y="1418588"/>
                  </a:lnTo>
                  <a:lnTo>
                    <a:pt x="1084707" y="1418616"/>
                  </a:lnTo>
                  <a:lnTo>
                    <a:pt x="1084688" y="1418631"/>
                  </a:lnTo>
                  <a:lnTo>
                    <a:pt x="1084668" y="1418647"/>
                  </a:lnTo>
                  <a:lnTo>
                    <a:pt x="1084652" y="1418660"/>
                  </a:lnTo>
                  <a:lnTo>
                    <a:pt x="1084636" y="1418667"/>
                  </a:lnTo>
                  <a:lnTo>
                    <a:pt x="1084612" y="1418667"/>
                  </a:lnTo>
                  <a:lnTo>
                    <a:pt x="1084602" y="1418659"/>
                  </a:lnTo>
                  <a:lnTo>
                    <a:pt x="1084597" y="1418655"/>
                  </a:lnTo>
                  <a:lnTo>
                    <a:pt x="1084591" y="1418647"/>
                  </a:lnTo>
                  <a:lnTo>
                    <a:pt x="1084577" y="1418633"/>
                  </a:lnTo>
                  <a:lnTo>
                    <a:pt x="1084563" y="1418618"/>
                  </a:lnTo>
                  <a:lnTo>
                    <a:pt x="1084548" y="1418606"/>
                  </a:lnTo>
                  <a:lnTo>
                    <a:pt x="1084536" y="1418596"/>
                  </a:lnTo>
                  <a:lnTo>
                    <a:pt x="1084522" y="1418585"/>
                  </a:lnTo>
                  <a:lnTo>
                    <a:pt x="1084511" y="1418576"/>
                  </a:lnTo>
                  <a:lnTo>
                    <a:pt x="1084495" y="1418562"/>
                  </a:lnTo>
                  <a:lnTo>
                    <a:pt x="1084481" y="1418552"/>
                  </a:lnTo>
                  <a:lnTo>
                    <a:pt x="1084468" y="1418541"/>
                  </a:lnTo>
                  <a:lnTo>
                    <a:pt x="1084454" y="1418528"/>
                  </a:lnTo>
                  <a:lnTo>
                    <a:pt x="1084440" y="1418521"/>
                  </a:lnTo>
                  <a:lnTo>
                    <a:pt x="1084428" y="1418511"/>
                  </a:lnTo>
                  <a:lnTo>
                    <a:pt x="1084417" y="1418496"/>
                  </a:lnTo>
                  <a:lnTo>
                    <a:pt x="1084413" y="1418491"/>
                  </a:lnTo>
                  <a:lnTo>
                    <a:pt x="1084403" y="1418489"/>
                  </a:lnTo>
                  <a:lnTo>
                    <a:pt x="1084389" y="1418492"/>
                  </a:lnTo>
                  <a:lnTo>
                    <a:pt x="1084375" y="1418497"/>
                  </a:lnTo>
                  <a:lnTo>
                    <a:pt x="1084347" y="1418508"/>
                  </a:lnTo>
                  <a:lnTo>
                    <a:pt x="1084333" y="1418516"/>
                  </a:lnTo>
                  <a:lnTo>
                    <a:pt x="1084320" y="1418530"/>
                  </a:lnTo>
                  <a:lnTo>
                    <a:pt x="1084310" y="1418545"/>
                  </a:lnTo>
                  <a:lnTo>
                    <a:pt x="1084303" y="1418560"/>
                  </a:lnTo>
                  <a:lnTo>
                    <a:pt x="1084294" y="1418575"/>
                  </a:lnTo>
                  <a:lnTo>
                    <a:pt x="1084285" y="1418583"/>
                  </a:lnTo>
                  <a:lnTo>
                    <a:pt x="1084279" y="1418585"/>
                  </a:lnTo>
                  <a:lnTo>
                    <a:pt x="1084265" y="1418588"/>
                  </a:lnTo>
                  <a:lnTo>
                    <a:pt x="1084255" y="1418587"/>
                  </a:lnTo>
                  <a:lnTo>
                    <a:pt x="1084237" y="1418584"/>
                  </a:lnTo>
                  <a:lnTo>
                    <a:pt x="1084222" y="1418583"/>
                  </a:lnTo>
                  <a:lnTo>
                    <a:pt x="1084207" y="1418584"/>
                  </a:lnTo>
                  <a:lnTo>
                    <a:pt x="1084190" y="1418583"/>
                  </a:lnTo>
                  <a:lnTo>
                    <a:pt x="1084163" y="1418586"/>
                  </a:lnTo>
                  <a:lnTo>
                    <a:pt x="1084147" y="1418586"/>
                  </a:lnTo>
                  <a:lnTo>
                    <a:pt x="1084138" y="1418589"/>
                  </a:lnTo>
                  <a:lnTo>
                    <a:pt x="1084126" y="1418591"/>
                  </a:lnTo>
                  <a:lnTo>
                    <a:pt x="1084116" y="1418588"/>
                  </a:lnTo>
                  <a:lnTo>
                    <a:pt x="1084112" y="1418582"/>
                  </a:lnTo>
                  <a:lnTo>
                    <a:pt x="1084102" y="1418567"/>
                  </a:lnTo>
                  <a:lnTo>
                    <a:pt x="1084099" y="1418551"/>
                  </a:lnTo>
                  <a:lnTo>
                    <a:pt x="1084096" y="1418536"/>
                  </a:lnTo>
                  <a:lnTo>
                    <a:pt x="1084093" y="1418521"/>
                  </a:lnTo>
                  <a:lnTo>
                    <a:pt x="1084090" y="1418506"/>
                  </a:lnTo>
                  <a:lnTo>
                    <a:pt x="1084087" y="1418491"/>
                  </a:lnTo>
                  <a:lnTo>
                    <a:pt x="1084078" y="1418476"/>
                  </a:lnTo>
                  <a:lnTo>
                    <a:pt x="1084073" y="1418468"/>
                  </a:lnTo>
                  <a:lnTo>
                    <a:pt x="1084066" y="1418462"/>
                  </a:lnTo>
                  <a:lnTo>
                    <a:pt x="1084053" y="1418449"/>
                  </a:lnTo>
                  <a:lnTo>
                    <a:pt x="1084039" y="1418439"/>
                  </a:lnTo>
                  <a:lnTo>
                    <a:pt x="1084025" y="1418430"/>
                  </a:lnTo>
                  <a:lnTo>
                    <a:pt x="1084015" y="1418423"/>
                  </a:lnTo>
                  <a:lnTo>
                    <a:pt x="1083999" y="1418407"/>
                  </a:lnTo>
                  <a:lnTo>
                    <a:pt x="1083989" y="1418390"/>
                  </a:lnTo>
                  <a:lnTo>
                    <a:pt x="1083958" y="1418353"/>
                  </a:lnTo>
                  <a:lnTo>
                    <a:pt x="1083940" y="1418329"/>
                  </a:lnTo>
                  <a:lnTo>
                    <a:pt x="1083917" y="1418308"/>
                  </a:lnTo>
                  <a:lnTo>
                    <a:pt x="1083902" y="1418299"/>
                  </a:lnTo>
                  <a:lnTo>
                    <a:pt x="1083886" y="1418288"/>
                  </a:lnTo>
                  <a:lnTo>
                    <a:pt x="1083880" y="1418278"/>
                  </a:lnTo>
                  <a:lnTo>
                    <a:pt x="1083877" y="1418264"/>
                  </a:lnTo>
                  <a:lnTo>
                    <a:pt x="1083863" y="1418237"/>
                  </a:lnTo>
                  <a:lnTo>
                    <a:pt x="1083842" y="1418210"/>
                  </a:lnTo>
                  <a:lnTo>
                    <a:pt x="1083813" y="1418182"/>
                  </a:lnTo>
                  <a:lnTo>
                    <a:pt x="1083777" y="1418149"/>
                  </a:lnTo>
                  <a:lnTo>
                    <a:pt x="1083754" y="1418096"/>
                  </a:lnTo>
                  <a:lnTo>
                    <a:pt x="1083735" y="1418058"/>
                  </a:lnTo>
                  <a:lnTo>
                    <a:pt x="1083722" y="1418028"/>
                  </a:lnTo>
                  <a:lnTo>
                    <a:pt x="1083723" y="1418010"/>
                  </a:lnTo>
                  <a:lnTo>
                    <a:pt x="1083726" y="1417996"/>
                  </a:lnTo>
                  <a:lnTo>
                    <a:pt x="1083732" y="1417983"/>
                  </a:lnTo>
                  <a:lnTo>
                    <a:pt x="1083750" y="1417954"/>
                  </a:lnTo>
                  <a:lnTo>
                    <a:pt x="1083762" y="1417935"/>
                  </a:lnTo>
                  <a:lnTo>
                    <a:pt x="1083773" y="1417922"/>
                  </a:lnTo>
                  <a:lnTo>
                    <a:pt x="1083782" y="1417919"/>
                  </a:lnTo>
                  <a:lnTo>
                    <a:pt x="1083791" y="1417916"/>
                  </a:lnTo>
                  <a:lnTo>
                    <a:pt x="1083805" y="1417915"/>
                  </a:lnTo>
                  <a:lnTo>
                    <a:pt x="1083814" y="1417912"/>
                  </a:lnTo>
                  <a:lnTo>
                    <a:pt x="1083822" y="1417909"/>
                  </a:lnTo>
                  <a:lnTo>
                    <a:pt x="1083832" y="1417901"/>
                  </a:lnTo>
                  <a:lnTo>
                    <a:pt x="1083841" y="1417896"/>
                  </a:lnTo>
                  <a:lnTo>
                    <a:pt x="1083847" y="1417893"/>
                  </a:lnTo>
                  <a:lnTo>
                    <a:pt x="1083856" y="1417892"/>
                  </a:lnTo>
                  <a:lnTo>
                    <a:pt x="1083872" y="1417892"/>
                  </a:lnTo>
                  <a:lnTo>
                    <a:pt x="1083883" y="1417894"/>
                  </a:lnTo>
                  <a:lnTo>
                    <a:pt x="1083894" y="1417896"/>
                  </a:lnTo>
                  <a:lnTo>
                    <a:pt x="1083903" y="1417900"/>
                  </a:lnTo>
                  <a:lnTo>
                    <a:pt x="1083911" y="1417898"/>
                  </a:lnTo>
                  <a:lnTo>
                    <a:pt x="1083908" y="1417890"/>
                  </a:lnTo>
                  <a:lnTo>
                    <a:pt x="1083908" y="1417880"/>
                  </a:lnTo>
                  <a:lnTo>
                    <a:pt x="1083911" y="1417865"/>
                  </a:lnTo>
                  <a:lnTo>
                    <a:pt x="1083917" y="1417850"/>
                  </a:lnTo>
                  <a:lnTo>
                    <a:pt x="1083920" y="1417835"/>
                  </a:lnTo>
                  <a:lnTo>
                    <a:pt x="1083925" y="1417820"/>
                  </a:lnTo>
                  <a:lnTo>
                    <a:pt x="1083934" y="1417806"/>
                  </a:lnTo>
                  <a:lnTo>
                    <a:pt x="1083932" y="1417792"/>
                  </a:lnTo>
                  <a:lnTo>
                    <a:pt x="1083924" y="1417775"/>
                  </a:lnTo>
                  <a:lnTo>
                    <a:pt x="1083915" y="1417760"/>
                  </a:lnTo>
                  <a:lnTo>
                    <a:pt x="1083908" y="1417745"/>
                  </a:lnTo>
                  <a:lnTo>
                    <a:pt x="1083903" y="1417728"/>
                  </a:lnTo>
                  <a:lnTo>
                    <a:pt x="1083907" y="1417725"/>
                  </a:lnTo>
                  <a:lnTo>
                    <a:pt x="1083915" y="1417725"/>
                  </a:lnTo>
                  <a:lnTo>
                    <a:pt x="1083929" y="1417726"/>
                  </a:lnTo>
                  <a:lnTo>
                    <a:pt x="1083944" y="1417727"/>
                  </a:lnTo>
                  <a:lnTo>
                    <a:pt x="1083956" y="1417728"/>
                  </a:lnTo>
                  <a:lnTo>
                    <a:pt x="1083969" y="1417727"/>
                  </a:lnTo>
                  <a:lnTo>
                    <a:pt x="1083980" y="1417724"/>
                  </a:lnTo>
                  <a:lnTo>
                    <a:pt x="1083986" y="1417721"/>
                  </a:lnTo>
                  <a:lnTo>
                    <a:pt x="1084000" y="1417711"/>
                  </a:lnTo>
                  <a:lnTo>
                    <a:pt x="1084015" y="1417699"/>
                  </a:lnTo>
                  <a:lnTo>
                    <a:pt x="1084027" y="1417686"/>
                  </a:lnTo>
                  <a:lnTo>
                    <a:pt x="1084033" y="1417679"/>
                  </a:lnTo>
                  <a:lnTo>
                    <a:pt x="1084034" y="1417672"/>
                  </a:lnTo>
                  <a:lnTo>
                    <a:pt x="1084033" y="1417664"/>
                  </a:lnTo>
                  <a:lnTo>
                    <a:pt x="1084030" y="1417656"/>
                  </a:lnTo>
                  <a:lnTo>
                    <a:pt x="1084022" y="1417641"/>
                  </a:lnTo>
                  <a:lnTo>
                    <a:pt x="1084020" y="1417636"/>
                  </a:lnTo>
                  <a:lnTo>
                    <a:pt x="1084010" y="1417626"/>
                  </a:lnTo>
                  <a:lnTo>
                    <a:pt x="1084005" y="1417618"/>
                  </a:lnTo>
                  <a:lnTo>
                    <a:pt x="1084002" y="1417611"/>
                  </a:lnTo>
                  <a:lnTo>
                    <a:pt x="1084003" y="1417604"/>
                  </a:lnTo>
                  <a:lnTo>
                    <a:pt x="1084007" y="1417596"/>
                  </a:lnTo>
                  <a:lnTo>
                    <a:pt x="1084018" y="1417581"/>
                  </a:lnTo>
                  <a:lnTo>
                    <a:pt x="1084029" y="1417567"/>
                  </a:lnTo>
                  <a:lnTo>
                    <a:pt x="1084039" y="1417552"/>
                  </a:lnTo>
                  <a:lnTo>
                    <a:pt x="1084042" y="1417537"/>
                  </a:lnTo>
                  <a:lnTo>
                    <a:pt x="1084043" y="1417524"/>
                  </a:lnTo>
                  <a:lnTo>
                    <a:pt x="1084038" y="1417507"/>
                  </a:lnTo>
                  <a:lnTo>
                    <a:pt x="1084038" y="1417498"/>
                  </a:lnTo>
                  <a:lnTo>
                    <a:pt x="1084040" y="1417492"/>
                  </a:lnTo>
                  <a:lnTo>
                    <a:pt x="1084044" y="1417483"/>
                  </a:lnTo>
                  <a:lnTo>
                    <a:pt x="1084048" y="1417477"/>
                  </a:lnTo>
                  <a:lnTo>
                    <a:pt x="1084063" y="1417466"/>
                  </a:lnTo>
                  <a:lnTo>
                    <a:pt x="1084077" y="1417460"/>
                  </a:lnTo>
                  <a:lnTo>
                    <a:pt x="1084091" y="1417453"/>
                  </a:lnTo>
                  <a:lnTo>
                    <a:pt x="1084105" y="1417445"/>
                  </a:lnTo>
                  <a:lnTo>
                    <a:pt x="1084120" y="1417436"/>
                  </a:lnTo>
                  <a:lnTo>
                    <a:pt x="1084127" y="1417432"/>
                  </a:lnTo>
                  <a:lnTo>
                    <a:pt x="1084134" y="1417426"/>
                  </a:lnTo>
                  <a:lnTo>
                    <a:pt x="1084141" y="1417419"/>
                  </a:lnTo>
                  <a:lnTo>
                    <a:pt x="1084143" y="1417412"/>
                  </a:lnTo>
                  <a:lnTo>
                    <a:pt x="1084147" y="1417398"/>
                  </a:lnTo>
                  <a:lnTo>
                    <a:pt x="1084150" y="1417382"/>
                  </a:lnTo>
                  <a:lnTo>
                    <a:pt x="1084155" y="1417367"/>
                  </a:lnTo>
                  <a:lnTo>
                    <a:pt x="1084162" y="1417352"/>
                  </a:lnTo>
                  <a:lnTo>
                    <a:pt x="1084171" y="1417339"/>
                  </a:lnTo>
                  <a:lnTo>
                    <a:pt x="1084183" y="1417333"/>
                  </a:lnTo>
                  <a:lnTo>
                    <a:pt x="1084200" y="1417330"/>
                  </a:lnTo>
                  <a:lnTo>
                    <a:pt x="1084214" y="1417328"/>
                  </a:lnTo>
                  <a:lnTo>
                    <a:pt x="1084228" y="1417323"/>
                  </a:lnTo>
                  <a:lnTo>
                    <a:pt x="1084242" y="1417318"/>
                  </a:lnTo>
                  <a:lnTo>
                    <a:pt x="1084254" y="1417312"/>
                  </a:lnTo>
                  <a:lnTo>
                    <a:pt x="1084271" y="1417304"/>
                  </a:lnTo>
                  <a:lnTo>
                    <a:pt x="1084288" y="1417292"/>
                  </a:lnTo>
                  <a:lnTo>
                    <a:pt x="1084293" y="1417287"/>
                  </a:lnTo>
                  <a:lnTo>
                    <a:pt x="1084298" y="1417282"/>
                  </a:lnTo>
                  <a:lnTo>
                    <a:pt x="1084307" y="1417267"/>
                  </a:lnTo>
                  <a:lnTo>
                    <a:pt x="1084316" y="1417252"/>
                  </a:lnTo>
                  <a:lnTo>
                    <a:pt x="1084325" y="1417237"/>
                  </a:lnTo>
                  <a:lnTo>
                    <a:pt x="1084332" y="1417222"/>
                  </a:lnTo>
                  <a:lnTo>
                    <a:pt x="1084332" y="1417207"/>
                  </a:lnTo>
                  <a:lnTo>
                    <a:pt x="1084333" y="1417192"/>
                  </a:lnTo>
                  <a:lnTo>
                    <a:pt x="1084334" y="1417184"/>
                  </a:lnTo>
                  <a:lnTo>
                    <a:pt x="1084338" y="1417170"/>
                  </a:lnTo>
                  <a:lnTo>
                    <a:pt x="1084342" y="1417162"/>
                  </a:lnTo>
                  <a:lnTo>
                    <a:pt x="1084351" y="1417147"/>
                  </a:lnTo>
                  <a:lnTo>
                    <a:pt x="1084361" y="1417132"/>
                  </a:lnTo>
                  <a:lnTo>
                    <a:pt x="1084370" y="1417121"/>
                  </a:lnTo>
                  <a:lnTo>
                    <a:pt x="1084375" y="1417106"/>
                  </a:lnTo>
                  <a:lnTo>
                    <a:pt x="1084378" y="1417083"/>
                  </a:lnTo>
                  <a:lnTo>
                    <a:pt x="1084376" y="1417072"/>
                  </a:lnTo>
                  <a:lnTo>
                    <a:pt x="1084373" y="1417057"/>
                  </a:lnTo>
                  <a:lnTo>
                    <a:pt x="1084367" y="1417042"/>
                  </a:lnTo>
                  <a:lnTo>
                    <a:pt x="1084361" y="1417026"/>
                  </a:lnTo>
                  <a:lnTo>
                    <a:pt x="1084353" y="1417011"/>
                  </a:lnTo>
                  <a:lnTo>
                    <a:pt x="1084341" y="1416997"/>
                  </a:lnTo>
                  <a:lnTo>
                    <a:pt x="1084337" y="1416992"/>
                  </a:lnTo>
                  <a:lnTo>
                    <a:pt x="1084333" y="1416982"/>
                  </a:lnTo>
                  <a:lnTo>
                    <a:pt x="1084331" y="1416973"/>
                  </a:lnTo>
                  <a:lnTo>
                    <a:pt x="1084327" y="1416967"/>
                  </a:lnTo>
                  <a:lnTo>
                    <a:pt x="1084319" y="1416953"/>
                  </a:lnTo>
                  <a:lnTo>
                    <a:pt x="1084315" y="1416946"/>
                  </a:lnTo>
                  <a:lnTo>
                    <a:pt x="1084310" y="1416939"/>
                  </a:lnTo>
                  <a:lnTo>
                    <a:pt x="1084304" y="1416927"/>
                  </a:lnTo>
                  <a:lnTo>
                    <a:pt x="1084297" y="1416907"/>
                  </a:lnTo>
                  <a:lnTo>
                    <a:pt x="1084290" y="1416887"/>
                  </a:lnTo>
                  <a:lnTo>
                    <a:pt x="1084285" y="1416877"/>
                  </a:lnTo>
                  <a:lnTo>
                    <a:pt x="1084278" y="1416867"/>
                  </a:lnTo>
                  <a:lnTo>
                    <a:pt x="1084265" y="1416850"/>
                  </a:lnTo>
                  <a:lnTo>
                    <a:pt x="1084257" y="1416839"/>
                  </a:lnTo>
                  <a:lnTo>
                    <a:pt x="1084256" y="1416832"/>
                  </a:lnTo>
                  <a:lnTo>
                    <a:pt x="1084256" y="1416825"/>
                  </a:lnTo>
                  <a:lnTo>
                    <a:pt x="1084258" y="1416815"/>
                  </a:lnTo>
                  <a:lnTo>
                    <a:pt x="1084260" y="1416809"/>
                  </a:lnTo>
                  <a:lnTo>
                    <a:pt x="1084262" y="1416805"/>
                  </a:lnTo>
                  <a:lnTo>
                    <a:pt x="1084279" y="1416790"/>
                  </a:lnTo>
                  <a:lnTo>
                    <a:pt x="1084295" y="1416776"/>
                  </a:lnTo>
                  <a:lnTo>
                    <a:pt x="1084308" y="1416765"/>
                  </a:lnTo>
                  <a:lnTo>
                    <a:pt x="1084324" y="1416754"/>
                  </a:lnTo>
                  <a:lnTo>
                    <a:pt x="1084332" y="1416745"/>
                  </a:lnTo>
                  <a:lnTo>
                    <a:pt x="1084337" y="1416734"/>
                  </a:lnTo>
                  <a:lnTo>
                    <a:pt x="1084338" y="1416725"/>
                  </a:lnTo>
                  <a:lnTo>
                    <a:pt x="1084338" y="1416717"/>
                  </a:lnTo>
                  <a:lnTo>
                    <a:pt x="1084337" y="1416707"/>
                  </a:lnTo>
                  <a:lnTo>
                    <a:pt x="1084335" y="1416698"/>
                  </a:lnTo>
                  <a:lnTo>
                    <a:pt x="1084335" y="1416689"/>
                  </a:lnTo>
                  <a:lnTo>
                    <a:pt x="1084339" y="1416680"/>
                  </a:lnTo>
                  <a:lnTo>
                    <a:pt x="1084345" y="1416672"/>
                  </a:lnTo>
                  <a:lnTo>
                    <a:pt x="1084353" y="1416665"/>
                  </a:lnTo>
                  <a:lnTo>
                    <a:pt x="1084368" y="1416654"/>
                  </a:lnTo>
                  <a:lnTo>
                    <a:pt x="1084372" y="1416648"/>
                  </a:lnTo>
                  <a:lnTo>
                    <a:pt x="1084374" y="1416639"/>
                  </a:lnTo>
                  <a:lnTo>
                    <a:pt x="1084377" y="1416624"/>
                  </a:lnTo>
                  <a:lnTo>
                    <a:pt x="1084378" y="1416609"/>
                  </a:lnTo>
                  <a:lnTo>
                    <a:pt x="1084377" y="1416594"/>
                  </a:lnTo>
                  <a:lnTo>
                    <a:pt x="1084378" y="1416586"/>
                  </a:lnTo>
                  <a:lnTo>
                    <a:pt x="1084383" y="1416583"/>
                  </a:lnTo>
                  <a:lnTo>
                    <a:pt x="1084399" y="1416582"/>
                  </a:lnTo>
                  <a:lnTo>
                    <a:pt x="1084413" y="1416583"/>
                  </a:lnTo>
                  <a:lnTo>
                    <a:pt x="1084427" y="1416582"/>
                  </a:lnTo>
                  <a:lnTo>
                    <a:pt x="1084435" y="1416576"/>
                  </a:lnTo>
                  <a:lnTo>
                    <a:pt x="1084441" y="1416569"/>
                  </a:lnTo>
                  <a:lnTo>
                    <a:pt x="1084451" y="1416556"/>
                  </a:lnTo>
                  <a:lnTo>
                    <a:pt x="1084464" y="1416540"/>
                  </a:lnTo>
                  <a:lnTo>
                    <a:pt x="1084472" y="1416537"/>
                  </a:lnTo>
                  <a:lnTo>
                    <a:pt x="1084478" y="1416538"/>
                  </a:lnTo>
                  <a:lnTo>
                    <a:pt x="1084492" y="1416536"/>
                  </a:lnTo>
                  <a:lnTo>
                    <a:pt x="1084506" y="1416531"/>
                  </a:lnTo>
                  <a:lnTo>
                    <a:pt x="1084517" y="1416527"/>
                  </a:lnTo>
                  <a:lnTo>
                    <a:pt x="1084521" y="1416524"/>
                  </a:lnTo>
                  <a:lnTo>
                    <a:pt x="1084533" y="1416512"/>
                  </a:lnTo>
                  <a:lnTo>
                    <a:pt x="1084547" y="1416500"/>
                  </a:lnTo>
                  <a:lnTo>
                    <a:pt x="1084562" y="1416495"/>
                  </a:lnTo>
                  <a:lnTo>
                    <a:pt x="1084576" y="1416492"/>
                  </a:lnTo>
                  <a:lnTo>
                    <a:pt x="1084590" y="1416489"/>
                  </a:lnTo>
                  <a:lnTo>
                    <a:pt x="1084604" y="1416489"/>
                  </a:lnTo>
                  <a:lnTo>
                    <a:pt x="1084618" y="1416490"/>
                  </a:lnTo>
                  <a:lnTo>
                    <a:pt x="1084632" y="1416493"/>
                  </a:lnTo>
                  <a:lnTo>
                    <a:pt x="1084647" y="1416498"/>
                  </a:lnTo>
                  <a:lnTo>
                    <a:pt x="1084661" y="1416504"/>
                  </a:lnTo>
                  <a:lnTo>
                    <a:pt x="1084675" y="1416505"/>
                  </a:lnTo>
                  <a:lnTo>
                    <a:pt x="1084689" y="1416504"/>
                  </a:lnTo>
                  <a:lnTo>
                    <a:pt x="1084703" y="1416504"/>
                  </a:lnTo>
                  <a:lnTo>
                    <a:pt x="1084717" y="1416505"/>
                  </a:lnTo>
                  <a:lnTo>
                    <a:pt x="1084731" y="1416507"/>
                  </a:lnTo>
                  <a:lnTo>
                    <a:pt x="1084755" y="1416509"/>
                  </a:lnTo>
                  <a:lnTo>
                    <a:pt x="1084759" y="1416508"/>
                  </a:lnTo>
                  <a:lnTo>
                    <a:pt x="1084766" y="1416507"/>
                  </a:lnTo>
                  <a:lnTo>
                    <a:pt x="1084770" y="1416504"/>
                  </a:lnTo>
                  <a:lnTo>
                    <a:pt x="1084772" y="1416500"/>
                  </a:lnTo>
                  <a:lnTo>
                    <a:pt x="1084777" y="1416485"/>
                  </a:lnTo>
                  <a:lnTo>
                    <a:pt x="1084780" y="1416470"/>
                  </a:lnTo>
                  <a:lnTo>
                    <a:pt x="1084784" y="1416455"/>
                  </a:lnTo>
                  <a:lnTo>
                    <a:pt x="1084788" y="1416439"/>
                  </a:lnTo>
                  <a:lnTo>
                    <a:pt x="1084792" y="1416424"/>
                  </a:lnTo>
                  <a:lnTo>
                    <a:pt x="1084793" y="1416413"/>
                  </a:lnTo>
                  <a:lnTo>
                    <a:pt x="1084794" y="1416404"/>
                  </a:lnTo>
                  <a:lnTo>
                    <a:pt x="1084792" y="1416396"/>
                  </a:lnTo>
                  <a:lnTo>
                    <a:pt x="1084787" y="1416388"/>
                  </a:lnTo>
                  <a:lnTo>
                    <a:pt x="1084778" y="1416379"/>
                  </a:lnTo>
                  <a:lnTo>
                    <a:pt x="1084769" y="1416371"/>
                  </a:lnTo>
                  <a:lnTo>
                    <a:pt x="1084759" y="1416360"/>
                  </a:lnTo>
                  <a:lnTo>
                    <a:pt x="1084755" y="1416351"/>
                  </a:lnTo>
                  <a:lnTo>
                    <a:pt x="1084751" y="1416334"/>
                  </a:lnTo>
                  <a:lnTo>
                    <a:pt x="1084750" y="1416320"/>
                  </a:lnTo>
                  <a:lnTo>
                    <a:pt x="1084753" y="1416305"/>
                  </a:lnTo>
                  <a:lnTo>
                    <a:pt x="1084742" y="1416301"/>
                  </a:lnTo>
                  <a:lnTo>
                    <a:pt x="1084738" y="1416298"/>
                  </a:lnTo>
                  <a:lnTo>
                    <a:pt x="1084725" y="1416286"/>
                  </a:lnTo>
                  <a:lnTo>
                    <a:pt x="1084713" y="1416272"/>
                  </a:lnTo>
                  <a:lnTo>
                    <a:pt x="1084705" y="1416256"/>
                  </a:lnTo>
                  <a:lnTo>
                    <a:pt x="1084700" y="1416241"/>
                  </a:lnTo>
                  <a:lnTo>
                    <a:pt x="1084692" y="1416226"/>
                  </a:lnTo>
                  <a:lnTo>
                    <a:pt x="1084682" y="1416212"/>
                  </a:lnTo>
                  <a:lnTo>
                    <a:pt x="1084671" y="1416197"/>
                  </a:lnTo>
                  <a:lnTo>
                    <a:pt x="1084664" y="1416185"/>
                  </a:lnTo>
                  <a:lnTo>
                    <a:pt x="1084660" y="1416173"/>
                  </a:lnTo>
                  <a:lnTo>
                    <a:pt x="1084659" y="1416166"/>
                  </a:lnTo>
                  <a:lnTo>
                    <a:pt x="1084656" y="1416151"/>
                  </a:lnTo>
                  <a:lnTo>
                    <a:pt x="1084656" y="1416136"/>
                  </a:lnTo>
                  <a:lnTo>
                    <a:pt x="1084651" y="1416121"/>
                  </a:lnTo>
                  <a:lnTo>
                    <a:pt x="1084645" y="1416106"/>
                  </a:lnTo>
                  <a:lnTo>
                    <a:pt x="1084638" y="1416096"/>
                  </a:lnTo>
                  <a:lnTo>
                    <a:pt x="1084633" y="1416092"/>
                  </a:lnTo>
                  <a:lnTo>
                    <a:pt x="1084619" y="1416086"/>
                  </a:lnTo>
                  <a:lnTo>
                    <a:pt x="1084609" y="1416078"/>
                  </a:lnTo>
                  <a:lnTo>
                    <a:pt x="1084607" y="1416074"/>
                  </a:lnTo>
                  <a:lnTo>
                    <a:pt x="1084598" y="1416058"/>
                  </a:lnTo>
                  <a:lnTo>
                    <a:pt x="1084589" y="1416043"/>
                  </a:lnTo>
                  <a:lnTo>
                    <a:pt x="1084579" y="1416028"/>
                  </a:lnTo>
                  <a:lnTo>
                    <a:pt x="1084566" y="1416015"/>
                  </a:lnTo>
                  <a:lnTo>
                    <a:pt x="1084560" y="1416009"/>
                  </a:lnTo>
                  <a:lnTo>
                    <a:pt x="1084538" y="1415997"/>
                  </a:lnTo>
                  <a:lnTo>
                    <a:pt x="1084510" y="1415991"/>
                  </a:lnTo>
                  <a:lnTo>
                    <a:pt x="1084490" y="1415985"/>
                  </a:lnTo>
                  <a:lnTo>
                    <a:pt x="1084482" y="1415983"/>
                  </a:lnTo>
                  <a:lnTo>
                    <a:pt x="1084473" y="1415979"/>
                  </a:lnTo>
                  <a:lnTo>
                    <a:pt x="1084468" y="1415974"/>
                  </a:lnTo>
                  <a:lnTo>
                    <a:pt x="1084456" y="1415961"/>
                  </a:lnTo>
                  <a:lnTo>
                    <a:pt x="1084442" y="1415953"/>
                  </a:lnTo>
                  <a:lnTo>
                    <a:pt x="1084428" y="1415944"/>
                  </a:lnTo>
                  <a:lnTo>
                    <a:pt x="1084419" y="1415941"/>
                  </a:lnTo>
                  <a:lnTo>
                    <a:pt x="1084413" y="1415940"/>
                  </a:lnTo>
                  <a:lnTo>
                    <a:pt x="1084385" y="1415937"/>
                  </a:lnTo>
                  <a:lnTo>
                    <a:pt x="1084371" y="1415936"/>
                  </a:lnTo>
                  <a:lnTo>
                    <a:pt x="1084357" y="1415935"/>
                  </a:lnTo>
                  <a:lnTo>
                    <a:pt x="1084350" y="1415929"/>
                  </a:lnTo>
                  <a:lnTo>
                    <a:pt x="1084344" y="1415922"/>
                  </a:lnTo>
                  <a:lnTo>
                    <a:pt x="1084335" y="1415906"/>
                  </a:lnTo>
                  <a:lnTo>
                    <a:pt x="1084332" y="1415891"/>
                  </a:lnTo>
                  <a:lnTo>
                    <a:pt x="1084329" y="1415876"/>
                  </a:lnTo>
                  <a:lnTo>
                    <a:pt x="1084327" y="1415861"/>
                  </a:lnTo>
                  <a:lnTo>
                    <a:pt x="1084323" y="1415852"/>
                  </a:lnTo>
                  <a:lnTo>
                    <a:pt x="1084319" y="1415846"/>
                  </a:lnTo>
                  <a:lnTo>
                    <a:pt x="1084305" y="1415836"/>
                  </a:lnTo>
                  <a:lnTo>
                    <a:pt x="1084299" y="1415831"/>
                  </a:lnTo>
                  <a:lnTo>
                    <a:pt x="1084291" y="1415829"/>
                  </a:lnTo>
                  <a:lnTo>
                    <a:pt x="1084277" y="1415829"/>
                  </a:lnTo>
                  <a:lnTo>
                    <a:pt x="1084263" y="1415831"/>
                  </a:lnTo>
                  <a:lnTo>
                    <a:pt x="1084248" y="1415831"/>
                  </a:lnTo>
                  <a:lnTo>
                    <a:pt x="1084234" y="1415832"/>
                  </a:lnTo>
                  <a:lnTo>
                    <a:pt x="1084228" y="1415831"/>
                  </a:lnTo>
                  <a:lnTo>
                    <a:pt x="1084213" y="1415835"/>
                  </a:lnTo>
                  <a:lnTo>
                    <a:pt x="1084206" y="1415839"/>
                  </a:lnTo>
                  <a:lnTo>
                    <a:pt x="1084192" y="1415849"/>
                  </a:lnTo>
                  <a:lnTo>
                    <a:pt x="1084185" y="1415855"/>
                  </a:lnTo>
                  <a:lnTo>
                    <a:pt x="1084179" y="1415861"/>
                  </a:lnTo>
                  <a:lnTo>
                    <a:pt x="1084169" y="1415874"/>
                  </a:lnTo>
                  <a:lnTo>
                    <a:pt x="1084162" y="1415886"/>
                  </a:lnTo>
                  <a:lnTo>
                    <a:pt x="1084150" y="1415904"/>
                  </a:lnTo>
                  <a:lnTo>
                    <a:pt x="1084141" y="1415919"/>
                  </a:lnTo>
                  <a:lnTo>
                    <a:pt x="1084132" y="1415934"/>
                  </a:lnTo>
                  <a:lnTo>
                    <a:pt x="1084122" y="1415949"/>
                  </a:lnTo>
                  <a:lnTo>
                    <a:pt x="1084116" y="1415960"/>
                  </a:lnTo>
                  <a:lnTo>
                    <a:pt x="1084105" y="1415972"/>
                  </a:lnTo>
                  <a:lnTo>
                    <a:pt x="1084100" y="1415974"/>
                  </a:lnTo>
                  <a:lnTo>
                    <a:pt x="1084085" y="1415978"/>
                  </a:lnTo>
                  <a:lnTo>
                    <a:pt x="1084070" y="1415980"/>
                  </a:lnTo>
                  <a:lnTo>
                    <a:pt x="1084062" y="1415980"/>
                  </a:lnTo>
                  <a:lnTo>
                    <a:pt x="1084056" y="1415982"/>
                  </a:lnTo>
                  <a:lnTo>
                    <a:pt x="1084046" y="1415986"/>
                  </a:lnTo>
                  <a:lnTo>
                    <a:pt x="1084042" y="1415989"/>
                  </a:lnTo>
                  <a:lnTo>
                    <a:pt x="1084028" y="1416003"/>
                  </a:lnTo>
                  <a:lnTo>
                    <a:pt x="1084018" y="1416018"/>
                  </a:lnTo>
                  <a:lnTo>
                    <a:pt x="1084011" y="1416031"/>
                  </a:lnTo>
                  <a:lnTo>
                    <a:pt x="1084001" y="1416039"/>
                  </a:lnTo>
                  <a:lnTo>
                    <a:pt x="1083996" y="1416042"/>
                  </a:lnTo>
                  <a:lnTo>
                    <a:pt x="1083982" y="1416050"/>
                  </a:lnTo>
                  <a:lnTo>
                    <a:pt x="1083967" y="1416058"/>
                  </a:lnTo>
                  <a:lnTo>
                    <a:pt x="1083953" y="1416067"/>
                  </a:lnTo>
                  <a:lnTo>
                    <a:pt x="1083939" y="1416077"/>
                  </a:lnTo>
                  <a:lnTo>
                    <a:pt x="1083932" y="1416081"/>
                  </a:lnTo>
                  <a:lnTo>
                    <a:pt x="1083925" y="1416083"/>
                  </a:lnTo>
                  <a:lnTo>
                    <a:pt x="1083911" y="1416086"/>
                  </a:lnTo>
                  <a:lnTo>
                    <a:pt x="1083896" y="1416087"/>
                  </a:lnTo>
                  <a:lnTo>
                    <a:pt x="1083882" y="1416088"/>
                  </a:lnTo>
                  <a:lnTo>
                    <a:pt x="1083868" y="1416093"/>
                  </a:lnTo>
                  <a:lnTo>
                    <a:pt x="1083853" y="1416100"/>
                  </a:lnTo>
                  <a:lnTo>
                    <a:pt x="1083841" y="1416109"/>
                  </a:lnTo>
                  <a:lnTo>
                    <a:pt x="1083829" y="1416113"/>
                  </a:lnTo>
                  <a:lnTo>
                    <a:pt x="1083822" y="1416115"/>
                  </a:lnTo>
                  <a:lnTo>
                    <a:pt x="1083811" y="1416114"/>
                  </a:lnTo>
                  <a:lnTo>
                    <a:pt x="1083797" y="1416112"/>
                  </a:lnTo>
                  <a:lnTo>
                    <a:pt x="1083781" y="1416111"/>
                  </a:lnTo>
                  <a:lnTo>
                    <a:pt x="1083775" y="1416107"/>
                  </a:lnTo>
                  <a:lnTo>
                    <a:pt x="1083769" y="1416099"/>
                  </a:lnTo>
                  <a:lnTo>
                    <a:pt x="1083762" y="1416086"/>
                  </a:lnTo>
                  <a:lnTo>
                    <a:pt x="1083759" y="1416075"/>
                  </a:lnTo>
                  <a:lnTo>
                    <a:pt x="1083759" y="1416069"/>
                  </a:lnTo>
                  <a:lnTo>
                    <a:pt x="1083765" y="1416024"/>
                  </a:lnTo>
                  <a:lnTo>
                    <a:pt x="1083762" y="1416009"/>
                  </a:lnTo>
                  <a:lnTo>
                    <a:pt x="1083758" y="1415994"/>
                  </a:lnTo>
                  <a:lnTo>
                    <a:pt x="1083749" y="1415963"/>
                  </a:lnTo>
                  <a:lnTo>
                    <a:pt x="1083738" y="1415933"/>
                  </a:lnTo>
                  <a:lnTo>
                    <a:pt x="1083732" y="1415918"/>
                  </a:lnTo>
                  <a:lnTo>
                    <a:pt x="1083692" y="1415851"/>
                  </a:lnTo>
                  <a:lnTo>
                    <a:pt x="1083679" y="1415841"/>
                  </a:lnTo>
                  <a:lnTo>
                    <a:pt x="1083663" y="1415846"/>
                  </a:lnTo>
                  <a:lnTo>
                    <a:pt x="1083649" y="1415849"/>
                  </a:lnTo>
                  <a:lnTo>
                    <a:pt x="1083635" y="1415851"/>
                  </a:lnTo>
                  <a:lnTo>
                    <a:pt x="1083621" y="1415852"/>
                  </a:lnTo>
                  <a:lnTo>
                    <a:pt x="1083592" y="1415847"/>
                  </a:lnTo>
                  <a:lnTo>
                    <a:pt x="1083578" y="1415844"/>
                  </a:lnTo>
                  <a:lnTo>
                    <a:pt x="1083564" y="1415839"/>
                  </a:lnTo>
                  <a:lnTo>
                    <a:pt x="1083550" y="1415835"/>
                  </a:lnTo>
                  <a:lnTo>
                    <a:pt x="1083536" y="1415832"/>
                  </a:lnTo>
                  <a:lnTo>
                    <a:pt x="1083528" y="1415832"/>
                  </a:lnTo>
                  <a:lnTo>
                    <a:pt x="1083522" y="1415835"/>
                  </a:lnTo>
                  <a:lnTo>
                    <a:pt x="1083508" y="1415840"/>
                  </a:lnTo>
                  <a:lnTo>
                    <a:pt x="1083493" y="1415841"/>
                  </a:lnTo>
                  <a:lnTo>
                    <a:pt x="1083479" y="1415835"/>
                  </a:lnTo>
                  <a:lnTo>
                    <a:pt x="1083465" y="1415826"/>
                  </a:lnTo>
                  <a:lnTo>
                    <a:pt x="1083459" y="1415822"/>
                  </a:lnTo>
                  <a:lnTo>
                    <a:pt x="1083451" y="1415820"/>
                  </a:lnTo>
                  <a:lnTo>
                    <a:pt x="1083444" y="1415819"/>
                  </a:lnTo>
                  <a:lnTo>
                    <a:pt x="1083432" y="1415818"/>
                  </a:lnTo>
                  <a:lnTo>
                    <a:pt x="1083420" y="1415819"/>
                  </a:lnTo>
                  <a:lnTo>
                    <a:pt x="1083408" y="1415823"/>
                  </a:lnTo>
                  <a:lnTo>
                    <a:pt x="1083391" y="1415832"/>
                  </a:lnTo>
                  <a:lnTo>
                    <a:pt x="1083365" y="1415847"/>
                  </a:lnTo>
                  <a:lnTo>
                    <a:pt x="1083350" y="1415855"/>
                  </a:lnTo>
                  <a:lnTo>
                    <a:pt x="1083343" y="1415856"/>
                  </a:lnTo>
                  <a:lnTo>
                    <a:pt x="1083337" y="1415855"/>
                  </a:lnTo>
                  <a:lnTo>
                    <a:pt x="1083332" y="1415847"/>
                  </a:lnTo>
                  <a:lnTo>
                    <a:pt x="1083326" y="1415828"/>
                  </a:lnTo>
                  <a:lnTo>
                    <a:pt x="1083318" y="1415809"/>
                  </a:lnTo>
                  <a:lnTo>
                    <a:pt x="1083306" y="1415789"/>
                  </a:lnTo>
                  <a:lnTo>
                    <a:pt x="1083301" y="1415778"/>
                  </a:lnTo>
                  <a:lnTo>
                    <a:pt x="1083289" y="1415750"/>
                  </a:lnTo>
                  <a:lnTo>
                    <a:pt x="1083280" y="1415737"/>
                  </a:lnTo>
                  <a:lnTo>
                    <a:pt x="1083273" y="1415731"/>
                  </a:lnTo>
                  <a:lnTo>
                    <a:pt x="1083263" y="1415725"/>
                  </a:lnTo>
                  <a:lnTo>
                    <a:pt x="1083248" y="1415720"/>
                  </a:lnTo>
                  <a:lnTo>
                    <a:pt x="1083232" y="1415716"/>
                  </a:lnTo>
                  <a:lnTo>
                    <a:pt x="1083204" y="1415707"/>
                  </a:lnTo>
                  <a:lnTo>
                    <a:pt x="1083192" y="1415703"/>
                  </a:lnTo>
                  <a:lnTo>
                    <a:pt x="1083170" y="1415691"/>
                  </a:lnTo>
                  <a:lnTo>
                    <a:pt x="1083157" y="1415685"/>
                  </a:lnTo>
                  <a:lnTo>
                    <a:pt x="1083147" y="1415683"/>
                  </a:lnTo>
                  <a:lnTo>
                    <a:pt x="1083115" y="1415682"/>
                  </a:lnTo>
                  <a:lnTo>
                    <a:pt x="1083103" y="1415679"/>
                  </a:lnTo>
                  <a:lnTo>
                    <a:pt x="1083092" y="1415679"/>
                  </a:lnTo>
                  <a:lnTo>
                    <a:pt x="1083080" y="1415681"/>
                  </a:lnTo>
                  <a:lnTo>
                    <a:pt x="1083068" y="1415684"/>
                  </a:lnTo>
                  <a:lnTo>
                    <a:pt x="1083055" y="1415675"/>
                  </a:lnTo>
                  <a:lnTo>
                    <a:pt x="1083051" y="1415672"/>
                  </a:lnTo>
                  <a:lnTo>
                    <a:pt x="1083042" y="1415667"/>
                  </a:lnTo>
                  <a:lnTo>
                    <a:pt x="1083037" y="1415665"/>
                  </a:lnTo>
                  <a:lnTo>
                    <a:pt x="1083027" y="1415667"/>
                  </a:lnTo>
                  <a:lnTo>
                    <a:pt x="1083015" y="1415664"/>
                  </a:lnTo>
                  <a:lnTo>
                    <a:pt x="1082999" y="1415662"/>
                  </a:lnTo>
                  <a:lnTo>
                    <a:pt x="1082991" y="1415658"/>
                  </a:lnTo>
                  <a:lnTo>
                    <a:pt x="1082988" y="1415653"/>
                  </a:lnTo>
                  <a:lnTo>
                    <a:pt x="1082982" y="1415638"/>
                  </a:lnTo>
                  <a:lnTo>
                    <a:pt x="1082969" y="1415625"/>
                  </a:lnTo>
                  <a:lnTo>
                    <a:pt x="1082955" y="1415620"/>
                  </a:lnTo>
                  <a:lnTo>
                    <a:pt x="1082941" y="1415616"/>
                  </a:lnTo>
                  <a:lnTo>
                    <a:pt x="1082927" y="1415611"/>
                  </a:lnTo>
                  <a:lnTo>
                    <a:pt x="1082913" y="1415608"/>
                  </a:lnTo>
                  <a:lnTo>
                    <a:pt x="1082885" y="1415601"/>
                  </a:lnTo>
                  <a:lnTo>
                    <a:pt x="1082870" y="1415599"/>
                  </a:lnTo>
                  <a:lnTo>
                    <a:pt x="1082828" y="1415598"/>
                  </a:lnTo>
                  <a:lnTo>
                    <a:pt x="1082814" y="1415600"/>
                  </a:lnTo>
                  <a:lnTo>
                    <a:pt x="1082800" y="1415599"/>
                  </a:lnTo>
                  <a:lnTo>
                    <a:pt x="1082786" y="1415598"/>
                  </a:lnTo>
                  <a:lnTo>
                    <a:pt x="1082771" y="1415595"/>
                  </a:lnTo>
                  <a:lnTo>
                    <a:pt x="1082757" y="1415590"/>
                  </a:lnTo>
                  <a:lnTo>
                    <a:pt x="1082743" y="1415585"/>
                  </a:lnTo>
                  <a:lnTo>
                    <a:pt x="1082738" y="1415583"/>
                  </a:lnTo>
                  <a:lnTo>
                    <a:pt x="1082729" y="1415584"/>
                  </a:lnTo>
                  <a:lnTo>
                    <a:pt x="1082724" y="1415588"/>
                  </a:lnTo>
                  <a:lnTo>
                    <a:pt x="1082716" y="1415591"/>
                  </a:lnTo>
                  <a:lnTo>
                    <a:pt x="1082711" y="1415590"/>
                  </a:lnTo>
                  <a:lnTo>
                    <a:pt x="1082708" y="1415584"/>
                  </a:lnTo>
                  <a:lnTo>
                    <a:pt x="1082706" y="1415574"/>
                  </a:lnTo>
                  <a:lnTo>
                    <a:pt x="1082700" y="1415549"/>
                  </a:lnTo>
                  <a:lnTo>
                    <a:pt x="1082697" y="1415541"/>
                  </a:lnTo>
                  <a:lnTo>
                    <a:pt x="1082691" y="1415543"/>
                  </a:lnTo>
                  <a:lnTo>
                    <a:pt x="1082676" y="1415552"/>
                  </a:lnTo>
                  <a:lnTo>
                    <a:pt x="1082668" y="1415554"/>
                  </a:lnTo>
                  <a:lnTo>
                    <a:pt x="1082654" y="1415557"/>
                  </a:lnTo>
                  <a:lnTo>
                    <a:pt x="1082640" y="1415558"/>
                  </a:lnTo>
                  <a:lnTo>
                    <a:pt x="1082626" y="1415557"/>
                  </a:lnTo>
                  <a:lnTo>
                    <a:pt x="1082612" y="1415553"/>
                  </a:lnTo>
                  <a:lnTo>
                    <a:pt x="1082598" y="1415554"/>
                  </a:lnTo>
                  <a:lnTo>
                    <a:pt x="1082583" y="1415555"/>
                  </a:lnTo>
                  <a:lnTo>
                    <a:pt x="1082579" y="1415555"/>
                  </a:lnTo>
                  <a:lnTo>
                    <a:pt x="1082575" y="1415550"/>
                  </a:lnTo>
                  <a:lnTo>
                    <a:pt x="1082573" y="1415545"/>
                  </a:lnTo>
                  <a:lnTo>
                    <a:pt x="1082570" y="1415529"/>
                  </a:lnTo>
                  <a:lnTo>
                    <a:pt x="1082568" y="1415514"/>
                  </a:lnTo>
                  <a:lnTo>
                    <a:pt x="1082569" y="1415499"/>
                  </a:lnTo>
                  <a:lnTo>
                    <a:pt x="1082570" y="1415484"/>
                  </a:lnTo>
                  <a:lnTo>
                    <a:pt x="1082572" y="1415469"/>
                  </a:lnTo>
                  <a:lnTo>
                    <a:pt x="1082574" y="1415454"/>
                  </a:lnTo>
                  <a:lnTo>
                    <a:pt x="1082573" y="1415439"/>
                  </a:lnTo>
                  <a:lnTo>
                    <a:pt x="1082572" y="1415424"/>
                  </a:lnTo>
                  <a:lnTo>
                    <a:pt x="1082569" y="1415409"/>
                  </a:lnTo>
                  <a:lnTo>
                    <a:pt x="1082568" y="1415401"/>
                  </a:lnTo>
                  <a:lnTo>
                    <a:pt x="1082564" y="1415394"/>
                  </a:lnTo>
                  <a:lnTo>
                    <a:pt x="1082561" y="1415386"/>
                  </a:lnTo>
                  <a:lnTo>
                    <a:pt x="1082553" y="1415370"/>
                  </a:lnTo>
                  <a:lnTo>
                    <a:pt x="1082545" y="1415363"/>
                  </a:lnTo>
                  <a:lnTo>
                    <a:pt x="1082533" y="1415358"/>
                  </a:lnTo>
                  <a:lnTo>
                    <a:pt x="1082519" y="1415356"/>
                  </a:lnTo>
                  <a:lnTo>
                    <a:pt x="1082508" y="1415354"/>
                  </a:lnTo>
                  <a:lnTo>
                    <a:pt x="1082505" y="1415356"/>
                  </a:lnTo>
                  <a:lnTo>
                    <a:pt x="1082491" y="1415370"/>
                  </a:lnTo>
                  <a:lnTo>
                    <a:pt x="1082477" y="1415382"/>
                  </a:lnTo>
                  <a:lnTo>
                    <a:pt x="1082463" y="1415394"/>
                  </a:lnTo>
                  <a:lnTo>
                    <a:pt x="1082445" y="1415402"/>
                  </a:lnTo>
                  <a:lnTo>
                    <a:pt x="1082435" y="1415403"/>
                  </a:lnTo>
                  <a:lnTo>
                    <a:pt x="1082421" y="1415400"/>
                  </a:lnTo>
                  <a:lnTo>
                    <a:pt x="1082407" y="1415394"/>
                  </a:lnTo>
                  <a:lnTo>
                    <a:pt x="1082393" y="1415385"/>
                  </a:lnTo>
                  <a:lnTo>
                    <a:pt x="1082365" y="1415366"/>
                  </a:lnTo>
                  <a:lnTo>
                    <a:pt x="1082350" y="1415357"/>
                  </a:lnTo>
                  <a:lnTo>
                    <a:pt x="1082343" y="1415353"/>
                  </a:lnTo>
                  <a:lnTo>
                    <a:pt x="1082336" y="1415351"/>
                  </a:lnTo>
                  <a:lnTo>
                    <a:pt x="1082322" y="1415348"/>
                  </a:lnTo>
                  <a:lnTo>
                    <a:pt x="1082308" y="1415348"/>
                  </a:lnTo>
                  <a:lnTo>
                    <a:pt x="1082294" y="1415350"/>
                  </a:lnTo>
                  <a:lnTo>
                    <a:pt x="1082280" y="1415354"/>
                  </a:lnTo>
                  <a:lnTo>
                    <a:pt x="1082266" y="1415359"/>
                  </a:lnTo>
                  <a:lnTo>
                    <a:pt x="1082251" y="1415363"/>
                  </a:lnTo>
                  <a:lnTo>
                    <a:pt x="1082237" y="1415366"/>
                  </a:lnTo>
                  <a:lnTo>
                    <a:pt x="1082223" y="1415368"/>
                  </a:lnTo>
                  <a:lnTo>
                    <a:pt x="1082209" y="1415369"/>
                  </a:lnTo>
                  <a:lnTo>
                    <a:pt x="1082195" y="1415367"/>
                  </a:lnTo>
                  <a:lnTo>
                    <a:pt x="1082180" y="1415366"/>
                  </a:lnTo>
                  <a:lnTo>
                    <a:pt x="1082166" y="1415366"/>
                  </a:lnTo>
                  <a:lnTo>
                    <a:pt x="1082152" y="1415363"/>
                  </a:lnTo>
                  <a:lnTo>
                    <a:pt x="1082145" y="1415359"/>
                  </a:lnTo>
                  <a:lnTo>
                    <a:pt x="1082138" y="1415353"/>
                  </a:lnTo>
                  <a:lnTo>
                    <a:pt x="1082125" y="1415343"/>
                  </a:lnTo>
                  <a:lnTo>
                    <a:pt x="1082118" y="1415337"/>
                  </a:lnTo>
                  <a:lnTo>
                    <a:pt x="1082111" y="1415336"/>
                  </a:lnTo>
                  <a:lnTo>
                    <a:pt x="1082046" y="1415341"/>
                  </a:lnTo>
                  <a:lnTo>
                    <a:pt x="1082032" y="1415342"/>
                  </a:lnTo>
                  <a:lnTo>
                    <a:pt x="1082004" y="1415345"/>
                  </a:lnTo>
                  <a:lnTo>
                    <a:pt x="1081989" y="1415351"/>
                  </a:lnTo>
                  <a:lnTo>
                    <a:pt x="1081975" y="1415358"/>
                  </a:lnTo>
                  <a:lnTo>
                    <a:pt x="1081965" y="1415357"/>
                  </a:lnTo>
                  <a:lnTo>
                    <a:pt x="1081961" y="1415352"/>
                  </a:lnTo>
                  <a:lnTo>
                    <a:pt x="1081953" y="1415337"/>
                  </a:lnTo>
                  <a:lnTo>
                    <a:pt x="1081940" y="1415323"/>
                  </a:lnTo>
                  <a:lnTo>
                    <a:pt x="1081926" y="1415309"/>
                  </a:lnTo>
                  <a:lnTo>
                    <a:pt x="1081921" y="1415303"/>
                  </a:lnTo>
                  <a:lnTo>
                    <a:pt x="1081916" y="1415294"/>
                  </a:lnTo>
                  <a:lnTo>
                    <a:pt x="1081909" y="1415285"/>
                  </a:lnTo>
                  <a:lnTo>
                    <a:pt x="1081905" y="1415282"/>
                  </a:lnTo>
                  <a:lnTo>
                    <a:pt x="1081890" y="1415278"/>
                  </a:lnTo>
                  <a:lnTo>
                    <a:pt x="1081876" y="1415274"/>
                  </a:lnTo>
                  <a:lnTo>
                    <a:pt x="1081862" y="1415268"/>
                  </a:lnTo>
                  <a:lnTo>
                    <a:pt x="1081848" y="1415264"/>
                  </a:lnTo>
                  <a:lnTo>
                    <a:pt x="1081834" y="1415261"/>
                  </a:lnTo>
                  <a:lnTo>
                    <a:pt x="1081820" y="1415258"/>
                  </a:lnTo>
                  <a:lnTo>
                    <a:pt x="1081812" y="1415257"/>
                  </a:lnTo>
                  <a:lnTo>
                    <a:pt x="1081806" y="1415254"/>
                  </a:lnTo>
                  <a:lnTo>
                    <a:pt x="1081794" y="1415248"/>
                  </a:lnTo>
                  <a:lnTo>
                    <a:pt x="1081788" y="1415243"/>
                  </a:lnTo>
                  <a:lnTo>
                    <a:pt x="1081780" y="1415234"/>
                  </a:lnTo>
                  <a:lnTo>
                    <a:pt x="1081774" y="1415217"/>
                  </a:lnTo>
                  <a:lnTo>
                    <a:pt x="1081771" y="1415201"/>
                  </a:lnTo>
                  <a:lnTo>
                    <a:pt x="1081769" y="1415194"/>
                  </a:lnTo>
                  <a:lnTo>
                    <a:pt x="1081764" y="1415186"/>
                  </a:lnTo>
                  <a:lnTo>
                    <a:pt x="1081760" y="1415181"/>
                  </a:lnTo>
                  <a:lnTo>
                    <a:pt x="1081757" y="1415179"/>
                  </a:lnTo>
                  <a:lnTo>
                    <a:pt x="1081751" y="1415176"/>
                  </a:lnTo>
                  <a:lnTo>
                    <a:pt x="1081737" y="1415173"/>
                  </a:lnTo>
                  <a:lnTo>
                    <a:pt x="1081723" y="1415171"/>
                  </a:lnTo>
                  <a:lnTo>
                    <a:pt x="1081709" y="1415168"/>
                  </a:lnTo>
                  <a:lnTo>
                    <a:pt x="1081695" y="1415165"/>
                  </a:lnTo>
                  <a:lnTo>
                    <a:pt x="1081689" y="1415163"/>
                  </a:lnTo>
                  <a:lnTo>
                    <a:pt x="1081677" y="1415157"/>
                  </a:lnTo>
                  <a:lnTo>
                    <a:pt x="1081666" y="1415152"/>
                  </a:lnTo>
                  <a:lnTo>
                    <a:pt x="1081657" y="1415150"/>
                  </a:lnTo>
                  <a:lnTo>
                    <a:pt x="1081651" y="1415153"/>
                  </a:lnTo>
                  <a:lnTo>
                    <a:pt x="1081636" y="1415162"/>
                  </a:lnTo>
                  <a:lnTo>
                    <a:pt x="1081629" y="1415165"/>
                  </a:lnTo>
                  <a:lnTo>
                    <a:pt x="1081615" y="1415170"/>
                  </a:lnTo>
                  <a:lnTo>
                    <a:pt x="1081600" y="1415176"/>
                  </a:lnTo>
                  <a:lnTo>
                    <a:pt x="1081586" y="1415183"/>
                  </a:lnTo>
                  <a:lnTo>
                    <a:pt x="1081572" y="1415196"/>
                  </a:lnTo>
                  <a:lnTo>
                    <a:pt x="1081564" y="1415211"/>
                  </a:lnTo>
                  <a:lnTo>
                    <a:pt x="1081560" y="1415226"/>
                  </a:lnTo>
                  <a:lnTo>
                    <a:pt x="1081554" y="1415241"/>
                  </a:lnTo>
                  <a:lnTo>
                    <a:pt x="1081549" y="1415256"/>
                  </a:lnTo>
                  <a:lnTo>
                    <a:pt x="1081546" y="1415271"/>
                  </a:lnTo>
                  <a:lnTo>
                    <a:pt x="1081540" y="1415286"/>
                  </a:lnTo>
                  <a:lnTo>
                    <a:pt x="1081524" y="1415315"/>
                  </a:lnTo>
                  <a:lnTo>
                    <a:pt x="1081519" y="1415324"/>
                  </a:lnTo>
                  <a:lnTo>
                    <a:pt x="1081512" y="1415329"/>
                  </a:lnTo>
                  <a:lnTo>
                    <a:pt x="1081498" y="1415339"/>
                  </a:lnTo>
                  <a:lnTo>
                    <a:pt x="1081483" y="1415348"/>
                  </a:lnTo>
                  <a:lnTo>
                    <a:pt x="1081469" y="1415356"/>
                  </a:lnTo>
                  <a:lnTo>
                    <a:pt x="1081455" y="1415361"/>
                  </a:lnTo>
                  <a:lnTo>
                    <a:pt x="1081449" y="1415362"/>
                  </a:lnTo>
                  <a:lnTo>
                    <a:pt x="1081443" y="1415369"/>
                  </a:lnTo>
                  <a:lnTo>
                    <a:pt x="1081429" y="1415384"/>
                  </a:lnTo>
                  <a:lnTo>
                    <a:pt x="1081416" y="1415397"/>
                  </a:lnTo>
                  <a:lnTo>
                    <a:pt x="1081402" y="1415405"/>
                  </a:lnTo>
                  <a:lnTo>
                    <a:pt x="1081387" y="1415414"/>
                  </a:lnTo>
                  <a:lnTo>
                    <a:pt x="1081380" y="1415422"/>
                  </a:lnTo>
                  <a:lnTo>
                    <a:pt x="1081375" y="1415426"/>
                  </a:lnTo>
                  <a:lnTo>
                    <a:pt x="1081361" y="1415437"/>
                  </a:lnTo>
                  <a:lnTo>
                    <a:pt x="1081354" y="1415441"/>
                  </a:lnTo>
                  <a:lnTo>
                    <a:pt x="1081346" y="1415443"/>
                  </a:lnTo>
                  <a:lnTo>
                    <a:pt x="1081332" y="1415445"/>
                  </a:lnTo>
                  <a:lnTo>
                    <a:pt x="1081324" y="1415444"/>
                  </a:lnTo>
                  <a:lnTo>
                    <a:pt x="1081318" y="1415445"/>
                  </a:lnTo>
                  <a:lnTo>
                    <a:pt x="1081307" y="1415447"/>
                  </a:lnTo>
                  <a:lnTo>
                    <a:pt x="1081300" y="1415450"/>
                  </a:lnTo>
                  <a:lnTo>
                    <a:pt x="1081292" y="1415455"/>
                  </a:lnTo>
                  <a:lnTo>
                    <a:pt x="1081282" y="1415463"/>
                  </a:lnTo>
                  <a:lnTo>
                    <a:pt x="1081275" y="1415466"/>
                  </a:lnTo>
                  <a:lnTo>
                    <a:pt x="1081271" y="1415460"/>
                  </a:lnTo>
                  <a:lnTo>
                    <a:pt x="1081263" y="1415446"/>
                  </a:lnTo>
                  <a:lnTo>
                    <a:pt x="1081256" y="1415441"/>
                  </a:lnTo>
                  <a:lnTo>
                    <a:pt x="1081244" y="1415432"/>
                  </a:lnTo>
                  <a:lnTo>
                    <a:pt x="1081238" y="1415429"/>
                  </a:lnTo>
                  <a:lnTo>
                    <a:pt x="1081224" y="1415426"/>
                  </a:lnTo>
                  <a:lnTo>
                    <a:pt x="1081210" y="1415424"/>
                  </a:lnTo>
                  <a:lnTo>
                    <a:pt x="1081195" y="1415423"/>
                  </a:lnTo>
                  <a:lnTo>
                    <a:pt x="1081181" y="1415421"/>
                  </a:lnTo>
                  <a:lnTo>
                    <a:pt x="1081167" y="1415416"/>
                  </a:lnTo>
                  <a:lnTo>
                    <a:pt x="1081157" y="1415412"/>
                  </a:lnTo>
                  <a:lnTo>
                    <a:pt x="1081139" y="1415401"/>
                  </a:lnTo>
                  <a:lnTo>
                    <a:pt x="1081133" y="1415397"/>
                  </a:lnTo>
                  <a:lnTo>
                    <a:pt x="1081125" y="1415394"/>
                  </a:lnTo>
                  <a:lnTo>
                    <a:pt x="1081111" y="1415386"/>
                  </a:lnTo>
                  <a:lnTo>
                    <a:pt x="1081097" y="1415381"/>
                  </a:lnTo>
                  <a:lnTo>
                    <a:pt x="1081091" y="1415378"/>
                  </a:lnTo>
                  <a:lnTo>
                    <a:pt x="1081083" y="1415374"/>
                  </a:lnTo>
                  <a:lnTo>
                    <a:pt x="1081069" y="1415362"/>
                  </a:lnTo>
                  <a:lnTo>
                    <a:pt x="1081055" y="1415352"/>
                  </a:lnTo>
                  <a:lnTo>
                    <a:pt x="1081045" y="1415344"/>
                  </a:lnTo>
                  <a:lnTo>
                    <a:pt x="1081029" y="1415338"/>
                  </a:lnTo>
                  <a:lnTo>
                    <a:pt x="1081013" y="1415337"/>
                  </a:lnTo>
                  <a:lnTo>
                    <a:pt x="1081001" y="1415325"/>
                  </a:lnTo>
                  <a:lnTo>
                    <a:pt x="1080989" y="1415311"/>
                  </a:lnTo>
                  <a:lnTo>
                    <a:pt x="1080977" y="1415296"/>
                  </a:lnTo>
                  <a:lnTo>
                    <a:pt x="1080964" y="1415284"/>
                  </a:lnTo>
                  <a:lnTo>
                    <a:pt x="1080951" y="1415275"/>
                  </a:lnTo>
                  <a:lnTo>
                    <a:pt x="1080946" y="1415272"/>
                  </a:lnTo>
                  <a:lnTo>
                    <a:pt x="1080937" y="1415270"/>
                  </a:lnTo>
                  <a:lnTo>
                    <a:pt x="1080928" y="1415271"/>
                  </a:lnTo>
                  <a:lnTo>
                    <a:pt x="1080921" y="1415273"/>
                  </a:lnTo>
                  <a:lnTo>
                    <a:pt x="1080907" y="1415278"/>
                  </a:lnTo>
                  <a:lnTo>
                    <a:pt x="1080893" y="1415285"/>
                  </a:lnTo>
                  <a:lnTo>
                    <a:pt x="1080885" y="1415290"/>
                  </a:lnTo>
                  <a:lnTo>
                    <a:pt x="1080879" y="1415296"/>
                  </a:lnTo>
                  <a:lnTo>
                    <a:pt x="1080868" y="1415309"/>
                  </a:lnTo>
                  <a:lnTo>
                    <a:pt x="1080856" y="1415324"/>
                  </a:lnTo>
                  <a:lnTo>
                    <a:pt x="1080847" y="1415334"/>
                  </a:lnTo>
                  <a:lnTo>
                    <a:pt x="1080844" y="1415339"/>
                  </a:lnTo>
                  <a:lnTo>
                    <a:pt x="1080832" y="1415354"/>
                  </a:lnTo>
                  <a:lnTo>
                    <a:pt x="1080820" y="1415369"/>
                  </a:lnTo>
                  <a:lnTo>
                    <a:pt x="1080808" y="1415383"/>
                  </a:lnTo>
                  <a:lnTo>
                    <a:pt x="1080795" y="1415394"/>
                  </a:lnTo>
                  <a:lnTo>
                    <a:pt x="1080780" y="1415401"/>
                  </a:lnTo>
                  <a:lnTo>
                    <a:pt x="1080766" y="1415409"/>
                  </a:lnTo>
                  <a:lnTo>
                    <a:pt x="1080752" y="1415415"/>
                  </a:lnTo>
                  <a:lnTo>
                    <a:pt x="1080738" y="1415419"/>
                  </a:lnTo>
                  <a:lnTo>
                    <a:pt x="1080724" y="1415420"/>
                  </a:lnTo>
                  <a:lnTo>
                    <a:pt x="1080710" y="1415423"/>
                  </a:lnTo>
                  <a:lnTo>
                    <a:pt x="1080703" y="1415426"/>
                  </a:lnTo>
                  <a:lnTo>
                    <a:pt x="1080698" y="1415432"/>
                  </a:lnTo>
                  <a:lnTo>
                    <a:pt x="1080687" y="1415448"/>
                  </a:lnTo>
                  <a:lnTo>
                    <a:pt x="1080681" y="1415457"/>
                  </a:lnTo>
                  <a:lnTo>
                    <a:pt x="1080679" y="1415463"/>
                  </a:lnTo>
                  <a:lnTo>
                    <a:pt x="1080669" y="1415478"/>
                  </a:lnTo>
                  <a:lnTo>
                    <a:pt x="1080663" y="1415484"/>
                  </a:lnTo>
                  <a:lnTo>
                    <a:pt x="1080655" y="1415486"/>
                  </a:lnTo>
                  <a:lnTo>
                    <a:pt x="1080642" y="1415486"/>
                  </a:lnTo>
                  <a:lnTo>
                    <a:pt x="1080627" y="1415484"/>
                  </a:lnTo>
                  <a:lnTo>
                    <a:pt x="1080612" y="1415483"/>
                  </a:lnTo>
                  <a:lnTo>
                    <a:pt x="1080598" y="1415480"/>
                  </a:lnTo>
                  <a:lnTo>
                    <a:pt x="1080584" y="1415479"/>
                  </a:lnTo>
                  <a:lnTo>
                    <a:pt x="1080564" y="1415480"/>
                  </a:lnTo>
                  <a:lnTo>
                    <a:pt x="1080551" y="1415482"/>
                  </a:lnTo>
                  <a:lnTo>
                    <a:pt x="1080527" y="1415486"/>
                  </a:lnTo>
                  <a:lnTo>
                    <a:pt x="1080505" y="1415490"/>
                  </a:lnTo>
                  <a:lnTo>
                    <a:pt x="1080480" y="1415497"/>
                  </a:lnTo>
                  <a:lnTo>
                    <a:pt x="1080457" y="1415510"/>
                  </a:lnTo>
                  <a:lnTo>
                    <a:pt x="1080442" y="1415524"/>
                  </a:lnTo>
                  <a:lnTo>
                    <a:pt x="1080430" y="1415537"/>
                  </a:lnTo>
                  <a:lnTo>
                    <a:pt x="1080424" y="1415538"/>
                  </a:lnTo>
                  <a:lnTo>
                    <a:pt x="1080419" y="1415531"/>
                  </a:lnTo>
                  <a:lnTo>
                    <a:pt x="1080414" y="1415524"/>
                  </a:lnTo>
                  <a:lnTo>
                    <a:pt x="1080400" y="1415500"/>
                  </a:lnTo>
                  <a:lnTo>
                    <a:pt x="1080386" y="1415473"/>
                  </a:lnTo>
                  <a:lnTo>
                    <a:pt x="1080379" y="1415466"/>
                  </a:lnTo>
                  <a:lnTo>
                    <a:pt x="1080358" y="1415468"/>
                  </a:lnTo>
                  <a:lnTo>
                    <a:pt x="1080318" y="1415468"/>
                  </a:lnTo>
                  <a:lnTo>
                    <a:pt x="1080311" y="1415468"/>
                  </a:lnTo>
                  <a:lnTo>
                    <a:pt x="1080304" y="1415460"/>
                  </a:lnTo>
                  <a:lnTo>
                    <a:pt x="1080282" y="1415432"/>
                  </a:lnTo>
                  <a:lnTo>
                    <a:pt x="1080262" y="1415421"/>
                  </a:lnTo>
                  <a:lnTo>
                    <a:pt x="1080233" y="1415419"/>
                  </a:lnTo>
                  <a:lnTo>
                    <a:pt x="1080205" y="1415418"/>
                  </a:lnTo>
                  <a:lnTo>
                    <a:pt x="1080183" y="1415420"/>
                  </a:lnTo>
                  <a:lnTo>
                    <a:pt x="1080147" y="1415431"/>
                  </a:lnTo>
                  <a:lnTo>
                    <a:pt x="1080118" y="1415430"/>
                  </a:lnTo>
                  <a:lnTo>
                    <a:pt x="1080101" y="1415428"/>
                  </a:lnTo>
                  <a:lnTo>
                    <a:pt x="1080080" y="1415429"/>
                  </a:lnTo>
                  <a:lnTo>
                    <a:pt x="1080058" y="1415437"/>
                  </a:lnTo>
                  <a:lnTo>
                    <a:pt x="1080040" y="1415449"/>
                  </a:lnTo>
                  <a:lnTo>
                    <a:pt x="1080021" y="1415468"/>
                  </a:lnTo>
                  <a:lnTo>
                    <a:pt x="1080001" y="1415489"/>
                  </a:lnTo>
                  <a:lnTo>
                    <a:pt x="1079981" y="1415499"/>
                  </a:lnTo>
                  <a:lnTo>
                    <a:pt x="1079943" y="1415497"/>
                  </a:lnTo>
                  <a:lnTo>
                    <a:pt x="1079920" y="1415497"/>
                  </a:lnTo>
                  <a:lnTo>
                    <a:pt x="1079905" y="1415504"/>
                  </a:lnTo>
                  <a:lnTo>
                    <a:pt x="1079889" y="1415515"/>
                  </a:lnTo>
                  <a:lnTo>
                    <a:pt x="1079873" y="1415512"/>
                  </a:lnTo>
                  <a:lnTo>
                    <a:pt x="1079853" y="1415500"/>
                  </a:lnTo>
                  <a:lnTo>
                    <a:pt x="1079833" y="1415492"/>
                  </a:lnTo>
                  <a:lnTo>
                    <a:pt x="1079815" y="1415489"/>
                  </a:lnTo>
                  <a:lnTo>
                    <a:pt x="1079799" y="1415490"/>
                  </a:lnTo>
                  <a:lnTo>
                    <a:pt x="1079771" y="1415506"/>
                  </a:lnTo>
                  <a:lnTo>
                    <a:pt x="1079756" y="1415515"/>
                  </a:lnTo>
                  <a:lnTo>
                    <a:pt x="1079744" y="1415514"/>
                  </a:lnTo>
                  <a:lnTo>
                    <a:pt x="1079721" y="1415510"/>
                  </a:lnTo>
                  <a:lnTo>
                    <a:pt x="1079702" y="1415504"/>
                  </a:lnTo>
                  <a:lnTo>
                    <a:pt x="1079688" y="1415501"/>
                  </a:lnTo>
                  <a:lnTo>
                    <a:pt x="1079679" y="1415504"/>
                  </a:lnTo>
                  <a:lnTo>
                    <a:pt x="1079673" y="1415512"/>
                  </a:lnTo>
                  <a:lnTo>
                    <a:pt x="1079666" y="1415523"/>
                  </a:lnTo>
                  <a:lnTo>
                    <a:pt x="1079655" y="1415544"/>
                  </a:lnTo>
                  <a:lnTo>
                    <a:pt x="1079647" y="1415562"/>
                  </a:lnTo>
                  <a:lnTo>
                    <a:pt x="1079638" y="1415578"/>
                  </a:lnTo>
                  <a:lnTo>
                    <a:pt x="1079638" y="1415587"/>
                  </a:lnTo>
                  <a:lnTo>
                    <a:pt x="1079646" y="1415595"/>
                  </a:lnTo>
                  <a:lnTo>
                    <a:pt x="1079666" y="1415602"/>
                  </a:lnTo>
                  <a:lnTo>
                    <a:pt x="1079674" y="1415605"/>
                  </a:lnTo>
                  <a:lnTo>
                    <a:pt x="1079675" y="1415620"/>
                  </a:lnTo>
                  <a:lnTo>
                    <a:pt x="1079672" y="1415637"/>
                  </a:lnTo>
                  <a:lnTo>
                    <a:pt x="1079651" y="1415663"/>
                  </a:lnTo>
                  <a:lnTo>
                    <a:pt x="1079633" y="1415678"/>
                  </a:lnTo>
                  <a:lnTo>
                    <a:pt x="1079607" y="1415691"/>
                  </a:lnTo>
                  <a:lnTo>
                    <a:pt x="1079572" y="1415721"/>
                  </a:lnTo>
                  <a:lnTo>
                    <a:pt x="1079556" y="1415735"/>
                  </a:lnTo>
                  <a:lnTo>
                    <a:pt x="1079543" y="1415742"/>
                  </a:lnTo>
                  <a:lnTo>
                    <a:pt x="1079520" y="1415746"/>
                  </a:lnTo>
                  <a:lnTo>
                    <a:pt x="1079508" y="1415749"/>
                  </a:lnTo>
                  <a:lnTo>
                    <a:pt x="1079487" y="1415756"/>
                  </a:lnTo>
                  <a:lnTo>
                    <a:pt x="1079462" y="1415758"/>
                  </a:lnTo>
                  <a:lnTo>
                    <a:pt x="1079435" y="1415753"/>
                  </a:lnTo>
                  <a:lnTo>
                    <a:pt x="1079418" y="1415751"/>
                  </a:lnTo>
                  <a:lnTo>
                    <a:pt x="1079407" y="1415752"/>
                  </a:lnTo>
                  <a:lnTo>
                    <a:pt x="1079366" y="1415787"/>
                  </a:lnTo>
                  <a:lnTo>
                    <a:pt x="1079349" y="1415797"/>
                  </a:lnTo>
                  <a:lnTo>
                    <a:pt x="1079335" y="1415813"/>
                  </a:lnTo>
                  <a:lnTo>
                    <a:pt x="1079326" y="1415825"/>
                  </a:lnTo>
                  <a:lnTo>
                    <a:pt x="1079320" y="1415837"/>
                  </a:lnTo>
                  <a:lnTo>
                    <a:pt x="1079312" y="1415855"/>
                  </a:lnTo>
                  <a:lnTo>
                    <a:pt x="1079309" y="1415869"/>
                  </a:lnTo>
                  <a:lnTo>
                    <a:pt x="1079305" y="1415897"/>
                  </a:lnTo>
                  <a:lnTo>
                    <a:pt x="1079304" y="1415908"/>
                  </a:lnTo>
                  <a:lnTo>
                    <a:pt x="1079298" y="1415917"/>
                  </a:lnTo>
                  <a:lnTo>
                    <a:pt x="1079294" y="1415919"/>
                  </a:lnTo>
                  <a:lnTo>
                    <a:pt x="1079281" y="1415911"/>
                  </a:lnTo>
                  <a:lnTo>
                    <a:pt x="1079266" y="1415893"/>
                  </a:lnTo>
                  <a:lnTo>
                    <a:pt x="1079251" y="1415880"/>
                  </a:lnTo>
                  <a:lnTo>
                    <a:pt x="1079231" y="1415881"/>
                  </a:lnTo>
                  <a:lnTo>
                    <a:pt x="1079185" y="1415879"/>
                  </a:lnTo>
                  <a:lnTo>
                    <a:pt x="1079161" y="1415884"/>
                  </a:lnTo>
                  <a:lnTo>
                    <a:pt x="1079138" y="1415885"/>
                  </a:lnTo>
                  <a:lnTo>
                    <a:pt x="1079121" y="1415889"/>
                  </a:lnTo>
                  <a:lnTo>
                    <a:pt x="1079095" y="1415900"/>
                  </a:lnTo>
                  <a:lnTo>
                    <a:pt x="1079073" y="1415906"/>
                  </a:lnTo>
                  <a:lnTo>
                    <a:pt x="1079051" y="1415908"/>
                  </a:lnTo>
                  <a:lnTo>
                    <a:pt x="1079045" y="1415912"/>
                  </a:lnTo>
                  <a:lnTo>
                    <a:pt x="1079035" y="1415920"/>
                  </a:lnTo>
                  <a:lnTo>
                    <a:pt x="1079025" y="1415932"/>
                  </a:lnTo>
                  <a:lnTo>
                    <a:pt x="1079010" y="1415942"/>
                  </a:lnTo>
                  <a:lnTo>
                    <a:pt x="1078999" y="1415949"/>
                  </a:lnTo>
                  <a:lnTo>
                    <a:pt x="1078984" y="1415953"/>
                  </a:lnTo>
                  <a:lnTo>
                    <a:pt x="1078977" y="1415964"/>
                  </a:lnTo>
                  <a:lnTo>
                    <a:pt x="1078975" y="1415983"/>
                  </a:lnTo>
                  <a:lnTo>
                    <a:pt x="1078976" y="1416007"/>
                  </a:lnTo>
                  <a:lnTo>
                    <a:pt x="1078975" y="1416033"/>
                  </a:lnTo>
                  <a:lnTo>
                    <a:pt x="1078970" y="1416057"/>
                  </a:lnTo>
                  <a:lnTo>
                    <a:pt x="1078965" y="1416068"/>
                  </a:lnTo>
                  <a:lnTo>
                    <a:pt x="1078956" y="1416082"/>
                  </a:lnTo>
                  <a:lnTo>
                    <a:pt x="1078945" y="1416092"/>
                  </a:lnTo>
                  <a:lnTo>
                    <a:pt x="1078931" y="1416102"/>
                  </a:lnTo>
                  <a:lnTo>
                    <a:pt x="1078907" y="1416108"/>
                  </a:lnTo>
                  <a:lnTo>
                    <a:pt x="1078879" y="1416108"/>
                  </a:lnTo>
                  <a:lnTo>
                    <a:pt x="1078851" y="1416114"/>
                  </a:lnTo>
                  <a:lnTo>
                    <a:pt x="1078828" y="1416122"/>
                  </a:lnTo>
                  <a:lnTo>
                    <a:pt x="1078819" y="1416132"/>
                  </a:lnTo>
                  <a:lnTo>
                    <a:pt x="1078801" y="1416163"/>
                  </a:lnTo>
                  <a:lnTo>
                    <a:pt x="1078792" y="1416183"/>
                  </a:lnTo>
                  <a:lnTo>
                    <a:pt x="1078784" y="1416205"/>
                  </a:lnTo>
                  <a:lnTo>
                    <a:pt x="1078774" y="1416240"/>
                  </a:lnTo>
                  <a:lnTo>
                    <a:pt x="1078768" y="1416264"/>
                  </a:lnTo>
                  <a:lnTo>
                    <a:pt x="1078763" y="1416285"/>
                  </a:lnTo>
                  <a:lnTo>
                    <a:pt x="1078756" y="1416302"/>
                  </a:lnTo>
                  <a:lnTo>
                    <a:pt x="1078749" y="1416321"/>
                  </a:lnTo>
                  <a:lnTo>
                    <a:pt x="1078744" y="1416334"/>
                  </a:lnTo>
                  <a:lnTo>
                    <a:pt x="1078738" y="1416352"/>
                  </a:lnTo>
                  <a:lnTo>
                    <a:pt x="1078735" y="1416370"/>
                  </a:lnTo>
                  <a:lnTo>
                    <a:pt x="1078739" y="1416383"/>
                  </a:lnTo>
                  <a:lnTo>
                    <a:pt x="1078738" y="1416389"/>
                  </a:lnTo>
                  <a:lnTo>
                    <a:pt x="1078723" y="1416394"/>
                  </a:lnTo>
                  <a:lnTo>
                    <a:pt x="1078707" y="1416399"/>
                  </a:lnTo>
                  <a:lnTo>
                    <a:pt x="1078684" y="1416416"/>
                  </a:lnTo>
                  <a:lnTo>
                    <a:pt x="1078663" y="1416437"/>
                  </a:lnTo>
                  <a:lnTo>
                    <a:pt x="1078645" y="1416443"/>
                  </a:lnTo>
                  <a:lnTo>
                    <a:pt x="1078616" y="1416440"/>
                  </a:lnTo>
                  <a:lnTo>
                    <a:pt x="1078596" y="1416440"/>
                  </a:lnTo>
                  <a:lnTo>
                    <a:pt x="1078579" y="1416444"/>
                  </a:lnTo>
                  <a:lnTo>
                    <a:pt x="1078566" y="1416449"/>
                  </a:lnTo>
                  <a:lnTo>
                    <a:pt x="1078557" y="1416443"/>
                  </a:lnTo>
                  <a:lnTo>
                    <a:pt x="1078547" y="1416431"/>
                  </a:lnTo>
                  <a:lnTo>
                    <a:pt x="1078526" y="1416395"/>
                  </a:lnTo>
                  <a:lnTo>
                    <a:pt x="1078512" y="1416373"/>
                  </a:lnTo>
                  <a:lnTo>
                    <a:pt x="1078487" y="1416355"/>
                  </a:lnTo>
                  <a:lnTo>
                    <a:pt x="1078473" y="1416337"/>
                  </a:lnTo>
                  <a:lnTo>
                    <a:pt x="1078457" y="1416306"/>
                  </a:lnTo>
                  <a:lnTo>
                    <a:pt x="1078441" y="1416287"/>
                  </a:lnTo>
                  <a:lnTo>
                    <a:pt x="1078423" y="1416285"/>
                  </a:lnTo>
                  <a:lnTo>
                    <a:pt x="1078407" y="1416285"/>
                  </a:lnTo>
                  <a:lnTo>
                    <a:pt x="1078393" y="1416273"/>
                  </a:lnTo>
                  <a:lnTo>
                    <a:pt x="1078379" y="1416268"/>
                  </a:lnTo>
                  <a:lnTo>
                    <a:pt x="1078363" y="1416262"/>
                  </a:lnTo>
                  <a:lnTo>
                    <a:pt x="1078347" y="1416252"/>
                  </a:lnTo>
                  <a:lnTo>
                    <a:pt x="1078328" y="1416252"/>
                  </a:lnTo>
                  <a:lnTo>
                    <a:pt x="1078320" y="1416253"/>
                  </a:lnTo>
                  <a:lnTo>
                    <a:pt x="1078293" y="1416253"/>
                  </a:lnTo>
                  <a:lnTo>
                    <a:pt x="1078269" y="1416249"/>
                  </a:lnTo>
                  <a:lnTo>
                    <a:pt x="1078257" y="1416252"/>
                  </a:lnTo>
                  <a:lnTo>
                    <a:pt x="1078221" y="1416269"/>
                  </a:lnTo>
                  <a:lnTo>
                    <a:pt x="1078197" y="1416277"/>
                  </a:lnTo>
                  <a:lnTo>
                    <a:pt x="1078163" y="1416275"/>
                  </a:lnTo>
                  <a:lnTo>
                    <a:pt x="1078120" y="1416279"/>
                  </a:lnTo>
                  <a:lnTo>
                    <a:pt x="1078066" y="1416275"/>
                  </a:lnTo>
                  <a:lnTo>
                    <a:pt x="1078046" y="1416272"/>
                  </a:lnTo>
                  <a:lnTo>
                    <a:pt x="1078014" y="1416276"/>
                  </a:lnTo>
                  <a:lnTo>
                    <a:pt x="1077981" y="1416281"/>
                  </a:lnTo>
                  <a:lnTo>
                    <a:pt x="1077935" y="1416279"/>
                  </a:lnTo>
                  <a:lnTo>
                    <a:pt x="1077909" y="1416273"/>
                  </a:lnTo>
                  <a:lnTo>
                    <a:pt x="1077883" y="1416263"/>
                  </a:lnTo>
                  <a:lnTo>
                    <a:pt x="1077869" y="1416241"/>
                  </a:lnTo>
                  <a:lnTo>
                    <a:pt x="1077854" y="1416216"/>
                  </a:lnTo>
                  <a:lnTo>
                    <a:pt x="1077838" y="1416195"/>
                  </a:lnTo>
                  <a:lnTo>
                    <a:pt x="1077824" y="1416190"/>
                  </a:lnTo>
                  <a:lnTo>
                    <a:pt x="1077793" y="1416189"/>
                  </a:lnTo>
                  <a:lnTo>
                    <a:pt x="1077767" y="1416191"/>
                  </a:lnTo>
                  <a:lnTo>
                    <a:pt x="1077734" y="1416201"/>
                  </a:lnTo>
                  <a:lnTo>
                    <a:pt x="1077703" y="1416214"/>
                  </a:lnTo>
                  <a:lnTo>
                    <a:pt x="1077675" y="1416230"/>
                  </a:lnTo>
                  <a:lnTo>
                    <a:pt x="1077664" y="1416238"/>
                  </a:lnTo>
                  <a:lnTo>
                    <a:pt x="1077656" y="1416235"/>
                  </a:lnTo>
                  <a:lnTo>
                    <a:pt x="1077633" y="1416224"/>
                  </a:lnTo>
                  <a:lnTo>
                    <a:pt x="1077615" y="1416215"/>
                  </a:lnTo>
                  <a:lnTo>
                    <a:pt x="1077597" y="1416211"/>
                  </a:lnTo>
                  <a:lnTo>
                    <a:pt x="1077561" y="1416205"/>
                  </a:lnTo>
                  <a:lnTo>
                    <a:pt x="1077535" y="1416207"/>
                  </a:lnTo>
                  <a:lnTo>
                    <a:pt x="1077503" y="1416219"/>
                  </a:lnTo>
                  <a:lnTo>
                    <a:pt x="1077476" y="1416225"/>
                  </a:lnTo>
                  <a:lnTo>
                    <a:pt x="1077455" y="1416231"/>
                  </a:lnTo>
                  <a:lnTo>
                    <a:pt x="1077436" y="1416229"/>
                  </a:lnTo>
                  <a:lnTo>
                    <a:pt x="1077418" y="1416230"/>
                  </a:lnTo>
                  <a:lnTo>
                    <a:pt x="1077384" y="1416244"/>
                  </a:lnTo>
                  <a:lnTo>
                    <a:pt x="1077361" y="1416250"/>
                  </a:lnTo>
                  <a:lnTo>
                    <a:pt x="1077316" y="1416257"/>
                  </a:lnTo>
                  <a:lnTo>
                    <a:pt x="1077260" y="1416272"/>
                  </a:lnTo>
                  <a:lnTo>
                    <a:pt x="1077240" y="1416279"/>
                  </a:lnTo>
                  <a:lnTo>
                    <a:pt x="1077215" y="1416286"/>
                  </a:lnTo>
                  <a:lnTo>
                    <a:pt x="1077202" y="1416292"/>
                  </a:lnTo>
                  <a:lnTo>
                    <a:pt x="1077187" y="1416295"/>
                  </a:lnTo>
                  <a:lnTo>
                    <a:pt x="1077165" y="1416299"/>
                  </a:lnTo>
                  <a:lnTo>
                    <a:pt x="1077122" y="1416314"/>
                  </a:lnTo>
                  <a:lnTo>
                    <a:pt x="1077104" y="1416324"/>
                  </a:lnTo>
                  <a:lnTo>
                    <a:pt x="1077083" y="1416336"/>
                  </a:lnTo>
                  <a:lnTo>
                    <a:pt x="1077070" y="1416347"/>
                  </a:lnTo>
                  <a:lnTo>
                    <a:pt x="1077060" y="1416361"/>
                  </a:lnTo>
                  <a:lnTo>
                    <a:pt x="1077054" y="1416373"/>
                  </a:lnTo>
                  <a:lnTo>
                    <a:pt x="1077048" y="1416383"/>
                  </a:lnTo>
                  <a:lnTo>
                    <a:pt x="1077042" y="1416398"/>
                  </a:lnTo>
                  <a:lnTo>
                    <a:pt x="1077035" y="1416407"/>
                  </a:lnTo>
                  <a:lnTo>
                    <a:pt x="1077016" y="1416408"/>
                  </a:lnTo>
                  <a:lnTo>
                    <a:pt x="1076986" y="1416400"/>
                  </a:lnTo>
                  <a:lnTo>
                    <a:pt x="1076967" y="1416382"/>
                  </a:lnTo>
                  <a:lnTo>
                    <a:pt x="1076953" y="1416373"/>
                  </a:lnTo>
                  <a:lnTo>
                    <a:pt x="1076944" y="1416367"/>
                  </a:lnTo>
                  <a:lnTo>
                    <a:pt x="1076940" y="1416364"/>
                  </a:lnTo>
                  <a:lnTo>
                    <a:pt x="1076935" y="1416365"/>
                  </a:lnTo>
                  <a:lnTo>
                    <a:pt x="1076931" y="1416367"/>
                  </a:lnTo>
                  <a:lnTo>
                    <a:pt x="1076916" y="1416384"/>
                  </a:lnTo>
                  <a:lnTo>
                    <a:pt x="1076902" y="1416404"/>
                  </a:lnTo>
                  <a:lnTo>
                    <a:pt x="1076879" y="1416425"/>
                  </a:lnTo>
                  <a:lnTo>
                    <a:pt x="1076856" y="1416438"/>
                  </a:lnTo>
                  <a:lnTo>
                    <a:pt x="1076832" y="1416450"/>
                  </a:lnTo>
                  <a:lnTo>
                    <a:pt x="1076814" y="1416460"/>
                  </a:lnTo>
                  <a:lnTo>
                    <a:pt x="1076805" y="1416456"/>
                  </a:lnTo>
                  <a:lnTo>
                    <a:pt x="1076791" y="1416437"/>
                  </a:lnTo>
                  <a:lnTo>
                    <a:pt x="1076779" y="1416408"/>
                  </a:lnTo>
                  <a:lnTo>
                    <a:pt x="1076756" y="1416392"/>
                  </a:lnTo>
                  <a:lnTo>
                    <a:pt x="1076734" y="1416372"/>
                  </a:lnTo>
                  <a:lnTo>
                    <a:pt x="1076715" y="1416356"/>
                  </a:lnTo>
                  <a:lnTo>
                    <a:pt x="1076694" y="1416349"/>
                  </a:lnTo>
                  <a:lnTo>
                    <a:pt x="1076670" y="1416340"/>
                  </a:lnTo>
                  <a:lnTo>
                    <a:pt x="1076653" y="1416334"/>
                  </a:lnTo>
                  <a:lnTo>
                    <a:pt x="1076630" y="1416320"/>
                  </a:lnTo>
                  <a:lnTo>
                    <a:pt x="1076609" y="1416305"/>
                  </a:lnTo>
                  <a:lnTo>
                    <a:pt x="1076594" y="1416283"/>
                  </a:lnTo>
                  <a:lnTo>
                    <a:pt x="1076580" y="1416269"/>
                  </a:lnTo>
                  <a:lnTo>
                    <a:pt x="1076567" y="1416263"/>
                  </a:lnTo>
                  <a:lnTo>
                    <a:pt x="1076557" y="1416263"/>
                  </a:lnTo>
                  <a:lnTo>
                    <a:pt x="1076532" y="1416263"/>
                  </a:lnTo>
                  <a:lnTo>
                    <a:pt x="1076507" y="1416254"/>
                  </a:lnTo>
                  <a:lnTo>
                    <a:pt x="1076494" y="1416248"/>
                  </a:lnTo>
                  <a:lnTo>
                    <a:pt x="1076485" y="1416246"/>
                  </a:lnTo>
                  <a:lnTo>
                    <a:pt x="1076472" y="1416248"/>
                  </a:lnTo>
                  <a:lnTo>
                    <a:pt x="1076450" y="1416263"/>
                  </a:lnTo>
                  <a:lnTo>
                    <a:pt x="1076431" y="1416263"/>
                  </a:lnTo>
                  <a:lnTo>
                    <a:pt x="1076412" y="1416263"/>
                  </a:lnTo>
                  <a:lnTo>
                    <a:pt x="1076395" y="1416267"/>
                  </a:lnTo>
                  <a:lnTo>
                    <a:pt x="1076378" y="1416279"/>
                  </a:lnTo>
                  <a:lnTo>
                    <a:pt x="1076360" y="1416285"/>
                  </a:lnTo>
                  <a:lnTo>
                    <a:pt x="1076336" y="1416287"/>
                  </a:lnTo>
                  <a:lnTo>
                    <a:pt x="1076319" y="1416286"/>
                  </a:lnTo>
                  <a:lnTo>
                    <a:pt x="1076305" y="1416290"/>
                  </a:lnTo>
                  <a:lnTo>
                    <a:pt x="1076292" y="1416297"/>
                  </a:lnTo>
                  <a:lnTo>
                    <a:pt x="1076281" y="1416306"/>
                  </a:lnTo>
                  <a:lnTo>
                    <a:pt x="1076267" y="1416317"/>
                  </a:lnTo>
                  <a:lnTo>
                    <a:pt x="1076258" y="1416329"/>
                  </a:lnTo>
                  <a:lnTo>
                    <a:pt x="1076249" y="1416341"/>
                  </a:lnTo>
                  <a:lnTo>
                    <a:pt x="1076246" y="1416352"/>
                  </a:lnTo>
                  <a:lnTo>
                    <a:pt x="1076233" y="1416362"/>
                  </a:lnTo>
                  <a:lnTo>
                    <a:pt x="1076219" y="1416369"/>
                  </a:lnTo>
                  <a:lnTo>
                    <a:pt x="1076209" y="1416370"/>
                  </a:lnTo>
                  <a:lnTo>
                    <a:pt x="1076199" y="1416366"/>
                  </a:lnTo>
                  <a:lnTo>
                    <a:pt x="1076186" y="1416354"/>
                  </a:lnTo>
                  <a:lnTo>
                    <a:pt x="1076176" y="1416350"/>
                  </a:lnTo>
                  <a:lnTo>
                    <a:pt x="1076170" y="1416350"/>
                  </a:lnTo>
                  <a:lnTo>
                    <a:pt x="1076154" y="1416357"/>
                  </a:lnTo>
                  <a:lnTo>
                    <a:pt x="1076139" y="1416356"/>
                  </a:lnTo>
                  <a:lnTo>
                    <a:pt x="1076129" y="1416348"/>
                  </a:lnTo>
                  <a:lnTo>
                    <a:pt x="1076115" y="1416333"/>
                  </a:lnTo>
                  <a:lnTo>
                    <a:pt x="1076102" y="1416328"/>
                  </a:lnTo>
                  <a:lnTo>
                    <a:pt x="1076081" y="1416331"/>
                  </a:lnTo>
                  <a:lnTo>
                    <a:pt x="1076056" y="1416333"/>
                  </a:lnTo>
                  <a:lnTo>
                    <a:pt x="1076039" y="1416329"/>
                  </a:lnTo>
                  <a:lnTo>
                    <a:pt x="1076028" y="1416322"/>
                  </a:lnTo>
                  <a:lnTo>
                    <a:pt x="1076019" y="1416317"/>
                  </a:lnTo>
                  <a:lnTo>
                    <a:pt x="1076015" y="1416317"/>
                  </a:lnTo>
                  <a:lnTo>
                    <a:pt x="1075998" y="1416323"/>
                  </a:lnTo>
                  <a:lnTo>
                    <a:pt x="1075955" y="1416355"/>
                  </a:lnTo>
                  <a:lnTo>
                    <a:pt x="1075932" y="1416369"/>
                  </a:lnTo>
                  <a:lnTo>
                    <a:pt x="1075917" y="1416386"/>
                  </a:lnTo>
                  <a:lnTo>
                    <a:pt x="1075902" y="1416398"/>
                  </a:lnTo>
                  <a:lnTo>
                    <a:pt x="1075893" y="1416410"/>
                  </a:lnTo>
                  <a:lnTo>
                    <a:pt x="1075889" y="1416419"/>
                  </a:lnTo>
                  <a:lnTo>
                    <a:pt x="1075882" y="1416434"/>
                  </a:lnTo>
                  <a:lnTo>
                    <a:pt x="1075877" y="1416448"/>
                  </a:lnTo>
                  <a:lnTo>
                    <a:pt x="1075877" y="1416472"/>
                  </a:lnTo>
                  <a:lnTo>
                    <a:pt x="1075879" y="1416492"/>
                  </a:lnTo>
                  <a:lnTo>
                    <a:pt x="1075878" y="1416503"/>
                  </a:lnTo>
                  <a:lnTo>
                    <a:pt x="1075871" y="1416512"/>
                  </a:lnTo>
                  <a:lnTo>
                    <a:pt x="1075860" y="1416525"/>
                  </a:lnTo>
                  <a:lnTo>
                    <a:pt x="1075849" y="1416539"/>
                  </a:lnTo>
                  <a:lnTo>
                    <a:pt x="1075843" y="1416554"/>
                  </a:lnTo>
                  <a:lnTo>
                    <a:pt x="1075843" y="1416570"/>
                  </a:lnTo>
                  <a:lnTo>
                    <a:pt x="1075838" y="1416586"/>
                  </a:lnTo>
                  <a:lnTo>
                    <a:pt x="1075835" y="1416595"/>
                  </a:lnTo>
                  <a:lnTo>
                    <a:pt x="1075824" y="1416602"/>
                  </a:lnTo>
                  <a:lnTo>
                    <a:pt x="1075803" y="1416608"/>
                  </a:lnTo>
                  <a:lnTo>
                    <a:pt x="1075779" y="1416611"/>
                  </a:lnTo>
                  <a:lnTo>
                    <a:pt x="1075767" y="1416614"/>
                  </a:lnTo>
                  <a:lnTo>
                    <a:pt x="1075756" y="1416627"/>
                  </a:lnTo>
                  <a:lnTo>
                    <a:pt x="1075748" y="1416637"/>
                  </a:lnTo>
                  <a:lnTo>
                    <a:pt x="1075738" y="1416643"/>
                  </a:lnTo>
                  <a:lnTo>
                    <a:pt x="1075717" y="1416646"/>
                  </a:lnTo>
                  <a:lnTo>
                    <a:pt x="1075695" y="1416650"/>
                  </a:lnTo>
                  <a:lnTo>
                    <a:pt x="1075684" y="1416655"/>
                  </a:lnTo>
                  <a:lnTo>
                    <a:pt x="1075671" y="1416669"/>
                  </a:lnTo>
                  <a:lnTo>
                    <a:pt x="1075661" y="1416683"/>
                  </a:lnTo>
                  <a:lnTo>
                    <a:pt x="1075654" y="1416695"/>
                  </a:lnTo>
                  <a:lnTo>
                    <a:pt x="1075644" y="1416707"/>
                  </a:lnTo>
                  <a:lnTo>
                    <a:pt x="1075636" y="1416711"/>
                  </a:lnTo>
                  <a:lnTo>
                    <a:pt x="1075624" y="1416714"/>
                  </a:lnTo>
                  <a:lnTo>
                    <a:pt x="1075603" y="1416721"/>
                  </a:lnTo>
                  <a:lnTo>
                    <a:pt x="1075585" y="1416732"/>
                  </a:lnTo>
                  <a:lnTo>
                    <a:pt x="1075566" y="1416745"/>
                  </a:lnTo>
                  <a:lnTo>
                    <a:pt x="1075548" y="1416752"/>
                  </a:lnTo>
                  <a:lnTo>
                    <a:pt x="1075525" y="1416753"/>
                  </a:lnTo>
                  <a:lnTo>
                    <a:pt x="1075499" y="1416750"/>
                  </a:lnTo>
                  <a:lnTo>
                    <a:pt x="1075477" y="1416745"/>
                  </a:lnTo>
                  <a:lnTo>
                    <a:pt x="1075447" y="1416745"/>
                  </a:lnTo>
                  <a:lnTo>
                    <a:pt x="1075434" y="1416748"/>
                  </a:lnTo>
                  <a:lnTo>
                    <a:pt x="1075419" y="1416753"/>
                  </a:lnTo>
                  <a:lnTo>
                    <a:pt x="1075405" y="1416764"/>
                  </a:lnTo>
                  <a:lnTo>
                    <a:pt x="1075389" y="1416776"/>
                  </a:lnTo>
                  <a:lnTo>
                    <a:pt x="1075367" y="1416771"/>
                  </a:lnTo>
                  <a:lnTo>
                    <a:pt x="1075335" y="1416757"/>
                  </a:lnTo>
                  <a:lnTo>
                    <a:pt x="1075315" y="1416741"/>
                  </a:lnTo>
                  <a:lnTo>
                    <a:pt x="1075298" y="1416733"/>
                  </a:lnTo>
                  <a:lnTo>
                    <a:pt x="1075283" y="1416731"/>
                  </a:lnTo>
                  <a:lnTo>
                    <a:pt x="1075275" y="1416732"/>
                  </a:lnTo>
                  <a:lnTo>
                    <a:pt x="1075261" y="1416736"/>
                  </a:lnTo>
                  <a:lnTo>
                    <a:pt x="1075246" y="1416741"/>
                  </a:lnTo>
                  <a:lnTo>
                    <a:pt x="1075232" y="1416751"/>
                  </a:lnTo>
                  <a:lnTo>
                    <a:pt x="1075227" y="1416743"/>
                  </a:lnTo>
                  <a:lnTo>
                    <a:pt x="1075226" y="1416730"/>
                  </a:lnTo>
                  <a:lnTo>
                    <a:pt x="1075226" y="1416715"/>
                  </a:lnTo>
                  <a:lnTo>
                    <a:pt x="1075221" y="1416711"/>
                  </a:lnTo>
                  <a:lnTo>
                    <a:pt x="1075205" y="1416715"/>
                  </a:lnTo>
                  <a:lnTo>
                    <a:pt x="1075174" y="1416726"/>
                  </a:lnTo>
                  <a:lnTo>
                    <a:pt x="1075148" y="1416733"/>
                  </a:lnTo>
                  <a:lnTo>
                    <a:pt x="1075124" y="1416743"/>
                  </a:lnTo>
                  <a:lnTo>
                    <a:pt x="1075113" y="1416752"/>
                  </a:lnTo>
                  <a:lnTo>
                    <a:pt x="1075104" y="1416762"/>
                  </a:lnTo>
                  <a:lnTo>
                    <a:pt x="1075102" y="1416781"/>
                  </a:lnTo>
                  <a:lnTo>
                    <a:pt x="1075104" y="1416797"/>
                  </a:lnTo>
                  <a:lnTo>
                    <a:pt x="1075105" y="1416810"/>
                  </a:lnTo>
                  <a:lnTo>
                    <a:pt x="1075104" y="1416833"/>
                  </a:lnTo>
                  <a:lnTo>
                    <a:pt x="1075105" y="1416857"/>
                  </a:lnTo>
                  <a:lnTo>
                    <a:pt x="1075111" y="1416886"/>
                  </a:lnTo>
                  <a:lnTo>
                    <a:pt x="1075121" y="1416909"/>
                  </a:lnTo>
                  <a:lnTo>
                    <a:pt x="1075126" y="1416919"/>
                  </a:lnTo>
                  <a:lnTo>
                    <a:pt x="1075122" y="1416930"/>
                  </a:lnTo>
                  <a:lnTo>
                    <a:pt x="1075099" y="1416955"/>
                  </a:lnTo>
                  <a:lnTo>
                    <a:pt x="1075080" y="1416976"/>
                  </a:lnTo>
                  <a:lnTo>
                    <a:pt x="1075065" y="1416991"/>
                  </a:lnTo>
                  <a:lnTo>
                    <a:pt x="1075053" y="1417006"/>
                  </a:lnTo>
                  <a:lnTo>
                    <a:pt x="1075050" y="1417025"/>
                  </a:lnTo>
                  <a:lnTo>
                    <a:pt x="1075050" y="1417034"/>
                  </a:lnTo>
                  <a:lnTo>
                    <a:pt x="1075053" y="1417054"/>
                  </a:lnTo>
                  <a:lnTo>
                    <a:pt x="1075055" y="1417071"/>
                  </a:lnTo>
                  <a:lnTo>
                    <a:pt x="1075056" y="1417086"/>
                  </a:lnTo>
                  <a:lnTo>
                    <a:pt x="1075056" y="1417097"/>
                  </a:lnTo>
                  <a:lnTo>
                    <a:pt x="1075054" y="1417110"/>
                  </a:lnTo>
                  <a:lnTo>
                    <a:pt x="1075045" y="1417118"/>
                  </a:lnTo>
                  <a:lnTo>
                    <a:pt x="1075026" y="1417140"/>
                  </a:lnTo>
                  <a:lnTo>
                    <a:pt x="1075012" y="1417154"/>
                  </a:lnTo>
                  <a:lnTo>
                    <a:pt x="1074997" y="1417171"/>
                  </a:lnTo>
                  <a:lnTo>
                    <a:pt x="1074978" y="1417185"/>
                  </a:lnTo>
                  <a:lnTo>
                    <a:pt x="1074958" y="1417205"/>
                  </a:lnTo>
                  <a:lnTo>
                    <a:pt x="1074933" y="1417218"/>
                  </a:lnTo>
                  <a:lnTo>
                    <a:pt x="1074904" y="1417223"/>
                  </a:lnTo>
                  <a:lnTo>
                    <a:pt x="1074876" y="1417217"/>
                  </a:lnTo>
                  <a:lnTo>
                    <a:pt x="1074861" y="1417209"/>
                  </a:lnTo>
                  <a:lnTo>
                    <a:pt x="1074839" y="1417190"/>
                  </a:lnTo>
                  <a:lnTo>
                    <a:pt x="1074807" y="1417173"/>
                  </a:lnTo>
                  <a:lnTo>
                    <a:pt x="1074783" y="1417165"/>
                  </a:lnTo>
                  <a:lnTo>
                    <a:pt x="1074766" y="1417161"/>
                  </a:lnTo>
                  <a:lnTo>
                    <a:pt x="1074743" y="1417164"/>
                  </a:lnTo>
                  <a:lnTo>
                    <a:pt x="1074711" y="1417172"/>
                  </a:lnTo>
                  <a:lnTo>
                    <a:pt x="1074689" y="1417180"/>
                  </a:lnTo>
                  <a:lnTo>
                    <a:pt x="1074671" y="1417198"/>
                  </a:lnTo>
                  <a:lnTo>
                    <a:pt x="1074653" y="1417221"/>
                  </a:lnTo>
                  <a:lnTo>
                    <a:pt x="1074634" y="1417258"/>
                  </a:lnTo>
                  <a:lnTo>
                    <a:pt x="1074611" y="1417298"/>
                  </a:lnTo>
                  <a:lnTo>
                    <a:pt x="1074607" y="1417307"/>
                  </a:lnTo>
                  <a:lnTo>
                    <a:pt x="1074591" y="1417325"/>
                  </a:lnTo>
                  <a:lnTo>
                    <a:pt x="1074581" y="1417340"/>
                  </a:lnTo>
                  <a:lnTo>
                    <a:pt x="1074574" y="1417358"/>
                  </a:lnTo>
                  <a:lnTo>
                    <a:pt x="1074567" y="1417374"/>
                  </a:lnTo>
                  <a:lnTo>
                    <a:pt x="1074559" y="1417384"/>
                  </a:lnTo>
                  <a:lnTo>
                    <a:pt x="1074541" y="1417390"/>
                  </a:lnTo>
                  <a:lnTo>
                    <a:pt x="1074516" y="1417392"/>
                  </a:lnTo>
                  <a:lnTo>
                    <a:pt x="1074486" y="1417407"/>
                  </a:lnTo>
                  <a:lnTo>
                    <a:pt x="1074472" y="1417417"/>
                  </a:lnTo>
                  <a:lnTo>
                    <a:pt x="1074454" y="1417433"/>
                  </a:lnTo>
                  <a:lnTo>
                    <a:pt x="1074440" y="1417451"/>
                  </a:lnTo>
                  <a:lnTo>
                    <a:pt x="1074422" y="1417474"/>
                  </a:lnTo>
                  <a:lnTo>
                    <a:pt x="1074411" y="1417489"/>
                  </a:lnTo>
                  <a:lnTo>
                    <a:pt x="1074404" y="1417501"/>
                  </a:lnTo>
                  <a:lnTo>
                    <a:pt x="1074397" y="1417509"/>
                  </a:lnTo>
                  <a:lnTo>
                    <a:pt x="1074382" y="1417514"/>
                  </a:lnTo>
                  <a:lnTo>
                    <a:pt x="1074377" y="1417518"/>
                  </a:lnTo>
                  <a:lnTo>
                    <a:pt x="1074372" y="1417527"/>
                  </a:lnTo>
                  <a:lnTo>
                    <a:pt x="1074368" y="1417546"/>
                  </a:lnTo>
                  <a:lnTo>
                    <a:pt x="1074369" y="1417566"/>
                  </a:lnTo>
                  <a:lnTo>
                    <a:pt x="1074369" y="1417579"/>
                  </a:lnTo>
                  <a:lnTo>
                    <a:pt x="1074356" y="1417594"/>
                  </a:lnTo>
                  <a:lnTo>
                    <a:pt x="1074344" y="1417610"/>
                  </a:lnTo>
                  <a:lnTo>
                    <a:pt x="1074334" y="1417623"/>
                  </a:lnTo>
                  <a:lnTo>
                    <a:pt x="1074325" y="1417634"/>
                  </a:lnTo>
                  <a:lnTo>
                    <a:pt x="1074321" y="1417636"/>
                  </a:lnTo>
                  <a:lnTo>
                    <a:pt x="1074315" y="1417636"/>
                  </a:lnTo>
                  <a:lnTo>
                    <a:pt x="1074308" y="1417628"/>
                  </a:lnTo>
                  <a:lnTo>
                    <a:pt x="1074296" y="1417610"/>
                  </a:lnTo>
                  <a:lnTo>
                    <a:pt x="1074279" y="1417589"/>
                  </a:lnTo>
                  <a:lnTo>
                    <a:pt x="1074266" y="1417579"/>
                  </a:lnTo>
                  <a:lnTo>
                    <a:pt x="1074256" y="1417571"/>
                  </a:lnTo>
                  <a:lnTo>
                    <a:pt x="1074251" y="1417568"/>
                  </a:lnTo>
                  <a:lnTo>
                    <a:pt x="1074242" y="1417568"/>
                  </a:lnTo>
                  <a:lnTo>
                    <a:pt x="1074232" y="1417577"/>
                  </a:lnTo>
                  <a:lnTo>
                    <a:pt x="1074217" y="1417588"/>
                  </a:lnTo>
                  <a:lnTo>
                    <a:pt x="1074205" y="1417587"/>
                  </a:lnTo>
                  <a:lnTo>
                    <a:pt x="1074181" y="1417591"/>
                  </a:lnTo>
                  <a:lnTo>
                    <a:pt x="1074151" y="1417598"/>
                  </a:lnTo>
                  <a:lnTo>
                    <a:pt x="1074141" y="1417602"/>
                  </a:lnTo>
                  <a:lnTo>
                    <a:pt x="1074123" y="1417618"/>
                  </a:lnTo>
                  <a:lnTo>
                    <a:pt x="1074108" y="1417635"/>
                  </a:lnTo>
                  <a:lnTo>
                    <a:pt x="1074094" y="1417646"/>
                  </a:lnTo>
                  <a:lnTo>
                    <a:pt x="1074072" y="1417662"/>
                  </a:lnTo>
                  <a:lnTo>
                    <a:pt x="1074055" y="1417669"/>
                  </a:lnTo>
                  <a:lnTo>
                    <a:pt x="1074028" y="1417676"/>
                  </a:lnTo>
                  <a:lnTo>
                    <a:pt x="1074012" y="1417678"/>
                  </a:lnTo>
                  <a:lnTo>
                    <a:pt x="1073998" y="1417675"/>
                  </a:lnTo>
                  <a:lnTo>
                    <a:pt x="1073984" y="1417673"/>
                  </a:lnTo>
                  <a:lnTo>
                    <a:pt x="1073979" y="1417678"/>
                  </a:lnTo>
                  <a:lnTo>
                    <a:pt x="1073973" y="1417683"/>
                  </a:lnTo>
                  <a:lnTo>
                    <a:pt x="1073967" y="1417698"/>
                  </a:lnTo>
                  <a:lnTo>
                    <a:pt x="1073961" y="1417724"/>
                  </a:lnTo>
                  <a:lnTo>
                    <a:pt x="1073969" y="1417752"/>
                  </a:lnTo>
                  <a:lnTo>
                    <a:pt x="1073974" y="1417769"/>
                  </a:lnTo>
                  <a:lnTo>
                    <a:pt x="1073974" y="1417778"/>
                  </a:lnTo>
                  <a:lnTo>
                    <a:pt x="1073970" y="1417784"/>
                  </a:lnTo>
                  <a:lnTo>
                    <a:pt x="1073954" y="1417789"/>
                  </a:lnTo>
                  <a:lnTo>
                    <a:pt x="1073937" y="1417788"/>
                  </a:lnTo>
                  <a:lnTo>
                    <a:pt x="1073921" y="1417780"/>
                  </a:lnTo>
                  <a:lnTo>
                    <a:pt x="1073909" y="1417773"/>
                  </a:lnTo>
                  <a:lnTo>
                    <a:pt x="1073903" y="1417773"/>
                  </a:lnTo>
                  <a:lnTo>
                    <a:pt x="1073897" y="1417776"/>
                  </a:lnTo>
                  <a:lnTo>
                    <a:pt x="1073895" y="1417781"/>
                  </a:lnTo>
                  <a:lnTo>
                    <a:pt x="1073888" y="1417812"/>
                  </a:lnTo>
                  <a:lnTo>
                    <a:pt x="1073884" y="1417840"/>
                  </a:lnTo>
                  <a:lnTo>
                    <a:pt x="1073874" y="1417868"/>
                  </a:lnTo>
                  <a:lnTo>
                    <a:pt x="1073865" y="1417883"/>
                  </a:lnTo>
                  <a:lnTo>
                    <a:pt x="1073842" y="1417895"/>
                  </a:lnTo>
                  <a:lnTo>
                    <a:pt x="1073821" y="1417905"/>
                  </a:lnTo>
                  <a:lnTo>
                    <a:pt x="1073800" y="1417913"/>
                  </a:lnTo>
                  <a:lnTo>
                    <a:pt x="1073783" y="1417928"/>
                  </a:lnTo>
                  <a:lnTo>
                    <a:pt x="1073774" y="1417942"/>
                  </a:lnTo>
                  <a:lnTo>
                    <a:pt x="1073766" y="1417957"/>
                  </a:lnTo>
                  <a:lnTo>
                    <a:pt x="1073761" y="1417970"/>
                  </a:lnTo>
                  <a:lnTo>
                    <a:pt x="1073752" y="1417997"/>
                  </a:lnTo>
                  <a:lnTo>
                    <a:pt x="1073748" y="1418014"/>
                  </a:lnTo>
                  <a:lnTo>
                    <a:pt x="1073737" y="1418003"/>
                  </a:lnTo>
                  <a:lnTo>
                    <a:pt x="1073707" y="1417973"/>
                  </a:lnTo>
                  <a:lnTo>
                    <a:pt x="1073686" y="1417961"/>
                  </a:lnTo>
                  <a:lnTo>
                    <a:pt x="1073656" y="1417953"/>
                  </a:lnTo>
                  <a:lnTo>
                    <a:pt x="1073627" y="1417938"/>
                  </a:lnTo>
                  <a:lnTo>
                    <a:pt x="1073593" y="1417917"/>
                  </a:lnTo>
                  <a:lnTo>
                    <a:pt x="1073568" y="1417909"/>
                  </a:lnTo>
                  <a:lnTo>
                    <a:pt x="1073527" y="1417898"/>
                  </a:lnTo>
                  <a:lnTo>
                    <a:pt x="1073499" y="1417886"/>
                  </a:lnTo>
                  <a:lnTo>
                    <a:pt x="1073430" y="1417861"/>
                  </a:lnTo>
                  <a:lnTo>
                    <a:pt x="1073406" y="1417852"/>
                  </a:lnTo>
                  <a:lnTo>
                    <a:pt x="1073388" y="1417847"/>
                  </a:lnTo>
                  <a:lnTo>
                    <a:pt x="1073374" y="1417838"/>
                  </a:lnTo>
                  <a:lnTo>
                    <a:pt x="1073362" y="1417821"/>
                  </a:lnTo>
                  <a:lnTo>
                    <a:pt x="1073350" y="1417801"/>
                  </a:lnTo>
                  <a:lnTo>
                    <a:pt x="1073339" y="1417794"/>
                  </a:lnTo>
                  <a:lnTo>
                    <a:pt x="1073325" y="1417792"/>
                  </a:lnTo>
                  <a:lnTo>
                    <a:pt x="1073303" y="1417792"/>
                  </a:lnTo>
                  <a:lnTo>
                    <a:pt x="1073288" y="1417791"/>
                  </a:lnTo>
                  <a:lnTo>
                    <a:pt x="1073275" y="1417783"/>
                  </a:lnTo>
                  <a:lnTo>
                    <a:pt x="1073259" y="1417780"/>
                  </a:lnTo>
                  <a:lnTo>
                    <a:pt x="1073254" y="1417780"/>
                  </a:lnTo>
                  <a:lnTo>
                    <a:pt x="1073245" y="1417791"/>
                  </a:lnTo>
                  <a:lnTo>
                    <a:pt x="1073237" y="1417810"/>
                  </a:lnTo>
                  <a:lnTo>
                    <a:pt x="1073231" y="1417818"/>
                  </a:lnTo>
                  <a:lnTo>
                    <a:pt x="1073206" y="1417829"/>
                  </a:lnTo>
                  <a:lnTo>
                    <a:pt x="1073176" y="1417843"/>
                  </a:lnTo>
                  <a:lnTo>
                    <a:pt x="1073149" y="1417864"/>
                  </a:lnTo>
                  <a:lnTo>
                    <a:pt x="1073120" y="1417889"/>
                  </a:lnTo>
                  <a:lnTo>
                    <a:pt x="1073098" y="1417898"/>
                  </a:lnTo>
                  <a:lnTo>
                    <a:pt x="1073070" y="1417901"/>
                  </a:lnTo>
                  <a:lnTo>
                    <a:pt x="1073054" y="1417899"/>
                  </a:lnTo>
                  <a:lnTo>
                    <a:pt x="1073041" y="1417898"/>
                  </a:lnTo>
                  <a:lnTo>
                    <a:pt x="1073035" y="1417899"/>
                  </a:lnTo>
                  <a:lnTo>
                    <a:pt x="1073027" y="1417907"/>
                  </a:lnTo>
                  <a:lnTo>
                    <a:pt x="1073019" y="1417916"/>
                  </a:lnTo>
                  <a:lnTo>
                    <a:pt x="1073012" y="1417925"/>
                  </a:lnTo>
                  <a:lnTo>
                    <a:pt x="1073002" y="1417938"/>
                  </a:lnTo>
                  <a:lnTo>
                    <a:pt x="1072995" y="1417949"/>
                  </a:lnTo>
                  <a:lnTo>
                    <a:pt x="1072979" y="1417956"/>
                  </a:lnTo>
                  <a:lnTo>
                    <a:pt x="1072965" y="1417970"/>
                  </a:lnTo>
                  <a:lnTo>
                    <a:pt x="1072954" y="1417986"/>
                  </a:lnTo>
                  <a:lnTo>
                    <a:pt x="1072942" y="1418028"/>
                  </a:lnTo>
                  <a:lnTo>
                    <a:pt x="1072929" y="1418059"/>
                  </a:lnTo>
                  <a:lnTo>
                    <a:pt x="1072924" y="1418069"/>
                  </a:lnTo>
                  <a:lnTo>
                    <a:pt x="1072916" y="1418088"/>
                  </a:lnTo>
                  <a:lnTo>
                    <a:pt x="1072907" y="1418112"/>
                  </a:lnTo>
                  <a:lnTo>
                    <a:pt x="1072899" y="1418125"/>
                  </a:lnTo>
                  <a:lnTo>
                    <a:pt x="1072887" y="1418134"/>
                  </a:lnTo>
                  <a:lnTo>
                    <a:pt x="1072872" y="1418133"/>
                  </a:lnTo>
                  <a:lnTo>
                    <a:pt x="1072847" y="1418141"/>
                  </a:lnTo>
                  <a:lnTo>
                    <a:pt x="1072838" y="1418148"/>
                  </a:lnTo>
                  <a:lnTo>
                    <a:pt x="1072834" y="1418172"/>
                  </a:lnTo>
                  <a:lnTo>
                    <a:pt x="1072829" y="1418186"/>
                  </a:lnTo>
                  <a:lnTo>
                    <a:pt x="1072826" y="1418192"/>
                  </a:lnTo>
                  <a:lnTo>
                    <a:pt x="1072822" y="1418203"/>
                  </a:lnTo>
                  <a:lnTo>
                    <a:pt x="1072818" y="1418211"/>
                  </a:lnTo>
                  <a:lnTo>
                    <a:pt x="1072815" y="1418215"/>
                  </a:lnTo>
                  <a:lnTo>
                    <a:pt x="1072809" y="1418223"/>
                  </a:lnTo>
                  <a:lnTo>
                    <a:pt x="1072805" y="1418227"/>
                  </a:lnTo>
                  <a:lnTo>
                    <a:pt x="1072802" y="1418231"/>
                  </a:lnTo>
                  <a:lnTo>
                    <a:pt x="1072798" y="1418246"/>
                  </a:lnTo>
                  <a:lnTo>
                    <a:pt x="1072796" y="1418254"/>
                  </a:lnTo>
                  <a:lnTo>
                    <a:pt x="1072789" y="1418267"/>
                  </a:lnTo>
                  <a:lnTo>
                    <a:pt x="1072776" y="1418272"/>
                  </a:lnTo>
                  <a:lnTo>
                    <a:pt x="1072765" y="1418273"/>
                  </a:lnTo>
                  <a:lnTo>
                    <a:pt x="1072750" y="1418283"/>
                  </a:lnTo>
                  <a:lnTo>
                    <a:pt x="1072733" y="1418298"/>
                  </a:lnTo>
                  <a:lnTo>
                    <a:pt x="1072719" y="1418315"/>
                  </a:lnTo>
                  <a:lnTo>
                    <a:pt x="1072711" y="1418330"/>
                  </a:lnTo>
                  <a:lnTo>
                    <a:pt x="1072703" y="1418350"/>
                  </a:lnTo>
                  <a:lnTo>
                    <a:pt x="1072697" y="1418363"/>
                  </a:lnTo>
                  <a:lnTo>
                    <a:pt x="1072685" y="1418374"/>
                  </a:lnTo>
                  <a:lnTo>
                    <a:pt x="1072667" y="1418382"/>
                  </a:lnTo>
                  <a:lnTo>
                    <a:pt x="1072649" y="1418393"/>
                  </a:lnTo>
                  <a:lnTo>
                    <a:pt x="1072641" y="1418405"/>
                  </a:lnTo>
                  <a:lnTo>
                    <a:pt x="1072622" y="1418429"/>
                  </a:lnTo>
                  <a:lnTo>
                    <a:pt x="1072614" y="1418441"/>
                  </a:lnTo>
                  <a:lnTo>
                    <a:pt x="1072601" y="1418451"/>
                  </a:lnTo>
                  <a:lnTo>
                    <a:pt x="1072569" y="1418459"/>
                  </a:lnTo>
                  <a:lnTo>
                    <a:pt x="1072551" y="1418459"/>
                  </a:lnTo>
                  <a:lnTo>
                    <a:pt x="1072527" y="1418452"/>
                  </a:lnTo>
                  <a:lnTo>
                    <a:pt x="1072508" y="1418449"/>
                  </a:lnTo>
                  <a:lnTo>
                    <a:pt x="1072497" y="1418453"/>
                  </a:lnTo>
                  <a:lnTo>
                    <a:pt x="1072483" y="1418466"/>
                  </a:lnTo>
                  <a:lnTo>
                    <a:pt x="1072472" y="1418482"/>
                  </a:lnTo>
                  <a:lnTo>
                    <a:pt x="1072464" y="1418487"/>
                  </a:lnTo>
                  <a:lnTo>
                    <a:pt x="1072451" y="1418491"/>
                  </a:lnTo>
                  <a:lnTo>
                    <a:pt x="1072435" y="1418498"/>
                  </a:lnTo>
                  <a:lnTo>
                    <a:pt x="1072425" y="1418507"/>
                  </a:lnTo>
                  <a:lnTo>
                    <a:pt x="1072415" y="1418514"/>
                  </a:lnTo>
                  <a:lnTo>
                    <a:pt x="1072408" y="1418526"/>
                  </a:lnTo>
                  <a:lnTo>
                    <a:pt x="1072400" y="1418543"/>
                  </a:lnTo>
                  <a:lnTo>
                    <a:pt x="1072389" y="1418549"/>
                  </a:lnTo>
                  <a:lnTo>
                    <a:pt x="1072372" y="1418552"/>
                  </a:lnTo>
                  <a:lnTo>
                    <a:pt x="1072331" y="1418562"/>
                  </a:lnTo>
                  <a:lnTo>
                    <a:pt x="1072302" y="1418569"/>
                  </a:lnTo>
                  <a:lnTo>
                    <a:pt x="1072278" y="1418573"/>
                  </a:lnTo>
                  <a:lnTo>
                    <a:pt x="1072257" y="1418578"/>
                  </a:lnTo>
                  <a:lnTo>
                    <a:pt x="1072246" y="1418582"/>
                  </a:lnTo>
                  <a:lnTo>
                    <a:pt x="1072230" y="1418587"/>
                  </a:lnTo>
                  <a:lnTo>
                    <a:pt x="1072219" y="1418602"/>
                  </a:lnTo>
                  <a:lnTo>
                    <a:pt x="1072206" y="1418626"/>
                  </a:lnTo>
                  <a:lnTo>
                    <a:pt x="1072198" y="1418639"/>
                  </a:lnTo>
                  <a:lnTo>
                    <a:pt x="1072189" y="1418648"/>
                  </a:lnTo>
                  <a:lnTo>
                    <a:pt x="1072180" y="1418656"/>
                  </a:lnTo>
                  <a:lnTo>
                    <a:pt x="1072174" y="1418653"/>
                  </a:lnTo>
                  <a:lnTo>
                    <a:pt x="1072160" y="1418640"/>
                  </a:lnTo>
                  <a:lnTo>
                    <a:pt x="1072139" y="1418618"/>
                  </a:lnTo>
                  <a:lnTo>
                    <a:pt x="1072124" y="1418600"/>
                  </a:lnTo>
                  <a:lnTo>
                    <a:pt x="1072108" y="1418589"/>
                  </a:lnTo>
                  <a:lnTo>
                    <a:pt x="1072082" y="1418578"/>
                  </a:lnTo>
                  <a:lnTo>
                    <a:pt x="1072069" y="1418567"/>
                  </a:lnTo>
                  <a:lnTo>
                    <a:pt x="1072060" y="1418559"/>
                  </a:lnTo>
                  <a:lnTo>
                    <a:pt x="1072048" y="1418523"/>
                  </a:lnTo>
                  <a:lnTo>
                    <a:pt x="1072027" y="1418489"/>
                  </a:lnTo>
                  <a:lnTo>
                    <a:pt x="1071996" y="1418460"/>
                  </a:lnTo>
                  <a:lnTo>
                    <a:pt x="1071982" y="1418444"/>
                  </a:lnTo>
                  <a:lnTo>
                    <a:pt x="1071970" y="1418423"/>
                  </a:lnTo>
                  <a:lnTo>
                    <a:pt x="1071959" y="1418412"/>
                  </a:lnTo>
                  <a:lnTo>
                    <a:pt x="1071936" y="1418393"/>
                  </a:lnTo>
                  <a:lnTo>
                    <a:pt x="1071925" y="1418382"/>
                  </a:lnTo>
                  <a:lnTo>
                    <a:pt x="1071908" y="1418362"/>
                  </a:lnTo>
                  <a:lnTo>
                    <a:pt x="1071892" y="1418353"/>
                  </a:lnTo>
                  <a:lnTo>
                    <a:pt x="1071876" y="1418346"/>
                  </a:lnTo>
                  <a:lnTo>
                    <a:pt x="1071854" y="1418337"/>
                  </a:lnTo>
                  <a:lnTo>
                    <a:pt x="1071838" y="1418337"/>
                  </a:lnTo>
                  <a:lnTo>
                    <a:pt x="1071836" y="1418330"/>
                  </a:lnTo>
                  <a:lnTo>
                    <a:pt x="1071844" y="1418311"/>
                  </a:lnTo>
                  <a:lnTo>
                    <a:pt x="1071849" y="1418281"/>
                  </a:lnTo>
                  <a:lnTo>
                    <a:pt x="1071850" y="1418236"/>
                  </a:lnTo>
                  <a:lnTo>
                    <a:pt x="1071852" y="1418206"/>
                  </a:lnTo>
                  <a:lnTo>
                    <a:pt x="1071850" y="1418177"/>
                  </a:lnTo>
                  <a:lnTo>
                    <a:pt x="1071844" y="1418161"/>
                  </a:lnTo>
                  <a:lnTo>
                    <a:pt x="1071841" y="1418149"/>
                  </a:lnTo>
                  <a:lnTo>
                    <a:pt x="1071834" y="1418128"/>
                  </a:lnTo>
                  <a:lnTo>
                    <a:pt x="1071829" y="1418116"/>
                  </a:lnTo>
                  <a:lnTo>
                    <a:pt x="1071821" y="1418096"/>
                  </a:lnTo>
                  <a:lnTo>
                    <a:pt x="1071817" y="1418083"/>
                  </a:lnTo>
                  <a:lnTo>
                    <a:pt x="1071811" y="1418071"/>
                  </a:lnTo>
                  <a:lnTo>
                    <a:pt x="1071808" y="1418064"/>
                  </a:lnTo>
                  <a:lnTo>
                    <a:pt x="1071805" y="1418053"/>
                  </a:lnTo>
                  <a:lnTo>
                    <a:pt x="1071801" y="1418045"/>
                  </a:lnTo>
                  <a:lnTo>
                    <a:pt x="1071798" y="1418036"/>
                  </a:lnTo>
                  <a:lnTo>
                    <a:pt x="1071795" y="1418028"/>
                  </a:lnTo>
                  <a:lnTo>
                    <a:pt x="1071787" y="1418008"/>
                  </a:lnTo>
                  <a:lnTo>
                    <a:pt x="1071781" y="1417992"/>
                  </a:lnTo>
                  <a:lnTo>
                    <a:pt x="1071759" y="1417958"/>
                  </a:lnTo>
                  <a:lnTo>
                    <a:pt x="1071740" y="1417933"/>
                  </a:lnTo>
                  <a:lnTo>
                    <a:pt x="1071723" y="1417918"/>
                  </a:lnTo>
                  <a:lnTo>
                    <a:pt x="1071706" y="1417902"/>
                  </a:lnTo>
                  <a:lnTo>
                    <a:pt x="1071687" y="1417880"/>
                  </a:lnTo>
                  <a:lnTo>
                    <a:pt x="1071660" y="1417852"/>
                  </a:lnTo>
                  <a:lnTo>
                    <a:pt x="1071632" y="1417831"/>
                  </a:lnTo>
                  <a:lnTo>
                    <a:pt x="1071606" y="1417804"/>
                  </a:lnTo>
                  <a:lnTo>
                    <a:pt x="1071587" y="1417793"/>
                  </a:lnTo>
                  <a:lnTo>
                    <a:pt x="1071561" y="1417782"/>
                  </a:lnTo>
                  <a:lnTo>
                    <a:pt x="1071528" y="1417766"/>
                  </a:lnTo>
                  <a:lnTo>
                    <a:pt x="1071503" y="1417752"/>
                  </a:lnTo>
                  <a:lnTo>
                    <a:pt x="1071477" y="1417739"/>
                  </a:lnTo>
                  <a:lnTo>
                    <a:pt x="1071452" y="1417723"/>
                  </a:lnTo>
                  <a:lnTo>
                    <a:pt x="1071437" y="1417710"/>
                  </a:lnTo>
                  <a:lnTo>
                    <a:pt x="1071424" y="1417697"/>
                  </a:lnTo>
                  <a:lnTo>
                    <a:pt x="1071408" y="1417693"/>
                  </a:lnTo>
                  <a:lnTo>
                    <a:pt x="1071379" y="1417691"/>
                  </a:lnTo>
                  <a:lnTo>
                    <a:pt x="1071351" y="1417687"/>
                  </a:lnTo>
                  <a:lnTo>
                    <a:pt x="1071328" y="1417686"/>
                  </a:lnTo>
                  <a:lnTo>
                    <a:pt x="1071316" y="1417678"/>
                  </a:lnTo>
                  <a:lnTo>
                    <a:pt x="1071296" y="1417653"/>
                  </a:lnTo>
                  <a:lnTo>
                    <a:pt x="1071273" y="1417641"/>
                  </a:lnTo>
                  <a:lnTo>
                    <a:pt x="1071242" y="1417631"/>
                  </a:lnTo>
                  <a:lnTo>
                    <a:pt x="1071202" y="1417619"/>
                  </a:lnTo>
                  <a:lnTo>
                    <a:pt x="1071190" y="1417619"/>
                  </a:lnTo>
                  <a:lnTo>
                    <a:pt x="1071182" y="1417623"/>
                  </a:lnTo>
                  <a:lnTo>
                    <a:pt x="1071169" y="1417632"/>
                  </a:lnTo>
                  <a:lnTo>
                    <a:pt x="1071157" y="1417656"/>
                  </a:lnTo>
                  <a:lnTo>
                    <a:pt x="1071138" y="1417674"/>
                  </a:lnTo>
                  <a:lnTo>
                    <a:pt x="1071119" y="1417675"/>
                  </a:lnTo>
                  <a:lnTo>
                    <a:pt x="1071108" y="1417668"/>
                  </a:lnTo>
                  <a:lnTo>
                    <a:pt x="1071094" y="1417663"/>
                  </a:lnTo>
                  <a:lnTo>
                    <a:pt x="1071074" y="1417651"/>
                  </a:lnTo>
                  <a:lnTo>
                    <a:pt x="1071055" y="1417644"/>
                  </a:lnTo>
                  <a:lnTo>
                    <a:pt x="1071034" y="1417641"/>
                  </a:lnTo>
                  <a:lnTo>
                    <a:pt x="1071009" y="1417638"/>
                  </a:lnTo>
                  <a:lnTo>
                    <a:pt x="1070983" y="1417633"/>
                  </a:lnTo>
                  <a:lnTo>
                    <a:pt x="1070959" y="1417627"/>
                  </a:lnTo>
                  <a:lnTo>
                    <a:pt x="1070935" y="1417628"/>
                  </a:lnTo>
                  <a:lnTo>
                    <a:pt x="1070912" y="1417624"/>
                  </a:lnTo>
                  <a:lnTo>
                    <a:pt x="1070896" y="1417619"/>
                  </a:lnTo>
                  <a:lnTo>
                    <a:pt x="1070872" y="1417596"/>
                  </a:lnTo>
                  <a:lnTo>
                    <a:pt x="1070860" y="1417581"/>
                  </a:lnTo>
                  <a:lnTo>
                    <a:pt x="1070850" y="1417571"/>
                  </a:lnTo>
                  <a:lnTo>
                    <a:pt x="1070831" y="1417555"/>
                  </a:lnTo>
                  <a:lnTo>
                    <a:pt x="1070807" y="1417551"/>
                  </a:lnTo>
                  <a:lnTo>
                    <a:pt x="1070779" y="1417555"/>
                  </a:lnTo>
                  <a:lnTo>
                    <a:pt x="1070772" y="1417555"/>
                  </a:lnTo>
                  <a:lnTo>
                    <a:pt x="1070751" y="1417556"/>
                  </a:lnTo>
                  <a:lnTo>
                    <a:pt x="1070737" y="1417555"/>
                  </a:lnTo>
                  <a:lnTo>
                    <a:pt x="1070728" y="1417553"/>
                  </a:lnTo>
                  <a:lnTo>
                    <a:pt x="1070723" y="1417550"/>
                  </a:lnTo>
                  <a:lnTo>
                    <a:pt x="1070719" y="1417545"/>
                  </a:lnTo>
                  <a:lnTo>
                    <a:pt x="1070712" y="1417523"/>
                  </a:lnTo>
                  <a:lnTo>
                    <a:pt x="1070708" y="1417513"/>
                  </a:lnTo>
                  <a:lnTo>
                    <a:pt x="1070698" y="1417483"/>
                  </a:lnTo>
                  <a:lnTo>
                    <a:pt x="1070686" y="1417468"/>
                  </a:lnTo>
                  <a:lnTo>
                    <a:pt x="1070674" y="1417458"/>
                  </a:lnTo>
                  <a:lnTo>
                    <a:pt x="1070667" y="1417451"/>
                  </a:lnTo>
                  <a:lnTo>
                    <a:pt x="1070661" y="1417444"/>
                  </a:lnTo>
                  <a:lnTo>
                    <a:pt x="1070657" y="1417438"/>
                  </a:lnTo>
                  <a:lnTo>
                    <a:pt x="1070653" y="1417434"/>
                  </a:lnTo>
                  <a:lnTo>
                    <a:pt x="1070649" y="1417432"/>
                  </a:lnTo>
                  <a:lnTo>
                    <a:pt x="1070635" y="1417427"/>
                  </a:lnTo>
                  <a:lnTo>
                    <a:pt x="1070621" y="1417426"/>
                  </a:lnTo>
                  <a:lnTo>
                    <a:pt x="1070607" y="1417424"/>
                  </a:lnTo>
                  <a:lnTo>
                    <a:pt x="1070592" y="1417422"/>
                  </a:lnTo>
                  <a:lnTo>
                    <a:pt x="1070584" y="1417420"/>
                  </a:lnTo>
                  <a:lnTo>
                    <a:pt x="1070578" y="1417416"/>
                  </a:lnTo>
                  <a:lnTo>
                    <a:pt x="1070574" y="1417411"/>
                  </a:lnTo>
                  <a:lnTo>
                    <a:pt x="1070569" y="1417397"/>
                  </a:lnTo>
                  <a:lnTo>
                    <a:pt x="1070568" y="1417386"/>
                  </a:lnTo>
                  <a:lnTo>
                    <a:pt x="1070566" y="1417371"/>
                  </a:lnTo>
                  <a:lnTo>
                    <a:pt x="1070565" y="1417356"/>
                  </a:lnTo>
                  <a:lnTo>
                    <a:pt x="1070559" y="1417320"/>
                  </a:lnTo>
                  <a:lnTo>
                    <a:pt x="1070558" y="1417305"/>
                  </a:lnTo>
                  <a:lnTo>
                    <a:pt x="1070559" y="1417300"/>
                  </a:lnTo>
                  <a:lnTo>
                    <a:pt x="1070563" y="1417295"/>
                  </a:lnTo>
                  <a:lnTo>
                    <a:pt x="1070568" y="1417292"/>
                  </a:lnTo>
                  <a:lnTo>
                    <a:pt x="1070582" y="1417284"/>
                  </a:lnTo>
                  <a:lnTo>
                    <a:pt x="1070592" y="1417280"/>
                  </a:lnTo>
                  <a:lnTo>
                    <a:pt x="1070596" y="1417277"/>
                  </a:lnTo>
                  <a:lnTo>
                    <a:pt x="1070603" y="1417262"/>
                  </a:lnTo>
                  <a:lnTo>
                    <a:pt x="1070612" y="1417251"/>
                  </a:lnTo>
                  <a:lnTo>
                    <a:pt x="1070629" y="1417242"/>
                  </a:lnTo>
                  <a:lnTo>
                    <a:pt x="1070637" y="1417233"/>
                  </a:lnTo>
                  <a:lnTo>
                    <a:pt x="1070640" y="1417227"/>
                  </a:lnTo>
                  <a:lnTo>
                    <a:pt x="1070650" y="1417212"/>
                  </a:lnTo>
                  <a:lnTo>
                    <a:pt x="1070659" y="1417197"/>
                  </a:lnTo>
                  <a:lnTo>
                    <a:pt x="1070667" y="1417182"/>
                  </a:lnTo>
                  <a:lnTo>
                    <a:pt x="1070675" y="1417169"/>
                  </a:lnTo>
                  <a:lnTo>
                    <a:pt x="1070684" y="1417152"/>
                  </a:lnTo>
                  <a:lnTo>
                    <a:pt x="1070701" y="1417120"/>
                  </a:lnTo>
                  <a:lnTo>
                    <a:pt x="1070707" y="1417107"/>
                  </a:lnTo>
                  <a:lnTo>
                    <a:pt x="1070713" y="1417096"/>
                  </a:lnTo>
                  <a:lnTo>
                    <a:pt x="1070716" y="1417083"/>
                  </a:lnTo>
                  <a:lnTo>
                    <a:pt x="1070717" y="1417074"/>
                  </a:lnTo>
                  <a:lnTo>
                    <a:pt x="1070715" y="1417066"/>
                  </a:lnTo>
                  <a:lnTo>
                    <a:pt x="1070711" y="1417060"/>
                  </a:lnTo>
                  <a:lnTo>
                    <a:pt x="1070702" y="1417045"/>
                  </a:lnTo>
                  <a:lnTo>
                    <a:pt x="1070690" y="1417022"/>
                  </a:lnTo>
                  <a:lnTo>
                    <a:pt x="1070687" y="1417016"/>
                  </a:lnTo>
                  <a:lnTo>
                    <a:pt x="1070684" y="1417007"/>
                  </a:lnTo>
                  <a:lnTo>
                    <a:pt x="1070684" y="1416992"/>
                  </a:lnTo>
                  <a:lnTo>
                    <a:pt x="1070687" y="1416977"/>
                  </a:lnTo>
                  <a:lnTo>
                    <a:pt x="1070691" y="1416962"/>
                  </a:lnTo>
                  <a:lnTo>
                    <a:pt x="1070691" y="1416953"/>
                  </a:lnTo>
                  <a:lnTo>
                    <a:pt x="1070695" y="1416942"/>
                  </a:lnTo>
                  <a:lnTo>
                    <a:pt x="1070696" y="1416932"/>
                  </a:lnTo>
                  <a:lnTo>
                    <a:pt x="1070697" y="1416916"/>
                  </a:lnTo>
                  <a:lnTo>
                    <a:pt x="1070697" y="1416901"/>
                  </a:lnTo>
                  <a:lnTo>
                    <a:pt x="1070690" y="1416886"/>
                  </a:lnTo>
                  <a:lnTo>
                    <a:pt x="1070691" y="1416878"/>
                  </a:lnTo>
                  <a:lnTo>
                    <a:pt x="1070694" y="1416871"/>
                  </a:lnTo>
                  <a:lnTo>
                    <a:pt x="1070698" y="1416859"/>
                  </a:lnTo>
                  <a:lnTo>
                    <a:pt x="1070703" y="1416847"/>
                  </a:lnTo>
                  <a:lnTo>
                    <a:pt x="1070704" y="1416841"/>
                  </a:lnTo>
                  <a:lnTo>
                    <a:pt x="1070711" y="1416826"/>
                  </a:lnTo>
                  <a:lnTo>
                    <a:pt x="1070727" y="1416795"/>
                  </a:lnTo>
                  <a:lnTo>
                    <a:pt x="1070722" y="1416771"/>
                  </a:lnTo>
                  <a:lnTo>
                    <a:pt x="1070715" y="1416754"/>
                  </a:lnTo>
                  <a:lnTo>
                    <a:pt x="1070711" y="1416749"/>
                  </a:lnTo>
                  <a:lnTo>
                    <a:pt x="1070706" y="1416740"/>
                  </a:lnTo>
                  <a:lnTo>
                    <a:pt x="1070700" y="1416719"/>
                  </a:lnTo>
                  <a:lnTo>
                    <a:pt x="1070696" y="1416704"/>
                  </a:lnTo>
                  <a:lnTo>
                    <a:pt x="1070691" y="1416688"/>
                  </a:lnTo>
                  <a:lnTo>
                    <a:pt x="1070686" y="1416679"/>
                  </a:lnTo>
                  <a:lnTo>
                    <a:pt x="1070682" y="1416665"/>
                  </a:lnTo>
                  <a:lnTo>
                    <a:pt x="1070677" y="1416658"/>
                  </a:lnTo>
                  <a:lnTo>
                    <a:pt x="1070667" y="1416643"/>
                  </a:lnTo>
                  <a:lnTo>
                    <a:pt x="1070655" y="1416629"/>
                  </a:lnTo>
                  <a:lnTo>
                    <a:pt x="1070650" y="1416623"/>
                  </a:lnTo>
                  <a:lnTo>
                    <a:pt x="1070642" y="1416616"/>
                  </a:lnTo>
                  <a:lnTo>
                    <a:pt x="1070628" y="1416605"/>
                  </a:lnTo>
                  <a:lnTo>
                    <a:pt x="1070619" y="1416600"/>
                  </a:lnTo>
                  <a:lnTo>
                    <a:pt x="1070614" y="1416601"/>
                  </a:lnTo>
                  <a:lnTo>
                    <a:pt x="1070600" y="1416604"/>
                  </a:lnTo>
                  <a:lnTo>
                    <a:pt x="1070586" y="1416607"/>
                  </a:lnTo>
                  <a:lnTo>
                    <a:pt x="1070575" y="1416608"/>
                  </a:lnTo>
                  <a:lnTo>
                    <a:pt x="1070568" y="1416607"/>
                  </a:lnTo>
                  <a:lnTo>
                    <a:pt x="1070543" y="1416599"/>
                  </a:lnTo>
                  <a:lnTo>
                    <a:pt x="1070529" y="1416595"/>
                  </a:lnTo>
                  <a:lnTo>
                    <a:pt x="1070515" y="1416589"/>
                  </a:lnTo>
                  <a:lnTo>
                    <a:pt x="1070487" y="1416571"/>
                  </a:lnTo>
                  <a:lnTo>
                    <a:pt x="1070474" y="1416559"/>
                  </a:lnTo>
                  <a:lnTo>
                    <a:pt x="1070462" y="1416544"/>
                  </a:lnTo>
                  <a:lnTo>
                    <a:pt x="1070450" y="1416529"/>
                  </a:lnTo>
                  <a:lnTo>
                    <a:pt x="1070440" y="1416519"/>
                  </a:lnTo>
                  <a:lnTo>
                    <a:pt x="1070437" y="1416517"/>
                  </a:lnTo>
                  <a:lnTo>
                    <a:pt x="1070430" y="1416515"/>
                  </a:lnTo>
                  <a:lnTo>
                    <a:pt x="1070408" y="1416512"/>
                  </a:lnTo>
                  <a:lnTo>
                    <a:pt x="1070394" y="1416511"/>
                  </a:lnTo>
                  <a:lnTo>
                    <a:pt x="1070380" y="1416509"/>
                  </a:lnTo>
                  <a:lnTo>
                    <a:pt x="1070366" y="1416508"/>
                  </a:lnTo>
                  <a:lnTo>
                    <a:pt x="1070352" y="1416507"/>
                  </a:lnTo>
                  <a:lnTo>
                    <a:pt x="1070322" y="1416510"/>
                  </a:lnTo>
                  <a:lnTo>
                    <a:pt x="1070313" y="1416515"/>
                  </a:lnTo>
                  <a:lnTo>
                    <a:pt x="1070299" y="1416523"/>
                  </a:lnTo>
                  <a:lnTo>
                    <a:pt x="1070285" y="1416527"/>
                  </a:lnTo>
                  <a:lnTo>
                    <a:pt x="1070270" y="1416528"/>
                  </a:lnTo>
                  <a:lnTo>
                    <a:pt x="1070256" y="1416527"/>
                  </a:lnTo>
                  <a:lnTo>
                    <a:pt x="1070242" y="1416526"/>
                  </a:lnTo>
                  <a:lnTo>
                    <a:pt x="1070228" y="1416531"/>
                  </a:lnTo>
                  <a:lnTo>
                    <a:pt x="1070215" y="1416540"/>
                  </a:lnTo>
                  <a:lnTo>
                    <a:pt x="1070212" y="1416546"/>
                  </a:lnTo>
                  <a:lnTo>
                    <a:pt x="1070208" y="1416557"/>
                  </a:lnTo>
                  <a:lnTo>
                    <a:pt x="1070206" y="1416564"/>
                  </a:lnTo>
                  <a:lnTo>
                    <a:pt x="1070202" y="1416572"/>
                  </a:lnTo>
                  <a:lnTo>
                    <a:pt x="1070198" y="1416575"/>
                  </a:lnTo>
                  <a:lnTo>
                    <a:pt x="1070189" y="1416579"/>
                  </a:lnTo>
                  <a:lnTo>
                    <a:pt x="1070175" y="1416582"/>
                  </a:lnTo>
                  <a:lnTo>
                    <a:pt x="1070160" y="1416584"/>
                  </a:lnTo>
                  <a:lnTo>
                    <a:pt x="1070146" y="1416588"/>
                  </a:lnTo>
                  <a:lnTo>
                    <a:pt x="1070139" y="1416587"/>
                  </a:lnTo>
                  <a:lnTo>
                    <a:pt x="1070127" y="1416583"/>
                  </a:lnTo>
                  <a:lnTo>
                    <a:pt x="1070120" y="1416580"/>
                  </a:lnTo>
                  <a:lnTo>
                    <a:pt x="1070114" y="1416576"/>
                  </a:lnTo>
                  <a:lnTo>
                    <a:pt x="1070095" y="1416555"/>
                  </a:lnTo>
                  <a:lnTo>
                    <a:pt x="1070083" y="1416541"/>
                  </a:lnTo>
                  <a:lnTo>
                    <a:pt x="1070074" y="1416525"/>
                  </a:lnTo>
                  <a:lnTo>
                    <a:pt x="1070069" y="1416514"/>
                  </a:lnTo>
                  <a:lnTo>
                    <a:pt x="1070061" y="1416505"/>
                  </a:lnTo>
                  <a:lnTo>
                    <a:pt x="1070057" y="1416502"/>
                  </a:lnTo>
                  <a:lnTo>
                    <a:pt x="1070052" y="1416500"/>
                  </a:lnTo>
                  <a:lnTo>
                    <a:pt x="1070038" y="1416498"/>
                  </a:lnTo>
                  <a:lnTo>
                    <a:pt x="1070024" y="1416497"/>
                  </a:lnTo>
                  <a:lnTo>
                    <a:pt x="1070010" y="1416496"/>
                  </a:lnTo>
                  <a:lnTo>
                    <a:pt x="1069997" y="1416493"/>
                  </a:lnTo>
                  <a:lnTo>
                    <a:pt x="1069993" y="1416490"/>
                  </a:lnTo>
                  <a:lnTo>
                    <a:pt x="1069989" y="1416479"/>
                  </a:lnTo>
                  <a:lnTo>
                    <a:pt x="1069980" y="1416462"/>
                  </a:lnTo>
                  <a:lnTo>
                    <a:pt x="1069971" y="1416447"/>
                  </a:lnTo>
                  <a:lnTo>
                    <a:pt x="1069957" y="1416435"/>
                  </a:lnTo>
                  <a:lnTo>
                    <a:pt x="1069943" y="1416430"/>
                  </a:lnTo>
                  <a:lnTo>
                    <a:pt x="1069929" y="1416423"/>
                  </a:lnTo>
                  <a:lnTo>
                    <a:pt x="1069924" y="1416419"/>
                  </a:lnTo>
                  <a:lnTo>
                    <a:pt x="1069915" y="1416415"/>
                  </a:lnTo>
                  <a:lnTo>
                    <a:pt x="1069901" y="1416410"/>
                  </a:lnTo>
                  <a:lnTo>
                    <a:pt x="1069891" y="1416408"/>
                  </a:lnTo>
                  <a:lnTo>
                    <a:pt x="1069887" y="1416405"/>
                  </a:lnTo>
                  <a:lnTo>
                    <a:pt x="1069884" y="1416398"/>
                  </a:lnTo>
                  <a:lnTo>
                    <a:pt x="1069883" y="1416390"/>
                  </a:lnTo>
                  <a:lnTo>
                    <a:pt x="1069883" y="1416385"/>
                  </a:lnTo>
                  <a:lnTo>
                    <a:pt x="1069877" y="1416368"/>
                  </a:lnTo>
                  <a:lnTo>
                    <a:pt x="1069874" y="1416355"/>
                  </a:lnTo>
                  <a:lnTo>
                    <a:pt x="1069870" y="1416345"/>
                  </a:lnTo>
                  <a:lnTo>
                    <a:pt x="1069871" y="1416329"/>
                  </a:lnTo>
                  <a:lnTo>
                    <a:pt x="1069869" y="1416314"/>
                  </a:lnTo>
                  <a:lnTo>
                    <a:pt x="1069867" y="1416305"/>
                  </a:lnTo>
                  <a:lnTo>
                    <a:pt x="1069867" y="1416299"/>
                  </a:lnTo>
                  <a:lnTo>
                    <a:pt x="1069870" y="1416288"/>
                  </a:lnTo>
                  <a:lnTo>
                    <a:pt x="1069877" y="1416275"/>
                  </a:lnTo>
                  <a:lnTo>
                    <a:pt x="1069881" y="1416269"/>
                  </a:lnTo>
                  <a:lnTo>
                    <a:pt x="1069886" y="1416262"/>
                  </a:lnTo>
                  <a:lnTo>
                    <a:pt x="1069887" y="1416256"/>
                  </a:lnTo>
                  <a:lnTo>
                    <a:pt x="1069876" y="1416239"/>
                  </a:lnTo>
                  <a:lnTo>
                    <a:pt x="1069872" y="1416230"/>
                  </a:lnTo>
                  <a:lnTo>
                    <a:pt x="1069871" y="1416224"/>
                  </a:lnTo>
                  <a:lnTo>
                    <a:pt x="1069871" y="1416209"/>
                  </a:lnTo>
                  <a:lnTo>
                    <a:pt x="1069873" y="1416201"/>
                  </a:lnTo>
                  <a:lnTo>
                    <a:pt x="1069877" y="1416194"/>
                  </a:lnTo>
                  <a:lnTo>
                    <a:pt x="1069880" y="1416186"/>
                  </a:lnTo>
                  <a:lnTo>
                    <a:pt x="1069886" y="1416179"/>
                  </a:lnTo>
                  <a:lnTo>
                    <a:pt x="1069897" y="1416167"/>
                  </a:lnTo>
                  <a:lnTo>
                    <a:pt x="1069898" y="1416159"/>
                  </a:lnTo>
                  <a:lnTo>
                    <a:pt x="1069897" y="1416154"/>
                  </a:lnTo>
                  <a:lnTo>
                    <a:pt x="1069894" y="1416150"/>
                  </a:lnTo>
                  <a:lnTo>
                    <a:pt x="1069880" y="1416139"/>
                  </a:lnTo>
                  <a:lnTo>
                    <a:pt x="1069866" y="1416133"/>
                  </a:lnTo>
                  <a:lnTo>
                    <a:pt x="1069857" y="1416126"/>
                  </a:lnTo>
                  <a:lnTo>
                    <a:pt x="1069852" y="1416121"/>
                  </a:lnTo>
                  <a:lnTo>
                    <a:pt x="1069844" y="1416111"/>
                  </a:lnTo>
                  <a:lnTo>
                    <a:pt x="1069839" y="1416108"/>
                  </a:lnTo>
                  <a:lnTo>
                    <a:pt x="1069825" y="1416102"/>
                  </a:lnTo>
                  <a:lnTo>
                    <a:pt x="1069811" y="1416103"/>
                  </a:lnTo>
                  <a:lnTo>
                    <a:pt x="1069797" y="1416103"/>
                  </a:lnTo>
                  <a:lnTo>
                    <a:pt x="1069783" y="1416107"/>
                  </a:lnTo>
                  <a:lnTo>
                    <a:pt x="1069773" y="1416109"/>
                  </a:lnTo>
                  <a:lnTo>
                    <a:pt x="1069762" y="1416115"/>
                  </a:lnTo>
                  <a:lnTo>
                    <a:pt x="1069754" y="1416121"/>
                  </a:lnTo>
                  <a:lnTo>
                    <a:pt x="1069746" y="1416128"/>
                  </a:lnTo>
                  <a:lnTo>
                    <a:pt x="1069741" y="1416131"/>
                  </a:lnTo>
                  <a:lnTo>
                    <a:pt x="1069727" y="1416139"/>
                  </a:lnTo>
                  <a:lnTo>
                    <a:pt x="1069712" y="1416144"/>
                  </a:lnTo>
                  <a:lnTo>
                    <a:pt x="1069698" y="1416152"/>
                  </a:lnTo>
                  <a:lnTo>
                    <a:pt x="1069686" y="1416156"/>
                  </a:lnTo>
                  <a:lnTo>
                    <a:pt x="1069663" y="1416151"/>
                  </a:lnTo>
                  <a:lnTo>
                    <a:pt x="1069654" y="1416152"/>
                  </a:lnTo>
                  <a:lnTo>
                    <a:pt x="1069652" y="1416157"/>
                  </a:lnTo>
                  <a:lnTo>
                    <a:pt x="1069653" y="1416164"/>
                  </a:lnTo>
                  <a:lnTo>
                    <a:pt x="1069654" y="1416180"/>
                  </a:lnTo>
                  <a:lnTo>
                    <a:pt x="1069655" y="1416195"/>
                  </a:lnTo>
                  <a:lnTo>
                    <a:pt x="1069653" y="1416210"/>
                  </a:lnTo>
                  <a:lnTo>
                    <a:pt x="1069650" y="1416225"/>
                  </a:lnTo>
                  <a:lnTo>
                    <a:pt x="1069645" y="1416240"/>
                  </a:lnTo>
                  <a:lnTo>
                    <a:pt x="1069634" y="1416251"/>
                  </a:lnTo>
                  <a:lnTo>
                    <a:pt x="1069625" y="1416254"/>
                  </a:lnTo>
                  <a:lnTo>
                    <a:pt x="1069617" y="1416254"/>
                  </a:lnTo>
                  <a:lnTo>
                    <a:pt x="1069599" y="1416251"/>
                  </a:lnTo>
                  <a:lnTo>
                    <a:pt x="1069589" y="1416250"/>
                  </a:lnTo>
                  <a:lnTo>
                    <a:pt x="1069575" y="1416252"/>
                  </a:lnTo>
                  <a:lnTo>
                    <a:pt x="1069561" y="1416255"/>
                  </a:lnTo>
                  <a:lnTo>
                    <a:pt x="1069547" y="1416258"/>
                  </a:lnTo>
                  <a:lnTo>
                    <a:pt x="1069532" y="1416270"/>
                  </a:lnTo>
                  <a:lnTo>
                    <a:pt x="1069521" y="1416281"/>
                  </a:lnTo>
                  <a:lnTo>
                    <a:pt x="1069505" y="1416269"/>
                  </a:lnTo>
                  <a:lnTo>
                    <a:pt x="1069492" y="1416254"/>
                  </a:lnTo>
                  <a:lnTo>
                    <a:pt x="1069480" y="1416240"/>
                  </a:lnTo>
                  <a:lnTo>
                    <a:pt x="1069470" y="1416225"/>
                  </a:lnTo>
                  <a:lnTo>
                    <a:pt x="1069460" y="1416210"/>
                  </a:lnTo>
                  <a:lnTo>
                    <a:pt x="1069458" y="1416201"/>
                  </a:lnTo>
                  <a:lnTo>
                    <a:pt x="1069462" y="1416195"/>
                  </a:lnTo>
                  <a:lnTo>
                    <a:pt x="1069474" y="1416183"/>
                  </a:lnTo>
                  <a:lnTo>
                    <a:pt x="1069483" y="1416168"/>
                  </a:lnTo>
                  <a:lnTo>
                    <a:pt x="1069490" y="1416153"/>
                  </a:lnTo>
                  <a:lnTo>
                    <a:pt x="1069496" y="1416138"/>
                  </a:lnTo>
                  <a:lnTo>
                    <a:pt x="1069500" y="1416125"/>
                  </a:lnTo>
                  <a:lnTo>
                    <a:pt x="1069496" y="1416106"/>
                  </a:lnTo>
                  <a:lnTo>
                    <a:pt x="1069491" y="1416099"/>
                  </a:lnTo>
                  <a:lnTo>
                    <a:pt x="1069482" y="1416085"/>
                  </a:lnTo>
                  <a:lnTo>
                    <a:pt x="1069474" y="1416070"/>
                  </a:lnTo>
                  <a:lnTo>
                    <a:pt x="1069468" y="1416055"/>
                  </a:lnTo>
                  <a:lnTo>
                    <a:pt x="1069457" y="1416025"/>
                  </a:lnTo>
                  <a:lnTo>
                    <a:pt x="1069451" y="1416010"/>
                  </a:lnTo>
                  <a:lnTo>
                    <a:pt x="1069438" y="1415995"/>
                  </a:lnTo>
                  <a:lnTo>
                    <a:pt x="1069423" y="1415983"/>
                  </a:lnTo>
                  <a:lnTo>
                    <a:pt x="1069412" y="1415976"/>
                  </a:lnTo>
                  <a:lnTo>
                    <a:pt x="1069397" y="1415970"/>
                  </a:lnTo>
                  <a:lnTo>
                    <a:pt x="1069397" y="1415964"/>
                  </a:lnTo>
                  <a:lnTo>
                    <a:pt x="1069399" y="1415958"/>
                  </a:lnTo>
                  <a:lnTo>
                    <a:pt x="1069413" y="1415955"/>
                  </a:lnTo>
                  <a:lnTo>
                    <a:pt x="1069425" y="1415949"/>
                  </a:lnTo>
                  <a:lnTo>
                    <a:pt x="1069432" y="1415944"/>
                  </a:lnTo>
                  <a:lnTo>
                    <a:pt x="1069436" y="1415938"/>
                  </a:lnTo>
                  <a:lnTo>
                    <a:pt x="1069446" y="1415922"/>
                  </a:lnTo>
                  <a:lnTo>
                    <a:pt x="1069460" y="1415917"/>
                  </a:lnTo>
                  <a:lnTo>
                    <a:pt x="1069475" y="1415912"/>
                  </a:lnTo>
                  <a:lnTo>
                    <a:pt x="1069489" y="1415909"/>
                  </a:lnTo>
                  <a:lnTo>
                    <a:pt x="1069503" y="1415906"/>
                  </a:lnTo>
                  <a:lnTo>
                    <a:pt x="1069511" y="1415904"/>
                  </a:lnTo>
                  <a:lnTo>
                    <a:pt x="1069517" y="1415900"/>
                  </a:lnTo>
                  <a:lnTo>
                    <a:pt x="1069526" y="1415894"/>
                  </a:lnTo>
                  <a:lnTo>
                    <a:pt x="1069530" y="1415887"/>
                  </a:lnTo>
                  <a:lnTo>
                    <a:pt x="1069538" y="1415878"/>
                  </a:lnTo>
                  <a:lnTo>
                    <a:pt x="1069542" y="1415876"/>
                  </a:lnTo>
                  <a:lnTo>
                    <a:pt x="1069556" y="1415875"/>
                  </a:lnTo>
                  <a:lnTo>
                    <a:pt x="1069567" y="1415876"/>
                  </a:lnTo>
                  <a:lnTo>
                    <a:pt x="1069571" y="1415878"/>
                  </a:lnTo>
                  <a:lnTo>
                    <a:pt x="1069583" y="1415878"/>
                  </a:lnTo>
                  <a:lnTo>
                    <a:pt x="1069599" y="1415873"/>
                  </a:lnTo>
                  <a:lnTo>
                    <a:pt x="1069613" y="1415871"/>
                  </a:lnTo>
                  <a:lnTo>
                    <a:pt x="1069620" y="1415868"/>
                  </a:lnTo>
                  <a:lnTo>
                    <a:pt x="1069626" y="1415862"/>
                  </a:lnTo>
                  <a:lnTo>
                    <a:pt x="1069641" y="1415855"/>
                  </a:lnTo>
                  <a:lnTo>
                    <a:pt x="1069655" y="1415851"/>
                  </a:lnTo>
                  <a:lnTo>
                    <a:pt x="1069669" y="1415846"/>
                  </a:lnTo>
                  <a:lnTo>
                    <a:pt x="1069680" y="1415842"/>
                  </a:lnTo>
                  <a:lnTo>
                    <a:pt x="1069710" y="1415823"/>
                  </a:lnTo>
                  <a:lnTo>
                    <a:pt x="1069716" y="1415818"/>
                  </a:lnTo>
                  <a:lnTo>
                    <a:pt x="1069730" y="1415805"/>
                  </a:lnTo>
                  <a:lnTo>
                    <a:pt x="1069742" y="1415791"/>
                  </a:lnTo>
                  <a:lnTo>
                    <a:pt x="1069747" y="1415776"/>
                  </a:lnTo>
                  <a:lnTo>
                    <a:pt x="1069754" y="1415761"/>
                  </a:lnTo>
                  <a:lnTo>
                    <a:pt x="1069758" y="1415750"/>
                  </a:lnTo>
                  <a:lnTo>
                    <a:pt x="1069761" y="1415744"/>
                  </a:lnTo>
                  <a:lnTo>
                    <a:pt x="1069769" y="1415732"/>
                  </a:lnTo>
                  <a:lnTo>
                    <a:pt x="1069780" y="1415716"/>
                  </a:lnTo>
                  <a:lnTo>
                    <a:pt x="1069792" y="1415703"/>
                  </a:lnTo>
                  <a:lnTo>
                    <a:pt x="1069805" y="1415689"/>
                  </a:lnTo>
                  <a:lnTo>
                    <a:pt x="1069812" y="1415676"/>
                  </a:lnTo>
                  <a:lnTo>
                    <a:pt x="1069819" y="1415659"/>
                  </a:lnTo>
                  <a:lnTo>
                    <a:pt x="1069823" y="1415644"/>
                  </a:lnTo>
                  <a:lnTo>
                    <a:pt x="1069825" y="1415629"/>
                  </a:lnTo>
                  <a:lnTo>
                    <a:pt x="1069826" y="1415614"/>
                  </a:lnTo>
                  <a:lnTo>
                    <a:pt x="1069823" y="1415599"/>
                  </a:lnTo>
                  <a:lnTo>
                    <a:pt x="1069823" y="1415581"/>
                  </a:lnTo>
                  <a:lnTo>
                    <a:pt x="1069825" y="1415573"/>
                  </a:lnTo>
                  <a:lnTo>
                    <a:pt x="1069834" y="1415564"/>
                  </a:lnTo>
                  <a:lnTo>
                    <a:pt x="1069843" y="1415558"/>
                  </a:lnTo>
                  <a:lnTo>
                    <a:pt x="1069849" y="1415553"/>
                  </a:lnTo>
                  <a:lnTo>
                    <a:pt x="1069878" y="1415538"/>
                  </a:lnTo>
                  <a:lnTo>
                    <a:pt x="1069891" y="1415534"/>
                  </a:lnTo>
                  <a:lnTo>
                    <a:pt x="1069909" y="1415534"/>
                  </a:lnTo>
                  <a:lnTo>
                    <a:pt x="1069923" y="1415533"/>
                  </a:lnTo>
                  <a:lnTo>
                    <a:pt x="1069939" y="1415530"/>
                  </a:lnTo>
                  <a:lnTo>
                    <a:pt x="1069942" y="1415526"/>
                  </a:lnTo>
                  <a:lnTo>
                    <a:pt x="1069941" y="1415518"/>
                  </a:lnTo>
                  <a:lnTo>
                    <a:pt x="1069941" y="1415503"/>
                  </a:lnTo>
                  <a:lnTo>
                    <a:pt x="1069941" y="1415488"/>
                  </a:lnTo>
                  <a:lnTo>
                    <a:pt x="1069941" y="1415473"/>
                  </a:lnTo>
                  <a:lnTo>
                    <a:pt x="1069943" y="1415458"/>
                  </a:lnTo>
                  <a:lnTo>
                    <a:pt x="1069940" y="1415441"/>
                  </a:lnTo>
                  <a:lnTo>
                    <a:pt x="1069933" y="1415428"/>
                  </a:lnTo>
                  <a:lnTo>
                    <a:pt x="1069924" y="1415412"/>
                  </a:lnTo>
                  <a:lnTo>
                    <a:pt x="1069917" y="1415397"/>
                  </a:lnTo>
                  <a:lnTo>
                    <a:pt x="1069906" y="1415378"/>
                  </a:lnTo>
                  <a:lnTo>
                    <a:pt x="1069899" y="1415367"/>
                  </a:lnTo>
                  <a:lnTo>
                    <a:pt x="1069887" y="1415351"/>
                  </a:lnTo>
                  <a:lnTo>
                    <a:pt x="1069874" y="1415339"/>
                  </a:lnTo>
                  <a:lnTo>
                    <a:pt x="1069860" y="1415332"/>
                  </a:lnTo>
                  <a:lnTo>
                    <a:pt x="1069849" y="1415328"/>
                  </a:lnTo>
                  <a:lnTo>
                    <a:pt x="1069844" y="1415324"/>
                  </a:lnTo>
                  <a:lnTo>
                    <a:pt x="1069839" y="1415315"/>
                  </a:lnTo>
                  <a:lnTo>
                    <a:pt x="1069832" y="1415300"/>
                  </a:lnTo>
                  <a:lnTo>
                    <a:pt x="1069828" y="1415297"/>
                  </a:lnTo>
                  <a:lnTo>
                    <a:pt x="1069814" y="1415288"/>
                  </a:lnTo>
                  <a:lnTo>
                    <a:pt x="1069800" y="1415278"/>
                  </a:lnTo>
                  <a:lnTo>
                    <a:pt x="1069787" y="1415266"/>
                  </a:lnTo>
                  <a:lnTo>
                    <a:pt x="1069775" y="1415248"/>
                  </a:lnTo>
                  <a:lnTo>
                    <a:pt x="1069767" y="1415242"/>
                  </a:lnTo>
                  <a:lnTo>
                    <a:pt x="1069753" y="1415233"/>
                  </a:lnTo>
                  <a:lnTo>
                    <a:pt x="1069748" y="1415228"/>
                  </a:lnTo>
                  <a:lnTo>
                    <a:pt x="1069744" y="1415220"/>
                  </a:lnTo>
                  <a:lnTo>
                    <a:pt x="1069736" y="1415204"/>
                  </a:lnTo>
                  <a:lnTo>
                    <a:pt x="1069731" y="1415188"/>
                  </a:lnTo>
                  <a:lnTo>
                    <a:pt x="1069728" y="1415173"/>
                  </a:lnTo>
                  <a:lnTo>
                    <a:pt x="1069729" y="1415166"/>
                  </a:lnTo>
                  <a:lnTo>
                    <a:pt x="1069727" y="1415158"/>
                  </a:lnTo>
                  <a:lnTo>
                    <a:pt x="1069721" y="1415143"/>
                  </a:lnTo>
                  <a:lnTo>
                    <a:pt x="1069721" y="1415138"/>
                  </a:lnTo>
                  <a:lnTo>
                    <a:pt x="1069724" y="1415132"/>
                  </a:lnTo>
                  <a:lnTo>
                    <a:pt x="1069728" y="1415129"/>
                  </a:lnTo>
                  <a:lnTo>
                    <a:pt x="1069736" y="1415122"/>
                  </a:lnTo>
                  <a:lnTo>
                    <a:pt x="1069741" y="1415120"/>
                  </a:lnTo>
                  <a:lnTo>
                    <a:pt x="1069754" y="1415113"/>
                  </a:lnTo>
                  <a:lnTo>
                    <a:pt x="1069767" y="1415102"/>
                  </a:lnTo>
                  <a:lnTo>
                    <a:pt x="1069776" y="1415100"/>
                  </a:lnTo>
                  <a:lnTo>
                    <a:pt x="1069784" y="1415100"/>
                  </a:lnTo>
                  <a:lnTo>
                    <a:pt x="1069798" y="1415096"/>
                  </a:lnTo>
                  <a:lnTo>
                    <a:pt x="1069812" y="1415090"/>
                  </a:lnTo>
                  <a:lnTo>
                    <a:pt x="1069841" y="1415075"/>
                  </a:lnTo>
                  <a:lnTo>
                    <a:pt x="1069854" y="1415063"/>
                  </a:lnTo>
                  <a:lnTo>
                    <a:pt x="1069864" y="1415048"/>
                  </a:lnTo>
                  <a:lnTo>
                    <a:pt x="1069871" y="1415042"/>
                  </a:lnTo>
                  <a:lnTo>
                    <a:pt x="1069879" y="1415038"/>
                  </a:lnTo>
                  <a:lnTo>
                    <a:pt x="1069885" y="1415036"/>
                  </a:lnTo>
                  <a:lnTo>
                    <a:pt x="1069893" y="1415036"/>
                  </a:lnTo>
                  <a:lnTo>
                    <a:pt x="1069906" y="1415037"/>
                  </a:lnTo>
                  <a:lnTo>
                    <a:pt x="1069921" y="1415035"/>
                  </a:lnTo>
                  <a:lnTo>
                    <a:pt x="1069935" y="1415032"/>
                  </a:lnTo>
                  <a:lnTo>
                    <a:pt x="1069950" y="1415033"/>
                  </a:lnTo>
                  <a:lnTo>
                    <a:pt x="1069964" y="1415037"/>
                  </a:lnTo>
                  <a:lnTo>
                    <a:pt x="1069978" y="1415039"/>
                  </a:lnTo>
                  <a:lnTo>
                    <a:pt x="1069992" y="1415042"/>
                  </a:lnTo>
                  <a:lnTo>
                    <a:pt x="1070006" y="1415044"/>
                  </a:lnTo>
                  <a:lnTo>
                    <a:pt x="1070014" y="1415045"/>
                  </a:lnTo>
                  <a:lnTo>
                    <a:pt x="1070020" y="1415044"/>
                  </a:lnTo>
                  <a:lnTo>
                    <a:pt x="1070033" y="1415042"/>
                  </a:lnTo>
                  <a:lnTo>
                    <a:pt x="1070049" y="1415029"/>
                  </a:lnTo>
                  <a:lnTo>
                    <a:pt x="1070061" y="1415015"/>
                  </a:lnTo>
                  <a:lnTo>
                    <a:pt x="1070066" y="1415008"/>
                  </a:lnTo>
                  <a:lnTo>
                    <a:pt x="1070066" y="1415000"/>
                  </a:lnTo>
                  <a:lnTo>
                    <a:pt x="1070067" y="1414985"/>
                  </a:lnTo>
                  <a:lnTo>
                    <a:pt x="1070065" y="1414972"/>
                  </a:lnTo>
                  <a:lnTo>
                    <a:pt x="1070057" y="1414955"/>
                  </a:lnTo>
                  <a:lnTo>
                    <a:pt x="1070056" y="1414940"/>
                  </a:lnTo>
                  <a:lnTo>
                    <a:pt x="1070060" y="1414925"/>
                  </a:lnTo>
                  <a:lnTo>
                    <a:pt x="1070056" y="1414906"/>
                  </a:lnTo>
                  <a:lnTo>
                    <a:pt x="1070051" y="1414895"/>
                  </a:lnTo>
                  <a:lnTo>
                    <a:pt x="1070047" y="1414880"/>
                  </a:lnTo>
                  <a:lnTo>
                    <a:pt x="1070043" y="1414870"/>
                  </a:lnTo>
                  <a:lnTo>
                    <a:pt x="1070040" y="1414864"/>
                  </a:lnTo>
                  <a:lnTo>
                    <a:pt x="1070030" y="1414849"/>
                  </a:lnTo>
                  <a:lnTo>
                    <a:pt x="1070022" y="1414834"/>
                  </a:lnTo>
                  <a:lnTo>
                    <a:pt x="1070019" y="1414819"/>
                  </a:lnTo>
                  <a:lnTo>
                    <a:pt x="1070020" y="1414804"/>
                  </a:lnTo>
                  <a:lnTo>
                    <a:pt x="1070025" y="1414789"/>
                  </a:lnTo>
                  <a:lnTo>
                    <a:pt x="1070029" y="1414759"/>
                  </a:lnTo>
                  <a:lnTo>
                    <a:pt x="1070032" y="1414745"/>
                  </a:lnTo>
                  <a:lnTo>
                    <a:pt x="1070037" y="1414740"/>
                  </a:lnTo>
                  <a:lnTo>
                    <a:pt x="1070047" y="1414740"/>
                  </a:lnTo>
                  <a:lnTo>
                    <a:pt x="1070059" y="1414741"/>
                  </a:lnTo>
                  <a:lnTo>
                    <a:pt x="1070075" y="1414738"/>
                  </a:lnTo>
                  <a:lnTo>
                    <a:pt x="1070090" y="1414734"/>
                  </a:lnTo>
                  <a:lnTo>
                    <a:pt x="1070096" y="1414732"/>
                  </a:lnTo>
                  <a:lnTo>
                    <a:pt x="1070104" y="1414732"/>
                  </a:lnTo>
                  <a:lnTo>
                    <a:pt x="1070118" y="1414733"/>
                  </a:lnTo>
                  <a:lnTo>
                    <a:pt x="1070123" y="1414734"/>
                  </a:lnTo>
                  <a:lnTo>
                    <a:pt x="1070130" y="1414732"/>
                  </a:lnTo>
                  <a:lnTo>
                    <a:pt x="1070146" y="1414722"/>
                  </a:lnTo>
                  <a:lnTo>
                    <a:pt x="1070159" y="1414712"/>
                  </a:lnTo>
                  <a:lnTo>
                    <a:pt x="1070163" y="1414709"/>
                  </a:lnTo>
                  <a:lnTo>
                    <a:pt x="1070175" y="1414703"/>
                  </a:lnTo>
                  <a:lnTo>
                    <a:pt x="1070187" y="1414699"/>
                  </a:lnTo>
                  <a:lnTo>
                    <a:pt x="1070203" y="1414700"/>
                  </a:lnTo>
                  <a:lnTo>
                    <a:pt x="1070217" y="1414703"/>
                  </a:lnTo>
                  <a:lnTo>
                    <a:pt x="1070231" y="1414708"/>
                  </a:lnTo>
                  <a:lnTo>
                    <a:pt x="1070239" y="1414707"/>
                  </a:lnTo>
                  <a:lnTo>
                    <a:pt x="1070246" y="1414704"/>
                  </a:lnTo>
                  <a:lnTo>
                    <a:pt x="1070260" y="1414698"/>
                  </a:lnTo>
                  <a:lnTo>
                    <a:pt x="1070270" y="1414695"/>
                  </a:lnTo>
                  <a:lnTo>
                    <a:pt x="1070277" y="1414690"/>
                  </a:lnTo>
                  <a:lnTo>
                    <a:pt x="1070279" y="1414680"/>
                  </a:lnTo>
                  <a:lnTo>
                    <a:pt x="1070275" y="1414669"/>
                  </a:lnTo>
                  <a:lnTo>
                    <a:pt x="1070271" y="1414654"/>
                  </a:lnTo>
                  <a:lnTo>
                    <a:pt x="1070266" y="1414639"/>
                  </a:lnTo>
                  <a:lnTo>
                    <a:pt x="1070266" y="1414628"/>
                  </a:lnTo>
                  <a:lnTo>
                    <a:pt x="1070272" y="1414618"/>
                  </a:lnTo>
                  <a:lnTo>
                    <a:pt x="1070277" y="1414613"/>
                  </a:lnTo>
                  <a:lnTo>
                    <a:pt x="1070281" y="1414610"/>
                  </a:lnTo>
                  <a:lnTo>
                    <a:pt x="1070309" y="1414593"/>
                  </a:lnTo>
                  <a:lnTo>
                    <a:pt x="1070323" y="1414586"/>
                  </a:lnTo>
                  <a:lnTo>
                    <a:pt x="1070338" y="1414577"/>
                  </a:lnTo>
                  <a:lnTo>
                    <a:pt x="1070344" y="1414571"/>
                  </a:lnTo>
                  <a:lnTo>
                    <a:pt x="1070366" y="1414560"/>
                  </a:lnTo>
                  <a:lnTo>
                    <a:pt x="1070381" y="1414555"/>
                  </a:lnTo>
                  <a:lnTo>
                    <a:pt x="1070395" y="1414552"/>
                  </a:lnTo>
                  <a:lnTo>
                    <a:pt x="1070403" y="1414548"/>
                  </a:lnTo>
                  <a:lnTo>
                    <a:pt x="1070409" y="1414546"/>
                  </a:lnTo>
                  <a:lnTo>
                    <a:pt x="1070420" y="1414539"/>
                  </a:lnTo>
                  <a:lnTo>
                    <a:pt x="1070423" y="1414535"/>
                  </a:lnTo>
                  <a:lnTo>
                    <a:pt x="1070424" y="1414531"/>
                  </a:lnTo>
                  <a:lnTo>
                    <a:pt x="1070425" y="1414520"/>
                  </a:lnTo>
                  <a:lnTo>
                    <a:pt x="1070425" y="1414482"/>
                  </a:lnTo>
                  <a:lnTo>
                    <a:pt x="1070420" y="1414440"/>
                  </a:lnTo>
                  <a:lnTo>
                    <a:pt x="1070420" y="1414431"/>
                  </a:lnTo>
                  <a:lnTo>
                    <a:pt x="1070419" y="1414421"/>
                  </a:lnTo>
                  <a:lnTo>
                    <a:pt x="1070420" y="1414390"/>
                  </a:lnTo>
                  <a:lnTo>
                    <a:pt x="1070421" y="1414375"/>
                  </a:lnTo>
                  <a:lnTo>
                    <a:pt x="1070423" y="1414360"/>
                  </a:lnTo>
                  <a:lnTo>
                    <a:pt x="1070425" y="1414345"/>
                  </a:lnTo>
                  <a:lnTo>
                    <a:pt x="1070428" y="1414304"/>
                  </a:lnTo>
                  <a:lnTo>
                    <a:pt x="1070428" y="1414289"/>
                  </a:lnTo>
                  <a:lnTo>
                    <a:pt x="1070430" y="1414274"/>
                  </a:lnTo>
                  <a:lnTo>
                    <a:pt x="1070434" y="1414259"/>
                  </a:lnTo>
                  <a:lnTo>
                    <a:pt x="1070441" y="1414220"/>
                  </a:lnTo>
                  <a:lnTo>
                    <a:pt x="1070445" y="1414209"/>
                  </a:lnTo>
                  <a:lnTo>
                    <a:pt x="1070447" y="1414205"/>
                  </a:lnTo>
                  <a:lnTo>
                    <a:pt x="1070453" y="1414199"/>
                  </a:lnTo>
                  <a:lnTo>
                    <a:pt x="1070461" y="1414194"/>
                  </a:lnTo>
                  <a:lnTo>
                    <a:pt x="1070475" y="1414186"/>
                  </a:lnTo>
                  <a:lnTo>
                    <a:pt x="1070504" y="1414168"/>
                  </a:lnTo>
                  <a:lnTo>
                    <a:pt x="1070512" y="1414166"/>
                  </a:lnTo>
                  <a:lnTo>
                    <a:pt x="1070532" y="1414165"/>
                  </a:lnTo>
                  <a:lnTo>
                    <a:pt x="1070540" y="1414165"/>
                  </a:lnTo>
                  <a:lnTo>
                    <a:pt x="1070556" y="1414160"/>
                  </a:lnTo>
                  <a:lnTo>
                    <a:pt x="1070583" y="1414145"/>
                  </a:lnTo>
                  <a:lnTo>
                    <a:pt x="1070598" y="1414135"/>
                  </a:lnTo>
                  <a:lnTo>
                    <a:pt x="1070625" y="1414119"/>
                  </a:lnTo>
                  <a:lnTo>
                    <a:pt x="1070635" y="1414113"/>
                  </a:lnTo>
                  <a:lnTo>
                    <a:pt x="1070639" y="1414108"/>
                  </a:lnTo>
                  <a:lnTo>
                    <a:pt x="1070647" y="1414093"/>
                  </a:lnTo>
                  <a:lnTo>
                    <a:pt x="1070658" y="1414079"/>
                  </a:lnTo>
                  <a:lnTo>
                    <a:pt x="1070664" y="1414070"/>
                  </a:lnTo>
                  <a:lnTo>
                    <a:pt x="1070675" y="1414050"/>
                  </a:lnTo>
                  <a:lnTo>
                    <a:pt x="1070686" y="1414035"/>
                  </a:lnTo>
                  <a:lnTo>
                    <a:pt x="1070690" y="1414020"/>
                  </a:lnTo>
                  <a:lnTo>
                    <a:pt x="1070689" y="1414005"/>
                  </a:lnTo>
                  <a:lnTo>
                    <a:pt x="1070684" y="1413994"/>
                  </a:lnTo>
                  <a:lnTo>
                    <a:pt x="1070679" y="1413974"/>
                  </a:lnTo>
                  <a:lnTo>
                    <a:pt x="1070676" y="1413959"/>
                  </a:lnTo>
                  <a:lnTo>
                    <a:pt x="1070673" y="1413928"/>
                  </a:lnTo>
                  <a:lnTo>
                    <a:pt x="1070677" y="1413921"/>
                  </a:lnTo>
                  <a:lnTo>
                    <a:pt x="1070684" y="1413913"/>
                  </a:lnTo>
                  <a:lnTo>
                    <a:pt x="1070687" y="1413907"/>
                  </a:lnTo>
                  <a:lnTo>
                    <a:pt x="1070691" y="1413892"/>
                  </a:lnTo>
                  <a:lnTo>
                    <a:pt x="1070694" y="1413877"/>
                  </a:lnTo>
                  <a:lnTo>
                    <a:pt x="1070696" y="1413862"/>
                  </a:lnTo>
                  <a:lnTo>
                    <a:pt x="1070697" y="1413847"/>
                  </a:lnTo>
                  <a:lnTo>
                    <a:pt x="1070697" y="1413832"/>
                  </a:lnTo>
                  <a:lnTo>
                    <a:pt x="1070696" y="1413817"/>
                  </a:lnTo>
                  <a:lnTo>
                    <a:pt x="1070697" y="1413787"/>
                  </a:lnTo>
                  <a:lnTo>
                    <a:pt x="1070701" y="1413772"/>
                  </a:lnTo>
                  <a:lnTo>
                    <a:pt x="1070708" y="1413742"/>
                  </a:lnTo>
                  <a:lnTo>
                    <a:pt x="1070711" y="1413727"/>
                  </a:lnTo>
                  <a:lnTo>
                    <a:pt x="1070713" y="1413712"/>
                  </a:lnTo>
                  <a:lnTo>
                    <a:pt x="1070717" y="1413697"/>
                  </a:lnTo>
                  <a:lnTo>
                    <a:pt x="1070719" y="1413690"/>
                  </a:lnTo>
                  <a:lnTo>
                    <a:pt x="1070721" y="1413667"/>
                  </a:lnTo>
                  <a:lnTo>
                    <a:pt x="1070718" y="1413656"/>
                  </a:lnTo>
                  <a:lnTo>
                    <a:pt x="1070715" y="1413649"/>
                  </a:lnTo>
                  <a:lnTo>
                    <a:pt x="1070709" y="1413637"/>
                  </a:lnTo>
                  <a:lnTo>
                    <a:pt x="1070707" y="1413626"/>
                  </a:lnTo>
                  <a:lnTo>
                    <a:pt x="1070710" y="1413614"/>
                  </a:lnTo>
                  <a:lnTo>
                    <a:pt x="1070716" y="1413607"/>
                  </a:lnTo>
                  <a:lnTo>
                    <a:pt x="1070727" y="1413592"/>
                  </a:lnTo>
                  <a:lnTo>
                    <a:pt x="1070730" y="1413589"/>
                  </a:lnTo>
                  <a:lnTo>
                    <a:pt x="1070772" y="1413566"/>
                  </a:lnTo>
                  <a:lnTo>
                    <a:pt x="1070779" y="1413562"/>
                  </a:lnTo>
                  <a:lnTo>
                    <a:pt x="1070789" y="1413545"/>
                  </a:lnTo>
                  <a:lnTo>
                    <a:pt x="1070790" y="1413518"/>
                  </a:lnTo>
                  <a:lnTo>
                    <a:pt x="1070786" y="1413486"/>
                  </a:lnTo>
                  <a:lnTo>
                    <a:pt x="1070786" y="1413458"/>
                  </a:lnTo>
                  <a:lnTo>
                    <a:pt x="1070783" y="1413419"/>
                  </a:lnTo>
                  <a:lnTo>
                    <a:pt x="1070780" y="1413400"/>
                  </a:lnTo>
                  <a:lnTo>
                    <a:pt x="1070778" y="1413395"/>
                  </a:lnTo>
                  <a:lnTo>
                    <a:pt x="1070772" y="1413388"/>
                  </a:lnTo>
                  <a:lnTo>
                    <a:pt x="1070765" y="1413380"/>
                  </a:lnTo>
                  <a:lnTo>
                    <a:pt x="1070751" y="1413369"/>
                  </a:lnTo>
                  <a:lnTo>
                    <a:pt x="1070744" y="1413363"/>
                  </a:lnTo>
                  <a:lnTo>
                    <a:pt x="1070737" y="1413357"/>
                  </a:lnTo>
                  <a:lnTo>
                    <a:pt x="1070726" y="1413342"/>
                  </a:lnTo>
                  <a:lnTo>
                    <a:pt x="1070718" y="1413334"/>
                  </a:lnTo>
                  <a:lnTo>
                    <a:pt x="1070713" y="1413332"/>
                  </a:lnTo>
                  <a:lnTo>
                    <a:pt x="1070707" y="1413330"/>
                  </a:lnTo>
                  <a:lnTo>
                    <a:pt x="1070699" y="1413330"/>
                  </a:lnTo>
                  <a:lnTo>
                    <a:pt x="1070685" y="1413330"/>
                  </a:lnTo>
                  <a:lnTo>
                    <a:pt x="1070672" y="1413324"/>
                  </a:lnTo>
                  <a:lnTo>
                    <a:pt x="1070665" y="1413317"/>
                  </a:lnTo>
                  <a:lnTo>
                    <a:pt x="1070662" y="1413312"/>
                  </a:lnTo>
                  <a:lnTo>
                    <a:pt x="1070663" y="1413293"/>
                  </a:lnTo>
                  <a:lnTo>
                    <a:pt x="1070664" y="1413278"/>
                  </a:lnTo>
                  <a:lnTo>
                    <a:pt x="1070664" y="1413263"/>
                  </a:lnTo>
                  <a:lnTo>
                    <a:pt x="1070660" y="1413252"/>
                  </a:lnTo>
                  <a:lnTo>
                    <a:pt x="1070658" y="1413248"/>
                  </a:lnTo>
                  <a:lnTo>
                    <a:pt x="1070650" y="1413227"/>
                  </a:lnTo>
                  <a:lnTo>
                    <a:pt x="1070641" y="1413219"/>
                  </a:lnTo>
                  <a:lnTo>
                    <a:pt x="1070629" y="1413217"/>
                  </a:lnTo>
                  <a:lnTo>
                    <a:pt x="1070623" y="1413216"/>
                  </a:lnTo>
                  <a:lnTo>
                    <a:pt x="1070607" y="1413207"/>
                  </a:lnTo>
                  <a:lnTo>
                    <a:pt x="1070603" y="1413195"/>
                  </a:lnTo>
                  <a:lnTo>
                    <a:pt x="1070603" y="1413178"/>
                  </a:lnTo>
                  <a:lnTo>
                    <a:pt x="1070602" y="1413163"/>
                  </a:lnTo>
                  <a:lnTo>
                    <a:pt x="1070602" y="1413148"/>
                  </a:lnTo>
                  <a:lnTo>
                    <a:pt x="1070600" y="1413133"/>
                  </a:lnTo>
                  <a:lnTo>
                    <a:pt x="1070600" y="1413126"/>
                  </a:lnTo>
                  <a:lnTo>
                    <a:pt x="1070595" y="1413096"/>
                  </a:lnTo>
                  <a:lnTo>
                    <a:pt x="1070592" y="1413082"/>
                  </a:lnTo>
                  <a:lnTo>
                    <a:pt x="1070592" y="1413075"/>
                  </a:lnTo>
                  <a:lnTo>
                    <a:pt x="1070587" y="1413062"/>
                  </a:lnTo>
                  <a:lnTo>
                    <a:pt x="1070581" y="1413055"/>
                  </a:lnTo>
                  <a:lnTo>
                    <a:pt x="1070577" y="1413053"/>
                  </a:lnTo>
                  <a:lnTo>
                    <a:pt x="1070567" y="1413049"/>
                  </a:lnTo>
                  <a:lnTo>
                    <a:pt x="1070563" y="1413046"/>
                  </a:lnTo>
                  <a:lnTo>
                    <a:pt x="1070553" y="1413040"/>
                  </a:lnTo>
                  <a:lnTo>
                    <a:pt x="1070537" y="1413023"/>
                  </a:lnTo>
                  <a:lnTo>
                    <a:pt x="1070527" y="1413009"/>
                  </a:lnTo>
                  <a:lnTo>
                    <a:pt x="1070523" y="1412992"/>
                  </a:lnTo>
                  <a:lnTo>
                    <a:pt x="1070519" y="1412977"/>
                  </a:lnTo>
                  <a:lnTo>
                    <a:pt x="1070516" y="1412966"/>
                  </a:lnTo>
                  <a:lnTo>
                    <a:pt x="1070513" y="1412962"/>
                  </a:lnTo>
                  <a:lnTo>
                    <a:pt x="1070501" y="1412950"/>
                  </a:lnTo>
                  <a:lnTo>
                    <a:pt x="1070489" y="1412934"/>
                  </a:lnTo>
                  <a:lnTo>
                    <a:pt x="1070480" y="1412927"/>
                  </a:lnTo>
                  <a:lnTo>
                    <a:pt x="1070476" y="1412925"/>
                  </a:lnTo>
                  <a:lnTo>
                    <a:pt x="1070462" y="1412921"/>
                  </a:lnTo>
                  <a:lnTo>
                    <a:pt x="1070448" y="1412915"/>
                  </a:lnTo>
                  <a:lnTo>
                    <a:pt x="1070439" y="1412910"/>
                  </a:lnTo>
                  <a:lnTo>
                    <a:pt x="1070434" y="1412904"/>
                  </a:lnTo>
                  <a:lnTo>
                    <a:pt x="1070425" y="1412896"/>
                  </a:lnTo>
                  <a:lnTo>
                    <a:pt x="1070420" y="1412894"/>
                  </a:lnTo>
                  <a:lnTo>
                    <a:pt x="1070406" y="1412888"/>
                  </a:lnTo>
                  <a:lnTo>
                    <a:pt x="1070401" y="1412886"/>
                  </a:lnTo>
                  <a:lnTo>
                    <a:pt x="1070379" y="1412866"/>
                  </a:lnTo>
                  <a:lnTo>
                    <a:pt x="1070367" y="1412843"/>
                  </a:lnTo>
                  <a:lnTo>
                    <a:pt x="1070363" y="1412834"/>
                  </a:lnTo>
                  <a:lnTo>
                    <a:pt x="1070349" y="1412822"/>
                  </a:lnTo>
                  <a:lnTo>
                    <a:pt x="1070334" y="1412816"/>
                  </a:lnTo>
                  <a:lnTo>
                    <a:pt x="1070320" y="1412815"/>
                  </a:lnTo>
                  <a:lnTo>
                    <a:pt x="1070306" y="1412811"/>
                  </a:lnTo>
                  <a:lnTo>
                    <a:pt x="1070293" y="1412802"/>
                  </a:lnTo>
                  <a:lnTo>
                    <a:pt x="1070285" y="1412794"/>
                  </a:lnTo>
                  <a:lnTo>
                    <a:pt x="1070276" y="1412787"/>
                  </a:lnTo>
                  <a:lnTo>
                    <a:pt x="1070271" y="1412786"/>
                  </a:lnTo>
                  <a:lnTo>
                    <a:pt x="1070257" y="1412782"/>
                  </a:lnTo>
                  <a:lnTo>
                    <a:pt x="1070243" y="1412781"/>
                  </a:lnTo>
                  <a:lnTo>
                    <a:pt x="1070228" y="1412782"/>
                  </a:lnTo>
                  <a:lnTo>
                    <a:pt x="1070223" y="1412784"/>
                  </a:lnTo>
                  <a:lnTo>
                    <a:pt x="1070218" y="1412793"/>
                  </a:lnTo>
                  <a:lnTo>
                    <a:pt x="1070216" y="1412805"/>
                  </a:lnTo>
                  <a:lnTo>
                    <a:pt x="1070209" y="1412816"/>
                  </a:lnTo>
                  <a:lnTo>
                    <a:pt x="1070202" y="1412819"/>
                  </a:lnTo>
                  <a:lnTo>
                    <a:pt x="1070198" y="1412819"/>
                  </a:lnTo>
                  <a:lnTo>
                    <a:pt x="1070190" y="1412816"/>
                  </a:lnTo>
                  <a:lnTo>
                    <a:pt x="1070174" y="1412808"/>
                  </a:lnTo>
                  <a:lnTo>
                    <a:pt x="1070168" y="1412805"/>
                  </a:lnTo>
                  <a:lnTo>
                    <a:pt x="1070160" y="1412804"/>
                  </a:lnTo>
                  <a:lnTo>
                    <a:pt x="1070146" y="1412805"/>
                  </a:lnTo>
                  <a:lnTo>
                    <a:pt x="1070131" y="1412810"/>
                  </a:lnTo>
                  <a:lnTo>
                    <a:pt x="1070117" y="1412819"/>
                  </a:lnTo>
                  <a:lnTo>
                    <a:pt x="1070105" y="1412823"/>
                  </a:lnTo>
                  <a:lnTo>
                    <a:pt x="1070089" y="1412821"/>
                  </a:lnTo>
                  <a:lnTo>
                    <a:pt x="1070075" y="1412818"/>
                  </a:lnTo>
                  <a:lnTo>
                    <a:pt x="1070061" y="1412818"/>
                  </a:lnTo>
                  <a:lnTo>
                    <a:pt x="1070047" y="1412818"/>
                  </a:lnTo>
                  <a:lnTo>
                    <a:pt x="1070039" y="1412818"/>
                  </a:lnTo>
                  <a:lnTo>
                    <a:pt x="1070032" y="1412820"/>
                  </a:lnTo>
                  <a:lnTo>
                    <a:pt x="1070022" y="1412820"/>
                  </a:lnTo>
                  <a:lnTo>
                    <a:pt x="1070018" y="1412818"/>
                  </a:lnTo>
                  <a:lnTo>
                    <a:pt x="1070011" y="1412803"/>
                  </a:lnTo>
                  <a:lnTo>
                    <a:pt x="1070002" y="1412788"/>
                  </a:lnTo>
                  <a:lnTo>
                    <a:pt x="1069992" y="1412772"/>
                  </a:lnTo>
                  <a:lnTo>
                    <a:pt x="1069981" y="1412761"/>
                  </a:lnTo>
                  <a:lnTo>
                    <a:pt x="1069965" y="1412753"/>
                  </a:lnTo>
                  <a:lnTo>
                    <a:pt x="1069960" y="1412752"/>
                  </a:lnTo>
                  <a:lnTo>
                    <a:pt x="1069953" y="1412756"/>
                  </a:lnTo>
                  <a:lnTo>
                    <a:pt x="1069945" y="1412767"/>
                  </a:lnTo>
                  <a:lnTo>
                    <a:pt x="1069939" y="1412770"/>
                  </a:lnTo>
                  <a:lnTo>
                    <a:pt x="1069925" y="1412770"/>
                  </a:lnTo>
                  <a:lnTo>
                    <a:pt x="1069910" y="1412768"/>
                  </a:lnTo>
                  <a:lnTo>
                    <a:pt x="1069896" y="1412769"/>
                  </a:lnTo>
                  <a:lnTo>
                    <a:pt x="1069882" y="1412768"/>
                  </a:lnTo>
                  <a:lnTo>
                    <a:pt x="1069868" y="1412767"/>
                  </a:lnTo>
                  <a:lnTo>
                    <a:pt x="1069840" y="1412766"/>
                  </a:lnTo>
                  <a:lnTo>
                    <a:pt x="1069825" y="1412767"/>
                  </a:lnTo>
                  <a:lnTo>
                    <a:pt x="1069811" y="1412770"/>
                  </a:lnTo>
                  <a:lnTo>
                    <a:pt x="1069803" y="1412773"/>
                  </a:lnTo>
                  <a:lnTo>
                    <a:pt x="1069790" y="1412773"/>
                  </a:lnTo>
                  <a:lnTo>
                    <a:pt x="1069783" y="1412769"/>
                  </a:lnTo>
                  <a:lnTo>
                    <a:pt x="1069769" y="1412756"/>
                  </a:lnTo>
                  <a:lnTo>
                    <a:pt x="1069755" y="1412741"/>
                  </a:lnTo>
                  <a:lnTo>
                    <a:pt x="1069747" y="1412734"/>
                  </a:lnTo>
                  <a:lnTo>
                    <a:pt x="1069741" y="1412731"/>
                  </a:lnTo>
                  <a:lnTo>
                    <a:pt x="1069727" y="1412736"/>
                  </a:lnTo>
                  <a:lnTo>
                    <a:pt x="1069702" y="1412741"/>
                  </a:lnTo>
                  <a:lnTo>
                    <a:pt x="1069673" y="1412739"/>
                  </a:lnTo>
                  <a:lnTo>
                    <a:pt x="1069658" y="1412734"/>
                  </a:lnTo>
                  <a:lnTo>
                    <a:pt x="1069644" y="1412735"/>
                  </a:lnTo>
                  <a:lnTo>
                    <a:pt x="1069615" y="1412739"/>
                  </a:lnTo>
                  <a:lnTo>
                    <a:pt x="1069602" y="1412737"/>
                  </a:lnTo>
                  <a:lnTo>
                    <a:pt x="1069592" y="1412737"/>
                  </a:lnTo>
                  <a:lnTo>
                    <a:pt x="1069584" y="1412739"/>
                  </a:lnTo>
                  <a:lnTo>
                    <a:pt x="1069579" y="1412742"/>
                  </a:lnTo>
                  <a:lnTo>
                    <a:pt x="1069573" y="1412747"/>
                  </a:lnTo>
                  <a:lnTo>
                    <a:pt x="1069559" y="1412759"/>
                  </a:lnTo>
                  <a:lnTo>
                    <a:pt x="1069545" y="1412771"/>
                  </a:lnTo>
                  <a:lnTo>
                    <a:pt x="1069530" y="1412784"/>
                  </a:lnTo>
                  <a:lnTo>
                    <a:pt x="1069522" y="1412786"/>
                  </a:lnTo>
                  <a:lnTo>
                    <a:pt x="1069516" y="1412786"/>
                  </a:lnTo>
                  <a:lnTo>
                    <a:pt x="1069507" y="1412779"/>
                  </a:lnTo>
                  <a:lnTo>
                    <a:pt x="1069503" y="1412774"/>
                  </a:lnTo>
                  <a:lnTo>
                    <a:pt x="1069492" y="1412759"/>
                  </a:lnTo>
                  <a:lnTo>
                    <a:pt x="1069480" y="1412748"/>
                  </a:lnTo>
                  <a:lnTo>
                    <a:pt x="1069466" y="1412738"/>
                  </a:lnTo>
                  <a:lnTo>
                    <a:pt x="1069452" y="1412727"/>
                  </a:lnTo>
                  <a:lnTo>
                    <a:pt x="1069439" y="1412714"/>
                  </a:lnTo>
                  <a:lnTo>
                    <a:pt x="1069431" y="1412707"/>
                  </a:lnTo>
                  <a:lnTo>
                    <a:pt x="1069430" y="1412701"/>
                  </a:lnTo>
                  <a:lnTo>
                    <a:pt x="1069427" y="1412694"/>
                  </a:lnTo>
                  <a:lnTo>
                    <a:pt x="1069426" y="1412686"/>
                  </a:lnTo>
                  <a:lnTo>
                    <a:pt x="1069419" y="1412670"/>
                  </a:lnTo>
                  <a:lnTo>
                    <a:pt x="1069416" y="1412665"/>
                  </a:lnTo>
                  <a:lnTo>
                    <a:pt x="1069408" y="1412657"/>
                  </a:lnTo>
                  <a:lnTo>
                    <a:pt x="1069403" y="1412652"/>
                  </a:lnTo>
                  <a:lnTo>
                    <a:pt x="1069402" y="1412645"/>
                  </a:lnTo>
                  <a:lnTo>
                    <a:pt x="1069404" y="1412637"/>
                  </a:lnTo>
                  <a:lnTo>
                    <a:pt x="1069410" y="1412628"/>
                  </a:lnTo>
                  <a:lnTo>
                    <a:pt x="1069419" y="1412613"/>
                  </a:lnTo>
                  <a:lnTo>
                    <a:pt x="1069421" y="1412606"/>
                  </a:lnTo>
                  <a:lnTo>
                    <a:pt x="1069421" y="1412598"/>
                  </a:lnTo>
                  <a:lnTo>
                    <a:pt x="1069422" y="1412588"/>
                  </a:lnTo>
                  <a:lnTo>
                    <a:pt x="1069421" y="1412568"/>
                  </a:lnTo>
                  <a:lnTo>
                    <a:pt x="1069418" y="1412553"/>
                  </a:lnTo>
                  <a:lnTo>
                    <a:pt x="1069418" y="1412538"/>
                  </a:lnTo>
                  <a:lnTo>
                    <a:pt x="1069418" y="1412523"/>
                  </a:lnTo>
                  <a:lnTo>
                    <a:pt x="1069418" y="1412508"/>
                  </a:lnTo>
                  <a:lnTo>
                    <a:pt x="1069417" y="1412491"/>
                  </a:lnTo>
                  <a:lnTo>
                    <a:pt x="1069414" y="1412487"/>
                  </a:lnTo>
                  <a:lnTo>
                    <a:pt x="1069405" y="1412487"/>
                  </a:lnTo>
                  <a:lnTo>
                    <a:pt x="1069391" y="1412486"/>
                  </a:lnTo>
                  <a:lnTo>
                    <a:pt x="1069377" y="1412485"/>
                  </a:lnTo>
                  <a:lnTo>
                    <a:pt x="1069363" y="1412482"/>
                  </a:lnTo>
                  <a:lnTo>
                    <a:pt x="1069349" y="1412478"/>
                  </a:lnTo>
                  <a:lnTo>
                    <a:pt x="1069342" y="1412474"/>
                  </a:lnTo>
                  <a:lnTo>
                    <a:pt x="1069341" y="1412467"/>
                  </a:lnTo>
                  <a:lnTo>
                    <a:pt x="1069344" y="1412452"/>
                  </a:lnTo>
                  <a:lnTo>
                    <a:pt x="1069347" y="1412437"/>
                  </a:lnTo>
                  <a:lnTo>
                    <a:pt x="1069345" y="1412431"/>
                  </a:lnTo>
                  <a:lnTo>
                    <a:pt x="1069337" y="1412427"/>
                  </a:lnTo>
                  <a:lnTo>
                    <a:pt x="1069323" y="1412422"/>
                  </a:lnTo>
                  <a:lnTo>
                    <a:pt x="1069309" y="1412413"/>
                  </a:lnTo>
                  <a:lnTo>
                    <a:pt x="1069296" y="1412398"/>
                  </a:lnTo>
                  <a:lnTo>
                    <a:pt x="1069291" y="1412384"/>
                  </a:lnTo>
                  <a:lnTo>
                    <a:pt x="1069288" y="1412369"/>
                  </a:lnTo>
                  <a:lnTo>
                    <a:pt x="1069283" y="1412354"/>
                  </a:lnTo>
                  <a:lnTo>
                    <a:pt x="1069279" y="1412339"/>
                  </a:lnTo>
                  <a:lnTo>
                    <a:pt x="1069276" y="1412324"/>
                  </a:lnTo>
                  <a:lnTo>
                    <a:pt x="1069273" y="1412315"/>
                  </a:lnTo>
                  <a:lnTo>
                    <a:pt x="1069269" y="1412312"/>
                  </a:lnTo>
                  <a:lnTo>
                    <a:pt x="1069259" y="1412315"/>
                  </a:lnTo>
                  <a:lnTo>
                    <a:pt x="1069246" y="1412315"/>
                  </a:lnTo>
                  <a:lnTo>
                    <a:pt x="1069239" y="1412314"/>
                  </a:lnTo>
                  <a:lnTo>
                    <a:pt x="1069231" y="1412311"/>
                  </a:lnTo>
                  <a:lnTo>
                    <a:pt x="1069225" y="1412307"/>
                  </a:lnTo>
                  <a:lnTo>
                    <a:pt x="1069212" y="1412294"/>
                  </a:lnTo>
                  <a:lnTo>
                    <a:pt x="1069201" y="1412284"/>
                  </a:lnTo>
                  <a:lnTo>
                    <a:pt x="1069185" y="1412277"/>
                  </a:lnTo>
                  <a:lnTo>
                    <a:pt x="1069177" y="1412274"/>
                  </a:lnTo>
                  <a:lnTo>
                    <a:pt x="1069171" y="1412274"/>
                  </a:lnTo>
                  <a:lnTo>
                    <a:pt x="1069157" y="1412277"/>
                  </a:lnTo>
                  <a:lnTo>
                    <a:pt x="1069129" y="1412280"/>
                  </a:lnTo>
                  <a:lnTo>
                    <a:pt x="1069114" y="1412279"/>
                  </a:lnTo>
                  <a:lnTo>
                    <a:pt x="1069100" y="1412277"/>
                  </a:lnTo>
                  <a:lnTo>
                    <a:pt x="1069086" y="1412277"/>
                  </a:lnTo>
                  <a:lnTo>
                    <a:pt x="1069077" y="1412279"/>
                  </a:lnTo>
                  <a:lnTo>
                    <a:pt x="1069062" y="1412284"/>
                  </a:lnTo>
                  <a:lnTo>
                    <a:pt x="1069057" y="1412286"/>
                  </a:lnTo>
                  <a:lnTo>
                    <a:pt x="1069041" y="1412294"/>
                  </a:lnTo>
                  <a:lnTo>
                    <a:pt x="1069032" y="1412300"/>
                  </a:lnTo>
                  <a:lnTo>
                    <a:pt x="1069017" y="1412309"/>
                  </a:lnTo>
                  <a:lnTo>
                    <a:pt x="1069003" y="1412321"/>
                  </a:lnTo>
                  <a:lnTo>
                    <a:pt x="1068976" y="1412341"/>
                  </a:lnTo>
                  <a:lnTo>
                    <a:pt x="1068961" y="1412352"/>
                  </a:lnTo>
                  <a:lnTo>
                    <a:pt x="1068947" y="1412365"/>
                  </a:lnTo>
                  <a:lnTo>
                    <a:pt x="1068934" y="1412377"/>
                  </a:lnTo>
                  <a:lnTo>
                    <a:pt x="1068921" y="1412387"/>
                  </a:lnTo>
                  <a:lnTo>
                    <a:pt x="1068907" y="1412396"/>
                  </a:lnTo>
                  <a:lnTo>
                    <a:pt x="1068891" y="1412399"/>
                  </a:lnTo>
                  <a:lnTo>
                    <a:pt x="1068876" y="1412401"/>
                  </a:lnTo>
                  <a:lnTo>
                    <a:pt x="1068862" y="1412407"/>
                  </a:lnTo>
                  <a:lnTo>
                    <a:pt x="1068848" y="1412416"/>
                  </a:lnTo>
                  <a:lnTo>
                    <a:pt x="1068841" y="1412421"/>
                  </a:lnTo>
                  <a:lnTo>
                    <a:pt x="1068834" y="1412422"/>
                  </a:lnTo>
                  <a:lnTo>
                    <a:pt x="1068820" y="1412420"/>
                  </a:lnTo>
                  <a:lnTo>
                    <a:pt x="1068806" y="1412415"/>
                  </a:lnTo>
                  <a:lnTo>
                    <a:pt x="1068792" y="1412410"/>
                  </a:lnTo>
                  <a:lnTo>
                    <a:pt x="1068778" y="1412403"/>
                  </a:lnTo>
                  <a:lnTo>
                    <a:pt x="1068763" y="1412393"/>
                  </a:lnTo>
                  <a:lnTo>
                    <a:pt x="1068756" y="1412385"/>
                  </a:lnTo>
                  <a:lnTo>
                    <a:pt x="1068750" y="1412381"/>
                  </a:lnTo>
                  <a:lnTo>
                    <a:pt x="1068735" y="1412375"/>
                  </a:lnTo>
                  <a:lnTo>
                    <a:pt x="1068721" y="1412374"/>
                  </a:lnTo>
                  <a:lnTo>
                    <a:pt x="1068707" y="1412374"/>
                  </a:lnTo>
                  <a:lnTo>
                    <a:pt x="1068702" y="1412371"/>
                  </a:lnTo>
                  <a:lnTo>
                    <a:pt x="1068698" y="1412361"/>
                  </a:lnTo>
                  <a:lnTo>
                    <a:pt x="1068695" y="1412346"/>
                  </a:lnTo>
                  <a:lnTo>
                    <a:pt x="1068690" y="1412331"/>
                  </a:lnTo>
                  <a:lnTo>
                    <a:pt x="1068683" y="1412316"/>
                  </a:lnTo>
                  <a:lnTo>
                    <a:pt x="1068672" y="1412286"/>
                  </a:lnTo>
                  <a:lnTo>
                    <a:pt x="1068664" y="1412271"/>
                  </a:lnTo>
                  <a:lnTo>
                    <a:pt x="1068652" y="1412255"/>
                  </a:lnTo>
                  <a:lnTo>
                    <a:pt x="1068638" y="1412242"/>
                  </a:lnTo>
                  <a:lnTo>
                    <a:pt x="1068631" y="1412232"/>
                  </a:lnTo>
                  <a:lnTo>
                    <a:pt x="1068625" y="1412211"/>
                  </a:lnTo>
                  <a:lnTo>
                    <a:pt x="1068621" y="1412201"/>
                  </a:lnTo>
                  <a:lnTo>
                    <a:pt x="1068618" y="1412196"/>
                  </a:lnTo>
                  <a:lnTo>
                    <a:pt x="1068614" y="1412188"/>
                  </a:lnTo>
                  <a:lnTo>
                    <a:pt x="1068608" y="1412181"/>
                  </a:lnTo>
                  <a:lnTo>
                    <a:pt x="1068594" y="1412169"/>
                  </a:lnTo>
                  <a:lnTo>
                    <a:pt x="1068583" y="1412154"/>
                  </a:lnTo>
                  <a:lnTo>
                    <a:pt x="1068572" y="1412142"/>
                  </a:lnTo>
                  <a:lnTo>
                    <a:pt x="1068564" y="1412137"/>
                  </a:lnTo>
                  <a:lnTo>
                    <a:pt x="1068556" y="1412135"/>
                  </a:lnTo>
                  <a:lnTo>
                    <a:pt x="1068542" y="1412131"/>
                  </a:lnTo>
                  <a:lnTo>
                    <a:pt x="1068528" y="1412129"/>
                  </a:lnTo>
                  <a:lnTo>
                    <a:pt x="1068516" y="1412126"/>
                  </a:lnTo>
                  <a:lnTo>
                    <a:pt x="1068505" y="1412122"/>
                  </a:lnTo>
                  <a:lnTo>
                    <a:pt x="1068497" y="1412116"/>
                  </a:lnTo>
                  <a:lnTo>
                    <a:pt x="1068478" y="1412084"/>
                  </a:lnTo>
                  <a:lnTo>
                    <a:pt x="1068471" y="1412069"/>
                  </a:lnTo>
                  <a:lnTo>
                    <a:pt x="1068466" y="1412062"/>
                  </a:lnTo>
                  <a:lnTo>
                    <a:pt x="1068453" y="1412055"/>
                  </a:lnTo>
                  <a:lnTo>
                    <a:pt x="1068439" y="1412049"/>
                  </a:lnTo>
                  <a:lnTo>
                    <a:pt x="1068425" y="1412043"/>
                  </a:lnTo>
                  <a:lnTo>
                    <a:pt x="1068411" y="1412039"/>
                  </a:lnTo>
                  <a:lnTo>
                    <a:pt x="1068383" y="1412028"/>
                  </a:lnTo>
                  <a:lnTo>
                    <a:pt x="1068369" y="1412022"/>
                  </a:lnTo>
                  <a:lnTo>
                    <a:pt x="1068355" y="1412014"/>
                  </a:lnTo>
                  <a:lnTo>
                    <a:pt x="1068341" y="1412004"/>
                  </a:lnTo>
                  <a:lnTo>
                    <a:pt x="1068330" y="1411996"/>
                  </a:lnTo>
                  <a:lnTo>
                    <a:pt x="1068287" y="1411975"/>
                  </a:lnTo>
                  <a:lnTo>
                    <a:pt x="1068267" y="1411958"/>
                  </a:lnTo>
                  <a:lnTo>
                    <a:pt x="1068248" y="1411934"/>
                  </a:lnTo>
                  <a:lnTo>
                    <a:pt x="1068232" y="1411904"/>
                  </a:lnTo>
                  <a:lnTo>
                    <a:pt x="1068224" y="1411889"/>
                  </a:lnTo>
                  <a:lnTo>
                    <a:pt x="1068212" y="1411875"/>
                  </a:lnTo>
                  <a:lnTo>
                    <a:pt x="1068198" y="1411863"/>
                  </a:lnTo>
                  <a:lnTo>
                    <a:pt x="1068184" y="1411855"/>
                  </a:lnTo>
                  <a:lnTo>
                    <a:pt x="1068178" y="1411852"/>
                  </a:lnTo>
                  <a:lnTo>
                    <a:pt x="1068176" y="1411848"/>
                  </a:lnTo>
                  <a:lnTo>
                    <a:pt x="1068182" y="1411844"/>
                  </a:lnTo>
                  <a:lnTo>
                    <a:pt x="1068196" y="1411842"/>
                  </a:lnTo>
                  <a:lnTo>
                    <a:pt x="1068207" y="1411838"/>
                  </a:lnTo>
                  <a:lnTo>
                    <a:pt x="1068211" y="1411835"/>
                  </a:lnTo>
                  <a:lnTo>
                    <a:pt x="1068225" y="1411826"/>
                  </a:lnTo>
                  <a:lnTo>
                    <a:pt x="1068231" y="1411818"/>
                  </a:lnTo>
                  <a:lnTo>
                    <a:pt x="1068234" y="1411811"/>
                  </a:lnTo>
                  <a:lnTo>
                    <a:pt x="1068240" y="1411796"/>
                  </a:lnTo>
                  <a:lnTo>
                    <a:pt x="1068246" y="1411770"/>
                  </a:lnTo>
                  <a:lnTo>
                    <a:pt x="1068251" y="1411748"/>
                  </a:lnTo>
                  <a:lnTo>
                    <a:pt x="1068253" y="1411736"/>
                  </a:lnTo>
                  <a:lnTo>
                    <a:pt x="1068250" y="1411731"/>
                  </a:lnTo>
                  <a:lnTo>
                    <a:pt x="1068241" y="1411729"/>
                  </a:lnTo>
                  <a:lnTo>
                    <a:pt x="1068230" y="1411723"/>
                  </a:lnTo>
                  <a:lnTo>
                    <a:pt x="1068213" y="1411711"/>
                  </a:lnTo>
                  <a:lnTo>
                    <a:pt x="1068199" y="1411701"/>
                  </a:lnTo>
                  <a:lnTo>
                    <a:pt x="1068190" y="1411695"/>
                  </a:lnTo>
                  <a:lnTo>
                    <a:pt x="1068185" y="1411689"/>
                  </a:lnTo>
                  <a:lnTo>
                    <a:pt x="1068180" y="1411682"/>
                  </a:lnTo>
                  <a:lnTo>
                    <a:pt x="1068176" y="1411674"/>
                  </a:lnTo>
                  <a:lnTo>
                    <a:pt x="1068165" y="1411662"/>
                  </a:lnTo>
                  <a:lnTo>
                    <a:pt x="1068151" y="1411653"/>
                  </a:lnTo>
                  <a:lnTo>
                    <a:pt x="1068143" y="1411644"/>
                  </a:lnTo>
                  <a:lnTo>
                    <a:pt x="1068139" y="1411638"/>
                  </a:lnTo>
                  <a:lnTo>
                    <a:pt x="1068131" y="1411623"/>
                  </a:lnTo>
                  <a:lnTo>
                    <a:pt x="1068132" y="1411608"/>
                  </a:lnTo>
                  <a:lnTo>
                    <a:pt x="1068134" y="1411601"/>
                  </a:lnTo>
                  <a:lnTo>
                    <a:pt x="1068134" y="1411593"/>
                  </a:lnTo>
                  <a:lnTo>
                    <a:pt x="1068134" y="1411584"/>
                  </a:lnTo>
                  <a:lnTo>
                    <a:pt x="1068130" y="1411578"/>
                  </a:lnTo>
                  <a:lnTo>
                    <a:pt x="1068120" y="1411563"/>
                  </a:lnTo>
                  <a:lnTo>
                    <a:pt x="1068106" y="1411552"/>
                  </a:lnTo>
                  <a:lnTo>
                    <a:pt x="1068098" y="1411547"/>
                  </a:lnTo>
                  <a:lnTo>
                    <a:pt x="1068092" y="1411539"/>
                  </a:lnTo>
                  <a:lnTo>
                    <a:pt x="1068088" y="1411531"/>
                  </a:lnTo>
                  <a:lnTo>
                    <a:pt x="1068088" y="1411524"/>
                  </a:lnTo>
                  <a:lnTo>
                    <a:pt x="1068088" y="1411516"/>
                  </a:lnTo>
                  <a:lnTo>
                    <a:pt x="1068092" y="1411509"/>
                  </a:lnTo>
                  <a:lnTo>
                    <a:pt x="1068097" y="1411494"/>
                  </a:lnTo>
                  <a:lnTo>
                    <a:pt x="1068102" y="1411485"/>
                  </a:lnTo>
                  <a:lnTo>
                    <a:pt x="1068103" y="1411479"/>
                  </a:lnTo>
                  <a:lnTo>
                    <a:pt x="1068106" y="1411464"/>
                  </a:lnTo>
                  <a:lnTo>
                    <a:pt x="1068105" y="1411449"/>
                  </a:lnTo>
                  <a:lnTo>
                    <a:pt x="1068104" y="1411434"/>
                  </a:lnTo>
                  <a:lnTo>
                    <a:pt x="1068102" y="1411421"/>
                  </a:lnTo>
                  <a:lnTo>
                    <a:pt x="1068098" y="1411408"/>
                  </a:lnTo>
                  <a:lnTo>
                    <a:pt x="1068094" y="1411402"/>
                  </a:lnTo>
                  <a:lnTo>
                    <a:pt x="1068089" y="1411393"/>
                  </a:lnTo>
                  <a:lnTo>
                    <a:pt x="1068086" y="1411380"/>
                  </a:lnTo>
                  <a:lnTo>
                    <a:pt x="1068090" y="1411369"/>
                  </a:lnTo>
                  <a:lnTo>
                    <a:pt x="1068093" y="1411363"/>
                  </a:lnTo>
                  <a:lnTo>
                    <a:pt x="1068103" y="1411348"/>
                  </a:lnTo>
                  <a:lnTo>
                    <a:pt x="1068101" y="1411340"/>
                  </a:lnTo>
                  <a:lnTo>
                    <a:pt x="1068096" y="1411334"/>
                  </a:lnTo>
                  <a:lnTo>
                    <a:pt x="1068082" y="1411321"/>
                  </a:lnTo>
                  <a:lnTo>
                    <a:pt x="1068068" y="1411312"/>
                  </a:lnTo>
                  <a:lnTo>
                    <a:pt x="1068056" y="1411297"/>
                  </a:lnTo>
                  <a:lnTo>
                    <a:pt x="1068053" y="1411288"/>
                  </a:lnTo>
                  <a:lnTo>
                    <a:pt x="1068053" y="1411282"/>
                  </a:lnTo>
                  <a:lnTo>
                    <a:pt x="1068054" y="1411271"/>
                  </a:lnTo>
                  <a:lnTo>
                    <a:pt x="1068056" y="1411267"/>
                  </a:lnTo>
                  <a:lnTo>
                    <a:pt x="1068058" y="1411263"/>
                  </a:lnTo>
                  <a:lnTo>
                    <a:pt x="1068064" y="1411261"/>
                  </a:lnTo>
                  <a:lnTo>
                    <a:pt x="1068068" y="1411261"/>
                  </a:lnTo>
                  <a:lnTo>
                    <a:pt x="1068083" y="1411256"/>
                  </a:lnTo>
                  <a:lnTo>
                    <a:pt x="1068090" y="1411250"/>
                  </a:lnTo>
                  <a:lnTo>
                    <a:pt x="1068095" y="1411243"/>
                  </a:lnTo>
                  <a:lnTo>
                    <a:pt x="1068104" y="1411228"/>
                  </a:lnTo>
                  <a:lnTo>
                    <a:pt x="1068111" y="1411213"/>
                  </a:lnTo>
                  <a:lnTo>
                    <a:pt x="1068118" y="1411198"/>
                  </a:lnTo>
                  <a:lnTo>
                    <a:pt x="1068122" y="1411184"/>
                  </a:lnTo>
                  <a:lnTo>
                    <a:pt x="1068129" y="1411168"/>
                  </a:lnTo>
                  <a:lnTo>
                    <a:pt x="1068140" y="1411153"/>
                  </a:lnTo>
                  <a:lnTo>
                    <a:pt x="1068147" y="1411144"/>
                  </a:lnTo>
                  <a:lnTo>
                    <a:pt x="1068157" y="1411124"/>
                  </a:lnTo>
                  <a:lnTo>
                    <a:pt x="1068157" y="1411108"/>
                  </a:lnTo>
                  <a:lnTo>
                    <a:pt x="1068156" y="1411099"/>
                  </a:lnTo>
                  <a:lnTo>
                    <a:pt x="1068157" y="1411093"/>
                  </a:lnTo>
                  <a:lnTo>
                    <a:pt x="1068163" y="1411088"/>
                  </a:lnTo>
                  <a:lnTo>
                    <a:pt x="1068171" y="1411084"/>
                  </a:lnTo>
                  <a:lnTo>
                    <a:pt x="1068185" y="1411073"/>
                  </a:lnTo>
                  <a:lnTo>
                    <a:pt x="1068196" y="1411061"/>
                  </a:lnTo>
                  <a:lnTo>
                    <a:pt x="1068209" y="1411043"/>
                  </a:lnTo>
                  <a:lnTo>
                    <a:pt x="1068223" y="1411031"/>
                  </a:lnTo>
                  <a:lnTo>
                    <a:pt x="1068230" y="1411025"/>
                  </a:lnTo>
                  <a:lnTo>
                    <a:pt x="1068228" y="1411020"/>
                  </a:lnTo>
                  <a:lnTo>
                    <a:pt x="1068219" y="1411020"/>
                  </a:lnTo>
                  <a:lnTo>
                    <a:pt x="1068205" y="1411019"/>
                  </a:lnTo>
                  <a:lnTo>
                    <a:pt x="1068196" y="1411016"/>
                  </a:lnTo>
                  <a:lnTo>
                    <a:pt x="1068191" y="1411012"/>
                  </a:lnTo>
                  <a:lnTo>
                    <a:pt x="1068179" y="1410998"/>
                  </a:lnTo>
                  <a:lnTo>
                    <a:pt x="1068165" y="1410984"/>
                  </a:lnTo>
                  <a:lnTo>
                    <a:pt x="1068151" y="1410971"/>
                  </a:lnTo>
                  <a:lnTo>
                    <a:pt x="1068142" y="1410962"/>
                  </a:lnTo>
                  <a:lnTo>
                    <a:pt x="1068137" y="1410960"/>
                  </a:lnTo>
                  <a:lnTo>
                    <a:pt x="1068130" y="1410955"/>
                  </a:lnTo>
                  <a:lnTo>
                    <a:pt x="1068110" y="1410939"/>
                  </a:lnTo>
                  <a:lnTo>
                    <a:pt x="1068099" y="1410921"/>
                  </a:lnTo>
                  <a:lnTo>
                    <a:pt x="1068094" y="1410909"/>
                  </a:lnTo>
                  <a:lnTo>
                    <a:pt x="1068092" y="1410899"/>
                  </a:lnTo>
                  <a:lnTo>
                    <a:pt x="1068090" y="1410884"/>
                  </a:lnTo>
                  <a:lnTo>
                    <a:pt x="1068089" y="1410877"/>
                  </a:lnTo>
                  <a:lnTo>
                    <a:pt x="1068085" y="1410869"/>
                  </a:lnTo>
                  <a:lnTo>
                    <a:pt x="1068072" y="1410856"/>
                  </a:lnTo>
                  <a:lnTo>
                    <a:pt x="1068061" y="1410848"/>
                  </a:lnTo>
                  <a:lnTo>
                    <a:pt x="1068059" y="1410844"/>
                  </a:lnTo>
                  <a:lnTo>
                    <a:pt x="1068050" y="1410832"/>
                  </a:lnTo>
                  <a:lnTo>
                    <a:pt x="1068045" y="1410820"/>
                  </a:lnTo>
                  <a:lnTo>
                    <a:pt x="1068040" y="1410813"/>
                  </a:lnTo>
                  <a:lnTo>
                    <a:pt x="1068036" y="1410807"/>
                  </a:lnTo>
                  <a:lnTo>
                    <a:pt x="1068028" y="1410801"/>
                  </a:lnTo>
                  <a:lnTo>
                    <a:pt x="1068014" y="1410795"/>
                  </a:lnTo>
                  <a:lnTo>
                    <a:pt x="1068000" y="1410789"/>
                  </a:lnTo>
                  <a:lnTo>
                    <a:pt x="1067986" y="1410780"/>
                  </a:lnTo>
                  <a:lnTo>
                    <a:pt x="1067974" y="1410768"/>
                  </a:lnTo>
                  <a:lnTo>
                    <a:pt x="1067971" y="1410763"/>
                  </a:lnTo>
                  <a:lnTo>
                    <a:pt x="1067965" y="1410751"/>
                  </a:lnTo>
                  <a:lnTo>
                    <a:pt x="1067960" y="1410738"/>
                  </a:lnTo>
                  <a:lnTo>
                    <a:pt x="1067955" y="1410734"/>
                  </a:lnTo>
                  <a:lnTo>
                    <a:pt x="1067934" y="1410724"/>
                  </a:lnTo>
                  <a:lnTo>
                    <a:pt x="1067930" y="1410720"/>
                  </a:lnTo>
                  <a:lnTo>
                    <a:pt x="1067919" y="1410706"/>
                  </a:lnTo>
                  <a:lnTo>
                    <a:pt x="1067910" y="1410693"/>
                  </a:lnTo>
                  <a:lnTo>
                    <a:pt x="1067898" y="1410676"/>
                  </a:lnTo>
                  <a:lnTo>
                    <a:pt x="1067885" y="1410662"/>
                  </a:lnTo>
                  <a:lnTo>
                    <a:pt x="1067871" y="1410649"/>
                  </a:lnTo>
                  <a:lnTo>
                    <a:pt x="1067860" y="1410634"/>
                  </a:lnTo>
                  <a:lnTo>
                    <a:pt x="1067853" y="1410619"/>
                  </a:lnTo>
                  <a:lnTo>
                    <a:pt x="1067852" y="1410604"/>
                  </a:lnTo>
                  <a:lnTo>
                    <a:pt x="1067851" y="1410587"/>
                  </a:lnTo>
                  <a:lnTo>
                    <a:pt x="1067847" y="1410581"/>
                  </a:lnTo>
                  <a:lnTo>
                    <a:pt x="1067840" y="1410578"/>
                  </a:lnTo>
                  <a:lnTo>
                    <a:pt x="1067826" y="1410571"/>
                  </a:lnTo>
                  <a:lnTo>
                    <a:pt x="1067812" y="1410567"/>
                  </a:lnTo>
                  <a:lnTo>
                    <a:pt x="1067802" y="1410563"/>
                  </a:lnTo>
                  <a:lnTo>
                    <a:pt x="1067798" y="1410560"/>
                  </a:lnTo>
                  <a:lnTo>
                    <a:pt x="1067775" y="1410537"/>
                  </a:lnTo>
                  <a:lnTo>
                    <a:pt x="1067767" y="1410531"/>
                  </a:lnTo>
                  <a:lnTo>
                    <a:pt x="1067761" y="1410529"/>
                  </a:lnTo>
                  <a:lnTo>
                    <a:pt x="1067747" y="1410522"/>
                  </a:lnTo>
                  <a:lnTo>
                    <a:pt x="1067733" y="1410519"/>
                  </a:lnTo>
                  <a:lnTo>
                    <a:pt x="1067719" y="1410516"/>
                  </a:lnTo>
                  <a:lnTo>
                    <a:pt x="1067705" y="1410513"/>
                  </a:lnTo>
                  <a:lnTo>
                    <a:pt x="1067691" y="1410511"/>
                  </a:lnTo>
                  <a:lnTo>
                    <a:pt x="1067677" y="1410511"/>
                  </a:lnTo>
                  <a:lnTo>
                    <a:pt x="1067662" y="1410510"/>
                  </a:lnTo>
                  <a:lnTo>
                    <a:pt x="1067648" y="1410510"/>
                  </a:lnTo>
                  <a:lnTo>
                    <a:pt x="1067640" y="1410509"/>
                  </a:lnTo>
                  <a:lnTo>
                    <a:pt x="1067636" y="1410505"/>
                  </a:lnTo>
                  <a:lnTo>
                    <a:pt x="1067631" y="1410491"/>
                  </a:lnTo>
                  <a:lnTo>
                    <a:pt x="1067620" y="1410480"/>
                  </a:lnTo>
                  <a:lnTo>
                    <a:pt x="1067615" y="1410477"/>
                  </a:lnTo>
                  <a:lnTo>
                    <a:pt x="1067601" y="1410470"/>
                  </a:lnTo>
                  <a:lnTo>
                    <a:pt x="1067587" y="1410464"/>
                  </a:lnTo>
                  <a:lnTo>
                    <a:pt x="1067577" y="1410460"/>
                  </a:lnTo>
                  <a:lnTo>
                    <a:pt x="1067573" y="1410456"/>
                  </a:lnTo>
                  <a:lnTo>
                    <a:pt x="1067566" y="1410449"/>
                  </a:lnTo>
                  <a:lnTo>
                    <a:pt x="1067560" y="1410434"/>
                  </a:lnTo>
                  <a:lnTo>
                    <a:pt x="1067560" y="1410427"/>
                  </a:lnTo>
                  <a:lnTo>
                    <a:pt x="1067557" y="1410412"/>
                  </a:lnTo>
                  <a:lnTo>
                    <a:pt x="1067553" y="1410397"/>
                  </a:lnTo>
                  <a:lnTo>
                    <a:pt x="1067549" y="1410381"/>
                  </a:lnTo>
                  <a:lnTo>
                    <a:pt x="1067545" y="1410366"/>
                  </a:lnTo>
                  <a:lnTo>
                    <a:pt x="1067542" y="1410359"/>
                  </a:lnTo>
                  <a:lnTo>
                    <a:pt x="1067535" y="1410352"/>
                  </a:lnTo>
                  <a:lnTo>
                    <a:pt x="1067528" y="1410347"/>
                  </a:lnTo>
                  <a:lnTo>
                    <a:pt x="1067517" y="1410342"/>
                  </a:lnTo>
                  <a:lnTo>
                    <a:pt x="1067507" y="1410340"/>
                  </a:lnTo>
                  <a:lnTo>
                    <a:pt x="1067493" y="1410334"/>
                  </a:lnTo>
                  <a:lnTo>
                    <a:pt x="1067479" y="1410330"/>
                  </a:lnTo>
                  <a:lnTo>
                    <a:pt x="1067465" y="1410326"/>
                  </a:lnTo>
                  <a:lnTo>
                    <a:pt x="1067458" y="1410324"/>
                  </a:lnTo>
                  <a:lnTo>
                    <a:pt x="1067456" y="1410320"/>
                  </a:lnTo>
                  <a:lnTo>
                    <a:pt x="1067457" y="1410316"/>
                  </a:lnTo>
                  <a:lnTo>
                    <a:pt x="1067467" y="1410303"/>
                  </a:lnTo>
                  <a:lnTo>
                    <a:pt x="1067471" y="1410295"/>
                  </a:lnTo>
                  <a:lnTo>
                    <a:pt x="1067472" y="1410288"/>
                  </a:lnTo>
                  <a:lnTo>
                    <a:pt x="1067472" y="1410278"/>
                  </a:lnTo>
                  <a:lnTo>
                    <a:pt x="1067467" y="1410271"/>
                  </a:lnTo>
                  <a:lnTo>
                    <a:pt x="1067451" y="1410242"/>
                  </a:lnTo>
                  <a:lnTo>
                    <a:pt x="1067447" y="1410231"/>
                  </a:lnTo>
                  <a:lnTo>
                    <a:pt x="1067445" y="1410212"/>
                  </a:lnTo>
                  <a:lnTo>
                    <a:pt x="1067445" y="1410197"/>
                  </a:lnTo>
                  <a:lnTo>
                    <a:pt x="1067452" y="1410182"/>
                  </a:lnTo>
                  <a:lnTo>
                    <a:pt x="1067458" y="1410167"/>
                  </a:lnTo>
                  <a:lnTo>
                    <a:pt x="1067460" y="1410152"/>
                  </a:lnTo>
                  <a:lnTo>
                    <a:pt x="1067459" y="1410137"/>
                  </a:lnTo>
                  <a:lnTo>
                    <a:pt x="1067457" y="1410122"/>
                  </a:lnTo>
                  <a:lnTo>
                    <a:pt x="1067456" y="1410107"/>
                  </a:lnTo>
                  <a:lnTo>
                    <a:pt x="1067456" y="1410092"/>
                  </a:lnTo>
                  <a:lnTo>
                    <a:pt x="1067459" y="1410077"/>
                  </a:lnTo>
                  <a:lnTo>
                    <a:pt x="1067463" y="1410062"/>
                  </a:lnTo>
                  <a:lnTo>
                    <a:pt x="1067464" y="1410046"/>
                  </a:lnTo>
                  <a:lnTo>
                    <a:pt x="1067459" y="1410042"/>
                  </a:lnTo>
                  <a:lnTo>
                    <a:pt x="1067451" y="1410040"/>
                  </a:lnTo>
                  <a:lnTo>
                    <a:pt x="1067437" y="1410038"/>
                  </a:lnTo>
                  <a:lnTo>
                    <a:pt x="1067423" y="1410036"/>
                  </a:lnTo>
                  <a:lnTo>
                    <a:pt x="1067409" y="1410036"/>
                  </a:lnTo>
                  <a:lnTo>
                    <a:pt x="1067389" y="1410037"/>
                  </a:lnTo>
                  <a:lnTo>
                    <a:pt x="1067384" y="1410032"/>
                  </a:lnTo>
                  <a:lnTo>
                    <a:pt x="1067390" y="1410000"/>
                  </a:lnTo>
                  <a:lnTo>
                    <a:pt x="1067396" y="1409985"/>
                  </a:lnTo>
                  <a:lnTo>
                    <a:pt x="1067399" y="1409976"/>
                  </a:lnTo>
                  <a:lnTo>
                    <a:pt x="1067402" y="1409970"/>
                  </a:lnTo>
                  <a:lnTo>
                    <a:pt x="1067408" y="1409963"/>
                  </a:lnTo>
                  <a:lnTo>
                    <a:pt x="1067411" y="1409956"/>
                  </a:lnTo>
                  <a:lnTo>
                    <a:pt x="1067418" y="1409941"/>
                  </a:lnTo>
                  <a:lnTo>
                    <a:pt x="1067420" y="1409926"/>
                  </a:lnTo>
                  <a:lnTo>
                    <a:pt x="1067421" y="1409911"/>
                  </a:lnTo>
                  <a:lnTo>
                    <a:pt x="1067421" y="1409895"/>
                  </a:lnTo>
                  <a:lnTo>
                    <a:pt x="1067420" y="1409880"/>
                  </a:lnTo>
                  <a:lnTo>
                    <a:pt x="1067420" y="1409865"/>
                  </a:lnTo>
                  <a:lnTo>
                    <a:pt x="1067420" y="1409850"/>
                  </a:lnTo>
                  <a:lnTo>
                    <a:pt x="1067421" y="1409835"/>
                  </a:lnTo>
                  <a:lnTo>
                    <a:pt x="1067417" y="1409820"/>
                  </a:lnTo>
                  <a:lnTo>
                    <a:pt x="1067416" y="1409811"/>
                  </a:lnTo>
                  <a:lnTo>
                    <a:pt x="1067418" y="1409805"/>
                  </a:lnTo>
                  <a:lnTo>
                    <a:pt x="1067421" y="1409790"/>
                  </a:lnTo>
                  <a:lnTo>
                    <a:pt x="1067423" y="1409775"/>
                  </a:lnTo>
                  <a:lnTo>
                    <a:pt x="1067424" y="1409758"/>
                  </a:lnTo>
                  <a:lnTo>
                    <a:pt x="1067429" y="1409745"/>
                  </a:lnTo>
                  <a:lnTo>
                    <a:pt x="1067430" y="1409737"/>
                  </a:lnTo>
                  <a:lnTo>
                    <a:pt x="1067429" y="1409730"/>
                  </a:lnTo>
                  <a:lnTo>
                    <a:pt x="1067425" y="1409715"/>
                  </a:lnTo>
                  <a:lnTo>
                    <a:pt x="1067420" y="1409703"/>
                  </a:lnTo>
                  <a:lnTo>
                    <a:pt x="1067419" y="1409686"/>
                  </a:lnTo>
                  <a:lnTo>
                    <a:pt x="1067420" y="1409681"/>
                  </a:lnTo>
                  <a:lnTo>
                    <a:pt x="1067423" y="1409675"/>
                  </a:lnTo>
                  <a:lnTo>
                    <a:pt x="1067426" y="1409669"/>
                  </a:lnTo>
                  <a:lnTo>
                    <a:pt x="1067435" y="1409655"/>
                  </a:lnTo>
                  <a:lnTo>
                    <a:pt x="1067439" y="1409651"/>
                  </a:lnTo>
                  <a:lnTo>
                    <a:pt x="1067444" y="1409640"/>
                  </a:lnTo>
                  <a:lnTo>
                    <a:pt x="1067450" y="1409631"/>
                  </a:lnTo>
                  <a:lnTo>
                    <a:pt x="1067455" y="1409622"/>
                  </a:lnTo>
                  <a:lnTo>
                    <a:pt x="1067453" y="1409618"/>
                  </a:lnTo>
                  <a:lnTo>
                    <a:pt x="1067449" y="1409620"/>
                  </a:lnTo>
                  <a:lnTo>
                    <a:pt x="1067443" y="1409625"/>
                  </a:lnTo>
                  <a:lnTo>
                    <a:pt x="1067428" y="1409636"/>
                  </a:lnTo>
                  <a:lnTo>
                    <a:pt x="1067414" y="1409643"/>
                  </a:lnTo>
                  <a:lnTo>
                    <a:pt x="1067400" y="1409650"/>
                  </a:lnTo>
                  <a:lnTo>
                    <a:pt x="1067386" y="1409657"/>
                  </a:lnTo>
                  <a:lnTo>
                    <a:pt x="1067371" y="1409662"/>
                  </a:lnTo>
                  <a:lnTo>
                    <a:pt x="1067357" y="1409668"/>
                  </a:lnTo>
                  <a:lnTo>
                    <a:pt x="1067343" y="1409674"/>
                  </a:lnTo>
                  <a:lnTo>
                    <a:pt x="1067328" y="1409680"/>
                  </a:lnTo>
                  <a:lnTo>
                    <a:pt x="1067314" y="1409689"/>
                  </a:lnTo>
                  <a:lnTo>
                    <a:pt x="1067300" y="1409697"/>
                  </a:lnTo>
                  <a:lnTo>
                    <a:pt x="1067286" y="1409697"/>
                  </a:lnTo>
                  <a:lnTo>
                    <a:pt x="1067272" y="1409694"/>
                  </a:lnTo>
                  <a:lnTo>
                    <a:pt x="1067258" y="1409691"/>
                  </a:lnTo>
                  <a:lnTo>
                    <a:pt x="1067244" y="1409690"/>
                  </a:lnTo>
                  <a:lnTo>
                    <a:pt x="1067239" y="1409687"/>
                  </a:lnTo>
                  <a:lnTo>
                    <a:pt x="1067239" y="1409664"/>
                  </a:lnTo>
                  <a:lnTo>
                    <a:pt x="1067240" y="1409649"/>
                  </a:lnTo>
                  <a:lnTo>
                    <a:pt x="1067239" y="1409634"/>
                  </a:lnTo>
                  <a:lnTo>
                    <a:pt x="1067239" y="1409618"/>
                  </a:lnTo>
                  <a:lnTo>
                    <a:pt x="1067236" y="1409603"/>
                  </a:lnTo>
                  <a:lnTo>
                    <a:pt x="1067231" y="1409588"/>
                  </a:lnTo>
                  <a:lnTo>
                    <a:pt x="1067225" y="1409573"/>
                  </a:lnTo>
                  <a:lnTo>
                    <a:pt x="1067211" y="1409561"/>
                  </a:lnTo>
                  <a:lnTo>
                    <a:pt x="1067204" y="1409555"/>
                  </a:lnTo>
                  <a:lnTo>
                    <a:pt x="1067197" y="1409549"/>
                  </a:lnTo>
                  <a:lnTo>
                    <a:pt x="1067186" y="1409533"/>
                  </a:lnTo>
                  <a:lnTo>
                    <a:pt x="1067177" y="1409518"/>
                  </a:lnTo>
                  <a:lnTo>
                    <a:pt x="1067170" y="1409507"/>
                  </a:lnTo>
                  <a:lnTo>
                    <a:pt x="1067166" y="1409499"/>
                  </a:lnTo>
                  <a:lnTo>
                    <a:pt x="1067160" y="1409488"/>
                  </a:lnTo>
                  <a:lnTo>
                    <a:pt x="1067149" y="1409472"/>
                  </a:lnTo>
                  <a:lnTo>
                    <a:pt x="1067143" y="1409457"/>
                  </a:lnTo>
                  <a:lnTo>
                    <a:pt x="1067138" y="1409442"/>
                  </a:lnTo>
                  <a:lnTo>
                    <a:pt x="1067133" y="1409427"/>
                  </a:lnTo>
                  <a:lnTo>
                    <a:pt x="1067131" y="1409412"/>
                  </a:lnTo>
                  <a:lnTo>
                    <a:pt x="1067126" y="1409397"/>
                  </a:lnTo>
                  <a:lnTo>
                    <a:pt x="1067124" y="1409382"/>
                  </a:lnTo>
                  <a:lnTo>
                    <a:pt x="1067119" y="1409368"/>
                  </a:lnTo>
                  <a:lnTo>
                    <a:pt x="1067113" y="1409362"/>
                  </a:lnTo>
                  <a:lnTo>
                    <a:pt x="1067108" y="1409358"/>
                  </a:lnTo>
                  <a:lnTo>
                    <a:pt x="1067092" y="1409352"/>
                  </a:lnTo>
                  <a:lnTo>
                    <a:pt x="1067078" y="1409350"/>
                  </a:lnTo>
                  <a:lnTo>
                    <a:pt x="1067064" y="1409347"/>
                  </a:lnTo>
                  <a:lnTo>
                    <a:pt x="1067050" y="1409341"/>
                  </a:lnTo>
                  <a:lnTo>
                    <a:pt x="1067039" y="1409333"/>
                  </a:lnTo>
                  <a:lnTo>
                    <a:pt x="1067038" y="1409329"/>
                  </a:lnTo>
                  <a:lnTo>
                    <a:pt x="1067035" y="1409322"/>
                  </a:lnTo>
                  <a:lnTo>
                    <a:pt x="1067029" y="1409299"/>
                  </a:lnTo>
                  <a:lnTo>
                    <a:pt x="1067029" y="1409284"/>
                  </a:lnTo>
                  <a:lnTo>
                    <a:pt x="1067028" y="1409269"/>
                  </a:lnTo>
                  <a:lnTo>
                    <a:pt x="1067029" y="1409254"/>
                  </a:lnTo>
                  <a:lnTo>
                    <a:pt x="1067027" y="1409239"/>
                  </a:lnTo>
                  <a:lnTo>
                    <a:pt x="1067025" y="1409223"/>
                  </a:lnTo>
                  <a:lnTo>
                    <a:pt x="1067021" y="1409208"/>
                  </a:lnTo>
                  <a:lnTo>
                    <a:pt x="1067019" y="1409193"/>
                  </a:lnTo>
                  <a:lnTo>
                    <a:pt x="1067017" y="1409186"/>
                  </a:lnTo>
                  <a:lnTo>
                    <a:pt x="1067013" y="1409163"/>
                  </a:lnTo>
                  <a:lnTo>
                    <a:pt x="1067010" y="1409148"/>
                  </a:lnTo>
                  <a:lnTo>
                    <a:pt x="1067003" y="1409133"/>
                  </a:lnTo>
                  <a:lnTo>
                    <a:pt x="1066992" y="1409102"/>
                  </a:lnTo>
                  <a:lnTo>
                    <a:pt x="1066984" y="1409086"/>
                  </a:lnTo>
                  <a:lnTo>
                    <a:pt x="1066975" y="1409072"/>
                  </a:lnTo>
                  <a:lnTo>
                    <a:pt x="1066967" y="1409062"/>
                  </a:lnTo>
                  <a:lnTo>
                    <a:pt x="1066963" y="1409059"/>
                  </a:lnTo>
                  <a:lnTo>
                    <a:pt x="1066949" y="1409049"/>
                  </a:lnTo>
                  <a:lnTo>
                    <a:pt x="1066935" y="1409039"/>
                  </a:lnTo>
                  <a:lnTo>
                    <a:pt x="1066927" y="1409034"/>
                  </a:lnTo>
                  <a:lnTo>
                    <a:pt x="1066921" y="1409027"/>
                  </a:lnTo>
                  <a:lnTo>
                    <a:pt x="1066908" y="1409012"/>
                  </a:lnTo>
                  <a:lnTo>
                    <a:pt x="1066898" y="1409000"/>
                  </a:lnTo>
                  <a:lnTo>
                    <a:pt x="1066888" y="1408985"/>
                  </a:lnTo>
                  <a:lnTo>
                    <a:pt x="1066876" y="1408970"/>
                  </a:lnTo>
                  <a:lnTo>
                    <a:pt x="1066869" y="1408962"/>
                  </a:lnTo>
                  <a:lnTo>
                    <a:pt x="1066863" y="1408957"/>
                  </a:lnTo>
                  <a:lnTo>
                    <a:pt x="1066849" y="1408946"/>
                  </a:lnTo>
                  <a:lnTo>
                    <a:pt x="1066835" y="1408938"/>
                  </a:lnTo>
                  <a:lnTo>
                    <a:pt x="1066821" y="1408931"/>
                  </a:lnTo>
                  <a:lnTo>
                    <a:pt x="1066807" y="1408926"/>
                  </a:lnTo>
                  <a:lnTo>
                    <a:pt x="1066793" y="1408920"/>
                  </a:lnTo>
                  <a:lnTo>
                    <a:pt x="1066782" y="1408911"/>
                  </a:lnTo>
                  <a:lnTo>
                    <a:pt x="1066781" y="1408907"/>
                  </a:lnTo>
                  <a:lnTo>
                    <a:pt x="1066778" y="1408900"/>
                  </a:lnTo>
                  <a:lnTo>
                    <a:pt x="1066774" y="1408892"/>
                  </a:lnTo>
                  <a:lnTo>
                    <a:pt x="1066770" y="1408881"/>
                  </a:lnTo>
                  <a:lnTo>
                    <a:pt x="1066767" y="1408876"/>
                  </a:lnTo>
                  <a:lnTo>
                    <a:pt x="1066754" y="1408865"/>
                  </a:lnTo>
                  <a:lnTo>
                    <a:pt x="1066742" y="1408854"/>
                  </a:lnTo>
                  <a:lnTo>
                    <a:pt x="1066738" y="1408851"/>
                  </a:lnTo>
                  <a:lnTo>
                    <a:pt x="1066727" y="1408843"/>
                  </a:lnTo>
                  <a:lnTo>
                    <a:pt x="1066713" y="1408830"/>
                  </a:lnTo>
                  <a:lnTo>
                    <a:pt x="1066702" y="1408818"/>
                  </a:lnTo>
                  <a:lnTo>
                    <a:pt x="1066695" y="1408812"/>
                  </a:lnTo>
                  <a:lnTo>
                    <a:pt x="1066690" y="1408806"/>
                  </a:lnTo>
                  <a:lnTo>
                    <a:pt x="1066687" y="1408799"/>
                  </a:lnTo>
                  <a:lnTo>
                    <a:pt x="1066686" y="1408791"/>
                  </a:lnTo>
                  <a:lnTo>
                    <a:pt x="1066686" y="1408776"/>
                  </a:lnTo>
                  <a:lnTo>
                    <a:pt x="1066684" y="1408761"/>
                  </a:lnTo>
                  <a:lnTo>
                    <a:pt x="1066682" y="1408746"/>
                  </a:lnTo>
                  <a:lnTo>
                    <a:pt x="1066679" y="1408730"/>
                  </a:lnTo>
                  <a:lnTo>
                    <a:pt x="1066674" y="1408715"/>
                  </a:lnTo>
                  <a:lnTo>
                    <a:pt x="1066670" y="1408700"/>
                  </a:lnTo>
                  <a:lnTo>
                    <a:pt x="1066665" y="1408678"/>
                  </a:lnTo>
                  <a:lnTo>
                    <a:pt x="1066661" y="1408663"/>
                  </a:lnTo>
                  <a:lnTo>
                    <a:pt x="1066657" y="1408655"/>
                  </a:lnTo>
                  <a:lnTo>
                    <a:pt x="1066651" y="1408640"/>
                  </a:lnTo>
                  <a:lnTo>
                    <a:pt x="1066636" y="1408628"/>
                  </a:lnTo>
                  <a:lnTo>
                    <a:pt x="1066622" y="1408619"/>
                  </a:lnTo>
                  <a:lnTo>
                    <a:pt x="1066614" y="1408614"/>
                  </a:lnTo>
                  <a:lnTo>
                    <a:pt x="1066610" y="1408608"/>
                  </a:lnTo>
                  <a:lnTo>
                    <a:pt x="1066605" y="1408593"/>
                  </a:lnTo>
                  <a:lnTo>
                    <a:pt x="1066599" y="1408583"/>
                  </a:lnTo>
                  <a:lnTo>
                    <a:pt x="1066595" y="1408577"/>
                  </a:lnTo>
                  <a:lnTo>
                    <a:pt x="1066582" y="1408562"/>
                  </a:lnTo>
                  <a:lnTo>
                    <a:pt x="1066572" y="1408547"/>
                  </a:lnTo>
                  <a:lnTo>
                    <a:pt x="1066567" y="1408532"/>
                  </a:lnTo>
                  <a:lnTo>
                    <a:pt x="1066562" y="1408517"/>
                  </a:lnTo>
                  <a:lnTo>
                    <a:pt x="1066560" y="1408502"/>
                  </a:lnTo>
                  <a:lnTo>
                    <a:pt x="1066558" y="1408487"/>
                  </a:lnTo>
                  <a:lnTo>
                    <a:pt x="1066557" y="1408471"/>
                  </a:lnTo>
                  <a:lnTo>
                    <a:pt x="1066556" y="1408456"/>
                  </a:lnTo>
                  <a:lnTo>
                    <a:pt x="1066553" y="1408441"/>
                  </a:lnTo>
                  <a:lnTo>
                    <a:pt x="1066552" y="1408426"/>
                  </a:lnTo>
                  <a:lnTo>
                    <a:pt x="1066551" y="1408411"/>
                  </a:lnTo>
                  <a:lnTo>
                    <a:pt x="1066555" y="1408396"/>
                  </a:lnTo>
                  <a:lnTo>
                    <a:pt x="1066560" y="1408381"/>
                  </a:lnTo>
                  <a:lnTo>
                    <a:pt x="1066563" y="1408375"/>
                  </a:lnTo>
                  <a:lnTo>
                    <a:pt x="1066568" y="1408370"/>
                  </a:lnTo>
                  <a:lnTo>
                    <a:pt x="1066572" y="1408367"/>
                  </a:lnTo>
                  <a:lnTo>
                    <a:pt x="1066586" y="1408354"/>
                  </a:lnTo>
                  <a:lnTo>
                    <a:pt x="1066601" y="1408343"/>
                  </a:lnTo>
                  <a:lnTo>
                    <a:pt x="1066609" y="1408332"/>
                  </a:lnTo>
                  <a:lnTo>
                    <a:pt x="1066619" y="1408322"/>
                  </a:lnTo>
                  <a:lnTo>
                    <a:pt x="1066626" y="1408312"/>
                  </a:lnTo>
                  <a:lnTo>
                    <a:pt x="1066636" y="1408305"/>
                  </a:lnTo>
                  <a:lnTo>
                    <a:pt x="1066647" y="1408303"/>
                  </a:lnTo>
                  <a:lnTo>
                    <a:pt x="1066664" y="1408301"/>
                  </a:lnTo>
                  <a:lnTo>
                    <a:pt x="1066678" y="1408296"/>
                  </a:lnTo>
                  <a:lnTo>
                    <a:pt x="1066692" y="1408292"/>
                  </a:lnTo>
                  <a:lnTo>
                    <a:pt x="1066706" y="1408287"/>
                  </a:lnTo>
                  <a:lnTo>
                    <a:pt x="1066721" y="1408280"/>
                  </a:lnTo>
                  <a:lnTo>
                    <a:pt x="1066735" y="1408270"/>
                  </a:lnTo>
                  <a:lnTo>
                    <a:pt x="1066749" y="1408257"/>
                  </a:lnTo>
                  <a:lnTo>
                    <a:pt x="1066763" y="1408243"/>
                  </a:lnTo>
                  <a:lnTo>
                    <a:pt x="1066789" y="1408216"/>
                  </a:lnTo>
                  <a:lnTo>
                    <a:pt x="1066801" y="1408201"/>
                  </a:lnTo>
                  <a:lnTo>
                    <a:pt x="1066811" y="1408190"/>
                  </a:lnTo>
                  <a:lnTo>
                    <a:pt x="1066822" y="1408185"/>
                  </a:lnTo>
                  <a:lnTo>
                    <a:pt x="1066829" y="1408184"/>
                  </a:lnTo>
                  <a:lnTo>
                    <a:pt x="1066843" y="1408181"/>
                  </a:lnTo>
                  <a:lnTo>
                    <a:pt x="1066857" y="1408179"/>
                  </a:lnTo>
                  <a:lnTo>
                    <a:pt x="1066871" y="1408173"/>
                  </a:lnTo>
                  <a:lnTo>
                    <a:pt x="1066885" y="1408171"/>
                  </a:lnTo>
                  <a:lnTo>
                    <a:pt x="1066899" y="1408168"/>
                  </a:lnTo>
                  <a:lnTo>
                    <a:pt x="1066914" y="1408164"/>
                  </a:lnTo>
                  <a:lnTo>
                    <a:pt x="1066928" y="1408160"/>
                  </a:lnTo>
                  <a:lnTo>
                    <a:pt x="1066936" y="1408157"/>
                  </a:lnTo>
                  <a:lnTo>
                    <a:pt x="1066942" y="1408154"/>
                  </a:lnTo>
                  <a:lnTo>
                    <a:pt x="1066955" y="1408150"/>
                  </a:lnTo>
                  <a:lnTo>
                    <a:pt x="1066971" y="1408149"/>
                  </a:lnTo>
                  <a:lnTo>
                    <a:pt x="1066985" y="1408148"/>
                  </a:lnTo>
                  <a:lnTo>
                    <a:pt x="1066999" y="1408144"/>
                  </a:lnTo>
                  <a:lnTo>
                    <a:pt x="1067013" y="1408139"/>
                  </a:lnTo>
                  <a:lnTo>
                    <a:pt x="1067027" y="1408134"/>
                  </a:lnTo>
                  <a:lnTo>
                    <a:pt x="1067042" y="1408128"/>
                  </a:lnTo>
                  <a:lnTo>
                    <a:pt x="1067056" y="1408120"/>
                  </a:lnTo>
                  <a:lnTo>
                    <a:pt x="1067071" y="1408110"/>
                  </a:lnTo>
                  <a:lnTo>
                    <a:pt x="1067084" y="1408101"/>
                  </a:lnTo>
                  <a:lnTo>
                    <a:pt x="1067098" y="1408090"/>
                  </a:lnTo>
                  <a:lnTo>
                    <a:pt x="1067112" y="1408081"/>
                  </a:lnTo>
                  <a:lnTo>
                    <a:pt x="1067126" y="1408068"/>
                  </a:lnTo>
                  <a:lnTo>
                    <a:pt x="1067139" y="1408054"/>
                  </a:lnTo>
                  <a:lnTo>
                    <a:pt x="1067152" y="1408041"/>
                  </a:lnTo>
                  <a:lnTo>
                    <a:pt x="1067158" y="1408035"/>
                  </a:lnTo>
                  <a:lnTo>
                    <a:pt x="1067166" y="1408031"/>
                  </a:lnTo>
                  <a:lnTo>
                    <a:pt x="1067180" y="1408026"/>
                  </a:lnTo>
                  <a:lnTo>
                    <a:pt x="1067194" y="1408026"/>
                  </a:lnTo>
                  <a:lnTo>
                    <a:pt x="1067208" y="1408026"/>
                  </a:lnTo>
                  <a:lnTo>
                    <a:pt x="1067223" y="1408029"/>
                  </a:lnTo>
                  <a:lnTo>
                    <a:pt x="1067237" y="1408036"/>
                  </a:lnTo>
                  <a:lnTo>
                    <a:pt x="1067243" y="1408042"/>
                  </a:lnTo>
                  <a:lnTo>
                    <a:pt x="1067254" y="1408044"/>
                  </a:lnTo>
                  <a:lnTo>
                    <a:pt x="1067265" y="1408042"/>
                  </a:lnTo>
                  <a:lnTo>
                    <a:pt x="1067279" y="1408037"/>
                  </a:lnTo>
                  <a:lnTo>
                    <a:pt x="1067294" y="1408031"/>
                  </a:lnTo>
                  <a:lnTo>
                    <a:pt x="1067302" y="1408025"/>
                  </a:lnTo>
                  <a:lnTo>
                    <a:pt x="1067320" y="1408013"/>
                  </a:lnTo>
                  <a:lnTo>
                    <a:pt x="1067334" y="1408006"/>
                  </a:lnTo>
                  <a:lnTo>
                    <a:pt x="1067349" y="1408002"/>
                  </a:lnTo>
                  <a:lnTo>
                    <a:pt x="1067354" y="1408001"/>
                  </a:lnTo>
                  <a:lnTo>
                    <a:pt x="1067359" y="1407998"/>
                  </a:lnTo>
                  <a:lnTo>
                    <a:pt x="1067363" y="1407995"/>
                  </a:lnTo>
                  <a:lnTo>
                    <a:pt x="1067375" y="1407987"/>
                  </a:lnTo>
                  <a:lnTo>
                    <a:pt x="1067391" y="1407988"/>
                  </a:lnTo>
                  <a:lnTo>
                    <a:pt x="1067405" y="1407991"/>
                  </a:lnTo>
                  <a:lnTo>
                    <a:pt x="1067419" y="1407998"/>
                  </a:lnTo>
                  <a:lnTo>
                    <a:pt x="1067432" y="1408011"/>
                  </a:lnTo>
                  <a:lnTo>
                    <a:pt x="1067441" y="1408018"/>
                  </a:lnTo>
                  <a:lnTo>
                    <a:pt x="1067446" y="1408018"/>
                  </a:lnTo>
                  <a:lnTo>
                    <a:pt x="1067460" y="1408015"/>
                  </a:lnTo>
                  <a:lnTo>
                    <a:pt x="1067474" y="1408012"/>
                  </a:lnTo>
                  <a:lnTo>
                    <a:pt x="1067489" y="1408005"/>
                  </a:lnTo>
                  <a:lnTo>
                    <a:pt x="1067503" y="1408006"/>
                  </a:lnTo>
                  <a:lnTo>
                    <a:pt x="1067517" y="1408008"/>
                  </a:lnTo>
                  <a:lnTo>
                    <a:pt x="1067531" y="1408007"/>
                  </a:lnTo>
                  <a:lnTo>
                    <a:pt x="1067545" y="1408006"/>
                  </a:lnTo>
                  <a:lnTo>
                    <a:pt x="1067557" y="1408000"/>
                  </a:lnTo>
                  <a:lnTo>
                    <a:pt x="1067559" y="1407991"/>
                  </a:lnTo>
                  <a:lnTo>
                    <a:pt x="1067559" y="1407983"/>
                  </a:lnTo>
                  <a:lnTo>
                    <a:pt x="1067560" y="1407968"/>
                  </a:lnTo>
                  <a:lnTo>
                    <a:pt x="1067560" y="1407951"/>
                  </a:lnTo>
                  <a:lnTo>
                    <a:pt x="1067563" y="1407945"/>
                  </a:lnTo>
                  <a:lnTo>
                    <a:pt x="1067570" y="1407939"/>
                  </a:lnTo>
                  <a:lnTo>
                    <a:pt x="1067580" y="1407935"/>
                  </a:lnTo>
                  <a:lnTo>
                    <a:pt x="1067598" y="1407930"/>
                  </a:lnTo>
                  <a:lnTo>
                    <a:pt x="1067612" y="1407930"/>
                  </a:lnTo>
                  <a:lnTo>
                    <a:pt x="1067626" y="1407929"/>
                  </a:lnTo>
                  <a:lnTo>
                    <a:pt x="1067641" y="1407923"/>
                  </a:lnTo>
                  <a:lnTo>
                    <a:pt x="1067655" y="1407917"/>
                  </a:lnTo>
                  <a:lnTo>
                    <a:pt x="1067666" y="1407917"/>
                  </a:lnTo>
                  <a:lnTo>
                    <a:pt x="1067672" y="1407919"/>
                  </a:lnTo>
                  <a:lnTo>
                    <a:pt x="1067677" y="1407923"/>
                  </a:lnTo>
                  <a:lnTo>
                    <a:pt x="1067682" y="1407929"/>
                  </a:lnTo>
                  <a:lnTo>
                    <a:pt x="1067688" y="1407939"/>
                  </a:lnTo>
                  <a:lnTo>
                    <a:pt x="1067691" y="1407945"/>
                  </a:lnTo>
                  <a:lnTo>
                    <a:pt x="1067700" y="1407960"/>
                  </a:lnTo>
                  <a:lnTo>
                    <a:pt x="1067707" y="1407975"/>
                  </a:lnTo>
                  <a:lnTo>
                    <a:pt x="1067712" y="1407990"/>
                  </a:lnTo>
                  <a:lnTo>
                    <a:pt x="1067716" y="1408000"/>
                  </a:lnTo>
                  <a:lnTo>
                    <a:pt x="1067719" y="1408005"/>
                  </a:lnTo>
                  <a:lnTo>
                    <a:pt x="1067725" y="1408013"/>
                  </a:lnTo>
                  <a:lnTo>
                    <a:pt x="1067731" y="1408016"/>
                  </a:lnTo>
                  <a:lnTo>
                    <a:pt x="1067745" y="1408015"/>
                  </a:lnTo>
                  <a:lnTo>
                    <a:pt x="1067760" y="1408015"/>
                  </a:lnTo>
                  <a:lnTo>
                    <a:pt x="1067770" y="1408019"/>
                  </a:lnTo>
                  <a:lnTo>
                    <a:pt x="1067774" y="1408022"/>
                  </a:lnTo>
                  <a:lnTo>
                    <a:pt x="1067786" y="1408036"/>
                  </a:lnTo>
                  <a:lnTo>
                    <a:pt x="1067796" y="1408051"/>
                  </a:lnTo>
                  <a:lnTo>
                    <a:pt x="1067808" y="1408065"/>
                  </a:lnTo>
                  <a:lnTo>
                    <a:pt x="1067821" y="1408077"/>
                  </a:lnTo>
                  <a:lnTo>
                    <a:pt x="1067829" y="1408083"/>
                  </a:lnTo>
                  <a:lnTo>
                    <a:pt x="1067835" y="1408089"/>
                  </a:lnTo>
                  <a:lnTo>
                    <a:pt x="1067839" y="1408093"/>
                  </a:lnTo>
                  <a:lnTo>
                    <a:pt x="1067842" y="1408104"/>
                  </a:lnTo>
                  <a:lnTo>
                    <a:pt x="1067844" y="1408119"/>
                  </a:lnTo>
                  <a:lnTo>
                    <a:pt x="1067845" y="1408127"/>
                  </a:lnTo>
                  <a:lnTo>
                    <a:pt x="1067848" y="1408137"/>
                  </a:lnTo>
                  <a:lnTo>
                    <a:pt x="1067851" y="1408141"/>
                  </a:lnTo>
                  <a:lnTo>
                    <a:pt x="1067855" y="1408147"/>
                  </a:lnTo>
                  <a:lnTo>
                    <a:pt x="1067865" y="1408154"/>
                  </a:lnTo>
                  <a:lnTo>
                    <a:pt x="1067871" y="1408157"/>
                  </a:lnTo>
                  <a:lnTo>
                    <a:pt x="1067885" y="1408164"/>
                  </a:lnTo>
                  <a:lnTo>
                    <a:pt x="1067899" y="1408166"/>
                  </a:lnTo>
                  <a:lnTo>
                    <a:pt x="1067913" y="1408168"/>
                  </a:lnTo>
                  <a:lnTo>
                    <a:pt x="1067928" y="1408172"/>
                  </a:lnTo>
                  <a:lnTo>
                    <a:pt x="1067942" y="1408178"/>
                  </a:lnTo>
                  <a:lnTo>
                    <a:pt x="1067956" y="1408182"/>
                  </a:lnTo>
                  <a:lnTo>
                    <a:pt x="1067968" y="1408182"/>
                  </a:lnTo>
                  <a:lnTo>
                    <a:pt x="1067974" y="1408181"/>
                  </a:lnTo>
                  <a:lnTo>
                    <a:pt x="1067980" y="1408176"/>
                  </a:lnTo>
                  <a:lnTo>
                    <a:pt x="1067984" y="1408172"/>
                  </a:lnTo>
                  <a:lnTo>
                    <a:pt x="1067993" y="1408157"/>
                  </a:lnTo>
                  <a:lnTo>
                    <a:pt x="1068003" y="1408142"/>
                  </a:lnTo>
                  <a:lnTo>
                    <a:pt x="1068013" y="1408129"/>
                  </a:lnTo>
                  <a:lnTo>
                    <a:pt x="1068018" y="1408119"/>
                  </a:lnTo>
                  <a:lnTo>
                    <a:pt x="1068021" y="1408112"/>
                  </a:lnTo>
                  <a:lnTo>
                    <a:pt x="1068025" y="1408097"/>
                  </a:lnTo>
                  <a:lnTo>
                    <a:pt x="1068028" y="1408090"/>
                  </a:lnTo>
                  <a:lnTo>
                    <a:pt x="1068029" y="1408082"/>
                  </a:lnTo>
                  <a:lnTo>
                    <a:pt x="1068033" y="1408071"/>
                  </a:lnTo>
                  <a:lnTo>
                    <a:pt x="1068041" y="1408053"/>
                  </a:lnTo>
                  <a:lnTo>
                    <a:pt x="1068051" y="1408037"/>
                  </a:lnTo>
                  <a:lnTo>
                    <a:pt x="1068063" y="1408024"/>
                  </a:lnTo>
                  <a:lnTo>
                    <a:pt x="1068070" y="1408019"/>
                  </a:lnTo>
                  <a:lnTo>
                    <a:pt x="1068075" y="1408012"/>
                  </a:lnTo>
                  <a:lnTo>
                    <a:pt x="1068086" y="1407997"/>
                  </a:lnTo>
                  <a:lnTo>
                    <a:pt x="1068097" y="1407982"/>
                  </a:lnTo>
                  <a:lnTo>
                    <a:pt x="1068106" y="1407967"/>
                  </a:lnTo>
                  <a:lnTo>
                    <a:pt x="1068110" y="1407962"/>
                  </a:lnTo>
                  <a:lnTo>
                    <a:pt x="1068114" y="1407960"/>
                  </a:lnTo>
                  <a:lnTo>
                    <a:pt x="1068119" y="1407959"/>
                  </a:lnTo>
                  <a:lnTo>
                    <a:pt x="1068127" y="1407959"/>
                  </a:lnTo>
                  <a:lnTo>
                    <a:pt x="1068133" y="1407961"/>
                  </a:lnTo>
                  <a:lnTo>
                    <a:pt x="1068147" y="1407965"/>
                  </a:lnTo>
                  <a:lnTo>
                    <a:pt x="1068162" y="1407969"/>
                  </a:lnTo>
                  <a:lnTo>
                    <a:pt x="1068177" y="1407973"/>
                  </a:lnTo>
                  <a:lnTo>
                    <a:pt x="1068182" y="1407968"/>
                  </a:lnTo>
                  <a:lnTo>
                    <a:pt x="1068189" y="1407951"/>
                  </a:lnTo>
                  <a:lnTo>
                    <a:pt x="1068194" y="1407943"/>
                  </a:lnTo>
                  <a:lnTo>
                    <a:pt x="1068201" y="1407936"/>
                  </a:lnTo>
                  <a:lnTo>
                    <a:pt x="1068213" y="1407923"/>
                  </a:lnTo>
                  <a:lnTo>
                    <a:pt x="1068227" y="1407913"/>
                  </a:lnTo>
                  <a:lnTo>
                    <a:pt x="1068235" y="1407908"/>
                  </a:lnTo>
                  <a:lnTo>
                    <a:pt x="1068242" y="1407906"/>
                  </a:lnTo>
                  <a:lnTo>
                    <a:pt x="1068252" y="1407902"/>
                  </a:lnTo>
                  <a:lnTo>
                    <a:pt x="1068270" y="1407898"/>
                  </a:lnTo>
                  <a:lnTo>
                    <a:pt x="1068285" y="1407896"/>
                  </a:lnTo>
                  <a:lnTo>
                    <a:pt x="1068299" y="1407893"/>
                  </a:lnTo>
                  <a:lnTo>
                    <a:pt x="1068313" y="1407888"/>
                  </a:lnTo>
                  <a:lnTo>
                    <a:pt x="1068327" y="1407882"/>
                  </a:lnTo>
                  <a:lnTo>
                    <a:pt x="1068341" y="1407872"/>
                  </a:lnTo>
                  <a:lnTo>
                    <a:pt x="1068356" y="1407861"/>
                  </a:lnTo>
                  <a:lnTo>
                    <a:pt x="1068369" y="1407848"/>
                  </a:lnTo>
                  <a:lnTo>
                    <a:pt x="1068382" y="1407835"/>
                  </a:lnTo>
                  <a:lnTo>
                    <a:pt x="1068395" y="1407821"/>
                  </a:lnTo>
                  <a:lnTo>
                    <a:pt x="1068405" y="1407812"/>
                  </a:lnTo>
                  <a:lnTo>
                    <a:pt x="1068409" y="1407810"/>
                  </a:lnTo>
                  <a:lnTo>
                    <a:pt x="1068424" y="1407804"/>
                  </a:lnTo>
                  <a:lnTo>
                    <a:pt x="1068438" y="1407801"/>
                  </a:lnTo>
                  <a:lnTo>
                    <a:pt x="1068445" y="1407797"/>
                  </a:lnTo>
                  <a:lnTo>
                    <a:pt x="1068450" y="1407790"/>
                  </a:lnTo>
                  <a:lnTo>
                    <a:pt x="1068456" y="1407781"/>
                  </a:lnTo>
                  <a:lnTo>
                    <a:pt x="1068458" y="1407775"/>
                  </a:lnTo>
                  <a:lnTo>
                    <a:pt x="1068467" y="1407760"/>
                  </a:lnTo>
                  <a:lnTo>
                    <a:pt x="1068472" y="1407751"/>
                  </a:lnTo>
                  <a:lnTo>
                    <a:pt x="1068475" y="1407745"/>
                  </a:lnTo>
                  <a:lnTo>
                    <a:pt x="1068486" y="1407736"/>
                  </a:lnTo>
                  <a:lnTo>
                    <a:pt x="1068504" y="1407728"/>
                  </a:lnTo>
                  <a:lnTo>
                    <a:pt x="1068518" y="1407725"/>
                  </a:lnTo>
                  <a:lnTo>
                    <a:pt x="1068537" y="1407720"/>
                  </a:lnTo>
                  <a:lnTo>
                    <a:pt x="1068545" y="1407715"/>
                  </a:lnTo>
                  <a:lnTo>
                    <a:pt x="1068555" y="1407698"/>
                  </a:lnTo>
                  <a:lnTo>
                    <a:pt x="1068559" y="1407690"/>
                  </a:lnTo>
                  <a:lnTo>
                    <a:pt x="1068560" y="1407683"/>
                  </a:lnTo>
                  <a:lnTo>
                    <a:pt x="1068561" y="1407668"/>
                  </a:lnTo>
                  <a:lnTo>
                    <a:pt x="1068557" y="1407653"/>
                  </a:lnTo>
                  <a:lnTo>
                    <a:pt x="1068552" y="1407638"/>
                  </a:lnTo>
                  <a:lnTo>
                    <a:pt x="1068548" y="1407623"/>
                  </a:lnTo>
                  <a:lnTo>
                    <a:pt x="1068543" y="1407608"/>
                  </a:lnTo>
                  <a:lnTo>
                    <a:pt x="1068539" y="1407593"/>
                  </a:lnTo>
                  <a:lnTo>
                    <a:pt x="1068537" y="1407586"/>
                  </a:lnTo>
                  <a:lnTo>
                    <a:pt x="1068537" y="1407577"/>
                  </a:lnTo>
                  <a:lnTo>
                    <a:pt x="1068540" y="1407573"/>
                  </a:lnTo>
                  <a:lnTo>
                    <a:pt x="1068544" y="1407570"/>
                  </a:lnTo>
                  <a:lnTo>
                    <a:pt x="1068549" y="1407566"/>
                  </a:lnTo>
                  <a:lnTo>
                    <a:pt x="1068557" y="1407556"/>
                  </a:lnTo>
                  <a:lnTo>
                    <a:pt x="1068563" y="1407537"/>
                  </a:lnTo>
                  <a:lnTo>
                    <a:pt x="1068566" y="1407528"/>
                  </a:lnTo>
                  <a:lnTo>
                    <a:pt x="1068570" y="1407522"/>
                  </a:lnTo>
                  <a:lnTo>
                    <a:pt x="1068580" y="1407507"/>
                  </a:lnTo>
                  <a:lnTo>
                    <a:pt x="1068586" y="1407495"/>
                  </a:lnTo>
                  <a:lnTo>
                    <a:pt x="1068593" y="1407477"/>
                  </a:lnTo>
                  <a:lnTo>
                    <a:pt x="1068604" y="1407462"/>
                  </a:lnTo>
                  <a:lnTo>
                    <a:pt x="1068610" y="1407452"/>
                  </a:lnTo>
                  <a:lnTo>
                    <a:pt x="1068618" y="1407432"/>
                  </a:lnTo>
                  <a:lnTo>
                    <a:pt x="1068624" y="1407418"/>
                  </a:lnTo>
                  <a:lnTo>
                    <a:pt x="1068644" y="1407385"/>
                  </a:lnTo>
                  <a:lnTo>
                    <a:pt x="1068653" y="1407370"/>
                  </a:lnTo>
                  <a:lnTo>
                    <a:pt x="1068660" y="1407361"/>
                  </a:lnTo>
                  <a:lnTo>
                    <a:pt x="1068662" y="1407355"/>
                  </a:lnTo>
                  <a:lnTo>
                    <a:pt x="1068667" y="1407341"/>
                  </a:lnTo>
                  <a:lnTo>
                    <a:pt x="1068672" y="1407326"/>
                  </a:lnTo>
                  <a:lnTo>
                    <a:pt x="1068678" y="1407311"/>
                  </a:lnTo>
                  <a:lnTo>
                    <a:pt x="1068683" y="1407302"/>
                  </a:lnTo>
                  <a:lnTo>
                    <a:pt x="1068689" y="1407298"/>
                  </a:lnTo>
                  <a:lnTo>
                    <a:pt x="1068704" y="1407291"/>
                  </a:lnTo>
                  <a:lnTo>
                    <a:pt x="1068718" y="1407284"/>
                  </a:lnTo>
                  <a:lnTo>
                    <a:pt x="1068725" y="1407280"/>
                  </a:lnTo>
                  <a:lnTo>
                    <a:pt x="1068731" y="1407274"/>
                  </a:lnTo>
                  <a:lnTo>
                    <a:pt x="1068745" y="1407263"/>
                  </a:lnTo>
                  <a:lnTo>
                    <a:pt x="1068760" y="1407253"/>
                  </a:lnTo>
                  <a:lnTo>
                    <a:pt x="1068767" y="1407247"/>
                  </a:lnTo>
                  <a:lnTo>
                    <a:pt x="1068772" y="1407240"/>
                  </a:lnTo>
                  <a:lnTo>
                    <a:pt x="1068774" y="1407226"/>
                  </a:lnTo>
                  <a:lnTo>
                    <a:pt x="1068760" y="1407211"/>
                  </a:lnTo>
                  <a:lnTo>
                    <a:pt x="1068749" y="1407199"/>
                  </a:lnTo>
                  <a:lnTo>
                    <a:pt x="1068739" y="1407185"/>
                  </a:lnTo>
                  <a:lnTo>
                    <a:pt x="1068739" y="1407176"/>
                  </a:lnTo>
                  <a:lnTo>
                    <a:pt x="1068741" y="1407168"/>
                  </a:lnTo>
                  <a:lnTo>
                    <a:pt x="1068751" y="1407160"/>
                  </a:lnTo>
                  <a:lnTo>
                    <a:pt x="1068768" y="1407149"/>
                  </a:lnTo>
                  <a:lnTo>
                    <a:pt x="1068780" y="1407145"/>
                  </a:lnTo>
                  <a:lnTo>
                    <a:pt x="1068789" y="1407140"/>
                  </a:lnTo>
                  <a:lnTo>
                    <a:pt x="1068794" y="1407138"/>
                  </a:lnTo>
                  <a:lnTo>
                    <a:pt x="1068809" y="1407138"/>
                  </a:lnTo>
                  <a:lnTo>
                    <a:pt x="1068823" y="1407138"/>
                  </a:lnTo>
                  <a:lnTo>
                    <a:pt x="1068832" y="1407136"/>
                  </a:lnTo>
                  <a:lnTo>
                    <a:pt x="1068833" y="1407129"/>
                  </a:lnTo>
                  <a:lnTo>
                    <a:pt x="1068829" y="1407121"/>
                  </a:lnTo>
                  <a:lnTo>
                    <a:pt x="1068827" y="1407113"/>
                  </a:lnTo>
                  <a:lnTo>
                    <a:pt x="1068823" y="1407102"/>
                  </a:lnTo>
                  <a:lnTo>
                    <a:pt x="1068822" y="1407087"/>
                  </a:lnTo>
                  <a:lnTo>
                    <a:pt x="1068829" y="1407072"/>
                  </a:lnTo>
                  <a:lnTo>
                    <a:pt x="1068835" y="1407060"/>
                  </a:lnTo>
                  <a:lnTo>
                    <a:pt x="1068844" y="1407042"/>
                  </a:lnTo>
                  <a:lnTo>
                    <a:pt x="1068845" y="1407033"/>
                  </a:lnTo>
                  <a:lnTo>
                    <a:pt x="1068839" y="1407029"/>
                  </a:lnTo>
                  <a:lnTo>
                    <a:pt x="1068825" y="1407021"/>
                  </a:lnTo>
                  <a:lnTo>
                    <a:pt x="1068811" y="1407015"/>
                  </a:lnTo>
                  <a:lnTo>
                    <a:pt x="1068783" y="1407007"/>
                  </a:lnTo>
                  <a:lnTo>
                    <a:pt x="1068769" y="1407002"/>
                  </a:lnTo>
                  <a:lnTo>
                    <a:pt x="1068755" y="1406996"/>
                  </a:lnTo>
                  <a:lnTo>
                    <a:pt x="1068745" y="1406991"/>
                  </a:lnTo>
                  <a:lnTo>
                    <a:pt x="1068743" y="1406986"/>
                  </a:lnTo>
                  <a:lnTo>
                    <a:pt x="1068741" y="1406982"/>
                  </a:lnTo>
                  <a:lnTo>
                    <a:pt x="1068741" y="1406976"/>
                  </a:lnTo>
                  <a:lnTo>
                    <a:pt x="1068743" y="1406971"/>
                  </a:lnTo>
                  <a:lnTo>
                    <a:pt x="1068745" y="1406964"/>
                  </a:lnTo>
                  <a:lnTo>
                    <a:pt x="1068747" y="1406949"/>
                  </a:lnTo>
                  <a:lnTo>
                    <a:pt x="1068748" y="1406941"/>
                  </a:lnTo>
                  <a:lnTo>
                    <a:pt x="1068747" y="1406899"/>
                  </a:lnTo>
                  <a:lnTo>
                    <a:pt x="1068748" y="1406884"/>
                  </a:lnTo>
                  <a:lnTo>
                    <a:pt x="1068747" y="1406869"/>
                  </a:lnTo>
                  <a:lnTo>
                    <a:pt x="1068746" y="1406853"/>
                  </a:lnTo>
                  <a:lnTo>
                    <a:pt x="1068743" y="1406838"/>
                  </a:lnTo>
                  <a:lnTo>
                    <a:pt x="1068734" y="1406823"/>
                  </a:lnTo>
                  <a:lnTo>
                    <a:pt x="1068720" y="1406808"/>
                  </a:lnTo>
                  <a:lnTo>
                    <a:pt x="1068714" y="1406801"/>
                  </a:lnTo>
                  <a:lnTo>
                    <a:pt x="1068713" y="1406793"/>
                  </a:lnTo>
                  <a:lnTo>
                    <a:pt x="1068719" y="1406778"/>
                  </a:lnTo>
                  <a:lnTo>
                    <a:pt x="1068727" y="1406763"/>
                  </a:lnTo>
                  <a:lnTo>
                    <a:pt x="1068733" y="1406748"/>
                  </a:lnTo>
                  <a:lnTo>
                    <a:pt x="1068738" y="1406733"/>
                  </a:lnTo>
                  <a:lnTo>
                    <a:pt x="1068743" y="1406722"/>
                  </a:lnTo>
                  <a:lnTo>
                    <a:pt x="1068750" y="1406703"/>
                  </a:lnTo>
                  <a:lnTo>
                    <a:pt x="1068753" y="1406696"/>
                  </a:lnTo>
                  <a:lnTo>
                    <a:pt x="1068755" y="1406683"/>
                  </a:lnTo>
                  <a:lnTo>
                    <a:pt x="1068752" y="1406678"/>
                  </a:lnTo>
                  <a:lnTo>
                    <a:pt x="1068747" y="1406673"/>
                  </a:lnTo>
                  <a:lnTo>
                    <a:pt x="1068735" y="1406661"/>
                  </a:lnTo>
                  <a:lnTo>
                    <a:pt x="1068721" y="1406649"/>
                  </a:lnTo>
                  <a:lnTo>
                    <a:pt x="1068715" y="1406642"/>
                  </a:lnTo>
                  <a:lnTo>
                    <a:pt x="1068711" y="1406634"/>
                  </a:lnTo>
                  <a:lnTo>
                    <a:pt x="1068707" y="1406619"/>
                  </a:lnTo>
                  <a:lnTo>
                    <a:pt x="1068705" y="1406604"/>
                  </a:lnTo>
                  <a:lnTo>
                    <a:pt x="1068705" y="1406589"/>
                  </a:lnTo>
                  <a:lnTo>
                    <a:pt x="1068704" y="1406574"/>
                  </a:lnTo>
                  <a:lnTo>
                    <a:pt x="1068699" y="1406564"/>
                  </a:lnTo>
                  <a:lnTo>
                    <a:pt x="1068694" y="1406562"/>
                  </a:lnTo>
                  <a:lnTo>
                    <a:pt x="1068686" y="1406559"/>
                  </a:lnTo>
                  <a:lnTo>
                    <a:pt x="1068666" y="1406555"/>
                  </a:lnTo>
                  <a:lnTo>
                    <a:pt x="1068652" y="1406552"/>
                  </a:lnTo>
                  <a:lnTo>
                    <a:pt x="1068638" y="1406548"/>
                  </a:lnTo>
                  <a:lnTo>
                    <a:pt x="1068624" y="1406538"/>
                  </a:lnTo>
                  <a:lnTo>
                    <a:pt x="1068609" y="1406526"/>
                  </a:lnTo>
                  <a:lnTo>
                    <a:pt x="1068597" y="1406514"/>
                  </a:lnTo>
                  <a:lnTo>
                    <a:pt x="1068583" y="1406499"/>
                  </a:lnTo>
                  <a:lnTo>
                    <a:pt x="1068569" y="1406483"/>
                  </a:lnTo>
                  <a:lnTo>
                    <a:pt x="1068560" y="1406470"/>
                  </a:lnTo>
                  <a:lnTo>
                    <a:pt x="1068551" y="1406453"/>
                  </a:lnTo>
                  <a:lnTo>
                    <a:pt x="1068542" y="1406438"/>
                  </a:lnTo>
                  <a:lnTo>
                    <a:pt x="1068536" y="1406426"/>
                  </a:lnTo>
                  <a:lnTo>
                    <a:pt x="1068532" y="1406407"/>
                  </a:lnTo>
                  <a:lnTo>
                    <a:pt x="1068527" y="1406396"/>
                  </a:lnTo>
                  <a:lnTo>
                    <a:pt x="1068524" y="1406379"/>
                  </a:lnTo>
                  <a:lnTo>
                    <a:pt x="1068524" y="1406373"/>
                  </a:lnTo>
                  <a:lnTo>
                    <a:pt x="1068529" y="1406362"/>
                  </a:lnTo>
                  <a:lnTo>
                    <a:pt x="1068536" y="1406347"/>
                  </a:lnTo>
                  <a:lnTo>
                    <a:pt x="1068541" y="1406332"/>
                  </a:lnTo>
                  <a:lnTo>
                    <a:pt x="1068545" y="1406317"/>
                  </a:lnTo>
                  <a:lnTo>
                    <a:pt x="1068548" y="1406302"/>
                  </a:lnTo>
                  <a:lnTo>
                    <a:pt x="1068549" y="1406287"/>
                  </a:lnTo>
                  <a:lnTo>
                    <a:pt x="1068547" y="1406272"/>
                  </a:lnTo>
                  <a:lnTo>
                    <a:pt x="1068542" y="1406257"/>
                  </a:lnTo>
                  <a:lnTo>
                    <a:pt x="1068538" y="1406242"/>
                  </a:lnTo>
                  <a:lnTo>
                    <a:pt x="1068533" y="1406231"/>
                  </a:lnTo>
                  <a:lnTo>
                    <a:pt x="1068532" y="1406223"/>
                  </a:lnTo>
                  <a:lnTo>
                    <a:pt x="1068534" y="1406217"/>
                  </a:lnTo>
                  <a:lnTo>
                    <a:pt x="1068544" y="1406200"/>
                  </a:lnTo>
                  <a:lnTo>
                    <a:pt x="1068548" y="1406193"/>
                  </a:lnTo>
                  <a:lnTo>
                    <a:pt x="1068555" y="1406182"/>
                  </a:lnTo>
                  <a:lnTo>
                    <a:pt x="1068562" y="1406167"/>
                  </a:lnTo>
                  <a:lnTo>
                    <a:pt x="1068568" y="1406152"/>
                  </a:lnTo>
                  <a:lnTo>
                    <a:pt x="1068575" y="1406137"/>
                  </a:lnTo>
                  <a:lnTo>
                    <a:pt x="1068581" y="1406122"/>
                  </a:lnTo>
                  <a:lnTo>
                    <a:pt x="1068586" y="1406107"/>
                  </a:lnTo>
                  <a:lnTo>
                    <a:pt x="1068587" y="1406092"/>
                  </a:lnTo>
                  <a:lnTo>
                    <a:pt x="1068587" y="1406077"/>
                  </a:lnTo>
                  <a:lnTo>
                    <a:pt x="1068587" y="1406062"/>
                  </a:lnTo>
                  <a:lnTo>
                    <a:pt x="1068588" y="1406047"/>
                  </a:lnTo>
                  <a:lnTo>
                    <a:pt x="1068588" y="1406032"/>
                  </a:lnTo>
                  <a:lnTo>
                    <a:pt x="1068585" y="1406017"/>
                  </a:lnTo>
                  <a:lnTo>
                    <a:pt x="1068575" y="1406002"/>
                  </a:lnTo>
                  <a:lnTo>
                    <a:pt x="1068561" y="1405990"/>
                  </a:lnTo>
                  <a:lnTo>
                    <a:pt x="1068555" y="1405983"/>
                  </a:lnTo>
                  <a:lnTo>
                    <a:pt x="1068552" y="1405975"/>
                  </a:lnTo>
                  <a:lnTo>
                    <a:pt x="1068543" y="1405959"/>
                  </a:lnTo>
                  <a:lnTo>
                    <a:pt x="1068535" y="1405946"/>
                  </a:lnTo>
                  <a:lnTo>
                    <a:pt x="1068516" y="1405915"/>
                  </a:lnTo>
                  <a:lnTo>
                    <a:pt x="1068505" y="1405899"/>
                  </a:lnTo>
                  <a:lnTo>
                    <a:pt x="1068502" y="1405887"/>
                  </a:lnTo>
                  <a:lnTo>
                    <a:pt x="1068504" y="1405882"/>
                  </a:lnTo>
                  <a:lnTo>
                    <a:pt x="1068510" y="1405870"/>
                  </a:lnTo>
                  <a:lnTo>
                    <a:pt x="1068514" y="1405854"/>
                  </a:lnTo>
                  <a:lnTo>
                    <a:pt x="1068514" y="1405846"/>
                  </a:lnTo>
                  <a:lnTo>
                    <a:pt x="1068507" y="1405819"/>
                  </a:lnTo>
                  <a:lnTo>
                    <a:pt x="1068507" y="1405813"/>
                  </a:lnTo>
                  <a:lnTo>
                    <a:pt x="1068510" y="1405798"/>
                  </a:lnTo>
                  <a:lnTo>
                    <a:pt x="1068511" y="1405783"/>
                  </a:lnTo>
                  <a:lnTo>
                    <a:pt x="1068513" y="1405776"/>
                  </a:lnTo>
                  <a:lnTo>
                    <a:pt x="1068513" y="1405768"/>
                  </a:lnTo>
                  <a:lnTo>
                    <a:pt x="1068514" y="1405760"/>
                  </a:lnTo>
                  <a:lnTo>
                    <a:pt x="1068512" y="1405753"/>
                  </a:lnTo>
                  <a:lnTo>
                    <a:pt x="1068510" y="1405738"/>
                  </a:lnTo>
                  <a:lnTo>
                    <a:pt x="1068509" y="1405723"/>
                  </a:lnTo>
                  <a:lnTo>
                    <a:pt x="1068510" y="1405708"/>
                  </a:lnTo>
                  <a:lnTo>
                    <a:pt x="1068510" y="1405693"/>
                  </a:lnTo>
                  <a:lnTo>
                    <a:pt x="1068508" y="1405678"/>
                  </a:lnTo>
                  <a:lnTo>
                    <a:pt x="1068504" y="1405669"/>
                  </a:lnTo>
                  <a:lnTo>
                    <a:pt x="1068500" y="1405663"/>
                  </a:lnTo>
                  <a:lnTo>
                    <a:pt x="1068490" y="1405648"/>
                  </a:lnTo>
                  <a:lnTo>
                    <a:pt x="1068479" y="1405632"/>
                  </a:lnTo>
                  <a:lnTo>
                    <a:pt x="1068466" y="1405619"/>
                  </a:lnTo>
                  <a:lnTo>
                    <a:pt x="1068452" y="1405608"/>
                  </a:lnTo>
                  <a:lnTo>
                    <a:pt x="1068443" y="1405601"/>
                  </a:lnTo>
                  <a:lnTo>
                    <a:pt x="1068436" y="1405595"/>
                  </a:lnTo>
                  <a:lnTo>
                    <a:pt x="1068434" y="1405591"/>
                  </a:lnTo>
                  <a:lnTo>
                    <a:pt x="1068439" y="1405585"/>
                  </a:lnTo>
                  <a:lnTo>
                    <a:pt x="1068455" y="1405577"/>
                  </a:lnTo>
                  <a:lnTo>
                    <a:pt x="1068470" y="1405569"/>
                  </a:lnTo>
                  <a:lnTo>
                    <a:pt x="1068478" y="1405566"/>
                  </a:lnTo>
                  <a:lnTo>
                    <a:pt x="1068484" y="1405562"/>
                  </a:lnTo>
                  <a:lnTo>
                    <a:pt x="1068498" y="1405550"/>
                  </a:lnTo>
                  <a:lnTo>
                    <a:pt x="1068507" y="1405537"/>
                  </a:lnTo>
                  <a:lnTo>
                    <a:pt x="1068512" y="1405520"/>
                  </a:lnTo>
                  <a:lnTo>
                    <a:pt x="1068515" y="1405505"/>
                  </a:lnTo>
                  <a:lnTo>
                    <a:pt x="1068517" y="1405490"/>
                  </a:lnTo>
                  <a:lnTo>
                    <a:pt x="1068519" y="1405475"/>
                  </a:lnTo>
                  <a:lnTo>
                    <a:pt x="1068524" y="1405460"/>
                  </a:lnTo>
                  <a:lnTo>
                    <a:pt x="1068536" y="1405445"/>
                  </a:lnTo>
                  <a:lnTo>
                    <a:pt x="1068540" y="1405442"/>
                  </a:lnTo>
                  <a:lnTo>
                    <a:pt x="1068550" y="1405432"/>
                  </a:lnTo>
                  <a:lnTo>
                    <a:pt x="1068559" y="1405418"/>
                  </a:lnTo>
                  <a:lnTo>
                    <a:pt x="1068564" y="1405409"/>
                  </a:lnTo>
                  <a:lnTo>
                    <a:pt x="1068570" y="1405405"/>
                  </a:lnTo>
                  <a:lnTo>
                    <a:pt x="1068579" y="1405400"/>
                  </a:lnTo>
                  <a:lnTo>
                    <a:pt x="1068584" y="1405399"/>
                  </a:lnTo>
                  <a:lnTo>
                    <a:pt x="1068598" y="1405396"/>
                  </a:lnTo>
                  <a:lnTo>
                    <a:pt x="1068613" y="1405393"/>
                  </a:lnTo>
                  <a:lnTo>
                    <a:pt x="1068627" y="1405391"/>
                  </a:lnTo>
                  <a:lnTo>
                    <a:pt x="1068641" y="1405388"/>
                  </a:lnTo>
                  <a:lnTo>
                    <a:pt x="1068655" y="1405387"/>
                  </a:lnTo>
                  <a:lnTo>
                    <a:pt x="1068670" y="1405383"/>
                  </a:lnTo>
                  <a:lnTo>
                    <a:pt x="1068675" y="1405376"/>
                  </a:lnTo>
                  <a:lnTo>
                    <a:pt x="1068677" y="1405368"/>
                  </a:lnTo>
                  <a:lnTo>
                    <a:pt x="1068684" y="1405353"/>
                  </a:lnTo>
                  <a:lnTo>
                    <a:pt x="1068693" y="1405338"/>
                  </a:lnTo>
                  <a:lnTo>
                    <a:pt x="1068699" y="1405323"/>
                  </a:lnTo>
                  <a:lnTo>
                    <a:pt x="1068704" y="1405308"/>
                  </a:lnTo>
                  <a:lnTo>
                    <a:pt x="1068709" y="1405302"/>
                  </a:lnTo>
                  <a:lnTo>
                    <a:pt x="1068715" y="1405294"/>
                  </a:lnTo>
                  <a:lnTo>
                    <a:pt x="1068728" y="1405279"/>
                  </a:lnTo>
                  <a:lnTo>
                    <a:pt x="1068737" y="1405264"/>
                  </a:lnTo>
                  <a:lnTo>
                    <a:pt x="1068745" y="1405254"/>
                  </a:lnTo>
                  <a:lnTo>
                    <a:pt x="1068749" y="1405250"/>
                  </a:lnTo>
                  <a:lnTo>
                    <a:pt x="1068761" y="1405246"/>
                  </a:lnTo>
                  <a:lnTo>
                    <a:pt x="1068777" y="1405244"/>
                  </a:lnTo>
                  <a:lnTo>
                    <a:pt x="1068792" y="1405238"/>
                  </a:lnTo>
                  <a:lnTo>
                    <a:pt x="1068806" y="1405230"/>
                  </a:lnTo>
                  <a:lnTo>
                    <a:pt x="1068820" y="1405217"/>
                  </a:lnTo>
                  <a:lnTo>
                    <a:pt x="1068824" y="1405212"/>
                  </a:lnTo>
                  <a:lnTo>
                    <a:pt x="1068835" y="1405207"/>
                  </a:lnTo>
                  <a:lnTo>
                    <a:pt x="1068842" y="1405203"/>
                  </a:lnTo>
                  <a:lnTo>
                    <a:pt x="1068848" y="1405200"/>
                  </a:lnTo>
                  <a:lnTo>
                    <a:pt x="1068862" y="1405196"/>
                  </a:lnTo>
                  <a:lnTo>
                    <a:pt x="1068876" y="1405192"/>
                  </a:lnTo>
                  <a:lnTo>
                    <a:pt x="1068891" y="1405189"/>
                  </a:lnTo>
                  <a:lnTo>
                    <a:pt x="1068905" y="1405191"/>
                  </a:lnTo>
                  <a:lnTo>
                    <a:pt x="1068919" y="1405191"/>
                  </a:lnTo>
                  <a:lnTo>
                    <a:pt x="1068926" y="1405191"/>
                  </a:lnTo>
                  <a:lnTo>
                    <a:pt x="1068933" y="1405188"/>
                  </a:lnTo>
                  <a:lnTo>
                    <a:pt x="1068942" y="1405183"/>
                  </a:lnTo>
                  <a:lnTo>
                    <a:pt x="1068947" y="1405179"/>
                  </a:lnTo>
                  <a:lnTo>
                    <a:pt x="1068951" y="1405172"/>
                  </a:lnTo>
                  <a:lnTo>
                    <a:pt x="1068954" y="1405164"/>
                  </a:lnTo>
                  <a:lnTo>
                    <a:pt x="1068956" y="1405149"/>
                  </a:lnTo>
                  <a:lnTo>
                    <a:pt x="1068958" y="1405142"/>
                  </a:lnTo>
                  <a:lnTo>
                    <a:pt x="1068958" y="1405134"/>
                  </a:lnTo>
                  <a:lnTo>
                    <a:pt x="1068959" y="1405119"/>
                  </a:lnTo>
                  <a:lnTo>
                    <a:pt x="1068959" y="1405104"/>
                  </a:lnTo>
                  <a:lnTo>
                    <a:pt x="1068959" y="1405092"/>
                  </a:lnTo>
                  <a:lnTo>
                    <a:pt x="1068962" y="1405084"/>
                  </a:lnTo>
                  <a:lnTo>
                    <a:pt x="1068970" y="1405077"/>
                  </a:lnTo>
                  <a:lnTo>
                    <a:pt x="1068984" y="1405063"/>
                  </a:lnTo>
                  <a:lnTo>
                    <a:pt x="1068996" y="1405054"/>
                  </a:lnTo>
                  <a:lnTo>
                    <a:pt x="1069010" y="1405051"/>
                  </a:lnTo>
                  <a:lnTo>
                    <a:pt x="1069026" y="1405051"/>
                  </a:lnTo>
                  <a:lnTo>
                    <a:pt x="1069041" y="1405049"/>
                  </a:lnTo>
                  <a:lnTo>
                    <a:pt x="1069055" y="1405046"/>
                  </a:lnTo>
                  <a:lnTo>
                    <a:pt x="1069069" y="1405044"/>
                  </a:lnTo>
                  <a:lnTo>
                    <a:pt x="1069083" y="1405045"/>
                  </a:lnTo>
                  <a:lnTo>
                    <a:pt x="1069098" y="1405042"/>
                  </a:lnTo>
                  <a:lnTo>
                    <a:pt x="1069112" y="1405034"/>
                  </a:lnTo>
                  <a:lnTo>
                    <a:pt x="1069126" y="1405021"/>
                  </a:lnTo>
                  <a:lnTo>
                    <a:pt x="1069140" y="1405011"/>
                  </a:lnTo>
                  <a:lnTo>
                    <a:pt x="1069154" y="1405005"/>
                  </a:lnTo>
                  <a:lnTo>
                    <a:pt x="1069168" y="1404996"/>
                  </a:lnTo>
                  <a:lnTo>
                    <a:pt x="1069182" y="1404982"/>
                  </a:lnTo>
                  <a:lnTo>
                    <a:pt x="1069190" y="1404976"/>
                  </a:lnTo>
                  <a:lnTo>
                    <a:pt x="1069197" y="1404973"/>
                  </a:lnTo>
                  <a:lnTo>
                    <a:pt x="1069211" y="1404968"/>
                  </a:lnTo>
                  <a:lnTo>
                    <a:pt x="1069225" y="1404963"/>
                  </a:lnTo>
                  <a:lnTo>
                    <a:pt x="1069239" y="1404960"/>
                  </a:lnTo>
                  <a:lnTo>
                    <a:pt x="1069244" y="1404958"/>
                  </a:lnTo>
                  <a:lnTo>
                    <a:pt x="1069254" y="1404950"/>
                  </a:lnTo>
                  <a:lnTo>
                    <a:pt x="1069267" y="1404937"/>
                  </a:lnTo>
                  <a:lnTo>
                    <a:pt x="1069280" y="1404923"/>
                  </a:lnTo>
                  <a:lnTo>
                    <a:pt x="1069289" y="1404915"/>
                  </a:lnTo>
                  <a:lnTo>
                    <a:pt x="1069292" y="1404910"/>
                  </a:lnTo>
                  <a:lnTo>
                    <a:pt x="1069302" y="1404895"/>
                  </a:lnTo>
                  <a:lnTo>
                    <a:pt x="1069312" y="1404880"/>
                  </a:lnTo>
                  <a:lnTo>
                    <a:pt x="1069323" y="1404868"/>
                  </a:lnTo>
                  <a:lnTo>
                    <a:pt x="1069335" y="1404851"/>
                  </a:lnTo>
                  <a:lnTo>
                    <a:pt x="1069346" y="1404836"/>
                  </a:lnTo>
                  <a:lnTo>
                    <a:pt x="1069353" y="1404828"/>
                  </a:lnTo>
                  <a:lnTo>
                    <a:pt x="1069358" y="1404824"/>
                  </a:lnTo>
                  <a:lnTo>
                    <a:pt x="1069367" y="1404819"/>
                  </a:lnTo>
                  <a:lnTo>
                    <a:pt x="1069375" y="1404816"/>
                  </a:lnTo>
                  <a:lnTo>
                    <a:pt x="1069387" y="1404812"/>
                  </a:lnTo>
                  <a:lnTo>
                    <a:pt x="1069394" y="1404810"/>
                  </a:lnTo>
                  <a:lnTo>
                    <a:pt x="1069401" y="1404805"/>
                  </a:lnTo>
                  <a:lnTo>
                    <a:pt x="1069416" y="1404795"/>
                  </a:lnTo>
                  <a:lnTo>
                    <a:pt x="1069429" y="1404784"/>
                  </a:lnTo>
                  <a:lnTo>
                    <a:pt x="1069443" y="1404773"/>
                  </a:lnTo>
                  <a:lnTo>
                    <a:pt x="1069458" y="1404760"/>
                  </a:lnTo>
                  <a:lnTo>
                    <a:pt x="1069461" y="1404754"/>
                  </a:lnTo>
                  <a:lnTo>
                    <a:pt x="1069468" y="1404745"/>
                  </a:lnTo>
                  <a:lnTo>
                    <a:pt x="1069482" y="1404731"/>
                  </a:lnTo>
                  <a:lnTo>
                    <a:pt x="1069495" y="1404719"/>
                  </a:lnTo>
                  <a:lnTo>
                    <a:pt x="1069505" y="1404710"/>
                  </a:lnTo>
                  <a:lnTo>
                    <a:pt x="1069504" y="1404694"/>
                  </a:lnTo>
                  <a:lnTo>
                    <a:pt x="1069501" y="1404679"/>
                  </a:lnTo>
                  <a:lnTo>
                    <a:pt x="1069507" y="1404671"/>
                  </a:lnTo>
                  <a:lnTo>
                    <a:pt x="1069513" y="1404666"/>
                  </a:lnTo>
                  <a:lnTo>
                    <a:pt x="1069518" y="1404660"/>
                  </a:lnTo>
                  <a:lnTo>
                    <a:pt x="1069520" y="1404651"/>
                  </a:lnTo>
                  <a:lnTo>
                    <a:pt x="1069520" y="1404636"/>
                  </a:lnTo>
                  <a:lnTo>
                    <a:pt x="1069520" y="1404629"/>
                  </a:lnTo>
                  <a:lnTo>
                    <a:pt x="1069523" y="1404621"/>
                  </a:lnTo>
                  <a:lnTo>
                    <a:pt x="1069548" y="1404593"/>
                  </a:lnTo>
                  <a:lnTo>
                    <a:pt x="1069563" y="1404562"/>
                  </a:lnTo>
                  <a:lnTo>
                    <a:pt x="1069567" y="1404554"/>
                  </a:lnTo>
                  <a:lnTo>
                    <a:pt x="1069572" y="1404547"/>
                  </a:lnTo>
                  <a:lnTo>
                    <a:pt x="1069582" y="1404532"/>
                  </a:lnTo>
                  <a:lnTo>
                    <a:pt x="1069590" y="1404517"/>
                  </a:lnTo>
                  <a:lnTo>
                    <a:pt x="1069598" y="1404502"/>
                  </a:lnTo>
                  <a:lnTo>
                    <a:pt x="1069607" y="1404487"/>
                  </a:lnTo>
                  <a:lnTo>
                    <a:pt x="1069616" y="1404471"/>
                  </a:lnTo>
                  <a:lnTo>
                    <a:pt x="1069620" y="1404462"/>
                  </a:lnTo>
                  <a:lnTo>
                    <a:pt x="1069622" y="1404454"/>
                  </a:lnTo>
                  <a:lnTo>
                    <a:pt x="1069625" y="1404448"/>
                  </a:lnTo>
                  <a:lnTo>
                    <a:pt x="1069627" y="1404442"/>
                  </a:lnTo>
                  <a:lnTo>
                    <a:pt x="1069633" y="1404421"/>
                  </a:lnTo>
                  <a:lnTo>
                    <a:pt x="1069633" y="1404414"/>
                  </a:lnTo>
                  <a:lnTo>
                    <a:pt x="1069627" y="1404407"/>
                  </a:lnTo>
                  <a:lnTo>
                    <a:pt x="1069618" y="1404403"/>
                  </a:lnTo>
                  <a:lnTo>
                    <a:pt x="1069604" y="1404394"/>
                  </a:lnTo>
                  <a:lnTo>
                    <a:pt x="1069590" y="1404382"/>
                  </a:lnTo>
                  <a:lnTo>
                    <a:pt x="1069580" y="1404370"/>
                  </a:lnTo>
                  <a:lnTo>
                    <a:pt x="1069574" y="1404338"/>
                  </a:lnTo>
                  <a:lnTo>
                    <a:pt x="1069573" y="1404332"/>
                  </a:lnTo>
                  <a:lnTo>
                    <a:pt x="1069566" y="1404330"/>
                  </a:lnTo>
                  <a:lnTo>
                    <a:pt x="1069554" y="1404345"/>
                  </a:lnTo>
                  <a:lnTo>
                    <a:pt x="1069541" y="1404356"/>
                  </a:lnTo>
                  <a:lnTo>
                    <a:pt x="1069526" y="1404366"/>
                  </a:lnTo>
                  <a:lnTo>
                    <a:pt x="1069518" y="1404371"/>
                  </a:lnTo>
                  <a:lnTo>
                    <a:pt x="1069512" y="1404372"/>
                  </a:lnTo>
                  <a:lnTo>
                    <a:pt x="1069489" y="1404374"/>
                  </a:lnTo>
                  <a:lnTo>
                    <a:pt x="1069475" y="1404372"/>
                  </a:lnTo>
                  <a:lnTo>
                    <a:pt x="1069470" y="1404368"/>
                  </a:lnTo>
                  <a:lnTo>
                    <a:pt x="1069456" y="1404357"/>
                  </a:lnTo>
                  <a:lnTo>
                    <a:pt x="1069445" y="1404342"/>
                  </a:lnTo>
                  <a:lnTo>
                    <a:pt x="1069438" y="1404336"/>
                  </a:lnTo>
                  <a:lnTo>
                    <a:pt x="1069431" y="1404337"/>
                  </a:lnTo>
                  <a:lnTo>
                    <a:pt x="1069417" y="1404347"/>
                  </a:lnTo>
                  <a:lnTo>
                    <a:pt x="1069403" y="1404357"/>
                  </a:lnTo>
                  <a:lnTo>
                    <a:pt x="1069389" y="1404366"/>
                  </a:lnTo>
                  <a:lnTo>
                    <a:pt x="1069377" y="1404376"/>
                  </a:lnTo>
                  <a:lnTo>
                    <a:pt x="1069368" y="1404381"/>
                  </a:lnTo>
                  <a:lnTo>
                    <a:pt x="1069361" y="1404383"/>
                  </a:lnTo>
                  <a:lnTo>
                    <a:pt x="1069350" y="1404385"/>
                  </a:lnTo>
                  <a:lnTo>
                    <a:pt x="1069347" y="1404388"/>
                  </a:lnTo>
                  <a:lnTo>
                    <a:pt x="1069332" y="1404398"/>
                  </a:lnTo>
                  <a:lnTo>
                    <a:pt x="1069320" y="1404405"/>
                  </a:lnTo>
                  <a:lnTo>
                    <a:pt x="1069304" y="1404407"/>
                  </a:lnTo>
                  <a:lnTo>
                    <a:pt x="1069289" y="1404410"/>
                  </a:lnTo>
                  <a:lnTo>
                    <a:pt x="1069275" y="1404414"/>
                  </a:lnTo>
                  <a:lnTo>
                    <a:pt x="1069261" y="1404415"/>
                  </a:lnTo>
                  <a:lnTo>
                    <a:pt x="1069257" y="1404415"/>
                  </a:lnTo>
                  <a:lnTo>
                    <a:pt x="1069247" y="1404413"/>
                  </a:lnTo>
                  <a:lnTo>
                    <a:pt x="1069241" y="1404409"/>
                  </a:lnTo>
                  <a:lnTo>
                    <a:pt x="1069238" y="1404400"/>
                  </a:lnTo>
                  <a:lnTo>
                    <a:pt x="1069235" y="1404385"/>
                  </a:lnTo>
                  <a:lnTo>
                    <a:pt x="1069230" y="1404370"/>
                  </a:lnTo>
                  <a:lnTo>
                    <a:pt x="1069232" y="1404351"/>
                  </a:lnTo>
                  <a:lnTo>
                    <a:pt x="1069237" y="1404340"/>
                  </a:lnTo>
                  <a:lnTo>
                    <a:pt x="1069244" y="1404325"/>
                  </a:lnTo>
                  <a:lnTo>
                    <a:pt x="1069246" y="1404320"/>
                  </a:lnTo>
                  <a:lnTo>
                    <a:pt x="1069246" y="1404314"/>
                  </a:lnTo>
                  <a:lnTo>
                    <a:pt x="1069243" y="1404311"/>
                  </a:lnTo>
                  <a:lnTo>
                    <a:pt x="1069229" y="1404305"/>
                  </a:lnTo>
                  <a:lnTo>
                    <a:pt x="1069215" y="1404297"/>
                  </a:lnTo>
                  <a:lnTo>
                    <a:pt x="1069201" y="1404284"/>
                  </a:lnTo>
                  <a:lnTo>
                    <a:pt x="1069186" y="1404274"/>
                  </a:lnTo>
                  <a:lnTo>
                    <a:pt x="1069172" y="1404263"/>
                  </a:lnTo>
                  <a:lnTo>
                    <a:pt x="1069158" y="1404248"/>
                  </a:lnTo>
                  <a:lnTo>
                    <a:pt x="1069138" y="1404238"/>
                  </a:lnTo>
                  <a:lnTo>
                    <a:pt x="1069130" y="1404232"/>
                  </a:lnTo>
                  <a:lnTo>
                    <a:pt x="1069118" y="1404217"/>
                  </a:lnTo>
                  <a:lnTo>
                    <a:pt x="1069111" y="1404201"/>
                  </a:lnTo>
                  <a:lnTo>
                    <a:pt x="1069110" y="1404194"/>
                  </a:lnTo>
                  <a:lnTo>
                    <a:pt x="1069106" y="1404184"/>
                  </a:lnTo>
                  <a:lnTo>
                    <a:pt x="1069101" y="1404176"/>
                  </a:lnTo>
                  <a:lnTo>
                    <a:pt x="1069096" y="1404171"/>
                  </a:lnTo>
                  <a:lnTo>
                    <a:pt x="1069082" y="1404157"/>
                  </a:lnTo>
                  <a:lnTo>
                    <a:pt x="1069077" y="1404150"/>
                  </a:lnTo>
                  <a:lnTo>
                    <a:pt x="1069077" y="1404142"/>
                  </a:lnTo>
                  <a:lnTo>
                    <a:pt x="1069076" y="1404126"/>
                  </a:lnTo>
                  <a:lnTo>
                    <a:pt x="1069077" y="1404111"/>
                  </a:lnTo>
                  <a:lnTo>
                    <a:pt x="1069077" y="1404100"/>
                  </a:lnTo>
                  <a:lnTo>
                    <a:pt x="1069075" y="1404096"/>
                  </a:lnTo>
                  <a:lnTo>
                    <a:pt x="1069068" y="1404085"/>
                  </a:lnTo>
                  <a:lnTo>
                    <a:pt x="1069064" y="1404082"/>
                  </a:lnTo>
                  <a:lnTo>
                    <a:pt x="1069054" y="1404072"/>
                  </a:lnTo>
                  <a:lnTo>
                    <a:pt x="1069049" y="1404063"/>
                  </a:lnTo>
                  <a:lnTo>
                    <a:pt x="1069047" y="1404054"/>
                  </a:lnTo>
                  <a:lnTo>
                    <a:pt x="1069042" y="1404039"/>
                  </a:lnTo>
                  <a:lnTo>
                    <a:pt x="1069035" y="1404023"/>
                  </a:lnTo>
                  <a:lnTo>
                    <a:pt x="1069031" y="1404012"/>
                  </a:lnTo>
                  <a:lnTo>
                    <a:pt x="1069030" y="1404002"/>
                  </a:lnTo>
                  <a:lnTo>
                    <a:pt x="1069032" y="1403993"/>
                  </a:lnTo>
                  <a:lnTo>
                    <a:pt x="1069037" y="1403981"/>
                  </a:lnTo>
                  <a:lnTo>
                    <a:pt x="1069055" y="1403947"/>
                  </a:lnTo>
                  <a:lnTo>
                    <a:pt x="1069062" y="1403934"/>
                  </a:lnTo>
                  <a:lnTo>
                    <a:pt x="1069067" y="1403915"/>
                  </a:lnTo>
                  <a:lnTo>
                    <a:pt x="1069062" y="1403906"/>
                  </a:lnTo>
                  <a:lnTo>
                    <a:pt x="1069054" y="1403891"/>
                  </a:lnTo>
                  <a:lnTo>
                    <a:pt x="1069051" y="1403884"/>
                  </a:lnTo>
                  <a:lnTo>
                    <a:pt x="1069052" y="1403876"/>
                  </a:lnTo>
                  <a:lnTo>
                    <a:pt x="1069062" y="1403846"/>
                  </a:lnTo>
                  <a:lnTo>
                    <a:pt x="1069070" y="1403832"/>
                  </a:lnTo>
                  <a:lnTo>
                    <a:pt x="1069078" y="1403826"/>
                  </a:lnTo>
                  <a:lnTo>
                    <a:pt x="1069085" y="1403823"/>
                  </a:lnTo>
                  <a:lnTo>
                    <a:pt x="1069089" y="1403822"/>
                  </a:lnTo>
                  <a:lnTo>
                    <a:pt x="1069096" y="1403819"/>
                  </a:lnTo>
                  <a:lnTo>
                    <a:pt x="1069106" y="1403809"/>
                  </a:lnTo>
                  <a:lnTo>
                    <a:pt x="1069113" y="1403804"/>
                  </a:lnTo>
                  <a:lnTo>
                    <a:pt x="1069121" y="1403801"/>
                  </a:lnTo>
                  <a:lnTo>
                    <a:pt x="1069130" y="1403795"/>
                  </a:lnTo>
                  <a:lnTo>
                    <a:pt x="1069131" y="1403788"/>
                  </a:lnTo>
                  <a:lnTo>
                    <a:pt x="1069127" y="1403783"/>
                  </a:lnTo>
                  <a:lnTo>
                    <a:pt x="1069115" y="1403770"/>
                  </a:lnTo>
                  <a:lnTo>
                    <a:pt x="1069091" y="1403742"/>
                  </a:lnTo>
                  <a:lnTo>
                    <a:pt x="1069085" y="1403733"/>
                  </a:lnTo>
                  <a:lnTo>
                    <a:pt x="1069085" y="1403727"/>
                  </a:lnTo>
                  <a:lnTo>
                    <a:pt x="1069084" y="1403718"/>
                  </a:lnTo>
                  <a:lnTo>
                    <a:pt x="1069085" y="1403712"/>
                  </a:lnTo>
                  <a:lnTo>
                    <a:pt x="1069089" y="1403697"/>
                  </a:lnTo>
                  <a:lnTo>
                    <a:pt x="1069088" y="1403683"/>
                  </a:lnTo>
                  <a:lnTo>
                    <a:pt x="1069073" y="1403672"/>
                  </a:lnTo>
                  <a:lnTo>
                    <a:pt x="1069065" y="1403666"/>
                  </a:lnTo>
                  <a:lnTo>
                    <a:pt x="1069048" y="1403656"/>
                  </a:lnTo>
                  <a:lnTo>
                    <a:pt x="1069039" y="1403649"/>
                  </a:lnTo>
                  <a:lnTo>
                    <a:pt x="1069033" y="1403643"/>
                  </a:lnTo>
                  <a:lnTo>
                    <a:pt x="1069032" y="1403638"/>
                  </a:lnTo>
                  <a:lnTo>
                    <a:pt x="1069033" y="1403633"/>
                  </a:lnTo>
                  <a:lnTo>
                    <a:pt x="1069037" y="1403626"/>
                  </a:lnTo>
                  <a:lnTo>
                    <a:pt x="1069038" y="1403609"/>
                  </a:lnTo>
                  <a:lnTo>
                    <a:pt x="1069035" y="1403603"/>
                  </a:lnTo>
                  <a:lnTo>
                    <a:pt x="1069029" y="1403597"/>
                  </a:lnTo>
                  <a:lnTo>
                    <a:pt x="1069017" y="1403583"/>
                  </a:lnTo>
                  <a:lnTo>
                    <a:pt x="1069004" y="1403572"/>
                  </a:lnTo>
                  <a:lnTo>
                    <a:pt x="1068990" y="1403562"/>
                  </a:lnTo>
                  <a:lnTo>
                    <a:pt x="1068983" y="1403559"/>
                  </a:lnTo>
                  <a:lnTo>
                    <a:pt x="1068976" y="1403553"/>
                  </a:lnTo>
                  <a:lnTo>
                    <a:pt x="1068961" y="1403540"/>
                  </a:lnTo>
                  <a:lnTo>
                    <a:pt x="1068951" y="1403525"/>
                  </a:lnTo>
                  <a:lnTo>
                    <a:pt x="1068949" y="1403518"/>
                  </a:lnTo>
                  <a:lnTo>
                    <a:pt x="1068949" y="1403513"/>
                  </a:lnTo>
                  <a:lnTo>
                    <a:pt x="1068960" y="1403494"/>
                  </a:lnTo>
                  <a:lnTo>
                    <a:pt x="1068973" y="1403480"/>
                  </a:lnTo>
                  <a:lnTo>
                    <a:pt x="1068983" y="1403465"/>
                  </a:lnTo>
                  <a:lnTo>
                    <a:pt x="1068997" y="1403453"/>
                  </a:lnTo>
                  <a:lnTo>
                    <a:pt x="1069011" y="1403444"/>
                  </a:lnTo>
                  <a:lnTo>
                    <a:pt x="1069021" y="1403436"/>
                  </a:lnTo>
                  <a:lnTo>
                    <a:pt x="1069022" y="1403432"/>
                  </a:lnTo>
                  <a:lnTo>
                    <a:pt x="1069025" y="1403417"/>
                  </a:lnTo>
                  <a:lnTo>
                    <a:pt x="1069027" y="1403407"/>
                  </a:lnTo>
                  <a:lnTo>
                    <a:pt x="1069030" y="1403402"/>
                  </a:lnTo>
                  <a:lnTo>
                    <a:pt x="1069040" y="1403387"/>
                  </a:lnTo>
                  <a:lnTo>
                    <a:pt x="1069048" y="1403380"/>
                  </a:lnTo>
                  <a:lnTo>
                    <a:pt x="1069052" y="1403374"/>
                  </a:lnTo>
                  <a:lnTo>
                    <a:pt x="1069055" y="1403369"/>
                  </a:lnTo>
                  <a:lnTo>
                    <a:pt x="1069055" y="1403359"/>
                  </a:lnTo>
                  <a:lnTo>
                    <a:pt x="1069054" y="1403352"/>
                  </a:lnTo>
                  <a:lnTo>
                    <a:pt x="1069050" y="1403344"/>
                  </a:lnTo>
                  <a:lnTo>
                    <a:pt x="1069044" y="1403329"/>
                  </a:lnTo>
                  <a:lnTo>
                    <a:pt x="1069040" y="1403322"/>
                  </a:lnTo>
                  <a:lnTo>
                    <a:pt x="1069037" y="1403314"/>
                  </a:lnTo>
                  <a:lnTo>
                    <a:pt x="1069033" y="1403299"/>
                  </a:lnTo>
                  <a:lnTo>
                    <a:pt x="1069029" y="1403283"/>
                  </a:lnTo>
                  <a:lnTo>
                    <a:pt x="1069027" y="1403276"/>
                  </a:lnTo>
                  <a:lnTo>
                    <a:pt x="1069028" y="1403260"/>
                  </a:lnTo>
                  <a:lnTo>
                    <a:pt x="1069030" y="1403253"/>
                  </a:lnTo>
                  <a:lnTo>
                    <a:pt x="1069035" y="1403238"/>
                  </a:lnTo>
                  <a:lnTo>
                    <a:pt x="1069042" y="1403226"/>
                  </a:lnTo>
                  <a:lnTo>
                    <a:pt x="1069046" y="1403208"/>
                  </a:lnTo>
                  <a:lnTo>
                    <a:pt x="1069046" y="1403193"/>
                  </a:lnTo>
                  <a:lnTo>
                    <a:pt x="1069045" y="1403176"/>
                  </a:lnTo>
                  <a:lnTo>
                    <a:pt x="1069038" y="1403164"/>
                  </a:lnTo>
                  <a:lnTo>
                    <a:pt x="1069027" y="1403149"/>
                  </a:lnTo>
                  <a:lnTo>
                    <a:pt x="1069023" y="1403135"/>
                  </a:lnTo>
                  <a:lnTo>
                    <a:pt x="1069025" y="1403124"/>
                  </a:lnTo>
                  <a:lnTo>
                    <a:pt x="1069030" y="1403119"/>
                  </a:lnTo>
                  <a:lnTo>
                    <a:pt x="1069044" y="1403111"/>
                  </a:lnTo>
                  <a:lnTo>
                    <a:pt x="1069055" y="1403105"/>
                  </a:lnTo>
                  <a:lnTo>
                    <a:pt x="1069072" y="1403092"/>
                  </a:lnTo>
                  <a:lnTo>
                    <a:pt x="1069087" y="1403082"/>
                  </a:lnTo>
                  <a:lnTo>
                    <a:pt x="1069098" y="1403068"/>
                  </a:lnTo>
                  <a:lnTo>
                    <a:pt x="1069106" y="1403055"/>
                  </a:lnTo>
                  <a:lnTo>
                    <a:pt x="1069111" y="1403053"/>
                  </a:lnTo>
                  <a:lnTo>
                    <a:pt x="1069147" y="1403053"/>
                  </a:lnTo>
                  <a:lnTo>
                    <a:pt x="1069151" y="1403051"/>
                  </a:lnTo>
                  <a:lnTo>
                    <a:pt x="1069165" y="1403043"/>
                  </a:lnTo>
                  <a:lnTo>
                    <a:pt x="1069179" y="1403037"/>
                  </a:lnTo>
                  <a:lnTo>
                    <a:pt x="1069222" y="1403022"/>
                  </a:lnTo>
                  <a:lnTo>
                    <a:pt x="1069238" y="1403018"/>
                  </a:lnTo>
                  <a:lnTo>
                    <a:pt x="1069245" y="1403013"/>
                  </a:lnTo>
                  <a:lnTo>
                    <a:pt x="1069250" y="1403008"/>
                  </a:lnTo>
                  <a:lnTo>
                    <a:pt x="1069260" y="1402994"/>
                  </a:lnTo>
                  <a:lnTo>
                    <a:pt x="1069264" y="1402990"/>
                  </a:lnTo>
                  <a:lnTo>
                    <a:pt x="1069273" y="1402983"/>
                  </a:lnTo>
                  <a:lnTo>
                    <a:pt x="1069288" y="1402977"/>
                  </a:lnTo>
                  <a:lnTo>
                    <a:pt x="1069302" y="1402973"/>
                  </a:lnTo>
                  <a:lnTo>
                    <a:pt x="1069316" y="1402970"/>
                  </a:lnTo>
                  <a:lnTo>
                    <a:pt x="1069331" y="1402966"/>
                  </a:lnTo>
                  <a:lnTo>
                    <a:pt x="1069345" y="1402962"/>
                  </a:lnTo>
                  <a:lnTo>
                    <a:pt x="1069359" y="1402959"/>
                  </a:lnTo>
                  <a:lnTo>
                    <a:pt x="1069369" y="1402958"/>
                  </a:lnTo>
                  <a:lnTo>
                    <a:pt x="1069377" y="1402956"/>
                  </a:lnTo>
                  <a:lnTo>
                    <a:pt x="1069382" y="1402953"/>
                  </a:lnTo>
                  <a:lnTo>
                    <a:pt x="1069386" y="1402948"/>
                  </a:lnTo>
                  <a:lnTo>
                    <a:pt x="1069395" y="1402930"/>
                  </a:lnTo>
                  <a:lnTo>
                    <a:pt x="1069402" y="1402916"/>
                  </a:lnTo>
                  <a:lnTo>
                    <a:pt x="1069406" y="1402901"/>
                  </a:lnTo>
                  <a:lnTo>
                    <a:pt x="1069405" y="1402889"/>
                  </a:lnTo>
                  <a:lnTo>
                    <a:pt x="1069401" y="1402871"/>
                  </a:lnTo>
                  <a:lnTo>
                    <a:pt x="1069396" y="1402856"/>
                  </a:lnTo>
                  <a:lnTo>
                    <a:pt x="1069392" y="1402841"/>
                  </a:lnTo>
                  <a:lnTo>
                    <a:pt x="1069390" y="1402837"/>
                  </a:lnTo>
                  <a:lnTo>
                    <a:pt x="1069389" y="1402826"/>
                  </a:lnTo>
                  <a:lnTo>
                    <a:pt x="1069391" y="1402810"/>
                  </a:lnTo>
                  <a:lnTo>
                    <a:pt x="1069394" y="1402795"/>
                  </a:lnTo>
                  <a:lnTo>
                    <a:pt x="1069394" y="1402791"/>
                  </a:lnTo>
                  <a:lnTo>
                    <a:pt x="1069390" y="1402785"/>
                  </a:lnTo>
                  <a:lnTo>
                    <a:pt x="1069385" y="1402783"/>
                  </a:lnTo>
                  <a:lnTo>
                    <a:pt x="1069371" y="1402776"/>
                  </a:lnTo>
                  <a:lnTo>
                    <a:pt x="1069363" y="1402773"/>
                  </a:lnTo>
                  <a:lnTo>
                    <a:pt x="1069357" y="1402768"/>
                  </a:lnTo>
                  <a:lnTo>
                    <a:pt x="1069349" y="1402763"/>
                  </a:lnTo>
                  <a:lnTo>
                    <a:pt x="1069344" y="1402757"/>
                  </a:lnTo>
                  <a:lnTo>
                    <a:pt x="1069334" y="1402742"/>
                  </a:lnTo>
                  <a:lnTo>
                    <a:pt x="1069327" y="1402726"/>
                  </a:lnTo>
                  <a:lnTo>
                    <a:pt x="1069318" y="1402711"/>
                  </a:lnTo>
                  <a:lnTo>
                    <a:pt x="1069312" y="1402703"/>
                  </a:lnTo>
                  <a:lnTo>
                    <a:pt x="1069305" y="1402697"/>
                  </a:lnTo>
                  <a:lnTo>
                    <a:pt x="1069291" y="1402687"/>
                  </a:lnTo>
                  <a:lnTo>
                    <a:pt x="1069277" y="1402676"/>
                  </a:lnTo>
                  <a:lnTo>
                    <a:pt x="1069265" y="1402665"/>
                  </a:lnTo>
                  <a:lnTo>
                    <a:pt x="1069256" y="1402657"/>
                  </a:lnTo>
                  <a:lnTo>
                    <a:pt x="1069250" y="1402654"/>
                  </a:lnTo>
                  <a:lnTo>
                    <a:pt x="1069236" y="1402642"/>
                  </a:lnTo>
                  <a:lnTo>
                    <a:pt x="1069225" y="1402629"/>
                  </a:lnTo>
                  <a:lnTo>
                    <a:pt x="1069213" y="1402614"/>
                  </a:lnTo>
                  <a:lnTo>
                    <a:pt x="1069202" y="1402600"/>
                  </a:lnTo>
                  <a:lnTo>
                    <a:pt x="1069196" y="1402592"/>
                  </a:lnTo>
                  <a:lnTo>
                    <a:pt x="1069189" y="1402587"/>
                  </a:lnTo>
                  <a:lnTo>
                    <a:pt x="1069175" y="1402576"/>
                  </a:lnTo>
                  <a:lnTo>
                    <a:pt x="1069161" y="1402564"/>
                  </a:lnTo>
                  <a:lnTo>
                    <a:pt x="1069151" y="1402553"/>
                  </a:lnTo>
                  <a:lnTo>
                    <a:pt x="1069149" y="1402549"/>
                  </a:lnTo>
                  <a:lnTo>
                    <a:pt x="1069146" y="1402542"/>
                  </a:lnTo>
                  <a:lnTo>
                    <a:pt x="1069145" y="1402534"/>
                  </a:lnTo>
                  <a:lnTo>
                    <a:pt x="1069146" y="1402522"/>
                  </a:lnTo>
                  <a:lnTo>
                    <a:pt x="1069150" y="1402513"/>
                  </a:lnTo>
                  <a:lnTo>
                    <a:pt x="1069156" y="1402504"/>
                  </a:lnTo>
                  <a:lnTo>
                    <a:pt x="1069168" y="1402489"/>
                  </a:lnTo>
                  <a:lnTo>
                    <a:pt x="1069182" y="1402477"/>
                  </a:lnTo>
                  <a:lnTo>
                    <a:pt x="1069194" y="1402463"/>
                  </a:lnTo>
                  <a:lnTo>
                    <a:pt x="1069204" y="1402448"/>
                  </a:lnTo>
                  <a:lnTo>
                    <a:pt x="1069216" y="1402435"/>
                  </a:lnTo>
                  <a:lnTo>
                    <a:pt x="1069240" y="1402419"/>
                  </a:lnTo>
                  <a:lnTo>
                    <a:pt x="1069252" y="1402413"/>
                  </a:lnTo>
                  <a:lnTo>
                    <a:pt x="1069273" y="1402406"/>
                  </a:lnTo>
                  <a:lnTo>
                    <a:pt x="1069287" y="1402404"/>
                  </a:lnTo>
                  <a:lnTo>
                    <a:pt x="1069301" y="1402401"/>
                  </a:lnTo>
                  <a:lnTo>
                    <a:pt x="1069321" y="1402398"/>
                  </a:lnTo>
                  <a:lnTo>
                    <a:pt x="1069325" y="1402396"/>
                  </a:lnTo>
                  <a:lnTo>
                    <a:pt x="1069332" y="1402382"/>
                  </a:lnTo>
                  <a:lnTo>
                    <a:pt x="1069336" y="1402363"/>
                  </a:lnTo>
                  <a:lnTo>
                    <a:pt x="1069336" y="1402346"/>
                  </a:lnTo>
                  <a:lnTo>
                    <a:pt x="1069331" y="1402331"/>
                  </a:lnTo>
                  <a:lnTo>
                    <a:pt x="1069324" y="1402316"/>
                  </a:lnTo>
                  <a:lnTo>
                    <a:pt x="1069316" y="1402300"/>
                  </a:lnTo>
                  <a:lnTo>
                    <a:pt x="1069308" y="1402285"/>
                  </a:lnTo>
                  <a:lnTo>
                    <a:pt x="1069301" y="1402270"/>
                  </a:lnTo>
                  <a:lnTo>
                    <a:pt x="1069295" y="1402255"/>
                  </a:lnTo>
                  <a:lnTo>
                    <a:pt x="1069291" y="1402240"/>
                  </a:lnTo>
                  <a:lnTo>
                    <a:pt x="1069288" y="1402224"/>
                  </a:lnTo>
                  <a:lnTo>
                    <a:pt x="1069286" y="1402209"/>
                  </a:lnTo>
                  <a:lnTo>
                    <a:pt x="1069282" y="1402179"/>
                  </a:lnTo>
                  <a:lnTo>
                    <a:pt x="1069281" y="1402164"/>
                  </a:lnTo>
                  <a:lnTo>
                    <a:pt x="1069279" y="1402149"/>
                  </a:lnTo>
                  <a:lnTo>
                    <a:pt x="1069276" y="1402134"/>
                  </a:lnTo>
                  <a:lnTo>
                    <a:pt x="1069273" y="1402119"/>
                  </a:lnTo>
                  <a:lnTo>
                    <a:pt x="1069271" y="1402104"/>
                  </a:lnTo>
                  <a:lnTo>
                    <a:pt x="1069268" y="1402083"/>
                  </a:lnTo>
                  <a:lnTo>
                    <a:pt x="1069265" y="1402073"/>
                  </a:lnTo>
                  <a:lnTo>
                    <a:pt x="1069258" y="1402058"/>
                  </a:lnTo>
                  <a:lnTo>
                    <a:pt x="1069253" y="1402048"/>
                  </a:lnTo>
                  <a:lnTo>
                    <a:pt x="1069248" y="1402043"/>
                  </a:lnTo>
                  <a:lnTo>
                    <a:pt x="1069234" y="1402033"/>
                  </a:lnTo>
                  <a:lnTo>
                    <a:pt x="1069225" y="1402026"/>
                  </a:lnTo>
                  <a:lnTo>
                    <a:pt x="1069222" y="1402019"/>
                  </a:lnTo>
                  <a:lnTo>
                    <a:pt x="1069223" y="1402009"/>
                  </a:lnTo>
                  <a:lnTo>
                    <a:pt x="1069225" y="1402000"/>
                  </a:lnTo>
                  <a:lnTo>
                    <a:pt x="1069230" y="1401989"/>
                  </a:lnTo>
                  <a:lnTo>
                    <a:pt x="1069238" y="1401975"/>
                  </a:lnTo>
                  <a:lnTo>
                    <a:pt x="1069249" y="1401960"/>
                  </a:lnTo>
                  <a:lnTo>
                    <a:pt x="1069254" y="1401953"/>
                  </a:lnTo>
                  <a:lnTo>
                    <a:pt x="1069255" y="1401945"/>
                  </a:lnTo>
                  <a:lnTo>
                    <a:pt x="1069254" y="1401930"/>
                  </a:lnTo>
                  <a:lnTo>
                    <a:pt x="1069251" y="1401915"/>
                  </a:lnTo>
                  <a:lnTo>
                    <a:pt x="1069249" y="1401904"/>
                  </a:lnTo>
                  <a:lnTo>
                    <a:pt x="1069245" y="1401894"/>
                  </a:lnTo>
                  <a:lnTo>
                    <a:pt x="1069240" y="1401884"/>
                  </a:lnTo>
                  <a:lnTo>
                    <a:pt x="1069234" y="1401869"/>
                  </a:lnTo>
                  <a:lnTo>
                    <a:pt x="1069227" y="1401854"/>
                  </a:lnTo>
                  <a:lnTo>
                    <a:pt x="1069217" y="1401824"/>
                  </a:lnTo>
                  <a:lnTo>
                    <a:pt x="1069215" y="1401816"/>
                  </a:lnTo>
                  <a:lnTo>
                    <a:pt x="1069212" y="1401809"/>
                  </a:lnTo>
                  <a:lnTo>
                    <a:pt x="1069206" y="1401797"/>
                  </a:lnTo>
                  <a:lnTo>
                    <a:pt x="1069197" y="1401784"/>
                  </a:lnTo>
                  <a:lnTo>
                    <a:pt x="1069176" y="1401772"/>
                  </a:lnTo>
                  <a:lnTo>
                    <a:pt x="1069151" y="1401774"/>
                  </a:lnTo>
                  <a:lnTo>
                    <a:pt x="1069119" y="1401783"/>
                  </a:lnTo>
                  <a:lnTo>
                    <a:pt x="1069105" y="1401786"/>
                  </a:lnTo>
                  <a:lnTo>
                    <a:pt x="1069091" y="1401795"/>
                  </a:lnTo>
                  <a:lnTo>
                    <a:pt x="1069078" y="1401808"/>
                  </a:lnTo>
                  <a:lnTo>
                    <a:pt x="1069068" y="1401823"/>
                  </a:lnTo>
                  <a:lnTo>
                    <a:pt x="1069060" y="1401829"/>
                  </a:lnTo>
                  <a:lnTo>
                    <a:pt x="1069054" y="1401832"/>
                  </a:lnTo>
                  <a:lnTo>
                    <a:pt x="1069040" y="1401837"/>
                  </a:lnTo>
                  <a:lnTo>
                    <a:pt x="1069026" y="1401839"/>
                  </a:lnTo>
                  <a:lnTo>
                    <a:pt x="1069012" y="1401842"/>
                  </a:lnTo>
                  <a:lnTo>
                    <a:pt x="1068997" y="1401844"/>
                  </a:lnTo>
                  <a:lnTo>
                    <a:pt x="1068983" y="1401850"/>
                  </a:lnTo>
                  <a:lnTo>
                    <a:pt x="1068969" y="1401852"/>
                  </a:lnTo>
                  <a:lnTo>
                    <a:pt x="1068954" y="1401853"/>
                  </a:lnTo>
                  <a:lnTo>
                    <a:pt x="1068942" y="1401851"/>
                  </a:lnTo>
                  <a:lnTo>
                    <a:pt x="1068912" y="1401833"/>
                  </a:lnTo>
                  <a:lnTo>
                    <a:pt x="1068898" y="1401825"/>
                  </a:lnTo>
                  <a:lnTo>
                    <a:pt x="1068884" y="1401819"/>
                  </a:lnTo>
                  <a:lnTo>
                    <a:pt x="1068870" y="1401813"/>
                  </a:lnTo>
                  <a:lnTo>
                    <a:pt x="1068863" y="1401811"/>
                  </a:lnTo>
                  <a:lnTo>
                    <a:pt x="1068856" y="1401811"/>
                  </a:lnTo>
                  <a:lnTo>
                    <a:pt x="1068841" y="1401812"/>
                  </a:lnTo>
                  <a:lnTo>
                    <a:pt x="1068827" y="1401812"/>
                  </a:lnTo>
                  <a:lnTo>
                    <a:pt x="1068813" y="1401814"/>
                  </a:lnTo>
                  <a:lnTo>
                    <a:pt x="1068799" y="1401817"/>
                  </a:lnTo>
                  <a:lnTo>
                    <a:pt x="1068770" y="1401827"/>
                  </a:lnTo>
                  <a:lnTo>
                    <a:pt x="1068762" y="1401831"/>
                  </a:lnTo>
                  <a:lnTo>
                    <a:pt x="1068696" y="1401846"/>
                  </a:lnTo>
                  <a:lnTo>
                    <a:pt x="1068682" y="1401851"/>
                  </a:lnTo>
                  <a:lnTo>
                    <a:pt x="1068676" y="1401855"/>
                  </a:lnTo>
                  <a:lnTo>
                    <a:pt x="1068668" y="1401855"/>
                  </a:lnTo>
                  <a:lnTo>
                    <a:pt x="1068654" y="1401852"/>
                  </a:lnTo>
                  <a:lnTo>
                    <a:pt x="1068644" y="1401848"/>
                  </a:lnTo>
                  <a:lnTo>
                    <a:pt x="1068640" y="1401845"/>
                  </a:lnTo>
                  <a:lnTo>
                    <a:pt x="1068625" y="1401839"/>
                  </a:lnTo>
                  <a:lnTo>
                    <a:pt x="1068611" y="1401837"/>
                  </a:lnTo>
                  <a:lnTo>
                    <a:pt x="1068597" y="1401836"/>
                  </a:lnTo>
                  <a:lnTo>
                    <a:pt x="1068583" y="1401839"/>
                  </a:lnTo>
                  <a:lnTo>
                    <a:pt x="1068569" y="1401846"/>
                  </a:lnTo>
                  <a:lnTo>
                    <a:pt x="1068558" y="1401853"/>
                  </a:lnTo>
                  <a:lnTo>
                    <a:pt x="1068555" y="1401857"/>
                  </a:lnTo>
                  <a:lnTo>
                    <a:pt x="1068548" y="1401865"/>
                  </a:lnTo>
                  <a:lnTo>
                    <a:pt x="1068542" y="1401868"/>
                  </a:lnTo>
                  <a:lnTo>
                    <a:pt x="1068535" y="1401871"/>
                  </a:lnTo>
                  <a:lnTo>
                    <a:pt x="1068529" y="1401878"/>
                  </a:lnTo>
                  <a:lnTo>
                    <a:pt x="1068521" y="1401893"/>
                  </a:lnTo>
                  <a:lnTo>
                    <a:pt x="1068517" y="1401901"/>
                  </a:lnTo>
                  <a:lnTo>
                    <a:pt x="1068510" y="1401904"/>
                  </a:lnTo>
                  <a:lnTo>
                    <a:pt x="1068482" y="1401910"/>
                  </a:lnTo>
                  <a:lnTo>
                    <a:pt x="1068468" y="1401912"/>
                  </a:lnTo>
                  <a:lnTo>
                    <a:pt x="1068454" y="1401916"/>
                  </a:lnTo>
                  <a:lnTo>
                    <a:pt x="1068439" y="1401921"/>
                  </a:lnTo>
                  <a:lnTo>
                    <a:pt x="1068418" y="1401931"/>
                  </a:lnTo>
                  <a:lnTo>
                    <a:pt x="1068411" y="1401934"/>
                  </a:lnTo>
                  <a:lnTo>
                    <a:pt x="1068396" y="1401942"/>
                  </a:lnTo>
                  <a:lnTo>
                    <a:pt x="1068382" y="1401950"/>
                  </a:lnTo>
                  <a:lnTo>
                    <a:pt x="1068368" y="1401954"/>
                  </a:lnTo>
                  <a:lnTo>
                    <a:pt x="1068354" y="1401963"/>
                  </a:lnTo>
                  <a:lnTo>
                    <a:pt x="1068345" y="1401967"/>
                  </a:lnTo>
                  <a:lnTo>
                    <a:pt x="1068339" y="1401968"/>
                  </a:lnTo>
                  <a:lnTo>
                    <a:pt x="1068325" y="1401967"/>
                  </a:lnTo>
                  <a:lnTo>
                    <a:pt x="1068311" y="1401966"/>
                  </a:lnTo>
                  <a:lnTo>
                    <a:pt x="1068297" y="1401966"/>
                  </a:lnTo>
                  <a:lnTo>
                    <a:pt x="1068282" y="1401967"/>
                  </a:lnTo>
                  <a:lnTo>
                    <a:pt x="1068269" y="1401968"/>
                  </a:lnTo>
                  <a:lnTo>
                    <a:pt x="1068261" y="1401967"/>
                  </a:lnTo>
                  <a:lnTo>
                    <a:pt x="1068254" y="1401965"/>
                  </a:lnTo>
                  <a:lnTo>
                    <a:pt x="1068240" y="1401962"/>
                  </a:lnTo>
                  <a:lnTo>
                    <a:pt x="1068226" y="1401959"/>
                  </a:lnTo>
                  <a:lnTo>
                    <a:pt x="1068212" y="1401951"/>
                  </a:lnTo>
                  <a:lnTo>
                    <a:pt x="1068206" y="1401948"/>
                  </a:lnTo>
                  <a:lnTo>
                    <a:pt x="1068202" y="1401948"/>
                  </a:lnTo>
                  <a:lnTo>
                    <a:pt x="1068198" y="1401951"/>
                  </a:lnTo>
                  <a:lnTo>
                    <a:pt x="1068183" y="1401962"/>
                  </a:lnTo>
                  <a:lnTo>
                    <a:pt x="1068169" y="1401972"/>
                  </a:lnTo>
                  <a:lnTo>
                    <a:pt x="1068165" y="1401974"/>
                  </a:lnTo>
                  <a:lnTo>
                    <a:pt x="1068161" y="1401973"/>
                  </a:lnTo>
                  <a:lnTo>
                    <a:pt x="1068155" y="1401969"/>
                  </a:lnTo>
                  <a:lnTo>
                    <a:pt x="1068150" y="1401960"/>
                  </a:lnTo>
                  <a:lnTo>
                    <a:pt x="1068144" y="1401953"/>
                  </a:lnTo>
                  <a:lnTo>
                    <a:pt x="1068130" y="1401942"/>
                  </a:lnTo>
                  <a:lnTo>
                    <a:pt x="1068116" y="1401932"/>
                  </a:lnTo>
                  <a:lnTo>
                    <a:pt x="1068102" y="1401924"/>
                  </a:lnTo>
                  <a:lnTo>
                    <a:pt x="1068088" y="1401918"/>
                  </a:lnTo>
                  <a:lnTo>
                    <a:pt x="1068073" y="1401915"/>
                  </a:lnTo>
                  <a:lnTo>
                    <a:pt x="1068059" y="1401913"/>
                  </a:lnTo>
                  <a:lnTo>
                    <a:pt x="1068045" y="1401910"/>
                  </a:lnTo>
                  <a:lnTo>
                    <a:pt x="1068031" y="1401906"/>
                  </a:lnTo>
                  <a:lnTo>
                    <a:pt x="1068017" y="1401903"/>
                  </a:lnTo>
                  <a:lnTo>
                    <a:pt x="1068003" y="1401897"/>
                  </a:lnTo>
                  <a:lnTo>
                    <a:pt x="1067989" y="1401887"/>
                  </a:lnTo>
                  <a:lnTo>
                    <a:pt x="1067976" y="1401873"/>
                  </a:lnTo>
                  <a:lnTo>
                    <a:pt x="1067971" y="1401865"/>
                  </a:lnTo>
                  <a:lnTo>
                    <a:pt x="1067968" y="1401858"/>
                  </a:lnTo>
                  <a:lnTo>
                    <a:pt x="1067962" y="1401843"/>
                  </a:lnTo>
                  <a:lnTo>
                    <a:pt x="1067956" y="1401828"/>
                  </a:lnTo>
                  <a:lnTo>
                    <a:pt x="1067952" y="1401813"/>
                  </a:lnTo>
                  <a:lnTo>
                    <a:pt x="1067947" y="1401802"/>
                  </a:lnTo>
                  <a:lnTo>
                    <a:pt x="1067941" y="1401782"/>
                  </a:lnTo>
                  <a:lnTo>
                    <a:pt x="1067935" y="1401767"/>
                  </a:lnTo>
                  <a:lnTo>
                    <a:pt x="1067928" y="1401752"/>
                  </a:lnTo>
                  <a:lnTo>
                    <a:pt x="1067924" y="1401744"/>
                  </a:lnTo>
                  <a:lnTo>
                    <a:pt x="1067919" y="1401737"/>
                  </a:lnTo>
                  <a:lnTo>
                    <a:pt x="1067910" y="1401731"/>
                  </a:lnTo>
                  <a:lnTo>
                    <a:pt x="1067905" y="1401729"/>
                  </a:lnTo>
                  <a:lnTo>
                    <a:pt x="1067890" y="1401726"/>
                  </a:lnTo>
                  <a:lnTo>
                    <a:pt x="1067876" y="1401721"/>
                  </a:lnTo>
                  <a:lnTo>
                    <a:pt x="1067862" y="1401715"/>
                  </a:lnTo>
                  <a:lnTo>
                    <a:pt x="1067807" y="1401693"/>
                  </a:lnTo>
                  <a:lnTo>
                    <a:pt x="1067792" y="1401685"/>
                  </a:lnTo>
                  <a:lnTo>
                    <a:pt x="1067778" y="1401680"/>
                  </a:lnTo>
                  <a:lnTo>
                    <a:pt x="1067763" y="1401677"/>
                  </a:lnTo>
                  <a:lnTo>
                    <a:pt x="1067758" y="1401677"/>
                  </a:lnTo>
                  <a:lnTo>
                    <a:pt x="1067755" y="1401681"/>
                  </a:lnTo>
                  <a:lnTo>
                    <a:pt x="1067746" y="1401693"/>
                  </a:lnTo>
                  <a:lnTo>
                    <a:pt x="1067735" y="1401710"/>
                  </a:lnTo>
                  <a:lnTo>
                    <a:pt x="1067727" y="1401722"/>
                  </a:lnTo>
                  <a:lnTo>
                    <a:pt x="1067705" y="1401731"/>
                  </a:lnTo>
                  <a:lnTo>
                    <a:pt x="1067686" y="1401731"/>
                  </a:lnTo>
                  <a:lnTo>
                    <a:pt x="1067663" y="1401729"/>
                  </a:lnTo>
                  <a:lnTo>
                    <a:pt x="1067636" y="1401728"/>
                  </a:lnTo>
                  <a:lnTo>
                    <a:pt x="1067607" y="1401726"/>
                  </a:lnTo>
                  <a:lnTo>
                    <a:pt x="1067581" y="1401722"/>
                  </a:lnTo>
                  <a:lnTo>
                    <a:pt x="1067554" y="1401714"/>
                  </a:lnTo>
                  <a:lnTo>
                    <a:pt x="1067544" y="1401711"/>
                  </a:lnTo>
                  <a:lnTo>
                    <a:pt x="1067530" y="1401710"/>
                  </a:lnTo>
                  <a:lnTo>
                    <a:pt x="1067516" y="1401711"/>
                  </a:lnTo>
                  <a:lnTo>
                    <a:pt x="1067498" y="1401717"/>
                  </a:lnTo>
                  <a:lnTo>
                    <a:pt x="1067487" y="1401718"/>
                  </a:lnTo>
                  <a:lnTo>
                    <a:pt x="1067473" y="1401717"/>
                  </a:lnTo>
                  <a:lnTo>
                    <a:pt x="1067459" y="1401718"/>
                  </a:lnTo>
                  <a:lnTo>
                    <a:pt x="1067445" y="1401720"/>
                  </a:lnTo>
                  <a:lnTo>
                    <a:pt x="1067431" y="1401724"/>
                  </a:lnTo>
                  <a:lnTo>
                    <a:pt x="1067416" y="1401728"/>
                  </a:lnTo>
                  <a:lnTo>
                    <a:pt x="1067402" y="1401733"/>
                  </a:lnTo>
                  <a:lnTo>
                    <a:pt x="1067395" y="1401735"/>
                  </a:lnTo>
                  <a:lnTo>
                    <a:pt x="1067388" y="1401735"/>
                  </a:lnTo>
                  <a:lnTo>
                    <a:pt x="1067380" y="1401732"/>
                  </a:lnTo>
                  <a:lnTo>
                    <a:pt x="1067375" y="1401725"/>
                  </a:lnTo>
                  <a:lnTo>
                    <a:pt x="1067364" y="1401710"/>
                  </a:lnTo>
                  <a:lnTo>
                    <a:pt x="1067341" y="1401687"/>
                  </a:lnTo>
                  <a:lnTo>
                    <a:pt x="1067338" y="1401682"/>
                  </a:lnTo>
                  <a:lnTo>
                    <a:pt x="1067332" y="1401669"/>
                  </a:lnTo>
                  <a:lnTo>
                    <a:pt x="1067325" y="1401652"/>
                  </a:lnTo>
                  <a:lnTo>
                    <a:pt x="1067323" y="1401644"/>
                  </a:lnTo>
                  <a:lnTo>
                    <a:pt x="1067319" y="1401639"/>
                  </a:lnTo>
                  <a:lnTo>
                    <a:pt x="1067310" y="1401639"/>
                  </a:lnTo>
                  <a:lnTo>
                    <a:pt x="1067289" y="1401649"/>
                  </a:lnTo>
                  <a:lnTo>
                    <a:pt x="1067274" y="1401654"/>
                  </a:lnTo>
                  <a:lnTo>
                    <a:pt x="1067246" y="1401666"/>
                  </a:lnTo>
                  <a:lnTo>
                    <a:pt x="1067232" y="1401671"/>
                  </a:lnTo>
                  <a:lnTo>
                    <a:pt x="1067218" y="1401675"/>
                  </a:lnTo>
                  <a:lnTo>
                    <a:pt x="1067211" y="1401678"/>
                  </a:lnTo>
                  <a:lnTo>
                    <a:pt x="1067189" y="1401678"/>
                  </a:lnTo>
                  <a:lnTo>
                    <a:pt x="1067175" y="1401677"/>
                  </a:lnTo>
                  <a:lnTo>
                    <a:pt x="1067161" y="1401674"/>
                  </a:lnTo>
                  <a:lnTo>
                    <a:pt x="1067146" y="1401671"/>
                  </a:lnTo>
                  <a:lnTo>
                    <a:pt x="1067132" y="1401666"/>
                  </a:lnTo>
                  <a:lnTo>
                    <a:pt x="1067118" y="1401658"/>
                  </a:lnTo>
                  <a:lnTo>
                    <a:pt x="1067104" y="1401654"/>
                  </a:lnTo>
                  <a:lnTo>
                    <a:pt x="1067090" y="1401648"/>
                  </a:lnTo>
                  <a:lnTo>
                    <a:pt x="1067076" y="1401641"/>
                  </a:lnTo>
                  <a:lnTo>
                    <a:pt x="1067062" y="1401638"/>
                  </a:lnTo>
                  <a:lnTo>
                    <a:pt x="1067048" y="1401639"/>
                  </a:lnTo>
                  <a:lnTo>
                    <a:pt x="1067034" y="1401639"/>
                  </a:lnTo>
                  <a:lnTo>
                    <a:pt x="1067019" y="1401636"/>
                  </a:lnTo>
                  <a:lnTo>
                    <a:pt x="1067005" y="1401629"/>
                  </a:lnTo>
                  <a:lnTo>
                    <a:pt x="1066991" y="1401624"/>
                  </a:lnTo>
                  <a:lnTo>
                    <a:pt x="1066977" y="1401620"/>
                  </a:lnTo>
                  <a:lnTo>
                    <a:pt x="1066963" y="1401615"/>
                  </a:lnTo>
                  <a:lnTo>
                    <a:pt x="1066949" y="1401612"/>
                  </a:lnTo>
                  <a:lnTo>
                    <a:pt x="1066939" y="1401613"/>
                  </a:lnTo>
                  <a:lnTo>
                    <a:pt x="1066930" y="1401621"/>
                  </a:lnTo>
                  <a:lnTo>
                    <a:pt x="1066924" y="1401631"/>
                  </a:lnTo>
                  <a:lnTo>
                    <a:pt x="1066915" y="1401641"/>
                  </a:lnTo>
                  <a:lnTo>
                    <a:pt x="1066910" y="1401642"/>
                  </a:lnTo>
                  <a:lnTo>
                    <a:pt x="1066896" y="1401642"/>
                  </a:lnTo>
                  <a:lnTo>
                    <a:pt x="1066882" y="1401640"/>
                  </a:lnTo>
                  <a:lnTo>
                    <a:pt x="1066868" y="1401638"/>
                  </a:lnTo>
                  <a:lnTo>
                    <a:pt x="1066854" y="1401637"/>
                  </a:lnTo>
                  <a:lnTo>
                    <a:pt x="1066840" y="1401633"/>
                  </a:lnTo>
                  <a:lnTo>
                    <a:pt x="1066826" y="1401632"/>
                  </a:lnTo>
                  <a:lnTo>
                    <a:pt x="1066811" y="1401631"/>
                  </a:lnTo>
                  <a:lnTo>
                    <a:pt x="1066797" y="1401630"/>
                  </a:lnTo>
                  <a:lnTo>
                    <a:pt x="1066783" y="1401627"/>
                  </a:lnTo>
                  <a:lnTo>
                    <a:pt x="1066755" y="1401616"/>
                  </a:lnTo>
                  <a:lnTo>
                    <a:pt x="1066748" y="1401614"/>
                  </a:lnTo>
                  <a:lnTo>
                    <a:pt x="1066741" y="1401614"/>
                  </a:lnTo>
                  <a:lnTo>
                    <a:pt x="1066726" y="1401615"/>
                  </a:lnTo>
                  <a:lnTo>
                    <a:pt x="1066712" y="1401634"/>
                  </a:lnTo>
                  <a:lnTo>
                    <a:pt x="1066695" y="1401663"/>
                  </a:lnTo>
                  <a:lnTo>
                    <a:pt x="1066681" y="1401657"/>
                  </a:lnTo>
                  <a:lnTo>
                    <a:pt x="1066673" y="1401653"/>
                  </a:lnTo>
                  <a:lnTo>
                    <a:pt x="1066664" y="1401650"/>
                  </a:lnTo>
                  <a:lnTo>
                    <a:pt x="1066651" y="1401644"/>
                  </a:lnTo>
                  <a:lnTo>
                    <a:pt x="1066641" y="1401638"/>
                  </a:lnTo>
                  <a:lnTo>
                    <a:pt x="1066626" y="1401614"/>
                  </a:lnTo>
                  <a:lnTo>
                    <a:pt x="1066603" y="1401577"/>
                  </a:lnTo>
                  <a:lnTo>
                    <a:pt x="1066582" y="1401552"/>
                  </a:lnTo>
                  <a:lnTo>
                    <a:pt x="1066570" y="1401519"/>
                  </a:lnTo>
                  <a:lnTo>
                    <a:pt x="1066561" y="1401484"/>
                  </a:lnTo>
                  <a:lnTo>
                    <a:pt x="1066551" y="1401450"/>
                  </a:lnTo>
                  <a:lnTo>
                    <a:pt x="1066542" y="1401435"/>
                  </a:lnTo>
                  <a:lnTo>
                    <a:pt x="1066528" y="1401410"/>
                  </a:lnTo>
                  <a:lnTo>
                    <a:pt x="1066498" y="1401365"/>
                  </a:lnTo>
                  <a:lnTo>
                    <a:pt x="1066471" y="1401316"/>
                  </a:lnTo>
                  <a:lnTo>
                    <a:pt x="1066459" y="1401297"/>
                  </a:lnTo>
                  <a:lnTo>
                    <a:pt x="1066452" y="1401279"/>
                  </a:lnTo>
                  <a:lnTo>
                    <a:pt x="1066455" y="1401246"/>
                  </a:lnTo>
                  <a:lnTo>
                    <a:pt x="1066469" y="1401208"/>
                  </a:lnTo>
                  <a:lnTo>
                    <a:pt x="1066495" y="1401163"/>
                  </a:lnTo>
                  <a:lnTo>
                    <a:pt x="1066509" y="1401142"/>
                  </a:lnTo>
                  <a:lnTo>
                    <a:pt x="1066522" y="1401119"/>
                  </a:lnTo>
                  <a:lnTo>
                    <a:pt x="1066531" y="1401094"/>
                  </a:lnTo>
                  <a:lnTo>
                    <a:pt x="1066536" y="1401052"/>
                  </a:lnTo>
                  <a:lnTo>
                    <a:pt x="1066536" y="1401008"/>
                  </a:lnTo>
                  <a:lnTo>
                    <a:pt x="1066543" y="1400976"/>
                  </a:lnTo>
                  <a:lnTo>
                    <a:pt x="1066552" y="1400948"/>
                  </a:lnTo>
                  <a:lnTo>
                    <a:pt x="1066565" y="1400913"/>
                  </a:lnTo>
                  <a:lnTo>
                    <a:pt x="1066582" y="1400887"/>
                  </a:lnTo>
                  <a:lnTo>
                    <a:pt x="1066607" y="1400865"/>
                  </a:lnTo>
                  <a:lnTo>
                    <a:pt x="1066633" y="1400838"/>
                  </a:lnTo>
                  <a:lnTo>
                    <a:pt x="1066651" y="1400822"/>
                  </a:lnTo>
                  <a:lnTo>
                    <a:pt x="1066669" y="1400801"/>
                  </a:lnTo>
                  <a:lnTo>
                    <a:pt x="1066674" y="1400793"/>
                  </a:lnTo>
                  <a:lnTo>
                    <a:pt x="1066684" y="1400777"/>
                  </a:lnTo>
                  <a:lnTo>
                    <a:pt x="1066701" y="1400741"/>
                  </a:lnTo>
                  <a:lnTo>
                    <a:pt x="1066705" y="1400724"/>
                  </a:lnTo>
                  <a:lnTo>
                    <a:pt x="1066722" y="1400689"/>
                  </a:lnTo>
                  <a:lnTo>
                    <a:pt x="1066745" y="1400646"/>
                  </a:lnTo>
                  <a:lnTo>
                    <a:pt x="1066770" y="1400606"/>
                  </a:lnTo>
                  <a:lnTo>
                    <a:pt x="1066792" y="1400579"/>
                  </a:lnTo>
                  <a:lnTo>
                    <a:pt x="1066813" y="1400545"/>
                  </a:lnTo>
                  <a:lnTo>
                    <a:pt x="1066818" y="1400541"/>
                  </a:lnTo>
                  <a:lnTo>
                    <a:pt x="1066847" y="1400518"/>
                  </a:lnTo>
                  <a:lnTo>
                    <a:pt x="1066894" y="1400493"/>
                  </a:lnTo>
                  <a:lnTo>
                    <a:pt x="1066934" y="1400473"/>
                  </a:lnTo>
                  <a:lnTo>
                    <a:pt x="1066966" y="1400456"/>
                  </a:lnTo>
                  <a:lnTo>
                    <a:pt x="1066995" y="1400450"/>
                  </a:lnTo>
                  <a:lnTo>
                    <a:pt x="1067016" y="1400452"/>
                  </a:lnTo>
                  <a:lnTo>
                    <a:pt x="1067048" y="1400454"/>
                  </a:lnTo>
                  <a:lnTo>
                    <a:pt x="1067070" y="1400448"/>
                  </a:lnTo>
                  <a:lnTo>
                    <a:pt x="1067106" y="1400436"/>
                  </a:lnTo>
                  <a:lnTo>
                    <a:pt x="1067129" y="1400429"/>
                  </a:lnTo>
                  <a:lnTo>
                    <a:pt x="1067157" y="1400430"/>
                  </a:lnTo>
                  <a:lnTo>
                    <a:pt x="1067188" y="1400432"/>
                  </a:lnTo>
                  <a:lnTo>
                    <a:pt x="1067212" y="1400427"/>
                  </a:lnTo>
                  <a:lnTo>
                    <a:pt x="1067234" y="1400418"/>
                  </a:lnTo>
                  <a:lnTo>
                    <a:pt x="1067255" y="1400408"/>
                  </a:lnTo>
                  <a:lnTo>
                    <a:pt x="1067282" y="1400404"/>
                  </a:lnTo>
                  <a:lnTo>
                    <a:pt x="1067320" y="1400405"/>
                  </a:lnTo>
                  <a:lnTo>
                    <a:pt x="1067353" y="1400412"/>
                  </a:lnTo>
                  <a:lnTo>
                    <a:pt x="1067383" y="1400420"/>
                  </a:lnTo>
                  <a:lnTo>
                    <a:pt x="1067430" y="1400427"/>
                  </a:lnTo>
                  <a:lnTo>
                    <a:pt x="1067466" y="1400431"/>
                  </a:lnTo>
                  <a:lnTo>
                    <a:pt x="1067497" y="1400436"/>
                  </a:lnTo>
                  <a:lnTo>
                    <a:pt x="1067516" y="1400432"/>
                  </a:lnTo>
                  <a:lnTo>
                    <a:pt x="1067549" y="1400413"/>
                  </a:lnTo>
                  <a:lnTo>
                    <a:pt x="1067583" y="1400384"/>
                  </a:lnTo>
                  <a:lnTo>
                    <a:pt x="1067624" y="1400329"/>
                  </a:lnTo>
                  <a:lnTo>
                    <a:pt x="1067643" y="1400297"/>
                  </a:lnTo>
                  <a:lnTo>
                    <a:pt x="1067649" y="1400287"/>
                  </a:lnTo>
                  <a:lnTo>
                    <a:pt x="1067655" y="1400275"/>
                  </a:lnTo>
                  <a:lnTo>
                    <a:pt x="1067661" y="1400260"/>
                  </a:lnTo>
                  <a:lnTo>
                    <a:pt x="1067666" y="1400242"/>
                  </a:lnTo>
                  <a:lnTo>
                    <a:pt x="1067666" y="1400231"/>
                  </a:lnTo>
                  <a:lnTo>
                    <a:pt x="1067664" y="1400205"/>
                  </a:lnTo>
                  <a:lnTo>
                    <a:pt x="1067662" y="1400182"/>
                  </a:lnTo>
                  <a:lnTo>
                    <a:pt x="1067661" y="1400163"/>
                  </a:lnTo>
                  <a:lnTo>
                    <a:pt x="1067665" y="1400131"/>
                  </a:lnTo>
                  <a:lnTo>
                    <a:pt x="1067667" y="1400117"/>
                  </a:lnTo>
                  <a:lnTo>
                    <a:pt x="1067673" y="1400075"/>
                  </a:lnTo>
                  <a:lnTo>
                    <a:pt x="1067686" y="1399987"/>
                  </a:lnTo>
                  <a:lnTo>
                    <a:pt x="1067689" y="1399961"/>
                  </a:lnTo>
                  <a:lnTo>
                    <a:pt x="1067686" y="1399944"/>
                  </a:lnTo>
                  <a:lnTo>
                    <a:pt x="1067682" y="1399929"/>
                  </a:lnTo>
                  <a:lnTo>
                    <a:pt x="1067677" y="1399901"/>
                  </a:lnTo>
                  <a:lnTo>
                    <a:pt x="1067675" y="1399866"/>
                  </a:lnTo>
                  <a:lnTo>
                    <a:pt x="1067672" y="1399832"/>
                  </a:lnTo>
                  <a:lnTo>
                    <a:pt x="1067665" y="1399812"/>
                  </a:lnTo>
                  <a:lnTo>
                    <a:pt x="1067649" y="1399794"/>
                  </a:lnTo>
                  <a:lnTo>
                    <a:pt x="1067631" y="1399773"/>
                  </a:lnTo>
                  <a:lnTo>
                    <a:pt x="1067615" y="1399750"/>
                  </a:lnTo>
                  <a:lnTo>
                    <a:pt x="1067609" y="1399731"/>
                  </a:lnTo>
                  <a:lnTo>
                    <a:pt x="1067601" y="1399705"/>
                  </a:lnTo>
                  <a:lnTo>
                    <a:pt x="1067598" y="1399701"/>
                  </a:lnTo>
                  <a:lnTo>
                    <a:pt x="1067587" y="1399685"/>
                  </a:lnTo>
                  <a:lnTo>
                    <a:pt x="1067570" y="1399668"/>
                  </a:lnTo>
                  <a:lnTo>
                    <a:pt x="1067554" y="1399647"/>
                  </a:lnTo>
                  <a:lnTo>
                    <a:pt x="1067540" y="1399619"/>
                  </a:lnTo>
                  <a:lnTo>
                    <a:pt x="1067536" y="1399608"/>
                  </a:lnTo>
                  <a:lnTo>
                    <a:pt x="1067532" y="1399600"/>
                  </a:lnTo>
                  <a:lnTo>
                    <a:pt x="1067526" y="1399586"/>
                  </a:lnTo>
                  <a:lnTo>
                    <a:pt x="1067507" y="1399556"/>
                  </a:lnTo>
                  <a:lnTo>
                    <a:pt x="1067489" y="1399528"/>
                  </a:lnTo>
                  <a:lnTo>
                    <a:pt x="1067472" y="1399492"/>
                  </a:lnTo>
                  <a:lnTo>
                    <a:pt x="1067456" y="1399452"/>
                  </a:lnTo>
                  <a:lnTo>
                    <a:pt x="1067444" y="1399429"/>
                  </a:lnTo>
                  <a:lnTo>
                    <a:pt x="1067425" y="1399405"/>
                  </a:lnTo>
                  <a:lnTo>
                    <a:pt x="1067410" y="1399386"/>
                  </a:lnTo>
                  <a:lnTo>
                    <a:pt x="1067398" y="1399364"/>
                  </a:lnTo>
                  <a:lnTo>
                    <a:pt x="1067388" y="1399333"/>
                  </a:lnTo>
                  <a:lnTo>
                    <a:pt x="1067374" y="1399301"/>
                  </a:lnTo>
                  <a:lnTo>
                    <a:pt x="1067361" y="1399278"/>
                  </a:lnTo>
                  <a:lnTo>
                    <a:pt x="1067350" y="1399252"/>
                  </a:lnTo>
                  <a:lnTo>
                    <a:pt x="1067343" y="1399221"/>
                  </a:lnTo>
                  <a:lnTo>
                    <a:pt x="1067337" y="1399184"/>
                  </a:lnTo>
                  <a:lnTo>
                    <a:pt x="1067340" y="1399150"/>
                  </a:lnTo>
                  <a:lnTo>
                    <a:pt x="1067346" y="1399127"/>
                  </a:lnTo>
                  <a:lnTo>
                    <a:pt x="1067348" y="1399106"/>
                  </a:lnTo>
                  <a:lnTo>
                    <a:pt x="1067344" y="1399083"/>
                  </a:lnTo>
                  <a:lnTo>
                    <a:pt x="1067340" y="1399052"/>
                  </a:lnTo>
                  <a:lnTo>
                    <a:pt x="1067325" y="1399016"/>
                  </a:lnTo>
                  <a:lnTo>
                    <a:pt x="1067322" y="1399010"/>
                  </a:lnTo>
                  <a:lnTo>
                    <a:pt x="1067303" y="1398975"/>
                  </a:lnTo>
                  <a:lnTo>
                    <a:pt x="1067299" y="1398964"/>
                  </a:lnTo>
                  <a:lnTo>
                    <a:pt x="1067294" y="1398947"/>
                  </a:lnTo>
                  <a:lnTo>
                    <a:pt x="1067286" y="1398904"/>
                  </a:lnTo>
                  <a:lnTo>
                    <a:pt x="1067281" y="1398853"/>
                  </a:lnTo>
                  <a:lnTo>
                    <a:pt x="1067271" y="1398805"/>
                  </a:lnTo>
                  <a:lnTo>
                    <a:pt x="1067269" y="1398771"/>
                  </a:lnTo>
                  <a:lnTo>
                    <a:pt x="1067272" y="1398716"/>
                  </a:lnTo>
                  <a:lnTo>
                    <a:pt x="1067277" y="1398665"/>
                  </a:lnTo>
                  <a:lnTo>
                    <a:pt x="1067286" y="1398619"/>
                  </a:lnTo>
                  <a:lnTo>
                    <a:pt x="1067298" y="1398578"/>
                  </a:lnTo>
                  <a:lnTo>
                    <a:pt x="1067324" y="1398528"/>
                  </a:lnTo>
                  <a:lnTo>
                    <a:pt x="1067340" y="1398501"/>
                  </a:lnTo>
                  <a:lnTo>
                    <a:pt x="1067356" y="1398481"/>
                  </a:lnTo>
                  <a:lnTo>
                    <a:pt x="1067363" y="1398470"/>
                  </a:lnTo>
                  <a:lnTo>
                    <a:pt x="1067372" y="1398457"/>
                  </a:lnTo>
                  <a:lnTo>
                    <a:pt x="1067386" y="1398434"/>
                  </a:lnTo>
                  <a:lnTo>
                    <a:pt x="1067390" y="1398420"/>
                  </a:lnTo>
                  <a:lnTo>
                    <a:pt x="1067390" y="1398400"/>
                  </a:lnTo>
                  <a:lnTo>
                    <a:pt x="1067385" y="1398379"/>
                  </a:lnTo>
                  <a:lnTo>
                    <a:pt x="1067380" y="1398367"/>
                  </a:lnTo>
                  <a:lnTo>
                    <a:pt x="1067372" y="1398349"/>
                  </a:lnTo>
                  <a:lnTo>
                    <a:pt x="1067365" y="1398326"/>
                  </a:lnTo>
                  <a:lnTo>
                    <a:pt x="1067366" y="1398294"/>
                  </a:lnTo>
                  <a:lnTo>
                    <a:pt x="1067359" y="1398263"/>
                  </a:lnTo>
                  <a:lnTo>
                    <a:pt x="1067345" y="1398236"/>
                  </a:lnTo>
                  <a:lnTo>
                    <a:pt x="1067324" y="1398202"/>
                  </a:lnTo>
                  <a:lnTo>
                    <a:pt x="1067316" y="1398176"/>
                  </a:lnTo>
                  <a:lnTo>
                    <a:pt x="1067313" y="1398095"/>
                  </a:lnTo>
                  <a:lnTo>
                    <a:pt x="1067306" y="1398064"/>
                  </a:lnTo>
                  <a:lnTo>
                    <a:pt x="1067302" y="1398056"/>
                  </a:lnTo>
                  <a:lnTo>
                    <a:pt x="1067292" y="1398029"/>
                  </a:lnTo>
                  <a:lnTo>
                    <a:pt x="1067273" y="1398006"/>
                  </a:lnTo>
                  <a:lnTo>
                    <a:pt x="1067251" y="1397989"/>
                  </a:lnTo>
                  <a:lnTo>
                    <a:pt x="1067247" y="1397986"/>
                  </a:lnTo>
                  <a:lnTo>
                    <a:pt x="1067223" y="1397969"/>
                  </a:lnTo>
                  <a:lnTo>
                    <a:pt x="1067211" y="1397958"/>
                  </a:lnTo>
                  <a:lnTo>
                    <a:pt x="1067199" y="1397940"/>
                  </a:lnTo>
                  <a:lnTo>
                    <a:pt x="1067185" y="1397915"/>
                  </a:lnTo>
                  <a:lnTo>
                    <a:pt x="1067172" y="1397899"/>
                  </a:lnTo>
                  <a:lnTo>
                    <a:pt x="1067148" y="1397887"/>
                  </a:lnTo>
                  <a:lnTo>
                    <a:pt x="1067124" y="1397878"/>
                  </a:lnTo>
                  <a:lnTo>
                    <a:pt x="1067095" y="1397875"/>
                  </a:lnTo>
                  <a:lnTo>
                    <a:pt x="1067058" y="1397879"/>
                  </a:lnTo>
                  <a:lnTo>
                    <a:pt x="1067031" y="1397879"/>
                  </a:lnTo>
                  <a:lnTo>
                    <a:pt x="1067011" y="1397869"/>
                  </a:lnTo>
                  <a:lnTo>
                    <a:pt x="1066988" y="1397853"/>
                  </a:lnTo>
                  <a:lnTo>
                    <a:pt x="1066967" y="1397828"/>
                  </a:lnTo>
                  <a:lnTo>
                    <a:pt x="1066955" y="1397802"/>
                  </a:lnTo>
                  <a:lnTo>
                    <a:pt x="1066948" y="1397768"/>
                  </a:lnTo>
                  <a:lnTo>
                    <a:pt x="1066945" y="1397722"/>
                  </a:lnTo>
                  <a:lnTo>
                    <a:pt x="1066945" y="1397658"/>
                  </a:lnTo>
                  <a:lnTo>
                    <a:pt x="1066944" y="1397631"/>
                  </a:lnTo>
                  <a:lnTo>
                    <a:pt x="1066942" y="1397602"/>
                  </a:lnTo>
                  <a:lnTo>
                    <a:pt x="1066936" y="1397524"/>
                  </a:lnTo>
                  <a:lnTo>
                    <a:pt x="1066933" y="1397491"/>
                  </a:lnTo>
                  <a:lnTo>
                    <a:pt x="1066931" y="1397479"/>
                  </a:lnTo>
                  <a:lnTo>
                    <a:pt x="1066930" y="1397465"/>
                  </a:lnTo>
                  <a:lnTo>
                    <a:pt x="1066925" y="1397440"/>
                  </a:lnTo>
                  <a:lnTo>
                    <a:pt x="1066926" y="1397428"/>
                  </a:lnTo>
                  <a:lnTo>
                    <a:pt x="1066927" y="1397410"/>
                  </a:lnTo>
                  <a:lnTo>
                    <a:pt x="1066935" y="1397382"/>
                  </a:lnTo>
                  <a:lnTo>
                    <a:pt x="1066944" y="1397351"/>
                  </a:lnTo>
                  <a:lnTo>
                    <a:pt x="1066947" y="1397304"/>
                  </a:lnTo>
                  <a:lnTo>
                    <a:pt x="1066956" y="1397244"/>
                  </a:lnTo>
                  <a:lnTo>
                    <a:pt x="1066971" y="1397191"/>
                  </a:lnTo>
                  <a:lnTo>
                    <a:pt x="1066985" y="1397158"/>
                  </a:lnTo>
                  <a:lnTo>
                    <a:pt x="1066993" y="1397146"/>
                  </a:lnTo>
                  <a:lnTo>
                    <a:pt x="1066997" y="1397136"/>
                  </a:lnTo>
                  <a:lnTo>
                    <a:pt x="1066998" y="1397132"/>
                  </a:lnTo>
                  <a:lnTo>
                    <a:pt x="1067003" y="1397118"/>
                  </a:lnTo>
                  <a:lnTo>
                    <a:pt x="1067005" y="1397097"/>
                  </a:lnTo>
                  <a:lnTo>
                    <a:pt x="1067017" y="1397059"/>
                  </a:lnTo>
                  <a:lnTo>
                    <a:pt x="1067025" y="1397033"/>
                  </a:lnTo>
                  <a:lnTo>
                    <a:pt x="1067031" y="1397005"/>
                  </a:lnTo>
                  <a:lnTo>
                    <a:pt x="1067028" y="1396992"/>
                  </a:lnTo>
                  <a:lnTo>
                    <a:pt x="1067022" y="1396977"/>
                  </a:lnTo>
                  <a:lnTo>
                    <a:pt x="1067003" y="1396953"/>
                  </a:lnTo>
                  <a:lnTo>
                    <a:pt x="1066988" y="1396942"/>
                  </a:lnTo>
                  <a:lnTo>
                    <a:pt x="1066964" y="1396934"/>
                  </a:lnTo>
                  <a:lnTo>
                    <a:pt x="1066939" y="1396921"/>
                  </a:lnTo>
                  <a:lnTo>
                    <a:pt x="1066919" y="1396908"/>
                  </a:lnTo>
                  <a:lnTo>
                    <a:pt x="1066884" y="1396895"/>
                  </a:lnTo>
                  <a:lnTo>
                    <a:pt x="1066849" y="1396891"/>
                  </a:lnTo>
                  <a:lnTo>
                    <a:pt x="1066817" y="1396895"/>
                  </a:lnTo>
                  <a:lnTo>
                    <a:pt x="1066771" y="1396908"/>
                  </a:lnTo>
                  <a:lnTo>
                    <a:pt x="1066726" y="1396923"/>
                  </a:lnTo>
                  <a:lnTo>
                    <a:pt x="1066704" y="1396931"/>
                  </a:lnTo>
                  <a:lnTo>
                    <a:pt x="1066665" y="1396936"/>
                  </a:lnTo>
                  <a:lnTo>
                    <a:pt x="1066635" y="1396934"/>
                  </a:lnTo>
                  <a:lnTo>
                    <a:pt x="1066611" y="1396926"/>
                  </a:lnTo>
                  <a:lnTo>
                    <a:pt x="1066577" y="1396898"/>
                  </a:lnTo>
                  <a:lnTo>
                    <a:pt x="1066537" y="1396869"/>
                  </a:lnTo>
                  <a:lnTo>
                    <a:pt x="1066506" y="1396853"/>
                  </a:lnTo>
                  <a:lnTo>
                    <a:pt x="1066481" y="1396845"/>
                  </a:lnTo>
                  <a:lnTo>
                    <a:pt x="1066453" y="1396847"/>
                  </a:lnTo>
                  <a:lnTo>
                    <a:pt x="1066433" y="1396847"/>
                  </a:lnTo>
                  <a:lnTo>
                    <a:pt x="1066405" y="1396842"/>
                  </a:lnTo>
                  <a:lnTo>
                    <a:pt x="1066386" y="1396837"/>
                  </a:lnTo>
                  <a:lnTo>
                    <a:pt x="1066365" y="1396836"/>
                  </a:lnTo>
                  <a:lnTo>
                    <a:pt x="1066348" y="1396834"/>
                  </a:lnTo>
                  <a:lnTo>
                    <a:pt x="1066342" y="1396832"/>
                  </a:lnTo>
                  <a:lnTo>
                    <a:pt x="1066335" y="1396826"/>
                  </a:lnTo>
                  <a:lnTo>
                    <a:pt x="1066318" y="1396808"/>
                  </a:lnTo>
                  <a:lnTo>
                    <a:pt x="1066303" y="1396791"/>
                  </a:lnTo>
                  <a:lnTo>
                    <a:pt x="1066294" y="1396772"/>
                  </a:lnTo>
                  <a:lnTo>
                    <a:pt x="1066287" y="1396750"/>
                  </a:lnTo>
                  <a:lnTo>
                    <a:pt x="1066274" y="1396728"/>
                  </a:lnTo>
                  <a:lnTo>
                    <a:pt x="1066250" y="1396701"/>
                  </a:lnTo>
                  <a:lnTo>
                    <a:pt x="1066224" y="1396681"/>
                  </a:lnTo>
                  <a:lnTo>
                    <a:pt x="1066205" y="1396670"/>
                  </a:lnTo>
                  <a:lnTo>
                    <a:pt x="1066187" y="1396657"/>
                  </a:lnTo>
                  <a:lnTo>
                    <a:pt x="1066172" y="1396639"/>
                  </a:lnTo>
                  <a:lnTo>
                    <a:pt x="1066159" y="1396617"/>
                  </a:lnTo>
                  <a:lnTo>
                    <a:pt x="1066139" y="1396592"/>
                  </a:lnTo>
                  <a:lnTo>
                    <a:pt x="1066121" y="1396577"/>
                  </a:lnTo>
                  <a:lnTo>
                    <a:pt x="1066098" y="1396557"/>
                  </a:lnTo>
                  <a:lnTo>
                    <a:pt x="1066085" y="1396539"/>
                  </a:lnTo>
                  <a:lnTo>
                    <a:pt x="1066072" y="1396513"/>
                  </a:lnTo>
                  <a:lnTo>
                    <a:pt x="1066049" y="1396465"/>
                  </a:lnTo>
                  <a:lnTo>
                    <a:pt x="1066025" y="1396423"/>
                  </a:lnTo>
                  <a:lnTo>
                    <a:pt x="1066003" y="1396392"/>
                  </a:lnTo>
                  <a:lnTo>
                    <a:pt x="1065986" y="1396365"/>
                  </a:lnTo>
                  <a:lnTo>
                    <a:pt x="1065979" y="1396346"/>
                  </a:lnTo>
                  <a:lnTo>
                    <a:pt x="1065972" y="1396327"/>
                  </a:lnTo>
                  <a:lnTo>
                    <a:pt x="1065971" y="1396315"/>
                  </a:lnTo>
                  <a:lnTo>
                    <a:pt x="1065974" y="1396292"/>
                  </a:lnTo>
                  <a:lnTo>
                    <a:pt x="1065990" y="1396263"/>
                  </a:lnTo>
                  <a:lnTo>
                    <a:pt x="1066004" y="1396245"/>
                  </a:lnTo>
                  <a:lnTo>
                    <a:pt x="1066008" y="1396237"/>
                  </a:lnTo>
                  <a:lnTo>
                    <a:pt x="1066008" y="1396224"/>
                  </a:lnTo>
                  <a:lnTo>
                    <a:pt x="1066002" y="1396196"/>
                  </a:lnTo>
                  <a:lnTo>
                    <a:pt x="1065993" y="1396165"/>
                  </a:lnTo>
                  <a:lnTo>
                    <a:pt x="1065979" y="1396136"/>
                  </a:lnTo>
                  <a:lnTo>
                    <a:pt x="1065962" y="1396114"/>
                  </a:lnTo>
                  <a:lnTo>
                    <a:pt x="1065951" y="1396103"/>
                  </a:lnTo>
                  <a:lnTo>
                    <a:pt x="1065932" y="1396097"/>
                  </a:lnTo>
                  <a:lnTo>
                    <a:pt x="1065893" y="1396103"/>
                  </a:lnTo>
                  <a:lnTo>
                    <a:pt x="1065857" y="1396114"/>
                  </a:lnTo>
                  <a:lnTo>
                    <a:pt x="1065825" y="1396130"/>
                  </a:lnTo>
                  <a:lnTo>
                    <a:pt x="1065789" y="1396144"/>
                  </a:lnTo>
                  <a:lnTo>
                    <a:pt x="1065757" y="1396156"/>
                  </a:lnTo>
                  <a:lnTo>
                    <a:pt x="1065732" y="1396161"/>
                  </a:lnTo>
                  <a:lnTo>
                    <a:pt x="1065709" y="1396159"/>
                  </a:lnTo>
                  <a:lnTo>
                    <a:pt x="1065675" y="1396149"/>
                  </a:lnTo>
                  <a:lnTo>
                    <a:pt x="1065653" y="1396135"/>
                  </a:lnTo>
                  <a:lnTo>
                    <a:pt x="1065637" y="1396118"/>
                  </a:lnTo>
                  <a:lnTo>
                    <a:pt x="1065599" y="1396060"/>
                  </a:lnTo>
                  <a:lnTo>
                    <a:pt x="1065584" y="1396030"/>
                  </a:lnTo>
                  <a:lnTo>
                    <a:pt x="1065569" y="1396000"/>
                  </a:lnTo>
                  <a:lnTo>
                    <a:pt x="1065565" y="1395978"/>
                  </a:lnTo>
                  <a:lnTo>
                    <a:pt x="1065567" y="1395960"/>
                  </a:lnTo>
                  <a:lnTo>
                    <a:pt x="1065574" y="1395945"/>
                  </a:lnTo>
                  <a:lnTo>
                    <a:pt x="1065587" y="1395918"/>
                  </a:lnTo>
                  <a:lnTo>
                    <a:pt x="1065614" y="1395816"/>
                  </a:lnTo>
                  <a:lnTo>
                    <a:pt x="1065634" y="1395735"/>
                  </a:lnTo>
                  <a:lnTo>
                    <a:pt x="1065652" y="1395653"/>
                  </a:lnTo>
                  <a:lnTo>
                    <a:pt x="1065664" y="1395570"/>
                  </a:lnTo>
                  <a:lnTo>
                    <a:pt x="1065675" y="1395526"/>
                  </a:lnTo>
                  <a:lnTo>
                    <a:pt x="1065696" y="1395424"/>
                  </a:lnTo>
                  <a:lnTo>
                    <a:pt x="1065711" y="1395363"/>
                  </a:lnTo>
                  <a:lnTo>
                    <a:pt x="1065716" y="1395343"/>
                  </a:lnTo>
                  <a:lnTo>
                    <a:pt x="1065711" y="1395270"/>
                  </a:lnTo>
                  <a:lnTo>
                    <a:pt x="1065704" y="1395191"/>
                  </a:lnTo>
                  <a:lnTo>
                    <a:pt x="1065707" y="1395150"/>
                  </a:lnTo>
                  <a:lnTo>
                    <a:pt x="1065707" y="1395088"/>
                  </a:lnTo>
                  <a:lnTo>
                    <a:pt x="1065704" y="1395044"/>
                  </a:lnTo>
                  <a:lnTo>
                    <a:pt x="1065703" y="1394978"/>
                  </a:lnTo>
                  <a:lnTo>
                    <a:pt x="1065700" y="1394937"/>
                  </a:lnTo>
                  <a:lnTo>
                    <a:pt x="1065692" y="1394871"/>
                  </a:lnTo>
                  <a:lnTo>
                    <a:pt x="1065690" y="1394840"/>
                  </a:lnTo>
                  <a:lnTo>
                    <a:pt x="1065679" y="1394813"/>
                  </a:lnTo>
                  <a:lnTo>
                    <a:pt x="1065669" y="1394791"/>
                  </a:lnTo>
                  <a:lnTo>
                    <a:pt x="1065664" y="1394768"/>
                  </a:lnTo>
                  <a:lnTo>
                    <a:pt x="1065656" y="1394720"/>
                  </a:lnTo>
                  <a:lnTo>
                    <a:pt x="1065644" y="1394684"/>
                  </a:lnTo>
                  <a:lnTo>
                    <a:pt x="1065631" y="1394646"/>
                  </a:lnTo>
                  <a:lnTo>
                    <a:pt x="1065624" y="1394613"/>
                  </a:lnTo>
                  <a:lnTo>
                    <a:pt x="1065639" y="1394541"/>
                  </a:lnTo>
                  <a:lnTo>
                    <a:pt x="1065638" y="1394520"/>
                  </a:lnTo>
                  <a:lnTo>
                    <a:pt x="1065633" y="1394496"/>
                  </a:lnTo>
                  <a:lnTo>
                    <a:pt x="1065613" y="1394440"/>
                  </a:lnTo>
                  <a:lnTo>
                    <a:pt x="1065589" y="1394350"/>
                  </a:lnTo>
                  <a:lnTo>
                    <a:pt x="1065576" y="1394321"/>
                  </a:lnTo>
                  <a:lnTo>
                    <a:pt x="1065527" y="1394202"/>
                  </a:lnTo>
                  <a:lnTo>
                    <a:pt x="1065514" y="1394147"/>
                  </a:lnTo>
                  <a:lnTo>
                    <a:pt x="1065492" y="1394079"/>
                  </a:lnTo>
                  <a:lnTo>
                    <a:pt x="1065477" y="1394046"/>
                  </a:lnTo>
                  <a:lnTo>
                    <a:pt x="1065473" y="1394016"/>
                  </a:lnTo>
                  <a:lnTo>
                    <a:pt x="1065481" y="1393970"/>
                  </a:lnTo>
                  <a:lnTo>
                    <a:pt x="1065485" y="1393939"/>
                  </a:lnTo>
                  <a:lnTo>
                    <a:pt x="1065487" y="1393900"/>
                  </a:lnTo>
                  <a:lnTo>
                    <a:pt x="1065483" y="1393870"/>
                  </a:lnTo>
                  <a:lnTo>
                    <a:pt x="1065477" y="1393831"/>
                  </a:lnTo>
                  <a:lnTo>
                    <a:pt x="1065473" y="1393787"/>
                  </a:lnTo>
                  <a:lnTo>
                    <a:pt x="1065466" y="1393757"/>
                  </a:lnTo>
                  <a:lnTo>
                    <a:pt x="1065450" y="1393710"/>
                  </a:lnTo>
                  <a:lnTo>
                    <a:pt x="1065435" y="1393661"/>
                  </a:lnTo>
                  <a:lnTo>
                    <a:pt x="1065423" y="1393629"/>
                  </a:lnTo>
                  <a:lnTo>
                    <a:pt x="1065405" y="1393590"/>
                  </a:lnTo>
                  <a:lnTo>
                    <a:pt x="1065392" y="1393556"/>
                  </a:lnTo>
                  <a:lnTo>
                    <a:pt x="1065390" y="1393533"/>
                  </a:lnTo>
                  <a:lnTo>
                    <a:pt x="1065388" y="1393515"/>
                  </a:lnTo>
                  <a:lnTo>
                    <a:pt x="1065371" y="1393476"/>
                  </a:lnTo>
                  <a:lnTo>
                    <a:pt x="1065364" y="1393439"/>
                  </a:lnTo>
                  <a:lnTo>
                    <a:pt x="1065364" y="1393421"/>
                  </a:lnTo>
                  <a:lnTo>
                    <a:pt x="1065375" y="1393392"/>
                  </a:lnTo>
                  <a:lnTo>
                    <a:pt x="1065383" y="1393362"/>
                  </a:lnTo>
                  <a:lnTo>
                    <a:pt x="1065392" y="1393333"/>
                  </a:lnTo>
                  <a:lnTo>
                    <a:pt x="1065393" y="1393309"/>
                  </a:lnTo>
                  <a:lnTo>
                    <a:pt x="1065391" y="1393276"/>
                  </a:lnTo>
                  <a:lnTo>
                    <a:pt x="1065393" y="1393231"/>
                  </a:lnTo>
                  <a:lnTo>
                    <a:pt x="1065392" y="1393199"/>
                  </a:lnTo>
                  <a:lnTo>
                    <a:pt x="1065392" y="1393165"/>
                  </a:lnTo>
                  <a:lnTo>
                    <a:pt x="1065397" y="1393140"/>
                  </a:lnTo>
                  <a:lnTo>
                    <a:pt x="1065407" y="1393098"/>
                  </a:lnTo>
                  <a:lnTo>
                    <a:pt x="1065415" y="1393040"/>
                  </a:lnTo>
                  <a:lnTo>
                    <a:pt x="1065425" y="1393018"/>
                  </a:lnTo>
                  <a:lnTo>
                    <a:pt x="1065443" y="1392996"/>
                  </a:lnTo>
                  <a:lnTo>
                    <a:pt x="1065464" y="1392964"/>
                  </a:lnTo>
                  <a:lnTo>
                    <a:pt x="1065475" y="1392941"/>
                  </a:lnTo>
                  <a:lnTo>
                    <a:pt x="1065494" y="1392889"/>
                  </a:lnTo>
                  <a:lnTo>
                    <a:pt x="1065505" y="1392857"/>
                  </a:lnTo>
                  <a:lnTo>
                    <a:pt x="1065516" y="1392820"/>
                  </a:lnTo>
                  <a:lnTo>
                    <a:pt x="1065520" y="1392781"/>
                  </a:lnTo>
                  <a:lnTo>
                    <a:pt x="1065527" y="1392757"/>
                  </a:lnTo>
                  <a:lnTo>
                    <a:pt x="1065537" y="1392738"/>
                  </a:lnTo>
                  <a:lnTo>
                    <a:pt x="1065553" y="1392720"/>
                  </a:lnTo>
                  <a:lnTo>
                    <a:pt x="1065574" y="1392702"/>
                  </a:lnTo>
                  <a:lnTo>
                    <a:pt x="1065595" y="1392685"/>
                  </a:lnTo>
                  <a:lnTo>
                    <a:pt x="1065632" y="1392634"/>
                  </a:lnTo>
                  <a:lnTo>
                    <a:pt x="1065656" y="1392606"/>
                  </a:lnTo>
                  <a:lnTo>
                    <a:pt x="1065707" y="1392561"/>
                  </a:lnTo>
                  <a:lnTo>
                    <a:pt x="1065749" y="1392521"/>
                  </a:lnTo>
                  <a:lnTo>
                    <a:pt x="1065805" y="1392459"/>
                  </a:lnTo>
                  <a:lnTo>
                    <a:pt x="1065820" y="1392443"/>
                  </a:lnTo>
                  <a:lnTo>
                    <a:pt x="1065830" y="1392428"/>
                  </a:lnTo>
                  <a:lnTo>
                    <a:pt x="1065830" y="1392422"/>
                  </a:lnTo>
                  <a:lnTo>
                    <a:pt x="1065815" y="1392396"/>
                  </a:lnTo>
                  <a:lnTo>
                    <a:pt x="1065807" y="1392380"/>
                  </a:lnTo>
                  <a:lnTo>
                    <a:pt x="1065796" y="1392361"/>
                  </a:lnTo>
                  <a:lnTo>
                    <a:pt x="1065785" y="1392352"/>
                  </a:lnTo>
                  <a:lnTo>
                    <a:pt x="1065770" y="1392347"/>
                  </a:lnTo>
                  <a:lnTo>
                    <a:pt x="1065751" y="1392342"/>
                  </a:lnTo>
                  <a:lnTo>
                    <a:pt x="1065741" y="1392340"/>
                  </a:lnTo>
                  <a:lnTo>
                    <a:pt x="1065730" y="1392330"/>
                  </a:lnTo>
                  <a:lnTo>
                    <a:pt x="1065718" y="1392319"/>
                  </a:lnTo>
                  <a:lnTo>
                    <a:pt x="1065708" y="1392311"/>
                  </a:lnTo>
                  <a:lnTo>
                    <a:pt x="1065696" y="1392307"/>
                  </a:lnTo>
                  <a:lnTo>
                    <a:pt x="1065686" y="1392308"/>
                  </a:lnTo>
                  <a:lnTo>
                    <a:pt x="1065676" y="1392318"/>
                  </a:lnTo>
                  <a:lnTo>
                    <a:pt x="1065663" y="1392338"/>
                  </a:lnTo>
                  <a:lnTo>
                    <a:pt x="1065636" y="1392358"/>
                  </a:lnTo>
                  <a:lnTo>
                    <a:pt x="1065600" y="1392379"/>
                  </a:lnTo>
                  <a:lnTo>
                    <a:pt x="1065573" y="1392397"/>
                  </a:lnTo>
                  <a:lnTo>
                    <a:pt x="1065550" y="1392412"/>
                  </a:lnTo>
                  <a:lnTo>
                    <a:pt x="1065532" y="1392418"/>
                  </a:lnTo>
                  <a:lnTo>
                    <a:pt x="1065523" y="1392419"/>
                  </a:lnTo>
                  <a:lnTo>
                    <a:pt x="1065503" y="1392422"/>
                  </a:lnTo>
                  <a:lnTo>
                    <a:pt x="1065487" y="1392421"/>
                  </a:lnTo>
                  <a:lnTo>
                    <a:pt x="1065465" y="1392414"/>
                  </a:lnTo>
                  <a:lnTo>
                    <a:pt x="1065450" y="1392405"/>
                  </a:lnTo>
                  <a:lnTo>
                    <a:pt x="1065440" y="1392393"/>
                  </a:lnTo>
                  <a:lnTo>
                    <a:pt x="1065429" y="1392382"/>
                  </a:lnTo>
                  <a:lnTo>
                    <a:pt x="1065414" y="1392375"/>
                  </a:lnTo>
                  <a:lnTo>
                    <a:pt x="1065401" y="1392376"/>
                  </a:lnTo>
                  <a:lnTo>
                    <a:pt x="1065388" y="1392382"/>
                  </a:lnTo>
                  <a:lnTo>
                    <a:pt x="1065373" y="1392397"/>
                  </a:lnTo>
                  <a:lnTo>
                    <a:pt x="1065350" y="1392418"/>
                  </a:lnTo>
                  <a:lnTo>
                    <a:pt x="1065329" y="1392432"/>
                  </a:lnTo>
                  <a:lnTo>
                    <a:pt x="1065303" y="1392440"/>
                  </a:lnTo>
                  <a:lnTo>
                    <a:pt x="1065285" y="1392443"/>
                  </a:lnTo>
                  <a:lnTo>
                    <a:pt x="1065264" y="1392441"/>
                  </a:lnTo>
                  <a:lnTo>
                    <a:pt x="1065247" y="1392435"/>
                  </a:lnTo>
                  <a:lnTo>
                    <a:pt x="1065236" y="1392427"/>
                  </a:lnTo>
                  <a:lnTo>
                    <a:pt x="1065226" y="1392413"/>
                  </a:lnTo>
                  <a:lnTo>
                    <a:pt x="1065214" y="1392402"/>
                  </a:lnTo>
                  <a:lnTo>
                    <a:pt x="1065199" y="1392391"/>
                  </a:lnTo>
                  <a:lnTo>
                    <a:pt x="1065178" y="1392379"/>
                  </a:lnTo>
                  <a:lnTo>
                    <a:pt x="1065160" y="1392371"/>
                  </a:lnTo>
                  <a:lnTo>
                    <a:pt x="1065139" y="1392363"/>
                  </a:lnTo>
                  <a:lnTo>
                    <a:pt x="1065125" y="1392358"/>
                  </a:lnTo>
                  <a:lnTo>
                    <a:pt x="1065102" y="1392346"/>
                  </a:lnTo>
                  <a:lnTo>
                    <a:pt x="1065083" y="1392336"/>
                  </a:lnTo>
                  <a:lnTo>
                    <a:pt x="1065067" y="1392323"/>
                  </a:lnTo>
                  <a:lnTo>
                    <a:pt x="1065052" y="1392310"/>
                  </a:lnTo>
                  <a:lnTo>
                    <a:pt x="1065041" y="1392300"/>
                  </a:lnTo>
                  <a:lnTo>
                    <a:pt x="1065026" y="1392291"/>
                  </a:lnTo>
                  <a:lnTo>
                    <a:pt x="1065015" y="1392285"/>
                  </a:lnTo>
                  <a:lnTo>
                    <a:pt x="1065006" y="1392284"/>
                  </a:lnTo>
                  <a:lnTo>
                    <a:pt x="1064999" y="1392287"/>
                  </a:lnTo>
                  <a:lnTo>
                    <a:pt x="1064989" y="1392295"/>
                  </a:lnTo>
                  <a:lnTo>
                    <a:pt x="1064978" y="1392310"/>
                  </a:lnTo>
                  <a:lnTo>
                    <a:pt x="1064961" y="1392336"/>
                  </a:lnTo>
                  <a:lnTo>
                    <a:pt x="1064939" y="1392367"/>
                  </a:lnTo>
                  <a:lnTo>
                    <a:pt x="1064930" y="1392382"/>
                  </a:lnTo>
                  <a:lnTo>
                    <a:pt x="1064925" y="1392391"/>
                  </a:lnTo>
                  <a:lnTo>
                    <a:pt x="1064919" y="1392395"/>
                  </a:lnTo>
                  <a:lnTo>
                    <a:pt x="1064906" y="1392395"/>
                  </a:lnTo>
                  <a:lnTo>
                    <a:pt x="1064888" y="1392394"/>
                  </a:lnTo>
                  <a:lnTo>
                    <a:pt x="1064843" y="1392395"/>
                  </a:lnTo>
                  <a:lnTo>
                    <a:pt x="1064828" y="1392398"/>
                  </a:lnTo>
                  <a:lnTo>
                    <a:pt x="1064807" y="1392399"/>
                  </a:lnTo>
                  <a:lnTo>
                    <a:pt x="1064785" y="1392394"/>
                  </a:lnTo>
                  <a:lnTo>
                    <a:pt x="1064761" y="1392388"/>
                  </a:lnTo>
                  <a:lnTo>
                    <a:pt x="1064743" y="1392378"/>
                  </a:lnTo>
                  <a:lnTo>
                    <a:pt x="1064727" y="1392368"/>
                  </a:lnTo>
                  <a:lnTo>
                    <a:pt x="1064712" y="1392363"/>
                  </a:lnTo>
                  <a:lnTo>
                    <a:pt x="1064703" y="1392363"/>
                  </a:lnTo>
                  <a:lnTo>
                    <a:pt x="1064686" y="1392365"/>
                  </a:lnTo>
                  <a:lnTo>
                    <a:pt x="1064668" y="1392365"/>
                  </a:lnTo>
                  <a:lnTo>
                    <a:pt x="1064645" y="1392358"/>
                  </a:lnTo>
                  <a:lnTo>
                    <a:pt x="1064627" y="1392354"/>
                  </a:lnTo>
                  <a:lnTo>
                    <a:pt x="1064612" y="1392352"/>
                  </a:lnTo>
                  <a:lnTo>
                    <a:pt x="1064602" y="1392354"/>
                  </a:lnTo>
                  <a:lnTo>
                    <a:pt x="1064589" y="1392355"/>
                  </a:lnTo>
                  <a:lnTo>
                    <a:pt x="1064572" y="1392356"/>
                  </a:lnTo>
                  <a:lnTo>
                    <a:pt x="1064557" y="1392353"/>
                  </a:lnTo>
                  <a:lnTo>
                    <a:pt x="1064543" y="1392347"/>
                  </a:lnTo>
                  <a:lnTo>
                    <a:pt x="1064530" y="1392342"/>
                  </a:lnTo>
                  <a:lnTo>
                    <a:pt x="1064524" y="1392342"/>
                  </a:lnTo>
                  <a:lnTo>
                    <a:pt x="1064516" y="1392347"/>
                  </a:lnTo>
                  <a:lnTo>
                    <a:pt x="1064509" y="1392354"/>
                  </a:lnTo>
                  <a:lnTo>
                    <a:pt x="1064500" y="1392369"/>
                  </a:lnTo>
                  <a:lnTo>
                    <a:pt x="1064491" y="1392389"/>
                  </a:lnTo>
                  <a:lnTo>
                    <a:pt x="1064489" y="1392400"/>
                  </a:lnTo>
                  <a:lnTo>
                    <a:pt x="1064492" y="1392416"/>
                  </a:lnTo>
                  <a:lnTo>
                    <a:pt x="1064494" y="1392428"/>
                  </a:lnTo>
                  <a:lnTo>
                    <a:pt x="1064493" y="1392438"/>
                  </a:lnTo>
                  <a:lnTo>
                    <a:pt x="1064488" y="1392442"/>
                  </a:lnTo>
                  <a:lnTo>
                    <a:pt x="1064475" y="1392444"/>
                  </a:lnTo>
                  <a:lnTo>
                    <a:pt x="1064460" y="1392445"/>
                  </a:lnTo>
                  <a:lnTo>
                    <a:pt x="1064439" y="1392442"/>
                  </a:lnTo>
                  <a:lnTo>
                    <a:pt x="1064423" y="1392444"/>
                  </a:lnTo>
                  <a:lnTo>
                    <a:pt x="1064415" y="1392448"/>
                  </a:lnTo>
                  <a:lnTo>
                    <a:pt x="1064402" y="1392457"/>
                  </a:lnTo>
                  <a:lnTo>
                    <a:pt x="1064389" y="1392473"/>
                  </a:lnTo>
                  <a:lnTo>
                    <a:pt x="1064380" y="1392489"/>
                  </a:lnTo>
                  <a:lnTo>
                    <a:pt x="1064357" y="1392520"/>
                  </a:lnTo>
                  <a:lnTo>
                    <a:pt x="1064347" y="1392535"/>
                  </a:lnTo>
                  <a:lnTo>
                    <a:pt x="1064341" y="1392549"/>
                  </a:lnTo>
                  <a:lnTo>
                    <a:pt x="1064334" y="1392565"/>
                  </a:lnTo>
                  <a:lnTo>
                    <a:pt x="1064324" y="1392577"/>
                  </a:lnTo>
                  <a:lnTo>
                    <a:pt x="1064308" y="1392589"/>
                  </a:lnTo>
                  <a:lnTo>
                    <a:pt x="1064294" y="1392604"/>
                  </a:lnTo>
                  <a:lnTo>
                    <a:pt x="1064286" y="1392618"/>
                  </a:lnTo>
                  <a:lnTo>
                    <a:pt x="1064275" y="1392657"/>
                  </a:lnTo>
                  <a:lnTo>
                    <a:pt x="1064273" y="1392673"/>
                  </a:lnTo>
                  <a:lnTo>
                    <a:pt x="1064274" y="1392686"/>
                  </a:lnTo>
                  <a:lnTo>
                    <a:pt x="1064278" y="1392696"/>
                  </a:lnTo>
                  <a:lnTo>
                    <a:pt x="1064287" y="1392709"/>
                  </a:lnTo>
                  <a:lnTo>
                    <a:pt x="1064293" y="1392725"/>
                  </a:lnTo>
                  <a:lnTo>
                    <a:pt x="1064293" y="1392739"/>
                  </a:lnTo>
                  <a:lnTo>
                    <a:pt x="1064290" y="1392756"/>
                  </a:lnTo>
                  <a:lnTo>
                    <a:pt x="1064282" y="1392763"/>
                  </a:lnTo>
                  <a:lnTo>
                    <a:pt x="1064267" y="1392767"/>
                  </a:lnTo>
                  <a:lnTo>
                    <a:pt x="1064244" y="1392764"/>
                  </a:lnTo>
                  <a:lnTo>
                    <a:pt x="1064221" y="1392764"/>
                  </a:lnTo>
                  <a:lnTo>
                    <a:pt x="1064199" y="1392767"/>
                  </a:lnTo>
                  <a:lnTo>
                    <a:pt x="1064174" y="1392777"/>
                  </a:lnTo>
                  <a:lnTo>
                    <a:pt x="1064165" y="1392787"/>
                  </a:lnTo>
                  <a:lnTo>
                    <a:pt x="1064161" y="1392799"/>
                  </a:lnTo>
                  <a:lnTo>
                    <a:pt x="1064159" y="1392811"/>
                  </a:lnTo>
                  <a:lnTo>
                    <a:pt x="1064160" y="1392829"/>
                  </a:lnTo>
                  <a:lnTo>
                    <a:pt x="1064158" y="1392846"/>
                  </a:lnTo>
                  <a:lnTo>
                    <a:pt x="1064155" y="1392855"/>
                  </a:lnTo>
                  <a:lnTo>
                    <a:pt x="1064147" y="1392861"/>
                  </a:lnTo>
                  <a:lnTo>
                    <a:pt x="1064136" y="1392864"/>
                  </a:lnTo>
                  <a:lnTo>
                    <a:pt x="1064111" y="1392861"/>
                  </a:lnTo>
                  <a:lnTo>
                    <a:pt x="1064080" y="1392860"/>
                  </a:lnTo>
                  <a:lnTo>
                    <a:pt x="1064051" y="1392863"/>
                  </a:lnTo>
                  <a:lnTo>
                    <a:pt x="1064027" y="1392869"/>
                  </a:lnTo>
                  <a:lnTo>
                    <a:pt x="1064008" y="1392879"/>
                  </a:lnTo>
                  <a:lnTo>
                    <a:pt x="1063994" y="1392889"/>
                  </a:lnTo>
                  <a:lnTo>
                    <a:pt x="1063990" y="1392895"/>
                  </a:lnTo>
                  <a:lnTo>
                    <a:pt x="1063990" y="1392901"/>
                  </a:lnTo>
                  <a:lnTo>
                    <a:pt x="1063990" y="1392911"/>
                  </a:lnTo>
                  <a:lnTo>
                    <a:pt x="1063988" y="1392920"/>
                  </a:lnTo>
                  <a:lnTo>
                    <a:pt x="1063979" y="1392930"/>
                  </a:lnTo>
                  <a:lnTo>
                    <a:pt x="1063956" y="1392942"/>
                  </a:lnTo>
                  <a:lnTo>
                    <a:pt x="1063928" y="1392953"/>
                  </a:lnTo>
                  <a:lnTo>
                    <a:pt x="1063906" y="1392961"/>
                  </a:lnTo>
                  <a:lnTo>
                    <a:pt x="1063887" y="1392965"/>
                  </a:lnTo>
                  <a:lnTo>
                    <a:pt x="1063881" y="1392968"/>
                  </a:lnTo>
                  <a:lnTo>
                    <a:pt x="1063878" y="1392975"/>
                  </a:lnTo>
                  <a:lnTo>
                    <a:pt x="1063876" y="1392985"/>
                  </a:lnTo>
                  <a:lnTo>
                    <a:pt x="1063873" y="1392994"/>
                  </a:lnTo>
                  <a:lnTo>
                    <a:pt x="1063869" y="1392999"/>
                  </a:lnTo>
                  <a:lnTo>
                    <a:pt x="1063857" y="1393005"/>
                  </a:lnTo>
                  <a:lnTo>
                    <a:pt x="1063840" y="1393003"/>
                  </a:lnTo>
                  <a:lnTo>
                    <a:pt x="1063821" y="1392996"/>
                  </a:lnTo>
                  <a:lnTo>
                    <a:pt x="1063799" y="1392988"/>
                  </a:lnTo>
                  <a:lnTo>
                    <a:pt x="1063782" y="1392990"/>
                  </a:lnTo>
                  <a:lnTo>
                    <a:pt x="1063773" y="1392995"/>
                  </a:lnTo>
                  <a:lnTo>
                    <a:pt x="1063763" y="1393000"/>
                  </a:lnTo>
                  <a:lnTo>
                    <a:pt x="1063754" y="1393010"/>
                  </a:lnTo>
                  <a:lnTo>
                    <a:pt x="1063750" y="1393016"/>
                  </a:lnTo>
                  <a:lnTo>
                    <a:pt x="1063746" y="1393033"/>
                  </a:lnTo>
                  <a:lnTo>
                    <a:pt x="1063740" y="1393055"/>
                  </a:lnTo>
                  <a:lnTo>
                    <a:pt x="1063733" y="1393080"/>
                  </a:lnTo>
                  <a:lnTo>
                    <a:pt x="1063726" y="1393096"/>
                  </a:lnTo>
                  <a:lnTo>
                    <a:pt x="1063715" y="1393109"/>
                  </a:lnTo>
                  <a:lnTo>
                    <a:pt x="1063687" y="1393136"/>
                  </a:lnTo>
                  <a:lnTo>
                    <a:pt x="1063663" y="1393160"/>
                  </a:lnTo>
                  <a:lnTo>
                    <a:pt x="1063633" y="1393194"/>
                  </a:lnTo>
                  <a:lnTo>
                    <a:pt x="1063614" y="1393213"/>
                  </a:lnTo>
                  <a:lnTo>
                    <a:pt x="1063594" y="1393230"/>
                  </a:lnTo>
                  <a:lnTo>
                    <a:pt x="1063573" y="1393241"/>
                  </a:lnTo>
                  <a:lnTo>
                    <a:pt x="1063556" y="1393253"/>
                  </a:lnTo>
                  <a:lnTo>
                    <a:pt x="1063524" y="1393266"/>
                  </a:lnTo>
                  <a:lnTo>
                    <a:pt x="1063479" y="1393289"/>
                  </a:lnTo>
                  <a:lnTo>
                    <a:pt x="1063450" y="1393306"/>
                  </a:lnTo>
                  <a:lnTo>
                    <a:pt x="1063432" y="1393312"/>
                  </a:lnTo>
                  <a:lnTo>
                    <a:pt x="1063409" y="1393314"/>
                  </a:lnTo>
                  <a:lnTo>
                    <a:pt x="1063369" y="1393326"/>
                  </a:lnTo>
                  <a:lnTo>
                    <a:pt x="1063340" y="1393342"/>
                  </a:lnTo>
                  <a:lnTo>
                    <a:pt x="1063320" y="1393355"/>
                  </a:lnTo>
                  <a:lnTo>
                    <a:pt x="1063305" y="1393368"/>
                  </a:lnTo>
                  <a:lnTo>
                    <a:pt x="1063294" y="1393384"/>
                  </a:lnTo>
                  <a:lnTo>
                    <a:pt x="1063291" y="1393401"/>
                  </a:lnTo>
                  <a:lnTo>
                    <a:pt x="1063294" y="1393416"/>
                  </a:lnTo>
                  <a:lnTo>
                    <a:pt x="1063299" y="1393429"/>
                  </a:lnTo>
                  <a:lnTo>
                    <a:pt x="1063299" y="1393442"/>
                  </a:lnTo>
                  <a:lnTo>
                    <a:pt x="1063293" y="1393455"/>
                  </a:lnTo>
                  <a:lnTo>
                    <a:pt x="1063279" y="1393469"/>
                  </a:lnTo>
                  <a:lnTo>
                    <a:pt x="1063270" y="1393479"/>
                  </a:lnTo>
                  <a:lnTo>
                    <a:pt x="1063263" y="1393491"/>
                  </a:lnTo>
                  <a:lnTo>
                    <a:pt x="1063251" y="1393506"/>
                  </a:lnTo>
                  <a:lnTo>
                    <a:pt x="1063238" y="1393519"/>
                  </a:lnTo>
                  <a:lnTo>
                    <a:pt x="1063217" y="1393532"/>
                  </a:lnTo>
                  <a:lnTo>
                    <a:pt x="1063199" y="1393546"/>
                  </a:lnTo>
                  <a:lnTo>
                    <a:pt x="1063187" y="1393558"/>
                  </a:lnTo>
                  <a:lnTo>
                    <a:pt x="1063179" y="1393573"/>
                  </a:lnTo>
                  <a:lnTo>
                    <a:pt x="1063171" y="1393590"/>
                  </a:lnTo>
                  <a:lnTo>
                    <a:pt x="1063161" y="1393605"/>
                  </a:lnTo>
                  <a:lnTo>
                    <a:pt x="1063150" y="1393617"/>
                  </a:lnTo>
                  <a:lnTo>
                    <a:pt x="1063145" y="1393629"/>
                  </a:lnTo>
                  <a:lnTo>
                    <a:pt x="1063144" y="1393637"/>
                  </a:lnTo>
                  <a:lnTo>
                    <a:pt x="1063144" y="1393649"/>
                  </a:lnTo>
                  <a:lnTo>
                    <a:pt x="1063145" y="1393662"/>
                  </a:lnTo>
                  <a:lnTo>
                    <a:pt x="1063142" y="1393678"/>
                  </a:lnTo>
                  <a:lnTo>
                    <a:pt x="1063133" y="1393686"/>
                  </a:lnTo>
                  <a:lnTo>
                    <a:pt x="1063122" y="1393689"/>
                  </a:lnTo>
                  <a:lnTo>
                    <a:pt x="1063111" y="1393689"/>
                  </a:lnTo>
                  <a:lnTo>
                    <a:pt x="1063099" y="1393689"/>
                  </a:lnTo>
                  <a:lnTo>
                    <a:pt x="1063089" y="1393687"/>
                  </a:lnTo>
                  <a:lnTo>
                    <a:pt x="1063085" y="1393683"/>
                  </a:lnTo>
                  <a:lnTo>
                    <a:pt x="1063081" y="1393677"/>
                  </a:lnTo>
                  <a:lnTo>
                    <a:pt x="1063079" y="1393668"/>
                  </a:lnTo>
                  <a:lnTo>
                    <a:pt x="1063077" y="1393653"/>
                  </a:lnTo>
                  <a:lnTo>
                    <a:pt x="1063076" y="1393631"/>
                  </a:lnTo>
                  <a:lnTo>
                    <a:pt x="1063069" y="1393621"/>
                  </a:lnTo>
                  <a:lnTo>
                    <a:pt x="1063063" y="1393617"/>
                  </a:lnTo>
                  <a:lnTo>
                    <a:pt x="1063052" y="1393617"/>
                  </a:lnTo>
                  <a:lnTo>
                    <a:pt x="1063042" y="1393622"/>
                  </a:lnTo>
                  <a:lnTo>
                    <a:pt x="1063026" y="1393633"/>
                  </a:lnTo>
                  <a:lnTo>
                    <a:pt x="1063009" y="1393640"/>
                  </a:lnTo>
                  <a:lnTo>
                    <a:pt x="1062989" y="1393651"/>
                  </a:lnTo>
                  <a:lnTo>
                    <a:pt x="1062976" y="1393665"/>
                  </a:lnTo>
                  <a:lnTo>
                    <a:pt x="1062963" y="1393684"/>
                  </a:lnTo>
                  <a:lnTo>
                    <a:pt x="1062946" y="1393710"/>
                  </a:lnTo>
                  <a:lnTo>
                    <a:pt x="1062927" y="1393748"/>
                  </a:lnTo>
                  <a:lnTo>
                    <a:pt x="1062916" y="1393768"/>
                  </a:lnTo>
                  <a:lnTo>
                    <a:pt x="1062901" y="1393785"/>
                  </a:lnTo>
                  <a:lnTo>
                    <a:pt x="1062889" y="1393794"/>
                  </a:lnTo>
                  <a:lnTo>
                    <a:pt x="1062883" y="1393796"/>
                  </a:lnTo>
                  <a:lnTo>
                    <a:pt x="1062876" y="1393795"/>
                  </a:lnTo>
                  <a:lnTo>
                    <a:pt x="1062867" y="1393790"/>
                  </a:lnTo>
                  <a:lnTo>
                    <a:pt x="1062855" y="1393781"/>
                  </a:lnTo>
                  <a:lnTo>
                    <a:pt x="1062848" y="1393779"/>
                  </a:lnTo>
                  <a:lnTo>
                    <a:pt x="1062835" y="1393780"/>
                  </a:lnTo>
                  <a:lnTo>
                    <a:pt x="1062825" y="1393789"/>
                  </a:lnTo>
                  <a:lnTo>
                    <a:pt x="1062819" y="1393801"/>
                  </a:lnTo>
                  <a:lnTo>
                    <a:pt x="1062818" y="1393814"/>
                  </a:lnTo>
                  <a:lnTo>
                    <a:pt x="1062819" y="1393834"/>
                  </a:lnTo>
                  <a:lnTo>
                    <a:pt x="1062817" y="1393848"/>
                  </a:lnTo>
                  <a:lnTo>
                    <a:pt x="1062812" y="1393857"/>
                  </a:lnTo>
                  <a:lnTo>
                    <a:pt x="1062802" y="1393864"/>
                  </a:lnTo>
                  <a:lnTo>
                    <a:pt x="1062790" y="1393864"/>
                  </a:lnTo>
                  <a:lnTo>
                    <a:pt x="1062769" y="1393858"/>
                  </a:lnTo>
                  <a:lnTo>
                    <a:pt x="1062756" y="1393854"/>
                  </a:lnTo>
                  <a:lnTo>
                    <a:pt x="1062746" y="1393858"/>
                  </a:lnTo>
                  <a:lnTo>
                    <a:pt x="1062734" y="1393867"/>
                  </a:lnTo>
                  <a:lnTo>
                    <a:pt x="1062720" y="1393890"/>
                  </a:lnTo>
                  <a:lnTo>
                    <a:pt x="1062709" y="1393913"/>
                  </a:lnTo>
                  <a:lnTo>
                    <a:pt x="1062703" y="1393933"/>
                  </a:lnTo>
                  <a:lnTo>
                    <a:pt x="1062703" y="1393952"/>
                  </a:lnTo>
                  <a:lnTo>
                    <a:pt x="1062708" y="1393998"/>
                  </a:lnTo>
                  <a:lnTo>
                    <a:pt x="1062707" y="1394014"/>
                  </a:lnTo>
                  <a:lnTo>
                    <a:pt x="1062705" y="1394041"/>
                  </a:lnTo>
                  <a:lnTo>
                    <a:pt x="1062695" y="1394099"/>
                  </a:lnTo>
                  <a:lnTo>
                    <a:pt x="1062692" y="1394114"/>
                  </a:lnTo>
                  <a:lnTo>
                    <a:pt x="1062691" y="1394121"/>
                  </a:lnTo>
                  <a:lnTo>
                    <a:pt x="1062692" y="1394139"/>
                  </a:lnTo>
                  <a:lnTo>
                    <a:pt x="1062689" y="1394166"/>
                  </a:lnTo>
                  <a:lnTo>
                    <a:pt x="1062683" y="1394180"/>
                  </a:lnTo>
                  <a:lnTo>
                    <a:pt x="1062673" y="1394195"/>
                  </a:lnTo>
                  <a:lnTo>
                    <a:pt x="1062656" y="1394211"/>
                  </a:lnTo>
                  <a:lnTo>
                    <a:pt x="1062635" y="1394222"/>
                  </a:lnTo>
                  <a:lnTo>
                    <a:pt x="1062611" y="1394225"/>
                  </a:lnTo>
                  <a:lnTo>
                    <a:pt x="1062585" y="1394227"/>
                  </a:lnTo>
                  <a:lnTo>
                    <a:pt x="1062563" y="1394229"/>
                  </a:lnTo>
                  <a:lnTo>
                    <a:pt x="1062544" y="1394231"/>
                  </a:lnTo>
                  <a:lnTo>
                    <a:pt x="1062530" y="1394235"/>
                  </a:lnTo>
                  <a:lnTo>
                    <a:pt x="1062516" y="1394245"/>
                  </a:lnTo>
                  <a:lnTo>
                    <a:pt x="1062507" y="1394252"/>
                  </a:lnTo>
                  <a:lnTo>
                    <a:pt x="1062502" y="1394259"/>
                  </a:lnTo>
                  <a:lnTo>
                    <a:pt x="1062495" y="1394264"/>
                  </a:lnTo>
                  <a:lnTo>
                    <a:pt x="1062487" y="1394264"/>
                  </a:lnTo>
                  <a:lnTo>
                    <a:pt x="1062477" y="1394260"/>
                  </a:lnTo>
                  <a:lnTo>
                    <a:pt x="1062467" y="1394253"/>
                  </a:lnTo>
                  <a:lnTo>
                    <a:pt x="1062457" y="1394252"/>
                  </a:lnTo>
                  <a:lnTo>
                    <a:pt x="1062445" y="1394257"/>
                  </a:lnTo>
                  <a:lnTo>
                    <a:pt x="1062434" y="1394266"/>
                  </a:lnTo>
                  <a:lnTo>
                    <a:pt x="1062426" y="1394280"/>
                  </a:lnTo>
                  <a:lnTo>
                    <a:pt x="1062418" y="1394301"/>
                  </a:lnTo>
                  <a:lnTo>
                    <a:pt x="1062415" y="1394319"/>
                  </a:lnTo>
                  <a:lnTo>
                    <a:pt x="1062412" y="1394337"/>
                  </a:lnTo>
                  <a:lnTo>
                    <a:pt x="1062408" y="1394353"/>
                  </a:lnTo>
                  <a:lnTo>
                    <a:pt x="1062403" y="1394366"/>
                  </a:lnTo>
                  <a:lnTo>
                    <a:pt x="1062393" y="1394377"/>
                  </a:lnTo>
                  <a:lnTo>
                    <a:pt x="1062368" y="1394403"/>
                  </a:lnTo>
                  <a:lnTo>
                    <a:pt x="1062349" y="1394423"/>
                  </a:lnTo>
                  <a:lnTo>
                    <a:pt x="1062334" y="1394439"/>
                  </a:lnTo>
                  <a:lnTo>
                    <a:pt x="1062319" y="1394463"/>
                  </a:lnTo>
                  <a:lnTo>
                    <a:pt x="1062305" y="1394478"/>
                  </a:lnTo>
                  <a:lnTo>
                    <a:pt x="1062289" y="1394488"/>
                  </a:lnTo>
                  <a:lnTo>
                    <a:pt x="1062272" y="1394498"/>
                  </a:lnTo>
                  <a:lnTo>
                    <a:pt x="1062263" y="1394507"/>
                  </a:lnTo>
                  <a:lnTo>
                    <a:pt x="1062256" y="1394517"/>
                  </a:lnTo>
                  <a:lnTo>
                    <a:pt x="1062250" y="1394521"/>
                  </a:lnTo>
                  <a:lnTo>
                    <a:pt x="1062242" y="1394519"/>
                  </a:lnTo>
                  <a:lnTo>
                    <a:pt x="1062227" y="1394511"/>
                  </a:lnTo>
                  <a:lnTo>
                    <a:pt x="1062211" y="1394500"/>
                  </a:lnTo>
                  <a:lnTo>
                    <a:pt x="1062199" y="1394496"/>
                  </a:lnTo>
                  <a:lnTo>
                    <a:pt x="1062187" y="1394495"/>
                  </a:lnTo>
                  <a:lnTo>
                    <a:pt x="1062180" y="1394496"/>
                  </a:lnTo>
                  <a:lnTo>
                    <a:pt x="1062169" y="1394499"/>
                  </a:lnTo>
                  <a:lnTo>
                    <a:pt x="1062159" y="1394508"/>
                  </a:lnTo>
                  <a:lnTo>
                    <a:pt x="1062151" y="1394519"/>
                  </a:lnTo>
                  <a:lnTo>
                    <a:pt x="1062142" y="1394529"/>
                  </a:lnTo>
                  <a:lnTo>
                    <a:pt x="1062137" y="1394541"/>
                  </a:lnTo>
                  <a:lnTo>
                    <a:pt x="1062135" y="1394553"/>
                  </a:lnTo>
                  <a:lnTo>
                    <a:pt x="1062135" y="1394566"/>
                  </a:lnTo>
                  <a:lnTo>
                    <a:pt x="1062131" y="1394574"/>
                  </a:lnTo>
                  <a:lnTo>
                    <a:pt x="1062123" y="1394585"/>
                  </a:lnTo>
                  <a:lnTo>
                    <a:pt x="1062111" y="1394597"/>
                  </a:lnTo>
                  <a:lnTo>
                    <a:pt x="1062087" y="1394610"/>
                  </a:lnTo>
                  <a:lnTo>
                    <a:pt x="1062061" y="1394618"/>
                  </a:lnTo>
                  <a:lnTo>
                    <a:pt x="1062038" y="1394623"/>
                  </a:lnTo>
                  <a:lnTo>
                    <a:pt x="1062015" y="1394627"/>
                  </a:lnTo>
                  <a:lnTo>
                    <a:pt x="1061995" y="1394627"/>
                  </a:lnTo>
                  <a:lnTo>
                    <a:pt x="1061981" y="1394626"/>
                  </a:lnTo>
                  <a:lnTo>
                    <a:pt x="1061973" y="1394622"/>
                  </a:lnTo>
                  <a:lnTo>
                    <a:pt x="1061967" y="1394616"/>
                  </a:lnTo>
                  <a:lnTo>
                    <a:pt x="1061962" y="1394610"/>
                  </a:lnTo>
                  <a:lnTo>
                    <a:pt x="1061955" y="1394608"/>
                  </a:lnTo>
                  <a:lnTo>
                    <a:pt x="1061947" y="1394608"/>
                  </a:lnTo>
                  <a:lnTo>
                    <a:pt x="1061936" y="1394612"/>
                  </a:lnTo>
                  <a:lnTo>
                    <a:pt x="1061911" y="1394624"/>
                  </a:lnTo>
                  <a:lnTo>
                    <a:pt x="1061892" y="1394640"/>
                  </a:lnTo>
                  <a:lnTo>
                    <a:pt x="1061874" y="1394651"/>
                  </a:lnTo>
                  <a:lnTo>
                    <a:pt x="1061852" y="1394665"/>
                  </a:lnTo>
                  <a:lnTo>
                    <a:pt x="1061836" y="1394679"/>
                  </a:lnTo>
                  <a:lnTo>
                    <a:pt x="1061821" y="1394697"/>
                  </a:lnTo>
                  <a:lnTo>
                    <a:pt x="1061815" y="1394709"/>
                  </a:lnTo>
                  <a:lnTo>
                    <a:pt x="1061813" y="1394722"/>
                  </a:lnTo>
                  <a:lnTo>
                    <a:pt x="1061821" y="1394736"/>
                  </a:lnTo>
                  <a:lnTo>
                    <a:pt x="1061833" y="1394753"/>
                  </a:lnTo>
                  <a:lnTo>
                    <a:pt x="1061840" y="1394765"/>
                  </a:lnTo>
                  <a:lnTo>
                    <a:pt x="1061841" y="1394776"/>
                  </a:lnTo>
                  <a:lnTo>
                    <a:pt x="1061840" y="1394788"/>
                  </a:lnTo>
                  <a:lnTo>
                    <a:pt x="1061833" y="1394795"/>
                  </a:lnTo>
                  <a:lnTo>
                    <a:pt x="1061818" y="1394802"/>
                  </a:lnTo>
                  <a:lnTo>
                    <a:pt x="1061795" y="1394808"/>
                  </a:lnTo>
                  <a:lnTo>
                    <a:pt x="1061773" y="1394816"/>
                  </a:lnTo>
                  <a:lnTo>
                    <a:pt x="1061750" y="1394831"/>
                  </a:lnTo>
                  <a:lnTo>
                    <a:pt x="1061724" y="1394861"/>
                  </a:lnTo>
                  <a:lnTo>
                    <a:pt x="1061705" y="1394898"/>
                  </a:lnTo>
                  <a:lnTo>
                    <a:pt x="1061693" y="1394925"/>
                  </a:lnTo>
                  <a:lnTo>
                    <a:pt x="1061679" y="1394949"/>
                  </a:lnTo>
                  <a:lnTo>
                    <a:pt x="1061671" y="1394974"/>
                  </a:lnTo>
                  <a:lnTo>
                    <a:pt x="1061663" y="1394993"/>
                  </a:lnTo>
                  <a:lnTo>
                    <a:pt x="1061651" y="1395008"/>
                  </a:lnTo>
                  <a:lnTo>
                    <a:pt x="1061643" y="1395018"/>
                  </a:lnTo>
                  <a:lnTo>
                    <a:pt x="1061635" y="1395024"/>
                  </a:lnTo>
                  <a:lnTo>
                    <a:pt x="1061634" y="1395031"/>
                  </a:lnTo>
                  <a:lnTo>
                    <a:pt x="1061640" y="1395050"/>
                  </a:lnTo>
                  <a:lnTo>
                    <a:pt x="1061654" y="1395084"/>
                  </a:lnTo>
                  <a:lnTo>
                    <a:pt x="1061664" y="1395112"/>
                  </a:lnTo>
                  <a:lnTo>
                    <a:pt x="1061669" y="1395147"/>
                  </a:lnTo>
                  <a:lnTo>
                    <a:pt x="1061673" y="1395184"/>
                  </a:lnTo>
                  <a:lnTo>
                    <a:pt x="1061675" y="1395199"/>
                  </a:lnTo>
                  <a:lnTo>
                    <a:pt x="1061673" y="1395220"/>
                  </a:lnTo>
                  <a:lnTo>
                    <a:pt x="1061674" y="1395237"/>
                  </a:lnTo>
                  <a:lnTo>
                    <a:pt x="1061667" y="1395254"/>
                  </a:lnTo>
                  <a:lnTo>
                    <a:pt x="1061658" y="1395261"/>
                  </a:lnTo>
                  <a:lnTo>
                    <a:pt x="1061654" y="1395263"/>
                  </a:lnTo>
                  <a:lnTo>
                    <a:pt x="1061640" y="1395269"/>
                  </a:lnTo>
                  <a:lnTo>
                    <a:pt x="1061635" y="1395270"/>
                  </a:lnTo>
                  <a:lnTo>
                    <a:pt x="1061613" y="1395281"/>
                  </a:lnTo>
                  <a:lnTo>
                    <a:pt x="1061593" y="1395292"/>
                  </a:lnTo>
                  <a:lnTo>
                    <a:pt x="1061573" y="1395303"/>
                  </a:lnTo>
                  <a:lnTo>
                    <a:pt x="1061564" y="1395313"/>
                  </a:lnTo>
                  <a:lnTo>
                    <a:pt x="1061552" y="1395328"/>
                  </a:lnTo>
                  <a:lnTo>
                    <a:pt x="1061541" y="1395340"/>
                  </a:lnTo>
                  <a:lnTo>
                    <a:pt x="1061526" y="1395347"/>
                  </a:lnTo>
                  <a:lnTo>
                    <a:pt x="1061511" y="1395349"/>
                  </a:lnTo>
                  <a:lnTo>
                    <a:pt x="1061503" y="1395348"/>
                  </a:lnTo>
                  <a:lnTo>
                    <a:pt x="1061487" y="1395344"/>
                  </a:lnTo>
                  <a:lnTo>
                    <a:pt x="1061474" y="1395338"/>
                  </a:lnTo>
                  <a:lnTo>
                    <a:pt x="1061463" y="1395337"/>
                  </a:lnTo>
                  <a:lnTo>
                    <a:pt x="1061459" y="1395333"/>
                  </a:lnTo>
                  <a:lnTo>
                    <a:pt x="1061457" y="1395328"/>
                  </a:lnTo>
                  <a:lnTo>
                    <a:pt x="1061457" y="1395318"/>
                  </a:lnTo>
                  <a:lnTo>
                    <a:pt x="1061456" y="1395297"/>
                  </a:lnTo>
                  <a:lnTo>
                    <a:pt x="1061456" y="1395288"/>
                  </a:lnTo>
                  <a:lnTo>
                    <a:pt x="1061450" y="1395284"/>
                  </a:lnTo>
                  <a:lnTo>
                    <a:pt x="1061438" y="1395281"/>
                  </a:lnTo>
                  <a:lnTo>
                    <a:pt x="1061421" y="1395281"/>
                  </a:lnTo>
                  <a:lnTo>
                    <a:pt x="1061403" y="1395282"/>
                  </a:lnTo>
                  <a:lnTo>
                    <a:pt x="1061387" y="1395281"/>
                  </a:lnTo>
                  <a:lnTo>
                    <a:pt x="1061371" y="1395277"/>
                  </a:lnTo>
                  <a:lnTo>
                    <a:pt x="1061357" y="1395277"/>
                  </a:lnTo>
                  <a:lnTo>
                    <a:pt x="1061344" y="1395277"/>
                  </a:lnTo>
                  <a:lnTo>
                    <a:pt x="1061334" y="1395279"/>
                  </a:lnTo>
                  <a:lnTo>
                    <a:pt x="1061320" y="1395286"/>
                  </a:lnTo>
                  <a:lnTo>
                    <a:pt x="1061300" y="1395301"/>
                  </a:lnTo>
                  <a:lnTo>
                    <a:pt x="1061293" y="1395309"/>
                  </a:lnTo>
                  <a:lnTo>
                    <a:pt x="1061284" y="1395311"/>
                  </a:lnTo>
                  <a:lnTo>
                    <a:pt x="1061267" y="1395310"/>
                  </a:lnTo>
                  <a:lnTo>
                    <a:pt x="1061246" y="1395306"/>
                  </a:lnTo>
                  <a:lnTo>
                    <a:pt x="1061235" y="1395301"/>
                  </a:lnTo>
                  <a:lnTo>
                    <a:pt x="1061224" y="1395297"/>
                  </a:lnTo>
                  <a:lnTo>
                    <a:pt x="1061218" y="1395297"/>
                  </a:lnTo>
                  <a:lnTo>
                    <a:pt x="1061211" y="1395301"/>
                  </a:lnTo>
                  <a:lnTo>
                    <a:pt x="1061198" y="1395311"/>
                  </a:lnTo>
                  <a:lnTo>
                    <a:pt x="1061180" y="1395327"/>
                  </a:lnTo>
                  <a:lnTo>
                    <a:pt x="1061162" y="1395345"/>
                  </a:lnTo>
                  <a:lnTo>
                    <a:pt x="1061148" y="1395357"/>
                  </a:lnTo>
                  <a:lnTo>
                    <a:pt x="1061138" y="1395364"/>
                  </a:lnTo>
                  <a:lnTo>
                    <a:pt x="1061131" y="1395367"/>
                  </a:lnTo>
                  <a:lnTo>
                    <a:pt x="1061125" y="1395368"/>
                  </a:lnTo>
                  <a:lnTo>
                    <a:pt x="1061118" y="1395368"/>
                  </a:lnTo>
                  <a:lnTo>
                    <a:pt x="1061107" y="1395368"/>
                  </a:lnTo>
                  <a:lnTo>
                    <a:pt x="1061084" y="1395367"/>
                  </a:lnTo>
                  <a:lnTo>
                    <a:pt x="1061061" y="1395366"/>
                  </a:lnTo>
                  <a:lnTo>
                    <a:pt x="1061046" y="1395369"/>
                  </a:lnTo>
                  <a:lnTo>
                    <a:pt x="1061030" y="1395375"/>
                  </a:lnTo>
                  <a:lnTo>
                    <a:pt x="1061014" y="1395390"/>
                  </a:lnTo>
                  <a:lnTo>
                    <a:pt x="1061000" y="1395409"/>
                  </a:lnTo>
                  <a:lnTo>
                    <a:pt x="1060989" y="1395419"/>
                  </a:lnTo>
                  <a:lnTo>
                    <a:pt x="1060978" y="1395430"/>
                  </a:lnTo>
                  <a:lnTo>
                    <a:pt x="1060973" y="1395442"/>
                  </a:lnTo>
                  <a:lnTo>
                    <a:pt x="1060963" y="1395460"/>
                  </a:lnTo>
                  <a:lnTo>
                    <a:pt x="1060952" y="1395472"/>
                  </a:lnTo>
                  <a:lnTo>
                    <a:pt x="1060935" y="1395480"/>
                  </a:lnTo>
                  <a:lnTo>
                    <a:pt x="1060910" y="1395484"/>
                  </a:lnTo>
                  <a:lnTo>
                    <a:pt x="1060881" y="1395486"/>
                  </a:lnTo>
                  <a:lnTo>
                    <a:pt x="1060853" y="1395484"/>
                  </a:lnTo>
                  <a:lnTo>
                    <a:pt x="1060825" y="1395474"/>
                  </a:lnTo>
                  <a:lnTo>
                    <a:pt x="1060800" y="1395463"/>
                  </a:lnTo>
                  <a:lnTo>
                    <a:pt x="1060783" y="1395459"/>
                  </a:lnTo>
                  <a:lnTo>
                    <a:pt x="1060760" y="1395460"/>
                  </a:lnTo>
                  <a:lnTo>
                    <a:pt x="1060744" y="1395461"/>
                  </a:lnTo>
                  <a:lnTo>
                    <a:pt x="1060721" y="1395467"/>
                  </a:lnTo>
                  <a:lnTo>
                    <a:pt x="1060703" y="1395479"/>
                  </a:lnTo>
                  <a:lnTo>
                    <a:pt x="1060689" y="1395487"/>
                  </a:lnTo>
                  <a:lnTo>
                    <a:pt x="1060679" y="1395490"/>
                  </a:lnTo>
                  <a:lnTo>
                    <a:pt x="1060668" y="1395491"/>
                  </a:lnTo>
                  <a:lnTo>
                    <a:pt x="1060651" y="1395496"/>
                  </a:lnTo>
                  <a:lnTo>
                    <a:pt x="1060628" y="1395506"/>
                  </a:lnTo>
                  <a:lnTo>
                    <a:pt x="1060595" y="1395517"/>
                  </a:lnTo>
                  <a:lnTo>
                    <a:pt x="1060563" y="1395521"/>
                  </a:lnTo>
                  <a:lnTo>
                    <a:pt x="1060546" y="1395519"/>
                  </a:lnTo>
                  <a:lnTo>
                    <a:pt x="1060524" y="1395514"/>
                  </a:lnTo>
                  <a:lnTo>
                    <a:pt x="1060496" y="1395511"/>
                  </a:lnTo>
                  <a:lnTo>
                    <a:pt x="1060472" y="1395506"/>
                  </a:lnTo>
                  <a:lnTo>
                    <a:pt x="1060451" y="1395497"/>
                  </a:lnTo>
                  <a:lnTo>
                    <a:pt x="1060430" y="1395487"/>
                  </a:lnTo>
                  <a:lnTo>
                    <a:pt x="1060414" y="1395483"/>
                  </a:lnTo>
                  <a:lnTo>
                    <a:pt x="1060400" y="1395485"/>
                  </a:lnTo>
                  <a:lnTo>
                    <a:pt x="1060383" y="1395492"/>
                  </a:lnTo>
                  <a:lnTo>
                    <a:pt x="1060371" y="1395498"/>
                  </a:lnTo>
                  <a:lnTo>
                    <a:pt x="1060361" y="1395507"/>
                  </a:lnTo>
                  <a:lnTo>
                    <a:pt x="1060329" y="1395539"/>
                  </a:lnTo>
                  <a:lnTo>
                    <a:pt x="1060318" y="1395552"/>
                  </a:lnTo>
                  <a:lnTo>
                    <a:pt x="1060304" y="1395565"/>
                  </a:lnTo>
                  <a:lnTo>
                    <a:pt x="1060293" y="1395581"/>
                  </a:lnTo>
                  <a:lnTo>
                    <a:pt x="1060283" y="1395599"/>
                  </a:lnTo>
                  <a:lnTo>
                    <a:pt x="1060252" y="1395645"/>
                  </a:lnTo>
                  <a:lnTo>
                    <a:pt x="1060238" y="1395662"/>
                  </a:lnTo>
                  <a:lnTo>
                    <a:pt x="1060224" y="1395678"/>
                  </a:lnTo>
                  <a:lnTo>
                    <a:pt x="1060211" y="1395689"/>
                  </a:lnTo>
                  <a:lnTo>
                    <a:pt x="1060195" y="1395698"/>
                  </a:lnTo>
                  <a:lnTo>
                    <a:pt x="1060176" y="1395703"/>
                  </a:lnTo>
                  <a:lnTo>
                    <a:pt x="1060154" y="1395706"/>
                  </a:lnTo>
                  <a:lnTo>
                    <a:pt x="1060122" y="1395708"/>
                  </a:lnTo>
                  <a:lnTo>
                    <a:pt x="1060080" y="1395706"/>
                  </a:lnTo>
                  <a:lnTo>
                    <a:pt x="1060063" y="1395700"/>
                  </a:lnTo>
                  <a:lnTo>
                    <a:pt x="1060045" y="1395683"/>
                  </a:lnTo>
                  <a:lnTo>
                    <a:pt x="1060027" y="1395671"/>
                  </a:lnTo>
                  <a:lnTo>
                    <a:pt x="1060010" y="1395672"/>
                  </a:lnTo>
                  <a:lnTo>
                    <a:pt x="1059989" y="1395682"/>
                  </a:lnTo>
                  <a:lnTo>
                    <a:pt x="1059959" y="1395701"/>
                  </a:lnTo>
                  <a:lnTo>
                    <a:pt x="1059919" y="1395731"/>
                  </a:lnTo>
                  <a:lnTo>
                    <a:pt x="1059897" y="1395748"/>
                  </a:lnTo>
                  <a:lnTo>
                    <a:pt x="1059878" y="1395755"/>
                  </a:lnTo>
                  <a:lnTo>
                    <a:pt x="1059862" y="1395759"/>
                  </a:lnTo>
                  <a:lnTo>
                    <a:pt x="1059838" y="1395761"/>
                  </a:lnTo>
                  <a:lnTo>
                    <a:pt x="1059820" y="1395756"/>
                  </a:lnTo>
                  <a:lnTo>
                    <a:pt x="1059810" y="1395753"/>
                  </a:lnTo>
                  <a:lnTo>
                    <a:pt x="1059801" y="1395743"/>
                  </a:lnTo>
                  <a:lnTo>
                    <a:pt x="1059795" y="1395732"/>
                  </a:lnTo>
                  <a:lnTo>
                    <a:pt x="1059781" y="1395693"/>
                  </a:lnTo>
                  <a:lnTo>
                    <a:pt x="1059767" y="1395675"/>
                  </a:lnTo>
                  <a:lnTo>
                    <a:pt x="1059753" y="1395663"/>
                  </a:lnTo>
                  <a:lnTo>
                    <a:pt x="1059736" y="1395656"/>
                  </a:lnTo>
                  <a:lnTo>
                    <a:pt x="1059716" y="1395652"/>
                  </a:lnTo>
                  <a:lnTo>
                    <a:pt x="1059695" y="1395653"/>
                  </a:lnTo>
                  <a:lnTo>
                    <a:pt x="1059675" y="1395660"/>
                  </a:lnTo>
                  <a:lnTo>
                    <a:pt x="1059656" y="1395674"/>
                  </a:lnTo>
                  <a:lnTo>
                    <a:pt x="1059627" y="1395700"/>
                  </a:lnTo>
                  <a:lnTo>
                    <a:pt x="1059613" y="1395710"/>
                  </a:lnTo>
                  <a:lnTo>
                    <a:pt x="1059599" y="1395717"/>
                  </a:lnTo>
                  <a:lnTo>
                    <a:pt x="1059582" y="1395712"/>
                  </a:lnTo>
                  <a:lnTo>
                    <a:pt x="1059557" y="1395700"/>
                  </a:lnTo>
                  <a:lnTo>
                    <a:pt x="1059528" y="1395690"/>
                  </a:lnTo>
                  <a:lnTo>
                    <a:pt x="1059503" y="1395682"/>
                  </a:lnTo>
                  <a:lnTo>
                    <a:pt x="1059486" y="1395671"/>
                  </a:lnTo>
                  <a:lnTo>
                    <a:pt x="1059473" y="1395660"/>
                  </a:lnTo>
                  <a:lnTo>
                    <a:pt x="1059466" y="1395647"/>
                  </a:lnTo>
                  <a:lnTo>
                    <a:pt x="1059459" y="1395635"/>
                  </a:lnTo>
                  <a:lnTo>
                    <a:pt x="1059451" y="1395626"/>
                  </a:lnTo>
                  <a:lnTo>
                    <a:pt x="1059437" y="1395622"/>
                  </a:lnTo>
                  <a:lnTo>
                    <a:pt x="1059423" y="1395623"/>
                  </a:lnTo>
                  <a:lnTo>
                    <a:pt x="1059413" y="1395631"/>
                  </a:lnTo>
                  <a:lnTo>
                    <a:pt x="1059406" y="1395644"/>
                  </a:lnTo>
                  <a:lnTo>
                    <a:pt x="1059397" y="1395672"/>
                  </a:lnTo>
                  <a:lnTo>
                    <a:pt x="1059393" y="1395696"/>
                  </a:lnTo>
                  <a:lnTo>
                    <a:pt x="1059390" y="1395711"/>
                  </a:lnTo>
                  <a:lnTo>
                    <a:pt x="1059384" y="1395722"/>
                  </a:lnTo>
                  <a:lnTo>
                    <a:pt x="1059370" y="1395735"/>
                  </a:lnTo>
                  <a:lnTo>
                    <a:pt x="1059353" y="1395748"/>
                  </a:lnTo>
                  <a:lnTo>
                    <a:pt x="1059340" y="1395754"/>
                  </a:lnTo>
                  <a:lnTo>
                    <a:pt x="1059321" y="1395755"/>
                  </a:lnTo>
                  <a:lnTo>
                    <a:pt x="1059306" y="1395750"/>
                  </a:lnTo>
                  <a:lnTo>
                    <a:pt x="1059285" y="1395740"/>
                  </a:lnTo>
                  <a:lnTo>
                    <a:pt x="1059264" y="1395730"/>
                  </a:lnTo>
                  <a:lnTo>
                    <a:pt x="1059208" y="1395710"/>
                  </a:lnTo>
                  <a:lnTo>
                    <a:pt x="1059185" y="1395701"/>
                  </a:lnTo>
                  <a:lnTo>
                    <a:pt x="1059164" y="1395689"/>
                  </a:lnTo>
                  <a:lnTo>
                    <a:pt x="1059148" y="1395681"/>
                  </a:lnTo>
                  <a:lnTo>
                    <a:pt x="1059124" y="1395674"/>
                  </a:lnTo>
                  <a:lnTo>
                    <a:pt x="1059093" y="1395670"/>
                  </a:lnTo>
                  <a:lnTo>
                    <a:pt x="1059068" y="1395670"/>
                  </a:lnTo>
                  <a:lnTo>
                    <a:pt x="1059048" y="1395672"/>
                  </a:lnTo>
                  <a:lnTo>
                    <a:pt x="1059023" y="1395678"/>
                  </a:lnTo>
                  <a:lnTo>
                    <a:pt x="1059004" y="1395680"/>
                  </a:lnTo>
                  <a:lnTo>
                    <a:pt x="1058978" y="1395679"/>
                  </a:lnTo>
                  <a:lnTo>
                    <a:pt x="1058950" y="1395680"/>
                  </a:lnTo>
                  <a:lnTo>
                    <a:pt x="1058912" y="1395685"/>
                  </a:lnTo>
                  <a:lnTo>
                    <a:pt x="1058864" y="1395697"/>
                  </a:lnTo>
                  <a:lnTo>
                    <a:pt x="1058835" y="1395699"/>
                  </a:lnTo>
                  <a:lnTo>
                    <a:pt x="1058815" y="1395702"/>
                  </a:lnTo>
                  <a:lnTo>
                    <a:pt x="1058796" y="1395708"/>
                  </a:lnTo>
                  <a:lnTo>
                    <a:pt x="1058780" y="1395721"/>
                  </a:lnTo>
                  <a:lnTo>
                    <a:pt x="1058765" y="1395741"/>
                  </a:lnTo>
                  <a:lnTo>
                    <a:pt x="1058749" y="1395768"/>
                  </a:lnTo>
                  <a:lnTo>
                    <a:pt x="1058739" y="1395794"/>
                  </a:lnTo>
                  <a:lnTo>
                    <a:pt x="1058732" y="1395819"/>
                  </a:lnTo>
                  <a:lnTo>
                    <a:pt x="1058724" y="1395834"/>
                  </a:lnTo>
                  <a:lnTo>
                    <a:pt x="1058715" y="1395841"/>
                  </a:lnTo>
                  <a:lnTo>
                    <a:pt x="1058705" y="1395845"/>
                  </a:lnTo>
                  <a:lnTo>
                    <a:pt x="1058693" y="1395843"/>
                  </a:lnTo>
                  <a:lnTo>
                    <a:pt x="1058679" y="1395836"/>
                  </a:lnTo>
                  <a:lnTo>
                    <a:pt x="1058660" y="1395828"/>
                  </a:lnTo>
                  <a:lnTo>
                    <a:pt x="1058644" y="1395826"/>
                  </a:lnTo>
                  <a:lnTo>
                    <a:pt x="1058636" y="1395829"/>
                  </a:lnTo>
                  <a:lnTo>
                    <a:pt x="1058628" y="1395838"/>
                  </a:lnTo>
                  <a:lnTo>
                    <a:pt x="1058616" y="1395856"/>
                  </a:lnTo>
                  <a:lnTo>
                    <a:pt x="1058615" y="1395874"/>
                  </a:lnTo>
                  <a:lnTo>
                    <a:pt x="1058616" y="1395892"/>
                  </a:lnTo>
                  <a:lnTo>
                    <a:pt x="1058617" y="1395904"/>
                  </a:lnTo>
                  <a:lnTo>
                    <a:pt x="1058613" y="1395922"/>
                  </a:lnTo>
                  <a:lnTo>
                    <a:pt x="1058604" y="1395946"/>
                  </a:lnTo>
                  <a:lnTo>
                    <a:pt x="1058593" y="1395971"/>
                  </a:lnTo>
                  <a:lnTo>
                    <a:pt x="1058582" y="1395985"/>
                  </a:lnTo>
                  <a:lnTo>
                    <a:pt x="1058570" y="1395990"/>
                  </a:lnTo>
                  <a:lnTo>
                    <a:pt x="1058554" y="1395993"/>
                  </a:lnTo>
                  <a:lnTo>
                    <a:pt x="1058541" y="1395991"/>
                  </a:lnTo>
                  <a:lnTo>
                    <a:pt x="1058527" y="1395982"/>
                  </a:lnTo>
                  <a:lnTo>
                    <a:pt x="1058514" y="1395966"/>
                  </a:lnTo>
                  <a:lnTo>
                    <a:pt x="1058507" y="1395957"/>
                  </a:lnTo>
                  <a:lnTo>
                    <a:pt x="1058494" y="1395951"/>
                  </a:lnTo>
                  <a:lnTo>
                    <a:pt x="1058485" y="1395953"/>
                  </a:lnTo>
                  <a:lnTo>
                    <a:pt x="1058471" y="1395957"/>
                  </a:lnTo>
                  <a:lnTo>
                    <a:pt x="1058456" y="1395969"/>
                  </a:lnTo>
                  <a:lnTo>
                    <a:pt x="1058438" y="1395997"/>
                  </a:lnTo>
                  <a:lnTo>
                    <a:pt x="1058425" y="1396018"/>
                  </a:lnTo>
                  <a:lnTo>
                    <a:pt x="1058413" y="1396044"/>
                  </a:lnTo>
                  <a:lnTo>
                    <a:pt x="1058402" y="1396065"/>
                  </a:lnTo>
                  <a:lnTo>
                    <a:pt x="1058391" y="1396076"/>
                  </a:lnTo>
                  <a:lnTo>
                    <a:pt x="1058378" y="1396083"/>
                  </a:lnTo>
                  <a:lnTo>
                    <a:pt x="1058363" y="1396085"/>
                  </a:lnTo>
                  <a:lnTo>
                    <a:pt x="1058318" y="1396082"/>
                  </a:lnTo>
                  <a:lnTo>
                    <a:pt x="1058305" y="1396083"/>
                  </a:lnTo>
                  <a:lnTo>
                    <a:pt x="1058294" y="1396088"/>
                  </a:lnTo>
                  <a:lnTo>
                    <a:pt x="1058275" y="1396103"/>
                  </a:lnTo>
                  <a:lnTo>
                    <a:pt x="1058259" y="1396125"/>
                  </a:lnTo>
                  <a:lnTo>
                    <a:pt x="1058245" y="1396147"/>
                  </a:lnTo>
                  <a:lnTo>
                    <a:pt x="1058230" y="1396160"/>
                  </a:lnTo>
                  <a:lnTo>
                    <a:pt x="1058219" y="1396170"/>
                  </a:lnTo>
                  <a:lnTo>
                    <a:pt x="1058207" y="1396173"/>
                  </a:lnTo>
                  <a:lnTo>
                    <a:pt x="1058193" y="1396177"/>
                  </a:lnTo>
                  <a:lnTo>
                    <a:pt x="1058176" y="1396181"/>
                  </a:lnTo>
                  <a:lnTo>
                    <a:pt x="1058161" y="1396186"/>
                  </a:lnTo>
                  <a:lnTo>
                    <a:pt x="1058118" y="1396184"/>
                  </a:lnTo>
                  <a:lnTo>
                    <a:pt x="1058093" y="1396181"/>
                  </a:lnTo>
                  <a:lnTo>
                    <a:pt x="1058071" y="1396173"/>
                  </a:lnTo>
                  <a:lnTo>
                    <a:pt x="1058057" y="1396165"/>
                  </a:lnTo>
                  <a:lnTo>
                    <a:pt x="1058048" y="1396155"/>
                  </a:lnTo>
                  <a:lnTo>
                    <a:pt x="1058041" y="1396146"/>
                  </a:lnTo>
                  <a:lnTo>
                    <a:pt x="1058034" y="1396138"/>
                  </a:lnTo>
                  <a:lnTo>
                    <a:pt x="1058028" y="1396135"/>
                  </a:lnTo>
                  <a:lnTo>
                    <a:pt x="1058017" y="1396137"/>
                  </a:lnTo>
                  <a:lnTo>
                    <a:pt x="1057998" y="1396146"/>
                  </a:lnTo>
                  <a:lnTo>
                    <a:pt x="1057977" y="1396162"/>
                  </a:lnTo>
                  <a:lnTo>
                    <a:pt x="1057959" y="1396186"/>
                  </a:lnTo>
                  <a:lnTo>
                    <a:pt x="1057948" y="1396192"/>
                  </a:lnTo>
                  <a:lnTo>
                    <a:pt x="1057939" y="1396193"/>
                  </a:lnTo>
                  <a:lnTo>
                    <a:pt x="1057932" y="1396188"/>
                  </a:lnTo>
                  <a:lnTo>
                    <a:pt x="1057928" y="1396179"/>
                  </a:lnTo>
                  <a:lnTo>
                    <a:pt x="1057929" y="1396167"/>
                  </a:lnTo>
                  <a:lnTo>
                    <a:pt x="1057941" y="1396142"/>
                  </a:lnTo>
                  <a:lnTo>
                    <a:pt x="1057951" y="1396116"/>
                  </a:lnTo>
                  <a:lnTo>
                    <a:pt x="1057958" y="1396090"/>
                  </a:lnTo>
                  <a:lnTo>
                    <a:pt x="1057958" y="1396078"/>
                  </a:lnTo>
                  <a:lnTo>
                    <a:pt x="1057956" y="1396071"/>
                  </a:lnTo>
                  <a:lnTo>
                    <a:pt x="1057951" y="1396068"/>
                  </a:lnTo>
                  <a:lnTo>
                    <a:pt x="1057941" y="1396064"/>
                  </a:lnTo>
                  <a:lnTo>
                    <a:pt x="1057914" y="1396068"/>
                  </a:lnTo>
                  <a:lnTo>
                    <a:pt x="1057890" y="1396077"/>
                  </a:lnTo>
                  <a:lnTo>
                    <a:pt x="1057863" y="1396082"/>
                  </a:lnTo>
                  <a:lnTo>
                    <a:pt x="1057843" y="1396081"/>
                  </a:lnTo>
                  <a:lnTo>
                    <a:pt x="1057823" y="1396077"/>
                  </a:lnTo>
                  <a:lnTo>
                    <a:pt x="1057801" y="1396076"/>
                  </a:lnTo>
                  <a:lnTo>
                    <a:pt x="1057786" y="1396080"/>
                  </a:lnTo>
                  <a:lnTo>
                    <a:pt x="1057765" y="1396085"/>
                  </a:lnTo>
                  <a:lnTo>
                    <a:pt x="1057748" y="1396089"/>
                  </a:lnTo>
                  <a:lnTo>
                    <a:pt x="1057720" y="1396093"/>
                  </a:lnTo>
                  <a:lnTo>
                    <a:pt x="1057702" y="1396099"/>
                  </a:lnTo>
                  <a:lnTo>
                    <a:pt x="1057679" y="1396111"/>
                  </a:lnTo>
                  <a:lnTo>
                    <a:pt x="1057670" y="1396118"/>
                  </a:lnTo>
                  <a:lnTo>
                    <a:pt x="1057665" y="1396128"/>
                  </a:lnTo>
                  <a:lnTo>
                    <a:pt x="1057666" y="1396144"/>
                  </a:lnTo>
                  <a:lnTo>
                    <a:pt x="1057672" y="1396174"/>
                  </a:lnTo>
                  <a:lnTo>
                    <a:pt x="1057677" y="1396197"/>
                  </a:lnTo>
                  <a:lnTo>
                    <a:pt x="1057686" y="1396224"/>
                  </a:lnTo>
                  <a:lnTo>
                    <a:pt x="1057692" y="1396244"/>
                  </a:lnTo>
                  <a:lnTo>
                    <a:pt x="1057699" y="1396258"/>
                  </a:lnTo>
                  <a:lnTo>
                    <a:pt x="1057710" y="1396270"/>
                  </a:lnTo>
                  <a:lnTo>
                    <a:pt x="1057726" y="1396285"/>
                  </a:lnTo>
                  <a:lnTo>
                    <a:pt x="1057749" y="1396304"/>
                  </a:lnTo>
                  <a:lnTo>
                    <a:pt x="1057766" y="1396327"/>
                  </a:lnTo>
                  <a:lnTo>
                    <a:pt x="1057776" y="1396344"/>
                  </a:lnTo>
                  <a:lnTo>
                    <a:pt x="1057781" y="1396362"/>
                  </a:lnTo>
                  <a:lnTo>
                    <a:pt x="1057782" y="1396381"/>
                  </a:lnTo>
                  <a:lnTo>
                    <a:pt x="1057781" y="1396395"/>
                  </a:lnTo>
                  <a:lnTo>
                    <a:pt x="1057773" y="1396406"/>
                  </a:lnTo>
                  <a:lnTo>
                    <a:pt x="1057761" y="1396417"/>
                  </a:lnTo>
                  <a:lnTo>
                    <a:pt x="1057738" y="1396426"/>
                  </a:lnTo>
                  <a:lnTo>
                    <a:pt x="1057715" y="1396430"/>
                  </a:lnTo>
                  <a:lnTo>
                    <a:pt x="1057695" y="1396426"/>
                  </a:lnTo>
                  <a:lnTo>
                    <a:pt x="1057683" y="1396424"/>
                  </a:lnTo>
                  <a:lnTo>
                    <a:pt x="1057665" y="1396427"/>
                  </a:lnTo>
                  <a:lnTo>
                    <a:pt x="1057647" y="1396424"/>
                  </a:lnTo>
                  <a:lnTo>
                    <a:pt x="1057633" y="1396421"/>
                  </a:lnTo>
                  <a:lnTo>
                    <a:pt x="1057620" y="1396414"/>
                  </a:lnTo>
                  <a:lnTo>
                    <a:pt x="1057607" y="1396401"/>
                  </a:lnTo>
                  <a:lnTo>
                    <a:pt x="1057588" y="1396379"/>
                  </a:lnTo>
                  <a:lnTo>
                    <a:pt x="1057572" y="1396359"/>
                  </a:lnTo>
                  <a:lnTo>
                    <a:pt x="1057561" y="1396343"/>
                  </a:lnTo>
                  <a:lnTo>
                    <a:pt x="1057551" y="1396323"/>
                  </a:lnTo>
                  <a:lnTo>
                    <a:pt x="1057541" y="1396292"/>
                  </a:lnTo>
                  <a:lnTo>
                    <a:pt x="1057532" y="1396271"/>
                  </a:lnTo>
                  <a:lnTo>
                    <a:pt x="1057525" y="1396262"/>
                  </a:lnTo>
                  <a:lnTo>
                    <a:pt x="1057505" y="1396249"/>
                  </a:lnTo>
                  <a:lnTo>
                    <a:pt x="1057478" y="1396237"/>
                  </a:lnTo>
                  <a:lnTo>
                    <a:pt x="1057456" y="1396231"/>
                  </a:lnTo>
                  <a:lnTo>
                    <a:pt x="1057432" y="1396223"/>
                  </a:lnTo>
                  <a:lnTo>
                    <a:pt x="1057407" y="1396222"/>
                  </a:lnTo>
                  <a:lnTo>
                    <a:pt x="1057390" y="1396225"/>
                  </a:lnTo>
                  <a:lnTo>
                    <a:pt x="1057371" y="1396232"/>
                  </a:lnTo>
                  <a:lnTo>
                    <a:pt x="1057345" y="1396240"/>
                  </a:lnTo>
                  <a:lnTo>
                    <a:pt x="1057318" y="1396244"/>
                  </a:lnTo>
                  <a:lnTo>
                    <a:pt x="1057286" y="1396243"/>
                  </a:lnTo>
                  <a:lnTo>
                    <a:pt x="1057255" y="1396240"/>
                  </a:lnTo>
                  <a:lnTo>
                    <a:pt x="1057223" y="1396233"/>
                  </a:lnTo>
                  <a:lnTo>
                    <a:pt x="1057206" y="1396235"/>
                  </a:lnTo>
                  <a:lnTo>
                    <a:pt x="1057191" y="1396243"/>
                  </a:lnTo>
                  <a:lnTo>
                    <a:pt x="1057183" y="1396252"/>
                  </a:lnTo>
                  <a:lnTo>
                    <a:pt x="1057174" y="1396263"/>
                  </a:lnTo>
                  <a:lnTo>
                    <a:pt x="1057164" y="1396282"/>
                  </a:lnTo>
                  <a:lnTo>
                    <a:pt x="1057157" y="1396291"/>
                  </a:lnTo>
                  <a:lnTo>
                    <a:pt x="1057138" y="1396308"/>
                  </a:lnTo>
                  <a:lnTo>
                    <a:pt x="1057122" y="1396319"/>
                  </a:lnTo>
                  <a:lnTo>
                    <a:pt x="1057107" y="1396327"/>
                  </a:lnTo>
                  <a:lnTo>
                    <a:pt x="1057090" y="1396331"/>
                  </a:lnTo>
                  <a:lnTo>
                    <a:pt x="1057069" y="1396332"/>
                  </a:lnTo>
                  <a:lnTo>
                    <a:pt x="1057047" y="1396335"/>
                  </a:lnTo>
                  <a:lnTo>
                    <a:pt x="1057024" y="1396336"/>
                  </a:lnTo>
                  <a:lnTo>
                    <a:pt x="1057002" y="1396342"/>
                  </a:lnTo>
                  <a:lnTo>
                    <a:pt x="1056979" y="1396349"/>
                  </a:lnTo>
                  <a:lnTo>
                    <a:pt x="1056958" y="1396356"/>
                  </a:lnTo>
                  <a:lnTo>
                    <a:pt x="1056923" y="1396375"/>
                  </a:lnTo>
                  <a:lnTo>
                    <a:pt x="1056903" y="1396386"/>
                  </a:lnTo>
                  <a:lnTo>
                    <a:pt x="1056892" y="1396388"/>
                  </a:lnTo>
                  <a:lnTo>
                    <a:pt x="1056880" y="1396387"/>
                  </a:lnTo>
                  <a:lnTo>
                    <a:pt x="1056865" y="1396382"/>
                  </a:lnTo>
                  <a:lnTo>
                    <a:pt x="1056849" y="1396367"/>
                  </a:lnTo>
                  <a:lnTo>
                    <a:pt x="1056825" y="1396342"/>
                  </a:lnTo>
                  <a:lnTo>
                    <a:pt x="1056796" y="1396305"/>
                  </a:lnTo>
                  <a:lnTo>
                    <a:pt x="1056785" y="1396291"/>
                  </a:lnTo>
                  <a:lnTo>
                    <a:pt x="1056781" y="1396280"/>
                  </a:lnTo>
                  <a:lnTo>
                    <a:pt x="1056781" y="1396273"/>
                  </a:lnTo>
                  <a:lnTo>
                    <a:pt x="1056780" y="1396254"/>
                  </a:lnTo>
                  <a:lnTo>
                    <a:pt x="1056781" y="1396240"/>
                  </a:lnTo>
                  <a:lnTo>
                    <a:pt x="1056777" y="1396231"/>
                  </a:lnTo>
                  <a:lnTo>
                    <a:pt x="1056766" y="1396221"/>
                  </a:lnTo>
                  <a:lnTo>
                    <a:pt x="1056754" y="1396216"/>
                  </a:lnTo>
                  <a:lnTo>
                    <a:pt x="1056739" y="1396219"/>
                  </a:lnTo>
                  <a:lnTo>
                    <a:pt x="1056722" y="1396226"/>
                  </a:lnTo>
                  <a:lnTo>
                    <a:pt x="1056706" y="1396234"/>
                  </a:lnTo>
                  <a:lnTo>
                    <a:pt x="1056684" y="1396243"/>
                  </a:lnTo>
                  <a:lnTo>
                    <a:pt x="1056668" y="1396246"/>
                  </a:lnTo>
                  <a:lnTo>
                    <a:pt x="1056658" y="1396253"/>
                  </a:lnTo>
                  <a:lnTo>
                    <a:pt x="1056647" y="1396266"/>
                  </a:lnTo>
                  <a:lnTo>
                    <a:pt x="1056640" y="1396278"/>
                  </a:lnTo>
                  <a:lnTo>
                    <a:pt x="1056634" y="1396285"/>
                  </a:lnTo>
                  <a:lnTo>
                    <a:pt x="1056626" y="1396290"/>
                  </a:lnTo>
                  <a:lnTo>
                    <a:pt x="1056620" y="1396293"/>
                  </a:lnTo>
                  <a:lnTo>
                    <a:pt x="1056619" y="1396304"/>
                  </a:lnTo>
                  <a:lnTo>
                    <a:pt x="1056618" y="1396316"/>
                  </a:lnTo>
                  <a:lnTo>
                    <a:pt x="1056617" y="1396329"/>
                  </a:lnTo>
                  <a:lnTo>
                    <a:pt x="1056619" y="1396338"/>
                  </a:lnTo>
                  <a:lnTo>
                    <a:pt x="1056621" y="1396342"/>
                  </a:lnTo>
                  <a:lnTo>
                    <a:pt x="1056625" y="1396345"/>
                  </a:lnTo>
                  <a:lnTo>
                    <a:pt x="1056635" y="1396349"/>
                  </a:lnTo>
                  <a:lnTo>
                    <a:pt x="1056639" y="1396355"/>
                  </a:lnTo>
                  <a:lnTo>
                    <a:pt x="1056641" y="1396362"/>
                  </a:lnTo>
                  <a:lnTo>
                    <a:pt x="1056644" y="1396373"/>
                  </a:lnTo>
                  <a:lnTo>
                    <a:pt x="1056636" y="1396377"/>
                  </a:lnTo>
                  <a:lnTo>
                    <a:pt x="1056623" y="1396384"/>
                  </a:lnTo>
                  <a:lnTo>
                    <a:pt x="1056612" y="1396392"/>
                  </a:lnTo>
                  <a:lnTo>
                    <a:pt x="1056601" y="1396409"/>
                  </a:lnTo>
                  <a:lnTo>
                    <a:pt x="1056583" y="1396427"/>
                  </a:lnTo>
                  <a:lnTo>
                    <a:pt x="1056570" y="1396450"/>
                  </a:lnTo>
                  <a:lnTo>
                    <a:pt x="1056563" y="1396468"/>
                  </a:lnTo>
                  <a:lnTo>
                    <a:pt x="1056563" y="1396478"/>
                  </a:lnTo>
                  <a:lnTo>
                    <a:pt x="1056564" y="1396489"/>
                  </a:lnTo>
                  <a:lnTo>
                    <a:pt x="1056568" y="1396498"/>
                  </a:lnTo>
                  <a:lnTo>
                    <a:pt x="1056571" y="1396503"/>
                  </a:lnTo>
                  <a:lnTo>
                    <a:pt x="1056571" y="1396508"/>
                  </a:lnTo>
                  <a:lnTo>
                    <a:pt x="1056566" y="1396516"/>
                  </a:lnTo>
                  <a:lnTo>
                    <a:pt x="1056556" y="1396519"/>
                  </a:lnTo>
                  <a:lnTo>
                    <a:pt x="1056535" y="1396518"/>
                  </a:lnTo>
                  <a:lnTo>
                    <a:pt x="1056516" y="1396518"/>
                  </a:lnTo>
                  <a:lnTo>
                    <a:pt x="1056505" y="1396518"/>
                  </a:lnTo>
                  <a:lnTo>
                    <a:pt x="1056486" y="1396520"/>
                  </a:lnTo>
                  <a:lnTo>
                    <a:pt x="1056474" y="1396524"/>
                  </a:lnTo>
                  <a:lnTo>
                    <a:pt x="1056458" y="1396533"/>
                  </a:lnTo>
                  <a:lnTo>
                    <a:pt x="1056450" y="1396544"/>
                  </a:lnTo>
                  <a:lnTo>
                    <a:pt x="1056448" y="1396549"/>
                  </a:lnTo>
                  <a:lnTo>
                    <a:pt x="1056445" y="1396559"/>
                  </a:lnTo>
                  <a:lnTo>
                    <a:pt x="1056432" y="1396571"/>
                  </a:lnTo>
                  <a:lnTo>
                    <a:pt x="1056416" y="1396582"/>
                  </a:lnTo>
                  <a:lnTo>
                    <a:pt x="1056400" y="1396592"/>
                  </a:lnTo>
                  <a:lnTo>
                    <a:pt x="1056381" y="1396602"/>
                  </a:lnTo>
                  <a:lnTo>
                    <a:pt x="1056371" y="1396611"/>
                  </a:lnTo>
                  <a:lnTo>
                    <a:pt x="1056361" y="1396622"/>
                  </a:lnTo>
                  <a:lnTo>
                    <a:pt x="1056358" y="1396632"/>
                  </a:lnTo>
                  <a:lnTo>
                    <a:pt x="1056354" y="1396646"/>
                  </a:lnTo>
                  <a:lnTo>
                    <a:pt x="1056354" y="1396665"/>
                  </a:lnTo>
                  <a:lnTo>
                    <a:pt x="1056353" y="1396676"/>
                  </a:lnTo>
                  <a:lnTo>
                    <a:pt x="1056348" y="1396681"/>
                  </a:lnTo>
                  <a:lnTo>
                    <a:pt x="1056336" y="1396681"/>
                  </a:lnTo>
                  <a:lnTo>
                    <a:pt x="1056326" y="1396681"/>
                  </a:lnTo>
                  <a:lnTo>
                    <a:pt x="1056320" y="1396679"/>
                  </a:lnTo>
                  <a:lnTo>
                    <a:pt x="1056314" y="1396679"/>
                  </a:lnTo>
                  <a:lnTo>
                    <a:pt x="1056306" y="1396681"/>
                  </a:lnTo>
                  <a:lnTo>
                    <a:pt x="1056295" y="1396686"/>
                  </a:lnTo>
                  <a:lnTo>
                    <a:pt x="1056289" y="1396687"/>
                  </a:lnTo>
                  <a:lnTo>
                    <a:pt x="1056280" y="1396693"/>
                  </a:lnTo>
                  <a:lnTo>
                    <a:pt x="1056273" y="1396701"/>
                  </a:lnTo>
                  <a:lnTo>
                    <a:pt x="1056269" y="1396706"/>
                  </a:lnTo>
                  <a:lnTo>
                    <a:pt x="1056268" y="1396713"/>
                  </a:lnTo>
                  <a:lnTo>
                    <a:pt x="1056269" y="1396721"/>
                  </a:lnTo>
                  <a:lnTo>
                    <a:pt x="1056274" y="1396725"/>
                  </a:lnTo>
                  <a:lnTo>
                    <a:pt x="1056290" y="1396735"/>
                  </a:lnTo>
                  <a:lnTo>
                    <a:pt x="1056295" y="1396739"/>
                  </a:lnTo>
                  <a:lnTo>
                    <a:pt x="1056302" y="1396751"/>
                  </a:lnTo>
                  <a:lnTo>
                    <a:pt x="1056303" y="1396758"/>
                  </a:lnTo>
                  <a:lnTo>
                    <a:pt x="1056303" y="1396762"/>
                  </a:lnTo>
                  <a:lnTo>
                    <a:pt x="1056300" y="1396769"/>
                  </a:lnTo>
                  <a:lnTo>
                    <a:pt x="1056295" y="1396776"/>
                  </a:lnTo>
                  <a:lnTo>
                    <a:pt x="1056288" y="1396782"/>
                  </a:lnTo>
                  <a:lnTo>
                    <a:pt x="1056283" y="1396787"/>
                  </a:lnTo>
                  <a:lnTo>
                    <a:pt x="1056278" y="1396790"/>
                  </a:lnTo>
                  <a:lnTo>
                    <a:pt x="1056271" y="1396789"/>
                  </a:lnTo>
                  <a:lnTo>
                    <a:pt x="1056261" y="1396791"/>
                  </a:lnTo>
                  <a:lnTo>
                    <a:pt x="1056250" y="1396791"/>
                  </a:lnTo>
                  <a:lnTo>
                    <a:pt x="1056237" y="1396790"/>
                  </a:lnTo>
                  <a:lnTo>
                    <a:pt x="1056225" y="1396784"/>
                  </a:lnTo>
                  <a:lnTo>
                    <a:pt x="1056214" y="1396774"/>
                  </a:lnTo>
                  <a:lnTo>
                    <a:pt x="1056209" y="1396768"/>
                  </a:lnTo>
                  <a:lnTo>
                    <a:pt x="1056205" y="1396767"/>
                  </a:lnTo>
                  <a:lnTo>
                    <a:pt x="1056197" y="1396772"/>
                  </a:lnTo>
                  <a:lnTo>
                    <a:pt x="1056194" y="1396774"/>
                  </a:lnTo>
                  <a:lnTo>
                    <a:pt x="1056191" y="1396780"/>
                  </a:lnTo>
                  <a:lnTo>
                    <a:pt x="1056189" y="1396790"/>
                  </a:lnTo>
                  <a:lnTo>
                    <a:pt x="1056189" y="1396798"/>
                  </a:lnTo>
                  <a:lnTo>
                    <a:pt x="1056184" y="1396809"/>
                  </a:lnTo>
                  <a:lnTo>
                    <a:pt x="1056172" y="1396810"/>
                  </a:lnTo>
                  <a:lnTo>
                    <a:pt x="1056163" y="1396805"/>
                  </a:lnTo>
                  <a:lnTo>
                    <a:pt x="1056141" y="1396785"/>
                  </a:lnTo>
                  <a:lnTo>
                    <a:pt x="1056130" y="1396775"/>
                  </a:lnTo>
                  <a:lnTo>
                    <a:pt x="1056124" y="1396770"/>
                  </a:lnTo>
                  <a:lnTo>
                    <a:pt x="1056116" y="1396767"/>
                  </a:lnTo>
                  <a:lnTo>
                    <a:pt x="1056110" y="1396768"/>
                  </a:lnTo>
                  <a:lnTo>
                    <a:pt x="1056104" y="1396771"/>
                  </a:lnTo>
                  <a:lnTo>
                    <a:pt x="1056099" y="1396776"/>
                  </a:lnTo>
                  <a:lnTo>
                    <a:pt x="1056093" y="1396791"/>
                  </a:lnTo>
                  <a:lnTo>
                    <a:pt x="1056092" y="1396815"/>
                  </a:lnTo>
                  <a:lnTo>
                    <a:pt x="1056092" y="1396828"/>
                  </a:lnTo>
                  <a:lnTo>
                    <a:pt x="1056095" y="1396833"/>
                  </a:lnTo>
                  <a:lnTo>
                    <a:pt x="1056097" y="1396839"/>
                  </a:lnTo>
                  <a:lnTo>
                    <a:pt x="1056102" y="1396852"/>
                  </a:lnTo>
                  <a:lnTo>
                    <a:pt x="1056105" y="1396875"/>
                  </a:lnTo>
                  <a:lnTo>
                    <a:pt x="1056102" y="1396887"/>
                  </a:lnTo>
                  <a:lnTo>
                    <a:pt x="1056099" y="1396891"/>
                  </a:lnTo>
                  <a:lnTo>
                    <a:pt x="1056092" y="1396893"/>
                  </a:lnTo>
                  <a:lnTo>
                    <a:pt x="1056087" y="1396889"/>
                  </a:lnTo>
                  <a:lnTo>
                    <a:pt x="1056082" y="1396884"/>
                  </a:lnTo>
                  <a:lnTo>
                    <a:pt x="1056078" y="1396875"/>
                  </a:lnTo>
                  <a:lnTo>
                    <a:pt x="1056075" y="1396865"/>
                  </a:lnTo>
                  <a:lnTo>
                    <a:pt x="1056072" y="1396853"/>
                  </a:lnTo>
                  <a:lnTo>
                    <a:pt x="1056067" y="1396846"/>
                  </a:lnTo>
                  <a:lnTo>
                    <a:pt x="1056062" y="1396840"/>
                  </a:lnTo>
                  <a:lnTo>
                    <a:pt x="1056053" y="1396837"/>
                  </a:lnTo>
                  <a:lnTo>
                    <a:pt x="1056045" y="1396837"/>
                  </a:lnTo>
                  <a:lnTo>
                    <a:pt x="1056020" y="1396851"/>
                  </a:lnTo>
                  <a:lnTo>
                    <a:pt x="1056010" y="1396854"/>
                  </a:lnTo>
                  <a:lnTo>
                    <a:pt x="1056003" y="1396858"/>
                  </a:lnTo>
                  <a:lnTo>
                    <a:pt x="1056004" y="1396865"/>
                  </a:lnTo>
                  <a:lnTo>
                    <a:pt x="1056007" y="1396876"/>
                  </a:lnTo>
                  <a:lnTo>
                    <a:pt x="1056013" y="1396885"/>
                  </a:lnTo>
                  <a:lnTo>
                    <a:pt x="1056032" y="1396908"/>
                  </a:lnTo>
                  <a:lnTo>
                    <a:pt x="1056040" y="1396928"/>
                  </a:lnTo>
                  <a:lnTo>
                    <a:pt x="1056044" y="1396933"/>
                  </a:lnTo>
                  <a:lnTo>
                    <a:pt x="1056049" y="1396937"/>
                  </a:lnTo>
                  <a:lnTo>
                    <a:pt x="1056053" y="1396941"/>
                  </a:lnTo>
                  <a:lnTo>
                    <a:pt x="1056053" y="1396948"/>
                  </a:lnTo>
                  <a:lnTo>
                    <a:pt x="1056045" y="1396951"/>
                  </a:lnTo>
                  <a:lnTo>
                    <a:pt x="1056036" y="1396951"/>
                  </a:lnTo>
                  <a:lnTo>
                    <a:pt x="1056025" y="1396946"/>
                  </a:lnTo>
                  <a:lnTo>
                    <a:pt x="1056016" y="1396929"/>
                  </a:lnTo>
                  <a:lnTo>
                    <a:pt x="1056011" y="1396922"/>
                  </a:lnTo>
                  <a:lnTo>
                    <a:pt x="1056007" y="1396918"/>
                  </a:lnTo>
                  <a:lnTo>
                    <a:pt x="1056000" y="1396917"/>
                  </a:lnTo>
                  <a:lnTo>
                    <a:pt x="1055994" y="1396918"/>
                  </a:lnTo>
                  <a:lnTo>
                    <a:pt x="1055992" y="1396922"/>
                  </a:lnTo>
                  <a:lnTo>
                    <a:pt x="1055990" y="1396929"/>
                  </a:lnTo>
                  <a:lnTo>
                    <a:pt x="1055987" y="1396949"/>
                  </a:lnTo>
                  <a:lnTo>
                    <a:pt x="1055993" y="1396968"/>
                  </a:lnTo>
                  <a:lnTo>
                    <a:pt x="1056001" y="1396981"/>
                  </a:lnTo>
                  <a:lnTo>
                    <a:pt x="1056011" y="1396997"/>
                  </a:lnTo>
                  <a:lnTo>
                    <a:pt x="1056012" y="1397005"/>
                  </a:lnTo>
                  <a:lnTo>
                    <a:pt x="1056010" y="1397009"/>
                  </a:lnTo>
                  <a:lnTo>
                    <a:pt x="1055987" y="1397013"/>
                  </a:lnTo>
                  <a:lnTo>
                    <a:pt x="1055978" y="1397011"/>
                  </a:lnTo>
                  <a:lnTo>
                    <a:pt x="1055971" y="1397013"/>
                  </a:lnTo>
                  <a:lnTo>
                    <a:pt x="1055964" y="1397021"/>
                  </a:lnTo>
                  <a:lnTo>
                    <a:pt x="1055960" y="1397030"/>
                  </a:lnTo>
                  <a:lnTo>
                    <a:pt x="1055960" y="1397044"/>
                  </a:lnTo>
                  <a:lnTo>
                    <a:pt x="1055961" y="1397052"/>
                  </a:lnTo>
                  <a:lnTo>
                    <a:pt x="1055962" y="1397065"/>
                  </a:lnTo>
                  <a:lnTo>
                    <a:pt x="1055967" y="1397078"/>
                  </a:lnTo>
                  <a:lnTo>
                    <a:pt x="1055971" y="1397084"/>
                  </a:lnTo>
                  <a:lnTo>
                    <a:pt x="1055973" y="1397092"/>
                  </a:lnTo>
                  <a:lnTo>
                    <a:pt x="1055972" y="1397098"/>
                  </a:lnTo>
                  <a:lnTo>
                    <a:pt x="1055965" y="1397103"/>
                  </a:lnTo>
                  <a:lnTo>
                    <a:pt x="1055947" y="1397104"/>
                  </a:lnTo>
                  <a:lnTo>
                    <a:pt x="1055940" y="1397102"/>
                  </a:lnTo>
                  <a:lnTo>
                    <a:pt x="1055935" y="1397102"/>
                  </a:lnTo>
                  <a:lnTo>
                    <a:pt x="1055931" y="1397103"/>
                  </a:lnTo>
                  <a:lnTo>
                    <a:pt x="1055929" y="1397107"/>
                  </a:lnTo>
                  <a:lnTo>
                    <a:pt x="1055927" y="1397118"/>
                  </a:lnTo>
                  <a:lnTo>
                    <a:pt x="1055925" y="1397128"/>
                  </a:lnTo>
                  <a:lnTo>
                    <a:pt x="1055921" y="1397133"/>
                  </a:lnTo>
                  <a:lnTo>
                    <a:pt x="1055915" y="1397131"/>
                  </a:lnTo>
                  <a:lnTo>
                    <a:pt x="1055910" y="1397126"/>
                  </a:lnTo>
                  <a:lnTo>
                    <a:pt x="1055906" y="1397124"/>
                  </a:lnTo>
                  <a:lnTo>
                    <a:pt x="1055898" y="1397124"/>
                  </a:lnTo>
                  <a:lnTo>
                    <a:pt x="1055890" y="1397128"/>
                  </a:lnTo>
                  <a:lnTo>
                    <a:pt x="1055877" y="1397132"/>
                  </a:lnTo>
                  <a:lnTo>
                    <a:pt x="1055869" y="1397132"/>
                  </a:lnTo>
                  <a:lnTo>
                    <a:pt x="1055860" y="1397130"/>
                  </a:lnTo>
                  <a:lnTo>
                    <a:pt x="1055849" y="1397127"/>
                  </a:lnTo>
                  <a:lnTo>
                    <a:pt x="1055841" y="1397130"/>
                  </a:lnTo>
                  <a:lnTo>
                    <a:pt x="1055838" y="1397134"/>
                  </a:lnTo>
                  <a:lnTo>
                    <a:pt x="1055836" y="1397139"/>
                  </a:lnTo>
                  <a:lnTo>
                    <a:pt x="1055836" y="1397145"/>
                  </a:lnTo>
                  <a:lnTo>
                    <a:pt x="1055841" y="1397169"/>
                  </a:lnTo>
                  <a:lnTo>
                    <a:pt x="1055846" y="1397178"/>
                  </a:lnTo>
                  <a:lnTo>
                    <a:pt x="1055851" y="1397194"/>
                  </a:lnTo>
                  <a:lnTo>
                    <a:pt x="1055859" y="1397202"/>
                  </a:lnTo>
                  <a:lnTo>
                    <a:pt x="1055862" y="1397215"/>
                  </a:lnTo>
                  <a:lnTo>
                    <a:pt x="1055863" y="1397226"/>
                  </a:lnTo>
                  <a:lnTo>
                    <a:pt x="1055862" y="1397246"/>
                  </a:lnTo>
                  <a:lnTo>
                    <a:pt x="1055857" y="1397256"/>
                  </a:lnTo>
                  <a:lnTo>
                    <a:pt x="1055851" y="1397262"/>
                  </a:lnTo>
                  <a:lnTo>
                    <a:pt x="1055839" y="1397270"/>
                  </a:lnTo>
                  <a:lnTo>
                    <a:pt x="1055827" y="1397274"/>
                  </a:lnTo>
                  <a:lnTo>
                    <a:pt x="1055814" y="1397281"/>
                  </a:lnTo>
                  <a:lnTo>
                    <a:pt x="1055800" y="1397292"/>
                  </a:lnTo>
                  <a:lnTo>
                    <a:pt x="1055794" y="1397305"/>
                  </a:lnTo>
                  <a:lnTo>
                    <a:pt x="1055795" y="1397313"/>
                  </a:lnTo>
                  <a:lnTo>
                    <a:pt x="1055795" y="1397321"/>
                  </a:lnTo>
                  <a:lnTo>
                    <a:pt x="1055803" y="1397332"/>
                  </a:lnTo>
                  <a:lnTo>
                    <a:pt x="1055811" y="1397344"/>
                  </a:lnTo>
                  <a:lnTo>
                    <a:pt x="1055806" y="1397348"/>
                  </a:lnTo>
                  <a:lnTo>
                    <a:pt x="1055803" y="1397355"/>
                  </a:lnTo>
                  <a:lnTo>
                    <a:pt x="1055799" y="1397358"/>
                  </a:lnTo>
                  <a:lnTo>
                    <a:pt x="1055794" y="1397359"/>
                  </a:lnTo>
                  <a:lnTo>
                    <a:pt x="1055789" y="1397357"/>
                  </a:lnTo>
                  <a:lnTo>
                    <a:pt x="1055776" y="1397351"/>
                  </a:lnTo>
                  <a:lnTo>
                    <a:pt x="1055764" y="1397350"/>
                  </a:lnTo>
                  <a:lnTo>
                    <a:pt x="1055761" y="1397355"/>
                  </a:lnTo>
                  <a:lnTo>
                    <a:pt x="1055755" y="1397365"/>
                  </a:lnTo>
                  <a:lnTo>
                    <a:pt x="1055748" y="1397382"/>
                  </a:lnTo>
                  <a:lnTo>
                    <a:pt x="1055745" y="1397390"/>
                  </a:lnTo>
                  <a:lnTo>
                    <a:pt x="1055743" y="1397395"/>
                  </a:lnTo>
                  <a:lnTo>
                    <a:pt x="1055745" y="1397403"/>
                  </a:lnTo>
                  <a:lnTo>
                    <a:pt x="1055746" y="1397412"/>
                  </a:lnTo>
                  <a:lnTo>
                    <a:pt x="1055750" y="1397417"/>
                  </a:lnTo>
                  <a:lnTo>
                    <a:pt x="1055764" y="1397421"/>
                  </a:lnTo>
                  <a:lnTo>
                    <a:pt x="1055767" y="1397427"/>
                  </a:lnTo>
                  <a:lnTo>
                    <a:pt x="1055765" y="1397435"/>
                  </a:lnTo>
                  <a:lnTo>
                    <a:pt x="1055759" y="1397436"/>
                  </a:lnTo>
                  <a:lnTo>
                    <a:pt x="1055749" y="1397436"/>
                  </a:lnTo>
                  <a:lnTo>
                    <a:pt x="1055744" y="1397435"/>
                  </a:lnTo>
                  <a:lnTo>
                    <a:pt x="1055735" y="1397432"/>
                  </a:lnTo>
                  <a:lnTo>
                    <a:pt x="1055729" y="1397430"/>
                  </a:lnTo>
                  <a:lnTo>
                    <a:pt x="1055726" y="1397414"/>
                  </a:lnTo>
                  <a:lnTo>
                    <a:pt x="1055720" y="1397410"/>
                  </a:lnTo>
                  <a:lnTo>
                    <a:pt x="1055713" y="1397408"/>
                  </a:lnTo>
                  <a:lnTo>
                    <a:pt x="1055706" y="1397411"/>
                  </a:lnTo>
                  <a:lnTo>
                    <a:pt x="1055697" y="1397418"/>
                  </a:lnTo>
                  <a:lnTo>
                    <a:pt x="1055687" y="1397427"/>
                  </a:lnTo>
                  <a:lnTo>
                    <a:pt x="1055686" y="1397441"/>
                  </a:lnTo>
                  <a:lnTo>
                    <a:pt x="1055683" y="1397454"/>
                  </a:lnTo>
                  <a:lnTo>
                    <a:pt x="1055683" y="1397468"/>
                  </a:lnTo>
                  <a:lnTo>
                    <a:pt x="1055680" y="1397478"/>
                  </a:lnTo>
                  <a:lnTo>
                    <a:pt x="1055673" y="1397486"/>
                  </a:lnTo>
                  <a:lnTo>
                    <a:pt x="1055652" y="1397489"/>
                  </a:lnTo>
                  <a:lnTo>
                    <a:pt x="1055644" y="1397501"/>
                  </a:lnTo>
                  <a:lnTo>
                    <a:pt x="1055640" y="1397512"/>
                  </a:lnTo>
                  <a:lnTo>
                    <a:pt x="1055637" y="1397517"/>
                  </a:lnTo>
                  <a:lnTo>
                    <a:pt x="1055632" y="1397542"/>
                  </a:lnTo>
                  <a:lnTo>
                    <a:pt x="1055633" y="1397558"/>
                  </a:lnTo>
                  <a:lnTo>
                    <a:pt x="1055637" y="1397585"/>
                  </a:lnTo>
                  <a:lnTo>
                    <a:pt x="1055637" y="1397592"/>
                  </a:lnTo>
                  <a:lnTo>
                    <a:pt x="1055639" y="1397602"/>
                  </a:lnTo>
                  <a:lnTo>
                    <a:pt x="1055637" y="1397610"/>
                  </a:lnTo>
                  <a:lnTo>
                    <a:pt x="1055633" y="1397614"/>
                  </a:lnTo>
                  <a:lnTo>
                    <a:pt x="1055625" y="1397614"/>
                  </a:lnTo>
                  <a:lnTo>
                    <a:pt x="1055621" y="1397614"/>
                  </a:lnTo>
                  <a:lnTo>
                    <a:pt x="1055615" y="1397611"/>
                  </a:lnTo>
                  <a:lnTo>
                    <a:pt x="1055603" y="1397598"/>
                  </a:lnTo>
                  <a:lnTo>
                    <a:pt x="1055598" y="1397598"/>
                  </a:lnTo>
                  <a:lnTo>
                    <a:pt x="1055592" y="1397606"/>
                  </a:lnTo>
                  <a:lnTo>
                    <a:pt x="1055591" y="1397620"/>
                  </a:lnTo>
                  <a:lnTo>
                    <a:pt x="1055599" y="1397636"/>
                  </a:lnTo>
                  <a:lnTo>
                    <a:pt x="1055601" y="1397646"/>
                  </a:lnTo>
                  <a:lnTo>
                    <a:pt x="1055598" y="1397655"/>
                  </a:lnTo>
                  <a:lnTo>
                    <a:pt x="1055590" y="1397655"/>
                  </a:lnTo>
                  <a:lnTo>
                    <a:pt x="1055583" y="1397644"/>
                  </a:lnTo>
                  <a:lnTo>
                    <a:pt x="1055579" y="1397639"/>
                  </a:lnTo>
                  <a:lnTo>
                    <a:pt x="1055572" y="1397631"/>
                  </a:lnTo>
                  <a:lnTo>
                    <a:pt x="1055565" y="1397628"/>
                  </a:lnTo>
                  <a:lnTo>
                    <a:pt x="1055558" y="1397638"/>
                  </a:lnTo>
                  <a:lnTo>
                    <a:pt x="1055543" y="1397645"/>
                  </a:lnTo>
                  <a:lnTo>
                    <a:pt x="1055532" y="1397650"/>
                  </a:lnTo>
                  <a:lnTo>
                    <a:pt x="1055526" y="1397656"/>
                  </a:lnTo>
                  <a:lnTo>
                    <a:pt x="1055520" y="1397676"/>
                  </a:lnTo>
                  <a:lnTo>
                    <a:pt x="1055515" y="1397699"/>
                  </a:lnTo>
                  <a:lnTo>
                    <a:pt x="1055511" y="1397707"/>
                  </a:lnTo>
                  <a:lnTo>
                    <a:pt x="1055503" y="1397713"/>
                  </a:lnTo>
                  <a:lnTo>
                    <a:pt x="1055499" y="1397717"/>
                  </a:lnTo>
                  <a:lnTo>
                    <a:pt x="1055498" y="1397722"/>
                  </a:lnTo>
                  <a:lnTo>
                    <a:pt x="1055502" y="1397733"/>
                  </a:lnTo>
                  <a:lnTo>
                    <a:pt x="1055503" y="1397739"/>
                  </a:lnTo>
                  <a:lnTo>
                    <a:pt x="1055505" y="1397746"/>
                  </a:lnTo>
                  <a:lnTo>
                    <a:pt x="1055505" y="1397754"/>
                  </a:lnTo>
                  <a:lnTo>
                    <a:pt x="1055502" y="1397758"/>
                  </a:lnTo>
                  <a:lnTo>
                    <a:pt x="1055495" y="1397765"/>
                  </a:lnTo>
                  <a:lnTo>
                    <a:pt x="1055493" y="1397771"/>
                  </a:lnTo>
                  <a:lnTo>
                    <a:pt x="1055490" y="1397790"/>
                  </a:lnTo>
                  <a:lnTo>
                    <a:pt x="1055481" y="1397808"/>
                  </a:lnTo>
                  <a:lnTo>
                    <a:pt x="1055472" y="1397830"/>
                  </a:lnTo>
                  <a:lnTo>
                    <a:pt x="1055461" y="1397858"/>
                  </a:lnTo>
                  <a:lnTo>
                    <a:pt x="1055452" y="1397879"/>
                  </a:lnTo>
                  <a:lnTo>
                    <a:pt x="1055437" y="1397906"/>
                  </a:lnTo>
                  <a:lnTo>
                    <a:pt x="1055428" y="1397930"/>
                  </a:lnTo>
                  <a:lnTo>
                    <a:pt x="1055419" y="1397960"/>
                  </a:lnTo>
                  <a:lnTo>
                    <a:pt x="1055412" y="1397974"/>
                  </a:lnTo>
                  <a:lnTo>
                    <a:pt x="1055404" y="1397982"/>
                  </a:lnTo>
                  <a:lnTo>
                    <a:pt x="1055395" y="1397984"/>
                  </a:lnTo>
                  <a:lnTo>
                    <a:pt x="1055385" y="1397983"/>
                  </a:lnTo>
                  <a:lnTo>
                    <a:pt x="1055366" y="1397990"/>
                  </a:lnTo>
                  <a:lnTo>
                    <a:pt x="1055362" y="1397995"/>
                  </a:lnTo>
                  <a:lnTo>
                    <a:pt x="1055356" y="1398001"/>
                  </a:lnTo>
                  <a:lnTo>
                    <a:pt x="1055342" y="1398012"/>
                  </a:lnTo>
                  <a:lnTo>
                    <a:pt x="1055334" y="1398028"/>
                  </a:lnTo>
                  <a:lnTo>
                    <a:pt x="1055329" y="1398036"/>
                  </a:lnTo>
                  <a:lnTo>
                    <a:pt x="1055326" y="1398055"/>
                  </a:lnTo>
                  <a:lnTo>
                    <a:pt x="1055327" y="1398065"/>
                  </a:lnTo>
                  <a:lnTo>
                    <a:pt x="1055321" y="1398071"/>
                  </a:lnTo>
                  <a:lnTo>
                    <a:pt x="1055301" y="1398069"/>
                  </a:lnTo>
                  <a:lnTo>
                    <a:pt x="1055287" y="1398074"/>
                  </a:lnTo>
                  <a:lnTo>
                    <a:pt x="1055281" y="1398088"/>
                  </a:lnTo>
                  <a:lnTo>
                    <a:pt x="1055283" y="1398115"/>
                  </a:lnTo>
                  <a:lnTo>
                    <a:pt x="1055278" y="1398119"/>
                  </a:lnTo>
                  <a:lnTo>
                    <a:pt x="1055270" y="1398121"/>
                  </a:lnTo>
                  <a:lnTo>
                    <a:pt x="1055268" y="1398127"/>
                  </a:lnTo>
                  <a:lnTo>
                    <a:pt x="1055269" y="1398135"/>
                  </a:lnTo>
                  <a:lnTo>
                    <a:pt x="1055275" y="1398143"/>
                  </a:lnTo>
                  <a:lnTo>
                    <a:pt x="1055287" y="1398150"/>
                  </a:lnTo>
                  <a:lnTo>
                    <a:pt x="1055289" y="1398162"/>
                  </a:lnTo>
                  <a:lnTo>
                    <a:pt x="1055288" y="1398173"/>
                  </a:lnTo>
                  <a:lnTo>
                    <a:pt x="1055277" y="1398184"/>
                  </a:lnTo>
                  <a:lnTo>
                    <a:pt x="1055268" y="1398193"/>
                  </a:lnTo>
                  <a:lnTo>
                    <a:pt x="1055257" y="1398205"/>
                  </a:lnTo>
                  <a:lnTo>
                    <a:pt x="1055250" y="1398216"/>
                  </a:lnTo>
                  <a:lnTo>
                    <a:pt x="1055243" y="1398233"/>
                  </a:lnTo>
                  <a:lnTo>
                    <a:pt x="1055242" y="1398247"/>
                  </a:lnTo>
                  <a:lnTo>
                    <a:pt x="1055241" y="1398258"/>
                  </a:lnTo>
                  <a:lnTo>
                    <a:pt x="1055231" y="1398278"/>
                  </a:lnTo>
                  <a:lnTo>
                    <a:pt x="1055227" y="1398285"/>
                  </a:lnTo>
                  <a:lnTo>
                    <a:pt x="1055224" y="1398293"/>
                  </a:lnTo>
                  <a:lnTo>
                    <a:pt x="1055210" y="1398296"/>
                  </a:lnTo>
                  <a:lnTo>
                    <a:pt x="1055203" y="1398293"/>
                  </a:lnTo>
                  <a:lnTo>
                    <a:pt x="1055199" y="1398287"/>
                  </a:lnTo>
                  <a:lnTo>
                    <a:pt x="1055198" y="1398279"/>
                  </a:lnTo>
                  <a:lnTo>
                    <a:pt x="1055189" y="1398261"/>
                  </a:lnTo>
                  <a:lnTo>
                    <a:pt x="1055183" y="1398264"/>
                  </a:lnTo>
                  <a:lnTo>
                    <a:pt x="1055175" y="1398281"/>
                  </a:lnTo>
                  <a:lnTo>
                    <a:pt x="1055166" y="1398298"/>
                  </a:lnTo>
                  <a:lnTo>
                    <a:pt x="1055162" y="1398308"/>
                  </a:lnTo>
                  <a:lnTo>
                    <a:pt x="1055160" y="1398317"/>
                  </a:lnTo>
                  <a:lnTo>
                    <a:pt x="1055164" y="1398328"/>
                  </a:lnTo>
                  <a:lnTo>
                    <a:pt x="1055194" y="1398356"/>
                  </a:lnTo>
                  <a:lnTo>
                    <a:pt x="1055204" y="1398365"/>
                  </a:lnTo>
                  <a:lnTo>
                    <a:pt x="1055210" y="1398372"/>
                  </a:lnTo>
                  <a:lnTo>
                    <a:pt x="1055210" y="1398381"/>
                  </a:lnTo>
                  <a:lnTo>
                    <a:pt x="1055207" y="1398400"/>
                  </a:lnTo>
                  <a:lnTo>
                    <a:pt x="1055206" y="1398409"/>
                  </a:lnTo>
                  <a:lnTo>
                    <a:pt x="1055202" y="1398411"/>
                  </a:lnTo>
                  <a:lnTo>
                    <a:pt x="1055196" y="1398416"/>
                  </a:lnTo>
                  <a:lnTo>
                    <a:pt x="1055189" y="1398420"/>
                  </a:lnTo>
                  <a:lnTo>
                    <a:pt x="1055182" y="1398423"/>
                  </a:lnTo>
                  <a:lnTo>
                    <a:pt x="1055172" y="1398423"/>
                  </a:lnTo>
                  <a:lnTo>
                    <a:pt x="1055162" y="1398423"/>
                  </a:lnTo>
                  <a:lnTo>
                    <a:pt x="1055145" y="1398424"/>
                  </a:lnTo>
                  <a:lnTo>
                    <a:pt x="1055117" y="1398424"/>
                  </a:lnTo>
                  <a:lnTo>
                    <a:pt x="1055111" y="1398428"/>
                  </a:lnTo>
                  <a:lnTo>
                    <a:pt x="1055109" y="1398434"/>
                  </a:lnTo>
                  <a:lnTo>
                    <a:pt x="1055103" y="1398440"/>
                  </a:lnTo>
                  <a:lnTo>
                    <a:pt x="1055094" y="1398441"/>
                  </a:lnTo>
                  <a:lnTo>
                    <a:pt x="1055086" y="1398438"/>
                  </a:lnTo>
                  <a:lnTo>
                    <a:pt x="1055079" y="1398432"/>
                  </a:lnTo>
                  <a:lnTo>
                    <a:pt x="1055071" y="1398425"/>
                  </a:lnTo>
                  <a:lnTo>
                    <a:pt x="1055063" y="1398422"/>
                  </a:lnTo>
                  <a:lnTo>
                    <a:pt x="1055057" y="1398424"/>
                  </a:lnTo>
                  <a:lnTo>
                    <a:pt x="1055050" y="1398430"/>
                  </a:lnTo>
                  <a:lnTo>
                    <a:pt x="1055041" y="1398426"/>
                  </a:lnTo>
                  <a:lnTo>
                    <a:pt x="1055033" y="1398422"/>
                  </a:lnTo>
                  <a:lnTo>
                    <a:pt x="1055021" y="1398413"/>
                  </a:lnTo>
                  <a:lnTo>
                    <a:pt x="1055003" y="1398409"/>
                  </a:lnTo>
                  <a:lnTo>
                    <a:pt x="1054991" y="1398407"/>
                  </a:lnTo>
                  <a:lnTo>
                    <a:pt x="1054978" y="1398403"/>
                  </a:lnTo>
                  <a:lnTo>
                    <a:pt x="1054961" y="1398397"/>
                  </a:lnTo>
                  <a:lnTo>
                    <a:pt x="1054950" y="1398394"/>
                  </a:lnTo>
                  <a:lnTo>
                    <a:pt x="1054933" y="1398402"/>
                  </a:lnTo>
                  <a:lnTo>
                    <a:pt x="1054920" y="1398402"/>
                  </a:lnTo>
                  <a:lnTo>
                    <a:pt x="1054903" y="1398408"/>
                  </a:lnTo>
                  <a:lnTo>
                    <a:pt x="1054892" y="1398413"/>
                  </a:lnTo>
                  <a:lnTo>
                    <a:pt x="1054879" y="1398422"/>
                  </a:lnTo>
                  <a:lnTo>
                    <a:pt x="1054868" y="1398426"/>
                  </a:lnTo>
                  <a:lnTo>
                    <a:pt x="1054855" y="1398433"/>
                  </a:lnTo>
                  <a:lnTo>
                    <a:pt x="1054845" y="1398433"/>
                  </a:lnTo>
                  <a:lnTo>
                    <a:pt x="1054829" y="1398431"/>
                  </a:lnTo>
                  <a:lnTo>
                    <a:pt x="1054812" y="1398431"/>
                  </a:lnTo>
                  <a:lnTo>
                    <a:pt x="1054802" y="1398436"/>
                  </a:lnTo>
                  <a:lnTo>
                    <a:pt x="1054790" y="1398442"/>
                  </a:lnTo>
                  <a:lnTo>
                    <a:pt x="1054779" y="1398449"/>
                  </a:lnTo>
                  <a:lnTo>
                    <a:pt x="1054770" y="1398451"/>
                  </a:lnTo>
                  <a:lnTo>
                    <a:pt x="1054752" y="1398451"/>
                  </a:lnTo>
                  <a:lnTo>
                    <a:pt x="1054739" y="1398455"/>
                  </a:lnTo>
                  <a:lnTo>
                    <a:pt x="1054726" y="1398463"/>
                  </a:lnTo>
                  <a:lnTo>
                    <a:pt x="1054720" y="1398467"/>
                  </a:lnTo>
                  <a:lnTo>
                    <a:pt x="1054716" y="1398474"/>
                  </a:lnTo>
                  <a:lnTo>
                    <a:pt x="1054711" y="1398473"/>
                  </a:lnTo>
                  <a:lnTo>
                    <a:pt x="1054708" y="1398470"/>
                  </a:lnTo>
                  <a:lnTo>
                    <a:pt x="1054702" y="1398467"/>
                  </a:lnTo>
                  <a:lnTo>
                    <a:pt x="1054696" y="1398467"/>
                  </a:lnTo>
                  <a:lnTo>
                    <a:pt x="1054690" y="1398468"/>
                  </a:lnTo>
                  <a:lnTo>
                    <a:pt x="1054681" y="1398472"/>
                  </a:lnTo>
                  <a:lnTo>
                    <a:pt x="1054673" y="1398477"/>
                  </a:lnTo>
                  <a:lnTo>
                    <a:pt x="1054667" y="1398487"/>
                  </a:lnTo>
                  <a:lnTo>
                    <a:pt x="1054664" y="1398500"/>
                  </a:lnTo>
                  <a:lnTo>
                    <a:pt x="1054662" y="1398514"/>
                  </a:lnTo>
                  <a:lnTo>
                    <a:pt x="1054659" y="1398523"/>
                  </a:lnTo>
                  <a:lnTo>
                    <a:pt x="1054651" y="1398530"/>
                  </a:lnTo>
                  <a:lnTo>
                    <a:pt x="1054640" y="1398538"/>
                  </a:lnTo>
                  <a:lnTo>
                    <a:pt x="1054630" y="1398546"/>
                  </a:lnTo>
                  <a:lnTo>
                    <a:pt x="1054618" y="1398561"/>
                  </a:lnTo>
                  <a:lnTo>
                    <a:pt x="1054599" y="1398582"/>
                  </a:lnTo>
                  <a:lnTo>
                    <a:pt x="1054586" y="1398597"/>
                  </a:lnTo>
                  <a:lnTo>
                    <a:pt x="1054580" y="1398607"/>
                  </a:lnTo>
                  <a:lnTo>
                    <a:pt x="1054574" y="1398619"/>
                  </a:lnTo>
                  <a:lnTo>
                    <a:pt x="1054566" y="1398636"/>
                  </a:lnTo>
                  <a:lnTo>
                    <a:pt x="1054561" y="1398646"/>
                  </a:lnTo>
                  <a:lnTo>
                    <a:pt x="1054556" y="1398653"/>
                  </a:lnTo>
                  <a:lnTo>
                    <a:pt x="1054551" y="1398658"/>
                  </a:lnTo>
                  <a:lnTo>
                    <a:pt x="1054546" y="1398661"/>
                  </a:lnTo>
                  <a:lnTo>
                    <a:pt x="1054539" y="1398663"/>
                  </a:lnTo>
                  <a:lnTo>
                    <a:pt x="1054531" y="1398664"/>
                  </a:lnTo>
                  <a:lnTo>
                    <a:pt x="1054500" y="1398663"/>
                  </a:lnTo>
                  <a:lnTo>
                    <a:pt x="1054490" y="1398662"/>
                  </a:lnTo>
                  <a:lnTo>
                    <a:pt x="1054474" y="1398662"/>
                  </a:lnTo>
                  <a:lnTo>
                    <a:pt x="1054454" y="1398665"/>
                  </a:lnTo>
                  <a:lnTo>
                    <a:pt x="1054440" y="1398688"/>
                  </a:lnTo>
                  <a:lnTo>
                    <a:pt x="1054431" y="1398716"/>
                  </a:lnTo>
                  <a:lnTo>
                    <a:pt x="1054425" y="1398733"/>
                  </a:lnTo>
                  <a:lnTo>
                    <a:pt x="1054417" y="1398750"/>
                  </a:lnTo>
                  <a:lnTo>
                    <a:pt x="1054407" y="1398766"/>
                  </a:lnTo>
                  <a:lnTo>
                    <a:pt x="1054392" y="1398785"/>
                  </a:lnTo>
                  <a:lnTo>
                    <a:pt x="1054377" y="1398796"/>
                  </a:lnTo>
                  <a:lnTo>
                    <a:pt x="1054359" y="1398807"/>
                  </a:lnTo>
                  <a:lnTo>
                    <a:pt x="1054336" y="1398821"/>
                  </a:lnTo>
                  <a:lnTo>
                    <a:pt x="1054323" y="1398832"/>
                  </a:lnTo>
                  <a:lnTo>
                    <a:pt x="1054315" y="1398841"/>
                  </a:lnTo>
                  <a:lnTo>
                    <a:pt x="1054310" y="1398855"/>
                  </a:lnTo>
                  <a:lnTo>
                    <a:pt x="1054303" y="1398865"/>
                  </a:lnTo>
                  <a:lnTo>
                    <a:pt x="1054289" y="1398872"/>
                  </a:lnTo>
                  <a:lnTo>
                    <a:pt x="1054274" y="1398877"/>
                  </a:lnTo>
                  <a:lnTo>
                    <a:pt x="1054254" y="1398881"/>
                  </a:lnTo>
                  <a:lnTo>
                    <a:pt x="1054237" y="1398884"/>
                  </a:lnTo>
                  <a:lnTo>
                    <a:pt x="1054222" y="1398887"/>
                  </a:lnTo>
                  <a:lnTo>
                    <a:pt x="1054212" y="1398895"/>
                  </a:lnTo>
                  <a:lnTo>
                    <a:pt x="1054191" y="1398915"/>
                  </a:lnTo>
                  <a:lnTo>
                    <a:pt x="1054181" y="1398931"/>
                  </a:lnTo>
                  <a:lnTo>
                    <a:pt x="1054166" y="1398963"/>
                  </a:lnTo>
                  <a:lnTo>
                    <a:pt x="1054160" y="1398978"/>
                  </a:lnTo>
                  <a:lnTo>
                    <a:pt x="1054158" y="1398988"/>
                  </a:lnTo>
                  <a:lnTo>
                    <a:pt x="1054160" y="1399005"/>
                  </a:lnTo>
                  <a:lnTo>
                    <a:pt x="1054160" y="1399018"/>
                  </a:lnTo>
                  <a:lnTo>
                    <a:pt x="1054157" y="1399024"/>
                  </a:lnTo>
                  <a:lnTo>
                    <a:pt x="1054148" y="1399032"/>
                  </a:lnTo>
                  <a:lnTo>
                    <a:pt x="1054136" y="1399038"/>
                  </a:lnTo>
                  <a:lnTo>
                    <a:pt x="1054122" y="1399046"/>
                  </a:lnTo>
                  <a:lnTo>
                    <a:pt x="1054113" y="1399055"/>
                  </a:lnTo>
                  <a:lnTo>
                    <a:pt x="1054102" y="1399071"/>
                  </a:lnTo>
                  <a:lnTo>
                    <a:pt x="1054099" y="1399088"/>
                  </a:lnTo>
                  <a:lnTo>
                    <a:pt x="1054096" y="1399098"/>
                  </a:lnTo>
                  <a:lnTo>
                    <a:pt x="1054086" y="1399117"/>
                  </a:lnTo>
                  <a:lnTo>
                    <a:pt x="1054065" y="1399142"/>
                  </a:lnTo>
                  <a:lnTo>
                    <a:pt x="1054056" y="1399152"/>
                  </a:lnTo>
                  <a:lnTo>
                    <a:pt x="1054042" y="1399167"/>
                  </a:lnTo>
                  <a:lnTo>
                    <a:pt x="1054024" y="1399181"/>
                  </a:lnTo>
                  <a:lnTo>
                    <a:pt x="1054011" y="1399188"/>
                  </a:lnTo>
                  <a:lnTo>
                    <a:pt x="1054007" y="1399192"/>
                  </a:lnTo>
                  <a:lnTo>
                    <a:pt x="1053989" y="1399216"/>
                  </a:lnTo>
                  <a:lnTo>
                    <a:pt x="1053976" y="1399232"/>
                  </a:lnTo>
                  <a:lnTo>
                    <a:pt x="1053962" y="1399251"/>
                  </a:lnTo>
                  <a:lnTo>
                    <a:pt x="1053949" y="1399261"/>
                  </a:lnTo>
                  <a:lnTo>
                    <a:pt x="1053927" y="1399269"/>
                  </a:lnTo>
                  <a:lnTo>
                    <a:pt x="1053901" y="1399266"/>
                  </a:lnTo>
                  <a:lnTo>
                    <a:pt x="1053875" y="1399254"/>
                  </a:lnTo>
                  <a:lnTo>
                    <a:pt x="1053833" y="1399237"/>
                  </a:lnTo>
                  <a:lnTo>
                    <a:pt x="1053806" y="1399224"/>
                  </a:lnTo>
                  <a:lnTo>
                    <a:pt x="1053793" y="1399218"/>
                  </a:lnTo>
                  <a:lnTo>
                    <a:pt x="1053783" y="1399222"/>
                  </a:lnTo>
                  <a:lnTo>
                    <a:pt x="1053783" y="1399228"/>
                  </a:lnTo>
                  <a:lnTo>
                    <a:pt x="1053787" y="1399239"/>
                  </a:lnTo>
                  <a:lnTo>
                    <a:pt x="1053814" y="1399271"/>
                  </a:lnTo>
                  <a:lnTo>
                    <a:pt x="1053817" y="1399284"/>
                  </a:lnTo>
                  <a:lnTo>
                    <a:pt x="1053815" y="1399295"/>
                  </a:lnTo>
                  <a:lnTo>
                    <a:pt x="1053810" y="1399316"/>
                  </a:lnTo>
                  <a:lnTo>
                    <a:pt x="1053795" y="1399344"/>
                  </a:lnTo>
                  <a:lnTo>
                    <a:pt x="1053784" y="1399362"/>
                  </a:lnTo>
                  <a:lnTo>
                    <a:pt x="1053782" y="1399377"/>
                  </a:lnTo>
                  <a:lnTo>
                    <a:pt x="1053783" y="1399407"/>
                  </a:lnTo>
                  <a:lnTo>
                    <a:pt x="1053781" y="1399420"/>
                  </a:lnTo>
                  <a:lnTo>
                    <a:pt x="1053770" y="1399442"/>
                  </a:lnTo>
                  <a:lnTo>
                    <a:pt x="1053754" y="1399474"/>
                  </a:lnTo>
                  <a:lnTo>
                    <a:pt x="1053742" y="1399500"/>
                  </a:lnTo>
                  <a:lnTo>
                    <a:pt x="1053731" y="1399522"/>
                  </a:lnTo>
                  <a:lnTo>
                    <a:pt x="1053722" y="1399556"/>
                  </a:lnTo>
                  <a:lnTo>
                    <a:pt x="1053719" y="1399588"/>
                  </a:lnTo>
                  <a:lnTo>
                    <a:pt x="1053709" y="1399605"/>
                  </a:lnTo>
                  <a:lnTo>
                    <a:pt x="1053695" y="1399616"/>
                  </a:lnTo>
                  <a:lnTo>
                    <a:pt x="1053673" y="1399631"/>
                  </a:lnTo>
                  <a:lnTo>
                    <a:pt x="1053656" y="1399656"/>
                  </a:lnTo>
                  <a:lnTo>
                    <a:pt x="1053622" y="1399685"/>
                  </a:lnTo>
                  <a:lnTo>
                    <a:pt x="1053603" y="1399703"/>
                  </a:lnTo>
                  <a:lnTo>
                    <a:pt x="1053586" y="1399727"/>
                  </a:lnTo>
                  <a:lnTo>
                    <a:pt x="1053574" y="1399753"/>
                  </a:lnTo>
                  <a:lnTo>
                    <a:pt x="1053569" y="1399777"/>
                  </a:lnTo>
                  <a:lnTo>
                    <a:pt x="1053560" y="1399794"/>
                  </a:lnTo>
                  <a:lnTo>
                    <a:pt x="1053549" y="1399817"/>
                  </a:lnTo>
                  <a:lnTo>
                    <a:pt x="1053536" y="1399833"/>
                  </a:lnTo>
                  <a:lnTo>
                    <a:pt x="1053520" y="1399858"/>
                  </a:lnTo>
                  <a:lnTo>
                    <a:pt x="1053504" y="1399876"/>
                  </a:lnTo>
                  <a:lnTo>
                    <a:pt x="1053481" y="1399894"/>
                  </a:lnTo>
                  <a:lnTo>
                    <a:pt x="1053460" y="1399911"/>
                  </a:lnTo>
                  <a:lnTo>
                    <a:pt x="1053454" y="1399929"/>
                  </a:lnTo>
                  <a:lnTo>
                    <a:pt x="1053451" y="1399954"/>
                  </a:lnTo>
                  <a:lnTo>
                    <a:pt x="1053450" y="1399974"/>
                  </a:lnTo>
                  <a:lnTo>
                    <a:pt x="1053447" y="1399992"/>
                  </a:lnTo>
                  <a:lnTo>
                    <a:pt x="1053438" y="1400012"/>
                  </a:lnTo>
                  <a:lnTo>
                    <a:pt x="1053422" y="1400055"/>
                  </a:lnTo>
                  <a:lnTo>
                    <a:pt x="1053413" y="1400113"/>
                  </a:lnTo>
                  <a:lnTo>
                    <a:pt x="1053408" y="1400157"/>
                  </a:lnTo>
                  <a:lnTo>
                    <a:pt x="1053398" y="1400187"/>
                  </a:lnTo>
                  <a:lnTo>
                    <a:pt x="1053396" y="1400214"/>
                  </a:lnTo>
                  <a:lnTo>
                    <a:pt x="1053399" y="1400231"/>
                  </a:lnTo>
                  <a:lnTo>
                    <a:pt x="1053408" y="1400261"/>
                  </a:lnTo>
                  <a:lnTo>
                    <a:pt x="1053417" y="1400292"/>
                  </a:lnTo>
                  <a:lnTo>
                    <a:pt x="1053420" y="1400312"/>
                  </a:lnTo>
                  <a:lnTo>
                    <a:pt x="1053420" y="1400331"/>
                  </a:lnTo>
                  <a:lnTo>
                    <a:pt x="1053418" y="1400344"/>
                  </a:lnTo>
                  <a:lnTo>
                    <a:pt x="1053411" y="1400358"/>
                  </a:lnTo>
                  <a:lnTo>
                    <a:pt x="1053408" y="1400376"/>
                  </a:lnTo>
                  <a:lnTo>
                    <a:pt x="1053408" y="1400393"/>
                  </a:lnTo>
                  <a:lnTo>
                    <a:pt x="1053402" y="1400405"/>
                  </a:lnTo>
                  <a:lnTo>
                    <a:pt x="1053392" y="1400418"/>
                  </a:lnTo>
                  <a:lnTo>
                    <a:pt x="1053375" y="1400439"/>
                  </a:lnTo>
                  <a:lnTo>
                    <a:pt x="1053353" y="1400468"/>
                  </a:lnTo>
                  <a:lnTo>
                    <a:pt x="1053334" y="1400502"/>
                  </a:lnTo>
                  <a:lnTo>
                    <a:pt x="1053302" y="1400559"/>
                  </a:lnTo>
                  <a:lnTo>
                    <a:pt x="1053295" y="1400584"/>
                  </a:lnTo>
                  <a:lnTo>
                    <a:pt x="1053284" y="1400597"/>
                  </a:lnTo>
                  <a:lnTo>
                    <a:pt x="1053263" y="1400623"/>
                  </a:lnTo>
                  <a:lnTo>
                    <a:pt x="1053234" y="1400649"/>
                  </a:lnTo>
                  <a:lnTo>
                    <a:pt x="1053215" y="1400671"/>
                  </a:lnTo>
                  <a:lnTo>
                    <a:pt x="1053198" y="1400707"/>
                  </a:lnTo>
                  <a:lnTo>
                    <a:pt x="1053191" y="1400744"/>
                  </a:lnTo>
                  <a:lnTo>
                    <a:pt x="1053189" y="1400774"/>
                  </a:lnTo>
                  <a:lnTo>
                    <a:pt x="1053193" y="1400824"/>
                  </a:lnTo>
                  <a:lnTo>
                    <a:pt x="1053202" y="1400861"/>
                  </a:lnTo>
                  <a:lnTo>
                    <a:pt x="1053204" y="1400877"/>
                  </a:lnTo>
                  <a:lnTo>
                    <a:pt x="1053202" y="1400886"/>
                  </a:lnTo>
                  <a:lnTo>
                    <a:pt x="1053191" y="1400897"/>
                  </a:lnTo>
                  <a:lnTo>
                    <a:pt x="1053166" y="1400912"/>
                  </a:lnTo>
                  <a:lnTo>
                    <a:pt x="1053155" y="1400933"/>
                  </a:lnTo>
                  <a:lnTo>
                    <a:pt x="1053155" y="1400949"/>
                  </a:lnTo>
                  <a:lnTo>
                    <a:pt x="1053158" y="1400964"/>
                  </a:lnTo>
                  <a:lnTo>
                    <a:pt x="1053168" y="1400974"/>
                  </a:lnTo>
                  <a:lnTo>
                    <a:pt x="1053178" y="1400979"/>
                  </a:lnTo>
                  <a:lnTo>
                    <a:pt x="1053186" y="1400983"/>
                  </a:lnTo>
                  <a:lnTo>
                    <a:pt x="1053188" y="1400986"/>
                  </a:lnTo>
                  <a:lnTo>
                    <a:pt x="1053193" y="1400990"/>
                  </a:lnTo>
                  <a:lnTo>
                    <a:pt x="1053195" y="1400996"/>
                  </a:lnTo>
                  <a:lnTo>
                    <a:pt x="1053191" y="1401005"/>
                  </a:lnTo>
                  <a:lnTo>
                    <a:pt x="1053178" y="1401015"/>
                  </a:lnTo>
                  <a:lnTo>
                    <a:pt x="1053164" y="1401035"/>
                  </a:lnTo>
                  <a:lnTo>
                    <a:pt x="1053159" y="1401058"/>
                  </a:lnTo>
                  <a:lnTo>
                    <a:pt x="1053160" y="1401071"/>
                  </a:lnTo>
                  <a:lnTo>
                    <a:pt x="1053165" y="1401084"/>
                  </a:lnTo>
                  <a:lnTo>
                    <a:pt x="1053174" y="1401098"/>
                  </a:lnTo>
                  <a:lnTo>
                    <a:pt x="1053174" y="1401107"/>
                  </a:lnTo>
                  <a:lnTo>
                    <a:pt x="1053170" y="1401127"/>
                  </a:lnTo>
                  <a:lnTo>
                    <a:pt x="1053162" y="1401146"/>
                  </a:lnTo>
                  <a:lnTo>
                    <a:pt x="1053157" y="1401163"/>
                  </a:lnTo>
                  <a:lnTo>
                    <a:pt x="1053157" y="1401188"/>
                  </a:lnTo>
                  <a:lnTo>
                    <a:pt x="1053167" y="1401244"/>
                  </a:lnTo>
                  <a:lnTo>
                    <a:pt x="1053173" y="1401280"/>
                  </a:lnTo>
                  <a:lnTo>
                    <a:pt x="1053165" y="1401306"/>
                  </a:lnTo>
                  <a:lnTo>
                    <a:pt x="1053159" y="1401313"/>
                  </a:lnTo>
                  <a:lnTo>
                    <a:pt x="1053150" y="1401324"/>
                  </a:lnTo>
                  <a:lnTo>
                    <a:pt x="1053136" y="1401326"/>
                  </a:lnTo>
                  <a:lnTo>
                    <a:pt x="1053079" y="1401333"/>
                  </a:lnTo>
                  <a:lnTo>
                    <a:pt x="1053036" y="1401341"/>
                  </a:lnTo>
                  <a:lnTo>
                    <a:pt x="1053003" y="1401350"/>
                  </a:lnTo>
                  <a:lnTo>
                    <a:pt x="1052967" y="1401373"/>
                  </a:lnTo>
                  <a:lnTo>
                    <a:pt x="1052947" y="1401377"/>
                  </a:lnTo>
                  <a:lnTo>
                    <a:pt x="1052932" y="1401381"/>
                  </a:lnTo>
                  <a:lnTo>
                    <a:pt x="1052909" y="1401381"/>
                  </a:lnTo>
                  <a:lnTo>
                    <a:pt x="1052887" y="1401381"/>
                  </a:lnTo>
                  <a:lnTo>
                    <a:pt x="1052858" y="1401384"/>
                  </a:lnTo>
                  <a:lnTo>
                    <a:pt x="1052826" y="1401389"/>
                  </a:lnTo>
                  <a:lnTo>
                    <a:pt x="1052787" y="1401398"/>
                  </a:lnTo>
                  <a:lnTo>
                    <a:pt x="1052769" y="1401400"/>
                  </a:lnTo>
                  <a:lnTo>
                    <a:pt x="1052752" y="1401404"/>
                  </a:lnTo>
                  <a:lnTo>
                    <a:pt x="1052739" y="1401405"/>
                  </a:lnTo>
                  <a:lnTo>
                    <a:pt x="1052721" y="1401397"/>
                  </a:lnTo>
                  <a:lnTo>
                    <a:pt x="1052705" y="1401386"/>
                  </a:lnTo>
                  <a:lnTo>
                    <a:pt x="1052687" y="1401371"/>
                  </a:lnTo>
                  <a:lnTo>
                    <a:pt x="1052671" y="1401369"/>
                  </a:lnTo>
                  <a:lnTo>
                    <a:pt x="1052661" y="1401371"/>
                  </a:lnTo>
                  <a:lnTo>
                    <a:pt x="1052648" y="1401383"/>
                  </a:lnTo>
                  <a:lnTo>
                    <a:pt x="1052632" y="1401388"/>
                  </a:lnTo>
                  <a:lnTo>
                    <a:pt x="1052622" y="1401393"/>
                  </a:lnTo>
                  <a:lnTo>
                    <a:pt x="1052607" y="1401395"/>
                  </a:lnTo>
                  <a:lnTo>
                    <a:pt x="1052588" y="1401399"/>
                  </a:lnTo>
                  <a:lnTo>
                    <a:pt x="1052566" y="1401399"/>
                  </a:lnTo>
                  <a:lnTo>
                    <a:pt x="1052548" y="1401397"/>
                  </a:lnTo>
                  <a:lnTo>
                    <a:pt x="1052530" y="1401391"/>
                  </a:lnTo>
                  <a:lnTo>
                    <a:pt x="1052485" y="1401365"/>
                  </a:lnTo>
                  <a:lnTo>
                    <a:pt x="1052466" y="1401357"/>
                  </a:lnTo>
                  <a:lnTo>
                    <a:pt x="1052452" y="1401356"/>
                  </a:lnTo>
                  <a:lnTo>
                    <a:pt x="1052410" y="1401354"/>
                  </a:lnTo>
                  <a:lnTo>
                    <a:pt x="1052390" y="1401345"/>
                  </a:lnTo>
                  <a:lnTo>
                    <a:pt x="1052370" y="1401343"/>
                  </a:lnTo>
                  <a:lnTo>
                    <a:pt x="1052350" y="1401333"/>
                  </a:lnTo>
                  <a:lnTo>
                    <a:pt x="1052328" y="1401321"/>
                  </a:lnTo>
                  <a:lnTo>
                    <a:pt x="1052320" y="1401314"/>
                  </a:lnTo>
                  <a:lnTo>
                    <a:pt x="1052314" y="1401310"/>
                  </a:lnTo>
                  <a:lnTo>
                    <a:pt x="1052305" y="1401301"/>
                  </a:lnTo>
                  <a:lnTo>
                    <a:pt x="1052295" y="1401298"/>
                  </a:lnTo>
                  <a:lnTo>
                    <a:pt x="1052292" y="1401303"/>
                  </a:lnTo>
                  <a:lnTo>
                    <a:pt x="1052293" y="1401310"/>
                  </a:lnTo>
                  <a:lnTo>
                    <a:pt x="1052305" y="1401323"/>
                  </a:lnTo>
                  <a:lnTo>
                    <a:pt x="1052314" y="1401341"/>
                  </a:lnTo>
                  <a:lnTo>
                    <a:pt x="1052318" y="1401355"/>
                  </a:lnTo>
                  <a:lnTo>
                    <a:pt x="1052318" y="1401371"/>
                  </a:lnTo>
                  <a:lnTo>
                    <a:pt x="1052311" y="1401382"/>
                  </a:lnTo>
                  <a:lnTo>
                    <a:pt x="1052304" y="1401397"/>
                  </a:lnTo>
                  <a:lnTo>
                    <a:pt x="1052303" y="1401410"/>
                  </a:lnTo>
                  <a:lnTo>
                    <a:pt x="1052303" y="1401421"/>
                  </a:lnTo>
                  <a:lnTo>
                    <a:pt x="1052308" y="1401436"/>
                  </a:lnTo>
                  <a:lnTo>
                    <a:pt x="1052309" y="1401453"/>
                  </a:lnTo>
                  <a:lnTo>
                    <a:pt x="1052309" y="1401466"/>
                  </a:lnTo>
                  <a:lnTo>
                    <a:pt x="1052305" y="1401471"/>
                  </a:lnTo>
                  <a:lnTo>
                    <a:pt x="1052296" y="1401485"/>
                  </a:lnTo>
                  <a:lnTo>
                    <a:pt x="1052284" y="1401491"/>
                  </a:lnTo>
                  <a:lnTo>
                    <a:pt x="1052262" y="1401499"/>
                  </a:lnTo>
                  <a:lnTo>
                    <a:pt x="1052254" y="1401506"/>
                  </a:lnTo>
                  <a:lnTo>
                    <a:pt x="1052246" y="1401514"/>
                  </a:lnTo>
                  <a:lnTo>
                    <a:pt x="1052240" y="1401527"/>
                  </a:lnTo>
                  <a:lnTo>
                    <a:pt x="1052229" y="1401547"/>
                  </a:lnTo>
                  <a:lnTo>
                    <a:pt x="1052226" y="1401556"/>
                  </a:lnTo>
                  <a:lnTo>
                    <a:pt x="1052230" y="1401583"/>
                  </a:lnTo>
                  <a:lnTo>
                    <a:pt x="1052231" y="1401598"/>
                  </a:lnTo>
                  <a:lnTo>
                    <a:pt x="1052231" y="1401608"/>
                  </a:lnTo>
                  <a:lnTo>
                    <a:pt x="1052223" y="1401621"/>
                  </a:lnTo>
                  <a:lnTo>
                    <a:pt x="1052213" y="1401639"/>
                  </a:lnTo>
                  <a:lnTo>
                    <a:pt x="1052207" y="1401657"/>
                  </a:lnTo>
                  <a:lnTo>
                    <a:pt x="1052207" y="1401675"/>
                  </a:lnTo>
                  <a:lnTo>
                    <a:pt x="1052205" y="1401686"/>
                  </a:lnTo>
                  <a:lnTo>
                    <a:pt x="1052201" y="1401699"/>
                  </a:lnTo>
                  <a:lnTo>
                    <a:pt x="1052202" y="1401711"/>
                  </a:lnTo>
                  <a:lnTo>
                    <a:pt x="1052206" y="1401725"/>
                  </a:lnTo>
                  <a:lnTo>
                    <a:pt x="1052206" y="1401746"/>
                  </a:lnTo>
                  <a:lnTo>
                    <a:pt x="1052201" y="1401764"/>
                  </a:lnTo>
                  <a:lnTo>
                    <a:pt x="1052201" y="1401784"/>
                  </a:lnTo>
                  <a:lnTo>
                    <a:pt x="1052208" y="1401815"/>
                  </a:lnTo>
                  <a:lnTo>
                    <a:pt x="1052216" y="1401838"/>
                  </a:lnTo>
                  <a:lnTo>
                    <a:pt x="1052221" y="1401866"/>
                  </a:lnTo>
                  <a:lnTo>
                    <a:pt x="1052216" y="1401895"/>
                  </a:lnTo>
                  <a:lnTo>
                    <a:pt x="1052203" y="1401919"/>
                  </a:lnTo>
                  <a:lnTo>
                    <a:pt x="1052187" y="1401934"/>
                  </a:lnTo>
                  <a:lnTo>
                    <a:pt x="1052172" y="1401942"/>
                  </a:lnTo>
                  <a:lnTo>
                    <a:pt x="1052156" y="1401946"/>
                  </a:lnTo>
                  <a:lnTo>
                    <a:pt x="1052147" y="1401945"/>
                  </a:lnTo>
                  <a:lnTo>
                    <a:pt x="1052136" y="1401935"/>
                  </a:lnTo>
                  <a:lnTo>
                    <a:pt x="1052118" y="1401917"/>
                  </a:lnTo>
                  <a:lnTo>
                    <a:pt x="1052098" y="1401909"/>
                  </a:lnTo>
                  <a:lnTo>
                    <a:pt x="1052076" y="1401897"/>
                  </a:lnTo>
                  <a:lnTo>
                    <a:pt x="1052071" y="1401895"/>
                  </a:lnTo>
                  <a:lnTo>
                    <a:pt x="1052062" y="1401889"/>
                  </a:lnTo>
                  <a:lnTo>
                    <a:pt x="1052052" y="1401882"/>
                  </a:lnTo>
                  <a:lnTo>
                    <a:pt x="1052037" y="1401876"/>
                  </a:lnTo>
                  <a:lnTo>
                    <a:pt x="1052023" y="1401867"/>
                  </a:lnTo>
                  <a:lnTo>
                    <a:pt x="1052009" y="1401858"/>
                  </a:lnTo>
                  <a:lnTo>
                    <a:pt x="1051995" y="1401849"/>
                  </a:lnTo>
                  <a:lnTo>
                    <a:pt x="1051981" y="1401841"/>
                  </a:lnTo>
                  <a:lnTo>
                    <a:pt x="1051974" y="1401838"/>
                  </a:lnTo>
                  <a:lnTo>
                    <a:pt x="1051953" y="1401836"/>
                  </a:lnTo>
                  <a:lnTo>
                    <a:pt x="1051925" y="1401838"/>
                  </a:lnTo>
                  <a:lnTo>
                    <a:pt x="1051917" y="1401839"/>
                  </a:lnTo>
                  <a:lnTo>
                    <a:pt x="1051886" y="1401848"/>
                  </a:lnTo>
                  <a:lnTo>
                    <a:pt x="1051839" y="1401872"/>
                  </a:lnTo>
                  <a:lnTo>
                    <a:pt x="1051816" y="1401881"/>
                  </a:lnTo>
                  <a:lnTo>
                    <a:pt x="1051804" y="1401888"/>
                  </a:lnTo>
                  <a:lnTo>
                    <a:pt x="1051791" y="1401906"/>
                  </a:lnTo>
                  <a:lnTo>
                    <a:pt x="1051767" y="1401937"/>
                  </a:lnTo>
                  <a:lnTo>
                    <a:pt x="1051741" y="1401959"/>
                  </a:lnTo>
                  <a:lnTo>
                    <a:pt x="1051724" y="1401972"/>
                  </a:lnTo>
                  <a:lnTo>
                    <a:pt x="1051704" y="1401999"/>
                  </a:lnTo>
                  <a:lnTo>
                    <a:pt x="1051682" y="1402026"/>
                  </a:lnTo>
                  <a:lnTo>
                    <a:pt x="1051662" y="1402044"/>
                  </a:lnTo>
                  <a:lnTo>
                    <a:pt x="1051642" y="1402059"/>
                  </a:lnTo>
                  <a:lnTo>
                    <a:pt x="1051619" y="1402072"/>
                  </a:lnTo>
                  <a:lnTo>
                    <a:pt x="1051594" y="1402082"/>
                  </a:lnTo>
                  <a:lnTo>
                    <a:pt x="1051592" y="1402087"/>
                  </a:lnTo>
                  <a:lnTo>
                    <a:pt x="1051586" y="1402118"/>
                  </a:lnTo>
                  <a:lnTo>
                    <a:pt x="1051584" y="1402140"/>
                  </a:lnTo>
                  <a:lnTo>
                    <a:pt x="1051581" y="1402161"/>
                  </a:lnTo>
                  <a:lnTo>
                    <a:pt x="1051563" y="1402189"/>
                  </a:lnTo>
                  <a:lnTo>
                    <a:pt x="1051546" y="1402204"/>
                  </a:lnTo>
                  <a:lnTo>
                    <a:pt x="1051529" y="1402221"/>
                  </a:lnTo>
                  <a:lnTo>
                    <a:pt x="1051515" y="1402247"/>
                  </a:lnTo>
                  <a:lnTo>
                    <a:pt x="1051500" y="1402272"/>
                  </a:lnTo>
                  <a:lnTo>
                    <a:pt x="1051492" y="1402286"/>
                  </a:lnTo>
                  <a:lnTo>
                    <a:pt x="1051478" y="1402300"/>
                  </a:lnTo>
                  <a:lnTo>
                    <a:pt x="1051472" y="1402306"/>
                  </a:lnTo>
                  <a:lnTo>
                    <a:pt x="1051462" y="1402312"/>
                  </a:lnTo>
                  <a:lnTo>
                    <a:pt x="1051447" y="1402319"/>
                  </a:lnTo>
                  <a:lnTo>
                    <a:pt x="1051410" y="1402338"/>
                  </a:lnTo>
                  <a:lnTo>
                    <a:pt x="1051387" y="1402356"/>
                  </a:lnTo>
                  <a:lnTo>
                    <a:pt x="1051370" y="1402371"/>
                  </a:lnTo>
                  <a:lnTo>
                    <a:pt x="1051351" y="1402391"/>
                  </a:lnTo>
                  <a:lnTo>
                    <a:pt x="1051332" y="1402404"/>
                  </a:lnTo>
                  <a:lnTo>
                    <a:pt x="1051317" y="1402419"/>
                  </a:lnTo>
                  <a:lnTo>
                    <a:pt x="1051313" y="1402429"/>
                  </a:lnTo>
                  <a:lnTo>
                    <a:pt x="1051312" y="1402446"/>
                  </a:lnTo>
                  <a:lnTo>
                    <a:pt x="1051312" y="1402467"/>
                  </a:lnTo>
                  <a:lnTo>
                    <a:pt x="1051305" y="1402504"/>
                  </a:lnTo>
                  <a:lnTo>
                    <a:pt x="1051300" y="1402550"/>
                  </a:lnTo>
                  <a:lnTo>
                    <a:pt x="1051299" y="1402577"/>
                  </a:lnTo>
                  <a:lnTo>
                    <a:pt x="1051295" y="1402599"/>
                  </a:lnTo>
                  <a:lnTo>
                    <a:pt x="1051283" y="1402639"/>
                  </a:lnTo>
                  <a:lnTo>
                    <a:pt x="1051281" y="1402654"/>
                  </a:lnTo>
                  <a:lnTo>
                    <a:pt x="1051270" y="1402679"/>
                  </a:lnTo>
                  <a:lnTo>
                    <a:pt x="1051257" y="1402710"/>
                  </a:lnTo>
                  <a:lnTo>
                    <a:pt x="1051246" y="1402747"/>
                  </a:lnTo>
                  <a:lnTo>
                    <a:pt x="1051230" y="1402786"/>
                  </a:lnTo>
                  <a:lnTo>
                    <a:pt x="1051214" y="1402831"/>
                  </a:lnTo>
                  <a:lnTo>
                    <a:pt x="1051203" y="1402852"/>
                  </a:lnTo>
                  <a:lnTo>
                    <a:pt x="1051186" y="1402891"/>
                  </a:lnTo>
                  <a:lnTo>
                    <a:pt x="1051174" y="1402925"/>
                  </a:lnTo>
                  <a:lnTo>
                    <a:pt x="1051162" y="1402956"/>
                  </a:lnTo>
                  <a:lnTo>
                    <a:pt x="1051139" y="1402984"/>
                  </a:lnTo>
                  <a:lnTo>
                    <a:pt x="1051112" y="1403020"/>
                  </a:lnTo>
                  <a:lnTo>
                    <a:pt x="1051093" y="1403039"/>
                  </a:lnTo>
                  <a:lnTo>
                    <a:pt x="1051068" y="1403058"/>
                  </a:lnTo>
                  <a:lnTo>
                    <a:pt x="1051042" y="1403074"/>
                  </a:lnTo>
                  <a:lnTo>
                    <a:pt x="1051004" y="1403095"/>
                  </a:lnTo>
                  <a:lnTo>
                    <a:pt x="1050983" y="1403105"/>
                  </a:lnTo>
                  <a:lnTo>
                    <a:pt x="1050972" y="1403109"/>
                  </a:lnTo>
                  <a:lnTo>
                    <a:pt x="1050968" y="1403115"/>
                  </a:lnTo>
                  <a:lnTo>
                    <a:pt x="1050961" y="1403157"/>
                  </a:lnTo>
                  <a:lnTo>
                    <a:pt x="1050958" y="1403183"/>
                  </a:lnTo>
                  <a:lnTo>
                    <a:pt x="1050956" y="1403195"/>
                  </a:lnTo>
                  <a:lnTo>
                    <a:pt x="1050947" y="1403209"/>
                  </a:lnTo>
                  <a:lnTo>
                    <a:pt x="1050937" y="1403224"/>
                  </a:lnTo>
                  <a:lnTo>
                    <a:pt x="1050921" y="1403240"/>
                  </a:lnTo>
                  <a:lnTo>
                    <a:pt x="1050900" y="1403264"/>
                  </a:lnTo>
                  <a:lnTo>
                    <a:pt x="1050885" y="1403283"/>
                  </a:lnTo>
                  <a:lnTo>
                    <a:pt x="1050869" y="1403325"/>
                  </a:lnTo>
                  <a:lnTo>
                    <a:pt x="1050868" y="1403365"/>
                  </a:lnTo>
                  <a:lnTo>
                    <a:pt x="1050859" y="1403396"/>
                  </a:lnTo>
                  <a:lnTo>
                    <a:pt x="1050850" y="1403426"/>
                  </a:lnTo>
                  <a:lnTo>
                    <a:pt x="1050843" y="1403436"/>
                  </a:lnTo>
                  <a:lnTo>
                    <a:pt x="1050832" y="1403441"/>
                  </a:lnTo>
                  <a:lnTo>
                    <a:pt x="1050819" y="1403444"/>
                  </a:lnTo>
                  <a:lnTo>
                    <a:pt x="1050803" y="1403453"/>
                  </a:lnTo>
                  <a:lnTo>
                    <a:pt x="1050790" y="1403463"/>
                  </a:lnTo>
                  <a:lnTo>
                    <a:pt x="1050767" y="1403485"/>
                  </a:lnTo>
                  <a:lnTo>
                    <a:pt x="1050751" y="1403497"/>
                  </a:lnTo>
                  <a:lnTo>
                    <a:pt x="1050739" y="1403534"/>
                  </a:lnTo>
                  <a:lnTo>
                    <a:pt x="1050738" y="1403541"/>
                  </a:lnTo>
                  <a:lnTo>
                    <a:pt x="1050738" y="1403554"/>
                  </a:lnTo>
                  <a:lnTo>
                    <a:pt x="1050734" y="1403571"/>
                  </a:lnTo>
                  <a:lnTo>
                    <a:pt x="1050723" y="1403583"/>
                  </a:lnTo>
                  <a:lnTo>
                    <a:pt x="1050708" y="1403594"/>
                  </a:lnTo>
                  <a:lnTo>
                    <a:pt x="1050694" y="1403604"/>
                  </a:lnTo>
                  <a:lnTo>
                    <a:pt x="1050680" y="1403616"/>
                  </a:lnTo>
                  <a:lnTo>
                    <a:pt x="1050672" y="1403624"/>
                  </a:lnTo>
                  <a:lnTo>
                    <a:pt x="1050664" y="1403645"/>
                  </a:lnTo>
                  <a:lnTo>
                    <a:pt x="1050646" y="1403671"/>
                  </a:lnTo>
                  <a:lnTo>
                    <a:pt x="1050618" y="1403702"/>
                  </a:lnTo>
                  <a:lnTo>
                    <a:pt x="1050582" y="1403738"/>
                  </a:lnTo>
                  <a:lnTo>
                    <a:pt x="1050551" y="1403774"/>
                  </a:lnTo>
                  <a:lnTo>
                    <a:pt x="1050527" y="1403792"/>
                  </a:lnTo>
                  <a:lnTo>
                    <a:pt x="1050503" y="1403814"/>
                  </a:lnTo>
                  <a:lnTo>
                    <a:pt x="1050467" y="1403849"/>
                  </a:lnTo>
                  <a:lnTo>
                    <a:pt x="1050434" y="1403882"/>
                  </a:lnTo>
                  <a:lnTo>
                    <a:pt x="1050409" y="1403913"/>
                  </a:lnTo>
                  <a:lnTo>
                    <a:pt x="1050397" y="1403922"/>
                  </a:lnTo>
                  <a:lnTo>
                    <a:pt x="1050381" y="1403923"/>
                  </a:lnTo>
                  <a:lnTo>
                    <a:pt x="1050365" y="1403915"/>
                  </a:lnTo>
                  <a:lnTo>
                    <a:pt x="1050356" y="1403913"/>
                  </a:lnTo>
                  <a:lnTo>
                    <a:pt x="1050338" y="1403918"/>
                  </a:lnTo>
                  <a:lnTo>
                    <a:pt x="1050309" y="1403932"/>
                  </a:lnTo>
                  <a:lnTo>
                    <a:pt x="1050295" y="1403939"/>
                  </a:lnTo>
                  <a:lnTo>
                    <a:pt x="1050281" y="1403944"/>
                  </a:lnTo>
                  <a:lnTo>
                    <a:pt x="1050267" y="1403949"/>
                  </a:lnTo>
                  <a:lnTo>
                    <a:pt x="1050253" y="1403954"/>
                  </a:lnTo>
                  <a:lnTo>
                    <a:pt x="1050238" y="1403952"/>
                  </a:lnTo>
                  <a:lnTo>
                    <a:pt x="1050224" y="1403949"/>
                  </a:lnTo>
                  <a:lnTo>
                    <a:pt x="1050210" y="1403948"/>
                  </a:lnTo>
                  <a:lnTo>
                    <a:pt x="1050196" y="1403946"/>
                  </a:lnTo>
                  <a:lnTo>
                    <a:pt x="1050182" y="1403946"/>
                  </a:lnTo>
                  <a:lnTo>
                    <a:pt x="1050167" y="1403950"/>
                  </a:lnTo>
                  <a:lnTo>
                    <a:pt x="1050153" y="1403954"/>
                  </a:lnTo>
                  <a:lnTo>
                    <a:pt x="1050139" y="1403958"/>
                  </a:lnTo>
                  <a:lnTo>
                    <a:pt x="1050123" y="1403967"/>
                  </a:lnTo>
                  <a:lnTo>
                    <a:pt x="1050111" y="1403971"/>
                  </a:lnTo>
                  <a:lnTo>
                    <a:pt x="1050096" y="1403974"/>
                  </a:lnTo>
                  <a:lnTo>
                    <a:pt x="1050082" y="1403975"/>
                  </a:lnTo>
                  <a:lnTo>
                    <a:pt x="1050068" y="1403973"/>
                  </a:lnTo>
                  <a:lnTo>
                    <a:pt x="1050054" y="1403971"/>
                  </a:lnTo>
                  <a:lnTo>
                    <a:pt x="1050039" y="1403972"/>
                  </a:lnTo>
                  <a:lnTo>
                    <a:pt x="1050035" y="1403971"/>
                  </a:lnTo>
                  <a:lnTo>
                    <a:pt x="1050025" y="1403965"/>
                  </a:lnTo>
                  <a:lnTo>
                    <a:pt x="1049997" y="1403946"/>
                  </a:lnTo>
                  <a:lnTo>
                    <a:pt x="1049983" y="1403935"/>
                  </a:lnTo>
                  <a:lnTo>
                    <a:pt x="1049970" y="1403922"/>
                  </a:lnTo>
                  <a:lnTo>
                    <a:pt x="1049962" y="1403914"/>
                  </a:lnTo>
                  <a:lnTo>
                    <a:pt x="1049938" y="1403899"/>
                  </a:lnTo>
                  <a:lnTo>
                    <a:pt x="1049931" y="1403893"/>
                  </a:lnTo>
                  <a:lnTo>
                    <a:pt x="1049917" y="1403882"/>
                  </a:lnTo>
                  <a:lnTo>
                    <a:pt x="1049903" y="1403871"/>
                  </a:lnTo>
                  <a:lnTo>
                    <a:pt x="1049888" y="1403860"/>
                  </a:lnTo>
                  <a:lnTo>
                    <a:pt x="1049860" y="1403840"/>
                  </a:lnTo>
                  <a:lnTo>
                    <a:pt x="1049847" y="1403826"/>
                  </a:lnTo>
                  <a:lnTo>
                    <a:pt x="1049831" y="1403810"/>
                  </a:lnTo>
                  <a:lnTo>
                    <a:pt x="1049811" y="1403796"/>
                  </a:lnTo>
                  <a:lnTo>
                    <a:pt x="1049778" y="1403783"/>
                  </a:lnTo>
                  <a:lnTo>
                    <a:pt x="1049753" y="1403775"/>
                  </a:lnTo>
                  <a:lnTo>
                    <a:pt x="1049712" y="1403766"/>
                  </a:lnTo>
                  <a:lnTo>
                    <a:pt x="1049690" y="1403760"/>
                  </a:lnTo>
                  <a:lnTo>
                    <a:pt x="1049675" y="1403756"/>
                  </a:lnTo>
                  <a:lnTo>
                    <a:pt x="1049666" y="1403759"/>
                  </a:lnTo>
                  <a:lnTo>
                    <a:pt x="1049660" y="1403769"/>
                  </a:lnTo>
                  <a:lnTo>
                    <a:pt x="1049654" y="1403782"/>
                  </a:lnTo>
                  <a:lnTo>
                    <a:pt x="1049647" y="1403795"/>
                  </a:lnTo>
                  <a:lnTo>
                    <a:pt x="1049630" y="1403804"/>
                  </a:lnTo>
                  <a:lnTo>
                    <a:pt x="1049600" y="1403810"/>
                  </a:lnTo>
                  <a:lnTo>
                    <a:pt x="1049584" y="1403814"/>
                  </a:lnTo>
                  <a:lnTo>
                    <a:pt x="1049569" y="1403822"/>
                  </a:lnTo>
                  <a:lnTo>
                    <a:pt x="1049556" y="1403834"/>
                  </a:lnTo>
                  <a:lnTo>
                    <a:pt x="1049547" y="1403841"/>
                  </a:lnTo>
                  <a:lnTo>
                    <a:pt x="1049532" y="1403845"/>
                  </a:lnTo>
                  <a:lnTo>
                    <a:pt x="1049512" y="1403847"/>
                  </a:lnTo>
                  <a:lnTo>
                    <a:pt x="1049499" y="1403854"/>
                  </a:lnTo>
                  <a:lnTo>
                    <a:pt x="1049487" y="1403871"/>
                  </a:lnTo>
                  <a:lnTo>
                    <a:pt x="1049473" y="1403886"/>
                  </a:lnTo>
                  <a:lnTo>
                    <a:pt x="1049453" y="1403896"/>
                  </a:lnTo>
                  <a:lnTo>
                    <a:pt x="1049402" y="1403917"/>
                  </a:lnTo>
                  <a:lnTo>
                    <a:pt x="1049356" y="1403935"/>
                  </a:lnTo>
                  <a:lnTo>
                    <a:pt x="1049328" y="1403956"/>
                  </a:lnTo>
                  <a:lnTo>
                    <a:pt x="1049299" y="1403971"/>
                  </a:lnTo>
                  <a:lnTo>
                    <a:pt x="1049274" y="1403980"/>
                  </a:lnTo>
                  <a:lnTo>
                    <a:pt x="1049255" y="1403984"/>
                  </a:lnTo>
                  <a:lnTo>
                    <a:pt x="1049240" y="1403993"/>
                  </a:lnTo>
                  <a:lnTo>
                    <a:pt x="1049239" y="1404002"/>
                  </a:lnTo>
                  <a:lnTo>
                    <a:pt x="1049241" y="1404016"/>
                  </a:lnTo>
                  <a:lnTo>
                    <a:pt x="1049243" y="1404038"/>
                  </a:lnTo>
                  <a:lnTo>
                    <a:pt x="1049240" y="1404066"/>
                  </a:lnTo>
                  <a:lnTo>
                    <a:pt x="1049236" y="1404087"/>
                  </a:lnTo>
                  <a:lnTo>
                    <a:pt x="1049229" y="1404108"/>
                  </a:lnTo>
                  <a:lnTo>
                    <a:pt x="1049216" y="1404123"/>
                  </a:lnTo>
                  <a:lnTo>
                    <a:pt x="1049188" y="1404142"/>
                  </a:lnTo>
                  <a:lnTo>
                    <a:pt x="1049171" y="1404159"/>
                  </a:lnTo>
                  <a:lnTo>
                    <a:pt x="1049159" y="1404180"/>
                  </a:lnTo>
                  <a:lnTo>
                    <a:pt x="1049141" y="1404201"/>
                  </a:lnTo>
                  <a:lnTo>
                    <a:pt x="1049126" y="1404216"/>
                  </a:lnTo>
                  <a:lnTo>
                    <a:pt x="1049105" y="1404227"/>
                  </a:lnTo>
                  <a:lnTo>
                    <a:pt x="1049058" y="1404242"/>
                  </a:lnTo>
                  <a:lnTo>
                    <a:pt x="1049016" y="1404252"/>
                  </a:lnTo>
                  <a:lnTo>
                    <a:pt x="1048982" y="1404263"/>
                  </a:lnTo>
                  <a:lnTo>
                    <a:pt x="1048966" y="1404273"/>
                  </a:lnTo>
                  <a:lnTo>
                    <a:pt x="1048958" y="1404293"/>
                  </a:lnTo>
                  <a:lnTo>
                    <a:pt x="1048958" y="1404308"/>
                  </a:lnTo>
                  <a:lnTo>
                    <a:pt x="1048955" y="1404334"/>
                  </a:lnTo>
                  <a:lnTo>
                    <a:pt x="1048947" y="1404355"/>
                  </a:lnTo>
                  <a:lnTo>
                    <a:pt x="1048943" y="1404363"/>
                  </a:lnTo>
                  <a:lnTo>
                    <a:pt x="1048931" y="1404372"/>
                  </a:lnTo>
                  <a:lnTo>
                    <a:pt x="1048917" y="1404378"/>
                  </a:lnTo>
                  <a:lnTo>
                    <a:pt x="1048907" y="1404385"/>
                  </a:lnTo>
                  <a:lnTo>
                    <a:pt x="1048899" y="1404394"/>
                  </a:lnTo>
                  <a:lnTo>
                    <a:pt x="1048899" y="1404408"/>
                  </a:lnTo>
                  <a:lnTo>
                    <a:pt x="1048903" y="1404419"/>
                  </a:lnTo>
                  <a:lnTo>
                    <a:pt x="1048912" y="1404430"/>
                  </a:lnTo>
                  <a:lnTo>
                    <a:pt x="1048918" y="1404436"/>
                  </a:lnTo>
                  <a:lnTo>
                    <a:pt x="1048922" y="1404442"/>
                  </a:lnTo>
                  <a:lnTo>
                    <a:pt x="1048924" y="1404447"/>
                  </a:lnTo>
                  <a:lnTo>
                    <a:pt x="1048924" y="1404458"/>
                  </a:lnTo>
                  <a:lnTo>
                    <a:pt x="1048919" y="1404471"/>
                  </a:lnTo>
                  <a:lnTo>
                    <a:pt x="1048902" y="1404488"/>
                  </a:lnTo>
                  <a:lnTo>
                    <a:pt x="1048892" y="1404499"/>
                  </a:lnTo>
                  <a:lnTo>
                    <a:pt x="1048870" y="1404529"/>
                  </a:lnTo>
                  <a:lnTo>
                    <a:pt x="1048864" y="1404543"/>
                  </a:lnTo>
                  <a:lnTo>
                    <a:pt x="1048860" y="1404552"/>
                  </a:lnTo>
                  <a:lnTo>
                    <a:pt x="1048864" y="1404561"/>
                  </a:lnTo>
                  <a:lnTo>
                    <a:pt x="1048875" y="1404579"/>
                  </a:lnTo>
                  <a:lnTo>
                    <a:pt x="1048888" y="1404606"/>
                  </a:lnTo>
                  <a:lnTo>
                    <a:pt x="1048894" y="1404626"/>
                  </a:lnTo>
                  <a:lnTo>
                    <a:pt x="1048894" y="1404638"/>
                  </a:lnTo>
                  <a:lnTo>
                    <a:pt x="1048889" y="1404678"/>
                  </a:lnTo>
                  <a:lnTo>
                    <a:pt x="1048880" y="1404709"/>
                  </a:lnTo>
                  <a:lnTo>
                    <a:pt x="1048872" y="1404735"/>
                  </a:lnTo>
                  <a:lnTo>
                    <a:pt x="1048856" y="1404767"/>
                  </a:lnTo>
                  <a:lnTo>
                    <a:pt x="1048843" y="1404797"/>
                  </a:lnTo>
                  <a:lnTo>
                    <a:pt x="1048841" y="1404805"/>
                  </a:lnTo>
                  <a:lnTo>
                    <a:pt x="1048837" y="1404816"/>
                  </a:lnTo>
                  <a:lnTo>
                    <a:pt x="1048833" y="1404824"/>
                  </a:lnTo>
                  <a:lnTo>
                    <a:pt x="1048823" y="1404825"/>
                  </a:lnTo>
                  <a:lnTo>
                    <a:pt x="1048812" y="1404819"/>
                  </a:lnTo>
                  <a:lnTo>
                    <a:pt x="1048798" y="1404810"/>
                  </a:lnTo>
                  <a:lnTo>
                    <a:pt x="1048792" y="1404808"/>
                  </a:lnTo>
                  <a:lnTo>
                    <a:pt x="1048784" y="1404808"/>
                  </a:lnTo>
                  <a:lnTo>
                    <a:pt x="1048776" y="1404812"/>
                  </a:lnTo>
                  <a:lnTo>
                    <a:pt x="1048769" y="1404823"/>
                  </a:lnTo>
                  <a:lnTo>
                    <a:pt x="1048764" y="1404841"/>
                  </a:lnTo>
                  <a:lnTo>
                    <a:pt x="1048764" y="1404855"/>
                  </a:lnTo>
                  <a:lnTo>
                    <a:pt x="1048768" y="1404870"/>
                  </a:lnTo>
                  <a:lnTo>
                    <a:pt x="1048775" y="1404885"/>
                  </a:lnTo>
                  <a:lnTo>
                    <a:pt x="1048777" y="1404901"/>
                  </a:lnTo>
                  <a:lnTo>
                    <a:pt x="1048778" y="1404910"/>
                  </a:lnTo>
                  <a:lnTo>
                    <a:pt x="1048778" y="1404915"/>
                  </a:lnTo>
                  <a:lnTo>
                    <a:pt x="1048775" y="1404938"/>
                  </a:lnTo>
                  <a:lnTo>
                    <a:pt x="1048773" y="1404955"/>
                  </a:lnTo>
                  <a:lnTo>
                    <a:pt x="1048772" y="1404967"/>
                  </a:lnTo>
                  <a:lnTo>
                    <a:pt x="1048772" y="1404998"/>
                  </a:lnTo>
                  <a:lnTo>
                    <a:pt x="1048767" y="1405006"/>
                  </a:lnTo>
                  <a:lnTo>
                    <a:pt x="1048764" y="1405012"/>
                  </a:lnTo>
                  <a:lnTo>
                    <a:pt x="1048753" y="1405027"/>
                  </a:lnTo>
                  <a:lnTo>
                    <a:pt x="1048739" y="1405041"/>
                  </a:lnTo>
                  <a:lnTo>
                    <a:pt x="1048725" y="1405051"/>
                  </a:lnTo>
                  <a:lnTo>
                    <a:pt x="1048718" y="1405056"/>
                  </a:lnTo>
                  <a:lnTo>
                    <a:pt x="1048700" y="1405074"/>
                  </a:lnTo>
                  <a:lnTo>
                    <a:pt x="1048681" y="1405097"/>
                  </a:lnTo>
                  <a:lnTo>
                    <a:pt x="1048663" y="1405114"/>
                  </a:lnTo>
                  <a:lnTo>
                    <a:pt x="1048647" y="1405122"/>
                  </a:lnTo>
                  <a:lnTo>
                    <a:pt x="1048626" y="1405131"/>
                  </a:lnTo>
                  <a:lnTo>
                    <a:pt x="1048599" y="1405145"/>
                  </a:lnTo>
                  <a:lnTo>
                    <a:pt x="1048563" y="1405185"/>
                  </a:lnTo>
                  <a:lnTo>
                    <a:pt x="1048545" y="1405202"/>
                  </a:lnTo>
                  <a:lnTo>
                    <a:pt x="1048530" y="1405224"/>
                  </a:lnTo>
                  <a:lnTo>
                    <a:pt x="1048511" y="1405242"/>
                  </a:lnTo>
                  <a:lnTo>
                    <a:pt x="1048502" y="1405248"/>
                  </a:lnTo>
                  <a:lnTo>
                    <a:pt x="1048497" y="1405251"/>
                  </a:lnTo>
                  <a:lnTo>
                    <a:pt x="1048492" y="1405255"/>
                  </a:lnTo>
                  <a:lnTo>
                    <a:pt x="1048483" y="1405258"/>
                  </a:lnTo>
                  <a:lnTo>
                    <a:pt x="1048469" y="1405262"/>
                  </a:lnTo>
                  <a:lnTo>
                    <a:pt x="1048454" y="1405260"/>
                  </a:lnTo>
                  <a:lnTo>
                    <a:pt x="1048441" y="1405261"/>
                  </a:lnTo>
                  <a:lnTo>
                    <a:pt x="1048425" y="1405268"/>
                  </a:lnTo>
                  <a:lnTo>
                    <a:pt x="1048413" y="1405279"/>
                  </a:lnTo>
                  <a:lnTo>
                    <a:pt x="1048389" y="1405302"/>
                  </a:lnTo>
                  <a:lnTo>
                    <a:pt x="1048358" y="1405323"/>
                  </a:lnTo>
                  <a:lnTo>
                    <a:pt x="1048344" y="1405335"/>
                  </a:lnTo>
                  <a:lnTo>
                    <a:pt x="1048325" y="1405346"/>
                  </a:lnTo>
                  <a:lnTo>
                    <a:pt x="1048310" y="1405349"/>
                  </a:lnTo>
                  <a:lnTo>
                    <a:pt x="1048287" y="1405349"/>
                  </a:lnTo>
                  <a:lnTo>
                    <a:pt x="1048273" y="1405346"/>
                  </a:lnTo>
                  <a:lnTo>
                    <a:pt x="1048259" y="1405341"/>
                  </a:lnTo>
                  <a:lnTo>
                    <a:pt x="1048231" y="1405328"/>
                  </a:lnTo>
                  <a:lnTo>
                    <a:pt x="1048217" y="1405322"/>
                  </a:lnTo>
                  <a:lnTo>
                    <a:pt x="1048206" y="1405317"/>
                  </a:lnTo>
                  <a:lnTo>
                    <a:pt x="1048189" y="1405304"/>
                  </a:lnTo>
                  <a:lnTo>
                    <a:pt x="1048176" y="1405288"/>
                  </a:lnTo>
                  <a:lnTo>
                    <a:pt x="1048166" y="1405273"/>
                  </a:lnTo>
                  <a:lnTo>
                    <a:pt x="1048158" y="1405258"/>
                  </a:lnTo>
                  <a:lnTo>
                    <a:pt x="1048147" y="1405243"/>
                  </a:lnTo>
                  <a:lnTo>
                    <a:pt x="1048142" y="1405236"/>
                  </a:lnTo>
                  <a:lnTo>
                    <a:pt x="1048135" y="1405230"/>
                  </a:lnTo>
                  <a:lnTo>
                    <a:pt x="1048120" y="1405222"/>
                  </a:lnTo>
                  <a:lnTo>
                    <a:pt x="1048115" y="1405222"/>
                  </a:lnTo>
                  <a:lnTo>
                    <a:pt x="1048106" y="1405224"/>
                  </a:lnTo>
                  <a:lnTo>
                    <a:pt x="1048100" y="1405226"/>
                  </a:lnTo>
                  <a:lnTo>
                    <a:pt x="1048078" y="1405226"/>
                  </a:lnTo>
                  <a:lnTo>
                    <a:pt x="1048063" y="1405227"/>
                  </a:lnTo>
                  <a:lnTo>
                    <a:pt x="1048049" y="1405229"/>
                  </a:lnTo>
                  <a:lnTo>
                    <a:pt x="1048035" y="1405228"/>
                  </a:lnTo>
                  <a:lnTo>
                    <a:pt x="1048021" y="1405225"/>
                  </a:lnTo>
                  <a:lnTo>
                    <a:pt x="1048007" y="1405221"/>
                  </a:lnTo>
                  <a:lnTo>
                    <a:pt x="1047993" y="1405219"/>
                  </a:lnTo>
                  <a:lnTo>
                    <a:pt x="1047979" y="1405216"/>
                  </a:lnTo>
                  <a:lnTo>
                    <a:pt x="1047965" y="1405215"/>
                  </a:lnTo>
                  <a:lnTo>
                    <a:pt x="1047950" y="1405215"/>
                  </a:lnTo>
                  <a:lnTo>
                    <a:pt x="1047936" y="1405215"/>
                  </a:lnTo>
                  <a:lnTo>
                    <a:pt x="1047921" y="1405218"/>
                  </a:lnTo>
                  <a:lnTo>
                    <a:pt x="1047894" y="1405230"/>
                  </a:lnTo>
                  <a:lnTo>
                    <a:pt x="1047880" y="1405240"/>
                  </a:lnTo>
                  <a:lnTo>
                    <a:pt x="1047863" y="1405252"/>
                  </a:lnTo>
                  <a:lnTo>
                    <a:pt x="1047851" y="1405258"/>
                  </a:lnTo>
                  <a:lnTo>
                    <a:pt x="1047835" y="1405264"/>
                  </a:lnTo>
                  <a:lnTo>
                    <a:pt x="1047823" y="1405266"/>
                  </a:lnTo>
                  <a:lnTo>
                    <a:pt x="1047811" y="1405264"/>
                  </a:lnTo>
                  <a:lnTo>
                    <a:pt x="1047802" y="1405263"/>
                  </a:lnTo>
                  <a:lnTo>
                    <a:pt x="1047787" y="1405256"/>
                  </a:lnTo>
                  <a:lnTo>
                    <a:pt x="1047777" y="1405248"/>
                  </a:lnTo>
                  <a:lnTo>
                    <a:pt x="1047773" y="1405239"/>
                  </a:lnTo>
                  <a:lnTo>
                    <a:pt x="1047769" y="1405220"/>
                  </a:lnTo>
                  <a:lnTo>
                    <a:pt x="1047761" y="1405207"/>
                  </a:lnTo>
                  <a:lnTo>
                    <a:pt x="1047749" y="1405198"/>
                  </a:lnTo>
                  <a:lnTo>
                    <a:pt x="1047732" y="1405193"/>
                  </a:lnTo>
                  <a:lnTo>
                    <a:pt x="1047707" y="1405195"/>
                  </a:lnTo>
                  <a:lnTo>
                    <a:pt x="1047684" y="1405201"/>
                  </a:lnTo>
                  <a:lnTo>
                    <a:pt x="1047659" y="1405200"/>
                  </a:lnTo>
                  <a:lnTo>
                    <a:pt x="1047626" y="1405194"/>
                  </a:lnTo>
                  <a:lnTo>
                    <a:pt x="1047622" y="1405192"/>
                  </a:lnTo>
                  <a:lnTo>
                    <a:pt x="1047612" y="1405189"/>
                  </a:lnTo>
                  <a:lnTo>
                    <a:pt x="1047597" y="1405181"/>
                  </a:lnTo>
                  <a:lnTo>
                    <a:pt x="1047592" y="1405176"/>
                  </a:lnTo>
                  <a:lnTo>
                    <a:pt x="1047579" y="1405162"/>
                  </a:lnTo>
                  <a:lnTo>
                    <a:pt x="1047565" y="1405150"/>
                  </a:lnTo>
                  <a:lnTo>
                    <a:pt x="1047551" y="1405143"/>
                  </a:lnTo>
                  <a:lnTo>
                    <a:pt x="1047537" y="1405138"/>
                  </a:lnTo>
                  <a:lnTo>
                    <a:pt x="1047495" y="1405131"/>
                  </a:lnTo>
                  <a:lnTo>
                    <a:pt x="1047480" y="1405131"/>
                  </a:lnTo>
                  <a:lnTo>
                    <a:pt x="1047471" y="1405132"/>
                  </a:lnTo>
                  <a:lnTo>
                    <a:pt x="1047463" y="1405135"/>
                  </a:lnTo>
                  <a:lnTo>
                    <a:pt x="1047452" y="1405141"/>
                  </a:lnTo>
                  <a:lnTo>
                    <a:pt x="1047442" y="1405149"/>
                  </a:lnTo>
                  <a:lnTo>
                    <a:pt x="1047431" y="1405154"/>
                  </a:lnTo>
                  <a:lnTo>
                    <a:pt x="1047423" y="1405155"/>
                  </a:lnTo>
                  <a:lnTo>
                    <a:pt x="1047409" y="1405155"/>
                  </a:lnTo>
                  <a:lnTo>
                    <a:pt x="1047402" y="1405156"/>
                  </a:lnTo>
                  <a:lnTo>
                    <a:pt x="1047395" y="1405159"/>
                  </a:lnTo>
                  <a:lnTo>
                    <a:pt x="1047381" y="1405169"/>
                  </a:lnTo>
                  <a:lnTo>
                    <a:pt x="1047366" y="1405178"/>
                  </a:lnTo>
                  <a:lnTo>
                    <a:pt x="1047352" y="1405182"/>
                  </a:lnTo>
                  <a:lnTo>
                    <a:pt x="1047338" y="1405185"/>
                  </a:lnTo>
                  <a:lnTo>
                    <a:pt x="1047324" y="1405186"/>
                  </a:lnTo>
                  <a:lnTo>
                    <a:pt x="1047309" y="1405187"/>
                  </a:lnTo>
                  <a:lnTo>
                    <a:pt x="1047295" y="1405190"/>
                  </a:lnTo>
                  <a:lnTo>
                    <a:pt x="1047281" y="1405193"/>
                  </a:lnTo>
                  <a:lnTo>
                    <a:pt x="1047253" y="1405199"/>
                  </a:lnTo>
                  <a:lnTo>
                    <a:pt x="1047187" y="1405212"/>
                  </a:lnTo>
                  <a:lnTo>
                    <a:pt x="1047166" y="1405222"/>
                  </a:lnTo>
                  <a:lnTo>
                    <a:pt x="1047147" y="1405234"/>
                  </a:lnTo>
                  <a:lnTo>
                    <a:pt x="1047138" y="1405242"/>
                  </a:lnTo>
                  <a:lnTo>
                    <a:pt x="1047124" y="1405254"/>
                  </a:lnTo>
                  <a:lnTo>
                    <a:pt x="1047113" y="1405267"/>
                  </a:lnTo>
                  <a:lnTo>
                    <a:pt x="1047100" y="1405280"/>
                  </a:lnTo>
                  <a:lnTo>
                    <a:pt x="1047085" y="1405287"/>
                  </a:lnTo>
                  <a:lnTo>
                    <a:pt x="1047071" y="1405296"/>
                  </a:lnTo>
                  <a:lnTo>
                    <a:pt x="1047057" y="1405304"/>
                  </a:lnTo>
                  <a:lnTo>
                    <a:pt x="1047043" y="1405315"/>
                  </a:lnTo>
                  <a:lnTo>
                    <a:pt x="1047035" y="1405321"/>
                  </a:lnTo>
                  <a:lnTo>
                    <a:pt x="1047029" y="1405328"/>
                  </a:lnTo>
                  <a:lnTo>
                    <a:pt x="1047020" y="1405342"/>
                  </a:lnTo>
                  <a:lnTo>
                    <a:pt x="1047018" y="1405347"/>
                  </a:lnTo>
                  <a:lnTo>
                    <a:pt x="1047016" y="1405357"/>
                  </a:lnTo>
                  <a:lnTo>
                    <a:pt x="1047011" y="1405375"/>
                  </a:lnTo>
                  <a:lnTo>
                    <a:pt x="1047005" y="1405387"/>
                  </a:lnTo>
                  <a:lnTo>
                    <a:pt x="1047000" y="1405396"/>
                  </a:lnTo>
                  <a:lnTo>
                    <a:pt x="1046987" y="1405410"/>
                  </a:lnTo>
                  <a:lnTo>
                    <a:pt x="1046966" y="1405418"/>
                  </a:lnTo>
                  <a:lnTo>
                    <a:pt x="1046952" y="1405418"/>
                  </a:lnTo>
                  <a:lnTo>
                    <a:pt x="1046944" y="1405418"/>
                  </a:lnTo>
                  <a:lnTo>
                    <a:pt x="1046937" y="1405420"/>
                  </a:lnTo>
                  <a:lnTo>
                    <a:pt x="1046923" y="1405423"/>
                  </a:lnTo>
                  <a:lnTo>
                    <a:pt x="1046909" y="1405428"/>
                  </a:lnTo>
                  <a:lnTo>
                    <a:pt x="1046895" y="1405436"/>
                  </a:lnTo>
                  <a:lnTo>
                    <a:pt x="1046881" y="1405442"/>
                  </a:lnTo>
                  <a:lnTo>
                    <a:pt x="1046866" y="1405447"/>
                  </a:lnTo>
                  <a:lnTo>
                    <a:pt x="1046852" y="1405450"/>
                  </a:lnTo>
                  <a:lnTo>
                    <a:pt x="1046824" y="1405453"/>
                  </a:lnTo>
                  <a:lnTo>
                    <a:pt x="1046795" y="1405453"/>
                  </a:lnTo>
                  <a:lnTo>
                    <a:pt x="1046781" y="1405456"/>
                  </a:lnTo>
                  <a:lnTo>
                    <a:pt x="1046767" y="1405459"/>
                  </a:lnTo>
                  <a:lnTo>
                    <a:pt x="1046761" y="1405462"/>
                  </a:lnTo>
                  <a:lnTo>
                    <a:pt x="1046753" y="1405471"/>
                  </a:lnTo>
                  <a:lnTo>
                    <a:pt x="1046751" y="1405475"/>
                  </a:lnTo>
                  <a:lnTo>
                    <a:pt x="1046747" y="1405486"/>
                  </a:lnTo>
                  <a:lnTo>
                    <a:pt x="1046745" y="1405494"/>
                  </a:lnTo>
                  <a:lnTo>
                    <a:pt x="1046740" y="1405505"/>
                  </a:lnTo>
                  <a:lnTo>
                    <a:pt x="1046734" y="1405516"/>
                  </a:lnTo>
                  <a:lnTo>
                    <a:pt x="1046731" y="1405523"/>
                  </a:lnTo>
                  <a:lnTo>
                    <a:pt x="1046725" y="1405531"/>
                  </a:lnTo>
                  <a:lnTo>
                    <a:pt x="1046711" y="1405543"/>
                  </a:lnTo>
                  <a:lnTo>
                    <a:pt x="1046697" y="1405552"/>
                  </a:lnTo>
                  <a:lnTo>
                    <a:pt x="1046683" y="1405554"/>
                  </a:lnTo>
                  <a:lnTo>
                    <a:pt x="1046668" y="1405555"/>
                  </a:lnTo>
                  <a:lnTo>
                    <a:pt x="1046654" y="1405555"/>
                  </a:lnTo>
                  <a:lnTo>
                    <a:pt x="1046640" y="1405557"/>
                  </a:lnTo>
                  <a:lnTo>
                    <a:pt x="1046626" y="1405558"/>
                  </a:lnTo>
                  <a:lnTo>
                    <a:pt x="1046612" y="1405559"/>
                  </a:lnTo>
                  <a:lnTo>
                    <a:pt x="1046598" y="1405559"/>
                  </a:lnTo>
                  <a:lnTo>
                    <a:pt x="1046584" y="1405561"/>
                  </a:lnTo>
                  <a:lnTo>
                    <a:pt x="1046566" y="1405565"/>
                  </a:lnTo>
                  <a:lnTo>
                    <a:pt x="1046562" y="1405567"/>
                  </a:lnTo>
                  <a:lnTo>
                    <a:pt x="1046555" y="1405572"/>
                  </a:lnTo>
                  <a:lnTo>
                    <a:pt x="1046551" y="1405579"/>
                  </a:lnTo>
                  <a:lnTo>
                    <a:pt x="1046549" y="1405587"/>
                  </a:lnTo>
                  <a:lnTo>
                    <a:pt x="1046545" y="1405602"/>
                  </a:lnTo>
                  <a:lnTo>
                    <a:pt x="1046542" y="1405617"/>
                  </a:lnTo>
                  <a:lnTo>
                    <a:pt x="1046535" y="1405651"/>
                  </a:lnTo>
                  <a:lnTo>
                    <a:pt x="1046530" y="1405664"/>
                  </a:lnTo>
                  <a:lnTo>
                    <a:pt x="1046526" y="1405671"/>
                  </a:lnTo>
                  <a:lnTo>
                    <a:pt x="1046520" y="1405676"/>
                  </a:lnTo>
                  <a:lnTo>
                    <a:pt x="1046515" y="1405679"/>
                  </a:lnTo>
                  <a:lnTo>
                    <a:pt x="1046474" y="1405695"/>
                  </a:lnTo>
                  <a:lnTo>
                    <a:pt x="1046462" y="1405697"/>
                  </a:lnTo>
                  <a:lnTo>
                    <a:pt x="1046449" y="1405696"/>
                  </a:lnTo>
                  <a:lnTo>
                    <a:pt x="1046435" y="1405695"/>
                  </a:lnTo>
                  <a:lnTo>
                    <a:pt x="1046420" y="1405695"/>
                  </a:lnTo>
                  <a:lnTo>
                    <a:pt x="1046406" y="1405699"/>
                  </a:lnTo>
                  <a:lnTo>
                    <a:pt x="1046399" y="1405703"/>
                  </a:lnTo>
                  <a:lnTo>
                    <a:pt x="1046393" y="1405710"/>
                  </a:lnTo>
                  <a:lnTo>
                    <a:pt x="1046366" y="1405750"/>
                  </a:lnTo>
                  <a:lnTo>
                    <a:pt x="1046355" y="1405759"/>
                  </a:lnTo>
                  <a:lnTo>
                    <a:pt x="1046342" y="1405770"/>
                  </a:lnTo>
                  <a:lnTo>
                    <a:pt x="1046328" y="1405779"/>
                  </a:lnTo>
                  <a:lnTo>
                    <a:pt x="1046314" y="1405787"/>
                  </a:lnTo>
                  <a:lnTo>
                    <a:pt x="1046299" y="1405796"/>
                  </a:lnTo>
                  <a:lnTo>
                    <a:pt x="1046285" y="1405806"/>
                  </a:lnTo>
                  <a:lnTo>
                    <a:pt x="1046272" y="1405815"/>
                  </a:lnTo>
                  <a:lnTo>
                    <a:pt x="1046258" y="1405824"/>
                  </a:lnTo>
                  <a:lnTo>
                    <a:pt x="1046243" y="1405834"/>
                  </a:lnTo>
                  <a:lnTo>
                    <a:pt x="1046229" y="1405843"/>
                  </a:lnTo>
                  <a:lnTo>
                    <a:pt x="1046215" y="1405852"/>
                  </a:lnTo>
                  <a:lnTo>
                    <a:pt x="1046201" y="1405863"/>
                  </a:lnTo>
                  <a:lnTo>
                    <a:pt x="1046195" y="1405867"/>
                  </a:lnTo>
                  <a:lnTo>
                    <a:pt x="1046187" y="1405876"/>
                  </a:lnTo>
                  <a:lnTo>
                    <a:pt x="1046178" y="1405891"/>
                  </a:lnTo>
                  <a:lnTo>
                    <a:pt x="1046170" y="1405906"/>
                  </a:lnTo>
                  <a:lnTo>
                    <a:pt x="1046160" y="1405923"/>
                  </a:lnTo>
                  <a:lnTo>
                    <a:pt x="1046151" y="1405936"/>
                  </a:lnTo>
                  <a:lnTo>
                    <a:pt x="1046141" y="1405958"/>
                  </a:lnTo>
                  <a:lnTo>
                    <a:pt x="1046137" y="1405966"/>
                  </a:lnTo>
                  <a:lnTo>
                    <a:pt x="1046131" y="1405987"/>
                  </a:lnTo>
                  <a:lnTo>
                    <a:pt x="1046126" y="1405996"/>
                  </a:lnTo>
                  <a:lnTo>
                    <a:pt x="1046117" y="1406011"/>
                  </a:lnTo>
                  <a:lnTo>
                    <a:pt x="1046104" y="1406025"/>
                  </a:lnTo>
                  <a:lnTo>
                    <a:pt x="1046090" y="1406037"/>
                  </a:lnTo>
                  <a:lnTo>
                    <a:pt x="1046083" y="1406042"/>
                  </a:lnTo>
                  <a:lnTo>
                    <a:pt x="1046076" y="1406045"/>
                  </a:lnTo>
                  <a:lnTo>
                    <a:pt x="1046070" y="1406046"/>
                  </a:lnTo>
                  <a:lnTo>
                    <a:pt x="1046061" y="1406044"/>
                  </a:lnTo>
                  <a:lnTo>
                    <a:pt x="1046046" y="1406038"/>
                  </a:lnTo>
                  <a:lnTo>
                    <a:pt x="1046033" y="1406030"/>
                  </a:lnTo>
                  <a:lnTo>
                    <a:pt x="1046019" y="1406020"/>
                  </a:lnTo>
                  <a:lnTo>
                    <a:pt x="1046005" y="1406010"/>
                  </a:lnTo>
                  <a:lnTo>
                    <a:pt x="1046000" y="1406007"/>
                  </a:lnTo>
                  <a:lnTo>
                    <a:pt x="1045991" y="1406006"/>
                  </a:lnTo>
                  <a:lnTo>
                    <a:pt x="1045984" y="1406007"/>
                  </a:lnTo>
                  <a:lnTo>
                    <a:pt x="1045977" y="1406012"/>
                  </a:lnTo>
                  <a:lnTo>
                    <a:pt x="1045961" y="1406026"/>
                  </a:lnTo>
                  <a:lnTo>
                    <a:pt x="1045952" y="1406030"/>
                  </a:lnTo>
                  <a:lnTo>
                    <a:pt x="1045947" y="1406031"/>
                  </a:lnTo>
                  <a:lnTo>
                    <a:pt x="1045942" y="1406031"/>
                  </a:lnTo>
                  <a:lnTo>
                    <a:pt x="1045934" y="1406028"/>
                  </a:lnTo>
                  <a:lnTo>
                    <a:pt x="1045920" y="1406024"/>
                  </a:lnTo>
                  <a:lnTo>
                    <a:pt x="1045906" y="1406021"/>
                  </a:lnTo>
                  <a:lnTo>
                    <a:pt x="1045892" y="1406018"/>
                  </a:lnTo>
                  <a:lnTo>
                    <a:pt x="1045848" y="1405996"/>
                  </a:lnTo>
                  <a:lnTo>
                    <a:pt x="1045832" y="1405996"/>
                  </a:lnTo>
                  <a:lnTo>
                    <a:pt x="1045821" y="1406001"/>
                  </a:lnTo>
                  <a:lnTo>
                    <a:pt x="1045807" y="1406010"/>
                  </a:lnTo>
                  <a:lnTo>
                    <a:pt x="1045793" y="1406017"/>
                  </a:lnTo>
                  <a:lnTo>
                    <a:pt x="1045778" y="1406026"/>
                  </a:lnTo>
                  <a:lnTo>
                    <a:pt x="1045750" y="1406037"/>
                  </a:lnTo>
                  <a:lnTo>
                    <a:pt x="1045742" y="1406040"/>
                  </a:lnTo>
                  <a:lnTo>
                    <a:pt x="1045735" y="1406040"/>
                  </a:lnTo>
                  <a:lnTo>
                    <a:pt x="1045721" y="1406042"/>
                  </a:lnTo>
                  <a:lnTo>
                    <a:pt x="1045707" y="1406039"/>
                  </a:lnTo>
                  <a:lnTo>
                    <a:pt x="1045693" y="1406033"/>
                  </a:lnTo>
                  <a:lnTo>
                    <a:pt x="1045679" y="1406031"/>
                  </a:lnTo>
                  <a:lnTo>
                    <a:pt x="1045665" y="1406031"/>
                  </a:lnTo>
                  <a:lnTo>
                    <a:pt x="1045651" y="1406037"/>
                  </a:lnTo>
                  <a:lnTo>
                    <a:pt x="1045622" y="1406055"/>
                  </a:lnTo>
                  <a:lnTo>
                    <a:pt x="1045608" y="1406057"/>
                  </a:lnTo>
                  <a:lnTo>
                    <a:pt x="1045565" y="1406056"/>
                  </a:lnTo>
                  <a:lnTo>
                    <a:pt x="1045551" y="1406055"/>
                  </a:lnTo>
                  <a:lnTo>
                    <a:pt x="1045537" y="1406055"/>
                  </a:lnTo>
                  <a:lnTo>
                    <a:pt x="1045523" y="1406056"/>
                  </a:lnTo>
                  <a:lnTo>
                    <a:pt x="1045511" y="1406058"/>
                  </a:lnTo>
                  <a:lnTo>
                    <a:pt x="1045494" y="1406062"/>
                  </a:lnTo>
                  <a:lnTo>
                    <a:pt x="1045480" y="1406067"/>
                  </a:lnTo>
                  <a:lnTo>
                    <a:pt x="1045474" y="1406070"/>
                  </a:lnTo>
                  <a:lnTo>
                    <a:pt x="1045463" y="1406082"/>
                  </a:lnTo>
                  <a:lnTo>
                    <a:pt x="1045457" y="1406093"/>
                  </a:lnTo>
                  <a:lnTo>
                    <a:pt x="1045452" y="1406108"/>
                  </a:lnTo>
                  <a:lnTo>
                    <a:pt x="1045448" y="1406123"/>
                  </a:lnTo>
                  <a:lnTo>
                    <a:pt x="1045444" y="1406138"/>
                  </a:lnTo>
                  <a:lnTo>
                    <a:pt x="1045443" y="1406153"/>
                  </a:lnTo>
                  <a:lnTo>
                    <a:pt x="1045447" y="1406183"/>
                  </a:lnTo>
                  <a:lnTo>
                    <a:pt x="1045447" y="1406191"/>
                  </a:lnTo>
                  <a:lnTo>
                    <a:pt x="1045443" y="1406199"/>
                  </a:lnTo>
                  <a:lnTo>
                    <a:pt x="1045433" y="1406214"/>
                  </a:lnTo>
                  <a:lnTo>
                    <a:pt x="1045420" y="1406227"/>
                  </a:lnTo>
                  <a:lnTo>
                    <a:pt x="1045406" y="1406236"/>
                  </a:lnTo>
                  <a:lnTo>
                    <a:pt x="1045392" y="1406240"/>
                  </a:lnTo>
                  <a:lnTo>
                    <a:pt x="1045378" y="1406251"/>
                  </a:lnTo>
                  <a:lnTo>
                    <a:pt x="1045367" y="1406264"/>
                  </a:lnTo>
                  <a:lnTo>
                    <a:pt x="1045355" y="1406278"/>
                  </a:lnTo>
                  <a:lnTo>
                    <a:pt x="1045341" y="1406291"/>
                  </a:lnTo>
                  <a:lnTo>
                    <a:pt x="1045327" y="1406300"/>
                  </a:lnTo>
                  <a:lnTo>
                    <a:pt x="1045312" y="1406308"/>
                  </a:lnTo>
                  <a:lnTo>
                    <a:pt x="1045298" y="1406313"/>
                  </a:lnTo>
                  <a:lnTo>
                    <a:pt x="1045266" y="1406321"/>
                  </a:lnTo>
                  <a:lnTo>
                    <a:pt x="1045251" y="1406332"/>
                  </a:lnTo>
                  <a:lnTo>
                    <a:pt x="1045243" y="1406343"/>
                  </a:lnTo>
                  <a:lnTo>
                    <a:pt x="1045236" y="1406358"/>
                  </a:lnTo>
                  <a:lnTo>
                    <a:pt x="1045234" y="1406373"/>
                  </a:lnTo>
                  <a:lnTo>
                    <a:pt x="1045228" y="1406403"/>
                  </a:lnTo>
                  <a:lnTo>
                    <a:pt x="1045219" y="1406418"/>
                  </a:lnTo>
                  <a:lnTo>
                    <a:pt x="1045194" y="1406448"/>
                  </a:lnTo>
                  <a:lnTo>
                    <a:pt x="1045181" y="1406461"/>
                  </a:lnTo>
                  <a:lnTo>
                    <a:pt x="1045170" y="1406475"/>
                  </a:lnTo>
                  <a:lnTo>
                    <a:pt x="1045159" y="1406490"/>
                  </a:lnTo>
                  <a:lnTo>
                    <a:pt x="1045152" y="1406503"/>
                  </a:lnTo>
                  <a:lnTo>
                    <a:pt x="1045148" y="1406513"/>
                  </a:lnTo>
                  <a:lnTo>
                    <a:pt x="1045140" y="1406521"/>
                  </a:lnTo>
                  <a:lnTo>
                    <a:pt x="1045128" y="1406520"/>
                  </a:lnTo>
                  <a:lnTo>
                    <a:pt x="1045114" y="1406518"/>
                  </a:lnTo>
                  <a:lnTo>
                    <a:pt x="1045099" y="1406513"/>
                  </a:lnTo>
                  <a:lnTo>
                    <a:pt x="1045085" y="1406509"/>
                  </a:lnTo>
                  <a:lnTo>
                    <a:pt x="1045071" y="1406504"/>
                  </a:lnTo>
                  <a:lnTo>
                    <a:pt x="1045055" y="1406499"/>
                  </a:lnTo>
                  <a:lnTo>
                    <a:pt x="1045043" y="1406501"/>
                  </a:lnTo>
                  <a:lnTo>
                    <a:pt x="1045036" y="1406508"/>
                  </a:lnTo>
                  <a:lnTo>
                    <a:pt x="1045032" y="1406516"/>
                  </a:lnTo>
                  <a:lnTo>
                    <a:pt x="1045020" y="1406530"/>
                  </a:lnTo>
                  <a:lnTo>
                    <a:pt x="1045014" y="1406535"/>
                  </a:lnTo>
                  <a:lnTo>
                    <a:pt x="1045006" y="1406537"/>
                  </a:lnTo>
                  <a:lnTo>
                    <a:pt x="1044992" y="1406537"/>
                  </a:lnTo>
                  <a:lnTo>
                    <a:pt x="1044977" y="1406536"/>
                  </a:lnTo>
                  <a:lnTo>
                    <a:pt x="1044963" y="1406535"/>
                  </a:lnTo>
                  <a:lnTo>
                    <a:pt x="1044948" y="1406534"/>
                  </a:lnTo>
                  <a:lnTo>
                    <a:pt x="1044935" y="1406535"/>
                  </a:lnTo>
                  <a:lnTo>
                    <a:pt x="1044928" y="1406536"/>
                  </a:lnTo>
                  <a:lnTo>
                    <a:pt x="1044920" y="1406542"/>
                  </a:lnTo>
                  <a:lnTo>
                    <a:pt x="1044907" y="1406556"/>
                  </a:lnTo>
                  <a:lnTo>
                    <a:pt x="1044889" y="1406573"/>
                  </a:lnTo>
                  <a:lnTo>
                    <a:pt x="1044880" y="1406579"/>
                  </a:lnTo>
                  <a:lnTo>
                    <a:pt x="1044865" y="1406587"/>
                  </a:lnTo>
                  <a:lnTo>
                    <a:pt x="1044851" y="1406592"/>
                  </a:lnTo>
                  <a:lnTo>
                    <a:pt x="1044837" y="1406593"/>
                  </a:lnTo>
                  <a:lnTo>
                    <a:pt x="1044823" y="1406583"/>
                  </a:lnTo>
                  <a:lnTo>
                    <a:pt x="1044810" y="1406574"/>
                  </a:lnTo>
                  <a:lnTo>
                    <a:pt x="1044796" y="1406566"/>
                  </a:lnTo>
                  <a:lnTo>
                    <a:pt x="1044781" y="1406560"/>
                  </a:lnTo>
                  <a:lnTo>
                    <a:pt x="1044767" y="1406558"/>
                  </a:lnTo>
                  <a:lnTo>
                    <a:pt x="1044753" y="1406557"/>
                  </a:lnTo>
                  <a:lnTo>
                    <a:pt x="1044739" y="1406558"/>
                  </a:lnTo>
                  <a:lnTo>
                    <a:pt x="1044725" y="1406560"/>
                  </a:lnTo>
                  <a:lnTo>
                    <a:pt x="1044710" y="1406567"/>
                  </a:lnTo>
                  <a:lnTo>
                    <a:pt x="1044696" y="1406574"/>
                  </a:lnTo>
                  <a:lnTo>
                    <a:pt x="1044682" y="1406581"/>
                  </a:lnTo>
                  <a:lnTo>
                    <a:pt x="1044668" y="1406590"/>
                  </a:lnTo>
                  <a:lnTo>
                    <a:pt x="1044653" y="1406598"/>
                  </a:lnTo>
                  <a:lnTo>
                    <a:pt x="1044639" y="1406607"/>
                  </a:lnTo>
                  <a:lnTo>
                    <a:pt x="1044625" y="1406612"/>
                  </a:lnTo>
                  <a:lnTo>
                    <a:pt x="1044611" y="1406615"/>
                  </a:lnTo>
                  <a:lnTo>
                    <a:pt x="1044597" y="1406611"/>
                  </a:lnTo>
                  <a:lnTo>
                    <a:pt x="1044586" y="1406607"/>
                  </a:lnTo>
                  <a:lnTo>
                    <a:pt x="1044574" y="1406600"/>
                  </a:lnTo>
                  <a:lnTo>
                    <a:pt x="1044554" y="1406587"/>
                  </a:lnTo>
                  <a:lnTo>
                    <a:pt x="1044540" y="1406575"/>
                  </a:lnTo>
                  <a:lnTo>
                    <a:pt x="1044527" y="1406562"/>
                  </a:lnTo>
                  <a:lnTo>
                    <a:pt x="1044513" y="1406550"/>
                  </a:lnTo>
                  <a:lnTo>
                    <a:pt x="1044499" y="1406541"/>
                  </a:lnTo>
                  <a:lnTo>
                    <a:pt x="1044471" y="1406525"/>
                  </a:lnTo>
                  <a:lnTo>
                    <a:pt x="1044457" y="1406520"/>
                  </a:lnTo>
                  <a:lnTo>
                    <a:pt x="1044442" y="1406512"/>
                  </a:lnTo>
                  <a:lnTo>
                    <a:pt x="1044430" y="1406498"/>
                  </a:lnTo>
                  <a:lnTo>
                    <a:pt x="1044416" y="1406483"/>
                  </a:lnTo>
                  <a:lnTo>
                    <a:pt x="1044402" y="1406471"/>
                  </a:lnTo>
                  <a:lnTo>
                    <a:pt x="1044386" y="1406463"/>
                  </a:lnTo>
                  <a:lnTo>
                    <a:pt x="1044374" y="1406454"/>
                  </a:lnTo>
                  <a:lnTo>
                    <a:pt x="1044360" y="1406443"/>
                  </a:lnTo>
                  <a:lnTo>
                    <a:pt x="1044346" y="1406430"/>
                  </a:lnTo>
                  <a:lnTo>
                    <a:pt x="1044343" y="1406426"/>
                  </a:lnTo>
                  <a:lnTo>
                    <a:pt x="1044340" y="1406415"/>
                  </a:lnTo>
                  <a:lnTo>
                    <a:pt x="1044347" y="1406385"/>
                  </a:lnTo>
                  <a:lnTo>
                    <a:pt x="1044349" y="1406370"/>
                  </a:lnTo>
                  <a:lnTo>
                    <a:pt x="1044348" y="1406355"/>
                  </a:lnTo>
                  <a:lnTo>
                    <a:pt x="1044344" y="1406340"/>
                  </a:lnTo>
                  <a:lnTo>
                    <a:pt x="1044339" y="1406325"/>
                  </a:lnTo>
                  <a:lnTo>
                    <a:pt x="1044331" y="1406309"/>
                  </a:lnTo>
                  <a:lnTo>
                    <a:pt x="1044322" y="1406294"/>
                  </a:lnTo>
                  <a:lnTo>
                    <a:pt x="1044316" y="1406290"/>
                  </a:lnTo>
                  <a:lnTo>
                    <a:pt x="1044308" y="1406287"/>
                  </a:lnTo>
                  <a:lnTo>
                    <a:pt x="1044294" y="1406284"/>
                  </a:lnTo>
                  <a:lnTo>
                    <a:pt x="1044279" y="1406282"/>
                  </a:lnTo>
                  <a:lnTo>
                    <a:pt x="1044265" y="1406282"/>
                  </a:lnTo>
                  <a:lnTo>
                    <a:pt x="1044251" y="1406283"/>
                  </a:lnTo>
                  <a:lnTo>
                    <a:pt x="1044237" y="1406286"/>
                  </a:lnTo>
                  <a:lnTo>
                    <a:pt x="1044222" y="1406288"/>
                  </a:lnTo>
                  <a:lnTo>
                    <a:pt x="1044208" y="1406289"/>
                  </a:lnTo>
                  <a:lnTo>
                    <a:pt x="1044194" y="1406287"/>
                  </a:lnTo>
                  <a:lnTo>
                    <a:pt x="1044187" y="1406285"/>
                  </a:lnTo>
                  <a:lnTo>
                    <a:pt x="1044180" y="1406285"/>
                  </a:lnTo>
                  <a:lnTo>
                    <a:pt x="1044175" y="1406287"/>
                  </a:lnTo>
                  <a:lnTo>
                    <a:pt x="1044163" y="1406297"/>
                  </a:lnTo>
                  <a:lnTo>
                    <a:pt x="1044152" y="1406302"/>
                  </a:lnTo>
                  <a:lnTo>
                    <a:pt x="1044094" y="1406312"/>
                  </a:lnTo>
                  <a:lnTo>
                    <a:pt x="1044080" y="1406311"/>
                  </a:lnTo>
                  <a:lnTo>
                    <a:pt x="1044066" y="1406309"/>
                  </a:lnTo>
                  <a:lnTo>
                    <a:pt x="1044052" y="1406306"/>
                  </a:lnTo>
                  <a:lnTo>
                    <a:pt x="1044038" y="1406306"/>
                  </a:lnTo>
                  <a:lnTo>
                    <a:pt x="1044024" y="1406308"/>
                  </a:lnTo>
                  <a:lnTo>
                    <a:pt x="1044010" y="1406312"/>
                  </a:lnTo>
                  <a:lnTo>
                    <a:pt x="1043979" y="1406325"/>
                  </a:lnTo>
                  <a:lnTo>
                    <a:pt x="1043962" y="1406329"/>
                  </a:lnTo>
                  <a:lnTo>
                    <a:pt x="1043938" y="1406327"/>
                  </a:lnTo>
                  <a:lnTo>
                    <a:pt x="1043924" y="1406328"/>
                  </a:lnTo>
                  <a:lnTo>
                    <a:pt x="1043910" y="1406335"/>
                  </a:lnTo>
                  <a:lnTo>
                    <a:pt x="1043905" y="1406340"/>
                  </a:lnTo>
                  <a:lnTo>
                    <a:pt x="1043899" y="1406350"/>
                  </a:lnTo>
                  <a:lnTo>
                    <a:pt x="1043896" y="1406359"/>
                  </a:lnTo>
                  <a:lnTo>
                    <a:pt x="1043892" y="1406366"/>
                  </a:lnTo>
                  <a:lnTo>
                    <a:pt x="1043885" y="1406368"/>
                  </a:lnTo>
                  <a:lnTo>
                    <a:pt x="1043880" y="1406367"/>
                  </a:lnTo>
                  <a:lnTo>
                    <a:pt x="1043876" y="1406363"/>
                  </a:lnTo>
                  <a:lnTo>
                    <a:pt x="1043870" y="1406352"/>
                  </a:lnTo>
                  <a:lnTo>
                    <a:pt x="1043863" y="1406337"/>
                  </a:lnTo>
                  <a:lnTo>
                    <a:pt x="1043854" y="1406321"/>
                  </a:lnTo>
                  <a:lnTo>
                    <a:pt x="1043850" y="1406316"/>
                  </a:lnTo>
                  <a:lnTo>
                    <a:pt x="1043844" y="1406306"/>
                  </a:lnTo>
                  <a:lnTo>
                    <a:pt x="1043840" y="1406299"/>
                  </a:lnTo>
                  <a:lnTo>
                    <a:pt x="1043833" y="1406294"/>
                  </a:lnTo>
                  <a:lnTo>
                    <a:pt x="1043828" y="1406290"/>
                  </a:lnTo>
                  <a:lnTo>
                    <a:pt x="1043819" y="1406286"/>
                  </a:lnTo>
                  <a:lnTo>
                    <a:pt x="1043805" y="1406282"/>
                  </a:lnTo>
                  <a:lnTo>
                    <a:pt x="1043790" y="1406278"/>
                  </a:lnTo>
                  <a:lnTo>
                    <a:pt x="1043776" y="1406277"/>
                  </a:lnTo>
                  <a:lnTo>
                    <a:pt x="1043764" y="1406274"/>
                  </a:lnTo>
                  <a:lnTo>
                    <a:pt x="1043748" y="1406266"/>
                  </a:lnTo>
                  <a:lnTo>
                    <a:pt x="1043744" y="1406263"/>
                  </a:lnTo>
                  <a:lnTo>
                    <a:pt x="1043737" y="1406252"/>
                  </a:lnTo>
                  <a:lnTo>
                    <a:pt x="1043729" y="1406237"/>
                  </a:lnTo>
                  <a:lnTo>
                    <a:pt x="1043725" y="1406231"/>
                  </a:lnTo>
                  <a:lnTo>
                    <a:pt x="1043721" y="1406222"/>
                  </a:lnTo>
                  <a:lnTo>
                    <a:pt x="1043712" y="1406206"/>
                  </a:lnTo>
                  <a:lnTo>
                    <a:pt x="1043687" y="1406177"/>
                  </a:lnTo>
                  <a:lnTo>
                    <a:pt x="1043675" y="1406162"/>
                  </a:lnTo>
                  <a:lnTo>
                    <a:pt x="1043664" y="1406147"/>
                  </a:lnTo>
                  <a:lnTo>
                    <a:pt x="1043652" y="1406132"/>
                  </a:lnTo>
                  <a:lnTo>
                    <a:pt x="1043643" y="1406117"/>
                  </a:lnTo>
                  <a:lnTo>
                    <a:pt x="1043632" y="1406102"/>
                  </a:lnTo>
                  <a:lnTo>
                    <a:pt x="1043620" y="1406088"/>
                  </a:lnTo>
                  <a:lnTo>
                    <a:pt x="1043606" y="1406074"/>
                  </a:lnTo>
                  <a:lnTo>
                    <a:pt x="1043592" y="1406064"/>
                  </a:lnTo>
                  <a:lnTo>
                    <a:pt x="1043583" y="1406058"/>
                  </a:lnTo>
                  <a:lnTo>
                    <a:pt x="1043578" y="1406053"/>
                  </a:lnTo>
                  <a:lnTo>
                    <a:pt x="1043564" y="1406039"/>
                  </a:lnTo>
                  <a:lnTo>
                    <a:pt x="1043552" y="1406025"/>
                  </a:lnTo>
                  <a:lnTo>
                    <a:pt x="1043539" y="1406006"/>
                  </a:lnTo>
                  <a:lnTo>
                    <a:pt x="1043533" y="1405995"/>
                  </a:lnTo>
                  <a:lnTo>
                    <a:pt x="1043528" y="1405979"/>
                  </a:lnTo>
                  <a:lnTo>
                    <a:pt x="1043521" y="1405964"/>
                  </a:lnTo>
                  <a:lnTo>
                    <a:pt x="1043513" y="1405949"/>
                  </a:lnTo>
                  <a:lnTo>
                    <a:pt x="1043489" y="1405909"/>
                  </a:lnTo>
                  <a:lnTo>
                    <a:pt x="1043478" y="1405894"/>
                  </a:lnTo>
                  <a:lnTo>
                    <a:pt x="1043467" y="1405880"/>
                  </a:lnTo>
                  <a:lnTo>
                    <a:pt x="1043457" y="1405868"/>
                  </a:lnTo>
                  <a:lnTo>
                    <a:pt x="1043431" y="1405840"/>
                  </a:lnTo>
                  <a:lnTo>
                    <a:pt x="1043419" y="1405830"/>
                  </a:lnTo>
                  <a:lnTo>
                    <a:pt x="1043405" y="1405817"/>
                  </a:lnTo>
                  <a:lnTo>
                    <a:pt x="1043391" y="1405809"/>
                  </a:lnTo>
                  <a:lnTo>
                    <a:pt x="1043374" y="1405801"/>
                  </a:lnTo>
                  <a:lnTo>
                    <a:pt x="1043363" y="1405794"/>
                  </a:lnTo>
                  <a:lnTo>
                    <a:pt x="1043349" y="1405786"/>
                  </a:lnTo>
                  <a:lnTo>
                    <a:pt x="1043335" y="1405777"/>
                  </a:lnTo>
                  <a:lnTo>
                    <a:pt x="1043320" y="1405772"/>
                  </a:lnTo>
                  <a:lnTo>
                    <a:pt x="1043306" y="1405767"/>
                  </a:lnTo>
                  <a:lnTo>
                    <a:pt x="1043299" y="1405764"/>
                  </a:lnTo>
                  <a:lnTo>
                    <a:pt x="1043290" y="1405758"/>
                  </a:lnTo>
                  <a:lnTo>
                    <a:pt x="1043285" y="1405754"/>
                  </a:lnTo>
                  <a:lnTo>
                    <a:pt x="1043280" y="1405747"/>
                  </a:lnTo>
                  <a:lnTo>
                    <a:pt x="1043275" y="1405739"/>
                  </a:lnTo>
                  <a:lnTo>
                    <a:pt x="1043266" y="1405716"/>
                  </a:lnTo>
                  <a:lnTo>
                    <a:pt x="1043260" y="1405701"/>
                  </a:lnTo>
                  <a:lnTo>
                    <a:pt x="1043249" y="1405671"/>
                  </a:lnTo>
                  <a:lnTo>
                    <a:pt x="1043245" y="1405662"/>
                  </a:lnTo>
                  <a:lnTo>
                    <a:pt x="1043239" y="1405657"/>
                  </a:lnTo>
                  <a:lnTo>
                    <a:pt x="1043225" y="1405657"/>
                  </a:lnTo>
                  <a:lnTo>
                    <a:pt x="1043208" y="1405655"/>
                  </a:lnTo>
                  <a:lnTo>
                    <a:pt x="1043195" y="1405649"/>
                  </a:lnTo>
                  <a:lnTo>
                    <a:pt x="1043188" y="1405648"/>
                  </a:lnTo>
                  <a:lnTo>
                    <a:pt x="1043181" y="1405650"/>
                  </a:lnTo>
                  <a:lnTo>
                    <a:pt x="1043169" y="1405661"/>
                  </a:lnTo>
                  <a:lnTo>
                    <a:pt x="1043155" y="1405675"/>
                  </a:lnTo>
                  <a:lnTo>
                    <a:pt x="1043152" y="1405680"/>
                  </a:lnTo>
                  <a:lnTo>
                    <a:pt x="1043152" y="1405690"/>
                  </a:lnTo>
                  <a:lnTo>
                    <a:pt x="1043151" y="1405705"/>
                  </a:lnTo>
                  <a:lnTo>
                    <a:pt x="1043147" y="1405720"/>
                  </a:lnTo>
                  <a:lnTo>
                    <a:pt x="1043144" y="1405724"/>
                  </a:lnTo>
                  <a:lnTo>
                    <a:pt x="1043140" y="1405726"/>
                  </a:lnTo>
                  <a:lnTo>
                    <a:pt x="1043093" y="1405740"/>
                  </a:lnTo>
                  <a:lnTo>
                    <a:pt x="1043051" y="1405733"/>
                  </a:lnTo>
                  <a:lnTo>
                    <a:pt x="1043036" y="1405732"/>
                  </a:lnTo>
                  <a:lnTo>
                    <a:pt x="1043022" y="1405730"/>
                  </a:lnTo>
                  <a:lnTo>
                    <a:pt x="1042965" y="1405721"/>
                  </a:lnTo>
                  <a:lnTo>
                    <a:pt x="1042951" y="1405720"/>
                  </a:lnTo>
                  <a:lnTo>
                    <a:pt x="1042937" y="1405720"/>
                  </a:lnTo>
                  <a:lnTo>
                    <a:pt x="1042920" y="1405718"/>
                  </a:lnTo>
                  <a:lnTo>
                    <a:pt x="1042909" y="1405717"/>
                  </a:lnTo>
                  <a:lnTo>
                    <a:pt x="1042895" y="1405715"/>
                  </a:lnTo>
                  <a:lnTo>
                    <a:pt x="1042881" y="1405718"/>
                  </a:lnTo>
                  <a:lnTo>
                    <a:pt x="1042867" y="1405717"/>
                  </a:lnTo>
                  <a:lnTo>
                    <a:pt x="1042852" y="1405716"/>
                  </a:lnTo>
                  <a:lnTo>
                    <a:pt x="1042826" y="1405710"/>
                  </a:lnTo>
                  <a:lnTo>
                    <a:pt x="1042816" y="1405706"/>
                  </a:lnTo>
                  <a:lnTo>
                    <a:pt x="1042802" y="1405697"/>
                  </a:lnTo>
                  <a:lnTo>
                    <a:pt x="1042792" y="1405691"/>
                  </a:lnTo>
                  <a:lnTo>
                    <a:pt x="1042788" y="1405687"/>
                  </a:lnTo>
                  <a:lnTo>
                    <a:pt x="1042776" y="1405673"/>
                  </a:lnTo>
                  <a:lnTo>
                    <a:pt x="1042764" y="1405658"/>
                  </a:lnTo>
                  <a:lnTo>
                    <a:pt x="1042757" y="1405652"/>
                  </a:lnTo>
                  <a:lnTo>
                    <a:pt x="1042752" y="1405650"/>
                  </a:lnTo>
                  <a:lnTo>
                    <a:pt x="1042736" y="1405652"/>
                  </a:lnTo>
                  <a:lnTo>
                    <a:pt x="1042721" y="1405655"/>
                  </a:lnTo>
                  <a:lnTo>
                    <a:pt x="1042703" y="1405653"/>
                  </a:lnTo>
                  <a:lnTo>
                    <a:pt x="1042693" y="1405654"/>
                  </a:lnTo>
                  <a:lnTo>
                    <a:pt x="1042679" y="1405660"/>
                  </a:lnTo>
                  <a:lnTo>
                    <a:pt x="1042666" y="1405674"/>
                  </a:lnTo>
                  <a:lnTo>
                    <a:pt x="1042651" y="1405687"/>
                  </a:lnTo>
                  <a:lnTo>
                    <a:pt x="1042637" y="1405694"/>
                  </a:lnTo>
                  <a:lnTo>
                    <a:pt x="1042622" y="1405701"/>
                  </a:lnTo>
                  <a:lnTo>
                    <a:pt x="1042608" y="1405706"/>
                  </a:lnTo>
                  <a:lnTo>
                    <a:pt x="1042594" y="1405704"/>
                  </a:lnTo>
                  <a:lnTo>
                    <a:pt x="1042589" y="1405701"/>
                  </a:lnTo>
                  <a:lnTo>
                    <a:pt x="1042581" y="1405693"/>
                  </a:lnTo>
                  <a:lnTo>
                    <a:pt x="1042569" y="1405679"/>
                  </a:lnTo>
                  <a:lnTo>
                    <a:pt x="1042566" y="1405676"/>
                  </a:lnTo>
                  <a:lnTo>
                    <a:pt x="1042555" y="1405671"/>
                  </a:lnTo>
                  <a:lnTo>
                    <a:pt x="1042541" y="1405667"/>
                  </a:lnTo>
                  <a:lnTo>
                    <a:pt x="1042526" y="1405661"/>
                  </a:lnTo>
                  <a:lnTo>
                    <a:pt x="1042512" y="1405659"/>
                  </a:lnTo>
                  <a:lnTo>
                    <a:pt x="1042498" y="1405661"/>
                  </a:lnTo>
                  <a:lnTo>
                    <a:pt x="1042484" y="1405664"/>
                  </a:lnTo>
                  <a:lnTo>
                    <a:pt x="1042456" y="1405668"/>
                  </a:lnTo>
                  <a:lnTo>
                    <a:pt x="1042441" y="1405669"/>
                  </a:lnTo>
                  <a:lnTo>
                    <a:pt x="1042427" y="1405667"/>
                  </a:lnTo>
                  <a:lnTo>
                    <a:pt x="1042413" y="1405666"/>
                  </a:lnTo>
                  <a:lnTo>
                    <a:pt x="1042399" y="1405667"/>
                  </a:lnTo>
                  <a:lnTo>
                    <a:pt x="1042385" y="1405670"/>
                  </a:lnTo>
                  <a:lnTo>
                    <a:pt x="1042370" y="1405677"/>
                  </a:lnTo>
                  <a:lnTo>
                    <a:pt x="1042365" y="1405682"/>
                  </a:lnTo>
                  <a:lnTo>
                    <a:pt x="1042360" y="1405693"/>
                  </a:lnTo>
                  <a:lnTo>
                    <a:pt x="1042361" y="1405707"/>
                  </a:lnTo>
                  <a:lnTo>
                    <a:pt x="1042366" y="1405721"/>
                  </a:lnTo>
                  <a:lnTo>
                    <a:pt x="1042370" y="1405731"/>
                  </a:lnTo>
                  <a:lnTo>
                    <a:pt x="1042372" y="1405738"/>
                  </a:lnTo>
                  <a:lnTo>
                    <a:pt x="1042372" y="1405745"/>
                  </a:lnTo>
                  <a:lnTo>
                    <a:pt x="1042367" y="1405748"/>
                  </a:lnTo>
                  <a:lnTo>
                    <a:pt x="1042348" y="1405749"/>
                  </a:lnTo>
                  <a:lnTo>
                    <a:pt x="1042329" y="1405746"/>
                  </a:lnTo>
                  <a:lnTo>
                    <a:pt x="1042284" y="1405707"/>
                  </a:lnTo>
                  <a:lnTo>
                    <a:pt x="1042274" y="1405701"/>
                  </a:lnTo>
                  <a:lnTo>
                    <a:pt x="1042263" y="1405701"/>
                  </a:lnTo>
                  <a:lnTo>
                    <a:pt x="1042252" y="1405703"/>
                  </a:lnTo>
                  <a:lnTo>
                    <a:pt x="1042240" y="1405709"/>
                  </a:lnTo>
                  <a:lnTo>
                    <a:pt x="1042234" y="1405716"/>
                  </a:lnTo>
                  <a:lnTo>
                    <a:pt x="1042232" y="1405722"/>
                  </a:lnTo>
                  <a:lnTo>
                    <a:pt x="1042224" y="1405739"/>
                  </a:lnTo>
                  <a:lnTo>
                    <a:pt x="1042215" y="1405752"/>
                  </a:lnTo>
                  <a:lnTo>
                    <a:pt x="1042203" y="1405767"/>
                  </a:lnTo>
                  <a:lnTo>
                    <a:pt x="1042199" y="1405775"/>
                  </a:lnTo>
                  <a:lnTo>
                    <a:pt x="1042196" y="1405782"/>
                  </a:lnTo>
                  <a:lnTo>
                    <a:pt x="1042191" y="1405797"/>
                  </a:lnTo>
                  <a:lnTo>
                    <a:pt x="1042187" y="1405812"/>
                  </a:lnTo>
                  <a:lnTo>
                    <a:pt x="1042186" y="1405818"/>
                  </a:lnTo>
                  <a:lnTo>
                    <a:pt x="1042187" y="1405827"/>
                  </a:lnTo>
                  <a:lnTo>
                    <a:pt x="1042189" y="1405834"/>
                  </a:lnTo>
                  <a:lnTo>
                    <a:pt x="1042194" y="1405842"/>
                  </a:lnTo>
                  <a:lnTo>
                    <a:pt x="1042197" y="1405846"/>
                  </a:lnTo>
                  <a:lnTo>
                    <a:pt x="1042200" y="1405857"/>
                  </a:lnTo>
                  <a:lnTo>
                    <a:pt x="1042201" y="1405872"/>
                  </a:lnTo>
                  <a:lnTo>
                    <a:pt x="1042198" y="1405878"/>
                  </a:lnTo>
                  <a:lnTo>
                    <a:pt x="1042191" y="1405887"/>
                  </a:lnTo>
                  <a:lnTo>
                    <a:pt x="1042179" y="1405901"/>
                  </a:lnTo>
                  <a:lnTo>
                    <a:pt x="1042154" y="1405930"/>
                  </a:lnTo>
                  <a:lnTo>
                    <a:pt x="1042135" y="1405938"/>
                  </a:lnTo>
                  <a:lnTo>
                    <a:pt x="1042131" y="1405938"/>
                  </a:lnTo>
                  <a:lnTo>
                    <a:pt x="1042124" y="1405937"/>
                  </a:lnTo>
                  <a:lnTo>
                    <a:pt x="1042116" y="1405930"/>
                  </a:lnTo>
                  <a:lnTo>
                    <a:pt x="1042103" y="1405916"/>
                  </a:lnTo>
                  <a:lnTo>
                    <a:pt x="1042098" y="1405915"/>
                  </a:lnTo>
                  <a:lnTo>
                    <a:pt x="1042089" y="1405919"/>
                  </a:lnTo>
                  <a:lnTo>
                    <a:pt x="1042075" y="1405929"/>
                  </a:lnTo>
                  <a:lnTo>
                    <a:pt x="1042047" y="1405945"/>
                  </a:lnTo>
                  <a:lnTo>
                    <a:pt x="1042032" y="1405955"/>
                  </a:lnTo>
                  <a:lnTo>
                    <a:pt x="1042018" y="1405967"/>
                  </a:lnTo>
                  <a:lnTo>
                    <a:pt x="1042005" y="1405979"/>
                  </a:lnTo>
                  <a:lnTo>
                    <a:pt x="1041989" y="1405991"/>
                  </a:lnTo>
                  <a:lnTo>
                    <a:pt x="1041975" y="1405999"/>
                  </a:lnTo>
                  <a:lnTo>
                    <a:pt x="1041962" y="1405992"/>
                  </a:lnTo>
                  <a:lnTo>
                    <a:pt x="1041958" y="1405989"/>
                  </a:lnTo>
                  <a:lnTo>
                    <a:pt x="1041948" y="1405985"/>
                  </a:lnTo>
                  <a:lnTo>
                    <a:pt x="1041934" y="1405986"/>
                  </a:lnTo>
                  <a:lnTo>
                    <a:pt x="1041919" y="1405988"/>
                  </a:lnTo>
                  <a:lnTo>
                    <a:pt x="1041912" y="1405992"/>
                  </a:lnTo>
                  <a:lnTo>
                    <a:pt x="1041906" y="1405999"/>
                  </a:lnTo>
                  <a:lnTo>
                    <a:pt x="1041901" y="1406007"/>
                  </a:lnTo>
                  <a:lnTo>
                    <a:pt x="1041899" y="1406014"/>
                  </a:lnTo>
                  <a:lnTo>
                    <a:pt x="1041894" y="1406030"/>
                  </a:lnTo>
                  <a:lnTo>
                    <a:pt x="1041889" y="1406038"/>
                  </a:lnTo>
                  <a:lnTo>
                    <a:pt x="1041884" y="1406043"/>
                  </a:lnTo>
                  <a:lnTo>
                    <a:pt x="1041878" y="1406043"/>
                  </a:lnTo>
                  <a:lnTo>
                    <a:pt x="1041870" y="1406039"/>
                  </a:lnTo>
                  <a:lnTo>
                    <a:pt x="1041865" y="1406037"/>
                  </a:lnTo>
                  <a:lnTo>
                    <a:pt x="1041856" y="1406037"/>
                  </a:lnTo>
                  <a:lnTo>
                    <a:pt x="1041840" y="1406040"/>
                  </a:lnTo>
                  <a:lnTo>
                    <a:pt x="1041830" y="1406042"/>
                  </a:lnTo>
                  <a:lnTo>
                    <a:pt x="1041824" y="1406044"/>
                  </a:lnTo>
                  <a:lnTo>
                    <a:pt x="1041810" y="1406051"/>
                  </a:lnTo>
                  <a:lnTo>
                    <a:pt x="1041800" y="1406057"/>
                  </a:lnTo>
                  <a:lnTo>
                    <a:pt x="1041795" y="1406062"/>
                  </a:lnTo>
                  <a:lnTo>
                    <a:pt x="1041788" y="1406068"/>
                  </a:lnTo>
                  <a:lnTo>
                    <a:pt x="1041783" y="1406074"/>
                  </a:lnTo>
                  <a:lnTo>
                    <a:pt x="1041773" y="1406084"/>
                  </a:lnTo>
                  <a:lnTo>
                    <a:pt x="1041762" y="1406090"/>
                  </a:lnTo>
                  <a:lnTo>
                    <a:pt x="1041755" y="1406093"/>
                  </a:lnTo>
                  <a:lnTo>
                    <a:pt x="1041741" y="1406094"/>
                  </a:lnTo>
                  <a:lnTo>
                    <a:pt x="1041733" y="1406091"/>
                  </a:lnTo>
                  <a:lnTo>
                    <a:pt x="1041713" y="1406087"/>
                  </a:lnTo>
                  <a:lnTo>
                    <a:pt x="1041699" y="1406086"/>
                  </a:lnTo>
                  <a:lnTo>
                    <a:pt x="1041685" y="1406094"/>
                  </a:lnTo>
                  <a:lnTo>
                    <a:pt x="1041670" y="1406105"/>
                  </a:lnTo>
                  <a:lnTo>
                    <a:pt x="1041664" y="1406110"/>
                  </a:lnTo>
                  <a:lnTo>
                    <a:pt x="1041659" y="1406111"/>
                  </a:lnTo>
                  <a:lnTo>
                    <a:pt x="1041649" y="1406113"/>
                  </a:lnTo>
                  <a:lnTo>
                    <a:pt x="1041642" y="1406110"/>
                  </a:lnTo>
                  <a:lnTo>
                    <a:pt x="1041628" y="1406104"/>
                  </a:lnTo>
                  <a:lnTo>
                    <a:pt x="1041614" y="1406098"/>
                  </a:lnTo>
                  <a:lnTo>
                    <a:pt x="1041585" y="1406086"/>
                  </a:lnTo>
                  <a:lnTo>
                    <a:pt x="1041579" y="1406082"/>
                  </a:lnTo>
                  <a:lnTo>
                    <a:pt x="1041571" y="1406080"/>
                  </a:lnTo>
                  <a:lnTo>
                    <a:pt x="1041557" y="1406073"/>
                  </a:lnTo>
                  <a:lnTo>
                    <a:pt x="1041529" y="1406065"/>
                  </a:lnTo>
                  <a:lnTo>
                    <a:pt x="1041515" y="1406064"/>
                  </a:lnTo>
                  <a:lnTo>
                    <a:pt x="1041507" y="1406065"/>
                  </a:lnTo>
                  <a:lnTo>
                    <a:pt x="1041500" y="1406068"/>
                  </a:lnTo>
                  <a:lnTo>
                    <a:pt x="1041487" y="1406082"/>
                  </a:lnTo>
                  <a:lnTo>
                    <a:pt x="1041482" y="1406097"/>
                  </a:lnTo>
                  <a:lnTo>
                    <a:pt x="1041479" y="1406104"/>
                  </a:lnTo>
                  <a:lnTo>
                    <a:pt x="1041478" y="1406112"/>
                  </a:lnTo>
                  <a:lnTo>
                    <a:pt x="1041477" y="1406127"/>
                  </a:lnTo>
                  <a:lnTo>
                    <a:pt x="1041477" y="1406136"/>
                  </a:lnTo>
                  <a:lnTo>
                    <a:pt x="1041475" y="1406142"/>
                  </a:lnTo>
                  <a:lnTo>
                    <a:pt x="1041472" y="1406149"/>
                  </a:lnTo>
                  <a:lnTo>
                    <a:pt x="1041467" y="1406157"/>
                  </a:lnTo>
                  <a:lnTo>
                    <a:pt x="1041457" y="1406172"/>
                  </a:lnTo>
                  <a:lnTo>
                    <a:pt x="1041448" y="1406187"/>
                  </a:lnTo>
                  <a:lnTo>
                    <a:pt x="1041442" y="1406202"/>
                  </a:lnTo>
                  <a:lnTo>
                    <a:pt x="1041434" y="1406222"/>
                  </a:lnTo>
                  <a:lnTo>
                    <a:pt x="1041430" y="1406232"/>
                  </a:lnTo>
                  <a:lnTo>
                    <a:pt x="1041425" y="1406247"/>
                  </a:lnTo>
                  <a:lnTo>
                    <a:pt x="1041425" y="1406271"/>
                  </a:lnTo>
                  <a:lnTo>
                    <a:pt x="1041423" y="1406277"/>
                  </a:lnTo>
                  <a:lnTo>
                    <a:pt x="1041408" y="1406298"/>
                  </a:lnTo>
                  <a:lnTo>
                    <a:pt x="1041390" y="1406316"/>
                  </a:lnTo>
                  <a:lnTo>
                    <a:pt x="1041381" y="1406322"/>
                  </a:lnTo>
                  <a:lnTo>
                    <a:pt x="1041376" y="1406323"/>
                  </a:lnTo>
                  <a:lnTo>
                    <a:pt x="1041362" y="1406320"/>
                  </a:lnTo>
                  <a:lnTo>
                    <a:pt x="1041348" y="1406318"/>
                  </a:lnTo>
                  <a:lnTo>
                    <a:pt x="1041334" y="1406314"/>
                  </a:lnTo>
                  <a:lnTo>
                    <a:pt x="1041324" y="1406313"/>
                  </a:lnTo>
                  <a:lnTo>
                    <a:pt x="1041319" y="1406315"/>
                  </a:lnTo>
                  <a:lnTo>
                    <a:pt x="1041305" y="1406326"/>
                  </a:lnTo>
                  <a:lnTo>
                    <a:pt x="1041297" y="1406334"/>
                  </a:lnTo>
                  <a:lnTo>
                    <a:pt x="1041291" y="1406337"/>
                  </a:lnTo>
                  <a:lnTo>
                    <a:pt x="1041287" y="1406340"/>
                  </a:lnTo>
                  <a:lnTo>
                    <a:pt x="1041280" y="1406342"/>
                  </a:lnTo>
                  <a:lnTo>
                    <a:pt x="1041263" y="1406342"/>
                  </a:lnTo>
                  <a:lnTo>
                    <a:pt x="1041248" y="1406340"/>
                  </a:lnTo>
                  <a:lnTo>
                    <a:pt x="1041234" y="1406337"/>
                  </a:lnTo>
                  <a:lnTo>
                    <a:pt x="1041220" y="1406331"/>
                  </a:lnTo>
                  <a:lnTo>
                    <a:pt x="1041206" y="1406325"/>
                  </a:lnTo>
                  <a:lnTo>
                    <a:pt x="1041199" y="1406323"/>
                  </a:lnTo>
                  <a:lnTo>
                    <a:pt x="1041187" y="1406323"/>
                  </a:lnTo>
                  <a:lnTo>
                    <a:pt x="1041178" y="1406316"/>
                  </a:lnTo>
                  <a:lnTo>
                    <a:pt x="1041170" y="1406300"/>
                  </a:lnTo>
                  <a:lnTo>
                    <a:pt x="1041161" y="1406286"/>
                  </a:lnTo>
                  <a:lnTo>
                    <a:pt x="1041151" y="1406280"/>
                  </a:lnTo>
                  <a:lnTo>
                    <a:pt x="1041146" y="1406279"/>
                  </a:lnTo>
                  <a:lnTo>
                    <a:pt x="1041132" y="1406277"/>
                  </a:lnTo>
                  <a:lnTo>
                    <a:pt x="1041123" y="1406272"/>
                  </a:lnTo>
                  <a:lnTo>
                    <a:pt x="1041118" y="1406267"/>
                  </a:lnTo>
                  <a:lnTo>
                    <a:pt x="1041111" y="1406252"/>
                  </a:lnTo>
                  <a:lnTo>
                    <a:pt x="1041102" y="1406236"/>
                  </a:lnTo>
                  <a:lnTo>
                    <a:pt x="1041092" y="1406226"/>
                  </a:lnTo>
                  <a:lnTo>
                    <a:pt x="1041089" y="1406224"/>
                  </a:lnTo>
                  <a:lnTo>
                    <a:pt x="1041082" y="1406221"/>
                  </a:lnTo>
                  <a:lnTo>
                    <a:pt x="1041060" y="1406215"/>
                  </a:lnTo>
                  <a:lnTo>
                    <a:pt x="1041046" y="1406210"/>
                  </a:lnTo>
                  <a:lnTo>
                    <a:pt x="1041032" y="1406202"/>
                  </a:lnTo>
                  <a:lnTo>
                    <a:pt x="1041025" y="1406198"/>
                  </a:lnTo>
                  <a:lnTo>
                    <a:pt x="1041018" y="1406194"/>
                  </a:lnTo>
                  <a:lnTo>
                    <a:pt x="1041004" y="1406183"/>
                  </a:lnTo>
                  <a:lnTo>
                    <a:pt x="1040990" y="1406173"/>
                  </a:lnTo>
                  <a:lnTo>
                    <a:pt x="1040976" y="1406161"/>
                  </a:lnTo>
                  <a:lnTo>
                    <a:pt x="1040963" y="1406149"/>
                  </a:lnTo>
                  <a:lnTo>
                    <a:pt x="1040935" y="1406126"/>
                  </a:lnTo>
                  <a:lnTo>
                    <a:pt x="1040922" y="1406112"/>
                  </a:lnTo>
                  <a:lnTo>
                    <a:pt x="1040918" y="1406103"/>
                  </a:lnTo>
                  <a:lnTo>
                    <a:pt x="1040917" y="1406098"/>
                  </a:lnTo>
                  <a:lnTo>
                    <a:pt x="1040916" y="1406083"/>
                  </a:lnTo>
                  <a:lnTo>
                    <a:pt x="1040915" y="1406066"/>
                  </a:lnTo>
                  <a:lnTo>
                    <a:pt x="1040912" y="1406053"/>
                  </a:lnTo>
                  <a:lnTo>
                    <a:pt x="1040909" y="1406039"/>
                  </a:lnTo>
                  <a:lnTo>
                    <a:pt x="1040903" y="1406023"/>
                  </a:lnTo>
                  <a:lnTo>
                    <a:pt x="1040903" y="1406012"/>
                  </a:lnTo>
                  <a:lnTo>
                    <a:pt x="1040905" y="1406007"/>
                  </a:lnTo>
                  <a:lnTo>
                    <a:pt x="1040913" y="1405994"/>
                  </a:lnTo>
                  <a:lnTo>
                    <a:pt x="1040924" y="1405979"/>
                  </a:lnTo>
                  <a:lnTo>
                    <a:pt x="1040928" y="1405970"/>
                  </a:lnTo>
                  <a:lnTo>
                    <a:pt x="1040926" y="1405964"/>
                  </a:lnTo>
                  <a:lnTo>
                    <a:pt x="1040920" y="1405941"/>
                  </a:lnTo>
                  <a:lnTo>
                    <a:pt x="1040918" y="1405933"/>
                  </a:lnTo>
                  <a:lnTo>
                    <a:pt x="1040915" y="1405918"/>
                  </a:lnTo>
                  <a:lnTo>
                    <a:pt x="1040909" y="1405903"/>
                  </a:lnTo>
                  <a:lnTo>
                    <a:pt x="1040905" y="1405896"/>
                  </a:lnTo>
                  <a:lnTo>
                    <a:pt x="1040904" y="1405888"/>
                  </a:lnTo>
                  <a:lnTo>
                    <a:pt x="1040898" y="1405873"/>
                  </a:lnTo>
                  <a:lnTo>
                    <a:pt x="1040885" y="1405843"/>
                  </a:lnTo>
                  <a:lnTo>
                    <a:pt x="1040877" y="1405827"/>
                  </a:lnTo>
                  <a:lnTo>
                    <a:pt x="1040865" y="1405812"/>
                  </a:lnTo>
                  <a:lnTo>
                    <a:pt x="1040844" y="1405782"/>
                  </a:lnTo>
                  <a:lnTo>
                    <a:pt x="1040833" y="1405769"/>
                  </a:lnTo>
                  <a:lnTo>
                    <a:pt x="1040818" y="1405764"/>
                  </a:lnTo>
                  <a:lnTo>
                    <a:pt x="1040804" y="1405763"/>
                  </a:lnTo>
                  <a:lnTo>
                    <a:pt x="1040789" y="1405762"/>
                  </a:lnTo>
                  <a:lnTo>
                    <a:pt x="1040775" y="1405759"/>
                  </a:lnTo>
                  <a:lnTo>
                    <a:pt x="1040761" y="1405753"/>
                  </a:lnTo>
                  <a:lnTo>
                    <a:pt x="1040747" y="1405746"/>
                  </a:lnTo>
                  <a:lnTo>
                    <a:pt x="1040733" y="1405739"/>
                  </a:lnTo>
                  <a:lnTo>
                    <a:pt x="1040719" y="1405735"/>
                  </a:lnTo>
                  <a:lnTo>
                    <a:pt x="1040703" y="1405729"/>
                  </a:lnTo>
                  <a:lnTo>
                    <a:pt x="1040697" y="1405723"/>
                  </a:lnTo>
                  <a:lnTo>
                    <a:pt x="1040692" y="1405716"/>
                  </a:lnTo>
                  <a:lnTo>
                    <a:pt x="1040682" y="1405702"/>
                  </a:lnTo>
                  <a:lnTo>
                    <a:pt x="1040669" y="1405688"/>
                  </a:lnTo>
                  <a:lnTo>
                    <a:pt x="1040655" y="1405675"/>
                  </a:lnTo>
                  <a:lnTo>
                    <a:pt x="1040643" y="1405662"/>
                  </a:lnTo>
                  <a:lnTo>
                    <a:pt x="1040632" y="1405647"/>
                  </a:lnTo>
                  <a:lnTo>
                    <a:pt x="1040630" y="1405643"/>
                  </a:lnTo>
                  <a:lnTo>
                    <a:pt x="1040621" y="1405634"/>
                  </a:lnTo>
                  <a:lnTo>
                    <a:pt x="1040605" y="1405629"/>
                  </a:lnTo>
                  <a:lnTo>
                    <a:pt x="1040600" y="1405622"/>
                  </a:lnTo>
                  <a:lnTo>
                    <a:pt x="1040603" y="1405617"/>
                  </a:lnTo>
                  <a:lnTo>
                    <a:pt x="1040619" y="1405607"/>
                  </a:lnTo>
                  <a:lnTo>
                    <a:pt x="1040633" y="1405596"/>
                  </a:lnTo>
                  <a:lnTo>
                    <a:pt x="1040645" y="1405581"/>
                  </a:lnTo>
                  <a:lnTo>
                    <a:pt x="1040648" y="1405577"/>
                  </a:lnTo>
                  <a:lnTo>
                    <a:pt x="1040652" y="1405566"/>
                  </a:lnTo>
                  <a:lnTo>
                    <a:pt x="1040655" y="1405551"/>
                  </a:lnTo>
                  <a:lnTo>
                    <a:pt x="1040656" y="1405536"/>
                  </a:lnTo>
                  <a:lnTo>
                    <a:pt x="1040656" y="1405521"/>
                  </a:lnTo>
                  <a:lnTo>
                    <a:pt x="1040653" y="1405506"/>
                  </a:lnTo>
                  <a:lnTo>
                    <a:pt x="1040652" y="1405499"/>
                  </a:lnTo>
                  <a:lnTo>
                    <a:pt x="1040648" y="1405491"/>
                  </a:lnTo>
                  <a:lnTo>
                    <a:pt x="1040643" y="1405481"/>
                  </a:lnTo>
                  <a:lnTo>
                    <a:pt x="1040632" y="1405469"/>
                  </a:lnTo>
                  <a:lnTo>
                    <a:pt x="1040625" y="1405464"/>
                  </a:lnTo>
                  <a:lnTo>
                    <a:pt x="1040617" y="1405459"/>
                  </a:lnTo>
                  <a:lnTo>
                    <a:pt x="1040610" y="1405457"/>
                  </a:lnTo>
                  <a:lnTo>
                    <a:pt x="1040596" y="1405454"/>
                  </a:lnTo>
                  <a:lnTo>
                    <a:pt x="1040570" y="1405442"/>
                  </a:lnTo>
                  <a:lnTo>
                    <a:pt x="1040563" y="1405436"/>
                  </a:lnTo>
                  <a:lnTo>
                    <a:pt x="1040558" y="1405429"/>
                  </a:lnTo>
                  <a:lnTo>
                    <a:pt x="1040554" y="1405416"/>
                  </a:lnTo>
                  <a:lnTo>
                    <a:pt x="1040547" y="1405397"/>
                  </a:lnTo>
                  <a:lnTo>
                    <a:pt x="1040544" y="1405388"/>
                  </a:lnTo>
                  <a:lnTo>
                    <a:pt x="1040547" y="1405367"/>
                  </a:lnTo>
                  <a:lnTo>
                    <a:pt x="1040553" y="1405352"/>
                  </a:lnTo>
                  <a:lnTo>
                    <a:pt x="1040558" y="1405337"/>
                  </a:lnTo>
                  <a:lnTo>
                    <a:pt x="1040561" y="1405328"/>
                  </a:lnTo>
                  <a:lnTo>
                    <a:pt x="1040561" y="1405322"/>
                  </a:lnTo>
                  <a:lnTo>
                    <a:pt x="1040558" y="1405308"/>
                  </a:lnTo>
                  <a:lnTo>
                    <a:pt x="1040551" y="1405292"/>
                  </a:lnTo>
                  <a:lnTo>
                    <a:pt x="1040551" y="1405277"/>
                  </a:lnTo>
                  <a:lnTo>
                    <a:pt x="1040557" y="1405262"/>
                  </a:lnTo>
                  <a:lnTo>
                    <a:pt x="1040557" y="1405251"/>
                  </a:lnTo>
                  <a:lnTo>
                    <a:pt x="1040554" y="1405246"/>
                  </a:lnTo>
                  <a:lnTo>
                    <a:pt x="1040541" y="1405230"/>
                  </a:lnTo>
                  <a:lnTo>
                    <a:pt x="1040536" y="1405218"/>
                  </a:lnTo>
                  <a:lnTo>
                    <a:pt x="1040533" y="1405201"/>
                  </a:lnTo>
                  <a:lnTo>
                    <a:pt x="1040525" y="1405193"/>
                  </a:lnTo>
                  <a:lnTo>
                    <a:pt x="1040520" y="1405191"/>
                  </a:lnTo>
                  <a:lnTo>
                    <a:pt x="1040506" y="1405183"/>
                  </a:lnTo>
                  <a:lnTo>
                    <a:pt x="1040492" y="1405177"/>
                  </a:lnTo>
                  <a:lnTo>
                    <a:pt x="1040478" y="1405169"/>
                  </a:lnTo>
                  <a:lnTo>
                    <a:pt x="1040464" y="1405161"/>
                  </a:lnTo>
                  <a:lnTo>
                    <a:pt x="1040450" y="1405154"/>
                  </a:lnTo>
                  <a:lnTo>
                    <a:pt x="1040436" y="1405147"/>
                  </a:lnTo>
                  <a:lnTo>
                    <a:pt x="1040422" y="1405140"/>
                  </a:lnTo>
                  <a:lnTo>
                    <a:pt x="1040393" y="1405125"/>
                  </a:lnTo>
                  <a:lnTo>
                    <a:pt x="1040377" y="1405111"/>
                  </a:lnTo>
                  <a:lnTo>
                    <a:pt x="1040368" y="1405096"/>
                  </a:lnTo>
                  <a:lnTo>
                    <a:pt x="1040359" y="1405086"/>
                  </a:lnTo>
                  <a:lnTo>
                    <a:pt x="1040355" y="1405084"/>
                  </a:lnTo>
                  <a:lnTo>
                    <a:pt x="1040341" y="1405079"/>
                  </a:lnTo>
                  <a:lnTo>
                    <a:pt x="1040326" y="1405072"/>
                  </a:lnTo>
                  <a:lnTo>
                    <a:pt x="1040314" y="1405067"/>
                  </a:lnTo>
                  <a:lnTo>
                    <a:pt x="1040310" y="1405065"/>
                  </a:lnTo>
                  <a:lnTo>
                    <a:pt x="1040298" y="1405059"/>
                  </a:lnTo>
                  <a:lnTo>
                    <a:pt x="1040284" y="1405051"/>
                  </a:lnTo>
                  <a:lnTo>
                    <a:pt x="1040270" y="1405042"/>
                  </a:lnTo>
                  <a:lnTo>
                    <a:pt x="1040256" y="1405034"/>
                  </a:lnTo>
                  <a:lnTo>
                    <a:pt x="1040242" y="1405025"/>
                  </a:lnTo>
                  <a:lnTo>
                    <a:pt x="1040228" y="1405017"/>
                  </a:lnTo>
                  <a:lnTo>
                    <a:pt x="1040218" y="1405011"/>
                  </a:lnTo>
                  <a:lnTo>
                    <a:pt x="1040214" y="1405006"/>
                  </a:lnTo>
                  <a:lnTo>
                    <a:pt x="1040207" y="1404996"/>
                  </a:lnTo>
                  <a:lnTo>
                    <a:pt x="1040207" y="1404991"/>
                  </a:lnTo>
                  <a:lnTo>
                    <a:pt x="1040206" y="1404984"/>
                  </a:lnTo>
                  <a:lnTo>
                    <a:pt x="1040207" y="1404976"/>
                  </a:lnTo>
                  <a:lnTo>
                    <a:pt x="1040211" y="1404961"/>
                  </a:lnTo>
                  <a:lnTo>
                    <a:pt x="1040216" y="1404946"/>
                  </a:lnTo>
                  <a:lnTo>
                    <a:pt x="1040222" y="1404931"/>
                  </a:lnTo>
                  <a:lnTo>
                    <a:pt x="1040228" y="1404916"/>
                  </a:lnTo>
                  <a:lnTo>
                    <a:pt x="1040233" y="1404901"/>
                  </a:lnTo>
                  <a:lnTo>
                    <a:pt x="1040237" y="1404886"/>
                  </a:lnTo>
                  <a:lnTo>
                    <a:pt x="1040237" y="1404871"/>
                  </a:lnTo>
                  <a:lnTo>
                    <a:pt x="1040237" y="1404856"/>
                  </a:lnTo>
                  <a:lnTo>
                    <a:pt x="1040235" y="1404842"/>
                  </a:lnTo>
                  <a:lnTo>
                    <a:pt x="1040237" y="1404830"/>
                  </a:lnTo>
                  <a:lnTo>
                    <a:pt x="1040239" y="1404826"/>
                  </a:lnTo>
                  <a:lnTo>
                    <a:pt x="1040244" y="1404811"/>
                  </a:lnTo>
                  <a:lnTo>
                    <a:pt x="1040249" y="1404796"/>
                  </a:lnTo>
                  <a:lnTo>
                    <a:pt x="1040253" y="1404781"/>
                  </a:lnTo>
                  <a:lnTo>
                    <a:pt x="1040260" y="1404765"/>
                  </a:lnTo>
                  <a:lnTo>
                    <a:pt x="1040268" y="1404750"/>
                  </a:lnTo>
                  <a:lnTo>
                    <a:pt x="1040277" y="1404735"/>
                  </a:lnTo>
                  <a:lnTo>
                    <a:pt x="1040284" y="1404720"/>
                  </a:lnTo>
                  <a:lnTo>
                    <a:pt x="1040302" y="1404691"/>
                  </a:lnTo>
                  <a:lnTo>
                    <a:pt x="1040333" y="1404652"/>
                  </a:lnTo>
                  <a:lnTo>
                    <a:pt x="1040361" y="1404608"/>
                  </a:lnTo>
                  <a:lnTo>
                    <a:pt x="1040368" y="1404593"/>
                  </a:lnTo>
                  <a:lnTo>
                    <a:pt x="1040373" y="1404578"/>
                  </a:lnTo>
                  <a:lnTo>
                    <a:pt x="1040376" y="1404563"/>
                  </a:lnTo>
                  <a:lnTo>
                    <a:pt x="1040377" y="1404548"/>
                  </a:lnTo>
                  <a:lnTo>
                    <a:pt x="1040377" y="1404533"/>
                  </a:lnTo>
                  <a:lnTo>
                    <a:pt x="1040376" y="1404518"/>
                  </a:lnTo>
                  <a:lnTo>
                    <a:pt x="1040375" y="1404503"/>
                  </a:lnTo>
                  <a:lnTo>
                    <a:pt x="1040374" y="1404487"/>
                  </a:lnTo>
                  <a:lnTo>
                    <a:pt x="1040373" y="1404472"/>
                  </a:lnTo>
                  <a:lnTo>
                    <a:pt x="1040372" y="1404457"/>
                  </a:lnTo>
                  <a:lnTo>
                    <a:pt x="1040370" y="1404447"/>
                  </a:lnTo>
                  <a:lnTo>
                    <a:pt x="1040369" y="1404442"/>
                  </a:lnTo>
                  <a:lnTo>
                    <a:pt x="1040365" y="1404427"/>
                  </a:lnTo>
                  <a:lnTo>
                    <a:pt x="1040359" y="1404412"/>
                  </a:lnTo>
                  <a:lnTo>
                    <a:pt x="1040344" y="1404382"/>
                  </a:lnTo>
                  <a:lnTo>
                    <a:pt x="1040338" y="1404367"/>
                  </a:lnTo>
                  <a:lnTo>
                    <a:pt x="1040332" y="1404351"/>
                  </a:lnTo>
                  <a:lnTo>
                    <a:pt x="1040328" y="1404336"/>
                  </a:lnTo>
                  <a:lnTo>
                    <a:pt x="1040325" y="1404321"/>
                  </a:lnTo>
                  <a:lnTo>
                    <a:pt x="1040324" y="1404310"/>
                  </a:lnTo>
                  <a:lnTo>
                    <a:pt x="1040318" y="1404288"/>
                  </a:lnTo>
                  <a:lnTo>
                    <a:pt x="1040315" y="1404273"/>
                  </a:lnTo>
                  <a:lnTo>
                    <a:pt x="1040311" y="1404258"/>
                  </a:lnTo>
                  <a:lnTo>
                    <a:pt x="1040306" y="1404235"/>
                  </a:lnTo>
                  <a:lnTo>
                    <a:pt x="1040303" y="1404227"/>
                  </a:lnTo>
                  <a:lnTo>
                    <a:pt x="1040296" y="1404212"/>
                  </a:lnTo>
                  <a:lnTo>
                    <a:pt x="1040285" y="1404197"/>
                  </a:lnTo>
                  <a:lnTo>
                    <a:pt x="1040273" y="1404183"/>
                  </a:lnTo>
                  <a:lnTo>
                    <a:pt x="1040264" y="1404174"/>
                  </a:lnTo>
                  <a:lnTo>
                    <a:pt x="1040262" y="1404168"/>
                  </a:lnTo>
                  <a:lnTo>
                    <a:pt x="1040259" y="1404153"/>
                  </a:lnTo>
                  <a:lnTo>
                    <a:pt x="1040257" y="1404138"/>
                  </a:lnTo>
                  <a:lnTo>
                    <a:pt x="1040257" y="1404122"/>
                  </a:lnTo>
                  <a:lnTo>
                    <a:pt x="1040261" y="1404111"/>
                  </a:lnTo>
                  <a:lnTo>
                    <a:pt x="1040266" y="1404093"/>
                  </a:lnTo>
                  <a:lnTo>
                    <a:pt x="1040266" y="1404072"/>
                  </a:lnTo>
                  <a:lnTo>
                    <a:pt x="1040263" y="1404062"/>
                  </a:lnTo>
                  <a:lnTo>
                    <a:pt x="1040258" y="1404047"/>
                  </a:lnTo>
                  <a:lnTo>
                    <a:pt x="1040256" y="1404039"/>
                  </a:lnTo>
                  <a:lnTo>
                    <a:pt x="1040253" y="1404032"/>
                  </a:lnTo>
                  <a:lnTo>
                    <a:pt x="1040242" y="1404017"/>
                  </a:lnTo>
                  <a:lnTo>
                    <a:pt x="1040233" y="1404007"/>
                  </a:lnTo>
                  <a:lnTo>
                    <a:pt x="1040229" y="1404005"/>
                  </a:lnTo>
                  <a:lnTo>
                    <a:pt x="1040215" y="1404001"/>
                  </a:lnTo>
                  <a:lnTo>
                    <a:pt x="1040201" y="1404000"/>
                  </a:lnTo>
                  <a:lnTo>
                    <a:pt x="1040187" y="1403998"/>
                  </a:lnTo>
                  <a:lnTo>
                    <a:pt x="1040174" y="1403994"/>
                  </a:lnTo>
                  <a:lnTo>
                    <a:pt x="1040169" y="1403987"/>
                  </a:lnTo>
                  <a:lnTo>
                    <a:pt x="1040166" y="1403977"/>
                  </a:lnTo>
                  <a:lnTo>
                    <a:pt x="1040164" y="1403962"/>
                  </a:lnTo>
                  <a:lnTo>
                    <a:pt x="1040165" y="1403948"/>
                  </a:lnTo>
                  <a:lnTo>
                    <a:pt x="1040163" y="1403941"/>
                  </a:lnTo>
                  <a:lnTo>
                    <a:pt x="1040149" y="1403926"/>
                  </a:lnTo>
                  <a:lnTo>
                    <a:pt x="1040123" y="1403901"/>
                  </a:lnTo>
                  <a:lnTo>
                    <a:pt x="1040112" y="1403885"/>
                  </a:lnTo>
                  <a:lnTo>
                    <a:pt x="1040107" y="1403878"/>
                  </a:lnTo>
                  <a:lnTo>
                    <a:pt x="1040101" y="1403872"/>
                  </a:lnTo>
                  <a:lnTo>
                    <a:pt x="1040087" y="1403862"/>
                  </a:lnTo>
                  <a:lnTo>
                    <a:pt x="1040072" y="1403858"/>
                  </a:lnTo>
                  <a:lnTo>
                    <a:pt x="1040058" y="1403856"/>
                  </a:lnTo>
                  <a:lnTo>
                    <a:pt x="1040044" y="1403853"/>
                  </a:lnTo>
                  <a:lnTo>
                    <a:pt x="1040030" y="1403851"/>
                  </a:lnTo>
                  <a:lnTo>
                    <a:pt x="1040023" y="1403848"/>
                  </a:lnTo>
                  <a:lnTo>
                    <a:pt x="1040016" y="1403847"/>
                  </a:lnTo>
                  <a:lnTo>
                    <a:pt x="1039988" y="1403843"/>
                  </a:lnTo>
                  <a:lnTo>
                    <a:pt x="1039974" y="1403839"/>
                  </a:lnTo>
                  <a:lnTo>
                    <a:pt x="1039966" y="1403839"/>
                  </a:lnTo>
                  <a:lnTo>
                    <a:pt x="1039959" y="1403837"/>
                  </a:lnTo>
                  <a:lnTo>
                    <a:pt x="1039945" y="1403836"/>
                  </a:lnTo>
                  <a:lnTo>
                    <a:pt x="1039931" y="1403836"/>
                  </a:lnTo>
                  <a:lnTo>
                    <a:pt x="1039917" y="1403841"/>
                  </a:lnTo>
                  <a:lnTo>
                    <a:pt x="1039902" y="1403846"/>
                  </a:lnTo>
                  <a:lnTo>
                    <a:pt x="1039888" y="1403849"/>
                  </a:lnTo>
                  <a:lnTo>
                    <a:pt x="1039874" y="1403849"/>
                  </a:lnTo>
                  <a:lnTo>
                    <a:pt x="1039860" y="1403848"/>
                  </a:lnTo>
                  <a:lnTo>
                    <a:pt x="1039846" y="1403842"/>
                  </a:lnTo>
                  <a:lnTo>
                    <a:pt x="1039838" y="1403837"/>
                  </a:lnTo>
                  <a:lnTo>
                    <a:pt x="1039832" y="1403835"/>
                  </a:lnTo>
                  <a:lnTo>
                    <a:pt x="1039817" y="1403830"/>
                  </a:lnTo>
                  <a:lnTo>
                    <a:pt x="1039803" y="1403826"/>
                  </a:lnTo>
                  <a:lnTo>
                    <a:pt x="1039789" y="1403824"/>
                  </a:lnTo>
                  <a:lnTo>
                    <a:pt x="1039775" y="1403825"/>
                  </a:lnTo>
                  <a:lnTo>
                    <a:pt x="1039764" y="1403829"/>
                  </a:lnTo>
                  <a:lnTo>
                    <a:pt x="1039761" y="1403832"/>
                  </a:lnTo>
                  <a:lnTo>
                    <a:pt x="1039754" y="1403837"/>
                  </a:lnTo>
                  <a:lnTo>
                    <a:pt x="1039749" y="1403835"/>
                  </a:lnTo>
                  <a:lnTo>
                    <a:pt x="1039753" y="1403817"/>
                  </a:lnTo>
                  <a:lnTo>
                    <a:pt x="1039756" y="1403802"/>
                  </a:lnTo>
                  <a:lnTo>
                    <a:pt x="1039758" y="1403795"/>
                  </a:lnTo>
                  <a:lnTo>
                    <a:pt x="1039758" y="1403787"/>
                  </a:lnTo>
                  <a:lnTo>
                    <a:pt x="1039756" y="1403770"/>
                  </a:lnTo>
                  <a:lnTo>
                    <a:pt x="1039752" y="1403757"/>
                  </a:lnTo>
                  <a:lnTo>
                    <a:pt x="1039744" y="1403742"/>
                  </a:lnTo>
                  <a:lnTo>
                    <a:pt x="1039734" y="1403727"/>
                  </a:lnTo>
                  <a:lnTo>
                    <a:pt x="1039723" y="1403711"/>
                  </a:lnTo>
                  <a:lnTo>
                    <a:pt x="1039711" y="1403698"/>
                  </a:lnTo>
                  <a:lnTo>
                    <a:pt x="1039697" y="1403685"/>
                  </a:lnTo>
                  <a:lnTo>
                    <a:pt x="1039683" y="1403675"/>
                  </a:lnTo>
                  <a:lnTo>
                    <a:pt x="1039669" y="1403664"/>
                  </a:lnTo>
                  <a:lnTo>
                    <a:pt x="1039652" y="1403647"/>
                  </a:lnTo>
                  <a:lnTo>
                    <a:pt x="1039646" y="1403640"/>
                  </a:lnTo>
                  <a:lnTo>
                    <a:pt x="1039640" y="1403626"/>
                  </a:lnTo>
                  <a:lnTo>
                    <a:pt x="1039636" y="1403615"/>
                  </a:lnTo>
                  <a:lnTo>
                    <a:pt x="1039636" y="1403604"/>
                  </a:lnTo>
                  <a:lnTo>
                    <a:pt x="1039633" y="1403596"/>
                  </a:lnTo>
                  <a:lnTo>
                    <a:pt x="1039629" y="1403581"/>
                  </a:lnTo>
                  <a:lnTo>
                    <a:pt x="1039627" y="1403572"/>
                  </a:lnTo>
                  <a:lnTo>
                    <a:pt x="1039627" y="1403566"/>
                  </a:lnTo>
                  <a:lnTo>
                    <a:pt x="1039625" y="1403559"/>
                  </a:lnTo>
                  <a:lnTo>
                    <a:pt x="1039625" y="1403551"/>
                  </a:lnTo>
                  <a:lnTo>
                    <a:pt x="1039626" y="1403536"/>
                  </a:lnTo>
                  <a:lnTo>
                    <a:pt x="1039628" y="1403521"/>
                  </a:lnTo>
                  <a:lnTo>
                    <a:pt x="1039632" y="1403506"/>
                  </a:lnTo>
                  <a:lnTo>
                    <a:pt x="1039634" y="1403491"/>
                  </a:lnTo>
                  <a:lnTo>
                    <a:pt x="1039638" y="1403476"/>
                  </a:lnTo>
                  <a:lnTo>
                    <a:pt x="1039643" y="1403461"/>
                  </a:lnTo>
                  <a:lnTo>
                    <a:pt x="1039647" y="1403446"/>
                  </a:lnTo>
                  <a:lnTo>
                    <a:pt x="1039648" y="1403430"/>
                  </a:lnTo>
                  <a:lnTo>
                    <a:pt x="1039647" y="1403420"/>
                  </a:lnTo>
                  <a:lnTo>
                    <a:pt x="1039643" y="1403415"/>
                  </a:lnTo>
                  <a:lnTo>
                    <a:pt x="1039638" y="1403410"/>
                  </a:lnTo>
                  <a:lnTo>
                    <a:pt x="1039629" y="1403404"/>
                  </a:lnTo>
                  <a:lnTo>
                    <a:pt x="1039622" y="1403401"/>
                  </a:lnTo>
                  <a:lnTo>
                    <a:pt x="1039615" y="1403395"/>
                  </a:lnTo>
                  <a:lnTo>
                    <a:pt x="1039601" y="1403383"/>
                  </a:lnTo>
                  <a:lnTo>
                    <a:pt x="1039589" y="1403368"/>
                  </a:lnTo>
                  <a:lnTo>
                    <a:pt x="1039580" y="1403352"/>
                  </a:lnTo>
                  <a:lnTo>
                    <a:pt x="1039573" y="1403341"/>
                  </a:lnTo>
                  <a:lnTo>
                    <a:pt x="1039569" y="1403338"/>
                  </a:lnTo>
                  <a:lnTo>
                    <a:pt x="1039557" y="1403332"/>
                  </a:lnTo>
                  <a:lnTo>
                    <a:pt x="1039548" y="1403324"/>
                  </a:lnTo>
                  <a:lnTo>
                    <a:pt x="1039541" y="1403317"/>
                  </a:lnTo>
                  <a:lnTo>
                    <a:pt x="1039536" y="1403309"/>
                  </a:lnTo>
                  <a:lnTo>
                    <a:pt x="1039530" y="1403294"/>
                  </a:lnTo>
                  <a:lnTo>
                    <a:pt x="1039526" y="1403278"/>
                  </a:lnTo>
                  <a:lnTo>
                    <a:pt x="1039524" y="1403263"/>
                  </a:lnTo>
                  <a:lnTo>
                    <a:pt x="1039520" y="1403248"/>
                  </a:lnTo>
                  <a:lnTo>
                    <a:pt x="1039517" y="1403233"/>
                  </a:lnTo>
                  <a:lnTo>
                    <a:pt x="1039512" y="1403218"/>
                  </a:lnTo>
                  <a:lnTo>
                    <a:pt x="1039509" y="1403210"/>
                  </a:lnTo>
                  <a:lnTo>
                    <a:pt x="1039503" y="1403203"/>
                  </a:lnTo>
                  <a:lnTo>
                    <a:pt x="1039493" y="1403199"/>
                  </a:lnTo>
                  <a:lnTo>
                    <a:pt x="1039473" y="1403199"/>
                  </a:lnTo>
                  <a:lnTo>
                    <a:pt x="1039459" y="1403195"/>
                  </a:lnTo>
                  <a:lnTo>
                    <a:pt x="1039450" y="1403191"/>
                  </a:lnTo>
                  <a:lnTo>
                    <a:pt x="1039445" y="1403186"/>
                  </a:lnTo>
                  <a:lnTo>
                    <a:pt x="1039432" y="1403174"/>
                  </a:lnTo>
                  <a:lnTo>
                    <a:pt x="1039421" y="1403160"/>
                  </a:lnTo>
                  <a:lnTo>
                    <a:pt x="1039410" y="1403145"/>
                  </a:lnTo>
                  <a:lnTo>
                    <a:pt x="1039403" y="1403130"/>
                  </a:lnTo>
                  <a:lnTo>
                    <a:pt x="1039401" y="1403120"/>
                  </a:lnTo>
                  <a:lnTo>
                    <a:pt x="1039396" y="1403116"/>
                  </a:lnTo>
                  <a:lnTo>
                    <a:pt x="1039390" y="1403113"/>
                  </a:lnTo>
                  <a:lnTo>
                    <a:pt x="1039384" y="1403108"/>
                  </a:lnTo>
                  <a:lnTo>
                    <a:pt x="1039379" y="1403102"/>
                  </a:lnTo>
                  <a:lnTo>
                    <a:pt x="1039376" y="1403094"/>
                  </a:lnTo>
                  <a:lnTo>
                    <a:pt x="1039372" y="1403077"/>
                  </a:lnTo>
                  <a:lnTo>
                    <a:pt x="1039370" y="1403062"/>
                  </a:lnTo>
                  <a:lnTo>
                    <a:pt x="1039364" y="1403047"/>
                  </a:lnTo>
                  <a:lnTo>
                    <a:pt x="1039355" y="1403036"/>
                  </a:lnTo>
                  <a:lnTo>
                    <a:pt x="1039352" y="1403034"/>
                  </a:lnTo>
                  <a:lnTo>
                    <a:pt x="1039344" y="1403027"/>
                  </a:lnTo>
                  <a:lnTo>
                    <a:pt x="1039339" y="1403019"/>
                  </a:lnTo>
                  <a:lnTo>
                    <a:pt x="1039334" y="1403004"/>
                  </a:lnTo>
                  <a:lnTo>
                    <a:pt x="1039328" y="1402959"/>
                  </a:lnTo>
                  <a:lnTo>
                    <a:pt x="1039326" y="1402938"/>
                  </a:lnTo>
                  <a:lnTo>
                    <a:pt x="1039323" y="1402930"/>
                  </a:lnTo>
                  <a:lnTo>
                    <a:pt x="1039318" y="1402915"/>
                  </a:lnTo>
                  <a:lnTo>
                    <a:pt x="1039315" y="1402900"/>
                  </a:lnTo>
                  <a:lnTo>
                    <a:pt x="1039312" y="1402885"/>
                  </a:lnTo>
                  <a:lnTo>
                    <a:pt x="1039306" y="1402870"/>
                  </a:lnTo>
                  <a:lnTo>
                    <a:pt x="1039298" y="1402854"/>
                  </a:lnTo>
                  <a:lnTo>
                    <a:pt x="1039289" y="1402839"/>
                  </a:lnTo>
                  <a:lnTo>
                    <a:pt x="1039277" y="1402824"/>
                  </a:lnTo>
                  <a:lnTo>
                    <a:pt x="1039265" y="1402809"/>
                  </a:lnTo>
                  <a:lnTo>
                    <a:pt x="1039257" y="1402794"/>
                  </a:lnTo>
                  <a:lnTo>
                    <a:pt x="1039252" y="1402786"/>
                  </a:lnTo>
                  <a:lnTo>
                    <a:pt x="1039251" y="1402778"/>
                  </a:lnTo>
                  <a:lnTo>
                    <a:pt x="1039246" y="1402763"/>
                  </a:lnTo>
                  <a:lnTo>
                    <a:pt x="1039243" y="1402754"/>
                  </a:lnTo>
                  <a:lnTo>
                    <a:pt x="1039243" y="1402748"/>
                  </a:lnTo>
                  <a:lnTo>
                    <a:pt x="1039240" y="1402718"/>
                  </a:lnTo>
                  <a:lnTo>
                    <a:pt x="1039235" y="1402703"/>
                  </a:lnTo>
                  <a:lnTo>
                    <a:pt x="1039231" y="1402688"/>
                  </a:lnTo>
                  <a:lnTo>
                    <a:pt x="1039229" y="1402681"/>
                  </a:lnTo>
                  <a:lnTo>
                    <a:pt x="1039225" y="1402674"/>
                  </a:lnTo>
                  <a:lnTo>
                    <a:pt x="1039216" y="1402659"/>
                  </a:lnTo>
                  <a:lnTo>
                    <a:pt x="1039206" y="1402644"/>
                  </a:lnTo>
                  <a:lnTo>
                    <a:pt x="1039199" y="1402636"/>
                  </a:lnTo>
                  <a:lnTo>
                    <a:pt x="1039193" y="1402632"/>
                  </a:lnTo>
                  <a:lnTo>
                    <a:pt x="1039180" y="1402625"/>
                  </a:lnTo>
                  <a:lnTo>
                    <a:pt x="1039163" y="1402631"/>
                  </a:lnTo>
                  <a:lnTo>
                    <a:pt x="1039156" y="1402634"/>
                  </a:lnTo>
                  <a:lnTo>
                    <a:pt x="1039136" y="1402643"/>
                  </a:lnTo>
                  <a:lnTo>
                    <a:pt x="1039111" y="1402650"/>
                  </a:lnTo>
                  <a:lnTo>
                    <a:pt x="1039090" y="1402655"/>
                  </a:lnTo>
                  <a:lnTo>
                    <a:pt x="1039068" y="1402655"/>
                  </a:lnTo>
                  <a:lnTo>
                    <a:pt x="1039036" y="1402656"/>
                  </a:lnTo>
                  <a:lnTo>
                    <a:pt x="1039019" y="1402660"/>
                  </a:lnTo>
                  <a:lnTo>
                    <a:pt x="1039011" y="1402671"/>
                  </a:lnTo>
                  <a:lnTo>
                    <a:pt x="1038996" y="1402685"/>
                  </a:lnTo>
                  <a:lnTo>
                    <a:pt x="1038983" y="1402702"/>
                  </a:lnTo>
                  <a:lnTo>
                    <a:pt x="1038974" y="1402717"/>
                  </a:lnTo>
                  <a:lnTo>
                    <a:pt x="1038967" y="1402723"/>
                  </a:lnTo>
                  <a:lnTo>
                    <a:pt x="1038951" y="1402734"/>
                  </a:lnTo>
                  <a:lnTo>
                    <a:pt x="1038936" y="1402743"/>
                  </a:lnTo>
                  <a:lnTo>
                    <a:pt x="1038910" y="1402759"/>
                  </a:lnTo>
                  <a:lnTo>
                    <a:pt x="1038892" y="1402768"/>
                  </a:lnTo>
                  <a:lnTo>
                    <a:pt x="1038875" y="1402774"/>
                  </a:lnTo>
                  <a:lnTo>
                    <a:pt x="1038853" y="1402779"/>
                  </a:lnTo>
                  <a:lnTo>
                    <a:pt x="1038823" y="1402785"/>
                  </a:lnTo>
                  <a:lnTo>
                    <a:pt x="1038800" y="1402788"/>
                  </a:lnTo>
                  <a:lnTo>
                    <a:pt x="1038775" y="1402799"/>
                  </a:lnTo>
                  <a:lnTo>
                    <a:pt x="1038767" y="1402802"/>
                  </a:lnTo>
                  <a:lnTo>
                    <a:pt x="1038756" y="1402804"/>
                  </a:lnTo>
                  <a:lnTo>
                    <a:pt x="1038727" y="1402814"/>
                  </a:lnTo>
                  <a:lnTo>
                    <a:pt x="1038711" y="1402821"/>
                  </a:lnTo>
                  <a:lnTo>
                    <a:pt x="1038697" y="1402826"/>
                  </a:lnTo>
                  <a:lnTo>
                    <a:pt x="1038688" y="1402830"/>
                  </a:lnTo>
                  <a:lnTo>
                    <a:pt x="1038683" y="1402833"/>
                  </a:lnTo>
                  <a:lnTo>
                    <a:pt x="1038677" y="1402835"/>
                  </a:lnTo>
                  <a:lnTo>
                    <a:pt x="1038668" y="1402841"/>
                  </a:lnTo>
                  <a:lnTo>
                    <a:pt x="1038644" y="1402855"/>
                  </a:lnTo>
                  <a:lnTo>
                    <a:pt x="1038630" y="1402862"/>
                  </a:lnTo>
                  <a:lnTo>
                    <a:pt x="1038618" y="1402866"/>
                  </a:lnTo>
                  <a:lnTo>
                    <a:pt x="1038608" y="1402867"/>
                  </a:lnTo>
                  <a:lnTo>
                    <a:pt x="1038602" y="1402865"/>
                  </a:lnTo>
                  <a:lnTo>
                    <a:pt x="1038588" y="1402863"/>
                  </a:lnTo>
                  <a:lnTo>
                    <a:pt x="1038574" y="1402863"/>
                  </a:lnTo>
                  <a:lnTo>
                    <a:pt x="1038559" y="1402864"/>
                  </a:lnTo>
                  <a:lnTo>
                    <a:pt x="1038545" y="1402864"/>
                  </a:lnTo>
                  <a:lnTo>
                    <a:pt x="1038531" y="1402867"/>
                  </a:lnTo>
                  <a:lnTo>
                    <a:pt x="1038525" y="1402867"/>
                  </a:lnTo>
                  <a:lnTo>
                    <a:pt x="1038517" y="1402870"/>
                  </a:lnTo>
                  <a:lnTo>
                    <a:pt x="1038507" y="1402872"/>
                  </a:lnTo>
                  <a:lnTo>
                    <a:pt x="1038502" y="1402875"/>
                  </a:lnTo>
                  <a:lnTo>
                    <a:pt x="1038488" y="1402883"/>
                  </a:lnTo>
                  <a:lnTo>
                    <a:pt x="1038474" y="1402890"/>
                  </a:lnTo>
                  <a:lnTo>
                    <a:pt x="1038465" y="1402893"/>
                  </a:lnTo>
                  <a:lnTo>
                    <a:pt x="1038460" y="1402893"/>
                  </a:lnTo>
                  <a:lnTo>
                    <a:pt x="1038446" y="1402893"/>
                  </a:lnTo>
                  <a:lnTo>
                    <a:pt x="1038431" y="1402895"/>
                  </a:lnTo>
                  <a:lnTo>
                    <a:pt x="1038417" y="1402898"/>
                  </a:lnTo>
                  <a:lnTo>
                    <a:pt x="1038403" y="1402901"/>
                  </a:lnTo>
                  <a:lnTo>
                    <a:pt x="1038389" y="1402906"/>
                  </a:lnTo>
                  <a:lnTo>
                    <a:pt x="1038374" y="1402912"/>
                  </a:lnTo>
                  <a:lnTo>
                    <a:pt x="1038360" y="1402920"/>
                  </a:lnTo>
                  <a:lnTo>
                    <a:pt x="1038346" y="1402929"/>
                  </a:lnTo>
                  <a:lnTo>
                    <a:pt x="1038332" y="1402935"/>
                  </a:lnTo>
                  <a:lnTo>
                    <a:pt x="1038319" y="1402939"/>
                  </a:lnTo>
                  <a:lnTo>
                    <a:pt x="1038316" y="1402941"/>
                  </a:lnTo>
                  <a:lnTo>
                    <a:pt x="1038303" y="1402951"/>
                  </a:lnTo>
                  <a:lnTo>
                    <a:pt x="1038290" y="1402962"/>
                  </a:lnTo>
                  <a:lnTo>
                    <a:pt x="1038259" y="1402988"/>
                  </a:lnTo>
                  <a:lnTo>
                    <a:pt x="1038246" y="1403001"/>
                  </a:lnTo>
                  <a:lnTo>
                    <a:pt x="1038233" y="1403015"/>
                  </a:lnTo>
                  <a:lnTo>
                    <a:pt x="1038220" y="1403028"/>
                  </a:lnTo>
                  <a:lnTo>
                    <a:pt x="1038206" y="1403037"/>
                  </a:lnTo>
                  <a:lnTo>
                    <a:pt x="1038192" y="1403042"/>
                  </a:lnTo>
                  <a:lnTo>
                    <a:pt x="1038178" y="1403043"/>
                  </a:lnTo>
                  <a:lnTo>
                    <a:pt x="1038164" y="1403044"/>
                  </a:lnTo>
                  <a:lnTo>
                    <a:pt x="1038149" y="1403046"/>
                  </a:lnTo>
                  <a:lnTo>
                    <a:pt x="1038135" y="1403047"/>
                  </a:lnTo>
                  <a:lnTo>
                    <a:pt x="1038121" y="1403049"/>
                  </a:lnTo>
                  <a:lnTo>
                    <a:pt x="1038092" y="1403055"/>
                  </a:lnTo>
                  <a:lnTo>
                    <a:pt x="1038078" y="1403057"/>
                  </a:lnTo>
                  <a:lnTo>
                    <a:pt x="1038064" y="1403059"/>
                  </a:lnTo>
                  <a:lnTo>
                    <a:pt x="1038050" y="1403062"/>
                  </a:lnTo>
                  <a:lnTo>
                    <a:pt x="1038039" y="1403063"/>
                  </a:lnTo>
                  <a:lnTo>
                    <a:pt x="1038036" y="1403065"/>
                  </a:lnTo>
                  <a:lnTo>
                    <a:pt x="1038021" y="1403072"/>
                  </a:lnTo>
                  <a:lnTo>
                    <a:pt x="1038007" y="1403080"/>
                  </a:lnTo>
                  <a:lnTo>
                    <a:pt x="1037993" y="1403087"/>
                  </a:lnTo>
                  <a:lnTo>
                    <a:pt x="1037978" y="1403096"/>
                  </a:lnTo>
                  <a:lnTo>
                    <a:pt x="1037964" y="1403102"/>
                  </a:lnTo>
                  <a:lnTo>
                    <a:pt x="1037950" y="1403106"/>
                  </a:lnTo>
                  <a:lnTo>
                    <a:pt x="1037936" y="1403110"/>
                  </a:lnTo>
                  <a:lnTo>
                    <a:pt x="1037922" y="1403115"/>
                  </a:lnTo>
                  <a:lnTo>
                    <a:pt x="1037907" y="1403121"/>
                  </a:lnTo>
                  <a:lnTo>
                    <a:pt x="1037893" y="1403127"/>
                  </a:lnTo>
                  <a:lnTo>
                    <a:pt x="1037879" y="1403135"/>
                  </a:lnTo>
                  <a:lnTo>
                    <a:pt x="1037871" y="1403138"/>
                  </a:lnTo>
                  <a:lnTo>
                    <a:pt x="1037865" y="1403143"/>
                  </a:lnTo>
                  <a:lnTo>
                    <a:pt x="1037856" y="1403156"/>
                  </a:lnTo>
                  <a:lnTo>
                    <a:pt x="1037849" y="1403170"/>
                  </a:lnTo>
                  <a:lnTo>
                    <a:pt x="1037846" y="1403177"/>
                  </a:lnTo>
                  <a:lnTo>
                    <a:pt x="1037840" y="1403190"/>
                  </a:lnTo>
                  <a:lnTo>
                    <a:pt x="1037836" y="1403198"/>
                  </a:lnTo>
                  <a:lnTo>
                    <a:pt x="1037835" y="1403205"/>
                  </a:lnTo>
                  <a:lnTo>
                    <a:pt x="1037831" y="1403220"/>
                  </a:lnTo>
                  <a:lnTo>
                    <a:pt x="1037826" y="1403235"/>
                  </a:lnTo>
                  <a:lnTo>
                    <a:pt x="1037820" y="1403250"/>
                  </a:lnTo>
                  <a:lnTo>
                    <a:pt x="1037813" y="1403267"/>
                  </a:lnTo>
                  <a:lnTo>
                    <a:pt x="1037806" y="1403280"/>
                  </a:lnTo>
                  <a:lnTo>
                    <a:pt x="1037796" y="1403291"/>
                  </a:lnTo>
                  <a:lnTo>
                    <a:pt x="1037792" y="1403293"/>
                  </a:lnTo>
                  <a:lnTo>
                    <a:pt x="1037782" y="1403300"/>
                  </a:lnTo>
                  <a:lnTo>
                    <a:pt x="1037777" y="1403302"/>
                  </a:lnTo>
                  <a:lnTo>
                    <a:pt x="1037764" y="1403305"/>
                  </a:lnTo>
                  <a:lnTo>
                    <a:pt x="1037750" y="1403309"/>
                  </a:lnTo>
                  <a:lnTo>
                    <a:pt x="1037736" y="1403316"/>
                  </a:lnTo>
                  <a:lnTo>
                    <a:pt x="1037721" y="1403323"/>
                  </a:lnTo>
                  <a:lnTo>
                    <a:pt x="1037707" y="1403332"/>
                  </a:lnTo>
                  <a:lnTo>
                    <a:pt x="1037702" y="1403334"/>
                  </a:lnTo>
                  <a:lnTo>
                    <a:pt x="1037693" y="1403342"/>
                  </a:lnTo>
                  <a:lnTo>
                    <a:pt x="1037680" y="1403356"/>
                  </a:lnTo>
                  <a:lnTo>
                    <a:pt x="1037667" y="1403369"/>
                  </a:lnTo>
                  <a:lnTo>
                    <a:pt x="1037653" y="1403382"/>
                  </a:lnTo>
                  <a:lnTo>
                    <a:pt x="1037641" y="1403396"/>
                  </a:lnTo>
                  <a:lnTo>
                    <a:pt x="1037629" y="1403406"/>
                  </a:lnTo>
                  <a:lnTo>
                    <a:pt x="1037616" y="1403412"/>
                  </a:lnTo>
                  <a:lnTo>
                    <a:pt x="1037599" y="1403410"/>
                  </a:lnTo>
                  <a:lnTo>
                    <a:pt x="1037585" y="1403406"/>
                  </a:lnTo>
                  <a:lnTo>
                    <a:pt x="1037571" y="1403403"/>
                  </a:lnTo>
                  <a:lnTo>
                    <a:pt x="1037565" y="1403400"/>
                  </a:lnTo>
                  <a:lnTo>
                    <a:pt x="1037557" y="1403399"/>
                  </a:lnTo>
                  <a:lnTo>
                    <a:pt x="1037543" y="1403394"/>
                  </a:lnTo>
                  <a:lnTo>
                    <a:pt x="1037529" y="1403387"/>
                  </a:lnTo>
                  <a:lnTo>
                    <a:pt x="1037515" y="1403381"/>
                  </a:lnTo>
                  <a:lnTo>
                    <a:pt x="1037501" y="1403377"/>
                  </a:lnTo>
                  <a:lnTo>
                    <a:pt x="1037493" y="1403374"/>
                  </a:lnTo>
                  <a:lnTo>
                    <a:pt x="1037486" y="1403369"/>
                  </a:lnTo>
                  <a:lnTo>
                    <a:pt x="1037482" y="1403364"/>
                  </a:lnTo>
                  <a:lnTo>
                    <a:pt x="1037473" y="1403360"/>
                  </a:lnTo>
                  <a:lnTo>
                    <a:pt x="1037459" y="1403359"/>
                  </a:lnTo>
                  <a:lnTo>
                    <a:pt x="1037445" y="1403360"/>
                  </a:lnTo>
                  <a:lnTo>
                    <a:pt x="1037438" y="1403362"/>
                  </a:lnTo>
                  <a:lnTo>
                    <a:pt x="1037431" y="1403362"/>
                  </a:lnTo>
                  <a:lnTo>
                    <a:pt x="1037417" y="1403360"/>
                  </a:lnTo>
                  <a:lnTo>
                    <a:pt x="1037401" y="1403358"/>
                  </a:lnTo>
                  <a:lnTo>
                    <a:pt x="1037386" y="1403353"/>
                  </a:lnTo>
                  <a:lnTo>
                    <a:pt x="1037379" y="1403352"/>
                  </a:lnTo>
                  <a:lnTo>
                    <a:pt x="1037372" y="1403354"/>
                  </a:lnTo>
                  <a:lnTo>
                    <a:pt x="1037364" y="1403353"/>
                  </a:lnTo>
                  <a:lnTo>
                    <a:pt x="1037359" y="1403350"/>
                  </a:lnTo>
                  <a:lnTo>
                    <a:pt x="1037353" y="1403345"/>
                  </a:lnTo>
                  <a:lnTo>
                    <a:pt x="1037349" y="1403337"/>
                  </a:lnTo>
                  <a:lnTo>
                    <a:pt x="1037338" y="1403322"/>
                  </a:lnTo>
                  <a:lnTo>
                    <a:pt x="1037339" y="1403296"/>
                  </a:lnTo>
                  <a:lnTo>
                    <a:pt x="1037337" y="1403279"/>
                  </a:lnTo>
                  <a:lnTo>
                    <a:pt x="1037336" y="1403272"/>
                  </a:lnTo>
                  <a:lnTo>
                    <a:pt x="1037323" y="1403262"/>
                  </a:lnTo>
                  <a:lnTo>
                    <a:pt x="1037307" y="1403259"/>
                  </a:lnTo>
                  <a:lnTo>
                    <a:pt x="1037293" y="1403250"/>
                  </a:lnTo>
                  <a:lnTo>
                    <a:pt x="1037286" y="1403248"/>
                  </a:lnTo>
                  <a:lnTo>
                    <a:pt x="1037279" y="1403241"/>
                  </a:lnTo>
                  <a:lnTo>
                    <a:pt x="1037269" y="1403226"/>
                  </a:lnTo>
                  <a:lnTo>
                    <a:pt x="1037266" y="1403221"/>
                  </a:lnTo>
                  <a:lnTo>
                    <a:pt x="1037224" y="1403184"/>
                  </a:lnTo>
                  <a:lnTo>
                    <a:pt x="1037215" y="1403181"/>
                  </a:lnTo>
                  <a:lnTo>
                    <a:pt x="1037211" y="1403178"/>
                  </a:lnTo>
                  <a:lnTo>
                    <a:pt x="1037203" y="1403177"/>
                  </a:lnTo>
                  <a:lnTo>
                    <a:pt x="1037187" y="1403172"/>
                  </a:lnTo>
                  <a:lnTo>
                    <a:pt x="1037180" y="1403166"/>
                  </a:lnTo>
                  <a:lnTo>
                    <a:pt x="1037173" y="1403160"/>
                  </a:lnTo>
                  <a:lnTo>
                    <a:pt x="1037172" y="1403144"/>
                  </a:lnTo>
                  <a:lnTo>
                    <a:pt x="1037168" y="1403132"/>
                  </a:lnTo>
                  <a:lnTo>
                    <a:pt x="1037165" y="1403129"/>
                  </a:lnTo>
                  <a:lnTo>
                    <a:pt x="1037155" y="1403114"/>
                  </a:lnTo>
                  <a:lnTo>
                    <a:pt x="1037140" y="1403102"/>
                  </a:lnTo>
                  <a:lnTo>
                    <a:pt x="1037133" y="1403096"/>
                  </a:lnTo>
                  <a:lnTo>
                    <a:pt x="1037126" y="1403095"/>
                  </a:lnTo>
                  <a:lnTo>
                    <a:pt x="1037120" y="1403093"/>
                  </a:lnTo>
                  <a:lnTo>
                    <a:pt x="1037112" y="1403096"/>
                  </a:lnTo>
                  <a:lnTo>
                    <a:pt x="1037098" y="1403109"/>
                  </a:lnTo>
                  <a:lnTo>
                    <a:pt x="1037089" y="1403115"/>
                  </a:lnTo>
                  <a:lnTo>
                    <a:pt x="1037085" y="1403117"/>
                  </a:lnTo>
                  <a:lnTo>
                    <a:pt x="1037078" y="1403124"/>
                  </a:lnTo>
                  <a:lnTo>
                    <a:pt x="1037070" y="1403127"/>
                  </a:lnTo>
                  <a:lnTo>
                    <a:pt x="1037058" y="1403132"/>
                  </a:lnTo>
                  <a:lnTo>
                    <a:pt x="1037046" y="1403131"/>
                  </a:lnTo>
                  <a:lnTo>
                    <a:pt x="1037042" y="1403129"/>
                  </a:lnTo>
                  <a:lnTo>
                    <a:pt x="1037039" y="1403126"/>
                  </a:lnTo>
                  <a:lnTo>
                    <a:pt x="1037033" y="1403123"/>
                  </a:lnTo>
                  <a:lnTo>
                    <a:pt x="1037029" y="1403122"/>
                  </a:lnTo>
                  <a:lnTo>
                    <a:pt x="1037014" y="1403121"/>
                  </a:lnTo>
                  <a:lnTo>
                    <a:pt x="1037000" y="1403119"/>
                  </a:lnTo>
                  <a:lnTo>
                    <a:pt x="1036996" y="1403118"/>
                  </a:lnTo>
                  <a:lnTo>
                    <a:pt x="1036975" y="1403115"/>
                  </a:lnTo>
                  <a:lnTo>
                    <a:pt x="1036960" y="1403117"/>
                  </a:lnTo>
                  <a:lnTo>
                    <a:pt x="1036941" y="1403126"/>
                  </a:lnTo>
                  <a:lnTo>
                    <a:pt x="1036913" y="1403141"/>
                  </a:lnTo>
                  <a:lnTo>
                    <a:pt x="1036882" y="1403151"/>
                  </a:lnTo>
                  <a:lnTo>
                    <a:pt x="1036848" y="1403155"/>
                  </a:lnTo>
                  <a:lnTo>
                    <a:pt x="1036829" y="1403158"/>
                  </a:lnTo>
                  <a:lnTo>
                    <a:pt x="1036808" y="1403153"/>
                  </a:lnTo>
                  <a:lnTo>
                    <a:pt x="1036783" y="1403145"/>
                  </a:lnTo>
                  <a:lnTo>
                    <a:pt x="1036752" y="1403135"/>
                  </a:lnTo>
                  <a:lnTo>
                    <a:pt x="1036727" y="1403128"/>
                  </a:lnTo>
                  <a:lnTo>
                    <a:pt x="1036702" y="1403122"/>
                  </a:lnTo>
                  <a:lnTo>
                    <a:pt x="1036680" y="1403119"/>
                  </a:lnTo>
                  <a:lnTo>
                    <a:pt x="1036673" y="1403120"/>
                  </a:lnTo>
                  <a:lnTo>
                    <a:pt x="1036669" y="1403120"/>
                  </a:lnTo>
                  <a:lnTo>
                    <a:pt x="1036651" y="1403120"/>
                  </a:lnTo>
                  <a:lnTo>
                    <a:pt x="1036645" y="1403121"/>
                  </a:lnTo>
                  <a:lnTo>
                    <a:pt x="1036637" y="1403122"/>
                  </a:lnTo>
                  <a:lnTo>
                    <a:pt x="1036616" y="1403129"/>
                  </a:lnTo>
                  <a:lnTo>
                    <a:pt x="1036602" y="1403137"/>
                  </a:lnTo>
                  <a:lnTo>
                    <a:pt x="1036589" y="1403139"/>
                  </a:lnTo>
                  <a:lnTo>
                    <a:pt x="1036575" y="1403138"/>
                  </a:lnTo>
                  <a:lnTo>
                    <a:pt x="1036560" y="1403134"/>
                  </a:lnTo>
                  <a:lnTo>
                    <a:pt x="1036546" y="1403126"/>
                  </a:lnTo>
                  <a:lnTo>
                    <a:pt x="1036532" y="1403118"/>
                  </a:lnTo>
                  <a:lnTo>
                    <a:pt x="1036527" y="1403115"/>
                  </a:lnTo>
                  <a:lnTo>
                    <a:pt x="1036518" y="1403114"/>
                  </a:lnTo>
                  <a:lnTo>
                    <a:pt x="1036504" y="1403111"/>
                  </a:lnTo>
                  <a:lnTo>
                    <a:pt x="1036476" y="1403111"/>
                  </a:lnTo>
                  <a:lnTo>
                    <a:pt x="1036448" y="1403118"/>
                  </a:lnTo>
                  <a:lnTo>
                    <a:pt x="1036439" y="1403116"/>
                  </a:lnTo>
                  <a:lnTo>
                    <a:pt x="1036425" y="1403113"/>
                  </a:lnTo>
                  <a:lnTo>
                    <a:pt x="1036417" y="1403111"/>
                  </a:lnTo>
                  <a:lnTo>
                    <a:pt x="1036408" y="1403110"/>
                  </a:lnTo>
                  <a:lnTo>
                    <a:pt x="1036396" y="1403105"/>
                  </a:lnTo>
                  <a:lnTo>
                    <a:pt x="1036374" y="1403104"/>
                  </a:lnTo>
                  <a:lnTo>
                    <a:pt x="1036357" y="1403102"/>
                  </a:lnTo>
                  <a:lnTo>
                    <a:pt x="1036346" y="1403097"/>
                  </a:lnTo>
                  <a:lnTo>
                    <a:pt x="1036332" y="1403093"/>
                  </a:lnTo>
                  <a:lnTo>
                    <a:pt x="1036318" y="1403089"/>
                  </a:lnTo>
                  <a:lnTo>
                    <a:pt x="1036310" y="1403087"/>
                  </a:lnTo>
                  <a:lnTo>
                    <a:pt x="1036303" y="1403088"/>
                  </a:lnTo>
                  <a:lnTo>
                    <a:pt x="1036289" y="1403088"/>
                  </a:lnTo>
                  <a:lnTo>
                    <a:pt x="1036275" y="1403089"/>
                  </a:lnTo>
                  <a:lnTo>
                    <a:pt x="1036261" y="1403088"/>
                  </a:lnTo>
                  <a:lnTo>
                    <a:pt x="1036247" y="1403085"/>
                  </a:lnTo>
                  <a:lnTo>
                    <a:pt x="1036233" y="1403082"/>
                  </a:lnTo>
                  <a:lnTo>
                    <a:pt x="1036219" y="1403081"/>
                  </a:lnTo>
                  <a:lnTo>
                    <a:pt x="1036190" y="1403081"/>
                  </a:lnTo>
                  <a:lnTo>
                    <a:pt x="1036176" y="1403082"/>
                  </a:lnTo>
                  <a:lnTo>
                    <a:pt x="1036156" y="1403085"/>
                  </a:lnTo>
                  <a:lnTo>
                    <a:pt x="1036150" y="1403089"/>
                  </a:lnTo>
                  <a:lnTo>
                    <a:pt x="1036138" y="1403095"/>
                  </a:lnTo>
                  <a:lnTo>
                    <a:pt x="1036131" y="1403100"/>
                  </a:lnTo>
                  <a:lnTo>
                    <a:pt x="1036125" y="1403100"/>
                  </a:lnTo>
                  <a:lnTo>
                    <a:pt x="1036117" y="1403097"/>
                  </a:lnTo>
                  <a:lnTo>
                    <a:pt x="1036105" y="1403087"/>
                  </a:lnTo>
                  <a:lnTo>
                    <a:pt x="1036092" y="1403074"/>
                  </a:lnTo>
                  <a:lnTo>
                    <a:pt x="1036065" y="1403060"/>
                  </a:lnTo>
                  <a:lnTo>
                    <a:pt x="1036046" y="1403051"/>
                  </a:lnTo>
                  <a:lnTo>
                    <a:pt x="1036039" y="1403051"/>
                  </a:lnTo>
                  <a:lnTo>
                    <a:pt x="1036030" y="1403059"/>
                  </a:lnTo>
                  <a:lnTo>
                    <a:pt x="1036014" y="1403076"/>
                  </a:lnTo>
                  <a:lnTo>
                    <a:pt x="1036003" y="1403079"/>
                  </a:lnTo>
                  <a:lnTo>
                    <a:pt x="1035974" y="1403083"/>
                  </a:lnTo>
                  <a:lnTo>
                    <a:pt x="1035968" y="1403089"/>
                  </a:lnTo>
                  <a:lnTo>
                    <a:pt x="1035962" y="1403097"/>
                  </a:lnTo>
                  <a:lnTo>
                    <a:pt x="1035958" y="1403100"/>
                  </a:lnTo>
                  <a:lnTo>
                    <a:pt x="1035951" y="1403111"/>
                  </a:lnTo>
                  <a:lnTo>
                    <a:pt x="1035948" y="1403122"/>
                  </a:lnTo>
                  <a:lnTo>
                    <a:pt x="1035947" y="1403134"/>
                  </a:lnTo>
                  <a:lnTo>
                    <a:pt x="1035946" y="1403140"/>
                  </a:lnTo>
                  <a:lnTo>
                    <a:pt x="1035939" y="1403148"/>
                  </a:lnTo>
                  <a:lnTo>
                    <a:pt x="1035935" y="1403152"/>
                  </a:lnTo>
                  <a:lnTo>
                    <a:pt x="1035923" y="1403159"/>
                  </a:lnTo>
                  <a:lnTo>
                    <a:pt x="1035910" y="1403162"/>
                  </a:lnTo>
                  <a:lnTo>
                    <a:pt x="1035896" y="1403165"/>
                  </a:lnTo>
                  <a:lnTo>
                    <a:pt x="1035883" y="1403169"/>
                  </a:lnTo>
                  <a:lnTo>
                    <a:pt x="1035872" y="1403177"/>
                  </a:lnTo>
                  <a:lnTo>
                    <a:pt x="1035865" y="1403183"/>
                  </a:lnTo>
                  <a:lnTo>
                    <a:pt x="1035858" y="1403190"/>
                  </a:lnTo>
                  <a:lnTo>
                    <a:pt x="1035852" y="1403198"/>
                  </a:lnTo>
                  <a:lnTo>
                    <a:pt x="1035838" y="1403221"/>
                  </a:lnTo>
                  <a:lnTo>
                    <a:pt x="1035827" y="1403231"/>
                  </a:lnTo>
                  <a:lnTo>
                    <a:pt x="1035821" y="1403237"/>
                  </a:lnTo>
                  <a:lnTo>
                    <a:pt x="1035813" y="1403246"/>
                  </a:lnTo>
                  <a:lnTo>
                    <a:pt x="1035806" y="1403258"/>
                  </a:lnTo>
                  <a:lnTo>
                    <a:pt x="1035795" y="1403275"/>
                  </a:lnTo>
                  <a:lnTo>
                    <a:pt x="1035788" y="1403288"/>
                  </a:lnTo>
                  <a:lnTo>
                    <a:pt x="1035786" y="1403303"/>
                  </a:lnTo>
                  <a:lnTo>
                    <a:pt x="1035781" y="1403318"/>
                  </a:lnTo>
                  <a:lnTo>
                    <a:pt x="1035779" y="1403324"/>
                  </a:lnTo>
                  <a:lnTo>
                    <a:pt x="1035772" y="1403332"/>
                  </a:lnTo>
                  <a:lnTo>
                    <a:pt x="1035758" y="1403341"/>
                  </a:lnTo>
                  <a:lnTo>
                    <a:pt x="1035752" y="1403345"/>
                  </a:lnTo>
                  <a:lnTo>
                    <a:pt x="1035750" y="1403354"/>
                  </a:lnTo>
                  <a:lnTo>
                    <a:pt x="1035753" y="1403369"/>
                  </a:lnTo>
                  <a:lnTo>
                    <a:pt x="1035756" y="1403380"/>
                  </a:lnTo>
                  <a:lnTo>
                    <a:pt x="1035758" y="1403387"/>
                  </a:lnTo>
                  <a:lnTo>
                    <a:pt x="1035760" y="1403395"/>
                  </a:lnTo>
                  <a:lnTo>
                    <a:pt x="1035759" y="1403402"/>
                  </a:lnTo>
                  <a:lnTo>
                    <a:pt x="1035750" y="1403406"/>
                  </a:lnTo>
                  <a:lnTo>
                    <a:pt x="1035738" y="1403409"/>
                  </a:lnTo>
                  <a:lnTo>
                    <a:pt x="1035722" y="1403413"/>
                  </a:lnTo>
                  <a:lnTo>
                    <a:pt x="1035717" y="1403415"/>
                  </a:lnTo>
                  <a:lnTo>
                    <a:pt x="1035710" y="1403423"/>
                  </a:lnTo>
                  <a:lnTo>
                    <a:pt x="1035709" y="1403427"/>
                  </a:lnTo>
                  <a:lnTo>
                    <a:pt x="1035705" y="1403430"/>
                  </a:lnTo>
                  <a:lnTo>
                    <a:pt x="1035698" y="1403432"/>
                  </a:lnTo>
                  <a:lnTo>
                    <a:pt x="1035684" y="1403431"/>
                  </a:lnTo>
                  <a:lnTo>
                    <a:pt x="1035670" y="1403432"/>
                  </a:lnTo>
                  <a:lnTo>
                    <a:pt x="1035656" y="1403433"/>
                  </a:lnTo>
                  <a:lnTo>
                    <a:pt x="1035641" y="1403437"/>
                  </a:lnTo>
                  <a:lnTo>
                    <a:pt x="1035632" y="1403442"/>
                  </a:lnTo>
                  <a:lnTo>
                    <a:pt x="1035629" y="1403446"/>
                  </a:lnTo>
                  <a:lnTo>
                    <a:pt x="1035626" y="1403451"/>
                  </a:lnTo>
                  <a:lnTo>
                    <a:pt x="1035624" y="1403461"/>
                  </a:lnTo>
                  <a:lnTo>
                    <a:pt x="1035621" y="1403477"/>
                  </a:lnTo>
                  <a:lnTo>
                    <a:pt x="1035617" y="1403487"/>
                  </a:lnTo>
                  <a:lnTo>
                    <a:pt x="1035602" y="1403520"/>
                  </a:lnTo>
                  <a:lnTo>
                    <a:pt x="1035600" y="1403529"/>
                  </a:lnTo>
                  <a:lnTo>
                    <a:pt x="1035596" y="1403535"/>
                  </a:lnTo>
                  <a:lnTo>
                    <a:pt x="1035594" y="1403541"/>
                  </a:lnTo>
                  <a:lnTo>
                    <a:pt x="1035585" y="1403548"/>
                  </a:lnTo>
                  <a:lnTo>
                    <a:pt x="1035571" y="1403553"/>
                  </a:lnTo>
                  <a:lnTo>
                    <a:pt x="1035542" y="1403556"/>
                  </a:lnTo>
                  <a:lnTo>
                    <a:pt x="1035528" y="1403562"/>
                  </a:lnTo>
                  <a:lnTo>
                    <a:pt x="1035522" y="1403566"/>
                  </a:lnTo>
                  <a:lnTo>
                    <a:pt x="1035515" y="1403581"/>
                  </a:lnTo>
                  <a:lnTo>
                    <a:pt x="1035511" y="1403584"/>
                  </a:lnTo>
                  <a:lnTo>
                    <a:pt x="1035505" y="1403592"/>
                  </a:lnTo>
                  <a:lnTo>
                    <a:pt x="1035506" y="1403622"/>
                  </a:lnTo>
                  <a:lnTo>
                    <a:pt x="1035502" y="1403637"/>
                  </a:lnTo>
                  <a:lnTo>
                    <a:pt x="1035500" y="1403644"/>
                  </a:lnTo>
                  <a:lnTo>
                    <a:pt x="1035491" y="1403652"/>
                  </a:lnTo>
                  <a:lnTo>
                    <a:pt x="1035477" y="1403662"/>
                  </a:lnTo>
                  <a:lnTo>
                    <a:pt x="1035464" y="1403673"/>
                  </a:lnTo>
                  <a:lnTo>
                    <a:pt x="1035460" y="1403676"/>
                  </a:lnTo>
                  <a:lnTo>
                    <a:pt x="1035452" y="1403687"/>
                  </a:lnTo>
                  <a:lnTo>
                    <a:pt x="1035448" y="1403694"/>
                  </a:lnTo>
                  <a:lnTo>
                    <a:pt x="1035443" y="1403702"/>
                  </a:lnTo>
                  <a:lnTo>
                    <a:pt x="1035429" y="1403715"/>
                  </a:lnTo>
                  <a:lnTo>
                    <a:pt x="1035425" y="1403718"/>
                  </a:lnTo>
                  <a:lnTo>
                    <a:pt x="1035418" y="1403729"/>
                  </a:lnTo>
                  <a:lnTo>
                    <a:pt x="1035401" y="1403749"/>
                  </a:lnTo>
                  <a:lnTo>
                    <a:pt x="1035392" y="1403759"/>
                  </a:lnTo>
                  <a:lnTo>
                    <a:pt x="1035386" y="1403766"/>
                  </a:lnTo>
                  <a:lnTo>
                    <a:pt x="1035375" y="1403773"/>
                  </a:lnTo>
                  <a:lnTo>
                    <a:pt x="1035361" y="1403784"/>
                  </a:lnTo>
                  <a:lnTo>
                    <a:pt x="1035357" y="1403786"/>
                  </a:lnTo>
                  <a:lnTo>
                    <a:pt x="1035344" y="1403804"/>
                  </a:lnTo>
                  <a:lnTo>
                    <a:pt x="1035342" y="1403819"/>
                  </a:lnTo>
                  <a:lnTo>
                    <a:pt x="1035337" y="1403834"/>
                  </a:lnTo>
                  <a:lnTo>
                    <a:pt x="1035337" y="1403842"/>
                  </a:lnTo>
                  <a:lnTo>
                    <a:pt x="1035335" y="1403849"/>
                  </a:lnTo>
                  <a:lnTo>
                    <a:pt x="1035333" y="1403859"/>
                  </a:lnTo>
                  <a:lnTo>
                    <a:pt x="1035330" y="1403866"/>
                  </a:lnTo>
                  <a:lnTo>
                    <a:pt x="1035320" y="1403879"/>
                  </a:lnTo>
                  <a:lnTo>
                    <a:pt x="1035313" y="1403894"/>
                  </a:lnTo>
                  <a:lnTo>
                    <a:pt x="1035310" y="1403909"/>
                  </a:lnTo>
                  <a:lnTo>
                    <a:pt x="1035306" y="1403924"/>
                  </a:lnTo>
                  <a:lnTo>
                    <a:pt x="1035302" y="1403930"/>
                  </a:lnTo>
                  <a:lnTo>
                    <a:pt x="1035293" y="1403936"/>
                  </a:lnTo>
                  <a:lnTo>
                    <a:pt x="1035282" y="1403940"/>
                  </a:lnTo>
                  <a:lnTo>
                    <a:pt x="1035271" y="1403940"/>
                  </a:lnTo>
                  <a:lnTo>
                    <a:pt x="1035265" y="1403941"/>
                  </a:lnTo>
                  <a:lnTo>
                    <a:pt x="1035255" y="1403947"/>
                  </a:lnTo>
                  <a:lnTo>
                    <a:pt x="1035252" y="1403954"/>
                  </a:lnTo>
                  <a:lnTo>
                    <a:pt x="1035250" y="1403960"/>
                  </a:lnTo>
                  <a:lnTo>
                    <a:pt x="1035250" y="1403969"/>
                  </a:lnTo>
                  <a:lnTo>
                    <a:pt x="1035248" y="1403984"/>
                  </a:lnTo>
                  <a:lnTo>
                    <a:pt x="1035246" y="1403999"/>
                  </a:lnTo>
                  <a:lnTo>
                    <a:pt x="1035242" y="1404022"/>
                  </a:lnTo>
                  <a:lnTo>
                    <a:pt x="1035244" y="1404034"/>
                  </a:lnTo>
                  <a:lnTo>
                    <a:pt x="1035238" y="1404048"/>
                  </a:lnTo>
                  <a:lnTo>
                    <a:pt x="1035227" y="1404073"/>
                  </a:lnTo>
                  <a:lnTo>
                    <a:pt x="1035210" y="1404105"/>
                  </a:lnTo>
                  <a:lnTo>
                    <a:pt x="1035202" y="1404120"/>
                  </a:lnTo>
                  <a:lnTo>
                    <a:pt x="1035193" y="1404131"/>
                  </a:lnTo>
                  <a:lnTo>
                    <a:pt x="1035177" y="1404140"/>
                  </a:lnTo>
                  <a:lnTo>
                    <a:pt x="1035165" y="1404142"/>
                  </a:lnTo>
                  <a:lnTo>
                    <a:pt x="1035151" y="1404148"/>
                  </a:lnTo>
                  <a:lnTo>
                    <a:pt x="1035136" y="1404155"/>
                  </a:lnTo>
                  <a:lnTo>
                    <a:pt x="1035122" y="1404164"/>
                  </a:lnTo>
                  <a:lnTo>
                    <a:pt x="1035108" y="1404169"/>
                  </a:lnTo>
                  <a:lnTo>
                    <a:pt x="1035094" y="1404181"/>
                  </a:lnTo>
                  <a:lnTo>
                    <a:pt x="1035081" y="1404196"/>
                  </a:lnTo>
                  <a:lnTo>
                    <a:pt x="1035073" y="1404211"/>
                  </a:lnTo>
                  <a:lnTo>
                    <a:pt x="1035067" y="1404222"/>
                  </a:lnTo>
                  <a:lnTo>
                    <a:pt x="1035048" y="1404236"/>
                  </a:lnTo>
                  <a:lnTo>
                    <a:pt x="1035039" y="1404250"/>
                  </a:lnTo>
                  <a:lnTo>
                    <a:pt x="1035034" y="1404266"/>
                  </a:lnTo>
                  <a:lnTo>
                    <a:pt x="1035029" y="1404280"/>
                  </a:lnTo>
                  <a:lnTo>
                    <a:pt x="1035015" y="1404290"/>
                  </a:lnTo>
                  <a:lnTo>
                    <a:pt x="1035011" y="1404293"/>
                  </a:lnTo>
                  <a:lnTo>
                    <a:pt x="1035001" y="1404297"/>
                  </a:lnTo>
                  <a:lnTo>
                    <a:pt x="1034987" y="1404302"/>
                  </a:lnTo>
                  <a:lnTo>
                    <a:pt x="1034972" y="1404305"/>
                  </a:lnTo>
                  <a:lnTo>
                    <a:pt x="1034958" y="1404315"/>
                  </a:lnTo>
                  <a:lnTo>
                    <a:pt x="1034953" y="1404320"/>
                  </a:lnTo>
                  <a:lnTo>
                    <a:pt x="1034948" y="1404331"/>
                  </a:lnTo>
                  <a:lnTo>
                    <a:pt x="1034945" y="1404346"/>
                  </a:lnTo>
                  <a:lnTo>
                    <a:pt x="1034940" y="1404361"/>
                  </a:lnTo>
                  <a:lnTo>
                    <a:pt x="1034935" y="1404365"/>
                  </a:lnTo>
                  <a:lnTo>
                    <a:pt x="1034929" y="1404366"/>
                  </a:lnTo>
                  <a:lnTo>
                    <a:pt x="1034921" y="1404367"/>
                  </a:lnTo>
                  <a:lnTo>
                    <a:pt x="1034914" y="1404369"/>
                  </a:lnTo>
                  <a:lnTo>
                    <a:pt x="1034900" y="1404373"/>
                  </a:lnTo>
                  <a:lnTo>
                    <a:pt x="1034875" y="1404394"/>
                  </a:lnTo>
                  <a:lnTo>
                    <a:pt x="1034873" y="1404398"/>
                  </a:lnTo>
                  <a:lnTo>
                    <a:pt x="1034866" y="1404408"/>
                  </a:lnTo>
                  <a:lnTo>
                    <a:pt x="1034857" y="1404423"/>
                  </a:lnTo>
                  <a:lnTo>
                    <a:pt x="1034853" y="1404433"/>
                  </a:lnTo>
                  <a:lnTo>
                    <a:pt x="1034848" y="1404439"/>
                  </a:lnTo>
                  <a:lnTo>
                    <a:pt x="1034843" y="1404444"/>
                  </a:lnTo>
                  <a:lnTo>
                    <a:pt x="1034836" y="1404447"/>
                  </a:lnTo>
                  <a:lnTo>
                    <a:pt x="1034826" y="1404469"/>
                  </a:lnTo>
                  <a:lnTo>
                    <a:pt x="1034823" y="1404478"/>
                  </a:lnTo>
                  <a:lnTo>
                    <a:pt x="1034821" y="1404482"/>
                  </a:lnTo>
                  <a:lnTo>
                    <a:pt x="1034810" y="1404492"/>
                  </a:lnTo>
                  <a:lnTo>
                    <a:pt x="1034805" y="1404498"/>
                  </a:lnTo>
                  <a:lnTo>
                    <a:pt x="1034800" y="1404506"/>
                  </a:lnTo>
                  <a:lnTo>
                    <a:pt x="1034799" y="1404510"/>
                  </a:lnTo>
                  <a:lnTo>
                    <a:pt x="1034789" y="1404521"/>
                  </a:lnTo>
                  <a:lnTo>
                    <a:pt x="1034776" y="1404529"/>
                  </a:lnTo>
                  <a:lnTo>
                    <a:pt x="1034762" y="1404531"/>
                  </a:lnTo>
                  <a:lnTo>
                    <a:pt x="1034756" y="1404531"/>
                  </a:lnTo>
                  <a:lnTo>
                    <a:pt x="1034749" y="1404535"/>
                  </a:lnTo>
                  <a:lnTo>
                    <a:pt x="1034749" y="1404540"/>
                  </a:lnTo>
                  <a:lnTo>
                    <a:pt x="1034760" y="1404548"/>
                  </a:lnTo>
                  <a:lnTo>
                    <a:pt x="1034766" y="1404552"/>
                  </a:lnTo>
                  <a:lnTo>
                    <a:pt x="1034774" y="1404560"/>
                  </a:lnTo>
                  <a:lnTo>
                    <a:pt x="1034778" y="1404569"/>
                  </a:lnTo>
                  <a:lnTo>
                    <a:pt x="1034777" y="1404575"/>
                  </a:lnTo>
                  <a:lnTo>
                    <a:pt x="1034774" y="1404579"/>
                  </a:lnTo>
                  <a:lnTo>
                    <a:pt x="1034764" y="1404587"/>
                  </a:lnTo>
                  <a:lnTo>
                    <a:pt x="1034758" y="1404592"/>
                  </a:lnTo>
                  <a:lnTo>
                    <a:pt x="1034750" y="1404595"/>
                  </a:lnTo>
                  <a:lnTo>
                    <a:pt x="1034736" y="1404602"/>
                  </a:lnTo>
                  <a:lnTo>
                    <a:pt x="1034729" y="1404607"/>
                  </a:lnTo>
                  <a:lnTo>
                    <a:pt x="1034723" y="1404616"/>
                  </a:lnTo>
                  <a:lnTo>
                    <a:pt x="1034719" y="1404631"/>
                  </a:lnTo>
                  <a:lnTo>
                    <a:pt x="1034717" y="1404635"/>
                  </a:lnTo>
                  <a:lnTo>
                    <a:pt x="1034715" y="1404646"/>
                  </a:lnTo>
                  <a:lnTo>
                    <a:pt x="1034716" y="1404661"/>
                  </a:lnTo>
                  <a:lnTo>
                    <a:pt x="1034715" y="1404676"/>
                  </a:lnTo>
                  <a:lnTo>
                    <a:pt x="1034715" y="1404681"/>
                  </a:lnTo>
                  <a:lnTo>
                    <a:pt x="1034713" y="1404685"/>
                  </a:lnTo>
                  <a:lnTo>
                    <a:pt x="1034708" y="1404690"/>
                  </a:lnTo>
                  <a:lnTo>
                    <a:pt x="1034694" y="1404696"/>
                  </a:lnTo>
                  <a:lnTo>
                    <a:pt x="1034687" y="1404703"/>
                  </a:lnTo>
                  <a:lnTo>
                    <a:pt x="1034685" y="1404710"/>
                  </a:lnTo>
                  <a:lnTo>
                    <a:pt x="1034683" y="1404716"/>
                  </a:lnTo>
                  <a:lnTo>
                    <a:pt x="1034683" y="1404725"/>
                  </a:lnTo>
                  <a:lnTo>
                    <a:pt x="1034683" y="1404740"/>
                  </a:lnTo>
                  <a:lnTo>
                    <a:pt x="1034685" y="1404755"/>
                  </a:lnTo>
                  <a:lnTo>
                    <a:pt x="1034687" y="1404771"/>
                  </a:lnTo>
                  <a:lnTo>
                    <a:pt x="1034683" y="1404785"/>
                  </a:lnTo>
                  <a:lnTo>
                    <a:pt x="1034681" y="1404791"/>
                  </a:lnTo>
                  <a:lnTo>
                    <a:pt x="1034672" y="1404796"/>
                  </a:lnTo>
                  <a:lnTo>
                    <a:pt x="1034651" y="1404794"/>
                  </a:lnTo>
                  <a:lnTo>
                    <a:pt x="1034637" y="1404793"/>
                  </a:lnTo>
                  <a:lnTo>
                    <a:pt x="1034623" y="1404794"/>
                  </a:lnTo>
                  <a:lnTo>
                    <a:pt x="1034609" y="1404795"/>
                  </a:lnTo>
                  <a:lnTo>
                    <a:pt x="1034594" y="1404801"/>
                  </a:lnTo>
                  <a:lnTo>
                    <a:pt x="1034578" y="1404807"/>
                  </a:lnTo>
                  <a:lnTo>
                    <a:pt x="1034558" y="1404812"/>
                  </a:lnTo>
                  <a:lnTo>
                    <a:pt x="1034544" y="1404818"/>
                  </a:lnTo>
                  <a:lnTo>
                    <a:pt x="1034516" y="1404822"/>
                  </a:lnTo>
                  <a:lnTo>
                    <a:pt x="1034501" y="1404824"/>
                  </a:lnTo>
                  <a:lnTo>
                    <a:pt x="1034487" y="1404828"/>
                  </a:lnTo>
                  <a:lnTo>
                    <a:pt x="1034474" y="1404830"/>
                  </a:lnTo>
                  <a:lnTo>
                    <a:pt x="1034458" y="1404828"/>
                  </a:lnTo>
                  <a:lnTo>
                    <a:pt x="1034447" y="1404826"/>
                  </a:lnTo>
                  <a:lnTo>
                    <a:pt x="1034435" y="1404822"/>
                  </a:lnTo>
                  <a:lnTo>
                    <a:pt x="1034429" y="1404821"/>
                  </a:lnTo>
                  <a:lnTo>
                    <a:pt x="1034419" y="1404822"/>
                  </a:lnTo>
                  <a:lnTo>
                    <a:pt x="1034415" y="1404822"/>
                  </a:lnTo>
                  <a:lnTo>
                    <a:pt x="1034390" y="1404830"/>
                  </a:lnTo>
                  <a:lnTo>
                    <a:pt x="1034376" y="1404835"/>
                  </a:lnTo>
                  <a:lnTo>
                    <a:pt x="1034362" y="1404836"/>
                  </a:lnTo>
                  <a:lnTo>
                    <a:pt x="1034351" y="1404834"/>
                  </a:lnTo>
                  <a:lnTo>
                    <a:pt x="1034329" y="1404834"/>
                  </a:lnTo>
                  <a:lnTo>
                    <a:pt x="1034319" y="1404837"/>
                  </a:lnTo>
                  <a:lnTo>
                    <a:pt x="1034315" y="1404840"/>
                  </a:lnTo>
                  <a:lnTo>
                    <a:pt x="1034312" y="1404848"/>
                  </a:lnTo>
                  <a:lnTo>
                    <a:pt x="1034312" y="1404856"/>
                  </a:lnTo>
                  <a:lnTo>
                    <a:pt x="1034314" y="1404864"/>
                  </a:lnTo>
                  <a:lnTo>
                    <a:pt x="1034320" y="1404879"/>
                  </a:lnTo>
                  <a:lnTo>
                    <a:pt x="1034322" y="1404892"/>
                  </a:lnTo>
                  <a:lnTo>
                    <a:pt x="1034323" y="1404903"/>
                  </a:lnTo>
                  <a:lnTo>
                    <a:pt x="1034323" y="1404909"/>
                  </a:lnTo>
                  <a:lnTo>
                    <a:pt x="1034320" y="1404914"/>
                  </a:lnTo>
                  <a:lnTo>
                    <a:pt x="1034314" y="1404916"/>
                  </a:lnTo>
                  <a:lnTo>
                    <a:pt x="1034310" y="1404916"/>
                  </a:lnTo>
                  <a:lnTo>
                    <a:pt x="1034297" y="1404917"/>
                  </a:lnTo>
                  <a:lnTo>
                    <a:pt x="1034281" y="1404915"/>
                  </a:lnTo>
                  <a:lnTo>
                    <a:pt x="1034267" y="1404914"/>
                  </a:lnTo>
                  <a:lnTo>
                    <a:pt x="1034253" y="1404913"/>
                  </a:lnTo>
                  <a:lnTo>
                    <a:pt x="1034239" y="1404913"/>
                  </a:lnTo>
                  <a:lnTo>
                    <a:pt x="1034230" y="1404923"/>
                  </a:lnTo>
                  <a:lnTo>
                    <a:pt x="1034233" y="1404937"/>
                  </a:lnTo>
                  <a:lnTo>
                    <a:pt x="1034238" y="1404946"/>
                  </a:lnTo>
                  <a:lnTo>
                    <a:pt x="1034240" y="1404952"/>
                  </a:lnTo>
                  <a:lnTo>
                    <a:pt x="1034243" y="1404959"/>
                  </a:lnTo>
                  <a:lnTo>
                    <a:pt x="1034244" y="1404967"/>
                  </a:lnTo>
                  <a:lnTo>
                    <a:pt x="1034239" y="1404982"/>
                  </a:lnTo>
                  <a:lnTo>
                    <a:pt x="1034233" y="1404997"/>
                  </a:lnTo>
                  <a:lnTo>
                    <a:pt x="1034229" y="1405011"/>
                  </a:lnTo>
                  <a:lnTo>
                    <a:pt x="1034227" y="1405027"/>
                  </a:lnTo>
                  <a:lnTo>
                    <a:pt x="1034227" y="1405042"/>
                  </a:lnTo>
                  <a:lnTo>
                    <a:pt x="1034226" y="1405057"/>
                  </a:lnTo>
                  <a:lnTo>
                    <a:pt x="1034231" y="1405084"/>
                  </a:lnTo>
                  <a:lnTo>
                    <a:pt x="1034230" y="1405092"/>
                  </a:lnTo>
                  <a:lnTo>
                    <a:pt x="1034228" y="1405098"/>
                  </a:lnTo>
                  <a:lnTo>
                    <a:pt x="1034225" y="1405103"/>
                  </a:lnTo>
                  <a:lnTo>
                    <a:pt x="1034216" y="1405104"/>
                  </a:lnTo>
                  <a:lnTo>
                    <a:pt x="1034211" y="1405104"/>
                  </a:lnTo>
                  <a:lnTo>
                    <a:pt x="1034201" y="1405100"/>
                  </a:lnTo>
                  <a:lnTo>
                    <a:pt x="1034195" y="1405097"/>
                  </a:lnTo>
                  <a:lnTo>
                    <a:pt x="1034187" y="1405092"/>
                  </a:lnTo>
                  <a:lnTo>
                    <a:pt x="1034177" y="1405085"/>
                  </a:lnTo>
                  <a:lnTo>
                    <a:pt x="1034173" y="1405084"/>
                  </a:lnTo>
                  <a:lnTo>
                    <a:pt x="1034159" y="1405082"/>
                  </a:lnTo>
                  <a:lnTo>
                    <a:pt x="1034152" y="1405082"/>
                  </a:lnTo>
                  <a:lnTo>
                    <a:pt x="1034145" y="1405086"/>
                  </a:lnTo>
                  <a:lnTo>
                    <a:pt x="1034135" y="1405095"/>
                  </a:lnTo>
                  <a:lnTo>
                    <a:pt x="1034130" y="1405103"/>
                  </a:lnTo>
                  <a:lnTo>
                    <a:pt x="1034122" y="1405119"/>
                  </a:lnTo>
                  <a:lnTo>
                    <a:pt x="1034116" y="1405129"/>
                  </a:lnTo>
                  <a:lnTo>
                    <a:pt x="1034107" y="1405143"/>
                  </a:lnTo>
                  <a:lnTo>
                    <a:pt x="1034092" y="1405156"/>
                  </a:lnTo>
                  <a:lnTo>
                    <a:pt x="1034079" y="1405171"/>
                  </a:lnTo>
                  <a:lnTo>
                    <a:pt x="1034069" y="1405180"/>
                  </a:lnTo>
                  <a:lnTo>
                    <a:pt x="1034061" y="1405197"/>
                  </a:lnTo>
                  <a:lnTo>
                    <a:pt x="1034058" y="1405211"/>
                  </a:lnTo>
                  <a:lnTo>
                    <a:pt x="1034056" y="1405217"/>
                  </a:lnTo>
                  <a:lnTo>
                    <a:pt x="1034047" y="1405225"/>
                  </a:lnTo>
                  <a:lnTo>
                    <a:pt x="1034040" y="1405233"/>
                  </a:lnTo>
                  <a:lnTo>
                    <a:pt x="1034038" y="1405239"/>
                  </a:lnTo>
                  <a:lnTo>
                    <a:pt x="1034036" y="1405249"/>
                  </a:lnTo>
                  <a:lnTo>
                    <a:pt x="1034034" y="1405259"/>
                  </a:lnTo>
                  <a:lnTo>
                    <a:pt x="1034032" y="1405269"/>
                  </a:lnTo>
                  <a:lnTo>
                    <a:pt x="1034020" y="1405280"/>
                  </a:lnTo>
                  <a:lnTo>
                    <a:pt x="1034006" y="1405291"/>
                  </a:lnTo>
                  <a:lnTo>
                    <a:pt x="1033994" y="1405292"/>
                  </a:lnTo>
                  <a:lnTo>
                    <a:pt x="1033978" y="1405290"/>
                  </a:lnTo>
                  <a:lnTo>
                    <a:pt x="1033962" y="1405292"/>
                  </a:lnTo>
                  <a:lnTo>
                    <a:pt x="1033949" y="1405290"/>
                  </a:lnTo>
                  <a:lnTo>
                    <a:pt x="1033940" y="1405287"/>
                  </a:lnTo>
                  <a:lnTo>
                    <a:pt x="1033934" y="1405287"/>
                  </a:lnTo>
                  <a:lnTo>
                    <a:pt x="1033921" y="1405287"/>
                  </a:lnTo>
                  <a:lnTo>
                    <a:pt x="1033911" y="1405289"/>
                  </a:lnTo>
                  <a:lnTo>
                    <a:pt x="1033905" y="1405290"/>
                  </a:lnTo>
                  <a:lnTo>
                    <a:pt x="1033892" y="1405300"/>
                  </a:lnTo>
                  <a:lnTo>
                    <a:pt x="1033878" y="1405312"/>
                  </a:lnTo>
                  <a:lnTo>
                    <a:pt x="1033867" y="1405318"/>
                  </a:lnTo>
                  <a:lnTo>
                    <a:pt x="1033861" y="1405315"/>
                  </a:lnTo>
                  <a:lnTo>
                    <a:pt x="1033850" y="1405296"/>
                  </a:lnTo>
                  <a:lnTo>
                    <a:pt x="1033840" y="1405281"/>
                  </a:lnTo>
                  <a:lnTo>
                    <a:pt x="1033826" y="1405271"/>
                  </a:lnTo>
                  <a:lnTo>
                    <a:pt x="1033822" y="1405270"/>
                  </a:lnTo>
                  <a:lnTo>
                    <a:pt x="1033812" y="1405273"/>
                  </a:lnTo>
                  <a:lnTo>
                    <a:pt x="1033805" y="1405280"/>
                  </a:lnTo>
                  <a:lnTo>
                    <a:pt x="1033790" y="1405316"/>
                  </a:lnTo>
                  <a:lnTo>
                    <a:pt x="1033788" y="1405319"/>
                  </a:lnTo>
                  <a:lnTo>
                    <a:pt x="1033783" y="1405328"/>
                  </a:lnTo>
                  <a:lnTo>
                    <a:pt x="1033773" y="1405331"/>
                  </a:lnTo>
                  <a:lnTo>
                    <a:pt x="1033764" y="1405330"/>
                  </a:lnTo>
                  <a:lnTo>
                    <a:pt x="1033750" y="1405325"/>
                  </a:lnTo>
                  <a:lnTo>
                    <a:pt x="1033742" y="1405320"/>
                  </a:lnTo>
                  <a:lnTo>
                    <a:pt x="1033736" y="1405319"/>
                  </a:lnTo>
                  <a:lnTo>
                    <a:pt x="1033721" y="1405309"/>
                  </a:lnTo>
                  <a:lnTo>
                    <a:pt x="1033709" y="1405297"/>
                  </a:lnTo>
                  <a:lnTo>
                    <a:pt x="1033703" y="1405290"/>
                  </a:lnTo>
                  <a:lnTo>
                    <a:pt x="1033697" y="1405285"/>
                  </a:lnTo>
                  <a:lnTo>
                    <a:pt x="1033692" y="1405281"/>
                  </a:lnTo>
                  <a:lnTo>
                    <a:pt x="1033689" y="1405279"/>
                  </a:lnTo>
                  <a:lnTo>
                    <a:pt x="1033681" y="1405279"/>
                  </a:lnTo>
                  <a:lnTo>
                    <a:pt x="1033667" y="1405275"/>
                  </a:lnTo>
                  <a:lnTo>
                    <a:pt x="1033645" y="1405267"/>
                  </a:lnTo>
                  <a:lnTo>
                    <a:pt x="1033637" y="1405262"/>
                  </a:lnTo>
                  <a:lnTo>
                    <a:pt x="1033629" y="1405257"/>
                  </a:lnTo>
                  <a:lnTo>
                    <a:pt x="1033623" y="1405250"/>
                  </a:lnTo>
                  <a:lnTo>
                    <a:pt x="1033620" y="1405246"/>
                  </a:lnTo>
                  <a:lnTo>
                    <a:pt x="1033616" y="1405235"/>
                  </a:lnTo>
                  <a:lnTo>
                    <a:pt x="1033614" y="1405228"/>
                  </a:lnTo>
                  <a:lnTo>
                    <a:pt x="1033608" y="1405208"/>
                  </a:lnTo>
                  <a:lnTo>
                    <a:pt x="1033607" y="1405200"/>
                  </a:lnTo>
                  <a:lnTo>
                    <a:pt x="1033605" y="1405195"/>
                  </a:lnTo>
                  <a:lnTo>
                    <a:pt x="1033602" y="1405187"/>
                  </a:lnTo>
                  <a:lnTo>
                    <a:pt x="1033595" y="1405179"/>
                  </a:lnTo>
                  <a:lnTo>
                    <a:pt x="1033586" y="1405178"/>
                  </a:lnTo>
                  <a:lnTo>
                    <a:pt x="1033582" y="1405180"/>
                  </a:lnTo>
                  <a:lnTo>
                    <a:pt x="1033576" y="1405188"/>
                  </a:lnTo>
                  <a:lnTo>
                    <a:pt x="1033563" y="1405199"/>
                  </a:lnTo>
                  <a:lnTo>
                    <a:pt x="1033557" y="1405202"/>
                  </a:lnTo>
                  <a:lnTo>
                    <a:pt x="1033547" y="1405201"/>
                  </a:lnTo>
                  <a:lnTo>
                    <a:pt x="1033536" y="1405191"/>
                  </a:lnTo>
                  <a:lnTo>
                    <a:pt x="1033526" y="1405177"/>
                  </a:lnTo>
                  <a:lnTo>
                    <a:pt x="1033518" y="1405162"/>
                  </a:lnTo>
                  <a:lnTo>
                    <a:pt x="1033515" y="1405155"/>
                  </a:lnTo>
                  <a:lnTo>
                    <a:pt x="1033511" y="1405147"/>
                  </a:lnTo>
                  <a:lnTo>
                    <a:pt x="1033510" y="1405142"/>
                  </a:lnTo>
                  <a:lnTo>
                    <a:pt x="1033503" y="1405131"/>
                  </a:lnTo>
                  <a:lnTo>
                    <a:pt x="1033492" y="1405116"/>
                  </a:lnTo>
                  <a:lnTo>
                    <a:pt x="1033479" y="1405105"/>
                  </a:lnTo>
                  <a:lnTo>
                    <a:pt x="1033467" y="1405091"/>
                  </a:lnTo>
                  <a:lnTo>
                    <a:pt x="1033454" y="1405078"/>
                  </a:lnTo>
                  <a:lnTo>
                    <a:pt x="1033439" y="1405068"/>
                  </a:lnTo>
                  <a:lnTo>
                    <a:pt x="1033425" y="1405062"/>
                  </a:lnTo>
                  <a:lnTo>
                    <a:pt x="1033411" y="1405057"/>
                  </a:lnTo>
                  <a:lnTo>
                    <a:pt x="1033397" y="1405058"/>
                  </a:lnTo>
                  <a:lnTo>
                    <a:pt x="1033383" y="1405060"/>
                  </a:lnTo>
                  <a:lnTo>
                    <a:pt x="1033375" y="1405063"/>
                  </a:lnTo>
                  <a:lnTo>
                    <a:pt x="1033367" y="1405067"/>
                  </a:lnTo>
                  <a:lnTo>
                    <a:pt x="1033358" y="1405079"/>
                  </a:lnTo>
                  <a:lnTo>
                    <a:pt x="1033351" y="1405093"/>
                  </a:lnTo>
                  <a:lnTo>
                    <a:pt x="1033346" y="1405106"/>
                  </a:lnTo>
                  <a:lnTo>
                    <a:pt x="1033345" y="1405124"/>
                  </a:lnTo>
                  <a:lnTo>
                    <a:pt x="1033345" y="1405139"/>
                  </a:lnTo>
                  <a:lnTo>
                    <a:pt x="1033344" y="1405147"/>
                  </a:lnTo>
                  <a:lnTo>
                    <a:pt x="1033343" y="1405156"/>
                  </a:lnTo>
                  <a:lnTo>
                    <a:pt x="1033338" y="1405169"/>
                  </a:lnTo>
                  <a:lnTo>
                    <a:pt x="1033334" y="1405176"/>
                  </a:lnTo>
                  <a:lnTo>
                    <a:pt x="1033332" y="1405184"/>
                  </a:lnTo>
                  <a:lnTo>
                    <a:pt x="1033322" y="1405199"/>
                  </a:lnTo>
                  <a:lnTo>
                    <a:pt x="1033318" y="1405206"/>
                  </a:lnTo>
                  <a:lnTo>
                    <a:pt x="1033313" y="1405215"/>
                  </a:lnTo>
                  <a:lnTo>
                    <a:pt x="1033308" y="1405228"/>
                  </a:lnTo>
                  <a:lnTo>
                    <a:pt x="1033298" y="1405244"/>
                  </a:lnTo>
                  <a:lnTo>
                    <a:pt x="1033285" y="1405258"/>
                  </a:lnTo>
                  <a:lnTo>
                    <a:pt x="1033274" y="1405272"/>
                  </a:lnTo>
                  <a:lnTo>
                    <a:pt x="1033262" y="1405287"/>
                  </a:lnTo>
                  <a:lnTo>
                    <a:pt x="1033249" y="1405300"/>
                  </a:lnTo>
                  <a:lnTo>
                    <a:pt x="1033243" y="1405305"/>
                  </a:lnTo>
                  <a:lnTo>
                    <a:pt x="1033235" y="1405308"/>
                  </a:lnTo>
                  <a:lnTo>
                    <a:pt x="1033213" y="1405303"/>
                  </a:lnTo>
                  <a:lnTo>
                    <a:pt x="1033207" y="1405301"/>
                  </a:lnTo>
                  <a:lnTo>
                    <a:pt x="1033198" y="1405299"/>
                  </a:lnTo>
                  <a:lnTo>
                    <a:pt x="1033184" y="1405294"/>
                  </a:lnTo>
                  <a:lnTo>
                    <a:pt x="1033170" y="1405289"/>
                  </a:lnTo>
                  <a:lnTo>
                    <a:pt x="1033164" y="1405287"/>
                  </a:lnTo>
                  <a:lnTo>
                    <a:pt x="1033155" y="1405284"/>
                  </a:lnTo>
                  <a:lnTo>
                    <a:pt x="1033142" y="1405284"/>
                  </a:lnTo>
                  <a:lnTo>
                    <a:pt x="1033127" y="1405287"/>
                  </a:lnTo>
                  <a:lnTo>
                    <a:pt x="1033123" y="1405294"/>
                  </a:lnTo>
                  <a:lnTo>
                    <a:pt x="1033119" y="1405306"/>
                  </a:lnTo>
                  <a:lnTo>
                    <a:pt x="1033117" y="1405318"/>
                  </a:lnTo>
                  <a:lnTo>
                    <a:pt x="1033117" y="1405326"/>
                  </a:lnTo>
                  <a:lnTo>
                    <a:pt x="1033122" y="1405356"/>
                  </a:lnTo>
                  <a:lnTo>
                    <a:pt x="1033121" y="1405371"/>
                  </a:lnTo>
                  <a:lnTo>
                    <a:pt x="1033119" y="1405375"/>
                  </a:lnTo>
                  <a:lnTo>
                    <a:pt x="1033113" y="1405378"/>
                  </a:lnTo>
                  <a:lnTo>
                    <a:pt x="1033106" y="1405379"/>
                  </a:lnTo>
                  <a:lnTo>
                    <a:pt x="1033095" y="1405381"/>
                  </a:lnTo>
                  <a:lnTo>
                    <a:pt x="1033085" y="1405383"/>
                  </a:lnTo>
                  <a:lnTo>
                    <a:pt x="1033078" y="1405385"/>
                  </a:lnTo>
                  <a:lnTo>
                    <a:pt x="1033068" y="1405392"/>
                  </a:lnTo>
                  <a:lnTo>
                    <a:pt x="1033061" y="1405399"/>
                  </a:lnTo>
                  <a:lnTo>
                    <a:pt x="1033060" y="1405406"/>
                  </a:lnTo>
                  <a:lnTo>
                    <a:pt x="1033065" y="1405416"/>
                  </a:lnTo>
                  <a:lnTo>
                    <a:pt x="1033069" y="1405420"/>
                  </a:lnTo>
                  <a:lnTo>
                    <a:pt x="1033079" y="1405426"/>
                  </a:lnTo>
                  <a:lnTo>
                    <a:pt x="1033094" y="1405433"/>
                  </a:lnTo>
                  <a:lnTo>
                    <a:pt x="1033097" y="1405435"/>
                  </a:lnTo>
                  <a:lnTo>
                    <a:pt x="1033107" y="1405445"/>
                  </a:lnTo>
                  <a:lnTo>
                    <a:pt x="1033109" y="1405451"/>
                  </a:lnTo>
                  <a:lnTo>
                    <a:pt x="1033109" y="1405461"/>
                  </a:lnTo>
                  <a:lnTo>
                    <a:pt x="1033106" y="1405468"/>
                  </a:lnTo>
                  <a:lnTo>
                    <a:pt x="1033100" y="1405476"/>
                  </a:lnTo>
                  <a:lnTo>
                    <a:pt x="1033085" y="1405487"/>
                  </a:lnTo>
                  <a:lnTo>
                    <a:pt x="1033082" y="1405491"/>
                  </a:lnTo>
                  <a:lnTo>
                    <a:pt x="1033072" y="1405496"/>
                  </a:lnTo>
                  <a:lnTo>
                    <a:pt x="1033069" y="1405498"/>
                  </a:lnTo>
                  <a:lnTo>
                    <a:pt x="1033058" y="1405499"/>
                  </a:lnTo>
                  <a:lnTo>
                    <a:pt x="1033044" y="1405501"/>
                  </a:lnTo>
                  <a:lnTo>
                    <a:pt x="1033029" y="1405500"/>
                  </a:lnTo>
                  <a:lnTo>
                    <a:pt x="1033018" y="1405500"/>
                  </a:lnTo>
                  <a:lnTo>
                    <a:pt x="1033001" y="1405495"/>
                  </a:lnTo>
                  <a:lnTo>
                    <a:pt x="1032992" y="1405494"/>
                  </a:lnTo>
                  <a:lnTo>
                    <a:pt x="1032987" y="1405495"/>
                  </a:lnTo>
                  <a:lnTo>
                    <a:pt x="1032981" y="1405498"/>
                  </a:lnTo>
                  <a:lnTo>
                    <a:pt x="1032978" y="1405507"/>
                  </a:lnTo>
                  <a:lnTo>
                    <a:pt x="1032979" y="1405515"/>
                  </a:lnTo>
                  <a:lnTo>
                    <a:pt x="1032984" y="1405521"/>
                  </a:lnTo>
                  <a:lnTo>
                    <a:pt x="1032999" y="1405553"/>
                  </a:lnTo>
                  <a:lnTo>
                    <a:pt x="1033000" y="1405561"/>
                  </a:lnTo>
                  <a:lnTo>
                    <a:pt x="1032997" y="1405565"/>
                  </a:lnTo>
                  <a:lnTo>
                    <a:pt x="1032981" y="1405567"/>
                  </a:lnTo>
                  <a:lnTo>
                    <a:pt x="1032967" y="1405567"/>
                  </a:lnTo>
                  <a:lnTo>
                    <a:pt x="1032953" y="1405570"/>
                  </a:lnTo>
                  <a:lnTo>
                    <a:pt x="1032941" y="1405573"/>
                  </a:lnTo>
                  <a:lnTo>
                    <a:pt x="1032930" y="1405580"/>
                  </a:lnTo>
                  <a:lnTo>
                    <a:pt x="1032925" y="1405586"/>
                  </a:lnTo>
                  <a:lnTo>
                    <a:pt x="1032925" y="1405600"/>
                  </a:lnTo>
                  <a:lnTo>
                    <a:pt x="1032928" y="1405608"/>
                  </a:lnTo>
                  <a:lnTo>
                    <a:pt x="1032928" y="1405623"/>
                  </a:lnTo>
                  <a:lnTo>
                    <a:pt x="1032926" y="1405632"/>
                  </a:lnTo>
                  <a:lnTo>
                    <a:pt x="1032922" y="1405636"/>
                  </a:lnTo>
                  <a:lnTo>
                    <a:pt x="1032912" y="1405636"/>
                  </a:lnTo>
                  <a:lnTo>
                    <a:pt x="1032886" y="1405619"/>
                  </a:lnTo>
                  <a:lnTo>
                    <a:pt x="1032876" y="1405617"/>
                  </a:lnTo>
                  <a:lnTo>
                    <a:pt x="1032868" y="1405618"/>
                  </a:lnTo>
                  <a:lnTo>
                    <a:pt x="1032859" y="1405620"/>
                  </a:lnTo>
                  <a:lnTo>
                    <a:pt x="1032851" y="1405623"/>
                  </a:lnTo>
                  <a:lnTo>
                    <a:pt x="1032845" y="1405630"/>
                  </a:lnTo>
                  <a:lnTo>
                    <a:pt x="1032840" y="1405638"/>
                  </a:lnTo>
                  <a:lnTo>
                    <a:pt x="1032838" y="1405645"/>
                  </a:lnTo>
                  <a:lnTo>
                    <a:pt x="1032834" y="1405658"/>
                  </a:lnTo>
                  <a:lnTo>
                    <a:pt x="1032827" y="1405662"/>
                  </a:lnTo>
                  <a:lnTo>
                    <a:pt x="1032819" y="1405659"/>
                  </a:lnTo>
                  <a:lnTo>
                    <a:pt x="1032813" y="1405655"/>
                  </a:lnTo>
                  <a:lnTo>
                    <a:pt x="1032805" y="1405646"/>
                  </a:lnTo>
                  <a:lnTo>
                    <a:pt x="1032799" y="1405638"/>
                  </a:lnTo>
                  <a:lnTo>
                    <a:pt x="1032791" y="1405635"/>
                  </a:lnTo>
                  <a:lnTo>
                    <a:pt x="1032785" y="1405637"/>
                  </a:lnTo>
                  <a:lnTo>
                    <a:pt x="1032779" y="1405644"/>
                  </a:lnTo>
                  <a:lnTo>
                    <a:pt x="1032777" y="1405651"/>
                  </a:lnTo>
                  <a:lnTo>
                    <a:pt x="1032779" y="1405660"/>
                  </a:lnTo>
                  <a:lnTo>
                    <a:pt x="1032779" y="1405666"/>
                  </a:lnTo>
                  <a:lnTo>
                    <a:pt x="1032782" y="1405677"/>
                  </a:lnTo>
                  <a:lnTo>
                    <a:pt x="1032777" y="1405690"/>
                  </a:lnTo>
                  <a:lnTo>
                    <a:pt x="1032771" y="1405694"/>
                  </a:lnTo>
                  <a:lnTo>
                    <a:pt x="1032749" y="1405693"/>
                  </a:lnTo>
                  <a:lnTo>
                    <a:pt x="1032735" y="1405692"/>
                  </a:lnTo>
                  <a:lnTo>
                    <a:pt x="1032728" y="1405690"/>
                  </a:lnTo>
                  <a:lnTo>
                    <a:pt x="1032721" y="1405686"/>
                  </a:lnTo>
                  <a:lnTo>
                    <a:pt x="1032709" y="1405676"/>
                  </a:lnTo>
                  <a:lnTo>
                    <a:pt x="1032703" y="1405673"/>
                  </a:lnTo>
                  <a:lnTo>
                    <a:pt x="1032695" y="1405673"/>
                  </a:lnTo>
                  <a:lnTo>
                    <a:pt x="1032691" y="1405678"/>
                  </a:lnTo>
                  <a:lnTo>
                    <a:pt x="1032688" y="1405691"/>
                  </a:lnTo>
                  <a:lnTo>
                    <a:pt x="1032687" y="1405696"/>
                  </a:lnTo>
                  <a:lnTo>
                    <a:pt x="1032686" y="1405700"/>
                  </a:lnTo>
                  <a:lnTo>
                    <a:pt x="1032680" y="1405709"/>
                  </a:lnTo>
                  <a:lnTo>
                    <a:pt x="1032676" y="1405712"/>
                  </a:lnTo>
                  <a:lnTo>
                    <a:pt x="1032669" y="1405714"/>
                  </a:lnTo>
                  <a:lnTo>
                    <a:pt x="1032654" y="1405717"/>
                  </a:lnTo>
                  <a:lnTo>
                    <a:pt x="1032650" y="1405715"/>
                  </a:lnTo>
                  <a:lnTo>
                    <a:pt x="1032643" y="1405712"/>
                  </a:lnTo>
                  <a:lnTo>
                    <a:pt x="1032636" y="1405702"/>
                  </a:lnTo>
                  <a:lnTo>
                    <a:pt x="1032635" y="1405695"/>
                  </a:lnTo>
                  <a:lnTo>
                    <a:pt x="1032636" y="1405680"/>
                  </a:lnTo>
                  <a:lnTo>
                    <a:pt x="1032629" y="1405664"/>
                  </a:lnTo>
                  <a:lnTo>
                    <a:pt x="1032622" y="1405661"/>
                  </a:lnTo>
                  <a:lnTo>
                    <a:pt x="1032601" y="1405659"/>
                  </a:lnTo>
                  <a:lnTo>
                    <a:pt x="1032593" y="1405659"/>
                  </a:lnTo>
                  <a:lnTo>
                    <a:pt x="1032588" y="1405661"/>
                  </a:lnTo>
                  <a:lnTo>
                    <a:pt x="1032580" y="1405663"/>
                  </a:lnTo>
                  <a:lnTo>
                    <a:pt x="1032574" y="1405667"/>
                  </a:lnTo>
                  <a:lnTo>
                    <a:pt x="1032561" y="1405675"/>
                  </a:lnTo>
                  <a:lnTo>
                    <a:pt x="1032562" y="1405692"/>
                  </a:lnTo>
                  <a:lnTo>
                    <a:pt x="1032566" y="1405699"/>
                  </a:lnTo>
                  <a:lnTo>
                    <a:pt x="1032567" y="1405707"/>
                  </a:lnTo>
                  <a:lnTo>
                    <a:pt x="1032564" y="1405712"/>
                  </a:lnTo>
                  <a:lnTo>
                    <a:pt x="1032554" y="1405717"/>
                  </a:lnTo>
                  <a:lnTo>
                    <a:pt x="1032539" y="1405720"/>
                  </a:lnTo>
                  <a:lnTo>
                    <a:pt x="1032523" y="1405721"/>
                  </a:lnTo>
                  <a:lnTo>
                    <a:pt x="1032514" y="1405720"/>
                  </a:lnTo>
                  <a:lnTo>
                    <a:pt x="1032507" y="1405713"/>
                  </a:lnTo>
                  <a:lnTo>
                    <a:pt x="1032505" y="1405708"/>
                  </a:lnTo>
                  <a:lnTo>
                    <a:pt x="1032500" y="1405691"/>
                  </a:lnTo>
                  <a:lnTo>
                    <a:pt x="1032493" y="1405678"/>
                  </a:lnTo>
                  <a:lnTo>
                    <a:pt x="1032483" y="1405663"/>
                  </a:lnTo>
                  <a:lnTo>
                    <a:pt x="1032474" y="1405654"/>
                  </a:lnTo>
                  <a:lnTo>
                    <a:pt x="1032467" y="1405650"/>
                  </a:lnTo>
                  <a:lnTo>
                    <a:pt x="1032445" y="1405642"/>
                  </a:lnTo>
                  <a:lnTo>
                    <a:pt x="1032431" y="1405639"/>
                  </a:lnTo>
                  <a:lnTo>
                    <a:pt x="1032417" y="1405638"/>
                  </a:lnTo>
                  <a:lnTo>
                    <a:pt x="1032409" y="1405639"/>
                  </a:lnTo>
                  <a:lnTo>
                    <a:pt x="1032403" y="1405644"/>
                  </a:lnTo>
                  <a:lnTo>
                    <a:pt x="1032389" y="1405658"/>
                  </a:lnTo>
                  <a:lnTo>
                    <a:pt x="1032386" y="1405664"/>
                  </a:lnTo>
                  <a:lnTo>
                    <a:pt x="1032381" y="1405673"/>
                  </a:lnTo>
                  <a:lnTo>
                    <a:pt x="1032376" y="1405688"/>
                  </a:lnTo>
                  <a:lnTo>
                    <a:pt x="1032373" y="1405693"/>
                  </a:lnTo>
                  <a:lnTo>
                    <a:pt x="1032364" y="1405703"/>
                  </a:lnTo>
                  <a:lnTo>
                    <a:pt x="1032360" y="1405708"/>
                  </a:lnTo>
                  <a:lnTo>
                    <a:pt x="1032339" y="1405726"/>
                  </a:lnTo>
                  <a:lnTo>
                    <a:pt x="1032323" y="1405722"/>
                  </a:lnTo>
                  <a:lnTo>
                    <a:pt x="1032316" y="1405720"/>
                  </a:lnTo>
                  <a:lnTo>
                    <a:pt x="1032312" y="1405716"/>
                  </a:lnTo>
                  <a:lnTo>
                    <a:pt x="1032300" y="1405701"/>
                  </a:lnTo>
                  <a:lnTo>
                    <a:pt x="1032290" y="1405695"/>
                  </a:lnTo>
                  <a:lnTo>
                    <a:pt x="1032286" y="1405696"/>
                  </a:lnTo>
                  <a:lnTo>
                    <a:pt x="1032280" y="1405700"/>
                  </a:lnTo>
                  <a:lnTo>
                    <a:pt x="1032274" y="1405709"/>
                  </a:lnTo>
                  <a:lnTo>
                    <a:pt x="1032266" y="1405725"/>
                  </a:lnTo>
                  <a:lnTo>
                    <a:pt x="1032255" y="1405738"/>
                  </a:lnTo>
                  <a:lnTo>
                    <a:pt x="1032250" y="1405744"/>
                  </a:lnTo>
                  <a:lnTo>
                    <a:pt x="1032239" y="1405756"/>
                  </a:lnTo>
                  <a:lnTo>
                    <a:pt x="1032227" y="1405766"/>
                  </a:lnTo>
                  <a:lnTo>
                    <a:pt x="1032214" y="1405779"/>
                  </a:lnTo>
                  <a:lnTo>
                    <a:pt x="1032205" y="1405788"/>
                  </a:lnTo>
                  <a:lnTo>
                    <a:pt x="1032203" y="1405792"/>
                  </a:lnTo>
                  <a:lnTo>
                    <a:pt x="1032200" y="1405807"/>
                  </a:lnTo>
                  <a:lnTo>
                    <a:pt x="1032197" y="1405822"/>
                  </a:lnTo>
                  <a:lnTo>
                    <a:pt x="1032198" y="1405837"/>
                  </a:lnTo>
                  <a:lnTo>
                    <a:pt x="1032197" y="1405847"/>
                  </a:lnTo>
                  <a:lnTo>
                    <a:pt x="1032196" y="1405852"/>
                  </a:lnTo>
                  <a:lnTo>
                    <a:pt x="1032190" y="1405868"/>
                  </a:lnTo>
                  <a:lnTo>
                    <a:pt x="1032184" y="1405873"/>
                  </a:lnTo>
                  <a:lnTo>
                    <a:pt x="1032175" y="1405881"/>
                  </a:lnTo>
                  <a:lnTo>
                    <a:pt x="1032164" y="1405884"/>
                  </a:lnTo>
                  <a:lnTo>
                    <a:pt x="1032159" y="1405884"/>
                  </a:lnTo>
                  <a:lnTo>
                    <a:pt x="1032155" y="1405881"/>
                  </a:lnTo>
                  <a:lnTo>
                    <a:pt x="1032148" y="1405875"/>
                  </a:lnTo>
                  <a:lnTo>
                    <a:pt x="1032142" y="1405858"/>
                  </a:lnTo>
                  <a:lnTo>
                    <a:pt x="1032128" y="1405846"/>
                  </a:lnTo>
                  <a:lnTo>
                    <a:pt x="1032117" y="1405848"/>
                  </a:lnTo>
                  <a:lnTo>
                    <a:pt x="1032110" y="1405852"/>
                  </a:lnTo>
                  <a:lnTo>
                    <a:pt x="1032098" y="1405857"/>
                  </a:lnTo>
                  <a:lnTo>
                    <a:pt x="1032090" y="1405868"/>
                  </a:lnTo>
                  <a:lnTo>
                    <a:pt x="1032086" y="1405875"/>
                  </a:lnTo>
                  <a:lnTo>
                    <a:pt x="1032084" y="1405883"/>
                  </a:lnTo>
                  <a:lnTo>
                    <a:pt x="1032078" y="1405896"/>
                  </a:lnTo>
                  <a:lnTo>
                    <a:pt x="1032075" y="1405900"/>
                  </a:lnTo>
                  <a:lnTo>
                    <a:pt x="1032064" y="1405908"/>
                  </a:lnTo>
                  <a:lnTo>
                    <a:pt x="1032057" y="1405909"/>
                  </a:lnTo>
                  <a:lnTo>
                    <a:pt x="1032042" y="1405910"/>
                  </a:lnTo>
                  <a:lnTo>
                    <a:pt x="1032028" y="1405909"/>
                  </a:lnTo>
                  <a:lnTo>
                    <a:pt x="1032014" y="1405908"/>
                  </a:lnTo>
                  <a:lnTo>
                    <a:pt x="1032000" y="1405901"/>
                  </a:lnTo>
                  <a:lnTo>
                    <a:pt x="1031992" y="1405897"/>
                  </a:lnTo>
                  <a:lnTo>
                    <a:pt x="1031990" y="1405890"/>
                  </a:lnTo>
                  <a:lnTo>
                    <a:pt x="1031994" y="1405873"/>
                  </a:lnTo>
                  <a:lnTo>
                    <a:pt x="1032001" y="1405860"/>
                  </a:lnTo>
                  <a:lnTo>
                    <a:pt x="1032002" y="1405850"/>
                  </a:lnTo>
                  <a:lnTo>
                    <a:pt x="1031999" y="1405845"/>
                  </a:lnTo>
                  <a:lnTo>
                    <a:pt x="1031996" y="1405842"/>
                  </a:lnTo>
                  <a:lnTo>
                    <a:pt x="1031985" y="1405838"/>
                  </a:lnTo>
                  <a:lnTo>
                    <a:pt x="1031979" y="1405835"/>
                  </a:lnTo>
                  <a:lnTo>
                    <a:pt x="1031971" y="1405834"/>
                  </a:lnTo>
                  <a:lnTo>
                    <a:pt x="1031966" y="1405835"/>
                  </a:lnTo>
                  <a:lnTo>
                    <a:pt x="1031960" y="1405838"/>
                  </a:lnTo>
                  <a:lnTo>
                    <a:pt x="1031957" y="1405841"/>
                  </a:lnTo>
                  <a:lnTo>
                    <a:pt x="1031950" y="1405846"/>
                  </a:lnTo>
                  <a:lnTo>
                    <a:pt x="1031945" y="1405849"/>
                  </a:lnTo>
                  <a:lnTo>
                    <a:pt x="1031936" y="1405849"/>
                  </a:lnTo>
                  <a:lnTo>
                    <a:pt x="1031930" y="1405842"/>
                  </a:lnTo>
                  <a:lnTo>
                    <a:pt x="1031923" y="1405828"/>
                  </a:lnTo>
                  <a:lnTo>
                    <a:pt x="1031920" y="1405826"/>
                  </a:lnTo>
                  <a:lnTo>
                    <a:pt x="1031914" y="1405822"/>
                  </a:lnTo>
                  <a:lnTo>
                    <a:pt x="1031896" y="1405815"/>
                  </a:lnTo>
                  <a:lnTo>
                    <a:pt x="1031888" y="1405815"/>
                  </a:lnTo>
                  <a:lnTo>
                    <a:pt x="1031876" y="1405820"/>
                  </a:lnTo>
                  <a:lnTo>
                    <a:pt x="1031865" y="1405822"/>
                  </a:lnTo>
                  <a:lnTo>
                    <a:pt x="1031858" y="1405822"/>
                  </a:lnTo>
                  <a:lnTo>
                    <a:pt x="1031851" y="1405818"/>
                  </a:lnTo>
                  <a:lnTo>
                    <a:pt x="1031846" y="1405803"/>
                  </a:lnTo>
                  <a:lnTo>
                    <a:pt x="1031842" y="1405788"/>
                  </a:lnTo>
                  <a:lnTo>
                    <a:pt x="1031840" y="1405783"/>
                  </a:lnTo>
                  <a:lnTo>
                    <a:pt x="1031835" y="1405777"/>
                  </a:lnTo>
                  <a:lnTo>
                    <a:pt x="1031830" y="1405775"/>
                  </a:lnTo>
                  <a:lnTo>
                    <a:pt x="1031824" y="1405773"/>
                  </a:lnTo>
                  <a:lnTo>
                    <a:pt x="1031816" y="1405771"/>
                  </a:lnTo>
                  <a:lnTo>
                    <a:pt x="1031809" y="1405771"/>
                  </a:lnTo>
                  <a:lnTo>
                    <a:pt x="1031802" y="1405767"/>
                  </a:lnTo>
                  <a:lnTo>
                    <a:pt x="1031799" y="1405764"/>
                  </a:lnTo>
                  <a:lnTo>
                    <a:pt x="1031788" y="1405759"/>
                  </a:lnTo>
                  <a:lnTo>
                    <a:pt x="1031778" y="1405756"/>
                  </a:lnTo>
                  <a:lnTo>
                    <a:pt x="1031764" y="1405753"/>
                  </a:lnTo>
                  <a:lnTo>
                    <a:pt x="1031747" y="1405750"/>
                  </a:lnTo>
                  <a:lnTo>
                    <a:pt x="1031729" y="1405751"/>
                  </a:lnTo>
                  <a:lnTo>
                    <a:pt x="1031713" y="1405761"/>
                  </a:lnTo>
                  <a:lnTo>
                    <a:pt x="1031708" y="1405763"/>
                  </a:lnTo>
                  <a:lnTo>
                    <a:pt x="1031694" y="1405760"/>
                  </a:lnTo>
                  <a:lnTo>
                    <a:pt x="1031679" y="1405762"/>
                  </a:lnTo>
                  <a:lnTo>
                    <a:pt x="1031670" y="1405766"/>
                  </a:lnTo>
                  <a:lnTo>
                    <a:pt x="1031657" y="1405773"/>
                  </a:lnTo>
                  <a:lnTo>
                    <a:pt x="1031651" y="1405778"/>
                  </a:lnTo>
                  <a:lnTo>
                    <a:pt x="1031641" y="1405783"/>
                  </a:lnTo>
                  <a:lnTo>
                    <a:pt x="1031636" y="1405786"/>
                  </a:lnTo>
                  <a:lnTo>
                    <a:pt x="1031622" y="1405791"/>
                  </a:lnTo>
                  <a:lnTo>
                    <a:pt x="1031610" y="1405795"/>
                  </a:lnTo>
                  <a:lnTo>
                    <a:pt x="1031601" y="1405796"/>
                  </a:lnTo>
                  <a:lnTo>
                    <a:pt x="1031594" y="1405795"/>
                  </a:lnTo>
                  <a:lnTo>
                    <a:pt x="1031578" y="1405791"/>
                  </a:lnTo>
                  <a:lnTo>
                    <a:pt x="1031550" y="1405772"/>
                  </a:lnTo>
                  <a:lnTo>
                    <a:pt x="1031542" y="1405761"/>
                  </a:lnTo>
                  <a:lnTo>
                    <a:pt x="1031530" y="1405748"/>
                  </a:lnTo>
                  <a:lnTo>
                    <a:pt x="1031515" y="1405743"/>
                  </a:lnTo>
                  <a:lnTo>
                    <a:pt x="1031509" y="1405741"/>
                  </a:lnTo>
                  <a:lnTo>
                    <a:pt x="1031491" y="1405722"/>
                  </a:lnTo>
                  <a:lnTo>
                    <a:pt x="1031490" y="1405716"/>
                  </a:lnTo>
                  <a:lnTo>
                    <a:pt x="1031490" y="1405707"/>
                  </a:lnTo>
                  <a:lnTo>
                    <a:pt x="1031492" y="1405685"/>
                  </a:lnTo>
                  <a:lnTo>
                    <a:pt x="1031492" y="1405670"/>
                  </a:lnTo>
                  <a:lnTo>
                    <a:pt x="1031492" y="1405655"/>
                  </a:lnTo>
                  <a:lnTo>
                    <a:pt x="1031491" y="1405640"/>
                  </a:lnTo>
                  <a:lnTo>
                    <a:pt x="1031492" y="1405625"/>
                  </a:lnTo>
                  <a:lnTo>
                    <a:pt x="1031492" y="1405617"/>
                  </a:lnTo>
                  <a:lnTo>
                    <a:pt x="1031490" y="1405610"/>
                  </a:lnTo>
                  <a:lnTo>
                    <a:pt x="1031489" y="1405600"/>
                  </a:lnTo>
                  <a:lnTo>
                    <a:pt x="1031486" y="1405595"/>
                  </a:lnTo>
                  <a:lnTo>
                    <a:pt x="1031460" y="1405569"/>
                  </a:lnTo>
                  <a:lnTo>
                    <a:pt x="1031455" y="1405565"/>
                  </a:lnTo>
                  <a:lnTo>
                    <a:pt x="1031446" y="1405562"/>
                  </a:lnTo>
                  <a:lnTo>
                    <a:pt x="1031432" y="1405562"/>
                  </a:lnTo>
                  <a:lnTo>
                    <a:pt x="1031418" y="1405564"/>
                  </a:lnTo>
                  <a:lnTo>
                    <a:pt x="1031389" y="1405568"/>
                  </a:lnTo>
                  <a:lnTo>
                    <a:pt x="1031375" y="1405569"/>
                  </a:lnTo>
                  <a:lnTo>
                    <a:pt x="1031357" y="1405564"/>
                  </a:lnTo>
                  <a:lnTo>
                    <a:pt x="1031353" y="1405550"/>
                  </a:lnTo>
                  <a:lnTo>
                    <a:pt x="1031356" y="1405535"/>
                  </a:lnTo>
                  <a:lnTo>
                    <a:pt x="1031363" y="1405520"/>
                  </a:lnTo>
                  <a:lnTo>
                    <a:pt x="1031367" y="1405510"/>
                  </a:lnTo>
                  <a:lnTo>
                    <a:pt x="1031370" y="1405505"/>
                  </a:lnTo>
                  <a:lnTo>
                    <a:pt x="1031380" y="1405492"/>
                  </a:lnTo>
                  <a:lnTo>
                    <a:pt x="1031391" y="1405477"/>
                  </a:lnTo>
                  <a:lnTo>
                    <a:pt x="1031404" y="1405464"/>
                  </a:lnTo>
                  <a:lnTo>
                    <a:pt x="1031418" y="1405448"/>
                  </a:lnTo>
                  <a:lnTo>
                    <a:pt x="1031429" y="1405435"/>
                  </a:lnTo>
                  <a:lnTo>
                    <a:pt x="1031447" y="1405417"/>
                  </a:lnTo>
                  <a:lnTo>
                    <a:pt x="1031461" y="1405408"/>
                  </a:lnTo>
                  <a:lnTo>
                    <a:pt x="1031474" y="1405396"/>
                  </a:lnTo>
                  <a:lnTo>
                    <a:pt x="1031480" y="1405389"/>
                  </a:lnTo>
                  <a:lnTo>
                    <a:pt x="1031482" y="1405381"/>
                  </a:lnTo>
                  <a:lnTo>
                    <a:pt x="1031482" y="1405357"/>
                  </a:lnTo>
                  <a:lnTo>
                    <a:pt x="1031476" y="1405333"/>
                  </a:lnTo>
                  <a:lnTo>
                    <a:pt x="1031472" y="1405318"/>
                  </a:lnTo>
                  <a:lnTo>
                    <a:pt x="1031467" y="1405303"/>
                  </a:lnTo>
                  <a:lnTo>
                    <a:pt x="1031461" y="1405288"/>
                  </a:lnTo>
                  <a:lnTo>
                    <a:pt x="1031454" y="1405273"/>
                  </a:lnTo>
                  <a:lnTo>
                    <a:pt x="1031445" y="1405258"/>
                  </a:lnTo>
                  <a:lnTo>
                    <a:pt x="1031433" y="1405244"/>
                  </a:lnTo>
                  <a:lnTo>
                    <a:pt x="1031421" y="1405234"/>
                  </a:lnTo>
                  <a:lnTo>
                    <a:pt x="1031412" y="1405232"/>
                  </a:lnTo>
                  <a:lnTo>
                    <a:pt x="1031376" y="1405223"/>
                  </a:lnTo>
                  <a:lnTo>
                    <a:pt x="1031362" y="1405219"/>
                  </a:lnTo>
                  <a:lnTo>
                    <a:pt x="1031348" y="1405211"/>
                  </a:lnTo>
                  <a:lnTo>
                    <a:pt x="1031334" y="1405201"/>
                  </a:lnTo>
                  <a:lnTo>
                    <a:pt x="1031326" y="1405196"/>
                  </a:lnTo>
                  <a:lnTo>
                    <a:pt x="1031320" y="1405190"/>
                  </a:lnTo>
                  <a:lnTo>
                    <a:pt x="1031306" y="1405178"/>
                  </a:lnTo>
                  <a:lnTo>
                    <a:pt x="1031291" y="1405167"/>
                  </a:lnTo>
                  <a:lnTo>
                    <a:pt x="1031277" y="1405155"/>
                  </a:lnTo>
                  <a:lnTo>
                    <a:pt x="1031263" y="1405140"/>
                  </a:lnTo>
                  <a:lnTo>
                    <a:pt x="1031254" y="1405125"/>
                  </a:lnTo>
                  <a:lnTo>
                    <a:pt x="1031250" y="1405110"/>
                  </a:lnTo>
                  <a:lnTo>
                    <a:pt x="1031249" y="1405100"/>
                  </a:lnTo>
                  <a:lnTo>
                    <a:pt x="1031250" y="1405080"/>
                  </a:lnTo>
                  <a:lnTo>
                    <a:pt x="1031252" y="1405065"/>
                  </a:lnTo>
                  <a:lnTo>
                    <a:pt x="1031255" y="1405050"/>
                  </a:lnTo>
                  <a:lnTo>
                    <a:pt x="1031256" y="1405034"/>
                  </a:lnTo>
                  <a:lnTo>
                    <a:pt x="1031253" y="1405025"/>
                  </a:lnTo>
                  <a:lnTo>
                    <a:pt x="1031248" y="1405019"/>
                  </a:lnTo>
                  <a:lnTo>
                    <a:pt x="1031232" y="1405007"/>
                  </a:lnTo>
                  <a:lnTo>
                    <a:pt x="1031218" y="1405000"/>
                  </a:lnTo>
                  <a:lnTo>
                    <a:pt x="1031205" y="1404994"/>
                  </a:lnTo>
                  <a:lnTo>
                    <a:pt x="1031190" y="1404990"/>
                  </a:lnTo>
                  <a:lnTo>
                    <a:pt x="1031176" y="1404986"/>
                  </a:lnTo>
                  <a:lnTo>
                    <a:pt x="1031153" y="1404978"/>
                  </a:lnTo>
                  <a:lnTo>
                    <a:pt x="1031141" y="1404974"/>
                  </a:lnTo>
                  <a:lnTo>
                    <a:pt x="1031133" y="1404970"/>
                  </a:lnTo>
                  <a:lnTo>
                    <a:pt x="1031127" y="1404967"/>
                  </a:lnTo>
                  <a:lnTo>
                    <a:pt x="1031120" y="1404961"/>
                  </a:lnTo>
                  <a:lnTo>
                    <a:pt x="1031115" y="1404958"/>
                  </a:lnTo>
                  <a:lnTo>
                    <a:pt x="1031106" y="1404948"/>
                  </a:lnTo>
                  <a:lnTo>
                    <a:pt x="1031092" y="1404935"/>
                  </a:lnTo>
                  <a:lnTo>
                    <a:pt x="1031078" y="1404925"/>
                  </a:lnTo>
                  <a:lnTo>
                    <a:pt x="1031064" y="1404915"/>
                  </a:lnTo>
                  <a:lnTo>
                    <a:pt x="1031036" y="1404903"/>
                  </a:lnTo>
                  <a:lnTo>
                    <a:pt x="1031022" y="1404895"/>
                  </a:lnTo>
                  <a:lnTo>
                    <a:pt x="1031008" y="1404888"/>
                  </a:lnTo>
                  <a:lnTo>
                    <a:pt x="1030993" y="1404880"/>
                  </a:lnTo>
                  <a:lnTo>
                    <a:pt x="1030979" y="1404874"/>
                  </a:lnTo>
                  <a:lnTo>
                    <a:pt x="1030965" y="1404864"/>
                  </a:lnTo>
                  <a:lnTo>
                    <a:pt x="1030951" y="1404855"/>
                  </a:lnTo>
                  <a:lnTo>
                    <a:pt x="1030937" y="1404847"/>
                  </a:lnTo>
                  <a:lnTo>
                    <a:pt x="1030923" y="1404841"/>
                  </a:lnTo>
                  <a:lnTo>
                    <a:pt x="1030909" y="1404837"/>
                  </a:lnTo>
                  <a:lnTo>
                    <a:pt x="1030895" y="1404833"/>
                  </a:lnTo>
                  <a:lnTo>
                    <a:pt x="1030882" y="1404825"/>
                  </a:lnTo>
                  <a:lnTo>
                    <a:pt x="1030867" y="1404811"/>
                  </a:lnTo>
                  <a:lnTo>
                    <a:pt x="1030857" y="1404798"/>
                  </a:lnTo>
                  <a:lnTo>
                    <a:pt x="1030852" y="1404783"/>
                  </a:lnTo>
                  <a:lnTo>
                    <a:pt x="1030844" y="1404768"/>
                  </a:lnTo>
                  <a:lnTo>
                    <a:pt x="1030833" y="1404756"/>
                  </a:lnTo>
                  <a:lnTo>
                    <a:pt x="1030823" y="1404738"/>
                  </a:lnTo>
                  <a:lnTo>
                    <a:pt x="1030813" y="1404723"/>
                  </a:lnTo>
                  <a:lnTo>
                    <a:pt x="1030809" y="1404715"/>
                  </a:lnTo>
                  <a:lnTo>
                    <a:pt x="1030803" y="1404688"/>
                  </a:lnTo>
                  <a:lnTo>
                    <a:pt x="1030801" y="1404676"/>
                  </a:lnTo>
                  <a:lnTo>
                    <a:pt x="1030795" y="1404651"/>
                  </a:lnTo>
                  <a:lnTo>
                    <a:pt x="1030790" y="1404635"/>
                  </a:lnTo>
                  <a:lnTo>
                    <a:pt x="1030788" y="1404620"/>
                  </a:lnTo>
                  <a:lnTo>
                    <a:pt x="1030789" y="1404603"/>
                  </a:lnTo>
                  <a:lnTo>
                    <a:pt x="1030788" y="1404589"/>
                  </a:lnTo>
                  <a:lnTo>
                    <a:pt x="1030789" y="1404573"/>
                  </a:lnTo>
                  <a:lnTo>
                    <a:pt x="1030789" y="1404559"/>
                  </a:lnTo>
                  <a:lnTo>
                    <a:pt x="1030792" y="1404544"/>
                  </a:lnTo>
                  <a:lnTo>
                    <a:pt x="1030797" y="1404533"/>
                  </a:lnTo>
                  <a:lnTo>
                    <a:pt x="1030797" y="1404514"/>
                  </a:lnTo>
                  <a:lnTo>
                    <a:pt x="1030795" y="1404504"/>
                  </a:lnTo>
                  <a:lnTo>
                    <a:pt x="1030792" y="1404494"/>
                  </a:lnTo>
                  <a:lnTo>
                    <a:pt x="1030787" y="1404486"/>
                  </a:lnTo>
                  <a:lnTo>
                    <a:pt x="1030775" y="1404473"/>
                  </a:lnTo>
                  <a:lnTo>
                    <a:pt x="1030761" y="1404460"/>
                  </a:lnTo>
                  <a:lnTo>
                    <a:pt x="1030746" y="1404447"/>
                  </a:lnTo>
                  <a:lnTo>
                    <a:pt x="1030733" y="1404437"/>
                  </a:lnTo>
                  <a:lnTo>
                    <a:pt x="1030719" y="1404424"/>
                  </a:lnTo>
                  <a:lnTo>
                    <a:pt x="1030708" y="1404409"/>
                  </a:lnTo>
                  <a:lnTo>
                    <a:pt x="1030695" y="1404394"/>
                  </a:lnTo>
                  <a:lnTo>
                    <a:pt x="1030680" y="1404381"/>
                  </a:lnTo>
                  <a:lnTo>
                    <a:pt x="1030668" y="1404369"/>
                  </a:lnTo>
                  <a:lnTo>
                    <a:pt x="1030659" y="1404361"/>
                  </a:lnTo>
                  <a:lnTo>
                    <a:pt x="1030649" y="1404349"/>
                  </a:lnTo>
                  <a:lnTo>
                    <a:pt x="1030645" y="1404343"/>
                  </a:lnTo>
                  <a:lnTo>
                    <a:pt x="1030636" y="1404328"/>
                  </a:lnTo>
                  <a:lnTo>
                    <a:pt x="1030630" y="1404317"/>
                  </a:lnTo>
                  <a:lnTo>
                    <a:pt x="1030621" y="1404298"/>
                  </a:lnTo>
                  <a:lnTo>
                    <a:pt x="1030614" y="1404278"/>
                  </a:lnTo>
                  <a:lnTo>
                    <a:pt x="1030611" y="1404265"/>
                  </a:lnTo>
                  <a:lnTo>
                    <a:pt x="1030606" y="1404237"/>
                  </a:lnTo>
                  <a:lnTo>
                    <a:pt x="1030604" y="1404231"/>
                  </a:lnTo>
                  <a:lnTo>
                    <a:pt x="1030599" y="1404222"/>
                  </a:lnTo>
                  <a:lnTo>
                    <a:pt x="1030597" y="1404213"/>
                  </a:lnTo>
                  <a:lnTo>
                    <a:pt x="1030593" y="1404207"/>
                  </a:lnTo>
                  <a:lnTo>
                    <a:pt x="1030584" y="1404189"/>
                  </a:lnTo>
                  <a:lnTo>
                    <a:pt x="1030576" y="1404179"/>
                  </a:lnTo>
                  <a:lnTo>
                    <a:pt x="1030536" y="1404147"/>
                  </a:lnTo>
                  <a:lnTo>
                    <a:pt x="1030515" y="1404128"/>
                  </a:lnTo>
                  <a:lnTo>
                    <a:pt x="1030499" y="1404109"/>
                  </a:lnTo>
                  <a:lnTo>
                    <a:pt x="1030493" y="1404092"/>
                  </a:lnTo>
                  <a:lnTo>
                    <a:pt x="1030481" y="1404065"/>
                  </a:lnTo>
                  <a:lnTo>
                    <a:pt x="1030471" y="1404045"/>
                  </a:lnTo>
                  <a:lnTo>
                    <a:pt x="1030460" y="1404024"/>
                  </a:lnTo>
                  <a:lnTo>
                    <a:pt x="1030446" y="1404006"/>
                  </a:lnTo>
                  <a:lnTo>
                    <a:pt x="1030439" y="1403996"/>
                  </a:lnTo>
                  <a:lnTo>
                    <a:pt x="1030436" y="1403983"/>
                  </a:lnTo>
                  <a:lnTo>
                    <a:pt x="1030441" y="1403965"/>
                  </a:lnTo>
                  <a:lnTo>
                    <a:pt x="1030453" y="1403950"/>
                  </a:lnTo>
                  <a:lnTo>
                    <a:pt x="1030456" y="1403939"/>
                  </a:lnTo>
                  <a:lnTo>
                    <a:pt x="1030456" y="1403929"/>
                  </a:lnTo>
                  <a:lnTo>
                    <a:pt x="1030450" y="1403918"/>
                  </a:lnTo>
                  <a:lnTo>
                    <a:pt x="1030438" y="1403905"/>
                  </a:lnTo>
                  <a:lnTo>
                    <a:pt x="1030423" y="1403894"/>
                  </a:lnTo>
                  <a:lnTo>
                    <a:pt x="1030409" y="1403883"/>
                  </a:lnTo>
                  <a:lnTo>
                    <a:pt x="1030395" y="1403876"/>
                  </a:lnTo>
                  <a:lnTo>
                    <a:pt x="1030368" y="1403861"/>
                  </a:lnTo>
                  <a:lnTo>
                    <a:pt x="1030347" y="1403850"/>
                  </a:lnTo>
                  <a:lnTo>
                    <a:pt x="1030326" y="1403846"/>
                  </a:lnTo>
                  <a:lnTo>
                    <a:pt x="1030303" y="1403843"/>
                  </a:lnTo>
                  <a:lnTo>
                    <a:pt x="1030279" y="1403835"/>
                  </a:lnTo>
                  <a:lnTo>
                    <a:pt x="1030257" y="1403827"/>
                  </a:lnTo>
                  <a:lnTo>
                    <a:pt x="1030248" y="1403821"/>
                  </a:lnTo>
                  <a:lnTo>
                    <a:pt x="1030233" y="1403806"/>
                  </a:lnTo>
                  <a:lnTo>
                    <a:pt x="1030209" y="1403785"/>
                  </a:lnTo>
                  <a:lnTo>
                    <a:pt x="1030198" y="1403781"/>
                  </a:lnTo>
                  <a:lnTo>
                    <a:pt x="1030184" y="1403779"/>
                  </a:lnTo>
                  <a:lnTo>
                    <a:pt x="1030169" y="1403778"/>
                  </a:lnTo>
                  <a:lnTo>
                    <a:pt x="1030155" y="1403779"/>
                  </a:lnTo>
                  <a:lnTo>
                    <a:pt x="1030141" y="1403780"/>
                  </a:lnTo>
                  <a:lnTo>
                    <a:pt x="1030127" y="1403780"/>
                  </a:lnTo>
                  <a:lnTo>
                    <a:pt x="1030113" y="1403777"/>
                  </a:lnTo>
                  <a:lnTo>
                    <a:pt x="1030099" y="1403769"/>
                  </a:lnTo>
                  <a:lnTo>
                    <a:pt x="1030095" y="1403767"/>
                  </a:lnTo>
                  <a:lnTo>
                    <a:pt x="1030085" y="1403761"/>
                  </a:lnTo>
                  <a:lnTo>
                    <a:pt x="1030073" y="1403758"/>
                  </a:lnTo>
                  <a:lnTo>
                    <a:pt x="1030065" y="1403760"/>
                  </a:lnTo>
                  <a:lnTo>
                    <a:pt x="1030057" y="1403762"/>
                  </a:lnTo>
                  <a:lnTo>
                    <a:pt x="1030042" y="1403771"/>
                  </a:lnTo>
                  <a:lnTo>
                    <a:pt x="1030033" y="1403776"/>
                  </a:lnTo>
                  <a:lnTo>
                    <a:pt x="1030024" y="1403784"/>
                  </a:lnTo>
                  <a:lnTo>
                    <a:pt x="1030014" y="1403789"/>
                  </a:lnTo>
                  <a:lnTo>
                    <a:pt x="1029997" y="1403798"/>
                  </a:lnTo>
                  <a:lnTo>
                    <a:pt x="1029985" y="1403804"/>
                  </a:lnTo>
                  <a:lnTo>
                    <a:pt x="1029971" y="1403811"/>
                  </a:lnTo>
                  <a:lnTo>
                    <a:pt x="1029966" y="1403811"/>
                  </a:lnTo>
                  <a:lnTo>
                    <a:pt x="1029956" y="1403806"/>
                  </a:lnTo>
                  <a:lnTo>
                    <a:pt x="1029945" y="1403794"/>
                  </a:lnTo>
                  <a:lnTo>
                    <a:pt x="1029939" y="1403782"/>
                  </a:lnTo>
                  <a:lnTo>
                    <a:pt x="1029932" y="1403774"/>
                  </a:lnTo>
                  <a:lnTo>
                    <a:pt x="1029929" y="1403771"/>
                  </a:lnTo>
                  <a:lnTo>
                    <a:pt x="1029919" y="1403763"/>
                  </a:lnTo>
                  <a:lnTo>
                    <a:pt x="1029905" y="1403752"/>
                  </a:lnTo>
                  <a:lnTo>
                    <a:pt x="1029901" y="1403750"/>
                  </a:lnTo>
                  <a:lnTo>
                    <a:pt x="1029891" y="1403743"/>
                  </a:lnTo>
                  <a:lnTo>
                    <a:pt x="1029876" y="1403733"/>
                  </a:lnTo>
                  <a:lnTo>
                    <a:pt x="1029849" y="1403722"/>
                  </a:lnTo>
                  <a:lnTo>
                    <a:pt x="1029835" y="1403717"/>
                  </a:lnTo>
                  <a:lnTo>
                    <a:pt x="1029821" y="1403710"/>
                  </a:lnTo>
                  <a:lnTo>
                    <a:pt x="1029807" y="1403704"/>
                  </a:lnTo>
                  <a:lnTo>
                    <a:pt x="1029793" y="1403696"/>
                  </a:lnTo>
                  <a:lnTo>
                    <a:pt x="1029759" y="1403679"/>
                  </a:lnTo>
                  <a:lnTo>
                    <a:pt x="1029750" y="1403675"/>
                  </a:lnTo>
                  <a:lnTo>
                    <a:pt x="1029736" y="1403668"/>
                  </a:lnTo>
                  <a:lnTo>
                    <a:pt x="1029722" y="1403660"/>
                  </a:lnTo>
                  <a:lnTo>
                    <a:pt x="1029710" y="1403653"/>
                  </a:lnTo>
                  <a:lnTo>
                    <a:pt x="1029676" y="1403640"/>
                  </a:lnTo>
                  <a:lnTo>
                    <a:pt x="1029662" y="1403634"/>
                  </a:lnTo>
                  <a:lnTo>
                    <a:pt x="1029644" y="1403631"/>
                  </a:lnTo>
                  <a:lnTo>
                    <a:pt x="1029633" y="1403632"/>
                  </a:lnTo>
                  <a:lnTo>
                    <a:pt x="1029619" y="1403634"/>
                  </a:lnTo>
                  <a:lnTo>
                    <a:pt x="1029605" y="1403639"/>
                  </a:lnTo>
                  <a:lnTo>
                    <a:pt x="1029576" y="1403647"/>
                  </a:lnTo>
                  <a:lnTo>
                    <a:pt x="1029562" y="1403652"/>
                  </a:lnTo>
                  <a:lnTo>
                    <a:pt x="1029536" y="1403664"/>
                  </a:lnTo>
                  <a:lnTo>
                    <a:pt x="1029525" y="1403671"/>
                  </a:lnTo>
                  <a:lnTo>
                    <a:pt x="1029514" y="1403680"/>
                  </a:lnTo>
                  <a:lnTo>
                    <a:pt x="1029499" y="1403689"/>
                  </a:lnTo>
                  <a:lnTo>
                    <a:pt x="1029485" y="1403700"/>
                  </a:lnTo>
                  <a:lnTo>
                    <a:pt x="1029467" y="1403713"/>
                  </a:lnTo>
                  <a:lnTo>
                    <a:pt x="1029451" y="1403714"/>
                  </a:lnTo>
                  <a:lnTo>
                    <a:pt x="1029442" y="1403713"/>
                  </a:lnTo>
                  <a:lnTo>
                    <a:pt x="1029432" y="1403706"/>
                  </a:lnTo>
                  <a:lnTo>
                    <a:pt x="1029424" y="1403696"/>
                  </a:lnTo>
                  <a:lnTo>
                    <a:pt x="1029419" y="1403693"/>
                  </a:lnTo>
                  <a:lnTo>
                    <a:pt x="1029414" y="1403693"/>
                  </a:lnTo>
                  <a:lnTo>
                    <a:pt x="1029410" y="1403698"/>
                  </a:lnTo>
                  <a:lnTo>
                    <a:pt x="1029406" y="1403709"/>
                  </a:lnTo>
                  <a:lnTo>
                    <a:pt x="1029404" y="1403717"/>
                  </a:lnTo>
                  <a:lnTo>
                    <a:pt x="1029402" y="1403727"/>
                  </a:lnTo>
                  <a:lnTo>
                    <a:pt x="1029398" y="1403741"/>
                  </a:lnTo>
                  <a:lnTo>
                    <a:pt x="1029397" y="1403749"/>
                  </a:lnTo>
                  <a:lnTo>
                    <a:pt x="1029398" y="1403757"/>
                  </a:lnTo>
                  <a:lnTo>
                    <a:pt x="1029401" y="1403763"/>
                  </a:lnTo>
                  <a:lnTo>
                    <a:pt x="1029412" y="1403788"/>
                  </a:lnTo>
                  <a:lnTo>
                    <a:pt x="1029414" y="1403800"/>
                  </a:lnTo>
                  <a:lnTo>
                    <a:pt x="1029411" y="1403818"/>
                  </a:lnTo>
                  <a:lnTo>
                    <a:pt x="1029409" y="1403834"/>
                  </a:lnTo>
                  <a:lnTo>
                    <a:pt x="1029407" y="1403840"/>
                  </a:lnTo>
                  <a:lnTo>
                    <a:pt x="1029402" y="1403850"/>
                  </a:lnTo>
                  <a:lnTo>
                    <a:pt x="1029399" y="1403857"/>
                  </a:lnTo>
                  <a:lnTo>
                    <a:pt x="1029398" y="1403865"/>
                  </a:lnTo>
                  <a:lnTo>
                    <a:pt x="1029397" y="1403880"/>
                  </a:lnTo>
                  <a:lnTo>
                    <a:pt x="1029397" y="1403910"/>
                  </a:lnTo>
                  <a:lnTo>
                    <a:pt x="1029392" y="1403929"/>
                  </a:lnTo>
                  <a:lnTo>
                    <a:pt x="1029382" y="1403940"/>
                  </a:lnTo>
                  <a:lnTo>
                    <a:pt x="1029369" y="1403954"/>
                  </a:lnTo>
                  <a:lnTo>
                    <a:pt x="1029357" y="1403969"/>
                  </a:lnTo>
                  <a:lnTo>
                    <a:pt x="1029347" y="1403984"/>
                  </a:lnTo>
                  <a:lnTo>
                    <a:pt x="1029341" y="1403999"/>
                  </a:lnTo>
                  <a:lnTo>
                    <a:pt x="1029338" y="1404014"/>
                  </a:lnTo>
                  <a:lnTo>
                    <a:pt x="1029339" y="1404029"/>
                  </a:lnTo>
                  <a:lnTo>
                    <a:pt x="1029340" y="1404044"/>
                  </a:lnTo>
                  <a:lnTo>
                    <a:pt x="1029342" y="1404074"/>
                  </a:lnTo>
                  <a:lnTo>
                    <a:pt x="1029346" y="1404097"/>
                  </a:lnTo>
                  <a:lnTo>
                    <a:pt x="1029351" y="1404115"/>
                  </a:lnTo>
                  <a:lnTo>
                    <a:pt x="1029357" y="1404135"/>
                  </a:lnTo>
                  <a:lnTo>
                    <a:pt x="1029360" y="1404155"/>
                  </a:lnTo>
                  <a:lnTo>
                    <a:pt x="1029355" y="1404171"/>
                  </a:lnTo>
                  <a:lnTo>
                    <a:pt x="1029347" y="1404183"/>
                  </a:lnTo>
                  <a:lnTo>
                    <a:pt x="1029323" y="1404212"/>
                  </a:lnTo>
                  <a:lnTo>
                    <a:pt x="1029301" y="1404240"/>
                  </a:lnTo>
                  <a:lnTo>
                    <a:pt x="1029297" y="1404243"/>
                  </a:lnTo>
                  <a:lnTo>
                    <a:pt x="1029292" y="1404248"/>
                  </a:lnTo>
                  <a:lnTo>
                    <a:pt x="1029290" y="1404253"/>
                  </a:lnTo>
                  <a:lnTo>
                    <a:pt x="1029290" y="1404274"/>
                  </a:lnTo>
                  <a:lnTo>
                    <a:pt x="1029295" y="1404305"/>
                  </a:lnTo>
                  <a:lnTo>
                    <a:pt x="1029299" y="1404316"/>
                  </a:lnTo>
                  <a:lnTo>
                    <a:pt x="1029300" y="1404331"/>
                  </a:lnTo>
                  <a:lnTo>
                    <a:pt x="1029296" y="1404346"/>
                  </a:lnTo>
                  <a:lnTo>
                    <a:pt x="1029293" y="1404361"/>
                  </a:lnTo>
                  <a:lnTo>
                    <a:pt x="1029290" y="1404376"/>
                  </a:lnTo>
                  <a:lnTo>
                    <a:pt x="1029289" y="1404392"/>
                  </a:lnTo>
                  <a:lnTo>
                    <a:pt x="1029294" y="1404411"/>
                  </a:lnTo>
                  <a:lnTo>
                    <a:pt x="1029296" y="1404430"/>
                  </a:lnTo>
                  <a:lnTo>
                    <a:pt x="1029294" y="1404446"/>
                  </a:lnTo>
                  <a:lnTo>
                    <a:pt x="1029291" y="1404460"/>
                  </a:lnTo>
                  <a:lnTo>
                    <a:pt x="1029286" y="1404475"/>
                  </a:lnTo>
                  <a:lnTo>
                    <a:pt x="1029281" y="1404487"/>
                  </a:lnTo>
                  <a:lnTo>
                    <a:pt x="1029275" y="1404496"/>
                  </a:lnTo>
                  <a:lnTo>
                    <a:pt x="1029268" y="1404503"/>
                  </a:lnTo>
                  <a:lnTo>
                    <a:pt x="1029256" y="1404518"/>
                  </a:lnTo>
                  <a:lnTo>
                    <a:pt x="1029248" y="1404528"/>
                  </a:lnTo>
                  <a:lnTo>
                    <a:pt x="1029242" y="1404539"/>
                  </a:lnTo>
                  <a:lnTo>
                    <a:pt x="1029240" y="1404552"/>
                  </a:lnTo>
                  <a:lnTo>
                    <a:pt x="1029242" y="1404565"/>
                  </a:lnTo>
                  <a:lnTo>
                    <a:pt x="1029245" y="1404580"/>
                  </a:lnTo>
                  <a:lnTo>
                    <a:pt x="1029247" y="1404588"/>
                  </a:lnTo>
                  <a:lnTo>
                    <a:pt x="1029246" y="1404596"/>
                  </a:lnTo>
                  <a:lnTo>
                    <a:pt x="1029243" y="1404604"/>
                  </a:lnTo>
                  <a:lnTo>
                    <a:pt x="1029234" y="1404610"/>
                  </a:lnTo>
                  <a:lnTo>
                    <a:pt x="1029224" y="1404613"/>
                  </a:lnTo>
                  <a:lnTo>
                    <a:pt x="1029212" y="1404619"/>
                  </a:lnTo>
                  <a:lnTo>
                    <a:pt x="1029205" y="1404624"/>
                  </a:lnTo>
                  <a:lnTo>
                    <a:pt x="1029203" y="1404629"/>
                  </a:lnTo>
                  <a:lnTo>
                    <a:pt x="1029200" y="1404639"/>
                  </a:lnTo>
                  <a:lnTo>
                    <a:pt x="1029200" y="1404654"/>
                  </a:lnTo>
                  <a:lnTo>
                    <a:pt x="1029204" y="1404669"/>
                  </a:lnTo>
                  <a:lnTo>
                    <a:pt x="1029207" y="1404675"/>
                  </a:lnTo>
                  <a:lnTo>
                    <a:pt x="1029213" y="1404683"/>
                  </a:lnTo>
                  <a:lnTo>
                    <a:pt x="1029218" y="1404689"/>
                  </a:lnTo>
                  <a:lnTo>
                    <a:pt x="1029220" y="1404699"/>
                  </a:lnTo>
                  <a:lnTo>
                    <a:pt x="1029221" y="1404709"/>
                  </a:lnTo>
                  <a:lnTo>
                    <a:pt x="1029218" y="1404720"/>
                  </a:lnTo>
                  <a:lnTo>
                    <a:pt x="1029211" y="1404730"/>
                  </a:lnTo>
                  <a:lnTo>
                    <a:pt x="1029199" y="1404735"/>
                  </a:lnTo>
                  <a:lnTo>
                    <a:pt x="1029186" y="1404749"/>
                  </a:lnTo>
                  <a:lnTo>
                    <a:pt x="1029180" y="1404767"/>
                  </a:lnTo>
                  <a:lnTo>
                    <a:pt x="1029179" y="1404782"/>
                  </a:lnTo>
                  <a:lnTo>
                    <a:pt x="1029176" y="1404804"/>
                  </a:lnTo>
                  <a:lnTo>
                    <a:pt x="1029174" y="1404812"/>
                  </a:lnTo>
                  <a:lnTo>
                    <a:pt x="1029174" y="1404827"/>
                  </a:lnTo>
                  <a:lnTo>
                    <a:pt x="1029174" y="1404843"/>
                  </a:lnTo>
                  <a:lnTo>
                    <a:pt x="1029173" y="1404858"/>
                  </a:lnTo>
                  <a:lnTo>
                    <a:pt x="1029173" y="1404873"/>
                  </a:lnTo>
                  <a:lnTo>
                    <a:pt x="1029170" y="1404888"/>
                  </a:lnTo>
                  <a:lnTo>
                    <a:pt x="1029166" y="1404903"/>
                  </a:lnTo>
                  <a:lnTo>
                    <a:pt x="1029160" y="1404920"/>
                  </a:lnTo>
                  <a:lnTo>
                    <a:pt x="1029157" y="1404928"/>
                  </a:lnTo>
                  <a:lnTo>
                    <a:pt x="1029150" y="1404936"/>
                  </a:lnTo>
                  <a:lnTo>
                    <a:pt x="1029143" y="1404942"/>
                  </a:lnTo>
                  <a:lnTo>
                    <a:pt x="1029139" y="1404944"/>
                  </a:lnTo>
                  <a:lnTo>
                    <a:pt x="1029124" y="1404949"/>
                  </a:lnTo>
                  <a:lnTo>
                    <a:pt x="1029110" y="1404956"/>
                  </a:lnTo>
                  <a:lnTo>
                    <a:pt x="1029096" y="1404964"/>
                  </a:lnTo>
                  <a:lnTo>
                    <a:pt x="1029082" y="1404974"/>
                  </a:lnTo>
                  <a:lnTo>
                    <a:pt x="1029074" y="1404979"/>
                  </a:lnTo>
                  <a:lnTo>
                    <a:pt x="1029068" y="1404983"/>
                  </a:lnTo>
                  <a:lnTo>
                    <a:pt x="1029055" y="1404993"/>
                  </a:lnTo>
                  <a:lnTo>
                    <a:pt x="1029046" y="1405006"/>
                  </a:lnTo>
                  <a:lnTo>
                    <a:pt x="1029038" y="1405021"/>
                  </a:lnTo>
                  <a:lnTo>
                    <a:pt x="1029029" y="1405037"/>
                  </a:lnTo>
                  <a:lnTo>
                    <a:pt x="1029024" y="1405046"/>
                  </a:lnTo>
                  <a:lnTo>
                    <a:pt x="1029013" y="1405057"/>
                  </a:lnTo>
                  <a:lnTo>
                    <a:pt x="1029005" y="1405061"/>
                  </a:lnTo>
                  <a:lnTo>
                    <a:pt x="1029002" y="1405054"/>
                  </a:lnTo>
                  <a:lnTo>
                    <a:pt x="1028992" y="1405040"/>
                  </a:lnTo>
                  <a:lnTo>
                    <a:pt x="1028973" y="1405019"/>
                  </a:lnTo>
                  <a:lnTo>
                    <a:pt x="1028952" y="1404999"/>
                  </a:lnTo>
                  <a:lnTo>
                    <a:pt x="1028918" y="1404964"/>
                  </a:lnTo>
                  <a:lnTo>
                    <a:pt x="1028890" y="1404942"/>
                  </a:lnTo>
                  <a:lnTo>
                    <a:pt x="1028871" y="1404922"/>
                  </a:lnTo>
                  <a:lnTo>
                    <a:pt x="1028857" y="1404906"/>
                  </a:lnTo>
                  <a:lnTo>
                    <a:pt x="1028839" y="1404891"/>
                  </a:lnTo>
                  <a:lnTo>
                    <a:pt x="1028813" y="1404878"/>
                  </a:lnTo>
                  <a:lnTo>
                    <a:pt x="1028790" y="1404871"/>
                  </a:lnTo>
                  <a:lnTo>
                    <a:pt x="1028772" y="1404863"/>
                  </a:lnTo>
                  <a:lnTo>
                    <a:pt x="1028754" y="1404858"/>
                  </a:lnTo>
                  <a:lnTo>
                    <a:pt x="1028740" y="1404850"/>
                  </a:lnTo>
                  <a:lnTo>
                    <a:pt x="1028723" y="1404827"/>
                  </a:lnTo>
                  <a:lnTo>
                    <a:pt x="1028703" y="1404805"/>
                  </a:lnTo>
                  <a:lnTo>
                    <a:pt x="1028689" y="1404794"/>
                  </a:lnTo>
                  <a:lnTo>
                    <a:pt x="1028669" y="1404784"/>
                  </a:lnTo>
                  <a:lnTo>
                    <a:pt x="1028655" y="1404776"/>
                  </a:lnTo>
                  <a:lnTo>
                    <a:pt x="1028637" y="1404765"/>
                  </a:lnTo>
                  <a:lnTo>
                    <a:pt x="1028622" y="1404753"/>
                  </a:lnTo>
                  <a:lnTo>
                    <a:pt x="1028606" y="1404741"/>
                  </a:lnTo>
                  <a:lnTo>
                    <a:pt x="1028589" y="1404730"/>
                  </a:lnTo>
                  <a:lnTo>
                    <a:pt x="1028574" y="1404717"/>
                  </a:lnTo>
                  <a:lnTo>
                    <a:pt x="1028563" y="1404704"/>
                  </a:lnTo>
                  <a:lnTo>
                    <a:pt x="1028553" y="1404688"/>
                  </a:lnTo>
                  <a:lnTo>
                    <a:pt x="1028543" y="1404674"/>
                  </a:lnTo>
                  <a:lnTo>
                    <a:pt x="1028527" y="1404655"/>
                  </a:lnTo>
                  <a:lnTo>
                    <a:pt x="1028511" y="1404639"/>
                  </a:lnTo>
                  <a:lnTo>
                    <a:pt x="1028492" y="1404622"/>
                  </a:lnTo>
                  <a:lnTo>
                    <a:pt x="1028468" y="1404603"/>
                  </a:lnTo>
                  <a:lnTo>
                    <a:pt x="1028457" y="1404597"/>
                  </a:lnTo>
                  <a:lnTo>
                    <a:pt x="1028444" y="1404592"/>
                  </a:lnTo>
                  <a:lnTo>
                    <a:pt x="1028428" y="1404584"/>
                  </a:lnTo>
                  <a:lnTo>
                    <a:pt x="1028414" y="1404573"/>
                  </a:lnTo>
                  <a:lnTo>
                    <a:pt x="1028383" y="1404542"/>
                  </a:lnTo>
                  <a:lnTo>
                    <a:pt x="1028367" y="1404529"/>
                  </a:lnTo>
                  <a:lnTo>
                    <a:pt x="1028352" y="1404520"/>
                  </a:lnTo>
                  <a:lnTo>
                    <a:pt x="1028333" y="1404502"/>
                  </a:lnTo>
                  <a:lnTo>
                    <a:pt x="1028315" y="1404483"/>
                  </a:lnTo>
                  <a:lnTo>
                    <a:pt x="1028297" y="1404463"/>
                  </a:lnTo>
                  <a:lnTo>
                    <a:pt x="1028275" y="1404446"/>
                  </a:lnTo>
                  <a:lnTo>
                    <a:pt x="1028262" y="1404436"/>
                  </a:lnTo>
                  <a:lnTo>
                    <a:pt x="1028243" y="1404416"/>
                  </a:lnTo>
                  <a:lnTo>
                    <a:pt x="1028238" y="1404412"/>
                  </a:lnTo>
                  <a:lnTo>
                    <a:pt x="1028226" y="1404404"/>
                  </a:lnTo>
                  <a:lnTo>
                    <a:pt x="1028212" y="1404402"/>
                  </a:lnTo>
                  <a:lnTo>
                    <a:pt x="1028193" y="1404402"/>
                  </a:lnTo>
                  <a:lnTo>
                    <a:pt x="1028179" y="1404399"/>
                  </a:lnTo>
                  <a:lnTo>
                    <a:pt x="1028157" y="1404391"/>
                  </a:lnTo>
                  <a:lnTo>
                    <a:pt x="1028092" y="1404358"/>
                  </a:lnTo>
                  <a:lnTo>
                    <a:pt x="1028053" y="1404336"/>
                  </a:lnTo>
                  <a:lnTo>
                    <a:pt x="1028018" y="1404323"/>
                  </a:lnTo>
                  <a:lnTo>
                    <a:pt x="1028002" y="1404315"/>
                  </a:lnTo>
                  <a:lnTo>
                    <a:pt x="1027967" y="1404299"/>
                  </a:lnTo>
                  <a:lnTo>
                    <a:pt x="1027947" y="1404286"/>
                  </a:lnTo>
                  <a:lnTo>
                    <a:pt x="1027916" y="1404267"/>
                  </a:lnTo>
                  <a:lnTo>
                    <a:pt x="1027884" y="1404252"/>
                  </a:lnTo>
                  <a:lnTo>
                    <a:pt x="1027853" y="1404234"/>
                  </a:lnTo>
                  <a:lnTo>
                    <a:pt x="1027820" y="1404217"/>
                  </a:lnTo>
                  <a:lnTo>
                    <a:pt x="1027800" y="1404210"/>
                  </a:lnTo>
                  <a:lnTo>
                    <a:pt x="1027780" y="1404207"/>
                  </a:lnTo>
                  <a:lnTo>
                    <a:pt x="1027749" y="1404204"/>
                  </a:lnTo>
                  <a:lnTo>
                    <a:pt x="1027726" y="1404204"/>
                  </a:lnTo>
                  <a:lnTo>
                    <a:pt x="1027701" y="1404202"/>
                  </a:lnTo>
                  <a:lnTo>
                    <a:pt x="1027677" y="1404197"/>
                  </a:lnTo>
                  <a:lnTo>
                    <a:pt x="1027658" y="1404190"/>
                  </a:lnTo>
                  <a:lnTo>
                    <a:pt x="1027617" y="1404171"/>
                  </a:lnTo>
                  <a:lnTo>
                    <a:pt x="1027575" y="1404149"/>
                  </a:lnTo>
                  <a:lnTo>
                    <a:pt x="1027548" y="1404133"/>
                  </a:lnTo>
                  <a:lnTo>
                    <a:pt x="1027528" y="1404118"/>
                  </a:lnTo>
                  <a:lnTo>
                    <a:pt x="1027504" y="1404093"/>
                  </a:lnTo>
                  <a:lnTo>
                    <a:pt x="1027479" y="1404060"/>
                  </a:lnTo>
                  <a:lnTo>
                    <a:pt x="1027461" y="1404034"/>
                  </a:lnTo>
                  <a:lnTo>
                    <a:pt x="1027449" y="1404021"/>
                  </a:lnTo>
                  <a:lnTo>
                    <a:pt x="1027435" y="1404011"/>
                  </a:lnTo>
                  <a:lnTo>
                    <a:pt x="1027420" y="1404000"/>
                  </a:lnTo>
                  <a:lnTo>
                    <a:pt x="1027400" y="1403978"/>
                  </a:lnTo>
                  <a:lnTo>
                    <a:pt x="1027388" y="1403964"/>
                  </a:lnTo>
                  <a:lnTo>
                    <a:pt x="1027378" y="1403947"/>
                  </a:lnTo>
                  <a:lnTo>
                    <a:pt x="1027372" y="1403934"/>
                  </a:lnTo>
                  <a:lnTo>
                    <a:pt x="1027366" y="1403918"/>
                  </a:lnTo>
                  <a:lnTo>
                    <a:pt x="1027357" y="1403889"/>
                  </a:lnTo>
                  <a:lnTo>
                    <a:pt x="1027347" y="1403854"/>
                  </a:lnTo>
                  <a:lnTo>
                    <a:pt x="1027344" y="1403843"/>
                  </a:lnTo>
                  <a:lnTo>
                    <a:pt x="1027336" y="1403815"/>
                  </a:lnTo>
                  <a:lnTo>
                    <a:pt x="1027328" y="1403791"/>
                  </a:lnTo>
                  <a:lnTo>
                    <a:pt x="1027325" y="1403776"/>
                  </a:lnTo>
                  <a:lnTo>
                    <a:pt x="1027320" y="1403754"/>
                  </a:lnTo>
                  <a:lnTo>
                    <a:pt x="1027306" y="1403708"/>
                  </a:lnTo>
                  <a:lnTo>
                    <a:pt x="1027301" y="1403694"/>
                  </a:lnTo>
                  <a:lnTo>
                    <a:pt x="1027292" y="1403675"/>
                  </a:lnTo>
                  <a:lnTo>
                    <a:pt x="1027277" y="1403651"/>
                  </a:lnTo>
                  <a:lnTo>
                    <a:pt x="1027268" y="1403625"/>
                  </a:lnTo>
                  <a:lnTo>
                    <a:pt x="1027254" y="1403587"/>
                  </a:lnTo>
                  <a:lnTo>
                    <a:pt x="1027248" y="1403568"/>
                  </a:lnTo>
                  <a:lnTo>
                    <a:pt x="1027245" y="1403555"/>
                  </a:lnTo>
                  <a:lnTo>
                    <a:pt x="1027232" y="1403513"/>
                  </a:lnTo>
                  <a:lnTo>
                    <a:pt x="1027222" y="1403474"/>
                  </a:lnTo>
                  <a:lnTo>
                    <a:pt x="1027218" y="1403443"/>
                  </a:lnTo>
                  <a:lnTo>
                    <a:pt x="1027219" y="1403407"/>
                  </a:lnTo>
                  <a:lnTo>
                    <a:pt x="1027219" y="1403383"/>
                  </a:lnTo>
                  <a:lnTo>
                    <a:pt x="1027219" y="1403371"/>
                  </a:lnTo>
                  <a:lnTo>
                    <a:pt x="1027218" y="1403356"/>
                  </a:lnTo>
                  <a:lnTo>
                    <a:pt x="1027212" y="1403338"/>
                  </a:lnTo>
                  <a:lnTo>
                    <a:pt x="1027209" y="1403320"/>
                  </a:lnTo>
                  <a:lnTo>
                    <a:pt x="1027211" y="1403288"/>
                  </a:lnTo>
                  <a:lnTo>
                    <a:pt x="1027218" y="1403263"/>
                  </a:lnTo>
                  <a:lnTo>
                    <a:pt x="1027220" y="1403255"/>
                  </a:lnTo>
                  <a:lnTo>
                    <a:pt x="1027230" y="1403226"/>
                  </a:lnTo>
                  <a:lnTo>
                    <a:pt x="1027246" y="1403198"/>
                  </a:lnTo>
                  <a:lnTo>
                    <a:pt x="1027259" y="1403180"/>
                  </a:lnTo>
                  <a:lnTo>
                    <a:pt x="1027268" y="1403164"/>
                  </a:lnTo>
                  <a:lnTo>
                    <a:pt x="1027274" y="1403142"/>
                  </a:lnTo>
                  <a:lnTo>
                    <a:pt x="1027278" y="1403117"/>
                  </a:lnTo>
                  <a:lnTo>
                    <a:pt x="1027285" y="1403091"/>
                  </a:lnTo>
                  <a:lnTo>
                    <a:pt x="1027290" y="1403068"/>
                  </a:lnTo>
                  <a:lnTo>
                    <a:pt x="1027292" y="1403046"/>
                  </a:lnTo>
                  <a:lnTo>
                    <a:pt x="1027291" y="1403021"/>
                  </a:lnTo>
                  <a:lnTo>
                    <a:pt x="1027287" y="1402992"/>
                  </a:lnTo>
                  <a:lnTo>
                    <a:pt x="1027281" y="1402971"/>
                  </a:lnTo>
                  <a:lnTo>
                    <a:pt x="1027281" y="1402951"/>
                  </a:lnTo>
                  <a:lnTo>
                    <a:pt x="1027289" y="1402930"/>
                  </a:lnTo>
                  <a:lnTo>
                    <a:pt x="1027294" y="1402919"/>
                  </a:lnTo>
                  <a:lnTo>
                    <a:pt x="1027297" y="1402913"/>
                  </a:lnTo>
                  <a:lnTo>
                    <a:pt x="1027300" y="1402892"/>
                  </a:lnTo>
                  <a:lnTo>
                    <a:pt x="1027299" y="1402865"/>
                  </a:lnTo>
                  <a:lnTo>
                    <a:pt x="1027295" y="1402830"/>
                  </a:lnTo>
                  <a:lnTo>
                    <a:pt x="1027288" y="1402799"/>
                  </a:lnTo>
                  <a:lnTo>
                    <a:pt x="1027275" y="1402774"/>
                  </a:lnTo>
                  <a:lnTo>
                    <a:pt x="1027263" y="1402749"/>
                  </a:lnTo>
                  <a:lnTo>
                    <a:pt x="1027257" y="1402731"/>
                  </a:lnTo>
                  <a:lnTo>
                    <a:pt x="1027256" y="1402715"/>
                  </a:lnTo>
                  <a:lnTo>
                    <a:pt x="1027254" y="1402693"/>
                  </a:lnTo>
                  <a:lnTo>
                    <a:pt x="1027249" y="1402676"/>
                  </a:lnTo>
                  <a:lnTo>
                    <a:pt x="1027237" y="1402649"/>
                  </a:lnTo>
                  <a:lnTo>
                    <a:pt x="1027229" y="1402623"/>
                  </a:lnTo>
                  <a:lnTo>
                    <a:pt x="1027222" y="1402603"/>
                  </a:lnTo>
                  <a:lnTo>
                    <a:pt x="1027215" y="1402588"/>
                  </a:lnTo>
                  <a:lnTo>
                    <a:pt x="1027202" y="1402572"/>
                  </a:lnTo>
                  <a:lnTo>
                    <a:pt x="1027186" y="1402555"/>
                  </a:lnTo>
                  <a:lnTo>
                    <a:pt x="1027177" y="1402542"/>
                  </a:lnTo>
                  <a:lnTo>
                    <a:pt x="1027170" y="1402520"/>
                  </a:lnTo>
                  <a:lnTo>
                    <a:pt x="1027163" y="1402496"/>
                  </a:lnTo>
                  <a:lnTo>
                    <a:pt x="1027155" y="1402478"/>
                  </a:lnTo>
                  <a:lnTo>
                    <a:pt x="1027151" y="1402470"/>
                  </a:lnTo>
                  <a:lnTo>
                    <a:pt x="1027141" y="1402461"/>
                  </a:lnTo>
                  <a:lnTo>
                    <a:pt x="1027134" y="1402442"/>
                  </a:lnTo>
                  <a:lnTo>
                    <a:pt x="1027126" y="1402415"/>
                  </a:lnTo>
                  <a:lnTo>
                    <a:pt x="1027124" y="1402366"/>
                  </a:lnTo>
                  <a:lnTo>
                    <a:pt x="1027122" y="1402342"/>
                  </a:lnTo>
                  <a:lnTo>
                    <a:pt x="1027119" y="1402310"/>
                  </a:lnTo>
                  <a:lnTo>
                    <a:pt x="1027122" y="1402285"/>
                  </a:lnTo>
                  <a:lnTo>
                    <a:pt x="1027137" y="1402225"/>
                  </a:lnTo>
                  <a:lnTo>
                    <a:pt x="1027148" y="1402184"/>
                  </a:lnTo>
                  <a:lnTo>
                    <a:pt x="1027165" y="1402150"/>
                  </a:lnTo>
                  <a:lnTo>
                    <a:pt x="1027181" y="1402129"/>
                  </a:lnTo>
                  <a:lnTo>
                    <a:pt x="1027196" y="1402102"/>
                  </a:lnTo>
                  <a:lnTo>
                    <a:pt x="1027207" y="1402075"/>
                  </a:lnTo>
                  <a:lnTo>
                    <a:pt x="1027219" y="1402038"/>
                  </a:lnTo>
                  <a:lnTo>
                    <a:pt x="1027227" y="1402019"/>
                  </a:lnTo>
                  <a:lnTo>
                    <a:pt x="1027234" y="1402003"/>
                  </a:lnTo>
                  <a:lnTo>
                    <a:pt x="1027240" y="1401985"/>
                  </a:lnTo>
                  <a:lnTo>
                    <a:pt x="1027241" y="1401974"/>
                  </a:lnTo>
                  <a:lnTo>
                    <a:pt x="1027238" y="1401958"/>
                  </a:lnTo>
                  <a:lnTo>
                    <a:pt x="1027232" y="1401920"/>
                  </a:lnTo>
                  <a:lnTo>
                    <a:pt x="1027227" y="1401875"/>
                  </a:lnTo>
                  <a:lnTo>
                    <a:pt x="1027223" y="1401837"/>
                  </a:lnTo>
                  <a:lnTo>
                    <a:pt x="1027225" y="1401796"/>
                  </a:lnTo>
                  <a:lnTo>
                    <a:pt x="1027226" y="1401786"/>
                  </a:lnTo>
                  <a:lnTo>
                    <a:pt x="1027233" y="1401751"/>
                  </a:lnTo>
                  <a:lnTo>
                    <a:pt x="1027240" y="1401718"/>
                  </a:lnTo>
                  <a:lnTo>
                    <a:pt x="1027250" y="1401683"/>
                  </a:lnTo>
                  <a:lnTo>
                    <a:pt x="1027253" y="1401650"/>
                  </a:lnTo>
                  <a:lnTo>
                    <a:pt x="1027254" y="1401603"/>
                  </a:lnTo>
                  <a:lnTo>
                    <a:pt x="1027251" y="1401552"/>
                  </a:lnTo>
                  <a:lnTo>
                    <a:pt x="1027249" y="1401512"/>
                  </a:lnTo>
                  <a:lnTo>
                    <a:pt x="1027235" y="1401427"/>
                  </a:lnTo>
                  <a:lnTo>
                    <a:pt x="1027225" y="1401377"/>
                  </a:lnTo>
                  <a:lnTo>
                    <a:pt x="1027212" y="1401331"/>
                  </a:lnTo>
                  <a:lnTo>
                    <a:pt x="1027193" y="1401290"/>
                  </a:lnTo>
                  <a:lnTo>
                    <a:pt x="1027173" y="1401246"/>
                  </a:lnTo>
                  <a:lnTo>
                    <a:pt x="1027153" y="1401201"/>
                  </a:lnTo>
                  <a:lnTo>
                    <a:pt x="1027129" y="1401148"/>
                  </a:lnTo>
                  <a:lnTo>
                    <a:pt x="1027110" y="1401111"/>
                  </a:lnTo>
                  <a:lnTo>
                    <a:pt x="1027089" y="1401074"/>
                  </a:lnTo>
                  <a:lnTo>
                    <a:pt x="1027065" y="1401037"/>
                  </a:lnTo>
                  <a:lnTo>
                    <a:pt x="1027018" y="1400974"/>
                  </a:lnTo>
                  <a:lnTo>
                    <a:pt x="1026995" y="1400947"/>
                  </a:lnTo>
                  <a:lnTo>
                    <a:pt x="1026970" y="1400926"/>
                  </a:lnTo>
                  <a:lnTo>
                    <a:pt x="1026935" y="1400898"/>
                  </a:lnTo>
                  <a:lnTo>
                    <a:pt x="1026925" y="1400886"/>
                  </a:lnTo>
                  <a:lnTo>
                    <a:pt x="1026908" y="1400869"/>
                  </a:lnTo>
                  <a:lnTo>
                    <a:pt x="1026882" y="1400851"/>
                  </a:lnTo>
                  <a:lnTo>
                    <a:pt x="1026850" y="1400832"/>
                  </a:lnTo>
                  <a:lnTo>
                    <a:pt x="1026831" y="1400819"/>
                  </a:lnTo>
                  <a:lnTo>
                    <a:pt x="1026808" y="1400802"/>
                  </a:lnTo>
                  <a:lnTo>
                    <a:pt x="1026781" y="1400785"/>
                  </a:lnTo>
                  <a:lnTo>
                    <a:pt x="1026760" y="1400768"/>
                  </a:lnTo>
                  <a:lnTo>
                    <a:pt x="1026749" y="1400757"/>
                  </a:lnTo>
                  <a:lnTo>
                    <a:pt x="1026734" y="1400738"/>
                  </a:lnTo>
                  <a:lnTo>
                    <a:pt x="1026715" y="1400716"/>
                  </a:lnTo>
                  <a:lnTo>
                    <a:pt x="1026698" y="1400693"/>
                  </a:lnTo>
                  <a:lnTo>
                    <a:pt x="1026687" y="1400668"/>
                  </a:lnTo>
                  <a:lnTo>
                    <a:pt x="1026677" y="1400639"/>
                  </a:lnTo>
                  <a:lnTo>
                    <a:pt x="1026671" y="1400621"/>
                  </a:lnTo>
                  <a:lnTo>
                    <a:pt x="1026669" y="1400612"/>
                  </a:lnTo>
                  <a:lnTo>
                    <a:pt x="1026662" y="1400552"/>
                  </a:lnTo>
                  <a:lnTo>
                    <a:pt x="1026661" y="1400503"/>
                  </a:lnTo>
                  <a:lnTo>
                    <a:pt x="1026660" y="1400467"/>
                  </a:lnTo>
                  <a:lnTo>
                    <a:pt x="1026656" y="1400436"/>
                  </a:lnTo>
                  <a:lnTo>
                    <a:pt x="1026655" y="1400397"/>
                  </a:lnTo>
                  <a:lnTo>
                    <a:pt x="1026659" y="1400352"/>
                  </a:lnTo>
                  <a:lnTo>
                    <a:pt x="1026661" y="1400320"/>
                  </a:lnTo>
                  <a:lnTo>
                    <a:pt x="1026672" y="1400280"/>
                  </a:lnTo>
                  <a:lnTo>
                    <a:pt x="1026685" y="1400238"/>
                  </a:lnTo>
                  <a:lnTo>
                    <a:pt x="1026697" y="1400207"/>
                  </a:lnTo>
                  <a:lnTo>
                    <a:pt x="1026714" y="1400173"/>
                  </a:lnTo>
                  <a:lnTo>
                    <a:pt x="1026738" y="1400130"/>
                  </a:lnTo>
                  <a:lnTo>
                    <a:pt x="1026750" y="1400104"/>
                  </a:lnTo>
                  <a:lnTo>
                    <a:pt x="1026760" y="1400071"/>
                  </a:lnTo>
                  <a:lnTo>
                    <a:pt x="1026776" y="1400029"/>
                  </a:lnTo>
                  <a:lnTo>
                    <a:pt x="1026791" y="1399996"/>
                  </a:lnTo>
                  <a:lnTo>
                    <a:pt x="1026809" y="1399970"/>
                  </a:lnTo>
                  <a:lnTo>
                    <a:pt x="1026824" y="1399950"/>
                  </a:lnTo>
                  <a:lnTo>
                    <a:pt x="1026839" y="1399935"/>
                  </a:lnTo>
                  <a:lnTo>
                    <a:pt x="1026855" y="1399924"/>
                  </a:lnTo>
                  <a:lnTo>
                    <a:pt x="1026874" y="1399914"/>
                  </a:lnTo>
                  <a:lnTo>
                    <a:pt x="1026909" y="1399900"/>
                  </a:lnTo>
                  <a:lnTo>
                    <a:pt x="1026934" y="1399889"/>
                  </a:lnTo>
                  <a:lnTo>
                    <a:pt x="1026957" y="1399876"/>
                  </a:lnTo>
                  <a:lnTo>
                    <a:pt x="1027000" y="1399848"/>
                  </a:lnTo>
                  <a:lnTo>
                    <a:pt x="1027025" y="1399835"/>
                  </a:lnTo>
                  <a:lnTo>
                    <a:pt x="1027050" y="1399823"/>
                  </a:lnTo>
                  <a:lnTo>
                    <a:pt x="1027073" y="1399809"/>
                  </a:lnTo>
                  <a:lnTo>
                    <a:pt x="1027092" y="1399790"/>
                  </a:lnTo>
                  <a:lnTo>
                    <a:pt x="1027121" y="1399758"/>
                  </a:lnTo>
                  <a:lnTo>
                    <a:pt x="1027155" y="1399720"/>
                  </a:lnTo>
                  <a:lnTo>
                    <a:pt x="1027170" y="1399698"/>
                  </a:lnTo>
                  <a:lnTo>
                    <a:pt x="1027180" y="1399677"/>
                  </a:lnTo>
                  <a:lnTo>
                    <a:pt x="1027190" y="1399657"/>
                  </a:lnTo>
                  <a:lnTo>
                    <a:pt x="1027207" y="1399633"/>
                  </a:lnTo>
                  <a:lnTo>
                    <a:pt x="1027226" y="1399616"/>
                  </a:lnTo>
                  <a:lnTo>
                    <a:pt x="1027252" y="1399601"/>
                  </a:lnTo>
                  <a:lnTo>
                    <a:pt x="1027276" y="1399592"/>
                  </a:lnTo>
                  <a:lnTo>
                    <a:pt x="1027324" y="1399579"/>
                  </a:lnTo>
                  <a:lnTo>
                    <a:pt x="1027351" y="1399570"/>
                  </a:lnTo>
                  <a:lnTo>
                    <a:pt x="1027384" y="1399561"/>
                  </a:lnTo>
                  <a:lnTo>
                    <a:pt x="1027417" y="1399553"/>
                  </a:lnTo>
                  <a:lnTo>
                    <a:pt x="1027444" y="1399542"/>
                  </a:lnTo>
                  <a:lnTo>
                    <a:pt x="1027478" y="1399526"/>
                  </a:lnTo>
                  <a:lnTo>
                    <a:pt x="1027511" y="1399510"/>
                  </a:lnTo>
                  <a:lnTo>
                    <a:pt x="1027539" y="1399493"/>
                  </a:lnTo>
                  <a:lnTo>
                    <a:pt x="1027557" y="1399478"/>
                  </a:lnTo>
                  <a:lnTo>
                    <a:pt x="1027577" y="1399458"/>
                  </a:lnTo>
                  <a:lnTo>
                    <a:pt x="1027596" y="1399434"/>
                  </a:lnTo>
                  <a:lnTo>
                    <a:pt x="1027609" y="1399415"/>
                  </a:lnTo>
                  <a:lnTo>
                    <a:pt x="1027617" y="1399395"/>
                  </a:lnTo>
                  <a:lnTo>
                    <a:pt x="1027621" y="1399373"/>
                  </a:lnTo>
                  <a:lnTo>
                    <a:pt x="1027625" y="1399345"/>
                  </a:lnTo>
                  <a:lnTo>
                    <a:pt x="1027632" y="1399322"/>
                  </a:lnTo>
                  <a:lnTo>
                    <a:pt x="1027643" y="1399301"/>
                  </a:lnTo>
                  <a:lnTo>
                    <a:pt x="1027658" y="1399285"/>
                  </a:lnTo>
                  <a:lnTo>
                    <a:pt x="1027678" y="1399274"/>
                  </a:lnTo>
                  <a:lnTo>
                    <a:pt x="1027694" y="1399267"/>
                  </a:lnTo>
                  <a:lnTo>
                    <a:pt x="1027706" y="1399254"/>
                  </a:lnTo>
                  <a:lnTo>
                    <a:pt x="1027710" y="1399235"/>
                  </a:lnTo>
                  <a:lnTo>
                    <a:pt x="1027712" y="1399183"/>
                  </a:lnTo>
                  <a:lnTo>
                    <a:pt x="1027709" y="1399129"/>
                  </a:lnTo>
                  <a:lnTo>
                    <a:pt x="1027707" y="1399070"/>
                  </a:lnTo>
                  <a:lnTo>
                    <a:pt x="1027711" y="1398994"/>
                  </a:lnTo>
                  <a:lnTo>
                    <a:pt x="1027715" y="1398950"/>
                  </a:lnTo>
                  <a:lnTo>
                    <a:pt x="1027726" y="1398876"/>
                  </a:lnTo>
                  <a:lnTo>
                    <a:pt x="1027736" y="1398838"/>
                  </a:lnTo>
                  <a:lnTo>
                    <a:pt x="1027749" y="1398809"/>
                  </a:lnTo>
                  <a:lnTo>
                    <a:pt x="1027769" y="1398768"/>
                  </a:lnTo>
                  <a:lnTo>
                    <a:pt x="1027782" y="1398737"/>
                  </a:lnTo>
                  <a:lnTo>
                    <a:pt x="1027794" y="1398707"/>
                  </a:lnTo>
                  <a:lnTo>
                    <a:pt x="1027807" y="1398667"/>
                  </a:lnTo>
                  <a:lnTo>
                    <a:pt x="1027824" y="1398628"/>
                  </a:lnTo>
                  <a:lnTo>
                    <a:pt x="1027836" y="1398601"/>
                  </a:lnTo>
                  <a:lnTo>
                    <a:pt x="1027846" y="1398573"/>
                  </a:lnTo>
                  <a:lnTo>
                    <a:pt x="1027858" y="1398551"/>
                  </a:lnTo>
                  <a:lnTo>
                    <a:pt x="1027875" y="1398523"/>
                  </a:lnTo>
                  <a:lnTo>
                    <a:pt x="1027893" y="1398498"/>
                  </a:lnTo>
                  <a:lnTo>
                    <a:pt x="1027912" y="1398472"/>
                  </a:lnTo>
                  <a:lnTo>
                    <a:pt x="1027930" y="1398448"/>
                  </a:lnTo>
                  <a:lnTo>
                    <a:pt x="1027959" y="1398428"/>
                  </a:lnTo>
                  <a:lnTo>
                    <a:pt x="1027984" y="1398416"/>
                  </a:lnTo>
                  <a:lnTo>
                    <a:pt x="1028004" y="1398409"/>
                  </a:lnTo>
                  <a:lnTo>
                    <a:pt x="1028025" y="1398403"/>
                  </a:lnTo>
                  <a:lnTo>
                    <a:pt x="1028049" y="1398391"/>
                  </a:lnTo>
                  <a:lnTo>
                    <a:pt x="1028074" y="1398377"/>
                  </a:lnTo>
                  <a:lnTo>
                    <a:pt x="1028090" y="1398365"/>
                  </a:lnTo>
                  <a:lnTo>
                    <a:pt x="1028107" y="1398359"/>
                  </a:lnTo>
                  <a:lnTo>
                    <a:pt x="1028126" y="1398351"/>
                  </a:lnTo>
                  <a:lnTo>
                    <a:pt x="1028141" y="1398341"/>
                  </a:lnTo>
                  <a:lnTo>
                    <a:pt x="1028154" y="1398328"/>
                  </a:lnTo>
                  <a:lnTo>
                    <a:pt x="1028165" y="1398310"/>
                  </a:lnTo>
                  <a:lnTo>
                    <a:pt x="1028176" y="1398281"/>
                  </a:lnTo>
                  <a:lnTo>
                    <a:pt x="1028208" y="1398202"/>
                  </a:lnTo>
                  <a:lnTo>
                    <a:pt x="1028228" y="1398165"/>
                  </a:lnTo>
                  <a:lnTo>
                    <a:pt x="1028251" y="1398133"/>
                  </a:lnTo>
                  <a:lnTo>
                    <a:pt x="1028268" y="1398108"/>
                  </a:lnTo>
                  <a:lnTo>
                    <a:pt x="1028287" y="1398080"/>
                  </a:lnTo>
                  <a:lnTo>
                    <a:pt x="1028306" y="1398052"/>
                  </a:lnTo>
                  <a:lnTo>
                    <a:pt x="1028318" y="1398026"/>
                  </a:lnTo>
                  <a:lnTo>
                    <a:pt x="1028327" y="1398008"/>
                  </a:lnTo>
                  <a:lnTo>
                    <a:pt x="1028343" y="1397983"/>
                  </a:lnTo>
                  <a:lnTo>
                    <a:pt x="1028357" y="1397964"/>
                  </a:lnTo>
                  <a:lnTo>
                    <a:pt x="1028374" y="1397945"/>
                  </a:lnTo>
                  <a:lnTo>
                    <a:pt x="1028392" y="1397922"/>
                  </a:lnTo>
                  <a:lnTo>
                    <a:pt x="1028411" y="1397897"/>
                  </a:lnTo>
                  <a:lnTo>
                    <a:pt x="1028424" y="1397880"/>
                  </a:lnTo>
                  <a:lnTo>
                    <a:pt x="1028437" y="1397870"/>
                  </a:lnTo>
                  <a:lnTo>
                    <a:pt x="1028457" y="1397859"/>
                  </a:lnTo>
                  <a:lnTo>
                    <a:pt x="1028479" y="1397854"/>
                  </a:lnTo>
                  <a:lnTo>
                    <a:pt x="1028510" y="1397858"/>
                  </a:lnTo>
                  <a:lnTo>
                    <a:pt x="1028540" y="1397862"/>
                  </a:lnTo>
                  <a:lnTo>
                    <a:pt x="1028574" y="1397865"/>
                  </a:lnTo>
                  <a:lnTo>
                    <a:pt x="1028634" y="1397855"/>
                  </a:lnTo>
                  <a:lnTo>
                    <a:pt x="1028690" y="1397850"/>
                  </a:lnTo>
                  <a:lnTo>
                    <a:pt x="1028727" y="1397850"/>
                  </a:lnTo>
                  <a:lnTo>
                    <a:pt x="1028746" y="1397851"/>
                  </a:lnTo>
                  <a:lnTo>
                    <a:pt x="1028781" y="1397863"/>
                  </a:lnTo>
                  <a:lnTo>
                    <a:pt x="1028812" y="1397869"/>
                  </a:lnTo>
                  <a:lnTo>
                    <a:pt x="1028848" y="1397878"/>
                  </a:lnTo>
                  <a:lnTo>
                    <a:pt x="1028895" y="1397892"/>
                  </a:lnTo>
                  <a:lnTo>
                    <a:pt x="1028930" y="1397905"/>
                  </a:lnTo>
                  <a:lnTo>
                    <a:pt x="1028962" y="1397916"/>
                  </a:lnTo>
                  <a:lnTo>
                    <a:pt x="1028999" y="1397929"/>
                  </a:lnTo>
                  <a:lnTo>
                    <a:pt x="1029026" y="1397936"/>
                  </a:lnTo>
                  <a:lnTo>
                    <a:pt x="1029048" y="1397937"/>
                  </a:lnTo>
                  <a:lnTo>
                    <a:pt x="1029074" y="1397935"/>
                  </a:lnTo>
                  <a:lnTo>
                    <a:pt x="1029104" y="1397929"/>
                  </a:lnTo>
                  <a:lnTo>
                    <a:pt x="1029130" y="1397918"/>
                  </a:lnTo>
                  <a:lnTo>
                    <a:pt x="1029153" y="1397904"/>
                  </a:lnTo>
                  <a:lnTo>
                    <a:pt x="1029175" y="1397886"/>
                  </a:lnTo>
                  <a:lnTo>
                    <a:pt x="1029194" y="1397864"/>
                  </a:lnTo>
                  <a:lnTo>
                    <a:pt x="1029206" y="1397840"/>
                  </a:lnTo>
                  <a:lnTo>
                    <a:pt x="1029217" y="1397814"/>
                  </a:lnTo>
                  <a:lnTo>
                    <a:pt x="1029227" y="1397787"/>
                  </a:lnTo>
                  <a:lnTo>
                    <a:pt x="1029234" y="1397771"/>
                  </a:lnTo>
                  <a:lnTo>
                    <a:pt x="1029239" y="1397755"/>
                  </a:lnTo>
                  <a:lnTo>
                    <a:pt x="1029240" y="1397738"/>
                  </a:lnTo>
                  <a:lnTo>
                    <a:pt x="1029238" y="1397713"/>
                  </a:lnTo>
                  <a:lnTo>
                    <a:pt x="1029238" y="1397689"/>
                  </a:lnTo>
                  <a:lnTo>
                    <a:pt x="1029237" y="1397652"/>
                  </a:lnTo>
                  <a:lnTo>
                    <a:pt x="1029234" y="1397630"/>
                  </a:lnTo>
                  <a:lnTo>
                    <a:pt x="1029229" y="1397614"/>
                  </a:lnTo>
                  <a:lnTo>
                    <a:pt x="1029225" y="1397583"/>
                  </a:lnTo>
                  <a:lnTo>
                    <a:pt x="1029216" y="1397559"/>
                  </a:lnTo>
                  <a:lnTo>
                    <a:pt x="1029196" y="1397522"/>
                  </a:lnTo>
                  <a:lnTo>
                    <a:pt x="1029180" y="1397500"/>
                  </a:lnTo>
                  <a:lnTo>
                    <a:pt x="1029165" y="1397480"/>
                  </a:lnTo>
                  <a:lnTo>
                    <a:pt x="1029154" y="1397459"/>
                  </a:lnTo>
                  <a:lnTo>
                    <a:pt x="1029145" y="1397439"/>
                  </a:lnTo>
                  <a:lnTo>
                    <a:pt x="1029132" y="1397420"/>
                  </a:lnTo>
                  <a:lnTo>
                    <a:pt x="1029116" y="1397395"/>
                  </a:lnTo>
                  <a:lnTo>
                    <a:pt x="1029102" y="1397365"/>
                  </a:lnTo>
                  <a:lnTo>
                    <a:pt x="1029090" y="1397330"/>
                  </a:lnTo>
                  <a:lnTo>
                    <a:pt x="1029085" y="1397308"/>
                  </a:lnTo>
                  <a:lnTo>
                    <a:pt x="1029078" y="1397281"/>
                  </a:lnTo>
                  <a:lnTo>
                    <a:pt x="1029068" y="1397249"/>
                  </a:lnTo>
                  <a:lnTo>
                    <a:pt x="1029055" y="1397219"/>
                  </a:lnTo>
                  <a:lnTo>
                    <a:pt x="1029040" y="1397195"/>
                  </a:lnTo>
                  <a:lnTo>
                    <a:pt x="1029035" y="1397181"/>
                  </a:lnTo>
                  <a:lnTo>
                    <a:pt x="1029023" y="1397160"/>
                  </a:lnTo>
                  <a:lnTo>
                    <a:pt x="1029009" y="1397146"/>
                  </a:lnTo>
                  <a:lnTo>
                    <a:pt x="1028988" y="1397134"/>
                  </a:lnTo>
                  <a:lnTo>
                    <a:pt x="1028964" y="1397119"/>
                  </a:lnTo>
                  <a:lnTo>
                    <a:pt x="1028954" y="1397107"/>
                  </a:lnTo>
                  <a:lnTo>
                    <a:pt x="1028936" y="1397078"/>
                  </a:lnTo>
                  <a:lnTo>
                    <a:pt x="1028923" y="1397054"/>
                  </a:lnTo>
                  <a:lnTo>
                    <a:pt x="1028865" y="1396990"/>
                  </a:lnTo>
                  <a:lnTo>
                    <a:pt x="1028841" y="1396968"/>
                  </a:lnTo>
                  <a:lnTo>
                    <a:pt x="1028817" y="1396945"/>
                  </a:lnTo>
                  <a:lnTo>
                    <a:pt x="1028798" y="1396922"/>
                  </a:lnTo>
                  <a:lnTo>
                    <a:pt x="1028780" y="1396886"/>
                  </a:lnTo>
                  <a:lnTo>
                    <a:pt x="1028758" y="1396846"/>
                  </a:lnTo>
                  <a:lnTo>
                    <a:pt x="1028752" y="1396827"/>
                  </a:lnTo>
                  <a:lnTo>
                    <a:pt x="1028755" y="1396801"/>
                  </a:lnTo>
                  <a:lnTo>
                    <a:pt x="1028764" y="1396795"/>
                  </a:lnTo>
                  <a:lnTo>
                    <a:pt x="1028770" y="1396787"/>
                  </a:lnTo>
                  <a:lnTo>
                    <a:pt x="1028789" y="1396760"/>
                  </a:lnTo>
                  <a:lnTo>
                    <a:pt x="1028794" y="1396743"/>
                  </a:lnTo>
                  <a:lnTo>
                    <a:pt x="1028793" y="1396732"/>
                  </a:lnTo>
                  <a:lnTo>
                    <a:pt x="1028771" y="1396714"/>
                  </a:lnTo>
                  <a:lnTo>
                    <a:pt x="1028750" y="1396701"/>
                  </a:lnTo>
                  <a:lnTo>
                    <a:pt x="1028727" y="1396701"/>
                  </a:lnTo>
                  <a:lnTo>
                    <a:pt x="1028698" y="1396706"/>
                  </a:lnTo>
                  <a:lnTo>
                    <a:pt x="1028662" y="1396707"/>
                  </a:lnTo>
                  <a:lnTo>
                    <a:pt x="1028634" y="1396706"/>
                  </a:lnTo>
                  <a:lnTo>
                    <a:pt x="1028606" y="1396705"/>
                  </a:lnTo>
                  <a:lnTo>
                    <a:pt x="1028583" y="1396697"/>
                  </a:lnTo>
                  <a:lnTo>
                    <a:pt x="1028552" y="1396673"/>
                  </a:lnTo>
                  <a:lnTo>
                    <a:pt x="1028535" y="1396646"/>
                  </a:lnTo>
                  <a:lnTo>
                    <a:pt x="1028523" y="1396617"/>
                  </a:lnTo>
                  <a:lnTo>
                    <a:pt x="1028520" y="1396582"/>
                  </a:lnTo>
                  <a:lnTo>
                    <a:pt x="1028519" y="1396543"/>
                  </a:lnTo>
                  <a:lnTo>
                    <a:pt x="1028516" y="1396515"/>
                  </a:lnTo>
                  <a:lnTo>
                    <a:pt x="1028510" y="1396501"/>
                  </a:lnTo>
                  <a:lnTo>
                    <a:pt x="1028503" y="1396481"/>
                  </a:lnTo>
                  <a:lnTo>
                    <a:pt x="1028484" y="1396455"/>
                  </a:lnTo>
                  <a:lnTo>
                    <a:pt x="1028460" y="1396440"/>
                  </a:lnTo>
                  <a:lnTo>
                    <a:pt x="1028438" y="1396420"/>
                  </a:lnTo>
                  <a:lnTo>
                    <a:pt x="1028421" y="1396401"/>
                  </a:lnTo>
                  <a:lnTo>
                    <a:pt x="1028417" y="1396379"/>
                  </a:lnTo>
                  <a:lnTo>
                    <a:pt x="1028402" y="1396366"/>
                  </a:lnTo>
                  <a:lnTo>
                    <a:pt x="1028383" y="1396350"/>
                  </a:lnTo>
                  <a:lnTo>
                    <a:pt x="1028373" y="1396346"/>
                  </a:lnTo>
                  <a:lnTo>
                    <a:pt x="1028358" y="1396351"/>
                  </a:lnTo>
                  <a:lnTo>
                    <a:pt x="1028339" y="1396365"/>
                  </a:lnTo>
                  <a:lnTo>
                    <a:pt x="1028317" y="1396371"/>
                  </a:lnTo>
                  <a:lnTo>
                    <a:pt x="1028284" y="1396377"/>
                  </a:lnTo>
                  <a:lnTo>
                    <a:pt x="1028252" y="1396381"/>
                  </a:lnTo>
                  <a:lnTo>
                    <a:pt x="1028226" y="1396380"/>
                  </a:lnTo>
                  <a:lnTo>
                    <a:pt x="1028193" y="1396375"/>
                  </a:lnTo>
                  <a:lnTo>
                    <a:pt x="1028151" y="1396371"/>
                  </a:lnTo>
                  <a:lnTo>
                    <a:pt x="1028134" y="1396362"/>
                  </a:lnTo>
                  <a:lnTo>
                    <a:pt x="1028130" y="1396344"/>
                  </a:lnTo>
                  <a:lnTo>
                    <a:pt x="1028133" y="1396305"/>
                  </a:lnTo>
                  <a:lnTo>
                    <a:pt x="1028148" y="1396283"/>
                  </a:lnTo>
                  <a:lnTo>
                    <a:pt x="1028182" y="1396227"/>
                  </a:lnTo>
                  <a:lnTo>
                    <a:pt x="1028191" y="1396189"/>
                  </a:lnTo>
                  <a:lnTo>
                    <a:pt x="1028188" y="1396152"/>
                  </a:lnTo>
                  <a:lnTo>
                    <a:pt x="1028183" y="1396127"/>
                  </a:lnTo>
                  <a:lnTo>
                    <a:pt x="1028166" y="1396114"/>
                  </a:lnTo>
                  <a:lnTo>
                    <a:pt x="1028138" y="1396109"/>
                  </a:lnTo>
                  <a:lnTo>
                    <a:pt x="1028106" y="1396111"/>
                  </a:lnTo>
                  <a:lnTo>
                    <a:pt x="1028070" y="1396118"/>
                  </a:lnTo>
                  <a:lnTo>
                    <a:pt x="1028046" y="1396117"/>
                  </a:lnTo>
                  <a:lnTo>
                    <a:pt x="1028025" y="1396095"/>
                  </a:lnTo>
                  <a:lnTo>
                    <a:pt x="1028010" y="1396071"/>
                  </a:lnTo>
                  <a:lnTo>
                    <a:pt x="1027987" y="1396069"/>
                  </a:lnTo>
                  <a:lnTo>
                    <a:pt x="1027927" y="1396059"/>
                  </a:lnTo>
                  <a:lnTo>
                    <a:pt x="1027877" y="1396054"/>
                  </a:lnTo>
                  <a:lnTo>
                    <a:pt x="1027861" y="1396044"/>
                  </a:lnTo>
                  <a:lnTo>
                    <a:pt x="1027842" y="1396028"/>
                  </a:lnTo>
                  <a:lnTo>
                    <a:pt x="1027820" y="1396002"/>
                  </a:lnTo>
                  <a:lnTo>
                    <a:pt x="1027807" y="1395986"/>
                  </a:lnTo>
                  <a:lnTo>
                    <a:pt x="1027777" y="1395960"/>
                  </a:lnTo>
                  <a:lnTo>
                    <a:pt x="1027763" y="1395934"/>
                  </a:lnTo>
                  <a:lnTo>
                    <a:pt x="1027776" y="1395889"/>
                  </a:lnTo>
                  <a:lnTo>
                    <a:pt x="1027791" y="1395869"/>
                  </a:lnTo>
                  <a:lnTo>
                    <a:pt x="1027831" y="1395827"/>
                  </a:lnTo>
                  <a:lnTo>
                    <a:pt x="1027857" y="1395808"/>
                  </a:lnTo>
                  <a:lnTo>
                    <a:pt x="1027878" y="1395779"/>
                  </a:lnTo>
                  <a:lnTo>
                    <a:pt x="1027883" y="1395758"/>
                  </a:lnTo>
                  <a:lnTo>
                    <a:pt x="1027877" y="1395751"/>
                  </a:lnTo>
                  <a:lnTo>
                    <a:pt x="1027810" y="1395725"/>
                  </a:lnTo>
                  <a:lnTo>
                    <a:pt x="1027767" y="1395719"/>
                  </a:lnTo>
                  <a:lnTo>
                    <a:pt x="1027744" y="1395724"/>
                  </a:lnTo>
                  <a:lnTo>
                    <a:pt x="1027714" y="1395753"/>
                  </a:lnTo>
                  <a:lnTo>
                    <a:pt x="1027695" y="1395774"/>
                  </a:lnTo>
                  <a:lnTo>
                    <a:pt x="1027668" y="1395776"/>
                  </a:lnTo>
                  <a:lnTo>
                    <a:pt x="1027629" y="1395776"/>
                  </a:lnTo>
                  <a:lnTo>
                    <a:pt x="1027594" y="1395763"/>
                  </a:lnTo>
                  <a:lnTo>
                    <a:pt x="1027576" y="1395736"/>
                  </a:lnTo>
                  <a:lnTo>
                    <a:pt x="1027571" y="1395696"/>
                  </a:lnTo>
                  <a:lnTo>
                    <a:pt x="1027578" y="1395680"/>
                  </a:lnTo>
                  <a:lnTo>
                    <a:pt x="1027598" y="1395653"/>
                  </a:lnTo>
                  <a:lnTo>
                    <a:pt x="1027615" y="1395631"/>
                  </a:lnTo>
                  <a:lnTo>
                    <a:pt x="1027609" y="1395622"/>
                  </a:lnTo>
                  <a:lnTo>
                    <a:pt x="1027591" y="1395601"/>
                  </a:lnTo>
                  <a:lnTo>
                    <a:pt x="1027584" y="1395601"/>
                  </a:lnTo>
                  <a:lnTo>
                    <a:pt x="1027570" y="1395602"/>
                  </a:lnTo>
                  <a:lnTo>
                    <a:pt x="1027542" y="1395607"/>
                  </a:lnTo>
                  <a:lnTo>
                    <a:pt x="1027494" y="1395635"/>
                  </a:lnTo>
                  <a:lnTo>
                    <a:pt x="1027445" y="1395659"/>
                  </a:lnTo>
                  <a:lnTo>
                    <a:pt x="1027409" y="1395670"/>
                  </a:lnTo>
                  <a:lnTo>
                    <a:pt x="1027353" y="1395677"/>
                  </a:lnTo>
                  <a:lnTo>
                    <a:pt x="1027316" y="1395675"/>
                  </a:lnTo>
                  <a:lnTo>
                    <a:pt x="1027264" y="1395647"/>
                  </a:lnTo>
                  <a:lnTo>
                    <a:pt x="1027241" y="1395612"/>
                  </a:lnTo>
                  <a:lnTo>
                    <a:pt x="1027219" y="1395580"/>
                  </a:lnTo>
                  <a:lnTo>
                    <a:pt x="1027194" y="1395529"/>
                  </a:lnTo>
                  <a:lnTo>
                    <a:pt x="1027174" y="1395481"/>
                  </a:lnTo>
                  <a:lnTo>
                    <a:pt x="1027170" y="1395456"/>
                  </a:lnTo>
                  <a:lnTo>
                    <a:pt x="1027146" y="1395440"/>
                  </a:lnTo>
                  <a:lnTo>
                    <a:pt x="1027109" y="1395438"/>
                  </a:lnTo>
                  <a:lnTo>
                    <a:pt x="1027063" y="1395453"/>
                  </a:lnTo>
                  <a:lnTo>
                    <a:pt x="1027030" y="1395472"/>
                  </a:lnTo>
                  <a:lnTo>
                    <a:pt x="1027010" y="1395482"/>
                  </a:lnTo>
                  <a:lnTo>
                    <a:pt x="1026954" y="1395487"/>
                  </a:lnTo>
                  <a:lnTo>
                    <a:pt x="1026914" y="1395486"/>
                  </a:lnTo>
                  <a:lnTo>
                    <a:pt x="1026877" y="1395499"/>
                  </a:lnTo>
                  <a:lnTo>
                    <a:pt x="1026847" y="1395498"/>
                  </a:lnTo>
                  <a:lnTo>
                    <a:pt x="1026799" y="1395498"/>
                  </a:lnTo>
                  <a:lnTo>
                    <a:pt x="1026772" y="1395509"/>
                  </a:lnTo>
                  <a:lnTo>
                    <a:pt x="1026768" y="1395531"/>
                  </a:lnTo>
                  <a:lnTo>
                    <a:pt x="1026773" y="1395573"/>
                  </a:lnTo>
                  <a:lnTo>
                    <a:pt x="1026780" y="1395630"/>
                  </a:lnTo>
                  <a:lnTo>
                    <a:pt x="1026782" y="1395681"/>
                  </a:lnTo>
                  <a:lnTo>
                    <a:pt x="1026776" y="1395724"/>
                  </a:lnTo>
                  <a:lnTo>
                    <a:pt x="1026767" y="1395749"/>
                  </a:lnTo>
                  <a:lnTo>
                    <a:pt x="1026757" y="1395757"/>
                  </a:lnTo>
                  <a:lnTo>
                    <a:pt x="1026737" y="1395754"/>
                  </a:lnTo>
                  <a:lnTo>
                    <a:pt x="1026708" y="1395735"/>
                  </a:lnTo>
                  <a:lnTo>
                    <a:pt x="1026653" y="1395714"/>
                  </a:lnTo>
                  <a:lnTo>
                    <a:pt x="1026593" y="1395682"/>
                  </a:lnTo>
                  <a:lnTo>
                    <a:pt x="1026536" y="1395657"/>
                  </a:lnTo>
                  <a:lnTo>
                    <a:pt x="1026502" y="1395645"/>
                  </a:lnTo>
                  <a:lnTo>
                    <a:pt x="1026484" y="1395631"/>
                  </a:lnTo>
                  <a:lnTo>
                    <a:pt x="1026468" y="1395587"/>
                  </a:lnTo>
                  <a:lnTo>
                    <a:pt x="1026459" y="1395544"/>
                  </a:lnTo>
                  <a:lnTo>
                    <a:pt x="1026441" y="1395509"/>
                  </a:lnTo>
                  <a:lnTo>
                    <a:pt x="1026422" y="1395463"/>
                  </a:lnTo>
                  <a:lnTo>
                    <a:pt x="1026390" y="1395435"/>
                  </a:lnTo>
                  <a:lnTo>
                    <a:pt x="1026329" y="1395422"/>
                  </a:lnTo>
                  <a:lnTo>
                    <a:pt x="1026267" y="1395404"/>
                  </a:lnTo>
                  <a:lnTo>
                    <a:pt x="1026184" y="1395412"/>
                  </a:lnTo>
                  <a:lnTo>
                    <a:pt x="1026150" y="1395442"/>
                  </a:lnTo>
                  <a:lnTo>
                    <a:pt x="1026150" y="1395459"/>
                  </a:lnTo>
                  <a:lnTo>
                    <a:pt x="1026152" y="1395489"/>
                  </a:lnTo>
                  <a:lnTo>
                    <a:pt x="1026150" y="1395522"/>
                  </a:lnTo>
                  <a:lnTo>
                    <a:pt x="1026149" y="1395536"/>
                  </a:lnTo>
                  <a:lnTo>
                    <a:pt x="1026142" y="1395554"/>
                  </a:lnTo>
                  <a:lnTo>
                    <a:pt x="1026121" y="1395587"/>
                  </a:lnTo>
                  <a:lnTo>
                    <a:pt x="1026104" y="1395609"/>
                  </a:lnTo>
                  <a:lnTo>
                    <a:pt x="1026090" y="1395630"/>
                  </a:lnTo>
                  <a:lnTo>
                    <a:pt x="1026076" y="1395650"/>
                  </a:lnTo>
                  <a:lnTo>
                    <a:pt x="1026067" y="1395664"/>
                  </a:lnTo>
                  <a:lnTo>
                    <a:pt x="1026053" y="1395694"/>
                  </a:lnTo>
                  <a:lnTo>
                    <a:pt x="1026039" y="1395709"/>
                  </a:lnTo>
                  <a:lnTo>
                    <a:pt x="1026018" y="1395730"/>
                  </a:lnTo>
                  <a:lnTo>
                    <a:pt x="1025997" y="1395740"/>
                  </a:lnTo>
                  <a:lnTo>
                    <a:pt x="1025956" y="1395747"/>
                  </a:lnTo>
                  <a:lnTo>
                    <a:pt x="1025949" y="1395741"/>
                  </a:lnTo>
                  <a:lnTo>
                    <a:pt x="1025930" y="1395764"/>
                  </a:lnTo>
                  <a:lnTo>
                    <a:pt x="1025904" y="1395793"/>
                  </a:lnTo>
                  <a:lnTo>
                    <a:pt x="1025873" y="1395818"/>
                  </a:lnTo>
                  <a:lnTo>
                    <a:pt x="1025844" y="1395824"/>
                  </a:lnTo>
                  <a:lnTo>
                    <a:pt x="1025847" y="1395843"/>
                  </a:lnTo>
                  <a:lnTo>
                    <a:pt x="1025845" y="1395852"/>
                  </a:lnTo>
                  <a:lnTo>
                    <a:pt x="1025842" y="1395861"/>
                  </a:lnTo>
                  <a:lnTo>
                    <a:pt x="1025837" y="1395880"/>
                  </a:lnTo>
                  <a:lnTo>
                    <a:pt x="1025830" y="1395926"/>
                  </a:lnTo>
                  <a:lnTo>
                    <a:pt x="1025821" y="1395955"/>
                  </a:lnTo>
                  <a:lnTo>
                    <a:pt x="1025813" y="1395977"/>
                  </a:lnTo>
                  <a:lnTo>
                    <a:pt x="1025808" y="1395980"/>
                  </a:lnTo>
                  <a:lnTo>
                    <a:pt x="1025802" y="1395980"/>
                  </a:lnTo>
                  <a:lnTo>
                    <a:pt x="1025791" y="1395973"/>
                  </a:lnTo>
                  <a:lnTo>
                    <a:pt x="1025785" y="1395972"/>
                  </a:lnTo>
                  <a:lnTo>
                    <a:pt x="1025725" y="1395971"/>
                  </a:lnTo>
                  <a:lnTo>
                    <a:pt x="1025700" y="1395973"/>
                  </a:lnTo>
                  <a:lnTo>
                    <a:pt x="1025680" y="1395979"/>
                  </a:lnTo>
                  <a:lnTo>
                    <a:pt x="1025656" y="1395987"/>
                  </a:lnTo>
                  <a:lnTo>
                    <a:pt x="1025623" y="1395999"/>
                  </a:lnTo>
                  <a:lnTo>
                    <a:pt x="1025605" y="1396004"/>
                  </a:lnTo>
                  <a:lnTo>
                    <a:pt x="1025599" y="1396020"/>
                  </a:lnTo>
                  <a:lnTo>
                    <a:pt x="1025592" y="1396011"/>
                  </a:lnTo>
                  <a:lnTo>
                    <a:pt x="1025587" y="1396006"/>
                  </a:lnTo>
                  <a:lnTo>
                    <a:pt x="1025574" y="1396005"/>
                  </a:lnTo>
                  <a:lnTo>
                    <a:pt x="1025564" y="1396008"/>
                  </a:lnTo>
                  <a:lnTo>
                    <a:pt x="1025558" y="1396008"/>
                  </a:lnTo>
                  <a:lnTo>
                    <a:pt x="1025548" y="1396007"/>
                  </a:lnTo>
                  <a:lnTo>
                    <a:pt x="1025531" y="1396000"/>
                  </a:lnTo>
                  <a:lnTo>
                    <a:pt x="1025509" y="1395995"/>
                  </a:lnTo>
                  <a:lnTo>
                    <a:pt x="1025479" y="1395982"/>
                  </a:lnTo>
                  <a:lnTo>
                    <a:pt x="1025451" y="1395969"/>
                  </a:lnTo>
                  <a:lnTo>
                    <a:pt x="1025422" y="1395969"/>
                  </a:lnTo>
                  <a:lnTo>
                    <a:pt x="1025413" y="1395966"/>
                  </a:lnTo>
                  <a:lnTo>
                    <a:pt x="1025392" y="1395965"/>
                  </a:lnTo>
                  <a:lnTo>
                    <a:pt x="1025373" y="1395967"/>
                  </a:lnTo>
                  <a:lnTo>
                    <a:pt x="1025334" y="1395964"/>
                  </a:lnTo>
                  <a:lnTo>
                    <a:pt x="1025327" y="1395962"/>
                  </a:lnTo>
                  <a:lnTo>
                    <a:pt x="1025322" y="1395959"/>
                  </a:lnTo>
                  <a:lnTo>
                    <a:pt x="1025272" y="1396009"/>
                  </a:lnTo>
                  <a:lnTo>
                    <a:pt x="1025247" y="1396032"/>
                  </a:lnTo>
                  <a:lnTo>
                    <a:pt x="1025226" y="1396052"/>
                  </a:lnTo>
                  <a:lnTo>
                    <a:pt x="1025201" y="1396084"/>
                  </a:lnTo>
                  <a:lnTo>
                    <a:pt x="1025187" y="1396103"/>
                  </a:lnTo>
                  <a:lnTo>
                    <a:pt x="1025173" y="1396116"/>
                  </a:lnTo>
                  <a:lnTo>
                    <a:pt x="1025151" y="1396127"/>
                  </a:lnTo>
                  <a:lnTo>
                    <a:pt x="1025144" y="1396130"/>
                  </a:lnTo>
                  <a:lnTo>
                    <a:pt x="1025122" y="1396150"/>
                  </a:lnTo>
                  <a:lnTo>
                    <a:pt x="1025094" y="1396176"/>
                  </a:lnTo>
                  <a:lnTo>
                    <a:pt x="1025065" y="1396201"/>
                  </a:lnTo>
                  <a:lnTo>
                    <a:pt x="1025038" y="1396224"/>
                  </a:lnTo>
                  <a:lnTo>
                    <a:pt x="1025018" y="1396258"/>
                  </a:lnTo>
                  <a:lnTo>
                    <a:pt x="1025009" y="1396274"/>
                  </a:lnTo>
                  <a:lnTo>
                    <a:pt x="1025009" y="1396281"/>
                  </a:lnTo>
                  <a:lnTo>
                    <a:pt x="1025006" y="1396286"/>
                  </a:lnTo>
                  <a:lnTo>
                    <a:pt x="1024991" y="1396295"/>
                  </a:lnTo>
                  <a:lnTo>
                    <a:pt x="1024978" y="1396303"/>
                  </a:lnTo>
                  <a:lnTo>
                    <a:pt x="1024969" y="1396311"/>
                  </a:lnTo>
                  <a:lnTo>
                    <a:pt x="1024957" y="1396317"/>
                  </a:lnTo>
                  <a:lnTo>
                    <a:pt x="1024949" y="1396322"/>
                  </a:lnTo>
                  <a:lnTo>
                    <a:pt x="1024927" y="1396334"/>
                  </a:lnTo>
                  <a:lnTo>
                    <a:pt x="1024903" y="1396348"/>
                  </a:lnTo>
                  <a:lnTo>
                    <a:pt x="1024888" y="1396357"/>
                  </a:lnTo>
                  <a:lnTo>
                    <a:pt x="1024876" y="1396366"/>
                  </a:lnTo>
                  <a:lnTo>
                    <a:pt x="1024865" y="1396370"/>
                  </a:lnTo>
                  <a:lnTo>
                    <a:pt x="1024856" y="1396372"/>
                  </a:lnTo>
                  <a:lnTo>
                    <a:pt x="1024837" y="1396371"/>
                  </a:lnTo>
                  <a:lnTo>
                    <a:pt x="1024809" y="1396368"/>
                  </a:lnTo>
                  <a:lnTo>
                    <a:pt x="1024782" y="1396366"/>
                  </a:lnTo>
                  <a:lnTo>
                    <a:pt x="1024764" y="1396363"/>
                  </a:lnTo>
                  <a:lnTo>
                    <a:pt x="1024758" y="1396363"/>
                  </a:lnTo>
                  <a:lnTo>
                    <a:pt x="1024753" y="1396364"/>
                  </a:lnTo>
                  <a:lnTo>
                    <a:pt x="1024737" y="1396385"/>
                  </a:lnTo>
                  <a:lnTo>
                    <a:pt x="1024723" y="1396402"/>
                  </a:lnTo>
                  <a:lnTo>
                    <a:pt x="1024698" y="1396432"/>
                  </a:lnTo>
                  <a:lnTo>
                    <a:pt x="1024672" y="1396460"/>
                  </a:lnTo>
                  <a:lnTo>
                    <a:pt x="1024647" y="1396490"/>
                  </a:lnTo>
                  <a:lnTo>
                    <a:pt x="1024623" y="1396517"/>
                  </a:lnTo>
                  <a:lnTo>
                    <a:pt x="1024603" y="1396541"/>
                  </a:lnTo>
                  <a:lnTo>
                    <a:pt x="1024585" y="1396564"/>
                  </a:lnTo>
                  <a:lnTo>
                    <a:pt x="1024570" y="1396575"/>
                  </a:lnTo>
                  <a:lnTo>
                    <a:pt x="1024567" y="1396578"/>
                  </a:lnTo>
                  <a:lnTo>
                    <a:pt x="1024561" y="1396588"/>
                  </a:lnTo>
                  <a:lnTo>
                    <a:pt x="1024546" y="1396608"/>
                  </a:lnTo>
                  <a:lnTo>
                    <a:pt x="1024527" y="1396630"/>
                  </a:lnTo>
                  <a:lnTo>
                    <a:pt x="1024518" y="1396643"/>
                  </a:lnTo>
                  <a:lnTo>
                    <a:pt x="1024513" y="1396648"/>
                  </a:lnTo>
                  <a:lnTo>
                    <a:pt x="1024504" y="1396660"/>
                  </a:lnTo>
                  <a:lnTo>
                    <a:pt x="1024486" y="1396679"/>
                  </a:lnTo>
                  <a:lnTo>
                    <a:pt x="1024471" y="1396698"/>
                  </a:lnTo>
                  <a:lnTo>
                    <a:pt x="1024466" y="1396704"/>
                  </a:lnTo>
                  <a:lnTo>
                    <a:pt x="1024460" y="1396714"/>
                  </a:lnTo>
                  <a:lnTo>
                    <a:pt x="1024453" y="1396728"/>
                  </a:lnTo>
                  <a:lnTo>
                    <a:pt x="1024448" y="1396742"/>
                  </a:lnTo>
                  <a:lnTo>
                    <a:pt x="1024442" y="1396747"/>
                  </a:lnTo>
                  <a:lnTo>
                    <a:pt x="1024432" y="1396767"/>
                  </a:lnTo>
                  <a:lnTo>
                    <a:pt x="1024415" y="1396799"/>
                  </a:lnTo>
                  <a:lnTo>
                    <a:pt x="1024396" y="1396833"/>
                  </a:lnTo>
                  <a:lnTo>
                    <a:pt x="1024392" y="1396853"/>
                  </a:lnTo>
                  <a:lnTo>
                    <a:pt x="1024394" y="1396875"/>
                  </a:lnTo>
                  <a:lnTo>
                    <a:pt x="1024404" y="1396911"/>
                  </a:lnTo>
                  <a:lnTo>
                    <a:pt x="1024411" y="1396938"/>
                  </a:lnTo>
                  <a:lnTo>
                    <a:pt x="1024417" y="1396955"/>
                  </a:lnTo>
                  <a:lnTo>
                    <a:pt x="1024422" y="1396965"/>
                  </a:lnTo>
                  <a:lnTo>
                    <a:pt x="1024426" y="1396973"/>
                  </a:lnTo>
                  <a:lnTo>
                    <a:pt x="1024433" y="1396982"/>
                  </a:lnTo>
                  <a:lnTo>
                    <a:pt x="1024448" y="1396998"/>
                  </a:lnTo>
                  <a:lnTo>
                    <a:pt x="1024458" y="1397019"/>
                  </a:lnTo>
                  <a:lnTo>
                    <a:pt x="1024464" y="1397032"/>
                  </a:lnTo>
                  <a:lnTo>
                    <a:pt x="1024467" y="1397054"/>
                  </a:lnTo>
                  <a:lnTo>
                    <a:pt x="1024466" y="1397070"/>
                  </a:lnTo>
                  <a:lnTo>
                    <a:pt x="1024462" y="1397097"/>
                  </a:lnTo>
                  <a:lnTo>
                    <a:pt x="1024464" y="1397120"/>
                  </a:lnTo>
                  <a:lnTo>
                    <a:pt x="1024452" y="1397132"/>
                  </a:lnTo>
                  <a:lnTo>
                    <a:pt x="1024429" y="1397132"/>
                  </a:lnTo>
                  <a:lnTo>
                    <a:pt x="1024420" y="1397131"/>
                  </a:lnTo>
                  <a:lnTo>
                    <a:pt x="1024409" y="1397123"/>
                  </a:lnTo>
                  <a:lnTo>
                    <a:pt x="1024392" y="1397121"/>
                  </a:lnTo>
                  <a:lnTo>
                    <a:pt x="1024400" y="1397102"/>
                  </a:lnTo>
                  <a:lnTo>
                    <a:pt x="1024409" y="1397083"/>
                  </a:lnTo>
                  <a:lnTo>
                    <a:pt x="1024410" y="1397074"/>
                  </a:lnTo>
                  <a:lnTo>
                    <a:pt x="1024410" y="1397066"/>
                  </a:lnTo>
                  <a:lnTo>
                    <a:pt x="1024406" y="1397052"/>
                  </a:lnTo>
                  <a:lnTo>
                    <a:pt x="1024393" y="1397034"/>
                  </a:lnTo>
                  <a:lnTo>
                    <a:pt x="1024376" y="1397042"/>
                  </a:lnTo>
                  <a:lnTo>
                    <a:pt x="1024362" y="1397048"/>
                  </a:lnTo>
                  <a:lnTo>
                    <a:pt x="1024344" y="1397054"/>
                  </a:lnTo>
                  <a:lnTo>
                    <a:pt x="1024332" y="1397052"/>
                  </a:lnTo>
                  <a:lnTo>
                    <a:pt x="1024321" y="1397032"/>
                  </a:lnTo>
                  <a:lnTo>
                    <a:pt x="1024317" y="1397029"/>
                  </a:lnTo>
                  <a:lnTo>
                    <a:pt x="1024311" y="1397021"/>
                  </a:lnTo>
                  <a:lnTo>
                    <a:pt x="1024306" y="1397008"/>
                  </a:lnTo>
                  <a:lnTo>
                    <a:pt x="1024298" y="1396977"/>
                  </a:lnTo>
                  <a:lnTo>
                    <a:pt x="1024284" y="1396943"/>
                  </a:lnTo>
                  <a:lnTo>
                    <a:pt x="1024271" y="1396918"/>
                  </a:lnTo>
                  <a:lnTo>
                    <a:pt x="1024264" y="1396910"/>
                  </a:lnTo>
                  <a:lnTo>
                    <a:pt x="1024252" y="1396900"/>
                  </a:lnTo>
                  <a:lnTo>
                    <a:pt x="1024245" y="1396891"/>
                  </a:lnTo>
                  <a:lnTo>
                    <a:pt x="1024239" y="1396880"/>
                  </a:lnTo>
                  <a:lnTo>
                    <a:pt x="1024226" y="1396867"/>
                  </a:lnTo>
                  <a:lnTo>
                    <a:pt x="1024216" y="1396867"/>
                  </a:lnTo>
                  <a:lnTo>
                    <a:pt x="1024210" y="1396860"/>
                  </a:lnTo>
                  <a:lnTo>
                    <a:pt x="1024202" y="1396849"/>
                  </a:lnTo>
                  <a:lnTo>
                    <a:pt x="1024191" y="1396838"/>
                  </a:lnTo>
                  <a:lnTo>
                    <a:pt x="1024188" y="1396830"/>
                  </a:lnTo>
                  <a:lnTo>
                    <a:pt x="1024187" y="1396813"/>
                  </a:lnTo>
                  <a:lnTo>
                    <a:pt x="1024185" y="1396805"/>
                  </a:lnTo>
                  <a:lnTo>
                    <a:pt x="1024183" y="1396794"/>
                  </a:lnTo>
                  <a:lnTo>
                    <a:pt x="1024175" y="1396784"/>
                  </a:lnTo>
                  <a:lnTo>
                    <a:pt x="1024172" y="1396778"/>
                  </a:lnTo>
                  <a:lnTo>
                    <a:pt x="1024169" y="1396765"/>
                  </a:lnTo>
                  <a:lnTo>
                    <a:pt x="1024170" y="1396719"/>
                  </a:lnTo>
                  <a:lnTo>
                    <a:pt x="1024164" y="1396705"/>
                  </a:lnTo>
                  <a:lnTo>
                    <a:pt x="1024156" y="1396685"/>
                  </a:lnTo>
                  <a:lnTo>
                    <a:pt x="1024150" y="1396675"/>
                  </a:lnTo>
                  <a:lnTo>
                    <a:pt x="1024145" y="1396671"/>
                  </a:lnTo>
                  <a:lnTo>
                    <a:pt x="1024111" y="1396685"/>
                  </a:lnTo>
                  <a:lnTo>
                    <a:pt x="1024107" y="1396688"/>
                  </a:lnTo>
                  <a:lnTo>
                    <a:pt x="1024108" y="1396699"/>
                  </a:lnTo>
                  <a:lnTo>
                    <a:pt x="1024100" y="1396706"/>
                  </a:lnTo>
                  <a:lnTo>
                    <a:pt x="1024091" y="1396712"/>
                  </a:lnTo>
                  <a:lnTo>
                    <a:pt x="1024053" y="1396721"/>
                  </a:lnTo>
                  <a:lnTo>
                    <a:pt x="1024037" y="1396716"/>
                  </a:lnTo>
                  <a:lnTo>
                    <a:pt x="1024021" y="1396705"/>
                  </a:lnTo>
                  <a:lnTo>
                    <a:pt x="1024004" y="1396699"/>
                  </a:lnTo>
                  <a:lnTo>
                    <a:pt x="1023986" y="1396695"/>
                  </a:lnTo>
                  <a:lnTo>
                    <a:pt x="1023968" y="1396692"/>
                  </a:lnTo>
                  <a:lnTo>
                    <a:pt x="1023951" y="1396695"/>
                  </a:lnTo>
                  <a:lnTo>
                    <a:pt x="1023938" y="1396698"/>
                  </a:lnTo>
                  <a:lnTo>
                    <a:pt x="1023919" y="1396698"/>
                  </a:lnTo>
                  <a:lnTo>
                    <a:pt x="1023907" y="1396706"/>
                  </a:lnTo>
                  <a:lnTo>
                    <a:pt x="1023894" y="1396716"/>
                  </a:lnTo>
                  <a:lnTo>
                    <a:pt x="1023881" y="1396731"/>
                  </a:lnTo>
                  <a:lnTo>
                    <a:pt x="1023871" y="1396740"/>
                  </a:lnTo>
                  <a:lnTo>
                    <a:pt x="1023858" y="1396750"/>
                  </a:lnTo>
                  <a:lnTo>
                    <a:pt x="1023844" y="1396758"/>
                  </a:lnTo>
                  <a:lnTo>
                    <a:pt x="1023828" y="1396760"/>
                  </a:lnTo>
                  <a:lnTo>
                    <a:pt x="1023822" y="1396759"/>
                  </a:lnTo>
                  <a:lnTo>
                    <a:pt x="1023817" y="1396752"/>
                  </a:lnTo>
                  <a:lnTo>
                    <a:pt x="1023804" y="1396731"/>
                  </a:lnTo>
                  <a:lnTo>
                    <a:pt x="1023792" y="1396712"/>
                  </a:lnTo>
                  <a:lnTo>
                    <a:pt x="1023782" y="1396698"/>
                  </a:lnTo>
                  <a:lnTo>
                    <a:pt x="1023754" y="1396666"/>
                  </a:lnTo>
                  <a:lnTo>
                    <a:pt x="1023739" y="1396645"/>
                  </a:lnTo>
                  <a:lnTo>
                    <a:pt x="1023735" y="1396639"/>
                  </a:lnTo>
                  <a:lnTo>
                    <a:pt x="1023729" y="1396615"/>
                  </a:lnTo>
                  <a:lnTo>
                    <a:pt x="1023726" y="1396598"/>
                  </a:lnTo>
                  <a:lnTo>
                    <a:pt x="1023726" y="1396590"/>
                  </a:lnTo>
                  <a:lnTo>
                    <a:pt x="1023723" y="1396560"/>
                  </a:lnTo>
                  <a:lnTo>
                    <a:pt x="1023719" y="1396536"/>
                  </a:lnTo>
                  <a:lnTo>
                    <a:pt x="1023717" y="1396526"/>
                  </a:lnTo>
                  <a:lnTo>
                    <a:pt x="1023720" y="1396520"/>
                  </a:lnTo>
                  <a:lnTo>
                    <a:pt x="1023731" y="1396477"/>
                  </a:lnTo>
                  <a:lnTo>
                    <a:pt x="1023740" y="1396439"/>
                  </a:lnTo>
                  <a:lnTo>
                    <a:pt x="1023748" y="1396413"/>
                  </a:lnTo>
                  <a:lnTo>
                    <a:pt x="1023783" y="1396291"/>
                  </a:lnTo>
                  <a:lnTo>
                    <a:pt x="1023793" y="1396210"/>
                  </a:lnTo>
                  <a:lnTo>
                    <a:pt x="1023799" y="1396172"/>
                  </a:lnTo>
                  <a:lnTo>
                    <a:pt x="1023908" y="1396173"/>
                  </a:lnTo>
                  <a:lnTo>
                    <a:pt x="1023912" y="1396172"/>
                  </a:lnTo>
                  <a:lnTo>
                    <a:pt x="1023911" y="1396167"/>
                  </a:lnTo>
                  <a:lnTo>
                    <a:pt x="1023820" y="1396070"/>
                  </a:lnTo>
                  <a:lnTo>
                    <a:pt x="1023824" y="1395943"/>
                  </a:lnTo>
                  <a:lnTo>
                    <a:pt x="1023824" y="1395925"/>
                  </a:lnTo>
                  <a:lnTo>
                    <a:pt x="1023813" y="1395927"/>
                  </a:lnTo>
                  <a:lnTo>
                    <a:pt x="1023764" y="1395926"/>
                  </a:lnTo>
                  <a:lnTo>
                    <a:pt x="1023708" y="1395915"/>
                  </a:lnTo>
                  <a:lnTo>
                    <a:pt x="1023653" y="1395888"/>
                  </a:lnTo>
                  <a:lnTo>
                    <a:pt x="1023601" y="1395856"/>
                  </a:lnTo>
                  <a:lnTo>
                    <a:pt x="1023568" y="1395829"/>
                  </a:lnTo>
                  <a:lnTo>
                    <a:pt x="1023547" y="1395811"/>
                  </a:lnTo>
                  <a:lnTo>
                    <a:pt x="1023523" y="1395813"/>
                  </a:lnTo>
                  <a:lnTo>
                    <a:pt x="1023478" y="1395845"/>
                  </a:lnTo>
                  <a:lnTo>
                    <a:pt x="1023433" y="1395867"/>
                  </a:lnTo>
                  <a:lnTo>
                    <a:pt x="1023378" y="1395880"/>
                  </a:lnTo>
                  <a:lnTo>
                    <a:pt x="1023322" y="1395905"/>
                  </a:lnTo>
                  <a:lnTo>
                    <a:pt x="1023301" y="1395931"/>
                  </a:lnTo>
                  <a:lnTo>
                    <a:pt x="1023285" y="1395947"/>
                  </a:lnTo>
                  <a:lnTo>
                    <a:pt x="1023255" y="1395954"/>
                  </a:lnTo>
                  <a:lnTo>
                    <a:pt x="1023197" y="1395956"/>
                  </a:lnTo>
                  <a:lnTo>
                    <a:pt x="1023140" y="1395938"/>
                  </a:lnTo>
                  <a:lnTo>
                    <a:pt x="1023099" y="1395914"/>
                  </a:lnTo>
                  <a:lnTo>
                    <a:pt x="1023071" y="1395887"/>
                  </a:lnTo>
                  <a:lnTo>
                    <a:pt x="1023025" y="1395850"/>
                  </a:lnTo>
                  <a:lnTo>
                    <a:pt x="1022989" y="1395823"/>
                  </a:lnTo>
                  <a:lnTo>
                    <a:pt x="1022963" y="1395794"/>
                  </a:lnTo>
                  <a:lnTo>
                    <a:pt x="1022923" y="1395781"/>
                  </a:lnTo>
                  <a:lnTo>
                    <a:pt x="1022890" y="1395780"/>
                  </a:lnTo>
                  <a:lnTo>
                    <a:pt x="1022838" y="1395761"/>
                  </a:lnTo>
                  <a:lnTo>
                    <a:pt x="1022790" y="1395745"/>
                  </a:lnTo>
                  <a:lnTo>
                    <a:pt x="1022747" y="1395719"/>
                  </a:lnTo>
                  <a:lnTo>
                    <a:pt x="1022722" y="1395696"/>
                  </a:lnTo>
                  <a:lnTo>
                    <a:pt x="1022700" y="1395683"/>
                  </a:lnTo>
                  <a:lnTo>
                    <a:pt x="1022678" y="1395686"/>
                  </a:lnTo>
                  <a:lnTo>
                    <a:pt x="1022662" y="1395690"/>
                  </a:lnTo>
                  <a:lnTo>
                    <a:pt x="1022643" y="1395694"/>
                  </a:lnTo>
                  <a:lnTo>
                    <a:pt x="1022608" y="1395692"/>
                  </a:lnTo>
                  <a:lnTo>
                    <a:pt x="1022559" y="1395671"/>
                  </a:lnTo>
                  <a:lnTo>
                    <a:pt x="1022550" y="1395664"/>
                  </a:lnTo>
                  <a:lnTo>
                    <a:pt x="1022537" y="1395657"/>
                  </a:lnTo>
                  <a:lnTo>
                    <a:pt x="1022528" y="1395652"/>
                  </a:lnTo>
                  <a:lnTo>
                    <a:pt x="1022520" y="1395647"/>
                  </a:lnTo>
                  <a:lnTo>
                    <a:pt x="1022514" y="1395644"/>
                  </a:lnTo>
                  <a:lnTo>
                    <a:pt x="1022497" y="1395634"/>
                  </a:lnTo>
                  <a:lnTo>
                    <a:pt x="1022477" y="1395622"/>
                  </a:lnTo>
                  <a:lnTo>
                    <a:pt x="1022462" y="1395610"/>
                  </a:lnTo>
                  <a:lnTo>
                    <a:pt x="1022447" y="1395601"/>
                  </a:lnTo>
                  <a:lnTo>
                    <a:pt x="1022428" y="1395594"/>
                  </a:lnTo>
                  <a:lnTo>
                    <a:pt x="1022406" y="1395586"/>
                  </a:lnTo>
                  <a:lnTo>
                    <a:pt x="1022388" y="1395576"/>
                  </a:lnTo>
                  <a:lnTo>
                    <a:pt x="1022375" y="1395565"/>
                  </a:lnTo>
                  <a:lnTo>
                    <a:pt x="1022359" y="1395552"/>
                  </a:lnTo>
                  <a:lnTo>
                    <a:pt x="1022341" y="1395539"/>
                  </a:lnTo>
                  <a:lnTo>
                    <a:pt x="1022318" y="1395525"/>
                  </a:lnTo>
                  <a:lnTo>
                    <a:pt x="1022300" y="1395513"/>
                  </a:lnTo>
                  <a:lnTo>
                    <a:pt x="1022290" y="1395507"/>
                  </a:lnTo>
                  <a:lnTo>
                    <a:pt x="1022285" y="1395503"/>
                  </a:lnTo>
                  <a:lnTo>
                    <a:pt x="1022270" y="1395491"/>
                  </a:lnTo>
                  <a:lnTo>
                    <a:pt x="1022242" y="1395457"/>
                  </a:lnTo>
                  <a:lnTo>
                    <a:pt x="1022226" y="1395442"/>
                  </a:lnTo>
                  <a:lnTo>
                    <a:pt x="1022210" y="1395432"/>
                  </a:lnTo>
                  <a:lnTo>
                    <a:pt x="1022196" y="1395423"/>
                  </a:lnTo>
                  <a:lnTo>
                    <a:pt x="1022184" y="1395416"/>
                  </a:lnTo>
                  <a:lnTo>
                    <a:pt x="1022175" y="1395409"/>
                  </a:lnTo>
                  <a:lnTo>
                    <a:pt x="1022170" y="1395399"/>
                  </a:lnTo>
                  <a:lnTo>
                    <a:pt x="1022168" y="1395390"/>
                  </a:lnTo>
                  <a:lnTo>
                    <a:pt x="1022171" y="1395374"/>
                  </a:lnTo>
                  <a:lnTo>
                    <a:pt x="1022171" y="1395359"/>
                  </a:lnTo>
                  <a:lnTo>
                    <a:pt x="1022169" y="1395338"/>
                  </a:lnTo>
                  <a:lnTo>
                    <a:pt x="1022166" y="1395324"/>
                  </a:lnTo>
                  <a:lnTo>
                    <a:pt x="1022159" y="1395311"/>
                  </a:lnTo>
                  <a:lnTo>
                    <a:pt x="1022150" y="1395298"/>
                  </a:lnTo>
                  <a:lnTo>
                    <a:pt x="1022140" y="1395284"/>
                  </a:lnTo>
                  <a:lnTo>
                    <a:pt x="1022132" y="1395267"/>
                  </a:lnTo>
                  <a:lnTo>
                    <a:pt x="1022124" y="1395244"/>
                  </a:lnTo>
                  <a:lnTo>
                    <a:pt x="1022117" y="1395224"/>
                  </a:lnTo>
                  <a:lnTo>
                    <a:pt x="1022111" y="1395207"/>
                  </a:lnTo>
                  <a:lnTo>
                    <a:pt x="1022104" y="1395188"/>
                  </a:lnTo>
                  <a:lnTo>
                    <a:pt x="1022094" y="1395172"/>
                  </a:lnTo>
                  <a:lnTo>
                    <a:pt x="1022078" y="1395152"/>
                  </a:lnTo>
                  <a:lnTo>
                    <a:pt x="1022061" y="1395137"/>
                  </a:lnTo>
                  <a:lnTo>
                    <a:pt x="1022050" y="1395126"/>
                  </a:lnTo>
                  <a:lnTo>
                    <a:pt x="1022040" y="1395118"/>
                  </a:lnTo>
                  <a:lnTo>
                    <a:pt x="1022018" y="1395097"/>
                  </a:lnTo>
                  <a:lnTo>
                    <a:pt x="1022003" y="1395080"/>
                  </a:lnTo>
                  <a:lnTo>
                    <a:pt x="1021978" y="1395061"/>
                  </a:lnTo>
                  <a:lnTo>
                    <a:pt x="1021954" y="1395039"/>
                  </a:lnTo>
                  <a:lnTo>
                    <a:pt x="1021937" y="1395023"/>
                  </a:lnTo>
                  <a:lnTo>
                    <a:pt x="1021934" y="1395020"/>
                  </a:lnTo>
                  <a:lnTo>
                    <a:pt x="1021926" y="1395010"/>
                  </a:lnTo>
                  <a:lnTo>
                    <a:pt x="1021920" y="1394996"/>
                  </a:lnTo>
                  <a:lnTo>
                    <a:pt x="1021918" y="1394977"/>
                  </a:lnTo>
                  <a:lnTo>
                    <a:pt x="1021919" y="1394948"/>
                  </a:lnTo>
                  <a:lnTo>
                    <a:pt x="1021919" y="1394933"/>
                  </a:lnTo>
                  <a:lnTo>
                    <a:pt x="1021915" y="1394918"/>
                  </a:lnTo>
                  <a:lnTo>
                    <a:pt x="1021910" y="1394906"/>
                  </a:lnTo>
                  <a:lnTo>
                    <a:pt x="1021907" y="1394900"/>
                  </a:lnTo>
                  <a:lnTo>
                    <a:pt x="1021896" y="1394884"/>
                  </a:lnTo>
                  <a:lnTo>
                    <a:pt x="1021888" y="1394871"/>
                  </a:lnTo>
                  <a:lnTo>
                    <a:pt x="1021883" y="1394856"/>
                  </a:lnTo>
                  <a:lnTo>
                    <a:pt x="1021881" y="1394841"/>
                  </a:lnTo>
                  <a:lnTo>
                    <a:pt x="1021880" y="1394836"/>
                  </a:lnTo>
                  <a:lnTo>
                    <a:pt x="1021883" y="1394811"/>
                  </a:lnTo>
                  <a:lnTo>
                    <a:pt x="1021885" y="1394791"/>
                  </a:lnTo>
                  <a:lnTo>
                    <a:pt x="1021885" y="1394772"/>
                  </a:lnTo>
                  <a:lnTo>
                    <a:pt x="1021883" y="1394751"/>
                  </a:lnTo>
                  <a:lnTo>
                    <a:pt x="1021881" y="1394717"/>
                  </a:lnTo>
                  <a:lnTo>
                    <a:pt x="1021880" y="1394682"/>
                  </a:lnTo>
                  <a:lnTo>
                    <a:pt x="1021878" y="1394655"/>
                  </a:lnTo>
                  <a:lnTo>
                    <a:pt x="1021878" y="1394649"/>
                  </a:lnTo>
                  <a:lnTo>
                    <a:pt x="1021875" y="1394623"/>
                  </a:lnTo>
                  <a:lnTo>
                    <a:pt x="1021875" y="1394604"/>
                  </a:lnTo>
                  <a:lnTo>
                    <a:pt x="1021875" y="1394586"/>
                  </a:lnTo>
                  <a:lnTo>
                    <a:pt x="1021870" y="1394564"/>
                  </a:lnTo>
                  <a:lnTo>
                    <a:pt x="1021871" y="1394544"/>
                  </a:lnTo>
                  <a:lnTo>
                    <a:pt x="1021873" y="1394524"/>
                  </a:lnTo>
                  <a:lnTo>
                    <a:pt x="1021872" y="1394509"/>
                  </a:lnTo>
                  <a:lnTo>
                    <a:pt x="1021867" y="1394494"/>
                  </a:lnTo>
                  <a:lnTo>
                    <a:pt x="1021859" y="1394474"/>
                  </a:lnTo>
                  <a:lnTo>
                    <a:pt x="1021854" y="1394458"/>
                  </a:lnTo>
                  <a:lnTo>
                    <a:pt x="1021853" y="1394443"/>
                  </a:lnTo>
                  <a:lnTo>
                    <a:pt x="1021851" y="1394430"/>
                  </a:lnTo>
                  <a:lnTo>
                    <a:pt x="1021844" y="1394414"/>
                  </a:lnTo>
                  <a:lnTo>
                    <a:pt x="1021834" y="1394389"/>
                  </a:lnTo>
                  <a:lnTo>
                    <a:pt x="1021827" y="1394368"/>
                  </a:lnTo>
                  <a:lnTo>
                    <a:pt x="1021825" y="1394363"/>
                  </a:lnTo>
                  <a:lnTo>
                    <a:pt x="1021813" y="1394335"/>
                  </a:lnTo>
                  <a:lnTo>
                    <a:pt x="1021792" y="1394302"/>
                  </a:lnTo>
                  <a:lnTo>
                    <a:pt x="1021778" y="1394279"/>
                  </a:lnTo>
                  <a:lnTo>
                    <a:pt x="1021760" y="1394250"/>
                  </a:lnTo>
                  <a:lnTo>
                    <a:pt x="1021754" y="1394241"/>
                  </a:lnTo>
                  <a:lnTo>
                    <a:pt x="1021733" y="1394209"/>
                  </a:lnTo>
                  <a:lnTo>
                    <a:pt x="1021717" y="1394182"/>
                  </a:lnTo>
                  <a:lnTo>
                    <a:pt x="1021693" y="1394148"/>
                  </a:lnTo>
                  <a:lnTo>
                    <a:pt x="1021676" y="1394121"/>
                  </a:lnTo>
                  <a:lnTo>
                    <a:pt x="1021665" y="1394100"/>
                  </a:lnTo>
                  <a:lnTo>
                    <a:pt x="1021660" y="1394092"/>
                  </a:lnTo>
                  <a:lnTo>
                    <a:pt x="1021652" y="1394077"/>
                  </a:lnTo>
                  <a:lnTo>
                    <a:pt x="1021645" y="1394055"/>
                  </a:lnTo>
                  <a:lnTo>
                    <a:pt x="1021641" y="1394035"/>
                  </a:lnTo>
                  <a:lnTo>
                    <a:pt x="1021632" y="1394014"/>
                  </a:lnTo>
                  <a:lnTo>
                    <a:pt x="1021620" y="1393988"/>
                  </a:lnTo>
                  <a:lnTo>
                    <a:pt x="1021612" y="1393971"/>
                  </a:lnTo>
                  <a:lnTo>
                    <a:pt x="1021602" y="1393954"/>
                  </a:lnTo>
                  <a:lnTo>
                    <a:pt x="1021597" y="1393944"/>
                  </a:lnTo>
                  <a:lnTo>
                    <a:pt x="1021597" y="1393925"/>
                  </a:lnTo>
                  <a:lnTo>
                    <a:pt x="1021593" y="1393906"/>
                  </a:lnTo>
                  <a:lnTo>
                    <a:pt x="1021589" y="1393899"/>
                  </a:lnTo>
                  <a:lnTo>
                    <a:pt x="1021585" y="1393892"/>
                  </a:lnTo>
                  <a:lnTo>
                    <a:pt x="1021569" y="1393868"/>
                  </a:lnTo>
                  <a:lnTo>
                    <a:pt x="1021551" y="1393848"/>
                  </a:lnTo>
                  <a:lnTo>
                    <a:pt x="1021538" y="1393828"/>
                  </a:lnTo>
                  <a:lnTo>
                    <a:pt x="1021534" y="1393817"/>
                  </a:lnTo>
                  <a:lnTo>
                    <a:pt x="1021535" y="1393800"/>
                  </a:lnTo>
                  <a:lnTo>
                    <a:pt x="1021541" y="1393786"/>
                  </a:lnTo>
                  <a:lnTo>
                    <a:pt x="1021552" y="1393768"/>
                  </a:lnTo>
                  <a:lnTo>
                    <a:pt x="1021557" y="1393759"/>
                  </a:lnTo>
                  <a:lnTo>
                    <a:pt x="1021590" y="1393715"/>
                  </a:lnTo>
                  <a:lnTo>
                    <a:pt x="1021602" y="1393694"/>
                  </a:lnTo>
                  <a:lnTo>
                    <a:pt x="1021618" y="1393668"/>
                  </a:lnTo>
                  <a:lnTo>
                    <a:pt x="1021626" y="1393648"/>
                  </a:lnTo>
                  <a:lnTo>
                    <a:pt x="1021627" y="1393634"/>
                  </a:lnTo>
                  <a:lnTo>
                    <a:pt x="1021625" y="1393617"/>
                  </a:lnTo>
                  <a:lnTo>
                    <a:pt x="1021621" y="1393600"/>
                  </a:lnTo>
                  <a:lnTo>
                    <a:pt x="1021610" y="1393579"/>
                  </a:lnTo>
                  <a:lnTo>
                    <a:pt x="1021596" y="1393558"/>
                  </a:lnTo>
                  <a:lnTo>
                    <a:pt x="1021581" y="1393537"/>
                  </a:lnTo>
                  <a:lnTo>
                    <a:pt x="1021565" y="1393519"/>
                  </a:lnTo>
                  <a:lnTo>
                    <a:pt x="1021548" y="1393500"/>
                  </a:lnTo>
                  <a:lnTo>
                    <a:pt x="1021540" y="1393487"/>
                  </a:lnTo>
                  <a:lnTo>
                    <a:pt x="1021532" y="1393470"/>
                  </a:lnTo>
                  <a:lnTo>
                    <a:pt x="1021525" y="1393446"/>
                  </a:lnTo>
                  <a:lnTo>
                    <a:pt x="1021522" y="1393430"/>
                  </a:lnTo>
                  <a:lnTo>
                    <a:pt x="1021519" y="1393421"/>
                  </a:lnTo>
                  <a:lnTo>
                    <a:pt x="1021514" y="1393414"/>
                  </a:lnTo>
                  <a:lnTo>
                    <a:pt x="1021503" y="1393408"/>
                  </a:lnTo>
                  <a:lnTo>
                    <a:pt x="1021493" y="1393400"/>
                  </a:lnTo>
                  <a:lnTo>
                    <a:pt x="1021484" y="1393385"/>
                  </a:lnTo>
                  <a:lnTo>
                    <a:pt x="1021473" y="1393364"/>
                  </a:lnTo>
                  <a:lnTo>
                    <a:pt x="1021466" y="1393348"/>
                  </a:lnTo>
                  <a:lnTo>
                    <a:pt x="1021462" y="1393339"/>
                  </a:lnTo>
                  <a:lnTo>
                    <a:pt x="1021452" y="1393310"/>
                  </a:lnTo>
                  <a:lnTo>
                    <a:pt x="1021439" y="1393271"/>
                  </a:lnTo>
                  <a:lnTo>
                    <a:pt x="1021432" y="1393249"/>
                  </a:lnTo>
                  <a:lnTo>
                    <a:pt x="1021430" y="1393241"/>
                  </a:lnTo>
                  <a:lnTo>
                    <a:pt x="1021422" y="1393219"/>
                  </a:lnTo>
                  <a:lnTo>
                    <a:pt x="1021421" y="1393209"/>
                  </a:lnTo>
                  <a:lnTo>
                    <a:pt x="1021421" y="1393196"/>
                  </a:lnTo>
                  <a:lnTo>
                    <a:pt x="1021425" y="1393181"/>
                  </a:lnTo>
                  <a:lnTo>
                    <a:pt x="1021427" y="1393160"/>
                  </a:lnTo>
                  <a:lnTo>
                    <a:pt x="1021426" y="1393142"/>
                  </a:lnTo>
                  <a:lnTo>
                    <a:pt x="1021422" y="1393121"/>
                  </a:lnTo>
                  <a:lnTo>
                    <a:pt x="1021418" y="1393109"/>
                  </a:lnTo>
                  <a:lnTo>
                    <a:pt x="1021410" y="1393080"/>
                  </a:lnTo>
                  <a:lnTo>
                    <a:pt x="1021404" y="1393054"/>
                  </a:lnTo>
                  <a:lnTo>
                    <a:pt x="1021393" y="1393026"/>
                  </a:lnTo>
                  <a:lnTo>
                    <a:pt x="1021389" y="1393006"/>
                  </a:lnTo>
                  <a:lnTo>
                    <a:pt x="1021382" y="1392980"/>
                  </a:lnTo>
                  <a:lnTo>
                    <a:pt x="1021377" y="1392952"/>
                  </a:lnTo>
                  <a:lnTo>
                    <a:pt x="1021377" y="1392935"/>
                  </a:lnTo>
                  <a:lnTo>
                    <a:pt x="1021382" y="1392923"/>
                  </a:lnTo>
                  <a:lnTo>
                    <a:pt x="1021393" y="1392910"/>
                  </a:lnTo>
                  <a:lnTo>
                    <a:pt x="1021399" y="1392898"/>
                  </a:lnTo>
                  <a:lnTo>
                    <a:pt x="1021402" y="1392887"/>
                  </a:lnTo>
                  <a:lnTo>
                    <a:pt x="1021402" y="1392872"/>
                  </a:lnTo>
                  <a:lnTo>
                    <a:pt x="1021396" y="1392851"/>
                  </a:lnTo>
                  <a:lnTo>
                    <a:pt x="1021394" y="1392845"/>
                  </a:lnTo>
                  <a:lnTo>
                    <a:pt x="1021387" y="1392813"/>
                  </a:lnTo>
                  <a:lnTo>
                    <a:pt x="1021376" y="1392781"/>
                  </a:lnTo>
                  <a:lnTo>
                    <a:pt x="1021364" y="1392759"/>
                  </a:lnTo>
                  <a:lnTo>
                    <a:pt x="1021354" y="1392742"/>
                  </a:lnTo>
                  <a:lnTo>
                    <a:pt x="1021340" y="1392720"/>
                  </a:lnTo>
                  <a:lnTo>
                    <a:pt x="1021328" y="1392708"/>
                  </a:lnTo>
                  <a:lnTo>
                    <a:pt x="1021316" y="1392698"/>
                  </a:lnTo>
                  <a:lnTo>
                    <a:pt x="1021305" y="1392690"/>
                  </a:lnTo>
                  <a:lnTo>
                    <a:pt x="1021292" y="1392677"/>
                  </a:lnTo>
                  <a:lnTo>
                    <a:pt x="1021279" y="1392658"/>
                  </a:lnTo>
                  <a:lnTo>
                    <a:pt x="1021266" y="1392635"/>
                  </a:lnTo>
                  <a:lnTo>
                    <a:pt x="1021248" y="1392609"/>
                  </a:lnTo>
                  <a:lnTo>
                    <a:pt x="1021233" y="1392587"/>
                  </a:lnTo>
                  <a:lnTo>
                    <a:pt x="1021218" y="1392563"/>
                  </a:lnTo>
                  <a:lnTo>
                    <a:pt x="1021204" y="1392538"/>
                  </a:lnTo>
                  <a:lnTo>
                    <a:pt x="1021192" y="1392517"/>
                  </a:lnTo>
                  <a:lnTo>
                    <a:pt x="1021183" y="1392505"/>
                  </a:lnTo>
                  <a:lnTo>
                    <a:pt x="1021168" y="1392492"/>
                  </a:lnTo>
                  <a:lnTo>
                    <a:pt x="1021149" y="1392473"/>
                  </a:lnTo>
                  <a:lnTo>
                    <a:pt x="1021125" y="1392453"/>
                  </a:lnTo>
                  <a:lnTo>
                    <a:pt x="1021096" y="1392425"/>
                  </a:lnTo>
                  <a:lnTo>
                    <a:pt x="1021078" y="1392402"/>
                  </a:lnTo>
                  <a:lnTo>
                    <a:pt x="1021067" y="1392384"/>
                  </a:lnTo>
                  <a:lnTo>
                    <a:pt x="1021062" y="1392372"/>
                  </a:lnTo>
                  <a:lnTo>
                    <a:pt x="1021056" y="1392354"/>
                  </a:lnTo>
                  <a:lnTo>
                    <a:pt x="1021049" y="1392332"/>
                  </a:lnTo>
                  <a:lnTo>
                    <a:pt x="1021041" y="1392310"/>
                  </a:lnTo>
                  <a:lnTo>
                    <a:pt x="1021038" y="1392283"/>
                  </a:lnTo>
                  <a:lnTo>
                    <a:pt x="1021035" y="1392262"/>
                  </a:lnTo>
                  <a:lnTo>
                    <a:pt x="1021032" y="1392238"/>
                  </a:lnTo>
                  <a:lnTo>
                    <a:pt x="1021033" y="1392219"/>
                  </a:lnTo>
                  <a:lnTo>
                    <a:pt x="1021036" y="1392197"/>
                  </a:lnTo>
                  <a:lnTo>
                    <a:pt x="1021035" y="1392174"/>
                  </a:lnTo>
                  <a:lnTo>
                    <a:pt x="1021032" y="1392158"/>
                  </a:lnTo>
                  <a:lnTo>
                    <a:pt x="1021029" y="1392151"/>
                  </a:lnTo>
                  <a:lnTo>
                    <a:pt x="1021024" y="1392142"/>
                  </a:lnTo>
                  <a:lnTo>
                    <a:pt x="1021012" y="1392123"/>
                  </a:lnTo>
                  <a:lnTo>
                    <a:pt x="1021006" y="1392108"/>
                  </a:lnTo>
                  <a:lnTo>
                    <a:pt x="1021003" y="1392097"/>
                  </a:lnTo>
                  <a:lnTo>
                    <a:pt x="1021003" y="1392062"/>
                  </a:lnTo>
                  <a:lnTo>
                    <a:pt x="1021006" y="1392025"/>
                  </a:lnTo>
                  <a:lnTo>
                    <a:pt x="1021006" y="1391984"/>
                  </a:lnTo>
                  <a:lnTo>
                    <a:pt x="1021004" y="1391955"/>
                  </a:lnTo>
                  <a:lnTo>
                    <a:pt x="1021002" y="1391932"/>
                  </a:lnTo>
                  <a:lnTo>
                    <a:pt x="1020996" y="1391906"/>
                  </a:lnTo>
                  <a:lnTo>
                    <a:pt x="1020996" y="1391860"/>
                  </a:lnTo>
                  <a:lnTo>
                    <a:pt x="1020999" y="1391821"/>
                  </a:lnTo>
                  <a:lnTo>
                    <a:pt x="1020999" y="1391816"/>
                  </a:lnTo>
                  <a:lnTo>
                    <a:pt x="1021005" y="1391783"/>
                  </a:lnTo>
                  <a:lnTo>
                    <a:pt x="1021006" y="1391774"/>
                  </a:lnTo>
                  <a:lnTo>
                    <a:pt x="1021010" y="1391744"/>
                  </a:lnTo>
                  <a:lnTo>
                    <a:pt x="1021012" y="1391722"/>
                  </a:lnTo>
                  <a:lnTo>
                    <a:pt x="1021012" y="1391705"/>
                  </a:lnTo>
                  <a:lnTo>
                    <a:pt x="1021006" y="1391685"/>
                  </a:lnTo>
                  <a:lnTo>
                    <a:pt x="1020988" y="1391653"/>
                  </a:lnTo>
                  <a:lnTo>
                    <a:pt x="1020974" y="1391617"/>
                  </a:lnTo>
                  <a:lnTo>
                    <a:pt x="1020963" y="1391584"/>
                  </a:lnTo>
                  <a:lnTo>
                    <a:pt x="1020953" y="1391553"/>
                  </a:lnTo>
                  <a:lnTo>
                    <a:pt x="1020944" y="1391516"/>
                  </a:lnTo>
                  <a:lnTo>
                    <a:pt x="1020942" y="1391509"/>
                  </a:lnTo>
                  <a:lnTo>
                    <a:pt x="1020936" y="1391469"/>
                  </a:lnTo>
                  <a:lnTo>
                    <a:pt x="1020933" y="1391433"/>
                  </a:lnTo>
                  <a:lnTo>
                    <a:pt x="1020931" y="1391401"/>
                  </a:lnTo>
                  <a:lnTo>
                    <a:pt x="1020927" y="1391382"/>
                  </a:lnTo>
                  <a:lnTo>
                    <a:pt x="1020921" y="1391365"/>
                  </a:lnTo>
                  <a:lnTo>
                    <a:pt x="1020918" y="1391355"/>
                  </a:lnTo>
                  <a:lnTo>
                    <a:pt x="1020906" y="1391343"/>
                  </a:lnTo>
                  <a:lnTo>
                    <a:pt x="1020886" y="1391333"/>
                  </a:lnTo>
                  <a:lnTo>
                    <a:pt x="1020868" y="1391324"/>
                  </a:lnTo>
                  <a:lnTo>
                    <a:pt x="1020849" y="1391313"/>
                  </a:lnTo>
                  <a:lnTo>
                    <a:pt x="1020842" y="1391307"/>
                  </a:lnTo>
                  <a:lnTo>
                    <a:pt x="1020832" y="1391292"/>
                  </a:lnTo>
                  <a:lnTo>
                    <a:pt x="1020824" y="1391274"/>
                  </a:lnTo>
                  <a:lnTo>
                    <a:pt x="1020819" y="1391251"/>
                  </a:lnTo>
                  <a:lnTo>
                    <a:pt x="1020813" y="1391219"/>
                  </a:lnTo>
                  <a:lnTo>
                    <a:pt x="1020809" y="1391207"/>
                  </a:lnTo>
                  <a:lnTo>
                    <a:pt x="1020801" y="1391191"/>
                  </a:lnTo>
                  <a:lnTo>
                    <a:pt x="1020782" y="1391167"/>
                  </a:lnTo>
                  <a:lnTo>
                    <a:pt x="1020753" y="1391136"/>
                  </a:lnTo>
                  <a:lnTo>
                    <a:pt x="1020720" y="1391099"/>
                  </a:lnTo>
                  <a:lnTo>
                    <a:pt x="1020708" y="1391082"/>
                  </a:lnTo>
                  <a:lnTo>
                    <a:pt x="1020697" y="1391067"/>
                  </a:lnTo>
                  <a:lnTo>
                    <a:pt x="1020685" y="1391049"/>
                  </a:lnTo>
                  <a:lnTo>
                    <a:pt x="1020676" y="1391034"/>
                  </a:lnTo>
                  <a:lnTo>
                    <a:pt x="1020668" y="1391025"/>
                  </a:lnTo>
                  <a:lnTo>
                    <a:pt x="1020658" y="1391016"/>
                  </a:lnTo>
                  <a:lnTo>
                    <a:pt x="1020644" y="1391006"/>
                  </a:lnTo>
                  <a:lnTo>
                    <a:pt x="1020630" y="1390997"/>
                  </a:lnTo>
                  <a:lnTo>
                    <a:pt x="1020623" y="1390993"/>
                  </a:lnTo>
                  <a:lnTo>
                    <a:pt x="1020603" y="1390978"/>
                  </a:lnTo>
                  <a:lnTo>
                    <a:pt x="1020590" y="1390962"/>
                  </a:lnTo>
                  <a:lnTo>
                    <a:pt x="1020578" y="1390943"/>
                  </a:lnTo>
                  <a:lnTo>
                    <a:pt x="1020569" y="1390926"/>
                  </a:lnTo>
                  <a:lnTo>
                    <a:pt x="1020562" y="1390897"/>
                  </a:lnTo>
                  <a:lnTo>
                    <a:pt x="1020554" y="1390873"/>
                  </a:lnTo>
                  <a:lnTo>
                    <a:pt x="1020539" y="1390841"/>
                  </a:lnTo>
                  <a:lnTo>
                    <a:pt x="1020512" y="1390795"/>
                  </a:lnTo>
                  <a:lnTo>
                    <a:pt x="1020508" y="1390788"/>
                  </a:lnTo>
                  <a:lnTo>
                    <a:pt x="1020499" y="1390763"/>
                  </a:lnTo>
                  <a:lnTo>
                    <a:pt x="1020495" y="1390742"/>
                  </a:lnTo>
                  <a:lnTo>
                    <a:pt x="1020489" y="1390723"/>
                  </a:lnTo>
                  <a:lnTo>
                    <a:pt x="1020477" y="1390705"/>
                  </a:lnTo>
                  <a:lnTo>
                    <a:pt x="1020466" y="1390681"/>
                  </a:lnTo>
                  <a:lnTo>
                    <a:pt x="1020461" y="1390655"/>
                  </a:lnTo>
                  <a:lnTo>
                    <a:pt x="1020456" y="1390599"/>
                  </a:lnTo>
                  <a:lnTo>
                    <a:pt x="1020454" y="1390554"/>
                  </a:lnTo>
                  <a:lnTo>
                    <a:pt x="1020455" y="1390542"/>
                  </a:lnTo>
                  <a:lnTo>
                    <a:pt x="1020456" y="1390517"/>
                  </a:lnTo>
                  <a:lnTo>
                    <a:pt x="1020457" y="1390494"/>
                  </a:lnTo>
                  <a:lnTo>
                    <a:pt x="1020452" y="1390477"/>
                  </a:lnTo>
                  <a:lnTo>
                    <a:pt x="1020436" y="1390440"/>
                  </a:lnTo>
                  <a:lnTo>
                    <a:pt x="1020423" y="1390414"/>
                  </a:lnTo>
                  <a:lnTo>
                    <a:pt x="1020396" y="1390357"/>
                  </a:lnTo>
                  <a:lnTo>
                    <a:pt x="1020378" y="1390317"/>
                  </a:lnTo>
                  <a:lnTo>
                    <a:pt x="1020359" y="1390269"/>
                  </a:lnTo>
                  <a:lnTo>
                    <a:pt x="1020351" y="1390233"/>
                  </a:lnTo>
                  <a:lnTo>
                    <a:pt x="1020349" y="1390221"/>
                  </a:lnTo>
                  <a:lnTo>
                    <a:pt x="1020346" y="1390207"/>
                  </a:lnTo>
                  <a:lnTo>
                    <a:pt x="1020350" y="1390174"/>
                  </a:lnTo>
                  <a:lnTo>
                    <a:pt x="1020359" y="1390136"/>
                  </a:lnTo>
                  <a:lnTo>
                    <a:pt x="1020365" y="1390118"/>
                  </a:lnTo>
                  <a:lnTo>
                    <a:pt x="1020376" y="1390096"/>
                  </a:lnTo>
                  <a:lnTo>
                    <a:pt x="1020397" y="1390064"/>
                  </a:lnTo>
                  <a:lnTo>
                    <a:pt x="1020415" y="1390035"/>
                  </a:lnTo>
                  <a:lnTo>
                    <a:pt x="1020427" y="1390008"/>
                  </a:lnTo>
                  <a:lnTo>
                    <a:pt x="1020443" y="1389958"/>
                  </a:lnTo>
                  <a:lnTo>
                    <a:pt x="1020448" y="1389917"/>
                  </a:lnTo>
                  <a:lnTo>
                    <a:pt x="1020452" y="1389889"/>
                  </a:lnTo>
                  <a:lnTo>
                    <a:pt x="1020452" y="1389871"/>
                  </a:lnTo>
                  <a:lnTo>
                    <a:pt x="1020452" y="1389862"/>
                  </a:lnTo>
                  <a:lnTo>
                    <a:pt x="1020449" y="1389845"/>
                  </a:lnTo>
                  <a:lnTo>
                    <a:pt x="1020448" y="1389831"/>
                  </a:lnTo>
                  <a:lnTo>
                    <a:pt x="1020446" y="1389816"/>
                  </a:lnTo>
                  <a:lnTo>
                    <a:pt x="1020442" y="1389799"/>
                  </a:lnTo>
                  <a:lnTo>
                    <a:pt x="1020432" y="1389779"/>
                  </a:lnTo>
                  <a:lnTo>
                    <a:pt x="1020422" y="1389758"/>
                  </a:lnTo>
                  <a:lnTo>
                    <a:pt x="1020418" y="1389747"/>
                  </a:lnTo>
                  <a:lnTo>
                    <a:pt x="1020408" y="1389725"/>
                  </a:lnTo>
                  <a:lnTo>
                    <a:pt x="1020405" y="1389709"/>
                  </a:lnTo>
                  <a:lnTo>
                    <a:pt x="1020406" y="1389694"/>
                  </a:lnTo>
                  <a:lnTo>
                    <a:pt x="1020409" y="1389679"/>
                  </a:lnTo>
                  <a:lnTo>
                    <a:pt x="1020418" y="1389656"/>
                  </a:lnTo>
                  <a:lnTo>
                    <a:pt x="1020432" y="1389630"/>
                  </a:lnTo>
                  <a:lnTo>
                    <a:pt x="1020448" y="1389595"/>
                  </a:lnTo>
                  <a:lnTo>
                    <a:pt x="1020458" y="1389571"/>
                  </a:lnTo>
                  <a:lnTo>
                    <a:pt x="1020467" y="1389542"/>
                  </a:lnTo>
                  <a:lnTo>
                    <a:pt x="1020471" y="1389524"/>
                  </a:lnTo>
                  <a:lnTo>
                    <a:pt x="1020475" y="1389499"/>
                  </a:lnTo>
                  <a:lnTo>
                    <a:pt x="1020479" y="1389474"/>
                  </a:lnTo>
                  <a:lnTo>
                    <a:pt x="1020485" y="1389431"/>
                  </a:lnTo>
                  <a:lnTo>
                    <a:pt x="1020488" y="1389411"/>
                  </a:lnTo>
                  <a:lnTo>
                    <a:pt x="1020491" y="1389399"/>
                  </a:lnTo>
                  <a:lnTo>
                    <a:pt x="1020493" y="1389388"/>
                  </a:lnTo>
                  <a:lnTo>
                    <a:pt x="1020495" y="1389380"/>
                  </a:lnTo>
                  <a:lnTo>
                    <a:pt x="1020498" y="1389365"/>
                  </a:lnTo>
                  <a:lnTo>
                    <a:pt x="1020497" y="1389342"/>
                  </a:lnTo>
                  <a:lnTo>
                    <a:pt x="1020495" y="1389331"/>
                  </a:lnTo>
                  <a:lnTo>
                    <a:pt x="1020488" y="1389318"/>
                  </a:lnTo>
                  <a:lnTo>
                    <a:pt x="1020482" y="1389308"/>
                  </a:lnTo>
                  <a:lnTo>
                    <a:pt x="1020466" y="1389293"/>
                  </a:lnTo>
                  <a:lnTo>
                    <a:pt x="1020448" y="1389279"/>
                  </a:lnTo>
                  <a:lnTo>
                    <a:pt x="1020435" y="1389264"/>
                  </a:lnTo>
                  <a:lnTo>
                    <a:pt x="1020424" y="1389246"/>
                  </a:lnTo>
                  <a:lnTo>
                    <a:pt x="1020419" y="1389234"/>
                  </a:lnTo>
                  <a:lnTo>
                    <a:pt x="1020416" y="1389226"/>
                  </a:lnTo>
                  <a:lnTo>
                    <a:pt x="1020412" y="1389199"/>
                  </a:lnTo>
                  <a:lnTo>
                    <a:pt x="1020410" y="1389153"/>
                  </a:lnTo>
                  <a:lnTo>
                    <a:pt x="1020413" y="1389109"/>
                  </a:lnTo>
                  <a:lnTo>
                    <a:pt x="1020418" y="1389088"/>
                  </a:lnTo>
                  <a:lnTo>
                    <a:pt x="1020423" y="1389063"/>
                  </a:lnTo>
                  <a:lnTo>
                    <a:pt x="1020425" y="1389051"/>
                  </a:lnTo>
                  <a:lnTo>
                    <a:pt x="1020427" y="1389040"/>
                  </a:lnTo>
                  <a:lnTo>
                    <a:pt x="1020431" y="1389028"/>
                  </a:lnTo>
                  <a:lnTo>
                    <a:pt x="1020437" y="1389013"/>
                  </a:lnTo>
                  <a:lnTo>
                    <a:pt x="1020442" y="1388999"/>
                  </a:lnTo>
                  <a:lnTo>
                    <a:pt x="1020442" y="1388984"/>
                  </a:lnTo>
                  <a:lnTo>
                    <a:pt x="1020439" y="1388968"/>
                  </a:lnTo>
                  <a:lnTo>
                    <a:pt x="1020434" y="1388952"/>
                  </a:lnTo>
                  <a:lnTo>
                    <a:pt x="1020426" y="1388921"/>
                  </a:lnTo>
                  <a:lnTo>
                    <a:pt x="1020423" y="1388906"/>
                  </a:lnTo>
                  <a:lnTo>
                    <a:pt x="1020421" y="1388881"/>
                  </a:lnTo>
                  <a:lnTo>
                    <a:pt x="1020421" y="1388854"/>
                  </a:lnTo>
                  <a:lnTo>
                    <a:pt x="1020424" y="1388835"/>
                  </a:lnTo>
                  <a:lnTo>
                    <a:pt x="1020425" y="1388816"/>
                  </a:lnTo>
                  <a:lnTo>
                    <a:pt x="1020422" y="1388803"/>
                  </a:lnTo>
                  <a:lnTo>
                    <a:pt x="1020418" y="1388787"/>
                  </a:lnTo>
                  <a:lnTo>
                    <a:pt x="1020408" y="1388754"/>
                  </a:lnTo>
                  <a:lnTo>
                    <a:pt x="1020401" y="1388729"/>
                  </a:lnTo>
                  <a:lnTo>
                    <a:pt x="1020402" y="1388715"/>
                  </a:lnTo>
                  <a:lnTo>
                    <a:pt x="1020405" y="1388696"/>
                  </a:lnTo>
                  <a:lnTo>
                    <a:pt x="1020418" y="1388654"/>
                  </a:lnTo>
                  <a:lnTo>
                    <a:pt x="1020422" y="1388636"/>
                  </a:lnTo>
                  <a:lnTo>
                    <a:pt x="1020425" y="1388617"/>
                  </a:lnTo>
                  <a:lnTo>
                    <a:pt x="1020424" y="1388592"/>
                  </a:lnTo>
                  <a:lnTo>
                    <a:pt x="1020428" y="1388559"/>
                  </a:lnTo>
                  <a:lnTo>
                    <a:pt x="1020430" y="1388549"/>
                  </a:lnTo>
                  <a:lnTo>
                    <a:pt x="1020430" y="1388539"/>
                  </a:lnTo>
                  <a:lnTo>
                    <a:pt x="1020429" y="1388527"/>
                  </a:lnTo>
                  <a:lnTo>
                    <a:pt x="1020429" y="1388485"/>
                  </a:lnTo>
                  <a:lnTo>
                    <a:pt x="1020431" y="1388444"/>
                  </a:lnTo>
                  <a:lnTo>
                    <a:pt x="1020434" y="1388437"/>
                  </a:lnTo>
                  <a:lnTo>
                    <a:pt x="1020438" y="1388431"/>
                  </a:lnTo>
                  <a:lnTo>
                    <a:pt x="1020446" y="1388421"/>
                  </a:lnTo>
                  <a:lnTo>
                    <a:pt x="1020456" y="1388412"/>
                  </a:lnTo>
                  <a:lnTo>
                    <a:pt x="1020469" y="1388400"/>
                  </a:lnTo>
                  <a:lnTo>
                    <a:pt x="1020483" y="1388385"/>
                  </a:lnTo>
                  <a:lnTo>
                    <a:pt x="1020493" y="1388370"/>
                  </a:lnTo>
                  <a:lnTo>
                    <a:pt x="1020504" y="1388355"/>
                  </a:lnTo>
                  <a:lnTo>
                    <a:pt x="1020517" y="1388341"/>
                  </a:lnTo>
                  <a:lnTo>
                    <a:pt x="1020534" y="1388324"/>
                  </a:lnTo>
                  <a:lnTo>
                    <a:pt x="1020552" y="1388308"/>
                  </a:lnTo>
                  <a:lnTo>
                    <a:pt x="1020568" y="1388294"/>
                  </a:lnTo>
                  <a:lnTo>
                    <a:pt x="1020584" y="1388276"/>
                  </a:lnTo>
                  <a:lnTo>
                    <a:pt x="1020595" y="1388270"/>
                  </a:lnTo>
                  <a:lnTo>
                    <a:pt x="1020613" y="1388256"/>
                  </a:lnTo>
                  <a:lnTo>
                    <a:pt x="1020624" y="1388245"/>
                  </a:lnTo>
                  <a:lnTo>
                    <a:pt x="1020629" y="1388235"/>
                  </a:lnTo>
                  <a:lnTo>
                    <a:pt x="1020640" y="1388216"/>
                  </a:lnTo>
                  <a:lnTo>
                    <a:pt x="1020652" y="1388201"/>
                  </a:lnTo>
                  <a:lnTo>
                    <a:pt x="1020660" y="1388195"/>
                  </a:lnTo>
                  <a:lnTo>
                    <a:pt x="1020665" y="1388191"/>
                  </a:lnTo>
                  <a:lnTo>
                    <a:pt x="1020676" y="1388187"/>
                  </a:lnTo>
                  <a:lnTo>
                    <a:pt x="1020688" y="1388187"/>
                  </a:lnTo>
                  <a:lnTo>
                    <a:pt x="1020702" y="1388187"/>
                  </a:lnTo>
                  <a:lnTo>
                    <a:pt x="1020710" y="1388186"/>
                  </a:lnTo>
                  <a:lnTo>
                    <a:pt x="1020727" y="1388179"/>
                  </a:lnTo>
                  <a:lnTo>
                    <a:pt x="1020743" y="1388169"/>
                  </a:lnTo>
                  <a:lnTo>
                    <a:pt x="1020762" y="1388157"/>
                  </a:lnTo>
                  <a:lnTo>
                    <a:pt x="1020779" y="1388145"/>
                  </a:lnTo>
                  <a:lnTo>
                    <a:pt x="1020791" y="1388131"/>
                  </a:lnTo>
                  <a:lnTo>
                    <a:pt x="1020800" y="1388116"/>
                  </a:lnTo>
                  <a:lnTo>
                    <a:pt x="1020809" y="1388106"/>
                  </a:lnTo>
                  <a:lnTo>
                    <a:pt x="1020820" y="1388098"/>
                  </a:lnTo>
                  <a:lnTo>
                    <a:pt x="1020833" y="1388092"/>
                  </a:lnTo>
                  <a:lnTo>
                    <a:pt x="1020849" y="1388084"/>
                  </a:lnTo>
                  <a:lnTo>
                    <a:pt x="1020863" y="1388077"/>
                  </a:lnTo>
                  <a:lnTo>
                    <a:pt x="1020886" y="1388061"/>
                  </a:lnTo>
                  <a:lnTo>
                    <a:pt x="1020905" y="1388041"/>
                  </a:lnTo>
                  <a:lnTo>
                    <a:pt x="1020928" y="1388018"/>
                  </a:lnTo>
                  <a:lnTo>
                    <a:pt x="1020946" y="1387996"/>
                  </a:lnTo>
                  <a:lnTo>
                    <a:pt x="1020957" y="1387976"/>
                  </a:lnTo>
                  <a:lnTo>
                    <a:pt x="1020965" y="1387956"/>
                  </a:lnTo>
                  <a:lnTo>
                    <a:pt x="1020972" y="1387932"/>
                  </a:lnTo>
                  <a:lnTo>
                    <a:pt x="1020980" y="1387913"/>
                  </a:lnTo>
                  <a:lnTo>
                    <a:pt x="1020988" y="1387897"/>
                  </a:lnTo>
                  <a:lnTo>
                    <a:pt x="1021013" y="1387853"/>
                  </a:lnTo>
                  <a:lnTo>
                    <a:pt x="1021024" y="1387834"/>
                  </a:lnTo>
                  <a:lnTo>
                    <a:pt x="1021037" y="1387803"/>
                  </a:lnTo>
                  <a:lnTo>
                    <a:pt x="1021042" y="1387786"/>
                  </a:lnTo>
                  <a:lnTo>
                    <a:pt x="1021050" y="1387765"/>
                  </a:lnTo>
                  <a:lnTo>
                    <a:pt x="1021058" y="1387742"/>
                  </a:lnTo>
                  <a:lnTo>
                    <a:pt x="1021068" y="1387722"/>
                  </a:lnTo>
                  <a:lnTo>
                    <a:pt x="1021075" y="1387706"/>
                  </a:lnTo>
                  <a:lnTo>
                    <a:pt x="1021082" y="1387682"/>
                  </a:lnTo>
                  <a:lnTo>
                    <a:pt x="1021093" y="1387651"/>
                  </a:lnTo>
                  <a:lnTo>
                    <a:pt x="1021098" y="1387633"/>
                  </a:lnTo>
                  <a:lnTo>
                    <a:pt x="1021106" y="1387615"/>
                  </a:lnTo>
                  <a:lnTo>
                    <a:pt x="1021109" y="1387599"/>
                  </a:lnTo>
                  <a:lnTo>
                    <a:pt x="1021111" y="1387586"/>
                  </a:lnTo>
                  <a:lnTo>
                    <a:pt x="1021110" y="1387571"/>
                  </a:lnTo>
                  <a:lnTo>
                    <a:pt x="1021108" y="1387552"/>
                  </a:lnTo>
                  <a:lnTo>
                    <a:pt x="1021109" y="1387541"/>
                  </a:lnTo>
                  <a:lnTo>
                    <a:pt x="1021112" y="1387521"/>
                  </a:lnTo>
                  <a:lnTo>
                    <a:pt x="1021119" y="1387498"/>
                  </a:lnTo>
                  <a:lnTo>
                    <a:pt x="1021121" y="1387464"/>
                  </a:lnTo>
                  <a:lnTo>
                    <a:pt x="1021118" y="1387436"/>
                  </a:lnTo>
                  <a:lnTo>
                    <a:pt x="1021114" y="1387405"/>
                  </a:lnTo>
                  <a:lnTo>
                    <a:pt x="1021108" y="1387386"/>
                  </a:lnTo>
                  <a:lnTo>
                    <a:pt x="1021097" y="1387356"/>
                  </a:lnTo>
                  <a:lnTo>
                    <a:pt x="1021092" y="1387339"/>
                  </a:lnTo>
                  <a:lnTo>
                    <a:pt x="1021089" y="1387323"/>
                  </a:lnTo>
                  <a:lnTo>
                    <a:pt x="1021082" y="1387302"/>
                  </a:lnTo>
                  <a:lnTo>
                    <a:pt x="1021071" y="1387282"/>
                  </a:lnTo>
                  <a:lnTo>
                    <a:pt x="1021054" y="1387258"/>
                  </a:lnTo>
                  <a:lnTo>
                    <a:pt x="1021039" y="1387236"/>
                  </a:lnTo>
                  <a:lnTo>
                    <a:pt x="1021031" y="1387212"/>
                  </a:lnTo>
                  <a:lnTo>
                    <a:pt x="1021029" y="1387193"/>
                  </a:lnTo>
                  <a:lnTo>
                    <a:pt x="1021030" y="1387182"/>
                  </a:lnTo>
                  <a:lnTo>
                    <a:pt x="1021026" y="1387158"/>
                  </a:lnTo>
                  <a:lnTo>
                    <a:pt x="1021025" y="1387138"/>
                  </a:lnTo>
                  <a:lnTo>
                    <a:pt x="1021026" y="1387105"/>
                  </a:lnTo>
                  <a:lnTo>
                    <a:pt x="1021028" y="1387072"/>
                  </a:lnTo>
                  <a:lnTo>
                    <a:pt x="1021029" y="1387045"/>
                  </a:lnTo>
                  <a:lnTo>
                    <a:pt x="1021028" y="1387017"/>
                  </a:lnTo>
                  <a:lnTo>
                    <a:pt x="1021024" y="1386985"/>
                  </a:lnTo>
                  <a:lnTo>
                    <a:pt x="1021023" y="1386980"/>
                  </a:lnTo>
                  <a:lnTo>
                    <a:pt x="1021021" y="1386967"/>
                  </a:lnTo>
                  <a:lnTo>
                    <a:pt x="1021016" y="1386943"/>
                  </a:lnTo>
                  <a:lnTo>
                    <a:pt x="1021015" y="1386918"/>
                  </a:lnTo>
                  <a:lnTo>
                    <a:pt x="1021017" y="1386906"/>
                  </a:lnTo>
                  <a:lnTo>
                    <a:pt x="1021024" y="1386878"/>
                  </a:lnTo>
                  <a:lnTo>
                    <a:pt x="1021026" y="1386870"/>
                  </a:lnTo>
                  <a:lnTo>
                    <a:pt x="1021026" y="1386853"/>
                  </a:lnTo>
                  <a:lnTo>
                    <a:pt x="1021025" y="1386823"/>
                  </a:lnTo>
                  <a:lnTo>
                    <a:pt x="1021025" y="1386810"/>
                  </a:lnTo>
                  <a:lnTo>
                    <a:pt x="1021017" y="1386776"/>
                  </a:lnTo>
                  <a:lnTo>
                    <a:pt x="1021016" y="1386765"/>
                  </a:lnTo>
                  <a:lnTo>
                    <a:pt x="1021017" y="1386753"/>
                  </a:lnTo>
                  <a:lnTo>
                    <a:pt x="1021020" y="1386730"/>
                  </a:lnTo>
                  <a:lnTo>
                    <a:pt x="1021019" y="1386714"/>
                  </a:lnTo>
                  <a:lnTo>
                    <a:pt x="1021017" y="1386697"/>
                  </a:lnTo>
                  <a:lnTo>
                    <a:pt x="1021014" y="1386676"/>
                  </a:lnTo>
                  <a:lnTo>
                    <a:pt x="1021009" y="1386665"/>
                  </a:lnTo>
                  <a:lnTo>
                    <a:pt x="1021002" y="1386650"/>
                  </a:lnTo>
                  <a:lnTo>
                    <a:pt x="1020980" y="1386615"/>
                  </a:lnTo>
                  <a:lnTo>
                    <a:pt x="1020972" y="1386596"/>
                  </a:lnTo>
                  <a:lnTo>
                    <a:pt x="1020968" y="1386574"/>
                  </a:lnTo>
                  <a:lnTo>
                    <a:pt x="1020965" y="1386560"/>
                  </a:lnTo>
                  <a:lnTo>
                    <a:pt x="1020960" y="1386527"/>
                  </a:lnTo>
                  <a:lnTo>
                    <a:pt x="1020958" y="1386512"/>
                  </a:lnTo>
                  <a:lnTo>
                    <a:pt x="1020957" y="1386500"/>
                  </a:lnTo>
                  <a:lnTo>
                    <a:pt x="1020960" y="1386486"/>
                  </a:lnTo>
                  <a:lnTo>
                    <a:pt x="1020966" y="1386476"/>
                  </a:lnTo>
                  <a:lnTo>
                    <a:pt x="1020973" y="1386471"/>
                  </a:lnTo>
                  <a:lnTo>
                    <a:pt x="1020985" y="1386466"/>
                  </a:lnTo>
                  <a:lnTo>
                    <a:pt x="1021002" y="1386463"/>
                  </a:lnTo>
                  <a:lnTo>
                    <a:pt x="1021018" y="1386464"/>
                  </a:lnTo>
                  <a:lnTo>
                    <a:pt x="1021037" y="1386468"/>
                  </a:lnTo>
                  <a:lnTo>
                    <a:pt x="1021062" y="1386471"/>
                  </a:lnTo>
                  <a:lnTo>
                    <a:pt x="1021083" y="1386473"/>
                  </a:lnTo>
                  <a:lnTo>
                    <a:pt x="1021127" y="1386473"/>
                  </a:lnTo>
                  <a:lnTo>
                    <a:pt x="1021157" y="1386470"/>
                  </a:lnTo>
                  <a:lnTo>
                    <a:pt x="1021192" y="1386463"/>
                  </a:lnTo>
                  <a:lnTo>
                    <a:pt x="1021214" y="1386455"/>
                  </a:lnTo>
                  <a:lnTo>
                    <a:pt x="1021275" y="1386430"/>
                  </a:lnTo>
                  <a:lnTo>
                    <a:pt x="1021299" y="1386422"/>
                  </a:lnTo>
                  <a:lnTo>
                    <a:pt x="1021319" y="1386411"/>
                  </a:lnTo>
                  <a:lnTo>
                    <a:pt x="1021375" y="1386387"/>
                  </a:lnTo>
                  <a:lnTo>
                    <a:pt x="1021405" y="1386374"/>
                  </a:lnTo>
                  <a:lnTo>
                    <a:pt x="1021428" y="1386359"/>
                  </a:lnTo>
                  <a:lnTo>
                    <a:pt x="1021487" y="1386327"/>
                  </a:lnTo>
                  <a:lnTo>
                    <a:pt x="1021515" y="1386312"/>
                  </a:lnTo>
                  <a:lnTo>
                    <a:pt x="1021538" y="1386301"/>
                  </a:lnTo>
                  <a:lnTo>
                    <a:pt x="1021562" y="1386290"/>
                  </a:lnTo>
                  <a:lnTo>
                    <a:pt x="1021588" y="1386277"/>
                  </a:lnTo>
                  <a:lnTo>
                    <a:pt x="1021607" y="1386259"/>
                  </a:lnTo>
                  <a:lnTo>
                    <a:pt x="1021617" y="1386245"/>
                  </a:lnTo>
                  <a:lnTo>
                    <a:pt x="1021626" y="1386226"/>
                  </a:lnTo>
                  <a:lnTo>
                    <a:pt x="1021633" y="1386208"/>
                  </a:lnTo>
                  <a:lnTo>
                    <a:pt x="1021639" y="1386199"/>
                  </a:lnTo>
                  <a:lnTo>
                    <a:pt x="1021663" y="1386169"/>
                  </a:lnTo>
                  <a:lnTo>
                    <a:pt x="1021680" y="1386147"/>
                  </a:lnTo>
                  <a:lnTo>
                    <a:pt x="1021685" y="1386139"/>
                  </a:lnTo>
                  <a:lnTo>
                    <a:pt x="1021693" y="1386120"/>
                  </a:lnTo>
                  <a:lnTo>
                    <a:pt x="1021700" y="1386108"/>
                  </a:lnTo>
                  <a:lnTo>
                    <a:pt x="1021709" y="1386095"/>
                  </a:lnTo>
                  <a:lnTo>
                    <a:pt x="1021724" y="1386082"/>
                  </a:lnTo>
                  <a:lnTo>
                    <a:pt x="1021733" y="1386075"/>
                  </a:lnTo>
                  <a:lnTo>
                    <a:pt x="1021744" y="1386064"/>
                  </a:lnTo>
                  <a:lnTo>
                    <a:pt x="1021768" y="1386031"/>
                  </a:lnTo>
                  <a:lnTo>
                    <a:pt x="1021784" y="1386015"/>
                  </a:lnTo>
                  <a:lnTo>
                    <a:pt x="1021794" y="1386002"/>
                  </a:lnTo>
                  <a:lnTo>
                    <a:pt x="1021797" y="1385992"/>
                  </a:lnTo>
                  <a:lnTo>
                    <a:pt x="1021803" y="1385979"/>
                  </a:lnTo>
                  <a:lnTo>
                    <a:pt x="1021807" y="1385966"/>
                  </a:lnTo>
                  <a:lnTo>
                    <a:pt x="1021814" y="1385951"/>
                  </a:lnTo>
                  <a:lnTo>
                    <a:pt x="1021822" y="1385938"/>
                  </a:lnTo>
                  <a:lnTo>
                    <a:pt x="1021827" y="1385924"/>
                  </a:lnTo>
                  <a:lnTo>
                    <a:pt x="1021834" y="1385895"/>
                  </a:lnTo>
                  <a:lnTo>
                    <a:pt x="1021840" y="1385878"/>
                  </a:lnTo>
                  <a:lnTo>
                    <a:pt x="1021845" y="1385861"/>
                  </a:lnTo>
                  <a:lnTo>
                    <a:pt x="1021849" y="1385827"/>
                  </a:lnTo>
                  <a:lnTo>
                    <a:pt x="1021855" y="1385790"/>
                  </a:lnTo>
                  <a:lnTo>
                    <a:pt x="1021857" y="1385768"/>
                  </a:lnTo>
                  <a:lnTo>
                    <a:pt x="1021857" y="1385751"/>
                  </a:lnTo>
                  <a:lnTo>
                    <a:pt x="1021854" y="1385722"/>
                  </a:lnTo>
                  <a:lnTo>
                    <a:pt x="1021848" y="1385693"/>
                  </a:lnTo>
                  <a:lnTo>
                    <a:pt x="1021841" y="1385672"/>
                  </a:lnTo>
                  <a:lnTo>
                    <a:pt x="1021824" y="1385621"/>
                  </a:lnTo>
                  <a:lnTo>
                    <a:pt x="1021812" y="1385577"/>
                  </a:lnTo>
                  <a:lnTo>
                    <a:pt x="1021803" y="1385549"/>
                  </a:lnTo>
                  <a:lnTo>
                    <a:pt x="1021790" y="1385485"/>
                  </a:lnTo>
                  <a:lnTo>
                    <a:pt x="1021784" y="1385461"/>
                  </a:lnTo>
                  <a:lnTo>
                    <a:pt x="1021773" y="1385413"/>
                  </a:lnTo>
                  <a:lnTo>
                    <a:pt x="1021773" y="1385394"/>
                  </a:lnTo>
                  <a:lnTo>
                    <a:pt x="1021773" y="1385381"/>
                  </a:lnTo>
                  <a:lnTo>
                    <a:pt x="1021775" y="1385371"/>
                  </a:lnTo>
                  <a:lnTo>
                    <a:pt x="1021777" y="1385359"/>
                  </a:lnTo>
                  <a:lnTo>
                    <a:pt x="1021782" y="1385343"/>
                  </a:lnTo>
                  <a:lnTo>
                    <a:pt x="1021786" y="1385324"/>
                  </a:lnTo>
                  <a:lnTo>
                    <a:pt x="1021789" y="1385305"/>
                  </a:lnTo>
                  <a:lnTo>
                    <a:pt x="1021787" y="1385274"/>
                  </a:lnTo>
                  <a:lnTo>
                    <a:pt x="1021786" y="1385255"/>
                  </a:lnTo>
                  <a:lnTo>
                    <a:pt x="1021788" y="1385246"/>
                  </a:lnTo>
                  <a:lnTo>
                    <a:pt x="1021797" y="1385235"/>
                  </a:lnTo>
                  <a:lnTo>
                    <a:pt x="1021813" y="1385221"/>
                  </a:lnTo>
                  <a:lnTo>
                    <a:pt x="1021841" y="1385200"/>
                  </a:lnTo>
                  <a:lnTo>
                    <a:pt x="1021867" y="1385174"/>
                  </a:lnTo>
                  <a:lnTo>
                    <a:pt x="1021890" y="1385143"/>
                  </a:lnTo>
                  <a:lnTo>
                    <a:pt x="1021900" y="1385125"/>
                  </a:lnTo>
                  <a:lnTo>
                    <a:pt x="1021906" y="1385105"/>
                  </a:lnTo>
                  <a:lnTo>
                    <a:pt x="1021910" y="1385086"/>
                  </a:lnTo>
                  <a:lnTo>
                    <a:pt x="1021912" y="1385078"/>
                  </a:lnTo>
                  <a:lnTo>
                    <a:pt x="1021921" y="1385048"/>
                  </a:lnTo>
                  <a:lnTo>
                    <a:pt x="1021930" y="1385017"/>
                  </a:lnTo>
                  <a:lnTo>
                    <a:pt x="1021949" y="1384968"/>
                  </a:lnTo>
                  <a:lnTo>
                    <a:pt x="1021956" y="1384945"/>
                  </a:lnTo>
                  <a:lnTo>
                    <a:pt x="1021961" y="1384918"/>
                  </a:lnTo>
                  <a:lnTo>
                    <a:pt x="1021965" y="1384895"/>
                  </a:lnTo>
                  <a:lnTo>
                    <a:pt x="1021970" y="1384863"/>
                  </a:lnTo>
                  <a:lnTo>
                    <a:pt x="1021975" y="1384852"/>
                  </a:lnTo>
                  <a:lnTo>
                    <a:pt x="1021988" y="1384818"/>
                  </a:lnTo>
                  <a:lnTo>
                    <a:pt x="1021996" y="1384800"/>
                  </a:lnTo>
                  <a:lnTo>
                    <a:pt x="1022006" y="1384778"/>
                  </a:lnTo>
                  <a:lnTo>
                    <a:pt x="1022012" y="1384763"/>
                  </a:lnTo>
                  <a:lnTo>
                    <a:pt x="1022019" y="1384745"/>
                  </a:lnTo>
                  <a:lnTo>
                    <a:pt x="1022034" y="1384708"/>
                  </a:lnTo>
                  <a:lnTo>
                    <a:pt x="1022045" y="1384676"/>
                  </a:lnTo>
                  <a:lnTo>
                    <a:pt x="1022051" y="1384653"/>
                  </a:lnTo>
                  <a:lnTo>
                    <a:pt x="1022053" y="1384646"/>
                  </a:lnTo>
                  <a:lnTo>
                    <a:pt x="1022058" y="1384620"/>
                  </a:lnTo>
                  <a:lnTo>
                    <a:pt x="1022064" y="1384604"/>
                  </a:lnTo>
                  <a:lnTo>
                    <a:pt x="1022068" y="1384596"/>
                  </a:lnTo>
                  <a:lnTo>
                    <a:pt x="1022079" y="1384587"/>
                  </a:lnTo>
                  <a:lnTo>
                    <a:pt x="1022093" y="1384576"/>
                  </a:lnTo>
                  <a:lnTo>
                    <a:pt x="1022110" y="1384569"/>
                  </a:lnTo>
                  <a:lnTo>
                    <a:pt x="1022120" y="1384563"/>
                  </a:lnTo>
                  <a:lnTo>
                    <a:pt x="1022126" y="1384557"/>
                  </a:lnTo>
                  <a:lnTo>
                    <a:pt x="1022130" y="1384545"/>
                  </a:lnTo>
                  <a:lnTo>
                    <a:pt x="1022133" y="1384520"/>
                  </a:lnTo>
                  <a:lnTo>
                    <a:pt x="1022134" y="1384503"/>
                  </a:lnTo>
                  <a:lnTo>
                    <a:pt x="1022132" y="1384476"/>
                  </a:lnTo>
                  <a:lnTo>
                    <a:pt x="1022131" y="1384463"/>
                  </a:lnTo>
                  <a:lnTo>
                    <a:pt x="1022127" y="1384441"/>
                  </a:lnTo>
                  <a:lnTo>
                    <a:pt x="1022119" y="1384425"/>
                  </a:lnTo>
                  <a:lnTo>
                    <a:pt x="1022106" y="1384405"/>
                  </a:lnTo>
                  <a:lnTo>
                    <a:pt x="1022097" y="1384388"/>
                  </a:lnTo>
                  <a:lnTo>
                    <a:pt x="1022094" y="1384370"/>
                  </a:lnTo>
                  <a:lnTo>
                    <a:pt x="1022097" y="1384343"/>
                  </a:lnTo>
                  <a:lnTo>
                    <a:pt x="1022101" y="1384331"/>
                  </a:lnTo>
                  <a:lnTo>
                    <a:pt x="1022110" y="1384315"/>
                  </a:lnTo>
                  <a:lnTo>
                    <a:pt x="1022124" y="1384288"/>
                  </a:lnTo>
                  <a:lnTo>
                    <a:pt x="1022137" y="1384267"/>
                  </a:lnTo>
                  <a:lnTo>
                    <a:pt x="1022146" y="1384251"/>
                  </a:lnTo>
                  <a:lnTo>
                    <a:pt x="1022156" y="1384214"/>
                  </a:lnTo>
                  <a:lnTo>
                    <a:pt x="1022161" y="1384190"/>
                  </a:lnTo>
                  <a:lnTo>
                    <a:pt x="1022167" y="1384177"/>
                  </a:lnTo>
                  <a:lnTo>
                    <a:pt x="1022175" y="1384166"/>
                  </a:lnTo>
                  <a:lnTo>
                    <a:pt x="1022184" y="1384156"/>
                  </a:lnTo>
                  <a:lnTo>
                    <a:pt x="1022194" y="1384151"/>
                  </a:lnTo>
                  <a:lnTo>
                    <a:pt x="1022205" y="1384150"/>
                  </a:lnTo>
                  <a:lnTo>
                    <a:pt x="1022219" y="1384147"/>
                  </a:lnTo>
                  <a:lnTo>
                    <a:pt x="1022224" y="1384142"/>
                  </a:lnTo>
                  <a:lnTo>
                    <a:pt x="1022230" y="1384134"/>
                  </a:lnTo>
                  <a:lnTo>
                    <a:pt x="1022236" y="1384119"/>
                  </a:lnTo>
                  <a:lnTo>
                    <a:pt x="1022246" y="1384097"/>
                  </a:lnTo>
                  <a:lnTo>
                    <a:pt x="1022251" y="1384085"/>
                  </a:lnTo>
                  <a:lnTo>
                    <a:pt x="1022262" y="1384055"/>
                  </a:lnTo>
                  <a:lnTo>
                    <a:pt x="1022271" y="1384034"/>
                  </a:lnTo>
                  <a:lnTo>
                    <a:pt x="1022285" y="1384001"/>
                  </a:lnTo>
                  <a:lnTo>
                    <a:pt x="1022294" y="1383985"/>
                  </a:lnTo>
                  <a:lnTo>
                    <a:pt x="1022308" y="1383961"/>
                  </a:lnTo>
                  <a:lnTo>
                    <a:pt x="1022335" y="1383921"/>
                  </a:lnTo>
                  <a:lnTo>
                    <a:pt x="1022357" y="1383891"/>
                  </a:lnTo>
                  <a:lnTo>
                    <a:pt x="1022379" y="1383867"/>
                  </a:lnTo>
                  <a:lnTo>
                    <a:pt x="1022416" y="1383822"/>
                  </a:lnTo>
                  <a:lnTo>
                    <a:pt x="1022430" y="1383798"/>
                  </a:lnTo>
                  <a:lnTo>
                    <a:pt x="1022446" y="1383766"/>
                  </a:lnTo>
                  <a:lnTo>
                    <a:pt x="1022457" y="1383738"/>
                  </a:lnTo>
                  <a:lnTo>
                    <a:pt x="1022469" y="1383707"/>
                  </a:lnTo>
                  <a:lnTo>
                    <a:pt x="1022471" y="1383702"/>
                  </a:lnTo>
                  <a:lnTo>
                    <a:pt x="1022484" y="1383658"/>
                  </a:lnTo>
                  <a:lnTo>
                    <a:pt x="1022490" y="1383636"/>
                  </a:lnTo>
                  <a:lnTo>
                    <a:pt x="1022493" y="1383619"/>
                  </a:lnTo>
                  <a:lnTo>
                    <a:pt x="1022493" y="1383604"/>
                  </a:lnTo>
                  <a:lnTo>
                    <a:pt x="1022490" y="1383594"/>
                  </a:lnTo>
                  <a:lnTo>
                    <a:pt x="1022483" y="1383584"/>
                  </a:lnTo>
                  <a:lnTo>
                    <a:pt x="1022472" y="1383573"/>
                  </a:lnTo>
                  <a:lnTo>
                    <a:pt x="1022460" y="1383560"/>
                  </a:lnTo>
                  <a:lnTo>
                    <a:pt x="1022449" y="1383556"/>
                  </a:lnTo>
                  <a:lnTo>
                    <a:pt x="1022438" y="1383555"/>
                  </a:lnTo>
                  <a:lnTo>
                    <a:pt x="1022426" y="1383556"/>
                  </a:lnTo>
                  <a:lnTo>
                    <a:pt x="1022415" y="1383552"/>
                  </a:lnTo>
                  <a:lnTo>
                    <a:pt x="1022406" y="1383544"/>
                  </a:lnTo>
                  <a:lnTo>
                    <a:pt x="1022400" y="1383534"/>
                  </a:lnTo>
                  <a:lnTo>
                    <a:pt x="1022393" y="1383512"/>
                  </a:lnTo>
                  <a:lnTo>
                    <a:pt x="1022386" y="1383492"/>
                  </a:lnTo>
                  <a:lnTo>
                    <a:pt x="1022372" y="1383462"/>
                  </a:lnTo>
                  <a:lnTo>
                    <a:pt x="1022361" y="1383438"/>
                  </a:lnTo>
                  <a:lnTo>
                    <a:pt x="1022341" y="1383398"/>
                  </a:lnTo>
                  <a:lnTo>
                    <a:pt x="1022310" y="1383334"/>
                  </a:lnTo>
                  <a:lnTo>
                    <a:pt x="1022292" y="1383296"/>
                  </a:lnTo>
                  <a:lnTo>
                    <a:pt x="1022284" y="1383276"/>
                  </a:lnTo>
                  <a:lnTo>
                    <a:pt x="1022280" y="1383266"/>
                  </a:lnTo>
                  <a:lnTo>
                    <a:pt x="1022261" y="1383219"/>
                  </a:lnTo>
                  <a:lnTo>
                    <a:pt x="1022246" y="1383175"/>
                  </a:lnTo>
                  <a:lnTo>
                    <a:pt x="1022237" y="1383131"/>
                  </a:lnTo>
                  <a:lnTo>
                    <a:pt x="1022233" y="1383114"/>
                  </a:lnTo>
                  <a:lnTo>
                    <a:pt x="1022232" y="1383097"/>
                  </a:lnTo>
                  <a:lnTo>
                    <a:pt x="1022233" y="1383079"/>
                  </a:lnTo>
                  <a:lnTo>
                    <a:pt x="1022232" y="1383058"/>
                  </a:lnTo>
                  <a:lnTo>
                    <a:pt x="1022229" y="1383044"/>
                  </a:lnTo>
                  <a:lnTo>
                    <a:pt x="1022222" y="1383025"/>
                  </a:lnTo>
                  <a:lnTo>
                    <a:pt x="1022216" y="1383010"/>
                  </a:lnTo>
                  <a:lnTo>
                    <a:pt x="1022208" y="1382998"/>
                  </a:lnTo>
                  <a:lnTo>
                    <a:pt x="1022194" y="1382986"/>
                  </a:lnTo>
                  <a:lnTo>
                    <a:pt x="1022177" y="1382975"/>
                  </a:lnTo>
                  <a:lnTo>
                    <a:pt x="1022164" y="1382963"/>
                  </a:lnTo>
                  <a:lnTo>
                    <a:pt x="1022158" y="1382954"/>
                  </a:lnTo>
                  <a:lnTo>
                    <a:pt x="1022150" y="1382944"/>
                  </a:lnTo>
                  <a:lnTo>
                    <a:pt x="1022142" y="1382927"/>
                  </a:lnTo>
                  <a:lnTo>
                    <a:pt x="1022138" y="1382913"/>
                  </a:lnTo>
                  <a:lnTo>
                    <a:pt x="1022134" y="1382900"/>
                  </a:lnTo>
                  <a:lnTo>
                    <a:pt x="1022128" y="1382878"/>
                  </a:lnTo>
                  <a:lnTo>
                    <a:pt x="1022123" y="1382865"/>
                  </a:lnTo>
                  <a:lnTo>
                    <a:pt x="1022115" y="1382854"/>
                  </a:lnTo>
                  <a:lnTo>
                    <a:pt x="1022106" y="1382845"/>
                  </a:lnTo>
                  <a:lnTo>
                    <a:pt x="1022094" y="1382835"/>
                  </a:lnTo>
                  <a:lnTo>
                    <a:pt x="1022079" y="1382815"/>
                  </a:lnTo>
                  <a:lnTo>
                    <a:pt x="1022064" y="1382788"/>
                  </a:lnTo>
                  <a:lnTo>
                    <a:pt x="1022046" y="1382760"/>
                  </a:lnTo>
                  <a:lnTo>
                    <a:pt x="1022032" y="1382736"/>
                  </a:lnTo>
                  <a:lnTo>
                    <a:pt x="1022023" y="1382713"/>
                  </a:lnTo>
                  <a:lnTo>
                    <a:pt x="1022017" y="1382702"/>
                  </a:lnTo>
                  <a:lnTo>
                    <a:pt x="1022007" y="1382683"/>
                  </a:lnTo>
                  <a:lnTo>
                    <a:pt x="1021994" y="1382665"/>
                  </a:lnTo>
                  <a:lnTo>
                    <a:pt x="1021978" y="1382646"/>
                  </a:lnTo>
                  <a:lnTo>
                    <a:pt x="1021957" y="1382624"/>
                  </a:lnTo>
                  <a:lnTo>
                    <a:pt x="1021939" y="1382615"/>
                  </a:lnTo>
                  <a:lnTo>
                    <a:pt x="1021917" y="1382607"/>
                  </a:lnTo>
                  <a:lnTo>
                    <a:pt x="1021903" y="1382607"/>
                  </a:lnTo>
                  <a:lnTo>
                    <a:pt x="1021897" y="1382610"/>
                  </a:lnTo>
                  <a:lnTo>
                    <a:pt x="1021889" y="1382615"/>
                  </a:lnTo>
                  <a:lnTo>
                    <a:pt x="1021877" y="1382617"/>
                  </a:lnTo>
                  <a:lnTo>
                    <a:pt x="1021867" y="1382615"/>
                  </a:lnTo>
                  <a:lnTo>
                    <a:pt x="1021859" y="1382610"/>
                  </a:lnTo>
                  <a:lnTo>
                    <a:pt x="1021850" y="1382599"/>
                  </a:lnTo>
                  <a:lnTo>
                    <a:pt x="1021837" y="1382579"/>
                  </a:lnTo>
                  <a:lnTo>
                    <a:pt x="1021827" y="1382567"/>
                  </a:lnTo>
                  <a:lnTo>
                    <a:pt x="1021818" y="1382559"/>
                  </a:lnTo>
                  <a:lnTo>
                    <a:pt x="1021809" y="1382555"/>
                  </a:lnTo>
                  <a:lnTo>
                    <a:pt x="1021801" y="1382551"/>
                  </a:lnTo>
                  <a:lnTo>
                    <a:pt x="1021789" y="1382544"/>
                  </a:lnTo>
                  <a:lnTo>
                    <a:pt x="1021773" y="1382536"/>
                  </a:lnTo>
                  <a:lnTo>
                    <a:pt x="1021759" y="1382531"/>
                  </a:lnTo>
                  <a:lnTo>
                    <a:pt x="1021745" y="1382524"/>
                  </a:lnTo>
                  <a:lnTo>
                    <a:pt x="1021731" y="1382516"/>
                  </a:lnTo>
                  <a:lnTo>
                    <a:pt x="1021720" y="1382512"/>
                  </a:lnTo>
                  <a:lnTo>
                    <a:pt x="1021714" y="1382508"/>
                  </a:lnTo>
                  <a:lnTo>
                    <a:pt x="1021710" y="1382505"/>
                  </a:lnTo>
                  <a:lnTo>
                    <a:pt x="1021703" y="1382499"/>
                  </a:lnTo>
                  <a:lnTo>
                    <a:pt x="1021689" y="1382486"/>
                  </a:lnTo>
                  <a:lnTo>
                    <a:pt x="1021675" y="1382475"/>
                  </a:lnTo>
                  <a:lnTo>
                    <a:pt x="1021661" y="1382462"/>
                  </a:lnTo>
                  <a:lnTo>
                    <a:pt x="1021647" y="1382450"/>
                  </a:lnTo>
                  <a:lnTo>
                    <a:pt x="1021633" y="1382439"/>
                  </a:lnTo>
                  <a:lnTo>
                    <a:pt x="1021622" y="1382428"/>
                  </a:lnTo>
                  <a:lnTo>
                    <a:pt x="1021608" y="1382415"/>
                  </a:lnTo>
                  <a:lnTo>
                    <a:pt x="1021596" y="1382399"/>
                  </a:lnTo>
                  <a:lnTo>
                    <a:pt x="1021587" y="1382384"/>
                  </a:lnTo>
                  <a:lnTo>
                    <a:pt x="1021581" y="1382369"/>
                  </a:lnTo>
                  <a:lnTo>
                    <a:pt x="1021575" y="1382354"/>
                  </a:lnTo>
                  <a:lnTo>
                    <a:pt x="1021571" y="1382339"/>
                  </a:lnTo>
                  <a:lnTo>
                    <a:pt x="1021569" y="1382324"/>
                  </a:lnTo>
                  <a:lnTo>
                    <a:pt x="1021565" y="1382309"/>
                  </a:lnTo>
                  <a:lnTo>
                    <a:pt x="1021565" y="1382303"/>
                  </a:lnTo>
                  <a:lnTo>
                    <a:pt x="1021561" y="1382294"/>
                  </a:lnTo>
                  <a:lnTo>
                    <a:pt x="1021558" y="1382284"/>
                  </a:lnTo>
                  <a:lnTo>
                    <a:pt x="1021558" y="1382279"/>
                  </a:lnTo>
                  <a:lnTo>
                    <a:pt x="1021552" y="1382263"/>
                  </a:lnTo>
                  <a:lnTo>
                    <a:pt x="1021548" y="1382255"/>
                  </a:lnTo>
                  <a:lnTo>
                    <a:pt x="1021542" y="1382248"/>
                  </a:lnTo>
                  <a:lnTo>
                    <a:pt x="1021530" y="1382239"/>
                  </a:lnTo>
                  <a:lnTo>
                    <a:pt x="1021525" y="1382233"/>
                  </a:lnTo>
                  <a:lnTo>
                    <a:pt x="1021520" y="1382222"/>
                  </a:lnTo>
                  <a:lnTo>
                    <a:pt x="1021517" y="1382218"/>
                  </a:lnTo>
                  <a:lnTo>
                    <a:pt x="1021511" y="1382207"/>
                  </a:lnTo>
                  <a:lnTo>
                    <a:pt x="1021500" y="1382191"/>
                  </a:lnTo>
                  <a:lnTo>
                    <a:pt x="1021491" y="1382176"/>
                  </a:lnTo>
                  <a:lnTo>
                    <a:pt x="1021487" y="1382172"/>
                  </a:lnTo>
                  <a:lnTo>
                    <a:pt x="1021486" y="1382167"/>
                  </a:lnTo>
                  <a:lnTo>
                    <a:pt x="1021483" y="1382161"/>
                  </a:lnTo>
                  <a:lnTo>
                    <a:pt x="1021478" y="1382146"/>
                  </a:lnTo>
                  <a:lnTo>
                    <a:pt x="1021473" y="1382131"/>
                  </a:lnTo>
                  <a:lnTo>
                    <a:pt x="1021466" y="1382116"/>
                  </a:lnTo>
                  <a:lnTo>
                    <a:pt x="1021457" y="1382108"/>
                  </a:lnTo>
                  <a:lnTo>
                    <a:pt x="1021451" y="1382105"/>
                  </a:lnTo>
                  <a:lnTo>
                    <a:pt x="1021437" y="1382099"/>
                  </a:lnTo>
                  <a:lnTo>
                    <a:pt x="1021423" y="1382097"/>
                  </a:lnTo>
                  <a:lnTo>
                    <a:pt x="1021408" y="1382092"/>
                  </a:lnTo>
                  <a:lnTo>
                    <a:pt x="1021396" y="1382084"/>
                  </a:lnTo>
                  <a:lnTo>
                    <a:pt x="1021390" y="1382079"/>
                  </a:lnTo>
                  <a:lnTo>
                    <a:pt x="1021382" y="1382068"/>
                  </a:lnTo>
                  <a:lnTo>
                    <a:pt x="1021379" y="1382063"/>
                  </a:lnTo>
                  <a:lnTo>
                    <a:pt x="1021372" y="1382054"/>
                  </a:lnTo>
                  <a:lnTo>
                    <a:pt x="1021364" y="1382039"/>
                  </a:lnTo>
                  <a:lnTo>
                    <a:pt x="1021361" y="1382024"/>
                  </a:lnTo>
                  <a:lnTo>
                    <a:pt x="1021358" y="1382009"/>
                  </a:lnTo>
                  <a:lnTo>
                    <a:pt x="1021357" y="1381994"/>
                  </a:lnTo>
                  <a:lnTo>
                    <a:pt x="1021355" y="1381987"/>
                  </a:lnTo>
                  <a:lnTo>
                    <a:pt x="1021355" y="1381978"/>
                  </a:lnTo>
                  <a:lnTo>
                    <a:pt x="1021355" y="1381970"/>
                  </a:lnTo>
                  <a:lnTo>
                    <a:pt x="1021357" y="1381963"/>
                  </a:lnTo>
                  <a:lnTo>
                    <a:pt x="1021362" y="1381948"/>
                  </a:lnTo>
                  <a:lnTo>
                    <a:pt x="1021368" y="1381933"/>
                  </a:lnTo>
                  <a:lnTo>
                    <a:pt x="1021372" y="1381926"/>
                  </a:lnTo>
                  <a:lnTo>
                    <a:pt x="1021374" y="1381918"/>
                  </a:lnTo>
                  <a:lnTo>
                    <a:pt x="1021376" y="1381911"/>
                  </a:lnTo>
                  <a:lnTo>
                    <a:pt x="1021376" y="1381903"/>
                  </a:lnTo>
                  <a:lnTo>
                    <a:pt x="1021371" y="1381893"/>
                  </a:lnTo>
                  <a:lnTo>
                    <a:pt x="1021366" y="1381888"/>
                  </a:lnTo>
                  <a:lnTo>
                    <a:pt x="1021354" y="1381877"/>
                  </a:lnTo>
                  <a:lnTo>
                    <a:pt x="1021344" y="1381871"/>
                  </a:lnTo>
                  <a:lnTo>
                    <a:pt x="1021339" y="1381869"/>
                  </a:lnTo>
                  <a:lnTo>
                    <a:pt x="1021334" y="1381866"/>
                  </a:lnTo>
                  <a:lnTo>
                    <a:pt x="1021325" y="1381864"/>
                  </a:lnTo>
                  <a:lnTo>
                    <a:pt x="1021311" y="1381863"/>
                  </a:lnTo>
                  <a:lnTo>
                    <a:pt x="1021296" y="1381865"/>
                  </a:lnTo>
                  <a:lnTo>
                    <a:pt x="1021290" y="1381865"/>
                  </a:lnTo>
                  <a:lnTo>
                    <a:pt x="1021282" y="1381862"/>
                  </a:lnTo>
                  <a:lnTo>
                    <a:pt x="1021268" y="1381856"/>
                  </a:lnTo>
                  <a:lnTo>
                    <a:pt x="1021253" y="1381848"/>
                  </a:lnTo>
                  <a:lnTo>
                    <a:pt x="1021239" y="1381841"/>
                  </a:lnTo>
                  <a:lnTo>
                    <a:pt x="1021225" y="1381836"/>
                  </a:lnTo>
                  <a:lnTo>
                    <a:pt x="1021211" y="1381832"/>
                  </a:lnTo>
                  <a:lnTo>
                    <a:pt x="1021197" y="1381826"/>
                  </a:lnTo>
                  <a:lnTo>
                    <a:pt x="1021191" y="1381824"/>
                  </a:lnTo>
                  <a:lnTo>
                    <a:pt x="1021183" y="1381818"/>
                  </a:lnTo>
                  <a:lnTo>
                    <a:pt x="1021168" y="1381807"/>
                  </a:lnTo>
                  <a:lnTo>
                    <a:pt x="1021158" y="1381792"/>
                  </a:lnTo>
                  <a:lnTo>
                    <a:pt x="1021151" y="1381777"/>
                  </a:lnTo>
                  <a:lnTo>
                    <a:pt x="1021145" y="1381762"/>
                  </a:lnTo>
                  <a:lnTo>
                    <a:pt x="1021141" y="1381752"/>
                  </a:lnTo>
                  <a:lnTo>
                    <a:pt x="1021137" y="1381747"/>
                  </a:lnTo>
                  <a:lnTo>
                    <a:pt x="1021131" y="1381732"/>
                  </a:lnTo>
                  <a:lnTo>
                    <a:pt x="1021122" y="1381717"/>
                  </a:lnTo>
                  <a:lnTo>
                    <a:pt x="1021113" y="1381702"/>
                  </a:lnTo>
                  <a:lnTo>
                    <a:pt x="1021110" y="1381695"/>
                  </a:lnTo>
                  <a:lnTo>
                    <a:pt x="1021109" y="1381686"/>
                  </a:lnTo>
                  <a:lnTo>
                    <a:pt x="1021109" y="1381677"/>
                  </a:lnTo>
                  <a:lnTo>
                    <a:pt x="1021111" y="1381671"/>
                  </a:lnTo>
                  <a:lnTo>
                    <a:pt x="1021112" y="1381656"/>
                  </a:lnTo>
                  <a:lnTo>
                    <a:pt x="1021114" y="1381647"/>
                  </a:lnTo>
                  <a:lnTo>
                    <a:pt x="1021113" y="1381641"/>
                  </a:lnTo>
                  <a:lnTo>
                    <a:pt x="1021114" y="1381636"/>
                  </a:lnTo>
                  <a:lnTo>
                    <a:pt x="1021112" y="1381626"/>
                  </a:lnTo>
                  <a:lnTo>
                    <a:pt x="1021111" y="1381618"/>
                  </a:lnTo>
                  <a:lnTo>
                    <a:pt x="1021109" y="1381611"/>
                  </a:lnTo>
                  <a:lnTo>
                    <a:pt x="1021101" y="1381597"/>
                  </a:lnTo>
                  <a:lnTo>
                    <a:pt x="1021093" y="1381582"/>
                  </a:lnTo>
                  <a:lnTo>
                    <a:pt x="1021085" y="1381567"/>
                  </a:lnTo>
                  <a:lnTo>
                    <a:pt x="1021081" y="1381559"/>
                  </a:lnTo>
                  <a:lnTo>
                    <a:pt x="1021077" y="1381552"/>
                  </a:lnTo>
                  <a:lnTo>
                    <a:pt x="1021072" y="1381544"/>
                  </a:lnTo>
                  <a:lnTo>
                    <a:pt x="1021065" y="1381537"/>
                  </a:lnTo>
                  <a:lnTo>
                    <a:pt x="1021054" y="1381524"/>
                  </a:lnTo>
                  <a:lnTo>
                    <a:pt x="1021049" y="1381512"/>
                  </a:lnTo>
                  <a:lnTo>
                    <a:pt x="1021047" y="1381503"/>
                  </a:lnTo>
                  <a:lnTo>
                    <a:pt x="1021045" y="1381493"/>
                  </a:lnTo>
                  <a:lnTo>
                    <a:pt x="1021041" y="1381478"/>
                  </a:lnTo>
                  <a:lnTo>
                    <a:pt x="1021039" y="1381463"/>
                  </a:lnTo>
                  <a:lnTo>
                    <a:pt x="1021036" y="1381448"/>
                  </a:lnTo>
                  <a:lnTo>
                    <a:pt x="1021033" y="1381433"/>
                  </a:lnTo>
                  <a:lnTo>
                    <a:pt x="1021029" y="1381418"/>
                  </a:lnTo>
                  <a:lnTo>
                    <a:pt x="1021026" y="1381403"/>
                  </a:lnTo>
                  <a:lnTo>
                    <a:pt x="1021024" y="1381388"/>
                  </a:lnTo>
                  <a:lnTo>
                    <a:pt x="1021022" y="1381373"/>
                  </a:lnTo>
                  <a:lnTo>
                    <a:pt x="1021017" y="1381358"/>
                  </a:lnTo>
                  <a:lnTo>
                    <a:pt x="1021012" y="1381343"/>
                  </a:lnTo>
                  <a:lnTo>
                    <a:pt x="1021010" y="1381327"/>
                  </a:lnTo>
                  <a:lnTo>
                    <a:pt x="1021009" y="1381312"/>
                  </a:lnTo>
                  <a:lnTo>
                    <a:pt x="1021009" y="1381297"/>
                  </a:lnTo>
                  <a:lnTo>
                    <a:pt x="1021008" y="1381282"/>
                  </a:lnTo>
                  <a:lnTo>
                    <a:pt x="1021008" y="1381267"/>
                  </a:lnTo>
                  <a:lnTo>
                    <a:pt x="1021007" y="1381252"/>
                  </a:lnTo>
                  <a:lnTo>
                    <a:pt x="1021004" y="1381237"/>
                  </a:lnTo>
                  <a:lnTo>
                    <a:pt x="1021000" y="1381228"/>
                  </a:lnTo>
                  <a:lnTo>
                    <a:pt x="1020998" y="1381222"/>
                  </a:lnTo>
                  <a:lnTo>
                    <a:pt x="1020990" y="1381208"/>
                  </a:lnTo>
                  <a:lnTo>
                    <a:pt x="1020980" y="1381192"/>
                  </a:lnTo>
                  <a:lnTo>
                    <a:pt x="1020971" y="1381177"/>
                  </a:lnTo>
                  <a:lnTo>
                    <a:pt x="1020960" y="1381162"/>
                  </a:lnTo>
                  <a:lnTo>
                    <a:pt x="1020951" y="1381148"/>
                  </a:lnTo>
                  <a:lnTo>
                    <a:pt x="1020946" y="1381140"/>
                  </a:lnTo>
                  <a:lnTo>
                    <a:pt x="1020943" y="1381131"/>
                  </a:lnTo>
                  <a:lnTo>
                    <a:pt x="1020938" y="1381116"/>
                  </a:lnTo>
                  <a:lnTo>
                    <a:pt x="1020936" y="1381101"/>
                  </a:lnTo>
                  <a:lnTo>
                    <a:pt x="1020935" y="1381086"/>
                  </a:lnTo>
                  <a:lnTo>
                    <a:pt x="1020936" y="1381071"/>
                  </a:lnTo>
                  <a:lnTo>
                    <a:pt x="1020941" y="1381056"/>
                  </a:lnTo>
                  <a:lnTo>
                    <a:pt x="1020947" y="1381041"/>
                  </a:lnTo>
                  <a:lnTo>
                    <a:pt x="1020951" y="1381026"/>
                  </a:lnTo>
                  <a:lnTo>
                    <a:pt x="1020952" y="1381010"/>
                  </a:lnTo>
                  <a:lnTo>
                    <a:pt x="1020950" y="1381002"/>
                  </a:lnTo>
                  <a:lnTo>
                    <a:pt x="1020946" y="1380995"/>
                  </a:lnTo>
                  <a:lnTo>
                    <a:pt x="1020940" y="1380985"/>
                  </a:lnTo>
                  <a:lnTo>
                    <a:pt x="1020940" y="1380980"/>
                  </a:lnTo>
                  <a:lnTo>
                    <a:pt x="1020932" y="1380965"/>
                  </a:lnTo>
                  <a:lnTo>
                    <a:pt x="1020929" y="1380950"/>
                  </a:lnTo>
                  <a:lnTo>
                    <a:pt x="1020928" y="1380935"/>
                  </a:lnTo>
                  <a:lnTo>
                    <a:pt x="1020928" y="1380920"/>
                  </a:lnTo>
                  <a:lnTo>
                    <a:pt x="1020925" y="1380905"/>
                  </a:lnTo>
                  <a:lnTo>
                    <a:pt x="1020922" y="1380901"/>
                  </a:lnTo>
                  <a:lnTo>
                    <a:pt x="1020920" y="1380892"/>
                  </a:lnTo>
                  <a:lnTo>
                    <a:pt x="1020916" y="1380875"/>
                  </a:lnTo>
                  <a:lnTo>
                    <a:pt x="1020912" y="1380859"/>
                  </a:lnTo>
                  <a:lnTo>
                    <a:pt x="1020907" y="1380844"/>
                  </a:lnTo>
                  <a:lnTo>
                    <a:pt x="1020903" y="1380829"/>
                  </a:lnTo>
                  <a:lnTo>
                    <a:pt x="1020901" y="1380820"/>
                  </a:lnTo>
                  <a:lnTo>
                    <a:pt x="1020903" y="1380814"/>
                  </a:lnTo>
                  <a:lnTo>
                    <a:pt x="1020908" y="1380799"/>
                  </a:lnTo>
                  <a:lnTo>
                    <a:pt x="1020917" y="1380784"/>
                  </a:lnTo>
                  <a:lnTo>
                    <a:pt x="1020928" y="1380769"/>
                  </a:lnTo>
                  <a:lnTo>
                    <a:pt x="1020938" y="1380756"/>
                  </a:lnTo>
                  <a:lnTo>
                    <a:pt x="1020951" y="1380742"/>
                  </a:lnTo>
                  <a:lnTo>
                    <a:pt x="1020962" y="1380730"/>
                  </a:lnTo>
                  <a:lnTo>
                    <a:pt x="1020976" y="1380715"/>
                  </a:lnTo>
                  <a:lnTo>
                    <a:pt x="1020989" y="1380700"/>
                  </a:lnTo>
                  <a:lnTo>
                    <a:pt x="1021002" y="1380686"/>
                  </a:lnTo>
                  <a:lnTo>
                    <a:pt x="1021005" y="1380681"/>
                  </a:lnTo>
                  <a:lnTo>
                    <a:pt x="1021014" y="1380673"/>
                  </a:lnTo>
                  <a:lnTo>
                    <a:pt x="1021023" y="1380658"/>
                  </a:lnTo>
                  <a:lnTo>
                    <a:pt x="1021033" y="1380643"/>
                  </a:lnTo>
                  <a:lnTo>
                    <a:pt x="1021046" y="1380629"/>
                  </a:lnTo>
                  <a:lnTo>
                    <a:pt x="1021059" y="1380620"/>
                  </a:lnTo>
                  <a:lnTo>
                    <a:pt x="1021073" y="1380612"/>
                  </a:lnTo>
                  <a:lnTo>
                    <a:pt x="1021089" y="1380603"/>
                  </a:lnTo>
                  <a:lnTo>
                    <a:pt x="1021103" y="1380597"/>
                  </a:lnTo>
                  <a:lnTo>
                    <a:pt x="1021112" y="1380594"/>
                  </a:lnTo>
                  <a:lnTo>
                    <a:pt x="1021117" y="1380592"/>
                  </a:lnTo>
                  <a:lnTo>
                    <a:pt x="1021122" y="1380588"/>
                  </a:lnTo>
                  <a:lnTo>
                    <a:pt x="1021132" y="1380585"/>
                  </a:lnTo>
                  <a:lnTo>
                    <a:pt x="1021146" y="1380578"/>
                  </a:lnTo>
                  <a:lnTo>
                    <a:pt x="1021160" y="1380569"/>
                  </a:lnTo>
                  <a:lnTo>
                    <a:pt x="1021168" y="1380563"/>
                  </a:lnTo>
                  <a:lnTo>
                    <a:pt x="1021174" y="1380556"/>
                  </a:lnTo>
                  <a:lnTo>
                    <a:pt x="1021186" y="1380541"/>
                  </a:lnTo>
                  <a:lnTo>
                    <a:pt x="1021200" y="1380530"/>
                  </a:lnTo>
                  <a:lnTo>
                    <a:pt x="1021214" y="1380520"/>
                  </a:lnTo>
                  <a:lnTo>
                    <a:pt x="1021228" y="1380511"/>
                  </a:lnTo>
                  <a:lnTo>
                    <a:pt x="1021242" y="1380503"/>
                  </a:lnTo>
                  <a:lnTo>
                    <a:pt x="1021256" y="1380496"/>
                  </a:lnTo>
                  <a:lnTo>
                    <a:pt x="1021263" y="1380492"/>
                  </a:lnTo>
                  <a:lnTo>
                    <a:pt x="1021270" y="1380486"/>
                  </a:lnTo>
                  <a:lnTo>
                    <a:pt x="1021283" y="1380474"/>
                  </a:lnTo>
                  <a:lnTo>
                    <a:pt x="1021303" y="1380443"/>
                  </a:lnTo>
                  <a:lnTo>
                    <a:pt x="1021304" y="1380437"/>
                  </a:lnTo>
                  <a:lnTo>
                    <a:pt x="1021308" y="1380422"/>
                  </a:lnTo>
                  <a:lnTo>
                    <a:pt x="1021313" y="1380407"/>
                  </a:lnTo>
                  <a:lnTo>
                    <a:pt x="1021319" y="1380392"/>
                  </a:lnTo>
                  <a:lnTo>
                    <a:pt x="1021326" y="1380377"/>
                  </a:lnTo>
                  <a:lnTo>
                    <a:pt x="1021327" y="1380372"/>
                  </a:lnTo>
                  <a:lnTo>
                    <a:pt x="1021331" y="1380363"/>
                  </a:lnTo>
                  <a:lnTo>
                    <a:pt x="1021337" y="1380347"/>
                  </a:lnTo>
                  <a:lnTo>
                    <a:pt x="1021344" y="1380332"/>
                  </a:lnTo>
                  <a:lnTo>
                    <a:pt x="1021350" y="1380317"/>
                  </a:lnTo>
                  <a:lnTo>
                    <a:pt x="1021355" y="1380302"/>
                  </a:lnTo>
                  <a:lnTo>
                    <a:pt x="1021359" y="1380291"/>
                  </a:lnTo>
                  <a:lnTo>
                    <a:pt x="1021361" y="1380283"/>
                  </a:lnTo>
                  <a:lnTo>
                    <a:pt x="1021363" y="1380272"/>
                  </a:lnTo>
                  <a:lnTo>
                    <a:pt x="1021365" y="1380262"/>
                  </a:lnTo>
                  <a:lnTo>
                    <a:pt x="1021367" y="1380257"/>
                  </a:lnTo>
                  <a:lnTo>
                    <a:pt x="1021371" y="1380242"/>
                  </a:lnTo>
                  <a:lnTo>
                    <a:pt x="1021374" y="1380231"/>
                  </a:lnTo>
                  <a:lnTo>
                    <a:pt x="1021375" y="1380227"/>
                  </a:lnTo>
                  <a:lnTo>
                    <a:pt x="1021378" y="1380212"/>
                  </a:lnTo>
                  <a:lnTo>
                    <a:pt x="1021379" y="1380203"/>
                  </a:lnTo>
                  <a:lnTo>
                    <a:pt x="1021382" y="1380196"/>
                  </a:lnTo>
                  <a:lnTo>
                    <a:pt x="1021386" y="1380190"/>
                  </a:lnTo>
                  <a:lnTo>
                    <a:pt x="1021388" y="1380181"/>
                  </a:lnTo>
                  <a:lnTo>
                    <a:pt x="1021390" y="1380175"/>
                  </a:lnTo>
                  <a:lnTo>
                    <a:pt x="1021392" y="1380166"/>
                  </a:lnTo>
                  <a:lnTo>
                    <a:pt x="1021394" y="1380159"/>
                  </a:lnTo>
                  <a:lnTo>
                    <a:pt x="1021395" y="1380155"/>
                  </a:lnTo>
                  <a:lnTo>
                    <a:pt x="1021398" y="1380151"/>
                  </a:lnTo>
                  <a:lnTo>
                    <a:pt x="1021406" y="1380136"/>
                  </a:lnTo>
                  <a:lnTo>
                    <a:pt x="1021414" y="1380126"/>
                  </a:lnTo>
                  <a:lnTo>
                    <a:pt x="1021415" y="1380121"/>
                  </a:lnTo>
                  <a:lnTo>
                    <a:pt x="1021423" y="1380106"/>
                  </a:lnTo>
                  <a:lnTo>
                    <a:pt x="1021427" y="1380095"/>
                  </a:lnTo>
                  <a:lnTo>
                    <a:pt x="1021432" y="1380080"/>
                  </a:lnTo>
                  <a:lnTo>
                    <a:pt x="1021436" y="1380060"/>
                  </a:lnTo>
                  <a:lnTo>
                    <a:pt x="1021434" y="1380043"/>
                  </a:lnTo>
                  <a:lnTo>
                    <a:pt x="1021432" y="1380028"/>
                  </a:lnTo>
                  <a:lnTo>
                    <a:pt x="1021429" y="1380011"/>
                  </a:lnTo>
                  <a:lnTo>
                    <a:pt x="1021426" y="1379998"/>
                  </a:lnTo>
                  <a:lnTo>
                    <a:pt x="1021422" y="1379983"/>
                  </a:lnTo>
                  <a:lnTo>
                    <a:pt x="1021419" y="1379967"/>
                  </a:lnTo>
                  <a:lnTo>
                    <a:pt x="1021416" y="1379952"/>
                  </a:lnTo>
                  <a:lnTo>
                    <a:pt x="1021411" y="1379937"/>
                  </a:lnTo>
                  <a:lnTo>
                    <a:pt x="1021406" y="1379932"/>
                  </a:lnTo>
                  <a:lnTo>
                    <a:pt x="1021398" y="1379930"/>
                  </a:lnTo>
                  <a:lnTo>
                    <a:pt x="1021388" y="1379931"/>
                  </a:lnTo>
                  <a:lnTo>
                    <a:pt x="1021384" y="1379931"/>
                  </a:lnTo>
                  <a:lnTo>
                    <a:pt x="1021369" y="1379933"/>
                  </a:lnTo>
                  <a:lnTo>
                    <a:pt x="1021355" y="1379933"/>
                  </a:lnTo>
                  <a:lnTo>
                    <a:pt x="1021341" y="1379935"/>
                  </a:lnTo>
                  <a:lnTo>
                    <a:pt x="1021326" y="1379936"/>
                  </a:lnTo>
                  <a:lnTo>
                    <a:pt x="1021312" y="1379940"/>
                  </a:lnTo>
                  <a:lnTo>
                    <a:pt x="1021301" y="1379946"/>
                  </a:lnTo>
                  <a:lnTo>
                    <a:pt x="1021298" y="1379949"/>
                  </a:lnTo>
                  <a:lnTo>
                    <a:pt x="1021286" y="1379962"/>
                  </a:lnTo>
                  <a:lnTo>
                    <a:pt x="1021276" y="1379977"/>
                  </a:lnTo>
                  <a:lnTo>
                    <a:pt x="1021266" y="1379992"/>
                  </a:lnTo>
                  <a:lnTo>
                    <a:pt x="1021261" y="1379999"/>
                  </a:lnTo>
                  <a:lnTo>
                    <a:pt x="1021258" y="1380007"/>
                  </a:lnTo>
                  <a:lnTo>
                    <a:pt x="1021251" y="1380020"/>
                  </a:lnTo>
                  <a:lnTo>
                    <a:pt x="1021243" y="1380037"/>
                  </a:lnTo>
                  <a:lnTo>
                    <a:pt x="1021238" y="1380046"/>
                  </a:lnTo>
                  <a:lnTo>
                    <a:pt x="1021233" y="1380051"/>
                  </a:lnTo>
                  <a:lnTo>
                    <a:pt x="1021226" y="1380059"/>
                  </a:lnTo>
                  <a:lnTo>
                    <a:pt x="1021220" y="1380063"/>
                  </a:lnTo>
                  <a:lnTo>
                    <a:pt x="1021207" y="1380077"/>
                  </a:lnTo>
                  <a:lnTo>
                    <a:pt x="1021199" y="1380092"/>
                  </a:lnTo>
                  <a:lnTo>
                    <a:pt x="1021189" y="1380107"/>
                  </a:lnTo>
                  <a:lnTo>
                    <a:pt x="1021181" y="1380118"/>
                  </a:lnTo>
                  <a:lnTo>
                    <a:pt x="1021178" y="1380121"/>
                  </a:lnTo>
                  <a:lnTo>
                    <a:pt x="1021175" y="1380126"/>
                  </a:lnTo>
                  <a:lnTo>
                    <a:pt x="1021172" y="1380129"/>
                  </a:lnTo>
                  <a:lnTo>
                    <a:pt x="1021148" y="1380159"/>
                  </a:lnTo>
                  <a:lnTo>
                    <a:pt x="1021134" y="1380170"/>
                  </a:lnTo>
                  <a:lnTo>
                    <a:pt x="1021121" y="1380183"/>
                  </a:lnTo>
                  <a:lnTo>
                    <a:pt x="1021107" y="1380197"/>
                  </a:lnTo>
                  <a:lnTo>
                    <a:pt x="1021095" y="1380211"/>
                  </a:lnTo>
                  <a:lnTo>
                    <a:pt x="1021089" y="1380224"/>
                  </a:lnTo>
                  <a:lnTo>
                    <a:pt x="1021082" y="1380233"/>
                  </a:lnTo>
                  <a:lnTo>
                    <a:pt x="1021075" y="1380235"/>
                  </a:lnTo>
                  <a:lnTo>
                    <a:pt x="1021069" y="1380236"/>
                  </a:lnTo>
                  <a:lnTo>
                    <a:pt x="1021060" y="1380234"/>
                  </a:lnTo>
                  <a:lnTo>
                    <a:pt x="1021050" y="1380230"/>
                  </a:lnTo>
                  <a:lnTo>
                    <a:pt x="1021043" y="1380226"/>
                  </a:lnTo>
                  <a:lnTo>
                    <a:pt x="1021036" y="1380224"/>
                  </a:lnTo>
                  <a:lnTo>
                    <a:pt x="1021027" y="1380223"/>
                  </a:lnTo>
                  <a:lnTo>
                    <a:pt x="1021012" y="1380221"/>
                  </a:lnTo>
                  <a:lnTo>
                    <a:pt x="1020998" y="1380220"/>
                  </a:lnTo>
                  <a:lnTo>
                    <a:pt x="1020947" y="1380219"/>
                  </a:lnTo>
                  <a:lnTo>
                    <a:pt x="1020933" y="1380217"/>
                  </a:lnTo>
                  <a:lnTo>
                    <a:pt x="1020918" y="1380216"/>
                  </a:lnTo>
                  <a:lnTo>
                    <a:pt x="1020904" y="1380214"/>
                  </a:lnTo>
                  <a:lnTo>
                    <a:pt x="1020896" y="1380215"/>
                  </a:lnTo>
                  <a:lnTo>
                    <a:pt x="1020890" y="1380214"/>
                  </a:lnTo>
                  <a:lnTo>
                    <a:pt x="1020876" y="1380213"/>
                  </a:lnTo>
                  <a:lnTo>
                    <a:pt x="1020862" y="1380212"/>
                  </a:lnTo>
                  <a:lnTo>
                    <a:pt x="1020848" y="1380208"/>
                  </a:lnTo>
                  <a:lnTo>
                    <a:pt x="1020833" y="1380206"/>
                  </a:lnTo>
                  <a:lnTo>
                    <a:pt x="1020819" y="1380203"/>
                  </a:lnTo>
                  <a:lnTo>
                    <a:pt x="1020805" y="1380203"/>
                  </a:lnTo>
                  <a:lnTo>
                    <a:pt x="1020790" y="1380203"/>
                  </a:lnTo>
                  <a:lnTo>
                    <a:pt x="1020776" y="1380202"/>
                  </a:lnTo>
                  <a:lnTo>
                    <a:pt x="1020762" y="1380201"/>
                  </a:lnTo>
                  <a:lnTo>
                    <a:pt x="1020748" y="1380200"/>
                  </a:lnTo>
                  <a:lnTo>
                    <a:pt x="1020734" y="1380196"/>
                  </a:lnTo>
                  <a:lnTo>
                    <a:pt x="1020719" y="1380190"/>
                  </a:lnTo>
                  <a:lnTo>
                    <a:pt x="1020705" y="1380182"/>
                  </a:lnTo>
                  <a:lnTo>
                    <a:pt x="1020691" y="1380173"/>
                  </a:lnTo>
                  <a:lnTo>
                    <a:pt x="1020677" y="1380167"/>
                  </a:lnTo>
                  <a:lnTo>
                    <a:pt x="1020662" y="1380161"/>
                  </a:lnTo>
                  <a:lnTo>
                    <a:pt x="1020648" y="1380154"/>
                  </a:lnTo>
                  <a:lnTo>
                    <a:pt x="1020634" y="1380146"/>
                  </a:lnTo>
                  <a:lnTo>
                    <a:pt x="1020623" y="1380137"/>
                  </a:lnTo>
                  <a:lnTo>
                    <a:pt x="1020607" y="1380122"/>
                  </a:lnTo>
                  <a:lnTo>
                    <a:pt x="1020594" y="1380109"/>
                  </a:lnTo>
                  <a:lnTo>
                    <a:pt x="1020580" y="1380098"/>
                  </a:lnTo>
                  <a:lnTo>
                    <a:pt x="1020576" y="1380093"/>
                  </a:lnTo>
                  <a:lnTo>
                    <a:pt x="1020566" y="1380086"/>
                  </a:lnTo>
                  <a:lnTo>
                    <a:pt x="1020557" y="1380080"/>
                  </a:lnTo>
                  <a:lnTo>
                    <a:pt x="1020552" y="1380079"/>
                  </a:lnTo>
                  <a:lnTo>
                    <a:pt x="1020538" y="1380073"/>
                  </a:lnTo>
                  <a:lnTo>
                    <a:pt x="1020524" y="1380070"/>
                  </a:lnTo>
                  <a:lnTo>
                    <a:pt x="1020509" y="1380068"/>
                  </a:lnTo>
                  <a:lnTo>
                    <a:pt x="1020495" y="1380069"/>
                  </a:lnTo>
                  <a:lnTo>
                    <a:pt x="1020481" y="1380069"/>
                  </a:lnTo>
                  <a:lnTo>
                    <a:pt x="1020466" y="1380068"/>
                  </a:lnTo>
                  <a:lnTo>
                    <a:pt x="1020452" y="1380068"/>
                  </a:lnTo>
                  <a:lnTo>
                    <a:pt x="1020438" y="1380067"/>
                  </a:lnTo>
                  <a:lnTo>
                    <a:pt x="1020423" y="1380065"/>
                  </a:lnTo>
                  <a:lnTo>
                    <a:pt x="1020410" y="1380063"/>
                  </a:lnTo>
                  <a:lnTo>
                    <a:pt x="1020395" y="1380060"/>
                  </a:lnTo>
                  <a:lnTo>
                    <a:pt x="1020381" y="1380056"/>
                  </a:lnTo>
                  <a:lnTo>
                    <a:pt x="1020369" y="1380051"/>
                  </a:lnTo>
                  <a:lnTo>
                    <a:pt x="1020358" y="1380049"/>
                  </a:lnTo>
                  <a:lnTo>
                    <a:pt x="1020353" y="1380049"/>
                  </a:lnTo>
                  <a:lnTo>
                    <a:pt x="1020339" y="1380047"/>
                  </a:lnTo>
                  <a:lnTo>
                    <a:pt x="1020324" y="1380048"/>
                  </a:lnTo>
                  <a:lnTo>
                    <a:pt x="1020310" y="1380049"/>
                  </a:lnTo>
                  <a:lnTo>
                    <a:pt x="1020296" y="1380051"/>
                  </a:lnTo>
                  <a:lnTo>
                    <a:pt x="1020281" y="1380058"/>
                  </a:lnTo>
                  <a:lnTo>
                    <a:pt x="1020275" y="1380058"/>
                  </a:lnTo>
                  <a:lnTo>
                    <a:pt x="1020267" y="1380052"/>
                  </a:lnTo>
                  <a:lnTo>
                    <a:pt x="1020266" y="1380039"/>
                  </a:lnTo>
                  <a:lnTo>
                    <a:pt x="1020265" y="1380022"/>
                  </a:lnTo>
                  <a:lnTo>
                    <a:pt x="1020269" y="1380007"/>
                  </a:lnTo>
                  <a:lnTo>
                    <a:pt x="1020274" y="1379992"/>
                  </a:lnTo>
                  <a:lnTo>
                    <a:pt x="1020281" y="1379977"/>
                  </a:lnTo>
                  <a:lnTo>
                    <a:pt x="1020288" y="1379962"/>
                  </a:lnTo>
                  <a:lnTo>
                    <a:pt x="1020291" y="1379943"/>
                  </a:lnTo>
                  <a:lnTo>
                    <a:pt x="1020288" y="1379934"/>
                  </a:lnTo>
                  <a:lnTo>
                    <a:pt x="1020277" y="1379926"/>
                  </a:lnTo>
                  <a:lnTo>
                    <a:pt x="1020268" y="1379923"/>
                  </a:lnTo>
                  <a:lnTo>
                    <a:pt x="1020254" y="1379921"/>
                  </a:lnTo>
                  <a:lnTo>
                    <a:pt x="1020240" y="1379918"/>
                  </a:lnTo>
                  <a:lnTo>
                    <a:pt x="1020236" y="1379916"/>
                  </a:lnTo>
                  <a:lnTo>
                    <a:pt x="1020226" y="1379905"/>
                  </a:lnTo>
                  <a:lnTo>
                    <a:pt x="1020215" y="1379890"/>
                  </a:lnTo>
                  <a:lnTo>
                    <a:pt x="1020204" y="1379875"/>
                  </a:lnTo>
                  <a:lnTo>
                    <a:pt x="1020199" y="1379870"/>
                  </a:lnTo>
                  <a:lnTo>
                    <a:pt x="1020195" y="1379866"/>
                  </a:lnTo>
                  <a:lnTo>
                    <a:pt x="1020191" y="1379862"/>
                  </a:lnTo>
                  <a:lnTo>
                    <a:pt x="1020177" y="1379852"/>
                  </a:lnTo>
                  <a:lnTo>
                    <a:pt x="1020163" y="1379846"/>
                  </a:lnTo>
                  <a:lnTo>
                    <a:pt x="1020149" y="1379841"/>
                  </a:lnTo>
                  <a:lnTo>
                    <a:pt x="1020135" y="1379834"/>
                  </a:lnTo>
                  <a:lnTo>
                    <a:pt x="1020120" y="1379830"/>
                  </a:lnTo>
                  <a:lnTo>
                    <a:pt x="1020106" y="1379830"/>
                  </a:lnTo>
                  <a:lnTo>
                    <a:pt x="1020101" y="1379833"/>
                  </a:lnTo>
                  <a:lnTo>
                    <a:pt x="1020092" y="1379838"/>
                  </a:lnTo>
                  <a:lnTo>
                    <a:pt x="1020081" y="1379845"/>
                  </a:lnTo>
                  <a:lnTo>
                    <a:pt x="1020077" y="1379846"/>
                  </a:lnTo>
                  <a:lnTo>
                    <a:pt x="1020063" y="1379846"/>
                  </a:lnTo>
                  <a:lnTo>
                    <a:pt x="1020052" y="1379846"/>
                  </a:lnTo>
                  <a:lnTo>
                    <a:pt x="1020041" y="1379845"/>
                  </a:lnTo>
                  <a:lnTo>
                    <a:pt x="1020035" y="1379844"/>
                  </a:lnTo>
                  <a:lnTo>
                    <a:pt x="1020021" y="1379843"/>
                  </a:lnTo>
                  <a:lnTo>
                    <a:pt x="1020006" y="1379842"/>
                  </a:lnTo>
                  <a:lnTo>
                    <a:pt x="1019992" y="1379840"/>
                  </a:lnTo>
                  <a:lnTo>
                    <a:pt x="1019978" y="1379838"/>
                  </a:lnTo>
                  <a:lnTo>
                    <a:pt x="1019964" y="1379840"/>
                  </a:lnTo>
                  <a:lnTo>
                    <a:pt x="1019950" y="1379844"/>
                  </a:lnTo>
                  <a:lnTo>
                    <a:pt x="1019935" y="1379850"/>
                  </a:lnTo>
                  <a:lnTo>
                    <a:pt x="1019921" y="1379856"/>
                  </a:lnTo>
                  <a:lnTo>
                    <a:pt x="1019906" y="1379864"/>
                  </a:lnTo>
                  <a:lnTo>
                    <a:pt x="1019896" y="1379872"/>
                  </a:lnTo>
                  <a:lnTo>
                    <a:pt x="1019893" y="1379876"/>
                  </a:lnTo>
                  <a:lnTo>
                    <a:pt x="1019880" y="1379887"/>
                  </a:lnTo>
                  <a:lnTo>
                    <a:pt x="1019873" y="1379891"/>
                  </a:lnTo>
                  <a:lnTo>
                    <a:pt x="1019866" y="1379893"/>
                  </a:lnTo>
                  <a:lnTo>
                    <a:pt x="1019851" y="1379896"/>
                  </a:lnTo>
                  <a:lnTo>
                    <a:pt x="1019836" y="1379894"/>
                  </a:lnTo>
                  <a:lnTo>
                    <a:pt x="1019826" y="1379889"/>
                  </a:lnTo>
                  <a:lnTo>
                    <a:pt x="1019811" y="1379882"/>
                  </a:lnTo>
                  <a:lnTo>
                    <a:pt x="1019797" y="1379873"/>
                  </a:lnTo>
                  <a:lnTo>
                    <a:pt x="1019783" y="1379868"/>
                  </a:lnTo>
                  <a:lnTo>
                    <a:pt x="1019776" y="1379866"/>
                  </a:lnTo>
                  <a:lnTo>
                    <a:pt x="1019769" y="1379866"/>
                  </a:lnTo>
                  <a:lnTo>
                    <a:pt x="1019756" y="1379862"/>
                  </a:lnTo>
                  <a:lnTo>
                    <a:pt x="1019741" y="1379851"/>
                  </a:lnTo>
                  <a:lnTo>
                    <a:pt x="1019735" y="1379848"/>
                  </a:lnTo>
                  <a:lnTo>
                    <a:pt x="1019731" y="1379848"/>
                  </a:lnTo>
                  <a:lnTo>
                    <a:pt x="1019726" y="1379850"/>
                  </a:lnTo>
                  <a:lnTo>
                    <a:pt x="1019718" y="1379855"/>
                  </a:lnTo>
                  <a:lnTo>
                    <a:pt x="1019713" y="1379860"/>
                  </a:lnTo>
                  <a:lnTo>
                    <a:pt x="1019700" y="1379873"/>
                  </a:lnTo>
                  <a:lnTo>
                    <a:pt x="1019686" y="1379885"/>
                  </a:lnTo>
                  <a:lnTo>
                    <a:pt x="1019672" y="1379896"/>
                  </a:lnTo>
                  <a:lnTo>
                    <a:pt x="1019658" y="1379908"/>
                  </a:lnTo>
                  <a:lnTo>
                    <a:pt x="1019643" y="1379918"/>
                  </a:lnTo>
                  <a:lnTo>
                    <a:pt x="1019629" y="1379928"/>
                  </a:lnTo>
                  <a:lnTo>
                    <a:pt x="1019616" y="1379940"/>
                  </a:lnTo>
                  <a:lnTo>
                    <a:pt x="1019603" y="1379953"/>
                  </a:lnTo>
                  <a:lnTo>
                    <a:pt x="1019597" y="1379959"/>
                  </a:lnTo>
                  <a:lnTo>
                    <a:pt x="1019594" y="1379966"/>
                  </a:lnTo>
                  <a:lnTo>
                    <a:pt x="1019579" y="1379970"/>
                  </a:lnTo>
                  <a:lnTo>
                    <a:pt x="1019573" y="1379972"/>
                  </a:lnTo>
                  <a:lnTo>
                    <a:pt x="1019562" y="1379975"/>
                  </a:lnTo>
                  <a:lnTo>
                    <a:pt x="1019548" y="1379977"/>
                  </a:lnTo>
                  <a:lnTo>
                    <a:pt x="1019534" y="1379978"/>
                  </a:lnTo>
                  <a:lnTo>
                    <a:pt x="1019520" y="1379980"/>
                  </a:lnTo>
                  <a:lnTo>
                    <a:pt x="1019505" y="1379982"/>
                  </a:lnTo>
                  <a:lnTo>
                    <a:pt x="1019491" y="1379983"/>
                  </a:lnTo>
                  <a:lnTo>
                    <a:pt x="1019477" y="1379982"/>
                  </a:lnTo>
                  <a:lnTo>
                    <a:pt x="1019462" y="1379982"/>
                  </a:lnTo>
                  <a:lnTo>
                    <a:pt x="1019455" y="1379983"/>
                  </a:lnTo>
                  <a:lnTo>
                    <a:pt x="1019432" y="1379982"/>
                  </a:lnTo>
                  <a:lnTo>
                    <a:pt x="1019414" y="1379984"/>
                  </a:lnTo>
                  <a:lnTo>
                    <a:pt x="1019394" y="1379989"/>
                  </a:lnTo>
                  <a:lnTo>
                    <a:pt x="1019385" y="1379993"/>
                  </a:lnTo>
                  <a:lnTo>
                    <a:pt x="1019377" y="1379994"/>
                  </a:lnTo>
                  <a:lnTo>
                    <a:pt x="1019363" y="1379999"/>
                  </a:lnTo>
                  <a:lnTo>
                    <a:pt x="1019348" y="1380006"/>
                  </a:lnTo>
                  <a:lnTo>
                    <a:pt x="1019334" y="1380013"/>
                  </a:lnTo>
                  <a:lnTo>
                    <a:pt x="1019330" y="1380016"/>
                  </a:lnTo>
                  <a:lnTo>
                    <a:pt x="1019320" y="1380019"/>
                  </a:lnTo>
                  <a:lnTo>
                    <a:pt x="1019306" y="1380022"/>
                  </a:lnTo>
                  <a:lnTo>
                    <a:pt x="1019302" y="1380020"/>
                  </a:lnTo>
                  <a:lnTo>
                    <a:pt x="1019296" y="1380009"/>
                  </a:lnTo>
                  <a:lnTo>
                    <a:pt x="1019292" y="1379994"/>
                  </a:lnTo>
                  <a:lnTo>
                    <a:pt x="1019289" y="1379979"/>
                  </a:lnTo>
                  <a:lnTo>
                    <a:pt x="1019283" y="1379964"/>
                  </a:lnTo>
                  <a:lnTo>
                    <a:pt x="1019280" y="1379957"/>
                  </a:lnTo>
                  <a:lnTo>
                    <a:pt x="1019275" y="1379949"/>
                  </a:lnTo>
                  <a:lnTo>
                    <a:pt x="1019262" y="1379936"/>
                  </a:lnTo>
                  <a:lnTo>
                    <a:pt x="1019256" y="1379931"/>
                  </a:lnTo>
                  <a:lnTo>
                    <a:pt x="1019247" y="1379928"/>
                  </a:lnTo>
                  <a:lnTo>
                    <a:pt x="1019233" y="1379922"/>
                  </a:lnTo>
                  <a:lnTo>
                    <a:pt x="1019219" y="1379918"/>
                  </a:lnTo>
                  <a:lnTo>
                    <a:pt x="1019205" y="1379914"/>
                  </a:lnTo>
                  <a:lnTo>
                    <a:pt x="1019190" y="1379910"/>
                  </a:lnTo>
                  <a:lnTo>
                    <a:pt x="1019176" y="1379908"/>
                  </a:lnTo>
                  <a:lnTo>
                    <a:pt x="1019162" y="1379909"/>
                  </a:lnTo>
                  <a:lnTo>
                    <a:pt x="1019142" y="1379909"/>
                  </a:lnTo>
                  <a:lnTo>
                    <a:pt x="1019134" y="1379905"/>
                  </a:lnTo>
                  <a:lnTo>
                    <a:pt x="1019119" y="1379903"/>
                  </a:lnTo>
                  <a:lnTo>
                    <a:pt x="1019105" y="1379901"/>
                  </a:lnTo>
                  <a:lnTo>
                    <a:pt x="1019091" y="1379898"/>
                  </a:lnTo>
                  <a:lnTo>
                    <a:pt x="1019076" y="1379894"/>
                  </a:lnTo>
                  <a:lnTo>
                    <a:pt x="1019062" y="1379890"/>
                  </a:lnTo>
                  <a:lnTo>
                    <a:pt x="1019048" y="1379887"/>
                  </a:lnTo>
                  <a:lnTo>
                    <a:pt x="1019041" y="1379881"/>
                  </a:lnTo>
                  <a:lnTo>
                    <a:pt x="1019034" y="1379875"/>
                  </a:lnTo>
                  <a:lnTo>
                    <a:pt x="1019028" y="1379870"/>
                  </a:lnTo>
                  <a:lnTo>
                    <a:pt x="1019023" y="1379862"/>
                  </a:lnTo>
                  <a:lnTo>
                    <a:pt x="1019010" y="1379851"/>
                  </a:lnTo>
                  <a:lnTo>
                    <a:pt x="1018997" y="1379837"/>
                  </a:lnTo>
                  <a:lnTo>
                    <a:pt x="1018983" y="1379825"/>
                  </a:lnTo>
                  <a:lnTo>
                    <a:pt x="1018976" y="1379818"/>
                  </a:lnTo>
                  <a:lnTo>
                    <a:pt x="1018971" y="1379811"/>
                  </a:lnTo>
                  <a:lnTo>
                    <a:pt x="1018962" y="1379799"/>
                  </a:lnTo>
                  <a:lnTo>
                    <a:pt x="1018956" y="1379782"/>
                  </a:lnTo>
                  <a:lnTo>
                    <a:pt x="1018952" y="1379775"/>
                  </a:lnTo>
                  <a:lnTo>
                    <a:pt x="1018950" y="1379767"/>
                  </a:lnTo>
                  <a:lnTo>
                    <a:pt x="1018944" y="1379752"/>
                  </a:lnTo>
                  <a:lnTo>
                    <a:pt x="1018939" y="1379737"/>
                  </a:lnTo>
                  <a:lnTo>
                    <a:pt x="1018933" y="1379721"/>
                  </a:lnTo>
                  <a:lnTo>
                    <a:pt x="1018926" y="1379706"/>
                  </a:lnTo>
                  <a:lnTo>
                    <a:pt x="1018924" y="1379691"/>
                  </a:lnTo>
                  <a:lnTo>
                    <a:pt x="1018923" y="1379677"/>
                  </a:lnTo>
                  <a:lnTo>
                    <a:pt x="1018923" y="1379663"/>
                  </a:lnTo>
                  <a:lnTo>
                    <a:pt x="1018922" y="1379646"/>
                  </a:lnTo>
                  <a:lnTo>
                    <a:pt x="1018919" y="1379631"/>
                  </a:lnTo>
                  <a:lnTo>
                    <a:pt x="1018916" y="1379616"/>
                  </a:lnTo>
                  <a:lnTo>
                    <a:pt x="1018909" y="1379601"/>
                  </a:lnTo>
                  <a:lnTo>
                    <a:pt x="1018905" y="1379586"/>
                  </a:lnTo>
                  <a:lnTo>
                    <a:pt x="1018899" y="1379571"/>
                  </a:lnTo>
                  <a:lnTo>
                    <a:pt x="1018896" y="1379564"/>
                  </a:lnTo>
                  <a:lnTo>
                    <a:pt x="1018891" y="1379559"/>
                  </a:lnTo>
                  <a:lnTo>
                    <a:pt x="1018888" y="1379556"/>
                  </a:lnTo>
                  <a:lnTo>
                    <a:pt x="1018873" y="1379547"/>
                  </a:lnTo>
                  <a:lnTo>
                    <a:pt x="1018859" y="1379536"/>
                  </a:lnTo>
                  <a:lnTo>
                    <a:pt x="1018835" y="1379522"/>
                  </a:lnTo>
                  <a:lnTo>
                    <a:pt x="1018806" y="1379507"/>
                  </a:lnTo>
                  <a:lnTo>
                    <a:pt x="1018792" y="1379498"/>
                  </a:lnTo>
                  <a:lnTo>
                    <a:pt x="1018777" y="1379492"/>
                  </a:lnTo>
                  <a:lnTo>
                    <a:pt x="1018764" y="1379491"/>
                  </a:lnTo>
                  <a:lnTo>
                    <a:pt x="1018758" y="1379491"/>
                  </a:lnTo>
                  <a:lnTo>
                    <a:pt x="1018744" y="1379493"/>
                  </a:lnTo>
                  <a:lnTo>
                    <a:pt x="1018729" y="1379495"/>
                  </a:lnTo>
                  <a:lnTo>
                    <a:pt x="1018715" y="1379495"/>
                  </a:lnTo>
                  <a:lnTo>
                    <a:pt x="1018705" y="1379494"/>
                  </a:lnTo>
                  <a:lnTo>
                    <a:pt x="1018701" y="1379492"/>
                  </a:lnTo>
                  <a:lnTo>
                    <a:pt x="1018687" y="1379487"/>
                  </a:lnTo>
                  <a:lnTo>
                    <a:pt x="1018672" y="1379481"/>
                  </a:lnTo>
                  <a:lnTo>
                    <a:pt x="1018658" y="1379475"/>
                  </a:lnTo>
                  <a:lnTo>
                    <a:pt x="1018653" y="1379474"/>
                  </a:lnTo>
                  <a:lnTo>
                    <a:pt x="1018649" y="1379474"/>
                  </a:lnTo>
                  <a:lnTo>
                    <a:pt x="1018642" y="1379475"/>
                  </a:lnTo>
                  <a:lnTo>
                    <a:pt x="1018635" y="1379476"/>
                  </a:lnTo>
                  <a:lnTo>
                    <a:pt x="1018630" y="1379476"/>
                  </a:lnTo>
                  <a:lnTo>
                    <a:pt x="1018616" y="1379478"/>
                  </a:lnTo>
                  <a:lnTo>
                    <a:pt x="1018601" y="1379478"/>
                  </a:lnTo>
                  <a:lnTo>
                    <a:pt x="1018587" y="1379479"/>
                  </a:lnTo>
                  <a:lnTo>
                    <a:pt x="1018571" y="1379485"/>
                  </a:lnTo>
                  <a:lnTo>
                    <a:pt x="1018558" y="1379496"/>
                  </a:lnTo>
                  <a:lnTo>
                    <a:pt x="1018545" y="1379509"/>
                  </a:lnTo>
                  <a:lnTo>
                    <a:pt x="1018541" y="1379513"/>
                  </a:lnTo>
                  <a:lnTo>
                    <a:pt x="1018536" y="1379516"/>
                  </a:lnTo>
                  <a:lnTo>
                    <a:pt x="1018532" y="1379518"/>
                  </a:lnTo>
                  <a:lnTo>
                    <a:pt x="1018517" y="1379521"/>
                  </a:lnTo>
                  <a:lnTo>
                    <a:pt x="1018503" y="1379522"/>
                  </a:lnTo>
                  <a:lnTo>
                    <a:pt x="1018489" y="1379522"/>
                  </a:lnTo>
                  <a:lnTo>
                    <a:pt x="1018475" y="1379520"/>
                  </a:lnTo>
                  <a:lnTo>
                    <a:pt x="1018461" y="1379518"/>
                  </a:lnTo>
                  <a:lnTo>
                    <a:pt x="1018446" y="1379514"/>
                  </a:lnTo>
                  <a:lnTo>
                    <a:pt x="1018440" y="1379510"/>
                  </a:lnTo>
                  <a:lnTo>
                    <a:pt x="1018432" y="1379507"/>
                  </a:lnTo>
                  <a:lnTo>
                    <a:pt x="1018418" y="1379497"/>
                  </a:lnTo>
                  <a:lnTo>
                    <a:pt x="1018405" y="1379491"/>
                  </a:lnTo>
                  <a:lnTo>
                    <a:pt x="1018389" y="1379486"/>
                  </a:lnTo>
                  <a:lnTo>
                    <a:pt x="1018383" y="1379484"/>
                  </a:lnTo>
                  <a:lnTo>
                    <a:pt x="1018375" y="1379484"/>
                  </a:lnTo>
                  <a:lnTo>
                    <a:pt x="1018361" y="1379482"/>
                  </a:lnTo>
                  <a:lnTo>
                    <a:pt x="1018347" y="1379480"/>
                  </a:lnTo>
                  <a:lnTo>
                    <a:pt x="1018333" y="1379476"/>
                  </a:lnTo>
                  <a:lnTo>
                    <a:pt x="1018318" y="1379470"/>
                  </a:lnTo>
                  <a:lnTo>
                    <a:pt x="1018304" y="1379468"/>
                  </a:lnTo>
                  <a:lnTo>
                    <a:pt x="1018290" y="1379465"/>
                  </a:lnTo>
                  <a:lnTo>
                    <a:pt x="1018275" y="1379462"/>
                  </a:lnTo>
                  <a:lnTo>
                    <a:pt x="1018261" y="1379459"/>
                  </a:lnTo>
                  <a:lnTo>
                    <a:pt x="1018247" y="1379457"/>
                  </a:lnTo>
                  <a:lnTo>
                    <a:pt x="1018233" y="1379456"/>
                  </a:lnTo>
                  <a:lnTo>
                    <a:pt x="1018219" y="1379453"/>
                  </a:lnTo>
                  <a:lnTo>
                    <a:pt x="1018204" y="1379451"/>
                  </a:lnTo>
                  <a:lnTo>
                    <a:pt x="1018190" y="1379447"/>
                  </a:lnTo>
                  <a:lnTo>
                    <a:pt x="1018184" y="1379445"/>
                  </a:lnTo>
                  <a:lnTo>
                    <a:pt x="1018176" y="1379445"/>
                  </a:lnTo>
                  <a:lnTo>
                    <a:pt x="1018162" y="1379443"/>
                  </a:lnTo>
                  <a:lnTo>
                    <a:pt x="1018148" y="1379441"/>
                  </a:lnTo>
                  <a:lnTo>
                    <a:pt x="1018133" y="1379440"/>
                  </a:lnTo>
                  <a:lnTo>
                    <a:pt x="1018120" y="1379444"/>
                  </a:lnTo>
                  <a:lnTo>
                    <a:pt x="1018105" y="1379454"/>
                  </a:lnTo>
                  <a:lnTo>
                    <a:pt x="1018090" y="1379465"/>
                  </a:lnTo>
                  <a:lnTo>
                    <a:pt x="1018085" y="1379470"/>
                  </a:lnTo>
                  <a:lnTo>
                    <a:pt x="1018076" y="1379474"/>
                  </a:lnTo>
                  <a:lnTo>
                    <a:pt x="1018062" y="1379479"/>
                  </a:lnTo>
                  <a:lnTo>
                    <a:pt x="1018048" y="1379484"/>
                  </a:lnTo>
                  <a:lnTo>
                    <a:pt x="1018033" y="1379490"/>
                  </a:lnTo>
                  <a:lnTo>
                    <a:pt x="1018019" y="1379497"/>
                  </a:lnTo>
                  <a:lnTo>
                    <a:pt x="1018013" y="1379500"/>
                  </a:lnTo>
                  <a:lnTo>
                    <a:pt x="1018006" y="1379500"/>
                  </a:lnTo>
                  <a:lnTo>
                    <a:pt x="1017990" y="1379493"/>
                  </a:lnTo>
                  <a:lnTo>
                    <a:pt x="1017976" y="1379487"/>
                  </a:lnTo>
                  <a:lnTo>
                    <a:pt x="1017962" y="1379480"/>
                  </a:lnTo>
                  <a:lnTo>
                    <a:pt x="1017948" y="1379472"/>
                  </a:lnTo>
                  <a:lnTo>
                    <a:pt x="1017933" y="1379463"/>
                  </a:lnTo>
                  <a:lnTo>
                    <a:pt x="1017920" y="1379454"/>
                  </a:lnTo>
                  <a:lnTo>
                    <a:pt x="1017912" y="1379449"/>
                  </a:lnTo>
                  <a:lnTo>
                    <a:pt x="1017905" y="1379442"/>
                  </a:lnTo>
                  <a:lnTo>
                    <a:pt x="1017900" y="1379436"/>
                  </a:lnTo>
                  <a:lnTo>
                    <a:pt x="1017894" y="1379434"/>
                  </a:lnTo>
                  <a:lnTo>
                    <a:pt x="1017888" y="1379442"/>
                  </a:lnTo>
                  <a:lnTo>
                    <a:pt x="1017875" y="1379455"/>
                  </a:lnTo>
                  <a:lnTo>
                    <a:pt x="1017863" y="1379464"/>
                  </a:lnTo>
                  <a:lnTo>
                    <a:pt x="1017846" y="1379471"/>
                  </a:lnTo>
                  <a:lnTo>
                    <a:pt x="1017832" y="1379477"/>
                  </a:lnTo>
                  <a:lnTo>
                    <a:pt x="1017818" y="1379483"/>
                  </a:lnTo>
                  <a:lnTo>
                    <a:pt x="1017804" y="1379488"/>
                  </a:lnTo>
                  <a:lnTo>
                    <a:pt x="1017798" y="1379502"/>
                  </a:lnTo>
                  <a:lnTo>
                    <a:pt x="1017798" y="1379518"/>
                  </a:lnTo>
                  <a:lnTo>
                    <a:pt x="1017798" y="1379525"/>
                  </a:lnTo>
                  <a:lnTo>
                    <a:pt x="1017792" y="1379533"/>
                  </a:lnTo>
                  <a:lnTo>
                    <a:pt x="1017786" y="1379540"/>
                  </a:lnTo>
                  <a:lnTo>
                    <a:pt x="1017778" y="1379545"/>
                  </a:lnTo>
                  <a:lnTo>
                    <a:pt x="1017770" y="1379547"/>
                  </a:lnTo>
                  <a:lnTo>
                    <a:pt x="1017764" y="1379547"/>
                  </a:lnTo>
                  <a:lnTo>
                    <a:pt x="1017750" y="1379545"/>
                  </a:lnTo>
                  <a:lnTo>
                    <a:pt x="1017736" y="1379544"/>
                  </a:lnTo>
                  <a:lnTo>
                    <a:pt x="1017722" y="1379546"/>
                  </a:lnTo>
                  <a:lnTo>
                    <a:pt x="1017707" y="1379547"/>
                  </a:lnTo>
                  <a:lnTo>
                    <a:pt x="1017693" y="1379546"/>
                  </a:lnTo>
                  <a:lnTo>
                    <a:pt x="1017677" y="1379547"/>
                  </a:lnTo>
                  <a:lnTo>
                    <a:pt x="1017670" y="1379550"/>
                  </a:lnTo>
                  <a:lnTo>
                    <a:pt x="1017664" y="1379554"/>
                  </a:lnTo>
                  <a:lnTo>
                    <a:pt x="1017650" y="1379566"/>
                  </a:lnTo>
                  <a:lnTo>
                    <a:pt x="1017636" y="1379578"/>
                  </a:lnTo>
                  <a:lnTo>
                    <a:pt x="1017622" y="1379590"/>
                  </a:lnTo>
                  <a:lnTo>
                    <a:pt x="1017607" y="1379601"/>
                  </a:lnTo>
                  <a:lnTo>
                    <a:pt x="1017593" y="1379612"/>
                  </a:lnTo>
                  <a:lnTo>
                    <a:pt x="1017586" y="1379615"/>
                  </a:lnTo>
                  <a:lnTo>
                    <a:pt x="1017579" y="1379621"/>
                  </a:lnTo>
                  <a:lnTo>
                    <a:pt x="1017571" y="1379626"/>
                  </a:lnTo>
                  <a:lnTo>
                    <a:pt x="1017565" y="1379632"/>
                  </a:lnTo>
                  <a:lnTo>
                    <a:pt x="1017556" y="1379647"/>
                  </a:lnTo>
                  <a:lnTo>
                    <a:pt x="1017546" y="1379661"/>
                  </a:lnTo>
                  <a:lnTo>
                    <a:pt x="1017540" y="1379673"/>
                  </a:lnTo>
                  <a:lnTo>
                    <a:pt x="1017529" y="1379691"/>
                  </a:lnTo>
                  <a:lnTo>
                    <a:pt x="1017521" y="1379706"/>
                  </a:lnTo>
                  <a:lnTo>
                    <a:pt x="1017513" y="1379722"/>
                  </a:lnTo>
                  <a:lnTo>
                    <a:pt x="1017500" y="1379737"/>
                  </a:lnTo>
                  <a:lnTo>
                    <a:pt x="1017487" y="1379750"/>
                  </a:lnTo>
                  <a:lnTo>
                    <a:pt x="1017477" y="1379758"/>
                  </a:lnTo>
                  <a:lnTo>
                    <a:pt x="1017473" y="1379760"/>
                  </a:lnTo>
                  <a:lnTo>
                    <a:pt x="1017465" y="1379763"/>
                  </a:lnTo>
                  <a:lnTo>
                    <a:pt x="1017458" y="1379765"/>
                  </a:lnTo>
                  <a:lnTo>
                    <a:pt x="1017444" y="1379769"/>
                  </a:lnTo>
                  <a:lnTo>
                    <a:pt x="1017430" y="1379774"/>
                  </a:lnTo>
                  <a:lnTo>
                    <a:pt x="1017424" y="1379776"/>
                  </a:lnTo>
                  <a:lnTo>
                    <a:pt x="1017415" y="1379779"/>
                  </a:lnTo>
                  <a:lnTo>
                    <a:pt x="1017401" y="1379783"/>
                  </a:lnTo>
                  <a:lnTo>
                    <a:pt x="1017387" y="1379785"/>
                  </a:lnTo>
                  <a:lnTo>
                    <a:pt x="1017373" y="1379788"/>
                  </a:lnTo>
                  <a:lnTo>
                    <a:pt x="1017364" y="1379789"/>
                  </a:lnTo>
                  <a:lnTo>
                    <a:pt x="1017354" y="1379793"/>
                  </a:lnTo>
                  <a:lnTo>
                    <a:pt x="1017344" y="1379799"/>
                  </a:lnTo>
                  <a:lnTo>
                    <a:pt x="1017339" y="1379803"/>
                  </a:lnTo>
                  <a:lnTo>
                    <a:pt x="1017332" y="1379810"/>
                  </a:lnTo>
                  <a:lnTo>
                    <a:pt x="1017319" y="1379824"/>
                  </a:lnTo>
                  <a:lnTo>
                    <a:pt x="1017307" y="1379837"/>
                  </a:lnTo>
                  <a:lnTo>
                    <a:pt x="1017295" y="1379850"/>
                  </a:lnTo>
                  <a:lnTo>
                    <a:pt x="1017283" y="1379864"/>
                  </a:lnTo>
                  <a:lnTo>
                    <a:pt x="1017271" y="1379878"/>
                  </a:lnTo>
                  <a:lnTo>
                    <a:pt x="1017258" y="1379890"/>
                  </a:lnTo>
                  <a:lnTo>
                    <a:pt x="1017246" y="1379902"/>
                  </a:lnTo>
                  <a:lnTo>
                    <a:pt x="1017231" y="1379918"/>
                  </a:lnTo>
                  <a:lnTo>
                    <a:pt x="1017222" y="1379928"/>
                  </a:lnTo>
                  <a:lnTo>
                    <a:pt x="1017210" y="1379938"/>
                  </a:lnTo>
                  <a:lnTo>
                    <a:pt x="1017199" y="1379945"/>
                  </a:lnTo>
                  <a:lnTo>
                    <a:pt x="1017194" y="1379949"/>
                  </a:lnTo>
                  <a:lnTo>
                    <a:pt x="1017191" y="1379953"/>
                  </a:lnTo>
                  <a:lnTo>
                    <a:pt x="1017192" y="1379962"/>
                  </a:lnTo>
                  <a:lnTo>
                    <a:pt x="1017206" y="1379995"/>
                  </a:lnTo>
                  <a:lnTo>
                    <a:pt x="1017215" y="1380010"/>
                  </a:lnTo>
                  <a:lnTo>
                    <a:pt x="1017220" y="1380018"/>
                  </a:lnTo>
                  <a:lnTo>
                    <a:pt x="1017223" y="1380025"/>
                  </a:lnTo>
                  <a:lnTo>
                    <a:pt x="1017231" y="1380041"/>
                  </a:lnTo>
                  <a:lnTo>
                    <a:pt x="1017238" y="1380056"/>
                  </a:lnTo>
                  <a:lnTo>
                    <a:pt x="1017245" y="1380069"/>
                  </a:lnTo>
                  <a:lnTo>
                    <a:pt x="1017253" y="1380086"/>
                  </a:lnTo>
                  <a:lnTo>
                    <a:pt x="1017257" y="1380101"/>
                  </a:lnTo>
                  <a:lnTo>
                    <a:pt x="1017262" y="1380116"/>
                  </a:lnTo>
                  <a:lnTo>
                    <a:pt x="1017267" y="1380131"/>
                  </a:lnTo>
                  <a:lnTo>
                    <a:pt x="1017270" y="1380146"/>
                  </a:lnTo>
                  <a:lnTo>
                    <a:pt x="1017271" y="1380161"/>
                  </a:lnTo>
                  <a:lnTo>
                    <a:pt x="1017272" y="1380176"/>
                  </a:lnTo>
                  <a:lnTo>
                    <a:pt x="1017273" y="1380188"/>
                  </a:lnTo>
                  <a:lnTo>
                    <a:pt x="1017275" y="1380191"/>
                  </a:lnTo>
                  <a:lnTo>
                    <a:pt x="1017280" y="1380199"/>
                  </a:lnTo>
                  <a:lnTo>
                    <a:pt x="1017286" y="1380207"/>
                  </a:lnTo>
                  <a:lnTo>
                    <a:pt x="1017292" y="1380216"/>
                  </a:lnTo>
                  <a:lnTo>
                    <a:pt x="1017295" y="1380227"/>
                  </a:lnTo>
                  <a:lnTo>
                    <a:pt x="1017306" y="1380257"/>
                  </a:lnTo>
                  <a:lnTo>
                    <a:pt x="1017314" y="1380276"/>
                  </a:lnTo>
                  <a:lnTo>
                    <a:pt x="1017326" y="1380290"/>
                  </a:lnTo>
                  <a:lnTo>
                    <a:pt x="1017342" y="1380305"/>
                  </a:lnTo>
                  <a:lnTo>
                    <a:pt x="1017349" y="1380310"/>
                  </a:lnTo>
                  <a:lnTo>
                    <a:pt x="1017363" y="1380321"/>
                  </a:lnTo>
                  <a:lnTo>
                    <a:pt x="1017371" y="1380326"/>
                  </a:lnTo>
                  <a:lnTo>
                    <a:pt x="1017377" y="1380332"/>
                  </a:lnTo>
                  <a:lnTo>
                    <a:pt x="1017391" y="1380341"/>
                  </a:lnTo>
                  <a:lnTo>
                    <a:pt x="1017403" y="1380347"/>
                  </a:lnTo>
                  <a:lnTo>
                    <a:pt x="1017406" y="1380350"/>
                  </a:lnTo>
                  <a:lnTo>
                    <a:pt x="1017412" y="1380353"/>
                  </a:lnTo>
                  <a:lnTo>
                    <a:pt x="1017420" y="1380359"/>
                  </a:lnTo>
                  <a:lnTo>
                    <a:pt x="1017425" y="1380362"/>
                  </a:lnTo>
                  <a:lnTo>
                    <a:pt x="1017434" y="1380372"/>
                  </a:lnTo>
                  <a:lnTo>
                    <a:pt x="1017438" y="1380376"/>
                  </a:lnTo>
                  <a:lnTo>
                    <a:pt x="1017440" y="1380381"/>
                  </a:lnTo>
                  <a:lnTo>
                    <a:pt x="1017440" y="1380388"/>
                  </a:lnTo>
                  <a:lnTo>
                    <a:pt x="1017439" y="1380403"/>
                  </a:lnTo>
                  <a:lnTo>
                    <a:pt x="1017439" y="1380418"/>
                  </a:lnTo>
                  <a:lnTo>
                    <a:pt x="1017438" y="1380433"/>
                  </a:lnTo>
                  <a:lnTo>
                    <a:pt x="1017436" y="1380448"/>
                  </a:lnTo>
                  <a:lnTo>
                    <a:pt x="1017439" y="1380463"/>
                  </a:lnTo>
                  <a:lnTo>
                    <a:pt x="1017440" y="1380469"/>
                  </a:lnTo>
                  <a:lnTo>
                    <a:pt x="1017447" y="1380475"/>
                  </a:lnTo>
                  <a:lnTo>
                    <a:pt x="1017458" y="1380482"/>
                  </a:lnTo>
                  <a:lnTo>
                    <a:pt x="1017463" y="1380483"/>
                  </a:lnTo>
                  <a:lnTo>
                    <a:pt x="1017477" y="1380489"/>
                  </a:lnTo>
                  <a:lnTo>
                    <a:pt x="1017492" y="1380499"/>
                  </a:lnTo>
                  <a:lnTo>
                    <a:pt x="1017502" y="1380510"/>
                  </a:lnTo>
                  <a:lnTo>
                    <a:pt x="1017503" y="1380521"/>
                  </a:lnTo>
                  <a:lnTo>
                    <a:pt x="1017510" y="1380528"/>
                  </a:lnTo>
                  <a:lnTo>
                    <a:pt x="1017513" y="1380534"/>
                  </a:lnTo>
                  <a:lnTo>
                    <a:pt x="1017525" y="1380545"/>
                  </a:lnTo>
                  <a:lnTo>
                    <a:pt x="1017539" y="1380558"/>
                  </a:lnTo>
                  <a:lnTo>
                    <a:pt x="1017551" y="1380570"/>
                  </a:lnTo>
                  <a:lnTo>
                    <a:pt x="1017563" y="1380582"/>
                  </a:lnTo>
                  <a:lnTo>
                    <a:pt x="1017575" y="1380596"/>
                  </a:lnTo>
                  <a:lnTo>
                    <a:pt x="1017588" y="1380608"/>
                  </a:lnTo>
                  <a:lnTo>
                    <a:pt x="1017603" y="1380616"/>
                  </a:lnTo>
                  <a:lnTo>
                    <a:pt x="1017617" y="1380620"/>
                  </a:lnTo>
                  <a:lnTo>
                    <a:pt x="1017631" y="1380627"/>
                  </a:lnTo>
                  <a:lnTo>
                    <a:pt x="1017646" y="1380633"/>
                  </a:lnTo>
                  <a:lnTo>
                    <a:pt x="1017662" y="1380638"/>
                  </a:lnTo>
                  <a:lnTo>
                    <a:pt x="1017674" y="1380642"/>
                  </a:lnTo>
                  <a:lnTo>
                    <a:pt x="1017687" y="1380647"/>
                  </a:lnTo>
                  <a:lnTo>
                    <a:pt x="1017701" y="1380652"/>
                  </a:lnTo>
                  <a:lnTo>
                    <a:pt x="1017706" y="1380653"/>
                  </a:lnTo>
                  <a:lnTo>
                    <a:pt x="1017716" y="1380658"/>
                  </a:lnTo>
                  <a:lnTo>
                    <a:pt x="1017731" y="1380661"/>
                  </a:lnTo>
                  <a:lnTo>
                    <a:pt x="1017745" y="1380665"/>
                  </a:lnTo>
                  <a:lnTo>
                    <a:pt x="1017759" y="1380668"/>
                  </a:lnTo>
                  <a:lnTo>
                    <a:pt x="1017774" y="1380670"/>
                  </a:lnTo>
                  <a:lnTo>
                    <a:pt x="1017788" y="1380671"/>
                  </a:lnTo>
                  <a:lnTo>
                    <a:pt x="1017801" y="1380670"/>
                  </a:lnTo>
                  <a:lnTo>
                    <a:pt x="1017816" y="1380673"/>
                  </a:lnTo>
                  <a:lnTo>
                    <a:pt x="1017824" y="1380677"/>
                  </a:lnTo>
                  <a:lnTo>
                    <a:pt x="1017830" y="1380683"/>
                  </a:lnTo>
                  <a:lnTo>
                    <a:pt x="1017838" y="1380692"/>
                  </a:lnTo>
                  <a:lnTo>
                    <a:pt x="1017841" y="1380698"/>
                  </a:lnTo>
                  <a:lnTo>
                    <a:pt x="1017841" y="1380712"/>
                  </a:lnTo>
                  <a:lnTo>
                    <a:pt x="1017837" y="1380729"/>
                  </a:lnTo>
                  <a:lnTo>
                    <a:pt x="1017832" y="1380745"/>
                  </a:lnTo>
                  <a:lnTo>
                    <a:pt x="1017832" y="1380751"/>
                  </a:lnTo>
                  <a:lnTo>
                    <a:pt x="1017829" y="1380761"/>
                  </a:lnTo>
                  <a:lnTo>
                    <a:pt x="1017826" y="1380776"/>
                  </a:lnTo>
                  <a:lnTo>
                    <a:pt x="1017827" y="1380791"/>
                  </a:lnTo>
                  <a:lnTo>
                    <a:pt x="1017826" y="1380806"/>
                  </a:lnTo>
                  <a:lnTo>
                    <a:pt x="1017823" y="1380819"/>
                  </a:lnTo>
                  <a:lnTo>
                    <a:pt x="1017822" y="1380833"/>
                  </a:lnTo>
                  <a:lnTo>
                    <a:pt x="1017817" y="1380845"/>
                  </a:lnTo>
                  <a:lnTo>
                    <a:pt x="1017804" y="1380850"/>
                  </a:lnTo>
                  <a:lnTo>
                    <a:pt x="1017771" y="1380865"/>
                  </a:lnTo>
                  <a:lnTo>
                    <a:pt x="1017764" y="1380867"/>
                  </a:lnTo>
                  <a:lnTo>
                    <a:pt x="1017756" y="1380866"/>
                  </a:lnTo>
                  <a:lnTo>
                    <a:pt x="1017742" y="1380863"/>
                  </a:lnTo>
                  <a:lnTo>
                    <a:pt x="1017734" y="1380861"/>
                  </a:lnTo>
                  <a:lnTo>
                    <a:pt x="1017728" y="1380857"/>
                  </a:lnTo>
                  <a:lnTo>
                    <a:pt x="1017714" y="1380846"/>
                  </a:lnTo>
                  <a:lnTo>
                    <a:pt x="1017699" y="1380836"/>
                  </a:lnTo>
                  <a:lnTo>
                    <a:pt x="1017690" y="1380829"/>
                  </a:lnTo>
                  <a:lnTo>
                    <a:pt x="1017682" y="1380829"/>
                  </a:lnTo>
                  <a:lnTo>
                    <a:pt x="1017675" y="1380831"/>
                  </a:lnTo>
                  <a:lnTo>
                    <a:pt x="1017669" y="1380835"/>
                  </a:lnTo>
                  <a:lnTo>
                    <a:pt x="1017655" y="1380843"/>
                  </a:lnTo>
                  <a:lnTo>
                    <a:pt x="1017646" y="1380849"/>
                  </a:lnTo>
                  <a:lnTo>
                    <a:pt x="1017641" y="1380851"/>
                  </a:lnTo>
                  <a:lnTo>
                    <a:pt x="1017626" y="1380859"/>
                  </a:lnTo>
                  <a:lnTo>
                    <a:pt x="1017612" y="1380868"/>
                  </a:lnTo>
                  <a:lnTo>
                    <a:pt x="1017598" y="1380873"/>
                  </a:lnTo>
                  <a:lnTo>
                    <a:pt x="1017583" y="1380878"/>
                  </a:lnTo>
                  <a:lnTo>
                    <a:pt x="1017569" y="1380880"/>
                  </a:lnTo>
                  <a:lnTo>
                    <a:pt x="1017555" y="1380876"/>
                  </a:lnTo>
                  <a:lnTo>
                    <a:pt x="1017542" y="1380873"/>
                  </a:lnTo>
                  <a:lnTo>
                    <a:pt x="1017527" y="1380871"/>
                  </a:lnTo>
                  <a:lnTo>
                    <a:pt x="1017512" y="1380870"/>
                  </a:lnTo>
                  <a:lnTo>
                    <a:pt x="1017498" y="1380868"/>
                  </a:lnTo>
                  <a:lnTo>
                    <a:pt x="1017484" y="1380865"/>
                  </a:lnTo>
                  <a:lnTo>
                    <a:pt x="1017476" y="1380864"/>
                  </a:lnTo>
                  <a:lnTo>
                    <a:pt x="1017469" y="1380861"/>
                  </a:lnTo>
                  <a:lnTo>
                    <a:pt x="1017460" y="1380860"/>
                  </a:lnTo>
                  <a:lnTo>
                    <a:pt x="1017456" y="1380861"/>
                  </a:lnTo>
                  <a:lnTo>
                    <a:pt x="1017445" y="1380866"/>
                  </a:lnTo>
                  <a:lnTo>
                    <a:pt x="1017441" y="1380869"/>
                  </a:lnTo>
                  <a:lnTo>
                    <a:pt x="1017432" y="1380876"/>
                  </a:lnTo>
                  <a:lnTo>
                    <a:pt x="1017424" y="1380890"/>
                  </a:lnTo>
                  <a:lnTo>
                    <a:pt x="1017420" y="1380898"/>
                  </a:lnTo>
                  <a:lnTo>
                    <a:pt x="1017416" y="1380913"/>
                  </a:lnTo>
                  <a:lnTo>
                    <a:pt x="1017414" y="1380918"/>
                  </a:lnTo>
                  <a:lnTo>
                    <a:pt x="1017415" y="1380927"/>
                  </a:lnTo>
                  <a:lnTo>
                    <a:pt x="1017412" y="1380944"/>
                  </a:lnTo>
                  <a:lnTo>
                    <a:pt x="1017410" y="1380955"/>
                  </a:lnTo>
                  <a:lnTo>
                    <a:pt x="1017407" y="1380959"/>
                  </a:lnTo>
                  <a:lnTo>
                    <a:pt x="1017400" y="1380965"/>
                  </a:lnTo>
                  <a:lnTo>
                    <a:pt x="1017394" y="1380968"/>
                  </a:lnTo>
                  <a:lnTo>
                    <a:pt x="1017380" y="1380971"/>
                  </a:lnTo>
                  <a:lnTo>
                    <a:pt x="1017367" y="1380978"/>
                  </a:lnTo>
                  <a:lnTo>
                    <a:pt x="1017363" y="1380983"/>
                  </a:lnTo>
                  <a:lnTo>
                    <a:pt x="1017358" y="1380994"/>
                  </a:lnTo>
                  <a:lnTo>
                    <a:pt x="1017358" y="1381009"/>
                  </a:lnTo>
                  <a:lnTo>
                    <a:pt x="1017359" y="1381016"/>
                  </a:lnTo>
                  <a:lnTo>
                    <a:pt x="1017362" y="1381024"/>
                  </a:lnTo>
                  <a:lnTo>
                    <a:pt x="1017367" y="1381039"/>
                  </a:lnTo>
                  <a:lnTo>
                    <a:pt x="1017369" y="1381054"/>
                  </a:lnTo>
                  <a:lnTo>
                    <a:pt x="1017371" y="1381069"/>
                  </a:lnTo>
                  <a:lnTo>
                    <a:pt x="1017369" y="1381084"/>
                  </a:lnTo>
                  <a:lnTo>
                    <a:pt x="1017369" y="1381099"/>
                  </a:lnTo>
                  <a:lnTo>
                    <a:pt x="1017369" y="1381114"/>
                  </a:lnTo>
                  <a:lnTo>
                    <a:pt x="1017369" y="1381132"/>
                  </a:lnTo>
                  <a:lnTo>
                    <a:pt x="1017367" y="1381147"/>
                  </a:lnTo>
                  <a:lnTo>
                    <a:pt x="1017362" y="1381186"/>
                  </a:lnTo>
                  <a:lnTo>
                    <a:pt x="1017360" y="1381198"/>
                  </a:lnTo>
                  <a:lnTo>
                    <a:pt x="1017354" y="1381217"/>
                  </a:lnTo>
                  <a:lnTo>
                    <a:pt x="1017335" y="1381261"/>
                  </a:lnTo>
                  <a:lnTo>
                    <a:pt x="1017331" y="1381268"/>
                  </a:lnTo>
                  <a:lnTo>
                    <a:pt x="1017324" y="1381276"/>
                  </a:lnTo>
                  <a:lnTo>
                    <a:pt x="1017305" y="1381291"/>
                  </a:lnTo>
                  <a:lnTo>
                    <a:pt x="1017300" y="1381294"/>
                  </a:lnTo>
                  <a:lnTo>
                    <a:pt x="1017290" y="1381295"/>
                  </a:lnTo>
                  <a:lnTo>
                    <a:pt x="1017275" y="1381297"/>
                  </a:lnTo>
                  <a:lnTo>
                    <a:pt x="1017261" y="1381299"/>
                  </a:lnTo>
                  <a:lnTo>
                    <a:pt x="1017247" y="1381304"/>
                  </a:lnTo>
                  <a:lnTo>
                    <a:pt x="1017233" y="1381306"/>
                  </a:lnTo>
                  <a:lnTo>
                    <a:pt x="1017218" y="1381312"/>
                  </a:lnTo>
                  <a:lnTo>
                    <a:pt x="1017204" y="1381318"/>
                  </a:lnTo>
                  <a:lnTo>
                    <a:pt x="1017190" y="1381327"/>
                  </a:lnTo>
                  <a:lnTo>
                    <a:pt x="1017176" y="1381337"/>
                  </a:lnTo>
                  <a:lnTo>
                    <a:pt x="1017161" y="1381345"/>
                  </a:lnTo>
                  <a:lnTo>
                    <a:pt x="1017154" y="1381351"/>
                  </a:lnTo>
                  <a:lnTo>
                    <a:pt x="1017147" y="1381354"/>
                  </a:lnTo>
                  <a:lnTo>
                    <a:pt x="1017141" y="1381356"/>
                  </a:lnTo>
                  <a:lnTo>
                    <a:pt x="1017134" y="1381356"/>
                  </a:lnTo>
                  <a:lnTo>
                    <a:pt x="1017118" y="1381349"/>
                  </a:lnTo>
                  <a:lnTo>
                    <a:pt x="1017104" y="1381340"/>
                  </a:lnTo>
                  <a:lnTo>
                    <a:pt x="1017092" y="1381337"/>
                  </a:lnTo>
                  <a:lnTo>
                    <a:pt x="1017083" y="1381335"/>
                  </a:lnTo>
                  <a:lnTo>
                    <a:pt x="1017076" y="1381335"/>
                  </a:lnTo>
                  <a:lnTo>
                    <a:pt x="1017070" y="1381335"/>
                  </a:lnTo>
                  <a:lnTo>
                    <a:pt x="1017062" y="1381337"/>
                  </a:lnTo>
                  <a:lnTo>
                    <a:pt x="1017047" y="1381342"/>
                  </a:lnTo>
                  <a:lnTo>
                    <a:pt x="1017033" y="1381350"/>
                  </a:lnTo>
                  <a:lnTo>
                    <a:pt x="1017019" y="1381359"/>
                  </a:lnTo>
                  <a:lnTo>
                    <a:pt x="1017004" y="1381368"/>
                  </a:lnTo>
                  <a:lnTo>
                    <a:pt x="1016999" y="1381371"/>
                  </a:lnTo>
                  <a:lnTo>
                    <a:pt x="1016990" y="1381379"/>
                  </a:lnTo>
                  <a:lnTo>
                    <a:pt x="1016980" y="1381388"/>
                  </a:lnTo>
                  <a:lnTo>
                    <a:pt x="1016949" y="1381407"/>
                  </a:lnTo>
                  <a:lnTo>
                    <a:pt x="1016936" y="1381412"/>
                  </a:lnTo>
                  <a:lnTo>
                    <a:pt x="1016921" y="1381415"/>
                  </a:lnTo>
                  <a:lnTo>
                    <a:pt x="1016907" y="1381416"/>
                  </a:lnTo>
                  <a:lnTo>
                    <a:pt x="1016894" y="1381414"/>
                  </a:lnTo>
                  <a:lnTo>
                    <a:pt x="1016878" y="1381405"/>
                  </a:lnTo>
                  <a:lnTo>
                    <a:pt x="1016864" y="1381398"/>
                  </a:lnTo>
                  <a:lnTo>
                    <a:pt x="1016848" y="1381388"/>
                  </a:lnTo>
                  <a:lnTo>
                    <a:pt x="1016835" y="1381380"/>
                  </a:lnTo>
                  <a:lnTo>
                    <a:pt x="1016821" y="1381370"/>
                  </a:lnTo>
                  <a:lnTo>
                    <a:pt x="1016807" y="1381360"/>
                  </a:lnTo>
                  <a:lnTo>
                    <a:pt x="1016801" y="1381358"/>
                  </a:lnTo>
                  <a:lnTo>
                    <a:pt x="1016793" y="1381352"/>
                  </a:lnTo>
                  <a:lnTo>
                    <a:pt x="1016779" y="1381344"/>
                  </a:lnTo>
                  <a:lnTo>
                    <a:pt x="1016765" y="1381334"/>
                  </a:lnTo>
                  <a:lnTo>
                    <a:pt x="1016750" y="1381326"/>
                  </a:lnTo>
                  <a:lnTo>
                    <a:pt x="1016736" y="1381320"/>
                  </a:lnTo>
                  <a:lnTo>
                    <a:pt x="1016722" y="1381322"/>
                  </a:lnTo>
                  <a:lnTo>
                    <a:pt x="1016707" y="1381325"/>
                  </a:lnTo>
                  <a:lnTo>
                    <a:pt x="1016693" y="1381327"/>
                  </a:lnTo>
                  <a:lnTo>
                    <a:pt x="1016679" y="1381324"/>
                  </a:lnTo>
                  <a:lnTo>
                    <a:pt x="1016672" y="1381322"/>
                  </a:lnTo>
                  <a:lnTo>
                    <a:pt x="1016665" y="1381322"/>
                  </a:lnTo>
                  <a:lnTo>
                    <a:pt x="1016651" y="1381317"/>
                  </a:lnTo>
                  <a:lnTo>
                    <a:pt x="1016637" y="1381310"/>
                  </a:lnTo>
                  <a:lnTo>
                    <a:pt x="1016622" y="1381304"/>
                  </a:lnTo>
                  <a:lnTo>
                    <a:pt x="1016608" y="1381301"/>
                  </a:lnTo>
                  <a:lnTo>
                    <a:pt x="1016594" y="1381301"/>
                  </a:lnTo>
                  <a:lnTo>
                    <a:pt x="1016579" y="1381300"/>
                  </a:lnTo>
                  <a:lnTo>
                    <a:pt x="1016565" y="1381300"/>
                  </a:lnTo>
                  <a:lnTo>
                    <a:pt x="1016551" y="1381302"/>
                  </a:lnTo>
                  <a:lnTo>
                    <a:pt x="1016537" y="1381303"/>
                  </a:lnTo>
                  <a:lnTo>
                    <a:pt x="1016529" y="1381303"/>
                  </a:lnTo>
                  <a:lnTo>
                    <a:pt x="1016523" y="1381301"/>
                  </a:lnTo>
                  <a:lnTo>
                    <a:pt x="1016509" y="1381295"/>
                  </a:lnTo>
                  <a:lnTo>
                    <a:pt x="1016497" y="1381288"/>
                  </a:lnTo>
                  <a:lnTo>
                    <a:pt x="1016481" y="1381283"/>
                  </a:lnTo>
                  <a:lnTo>
                    <a:pt x="1016470" y="1381284"/>
                  </a:lnTo>
                  <a:lnTo>
                    <a:pt x="1016467" y="1381286"/>
                  </a:lnTo>
                  <a:lnTo>
                    <a:pt x="1016459" y="1381288"/>
                  </a:lnTo>
                  <a:lnTo>
                    <a:pt x="1016449" y="1381291"/>
                  </a:lnTo>
                  <a:lnTo>
                    <a:pt x="1016438" y="1381302"/>
                  </a:lnTo>
                  <a:lnTo>
                    <a:pt x="1016431" y="1381308"/>
                  </a:lnTo>
                  <a:lnTo>
                    <a:pt x="1016424" y="1381312"/>
                  </a:lnTo>
                  <a:lnTo>
                    <a:pt x="1016410" y="1381314"/>
                  </a:lnTo>
                  <a:lnTo>
                    <a:pt x="1016395" y="1381314"/>
                  </a:lnTo>
                  <a:lnTo>
                    <a:pt x="1016387" y="1381310"/>
                  </a:lnTo>
                  <a:lnTo>
                    <a:pt x="1016381" y="1381310"/>
                  </a:lnTo>
                  <a:lnTo>
                    <a:pt x="1016367" y="1381305"/>
                  </a:lnTo>
                  <a:lnTo>
                    <a:pt x="1016353" y="1381300"/>
                  </a:lnTo>
                  <a:lnTo>
                    <a:pt x="1016340" y="1381295"/>
                  </a:lnTo>
                  <a:lnTo>
                    <a:pt x="1016326" y="1381289"/>
                  </a:lnTo>
                  <a:lnTo>
                    <a:pt x="1016310" y="1381281"/>
                  </a:lnTo>
                  <a:lnTo>
                    <a:pt x="1016296" y="1381274"/>
                  </a:lnTo>
                  <a:lnTo>
                    <a:pt x="1016287" y="1381268"/>
                  </a:lnTo>
                  <a:lnTo>
                    <a:pt x="1016282" y="1381266"/>
                  </a:lnTo>
                  <a:lnTo>
                    <a:pt x="1016273" y="1381263"/>
                  </a:lnTo>
                  <a:lnTo>
                    <a:pt x="1016268" y="1381263"/>
                  </a:lnTo>
                  <a:lnTo>
                    <a:pt x="1016253" y="1381261"/>
                  </a:lnTo>
                  <a:lnTo>
                    <a:pt x="1016239" y="1381263"/>
                  </a:lnTo>
                  <a:lnTo>
                    <a:pt x="1016225" y="1381262"/>
                  </a:lnTo>
                  <a:lnTo>
                    <a:pt x="1016210" y="1381264"/>
                  </a:lnTo>
                  <a:lnTo>
                    <a:pt x="1016196" y="1381266"/>
                  </a:lnTo>
                  <a:lnTo>
                    <a:pt x="1016180" y="1381266"/>
                  </a:lnTo>
                  <a:lnTo>
                    <a:pt x="1016168" y="1381261"/>
                  </a:lnTo>
                  <a:lnTo>
                    <a:pt x="1016154" y="1381253"/>
                  </a:lnTo>
                  <a:lnTo>
                    <a:pt x="1016141" y="1381249"/>
                  </a:lnTo>
                  <a:lnTo>
                    <a:pt x="1016133" y="1381246"/>
                  </a:lnTo>
                  <a:lnTo>
                    <a:pt x="1016125" y="1381244"/>
                  </a:lnTo>
                  <a:lnTo>
                    <a:pt x="1016111" y="1381242"/>
                  </a:lnTo>
                  <a:lnTo>
                    <a:pt x="1016097" y="1381242"/>
                  </a:lnTo>
                  <a:lnTo>
                    <a:pt x="1016082" y="1381240"/>
                  </a:lnTo>
                  <a:lnTo>
                    <a:pt x="1016073" y="1381240"/>
                  </a:lnTo>
                  <a:lnTo>
                    <a:pt x="1016068" y="1381238"/>
                  </a:lnTo>
                  <a:lnTo>
                    <a:pt x="1016055" y="1381233"/>
                  </a:lnTo>
                  <a:lnTo>
                    <a:pt x="1016044" y="1381225"/>
                  </a:lnTo>
                  <a:lnTo>
                    <a:pt x="1016043" y="1381219"/>
                  </a:lnTo>
                  <a:lnTo>
                    <a:pt x="1016048" y="1381212"/>
                  </a:lnTo>
                  <a:lnTo>
                    <a:pt x="1016060" y="1381194"/>
                  </a:lnTo>
                  <a:lnTo>
                    <a:pt x="1016070" y="1381183"/>
                  </a:lnTo>
                  <a:lnTo>
                    <a:pt x="1016073" y="1381166"/>
                  </a:lnTo>
                  <a:lnTo>
                    <a:pt x="1016073" y="1381152"/>
                  </a:lnTo>
                  <a:lnTo>
                    <a:pt x="1016073" y="1381137"/>
                  </a:lnTo>
                  <a:lnTo>
                    <a:pt x="1016076" y="1381123"/>
                  </a:lnTo>
                  <a:lnTo>
                    <a:pt x="1016081" y="1381108"/>
                  </a:lnTo>
                  <a:lnTo>
                    <a:pt x="1016089" y="1381092"/>
                  </a:lnTo>
                  <a:lnTo>
                    <a:pt x="1016091" y="1381086"/>
                  </a:lnTo>
                  <a:lnTo>
                    <a:pt x="1016097" y="1381077"/>
                  </a:lnTo>
                  <a:lnTo>
                    <a:pt x="1016104" y="1381062"/>
                  </a:lnTo>
                  <a:lnTo>
                    <a:pt x="1016107" y="1381056"/>
                  </a:lnTo>
                  <a:lnTo>
                    <a:pt x="1016115" y="1381047"/>
                  </a:lnTo>
                  <a:lnTo>
                    <a:pt x="1016126" y="1381033"/>
                  </a:lnTo>
                  <a:lnTo>
                    <a:pt x="1016141" y="1381020"/>
                  </a:lnTo>
                  <a:lnTo>
                    <a:pt x="1016154" y="1381009"/>
                  </a:lnTo>
                  <a:lnTo>
                    <a:pt x="1016165" y="1380994"/>
                  </a:lnTo>
                  <a:lnTo>
                    <a:pt x="1016173" y="1380982"/>
                  </a:lnTo>
                  <a:lnTo>
                    <a:pt x="1016177" y="1380971"/>
                  </a:lnTo>
                  <a:lnTo>
                    <a:pt x="1016183" y="1380959"/>
                  </a:lnTo>
                  <a:lnTo>
                    <a:pt x="1016187" y="1380941"/>
                  </a:lnTo>
                  <a:lnTo>
                    <a:pt x="1016189" y="1380934"/>
                  </a:lnTo>
                  <a:lnTo>
                    <a:pt x="1016192" y="1380924"/>
                  </a:lnTo>
                  <a:lnTo>
                    <a:pt x="1016191" y="1380909"/>
                  </a:lnTo>
                  <a:lnTo>
                    <a:pt x="1016187" y="1380902"/>
                  </a:lnTo>
                  <a:lnTo>
                    <a:pt x="1016184" y="1380898"/>
                  </a:lnTo>
                  <a:lnTo>
                    <a:pt x="1016177" y="1380883"/>
                  </a:lnTo>
                  <a:lnTo>
                    <a:pt x="1016169" y="1380869"/>
                  </a:lnTo>
                  <a:lnTo>
                    <a:pt x="1016161" y="1380854"/>
                  </a:lnTo>
                  <a:lnTo>
                    <a:pt x="1016151" y="1380840"/>
                  </a:lnTo>
                  <a:lnTo>
                    <a:pt x="1016140" y="1380825"/>
                  </a:lnTo>
                  <a:lnTo>
                    <a:pt x="1016126" y="1380810"/>
                  </a:lnTo>
                  <a:lnTo>
                    <a:pt x="1016114" y="1380797"/>
                  </a:lnTo>
                  <a:lnTo>
                    <a:pt x="1016101" y="1380785"/>
                  </a:lnTo>
                  <a:lnTo>
                    <a:pt x="1016094" y="1380778"/>
                  </a:lnTo>
                  <a:lnTo>
                    <a:pt x="1016089" y="1380775"/>
                  </a:lnTo>
                  <a:lnTo>
                    <a:pt x="1016080" y="1380769"/>
                  </a:lnTo>
                  <a:lnTo>
                    <a:pt x="1016075" y="1380767"/>
                  </a:lnTo>
                  <a:lnTo>
                    <a:pt x="1016060" y="1380758"/>
                  </a:lnTo>
                  <a:lnTo>
                    <a:pt x="1016046" y="1380751"/>
                  </a:lnTo>
                  <a:lnTo>
                    <a:pt x="1016033" y="1380746"/>
                  </a:lnTo>
                  <a:lnTo>
                    <a:pt x="1016018" y="1380738"/>
                  </a:lnTo>
                  <a:lnTo>
                    <a:pt x="1016003" y="1380731"/>
                  </a:lnTo>
                  <a:lnTo>
                    <a:pt x="1015989" y="1380720"/>
                  </a:lnTo>
                  <a:lnTo>
                    <a:pt x="1015975" y="1380709"/>
                  </a:lnTo>
                  <a:lnTo>
                    <a:pt x="1015961" y="1380697"/>
                  </a:lnTo>
                  <a:lnTo>
                    <a:pt x="1015947" y="1380684"/>
                  </a:lnTo>
                  <a:lnTo>
                    <a:pt x="1015933" y="1380673"/>
                  </a:lnTo>
                  <a:lnTo>
                    <a:pt x="1015920" y="1380660"/>
                  </a:lnTo>
                  <a:lnTo>
                    <a:pt x="1015909" y="1380644"/>
                  </a:lnTo>
                  <a:lnTo>
                    <a:pt x="1015902" y="1380634"/>
                  </a:lnTo>
                  <a:lnTo>
                    <a:pt x="1015894" y="1380632"/>
                  </a:lnTo>
                  <a:lnTo>
                    <a:pt x="1015884" y="1380622"/>
                  </a:lnTo>
                  <a:lnTo>
                    <a:pt x="1015870" y="1380616"/>
                  </a:lnTo>
                  <a:lnTo>
                    <a:pt x="1015866" y="1380613"/>
                  </a:lnTo>
                  <a:lnTo>
                    <a:pt x="1015861" y="1380610"/>
                  </a:lnTo>
                  <a:lnTo>
                    <a:pt x="1015824" y="1380588"/>
                  </a:lnTo>
                  <a:lnTo>
                    <a:pt x="1015809" y="1380578"/>
                  </a:lnTo>
                  <a:lnTo>
                    <a:pt x="1015802" y="1380572"/>
                  </a:lnTo>
                  <a:lnTo>
                    <a:pt x="1015795" y="1380567"/>
                  </a:lnTo>
                  <a:lnTo>
                    <a:pt x="1015781" y="1380559"/>
                  </a:lnTo>
                  <a:lnTo>
                    <a:pt x="1015767" y="1380551"/>
                  </a:lnTo>
                  <a:lnTo>
                    <a:pt x="1015758" y="1380546"/>
                  </a:lnTo>
                  <a:lnTo>
                    <a:pt x="1015753" y="1380545"/>
                  </a:lnTo>
                  <a:lnTo>
                    <a:pt x="1015744" y="1380542"/>
                  </a:lnTo>
                  <a:lnTo>
                    <a:pt x="1015739" y="1380542"/>
                  </a:lnTo>
                  <a:lnTo>
                    <a:pt x="1015724" y="1380540"/>
                  </a:lnTo>
                  <a:lnTo>
                    <a:pt x="1015719" y="1380540"/>
                  </a:lnTo>
                  <a:lnTo>
                    <a:pt x="1015710" y="1380537"/>
                  </a:lnTo>
                  <a:lnTo>
                    <a:pt x="1015696" y="1380524"/>
                  </a:lnTo>
                  <a:lnTo>
                    <a:pt x="1015686" y="1380509"/>
                  </a:lnTo>
                  <a:lnTo>
                    <a:pt x="1015677" y="1380493"/>
                  </a:lnTo>
                  <a:lnTo>
                    <a:pt x="1015666" y="1380478"/>
                  </a:lnTo>
                  <a:lnTo>
                    <a:pt x="1015659" y="1380470"/>
                  </a:lnTo>
                  <a:lnTo>
                    <a:pt x="1015653" y="1380466"/>
                  </a:lnTo>
                  <a:lnTo>
                    <a:pt x="1015639" y="1380457"/>
                  </a:lnTo>
                  <a:lnTo>
                    <a:pt x="1015625" y="1380450"/>
                  </a:lnTo>
                  <a:lnTo>
                    <a:pt x="1015611" y="1380444"/>
                  </a:lnTo>
                  <a:lnTo>
                    <a:pt x="1015597" y="1380439"/>
                  </a:lnTo>
                  <a:lnTo>
                    <a:pt x="1015583" y="1380437"/>
                  </a:lnTo>
                  <a:lnTo>
                    <a:pt x="1015568" y="1380437"/>
                  </a:lnTo>
                  <a:lnTo>
                    <a:pt x="1015554" y="1380437"/>
                  </a:lnTo>
                  <a:lnTo>
                    <a:pt x="1015540" y="1380437"/>
                  </a:lnTo>
                  <a:lnTo>
                    <a:pt x="1015525" y="1380436"/>
                  </a:lnTo>
                  <a:lnTo>
                    <a:pt x="1015511" y="1380435"/>
                  </a:lnTo>
                  <a:lnTo>
                    <a:pt x="1015497" y="1380434"/>
                  </a:lnTo>
                  <a:lnTo>
                    <a:pt x="1015483" y="1380430"/>
                  </a:lnTo>
                  <a:lnTo>
                    <a:pt x="1015469" y="1380426"/>
                  </a:lnTo>
                  <a:lnTo>
                    <a:pt x="1015455" y="1380421"/>
                  </a:lnTo>
                  <a:lnTo>
                    <a:pt x="1015442" y="1380414"/>
                  </a:lnTo>
                  <a:lnTo>
                    <a:pt x="1015426" y="1380409"/>
                  </a:lnTo>
                  <a:lnTo>
                    <a:pt x="1015408" y="1380408"/>
                  </a:lnTo>
                  <a:lnTo>
                    <a:pt x="1015400" y="1380412"/>
                  </a:lnTo>
                  <a:lnTo>
                    <a:pt x="1015383" y="1380426"/>
                  </a:lnTo>
                  <a:lnTo>
                    <a:pt x="1015371" y="1380430"/>
                  </a:lnTo>
                  <a:lnTo>
                    <a:pt x="1015360" y="1380427"/>
                  </a:lnTo>
                  <a:lnTo>
                    <a:pt x="1015356" y="1380421"/>
                  </a:lnTo>
                  <a:lnTo>
                    <a:pt x="1015350" y="1380410"/>
                  </a:lnTo>
                  <a:lnTo>
                    <a:pt x="1015346" y="1380406"/>
                  </a:lnTo>
                  <a:lnTo>
                    <a:pt x="1015341" y="1380394"/>
                  </a:lnTo>
                  <a:lnTo>
                    <a:pt x="1015338" y="1380391"/>
                  </a:lnTo>
                  <a:lnTo>
                    <a:pt x="1015334" y="1380383"/>
                  </a:lnTo>
                  <a:lnTo>
                    <a:pt x="1015330" y="1380378"/>
                  </a:lnTo>
                  <a:lnTo>
                    <a:pt x="1015319" y="1380361"/>
                  </a:lnTo>
                  <a:lnTo>
                    <a:pt x="1015307" y="1380352"/>
                  </a:lnTo>
                  <a:lnTo>
                    <a:pt x="1015290" y="1380353"/>
                  </a:lnTo>
                  <a:lnTo>
                    <a:pt x="1015276" y="1380355"/>
                  </a:lnTo>
                  <a:lnTo>
                    <a:pt x="1015261" y="1380357"/>
                  </a:lnTo>
                  <a:lnTo>
                    <a:pt x="1015246" y="1380355"/>
                  </a:lnTo>
                  <a:lnTo>
                    <a:pt x="1015241" y="1380353"/>
                  </a:lnTo>
                  <a:lnTo>
                    <a:pt x="1015235" y="1380346"/>
                  </a:lnTo>
                  <a:lnTo>
                    <a:pt x="1015230" y="1380330"/>
                  </a:lnTo>
                  <a:lnTo>
                    <a:pt x="1015226" y="1380315"/>
                  </a:lnTo>
                  <a:lnTo>
                    <a:pt x="1015224" y="1380300"/>
                  </a:lnTo>
                  <a:lnTo>
                    <a:pt x="1015220" y="1380285"/>
                  </a:lnTo>
                  <a:lnTo>
                    <a:pt x="1015219" y="1380275"/>
                  </a:lnTo>
                  <a:lnTo>
                    <a:pt x="1015216" y="1380270"/>
                  </a:lnTo>
                  <a:lnTo>
                    <a:pt x="1015209" y="1380255"/>
                  </a:lnTo>
                  <a:lnTo>
                    <a:pt x="1015201" y="1380240"/>
                  </a:lnTo>
                  <a:lnTo>
                    <a:pt x="1015197" y="1380230"/>
                  </a:lnTo>
                  <a:lnTo>
                    <a:pt x="1015192" y="1380225"/>
                  </a:lnTo>
                  <a:lnTo>
                    <a:pt x="1015187" y="1380209"/>
                  </a:lnTo>
                  <a:lnTo>
                    <a:pt x="1015180" y="1380196"/>
                  </a:lnTo>
                  <a:lnTo>
                    <a:pt x="1015166" y="1380180"/>
                  </a:lnTo>
                  <a:lnTo>
                    <a:pt x="1015152" y="1380175"/>
                  </a:lnTo>
                  <a:lnTo>
                    <a:pt x="1015138" y="1380171"/>
                  </a:lnTo>
                  <a:lnTo>
                    <a:pt x="1015123" y="1380167"/>
                  </a:lnTo>
                  <a:lnTo>
                    <a:pt x="1015109" y="1380163"/>
                  </a:lnTo>
                  <a:lnTo>
                    <a:pt x="1015095" y="1380161"/>
                  </a:lnTo>
                  <a:lnTo>
                    <a:pt x="1015081" y="1380161"/>
                  </a:lnTo>
                  <a:lnTo>
                    <a:pt x="1015070" y="1380161"/>
                  </a:lnTo>
                  <a:lnTo>
                    <a:pt x="1015066" y="1380162"/>
                  </a:lnTo>
                  <a:lnTo>
                    <a:pt x="1015052" y="1380166"/>
                  </a:lnTo>
                  <a:lnTo>
                    <a:pt x="1015038" y="1380171"/>
                  </a:lnTo>
                  <a:lnTo>
                    <a:pt x="1015025" y="1380175"/>
                  </a:lnTo>
                  <a:lnTo>
                    <a:pt x="1015010" y="1380176"/>
                  </a:lnTo>
                  <a:lnTo>
                    <a:pt x="1014995" y="1380173"/>
                  </a:lnTo>
                  <a:lnTo>
                    <a:pt x="1014981" y="1380168"/>
                  </a:lnTo>
                  <a:lnTo>
                    <a:pt x="1014939" y="1380155"/>
                  </a:lnTo>
                  <a:lnTo>
                    <a:pt x="1014925" y="1380150"/>
                  </a:lnTo>
                  <a:lnTo>
                    <a:pt x="1014911" y="1380147"/>
                  </a:lnTo>
                  <a:lnTo>
                    <a:pt x="1014893" y="1380146"/>
                  </a:lnTo>
                  <a:lnTo>
                    <a:pt x="1014882" y="1380148"/>
                  </a:lnTo>
                  <a:lnTo>
                    <a:pt x="1014868" y="1380152"/>
                  </a:lnTo>
                  <a:lnTo>
                    <a:pt x="1014861" y="1380155"/>
                  </a:lnTo>
                  <a:lnTo>
                    <a:pt x="1014854" y="1380156"/>
                  </a:lnTo>
                  <a:lnTo>
                    <a:pt x="1014845" y="1380159"/>
                  </a:lnTo>
                  <a:lnTo>
                    <a:pt x="1014839" y="1380159"/>
                  </a:lnTo>
                  <a:lnTo>
                    <a:pt x="1014825" y="1380162"/>
                  </a:lnTo>
                  <a:lnTo>
                    <a:pt x="1014811" y="1380162"/>
                  </a:lnTo>
                  <a:lnTo>
                    <a:pt x="1014797" y="1380162"/>
                  </a:lnTo>
                  <a:lnTo>
                    <a:pt x="1014783" y="1380161"/>
                  </a:lnTo>
                  <a:lnTo>
                    <a:pt x="1014768" y="1380160"/>
                  </a:lnTo>
                  <a:lnTo>
                    <a:pt x="1014757" y="1380160"/>
                  </a:lnTo>
                  <a:lnTo>
                    <a:pt x="1014722" y="1380155"/>
                  </a:lnTo>
                  <a:lnTo>
                    <a:pt x="1014707" y="1380153"/>
                  </a:lnTo>
                  <a:lnTo>
                    <a:pt x="1014693" y="1380153"/>
                  </a:lnTo>
                  <a:lnTo>
                    <a:pt x="1014679" y="1380150"/>
                  </a:lnTo>
                  <a:lnTo>
                    <a:pt x="1014672" y="1380150"/>
                  </a:lnTo>
                  <a:lnTo>
                    <a:pt x="1014665" y="1380148"/>
                  </a:lnTo>
                  <a:lnTo>
                    <a:pt x="1014651" y="1380147"/>
                  </a:lnTo>
                  <a:lnTo>
                    <a:pt x="1014636" y="1380145"/>
                  </a:lnTo>
                  <a:lnTo>
                    <a:pt x="1014622" y="1380145"/>
                  </a:lnTo>
                  <a:lnTo>
                    <a:pt x="1014608" y="1380144"/>
                  </a:lnTo>
                  <a:lnTo>
                    <a:pt x="1014594" y="1380142"/>
                  </a:lnTo>
                  <a:lnTo>
                    <a:pt x="1014579" y="1380140"/>
                  </a:lnTo>
                  <a:lnTo>
                    <a:pt x="1014565" y="1380139"/>
                  </a:lnTo>
                  <a:lnTo>
                    <a:pt x="1014551" y="1380137"/>
                  </a:lnTo>
                  <a:lnTo>
                    <a:pt x="1014537" y="1380137"/>
                  </a:lnTo>
                  <a:lnTo>
                    <a:pt x="1014522" y="1380140"/>
                  </a:lnTo>
                  <a:lnTo>
                    <a:pt x="1014508" y="1380142"/>
                  </a:lnTo>
                  <a:lnTo>
                    <a:pt x="1014484" y="1380141"/>
                  </a:lnTo>
                  <a:lnTo>
                    <a:pt x="1014466" y="1380127"/>
                  </a:lnTo>
                  <a:lnTo>
                    <a:pt x="1014453" y="1380115"/>
                  </a:lnTo>
                  <a:lnTo>
                    <a:pt x="1014445" y="1380111"/>
                  </a:lnTo>
                  <a:lnTo>
                    <a:pt x="1014439" y="1380108"/>
                  </a:lnTo>
                  <a:lnTo>
                    <a:pt x="1014426" y="1380105"/>
                  </a:lnTo>
                  <a:lnTo>
                    <a:pt x="1014412" y="1380107"/>
                  </a:lnTo>
                  <a:lnTo>
                    <a:pt x="1014397" y="1380110"/>
                  </a:lnTo>
                  <a:lnTo>
                    <a:pt x="1014383" y="1380112"/>
                  </a:lnTo>
                  <a:lnTo>
                    <a:pt x="1014369" y="1380114"/>
                  </a:lnTo>
                  <a:lnTo>
                    <a:pt x="1014354" y="1380113"/>
                  </a:lnTo>
                  <a:lnTo>
                    <a:pt x="1014344" y="1380112"/>
                  </a:lnTo>
                  <a:lnTo>
                    <a:pt x="1014340" y="1380110"/>
                  </a:lnTo>
                  <a:lnTo>
                    <a:pt x="1014326" y="1380107"/>
                  </a:lnTo>
                  <a:lnTo>
                    <a:pt x="1014310" y="1380103"/>
                  </a:lnTo>
                  <a:lnTo>
                    <a:pt x="1014296" y="1380103"/>
                  </a:lnTo>
                  <a:lnTo>
                    <a:pt x="1014283" y="1380107"/>
                  </a:lnTo>
                  <a:lnTo>
                    <a:pt x="1014269" y="1380111"/>
                  </a:lnTo>
                  <a:lnTo>
                    <a:pt x="1014255" y="1380114"/>
                  </a:lnTo>
                  <a:lnTo>
                    <a:pt x="1014241" y="1380115"/>
                  </a:lnTo>
                  <a:lnTo>
                    <a:pt x="1014230" y="1380115"/>
                  </a:lnTo>
                  <a:lnTo>
                    <a:pt x="1014224" y="1380110"/>
                  </a:lnTo>
                  <a:lnTo>
                    <a:pt x="1014212" y="1380102"/>
                  </a:lnTo>
                  <a:lnTo>
                    <a:pt x="1014199" y="1380096"/>
                  </a:lnTo>
                  <a:lnTo>
                    <a:pt x="1014189" y="1380094"/>
                  </a:lnTo>
                  <a:lnTo>
                    <a:pt x="1014184" y="1380094"/>
                  </a:lnTo>
                  <a:lnTo>
                    <a:pt x="1014177" y="1380092"/>
                  </a:lnTo>
                  <a:lnTo>
                    <a:pt x="1014169" y="1380093"/>
                  </a:lnTo>
                  <a:lnTo>
                    <a:pt x="1014155" y="1380094"/>
                  </a:lnTo>
                  <a:lnTo>
                    <a:pt x="1014146" y="1380095"/>
                  </a:lnTo>
                  <a:lnTo>
                    <a:pt x="1014131" y="1380093"/>
                  </a:lnTo>
                  <a:lnTo>
                    <a:pt x="1014116" y="1380086"/>
                  </a:lnTo>
                  <a:lnTo>
                    <a:pt x="1014102" y="1380079"/>
                  </a:lnTo>
                  <a:lnTo>
                    <a:pt x="1014088" y="1380070"/>
                  </a:lnTo>
                  <a:lnTo>
                    <a:pt x="1014052" y="1380046"/>
                  </a:lnTo>
                  <a:lnTo>
                    <a:pt x="1014039" y="1380043"/>
                  </a:lnTo>
                  <a:lnTo>
                    <a:pt x="1014025" y="1380041"/>
                  </a:lnTo>
                  <a:lnTo>
                    <a:pt x="1014010" y="1380042"/>
                  </a:lnTo>
                  <a:lnTo>
                    <a:pt x="1013996" y="1380042"/>
                  </a:lnTo>
                  <a:lnTo>
                    <a:pt x="1013982" y="1380040"/>
                  </a:lnTo>
                  <a:lnTo>
                    <a:pt x="1013968" y="1380036"/>
                  </a:lnTo>
                  <a:lnTo>
                    <a:pt x="1013960" y="1380031"/>
                  </a:lnTo>
                  <a:lnTo>
                    <a:pt x="1013953" y="1380025"/>
                  </a:lnTo>
                  <a:lnTo>
                    <a:pt x="1013942" y="1380012"/>
                  </a:lnTo>
                  <a:lnTo>
                    <a:pt x="1013930" y="1379996"/>
                  </a:lnTo>
                  <a:lnTo>
                    <a:pt x="1013927" y="1379990"/>
                  </a:lnTo>
                  <a:lnTo>
                    <a:pt x="1013920" y="1379981"/>
                  </a:lnTo>
                  <a:lnTo>
                    <a:pt x="1013917" y="1379976"/>
                  </a:lnTo>
                  <a:lnTo>
                    <a:pt x="1013907" y="1379966"/>
                  </a:lnTo>
                  <a:lnTo>
                    <a:pt x="1013893" y="1379957"/>
                  </a:lnTo>
                  <a:lnTo>
                    <a:pt x="1013879" y="1379951"/>
                  </a:lnTo>
                  <a:lnTo>
                    <a:pt x="1013864" y="1379948"/>
                  </a:lnTo>
                  <a:lnTo>
                    <a:pt x="1013850" y="1379943"/>
                  </a:lnTo>
                  <a:lnTo>
                    <a:pt x="1013836" y="1379935"/>
                  </a:lnTo>
                  <a:lnTo>
                    <a:pt x="1013822" y="1379921"/>
                  </a:lnTo>
                  <a:lnTo>
                    <a:pt x="1013808" y="1379908"/>
                  </a:lnTo>
                  <a:lnTo>
                    <a:pt x="1013797" y="1379895"/>
                  </a:lnTo>
                  <a:lnTo>
                    <a:pt x="1013785" y="1379881"/>
                  </a:lnTo>
                  <a:lnTo>
                    <a:pt x="1013771" y="1379867"/>
                  </a:lnTo>
                  <a:lnTo>
                    <a:pt x="1013758" y="1379854"/>
                  </a:lnTo>
                  <a:lnTo>
                    <a:pt x="1013755" y="1379849"/>
                  </a:lnTo>
                  <a:lnTo>
                    <a:pt x="1013745" y="1379839"/>
                  </a:lnTo>
                  <a:lnTo>
                    <a:pt x="1013733" y="1379824"/>
                  </a:lnTo>
                  <a:lnTo>
                    <a:pt x="1013721" y="1379809"/>
                  </a:lnTo>
                  <a:lnTo>
                    <a:pt x="1013708" y="1379792"/>
                  </a:lnTo>
                  <a:lnTo>
                    <a:pt x="1013671" y="1379760"/>
                  </a:lnTo>
                  <a:lnTo>
                    <a:pt x="1013656" y="1379747"/>
                  </a:lnTo>
                  <a:lnTo>
                    <a:pt x="1013642" y="1379736"/>
                  </a:lnTo>
                  <a:lnTo>
                    <a:pt x="1013632" y="1379731"/>
                  </a:lnTo>
                  <a:lnTo>
                    <a:pt x="1013614" y="1379717"/>
                  </a:lnTo>
                  <a:lnTo>
                    <a:pt x="1013600" y="1379708"/>
                  </a:lnTo>
                  <a:lnTo>
                    <a:pt x="1013586" y="1379699"/>
                  </a:lnTo>
                  <a:lnTo>
                    <a:pt x="1013571" y="1379692"/>
                  </a:lnTo>
                  <a:lnTo>
                    <a:pt x="1013557" y="1379686"/>
                  </a:lnTo>
                  <a:lnTo>
                    <a:pt x="1013543" y="1379682"/>
                  </a:lnTo>
                  <a:lnTo>
                    <a:pt x="1013529" y="1379680"/>
                  </a:lnTo>
                  <a:lnTo>
                    <a:pt x="1013520" y="1379680"/>
                  </a:lnTo>
                  <a:lnTo>
                    <a:pt x="1013514" y="1379678"/>
                  </a:lnTo>
                  <a:lnTo>
                    <a:pt x="1013508" y="1379677"/>
                  </a:lnTo>
                  <a:lnTo>
                    <a:pt x="1013500" y="1379673"/>
                  </a:lnTo>
                  <a:lnTo>
                    <a:pt x="1013486" y="1379668"/>
                  </a:lnTo>
                  <a:lnTo>
                    <a:pt x="1013481" y="1379665"/>
                  </a:lnTo>
                  <a:lnTo>
                    <a:pt x="1013473" y="1379655"/>
                  </a:lnTo>
                  <a:lnTo>
                    <a:pt x="1013465" y="1379640"/>
                  </a:lnTo>
                  <a:lnTo>
                    <a:pt x="1013458" y="1379624"/>
                  </a:lnTo>
                  <a:lnTo>
                    <a:pt x="1013447" y="1379610"/>
                  </a:lnTo>
                  <a:lnTo>
                    <a:pt x="1013434" y="1379597"/>
                  </a:lnTo>
                  <a:lnTo>
                    <a:pt x="1013421" y="1379582"/>
                  </a:lnTo>
                  <a:lnTo>
                    <a:pt x="1013410" y="1379569"/>
                  </a:lnTo>
                  <a:lnTo>
                    <a:pt x="1013400" y="1379555"/>
                  </a:lnTo>
                  <a:lnTo>
                    <a:pt x="1013388" y="1379539"/>
                  </a:lnTo>
                  <a:lnTo>
                    <a:pt x="1013379" y="1379524"/>
                  </a:lnTo>
                  <a:lnTo>
                    <a:pt x="1013372" y="1379512"/>
                  </a:lnTo>
                  <a:lnTo>
                    <a:pt x="1013371" y="1379508"/>
                  </a:lnTo>
                  <a:lnTo>
                    <a:pt x="1013366" y="1379501"/>
                  </a:lnTo>
                  <a:lnTo>
                    <a:pt x="1013363" y="1379493"/>
                  </a:lnTo>
                  <a:lnTo>
                    <a:pt x="1013358" y="1379478"/>
                  </a:lnTo>
                  <a:lnTo>
                    <a:pt x="1013354" y="1379470"/>
                  </a:lnTo>
                  <a:lnTo>
                    <a:pt x="1013349" y="1379465"/>
                  </a:lnTo>
                  <a:lnTo>
                    <a:pt x="1013341" y="1379459"/>
                  </a:lnTo>
                  <a:lnTo>
                    <a:pt x="1013333" y="1379458"/>
                  </a:lnTo>
                  <a:lnTo>
                    <a:pt x="1013319" y="1379459"/>
                  </a:lnTo>
                  <a:lnTo>
                    <a:pt x="1013297" y="1379463"/>
                  </a:lnTo>
                  <a:lnTo>
                    <a:pt x="1013288" y="1379460"/>
                  </a:lnTo>
                  <a:lnTo>
                    <a:pt x="1013279" y="1379453"/>
                  </a:lnTo>
                  <a:lnTo>
                    <a:pt x="1013276" y="1379449"/>
                  </a:lnTo>
                  <a:lnTo>
                    <a:pt x="1013269" y="1379441"/>
                  </a:lnTo>
                  <a:lnTo>
                    <a:pt x="1013257" y="1379427"/>
                  </a:lnTo>
                  <a:lnTo>
                    <a:pt x="1013246" y="1379412"/>
                  </a:lnTo>
                  <a:lnTo>
                    <a:pt x="1013233" y="1379400"/>
                  </a:lnTo>
                  <a:lnTo>
                    <a:pt x="1013218" y="1379391"/>
                  </a:lnTo>
                  <a:lnTo>
                    <a:pt x="1013204" y="1379385"/>
                  </a:lnTo>
                  <a:lnTo>
                    <a:pt x="1013190" y="1379381"/>
                  </a:lnTo>
                  <a:lnTo>
                    <a:pt x="1013176" y="1379374"/>
                  </a:lnTo>
                  <a:lnTo>
                    <a:pt x="1013162" y="1379367"/>
                  </a:lnTo>
                  <a:lnTo>
                    <a:pt x="1013147" y="1379361"/>
                  </a:lnTo>
                  <a:lnTo>
                    <a:pt x="1013133" y="1379353"/>
                  </a:lnTo>
                  <a:lnTo>
                    <a:pt x="1013119" y="1379347"/>
                  </a:lnTo>
                  <a:lnTo>
                    <a:pt x="1013105" y="1379340"/>
                  </a:lnTo>
                  <a:lnTo>
                    <a:pt x="1013091" y="1379337"/>
                  </a:lnTo>
                  <a:lnTo>
                    <a:pt x="1013076" y="1379336"/>
                  </a:lnTo>
                  <a:lnTo>
                    <a:pt x="1013062" y="1379337"/>
                  </a:lnTo>
                  <a:lnTo>
                    <a:pt x="1013048" y="1379335"/>
                  </a:lnTo>
                  <a:lnTo>
                    <a:pt x="1013034" y="1379329"/>
                  </a:lnTo>
                  <a:lnTo>
                    <a:pt x="1013019" y="1379325"/>
                  </a:lnTo>
                  <a:lnTo>
                    <a:pt x="1013005" y="1379317"/>
                  </a:lnTo>
                  <a:lnTo>
                    <a:pt x="1012991" y="1379314"/>
                  </a:lnTo>
                  <a:lnTo>
                    <a:pt x="1012977" y="1379317"/>
                  </a:lnTo>
                  <a:lnTo>
                    <a:pt x="1012963" y="1379323"/>
                  </a:lnTo>
                  <a:lnTo>
                    <a:pt x="1012948" y="1379332"/>
                  </a:lnTo>
                  <a:lnTo>
                    <a:pt x="1012934" y="1379342"/>
                  </a:lnTo>
                  <a:lnTo>
                    <a:pt x="1012911" y="1379350"/>
                  </a:lnTo>
                  <a:lnTo>
                    <a:pt x="1012890" y="1379344"/>
                  </a:lnTo>
                  <a:lnTo>
                    <a:pt x="1012876" y="1379336"/>
                  </a:lnTo>
                  <a:lnTo>
                    <a:pt x="1012862" y="1379324"/>
                  </a:lnTo>
                  <a:lnTo>
                    <a:pt x="1012856" y="1379322"/>
                  </a:lnTo>
                  <a:lnTo>
                    <a:pt x="1012848" y="1379322"/>
                  </a:lnTo>
                  <a:lnTo>
                    <a:pt x="1012844" y="1379320"/>
                  </a:lnTo>
                  <a:lnTo>
                    <a:pt x="1012834" y="1379319"/>
                  </a:lnTo>
                  <a:lnTo>
                    <a:pt x="1012820" y="1379316"/>
                  </a:lnTo>
                  <a:lnTo>
                    <a:pt x="1012805" y="1379315"/>
                  </a:lnTo>
                  <a:lnTo>
                    <a:pt x="1012791" y="1379313"/>
                  </a:lnTo>
                  <a:lnTo>
                    <a:pt x="1012777" y="1379312"/>
                  </a:lnTo>
                  <a:lnTo>
                    <a:pt x="1012763" y="1379311"/>
                  </a:lnTo>
                  <a:lnTo>
                    <a:pt x="1012749" y="1379310"/>
                  </a:lnTo>
                  <a:lnTo>
                    <a:pt x="1012734" y="1379310"/>
                  </a:lnTo>
                  <a:lnTo>
                    <a:pt x="1012720" y="1379309"/>
                  </a:lnTo>
                  <a:lnTo>
                    <a:pt x="1012706" y="1379310"/>
                  </a:lnTo>
                  <a:lnTo>
                    <a:pt x="1012691" y="1379310"/>
                  </a:lnTo>
                  <a:lnTo>
                    <a:pt x="1012677" y="1379312"/>
                  </a:lnTo>
                  <a:lnTo>
                    <a:pt x="1012663" y="1379313"/>
                  </a:lnTo>
                  <a:lnTo>
                    <a:pt x="1012649" y="1379313"/>
                  </a:lnTo>
                  <a:lnTo>
                    <a:pt x="1012635" y="1379313"/>
                  </a:lnTo>
                  <a:lnTo>
                    <a:pt x="1012620" y="1379311"/>
                  </a:lnTo>
                  <a:lnTo>
                    <a:pt x="1012606" y="1379309"/>
                  </a:lnTo>
                  <a:lnTo>
                    <a:pt x="1012592" y="1379307"/>
                  </a:lnTo>
                  <a:lnTo>
                    <a:pt x="1012577" y="1379307"/>
                  </a:lnTo>
                  <a:lnTo>
                    <a:pt x="1012563" y="1379308"/>
                  </a:lnTo>
                  <a:lnTo>
                    <a:pt x="1012549" y="1379309"/>
                  </a:lnTo>
                  <a:lnTo>
                    <a:pt x="1012535" y="1379313"/>
                  </a:lnTo>
                  <a:lnTo>
                    <a:pt x="1012521" y="1379317"/>
                  </a:lnTo>
                  <a:lnTo>
                    <a:pt x="1012512" y="1379320"/>
                  </a:lnTo>
                  <a:lnTo>
                    <a:pt x="1012506" y="1379324"/>
                  </a:lnTo>
                  <a:lnTo>
                    <a:pt x="1012492" y="1379331"/>
                  </a:lnTo>
                  <a:lnTo>
                    <a:pt x="1012484" y="1379335"/>
                  </a:lnTo>
                  <a:lnTo>
                    <a:pt x="1012478" y="1379341"/>
                  </a:lnTo>
                  <a:lnTo>
                    <a:pt x="1012470" y="1379346"/>
                  </a:lnTo>
                  <a:lnTo>
                    <a:pt x="1012464" y="1379352"/>
                  </a:lnTo>
                  <a:lnTo>
                    <a:pt x="1012451" y="1379365"/>
                  </a:lnTo>
                  <a:lnTo>
                    <a:pt x="1012440" y="1379378"/>
                  </a:lnTo>
                  <a:lnTo>
                    <a:pt x="1012429" y="1379395"/>
                  </a:lnTo>
                  <a:lnTo>
                    <a:pt x="1012418" y="1379410"/>
                  </a:lnTo>
                  <a:lnTo>
                    <a:pt x="1012386" y="1379444"/>
                  </a:lnTo>
                  <a:lnTo>
                    <a:pt x="1012384" y="1379448"/>
                  </a:lnTo>
                  <a:lnTo>
                    <a:pt x="1012371" y="1379462"/>
                  </a:lnTo>
                  <a:lnTo>
                    <a:pt x="1012366" y="1379469"/>
                  </a:lnTo>
                  <a:lnTo>
                    <a:pt x="1012360" y="1379474"/>
                  </a:lnTo>
                  <a:lnTo>
                    <a:pt x="1012348" y="1379486"/>
                  </a:lnTo>
                  <a:lnTo>
                    <a:pt x="1012335" y="1379496"/>
                  </a:lnTo>
                  <a:lnTo>
                    <a:pt x="1012325" y="1379502"/>
                  </a:lnTo>
                  <a:lnTo>
                    <a:pt x="1012277" y="1379521"/>
                  </a:lnTo>
                  <a:lnTo>
                    <a:pt x="1012262" y="1379525"/>
                  </a:lnTo>
                  <a:lnTo>
                    <a:pt x="1012248" y="1379530"/>
                  </a:lnTo>
                  <a:lnTo>
                    <a:pt x="1012234" y="1379536"/>
                  </a:lnTo>
                  <a:lnTo>
                    <a:pt x="1012212" y="1379551"/>
                  </a:lnTo>
                  <a:lnTo>
                    <a:pt x="1012204" y="1379558"/>
                  </a:lnTo>
                  <a:lnTo>
                    <a:pt x="1012199" y="1379560"/>
                  </a:lnTo>
                  <a:lnTo>
                    <a:pt x="1012185" y="1379562"/>
                  </a:lnTo>
                  <a:lnTo>
                    <a:pt x="1012180" y="1379561"/>
                  </a:lnTo>
                  <a:lnTo>
                    <a:pt x="1012176" y="1379558"/>
                  </a:lnTo>
                  <a:lnTo>
                    <a:pt x="1012171" y="1379554"/>
                  </a:lnTo>
                  <a:lnTo>
                    <a:pt x="1012164" y="1379546"/>
                  </a:lnTo>
                  <a:lnTo>
                    <a:pt x="1012159" y="1379544"/>
                  </a:lnTo>
                  <a:lnTo>
                    <a:pt x="1012143" y="1379545"/>
                  </a:lnTo>
                  <a:lnTo>
                    <a:pt x="1012129" y="1379549"/>
                  </a:lnTo>
                  <a:lnTo>
                    <a:pt x="1012115" y="1379552"/>
                  </a:lnTo>
                  <a:lnTo>
                    <a:pt x="1012101" y="1379554"/>
                  </a:lnTo>
                  <a:lnTo>
                    <a:pt x="1012087" y="1379554"/>
                  </a:lnTo>
                  <a:lnTo>
                    <a:pt x="1012072" y="1379549"/>
                  </a:lnTo>
                  <a:lnTo>
                    <a:pt x="1012058" y="1379541"/>
                  </a:lnTo>
                  <a:lnTo>
                    <a:pt x="1012044" y="1379532"/>
                  </a:lnTo>
                  <a:lnTo>
                    <a:pt x="1012031" y="1379520"/>
                  </a:lnTo>
                  <a:lnTo>
                    <a:pt x="1012020" y="1379510"/>
                  </a:lnTo>
                  <a:lnTo>
                    <a:pt x="1012014" y="1379508"/>
                  </a:lnTo>
                  <a:lnTo>
                    <a:pt x="1012008" y="1379509"/>
                  </a:lnTo>
                  <a:lnTo>
                    <a:pt x="1012004" y="1379512"/>
                  </a:lnTo>
                  <a:lnTo>
                    <a:pt x="1011996" y="1379521"/>
                  </a:lnTo>
                  <a:lnTo>
                    <a:pt x="1011994" y="1379527"/>
                  </a:lnTo>
                  <a:lnTo>
                    <a:pt x="1011989" y="1379533"/>
                  </a:lnTo>
                  <a:lnTo>
                    <a:pt x="1011984" y="1379542"/>
                  </a:lnTo>
                  <a:lnTo>
                    <a:pt x="1011971" y="1379556"/>
                  </a:lnTo>
                  <a:lnTo>
                    <a:pt x="1011958" y="1379568"/>
                  </a:lnTo>
                  <a:lnTo>
                    <a:pt x="1011950" y="1379574"/>
                  </a:lnTo>
                  <a:lnTo>
                    <a:pt x="1011944" y="1379577"/>
                  </a:lnTo>
                  <a:lnTo>
                    <a:pt x="1011930" y="1379580"/>
                  </a:lnTo>
                  <a:lnTo>
                    <a:pt x="1011919" y="1379581"/>
                  </a:lnTo>
                  <a:lnTo>
                    <a:pt x="1011915" y="1379580"/>
                  </a:lnTo>
                  <a:lnTo>
                    <a:pt x="1011901" y="1379576"/>
                  </a:lnTo>
                  <a:lnTo>
                    <a:pt x="1011887" y="1379572"/>
                  </a:lnTo>
                  <a:lnTo>
                    <a:pt x="1011873" y="1379570"/>
                  </a:lnTo>
                  <a:lnTo>
                    <a:pt x="1011858" y="1379570"/>
                  </a:lnTo>
                  <a:lnTo>
                    <a:pt x="1011847" y="1379576"/>
                  </a:lnTo>
                  <a:lnTo>
                    <a:pt x="1011841" y="1379586"/>
                  </a:lnTo>
                  <a:lnTo>
                    <a:pt x="1011841" y="1379593"/>
                  </a:lnTo>
                  <a:lnTo>
                    <a:pt x="1011839" y="1379600"/>
                  </a:lnTo>
                  <a:lnTo>
                    <a:pt x="1011839" y="1379608"/>
                  </a:lnTo>
                  <a:lnTo>
                    <a:pt x="1011837" y="1379623"/>
                  </a:lnTo>
                  <a:lnTo>
                    <a:pt x="1011835" y="1379633"/>
                  </a:lnTo>
                  <a:lnTo>
                    <a:pt x="1011832" y="1379640"/>
                  </a:lnTo>
                  <a:lnTo>
                    <a:pt x="1011825" y="1379653"/>
                  </a:lnTo>
                  <a:lnTo>
                    <a:pt x="1011818" y="1379663"/>
                  </a:lnTo>
                  <a:lnTo>
                    <a:pt x="1011814" y="1379666"/>
                  </a:lnTo>
                  <a:lnTo>
                    <a:pt x="1011799" y="1379669"/>
                  </a:lnTo>
                  <a:lnTo>
                    <a:pt x="1011785" y="1379670"/>
                  </a:lnTo>
                  <a:lnTo>
                    <a:pt x="1011771" y="1379671"/>
                  </a:lnTo>
                  <a:lnTo>
                    <a:pt x="1011756" y="1379673"/>
                  </a:lnTo>
                  <a:lnTo>
                    <a:pt x="1011741" y="1379677"/>
                  </a:lnTo>
                  <a:lnTo>
                    <a:pt x="1011736" y="1379678"/>
                  </a:lnTo>
                  <a:lnTo>
                    <a:pt x="1011728" y="1379682"/>
                  </a:lnTo>
                  <a:lnTo>
                    <a:pt x="1011722" y="1379689"/>
                  </a:lnTo>
                  <a:lnTo>
                    <a:pt x="1011720" y="1379697"/>
                  </a:lnTo>
                  <a:lnTo>
                    <a:pt x="1011719" y="1379712"/>
                  </a:lnTo>
                  <a:lnTo>
                    <a:pt x="1011718" y="1379727"/>
                  </a:lnTo>
                  <a:lnTo>
                    <a:pt x="1011715" y="1379744"/>
                  </a:lnTo>
                  <a:lnTo>
                    <a:pt x="1011711" y="1379757"/>
                  </a:lnTo>
                  <a:lnTo>
                    <a:pt x="1011706" y="1379771"/>
                  </a:lnTo>
                  <a:lnTo>
                    <a:pt x="1011696" y="1379787"/>
                  </a:lnTo>
                  <a:lnTo>
                    <a:pt x="1011684" y="1379800"/>
                  </a:lnTo>
                  <a:lnTo>
                    <a:pt x="1011672" y="1379815"/>
                  </a:lnTo>
                  <a:lnTo>
                    <a:pt x="1011660" y="1379829"/>
                  </a:lnTo>
                  <a:lnTo>
                    <a:pt x="1011648" y="1379844"/>
                  </a:lnTo>
                  <a:lnTo>
                    <a:pt x="1011638" y="1379859"/>
                  </a:lnTo>
                  <a:lnTo>
                    <a:pt x="1011634" y="1379869"/>
                  </a:lnTo>
                  <a:lnTo>
                    <a:pt x="1011635" y="1379876"/>
                  </a:lnTo>
                  <a:lnTo>
                    <a:pt x="1011641" y="1379884"/>
                  </a:lnTo>
                  <a:lnTo>
                    <a:pt x="1011645" y="1379889"/>
                  </a:lnTo>
                  <a:lnTo>
                    <a:pt x="1011655" y="1379903"/>
                  </a:lnTo>
                  <a:lnTo>
                    <a:pt x="1011660" y="1379918"/>
                  </a:lnTo>
                  <a:lnTo>
                    <a:pt x="1011665" y="1379933"/>
                  </a:lnTo>
                  <a:lnTo>
                    <a:pt x="1011668" y="1379947"/>
                  </a:lnTo>
                  <a:lnTo>
                    <a:pt x="1011675" y="1379964"/>
                  </a:lnTo>
                  <a:lnTo>
                    <a:pt x="1011682" y="1379977"/>
                  </a:lnTo>
                  <a:lnTo>
                    <a:pt x="1011692" y="1379994"/>
                  </a:lnTo>
                  <a:lnTo>
                    <a:pt x="1011702" y="1380009"/>
                  </a:lnTo>
                  <a:lnTo>
                    <a:pt x="1011708" y="1380014"/>
                  </a:lnTo>
                  <a:lnTo>
                    <a:pt x="1011716" y="1380017"/>
                  </a:lnTo>
                  <a:lnTo>
                    <a:pt x="1011730" y="1380019"/>
                  </a:lnTo>
                  <a:lnTo>
                    <a:pt x="1011743" y="1380022"/>
                  </a:lnTo>
                  <a:lnTo>
                    <a:pt x="1011748" y="1380025"/>
                  </a:lnTo>
                  <a:lnTo>
                    <a:pt x="1011751" y="1380030"/>
                  </a:lnTo>
                  <a:lnTo>
                    <a:pt x="1011751" y="1380036"/>
                  </a:lnTo>
                  <a:lnTo>
                    <a:pt x="1011752" y="1380051"/>
                  </a:lnTo>
                  <a:lnTo>
                    <a:pt x="1011749" y="1380067"/>
                  </a:lnTo>
                  <a:lnTo>
                    <a:pt x="1011743" y="1380080"/>
                  </a:lnTo>
                  <a:lnTo>
                    <a:pt x="1011739" y="1380095"/>
                  </a:lnTo>
                  <a:lnTo>
                    <a:pt x="1011739" y="1380110"/>
                  </a:lnTo>
                  <a:lnTo>
                    <a:pt x="1011744" y="1380127"/>
                  </a:lnTo>
                  <a:lnTo>
                    <a:pt x="1011752" y="1380142"/>
                  </a:lnTo>
                  <a:lnTo>
                    <a:pt x="1011766" y="1380157"/>
                  </a:lnTo>
                  <a:lnTo>
                    <a:pt x="1011776" y="1380172"/>
                  </a:lnTo>
                  <a:lnTo>
                    <a:pt x="1011782" y="1380187"/>
                  </a:lnTo>
                  <a:lnTo>
                    <a:pt x="1011785" y="1380194"/>
                  </a:lnTo>
                  <a:lnTo>
                    <a:pt x="1011785" y="1380202"/>
                  </a:lnTo>
                  <a:lnTo>
                    <a:pt x="1011783" y="1380218"/>
                  </a:lnTo>
                  <a:lnTo>
                    <a:pt x="1011783" y="1380224"/>
                  </a:lnTo>
                  <a:lnTo>
                    <a:pt x="1011780" y="1380233"/>
                  </a:lnTo>
                  <a:lnTo>
                    <a:pt x="1011776" y="1380248"/>
                  </a:lnTo>
                  <a:lnTo>
                    <a:pt x="1011772" y="1380260"/>
                  </a:lnTo>
                  <a:lnTo>
                    <a:pt x="1011769" y="1380263"/>
                  </a:lnTo>
                  <a:lnTo>
                    <a:pt x="1011763" y="1380278"/>
                  </a:lnTo>
                  <a:lnTo>
                    <a:pt x="1011760" y="1380287"/>
                  </a:lnTo>
                  <a:lnTo>
                    <a:pt x="1011760" y="1380293"/>
                  </a:lnTo>
                  <a:lnTo>
                    <a:pt x="1011763" y="1380308"/>
                  </a:lnTo>
                  <a:lnTo>
                    <a:pt x="1011764" y="1380314"/>
                  </a:lnTo>
                  <a:lnTo>
                    <a:pt x="1011769" y="1380323"/>
                  </a:lnTo>
                  <a:lnTo>
                    <a:pt x="1011776" y="1380337"/>
                  </a:lnTo>
                  <a:lnTo>
                    <a:pt x="1011784" y="1380353"/>
                  </a:lnTo>
                  <a:lnTo>
                    <a:pt x="1011788" y="1380368"/>
                  </a:lnTo>
                  <a:lnTo>
                    <a:pt x="1011789" y="1380382"/>
                  </a:lnTo>
                  <a:lnTo>
                    <a:pt x="1011788" y="1380392"/>
                  </a:lnTo>
                  <a:lnTo>
                    <a:pt x="1011784" y="1380398"/>
                  </a:lnTo>
                  <a:lnTo>
                    <a:pt x="1011772" y="1380412"/>
                  </a:lnTo>
                  <a:lnTo>
                    <a:pt x="1011759" y="1380424"/>
                  </a:lnTo>
                  <a:lnTo>
                    <a:pt x="1011749" y="1380432"/>
                  </a:lnTo>
                  <a:lnTo>
                    <a:pt x="1011745" y="1380434"/>
                  </a:lnTo>
                  <a:lnTo>
                    <a:pt x="1011703" y="1380469"/>
                  </a:lnTo>
                  <a:lnTo>
                    <a:pt x="1011696" y="1380478"/>
                  </a:lnTo>
                  <a:lnTo>
                    <a:pt x="1011693" y="1380484"/>
                  </a:lnTo>
                  <a:lnTo>
                    <a:pt x="1011690" y="1380493"/>
                  </a:lnTo>
                  <a:lnTo>
                    <a:pt x="1011690" y="1380499"/>
                  </a:lnTo>
                  <a:lnTo>
                    <a:pt x="1011686" y="1380514"/>
                  </a:lnTo>
                  <a:lnTo>
                    <a:pt x="1011685" y="1380550"/>
                  </a:lnTo>
                  <a:lnTo>
                    <a:pt x="1011680" y="1380569"/>
                  </a:lnTo>
                  <a:lnTo>
                    <a:pt x="1011678" y="1380578"/>
                  </a:lnTo>
                  <a:lnTo>
                    <a:pt x="1011675" y="1380584"/>
                  </a:lnTo>
                  <a:lnTo>
                    <a:pt x="1011664" y="1380599"/>
                  </a:lnTo>
                  <a:lnTo>
                    <a:pt x="1011655" y="1380616"/>
                  </a:lnTo>
                  <a:lnTo>
                    <a:pt x="1011645" y="1380629"/>
                  </a:lnTo>
                  <a:lnTo>
                    <a:pt x="1011638" y="1380637"/>
                  </a:lnTo>
                  <a:lnTo>
                    <a:pt x="1011632" y="1380641"/>
                  </a:lnTo>
                  <a:lnTo>
                    <a:pt x="1011620" y="1380645"/>
                  </a:lnTo>
                  <a:lnTo>
                    <a:pt x="1011611" y="1380647"/>
                  </a:lnTo>
                  <a:lnTo>
                    <a:pt x="1011604" y="1380647"/>
                  </a:lnTo>
                  <a:lnTo>
                    <a:pt x="1011590" y="1380648"/>
                  </a:lnTo>
                  <a:lnTo>
                    <a:pt x="1011576" y="1380649"/>
                  </a:lnTo>
                  <a:lnTo>
                    <a:pt x="1011561" y="1380651"/>
                  </a:lnTo>
                  <a:lnTo>
                    <a:pt x="1011547" y="1380655"/>
                  </a:lnTo>
                  <a:lnTo>
                    <a:pt x="1011533" y="1380660"/>
                  </a:lnTo>
                  <a:lnTo>
                    <a:pt x="1011527" y="1380662"/>
                  </a:lnTo>
                  <a:lnTo>
                    <a:pt x="1011518" y="1380669"/>
                  </a:lnTo>
                  <a:lnTo>
                    <a:pt x="1011504" y="1380680"/>
                  </a:lnTo>
                  <a:lnTo>
                    <a:pt x="1011493" y="1380695"/>
                  </a:lnTo>
                  <a:lnTo>
                    <a:pt x="1011483" y="1380710"/>
                  </a:lnTo>
                  <a:lnTo>
                    <a:pt x="1011477" y="1380719"/>
                  </a:lnTo>
                  <a:lnTo>
                    <a:pt x="1011473" y="1380724"/>
                  </a:lnTo>
                  <a:lnTo>
                    <a:pt x="1011467" y="1380732"/>
                  </a:lnTo>
                  <a:lnTo>
                    <a:pt x="1011460" y="1380738"/>
                  </a:lnTo>
                  <a:lnTo>
                    <a:pt x="1011456" y="1380742"/>
                  </a:lnTo>
                  <a:lnTo>
                    <a:pt x="1011450" y="1380745"/>
                  </a:lnTo>
                  <a:lnTo>
                    <a:pt x="1011446" y="1380747"/>
                  </a:lnTo>
                  <a:lnTo>
                    <a:pt x="1011438" y="1380749"/>
                  </a:lnTo>
                  <a:lnTo>
                    <a:pt x="1011432" y="1380749"/>
                  </a:lnTo>
                  <a:lnTo>
                    <a:pt x="1011423" y="1380750"/>
                  </a:lnTo>
                  <a:lnTo>
                    <a:pt x="1011417" y="1380749"/>
                  </a:lnTo>
                  <a:lnTo>
                    <a:pt x="1011403" y="1380749"/>
                  </a:lnTo>
                  <a:lnTo>
                    <a:pt x="1011384" y="1380755"/>
                  </a:lnTo>
                  <a:lnTo>
                    <a:pt x="1011377" y="1380759"/>
                  </a:lnTo>
                  <a:lnTo>
                    <a:pt x="1011364" y="1380764"/>
                  </a:lnTo>
                  <a:lnTo>
                    <a:pt x="1011355" y="1380764"/>
                  </a:lnTo>
                  <a:lnTo>
                    <a:pt x="1011348" y="1380759"/>
                  </a:lnTo>
                  <a:lnTo>
                    <a:pt x="1011335" y="1380745"/>
                  </a:lnTo>
                  <a:lnTo>
                    <a:pt x="1011324" y="1380730"/>
                  </a:lnTo>
                  <a:lnTo>
                    <a:pt x="1011312" y="1380715"/>
                  </a:lnTo>
                  <a:lnTo>
                    <a:pt x="1011299" y="1380703"/>
                  </a:lnTo>
                  <a:lnTo>
                    <a:pt x="1011285" y="1380697"/>
                  </a:lnTo>
                  <a:lnTo>
                    <a:pt x="1011271" y="1380693"/>
                  </a:lnTo>
                  <a:lnTo>
                    <a:pt x="1011264" y="1380691"/>
                  </a:lnTo>
                  <a:lnTo>
                    <a:pt x="1011256" y="1380691"/>
                  </a:lnTo>
                  <a:lnTo>
                    <a:pt x="1011242" y="1380690"/>
                  </a:lnTo>
                  <a:lnTo>
                    <a:pt x="1011228" y="1380691"/>
                  </a:lnTo>
                  <a:lnTo>
                    <a:pt x="1011214" y="1380693"/>
                  </a:lnTo>
                  <a:lnTo>
                    <a:pt x="1011199" y="1380693"/>
                  </a:lnTo>
                  <a:lnTo>
                    <a:pt x="1011191" y="1380694"/>
                  </a:lnTo>
                  <a:lnTo>
                    <a:pt x="1011185" y="1380693"/>
                  </a:lnTo>
                  <a:lnTo>
                    <a:pt x="1011171" y="1380690"/>
                  </a:lnTo>
                  <a:lnTo>
                    <a:pt x="1011163" y="1380689"/>
                  </a:lnTo>
                  <a:lnTo>
                    <a:pt x="1011157" y="1380687"/>
                  </a:lnTo>
                  <a:lnTo>
                    <a:pt x="1011143" y="1380684"/>
                  </a:lnTo>
                  <a:lnTo>
                    <a:pt x="1011128" y="1380682"/>
                  </a:lnTo>
                  <a:lnTo>
                    <a:pt x="1011115" y="1380683"/>
                  </a:lnTo>
                  <a:lnTo>
                    <a:pt x="1011107" y="1380687"/>
                  </a:lnTo>
                  <a:lnTo>
                    <a:pt x="1011102" y="1380693"/>
                  </a:lnTo>
                  <a:lnTo>
                    <a:pt x="1011097" y="1380699"/>
                  </a:lnTo>
                  <a:lnTo>
                    <a:pt x="1011091" y="1380710"/>
                  </a:lnTo>
                  <a:lnTo>
                    <a:pt x="1011084" y="1380717"/>
                  </a:lnTo>
                  <a:lnTo>
                    <a:pt x="1011078" y="1380721"/>
                  </a:lnTo>
                  <a:lnTo>
                    <a:pt x="1011070" y="1380721"/>
                  </a:lnTo>
                  <a:lnTo>
                    <a:pt x="1011064" y="1380719"/>
                  </a:lnTo>
                  <a:lnTo>
                    <a:pt x="1011050" y="1380708"/>
                  </a:lnTo>
                  <a:lnTo>
                    <a:pt x="1011036" y="1380697"/>
                  </a:lnTo>
                  <a:lnTo>
                    <a:pt x="1011022" y="1380691"/>
                  </a:lnTo>
                  <a:lnTo>
                    <a:pt x="1011014" y="1380689"/>
                  </a:lnTo>
                  <a:lnTo>
                    <a:pt x="1011008" y="1380693"/>
                  </a:lnTo>
                  <a:lnTo>
                    <a:pt x="1011002" y="1380701"/>
                  </a:lnTo>
                  <a:lnTo>
                    <a:pt x="1010999" y="1380708"/>
                  </a:lnTo>
                  <a:lnTo>
                    <a:pt x="1010993" y="1380714"/>
                  </a:lnTo>
                  <a:lnTo>
                    <a:pt x="1010986" y="1380714"/>
                  </a:lnTo>
                  <a:lnTo>
                    <a:pt x="1010971" y="1380709"/>
                  </a:lnTo>
                  <a:lnTo>
                    <a:pt x="1010946" y="1380693"/>
                  </a:lnTo>
                  <a:lnTo>
                    <a:pt x="1010932" y="1380681"/>
                  </a:lnTo>
                  <a:lnTo>
                    <a:pt x="1010918" y="1380670"/>
                  </a:lnTo>
                  <a:lnTo>
                    <a:pt x="1010905" y="1380657"/>
                  </a:lnTo>
                  <a:lnTo>
                    <a:pt x="1010893" y="1380644"/>
                  </a:lnTo>
                  <a:lnTo>
                    <a:pt x="1010883" y="1380630"/>
                  </a:lnTo>
                  <a:lnTo>
                    <a:pt x="1010870" y="1380615"/>
                  </a:lnTo>
                  <a:lnTo>
                    <a:pt x="1010857" y="1380602"/>
                  </a:lnTo>
                  <a:lnTo>
                    <a:pt x="1010843" y="1380590"/>
                  </a:lnTo>
                  <a:lnTo>
                    <a:pt x="1010829" y="1380581"/>
                  </a:lnTo>
                  <a:lnTo>
                    <a:pt x="1010814" y="1380573"/>
                  </a:lnTo>
                  <a:lnTo>
                    <a:pt x="1010808" y="1380569"/>
                  </a:lnTo>
                  <a:lnTo>
                    <a:pt x="1010800" y="1380569"/>
                  </a:lnTo>
                  <a:lnTo>
                    <a:pt x="1010786" y="1380566"/>
                  </a:lnTo>
                  <a:lnTo>
                    <a:pt x="1010772" y="1380565"/>
                  </a:lnTo>
                  <a:lnTo>
                    <a:pt x="1010757" y="1380563"/>
                  </a:lnTo>
                  <a:lnTo>
                    <a:pt x="1010743" y="1380562"/>
                  </a:lnTo>
                  <a:lnTo>
                    <a:pt x="1010729" y="1380560"/>
                  </a:lnTo>
                  <a:lnTo>
                    <a:pt x="1010715" y="1380560"/>
                  </a:lnTo>
                  <a:lnTo>
                    <a:pt x="1010701" y="1380560"/>
                  </a:lnTo>
                  <a:lnTo>
                    <a:pt x="1010686" y="1380561"/>
                  </a:lnTo>
                  <a:lnTo>
                    <a:pt x="1010674" y="1380561"/>
                  </a:lnTo>
                  <a:lnTo>
                    <a:pt x="1010658" y="1380558"/>
                  </a:lnTo>
                  <a:lnTo>
                    <a:pt x="1010648" y="1380554"/>
                  </a:lnTo>
                  <a:lnTo>
                    <a:pt x="1010644" y="1380550"/>
                  </a:lnTo>
                  <a:lnTo>
                    <a:pt x="1010629" y="1380537"/>
                  </a:lnTo>
                  <a:lnTo>
                    <a:pt x="1010615" y="1380529"/>
                  </a:lnTo>
                  <a:lnTo>
                    <a:pt x="1010601" y="1380523"/>
                  </a:lnTo>
                  <a:lnTo>
                    <a:pt x="1010587" y="1380518"/>
                  </a:lnTo>
                  <a:lnTo>
                    <a:pt x="1010573" y="1380514"/>
                  </a:lnTo>
                  <a:lnTo>
                    <a:pt x="1010558" y="1380509"/>
                  </a:lnTo>
                  <a:lnTo>
                    <a:pt x="1010544" y="1380506"/>
                  </a:lnTo>
                  <a:lnTo>
                    <a:pt x="1010530" y="1380505"/>
                  </a:lnTo>
                  <a:lnTo>
                    <a:pt x="1010516" y="1380508"/>
                  </a:lnTo>
                  <a:lnTo>
                    <a:pt x="1010489" y="1380504"/>
                  </a:lnTo>
                  <a:lnTo>
                    <a:pt x="1010496" y="1380473"/>
                  </a:lnTo>
                  <a:lnTo>
                    <a:pt x="1010499" y="1380467"/>
                  </a:lnTo>
                  <a:lnTo>
                    <a:pt x="1010505" y="1380454"/>
                  </a:lnTo>
                  <a:lnTo>
                    <a:pt x="1010508" y="1380416"/>
                  </a:lnTo>
                  <a:lnTo>
                    <a:pt x="1010511" y="1380409"/>
                  </a:lnTo>
                  <a:lnTo>
                    <a:pt x="1010516" y="1380401"/>
                  </a:lnTo>
                  <a:lnTo>
                    <a:pt x="1010521" y="1380396"/>
                  </a:lnTo>
                  <a:lnTo>
                    <a:pt x="1010535" y="1380386"/>
                  </a:lnTo>
                  <a:lnTo>
                    <a:pt x="1010550" y="1380375"/>
                  </a:lnTo>
                  <a:lnTo>
                    <a:pt x="1010559" y="1380367"/>
                  </a:lnTo>
                  <a:lnTo>
                    <a:pt x="1010562" y="1380362"/>
                  </a:lnTo>
                  <a:lnTo>
                    <a:pt x="1010572" y="1380347"/>
                  </a:lnTo>
                  <a:lnTo>
                    <a:pt x="1010580" y="1380339"/>
                  </a:lnTo>
                  <a:lnTo>
                    <a:pt x="1010586" y="1380336"/>
                  </a:lnTo>
                  <a:lnTo>
                    <a:pt x="1010600" y="1380326"/>
                  </a:lnTo>
                  <a:lnTo>
                    <a:pt x="1010608" y="1380319"/>
                  </a:lnTo>
                  <a:lnTo>
                    <a:pt x="1010612" y="1380313"/>
                  </a:lnTo>
                  <a:lnTo>
                    <a:pt x="1010613" y="1380298"/>
                  </a:lnTo>
                  <a:lnTo>
                    <a:pt x="1010612" y="1380283"/>
                  </a:lnTo>
                  <a:lnTo>
                    <a:pt x="1010612" y="1380268"/>
                  </a:lnTo>
                  <a:lnTo>
                    <a:pt x="1010615" y="1380253"/>
                  </a:lnTo>
                  <a:lnTo>
                    <a:pt x="1010619" y="1380238"/>
                  </a:lnTo>
                  <a:lnTo>
                    <a:pt x="1010623" y="1380228"/>
                  </a:lnTo>
                  <a:lnTo>
                    <a:pt x="1010623" y="1380223"/>
                  </a:lnTo>
                  <a:lnTo>
                    <a:pt x="1010624" y="1380208"/>
                  </a:lnTo>
                  <a:lnTo>
                    <a:pt x="1010624" y="1380193"/>
                  </a:lnTo>
                  <a:lnTo>
                    <a:pt x="1010623" y="1380178"/>
                  </a:lnTo>
                  <a:lnTo>
                    <a:pt x="1010621" y="1380163"/>
                  </a:lnTo>
                  <a:lnTo>
                    <a:pt x="1010619" y="1380148"/>
                  </a:lnTo>
                  <a:lnTo>
                    <a:pt x="1010617" y="1380131"/>
                  </a:lnTo>
                  <a:lnTo>
                    <a:pt x="1010619" y="1380124"/>
                  </a:lnTo>
                  <a:lnTo>
                    <a:pt x="1010620" y="1380117"/>
                  </a:lnTo>
                  <a:lnTo>
                    <a:pt x="1010627" y="1380106"/>
                  </a:lnTo>
                  <a:lnTo>
                    <a:pt x="1010631" y="1380103"/>
                  </a:lnTo>
                  <a:lnTo>
                    <a:pt x="1010646" y="1380093"/>
                  </a:lnTo>
                  <a:lnTo>
                    <a:pt x="1010654" y="1380088"/>
                  </a:lnTo>
                  <a:lnTo>
                    <a:pt x="1010659" y="1380084"/>
                  </a:lnTo>
                  <a:lnTo>
                    <a:pt x="1010673" y="1380079"/>
                  </a:lnTo>
                  <a:lnTo>
                    <a:pt x="1010687" y="1380077"/>
                  </a:lnTo>
                  <a:lnTo>
                    <a:pt x="1010701" y="1380075"/>
                  </a:lnTo>
                  <a:lnTo>
                    <a:pt x="1010706" y="1380068"/>
                  </a:lnTo>
                  <a:lnTo>
                    <a:pt x="1010706" y="1380059"/>
                  </a:lnTo>
                  <a:lnTo>
                    <a:pt x="1010702" y="1380044"/>
                  </a:lnTo>
                  <a:lnTo>
                    <a:pt x="1010702" y="1380029"/>
                  </a:lnTo>
                  <a:lnTo>
                    <a:pt x="1010702" y="1380022"/>
                  </a:lnTo>
                  <a:lnTo>
                    <a:pt x="1010705" y="1380014"/>
                  </a:lnTo>
                  <a:lnTo>
                    <a:pt x="1010710" y="1379999"/>
                  </a:lnTo>
                  <a:lnTo>
                    <a:pt x="1010717" y="1379986"/>
                  </a:lnTo>
                  <a:lnTo>
                    <a:pt x="1010724" y="1379969"/>
                  </a:lnTo>
                  <a:lnTo>
                    <a:pt x="1010730" y="1379960"/>
                  </a:lnTo>
                  <a:lnTo>
                    <a:pt x="1010730" y="1379954"/>
                  </a:lnTo>
                  <a:lnTo>
                    <a:pt x="1010728" y="1379939"/>
                  </a:lnTo>
                  <a:lnTo>
                    <a:pt x="1010724" y="1379924"/>
                  </a:lnTo>
                  <a:lnTo>
                    <a:pt x="1010719" y="1379909"/>
                  </a:lnTo>
                  <a:lnTo>
                    <a:pt x="1010715" y="1379894"/>
                  </a:lnTo>
                  <a:lnTo>
                    <a:pt x="1010708" y="1379879"/>
                  </a:lnTo>
                  <a:lnTo>
                    <a:pt x="1010705" y="1379874"/>
                  </a:lnTo>
                  <a:lnTo>
                    <a:pt x="1010696" y="1379835"/>
                  </a:lnTo>
                  <a:lnTo>
                    <a:pt x="1010695" y="1379827"/>
                  </a:lnTo>
                  <a:lnTo>
                    <a:pt x="1010692" y="1379820"/>
                  </a:lnTo>
                  <a:lnTo>
                    <a:pt x="1010687" y="1379805"/>
                  </a:lnTo>
                  <a:lnTo>
                    <a:pt x="1010686" y="1379797"/>
                  </a:lnTo>
                  <a:lnTo>
                    <a:pt x="1010683" y="1379790"/>
                  </a:lnTo>
                  <a:lnTo>
                    <a:pt x="1010679" y="1379775"/>
                  </a:lnTo>
                  <a:lnTo>
                    <a:pt x="1010676" y="1379760"/>
                  </a:lnTo>
                  <a:lnTo>
                    <a:pt x="1010673" y="1379751"/>
                  </a:lnTo>
                  <a:lnTo>
                    <a:pt x="1010673" y="1379745"/>
                  </a:lnTo>
                  <a:lnTo>
                    <a:pt x="1010670" y="1379737"/>
                  </a:lnTo>
                  <a:lnTo>
                    <a:pt x="1010670" y="1379731"/>
                  </a:lnTo>
                  <a:lnTo>
                    <a:pt x="1010673" y="1379720"/>
                  </a:lnTo>
                  <a:lnTo>
                    <a:pt x="1010676" y="1379715"/>
                  </a:lnTo>
                  <a:lnTo>
                    <a:pt x="1010681" y="1379707"/>
                  </a:lnTo>
                  <a:lnTo>
                    <a:pt x="1010685" y="1379701"/>
                  </a:lnTo>
                  <a:lnTo>
                    <a:pt x="1010695" y="1379691"/>
                  </a:lnTo>
                  <a:lnTo>
                    <a:pt x="1010699" y="1379689"/>
                  </a:lnTo>
                  <a:lnTo>
                    <a:pt x="1010702" y="1379687"/>
                  </a:lnTo>
                  <a:lnTo>
                    <a:pt x="1010713" y="1379686"/>
                  </a:lnTo>
                  <a:lnTo>
                    <a:pt x="1010727" y="1379684"/>
                  </a:lnTo>
                  <a:lnTo>
                    <a:pt x="1010735" y="1379678"/>
                  </a:lnTo>
                  <a:lnTo>
                    <a:pt x="1010740" y="1379671"/>
                  </a:lnTo>
                  <a:lnTo>
                    <a:pt x="1010741" y="1379656"/>
                  </a:lnTo>
                  <a:lnTo>
                    <a:pt x="1010743" y="1379641"/>
                  </a:lnTo>
                  <a:lnTo>
                    <a:pt x="1010743" y="1379626"/>
                  </a:lnTo>
                  <a:lnTo>
                    <a:pt x="1010743" y="1379614"/>
                  </a:lnTo>
                  <a:lnTo>
                    <a:pt x="1010745" y="1379611"/>
                  </a:lnTo>
                  <a:lnTo>
                    <a:pt x="1010751" y="1379596"/>
                  </a:lnTo>
                  <a:lnTo>
                    <a:pt x="1010761" y="1379581"/>
                  </a:lnTo>
                  <a:lnTo>
                    <a:pt x="1010766" y="1379568"/>
                  </a:lnTo>
                  <a:lnTo>
                    <a:pt x="1010770" y="1379551"/>
                  </a:lnTo>
                  <a:lnTo>
                    <a:pt x="1010768" y="1379535"/>
                  </a:lnTo>
                  <a:lnTo>
                    <a:pt x="1010770" y="1379527"/>
                  </a:lnTo>
                  <a:lnTo>
                    <a:pt x="1010772" y="1379520"/>
                  </a:lnTo>
                  <a:lnTo>
                    <a:pt x="1010786" y="1379506"/>
                  </a:lnTo>
                  <a:lnTo>
                    <a:pt x="1010798" y="1379492"/>
                  </a:lnTo>
                  <a:lnTo>
                    <a:pt x="1010806" y="1379477"/>
                  </a:lnTo>
                  <a:lnTo>
                    <a:pt x="1010811" y="1379469"/>
                  </a:lnTo>
                  <a:lnTo>
                    <a:pt x="1010814" y="1379462"/>
                  </a:lnTo>
                  <a:lnTo>
                    <a:pt x="1010816" y="1379455"/>
                  </a:lnTo>
                  <a:lnTo>
                    <a:pt x="1010816" y="1379447"/>
                  </a:lnTo>
                  <a:lnTo>
                    <a:pt x="1010807" y="1379426"/>
                  </a:lnTo>
                  <a:lnTo>
                    <a:pt x="1010802" y="1379394"/>
                  </a:lnTo>
                  <a:lnTo>
                    <a:pt x="1010798" y="1379390"/>
                  </a:lnTo>
                  <a:lnTo>
                    <a:pt x="1010787" y="1379376"/>
                  </a:lnTo>
                  <a:lnTo>
                    <a:pt x="1010780" y="1379367"/>
                  </a:lnTo>
                  <a:lnTo>
                    <a:pt x="1010774" y="1379365"/>
                  </a:lnTo>
                  <a:lnTo>
                    <a:pt x="1010760" y="1379355"/>
                  </a:lnTo>
                  <a:lnTo>
                    <a:pt x="1010746" y="1379339"/>
                  </a:lnTo>
                  <a:lnTo>
                    <a:pt x="1010736" y="1379326"/>
                  </a:lnTo>
                  <a:lnTo>
                    <a:pt x="1010723" y="1379311"/>
                  </a:lnTo>
                  <a:lnTo>
                    <a:pt x="1010715" y="1379304"/>
                  </a:lnTo>
                  <a:lnTo>
                    <a:pt x="1010709" y="1379302"/>
                  </a:lnTo>
                  <a:lnTo>
                    <a:pt x="1010694" y="1379294"/>
                  </a:lnTo>
                  <a:lnTo>
                    <a:pt x="1010680" y="1379285"/>
                  </a:lnTo>
                  <a:lnTo>
                    <a:pt x="1010675" y="1379281"/>
                  </a:lnTo>
                  <a:lnTo>
                    <a:pt x="1010666" y="1379274"/>
                  </a:lnTo>
                  <a:lnTo>
                    <a:pt x="1010653" y="1379262"/>
                  </a:lnTo>
                  <a:lnTo>
                    <a:pt x="1010639" y="1379249"/>
                  </a:lnTo>
                  <a:lnTo>
                    <a:pt x="1010631" y="1379243"/>
                  </a:lnTo>
                  <a:lnTo>
                    <a:pt x="1010609" y="1379215"/>
                  </a:lnTo>
                  <a:lnTo>
                    <a:pt x="1010594" y="1379198"/>
                  </a:lnTo>
                  <a:lnTo>
                    <a:pt x="1010581" y="1379185"/>
                  </a:lnTo>
                  <a:lnTo>
                    <a:pt x="1010538" y="1379149"/>
                  </a:lnTo>
                  <a:lnTo>
                    <a:pt x="1010523" y="1379136"/>
                  </a:lnTo>
                  <a:lnTo>
                    <a:pt x="1010509" y="1379125"/>
                  </a:lnTo>
                  <a:lnTo>
                    <a:pt x="1010495" y="1379117"/>
                  </a:lnTo>
                  <a:lnTo>
                    <a:pt x="1010481" y="1379111"/>
                  </a:lnTo>
                  <a:lnTo>
                    <a:pt x="1010468" y="1379110"/>
                  </a:lnTo>
                  <a:lnTo>
                    <a:pt x="1010452" y="1379112"/>
                  </a:lnTo>
                  <a:lnTo>
                    <a:pt x="1010438" y="1379112"/>
                  </a:lnTo>
                  <a:lnTo>
                    <a:pt x="1010424" y="1379113"/>
                  </a:lnTo>
                  <a:lnTo>
                    <a:pt x="1010410" y="1379114"/>
                  </a:lnTo>
                  <a:lnTo>
                    <a:pt x="1010397" y="1379118"/>
                  </a:lnTo>
                  <a:lnTo>
                    <a:pt x="1010387" y="1379127"/>
                  </a:lnTo>
                  <a:lnTo>
                    <a:pt x="1010385" y="1379133"/>
                  </a:lnTo>
                  <a:lnTo>
                    <a:pt x="1010385" y="1379148"/>
                  </a:lnTo>
                  <a:lnTo>
                    <a:pt x="1010382" y="1379163"/>
                  </a:lnTo>
                  <a:lnTo>
                    <a:pt x="1010379" y="1379172"/>
                  </a:lnTo>
                  <a:lnTo>
                    <a:pt x="1010375" y="1379178"/>
                  </a:lnTo>
                  <a:lnTo>
                    <a:pt x="1010367" y="1379193"/>
                  </a:lnTo>
                  <a:lnTo>
                    <a:pt x="1010354" y="1379207"/>
                  </a:lnTo>
                  <a:lnTo>
                    <a:pt x="1010340" y="1379219"/>
                  </a:lnTo>
                  <a:lnTo>
                    <a:pt x="1010328" y="1379228"/>
                  </a:lnTo>
                  <a:lnTo>
                    <a:pt x="1010300" y="1379241"/>
                  </a:lnTo>
                  <a:lnTo>
                    <a:pt x="1010286" y="1379244"/>
                  </a:lnTo>
                  <a:lnTo>
                    <a:pt x="1010271" y="1379248"/>
                  </a:lnTo>
                  <a:lnTo>
                    <a:pt x="1010257" y="1379247"/>
                  </a:lnTo>
                  <a:lnTo>
                    <a:pt x="1010243" y="1379247"/>
                  </a:lnTo>
                  <a:lnTo>
                    <a:pt x="1010228" y="1379247"/>
                  </a:lnTo>
                  <a:lnTo>
                    <a:pt x="1010222" y="1379243"/>
                  </a:lnTo>
                  <a:lnTo>
                    <a:pt x="1010214" y="1379242"/>
                  </a:lnTo>
                  <a:lnTo>
                    <a:pt x="1010200" y="1379239"/>
                  </a:lnTo>
                  <a:lnTo>
                    <a:pt x="1010186" y="1379237"/>
                  </a:lnTo>
                  <a:lnTo>
                    <a:pt x="1010172" y="1379234"/>
                  </a:lnTo>
                  <a:lnTo>
                    <a:pt x="1010157" y="1379233"/>
                  </a:lnTo>
                  <a:lnTo>
                    <a:pt x="1010143" y="1379233"/>
                  </a:lnTo>
                  <a:lnTo>
                    <a:pt x="1010129" y="1379235"/>
                  </a:lnTo>
                  <a:lnTo>
                    <a:pt x="1010115" y="1379240"/>
                  </a:lnTo>
                  <a:lnTo>
                    <a:pt x="1010104" y="1379245"/>
                  </a:lnTo>
                  <a:lnTo>
                    <a:pt x="1010100" y="1379245"/>
                  </a:lnTo>
                  <a:lnTo>
                    <a:pt x="1010086" y="1379246"/>
                  </a:lnTo>
                  <a:lnTo>
                    <a:pt x="1010072" y="1379246"/>
                  </a:lnTo>
                  <a:lnTo>
                    <a:pt x="1010064" y="1379246"/>
                  </a:lnTo>
                  <a:lnTo>
                    <a:pt x="1010058" y="1379244"/>
                  </a:lnTo>
                  <a:lnTo>
                    <a:pt x="1010043" y="1379239"/>
                  </a:lnTo>
                  <a:lnTo>
                    <a:pt x="1010029" y="1379233"/>
                  </a:lnTo>
                  <a:lnTo>
                    <a:pt x="1010022" y="1379232"/>
                  </a:lnTo>
                  <a:lnTo>
                    <a:pt x="1010015" y="1379234"/>
                  </a:lnTo>
                  <a:lnTo>
                    <a:pt x="1010006" y="1379237"/>
                  </a:lnTo>
                  <a:lnTo>
                    <a:pt x="1010001" y="1379237"/>
                  </a:lnTo>
                  <a:lnTo>
                    <a:pt x="1009986" y="1379242"/>
                  </a:lnTo>
                  <a:lnTo>
                    <a:pt x="1009972" y="1379242"/>
                  </a:lnTo>
                  <a:lnTo>
                    <a:pt x="1009958" y="1379240"/>
                  </a:lnTo>
                  <a:lnTo>
                    <a:pt x="1009944" y="1379230"/>
                  </a:lnTo>
                  <a:lnTo>
                    <a:pt x="1009935" y="1379224"/>
                  </a:lnTo>
                  <a:lnTo>
                    <a:pt x="1009929" y="1379222"/>
                  </a:lnTo>
                  <a:lnTo>
                    <a:pt x="1009921" y="1379219"/>
                  </a:lnTo>
                  <a:lnTo>
                    <a:pt x="1009915" y="1379215"/>
                  </a:lnTo>
                  <a:lnTo>
                    <a:pt x="1009901" y="1379206"/>
                  </a:lnTo>
                  <a:lnTo>
                    <a:pt x="1009887" y="1379195"/>
                  </a:lnTo>
                  <a:lnTo>
                    <a:pt x="1009873" y="1379187"/>
                  </a:lnTo>
                  <a:lnTo>
                    <a:pt x="1009865" y="1379182"/>
                  </a:lnTo>
                  <a:lnTo>
                    <a:pt x="1009859" y="1379180"/>
                  </a:lnTo>
                  <a:lnTo>
                    <a:pt x="1009844" y="1379176"/>
                  </a:lnTo>
                  <a:lnTo>
                    <a:pt x="1009830" y="1379173"/>
                  </a:lnTo>
                  <a:lnTo>
                    <a:pt x="1009816" y="1379170"/>
                  </a:lnTo>
                  <a:lnTo>
                    <a:pt x="1009801" y="1379168"/>
                  </a:lnTo>
                  <a:lnTo>
                    <a:pt x="1009787" y="1379167"/>
                  </a:lnTo>
                  <a:lnTo>
                    <a:pt x="1009773" y="1379165"/>
                  </a:lnTo>
                  <a:lnTo>
                    <a:pt x="1009759" y="1379161"/>
                  </a:lnTo>
                  <a:lnTo>
                    <a:pt x="1009749" y="1379157"/>
                  </a:lnTo>
                  <a:lnTo>
                    <a:pt x="1009745" y="1379152"/>
                  </a:lnTo>
                  <a:lnTo>
                    <a:pt x="1009739" y="1379137"/>
                  </a:lnTo>
                  <a:lnTo>
                    <a:pt x="1009737" y="1379122"/>
                  </a:lnTo>
                  <a:lnTo>
                    <a:pt x="1009734" y="1379107"/>
                  </a:lnTo>
                  <a:lnTo>
                    <a:pt x="1009732" y="1379093"/>
                  </a:lnTo>
                  <a:lnTo>
                    <a:pt x="1009728" y="1379077"/>
                  </a:lnTo>
                  <a:lnTo>
                    <a:pt x="1009724" y="1379067"/>
                  </a:lnTo>
                  <a:lnTo>
                    <a:pt x="1009720" y="1379061"/>
                  </a:lnTo>
                  <a:lnTo>
                    <a:pt x="1009708" y="1379048"/>
                  </a:lnTo>
                  <a:lnTo>
                    <a:pt x="1009704" y="1379042"/>
                  </a:lnTo>
                  <a:lnTo>
                    <a:pt x="1009698" y="1379021"/>
                  </a:lnTo>
                  <a:lnTo>
                    <a:pt x="1009693" y="1379005"/>
                  </a:lnTo>
                  <a:lnTo>
                    <a:pt x="1009691" y="1378998"/>
                  </a:lnTo>
                  <a:lnTo>
                    <a:pt x="1009688" y="1378992"/>
                  </a:lnTo>
                  <a:lnTo>
                    <a:pt x="1009683" y="1378975"/>
                  </a:lnTo>
                  <a:lnTo>
                    <a:pt x="1009678" y="1378960"/>
                  </a:lnTo>
                  <a:lnTo>
                    <a:pt x="1009672" y="1378944"/>
                  </a:lnTo>
                  <a:lnTo>
                    <a:pt x="1009666" y="1378928"/>
                  </a:lnTo>
                  <a:lnTo>
                    <a:pt x="1009660" y="1378914"/>
                  </a:lnTo>
                  <a:lnTo>
                    <a:pt x="1009654" y="1378899"/>
                  </a:lnTo>
                  <a:lnTo>
                    <a:pt x="1009649" y="1378884"/>
                  </a:lnTo>
                  <a:lnTo>
                    <a:pt x="1009643" y="1378869"/>
                  </a:lnTo>
                  <a:lnTo>
                    <a:pt x="1009639" y="1378862"/>
                  </a:lnTo>
                  <a:lnTo>
                    <a:pt x="1009637" y="1378854"/>
                  </a:lnTo>
                  <a:lnTo>
                    <a:pt x="1009631" y="1378839"/>
                  </a:lnTo>
                  <a:lnTo>
                    <a:pt x="1009629" y="1378833"/>
                  </a:lnTo>
                  <a:lnTo>
                    <a:pt x="1009623" y="1378824"/>
                  </a:lnTo>
                  <a:lnTo>
                    <a:pt x="1009613" y="1378808"/>
                  </a:lnTo>
                  <a:lnTo>
                    <a:pt x="1009601" y="1378795"/>
                  </a:lnTo>
                  <a:lnTo>
                    <a:pt x="1009588" y="1378784"/>
                  </a:lnTo>
                  <a:lnTo>
                    <a:pt x="1009574" y="1378773"/>
                  </a:lnTo>
                  <a:lnTo>
                    <a:pt x="1009567" y="1378766"/>
                  </a:lnTo>
                  <a:lnTo>
                    <a:pt x="1009561" y="1378763"/>
                  </a:lnTo>
                  <a:lnTo>
                    <a:pt x="1009547" y="1378754"/>
                  </a:lnTo>
                  <a:lnTo>
                    <a:pt x="1009532" y="1378746"/>
                  </a:lnTo>
                  <a:lnTo>
                    <a:pt x="1009518" y="1378734"/>
                  </a:lnTo>
                  <a:lnTo>
                    <a:pt x="1009513" y="1378729"/>
                  </a:lnTo>
                  <a:lnTo>
                    <a:pt x="1009510" y="1378719"/>
                  </a:lnTo>
                  <a:lnTo>
                    <a:pt x="1009507" y="1378710"/>
                  </a:lnTo>
                  <a:lnTo>
                    <a:pt x="1009507" y="1378704"/>
                  </a:lnTo>
                  <a:lnTo>
                    <a:pt x="1009504" y="1378689"/>
                  </a:lnTo>
                  <a:lnTo>
                    <a:pt x="1009502" y="1378674"/>
                  </a:lnTo>
                  <a:lnTo>
                    <a:pt x="1009502" y="1378659"/>
                  </a:lnTo>
                  <a:lnTo>
                    <a:pt x="1009501" y="1378651"/>
                  </a:lnTo>
                  <a:lnTo>
                    <a:pt x="1009496" y="1378647"/>
                  </a:lnTo>
                  <a:lnTo>
                    <a:pt x="1009481" y="1378636"/>
                  </a:lnTo>
                  <a:lnTo>
                    <a:pt x="1009467" y="1378626"/>
                  </a:lnTo>
                  <a:lnTo>
                    <a:pt x="1009453" y="1378614"/>
                  </a:lnTo>
                  <a:lnTo>
                    <a:pt x="1009440" y="1378601"/>
                  </a:lnTo>
                  <a:lnTo>
                    <a:pt x="1009434" y="1378592"/>
                  </a:lnTo>
                  <a:lnTo>
                    <a:pt x="1009432" y="1378585"/>
                  </a:lnTo>
                  <a:lnTo>
                    <a:pt x="1009423" y="1378570"/>
                  </a:lnTo>
                  <a:lnTo>
                    <a:pt x="1009420" y="1378562"/>
                  </a:lnTo>
                  <a:lnTo>
                    <a:pt x="1009414" y="1378554"/>
                  </a:lnTo>
                  <a:lnTo>
                    <a:pt x="1009410" y="1378553"/>
                  </a:lnTo>
                  <a:lnTo>
                    <a:pt x="1009401" y="1378557"/>
                  </a:lnTo>
                  <a:lnTo>
                    <a:pt x="1009389" y="1378561"/>
                  </a:lnTo>
                  <a:lnTo>
                    <a:pt x="1009373" y="1378564"/>
                  </a:lnTo>
                  <a:lnTo>
                    <a:pt x="1009359" y="1378564"/>
                  </a:lnTo>
                  <a:lnTo>
                    <a:pt x="1009344" y="1378563"/>
                  </a:lnTo>
                  <a:lnTo>
                    <a:pt x="1009330" y="1378560"/>
                  </a:lnTo>
                  <a:lnTo>
                    <a:pt x="1009303" y="1378552"/>
                  </a:lnTo>
                  <a:lnTo>
                    <a:pt x="1009297" y="1378549"/>
                  </a:lnTo>
                  <a:lnTo>
                    <a:pt x="1009283" y="1378542"/>
                  </a:lnTo>
                  <a:lnTo>
                    <a:pt x="1009269" y="1378532"/>
                  </a:lnTo>
                  <a:lnTo>
                    <a:pt x="1009254" y="1378524"/>
                  </a:lnTo>
                  <a:lnTo>
                    <a:pt x="1009247" y="1378518"/>
                  </a:lnTo>
                  <a:lnTo>
                    <a:pt x="1009240" y="1378516"/>
                  </a:lnTo>
                  <a:lnTo>
                    <a:pt x="1009226" y="1378511"/>
                  </a:lnTo>
                  <a:lnTo>
                    <a:pt x="1009211" y="1378508"/>
                  </a:lnTo>
                  <a:lnTo>
                    <a:pt x="1009197" y="1378508"/>
                  </a:lnTo>
                  <a:lnTo>
                    <a:pt x="1009183" y="1378509"/>
                  </a:lnTo>
                  <a:lnTo>
                    <a:pt x="1009169" y="1378512"/>
                  </a:lnTo>
                  <a:lnTo>
                    <a:pt x="1009163" y="1378512"/>
                  </a:lnTo>
                  <a:lnTo>
                    <a:pt x="1009155" y="1378515"/>
                  </a:lnTo>
                  <a:lnTo>
                    <a:pt x="1009140" y="1378517"/>
                  </a:lnTo>
                  <a:lnTo>
                    <a:pt x="1009126" y="1378518"/>
                  </a:lnTo>
                  <a:lnTo>
                    <a:pt x="1009112" y="1378520"/>
                  </a:lnTo>
                  <a:lnTo>
                    <a:pt x="1009098" y="1378519"/>
                  </a:lnTo>
                  <a:lnTo>
                    <a:pt x="1009090" y="1378515"/>
                  </a:lnTo>
                  <a:lnTo>
                    <a:pt x="1009085" y="1378507"/>
                  </a:lnTo>
                  <a:lnTo>
                    <a:pt x="1009084" y="1378492"/>
                  </a:lnTo>
                  <a:lnTo>
                    <a:pt x="1009086" y="1378477"/>
                  </a:lnTo>
                  <a:lnTo>
                    <a:pt x="1009089" y="1378462"/>
                  </a:lnTo>
                  <a:lnTo>
                    <a:pt x="1009090" y="1378448"/>
                  </a:lnTo>
                  <a:lnTo>
                    <a:pt x="1009086" y="1378432"/>
                  </a:lnTo>
                  <a:lnTo>
                    <a:pt x="1009082" y="1378417"/>
                  </a:lnTo>
                  <a:lnTo>
                    <a:pt x="1009077" y="1378402"/>
                  </a:lnTo>
                  <a:lnTo>
                    <a:pt x="1009071" y="1378387"/>
                  </a:lnTo>
                  <a:lnTo>
                    <a:pt x="1009064" y="1378372"/>
                  </a:lnTo>
                  <a:lnTo>
                    <a:pt x="1009052" y="1378360"/>
                  </a:lnTo>
                  <a:lnTo>
                    <a:pt x="1009044" y="1378358"/>
                  </a:lnTo>
                  <a:lnTo>
                    <a:pt x="1009036" y="1378358"/>
                  </a:lnTo>
                  <a:lnTo>
                    <a:pt x="1009027" y="1378354"/>
                  </a:lnTo>
                  <a:lnTo>
                    <a:pt x="1009022" y="1378350"/>
                  </a:lnTo>
                  <a:lnTo>
                    <a:pt x="1009021" y="1378335"/>
                  </a:lnTo>
                  <a:lnTo>
                    <a:pt x="1009022" y="1378319"/>
                  </a:lnTo>
                  <a:lnTo>
                    <a:pt x="1009022" y="1378304"/>
                  </a:lnTo>
                  <a:lnTo>
                    <a:pt x="1009021" y="1378289"/>
                  </a:lnTo>
                  <a:lnTo>
                    <a:pt x="1009019" y="1378274"/>
                  </a:lnTo>
                  <a:lnTo>
                    <a:pt x="1009017" y="1378259"/>
                  </a:lnTo>
                  <a:lnTo>
                    <a:pt x="1009016" y="1378244"/>
                  </a:lnTo>
                  <a:lnTo>
                    <a:pt x="1009014" y="1378232"/>
                  </a:lnTo>
                  <a:lnTo>
                    <a:pt x="1009005" y="1378199"/>
                  </a:lnTo>
                  <a:lnTo>
                    <a:pt x="1008999" y="1378186"/>
                  </a:lnTo>
                  <a:lnTo>
                    <a:pt x="1008996" y="1378179"/>
                  </a:lnTo>
                  <a:lnTo>
                    <a:pt x="1008994" y="1378171"/>
                  </a:lnTo>
                  <a:lnTo>
                    <a:pt x="1008991" y="1378164"/>
                  </a:lnTo>
                  <a:lnTo>
                    <a:pt x="1008991" y="1378155"/>
                  </a:lnTo>
                  <a:lnTo>
                    <a:pt x="1008996" y="1378140"/>
                  </a:lnTo>
                  <a:lnTo>
                    <a:pt x="1009002" y="1378125"/>
                  </a:lnTo>
                  <a:lnTo>
                    <a:pt x="1009010" y="1378110"/>
                  </a:lnTo>
                  <a:lnTo>
                    <a:pt x="1009018" y="1378095"/>
                  </a:lnTo>
                  <a:lnTo>
                    <a:pt x="1009026" y="1378080"/>
                  </a:lnTo>
                  <a:lnTo>
                    <a:pt x="1009036" y="1378065"/>
                  </a:lnTo>
                  <a:lnTo>
                    <a:pt x="1009045" y="1378050"/>
                  </a:lnTo>
                  <a:lnTo>
                    <a:pt x="1009056" y="1378034"/>
                  </a:lnTo>
                  <a:lnTo>
                    <a:pt x="1009065" y="1378021"/>
                  </a:lnTo>
                  <a:lnTo>
                    <a:pt x="1009069" y="1378013"/>
                  </a:lnTo>
                  <a:lnTo>
                    <a:pt x="1009070" y="1378004"/>
                  </a:lnTo>
                  <a:lnTo>
                    <a:pt x="1009068" y="1377991"/>
                  </a:lnTo>
                  <a:lnTo>
                    <a:pt x="1009066" y="1377976"/>
                  </a:lnTo>
                  <a:lnTo>
                    <a:pt x="1009065" y="1377969"/>
                  </a:lnTo>
                  <a:lnTo>
                    <a:pt x="1009066" y="1377961"/>
                  </a:lnTo>
                  <a:lnTo>
                    <a:pt x="1009075" y="1377925"/>
                  </a:lnTo>
                  <a:lnTo>
                    <a:pt x="1009066" y="1377917"/>
                  </a:lnTo>
                  <a:lnTo>
                    <a:pt x="1009049" y="1377917"/>
                  </a:lnTo>
                  <a:lnTo>
                    <a:pt x="1009026" y="1377928"/>
                  </a:lnTo>
                  <a:lnTo>
                    <a:pt x="1009011" y="1377933"/>
                  </a:lnTo>
                  <a:lnTo>
                    <a:pt x="1008997" y="1377937"/>
                  </a:lnTo>
                  <a:lnTo>
                    <a:pt x="1008988" y="1377939"/>
                  </a:lnTo>
                  <a:lnTo>
                    <a:pt x="1008969" y="1377948"/>
                  </a:lnTo>
                  <a:lnTo>
                    <a:pt x="1008955" y="1377957"/>
                  </a:lnTo>
                  <a:lnTo>
                    <a:pt x="1008940" y="1377961"/>
                  </a:lnTo>
                  <a:lnTo>
                    <a:pt x="1008932" y="1377962"/>
                  </a:lnTo>
                  <a:lnTo>
                    <a:pt x="1008926" y="1377961"/>
                  </a:lnTo>
                  <a:lnTo>
                    <a:pt x="1008912" y="1377958"/>
                  </a:lnTo>
                  <a:lnTo>
                    <a:pt x="1008898" y="1377955"/>
                  </a:lnTo>
                  <a:lnTo>
                    <a:pt x="1008888" y="1377953"/>
                  </a:lnTo>
                  <a:lnTo>
                    <a:pt x="1008882" y="1377950"/>
                  </a:lnTo>
                  <a:lnTo>
                    <a:pt x="1008869" y="1377944"/>
                  </a:lnTo>
                  <a:lnTo>
                    <a:pt x="1008855" y="1377937"/>
                  </a:lnTo>
                  <a:lnTo>
                    <a:pt x="1008840" y="1377928"/>
                  </a:lnTo>
                  <a:lnTo>
                    <a:pt x="1008835" y="1377927"/>
                  </a:lnTo>
                  <a:lnTo>
                    <a:pt x="1008826" y="1377923"/>
                  </a:lnTo>
                  <a:lnTo>
                    <a:pt x="1008812" y="1377919"/>
                  </a:lnTo>
                  <a:lnTo>
                    <a:pt x="1008798" y="1377916"/>
                  </a:lnTo>
                  <a:lnTo>
                    <a:pt x="1008783" y="1377913"/>
                  </a:lnTo>
                  <a:lnTo>
                    <a:pt x="1008770" y="1377911"/>
                  </a:lnTo>
                  <a:lnTo>
                    <a:pt x="1008755" y="1377910"/>
                  </a:lnTo>
                  <a:lnTo>
                    <a:pt x="1008721" y="1377909"/>
                  </a:lnTo>
                  <a:lnTo>
                    <a:pt x="1008707" y="1377909"/>
                  </a:lnTo>
                  <a:lnTo>
                    <a:pt x="1008693" y="1377909"/>
                  </a:lnTo>
                  <a:lnTo>
                    <a:pt x="1008678" y="1377911"/>
                  </a:lnTo>
                  <a:lnTo>
                    <a:pt x="1008665" y="1377913"/>
                  </a:lnTo>
                  <a:lnTo>
                    <a:pt x="1008650" y="1377919"/>
                  </a:lnTo>
                  <a:lnTo>
                    <a:pt x="1008636" y="1377927"/>
                  </a:lnTo>
                  <a:lnTo>
                    <a:pt x="1008621" y="1377935"/>
                  </a:lnTo>
                  <a:lnTo>
                    <a:pt x="1008615" y="1377938"/>
                  </a:lnTo>
                  <a:lnTo>
                    <a:pt x="1008607" y="1377944"/>
                  </a:lnTo>
                  <a:lnTo>
                    <a:pt x="1008593" y="1377954"/>
                  </a:lnTo>
                  <a:lnTo>
                    <a:pt x="1008578" y="1377964"/>
                  </a:lnTo>
                  <a:lnTo>
                    <a:pt x="1008564" y="1377978"/>
                  </a:lnTo>
                  <a:lnTo>
                    <a:pt x="1008557" y="1377983"/>
                  </a:lnTo>
                  <a:lnTo>
                    <a:pt x="1008550" y="1377983"/>
                  </a:lnTo>
                  <a:lnTo>
                    <a:pt x="1008539" y="1377982"/>
                  </a:lnTo>
                  <a:lnTo>
                    <a:pt x="1008536" y="1377980"/>
                  </a:lnTo>
                  <a:lnTo>
                    <a:pt x="1008521" y="1377976"/>
                  </a:lnTo>
                  <a:lnTo>
                    <a:pt x="1008507" y="1377978"/>
                  </a:lnTo>
                  <a:lnTo>
                    <a:pt x="1008494" y="1377979"/>
                  </a:lnTo>
                  <a:lnTo>
                    <a:pt x="1008478" y="1377976"/>
                  </a:lnTo>
                  <a:lnTo>
                    <a:pt x="1008464" y="1377975"/>
                  </a:lnTo>
                  <a:lnTo>
                    <a:pt x="1008450" y="1377975"/>
                  </a:lnTo>
                  <a:lnTo>
                    <a:pt x="1008437" y="1377980"/>
                  </a:lnTo>
                  <a:lnTo>
                    <a:pt x="1008422" y="1377990"/>
                  </a:lnTo>
                  <a:lnTo>
                    <a:pt x="1008407" y="1377996"/>
                  </a:lnTo>
                  <a:lnTo>
                    <a:pt x="1008398" y="1378002"/>
                  </a:lnTo>
                  <a:lnTo>
                    <a:pt x="1008394" y="1378007"/>
                  </a:lnTo>
                  <a:lnTo>
                    <a:pt x="1008384" y="1378014"/>
                  </a:lnTo>
                  <a:lnTo>
                    <a:pt x="1008380" y="1378014"/>
                  </a:lnTo>
                  <a:lnTo>
                    <a:pt x="1008365" y="1378017"/>
                  </a:lnTo>
                  <a:lnTo>
                    <a:pt x="1008356" y="1378019"/>
                  </a:lnTo>
                  <a:lnTo>
                    <a:pt x="1008338" y="1378027"/>
                  </a:lnTo>
                  <a:lnTo>
                    <a:pt x="1008333" y="1378030"/>
                  </a:lnTo>
                  <a:lnTo>
                    <a:pt x="1008323" y="1378032"/>
                  </a:lnTo>
                  <a:lnTo>
                    <a:pt x="1008314" y="1378033"/>
                  </a:lnTo>
                  <a:lnTo>
                    <a:pt x="1008309" y="1378032"/>
                  </a:lnTo>
                  <a:lnTo>
                    <a:pt x="1008295" y="1378033"/>
                  </a:lnTo>
                  <a:lnTo>
                    <a:pt x="1008281" y="1378034"/>
                  </a:lnTo>
                  <a:lnTo>
                    <a:pt x="1008267" y="1378035"/>
                  </a:lnTo>
                  <a:lnTo>
                    <a:pt x="1008233" y="1378040"/>
                  </a:lnTo>
                  <a:lnTo>
                    <a:pt x="1008218" y="1378043"/>
                  </a:lnTo>
                  <a:lnTo>
                    <a:pt x="1008208" y="1378047"/>
                  </a:lnTo>
                  <a:lnTo>
                    <a:pt x="1008204" y="1378051"/>
                  </a:lnTo>
                  <a:lnTo>
                    <a:pt x="1008194" y="1378054"/>
                  </a:lnTo>
                  <a:lnTo>
                    <a:pt x="1008189" y="1378058"/>
                  </a:lnTo>
                  <a:lnTo>
                    <a:pt x="1008175" y="1378069"/>
                  </a:lnTo>
                  <a:lnTo>
                    <a:pt x="1008168" y="1378075"/>
                  </a:lnTo>
                  <a:lnTo>
                    <a:pt x="1008163" y="1378082"/>
                  </a:lnTo>
                  <a:lnTo>
                    <a:pt x="1008158" y="1378088"/>
                  </a:lnTo>
                  <a:lnTo>
                    <a:pt x="1008151" y="1378092"/>
                  </a:lnTo>
                  <a:lnTo>
                    <a:pt x="1008146" y="1378095"/>
                  </a:lnTo>
                  <a:lnTo>
                    <a:pt x="1008135" y="1378095"/>
                  </a:lnTo>
                  <a:lnTo>
                    <a:pt x="1008121" y="1378100"/>
                  </a:lnTo>
                  <a:lnTo>
                    <a:pt x="1008107" y="1378107"/>
                  </a:lnTo>
                  <a:lnTo>
                    <a:pt x="1008092" y="1378117"/>
                  </a:lnTo>
                  <a:lnTo>
                    <a:pt x="1008089" y="1378125"/>
                  </a:lnTo>
                  <a:lnTo>
                    <a:pt x="1008089" y="1378132"/>
                  </a:lnTo>
                  <a:lnTo>
                    <a:pt x="1008090" y="1378143"/>
                  </a:lnTo>
                  <a:lnTo>
                    <a:pt x="1008091" y="1378147"/>
                  </a:lnTo>
                  <a:lnTo>
                    <a:pt x="1008096" y="1378162"/>
                  </a:lnTo>
                  <a:lnTo>
                    <a:pt x="1008098" y="1378177"/>
                  </a:lnTo>
                  <a:lnTo>
                    <a:pt x="1008098" y="1378183"/>
                  </a:lnTo>
                  <a:lnTo>
                    <a:pt x="1008095" y="1378188"/>
                  </a:lnTo>
                  <a:lnTo>
                    <a:pt x="1008090" y="1378192"/>
                  </a:lnTo>
                  <a:lnTo>
                    <a:pt x="1008080" y="1378200"/>
                  </a:lnTo>
                  <a:lnTo>
                    <a:pt x="1008077" y="1378204"/>
                  </a:lnTo>
                  <a:lnTo>
                    <a:pt x="1008071" y="1378213"/>
                  </a:lnTo>
                  <a:lnTo>
                    <a:pt x="1008069" y="1378219"/>
                  </a:lnTo>
                  <a:lnTo>
                    <a:pt x="1008060" y="1378234"/>
                  </a:lnTo>
                  <a:lnTo>
                    <a:pt x="1008051" y="1378243"/>
                  </a:lnTo>
                  <a:lnTo>
                    <a:pt x="1008045" y="1378246"/>
                  </a:lnTo>
                  <a:lnTo>
                    <a:pt x="1008031" y="1378252"/>
                  </a:lnTo>
                  <a:lnTo>
                    <a:pt x="1008023" y="1378256"/>
                  </a:lnTo>
                  <a:lnTo>
                    <a:pt x="1008019" y="1378261"/>
                  </a:lnTo>
                  <a:lnTo>
                    <a:pt x="1008012" y="1378278"/>
                  </a:lnTo>
                  <a:lnTo>
                    <a:pt x="1008003" y="1378289"/>
                  </a:lnTo>
                  <a:lnTo>
                    <a:pt x="1007989" y="1378290"/>
                  </a:lnTo>
                  <a:lnTo>
                    <a:pt x="1007973" y="1378287"/>
                  </a:lnTo>
                  <a:lnTo>
                    <a:pt x="1007959" y="1378288"/>
                  </a:lnTo>
                  <a:lnTo>
                    <a:pt x="1007946" y="1378288"/>
                  </a:lnTo>
                  <a:lnTo>
                    <a:pt x="1007934" y="1378284"/>
                  </a:lnTo>
                  <a:lnTo>
                    <a:pt x="1007928" y="1378284"/>
                  </a:lnTo>
                  <a:lnTo>
                    <a:pt x="1007920" y="1378286"/>
                  </a:lnTo>
                  <a:lnTo>
                    <a:pt x="1007916" y="1378289"/>
                  </a:lnTo>
                  <a:lnTo>
                    <a:pt x="1007904" y="1378293"/>
                  </a:lnTo>
                  <a:lnTo>
                    <a:pt x="1007894" y="1378292"/>
                  </a:lnTo>
                  <a:lnTo>
                    <a:pt x="1007889" y="1378285"/>
                  </a:lnTo>
                  <a:lnTo>
                    <a:pt x="1007878" y="1378270"/>
                  </a:lnTo>
                  <a:lnTo>
                    <a:pt x="1007870" y="1378264"/>
                  </a:lnTo>
                  <a:lnTo>
                    <a:pt x="1007864" y="1378263"/>
                  </a:lnTo>
                  <a:lnTo>
                    <a:pt x="1007849" y="1378266"/>
                  </a:lnTo>
                  <a:lnTo>
                    <a:pt x="1007835" y="1378269"/>
                  </a:lnTo>
                  <a:lnTo>
                    <a:pt x="1007830" y="1378270"/>
                  </a:lnTo>
                  <a:lnTo>
                    <a:pt x="1007821" y="1378271"/>
                  </a:lnTo>
                  <a:lnTo>
                    <a:pt x="1007817" y="1378273"/>
                  </a:lnTo>
                  <a:lnTo>
                    <a:pt x="1007809" y="1378272"/>
                  </a:lnTo>
                  <a:lnTo>
                    <a:pt x="1007793" y="1378268"/>
                  </a:lnTo>
                  <a:lnTo>
                    <a:pt x="1007786" y="1378265"/>
                  </a:lnTo>
                  <a:lnTo>
                    <a:pt x="1007778" y="1378264"/>
                  </a:lnTo>
                  <a:lnTo>
                    <a:pt x="1007768" y="1378263"/>
                  </a:lnTo>
                  <a:lnTo>
                    <a:pt x="1007764" y="1378266"/>
                  </a:lnTo>
                  <a:lnTo>
                    <a:pt x="1007756" y="1378269"/>
                  </a:lnTo>
                  <a:lnTo>
                    <a:pt x="1007750" y="1378269"/>
                  </a:lnTo>
                  <a:lnTo>
                    <a:pt x="1007736" y="1378268"/>
                  </a:lnTo>
                  <a:lnTo>
                    <a:pt x="1007723" y="1378267"/>
                  </a:lnTo>
                  <a:lnTo>
                    <a:pt x="1007707" y="1378270"/>
                  </a:lnTo>
                  <a:lnTo>
                    <a:pt x="1007701" y="1378272"/>
                  </a:lnTo>
                  <a:lnTo>
                    <a:pt x="1007693" y="1378272"/>
                  </a:lnTo>
                  <a:lnTo>
                    <a:pt x="1007679" y="1378275"/>
                  </a:lnTo>
                  <a:lnTo>
                    <a:pt x="1007664" y="1378279"/>
                  </a:lnTo>
                  <a:lnTo>
                    <a:pt x="1007650" y="1378286"/>
                  </a:lnTo>
                  <a:lnTo>
                    <a:pt x="1007636" y="1378295"/>
                  </a:lnTo>
                  <a:lnTo>
                    <a:pt x="1007622" y="1378298"/>
                  </a:lnTo>
                  <a:lnTo>
                    <a:pt x="1007612" y="1378299"/>
                  </a:lnTo>
                  <a:lnTo>
                    <a:pt x="1007607" y="1378298"/>
                  </a:lnTo>
                  <a:lnTo>
                    <a:pt x="1007593" y="1378298"/>
                  </a:lnTo>
                  <a:lnTo>
                    <a:pt x="1007579" y="1378298"/>
                  </a:lnTo>
                  <a:lnTo>
                    <a:pt x="1007573" y="1378298"/>
                  </a:lnTo>
                  <a:lnTo>
                    <a:pt x="1007562" y="1378284"/>
                  </a:lnTo>
                  <a:lnTo>
                    <a:pt x="1007551" y="1378271"/>
                  </a:lnTo>
                  <a:lnTo>
                    <a:pt x="1007551" y="1378263"/>
                  </a:lnTo>
                  <a:lnTo>
                    <a:pt x="1007551" y="1378254"/>
                  </a:lnTo>
                  <a:lnTo>
                    <a:pt x="1007550" y="1378248"/>
                  </a:lnTo>
                  <a:lnTo>
                    <a:pt x="1007539" y="1378235"/>
                  </a:lnTo>
                  <a:lnTo>
                    <a:pt x="1007523" y="1378222"/>
                  </a:lnTo>
                  <a:lnTo>
                    <a:pt x="1007510" y="1378208"/>
                  </a:lnTo>
                  <a:lnTo>
                    <a:pt x="1007504" y="1378200"/>
                  </a:lnTo>
                  <a:lnTo>
                    <a:pt x="1007505" y="1378193"/>
                  </a:lnTo>
                  <a:lnTo>
                    <a:pt x="1007510" y="1378178"/>
                  </a:lnTo>
                  <a:lnTo>
                    <a:pt x="1007515" y="1378163"/>
                  </a:lnTo>
                  <a:lnTo>
                    <a:pt x="1007513" y="1378157"/>
                  </a:lnTo>
                  <a:lnTo>
                    <a:pt x="1007504" y="1378153"/>
                  </a:lnTo>
                  <a:lnTo>
                    <a:pt x="1007490" y="1378150"/>
                  </a:lnTo>
                  <a:lnTo>
                    <a:pt x="1007477" y="1378143"/>
                  </a:lnTo>
                  <a:lnTo>
                    <a:pt x="1007464" y="1378128"/>
                  </a:lnTo>
                  <a:lnTo>
                    <a:pt x="1007458" y="1378122"/>
                  </a:lnTo>
                  <a:lnTo>
                    <a:pt x="1007452" y="1378114"/>
                  </a:lnTo>
                  <a:lnTo>
                    <a:pt x="1007447" y="1378104"/>
                  </a:lnTo>
                  <a:lnTo>
                    <a:pt x="1007445" y="1378098"/>
                  </a:lnTo>
                  <a:lnTo>
                    <a:pt x="1007440" y="1378083"/>
                  </a:lnTo>
                  <a:lnTo>
                    <a:pt x="1007436" y="1378075"/>
                  </a:lnTo>
                  <a:lnTo>
                    <a:pt x="1007430" y="1378070"/>
                  </a:lnTo>
                  <a:lnTo>
                    <a:pt x="1007422" y="1378069"/>
                  </a:lnTo>
                  <a:lnTo>
                    <a:pt x="1007417" y="1378063"/>
                  </a:lnTo>
                  <a:lnTo>
                    <a:pt x="1007417" y="1378058"/>
                  </a:lnTo>
                  <a:lnTo>
                    <a:pt x="1007424" y="1378048"/>
                  </a:lnTo>
                  <a:lnTo>
                    <a:pt x="1007431" y="1378035"/>
                  </a:lnTo>
                  <a:lnTo>
                    <a:pt x="1007429" y="1378023"/>
                  </a:lnTo>
                  <a:lnTo>
                    <a:pt x="1007426" y="1378018"/>
                  </a:lnTo>
                  <a:lnTo>
                    <a:pt x="1007422" y="1378010"/>
                  </a:lnTo>
                  <a:lnTo>
                    <a:pt x="1007421" y="1378003"/>
                  </a:lnTo>
                  <a:lnTo>
                    <a:pt x="1007420" y="1377988"/>
                  </a:lnTo>
                  <a:lnTo>
                    <a:pt x="1007416" y="1377981"/>
                  </a:lnTo>
                  <a:lnTo>
                    <a:pt x="1007410" y="1377976"/>
                  </a:lnTo>
                  <a:lnTo>
                    <a:pt x="1007394" y="1377970"/>
                  </a:lnTo>
                  <a:lnTo>
                    <a:pt x="1007384" y="1377962"/>
                  </a:lnTo>
                  <a:lnTo>
                    <a:pt x="1007381" y="1377958"/>
                  </a:lnTo>
                  <a:lnTo>
                    <a:pt x="1007375" y="1377944"/>
                  </a:lnTo>
                  <a:lnTo>
                    <a:pt x="1007372" y="1377928"/>
                  </a:lnTo>
                  <a:lnTo>
                    <a:pt x="1007370" y="1377917"/>
                  </a:lnTo>
                  <a:lnTo>
                    <a:pt x="1007365" y="1377913"/>
                  </a:lnTo>
                  <a:lnTo>
                    <a:pt x="1007352" y="1377910"/>
                  </a:lnTo>
                  <a:lnTo>
                    <a:pt x="1007336" y="1377916"/>
                  </a:lnTo>
                  <a:lnTo>
                    <a:pt x="1007320" y="1377924"/>
                  </a:lnTo>
                  <a:lnTo>
                    <a:pt x="1007308" y="1377933"/>
                  </a:lnTo>
                  <a:lnTo>
                    <a:pt x="1007294" y="1377934"/>
                  </a:lnTo>
                  <a:lnTo>
                    <a:pt x="1007285" y="1377934"/>
                  </a:lnTo>
                  <a:lnTo>
                    <a:pt x="1007279" y="1377932"/>
                  </a:lnTo>
                  <a:lnTo>
                    <a:pt x="1007270" y="1377928"/>
                  </a:lnTo>
                  <a:lnTo>
                    <a:pt x="1007265" y="1377924"/>
                  </a:lnTo>
                  <a:lnTo>
                    <a:pt x="1007261" y="1377918"/>
                  </a:lnTo>
                  <a:lnTo>
                    <a:pt x="1007258" y="1377909"/>
                  </a:lnTo>
                  <a:lnTo>
                    <a:pt x="1007256" y="1377901"/>
                  </a:lnTo>
                  <a:lnTo>
                    <a:pt x="1007259" y="1377894"/>
                  </a:lnTo>
                  <a:lnTo>
                    <a:pt x="1007261" y="1377879"/>
                  </a:lnTo>
                  <a:lnTo>
                    <a:pt x="1007265" y="1377864"/>
                  </a:lnTo>
                  <a:lnTo>
                    <a:pt x="1007268" y="1377849"/>
                  </a:lnTo>
                  <a:lnTo>
                    <a:pt x="1007266" y="1377842"/>
                  </a:lnTo>
                  <a:lnTo>
                    <a:pt x="1007258" y="1377838"/>
                  </a:lnTo>
                  <a:lnTo>
                    <a:pt x="1007252" y="1377839"/>
                  </a:lnTo>
                  <a:lnTo>
                    <a:pt x="1007243" y="1377842"/>
                  </a:lnTo>
                  <a:lnTo>
                    <a:pt x="1007229" y="1377846"/>
                  </a:lnTo>
                  <a:lnTo>
                    <a:pt x="1007219" y="1377845"/>
                  </a:lnTo>
                  <a:lnTo>
                    <a:pt x="1007215" y="1377843"/>
                  </a:lnTo>
                  <a:lnTo>
                    <a:pt x="1007209" y="1377839"/>
                  </a:lnTo>
                  <a:lnTo>
                    <a:pt x="1007196" y="1377834"/>
                  </a:lnTo>
                  <a:lnTo>
                    <a:pt x="1007189" y="1377834"/>
                  </a:lnTo>
                  <a:lnTo>
                    <a:pt x="1007176" y="1377832"/>
                  </a:lnTo>
                  <a:lnTo>
                    <a:pt x="1007172" y="1377824"/>
                  </a:lnTo>
                  <a:lnTo>
                    <a:pt x="1007172" y="1377816"/>
                  </a:lnTo>
                  <a:lnTo>
                    <a:pt x="1007181" y="1377801"/>
                  </a:lnTo>
                  <a:lnTo>
                    <a:pt x="1007182" y="1377793"/>
                  </a:lnTo>
                  <a:lnTo>
                    <a:pt x="1007177" y="1377786"/>
                  </a:lnTo>
                  <a:lnTo>
                    <a:pt x="1007167" y="1377771"/>
                  </a:lnTo>
                  <a:lnTo>
                    <a:pt x="1007158" y="1377756"/>
                  </a:lnTo>
                  <a:lnTo>
                    <a:pt x="1007153" y="1377741"/>
                  </a:lnTo>
                  <a:lnTo>
                    <a:pt x="1007147" y="1377732"/>
                  </a:lnTo>
                  <a:lnTo>
                    <a:pt x="1007141" y="1377728"/>
                  </a:lnTo>
                  <a:lnTo>
                    <a:pt x="1007131" y="1377712"/>
                  </a:lnTo>
                  <a:lnTo>
                    <a:pt x="1007130" y="1377708"/>
                  </a:lnTo>
                  <a:lnTo>
                    <a:pt x="1007126" y="1377704"/>
                  </a:lnTo>
                  <a:lnTo>
                    <a:pt x="1007124" y="1377697"/>
                  </a:lnTo>
                  <a:lnTo>
                    <a:pt x="1007121" y="1377691"/>
                  </a:lnTo>
                  <a:lnTo>
                    <a:pt x="1007119" y="1377682"/>
                  </a:lnTo>
                  <a:lnTo>
                    <a:pt x="1007115" y="1377667"/>
                  </a:lnTo>
                  <a:lnTo>
                    <a:pt x="1007112" y="1377652"/>
                  </a:lnTo>
                  <a:lnTo>
                    <a:pt x="1007107" y="1377637"/>
                  </a:lnTo>
                  <a:lnTo>
                    <a:pt x="1007099" y="1377621"/>
                  </a:lnTo>
                  <a:lnTo>
                    <a:pt x="1007097" y="1377615"/>
                  </a:lnTo>
                  <a:lnTo>
                    <a:pt x="1007089" y="1377610"/>
                  </a:lnTo>
                  <a:lnTo>
                    <a:pt x="1007077" y="1377602"/>
                  </a:lnTo>
                  <a:lnTo>
                    <a:pt x="1007061" y="1377597"/>
                  </a:lnTo>
                  <a:lnTo>
                    <a:pt x="1007041" y="1377592"/>
                  </a:lnTo>
                  <a:lnTo>
                    <a:pt x="1007032" y="1377579"/>
                  </a:lnTo>
                  <a:lnTo>
                    <a:pt x="1007028" y="1377574"/>
                  </a:lnTo>
                  <a:lnTo>
                    <a:pt x="1007019" y="1377566"/>
                  </a:lnTo>
                  <a:lnTo>
                    <a:pt x="1007016" y="1377563"/>
                  </a:lnTo>
                  <a:lnTo>
                    <a:pt x="1007005" y="1377559"/>
                  </a:lnTo>
                  <a:lnTo>
                    <a:pt x="1006991" y="1377554"/>
                  </a:lnTo>
                  <a:lnTo>
                    <a:pt x="1006977" y="1377549"/>
                  </a:lnTo>
                  <a:lnTo>
                    <a:pt x="1006963" y="1377540"/>
                  </a:lnTo>
                  <a:lnTo>
                    <a:pt x="1006957" y="1377532"/>
                  </a:lnTo>
                  <a:lnTo>
                    <a:pt x="1006954" y="1377525"/>
                  </a:lnTo>
                  <a:lnTo>
                    <a:pt x="1006949" y="1377510"/>
                  </a:lnTo>
                  <a:lnTo>
                    <a:pt x="1006943" y="1377504"/>
                  </a:lnTo>
                  <a:lnTo>
                    <a:pt x="1006934" y="1377508"/>
                  </a:lnTo>
                  <a:lnTo>
                    <a:pt x="1006928" y="1377508"/>
                  </a:lnTo>
                  <a:lnTo>
                    <a:pt x="1006920" y="1377509"/>
                  </a:lnTo>
                  <a:lnTo>
                    <a:pt x="1006914" y="1377507"/>
                  </a:lnTo>
                  <a:lnTo>
                    <a:pt x="1006904" y="1377504"/>
                  </a:lnTo>
                  <a:lnTo>
                    <a:pt x="1006900" y="1377501"/>
                  </a:lnTo>
                  <a:lnTo>
                    <a:pt x="1006888" y="1377494"/>
                  </a:lnTo>
                  <a:lnTo>
                    <a:pt x="1006876" y="1377492"/>
                  </a:lnTo>
                  <a:lnTo>
                    <a:pt x="1006871" y="1377494"/>
                  </a:lnTo>
                  <a:lnTo>
                    <a:pt x="1006857" y="1377497"/>
                  </a:lnTo>
                  <a:lnTo>
                    <a:pt x="1006843" y="1377498"/>
                  </a:lnTo>
                  <a:lnTo>
                    <a:pt x="1006828" y="1377497"/>
                  </a:lnTo>
                  <a:lnTo>
                    <a:pt x="1006814" y="1377498"/>
                  </a:lnTo>
                  <a:lnTo>
                    <a:pt x="1006800" y="1377500"/>
                  </a:lnTo>
                  <a:lnTo>
                    <a:pt x="1006770" y="1377508"/>
                  </a:lnTo>
                  <a:lnTo>
                    <a:pt x="1006762" y="1377519"/>
                  </a:lnTo>
                  <a:lnTo>
                    <a:pt x="1006755" y="1377534"/>
                  </a:lnTo>
                  <a:lnTo>
                    <a:pt x="1006740" y="1377565"/>
                  </a:lnTo>
                  <a:lnTo>
                    <a:pt x="1006736" y="1377583"/>
                  </a:lnTo>
                  <a:lnTo>
                    <a:pt x="1006737" y="1377600"/>
                  </a:lnTo>
                  <a:lnTo>
                    <a:pt x="1006739" y="1377614"/>
                  </a:lnTo>
                  <a:lnTo>
                    <a:pt x="1006748" y="1377642"/>
                  </a:lnTo>
                  <a:lnTo>
                    <a:pt x="1006750" y="1377652"/>
                  </a:lnTo>
                  <a:lnTo>
                    <a:pt x="1006755" y="1377667"/>
                  </a:lnTo>
                  <a:lnTo>
                    <a:pt x="1006755" y="1377682"/>
                  </a:lnTo>
                  <a:lnTo>
                    <a:pt x="1006753" y="1377695"/>
                  </a:lnTo>
                  <a:lnTo>
                    <a:pt x="1006748" y="1377704"/>
                  </a:lnTo>
                  <a:lnTo>
                    <a:pt x="1006736" y="1377712"/>
                  </a:lnTo>
                  <a:lnTo>
                    <a:pt x="1006714" y="1377721"/>
                  </a:lnTo>
                  <a:lnTo>
                    <a:pt x="1006681" y="1377727"/>
                  </a:lnTo>
                  <a:lnTo>
                    <a:pt x="1006664" y="1377732"/>
                  </a:lnTo>
                  <a:lnTo>
                    <a:pt x="1006650" y="1377737"/>
                  </a:lnTo>
                  <a:lnTo>
                    <a:pt x="1006636" y="1377743"/>
                  </a:lnTo>
                  <a:lnTo>
                    <a:pt x="1006623" y="1377756"/>
                  </a:lnTo>
                  <a:lnTo>
                    <a:pt x="1006615" y="1377765"/>
                  </a:lnTo>
                  <a:lnTo>
                    <a:pt x="1006612" y="1377772"/>
                  </a:lnTo>
                  <a:lnTo>
                    <a:pt x="1006604" y="1377787"/>
                  </a:lnTo>
                  <a:lnTo>
                    <a:pt x="1006596" y="1377802"/>
                  </a:lnTo>
                  <a:lnTo>
                    <a:pt x="1006591" y="1377811"/>
                  </a:lnTo>
                  <a:lnTo>
                    <a:pt x="1006586" y="1377815"/>
                  </a:lnTo>
                  <a:lnTo>
                    <a:pt x="1006572" y="1377825"/>
                  </a:lnTo>
                  <a:lnTo>
                    <a:pt x="1006565" y="1377828"/>
                  </a:lnTo>
                  <a:lnTo>
                    <a:pt x="1006558" y="1377828"/>
                  </a:lnTo>
                  <a:lnTo>
                    <a:pt x="1006543" y="1377828"/>
                  </a:lnTo>
                  <a:lnTo>
                    <a:pt x="1006529" y="1377829"/>
                  </a:lnTo>
                  <a:lnTo>
                    <a:pt x="1006515" y="1377829"/>
                  </a:lnTo>
                  <a:lnTo>
                    <a:pt x="1006501" y="1377827"/>
                  </a:lnTo>
                  <a:lnTo>
                    <a:pt x="1006493" y="1377826"/>
                  </a:lnTo>
                  <a:lnTo>
                    <a:pt x="1006487" y="1377827"/>
                  </a:lnTo>
                  <a:lnTo>
                    <a:pt x="1006472" y="1377828"/>
                  </a:lnTo>
                  <a:lnTo>
                    <a:pt x="1006464" y="1377829"/>
                  </a:lnTo>
                  <a:lnTo>
                    <a:pt x="1006444" y="1377837"/>
                  </a:lnTo>
                  <a:lnTo>
                    <a:pt x="1006439" y="1377841"/>
                  </a:lnTo>
                  <a:lnTo>
                    <a:pt x="1006427" y="1377854"/>
                  </a:lnTo>
                  <a:lnTo>
                    <a:pt x="1006414" y="1377867"/>
                  </a:lnTo>
                  <a:lnTo>
                    <a:pt x="1006400" y="1377877"/>
                  </a:lnTo>
                  <a:lnTo>
                    <a:pt x="1006391" y="1377882"/>
                  </a:lnTo>
                  <a:lnTo>
                    <a:pt x="1006387" y="1377887"/>
                  </a:lnTo>
                  <a:lnTo>
                    <a:pt x="1006380" y="1377893"/>
                  </a:lnTo>
                  <a:lnTo>
                    <a:pt x="1006375" y="1377902"/>
                  </a:lnTo>
                  <a:lnTo>
                    <a:pt x="1006371" y="1377906"/>
                  </a:lnTo>
                  <a:lnTo>
                    <a:pt x="1006366" y="1377915"/>
                  </a:lnTo>
                  <a:lnTo>
                    <a:pt x="1006360" y="1377930"/>
                  </a:lnTo>
                  <a:lnTo>
                    <a:pt x="1006353" y="1377945"/>
                  </a:lnTo>
                  <a:lnTo>
                    <a:pt x="1006349" y="1377955"/>
                  </a:lnTo>
                  <a:lnTo>
                    <a:pt x="1006345" y="1377960"/>
                  </a:lnTo>
                  <a:lnTo>
                    <a:pt x="1006336" y="1377975"/>
                  </a:lnTo>
                  <a:lnTo>
                    <a:pt x="1006330" y="1377983"/>
                  </a:lnTo>
                  <a:lnTo>
                    <a:pt x="1006325" y="1377990"/>
                  </a:lnTo>
                  <a:lnTo>
                    <a:pt x="1006312" y="1378004"/>
                  </a:lnTo>
                  <a:lnTo>
                    <a:pt x="1006300" y="1378018"/>
                  </a:lnTo>
                  <a:lnTo>
                    <a:pt x="1006287" y="1378031"/>
                  </a:lnTo>
                  <a:lnTo>
                    <a:pt x="1006273" y="1378042"/>
                  </a:lnTo>
                  <a:lnTo>
                    <a:pt x="1006258" y="1378051"/>
                  </a:lnTo>
                  <a:lnTo>
                    <a:pt x="1006244" y="1378061"/>
                  </a:lnTo>
                  <a:lnTo>
                    <a:pt x="1006240" y="1378063"/>
                  </a:lnTo>
                  <a:lnTo>
                    <a:pt x="1006233" y="1378063"/>
                  </a:lnTo>
                  <a:lnTo>
                    <a:pt x="1006212" y="1378047"/>
                  </a:lnTo>
                  <a:lnTo>
                    <a:pt x="1006197" y="1378039"/>
                  </a:lnTo>
                  <a:lnTo>
                    <a:pt x="1006183" y="1378031"/>
                  </a:lnTo>
                  <a:lnTo>
                    <a:pt x="1006168" y="1378022"/>
                  </a:lnTo>
                  <a:lnTo>
                    <a:pt x="1006156" y="1378014"/>
                  </a:lnTo>
                  <a:lnTo>
                    <a:pt x="1006140" y="1378004"/>
                  </a:lnTo>
                  <a:lnTo>
                    <a:pt x="1006126" y="1377998"/>
                  </a:lnTo>
                  <a:lnTo>
                    <a:pt x="1006112" y="1377994"/>
                  </a:lnTo>
                  <a:lnTo>
                    <a:pt x="1006099" y="1377990"/>
                  </a:lnTo>
                  <a:lnTo>
                    <a:pt x="1006083" y="1377986"/>
                  </a:lnTo>
                  <a:lnTo>
                    <a:pt x="1006069" y="1377982"/>
                  </a:lnTo>
                  <a:lnTo>
                    <a:pt x="1006054" y="1377978"/>
                  </a:lnTo>
                  <a:lnTo>
                    <a:pt x="1006040" y="1377977"/>
                  </a:lnTo>
                  <a:lnTo>
                    <a:pt x="1006026" y="1377978"/>
                  </a:lnTo>
                  <a:lnTo>
                    <a:pt x="1006012" y="1377977"/>
                  </a:lnTo>
                  <a:lnTo>
                    <a:pt x="1005998" y="1377976"/>
                  </a:lnTo>
                  <a:lnTo>
                    <a:pt x="1005983" y="1377971"/>
                  </a:lnTo>
                  <a:lnTo>
                    <a:pt x="1005974" y="1377966"/>
                  </a:lnTo>
                  <a:lnTo>
                    <a:pt x="1005970" y="1377962"/>
                  </a:lnTo>
                  <a:lnTo>
                    <a:pt x="1005956" y="1377953"/>
                  </a:lnTo>
                  <a:lnTo>
                    <a:pt x="1005942" y="1377943"/>
                  </a:lnTo>
                  <a:lnTo>
                    <a:pt x="1005936" y="1377937"/>
                  </a:lnTo>
                  <a:lnTo>
                    <a:pt x="1005929" y="1377933"/>
                  </a:lnTo>
                  <a:lnTo>
                    <a:pt x="1005921" y="1377928"/>
                  </a:lnTo>
                  <a:lnTo>
                    <a:pt x="1005901" y="1377922"/>
                  </a:lnTo>
                  <a:lnTo>
                    <a:pt x="1005887" y="1377921"/>
                  </a:lnTo>
                  <a:lnTo>
                    <a:pt x="1005873" y="1377917"/>
                  </a:lnTo>
                  <a:lnTo>
                    <a:pt x="1005866" y="1377915"/>
                  </a:lnTo>
                  <a:lnTo>
                    <a:pt x="1005860" y="1377910"/>
                  </a:lnTo>
                  <a:lnTo>
                    <a:pt x="1005848" y="1377895"/>
                  </a:lnTo>
                  <a:lnTo>
                    <a:pt x="1005842" y="1377880"/>
                  </a:lnTo>
                  <a:lnTo>
                    <a:pt x="1005840" y="1377870"/>
                  </a:lnTo>
                  <a:lnTo>
                    <a:pt x="1005838" y="1377865"/>
                  </a:lnTo>
                  <a:lnTo>
                    <a:pt x="1005837" y="1377860"/>
                  </a:lnTo>
                  <a:lnTo>
                    <a:pt x="1005831" y="1377851"/>
                  </a:lnTo>
                  <a:lnTo>
                    <a:pt x="1005822" y="1377843"/>
                  </a:lnTo>
                  <a:lnTo>
                    <a:pt x="1005817" y="1377840"/>
                  </a:lnTo>
                  <a:lnTo>
                    <a:pt x="1005809" y="1377836"/>
                  </a:lnTo>
                  <a:lnTo>
                    <a:pt x="1005803" y="1377830"/>
                  </a:lnTo>
                  <a:lnTo>
                    <a:pt x="1005788" y="1377815"/>
                  </a:lnTo>
                  <a:lnTo>
                    <a:pt x="1005776" y="1377802"/>
                  </a:lnTo>
                  <a:lnTo>
                    <a:pt x="1005768" y="1377785"/>
                  </a:lnTo>
                  <a:lnTo>
                    <a:pt x="1005764" y="1377774"/>
                  </a:lnTo>
                  <a:lnTo>
                    <a:pt x="1005762" y="1377757"/>
                  </a:lnTo>
                  <a:lnTo>
                    <a:pt x="1005761" y="1377742"/>
                  </a:lnTo>
                  <a:lnTo>
                    <a:pt x="1005760" y="1377727"/>
                  </a:lnTo>
                  <a:lnTo>
                    <a:pt x="1005756" y="1377713"/>
                  </a:lnTo>
                  <a:lnTo>
                    <a:pt x="1005753" y="1377703"/>
                  </a:lnTo>
                  <a:lnTo>
                    <a:pt x="1005749" y="1377697"/>
                  </a:lnTo>
                  <a:lnTo>
                    <a:pt x="1005744" y="1377687"/>
                  </a:lnTo>
                  <a:lnTo>
                    <a:pt x="1005743" y="1377682"/>
                  </a:lnTo>
                  <a:lnTo>
                    <a:pt x="1005740" y="1377676"/>
                  </a:lnTo>
                  <a:lnTo>
                    <a:pt x="1005737" y="1377666"/>
                  </a:lnTo>
                  <a:lnTo>
                    <a:pt x="1005732" y="1377651"/>
                  </a:lnTo>
                  <a:lnTo>
                    <a:pt x="1005729" y="1377636"/>
                  </a:lnTo>
                  <a:lnTo>
                    <a:pt x="1005726" y="1377621"/>
                  </a:lnTo>
                  <a:lnTo>
                    <a:pt x="1005723" y="1377606"/>
                  </a:lnTo>
                  <a:lnTo>
                    <a:pt x="1005720" y="1377590"/>
                  </a:lnTo>
                  <a:lnTo>
                    <a:pt x="1005716" y="1377580"/>
                  </a:lnTo>
                  <a:lnTo>
                    <a:pt x="1005713" y="1377576"/>
                  </a:lnTo>
                  <a:lnTo>
                    <a:pt x="1005703" y="1377561"/>
                  </a:lnTo>
                  <a:lnTo>
                    <a:pt x="1005690" y="1377547"/>
                  </a:lnTo>
                  <a:lnTo>
                    <a:pt x="1005677" y="1377532"/>
                  </a:lnTo>
                  <a:lnTo>
                    <a:pt x="1005667" y="1377517"/>
                  </a:lnTo>
                  <a:lnTo>
                    <a:pt x="1005658" y="1377501"/>
                  </a:lnTo>
                  <a:lnTo>
                    <a:pt x="1005652" y="1377486"/>
                  </a:lnTo>
                  <a:lnTo>
                    <a:pt x="1005647" y="1377473"/>
                  </a:lnTo>
                  <a:lnTo>
                    <a:pt x="1005643" y="1377462"/>
                  </a:lnTo>
                  <a:lnTo>
                    <a:pt x="1005640" y="1377456"/>
                  </a:lnTo>
                  <a:lnTo>
                    <a:pt x="1005637" y="1377445"/>
                  </a:lnTo>
                  <a:lnTo>
                    <a:pt x="1005634" y="1377439"/>
                  </a:lnTo>
                  <a:lnTo>
                    <a:pt x="1005628" y="1377426"/>
                  </a:lnTo>
                  <a:lnTo>
                    <a:pt x="1005625" y="1377419"/>
                  </a:lnTo>
                  <a:lnTo>
                    <a:pt x="1005620" y="1377411"/>
                  </a:lnTo>
                  <a:lnTo>
                    <a:pt x="1005610" y="1377396"/>
                  </a:lnTo>
                  <a:lnTo>
                    <a:pt x="1005597" y="1377372"/>
                  </a:lnTo>
                  <a:lnTo>
                    <a:pt x="1005581" y="1377400"/>
                  </a:lnTo>
                  <a:lnTo>
                    <a:pt x="1005577" y="1377405"/>
                  </a:lnTo>
                  <a:lnTo>
                    <a:pt x="1005567" y="1377420"/>
                  </a:lnTo>
                  <a:lnTo>
                    <a:pt x="1005544" y="1377440"/>
                  </a:lnTo>
                  <a:lnTo>
                    <a:pt x="1005535" y="1377445"/>
                  </a:lnTo>
                  <a:lnTo>
                    <a:pt x="1005522" y="1377450"/>
                  </a:lnTo>
                  <a:lnTo>
                    <a:pt x="1005507" y="1377458"/>
                  </a:lnTo>
                  <a:lnTo>
                    <a:pt x="1005500" y="1377463"/>
                  </a:lnTo>
                  <a:lnTo>
                    <a:pt x="1005494" y="1377471"/>
                  </a:lnTo>
                  <a:lnTo>
                    <a:pt x="1005484" y="1377486"/>
                  </a:lnTo>
                  <a:lnTo>
                    <a:pt x="1005473" y="1377500"/>
                  </a:lnTo>
                  <a:lnTo>
                    <a:pt x="1005459" y="1377511"/>
                  </a:lnTo>
                  <a:lnTo>
                    <a:pt x="1005447" y="1377519"/>
                  </a:lnTo>
                  <a:lnTo>
                    <a:pt x="1005444" y="1377522"/>
                  </a:lnTo>
                  <a:lnTo>
                    <a:pt x="1005438" y="1377527"/>
                  </a:lnTo>
                  <a:lnTo>
                    <a:pt x="1005432" y="1377533"/>
                  </a:lnTo>
                  <a:lnTo>
                    <a:pt x="1005427" y="1377539"/>
                  </a:lnTo>
                  <a:lnTo>
                    <a:pt x="1005423" y="1377546"/>
                  </a:lnTo>
                  <a:lnTo>
                    <a:pt x="1005418" y="1377555"/>
                  </a:lnTo>
                  <a:lnTo>
                    <a:pt x="1005417" y="1377561"/>
                  </a:lnTo>
                  <a:lnTo>
                    <a:pt x="1005413" y="1377576"/>
                  </a:lnTo>
                  <a:lnTo>
                    <a:pt x="1005412" y="1377591"/>
                  </a:lnTo>
                  <a:lnTo>
                    <a:pt x="1005410" y="1377606"/>
                  </a:lnTo>
                  <a:lnTo>
                    <a:pt x="1005407" y="1377621"/>
                  </a:lnTo>
                  <a:lnTo>
                    <a:pt x="1005407" y="1377627"/>
                  </a:lnTo>
                  <a:lnTo>
                    <a:pt x="1005404" y="1377636"/>
                  </a:lnTo>
                  <a:lnTo>
                    <a:pt x="1005399" y="1377651"/>
                  </a:lnTo>
                  <a:lnTo>
                    <a:pt x="1005392" y="1377664"/>
                  </a:lnTo>
                  <a:lnTo>
                    <a:pt x="1005384" y="1377681"/>
                  </a:lnTo>
                  <a:lnTo>
                    <a:pt x="1005382" y="1377689"/>
                  </a:lnTo>
                  <a:lnTo>
                    <a:pt x="1005379" y="1377694"/>
                  </a:lnTo>
                  <a:lnTo>
                    <a:pt x="1005363" y="1377728"/>
                  </a:lnTo>
                  <a:lnTo>
                    <a:pt x="1005355" y="1377738"/>
                  </a:lnTo>
                  <a:lnTo>
                    <a:pt x="1005352" y="1377741"/>
                  </a:lnTo>
                  <a:lnTo>
                    <a:pt x="1005343" y="1377749"/>
                  </a:lnTo>
                  <a:lnTo>
                    <a:pt x="1005337" y="1377752"/>
                  </a:lnTo>
                  <a:lnTo>
                    <a:pt x="1005323" y="1377760"/>
                  </a:lnTo>
                  <a:lnTo>
                    <a:pt x="1005309" y="1377769"/>
                  </a:lnTo>
                  <a:lnTo>
                    <a:pt x="1005295" y="1377778"/>
                  </a:lnTo>
                  <a:lnTo>
                    <a:pt x="1005287" y="1377781"/>
                  </a:lnTo>
                  <a:lnTo>
                    <a:pt x="1005280" y="1377782"/>
                  </a:lnTo>
                  <a:lnTo>
                    <a:pt x="1005266" y="1377781"/>
                  </a:lnTo>
                  <a:lnTo>
                    <a:pt x="1005258" y="1377773"/>
                  </a:lnTo>
                  <a:lnTo>
                    <a:pt x="1005254" y="1377767"/>
                  </a:lnTo>
                  <a:lnTo>
                    <a:pt x="1005248" y="1377761"/>
                  </a:lnTo>
                  <a:lnTo>
                    <a:pt x="1005239" y="1377758"/>
                  </a:lnTo>
                  <a:lnTo>
                    <a:pt x="1005225" y="1377754"/>
                  </a:lnTo>
                  <a:lnTo>
                    <a:pt x="1005211" y="1377750"/>
                  </a:lnTo>
                  <a:lnTo>
                    <a:pt x="1005202" y="1377748"/>
                  </a:lnTo>
                  <a:lnTo>
                    <a:pt x="1005197" y="1377745"/>
                  </a:lnTo>
                  <a:lnTo>
                    <a:pt x="1005182" y="1377742"/>
                  </a:lnTo>
                  <a:lnTo>
                    <a:pt x="1005168" y="1377737"/>
                  </a:lnTo>
                  <a:lnTo>
                    <a:pt x="1005154" y="1377733"/>
                  </a:lnTo>
                  <a:lnTo>
                    <a:pt x="1005140" y="1377729"/>
                  </a:lnTo>
                  <a:lnTo>
                    <a:pt x="1005132" y="1377725"/>
                  </a:lnTo>
                  <a:lnTo>
                    <a:pt x="1005126" y="1377724"/>
                  </a:lnTo>
                  <a:lnTo>
                    <a:pt x="1005113" y="1377718"/>
                  </a:lnTo>
                  <a:lnTo>
                    <a:pt x="1005097" y="1377713"/>
                  </a:lnTo>
                  <a:lnTo>
                    <a:pt x="1005083" y="1377708"/>
                  </a:lnTo>
                  <a:lnTo>
                    <a:pt x="1005069" y="1377702"/>
                  </a:lnTo>
                  <a:lnTo>
                    <a:pt x="1005054" y="1377697"/>
                  </a:lnTo>
                  <a:lnTo>
                    <a:pt x="1005040" y="1377691"/>
                  </a:lnTo>
                  <a:lnTo>
                    <a:pt x="1005026" y="1377685"/>
                  </a:lnTo>
                  <a:lnTo>
                    <a:pt x="1005013" y="1377680"/>
                  </a:lnTo>
                  <a:lnTo>
                    <a:pt x="1004998" y="1377680"/>
                  </a:lnTo>
                  <a:lnTo>
                    <a:pt x="1004984" y="1377687"/>
                  </a:lnTo>
                  <a:lnTo>
                    <a:pt x="1004965" y="1377711"/>
                  </a:lnTo>
                  <a:lnTo>
                    <a:pt x="1004961" y="1377717"/>
                  </a:lnTo>
                  <a:lnTo>
                    <a:pt x="1004953" y="1377718"/>
                  </a:lnTo>
                  <a:lnTo>
                    <a:pt x="1004948" y="1377717"/>
                  </a:lnTo>
                  <a:lnTo>
                    <a:pt x="1004940" y="1377711"/>
                  </a:lnTo>
                  <a:lnTo>
                    <a:pt x="1004923" y="1377699"/>
                  </a:lnTo>
                  <a:lnTo>
                    <a:pt x="1004910" y="1377693"/>
                  </a:lnTo>
                  <a:lnTo>
                    <a:pt x="1004896" y="1377689"/>
                  </a:lnTo>
                  <a:lnTo>
                    <a:pt x="1004889" y="1377686"/>
                  </a:lnTo>
                  <a:lnTo>
                    <a:pt x="1004882" y="1377686"/>
                  </a:lnTo>
                  <a:lnTo>
                    <a:pt x="1004872" y="1377686"/>
                  </a:lnTo>
                  <a:lnTo>
                    <a:pt x="1004867" y="1377688"/>
                  </a:lnTo>
                  <a:lnTo>
                    <a:pt x="1004855" y="1377695"/>
                  </a:lnTo>
                  <a:lnTo>
                    <a:pt x="1004839" y="1377705"/>
                  </a:lnTo>
                  <a:lnTo>
                    <a:pt x="1004825" y="1377707"/>
                  </a:lnTo>
                  <a:lnTo>
                    <a:pt x="1004817" y="1377707"/>
                  </a:lnTo>
                  <a:lnTo>
                    <a:pt x="1004810" y="1377709"/>
                  </a:lnTo>
                  <a:lnTo>
                    <a:pt x="1004796" y="1377712"/>
                  </a:lnTo>
                  <a:lnTo>
                    <a:pt x="1004782" y="1377716"/>
                  </a:lnTo>
                  <a:lnTo>
                    <a:pt x="1004767" y="1377720"/>
                  </a:lnTo>
                  <a:lnTo>
                    <a:pt x="1004753" y="1377723"/>
                  </a:lnTo>
                  <a:lnTo>
                    <a:pt x="1004739" y="1377725"/>
                  </a:lnTo>
                  <a:lnTo>
                    <a:pt x="1004725" y="1377726"/>
                  </a:lnTo>
                  <a:lnTo>
                    <a:pt x="1004711" y="1377726"/>
                  </a:lnTo>
                  <a:lnTo>
                    <a:pt x="1004696" y="1377726"/>
                  </a:lnTo>
                  <a:lnTo>
                    <a:pt x="1004687" y="1377725"/>
                  </a:lnTo>
                  <a:lnTo>
                    <a:pt x="1004672" y="1377728"/>
                  </a:lnTo>
                  <a:lnTo>
                    <a:pt x="1004668" y="1377731"/>
                  </a:lnTo>
                  <a:lnTo>
                    <a:pt x="1004653" y="1377737"/>
                  </a:lnTo>
                  <a:lnTo>
                    <a:pt x="1004639" y="1377743"/>
                  </a:lnTo>
                  <a:lnTo>
                    <a:pt x="1004625" y="1377748"/>
                  </a:lnTo>
                  <a:lnTo>
                    <a:pt x="1004618" y="1377751"/>
                  </a:lnTo>
                  <a:lnTo>
                    <a:pt x="1004613" y="1377754"/>
                  </a:lnTo>
                  <a:lnTo>
                    <a:pt x="1004596" y="1377761"/>
                  </a:lnTo>
                  <a:lnTo>
                    <a:pt x="1004584" y="1377767"/>
                  </a:lnTo>
                  <a:lnTo>
                    <a:pt x="1004569" y="1377772"/>
                  </a:lnTo>
                  <a:lnTo>
                    <a:pt x="1004554" y="1377779"/>
                  </a:lnTo>
                  <a:lnTo>
                    <a:pt x="1004539" y="1377788"/>
                  </a:lnTo>
                  <a:lnTo>
                    <a:pt x="1004526" y="1377798"/>
                  </a:lnTo>
                  <a:lnTo>
                    <a:pt x="1004513" y="1377808"/>
                  </a:lnTo>
                  <a:lnTo>
                    <a:pt x="1004499" y="1377824"/>
                  </a:lnTo>
                  <a:lnTo>
                    <a:pt x="1004494" y="1377831"/>
                  </a:lnTo>
                  <a:lnTo>
                    <a:pt x="1004491" y="1377835"/>
                  </a:lnTo>
                  <a:lnTo>
                    <a:pt x="1004481" y="1377858"/>
                  </a:lnTo>
                  <a:lnTo>
                    <a:pt x="1004475" y="1377874"/>
                  </a:lnTo>
                  <a:lnTo>
                    <a:pt x="1004469" y="1377888"/>
                  </a:lnTo>
                  <a:lnTo>
                    <a:pt x="1004462" y="1377903"/>
                  </a:lnTo>
                  <a:lnTo>
                    <a:pt x="1004456" y="1377918"/>
                  </a:lnTo>
                  <a:lnTo>
                    <a:pt x="1004450" y="1377933"/>
                  </a:lnTo>
                  <a:lnTo>
                    <a:pt x="1004446" y="1377948"/>
                  </a:lnTo>
                  <a:lnTo>
                    <a:pt x="1004440" y="1377958"/>
                  </a:lnTo>
                  <a:lnTo>
                    <a:pt x="1004435" y="1377963"/>
                  </a:lnTo>
                  <a:lnTo>
                    <a:pt x="1004429" y="1377969"/>
                  </a:lnTo>
                  <a:lnTo>
                    <a:pt x="1004422" y="1377975"/>
                  </a:lnTo>
                  <a:lnTo>
                    <a:pt x="1004409" y="1377987"/>
                  </a:lnTo>
                  <a:lnTo>
                    <a:pt x="1004397" y="1378002"/>
                  </a:lnTo>
                  <a:lnTo>
                    <a:pt x="1004392" y="1378009"/>
                  </a:lnTo>
                  <a:lnTo>
                    <a:pt x="1004390" y="1378017"/>
                  </a:lnTo>
                  <a:lnTo>
                    <a:pt x="1004383" y="1378032"/>
                  </a:lnTo>
                  <a:lnTo>
                    <a:pt x="1004376" y="1378046"/>
                  </a:lnTo>
                  <a:lnTo>
                    <a:pt x="1004350" y="1378070"/>
                  </a:lnTo>
                  <a:lnTo>
                    <a:pt x="1004346" y="1378073"/>
                  </a:lnTo>
                  <a:lnTo>
                    <a:pt x="1004331" y="1378083"/>
                  </a:lnTo>
                  <a:lnTo>
                    <a:pt x="1004317" y="1378094"/>
                  </a:lnTo>
                  <a:lnTo>
                    <a:pt x="1004305" y="1378103"/>
                  </a:lnTo>
                  <a:lnTo>
                    <a:pt x="1004289" y="1378116"/>
                  </a:lnTo>
                  <a:lnTo>
                    <a:pt x="1004275" y="1378128"/>
                  </a:lnTo>
                  <a:lnTo>
                    <a:pt x="1004261" y="1378141"/>
                  </a:lnTo>
                  <a:lnTo>
                    <a:pt x="1004225" y="1378168"/>
                  </a:lnTo>
                  <a:lnTo>
                    <a:pt x="1004250" y="1378195"/>
                  </a:lnTo>
                  <a:lnTo>
                    <a:pt x="1004264" y="1378206"/>
                  </a:lnTo>
                  <a:lnTo>
                    <a:pt x="1004272" y="1378215"/>
                  </a:lnTo>
                  <a:lnTo>
                    <a:pt x="1004275" y="1378221"/>
                  </a:lnTo>
                  <a:lnTo>
                    <a:pt x="1004275" y="1378226"/>
                  </a:lnTo>
                  <a:lnTo>
                    <a:pt x="1004267" y="1378236"/>
                  </a:lnTo>
                  <a:lnTo>
                    <a:pt x="1004255" y="1378251"/>
                  </a:lnTo>
                  <a:lnTo>
                    <a:pt x="1004250" y="1378257"/>
                  </a:lnTo>
                  <a:lnTo>
                    <a:pt x="1004244" y="1378265"/>
                  </a:lnTo>
                  <a:lnTo>
                    <a:pt x="1004236" y="1378276"/>
                  </a:lnTo>
                  <a:lnTo>
                    <a:pt x="1004232" y="1378278"/>
                  </a:lnTo>
                  <a:lnTo>
                    <a:pt x="1004225" y="1378280"/>
                  </a:lnTo>
                  <a:lnTo>
                    <a:pt x="1004218" y="1378280"/>
                  </a:lnTo>
                  <a:lnTo>
                    <a:pt x="1004203" y="1378275"/>
                  </a:lnTo>
                  <a:lnTo>
                    <a:pt x="1004188" y="1378265"/>
                  </a:lnTo>
                  <a:lnTo>
                    <a:pt x="1004175" y="1378258"/>
                  </a:lnTo>
                  <a:lnTo>
                    <a:pt x="1004161" y="1378249"/>
                  </a:lnTo>
                  <a:lnTo>
                    <a:pt x="1004146" y="1378239"/>
                  </a:lnTo>
                  <a:lnTo>
                    <a:pt x="1004132" y="1378230"/>
                  </a:lnTo>
                  <a:lnTo>
                    <a:pt x="1004118" y="1378218"/>
                  </a:lnTo>
                  <a:lnTo>
                    <a:pt x="1004104" y="1378205"/>
                  </a:lnTo>
                  <a:lnTo>
                    <a:pt x="1004091" y="1378192"/>
                  </a:lnTo>
                  <a:lnTo>
                    <a:pt x="1004079" y="1378178"/>
                  </a:lnTo>
                  <a:lnTo>
                    <a:pt x="1004049" y="1378140"/>
                  </a:lnTo>
                  <a:lnTo>
                    <a:pt x="1004036" y="1378126"/>
                  </a:lnTo>
                  <a:lnTo>
                    <a:pt x="1004022" y="1378113"/>
                  </a:lnTo>
                  <a:lnTo>
                    <a:pt x="1004007" y="1378102"/>
                  </a:lnTo>
                  <a:lnTo>
                    <a:pt x="1003993" y="1378096"/>
                  </a:lnTo>
                  <a:lnTo>
                    <a:pt x="1003989" y="1378096"/>
                  </a:lnTo>
                  <a:lnTo>
                    <a:pt x="1003979" y="1378091"/>
                  </a:lnTo>
                  <a:lnTo>
                    <a:pt x="1003965" y="1378083"/>
                  </a:lnTo>
                  <a:lnTo>
                    <a:pt x="1003950" y="1378075"/>
                  </a:lnTo>
                  <a:lnTo>
                    <a:pt x="1003945" y="1378072"/>
                  </a:lnTo>
                  <a:lnTo>
                    <a:pt x="1003936" y="1378064"/>
                  </a:lnTo>
                  <a:lnTo>
                    <a:pt x="1003924" y="1378053"/>
                  </a:lnTo>
                  <a:lnTo>
                    <a:pt x="1003909" y="1378047"/>
                  </a:lnTo>
                  <a:lnTo>
                    <a:pt x="1003894" y="1378044"/>
                  </a:lnTo>
                  <a:lnTo>
                    <a:pt x="1003882" y="1378041"/>
                  </a:lnTo>
                  <a:lnTo>
                    <a:pt x="1003866" y="1378037"/>
                  </a:lnTo>
                  <a:lnTo>
                    <a:pt x="1003852" y="1378032"/>
                  </a:lnTo>
                  <a:lnTo>
                    <a:pt x="1003838" y="1378027"/>
                  </a:lnTo>
                  <a:lnTo>
                    <a:pt x="1003823" y="1378022"/>
                  </a:lnTo>
                  <a:lnTo>
                    <a:pt x="1003809" y="1378016"/>
                  </a:lnTo>
                  <a:lnTo>
                    <a:pt x="1003795" y="1378008"/>
                  </a:lnTo>
                  <a:lnTo>
                    <a:pt x="1003781" y="1377998"/>
                  </a:lnTo>
                  <a:lnTo>
                    <a:pt x="1003767" y="1377984"/>
                  </a:lnTo>
                  <a:lnTo>
                    <a:pt x="1003764" y="1377977"/>
                  </a:lnTo>
                  <a:lnTo>
                    <a:pt x="1003762" y="1377968"/>
                  </a:lnTo>
                  <a:lnTo>
                    <a:pt x="1003757" y="1377953"/>
                  </a:lnTo>
                  <a:lnTo>
                    <a:pt x="1003752" y="1377938"/>
                  </a:lnTo>
                  <a:lnTo>
                    <a:pt x="1003748" y="1377931"/>
                  </a:lnTo>
                  <a:lnTo>
                    <a:pt x="1003741" y="1377926"/>
                  </a:lnTo>
                  <a:lnTo>
                    <a:pt x="1003727" y="1377920"/>
                  </a:lnTo>
                  <a:lnTo>
                    <a:pt x="1003722" y="1377917"/>
                  </a:lnTo>
                  <a:lnTo>
                    <a:pt x="1003713" y="1377907"/>
                  </a:lnTo>
                  <a:lnTo>
                    <a:pt x="1003707" y="1377892"/>
                  </a:lnTo>
                  <a:lnTo>
                    <a:pt x="1003699" y="1377877"/>
                  </a:lnTo>
                  <a:lnTo>
                    <a:pt x="1003693" y="1377869"/>
                  </a:lnTo>
                  <a:lnTo>
                    <a:pt x="1003686" y="1377863"/>
                  </a:lnTo>
                  <a:lnTo>
                    <a:pt x="1003673" y="1377850"/>
                  </a:lnTo>
                  <a:lnTo>
                    <a:pt x="1003662" y="1377836"/>
                  </a:lnTo>
                  <a:lnTo>
                    <a:pt x="1003647" y="1377822"/>
                  </a:lnTo>
                  <a:lnTo>
                    <a:pt x="1003634" y="1377809"/>
                  </a:lnTo>
                  <a:lnTo>
                    <a:pt x="1003624" y="1377794"/>
                  </a:lnTo>
                  <a:lnTo>
                    <a:pt x="1003613" y="1377779"/>
                  </a:lnTo>
                  <a:lnTo>
                    <a:pt x="1003608" y="1377772"/>
                  </a:lnTo>
                  <a:lnTo>
                    <a:pt x="1003601" y="1377767"/>
                  </a:lnTo>
                  <a:lnTo>
                    <a:pt x="1003587" y="1377756"/>
                  </a:lnTo>
                  <a:lnTo>
                    <a:pt x="1003573" y="1377748"/>
                  </a:lnTo>
                  <a:lnTo>
                    <a:pt x="1003560" y="1377742"/>
                  </a:lnTo>
                  <a:lnTo>
                    <a:pt x="1003544" y="1377735"/>
                  </a:lnTo>
                  <a:lnTo>
                    <a:pt x="1003530" y="1377729"/>
                  </a:lnTo>
                  <a:lnTo>
                    <a:pt x="1003520" y="1377725"/>
                  </a:lnTo>
                  <a:lnTo>
                    <a:pt x="1003515" y="1377723"/>
                  </a:lnTo>
                  <a:lnTo>
                    <a:pt x="1003501" y="1377716"/>
                  </a:lnTo>
                  <a:lnTo>
                    <a:pt x="1003487" y="1377707"/>
                  </a:lnTo>
                  <a:lnTo>
                    <a:pt x="1003473" y="1377698"/>
                  </a:lnTo>
                  <a:lnTo>
                    <a:pt x="1003459" y="1377689"/>
                  </a:lnTo>
                  <a:lnTo>
                    <a:pt x="1003444" y="1377683"/>
                  </a:lnTo>
                  <a:lnTo>
                    <a:pt x="1003432" y="1377677"/>
                  </a:lnTo>
                  <a:lnTo>
                    <a:pt x="1003421" y="1377671"/>
                  </a:lnTo>
                  <a:lnTo>
                    <a:pt x="1003418" y="1377666"/>
                  </a:lnTo>
                  <a:lnTo>
                    <a:pt x="1003411" y="1377653"/>
                  </a:lnTo>
                  <a:lnTo>
                    <a:pt x="1003403" y="1377636"/>
                  </a:lnTo>
                  <a:lnTo>
                    <a:pt x="1003392" y="1377621"/>
                  </a:lnTo>
                  <a:lnTo>
                    <a:pt x="1003382" y="1377606"/>
                  </a:lnTo>
                  <a:lnTo>
                    <a:pt x="1003374" y="1377598"/>
                  </a:lnTo>
                  <a:lnTo>
                    <a:pt x="1003369" y="1377596"/>
                  </a:lnTo>
                  <a:lnTo>
                    <a:pt x="1003359" y="1377587"/>
                  </a:lnTo>
                  <a:lnTo>
                    <a:pt x="1003357" y="1377583"/>
                  </a:lnTo>
                  <a:lnTo>
                    <a:pt x="1003347" y="1377568"/>
                  </a:lnTo>
                  <a:lnTo>
                    <a:pt x="1003338" y="1377553"/>
                  </a:lnTo>
                  <a:lnTo>
                    <a:pt x="1003329" y="1377538"/>
                  </a:lnTo>
                  <a:lnTo>
                    <a:pt x="1003317" y="1377523"/>
                  </a:lnTo>
                  <a:lnTo>
                    <a:pt x="1003303" y="1377510"/>
                  </a:lnTo>
                  <a:lnTo>
                    <a:pt x="1003290" y="1377500"/>
                  </a:lnTo>
                  <a:lnTo>
                    <a:pt x="1003274" y="1377496"/>
                  </a:lnTo>
                  <a:lnTo>
                    <a:pt x="1003242" y="1377505"/>
                  </a:lnTo>
                  <a:lnTo>
                    <a:pt x="1003231" y="1377497"/>
                  </a:lnTo>
                  <a:lnTo>
                    <a:pt x="1003219" y="1377475"/>
                  </a:lnTo>
                  <a:lnTo>
                    <a:pt x="1003213" y="1377460"/>
                  </a:lnTo>
                  <a:lnTo>
                    <a:pt x="1003214" y="1377445"/>
                  </a:lnTo>
                  <a:lnTo>
                    <a:pt x="1003216" y="1377425"/>
                  </a:lnTo>
                  <a:lnTo>
                    <a:pt x="1003222" y="1377413"/>
                  </a:lnTo>
                  <a:lnTo>
                    <a:pt x="1003229" y="1377397"/>
                  </a:lnTo>
                  <a:lnTo>
                    <a:pt x="1003229" y="1377391"/>
                  </a:lnTo>
                  <a:lnTo>
                    <a:pt x="1003226" y="1377386"/>
                  </a:lnTo>
                  <a:lnTo>
                    <a:pt x="1003213" y="1377377"/>
                  </a:lnTo>
                  <a:lnTo>
                    <a:pt x="1003192" y="1377357"/>
                  </a:lnTo>
                  <a:lnTo>
                    <a:pt x="1003171" y="1377337"/>
                  </a:lnTo>
                  <a:lnTo>
                    <a:pt x="1003138" y="1377312"/>
                  </a:lnTo>
                  <a:lnTo>
                    <a:pt x="1003120" y="1377291"/>
                  </a:lnTo>
                  <a:lnTo>
                    <a:pt x="1003077" y="1377246"/>
                  </a:lnTo>
                  <a:lnTo>
                    <a:pt x="1003065" y="1377229"/>
                  </a:lnTo>
                  <a:lnTo>
                    <a:pt x="1003059" y="1377214"/>
                  </a:lnTo>
                  <a:lnTo>
                    <a:pt x="1003060" y="1377204"/>
                  </a:lnTo>
                  <a:lnTo>
                    <a:pt x="1003068" y="1377171"/>
                  </a:lnTo>
                  <a:lnTo>
                    <a:pt x="1003080" y="1377130"/>
                  </a:lnTo>
                  <a:lnTo>
                    <a:pt x="1003093" y="1377086"/>
                  </a:lnTo>
                  <a:lnTo>
                    <a:pt x="1003098" y="1377067"/>
                  </a:lnTo>
                  <a:lnTo>
                    <a:pt x="1003092" y="1377038"/>
                  </a:lnTo>
                  <a:lnTo>
                    <a:pt x="1003087" y="1377021"/>
                  </a:lnTo>
                  <a:lnTo>
                    <a:pt x="1003075" y="1376992"/>
                  </a:lnTo>
                  <a:lnTo>
                    <a:pt x="1003060" y="1376981"/>
                  </a:lnTo>
                  <a:lnTo>
                    <a:pt x="1003039" y="1376976"/>
                  </a:lnTo>
                  <a:lnTo>
                    <a:pt x="1003026" y="1376975"/>
                  </a:lnTo>
                  <a:lnTo>
                    <a:pt x="1003009" y="1376971"/>
                  </a:lnTo>
                  <a:lnTo>
                    <a:pt x="1002989" y="1376969"/>
                  </a:lnTo>
                  <a:lnTo>
                    <a:pt x="1002971" y="1376975"/>
                  </a:lnTo>
                  <a:lnTo>
                    <a:pt x="1002934" y="1376999"/>
                  </a:lnTo>
                  <a:lnTo>
                    <a:pt x="1002909" y="1377009"/>
                  </a:lnTo>
                  <a:lnTo>
                    <a:pt x="1002886" y="1377009"/>
                  </a:lnTo>
                  <a:lnTo>
                    <a:pt x="1002870" y="1377005"/>
                  </a:lnTo>
                  <a:lnTo>
                    <a:pt x="1002842" y="1376989"/>
                  </a:lnTo>
                  <a:lnTo>
                    <a:pt x="1002818" y="1376976"/>
                  </a:lnTo>
                  <a:lnTo>
                    <a:pt x="1002805" y="1376976"/>
                  </a:lnTo>
                  <a:lnTo>
                    <a:pt x="1002784" y="1376979"/>
                  </a:lnTo>
                  <a:lnTo>
                    <a:pt x="1002755" y="1376991"/>
                  </a:lnTo>
                  <a:lnTo>
                    <a:pt x="1002733" y="1376999"/>
                  </a:lnTo>
                  <a:lnTo>
                    <a:pt x="1002710" y="1377002"/>
                  </a:lnTo>
                  <a:lnTo>
                    <a:pt x="1002694" y="1377002"/>
                  </a:lnTo>
                  <a:lnTo>
                    <a:pt x="1002678" y="1376993"/>
                  </a:lnTo>
                  <a:lnTo>
                    <a:pt x="1002661" y="1376979"/>
                  </a:lnTo>
                  <a:lnTo>
                    <a:pt x="1002646" y="1376954"/>
                  </a:lnTo>
                  <a:lnTo>
                    <a:pt x="1002636" y="1376918"/>
                  </a:lnTo>
                  <a:lnTo>
                    <a:pt x="1002632" y="1376892"/>
                  </a:lnTo>
                  <a:lnTo>
                    <a:pt x="1002631" y="1376880"/>
                  </a:lnTo>
                  <a:lnTo>
                    <a:pt x="1002619" y="1376866"/>
                  </a:lnTo>
                  <a:lnTo>
                    <a:pt x="1002608" y="1376855"/>
                  </a:lnTo>
                  <a:lnTo>
                    <a:pt x="1002604" y="1376843"/>
                  </a:lnTo>
                  <a:lnTo>
                    <a:pt x="1002604" y="1376838"/>
                  </a:lnTo>
                  <a:lnTo>
                    <a:pt x="1002617" y="1376823"/>
                  </a:lnTo>
                  <a:lnTo>
                    <a:pt x="1002629" y="1376797"/>
                  </a:lnTo>
                  <a:lnTo>
                    <a:pt x="1002638" y="1376765"/>
                  </a:lnTo>
                  <a:lnTo>
                    <a:pt x="1002640" y="1376755"/>
                  </a:lnTo>
                  <a:lnTo>
                    <a:pt x="1002631" y="1376742"/>
                  </a:lnTo>
                  <a:lnTo>
                    <a:pt x="1002620" y="1376735"/>
                  </a:lnTo>
                  <a:lnTo>
                    <a:pt x="1002619" y="1376727"/>
                  </a:lnTo>
                  <a:lnTo>
                    <a:pt x="1002624" y="1376704"/>
                  </a:lnTo>
                  <a:lnTo>
                    <a:pt x="1002627" y="1376688"/>
                  </a:lnTo>
                  <a:lnTo>
                    <a:pt x="1002626" y="1376679"/>
                  </a:lnTo>
                  <a:lnTo>
                    <a:pt x="1002613" y="1376675"/>
                  </a:lnTo>
                  <a:lnTo>
                    <a:pt x="1002599" y="1376668"/>
                  </a:lnTo>
                  <a:lnTo>
                    <a:pt x="1002591" y="1376654"/>
                  </a:lnTo>
                  <a:lnTo>
                    <a:pt x="1002577" y="1376636"/>
                  </a:lnTo>
                  <a:lnTo>
                    <a:pt x="1002560" y="1376629"/>
                  </a:lnTo>
                  <a:lnTo>
                    <a:pt x="1002535" y="1376618"/>
                  </a:lnTo>
                  <a:lnTo>
                    <a:pt x="1002519" y="1376600"/>
                  </a:lnTo>
                  <a:lnTo>
                    <a:pt x="1002513" y="1376592"/>
                  </a:lnTo>
                  <a:lnTo>
                    <a:pt x="1002503" y="1376592"/>
                  </a:lnTo>
                  <a:lnTo>
                    <a:pt x="1002491" y="1376588"/>
                  </a:lnTo>
                  <a:lnTo>
                    <a:pt x="1002479" y="1376581"/>
                  </a:lnTo>
                  <a:lnTo>
                    <a:pt x="1002459" y="1376573"/>
                  </a:lnTo>
                  <a:lnTo>
                    <a:pt x="1002445" y="1376572"/>
                  </a:lnTo>
                  <a:lnTo>
                    <a:pt x="1002431" y="1376575"/>
                  </a:lnTo>
                  <a:lnTo>
                    <a:pt x="1002412" y="1376582"/>
                  </a:lnTo>
                  <a:lnTo>
                    <a:pt x="1002399" y="1376590"/>
                  </a:lnTo>
                  <a:lnTo>
                    <a:pt x="1002380" y="1376610"/>
                  </a:lnTo>
                  <a:lnTo>
                    <a:pt x="1002366" y="1376616"/>
                  </a:lnTo>
                  <a:lnTo>
                    <a:pt x="1002359" y="1376614"/>
                  </a:lnTo>
                  <a:lnTo>
                    <a:pt x="1002348" y="1376604"/>
                  </a:lnTo>
                  <a:lnTo>
                    <a:pt x="1002329" y="1376588"/>
                  </a:lnTo>
                  <a:lnTo>
                    <a:pt x="1002317" y="1376585"/>
                  </a:lnTo>
                  <a:lnTo>
                    <a:pt x="1002294" y="1376582"/>
                  </a:lnTo>
                  <a:lnTo>
                    <a:pt x="1002266" y="1376580"/>
                  </a:lnTo>
                  <a:lnTo>
                    <a:pt x="1002249" y="1376588"/>
                  </a:lnTo>
                  <a:lnTo>
                    <a:pt x="1002235" y="1376590"/>
                  </a:lnTo>
                  <a:lnTo>
                    <a:pt x="1002198" y="1376593"/>
                  </a:lnTo>
                  <a:lnTo>
                    <a:pt x="1002187" y="1376600"/>
                  </a:lnTo>
                  <a:lnTo>
                    <a:pt x="1002167" y="1376618"/>
                  </a:lnTo>
                  <a:lnTo>
                    <a:pt x="1002153" y="1376636"/>
                  </a:lnTo>
                  <a:lnTo>
                    <a:pt x="1002142" y="1376663"/>
                  </a:lnTo>
                  <a:lnTo>
                    <a:pt x="1002129" y="1376678"/>
                  </a:lnTo>
                  <a:lnTo>
                    <a:pt x="1002107" y="1376700"/>
                  </a:lnTo>
                  <a:lnTo>
                    <a:pt x="1002077" y="1376724"/>
                  </a:lnTo>
                  <a:lnTo>
                    <a:pt x="1002040" y="1376752"/>
                  </a:lnTo>
                  <a:lnTo>
                    <a:pt x="1002021" y="1376762"/>
                  </a:lnTo>
                  <a:lnTo>
                    <a:pt x="1001979" y="1376784"/>
                  </a:lnTo>
                  <a:lnTo>
                    <a:pt x="1001962" y="1376792"/>
                  </a:lnTo>
                  <a:lnTo>
                    <a:pt x="1001944" y="1376801"/>
                  </a:lnTo>
                  <a:lnTo>
                    <a:pt x="1001925" y="1376814"/>
                  </a:lnTo>
                  <a:lnTo>
                    <a:pt x="1001906" y="1376834"/>
                  </a:lnTo>
                  <a:lnTo>
                    <a:pt x="1001893" y="1376861"/>
                  </a:lnTo>
                  <a:lnTo>
                    <a:pt x="1001853" y="1376915"/>
                  </a:lnTo>
                  <a:lnTo>
                    <a:pt x="1001838" y="1376942"/>
                  </a:lnTo>
                  <a:lnTo>
                    <a:pt x="1001830" y="1376960"/>
                  </a:lnTo>
                  <a:lnTo>
                    <a:pt x="1001806" y="1376986"/>
                  </a:lnTo>
                  <a:lnTo>
                    <a:pt x="1001791" y="1377001"/>
                  </a:lnTo>
                  <a:lnTo>
                    <a:pt x="1001767" y="1377022"/>
                  </a:lnTo>
                  <a:lnTo>
                    <a:pt x="1001740" y="1377040"/>
                  </a:lnTo>
                  <a:lnTo>
                    <a:pt x="1001706" y="1377055"/>
                  </a:lnTo>
                  <a:lnTo>
                    <a:pt x="1001664" y="1377084"/>
                  </a:lnTo>
                  <a:lnTo>
                    <a:pt x="1001634" y="1377097"/>
                  </a:lnTo>
                  <a:lnTo>
                    <a:pt x="1001592" y="1377113"/>
                  </a:lnTo>
                  <a:lnTo>
                    <a:pt x="1001583" y="1377127"/>
                  </a:lnTo>
                  <a:lnTo>
                    <a:pt x="1001579" y="1377144"/>
                  </a:lnTo>
                  <a:lnTo>
                    <a:pt x="1001579" y="1377168"/>
                  </a:lnTo>
                  <a:lnTo>
                    <a:pt x="1001575" y="1377189"/>
                  </a:lnTo>
                  <a:lnTo>
                    <a:pt x="1001567" y="1377210"/>
                  </a:lnTo>
                  <a:lnTo>
                    <a:pt x="1001559" y="1377263"/>
                  </a:lnTo>
                  <a:lnTo>
                    <a:pt x="1001559" y="1377306"/>
                  </a:lnTo>
                  <a:lnTo>
                    <a:pt x="1001551" y="1377331"/>
                  </a:lnTo>
                  <a:lnTo>
                    <a:pt x="1001540" y="1377346"/>
                  </a:lnTo>
                  <a:lnTo>
                    <a:pt x="1001526" y="1377353"/>
                  </a:lnTo>
                  <a:lnTo>
                    <a:pt x="1001510" y="1377356"/>
                  </a:lnTo>
                  <a:lnTo>
                    <a:pt x="1001483" y="1377363"/>
                  </a:lnTo>
                  <a:lnTo>
                    <a:pt x="1001442" y="1377374"/>
                  </a:lnTo>
                  <a:lnTo>
                    <a:pt x="1001420" y="1377383"/>
                  </a:lnTo>
                  <a:lnTo>
                    <a:pt x="1001408" y="1377393"/>
                  </a:lnTo>
                  <a:lnTo>
                    <a:pt x="1001390" y="1377403"/>
                  </a:lnTo>
                  <a:lnTo>
                    <a:pt x="1001354" y="1377413"/>
                  </a:lnTo>
                  <a:lnTo>
                    <a:pt x="1001336" y="1377427"/>
                  </a:lnTo>
                  <a:lnTo>
                    <a:pt x="1001327" y="1377445"/>
                  </a:lnTo>
                  <a:lnTo>
                    <a:pt x="1001321" y="1377462"/>
                  </a:lnTo>
                  <a:lnTo>
                    <a:pt x="1001323" y="1377470"/>
                  </a:lnTo>
                  <a:lnTo>
                    <a:pt x="1001333" y="1377486"/>
                  </a:lnTo>
                  <a:lnTo>
                    <a:pt x="1001337" y="1377502"/>
                  </a:lnTo>
                  <a:lnTo>
                    <a:pt x="1001336" y="1377515"/>
                  </a:lnTo>
                  <a:lnTo>
                    <a:pt x="1001327" y="1377518"/>
                  </a:lnTo>
                  <a:lnTo>
                    <a:pt x="1001304" y="1377516"/>
                  </a:lnTo>
                  <a:lnTo>
                    <a:pt x="1001263" y="1377534"/>
                  </a:lnTo>
                  <a:lnTo>
                    <a:pt x="1001234" y="1377552"/>
                  </a:lnTo>
                  <a:lnTo>
                    <a:pt x="1001204" y="1377560"/>
                  </a:lnTo>
                  <a:lnTo>
                    <a:pt x="1001164" y="1377571"/>
                  </a:lnTo>
                  <a:lnTo>
                    <a:pt x="1001136" y="1377575"/>
                  </a:lnTo>
                  <a:lnTo>
                    <a:pt x="1001110" y="1377579"/>
                  </a:lnTo>
                  <a:lnTo>
                    <a:pt x="1001091" y="1377587"/>
                  </a:lnTo>
                  <a:lnTo>
                    <a:pt x="1001072" y="1377591"/>
                  </a:lnTo>
                  <a:lnTo>
                    <a:pt x="1001057" y="1377591"/>
                  </a:lnTo>
                  <a:lnTo>
                    <a:pt x="1001039" y="1377584"/>
                  </a:lnTo>
                  <a:lnTo>
                    <a:pt x="1001016" y="1377569"/>
                  </a:lnTo>
                  <a:lnTo>
                    <a:pt x="1000989" y="1377550"/>
                  </a:lnTo>
                  <a:lnTo>
                    <a:pt x="1000973" y="1377547"/>
                  </a:lnTo>
                  <a:lnTo>
                    <a:pt x="1000962" y="1377547"/>
                  </a:lnTo>
                  <a:lnTo>
                    <a:pt x="1000949" y="1377557"/>
                  </a:lnTo>
                  <a:lnTo>
                    <a:pt x="1000922" y="1377585"/>
                  </a:lnTo>
                  <a:lnTo>
                    <a:pt x="1000888" y="1377617"/>
                  </a:lnTo>
                  <a:lnTo>
                    <a:pt x="1000855" y="1377648"/>
                  </a:lnTo>
                  <a:lnTo>
                    <a:pt x="1000846" y="1377654"/>
                  </a:lnTo>
                  <a:lnTo>
                    <a:pt x="1000832" y="1377656"/>
                  </a:lnTo>
                  <a:lnTo>
                    <a:pt x="1000799" y="1377661"/>
                  </a:lnTo>
                  <a:lnTo>
                    <a:pt x="1000765" y="1377674"/>
                  </a:lnTo>
                  <a:lnTo>
                    <a:pt x="1000750" y="1377702"/>
                  </a:lnTo>
                  <a:lnTo>
                    <a:pt x="1000741" y="1377727"/>
                  </a:lnTo>
                  <a:lnTo>
                    <a:pt x="1000741" y="1377743"/>
                  </a:lnTo>
                  <a:lnTo>
                    <a:pt x="1000742" y="1377768"/>
                  </a:lnTo>
                  <a:lnTo>
                    <a:pt x="1000739" y="1377794"/>
                  </a:lnTo>
                  <a:lnTo>
                    <a:pt x="1000735" y="1377806"/>
                  </a:lnTo>
                  <a:lnTo>
                    <a:pt x="1000734" y="1377829"/>
                  </a:lnTo>
                  <a:lnTo>
                    <a:pt x="1000730" y="1377863"/>
                  </a:lnTo>
                  <a:lnTo>
                    <a:pt x="1000733" y="1377876"/>
                  </a:lnTo>
                  <a:lnTo>
                    <a:pt x="1000734" y="1377891"/>
                  </a:lnTo>
                  <a:lnTo>
                    <a:pt x="1000718" y="1377930"/>
                  </a:lnTo>
                  <a:lnTo>
                    <a:pt x="1000713" y="1377947"/>
                  </a:lnTo>
                  <a:lnTo>
                    <a:pt x="1000713" y="1377964"/>
                  </a:lnTo>
                  <a:lnTo>
                    <a:pt x="1000707" y="1377980"/>
                  </a:lnTo>
                  <a:lnTo>
                    <a:pt x="1000703" y="1377985"/>
                  </a:lnTo>
                  <a:lnTo>
                    <a:pt x="1000702" y="1377978"/>
                  </a:lnTo>
                  <a:lnTo>
                    <a:pt x="1000689" y="1377967"/>
                  </a:lnTo>
                  <a:lnTo>
                    <a:pt x="1000666" y="1377952"/>
                  </a:lnTo>
                  <a:lnTo>
                    <a:pt x="1000642" y="1377938"/>
                  </a:lnTo>
                  <a:lnTo>
                    <a:pt x="1000611" y="1377932"/>
                  </a:lnTo>
                  <a:lnTo>
                    <a:pt x="1000573" y="1377923"/>
                  </a:lnTo>
                  <a:lnTo>
                    <a:pt x="1000554" y="1377912"/>
                  </a:lnTo>
                  <a:lnTo>
                    <a:pt x="1000533" y="1377897"/>
                  </a:lnTo>
                  <a:lnTo>
                    <a:pt x="1000498" y="1377865"/>
                  </a:lnTo>
                  <a:lnTo>
                    <a:pt x="1000465" y="1377834"/>
                  </a:lnTo>
                  <a:lnTo>
                    <a:pt x="1000443" y="1377819"/>
                  </a:lnTo>
                  <a:lnTo>
                    <a:pt x="1000425" y="1377809"/>
                  </a:lnTo>
                  <a:lnTo>
                    <a:pt x="1000411" y="1377798"/>
                  </a:lnTo>
                  <a:lnTo>
                    <a:pt x="1000396" y="1377778"/>
                  </a:lnTo>
                  <a:lnTo>
                    <a:pt x="1000369" y="1377750"/>
                  </a:lnTo>
                  <a:lnTo>
                    <a:pt x="1000338" y="1377722"/>
                  </a:lnTo>
                  <a:lnTo>
                    <a:pt x="1000318" y="1377716"/>
                  </a:lnTo>
                  <a:lnTo>
                    <a:pt x="1000298" y="1377722"/>
                  </a:lnTo>
                  <a:lnTo>
                    <a:pt x="1000268" y="1377737"/>
                  </a:lnTo>
                  <a:lnTo>
                    <a:pt x="1000243" y="1377747"/>
                  </a:lnTo>
                  <a:lnTo>
                    <a:pt x="1000207" y="1377757"/>
                  </a:lnTo>
                  <a:lnTo>
                    <a:pt x="1000187" y="1377765"/>
                  </a:lnTo>
                  <a:lnTo>
                    <a:pt x="1000175" y="1377773"/>
                  </a:lnTo>
                  <a:lnTo>
                    <a:pt x="1000157" y="1377786"/>
                  </a:lnTo>
                  <a:lnTo>
                    <a:pt x="1000145" y="1377790"/>
                  </a:lnTo>
                  <a:lnTo>
                    <a:pt x="1000117" y="1377793"/>
                  </a:lnTo>
                  <a:lnTo>
                    <a:pt x="1000075" y="1377793"/>
                  </a:lnTo>
                  <a:lnTo>
                    <a:pt x="1000045" y="1377794"/>
                  </a:lnTo>
                  <a:lnTo>
                    <a:pt x="1000025" y="1377797"/>
                  </a:lnTo>
                  <a:lnTo>
                    <a:pt x="999998" y="1377799"/>
                  </a:lnTo>
                  <a:lnTo>
                    <a:pt x="999982" y="1377799"/>
                  </a:lnTo>
                  <a:lnTo>
                    <a:pt x="999968" y="1377792"/>
                  </a:lnTo>
                  <a:lnTo>
                    <a:pt x="999952" y="1377793"/>
                  </a:lnTo>
                  <a:lnTo>
                    <a:pt x="999938" y="1377799"/>
                  </a:lnTo>
                  <a:lnTo>
                    <a:pt x="999926" y="1377809"/>
                  </a:lnTo>
                  <a:lnTo>
                    <a:pt x="999917" y="1377824"/>
                  </a:lnTo>
                  <a:lnTo>
                    <a:pt x="999911" y="1377847"/>
                  </a:lnTo>
                  <a:lnTo>
                    <a:pt x="999911" y="1377855"/>
                  </a:lnTo>
                  <a:lnTo>
                    <a:pt x="999916" y="1377883"/>
                  </a:lnTo>
                  <a:lnTo>
                    <a:pt x="999919" y="1377905"/>
                  </a:lnTo>
                  <a:lnTo>
                    <a:pt x="999917" y="1377915"/>
                  </a:lnTo>
                  <a:lnTo>
                    <a:pt x="999902" y="1377934"/>
                  </a:lnTo>
                  <a:lnTo>
                    <a:pt x="999886" y="1377951"/>
                  </a:lnTo>
                  <a:lnTo>
                    <a:pt x="999883" y="1377965"/>
                  </a:lnTo>
                  <a:lnTo>
                    <a:pt x="999884" y="1377984"/>
                  </a:lnTo>
                  <a:lnTo>
                    <a:pt x="999890" y="1378020"/>
                  </a:lnTo>
                  <a:lnTo>
                    <a:pt x="999885" y="1378043"/>
                  </a:lnTo>
                  <a:lnTo>
                    <a:pt x="999875" y="1378078"/>
                  </a:lnTo>
                  <a:lnTo>
                    <a:pt x="999858" y="1378100"/>
                  </a:lnTo>
                  <a:lnTo>
                    <a:pt x="999844" y="1378113"/>
                  </a:lnTo>
                  <a:lnTo>
                    <a:pt x="999819" y="1378124"/>
                  </a:lnTo>
                  <a:lnTo>
                    <a:pt x="999789" y="1378132"/>
                  </a:lnTo>
                  <a:lnTo>
                    <a:pt x="999765" y="1378144"/>
                  </a:lnTo>
                  <a:lnTo>
                    <a:pt x="999736" y="1378158"/>
                  </a:lnTo>
                  <a:lnTo>
                    <a:pt x="999720" y="1378160"/>
                  </a:lnTo>
                  <a:lnTo>
                    <a:pt x="999709" y="1378158"/>
                  </a:lnTo>
                  <a:lnTo>
                    <a:pt x="999694" y="1378150"/>
                  </a:lnTo>
                  <a:lnTo>
                    <a:pt x="999669" y="1378132"/>
                  </a:lnTo>
                  <a:lnTo>
                    <a:pt x="999641" y="1378108"/>
                  </a:lnTo>
                  <a:lnTo>
                    <a:pt x="999628" y="1378093"/>
                  </a:lnTo>
                  <a:lnTo>
                    <a:pt x="999623" y="1378092"/>
                  </a:lnTo>
                  <a:lnTo>
                    <a:pt x="999611" y="1378098"/>
                  </a:lnTo>
                  <a:lnTo>
                    <a:pt x="999596" y="1378105"/>
                  </a:lnTo>
                  <a:lnTo>
                    <a:pt x="999581" y="1378107"/>
                  </a:lnTo>
                  <a:lnTo>
                    <a:pt x="999553" y="1378107"/>
                  </a:lnTo>
                  <a:lnTo>
                    <a:pt x="999531" y="1378115"/>
                  </a:lnTo>
                  <a:lnTo>
                    <a:pt x="999483" y="1378150"/>
                  </a:lnTo>
                  <a:lnTo>
                    <a:pt x="999458" y="1378161"/>
                  </a:lnTo>
                  <a:lnTo>
                    <a:pt x="999435" y="1378172"/>
                  </a:lnTo>
                  <a:lnTo>
                    <a:pt x="999412" y="1378174"/>
                  </a:lnTo>
                  <a:lnTo>
                    <a:pt x="999384" y="1378172"/>
                  </a:lnTo>
                  <a:lnTo>
                    <a:pt x="999365" y="1378177"/>
                  </a:lnTo>
                  <a:lnTo>
                    <a:pt x="999342" y="1378180"/>
                  </a:lnTo>
                  <a:lnTo>
                    <a:pt x="999328" y="1378178"/>
                  </a:lnTo>
                  <a:lnTo>
                    <a:pt x="999312" y="1378176"/>
                  </a:lnTo>
                  <a:lnTo>
                    <a:pt x="999283" y="1378178"/>
                  </a:lnTo>
                  <a:lnTo>
                    <a:pt x="999242" y="1378178"/>
                  </a:lnTo>
                  <a:lnTo>
                    <a:pt x="999231" y="1378173"/>
                  </a:lnTo>
                  <a:lnTo>
                    <a:pt x="999206" y="1378164"/>
                  </a:lnTo>
                  <a:lnTo>
                    <a:pt x="999194" y="1378161"/>
                  </a:lnTo>
                  <a:lnTo>
                    <a:pt x="999181" y="1378161"/>
                  </a:lnTo>
                  <a:lnTo>
                    <a:pt x="999158" y="1378165"/>
                  </a:lnTo>
                  <a:lnTo>
                    <a:pt x="999129" y="1378169"/>
                  </a:lnTo>
                  <a:lnTo>
                    <a:pt x="999108" y="1378173"/>
                  </a:lnTo>
                  <a:lnTo>
                    <a:pt x="999080" y="1378181"/>
                  </a:lnTo>
                  <a:lnTo>
                    <a:pt x="999060" y="1378180"/>
                  </a:lnTo>
                  <a:lnTo>
                    <a:pt x="999032" y="1378152"/>
                  </a:lnTo>
                  <a:lnTo>
                    <a:pt x="999015" y="1378142"/>
                  </a:lnTo>
                  <a:lnTo>
                    <a:pt x="998983" y="1378140"/>
                  </a:lnTo>
                  <a:lnTo>
                    <a:pt x="998958" y="1378135"/>
                  </a:lnTo>
                  <a:lnTo>
                    <a:pt x="998948" y="1378132"/>
                  </a:lnTo>
                  <a:lnTo>
                    <a:pt x="998934" y="1378121"/>
                  </a:lnTo>
                  <a:lnTo>
                    <a:pt x="998919" y="1378101"/>
                  </a:lnTo>
                  <a:lnTo>
                    <a:pt x="998909" y="1378087"/>
                  </a:lnTo>
                  <a:lnTo>
                    <a:pt x="998899" y="1378082"/>
                  </a:lnTo>
                  <a:lnTo>
                    <a:pt x="998876" y="1378081"/>
                  </a:lnTo>
                  <a:lnTo>
                    <a:pt x="998850" y="1378077"/>
                  </a:lnTo>
                  <a:lnTo>
                    <a:pt x="998809" y="1378065"/>
                  </a:lnTo>
                  <a:lnTo>
                    <a:pt x="998774" y="1378049"/>
                  </a:lnTo>
                  <a:lnTo>
                    <a:pt x="998763" y="1378046"/>
                  </a:lnTo>
                  <a:lnTo>
                    <a:pt x="998744" y="1378043"/>
                  </a:lnTo>
                  <a:lnTo>
                    <a:pt x="998710" y="1378034"/>
                  </a:lnTo>
                  <a:lnTo>
                    <a:pt x="998670" y="1378011"/>
                  </a:lnTo>
                  <a:lnTo>
                    <a:pt x="998646" y="1377993"/>
                  </a:lnTo>
                  <a:lnTo>
                    <a:pt x="998637" y="1377991"/>
                  </a:lnTo>
                  <a:lnTo>
                    <a:pt x="998610" y="1377991"/>
                  </a:lnTo>
                  <a:lnTo>
                    <a:pt x="998580" y="1377993"/>
                  </a:lnTo>
                  <a:lnTo>
                    <a:pt x="998569" y="1377991"/>
                  </a:lnTo>
                  <a:lnTo>
                    <a:pt x="998550" y="1377977"/>
                  </a:lnTo>
                  <a:lnTo>
                    <a:pt x="998527" y="1377971"/>
                  </a:lnTo>
                  <a:lnTo>
                    <a:pt x="998505" y="1377967"/>
                  </a:lnTo>
                  <a:lnTo>
                    <a:pt x="998472" y="1377951"/>
                  </a:lnTo>
                  <a:lnTo>
                    <a:pt x="998451" y="1377946"/>
                  </a:lnTo>
                  <a:lnTo>
                    <a:pt x="998442" y="1377933"/>
                  </a:lnTo>
                  <a:lnTo>
                    <a:pt x="998437" y="1377913"/>
                  </a:lnTo>
                  <a:lnTo>
                    <a:pt x="998433" y="1377892"/>
                  </a:lnTo>
                  <a:lnTo>
                    <a:pt x="998428" y="1377890"/>
                  </a:lnTo>
                  <a:lnTo>
                    <a:pt x="998423" y="1377892"/>
                  </a:lnTo>
                  <a:lnTo>
                    <a:pt x="998412" y="1377899"/>
                  </a:lnTo>
                  <a:lnTo>
                    <a:pt x="998389" y="1377910"/>
                  </a:lnTo>
                  <a:lnTo>
                    <a:pt x="998370" y="1377914"/>
                  </a:lnTo>
                  <a:lnTo>
                    <a:pt x="998340" y="1377906"/>
                  </a:lnTo>
                  <a:lnTo>
                    <a:pt x="998286" y="1377882"/>
                  </a:lnTo>
                  <a:lnTo>
                    <a:pt x="998232" y="1377864"/>
                  </a:lnTo>
                  <a:lnTo>
                    <a:pt x="998199" y="1377860"/>
                  </a:lnTo>
                  <a:lnTo>
                    <a:pt x="998174" y="1377863"/>
                  </a:lnTo>
                  <a:lnTo>
                    <a:pt x="998148" y="1377872"/>
                  </a:lnTo>
                  <a:lnTo>
                    <a:pt x="998124" y="1377883"/>
                  </a:lnTo>
                  <a:lnTo>
                    <a:pt x="998106" y="1377887"/>
                  </a:lnTo>
                  <a:lnTo>
                    <a:pt x="998078" y="1377887"/>
                  </a:lnTo>
                  <a:lnTo>
                    <a:pt x="998034" y="1377881"/>
                  </a:lnTo>
                  <a:lnTo>
                    <a:pt x="998002" y="1377874"/>
                  </a:lnTo>
                  <a:lnTo>
                    <a:pt x="997979" y="1377868"/>
                  </a:lnTo>
                  <a:lnTo>
                    <a:pt x="997977" y="1377873"/>
                  </a:lnTo>
                  <a:lnTo>
                    <a:pt x="997974" y="1377881"/>
                  </a:lnTo>
                  <a:lnTo>
                    <a:pt x="997974" y="1377902"/>
                  </a:lnTo>
                  <a:lnTo>
                    <a:pt x="997979" y="1377947"/>
                  </a:lnTo>
                  <a:lnTo>
                    <a:pt x="997980" y="1377984"/>
                  </a:lnTo>
                  <a:lnTo>
                    <a:pt x="997974" y="1378027"/>
                  </a:lnTo>
                  <a:lnTo>
                    <a:pt x="997963" y="1378057"/>
                  </a:lnTo>
                  <a:lnTo>
                    <a:pt x="997947" y="1378074"/>
                  </a:lnTo>
                  <a:lnTo>
                    <a:pt x="997942" y="1378084"/>
                  </a:lnTo>
                  <a:lnTo>
                    <a:pt x="997906" y="1378189"/>
                  </a:lnTo>
                  <a:lnTo>
                    <a:pt x="997887" y="1378242"/>
                  </a:lnTo>
                  <a:lnTo>
                    <a:pt x="997885" y="1378260"/>
                  </a:lnTo>
                  <a:lnTo>
                    <a:pt x="997880" y="1378291"/>
                  </a:lnTo>
                  <a:lnTo>
                    <a:pt x="997868" y="1378337"/>
                  </a:lnTo>
                  <a:lnTo>
                    <a:pt x="997857" y="1378358"/>
                  </a:lnTo>
                  <a:lnTo>
                    <a:pt x="997839" y="1378389"/>
                  </a:lnTo>
                  <a:lnTo>
                    <a:pt x="997825" y="1378406"/>
                  </a:lnTo>
                  <a:lnTo>
                    <a:pt x="997808" y="1378418"/>
                  </a:lnTo>
                  <a:lnTo>
                    <a:pt x="997784" y="1378428"/>
                  </a:lnTo>
                  <a:lnTo>
                    <a:pt x="997771" y="1378431"/>
                  </a:lnTo>
                  <a:lnTo>
                    <a:pt x="997757" y="1378431"/>
                  </a:lnTo>
                  <a:lnTo>
                    <a:pt x="997725" y="1378421"/>
                  </a:lnTo>
                  <a:lnTo>
                    <a:pt x="997680" y="1378403"/>
                  </a:lnTo>
                  <a:lnTo>
                    <a:pt x="997633" y="1378380"/>
                  </a:lnTo>
                  <a:lnTo>
                    <a:pt x="997588" y="1378361"/>
                  </a:lnTo>
                  <a:lnTo>
                    <a:pt x="997532" y="1378336"/>
                  </a:lnTo>
                  <a:lnTo>
                    <a:pt x="997503" y="1378318"/>
                  </a:lnTo>
                  <a:lnTo>
                    <a:pt x="997450" y="1378283"/>
                  </a:lnTo>
                  <a:lnTo>
                    <a:pt x="997408" y="1378260"/>
                  </a:lnTo>
                  <a:lnTo>
                    <a:pt x="997385" y="1378255"/>
                  </a:lnTo>
                  <a:lnTo>
                    <a:pt x="997366" y="1378254"/>
                  </a:lnTo>
                  <a:lnTo>
                    <a:pt x="997338" y="1378253"/>
                  </a:lnTo>
                  <a:lnTo>
                    <a:pt x="997316" y="1378251"/>
                  </a:lnTo>
                  <a:lnTo>
                    <a:pt x="997289" y="1378246"/>
                  </a:lnTo>
                  <a:lnTo>
                    <a:pt x="997270" y="1378239"/>
                  </a:lnTo>
                  <a:lnTo>
                    <a:pt x="997249" y="1378239"/>
                  </a:lnTo>
                  <a:lnTo>
                    <a:pt x="997226" y="1378240"/>
                  </a:lnTo>
                  <a:lnTo>
                    <a:pt x="997212" y="1378233"/>
                  </a:lnTo>
                  <a:lnTo>
                    <a:pt x="997198" y="1378225"/>
                  </a:lnTo>
                  <a:lnTo>
                    <a:pt x="997181" y="1378217"/>
                  </a:lnTo>
                  <a:lnTo>
                    <a:pt x="997153" y="1378198"/>
                  </a:lnTo>
                  <a:lnTo>
                    <a:pt x="997136" y="1378185"/>
                  </a:lnTo>
                  <a:lnTo>
                    <a:pt x="997120" y="1378181"/>
                  </a:lnTo>
                  <a:lnTo>
                    <a:pt x="997099" y="1378163"/>
                  </a:lnTo>
                  <a:lnTo>
                    <a:pt x="997087" y="1378155"/>
                  </a:lnTo>
                  <a:lnTo>
                    <a:pt x="997070" y="1378154"/>
                  </a:lnTo>
                  <a:lnTo>
                    <a:pt x="997062" y="1378156"/>
                  </a:lnTo>
                  <a:lnTo>
                    <a:pt x="997053" y="1378179"/>
                  </a:lnTo>
                  <a:lnTo>
                    <a:pt x="997026" y="1378231"/>
                  </a:lnTo>
                  <a:lnTo>
                    <a:pt x="997006" y="1378265"/>
                  </a:lnTo>
                  <a:lnTo>
                    <a:pt x="996990" y="1378289"/>
                  </a:lnTo>
                  <a:lnTo>
                    <a:pt x="996977" y="1378298"/>
                  </a:lnTo>
                  <a:lnTo>
                    <a:pt x="996965" y="1378305"/>
                  </a:lnTo>
                  <a:lnTo>
                    <a:pt x="996956" y="1378305"/>
                  </a:lnTo>
                  <a:lnTo>
                    <a:pt x="996937" y="1378291"/>
                  </a:lnTo>
                  <a:lnTo>
                    <a:pt x="996907" y="1378270"/>
                  </a:lnTo>
                  <a:lnTo>
                    <a:pt x="996879" y="1378254"/>
                  </a:lnTo>
                  <a:lnTo>
                    <a:pt x="996845" y="1378236"/>
                  </a:lnTo>
                  <a:lnTo>
                    <a:pt x="996815" y="1378216"/>
                  </a:lnTo>
                  <a:lnTo>
                    <a:pt x="996774" y="1378201"/>
                  </a:lnTo>
                  <a:lnTo>
                    <a:pt x="996747" y="1378196"/>
                  </a:lnTo>
                  <a:lnTo>
                    <a:pt x="996721" y="1378198"/>
                  </a:lnTo>
                  <a:lnTo>
                    <a:pt x="996701" y="1378206"/>
                  </a:lnTo>
                  <a:lnTo>
                    <a:pt x="996686" y="1378220"/>
                  </a:lnTo>
                  <a:lnTo>
                    <a:pt x="996663" y="1378232"/>
                  </a:lnTo>
                  <a:lnTo>
                    <a:pt x="996643" y="1378238"/>
                  </a:lnTo>
                  <a:lnTo>
                    <a:pt x="996623" y="1378250"/>
                  </a:lnTo>
                  <a:lnTo>
                    <a:pt x="996609" y="1378267"/>
                  </a:lnTo>
                  <a:lnTo>
                    <a:pt x="996596" y="1378292"/>
                  </a:lnTo>
                  <a:lnTo>
                    <a:pt x="996587" y="1378306"/>
                  </a:lnTo>
                  <a:lnTo>
                    <a:pt x="996568" y="1378321"/>
                  </a:lnTo>
                  <a:lnTo>
                    <a:pt x="996545" y="1378345"/>
                  </a:lnTo>
                  <a:lnTo>
                    <a:pt x="996521" y="1378356"/>
                  </a:lnTo>
                  <a:lnTo>
                    <a:pt x="996502" y="1378365"/>
                  </a:lnTo>
                  <a:lnTo>
                    <a:pt x="996486" y="1378365"/>
                  </a:lnTo>
                  <a:lnTo>
                    <a:pt x="996472" y="1378355"/>
                  </a:lnTo>
                  <a:lnTo>
                    <a:pt x="996447" y="1378333"/>
                  </a:lnTo>
                  <a:lnTo>
                    <a:pt x="996426" y="1378305"/>
                  </a:lnTo>
                  <a:lnTo>
                    <a:pt x="996412" y="1378271"/>
                  </a:lnTo>
                  <a:lnTo>
                    <a:pt x="996401" y="1378251"/>
                  </a:lnTo>
                  <a:lnTo>
                    <a:pt x="996391" y="1378239"/>
                  </a:lnTo>
                  <a:lnTo>
                    <a:pt x="996378" y="1378236"/>
                  </a:lnTo>
                  <a:lnTo>
                    <a:pt x="996363" y="1378235"/>
                  </a:lnTo>
                  <a:lnTo>
                    <a:pt x="996353" y="1378234"/>
                  </a:lnTo>
                  <a:lnTo>
                    <a:pt x="996346" y="1378228"/>
                  </a:lnTo>
                  <a:lnTo>
                    <a:pt x="996340" y="1378216"/>
                  </a:lnTo>
                  <a:lnTo>
                    <a:pt x="996331" y="1378190"/>
                  </a:lnTo>
                  <a:lnTo>
                    <a:pt x="996315" y="1378161"/>
                  </a:lnTo>
                  <a:lnTo>
                    <a:pt x="996300" y="1378133"/>
                  </a:lnTo>
                  <a:lnTo>
                    <a:pt x="996288" y="1378118"/>
                  </a:lnTo>
                  <a:lnTo>
                    <a:pt x="996271" y="1378107"/>
                  </a:lnTo>
                  <a:lnTo>
                    <a:pt x="996258" y="1378093"/>
                  </a:lnTo>
                  <a:lnTo>
                    <a:pt x="996241" y="1378084"/>
                  </a:lnTo>
                  <a:lnTo>
                    <a:pt x="996218" y="1378071"/>
                  </a:lnTo>
                  <a:lnTo>
                    <a:pt x="996206" y="1378055"/>
                  </a:lnTo>
                  <a:lnTo>
                    <a:pt x="996197" y="1378030"/>
                  </a:lnTo>
                  <a:lnTo>
                    <a:pt x="996186" y="1378017"/>
                  </a:lnTo>
                  <a:lnTo>
                    <a:pt x="996175" y="1378012"/>
                  </a:lnTo>
                  <a:lnTo>
                    <a:pt x="996147" y="1378008"/>
                  </a:lnTo>
                  <a:lnTo>
                    <a:pt x="996117" y="1378006"/>
                  </a:lnTo>
                  <a:lnTo>
                    <a:pt x="996094" y="1378017"/>
                  </a:lnTo>
                  <a:lnTo>
                    <a:pt x="996064" y="1378034"/>
                  </a:lnTo>
                  <a:lnTo>
                    <a:pt x="996048" y="1378039"/>
                  </a:lnTo>
                  <a:lnTo>
                    <a:pt x="996026" y="1378043"/>
                  </a:lnTo>
                  <a:lnTo>
                    <a:pt x="995995" y="1378040"/>
                  </a:lnTo>
                  <a:lnTo>
                    <a:pt x="995973" y="1378044"/>
                  </a:lnTo>
                  <a:lnTo>
                    <a:pt x="995953" y="1378051"/>
                  </a:lnTo>
                  <a:lnTo>
                    <a:pt x="995943" y="1378067"/>
                  </a:lnTo>
                  <a:lnTo>
                    <a:pt x="995931" y="1378075"/>
                  </a:lnTo>
                  <a:lnTo>
                    <a:pt x="995920" y="1378077"/>
                  </a:lnTo>
                  <a:lnTo>
                    <a:pt x="995915" y="1378080"/>
                  </a:lnTo>
                  <a:lnTo>
                    <a:pt x="995901" y="1378079"/>
                  </a:lnTo>
                  <a:lnTo>
                    <a:pt x="995887" y="1378082"/>
                  </a:lnTo>
                  <a:lnTo>
                    <a:pt x="995843" y="1378097"/>
                  </a:lnTo>
                  <a:lnTo>
                    <a:pt x="995829" y="1378102"/>
                  </a:lnTo>
                  <a:lnTo>
                    <a:pt x="995814" y="1378103"/>
                  </a:lnTo>
                  <a:lnTo>
                    <a:pt x="995800" y="1378103"/>
                  </a:lnTo>
                  <a:lnTo>
                    <a:pt x="995786" y="1378101"/>
                  </a:lnTo>
                  <a:lnTo>
                    <a:pt x="995778" y="1378104"/>
                  </a:lnTo>
                  <a:lnTo>
                    <a:pt x="995756" y="1378108"/>
                  </a:lnTo>
                  <a:lnTo>
                    <a:pt x="995737" y="1378108"/>
                  </a:lnTo>
                  <a:lnTo>
                    <a:pt x="995719" y="1378108"/>
                  </a:lnTo>
                  <a:lnTo>
                    <a:pt x="995712" y="1378102"/>
                  </a:lnTo>
                  <a:lnTo>
                    <a:pt x="995695" y="1378087"/>
                  </a:lnTo>
                  <a:lnTo>
                    <a:pt x="995681" y="1378072"/>
                  </a:lnTo>
                  <a:lnTo>
                    <a:pt x="995665" y="1378065"/>
                  </a:lnTo>
                  <a:lnTo>
                    <a:pt x="995644" y="1378048"/>
                  </a:lnTo>
                  <a:lnTo>
                    <a:pt x="995629" y="1378029"/>
                  </a:lnTo>
                  <a:lnTo>
                    <a:pt x="995621" y="1378008"/>
                  </a:lnTo>
                  <a:lnTo>
                    <a:pt x="995610" y="1377982"/>
                  </a:lnTo>
                  <a:lnTo>
                    <a:pt x="995606" y="1377976"/>
                  </a:lnTo>
                  <a:lnTo>
                    <a:pt x="995591" y="1377975"/>
                  </a:lnTo>
                  <a:lnTo>
                    <a:pt x="995575" y="1377985"/>
                  </a:lnTo>
                  <a:lnTo>
                    <a:pt x="995565" y="1377993"/>
                  </a:lnTo>
                  <a:lnTo>
                    <a:pt x="995551" y="1378007"/>
                  </a:lnTo>
                  <a:lnTo>
                    <a:pt x="995541" y="1378011"/>
                  </a:lnTo>
                  <a:lnTo>
                    <a:pt x="995536" y="1378011"/>
                  </a:lnTo>
                  <a:lnTo>
                    <a:pt x="995531" y="1378013"/>
                  </a:lnTo>
                  <a:lnTo>
                    <a:pt x="995522" y="1378012"/>
                  </a:lnTo>
                  <a:lnTo>
                    <a:pt x="995513" y="1378010"/>
                  </a:lnTo>
                  <a:lnTo>
                    <a:pt x="995507" y="1377974"/>
                  </a:lnTo>
                  <a:lnTo>
                    <a:pt x="995502" y="1377962"/>
                  </a:lnTo>
                  <a:lnTo>
                    <a:pt x="995498" y="1377947"/>
                  </a:lnTo>
                  <a:lnTo>
                    <a:pt x="995490" y="1377932"/>
                  </a:lnTo>
                  <a:lnTo>
                    <a:pt x="995487" y="1377928"/>
                  </a:lnTo>
                  <a:lnTo>
                    <a:pt x="995482" y="1377923"/>
                  </a:lnTo>
                  <a:lnTo>
                    <a:pt x="995477" y="1377921"/>
                  </a:lnTo>
                  <a:lnTo>
                    <a:pt x="995462" y="1377914"/>
                  </a:lnTo>
                  <a:lnTo>
                    <a:pt x="995456" y="1377910"/>
                  </a:lnTo>
                  <a:lnTo>
                    <a:pt x="995450" y="1377902"/>
                  </a:lnTo>
                  <a:lnTo>
                    <a:pt x="995452" y="1377888"/>
                  </a:lnTo>
                  <a:lnTo>
                    <a:pt x="995458" y="1377873"/>
                  </a:lnTo>
                  <a:lnTo>
                    <a:pt x="995460" y="1377868"/>
                  </a:lnTo>
                  <a:lnTo>
                    <a:pt x="995458" y="1377857"/>
                  </a:lnTo>
                  <a:lnTo>
                    <a:pt x="995456" y="1377851"/>
                  </a:lnTo>
                  <a:lnTo>
                    <a:pt x="995449" y="1377845"/>
                  </a:lnTo>
                  <a:lnTo>
                    <a:pt x="995437" y="1377838"/>
                  </a:lnTo>
                  <a:lnTo>
                    <a:pt x="995421" y="1377832"/>
                  </a:lnTo>
                  <a:lnTo>
                    <a:pt x="995407" y="1377826"/>
                  </a:lnTo>
                  <a:lnTo>
                    <a:pt x="995392" y="1377820"/>
                  </a:lnTo>
                  <a:lnTo>
                    <a:pt x="995378" y="1377815"/>
                  </a:lnTo>
                  <a:lnTo>
                    <a:pt x="995371" y="1377809"/>
                  </a:lnTo>
                  <a:lnTo>
                    <a:pt x="995368" y="1377802"/>
                  </a:lnTo>
                  <a:lnTo>
                    <a:pt x="995369" y="1377792"/>
                  </a:lnTo>
                  <a:lnTo>
                    <a:pt x="995375" y="1377775"/>
                  </a:lnTo>
                  <a:lnTo>
                    <a:pt x="995377" y="1377761"/>
                  </a:lnTo>
                  <a:lnTo>
                    <a:pt x="995372" y="1377739"/>
                  </a:lnTo>
                  <a:lnTo>
                    <a:pt x="995370" y="1377733"/>
                  </a:lnTo>
                  <a:lnTo>
                    <a:pt x="995366" y="1377727"/>
                  </a:lnTo>
                  <a:lnTo>
                    <a:pt x="995356" y="1377695"/>
                  </a:lnTo>
                  <a:lnTo>
                    <a:pt x="995349" y="1377685"/>
                  </a:lnTo>
                  <a:lnTo>
                    <a:pt x="995336" y="1377670"/>
                  </a:lnTo>
                  <a:lnTo>
                    <a:pt x="995324" y="1377656"/>
                  </a:lnTo>
                  <a:lnTo>
                    <a:pt x="995317" y="1377639"/>
                  </a:lnTo>
                  <a:lnTo>
                    <a:pt x="995312" y="1377631"/>
                  </a:lnTo>
                  <a:lnTo>
                    <a:pt x="995307" y="1377627"/>
                  </a:lnTo>
                  <a:lnTo>
                    <a:pt x="995300" y="1377627"/>
                  </a:lnTo>
                  <a:lnTo>
                    <a:pt x="995294" y="1377629"/>
                  </a:lnTo>
                  <a:lnTo>
                    <a:pt x="995290" y="1377634"/>
                  </a:lnTo>
                  <a:lnTo>
                    <a:pt x="995284" y="1377646"/>
                  </a:lnTo>
                  <a:lnTo>
                    <a:pt x="995283" y="1377652"/>
                  </a:lnTo>
                  <a:lnTo>
                    <a:pt x="995279" y="1377661"/>
                  </a:lnTo>
                  <a:lnTo>
                    <a:pt x="995275" y="1377664"/>
                  </a:lnTo>
                  <a:lnTo>
                    <a:pt x="995270" y="1377667"/>
                  </a:lnTo>
                  <a:lnTo>
                    <a:pt x="995264" y="1377668"/>
                  </a:lnTo>
                  <a:lnTo>
                    <a:pt x="995250" y="1377667"/>
                  </a:lnTo>
                  <a:lnTo>
                    <a:pt x="995236" y="1377665"/>
                  </a:lnTo>
                  <a:lnTo>
                    <a:pt x="995229" y="1377662"/>
                  </a:lnTo>
                  <a:lnTo>
                    <a:pt x="995225" y="1377656"/>
                  </a:lnTo>
                  <a:lnTo>
                    <a:pt x="995226" y="1377647"/>
                  </a:lnTo>
                  <a:lnTo>
                    <a:pt x="995231" y="1377639"/>
                  </a:lnTo>
                  <a:lnTo>
                    <a:pt x="995231" y="1377624"/>
                  </a:lnTo>
                  <a:lnTo>
                    <a:pt x="995230" y="1377589"/>
                  </a:lnTo>
                  <a:lnTo>
                    <a:pt x="995228" y="1377582"/>
                  </a:lnTo>
                  <a:lnTo>
                    <a:pt x="995223" y="1377567"/>
                  </a:lnTo>
                  <a:lnTo>
                    <a:pt x="995220" y="1377561"/>
                  </a:lnTo>
                  <a:lnTo>
                    <a:pt x="995211" y="1377557"/>
                  </a:lnTo>
                  <a:lnTo>
                    <a:pt x="995205" y="1377559"/>
                  </a:lnTo>
                  <a:lnTo>
                    <a:pt x="995199" y="1377567"/>
                  </a:lnTo>
                  <a:lnTo>
                    <a:pt x="995193" y="1377576"/>
                  </a:lnTo>
                  <a:lnTo>
                    <a:pt x="995186" y="1377581"/>
                  </a:lnTo>
                  <a:lnTo>
                    <a:pt x="995171" y="1377590"/>
                  </a:lnTo>
                  <a:lnTo>
                    <a:pt x="995158" y="1377592"/>
                  </a:lnTo>
                  <a:lnTo>
                    <a:pt x="995144" y="1377593"/>
                  </a:lnTo>
                  <a:lnTo>
                    <a:pt x="995136" y="1377595"/>
                  </a:lnTo>
                  <a:lnTo>
                    <a:pt x="995129" y="1377600"/>
                  </a:lnTo>
                  <a:lnTo>
                    <a:pt x="995115" y="1377609"/>
                  </a:lnTo>
                  <a:lnTo>
                    <a:pt x="995102" y="1377621"/>
                  </a:lnTo>
                  <a:lnTo>
                    <a:pt x="995087" y="1377628"/>
                  </a:lnTo>
                  <a:lnTo>
                    <a:pt x="995073" y="1377631"/>
                  </a:lnTo>
                  <a:lnTo>
                    <a:pt x="995059" y="1377631"/>
                  </a:lnTo>
                  <a:lnTo>
                    <a:pt x="995045" y="1377632"/>
                  </a:lnTo>
                  <a:lnTo>
                    <a:pt x="995037" y="1377633"/>
                  </a:lnTo>
                  <a:lnTo>
                    <a:pt x="995031" y="1377637"/>
                  </a:lnTo>
                  <a:lnTo>
                    <a:pt x="995016" y="1377644"/>
                  </a:lnTo>
                  <a:lnTo>
                    <a:pt x="995003" y="1377656"/>
                  </a:lnTo>
                  <a:lnTo>
                    <a:pt x="994989" y="1377669"/>
                  </a:lnTo>
                  <a:lnTo>
                    <a:pt x="994974" y="1377682"/>
                  </a:lnTo>
                  <a:lnTo>
                    <a:pt x="994968" y="1377687"/>
                  </a:lnTo>
                  <a:lnTo>
                    <a:pt x="994960" y="1377691"/>
                  </a:lnTo>
                  <a:lnTo>
                    <a:pt x="994945" y="1377697"/>
                  </a:lnTo>
                  <a:lnTo>
                    <a:pt x="994932" y="1377704"/>
                  </a:lnTo>
                  <a:lnTo>
                    <a:pt x="994927" y="1377708"/>
                  </a:lnTo>
                  <a:lnTo>
                    <a:pt x="994918" y="1377711"/>
                  </a:lnTo>
                  <a:lnTo>
                    <a:pt x="994892" y="1377721"/>
                  </a:lnTo>
                  <a:lnTo>
                    <a:pt x="994883" y="1377721"/>
                  </a:lnTo>
                  <a:lnTo>
                    <a:pt x="994869" y="1377719"/>
                  </a:lnTo>
                  <a:lnTo>
                    <a:pt x="994855" y="1377719"/>
                  </a:lnTo>
                  <a:lnTo>
                    <a:pt x="994848" y="1377717"/>
                  </a:lnTo>
                  <a:lnTo>
                    <a:pt x="994841" y="1377718"/>
                  </a:lnTo>
                  <a:lnTo>
                    <a:pt x="994826" y="1377724"/>
                  </a:lnTo>
                  <a:lnTo>
                    <a:pt x="994823" y="1377726"/>
                  </a:lnTo>
                  <a:lnTo>
                    <a:pt x="994814" y="1377735"/>
                  </a:lnTo>
                  <a:lnTo>
                    <a:pt x="994805" y="1377750"/>
                  </a:lnTo>
                  <a:lnTo>
                    <a:pt x="994800" y="1377760"/>
                  </a:lnTo>
                  <a:lnTo>
                    <a:pt x="994800" y="1377765"/>
                  </a:lnTo>
                  <a:lnTo>
                    <a:pt x="994800" y="1377771"/>
                  </a:lnTo>
                  <a:lnTo>
                    <a:pt x="994759" y="1377778"/>
                  </a:lnTo>
                  <a:lnTo>
                    <a:pt x="994744" y="1377780"/>
                  </a:lnTo>
                  <a:lnTo>
                    <a:pt x="994730" y="1377780"/>
                  </a:lnTo>
                  <a:lnTo>
                    <a:pt x="994716" y="1377781"/>
                  </a:lnTo>
                  <a:lnTo>
                    <a:pt x="994702" y="1377785"/>
                  </a:lnTo>
                  <a:lnTo>
                    <a:pt x="994687" y="1377788"/>
                  </a:lnTo>
                  <a:lnTo>
                    <a:pt x="994673" y="1377788"/>
                  </a:lnTo>
                  <a:lnTo>
                    <a:pt x="994657" y="1377790"/>
                  </a:lnTo>
                  <a:lnTo>
                    <a:pt x="994645" y="1377797"/>
                  </a:lnTo>
                  <a:lnTo>
                    <a:pt x="994637" y="1377807"/>
                  </a:lnTo>
                  <a:lnTo>
                    <a:pt x="994628" y="1377822"/>
                  </a:lnTo>
                  <a:lnTo>
                    <a:pt x="994624" y="1377828"/>
                  </a:lnTo>
                  <a:lnTo>
                    <a:pt x="994615" y="1377836"/>
                  </a:lnTo>
                  <a:lnTo>
                    <a:pt x="994613" y="1377841"/>
                  </a:lnTo>
                  <a:lnTo>
                    <a:pt x="994610" y="1377845"/>
                  </a:lnTo>
                  <a:lnTo>
                    <a:pt x="994607" y="1377849"/>
                  </a:lnTo>
                  <a:lnTo>
                    <a:pt x="994598" y="1377860"/>
                  </a:lnTo>
                  <a:lnTo>
                    <a:pt x="994592" y="1377873"/>
                  </a:lnTo>
                  <a:lnTo>
                    <a:pt x="994587" y="1377910"/>
                  </a:lnTo>
                  <a:lnTo>
                    <a:pt x="994574" y="1377958"/>
                  </a:lnTo>
                  <a:lnTo>
                    <a:pt x="994567" y="1377994"/>
                  </a:lnTo>
                  <a:lnTo>
                    <a:pt x="994565" y="1378022"/>
                  </a:lnTo>
                  <a:lnTo>
                    <a:pt x="994555" y="1378054"/>
                  </a:lnTo>
                  <a:lnTo>
                    <a:pt x="994544" y="1378074"/>
                  </a:lnTo>
                  <a:lnTo>
                    <a:pt x="994538" y="1378091"/>
                  </a:lnTo>
                  <a:lnTo>
                    <a:pt x="994526" y="1378104"/>
                  </a:lnTo>
                  <a:lnTo>
                    <a:pt x="994508" y="1378111"/>
                  </a:lnTo>
                  <a:lnTo>
                    <a:pt x="994491" y="1378111"/>
                  </a:lnTo>
                  <a:lnTo>
                    <a:pt x="994468" y="1378102"/>
                  </a:lnTo>
                  <a:lnTo>
                    <a:pt x="994451" y="1378094"/>
                  </a:lnTo>
                  <a:lnTo>
                    <a:pt x="994428" y="1378089"/>
                  </a:lnTo>
                  <a:lnTo>
                    <a:pt x="994390" y="1378077"/>
                  </a:lnTo>
                  <a:lnTo>
                    <a:pt x="994347" y="1378056"/>
                  </a:lnTo>
                  <a:lnTo>
                    <a:pt x="994321" y="1378040"/>
                  </a:lnTo>
                  <a:lnTo>
                    <a:pt x="994305" y="1378025"/>
                  </a:lnTo>
                  <a:lnTo>
                    <a:pt x="994280" y="1378001"/>
                  </a:lnTo>
                  <a:lnTo>
                    <a:pt x="994242" y="1377973"/>
                  </a:lnTo>
                  <a:lnTo>
                    <a:pt x="994203" y="1377947"/>
                  </a:lnTo>
                  <a:lnTo>
                    <a:pt x="994187" y="1377931"/>
                  </a:lnTo>
                  <a:lnTo>
                    <a:pt x="994173" y="1377912"/>
                  </a:lnTo>
                  <a:lnTo>
                    <a:pt x="994144" y="1377886"/>
                  </a:lnTo>
                  <a:lnTo>
                    <a:pt x="994103" y="1377852"/>
                  </a:lnTo>
                  <a:lnTo>
                    <a:pt x="994082" y="1377831"/>
                  </a:lnTo>
                  <a:lnTo>
                    <a:pt x="994061" y="1377794"/>
                  </a:lnTo>
                  <a:lnTo>
                    <a:pt x="994043" y="1377756"/>
                  </a:lnTo>
                  <a:lnTo>
                    <a:pt x="994030" y="1377731"/>
                  </a:lnTo>
                  <a:lnTo>
                    <a:pt x="994026" y="1377725"/>
                  </a:lnTo>
                  <a:lnTo>
                    <a:pt x="994010" y="1377723"/>
                  </a:lnTo>
                  <a:lnTo>
                    <a:pt x="993982" y="1377725"/>
                  </a:lnTo>
                  <a:lnTo>
                    <a:pt x="993940" y="1377727"/>
                  </a:lnTo>
                  <a:lnTo>
                    <a:pt x="993916" y="1377727"/>
                  </a:lnTo>
                  <a:lnTo>
                    <a:pt x="993902" y="1377712"/>
                  </a:lnTo>
                  <a:lnTo>
                    <a:pt x="993870" y="1377678"/>
                  </a:lnTo>
                  <a:lnTo>
                    <a:pt x="993851" y="1377656"/>
                  </a:lnTo>
                  <a:lnTo>
                    <a:pt x="993835" y="1377622"/>
                  </a:lnTo>
                  <a:lnTo>
                    <a:pt x="993818" y="1377595"/>
                  </a:lnTo>
                  <a:lnTo>
                    <a:pt x="993810" y="1377581"/>
                  </a:lnTo>
                  <a:lnTo>
                    <a:pt x="993798" y="1377580"/>
                  </a:lnTo>
                  <a:lnTo>
                    <a:pt x="993768" y="1377580"/>
                  </a:lnTo>
                  <a:lnTo>
                    <a:pt x="993740" y="1377576"/>
                  </a:lnTo>
                  <a:lnTo>
                    <a:pt x="993711" y="1377574"/>
                  </a:lnTo>
                  <a:lnTo>
                    <a:pt x="993701" y="1377572"/>
                  </a:lnTo>
                  <a:lnTo>
                    <a:pt x="993691" y="1377581"/>
                  </a:lnTo>
                  <a:lnTo>
                    <a:pt x="993678" y="1377592"/>
                  </a:lnTo>
                  <a:lnTo>
                    <a:pt x="993666" y="1377596"/>
                  </a:lnTo>
                  <a:lnTo>
                    <a:pt x="993650" y="1377600"/>
                  </a:lnTo>
                  <a:lnTo>
                    <a:pt x="993596" y="1377593"/>
                  </a:lnTo>
                  <a:lnTo>
                    <a:pt x="993576" y="1377586"/>
                  </a:lnTo>
                  <a:lnTo>
                    <a:pt x="993539" y="1377571"/>
                  </a:lnTo>
                  <a:lnTo>
                    <a:pt x="993491" y="1377549"/>
                  </a:lnTo>
                  <a:lnTo>
                    <a:pt x="993471" y="1377542"/>
                  </a:lnTo>
                  <a:lnTo>
                    <a:pt x="993454" y="1377531"/>
                  </a:lnTo>
                  <a:lnTo>
                    <a:pt x="993435" y="1377514"/>
                  </a:lnTo>
                  <a:lnTo>
                    <a:pt x="993421" y="1377511"/>
                  </a:lnTo>
                  <a:lnTo>
                    <a:pt x="993395" y="1377512"/>
                  </a:lnTo>
                  <a:lnTo>
                    <a:pt x="993348" y="1377519"/>
                  </a:lnTo>
                  <a:lnTo>
                    <a:pt x="993320" y="1377519"/>
                  </a:lnTo>
                  <a:lnTo>
                    <a:pt x="993301" y="1377516"/>
                  </a:lnTo>
                  <a:lnTo>
                    <a:pt x="993287" y="1377511"/>
                  </a:lnTo>
                  <a:lnTo>
                    <a:pt x="993278" y="1377499"/>
                  </a:lnTo>
                  <a:lnTo>
                    <a:pt x="993259" y="1377481"/>
                  </a:lnTo>
                  <a:lnTo>
                    <a:pt x="993238" y="1377473"/>
                  </a:lnTo>
                  <a:lnTo>
                    <a:pt x="993208" y="1377468"/>
                  </a:lnTo>
                  <a:lnTo>
                    <a:pt x="993181" y="1377469"/>
                  </a:lnTo>
                  <a:lnTo>
                    <a:pt x="993172" y="1377471"/>
                  </a:lnTo>
                  <a:lnTo>
                    <a:pt x="993167" y="1377473"/>
                  </a:lnTo>
                  <a:lnTo>
                    <a:pt x="993145" y="1377493"/>
                  </a:lnTo>
                  <a:lnTo>
                    <a:pt x="993132" y="1377499"/>
                  </a:lnTo>
                  <a:lnTo>
                    <a:pt x="993125" y="1377501"/>
                  </a:lnTo>
                  <a:lnTo>
                    <a:pt x="993114" y="1377501"/>
                  </a:lnTo>
                  <a:lnTo>
                    <a:pt x="993109" y="1377501"/>
                  </a:lnTo>
                  <a:lnTo>
                    <a:pt x="993105" y="1377497"/>
                  </a:lnTo>
                  <a:lnTo>
                    <a:pt x="993101" y="1377488"/>
                  </a:lnTo>
                  <a:lnTo>
                    <a:pt x="993097" y="1377467"/>
                  </a:lnTo>
                  <a:lnTo>
                    <a:pt x="993087" y="1377439"/>
                  </a:lnTo>
                  <a:lnTo>
                    <a:pt x="993084" y="1377412"/>
                  </a:lnTo>
                  <a:lnTo>
                    <a:pt x="993079" y="1377396"/>
                  </a:lnTo>
                  <a:lnTo>
                    <a:pt x="993072" y="1377384"/>
                  </a:lnTo>
                  <a:lnTo>
                    <a:pt x="993060" y="1377375"/>
                  </a:lnTo>
                  <a:lnTo>
                    <a:pt x="993048" y="1377371"/>
                  </a:lnTo>
                  <a:lnTo>
                    <a:pt x="993033" y="1377372"/>
                  </a:lnTo>
                  <a:lnTo>
                    <a:pt x="993013" y="1377380"/>
                  </a:lnTo>
                  <a:lnTo>
                    <a:pt x="992988" y="1377391"/>
                  </a:lnTo>
                  <a:lnTo>
                    <a:pt x="992968" y="1377399"/>
                  </a:lnTo>
                  <a:lnTo>
                    <a:pt x="992958" y="1377399"/>
                  </a:lnTo>
                  <a:lnTo>
                    <a:pt x="992944" y="1377391"/>
                  </a:lnTo>
                  <a:lnTo>
                    <a:pt x="992939" y="1377386"/>
                  </a:lnTo>
                  <a:lnTo>
                    <a:pt x="992898" y="1377368"/>
                  </a:lnTo>
                  <a:lnTo>
                    <a:pt x="992884" y="1377366"/>
                  </a:lnTo>
                  <a:lnTo>
                    <a:pt x="992868" y="1377363"/>
                  </a:lnTo>
                  <a:lnTo>
                    <a:pt x="992855" y="1377359"/>
                  </a:lnTo>
                  <a:lnTo>
                    <a:pt x="992841" y="1377355"/>
                  </a:lnTo>
                  <a:lnTo>
                    <a:pt x="992827" y="1377353"/>
                  </a:lnTo>
                  <a:lnTo>
                    <a:pt x="992812" y="1377353"/>
                  </a:lnTo>
                  <a:lnTo>
                    <a:pt x="992798" y="1377355"/>
                  </a:lnTo>
                  <a:lnTo>
                    <a:pt x="992784" y="1377355"/>
                  </a:lnTo>
                  <a:lnTo>
                    <a:pt x="992770" y="1377354"/>
                  </a:lnTo>
                  <a:lnTo>
                    <a:pt x="992756" y="1377348"/>
                  </a:lnTo>
                  <a:lnTo>
                    <a:pt x="992741" y="1377340"/>
                  </a:lnTo>
                  <a:lnTo>
                    <a:pt x="992725" y="1377332"/>
                  </a:lnTo>
                  <a:lnTo>
                    <a:pt x="992711" y="1377325"/>
                  </a:lnTo>
                  <a:lnTo>
                    <a:pt x="992705" y="1377324"/>
                  </a:lnTo>
                  <a:lnTo>
                    <a:pt x="992697" y="1377326"/>
                  </a:lnTo>
                  <a:lnTo>
                    <a:pt x="992689" y="1377328"/>
                  </a:lnTo>
                  <a:lnTo>
                    <a:pt x="992682" y="1377332"/>
                  </a:lnTo>
                  <a:lnTo>
                    <a:pt x="992668" y="1377341"/>
                  </a:lnTo>
                  <a:lnTo>
                    <a:pt x="992654" y="1377350"/>
                  </a:lnTo>
                  <a:lnTo>
                    <a:pt x="992641" y="1377358"/>
                  </a:lnTo>
                  <a:lnTo>
                    <a:pt x="992635" y="1377357"/>
                  </a:lnTo>
                  <a:lnTo>
                    <a:pt x="992632" y="1377353"/>
                  </a:lnTo>
                  <a:lnTo>
                    <a:pt x="992624" y="1377340"/>
                  </a:lnTo>
                  <a:lnTo>
                    <a:pt x="992620" y="1377332"/>
                  </a:lnTo>
                  <a:lnTo>
                    <a:pt x="992611" y="1377323"/>
                  </a:lnTo>
                  <a:lnTo>
                    <a:pt x="992606" y="1377315"/>
                  </a:lnTo>
                  <a:lnTo>
                    <a:pt x="992603" y="1377305"/>
                  </a:lnTo>
                  <a:lnTo>
                    <a:pt x="992600" y="1377298"/>
                  </a:lnTo>
                  <a:lnTo>
                    <a:pt x="992599" y="1377293"/>
                  </a:lnTo>
                  <a:lnTo>
                    <a:pt x="992590" y="1377273"/>
                  </a:lnTo>
                  <a:lnTo>
                    <a:pt x="992585" y="1377264"/>
                  </a:lnTo>
                  <a:lnTo>
                    <a:pt x="992579" y="1377258"/>
                  </a:lnTo>
                  <a:lnTo>
                    <a:pt x="992569" y="1377243"/>
                  </a:lnTo>
                  <a:lnTo>
                    <a:pt x="992558" y="1377228"/>
                  </a:lnTo>
                  <a:lnTo>
                    <a:pt x="992549" y="1377213"/>
                  </a:lnTo>
                  <a:lnTo>
                    <a:pt x="992536" y="1377201"/>
                  </a:lnTo>
                  <a:lnTo>
                    <a:pt x="992521" y="1377188"/>
                  </a:lnTo>
                  <a:lnTo>
                    <a:pt x="992508" y="1377175"/>
                  </a:lnTo>
                  <a:lnTo>
                    <a:pt x="992505" y="1377172"/>
                  </a:lnTo>
                  <a:lnTo>
                    <a:pt x="992492" y="1377166"/>
                  </a:lnTo>
                  <a:lnTo>
                    <a:pt x="992479" y="1377158"/>
                  </a:lnTo>
                  <a:lnTo>
                    <a:pt x="992473" y="1377151"/>
                  </a:lnTo>
                  <a:lnTo>
                    <a:pt x="992468" y="1377143"/>
                  </a:lnTo>
                  <a:lnTo>
                    <a:pt x="992457" y="1377128"/>
                  </a:lnTo>
                  <a:lnTo>
                    <a:pt x="992455" y="1377124"/>
                  </a:lnTo>
                  <a:lnTo>
                    <a:pt x="992450" y="1377118"/>
                  </a:lnTo>
                  <a:lnTo>
                    <a:pt x="992446" y="1377116"/>
                  </a:lnTo>
                  <a:lnTo>
                    <a:pt x="992414" y="1377097"/>
                  </a:lnTo>
                  <a:lnTo>
                    <a:pt x="992400" y="1377090"/>
                  </a:lnTo>
                  <a:lnTo>
                    <a:pt x="992393" y="1377088"/>
                  </a:lnTo>
                  <a:lnTo>
                    <a:pt x="992384" y="1377086"/>
                  </a:lnTo>
                  <a:lnTo>
                    <a:pt x="992369" y="1377087"/>
                  </a:lnTo>
                  <a:lnTo>
                    <a:pt x="992357" y="1377094"/>
                  </a:lnTo>
                  <a:lnTo>
                    <a:pt x="992343" y="1377107"/>
                  </a:lnTo>
                  <a:lnTo>
                    <a:pt x="992328" y="1377114"/>
                  </a:lnTo>
                  <a:lnTo>
                    <a:pt x="992314" y="1377120"/>
                  </a:lnTo>
                  <a:lnTo>
                    <a:pt x="992309" y="1377122"/>
                  </a:lnTo>
                  <a:lnTo>
                    <a:pt x="992300" y="1377121"/>
                  </a:lnTo>
                  <a:lnTo>
                    <a:pt x="992284" y="1377124"/>
                  </a:lnTo>
                  <a:lnTo>
                    <a:pt x="992273" y="1377125"/>
                  </a:lnTo>
                  <a:lnTo>
                    <a:pt x="992245" y="1377107"/>
                  </a:lnTo>
                  <a:lnTo>
                    <a:pt x="992235" y="1377100"/>
                  </a:lnTo>
                  <a:lnTo>
                    <a:pt x="992230" y="1377099"/>
                  </a:lnTo>
                  <a:lnTo>
                    <a:pt x="992216" y="1377089"/>
                  </a:lnTo>
                  <a:lnTo>
                    <a:pt x="992203" y="1377079"/>
                  </a:lnTo>
                  <a:lnTo>
                    <a:pt x="992193" y="1377064"/>
                  </a:lnTo>
                  <a:lnTo>
                    <a:pt x="992190" y="1377049"/>
                  </a:lnTo>
                  <a:lnTo>
                    <a:pt x="992190" y="1377034"/>
                  </a:lnTo>
                  <a:lnTo>
                    <a:pt x="992191" y="1377019"/>
                  </a:lnTo>
                  <a:lnTo>
                    <a:pt x="992192" y="1377004"/>
                  </a:lnTo>
                  <a:lnTo>
                    <a:pt x="992191" y="1376989"/>
                  </a:lnTo>
                  <a:lnTo>
                    <a:pt x="992190" y="1376974"/>
                  </a:lnTo>
                  <a:lnTo>
                    <a:pt x="992188" y="1376959"/>
                  </a:lnTo>
                  <a:lnTo>
                    <a:pt x="992187" y="1376943"/>
                  </a:lnTo>
                  <a:lnTo>
                    <a:pt x="992185" y="1376927"/>
                  </a:lnTo>
                  <a:lnTo>
                    <a:pt x="992171" y="1376890"/>
                  </a:lnTo>
                  <a:lnTo>
                    <a:pt x="992167" y="1376880"/>
                  </a:lnTo>
                  <a:lnTo>
                    <a:pt x="992167" y="1376875"/>
                  </a:lnTo>
                  <a:lnTo>
                    <a:pt x="992165" y="1376860"/>
                  </a:lnTo>
                  <a:lnTo>
                    <a:pt x="992165" y="1376854"/>
                  </a:lnTo>
                  <a:lnTo>
                    <a:pt x="992162" y="1376849"/>
                  </a:lnTo>
                  <a:lnTo>
                    <a:pt x="992159" y="1376846"/>
                  </a:lnTo>
                  <a:lnTo>
                    <a:pt x="992144" y="1376839"/>
                  </a:lnTo>
                  <a:lnTo>
                    <a:pt x="992130" y="1376839"/>
                  </a:lnTo>
                  <a:lnTo>
                    <a:pt x="992116" y="1376837"/>
                  </a:lnTo>
                  <a:lnTo>
                    <a:pt x="992102" y="1376834"/>
                  </a:lnTo>
                  <a:lnTo>
                    <a:pt x="992088" y="1376830"/>
                  </a:lnTo>
                  <a:lnTo>
                    <a:pt x="992083" y="1376829"/>
                  </a:lnTo>
                  <a:lnTo>
                    <a:pt x="992079" y="1376827"/>
                  </a:lnTo>
                  <a:lnTo>
                    <a:pt x="992072" y="1376828"/>
                  </a:lnTo>
                  <a:lnTo>
                    <a:pt x="992037" y="1376821"/>
                  </a:lnTo>
                  <a:lnTo>
                    <a:pt x="992027" y="1376822"/>
                  </a:lnTo>
                  <a:lnTo>
                    <a:pt x="992012" y="1376823"/>
                  </a:lnTo>
                  <a:lnTo>
                    <a:pt x="991998" y="1376829"/>
                  </a:lnTo>
                  <a:lnTo>
                    <a:pt x="991984" y="1376838"/>
                  </a:lnTo>
                  <a:lnTo>
                    <a:pt x="991971" y="1376845"/>
                  </a:lnTo>
                  <a:lnTo>
                    <a:pt x="991956" y="1376855"/>
                  </a:lnTo>
                  <a:lnTo>
                    <a:pt x="991950" y="1376859"/>
                  </a:lnTo>
                  <a:lnTo>
                    <a:pt x="991941" y="1376862"/>
                  </a:lnTo>
                  <a:lnTo>
                    <a:pt x="991927" y="1376868"/>
                  </a:lnTo>
                  <a:lnTo>
                    <a:pt x="991912" y="1376873"/>
                  </a:lnTo>
                  <a:lnTo>
                    <a:pt x="991898" y="1376877"/>
                  </a:lnTo>
                  <a:lnTo>
                    <a:pt x="991884" y="1376879"/>
                  </a:lnTo>
                  <a:lnTo>
                    <a:pt x="991870" y="1376882"/>
                  </a:lnTo>
                  <a:lnTo>
                    <a:pt x="991856" y="1376888"/>
                  </a:lnTo>
                  <a:lnTo>
                    <a:pt x="991841" y="1376895"/>
                  </a:lnTo>
                  <a:lnTo>
                    <a:pt x="991827" y="1376898"/>
                  </a:lnTo>
                  <a:lnTo>
                    <a:pt x="991813" y="1376900"/>
                  </a:lnTo>
                  <a:lnTo>
                    <a:pt x="991797" y="1376904"/>
                  </a:lnTo>
                  <a:lnTo>
                    <a:pt x="991785" y="1376907"/>
                  </a:lnTo>
                  <a:lnTo>
                    <a:pt x="991770" y="1376910"/>
                  </a:lnTo>
                  <a:lnTo>
                    <a:pt x="991761" y="1376911"/>
                  </a:lnTo>
                  <a:lnTo>
                    <a:pt x="991756" y="1376910"/>
                  </a:lnTo>
                  <a:lnTo>
                    <a:pt x="991751" y="1376905"/>
                  </a:lnTo>
                  <a:lnTo>
                    <a:pt x="991743" y="1376896"/>
                  </a:lnTo>
                  <a:lnTo>
                    <a:pt x="991728" y="1376888"/>
                  </a:lnTo>
                  <a:lnTo>
                    <a:pt x="991714" y="1376882"/>
                  </a:lnTo>
                  <a:lnTo>
                    <a:pt x="991700" y="1376873"/>
                  </a:lnTo>
                  <a:lnTo>
                    <a:pt x="991696" y="1376871"/>
                  </a:lnTo>
                  <a:lnTo>
                    <a:pt x="991687" y="1376860"/>
                  </a:lnTo>
                  <a:lnTo>
                    <a:pt x="991678" y="1376845"/>
                  </a:lnTo>
                  <a:lnTo>
                    <a:pt x="991675" y="1376830"/>
                  </a:lnTo>
                  <a:lnTo>
                    <a:pt x="991674" y="1376821"/>
                  </a:lnTo>
                  <a:lnTo>
                    <a:pt x="991675" y="1376815"/>
                  </a:lnTo>
                  <a:lnTo>
                    <a:pt x="991671" y="1376800"/>
                  </a:lnTo>
                  <a:lnTo>
                    <a:pt x="991669" y="1376796"/>
                  </a:lnTo>
                  <a:lnTo>
                    <a:pt x="991660" y="1376786"/>
                  </a:lnTo>
                  <a:lnTo>
                    <a:pt x="991646" y="1376777"/>
                  </a:lnTo>
                  <a:lnTo>
                    <a:pt x="991640" y="1376773"/>
                  </a:lnTo>
                  <a:lnTo>
                    <a:pt x="991632" y="1376764"/>
                  </a:lnTo>
                  <a:lnTo>
                    <a:pt x="991629" y="1376757"/>
                  </a:lnTo>
                  <a:lnTo>
                    <a:pt x="991628" y="1376749"/>
                  </a:lnTo>
                  <a:lnTo>
                    <a:pt x="991627" y="1376734"/>
                  </a:lnTo>
                  <a:lnTo>
                    <a:pt x="991627" y="1376726"/>
                  </a:lnTo>
                  <a:lnTo>
                    <a:pt x="991625" y="1376719"/>
                  </a:lnTo>
                  <a:lnTo>
                    <a:pt x="991623" y="1376711"/>
                  </a:lnTo>
                  <a:lnTo>
                    <a:pt x="991619" y="1376704"/>
                  </a:lnTo>
                  <a:lnTo>
                    <a:pt x="991615" y="1376687"/>
                  </a:lnTo>
                  <a:lnTo>
                    <a:pt x="991610" y="1376673"/>
                  </a:lnTo>
                  <a:lnTo>
                    <a:pt x="991602" y="1376670"/>
                  </a:lnTo>
                  <a:lnTo>
                    <a:pt x="991596" y="1376668"/>
                  </a:lnTo>
                  <a:lnTo>
                    <a:pt x="991581" y="1376669"/>
                  </a:lnTo>
                  <a:lnTo>
                    <a:pt x="991567" y="1376672"/>
                  </a:lnTo>
                  <a:lnTo>
                    <a:pt x="991562" y="1376672"/>
                  </a:lnTo>
                  <a:lnTo>
                    <a:pt x="991553" y="1376669"/>
                  </a:lnTo>
                  <a:lnTo>
                    <a:pt x="991539" y="1376664"/>
                  </a:lnTo>
                  <a:lnTo>
                    <a:pt x="991525" y="1376661"/>
                  </a:lnTo>
                  <a:lnTo>
                    <a:pt x="991510" y="1376655"/>
                  </a:lnTo>
                  <a:lnTo>
                    <a:pt x="991496" y="1376652"/>
                  </a:lnTo>
                  <a:lnTo>
                    <a:pt x="991489" y="1376649"/>
                  </a:lnTo>
                  <a:lnTo>
                    <a:pt x="991482" y="1376643"/>
                  </a:lnTo>
                  <a:lnTo>
                    <a:pt x="991476" y="1376639"/>
                  </a:lnTo>
                  <a:lnTo>
                    <a:pt x="991467" y="1376636"/>
                  </a:lnTo>
                  <a:lnTo>
                    <a:pt x="991453" y="1376633"/>
                  </a:lnTo>
                  <a:lnTo>
                    <a:pt x="991444" y="1376629"/>
                  </a:lnTo>
                  <a:lnTo>
                    <a:pt x="991439" y="1376626"/>
                  </a:lnTo>
                  <a:lnTo>
                    <a:pt x="991434" y="1376624"/>
                  </a:lnTo>
                  <a:lnTo>
                    <a:pt x="991425" y="1376616"/>
                  </a:lnTo>
                  <a:lnTo>
                    <a:pt x="991410" y="1376603"/>
                  </a:lnTo>
                  <a:lnTo>
                    <a:pt x="991396" y="1376590"/>
                  </a:lnTo>
                  <a:lnTo>
                    <a:pt x="991393" y="1376587"/>
                  </a:lnTo>
                  <a:lnTo>
                    <a:pt x="991381" y="1376581"/>
                  </a:lnTo>
                  <a:lnTo>
                    <a:pt x="991375" y="1376577"/>
                  </a:lnTo>
                  <a:lnTo>
                    <a:pt x="991369" y="1376569"/>
                  </a:lnTo>
                  <a:lnTo>
                    <a:pt x="991359" y="1376554"/>
                  </a:lnTo>
                  <a:lnTo>
                    <a:pt x="991353" y="1376539"/>
                  </a:lnTo>
                  <a:lnTo>
                    <a:pt x="991349" y="1376524"/>
                  </a:lnTo>
                  <a:lnTo>
                    <a:pt x="991342" y="1376511"/>
                  </a:lnTo>
                  <a:lnTo>
                    <a:pt x="991339" y="1376501"/>
                  </a:lnTo>
                  <a:lnTo>
                    <a:pt x="991335" y="1376494"/>
                  </a:lnTo>
                  <a:lnTo>
                    <a:pt x="991325" y="1376479"/>
                  </a:lnTo>
                  <a:lnTo>
                    <a:pt x="991311" y="1376468"/>
                  </a:lnTo>
                  <a:lnTo>
                    <a:pt x="991299" y="1376452"/>
                  </a:lnTo>
                  <a:lnTo>
                    <a:pt x="991286" y="1376443"/>
                  </a:lnTo>
                  <a:lnTo>
                    <a:pt x="991272" y="1376437"/>
                  </a:lnTo>
                  <a:lnTo>
                    <a:pt x="991258" y="1376433"/>
                  </a:lnTo>
                  <a:lnTo>
                    <a:pt x="991244" y="1376423"/>
                  </a:lnTo>
                  <a:lnTo>
                    <a:pt x="991230" y="1376411"/>
                  </a:lnTo>
                  <a:lnTo>
                    <a:pt x="991218" y="1376398"/>
                  </a:lnTo>
                  <a:lnTo>
                    <a:pt x="991214" y="1376394"/>
                  </a:lnTo>
                  <a:lnTo>
                    <a:pt x="991211" y="1376389"/>
                  </a:lnTo>
                  <a:lnTo>
                    <a:pt x="991210" y="1376383"/>
                  </a:lnTo>
                  <a:lnTo>
                    <a:pt x="991207" y="1376368"/>
                  </a:lnTo>
                  <a:lnTo>
                    <a:pt x="991207" y="1376353"/>
                  </a:lnTo>
                  <a:lnTo>
                    <a:pt x="991203" y="1376338"/>
                  </a:lnTo>
                  <a:lnTo>
                    <a:pt x="991202" y="1376333"/>
                  </a:lnTo>
                  <a:lnTo>
                    <a:pt x="991196" y="1376323"/>
                  </a:lnTo>
                  <a:lnTo>
                    <a:pt x="991192" y="1376318"/>
                  </a:lnTo>
                  <a:lnTo>
                    <a:pt x="991183" y="1376311"/>
                  </a:lnTo>
                  <a:lnTo>
                    <a:pt x="991179" y="1376308"/>
                  </a:lnTo>
                  <a:lnTo>
                    <a:pt x="991168" y="1376304"/>
                  </a:lnTo>
                  <a:lnTo>
                    <a:pt x="991154" y="1376301"/>
                  </a:lnTo>
                  <a:lnTo>
                    <a:pt x="991140" y="1376293"/>
                  </a:lnTo>
                  <a:lnTo>
                    <a:pt x="991136" y="1376290"/>
                  </a:lnTo>
                  <a:lnTo>
                    <a:pt x="991124" y="1376286"/>
                  </a:lnTo>
                  <a:lnTo>
                    <a:pt x="991112" y="1376282"/>
                  </a:lnTo>
                  <a:lnTo>
                    <a:pt x="991097" y="1376276"/>
                  </a:lnTo>
                  <a:lnTo>
                    <a:pt x="991083" y="1376267"/>
                  </a:lnTo>
                  <a:lnTo>
                    <a:pt x="991069" y="1376262"/>
                  </a:lnTo>
                  <a:lnTo>
                    <a:pt x="991061" y="1376261"/>
                  </a:lnTo>
                  <a:lnTo>
                    <a:pt x="991054" y="1376258"/>
                  </a:lnTo>
                  <a:lnTo>
                    <a:pt x="991040" y="1376251"/>
                  </a:lnTo>
                  <a:lnTo>
                    <a:pt x="991028" y="1376243"/>
                  </a:lnTo>
                  <a:lnTo>
                    <a:pt x="991021" y="1376241"/>
                  </a:lnTo>
                  <a:lnTo>
                    <a:pt x="991012" y="1376238"/>
                  </a:lnTo>
                  <a:lnTo>
                    <a:pt x="991005" y="1376236"/>
                  </a:lnTo>
                  <a:lnTo>
                    <a:pt x="990998" y="1376236"/>
                  </a:lnTo>
                  <a:lnTo>
                    <a:pt x="990983" y="1376234"/>
                  </a:lnTo>
                  <a:lnTo>
                    <a:pt x="990969" y="1376228"/>
                  </a:lnTo>
                  <a:lnTo>
                    <a:pt x="990955" y="1376222"/>
                  </a:lnTo>
                  <a:lnTo>
                    <a:pt x="990948" y="1376220"/>
                  </a:lnTo>
                  <a:lnTo>
                    <a:pt x="990940" y="1376219"/>
                  </a:lnTo>
                  <a:lnTo>
                    <a:pt x="990926" y="1376221"/>
                  </a:lnTo>
                  <a:lnTo>
                    <a:pt x="990912" y="1376219"/>
                  </a:lnTo>
                  <a:lnTo>
                    <a:pt x="990898" y="1376214"/>
                  </a:lnTo>
                  <a:lnTo>
                    <a:pt x="990884" y="1376208"/>
                  </a:lnTo>
                  <a:lnTo>
                    <a:pt x="990869" y="1376203"/>
                  </a:lnTo>
                  <a:lnTo>
                    <a:pt x="990855" y="1376201"/>
                  </a:lnTo>
                  <a:lnTo>
                    <a:pt x="990841" y="1376199"/>
                  </a:lnTo>
                  <a:lnTo>
                    <a:pt x="990834" y="1376197"/>
                  </a:lnTo>
                  <a:lnTo>
                    <a:pt x="990827" y="1376192"/>
                  </a:lnTo>
                  <a:lnTo>
                    <a:pt x="990822" y="1376187"/>
                  </a:lnTo>
                  <a:lnTo>
                    <a:pt x="990820" y="1376182"/>
                  </a:lnTo>
                  <a:lnTo>
                    <a:pt x="990822" y="1376177"/>
                  </a:lnTo>
                  <a:lnTo>
                    <a:pt x="990826" y="1376167"/>
                  </a:lnTo>
                  <a:lnTo>
                    <a:pt x="990830" y="1376163"/>
                  </a:lnTo>
                  <a:lnTo>
                    <a:pt x="990844" y="1376151"/>
                  </a:lnTo>
                  <a:lnTo>
                    <a:pt x="990855" y="1376137"/>
                  </a:lnTo>
                  <a:lnTo>
                    <a:pt x="990860" y="1376129"/>
                  </a:lnTo>
                  <a:lnTo>
                    <a:pt x="990862" y="1376122"/>
                  </a:lnTo>
                  <a:lnTo>
                    <a:pt x="990864" y="1376107"/>
                  </a:lnTo>
                  <a:lnTo>
                    <a:pt x="990862" y="1376092"/>
                  </a:lnTo>
                  <a:lnTo>
                    <a:pt x="990861" y="1376087"/>
                  </a:lnTo>
                  <a:lnTo>
                    <a:pt x="990858" y="1376083"/>
                  </a:lnTo>
                  <a:lnTo>
                    <a:pt x="990852" y="1376077"/>
                  </a:lnTo>
                  <a:lnTo>
                    <a:pt x="990849" y="1376074"/>
                  </a:lnTo>
                  <a:lnTo>
                    <a:pt x="990838" y="1376070"/>
                  </a:lnTo>
                  <a:lnTo>
                    <a:pt x="990831" y="1376070"/>
                  </a:lnTo>
                  <a:lnTo>
                    <a:pt x="990824" y="1376072"/>
                  </a:lnTo>
                  <a:lnTo>
                    <a:pt x="990810" y="1376079"/>
                  </a:lnTo>
                  <a:lnTo>
                    <a:pt x="990803" y="1376081"/>
                  </a:lnTo>
                  <a:lnTo>
                    <a:pt x="990795" y="1376085"/>
                  </a:lnTo>
                  <a:lnTo>
                    <a:pt x="990781" y="1376094"/>
                  </a:lnTo>
                  <a:lnTo>
                    <a:pt x="990773" y="1376098"/>
                  </a:lnTo>
                  <a:lnTo>
                    <a:pt x="990769" y="1376096"/>
                  </a:lnTo>
                  <a:lnTo>
                    <a:pt x="990757" y="1376088"/>
                  </a:lnTo>
                  <a:lnTo>
                    <a:pt x="990753" y="1376081"/>
                  </a:lnTo>
                  <a:lnTo>
                    <a:pt x="990755" y="1376075"/>
                  </a:lnTo>
                  <a:lnTo>
                    <a:pt x="990756" y="1376071"/>
                  </a:lnTo>
                  <a:lnTo>
                    <a:pt x="990755" y="1376060"/>
                  </a:lnTo>
                  <a:lnTo>
                    <a:pt x="990752" y="1376055"/>
                  </a:lnTo>
                  <a:lnTo>
                    <a:pt x="990741" y="1376049"/>
                  </a:lnTo>
                  <a:lnTo>
                    <a:pt x="990729" y="1376041"/>
                  </a:lnTo>
                  <a:lnTo>
                    <a:pt x="990723" y="1376035"/>
                  </a:lnTo>
                  <a:lnTo>
                    <a:pt x="990716" y="1376031"/>
                  </a:lnTo>
                  <a:lnTo>
                    <a:pt x="990701" y="1376027"/>
                  </a:lnTo>
                  <a:lnTo>
                    <a:pt x="990697" y="1376025"/>
                  </a:lnTo>
                  <a:lnTo>
                    <a:pt x="990687" y="1376016"/>
                  </a:lnTo>
                  <a:lnTo>
                    <a:pt x="990678" y="1376001"/>
                  </a:lnTo>
                  <a:lnTo>
                    <a:pt x="990676" y="1375994"/>
                  </a:lnTo>
                  <a:lnTo>
                    <a:pt x="990670" y="1375985"/>
                  </a:lnTo>
                  <a:lnTo>
                    <a:pt x="990665" y="1375980"/>
                  </a:lnTo>
                  <a:lnTo>
                    <a:pt x="990660" y="1375976"/>
                  </a:lnTo>
                  <a:lnTo>
                    <a:pt x="990656" y="1375975"/>
                  </a:lnTo>
                  <a:lnTo>
                    <a:pt x="990640" y="1375979"/>
                  </a:lnTo>
                  <a:lnTo>
                    <a:pt x="990627" y="1375985"/>
                  </a:lnTo>
                  <a:lnTo>
                    <a:pt x="990613" y="1375988"/>
                  </a:lnTo>
                  <a:lnTo>
                    <a:pt x="990599" y="1375990"/>
                  </a:lnTo>
                  <a:lnTo>
                    <a:pt x="990585" y="1375992"/>
                  </a:lnTo>
                  <a:lnTo>
                    <a:pt x="990578" y="1375994"/>
                  </a:lnTo>
                  <a:lnTo>
                    <a:pt x="990570" y="1375994"/>
                  </a:lnTo>
                  <a:lnTo>
                    <a:pt x="990554" y="1375997"/>
                  </a:lnTo>
                  <a:lnTo>
                    <a:pt x="990542" y="1375997"/>
                  </a:lnTo>
                  <a:lnTo>
                    <a:pt x="990533" y="1375997"/>
                  </a:lnTo>
                  <a:lnTo>
                    <a:pt x="990525" y="1375994"/>
                  </a:lnTo>
                  <a:lnTo>
                    <a:pt x="990488" y="1375988"/>
                  </a:lnTo>
                  <a:lnTo>
                    <a:pt x="990481" y="1375988"/>
                  </a:lnTo>
                  <a:lnTo>
                    <a:pt x="990474" y="1375990"/>
                  </a:lnTo>
                  <a:lnTo>
                    <a:pt x="990460" y="1375991"/>
                  </a:lnTo>
                  <a:lnTo>
                    <a:pt x="990452" y="1375990"/>
                  </a:lnTo>
                  <a:lnTo>
                    <a:pt x="990444" y="1375984"/>
                  </a:lnTo>
                  <a:lnTo>
                    <a:pt x="990433" y="1375973"/>
                  </a:lnTo>
                  <a:lnTo>
                    <a:pt x="990419" y="1375958"/>
                  </a:lnTo>
                  <a:lnTo>
                    <a:pt x="990403" y="1375943"/>
                  </a:lnTo>
                  <a:lnTo>
                    <a:pt x="990389" y="1375938"/>
                  </a:lnTo>
                  <a:lnTo>
                    <a:pt x="990382" y="1375936"/>
                  </a:lnTo>
                  <a:lnTo>
                    <a:pt x="990375" y="1375931"/>
                  </a:lnTo>
                  <a:lnTo>
                    <a:pt x="990367" y="1375926"/>
                  </a:lnTo>
                  <a:lnTo>
                    <a:pt x="990361" y="1375919"/>
                  </a:lnTo>
                  <a:lnTo>
                    <a:pt x="990346" y="1375903"/>
                  </a:lnTo>
                  <a:lnTo>
                    <a:pt x="990337" y="1375889"/>
                  </a:lnTo>
                  <a:lnTo>
                    <a:pt x="990327" y="1375875"/>
                  </a:lnTo>
                  <a:lnTo>
                    <a:pt x="990317" y="1375860"/>
                  </a:lnTo>
                  <a:lnTo>
                    <a:pt x="990309" y="1375854"/>
                  </a:lnTo>
                  <a:lnTo>
                    <a:pt x="990303" y="1375847"/>
                  </a:lnTo>
                  <a:lnTo>
                    <a:pt x="990285" y="1375833"/>
                  </a:lnTo>
                  <a:lnTo>
                    <a:pt x="990281" y="1375828"/>
                  </a:lnTo>
                  <a:lnTo>
                    <a:pt x="990279" y="1375822"/>
                  </a:lnTo>
                  <a:lnTo>
                    <a:pt x="990274" y="1375803"/>
                  </a:lnTo>
                  <a:lnTo>
                    <a:pt x="990272" y="1375792"/>
                  </a:lnTo>
                  <a:lnTo>
                    <a:pt x="990274" y="1375785"/>
                  </a:lnTo>
                  <a:lnTo>
                    <a:pt x="990274" y="1375779"/>
                  </a:lnTo>
                  <a:lnTo>
                    <a:pt x="990277" y="1375770"/>
                  </a:lnTo>
                  <a:lnTo>
                    <a:pt x="990278" y="1375752"/>
                  </a:lnTo>
                  <a:lnTo>
                    <a:pt x="990274" y="1375742"/>
                  </a:lnTo>
                  <a:lnTo>
                    <a:pt x="990274" y="1375737"/>
                  </a:lnTo>
                  <a:lnTo>
                    <a:pt x="990269" y="1375730"/>
                  </a:lnTo>
                  <a:lnTo>
                    <a:pt x="990262" y="1375723"/>
                  </a:lnTo>
                  <a:lnTo>
                    <a:pt x="990255" y="1375719"/>
                  </a:lnTo>
                  <a:lnTo>
                    <a:pt x="990245" y="1375710"/>
                  </a:lnTo>
                  <a:lnTo>
                    <a:pt x="990241" y="1375704"/>
                  </a:lnTo>
                  <a:lnTo>
                    <a:pt x="990235" y="1375694"/>
                  </a:lnTo>
                  <a:lnTo>
                    <a:pt x="990231" y="1375688"/>
                  </a:lnTo>
                  <a:lnTo>
                    <a:pt x="990231" y="1375680"/>
                  </a:lnTo>
                  <a:lnTo>
                    <a:pt x="990228" y="1375673"/>
                  </a:lnTo>
                  <a:lnTo>
                    <a:pt x="990200" y="1375640"/>
                  </a:lnTo>
                  <a:lnTo>
                    <a:pt x="990189" y="1375625"/>
                  </a:lnTo>
                  <a:lnTo>
                    <a:pt x="990177" y="1375611"/>
                  </a:lnTo>
                  <a:lnTo>
                    <a:pt x="990163" y="1375600"/>
                  </a:lnTo>
                  <a:lnTo>
                    <a:pt x="990149" y="1375591"/>
                  </a:lnTo>
                  <a:lnTo>
                    <a:pt x="990135" y="1375583"/>
                  </a:lnTo>
                  <a:lnTo>
                    <a:pt x="990120" y="1375570"/>
                  </a:lnTo>
                  <a:lnTo>
                    <a:pt x="990106" y="1375560"/>
                  </a:lnTo>
                  <a:lnTo>
                    <a:pt x="990093" y="1375548"/>
                  </a:lnTo>
                  <a:lnTo>
                    <a:pt x="990081" y="1375535"/>
                  </a:lnTo>
                  <a:lnTo>
                    <a:pt x="990068" y="1375521"/>
                  </a:lnTo>
                  <a:lnTo>
                    <a:pt x="990054" y="1375510"/>
                  </a:lnTo>
                  <a:lnTo>
                    <a:pt x="990040" y="1375500"/>
                  </a:lnTo>
                  <a:lnTo>
                    <a:pt x="990026" y="1375488"/>
                  </a:lnTo>
                  <a:lnTo>
                    <a:pt x="990013" y="1375473"/>
                  </a:lnTo>
                  <a:lnTo>
                    <a:pt x="990001" y="1375457"/>
                  </a:lnTo>
                  <a:lnTo>
                    <a:pt x="989991" y="1375442"/>
                  </a:lnTo>
                  <a:lnTo>
                    <a:pt x="989987" y="1375436"/>
                  </a:lnTo>
                  <a:lnTo>
                    <a:pt x="989967" y="1375415"/>
                  </a:lnTo>
                  <a:lnTo>
                    <a:pt x="989954" y="1375403"/>
                  </a:lnTo>
                  <a:lnTo>
                    <a:pt x="989941" y="1375388"/>
                  </a:lnTo>
                  <a:lnTo>
                    <a:pt x="989929" y="1375373"/>
                  </a:lnTo>
                  <a:lnTo>
                    <a:pt x="989926" y="1375370"/>
                  </a:lnTo>
                  <a:lnTo>
                    <a:pt x="989923" y="1375362"/>
                  </a:lnTo>
                  <a:lnTo>
                    <a:pt x="989924" y="1375356"/>
                  </a:lnTo>
                  <a:lnTo>
                    <a:pt x="989929" y="1375352"/>
                  </a:lnTo>
                  <a:lnTo>
                    <a:pt x="989940" y="1375350"/>
                  </a:lnTo>
                  <a:lnTo>
                    <a:pt x="989966" y="1375344"/>
                  </a:lnTo>
                  <a:lnTo>
                    <a:pt x="989981" y="1375337"/>
                  </a:lnTo>
                  <a:lnTo>
                    <a:pt x="989990" y="1375331"/>
                  </a:lnTo>
                  <a:lnTo>
                    <a:pt x="989999" y="1375321"/>
                  </a:lnTo>
                  <a:lnTo>
                    <a:pt x="990005" y="1375307"/>
                  </a:lnTo>
                  <a:lnTo>
                    <a:pt x="990010" y="1375277"/>
                  </a:lnTo>
                  <a:lnTo>
                    <a:pt x="990007" y="1375251"/>
                  </a:lnTo>
                  <a:lnTo>
                    <a:pt x="990006" y="1375243"/>
                  </a:lnTo>
                  <a:lnTo>
                    <a:pt x="990004" y="1375223"/>
                  </a:lnTo>
                  <a:lnTo>
                    <a:pt x="990004" y="1375205"/>
                  </a:lnTo>
                  <a:lnTo>
                    <a:pt x="990011" y="1375190"/>
                  </a:lnTo>
                  <a:lnTo>
                    <a:pt x="990024" y="1375169"/>
                  </a:lnTo>
                  <a:lnTo>
                    <a:pt x="990031" y="1375161"/>
                  </a:lnTo>
                  <a:lnTo>
                    <a:pt x="990043" y="1375146"/>
                  </a:lnTo>
                  <a:lnTo>
                    <a:pt x="990074" y="1375117"/>
                  </a:lnTo>
                  <a:lnTo>
                    <a:pt x="990098" y="1375110"/>
                  </a:lnTo>
                  <a:lnTo>
                    <a:pt x="990127" y="1375111"/>
                  </a:lnTo>
                  <a:lnTo>
                    <a:pt x="990147" y="1375112"/>
                  </a:lnTo>
                  <a:lnTo>
                    <a:pt x="990173" y="1375122"/>
                  </a:lnTo>
                  <a:lnTo>
                    <a:pt x="990199" y="1375139"/>
                  </a:lnTo>
                  <a:lnTo>
                    <a:pt x="990231" y="1375171"/>
                  </a:lnTo>
                  <a:lnTo>
                    <a:pt x="990259" y="1375197"/>
                  </a:lnTo>
                  <a:lnTo>
                    <a:pt x="990278" y="1375205"/>
                  </a:lnTo>
                  <a:lnTo>
                    <a:pt x="990294" y="1375203"/>
                  </a:lnTo>
                  <a:lnTo>
                    <a:pt x="990320" y="1375196"/>
                  </a:lnTo>
                  <a:lnTo>
                    <a:pt x="990374" y="1375172"/>
                  </a:lnTo>
                  <a:lnTo>
                    <a:pt x="990408" y="1375162"/>
                  </a:lnTo>
                  <a:lnTo>
                    <a:pt x="990479" y="1375149"/>
                  </a:lnTo>
                  <a:lnTo>
                    <a:pt x="990540" y="1375136"/>
                  </a:lnTo>
                  <a:lnTo>
                    <a:pt x="990578" y="1375135"/>
                  </a:lnTo>
                  <a:lnTo>
                    <a:pt x="990632" y="1375143"/>
                  </a:lnTo>
                  <a:lnTo>
                    <a:pt x="990678" y="1375156"/>
                  </a:lnTo>
                  <a:lnTo>
                    <a:pt x="990723" y="1375176"/>
                  </a:lnTo>
                  <a:lnTo>
                    <a:pt x="990767" y="1375211"/>
                  </a:lnTo>
                  <a:lnTo>
                    <a:pt x="990777" y="1375228"/>
                  </a:lnTo>
                  <a:lnTo>
                    <a:pt x="990782" y="1375243"/>
                  </a:lnTo>
                  <a:lnTo>
                    <a:pt x="990784" y="1375251"/>
                  </a:lnTo>
                  <a:lnTo>
                    <a:pt x="990793" y="1375274"/>
                  </a:lnTo>
                  <a:lnTo>
                    <a:pt x="990805" y="1375280"/>
                  </a:lnTo>
                  <a:lnTo>
                    <a:pt x="990855" y="1375286"/>
                  </a:lnTo>
                  <a:lnTo>
                    <a:pt x="990933" y="1375285"/>
                  </a:lnTo>
                  <a:lnTo>
                    <a:pt x="991018" y="1375278"/>
                  </a:lnTo>
                  <a:lnTo>
                    <a:pt x="991029" y="1375277"/>
                  </a:lnTo>
                  <a:lnTo>
                    <a:pt x="991173" y="1375257"/>
                  </a:lnTo>
                  <a:lnTo>
                    <a:pt x="991215" y="1375250"/>
                  </a:lnTo>
                  <a:lnTo>
                    <a:pt x="991240" y="1375243"/>
                  </a:lnTo>
                  <a:lnTo>
                    <a:pt x="991288" y="1375223"/>
                  </a:lnTo>
                  <a:lnTo>
                    <a:pt x="991346" y="1375197"/>
                  </a:lnTo>
                  <a:lnTo>
                    <a:pt x="991401" y="1375188"/>
                  </a:lnTo>
                  <a:lnTo>
                    <a:pt x="991459" y="1375161"/>
                  </a:lnTo>
                  <a:lnTo>
                    <a:pt x="991482" y="1375145"/>
                  </a:lnTo>
                  <a:lnTo>
                    <a:pt x="991495" y="1375131"/>
                  </a:lnTo>
                  <a:lnTo>
                    <a:pt x="991519" y="1375102"/>
                  </a:lnTo>
                  <a:lnTo>
                    <a:pt x="991551" y="1375071"/>
                  </a:lnTo>
                  <a:lnTo>
                    <a:pt x="991563" y="1375066"/>
                  </a:lnTo>
                  <a:lnTo>
                    <a:pt x="991580" y="1375060"/>
                  </a:lnTo>
                  <a:lnTo>
                    <a:pt x="991595" y="1375057"/>
                  </a:lnTo>
                  <a:lnTo>
                    <a:pt x="991607" y="1375062"/>
                  </a:lnTo>
                  <a:lnTo>
                    <a:pt x="991625" y="1375058"/>
                  </a:lnTo>
                  <a:lnTo>
                    <a:pt x="991635" y="1375047"/>
                  </a:lnTo>
                  <a:lnTo>
                    <a:pt x="991638" y="1375036"/>
                  </a:lnTo>
                  <a:lnTo>
                    <a:pt x="991642" y="1375019"/>
                  </a:lnTo>
                  <a:lnTo>
                    <a:pt x="991661" y="1374982"/>
                  </a:lnTo>
                  <a:lnTo>
                    <a:pt x="991673" y="1374950"/>
                  </a:lnTo>
                  <a:lnTo>
                    <a:pt x="991673" y="1374927"/>
                  </a:lnTo>
                  <a:lnTo>
                    <a:pt x="991670" y="1374905"/>
                  </a:lnTo>
                  <a:lnTo>
                    <a:pt x="991642" y="1374888"/>
                  </a:lnTo>
                  <a:lnTo>
                    <a:pt x="991606" y="1374879"/>
                  </a:lnTo>
                  <a:lnTo>
                    <a:pt x="991588" y="1374878"/>
                  </a:lnTo>
                  <a:lnTo>
                    <a:pt x="991578" y="1374877"/>
                  </a:lnTo>
                  <a:lnTo>
                    <a:pt x="991544" y="1374880"/>
                  </a:lnTo>
                  <a:lnTo>
                    <a:pt x="991493" y="1374895"/>
                  </a:lnTo>
                  <a:lnTo>
                    <a:pt x="991464" y="1374907"/>
                  </a:lnTo>
                  <a:lnTo>
                    <a:pt x="991439" y="1374926"/>
                  </a:lnTo>
                  <a:lnTo>
                    <a:pt x="991426" y="1374956"/>
                  </a:lnTo>
                  <a:lnTo>
                    <a:pt x="991403" y="1374989"/>
                  </a:lnTo>
                  <a:lnTo>
                    <a:pt x="991374" y="1375018"/>
                  </a:lnTo>
                  <a:lnTo>
                    <a:pt x="991300" y="1375048"/>
                  </a:lnTo>
                  <a:lnTo>
                    <a:pt x="991278" y="1375053"/>
                  </a:lnTo>
                  <a:lnTo>
                    <a:pt x="991256" y="1375043"/>
                  </a:lnTo>
                  <a:lnTo>
                    <a:pt x="991240" y="1375034"/>
                  </a:lnTo>
                  <a:lnTo>
                    <a:pt x="991234" y="1375011"/>
                  </a:lnTo>
                  <a:lnTo>
                    <a:pt x="991231" y="1374987"/>
                  </a:lnTo>
                  <a:lnTo>
                    <a:pt x="991228" y="1374964"/>
                  </a:lnTo>
                  <a:lnTo>
                    <a:pt x="991226" y="1374935"/>
                  </a:lnTo>
                  <a:lnTo>
                    <a:pt x="991218" y="1374914"/>
                  </a:lnTo>
                  <a:lnTo>
                    <a:pt x="991199" y="1374873"/>
                  </a:lnTo>
                  <a:lnTo>
                    <a:pt x="991162" y="1374827"/>
                  </a:lnTo>
                  <a:lnTo>
                    <a:pt x="991142" y="1374813"/>
                  </a:lnTo>
                  <a:lnTo>
                    <a:pt x="991122" y="1374808"/>
                  </a:lnTo>
                  <a:lnTo>
                    <a:pt x="991077" y="1374829"/>
                  </a:lnTo>
                  <a:lnTo>
                    <a:pt x="991034" y="1374846"/>
                  </a:lnTo>
                  <a:lnTo>
                    <a:pt x="990996" y="1374849"/>
                  </a:lnTo>
                  <a:lnTo>
                    <a:pt x="990948" y="1374837"/>
                  </a:lnTo>
                  <a:lnTo>
                    <a:pt x="990850" y="1374796"/>
                  </a:lnTo>
                  <a:lnTo>
                    <a:pt x="990769" y="1374756"/>
                  </a:lnTo>
                  <a:lnTo>
                    <a:pt x="990683" y="1374707"/>
                  </a:lnTo>
                  <a:lnTo>
                    <a:pt x="990654" y="1374680"/>
                  </a:lnTo>
                  <a:lnTo>
                    <a:pt x="990643" y="1374656"/>
                  </a:lnTo>
                  <a:lnTo>
                    <a:pt x="990639" y="1374628"/>
                  </a:lnTo>
                  <a:lnTo>
                    <a:pt x="990650" y="1374602"/>
                  </a:lnTo>
                  <a:lnTo>
                    <a:pt x="990667" y="1374582"/>
                  </a:lnTo>
                  <a:lnTo>
                    <a:pt x="990689" y="1374571"/>
                  </a:lnTo>
                  <a:lnTo>
                    <a:pt x="990728" y="1374575"/>
                  </a:lnTo>
                  <a:lnTo>
                    <a:pt x="990764" y="1374591"/>
                  </a:lnTo>
                  <a:lnTo>
                    <a:pt x="990799" y="1374604"/>
                  </a:lnTo>
                  <a:lnTo>
                    <a:pt x="990812" y="1374604"/>
                  </a:lnTo>
                  <a:lnTo>
                    <a:pt x="990821" y="1374594"/>
                  </a:lnTo>
                  <a:lnTo>
                    <a:pt x="990829" y="1374578"/>
                  </a:lnTo>
                  <a:lnTo>
                    <a:pt x="990831" y="1374549"/>
                  </a:lnTo>
                  <a:lnTo>
                    <a:pt x="990828" y="1374509"/>
                  </a:lnTo>
                  <a:lnTo>
                    <a:pt x="990823" y="1374483"/>
                  </a:lnTo>
                  <a:lnTo>
                    <a:pt x="990812" y="1374455"/>
                  </a:lnTo>
                  <a:lnTo>
                    <a:pt x="990791" y="1374403"/>
                  </a:lnTo>
                  <a:lnTo>
                    <a:pt x="990727" y="1374327"/>
                  </a:lnTo>
                  <a:lnTo>
                    <a:pt x="990717" y="1374317"/>
                  </a:lnTo>
                  <a:lnTo>
                    <a:pt x="990709" y="1374309"/>
                  </a:lnTo>
                  <a:lnTo>
                    <a:pt x="990692" y="1374297"/>
                  </a:lnTo>
                  <a:lnTo>
                    <a:pt x="990685" y="1374292"/>
                  </a:lnTo>
                  <a:lnTo>
                    <a:pt x="990659" y="1374266"/>
                  </a:lnTo>
                  <a:lnTo>
                    <a:pt x="990644" y="1374239"/>
                  </a:lnTo>
                  <a:lnTo>
                    <a:pt x="990645" y="1374227"/>
                  </a:lnTo>
                  <a:lnTo>
                    <a:pt x="990646" y="1374215"/>
                  </a:lnTo>
                  <a:lnTo>
                    <a:pt x="990665" y="1374199"/>
                  </a:lnTo>
                  <a:lnTo>
                    <a:pt x="990695" y="1374189"/>
                  </a:lnTo>
                  <a:lnTo>
                    <a:pt x="990725" y="1374186"/>
                  </a:lnTo>
                  <a:lnTo>
                    <a:pt x="990768" y="1374171"/>
                  </a:lnTo>
                  <a:lnTo>
                    <a:pt x="990792" y="1374165"/>
                  </a:lnTo>
                  <a:lnTo>
                    <a:pt x="990806" y="1374156"/>
                  </a:lnTo>
                  <a:lnTo>
                    <a:pt x="990818" y="1374141"/>
                  </a:lnTo>
                  <a:lnTo>
                    <a:pt x="990840" y="1374108"/>
                  </a:lnTo>
                  <a:lnTo>
                    <a:pt x="990856" y="1374078"/>
                  </a:lnTo>
                  <a:lnTo>
                    <a:pt x="990864" y="1374065"/>
                  </a:lnTo>
                  <a:lnTo>
                    <a:pt x="990870" y="1374055"/>
                  </a:lnTo>
                  <a:lnTo>
                    <a:pt x="990895" y="1374020"/>
                  </a:lnTo>
                  <a:lnTo>
                    <a:pt x="990936" y="1373955"/>
                  </a:lnTo>
                  <a:lnTo>
                    <a:pt x="991007" y="1373842"/>
                  </a:lnTo>
                  <a:lnTo>
                    <a:pt x="991026" y="1373818"/>
                  </a:lnTo>
                  <a:lnTo>
                    <a:pt x="991056" y="1373799"/>
                  </a:lnTo>
                  <a:lnTo>
                    <a:pt x="991077" y="1373794"/>
                  </a:lnTo>
                  <a:lnTo>
                    <a:pt x="991100" y="1373778"/>
                  </a:lnTo>
                  <a:lnTo>
                    <a:pt x="991143" y="1373733"/>
                  </a:lnTo>
                  <a:lnTo>
                    <a:pt x="991170" y="1373712"/>
                  </a:lnTo>
                  <a:lnTo>
                    <a:pt x="991185" y="1373704"/>
                  </a:lnTo>
                  <a:lnTo>
                    <a:pt x="991211" y="1373694"/>
                  </a:lnTo>
                  <a:lnTo>
                    <a:pt x="991232" y="1373685"/>
                  </a:lnTo>
                  <a:lnTo>
                    <a:pt x="991242" y="1373674"/>
                  </a:lnTo>
                  <a:lnTo>
                    <a:pt x="991251" y="1373650"/>
                  </a:lnTo>
                  <a:lnTo>
                    <a:pt x="991261" y="1373611"/>
                  </a:lnTo>
                  <a:lnTo>
                    <a:pt x="991259" y="1373572"/>
                  </a:lnTo>
                  <a:lnTo>
                    <a:pt x="991251" y="1373511"/>
                  </a:lnTo>
                  <a:lnTo>
                    <a:pt x="991252" y="1373488"/>
                  </a:lnTo>
                  <a:lnTo>
                    <a:pt x="991248" y="1373431"/>
                  </a:lnTo>
                  <a:lnTo>
                    <a:pt x="991254" y="1373383"/>
                  </a:lnTo>
                  <a:lnTo>
                    <a:pt x="991266" y="1373343"/>
                  </a:lnTo>
                  <a:lnTo>
                    <a:pt x="991279" y="1373310"/>
                  </a:lnTo>
                  <a:lnTo>
                    <a:pt x="991289" y="1373291"/>
                  </a:lnTo>
                  <a:lnTo>
                    <a:pt x="991303" y="1373277"/>
                  </a:lnTo>
                  <a:lnTo>
                    <a:pt x="991313" y="1373270"/>
                  </a:lnTo>
                  <a:lnTo>
                    <a:pt x="991322" y="1373270"/>
                  </a:lnTo>
                  <a:lnTo>
                    <a:pt x="991336" y="1373282"/>
                  </a:lnTo>
                  <a:lnTo>
                    <a:pt x="991362" y="1373308"/>
                  </a:lnTo>
                  <a:lnTo>
                    <a:pt x="991375" y="1373329"/>
                  </a:lnTo>
                  <a:lnTo>
                    <a:pt x="991391" y="1373373"/>
                  </a:lnTo>
                  <a:lnTo>
                    <a:pt x="991400" y="1373393"/>
                  </a:lnTo>
                  <a:lnTo>
                    <a:pt x="991404" y="1373402"/>
                  </a:lnTo>
                  <a:lnTo>
                    <a:pt x="991412" y="1373421"/>
                  </a:lnTo>
                  <a:lnTo>
                    <a:pt x="991425" y="1373433"/>
                  </a:lnTo>
                  <a:lnTo>
                    <a:pt x="991430" y="1373436"/>
                  </a:lnTo>
                  <a:lnTo>
                    <a:pt x="991453" y="1373442"/>
                  </a:lnTo>
                  <a:lnTo>
                    <a:pt x="991475" y="1373436"/>
                  </a:lnTo>
                  <a:lnTo>
                    <a:pt x="991484" y="1373422"/>
                  </a:lnTo>
                  <a:lnTo>
                    <a:pt x="991487" y="1373406"/>
                  </a:lnTo>
                  <a:lnTo>
                    <a:pt x="991483" y="1373376"/>
                  </a:lnTo>
                  <a:lnTo>
                    <a:pt x="991474" y="1373326"/>
                  </a:lnTo>
                  <a:lnTo>
                    <a:pt x="991466" y="1373261"/>
                  </a:lnTo>
                  <a:lnTo>
                    <a:pt x="991464" y="1373218"/>
                  </a:lnTo>
                  <a:lnTo>
                    <a:pt x="991466" y="1373194"/>
                  </a:lnTo>
                  <a:lnTo>
                    <a:pt x="991469" y="1373165"/>
                  </a:lnTo>
                  <a:lnTo>
                    <a:pt x="991466" y="1373146"/>
                  </a:lnTo>
                  <a:lnTo>
                    <a:pt x="991456" y="1373133"/>
                  </a:lnTo>
                  <a:lnTo>
                    <a:pt x="991445" y="1373115"/>
                  </a:lnTo>
                  <a:lnTo>
                    <a:pt x="991435" y="1373098"/>
                  </a:lnTo>
                  <a:lnTo>
                    <a:pt x="991435" y="1373079"/>
                  </a:lnTo>
                  <a:lnTo>
                    <a:pt x="991442" y="1373061"/>
                  </a:lnTo>
                  <a:lnTo>
                    <a:pt x="991458" y="1373046"/>
                  </a:lnTo>
                  <a:lnTo>
                    <a:pt x="991482" y="1373029"/>
                  </a:lnTo>
                  <a:lnTo>
                    <a:pt x="991521" y="1372994"/>
                  </a:lnTo>
                  <a:lnTo>
                    <a:pt x="991542" y="1372973"/>
                  </a:lnTo>
                  <a:lnTo>
                    <a:pt x="991572" y="1372939"/>
                  </a:lnTo>
                  <a:lnTo>
                    <a:pt x="991606" y="1372886"/>
                  </a:lnTo>
                  <a:lnTo>
                    <a:pt x="991617" y="1372873"/>
                  </a:lnTo>
                  <a:lnTo>
                    <a:pt x="991626" y="1372848"/>
                  </a:lnTo>
                  <a:lnTo>
                    <a:pt x="991643" y="1372817"/>
                  </a:lnTo>
                  <a:lnTo>
                    <a:pt x="991659" y="1372801"/>
                  </a:lnTo>
                  <a:lnTo>
                    <a:pt x="991675" y="1372790"/>
                  </a:lnTo>
                  <a:lnTo>
                    <a:pt x="991692" y="1372790"/>
                  </a:lnTo>
                  <a:lnTo>
                    <a:pt x="991704" y="1372796"/>
                  </a:lnTo>
                  <a:lnTo>
                    <a:pt x="991724" y="1372820"/>
                  </a:lnTo>
                  <a:lnTo>
                    <a:pt x="991741" y="1372836"/>
                  </a:lnTo>
                  <a:lnTo>
                    <a:pt x="991759" y="1372838"/>
                  </a:lnTo>
                  <a:lnTo>
                    <a:pt x="991779" y="1372836"/>
                  </a:lnTo>
                  <a:lnTo>
                    <a:pt x="991807" y="1372825"/>
                  </a:lnTo>
                  <a:lnTo>
                    <a:pt x="991822" y="1372815"/>
                  </a:lnTo>
                  <a:lnTo>
                    <a:pt x="991830" y="1372797"/>
                  </a:lnTo>
                  <a:lnTo>
                    <a:pt x="991838" y="1372771"/>
                  </a:lnTo>
                  <a:lnTo>
                    <a:pt x="991833" y="1372714"/>
                  </a:lnTo>
                  <a:lnTo>
                    <a:pt x="991829" y="1372690"/>
                  </a:lnTo>
                  <a:lnTo>
                    <a:pt x="991828" y="1372686"/>
                  </a:lnTo>
                  <a:lnTo>
                    <a:pt x="991825" y="1372680"/>
                  </a:lnTo>
                  <a:lnTo>
                    <a:pt x="991813" y="1372651"/>
                  </a:lnTo>
                  <a:lnTo>
                    <a:pt x="991810" y="1372643"/>
                  </a:lnTo>
                  <a:lnTo>
                    <a:pt x="991798" y="1372615"/>
                  </a:lnTo>
                  <a:lnTo>
                    <a:pt x="991795" y="1372595"/>
                  </a:lnTo>
                  <a:lnTo>
                    <a:pt x="991795" y="1372572"/>
                  </a:lnTo>
                  <a:lnTo>
                    <a:pt x="991805" y="1372541"/>
                  </a:lnTo>
                  <a:lnTo>
                    <a:pt x="991841" y="1372454"/>
                  </a:lnTo>
                  <a:lnTo>
                    <a:pt x="991870" y="1372386"/>
                  </a:lnTo>
                  <a:lnTo>
                    <a:pt x="991897" y="1372330"/>
                  </a:lnTo>
                  <a:lnTo>
                    <a:pt x="991924" y="1372279"/>
                  </a:lnTo>
                  <a:lnTo>
                    <a:pt x="991953" y="1372241"/>
                  </a:lnTo>
                  <a:lnTo>
                    <a:pt x="991977" y="1372224"/>
                  </a:lnTo>
                  <a:lnTo>
                    <a:pt x="992010" y="1372212"/>
                  </a:lnTo>
                  <a:lnTo>
                    <a:pt x="992048" y="1372207"/>
                  </a:lnTo>
                  <a:lnTo>
                    <a:pt x="992082" y="1372207"/>
                  </a:lnTo>
                  <a:lnTo>
                    <a:pt x="992117" y="1372211"/>
                  </a:lnTo>
                  <a:lnTo>
                    <a:pt x="992139" y="1372213"/>
                  </a:lnTo>
                  <a:lnTo>
                    <a:pt x="992167" y="1372209"/>
                  </a:lnTo>
                  <a:lnTo>
                    <a:pt x="992191" y="1372203"/>
                  </a:lnTo>
                  <a:lnTo>
                    <a:pt x="992225" y="1372206"/>
                  </a:lnTo>
                  <a:lnTo>
                    <a:pt x="992253" y="1372206"/>
                  </a:lnTo>
                  <a:lnTo>
                    <a:pt x="992298" y="1372214"/>
                  </a:lnTo>
                  <a:lnTo>
                    <a:pt x="992335" y="1372221"/>
                  </a:lnTo>
                  <a:lnTo>
                    <a:pt x="992372" y="1372217"/>
                  </a:lnTo>
                  <a:lnTo>
                    <a:pt x="992416" y="1372204"/>
                  </a:lnTo>
                  <a:lnTo>
                    <a:pt x="992461" y="1372178"/>
                  </a:lnTo>
                  <a:lnTo>
                    <a:pt x="992503" y="1372155"/>
                  </a:lnTo>
                  <a:lnTo>
                    <a:pt x="992528" y="1372136"/>
                  </a:lnTo>
                  <a:lnTo>
                    <a:pt x="992560" y="1372111"/>
                  </a:lnTo>
                  <a:lnTo>
                    <a:pt x="992584" y="1372086"/>
                  </a:lnTo>
                  <a:lnTo>
                    <a:pt x="992610" y="1372050"/>
                  </a:lnTo>
                  <a:lnTo>
                    <a:pt x="992633" y="1372018"/>
                  </a:lnTo>
                  <a:lnTo>
                    <a:pt x="992651" y="1371978"/>
                  </a:lnTo>
                  <a:lnTo>
                    <a:pt x="992660" y="1371952"/>
                  </a:lnTo>
                  <a:lnTo>
                    <a:pt x="992673" y="1371922"/>
                  </a:lnTo>
                  <a:lnTo>
                    <a:pt x="992691" y="1371894"/>
                  </a:lnTo>
                  <a:lnTo>
                    <a:pt x="992708" y="1371876"/>
                  </a:lnTo>
                  <a:lnTo>
                    <a:pt x="992724" y="1371866"/>
                  </a:lnTo>
                  <a:lnTo>
                    <a:pt x="992745" y="1371865"/>
                  </a:lnTo>
                  <a:lnTo>
                    <a:pt x="992764" y="1371860"/>
                  </a:lnTo>
                  <a:lnTo>
                    <a:pt x="992780" y="1371850"/>
                  </a:lnTo>
                  <a:lnTo>
                    <a:pt x="992800" y="1371821"/>
                  </a:lnTo>
                  <a:lnTo>
                    <a:pt x="992819" y="1371785"/>
                  </a:lnTo>
                  <a:lnTo>
                    <a:pt x="992836" y="1371757"/>
                  </a:lnTo>
                  <a:lnTo>
                    <a:pt x="992867" y="1371712"/>
                  </a:lnTo>
                  <a:lnTo>
                    <a:pt x="992905" y="1371662"/>
                  </a:lnTo>
                  <a:lnTo>
                    <a:pt x="992946" y="1371600"/>
                  </a:lnTo>
                  <a:lnTo>
                    <a:pt x="992992" y="1371519"/>
                  </a:lnTo>
                  <a:lnTo>
                    <a:pt x="993006" y="1371475"/>
                  </a:lnTo>
                  <a:lnTo>
                    <a:pt x="993015" y="1371447"/>
                  </a:lnTo>
                  <a:lnTo>
                    <a:pt x="993016" y="1371433"/>
                  </a:lnTo>
                  <a:lnTo>
                    <a:pt x="993011" y="1371409"/>
                  </a:lnTo>
                  <a:lnTo>
                    <a:pt x="992994" y="1371351"/>
                  </a:lnTo>
                  <a:lnTo>
                    <a:pt x="992992" y="1371343"/>
                  </a:lnTo>
                  <a:lnTo>
                    <a:pt x="992976" y="1371290"/>
                  </a:lnTo>
                  <a:lnTo>
                    <a:pt x="992969" y="1371244"/>
                  </a:lnTo>
                  <a:lnTo>
                    <a:pt x="992954" y="1371163"/>
                  </a:lnTo>
                  <a:lnTo>
                    <a:pt x="992946" y="1371126"/>
                  </a:lnTo>
                  <a:lnTo>
                    <a:pt x="992928" y="1371085"/>
                  </a:lnTo>
                  <a:lnTo>
                    <a:pt x="992907" y="1371050"/>
                  </a:lnTo>
                  <a:lnTo>
                    <a:pt x="992898" y="1371029"/>
                  </a:lnTo>
                  <a:lnTo>
                    <a:pt x="992873" y="1370982"/>
                  </a:lnTo>
                  <a:lnTo>
                    <a:pt x="992859" y="1370940"/>
                  </a:lnTo>
                  <a:lnTo>
                    <a:pt x="992848" y="1370906"/>
                  </a:lnTo>
                  <a:lnTo>
                    <a:pt x="992837" y="1370854"/>
                  </a:lnTo>
                  <a:lnTo>
                    <a:pt x="992835" y="1370810"/>
                  </a:lnTo>
                  <a:lnTo>
                    <a:pt x="992838" y="1370737"/>
                  </a:lnTo>
                  <a:lnTo>
                    <a:pt x="992844" y="1370711"/>
                  </a:lnTo>
                  <a:lnTo>
                    <a:pt x="992848" y="1370686"/>
                  </a:lnTo>
                  <a:lnTo>
                    <a:pt x="992852" y="1370650"/>
                  </a:lnTo>
                  <a:lnTo>
                    <a:pt x="992859" y="1370594"/>
                  </a:lnTo>
                  <a:lnTo>
                    <a:pt x="992868" y="1370561"/>
                  </a:lnTo>
                  <a:lnTo>
                    <a:pt x="992870" y="1370522"/>
                  </a:lnTo>
                  <a:lnTo>
                    <a:pt x="992877" y="1370467"/>
                  </a:lnTo>
                  <a:lnTo>
                    <a:pt x="992881" y="1370445"/>
                  </a:lnTo>
                  <a:lnTo>
                    <a:pt x="992891" y="1370404"/>
                  </a:lnTo>
                  <a:lnTo>
                    <a:pt x="992908" y="1370364"/>
                  </a:lnTo>
                  <a:lnTo>
                    <a:pt x="992923" y="1370324"/>
                  </a:lnTo>
                  <a:lnTo>
                    <a:pt x="992938" y="1370274"/>
                  </a:lnTo>
                  <a:lnTo>
                    <a:pt x="992944" y="1370253"/>
                  </a:lnTo>
                  <a:lnTo>
                    <a:pt x="992952" y="1370238"/>
                  </a:lnTo>
                  <a:lnTo>
                    <a:pt x="992971" y="1370210"/>
                  </a:lnTo>
                  <a:lnTo>
                    <a:pt x="992987" y="1370188"/>
                  </a:lnTo>
                  <a:lnTo>
                    <a:pt x="992999" y="1370164"/>
                  </a:lnTo>
                  <a:lnTo>
                    <a:pt x="993006" y="1370133"/>
                  </a:lnTo>
                  <a:lnTo>
                    <a:pt x="993008" y="1370102"/>
                  </a:lnTo>
                  <a:lnTo>
                    <a:pt x="993010" y="1370056"/>
                  </a:lnTo>
                  <a:lnTo>
                    <a:pt x="993008" y="1369988"/>
                  </a:lnTo>
                  <a:lnTo>
                    <a:pt x="993008" y="1369925"/>
                  </a:lnTo>
                  <a:lnTo>
                    <a:pt x="993006" y="1369894"/>
                  </a:lnTo>
                  <a:lnTo>
                    <a:pt x="993006" y="1369848"/>
                  </a:lnTo>
                  <a:lnTo>
                    <a:pt x="993003" y="1369817"/>
                  </a:lnTo>
                  <a:lnTo>
                    <a:pt x="992996" y="1369793"/>
                  </a:lnTo>
                  <a:lnTo>
                    <a:pt x="992987" y="1369762"/>
                  </a:lnTo>
                  <a:lnTo>
                    <a:pt x="992966" y="1369710"/>
                  </a:lnTo>
                  <a:lnTo>
                    <a:pt x="992935" y="1369643"/>
                  </a:lnTo>
                  <a:lnTo>
                    <a:pt x="992922" y="1369606"/>
                  </a:lnTo>
                  <a:lnTo>
                    <a:pt x="992915" y="1369574"/>
                  </a:lnTo>
                  <a:lnTo>
                    <a:pt x="992908" y="1369539"/>
                  </a:lnTo>
                  <a:lnTo>
                    <a:pt x="992912" y="1369509"/>
                  </a:lnTo>
                  <a:lnTo>
                    <a:pt x="992918" y="1369469"/>
                  </a:lnTo>
                  <a:lnTo>
                    <a:pt x="992923" y="1369452"/>
                  </a:lnTo>
                  <a:lnTo>
                    <a:pt x="992938" y="1369435"/>
                  </a:lnTo>
                  <a:lnTo>
                    <a:pt x="992954" y="1369420"/>
                  </a:lnTo>
                  <a:lnTo>
                    <a:pt x="992991" y="1369405"/>
                  </a:lnTo>
                  <a:lnTo>
                    <a:pt x="993019" y="1369395"/>
                  </a:lnTo>
                  <a:lnTo>
                    <a:pt x="993035" y="1369385"/>
                  </a:lnTo>
                  <a:lnTo>
                    <a:pt x="993051" y="1369367"/>
                  </a:lnTo>
                  <a:lnTo>
                    <a:pt x="993064" y="1369352"/>
                  </a:lnTo>
                  <a:lnTo>
                    <a:pt x="993069" y="1369336"/>
                  </a:lnTo>
                  <a:lnTo>
                    <a:pt x="993069" y="1369324"/>
                  </a:lnTo>
                  <a:lnTo>
                    <a:pt x="993064" y="1369303"/>
                  </a:lnTo>
                  <a:lnTo>
                    <a:pt x="993056" y="1369269"/>
                  </a:lnTo>
                  <a:lnTo>
                    <a:pt x="993053" y="1369244"/>
                  </a:lnTo>
                  <a:lnTo>
                    <a:pt x="993059" y="1369217"/>
                  </a:lnTo>
                  <a:lnTo>
                    <a:pt x="993080" y="1369171"/>
                  </a:lnTo>
                  <a:lnTo>
                    <a:pt x="993108" y="1369130"/>
                  </a:lnTo>
                  <a:lnTo>
                    <a:pt x="993138" y="1369087"/>
                  </a:lnTo>
                  <a:lnTo>
                    <a:pt x="993167" y="1369044"/>
                  </a:lnTo>
                  <a:lnTo>
                    <a:pt x="993227" y="1368947"/>
                  </a:lnTo>
                  <a:lnTo>
                    <a:pt x="993250" y="1368925"/>
                  </a:lnTo>
                  <a:lnTo>
                    <a:pt x="993282" y="1368896"/>
                  </a:lnTo>
                  <a:lnTo>
                    <a:pt x="993339" y="1368857"/>
                  </a:lnTo>
                  <a:lnTo>
                    <a:pt x="993365" y="1368838"/>
                  </a:lnTo>
                  <a:lnTo>
                    <a:pt x="993387" y="1368826"/>
                  </a:lnTo>
                  <a:lnTo>
                    <a:pt x="993409" y="1368811"/>
                  </a:lnTo>
                  <a:lnTo>
                    <a:pt x="993452" y="1368773"/>
                  </a:lnTo>
                  <a:lnTo>
                    <a:pt x="993469" y="1368751"/>
                  </a:lnTo>
                  <a:lnTo>
                    <a:pt x="993475" y="1368740"/>
                  </a:lnTo>
                  <a:lnTo>
                    <a:pt x="993480" y="1368723"/>
                  </a:lnTo>
                  <a:lnTo>
                    <a:pt x="993488" y="1368695"/>
                  </a:lnTo>
                  <a:lnTo>
                    <a:pt x="993500" y="1368659"/>
                  </a:lnTo>
                  <a:lnTo>
                    <a:pt x="993519" y="1368615"/>
                  </a:lnTo>
                  <a:lnTo>
                    <a:pt x="993533" y="1368581"/>
                  </a:lnTo>
                  <a:lnTo>
                    <a:pt x="993547" y="1368559"/>
                  </a:lnTo>
                  <a:lnTo>
                    <a:pt x="993566" y="1368539"/>
                  </a:lnTo>
                  <a:lnTo>
                    <a:pt x="993590" y="1368524"/>
                  </a:lnTo>
                  <a:lnTo>
                    <a:pt x="993596" y="1368518"/>
                  </a:lnTo>
                  <a:lnTo>
                    <a:pt x="993614" y="1368504"/>
                  </a:lnTo>
                  <a:lnTo>
                    <a:pt x="993636" y="1368476"/>
                  </a:lnTo>
                  <a:lnTo>
                    <a:pt x="993654" y="1368444"/>
                  </a:lnTo>
                  <a:lnTo>
                    <a:pt x="993662" y="1368429"/>
                  </a:lnTo>
                  <a:lnTo>
                    <a:pt x="993666" y="1368412"/>
                  </a:lnTo>
                  <a:lnTo>
                    <a:pt x="993672" y="1368388"/>
                  </a:lnTo>
                  <a:lnTo>
                    <a:pt x="993675" y="1368363"/>
                  </a:lnTo>
                  <a:lnTo>
                    <a:pt x="993677" y="1368336"/>
                  </a:lnTo>
                  <a:lnTo>
                    <a:pt x="993677" y="1368301"/>
                  </a:lnTo>
                  <a:lnTo>
                    <a:pt x="993679" y="1368273"/>
                  </a:lnTo>
                  <a:lnTo>
                    <a:pt x="993685" y="1368253"/>
                  </a:lnTo>
                  <a:lnTo>
                    <a:pt x="993689" y="1368230"/>
                  </a:lnTo>
                  <a:lnTo>
                    <a:pt x="993691" y="1368211"/>
                  </a:lnTo>
                  <a:lnTo>
                    <a:pt x="993706" y="1368175"/>
                  </a:lnTo>
                  <a:lnTo>
                    <a:pt x="993709" y="1368161"/>
                  </a:lnTo>
                  <a:lnTo>
                    <a:pt x="993711" y="1368136"/>
                  </a:lnTo>
                  <a:lnTo>
                    <a:pt x="993717" y="1368099"/>
                  </a:lnTo>
                  <a:lnTo>
                    <a:pt x="993722" y="1368056"/>
                  </a:lnTo>
                  <a:lnTo>
                    <a:pt x="993735" y="1367996"/>
                  </a:lnTo>
                  <a:lnTo>
                    <a:pt x="993740" y="1367972"/>
                  </a:lnTo>
                  <a:lnTo>
                    <a:pt x="993754" y="1367944"/>
                  </a:lnTo>
                  <a:lnTo>
                    <a:pt x="993758" y="1367934"/>
                  </a:lnTo>
                  <a:lnTo>
                    <a:pt x="993767" y="1367919"/>
                  </a:lnTo>
                  <a:lnTo>
                    <a:pt x="993778" y="1367904"/>
                  </a:lnTo>
                  <a:lnTo>
                    <a:pt x="993790" y="1367889"/>
                  </a:lnTo>
                  <a:lnTo>
                    <a:pt x="993813" y="1367861"/>
                  </a:lnTo>
                  <a:lnTo>
                    <a:pt x="993825" y="1367849"/>
                  </a:lnTo>
                  <a:lnTo>
                    <a:pt x="993836" y="1367838"/>
                  </a:lnTo>
                  <a:lnTo>
                    <a:pt x="993852" y="1367822"/>
                  </a:lnTo>
                  <a:lnTo>
                    <a:pt x="993867" y="1367808"/>
                  </a:lnTo>
                  <a:lnTo>
                    <a:pt x="993885" y="1367796"/>
                  </a:lnTo>
                  <a:lnTo>
                    <a:pt x="993890" y="1367791"/>
                  </a:lnTo>
                  <a:lnTo>
                    <a:pt x="993904" y="1367780"/>
                  </a:lnTo>
                  <a:lnTo>
                    <a:pt x="993918" y="1367771"/>
                  </a:lnTo>
                  <a:lnTo>
                    <a:pt x="993947" y="1367751"/>
                  </a:lnTo>
                  <a:lnTo>
                    <a:pt x="993961" y="1367741"/>
                  </a:lnTo>
                  <a:lnTo>
                    <a:pt x="993968" y="1367735"/>
                  </a:lnTo>
                  <a:lnTo>
                    <a:pt x="993974" y="1367729"/>
                  </a:lnTo>
                  <a:lnTo>
                    <a:pt x="993986" y="1367715"/>
                  </a:lnTo>
                  <a:lnTo>
                    <a:pt x="993997" y="1367700"/>
                  </a:lnTo>
                  <a:lnTo>
                    <a:pt x="994006" y="1367685"/>
                  </a:lnTo>
                  <a:lnTo>
                    <a:pt x="994016" y="1367670"/>
                  </a:lnTo>
                  <a:lnTo>
                    <a:pt x="994021" y="1367664"/>
                  </a:lnTo>
                  <a:lnTo>
                    <a:pt x="994024" y="1367654"/>
                  </a:lnTo>
                  <a:lnTo>
                    <a:pt x="994031" y="1367639"/>
                  </a:lnTo>
                  <a:lnTo>
                    <a:pt x="994035" y="1367628"/>
                  </a:lnTo>
                  <a:lnTo>
                    <a:pt x="994038" y="1367624"/>
                  </a:lnTo>
                  <a:lnTo>
                    <a:pt x="994039" y="1367618"/>
                  </a:lnTo>
                  <a:lnTo>
                    <a:pt x="994045" y="1367609"/>
                  </a:lnTo>
                  <a:lnTo>
                    <a:pt x="994056" y="1367594"/>
                  </a:lnTo>
                  <a:lnTo>
                    <a:pt x="994070" y="1367582"/>
                  </a:lnTo>
                  <a:lnTo>
                    <a:pt x="994078" y="1367575"/>
                  </a:lnTo>
                  <a:lnTo>
                    <a:pt x="994083" y="1367573"/>
                  </a:lnTo>
                  <a:lnTo>
                    <a:pt x="994099" y="1367562"/>
                  </a:lnTo>
                  <a:lnTo>
                    <a:pt x="994113" y="1367555"/>
                  </a:lnTo>
                  <a:lnTo>
                    <a:pt x="994127" y="1367547"/>
                  </a:lnTo>
                  <a:lnTo>
                    <a:pt x="994135" y="1367543"/>
                  </a:lnTo>
                  <a:lnTo>
                    <a:pt x="994141" y="1367537"/>
                  </a:lnTo>
                  <a:lnTo>
                    <a:pt x="994156" y="1367526"/>
                  </a:lnTo>
                  <a:lnTo>
                    <a:pt x="994159" y="1367523"/>
                  </a:lnTo>
                  <a:lnTo>
                    <a:pt x="994170" y="1367514"/>
                  </a:lnTo>
                  <a:lnTo>
                    <a:pt x="994183" y="1367503"/>
                  </a:lnTo>
                  <a:lnTo>
                    <a:pt x="994198" y="1367493"/>
                  </a:lnTo>
                  <a:lnTo>
                    <a:pt x="994212" y="1367482"/>
                  </a:lnTo>
                  <a:lnTo>
                    <a:pt x="994240" y="1367457"/>
                  </a:lnTo>
                  <a:lnTo>
                    <a:pt x="994253" y="1367444"/>
                  </a:lnTo>
                  <a:lnTo>
                    <a:pt x="994265" y="1367433"/>
                  </a:lnTo>
                  <a:lnTo>
                    <a:pt x="994279" y="1367422"/>
                  </a:lnTo>
                  <a:lnTo>
                    <a:pt x="994293" y="1367412"/>
                  </a:lnTo>
                  <a:lnTo>
                    <a:pt x="994296" y="1367409"/>
                  </a:lnTo>
                  <a:lnTo>
                    <a:pt x="994307" y="1367403"/>
                  </a:lnTo>
                  <a:lnTo>
                    <a:pt x="994322" y="1367396"/>
                  </a:lnTo>
                  <a:lnTo>
                    <a:pt x="994336" y="1367392"/>
                  </a:lnTo>
                  <a:lnTo>
                    <a:pt x="994350" y="1367389"/>
                  </a:lnTo>
                  <a:lnTo>
                    <a:pt x="994364" y="1367387"/>
                  </a:lnTo>
                  <a:lnTo>
                    <a:pt x="994379" y="1367384"/>
                  </a:lnTo>
                  <a:lnTo>
                    <a:pt x="994393" y="1367382"/>
                  </a:lnTo>
                  <a:lnTo>
                    <a:pt x="994407" y="1367381"/>
                  </a:lnTo>
                  <a:lnTo>
                    <a:pt x="994422" y="1367382"/>
                  </a:lnTo>
                  <a:lnTo>
                    <a:pt x="994436" y="1367379"/>
                  </a:lnTo>
                  <a:lnTo>
                    <a:pt x="994450" y="1367373"/>
                  </a:lnTo>
                  <a:lnTo>
                    <a:pt x="994464" y="1367366"/>
                  </a:lnTo>
                  <a:lnTo>
                    <a:pt x="994507" y="1367348"/>
                  </a:lnTo>
                  <a:lnTo>
                    <a:pt x="994522" y="1367344"/>
                  </a:lnTo>
                  <a:lnTo>
                    <a:pt x="994536" y="1367340"/>
                  </a:lnTo>
                  <a:lnTo>
                    <a:pt x="994550" y="1367335"/>
                  </a:lnTo>
                  <a:lnTo>
                    <a:pt x="994579" y="1367327"/>
                  </a:lnTo>
                  <a:lnTo>
                    <a:pt x="994584" y="1367323"/>
                  </a:lnTo>
                  <a:lnTo>
                    <a:pt x="994593" y="1367320"/>
                  </a:lnTo>
                  <a:lnTo>
                    <a:pt x="994618" y="1367306"/>
                  </a:lnTo>
                  <a:lnTo>
                    <a:pt x="994626" y="1367300"/>
                  </a:lnTo>
                  <a:lnTo>
                    <a:pt x="994630" y="1367295"/>
                  </a:lnTo>
                  <a:lnTo>
                    <a:pt x="994639" y="1367281"/>
                  </a:lnTo>
                  <a:lnTo>
                    <a:pt x="994644" y="1367267"/>
                  </a:lnTo>
                  <a:lnTo>
                    <a:pt x="994647" y="1367250"/>
                  </a:lnTo>
                  <a:lnTo>
                    <a:pt x="994648" y="1367234"/>
                  </a:lnTo>
                  <a:lnTo>
                    <a:pt x="994650" y="1367219"/>
                  </a:lnTo>
                  <a:lnTo>
                    <a:pt x="994650" y="1367206"/>
                  </a:lnTo>
                  <a:lnTo>
                    <a:pt x="994649" y="1367189"/>
                  </a:lnTo>
                  <a:lnTo>
                    <a:pt x="994648" y="1367172"/>
                  </a:lnTo>
                  <a:lnTo>
                    <a:pt x="994646" y="1367159"/>
                  </a:lnTo>
                  <a:lnTo>
                    <a:pt x="994643" y="1367144"/>
                  </a:lnTo>
                  <a:lnTo>
                    <a:pt x="994643" y="1367114"/>
                  </a:lnTo>
                  <a:lnTo>
                    <a:pt x="994642" y="1367099"/>
                  </a:lnTo>
                  <a:lnTo>
                    <a:pt x="994643" y="1367084"/>
                  </a:lnTo>
                  <a:lnTo>
                    <a:pt x="994645" y="1367069"/>
                  </a:lnTo>
                  <a:lnTo>
                    <a:pt x="994646" y="1367054"/>
                  </a:lnTo>
                  <a:lnTo>
                    <a:pt x="994645" y="1367039"/>
                  </a:lnTo>
                  <a:lnTo>
                    <a:pt x="994646" y="1367024"/>
                  </a:lnTo>
                  <a:lnTo>
                    <a:pt x="994646" y="1366993"/>
                  </a:lnTo>
                  <a:lnTo>
                    <a:pt x="994647" y="1366978"/>
                  </a:lnTo>
                  <a:lnTo>
                    <a:pt x="994648" y="1366963"/>
                  </a:lnTo>
                  <a:lnTo>
                    <a:pt x="994649" y="1366948"/>
                  </a:lnTo>
                  <a:lnTo>
                    <a:pt x="994648" y="1366933"/>
                  </a:lnTo>
                  <a:lnTo>
                    <a:pt x="994648" y="1366927"/>
                  </a:lnTo>
                  <a:lnTo>
                    <a:pt x="994649" y="1366918"/>
                  </a:lnTo>
                  <a:lnTo>
                    <a:pt x="994650" y="1366903"/>
                  </a:lnTo>
                  <a:lnTo>
                    <a:pt x="994651" y="1366888"/>
                  </a:lnTo>
                  <a:lnTo>
                    <a:pt x="994653" y="1366858"/>
                  </a:lnTo>
                  <a:lnTo>
                    <a:pt x="994654" y="1366843"/>
                  </a:lnTo>
                  <a:lnTo>
                    <a:pt x="994656" y="1366828"/>
                  </a:lnTo>
                  <a:lnTo>
                    <a:pt x="994656" y="1366798"/>
                  </a:lnTo>
                  <a:lnTo>
                    <a:pt x="994657" y="1366782"/>
                  </a:lnTo>
                  <a:lnTo>
                    <a:pt x="994659" y="1366767"/>
                  </a:lnTo>
                  <a:lnTo>
                    <a:pt x="994659" y="1366752"/>
                  </a:lnTo>
                  <a:lnTo>
                    <a:pt x="994661" y="1366737"/>
                  </a:lnTo>
                  <a:lnTo>
                    <a:pt x="994662" y="1366722"/>
                  </a:lnTo>
                  <a:lnTo>
                    <a:pt x="994661" y="1366707"/>
                  </a:lnTo>
                  <a:lnTo>
                    <a:pt x="994660" y="1366696"/>
                  </a:lnTo>
                  <a:lnTo>
                    <a:pt x="994658" y="1366692"/>
                  </a:lnTo>
                  <a:lnTo>
                    <a:pt x="994648" y="1366677"/>
                  </a:lnTo>
                  <a:lnTo>
                    <a:pt x="994636" y="1366662"/>
                  </a:lnTo>
                  <a:lnTo>
                    <a:pt x="994623" y="1366648"/>
                  </a:lnTo>
                  <a:lnTo>
                    <a:pt x="994611" y="1366633"/>
                  </a:lnTo>
                  <a:lnTo>
                    <a:pt x="994600" y="1366618"/>
                  </a:lnTo>
                  <a:lnTo>
                    <a:pt x="994593" y="1366604"/>
                  </a:lnTo>
                  <a:lnTo>
                    <a:pt x="994587" y="1366589"/>
                  </a:lnTo>
                  <a:lnTo>
                    <a:pt x="994580" y="1366574"/>
                  </a:lnTo>
                  <a:lnTo>
                    <a:pt x="994572" y="1366561"/>
                  </a:lnTo>
                  <a:lnTo>
                    <a:pt x="994568" y="1366557"/>
                  </a:lnTo>
                  <a:lnTo>
                    <a:pt x="994560" y="1366542"/>
                  </a:lnTo>
                  <a:lnTo>
                    <a:pt x="994549" y="1366529"/>
                  </a:lnTo>
                  <a:lnTo>
                    <a:pt x="994535" y="1366516"/>
                  </a:lnTo>
                  <a:lnTo>
                    <a:pt x="994524" y="1366502"/>
                  </a:lnTo>
                  <a:lnTo>
                    <a:pt x="994520" y="1366498"/>
                  </a:lnTo>
                  <a:lnTo>
                    <a:pt x="994513" y="1366487"/>
                  </a:lnTo>
                  <a:lnTo>
                    <a:pt x="994502" y="1366472"/>
                  </a:lnTo>
                  <a:lnTo>
                    <a:pt x="994489" y="1366457"/>
                  </a:lnTo>
                  <a:lnTo>
                    <a:pt x="994476" y="1366442"/>
                  </a:lnTo>
                  <a:lnTo>
                    <a:pt x="994462" y="1366430"/>
                  </a:lnTo>
                  <a:lnTo>
                    <a:pt x="994448" y="1366418"/>
                  </a:lnTo>
                  <a:lnTo>
                    <a:pt x="994443" y="1366413"/>
                  </a:lnTo>
                  <a:lnTo>
                    <a:pt x="994405" y="1366389"/>
                  </a:lnTo>
                  <a:lnTo>
                    <a:pt x="994391" y="1366381"/>
                  </a:lnTo>
                  <a:lnTo>
                    <a:pt x="994376" y="1366372"/>
                  </a:lnTo>
                  <a:lnTo>
                    <a:pt x="994362" y="1366361"/>
                  </a:lnTo>
                  <a:lnTo>
                    <a:pt x="994338" y="1366335"/>
                  </a:lnTo>
                  <a:lnTo>
                    <a:pt x="994326" y="1366322"/>
                  </a:lnTo>
                  <a:lnTo>
                    <a:pt x="994314" y="1366306"/>
                  </a:lnTo>
                  <a:lnTo>
                    <a:pt x="994302" y="1366291"/>
                  </a:lnTo>
                  <a:lnTo>
                    <a:pt x="994292" y="1366276"/>
                  </a:lnTo>
                  <a:lnTo>
                    <a:pt x="994281" y="1366261"/>
                  </a:lnTo>
                  <a:lnTo>
                    <a:pt x="994271" y="1366246"/>
                  </a:lnTo>
                  <a:lnTo>
                    <a:pt x="994263" y="1366231"/>
                  </a:lnTo>
                  <a:lnTo>
                    <a:pt x="994251" y="1366216"/>
                  </a:lnTo>
                  <a:lnTo>
                    <a:pt x="994238" y="1366201"/>
                  </a:lnTo>
                  <a:lnTo>
                    <a:pt x="994228" y="1366190"/>
                  </a:lnTo>
                  <a:lnTo>
                    <a:pt x="994226" y="1366186"/>
                  </a:lnTo>
                  <a:lnTo>
                    <a:pt x="994214" y="1366171"/>
                  </a:lnTo>
                  <a:lnTo>
                    <a:pt x="994204" y="1366156"/>
                  </a:lnTo>
                  <a:lnTo>
                    <a:pt x="994196" y="1366141"/>
                  </a:lnTo>
                  <a:lnTo>
                    <a:pt x="994188" y="1366125"/>
                  </a:lnTo>
                  <a:lnTo>
                    <a:pt x="994176" y="1366110"/>
                  </a:lnTo>
                  <a:lnTo>
                    <a:pt x="994162" y="1366097"/>
                  </a:lnTo>
                  <a:lnTo>
                    <a:pt x="994149" y="1366085"/>
                  </a:lnTo>
                  <a:lnTo>
                    <a:pt x="994135" y="1366073"/>
                  </a:lnTo>
                  <a:lnTo>
                    <a:pt x="994121" y="1366058"/>
                  </a:lnTo>
                  <a:lnTo>
                    <a:pt x="994110" y="1366043"/>
                  </a:lnTo>
                  <a:lnTo>
                    <a:pt x="994096" y="1366032"/>
                  </a:lnTo>
                  <a:lnTo>
                    <a:pt x="994087" y="1366022"/>
                  </a:lnTo>
                  <a:lnTo>
                    <a:pt x="994083" y="1366020"/>
                  </a:lnTo>
                  <a:lnTo>
                    <a:pt x="994069" y="1366012"/>
                  </a:lnTo>
                  <a:lnTo>
                    <a:pt x="994054" y="1366005"/>
                  </a:lnTo>
                  <a:lnTo>
                    <a:pt x="994040" y="1365999"/>
                  </a:lnTo>
                  <a:lnTo>
                    <a:pt x="994012" y="1365984"/>
                  </a:lnTo>
                  <a:lnTo>
                    <a:pt x="993998" y="1365978"/>
                  </a:lnTo>
                  <a:lnTo>
                    <a:pt x="993992" y="1365974"/>
                  </a:lnTo>
                  <a:lnTo>
                    <a:pt x="993976" y="1365968"/>
                  </a:lnTo>
                  <a:lnTo>
                    <a:pt x="993969" y="1365963"/>
                  </a:lnTo>
                  <a:lnTo>
                    <a:pt x="993955" y="1365952"/>
                  </a:lnTo>
                  <a:lnTo>
                    <a:pt x="993941" y="1365938"/>
                  </a:lnTo>
                  <a:lnTo>
                    <a:pt x="993926" y="1365924"/>
                  </a:lnTo>
                  <a:lnTo>
                    <a:pt x="993920" y="1365916"/>
                  </a:lnTo>
                  <a:lnTo>
                    <a:pt x="993913" y="1365911"/>
                  </a:lnTo>
                  <a:lnTo>
                    <a:pt x="993899" y="1365897"/>
                  </a:lnTo>
                  <a:lnTo>
                    <a:pt x="993885" y="1365886"/>
                  </a:lnTo>
                  <a:lnTo>
                    <a:pt x="993871" y="1365874"/>
                  </a:lnTo>
                  <a:lnTo>
                    <a:pt x="993857" y="1365866"/>
                  </a:lnTo>
                  <a:lnTo>
                    <a:pt x="993843" y="1365859"/>
                  </a:lnTo>
                  <a:lnTo>
                    <a:pt x="993828" y="1365853"/>
                  </a:lnTo>
                  <a:lnTo>
                    <a:pt x="993814" y="1365844"/>
                  </a:lnTo>
                  <a:lnTo>
                    <a:pt x="993800" y="1365836"/>
                  </a:lnTo>
                  <a:lnTo>
                    <a:pt x="993787" y="1365830"/>
                  </a:lnTo>
                  <a:lnTo>
                    <a:pt x="993773" y="1365821"/>
                  </a:lnTo>
                  <a:lnTo>
                    <a:pt x="993757" y="1365809"/>
                  </a:lnTo>
                  <a:lnTo>
                    <a:pt x="993746" y="1365803"/>
                  </a:lnTo>
                  <a:lnTo>
                    <a:pt x="993743" y="1365799"/>
                  </a:lnTo>
                  <a:lnTo>
                    <a:pt x="993728" y="1365790"/>
                  </a:lnTo>
                  <a:lnTo>
                    <a:pt x="993714" y="1365777"/>
                  </a:lnTo>
                  <a:lnTo>
                    <a:pt x="993701" y="1365763"/>
                  </a:lnTo>
                  <a:lnTo>
                    <a:pt x="993690" y="1365749"/>
                  </a:lnTo>
                  <a:lnTo>
                    <a:pt x="993680" y="1365734"/>
                  </a:lnTo>
                  <a:lnTo>
                    <a:pt x="993672" y="1365721"/>
                  </a:lnTo>
                  <a:lnTo>
                    <a:pt x="993666" y="1365713"/>
                  </a:lnTo>
                  <a:lnTo>
                    <a:pt x="993662" y="1365707"/>
                  </a:lnTo>
                  <a:lnTo>
                    <a:pt x="993658" y="1365702"/>
                  </a:lnTo>
                  <a:lnTo>
                    <a:pt x="993653" y="1365691"/>
                  </a:lnTo>
                  <a:lnTo>
                    <a:pt x="993644" y="1365675"/>
                  </a:lnTo>
                  <a:lnTo>
                    <a:pt x="993637" y="1365660"/>
                  </a:lnTo>
                  <a:lnTo>
                    <a:pt x="993630" y="1365645"/>
                  </a:lnTo>
                  <a:lnTo>
                    <a:pt x="993621" y="1365630"/>
                  </a:lnTo>
                  <a:lnTo>
                    <a:pt x="993614" y="1365621"/>
                  </a:lnTo>
                  <a:lnTo>
                    <a:pt x="993613" y="1365615"/>
                  </a:lnTo>
                  <a:lnTo>
                    <a:pt x="993607" y="1365603"/>
                  </a:lnTo>
                  <a:lnTo>
                    <a:pt x="993604" y="1365600"/>
                  </a:lnTo>
                  <a:lnTo>
                    <a:pt x="993596" y="1365585"/>
                  </a:lnTo>
                  <a:lnTo>
                    <a:pt x="993594" y="1365579"/>
                  </a:lnTo>
                  <a:lnTo>
                    <a:pt x="993586" y="1365570"/>
                  </a:lnTo>
                  <a:lnTo>
                    <a:pt x="993579" y="1365559"/>
                  </a:lnTo>
                  <a:lnTo>
                    <a:pt x="993572" y="1365542"/>
                  </a:lnTo>
                  <a:lnTo>
                    <a:pt x="993567" y="1365527"/>
                  </a:lnTo>
                  <a:lnTo>
                    <a:pt x="993564" y="1365512"/>
                  </a:lnTo>
                  <a:lnTo>
                    <a:pt x="993561" y="1365497"/>
                  </a:lnTo>
                  <a:lnTo>
                    <a:pt x="993558" y="1365482"/>
                  </a:lnTo>
                  <a:lnTo>
                    <a:pt x="993556" y="1365467"/>
                  </a:lnTo>
                  <a:lnTo>
                    <a:pt x="993555" y="1365452"/>
                  </a:lnTo>
                  <a:lnTo>
                    <a:pt x="993551" y="1365422"/>
                  </a:lnTo>
                  <a:lnTo>
                    <a:pt x="993551" y="1365407"/>
                  </a:lnTo>
                  <a:lnTo>
                    <a:pt x="993548" y="1365392"/>
                  </a:lnTo>
                  <a:lnTo>
                    <a:pt x="993546" y="1365378"/>
                  </a:lnTo>
                  <a:lnTo>
                    <a:pt x="993546" y="1365332"/>
                  </a:lnTo>
                  <a:lnTo>
                    <a:pt x="993547" y="1365317"/>
                  </a:lnTo>
                  <a:lnTo>
                    <a:pt x="993552" y="1365301"/>
                  </a:lnTo>
                  <a:lnTo>
                    <a:pt x="993555" y="1365296"/>
                  </a:lnTo>
                  <a:lnTo>
                    <a:pt x="993559" y="1365286"/>
                  </a:lnTo>
                  <a:lnTo>
                    <a:pt x="993563" y="1365279"/>
                  </a:lnTo>
                  <a:lnTo>
                    <a:pt x="993567" y="1365272"/>
                  </a:lnTo>
                  <a:lnTo>
                    <a:pt x="993576" y="1365257"/>
                  </a:lnTo>
                  <a:lnTo>
                    <a:pt x="993586" y="1365242"/>
                  </a:lnTo>
                  <a:lnTo>
                    <a:pt x="993596" y="1365225"/>
                  </a:lnTo>
                  <a:lnTo>
                    <a:pt x="993604" y="1365212"/>
                  </a:lnTo>
                  <a:lnTo>
                    <a:pt x="993614" y="1365197"/>
                  </a:lnTo>
                  <a:lnTo>
                    <a:pt x="993620" y="1365185"/>
                  </a:lnTo>
                  <a:lnTo>
                    <a:pt x="993623" y="1365182"/>
                  </a:lnTo>
                  <a:lnTo>
                    <a:pt x="993642" y="1365166"/>
                  </a:lnTo>
                  <a:lnTo>
                    <a:pt x="993656" y="1365155"/>
                  </a:lnTo>
                  <a:lnTo>
                    <a:pt x="993660" y="1365152"/>
                  </a:lnTo>
                  <a:lnTo>
                    <a:pt x="993671" y="1365148"/>
                  </a:lnTo>
                  <a:lnTo>
                    <a:pt x="993685" y="1365141"/>
                  </a:lnTo>
                  <a:lnTo>
                    <a:pt x="993699" y="1365135"/>
                  </a:lnTo>
                  <a:lnTo>
                    <a:pt x="993712" y="1365129"/>
                  </a:lnTo>
                  <a:lnTo>
                    <a:pt x="993728" y="1365123"/>
                  </a:lnTo>
                  <a:lnTo>
                    <a:pt x="993742" y="1365117"/>
                  </a:lnTo>
                  <a:lnTo>
                    <a:pt x="993756" y="1365114"/>
                  </a:lnTo>
                  <a:lnTo>
                    <a:pt x="993770" y="1365110"/>
                  </a:lnTo>
                  <a:lnTo>
                    <a:pt x="993785" y="1365108"/>
                  </a:lnTo>
                  <a:lnTo>
                    <a:pt x="993791" y="1365106"/>
                  </a:lnTo>
                  <a:lnTo>
                    <a:pt x="993799" y="1365106"/>
                  </a:lnTo>
                  <a:lnTo>
                    <a:pt x="993814" y="1365103"/>
                  </a:lnTo>
                  <a:lnTo>
                    <a:pt x="993828" y="1365101"/>
                  </a:lnTo>
                  <a:lnTo>
                    <a:pt x="993842" y="1365097"/>
                  </a:lnTo>
                  <a:lnTo>
                    <a:pt x="993856" y="1365092"/>
                  </a:lnTo>
                  <a:lnTo>
                    <a:pt x="993864" y="1365090"/>
                  </a:lnTo>
                  <a:lnTo>
                    <a:pt x="993870" y="1365086"/>
                  </a:lnTo>
                  <a:lnTo>
                    <a:pt x="993885" y="1365080"/>
                  </a:lnTo>
                  <a:lnTo>
                    <a:pt x="993899" y="1365075"/>
                  </a:lnTo>
                  <a:lnTo>
                    <a:pt x="993913" y="1365069"/>
                  </a:lnTo>
                  <a:lnTo>
                    <a:pt x="993927" y="1365061"/>
                  </a:lnTo>
                  <a:lnTo>
                    <a:pt x="993942" y="1365054"/>
                  </a:lnTo>
                  <a:lnTo>
                    <a:pt x="993956" y="1365046"/>
                  </a:lnTo>
                  <a:lnTo>
                    <a:pt x="993971" y="1365040"/>
                  </a:lnTo>
                  <a:lnTo>
                    <a:pt x="993985" y="1365033"/>
                  </a:lnTo>
                  <a:lnTo>
                    <a:pt x="993999" y="1365029"/>
                  </a:lnTo>
                  <a:lnTo>
                    <a:pt x="994008" y="1365026"/>
                  </a:lnTo>
                  <a:lnTo>
                    <a:pt x="994013" y="1365026"/>
                  </a:lnTo>
                  <a:lnTo>
                    <a:pt x="994028" y="1365022"/>
                  </a:lnTo>
                  <a:lnTo>
                    <a:pt x="994032" y="1365019"/>
                  </a:lnTo>
                  <a:lnTo>
                    <a:pt x="994040" y="1365018"/>
                  </a:lnTo>
                  <a:lnTo>
                    <a:pt x="994056" y="1365017"/>
                  </a:lnTo>
                  <a:lnTo>
                    <a:pt x="994085" y="1365021"/>
                  </a:lnTo>
                  <a:lnTo>
                    <a:pt x="994099" y="1365019"/>
                  </a:lnTo>
                  <a:lnTo>
                    <a:pt x="994113" y="1365018"/>
                  </a:lnTo>
                  <a:lnTo>
                    <a:pt x="994126" y="1365015"/>
                  </a:lnTo>
                  <a:lnTo>
                    <a:pt x="994142" y="1365011"/>
                  </a:lnTo>
                  <a:lnTo>
                    <a:pt x="994156" y="1365006"/>
                  </a:lnTo>
                  <a:lnTo>
                    <a:pt x="994170" y="1364996"/>
                  </a:lnTo>
                  <a:lnTo>
                    <a:pt x="994185" y="1364993"/>
                  </a:lnTo>
                  <a:lnTo>
                    <a:pt x="994199" y="1364992"/>
                  </a:lnTo>
                  <a:lnTo>
                    <a:pt x="994228" y="1364988"/>
                  </a:lnTo>
                  <a:lnTo>
                    <a:pt x="994242" y="1364983"/>
                  </a:lnTo>
                  <a:lnTo>
                    <a:pt x="994256" y="1364977"/>
                  </a:lnTo>
                  <a:lnTo>
                    <a:pt x="994269" y="1364971"/>
                  </a:lnTo>
                  <a:lnTo>
                    <a:pt x="994285" y="1364970"/>
                  </a:lnTo>
                  <a:lnTo>
                    <a:pt x="994292" y="1364969"/>
                  </a:lnTo>
                  <a:lnTo>
                    <a:pt x="994299" y="1364971"/>
                  </a:lnTo>
                  <a:lnTo>
                    <a:pt x="994313" y="1364974"/>
                  </a:lnTo>
                  <a:lnTo>
                    <a:pt x="994327" y="1364978"/>
                  </a:lnTo>
                  <a:lnTo>
                    <a:pt x="994342" y="1364981"/>
                  </a:lnTo>
                  <a:lnTo>
                    <a:pt x="994356" y="1364984"/>
                  </a:lnTo>
                  <a:lnTo>
                    <a:pt x="994363" y="1364984"/>
                  </a:lnTo>
                  <a:lnTo>
                    <a:pt x="994371" y="1364987"/>
                  </a:lnTo>
                  <a:lnTo>
                    <a:pt x="994378" y="1364987"/>
                  </a:lnTo>
                  <a:lnTo>
                    <a:pt x="994385" y="1364989"/>
                  </a:lnTo>
                  <a:lnTo>
                    <a:pt x="994399" y="1364991"/>
                  </a:lnTo>
                  <a:lnTo>
                    <a:pt x="994408" y="1364991"/>
                  </a:lnTo>
                  <a:lnTo>
                    <a:pt x="994413" y="1364989"/>
                  </a:lnTo>
                  <a:lnTo>
                    <a:pt x="994428" y="1364987"/>
                  </a:lnTo>
                  <a:lnTo>
                    <a:pt x="994442" y="1364980"/>
                  </a:lnTo>
                  <a:lnTo>
                    <a:pt x="994456" y="1364971"/>
                  </a:lnTo>
                  <a:lnTo>
                    <a:pt x="994468" y="1364963"/>
                  </a:lnTo>
                  <a:lnTo>
                    <a:pt x="994483" y="1364953"/>
                  </a:lnTo>
                  <a:lnTo>
                    <a:pt x="994495" y="1364946"/>
                  </a:lnTo>
                  <a:lnTo>
                    <a:pt x="994511" y="1364939"/>
                  </a:lnTo>
                  <a:lnTo>
                    <a:pt x="994526" y="1364932"/>
                  </a:lnTo>
                  <a:lnTo>
                    <a:pt x="994540" y="1364927"/>
                  </a:lnTo>
                  <a:lnTo>
                    <a:pt x="994554" y="1364921"/>
                  </a:lnTo>
                  <a:lnTo>
                    <a:pt x="994569" y="1364914"/>
                  </a:lnTo>
                  <a:lnTo>
                    <a:pt x="994583" y="1364908"/>
                  </a:lnTo>
                  <a:lnTo>
                    <a:pt x="994590" y="1364904"/>
                  </a:lnTo>
                  <a:lnTo>
                    <a:pt x="994597" y="1364903"/>
                  </a:lnTo>
                  <a:lnTo>
                    <a:pt x="994605" y="1364902"/>
                  </a:lnTo>
                  <a:lnTo>
                    <a:pt x="994611" y="1364897"/>
                  </a:lnTo>
                  <a:lnTo>
                    <a:pt x="994626" y="1364892"/>
                  </a:lnTo>
                  <a:lnTo>
                    <a:pt x="994640" y="1364887"/>
                  </a:lnTo>
                  <a:lnTo>
                    <a:pt x="994654" y="1364883"/>
                  </a:lnTo>
                  <a:lnTo>
                    <a:pt x="994678" y="1364878"/>
                  </a:lnTo>
                  <a:lnTo>
                    <a:pt x="994683" y="1364876"/>
                  </a:lnTo>
                  <a:lnTo>
                    <a:pt x="994726" y="1364860"/>
                  </a:lnTo>
                  <a:lnTo>
                    <a:pt x="994734" y="1364856"/>
                  </a:lnTo>
                  <a:lnTo>
                    <a:pt x="994738" y="1364854"/>
                  </a:lnTo>
                  <a:lnTo>
                    <a:pt x="994753" y="1364847"/>
                  </a:lnTo>
                  <a:lnTo>
                    <a:pt x="994768" y="1364841"/>
                  </a:lnTo>
                  <a:lnTo>
                    <a:pt x="994783" y="1364833"/>
                  </a:lnTo>
                  <a:lnTo>
                    <a:pt x="994797" y="1364824"/>
                  </a:lnTo>
                  <a:lnTo>
                    <a:pt x="994809" y="1364818"/>
                  </a:lnTo>
                  <a:lnTo>
                    <a:pt x="994831" y="1364800"/>
                  </a:lnTo>
                  <a:lnTo>
                    <a:pt x="994836" y="1364795"/>
                  </a:lnTo>
                  <a:lnTo>
                    <a:pt x="994858" y="1364776"/>
                  </a:lnTo>
                  <a:lnTo>
                    <a:pt x="994860" y="1364772"/>
                  </a:lnTo>
                  <a:lnTo>
                    <a:pt x="994881" y="1364742"/>
                  </a:lnTo>
                  <a:lnTo>
                    <a:pt x="994890" y="1364727"/>
                  </a:lnTo>
                  <a:lnTo>
                    <a:pt x="994892" y="1364722"/>
                  </a:lnTo>
                  <a:lnTo>
                    <a:pt x="994910" y="1364698"/>
                  </a:lnTo>
                  <a:lnTo>
                    <a:pt x="994920" y="1364683"/>
                  </a:lnTo>
                  <a:lnTo>
                    <a:pt x="994934" y="1364669"/>
                  </a:lnTo>
                  <a:lnTo>
                    <a:pt x="994949" y="1364661"/>
                  </a:lnTo>
                  <a:lnTo>
                    <a:pt x="994963" y="1364656"/>
                  </a:lnTo>
                  <a:lnTo>
                    <a:pt x="994978" y="1364651"/>
                  </a:lnTo>
                  <a:lnTo>
                    <a:pt x="994992" y="1364647"/>
                  </a:lnTo>
                  <a:lnTo>
                    <a:pt x="995006" y="1364643"/>
                  </a:lnTo>
                  <a:lnTo>
                    <a:pt x="995020" y="1364633"/>
                  </a:lnTo>
                  <a:lnTo>
                    <a:pt x="995032" y="1364619"/>
                  </a:lnTo>
                  <a:lnTo>
                    <a:pt x="995044" y="1364605"/>
                  </a:lnTo>
                  <a:lnTo>
                    <a:pt x="995058" y="1364591"/>
                  </a:lnTo>
                  <a:lnTo>
                    <a:pt x="995073" y="1364580"/>
                  </a:lnTo>
                  <a:lnTo>
                    <a:pt x="995087" y="1364569"/>
                  </a:lnTo>
                  <a:lnTo>
                    <a:pt x="995099" y="1364557"/>
                  </a:lnTo>
                  <a:lnTo>
                    <a:pt x="995129" y="1364539"/>
                  </a:lnTo>
                  <a:lnTo>
                    <a:pt x="995143" y="1364529"/>
                  </a:lnTo>
                  <a:lnTo>
                    <a:pt x="995158" y="1364517"/>
                  </a:lnTo>
                  <a:lnTo>
                    <a:pt x="995172" y="1364505"/>
                  </a:lnTo>
                  <a:lnTo>
                    <a:pt x="995178" y="1364499"/>
                  </a:lnTo>
                  <a:lnTo>
                    <a:pt x="995185" y="1364494"/>
                  </a:lnTo>
                  <a:lnTo>
                    <a:pt x="995199" y="1364481"/>
                  </a:lnTo>
                  <a:lnTo>
                    <a:pt x="995214" y="1364466"/>
                  </a:lnTo>
                  <a:lnTo>
                    <a:pt x="995227" y="1364453"/>
                  </a:lnTo>
                  <a:lnTo>
                    <a:pt x="995241" y="1364438"/>
                  </a:lnTo>
                  <a:lnTo>
                    <a:pt x="995254" y="1364429"/>
                  </a:lnTo>
                  <a:lnTo>
                    <a:pt x="995268" y="1364421"/>
                  </a:lnTo>
                  <a:lnTo>
                    <a:pt x="995282" y="1364416"/>
                  </a:lnTo>
                  <a:lnTo>
                    <a:pt x="995308" y="1364405"/>
                  </a:lnTo>
                  <a:lnTo>
                    <a:pt x="995317" y="1364401"/>
                  </a:lnTo>
                  <a:lnTo>
                    <a:pt x="995322" y="1364399"/>
                  </a:lnTo>
                  <a:lnTo>
                    <a:pt x="995337" y="1364390"/>
                  </a:lnTo>
                  <a:lnTo>
                    <a:pt x="995351" y="1364381"/>
                  </a:lnTo>
                  <a:lnTo>
                    <a:pt x="995361" y="1364377"/>
                  </a:lnTo>
                  <a:lnTo>
                    <a:pt x="995365" y="1364373"/>
                  </a:lnTo>
                  <a:lnTo>
                    <a:pt x="995379" y="1364364"/>
                  </a:lnTo>
                  <a:lnTo>
                    <a:pt x="995394" y="1364354"/>
                  </a:lnTo>
                  <a:lnTo>
                    <a:pt x="995407" y="1364346"/>
                  </a:lnTo>
                  <a:lnTo>
                    <a:pt x="995418" y="1364335"/>
                  </a:lnTo>
                  <a:lnTo>
                    <a:pt x="995420" y="1364331"/>
                  </a:lnTo>
                  <a:lnTo>
                    <a:pt x="995429" y="1364316"/>
                  </a:lnTo>
                  <a:lnTo>
                    <a:pt x="995441" y="1364302"/>
                  </a:lnTo>
                  <a:lnTo>
                    <a:pt x="995452" y="1364287"/>
                  </a:lnTo>
                  <a:lnTo>
                    <a:pt x="995454" y="1364282"/>
                  </a:lnTo>
                  <a:lnTo>
                    <a:pt x="995462" y="1364272"/>
                  </a:lnTo>
                  <a:lnTo>
                    <a:pt x="995473" y="1364257"/>
                  </a:lnTo>
                  <a:lnTo>
                    <a:pt x="995485" y="1364242"/>
                  </a:lnTo>
                  <a:lnTo>
                    <a:pt x="995493" y="1364234"/>
                  </a:lnTo>
                  <a:lnTo>
                    <a:pt x="995499" y="1364231"/>
                  </a:lnTo>
                  <a:lnTo>
                    <a:pt x="995513" y="1364219"/>
                  </a:lnTo>
                  <a:lnTo>
                    <a:pt x="995527" y="1364206"/>
                  </a:lnTo>
                  <a:lnTo>
                    <a:pt x="995538" y="1364192"/>
                  </a:lnTo>
                  <a:lnTo>
                    <a:pt x="995545" y="1364182"/>
                  </a:lnTo>
                  <a:lnTo>
                    <a:pt x="995547" y="1364177"/>
                  </a:lnTo>
                  <a:lnTo>
                    <a:pt x="995558" y="1364162"/>
                  </a:lnTo>
                  <a:lnTo>
                    <a:pt x="995566" y="1364148"/>
                  </a:lnTo>
                  <a:lnTo>
                    <a:pt x="995584" y="1364117"/>
                  </a:lnTo>
                  <a:lnTo>
                    <a:pt x="995594" y="1364102"/>
                  </a:lnTo>
                  <a:lnTo>
                    <a:pt x="995603" y="1364087"/>
                  </a:lnTo>
                  <a:lnTo>
                    <a:pt x="995609" y="1364078"/>
                  </a:lnTo>
                  <a:lnTo>
                    <a:pt x="995612" y="1364070"/>
                  </a:lnTo>
                  <a:lnTo>
                    <a:pt x="995619" y="1364056"/>
                  </a:lnTo>
                  <a:lnTo>
                    <a:pt x="995632" y="1364041"/>
                  </a:lnTo>
                  <a:lnTo>
                    <a:pt x="995642" y="1364028"/>
                  </a:lnTo>
                  <a:lnTo>
                    <a:pt x="995655" y="1364014"/>
                  </a:lnTo>
                  <a:lnTo>
                    <a:pt x="995668" y="1363999"/>
                  </a:lnTo>
                  <a:lnTo>
                    <a:pt x="995676" y="1363984"/>
                  </a:lnTo>
                  <a:lnTo>
                    <a:pt x="995680" y="1363978"/>
                  </a:lnTo>
                  <a:lnTo>
                    <a:pt x="995683" y="1363969"/>
                  </a:lnTo>
                  <a:lnTo>
                    <a:pt x="995691" y="1363954"/>
                  </a:lnTo>
                  <a:lnTo>
                    <a:pt x="995695" y="1363944"/>
                  </a:lnTo>
                  <a:lnTo>
                    <a:pt x="995697" y="1363939"/>
                  </a:lnTo>
                  <a:lnTo>
                    <a:pt x="995703" y="1363924"/>
                  </a:lnTo>
                  <a:lnTo>
                    <a:pt x="995709" y="1363909"/>
                  </a:lnTo>
                  <a:lnTo>
                    <a:pt x="995713" y="1363894"/>
                  </a:lnTo>
                  <a:lnTo>
                    <a:pt x="995723" y="1363879"/>
                  </a:lnTo>
                  <a:lnTo>
                    <a:pt x="995745" y="1363850"/>
                  </a:lnTo>
                  <a:lnTo>
                    <a:pt x="995759" y="1363836"/>
                  </a:lnTo>
                  <a:lnTo>
                    <a:pt x="995773" y="1363820"/>
                  </a:lnTo>
                  <a:lnTo>
                    <a:pt x="995784" y="1363807"/>
                  </a:lnTo>
                  <a:lnTo>
                    <a:pt x="995791" y="1363801"/>
                  </a:lnTo>
                  <a:lnTo>
                    <a:pt x="995796" y="1363792"/>
                  </a:lnTo>
                  <a:lnTo>
                    <a:pt x="995806" y="1363777"/>
                  </a:lnTo>
                  <a:lnTo>
                    <a:pt x="995818" y="1363761"/>
                  </a:lnTo>
                  <a:lnTo>
                    <a:pt x="995822" y="1363755"/>
                  </a:lnTo>
                  <a:lnTo>
                    <a:pt x="995826" y="1363749"/>
                  </a:lnTo>
                  <a:lnTo>
                    <a:pt x="995835" y="1363734"/>
                  </a:lnTo>
                  <a:lnTo>
                    <a:pt x="995841" y="1363722"/>
                  </a:lnTo>
                  <a:lnTo>
                    <a:pt x="995844" y="1363718"/>
                  </a:lnTo>
                  <a:lnTo>
                    <a:pt x="995853" y="1363703"/>
                  </a:lnTo>
                  <a:lnTo>
                    <a:pt x="995865" y="1363688"/>
                  </a:lnTo>
                  <a:lnTo>
                    <a:pt x="995869" y="1363681"/>
                  </a:lnTo>
                  <a:lnTo>
                    <a:pt x="995871" y="1363673"/>
                  </a:lnTo>
                  <a:lnTo>
                    <a:pt x="995873" y="1363658"/>
                  </a:lnTo>
                  <a:lnTo>
                    <a:pt x="995873" y="1363647"/>
                  </a:lnTo>
                  <a:lnTo>
                    <a:pt x="995871" y="1363643"/>
                  </a:lnTo>
                  <a:lnTo>
                    <a:pt x="995867" y="1363628"/>
                  </a:lnTo>
                  <a:lnTo>
                    <a:pt x="995865" y="1363613"/>
                  </a:lnTo>
                  <a:lnTo>
                    <a:pt x="995860" y="1363600"/>
                  </a:lnTo>
                  <a:lnTo>
                    <a:pt x="995856" y="1363591"/>
                  </a:lnTo>
                  <a:lnTo>
                    <a:pt x="995854" y="1363583"/>
                  </a:lnTo>
                  <a:lnTo>
                    <a:pt x="995853" y="1363567"/>
                  </a:lnTo>
                  <a:lnTo>
                    <a:pt x="995854" y="1363552"/>
                  </a:lnTo>
                  <a:lnTo>
                    <a:pt x="995851" y="1363537"/>
                  </a:lnTo>
                  <a:lnTo>
                    <a:pt x="995849" y="1363521"/>
                  </a:lnTo>
                  <a:lnTo>
                    <a:pt x="995847" y="1363507"/>
                  </a:lnTo>
                  <a:lnTo>
                    <a:pt x="995849" y="1363492"/>
                  </a:lnTo>
                  <a:lnTo>
                    <a:pt x="995850" y="1363481"/>
                  </a:lnTo>
                  <a:lnTo>
                    <a:pt x="995852" y="1363477"/>
                  </a:lnTo>
                  <a:lnTo>
                    <a:pt x="995860" y="1363452"/>
                  </a:lnTo>
                  <a:lnTo>
                    <a:pt x="995863" y="1363447"/>
                  </a:lnTo>
                  <a:lnTo>
                    <a:pt x="995869" y="1363431"/>
                  </a:lnTo>
                  <a:lnTo>
                    <a:pt x="995874" y="1363417"/>
                  </a:lnTo>
                  <a:lnTo>
                    <a:pt x="995897" y="1363372"/>
                  </a:lnTo>
                  <a:lnTo>
                    <a:pt x="995914" y="1363327"/>
                  </a:lnTo>
                  <a:lnTo>
                    <a:pt x="995920" y="1363312"/>
                  </a:lnTo>
                  <a:lnTo>
                    <a:pt x="995927" y="1363297"/>
                  </a:lnTo>
                  <a:lnTo>
                    <a:pt x="995931" y="1363286"/>
                  </a:lnTo>
                  <a:lnTo>
                    <a:pt x="995934" y="1363282"/>
                  </a:lnTo>
                  <a:lnTo>
                    <a:pt x="995940" y="1363274"/>
                  </a:lnTo>
                  <a:lnTo>
                    <a:pt x="995948" y="1363269"/>
                  </a:lnTo>
                  <a:lnTo>
                    <a:pt x="995963" y="1363259"/>
                  </a:lnTo>
                  <a:lnTo>
                    <a:pt x="995977" y="1363247"/>
                  </a:lnTo>
                  <a:lnTo>
                    <a:pt x="995989" y="1363237"/>
                  </a:lnTo>
                  <a:lnTo>
                    <a:pt x="996002" y="1363225"/>
                  </a:lnTo>
                  <a:lnTo>
                    <a:pt x="996017" y="1363215"/>
                  </a:lnTo>
                  <a:lnTo>
                    <a:pt x="996031" y="1363208"/>
                  </a:lnTo>
                  <a:lnTo>
                    <a:pt x="996045" y="1363202"/>
                  </a:lnTo>
                  <a:lnTo>
                    <a:pt x="996060" y="1363197"/>
                  </a:lnTo>
                  <a:lnTo>
                    <a:pt x="996102" y="1363185"/>
                  </a:lnTo>
                  <a:lnTo>
                    <a:pt x="996110" y="1363183"/>
                  </a:lnTo>
                  <a:lnTo>
                    <a:pt x="996117" y="1363179"/>
                  </a:lnTo>
                  <a:lnTo>
                    <a:pt x="996132" y="1363172"/>
                  </a:lnTo>
                  <a:lnTo>
                    <a:pt x="996145" y="1363166"/>
                  </a:lnTo>
                  <a:lnTo>
                    <a:pt x="996154" y="1363163"/>
                  </a:lnTo>
                  <a:lnTo>
                    <a:pt x="996160" y="1363163"/>
                  </a:lnTo>
                  <a:lnTo>
                    <a:pt x="996174" y="1363159"/>
                  </a:lnTo>
                  <a:lnTo>
                    <a:pt x="996188" y="1363156"/>
                  </a:lnTo>
                  <a:lnTo>
                    <a:pt x="996203" y="1363152"/>
                  </a:lnTo>
                  <a:lnTo>
                    <a:pt x="996217" y="1363147"/>
                  </a:lnTo>
                  <a:lnTo>
                    <a:pt x="996241" y="1363132"/>
                  </a:lnTo>
                  <a:lnTo>
                    <a:pt x="996245" y="1363126"/>
                  </a:lnTo>
                  <a:lnTo>
                    <a:pt x="996260" y="1363115"/>
                  </a:lnTo>
                  <a:lnTo>
                    <a:pt x="996274" y="1363106"/>
                  </a:lnTo>
                  <a:lnTo>
                    <a:pt x="996288" y="1363101"/>
                  </a:lnTo>
                  <a:lnTo>
                    <a:pt x="996303" y="1363098"/>
                  </a:lnTo>
                  <a:lnTo>
                    <a:pt x="996317" y="1363096"/>
                  </a:lnTo>
                  <a:lnTo>
                    <a:pt x="996331" y="1363097"/>
                  </a:lnTo>
                  <a:lnTo>
                    <a:pt x="996341" y="1363095"/>
                  </a:lnTo>
                  <a:lnTo>
                    <a:pt x="996346" y="1363097"/>
                  </a:lnTo>
                  <a:lnTo>
                    <a:pt x="996360" y="1363099"/>
                  </a:lnTo>
                  <a:lnTo>
                    <a:pt x="996374" y="1363099"/>
                  </a:lnTo>
                  <a:lnTo>
                    <a:pt x="996382" y="1363099"/>
                  </a:lnTo>
                  <a:lnTo>
                    <a:pt x="996388" y="1363097"/>
                  </a:lnTo>
                  <a:lnTo>
                    <a:pt x="996397" y="1363097"/>
                  </a:lnTo>
                  <a:lnTo>
                    <a:pt x="996403" y="1363096"/>
                  </a:lnTo>
                  <a:lnTo>
                    <a:pt x="996417" y="1363092"/>
                  </a:lnTo>
                  <a:lnTo>
                    <a:pt x="996431" y="1363084"/>
                  </a:lnTo>
                  <a:lnTo>
                    <a:pt x="996437" y="1363085"/>
                  </a:lnTo>
                  <a:lnTo>
                    <a:pt x="996446" y="1363082"/>
                  </a:lnTo>
                  <a:lnTo>
                    <a:pt x="996457" y="1363077"/>
                  </a:lnTo>
                  <a:lnTo>
                    <a:pt x="996460" y="1363073"/>
                  </a:lnTo>
                  <a:lnTo>
                    <a:pt x="996476" y="1363066"/>
                  </a:lnTo>
                  <a:lnTo>
                    <a:pt x="996488" y="1363062"/>
                  </a:lnTo>
                  <a:lnTo>
                    <a:pt x="996503" y="1363053"/>
                  </a:lnTo>
                  <a:lnTo>
                    <a:pt x="996517" y="1363045"/>
                  </a:lnTo>
                  <a:lnTo>
                    <a:pt x="996531" y="1363034"/>
                  </a:lnTo>
                  <a:lnTo>
                    <a:pt x="996546" y="1363023"/>
                  </a:lnTo>
                  <a:lnTo>
                    <a:pt x="996560" y="1363014"/>
                  </a:lnTo>
                  <a:lnTo>
                    <a:pt x="996568" y="1363006"/>
                  </a:lnTo>
                  <a:lnTo>
                    <a:pt x="996574" y="1363003"/>
                  </a:lnTo>
                  <a:lnTo>
                    <a:pt x="996589" y="1362995"/>
                  </a:lnTo>
                  <a:lnTo>
                    <a:pt x="996596" y="1362992"/>
                  </a:lnTo>
                  <a:lnTo>
                    <a:pt x="996603" y="1362988"/>
                  </a:lnTo>
                  <a:lnTo>
                    <a:pt x="996617" y="1362975"/>
                  </a:lnTo>
                  <a:lnTo>
                    <a:pt x="996631" y="1362965"/>
                  </a:lnTo>
                  <a:lnTo>
                    <a:pt x="996644" y="1362952"/>
                  </a:lnTo>
                  <a:lnTo>
                    <a:pt x="996657" y="1362941"/>
                  </a:lnTo>
                  <a:lnTo>
                    <a:pt x="996672" y="1362932"/>
                  </a:lnTo>
                  <a:lnTo>
                    <a:pt x="996686" y="1362922"/>
                  </a:lnTo>
                  <a:lnTo>
                    <a:pt x="996695" y="1362917"/>
                  </a:lnTo>
                  <a:lnTo>
                    <a:pt x="996700" y="1362914"/>
                  </a:lnTo>
                  <a:lnTo>
                    <a:pt x="996714" y="1362910"/>
                  </a:lnTo>
                  <a:lnTo>
                    <a:pt x="996729" y="1362904"/>
                  </a:lnTo>
                  <a:lnTo>
                    <a:pt x="996737" y="1362901"/>
                  </a:lnTo>
                  <a:lnTo>
                    <a:pt x="996743" y="1362897"/>
                  </a:lnTo>
                  <a:lnTo>
                    <a:pt x="996765" y="1362888"/>
                  </a:lnTo>
                  <a:lnTo>
                    <a:pt x="996771" y="1362884"/>
                  </a:lnTo>
                  <a:lnTo>
                    <a:pt x="996796" y="1362868"/>
                  </a:lnTo>
                  <a:lnTo>
                    <a:pt x="996814" y="1362849"/>
                  </a:lnTo>
                  <a:lnTo>
                    <a:pt x="996825" y="1362835"/>
                  </a:lnTo>
                  <a:lnTo>
                    <a:pt x="996833" y="1362820"/>
                  </a:lnTo>
                  <a:lnTo>
                    <a:pt x="996848" y="1362786"/>
                  </a:lnTo>
                  <a:lnTo>
                    <a:pt x="996855" y="1362769"/>
                  </a:lnTo>
                  <a:lnTo>
                    <a:pt x="996860" y="1362754"/>
                  </a:lnTo>
                  <a:lnTo>
                    <a:pt x="996864" y="1362739"/>
                  </a:lnTo>
                  <a:lnTo>
                    <a:pt x="996867" y="1362724"/>
                  </a:lnTo>
                  <a:lnTo>
                    <a:pt x="996869" y="1362709"/>
                  </a:lnTo>
                  <a:lnTo>
                    <a:pt x="996872" y="1362695"/>
                  </a:lnTo>
                  <a:lnTo>
                    <a:pt x="996879" y="1362678"/>
                  </a:lnTo>
                  <a:lnTo>
                    <a:pt x="996886" y="1362663"/>
                  </a:lnTo>
                  <a:lnTo>
                    <a:pt x="996890" y="1362652"/>
                  </a:lnTo>
                  <a:lnTo>
                    <a:pt x="996893" y="1362648"/>
                  </a:lnTo>
                  <a:lnTo>
                    <a:pt x="996902" y="1362633"/>
                  </a:lnTo>
                  <a:lnTo>
                    <a:pt x="996911" y="1362618"/>
                  </a:lnTo>
                  <a:lnTo>
                    <a:pt x="996921" y="1362603"/>
                  </a:lnTo>
                  <a:lnTo>
                    <a:pt x="996932" y="1362588"/>
                  </a:lnTo>
                  <a:lnTo>
                    <a:pt x="996945" y="1362573"/>
                  </a:lnTo>
                  <a:lnTo>
                    <a:pt x="996966" y="1362550"/>
                  </a:lnTo>
                  <a:lnTo>
                    <a:pt x="996969" y="1362545"/>
                  </a:lnTo>
                  <a:lnTo>
                    <a:pt x="996971" y="1362541"/>
                  </a:lnTo>
                  <a:lnTo>
                    <a:pt x="996980" y="1362532"/>
                  </a:lnTo>
                  <a:lnTo>
                    <a:pt x="996993" y="1362517"/>
                  </a:lnTo>
                  <a:lnTo>
                    <a:pt x="997001" y="1362510"/>
                  </a:lnTo>
                  <a:lnTo>
                    <a:pt x="997014" y="1362496"/>
                  </a:lnTo>
                  <a:lnTo>
                    <a:pt x="997029" y="1362483"/>
                  </a:lnTo>
                  <a:lnTo>
                    <a:pt x="997043" y="1362470"/>
                  </a:lnTo>
                  <a:lnTo>
                    <a:pt x="997057" y="1362459"/>
                  </a:lnTo>
                  <a:lnTo>
                    <a:pt x="997072" y="1362451"/>
                  </a:lnTo>
                  <a:lnTo>
                    <a:pt x="997086" y="1362444"/>
                  </a:lnTo>
                  <a:lnTo>
                    <a:pt x="997100" y="1362438"/>
                  </a:lnTo>
                  <a:lnTo>
                    <a:pt x="997114" y="1362428"/>
                  </a:lnTo>
                  <a:lnTo>
                    <a:pt x="997122" y="1362426"/>
                  </a:lnTo>
                  <a:lnTo>
                    <a:pt x="997129" y="1362422"/>
                  </a:lnTo>
                  <a:lnTo>
                    <a:pt x="997143" y="1362413"/>
                  </a:lnTo>
                  <a:lnTo>
                    <a:pt x="997157" y="1362403"/>
                  </a:lnTo>
                  <a:lnTo>
                    <a:pt x="997170" y="1362390"/>
                  </a:lnTo>
                  <a:lnTo>
                    <a:pt x="997176" y="1362384"/>
                  </a:lnTo>
                  <a:lnTo>
                    <a:pt x="997183" y="1362379"/>
                  </a:lnTo>
                  <a:lnTo>
                    <a:pt x="997197" y="1362368"/>
                  </a:lnTo>
                  <a:lnTo>
                    <a:pt x="997211" y="1362355"/>
                  </a:lnTo>
                  <a:lnTo>
                    <a:pt x="997217" y="1362347"/>
                  </a:lnTo>
                  <a:lnTo>
                    <a:pt x="997223" y="1362341"/>
                  </a:lnTo>
                  <a:lnTo>
                    <a:pt x="997236" y="1362327"/>
                  </a:lnTo>
                  <a:lnTo>
                    <a:pt x="997248" y="1362312"/>
                  </a:lnTo>
                  <a:lnTo>
                    <a:pt x="997260" y="1362297"/>
                  </a:lnTo>
                  <a:lnTo>
                    <a:pt x="997270" y="1362282"/>
                  </a:lnTo>
                  <a:lnTo>
                    <a:pt x="997279" y="1362266"/>
                  </a:lnTo>
                  <a:lnTo>
                    <a:pt x="997287" y="1362251"/>
                  </a:lnTo>
                  <a:lnTo>
                    <a:pt x="997294" y="1362236"/>
                  </a:lnTo>
                  <a:lnTo>
                    <a:pt x="997298" y="1362232"/>
                  </a:lnTo>
                  <a:lnTo>
                    <a:pt x="997303" y="1362221"/>
                  </a:lnTo>
                  <a:lnTo>
                    <a:pt x="997311" y="1362208"/>
                  </a:lnTo>
                  <a:lnTo>
                    <a:pt x="997321" y="1362191"/>
                  </a:lnTo>
                  <a:lnTo>
                    <a:pt x="997331" y="1362176"/>
                  </a:lnTo>
                  <a:lnTo>
                    <a:pt x="997338" y="1362161"/>
                  </a:lnTo>
                  <a:lnTo>
                    <a:pt x="997346" y="1362145"/>
                  </a:lnTo>
                  <a:lnTo>
                    <a:pt x="997354" y="1362131"/>
                  </a:lnTo>
                  <a:lnTo>
                    <a:pt x="997359" y="1362124"/>
                  </a:lnTo>
                  <a:lnTo>
                    <a:pt x="997362" y="1362116"/>
                  </a:lnTo>
                  <a:lnTo>
                    <a:pt x="997365" y="1362112"/>
                  </a:lnTo>
                  <a:lnTo>
                    <a:pt x="997366" y="1362106"/>
                  </a:lnTo>
                  <a:lnTo>
                    <a:pt x="997369" y="1362101"/>
                  </a:lnTo>
                  <a:lnTo>
                    <a:pt x="997374" y="1362086"/>
                  </a:lnTo>
                  <a:lnTo>
                    <a:pt x="997381" y="1362071"/>
                  </a:lnTo>
                  <a:lnTo>
                    <a:pt x="997396" y="1362041"/>
                  </a:lnTo>
                  <a:lnTo>
                    <a:pt x="997397" y="1362036"/>
                  </a:lnTo>
                  <a:lnTo>
                    <a:pt x="997403" y="1362026"/>
                  </a:lnTo>
                  <a:lnTo>
                    <a:pt x="997411" y="1362011"/>
                  </a:lnTo>
                  <a:lnTo>
                    <a:pt x="997417" y="1361996"/>
                  </a:lnTo>
                  <a:lnTo>
                    <a:pt x="997423" y="1361981"/>
                  </a:lnTo>
                  <a:lnTo>
                    <a:pt x="997431" y="1361965"/>
                  </a:lnTo>
                  <a:lnTo>
                    <a:pt x="997435" y="1361959"/>
                  </a:lnTo>
                  <a:lnTo>
                    <a:pt x="997440" y="1361950"/>
                  </a:lnTo>
                  <a:lnTo>
                    <a:pt x="997452" y="1361935"/>
                  </a:lnTo>
                  <a:lnTo>
                    <a:pt x="997477" y="1361913"/>
                  </a:lnTo>
                  <a:lnTo>
                    <a:pt x="997492" y="1361903"/>
                  </a:lnTo>
                  <a:lnTo>
                    <a:pt x="997506" y="1361894"/>
                  </a:lnTo>
                  <a:lnTo>
                    <a:pt x="997520" y="1361885"/>
                  </a:lnTo>
                  <a:lnTo>
                    <a:pt x="997535" y="1361872"/>
                  </a:lnTo>
                  <a:lnTo>
                    <a:pt x="997549" y="1361861"/>
                  </a:lnTo>
                  <a:lnTo>
                    <a:pt x="997562" y="1361848"/>
                  </a:lnTo>
                  <a:lnTo>
                    <a:pt x="997591" y="1361824"/>
                  </a:lnTo>
                  <a:lnTo>
                    <a:pt x="997604" y="1361814"/>
                  </a:lnTo>
                  <a:lnTo>
                    <a:pt x="997620" y="1361806"/>
                  </a:lnTo>
                  <a:lnTo>
                    <a:pt x="997634" y="1361798"/>
                  </a:lnTo>
                  <a:lnTo>
                    <a:pt x="997648" y="1361789"/>
                  </a:lnTo>
                  <a:lnTo>
                    <a:pt x="997662" y="1361781"/>
                  </a:lnTo>
                  <a:lnTo>
                    <a:pt x="997677" y="1361770"/>
                  </a:lnTo>
                  <a:lnTo>
                    <a:pt x="997691" y="1361760"/>
                  </a:lnTo>
                  <a:lnTo>
                    <a:pt x="997700" y="1361755"/>
                  </a:lnTo>
                  <a:lnTo>
                    <a:pt x="997705" y="1361751"/>
                  </a:lnTo>
                  <a:lnTo>
                    <a:pt x="997718" y="1361745"/>
                  </a:lnTo>
                  <a:lnTo>
                    <a:pt x="997734" y="1361736"/>
                  </a:lnTo>
                  <a:lnTo>
                    <a:pt x="997748" y="1361729"/>
                  </a:lnTo>
                  <a:lnTo>
                    <a:pt x="997763" y="1361724"/>
                  </a:lnTo>
                  <a:lnTo>
                    <a:pt x="997775" y="1361717"/>
                  </a:lnTo>
                  <a:lnTo>
                    <a:pt x="997784" y="1361711"/>
                  </a:lnTo>
                  <a:lnTo>
                    <a:pt x="997791" y="1361708"/>
                  </a:lnTo>
                  <a:lnTo>
                    <a:pt x="997805" y="1361700"/>
                  </a:lnTo>
                  <a:lnTo>
                    <a:pt x="997820" y="1361691"/>
                  </a:lnTo>
                  <a:lnTo>
                    <a:pt x="997834" y="1361684"/>
                  </a:lnTo>
                  <a:lnTo>
                    <a:pt x="997848" y="1361676"/>
                  </a:lnTo>
                  <a:lnTo>
                    <a:pt x="997863" y="1361666"/>
                  </a:lnTo>
                  <a:lnTo>
                    <a:pt x="997871" y="1361659"/>
                  </a:lnTo>
                  <a:lnTo>
                    <a:pt x="997882" y="1361642"/>
                  </a:lnTo>
                  <a:lnTo>
                    <a:pt x="997883" y="1361637"/>
                  </a:lnTo>
                  <a:lnTo>
                    <a:pt x="997888" y="1361629"/>
                  </a:lnTo>
                  <a:lnTo>
                    <a:pt x="997891" y="1361624"/>
                  </a:lnTo>
                  <a:lnTo>
                    <a:pt x="997896" y="1361608"/>
                  </a:lnTo>
                  <a:lnTo>
                    <a:pt x="997910" y="1361578"/>
                  </a:lnTo>
                  <a:lnTo>
                    <a:pt x="997916" y="1361563"/>
                  </a:lnTo>
                  <a:lnTo>
                    <a:pt x="997921" y="1361548"/>
                  </a:lnTo>
                  <a:lnTo>
                    <a:pt x="997925" y="1361533"/>
                  </a:lnTo>
                  <a:lnTo>
                    <a:pt x="997925" y="1361527"/>
                  </a:lnTo>
                  <a:lnTo>
                    <a:pt x="997928" y="1361518"/>
                  </a:lnTo>
                  <a:lnTo>
                    <a:pt x="997929" y="1361503"/>
                  </a:lnTo>
                  <a:lnTo>
                    <a:pt x="997935" y="1361488"/>
                  </a:lnTo>
                  <a:lnTo>
                    <a:pt x="997938" y="1361478"/>
                  </a:lnTo>
                  <a:lnTo>
                    <a:pt x="997941" y="1361473"/>
                  </a:lnTo>
                  <a:lnTo>
                    <a:pt x="997948" y="1361458"/>
                  </a:lnTo>
                  <a:lnTo>
                    <a:pt x="997956" y="1361443"/>
                  </a:lnTo>
                  <a:lnTo>
                    <a:pt x="997962" y="1361425"/>
                  </a:lnTo>
                  <a:lnTo>
                    <a:pt x="997973" y="1361397"/>
                  </a:lnTo>
                  <a:lnTo>
                    <a:pt x="997979" y="1361382"/>
                  </a:lnTo>
                  <a:lnTo>
                    <a:pt x="997985" y="1361367"/>
                  </a:lnTo>
                  <a:lnTo>
                    <a:pt x="997991" y="1361350"/>
                  </a:lnTo>
                  <a:lnTo>
                    <a:pt x="997997" y="1361337"/>
                  </a:lnTo>
                  <a:lnTo>
                    <a:pt x="998001" y="1361326"/>
                  </a:lnTo>
                  <a:lnTo>
                    <a:pt x="998004" y="1361322"/>
                  </a:lnTo>
                  <a:lnTo>
                    <a:pt x="998009" y="1361307"/>
                  </a:lnTo>
                  <a:lnTo>
                    <a:pt x="998013" y="1361300"/>
                  </a:lnTo>
                  <a:lnTo>
                    <a:pt x="998015" y="1361292"/>
                  </a:lnTo>
                  <a:lnTo>
                    <a:pt x="998019" y="1361282"/>
                  </a:lnTo>
                  <a:lnTo>
                    <a:pt x="998023" y="1361277"/>
                  </a:lnTo>
                  <a:lnTo>
                    <a:pt x="998043" y="1361247"/>
                  </a:lnTo>
                  <a:lnTo>
                    <a:pt x="998048" y="1361242"/>
                  </a:lnTo>
                  <a:lnTo>
                    <a:pt x="998071" y="1361211"/>
                  </a:lnTo>
                  <a:lnTo>
                    <a:pt x="998077" y="1361204"/>
                  </a:lnTo>
                  <a:lnTo>
                    <a:pt x="998083" y="1361196"/>
                  </a:lnTo>
                  <a:lnTo>
                    <a:pt x="998095" y="1361185"/>
                  </a:lnTo>
                  <a:lnTo>
                    <a:pt x="998124" y="1361166"/>
                  </a:lnTo>
                  <a:lnTo>
                    <a:pt x="998138" y="1361157"/>
                  </a:lnTo>
                  <a:lnTo>
                    <a:pt x="998152" y="1361148"/>
                  </a:lnTo>
                  <a:lnTo>
                    <a:pt x="998167" y="1361137"/>
                  </a:lnTo>
                  <a:lnTo>
                    <a:pt x="998176" y="1361129"/>
                  </a:lnTo>
                  <a:lnTo>
                    <a:pt x="998181" y="1361127"/>
                  </a:lnTo>
                  <a:lnTo>
                    <a:pt x="998195" y="1361120"/>
                  </a:lnTo>
                  <a:lnTo>
                    <a:pt x="998210" y="1361114"/>
                  </a:lnTo>
                  <a:lnTo>
                    <a:pt x="998224" y="1361107"/>
                  </a:lnTo>
                  <a:lnTo>
                    <a:pt x="998238" y="1361102"/>
                  </a:lnTo>
                  <a:lnTo>
                    <a:pt x="998253" y="1361094"/>
                  </a:lnTo>
                  <a:lnTo>
                    <a:pt x="998267" y="1361085"/>
                  </a:lnTo>
                  <a:lnTo>
                    <a:pt x="998281" y="1361074"/>
                  </a:lnTo>
                  <a:lnTo>
                    <a:pt x="998296" y="1361064"/>
                  </a:lnTo>
                  <a:lnTo>
                    <a:pt x="998348" y="1361031"/>
                  </a:lnTo>
                  <a:lnTo>
                    <a:pt x="998377" y="1361016"/>
                  </a:lnTo>
                  <a:lnTo>
                    <a:pt x="998419" y="1360988"/>
                  </a:lnTo>
                  <a:lnTo>
                    <a:pt x="998434" y="1360981"/>
                  </a:lnTo>
                  <a:lnTo>
                    <a:pt x="998448" y="1360974"/>
                  </a:lnTo>
                  <a:lnTo>
                    <a:pt x="998458" y="1360970"/>
                  </a:lnTo>
                  <a:lnTo>
                    <a:pt x="998463" y="1360966"/>
                  </a:lnTo>
                  <a:lnTo>
                    <a:pt x="998477" y="1360963"/>
                  </a:lnTo>
                  <a:lnTo>
                    <a:pt x="998485" y="1360963"/>
                  </a:lnTo>
                  <a:lnTo>
                    <a:pt x="998491" y="1360961"/>
                  </a:lnTo>
                  <a:lnTo>
                    <a:pt x="998505" y="1360957"/>
                  </a:lnTo>
                  <a:lnTo>
                    <a:pt x="998516" y="1360953"/>
                  </a:lnTo>
                  <a:lnTo>
                    <a:pt x="998520" y="1360950"/>
                  </a:lnTo>
                  <a:lnTo>
                    <a:pt x="998534" y="1360944"/>
                  </a:lnTo>
                  <a:lnTo>
                    <a:pt x="998547" y="1360931"/>
                  </a:lnTo>
                  <a:lnTo>
                    <a:pt x="998560" y="1360918"/>
                  </a:lnTo>
                  <a:lnTo>
                    <a:pt x="998565" y="1360911"/>
                  </a:lnTo>
                  <a:lnTo>
                    <a:pt x="998569" y="1360903"/>
                  </a:lnTo>
                  <a:lnTo>
                    <a:pt x="998580" y="1360888"/>
                  </a:lnTo>
                  <a:lnTo>
                    <a:pt x="998585" y="1360881"/>
                  </a:lnTo>
                  <a:lnTo>
                    <a:pt x="998589" y="1360876"/>
                  </a:lnTo>
                  <a:lnTo>
                    <a:pt x="998603" y="1360863"/>
                  </a:lnTo>
                  <a:lnTo>
                    <a:pt x="998613" y="1360847"/>
                  </a:lnTo>
                  <a:lnTo>
                    <a:pt x="998623" y="1360833"/>
                  </a:lnTo>
                  <a:lnTo>
                    <a:pt x="998633" y="1360819"/>
                  </a:lnTo>
                  <a:lnTo>
                    <a:pt x="998641" y="1360804"/>
                  </a:lnTo>
                  <a:lnTo>
                    <a:pt x="998647" y="1360791"/>
                  </a:lnTo>
                  <a:lnTo>
                    <a:pt x="998649" y="1360780"/>
                  </a:lnTo>
                  <a:lnTo>
                    <a:pt x="998649" y="1360774"/>
                  </a:lnTo>
                  <a:lnTo>
                    <a:pt x="998651" y="1360759"/>
                  </a:lnTo>
                  <a:lnTo>
                    <a:pt x="998651" y="1360742"/>
                  </a:lnTo>
                  <a:lnTo>
                    <a:pt x="998650" y="1360704"/>
                  </a:lnTo>
                  <a:lnTo>
                    <a:pt x="998646" y="1360650"/>
                  </a:lnTo>
                  <a:lnTo>
                    <a:pt x="998643" y="1360641"/>
                  </a:lnTo>
                  <a:lnTo>
                    <a:pt x="998636" y="1360620"/>
                  </a:lnTo>
                  <a:lnTo>
                    <a:pt x="998637" y="1360603"/>
                  </a:lnTo>
                  <a:lnTo>
                    <a:pt x="998638" y="1360549"/>
                  </a:lnTo>
                  <a:lnTo>
                    <a:pt x="998640" y="1360528"/>
                  </a:lnTo>
                  <a:lnTo>
                    <a:pt x="998642" y="1360513"/>
                  </a:lnTo>
                  <a:lnTo>
                    <a:pt x="998639" y="1360498"/>
                  </a:lnTo>
                  <a:lnTo>
                    <a:pt x="998638" y="1360482"/>
                  </a:lnTo>
                  <a:lnTo>
                    <a:pt x="998632" y="1360467"/>
                  </a:lnTo>
                  <a:lnTo>
                    <a:pt x="998628" y="1360460"/>
                  </a:lnTo>
                  <a:lnTo>
                    <a:pt x="998626" y="1360452"/>
                  </a:lnTo>
                  <a:lnTo>
                    <a:pt x="998623" y="1360446"/>
                  </a:lnTo>
                  <a:lnTo>
                    <a:pt x="998620" y="1360436"/>
                  </a:lnTo>
                  <a:lnTo>
                    <a:pt x="998617" y="1360422"/>
                  </a:lnTo>
                  <a:lnTo>
                    <a:pt x="998611" y="1360392"/>
                  </a:lnTo>
                  <a:lnTo>
                    <a:pt x="998607" y="1360377"/>
                  </a:lnTo>
                  <a:lnTo>
                    <a:pt x="998600" y="1360362"/>
                  </a:lnTo>
                  <a:lnTo>
                    <a:pt x="998599" y="1360357"/>
                  </a:lnTo>
                  <a:lnTo>
                    <a:pt x="998581" y="1360321"/>
                  </a:lnTo>
                  <a:lnTo>
                    <a:pt x="998579" y="1360315"/>
                  </a:lnTo>
                  <a:lnTo>
                    <a:pt x="998572" y="1360306"/>
                  </a:lnTo>
                  <a:lnTo>
                    <a:pt x="998565" y="1360290"/>
                  </a:lnTo>
                  <a:lnTo>
                    <a:pt x="998553" y="1360275"/>
                  </a:lnTo>
                  <a:lnTo>
                    <a:pt x="998542" y="1360261"/>
                  </a:lnTo>
                  <a:lnTo>
                    <a:pt x="998528" y="1360250"/>
                  </a:lnTo>
                  <a:lnTo>
                    <a:pt x="998522" y="1360245"/>
                  </a:lnTo>
                  <a:lnTo>
                    <a:pt x="998514" y="1360241"/>
                  </a:lnTo>
                  <a:lnTo>
                    <a:pt x="998508" y="1360238"/>
                  </a:lnTo>
                  <a:lnTo>
                    <a:pt x="998500" y="1360236"/>
                  </a:lnTo>
                  <a:lnTo>
                    <a:pt x="998492" y="1360233"/>
                  </a:lnTo>
                  <a:lnTo>
                    <a:pt x="998485" y="1360229"/>
                  </a:lnTo>
                  <a:lnTo>
                    <a:pt x="998471" y="1360220"/>
                  </a:lnTo>
                  <a:lnTo>
                    <a:pt x="998458" y="1360213"/>
                  </a:lnTo>
                  <a:lnTo>
                    <a:pt x="998442" y="1360203"/>
                  </a:lnTo>
                  <a:lnTo>
                    <a:pt x="998428" y="1360195"/>
                  </a:lnTo>
                  <a:lnTo>
                    <a:pt x="998419" y="1360189"/>
                  </a:lnTo>
                  <a:lnTo>
                    <a:pt x="998414" y="1360187"/>
                  </a:lnTo>
                  <a:lnTo>
                    <a:pt x="998399" y="1360178"/>
                  </a:lnTo>
                  <a:lnTo>
                    <a:pt x="998385" y="1360171"/>
                  </a:lnTo>
                  <a:lnTo>
                    <a:pt x="998371" y="1360165"/>
                  </a:lnTo>
                  <a:lnTo>
                    <a:pt x="998357" y="1360160"/>
                  </a:lnTo>
                  <a:lnTo>
                    <a:pt x="998342" y="1360155"/>
                  </a:lnTo>
                  <a:lnTo>
                    <a:pt x="998334" y="1360153"/>
                  </a:lnTo>
                  <a:lnTo>
                    <a:pt x="998328" y="1360151"/>
                  </a:lnTo>
                  <a:lnTo>
                    <a:pt x="998320" y="1360148"/>
                  </a:lnTo>
                  <a:lnTo>
                    <a:pt x="998314" y="1360144"/>
                  </a:lnTo>
                  <a:lnTo>
                    <a:pt x="998299" y="1360136"/>
                  </a:lnTo>
                  <a:lnTo>
                    <a:pt x="998285" y="1360128"/>
                  </a:lnTo>
                  <a:lnTo>
                    <a:pt x="998271" y="1360122"/>
                  </a:lnTo>
                  <a:lnTo>
                    <a:pt x="998257" y="1360114"/>
                  </a:lnTo>
                  <a:lnTo>
                    <a:pt x="998242" y="1360107"/>
                  </a:lnTo>
                  <a:lnTo>
                    <a:pt x="998228" y="1360103"/>
                  </a:lnTo>
                  <a:lnTo>
                    <a:pt x="998215" y="1360098"/>
                  </a:lnTo>
                  <a:lnTo>
                    <a:pt x="998201" y="1360091"/>
                  </a:lnTo>
                  <a:lnTo>
                    <a:pt x="998185" y="1360083"/>
                  </a:lnTo>
                  <a:lnTo>
                    <a:pt x="998171" y="1360075"/>
                  </a:lnTo>
                  <a:lnTo>
                    <a:pt x="998159" y="1360068"/>
                  </a:lnTo>
                  <a:lnTo>
                    <a:pt x="998128" y="1360049"/>
                  </a:lnTo>
                  <a:lnTo>
                    <a:pt x="998123" y="1360045"/>
                  </a:lnTo>
                  <a:lnTo>
                    <a:pt x="998114" y="1360041"/>
                  </a:lnTo>
                  <a:lnTo>
                    <a:pt x="998100" y="1360033"/>
                  </a:lnTo>
                  <a:lnTo>
                    <a:pt x="998087" y="1360019"/>
                  </a:lnTo>
                  <a:lnTo>
                    <a:pt x="998081" y="1360012"/>
                  </a:lnTo>
                  <a:lnTo>
                    <a:pt x="998077" y="1360004"/>
                  </a:lnTo>
                  <a:lnTo>
                    <a:pt x="998069" y="1359989"/>
                  </a:lnTo>
                  <a:lnTo>
                    <a:pt x="998062" y="1359974"/>
                  </a:lnTo>
                  <a:lnTo>
                    <a:pt x="998057" y="1359963"/>
                  </a:lnTo>
                  <a:lnTo>
                    <a:pt x="998054" y="1359958"/>
                  </a:lnTo>
                  <a:lnTo>
                    <a:pt x="998050" y="1359950"/>
                  </a:lnTo>
                  <a:lnTo>
                    <a:pt x="998047" y="1359945"/>
                  </a:lnTo>
                  <a:lnTo>
                    <a:pt x="998044" y="1359941"/>
                  </a:lnTo>
                  <a:lnTo>
                    <a:pt x="998039" y="1359928"/>
                  </a:lnTo>
                  <a:lnTo>
                    <a:pt x="998030" y="1359913"/>
                  </a:lnTo>
                  <a:lnTo>
                    <a:pt x="998023" y="1359898"/>
                  </a:lnTo>
                  <a:lnTo>
                    <a:pt x="998014" y="1359883"/>
                  </a:lnTo>
                  <a:lnTo>
                    <a:pt x="998003" y="1359868"/>
                  </a:lnTo>
                  <a:lnTo>
                    <a:pt x="997989" y="1359853"/>
                  </a:lnTo>
                  <a:lnTo>
                    <a:pt x="997977" y="1359840"/>
                  </a:lnTo>
                  <a:lnTo>
                    <a:pt x="997964" y="1359827"/>
                  </a:lnTo>
                  <a:lnTo>
                    <a:pt x="997949" y="1359817"/>
                  </a:lnTo>
                  <a:lnTo>
                    <a:pt x="997935" y="1359805"/>
                  </a:lnTo>
                  <a:lnTo>
                    <a:pt x="997901" y="1359765"/>
                  </a:lnTo>
                  <a:lnTo>
                    <a:pt x="997887" y="1359752"/>
                  </a:lnTo>
                  <a:lnTo>
                    <a:pt x="997881" y="1359745"/>
                  </a:lnTo>
                  <a:lnTo>
                    <a:pt x="997877" y="1359737"/>
                  </a:lnTo>
                  <a:lnTo>
                    <a:pt x="997871" y="1359722"/>
                  </a:lnTo>
                  <a:lnTo>
                    <a:pt x="997862" y="1359708"/>
                  </a:lnTo>
                  <a:lnTo>
                    <a:pt x="997854" y="1359698"/>
                  </a:lnTo>
                  <a:lnTo>
                    <a:pt x="997852" y="1359692"/>
                  </a:lnTo>
                  <a:lnTo>
                    <a:pt x="997844" y="1359677"/>
                  </a:lnTo>
                  <a:lnTo>
                    <a:pt x="997838" y="1359662"/>
                  </a:lnTo>
                  <a:lnTo>
                    <a:pt x="997826" y="1359648"/>
                  </a:lnTo>
                  <a:lnTo>
                    <a:pt x="997814" y="1359633"/>
                  </a:lnTo>
                  <a:lnTo>
                    <a:pt x="997804" y="1359621"/>
                  </a:lnTo>
                  <a:lnTo>
                    <a:pt x="997791" y="1359605"/>
                  </a:lnTo>
                  <a:lnTo>
                    <a:pt x="997785" y="1359588"/>
                  </a:lnTo>
                  <a:lnTo>
                    <a:pt x="997780" y="1359573"/>
                  </a:lnTo>
                  <a:lnTo>
                    <a:pt x="997777" y="1359568"/>
                  </a:lnTo>
                  <a:lnTo>
                    <a:pt x="997772" y="1359558"/>
                  </a:lnTo>
                  <a:lnTo>
                    <a:pt x="997767" y="1359543"/>
                  </a:lnTo>
                  <a:lnTo>
                    <a:pt x="997764" y="1359528"/>
                  </a:lnTo>
                  <a:lnTo>
                    <a:pt x="997763" y="1359513"/>
                  </a:lnTo>
                  <a:lnTo>
                    <a:pt x="997761" y="1359498"/>
                  </a:lnTo>
                  <a:lnTo>
                    <a:pt x="997760" y="1359483"/>
                  </a:lnTo>
                  <a:lnTo>
                    <a:pt x="997759" y="1359468"/>
                  </a:lnTo>
                  <a:lnTo>
                    <a:pt x="997758" y="1359453"/>
                  </a:lnTo>
                  <a:lnTo>
                    <a:pt x="997758" y="1359437"/>
                  </a:lnTo>
                  <a:lnTo>
                    <a:pt x="997759" y="1359422"/>
                  </a:lnTo>
                  <a:lnTo>
                    <a:pt x="997761" y="1359407"/>
                  </a:lnTo>
                  <a:lnTo>
                    <a:pt x="997769" y="1359377"/>
                  </a:lnTo>
                  <a:lnTo>
                    <a:pt x="997775" y="1359362"/>
                  </a:lnTo>
                  <a:lnTo>
                    <a:pt x="997782" y="1359347"/>
                  </a:lnTo>
                  <a:lnTo>
                    <a:pt x="997787" y="1359334"/>
                  </a:lnTo>
                  <a:lnTo>
                    <a:pt x="997790" y="1359321"/>
                  </a:lnTo>
                  <a:lnTo>
                    <a:pt x="997793" y="1359317"/>
                  </a:lnTo>
                  <a:lnTo>
                    <a:pt x="997793" y="1359302"/>
                  </a:lnTo>
                  <a:lnTo>
                    <a:pt x="997795" y="1359287"/>
                  </a:lnTo>
                  <a:lnTo>
                    <a:pt x="997795" y="1359272"/>
                  </a:lnTo>
                  <a:lnTo>
                    <a:pt x="997797" y="1359257"/>
                  </a:lnTo>
                  <a:lnTo>
                    <a:pt x="997795" y="1359241"/>
                  </a:lnTo>
                  <a:lnTo>
                    <a:pt x="997795" y="1359226"/>
                  </a:lnTo>
                  <a:lnTo>
                    <a:pt x="997791" y="1359195"/>
                  </a:lnTo>
                  <a:lnTo>
                    <a:pt x="997788" y="1359184"/>
                  </a:lnTo>
                  <a:lnTo>
                    <a:pt x="997788" y="1359175"/>
                  </a:lnTo>
                  <a:lnTo>
                    <a:pt x="997786" y="1359169"/>
                  </a:lnTo>
                  <a:lnTo>
                    <a:pt x="997784" y="1359154"/>
                  </a:lnTo>
                  <a:lnTo>
                    <a:pt x="997783" y="1359139"/>
                  </a:lnTo>
                  <a:lnTo>
                    <a:pt x="997780" y="1359124"/>
                  </a:lnTo>
                  <a:lnTo>
                    <a:pt x="997777" y="1359109"/>
                  </a:lnTo>
                  <a:lnTo>
                    <a:pt x="997774" y="1359094"/>
                  </a:lnTo>
                  <a:lnTo>
                    <a:pt x="997774" y="1359080"/>
                  </a:lnTo>
                  <a:lnTo>
                    <a:pt x="997774" y="1359062"/>
                  </a:lnTo>
                  <a:lnTo>
                    <a:pt x="997774" y="1359049"/>
                  </a:lnTo>
                  <a:lnTo>
                    <a:pt x="997773" y="1359021"/>
                  </a:lnTo>
                  <a:lnTo>
                    <a:pt x="997774" y="1359003"/>
                  </a:lnTo>
                  <a:lnTo>
                    <a:pt x="997777" y="1358988"/>
                  </a:lnTo>
                  <a:lnTo>
                    <a:pt x="997780" y="1358973"/>
                  </a:lnTo>
                  <a:lnTo>
                    <a:pt x="997790" y="1358943"/>
                  </a:lnTo>
                  <a:lnTo>
                    <a:pt x="997795" y="1358928"/>
                  </a:lnTo>
                  <a:lnTo>
                    <a:pt x="997803" y="1358913"/>
                  </a:lnTo>
                  <a:lnTo>
                    <a:pt x="997813" y="1358899"/>
                  </a:lnTo>
                  <a:lnTo>
                    <a:pt x="997832" y="1358869"/>
                  </a:lnTo>
                  <a:lnTo>
                    <a:pt x="997840" y="1358854"/>
                  </a:lnTo>
                  <a:lnTo>
                    <a:pt x="997847" y="1358839"/>
                  </a:lnTo>
                  <a:lnTo>
                    <a:pt x="997856" y="1358822"/>
                  </a:lnTo>
                  <a:lnTo>
                    <a:pt x="997879" y="1358780"/>
                  </a:lnTo>
                  <a:lnTo>
                    <a:pt x="997885" y="1358772"/>
                  </a:lnTo>
                  <a:lnTo>
                    <a:pt x="997890" y="1358765"/>
                  </a:lnTo>
                  <a:lnTo>
                    <a:pt x="997904" y="1358752"/>
                  </a:lnTo>
                  <a:lnTo>
                    <a:pt x="997919" y="1358742"/>
                  </a:lnTo>
                  <a:lnTo>
                    <a:pt x="997931" y="1358733"/>
                  </a:lnTo>
                  <a:lnTo>
                    <a:pt x="997947" y="1358722"/>
                  </a:lnTo>
                  <a:lnTo>
                    <a:pt x="997962" y="1358711"/>
                  </a:lnTo>
                  <a:lnTo>
                    <a:pt x="997971" y="1358697"/>
                  </a:lnTo>
                  <a:lnTo>
                    <a:pt x="997981" y="1358682"/>
                  </a:lnTo>
                  <a:lnTo>
                    <a:pt x="998024" y="1358614"/>
                  </a:lnTo>
                  <a:lnTo>
                    <a:pt x="998026" y="1358609"/>
                  </a:lnTo>
                  <a:lnTo>
                    <a:pt x="998033" y="1358594"/>
                  </a:lnTo>
                  <a:lnTo>
                    <a:pt x="998039" y="1358579"/>
                  </a:lnTo>
                  <a:lnTo>
                    <a:pt x="998056" y="1358548"/>
                  </a:lnTo>
                  <a:lnTo>
                    <a:pt x="998067" y="1358529"/>
                  </a:lnTo>
                  <a:lnTo>
                    <a:pt x="998078" y="1358512"/>
                  </a:lnTo>
                  <a:lnTo>
                    <a:pt x="998098" y="1358470"/>
                  </a:lnTo>
                  <a:lnTo>
                    <a:pt x="998106" y="1358448"/>
                  </a:lnTo>
                  <a:lnTo>
                    <a:pt x="998123" y="1358378"/>
                  </a:lnTo>
                  <a:lnTo>
                    <a:pt x="998125" y="1358363"/>
                  </a:lnTo>
                  <a:lnTo>
                    <a:pt x="998127" y="1358348"/>
                  </a:lnTo>
                  <a:lnTo>
                    <a:pt x="998132" y="1358331"/>
                  </a:lnTo>
                  <a:lnTo>
                    <a:pt x="998137" y="1358318"/>
                  </a:lnTo>
                  <a:lnTo>
                    <a:pt x="998140" y="1358309"/>
                  </a:lnTo>
                  <a:lnTo>
                    <a:pt x="998151" y="1358287"/>
                  </a:lnTo>
                  <a:lnTo>
                    <a:pt x="998160" y="1358272"/>
                  </a:lnTo>
                  <a:lnTo>
                    <a:pt x="998165" y="1358263"/>
                  </a:lnTo>
                  <a:lnTo>
                    <a:pt x="998168" y="1358259"/>
                  </a:lnTo>
                  <a:lnTo>
                    <a:pt x="998179" y="1358242"/>
                  </a:lnTo>
                  <a:lnTo>
                    <a:pt x="998189" y="1358227"/>
                  </a:lnTo>
                  <a:lnTo>
                    <a:pt x="998201" y="1358212"/>
                  </a:lnTo>
                  <a:lnTo>
                    <a:pt x="998212" y="1358197"/>
                  </a:lnTo>
                  <a:lnTo>
                    <a:pt x="998224" y="1358182"/>
                  </a:lnTo>
                  <a:lnTo>
                    <a:pt x="998235" y="1358167"/>
                  </a:lnTo>
                  <a:lnTo>
                    <a:pt x="998248" y="1358152"/>
                  </a:lnTo>
                  <a:lnTo>
                    <a:pt x="998260" y="1358137"/>
                  </a:lnTo>
                  <a:lnTo>
                    <a:pt x="998274" y="1358124"/>
                  </a:lnTo>
                  <a:lnTo>
                    <a:pt x="998288" y="1358112"/>
                  </a:lnTo>
                  <a:lnTo>
                    <a:pt x="998346" y="1358043"/>
                  </a:lnTo>
                  <a:lnTo>
                    <a:pt x="998349" y="1358037"/>
                  </a:lnTo>
                  <a:lnTo>
                    <a:pt x="998357" y="1358022"/>
                  </a:lnTo>
                  <a:lnTo>
                    <a:pt x="998367" y="1358007"/>
                  </a:lnTo>
                  <a:lnTo>
                    <a:pt x="998377" y="1357993"/>
                  </a:lnTo>
                  <a:lnTo>
                    <a:pt x="998385" y="1357984"/>
                  </a:lnTo>
                  <a:lnTo>
                    <a:pt x="998388" y="1357979"/>
                  </a:lnTo>
                  <a:lnTo>
                    <a:pt x="998400" y="1357964"/>
                  </a:lnTo>
                  <a:lnTo>
                    <a:pt x="998410" y="1357949"/>
                  </a:lnTo>
                  <a:lnTo>
                    <a:pt x="998428" y="1357919"/>
                  </a:lnTo>
                  <a:lnTo>
                    <a:pt x="998439" y="1357904"/>
                  </a:lnTo>
                  <a:lnTo>
                    <a:pt x="998451" y="1357890"/>
                  </a:lnTo>
                  <a:lnTo>
                    <a:pt x="998466" y="1357878"/>
                  </a:lnTo>
                  <a:lnTo>
                    <a:pt x="998482" y="1357870"/>
                  </a:lnTo>
                  <a:lnTo>
                    <a:pt x="998499" y="1357860"/>
                  </a:lnTo>
                  <a:lnTo>
                    <a:pt x="998509" y="1357854"/>
                  </a:lnTo>
                  <a:lnTo>
                    <a:pt x="998521" y="1357840"/>
                  </a:lnTo>
                  <a:lnTo>
                    <a:pt x="998527" y="1357825"/>
                  </a:lnTo>
                  <a:lnTo>
                    <a:pt x="998544" y="1357752"/>
                  </a:lnTo>
                  <a:lnTo>
                    <a:pt x="998548" y="1357737"/>
                  </a:lnTo>
                  <a:lnTo>
                    <a:pt x="998553" y="1357724"/>
                  </a:lnTo>
                  <a:lnTo>
                    <a:pt x="998559" y="1357709"/>
                  </a:lnTo>
                  <a:lnTo>
                    <a:pt x="998562" y="1357701"/>
                  </a:lnTo>
                  <a:lnTo>
                    <a:pt x="998566" y="1357694"/>
                  </a:lnTo>
                  <a:lnTo>
                    <a:pt x="998568" y="1357688"/>
                  </a:lnTo>
                  <a:lnTo>
                    <a:pt x="998574" y="1357679"/>
                  </a:lnTo>
                  <a:lnTo>
                    <a:pt x="998582" y="1357664"/>
                  </a:lnTo>
                  <a:lnTo>
                    <a:pt x="998591" y="1357650"/>
                  </a:lnTo>
                  <a:lnTo>
                    <a:pt x="998601" y="1357632"/>
                  </a:lnTo>
                  <a:lnTo>
                    <a:pt x="998608" y="1357619"/>
                  </a:lnTo>
                  <a:lnTo>
                    <a:pt x="998617" y="1357604"/>
                  </a:lnTo>
                  <a:lnTo>
                    <a:pt x="998625" y="1357591"/>
                  </a:lnTo>
                  <a:lnTo>
                    <a:pt x="998637" y="1357574"/>
                  </a:lnTo>
                  <a:lnTo>
                    <a:pt x="998642" y="1357567"/>
                  </a:lnTo>
                  <a:lnTo>
                    <a:pt x="998649" y="1357561"/>
                  </a:lnTo>
                  <a:lnTo>
                    <a:pt x="998662" y="1357549"/>
                  </a:lnTo>
                  <a:lnTo>
                    <a:pt x="998674" y="1357535"/>
                  </a:lnTo>
                  <a:lnTo>
                    <a:pt x="998687" y="1357522"/>
                  </a:lnTo>
                  <a:lnTo>
                    <a:pt x="998701" y="1357510"/>
                  </a:lnTo>
                  <a:lnTo>
                    <a:pt x="998715" y="1357498"/>
                  </a:lnTo>
                  <a:lnTo>
                    <a:pt x="998728" y="1357490"/>
                  </a:lnTo>
                  <a:lnTo>
                    <a:pt x="998744" y="1357480"/>
                  </a:lnTo>
                  <a:lnTo>
                    <a:pt x="998757" y="1357467"/>
                  </a:lnTo>
                  <a:lnTo>
                    <a:pt x="998767" y="1357452"/>
                  </a:lnTo>
                  <a:lnTo>
                    <a:pt x="998773" y="1357437"/>
                  </a:lnTo>
                  <a:lnTo>
                    <a:pt x="998779" y="1357423"/>
                  </a:lnTo>
                  <a:lnTo>
                    <a:pt x="998783" y="1357408"/>
                  </a:lnTo>
                  <a:lnTo>
                    <a:pt x="998788" y="1357391"/>
                  </a:lnTo>
                  <a:lnTo>
                    <a:pt x="998791" y="1357381"/>
                  </a:lnTo>
                  <a:lnTo>
                    <a:pt x="998796" y="1357361"/>
                  </a:lnTo>
                  <a:lnTo>
                    <a:pt x="998798" y="1357346"/>
                  </a:lnTo>
                  <a:lnTo>
                    <a:pt x="998799" y="1357331"/>
                  </a:lnTo>
                  <a:lnTo>
                    <a:pt x="998799" y="1357301"/>
                  </a:lnTo>
                  <a:lnTo>
                    <a:pt x="998798" y="1357286"/>
                  </a:lnTo>
                  <a:lnTo>
                    <a:pt x="998794" y="1357271"/>
                  </a:lnTo>
                  <a:lnTo>
                    <a:pt x="998790" y="1357256"/>
                  </a:lnTo>
                  <a:lnTo>
                    <a:pt x="998788" y="1357249"/>
                  </a:lnTo>
                  <a:lnTo>
                    <a:pt x="998788" y="1357241"/>
                  </a:lnTo>
                  <a:lnTo>
                    <a:pt x="998784" y="1357226"/>
                  </a:lnTo>
                  <a:lnTo>
                    <a:pt x="998781" y="1357210"/>
                  </a:lnTo>
                  <a:lnTo>
                    <a:pt x="998779" y="1357195"/>
                  </a:lnTo>
                  <a:lnTo>
                    <a:pt x="998778" y="1357179"/>
                  </a:lnTo>
                  <a:lnTo>
                    <a:pt x="998775" y="1357165"/>
                  </a:lnTo>
                  <a:lnTo>
                    <a:pt x="998774" y="1357150"/>
                  </a:lnTo>
                  <a:lnTo>
                    <a:pt x="998770" y="1357137"/>
                  </a:lnTo>
                  <a:lnTo>
                    <a:pt x="998764" y="1357120"/>
                  </a:lnTo>
                  <a:lnTo>
                    <a:pt x="998755" y="1357105"/>
                  </a:lnTo>
                  <a:lnTo>
                    <a:pt x="998751" y="1357101"/>
                  </a:lnTo>
                  <a:lnTo>
                    <a:pt x="998746" y="1357092"/>
                  </a:lnTo>
                  <a:lnTo>
                    <a:pt x="998742" y="1357086"/>
                  </a:lnTo>
                  <a:lnTo>
                    <a:pt x="998740" y="1357081"/>
                  </a:lnTo>
                  <a:lnTo>
                    <a:pt x="998738" y="1357076"/>
                  </a:lnTo>
                  <a:lnTo>
                    <a:pt x="998732" y="1357059"/>
                  </a:lnTo>
                  <a:lnTo>
                    <a:pt x="998727" y="1357051"/>
                  </a:lnTo>
                  <a:lnTo>
                    <a:pt x="998726" y="1357044"/>
                  </a:lnTo>
                  <a:lnTo>
                    <a:pt x="998722" y="1357036"/>
                  </a:lnTo>
                  <a:lnTo>
                    <a:pt x="998721" y="1357029"/>
                  </a:lnTo>
                  <a:lnTo>
                    <a:pt x="998718" y="1357016"/>
                  </a:lnTo>
                  <a:lnTo>
                    <a:pt x="998713" y="1356997"/>
                  </a:lnTo>
                  <a:lnTo>
                    <a:pt x="998709" y="1356984"/>
                  </a:lnTo>
                  <a:lnTo>
                    <a:pt x="998707" y="1356969"/>
                  </a:lnTo>
                  <a:lnTo>
                    <a:pt x="998704" y="1356954"/>
                  </a:lnTo>
                  <a:lnTo>
                    <a:pt x="998704" y="1356939"/>
                  </a:lnTo>
                  <a:lnTo>
                    <a:pt x="998704" y="1356934"/>
                  </a:lnTo>
                  <a:lnTo>
                    <a:pt x="998707" y="1356924"/>
                  </a:lnTo>
                  <a:lnTo>
                    <a:pt x="998713" y="1356909"/>
                  </a:lnTo>
                  <a:lnTo>
                    <a:pt x="998715" y="1356902"/>
                  </a:lnTo>
                  <a:lnTo>
                    <a:pt x="998720" y="1356894"/>
                  </a:lnTo>
                  <a:lnTo>
                    <a:pt x="998726" y="1356881"/>
                  </a:lnTo>
                  <a:lnTo>
                    <a:pt x="998737" y="1356850"/>
                  </a:lnTo>
                  <a:lnTo>
                    <a:pt x="998740" y="1356835"/>
                  </a:lnTo>
                  <a:lnTo>
                    <a:pt x="998741" y="1356830"/>
                  </a:lnTo>
                  <a:lnTo>
                    <a:pt x="998740" y="1356822"/>
                  </a:lnTo>
                  <a:lnTo>
                    <a:pt x="998737" y="1356804"/>
                  </a:lnTo>
                  <a:lnTo>
                    <a:pt x="998735" y="1356789"/>
                  </a:lnTo>
                  <a:lnTo>
                    <a:pt x="998731" y="1356774"/>
                  </a:lnTo>
                  <a:lnTo>
                    <a:pt x="998728" y="1356765"/>
                  </a:lnTo>
                  <a:lnTo>
                    <a:pt x="998725" y="1356759"/>
                  </a:lnTo>
                  <a:lnTo>
                    <a:pt x="998717" y="1356744"/>
                  </a:lnTo>
                  <a:lnTo>
                    <a:pt x="998707" y="1356729"/>
                  </a:lnTo>
                  <a:lnTo>
                    <a:pt x="998698" y="1356716"/>
                  </a:lnTo>
                  <a:lnTo>
                    <a:pt x="998685" y="1356700"/>
                  </a:lnTo>
                  <a:lnTo>
                    <a:pt x="998674" y="1356686"/>
                  </a:lnTo>
                  <a:lnTo>
                    <a:pt x="998663" y="1356672"/>
                  </a:lnTo>
                  <a:lnTo>
                    <a:pt x="998651" y="1356657"/>
                  </a:lnTo>
                  <a:lnTo>
                    <a:pt x="998637" y="1356642"/>
                  </a:lnTo>
                  <a:lnTo>
                    <a:pt x="998627" y="1356627"/>
                  </a:lnTo>
                  <a:lnTo>
                    <a:pt x="998609" y="1356607"/>
                  </a:lnTo>
                  <a:lnTo>
                    <a:pt x="998604" y="1356599"/>
                  </a:lnTo>
                  <a:lnTo>
                    <a:pt x="998592" y="1356584"/>
                  </a:lnTo>
                  <a:lnTo>
                    <a:pt x="998573" y="1356558"/>
                  </a:lnTo>
                  <a:lnTo>
                    <a:pt x="998570" y="1356554"/>
                  </a:lnTo>
                  <a:lnTo>
                    <a:pt x="998557" y="1356539"/>
                  </a:lnTo>
                  <a:lnTo>
                    <a:pt x="998544" y="1356525"/>
                  </a:lnTo>
                  <a:lnTo>
                    <a:pt x="998531" y="1356511"/>
                  </a:lnTo>
                  <a:lnTo>
                    <a:pt x="998524" y="1356502"/>
                  </a:lnTo>
                  <a:lnTo>
                    <a:pt x="998518" y="1356498"/>
                  </a:lnTo>
                  <a:lnTo>
                    <a:pt x="998495" y="1356469"/>
                  </a:lnTo>
                  <a:lnTo>
                    <a:pt x="998486" y="1356454"/>
                  </a:lnTo>
                  <a:lnTo>
                    <a:pt x="998475" y="1356438"/>
                  </a:lnTo>
                  <a:lnTo>
                    <a:pt x="998466" y="1356424"/>
                  </a:lnTo>
                  <a:lnTo>
                    <a:pt x="998435" y="1356379"/>
                  </a:lnTo>
                  <a:lnTo>
                    <a:pt x="998423" y="1356364"/>
                  </a:lnTo>
                  <a:lnTo>
                    <a:pt x="998415" y="1356353"/>
                  </a:lnTo>
                  <a:lnTo>
                    <a:pt x="998413" y="1356349"/>
                  </a:lnTo>
                  <a:lnTo>
                    <a:pt x="998400" y="1356311"/>
                  </a:lnTo>
                  <a:lnTo>
                    <a:pt x="998399" y="1356305"/>
                  </a:lnTo>
                  <a:lnTo>
                    <a:pt x="998394" y="1356290"/>
                  </a:lnTo>
                  <a:lnTo>
                    <a:pt x="998390" y="1356275"/>
                  </a:lnTo>
                  <a:lnTo>
                    <a:pt x="998386" y="1356265"/>
                  </a:lnTo>
                  <a:lnTo>
                    <a:pt x="998383" y="1356260"/>
                  </a:lnTo>
                  <a:lnTo>
                    <a:pt x="998380" y="1356252"/>
                  </a:lnTo>
                  <a:lnTo>
                    <a:pt x="998375" y="1356245"/>
                  </a:lnTo>
                  <a:lnTo>
                    <a:pt x="998366" y="1356230"/>
                  </a:lnTo>
                  <a:lnTo>
                    <a:pt x="998353" y="1356217"/>
                  </a:lnTo>
                  <a:lnTo>
                    <a:pt x="998349" y="1356212"/>
                  </a:lnTo>
                  <a:lnTo>
                    <a:pt x="998340" y="1356206"/>
                  </a:lnTo>
                  <a:lnTo>
                    <a:pt x="998328" y="1356191"/>
                  </a:lnTo>
                  <a:lnTo>
                    <a:pt x="998315" y="1356171"/>
                  </a:lnTo>
                  <a:lnTo>
                    <a:pt x="998310" y="1356161"/>
                  </a:lnTo>
                  <a:lnTo>
                    <a:pt x="998302" y="1356146"/>
                  </a:lnTo>
                  <a:lnTo>
                    <a:pt x="998294" y="1356131"/>
                  </a:lnTo>
                  <a:lnTo>
                    <a:pt x="998280" y="1356116"/>
                  </a:lnTo>
                  <a:lnTo>
                    <a:pt x="998267" y="1356105"/>
                  </a:lnTo>
                  <a:lnTo>
                    <a:pt x="998238" y="1356079"/>
                  </a:lnTo>
                  <a:lnTo>
                    <a:pt x="998228" y="1356064"/>
                  </a:lnTo>
                  <a:lnTo>
                    <a:pt x="998220" y="1356053"/>
                  </a:lnTo>
                  <a:lnTo>
                    <a:pt x="998219" y="1356049"/>
                  </a:lnTo>
                  <a:lnTo>
                    <a:pt x="998215" y="1356043"/>
                  </a:lnTo>
                  <a:lnTo>
                    <a:pt x="998212" y="1356034"/>
                  </a:lnTo>
                  <a:lnTo>
                    <a:pt x="998209" y="1356013"/>
                  </a:lnTo>
                  <a:lnTo>
                    <a:pt x="998210" y="1356003"/>
                  </a:lnTo>
                  <a:lnTo>
                    <a:pt x="998213" y="1355988"/>
                  </a:lnTo>
                  <a:lnTo>
                    <a:pt x="998216" y="1355973"/>
                  </a:lnTo>
                  <a:lnTo>
                    <a:pt x="998219" y="1355958"/>
                  </a:lnTo>
                  <a:lnTo>
                    <a:pt x="998226" y="1355943"/>
                  </a:lnTo>
                  <a:lnTo>
                    <a:pt x="998249" y="1355914"/>
                  </a:lnTo>
                  <a:lnTo>
                    <a:pt x="998263" y="1355899"/>
                  </a:lnTo>
                  <a:lnTo>
                    <a:pt x="998290" y="1355871"/>
                  </a:lnTo>
                  <a:lnTo>
                    <a:pt x="998302" y="1355856"/>
                  </a:lnTo>
                  <a:lnTo>
                    <a:pt x="998311" y="1355841"/>
                  </a:lnTo>
                  <a:lnTo>
                    <a:pt x="998318" y="1355826"/>
                  </a:lnTo>
                  <a:lnTo>
                    <a:pt x="998325" y="1355811"/>
                  </a:lnTo>
                  <a:lnTo>
                    <a:pt x="998329" y="1355796"/>
                  </a:lnTo>
                  <a:lnTo>
                    <a:pt x="998330" y="1355790"/>
                  </a:lnTo>
                  <a:lnTo>
                    <a:pt x="998331" y="1355781"/>
                  </a:lnTo>
                  <a:lnTo>
                    <a:pt x="998333" y="1355766"/>
                  </a:lnTo>
                  <a:lnTo>
                    <a:pt x="998332" y="1355755"/>
                  </a:lnTo>
                  <a:lnTo>
                    <a:pt x="998327" y="1355736"/>
                  </a:lnTo>
                  <a:lnTo>
                    <a:pt x="998325" y="1355732"/>
                  </a:lnTo>
                  <a:lnTo>
                    <a:pt x="998317" y="1355715"/>
                  </a:lnTo>
                  <a:lnTo>
                    <a:pt x="998310" y="1355702"/>
                  </a:lnTo>
                  <a:lnTo>
                    <a:pt x="998301" y="1355687"/>
                  </a:lnTo>
                  <a:lnTo>
                    <a:pt x="998290" y="1355672"/>
                  </a:lnTo>
                  <a:lnTo>
                    <a:pt x="998277" y="1355657"/>
                  </a:lnTo>
                  <a:lnTo>
                    <a:pt x="998265" y="1355642"/>
                  </a:lnTo>
                  <a:lnTo>
                    <a:pt x="998257" y="1355634"/>
                  </a:lnTo>
                  <a:lnTo>
                    <a:pt x="998254" y="1355632"/>
                  </a:lnTo>
                  <a:lnTo>
                    <a:pt x="998238" y="1355625"/>
                  </a:lnTo>
                  <a:lnTo>
                    <a:pt x="998223" y="1355621"/>
                  </a:lnTo>
                  <a:lnTo>
                    <a:pt x="998218" y="1355617"/>
                  </a:lnTo>
                  <a:lnTo>
                    <a:pt x="998209" y="1355615"/>
                  </a:lnTo>
                  <a:lnTo>
                    <a:pt x="998195" y="1355610"/>
                  </a:lnTo>
                  <a:lnTo>
                    <a:pt x="998181" y="1355608"/>
                  </a:lnTo>
                  <a:lnTo>
                    <a:pt x="998166" y="1355603"/>
                  </a:lnTo>
                  <a:lnTo>
                    <a:pt x="998152" y="1355599"/>
                  </a:lnTo>
                  <a:lnTo>
                    <a:pt x="998137" y="1355593"/>
                  </a:lnTo>
                  <a:lnTo>
                    <a:pt x="998131" y="1355586"/>
                  </a:lnTo>
                  <a:lnTo>
                    <a:pt x="998129" y="1355579"/>
                  </a:lnTo>
                  <a:lnTo>
                    <a:pt x="998126" y="1355572"/>
                  </a:lnTo>
                  <a:lnTo>
                    <a:pt x="998125" y="1355564"/>
                  </a:lnTo>
                  <a:lnTo>
                    <a:pt x="998124" y="1355549"/>
                  </a:lnTo>
                  <a:lnTo>
                    <a:pt x="998125" y="1355534"/>
                  </a:lnTo>
                  <a:lnTo>
                    <a:pt x="998125" y="1355519"/>
                  </a:lnTo>
                  <a:lnTo>
                    <a:pt x="998126" y="1355505"/>
                  </a:lnTo>
                  <a:lnTo>
                    <a:pt x="998125" y="1355489"/>
                  </a:lnTo>
                  <a:lnTo>
                    <a:pt x="998123" y="1355474"/>
                  </a:lnTo>
                  <a:lnTo>
                    <a:pt x="998123" y="1355459"/>
                  </a:lnTo>
                  <a:lnTo>
                    <a:pt x="998125" y="1355444"/>
                  </a:lnTo>
                  <a:lnTo>
                    <a:pt x="998127" y="1355428"/>
                  </a:lnTo>
                  <a:lnTo>
                    <a:pt x="998131" y="1355413"/>
                  </a:lnTo>
                  <a:lnTo>
                    <a:pt x="998132" y="1355398"/>
                  </a:lnTo>
                  <a:lnTo>
                    <a:pt x="998132" y="1355383"/>
                  </a:lnTo>
                  <a:lnTo>
                    <a:pt x="998130" y="1355368"/>
                  </a:lnTo>
                  <a:lnTo>
                    <a:pt x="998125" y="1355353"/>
                  </a:lnTo>
                  <a:lnTo>
                    <a:pt x="998122" y="1355345"/>
                  </a:lnTo>
                  <a:lnTo>
                    <a:pt x="998117" y="1355338"/>
                  </a:lnTo>
                  <a:lnTo>
                    <a:pt x="998108" y="1355323"/>
                  </a:lnTo>
                  <a:lnTo>
                    <a:pt x="998095" y="1355311"/>
                  </a:lnTo>
                  <a:lnTo>
                    <a:pt x="998089" y="1355305"/>
                  </a:lnTo>
                  <a:lnTo>
                    <a:pt x="998084" y="1355297"/>
                  </a:lnTo>
                  <a:lnTo>
                    <a:pt x="998079" y="1355290"/>
                  </a:lnTo>
                  <a:lnTo>
                    <a:pt x="998076" y="1355282"/>
                  </a:lnTo>
                  <a:lnTo>
                    <a:pt x="998069" y="1355267"/>
                  </a:lnTo>
                  <a:lnTo>
                    <a:pt x="998065" y="1355257"/>
                  </a:lnTo>
                  <a:lnTo>
                    <a:pt x="998062" y="1355252"/>
                  </a:lnTo>
                  <a:lnTo>
                    <a:pt x="998054" y="1355230"/>
                  </a:lnTo>
                  <a:lnTo>
                    <a:pt x="998052" y="1355221"/>
                  </a:lnTo>
                  <a:lnTo>
                    <a:pt x="998048" y="1355206"/>
                  </a:lnTo>
                  <a:lnTo>
                    <a:pt x="998047" y="1355191"/>
                  </a:lnTo>
                  <a:lnTo>
                    <a:pt x="998047" y="1355146"/>
                  </a:lnTo>
                  <a:lnTo>
                    <a:pt x="998046" y="1355131"/>
                  </a:lnTo>
                  <a:lnTo>
                    <a:pt x="998047" y="1355118"/>
                  </a:lnTo>
                  <a:lnTo>
                    <a:pt x="998044" y="1355101"/>
                  </a:lnTo>
                  <a:lnTo>
                    <a:pt x="998041" y="1355085"/>
                  </a:lnTo>
                  <a:lnTo>
                    <a:pt x="998038" y="1355079"/>
                  </a:lnTo>
                  <a:lnTo>
                    <a:pt x="998037" y="1355070"/>
                  </a:lnTo>
                  <a:lnTo>
                    <a:pt x="998040" y="1355055"/>
                  </a:lnTo>
                  <a:lnTo>
                    <a:pt x="998042" y="1355040"/>
                  </a:lnTo>
                  <a:lnTo>
                    <a:pt x="998042" y="1355032"/>
                  </a:lnTo>
                  <a:lnTo>
                    <a:pt x="998043" y="1355025"/>
                  </a:lnTo>
                  <a:lnTo>
                    <a:pt x="998046" y="1355010"/>
                  </a:lnTo>
                  <a:lnTo>
                    <a:pt x="998048" y="1354995"/>
                  </a:lnTo>
                  <a:lnTo>
                    <a:pt x="998050" y="1354980"/>
                  </a:lnTo>
                  <a:lnTo>
                    <a:pt x="998052" y="1354966"/>
                  </a:lnTo>
                  <a:lnTo>
                    <a:pt x="998056" y="1354950"/>
                  </a:lnTo>
                  <a:lnTo>
                    <a:pt x="998057" y="1354935"/>
                  </a:lnTo>
                  <a:lnTo>
                    <a:pt x="998061" y="1354905"/>
                  </a:lnTo>
                  <a:lnTo>
                    <a:pt x="998061" y="1354897"/>
                  </a:lnTo>
                  <a:lnTo>
                    <a:pt x="998057" y="1354889"/>
                  </a:lnTo>
                  <a:lnTo>
                    <a:pt x="998049" y="1354884"/>
                  </a:lnTo>
                  <a:lnTo>
                    <a:pt x="998044" y="1354882"/>
                  </a:lnTo>
                  <a:lnTo>
                    <a:pt x="998037" y="1354882"/>
                  </a:lnTo>
                  <a:lnTo>
                    <a:pt x="998030" y="1354884"/>
                  </a:lnTo>
                  <a:lnTo>
                    <a:pt x="998015" y="1354887"/>
                  </a:lnTo>
                  <a:lnTo>
                    <a:pt x="998001" y="1354889"/>
                  </a:lnTo>
                  <a:lnTo>
                    <a:pt x="997988" y="1354888"/>
                  </a:lnTo>
                  <a:lnTo>
                    <a:pt x="997982" y="1354883"/>
                  </a:lnTo>
                  <a:lnTo>
                    <a:pt x="997972" y="1354866"/>
                  </a:lnTo>
                  <a:lnTo>
                    <a:pt x="997971" y="1354861"/>
                  </a:lnTo>
                  <a:lnTo>
                    <a:pt x="997968" y="1354846"/>
                  </a:lnTo>
                  <a:lnTo>
                    <a:pt x="997966" y="1354832"/>
                  </a:lnTo>
                  <a:lnTo>
                    <a:pt x="997966" y="1354816"/>
                  </a:lnTo>
                  <a:lnTo>
                    <a:pt x="997966" y="1354801"/>
                  </a:lnTo>
                  <a:lnTo>
                    <a:pt x="997965" y="1354792"/>
                  </a:lnTo>
                  <a:lnTo>
                    <a:pt x="997962" y="1354786"/>
                  </a:lnTo>
                  <a:lnTo>
                    <a:pt x="997957" y="1354771"/>
                  </a:lnTo>
                  <a:lnTo>
                    <a:pt x="997953" y="1354765"/>
                  </a:lnTo>
                  <a:lnTo>
                    <a:pt x="997950" y="1354756"/>
                  </a:lnTo>
                  <a:lnTo>
                    <a:pt x="997947" y="1354741"/>
                  </a:lnTo>
                  <a:lnTo>
                    <a:pt x="997946" y="1354725"/>
                  </a:lnTo>
                  <a:lnTo>
                    <a:pt x="997948" y="1354710"/>
                  </a:lnTo>
                  <a:lnTo>
                    <a:pt x="997949" y="1354695"/>
                  </a:lnTo>
                  <a:lnTo>
                    <a:pt x="997950" y="1354680"/>
                  </a:lnTo>
                  <a:lnTo>
                    <a:pt x="997947" y="1354667"/>
                  </a:lnTo>
                  <a:lnTo>
                    <a:pt x="997941" y="1354650"/>
                  </a:lnTo>
                  <a:lnTo>
                    <a:pt x="997936" y="1354635"/>
                  </a:lnTo>
                  <a:lnTo>
                    <a:pt x="997933" y="1354620"/>
                  </a:lnTo>
                  <a:lnTo>
                    <a:pt x="997930" y="1354605"/>
                  </a:lnTo>
                  <a:lnTo>
                    <a:pt x="997929" y="1354590"/>
                  </a:lnTo>
                  <a:lnTo>
                    <a:pt x="997930" y="1354579"/>
                  </a:lnTo>
                  <a:lnTo>
                    <a:pt x="997932" y="1354575"/>
                  </a:lnTo>
                  <a:lnTo>
                    <a:pt x="997936" y="1354560"/>
                  </a:lnTo>
                  <a:lnTo>
                    <a:pt x="997940" y="1354547"/>
                  </a:lnTo>
                  <a:lnTo>
                    <a:pt x="997943" y="1354538"/>
                  </a:lnTo>
                  <a:lnTo>
                    <a:pt x="997943" y="1354530"/>
                  </a:lnTo>
                  <a:lnTo>
                    <a:pt x="997937" y="1354515"/>
                  </a:lnTo>
                  <a:lnTo>
                    <a:pt x="997932" y="1354506"/>
                  </a:lnTo>
                  <a:lnTo>
                    <a:pt x="997926" y="1354500"/>
                  </a:lnTo>
                  <a:lnTo>
                    <a:pt x="997920" y="1354491"/>
                  </a:lnTo>
                  <a:lnTo>
                    <a:pt x="997918" y="1354485"/>
                  </a:lnTo>
                  <a:lnTo>
                    <a:pt x="997915" y="1354476"/>
                  </a:lnTo>
                  <a:lnTo>
                    <a:pt x="997915" y="1354470"/>
                  </a:lnTo>
                  <a:lnTo>
                    <a:pt x="997914" y="1354455"/>
                  </a:lnTo>
                  <a:lnTo>
                    <a:pt x="997914" y="1354440"/>
                  </a:lnTo>
                  <a:lnTo>
                    <a:pt x="997916" y="1354432"/>
                  </a:lnTo>
                  <a:lnTo>
                    <a:pt x="997920" y="1354424"/>
                  </a:lnTo>
                  <a:lnTo>
                    <a:pt x="997927" y="1354407"/>
                  </a:lnTo>
                  <a:lnTo>
                    <a:pt x="997931" y="1354395"/>
                  </a:lnTo>
                  <a:lnTo>
                    <a:pt x="997935" y="1354382"/>
                  </a:lnTo>
                  <a:lnTo>
                    <a:pt x="997937" y="1354373"/>
                  </a:lnTo>
                  <a:lnTo>
                    <a:pt x="997938" y="1354365"/>
                  </a:lnTo>
                  <a:lnTo>
                    <a:pt x="997937" y="1354350"/>
                  </a:lnTo>
                  <a:lnTo>
                    <a:pt x="997934" y="1354320"/>
                  </a:lnTo>
                  <a:lnTo>
                    <a:pt x="997924" y="1354288"/>
                  </a:lnTo>
                  <a:lnTo>
                    <a:pt x="997921" y="1354282"/>
                  </a:lnTo>
                  <a:lnTo>
                    <a:pt x="997919" y="1354276"/>
                  </a:lnTo>
                  <a:lnTo>
                    <a:pt x="997914" y="1354271"/>
                  </a:lnTo>
                  <a:lnTo>
                    <a:pt x="997910" y="1354268"/>
                  </a:lnTo>
                  <a:lnTo>
                    <a:pt x="997896" y="1354259"/>
                  </a:lnTo>
                  <a:lnTo>
                    <a:pt x="997882" y="1354250"/>
                  </a:lnTo>
                  <a:lnTo>
                    <a:pt x="997868" y="1354237"/>
                  </a:lnTo>
                  <a:lnTo>
                    <a:pt x="997864" y="1354231"/>
                  </a:lnTo>
                  <a:lnTo>
                    <a:pt x="997859" y="1354222"/>
                  </a:lnTo>
                  <a:lnTo>
                    <a:pt x="997852" y="1354207"/>
                  </a:lnTo>
                  <a:lnTo>
                    <a:pt x="997845" y="1354192"/>
                  </a:lnTo>
                  <a:lnTo>
                    <a:pt x="997840" y="1354177"/>
                  </a:lnTo>
                  <a:lnTo>
                    <a:pt x="997835" y="1354163"/>
                  </a:lnTo>
                  <a:lnTo>
                    <a:pt x="997831" y="1354146"/>
                  </a:lnTo>
                  <a:lnTo>
                    <a:pt x="997831" y="1354131"/>
                  </a:lnTo>
                  <a:lnTo>
                    <a:pt x="997837" y="1354116"/>
                  </a:lnTo>
                  <a:lnTo>
                    <a:pt x="997854" y="1354096"/>
                  </a:lnTo>
                  <a:lnTo>
                    <a:pt x="997856" y="1354091"/>
                  </a:lnTo>
                  <a:lnTo>
                    <a:pt x="997857" y="1354071"/>
                  </a:lnTo>
                  <a:lnTo>
                    <a:pt x="997852" y="1354056"/>
                  </a:lnTo>
                  <a:lnTo>
                    <a:pt x="997846" y="1354041"/>
                  </a:lnTo>
                  <a:lnTo>
                    <a:pt x="997835" y="1354026"/>
                  </a:lnTo>
                  <a:lnTo>
                    <a:pt x="997817" y="1353997"/>
                  </a:lnTo>
                  <a:lnTo>
                    <a:pt x="997815" y="1353990"/>
                  </a:lnTo>
                  <a:lnTo>
                    <a:pt x="997810" y="1353982"/>
                  </a:lnTo>
                  <a:lnTo>
                    <a:pt x="997807" y="1353975"/>
                  </a:lnTo>
                  <a:lnTo>
                    <a:pt x="997805" y="1353966"/>
                  </a:lnTo>
                  <a:lnTo>
                    <a:pt x="997802" y="1353960"/>
                  </a:lnTo>
                  <a:lnTo>
                    <a:pt x="997801" y="1353951"/>
                  </a:lnTo>
                  <a:lnTo>
                    <a:pt x="997797" y="1353936"/>
                  </a:lnTo>
                  <a:lnTo>
                    <a:pt x="997796" y="1353916"/>
                  </a:lnTo>
                  <a:lnTo>
                    <a:pt x="997795" y="1353906"/>
                  </a:lnTo>
                  <a:lnTo>
                    <a:pt x="997795" y="1353891"/>
                  </a:lnTo>
                  <a:lnTo>
                    <a:pt x="997793" y="1353876"/>
                  </a:lnTo>
                  <a:lnTo>
                    <a:pt x="997791" y="1353861"/>
                  </a:lnTo>
                  <a:lnTo>
                    <a:pt x="997784" y="1353844"/>
                  </a:lnTo>
                  <a:lnTo>
                    <a:pt x="997779" y="1353831"/>
                  </a:lnTo>
                  <a:lnTo>
                    <a:pt x="997775" y="1353816"/>
                  </a:lnTo>
                  <a:lnTo>
                    <a:pt x="997770" y="1353808"/>
                  </a:lnTo>
                  <a:lnTo>
                    <a:pt x="997768" y="1353801"/>
                  </a:lnTo>
                  <a:lnTo>
                    <a:pt x="997765" y="1353794"/>
                  </a:lnTo>
                  <a:lnTo>
                    <a:pt x="997764" y="1353786"/>
                  </a:lnTo>
                  <a:lnTo>
                    <a:pt x="997761" y="1353771"/>
                  </a:lnTo>
                  <a:lnTo>
                    <a:pt x="997760" y="1353761"/>
                  </a:lnTo>
                  <a:lnTo>
                    <a:pt x="997758" y="1353755"/>
                  </a:lnTo>
                  <a:lnTo>
                    <a:pt x="997755" y="1353740"/>
                  </a:lnTo>
                  <a:lnTo>
                    <a:pt x="997755" y="1353725"/>
                  </a:lnTo>
                  <a:lnTo>
                    <a:pt x="997756" y="1353710"/>
                  </a:lnTo>
                  <a:lnTo>
                    <a:pt x="997756" y="1353703"/>
                  </a:lnTo>
                  <a:lnTo>
                    <a:pt x="997759" y="1353695"/>
                  </a:lnTo>
                  <a:lnTo>
                    <a:pt x="997768" y="1353682"/>
                  </a:lnTo>
                  <a:lnTo>
                    <a:pt x="997783" y="1353673"/>
                  </a:lnTo>
                  <a:lnTo>
                    <a:pt x="997798" y="1353667"/>
                  </a:lnTo>
                  <a:lnTo>
                    <a:pt x="997812" y="1353662"/>
                  </a:lnTo>
                  <a:lnTo>
                    <a:pt x="997823" y="1353654"/>
                  </a:lnTo>
                  <a:lnTo>
                    <a:pt x="997826" y="1353650"/>
                  </a:lnTo>
                  <a:lnTo>
                    <a:pt x="997827" y="1353643"/>
                  </a:lnTo>
                  <a:lnTo>
                    <a:pt x="997827" y="1353635"/>
                  </a:lnTo>
                  <a:lnTo>
                    <a:pt x="997823" y="1353620"/>
                  </a:lnTo>
                  <a:lnTo>
                    <a:pt x="997818" y="1353613"/>
                  </a:lnTo>
                  <a:lnTo>
                    <a:pt x="997813" y="1353607"/>
                  </a:lnTo>
                  <a:lnTo>
                    <a:pt x="997803" y="1353594"/>
                  </a:lnTo>
                  <a:lnTo>
                    <a:pt x="997803" y="1353578"/>
                  </a:lnTo>
                  <a:lnTo>
                    <a:pt x="997805" y="1353570"/>
                  </a:lnTo>
                  <a:lnTo>
                    <a:pt x="997808" y="1353562"/>
                  </a:lnTo>
                  <a:lnTo>
                    <a:pt x="997813" y="1353549"/>
                  </a:lnTo>
                  <a:lnTo>
                    <a:pt x="997823" y="1353519"/>
                  </a:lnTo>
                  <a:lnTo>
                    <a:pt x="997828" y="1353501"/>
                  </a:lnTo>
                  <a:lnTo>
                    <a:pt x="997831" y="1353484"/>
                  </a:lnTo>
                  <a:lnTo>
                    <a:pt x="997832" y="1353471"/>
                  </a:lnTo>
                  <a:lnTo>
                    <a:pt x="997832" y="1353456"/>
                  </a:lnTo>
                  <a:lnTo>
                    <a:pt x="997828" y="1353443"/>
                  </a:lnTo>
                  <a:lnTo>
                    <a:pt x="997822" y="1353429"/>
                  </a:lnTo>
                  <a:lnTo>
                    <a:pt x="997819" y="1353426"/>
                  </a:lnTo>
                  <a:lnTo>
                    <a:pt x="997808" y="1353411"/>
                  </a:lnTo>
                  <a:lnTo>
                    <a:pt x="997752" y="1353353"/>
                  </a:lnTo>
                  <a:lnTo>
                    <a:pt x="997739" y="1353340"/>
                  </a:lnTo>
                  <a:lnTo>
                    <a:pt x="997724" y="1353323"/>
                  </a:lnTo>
                  <a:lnTo>
                    <a:pt x="997710" y="1353316"/>
                  </a:lnTo>
                  <a:lnTo>
                    <a:pt x="997695" y="1353308"/>
                  </a:lnTo>
                  <a:lnTo>
                    <a:pt x="997681" y="1353300"/>
                  </a:lnTo>
                  <a:lnTo>
                    <a:pt x="997668" y="1353291"/>
                  </a:lnTo>
                  <a:lnTo>
                    <a:pt x="997660" y="1353284"/>
                  </a:lnTo>
                  <a:lnTo>
                    <a:pt x="997654" y="1353277"/>
                  </a:lnTo>
                  <a:lnTo>
                    <a:pt x="997649" y="1353268"/>
                  </a:lnTo>
                  <a:lnTo>
                    <a:pt x="997647" y="1353262"/>
                  </a:lnTo>
                  <a:lnTo>
                    <a:pt x="997645" y="1353255"/>
                  </a:lnTo>
                  <a:lnTo>
                    <a:pt x="997646" y="1353247"/>
                  </a:lnTo>
                  <a:lnTo>
                    <a:pt x="997648" y="1353232"/>
                  </a:lnTo>
                  <a:lnTo>
                    <a:pt x="997650" y="1353225"/>
                  </a:lnTo>
                  <a:lnTo>
                    <a:pt x="997650" y="1353215"/>
                  </a:lnTo>
                  <a:lnTo>
                    <a:pt x="997650" y="1353208"/>
                  </a:lnTo>
                  <a:lnTo>
                    <a:pt x="997646" y="1353202"/>
                  </a:lnTo>
                  <a:lnTo>
                    <a:pt x="997643" y="1353197"/>
                  </a:lnTo>
                  <a:lnTo>
                    <a:pt x="997638" y="1353193"/>
                  </a:lnTo>
                  <a:lnTo>
                    <a:pt x="997634" y="1353189"/>
                  </a:lnTo>
                  <a:lnTo>
                    <a:pt x="997619" y="1353185"/>
                  </a:lnTo>
                  <a:lnTo>
                    <a:pt x="997609" y="1353185"/>
                  </a:lnTo>
                  <a:lnTo>
                    <a:pt x="997605" y="1353187"/>
                  </a:lnTo>
                  <a:lnTo>
                    <a:pt x="997591" y="1353189"/>
                  </a:lnTo>
                  <a:lnTo>
                    <a:pt x="997575" y="1353193"/>
                  </a:lnTo>
                  <a:lnTo>
                    <a:pt x="997570" y="1353194"/>
                  </a:lnTo>
                  <a:lnTo>
                    <a:pt x="997562" y="1353194"/>
                  </a:lnTo>
                  <a:lnTo>
                    <a:pt x="997548" y="1353194"/>
                  </a:lnTo>
                  <a:lnTo>
                    <a:pt x="997534" y="1353194"/>
                  </a:lnTo>
                  <a:lnTo>
                    <a:pt x="997519" y="1353198"/>
                  </a:lnTo>
                  <a:lnTo>
                    <a:pt x="997505" y="1353198"/>
                  </a:lnTo>
                  <a:lnTo>
                    <a:pt x="997501" y="1353196"/>
                  </a:lnTo>
                  <a:lnTo>
                    <a:pt x="997495" y="1353187"/>
                  </a:lnTo>
                  <a:lnTo>
                    <a:pt x="997491" y="1353172"/>
                  </a:lnTo>
                  <a:lnTo>
                    <a:pt x="997482" y="1353137"/>
                  </a:lnTo>
                  <a:lnTo>
                    <a:pt x="997480" y="1353127"/>
                  </a:lnTo>
                  <a:lnTo>
                    <a:pt x="997478" y="1353112"/>
                  </a:lnTo>
                  <a:lnTo>
                    <a:pt x="997474" y="1353097"/>
                  </a:lnTo>
                  <a:lnTo>
                    <a:pt x="997473" y="1353090"/>
                  </a:lnTo>
                  <a:lnTo>
                    <a:pt x="997470" y="1353082"/>
                  </a:lnTo>
                  <a:lnTo>
                    <a:pt x="997469" y="1353074"/>
                  </a:lnTo>
                  <a:lnTo>
                    <a:pt x="997471" y="1353067"/>
                  </a:lnTo>
                  <a:lnTo>
                    <a:pt x="997477" y="1353051"/>
                  </a:lnTo>
                  <a:lnTo>
                    <a:pt x="997481" y="1353036"/>
                  </a:lnTo>
                  <a:lnTo>
                    <a:pt x="997482" y="1353021"/>
                  </a:lnTo>
                  <a:lnTo>
                    <a:pt x="997480" y="1353011"/>
                  </a:lnTo>
                  <a:lnTo>
                    <a:pt x="997477" y="1353008"/>
                  </a:lnTo>
                  <a:lnTo>
                    <a:pt x="997471" y="1353004"/>
                  </a:lnTo>
                  <a:lnTo>
                    <a:pt x="997461" y="1353006"/>
                  </a:lnTo>
                  <a:lnTo>
                    <a:pt x="997455" y="1353009"/>
                  </a:lnTo>
                  <a:lnTo>
                    <a:pt x="997448" y="1353013"/>
                  </a:lnTo>
                  <a:lnTo>
                    <a:pt x="997435" y="1353025"/>
                  </a:lnTo>
                  <a:lnTo>
                    <a:pt x="997431" y="1353030"/>
                  </a:lnTo>
                  <a:lnTo>
                    <a:pt x="997426" y="1353034"/>
                  </a:lnTo>
                  <a:lnTo>
                    <a:pt x="997421" y="1353035"/>
                  </a:lnTo>
                  <a:lnTo>
                    <a:pt x="997408" y="1353041"/>
                  </a:lnTo>
                  <a:lnTo>
                    <a:pt x="997397" y="1353041"/>
                  </a:lnTo>
                  <a:lnTo>
                    <a:pt x="997393" y="1353039"/>
                  </a:lnTo>
                  <a:lnTo>
                    <a:pt x="997379" y="1353033"/>
                  </a:lnTo>
                  <a:lnTo>
                    <a:pt x="997364" y="1353022"/>
                  </a:lnTo>
                  <a:lnTo>
                    <a:pt x="997356" y="1353015"/>
                  </a:lnTo>
                  <a:lnTo>
                    <a:pt x="997353" y="1353008"/>
                  </a:lnTo>
                  <a:lnTo>
                    <a:pt x="997346" y="1352993"/>
                  </a:lnTo>
                  <a:lnTo>
                    <a:pt x="997346" y="1352978"/>
                  </a:lnTo>
                  <a:lnTo>
                    <a:pt x="997351" y="1352963"/>
                  </a:lnTo>
                  <a:lnTo>
                    <a:pt x="997359" y="1352949"/>
                  </a:lnTo>
                  <a:lnTo>
                    <a:pt x="997368" y="1352935"/>
                  </a:lnTo>
                  <a:lnTo>
                    <a:pt x="997373" y="1352929"/>
                  </a:lnTo>
                  <a:lnTo>
                    <a:pt x="997380" y="1352921"/>
                  </a:lnTo>
                  <a:lnTo>
                    <a:pt x="997391" y="1352906"/>
                  </a:lnTo>
                  <a:lnTo>
                    <a:pt x="997394" y="1352891"/>
                  </a:lnTo>
                  <a:lnTo>
                    <a:pt x="997395" y="1352876"/>
                  </a:lnTo>
                  <a:lnTo>
                    <a:pt x="997395" y="1352861"/>
                  </a:lnTo>
                  <a:lnTo>
                    <a:pt x="997394" y="1352846"/>
                  </a:lnTo>
                  <a:lnTo>
                    <a:pt x="997391" y="1352830"/>
                  </a:lnTo>
                  <a:lnTo>
                    <a:pt x="997387" y="1352815"/>
                  </a:lnTo>
                  <a:lnTo>
                    <a:pt x="997382" y="1352800"/>
                  </a:lnTo>
                  <a:lnTo>
                    <a:pt x="997377" y="1352785"/>
                  </a:lnTo>
                  <a:lnTo>
                    <a:pt x="997372" y="1352770"/>
                  </a:lnTo>
                  <a:lnTo>
                    <a:pt x="997368" y="1352755"/>
                  </a:lnTo>
                  <a:lnTo>
                    <a:pt x="997362" y="1352740"/>
                  </a:lnTo>
                  <a:lnTo>
                    <a:pt x="997356" y="1352729"/>
                  </a:lnTo>
                  <a:lnTo>
                    <a:pt x="997352" y="1352725"/>
                  </a:lnTo>
                  <a:lnTo>
                    <a:pt x="997347" y="1352715"/>
                  </a:lnTo>
                  <a:lnTo>
                    <a:pt x="997336" y="1352695"/>
                  </a:lnTo>
                  <a:lnTo>
                    <a:pt x="997332" y="1352686"/>
                  </a:lnTo>
                  <a:lnTo>
                    <a:pt x="997331" y="1352680"/>
                  </a:lnTo>
                  <a:lnTo>
                    <a:pt x="997323" y="1352665"/>
                  </a:lnTo>
                  <a:lnTo>
                    <a:pt x="997313" y="1352650"/>
                  </a:lnTo>
                  <a:lnTo>
                    <a:pt x="997306" y="1352642"/>
                  </a:lnTo>
                  <a:lnTo>
                    <a:pt x="997303" y="1352636"/>
                  </a:lnTo>
                  <a:lnTo>
                    <a:pt x="997297" y="1352621"/>
                  </a:lnTo>
                  <a:lnTo>
                    <a:pt x="997295" y="1352614"/>
                  </a:lnTo>
                  <a:lnTo>
                    <a:pt x="997295" y="1352606"/>
                  </a:lnTo>
                  <a:lnTo>
                    <a:pt x="997294" y="1352591"/>
                  </a:lnTo>
                  <a:lnTo>
                    <a:pt x="997294" y="1352576"/>
                  </a:lnTo>
                  <a:lnTo>
                    <a:pt x="997294" y="1352561"/>
                  </a:lnTo>
                  <a:lnTo>
                    <a:pt x="997294" y="1352546"/>
                  </a:lnTo>
                  <a:lnTo>
                    <a:pt x="997293" y="1352531"/>
                  </a:lnTo>
                  <a:lnTo>
                    <a:pt x="997293" y="1352516"/>
                  </a:lnTo>
                  <a:lnTo>
                    <a:pt x="997288" y="1352501"/>
                  </a:lnTo>
                  <a:lnTo>
                    <a:pt x="997284" y="1352485"/>
                  </a:lnTo>
                  <a:lnTo>
                    <a:pt x="997281" y="1352470"/>
                  </a:lnTo>
                  <a:lnTo>
                    <a:pt x="997282" y="1352455"/>
                  </a:lnTo>
                  <a:lnTo>
                    <a:pt x="997282" y="1352446"/>
                  </a:lnTo>
                  <a:lnTo>
                    <a:pt x="997283" y="1352440"/>
                  </a:lnTo>
                  <a:lnTo>
                    <a:pt x="997288" y="1352425"/>
                  </a:lnTo>
                  <a:lnTo>
                    <a:pt x="997294" y="1352406"/>
                  </a:lnTo>
                  <a:lnTo>
                    <a:pt x="997296" y="1352393"/>
                  </a:lnTo>
                  <a:lnTo>
                    <a:pt x="997292" y="1352378"/>
                  </a:lnTo>
                  <a:lnTo>
                    <a:pt x="997289" y="1352372"/>
                  </a:lnTo>
                  <a:lnTo>
                    <a:pt x="997287" y="1352357"/>
                  </a:lnTo>
                  <a:lnTo>
                    <a:pt x="997281" y="1352342"/>
                  </a:lnTo>
                  <a:lnTo>
                    <a:pt x="997273" y="1352327"/>
                  </a:lnTo>
                  <a:lnTo>
                    <a:pt x="997271" y="1352321"/>
                  </a:lnTo>
                  <a:lnTo>
                    <a:pt x="997266" y="1352312"/>
                  </a:lnTo>
                  <a:lnTo>
                    <a:pt x="997257" y="1352297"/>
                  </a:lnTo>
                  <a:lnTo>
                    <a:pt x="997248" y="1352281"/>
                  </a:lnTo>
                  <a:lnTo>
                    <a:pt x="997241" y="1352266"/>
                  </a:lnTo>
                  <a:lnTo>
                    <a:pt x="997237" y="1352259"/>
                  </a:lnTo>
                  <a:lnTo>
                    <a:pt x="997235" y="1352251"/>
                  </a:lnTo>
                  <a:lnTo>
                    <a:pt x="997232" y="1352236"/>
                  </a:lnTo>
                  <a:lnTo>
                    <a:pt x="997229" y="1352219"/>
                  </a:lnTo>
                  <a:lnTo>
                    <a:pt x="997226" y="1352206"/>
                  </a:lnTo>
                  <a:lnTo>
                    <a:pt x="997222" y="1352191"/>
                  </a:lnTo>
                  <a:lnTo>
                    <a:pt x="997216" y="1352176"/>
                  </a:lnTo>
                  <a:lnTo>
                    <a:pt x="997212" y="1352161"/>
                  </a:lnTo>
                  <a:lnTo>
                    <a:pt x="997204" y="1352146"/>
                  </a:lnTo>
                  <a:lnTo>
                    <a:pt x="997199" y="1352131"/>
                  </a:lnTo>
                  <a:lnTo>
                    <a:pt x="997194" y="1352122"/>
                  </a:lnTo>
                  <a:lnTo>
                    <a:pt x="997192" y="1352116"/>
                  </a:lnTo>
                  <a:lnTo>
                    <a:pt x="997184" y="1352101"/>
                  </a:lnTo>
                  <a:lnTo>
                    <a:pt x="997178" y="1352092"/>
                  </a:lnTo>
                  <a:lnTo>
                    <a:pt x="997176" y="1352086"/>
                  </a:lnTo>
                  <a:lnTo>
                    <a:pt x="997173" y="1352081"/>
                  </a:lnTo>
                  <a:lnTo>
                    <a:pt x="997173" y="1352070"/>
                  </a:lnTo>
                  <a:lnTo>
                    <a:pt x="997176" y="1352055"/>
                  </a:lnTo>
                  <a:lnTo>
                    <a:pt x="997177" y="1352040"/>
                  </a:lnTo>
                  <a:lnTo>
                    <a:pt x="997180" y="1352025"/>
                  </a:lnTo>
                  <a:lnTo>
                    <a:pt x="997180" y="1352017"/>
                  </a:lnTo>
                  <a:lnTo>
                    <a:pt x="997178" y="1352010"/>
                  </a:lnTo>
                  <a:lnTo>
                    <a:pt x="997177" y="1352003"/>
                  </a:lnTo>
                  <a:lnTo>
                    <a:pt x="997177" y="1351995"/>
                  </a:lnTo>
                  <a:lnTo>
                    <a:pt x="997175" y="1351980"/>
                  </a:lnTo>
                  <a:lnTo>
                    <a:pt x="997175" y="1351973"/>
                  </a:lnTo>
                  <a:lnTo>
                    <a:pt x="997172" y="1351966"/>
                  </a:lnTo>
                  <a:lnTo>
                    <a:pt x="997167" y="1351958"/>
                  </a:lnTo>
                  <a:lnTo>
                    <a:pt x="997161" y="1351951"/>
                  </a:lnTo>
                  <a:lnTo>
                    <a:pt x="997154" y="1351939"/>
                  </a:lnTo>
                  <a:lnTo>
                    <a:pt x="997150" y="1351937"/>
                  </a:lnTo>
                  <a:lnTo>
                    <a:pt x="997140" y="1351920"/>
                  </a:lnTo>
                  <a:lnTo>
                    <a:pt x="997137" y="1351913"/>
                  </a:lnTo>
                  <a:lnTo>
                    <a:pt x="997128" y="1351901"/>
                  </a:lnTo>
                  <a:lnTo>
                    <a:pt x="997124" y="1351898"/>
                  </a:lnTo>
                  <a:lnTo>
                    <a:pt x="997120" y="1351896"/>
                  </a:lnTo>
                  <a:lnTo>
                    <a:pt x="997105" y="1351892"/>
                  </a:lnTo>
                  <a:lnTo>
                    <a:pt x="997091" y="1351888"/>
                  </a:lnTo>
                  <a:lnTo>
                    <a:pt x="997077" y="1351882"/>
                  </a:lnTo>
                  <a:lnTo>
                    <a:pt x="997073" y="1351880"/>
                  </a:lnTo>
                  <a:lnTo>
                    <a:pt x="997064" y="1351873"/>
                  </a:lnTo>
                  <a:lnTo>
                    <a:pt x="997060" y="1351862"/>
                  </a:lnTo>
                  <a:lnTo>
                    <a:pt x="997061" y="1351856"/>
                  </a:lnTo>
                  <a:lnTo>
                    <a:pt x="997064" y="1351841"/>
                  </a:lnTo>
                  <a:lnTo>
                    <a:pt x="997066" y="1351830"/>
                  </a:lnTo>
                  <a:lnTo>
                    <a:pt x="997070" y="1351824"/>
                  </a:lnTo>
                  <a:lnTo>
                    <a:pt x="997077" y="1351811"/>
                  </a:lnTo>
                  <a:lnTo>
                    <a:pt x="997083" y="1351796"/>
                  </a:lnTo>
                  <a:lnTo>
                    <a:pt x="997085" y="1351781"/>
                  </a:lnTo>
                  <a:lnTo>
                    <a:pt x="997084" y="1351766"/>
                  </a:lnTo>
                  <a:lnTo>
                    <a:pt x="997082" y="1351751"/>
                  </a:lnTo>
                  <a:lnTo>
                    <a:pt x="997077" y="1351742"/>
                  </a:lnTo>
                  <a:lnTo>
                    <a:pt x="997075" y="1351736"/>
                  </a:lnTo>
                  <a:lnTo>
                    <a:pt x="997071" y="1351724"/>
                  </a:lnTo>
                  <a:lnTo>
                    <a:pt x="997068" y="1351721"/>
                  </a:lnTo>
                  <a:lnTo>
                    <a:pt x="997061" y="1351705"/>
                  </a:lnTo>
                  <a:lnTo>
                    <a:pt x="997058" y="1351690"/>
                  </a:lnTo>
                  <a:lnTo>
                    <a:pt x="997056" y="1351686"/>
                  </a:lnTo>
                  <a:lnTo>
                    <a:pt x="997055" y="1351675"/>
                  </a:lnTo>
                  <a:lnTo>
                    <a:pt x="997054" y="1351667"/>
                  </a:lnTo>
                  <a:lnTo>
                    <a:pt x="997052" y="1351660"/>
                  </a:lnTo>
                  <a:lnTo>
                    <a:pt x="997046" y="1351645"/>
                  </a:lnTo>
                  <a:lnTo>
                    <a:pt x="997041" y="1351630"/>
                  </a:lnTo>
                  <a:lnTo>
                    <a:pt x="997038" y="1351615"/>
                  </a:lnTo>
                  <a:lnTo>
                    <a:pt x="997038" y="1351600"/>
                  </a:lnTo>
                  <a:lnTo>
                    <a:pt x="997038" y="1351585"/>
                  </a:lnTo>
                  <a:lnTo>
                    <a:pt x="997034" y="1351511"/>
                  </a:lnTo>
                  <a:lnTo>
                    <a:pt x="997034" y="1351496"/>
                  </a:lnTo>
                  <a:lnTo>
                    <a:pt x="997034" y="1351488"/>
                  </a:lnTo>
                  <a:lnTo>
                    <a:pt x="997032" y="1351481"/>
                  </a:lnTo>
                  <a:lnTo>
                    <a:pt x="997019" y="1351429"/>
                  </a:lnTo>
                  <a:lnTo>
                    <a:pt x="997018" y="1351414"/>
                  </a:lnTo>
                  <a:lnTo>
                    <a:pt x="997013" y="1351399"/>
                  </a:lnTo>
                  <a:lnTo>
                    <a:pt x="997010" y="1351390"/>
                  </a:lnTo>
                  <a:lnTo>
                    <a:pt x="997007" y="1351384"/>
                  </a:lnTo>
                  <a:lnTo>
                    <a:pt x="996998" y="1351369"/>
                  </a:lnTo>
                  <a:lnTo>
                    <a:pt x="996993" y="1351362"/>
                  </a:lnTo>
                  <a:lnTo>
                    <a:pt x="996986" y="1351353"/>
                  </a:lnTo>
                  <a:lnTo>
                    <a:pt x="996975" y="1351338"/>
                  </a:lnTo>
                  <a:lnTo>
                    <a:pt x="996961" y="1351324"/>
                  </a:lnTo>
                  <a:lnTo>
                    <a:pt x="996945" y="1351312"/>
                  </a:lnTo>
                  <a:lnTo>
                    <a:pt x="996933" y="1351303"/>
                  </a:lnTo>
                  <a:lnTo>
                    <a:pt x="996917" y="1351290"/>
                  </a:lnTo>
                  <a:lnTo>
                    <a:pt x="996904" y="1351283"/>
                  </a:lnTo>
                  <a:lnTo>
                    <a:pt x="996890" y="1351275"/>
                  </a:lnTo>
                  <a:lnTo>
                    <a:pt x="996882" y="1351270"/>
                  </a:lnTo>
                  <a:lnTo>
                    <a:pt x="996876" y="1351267"/>
                  </a:lnTo>
                  <a:lnTo>
                    <a:pt x="996865" y="1351259"/>
                  </a:lnTo>
                  <a:lnTo>
                    <a:pt x="996862" y="1351254"/>
                  </a:lnTo>
                  <a:lnTo>
                    <a:pt x="996855" y="1351247"/>
                  </a:lnTo>
                  <a:lnTo>
                    <a:pt x="996850" y="1351241"/>
                  </a:lnTo>
                  <a:lnTo>
                    <a:pt x="996840" y="1351228"/>
                  </a:lnTo>
                  <a:lnTo>
                    <a:pt x="996833" y="1351222"/>
                  </a:lnTo>
                  <a:lnTo>
                    <a:pt x="996825" y="1351220"/>
                  </a:lnTo>
                  <a:lnTo>
                    <a:pt x="996811" y="1351215"/>
                  </a:lnTo>
                  <a:lnTo>
                    <a:pt x="996797" y="1351214"/>
                  </a:lnTo>
                  <a:lnTo>
                    <a:pt x="996782" y="1351210"/>
                  </a:lnTo>
                  <a:lnTo>
                    <a:pt x="996772" y="1351207"/>
                  </a:lnTo>
                  <a:lnTo>
                    <a:pt x="996768" y="1351204"/>
                  </a:lnTo>
                  <a:lnTo>
                    <a:pt x="996761" y="1351200"/>
                  </a:lnTo>
                  <a:lnTo>
                    <a:pt x="996754" y="1351198"/>
                  </a:lnTo>
                  <a:lnTo>
                    <a:pt x="996740" y="1351199"/>
                  </a:lnTo>
                  <a:lnTo>
                    <a:pt x="996725" y="1351197"/>
                  </a:lnTo>
                  <a:lnTo>
                    <a:pt x="996711" y="1351196"/>
                  </a:lnTo>
                  <a:lnTo>
                    <a:pt x="996696" y="1351193"/>
                  </a:lnTo>
                  <a:lnTo>
                    <a:pt x="996682" y="1351191"/>
                  </a:lnTo>
                  <a:lnTo>
                    <a:pt x="996668" y="1351185"/>
                  </a:lnTo>
                  <a:lnTo>
                    <a:pt x="996657" y="1351181"/>
                  </a:lnTo>
                  <a:lnTo>
                    <a:pt x="996654" y="1351178"/>
                  </a:lnTo>
                  <a:lnTo>
                    <a:pt x="996641" y="1351168"/>
                  </a:lnTo>
                  <a:lnTo>
                    <a:pt x="996636" y="1351162"/>
                  </a:lnTo>
                  <a:lnTo>
                    <a:pt x="996634" y="1351153"/>
                  </a:lnTo>
                  <a:lnTo>
                    <a:pt x="996629" y="1351138"/>
                  </a:lnTo>
                  <a:lnTo>
                    <a:pt x="996624" y="1351123"/>
                  </a:lnTo>
                  <a:lnTo>
                    <a:pt x="996620" y="1351113"/>
                  </a:lnTo>
                  <a:lnTo>
                    <a:pt x="996620" y="1351108"/>
                  </a:lnTo>
                  <a:lnTo>
                    <a:pt x="996615" y="1351092"/>
                  </a:lnTo>
                  <a:lnTo>
                    <a:pt x="996611" y="1351077"/>
                  </a:lnTo>
                  <a:lnTo>
                    <a:pt x="996610" y="1351070"/>
                  </a:lnTo>
                  <a:lnTo>
                    <a:pt x="996606" y="1351063"/>
                  </a:lnTo>
                  <a:lnTo>
                    <a:pt x="996603" y="1351054"/>
                  </a:lnTo>
                  <a:lnTo>
                    <a:pt x="996600" y="1351047"/>
                  </a:lnTo>
                  <a:lnTo>
                    <a:pt x="996588" y="1351034"/>
                  </a:lnTo>
                  <a:lnTo>
                    <a:pt x="996578" y="1351026"/>
                  </a:lnTo>
                  <a:lnTo>
                    <a:pt x="996573" y="1351024"/>
                  </a:lnTo>
                  <a:lnTo>
                    <a:pt x="996559" y="1351016"/>
                  </a:lnTo>
                  <a:lnTo>
                    <a:pt x="996544" y="1351005"/>
                  </a:lnTo>
                  <a:lnTo>
                    <a:pt x="996541" y="1351001"/>
                  </a:lnTo>
                  <a:lnTo>
                    <a:pt x="996536" y="1350991"/>
                  </a:lnTo>
                  <a:lnTo>
                    <a:pt x="996533" y="1350983"/>
                  </a:lnTo>
                  <a:lnTo>
                    <a:pt x="996529" y="1350951"/>
                  </a:lnTo>
                  <a:lnTo>
                    <a:pt x="996527" y="1350946"/>
                  </a:lnTo>
                  <a:lnTo>
                    <a:pt x="996523" y="1350930"/>
                  </a:lnTo>
                  <a:lnTo>
                    <a:pt x="996515" y="1350915"/>
                  </a:lnTo>
                  <a:lnTo>
                    <a:pt x="996504" y="1350900"/>
                  </a:lnTo>
                  <a:lnTo>
                    <a:pt x="996498" y="1350885"/>
                  </a:lnTo>
                  <a:lnTo>
                    <a:pt x="996489" y="1350870"/>
                  </a:lnTo>
                  <a:lnTo>
                    <a:pt x="996485" y="1350855"/>
                  </a:lnTo>
                  <a:lnTo>
                    <a:pt x="996483" y="1350848"/>
                  </a:lnTo>
                  <a:lnTo>
                    <a:pt x="996483" y="1350840"/>
                  </a:lnTo>
                  <a:lnTo>
                    <a:pt x="996484" y="1350825"/>
                  </a:lnTo>
                  <a:lnTo>
                    <a:pt x="996483" y="1350819"/>
                  </a:lnTo>
                  <a:lnTo>
                    <a:pt x="996485" y="1350795"/>
                  </a:lnTo>
                  <a:lnTo>
                    <a:pt x="996486" y="1350780"/>
                  </a:lnTo>
                  <a:lnTo>
                    <a:pt x="996485" y="1350765"/>
                  </a:lnTo>
                  <a:lnTo>
                    <a:pt x="996486" y="1350749"/>
                  </a:lnTo>
                  <a:lnTo>
                    <a:pt x="996483" y="1350736"/>
                  </a:lnTo>
                  <a:lnTo>
                    <a:pt x="996479" y="1350729"/>
                  </a:lnTo>
                  <a:lnTo>
                    <a:pt x="996469" y="1350719"/>
                  </a:lnTo>
                  <a:lnTo>
                    <a:pt x="996455" y="1350710"/>
                  </a:lnTo>
                  <a:lnTo>
                    <a:pt x="996441" y="1350702"/>
                  </a:lnTo>
                  <a:lnTo>
                    <a:pt x="996427" y="1350696"/>
                  </a:lnTo>
                  <a:lnTo>
                    <a:pt x="996412" y="1350692"/>
                  </a:lnTo>
                  <a:lnTo>
                    <a:pt x="996398" y="1350687"/>
                  </a:lnTo>
                  <a:lnTo>
                    <a:pt x="996384" y="1350682"/>
                  </a:lnTo>
                  <a:lnTo>
                    <a:pt x="996369" y="1350676"/>
                  </a:lnTo>
                  <a:lnTo>
                    <a:pt x="996354" y="1350667"/>
                  </a:lnTo>
                  <a:lnTo>
                    <a:pt x="996348" y="1350661"/>
                  </a:lnTo>
                  <a:lnTo>
                    <a:pt x="996342" y="1350655"/>
                  </a:lnTo>
                  <a:lnTo>
                    <a:pt x="996328" y="1350640"/>
                  </a:lnTo>
                  <a:lnTo>
                    <a:pt x="996316" y="1350627"/>
                  </a:lnTo>
                  <a:lnTo>
                    <a:pt x="996304" y="1350619"/>
                  </a:lnTo>
                  <a:lnTo>
                    <a:pt x="996296" y="1350614"/>
                  </a:lnTo>
                  <a:lnTo>
                    <a:pt x="996288" y="1350610"/>
                  </a:lnTo>
                  <a:lnTo>
                    <a:pt x="996279" y="1350605"/>
                  </a:lnTo>
                  <a:lnTo>
                    <a:pt x="996274" y="1350597"/>
                  </a:lnTo>
                  <a:lnTo>
                    <a:pt x="996265" y="1350584"/>
                  </a:lnTo>
                  <a:lnTo>
                    <a:pt x="996262" y="1350576"/>
                  </a:lnTo>
                  <a:lnTo>
                    <a:pt x="996259" y="1350567"/>
                  </a:lnTo>
                  <a:lnTo>
                    <a:pt x="996255" y="1350563"/>
                  </a:lnTo>
                  <a:lnTo>
                    <a:pt x="996250" y="1350554"/>
                  </a:lnTo>
                  <a:lnTo>
                    <a:pt x="996245" y="1350546"/>
                  </a:lnTo>
                  <a:lnTo>
                    <a:pt x="996238" y="1350540"/>
                  </a:lnTo>
                  <a:lnTo>
                    <a:pt x="996224" y="1350533"/>
                  </a:lnTo>
                  <a:lnTo>
                    <a:pt x="996210" y="1350523"/>
                  </a:lnTo>
                  <a:lnTo>
                    <a:pt x="996196" y="1350513"/>
                  </a:lnTo>
                  <a:lnTo>
                    <a:pt x="996190" y="1350504"/>
                  </a:lnTo>
                  <a:lnTo>
                    <a:pt x="996187" y="1350499"/>
                  </a:lnTo>
                  <a:lnTo>
                    <a:pt x="996180" y="1350483"/>
                  </a:lnTo>
                  <a:lnTo>
                    <a:pt x="996176" y="1350468"/>
                  </a:lnTo>
                  <a:lnTo>
                    <a:pt x="996173" y="1350459"/>
                  </a:lnTo>
                  <a:lnTo>
                    <a:pt x="996170" y="1350453"/>
                  </a:lnTo>
                  <a:lnTo>
                    <a:pt x="996161" y="1350438"/>
                  </a:lnTo>
                  <a:lnTo>
                    <a:pt x="996158" y="1350433"/>
                  </a:lnTo>
                  <a:lnTo>
                    <a:pt x="996146" y="1350403"/>
                  </a:lnTo>
                  <a:lnTo>
                    <a:pt x="996142" y="1350379"/>
                  </a:lnTo>
                  <a:lnTo>
                    <a:pt x="996140" y="1350371"/>
                  </a:lnTo>
                  <a:lnTo>
                    <a:pt x="996139" y="1350362"/>
                  </a:lnTo>
                  <a:lnTo>
                    <a:pt x="996137" y="1350347"/>
                  </a:lnTo>
                  <a:lnTo>
                    <a:pt x="996136" y="1350333"/>
                  </a:lnTo>
                  <a:lnTo>
                    <a:pt x="996134" y="1350318"/>
                  </a:lnTo>
                  <a:lnTo>
                    <a:pt x="996132" y="1350303"/>
                  </a:lnTo>
                  <a:lnTo>
                    <a:pt x="996129" y="1350288"/>
                  </a:lnTo>
                  <a:lnTo>
                    <a:pt x="996125" y="1350272"/>
                  </a:lnTo>
                  <a:lnTo>
                    <a:pt x="996107" y="1350236"/>
                  </a:lnTo>
                  <a:lnTo>
                    <a:pt x="996104" y="1350227"/>
                  </a:lnTo>
                  <a:lnTo>
                    <a:pt x="996102" y="1350217"/>
                  </a:lnTo>
                  <a:lnTo>
                    <a:pt x="996099" y="1350212"/>
                  </a:lnTo>
                  <a:lnTo>
                    <a:pt x="996099" y="1350205"/>
                  </a:lnTo>
                  <a:lnTo>
                    <a:pt x="996095" y="1350197"/>
                  </a:lnTo>
                  <a:lnTo>
                    <a:pt x="996085" y="1350182"/>
                  </a:lnTo>
                  <a:lnTo>
                    <a:pt x="996078" y="1350176"/>
                  </a:lnTo>
                  <a:lnTo>
                    <a:pt x="996069" y="1350156"/>
                  </a:lnTo>
                  <a:lnTo>
                    <a:pt x="996071" y="1350150"/>
                  </a:lnTo>
                  <a:lnTo>
                    <a:pt x="996076" y="1350147"/>
                  </a:lnTo>
                  <a:lnTo>
                    <a:pt x="996085" y="1350139"/>
                  </a:lnTo>
                  <a:lnTo>
                    <a:pt x="996100" y="1350128"/>
                  </a:lnTo>
                  <a:lnTo>
                    <a:pt x="996114" y="1350123"/>
                  </a:lnTo>
                  <a:lnTo>
                    <a:pt x="996128" y="1350121"/>
                  </a:lnTo>
                  <a:lnTo>
                    <a:pt x="996156" y="1350108"/>
                  </a:lnTo>
                  <a:lnTo>
                    <a:pt x="996165" y="1350103"/>
                  </a:lnTo>
                  <a:lnTo>
                    <a:pt x="996168" y="1350099"/>
                  </a:lnTo>
                  <a:lnTo>
                    <a:pt x="996183" y="1350089"/>
                  </a:lnTo>
                  <a:lnTo>
                    <a:pt x="996197" y="1350084"/>
                  </a:lnTo>
                  <a:lnTo>
                    <a:pt x="996211" y="1350086"/>
                  </a:lnTo>
                  <a:lnTo>
                    <a:pt x="996226" y="1350090"/>
                  </a:lnTo>
                  <a:lnTo>
                    <a:pt x="996234" y="1350093"/>
                  </a:lnTo>
                  <a:lnTo>
                    <a:pt x="996240" y="1350093"/>
                  </a:lnTo>
                  <a:lnTo>
                    <a:pt x="996254" y="1350095"/>
                  </a:lnTo>
                  <a:lnTo>
                    <a:pt x="996269" y="1350094"/>
                  </a:lnTo>
                  <a:lnTo>
                    <a:pt x="996283" y="1350092"/>
                  </a:lnTo>
                  <a:lnTo>
                    <a:pt x="996297" y="1350091"/>
                  </a:lnTo>
                  <a:lnTo>
                    <a:pt x="996312" y="1350087"/>
                  </a:lnTo>
                  <a:lnTo>
                    <a:pt x="996322" y="1350083"/>
                  </a:lnTo>
                  <a:lnTo>
                    <a:pt x="996326" y="1350080"/>
                  </a:lnTo>
                  <a:lnTo>
                    <a:pt x="996337" y="1350069"/>
                  </a:lnTo>
                  <a:lnTo>
                    <a:pt x="996338" y="1350053"/>
                  </a:lnTo>
                  <a:lnTo>
                    <a:pt x="996338" y="1350048"/>
                  </a:lnTo>
                  <a:lnTo>
                    <a:pt x="996342" y="1350038"/>
                  </a:lnTo>
                  <a:lnTo>
                    <a:pt x="996350" y="1350027"/>
                  </a:lnTo>
                  <a:lnTo>
                    <a:pt x="996354" y="1350024"/>
                  </a:lnTo>
                  <a:lnTo>
                    <a:pt x="996367" y="1350015"/>
                  </a:lnTo>
                  <a:lnTo>
                    <a:pt x="996374" y="1350012"/>
                  </a:lnTo>
                  <a:lnTo>
                    <a:pt x="996379" y="1350005"/>
                  </a:lnTo>
                  <a:lnTo>
                    <a:pt x="996387" y="1349989"/>
                  </a:lnTo>
                  <a:lnTo>
                    <a:pt x="996389" y="1349984"/>
                  </a:lnTo>
                  <a:lnTo>
                    <a:pt x="996393" y="1349980"/>
                  </a:lnTo>
                  <a:lnTo>
                    <a:pt x="996397" y="1349976"/>
                  </a:lnTo>
                  <a:lnTo>
                    <a:pt x="996400" y="1349974"/>
                  </a:lnTo>
                  <a:lnTo>
                    <a:pt x="996411" y="1349969"/>
                  </a:lnTo>
                  <a:lnTo>
                    <a:pt x="996420" y="1349965"/>
                  </a:lnTo>
                  <a:lnTo>
                    <a:pt x="996425" y="1349961"/>
                  </a:lnTo>
                  <a:lnTo>
                    <a:pt x="996431" y="1349954"/>
                  </a:lnTo>
                  <a:lnTo>
                    <a:pt x="996435" y="1349945"/>
                  </a:lnTo>
                  <a:lnTo>
                    <a:pt x="996440" y="1349934"/>
                  </a:lnTo>
                  <a:lnTo>
                    <a:pt x="996457" y="1349919"/>
                  </a:lnTo>
                  <a:lnTo>
                    <a:pt x="996457" y="1349904"/>
                  </a:lnTo>
                  <a:lnTo>
                    <a:pt x="996455" y="1349899"/>
                  </a:lnTo>
                  <a:lnTo>
                    <a:pt x="996427" y="1349789"/>
                  </a:lnTo>
                  <a:lnTo>
                    <a:pt x="996427" y="1349780"/>
                  </a:lnTo>
                  <a:lnTo>
                    <a:pt x="996430" y="1349775"/>
                  </a:lnTo>
                  <a:lnTo>
                    <a:pt x="996437" y="1349765"/>
                  </a:lnTo>
                  <a:lnTo>
                    <a:pt x="996450" y="1349752"/>
                  </a:lnTo>
                  <a:lnTo>
                    <a:pt x="996455" y="1349742"/>
                  </a:lnTo>
                  <a:lnTo>
                    <a:pt x="996455" y="1349716"/>
                  </a:lnTo>
                  <a:lnTo>
                    <a:pt x="996452" y="1349700"/>
                  </a:lnTo>
                  <a:lnTo>
                    <a:pt x="996446" y="1349685"/>
                  </a:lnTo>
                  <a:lnTo>
                    <a:pt x="996437" y="1349672"/>
                  </a:lnTo>
                  <a:lnTo>
                    <a:pt x="996430" y="1349664"/>
                  </a:lnTo>
                  <a:lnTo>
                    <a:pt x="996427" y="1349657"/>
                  </a:lnTo>
                  <a:lnTo>
                    <a:pt x="996443" y="1349633"/>
                  </a:lnTo>
                  <a:lnTo>
                    <a:pt x="996455" y="1349627"/>
                  </a:lnTo>
                  <a:lnTo>
                    <a:pt x="996461" y="1349625"/>
                  </a:lnTo>
                  <a:lnTo>
                    <a:pt x="996469" y="1349625"/>
                  </a:lnTo>
                  <a:lnTo>
                    <a:pt x="996478" y="1349625"/>
                  </a:lnTo>
                  <a:lnTo>
                    <a:pt x="996485" y="1349623"/>
                  </a:lnTo>
                  <a:lnTo>
                    <a:pt x="996491" y="1349617"/>
                  </a:lnTo>
                  <a:lnTo>
                    <a:pt x="996493" y="1349611"/>
                  </a:lnTo>
                  <a:lnTo>
                    <a:pt x="996495" y="1349596"/>
                  </a:lnTo>
                  <a:lnTo>
                    <a:pt x="996495" y="1349581"/>
                  </a:lnTo>
                  <a:lnTo>
                    <a:pt x="996496" y="1349566"/>
                  </a:lnTo>
                  <a:lnTo>
                    <a:pt x="996502" y="1349551"/>
                  </a:lnTo>
                  <a:lnTo>
                    <a:pt x="996507" y="1349536"/>
                  </a:lnTo>
                  <a:lnTo>
                    <a:pt x="996509" y="1349532"/>
                  </a:lnTo>
                  <a:lnTo>
                    <a:pt x="996510" y="1349522"/>
                  </a:lnTo>
                  <a:lnTo>
                    <a:pt x="996507" y="1349491"/>
                  </a:lnTo>
                  <a:lnTo>
                    <a:pt x="996511" y="1349491"/>
                  </a:lnTo>
                  <a:lnTo>
                    <a:pt x="996524" y="1349492"/>
                  </a:lnTo>
                  <a:lnTo>
                    <a:pt x="996540" y="1349495"/>
                  </a:lnTo>
                  <a:lnTo>
                    <a:pt x="996554" y="1349495"/>
                  </a:lnTo>
                  <a:lnTo>
                    <a:pt x="996564" y="1349495"/>
                  </a:lnTo>
                  <a:lnTo>
                    <a:pt x="996569" y="1349498"/>
                  </a:lnTo>
                  <a:lnTo>
                    <a:pt x="996583" y="1349505"/>
                  </a:lnTo>
                  <a:lnTo>
                    <a:pt x="996586" y="1349508"/>
                  </a:lnTo>
                  <a:lnTo>
                    <a:pt x="996592" y="1349510"/>
                  </a:lnTo>
                  <a:lnTo>
                    <a:pt x="996596" y="1349513"/>
                  </a:lnTo>
                  <a:lnTo>
                    <a:pt x="996611" y="1349521"/>
                  </a:lnTo>
                  <a:lnTo>
                    <a:pt x="996625" y="1349527"/>
                  </a:lnTo>
                  <a:lnTo>
                    <a:pt x="996659" y="1349531"/>
                  </a:lnTo>
                  <a:lnTo>
                    <a:pt x="996689" y="1349550"/>
                  </a:lnTo>
                  <a:lnTo>
                    <a:pt x="996701" y="1349559"/>
                  </a:lnTo>
                  <a:lnTo>
                    <a:pt x="996728" y="1349566"/>
                  </a:lnTo>
                  <a:lnTo>
                    <a:pt x="996754" y="1349558"/>
                  </a:lnTo>
                  <a:lnTo>
                    <a:pt x="996763" y="1349547"/>
                  </a:lnTo>
                  <a:lnTo>
                    <a:pt x="996762" y="1349524"/>
                  </a:lnTo>
                  <a:lnTo>
                    <a:pt x="996767" y="1349508"/>
                  </a:lnTo>
                  <a:lnTo>
                    <a:pt x="996776" y="1349497"/>
                  </a:lnTo>
                  <a:lnTo>
                    <a:pt x="996789" y="1349495"/>
                  </a:lnTo>
                  <a:lnTo>
                    <a:pt x="996797" y="1349498"/>
                  </a:lnTo>
                  <a:lnTo>
                    <a:pt x="996803" y="1349502"/>
                  </a:lnTo>
                  <a:lnTo>
                    <a:pt x="996816" y="1349510"/>
                  </a:lnTo>
                  <a:lnTo>
                    <a:pt x="996826" y="1349512"/>
                  </a:lnTo>
                  <a:lnTo>
                    <a:pt x="996834" y="1349510"/>
                  </a:lnTo>
                  <a:lnTo>
                    <a:pt x="996839" y="1349504"/>
                  </a:lnTo>
                  <a:lnTo>
                    <a:pt x="996843" y="1349498"/>
                  </a:lnTo>
                  <a:lnTo>
                    <a:pt x="996848" y="1349489"/>
                  </a:lnTo>
                  <a:lnTo>
                    <a:pt x="996856" y="1349484"/>
                  </a:lnTo>
                  <a:lnTo>
                    <a:pt x="996859" y="1349481"/>
                  </a:lnTo>
                  <a:lnTo>
                    <a:pt x="996880" y="1349477"/>
                  </a:lnTo>
                  <a:lnTo>
                    <a:pt x="996899" y="1349467"/>
                  </a:lnTo>
                  <a:lnTo>
                    <a:pt x="996903" y="1349461"/>
                  </a:lnTo>
                  <a:lnTo>
                    <a:pt x="996919" y="1349432"/>
                  </a:lnTo>
                  <a:lnTo>
                    <a:pt x="996922" y="1349429"/>
                  </a:lnTo>
                  <a:lnTo>
                    <a:pt x="996928" y="1349427"/>
                  </a:lnTo>
                  <a:lnTo>
                    <a:pt x="996944" y="1349427"/>
                  </a:lnTo>
                  <a:lnTo>
                    <a:pt x="996951" y="1349431"/>
                  </a:lnTo>
                  <a:lnTo>
                    <a:pt x="996956" y="1349437"/>
                  </a:lnTo>
                  <a:lnTo>
                    <a:pt x="996974" y="1349462"/>
                  </a:lnTo>
                  <a:lnTo>
                    <a:pt x="996983" y="1349470"/>
                  </a:lnTo>
                  <a:lnTo>
                    <a:pt x="996997" y="1349477"/>
                  </a:lnTo>
                  <a:lnTo>
                    <a:pt x="997019" y="1349473"/>
                  </a:lnTo>
                  <a:lnTo>
                    <a:pt x="997034" y="1349465"/>
                  </a:lnTo>
                  <a:lnTo>
                    <a:pt x="997050" y="1349466"/>
                  </a:lnTo>
                  <a:lnTo>
                    <a:pt x="997064" y="1349472"/>
                  </a:lnTo>
                  <a:lnTo>
                    <a:pt x="997078" y="1349479"/>
                  </a:lnTo>
                  <a:lnTo>
                    <a:pt x="997086" y="1349480"/>
                  </a:lnTo>
                  <a:lnTo>
                    <a:pt x="997092" y="1349476"/>
                  </a:lnTo>
                  <a:lnTo>
                    <a:pt x="997097" y="1349461"/>
                  </a:lnTo>
                  <a:lnTo>
                    <a:pt x="997101" y="1349446"/>
                  </a:lnTo>
                  <a:lnTo>
                    <a:pt x="997107" y="1349431"/>
                  </a:lnTo>
                  <a:lnTo>
                    <a:pt x="997113" y="1349422"/>
                  </a:lnTo>
                  <a:lnTo>
                    <a:pt x="997118" y="1349418"/>
                  </a:lnTo>
                  <a:lnTo>
                    <a:pt x="997127" y="1349414"/>
                  </a:lnTo>
                  <a:lnTo>
                    <a:pt x="997134" y="1349410"/>
                  </a:lnTo>
                  <a:lnTo>
                    <a:pt x="997138" y="1349405"/>
                  </a:lnTo>
                  <a:lnTo>
                    <a:pt x="997136" y="1349398"/>
                  </a:lnTo>
                  <a:lnTo>
                    <a:pt x="997130" y="1349382"/>
                  </a:lnTo>
                  <a:lnTo>
                    <a:pt x="997122" y="1349367"/>
                  </a:lnTo>
                  <a:lnTo>
                    <a:pt x="997113" y="1349358"/>
                  </a:lnTo>
                  <a:lnTo>
                    <a:pt x="997108" y="1349356"/>
                  </a:lnTo>
                  <a:lnTo>
                    <a:pt x="997103" y="1349353"/>
                  </a:lnTo>
                  <a:lnTo>
                    <a:pt x="997094" y="1349351"/>
                  </a:lnTo>
                  <a:lnTo>
                    <a:pt x="997079" y="1349349"/>
                  </a:lnTo>
                  <a:lnTo>
                    <a:pt x="997069" y="1349345"/>
                  </a:lnTo>
                  <a:lnTo>
                    <a:pt x="997065" y="1349342"/>
                  </a:lnTo>
                  <a:lnTo>
                    <a:pt x="997060" y="1349337"/>
                  </a:lnTo>
                  <a:lnTo>
                    <a:pt x="997058" y="1349327"/>
                  </a:lnTo>
                  <a:lnTo>
                    <a:pt x="997059" y="1349322"/>
                  </a:lnTo>
                  <a:lnTo>
                    <a:pt x="997061" y="1349318"/>
                  </a:lnTo>
                  <a:lnTo>
                    <a:pt x="997067" y="1349316"/>
                  </a:lnTo>
                  <a:lnTo>
                    <a:pt x="997081" y="1349314"/>
                  </a:lnTo>
                  <a:lnTo>
                    <a:pt x="997096" y="1349313"/>
                  </a:lnTo>
                  <a:lnTo>
                    <a:pt x="997110" y="1349312"/>
                  </a:lnTo>
                  <a:lnTo>
                    <a:pt x="997123" y="1349307"/>
                  </a:lnTo>
                  <a:lnTo>
                    <a:pt x="997137" y="1349293"/>
                  </a:lnTo>
                  <a:lnTo>
                    <a:pt x="997142" y="1349287"/>
                  </a:lnTo>
                  <a:lnTo>
                    <a:pt x="997149" y="1349282"/>
                  </a:lnTo>
                  <a:lnTo>
                    <a:pt x="997165" y="1349278"/>
                  </a:lnTo>
                  <a:lnTo>
                    <a:pt x="997179" y="1349276"/>
                  </a:lnTo>
                  <a:lnTo>
                    <a:pt x="997194" y="1349274"/>
                  </a:lnTo>
                  <a:lnTo>
                    <a:pt x="997196" y="1349269"/>
                  </a:lnTo>
                  <a:lnTo>
                    <a:pt x="997192" y="1349260"/>
                  </a:lnTo>
                  <a:lnTo>
                    <a:pt x="997182" y="1349245"/>
                  </a:lnTo>
                  <a:lnTo>
                    <a:pt x="997181" y="1349234"/>
                  </a:lnTo>
                  <a:lnTo>
                    <a:pt x="997183" y="1349230"/>
                  </a:lnTo>
                  <a:lnTo>
                    <a:pt x="997185" y="1349224"/>
                  </a:lnTo>
                  <a:lnTo>
                    <a:pt x="997190" y="1349215"/>
                  </a:lnTo>
                  <a:lnTo>
                    <a:pt x="997201" y="1349204"/>
                  </a:lnTo>
                  <a:lnTo>
                    <a:pt x="997216" y="1349206"/>
                  </a:lnTo>
                  <a:lnTo>
                    <a:pt x="997230" y="1349214"/>
                  </a:lnTo>
                  <a:lnTo>
                    <a:pt x="997237" y="1349218"/>
                  </a:lnTo>
                  <a:lnTo>
                    <a:pt x="997245" y="1349220"/>
                  </a:lnTo>
                  <a:lnTo>
                    <a:pt x="997259" y="1349223"/>
                  </a:lnTo>
                  <a:lnTo>
                    <a:pt x="997272" y="1349229"/>
                  </a:lnTo>
                  <a:lnTo>
                    <a:pt x="997284" y="1349243"/>
                  </a:lnTo>
                  <a:lnTo>
                    <a:pt x="997298" y="1349257"/>
                  </a:lnTo>
                  <a:lnTo>
                    <a:pt x="997304" y="1349259"/>
                  </a:lnTo>
                  <a:lnTo>
                    <a:pt x="997311" y="1349259"/>
                  </a:lnTo>
                  <a:lnTo>
                    <a:pt x="997325" y="1349255"/>
                  </a:lnTo>
                  <a:lnTo>
                    <a:pt x="997359" y="1349237"/>
                  </a:lnTo>
                  <a:lnTo>
                    <a:pt x="997373" y="1349229"/>
                  </a:lnTo>
                  <a:lnTo>
                    <a:pt x="997387" y="1349223"/>
                  </a:lnTo>
                  <a:lnTo>
                    <a:pt x="997401" y="1349217"/>
                  </a:lnTo>
                  <a:lnTo>
                    <a:pt x="997416" y="1349218"/>
                  </a:lnTo>
                  <a:lnTo>
                    <a:pt x="997430" y="1349216"/>
                  </a:lnTo>
                  <a:lnTo>
                    <a:pt x="997444" y="1349212"/>
                  </a:lnTo>
                  <a:lnTo>
                    <a:pt x="997459" y="1349208"/>
                  </a:lnTo>
                  <a:lnTo>
                    <a:pt x="997473" y="1349203"/>
                  </a:lnTo>
                  <a:lnTo>
                    <a:pt x="997487" y="1349197"/>
                  </a:lnTo>
                  <a:lnTo>
                    <a:pt x="997495" y="1349197"/>
                  </a:lnTo>
                  <a:lnTo>
                    <a:pt x="997502" y="1349202"/>
                  </a:lnTo>
                  <a:lnTo>
                    <a:pt x="997507" y="1349211"/>
                  </a:lnTo>
                  <a:lnTo>
                    <a:pt x="997504" y="1349245"/>
                  </a:lnTo>
                  <a:lnTo>
                    <a:pt x="997508" y="1349258"/>
                  </a:lnTo>
                  <a:lnTo>
                    <a:pt x="997512" y="1349264"/>
                  </a:lnTo>
                  <a:lnTo>
                    <a:pt x="997519" y="1349266"/>
                  </a:lnTo>
                  <a:lnTo>
                    <a:pt x="997525" y="1349267"/>
                  </a:lnTo>
                  <a:lnTo>
                    <a:pt x="997533" y="1349266"/>
                  </a:lnTo>
                  <a:lnTo>
                    <a:pt x="997543" y="1349265"/>
                  </a:lnTo>
                  <a:lnTo>
                    <a:pt x="997547" y="1349266"/>
                  </a:lnTo>
                  <a:lnTo>
                    <a:pt x="997554" y="1349268"/>
                  </a:lnTo>
                  <a:lnTo>
                    <a:pt x="997561" y="1349268"/>
                  </a:lnTo>
                  <a:lnTo>
                    <a:pt x="997576" y="1349268"/>
                  </a:lnTo>
                  <a:lnTo>
                    <a:pt x="997590" y="1349267"/>
                  </a:lnTo>
                  <a:lnTo>
                    <a:pt x="997605" y="1349267"/>
                  </a:lnTo>
                  <a:lnTo>
                    <a:pt x="997619" y="1349264"/>
                  </a:lnTo>
                  <a:lnTo>
                    <a:pt x="997633" y="1349256"/>
                  </a:lnTo>
                  <a:lnTo>
                    <a:pt x="997647" y="1349252"/>
                  </a:lnTo>
                  <a:lnTo>
                    <a:pt x="997662" y="1349252"/>
                  </a:lnTo>
                  <a:lnTo>
                    <a:pt x="997671" y="1349253"/>
                  </a:lnTo>
                  <a:lnTo>
                    <a:pt x="997676" y="1349251"/>
                  </a:lnTo>
                  <a:lnTo>
                    <a:pt x="997690" y="1349247"/>
                  </a:lnTo>
                  <a:lnTo>
                    <a:pt x="997727" y="1349228"/>
                  </a:lnTo>
                  <a:lnTo>
                    <a:pt x="997736" y="1349228"/>
                  </a:lnTo>
                  <a:lnTo>
                    <a:pt x="997747" y="1349229"/>
                  </a:lnTo>
                  <a:lnTo>
                    <a:pt x="997750" y="1349227"/>
                  </a:lnTo>
                  <a:lnTo>
                    <a:pt x="997765" y="1349226"/>
                  </a:lnTo>
                  <a:lnTo>
                    <a:pt x="997770" y="1349226"/>
                  </a:lnTo>
                  <a:lnTo>
                    <a:pt x="997776" y="1349230"/>
                  </a:lnTo>
                  <a:lnTo>
                    <a:pt x="997791" y="1349235"/>
                  </a:lnTo>
                  <a:lnTo>
                    <a:pt x="997800" y="1349222"/>
                  </a:lnTo>
                  <a:lnTo>
                    <a:pt x="997815" y="1349208"/>
                  </a:lnTo>
                  <a:lnTo>
                    <a:pt x="997825" y="1349200"/>
                  </a:lnTo>
                  <a:lnTo>
                    <a:pt x="997828" y="1349196"/>
                  </a:lnTo>
                  <a:lnTo>
                    <a:pt x="997840" y="1349182"/>
                  </a:lnTo>
                  <a:lnTo>
                    <a:pt x="997849" y="1349167"/>
                  </a:lnTo>
                  <a:lnTo>
                    <a:pt x="997860" y="1349137"/>
                  </a:lnTo>
                  <a:lnTo>
                    <a:pt x="997867" y="1349127"/>
                  </a:lnTo>
                  <a:lnTo>
                    <a:pt x="997872" y="1349123"/>
                  </a:lnTo>
                  <a:lnTo>
                    <a:pt x="997878" y="1349120"/>
                  </a:lnTo>
                  <a:lnTo>
                    <a:pt x="997883" y="1349115"/>
                  </a:lnTo>
                  <a:lnTo>
                    <a:pt x="997885" y="1349111"/>
                  </a:lnTo>
                  <a:lnTo>
                    <a:pt x="997895" y="1349096"/>
                  </a:lnTo>
                  <a:lnTo>
                    <a:pt x="997904" y="1349081"/>
                  </a:lnTo>
                  <a:lnTo>
                    <a:pt x="997915" y="1349066"/>
                  </a:lnTo>
                  <a:lnTo>
                    <a:pt x="997950" y="1349023"/>
                  </a:lnTo>
                  <a:lnTo>
                    <a:pt x="997954" y="1349021"/>
                  </a:lnTo>
                  <a:lnTo>
                    <a:pt x="997958" y="1349017"/>
                  </a:lnTo>
                  <a:lnTo>
                    <a:pt x="997971" y="1349006"/>
                  </a:lnTo>
                  <a:lnTo>
                    <a:pt x="997987" y="1348997"/>
                  </a:lnTo>
                  <a:lnTo>
                    <a:pt x="998016" y="1348984"/>
                  </a:lnTo>
                  <a:lnTo>
                    <a:pt x="998028" y="1348975"/>
                  </a:lnTo>
                  <a:lnTo>
                    <a:pt x="998031" y="1348971"/>
                  </a:lnTo>
                  <a:lnTo>
                    <a:pt x="998039" y="1348957"/>
                  </a:lnTo>
                  <a:lnTo>
                    <a:pt x="998044" y="1348942"/>
                  </a:lnTo>
                  <a:lnTo>
                    <a:pt x="998048" y="1348931"/>
                  </a:lnTo>
                  <a:lnTo>
                    <a:pt x="998051" y="1348927"/>
                  </a:lnTo>
                  <a:lnTo>
                    <a:pt x="998063" y="1348916"/>
                  </a:lnTo>
                  <a:lnTo>
                    <a:pt x="998070" y="1348914"/>
                  </a:lnTo>
                  <a:lnTo>
                    <a:pt x="998078" y="1348914"/>
                  </a:lnTo>
                  <a:lnTo>
                    <a:pt x="998093" y="1348918"/>
                  </a:lnTo>
                  <a:lnTo>
                    <a:pt x="998117" y="1348928"/>
                  </a:lnTo>
                  <a:lnTo>
                    <a:pt x="998127" y="1348934"/>
                  </a:lnTo>
                  <a:lnTo>
                    <a:pt x="998141" y="1348940"/>
                  </a:lnTo>
                  <a:lnTo>
                    <a:pt x="998148" y="1348942"/>
                  </a:lnTo>
                  <a:lnTo>
                    <a:pt x="998157" y="1348943"/>
                  </a:lnTo>
                  <a:lnTo>
                    <a:pt x="998163" y="1348941"/>
                  </a:lnTo>
                  <a:lnTo>
                    <a:pt x="998170" y="1348941"/>
                  </a:lnTo>
                  <a:lnTo>
                    <a:pt x="998181" y="1348942"/>
                  </a:lnTo>
                  <a:lnTo>
                    <a:pt x="998185" y="1348944"/>
                  </a:lnTo>
                  <a:lnTo>
                    <a:pt x="998199" y="1348952"/>
                  </a:lnTo>
                  <a:lnTo>
                    <a:pt x="998209" y="1348956"/>
                  </a:lnTo>
                  <a:lnTo>
                    <a:pt x="998232" y="1348955"/>
                  </a:lnTo>
                  <a:lnTo>
                    <a:pt x="998247" y="1348948"/>
                  </a:lnTo>
                  <a:lnTo>
                    <a:pt x="998254" y="1348943"/>
                  </a:lnTo>
                  <a:lnTo>
                    <a:pt x="998279" y="1348943"/>
                  </a:lnTo>
                  <a:lnTo>
                    <a:pt x="998288" y="1348951"/>
                  </a:lnTo>
                  <a:lnTo>
                    <a:pt x="998298" y="1348963"/>
                  </a:lnTo>
                  <a:lnTo>
                    <a:pt x="998307" y="1348967"/>
                  </a:lnTo>
                  <a:lnTo>
                    <a:pt x="998312" y="1348969"/>
                  </a:lnTo>
                  <a:lnTo>
                    <a:pt x="998366" y="1348982"/>
                  </a:lnTo>
                  <a:lnTo>
                    <a:pt x="998388" y="1348980"/>
                  </a:lnTo>
                  <a:lnTo>
                    <a:pt x="998400" y="1348974"/>
                  </a:lnTo>
                  <a:lnTo>
                    <a:pt x="998415" y="1348971"/>
                  </a:lnTo>
                  <a:lnTo>
                    <a:pt x="998430" y="1348971"/>
                  </a:lnTo>
                  <a:lnTo>
                    <a:pt x="998443" y="1348971"/>
                  </a:lnTo>
                  <a:lnTo>
                    <a:pt x="998457" y="1348972"/>
                  </a:lnTo>
                  <a:lnTo>
                    <a:pt x="998470" y="1348975"/>
                  </a:lnTo>
                  <a:lnTo>
                    <a:pt x="998486" y="1348982"/>
                  </a:lnTo>
                  <a:lnTo>
                    <a:pt x="998509" y="1348989"/>
                  </a:lnTo>
                  <a:lnTo>
                    <a:pt x="998524" y="1348991"/>
                  </a:lnTo>
                  <a:lnTo>
                    <a:pt x="998539" y="1348993"/>
                  </a:lnTo>
                  <a:lnTo>
                    <a:pt x="998554" y="1348992"/>
                  </a:lnTo>
                  <a:lnTo>
                    <a:pt x="998568" y="1348993"/>
                  </a:lnTo>
                  <a:lnTo>
                    <a:pt x="998582" y="1348993"/>
                  </a:lnTo>
                  <a:lnTo>
                    <a:pt x="998589" y="1348993"/>
                  </a:lnTo>
                  <a:lnTo>
                    <a:pt x="998597" y="1348996"/>
                  </a:lnTo>
                  <a:lnTo>
                    <a:pt x="998609" y="1349006"/>
                  </a:lnTo>
                  <a:lnTo>
                    <a:pt x="998613" y="1349009"/>
                  </a:lnTo>
                  <a:lnTo>
                    <a:pt x="998623" y="1349018"/>
                  </a:lnTo>
                  <a:lnTo>
                    <a:pt x="998638" y="1349030"/>
                  </a:lnTo>
                  <a:lnTo>
                    <a:pt x="998645" y="1349036"/>
                  </a:lnTo>
                  <a:lnTo>
                    <a:pt x="998652" y="1349039"/>
                  </a:lnTo>
                  <a:lnTo>
                    <a:pt x="998666" y="1349046"/>
                  </a:lnTo>
                  <a:lnTo>
                    <a:pt x="998676" y="1349048"/>
                  </a:lnTo>
                  <a:lnTo>
                    <a:pt x="998680" y="1349051"/>
                  </a:lnTo>
                  <a:lnTo>
                    <a:pt x="998695" y="1349056"/>
                  </a:lnTo>
                  <a:lnTo>
                    <a:pt x="998709" y="1349058"/>
                  </a:lnTo>
                  <a:lnTo>
                    <a:pt x="998719" y="1349057"/>
                  </a:lnTo>
                  <a:lnTo>
                    <a:pt x="998724" y="1349055"/>
                  </a:lnTo>
                  <a:lnTo>
                    <a:pt x="998738" y="1349050"/>
                  </a:lnTo>
                  <a:lnTo>
                    <a:pt x="998752" y="1349044"/>
                  </a:lnTo>
                  <a:lnTo>
                    <a:pt x="998766" y="1349036"/>
                  </a:lnTo>
                  <a:lnTo>
                    <a:pt x="998797" y="1349027"/>
                  </a:lnTo>
                  <a:lnTo>
                    <a:pt x="998792" y="1349016"/>
                  </a:lnTo>
                  <a:lnTo>
                    <a:pt x="998801" y="1348996"/>
                  </a:lnTo>
                  <a:lnTo>
                    <a:pt x="998805" y="1348988"/>
                  </a:lnTo>
                  <a:lnTo>
                    <a:pt x="998805" y="1348980"/>
                  </a:lnTo>
                  <a:lnTo>
                    <a:pt x="998806" y="1348972"/>
                  </a:lnTo>
                  <a:lnTo>
                    <a:pt x="998809" y="1348965"/>
                  </a:lnTo>
                  <a:lnTo>
                    <a:pt x="998813" y="1348950"/>
                  </a:lnTo>
                  <a:lnTo>
                    <a:pt x="998813" y="1348945"/>
                  </a:lnTo>
                  <a:lnTo>
                    <a:pt x="998817" y="1348934"/>
                  </a:lnTo>
                  <a:lnTo>
                    <a:pt x="998833" y="1348888"/>
                  </a:lnTo>
                  <a:lnTo>
                    <a:pt x="998834" y="1348881"/>
                  </a:lnTo>
                  <a:lnTo>
                    <a:pt x="998836" y="1348873"/>
                  </a:lnTo>
                  <a:lnTo>
                    <a:pt x="998839" y="1348858"/>
                  </a:lnTo>
                  <a:lnTo>
                    <a:pt x="998840" y="1348843"/>
                  </a:lnTo>
                  <a:lnTo>
                    <a:pt x="998841" y="1348834"/>
                  </a:lnTo>
                  <a:lnTo>
                    <a:pt x="998843" y="1348827"/>
                  </a:lnTo>
                  <a:lnTo>
                    <a:pt x="998846" y="1348813"/>
                  </a:lnTo>
                  <a:lnTo>
                    <a:pt x="998849" y="1348804"/>
                  </a:lnTo>
                  <a:lnTo>
                    <a:pt x="998849" y="1348798"/>
                  </a:lnTo>
                  <a:lnTo>
                    <a:pt x="998852" y="1348783"/>
                  </a:lnTo>
                  <a:lnTo>
                    <a:pt x="998854" y="1348768"/>
                  </a:lnTo>
                  <a:lnTo>
                    <a:pt x="998858" y="1348753"/>
                  </a:lnTo>
                  <a:lnTo>
                    <a:pt x="998859" y="1348738"/>
                  </a:lnTo>
                  <a:lnTo>
                    <a:pt x="998863" y="1348723"/>
                  </a:lnTo>
                  <a:lnTo>
                    <a:pt x="998863" y="1348717"/>
                  </a:lnTo>
                  <a:lnTo>
                    <a:pt x="998866" y="1348708"/>
                  </a:lnTo>
                  <a:lnTo>
                    <a:pt x="998868" y="1348693"/>
                  </a:lnTo>
                  <a:lnTo>
                    <a:pt x="998870" y="1348678"/>
                  </a:lnTo>
                  <a:lnTo>
                    <a:pt x="998871" y="1348663"/>
                  </a:lnTo>
                  <a:lnTo>
                    <a:pt x="998876" y="1348624"/>
                  </a:lnTo>
                  <a:lnTo>
                    <a:pt x="998879" y="1348608"/>
                  </a:lnTo>
                  <a:lnTo>
                    <a:pt x="998878" y="1348593"/>
                  </a:lnTo>
                  <a:lnTo>
                    <a:pt x="998880" y="1348578"/>
                  </a:lnTo>
                  <a:lnTo>
                    <a:pt x="998880" y="1348563"/>
                  </a:lnTo>
                  <a:lnTo>
                    <a:pt x="998879" y="1348548"/>
                  </a:lnTo>
                  <a:lnTo>
                    <a:pt x="998879" y="1348533"/>
                  </a:lnTo>
                  <a:lnTo>
                    <a:pt x="998877" y="1348518"/>
                  </a:lnTo>
                  <a:lnTo>
                    <a:pt x="998877" y="1348504"/>
                  </a:lnTo>
                  <a:lnTo>
                    <a:pt x="998879" y="1348488"/>
                  </a:lnTo>
                  <a:lnTo>
                    <a:pt x="998881" y="1348481"/>
                  </a:lnTo>
                  <a:lnTo>
                    <a:pt x="998882" y="1348473"/>
                  </a:lnTo>
                  <a:lnTo>
                    <a:pt x="998885" y="1348464"/>
                  </a:lnTo>
                  <a:lnTo>
                    <a:pt x="998889" y="1348457"/>
                  </a:lnTo>
                  <a:lnTo>
                    <a:pt x="998899" y="1348442"/>
                  </a:lnTo>
                  <a:lnTo>
                    <a:pt x="998904" y="1348437"/>
                  </a:lnTo>
                  <a:lnTo>
                    <a:pt x="998906" y="1348431"/>
                  </a:lnTo>
                  <a:lnTo>
                    <a:pt x="998909" y="1348426"/>
                  </a:lnTo>
                  <a:lnTo>
                    <a:pt x="998922" y="1348392"/>
                  </a:lnTo>
                  <a:lnTo>
                    <a:pt x="998927" y="1348375"/>
                  </a:lnTo>
                  <a:lnTo>
                    <a:pt x="998936" y="1348336"/>
                  </a:lnTo>
                  <a:lnTo>
                    <a:pt x="998936" y="1348331"/>
                  </a:lnTo>
                  <a:lnTo>
                    <a:pt x="998937" y="1348318"/>
                  </a:lnTo>
                  <a:lnTo>
                    <a:pt x="998935" y="1348302"/>
                  </a:lnTo>
                  <a:lnTo>
                    <a:pt x="998933" y="1348287"/>
                  </a:lnTo>
                  <a:lnTo>
                    <a:pt x="998930" y="1348271"/>
                  </a:lnTo>
                  <a:lnTo>
                    <a:pt x="998920" y="1348242"/>
                  </a:lnTo>
                  <a:lnTo>
                    <a:pt x="998917" y="1348236"/>
                  </a:lnTo>
                  <a:lnTo>
                    <a:pt x="998915" y="1348228"/>
                  </a:lnTo>
                  <a:lnTo>
                    <a:pt x="998910" y="1348219"/>
                  </a:lnTo>
                  <a:lnTo>
                    <a:pt x="998904" y="1348206"/>
                  </a:lnTo>
                  <a:lnTo>
                    <a:pt x="998898" y="1348190"/>
                  </a:lnTo>
                  <a:lnTo>
                    <a:pt x="998896" y="1348182"/>
                  </a:lnTo>
                  <a:lnTo>
                    <a:pt x="998891" y="1348175"/>
                  </a:lnTo>
                  <a:lnTo>
                    <a:pt x="998883" y="1348160"/>
                  </a:lnTo>
                  <a:lnTo>
                    <a:pt x="998875" y="1348143"/>
                  </a:lnTo>
                  <a:lnTo>
                    <a:pt x="998872" y="1348139"/>
                  </a:lnTo>
                  <a:lnTo>
                    <a:pt x="998867" y="1348130"/>
                  </a:lnTo>
                  <a:lnTo>
                    <a:pt x="998860" y="1348115"/>
                  </a:lnTo>
                  <a:lnTo>
                    <a:pt x="998852" y="1348100"/>
                  </a:lnTo>
                  <a:lnTo>
                    <a:pt x="998841" y="1348086"/>
                  </a:lnTo>
                  <a:lnTo>
                    <a:pt x="998838" y="1348079"/>
                  </a:lnTo>
                  <a:lnTo>
                    <a:pt x="998836" y="1348071"/>
                  </a:lnTo>
                  <a:lnTo>
                    <a:pt x="998834" y="1348055"/>
                  </a:lnTo>
                  <a:lnTo>
                    <a:pt x="998831" y="1348048"/>
                  </a:lnTo>
                  <a:lnTo>
                    <a:pt x="998831" y="1348040"/>
                  </a:lnTo>
                  <a:lnTo>
                    <a:pt x="998830" y="1348034"/>
                  </a:lnTo>
                  <a:lnTo>
                    <a:pt x="998831" y="1348025"/>
                  </a:lnTo>
                  <a:lnTo>
                    <a:pt x="998830" y="1348010"/>
                  </a:lnTo>
                  <a:lnTo>
                    <a:pt x="998829" y="1348003"/>
                  </a:lnTo>
                  <a:lnTo>
                    <a:pt x="998830" y="1347995"/>
                  </a:lnTo>
                  <a:lnTo>
                    <a:pt x="998832" y="1347980"/>
                  </a:lnTo>
                  <a:lnTo>
                    <a:pt x="998831" y="1347965"/>
                  </a:lnTo>
                  <a:lnTo>
                    <a:pt x="998828" y="1347950"/>
                  </a:lnTo>
                  <a:lnTo>
                    <a:pt x="998824" y="1347935"/>
                  </a:lnTo>
                  <a:lnTo>
                    <a:pt x="998821" y="1347926"/>
                  </a:lnTo>
                  <a:lnTo>
                    <a:pt x="998821" y="1347920"/>
                  </a:lnTo>
                  <a:lnTo>
                    <a:pt x="998820" y="1347907"/>
                  </a:lnTo>
                  <a:lnTo>
                    <a:pt x="998823" y="1347890"/>
                  </a:lnTo>
                  <a:lnTo>
                    <a:pt x="998827" y="1347876"/>
                  </a:lnTo>
                  <a:lnTo>
                    <a:pt x="998830" y="1347861"/>
                  </a:lnTo>
                  <a:lnTo>
                    <a:pt x="998838" y="1347845"/>
                  </a:lnTo>
                  <a:lnTo>
                    <a:pt x="998842" y="1347834"/>
                  </a:lnTo>
                  <a:lnTo>
                    <a:pt x="998845" y="1347830"/>
                  </a:lnTo>
                  <a:lnTo>
                    <a:pt x="998847" y="1347824"/>
                  </a:lnTo>
                  <a:lnTo>
                    <a:pt x="998851" y="1347821"/>
                  </a:lnTo>
                  <a:lnTo>
                    <a:pt x="998853" y="1347815"/>
                  </a:lnTo>
                  <a:lnTo>
                    <a:pt x="998862" y="1347800"/>
                  </a:lnTo>
                  <a:lnTo>
                    <a:pt x="998870" y="1347785"/>
                  </a:lnTo>
                  <a:lnTo>
                    <a:pt x="998879" y="1347770"/>
                  </a:lnTo>
                  <a:lnTo>
                    <a:pt x="998887" y="1347757"/>
                  </a:lnTo>
                  <a:lnTo>
                    <a:pt x="998892" y="1347747"/>
                  </a:lnTo>
                  <a:lnTo>
                    <a:pt x="998897" y="1347732"/>
                  </a:lnTo>
                  <a:lnTo>
                    <a:pt x="998899" y="1347719"/>
                  </a:lnTo>
                  <a:lnTo>
                    <a:pt x="998899" y="1347702"/>
                  </a:lnTo>
                  <a:lnTo>
                    <a:pt x="998902" y="1347687"/>
                  </a:lnTo>
                  <a:lnTo>
                    <a:pt x="998905" y="1347672"/>
                  </a:lnTo>
                  <a:lnTo>
                    <a:pt x="998908" y="1347658"/>
                  </a:lnTo>
                  <a:lnTo>
                    <a:pt x="998913" y="1347648"/>
                  </a:lnTo>
                  <a:lnTo>
                    <a:pt x="998918" y="1347642"/>
                  </a:lnTo>
                  <a:lnTo>
                    <a:pt x="998932" y="1347626"/>
                  </a:lnTo>
                  <a:lnTo>
                    <a:pt x="998934" y="1347620"/>
                  </a:lnTo>
                  <a:lnTo>
                    <a:pt x="998940" y="1347613"/>
                  </a:lnTo>
                  <a:lnTo>
                    <a:pt x="998945" y="1347605"/>
                  </a:lnTo>
                  <a:lnTo>
                    <a:pt x="998949" y="1347598"/>
                  </a:lnTo>
                  <a:lnTo>
                    <a:pt x="998955" y="1347583"/>
                  </a:lnTo>
                  <a:lnTo>
                    <a:pt x="998961" y="1347569"/>
                  </a:lnTo>
                  <a:lnTo>
                    <a:pt x="998965" y="1347562"/>
                  </a:lnTo>
                  <a:lnTo>
                    <a:pt x="998968" y="1347553"/>
                  </a:lnTo>
                  <a:lnTo>
                    <a:pt x="998973" y="1347539"/>
                  </a:lnTo>
                  <a:lnTo>
                    <a:pt x="998979" y="1347527"/>
                  </a:lnTo>
                  <a:lnTo>
                    <a:pt x="998980" y="1347521"/>
                  </a:lnTo>
                  <a:lnTo>
                    <a:pt x="998981" y="1347515"/>
                  </a:lnTo>
                  <a:lnTo>
                    <a:pt x="998981" y="1347505"/>
                  </a:lnTo>
                  <a:lnTo>
                    <a:pt x="998981" y="1347495"/>
                  </a:lnTo>
                  <a:lnTo>
                    <a:pt x="998987" y="1347471"/>
                  </a:lnTo>
                  <a:lnTo>
                    <a:pt x="998995" y="1347458"/>
                  </a:lnTo>
                  <a:lnTo>
                    <a:pt x="999002" y="1347443"/>
                  </a:lnTo>
                  <a:lnTo>
                    <a:pt x="999002" y="1347435"/>
                  </a:lnTo>
                  <a:lnTo>
                    <a:pt x="999004" y="1347428"/>
                  </a:lnTo>
                  <a:lnTo>
                    <a:pt x="999003" y="1347420"/>
                  </a:lnTo>
                  <a:lnTo>
                    <a:pt x="999005" y="1347402"/>
                  </a:lnTo>
                  <a:lnTo>
                    <a:pt x="999007" y="1347398"/>
                  </a:lnTo>
                  <a:lnTo>
                    <a:pt x="999009" y="1347383"/>
                  </a:lnTo>
                  <a:lnTo>
                    <a:pt x="999008" y="1347368"/>
                  </a:lnTo>
                  <a:lnTo>
                    <a:pt x="999009" y="1347353"/>
                  </a:lnTo>
                  <a:lnTo>
                    <a:pt x="999010" y="1347338"/>
                  </a:lnTo>
                  <a:lnTo>
                    <a:pt x="999010" y="1347323"/>
                  </a:lnTo>
                  <a:lnTo>
                    <a:pt x="999012" y="1347308"/>
                  </a:lnTo>
                  <a:lnTo>
                    <a:pt x="999015" y="1347292"/>
                  </a:lnTo>
                  <a:lnTo>
                    <a:pt x="999017" y="1347277"/>
                  </a:lnTo>
                  <a:lnTo>
                    <a:pt x="999018" y="1347262"/>
                  </a:lnTo>
                  <a:lnTo>
                    <a:pt x="999022" y="1347247"/>
                  </a:lnTo>
                  <a:lnTo>
                    <a:pt x="999024" y="1347232"/>
                  </a:lnTo>
                  <a:lnTo>
                    <a:pt x="999029" y="1347217"/>
                  </a:lnTo>
                  <a:lnTo>
                    <a:pt x="999033" y="1347202"/>
                  </a:lnTo>
                  <a:lnTo>
                    <a:pt x="999035" y="1347195"/>
                  </a:lnTo>
                  <a:lnTo>
                    <a:pt x="999035" y="1347187"/>
                  </a:lnTo>
                  <a:lnTo>
                    <a:pt x="999041" y="1347179"/>
                  </a:lnTo>
                  <a:lnTo>
                    <a:pt x="999041" y="1347173"/>
                  </a:lnTo>
                  <a:lnTo>
                    <a:pt x="999046" y="1347158"/>
                  </a:lnTo>
                  <a:lnTo>
                    <a:pt x="999050" y="1347141"/>
                  </a:lnTo>
                  <a:lnTo>
                    <a:pt x="999052" y="1347128"/>
                  </a:lnTo>
                  <a:lnTo>
                    <a:pt x="999052" y="1347115"/>
                  </a:lnTo>
                  <a:lnTo>
                    <a:pt x="999052" y="1347105"/>
                  </a:lnTo>
                  <a:lnTo>
                    <a:pt x="999050" y="1347098"/>
                  </a:lnTo>
                  <a:lnTo>
                    <a:pt x="999044" y="1347083"/>
                  </a:lnTo>
                  <a:lnTo>
                    <a:pt x="999039" y="1347073"/>
                  </a:lnTo>
                  <a:lnTo>
                    <a:pt x="999034" y="1347067"/>
                  </a:lnTo>
                  <a:lnTo>
                    <a:pt x="999022" y="1347052"/>
                  </a:lnTo>
                  <a:lnTo>
                    <a:pt x="999017" y="1347039"/>
                  </a:lnTo>
                  <a:lnTo>
                    <a:pt x="999018" y="1347028"/>
                  </a:lnTo>
                  <a:lnTo>
                    <a:pt x="999015" y="1347000"/>
                  </a:lnTo>
                  <a:lnTo>
                    <a:pt x="999011" y="1346984"/>
                  </a:lnTo>
                  <a:lnTo>
                    <a:pt x="998994" y="1346926"/>
                  </a:lnTo>
                  <a:lnTo>
                    <a:pt x="998972" y="1346866"/>
                  </a:lnTo>
                  <a:lnTo>
                    <a:pt x="998957" y="1346832"/>
                  </a:lnTo>
                  <a:lnTo>
                    <a:pt x="998959" y="1346822"/>
                  </a:lnTo>
                  <a:lnTo>
                    <a:pt x="998965" y="1346816"/>
                  </a:lnTo>
                  <a:lnTo>
                    <a:pt x="998983" y="1346809"/>
                  </a:lnTo>
                  <a:lnTo>
                    <a:pt x="998998" y="1346804"/>
                  </a:lnTo>
                  <a:lnTo>
                    <a:pt x="999006" y="1346800"/>
                  </a:lnTo>
                  <a:lnTo>
                    <a:pt x="999011" y="1346799"/>
                  </a:lnTo>
                  <a:lnTo>
                    <a:pt x="999025" y="1346794"/>
                  </a:lnTo>
                  <a:lnTo>
                    <a:pt x="999041" y="1346789"/>
                  </a:lnTo>
                  <a:lnTo>
                    <a:pt x="999055" y="1346784"/>
                  </a:lnTo>
                  <a:lnTo>
                    <a:pt x="999070" y="1346780"/>
                  </a:lnTo>
                  <a:lnTo>
                    <a:pt x="999084" y="1346774"/>
                  </a:lnTo>
                  <a:lnTo>
                    <a:pt x="999099" y="1346769"/>
                  </a:lnTo>
                  <a:lnTo>
                    <a:pt x="999103" y="1346768"/>
                  </a:lnTo>
                  <a:lnTo>
                    <a:pt x="999111" y="1346764"/>
                  </a:lnTo>
                  <a:lnTo>
                    <a:pt x="999127" y="1346759"/>
                  </a:lnTo>
                  <a:lnTo>
                    <a:pt x="999132" y="1346758"/>
                  </a:lnTo>
                  <a:lnTo>
                    <a:pt x="999135" y="1346755"/>
                  </a:lnTo>
                  <a:lnTo>
                    <a:pt x="999140" y="1346753"/>
                  </a:lnTo>
                  <a:lnTo>
                    <a:pt x="999176" y="1346742"/>
                  </a:lnTo>
                  <a:lnTo>
                    <a:pt x="999186" y="1346737"/>
                  </a:lnTo>
                  <a:lnTo>
                    <a:pt x="999201" y="1346733"/>
                  </a:lnTo>
                  <a:lnTo>
                    <a:pt x="999209" y="1346717"/>
                  </a:lnTo>
                  <a:lnTo>
                    <a:pt x="999211" y="1346688"/>
                  </a:lnTo>
                  <a:lnTo>
                    <a:pt x="999209" y="1346671"/>
                  </a:lnTo>
                  <a:lnTo>
                    <a:pt x="999209" y="1346665"/>
                  </a:lnTo>
                  <a:lnTo>
                    <a:pt x="999204" y="1346646"/>
                  </a:lnTo>
                  <a:lnTo>
                    <a:pt x="999198" y="1346604"/>
                  </a:lnTo>
                  <a:lnTo>
                    <a:pt x="999197" y="1346595"/>
                  </a:lnTo>
                  <a:lnTo>
                    <a:pt x="999198" y="1346584"/>
                  </a:lnTo>
                  <a:lnTo>
                    <a:pt x="999197" y="1346564"/>
                  </a:lnTo>
                  <a:lnTo>
                    <a:pt x="999197" y="1346556"/>
                  </a:lnTo>
                  <a:lnTo>
                    <a:pt x="999200" y="1346549"/>
                  </a:lnTo>
                  <a:lnTo>
                    <a:pt x="999202" y="1346543"/>
                  </a:lnTo>
                  <a:lnTo>
                    <a:pt x="999207" y="1346538"/>
                  </a:lnTo>
                  <a:lnTo>
                    <a:pt x="999212" y="1346536"/>
                  </a:lnTo>
                  <a:lnTo>
                    <a:pt x="999218" y="1346534"/>
                  </a:lnTo>
                  <a:lnTo>
                    <a:pt x="999220" y="1346515"/>
                  </a:lnTo>
                  <a:lnTo>
                    <a:pt x="999222" y="1346504"/>
                  </a:lnTo>
                  <a:lnTo>
                    <a:pt x="999227" y="1346488"/>
                  </a:lnTo>
                  <a:lnTo>
                    <a:pt x="999228" y="1346482"/>
                  </a:lnTo>
                  <a:lnTo>
                    <a:pt x="999233" y="1346471"/>
                  </a:lnTo>
                  <a:lnTo>
                    <a:pt x="999241" y="1346458"/>
                  </a:lnTo>
                  <a:lnTo>
                    <a:pt x="999246" y="1346443"/>
                  </a:lnTo>
                  <a:lnTo>
                    <a:pt x="999248" y="1346428"/>
                  </a:lnTo>
                  <a:lnTo>
                    <a:pt x="999249" y="1346413"/>
                  </a:lnTo>
                  <a:lnTo>
                    <a:pt x="999250" y="1346400"/>
                  </a:lnTo>
                  <a:lnTo>
                    <a:pt x="999273" y="1346388"/>
                  </a:lnTo>
                  <a:lnTo>
                    <a:pt x="999278" y="1346384"/>
                  </a:lnTo>
                  <a:lnTo>
                    <a:pt x="999283" y="1346377"/>
                  </a:lnTo>
                  <a:lnTo>
                    <a:pt x="999288" y="1346369"/>
                  </a:lnTo>
                  <a:lnTo>
                    <a:pt x="999290" y="1346362"/>
                  </a:lnTo>
                  <a:lnTo>
                    <a:pt x="999297" y="1346347"/>
                  </a:lnTo>
                  <a:lnTo>
                    <a:pt x="999299" y="1346341"/>
                  </a:lnTo>
                  <a:lnTo>
                    <a:pt x="999305" y="1346332"/>
                  </a:lnTo>
                  <a:lnTo>
                    <a:pt x="999329" y="1346303"/>
                  </a:lnTo>
                  <a:lnTo>
                    <a:pt x="999334" y="1346296"/>
                  </a:lnTo>
                  <a:lnTo>
                    <a:pt x="999339" y="1346287"/>
                  </a:lnTo>
                  <a:lnTo>
                    <a:pt x="999345" y="1346272"/>
                  </a:lnTo>
                  <a:lnTo>
                    <a:pt x="999354" y="1346250"/>
                  </a:lnTo>
                  <a:lnTo>
                    <a:pt x="999355" y="1346240"/>
                  </a:lnTo>
                  <a:lnTo>
                    <a:pt x="999365" y="1346229"/>
                  </a:lnTo>
                  <a:lnTo>
                    <a:pt x="999370" y="1346224"/>
                  </a:lnTo>
                  <a:lnTo>
                    <a:pt x="999377" y="1346222"/>
                  </a:lnTo>
                  <a:lnTo>
                    <a:pt x="999391" y="1346212"/>
                  </a:lnTo>
                  <a:lnTo>
                    <a:pt x="999400" y="1346209"/>
                  </a:lnTo>
                  <a:lnTo>
                    <a:pt x="999403" y="1346203"/>
                  </a:lnTo>
                  <a:lnTo>
                    <a:pt x="999413" y="1346198"/>
                  </a:lnTo>
                  <a:lnTo>
                    <a:pt x="999428" y="1346198"/>
                  </a:lnTo>
                  <a:lnTo>
                    <a:pt x="999442" y="1346201"/>
                  </a:lnTo>
                  <a:lnTo>
                    <a:pt x="999451" y="1346202"/>
                  </a:lnTo>
                  <a:lnTo>
                    <a:pt x="999456" y="1346198"/>
                  </a:lnTo>
                  <a:lnTo>
                    <a:pt x="999461" y="1346193"/>
                  </a:lnTo>
                  <a:lnTo>
                    <a:pt x="999470" y="1346189"/>
                  </a:lnTo>
                  <a:lnTo>
                    <a:pt x="999478" y="1346189"/>
                  </a:lnTo>
                  <a:lnTo>
                    <a:pt x="999485" y="1346191"/>
                  </a:lnTo>
                  <a:lnTo>
                    <a:pt x="999490" y="1346192"/>
                  </a:lnTo>
                  <a:lnTo>
                    <a:pt x="999494" y="1346191"/>
                  </a:lnTo>
                  <a:lnTo>
                    <a:pt x="999497" y="1346185"/>
                  </a:lnTo>
                  <a:lnTo>
                    <a:pt x="999496" y="1346170"/>
                  </a:lnTo>
                  <a:lnTo>
                    <a:pt x="999500" y="1346163"/>
                  </a:lnTo>
                  <a:lnTo>
                    <a:pt x="999507" y="1346157"/>
                  </a:lnTo>
                  <a:lnTo>
                    <a:pt x="999513" y="1346155"/>
                  </a:lnTo>
                  <a:lnTo>
                    <a:pt x="999521" y="1346156"/>
                  </a:lnTo>
                  <a:lnTo>
                    <a:pt x="999527" y="1346155"/>
                  </a:lnTo>
                  <a:lnTo>
                    <a:pt x="999532" y="1346156"/>
                  </a:lnTo>
                  <a:lnTo>
                    <a:pt x="999536" y="1346159"/>
                  </a:lnTo>
                  <a:lnTo>
                    <a:pt x="999540" y="1346163"/>
                  </a:lnTo>
                  <a:lnTo>
                    <a:pt x="999546" y="1346170"/>
                  </a:lnTo>
                  <a:lnTo>
                    <a:pt x="999562" y="1346174"/>
                  </a:lnTo>
                  <a:lnTo>
                    <a:pt x="999576" y="1346178"/>
                  </a:lnTo>
                  <a:lnTo>
                    <a:pt x="999591" y="1346185"/>
                  </a:lnTo>
                  <a:lnTo>
                    <a:pt x="999605" y="1346196"/>
                  </a:lnTo>
                  <a:lnTo>
                    <a:pt x="999619" y="1346205"/>
                  </a:lnTo>
                  <a:lnTo>
                    <a:pt x="999631" y="1346217"/>
                  </a:lnTo>
                  <a:lnTo>
                    <a:pt x="999644" y="1346216"/>
                  </a:lnTo>
                  <a:lnTo>
                    <a:pt x="999656" y="1346219"/>
                  </a:lnTo>
                  <a:lnTo>
                    <a:pt x="999663" y="1346221"/>
                  </a:lnTo>
                  <a:lnTo>
                    <a:pt x="999671" y="1346217"/>
                  </a:lnTo>
                  <a:lnTo>
                    <a:pt x="999684" y="1346217"/>
                  </a:lnTo>
                  <a:lnTo>
                    <a:pt x="999699" y="1346220"/>
                  </a:lnTo>
                  <a:lnTo>
                    <a:pt x="999713" y="1346223"/>
                  </a:lnTo>
                  <a:lnTo>
                    <a:pt x="999732" y="1346223"/>
                  </a:lnTo>
                  <a:lnTo>
                    <a:pt x="999739" y="1346221"/>
                  </a:lnTo>
                  <a:lnTo>
                    <a:pt x="999746" y="1346221"/>
                  </a:lnTo>
                  <a:lnTo>
                    <a:pt x="999754" y="1346223"/>
                  </a:lnTo>
                  <a:lnTo>
                    <a:pt x="999761" y="1346225"/>
                  </a:lnTo>
                  <a:lnTo>
                    <a:pt x="999765" y="1346228"/>
                  </a:lnTo>
                  <a:lnTo>
                    <a:pt x="999776" y="1346238"/>
                  </a:lnTo>
                  <a:lnTo>
                    <a:pt x="999789" y="1346238"/>
                  </a:lnTo>
                  <a:lnTo>
                    <a:pt x="999796" y="1346232"/>
                  </a:lnTo>
                  <a:lnTo>
                    <a:pt x="999804" y="1346228"/>
                  </a:lnTo>
                  <a:lnTo>
                    <a:pt x="999818" y="1346224"/>
                  </a:lnTo>
                  <a:lnTo>
                    <a:pt x="999832" y="1346221"/>
                  </a:lnTo>
                  <a:lnTo>
                    <a:pt x="999847" y="1346221"/>
                  </a:lnTo>
                  <a:lnTo>
                    <a:pt x="999861" y="1346222"/>
                  </a:lnTo>
                  <a:lnTo>
                    <a:pt x="999875" y="1346222"/>
                  </a:lnTo>
                  <a:lnTo>
                    <a:pt x="999889" y="1346225"/>
                  </a:lnTo>
                  <a:lnTo>
                    <a:pt x="999908" y="1346213"/>
                  </a:lnTo>
                  <a:lnTo>
                    <a:pt x="999921" y="1346202"/>
                  </a:lnTo>
                  <a:lnTo>
                    <a:pt x="999935" y="1346197"/>
                  </a:lnTo>
                  <a:lnTo>
                    <a:pt x="999950" y="1346194"/>
                  </a:lnTo>
                  <a:lnTo>
                    <a:pt x="999958" y="1346194"/>
                  </a:lnTo>
                  <a:lnTo>
                    <a:pt x="999965" y="1346191"/>
                  </a:lnTo>
                  <a:lnTo>
                    <a:pt x="999973" y="1346191"/>
                  </a:lnTo>
                  <a:lnTo>
                    <a:pt x="999980" y="1346193"/>
                  </a:lnTo>
                  <a:lnTo>
                    <a:pt x="999999" y="1346198"/>
                  </a:lnTo>
                  <a:lnTo>
                    <a:pt x="1000014" y="1346217"/>
                  </a:lnTo>
                  <a:lnTo>
                    <a:pt x="1000019" y="1346226"/>
                  </a:lnTo>
                  <a:lnTo>
                    <a:pt x="1000030" y="1346239"/>
                  </a:lnTo>
                  <a:lnTo>
                    <a:pt x="1000033" y="1346244"/>
                  </a:lnTo>
                  <a:lnTo>
                    <a:pt x="1000043" y="1346250"/>
                  </a:lnTo>
                  <a:lnTo>
                    <a:pt x="1000048" y="1346250"/>
                  </a:lnTo>
                  <a:lnTo>
                    <a:pt x="1000052" y="1346244"/>
                  </a:lnTo>
                  <a:lnTo>
                    <a:pt x="1000053" y="1346239"/>
                  </a:lnTo>
                  <a:lnTo>
                    <a:pt x="1000057" y="1346231"/>
                  </a:lnTo>
                  <a:lnTo>
                    <a:pt x="1000061" y="1346226"/>
                  </a:lnTo>
                  <a:lnTo>
                    <a:pt x="1000069" y="1346224"/>
                  </a:lnTo>
                  <a:lnTo>
                    <a:pt x="1000076" y="1346228"/>
                  </a:lnTo>
                  <a:lnTo>
                    <a:pt x="1000078" y="1346231"/>
                  </a:lnTo>
                  <a:lnTo>
                    <a:pt x="1000077" y="1346243"/>
                  </a:lnTo>
                  <a:lnTo>
                    <a:pt x="1000077" y="1346250"/>
                  </a:lnTo>
                  <a:lnTo>
                    <a:pt x="1000081" y="1346258"/>
                  </a:lnTo>
                  <a:lnTo>
                    <a:pt x="1000085" y="1346263"/>
                  </a:lnTo>
                  <a:lnTo>
                    <a:pt x="1000089" y="1346266"/>
                  </a:lnTo>
                  <a:lnTo>
                    <a:pt x="1000095" y="1346267"/>
                  </a:lnTo>
                  <a:lnTo>
                    <a:pt x="1000102" y="1346273"/>
                  </a:lnTo>
                  <a:lnTo>
                    <a:pt x="1000103" y="1346280"/>
                  </a:lnTo>
                  <a:lnTo>
                    <a:pt x="1000103" y="1346288"/>
                  </a:lnTo>
                  <a:lnTo>
                    <a:pt x="1000106" y="1346293"/>
                  </a:lnTo>
                  <a:lnTo>
                    <a:pt x="1000112" y="1346297"/>
                  </a:lnTo>
                  <a:lnTo>
                    <a:pt x="1000122" y="1346274"/>
                  </a:lnTo>
                  <a:lnTo>
                    <a:pt x="1000122" y="1346268"/>
                  </a:lnTo>
                  <a:lnTo>
                    <a:pt x="1000121" y="1346263"/>
                  </a:lnTo>
                  <a:lnTo>
                    <a:pt x="1000117" y="1346259"/>
                  </a:lnTo>
                  <a:lnTo>
                    <a:pt x="1000109" y="1346254"/>
                  </a:lnTo>
                  <a:lnTo>
                    <a:pt x="1000103" y="1346248"/>
                  </a:lnTo>
                  <a:lnTo>
                    <a:pt x="1000098" y="1346239"/>
                  </a:lnTo>
                  <a:lnTo>
                    <a:pt x="1000097" y="1346233"/>
                  </a:lnTo>
                  <a:lnTo>
                    <a:pt x="1000097" y="1346226"/>
                  </a:lnTo>
                  <a:lnTo>
                    <a:pt x="1000101" y="1346218"/>
                  </a:lnTo>
                  <a:lnTo>
                    <a:pt x="1000105" y="1346212"/>
                  </a:lnTo>
                  <a:lnTo>
                    <a:pt x="1000105" y="1346203"/>
                  </a:lnTo>
                  <a:lnTo>
                    <a:pt x="1000102" y="1346194"/>
                  </a:lnTo>
                  <a:lnTo>
                    <a:pt x="1000102" y="1346187"/>
                  </a:lnTo>
                  <a:lnTo>
                    <a:pt x="1000110" y="1346171"/>
                  </a:lnTo>
                  <a:lnTo>
                    <a:pt x="1000114" y="1346164"/>
                  </a:lnTo>
                  <a:lnTo>
                    <a:pt x="1000115" y="1346157"/>
                  </a:lnTo>
                  <a:lnTo>
                    <a:pt x="1000119" y="1346142"/>
                  </a:lnTo>
                  <a:lnTo>
                    <a:pt x="1000123" y="1346135"/>
                  </a:lnTo>
                  <a:lnTo>
                    <a:pt x="1000125" y="1346127"/>
                  </a:lnTo>
                  <a:lnTo>
                    <a:pt x="1000131" y="1346112"/>
                  </a:lnTo>
                  <a:lnTo>
                    <a:pt x="1000136" y="1346102"/>
                  </a:lnTo>
                  <a:lnTo>
                    <a:pt x="1000140" y="1346097"/>
                  </a:lnTo>
                  <a:lnTo>
                    <a:pt x="1000148" y="1346083"/>
                  </a:lnTo>
                  <a:lnTo>
                    <a:pt x="1000155" y="1346074"/>
                  </a:lnTo>
                  <a:lnTo>
                    <a:pt x="1000159" y="1346068"/>
                  </a:lnTo>
                  <a:lnTo>
                    <a:pt x="1000171" y="1346053"/>
                  </a:lnTo>
                  <a:lnTo>
                    <a:pt x="1000179" y="1346039"/>
                  </a:lnTo>
                  <a:lnTo>
                    <a:pt x="1000187" y="1346025"/>
                  </a:lnTo>
                  <a:lnTo>
                    <a:pt x="1000191" y="1346018"/>
                  </a:lnTo>
                  <a:lnTo>
                    <a:pt x="1000197" y="1346001"/>
                  </a:lnTo>
                  <a:lnTo>
                    <a:pt x="1000204" y="1345988"/>
                  </a:lnTo>
                  <a:lnTo>
                    <a:pt x="1000227" y="1345957"/>
                  </a:lnTo>
                  <a:lnTo>
                    <a:pt x="1000239" y="1345942"/>
                  </a:lnTo>
                  <a:lnTo>
                    <a:pt x="1000248" y="1345927"/>
                  </a:lnTo>
                  <a:lnTo>
                    <a:pt x="1000258" y="1345912"/>
                  </a:lnTo>
                  <a:lnTo>
                    <a:pt x="1000262" y="1345907"/>
                  </a:lnTo>
                  <a:lnTo>
                    <a:pt x="1000268" y="1345896"/>
                  </a:lnTo>
                  <a:lnTo>
                    <a:pt x="1000276" y="1345883"/>
                  </a:lnTo>
                  <a:lnTo>
                    <a:pt x="1000287" y="1345869"/>
                  </a:lnTo>
                  <a:lnTo>
                    <a:pt x="1000294" y="1345862"/>
                  </a:lnTo>
                  <a:lnTo>
                    <a:pt x="1000301" y="1345858"/>
                  </a:lnTo>
                  <a:lnTo>
                    <a:pt x="1000308" y="1345854"/>
                  </a:lnTo>
                  <a:lnTo>
                    <a:pt x="1000316" y="1345852"/>
                  </a:lnTo>
                  <a:lnTo>
                    <a:pt x="1000330" y="1345849"/>
                  </a:lnTo>
                  <a:lnTo>
                    <a:pt x="1000339" y="1345846"/>
                  </a:lnTo>
                  <a:lnTo>
                    <a:pt x="1000344" y="1345846"/>
                  </a:lnTo>
                  <a:lnTo>
                    <a:pt x="1000358" y="1345847"/>
                  </a:lnTo>
                  <a:lnTo>
                    <a:pt x="1000387" y="1345851"/>
                  </a:lnTo>
                  <a:lnTo>
                    <a:pt x="1000397" y="1345851"/>
                  </a:lnTo>
                  <a:lnTo>
                    <a:pt x="1000402" y="1345853"/>
                  </a:lnTo>
                  <a:lnTo>
                    <a:pt x="1000430" y="1345857"/>
                  </a:lnTo>
                  <a:lnTo>
                    <a:pt x="1000444" y="1345861"/>
                  </a:lnTo>
                  <a:lnTo>
                    <a:pt x="1000459" y="1345863"/>
                  </a:lnTo>
                  <a:lnTo>
                    <a:pt x="1000469" y="1345863"/>
                  </a:lnTo>
                  <a:lnTo>
                    <a:pt x="1000476" y="1345857"/>
                  </a:lnTo>
                  <a:lnTo>
                    <a:pt x="1000487" y="1345848"/>
                  </a:lnTo>
                  <a:lnTo>
                    <a:pt x="1000502" y="1345835"/>
                  </a:lnTo>
                  <a:lnTo>
                    <a:pt x="1000516" y="1345824"/>
                  </a:lnTo>
                  <a:lnTo>
                    <a:pt x="1000529" y="1345812"/>
                  </a:lnTo>
                  <a:lnTo>
                    <a:pt x="1000544" y="1345798"/>
                  </a:lnTo>
                  <a:lnTo>
                    <a:pt x="1000556" y="1345785"/>
                  </a:lnTo>
                  <a:lnTo>
                    <a:pt x="1000569" y="1345772"/>
                  </a:lnTo>
                  <a:lnTo>
                    <a:pt x="1000583" y="1345757"/>
                  </a:lnTo>
                  <a:lnTo>
                    <a:pt x="1000595" y="1345744"/>
                  </a:lnTo>
                  <a:lnTo>
                    <a:pt x="1000607" y="1345733"/>
                  </a:lnTo>
                  <a:lnTo>
                    <a:pt x="1000620" y="1345720"/>
                  </a:lnTo>
                  <a:lnTo>
                    <a:pt x="1000635" y="1345707"/>
                  </a:lnTo>
                  <a:lnTo>
                    <a:pt x="1000649" y="1345694"/>
                  </a:lnTo>
                  <a:lnTo>
                    <a:pt x="1000659" y="1345684"/>
                  </a:lnTo>
                  <a:lnTo>
                    <a:pt x="1000662" y="1345679"/>
                  </a:lnTo>
                  <a:lnTo>
                    <a:pt x="1000672" y="1345664"/>
                  </a:lnTo>
                  <a:lnTo>
                    <a:pt x="1000694" y="1345636"/>
                  </a:lnTo>
                  <a:lnTo>
                    <a:pt x="1000704" y="1345618"/>
                  </a:lnTo>
                  <a:lnTo>
                    <a:pt x="1000708" y="1345605"/>
                  </a:lnTo>
                  <a:lnTo>
                    <a:pt x="1000713" y="1345590"/>
                  </a:lnTo>
                  <a:lnTo>
                    <a:pt x="1000717" y="1345575"/>
                  </a:lnTo>
                  <a:lnTo>
                    <a:pt x="1000723" y="1345560"/>
                  </a:lnTo>
                  <a:lnTo>
                    <a:pt x="1000729" y="1345548"/>
                  </a:lnTo>
                  <a:lnTo>
                    <a:pt x="1000732" y="1345545"/>
                  </a:lnTo>
                  <a:lnTo>
                    <a:pt x="1000734" y="1345541"/>
                  </a:lnTo>
                  <a:lnTo>
                    <a:pt x="1000744" y="1345531"/>
                  </a:lnTo>
                  <a:lnTo>
                    <a:pt x="1000758" y="1345520"/>
                  </a:lnTo>
                  <a:lnTo>
                    <a:pt x="1000772" y="1345510"/>
                  </a:lnTo>
                  <a:lnTo>
                    <a:pt x="1000786" y="1345501"/>
                  </a:lnTo>
                  <a:lnTo>
                    <a:pt x="1000799" y="1345493"/>
                  </a:lnTo>
                  <a:lnTo>
                    <a:pt x="1000808" y="1345488"/>
                  </a:lnTo>
                  <a:lnTo>
                    <a:pt x="1000815" y="1345486"/>
                  </a:lnTo>
                  <a:lnTo>
                    <a:pt x="1000832" y="1345480"/>
                  </a:lnTo>
                  <a:lnTo>
                    <a:pt x="1000847" y="1345474"/>
                  </a:lnTo>
                  <a:lnTo>
                    <a:pt x="1000861" y="1345465"/>
                  </a:lnTo>
                  <a:lnTo>
                    <a:pt x="1000872" y="1345456"/>
                  </a:lnTo>
                  <a:lnTo>
                    <a:pt x="1000875" y="1345452"/>
                  </a:lnTo>
                  <a:lnTo>
                    <a:pt x="1000888" y="1345440"/>
                  </a:lnTo>
                  <a:lnTo>
                    <a:pt x="1000902" y="1345432"/>
                  </a:lnTo>
                  <a:lnTo>
                    <a:pt x="1000918" y="1345424"/>
                  </a:lnTo>
                  <a:lnTo>
                    <a:pt x="1000933" y="1345418"/>
                  </a:lnTo>
                  <a:lnTo>
                    <a:pt x="1000943" y="1345417"/>
                  </a:lnTo>
                  <a:lnTo>
                    <a:pt x="1000947" y="1345418"/>
                  </a:lnTo>
                  <a:lnTo>
                    <a:pt x="1000957" y="1345419"/>
                  </a:lnTo>
                  <a:lnTo>
                    <a:pt x="1000961" y="1345422"/>
                  </a:lnTo>
                  <a:lnTo>
                    <a:pt x="1000976" y="1345429"/>
                  </a:lnTo>
                  <a:lnTo>
                    <a:pt x="1000983" y="1345432"/>
                  </a:lnTo>
                  <a:lnTo>
                    <a:pt x="1000990" y="1345430"/>
                  </a:lnTo>
                  <a:lnTo>
                    <a:pt x="1000995" y="1345429"/>
                  </a:lnTo>
                  <a:lnTo>
                    <a:pt x="1001003" y="1345420"/>
                  </a:lnTo>
                  <a:lnTo>
                    <a:pt x="1001007" y="1345414"/>
                  </a:lnTo>
                  <a:lnTo>
                    <a:pt x="1001013" y="1345410"/>
                  </a:lnTo>
                  <a:lnTo>
                    <a:pt x="1001018" y="1345408"/>
                  </a:lnTo>
                  <a:lnTo>
                    <a:pt x="1001029" y="1345412"/>
                  </a:lnTo>
                  <a:lnTo>
                    <a:pt x="1001045" y="1345421"/>
                  </a:lnTo>
                  <a:lnTo>
                    <a:pt x="1001073" y="1345440"/>
                  </a:lnTo>
                  <a:lnTo>
                    <a:pt x="1001080" y="1345442"/>
                  </a:lnTo>
                  <a:lnTo>
                    <a:pt x="1001087" y="1345442"/>
                  </a:lnTo>
                  <a:lnTo>
                    <a:pt x="1001102" y="1345441"/>
                  </a:lnTo>
                  <a:lnTo>
                    <a:pt x="1001112" y="1345436"/>
                  </a:lnTo>
                  <a:lnTo>
                    <a:pt x="1001130" y="1345429"/>
                  </a:lnTo>
                  <a:lnTo>
                    <a:pt x="1001145" y="1345423"/>
                  </a:lnTo>
                  <a:lnTo>
                    <a:pt x="1001159" y="1345419"/>
                  </a:lnTo>
                  <a:lnTo>
                    <a:pt x="1001174" y="1345414"/>
                  </a:lnTo>
                  <a:lnTo>
                    <a:pt x="1001179" y="1345410"/>
                  </a:lnTo>
                  <a:lnTo>
                    <a:pt x="1001188" y="1345407"/>
                  </a:lnTo>
                  <a:lnTo>
                    <a:pt x="1001202" y="1345401"/>
                  </a:lnTo>
                  <a:lnTo>
                    <a:pt x="1001229" y="1345390"/>
                  </a:lnTo>
                  <a:lnTo>
                    <a:pt x="1001245" y="1345389"/>
                  </a:lnTo>
                  <a:lnTo>
                    <a:pt x="1001258" y="1345391"/>
                  </a:lnTo>
                  <a:lnTo>
                    <a:pt x="1001267" y="1345393"/>
                  </a:lnTo>
                  <a:lnTo>
                    <a:pt x="1001274" y="1345396"/>
                  </a:lnTo>
                  <a:lnTo>
                    <a:pt x="1001282" y="1345399"/>
                  </a:lnTo>
                  <a:lnTo>
                    <a:pt x="1001293" y="1345398"/>
                  </a:lnTo>
                  <a:lnTo>
                    <a:pt x="1001326" y="1345385"/>
                  </a:lnTo>
                  <a:lnTo>
                    <a:pt x="1001339" y="1345384"/>
                  </a:lnTo>
                  <a:lnTo>
                    <a:pt x="1001347" y="1345385"/>
                  </a:lnTo>
                  <a:lnTo>
                    <a:pt x="1001355" y="1345391"/>
                  </a:lnTo>
                  <a:lnTo>
                    <a:pt x="1001365" y="1345398"/>
                  </a:lnTo>
                  <a:lnTo>
                    <a:pt x="1001378" y="1345397"/>
                  </a:lnTo>
                  <a:lnTo>
                    <a:pt x="1001385" y="1345391"/>
                  </a:lnTo>
                  <a:lnTo>
                    <a:pt x="1001397" y="1345377"/>
                  </a:lnTo>
                  <a:lnTo>
                    <a:pt x="1001406" y="1345367"/>
                  </a:lnTo>
                  <a:lnTo>
                    <a:pt x="1001411" y="1345365"/>
                  </a:lnTo>
                  <a:lnTo>
                    <a:pt x="1001422" y="1345358"/>
                  </a:lnTo>
                  <a:lnTo>
                    <a:pt x="1001431" y="1345355"/>
                  </a:lnTo>
                  <a:lnTo>
                    <a:pt x="1001439" y="1345353"/>
                  </a:lnTo>
                  <a:lnTo>
                    <a:pt x="1001453" y="1345352"/>
                  </a:lnTo>
                  <a:lnTo>
                    <a:pt x="1001468" y="1345350"/>
                  </a:lnTo>
                  <a:lnTo>
                    <a:pt x="1001482" y="1345350"/>
                  </a:lnTo>
                  <a:lnTo>
                    <a:pt x="1001511" y="1345350"/>
                  </a:lnTo>
                  <a:lnTo>
                    <a:pt x="1001525" y="1345351"/>
                  </a:lnTo>
                  <a:lnTo>
                    <a:pt x="1001539" y="1345354"/>
                  </a:lnTo>
                  <a:lnTo>
                    <a:pt x="1001554" y="1345357"/>
                  </a:lnTo>
                  <a:lnTo>
                    <a:pt x="1001564" y="1345361"/>
                  </a:lnTo>
                  <a:lnTo>
                    <a:pt x="1001576" y="1345361"/>
                  </a:lnTo>
                  <a:lnTo>
                    <a:pt x="1001582" y="1345359"/>
                  </a:lnTo>
                  <a:lnTo>
                    <a:pt x="1001592" y="1345359"/>
                  </a:lnTo>
                  <a:lnTo>
                    <a:pt x="1001596" y="1345362"/>
                  </a:lnTo>
                  <a:lnTo>
                    <a:pt x="1001599" y="1345365"/>
                  </a:lnTo>
                  <a:lnTo>
                    <a:pt x="1001602" y="1345372"/>
                  </a:lnTo>
                  <a:lnTo>
                    <a:pt x="1001602" y="1345377"/>
                  </a:lnTo>
                  <a:lnTo>
                    <a:pt x="1001605" y="1345385"/>
                  </a:lnTo>
                  <a:lnTo>
                    <a:pt x="1001612" y="1345390"/>
                  </a:lnTo>
                  <a:lnTo>
                    <a:pt x="1001618" y="1345394"/>
                  </a:lnTo>
                  <a:lnTo>
                    <a:pt x="1001626" y="1345396"/>
                  </a:lnTo>
                  <a:lnTo>
                    <a:pt x="1001641" y="1345399"/>
                  </a:lnTo>
                  <a:lnTo>
                    <a:pt x="1001655" y="1345401"/>
                  </a:lnTo>
                  <a:lnTo>
                    <a:pt x="1001669" y="1345402"/>
                  </a:lnTo>
                  <a:lnTo>
                    <a:pt x="1001683" y="1345405"/>
                  </a:lnTo>
                  <a:lnTo>
                    <a:pt x="1001698" y="1345408"/>
                  </a:lnTo>
                  <a:lnTo>
                    <a:pt x="1001712" y="1345414"/>
                  </a:lnTo>
                  <a:lnTo>
                    <a:pt x="1001729" y="1345418"/>
                  </a:lnTo>
                  <a:lnTo>
                    <a:pt x="1001751" y="1345424"/>
                  </a:lnTo>
                  <a:lnTo>
                    <a:pt x="1001757" y="1345419"/>
                  </a:lnTo>
                  <a:lnTo>
                    <a:pt x="1001754" y="1345400"/>
                  </a:lnTo>
                  <a:lnTo>
                    <a:pt x="1001752" y="1345384"/>
                  </a:lnTo>
                  <a:lnTo>
                    <a:pt x="1001749" y="1345369"/>
                  </a:lnTo>
                  <a:lnTo>
                    <a:pt x="1001747" y="1345353"/>
                  </a:lnTo>
                  <a:lnTo>
                    <a:pt x="1001745" y="1345338"/>
                  </a:lnTo>
                  <a:lnTo>
                    <a:pt x="1001739" y="1345308"/>
                  </a:lnTo>
                  <a:lnTo>
                    <a:pt x="1001734" y="1345293"/>
                  </a:lnTo>
                  <a:lnTo>
                    <a:pt x="1001733" y="1345278"/>
                  </a:lnTo>
                  <a:lnTo>
                    <a:pt x="1001732" y="1345263"/>
                  </a:lnTo>
                  <a:lnTo>
                    <a:pt x="1001727" y="1345248"/>
                  </a:lnTo>
                  <a:lnTo>
                    <a:pt x="1001725" y="1345244"/>
                  </a:lnTo>
                  <a:lnTo>
                    <a:pt x="1001724" y="1345233"/>
                  </a:lnTo>
                  <a:lnTo>
                    <a:pt x="1001720" y="1345216"/>
                  </a:lnTo>
                  <a:lnTo>
                    <a:pt x="1001714" y="1345204"/>
                  </a:lnTo>
                  <a:lnTo>
                    <a:pt x="1001704" y="1345193"/>
                  </a:lnTo>
                  <a:lnTo>
                    <a:pt x="1001698" y="1345189"/>
                  </a:lnTo>
                  <a:lnTo>
                    <a:pt x="1001692" y="1345185"/>
                  </a:lnTo>
                  <a:lnTo>
                    <a:pt x="1001683" y="1345182"/>
                  </a:lnTo>
                  <a:lnTo>
                    <a:pt x="1001677" y="1345179"/>
                  </a:lnTo>
                  <a:lnTo>
                    <a:pt x="1001669" y="1345173"/>
                  </a:lnTo>
                  <a:lnTo>
                    <a:pt x="1001656" y="1345160"/>
                  </a:lnTo>
                  <a:lnTo>
                    <a:pt x="1001633" y="1345125"/>
                  </a:lnTo>
                  <a:lnTo>
                    <a:pt x="1001625" y="1345110"/>
                  </a:lnTo>
                  <a:lnTo>
                    <a:pt x="1001619" y="1345100"/>
                  </a:lnTo>
                  <a:lnTo>
                    <a:pt x="1001619" y="1345095"/>
                  </a:lnTo>
                  <a:lnTo>
                    <a:pt x="1001617" y="1345088"/>
                  </a:lnTo>
                  <a:lnTo>
                    <a:pt x="1001617" y="1345080"/>
                  </a:lnTo>
                  <a:lnTo>
                    <a:pt x="1001616" y="1345064"/>
                  </a:lnTo>
                  <a:lnTo>
                    <a:pt x="1001608" y="1345034"/>
                  </a:lnTo>
                  <a:lnTo>
                    <a:pt x="1001601" y="1345019"/>
                  </a:lnTo>
                  <a:lnTo>
                    <a:pt x="1001591" y="1345004"/>
                  </a:lnTo>
                  <a:lnTo>
                    <a:pt x="1001580" y="1344989"/>
                  </a:lnTo>
                  <a:lnTo>
                    <a:pt x="1001566" y="1344977"/>
                  </a:lnTo>
                  <a:lnTo>
                    <a:pt x="1001553" y="1344968"/>
                  </a:lnTo>
                  <a:lnTo>
                    <a:pt x="1001538" y="1344957"/>
                  </a:lnTo>
                  <a:lnTo>
                    <a:pt x="1001531" y="1344951"/>
                  </a:lnTo>
                  <a:lnTo>
                    <a:pt x="1001524" y="1344948"/>
                  </a:lnTo>
                  <a:lnTo>
                    <a:pt x="1001518" y="1344944"/>
                  </a:lnTo>
                  <a:lnTo>
                    <a:pt x="1001510" y="1344942"/>
                  </a:lnTo>
                  <a:lnTo>
                    <a:pt x="1001494" y="1344930"/>
                  </a:lnTo>
                  <a:lnTo>
                    <a:pt x="1001480" y="1344917"/>
                  </a:lnTo>
                  <a:lnTo>
                    <a:pt x="1001466" y="1344905"/>
                  </a:lnTo>
                  <a:lnTo>
                    <a:pt x="1001452" y="1344892"/>
                  </a:lnTo>
                  <a:lnTo>
                    <a:pt x="1001438" y="1344887"/>
                  </a:lnTo>
                  <a:lnTo>
                    <a:pt x="1001421" y="1344884"/>
                  </a:lnTo>
                  <a:lnTo>
                    <a:pt x="1001416" y="1344879"/>
                  </a:lnTo>
                  <a:lnTo>
                    <a:pt x="1001415" y="1344872"/>
                  </a:lnTo>
                  <a:lnTo>
                    <a:pt x="1001410" y="1344842"/>
                  </a:lnTo>
                  <a:lnTo>
                    <a:pt x="1001404" y="1344834"/>
                  </a:lnTo>
                  <a:lnTo>
                    <a:pt x="1001397" y="1344828"/>
                  </a:lnTo>
                  <a:lnTo>
                    <a:pt x="1001383" y="1344823"/>
                  </a:lnTo>
                  <a:lnTo>
                    <a:pt x="1001369" y="1344819"/>
                  </a:lnTo>
                  <a:lnTo>
                    <a:pt x="1001363" y="1344812"/>
                  </a:lnTo>
                  <a:lnTo>
                    <a:pt x="1001363" y="1344806"/>
                  </a:lnTo>
                  <a:lnTo>
                    <a:pt x="1001361" y="1344790"/>
                  </a:lnTo>
                  <a:lnTo>
                    <a:pt x="1001363" y="1344775"/>
                  </a:lnTo>
                  <a:lnTo>
                    <a:pt x="1001363" y="1344760"/>
                  </a:lnTo>
                  <a:lnTo>
                    <a:pt x="1001366" y="1344752"/>
                  </a:lnTo>
                  <a:lnTo>
                    <a:pt x="1001365" y="1344745"/>
                  </a:lnTo>
                  <a:lnTo>
                    <a:pt x="1001364" y="1344740"/>
                  </a:lnTo>
                  <a:lnTo>
                    <a:pt x="1001362" y="1344736"/>
                  </a:lnTo>
                  <a:lnTo>
                    <a:pt x="1001357" y="1344730"/>
                  </a:lnTo>
                  <a:lnTo>
                    <a:pt x="1001349" y="1344720"/>
                  </a:lnTo>
                  <a:lnTo>
                    <a:pt x="1001344" y="1344713"/>
                  </a:lnTo>
                  <a:lnTo>
                    <a:pt x="1001339" y="1344703"/>
                  </a:lnTo>
                  <a:lnTo>
                    <a:pt x="1001334" y="1344682"/>
                  </a:lnTo>
                  <a:lnTo>
                    <a:pt x="1001334" y="1344639"/>
                  </a:lnTo>
                  <a:lnTo>
                    <a:pt x="1001335" y="1344628"/>
                  </a:lnTo>
                  <a:lnTo>
                    <a:pt x="1001337" y="1344624"/>
                  </a:lnTo>
                  <a:lnTo>
                    <a:pt x="1001341" y="1344608"/>
                  </a:lnTo>
                  <a:lnTo>
                    <a:pt x="1001345" y="1344600"/>
                  </a:lnTo>
                  <a:lnTo>
                    <a:pt x="1001348" y="1344588"/>
                  </a:lnTo>
                  <a:lnTo>
                    <a:pt x="1001353" y="1344579"/>
                  </a:lnTo>
                  <a:lnTo>
                    <a:pt x="1001361" y="1344561"/>
                  </a:lnTo>
                  <a:lnTo>
                    <a:pt x="1001365" y="1344549"/>
                  </a:lnTo>
                  <a:lnTo>
                    <a:pt x="1001366" y="1344544"/>
                  </a:lnTo>
                  <a:lnTo>
                    <a:pt x="1001366" y="1344534"/>
                  </a:lnTo>
                  <a:lnTo>
                    <a:pt x="1001363" y="1344522"/>
                  </a:lnTo>
                  <a:lnTo>
                    <a:pt x="1001360" y="1344513"/>
                  </a:lnTo>
                  <a:lnTo>
                    <a:pt x="1001357" y="1344505"/>
                  </a:lnTo>
                  <a:lnTo>
                    <a:pt x="1001352" y="1344492"/>
                  </a:lnTo>
                  <a:lnTo>
                    <a:pt x="1001346" y="1344468"/>
                  </a:lnTo>
                  <a:lnTo>
                    <a:pt x="1001341" y="1344446"/>
                  </a:lnTo>
                  <a:lnTo>
                    <a:pt x="1001340" y="1344431"/>
                  </a:lnTo>
                  <a:lnTo>
                    <a:pt x="1001338" y="1344416"/>
                  </a:lnTo>
                  <a:lnTo>
                    <a:pt x="1001338" y="1344401"/>
                  </a:lnTo>
                  <a:lnTo>
                    <a:pt x="1001334" y="1344392"/>
                  </a:lnTo>
                  <a:lnTo>
                    <a:pt x="1001326" y="1344379"/>
                  </a:lnTo>
                  <a:lnTo>
                    <a:pt x="1001318" y="1344365"/>
                  </a:lnTo>
                  <a:lnTo>
                    <a:pt x="1001307" y="1344349"/>
                  </a:lnTo>
                  <a:lnTo>
                    <a:pt x="1001303" y="1344335"/>
                  </a:lnTo>
                  <a:lnTo>
                    <a:pt x="1001301" y="1344325"/>
                  </a:lnTo>
                  <a:lnTo>
                    <a:pt x="1001302" y="1344317"/>
                  </a:lnTo>
                  <a:lnTo>
                    <a:pt x="1001302" y="1344306"/>
                  </a:lnTo>
                  <a:lnTo>
                    <a:pt x="1001303" y="1344287"/>
                  </a:lnTo>
                  <a:lnTo>
                    <a:pt x="1001303" y="1344278"/>
                  </a:lnTo>
                  <a:lnTo>
                    <a:pt x="1001304" y="1344263"/>
                  </a:lnTo>
                  <a:lnTo>
                    <a:pt x="1001303" y="1344248"/>
                  </a:lnTo>
                  <a:lnTo>
                    <a:pt x="1001302" y="1344237"/>
                  </a:lnTo>
                  <a:lnTo>
                    <a:pt x="1001302" y="1344218"/>
                  </a:lnTo>
                  <a:lnTo>
                    <a:pt x="1001302" y="1344188"/>
                  </a:lnTo>
                  <a:lnTo>
                    <a:pt x="1001301" y="1344170"/>
                  </a:lnTo>
                  <a:lnTo>
                    <a:pt x="1001299" y="1344155"/>
                  </a:lnTo>
                  <a:lnTo>
                    <a:pt x="1001302" y="1344140"/>
                  </a:lnTo>
                  <a:lnTo>
                    <a:pt x="1001302" y="1344132"/>
                  </a:lnTo>
                  <a:lnTo>
                    <a:pt x="1001305" y="1344121"/>
                  </a:lnTo>
                  <a:lnTo>
                    <a:pt x="1001309" y="1344098"/>
                  </a:lnTo>
                  <a:lnTo>
                    <a:pt x="1001309" y="1344089"/>
                  </a:lnTo>
                  <a:lnTo>
                    <a:pt x="1001305" y="1344073"/>
                  </a:lnTo>
                  <a:lnTo>
                    <a:pt x="1001297" y="1344058"/>
                  </a:lnTo>
                  <a:lnTo>
                    <a:pt x="1001282" y="1344043"/>
                  </a:lnTo>
                  <a:lnTo>
                    <a:pt x="1001272" y="1344028"/>
                  </a:lnTo>
                  <a:lnTo>
                    <a:pt x="1001263" y="1344013"/>
                  </a:lnTo>
                  <a:lnTo>
                    <a:pt x="1001249" y="1343995"/>
                  </a:lnTo>
                  <a:lnTo>
                    <a:pt x="1001247" y="1343977"/>
                  </a:lnTo>
                  <a:lnTo>
                    <a:pt x="1001246" y="1343971"/>
                  </a:lnTo>
                  <a:lnTo>
                    <a:pt x="1001245" y="1343962"/>
                  </a:lnTo>
                  <a:lnTo>
                    <a:pt x="1001244" y="1343953"/>
                  </a:lnTo>
                  <a:lnTo>
                    <a:pt x="1001242" y="1343947"/>
                  </a:lnTo>
                  <a:lnTo>
                    <a:pt x="1001239" y="1343939"/>
                  </a:lnTo>
                  <a:lnTo>
                    <a:pt x="1001234" y="1343932"/>
                  </a:lnTo>
                  <a:lnTo>
                    <a:pt x="1001226" y="1343917"/>
                  </a:lnTo>
                  <a:lnTo>
                    <a:pt x="1001216" y="1343902"/>
                  </a:lnTo>
                  <a:lnTo>
                    <a:pt x="1001207" y="1343887"/>
                  </a:lnTo>
                  <a:lnTo>
                    <a:pt x="1001201" y="1343875"/>
                  </a:lnTo>
                  <a:lnTo>
                    <a:pt x="1001198" y="1343872"/>
                  </a:lnTo>
                  <a:lnTo>
                    <a:pt x="1001189" y="1343857"/>
                  </a:lnTo>
                  <a:lnTo>
                    <a:pt x="1001183" y="1343842"/>
                  </a:lnTo>
                  <a:lnTo>
                    <a:pt x="1001170" y="1343823"/>
                  </a:lnTo>
                  <a:lnTo>
                    <a:pt x="1001164" y="1343808"/>
                  </a:lnTo>
                  <a:lnTo>
                    <a:pt x="1001161" y="1343804"/>
                  </a:lnTo>
                  <a:lnTo>
                    <a:pt x="1001157" y="1343796"/>
                  </a:lnTo>
                  <a:lnTo>
                    <a:pt x="1001154" y="1343790"/>
                  </a:lnTo>
                  <a:lnTo>
                    <a:pt x="1001149" y="1343778"/>
                  </a:lnTo>
                  <a:lnTo>
                    <a:pt x="1001140" y="1343763"/>
                  </a:lnTo>
                  <a:lnTo>
                    <a:pt x="1001116" y="1343716"/>
                  </a:lnTo>
                  <a:lnTo>
                    <a:pt x="1001109" y="1343705"/>
                  </a:lnTo>
                  <a:lnTo>
                    <a:pt x="1001099" y="1343693"/>
                  </a:lnTo>
                  <a:lnTo>
                    <a:pt x="1001092" y="1343684"/>
                  </a:lnTo>
                  <a:lnTo>
                    <a:pt x="1001087" y="1343678"/>
                  </a:lnTo>
                  <a:lnTo>
                    <a:pt x="1001081" y="1343672"/>
                  </a:lnTo>
                  <a:lnTo>
                    <a:pt x="1001077" y="1343664"/>
                  </a:lnTo>
                  <a:lnTo>
                    <a:pt x="1001074" y="1343649"/>
                  </a:lnTo>
                  <a:lnTo>
                    <a:pt x="1001075" y="1343631"/>
                  </a:lnTo>
                  <a:lnTo>
                    <a:pt x="1001076" y="1343616"/>
                  </a:lnTo>
                  <a:lnTo>
                    <a:pt x="1001077" y="1343599"/>
                  </a:lnTo>
                  <a:lnTo>
                    <a:pt x="1001075" y="1343584"/>
                  </a:lnTo>
                  <a:lnTo>
                    <a:pt x="1001075" y="1343569"/>
                  </a:lnTo>
                  <a:lnTo>
                    <a:pt x="1001074" y="1343561"/>
                  </a:lnTo>
                  <a:lnTo>
                    <a:pt x="1001075" y="1343554"/>
                  </a:lnTo>
                  <a:lnTo>
                    <a:pt x="1001076" y="1343536"/>
                  </a:lnTo>
                  <a:lnTo>
                    <a:pt x="1001077" y="1343521"/>
                  </a:lnTo>
                  <a:lnTo>
                    <a:pt x="1001079" y="1343505"/>
                  </a:lnTo>
                  <a:lnTo>
                    <a:pt x="1001078" y="1343501"/>
                  </a:lnTo>
                  <a:lnTo>
                    <a:pt x="1001075" y="1343497"/>
                  </a:lnTo>
                  <a:lnTo>
                    <a:pt x="1001071" y="1343494"/>
                  </a:lnTo>
                  <a:lnTo>
                    <a:pt x="1001064" y="1343490"/>
                  </a:lnTo>
                  <a:lnTo>
                    <a:pt x="1001057" y="1343485"/>
                  </a:lnTo>
                  <a:lnTo>
                    <a:pt x="1001049" y="1343478"/>
                  </a:lnTo>
                  <a:lnTo>
                    <a:pt x="1001043" y="1343472"/>
                  </a:lnTo>
                  <a:lnTo>
                    <a:pt x="1001035" y="1343465"/>
                  </a:lnTo>
                  <a:lnTo>
                    <a:pt x="1001031" y="1343460"/>
                  </a:lnTo>
                  <a:lnTo>
                    <a:pt x="1001025" y="1343453"/>
                  </a:lnTo>
                  <a:lnTo>
                    <a:pt x="1001024" y="1343446"/>
                  </a:lnTo>
                  <a:lnTo>
                    <a:pt x="1001024" y="1343431"/>
                  </a:lnTo>
                  <a:lnTo>
                    <a:pt x="1001016" y="1343408"/>
                  </a:lnTo>
                  <a:lnTo>
                    <a:pt x="1001016" y="1343403"/>
                  </a:lnTo>
                  <a:lnTo>
                    <a:pt x="1001011" y="1343393"/>
                  </a:lnTo>
                  <a:lnTo>
                    <a:pt x="1001010" y="1343378"/>
                  </a:lnTo>
                  <a:lnTo>
                    <a:pt x="1001008" y="1343363"/>
                  </a:lnTo>
                  <a:lnTo>
                    <a:pt x="1001007" y="1343348"/>
                  </a:lnTo>
                  <a:lnTo>
                    <a:pt x="1001007" y="1343333"/>
                  </a:lnTo>
                  <a:lnTo>
                    <a:pt x="1001007" y="1343318"/>
                  </a:lnTo>
                  <a:lnTo>
                    <a:pt x="1001012" y="1343309"/>
                  </a:lnTo>
                  <a:lnTo>
                    <a:pt x="1001012" y="1343302"/>
                  </a:lnTo>
                  <a:lnTo>
                    <a:pt x="1001010" y="1343291"/>
                  </a:lnTo>
                  <a:lnTo>
                    <a:pt x="1001009" y="1343287"/>
                  </a:lnTo>
                  <a:lnTo>
                    <a:pt x="1001006" y="1343272"/>
                  </a:lnTo>
                  <a:lnTo>
                    <a:pt x="1001003" y="1343257"/>
                  </a:lnTo>
                  <a:lnTo>
                    <a:pt x="1001004" y="1343239"/>
                  </a:lnTo>
                  <a:lnTo>
                    <a:pt x="1001010" y="1343209"/>
                  </a:lnTo>
                  <a:lnTo>
                    <a:pt x="1001012" y="1343194"/>
                  </a:lnTo>
                  <a:lnTo>
                    <a:pt x="1001014" y="1343188"/>
                  </a:lnTo>
                  <a:lnTo>
                    <a:pt x="1001014" y="1343181"/>
                  </a:lnTo>
                  <a:lnTo>
                    <a:pt x="1001012" y="1343175"/>
                  </a:lnTo>
                  <a:lnTo>
                    <a:pt x="1001011" y="1343168"/>
                  </a:lnTo>
                  <a:lnTo>
                    <a:pt x="1000995" y="1343133"/>
                  </a:lnTo>
                  <a:lnTo>
                    <a:pt x="1000989" y="1343116"/>
                  </a:lnTo>
                  <a:lnTo>
                    <a:pt x="1000986" y="1343106"/>
                  </a:lnTo>
                  <a:lnTo>
                    <a:pt x="1000985" y="1343101"/>
                  </a:lnTo>
                  <a:lnTo>
                    <a:pt x="1000979" y="1343085"/>
                  </a:lnTo>
                  <a:lnTo>
                    <a:pt x="1000978" y="1343077"/>
                  </a:lnTo>
                  <a:lnTo>
                    <a:pt x="1000974" y="1343067"/>
                  </a:lnTo>
                  <a:lnTo>
                    <a:pt x="1000968" y="1343055"/>
                  </a:lnTo>
                  <a:lnTo>
                    <a:pt x="1000963" y="1343043"/>
                  </a:lnTo>
                  <a:lnTo>
                    <a:pt x="1000959" y="1343035"/>
                  </a:lnTo>
                  <a:lnTo>
                    <a:pt x="1000953" y="1343025"/>
                  </a:lnTo>
                  <a:lnTo>
                    <a:pt x="1000945" y="1343010"/>
                  </a:lnTo>
                  <a:lnTo>
                    <a:pt x="1000934" y="1342995"/>
                  </a:lnTo>
                  <a:lnTo>
                    <a:pt x="1000921" y="1342981"/>
                  </a:lnTo>
                  <a:lnTo>
                    <a:pt x="1000905" y="1342965"/>
                  </a:lnTo>
                  <a:lnTo>
                    <a:pt x="1000893" y="1342950"/>
                  </a:lnTo>
                  <a:lnTo>
                    <a:pt x="1000888" y="1342942"/>
                  </a:lnTo>
                  <a:lnTo>
                    <a:pt x="1000886" y="1342934"/>
                  </a:lnTo>
                  <a:lnTo>
                    <a:pt x="1000884" y="1342927"/>
                  </a:lnTo>
                  <a:lnTo>
                    <a:pt x="1000879" y="1342906"/>
                  </a:lnTo>
                  <a:lnTo>
                    <a:pt x="1000881" y="1342891"/>
                  </a:lnTo>
                  <a:lnTo>
                    <a:pt x="1000884" y="1342885"/>
                  </a:lnTo>
                  <a:lnTo>
                    <a:pt x="1000896" y="1342871"/>
                  </a:lnTo>
                  <a:lnTo>
                    <a:pt x="1000902" y="1342864"/>
                  </a:lnTo>
                  <a:lnTo>
                    <a:pt x="1000905" y="1342854"/>
                  </a:lnTo>
                  <a:lnTo>
                    <a:pt x="1000904" y="1342840"/>
                  </a:lnTo>
                  <a:lnTo>
                    <a:pt x="1000898" y="1342825"/>
                  </a:lnTo>
                  <a:lnTo>
                    <a:pt x="1000893" y="1342816"/>
                  </a:lnTo>
                  <a:lnTo>
                    <a:pt x="1000891" y="1342810"/>
                  </a:lnTo>
                  <a:lnTo>
                    <a:pt x="1000893" y="1342797"/>
                  </a:lnTo>
                  <a:lnTo>
                    <a:pt x="1000904" y="1342780"/>
                  </a:lnTo>
                  <a:lnTo>
                    <a:pt x="1000908" y="1342773"/>
                  </a:lnTo>
                  <a:lnTo>
                    <a:pt x="1000910" y="1342765"/>
                  </a:lnTo>
                  <a:lnTo>
                    <a:pt x="1000910" y="1342749"/>
                  </a:lnTo>
                  <a:lnTo>
                    <a:pt x="1000905" y="1342734"/>
                  </a:lnTo>
                  <a:lnTo>
                    <a:pt x="1000895" y="1342719"/>
                  </a:lnTo>
                  <a:lnTo>
                    <a:pt x="1000884" y="1342704"/>
                  </a:lnTo>
                  <a:lnTo>
                    <a:pt x="1000872" y="1342690"/>
                  </a:lnTo>
                  <a:lnTo>
                    <a:pt x="1000856" y="1342674"/>
                  </a:lnTo>
                  <a:lnTo>
                    <a:pt x="1000842" y="1342661"/>
                  </a:lnTo>
                  <a:lnTo>
                    <a:pt x="1000830" y="1342646"/>
                  </a:lnTo>
                  <a:lnTo>
                    <a:pt x="1000823" y="1342633"/>
                  </a:lnTo>
                  <a:lnTo>
                    <a:pt x="1000819" y="1342622"/>
                  </a:lnTo>
                  <a:lnTo>
                    <a:pt x="1000819" y="1342616"/>
                  </a:lnTo>
                  <a:lnTo>
                    <a:pt x="1000821" y="1342601"/>
                  </a:lnTo>
                  <a:lnTo>
                    <a:pt x="1000822" y="1342594"/>
                  </a:lnTo>
                  <a:lnTo>
                    <a:pt x="1000823" y="1342585"/>
                  </a:lnTo>
                  <a:lnTo>
                    <a:pt x="1000820" y="1342568"/>
                  </a:lnTo>
                  <a:lnTo>
                    <a:pt x="1000813" y="1342556"/>
                  </a:lnTo>
                  <a:lnTo>
                    <a:pt x="1000804" y="1342546"/>
                  </a:lnTo>
                  <a:lnTo>
                    <a:pt x="1000793" y="1342539"/>
                  </a:lnTo>
                  <a:lnTo>
                    <a:pt x="1000764" y="1342517"/>
                  </a:lnTo>
                  <a:lnTo>
                    <a:pt x="1000753" y="1342503"/>
                  </a:lnTo>
                  <a:lnTo>
                    <a:pt x="1000746" y="1342488"/>
                  </a:lnTo>
                  <a:lnTo>
                    <a:pt x="1000742" y="1342481"/>
                  </a:lnTo>
                  <a:lnTo>
                    <a:pt x="1000740" y="1342473"/>
                  </a:lnTo>
                  <a:lnTo>
                    <a:pt x="1000737" y="1342458"/>
                  </a:lnTo>
                  <a:lnTo>
                    <a:pt x="1000732" y="1342443"/>
                  </a:lnTo>
                  <a:lnTo>
                    <a:pt x="1000729" y="1342428"/>
                  </a:lnTo>
                  <a:lnTo>
                    <a:pt x="1000726" y="1342419"/>
                  </a:lnTo>
                  <a:lnTo>
                    <a:pt x="1000726" y="1342413"/>
                  </a:lnTo>
                  <a:lnTo>
                    <a:pt x="1000731" y="1342398"/>
                  </a:lnTo>
                  <a:lnTo>
                    <a:pt x="1000737" y="1342385"/>
                  </a:lnTo>
                  <a:lnTo>
                    <a:pt x="1000742" y="1342379"/>
                  </a:lnTo>
                  <a:lnTo>
                    <a:pt x="1000748" y="1342368"/>
                  </a:lnTo>
                  <a:lnTo>
                    <a:pt x="1000753" y="1342360"/>
                  </a:lnTo>
                  <a:lnTo>
                    <a:pt x="1000758" y="1342356"/>
                  </a:lnTo>
                  <a:lnTo>
                    <a:pt x="1000764" y="1342352"/>
                  </a:lnTo>
                  <a:lnTo>
                    <a:pt x="1000778" y="1342340"/>
                  </a:lnTo>
                  <a:lnTo>
                    <a:pt x="1000792" y="1342329"/>
                  </a:lnTo>
                  <a:lnTo>
                    <a:pt x="1000798" y="1342326"/>
                  </a:lnTo>
                  <a:lnTo>
                    <a:pt x="1000806" y="1342319"/>
                  </a:lnTo>
                  <a:lnTo>
                    <a:pt x="1000823" y="1342304"/>
                  </a:lnTo>
                  <a:lnTo>
                    <a:pt x="1000836" y="1342281"/>
                  </a:lnTo>
                  <a:lnTo>
                    <a:pt x="1000840" y="1342269"/>
                  </a:lnTo>
                  <a:lnTo>
                    <a:pt x="1000843" y="1342254"/>
                  </a:lnTo>
                  <a:lnTo>
                    <a:pt x="1000847" y="1342239"/>
                  </a:lnTo>
                  <a:lnTo>
                    <a:pt x="1000848" y="1342230"/>
                  </a:lnTo>
                  <a:lnTo>
                    <a:pt x="1000858" y="1342209"/>
                  </a:lnTo>
                  <a:lnTo>
                    <a:pt x="1000870" y="1342194"/>
                  </a:lnTo>
                  <a:lnTo>
                    <a:pt x="1000876" y="1342183"/>
                  </a:lnTo>
                  <a:lnTo>
                    <a:pt x="1000877" y="1342164"/>
                  </a:lnTo>
                  <a:lnTo>
                    <a:pt x="1000876" y="1342151"/>
                  </a:lnTo>
                  <a:lnTo>
                    <a:pt x="1000870" y="1342134"/>
                  </a:lnTo>
                  <a:lnTo>
                    <a:pt x="1000867" y="1342127"/>
                  </a:lnTo>
                  <a:lnTo>
                    <a:pt x="1000864" y="1342118"/>
                  </a:lnTo>
                  <a:lnTo>
                    <a:pt x="1000859" y="1342101"/>
                  </a:lnTo>
                  <a:lnTo>
                    <a:pt x="1000857" y="1342097"/>
                  </a:lnTo>
                  <a:lnTo>
                    <a:pt x="1000856" y="1342086"/>
                  </a:lnTo>
                  <a:lnTo>
                    <a:pt x="1000854" y="1342070"/>
                  </a:lnTo>
                  <a:lnTo>
                    <a:pt x="1000854" y="1342060"/>
                  </a:lnTo>
                  <a:lnTo>
                    <a:pt x="1000856" y="1342050"/>
                  </a:lnTo>
                  <a:lnTo>
                    <a:pt x="1000853" y="1342042"/>
                  </a:lnTo>
                  <a:lnTo>
                    <a:pt x="1000851" y="1342036"/>
                  </a:lnTo>
                  <a:lnTo>
                    <a:pt x="1000842" y="1341998"/>
                  </a:lnTo>
                  <a:lnTo>
                    <a:pt x="1000839" y="1341991"/>
                  </a:lnTo>
                  <a:lnTo>
                    <a:pt x="1000839" y="1341982"/>
                  </a:lnTo>
                  <a:lnTo>
                    <a:pt x="1000833" y="1341967"/>
                  </a:lnTo>
                  <a:lnTo>
                    <a:pt x="1000823" y="1341952"/>
                  </a:lnTo>
                  <a:lnTo>
                    <a:pt x="1000819" y="1341944"/>
                  </a:lnTo>
                  <a:lnTo>
                    <a:pt x="1000811" y="1341937"/>
                  </a:lnTo>
                  <a:lnTo>
                    <a:pt x="1000808" y="1341922"/>
                  </a:lnTo>
                  <a:lnTo>
                    <a:pt x="1000812" y="1341903"/>
                  </a:lnTo>
                  <a:lnTo>
                    <a:pt x="1000813" y="1341876"/>
                  </a:lnTo>
                  <a:lnTo>
                    <a:pt x="1000810" y="1341861"/>
                  </a:lnTo>
                  <a:lnTo>
                    <a:pt x="1000810" y="1341855"/>
                  </a:lnTo>
                  <a:lnTo>
                    <a:pt x="1000807" y="1341846"/>
                  </a:lnTo>
                  <a:lnTo>
                    <a:pt x="1000805" y="1341820"/>
                  </a:lnTo>
                  <a:lnTo>
                    <a:pt x="1000806" y="1341813"/>
                  </a:lnTo>
                  <a:lnTo>
                    <a:pt x="1000809" y="1341798"/>
                  </a:lnTo>
                  <a:lnTo>
                    <a:pt x="1000807" y="1341785"/>
                  </a:lnTo>
                  <a:lnTo>
                    <a:pt x="1000811" y="1341773"/>
                  </a:lnTo>
                  <a:lnTo>
                    <a:pt x="1000813" y="1341768"/>
                  </a:lnTo>
                  <a:lnTo>
                    <a:pt x="1000819" y="1341756"/>
                  </a:lnTo>
                  <a:lnTo>
                    <a:pt x="1000858" y="1341707"/>
                  </a:lnTo>
                  <a:lnTo>
                    <a:pt x="1000865" y="1341696"/>
                  </a:lnTo>
                  <a:lnTo>
                    <a:pt x="1000867" y="1341690"/>
                  </a:lnTo>
                  <a:lnTo>
                    <a:pt x="1000868" y="1341675"/>
                  </a:lnTo>
                  <a:lnTo>
                    <a:pt x="1000869" y="1341663"/>
                  </a:lnTo>
                  <a:lnTo>
                    <a:pt x="1000871" y="1341660"/>
                  </a:lnTo>
                  <a:lnTo>
                    <a:pt x="1000875" y="1341649"/>
                  </a:lnTo>
                  <a:lnTo>
                    <a:pt x="1000890" y="1341630"/>
                  </a:lnTo>
                  <a:lnTo>
                    <a:pt x="1000900" y="1341617"/>
                  </a:lnTo>
                  <a:lnTo>
                    <a:pt x="1000909" y="1341604"/>
                  </a:lnTo>
                  <a:lnTo>
                    <a:pt x="1000916" y="1341601"/>
                  </a:lnTo>
                  <a:lnTo>
                    <a:pt x="1000923" y="1341600"/>
                  </a:lnTo>
                  <a:lnTo>
                    <a:pt x="1000932" y="1341598"/>
                  </a:lnTo>
                  <a:lnTo>
                    <a:pt x="1000940" y="1341598"/>
                  </a:lnTo>
                  <a:lnTo>
                    <a:pt x="1000948" y="1341597"/>
                  </a:lnTo>
                  <a:lnTo>
                    <a:pt x="1000954" y="1341595"/>
                  </a:lnTo>
                  <a:lnTo>
                    <a:pt x="1000967" y="1341582"/>
                  </a:lnTo>
                  <a:lnTo>
                    <a:pt x="1000973" y="1341567"/>
                  </a:lnTo>
                  <a:lnTo>
                    <a:pt x="1000973" y="1341551"/>
                  </a:lnTo>
                  <a:lnTo>
                    <a:pt x="1000973" y="1341542"/>
                  </a:lnTo>
                  <a:lnTo>
                    <a:pt x="1000973" y="1341533"/>
                  </a:lnTo>
                  <a:lnTo>
                    <a:pt x="1000973" y="1341518"/>
                  </a:lnTo>
                  <a:lnTo>
                    <a:pt x="1000974" y="1341505"/>
                  </a:lnTo>
                  <a:lnTo>
                    <a:pt x="1000973" y="1341492"/>
                  </a:lnTo>
                  <a:lnTo>
                    <a:pt x="1000971" y="1341488"/>
                  </a:lnTo>
                  <a:lnTo>
                    <a:pt x="1000969" y="1341484"/>
                  </a:lnTo>
                  <a:lnTo>
                    <a:pt x="1000968" y="1341473"/>
                  </a:lnTo>
                  <a:lnTo>
                    <a:pt x="1000966" y="1341458"/>
                  </a:lnTo>
                  <a:lnTo>
                    <a:pt x="1000965" y="1341443"/>
                  </a:lnTo>
                  <a:lnTo>
                    <a:pt x="1000963" y="1341424"/>
                  </a:lnTo>
                  <a:lnTo>
                    <a:pt x="1000959" y="1341413"/>
                  </a:lnTo>
                  <a:lnTo>
                    <a:pt x="1000959" y="1341383"/>
                  </a:lnTo>
                  <a:lnTo>
                    <a:pt x="1000961" y="1341368"/>
                  </a:lnTo>
                  <a:lnTo>
                    <a:pt x="1000964" y="1341352"/>
                  </a:lnTo>
                  <a:lnTo>
                    <a:pt x="1000964" y="1341337"/>
                  </a:lnTo>
                  <a:lnTo>
                    <a:pt x="1000966" y="1341322"/>
                  </a:lnTo>
                  <a:lnTo>
                    <a:pt x="1000966" y="1341307"/>
                  </a:lnTo>
                  <a:lnTo>
                    <a:pt x="1000967" y="1341281"/>
                  </a:lnTo>
                  <a:lnTo>
                    <a:pt x="1000974" y="1341270"/>
                  </a:lnTo>
                  <a:lnTo>
                    <a:pt x="1000982" y="1341261"/>
                  </a:lnTo>
                  <a:lnTo>
                    <a:pt x="1000987" y="1341256"/>
                  </a:lnTo>
                  <a:lnTo>
                    <a:pt x="1000993" y="1341253"/>
                  </a:lnTo>
                  <a:lnTo>
                    <a:pt x="1001002" y="1341255"/>
                  </a:lnTo>
                  <a:lnTo>
                    <a:pt x="1001016" y="1341260"/>
                  </a:lnTo>
                  <a:lnTo>
                    <a:pt x="1001031" y="1341266"/>
                  </a:lnTo>
                  <a:lnTo>
                    <a:pt x="1001041" y="1341274"/>
                  </a:lnTo>
                  <a:lnTo>
                    <a:pt x="1001044" y="1341278"/>
                  </a:lnTo>
                  <a:lnTo>
                    <a:pt x="1001057" y="1341291"/>
                  </a:lnTo>
                  <a:lnTo>
                    <a:pt x="1001072" y="1341307"/>
                  </a:lnTo>
                  <a:lnTo>
                    <a:pt x="1001084" y="1341320"/>
                  </a:lnTo>
                  <a:lnTo>
                    <a:pt x="1001097" y="1341335"/>
                  </a:lnTo>
                  <a:lnTo>
                    <a:pt x="1001100" y="1341339"/>
                  </a:lnTo>
                  <a:lnTo>
                    <a:pt x="1001110" y="1341347"/>
                  </a:lnTo>
                  <a:lnTo>
                    <a:pt x="1001124" y="1341357"/>
                  </a:lnTo>
                  <a:lnTo>
                    <a:pt x="1001138" y="1341364"/>
                  </a:lnTo>
                  <a:lnTo>
                    <a:pt x="1001147" y="1341370"/>
                  </a:lnTo>
                  <a:lnTo>
                    <a:pt x="1001152" y="1341372"/>
                  </a:lnTo>
                  <a:lnTo>
                    <a:pt x="1001167" y="1341381"/>
                  </a:lnTo>
                  <a:lnTo>
                    <a:pt x="1001196" y="1341397"/>
                  </a:lnTo>
                  <a:lnTo>
                    <a:pt x="1001210" y="1341404"/>
                  </a:lnTo>
                  <a:lnTo>
                    <a:pt x="1001226" y="1341411"/>
                  </a:lnTo>
                  <a:lnTo>
                    <a:pt x="1001237" y="1341415"/>
                  </a:lnTo>
                  <a:lnTo>
                    <a:pt x="1001240" y="1341419"/>
                  </a:lnTo>
                  <a:lnTo>
                    <a:pt x="1001255" y="1341425"/>
                  </a:lnTo>
                  <a:lnTo>
                    <a:pt x="1001269" y="1341427"/>
                  </a:lnTo>
                  <a:lnTo>
                    <a:pt x="1001286" y="1341431"/>
                  </a:lnTo>
                  <a:lnTo>
                    <a:pt x="1001299" y="1341434"/>
                  </a:lnTo>
                  <a:lnTo>
                    <a:pt x="1001315" y="1341442"/>
                  </a:lnTo>
                  <a:lnTo>
                    <a:pt x="1001323" y="1341444"/>
                  </a:lnTo>
                  <a:lnTo>
                    <a:pt x="1001329" y="1341448"/>
                  </a:lnTo>
                  <a:lnTo>
                    <a:pt x="1001344" y="1341454"/>
                  </a:lnTo>
                  <a:lnTo>
                    <a:pt x="1001358" y="1341459"/>
                  </a:lnTo>
                  <a:lnTo>
                    <a:pt x="1001371" y="1341462"/>
                  </a:lnTo>
                  <a:lnTo>
                    <a:pt x="1001401" y="1341469"/>
                  </a:lnTo>
                  <a:lnTo>
                    <a:pt x="1001418" y="1341472"/>
                  </a:lnTo>
                  <a:lnTo>
                    <a:pt x="1001432" y="1341474"/>
                  </a:lnTo>
                  <a:lnTo>
                    <a:pt x="1001447" y="1341477"/>
                  </a:lnTo>
                  <a:lnTo>
                    <a:pt x="1001461" y="1341479"/>
                  </a:lnTo>
                  <a:lnTo>
                    <a:pt x="1001475" y="1341480"/>
                  </a:lnTo>
                  <a:lnTo>
                    <a:pt x="1001490" y="1341480"/>
                  </a:lnTo>
                  <a:lnTo>
                    <a:pt x="1001504" y="1341476"/>
                  </a:lnTo>
                  <a:lnTo>
                    <a:pt x="1001512" y="1341478"/>
                  </a:lnTo>
                  <a:lnTo>
                    <a:pt x="1001518" y="1341483"/>
                  </a:lnTo>
                  <a:lnTo>
                    <a:pt x="1001547" y="1341501"/>
                  </a:lnTo>
                  <a:lnTo>
                    <a:pt x="1001561" y="1341510"/>
                  </a:lnTo>
                  <a:lnTo>
                    <a:pt x="1001576" y="1341516"/>
                  </a:lnTo>
                  <a:lnTo>
                    <a:pt x="1001590" y="1341524"/>
                  </a:lnTo>
                  <a:lnTo>
                    <a:pt x="1001602" y="1341532"/>
                  </a:lnTo>
                  <a:lnTo>
                    <a:pt x="1001618" y="1341542"/>
                  </a:lnTo>
                  <a:lnTo>
                    <a:pt x="1001633" y="1341558"/>
                  </a:lnTo>
                  <a:lnTo>
                    <a:pt x="1001645" y="1341573"/>
                  </a:lnTo>
                  <a:lnTo>
                    <a:pt x="1001656" y="1341587"/>
                  </a:lnTo>
                  <a:lnTo>
                    <a:pt x="1001667" y="1341602"/>
                  </a:lnTo>
                  <a:lnTo>
                    <a:pt x="1001683" y="1341613"/>
                  </a:lnTo>
                  <a:lnTo>
                    <a:pt x="1001698" y="1341622"/>
                  </a:lnTo>
                  <a:lnTo>
                    <a:pt x="1001712" y="1341635"/>
                  </a:lnTo>
                  <a:lnTo>
                    <a:pt x="1001724" y="1341652"/>
                  </a:lnTo>
                  <a:lnTo>
                    <a:pt x="1001736" y="1341667"/>
                  </a:lnTo>
                  <a:lnTo>
                    <a:pt x="1001749" y="1341681"/>
                  </a:lnTo>
                  <a:lnTo>
                    <a:pt x="1001759" y="1341689"/>
                  </a:lnTo>
                  <a:lnTo>
                    <a:pt x="1001772" y="1341693"/>
                  </a:lnTo>
                  <a:lnTo>
                    <a:pt x="1001784" y="1341693"/>
                  </a:lnTo>
                  <a:lnTo>
                    <a:pt x="1001792" y="1341691"/>
                  </a:lnTo>
                  <a:lnTo>
                    <a:pt x="1001799" y="1341689"/>
                  </a:lnTo>
                  <a:lnTo>
                    <a:pt x="1001807" y="1341689"/>
                  </a:lnTo>
                  <a:lnTo>
                    <a:pt x="1001823" y="1341693"/>
                  </a:lnTo>
                  <a:lnTo>
                    <a:pt x="1001838" y="1341699"/>
                  </a:lnTo>
                  <a:lnTo>
                    <a:pt x="1001852" y="1341708"/>
                  </a:lnTo>
                  <a:lnTo>
                    <a:pt x="1001867" y="1341715"/>
                  </a:lnTo>
                  <a:lnTo>
                    <a:pt x="1001881" y="1341722"/>
                  </a:lnTo>
                  <a:lnTo>
                    <a:pt x="1001895" y="1341729"/>
                  </a:lnTo>
                  <a:lnTo>
                    <a:pt x="1001901" y="1341730"/>
                  </a:lnTo>
                  <a:lnTo>
                    <a:pt x="1001909" y="1341735"/>
                  </a:lnTo>
                  <a:lnTo>
                    <a:pt x="1001924" y="1341740"/>
                  </a:lnTo>
                  <a:lnTo>
                    <a:pt x="1001952" y="1341740"/>
                  </a:lnTo>
                  <a:lnTo>
                    <a:pt x="1001967" y="1341737"/>
                  </a:lnTo>
                  <a:lnTo>
                    <a:pt x="1001981" y="1341736"/>
                  </a:lnTo>
                  <a:lnTo>
                    <a:pt x="1001995" y="1341738"/>
                  </a:lnTo>
                  <a:lnTo>
                    <a:pt x="1002010" y="1341738"/>
                  </a:lnTo>
                  <a:lnTo>
                    <a:pt x="1002024" y="1341740"/>
                  </a:lnTo>
                  <a:lnTo>
                    <a:pt x="1002038" y="1341746"/>
                  </a:lnTo>
                  <a:lnTo>
                    <a:pt x="1002045" y="1341749"/>
                  </a:lnTo>
                  <a:lnTo>
                    <a:pt x="1002053" y="1341753"/>
                  </a:lnTo>
                  <a:lnTo>
                    <a:pt x="1002067" y="1341760"/>
                  </a:lnTo>
                  <a:lnTo>
                    <a:pt x="1002081" y="1341769"/>
                  </a:lnTo>
                  <a:lnTo>
                    <a:pt x="1002120" y="1341803"/>
                  </a:lnTo>
                  <a:lnTo>
                    <a:pt x="1002128" y="1341812"/>
                  </a:lnTo>
                  <a:lnTo>
                    <a:pt x="1002133" y="1341823"/>
                  </a:lnTo>
                  <a:lnTo>
                    <a:pt x="1002139" y="1341831"/>
                  </a:lnTo>
                  <a:lnTo>
                    <a:pt x="1002159" y="1341862"/>
                  </a:lnTo>
                  <a:lnTo>
                    <a:pt x="1002165" y="1341864"/>
                  </a:lnTo>
                  <a:lnTo>
                    <a:pt x="1002204" y="1341876"/>
                  </a:lnTo>
                  <a:lnTo>
                    <a:pt x="1002220" y="1341884"/>
                  </a:lnTo>
                  <a:lnTo>
                    <a:pt x="1002242" y="1341897"/>
                  </a:lnTo>
                  <a:lnTo>
                    <a:pt x="1002256" y="1341908"/>
                  </a:lnTo>
                  <a:lnTo>
                    <a:pt x="1002269" y="1341922"/>
                  </a:lnTo>
                  <a:lnTo>
                    <a:pt x="1002282" y="1341936"/>
                  </a:lnTo>
                  <a:lnTo>
                    <a:pt x="1002296" y="1341953"/>
                  </a:lnTo>
                  <a:lnTo>
                    <a:pt x="1002310" y="1341966"/>
                  </a:lnTo>
                  <a:lnTo>
                    <a:pt x="1002323" y="1341979"/>
                  </a:lnTo>
                  <a:lnTo>
                    <a:pt x="1002335" y="1341994"/>
                  </a:lnTo>
                  <a:lnTo>
                    <a:pt x="1002344" y="1342009"/>
                  </a:lnTo>
                  <a:lnTo>
                    <a:pt x="1002352" y="1342024"/>
                  </a:lnTo>
                  <a:lnTo>
                    <a:pt x="1002357" y="1342033"/>
                  </a:lnTo>
                  <a:lnTo>
                    <a:pt x="1002360" y="1342039"/>
                  </a:lnTo>
                  <a:lnTo>
                    <a:pt x="1002369" y="1342054"/>
                  </a:lnTo>
                  <a:lnTo>
                    <a:pt x="1002378" y="1342066"/>
                  </a:lnTo>
                  <a:lnTo>
                    <a:pt x="1002414" y="1342101"/>
                  </a:lnTo>
                  <a:lnTo>
                    <a:pt x="1002428" y="1342114"/>
                  </a:lnTo>
                  <a:lnTo>
                    <a:pt x="1002442" y="1342126"/>
                  </a:lnTo>
                  <a:lnTo>
                    <a:pt x="1002457" y="1342139"/>
                  </a:lnTo>
                  <a:lnTo>
                    <a:pt x="1002471" y="1342150"/>
                  </a:lnTo>
                  <a:lnTo>
                    <a:pt x="1002485" y="1342156"/>
                  </a:lnTo>
                  <a:lnTo>
                    <a:pt x="1002499" y="1342162"/>
                  </a:lnTo>
                  <a:lnTo>
                    <a:pt x="1002507" y="1342164"/>
                  </a:lnTo>
                  <a:lnTo>
                    <a:pt x="1002514" y="1342168"/>
                  </a:lnTo>
                  <a:lnTo>
                    <a:pt x="1002522" y="1342173"/>
                  </a:lnTo>
                  <a:lnTo>
                    <a:pt x="1002528" y="1342180"/>
                  </a:lnTo>
                  <a:lnTo>
                    <a:pt x="1002543" y="1342195"/>
                  </a:lnTo>
                  <a:lnTo>
                    <a:pt x="1002557" y="1342209"/>
                  </a:lnTo>
                  <a:lnTo>
                    <a:pt x="1002571" y="1342222"/>
                  </a:lnTo>
                  <a:lnTo>
                    <a:pt x="1002587" y="1342239"/>
                  </a:lnTo>
                  <a:lnTo>
                    <a:pt x="1002600" y="1342252"/>
                  </a:lnTo>
                  <a:lnTo>
                    <a:pt x="1002612" y="1342266"/>
                  </a:lnTo>
                  <a:lnTo>
                    <a:pt x="1002623" y="1342281"/>
                  </a:lnTo>
                  <a:lnTo>
                    <a:pt x="1002632" y="1342296"/>
                  </a:lnTo>
                  <a:lnTo>
                    <a:pt x="1002658" y="1342341"/>
                  </a:lnTo>
                  <a:lnTo>
                    <a:pt x="1002670" y="1342355"/>
                  </a:lnTo>
                  <a:lnTo>
                    <a:pt x="1002726" y="1342394"/>
                  </a:lnTo>
                  <a:lnTo>
                    <a:pt x="1002734" y="1342400"/>
                  </a:lnTo>
                  <a:lnTo>
                    <a:pt x="1002739" y="1342405"/>
                  </a:lnTo>
                  <a:lnTo>
                    <a:pt x="1002767" y="1342431"/>
                  </a:lnTo>
                  <a:lnTo>
                    <a:pt x="1002781" y="1342443"/>
                  </a:lnTo>
                  <a:lnTo>
                    <a:pt x="1002796" y="1342450"/>
                  </a:lnTo>
                  <a:lnTo>
                    <a:pt x="1002810" y="1342459"/>
                  </a:lnTo>
                  <a:lnTo>
                    <a:pt x="1002824" y="1342465"/>
                  </a:lnTo>
                  <a:lnTo>
                    <a:pt x="1002828" y="1342467"/>
                  </a:lnTo>
                  <a:lnTo>
                    <a:pt x="1002839" y="1342474"/>
                  </a:lnTo>
                  <a:lnTo>
                    <a:pt x="1002853" y="1342485"/>
                  </a:lnTo>
                  <a:lnTo>
                    <a:pt x="1002868" y="1342498"/>
                  </a:lnTo>
                  <a:lnTo>
                    <a:pt x="1002881" y="1342506"/>
                  </a:lnTo>
                  <a:lnTo>
                    <a:pt x="1002893" y="1342515"/>
                  </a:lnTo>
                  <a:lnTo>
                    <a:pt x="1002907" y="1342523"/>
                  </a:lnTo>
                  <a:lnTo>
                    <a:pt x="1002924" y="1342528"/>
                  </a:lnTo>
                  <a:lnTo>
                    <a:pt x="1002938" y="1342534"/>
                  </a:lnTo>
                  <a:lnTo>
                    <a:pt x="1002952" y="1342536"/>
                  </a:lnTo>
                  <a:lnTo>
                    <a:pt x="1002959" y="1342538"/>
                  </a:lnTo>
                  <a:lnTo>
                    <a:pt x="1002967" y="1342538"/>
                  </a:lnTo>
                  <a:lnTo>
                    <a:pt x="1002981" y="1342540"/>
                  </a:lnTo>
                  <a:lnTo>
                    <a:pt x="1002995" y="1342544"/>
                  </a:lnTo>
                  <a:lnTo>
                    <a:pt x="1003003" y="1342549"/>
                  </a:lnTo>
                  <a:lnTo>
                    <a:pt x="1003009" y="1342555"/>
                  </a:lnTo>
                  <a:lnTo>
                    <a:pt x="1003021" y="1342570"/>
                  </a:lnTo>
                  <a:lnTo>
                    <a:pt x="1003034" y="1342585"/>
                  </a:lnTo>
                  <a:lnTo>
                    <a:pt x="1003048" y="1342597"/>
                  </a:lnTo>
                  <a:lnTo>
                    <a:pt x="1003062" y="1342605"/>
                  </a:lnTo>
                  <a:lnTo>
                    <a:pt x="1003068" y="1342607"/>
                  </a:lnTo>
                  <a:lnTo>
                    <a:pt x="1003074" y="1342607"/>
                  </a:lnTo>
                  <a:lnTo>
                    <a:pt x="1003079" y="1342606"/>
                  </a:lnTo>
                  <a:lnTo>
                    <a:pt x="1003085" y="1342602"/>
                  </a:lnTo>
                  <a:lnTo>
                    <a:pt x="1003091" y="1342597"/>
                  </a:lnTo>
                  <a:lnTo>
                    <a:pt x="1003100" y="1342594"/>
                  </a:lnTo>
                  <a:lnTo>
                    <a:pt x="1003105" y="1342595"/>
                  </a:lnTo>
                  <a:lnTo>
                    <a:pt x="1003115" y="1342598"/>
                  </a:lnTo>
                  <a:lnTo>
                    <a:pt x="1003133" y="1342614"/>
                  </a:lnTo>
                  <a:lnTo>
                    <a:pt x="1003147" y="1342624"/>
                  </a:lnTo>
                  <a:lnTo>
                    <a:pt x="1003205" y="1342646"/>
                  </a:lnTo>
                  <a:lnTo>
                    <a:pt x="1003243" y="1342655"/>
                  </a:lnTo>
                  <a:lnTo>
                    <a:pt x="1003250" y="1342657"/>
                  </a:lnTo>
                  <a:lnTo>
                    <a:pt x="1003265" y="1342660"/>
                  </a:lnTo>
                  <a:lnTo>
                    <a:pt x="1003299" y="1342669"/>
                  </a:lnTo>
                  <a:lnTo>
                    <a:pt x="1003323" y="1342679"/>
                  </a:lnTo>
                  <a:lnTo>
                    <a:pt x="1003332" y="1342684"/>
                  </a:lnTo>
                  <a:lnTo>
                    <a:pt x="1003347" y="1342695"/>
                  </a:lnTo>
                  <a:lnTo>
                    <a:pt x="1003368" y="1342711"/>
                  </a:lnTo>
                  <a:lnTo>
                    <a:pt x="1003383" y="1342717"/>
                  </a:lnTo>
                  <a:lnTo>
                    <a:pt x="1003394" y="1342722"/>
                  </a:lnTo>
                  <a:lnTo>
                    <a:pt x="1003403" y="1342724"/>
                  </a:lnTo>
                  <a:lnTo>
                    <a:pt x="1003422" y="1342724"/>
                  </a:lnTo>
                  <a:lnTo>
                    <a:pt x="1003431" y="1342730"/>
                  </a:lnTo>
                  <a:lnTo>
                    <a:pt x="1003445" y="1342744"/>
                  </a:lnTo>
                  <a:lnTo>
                    <a:pt x="1003457" y="1342754"/>
                  </a:lnTo>
                  <a:lnTo>
                    <a:pt x="1003472" y="1342760"/>
                  </a:lnTo>
                  <a:lnTo>
                    <a:pt x="1003494" y="1342767"/>
                  </a:lnTo>
                  <a:lnTo>
                    <a:pt x="1003521" y="1342781"/>
                  </a:lnTo>
                  <a:lnTo>
                    <a:pt x="1003532" y="1342787"/>
                  </a:lnTo>
                  <a:lnTo>
                    <a:pt x="1003547" y="1342795"/>
                  </a:lnTo>
                  <a:lnTo>
                    <a:pt x="1003575" y="1342795"/>
                  </a:lnTo>
                  <a:lnTo>
                    <a:pt x="1003613" y="1342789"/>
                  </a:lnTo>
                  <a:lnTo>
                    <a:pt x="1003634" y="1342788"/>
                  </a:lnTo>
                  <a:lnTo>
                    <a:pt x="1003645" y="1342786"/>
                  </a:lnTo>
                  <a:lnTo>
                    <a:pt x="1003664" y="1342775"/>
                  </a:lnTo>
                  <a:lnTo>
                    <a:pt x="1003684" y="1342763"/>
                  </a:lnTo>
                  <a:lnTo>
                    <a:pt x="1003701" y="1342750"/>
                  </a:lnTo>
                  <a:lnTo>
                    <a:pt x="1003714" y="1342745"/>
                  </a:lnTo>
                  <a:lnTo>
                    <a:pt x="1003723" y="1342745"/>
                  </a:lnTo>
                  <a:lnTo>
                    <a:pt x="1003737" y="1342749"/>
                  </a:lnTo>
                  <a:lnTo>
                    <a:pt x="1003755" y="1342755"/>
                  </a:lnTo>
                  <a:lnTo>
                    <a:pt x="1003768" y="1342758"/>
                  </a:lnTo>
                  <a:lnTo>
                    <a:pt x="1003780" y="1342760"/>
                  </a:lnTo>
                  <a:lnTo>
                    <a:pt x="1003789" y="1342760"/>
                  </a:lnTo>
                  <a:lnTo>
                    <a:pt x="1003800" y="1342763"/>
                  </a:lnTo>
                  <a:lnTo>
                    <a:pt x="1003807" y="1342768"/>
                  </a:lnTo>
                  <a:lnTo>
                    <a:pt x="1003815" y="1342776"/>
                  </a:lnTo>
                  <a:lnTo>
                    <a:pt x="1003828" y="1342795"/>
                  </a:lnTo>
                  <a:lnTo>
                    <a:pt x="1003834" y="1342801"/>
                  </a:lnTo>
                  <a:lnTo>
                    <a:pt x="1003842" y="1342807"/>
                  </a:lnTo>
                  <a:lnTo>
                    <a:pt x="1003857" y="1342814"/>
                  </a:lnTo>
                  <a:lnTo>
                    <a:pt x="1003870" y="1342817"/>
                  </a:lnTo>
                  <a:lnTo>
                    <a:pt x="1003884" y="1342819"/>
                  </a:lnTo>
                  <a:lnTo>
                    <a:pt x="1003894" y="1342820"/>
                  </a:lnTo>
                  <a:lnTo>
                    <a:pt x="1003903" y="1342825"/>
                  </a:lnTo>
                  <a:lnTo>
                    <a:pt x="1003920" y="1342835"/>
                  </a:lnTo>
                  <a:lnTo>
                    <a:pt x="1003932" y="1342846"/>
                  </a:lnTo>
                  <a:lnTo>
                    <a:pt x="1003947" y="1342855"/>
                  </a:lnTo>
                  <a:lnTo>
                    <a:pt x="1003959" y="1342863"/>
                  </a:lnTo>
                  <a:lnTo>
                    <a:pt x="1003971" y="1342878"/>
                  </a:lnTo>
                  <a:lnTo>
                    <a:pt x="1003990" y="1342898"/>
                  </a:lnTo>
                  <a:lnTo>
                    <a:pt x="1004034" y="1342947"/>
                  </a:lnTo>
                  <a:lnTo>
                    <a:pt x="1004050" y="1342960"/>
                  </a:lnTo>
                  <a:lnTo>
                    <a:pt x="1004073" y="1342973"/>
                  </a:lnTo>
                  <a:lnTo>
                    <a:pt x="1004089" y="1342981"/>
                  </a:lnTo>
                  <a:lnTo>
                    <a:pt x="1004115" y="1342989"/>
                  </a:lnTo>
                  <a:lnTo>
                    <a:pt x="1004140" y="1342995"/>
                  </a:lnTo>
                  <a:lnTo>
                    <a:pt x="1004175" y="1343005"/>
                  </a:lnTo>
                  <a:lnTo>
                    <a:pt x="1004213" y="1343013"/>
                  </a:lnTo>
                  <a:lnTo>
                    <a:pt x="1004273" y="1343019"/>
                  </a:lnTo>
                  <a:lnTo>
                    <a:pt x="1004310" y="1343024"/>
                  </a:lnTo>
                  <a:lnTo>
                    <a:pt x="1004356" y="1343029"/>
                  </a:lnTo>
                  <a:lnTo>
                    <a:pt x="1004377" y="1343034"/>
                  </a:lnTo>
                  <a:lnTo>
                    <a:pt x="1004395" y="1343042"/>
                  </a:lnTo>
                  <a:lnTo>
                    <a:pt x="1004423" y="1343060"/>
                  </a:lnTo>
                  <a:lnTo>
                    <a:pt x="1004441" y="1343069"/>
                  </a:lnTo>
                  <a:lnTo>
                    <a:pt x="1004462" y="1343077"/>
                  </a:lnTo>
                  <a:lnTo>
                    <a:pt x="1004497" y="1343088"/>
                  </a:lnTo>
                  <a:lnTo>
                    <a:pt x="1004522" y="1343093"/>
                  </a:lnTo>
                  <a:lnTo>
                    <a:pt x="1004546" y="1343100"/>
                  </a:lnTo>
                  <a:lnTo>
                    <a:pt x="1004570" y="1343108"/>
                  </a:lnTo>
                  <a:lnTo>
                    <a:pt x="1004591" y="1343114"/>
                  </a:lnTo>
                  <a:lnTo>
                    <a:pt x="1004600" y="1343114"/>
                  </a:lnTo>
                  <a:lnTo>
                    <a:pt x="1004606" y="1343109"/>
                  </a:lnTo>
                  <a:lnTo>
                    <a:pt x="1004613" y="1343103"/>
                  </a:lnTo>
                  <a:lnTo>
                    <a:pt x="1004652" y="1343054"/>
                  </a:lnTo>
                  <a:lnTo>
                    <a:pt x="1004674" y="1343029"/>
                  </a:lnTo>
                  <a:lnTo>
                    <a:pt x="1004705" y="1342999"/>
                  </a:lnTo>
                  <a:lnTo>
                    <a:pt x="1004730" y="1342971"/>
                  </a:lnTo>
                  <a:lnTo>
                    <a:pt x="1004765" y="1342936"/>
                  </a:lnTo>
                  <a:lnTo>
                    <a:pt x="1004792" y="1342906"/>
                  </a:lnTo>
                  <a:lnTo>
                    <a:pt x="1004801" y="1342895"/>
                  </a:lnTo>
                  <a:lnTo>
                    <a:pt x="1004807" y="1342884"/>
                  </a:lnTo>
                  <a:lnTo>
                    <a:pt x="1004813" y="1342875"/>
                  </a:lnTo>
                  <a:lnTo>
                    <a:pt x="1004828" y="1342859"/>
                  </a:lnTo>
                  <a:lnTo>
                    <a:pt x="1004863" y="1342832"/>
                  </a:lnTo>
                  <a:lnTo>
                    <a:pt x="1004886" y="1342813"/>
                  </a:lnTo>
                  <a:lnTo>
                    <a:pt x="1004913" y="1342793"/>
                  </a:lnTo>
                  <a:lnTo>
                    <a:pt x="1004922" y="1342785"/>
                  </a:lnTo>
                  <a:lnTo>
                    <a:pt x="1004928" y="1342779"/>
                  </a:lnTo>
                  <a:lnTo>
                    <a:pt x="1004936" y="1342777"/>
                  </a:lnTo>
                  <a:lnTo>
                    <a:pt x="1004942" y="1342777"/>
                  </a:lnTo>
                  <a:lnTo>
                    <a:pt x="1004948" y="1342779"/>
                  </a:lnTo>
                  <a:lnTo>
                    <a:pt x="1004961" y="1342785"/>
                  </a:lnTo>
                  <a:lnTo>
                    <a:pt x="1004993" y="1342801"/>
                  </a:lnTo>
                  <a:lnTo>
                    <a:pt x="1005006" y="1342806"/>
                  </a:lnTo>
                  <a:lnTo>
                    <a:pt x="1005030" y="1342812"/>
                  </a:lnTo>
                  <a:lnTo>
                    <a:pt x="1005050" y="1342819"/>
                  </a:lnTo>
                  <a:lnTo>
                    <a:pt x="1005081" y="1342830"/>
                  </a:lnTo>
                  <a:lnTo>
                    <a:pt x="1005126" y="1342851"/>
                  </a:lnTo>
                  <a:lnTo>
                    <a:pt x="1005140" y="1342860"/>
                  </a:lnTo>
                  <a:lnTo>
                    <a:pt x="1005156" y="1342873"/>
                  </a:lnTo>
                  <a:lnTo>
                    <a:pt x="1005177" y="1342886"/>
                  </a:lnTo>
                  <a:lnTo>
                    <a:pt x="1005189" y="1342892"/>
                  </a:lnTo>
                  <a:lnTo>
                    <a:pt x="1005201" y="1342895"/>
                  </a:lnTo>
                  <a:lnTo>
                    <a:pt x="1005217" y="1342897"/>
                  </a:lnTo>
                  <a:lnTo>
                    <a:pt x="1005230" y="1342897"/>
                  </a:lnTo>
                  <a:lnTo>
                    <a:pt x="1005242" y="1342895"/>
                  </a:lnTo>
                  <a:lnTo>
                    <a:pt x="1005256" y="1342892"/>
                  </a:lnTo>
                  <a:lnTo>
                    <a:pt x="1005274" y="1342884"/>
                  </a:lnTo>
                  <a:lnTo>
                    <a:pt x="1005295" y="1342874"/>
                  </a:lnTo>
                  <a:lnTo>
                    <a:pt x="1005323" y="1342861"/>
                  </a:lnTo>
                  <a:lnTo>
                    <a:pt x="1005354" y="1342845"/>
                  </a:lnTo>
                  <a:lnTo>
                    <a:pt x="1005372" y="1342833"/>
                  </a:lnTo>
                  <a:lnTo>
                    <a:pt x="1005393" y="1342814"/>
                  </a:lnTo>
                  <a:lnTo>
                    <a:pt x="1005409" y="1342796"/>
                  </a:lnTo>
                  <a:lnTo>
                    <a:pt x="1005425" y="1342787"/>
                  </a:lnTo>
                  <a:lnTo>
                    <a:pt x="1005455" y="1342773"/>
                  </a:lnTo>
                  <a:lnTo>
                    <a:pt x="1005469" y="1342765"/>
                  </a:lnTo>
                  <a:lnTo>
                    <a:pt x="1005480" y="1342759"/>
                  </a:lnTo>
                  <a:lnTo>
                    <a:pt x="1005510" y="1342745"/>
                  </a:lnTo>
                  <a:lnTo>
                    <a:pt x="1005521" y="1342735"/>
                  </a:lnTo>
                  <a:lnTo>
                    <a:pt x="1005526" y="1342727"/>
                  </a:lnTo>
                  <a:lnTo>
                    <a:pt x="1005529" y="1342713"/>
                  </a:lnTo>
                  <a:lnTo>
                    <a:pt x="1005529" y="1342694"/>
                  </a:lnTo>
                  <a:lnTo>
                    <a:pt x="1005524" y="1342675"/>
                  </a:lnTo>
                  <a:lnTo>
                    <a:pt x="1005521" y="1342658"/>
                  </a:lnTo>
                  <a:lnTo>
                    <a:pt x="1005521" y="1342626"/>
                  </a:lnTo>
                  <a:lnTo>
                    <a:pt x="1005529" y="1342590"/>
                  </a:lnTo>
                  <a:lnTo>
                    <a:pt x="1005531" y="1342552"/>
                  </a:lnTo>
                  <a:lnTo>
                    <a:pt x="1005534" y="1342539"/>
                  </a:lnTo>
                  <a:lnTo>
                    <a:pt x="1005541" y="1342512"/>
                  </a:lnTo>
                  <a:lnTo>
                    <a:pt x="1005558" y="1342455"/>
                  </a:lnTo>
                  <a:lnTo>
                    <a:pt x="1005569" y="1342422"/>
                  </a:lnTo>
                  <a:lnTo>
                    <a:pt x="1005579" y="1342398"/>
                  </a:lnTo>
                  <a:lnTo>
                    <a:pt x="1005588" y="1342375"/>
                  </a:lnTo>
                  <a:lnTo>
                    <a:pt x="1005599" y="1342353"/>
                  </a:lnTo>
                  <a:lnTo>
                    <a:pt x="1005602" y="1342345"/>
                  </a:lnTo>
                  <a:lnTo>
                    <a:pt x="1005601" y="1342334"/>
                  </a:lnTo>
                  <a:lnTo>
                    <a:pt x="1005601" y="1342329"/>
                  </a:lnTo>
                  <a:lnTo>
                    <a:pt x="1005596" y="1342313"/>
                  </a:lnTo>
                  <a:lnTo>
                    <a:pt x="1005589" y="1342288"/>
                  </a:lnTo>
                  <a:lnTo>
                    <a:pt x="1005586" y="1342273"/>
                  </a:lnTo>
                  <a:lnTo>
                    <a:pt x="1005586" y="1342259"/>
                  </a:lnTo>
                  <a:lnTo>
                    <a:pt x="1005588" y="1342204"/>
                  </a:lnTo>
                  <a:lnTo>
                    <a:pt x="1005583" y="1342163"/>
                  </a:lnTo>
                  <a:lnTo>
                    <a:pt x="1005582" y="1342128"/>
                  </a:lnTo>
                  <a:lnTo>
                    <a:pt x="1005584" y="1342082"/>
                  </a:lnTo>
                  <a:lnTo>
                    <a:pt x="1005587" y="1342055"/>
                  </a:lnTo>
                  <a:lnTo>
                    <a:pt x="1005591" y="1342044"/>
                  </a:lnTo>
                  <a:lnTo>
                    <a:pt x="1005605" y="1342020"/>
                  </a:lnTo>
                  <a:lnTo>
                    <a:pt x="1005621" y="1342003"/>
                  </a:lnTo>
                  <a:lnTo>
                    <a:pt x="1005638" y="1341995"/>
                  </a:lnTo>
                  <a:lnTo>
                    <a:pt x="1005656" y="1341989"/>
                  </a:lnTo>
                  <a:lnTo>
                    <a:pt x="1005664" y="1341987"/>
                  </a:lnTo>
                  <a:lnTo>
                    <a:pt x="1005667" y="1341981"/>
                  </a:lnTo>
                  <a:lnTo>
                    <a:pt x="1005664" y="1341964"/>
                  </a:lnTo>
                  <a:lnTo>
                    <a:pt x="1005662" y="1341948"/>
                  </a:lnTo>
                  <a:lnTo>
                    <a:pt x="1005662" y="1341926"/>
                  </a:lnTo>
                  <a:lnTo>
                    <a:pt x="1005670" y="1341907"/>
                  </a:lnTo>
                  <a:lnTo>
                    <a:pt x="1005679" y="1341875"/>
                  </a:lnTo>
                  <a:lnTo>
                    <a:pt x="1005685" y="1341850"/>
                  </a:lnTo>
                  <a:lnTo>
                    <a:pt x="1005691" y="1341836"/>
                  </a:lnTo>
                  <a:lnTo>
                    <a:pt x="1005708" y="1341790"/>
                  </a:lnTo>
                  <a:lnTo>
                    <a:pt x="1005720" y="1341766"/>
                  </a:lnTo>
                  <a:lnTo>
                    <a:pt x="1005735" y="1341744"/>
                  </a:lnTo>
                  <a:lnTo>
                    <a:pt x="1005755" y="1341719"/>
                  </a:lnTo>
                  <a:lnTo>
                    <a:pt x="1005765" y="1341701"/>
                  </a:lnTo>
                  <a:lnTo>
                    <a:pt x="1005766" y="1341695"/>
                  </a:lnTo>
                  <a:lnTo>
                    <a:pt x="1005764" y="1341689"/>
                  </a:lnTo>
                  <a:lnTo>
                    <a:pt x="1005760" y="1341682"/>
                  </a:lnTo>
                  <a:lnTo>
                    <a:pt x="1005751" y="1341663"/>
                  </a:lnTo>
                  <a:lnTo>
                    <a:pt x="1005739" y="1341640"/>
                  </a:lnTo>
                  <a:lnTo>
                    <a:pt x="1005733" y="1341627"/>
                  </a:lnTo>
                  <a:lnTo>
                    <a:pt x="1005722" y="1341613"/>
                  </a:lnTo>
                  <a:lnTo>
                    <a:pt x="1005716" y="1341603"/>
                  </a:lnTo>
                  <a:lnTo>
                    <a:pt x="1005709" y="1341595"/>
                  </a:lnTo>
                  <a:lnTo>
                    <a:pt x="1005700" y="1341581"/>
                  </a:lnTo>
                  <a:lnTo>
                    <a:pt x="1005689" y="1341557"/>
                  </a:lnTo>
                  <a:lnTo>
                    <a:pt x="1005682" y="1341540"/>
                  </a:lnTo>
                  <a:lnTo>
                    <a:pt x="1005676" y="1341518"/>
                  </a:lnTo>
                  <a:lnTo>
                    <a:pt x="1005671" y="1341500"/>
                  </a:lnTo>
                  <a:lnTo>
                    <a:pt x="1005672" y="1341440"/>
                  </a:lnTo>
                  <a:lnTo>
                    <a:pt x="1005670" y="1341429"/>
                  </a:lnTo>
                  <a:lnTo>
                    <a:pt x="1005666" y="1341418"/>
                  </a:lnTo>
                  <a:lnTo>
                    <a:pt x="1005655" y="1341391"/>
                  </a:lnTo>
                  <a:lnTo>
                    <a:pt x="1005645" y="1341367"/>
                  </a:lnTo>
                  <a:lnTo>
                    <a:pt x="1005636" y="1341343"/>
                  </a:lnTo>
                  <a:lnTo>
                    <a:pt x="1005628" y="1341315"/>
                  </a:lnTo>
                  <a:lnTo>
                    <a:pt x="1005623" y="1341294"/>
                  </a:lnTo>
                  <a:lnTo>
                    <a:pt x="1005615" y="1341264"/>
                  </a:lnTo>
                  <a:lnTo>
                    <a:pt x="1005609" y="1341247"/>
                  </a:lnTo>
                  <a:lnTo>
                    <a:pt x="1005606" y="1341228"/>
                  </a:lnTo>
                  <a:lnTo>
                    <a:pt x="1005606" y="1341194"/>
                  </a:lnTo>
                  <a:lnTo>
                    <a:pt x="1005611" y="1341166"/>
                  </a:lnTo>
                  <a:lnTo>
                    <a:pt x="1005619" y="1341131"/>
                  </a:lnTo>
                  <a:lnTo>
                    <a:pt x="1005625" y="1341111"/>
                  </a:lnTo>
                  <a:lnTo>
                    <a:pt x="1005628" y="1341095"/>
                  </a:lnTo>
                  <a:lnTo>
                    <a:pt x="1005629" y="1341077"/>
                  </a:lnTo>
                  <a:lnTo>
                    <a:pt x="1005626" y="1341068"/>
                  </a:lnTo>
                  <a:lnTo>
                    <a:pt x="1005596" y="1341036"/>
                  </a:lnTo>
                  <a:lnTo>
                    <a:pt x="1005584" y="1341020"/>
                  </a:lnTo>
                  <a:lnTo>
                    <a:pt x="1005577" y="1341009"/>
                  </a:lnTo>
                  <a:lnTo>
                    <a:pt x="1005571" y="1341000"/>
                  </a:lnTo>
                  <a:lnTo>
                    <a:pt x="1005565" y="1340976"/>
                  </a:lnTo>
                  <a:lnTo>
                    <a:pt x="1005561" y="1340955"/>
                  </a:lnTo>
                  <a:lnTo>
                    <a:pt x="1005556" y="1340938"/>
                  </a:lnTo>
                  <a:lnTo>
                    <a:pt x="1005553" y="1340916"/>
                  </a:lnTo>
                  <a:lnTo>
                    <a:pt x="1005550" y="1340900"/>
                  </a:lnTo>
                  <a:lnTo>
                    <a:pt x="1005547" y="1340894"/>
                  </a:lnTo>
                  <a:lnTo>
                    <a:pt x="1005543" y="1340886"/>
                  </a:lnTo>
                  <a:lnTo>
                    <a:pt x="1005528" y="1340873"/>
                  </a:lnTo>
                  <a:lnTo>
                    <a:pt x="1005513" y="1340859"/>
                  </a:lnTo>
                  <a:lnTo>
                    <a:pt x="1005490" y="1340841"/>
                  </a:lnTo>
                  <a:lnTo>
                    <a:pt x="1005478" y="1340830"/>
                  </a:lnTo>
                  <a:lnTo>
                    <a:pt x="1005463" y="1340813"/>
                  </a:lnTo>
                  <a:lnTo>
                    <a:pt x="1005442" y="1340798"/>
                  </a:lnTo>
                  <a:lnTo>
                    <a:pt x="1005420" y="1340782"/>
                  </a:lnTo>
                  <a:lnTo>
                    <a:pt x="1005406" y="1340774"/>
                  </a:lnTo>
                  <a:lnTo>
                    <a:pt x="1005399" y="1340770"/>
                  </a:lnTo>
                  <a:lnTo>
                    <a:pt x="1005393" y="1340765"/>
                  </a:lnTo>
                  <a:lnTo>
                    <a:pt x="1005390" y="1340760"/>
                  </a:lnTo>
                  <a:lnTo>
                    <a:pt x="1005384" y="1340754"/>
                  </a:lnTo>
                  <a:lnTo>
                    <a:pt x="1005376" y="1340739"/>
                  </a:lnTo>
                  <a:lnTo>
                    <a:pt x="1005369" y="1340717"/>
                  </a:lnTo>
                  <a:lnTo>
                    <a:pt x="1005357" y="1340690"/>
                  </a:lnTo>
                  <a:lnTo>
                    <a:pt x="1005348" y="1340667"/>
                  </a:lnTo>
                  <a:lnTo>
                    <a:pt x="1005340" y="1340636"/>
                  </a:lnTo>
                  <a:lnTo>
                    <a:pt x="1005329" y="1340608"/>
                  </a:lnTo>
                  <a:lnTo>
                    <a:pt x="1005323" y="1340589"/>
                  </a:lnTo>
                  <a:lnTo>
                    <a:pt x="1005321" y="1340583"/>
                  </a:lnTo>
                  <a:lnTo>
                    <a:pt x="1005321" y="1340562"/>
                  </a:lnTo>
                  <a:lnTo>
                    <a:pt x="1005318" y="1340548"/>
                  </a:lnTo>
                  <a:lnTo>
                    <a:pt x="1005317" y="1340541"/>
                  </a:lnTo>
                  <a:lnTo>
                    <a:pt x="1005312" y="1340532"/>
                  </a:lnTo>
                  <a:lnTo>
                    <a:pt x="1005297" y="1340516"/>
                  </a:lnTo>
                  <a:lnTo>
                    <a:pt x="1005290" y="1340511"/>
                  </a:lnTo>
                  <a:lnTo>
                    <a:pt x="1005284" y="1340510"/>
                  </a:lnTo>
                  <a:lnTo>
                    <a:pt x="1005272" y="1340510"/>
                  </a:lnTo>
                  <a:lnTo>
                    <a:pt x="1005260" y="1340511"/>
                  </a:lnTo>
                  <a:lnTo>
                    <a:pt x="1005249" y="1340510"/>
                  </a:lnTo>
                  <a:lnTo>
                    <a:pt x="1005242" y="1340505"/>
                  </a:lnTo>
                  <a:lnTo>
                    <a:pt x="1005228" y="1340497"/>
                  </a:lnTo>
                  <a:lnTo>
                    <a:pt x="1005219" y="1340489"/>
                  </a:lnTo>
                  <a:lnTo>
                    <a:pt x="1005210" y="1340473"/>
                  </a:lnTo>
                  <a:lnTo>
                    <a:pt x="1005198" y="1340457"/>
                  </a:lnTo>
                  <a:lnTo>
                    <a:pt x="1005189" y="1340451"/>
                  </a:lnTo>
                  <a:lnTo>
                    <a:pt x="1005179" y="1340446"/>
                  </a:lnTo>
                  <a:lnTo>
                    <a:pt x="1005135" y="1340432"/>
                  </a:lnTo>
                  <a:lnTo>
                    <a:pt x="1005114" y="1340424"/>
                  </a:lnTo>
                  <a:lnTo>
                    <a:pt x="1005085" y="1340412"/>
                  </a:lnTo>
                  <a:lnTo>
                    <a:pt x="1005043" y="1340388"/>
                  </a:lnTo>
                  <a:lnTo>
                    <a:pt x="1004986" y="1340360"/>
                  </a:lnTo>
                  <a:lnTo>
                    <a:pt x="1004971" y="1340349"/>
                  </a:lnTo>
                  <a:lnTo>
                    <a:pt x="1004945" y="1340328"/>
                  </a:lnTo>
                  <a:lnTo>
                    <a:pt x="1004919" y="1340307"/>
                  </a:lnTo>
                  <a:lnTo>
                    <a:pt x="1004913" y="1340303"/>
                  </a:lnTo>
                  <a:lnTo>
                    <a:pt x="1004906" y="1340299"/>
                  </a:lnTo>
                  <a:lnTo>
                    <a:pt x="1004894" y="1340298"/>
                  </a:lnTo>
                  <a:lnTo>
                    <a:pt x="1004874" y="1340298"/>
                  </a:lnTo>
                  <a:lnTo>
                    <a:pt x="1004866" y="1340299"/>
                  </a:lnTo>
                  <a:lnTo>
                    <a:pt x="1004833" y="1340326"/>
                  </a:lnTo>
                  <a:lnTo>
                    <a:pt x="1004812" y="1340342"/>
                  </a:lnTo>
                  <a:lnTo>
                    <a:pt x="1004794" y="1340357"/>
                  </a:lnTo>
                  <a:lnTo>
                    <a:pt x="1004783" y="1340367"/>
                  </a:lnTo>
                  <a:lnTo>
                    <a:pt x="1004774" y="1340370"/>
                  </a:lnTo>
                  <a:lnTo>
                    <a:pt x="1004760" y="1340373"/>
                  </a:lnTo>
                  <a:lnTo>
                    <a:pt x="1004741" y="1340376"/>
                  </a:lnTo>
                  <a:lnTo>
                    <a:pt x="1004712" y="1340379"/>
                  </a:lnTo>
                  <a:lnTo>
                    <a:pt x="1004697" y="1340379"/>
                  </a:lnTo>
                  <a:lnTo>
                    <a:pt x="1004687" y="1340378"/>
                  </a:lnTo>
                  <a:lnTo>
                    <a:pt x="1004672" y="1340376"/>
                  </a:lnTo>
                  <a:lnTo>
                    <a:pt x="1004660" y="1340374"/>
                  </a:lnTo>
                  <a:lnTo>
                    <a:pt x="1004643" y="1340373"/>
                  </a:lnTo>
                  <a:lnTo>
                    <a:pt x="1004592" y="1340377"/>
                  </a:lnTo>
                  <a:lnTo>
                    <a:pt x="1004581" y="1340377"/>
                  </a:lnTo>
                  <a:lnTo>
                    <a:pt x="1004569" y="1340374"/>
                  </a:lnTo>
                  <a:lnTo>
                    <a:pt x="1004560" y="1340368"/>
                  </a:lnTo>
                  <a:lnTo>
                    <a:pt x="1004551" y="1340358"/>
                  </a:lnTo>
                  <a:lnTo>
                    <a:pt x="1004547" y="1340352"/>
                  </a:lnTo>
                  <a:lnTo>
                    <a:pt x="1004544" y="1340347"/>
                  </a:lnTo>
                  <a:lnTo>
                    <a:pt x="1004541" y="1340339"/>
                  </a:lnTo>
                  <a:lnTo>
                    <a:pt x="1004538" y="1340330"/>
                  </a:lnTo>
                  <a:lnTo>
                    <a:pt x="1004534" y="1340312"/>
                  </a:lnTo>
                  <a:lnTo>
                    <a:pt x="1004532" y="1340296"/>
                  </a:lnTo>
                  <a:lnTo>
                    <a:pt x="1004535" y="1340282"/>
                  </a:lnTo>
                  <a:lnTo>
                    <a:pt x="1004545" y="1340252"/>
                  </a:lnTo>
                  <a:lnTo>
                    <a:pt x="1004555" y="1340227"/>
                  </a:lnTo>
                  <a:lnTo>
                    <a:pt x="1004558" y="1340214"/>
                  </a:lnTo>
                  <a:lnTo>
                    <a:pt x="1004558" y="1340209"/>
                  </a:lnTo>
                  <a:lnTo>
                    <a:pt x="1004554" y="1340184"/>
                  </a:lnTo>
                  <a:lnTo>
                    <a:pt x="1004549" y="1340160"/>
                  </a:lnTo>
                  <a:lnTo>
                    <a:pt x="1004546" y="1340146"/>
                  </a:lnTo>
                  <a:lnTo>
                    <a:pt x="1004546" y="1340129"/>
                  </a:lnTo>
                  <a:lnTo>
                    <a:pt x="1004548" y="1340114"/>
                  </a:lnTo>
                  <a:lnTo>
                    <a:pt x="1004548" y="1340103"/>
                  </a:lnTo>
                  <a:lnTo>
                    <a:pt x="1004545" y="1340042"/>
                  </a:lnTo>
                  <a:lnTo>
                    <a:pt x="1004548" y="1340029"/>
                  </a:lnTo>
                  <a:lnTo>
                    <a:pt x="1004554" y="1340001"/>
                  </a:lnTo>
                  <a:lnTo>
                    <a:pt x="1004562" y="1339977"/>
                  </a:lnTo>
                  <a:lnTo>
                    <a:pt x="1004570" y="1339959"/>
                  </a:lnTo>
                  <a:lnTo>
                    <a:pt x="1004577" y="1339947"/>
                  </a:lnTo>
                  <a:lnTo>
                    <a:pt x="1004595" y="1339928"/>
                  </a:lnTo>
                  <a:lnTo>
                    <a:pt x="1004612" y="1339909"/>
                  </a:lnTo>
                  <a:lnTo>
                    <a:pt x="1004641" y="1339879"/>
                  </a:lnTo>
                  <a:lnTo>
                    <a:pt x="1004642" y="1339875"/>
                  </a:lnTo>
                  <a:lnTo>
                    <a:pt x="1004642" y="1339870"/>
                  </a:lnTo>
                  <a:lnTo>
                    <a:pt x="1004641" y="1339864"/>
                  </a:lnTo>
                  <a:lnTo>
                    <a:pt x="1004636" y="1339857"/>
                  </a:lnTo>
                  <a:lnTo>
                    <a:pt x="1004617" y="1339837"/>
                  </a:lnTo>
                  <a:lnTo>
                    <a:pt x="1004609" y="1339827"/>
                  </a:lnTo>
                  <a:lnTo>
                    <a:pt x="1004600" y="1339813"/>
                  </a:lnTo>
                  <a:lnTo>
                    <a:pt x="1004585" y="1339802"/>
                  </a:lnTo>
                  <a:lnTo>
                    <a:pt x="1004572" y="1339794"/>
                  </a:lnTo>
                  <a:lnTo>
                    <a:pt x="1004549" y="1339784"/>
                  </a:lnTo>
                  <a:lnTo>
                    <a:pt x="1004537" y="1339776"/>
                  </a:lnTo>
                  <a:lnTo>
                    <a:pt x="1004531" y="1339767"/>
                  </a:lnTo>
                  <a:lnTo>
                    <a:pt x="1004518" y="1339741"/>
                  </a:lnTo>
                  <a:lnTo>
                    <a:pt x="1004506" y="1339716"/>
                  </a:lnTo>
                  <a:lnTo>
                    <a:pt x="1004500" y="1339702"/>
                  </a:lnTo>
                  <a:lnTo>
                    <a:pt x="1004488" y="1339686"/>
                  </a:lnTo>
                  <a:lnTo>
                    <a:pt x="1004473" y="1339667"/>
                  </a:lnTo>
                  <a:lnTo>
                    <a:pt x="1004455" y="1339645"/>
                  </a:lnTo>
                  <a:lnTo>
                    <a:pt x="1004446" y="1339632"/>
                  </a:lnTo>
                  <a:lnTo>
                    <a:pt x="1004435" y="1339613"/>
                  </a:lnTo>
                  <a:lnTo>
                    <a:pt x="1004426" y="1339600"/>
                  </a:lnTo>
                  <a:lnTo>
                    <a:pt x="1004417" y="1339589"/>
                  </a:lnTo>
                  <a:lnTo>
                    <a:pt x="1004404" y="1339573"/>
                  </a:lnTo>
                  <a:lnTo>
                    <a:pt x="1004395" y="1339565"/>
                  </a:lnTo>
                  <a:lnTo>
                    <a:pt x="1004390" y="1339557"/>
                  </a:lnTo>
                  <a:lnTo>
                    <a:pt x="1004359" y="1339510"/>
                  </a:lnTo>
                  <a:lnTo>
                    <a:pt x="1004341" y="1339486"/>
                  </a:lnTo>
                  <a:lnTo>
                    <a:pt x="1004327" y="1339470"/>
                  </a:lnTo>
                  <a:lnTo>
                    <a:pt x="1004321" y="1339457"/>
                  </a:lnTo>
                  <a:lnTo>
                    <a:pt x="1004317" y="1339449"/>
                  </a:lnTo>
                  <a:lnTo>
                    <a:pt x="1004313" y="1339427"/>
                  </a:lnTo>
                  <a:lnTo>
                    <a:pt x="1004308" y="1339415"/>
                  </a:lnTo>
                  <a:lnTo>
                    <a:pt x="1004301" y="1339400"/>
                  </a:lnTo>
                  <a:lnTo>
                    <a:pt x="1004290" y="1339384"/>
                  </a:lnTo>
                  <a:lnTo>
                    <a:pt x="1004281" y="1339377"/>
                  </a:lnTo>
                  <a:lnTo>
                    <a:pt x="1004268" y="1339362"/>
                  </a:lnTo>
                  <a:lnTo>
                    <a:pt x="1004257" y="1339343"/>
                  </a:lnTo>
                  <a:lnTo>
                    <a:pt x="1004242" y="1339323"/>
                  </a:lnTo>
                  <a:lnTo>
                    <a:pt x="1004227" y="1339304"/>
                  </a:lnTo>
                  <a:lnTo>
                    <a:pt x="1004215" y="1339290"/>
                  </a:lnTo>
                  <a:lnTo>
                    <a:pt x="1004202" y="1339275"/>
                  </a:lnTo>
                  <a:lnTo>
                    <a:pt x="1004185" y="1339253"/>
                  </a:lnTo>
                  <a:lnTo>
                    <a:pt x="1004163" y="1339215"/>
                  </a:lnTo>
                  <a:lnTo>
                    <a:pt x="1004149" y="1339191"/>
                  </a:lnTo>
                  <a:lnTo>
                    <a:pt x="1004142" y="1339180"/>
                  </a:lnTo>
                  <a:lnTo>
                    <a:pt x="1004133" y="1339148"/>
                  </a:lnTo>
                  <a:lnTo>
                    <a:pt x="1004124" y="1339128"/>
                  </a:lnTo>
                  <a:lnTo>
                    <a:pt x="1004112" y="1339112"/>
                  </a:lnTo>
                  <a:lnTo>
                    <a:pt x="1004103" y="1339096"/>
                  </a:lnTo>
                  <a:lnTo>
                    <a:pt x="1004088" y="1339040"/>
                  </a:lnTo>
                  <a:lnTo>
                    <a:pt x="1004085" y="1339028"/>
                  </a:lnTo>
                  <a:lnTo>
                    <a:pt x="1004072" y="1338998"/>
                  </a:lnTo>
                  <a:lnTo>
                    <a:pt x="1004058" y="1338971"/>
                  </a:lnTo>
                  <a:lnTo>
                    <a:pt x="1004052" y="1338956"/>
                  </a:lnTo>
                  <a:lnTo>
                    <a:pt x="1004046" y="1338939"/>
                  </a:lnTo>
                  <a:lnTo>
                    <a:pt x="1004042" y="1338914"/>
                  </a:lnTo>
                  <a:lnTo>
                    <a:pt x="1004022" y="1338852"/>
                  </a:lnTo>
                  <a:lnTo>
                    <a:pt x="1004019" y="1338830"/>
                  </a:lnTo>
                  <a:lnTo>
                    <a:pt x="1004020" y="1338825"/>
                  </a:lnTo>
                  <a:lnTo>
                    <a:pt x="1004021" y="1338812"/>
                  </a:lnTo>
                  <a:lnTo>
                    <a:pt x="1004027" y="1338785"/>
                  </a:lnTo>
                  <a:lnTo>
                    <a:pt x="1004036" y="1338739"/>
                  </a:lnTo>
                  <a:lnTo>
                    <a:pt x="1004043" y="1338716"/>
                  </a:lnTo>
                  <a:lnTo>
                    <a:pt x="1004047" y="1338700"/>
                  </a:lnTo>
                  <a:lnTo>
                    <a:pt x="1004053" y="1338683"/>
                  </a:lnTo>
                  <a:lnTo>
                    <a:pt x="1004061" y="1338668"/>
                  </a:lnTo>
                  <a:lnTo>
                    <a:pt x="1004076" y="1338658"/>
                  </a:lnTo>
                  <a:lnTo>
                    <a:pt x="1004082" y="1338655"/>
                  </a:lnTo>
                  <a:lnTo>
                    <a:pt x="1004090" y="1338649"/>
                  </a:lnTo>
                  <a:lnTo>
                    <a:pt x="1004094" y="1338643"/>
                  </a:lnTo>
                  <a:lnTo>
                    <a:pt x="1004095" y="1338636"/>
                  </a:lnTo>
                  <a:lnTo>
                    <a:pt x="1004096" y="1338619"/>
                  </a:lnTo>
                  <a:lnTo>
                    <a:pt x="1004095" y="1338604"/>
                  </a:lnTo>
                  <a:lnTo>
                    <a:pt x="1004093" y="1338589"/>
                  </a:lnTo>
                  <a:lnTo>
                    <a:pt x="1004089" y="1338574"/>
                  </a:lnTo>
                  <a:lnTo>
                    <a:pt x="1004085" y="1338559"/>
                  </a:lnTo>
                  <a:lnTo>
                    <a:pt x="1004082" y="1338551"/>
                  </a:lnTo>
                  <a:lnTo>
                    <a:pt x="1004074" y="1338529"/>
                  </a:lnTo>
                  <a:lnTo>
                    <a:pt x="1004070" y="1338504"/>
                  </a:lnTo>
                  <a:lnTo>
                    <a:pt x="1004069" y="1338489"/>
                  </a:lnTo>
                  <a:lnTo>
                    <a:pt x="1004068" y="1338473"/>
                  </a:lnTo>
                  <a:lnTo>
                    <a:pt x="1004068" y="1338443"/>
                  </a:lnTo>
                  <a:lnTo>
                    <a:pt x="1004067" y="1338429"/>
                  </a:lnTo>
                  <a:lnTo>
                    <a:pt x="1004068" y="1338413"/>
                  </a:lnTo>
                  <a:lnTo>
                    <a:pt x="1004069" y="1338398"/>
                  </a:lnTo>
                  <a:lnTo>
                    <a:pt x="1004073" y="1338368"/>
                  </a:lnTo>
                  <a:lnTo>
                    <a:pt x="1004074" y="1338354"/>
                  </a:lnTo>
                  <a:lnTo>
                    <a:pt x="1004074" y="1338330"/>
                  </a:lnTo>
                  <a:lnTo>
                    <a:pt x="1004076" y="1338322"/>
                  </a:lnTo>
                  <a:lnTo>
                    <a:pt x="1004081" y="1338308"/>
                  </a:lnTo>
                  <a:lnTo>
                    <a:pt x="1004082" y="1338292"/>
                  </a:lnTo>
                  <a:lnTo>
                    <a:pt x="1004074" y="1338281"/>
                  </a:lnTo>
                  <a:lnTo>
                    <a:pt x="1004070" y="1338279"/>
                  </a:lnTo>
                  <a:lnTo>
                    <a:pt x="1004059" y="1338264"/>
                  </a:lnTo>
                  <a:lnTo>
                    <a:pt x="1004050" y="1338249"/>
                  </a:lnTo>
                  <a:lnTo>
                    <a:pt x="1004046" y="1338234"/>
                  </a:lnTo>
                  <a:lnTo>
                    <a:pt x="1004043" y="1338219"/>
                  </a:lnTo>
                  <a:lnTo>
                    <a:pt x="1004039" y="1338204"/>
                  </a:lnTo>
                  <a:lnTo>
                    <a:pt x="1004038" y="1338189"/>
                  </a:lnTo>
                  <a:lnTo>
                    <a:pt x="1004035" y="1338174"/>
                  </a:lnTo>
                  <a:lnTo>
                    <a:pt x="1004035" y="1338169"/>
                  </a:lnTo>
                  <a:lnTo>
                    <a:pt x="1004038" y="1338158"/>
                  </a:lnTo>
                  <a:lnTo>
                    <a:pt x="1004041" y="1338148"/>
                  </a:lnTo>
                  <a:lnTo>
                    <a:pt x="1004048" y="1338140"/>
                  </a:lnTo>
                  <a:lnTo>
                    <a:pt x="1004052" y="1338124"/>
                  </a:lnTo>
                  <a:lnTo>
                    <a:pt x="1004049" y="1338113"/>
                  </a:lnTo>
                  <a:lnTo>
                    <a:pt x="1004046" y="1338108"/>
                  </a:lnTo>
                  <a:lnTo>
                    <a:pt x="1004036" y="1338094"/>
                  </a:lnTo>
                  <a:lnTo>
                    <a:pt x="1004028" y="1338081"/>
                  </a:lnTo>
                  <a:lnTo>
                    <a:pt x="1004022" y="1338064"/>
                  </a:lnTo>
                  <a:lnTo>
                    <a:pt x="1004020" y="1338055"/>
                  </a:lnTo>
                  <a:lnTo>
                    <a:pt x="1004020" y="1338049"/>
                  </a:lnTo>
                  <a:lnTo>
                    <a:pt x="1004018" y="1338034"/>
                  </a:lnTo>
                  <a:lnTo>
                    <a:pt x="1004015" y="1338019"/>
                  </a:lnTo>
                  <a:lnTo>
                    <a:pt x="1004011" y="1338004"/>
                  </a:lnTo>
                  <a:lnTo>
                    <a:pt x="1004005" y="1337987"/>
                  </a:lnTo>
                  <a:lnTo>
                    <a:pt x="1004003" y="1337981"/>
                  </a:lnTo>
                  <a:lnTo>
                    <a:pt x="1003991" y="1337959"/>
                  </a:lnTo>
                  <a:lnTo>
                    <a:pt x="1003979" y="1337933"/>
                  </a:lnTo>
                  <a:lnTo>
                    <a:pt x="1003976" y="1337930"/>
                  </a:lnTo>
                  <a:lnTo>
                    <a:pt x="1003965" y="1337915"/>
                  </a:lnTo>
                  <a:lnTo>
                    <a:pt x="1003951" y="1337903"/>
                  </a:lnTo>
                  <a:lnTo>
                    <a:pt x="1003937" y="1337893"/>
                  </a:lnTo>
                  <a:lnTo>
                    <a:pt x="1003923" y="1337881"/>
                  </a:lnTo>
                  <a:lnTo>
                    <a:pt x="1003908" y="1337869"/>
                  </a:lnTo>
                  <a:lnTo>
                    <a:pt x="1003895" y="1337857"/>
                  </a:lnTo>
                  <a:lnTo>
                    <a:pt x="1003881" y="1337844"/>
                  </a:lnTo>
                  <a:lnTo>
                    <a:pt x="1003870" y="1337828"/>
                  </a:lnTo>
                  <a:lnTo>
                    <a:pt x="1003865" y="1337815"/>
                  </a:lnTo>
                  <a:lnTo>
                    <a:pt x="1003865" y="1337798"/>
                  </a:lnTo>
                  <a:lnTo>
                    <a:pt x="1003865" y="1337783"/>
                  </a:lnTo>
                  <a:lnTo>
                    <a:pt x="1003867" y="1337775"/>
                  </a:lnTo>
                  <a:lnTo>
                    <a:pt x="1003865" y="1337768"/>
                  </a:lnTo>
                  <a:lnTo>
                    <a:pt x="1003864" y="1337760"/>
                  </a:lnTo>
                  <a:lnTo>
                    <a:pt x="1003860" y="1337753"/>
                  </a:lnTo>
                  <a:lnTo>
                    <a:pt x="1003854" y="1337738"/>
                  </a:lnTo>
                  <a:lnTo>
                    <a:pt x="1003851" y="1337723"/>
                  </a:lnTo>
                  <a:lnTo>
                    <a:pt x="1003849" y="1337715"/>
                  </a:lnTo>
                  <a:lnTo>
                    <a:pt x="1003844" y="1337708"/>
                  </a:lnTo>
                  <a:lnTo>
                    <a:pt x="1003836" y="1337694"/>
                  </a:lnTo>
                  <a:lnTo>
                    <a:pt x="1003837" y="1337688"/>
                  </a:lnTo>
                  <a:lnTo>
                    <a:pt x="1003841" y="1337681"/>
                  </a:lnTo>
                  <a:lnTo>
                    <a:pt x="1003844" y="1337678"/>
                  </a:lnTo>
                  <a:lnTo>
                    <a:pt x="1003855" y="1337664"/>
                  </a:lnTo>
                  <a:lnTo>
                    <a:pt x="1003867" y="1337649"/>
                  </a:lnTo>
                  <a:lnTo>
                    <a:pt x="1003878" y="1337634"/>
                  </a:lnTo>
                  <a:lnTo>
                    <a:pt x="1003890" y="1337619"/>
                  </a:lnTo>
                  <a:lnTo>
                    <a:pt x="1003903" y="1337606"/>
                  </a:lnTo>
                  <a:lnTo>
                    <a:pt x="1003918" y="1337596"/>
                  </a:lnTo>
                  <a:lnTo>
                    <a:pt x="1003932" y="1337588"/>
                  </a:lnTo>
                  <a:lnTo>
                    <a:pt x="1003940" y="1337584"/>
                  </a:lnTo>
                  <a:lnTo>
                    <a:pt x="1003947" y="1337583"/>
                  </a:lnTo>
                  <a:lnTo>
                    <a:pt x="1003961" y="1337583"/>
                  </a:lnTo>
                  <a:lnTo>
                    <a:pt x="1003975" y="1337584"/>
                  </a:lnTo>
                  <a:lnTo>
                    <a:pt x="1003990" y="1337587"/>
                  </a:lnTo>
                  <a:lnTo>
                    <a:pt x="1004004" y="1337591"/>
                  </a:lnTo>
                  <a:lnTo>
                    <a:pt x="1004018" y="1337594"/>
                  </a:lnTo>
                  <a:lnTo>
                    <a:pt x="1004022" y="1337596"/>
                  </a:lnTo>
                  <a:lnTo>
                    <a:pt x="1004032" y="1337597"/>
                  </a:lnTo>
                  <a:lnTo>
                    <a:pt x="1004048" y="1337600"/>
                  </a:lnTo>
                  <a:lnTo>
                    <a:pt x="1004057" y="1337604"/>
                  </a:lnTo>
                  <a:lnTo>
                    <a:pt x="1004062" y="1337607"/>
                  </a:lnTo>
                  <a:lnTo>
                    <a:pt x="1004073" y="1337615"/>
                  </a:lnTo>
                  <a:lnTo>
                    <a:pt x="1004090" y="1337619"/>
                  </a:lnTo>
                  <a:lnTo>
                    <a:pt x="1004097" y="1337617"/>
                  </a:lnTo>
                  <a:lnTo>
                    <a:pt x="1004096" y="1337611"/>
                  </a:lnTo>
                  <a:lnTo>
                    <a:pt x="1004086" y="1337595"/>
                  </a:lnTo>
                  <a:lnTo>
                    <a:pt x="1004080" y="1337580"/>
                  </a:lnTo>
                  <a:lnTo>
                    <a:pt x="1004077" y="1337565"/>
                  </a:lnTo>
                  <a:lnTo>
                    <a:pt x="1004077" y="1337550"/>
                  </a:lnTo>
                  <a:lnTo>
                    <a:pt x="1004080" y="1337540"/>
                  </a:lnTo>
                  <a:lnTo>
                    <a:pt x="1004082" y="1337535"/>
                  </a:lnTo>
                  <a:lnTo>
                    <a:pt x="1004084" y="1337529"/>
                  </a:lnTo>
                  <a:lnTo>
                    <a:pt x="1004084" y="1337521"/>
                  </a:lnTo>
                  <a:lnTo>
                    <a:pt x="1004080" y="1337505"/>
                  </a:lnTo>
                  <a:lnTo>
                    <a:pt x="1004077" y="1337498"/>
                  </a:lnTo>
                  <a:lnTo>
                    <a:pt x="1004074" y="1337495"/>
                  </a:lnTo>
                  <a:lnTo>
                    <a:pt x="1004072" y="1337490"/>
                  </a:lnTo>
                  <a:lnTo>
                    <a:pt x="1004063" y="1337475"/>
                  </a:lnTo>
                  <a:lnTo>
                    <a:pt x="1004055" y="1337460"/>
                  </a:lnTo>
                  <a:lnTo>
                    <a:pt x="1004047" y="1337444"/>
                  </a:lnTo>
                  <a:lnTo>
                    <a:pt x="1004029" y="1337414"/>
                  </a:lnTo>
                  <a:lnTo>
                    <a:pt x="1004023" y="1337399"/>
                  </a:lnTo>
                  <a:lnTo>
                    <a:pt x="1004017" y="1337391"/>
                  </a:lnTo>
                  <a:lnTo>
                    <a:pt x="1004014" y="1337384"/>
                  </a:lnTo>
                  <a:lnTo>
                    <a:pt x="1004005" y="1337369"/>
                  </a:lnTo>
                  <a:lnTo>
                    <a:pt x="1003997" y="1337351"/>
                  </a:lnTo>
                  <a:lnTo>
                    <a:pt x="1003989" y="1337336"/>
                  </a:lnTo>
                  <a:lnTo>
                    <a:pt x="1003979" y="1337321"/>
                  </a:lnTo>
                  <a:lnTo>
                    <a:pt x="1003968" y="1337306"/>
                  </a:lnTo>
                  <a:lnTo>
                    <a:pt x="1003955" y="1337290"/>
                  </a:lnTo>
                  <a:lnTo>
                    <a:pt x="1003947" y="1337275"/>
                  </a:lnTo>
                  <a:lnTo>
                    <a:pt x="1003939" y="1337260"/>
                  </a:lnTo>
                  <a:lnTo>
                    <a:pt x="1003934" y="1337245"/>
                  </a:lnTo>
                  <a:lnTo>
                    <a:pt x="1003933" y="1337230"/>
                  </a:lnTo>
                  <a:lnTo>
                    <a:pt x="1003934" y="1337215"/>
                  </a:lnTo>
                  <a:lnTo>
                    <a:pt x="1003934" y="1337206"/>
                  </a:lnTo>
                  <a:lnTo>
                    <a:pt x="1003936" y="1337200"/>
                  </a:lnTo>
                  <a:lnTo>
                    <a:pt x="1003939" y="1337193"/>
                  </a:lnTo>
                  <a:lnTo>
                    <a:pt x="1003940" y="1337185"/>
                  </a:lnTo>
                  <a:lnTo>
                    <a:pt x="1003944" y="1337174"/>
                  </a:lnTo>
                  <a:lnTo>
                    <a:pt x="1003947" y="1337170"/>
                  </a:lnTo>
                  <a:lnTo>
                    <a:pt x="1003949" y="1337163"/>
                  </a:lnTo>
                  <a:lnTo>
                    <a:pt x="1003954" y="1337155"/>
                  </a:lnTo>
                  <a:lnTo>
                    <a:pt x="1003962" y="1337140"/>
                  </a:lnTo>
                  <a:lnTo>
                    <a:pt x="1003972" y="1337125"/>
                  </a:lnTo>
                  <a:lnTo>
                    <a:pt x="1003984" y="1337116"/>
                  </a:lnTo>
                  <a:lnTo>
                    <a:pt x="1004001" y="1337112"/>
                  </a:lnTo>
                  <a:lnTo>
                    <a:pt x="1004008" y="1337109"/>
                  </a:lnTo>
                  <a:lnTo>
                    <a:pt x="1004015" y="1337104"/>
                  </a:lnTo>
                  <a:lnTo>
                    <a:pt x="1004028" y="1337094"/>
                  </a:lnTo>
                  <a:lnTo>
                    <a:pt x="1004043" y="1337082"/>
                  </a:lnTo>
                  <a:lnTo>
                    <a:pt x="1004050" y="1337080"/>
                  </a:lnTo>
                  <a:lnTo>
                    <a:pt x="1004057" y="1337080"/>
                  </a:lnTo>
                  <a:lnTo>
                    <a:pt x="1004071" y="1337083"/>
                  </a:lnTo>
                  <a:lnTo>
                    <a:pt x="1004086" y="1337083"/>
                  </a:lnTo>
                  <a:lnTo>
                    <a:pt x="1004100" y="1337082"/>
                  </a:lnTo>
                  <a:lnTo>
                    <a:pt x="1004114" y="1337078"/>
                  </a:lnTo>
                  <a:lnTo>
                    <a:pt x="1004122" y="1337076"/>
                  </a:lnTo>
                  <a:lnTo>
                    <a:pt x="1004129" y="1337074"/>
                  </a:lnTo>
                  <a:lnTo>
                    <a:pt x="1004143" y="1337072"/>
                  </a:lnTo>
                  <a:lnTo>
                    <a:pt x="1004158" y="1337072"/>
                  </a:lnTo>
                  <a:lnTo>
                    <a:pt x="1004172" y="1337075"/>
                  </a:lnTo>
                  <a:lnTo>
                    <a:pt x="1004183" y="1337080"/>
                  </a:lnTo>
                  <a:lnTo>
                    <a:pt x="1004188" y="1337080"/>
                  </a:lnTo>
                  <a:lnTo>
                    <a:pt x="1004197" y="1337071"/>
                  </a:lnTo>
                  <a:lnTo>
                    <a:pt x="1004199" y="1337067"/>
                  </a:lnTo>
                  <a:lnTo>
                    <a:pt x="1004206" y="1337037"/>
                  </a:lnTo>
                  <a:lnTo>
                    <a:pt x="1004208" y="1337029"/>
                  </a:lnTo>
                  <a:lnTo>
                    <a:pt x="1004212" y="1337022"/>
                  </a:lnTo>
                  <a:lnTo>
                    <a:pt x="1004218" y="1337007"/>
                  </a:lnTo>
                  <a:lnTo>
                    <a:pt x="1004223" y="1336992"/>
                  </a:lnTo>
                  <a:lnTo>
                    <a:pt x="1004226" y="1336978"/>
                  </a:lnTo>
                  <a:lnTo>
                    <a:pt x="1004229" y="1336947"/>
                  </a:lnTo>
                  <a:lnTo>
                    <a:pt x="1004227" y="1336932"/>
                  </a:lnTo>
                  <a:lnTo>
                    <a:pt x="1004222" y="1336916"/>
                  </a:lnTo>
                  <a:lnTo>
                    <a:pt x="1004219" y="1336900"/>
                  </a:lnTo>
                  <a:lnTo>
                    <a:pt x="1004220" y="1336886"/>
                  </a:lnTo>
                  <a:lnTo>
                    <a:pt x="1004226" y="1336879"/>
                  </a:lnTo>
                  <a:lnTo>
                    <a:pt x="1004233" y="1336873"/>
                  </a:lnTo>
                  <a:lnTo>
                    <a:pt x="1004245" y="1336863"/>
                  </a:lnTo>
                  <a:lnTo>
                    <a:pt x="1004247" y="1336855"/>
                  </a:lnTo>
                  <a:lnTo>
                    <a:pt x="1004242" y="1336847"/>
                  </a:lnTo>
                  <a:lnTo>
                    <a:pt x="1004239" y="1336837"/>
                  </a:lnTo>
                  <a:lnTo>
                    <a:pt x="1004234" y="1336831"/>
                  </a:lnTo>
                  <a:lnTo>
                    <a:pt x="1004223" y="1336816"/>
                  </a:lnTo>
                  <a:lnTo>
                    <a:pt x="1004214" y="1336804"/>
                  </a:lnTo>
                  <a:lnTo>
                    <a:pt x="1004195" y="1336789"/>
                  </a:lnTo>
                  <a:lnTo>
                    <a:pt x="1004184" y="1336783"/>
                  </a:lnTo>
                  <a:lnTo>
                    <a:pt x="1004177" y="1336776"/>
                  </a:lnTo>
                  <a:lnTo>
                    <a:pt x="1004173" y="1336767"/>
                  </a:lnTo>
                  <a:lnTo>
                    <a:pt x="1004170" y="1336756"/>
                  </a:lnTo>
                  <a:lnTo>
                    <a:pt x="1004166" y="1336748"/>
                  </a:lnTo>
                  <a:lnTo>
                    <a:pt x="1004158" y="1336735"/>
                  </a:lnTo>
                  <a:lnTo>
                    <a:pt x="1004148" y="1336720"/>
                  </a:lnTo>
                  <a:lnTo>
                    <a:pt x="1004138" y="1336704"/>
                  </a:lnTo>
                  <a:lnTo>
                    <a:pt x="1004131" y="1336689"/>
                  </a:lnTo>
                  <a:lnTo>
                    <a:pt x="1004129" y="1336684"/>
                  </a:lnTo>
                  <a:lnTo>
                    <a:pt x="1004130" y="1336676"/>
                  </a:lnTo>
                  <a:lnTo>
                    <a:pt x="1004132" y="1336665"/>
                  </a:lnTo>
                  <a:lnTo>
                    <a:pt x="1004135" y="1336659"/>
                  </a:lnTo>
                  <a:lnTo>
                    <a:pt x="1004137" y="1336648"/>
                  </a:lnTo>
                  <a:lnTo>
                    <a:pt x="1004140" y="1336644"/>
                  </a:lnTo>
                  <a:lnTo>
                    <a:pt x="1004142" y="1336640"/>
                  </a:lnTo>
                  <a:lnTo>
                    <a:pt x="1004142" y="1336635"/>
                  </a:lnTo>
                  <a:lnTo>
                    <a:pt x="1004150" y="1336621"/>
                  </a:lnTo>
                  <a:lnTo>
                    <a:pt x="1004157" y="1336607"/>
                  </a:lnTo>
                  <a:lnTo>
                    <a:pt x="1004161" y="1336604"/>
                  </a:lnTo>
                  <a:lnTo>
                    <a:pt x="1004174" y="1336592"/>
                  </a:lnTo>
                  <a:lnTo>
                    <a:pt x="1004187" y="1336579"/>
                  </a:lnTo>
                  <a:lnTo>
                    <a:pt x="1004195" y="1336574"/>
                  </a:lnTo>
                  <a:lnTo>
                    <a:pt x="1004202" y="1336572"/>
                  </a:lnTo>
                  <a:lnTo>
                    <a:pt x="1004207" y="1336572"/>
                  </a:lnTo>
                  <a:lnTo>
                    <a:pt x="1004216" y="1336569"/>
                  </a:lnTo>
                  <a:lnTo>
                    <a:pt x="1004230" y="1336567"/>
                  </a:lnTo>
                  <a:lnTo>
                    <a:pt x="1004245" y="1336565"/>
                  </a:lnTo>
                  <a:lnTo>
                    <a:pt x="1004259" y="1336564"/>
                  </a:lnTo>
                  <a:lnTo>
                    <a:pt x="1004273" y="1336562"/>
                  </a:lnTo>
                  <a:lnTo>
                    <a:pt x="1004287" y="1336561"/>
                  </a:lnTo>
                  <a:lnTo>
                    <a:pt x="1004302" y="1336560"/>
                  </a:lnTo>
                  <a:lnTo>
                    <a:pt x="1004316" y="1336559"/>
                  </a:lnTo>
                  <a:lnTo>
                    <a:pt x="1004330" y="1336559"/>
                  </a:lnTo>
                  <a:lnTo>
                    <a:pt x="1004345" y="1336557"/>
                  </a:lnTo>
                  <a:lnTo>
                    <a:pt x="1004359" y="1336554"/>
                  </a:lnTo>
                  <a:lnTo>
                    <a:pt x="1004374" y="1336546"/>
                  </a:lnTo>
                  <a:lnTo>
                    <a:pt x="1004381" y="1336542"/>
                  </a:lnTo>
                  <a:lnTo>
                    <a:pt x="1004385" y="1336535"/>
                  </a:lnTo>
                  <a:lnTo>
                    <a:pt x="1004391" y="1336520"/>
                  </a:lnTo>
                  <a:lnTo>
                    <a:pt x="1004396" y="1336504"/>
                  </a:lnTo>
                  <a:lnTo>
                    <a:pt x="1004401" y="1336489"/>
                  </a:lnTo>
                  <a:lnTo>
                    <a:pt x="1004409" y="1336476"/>
                  </a:lnTo>
                  <a:lnTo>
                    <a:pt x="1004417" y="1336466"/>
                  </a:lnTo>
                  <a:lnTo>
                    <a:pt x="1004423" y="1336462"/>
                  </a:lnTo>
                  <a:lnTo>
                    <a:pt x="1004435" y="1336447"/>
                  </a:lnTo>
                  <a:lnTo>
                    <a:pt x="1004444" y="1336433"/>
                  </a:lnTo>
                  <a:lnTo>
                    <a:pt x="1004452" y="1336417"/>
                  </a:lnTo>
                  <a:lnTo>
                    <a:pt x="1004460" y="1336402"/>
                  </a:lnTo>
                  <a:lnTo>
                    <a:pt x="1004468" y="1336387"/>
                  </a:lnTo>
                  <a:lnTo>
                    <a:pt x="1004483" y="1336357"/>
                  </a:lnTo>
                  <a:lnTo>
                    <a:pt x="1004489" y="1336342"/>
                  </a:lnTo>
                  <a:lnTo>
                    <a:pt x="1004494" y="1336327"/>
                  </a:lnTo>
                  <a:lnTo>
                    <a:pt x="1004495" y="1336317"/>
                  </a:lnTo>
                  <a:lnTo>
                    <a:pt x="1004493" y="1336312"/>
                  </a:lnTo>
                  <a:lnTo>
                    <a:pt x="1004488" y="1336304"/>
                  </a:lnTo>
                  <a:lnTo>
                    <a:pt x="1004483" y="1336298"/>
                  </a:lnTo>
                  <a:lnTo>
                    <a:pt x="1004468" y="1336288"/>
                  </a:lnTo>
                  <a:lnTo>
                    <a:pt x="1004456" y="1336280"/>
                  </a:lnTo>
                  <a:lnTo>
                    <a:pt x="1004439" y="1336273"/>
                  </a:lnTo>
                  <a:lnTo>
                    <a:pt x="1004425" y="1336267"/>
                  </a:lnTo>
                  <a:lnTo>
                    <a:pt x="1004411" y="1336260"/>
                  </a:lnTo>
                  <a:lnTo>
                    <a:pt x="1004397" y="1336254"/>
                  </a:lnTo>
                  <a:lnTo>
                    <a:pt x="1004390" y="1336252"/>
                  </a:lnTo>
                  <a:lnTo>
                    <a:pt x="1004382" y="1336247"/>
                  </a:lnTo>
                  <a:lnTo>
                    <a:pt x="1004370" y="1336237"/>
                  </a:lnTo>
                  <a:lnTo>
                    <a:pt x="1004366" y="1336232"/>
                  </a:lnTo>
                  <a:lnTo>
                    <a:pt x="1004362" y="1336221"/>
                  </a:lnTo>
                  <a:lnTo>
                    <a:pt x="1004363" y="1336206"/>
                  </a:lnTo>
                  <a:lnTo>
                    <a:pt x="1004366" y="1336192"/>
                  </a:lnTo>
                  <a:lnTo>
                    <a:pt x="1004371" y="1336176"/>
                  </a:lnTo>
                  <a:lnTo>
                    <a:pt x="1004374" y="1336161"/>
                  </a:lnTo>
                  <a:lnTo>
                    <a:pt x="1004375" y="1336146"/>
                  </a:lnTo>
                  <a:lnTo>
                    <a:pt x="1004375" y="1336122"/>
                  </a:lnTo>
                  <a:lnTo>
                    <a:pt x="1004373" y="1336115"/>
                  </a:lnTo>
                  <a:lnTo>
                    <a:pt x="1004368" y="1336100"/>
                  </a:lnTo>
                  <a:lnTo>
                    <a:pt x="1004358" y="1336085"/>
                  </a:lnTo>
                  <a:lnTo>
                    <a:pt x="1004344" y="1336071"/>
                  </a:lnTo>
                  <a:lnTo>
                    <a:pt x="1004330" y="1336056"/>
                  </a:lnTo>
                  <a:lnTo>
                    <a:pt x="1004316" y="1336042"/>
                  </a:lnTo>
                  <a:lnTo>
                    <a:pt x="1004303" y="1336028"/>
                  </a:lnTo>
                  <a:lnTo>
                    <a:pt x="1004297" y="1336020"/>
                  </a:lnTo>
                  <a:lnTo>
                    <a:pt x="1004290" y="1336014"/>
                  </a:lnTo>
                  <a:lnTo>
                    <a:pt x="1004279" y="1335999"/>
                  </a:lnTo>
                  <a:lnTo>
                    <a:pt x="1004273" y="1335990"/>
                  </a:lnTo>
                  <a:lnTo>
                    <a:pt x="1004269" y="1335983"/>
                  </a:lnTo>
                  <a:lnTo>
                    <a:pt x="1004265" y="1335969"/>
                  </a:lnTo>
                  <a:lnTo>
                    <a:pt x="1004264" y="1335953"/>
                  </a:lnTo>
                  <a:lnTo>
                    <a:pt x="1004263" y="1335938"/>
                  </a:lnTo>
                  <a:lnTo>
                    <a:pt x="1004264" y="1335923"/>
                  </a:lnTo>
                  <a:lnTo>
                    <a:pt x="1004265" y="1335908"/>
                  </a:lnTo>
                  <a:lnTo>
                    <a:pt x="1004267" y="1335893"/>
                  </a:lnTo>
                  <a:lnTo>
                    <a:pt x="1004266" y="1335878"/>
                  </a:lnTo>
                  <a:lnTo>
                    <a:pt x="1004263" y="1335863"/>
                  </a:lnTo>
                  <a:lnTo>
                    <a:pt x="1004258" y="1335849"/>
                  </a:lnTo>
                  <a:lnTo>
                    <a:pt x="1004255" y="1335840"/>
                  </a:lnTo>
                  <a:lnTo>
                    <a:pt x="1004255" y="1335834"/>
                  </a:lnTo>
                  <a:lnTo>
                    <a:pt x="1004256" y="1335826"/>
                  </a:lnTo>
                  <a:lnTo>
                    <a:pt x="1004258" y="1335818"/>
                  </a:lnTo>
                  <a:lnTo>
                    <a:pt x="1004260" y="1335811"/>
                  </a:lnTo>
                  <a:lnTo>
                    <a:pt x="1004259" y="1335789"/>
                  </a:lnTo>
                  <a:lnTo>
                    <a:pt x="1004255" y="1335772"/>
                  </a:lnTo>
                  <a:lnTo>
                    <a:pt x="1004254" y="1335757"/>
                  </a:lnTo>
                  <a:lnTo>
                    <a:pt x="1004258" y="1335742"/>
                  </a:lnTo>
                  <a:lnTo>
                    <a:pt x="1004263" y="1335727"/>
                  </a:lnTo>
                  <a:lnTo>
                    <a:pt x="1004266" y="1335712"/>
                  </a:lnTo>
                  <a:lnTo>
                    <a:pt x="1004262" y="1335697"/>
                  </a:lnTo>
                  <a:lnTo>
                    <a:pt x="1004253" y="1335682"/>
                  </a:lnTo>
                  <a:lnTo>
                    <a:pt x="1004241" y="1335667"/>
                  </a:lnTo>
                  <a:lnTo>
                    <a:pt x="1004228" y="1335644"/>
                  </a:lnTo>
                  <a:lnTo>
                    <a:pt x="1004224" y="1335629"/>
                  </a:lnTo>
                  <a:lnTo>
                    <a:pt x="1004221" y="1335619"/>
                  </a:lnTo>
                  <a:lnTo>
                    <a:pt x="1004216" y="1335612"/>
                  </a:lnTo>
                  <a:lnTo>
                    <a:pt x="1004203" y="1335596"/>
                  </a:lnTo>
                  <a:lnTo>
                    <a:pt x="1004193" y="1335589"/>
                  </a:lnTo>
                  <a:lnTo>
                    <a:pt x="1004188" y="1335588"/>
                  </a:lnTo>
                  <a:lnTo>
                    <a:pt x="1004174" y="1335583"/>
                  </a:lnTo>
                  <a:lnTo>
                    <a:pt x="1004170" y="1335582"/>
                  </a:lnTo>
                  <a:lnTo>
                    <a:pt x="1004163" y="1335578"/>
                  </a:lnTo>
                  <a:lnTo>
                    <a:pt x="1004160" y="1335575"/>
                  </a:lnTo>
                  <a:lnTo>
                    <a:pt x="1004156" y="1335572"/>
                  </a:lnTo>
                  <a:lnTo>
                    <a:pt x="1004150" y="1335562"/>
                  </a:lnTo>
                  <a:lnTo>
                    <a:pt x="1004147" y="1335548"/>
                  </a:lnTo>
                  <a:lnTo>
                    <a:pt x="1004145" y="1335536"/>
                  </a:lnTo>
                  <a:lnTo>
                    <a:pt x="1004141" y="1335529"/>
                  </a:lnTo>
                  <a:lnTo>
                    <a:pt x="1004134" y="1335516"/>
                  </a:lnTo>
                  <a:lnTo>
                    <a:pt x="1004128" y="1335507"/>
                  </a:lnTo>
                  <a:lnTo>
                    <a:pt x="1004116" y="1335488"/>
                  </a:lnTo>
                  <a:lnTo>
                    <a:pt x="1004136" y="1335481"/>
                  </a:lnTo>
                  <a:lnTo>
                    <a:pt x="1004153" y="1335478"/>
                  </a:lnTo>
                  <a:lnTo>
                    <a:pt x="1004169" y="1335474"/>
                  </a:lnTo>
                  <a:lnTo>
                    <a:pt x="1004181" y="1335470"/>
                  </a:lnTo>
                  <a:lnTo>
                    <a:pt x="1004188" y="1335467"/>
                  </a:lnTo>
                  <a:lnTo>
                    <a:pt x="1004196" y="1335461"/>
                  </a:lnTo>
                  <a:lnTo>
                    <a:pt x="1004203" y="1335448"/>
                  </a:lnTo>
                  <a:lnTo>
                    <a:pt x="1004209" y="1335431"/>
                  </a:lnTo>
                  <a:lnTo>
                    <a:pt x="1004213" y="1335424"/>
                  </a:lnTo>
                  <a:lnTo>
                    <a:pt x="1004212" y="1335418"/>
                  </a:lnTo>
                  <a:lnTo>
                    <a:pt x="1004199" y="1335416"/>
                  </a:lnTo>
                  <a:lnTo>
                    <a:pt x="1004188" y="1335416"/>
                  </a:lnTo>
                  <a:lnTo>
                    <a:pt x="1004183" y="1335412"/>
                  </a:lnTo>
                  <a:lnTo>
                    <a:pt x="1004174" y="1335403"/>
                  </a:lnTo>
                  <a:lnTo>
                    <a:pt x="1004172" y="1335399"/>
                  </a:lnTo>
                  <a:lnTo>
                    <a:pt x="1004167" y="1335384"/>
                  </a:lnTo>
                  <a:lnTo>
                    <a:pt x="1004163" y="1335373"/>
                  </a:lnTo>
                  <a:lnTo>
                    <a:pt x="1004160" y="1335369"/>
                  </a:lnTo>
                  <a:lnTo>
                    <a:pt x="1004154" y="1335360"/>
                  </a:lnTo>
                  <a:lnTo>
                    <a:pt x="1004148" y="1335358"/>
                  </a:lnTo>
                  <a:lnTo>
                    <a:pt x="1004118" y="1335360"/>
                  </a:lnTo>
                  <a:lnTo>
                    <a:pt x="1004103" y="1335367"/>
                  </a:lnTo>
                  <a:lnTo>
                    <a:pt x="1004089" y="1335373"/>
                  </a:lnTo>
                  <a:lnTo>
                    <a:pt x="1004082" y="1335377"/>
                  </a:lnTo>
                  <a:lnTo>
                    <a:pt x="1004075" y="1335379"/>
                  </a:lnTo>
                  <a:lnTo>
                    <a:pt x="1004060" y="1335383"/>
                  </a:lnTo>
                  <a:lnTo>
                    <a:pt x="1004046" y="1335378"/>
                  </a:lnTo>
                  <a:lnTo>
                    <a:pt x="1004035" y="1335370"/>
                  </a:lnTo>
                  <a:lnTo>
                    <a:pt x="1004032" y="1335366"/>
                  </a:lnTo>
                  <a:lnTo>
                    <a:pt x="1004022" y="1335351"/>
                  </a:lnTo>
                  <a:lnTo>
                    <a:pt x="1004008" y="1335341"/>
                  </a:lnTo>
                  <a:lnTo>
                    <a:pt x="1004001" y="1335337"/>
                  </a:lnTo>
                  <a:lnTo>
                    <a:pt x="1003993" y="1335339"/>
                  </a:lnTo>
                  <a:lnTo>
                    <a:pt x="1003979" y="1335339"/>
                  </a:lnTo>
                  <a:lnTo>
                    <a:pt x="1003972" y="1335341"/>
                  </a:lnTo>
                  <a:lnTo>
                    <a:pt x="1003965" y="1335339"/>
                  </a:lnTo>
                  <a:lnTo>
                    <a:pt x="1003957" y="1335336"/>
                  </a:lnTo>
                  <a:lnTo>
                    <a:pt x="1003950" y="1335331"/>
                  </a:lnTo>
                  <a:lnTo>
                    <a:pt x="1003943" y="1335325"/>
                  </a:lnTo>
                  <a:lnTo>
                    <a:pt x="1003937" y="1335318"/>
                  </a:lnTo>
                  <a:lnTo>
                    <a:pt x="1003925" y="1335305"/>
                  </a:lnTo>
                  <a:lnTo>
                    <a:pt x="1003919" y="1335296"/>
                  </a:lnTo>
                  <a:lnTo>
                    <a:pt x="1003916" y="1335289"/>
                  </a:lnTo>
                  <a:lnTo>
                    <a:pt x="1003911" y="1335275"/>
                  </a:lnTo>
                  <a:lnTo>
                    <a:pt x="1003906" y="1335260"/>
                  </a:lnTo>
                  <a:lnTo>
                    <a:pt x="1003902" y="1335253"/>
                  </a:lnTo>
                  <a:lnTo>
                    <a:pt x="1003900" y="1335244"/>
                  </a:lnTo>
                  <a:lnTo>
                    <a:pt x="1003897" y="1335229"/>
                  </a:lnTo>
                  <a:lnTo>
                    <a:pt x="1003895" y="1335214"/>
                  </a:lnTo>
                  <a:lnTo>
                    <a:pt x="1003893" y="1335199"/>
                  </a:lnTo>
                  <a:lnTo>
                    <a:pt x="1003890" y="1335184"/>
                  </a:lnTo>
                  <a:lnTo>
                    <a:pt x="1003890" y="1335178"/>
                  </a:lnTo>
                  <a:lnTo>
                    <a:pt x="1003886" y="1335175"/>
                  </a:lnTo>
                  <a:lnTo>
                    <a:pt x="1003881" y="1335175"/>
                  </a:lnTo>
                  <a:lnTo>
                    <a:pt x="1003867" y="1335182"/>
                  </a:lnTo>
                  <a:lnTo>
                    <a:pt x="1003852" y="1335186"/>
                  </a:lnTo>
                  <a:lnTo>
                    <a:pt x="1003838" y="1335189"/>
                  </a:lnTo>
                  <a:lnTo>
                    <a:pt x="1003824" y="1335191"/>
                  </a:lnTo>
                  <a:lnTo>
                    <a:pt x="1003809" y="1335190"/>
                  </a:lnTo>
                  <a:lnTo>
                    <a:pt x="1003795" y="1335185"/>
                  </a:lnTo>
                  <a:lnTo>
                    <a:pt x="1003782" y="1335177"/>
                  </a:lnTo>
                  <a:lnTo>
                    <a:pt x="1003766" y="1335162"/>
                  </a:lnTo>
                  <a:lnTo>
                    <a:pt x="1003757" y="1335147"/>
                  </a:lnTo>
                  <a:lnTo>
                    <a:pt x="1003750" y="1335132"/>
                  </a:lnTo>
                  <a:lnTo>
                    <a:pt x="1003746" y="1335117"/>
                  </a:lnTo>
                  <a:lnTo>
                    <a:pt x="1003745" y="1335090"/>
                  </a:lnTo>
                  <a:lnTo>
                    <a:pt x="1003743" y="1335086"/>
                  </a:lnTo>
                  <a:lnTo>
                    <a:pt x="1003736" y="1335071"/>
                  </a:lnTo>
                  <a:lnTo>
                    <a:pt x="1003732" y="1335056"/>
                  </a:lnTo>
                  <a:lnTo>
                    <a:pt x="1003730" y="1335047"/>
                  </a:lnTo>
                  <a:lnTo>
                    <a:pt x="1003725" y="1335044"/>
                  </a:lnTo>
                  <a:lnTo>
                    <a:pt x="1003710" y="1335041"/>
                  </a:lnTo>
                  <a:lnTo>
                    <a:pt x="1003696" y="1335040"/>
                  </a:lnTo>
                  <a:lnTo>
                    <a:pt x="1003681" y="1335037"/>
                  </a:lnTo>
                  <a:lnTo>
                    <a:pt x="1003660" y="1335028"/>
                  </a:lnTo>
                  <a:lnTo>
                    <a:pt x="1003653" y="1335023"/>
                  </a:lnTo>
                  <a:lnTo>
                    <a:pt x="1003639" y="1335011"/>
                  </a:lnTo>
                  <a:lnTo>
                    <a:pt x="1003625" y="1335001"/>
                  </a:lnTo>
                  <a:lnTo>
                    <a:pt x="1003611" y="1334997"/>
                  </a:lnTo>
                  <a:lnTo>
                    <a:pt x="1003596" y="1334993"/>
                  </a:lnTo>
                  <a:lnTo>
                    <a:pt x="1003589" y="1334994"/>
                  </a:lnTo>
                  <a:lnTo>
                    <a:pt x="1003582" y="1334997"/>
                  </a:lnTo>
                  <a:lnTo>
                    <a:pt x="1003573" y="1335003"/>
                  </a:lnTo>
                  <a:lnTo>
                    <a:pt x="1003566" y="1335009"/>
                  </a:lnTo>
                  <a:lnTo>
                    <a:pt x="1003561" y="1335017"/>
                  </a:lnTo>
                  <a:lnTo>
                    <a:pt x="1003559" y="1335023"/>
                  </a:lnTo>
                  <a:lnTo>
                    <a:pt x="1003557" y="1335028"/>
                  </a:lnTo>
                  <a:lnTo>
                    <a:pt x="1003552" y="1335038"/>
                  </a:lnTo>
                  <a:lnTo>
                    <a:pt x="1003540" y="1335053"/>
                  </a:lnTo>
                  <a:lnTo>
                    <a:pt x="1003532" y="1335060"/>
                  </a:lnTo>
                  <a:lnTo>
                    <a:pt x="1003527" y="1335064"/>
                  </a:lnTo>
                  <a:lnTo>
                    <a:pt x="1003512" y="1335069"/>
                  </a:lnTo>
                  <a:lnTo>
                    <a:pt x="1003505" y="1335071"/>
                  </a:lnTo>
                  <a:lnTo>
                    <a:pt x="1003498" y="1335071"/>
                  </a:lnTo>
                  <a:lnTo>
                    <a:pt x="1003483" y="1335072"/>
                  </a:lnTo>
                  <a:lnTo>
                    <a:pt x="1003469" y="1335076"/>
                  </a:lnTo>
                  <a:lnTo>
                    <a:pt x="1003455" y="1335082"/>
                  </a:lnTo>
                  <a:lnTo>
                    <a:pt x="1003442" y="1335090"/>
                  </a:lnTo>
                  <a:lnTo>
                    <a:pt x="1003426" y="1335098"/>
                  </a:lnTo>
                  <a:lnTo>
                    <a:pt x="1003412" y="1335100"/>
                  </a:lnTo>
                  <a:lnTo>
                    <a:pt x="1003397" y="1335105"/>
                  </a:lnTo>
                  <a:lnTo>
                    <a:pt x="1003383" y="1335111"/>
                  </a:lnTo>
                  <a:lnTo>
                    <a:pt x="1003370" y="1335117"/>
                  </a:lnTo>
                  <a:lnTo>
                    <a:pt x="1003356" y="1335121"/>
                  </a:lnTo>
                  <a:lnTo>
                    <a:pt x="1003347" y="1335123"/>
                  </a:lnTo>
                  <a:lnTo>
                    <a:pt x="1003340" y="1335123"/>
                  </a:lnTo>
                  <a:lnTo>
                    <a:pt x="1003325" y="1335124"/>
                  </a:lnTo>
                  <a:lnTo>
                    <a:pt x="1003311" y="1335128"/>
                  </a:lnTo>
                  <a:lnTo>
                    <a:pt x="1003297" y="1335133"/>
                  </a:lnTo>
                  <a:lnTo>
                    <a:pt x="1003282" y="1335135"/>
                  </a:lnTo>
                  <a:lnTo>
                    <a:pt x="1003243" y="1335132"/>
                  </a:lnTo>
                  <a:lnTo>
                    <a:pt x="1003233" y="1335141"/>
                  </a:lnTo>
                  <a:lnTo>
                    <a:pt x="1003227" y="1335148"/>
                  </a:lnTo>
                  <a:lnTo>
                    <a:pt x="1003216" y="1335151"/>
                  </a:lnTo>
                  <a:lnTo>
                    <a:pt x="1003207" y="1335151"/>
                  </a:lnTo>
                  <a:lnTo>
                    <a:pt x="1003201" y="1335147"/>
                  </a:lnTo>
                  <a:lnTo>
                    <a:pt x="1003188" y="1335134"/>
                  </a:lnTo>
                  <a:lnTo>
                    <a:pt x="1003180" y="1335129"/>
                  </a:lnTo>
                  <a:lnTo>
                    <a:pt x="1003174" y="1335127"/>
                  </a:lnTo>
                  <a:lnTo>
                    <a:pt x="1003159" y="1335125"/>
                  </a:lnTo>
                  <a:lnTo>
                    <a:pt x="1003151" y="1335125"/>
                  </a:lnTo>
                  <a:lnTo>
                    <a:pt x="1003145" y="1335123"/>
                  </a:lnTo>
                  <a:lnTo>
                    <a:pt x="1003131" y="1335120"/>
                  </a:lnTo>
                  <a:lnTo>
                    <a:pt x="1003116" y="1335115"/>
                  </a:lnTo>
                  <a:lnTo>
                    <a:pt x="1003102" y="1335108"/>
                  </a:lnTo>
                  <a:lnTo>
                    <a:pt x="1003088" y="1335103"/>
                  </a:lnTo>
                  <a:lnTo>
                    <a:pt x="1003074" y="1335096"/>
                  </a:lnTo>
                  <a:lnTo>
                    <a:pt x="1003059" y="1335095"/>
                  </a:lnTo>
                  <a:lnTo>
                    <a:pt x="1003045" y="1335098"/>
                  </a:lnTo>
                  <a:lnTo>
                    <a:pt x="1003030" y="1335101"/>
                  </a:lnTo>
                  <a:lnTo>
                    <a:pt x="1003016" y="1335104"/>
                  </a:lnTo>
                  <a:lnTo>
                    <a:pt x="1003002" y="1335109"/>
                  </a:lnTo>
                  <a:lnTo>
                    <a:pt x="1002987" y="1335113"/>
                  </a:lnTo>
                  <a:lnTo>
                    <a:pt x="1002983" y="1335115"/>
                  </a:lnTo>
                  <a:lnTo>
                    <a:pt x="1002973" y="1335116"/>
                  </a:lnTo>
                  <a:lnTo>
                    <a:pt x="1002959" y="1335119"/>
                  </a:lnTo>
                  <a:lnTo>
                    <a:pt x="1002944" y="1335121"/>
                  </a:lnTo>
                  <a:lnTo>
                    <a:pt x="1002930" y="1335121"/>
                  </a:lnTo>
                  <a:lnTo>
                    <a:pt x="1002916" y="1335121"/>
                  </a:lnTo>
                  <a:lnTo>
                    <a:pt x="1002901" y="1335120"/>
                  </a:lnTo>
                  <a:lnTo>
                    <a:pt x="1002887" y="1335118"/>
                  </a:lnTo>
                  <a:lnTo>
                    <a:pt x="1002872" y="1335116"/>
                  </a:lnTo>
                  <a:lnTo>
                    <a:pt x="1002858" y="1335116"/>
                  </a:lnTo>
                  <a:lnTo>
                    <a:pt x="1002844" y="1335114"/>
                  </a:lnTo>
                  <a:lnTo>
                    <a:pt x="1002829" y="1335114"/>
                  </a:lnTo>
                  <a:lnTo>
                    <a:pt x="1002815" y="1335114"/>
                  </a:lnTo>
                  <a:lnTo>
                    <a:pt x="1002801" y="1335114"/>
                  </a:lnTo>
                  <a:lnTo>
                    <a:pt x="1002786" y="1335112"/>
                  </a:lnTo>
                  <a:lnTo>
                    <a:pt x="1002772" y="1335109"/>
                  </a:lnTo>
                  <a:lnTo>
                    <a:pt x="1002758" y="1335106"/>
                  </a:lnTo>
                  <a:lnTo>
                    <a:pt x="1002743" y="1335102"/>
                  </a:lnTo>
                  <a:lnTo>
                    <a:pt x="1002739" y="1335100"/>
                  </a:lnTo>
                  <a:lnTo>
                    <a:pt x="1002734" y="1335100"/>
                  </a:lnTo>
                  <a:lnTo>
                    <a:pt x="1002729" y="1335097"/>
                  </a:lnTo>
                  <a:lnTo>
                    <a:pt x="1002715" y="1335092"/>
                  </a:lnTo>
                  <a:lnTo>
                    <a:pt x="1002703" y="1335086"/>
                  </a:lnTo>
                  <a:lnTo>
                    <a:pt x="1002700" y="1335083"/>
                  </a:lnTo>
                  <a:lnTo>
                    <a:pt x="1002686" y="1335073"/>
                  </a:lnTo>
                  <a:lnTo>
                    <a:pt x="1002672" y="1335060"/>
                  </a:lnTo>
                  <a:lnTo>
                    <a:pt x="1002659" y="1335046"/>
                  </a:lnTo>
                  <a:lnTo>
                    <a:pt x="1002647" y="1335034"/>
                  </a:lnTo>
                  <a:lnTo>
                    <a:pt x="1002635" y="1335019"/>
                  </a:lnTo>
                  <a:lnTo>
                    <a:pt x="1002624" y="1335004"/>
                  </a:lnTo>
                  <a:lnTo>
                    <a:pt x="1002617" y="1334991"/>
                  </a:lnTo>
                  <a:lnTo>
                    <a:pt x="1002608" y="1334972"/>
                  </a:lnTo>
                  <a:lnTo>
                    <a:pt x="1002603" y="1334964"/>
                  </a:lnTo>
                  <a:lnTo>
                    <a:pt x="1002602" y="1334959"/>
                  </a:lnTo>
                  <a:lnTo>
                    <a:pt x="1002594" y="1334942"/>
                  </a:lnTo>
                  <a:lnTo>
                    <a:pt x="1002587" y="1334930"/>
                  </a:lnTo>
                  <a:lnTo>
                    <a:pt x="1002572" y="1334925"/>
                  </a:lnTo>
                  <a:lnTo>
                    <a:pt x="1002557" y="1334923"/>
                  </a:lnTo>
                  <a:lnTo>
                    <a:pt x="1002543" y="1334918"/>
                  </a:lnTo>
                  <a:lnTo>
                    <a:pt x="1002529" y="1334914"/>
                  </a:lnTo>
                  <a:lnTo>
                    <a:pt x="1002514" y="1334911"/>
                  </a:lnTo>
                  <a:lnTo>
                    <a:pt x="1002500" y="1334907"/>
                  </a:lnTo>
                  <a:lnTo>
                    <a:pt x="1002486" y="1334905"/>
                  </a:lnTo>
                  <a:lnTo>
                    <a:pt x="1002471" y="1334906"/>
                  </a:lnTo>
                  <a:lnTo>
                    <a:pt x="1002457" y="1334910"/>
                  </a:lnTo>
                  <a:lnTo>
                    <a:pt x="1002444" y="1334916"/>
                  </a:lnTo>
                  <a:lnTo>
                    <a:pt x="1002421" y="1334927"/>
                  </a:lnTo>
                  <a:lnTo>
                    <a:pt x="1002411" y="1334934"/>
                  </a:lnTo>
                  <a:lnTo>
                    <a:pt x="1002396" y="1334944"/>
                  </a:lnTo>
                  <a:lnTo>
                    <a:pt x="1002391" y="1334948"/>
                  </a:lnTo>
                  <a:lnTo>
                    <a:pt x="1002382" y="1334951"/>
                  </a:lnTo>
                  <a:lnTo>
                    <a:pt x="1002368" y="1334956"/>
                  </a:lnTo>
                  <a:lnTo>
                    <a:pt x="1002360" y="1334957"/>
                  </a:lnTo>
                  <a:lnTo>
                    <a:pt x="1002356" y="1334962"/>
                  </a:lnTo>
                  <a:lnTo>
                    <a:pt x="1002342" y="1334976"/>
                  </a:lnTo>
                  <a:lnTo>
                    <a:pt x="1002331" y="1334993"/>
                  </a:lnTo>
                  <a:lnTo>
                    <a:pt x="1002330" y="1334999"/>
                  </a:lnTo>
                  <a:lnTo>
                    <a:pt x="1002324" y="1335006"/>
                  </a:lnTo>
                  <a:lnTo>
                    <a:pt x="1002309" y="1335015"/>
                  </a:lnTo>
                  <a:lnTo>
                    <a:pt x="1002295" y="1335022"/>
                  </a:lnTo>
                  <a:lnTo>
                    <a:pt x="1002281" y="1335030"/>
                  </a:lnTo>
                  <a:lnTo>
                    <a:pt x="1002268" y="1335036"/>
                  </a:lnTo>
                  <a:lnTo>
                    <a:pt x="1002252" y="1335042"/>
                  </a:lnTo>
                  <a:lnTo>
                    <a:pt x="1002238" y="1335047"/>
                  </a:lnTo>
                  <a:lnTo>
                    <a:pt x="1002223" y="1335052"/>
                  </a:lnTo>
                  <a:lnTo>
                    <a:pt x="1002209" y="1335056"/>
                  </a:lnTo>
                  <a:lnTo>
                    <a:pt x="1002194" y="1335061"/>
                  </a:lnTo>
                  <a:lnTo>
                    <a:pt x="1002180" y="1335067"/>
                  </a:lnTo>
                  <a:lnTo>
                    <a:pt x="1002166" y="1335074"/>
                  </a:lnTo>
                  <a:lnTo>
                    <a:pt x="1002151" y="1335077"/>
                  </a:lnTo>
                  <a:lnTo>
                    <a:pt x="1002141" y="1335078"/>
                  </a:lnTo>
                  <a:lnTo>
                    <a:pt x="1002123" y="1335077"/>
                  </a:lnTo>
                  <a:lnTo>
                    <a:pt x="1002108" y="1335073"/>
                  </a:lnTo>
                  <a:lnTo>
                    <a:pt x="1002094" y="1335069"/>
                  </a:lnTo>
                  <a:lnTo>
                    <a:pt x="1002025" y="1335046"/>
                  </a:lnTo>
                  <a:lnTo>
                    <a:pt x="1002017" y="1335044"/>
                  </a:lnTo>
                  <a:lnTo>
                    <a:pt x="1002011" y="1335040"/>
                  </a:lnTo>
                  <a:lnTo>
                    <a:pt x="1001997" y="1335035"/>
                  </a:lnTo>
                  <a:lnTo>
                    <a:pt x="1001982" y="1335030"/>
                  </a:lnTo>
                  <a:lnTo>
                    <a:pt x="1001968" y="1335026"/>
                  </a:lnTo>
                  <a:lnTo>
                    <a:pt x="1001953" y="1335021"/>
                  </a:lnTo>
                  <a:lnTo>
                    <a:pt x="1001939" y="1335018"/>
                  </a:lnTo>
                  <a:lnTo>
                    <a:pt x="1001925" y="1335014"/>
                  </a:lnTo>
                  <a:lnTo>
                    <a:pt x="1001910" y="1335010"/>
                  </a:lnTo>
                  <a:lnTo>
                    <a:pt x="1001895" y="1335005"/>
                  </a:lnTo>
                  <a:lnTo>
                    <a:pt x="1001882" y="1334999"/>
                  </a:lnTo>
                  <a:lnTo>
                    <a:pt x="1001871" y="1334992"/>
                  </a:lnTo>
                  <a:lnTo>
                    <a:pt x="1001868" y="1334988"/>
                  </a:lnTo>
                  <a:lnTo>
                    <a:pt x="1001853" y="1334978"/>
                  </a:lnTo>
                  <a:lnTo>
                    <a:pt x="1001844" y="1334972"/>
                  </a:lnTo>
                  <a:lnTo>
                    <a:pt x="1001839" y="1334967"/>
                  </a:lnTo>
                  <a:lnTo>
                    <a:pt x="1001825" y="1334955"/>
                  </a:lnTo>
                  <a:lnTo>
                    <a:pt x="1001811" y="1334945"/>
                  </a:lnTo>
                  <a:lnTo>
                    <a:pt x="1001806" y="1334941"/>
                  </a:lnTo>
                  <a:lnTo>
                    <a:pt x="1001797" y="1334938"/>
                  </a:lnTo>
                  <a:lnTo>
                    <a:pt x="1001783" y="1334933"/>
                  </a:lnTo>
                  <a:lnTo>
                    <a:pt x="1001768" y="1334932"/>
                  </a:lnTo>
                  <a:lnTo>
                    <a:pt x="1001754" y="1334938"/>
                  </a:lnTo>
                  <a:lnTo>
                    <a:pt x="1001748" y="1334941"/>
                  </a:lnTo>
                  <a:lnTo>
                    <a:pt x="1001739" y="1334946"/>
                  </a:lnTo>
                  <a:lnTo>
                    <a:pt x="1001726" y="1334958"/>
                  </a:lnTo>
                  <a:lnTo>
                    <a:pt x="1001717" y="1334973"/>
                  </a:lnTo>
                  <a:lnTo>
                    <a:pt x="1001712" y="1334988"/>
                  </a:lnTo>
                  <a:lnTo>
                    <a:pt x="1001710" y="1335001"/>
                  </a:lnTo>
                  <a:lnTo>
                    <a:pt x="1001706" y="1335007"/>
                  </a:lnTo>
                  <a:lnTo>
                    <a:pt x="1001701" y="1335010"/>
                  </a:lnTo>
                  <a:lnTo>
                    <a:pt x="1001695" y="1335011"/>
                  </a:lnTo>
                  <a:lnTo>
                    <a:pt x="1001679" y="1335010"/>
                  </a:lnTo>
                  <a:lnTo>
                    <a:pt x="1001673" y="1335007"/>
                  </a:lnTo>
                  <a:lnTo>
                    <a:pt x="1001666" y="1335005"/>
                  </a:lnTo>
                  <a:lnTo>
                    <a:pt x="1001652" y="1335000"/>
                  </a:lnTo>
                  <a:lnTo>
                    <a:pt x="1001638" y="1334997"/>
                  </a:lnTo>
                  <a:lnTo>
                    <a:pt x="1001623" y="1334995"/>
                  </a:lnTo>
                  <a:lnTo>
                    <a:pt x="1001609" y="1334991"/>
                  </a:lnTo>
                  <a:lnTo>
                    <a:pt x="1001595" y="1334991"/>
                  </a:lnTo>
                  <a:lnTo>
                    <a:pt x="1001581" y="1334989"/>
                  </a:lnTo>
                  <a:lnTo>
                    <a:pt x="1001566" y="1334987"/>
                  </a:lnTo>
                  <a:lnTo>
                    <a:pt x="1001552" y="1334985"/>
                  </a:lnTo>
                  <a:lnTo>
                    <a:pt x="1001537" y="1334983"/>
                  </a:lnTo>
                  <a:lnTo>
                    <a:pt x="1001523" y="1334982"/>
                  </a:lnTo>
                  <a:lnTo>
                    <a:pt x="1001509" y="1334980"/>
                  </a:lnTo>
                  <a:lnTo>
                    <a:pt x="1001494" y="1334979"/>
                  </a:lnTo>
                  <a:lnTo>
                    <a:pt x="1001479" y="1334979"/>
                  </a:lnTo>
                  <a:lnTo>
                    <a:pt x="1001447" y="1334976"/>
                  </a:lnTo>
                  <a:lnTo>
                    <a:pt x="1001439" y="1334973"/>
                  </a:lnTo>
                  <a:lnTo>
                    <a:pt x="1001425" y="1334966"/>
                  </a:lnTo>
                  <a:lnTo>
                    <a:pt x="1001410" y="1334961"/>
                  </a:lnTo>
                  <a:lnTo>
                    <a:pt x="1001396" y="1334959"/>
                  </a:lnTo>
                  <a:lnTo>
                    <a:pt x="1001381" y="1334962"/>
                  </a:lnTo>
                  <a:lnTo>
                    <a:pt x="1001372" y="1334966"/>
                  </a:lnTo>
                  <a:lnTo>
                    <a:pt x="1001368" y="1334971"/>
                  </a:lnTo>
                  <a:lnTo>
                    <a:pt x="1001365" y="1334977"/>
                  </a:lnTo>
                  <a:lnTo>
                    <a:pt x="1001358" y="1334986"/>
                  </a:lnTo>
                  <a:lnTo>
                    <a:pt x="1001354" y="1334991"/>
                  </a:lnTo>
                  <a:lnTo>
                    <a:pt x="1001349" y="1334994"/>
                  </a:lnTo>
                  <a:lnTo>
                    <a:pt x="1001344" y="1334994"/>
                  </a:lnTo>
                  <a:lnTo>
                    <a:pt x="1001334" y="1334994"/>
                  </a:lnTo>
                  <a:lnTo>
                    <a:pt x="1001330" y="1334992"/>
                  </a:lnTo>
                  <a:lnTo>
                    <a:pt x="1001315" y="1334987"/>
                  </a:lnTo>
                  <a:lnTo>
                    <a:pt x="1001301" y="1334984"/>
                  </a:lnTo>
                  <a:lnTo>
                    <a:pt x="1001287" y="1334981"/>
                  </a:lnTo>
                  <a:lnTo>
                    <a:pt x="1001273" y="1334982"/>
                  </a:lnTo>
                  <a:lnTo>
                    <a:pt x="1001258" y="1334980"/>
                  </a:lnTo>
                  <a:lnTo>
                    <a:pt x="1001244" y="1334978"/>
                  </a:lnTo>
                  <a:lnTo>
                    <a:pt x="1001230" y="1334975"/>
                  </a:lnTo>
                  <a:lnTo>
                    <a:pt x="1001215" y="1334973"/>
                  </a:lnTo>
                  <a:lnTo>
                    <a:pt x="1001201" y="1334974"/>
                  </a:lnTo>
                  <a:lnTo>
                    <a:pt x="1001186" y="1334974"/>
                  </a:lnTo>
                  <a:lnTo>
                    <a:pt x="1001172" y="1334968"/>
                  </a:lnTo>
                  <a:lnTo>
                    <a:pt x="1001159" y="1334956"/>
                  </a:lnTo>
                  <a:lnTo>
                    <a:pt x="1001144" y="1334942"/>
                  </a:lnTo>
                  <a:lnTo>
                    <a:pt x="1001140" y="1334937"/>
                  </a:lnTo>
                  <a:lnTo>
                    <a:pt x="1001130" y="1334931"/>
                  </a:lnTo>
                  <a:lnTo>
                    <a:pt x="1001121" y="1334930"/>
                  </a:lnTo>
                  <a:lnTo>
                    <a:pt x="1001116" y="1334931"/>
                  </a:lnTo>
                  <a:lnTo>
                    <a:pt x="1001101" y="1334934"/>
                  </a:lnTo>
                  <a:lnTo>
                    <a:pt x="1001087" y="1334937"/>
                  </a:lnTo>
                  <a:lnTo>
                    <a:pt x="1001079" y="1334937"/>
                  </a:lnTo>
                  <a:lnTo>
                    <a:pt x="1001073" y="1334935"/>
                  </a:lnTo>
                  <a:lnTo>
                    <a:pt x="1001064" y="1334930"/>
                  </a:lnTo>
                  <a:lnTo>
                    <a:pt x="1001058" y="1334926"/>
                  </a:lnTo>
                  <a:lnTo>
                    <a:pt x="1001052" y="1334920"/>
                  </a:lnTo>
                  <a:lnTo>
                    <a:pt x="1001047" y="1334918"/>
                  </a:lnTo>
                  <a:lnTo>
                    <a:pt x="1001040" y="1334918"/>
                  </a:lnTo>
                  <a:lnTo>
                    <a:pt x="1001035" y="1334920"/>
                  </a:lnTo>
                  <a:lnTo>
                    <a:pt x="1001025" y="1334922"/>
                  </a:lnTo>
                  <a:lnTo>
                    <a:pt x="1001020" y="1334922"/>
                  </a:lnTo>
                  <a:lnTo>
                    <a:pt x="1001006" y="1334925"/>
                  </a:lnTo>
                  <a:lnTo>
                    <a:pt x="1000991" y="1334926"/>
                  </a:lnTo>
                  <a:lnTo>
                    <a:pt x="1000984" y="1334927"/>
                  </a:lnTo>
                  <a:lnTo>
                    <a:pt x="1000977" y="1334930"/>
                  </a:lnTo>
                  <a:lnTo>
                    <a:pt x="1000963" y="1334936"/>
                  </a:lnTo>
                  <a:lnTo>
                    <a:pt x="1000956" y="1334938"/>
                  </a:lnTo>
                  <a:lnTo>
                    <a:pt x="1000948" y="1334938"/>
                  </a:lnTo>
                  <a:lnTo>
                    <a:pt x="1000934" y="1334939"/>
                  </a:lnTo>
                  <a:lnTo>
                    <a:pt x="1000921" y="1334942"/>
                  </a:lnTo>
                  <a:lnTo>
                    <a:pt x="1000911" y="1334956"/>
                  </a:lnTo>
                  <a:lnTo>
                    <a:pt x="1000906" y="1334972"/>
                  </a:lnTo>
                  <a:lnTo>
                    <a:pt x="1000899" y="1334987"/>
                  </a:lnTo>
                  <a:lnTo>
                    <a:pt x="1000894" y="1335002"/>
                  </a:lnTo>
                  <a:lnTo>
                    <a:pt x="1000886" y="1335017"/>
                  </a:lnTo>
                  <a:lnTo>
                    <a:pt x="1000877" y="1335033"/>
                  </a:lnTo>
                  <a:lnTo>
                    <a:pt x="1000866" y="1335048"/>
                  </a:lnTo>
                  <a:lnTo>
                    <a:pt x="1000853" y="1335061"/>
                  </a:lnTo>
                  <a:lnTo>
                    <a:pt x="1000839" y="1335072"/>
                  </a:lnTo>
                  <a:lnTo>
                    <a:pt x="1000824" y="1335078"/>
                  </a:lnTo>
                  <a:lnTo>
                    <a:pt x="1000810" y="1335089"/>
                  </a:lnTo>
                  <a:lnTo>
                    <a:pt x="1000798" y="1335098"/>
                  </a:lnTo>
                  <a:lnTo>
                    <a:pt x="1000785" y="1335090"/>
                  </a:lnTo>
                  <a:lnTo>
                    <a:pt x="1000782" y="1335087"/>
                  </a:lnTo>
                  <a:lnTo>
                    <a:pt x="1000771" y="1335072"/>
                  </a:lnTo>
                  <a:lnTo>
                    <a:pt x="1000761" y="1335057"/>
                  </a:lnTo>
                  <a:lnTo>
                    <a:pt x="1000756" y="1335042"/>
                  </a:lnTo>
                  <a:lnTo>
                    <a:pt x="1000751" y="1335027"/>
                  </a:lnTo>
                  <a:lnTo>
                    <a:pt x="1000746" y="1335012"/>
                  </a:lnTo>
                  <a:lnTo>
                    <a:pt x="1000741" y="1334997"/>
                  </a:lnTo>
                  <a:lnTo>
                    <a:pt x="1000737" y="1334986"/>
                  </a:lnTo>
                  <a:lnTo>
                    <a:pt x="1000734" y="1334982"/>
                  </a:lnTo>
                  <a:lnTo>
                    <a:pt x="1000727" y="1334966"/>
                  </a:lnTo>
                  <a:lnTo>
                    <a:pt x="1000719" y="1334951"/>
                  </a:lnTo>
                  <a:lnTo>
                    <a:pt x="1000710" y="1334936"/>
                  </a:lnTo>
                  <a:lnTo>
                    <a:pt x="1000701" y="1334921"/>
                  </a:lnTo>
                  <a:lnTo>
                    <a:pt x="1000693" y="1334906"/>
                  </a:lnTo>
                  <a:lnTo>
                    <a:pt x="1000681" y="1334891"/>
                  </a:lnTo>
                  <a:lnTo>
                    <a:pt x="1000672" y="1334883"/>
                  </a:lnTo>
                  <a:lnTo>
                    <a:pt x="1000667" y="1334881"/>
                  </a:lnTo>
                  <a:lnTo>
                    <a:pt x="1000653" y="1334877"/>
                  </a:lnTo>
                  <a:lnTo>
                    <a:pt x="1000639" y="1334876"/>
                  </a:lnTo>
                  <a:lnTo>
                    <a:pt x="1000624" y="1334878"/>
                  </a:lnTo>
                  <a:lnTo>
                    <a:pt x="1000610" y="1334878"/>
                  </a:lnTo>
                  <a:lnTo>
                    <a:pt x="1000595" y="1334878"/>
                  </a:lnTo>
                  <a:lnTo>
                    <a:pt x="1000581" y="1334877"/>
                  </a:lnTo>
                  <a:lnTo>
                    <a:pt x="1000567" y="1334874"/>
                  </a:lnTo>
                  <a:lnTo>
                    <a:pt x="1000552" y="1334868"/>
                  </a:lnTo>
                  <a:lnTo>
                    <a:pt x="1000538" y="1334863"/>
                  </a:lnTo>
                  <a:lnTo>
                    <a:pt x="1000524" y="1334861"/>
                  </a:lnTo>
                  <a:lnTo>
                    <a:pt x="1000509" y="1334857"/>
                  </a:lnTo>
                  <a:lnTo>
                    <a:pt x="1000495" y="1334851"/>
                  </a:lnTo>
                  <a:lnTo>
                    <a:pt x="1000485" y="1334849"/>
                  </a:lnTo>
                  <a:lnTo>
                    <a:pt x="1000481" y="1334846"/>
                  </a:lnTo>
                  <a:lnTo>
                    <a:pt x="1000474" y="1334842"/>
                  </a:lnTo>
                  <a:lnTo>
                    <a:pt x="1000468" y="1334834"/>
                  </a:lnTo>
                  <a:lnTo>
                    <a:pt x="1000456" y="1334820"/>
                  </a:lnTo>
                  <a:lnTo>
                    <a:pt x="1000449" y="1334812"/>
                  </a:lnTo>
                  <a:lnTo>
                    <a:pt x="1000444" y="1334808"/>
                  </a:lnTo>
                  <a:lnTo>
                    <a:pt x="1000429" y="1334798"/>
                  </a:lnTo>
                  <a:lnTo>
                    <a:pt x="1000422" y="1334792"/>
                  </a:lnTo>
                  <a:lnTo>
                    <a:pt x="1000417" y="1334785"/>
                  </a:lnTo>
                  <a:lnTo>
                    <a:pt x="1000407" y="1334770"/>
                  </a:lnTo>
                  <a:lnTo>
                    <a:pt x="1000402" y="1334765"/>
                  </a:lnTo>
                  <a:lnTo>
                    <a:pt x="1000398" y="1334756"/>
                  </a:lnTo>
                  <a:lnTo>
                    <a:pt x="1000386" y="1334742"/>
                  </a:lnTo>
                  <a:lnTo>
                    <a:pt x="1000372" y="1334728"/>
                  </a:lnTo>
                  <a:lnTo>
                    <a:pt x="1000357" y="1334715"/>
                  </a:lnTo>
                  <a:lnTo>
                    <a:pt x="1000343" y="1334705"/>
                  </a:lnTo>
                  <a:lnTo>
                    <a:pt x="1000329" y="1334697"/>
                  </a:lnTo>
                  <a:lnTo>
                    <a:pt x="1000315" y="1334694"/>
                  </a:lnTo>
                  <a:lnTo>
                    <a:pt x="1000301" y="1334689"/>
                  </a:lnTo>
                  <a:lnTo>
                    <a:pt x="1000287" y="1334684"/>
                  </a:lnTo>
                  <a:lnTo>
                    <a:pt x="1000278" y="1334679"/>
                  </a:lnTo>
                  <a:lnTo>
                    <a:pt x="1000273" y="1334678"/>
                  </a:lnTo>
                  <a:lnTo>
                    <a:pt x="1000257" y="1334671"/>
                  </a:lnTo>
                  <a:lnTo>
                    <a:pt x="1000243" y="1334666"/>
                  </a:lnTo>
                  <a:lnTo>
                    <a:pt x="1000229" y="1334661"/>
                  </a:lnTo>
                  <a:lnTo>
                    <a:pt x="1000214" y="1334658"/>
                  </a:lnTo>
                  <a:lnTo>
                    <a:pt x="1000200" y="1334654"/>
                  </a:lnTo>
                  <a:lnTo>
                    <a:pt x="1000186" y="1334650"/>
                  </a:lnTo>
                  <a:lnTo>
                    <a:pt x="1000171" y="1334646"/>
                  </a:lnTo>
                  <a:lnTo>
                    <a:pt x="1000157" y="1334644"/>
                  </a:lnTo>
                  <a:lnTo>
                    <a:pt x="1000145" y="1334642"/>
                  </a:lnTo>
                  <a:lnTo>
                    <a:pt x="1000136" y="1334640"/>
                  </a:lnTo>
                  <a:lnTo>
                    <a:pt x="1000128" y="1334636"/>
                  </a:lnTo>
                  <a:lnTo>
                    <a:pt x="1000114" y="1334632"/>
                  </a:lnTo>
                  <a:lnTo>
                    <a:pt x="1000103" y="1334624"/>
                  </a:lnTo>
                  <a:lnTo>
                    <a:pt x="1000086" y="1334608"/>
                  </a:lnTo>
                  <a:lnTo>
                    <a:pt x="1000072" y="1334593"/>
                  </a:lnTo>
                  <a:lnTo>
                    <a:pt x="1000058" y="1334581"/>
                  </a:lnTo>
                  <a:lnTo>
                    <a:pt x="1000043" y="1334571"/>
                  </a:lnTo>
                  <a:lnTo>
                    <a:pt x="1000029" y="1334565"/>
                  </a:lnTo>
                  <a:lnTo>
                    <a:pt x="1000015" y="1334562"/>
                  </a:lnTo>
                  <a:lnTo>
                    <a:pt x="1000000" y="1334551"/>
                  </a:lnTo>
                  <a:lnTo>
                    <a:pt x="999986" y="1334543"/>
                  </a:lnTo>
                  <a:lnTo>
                    <a:pt x="999972" y="1334539"/>
                  </a:lnTo>
                  <a:lnTo>
                    <a:pt x="999957" y="1334534"/>
                  </a:lnTo>
                  <a:lnTo>
                    <a:pt x="999943" y="1334526"/>
                  </a:lnTo>
                  <a:lnTo>
                    <a:pt x="999929" y="1334517"/>
                  </a:lnTo>
                  <a:lnTo>
                    <a:pt x="999914" y="1334509"/>
                  </a:lnTo>
                  <a:lnTo>
                    <a:pt x="999900" y="1334502"/>
                  </a:lnTo>
                  <a:lnTo>
                    <a:pt x="999886" y="1334494"/>
                  </a:lnTo>
                  <a:lnTo>
                    <a:pt x="999871" y="1334489"/>
                  </a:lnTo>
                  <a:lnTo>
                    <a:pt x="999857" y="1334484"/>
                  </a:lnTo>
                  <a:lnTo>
                    <a:pt x="999843" y="1334480"/>
                  </a:lnTo>
                  <a:lnTo>
                    <a:pt x="999828" y="1334477"/>
                  </a:lnTo>
                  <a:lnTo>
                    <a:pt x="999814" y="1334474"/>
                  </a:lnTo>
                  <a:lnTo>
                    <a:pt x="999800" y="1334472"/>
                  </a:lnTo>
                  <a:lnTo>
                    <a:pt x="999786" y="1334468"/>
                  </a:lnTo>
                  <a:lnTo>
                    <a:pt x="999771" y="1334464"/>
                  </a:lnTo>
                  <a:lnTo>
                    <a:pt x="999757" y="1334459"/>
                  </a:lnTo>
                  <a:lnTo>
                    <a:pt x="999742" y="1334454"/>
                  </a:lnTo>
                  <a:lnTo>
                    <a:pt x="999728" y="1334449"/>
                  </a:lnTo>
                  <a:lnTo>
                    <a:pt x="999721" y="1334447"/>
                  </a:lnTo>
                  <a:lnTo>
                    <a:pt x="999712" y="1334447"/>
                  </a:lnTo>
                  <a:lnTo>
                    <a:pt x="999700" y="1334452"/>
                  </a:lnTo>
                  <a:lnTo>
                    <a:pt x="999677" y="1334468"/>
                  </a:lnTo>
                  <a:lnTo>
                    <a:pt x="999664" y="1334477"/>
                  </a:lnTo>
                  <a:lnTo>
                    <a:pt x="999650" y="1334483"/>
                  </a:lnTo>
                  <a:lnTo>
                    <a:pt x="999635" y="1334489"/>
                  </a:lnTo>
                  <a:lnTo>
                    <a:pt x="999628" y="1334491"/>
                  </a:lnTo>
                  <a:lnTo>
                    <a:pt x="999621" y="1334491"/>
                  </a:lnTo>
                  <a:lnTo>
                    <a:pt x="999607" y="1334493"/>
                  </a:lnTo>
                  <a:lnTo>
                    <a:pt x="999592" y="1334496"/>
                  </a:lnTo>
                  <a:lnTo>
                    <a:pt x="999578" y="1334500"/>
                  </a:lnTo>
                  <a:lnTo>
                    <a:pt x="999563" y="1334503"/>
                  </a:lnTo>
                  <a:lnTo>
                    <a:pt x="999549" y="1334504"/>
                  </a:lnTo>
                  <a:lnTo>
                    <a:pt x="999535" y="1334503"/>
                  </a:lnTo>
                  <a:lnTo>
                    <a:pt x="999520" y="1334497"/>
                  </a:lnTo>
                  <a:lnTo>
                    <a:pt x="999506" y="1334490"/>
                  </a:lnTo>
                  <a:lnTo>
                    <a:pt x="999492" y="1334486"/>
                  </a:lnTo>
                  <a:lnTo>
                    <a:pt x="999477" y="1334482"/>
                  </a:lnTo>
                  <a:lnTo>
                    <a:pt x="999463" y="1334478"/>
                  </a:lnTo>
                  <a:lnTo>
                    <a:pt x="999448" y="1334475"/>
                  </a:lnTo>
                  <a:lnTo>
                    <a:pt x="999434" y="1334471"/>
                  </a:lnTo>
                  <a:lnTo>
                    <a:pt x="999421" y="1334468"/>
                  </a:lnTo>
                  <a:lnTo>
                    <a:pt x="999406" y="1334452"/>
                  </a:lnTo>
                  <a:lnTo>
                    <a:pt x="999395" y="1334437"/>
                  </a:lnTo>
                  <a:lnTo>
                    <a:pt x="999389" y="1334431"/>
                  </a:lnTo>
                  <a:lnTo>
                    <a:pt x="999381" y="1334426"/>
                  </a:lnTo>
                  <a:lnTo>
                    <a:pt x="999368" y="1334422"/>
                  </a:lnTo>
                  <a:lnTo>
                    <a:pt x="999352" y="1334423"/>
                  </a:lnTo>
                  <a:lnTo>
                    <a:pt x="999338" y="1334424"/>
                  </a:lnTo>
                  <a:lnTo>
                    <a:pt x="999323" y="1334423"/>
                  </a:lnTo>
                  <a:lnTo>
                    <a:pt x="999309" y="1334416"/>
                  </a:lnTo>
                  <a:lnTo>
                    <a:pt x="999295" y="1334405"/>
                  </a:lnTo>
                  <a:lnTo>
                    <a:pt x="999280" y="1334393"/>
                  </a:lnTo>
                  <a:lnTo>
                    <a:pt x="999266" y="1334381"/>
                  </a:lnTo>
                  <a:lnTo>
                    <a:pt x="999252" y="1334370"/>
                  </a:lnTo>
                  <a:lnTo>
                    <a:pt x="999230" y="1334353"/>
                  </a:lnTo>
                  <a:lnTo>
                    <a:pt x="999223" y="1334350"/>
                  </a:lnTo>
                  <a:lnTo>
                    <a:pt x="999209" y="1334347"/>
                  </a:lnTo>
                  <a:lnTo>
                    <a:pt x="999194" y="1334345"/>
                  </a:lnTo>
                  <a:lnTo>
                    <a:pt x="999180" y="1334341"/>
                  </a:lnTo>
                  <a:lnTo>
                    <a:pt x="999166" y="1334335"/>
                  </a:lnTo>
                  <a:lnTo>
                    <a:pt x="999152" y="1334328"/>
                  </a:lnTo>
                  <a:lnTo>
                    <a:pt x="999137" y="1334320"/>
                  </a:lnTo>
                  <a:lnTo>
                    <a:pt x="999123" y="1334311"/>
                  </a:lnTo>
                  <a:lnTo>
                    <a:pt x="999108" y="1334303"/>
                  </a:lnTo>
                  <a:lnTo>
                    <a:pt x="999100" y="1334300"/>
                  </a:lnTo>
                  <a:lnTo>
                    <a:pt x="999094" y="1334296"/>
                  </a:lnTo>
                  <a:lnTo>
                    <a:pt x="999080" y="1334292"/>
                  </a:lnTo>
                  <a:lnTo>
                    <a:pt x="999065" y="1334287"/>
                  </a:lnTo>
                  <a:lnTo>
                    <a:pt x="999051" y="1334286"/>
                  </a:lnTo>
                  <a:lnTo>
                    <a:pt x="999037" y="1334287"/>
                  </a:lnTo>
                  <a:lnTo>
                    <a:pt x="999022" y="1334291"/>
                  </a:lnTo>
                  <a:lnTo>
                    <a:pt x="999008" y="1334296"/>
                  </a:lnTo>
                  <a:lnTo>
                    <a:pt x="998993" y="1334304"/>
                  </a:lnTo>
                  <a:lnTo>
                    <a:pt x="998979" y="1334313"/>
                  </a:lnTo>
                  <a:lnTo>
                    <a:pt x="998965" y="1334326"/>
                  </a:lnTo>
                  <a:lnTo>
                    <a:pt x="998950" y="1334341"/>
                  </a:lnTo>
                  <a:lnTo>
                    <a:pt x="998936" y="1334356"/>
                  </a:lnTo>
                  <a:lnTo>
                    <a:pt x="998924" y="1334363"/>
                  </a:lnTo>
                  <a:lnTo>
                    <a:pt x="998907" y="1334365"/>
                  </a:lnTo>
                  <a:lnTo>
                    <a:pt x="998893" y="1334361"/>
                  </a:lnTo>
                  <a:lnTo>
                    <a:pt x="998879" y="1334355"/>
                  </a:lnTo>
                  <a:lnTo>
                    <a:pt x="998865" y="1334346"/>
                  </a:lnTo>
                  <a:lnTo>
                    <a:pt x="998850" y="1334335"/>
                  </a:lnTo>
                  <a:lnTo>
                    <a:pt x="998836" y="1334325"/>
                  </a:lnTo>
                  <a:lnTo>
                    <a:pt x="998821" y="1334315"/>
                  </a:lnTo>
                  <a:lnTo>
                    <a:pt x="998814" y="1334311"/>
                  </a:lnTo>
                  <a:lnTo>
                    <a:pt x="998807" y="1334305"/>
                  </a:lnTo>
                  <a:lnTo>
                    <a:pt x="998796" y="1334290"/>
                  </a:lnTo>
                  <a:lnTo>
                    <a:pt x="998785" y="1334275"/>
                  </a:lnTo>
                  <a:lnTo>
                    <a:pt x="998777" y="1334260"/>
                  </a:lnTo>
                  <a:lnTo>
                    <a:pt x="998774" y="1334253"/>
                  </a:lnTo>
                  <a:lnTo>
                    <a:pt x="998772" y="1334244"/>
                  </a:lnTo>
                  <a:lnTo>
                    <a:pt x="998765" y="1334229"/>
                  </a:lnTo>
                  <a:lnTo>
                    <a:pt x="998761" y="1334214"/>
                  </a:lnTo>
                  <a:lnTo>
                    <a:pt x="998759" y="1334207"/>
                  </a:lnTo>
                  <a:lnTo>
                    <a:pt x="998756" y="1334199"/>
                  </a:lnTo>
                  <a:lnTo>
                    <a:pt x="998755" y="1334191"/>
                  </a:lnTo>
                  <a:lnTo>
                    <a:pt x="998752" y="1334184"/>
                  </a:lnTo>
                  <a:lnTo>
                    <a:pt x="998747" y="1334169"/>
                  </a:lnTo>
                  <a:lnTo>
                    <a:pt x="998743" y="1334158"/>
                  </a:lnTo>
                  <a:lnTo>
                    <a:pt x="998740" y="1334154"/>
                  </a:lnTo>
                  <a:lnTo>
                    <a:pt x="998738" y="1334148"/>
                  </a:lnTo>
                  <a:lnTo>
                    <a:pt x="998733" y="1334139"/>
                  </a:lnTo>
                  <a:lnTo>
                    <a:pt x="998726" y="1334125"/>
                  </a:lnTo>
                  <a:lnTo>
                    <a:pt x="998722" y="1334111"/>
                  </a:lnTo>
                  <a:lnTo>
                    <a:pt x="998721" y="1334094"/>
                  </a:lnTo>
                  <a:lnTo>
                    <a:pt x="998719" y="1334079"/>
                  </a:lnTo>
                  <a:lnTo>
                    <a:pt x="998719" y="1334063"/>
                  </a:lnTo>
                  <a:lnTo>
                    <a:pt x="998718" y="1334048"/>
                  </a:lnTo>
                  <a:lnTo>
                    <a:pt x="998716" y="1334033"/>
                  </a:lnTo>
                  <a:lnTo>
                    <a:pt x="998711" y="1334018"/>
                  </a:lnTo>
                  <a:lnTo>
                    <a:pt x="998700" y="1334004"/>
                  </a:lnTo>
                  <a:lnTo>
                    <a:pt x="998685" y="1333993"/>
                  </a:lnTo>
                  <a:lnTo>
                    <a:pt x="998671" y="1333985"/>
                  </a:lnTo>
                  <a:lnTo>
                    <a:pt x="998643" y="1333976"/>
                  </a:lnTo>
                  <a:lnTo>
                    <a:pt x="998635" y="1333974"/>
                  </a:lnTo>
                  <a:lnTo>
                    <a:pt x="998627" y="1333974"/>
                  </a:lnTo>
                  <a:lnTo>
                    <a:pt x="998623" y="1333972"/>
                  </a:lnTo>
                  <a:lnTo>
                    <a:pt x="998613" y="1333971"/>
                  </a:lnTo>
                  <a:lnTo>
                    <a:pt x="998598" y="1333969"/>
                  </a:lnTo>
                  <a:lnTo>
                    <a:pt x="998584" y="1333967"/>
                  </a:lnTo>
                  <a:lnTo>
                    <a:pt x="998570" y="1333966"/>
                  </a:lnTo>
                  <a:lnTo>
                    <a:pt x="998555" y="1333963"/>
                  </a:lnTo>
                  <a:lnTo>
                    <a:pt x="998548" y="1333961"/>
                  </a:lnTo>
                  <a:lnTo>
                    <a:pt x="998541" y="1333957"/>
                  </a:lnTo>
                  <a:lnTo>
                    <a:pt x="998527" y="1333949"/>
                  </a:lnTo>
                  <a:lnTo>
                    <a:pt x="998512" y="1333941"/>
                  </a:lnTo>
                  <a:lnTo>
                    <a:pt x="998498" y="1333934"/>
                  </a:lnTo>
                  <a:lnTo>
                    <a:pt x="998484" y="1333929"/>
                  </a:lnTo>
                  <a:lnTo>
                    <a:pt x="998477" y="1333927"/>
                  </a:lnTo>
                  <a:lnTo>
                    <a:pt x="998469" y="1333927"/>
                  </a:lnTo>
                  <a:lnTo>
                    <a:pt x="998455" y="1333928"/>
                  </a:lnTo>
                  <a:lnTo>
                    <a:pt x="998441" y="1333929"/>
                  </a:lnTo>
                  <a:lnTo>
                    <a:pt x="998426" y="1333930"/>
                  </a:lnTo>
                  <a:lnTo>
                    <a:pt x="998412" y="1333932"/>
                  </a:lnTo>
                  <a:lnTo>
                    <a:pt x="998397" y="1333932"/>
                  </a:lnTo>
                  <a:lnTo>
                    <a:pt x="998383" y="1333931"/>
                  </a:lnTo>
                  <a:lnTo>
                    <a:pt x="998373" y="1333928"/>
                  </a:lnTo>
                  <a:lnTo>
                    <a:pt x="998369" y="1333925"/>
                  </a:lnTo>
                  <a:lnTo>
                    <a:pt x="998358" y="1333916"/>
                  </a:lnTo>
                  <a:lnTo>
                    <a:pt x="998356" y="1333912"/>
                  </a:lnTo>
                  <a:lnTo>
                    <a:pt x="998346" y="1333897"/>
                  </a:lnTo>
                  <a:lnTo>
                    <a:pt x="998333" y="1333882"/>
                  </a:lnTo>
                  <a:lnTo>
                    <a:pt x="998319" y="1333871"/>
                  </a:lnTo>
                  <a:lnTo>
                    <a:pt x="998307" y="1333863"/>
                  </a:lnTo>
                  <a:lnTo>
                    <a:pt x="998291" y="1333855"/>
                  </a:lnTo>
                  <a:lnTo>
                    <a:pt x="998284" y="1333850"/>
                  </a:lnTo>
                  <a:lnTo>
                    <a:pt x="998280" y="1333844"/>
                  </a:lnTo>
                  <a:lnTo>
                    <a:pt x="998273" y="1333831"/>
                  </a:lnTo>
                  <a:lnTo>
                    <a:pt x="998270" y="1333827"/>
                  </a:lnTo>
                  <a:lnTo>
                    <a:pt x="998255" y="1333815"/>
                  </a:lnTo>
                  <a:lnTo>
                    <a:pt x="998245" y="1333809"/>
                  </a:lnTo>
                  <a:lnTo>
                    <a:pt x="998239" y="1333804"/>
                  </a:lnTo>
                  <a:lnTo>
                    <a:pt x="998233" y="1333799"/>
                  </a:lnTo>
                  <a:lnTo>
                    <a:pt x="998227" y="1333792"/>
                  </a:lnTo>
                  <a:lnTo>
                    <a:pt x="998217" y="1333777"/>
                  </a:lnTo>
                  <a:lnTo>
                    <a:pt x="998214" y="1333772"/>
                  </a:lnTo>
                  <a:lnTo>
                    <a:pt x="998206" y="1333744"/>
                  </a:lnTo>
                  <a:lnTo>
                    <a:pt x="998204" y="1333736"/>
                  </a:lnTo>
                  <a:lnTo>
                    <a:pt x="998200" y="1333729"/>
                  </a:lnTo>
                  <a:lnTo>
                    <a:pt x="998195" y="1333714"/>
                  </a:lnTo>
                  <a:lnTo>
                    <a:pt x="998188" y="1333699"/>
                  </a:lnTo>
                  <a:lnTo>
                    <a:pt x="998178" y="1333683"/>
                  </a:lnTo>
                  <a:lnTo>
                    <a:pt x="998169" y="1333668"/>
                  </a:lnTo>
                  <a:lnTo>
                    <a:pt x="998162" y="1333659"/>
                  </a:lnTo>
                  <a:lnTo>
                    <a:pt x="998160" y="1333653"/>
                  </a:lnTo>
                  <a:lnTo>
                    <a:pt x="998157" y="1333638"/>
                  </a:lnTo>
                  <a:lnTo>
                    <a:pt x="998151" y="1333623"/>
                  </a:lnTo>
                  <a:lnTo>
                    <a:pt x="998142" y="1333608"/>
                  </a:lnTo>
                  <a:lnTo>
                    <a:pt x="998130" y="1333593"/>
                  </a:lnTo>
                  <a:lnTo>
                    <a:pt x="998122" y="1333578"/>
                  </a:lnTo>
                  <a:lnTo>
                    <a:pt x="998114" y="1333563"/>
                  </a:lnTo>
                  <a:lnTo>
                    <a:pt x="998104" y="1333548"/>
                  </a:lnTo>
                  <a:lnTo>
                    <a:pt x="998091" y="1333540"/>
                  </a:lnTo>
                  <a:lnTo>
                    <a:pt x="998083" y="1333537"/>
                  </a:lnTo>
                  <a:lnTo>
                    <a:pt x="998075" y="1333537"/>
                  </a:lnTo>
                  <a:lnTo>
                    <a:pt x="998061" y="1333538"/>
                  </a:lnTo>
                  <a:lnTo>
                    <a:pt x="998046" y="1333537"/>
                  </a:lnTo>
                  <a:lnTo>
                    <a:pt x="998036" y="1333531"/>
                  </a:lnTo>
                  <a:lnTo>
                    <a:pt x="998032" y="1333527"/>
                  </a:lnTo>
                  <a:lnTo>
                    <a:pt x="998021" y="1333512"/>
                  </a:lnTo>
                  <a:lnTo>
                    <a:pt x="998014" y="1333497"/>
                  </a:lnTo>
                  <a:lnTo>
                    <a:pt x="998008" y="1333482"/>
                  </a:lnTo>
                  <a:lnTo>
                    <a:pt x="998001" y="1333467"/>
                  </a:lnTo>
                  <a:lnTo>
                    <a:pt x="997997" y="1333456"/>
                  </a:lnTo>
                  <a:lnTo>
                    <a:pt x="997997" y="1333450"/>
                  </a:lnTo>
                  <a:lnTo>
                    <a:pt x="998001" y="1333442"/>
                  </a:lnTo>
                  <a:lnTo>
                    <a:pt x="998005" y="1333437"/>
                  </a:lnTo>
                  <a:lnTo>
                    <a:pt x="998015" y="1333422"/>
                  </a:lnTo>
                  <a:lnTo>
                    <a:pt x="998024" y="1333407"/>
                  </a:lnTo>
                  <a:lnTo>
                    <a:pt x="998026" y="1333392"/>
                  </a:lnTo>
                  <a:lnTo>
                    <a:pt x="998023" y="1333378"/>
                  </a:lnTo>
                  <a:lnTo>
                    <a:pt x="998017" y="1333369"/>
                  </a:lnTo>
                  <a:lnTo>
                    <a:pt x="998010" y="1333363"/>
                  </a:lnTo>
                  <a:lnTo>
                    <a:pt x="997995" y="1333352"/>
                  </a:lnTo>
                  <a:lnTo>
                    <a:pt x="997987" y="1333343"/>
                  </a:lnTo>
                  <a:lnTo>
                    <a:pt x="997982" y="1333338"/>
                  </a:lnTo>
                  <a:lnTo>
                    <a:pt x="997972" y="1333326"/>
                  </a:lnTo>
                  <a:lnTo>
                    <a:pt x="997971" y="1333312"/>
                  </a:lnTo>
                  <a:lnTo>
                    <a:pt x="997972" y="1333305"/>
                  </a:lnTo>
                  <a:lnTo>
                    <a:pt x="997976" y="1333294"/>
                  </a:lnTo>
                  <a:lnTo>
                    <a:pt x="997979" y="1333290"/>
                  </a:lnTo>
                  <a:lnTo>
                    <a:pt x="997986" y="1333275"/>
                  </a:lnTo>
                  <a:lnTo>
                    <a:pt x="997991" y="1333266"/>
                  </a:lnTo>
                  <a:lnTo>
                    <a:pt x="997991" y="1333260"/>
                  </a:lnTo>
                  <a:lnTo>
                    <a:pt x="997993" y="1333252"/>
                  </a:lnTo>
                  <a:lnTo>
                    <a:pt x="997991" y="1333245"/>
                  </a:lnTo>
                  <a:lnTo>
                    <a:pt x="997989" y="1333230"/>
                  </a:lnTo>
                  <a:lnTo>
                    <a:pt x="997990" y="1333215"/>
                  </a:lnTo>
                  <a:lnTo>
                    <a:pt x="997990" y="1333200"/>
                  </a:lnTo>
                  <a:lnTo>
                    <a:pt x="997990" y="1333194"/>
                  </a:lnTo>
                  <a:lnTo>
                    <a:pt x="997988" y="1333190"/>
                  </a:lnTo>
                  <a:lnTo>
                    <a:pt x="997985" y="1333185"/>
                  </a:lnTo>
                  <a:lnTo>
                    <a:pt x="997977" y="1333177"/>
                  </a:lnTo>
                  <a:lnTo>
                    <a:pt x="997971" y="1333175"/>
                  </a:lnTo>
                  <a:lnTo>
                    <a:pt x="997956" y="1333171"/>
                  </a:lnTo>
                  <a:lnTo>
                    <a:pt x="997942" y="1333166"/>
                  </a:lnTo>
                  <a:lnTo>
                    <a:pt x="997928" y="1333159"/>
                  </a:lnTo>
                  <a:lnTo>
                    <a:pt x="997913" y="1333150"/>
                  </a:lnTo>
                  <a:lnTo>
                    <a:pt x="997901" y="1333143"/>
                  </a:lnTo>
                  <a:lnTo>
                    <a:pt x="997885" y="1333137"/>
                  </a:lnTo>
                  <a:lnTo>
                    <a:pt x="997870" y="1333133"/>
                  </a:lnTo>
                  <a:lnTo>
                    <a:pt x="997860" y="1333129"/>
                  </a:lnTo>
                  <a:lnTo>
                    <a:pt x="997856" y="1333126"/>
                  </a:lnTo>
                  <a:lnTo>
                    <a:pt x="997851" y="1333122"/>
                  </a:lnTo>
                  <a:lnTo>
                    <a:pt x="997846" y="1333113"/>
                  </a:lnTo>
                  <a:lnTo>
                    <a:pt x="997842" y="1333097"/>
                  </a:lnTo>
                  <a:lnTo>
                    <a:pt x="997840" y="1333082"/>
                  </a:lnTo>
                  <a:lnTo>
                    <a:pt x="997837" y="1333073"/>
                  </a:lnTo>
                  <a:lnTo>
                    <a:pt x="997837" y="1333067"/>
                  </a:lnTo>
                  <a:lnTo>
                    <a:pt x="997833" y="1333052"/>
                  </a:lnTo>
                  <a:lnTo>
                    <a:pt x="997827" y="1333043"/>
                  </a:lnTo>
                  <a:lnTo>
                    <a:pt x="997820" y="1333041"/>
                  </a:lnTo>
                  <a:lnTo>
                    <a:pt x="997805" y="1333041"/>
                  </a:lnTo>
                  <a:lnTo>
                    <a:pt x="997791" y="1333044"/>
                  </a:lnTo>
                  <a:lnTo>
                    <a:pt x="997777" y="1333047"/>
                  </a:lnTo>
                  <a:lnTo>
                    <a:pt x="997762" y="1333054"/>
                  </a:lnTo>
                  <a:lnTo>
                    <a:pt x="997748" y="1333065"/>
                  </a:lnTo>
                  <a:lnTo>
                    <a:pt x="997734" y="1333076"/>
                  </a:lnTo>
                  <a:lnTo>
                    <a:pt x="997719" y="1333082"/>
                  </a:lnTo>
                  <a:lnTo>
                    <a:pt x="997705" y="1333083"/>
                  </a:lnTo>
                  <a:lnTo>
                    <a:pt x="997690" y="1333083"/>
                  </a:lnTo>
                  <a:lnTo>
                    <a:pt x="997676" y="1333082"/>
                  </a:lnTo>
                  <a:lnTo>
                    <a:pt x="997662" y="1333084"/>
                  </a:lnTo>
                  <a:lnTo>
                    <a:pt x="997647" y="1333085"/>
                  </a:lnTo>
                  <a:lnTo>
                    <a:pt x="997636" y="1333086"/>
                  </a:lnTo>
                  <a:lnTo>
                    <a:pt x="997629" y="1333085"/>
                  </a:lnTo>
                  <a:lnTo>
                    <a:pt x="997619" y="1333083"/>
                  </a:lnTo>
                  <a:lnTo>
                    <a:pt x="997608" y="1333084"/>
                  </a:lnTo>
                  <a:lnTo>
                    <a:pt x="997594" y="1333087"/>
                  </a:lnTo>
                  <a:lnTo>
                    <a:pt x="997583" y="1333089"/>
                  </a:lnTo>
                  <a:lnTo>
                    <a:pt x="997582" y="1333085"/>
                  </a:lnTo>
                  <a:lnTo>
                    <a:pt x="997584" y="1333076"/>
                  </a:lnTo>
                  <a:lnTo>
                    <a:pt x="997587" y="1333071"/>
                  </a:lnTo>
                  <a:lnTo>
                    <a:pt x="997596" y="1333056"/>
                  </a:lnTo>
                  <a:lnTo>
                    <a:pt x="997603" y="1333042"/>
                  </a:lnTo>
                  <a:lnTo>
                    <a:pt x="997603" y="1333034"/>
                  </a:lnTo>
                  <a:lnTo>
                    <a:pt x="997600" y="1333027"/>
                  </a:lnTo>
                  <a:lnTo>
                    <a:pt x="997587" y="1333011"/>
                  </a:lnTo>
                  <a:lnTo>
                    <a:pt x="997581" y="1333004"/>
                  </a:lnTo>
                  <a:lnTo>
                    <a:pt x="997576" y="1332996"/>
                  </a:lnTo>
                  <a:lnTo>
                    <a:pt x="997572" y="1332988"/>
                  </a:lnTo>
                  <a:lnTo>
                    <a:pt x="997566" y="1332981"/>
                  </a:lnTo>
                  <a:lnTo>
                    <a:pt x="997559" y="1332973"/>
                  </a:lnTo>
                  <a:lnTo>
                    <a:pt x="997553" y="1332970"/>
                  </a:lnTo>
                  <a:lnTo>
                    <a:pt x="997538" y="1332965"/>
                  </a:lnTo>
                  <a:lnTo>
                    <a:pt x="997517" y="1332954"/>
                  </a:lnTo>
                  <a:lnTo>
                    <a:pt x="997501" y="1332943"/>
                  </a:lnTo>
                  <a:lnTo>
                    <a:pt x="997495" y="1332939"/>
                  </a:lnTo>
                  <a:lnTo>
                    <a:pt x="997484" y="1332935"/>
                  </a:lnTo>
                  <a:lnTo>
                    <a:pt x="997459" y="1332927"/>
                  </a:lnTo>
                  <a:lnTo>
                    <a:pt x="997445" y="1332923"/>
                  </a:lnTo>
                  <a:lnTo>
                    <a:pt x="997430" y="1332918"/>
                  </a:lnTo>
                  <a:lnTo>
                    <a:pt x="997425" y="1332917"/>
                  </a:lnTo>
                  <a:lnTo>
                    <a:pt x="997420" y="1332914"/>
                  </a:lnTo>
                  <a:lnTo>
                    <a:pt x="997416" y="1332911"/>
                  </a:lnTo>
                  <a:lnTo>
                    <a:pt x="997411" y="1332903"/>
                  </a:lnTo>
                  <a:lnTo>
                    <a:pt x="997408" y="1332896"/>
                  </a:lnTo>
                  <a:lnTo>
                    <a:pt x="997405" y="1332881"/>
                  </a:lnTo>
                  <a:lnTo>
                    <a:pt x="997401" y="1332867"/>
                  </a:lnTo>
                  <a:lnTo>
                    <a:pt x="997400" y="1332850"/>
                  </a:lnTo>
                  <a:lnTo>
                    <a:pt x="997400" y="1332835"/>
                  </a:lnTo>
                  <a:lnTo>
                    <a:pt x="997400" y="1332820"/>
                  </a:lnTo>
                  <a:lnTo>
                    <a:pt x="997396" y="1332805"/>
                  </a:lnTo>
                  <a:lnTo>
                    <a:pt x="997393" y="1332790"/>
                  </a:lnTo>
                  <a:lnTo>
                    <a:pt x="997387" y="1332775"/>
                  </a:lnTo>
                  <a:lnTo>
                    <a:pt x="997380" y="1332760"/>
                  </a:lnTo>
                  <a:lnTo>
                    <a:pt x="997371" y="1332745"/>
                  </a:lnTo>
                  <a:lnTo>
                    <a:pt x="997359" y="1332731"/>
                  </a:lnTo>
                  <a:lnTo>
                    <a:pt x="997346" y="1332719"/>
                  </a:lnTo>
                  <a:lnTo>
                    <a:pt x="997338" y="1332715"/>
                  </a:lnTo>
                  <a:lnTo>
                    <a:pt x="997331" y="1332714"/>
                  </a:lnTo>
                  <a:lnTo>
                    <a:pt x="997317" y="1332712"/>
                  </a:lnTo>
                  <a:lnTo>
                    <a:pt x="997303" y="1332711"/>
                  </a:lnTo>
                  <a:lnTo>
                    <a:pt x="997289" y="1332709"/>
                  </a:lnTo>
                  <a:lnTo>
                    <a:pt x="997274" y="1332710"/>
                  </a:lnTo>
                  <a:lnTo>
                    <a:pt x="997260" y="1332710"/>
                  </a:lnTo>
                  <a:lnTo>
                    <a:pt x="997246" y="1332712"/>
                  </a:lnTo>
                  <a:lnTo>
                    <a:pt x="997231" y="1332712"/>
                  </a:lnTo>
                  <a:lnTo>
                    <a:pt x="997217" y="1332715"/>
                  </a:lnTo>
                  <a:lnTo>
                    <a:pt x="997206" y="1332719"/>
                  </a:lnTo>
                  <a:lnTo>
                    <a:pt x="997202" y="1332723"/>
                  </a:lnTo>
                  <a:lnTo>
                    <a:pt x="997190" y="1332738"/>
                  </a:lnTo>
                  <a:lnTo>
                    <a:pt x="997182" y="1332753"/>
                  </a:lnTo>
                  <a:lnTo>
                    <a:pt x="997176" y="1332769"/>
                  </a:lnTo>
                  <a:lnTo>
                    <a:pt x="997170" y="1332783"/>
                  </a:lnTo>
                  <a:lnTo>
                    <a:pt x="997159" y="1332795"/>
                  </a:lnTo>
                  <a:lnTo>
                    <a:pt x="997143" y="1332800"/>
                  </a:lnTo>
                  <a:lnTo>
                    <a:pt x="997129" y="1332803"/>
                  </a:lnTo>
                  <a:lnTo>
                    <a:pt x="997114" y="1332807"/>
                  </a:lnTo>
                  <a:lnTo>
                    <a:pt x="997100" y="1332814"/>
                  </a:lnTo>
                  <a:lnTo>
                    <a:pt x="997086" y="1332818"/>
                  </a:lnTo>
                  <a:lnTo>
                    <a:pt x="997071" y="1332827"/>
                  </a:lnTo>
                  <a:lnTo>
                    <a:pt x="997057" y="1332842"/>
                  </a:lnTo>
                  <a:lnTo>
                    <a:pt x="997046" y="1332857"/>
                  </a:lnTo>
                  <a:lnTo>
                    <a:pt x="997038" y="1332868"/>
                  </a:lnTo>
                  <a:lnTo>
                    <a:pt x="997035" y="1332870"/>
                  </a:lnTo>
                  <a:lnTo>
                    <a:pt x="997030" y="1332875"/>
                  </a:lnTo>
                  <a:lnTo>
                    <a:pt x="997010" y="1332881"/>
                  </a:lnTo>
                  <a:lnTo>
                    <a:pt x="997003" y="1332881"/>
                  </a:lnTo>
                  <a:lnTo>
                    <a:pt x="996994" y="1332878"/>
                  </a:lnTo>
                  <a:lnTo>
                    <a:pt x="996980" y="1332874"/>
                  </a:lnTo>
                  <a:lnTo>
                    <a:pt x="996973" y="1332870"/>
                  </a:lnTo>
                  <a:lnTo>
                    <a:pt x="996966" y="1332870"/>
                  </a:lnTo>
                  <a:lnTo>
                    <a:pt x="996951" y="1332866"/>
                  </a:lnTo>
                  <a:lnTo>
                    <a:pt x="996937" y="1332864"/>
                  </a:lnTo>
                  <a:lnTo>
                    <a:pt x="996929" y="1332864"/>
                  </a:lnTo>
                  <a:lnTo>
                    <a:pt x="996923" y="1332862"/>
                  </a:lnTo>
                  <a:lnTo>
                    <a:pt x="996915" y="1332862"/>
                  </a:lnTo>
                  <a:lnTo>
                    <a:pt x="996908" y="1332859"/>
                  </a:lnTo>
                  <a:lnTo>
                    <a:pt x="996894" y="1332853"/>
                  </a:lnTo>
                  <a:lnTo>
                    <a:pt x="996879" y="1332846"/>
                  </a:lnTo>
                  <a:lnTo>
                    <a:pt x="996865" y="1332839"/>
                  </a:lnTo>
                  <a:lnTo>
                    <a:pt x="996851" y="1332832"/>
                  </a:lnTo>
                  <a:lnTo>
                    <a:pt x="996837" y="1332823"/>
                  </a:lnTo>
                  <a:lnTo>
                    <a:pt x="996823" y="1332814"/>
                  </a:lnTo>
                  <a:lnTo>
                    <a:pt x="996809" y="1332804"/>
                  </a:lnTo>
                  <a:lnTo>
                    <a:pt x="996794" y="1332795"/>
                  </a:lnTo>
                  <a:lnTo>
                    <a:pt x="996779" y="1332784"/>
                  </a:lnTo>
                  <a:lnTo>
                    <a:pt x="996766" y="1332776"/>
                  </a:lnTo>
                  <a:lnTo>
                    <a:pt x="996751" y="1332769"/>
                  </a:lnTo>
                  <a:lnTo>
                    <a:pt x="996737" y="1332763"/>
                  </a:lnTo>
                  <a:lnTo>
                    <a:pt x="996723" y="1332756"/>
                  </a:lnTo>
                  <a:lnTo>
                    <a:pt x="996709" y="1332752"/>
                  </a:lnTo>
                  <a:lnTo>
                    <a:pt x="996694" y="1332748"/>
                  </a:lnTo>
                  <a:lnTo>
                    <a:pt x="996680" y="1332747"/>
                  </a:lnTo>
                  <a:lnTo>
                    <a:pt x="996665" y="1332746"/>
                  </a:lnTo>
                  <a:lnTo>
                    <a:pt x="996651" y="1332748"/>
                  </a:lnTo>
                  <a:lnTo>
                    <a:pt x="996637" y="1332748"/>
                  </a:lnTo>
                  <a:lnTo>
                    <a:pt x="996622" y="1332748"/>
                  </a:lnTo>
                  <a:lnTo>
                    <a:pt x="996615" y="1332748"/>
                  </a:lnTo>
                  <a:lnTo>
                    <a:pt x="996600" y="1332751"/>
                  </a:lnTo>
                  <a:lnTo>
                    <a:pt x="996585" y="1332751"/>
                  </a:lnTo>
                  <a:lnTo>
                    <a:pt x="996579" y="1332754"/>
                  </a:lnTo>
                  <a:lnTo>
                    <a:pt x="996576" y="1332764"/>
                  </a:lnTo>
                  <a:lnTo>
                    <a:pt x="996576" y="1332774"/>
                  </a:lnTo>
                  <a:lnTo>
                    <a:pt x="996574" y="1332789"/>
                  </a:lnTo>
                  <a:lnTo>
                    <a:pt x="996574" y="1332799"/>
                  </a:lnTo>
                  <a:lnTo>
                    <a:pt x="996575" y="1332804"/>
                  </a:lnTo>
                  <a:lnTo>
                    <a:pt x="996576" y="1332812"/>
                  </a:lnTo>
                  <a:lnTo>
                    <a:pt x="996579" y="1332819"/>
                  </a:lnTo>
                  <a:lnTo>
                    <a:pt x="996583" y="1332835"/>
                  </a:lnTo>
                  <a:lnTo>
                    <a:pt x="996586" y="1332841"/>
                  </a:lnTo>
                  <a:lnTo>
                    <a:pt x="996587" y="1332850"/>
                  </a:lnTo>
                  <a:lnTo>
                    <a:pt x="996589" y="1332865"/>
                  </a:lnTo>
                  <a:lnTo>
                    <a:pt x="996590" y="1332880"/>
                  </a:lnTo>
                  <a:lnTo>
                    <a:pt x="996590" y="1332895"/>
                  </a:lnTo>
                  <a:lnTo>
                    <a:pt x="996590" y="1332904"/>
                  </a:lnTo>
                  <a:lnTo>
                    <a:pt x="996588" y="1332910"/>
                  </a:lnTo>
                  <a:lnTo>
                    <a:pt x="996586" y="1332925"/>
                  </a:lnTo>
                  <a:lnTo>
                    <a:pt x="996583" y="1332940"/>
                  </a:lnTo>
                  <a:lnTo>
                    <a:pt x="996580" y="1332955"/>
                  </a:lnTo>
                  <a:lnTo>
                    <a:pt x="996577" y="1332970"/>
                  </a:lnTo>
                  <a:lnTo>
                    <a:pt x="996573" y="1332985"/>
                  </a:lnTo>
                  <a:lnTo>
                    <a:pt x="996568" y="1333000"/>
                  </a:lnTo>
                  <a:lnTo>
                    <a:pt x="996563" y="1333015"/>
                  </a:lnTo>
                  <a:lnTo>
                    <a:pt x="996559" y="1333030"/>
                  </a:lnTo>
                  <a:lnTo>
                    <a:pt x="996554" y="1333045"/>
                  </a:lnTo>
                  <a:lnTo>
                    <a:pt x="996549" y="1333060"/>
                  </a:lnTo>
                  <a:lnTo>
                    <a:pt x="996544" y="1333077"/>
                  </a:lnTo>
                  <a:lnTo>
                    <a:pt x="996535" y="1333109"/>
                  </a:lnTo>
                  <a:lnTo>
                    <a:pt x="996531" y="1333118"/>
                  </a:lnTo>
                  <a:lnTo>
                    <a:pt x="996528" y="1333124"/>
                  </a:lnTo>
                  <a:lnTo>
                    <a:pt x="996525" y="1333130"/>
                  </a:lnTo>
                  <a:lnTo>
                    <a:pt x="996521" y="1333139"/>
                  </a:lnTo>
                  <a:lnTo>
                    <a:pt x="996513" y="1333154"/>
                  </a:lnTo>
                  <a:lnTo>
                    <a:pt x="996508" y="1333165"/>
                  </a:lnTo>
                  <a:lnTo>
                    <a:pt x="996506" y="1333169"/>
                  </a:lnTo>
                  <a:lnTo>
                    <a:pt x="996502" y="1333180"/>
                  </a:lnTo>
                  <a:lnTo>
                    <a:pt x="996499" y="1333184"/>
                  </a:lnTo>
                  <a:lnTo>
                    <a:pt x="996498" y="1333189"/>
                  </a:lnTo>
                  <a:lnTo>
                    <a:pt x="996492" y="1333199"/>
                  </a:lnTo>
                  <a:lnTo>
                    <a:pt x="996485" y="1333214"/>
                  </a:lnTo>
                  <a:lnTo>
                    <a:pt x="996475" y="1333229"/>
                  </a:lnTo>
                  <a:lnTo>
                    <a:pt x="996466" y="1333244"/>
                  </a:lnTo>
                  <a:lnTo>
                    <a:pt x="996458" y="1333259"/>
                  </a:lnTo>
                  <a:lnTo>
                    <a:pt x="996448" y="1333274"/>
                  </a:lnTo>
                  <a:lnTo>
                    <a:pt x="996437" y="1333289"/>
                  </a:lnTo>
                  <a:lnTo>
                    <a:pt x="996431" y="1333299"/>
                  </a:lnTo>
                  <a:lnTo>
                    <a:pt x="996426" y="1333304"/>
                  </a:lnTo>
                  <a:lnTo>
                    <a:pt x="996415" y="1333319"/>
                  </a:lnTo>
                  <a:lnTo>
                    <a:pt x="996405" y="1333334"/>
                  </a:lnTo>
                  <a:lnTo>
                    <a:pt x="996398" y="1333342"/>
                  </a:lnTo>
                  <a:lnTo>
                    <a:pt x="996395" y="1333348"/>
                  </a:lnTo>
                  <a:lnTo>
                    <a:pt x="996389" y="1333362"/>
                  </a:lnTo>
                  <a:lnTo>
                    <a:pt x="996384" y="1333376"/>
                  </a:lnTo>
                  <a:lnTo>
                    <a:pt x="996379" y="1333391"/>
                  </a:lnTo>
                  <a:lnTo>
                    <a:pt x="996372" y="1333408"/>
                  </a:lnTo>
                  <a:lnTo>
                    <a:pt x="996362" y="1333423"/>
                  </a:lnTo>
                  <a:lnTo>
                    <a:pt x="996356" y="1333431"/>
                  </a:lnTo>
                  <a:lnTo>
                    <a:pt x="996353" y="1333437"/>
                  </a:lnTo>
                  <a:lnTo>
                    <a:pt x="996349" y="1333445"/>
                  </a:lnTo>
                  <a:lnTo>
                    <a:pt x="996348" y="1333452"/>
                  </a:lnTo>
                  <a:lnTo>
                    <a:pt x="996347" y="1333459"/>
                  </a:lnTo>
                  <a:lnTo>
                    <a:pt x="996349" y="1333467"/>
                  </a:lnTo>
                  <a:lnTo>
                    <a:pt x="996360" y="1333482"/>
                  </a:lnTo>
                  <a:lnTo>
                    <a:pt x="996373" y="1333497"/>
                  </a:lnTo>
                  <a:lnTo>
                    <a:pt x="996383" y="1333507"/>
                  </a:lnTo>
                  <a:lnTo>
                    <a:pt x="996385" y="1333512"/>
                  </a:lnTo>
                  <a:lnTo>
                    <a:pt x="996393" y="1333527"/>
                  </a:lnTo>
                  <a:lnTo>
                    <a:pt x="996399" y="1333542"/>
                  </a:lnTo>
                  <a:lnTo>
                    <a:pt x="996404" y="1333557"/>
                  </a:lnTo>
                  <a:lnTo>
                    <a:pt x="996407" y="1333566"/>
                  </a:lnTo>
                  <a:lnTo>
                    <a:pt x="996412" y="1333572"/>
                  </a:lnTo>
                  <a:lnTo>
                    <a:pt x="996422" y="1333588"/>
                  </a:lnTo>
                  <a:lnTo>
                    <a:pt x="996435" y="1333603"/>
                  </a:lnTo>
                  <a:lnTo>
                    <a:pt x="996446" y="1333618"/>
                  </a:lnTo>
                  <a:lnTo>
                    <a:pt x="996459" y="1333633"/>
                  </a:lnTo>
                  <a:lnTo>
                    <a:pt x="996472" y="1333648"/>
                  </a:lnTo>
                  <a:lnTo>
                    <a:pt x="996480" y="1333655"/>
                  </a:lnTo>
                  <a:lnTo>
                    <a:pt x="996486" y="1333658"/>
                  </a:lnTo>
                  <a:lnTo>
                    <a:pt x="996491" y="1333661"/>
                  </a:lnTo>
                  <a:lnTo>
                    <a:pt x="996496" y="1333666"/>
                  </a:lnTo>
                  <a:lnTo>
                    <a:pt x="996499" y="1333670"/>
                  </a:lnTo>
                  <a:lnTo>
                    <a:pt x="996499" y="1333678"/>
                  </a:lnTo>
                  <a:lnTo>
                    <a:pt x="996492" y="1333684"/>
                  </a:lnTo>
                  <a:lnTo>
                    <a:pt x="996484" y="1333690"/>
                  </a:lnTo>
                  <a:lnTo>
                    <a:pt x="996479" y="1333697"/>
                  </a:lnTo>
                  <a:lnTo>
                    <a:pt x="996469" y="1333712"/>
                  </a:lnTo>
                  <a:lnTo>
                    <a:pt x="996466" y="1333727"/>
                  </a:lnTo>
                  <a:lnTo>
                    <a:pt x="996464" y="1333743"/>
                  </a:lnTo>
                  <a:lnTo>
                    <a:pt x="996460" y="1333758"/>
                  </a:lnTo>
                  <a:lnTo>
                    <a:pt x="996459" y="1333765"/>
                  </a:lnTo>
                  <a:lnTo>
                    <a:pt x="996455" y="1333775"/>
                  </a:lnTo>
                  <a:lnTo>
                    <a:pt x="996448" y="1333788"/>
                  </a:lnTo>
                  <a:lnTo>
                    <a:pt x="996437" y="1333803"/>
                  </a:lnTo>
                  <a:lnTo>
                    <a:pt x="996424" y="1333818"/>
                  </a:lnTo>
                  <a:lnTo>
                    <a:pt x="996411" y="1333831"/>
                  </a:lnTo>
                  <a:lnTo>
                    <a:pt x="996398" y="1333843"/>
                  </a:lnTo>
                  <a:lnTo>
                    <a:pt x="996385" y="1333855"/>
                  </a:lnTo>
                  <a:lnTo>
                    <a:pt x="996371" y="1333865"/>
                  </a:lnTo>
                  <a:lnTo>
                    <a:pt x="996366" y="1333868"/>
                  </a:lnTo>
                  <a:lnTo>
                    <a:pt x="996356" y="1333872"/>
                  </a:lnTo>
                  <a:lnTo>
                    <a:pt x="996342" y="1333878"/>
                  </a:lnTo>
                  <a:lnTo>
                    <a:pt x="996327" y="1333885"/>
                  </a:lnTo>
                  <a:lnTo>
                    <a:pt x="996313" y="1333892"/>
                  </a:lnTo>
                  <a:lnTo>
                    <a:pt x="996299" y="1333897"/>
                  </a:lnTo>
                  <a:lnTo>
                    <a:pt x="996284" y="1333903"/>
                  </a:lnTo>
                  <a:lnTo>
                    <a:pt x="996270" y="1333909"/>
                  </a:lnTo>
                  <a:lnTo>
                    <a:pt x="996255" y="1333914"/>
                  </a:lnTo>
                  <a:lnTo>
                    <a:pt x="996241" y="1333919"/>
                  </a:lnTo>
                  <a:lnTo>
                    <a:pt x="996234" y="1333921"/>
                  </a:lnTo>
                  <a:lnTo>
                    <a:pt x="996227" y="1333921"/>
                  </a:lnTo>
                  <a:lnTo>
                    <a:pt x="996205" y="1333928"/>
                  </a:lnTo>
                  <a:lnTo>
                    <a:pt x="996197" y="1333938"/>
                  </a:lnTo>
                  <a:lnTo>
                    <a:pt x="996187" y="1333957"/>
                  </a:lnTo>
                  <a:lnTo>
                    <a:pt x="996176" y="1333973"/>
                  </a:lnTo>
                  <a:lnTo>
                    <a:pt x="996163" y="1333985"/>
                  </a:lnTo>
                  <a:lnTo>
                    <a:pt x="996149" y="1333992"/>
                  </a:lnTo>
                  <a:lnTo>
                    <a:pt x="996137" y="1333998"/>
                  </a:lnTo>
                  <a:lnTo>
                    <a:pt x="996122" y="1334000"/>
                  </a:lnTo>
                  <a:lnTo>
                    <a:pt x="996108" y="1334003"/>
                  </a:lnTo>
                  <a:lnTo>
                    <a:pt x="996096" y="1334004"/>
                  </a:lnTo>
                  <a:lnTo>
                    <a:pt x="996081" y="1334005"/>
                  </a:lnTo>
                  <a:lnTo>
                    <a:pt x="996068" y="1334005"/>
                  </a:lnTo>
                  <a:lnTo>
                    <a:pt x="996053" y="1334005"/>
                  </a:lnTo>
                  <a:lnTo>
                    <a:pt x="996039" y="1334005"/>
                  </a:lnTo>
                  <a:lnTo>
                    <a:pt x="996024" y="1334006"/>
                  </a:lnTo>
                  <a:lnTo>
                    <a:pt x="996010" y="1334006"/>
                  </a:lnTo>
                  <a:lnTo>
                    <a:pt x="995996" y="1334006"/>
                  </a:lnTo>
                  <a:lnTo>
                    <a:pt x="995982" y="1334006"/>
                  </a:lnTo>
                  <a:lnTo>
                    <a:pt x="995973" y="1334008"/>
                  </a:lnTo>
                  <a:lnTo>
                    <a:pt x="995966" y="1334010"/>
                  </a:lnTo>
                  <a:lnTo>
                    <a:pt x="995954" y="1334015"/>
                  </a:lnTo>
                  <a:lnTo>
                    <a:pt x="995942" y="1334023"/>
                  </a:lnTo>
                  <a:lnTo>
                    <a:pt x="995934" y="1334030"/>
                  </a:lnTo>
                  <a:lnTo>
                    <a:pt x="995928" y="1334036"/>
                  </a:lnTo>
                  <a:lnTo>
                    <a:pt x="995914" y="1334047"/>
                  </a:lnTo>
                  <a:lnTo>
                    <a:pt x="995900" y="1334062"/>
                  </a:lnTo>
                  <a:lnTo>
                    <a:pt x="995892" y="1334071"/>
                  </a:lnTo>
                  <a:lnTo>
                    <a:pt x="995889" y="1334078"/>
                  </a:lnTo>
                  <a:lnTo>
                    <a:pt x="995879" y="1334093"/>
                  </a:lnTo>
                  <a:lnTo>
                    <a:pt x="995868" y="1334108"/>
                  </a:lnTo>
                  <a:lnTo>
                    <a:pt x="995857" y="1334123"/>
                  </a:lnTo>
                  <a:lnTo>
                    <a:pt x="995843" y="1334136"/>
                  </a:lnTo>
                  <a:lnTo>
                    <a:pt x="995828" y="1334144"/>
                  </a:lnTo>
                  <a:lnTo>
                    <a:pt x="995814" y="1334150"/>
                  </a:lnTo>
                  <a:lnTo>
                    <a:pt x="995799" y="1334155"/>
                  </a:lnTo>
                  <a:lnTo>
                    <a:pt x="995785" y="1334160"/>
                  </a:lnTo>
                  <a:lnTo>
                    <a:pt x="995773" y="1334167"/>
                  </a:lnTo>
                  <a:lnTo>
                    <a:pt x="995761" y="1334172"/>
                  </a:lnTo>
                  <a:lnTo>
                    <a:pt x="995756" y="1334176"/>
                  </a:lnTo>
                  <a:lnTo>
                    <a:pt x="995742" y="1334190"/>
                  </a:lnTo>
                  <a:lnTo>
                    <a:pt x="995739" y="1334195"/>
                  </a:lnTo>
                  <a:lnTo>
                    <a:pt x="995737" y="1334205"/>
                  </a:lnTo>
                  <a:lnTo>
                    <a:pt x="995738" y="1334220"/>
                  </a:lnTo>
                  <a:lnTo>
                    <a:pt x="995739" y="1334235"/>
                  </a:lnTo>
                  <a:lnTo>
                    <a:pt x="995736" y="1334250"/>
                  </a:lnTo>
                  <a:lnTo>
                    <a:pt x="995732" y="1334262"/>
                  </a:lnTo>
                  <a:lnTo>
                    <a:pt x="995729" y="1334265"/>
                  </a:lnTo>
                  <a:lnTo>
                    <a:pt x="995722" y="1334263"/>
                  </a:lnTo>
                  <a:lnTo>
                    <a:pt x="995715" y="1334257"/>
                  </a:lnTo>
                  <a:lnTo>
                    <a:pt x="995701" y="1334243"/>
                  </a:lnTo>
                  <a:lnTo>
                    <a:pt x="995695" y="1334237"/>
                  </a:lnTo>
                  <a:lnTo>
                    <a:pt x="995687" y="1334232"/>
                  </a:lnTo>
                  <a:lnTo>
                    <a:pt x="995680" y="1334229"/>
                  </a:lnTo>
                  <a:lnTo>
                    <a:pt x="995672" y="1334228"/>
                  </a:lnTo>
                  <a:lnTo>
                    <a:pt x="995658" y="1334231"/>
                  </a:lnTo>
                  <a:lnTo>
                    <a:pt x="995643" y="1334233"/>
                  </a:lnTo>
                  <a:lnTo>
                    <a:pt x="995629" y="1334235"/>
                  </a:lnTo>
                  <a:lnTo>
                    <a:pt x="995615" y="1334234"/>
                  </a:lnTo>
                  <a:lnTo>
                    <a:pt x="995609" y="1334234"/>
                  </a:lnTo>
                  <a:lnTo>
                    <a:pt x="995600" y="1334231"/>
                  </a:lnTo>
                  <a:lnTo>
                    <a:pt x="995593" y="1334226"/>
                  </a:lnTo>
                  <a:lnTo>
                    <a:pt x="995586" y="1334219"/>
                  </a:lnTo>
                  <a:lnTo>
                    <a:pt x="995581" y="1334210"/>
                  </a:lnTo>
                  <a:lnTo>
                    <a:pt x="995580" y="1334204"/>
                  </a:lnTo>
                  <a:lnTo>
                    <a:pt x="995579" y="1334189"/>
                  </a:lnTo>
                  <a:lnTo>
                    <a:pt x="995579" y="1334173"/>
                  </a:lnTo>
                  <a:lnTo>
                    <a:pt x="995579" y="1334158"/>
                  </a:lnTo>
                  <a:lnTo>
                    <a:pt x="995577" y="1334143"/>
                  </a:lnTo>
                  <a:lnTo>
                    <a:pt x="995577" y="1334128"/>
                  </a:lnTo>
                  <a:lnTo>
                    <a:pt x="995577" y="1334122"/>
                  </a:lnTo>
                  <a:lnTo>
                    <a:pt x="995574" y="1334117"/>
                  </a:lnTo>
                  <a:lnTo>
                    <a:pt x="995570" y="1334116"/>
                  </a:lnTo>
                  <a:lnTo>
                    <a:pt x="995562" y="1334116"/>
                  </a:lnTo>
                  <a:lnTo>
                    <a:pt x="995556" y="1334118"/>
                  </a:lnTo>
                  <a:lnTo>
                    <a:pt x="995542" y="1334123"/>
                  </a:lnTo>
                  <a:lnTo>
                    <a:pt x="995533" y="1334124"/>
                  </a:lnTo>
                  <a:lnTo>
                    <a:pt x="995528" y="1334123"/>
                  </a:lnTo>
                  <a:lnTo>
                    <a:pt x="995519" y="1334120"/>
                  </a:lnTo>
                  <a:lnTo>
                    <a:pt x="995513" y="1334116"/>
                  </a:lnTo>
                  <a:lnTo>
                    <a:pt x="995500" y="1334104"/>
                  </a:lnTo>
                  <a:lnTo>
                    <a:pt x="995489" y="1334090"/>
                  </a:lnTo>
                  <a:lnTo>
                    <a:pt x="995478" y="1334075"/>
                  </a:lnTo>
                  <a:lnTo>
                    <a:pt x="995466" y="1334059"/>
                  </a:lnTo>
                  <a:lnTo>
                    <a:pt x="995465" y="1334056"/>
                  </a:lnTo>
                  <a:lnTo>
                    <a:pt x="995455" y="1334046"/>
                  </a:lnTo>
                  <a:lnTo>
                    <a:pt x="995441" y="1334033"/>
                  </a:lnTo>
                  <a:lnTo>
                    <a:pt x="995427" y="1334021"/>
                  </a:lnTo>
                  <a:lnTo>
                    <a:pt x="995419" y="1334016"/>
                  </a:lnTo>
                  <a:lnTo>
                    <a:pt x="995412" y="1334009"/>
                  </a:lnTo>
                  <a:lnTo>
                    <a:pt x="995407" y="1334004"/>
                  </a:lnTo>
                  <a:lnTo>
                    <a:pt x="995399" y="1334001"/>
                  </a:lnTo>
                  <a:lnTo>
                    <a:pt x="995394" y="1334001"/>
                  </a:lnTo>
                  <a:lnTo>
                    <a:pt x="995380" y="1334009"/>
                  </a:lnTo>
                  <a:lnTo>
                    <a:pt x="995375" y="1334014"/>
                  </a:lnTo>
                  <a:lnTo>
                    <a:pt x="995361" y="1334019"/>
                  </a:lnTo>
                  <a:lnTo>
                    <a:pt x="995346" y="1334022"/>
                  </a:lnTo>
                  <a:lnTo>
                    <a:pt x="995332" y="1334023"/>
                  </a:lnTo>
                  <a:lnTo>
                    <a:pt x="995317" y="1334022"/>
                  </a:lnTo>
                  <a:lnTo>
                    <a:pt x="995305" y="1334019"/>
                  </a:lnTo>
                  <a:lnTo>
                    <a:pt x="995296" y="1334014"/>
                  </a:lnTo>
                  <a:lnTo>
                    <a:pt x="995289" y="1334008"/>
                  </a:lnTo>
                  <a:lnTo>
                    <a:pt x="995275" y="1333995"/>
                  </a:lnTo>
                  <a:lnTo>
                    <a:pt x="995262" y="1333983"/>
                  </a:lnTo>
                  <a:lnTo>
                    <a:pt x="995246" y="1333976"/>
                  </a:lnTo>
                  <a:lnTo>
                    <a:pt x="995232" y="1333968"/>
                  </a:lnTo>
                  <a:lnTo>
                    <a:pt x="995183" y="1333946"/>
                  </a:lnTo>
                  <a:lnTo>
                    <a:pt x="995167" y="1333939"/>
                  </a:lnTo>
                  <a:lnTo>
                    <a:pt x="995153" y="1333935"/>
                  </a:lnTo>
                  <a:lnTo>
                    <a:pt x="995139" y="1333935"/>
                  </a:lnTo>
                  <a:lnTo>
                    <a:pt x="995132" y="1333937"/>
                  </a:lnTo>
                  <a:lnTo>
                    <a:pt x="995128" y="1333940"/>
                  </a:lnTo>
                  <a:lnTo>
                    <a:pt x="995126" y="1333944"/>
                  </a:lnTo>
                  <a:lnTo>
                    <a:pt x="995119" y="1333959"/>
                  </a:lnTo>
                  <a:lnTo>
                    <a:pt x="995112" y="1333974"/>
                  </a:lnTo>
                  <a:lnTo>
                    <a:pt x="995106" y="1333989"/>
                  </a:lnTo>
                  <a:lnTo>
                    <a:pt x="995099" y="1334005"/>
                  </a:lnTo>
                  <a:lnTo>
                    <a:pt x="995092" y="1334020"/>
                  </a:lnTo>
                  <a:lnTo>
                    <a:pt x="995084" y="1334035"/>
                  </a:lnTo>
                  <a:lnTo>
                    <a:pt x="995074" y="1334050"/>
                  </a:lnTo>
                  <a:lnTo>
                    <a:pt x="995064" y="1334065"/>
                  </a:lnTo>
                  <a:lnTo>
                    <a:pt x="995051" y="1334071"/>
                  </a:lnTo>
                  <a:lnTo>
                    <a:pt x="995035" y="1334071"/>
                  </a:lnTo>
                  <a:lnTo>
                    <a:pt x="995021" y="1334068"/>
                  </a:lnTo>
                  <a:lnTo>
                    <a:pt x="995007" y="1334066"/>
                  </a:lnTo>
                  <a:lnTo>
                    <a:pt x="994992" y="1334063"/>
                  </a:lnTo>
                  <a:lnTo>
                    <a:pt x="994978" y="1334062"/>
                  </a:lnTo>
                  <a:lnTo>
                    <a:pt x="994963" y="1334060"/>
                  </a:lnTo>
                  <a:lnTo>
                    <a:pt x="994949" y="1334060"/>
                  </a:lnTo>
                  <a:lnTo>
                    <a:pt x="994935" y="1334060"/>
                  </a:lnTo>
                  <a:lnTo>
                    <a:pt x="994920" y="1334058"/>
                  </a:lnTo>
                  <a:lnTo>
                    <a:pt x="994911" y="1334056"/>
                  </a:lnTo>
                  <a:lnTo>
                    <a:pt x="994906" y="1334054"/>
                  </a:lnTo>
                  <a:lnTo>
                    <a:pt x="994855" y="1334031"/>
                  </a:lnTo>
                  <a:lnTo>
                    <a:pt x="994849" y="1334032"/>
                  </a:lnTo>
                  <a:lnTo>
                    <a:pt x="994834" y="1334035"/>
                  </a:lnTo>
                  <a:lnTo>
                    <a:pt x="994820" y="1334036"/>
                  </a:lnTo>
                  <a:lnTo>
                    <a:pt x="994805" y="1334034"/>
                  </a:lnTo>
                  <a:lnTo>
                    <a:pt x="994791" y="1334029"/>
                  </a:lnTo>
                  <a:lnTo>
                    <a:pt x="994784" y="1334027"/>
                  </a:lnTo>
                  <a:lnTo>
                    <a:pt x="994777" y="1334023"/>
                  </a:lnTo>
                  <a:lnTo>
                    <a:pt x="994763" y="1334017"/>
                  </a:lnTo>
                  <a:lnTo>
                    <a:pt x="994758" y="1334017"/>
                  </a:lnTo>
                  <a:lnTo>
                    <a:pt x="994748" y="1334021"/>
                  </a:lnTo>
                  <a:lnTo>
                    <a:pt x="994741" y="1334028"/>
                  </a:lnTo>
                  <a:lnTo>
                    <a:pt x="994737" y="1334036"/>
                  </a:lnTo>
                  <a:lnTo>
                    <a:pt x="994735" y="1334043"/>
                  </a:lnTo>
                  <a:lnTo>
                    <a:pt x="994733" y="1334058"/>
                  </a:lnTo>
                  <a:lnTo>
                    <a:pt x="994732" y="1334073"/>
                  </a:lnTo>
                  <a:lnTo>
                    <a:pt x="994729" y="1334117"/>
                  </a:lnTo>
                  <a:lnTo>
                    <a:pt x="994728" y="1334132"/>
                  </a:lnTo>
                  <a:lnTo>
                    <a:pt x="994728" y="1334147"/>
                  </a:lnTo>
                  <a:lnTo>
                    <a:pt x="994727" y="1334163"/>
                  </a:lnTo>
                  <a:lnTo>
                    <a:pt x="994722" y="1334178"/>
                  </a:lnTo>
                  <a:lnTo>
                    <a:pt x="994716" y="1334189"/>
                  </a:lnTo>
                  <a:lnTo>
                    <a:pt x="994713" y="1334194"/>
                  </a:lnTo>
                  <a:lnTo>
                    <a:pt x="994708" y="1334201"/>
                  </a:lnTo>
                  <a:lnTo>
                    <a:pt x="994702" y="1334207"/>
                  </a:lnTo>
                  <a:lnTo>
                    <a:pt x="994689" y="1334219"/>
                  </a:lnTo>
                  <a:lnTo>
                    <a:pt x="994675" y="1334231"/>
                  </a:lnTo>
                  <a:lnTo>
                    <a:pt x="994668" y="1334242"/>
                  </a:lnTo>
                  <a:lnTo>
                    <a:pt x="994665" y="1334245"/>
                  </a:lnTo>
                  <a:lnTo>
                    <a:pt x="994656" y="1334260"/>
                  </a:lnTo>
                  <a:lnTo>
                    <a:pt x="994650" y="1334275"/>
                  </a:lnTo>
                  <a:lnTo>
                    <a:pt x="994645" y="1334290"/>
                  </a:lnTo>
                  <a:lnTo>
                    <a:pt x="994645" y="1334305"/>
                  </a:lnTo>
                  <a:lnTo>
                    <a:pt x="994644" y="1334320"/>
                  </a:lnTo>
                  <a:lnTo>
                    <a:pt x="994640" y="1334333"/>
                  </a:lnTo>
                  <a:lnTo>
                    <a:pt x="994637" y="1334340"/>
                  </a:lnTo>
                  <a:lnTo>
                    <a:pt x="994633" y="1334350"/>
                  </a:lnTo>
                  <a:lnTo>
                    <a:pt x="994625" y="1334361"/>
                  </a:lnTo>
                  <a:lnTo>
                    <a:pt x="994621" y="1334364"/>
                  </a:lnTo>
                  <a:lnTo>
                    <a:pt x="994610" y="1334377"/>
                  </a:lnTo>
                  <a:lnTo>
                    <a:pt x="994595" y="1334388"/>
                  </a:lnTo>
                  <a:lnTo>
                    <a:pt x="994580" y="1334394"/>
                  </a:lnTo>
                  <a:lnTo>
                    <a:pt x="994574" y="1334393"/>
                  </a:lnTo>
                  <a:lnTo>
                    <a:pt x="994566" y="1334385"/>
                  </a:lnTo>
                  <a:lnTo>
                    <a:pt x="994554" y="1334371"/>
                  </a:lnTo>
                  <a:lnTo>
                    <a:pt x="994542" y="1334357"/>
                  </a:lnTo>
                  <a:lnTo>
                    <a:pt x="994528" y="1334344"/>
                  </a:lnTo>
                  <a:lnTo>
                    <a:pt x="994508" y="1334331"/>
                  </a:lnTo>
                  <a:lnTo>
                    <a:pt x="994504" y="1334328"/>
                  </a:lnTo>
                  <a:lnTo>
                    <a:pt x="994499" y="1334325"/>
                  </a:lnTo>
                  <a:lnTo>
                    <a:pt x="994491" y="1334323"/>
                  </a:lnTo>
                  <a:lnTo>
                    <a:pt x="994484" y="1334323"/>
                  </a:lnTo>
                  <a:lnTo>
                    <a:pt x="994467" y="1334328"/>
                  </a:lnTo>
                  <a:lnTo>
                    <a:pt x="994455" y="1334330"/>
                  </a:lnTo>
                  <a:lnTo>
                    <a:pt x="994441" y="1334331"/>
                  </a:lnTo>
                  <a:lnTo>
                    <a:pt x="994426" y="1334330"/>
                  </a:lnTo>
                  <a:lnTo>
                    <a:pt x="994412" y="1334327"/>
                  </a:lnTo>
                  <a:lnTo>
                    <a:pt x="994397" y="1334323"/>
                  </a:lnTo>
                  <a:lnTo>
                    <a:pt x="994383" y="1334320"/>
                  </a:lnTo>
                  <a:lnTo>
                    <a:pt x="994377" y="1334318"/>
                  </a:lnTo>
                  <a:lnTo>
                    <a:pt x="994367" y="1334315"/>
                  </a:lnTo>
                  <a:lnTo>
                    <a:pt x="994354" y="1334312"/>
                  </a:lnTo>
                  <a:lnTo>
                    <a:pt x="994340" y="1334308"/>
                  </a:lnTo>
                  <a:lnTo>
                    <a:pt x="994326" y="1334308"/>
                  </a:lnTo>
                  <a:lnTo>
                    <a:pt x="994312" y="1334306"/>
                  </a:lnTo>
                  <a:lnTo>
                    <a:pt x="994297" y="1334310"/>
                  </a:lnTo>
                  <a:lnTo>
                    <a:pt x="994283" y="1334315"/>
                  </a:lnTo>
                  <a:lnTo>
                    <a:pt x="994268" y="1334313"/>
                  </a:lnTo>
                  <a:lnTo>
                    <a:pt x="994253" y="1334305"/>
                  </a:lnTo>
                  <a:lnTo>
                    <a:pt x="994247" y="1334301"/>
                  </a:lnTo>
                  <a:lnTo>
                    <a:pt x="994241" y="1334297"/>
                  </a:lnTo>
                  <a:lnTo>
                    <a:pt x="994226" y="1334289"/>
                  </a:lnTo>
                  <a:lnTo>
                    <a:pt x="994212" y="1334283"/>
                  </a:lnTo>
                  <a:lnTo>
                    <a:pt x="994196" y="1334276"/>
                  </a:lnTo>
                  <a:lnTo>
                    <a:pt x="994182" y="1334270"/>
                  </a:lnTo>
                  <a:lnTo>
                    <a:pt x="994174" y="1334268"/>
                  </a:lnTo>
                  <a:lnTo>
                    <a:pt x="994168" y="1334268"/>
                  </a:lnTo>
                  <a:lnTo>
                    <a:pt x="994162" y="1334269"/>
                  </a:lnTo>
                  <a:lnTo>
                    <a:pt x="994158" y="1334272"/>
                  </a:lnTo>
                  <a:lnTo>
                    <a:pt x="994155" y="1334275"/>
                  </a:lnTo>
                  <a:lnTo>
                    <a:pt x="994152" y="1334283"/>
                  </a:lnTo>
                  <a:lnTo>
                    <a:pt x="994148" y="1334288"/>
                  </a:lnTo>
                  <a:lnTo>
                    <a:pt x="994142" y="1334301"/>
                  </a:lnTo>
                  <a:lnTo>
                    <a:pt x="994137" y="1334309"/>
                  </a:lnTo>
                  <a:lnTo>
                    <a:pt x="994136" y="1334314"/>
                  </a:lnTo>
                  <a:lnTo>
                    <a:pt x="994133" y="1334329"/>
                  </a:lnTo>
                  <a:lnTo>
                    <a:pt x="994127" y="1334344"/>
                  </a:lnTo>
                  <a:lnTo>
                    <a:pt x="994120" y="1334359"/>
                  </a:lnTo>
                  <a:lnTo>
                    <a:pt x="994116" y="1334368"/>
                  </a:lnTo>
                  <a:lnTo>
                    <a:pt x="994113" y="1334374"/>
                  </a:lnTo>
                  <a:lnTo>
                    <a:pt x="994105" y="1334389"/>
                  </a:lnTo>
                  <a:lnTo>
                    <a:pt x="994098" y="1334404"/>
                  </a:lnTo>
                  <a:lnTo>
                    <a:pt x="994094" y="1334411"/>
                  </a:lnTo>
                  <a:lnTo>
                    <a:pt x="994088" y="1334419"/>
                  </a:lnTo>
                  <a:lnTo>
                    <a:pt x="994079" y="1334434"/>
                  </a:lnTo>
                  <a:lnTo>
                    <a:pt x="994067" y="1334449"/>
                  </a:lnTo>
                  <a:lnTo>
                    <a:pt x="994056" y="1334463"/>
                  </a:lnTo>
                  <a:lnTo>
                    <a:pt x="994046" y="1334478"/>
                  </a:lnTo>
                  <a:lnTo>
                    <a:pt x="994041" y="1334487"/>
                  </a:lnTo>
                  <a:lnTo>
                    <a:pt x="994039" y="1334494"/>
                  </a:lnTo>
                  <a:lnTo>
                    <a:pt x="994035" y="1334509"/>
                  </a:lnTo>
                  <a:lnTo>
                    <a:pt x="994029" y="1334524"/>
                  </a:lnTo>
                  <a:lnTo>
                    <a:pt x="994024" y="1334539"/>
                  </a:lnTo>
                  <a:lnTo>
                    <a:pt x="994022" y="1334543"/>
                  </a:lnTo>
                  <a:lnTo>
                    <a:pt x="994021" y="1334554"/>
                  </a:lnTo>
                  <a:lnTo>
                    <a:pt x="994021" y="1334568"/>
                  </a:lnTo>
                  <a:lnTo>
                    <a:pt x="994021" y="1334584"/>
                  </a:lnTo>
                  <a:lnTo>
                    <a:pt x="994020" y="1334599"/>
                  </a:lnTo>
                  <a:lnTo>
                    <a:pt x="994018" y="1334614"/>
                  </a:lnTo>
                  <a:lnTo>
                    <a:pt x="994015" y="1334629"/>
                  </a:lnTo>
                  <a:lnTo>
                    <a:pt x="994010" y="1334644"/>
                  </a:lnTo>
                  <a:lnTo>
                    <a:pt x="994008" y="1334653"/>
                  </a:lnTo>
                  <a:lnTo>
                    <a:pt x="994008" y="1334659"/>
                  </a:lnTo>
                  <a:lnTo>
                    <a:pt x="994002" y="1334675"/>
                  </a:lnTo>
                  <a:lnTo>
                    <a:pt x="993997" y="1334690"/>
                  </a:lnTo>
                  <a:lnTo>
                    <a:pt x="993995" y="1334697"/>
                  </a:lnTo>
                  <a:lnTo>
                    <a:pt x="993995" y="1334705"/>
                  </a:lnTo>
                  <a:lnTo>
                    <a:pt x="993994" y="1334720"/>
                  </a:lnTo>
                  <a:lnTo>
                    <a:pt x="993993" y="1334735"/>
                  </a:lnTo>
                  <a:lnTo>
                    <a:pt x="993991" y="1334745"/>
                  </a:lnTo>
                  <a:lnTo>
                    <a:pt x="993988" y="1334750"/>
                  </a:lnTo>
                  <a:lnTo>
                    <a:pt x="993987" y="1334755"/>
                  </a:lnTo>
                  <a:lnTo>
                    <a:pt x="993982" y="1334765"/>
                  </a:lnTo>
                  <a:lnTo>
                    <a:pt x="993979" y="1334769"/>
                  </a:lnTo>
                  <a:lnTo>
                    <a:pt x="993974" y="1334782"/>
                  </a:lnTo>
                  <a:lnTo>
                    <a:pt x="993976" y="1334790"/>
                  </a:lnTo>
                  <a:lnTo>
                    <a:pt x="993978" y="1334795"/>
                  </a:lnTo>
                  <a:lnTo>
                    <a:pt x="993993" y="1334807"/>
                  </a:lnTo>
                  <a:lnTo>
                    <a:pt x="994006" y="1334821"/>
                  </a:lnTo>
                  <a:lnTo>
                    <a:pt x="994019" y="1334836"/>
                  </a:lnTo>
                  <a:lnTo>
                    <a:pt x="994026" y="1334844"/>
                  </a:lnTo>
                  <a:lnTo>
                    <a:pt x="994031" y="1334850"/>
                  </a:lnTo>
                  <a:lnTo>
                    <a:pt x="994042" y="1334866"/>
                  </a:lnTo>
                  <a:lnTo>
                    <a:pt x="994052" y="1334881"/>
                  </a:lnTo>
                  <a:lnTo>
                    <a:pt x="994062" y="1334895"/>
                  </a:lnTo>
                  <a:lnTo>
                    <a:pt x="994065" y="1334903"/>
                  </a:lnTo>
                  <a:lnTo>
                    <a:pt x="994070" y="1334908"/>
                  </a:lnTo>
                  <a:lnTo>
                    <a:pt x="994078" y="1334925"/>
                  </a:lnTo>
                  <a:lnTo>
                    <a:pt x="994087" y="1334940"/>
                  </a:lnTo>
                  <a:lnTo>
                    <a:pt x="994093" y="1334955"/>
                  </a:lnTo>
                  <a:lnTo>
                    <a:pt x="994096" y="1334969"/>
                  </a:lnTo>
                  <a:lnTo>
                    <a:pt x="994105" y="1334995"/>
                  </a:lnTo>
                  <a:lnTo>
                    <a:pt x="994106" y="1335007"/>
                  </a:lnTo>
                  <a:lnTo>
                    <a:pt x="994102" y="1335014"/>
                  </a:lnTo>
                  <a:lnTo>
                    <a:pt x="994097" y="1335019"/>
                  </a:lnTo>
                  <a:lnTo>
                    <a:pt x="994075" y="1335036"/>
                  </a:lnTo>
                  <a:lnTo>
                    <a:pt x="994061" y="1335044"/>
                  </a:lnTo>
                  <a:lnTo>
                    <a:pt x="994046" y="1335051"/>
                  </a:lnTo>
                  <a:lnTo>
                    <a:pt x="994032" y="1335057"/>
                  </a:lnTo>
                  <a:lnTo>
                    <a:pt x="994017" y="1335062"/>
                  </a:lnTo>
                  <a:lnTo>
                    <a:pt x="994003" y="1335068"/>
                  </a:lnTo>
                  <a:lnTo>
                    <a:pt x="993995" y="1335074"/>
                  </a:lnTo>
                  <a:lnTo>
                    <a:pt x="993990" y="1335081"/>
                  </a:lnTo>
                  <a:lnTo>
                    <a:pt x="993985" y="1335086"/>
                  </a:lnTo>
                  <a:lnTo>
                    <a:pt x="993959" y="1335108"/>
                  </a:lnTo>
                  <a:lnTo>
                    <a:pt x="993944" y="1335120"/>
                  </a:lnTo>
                  <a:lnTo>
                    <a:pt x="993914" y="1335138"/>
                  </a:lnTo>
                  <a:lnTo>
                    <a:pt x="993878" y="1335153"/>
                  </a:lnTo>
                  <a:lnTo>
                    <a:pt x="993861" y="1335158"/>
                  </a:lnTo>
                  <a:lnTo>
                    <a:pt x="993849" y="1335161"/>
                  </a:lnTo>
                  <a:lnTo>
                    <a:pt x="993816" y="1335161"/>
                  </a:lnTo>
                  <a:lnTo>
                    <a:pt x="993759" y="1335156"/>
                  </a:lnTo>
                  <a:lnTo>
                    <a:pt x="993735" y="1335153"/>
                  </a:lnTo>
                  <a:lnTo>
                    <a:pt x="993721" y="1335151"/>
                  </a:lnTo>
                  <a:lnTo>
                    <a:pt x="993696" y="1335148"/>
                  </a:lnTo>
                  <a:lnTo>
                    <a:pt x="993677" y="1335148"/>
                  </a:lnTo>
                  <a:lnTo>
                    <a:pt x="993658" y="1335149"/>
                  </a:lnTo>
                  <a:lnTo>
                    <a:pt x="993641" y="1335157"/>
                  </a:lnTo>
                  <a:lnTo>
                    <a:pt x="993626" y="1335165"/>
                  </a:lnTo>
                  <a:lnTo>
                    <a:pt x="993614" y="1335176"/>
                  </a:lnTo>
                  <a:lnTo>
                    <a:pt x="993596" y="1335183"/>
                  </a:lnTo>
                  <a:lnTo>
                    <a:pt x="993576" y="1335191"/>
                  </a:lnTo>
                  <a:lnTo>
                    <a:pt x="993570" y="1335191"/>
                  </a:lnTo>
                  <a:lnTo>
                    <a:pt x="993557" y="1335188"/>
                  </a:lnTo>
                  <a:lnTo>
                    <a:pt x="993549" y="1335184"/>
                  </a:lnTo>
                  <a:lnTo>
                    <a:pt x="993541" y="1335178"/>
                  </a:lnTo>
                  <a:lnTo>
                    <a:pt x="993529" y="1335164"/>
                  </a:lnTo>
                  <a:lnTo>
                    <a:pt x="993521" y="1335157"/>
                  </a:lnTo>
                  <a:lnTo>
                    <a:pt x="993515" y="1335152"/>
                  </a:lnTo>
                  <a:lnTo>
                    <a:pt x="993510" y="1335150"/>
                  </a:lnTo>
                  <a:lnTo>
                    <a:pt x="993502" y="1335148"/>
                  </a:lnTo>
                  <a:lnTo>
                    <a:pt x="993493" y="1335147"/>
                  </a:lnTo>
                  <a:lnTo>
                    <a:pt x="993486" y="1335150"/>
                  </a:lnTo>
                  <a:lnTo>
                    <a:pt x="993478" y="1335150"/>
                  </a:lnTo>
                  <a:lnTo>
                    <a:pt x="993472" y="1335152"/>
                  </a:lnTo>
                  <a:lnTo>
                    <a:pt x="993463" y="1335154"/>
                  </a:lnTo>
                  <a:lnTo>
                    <a:pt x="993457" y="1335154"/>
                  </a:lnTo>
                  <a:lnTo>
                    <a:pt x="993448" y="1335156"/>
                  </a:lnTo>
                  <a:lnTo>
                    <a:pt x="993443" y="1335154"/>
                  </a:lnTo>
                  <a:lnTo>
                    <a:pt x="993435" y="1335154"/>
                  </a:lnTo>
                  <a:lnTo>
                    <a:pt x="993429" y="1335152"/>
                  </a:lnTo>
                  <a:lnTo>
                    <a:pt x="993420" y="1335152"/>
                  </a:lnTo>
                  <a:lnTo>
                    <a:pt x="993414" y="1335148"/>
                  </a:lnTo>
                  <a:lnTo>
                    <a:pt x="993400" y="1335143"/>
                  </a:lnTo>
                  <a:lnTo>
                    <a:pt x="993395" y="1335140"/>
                  </a:lnTo>
                  <a:lnTo>
                    <a:pt x="993389" y="1335139"/>
                  </a:lnTo>
                  <a:lnTo>
                    <a:pt x="993385" y="1335139"/>
                  </a:lnTo>
                  <a:lnTo>
                    <a:pt x="993380" y="1335136"/>
                  </a:lnTo>
                  <a:lnTo>
                    <a:pt x="993373" y="1335135"/>
                  </a:lnTo>
                  <a:lnTo>
                    <a:pt x="993351" y="1335124"/>
                  </a:lnTo>
                  <a:lnTo>
                    <a:pt x="993345" y="1335122"/>
                  </a:lnTo>
                  <a:lnTo>
                    <a:pt x="993339" y="1335117"/>
                  </a:lnTo>
                  <a:lnTo>
                    <a:pt x="993331" y="1335114"/>
                  </a:lnTo>
                  <a:lnTo>
                    <a:pt x="993317" y="1335108"/>
                  </a:lnTo>
                  <a:lnTo>
                    <a:pt x="993303" y="1335099"/>
                  </a:lnTo>
                  <a:lnTo>
                    <a:pt x="993289" y="1335090"/>
                  </a:lnTo>
                  <a:lnTo>
                    <a:pt x="993286" y="1335087"/>
                  </a:lnTo>
                  <a:lnTo>
                    <a:pt x="993275" y="1335079"/>
                  </a:lnTo>
                  <a:lnTo>
                    <a:pt x="993263" y="1335066"/>
                  </a:lnTo>
                  <a:lnTo>
                    <a:pt x="993249" y="1335053"/>
                  </a:lnTo>
                  <a:lnTo>
                    <a:pt x="993236" y="1335042"/>
                  </a:lnTo>
                  <a:lnTo>
                    <a:pt x="993221" y="1335029"/>
                  </a:lnTo>
                  <a:lnTo>
                    <a:pt x="993215" y="1335025"/>
                  </a:lnTo>
                  <a:lnTo>
                    <a:pt x="993212" y="1335019"/>
                  </a:lnTo>
                  <a:lnTo>
                    <a:pt x="993210" y="1335015"/>
                  </a:lnTo>
                  <a:lnTo>
                    <a:pt x="993199" y="1335000"/>
                  </a:lnTo>
                  <a:lnTo>
                    <a:pt x="993195" y="1334989"/>
                  </a:lnTo>
                  <a:lnTo>
                    <a:pt x="993192" y="1334985"/>
                  </a:lnTo>
                  <a:lnTo>
                    <a:pt x="993186" y="1334976"/>
                  </a:lnTo>
                  <a:lnTo>
                    <a:pt x="993180" y="1334972"/>
                  </a:lnTo>
                  <a:lnTo>
                    <a:pt x="993151" y="1334958"/>
                  </a:lnTo>
                  <a:lnTo>
                    <a:pt x="993145" y="1334953"/>
                  </a:lnTo>
                  <a:lnTo>
                    <a:pt x="993140" y="1334947"/>
                  </a:lnTo>
                  <a:lnTo>
                    <a:pt x="993137" y="1334936"/>
                  </a:lnTo>
                  <a:lnTo>
                    <a:pt x="993137" y="1334930"/>
                  </a:lnTo>
                  <a:lnTo>
                    <a:pt x="993139" y="1334909"/>
                  </a:lnTo>
                  <a:lnTo>
                    <a:pt x="993136" y="1334895"/>
                  </a:lnTo>
                  <a:lnTo>
                    <a:pt x="993130" y="1334880"/>
                  </a:lnTo>
                  <a:lnTo>
                    <a:pt x="993124" y="1334866"/>
                  </a:lnTo>
                  <a:lnTo>
                    <a:pt x="993122" y="1334857"/>
                  </a:lnTo>
                  <a:lnTo>
                    <a:pt x="993122" y="1334850"/>
                  </a:lnTo>
                  <a:lnTo>
                    <a:pt x="993123" y="1334835"/>
                  </a:lnTo>
                  <a:lnTo>
                    <a:pt x="993122" y="1334819"/>
                  </a:lnTo>
                  <a:lnTo>
                    <a:pt x="993122" y="1334804"/>
                  </a:lnTo>
                  <a:lnTo>
                    <a:pt x="993120" y="1334789"/>
                  </a:lnTo>
                  <a:lnTo>
                    <a:pt x="993118" y="1334774"/>
                  </a:lnTo>
                  <a:lnTo>
                    <a:pt x="993114" y="1334759"/>
                  </a:lnTo>
                  <a:lnTo>
                    <a:pt x="993113" y="1334746"/>
                  </a:lnTo>
                  <a:lnTo>
                    <a:pt x="993106" y="1334720"/>
                  </a:lnTo>
                  <a:lnTo>
                    <a:pt x="993092" y="1334709"/>
                  </a:lnTo>
                  <a:lnTo>
                    <a:pt x="993086" y="1334707"/>
                  </a:lnTo>
                  <a:lnTo>
                    <a:pt x="993077" y="1334704"/>
                  </a:lnTo>
                  <a:lnTo>
                    <a:pt x="993072" y="1334700"/>
                  </a:lnTo>
                  <a:lnTo>
                    <a:pt x="993057" y="1334694"/>
                  </a:lnTo>
                  <a:lnTo>
                    <a:pt x="993044" y="1334687"/>
                  </a:lnTo>
                  <a:lnTo>
                    <a:pt x="993032" y="1334677"/>
                  </a:lnTo>
                  <a:lnTo>
                    <a:pt x="993029" y="1334673"/>
                  </a:lnTo>
                  <a:lnTo>
                    <a:pt x="993015" y="1334660"/>
                  </a:lnTo>
                  <a:lnTo>
                    <a:pt x="993002" y="1334647"/>
                  </a:lnTo>
                  <a:lnTo>
                    <a:pt x="992990" y="1334634"/>
                  </a:lnTo>
                  <a:lnTo>
                    <a:pt x="992976" y="1334621"/>
                  </a:lnTo>
                  <a:lnTo>
                    <a:pt x="992972" y="1334617"/>
                  </a:lnTo>
                  <a:lnTo>
                    <a:pt x="992967" y="1334614"/>
                  </a:lnTo>
                  <a:lnTo>
                    <a:pt x="992958" y="1334615"/>
                  </a:lnTo>
                  <a:lnTo>
                    <a:pt x="992915" y="1334617"/>
                  </a:lnTo>
                  <a:lnTo>
                    <a:pt x="992900" y="1334619"/>
                  </a:lnTo>
                  <a:lnTo>
                    <a:pt x="992886" y="1334620"/>
                  </a:lnTo>
                  <a:lnTo>
                    <a:pt x="992878" y="1334620"/>
                  </a:lnTo>
                  <a:lnTo>
                    <a:pt x="992872" y="1334618"/>
                  </a:lnTo>
                  <a:lnTo>
                    <a:pt x="992857" y="1334619"/>
                  </a:lnTo>
                  <a:lnTo>
                    <a:pt x="992845" y="1334620"/>
                  </a:lnTo>
                  <a:lnTo>
                    <a:pt x="992832" y="1334625"/>
                  </a:lnTo>
                  <a:lnTo>
                    <a:pt x="992829" y="1334628"/>
                  </a:lnTo>
                  <a:lnTo>
                    <a:pt x="992814" y="1334635"/>
                  </a:lnTo>
                  <a:lnTo>
                    <a:pt x="992801" y="1334645"/>
                  </a:lnTo>
                  <a:lnTo>
                    <a:pt x="992770" y="1334665"/>
                  </a:lnTo>
                  <a:lnTo>
                    <a:pt x="992756" y="1334674"/>
                  </a:lnTo>
                  <a:lnTo>
                    <a:pt x="992752" y="1334677"/>
                  </a:lnTo>
                  <a:lnTo>
                    <a:pt x="992742" y="1334681"/>
                  </a:lnTo>
                  <a:lnTo>
                    <a:pt x="992726" y="1334686"/>
                  </a:lnTo>
                  <a:lnTo>
                    <a:pt x="992713" y="1334688"/>
                  </a:lnTo>
                  <a:lnTo>
                    <a:pt x="992684" y="1334694"/>
                  </a:lnTo>
                  <a:lnTo>
                    <a:pt x="992670" y="1334696"/>
                  </a:lnTo>
                  <a:lnTo>
                    <a:pt x="992655" y="1334701"/>
                  </a:lnTo>
                  <a:lnTo>
                    <a:pt x="992640" y="1334705"/>
                  </a:lnTo>
                  <a:lnTo>
                    <a:pt x="992627" y="1334706"/>
                  </a:lnTo>
                  <a:lnTo>
                    <a:pt x="992612" y="1334705"/>
                  </a:lnTo>
                  <a:lnTo>
                    <a:pt x="992604" y="1334702"/>
                  </a:lnTo>
                  <a:lnTo>
                    <a:pt x="992562" y="1334703"/>
                  </a:lnTo>
                  <a:lnTo>
                    <a:pt x="992547" y="1334708"/>
                  </a:lnTo>
                  <a:lnTo>
                    <a:pt x="992537" y="1334711"/>
                  </a:lnTo>
                  <a:lnTo>
                    <a:pt x="992533" y="1334714"/>
                  </a:lnTo>
                  <a:lnTo>
                    <a:pt x="992525" y="1334723"/>
                  </a:lnTo>
                  <a:lnTo>
                    <a:pt x="992496" y="1334711"/>
                  </a:lnTo>
                  <a:lnTo>
                    <a:pt x="992484" y="1334708"/>
                  </a:lnTo>
                  <a:lnTo>
                    <a:pt x="992470" y="1334703"/>
                  </a:lnTo>
                  <a:lnTo>
                    <a:pt x="992455" y="1334702"/>
                  </a:lnTo>
                  <a:lnTo>
                    <a:pt x="992445" y="1334703"/>
                  </a:lnTo>
                  <a:lnTo>
                    <a:pt x="992441" y="1334704"/>
                  </a:lnTo>
                  <a:lnTo>
                    <a:pt x="992427" y="1334708"/>
                  </a:lnTo>
                  <a:lnTo>
                    <a:pt x="992422" y="1334710"/>
                  </a:lnTo>
                  <a:lnTo>
                    <a:pt x="992412" y="1334710"/>
                  </a:lnTo>
                  <a:lnTo>
                    <a:pt x="992398" y="1334708"/>
                  </a:lnTo>
                  <a:lnTo>
                    <a:pt x="992384" y="1334700"/>
                  </a:lnTo>
                  <a:lnTo>
                    <a:pt x="992355" y="1334689"/>
                  </a:lnTo>
                  <a:lnTo>
                    <a:pt x="992326" y="1334678"/>
                  </a:lnTo>
                  <a:lnTo>
                    <a:pt x="992311" y="1334674"/>
                  </a:lnTo>
                  <a:lnTo>
                    <a:pt x="992298" y="1334671"/>
                  </a:lnTo>
                  <a:lnTo>
                    <a:pt x="992283" y="1334667"/>
                  </a:lnTo>
                  <a:lnTo>
                    <a:pt x="992269" y="1334663"/>
                  </a:lnTo>
                  <a:lnTo>
                    <a:pt x="992255" y="1334655"/>
                  </a:lnTo>
                  <a:lnTo>
                    <a:pt x="992240" y="1334644"/>
                  </a:lnTo>
                  <a:lnTo>
                    <a:pt x="992235" y="1334639"/>
                  </a:lnTo>
                  <a:lnTo>
                    <a:pt x="992230" y="1334629"/>
                  </a:lnTo>
                  <a:lnTo>
                    <a:pt x="992223" y="1334614"/>
                  </a:lnTo>
                  <a:lnTo>
                    <a:pt x="992217" y="1334599"/>
                  </a:lnTo>
                  <a:lnTo>
                    <a:pt x="992211" y="1334584"/>
                  </a:lnTo>
                  <a:lnTo>
                    <a:pt x="992203" y="1334569"/>
                  </a:lnTo>
                  <a:lnTo>
                    <a:pt x="992196" y="1334553"/>
                  </a:lnTo>
                  <a:lnTo>
                    <a:pt x="992189" y="1334538"/>
                  </a:lnTo>
                  <a:lnTo>
                    <a:pt x="992181" y="1334523"/>
                  </a:lnTo>
                  <a:lnTo>
                    <a:pt x="992167" y="1334498"/>
                  </a:lnTo>
                  <a:lnTo>
                    <a:pt x="992136" y="1334479"/>
                  </a:lnTo>
                  <a:lnTo>
                    <a:pt x="992108" y="1334469"/>
                  </a:lnTo>
                  <a:lnTo>
                    <a:pt x="992093" y="1334463"/>
                  </a:lnTo>
                  <a:lnTo>
                    <a:pt x="992079" y="1334454"/>
                  </a:lnTo>
                  <a:lnTo>
                    <a:pt x="992067" y="1334442"/>
                  </a:lnTo>
                  <a:lnTo>
                    <a:pt x="992055" y="1334428"/>
                  </a:lnTo>
                  <a:lnTo>
                    <a:pt x="992041" y="1334414"/>
                  </a:lnTo>
                  <a:lnTo>
                    <a:pt x="992033" y="1334409"/>
                  </a:lnTo>
                  <a:lnTo>
                    <a:pt x="992026" y="1334407"/>
                  </a:lnTo>
                  <a:lnTo>
                    <a:pt x="992011" y="1334400"/>
                  </a:lnTo>
                  <a:lnTo>
                    <a:pt x="992003" y="1334396"/>
                  </a:lnTo>
                  <a:lnTo>
                    <a:pt x="991999" y="1334389"/>
                  </a:lnTo>
                  <a:lnTo>
                    <a:pt x="991987" y="1334375"/>
                  </a:lnTo>
                  <a:lnTo>
                    <a:pt x="991974" y="1334361"/>
                  </a:lnTo>
                  <a:lnTo>
                    <a:pt x="991950" y="1334341"/>
                  </a:lnTo>
                  <a:lnTo>
                    <a:pt x="991952" y="1334301"/>
                  </a:lnTo>
                  <a:lnTo>
                    <a:pt x="991951" y="1334286"/>
                  </a:lnTo>
                  <a:lnTo>
                    <a:pt x="991951" y="1334271"/>
                  </a:lnTo>
                  <a:lnTo>
                    <a:pt x="991955" y="1334241"/>
                  </a:lnTo>
                  <a:lnTo>
                    <a:pt x="991955" y="1334226"/>
                  </a:lnTo>
                  <a:lnTo>
                    <a:pt x="991956" y="1334210"/>
                  </a:lnTo>
                  <a:lnTo>
                    <a:pt x="991957" y="1334195"/>
                  </a:lnTo>
                  <a:lnTo>
                    <a:pt x="991957" y="1334180"/>
                  </a:lnTo>
                  <a:lnTo>
                    <a:pt x="991956" y="1334165"/>
                  </a:lnTo>
                  <a:lnTo>
                    <a:pt x="991955" y="1334150"/>
                  </a:lnTo>
                  <a:lnTo>
                    <a:pt x="991954" y="1334135"/>
                  </a:lnTo>
                  <a:lnTo>
                    <a:pt x="991952" y="1334120"/>
                  </a:lnTo>
                  <a:lnTo>
                    <a:pt x="991950" y="1334115"/>
                  </a:lnTo>
                  <a:lnTo>
                    <a:pt x="991950" y="1334105"/>
                  </a:lnTo>
                  <a:lnTo>
                    <a:pt x="991945" y="1334089"/>
                  </a:lnTo>
                  <a:lnTo>
                    <a:pt x="991942" y="1334082"/>
                  </a:lnTo>
                  <a:lnTo>
                    <a:pt x="991936" y="1334075"/>
                  </a:lnTo>
                  <a:lnTo>
                    <a:pt x="991922" y="1334062"/>
                  </a:lnTo>
                  <a:lnTo>
                    <a:pt x="991908" y="1334050"/>
                  </a:lnTo>
                  <a:lnTo>
                    <a:pt x="991893" y="1334035"/>
                  </a:lnTo>
                  <a:lnTo>
                    <a:pt x="991886" y="1334022"/>
                  </a:lnTo>
                  <a:lnTo>
                    <a:pt x="991880" y="1334007"/>
                  </a:lnTo>
                  <a:lnTo>
                    <a:pt x="991871" y="1333992"/>
                  </a:lnTo>
                  <a:lnTo>
                    <a:pt x="991866" y="1333984"/>
                  </a:lnTo>
                  <a:lnTo>
                    <a:pt x="991865" y="1333977"/>
                  </a:lnTo>
                  <a:lnTo>
                    <a:pt x="991864" y="1333961"/>
                  </a:lnTo>
                  <a:lnTo>
                    <a:pt x="991864" y="1333955"/>
                  </a:lnTo>
                  <a:lnTo>
                    <a:pt x="991861" y="1333946"/>
                  </a:lnTo>
                  <a:lnTo>
                    <a:pt x="991854" y="1333931"/>
                  </a:lnTo>
                  <a:lnTo>
                    <a:pt x="991848" y="1333922"/>
                  </a:lnTo>
                  <a:lnTo>
                    <a:pt x="991840" y="1333909"/>
                  </a:lnTo>
                  <a:lnTo>
                    <a:pt x="991828" y="1333907"/>
                  </a:lnTo>
                  <a:lnTo>
                    <a:pt x="991815" y="1333903"/>
                  </a:lnTo>
                  <a:lnTo>
                    <a:pt x="991809" y="1333899"/>
                  </a:lnTo>
                  <a:lnTo>
                    <a:pt x="991806" y="1333894"/>
                  </a:lnTo>
                  <a:lnTo>
                    <a:pt x="991806" y="1333882"/>
                  </a:lnTo>
                  <a:lnTo>
                    <a:pt x="991806" y="1333868"/>
                  </a:lnTo>
                  <a:lnTo>
                    <a:pt x="991782" y="1333858"/>
                  </a:lnTo>
                  <a:lnTo>
                    <a:pt x="991771" y="1333855"/>
                  </a:lnTo>
                  <a:lnTo>
                    <a:pt x="991749" y="1333857"/>
                  </a:lnTo>
                  <a:lnTo>
                    <a:pt x="991726" y="1333847"/>
                  </a:lnTo>
                  <a:lnTo>
                    <a:pt x="991702" y="1333845"/>
                  </a:lnTo>
                  <a:lnTo>
                    <a:pt x="991684" y="1333844"/>
                  </a:lnTo>
                  <a:lnTo>
                    <a:pt x="991665" y="1333844"/>
                  </a:lnTo>
                  <a:lnTo>
                    <a:pt x="991654" y="1333846"/>
                  </a:lnTo>
                  <a:lnTo>
                    <a:pt x="991644" y="1333845"/>
                  </a:lnTo>
                  <a:lnTo>
                    <a:pt x="991640" y="1333839"/>
                  </a:lnTo>
                  <a:lnTo>
                    <a:pt x="991634" y="1333827"/>
                  </a:lnTo>
                  <a:lnTo>
                    <a:pt x="991629" y="1333825"/>
                  </a:lnTo>
                  <a:lnTo>
                    <a:pt x="991618" y="1333825"/>
                  </a:lnTo>
                  <a:lnTo>
                    <a:pt x="991611" y="1333826"/>
                  </a:lnTo>
                  <a:lnTo>
                    <a:pt x="991608" y="1333829"/>
                  </a:lnTo>
                  <a:lnTo>
                    <a:pt x="991605" y="1333841"/>
                  </a:lnTo>
                  <a:lnTo>
                    <a:pt x="991603" y="1333848"/>
                  </a:lnTo>
                  <a:lnTo>
                    <a:pt x="991596" y="1333852"/>
                  </a:lnTo>
                  <a:lnTo>
                    <a:pt x="991585" y="1333853"/>
                  </a:lnTo>
                  <a:lnTo>
                    <a:pt x="991572" y="1333857"/>
                  </a:lnTo>
                  <a:lnTo>
                    <a:pt x="991568" y="1333860"/>
                  </a:lnTo>
                  <a:lnTo>
                    <a:pt x="991566" y="1333866"/>
                  </a:lnTo>
                  <a:lnTo>
                    <a:pt x="991564" y="1333872"/>
                  </a:lnTo>
                  <a:lnTo>
                    <a:pt x="991560" y="1333877"/>
                  </a:lnTo>
                  <a:lnTo>
                    <a:pt x="991559" y="1333884"/>
                  </a:lnTo>
                  <a:lnTo>
                    <a:pt x="991559" y="1333889"/>
                  </a:lnTo>
                  <a:lnTo>
                    <a:pt x="991561" y="1333898"/>
                  </a:lnTo>
                  <a:lnTo>
                    <a:pt x="991558" y="1333909"/>
                  </a:lnTo>
                  <a:lnTo>
                    <a:pt x="991556" y="1333920"/>
                  </a:lnTo>
                  <a:lnTo>
                    <a:pt x="991550" y="1333923"/>
                  </a:lnTo>
                  <a:lnTo>
                    <a:pt x="991535" y="1333916"/>
                  </a:lnTo>
                  <a:lnTo>
                    <a:pt x="991527" y="1333918"/>
                  </a:lnTo>
                  <a:lnTo>
                    <a:pt x="991512" y="1333921"/>
                  </a:lnTo>
                  <a:lnTo>
                    <a:pt x="991483" y="1333926"/>
                  </a:lnTo>
                  <a:lnTo>
                    <a:pt x="991475" y="1333939"/>
                  </a:lnTo>
                  <a:lnTo>
                    <a:pt x="991464" y="1333950"/>
                  </a:lnTo>
                  <a:lnTo>
                    <a:pt x="991458" y="1333956"/>
                  </a:lnTo>
                  <a:lnTo>
                    <a:pt x="991451" y="1333958"/>
                  </a:lnTo>
                  <a:lnTo>
                    <a:pt x="991435" y="1333953"/>
                  </a:lnTo>
                  <a:lnTo>
                    <a:pt x="991423" y="1333953"/>
                  </a:lnTo>
                  <a:lnTo>
                    <a:pt x="991419" y="1333955"/>
                  </a:lnTo>
                  <a:lnTo>
                    <a:pt x="991408" y="1333963"/>
                  </a:lnTo>
                  <a:lnTo>
                    <a:pt x="991401" y="1333973"/>
                  </a:lnTo>
                  <a:lnTo>
                    <a:pt x="991396" y="1333975"/>
                  </a:lnTo>
                  <a:lnTo>
                    <a:pt x="991388" y="1333979"/>
                  </a:lnTo>
                  <a:lnTo>
                    <a:pt x="991382" y="1333989"/>
                  </a:lnTo>
                  <a:lnTo>
                    <a:pt x="991373" y="1334003"/>
                  </a:lnTo>
                  <a:lnTo>
                    <a:pt x="991365" y="1334012"/>
                  </a:lnTo>
                  <a:lnTo>
                    <a:pt x="991359" y="1334015"/>
                  </a:lnTo>
                  <a:lnTo>
                    <a:pt x="991347" y="1334018"/>
                  </a:lnTo>
                  <a:lnTo>
                    <a:pt x="991332" y="1334023"/>
                  </a:lnTo>
                  <a:lnTo>
                    <a:pt x="991326" y="1334026"/>
                  </a:lnTo>
                  <a:lnTo>
                    <a:pt x="991318" y="1334032"/>
                  </a:lnTo>
                  <a:lnTo>
                    <a:pt x="991307" y="1334047"/>
                  </a:lnTo>
                  <a:lnTo>
                    <a:pt x="991299" y="1334060"/>
                  </a:lnTo>
                  <a:lnTo>
                    <a:pt x="991294" y="1334077"/>
                  </a:lnTo>
                  <a:lnTo>
                    <a:pt x="991287" y="1334091"/>
                  </a:lnTo>
                  <a:lnTo>
                    <a:pt x="991274" y="1334104"/>
                  </a:lnTo>
                  <a:lnTo>
                    <a:pt x="991265" y="1334120"/>
                  </a:lnTo>
                  <a:lnTo>
                    <a:pt x="991259" y="1334135"/>
                  </a:lnTo>
                  <a:lnTo>
                    <a:pt x="991250" y="1334152"/>
                  </a:lnTo>
                  <a:lnTo>
                    <a:pt x="991244" y="1334159"/>
                  </a:lnTo>
                  <a:lnTo>
                    <a:pt x="991238" y="1334162"/>
                  </a:lnTo>
                  <a:lnTo>
                    <a:pt x="991227" y="1334166"/>
                  </a:lnTo>
                  <a:lnTo>
                    <a:pt x="991221" y="1334162"/>
                  </a:lnTo>
                  <a:lnTo>
                    <a:pt x="991212" y="1334159"/>
                  </a:lnTo>
                  <a:lnTo>
                    <a:pt x="991198" y="1334151"/>
                  </a:lnTo>
                  <a:lnTo>
                    <a:pt x="991184" y="1334142"/>
                  </a:lnTo>
                  <a:lnTo>
                    <a:pt x="991169" y="1334130"/>
                  </a:lnTo>
                  <a:lnTo>
                    <a:pt x="991155" y="1334119"/>
                  </a:lnTo>
                  <a:lnTo>
                    <a:pt x="991141" y="1334110"/>
                  </a:lnTo>
                  <a:lnTo>
                    <a:pt x="991127" y="1334100"/>
                  </a:lnTo>
                  <a:lnTo>
                    <a:pt x="991112" y="1334092"/>
                  </a:lnTo>
                  <a:lnTo>
                    <a:pt x="991083" y="1334068"/>
                  </a:lnTo>
                  <a:lnTo>
                    <a:pt x="991069" y="1334055"/>
                  </a:lnTo>
                  <a:lnTo>
                    <a:pt x="991060" y="1334050"/>
                  </a:lnTo>
                  <a:lnTo>
                    <a:pt x="991056" y="1334045"/>
                  </a:lnTo>
                  <a:lnTo>
                    <a:pt x="991048" y="1334041"/>
                  </a:lnTo>
                  <a:lnTo>
                    <a:pt x="991041" y="1334039"/>
                  </a:lnTo>
                  <a:lnTo>
                    <a:pt x="991027" y="1334037"/>
                  </a:lnTo>
                  <a:lnTo>
                    <a:pt x="991013" y="1334037"/>
                  </a:lnTo>
                  <a:lnTo>
                    <a:pt x="990975" y="1334039"/>
                  </a:lnTo>
                  <a:lnTo>
                    <a:pt x="990961" y="1334043"/>
                  </a:lnTo>
                  <a:lnTo>
                    <a:pt x="990947" y="1334048"/>
                  </a:lnTo>
                  <a:lnTo>
                    <a:pt x="990932" y="1334052"/>
                  </a:lnTo>
                  <a:lnTo>
                    <a:pt x="990918" y="1334054"/>
                  </a:lnTo>
                  <a:lnTo>
                    <a:pt x="990904" y="1334054"/>
                  </a:lnTo>
                  <a:lnTo>
                    <a:pt x="990889" y="1334052"/>
                  </a:lnTo>
                  <a:lnTo>
                    <a:pt x="990883" y="1334050"/>
                  </a:lnTo>
                  <a:lnTo>
                    <a:pt x="990875" y="1334050"/>
                  </a:lnTo>
                  <a:lnTo>
                    <a:pt x="990868" y="1334048"/>
                  </a:lnTo>
                  <a:lnTo>
                    <a:pt x="990861" y="1334046"/>
                  </a:lnTo>
                  <a:lnTo>
                    <a:pt x="990846" y="1334045"/>
                  </a:lnTo>
                  <a:lnTo>
                    <a:pt x="990832" y="1334043"/>
                  </a:lnTo>
                  <a:lnTo>
                    <a:pt x="990817" y="1334043"/>
                  </a:lnTo>
                  <a:lnTo>
                    <a:pt x="990803" y="1334042"/>
                  </a:lnTo>
                  <a:lnTo>
                    <a:pt x="990789" y="1334045"/>
                  </a:lnTo>
                  <a:lnTo>
                    <a:pt x="990774" y="1334049"/>
                  </a:lnTo>
                  <a:lnTo>
                    <a:pt x="990760" y="1334051"/>
                  </a:lnTo>
                  <a:lnTo>
                    <a:pt x="990746" y="1334052"/>
                  </a:lnTo>
                  <a:lnTo>
                    <a:pt x="990711" y="1334058"/>
                  </a:lnTo>
                  <a:lnTo>
                    <a:pt x="990696" y="1334063"/>
                  </a:lnTo>
                  <a:lnTo>
                    <a:pt x="990687" y="1334066"/>
                  </a:lnTo>
                  <a:lnTo>
                    <a:pt x="990682" y="1334066"/>
                  </a:lnTo>
                  <a:lnTo>
                    <a:pt x="990667" y="1334067"/>
                  </a:lnTo>
                  <a:lnTo>
                    <a:pt x="990663" y="1334065"/>
                  </a:lnTo>
                  <a:lnTo>
                    <a:pt x="990653" y="1334064"/>
                  </a:lnTo>
                  <a:lnTo>
                    <a:pt x="990638" y="1334059"/>
                  </a:lnTo>
                  <a:lnTo>
                    <a:pt x="990629" y="1334053"/>
                  </a:lnTo>
                  <a:lnTo>
                    <a:pt x="990624" y="1334048"/>
                  </a:lnTo>
                  <a:lnTo>
                    <a:pt x="990610" y="1334035"/>
                  </a:lnTo>
                  <a:lnTo>
                    <a:pt x="990605" y="1334030"/>
                  </a:lnTo>
                  <a:lnTo>
                    <a:pt x="990599" y="1334027"/>
                  </a:lnTo>
                  <a:lnTo>
                    <a:pt x="990588" y="1334024"/>
                  </a:lnTo>
                  <a:lnTo>
                    <a:pt x="990582" y="1334024"/>
                  </a:lnTo>
                  <a:lnTo>
                    <a:pt x="990568" y="1334023"/>
                  </a:lnTo>
                  <a:lnTo>
                    <a:pt x="990553" y="1334026"/>
                  </a:lnTo>
                  <a:lnTo>
                    <a:pt x="990539" y="1334028"/>
                  </a:lnTo>
                  <a:lnTo>
                    <a:pt x="990525" y="1334028"/>
                  </a:lnTo>
                  <a:lnTo>
                    <a:pt x="990510" y="1334031"/>
                  </a:lnTo>
                  <a:lnTo>
                    <a:pt x="990496" y="1334032"/>
                  </a:lnTo>
                  <a:lnTo>
                    <a:pt x="990482" y="1334032"/>
                  </a:lnTo>
                  <a:lnTo>
                    <a:pt x="990467" y="1334030"/>
                  </a:lnTo>
                  <a:lnTo>
                    <a:pt x="990453" y="1334025"/>
                  </a:lnTo>
                  <a:lnTo>
                    <a:pt x="990439" y="1334019"/>
                  </a:lnTo>
                  <a:lnTo>
                    <a:pt x="990424" y="1334014"/>
                  </a:lnTo>
                  <a:lnTo>
                    <a:pt x="990410" y="1334011"/>
                  </a:lnTo>
                  <a:lnTo>
                    <a:pt x="990396" y="1334008"/>
                  </a:lnTo>
                  <a:lnTo>
                    <a:pt x="990390" y="1334003"/>
                  </a:lnTo>
                  <a:lnTo>
                    <a:pt x="990381" y="1334001"/>
                  </a:lnTo>
                  <a:lnTo>
                    <a:pt x="990371" y="1333997"/>
                  </a:lnTo>
                  <a:lnTo>
                    <a:pt x="990367" y="1333994"/>
                  </a:lnTo>
                  <a:lnTo>
                    <a:pt x="990361" y="1333992"/>
                  </a:lnTo>
                  <a:lnTo>
                    <a:pt x="990353" y="1333986"/>
                  </a:lnTo>
                  <a:lnTo>
                    <a:pt x="990345" y="1333982"/>
                  </a:lnTo>
                  <a:lnTo>
                    <a:pt x="990338" y="1333980"/>
                  </a:lnTo>
                  <a:lnTo>
                    <a:pt x="990330" y="1333982"/>
                  </a:lnTo>
                  <a:lnTo>
                    <a:pt x="990324" y="1333986"/>
                  </a:lnTo>
                  <a:lnTo>
                    <a:pt x="990310" y="1333995"/>
                  </a:lnTo>
                  <a:lnTo>
                    <a:pt x="990297" y="1334003"/>
                  </a:lnTo>
                  <a:lnTo>
                    <a:pt x="990281" y="1334014"/>
                  </a:lnTo>
                  <a:lnTo>
                    <a:pt x="990275" y="1334016"/>
                  </a:lnTo>
                  <a:lnTo>
                    <a:pt x="990266" y="1334025"/>
                  </a:lnTo>
                  <a:lnTo>
                    <a:pt x="990221" y="1334058"/>
                  </a:lnTo>
                  <a:lnTo>
                    <a:pt x="990217" y="1334066"/>
                  </a:lnTo>
                  <a:lnTo>
                    <a:pt x="990209" y="1334072"/>
                  </a:lnTo>
                  <a:lnTo>
                    <a:pt x="990197" y="1334068"/>
                  </a:lnTo>
                  <a:lnTo>
                    <a:pt x="990185" y="1334055"/>
                  </a:lnTo>
                  <a:lnTo>
                    <a:pt x="990175" y="1334055"/>
                  </a:lnTo>
                  <a:lnTo>
                    <a:pt x="990161" y="1334060"/>
                  </a:lnTo>
                  <a:lnTo>
                    <a:pt x="990148" y="1334071"/>
                  </a:lnTo>
                  <a:lnTo>
                    <a:pt x="990135" y="1334085"/>
                  </a:lnTo>
                  <a:lnTo>
                    <a:pt x="990123" y="1334098"/>
                  </a:lnTo>
                  <a:lnTo>
                    <a:pt x="990109" y="1334109"/>
                  </a:lnTo>
                  <a:lnTo>
                    <a:pt x="990098" y="1334110"/>
                  </a:lnTo>
                  <a:lnTo>
                    <a:pt x="990094" y="1334108"/>
                  </a:lnTo>
                  <a:lnTo>
                    <a:pt x="990080" y="1334102"/>
                  </a:lnTo>
                  <a:lnTo>
                    <a:pt x="990073" y="1334098"/>
                  </a:lnTo>
                  <a:lnTo>
                    <a:pt x="990065" y="1334096"/>
                  </a:lnTo>
                  <a:lnTo>
                    <a:pt x="990060" y="1334093"/>
                  </a:lnTo>
                  <a:lnTo>
                    <a:pt x="990052" y="1334091"/>
                  </a:lnTo>
                  <a:lnTo>
                    <a:pt x="990037" y="1334087"/>
                  </a:lnTo>
                  <a:lnTo>
                    <a:pt x="990023" y="1334087"/>
                  </a:lnTo>
                  <a:lnTo>
                    <a:pt x="990008" y="1334088"/>
                  </a:lnTo>
                  <a:lnTo>
                    <a:pt x="990000" y="1334088"/>
                  </a:lnTo>
                  <a:lnTo>
                    <a:pt x="989994" y="1334090"/>
                  </a:lnTo>
                  <a:lnTo>
                    <a:pt x="989979" y="1334090"/>
                  </a:lnTo>
                  <a:lnTo>
                    <a:pt x="989965" y="1334088"/>
                  </a:lnTo>
                  <a:lnTo>
                    <a:pt x="989955" y="1334084"/>
                  </a:lnTo>
                  <a:lnTo>
                    <a:pt x="989951" y="1334080"/>
                  </a:lnTo>
                  <a:lnTo>
                    <a:pt x="989936" y="1334071"/>
                  </a:lnTo>
                  <a:lnTo>
                    <a:pt x="989923" y="1334064"/>
                  </a:lnTo>
                  <a:lnTo>
                    <a:pt x="989909" y="1334058"/>
                  </a:lnTo>
                  <a:lnTo>
                    <a:pt x="989893" y="1334053"/>
                  </a:lnTo>
                  <a:lnTo>
                    <a:pt x="989886" y="1334050"/>
                  </a:lnTo>
                  <a:lnTo>
                    <a:pt x="989879" y="1334046"/>
                  </a:lnTo>
                  <a:lnTo>
                    <a:pt x="989869" y="1334041"/>
                  </a:lnTo>
                  <a:lnTo>
                    <a:pt x="989865" y="1334037"/>
                  </a:lnTo>
                  <a:lnTo>
                    <a:pt x="989849" y="1334024"/>
                  </a:lnTo>
                  <a:lnTo>
                    <a:pt x="989844" y="1334019"/>
                  </a:lnTo>
                  <a:lnTo>
                    <a:pt x="989839" y="1334016"/>
                  </a:lnTo>
                  <a:lnTo>
                    <a:pt x="989827" y="1334019"/>
                  </a:lnTo>
                  <a:lnTo>
                    <a:pt x="989813" y="1334025"/>
                  </a:lnTo>
                  <a:lnTo>
                    <a:pt x="989808" y="1334028"/>
                  </a:lnTo>
                  <a:lnTo>
                    <a:pt x="989794" y="1334029"/>
                  </a:lnTo>
                  <a:lnTo>
                    <a:pt x="989781" y="1334026"/>
                  </a:lnTo>
                  <a:lnTo>
                    <a:pt x="989774" y="1334018"/>
                  </a:lnTo>
                  <a:lnTo>
                    <a:pt x="989748" y="1333989"/>
                  </a:lnTo>
                  <a:lnTo>
                    <a:pt x="989736" y="1333981"/>
                  </a:lnTo>
                  <a:lnTo>
                    <a:pt x="989720" y="1333982"/>
                  </a:lnTo>
                  <a:lnTo>
                    <a:pt x="989706" y="1333983"/>
                  </a:lnTo>
                  <a:lnTo>
                    <a:pt x="989692" y="1333981"/>
                  </a:lnTo>
                  <a:lnTo>
                    <a:pt x="989670" y="1333973"/>
                  </a:lnTo>
                  <a:lnTo>
                    <a:pt x="989663" y="1333971"/>
                  </a:lnTo>
                  <a:lnTo>
                    <a:pt x="989656" y="1333967"/>
                  </a:lnTo>
                  <a:lnTo>
                    <a:pt x="989650" y="1333963"/>
                  </a:lnTo>
                  <a:lnTo>
                    <a:pt x="989642" y="1333960"/>
                  </a:lnTo>
                  <a:lnTo>
                    <a:pt x="989634" y="1333960"/>
                  </a:lnTo>
                  <a:lnTo>
                    <a:pt x="989628" y="1333961"/>
                  </a:lnTo>
                  <a:lnTo>
                    <a:pt x="989613" y="1333963"/>
                  </a:lnTo>
                  <a:lnTo>
                    <a:pt x="989597" y="1333963"/>
                  </a:lnTo>
                  <a:lnTo>
                    <a:pt x="989593" y="1333963"/>
                  </a:lnTo>
                  <a:lnTo>
                    <a:pt x="989583" y="1333968"/>
                  </a:lnTo>
                  <a:lnTo>
                    <a:pt x="989570" y="1333976"/>
                  </a:lnTo>
                  <a:lnTo>
                    <a:pt x="989556" y="1333979"/>
                  </a:lnTo>
                  <a:lnTo>
                    <a:pt x="989541" y="1333980"/>
                  </a:lnTo>
                  <a:lnTo>
                    <a:pt x="989533" y="1333984"/>
                  </a:lnTo>
                  <a:lnTo>
                    <a:pt x="989527" y="1333989"/>
                  </a:lnTo>
                  <a:lnTo>
                    <a:pt x="989514" y="1334004"/>
                  </a:lnTo>
                  <a:lnTo>
                    <a:pt x="989502" y="1334018"/>
                  </a:lnTo>
                  <a:lnTo>
                    <a:pt x="989490" y="1334029"/>
                  </a:lnTo>
                  <a:lnTo>
                    <a:pt x="989482" y="1334033"/>
                  </a:lnTo>
                  <a:lnTo>
                    <a:pt x="989475" y="1334034"/>
                  </a:lnTo>
                  <a:lnTo>
                    <a:pt x="989461" y="1334034"/>
                  </a:lnTo>
                  <a:lnTo>
                    <a:pt x="989447" y="1334037"/>
                  </a:lnTo>
                  <a:lnTo>
                    <a:pt x="989439" y="1334039"/>
                  </a:lnTo>
                  <a:lnTo>
                    <a:pt x="989432" y="1334043"/>
                  </a:lnTo>
                  <a:lnTo>
                    <a:pt x="989418" y="1334053"/>
                  </a:lnTo>
                  <a:lnTo>
                    <a:pt x="989405" y="1334067"/>
                  </a:lnTo>
                  <a:lnTo>
                    <a:pt x="989393" y="1334079"/>
                  </a:lnTo>
                  <a:lnTo>
                    <a:pt x="989379" y="1334085"/>
                  </a:lnTo>
                  <a:lnTo>
                    <a:pt x="989369" y="1334086"/>
                  </a:lnTo>
                  <a:lnTo>
                    <a:pt x="989363" y="1334084"/>
                  </a:lnTo>
                  <a:lnTo>
                    <a:pt x="989349" y="1334078"/>
                  </a:lnTo>
                  <a:lnTo>
                    <a:pt x="989341" y="1334076"/>
                  </a:lnTo>
                  <a:lnTo>
                    <a:pt x="989334" y="1334078"/>
                  </a:lnTo>
                  <a:lnTo>
                    <a:pt x="989320" y="1334083"/>
                  </a:lnTo>
                  <a:lnTo>
                    <a:pt x="989313" y="1334083"/>
                  </a:lnTo>
                  <a:lnTo>
                    <a:pt x="989307" y="1334080"/>
                  </a:lnTo>
                  <a:lnTo>
                    <a:pt x="989291" y="1334069"/>
                  </a:lnTo>
                  <a:lnTo>
                    <a:pt x="989276" y="1334062"/>
                  </a:lnTo>
                  <a:lnTo>
                    <a:pt x="989270" y="1334063"/>
                  </a:lnTo>
                  <a:lnTo>
                    <a:pt x="989263" y="1334066"/>
                  </a:lnTo>
                  <a:lnTo>
                    <a:pt x="989248" y="1334075"/>
                  </a:lnTo>
                  <a:lnTo>
                    <a:pt x="989234" y="1334084"/>
                  </a:lnTo>
                  <a:lnTo>
                    <a:pt x="989221" y="1334094"/>
                  </a:lnTo>
                  <a:lnTo>
                    <a:pt x="989215" y="1334098"/>
                  </a:lnTo>
                  <a:lnTo>
                    <a:pt x="989205" y="1334102"/>
                  </a:lnTo>
                  <a:lnTo>
                    <a:pt x="989191" y="1334105"/>
                  </a:lnTo>
                  <a:lnTo>
                    <a:pt x="989176" y="1334111"/>
                  </a:lnTo>
                  <a:lnTo>
                    <a:pt x="989172" y="1334113"/>
                  </a:lnTo>
                  <a:lnTo>
                    <a:pt x="989162" y="1334121"/>
                  </a:lnTo>
                  <a:lnTo>
                    <a:pt x="989148" y="1334132"/>
                  </a:lnTo>
                  <a:lnTo>
                    <a:pt x="989134" y="1334145"/>
                  </a:lnTo>
                  <a:lnTo>
                    <a:pt x="989127" y="1334151"/>
                  </a:lnTo>
                  <a:lnTo>
                    <a:pt x="989120" y="1334154"/>
                  </a:lnTo>
                  <a:lnTo>
                    <a:pt x="989114" y="1334157"/>
                  </a:lnTo>
                  <a:lnTo>
                    <a:pt x="989106" y="1334158"/>
                  </a:lnTo>
                  <a:lnTo>
                    <a:pt x="989091" y="1334160"/>
                  </a:lnTo>
                  <a:lnTo>
                    <a:pt x="989077" y="1334162"/>
                  </a:lnTo>
                  <a:lnTo>
                    <a:pt x="989064" y="1334165"/>
                  </a:lnTo>
                  <a:lnTo>
                    <a:pt x="989057" y="1334172"/>
                  </a:lnTo>
                  <a:lnTo>
                    <a:pt x="989057" y="1334180"/>
                  </a:lnTo>
                  <a:lnTo>
                    <a:pt x="989063" y="1334195"/>
                  </a:lnTo>
                  <a:lnTo>
                    <a:pt x="989066" y="1334205"/>
                  </a:lnTo>
                  <a:lnTo>
                    <a:pt x="989062" y="1334210"/>
                  </a:lnTo>
                  <a:lnTo>
                    <a:pt x="989051" y="1334214"/>
                  </a:lnTo>
                  <a:lnTo>
                    <a:pt x="989047" y="1334214"/>
                  </a:lnTo>
                  <a:lnTo>
                    <a:pt x="989033" y="1334216"/>
                  </a:lnTo>
                  <a:lnTo>
                    <a:pt x="989028" y="1334219"/>
                  </a:lnTo>
                  <a:lnTo>
                    <a:pt x="989020" y="1334220"/>
                  </a:lnTo>
                  <a:lnTo>
                    <a:pt x="989006" y="1334227"/>
                  </a:lnTo>
                  <a:lnTo>
                    <a:pt x="988991" y="1334241"/>
                  </a:lnTo>
                  <a:lnTo>
                    <a:pt x="988978" y="1334256"/>
                  </a:lnTo>
                  <a:lnTo>
                    <a:pt x="988967" y="1334271"/>
                  </a:lnTo>
                  <a:lnTo>
                    <a:pt x="988953" y="1334286"/>
                  </a:lnTo>
                  <a:lnTo>
                    <a:pt x="988942" y="1334299"/>
                  </a:lnTo>
                  <a:lnTo>
                    <a:pt x="988928" y="1334308"/>
                  </a:lnTo>
                  <a:lnTo>
                    <a:pt x="988920" y="1334314"/>
                  </a:lnTo>
                  <a:lnTo>
                    <a:pt x="988913" y="1334314"/>
                  </a:lnTo>
                  <a:lnTo>
                    <a:pt x="988901" y="1334299"/>
                  </a:lnTo>
                  <a:lnTo>
                    <a:pt x="988889" y="1334285"/>
                  </a:lnTo>
                  <a:lnTo>
                    <a:pt x="988882" y="1334278"/>
                  </a:lnTo>
                  <a:lnTo>
                    <a:pt x="988875" y="1334275"/>
                  </a:lnTo>
                  <a:lnTo>
                    <a:pt x="988866" y="1334272"/>
                  </a:lnTo>
                  <a:lnTo>
                    <a:pt x="988861" y="1334272"/>
                  </a:lnTo>
                  <a:lnTo>
                    <a:pt x="988846" y="1334267"/>
                  </a:lnTo>
                  <a:lnTo>
                    <a:pt x="988832" y="1334264"/>
                  </a:lnTo>
                  <a:lnTo>
                    <a:pt x="988818" y="1334263"/>
                  </a:lnTo>
                  <a:lnTo>
                    <a:pt x="988803" y="1334266"/>
                  </a:lnTo>
                  <a:lnTo>
                    <a:pt x="988789" y="1334272"/>
                  </a:lnTo>
                  <a:lnTo>
                    <a:pt x="988774" y="1334277"/>
                  </a:lnTo>
                  <a:lnTo>
                    <a:pt x="988760" y="1334282"/>
                  </a:lnTo>
                  <a:lnTo>
                    <a:pt x="988746" y="1334287"/>
                  </a:lnTo>
                  <a:lnTo>
                    <a:pt x="988731" y="1334293"/>
                  </a:lnTo>
                  <a:lnTo>
                    <a:pt x="988717" y="1334298"/>
                  </a:lnTo>
                  <a:lnTo>
                    <a:pt x="988708" y="1334300"/>
                  </a:lnTo>
                  <a:lnTo>
                    <a:pt x="988703" y="1334299"/>
                  </a:lnTo>
                  <a:lnTo>
                    <a:pt x="988689" y="1334298"/>
                  </a:lnTo>
                  <a:lnTo>
                    <a:pt x="988683" y="1334298"/>
                  </a:lnTo>
                  <a:lnTo>
                    <a:pt x="988674" y="1334295"/>
                  </a:lnTo>
                  <a:lnTo>
                    <a:pt x="988669" y="1334293"/>
                  </a:lnTo>
                  <a:lnTo>
                    <a:pt x="988660" y="1334287"/>
                  </a:lnTo>
                  <a:lnTo>
                    <a:pt x="988651" y="1334277"/>
                  </a:lnTo>
                  <a:lnTo>
                    <a:pt x="988649" y="1334272"/>
                  </a:lnTo>
                  <a:lnTo>
                    <a:pt x="988641" y="1334257"/>
                  </a:lnTo>
                  <a:lnTo>
                    <a:pt x="988630" y="1334242"/>
                  </a:lnTo>
                  <a:lnTo>
                    <a:pt x="988619" y="1334228"/>
                  </a:lnTo>
                  <a:lnTo>
                    <a:pt x="988613" y="1334221"/>
                  </a:lnTo>
                  <a:lnTo>
                    <a:pt x="988605" y="1334215"/>
                  </a:lnTo>
                  <a:lnTo>
                    <a:pt x="988598" y="1334209"/>
                  </a:lnTo>
                  <a:lnTo>
                    <a:pt x="988591" y="1334206"/>
                  </a:lnTo>
                  <a:lnTo>
                    <a:pt x="988583" y="1334205"/>
                  </a:lnTo>
                  <a:lnTo>
                    <a:pt x="988577" y="1334202"/>
                  </a:lnTo>
                  <a:lnTo>
                    <a:pt x="988562" y="1334196"/>
                  </a:lnTo>
                  <a:lnTo>
                    <a:pt x="988546" y="1334190"/>
                  </a:lnTo>
                  <a:lnTo>
                    <a:pt x="988533" y="1334184"/>
                  </a:lnTo>
                  <a:lnTo>
                    <a:pt x="988519" y="1334180"/>
                  </a:lnTo>
                  <a:lnTo>
                    <a:pt x="988505" y="1334178"/>
                  </a:lnTo>
                  <a:lnTo>
                    <a:pt x="988492" y="1334175"/>
                  </a:lnTo>
                  <a:lnTo>
                    <a:pt x="988476" y="1334168"/>
                  </a:lnTo>
                  <a:lnTo>
                    <a:pt x="988462" y="1334159"/>
                  </a:lnTo>
                  <a:lnTo>
                    <a:pt x="988452" y="1334151"/>
                  </a:lnTo>
                  <a:lnTo>
                    <a:pt x="988449" y="1334145"/>
                  </a:lnTo>
                  <a:lnTo>
                    <a:pt x="988445" y="1334130"/>
                  </a:lnTo>
                  <a:lnTo>
                    <a:pt x="988442" y="1334115"/>
                  </a:lnTo>
                  <a:lnTo>
                    <a:pt x="988439" y="1334100"/>
                  </a:lnTo>
                  <a:lnTo>
                    <a:pt x="988435" y="1334089"/>
                  </a:lnTo>
                  <a:lnTo>
                    <a:pt x="988432" y="1334085"/>
                  </a:lnTo>
                  <a:lnTo>
                    <a:pt x="988428" y="1334081"/>
                  </a:lnTo>
                  <a:lnTo>
                    <a:pt x="988421" y="1334083"/>
                  </a:lnTo>
                  <a:lnTo>
                    <a:pt x="988416" y="1334092"/>
                  </a:lnTo>
                  <a:lnTo>
                    <a:pt x="988415" y="1334099"/>
                  </a:lnTo>
                  <a:lnTo>
                    <a:pt x="988414" y="1334114"/>
                  </a:lnTo>
                  <a:lnTo>
                    <a:pt x="988409" y="1334129"/>
                  </a:lnTo>
                  <a:lnTo>
                    <a:pt x="988405" y="1334144"/>
                  </a:lnTo>
                  <a:lnTo>
                    <a:pt x="988402" y="1334153"/>
                  </a:lnTo>
                  <a:lnTo>
                    <a:pt x="988402" y="1334159"/>
                  </a:lnTo>
                  <a:lnTo>
                    <a:pt x="988398" y="1334175"/>
                  </a:lnTo>
                  <a:lnTo>
                    <a:pt x="988394" y="1334188"/>
                  </a:lnTo>
                  <a:lnTo>
                    <a:pt x="988389" y="1334205"/>
                  </a:lnTo>
                  <a:lnTo>
                    <a:pt x="988386" y="1334213"/>
                  </a:lnTo>
                  <a:lnTo>
                    <a:pt x="988382" y="1334220"/>
                  </a:lnTo>
                  <a:lnTo>
                    <a:pt x="988372" y="1334235"/>
                  </a:lnTo>
                  <a:lnTo>
                    <a:pt x="988365" y="1334245"/>
                  </a:lnTo>
                  <a:lnTo>
                    <a:pt x="988360" y="1334249"/>
                  </a:lnTo>
                  <a:lnTo>
                    <a:pt x="988347" y="1334260"/>
                  </a:lnTo>
                  <a:lnTo>
                    <a:pt x="988331" y="1334272"/>
                  </a:lnTo>
                  <a:lnTo>
                    <a:pt x="988319" y="1334285"/>
                  </a:lnTo>
                  <a:lnTo>
                    <a:pt x="988315" y="1334292"/>
                  </a:lnTo>
                  <a:lnTo>
                    <a:pt x="988313" y="1334300"/>
                  </a:lnTo>
                  <a:lnTo>
                    <a:pt x="988319" y="1334312"/>
                  </a:lnTo>
                  <a:lnTo>
                    <a:pt x="988322" y="1334315"/>
                  </a:lnTo>
                  <a:lnTo>
                    <a:pt x="988331" y="1334330"/>
                  </a:lnTo>
                  <a:lnTo>
                    <a:pt x="988340" y="1334345"/>
                  </a:lnTo>
                  <a:lnTo>
                    <a:pt x="988347" y="1334360"/>
                  </a:lnTo>
                  <a:lnTo>
                    <a:pt x="988351" y="1334375"/>
                  </a:lnTo>
                  <a:lnTo>
                    <a:pt x="988356" y="1334391"/>
                  </a:lnTo>
                  <a:lnTo>
                    <a:pt x="988363" y="1334406"/>
                  </a:lnTo>
                  <a:lnTo>
                    <a:pt x="988371" y="1334421"/>
                  </a:lnTo>
                  <a:lnTo>
                    <a:pt x="988379" y="1334436"/>
                  </a:lnTo>
                  <a:lnTo>
                    <a:pt x="988381" y="1334443"/>
                  </a:lnTo>
                  <a:lnTo>
                    <a:pt x="988381" y="1334453"/>
                  </a:lnTo>
                  <a:lnTo>
                    <a:pt x="988378" y="1334462"/>
                  </a:lnTo>
                  <a:lnTo>
                    <a:pt x="988375" y="1334466"/>
                  </a:lnTo>
                  <a:lnTo>
                    <a:pt x="988369" y="1334472"/>
                  </a:lnTo>
                  <a:lnTo>
                    <a:pt x="988363" y="1334478"/>
                  </a:lnTo>
                  <a:lnTo>
                    <a:pt x="988349" y="1334489"/>
                  </a:lnTo>
                  <a:lnTo>
                    <a:pt x="988336" y="1334502"/>
                  </a:lnTo>
                  <a:lnTo>
                    <a:pt x="988327" y="1334517"/>
                  </a:lnTo>
                  <a:lnTo>
                    <a:pt x="988326" y="1334532"/>
                  </a:lnTo>
                  <a:lnTo>
                    <a:pt x="988330" y="1334547"/>
                  </a:lnTo>
                  <a:lnTo>
                    <a:pt x="988341" y="1334562"/>
                  </a:lnTo>
                  <a:lnTo>
                    <a:pt x="988354" y="1334575"/>
                  </a:lnTo>
                  <a:lnTo>
                    <a:pt x="988367" y="1334583"/>
                  </a:lnTo>
                  <a:lnTo>
                    <a:pt x="988383" y="1334588"/>
                  </a:lnTo>
                  <a:lnTo>
                    <a:pt x="988391" y="1334594"/>
                  </a:lnTo>
                  <a:lnTo>
                    <a:pt x="988394" y="1334599"/>
                  </a:lnTo>
                  <a:lnTo>
                    <a:pt x="988391" y="1334607"/>
                  </a:lnTo>
                  <a:lnTo>
                    <a:pt x="988388" y="1334611"/>
                  </a:lnTo>
                  <a:lnTo>
                    <a:pt x="988384" y="1334616"/>
                  </a:lnTo>
                  <a:lnTo>
                    <a:pt x="988370" y="1334628"/>
                  </a:lnTo>
                  <a:lnTo>
                    <a:pt x="988355" y="1334641"/>
                  </a:lnTo>
                  <a:lnTo>
                    <a:pt x="988342" y="1334655"/>
                  </a:lnTo>
                  <a:lnTo>
                    <a:pt x="988332" y="1334663"/>
                  </a:lnTo>
                  <a:lnTo>
                    <a:pt x="988327" y="1334665"/>
                  </a:lnTo>
                  <a:lnTo>
                    <a:pt x="988313" y="1334673"/>
                  </a:lnTo>
                  <a:lnTo>
                    <a:pt x="988304" y="1334676"/>
                  </a:lnTo>
                  <a:lnTo>
                    <a:pt x="988299" y="1334676"/>
                  </a:lnTo>
                  <a:lnTo>
                    <a:pt x="988284" y="1334674"/>
                  </a:lnTo>
                  <a:lnTo>
                    <a:pt x="988270" y="1334670"/>
                  </a:lnTo>
                  <a:lnTo>
                    <a:pt x="988254" y="1334667"/>
                  </a:lnTo>
                  <a:lnTo>
                    <a:pt x="988242" y="1334663"/>
                  </a:lnTo>
                  <a:lnTo>
                    <a:pt x="988227" y="1334658"/>
                  </a:lnTo>
                  <a:lnTo>
                    <a:pt x="988220" y="1334656"/>
                  </a:lnTo>
                  <a:lnTo>
                    <a:pt x="988212" y="1334656"/>
                  </a:lnTo>
                  <a:lnTo>
                    <a:pt x="988198" y="1334656"/>
                  </a:lnTo>
                  <a:lnTo>
                    <a:pt x="988190" y="1334657"/>
                  </a:lnTo>
                  <a:lnTo>
                    <a:pt x="988184" y="1334656"/>
                  </a:lnTo>
                  <a:lnTo>
                    <a:pt x="988170" y="1334655"/>
                  </a:lnTo>
                  <a:lnTo>
                    <a:pt x="988164" y="1334655"/>
                  </a:lnTo>
                  <a:lnTo>
                    <a:pt x="988155" y="1334652"/>
                  </a:lnTo>
                  <a:lnTo>
                    <a:pt x="988141" y="1334648"/>
                  </a:lnTo>
                  <a:lnTo>
                    <a:pt x="988127" y="1334646"/>
                  </a:lnTo>
                  <a:lnTo>
                    <a:pt x="988112" y="1334648"/>
                  </a:lnTo>
                  <a:lnTo>
                    <a:pt x="988099" y="1334652"/>
                  </a:lnTo>
                  <a:lnTo>
                    <a:pt x="988090" y="1334655"/>
                  </a:lnTo>
                  <a:lnTo>
                    <a:pt x="988082" y="1334660"/>
                  </a:lnTo>
                  <a:lnTo>
                    <a:pt x="988069" y="1334668"/>
                  </a:lnTo>
                  <a:lnTo>
                    <a:pt x="988055" y="1334670"/>
                  </a:lnTo>
                  <a:lnTo>
                    <a:pt x="988045" y="1334669"/>
                  </a:lnTo>
                  <a:lnTo>
                    <a:pt x="988040" y="1334668"/>
                  </a:lnTo>
                  <a:lnTo>
                    <a:pt x="988026" y="1334668"/>
                  </a:lnTo>
                  <a:lnTo>
                    <a:pt x="988012" y="1334668"/>
                  </a:lnTo>
                  <a:lnTo>
                    <a:pt x="987998" y="1334669"/>
                  </a:lnTo>
                  <a:lnTo>
                    <a:pt x="987983" y="1334672"/>
                  </a:lnTo>
                  <a:lnTo>
                    <a:pt x="987974" y="1334676"/>
                  </a:lnTo>
                  <a:lnTo>
                    <a:pt x="987969" y="1334681"/>
                  </a:lnTo>
                  <a:lnTo>
                    <a:pt x="987955" y="1334691"/>
                  </a:lnTo>
                  <a:lnTo>
                    <a:pt x="987948" y="1334693"/>
                  </a:lnTo>
                  <a:lnTo>
                    <a:pt x="987940" y="1334693"/>
                  </a:lnTo>
                  <a:lnTo>
                    <a:pt x="987931" y="1334691"/>
                  </a:lnTo>
                  <a:lnTo>
                    <a:pt x="987927" y="1334689"/>
                  </a:lnTo>
                  <a:lnTo>
                    <a:pt x="987911" y="1334676"/>
                  </a:lnTo>
                  <a:lnTo>
                    <a:pt x="987900" y="1334661"/>
                  </a:lnTo>
                  <a:lnTo>
                    <a:pt x="987895" y="1334646"/>
                  </a:lnTo>
                  <a:lnTo>
                    <a:pt x="987891" y="1334632"/>
                  </a:lnTo>
                  <a:lnTo>
                    <a:pt x="987886" y="1334616"/>
                  </a:lnTo>
                  <a:lnTo>
                    <a:pt x="987880" y="1334601"/>
                  </a:lnTo>
                  <a:lnTo>
                    <a:pt x="987874" y="1334586"/>
                  </a:lnTo>
                  <a:lnTo>
                    <a:pt x="987863" y="1334571"/>
                  </a:lnTo>
                  <a:lnTo>
                    <a:pt x="987851" y="1334557"/>
                  </a:lnTo>
                  <a:lnTo>
                    <a:pt x="987839" y="1334542"/>
                  </a:lnTo>
                  <a:lnTo>
                    <a:pt x="987828" y="1334530"/>
                  </a:lnTo>
                  <a:lnTo>
                    <a:pt x="987821" y="1334515"/>
                  </a:lnTo>
                  <a:lnTo>
                    <a:pt x="987818" y="1334497"/>
                  </a:lnTo>
                  <a:lnTo>
                    <a:pt x="987819" y="1334491"/>
                  </a:lnTo>
                  <a:lnTo>
                    <a:pt x="987818" y="1334482"/>
                  </a:lnTo>
                  <a:lnTo>
                    <a:pt x="987814" y="1334467"/>
                  </a:lnTo>
                  <a:lnTo>
                    <a:pt x="987811" y="1334458"/>
                  </a:lnTo>
                  <a:lnTo>
                    <a:pt x="987807" y="1334452"/>
                  </a:lnTo>
                  <a:lnTo>
                    <a:pt x="987796" y="1334440"/>
                  </a:lnTo>
                  <a:lnTo>
                    <a:pt x="987790" y="1334434"/>
                  </a:lnTo>
                  <a:lnTo>
                    <a:pt x="987782" y="1334429"/>
                  </a:lnTo>
                  <a:lnTo>
                    <a:pt x="987774" y="1334421"/>
                  </a:lnTo>
                  <a:lnTo>
                    <a:pt x="987770" y="1334415"/>
                  </a:lnTo>
                  <a:lnTo>
                    <a:pt x="987764" y="1334401"/>
                  </a:lnTo>
                  <a:lnTo>
                    <a:pt x="987762" y="1334386"/>
                  </a:lnTo>
                  <a:lnTo>
                    <a:pt x="987757" y="1334371"/>
                  </a:lnTo>
                  <a:lnTo>
                    <a:pt x="987754" y="1334365"/>
                  </a:lnTo>
                  <a:lnTo>
                    <a:pt x="987749" y="1334361"/>
                  </a:lnTo>
                  <a:lnTo>
                    <a:pt x="987745" y="1334359"/>
                  </a:lnTo>
                  <a:lnTo>
                    <a:pt x="987731" y="1334355"/>
                  </a:lnTo>
                  <a:lnTo>
                    <a:pt x="987716" y="1334352"/>
                  </a:lnTo>
                  <a:lnTo>
                    <a:pt x="987702" y="1334347"/>
                  </a:lnTo>
                  <a:lnTo>
                    <a:pt x="987693" y="1334339"/>
                  </a:lnTo>
                  <a:lnTo>
                    <a:pt x="987691" y="1334334"/>
                  </a:lnTo>
                  <a:lnTo>
                    <a:pt x="987682" y="1334319"/>
                  </a:lnTo>
                  <a:lnTo>
                    <a:pt x="987674" y="1334303"/>
                  </a:lnTo>
                  <a:lnTo>
                    <a:pt x="987669" y="1334288"/>
                  </a:lnTo>
                  <a:lnTo>
                    <a:pt x="987661" y="1334273"/>
                  </a:lnTo>
                  <a:lnTo>
                    <a:pt x="987652" y="1334258"/>
                  </a:lnTo>
                  <a:lnTo>
                    <a:pt x="987644" y="1334247"/>
                  </a:lnTo>
                  <a:lnTo>
                    <a:pt x="987640" y="1334244"/>
                  </a:lnTo>
                  <a:lnTo>
                    <a:pt x="987629" y="1334229"/>
                  </a:lnTo>
                  <a:lnTo>
                    <a:pt x="987624" y="1334223"/>
                  </a:lnTo>
                  <a:lnTo>
                    <a:pt x="987617" y="1334216"/>
                  </a:lnTo>
                  <a:lnTo>
                    <a:pt x="987604" y="1334203"/>
                  </a:lnTo>
                  <a:lnTo>
                    <a:pt x="987590" y="1334190"/>
                  </a:lnTo>
                  <a:lnTo>
                    <a:pt x="987576" y="1334176"/>
                  </a:lnTo>
                  <a:lnTo>
                    <a:pt x="987566" y="1334161"/>
                  </a:lnTo>
                  <a:lnTo>
                    <a:pt x="987557" y="1334146"/>
                  </a:lnTo>
                  <a:lnTo>
                    <a:pt x="987552" y="1334138"/>
                  </a:lnTo>
                  <a:lnTo>
                    <a:pt x="987546" y="1334132"/>
                  </a:lnTo>
                  <a:lnTo>
                    <a:pt x="987533" y="1334128"/>
                  </a:lnTo>
                  <a:lnTo>
                    <a:pt x="987518" y="1334132"/>
                  </a:lnTo>
                  <a:lnTo>
                    <a:pt x="987503" y="1334137"/>
                  </a:lnTo>
                  <a:lnTo>
                    <a:pt x="987489" y="1334141"/>
                  </a:lnTo>
                  <a:lnTo>
                    <a:pt x="987475" y="1334142"/>
                  </a:lnTo>
                  <a:lnTo>
                    <a:pt x="987460" y="1334141"/>
                  </a:lnTo>
                  <a:lnTo>
                    <a:pt x="987446" y="1334136"/>
                  </a:lnTo>
                  <a:lnTo>
                    <a:pt x="987430" y="1334131"/>
                  </a:lnTo>
                  <a:lnTo>
                    <a:pt x="987417" y="1334128"/>
                  </a:lnTo>
                  <a:lnTo>
                    <a:pt x="987403" y="1334125"/>
                  </a:lnTo>
                  <a:lnTo>
                    <a:pt x="987388" y="1334124"/>
                  </a:lnTo>
                  <a:lnTo>
                    <a:pt x="987374" y="1334125"/>
                  </a:lnTo>
                  <a:lnTo>
                    <a:pt x="987360" y="1334124"/>
                  </a:lnTo>
                  <a:lnTo>
                    <a:pt x="987345" y="1334124"/>
                  </a:lnTo>
                  <a:lnTo>
                    <a:pt x="987331" y="1334123"/>
                  </a:lnTo>
                  <a:lnTo>
                    <a:pt x="987317" y="1334122"/>
                  </a:lnTo>
                  <a:lnTo>
                    <a:pt x="987302" y="1334120"/>
                  </a:lnTo>
                  <a:lnTo>
                    <a:pt x="987288" y="1334120"/>
                  </a:lnTo>
                  <a:lnTo>
                    <a:pt x="987273" y="1334117"/>
                  </a:lnTo>
                  <a:lnTo>
                    <a:pt x="987259" y="1334115"/>
                  </a:lnTo>
                  <a:lnTo>
                    <a:pt x="987245" y="1334109"/>
                  </a:lnTo>
                  <a:lnTo>
                    <a:pt x="987234" y="1334098"/>
                  </a:lnTo>
                  <a:lnTo>
                    <a:pt x="987229" y="1334089"/>
                  </a:lnTo>
                  <a:lnTo>
                    <a:pt x="987228" y="1334081"/>
                  </a:lnTo>
                  <a:lnTo>
                    <a:pt x="987219" y="1334068"/>
                  </a:lnTo>
                  <a:lnTo>
                    <a:pt x="987206" y="1334063"/>
                  </a:lnTo>
                  <a:lnTo>
                    <a:pt x="987203" y="1334060"/>
                  </a:lnTo>
                  <a:lnTo>
                    <a:pt x="987188" y="1334054"/>
                  </a:lnTo>
                  <a:lnTo>
                    <a:pt x="987174" y="1334047"/>
                  </a:lnTo>
                  <a:lnTo>
                    <a:pt x="987160" y="1334041"/>
                  </a:lnTo>
                  <a:lnTo>
                    <a:pt x="987145" y="1334036"/>
                  </a:lnTo>
                  <a:lnTo>
                    <a:pt x="987142" y="1334033"/>
                  </a:lnTo>
                  <a:lnTo>
                    <a:pt x="987131" y="1334029"/>
                  </a:lnTo>
                  <a:lnTo>
                    <a:pt x="987117" y="1334025"/>
                  </a:lnTo>
                  <a:lnTo>
                    <a:pt x="987103" y="1334020"/>
                  </a:lnTo>
                  <a:lnTo>
                    <a:pt x="987088" y="1334015"/>
                  </a:lnTo>
                  <a:lnTo>
                    <a:pt x="987074" y="1334012"/>
                  </a:lnTo>
                  <a:lnTo>
                    <a:pt x="987059" y="1334011"/>
                  </a:lnTo>
                  <a:lnTo>
                    <a:pt x="987045" y="1334006"/>
                  </a:lnTo>
                  <a:lnTo>
                    <a:pt x="987035" y="1334004"/>
                  </a:lnTo>
                  <a:lnTo>
                    <a:pt x="987031" y="1334001"/>
                  </a:lnTo>
                  <a:lnTo>
                    <a:pt x="987024" y="1333999"/>
                  </a:lnTo>
                  <a:lnTo>
                    <a:pt x="987016" y="1333994"/>
                  </a:lnTo>
                  <a:lnTo>
                    <a:pt x="987002" y="1333984"/>
                  </a:lnTo>
                  <a:lnTo>
                    <a:pt x="986988" y="1333974"/>
                  </a:lnTo>
                  <a:lnTo>
                    <a:pt x="986973" y="1333964"/>
                  </a:lnTo>
                  <a:lnTo>
                    <a:pt x="986959" y="1333955"/>
                  </a:lnTo>
                  <a:lnTo>
                    <a:pt x="986944" y="1333949"/>
                  </a:lnTo>
                  <a:lnTo>
                    <a:pt x="986930" y="1333943"/>
                  </a:lnTo>
                  <a:lnTo>
                    <a:pt x="986920" y="1333940"/>
                  </a:lnTo>
                  <a:lnTo>
                    <a:pt x="986916" y="1333936"/>
                  </a:lnTo>
                  <a:lnTo>
                    <a:pt x="986901" y="1333928"/>
                  </a:lnTo>
                  <a:lnTo>
                    <a:pt x="986887" y="1333917"/>
                  </a:lnTo>
                  <a:lnTo>
                    <a:pt x="986874" y="1333904"/>
                  </a:lnTo>
                  <a:lnTo>
                    <a:pt x="986859" y="1333892"/>
                  </a:lnTo>
                  <a:lnTo>
                    <a:pt x="986846" y="1333885"/>
                  </a:lnTo>
                  <a:lnTo>
                    <a:pt x="986831" y="1333879"/>
                  </a:lnTo>
                  <a:lnTo>
                    <a:pt x="986824" y="1333875"/>
                  </a:lnTo>
                  <a:lnTo>
                    <a:pt x="986816" y="1333873"/>
                  </a:lnTo>
                  <a:lnTo>
                    <a:pt x="986802" y="1333867"/>
                  </a:lnTo>
                  <a:lnTo>
                    <a:pt x="986788" y="1333861"/>
                  </a:lnTo>
                  <a:lnTo>
                    <a:pt x="986783" y="1333858"/>
                  </a:lnTo>
                  <a:lnTo>
                    <a:pt x="986773" y="1333856"/>
                  </a:lnTo>
                  <a:lnTo>
                    <a:pt x="986759" y="1333851"/>
                  </a:lnTo>
                  <a:lnTo>
                    <a:pt x="986745" y="1333845"/>
                  </a:lnTo>
                  <a:lnTo>
                    <a:pt x="986738" y="1333842"/>
                  </a:lnTo>
                  <a:lnTo>
                    <a:pt x="986730" y="1333841"/>
                  </a:lnTo>
                  <a:lnTo>
                    <a:pt x="986720" y="1333837"/>
                  </a:lnTo>
                  <a:lnTo>
                    <a:pt x="986716" y="1333837"/>
                  </a:lnTo>
                  <a:lnTo>
                    <a:pt x="986701" y="1333832"/>
                  </a:lnTo>
                  <a:lnTo>
                    <a:pt x="986687" y="1333827"/>
                  </a:lnTo>
                  <a:lnTo>
                    <a:pt x="986673" y="1333825"/>
                  </a:lnTo>
                  <a:lnTo>
                    <a:pt x="986659" y="1333821"/>
                  </a:lnTo>
                  <a:lnTo>
                    <a:pt x="986652" y="1333819"/>
                  </a:lnTo>
                  <a:lnTo>
                    <a:pt x="986644" y="1333814"/>
                  </a:lnTo>
                  <a:lnTo>
                    <a:pt x="986630" y="1333804"/>
                  </a:lnTo>
                  <a:lnTo>
                    <a:pt x="986589" y="1333781"/>
                  </a:lnTo>
                  <a:lnTo>
                    <a:pt x="986574" y="1333776"/>
                  </a:lnTo>
                  <a:lnTo>
                    <a:pt x="986561" y="1333771"/>
                  </a:lnTo>
                  <a:lnTo>
                    <a:pt x="986553" y="1333768"/>
                  </a:lnTo>
                  <a:lnTo>
                    <a:pt x="986546" y="1333768"/>
                  </a:lnTo>
                  <a:lnTo>
                    <a:pt x="986531" y="1333768"/>
                  </a:lnTo>
                  <a:lnTo>
                    <a:pt x="986510" y="1333766"/>
                  </a:lnTo>
                  <a:lnTo>
                    <a:pt x="986504" y="1333764"/>
                  </a:lnTo>
                  <a:lnTo>
                    <a:pt x="986490" y="1333759"/>
                  </a:lnTo>
                  <a:lnTo>
                    <a:pt x="986476" y="1333753"/>
                  </a:lnTo>
                  <a:lnTo>
                    <a:pt x="986467" y="1333745"/>
                  </a:lnTo>
                  <a:lnTo>
                    <a:pt x="986460" y="1333738"/>
                  </a:lnTo>
                  <a:lnTo>
                    <a:pt x="986456" y="1333732"/>
                  </a:lnTo>
                  <a:lnTo>
                    <a:pt x="986446" y="1333717"/>
                  </a:lnTo>
                  <a:lnTo>
                    <a:pt x="986439" y="1333702"/>
                  </a:lnTo>
                  <a:lnTo>
                    <a:pt x="986427" y="1333688"/>
                  </a:lnTo>
                  <a:lnTo>
                    <a:pt x="986413" y="1333675"/>
                  </a:lnTo>
                  <a:lnTo>
                    <a:pt x="986398" y="1333663"/>
                  </a:lnTo>
                  <a:lnTo>
                    <a:pt x="986384" y="1333652"/>
                  </a:lnTo>
                  <a:lnTo>
                    <a:pt x="986370" y="1333642"/>
                  </a:lnTo>
                  <a:lnTo>
                    <a:pt x="986355" y="1333629"/>
                  </a:lnTo>
                  <a:lnTo>
                    <a:pt x="986349" y="1333625"/>
                  </a:lnTo>
                  <a:lnTo>
                    <a:pt x="986342" y="1333622"/>
                  </a:lnTo>
                  <a:lnTo>
                    <a:pt x="986327" y="1333620"/>
                  </a:lnTo>
                  <a:lnTo>
                    <a:pt x="986313" y="1333617"/>
                  </a:lnTo>
                  <a:lnTo>
                    <a:pt x="986306" y="1333616"/>
                  </a:lnTo>
                  <a:lnTo>
                    <a:pt x="986299" y="1333613"/>
                  </a:lnTo>
                  <a:lnTo>
                    <a:pt x="986285" y="1333608"/>
                  </a:lnTo>
                  <a:lnTo>
                    <a:pt x="986270" y="1333603"/>
                  </a:lnTo>
                  <a:lnTo>
                    <a:pt x="986262" y="1333601"/>
                  </a:lnTo>
                  <a:lnTo>
                    <a:pt x="986256" y="1333597"/>
                  </a:lnTo>
                  <a:lnTo>
                    <a:pt x="986241" y="1333591"/>
                  </a:lnTo>
                  <a:lnTo>
                    <a:pt x="986227" y="1333584"/>
                  </a:lnTo>
                  <a:lnTo>
                    <a:pt x="986219" y="1333580"/>
                  </a:lnTo>
                  <a:lnTo>
                    <a:pt x="986211" y="1333578"/>
                  </a:lnTo>
                  <a:lnTo>
                    <a:pt x="986198" y="1333578"/>
                  </a:lnTo>
                  <a:lnTo>
                    <a:pt x="986184" y="1333578"/>
                  </a:lnTo>
                  <a:lnTo>
                    <a:pt x="986170" y="1333578"/>
                  </a:lnTo>
                  <a:lnTo>
                    <a:pt x="986154" y="1333572"/>
                  </a:lnTo>
                  <a:lnTo>
                    <a:pt x="986141" y="1333563"/>
                  </a:lnTo>
                  <a:lnTo>
                    <a:pt x="986129" y="1333548"/>
                  </a:lnTo>
                  <a:lnTo>
                    <a:pt x="986123" y="1333537"/>
                  </a:lnTo>
                  <a:lnTo>
                    <a:pt x="986119" y="1333533"/>
                  </a:lnTo>
                  <a:lnTo>
                    <a:pt x="986106" y="1333519"/>
                  </a:lnTo>
                  <a:lnTo>
                    <a:pt x="986092" y="1333506"/>
                  </a:lnTo>
                  <a:lnTo>
                    <a:pt x="986080" y="1333491"/>
                  </a:lnTo>
                  <a:lnTo>
                    <a:pt x="986073" y="1333485"/>
                  </a:lnTo>
                  <a:lnTo>
                    <a:pt x="986065" y="1333483"/>
                  </a:lnTo>
                  <a:lnTo>
                    <a:pt x="986053" y="1333486"/>
                  </a:lnTo>
                  <a:lnTo>
                    <a:pt x="986042" y="1333495"/>
                  </a:lnTo>
                  <a:lnTo>
                    <a:pt x="986037" y="1333497"/>
                  </a:lnTo>
                  <a:lnTo>
                    <a:pt x="986019" y="1333492"/>
                  </a:lnTo>
                  <a:lnTo>
                    <a:pt x="986016" y="1333489"/>
                  </a:lnTo>
                  <a:lnTo>
                    <a:pt x="986009" y="1333483"/>
                  </a:lnTo>
                  <a:lnTo>
                    <a:pt x="986003" y="1333475"/>
                  </a:lnTo>
                  <a:lnTo>
                    <a:pt x="985990" y="1333461"/>
                  </a:lnTo>
                  <a:lnTo>
                    <a:pt x="985979" y="1333447"/>
                  </a:lnTo>
                  <a:lnTo>
                    <a:pt x="985969" y="1333432"/>
                  </a:lnTo>
                  <a:lnTo>
                    <a:pt x="985959" y="1333417"/>
                  </a:lnTo>
                  <a:lnTo>
                    <a:pt x="985950" y="1333403"/>
                  </a:lnTo>
                  <a:lnTo>
                    <a:pt x="985940" y="1333388"/>
                  </a:lnTo>
                  <a:lnTo>
                    <a:pt x="985934" y="1333381"/>
                  </a:lnTo>
                  <a:lnTo>
                    <a:pt x="985927" y="1333375"/>
                  </a:lnTo>
                  <a:lnTo>
                    <a:pt x="985923" y="1333371"/>
                  </a:lnTo>
                  <a:lnTo>
                    <a:pt x="985913" y="1333367"/>
                  </a:lnTo>
                  <a:lnTo>
                    <a:pt x="985904" y="1333366"/>
                  </a:lnTo>
                  <a:lnTo>
                    <a:pt x="985899" y="1333369"/>
                  </a:lnTo>
                  <a:lnTo>
                    <a:pt x="985886" y="1333377"/>
                  </a:lnTo>
                  <a:lnTo>
                    <a:pt x="985878" y="1333379"/>
                  </a:lnTo>
                  <a:lnTo>
                    <a:pt x="985870" y="1333379"/>
                  </a:lnTo>
                  <a:lnTo>
                    <a:pt x="985856" y="1333375"/>
                  </a:lnTo>
                  <a:lnTo>
                    <a:pt x="985848" y="1333375"/>
                  </a:lnTo>
                  <a:lnTo>
                    <a:pt x="985842" y="1333371"/>
                  </a:lnTo>
                  <a:lnTo>
                    <a:pt x="985831" y="1333367"/>
                  </a:lnTo>
                  <a:lnTo>
                    <a:pt x="985827" y="1333364"/>
                  </a:lnTo>
                  <a:lnTo>
                    <a:pt x="985814" y="1333357"/>
                  </a:lnTo>
                  <a:lnTo>
                    <a:pt x="985805" y="1333349"/>
                  </a:lnTo>
                  <a:lnTo>
                    <a:pt x="985798" y="1333346"/>
                  </a:lnTo>
                  <a:lnTo>
                    <a:pt x="985784" y="1333334"/>
                  </a:lnTo>
                  <a:lnTo>
                    <a:pt x="985773" y="1333321"/>
                  </a:lnTo>
                  <a:lnTo>
                    <a:pt x="985759" y="1333312"/>
                  </a:lnTo>
                  <a:lnTo>
                    <a:pt x="985750" y="1333307"/>
                  </a:lnTo>
                  <a:lnTo>
                    <a:pt x="985742" y="1333301"/>
                  </a:lnTo>
                  <a:lnTo>
                    <a:pt x="985742" y="1333295"/>
                  </a:lnTo>
                  <a:lnTo>
                    <a:pt x="985743" y="1333287"/>
                  </a:lnTo>
                  <a:lnTo>
                    <a:pt x="985746" y="1333280"/>
                  </a:lnTo>
                  <a:lnTo>
                    <a:pt x="985745" y="1333272"/>
                  </a:lnTo>
                  <a:lnTo>
                    <a:pt x="985746" y="1333257"/>
                  </a:lnTo>
                  <a:lnTo>
                    <a:pt x="985749" y="1333243"/>
                  </a:lnTo>
                  <a:lnTo>
                    <a:pt x="985755" y="1333237"/>
                  </a:lnTo>
                  <a:lnTo>
                    <a:pt x="985763" y="1333235"/>
                  </a:lnTo>
                  <a:lnTo>
                    <a:pt x="985771" y="1333233"/>
                  </a:lnTo>
                  <a:lnTo>
                    <a:pt x="985776" y="1333227"/>
                  </a:lnTo>
                  <a:lnTo>
                    <a:pt x="985787" y="1333213"/>
                  </a:lnTo>
                  <a:lnTo>
                    <a:pt x="985801" y="1333199"/>
                  </a:lnTo>
                  <a:lnTo>
                    <a:pt x="985805" y="1333193"/>
                  </a:lnTo>
                  <a:lnTo>
                    <a:pt x="985806" y="1333185"/>
                  </a:lnTo>
                  <a:lnTo>
                    <a:pt x="985804" y="1333174"/>
                  </a:lnTo>
                  <a:lnTo>
                    <a:pt x="985801" y="1333168"/>
                  </a:lnTo>
                  <a:lnTo>
                    <a:pt x="985792" y="1333153"/>
                  </a:lnTo>
                  <a:lnTo>
                    <a:pt x="985783" y="1333138"/>
                  </a:lnTo>
                  <a:lnTo>
                    <a:pt x="985778" y="1333123"/>
                  </a:lnTo>
                  <a:lnTo>
                    <a:pt x="985780" y="1333108"/>
                  </a:lnTo>
                  <a:lnTo>
                    <a:pt x="985782" y="1333095"/>
                  </a:lnTo>
                  <a:lnTo>
                    <a:pt x="985792" y="1333078"/>
                  </a:lnTo>
                  <a:lnTo>
                    <a:pt x="985800" y="1333063"/>
                  </a:lnTo>
                  <a:lnTo>
                    <a:pt x="985805" y="1333048"/>
                  </a:lnTo>
                  <a:lnTo>
                    <a:pt x="985811" y="1333033"/>
                  </a:lnTo>
                  <a:lnTo>
                    <a:pt x="985819" y="1333018"/>
                  </a:lnTo>
                  <a:lnTo>
                    <a:pt x="985824" y="1333008"/>
                  </a:lnTo>
                  <a:lnTo>
                    <a:pt x="985829" y="1333003"/>
                  </a:lnTo>
                  <a:lnTo>
                    <a:pt x="985839" y="1332988"/>
                  </a:lnTo>
                  <a:lnTo>
                    <a:pt x="985845" y="1332973"/>
                  </a:lnTo>
                  <a:lnTo>
                    <a:pt x="985852" y="1332958"/>
                  </a:lnTo>
                  <a:lnTo>
                    <a:pt x="985857" y="1332943"/>
                  </a:lnTo>
                  <a:lnTo>
                    <a:pt x="985863" y="1332928"/>
                  </a:lnTo>
                  <a:lnTo>
                    <a:pt x="985863" y="1332912"/>
                  </a:lnTo>
                  <a:lnTo>
                    <a:pt x="985858" y="1332897"/>
                  </a:lnTo>
                  <a:lnTo>
                    <a:pt x="985850" y="1332882"/>
                  </a:lnTo>
                  <a:lnTo>
                    <a:pt x="985842" y="1332867"/>
                  </a:lnTo>
                  <a:lnTo>
                    <a:pt x="985835" y="1332852"/>
                  </a:lnTo>
                  <a:lnTo>
                    <a:pt x="985828" y="1332837"/>
                  </a:lnTo>
                  <a:lnTo>
                    <a:pt x="985821" y="1332822"/>
                  </a:lnTo>
                  <a:lnTo>
                    <a:pt x="985818" y="1332809"/>
                  </a:lnTo>
                  <a:lnTo>
                    <a:pt x="985817" y="1332800"/>
                  </a:lnTo>
                  <a:lnTo>
                    <a:pt x="985819" y="1332790"/>
                  </a:lnTo>
                  <a:lnTo>
                    <a:pt x="985824" y="1332777"/>
                  </a:lnTo>
                  <a:lnTo>
                    <a:pt x="985828" y="1332770"/>
                  </a:lnTo>
                  <a:lnTo>
                    <a:pt x="985835" y="1332763"/>
                  </a:lnTo>
                  <a:lnTo>
                    <a:pt x="985847" y="1332749"/>
                  </a:lnTo>
                  <a:lnTo>
                    <a:pt x="985861" y="1332735"/>
                  </a:lnTo>
                  <a:lnTo>
                    <a:pt x="985872" y="1332720"/>
                  </a:lnTo>
                  <a:lnTo>
                    <a:pt x="985884" y="1332705"/>
                  </a:lnTo>
                  <a:lnTo>
                    <a:pt x="985893" y="1332689"/>
                  </a:lnTo>
                  <a:lnTo>
                    <a:pt x="985896" y="1332686"/>
                  </a:lnTo>
                  <a:lnTo>
                    <a:pt x="985899" y="1332674"/>
                  </a:lnTo>
                  <a:lnTo>
                    <a:pt x="985899" y="1332659"/>
                  </a:lnTo>
                  <a:lnTo>
                    <a:pt x="985895" y="1332644"/>
                  </a:lnTo>
                  <a:lnTo>
                    <a:pt x="985892" y="1332636"/>
                  </a:lnTo>
                  <a:lnTo>
                    <a:pt x="985888" y="1332629"/>
                  </a:lnTo>
                  <a:lnTo>
                    <a:pt x="985876" y="1332614"/>
                  </a:lnTo>
                  <a:lnTo>
                    <a:pt x="985867" y="1332599"/>
                  </a:lnTo>
                  <a:lnTo>
                    <a:pt x="985864" y="1332584"/>
                  </a:lnTo>
                  <a:lnTo>
                    <a:pt x="985859" y="1332569"/>
                  </a:lnTo>
                  <a:lnTo>
                    <a:pt x="985856" y="1332554"/>
                  </a:lnTo>
                  <a:lnTo>
                    <a:pt x="985853" y="1332547"/>
                  </a:lnTo>
                  <a:lnTo>
                    <a:pt x="985852" y="1332539"/>
                  </a:lnTo>
                  <a:lnTo>
                    <a:pt x="985848" y="1332524"/>
                  </a:lnTo>
                  <a:lnTo>
                    <a:pt x="985845" y="1332509"/>
                  </a:lnTo>
                  <a:lnTo>
                    <a:pt x="985842" y="1332493"/>
                  </a:lnTo>
                  <a:lnTo>
                    <a:pt x="985844" y="1332478"/>
                  </a:lnTo>
                  <a:lnTo>
                    <a:pt x="985850" y="1332463"/>
                  </a:lnTo>
                  <a:lnTo>
                    <a:pt x="985853" y="1332448"/>
                  </a:lnTo>
                  <a:lnTo>
                    <a:pt x="985853" y="1332439"/>
                  </a:lnTo>
                  <a:lnTo>
                    <a:pt x="985851" y="1332433"/>
                  </a:lnTo>
                  <a:lnTo>
                    <a:pt x="985846" y="1332418"/>
                  </a:lnTo>
                  <a:lnTo>
                    <a:pt x="985840" y="1332407"/>
                  </a:lnTo>
                  <a:lnTo>
                    <a:pt x="985836" y="1332403"/>
                  </a:lnTo>
                  <a:lnTo>
                    <a:pt x="985825" y="1332388"/>
                  </a:lnTo>
                  <a:lnTo>
                    <a:pt x="985817" y="1332373"/>
                  </a:lnTo>
                  <a:lnTo>
                    <a:pt x="985814" y="1332358"/>
                  </a:lnTo>
                  <a:lnTo>
                    <a:pt x="985814" y="1332339"/>
                  </a:lnTo>
                  <a:lnTo>
                    <a:pt x="985815" y="1332333"/>
                  </a:lnTo>
                  <a:lnTo>
                    <a:pt x="985818" y="1332319"/>
                  </a:lnTo>
                  <a:lnTo>
                    <a:pt x="985823" y="1332312"/>
                  </a:lnTo>
                  <a:lnTo>
                    <a:pt x="985830" y="1332309"/>
                  </a:lnTo>
                  <a:lnTo>
                    <a:pt x="985846" y="1332308"/>
                  </a:lnTo>
                  <a:lnTo>
                    <a:pt x="985861" y="1332307"/>
                  </a:lnTo>
                  <a:lnTo>
                    <a:pt x="985868" y="1332306"/>
                  </a:lnTo>
                  <a:lnTo>
                    <a:pt x="985874" y="1332303"/>
                  </a:lnTo>
                  <a:lnTo>
                    <a:pt x="985889" y="1332297"/>
                  </a:lnTo>
                  <a:lnTo>
                    <a:pt x="985903" y="1332290"/>
                  </a:lnTo>
                  <a:lnTo>
                    <a:pt x="985917" y="1332284"/>
                  </a:lnTo>
                  <a:lnTo>
                    <a:pt x="985933" y="1332279"/>
                  </a:lnTo>
                  <a:lnTo>
                    <a:pt x="985946" y="1332273"/>
                  </a:lnTo>
                  <a:lnTo>
                    <a:pt x="985961" y="1332266"/>
                  </a:lnTo>
                  <a:lnTo>
                    <a:pt x="985971" y="1332262"/>
                  </a:lnTo>
                  <a:lnTo>
                    <a:pt x="985975" y="1332260"/>
                  </a:lnTo>
                  <a:lnTo>
                    <a:pt x="985986" y="1332248"/>
                  </a:lnTo>
                  <a:lnTo>
                    <a:pt x="985988" y="1332231"/>
                  </a:lnTo>
                  <a:lnTo>
                    <a:pt x="985989" y="1332216"/>
                  </a:lnTo>
                  <a:lnTo>
                    <a:pt x="985990" y="1332207"/>
                  </a:lnTo>
                  <a:lnTo>
                    <a:pt x="985989" y="1332201"/>
                  </a:lnTo>
                  <a:lnTo>
                    <a:pt x="985991" y="1332186"/>
                  </a:lnTo>
                  <a:lnTo>
                    <a:pt x="985997" y="1332180"/>
                  </a:lnTo>
                  <a:lnTo>
                    <a:pt x="986004" y="1332175"/>
                  </a:lnTo>
                  <a:lnTo>
                    <a:pt x="986019" y="1332173"/>
                  </a:lnTo>
                  <a:lnTo>
                    <a:pt x="986029" y="1332172"/>
                  </a:lnTo>
                  <a:lnTo>
                    <a:pt x="986033" y="1332170"/>
                  </a:lnTo>
                  <a:lnTo>
                    <a:pt x="986040" y="1332169"/>
                  </a:lnTo>
                  <a:lnTo>
                    <a:pt x="986048" y="1332165"/>
                  </a:lnTo>
                  <a:lnTo>
                    <a:pt x="986062" y="1332157"/>
                  </a:lnTo>
                  <a:lnTo>
                    <a:pt x="986076" y="1332144"/>
                  </a:lnTo>
                  <a:lnTo>
                    <a:pt x="986082" y="1332129"/>
                  </a:lnTo>
                  <a:lnTo>
                    <a:pt x="986089" y="1332116"/>
                  </a:lnTo>
                  <a:lnTo>
                    <a:pt x="986094" y="1332106"/>
                  </a:lnTo>
                  <a:lnTo>
                    <a:pt x="986099" y="1332099"/>
                  </a:lnTo>
                  <a:lnTo>
                    <a:pt x="986110" y="1332084"/>
                  </a:lnTo>
                  <a:lnTo>
                    <a:pt x="986117" y="1332074"/>
                  </a:lnTo>
                  <a:lnTo>
                    <a:pt x="986119" y="1332069"/>
                  </a:lnTo>
                  <a:lnTo>
                    <a:pt x="986125" y="1332052"/>
                  </a:lnTo>
                  <a:lnTo>
                    <a:pt x="986128" y="1332044"/>
                  </a:lnTo>
                  <a:lnTo>
                    <a:pt x="986129" y="1332038"/>
                  </a:lnTo>
                  <a:lnTo>
                    <a:pt x="986131" y="1332029"/>
                  </a:lnTo>
                  <a:lnTo>
                    <a:pt x="986131" y="1332023"/>
                  </a:lnTo>
                  <a:lnTo>
                    <a:pt x="986132" y="1332008"/>
                  </a:lnTo>
                  <a:lnTo>
                    <a:pt x="986130" y="1331993"/>
                  </a:lnTo>
                  <a:lnTo>
                    <a:pt x="986125" y="1331978"/>
                  </a:lnTo>
                  <a:lnTo>
                    <a:pt x="986119" y="1331963"/>
                  </a:lnTo>
                  <a:lnTo>
                    <a:pt x="986114" y="1331948"/>
                  </a:lnTo>
                  <a:lnTo>
                    <a:pt x="986108" y="1331933"/>
                  </a:lnTo>
                  <a:lnTo>
                    <a:pt x="986104" y="1331918"/>
                  </a:lnTo>
                  <a:lnTo>
                    <a:pt x="986102" y="1331903"/>
                  </a:lnTo>
                  <a:lnTo>
                    <a:pt x="986099" y="1331888"/>
                  </a:lnTo>
                  <a:lnTo>
                    <a:pt x="986096" y="1331873"/>
                  </a:lnTo>
                  <a:lnTo>
                    <a:pt x="986096" y="1331858"/>
                  </a:lnTo>
                  <a:lnTo>
                    <a:pt x="986096" y="1331843"/>
                  </a:lnTo>
                  <a:lnTo>
                    <a:pt x="986096" y="1331828"/>
                  </a:lnTo>
                  <a:lnTo>
                    <a:pt x="986099" y="1331812"/>
                  </a:lnTo>
                  <a:lnTo>
                    <a:pt x="986105" y="1331800"/>
                  </a:lnTo>
                  <a:lnTo>
                    <a:pt x="986108" y="1331797"/>
                  </a:lnTo>
                  <a:lnTo>
                    <a:pt x="986121" y="1331784"/>
                  </a:lnTo>
                  <a:lnTo>
                    <a:pt x="986134" y="1331772"/>
                  </a:lnTo>
                  <a:lnTo>
                    <a:pt x="986148" y="1331758"/>
                  </a:lnTo>
                  <a:lnTo>
                    <a:pt x="986159" y="1331743"/>
                  </a:lnTo>
                  <a:lnTo>
                    <a:pt x="986162" y="1331737"/>
                  </a:lnTo>
                  <a:lnTo>
                    <a:pt x="986165" y="1331728"/>
                  </a:lnTo>
                  <a:lnTo>
                    <a:pt x="986169" y="1331713"/>
                  </a:lnTo>
                  <a:lnTo>
                    <a:pt x="986176" y="1331698"/>
                  </a:lnTo>
                  <a:lnTo>
                    <a:pt x="986183" y="1331683"/>
                  </a:lnTo>
                  <a:lnTo>
                    <a:pt x="986190" y="1331666"/>
                  </a:lnTo>
                  <a:lnTo>
                    <a:pt x="986193" y="1331661"/>
                  </a:lnTo>
                  <a:lnTo>
                    <a:pt x="986195" y="1331653"/>
                  </a:lnTo>
                  <a:lnTo>
                    <a:pt x="986198" y="1331638"/>
                  </a:lnTo>
                  <a:lnTo>
                    <a:pt x="986195" y="1331628"/>
                  </a:lnTo>
                  <a:lnTo>
                    <a:pt x="986190" y="1331622"/>
                  </a:lnTo>
                  <a:lnTo>
                    <a:pt x="986177" y="1331609"/>
                  </a:lnTo>
                  <a:lnTo>
                    <a:pt x="986162" y="1331596"/>
                  </a:lnTo>
                  <a:lnTo>
                    <a:pt x="986157" y="1331592"/>
                  </a:lnTo>
                  <a:lnTo>
                    <a:pt x="986156" y="1331582"/>
                  </a:lnTo>
                  <a:lnTo>
                    <a:pt x="986159" y="1331577"/>
                  </a:lnTo>
                  <a:lnTo>
                    <a:pt x="986169" y="1331569"/>
                  </a:lnTo>
                  <a:lnTo>
                    <a:pt x="986183" y="1331558"/>
                  </a:lnTo>
                  <a:lnTo>
                    <a:pt x="986195" y="1331543"/>
                  </a:lnTo>
                  <a:lnTo>
                    <a:pt x="986207" y="1331528"/>
                  </a:lnTo>
                  <a:lnTo>
                    <a:pt x="986220" y="1331514"/>
                  </a:lnTo>
                  <a:lnTo>
                    <a:pt x="986231" y="1331499"/>
                  </a:lnTo>
                  <a:lnTo>
                    <a:pt x="986240" y="1331476"/>
                  </a:lnTo>
                  <a:lnTo>
                    <a:pt x="986246" y="1331462"/>
                  </a:lnTo>
                  <a:lnTo>
                    <a:pt x="986253" y="1331445"/>
                  </a:lnTo>
                  <a:lnTo>
                    <a:pt x="986258" y="1331437"/>
                  </a:lnTo>
                  <a:lnTo>
                    <a:pt x="986261" y="1331432"/>
                  </a:lnTo>
                  <a:lnTo>
                    <a:pt x="986270" y="1331417"/>
                  </a:lnTo>
                  <a:lnTo>
                    <a:pt x="986281" y="1331402"/>
                  </a:lnTo>
                  <a:lnTo>
                    <a:pt x="986291" y="1331387"/>
                  </a:lnTo>
                  <a:lnTo>
                    <a:pt x="986304" y="1331371"/>
                  </a:lnTo>
                  <a:lnTo>
                    <a:pt x="986317" y="1331357"/>
                  </a:lnTo>
                  <a:lnTo>
                    <a:pt x="986323" y="1331354"/>
                  </a:lnTo>
                  <a:lnTo>
                    <a:pt x="986331" y="1331350"/>
                  </a:lnTo>
                  <a:lnTo>
                    <a:pt x="986340" y="1331342"/>
                  </a:lnTo>
                  <a:lnTo>
                    <a:pt x="986344" y="1331337"/>
                  </a:lnTo>
                  <a:lnTo>
                    <a:pt x="986345" y="1331325"/>
                  </a:lnTo>
                  <a:lnTo>
                    <a:pt x="986345" y="1331316"/>
                  </a:lnTo>
                  <a:lnTo>
                    <a:pt x="986345" y="1331308"/>
                  </a:lnTo>
                  <a:lnTo>
                    <a:pt x="986345" y="1331302"/>
                  </a:lnTo>
                  <a:lnTo>
                    <a:pt x="986344" y="1331295"/>
                  </a:lnTo>
                  <a:lnTo>
                    <a:pt x="986337" y="1331282"/>
                  </a:lnTo>
                  <a:lnTo>
                    <a:pt x="986329" y="1331277"/>
                  </a:lnTo>
                  <a:lnTo>
                    <a:pt x="986323" y="1331261"/>
                  </a:lnTo>
                  <a:lnTo>
                    <a:pt x="986320" y="1331246"/>
                  </a:lnTo>
                  <a:lnTo>
                    <a:pt x="986318" y="1331231"/>
                  </a:lnTo>
                  <a:lnTo>
                    <a:pt x="986318" y="1331216"/>
                  </a:lnTo>
                  <a:lnTo>
                    <a:pt x="986316" y="1331201"/>
                  </a:lnTo>
                  <a:lnTo>
                    <a:pt x="986311" y="1331185"/>
                  </a:lnTo>
                  <a:lnTo>
                    <a:pt x="986302" y="1331171"/>
                  </a:lnTo>
                  <a:lnTo>
                    <a:pt x="986291" y="1331160"/>
                  </a:lnTo>
                  <a:lnTo>
                    <a:pt x="986277" y="1331156"/>
                  </a:lnTo>
                  <a:lnTo>
                    <a:pt x="986271" y="1331155"/>
                  </a:lnTo>
                  <a:lnTo>
                    <a:pt x="986266" y="1331158"/>
                  </a:lnTo>
                  <a:lnTo>
                    <a:pt x="986266" y="1331164"/>
                  </a:lnTo>
                  <a:lnTo>
                    <a:pt x="986265" y="1331177"/>
                  </a:lnTo>
                  <a:lnTo>
                    <a:pt x="986264" y="1331185"/>
                  </a:lnTo>
                  <a:lnTo>
                    <a:pt x="986262" y="1331200"/>
                  </a:lnTo>
                  <a:lnTo>
                    <a:pt x="986258" y="1331215"/>
                  </a:lnTo>
                  <a:lnTo>
                    <a:pt x="986250" y="1331230"/>
                  </a:lnTo>
                  <a:lnTo>
                    <a:pt x="986235" y="1331243"/>
                  </a:lnTo>
                  <a:lnTo>
                    <a:pt x="986228" y="1331248"/>
                  </a:lnTo>
                  <a:lnTo>
                    <a:pt x="986222" y="1331254"/>
                  </a:lnTo>
                  <a:lnTo>
                    <a:pt x="986210" y="1331269"/>
                  </a:lnTo>
                  <a:lnTo>
                    <a:pt x="986203" y="1331284"/>
                  </a:lnTo>
                  <a:lnTo>
                    <a:pt x="986195" y="1331299"/>
                  </a:lnTo>
                  <a:lnTo>
                    <a:pt x="986185" y="1331314"/>
                  </a:lnTo>
                  <a:lnTo>
                    <a:pt x="986173" y="1331328"/>
                  </a:lnTo>
                  <a:lnTo>
                    <a:pt x="986163" y="1331341"/>
                  </a:lnTo>
                  <a:lnTo>
                    <a:pt x="986151" y="1331356"/>
                  </a:lnTo>
                  <a:lnTo>
                    <a:pt x="986143" y="1331369"/>
                  </a:lnTo>
                  <a:lnTo>
                    <a:pt x="986137" y="1331387"/>
                  </a:lnTo>
                  <a:lnTo>
                    <a:pt x="986134" y="1331393"/>
                  </a:lnTo>
                  <a:lnTo>
                    <a:pt x="986128" y="1331400"/>
                  </a:lnTo>
                  <a:lnTo>
                    <a:pt x="986123" y="1331406"/>
                  </a:lnTo>
                  <a:lnTo>
                    <a:pt x="986114" y="1331413"/>
                  </a:lnTo>
                  <a:lnTo>
                    <a:pt x="986105" y="1331424"/>
                  </a:lnTo>
                  <a:lnTo>
                    <a:pt x="986089" y="1331438"/>
                  </a:lnTo>
                  <a:lnTo>
                    <a:pt x="986073" y="1331450"/>
                  </a:lnTo>
                  <a:lnTo>
                    <a:pt x="986068" y="1331452"/>
                  </a:lnTo>
                  <a:lnTo>
                    <a:pt x="986053" y="1331467"/>
                  </a:lnTo>
                  <a:lnTo>
                    <a:pt x="986039" y="1331472"/>
                  </a:lnTo>
                  <a:lnTo>
                    <a:pt x="986025" y="1331472"/>
                  </a:lnTo>
                  <a:lnTo>
                    <a:pt x="986017" y="1331468"/>
                  </a:lnTo>
                  <a:lnTo>
                    <a:pt x="986011" y="1331467"/>
                  </a:lnTo>
                  <a:lnTo>
                    <a:pt x="986007" y="1331465"/>
                  </a:lnTo>
                  <a:lnTo>
                    <a:pt x="985996" y="1331464"/>
                  </a:lnTo>
                  <a:lnTo>
                    <a:pt x="985988" y="1331461"/>
                  </a:lnTo>
                  <a:lnTo>
                    <a:pt x="985976" y="1331461"/>
                  </a:lnTo>
                  <a:lnTo>
                    <a:pt x="985967" y="1331464"/>
                  </a:lnTo>
                  <a:lnTo>
                    <a:pt x="985961" y="1331465"/>
                  </a:lnTo>
                  <a:lnTo>
                    <a:pt x="985951" y="1331469"/>
                  </a:lnTo>
                  <a:lnTo>
                    <a:pt x="985939" y="1331477"/>
                  </a:lnTo>
                  <a:lnTo>
                    <a:pt x="985927" y="1331492"/>
                  </a:lnTo>
                  <a:lnTo>
                    <a:pt x="985916" y="1331507"/>
                  </a:lnTo>
                  <a:lnTo>
                    <a:pt x="985889" y="1331535"/>
                  </a:lnTo>
                  <a:lnTo>
                    <a:pt x="985876" y="1331548"/>
                  </a:lnTo>
                  <a:lnTo>
                    <a:pt x="985863" y="1331555"/>
                  </a:lnTo>
                  <a:lnTo>
                    <a:pt x="985859" y="1331557"/>
                  </a:lnTo>
                  <a:lnTo>
                    <a:pt x="985855" y="1331558"/>
                  </a:lnTo>
                  <a:lnTo>
                    <a:pt x="985847" y="1331557"/>
                  </a:lnTo>
                  <a:lnTo>
                    <a:pt x="985834" y="1331549"/>
                  </a:lnTo>
                  <a:lnTo>
                    <a:pt x="985820" y="1331538"/>
                  </a:lnTo>
                  <a:lnTo>
                    <a:pt x="985791" y="1331520"/>
                  </a:lnTo>
                  <a:lnTo>
                    <a:pt x="985788" y="1331517"/>
                  </a:lnTo>
                  <a:lnTo>
                    <a:pt x="985778" y="1331513"/>
                  </a:lnTo>
                  <a:lnTo>
                    <a:pt x="985766" y="1331509"/>
                  </a:lnTo>
                  <a:lnTo>
                    <a:pt x="985763" y="1331506"/>
                  </a:lnTo>
                  <a:lnTo>
                    <a:pt x="985747" y="1331501"/>
                  </a:lnTo>
                  <a:lnTo>
                    <a:pt x="985734" y="1331503"/>
                  </a:lnTo>
                  <a:lnTo>
                    <a:pt x="985720" y="1331516"/>
                  </a:lnTo>
                  <a:lnTo>
                    <a:pt x="985716" y="1331519"/>
                  </a:lnTo>
                  <a:lnTo>
                    <a:pt x="985706" y="1331521"/>
                  </a:lnTo>
                  <a:lnTo>
                    <a:pt x="985692" y="1331512"/>
                  </a:lnTo>
                  <a:lnTo>
                    <a:pt x="985680" y="1331497"/>
                  </a:lnTo>
                  <a:lnTo>
                    <a:pt x="985671" y="1331482"/>
                  </a:lnTo>
                  <a:lnTo>
                    <a:pt x="985669" y="1331477"/>
                  </a:lnTo>
                  <a:lnTo>
                    <a:pt x="985660" y="1331466"/>
                  </a:lnTo>
                  <a:lnTo>
                    <a:pt x="985647" y="1331459"/>
                  </a:lnTo>
                  <a:lnTo>
                    <a:pt x="985632" y="1331459"/>
                  </a:lnTo>
                  <a:lnTo>
                    <a:pt x="985625" y="1331459"/>
                  </a:lnTo>
                  <a:lnTo>
                    <a:pt x="985618" y="1331461"/>
                  </a:lnTo>
                  <a:lnTo>
                    <a:pt x="985604" y="1331468"/>
                  </a:lnTo>
                  <a:lnTo>
                    <a:pt x="985589" y="1331478"/>
                  </a:lnTo>
                  <a:lnTo>
                    <a:pt x="985575" y="1331489"/>
                  </a:lnTo>
                  <a:lnTo>
                    <a:pt x="985568" y="1331493"/>
                  </a:lnTo>
                  <a:lnTo>
                    <a:pt x="985540" y="1331504"/>
                  </a:lnTo>
                  <a:lnTo>
                    <a:pt x="985525" y="1331512"/>
                  </a:lnTo>
                  <a:lnTo>
                    <a:pt x="985509" y="1331519"/>
                  </a:lnTo>
                  <a:lnTo>
                    <a:pt x="985497" y="1331522"/>
                  </a:lnTo>
                  <a:lnTo>
                    <a:pt x="985492" y="1331524"/>
                  </a:lnTo>
                  <a:lnTo>
                    <a:pt x="985482" y="1331525"/>
                  </a:lnTo>
                  <a:lnTo>
                    <a:pt x="985468" y="1331532"/>
                  </a:lnTo>
                  <a:lnTo>
                    <a:pt x="985439" y="1331558"/>
                  </a:lnTo>
                  <a:lnTo>
                    <a:pt x="985425" y="1331569"/>
                  </a:lnTo>
                  <a:lnTo>
                    <a:pt x="985411" y="1331580"/>
                  </a:lnTo>
                  <a:lnTo>
                    <a:pt x="985407" y="1331585"/>
                  </a:lnTo>
                  <a:lnTo>
                    <a:pt x="985397" y="1331591"/>
                  </a:lnTo>
                  <a:lnTo>
                    <a:pt x="985390" y="1331596"/>
                  </a:lnTo>
                  <a:lnTo>
                    <a:pt x="985382" y="1331599"/>
                  </a:lnTo>
                  <a:lnTo>
                    <a:pt x="985368" y="1331608"/>
                  </a:lnTo>
                  <a:lnTo>
                    <a:pt x="985339" y="1331623"/>
                  </a:lnTo>
                  <a:lnTo>
                    <a:pt x="985333" y="1331625"/>
                  </a:lnTo>
                  <a:lnTo>
                    <a:pt x="985325" y="1331630"/>
                  </a:lnTo>
                  <a:lnTo>
                    <a:pt x="985321" y="1331636"/>
                  </a:lnTo>
                  <a:lnTo>
                    <a:pt x="985318" y="1331638"/>
                  </a:lnTo>
                  <a:lnTo>
                    <a:pt x="985312" y="1331640"/>
                  </a:lnTo>
                  <a:lnTo>
                    <a:pt x="985297" y="1331647"/>
                  </a:lnTo>
                  <a:lnTo>
                    <a:pt x="985283" y="1331651"/>
                  </a:lnTo>
                  <a:lnTo>
                    <a:pt x="985269" y="1331655"/>
                  </a:lnTo>
                  <a:lnTo>
                    <a:pt x="985254" y="1331660"/>
                  </a:lnTo>
                  <a:lnTo>
                    <a:pt x="985240" y="1331662"/>
                  </a:lnTo>
                  <a:lnTo>
                    <a:pt x="985229" y="1331666"/>
                  </a:lnTo>
                  <a:lnTo>
                    <a:pt x="985215" y="1331658"/>
                  </a:lnTo>
                  <a:lnTo>
                    <a:pt x="985202" y="1331645"/>
                  </a:lnTo>
                  <a:lnTo>
                    <a:pt x="985194" y="1331636"/>
                  </a:lnTo>
                  <a:lnTo>
                    <a:pt x="985191" y="1331628"/>
                  </a:lnTo>
                  <a:lnTo>
                    <a:pt x="985177" y="1331622"/>
                  </a:lnTo>
                  <a:lnTo>
                    <a:pt x="985162" y="1331619"/>
                  </a:lnTo>
                  <a:lnTo>
                    <a:pt x="985148" y="1331619"/>
                  </a:lnTo>
                  <a:lnTo>
                    <a:pt x="985134" y="1331619"/>
                  </a:lnTo>
                  <a:lnTo>
                    <a:pt x="985119" y="1331619"/>
                  </a:lnTo>
                  <a:lnTo>
                    <a:pt x="985114" y="1331617"/>
                  </a:lnTo>
                  <a:lnTo>
                    <a:pt x="985111" y="1331614"/>
                  </a:lnTo>
                  <a:lnTo>
                    <a:pt x="985105" y="1331611"/>
                  </a:lnTo>
                  <a:lnTo>
                    <a:pt x="985085" y="1331594"/>
                  </a:lnTo>
                  <a:lnTo>
                    <a:pt x="985078" y="1331590"/>
                  </a:lnTo>
                  <a:lnTo>
                    <a:pt x="985064" y="1331579"/>
                  </a:lnTo>
                  <a:lnTo>
                    <a:pt x="985049" y="1331570"/>
                  </a:lnTo>
                  <a:lnTo>
                    <a:pt x="985046" y="1331568"/>
                  </a:lnTo>
                  <a:lnTo>
                    <a:pt x="985035" y="1331567"/>
                  </a:lnTo>
                  <a:lnTo>
                    <a:pt x="985021" y="1331566"/>
                  </a:lnTo>
                  <a:lnTo>
                    <a:pt x="985006" y="1331565"/>
                  </a:lnTo>
                  <a:lnTo>
                    <a:pt x="984992" y="1331564"/>
                  </a:lnTo>
                  <a:lnTo>
                    <a:pt x="984978" y="1331563"/>
                  </a:lnTo>
                  <a:lnTo>
                    <a:pt x="984963" y="1331562"/>
                  </a:lnTo>
                  <a:lnTo>
                    <a:pt x="984955" y="1331559"/>
                  </a:lnTo>
                  <a:lnTo>
                    <a:pt x="984949" y="1331559"/>
                  </a:lnTo>
                  <a:lnTo>
                    <a:pt x="984934" y="1331557"/>
                  </a:lnTo>
                  <a:lnTo>
                    <a:pt x="984919" y="1331553"/>
                  </a:lnTo>
                  <a:lnTo>
                    <a:pt x="984906" y="1331550"/>
                  </a:lnTo>
                  <a:lnTo>
                    <a:pt x="984891" y="1331549"/>
                  </a:lnTo>
                  <a:lnTo>
                    <a:pt x="984877" y="1331551"/>
                  </a:lnTo>
                  <a:lnTo>
                    <a:pt x="984861" y="1331553"/>
                  </a:lnTo>
                  <a:lnTo>
                    <a:pt x="984848" y="1331552"/>
                  </a:lnTo>
                  <a:lnTo>
                    <a:pt x="984834" y="1331547"/>
                  </a:lnTo>
                  <a:lnTo>
                    <a:pt x="984827" y="1331544"/>
                  </a:lnTo>
                  <a:lnTo>
                    <a:pt x="984820" y="1331543"/>
                  </a:lnTo>
                  <a:lnTo>
                    <a:pt x="984805" y="1331547"/>
                  </a:lnTo>
                  <a:lnTo>
                    <a:pt x="984791" y="1331548"/>
                  </a:lnTo>
                  <a:lnTo>
                    <a:pt x="984776" y="1331551"/>
                  </a:lnTo>
                  <a:lnTo>
                    <a:pt x="984755" y="1331551"/>
                  </a:lnTo>
                  <a:lnTo>
                    <a:pt x="984746" y="1331549"/>
                  </a:lnTo>
                  <a:lnTo>
                    <a:pt x="984732" y="1331545"/>
                  </a:lnTo>
                  <a:lnTo>
                    <a:pt x="984719" y="1331538"/>
                  </a:lnTo>
                  <a:lnTo>
                    <a:pt x="984715" y="1331535"/>
                  </a:lnTo>
                  <a:lnTo>
                    <a:pt x="984707" y="1331531"/>
                  </a:lnTo>
                  <a:lnTo>
                    <a:pt x="984699" y="1331528"/>
                  </a:lnTo>
                  <a:lnTo>
                    <a:pt x="984691" y="1331527"/>
                  </a:lnTo>
                  <a:lnTo>
                    <a:pt x="984648" y="1331533"/>
                  </a:lnTo>
                  <a:lnTo>
                    <a:pt x="984635" y="1331533"/>
                  </a:lnTo>
                  <a:lnTo>
                    <a:pt x="984620" y="1331534"/>
                  </a:lnTo>
                  <a:lnTo>
                    <a:pt x="984606" y="1331533"/>
                  </a:lnTo>
                  <a:lnTo>
                    <a:pt x="984565" y="1331509"/>
                  </a:lnTo>
                  <a:lnTo>
                    <a:pt x="984551" y="1331503"/>
                  </a:lnTo>
                  <a:lnTo>
                    <a:pt x="984543" y="1331503"/>
                  </a:lnTo>
                  <a:lnTo>
                    <a:pt x="984536" y="1331505"/>
                  </a:lnTo>
                  <a:lnTo>
                    <a:pt x="984522" y="1331510"/>
                  </a:lnTo>
                  <a:lnTo>
                    <a:pt x="984508" y="1331516"/>
                  </a:lnTo>
                  <a:lnTo>
                    <a:pt x="984493" y="1331521"/>
                  </a:lnTo>
                  <a:lnTo>
                    <a:pt x="984479" y="1331522"/>
                  </a:lnTo>
                  <a:lnTo>
                    <a:pt x="984464" y="1331519"/>
                  </a:lnTo>
                  <a:lnTo>
                    <a:pt x="984450" y="1331517"/>
                  </a:lnTo>
                  <a:lnTo>
                    <a:pt x="984436" y="1331520"/>
                  </a:lnTo>
                  <a:lnTo>
                    <a:pt x="984421" y="1331533"/>
                  </a:lnTo>
                  <a:lnTo>
                    <a:pt x="984417" y="1331537"/>
                  </a:lnTo>
                  <a:lnTo>
                    <a:pt x="984406" y="1331542"/>
                  </a:lnTo>
                  <a:lnTo>
                    <a:pt x="984393" y="1331545"/>
                  </a:lnTo>
                  <a:lnTo>
                    <a:pt x="984379" y="1331544"/>
                  </a:lnTo>
                  <a:lnTo>
                    <a:pt x="984364" y="1331540"/>
                  </a:lnTo>
                  <a:lnTo>
                    <a:pt x="984350" y="1331534"/>
                  </a:lnTo>
                  <a:lnTo>
                    <a:pt x="984335" y="1331528"/>
                  </a:lnTo>
                  <a:lnTo>
                    <a:pt x="984321" y="1331527"/>
                  </a:lnTo>
                  <a:lnTo>
                    <a:pt x="984292" y="1331531"/>
                  </a:lnTo>
                  <a:lnTo>
                    <a:pt x="984278" y="1331537"/>
                  </a:lnTo>
                  <a:lnTo>
                    <a:pt x="984264" y="1331545"/>
                  </a:lnTo>
                  <a:lnTo>
                    <a:pt x="984249" y="1331553"/>
                  </a:lnTo>
                  <a:lnTo>
                    <a:pt x="984235" y="1331561"/>
                  </a:lnTo>
                  <a:lnTo>
                    <a:pt x="984198" y="1331583"/>
                  </a:lnTo>
                  <a:lnTo>
                    <a:pt x="984184" y="1331589"/>
                  </a:lnTo>
                  <a:lnTo>
                    <a:pt x="984177" y="1331594"/>
                  </a:lnTo>
                  <a:lnTo>
                    <a:pt x="984170" y="1331596"/>
                  </a:lnTo>
                  <a:lnTo>
                    <a:pt x="984155" y="1331600"/>
                  </a:lnTo>
                  <a:lnTo>
                    <a:pt x="984141" y="1331601"/>
                  </a:lnTo>
                  <a:lnTo>
                    <a:pt x="984127" y="1331601"/>
                  </a:lnTo>
                  <a:lnTo>
                    <a:pt x="984112" y="1331595"/>
                  </a:lnTo>
                  <a:lnTo>
                    <a:pt x="984098" y="1331594"/>
                  </a:lnTo>
                  <a:lnTo>
                    <a:pt x="984069" y="1331590"/>
                  </a:lnTo>
                  <a:lnTo>
                    <a:pt x="984062" y="1331590"/>
                  </a:lnTo>
                  <a:lnTo>
                    <a:pt x="984055" y="1331588"/>
                  </a:lnTo>
                  <a:lnTo>
                    <a:pt x="984039" y="1331585"/>
                  </a:lnTo>
                  <a:lnTo>
                    <a:pt x="984026" y="1331586"/>
                  </a:lnTo>
                  <a:lnTo>
                    <a:pt x="984010" y="1331583"/>
                  </a:lnTo>
                  <a:lnTo>
                    <a:pt x="983998" y="1331575"/>
                  </a:lnTo>
                  <a:lnTo>
                    <a:pt x="983984" y="1331562"/>
                  </a:lnTo>
                  <a:lnTo>
                    <a:pt x="983978" y="1331559"/>
                  </a:lnTo>
                  <a:lnTo>
                    <a:pt x="983971" y="1331552"/>
                  </a:lnTo>
                  <a:lnTo>
                    <a:pt x="983949" y="1331538"/>
                  </a:lnTo>
                  <a:lnTo>
                    <a:pt x="983942" y="1331533"/>
                  </a:lnTo>
                  <a:lnTo>
                    <a:pt x="983928" y="1331528"/>
                  </a:lnTo>
                  <a:lnTo>
                    <a:pt x="983913" y="1331526"/>
                  </a:lnTo>
                  <a:lnTo>
                    <a:pt x="983899" y="1331524"/>
                  </a:lnTo>
                  <a:lnTo>
                    <a:pt x="983884" y="1331518"/>
                  </a:lnTo>
                  <a:lnTo>
                    <a:pt x="983870" y="1331510"/>
                  </a:lnTo>
                  <a:lnTo>
                    <a:pt x="983856" y="1331502"/>
                  </a:lnTo>
                  <a:lnTo>
                    <a:pt x="983841" y="1331495"/>
                  </a:lnTo>
                  <a:lnTo>
                    <a:pt x="983827" y="1331489"/>
                  </a:lnTo>
                  <a:lnTo>
                    <a:pt x="983821" y="1331486"/>
                  </a:lnTo>
                  <a:lnTo>
                    <a:pt x="983813" y="1331478"/>
                  </a:lnTo>
                  <a:lnTo>
                    <a:pt x="983801" y="1331463"/>
                  </a:lnTo>
                  <a:lnTo>
                    <a:pt x="983793" y="1331448"/>
                  </a:lnTo>
                  <a:lnTo>
                    <a:pt x="983784" y="1331439"/>
                  </a:lnTo>
                  <a:lnTo>
                    <a:pt x="983780" y="1331435"/>
                  </a:lnTo>
                  <a:lnTo>
                    <a:pt x="983775" y="1331431"/>
                  </a:lnTo>
                  <a:lnTo>
                    <a:pt x="983767" y="1331431"/>
                  </a:lnTo>
                  <a:lnTo>
                    <a:pt x="983753" y="1331432"/>
                  </a:lnTo>
                  <a:lnTo>
                    <a:pt x="983739" y="1331434"/>
                  </a:lnTo>
                  <a:lnTo>
                    <a:pt x="983724" y="1331433"/>
                  </a:lnTo>
                  <a:lnTo>
                    <a:pt x="983710" y="1331430"/>
                  </a:lnTo>
                  <a:lnTo>
                    <a:pt x="983696" y="1331425"/>
                  </a:lnTo>
                  <a:lnTo>
                    <a:pt x="983683" y="1331421"/>
                  </a:lnTo>
                  <a:lnTo>
                    <a:pt x="983667" y="1331416"/>
                  </a:lnTo>
                  <a:lnTo>
                    <a:pt x="983653" y="1331412"/>
                  </a:lnTo>
                  <a:lnTo>
                    <a:pt x="983639" y="1331409"/>
                  </a:lnTo>
                  <a:lnTo>
                    <a:pt x="983624" y="1331405"/>
                  </a:lnTo>
                  <a:lnTo>
                    <a:pt x="983608" y="1331400"/>
                  </a:lnTo>
                  <a:lnTo>
                    <a:pt x="983595" y="1331395"/>
                  </a:lnTo>
                  <a:lnTo>
                    <a:pt x="983581" y="1331387"/>
                  </a:lnTo>
                  <a:lnTo>
                    <a:pt x="983576" y="1331384"/>
                  </a:lnTo>
                  <a:lnTo>
                    <a:pt x="983567" y="1331382"/>
                  </a:lnTo>
                  <a:lnTo>
                    <a:pt x="983552" y="1331381"/>
                  </a:lnTo>
                  <a:lnTo>
                    <a:pt x="983538" y="1331384"/>
                  </a:lnTo>
                  <a:lnTo>
                    <a:pt x="983524" y="1331385"/>
                  </a:lnTo>
                  <a:lnTo>
                    <a:pt x="983509" y="1331389"/>
                  </a:lnTo>
                  <a:lnTo>
                    <a:pt x="983495" y="1331390"/>
                  </a:lnTo>
                  <a:lnTo>
                    <a:pt x="983480" y="1331388"/>
                  </a:lnTo>
                  <a:lnTo>
                    <a:pt x="983476" y="1331387"/>
                  </a:lnTo>
                  <a:lnTo>
                    <a:pt x="983466" y="1331381"/>
                  </a:lnTo>
                  <a:lnTo>
                    <a:pt x="983452" y="1331375"/>
                  </a:lnTo>
                  <a:lnTo>
                    <a:pt x="983437" y="1331374"/>
                  </a:lnTo>
                  <a:lnTo>
                    <a:pt x="983423" y="1331374"/>
                  </a:lnTo>
                  <a:lnTo>
                    <a:pt x="983407" y="1331375"/>
                  </a:lnTo>
                  <a:lnTo>
                    <a:pt x="983393" y="1331379"/>
                  </a:lnTo>
                  <a:lnTo>
                    <a:pt x="983380" y="1331385"/>
                  </a:lnTo>
                  <a:lnTo>
                    <a:pt x="983366" y="1331385"/>
                  </a:lnTo>
                  <a:lnTo>
                    <a:pt x="983351" y="1331383"/>
                  </a:lnTo>
                  <a:lnTo>
                    <a:pt x="983338" y="1331378"/>
                  </a:lnTo>
                  <a:lnTo>
                    <a:pt x="983334" y="1331375"/>
                  </a:lnTo>
                  <a:lnTo>
                    <a:pt x="983330" y="1331370"/>
                  </a:lnTo>
                  <a:lnTo>
                    <a:pt x="983326" y="1331363"/>
                  </a:lnTo>
                  <a:lnTo>
                    <a:pt x="983320" y="1331348"/>
                  </a:lnTo>
                  <a:lnTo>
                    <a:pt x="983317" y="1331342"/>
                  </a:lnTo>
                  <a:lnTo>
                    <a:pt x="983308" y="1331333"/>
                  </a:lnTo>
                  <a:lnTo>
                    <a:pt x="983294" y="1331329"/>
                  </a:lnTo>
                  <a:lnTo>
                    <a:pt x="983288" y="1331327"/>
                  </a:lnTo>
                  <a:lnTo>
                    <a:pt x="983284" y="1331325"/>
                  </a:lnTo>
                  <a:lnTo>
                    <a:pt x="983281" y="1331319"/>
                  </a:lnTo>
                  <a:lnTo>
                    <a:pt x="983279" y="1331312"/>
                  </a:lnTo>
                  <a:lnTo>
                    <a:pt x="983279" y="1331304"/>
                  </a:lnTo>
                  <a:lnTo>
                    <a:pt x="983276" y="1331289"/>
                  </a:lnTo>
                  <a:lnTo>
                    <a:pt x="983276" y="1331281"/>
                  </a:lnTo>
                  <a:lnTo>
                    <a:pt x="983274" y="1331274"/>
                  </a:lnTo>
                  <a:lnTo>
                    <a:pt x="983271" y="1331270"/>
                  </a:lnTo>
                  <a:lnTo>
                    <a:pt x="983260" y="1331268"/>
                  </a:lnTo>
                  <a:lnTo>
                    <a:pt x="983253" y="1331268"/>
                  </a:lnTo>
                  <a:lnTo>
                    <a:pt x="983232" y="1331272"/>
                  </a:lnTo>
                  <a:lnTo>
                    <a:pt x="983226" y="1331272"/>
                  </a:lnTo>
                  <a:lnTo>
                    <a:pt x="983216" y="1331269"/>
                  </a:lnTo>
                  <a:lnTo>
                    <a:pt x="983210" y="1331266"/>
                  </a:lnTo>
                  <a:lnTo>
                    <a:pt x="983203" y="1331257"/>
                  </a:lnTo>
                  <a:lnTo>
                    <a:pt x="983192" y="1331244"/>
                  </a:lnTo>
                  <a:lnTo>
                    <a:pt x="983187" y="1331243"/>
                  </a:lnTo>
                  <a:lnTo>
                    <a:pt x="983176" y="1331245"/>
                  </a:lnTo>
                  <a:lnTo>
                    <a:pt x="983168" y="1331245"/>
                  </a:lnTo>
                  <a:lnTo>
                    <a:pt x="983162" y="1331243"/>
                  </a:lnTo>
                  <a:lnTo>
                    <a:pt x="983149" y="1331238"/>
                  </a:lnTo>
                  <a:lnTo>
                    <a:pt x="983135" y="1331230"/>
                  </a:lnTo>
                  <a:lnTo>
                    <a:pt x="983120" y="1331222"/>
                  </a:lnTo>
                  <a:lnTo>
                    <a:pt x="983106" y="1331214"/>
                  </a:lnTo>
                  <a:lnTo>
                    <a:pt x="983095" y="1331210"/>
                  </a:lnTo>
                  <a:lnTo>
                    <a:pt x="983092" y="1331207"/>
                  </a:lnTo>
                  <a:lnTo>
                    <a:pt x="983077" y="1331200"/>
                  </a:lnTo>
                  <a:lnTo>
                    <a:pt x="983063" y="1331193"/>
                  </a:lnTo>
                  <a:lnTo>
                    <a:pt x="983034" y="1331192"/>
                  </a:lnTo>
                  <a:lnTo>
                    <a:pt x="983029" y="1331192"/>
                  </a:lnTo>
                  <a:lnTo>
                    <a:pt x="983020" y="1331195"/>
                  </a:lnTo>
                  <a:lnTo>
                    <a:pt x="983006" y="1331209"/>
                  </a:lnTo>
                  <a:lnTo>
                    <a:pt x="982994" y="1331223"/>
                  </a:lnTo>
                  <a:lnTo>
                    <a:pt x="982980" y="1331234"/>
                  </a:lnTo>
                  <a:lnTo>
                    <a:pt x="982965" y="1331242"/>
                  </a:lnTo>
                  <a:lnTo>
                    <a:pt x="982951" y="1331245"/>
                  </a:lnTo>
                  <a:lnTo>
                    <a:pt x="982937" y="1331244"/>
                  </a:lnTo>
                  <a:lnTo>
                    <a:pt x="982922" y="1331242"/>
                  </a:lnTo>
                  <a:lnTo>
                    <a:pt x="982918" y="1331238"/>
                  </a:lnTo>
                  <a:lnTo>
                    <a:pt x="982908" y="1331234"/>
                  </a:lnTo>
                  <a:lnTo>
                    <a:pt x="982893" y="1331229"/>
                  </a:lnTo>
                  <a:lnTo>
                    <a:pt x="982879" y="1331229"/>
                  </a:lnTo>
                  <a:lnTo>
                    <a:pt x="982865" y="1331230"/>
                  </a:lnTo>
                  <a:lnTo>
                    <a:pt x="982850" y="1331232"/>
                  </a:lnTo>
                  <a:lnTo>
                    <a:pt x="982836" y="1331233"/>
                  </a:lnTo>
                  <a:lnTo>
                    <a:pt x="982822" y="1331234"/>
                  </a:lnTo>
                  <a:lnTo>
                    <a:pt x="982808" y="1331233"/>
                  </a:lnTo>
                  <a:lnTo>
                    <a:pt x="982803" y="1331232"/>
                  </a:lnTo>
                  <a:lnTo>
                    <a:pt x="982793" y="1331231"/>
                  </a:lnTo>
                  <a:lnTo>
                    <a:pt x="982779" y="1331232"/>
                  </a:lnTo>
                  <a:lnTo>
                    <a:pt x="982765" y="1331232"/>
                  </a:lnTo>
                  <a:lnTo>
                    <a:pt x="982750" y="1331232"/>
                  </a:lnTo>
                  <a:lnTo>
                    <a:pt x="982736" y="1331235"/>
                  </a:lnTo>
                  <a:lnTo>
                    <a:pt x="982721" y="1331241"/>
                  </a:lnTo>
                  <a:lnTo>
                    <a:pt x="982707" y="1331248"/>
                  </a:lnTo>
                  <a:lnTo>
                    <a:pt x="982693" y="1331258"/>
                  </a:lnTo>
                  <a:lnTo>
                    <a:pt x="982678" y="1331261"/>
                  </a:lnTo>
                  <a:lnTo>
                    <a:pt x="982662" y="1331266"/>
                  </a:lnTo>
                  <a:lnTo>
                    <a:pt x="982650" y="1331273"/>
                  </a:lnTo>
                  <a:lnTo>
                    <a:pt x="982637" y="1331288"/>
                  </a:lnTo>
                  <a:lnTo>
                    <a:pt x="982633" y="1331297"/>
                  </a:lnTo>
                  <a:lnTo>
                    <a:pt x="982603" y="1331307"/>
                  </a:lnTo>
                  <a:lnTo>
                    <a:pt x="982598" y="1331312"/>
                  </a:lnTo>
                  <a:lnTo>
                    <a:pt x="982588" y="1331316"/>
                  </a:lnTo>
                  <a:lnTo>
                    <a:pt x="982579" y="1331316"/>
                  </a:lnTo>
                  <a:lnTo>
                    <a:pt x="982573" y="1331313"/>
                  </a:lnTo>
                  <a:lnTo>
                    <a:pt x="982568" y="1331299"/>
                  </a:lnTo>
                  <a:lnTo>
                    <a:pt x="982558" y="1331283"/>
                  </a:lnTo>
                  <a:lnTo>
                    <a:pt x="982543" y="1331270"/>
                  </a:lnTo>
                  <a:lnTo>
                    <a:pt x="982541" y="1331263"/>
                  </a:lnTo>
                  <a:lnTo>
                    <a:pt x="982542" y="1331256"/>
                  </a:lnTo>
                  <a:lnTo>
                    <a:pt x="982545" y="1331241"/>
                  </a:lnTo>
                  <a:lnTo>
                    <a:pt x="982547" y="1331226"/>
                  </a:lnTo>
                  <a:lnTo>
                    <a:pt x="982546" y="1331220"/>
                  </a:lnTo>
                  <a:lnTo>
                    <a:pt x="982544" y="1331214"/>
                  </a:lnTo>
                  <a:lnTo>
                    <a:pt x="982541" y="1331210"/>
                  </a:lnTo>
                  <a:lnTo>
                    <a:pt x="982527" y="1331199"/>
                  </a:lnTo>
                  <a:lnTo>
                    <a:pt x="982514" y="1331191"/>
                  </a:lnTo>
                  <a:lnTo>
                    <a:pt x="982511" y="1331188"/>
                  </a:lnTo>
                  <a:lnTo>
                    <a:pt x="982499" y="1331182"/>
                  </a:lnTo>
                  <a:lnTo>
                    <a:pt x="982492" y="1331177"/>
                  </a:lnTo>
                  <a:lnTo>
                    <a:pt x="982485" y="1331175"/>
                  </a:lnTo>
                  <a:lnTo>
                    <a:pt x="982480" y="1331172"/>
                  </a:lnTo>
                  <a:lnTo>
                    <a:pt x="982471" y="1331168"/>
                  </a:lnTo>
                  <a:lnTo>
                    <a:pt x="982454" y="1331162"/>
                  </a:lnTo>
                  <a:lnTo>
                    <a:pt x="982442" y="1331158"/>
                  </a:lnTo>
                  <a:lnTo>
                    <a:pt x="982427" y="1331156"/>
                  </a:lnTo>
                  <a:lnTo>
                    <a:pt x="982413" y="1331153"/>
                  </a:lnTo>
                  <a:lnTo>
                    <a:pt x="982405" y="1331152"/>
                  </a:lnTo>
                  <a:lnTo>
                    <a:pt x="982399" y="1331149"/>
                  </a:lnTo>
                  <a:lnTo>
                    <a:pt x="982384" y="1331144"/>
                  </a:lnTo>
                  <a:lnTo>
                    <a:pt x="982370" y="1331137"/>
                  </a:lnTo>
                  <a:lnTo>
                    <a:pt x="982339" y="1331127"/>
                  </a:lnTo>
                  <a:lnTo>
                    <a:pt x="982334" y="1331126"/>
                  </a:lnTo>
                  <a:lnTo>
                    <a:pt x="982324" y="1331122"/>
                  </a:lnTo>
                  <a:lnTo>
                    <a:pt x="982318" y="1331118"/>
                  </a:lnTo>
                  <a:lnTo>
                    <a:pt x="982304" y="1331111"/>
                  </a:lnTo>
                  <a:lnTo>
                    <a:pt x="982301" y="1331108"/>
                  </a:lnTo>
                  <a:lnTo>
                    <a:pt x="982290" y="1331102"/>
                  </a:lnTo>
                  <a:lnTo>
                    <a:pt x="982277" y="1331094"/>
                  </a:lnTo>
                  <a:lnTo>
                    <a:pt x="982261" y="1331086"/>
                  </a:lnTo>
                  <a:lnTo>
                    <a:pt x="982247" y="1331076"/>
                  </a:lnTo>
                  <a:lnTo>
                    <a:pt x="982232" y="1331065"/>
                  </a:lnTo>
                  <a:lnTo>
                    <a:pt x="982209" y="1331050"/>
                  </a:lnTo>
                  <a:lnTo>
                    <a:pt x="982206" y="1331046"/>
                  </a:lnTo>
                  <a:lnTo>
                    <a:pt x="982191" y="1331032"/>
                  </a:lnTo>
                  <a:lnTo>
                    <a:pt x="982187" y="1331030"/>
                  </a:lnTo>
                  <a:lnTo>
                    <a:pt x="982178" y="1331020"/>
                  </a:lnTo>
                  <a:lnTo>
                    <a:pt x="982163" y="1331007"/>
                  </a:lnTo>
                  <a:lnTo>
                    <a:pt x="982149" y="1330995"/>
                  </a:lnTo>
                  <a:lnTo>
                    <a:pt x="982136" y="1330982"/>
                  </a:lnTo>
                  <a:lnTo>
                    <a:pt x="982125" y="1330968"/>
                  </a:lnTo>
                  <a:lnTo>
                    <a:pt x="982117" y="1330953"/>
                  </a:lnTo>
                  <a:lnTo>
                    <a:pt x="982111" y="1330938"/>
                  </a:lnTo>
                  <a:lnTo>
                    <a:pt x="982107" y="1330923"/>
                  </a:lnTo>
                  <a:lnTo>
                    <a:pt x="982101" y="1330908"/>
                  </a:lnTo>
                  <a:lnTo>
                    <a:pt x="982094" y="1330893"/>
                  </a:lnTo>
                  <a:lnTo>
                    <a:pt x="982086" y="1330883"/>
                  </a:lnTo>
                  <a:lnTo>
                    <a:pt x="982085" y="1330878"/>
                  </a:lnTo>
                  <a:lnTo>
                    <a:pt x="982077" y="1330862"/>
                  </a:lnTo>
                  <a:lnTo>
                    <a:pt x="982074" y="1330851"/>
                  </a:lnTo>
                  <a:lnTo>
                    <a:pt x="982071" y="1330847"/>
                  </a:lnTo>
                  <a:lnTo>
                    <a:pt x="982070" y="1330844"/>
                  </a:lnTo>
                  <a:lnTo>
                    <a:pt x="982061" y="1330831"/>
                  </a:lnTo>
                  <a:lnTo>
                    <a:pt x="982045" y="1330825"/>
                  </a:lnTo>
                  <a:lnTo>
                    <a:pt x="982031" y="1330821"/>
                  </a:lnTo>
                  <a:lnTo>
                    <a:pt x="982017" y="1330818"/>
                  </a:lnTo>
                  <a:lnTo>
                    <a:pt x="982002" y="1330817"/>
                  </a:lnTo>
                  <a:lnTo>
                    <a:pt x="981988" y="1330817"/>
                  </a:lnTo>
                  <a:lnTo>
                    <a:pt x="981974" y="1330816"/>
                  </a:lnTo>
                  <a:lnTo>
                    <a:pt x="981966" y="1330816"/>
                  </a:lnTo>
                  <a:lnTo>
                    <a:pt x="981959" y="1330814"/>
                  </a:lnTo>
                  <a:lnTo>
                    <a:pt x="981945" y="1330812"/>
                  </a:lnTo>
                  <a:lnTo>
                    <a:pt x="981929" y="1330808"/>
                  </a:lnTo>
                  <a:lnTo>
                    <a:pt x="981916" y="1330804"/>
                  </a:lnTo>
                  <a:lnTo>
                    <a:pt x="981909" y="1330803"/>
                  </a:lnTo>
                  <a:lnTo>
                    <a:pt x="981902" y="1330799"/>
                  </a:lnTo>
                  <a:lnTo>
                    <a:pt x="981873" y="1330787"/>
                  </a:lnTo>
                  <a:lnTo>
                    <a:pt x="981866" y="1330783"/>
                  </a:lnTo>
                  <a:lnTo>
                    <a:pt x="981859" y="1330781"/>
                  </a:lnTo>
                  <a:lnTo>
                    <a:pt x="981844" y="1330778"/>
                  </a:lnTo>
                  <a:lnTo>
                    <a:pt x="981830" y="1330777"/>
                  </a:lnTo>
                  <a:lnTo>
                    <a:pt x="981815" y="1330779"/>
                  </a:lnTo>
                  <a:lnTo>
                    <a:pt x="981801" y="1330783"/>
                  </a:lnTo>
                  <a:lnTo>
                    <a:pt x="981795" y="1330785"/>
                  </a:lnTo>
                  <a:lnTo>
                    <a:pt x="981769" y="1330786"/>
                  </a:lnTo>
                  <a:lnTo>
                    <a:pt x="981754" y="1330784"/>
                  </a:lnTo>
                  <a:lnTo>
                    <a:pt x="981726" y="1330776"/>
                  </a:lnTo>
                  <a:lnTo>
                    <a:pt x="981711" y="1330769"/>
                  </a:lnTo>
                  <a:lnTo>
                    <a:pt x="981697" y="1330764"/>
                  </a:lnTo>
                  <a:lnTo>
                    <a:pt x="981661" y="1330763"/>
                  </a:lnTo>
                  <a:lnTo>
                    <a:pt x="981641" y="1330763"/>
                  </a:lnTo>
                  <a:lnTo>
                    <a:pt x="981636" y="1330763"/>
                  </a:lnTo>
                  <a:lnTo>
                    <a:pt x="981625" y="1330757"/>
                  </a:lnTo>
                  <a:lnTo>
                    <a:pt x="981621" y="1330753"/>
                  </a:lnTo>
                  <a:lnTo>
                    <a:pt x="981612" y="1330740"/>
                  </a:lnTo>
                  <a:lnTo>
                    <a:pt x="981605" y="1330725"/>
                  </a:lnTo>
                  <a:lnTo>
                    <a:pt x="981596" y="1330710"/>
                  </a:lnTo>
                  <a:lnTo>
                    <a:pt x="981583" y="1330694"/>
                  </a:lnTo>
                  <a:lnTo>
                    <a:pt x="981570" y="1330687"/>
                  </a:lnTo>
                  <a:lnTo>
                    <a:pt x="981563" y="1330684"/>
                  </a:lnTo>
                  <a:lnTo>
                    <a:pt x="981556" y="1330684"/>
                  </a:lnTo>
                  <a:lnTo>
                    <a:pt x="981542" y="1330687"/>
                  </a:lnTo>
                  <a:lnTo>
                    <a:pt x="981533" y="1330692"/>
                  </a:lnTo>
                  <a:lnTo>
                    <a:pt x="981528" y="1330697"/>
                  </a:lnTo>
                  <a:lnTo>
                    <a:pt x="981517" y="1330712"/>
                  </a:lnTo>
                  <a:lnTo>
                    <a:pt x="981506" y="1330727"/>
                  </a:lnTo>
                  <a:lnTo>
                    <a:pt x="981493" y="1330738"/>
                  </a:lnTo>
                  <a:lnTo>
                    <a:pt x="981486" y="1330742"/>
                  </a:lnTo>
                  <a:lnTo>
                    <a:pt x="981479" y="1330744"/>
                  </a:lnTo>
                  <a:lnTo>
                    <a:pt x="981470" y="1330747"/>
                  </a:lnTo>
                  <a:lnTo>
                    <a:pt x="981464" y="1330747"/>
                  </a:lnTo>
                  <a:lnTo>
                    <a:pt x="981450" y="1330748"/>
                  </a:lnTo>
                  <a:lnTo>
                    <a:pt x="981436" y="1330748"/>
                  </a:lnTo>
                  <a:lnTo>
                    <a:pt x="981421" y="1330748"/>
                  </a:lnTo>
                  <a:lnTo>
                    <a:pt x="981408" y="1330747"/>
                  </a:lnTo>
                  <a:lnTo>
                    <a:pt x="981393" y="1330746"/>
                  </a:lnTo>
                  <a:lnTo>
                    <a:pt x="981378" y="1330747"/>
                  </a:lnTo>
                  <a:lnTo>
                    <a:pt x="981361" y="1330750"/>
                  </a:lnTo>
                  <a:lnTo>
                    <a:pt x="981349" y="1330754"/>
                  </a:lnTo>
                  <a:lnTo>
                    <a:pt x="981321" y="1330758"/>
                  </a:lnTo>
                  <a:lnTo>
                    <a:pt x="981306" y="1330760"/>
                  </a:lnTo>
                  <a:lnTo>
                    <a:pt x="981292" y="1330758"/>
                  </a:lnTo>
                  <a:lnTo>
                    <a:pt x="981285" y="1330755"/>
                  </a:lnTo>
                  <a:lnTo>
                    <a:pt x="981276" y="1330750"/>
                  </a:lnTo>
                  <a:lnTo>
                    <a:pt x="981270" y="1330747"/>
                  </a:lnTo>
                  <a:lnTo>
                    <a:pt x="981264" y="1330739"/>
                  </a:lnTo>
                  <a:lnTo>
                    <a:pt x="981257" y="1330724"/>
                  </a:lnTo>
                  <a:lnTo>
                    <a:pt x="981252" y="1330709"/>
                  </a:lnTo>
                  <a:lnTo>
                    <a:pt x="981235" y="1330672"/>
                  </a:lnTo>
                  <a:lnTo>
                    <a:pt x="981230" y="1330657"/>
                  </a:lnTo>
                  <a:lnTo>
                    <a:pt x="981226" y="1330642"/>
                  </a:lnTo>
                  <a:lnTo>
                    <a:pt x="981220" y="1330627"/>
                  </a:lnTo>
                  <a:lnTo>
                    <a:pt x="981213" y="1330612"/>
                  </a:lnTo>
                  <a:lnTo>
                    <a:pt x="981208" y="1330597"/>
                  </a:lnTo>
                  <a:lnTo>
                    <a:pt x="981199" y="1330582"/>
                  </a:lnTo>
                  <a:lnTo>
                    <a:pt x="981197" y="1330578"/>
                  </a:lnTo>
                  <a:lnTo>
                    <a:pt x="981187" y="1330567"/>
                  </a:lnTo>
                  <a:lnTo>
                    <a:pt x="981185" y="1330563"/>
                  </a:lnTo>
                  <a:lnTo>
                    <a:pt x="981156" y="1330539"/>
                  </a:lnTo>
                  <a:lnTo>
                    <a:pt x="981141" y="1330530"/>
                  </a:lnTo>
                  <a:lnTo>
                    <a:pt x="981138" y="1330527"/>
                  </a:lnTo>
                  <a:lnTo>
                    <a:pt x="981127" y="1330524"/>
                  </a:lnTo>
                  <a:lnTo>
                    <a:pt x="981107" y="1330516"/>
                  </a:lnTo>
                  <a:lnTo>
                    <a:pt x="981098" y="1330516"/>
                  </a:lnTo>
                  <a:lnTo>
                    <a:pt x="981084" y="1330513"/>
                  </a:lnTo>
                  <a:lnTo>
                    <a:pt x="981070" y="1330511"/>
                  </a:lnTo>
                  <a:lnTo>
                    <a:pt x="981056" y="1330511"/>
                  </a:lnTo>
                  <a:lnTo>
                    <a:pt x="981025" y="1330503"/>
                  </a:lnTo>
                  <a:lnTo>
                    <a:pt x="981011" y="1330499"/>
                  </a:lnTo>
                  <a:lnTo>
                    <a:pt x="980998" y="1330494"/>
                  </a:lnTo>
                  <a:lnTo>
                    <a:pt x="980990" y="1330490"/>
                  </a:lnTo>
                  <a:lnTo>
                    <a:pt x="980984" y="1330489"/>
                  </a:lnTo>
                  <a:lnTo>
                    <a:pt x="980969" y="1330483"/>
                  </a:lnTo>
                  <a:lnTo>
                    <a:pt x="980961" y="1330480"/>
                  </a:lnTo>
                  <a:lnTo>
                    <a:pt x="980955" y="1330479"/>
                  </a:lnTo>
                  <a:lnTo>
                    <a:pt x="980941" y="1330476"/>
                  </a:lnTo>
                  <a:lnTo>
                    <a:pt x="980926" y="1330479"/>
                  </a:lnTo>
                  <a:lnTo>
                    <a:pt x="980921" y="1330479"/>
                  </a:lnTo>
                  <a:lnTo>
                    <a:pt x="980912" y="1330483"/>
                  </a:lnTo>
                  <a:lnTo>
                    <a:pt x="980898" y="1330486"/>
                  </a:lnTo>
                  <a:lnTo>
                    <a:pt x="980883" y="1330492"/>
                  </a:lnTo>
                  <a:lnTo>
                    <a:pt x="980876" y="1330496"/>
                  </a:lnTo>
                  <a:lnTo>
                    <a:pt x="980869" y="1330502"/>
                  </a:lnTo>
                  <a:lnTo>
                    <a:pt x="980852" y="1330513"/>
                  </a:lnTo>
                  <a:lnTo>
                    <a:pt x="980840" y="1330523"/>
                  </a:lnTo>
                  <a:lnTo>
                    <a:pt x="980827" y="1330528"/>
                  </a:lnTo>
                  <a:lnTo>
                    <a:pt x="980811" y="1330533"/>
                  </a:lnTo>
                  <a:lnTo>
                    <a:pt x="980797" y="1330533"/>
                  </a:lnTo>
                  <a:lnTo>
                    <a:pt x="980783" y="1330532"/>
                  </a:lnTo>
                  <a:lnTo>
                    <a:pt x="980775" y="1330532"/>
                  </a:lnTo>
                  <a:lnTo>
                    <a:pt x="980768" y="1330530"/>
                  </a:lnTo>
                  <a:lnTo>
                    <a:pt x="980762" y="1330528"/>
                  </a:lnTo>
                  <a:lnTo>
                    <a:pt x="980754" y="1330525"/>
                  </a:lnTo>
                  <a:lnTo>
                    <a:pt x="980748" y="1330523"/>
                  </a:lnTo>
                  <a:lnTo>
                    <a:pt x="980740" y="1330523"/>
                  </a:lnTo>
                  <a:lnTo>
                    <a:pt x="980725" y="1330523"/>
                  </a:lnTo>
                  <a:lnTo>
                    <a:pt x="980711" y="1330523"/>
                  </a:lnTo>
                  <a:lnTo>
                    <a:pt x="980696" y="1330528"/>
                  </a:lnTo>
                  <a:lnTo>
                    <a:pt x="980682" y="1330535"/>
                  </a:lnTo>
                  <a:lnTo>
                    <a:pt x="980662" y="1330546"/>
                  </a:lnTo>
                  <a:lnTo>
                    <a:pt x="980653" y="1330547"/>
                  </a:lnTo>
                  <a:lnTo>
                    <a:pt x="980639" y="1330545"/>
                  </a:lnTo>
                  <a:lnTo>
                    <a:pt x="980625" y="1330540"/>
                  </a:lnTo>
                  <a:lnTo>
                    <a:pt x="980610" y="1330531"/>
                  </a:lnTo>
                  <a:lnTo>
                    <a:pt x="980596" y="1330522"/>
                  </a:lnTo>
                  <a:lnTo>
                    <a:pt x="980579" y="1330512"/>
                  </a:lnTo>
                  <a:lnTo>
                    <a:pt x="980576" y="1330508"/>
                  </a:lnTo>
                  <a:lnTo>
                    <a:pt x="980568" y="1330502"/>
                  </a:lnTo>
                  <a:lnTo>
                    <a:pt x="980554" y="1330491"/>
                  </a:lnTo>
                  <a:lnTo>
                    <a:pt x="980549" y="1330489"/>
                  </a:lnTo>
                  <a:lnTo>
                    <a:pt x="980540" y="1330482"/>
                  </a:lnTo>
                  <a:lnTo>
                    <a:pt x="980525" y="1330472"/>
                  </a:lnTo>
                  <a:lnTo>
                    <a:pt x="980510" y="1330461"/>
                  </a:lnTo>
                  <a:lnTo>
                    <a:pt x="980496" y="1330452"/>
                  </a:lnTo>
                  <a:lnTo>
                    <a:pt x="980490" y="1330448"/>
                  </a:lnTo>
                  <a:lnTo>
                    <a:pt x="980484" y="1330448"/>
                  </a:lnTo>
                  <a:lnTo>
                    <a:pt x="980480" y="1330448"/>
                  </a:lnTo>
                  <a:lnTo>
                    <a:pt x="980473" y="1330454"/>
                  </a:lnTo>
                  <a:lnTo>
                    <a:pt x="980469" y="1330459"/>
                  </a:lnTo>
                  <a:lnTo>
                    <a:pt x="980461" y="1330474"/>
                  </a:lnTo>
                  <a:lnTo>
                    <a:pt x="980455" y="1330490"/>
                  </a:lnTo>
                  <a:lnTo>
                    <a:pt x="980446" y="1330505"/>
                  </a:lnTo>
                  <a:lnTo>
                    <a:pt x="980442" y="1330510"/>
                  </a:lnTo>
                  <a:lnTo>
                    <a:pt x="980439" y="1330513"/>
                  </a:lnTo>
                  <a:lnTo>
                    <a:pt x="980432" y="1330516"/>
                  </a:lnTo>
                  <a:lnTo>
                    <a:pt x="980428" y="1330518"/>
                  </a:lnTo>
                  <a:lnTo>
                    <a:pt x="980423" y="1330519"/>
                  </a:lnTo>
                  <a:lnTo>
                    <a:pt x="980418" y="1330518"/>
                  </a:lnTo>
                  <a:lnTo>
                    <a:pt x="980403" y="1330512"/>
                  </a:lnTo>
                  <a:lnTo>
                    <a:pt x="980387" y="1330504"/>
                  </a:lnTo>
                  <a:lnTo>
                    <a:pt x="980375" y="1330496"/>
                  </a:lnTo>
                  <a:lnTo>
                    <a:pt x="980365" y="1330490"/>
                  </a:lnTo>
                  <a:lnTo>
                    <a:pt x="980360" y="1330489"/>
                  </a:lnTo>
                  <a:lnTo>
                    <a:pt x="980354" y="1330488"/>
                  </a:lnTo>
                  <a:lnTo>
                    <a:pt x="980350" y="1330489"/>
                  </a:lnTo>
                  <a:lnTo>
                    <a:pt x="980346" y="1330492"/>
                  </a:lnTo>
                  <a:lnTo>
                    <a:pt x="980340" y="1330500"/>
                  </a:lnTo>
                  <a:lnTo>
                    <a:pt x="980339" y="1330507"/>
                  </a:lnTo>
                  <a:lnTo>
                    <a:pt x="980338" y="1330514"/>
                  </a:lnTo>
                  <a:lnTo>
                    <a:pt x="980338" y="1330522"/>
                  </a:lnTo>
                  <a:lnTo>
                    <a:pt x="980334" y="1330538"/>
                  </a:lnTo>
                  <a:lnTo>
                    <a:pt x="980330" y="1330553"/>
                  </a:lnTo>
                  <a:lnTo>
                    <a:pt x="980329" y="1330559"/>
                  </a:lnTo>
                  <a:lnTo>
                    <a:pt x="980325" y="1330567"/>
                  </a:lnTo>
                  <a:lnTo>
                    <a:pt x="980320" y="1330573"/>
                  </a:lnTo>
                  <a:lnTo>
                    <a:pt x="980313" y="1330578"/>
                  </a:lnTo>
                  <a:lnTo>
                    <a:pt x="980299" y="1330589"/>
                  </a:lnTo>
                  <a:lnTo>
                    <a:pt x="980295" y="1330593"/>
                  </a:lnTo>
                  <a:lnTo>
                    <a:pt x="980285" y="1330599"/>
                  </a:lnTo>
                  <a:lnTo>
                    <a:pt x="980271" y="1330609"/>
                  </a:lnTo>
                  <a:lnTo>
                    <a:pt x="980264" y="1330614"/>
                  </a:lnTo>
                  <a:lnTo>
                    <a:pt x="980257" y="1330623"/>
                  </a:lnTo>
                  <a:lnTo>
                    <a:pt x="980252" y="1330629"/>
                  </a:lnTo>
                  <a:lnTo>
                    <a:pt x="980246" y="1330638"/>
                  </a:lnTo>
                  <a:lnTo>
                    <a:pt x="980240" y="1330653"/>
                  </a:lnTo>
                  <a:lnTo>
                    <a:pt x="980235" y="1330668"/>
                  </a:lnTo>
                  <a:lnTo>
                    <a:pt x="980233" y="1330675"/>
                  </a:lnTo>
                  <a:lnTo>
                    <a:pt x="980233" y="1330681"/>
                  </a:lnTo>
                  <a:lnTo>
                    <a:pt x="980232" y="1330698"/>
                  </a:lnTo>
                  <a:lnTo>
                    <a:pt x="980233" y="1330713"/>
                  </a:lnTo>
                  <a:lnTo>
                    <a:pt x="980233" y="1330728"/>
                  </a:lnTo>
                  <a:lnTo>
                    <a:pt x="980234" y="1330743"/>
                  </a:lnTo>
                  <a:lnTo>
                    <a:pt x="980235" y="1330757"/>
                  </a:lnTo>
                  <a:lnTo>
                    <a:pt x="980234" y="1330773"/>
                  </a:lnTo>
                  <a:lnTo>
                    <a:pt x="980235" y="1330788"/>
                  </a:lnTo>
                  <a:lnTo>
                    <a:pt x="980235" y="1330803"/>
                  </a:lnTo>
                  <a:lnTo>
                    <a:pt x="980235" y="1330818"/>
                  </a:lnTo>
                  <a:lnTo>
                    <a:pt x="980230" y="1330833"/>
                  </a:lnTo>
                  <a:lnTo>
                    <a:pt x="980228" y="1330837"/>
                  </a:lnTo>
                  <a:lnTo>
                    <a:pt x="980217" y="1330849"/>
                  </a:lnTo>
                  <a:lnTo>
                    <a:pt x="980211" y="1330854"/>
                  </a:lnTo>
                  <a:lnTo>
                    <a:pt x="980205" y="1330856"/>
                  </a:lnTo>
                  <a:lnTo>
                    <a:pt x="980196" y="1330858"/>
                  </a:lnTo>
                  <a:lnTo>
                    <a:pt x="980190" y="1330856"/>
                  </a:lnTo>
                  <a:lnTo>
                    <a:pt x="980177" y="1330845"/>
                  </a:lnTo>
                  <a:lnTo>
                    <a:pt x="980170" y="1330839"/>
                  </a:lnTo>
                  <a:lnTo>
                    <a:pt x="980164" y="1330830"/>
                  </a:lnTo>
                  <a:lnTo>
                    <a:pt x="980159" y="1330822"/>
                  </a:lnTo>
                  <a:lnTo>
                    <a:pt x="980153" y="1330815"/>
                  </a:lnTo>
                  <a:lnTo>
                    <a:pt x="980138" y="1330804"/>
                  </a:lnTo>
                  <a:lnTo>
                    <a:pt x="980134" y="1330799"/>
                  </a:lnTo>
                  <a:lnTo>
                    <a:pt x="980124" y="1330793"/>
                  </a:lnTo>
                  <a:lnTo>
                    <a:pt x="980117" y="1330789"/>
                  </a:lnTo>
                  <a:lnTo>
                    <a:pt x="980110" y="1330787"/>
                  </a:lnTo>
                  <a:lnTo>
                    <a:pt x="980103" y="1330784"/>
                  </a:lnTo>
                  <a:lnTo>
                    <a:pt x="980066" y="1330788"/>
                  </a:lnTo>
                  <a:lnTo>
                    <a:pt x="980051" y="1330792"/>
                  </a:lnTo>
                  <a:lnTo>
                    <a:pt x="980037" y="1330793"/>
                  </a:lnTo>
                  <a:lnTo>
                    <a:pt x="980023" y="1330793"/>
                  </a:lnTo>
                  <a:lnTo>
                    <a:pt x="980006" y="1330794"/>
                  </a:lnTo>
                  <a:lnTo>
                    <a:pt x="979994" y="1330796"/>
                  </a:lnTo>
                  <a:lnTo>
                    <a:pt x="979980" y="1330798"/>
                  </a:lnTo>
                  <a:lnTo>
                    <a:pt x="979970" y="1330802"/>
                  </a:lnTo>
                  <a:lnTo>
                    <a:pt x="979965" y="1330802"/>
                  </a:lnTo>
                  <a:lnTo>
                    <a:pt x="979957" y="1330806"/>
                  </a:lnTo>
                  <a:lnTo>
                    <a:pt x="979951" y="1330807"/>
                  </a:lnTo>
                  <a:lnTo>
                    <a:pt x="979936" y="1330811"/>
                  </a:lnTo>
                  <a:lnTo>
                    <a:pt x="979922" y="1330811"/>
                  </a:lnTo>
                  <a:lnTo>
                    <a:pt x="979908" y="1330810"/>
                  </a:lnTo>
                  <a:lnTo>
                    <a:pt x="979901" y="1330806"/>
                  </a:lnTo>
                  <a:lnTo>
                    <a:pt x="979893" y="1330806"/>
                  </a:lnTo>
                  <a:lnTo>
                    <a:pt x="979888" y="1330805"/>
                  </a:lnTo>
                  <a:lnTo>
                    <a:pt x="979879" y="1330804"/>
                  </a:lnTo>
                  <a:lnTo>
                    <a:pt x="979865" y="1330802"/>
                  </a:lnTo>
                  <a:lnTo>
                    <a:pt x="979849" y="1330800"/>
                  </a:lnTo>
                  <a:lnTo>
                    <a:pt x="979836" y="1330802"/>
                  </a:lnTo>
                  <a:lnTo>
                    <a:pt x="979822" y="1330806"/>
                  </a:lnTo>
                  <a:lnTo>
                    <a:pt x="979816" y="1330806"/>
                  </a:lnTo>
                  <a:lnTo>
                    <a:pt x="979808" y="1330814"/>
                  </a:lnTo>
                  <a:lnTo>
                    <a:pt x="979801" y="1330819"/>
                  </a:lnTo>
                  <a:lnTo>
                    <a:pt x="979796" y="1330828"/>
                  </a:lnTo>
                  <a:lnTo>
                    <a:pt x="979781" y="1330851"/>
                  </a:lnTo>
                  <a:lnTo>
                    <a:pt x="979774" y="1330859"/>
                  </a:lnTo>
                  <a:lnTo>
                    <a:pt x="979761" y="1330869"/>
                  </a:lnTo>
                  <a:lnTo>
                    <a:pt x="979755" y="1330871"/>
                  </a:lnTo>
                  <a:lnTo>
                    <a:pt x="979747" y="1330871"/>
                  </a:lnTo>
                  <a:lnTo>
                    <a:pt x="979739" y="1330871"/>
                  </a:lnTo>
                  <a:lnTo>
                    <a:pt x="979732" y="1330869"/>
                  </a:lnTo>
                  <a:lnTo>
                    <a:pt x="979725" y="1330866"/>
                  </a:lnTo>
                  <a:lnTo>
                    <a:pt x="979717" y="1330859"/>
                  </a:lnTo>
                  <a:lnTo>
                    <a:pt x="979705" y="1330832"/>
                  </a:lnTo>
                  <a:lnTo>
                    <a:pt x="979699" y="1330822"/>
                  </a:lnTo>
                  <a:lnTo>
                    <a:pt x="979696" y="1330817"/>
                  </a:lnTo>
                  <a:lnTo>
                    <a:pt x="979686" y="1330807"/>
                  </a:lnTo>
                  <a:lnTo>
                    <a:pt x="979673" y="1330793"/>
                  </a:lnTo>
                  <a:lnTo>
                    <a:pt x="979659" y="1330780"/>
                  </a:lnTo>
                  <a:lnTo>
                    <a:pt x="979656" y="1330776"/>
                  </a:lnTo>
                  <a:lnTo>
                    <a:pt x="979645" y="1330773"/>
                  </a:lnTo>
                  <a:lnTo>
                    <a:pt x="979630" y="1330771"/>
                  </a:lnTo>
                  <a:lnTo>
                    <a:pt x="979616" y="1330769"/>
                  </a:lnTo>
                  <a:lnTo>
                    <a:pt x="979601" y="1330771"/>
                  </a:lnTo>
                  <a:lnTo>
                    <a:pt x="979587" y="1330771"/>
                  </a:lnTo>
                  <a:lnTo>
                    <a:pt x="979573" y="1330769"/>
                  </a:lnTo>
                  <a:lnTo>
                    <a:pt x="979558" y="1330769"/>
                  </a:lnTo>
                  <a:lnTo>
                    <a:pt x="979553" y="1330769"/>
                  </a:lnTo>
                  <a:lnTo>
                    <a:pt x="979544" y="1330765"/>
                  </a:lnTo>
                  <a:lnTo>
                    <a:pt x="979540" y="1330764"/>
                  </a:lnTo>
                  <a:lnTo>
                    <a:pt x="979517" y="1330739"/>
                  </a:lnTo>
                  <a:lnTo>
                    <a:pt x="979511" y="1330731"/>
                  </a:lnTo>
                  <a:lnTo>
                    <a:pt x="979507" y="1330722"/>
                  </a:lnTo>
                  <a:lnTo>
                    <a:pt x="979505" y="1330709"/>
                  </a:lnTo>
                  <a:lnTo>
                    <a:pt x="979501" y="1330699"/>
                  </a:lnTo>
                  <a:lnTo>
                    <a:pt x="979492" y="1330671"/>
                  </a:lnTo>
                  <a:lnTo>
                    <a:pt x="979490" y="1330660"/>
                  </a:lnTo>
                  <a:lnTo>
                    <a:pt x="979487" y="1330645"/>
                  </a:lnTo>
                  <a:lnTo>
                    <a:pt x="979485" y="1330630"/>
                  </a:lnTo>
                  <a:lnTo>
                    <a:pt x="979482" y="1330620"/>
                  </a:lnTo>
                  <a:lnTo>
                    <a:pt x="979484" y="1330615"/>
                  </a:lnTo>
                  <a:lnTo>
                    <a:pt x="979484" y="1330609"/>
                  </a:lnTo>
                  <a:lnTo>
                    <a:pt x="979487" y="1330600"/>
                  </a:lnTo>
                  <a:lnTo>
                    <a:pt x="979497" y="1330585"/>
                  </a:lnTo>
                  <a:lnTo>
                    <a:pt x="979506" y="1330568"/>
                  </a:lnTo>
                  <a:lnTo>
                    <a:pt x="979519" y="1330553"/>
                  </a:lnTo>
                  <a:lnTo>
                    <a:pt x="979524" y="1330545"/>
                  </a:lnTo>
                  <a:lnTo>
                    <a:pt x="979533" y="1330520"/>
                  </a:lnTo>
                  <a:lnTo>
                    <a:pt x="979533" y="1330512"/>
                  </a:lnTo>
                  <a:lnTo>
                    <a:pt x="979530" y="1330503"/>
                  </a:lnTo>
                  <a:lnTo>
                    <a:pt x="979521" y="1330493"/>
                  </a:lnTo>
                  <a:lnTo>
                    <a:pt x="979517" y="1330491"/>
                  </a:lnTo>
                  <a:lnTo>
                    <a:pt x="979503" y="1330484"/>
                  </a:lnTo>
                  <a:lnTo>
                    <a:pt x="979489" y="1330472"/>
                  </a:lnTo>
                  <a:lnTo>
                    <a:pt x="979485" y="1330467"/>
                  </a:lnTo>
                  <a:lnTo>
                    <a:pt x="979483" y="1330459"/>
                  </a:lnTo>
                  <a:lnTo>
                    <a:pt x="979483" y="1330454"/>
                  </a:lnTo>
                  <a:lnTo>
                    <a:pt x="979487" y="1330446"/>
                  </a:lnTo>
                  <a:lnTo>
                    <a:pt x="979490" y="1330442"/>
                  </a:lnTo>
                  <a:lnTo>
                    <a:pt x="979501" y="1330428"/>
                  </a:lnTo>
                  <a:lnTo>
                    <a:pt x="979509" y="1330414"/>
                  </a:lnTo>
                  <a:lnTo>
                    <a:pt x="979509" y="1330404"/>
                  </a:lnTo>
                  <a:lnTo>
                    <a:pt x="979507" y="1330398"/>
                  </a:lnTo>
                  <a:lnTo>
                    <a:pt x="979499" y="1330383"/>
                  </a:lnTo>
                  <a:lnTo>
                    <a:pt x="979492" y="1330368"/>
                  </a:lnTo>
                  <a:lnTo>
                    <a:pt x="979488" y="1330353"/>
                  </a:lnTo>
                  <a:lnTo>
                    <a:pt x="979488" y="1330338"/>
                  </a:lnTo>
                  <a:lnTo>
                    <a:pt x="979490" y="1330330"/>
                  </a:lnTo>
                  <a:lnTo>
                    <a:pt x="979496" y="1330323"/>
                  </a:lnTo>
                  <a:lnTo>
                    <a:pt x="979499" y="1330317"/>
                  </a:lnTo>
                  <a:lnTo>
                    <a:pt x="979508" y="1330313"/>
                  </a:lnTo>
                  <a:lnTo>
                    <a:pt x="979522" y="1330311"/>
                  </a:lnTo>
                  <a:lnTo>
                    <a:pt x="979530" y="1330309"/>
                  </a:lnTo>
                  <a:lnTo>
                    <a:pt x="979537" y="1330305"/>
                  </a:lnTo>
                  <a:lnTo>
                    <a:pt x="979542" y="1330298"/>
                  </a:lnTo>
                  <a:lnTo>
                    <a:pt x="979542" y="1330290"/>
                  </a:lnTo>
                  <a:lnTo>
                    <a:pt x="979541" y="1330285"/>
                  </a:lnTo>
                  <a:lnTo>
                    <a:pt x="979532" y="1330276"/>
                  </a:lnTo>
                  <a:lnTo>
                    <a:pt x="979521" y="1330272"/>
                  </a:lnTo>
                  <a:lnTo>
                    <a:pt x="979502" y="1330266"/>
                  </a:lnTo>
                  <a:lnTo>
                    <a:pt x="979497" y="1330258"/>
                  </a:lnTo>
                  <a:lnTo>
                    <a:pt x="979494" y="1330251"/>
                  </a:lnTo>
                  <a:lnTo>
                    <a:pt x="979492" y="1330246"/>
                  </a:lnTo>
                  <a:lnTo>
                    <a:pt x="979492" y="1330240"/>
                  </a:lnTo>
                  <a:lnTo>
                    <a:pt x="979494" y="1330236"/>
                  </a:lnTo>
                  <a:lnTo>
                    <a:pt x="979501" y="1330229"/>
                  </a:lnTo>
                  <a:lnTo>
                    <a:pt x="979507" y="1330225"/>
                  </a:lnTo>
                  <a:lnTo>
                    <a:pt x="979522" y="1330217"/>
                  </a:lnTo>
                  <a:lnTo>
                    <a:pt x="979547" y="1330208"/>
                  </a:lnTo>
                  <a:lnTo>
                    <a:pt x="979552" y="1330206"/>
                  </a:lnTo>
                  <a:lnTo>
                    <a:pt x="979557" y="1330205"/>
                  </a:lnTo>
                  <a:lnTo>
                    <a:pt x="979561" y="1330202"/>
                  </a:lnTo>
                  <a:lnTo>
                    <a:pt x="979586" y="1330192"/>
                  </a:lnTo>
                  <a:lnTo>
                    <a:pt x="979608" y="1330190"/>
                  </a:lnTo>
                  <a:lnTo>
                    <a:pt x="979618" y="1330187"/>
                  </a:lnTo>
                  <a:lnTo>
                    <a:pt x="979629" y="1330186"/>
                  </a:lnTo>
                  <a:lnTo>
                    <a:pt x="979632" y="1330184"/>
                  </a:lnTo>
                  <a:lnTo>
                    <a:pt x="979640" y="1330181"/>
                  </a:lnTo>
                  <a:lnTo>
                    <a:pt x="979651" y="1330173"/>
                  </a:lnTo>
                  <a:lnTo>
                    <a:pt x="979659" y="1330164"/>
                  </a:lnTo>
                  <a:lnTo>
                    <a:pt x="979670" y="1330149"/>
                  </a:lnTo>
                  <a:lnTo>
                    <a:pt x="979683" y="1330134"/>
                  </a:lnTo>
                  <a:lnTo>
                    <a:pt x="979696" y="1330121"/>
                  </a:lnTo>
                  <a:lnTo>
                    <a:pt x="979701" y="1330114"/>
                  </a:lnTo>
                  <a:lnTo>
                    <a:pt x="979701" y="1330106"/>
                  </a:lnTo>
                  <a:lnTo>
                    <a:pt x="979701" y="1330091"/>
                  </a:lnTo>
                  <a:lnTo>
                    <a:pt x="979703" y="1330081"/>
                  </a:lnTo>
                  <a:lnTo>
                    <a:pt x="979706" y="1330076"/>
                  </a:lnTo>
                  <a:lnTo>
                    <a:pt x="979719" y="1330059"/>
                  </a:lnTo>
                  <a:lnTo>
                    <a:pt x="979731" y="1330044"/>
                  </a:lnTo>
                  <a:lnTo>
                    <a:pt x="979737" y="1330034"/>
                  </a:lnTo>
                  <a:lnTo>
                    <a:pt x="979738" y="1330029"/>
                  </a:lnTo>
                  <a:lnTo>
                    <a:pt x="979740" y="1330025"/>
                  </a:lnTo>
                  <a:lnTo>
                    <a:pt x="979741" y="1330014"/>
                  </a:lnTo>
                  <a:lnTo>
                    <a:pt x="979740" y="1329999"/>
                  </a:lnTo>
                  <a:lnTo>
                    <a:pt x="979740" y="1329984"/>
                  </a:lnTo>
                  <a:lnTo>
                    <a:pt x="979737" y="1329969"/>
                  </a:lnTo>
                  <a:lnTo>
                    <a:pt x="979733" y="1329954"/>
                  </a:lnTo>
                  <a:lnTo>
                    <a:pt x="979734" y="1329939"/>
                  </a:lnTo>
                  <a:lnTo>
                    <a:pt x="979734" y="1329933"/>
                  </a:lnTo>
                  <a:lnTo>
                    <a:pt x="979737" y="1329924"/>
                  </a:lnTo>
                  <a:lnTo>
                    <a:pt x="979745" y="1329909"/>
                  </a:lnTo>
                  <a:lnTo>
                    <a:pt x="979751" y="1329900"/>
                  </a:lnTo>
                  <a:lnTo>
                    <a:pt x="979758" y="1329894"/>
                  </a:lnTo>
                  <a:lnTo>
                    <a:pt x="979772" y="1329880"/>
                  </a:lnTo>
                  <a:lnTo>
                    <a:pt x="979786" y="1329869"/>
                  </a:lnTo>
                  <a:lnTo>
                    <a:pt x="979799" y="1329856"/>
                  </a:lnTo>
                  <a:lnTo>
                    <a:pt x="979804" y="1329848"/>
                  </a:lnTo>
                  <a:lnTo>
                    <a:pt x="979807" y="1329841"/>
                  </a:lnTo>
                  <a:lnTo>
                    <a:pt x="979812" y="1329834"/>
                  </a:lnTo>
                  <a:lnTo>
                    <a:pt x="979815" y="1329826"/>
                  </a:lnTo>
                  <a:lnTo>
                    <a:pt x="979819" y="1329812"/>
                  </a:lnTo>
                  <a:lnTo>
                    <a:pt x="979824" y="1329804"/>
                  </a:lnTo>
                  <a:lnTo>
                    <a:pt x="979830" y="1329798"/>
                  </a:lnTo>
                  <a:lnTo>
                    <a:pt x="979869" y="1329760"/>
                  </a:lnTo>
                  <a:lnTo>
                    <a:pt x="979880" y="1329747"/>
                  </a:lnTo>
                  <a:lnTo>
                    <a:pt x="979890" y="1329732"/>
                  </a:lnTo>
                  <a:lnTo>
                    <a:pt x="979894" y="1329717"/>
                  </a:lnTo>
                  <a:lnTo>
                    <a:pt x="979894" y="1329702"/>
                  </a:lnTo>
                  <a:lnTo>
                    <a:pt x="979894" y="1329687"/>
                  </a:lnTo>
                  <a:lnTo>
                    <a:pt x="979894" y="1329672"/>
                  </a:lnTo>
                  <a:lnTo>
                    <a:pt x="979894" y="1329657"/>
                  </a:lnTo>
                  <a:lnTo>
                    <a:pt x="979894" y="1329642"/>
                  </a:lnTo>
                  <a:lnTo>
                    <a:pt x="979892" y="1329627"/>
                  </a:lnTo>
                  <a:lnTo>
                    <a:pt x="979887" y="1329612"/>
                  </a:lnTo>
                  <a:lnTo>
                    <a:pt x="979881" y="1329600"/>
                  </a:lnTo>
                  <a:lnTo>
                    <a:pt x="979878" y="1329597"/>
                  </a:lnTo>
                  <a:lnTo>
                    <a:pt x="979868" y="1329582"/>
                  </a:lnTo>
                  <a:lnTo>
                    <a:pt x="979854" y="1329570"/>
                  </a:lnTo>
                  <a:lnTo>
                    <a:pt x="979840" y="1329559"/>
                  </a:lnTo>
                  <a:lnTo>
                    <a:pt x="979811" y="1329541"/>
                  </a:lnTo>
                  <a:lnTo>
                    <a:pt x="979797" y="1329533"/>
                  </a:lnTo>
                  <a:lnTo>
                    <a:pt x="979784" y="1329530"/>
                  </a:lnTo>
                  <a:lnTo>
                    <a:pt x="979754" y="1329526"/>
                  </a:lnTo>
                  <a:lnTo>
                    <a:pt x="979739" y="1329526"/>
                  </a:lnTo>
                  <a:lnTo>
                    <a:pt x="979725" y="1329526"/>
                  </a:lnTo>
                  <a:lnTo>
                    <a:pt x="979716" y="1329521"/>
                  </a:lnTo>
                  <a:lnTo>
                    <a:pt x="979712" y="1329516"/>
                  </a:lnTo>
                  <a:lnTo>
                    <a:pt x="979704" y="1329509"/>
                  </a:lnTo>
                  <a:lnTo>
                    <a:pt x="979700" y="1329503"/>
                  </a:lnTo>
                  <a:lnTo>
                    <a:pt x="979694" y="1329496"/>
                  </a:lnTo>
                  <a:lnTo>
                    <a:pt x="979690" y="1329487"/>
                  </a:lnTo>
                  <a:lnTo>
                    <a:pt x="979687" y="1329481"/>
                  </a:lnTo>
                  <a:lnTo>
                    <a:pt x="979685" y="1329472"/>
                  </a:lnTo>
                  <a:lnTo>
                    <a:pt x="979681" y="1329457"/>
                  </a:lnTo>
                  <a:lnTo>
                    <a:pt x="979680" y="1329442"/>
                  </a:lnTo>
                  <a:lnTo>
                    <a:pt x="979679" y="1329427"/>
                  </a:lnTo>
                  <a:lnTo>
                    <a:pt x="979679" y="1329412"/>
                  </a:lnTo>
                  <a:lnTo>
                    <a:pt x="979680" y="1329397"/>
                  </a:lnTo>
                  <a:lnTo>
                    <a:pt x="979681" y="1329382"/>
                  </a:lnTo>
                  <a:lnTo>
                    <a:pt x="979682" y="1329367"/>
                  </a:lnTo>
                  <a:lnTo>
                    <a:pt x="979683" y="1329352"/>
                  </a:lnTo>
                  <a:lnTo>
                    <a:pt x="979685" y="1329337"/>
                  </a:lnTo>
                  <a:lnTo>
                    <a:pt x="979685" y="1329322"/>
                  </a:lnTo>
                  <a:lnTo>
                    <a:pt x="979688" y="1329294"/>
                  </a:lnTo>
                  <a:lnTo>
                    <a:pt x="979700" y="1329295"/>
                  </a:lnTo>
                  <a:lnTo>
                    <a:pt x="979714" y="1329302"/>
                  </a:lnTo>
                  <a:lnTo>
                    <a:pt x="979722" y="1329306"/>
                  </a:lnTo>
                  <a:lnTo>
                    <a:pt x="979729" y="1329307"/>
                  </a:lnTo>
                  <a:lnTo>
                    <a:pt x="979738" y="1329306"/>
                  </a:lnTo>
                  <a:lnTo>
                    <a:pt x="979744" y="1329301"/>
                  </a:lnTo>
                  <a:lnTo>
                    <a:pt x="979757" y="1329290"/>
                  </a:lnTo>
                  <a:lnTo>
                    <a:pt x="979781" y="1329265"/>
                  </a:lnTo>
                  <a:lnTo>
                    <a:pt x="979793" y="1329267"/>
                  </a:lnTo>
                  <a:lnTo>
                    <a:pt x="979807" y="1329271"/>
                  </a:lnTo>
                  <a:lnTo>
                    <a:pt x="979813" y="1329274"/>
                  </a:lnTo>
                  <a:lnTo>
                    <a:pt x="979821" y="1329278"/>
                  </a:lnTo>
                  <a:lnTo>
                    <a:pt x="979850" y="1329289"/>
                  </a:lnTo>
                  <a:lnTo>
                    <a:pt x="979864" y="1329293"/>
                  </a:lnTo>
                  <a:lnTo>
                    <a:pt x="979872" y="1329289"/>
                  </a:lnTo>
                  <a:lnTo>
                    <a:pt x="979878" y="1329282"/>
                  </a:lnTo>
                  <a:lnTo>
                    <a:pt x="979884" y="1329267"/>
                  </a:lnTo>
                  <a:lnTo>
                    <a:pt x="979887" y="1329252"/>
                  </a:lnTo>
                  <a:lnTo>
                    <a:pt x="979892" y="1329237"/>
                  </a:lnTo>
                  <a:lnTo>
                    <a:pt x="979898" y="1329227"/>
                  </a:lnTo>
                  <a:lnTo>
                    <a:pt x="979903" y="1329222"/>
                  </a:lnTo>
                  <a:lnTo>
                    <a:pt x="979912" y="1329218"/>
                  </a:lnTo>
                  <a:lnTo>
                    <a:pt x="979917" y="1329218"/>
                  </a:lnTo>
                  <a:lnTo>
                    <a:pt x="979928" y="1329217"/>
                  </a:lnTo>
                  <a:lnTo>
                    <a:pt x="979931" y="1329215"/>
                  </a:lnTo>
                  <a:lnTo>
                    <a:pt x="979937" y="1329210"/>
                  </a:lnTo>
                  <a:lnTo>
                    <a:pt x="979941" y="1329203"/>
                  </a:lnTo>
                  <a:lnTo>
                    <a:pt x="979949" y="1329192"/>
                  </a:lnTo>
                  <a:lnTo>
                    <a:pt x="979954" y="1329190"/>
                  </a:lnTo>
                  <a:lnTo>
                    <a:pt x="979958" y="1329188"/>
                  </a:lnTo>
                  <a:lnTo>
                    <a:pt x="979969" y="1329187"/>
                  </a:lnTo>
                  <a:lnTo>
                    <a:pt x="979983" y="1329185"/>
                  </a:lnTo>
                  <a:lnTo>
                    <a:pt x="979989" y="1329184"/>
                  </a:lnTo>
                  <a:lnTo>
                    <a:pt x="979994" y="1329181"/>
                  </a:lnTo>
                  <a:lnTo>
                    <a:pt x="979997" y="1329178"/>
                  </a:lnTo>
                  <a:lnTo>
                    <a:pt x="980009" y="1329158"/>
                  </a:lnTo>
                  <a:lnTo>
                    <a:pt x="980017" y="1329141"/>
                  </a:lnTo>
                  <a:lnTo>
                    <a:pt x="980038" y="1329111"/>
                  </a:lnTo>
                  <a:lnTo>
                    <a:pt x="980047" y="1329097"/>
                  </a:lnTo>
                  <a:lnTo>
                    <a:pt x="980063" y="1329088"/>
                  </a:lnTo>
                  <a:lnTo>
                    <a:pt x="980072" y="1329086"/>
                  </a:lnTo>
                  <a:lnTo>
                    <a:pt x="980078" y="1329083"/>
                  </a:lnTo>
                  <a:lnTo>
                    <a:pt x="980091" y="1329077"/>
                  </a:lnTo>
                  <a:lnTo>
                    <a:pt x="980106" y="1329068"/>
                  </a:lnTo>
                  <a:lnTo>
                    <a:pt x="980120" y="1329059"/>
                  </a:lnTo>
                  <a:lnTo>
                    <a:pt x="980129" y="1329053"/>
                  </a:lnTo>
                  <a:lnTo>
                    <a:pt x="980136" y="1329051"/>
                  </a:lnTo>
                  <a:lnTo>
                    <a:pt x="980141" y="1329047"/>
                  </a:lnTo>
                  <a:lnTo>
                    <a:pt x="980143" y="1329039"/>
                  </a:lnTo>
                  <a:lnTo>
                    <a:pt x="980147" y="1329028"/>
                  </a:lnTo>
                  <a:lnTo>
                    <a:pt x="980150" y="1329024"/>
                  </a:lnTo>
                  <a:lnTo>
                    <a:pt x="980155" y="1329017"/>
                  </a:lnTo>
                  <a:lnTo>
                    <a:pt x="980161" y="1329013"/>
                  </a:lnTo>
                  <a:lnTo>
                    <a:pt x="980169" y="1329008"/>
                  </a:lnTo>
                  <a:lnTo>
                    <a:pt x="980176" y="1329006"/>
                  </a:lnTo>
                  <a:lnTo>
                    <a:pt x="980191" y="1329003"/>
                  </a:lnTo>
                  <a:lnTo>
                    <a:pt x="980200" y="1328999"/>
                  </a:lnTo>
                  <a:lnTo>
                    <a:pt x="980205" y="1328995"/>
                  </a:lnTo>
                  <a:lnTo>
                    <a:pt x="980214" y="1328985"/>
                  </a:lnTo>
                  <a:lnTo>
                    <a:pt x="980216" y="1328980"/>
                  </a:lnTo>
                  <a:lnTo>
                    <a:pt x="980222" y="1328965"/>
                  </a:lnTo>
                  <a:lnTo>
                    <a:pt x="980225" y="1328950"/>
                  </a:lnTo>
                  <a:lnTo>
                    <a:pt x="980230" y="1328934"/>
                  </a:lnTo>
                  <a:lnTo>
                    <a:pt x="980239" y="1328922"/>
                  </a:lnTo>
                  <a:lnTo>
                    <a:pt x="980255" y="1328907"/>
                  </a:lnTo>
                  <a:lnTo>
                    <a:pt x="980275" y="1328896"/>
                  </a:lnTo>
                  <a:lnTo>
                    <a:pt x="980280" y="1328889"/>
                  </a:lnTo>
                  <a:lnTo>
                    <a:pt x="980283" y="1328864"/>
                  </a:lnTo>
                  <a:lnTo>
                    <a:pt x="980286" y="1328857"/>
                  </a:lnTo>
                  <a:lnTo>
                    <a:pt x="980289" y="1328854"/>
                  </a:lnTo>
                  <a:lnTo>
                    <a:pt x="980293" y="1328852"/>
                  </a:lnTo>
                  <a:lnTo>
                    <a:pt x="980300" y="1328851"/>
                  </a:lnTo>
                  <a:lnTo>
                    <a:pt x="980306" y="1328848"/>
                  </a:lnTo>
                  <a:lnTo>
                    <a:pt x="980314" y="1328842"/>
                  </a:lnTo>
                  <a:lnTo>
                    <a:pt x="980319" y="1328835"/>
                  </a:lnTo>
                  <a:lnTo>
                    <a:pt x="980320" y="1328828"/>
                  </a:lnTo>
                  <a:lnTo>
                    <a:pt x="980319" y="1328819"/>
                  </a:lnTo>
                  <a:lnTo>
                    <a:pt x="980319" y="1328813"/>
                  </a:lnTo>
                  <a:lnTo>
                    <a:pt x="980316" y="1328804"/>
                  </a:lnTo>
                  <a:lnTo>
                    <a:pt x="980314" y="1328789"/>
                  </a:lnTo>
                  <a:lnTo>
                    <a:pt x="980312" y="1328783"/>
                  </a:lnTo>
                  <a:lnTo>
                    <a:pt x="980312" y="1328775"/>
                  </a:lnTo>
                  <a:lnTo>
                    <a:pt x="980314" y="1328768"/>
                  </a:lnTo>
                  <a:lnTo>
                    <a:pt x="980319" y="1328759"/>
                  </a:lnTo>
                  <a:lnTo>
                    <a:pt x="980327" y="1328748"/>
                  </a:lnTo>
                  <a:lnTo>
                    <a:pt x="980330" y="1328744"/>
                  </a:lnTo>
                  <a:lnTo>
                    <a:pt x="980341" y="1328729"/>
                  </a:lnTo>
                  <a:lnTo>
                    <a:pt x="980346" y="1328716"/>
                  </a:lnTo>
                  <a:lnTo>
                    <a:pt x="980348" y="1328701"/>
                  </a:lnTo>
                  <a:lnTo>
                    <a:pt x="980347" y="1328679"/>
                  </a:lnTo>
                  <a:lnTo>
                    <a:pt x="980360" y="1328660"/>
                  </a:lnTo>
                  <a:lnTo>
                    <a:pt x="980374" y="1328646"/>
                  </a:lnTo>
                  <a:lnTo>
                    <a:pt x="980388" y="1328632"/>
                  </a:lnTo>
                  <a:lnTo>
                    <a:pt x="980396" y="1328624"/>
                  </a:lnTo>
                  <a:lnTo>
                    <a:pt x="980399" y="1328618"/>
                  </a:lnTo>
                  <a:lnTo>
                    <a:pt x="980403" y="1328603"/>
                  </a:lnTo>
                  <a:lnTo>
                    <a:pt x="980406" y="1328588"/>
                  </a:lnTo>
                  <a:lnTo>
                    <a:pt x="980410" y="1328573"/>
                  </a:lnTo>
                  <a:lnTo>
                    <a:pt x="980415" y="1328565"/>
                  </a:lnTo>
                  <a:lnTo>
                    <a:pt x="980422" y="1328560"/>
                  </a:lnTo>
                  <a:lnTo>
                    <a:pt x="980435" y="1328552"/>
                  </a:lnTo>
                  <a:lnTo>
                    <a:pt x="980447" y="1328545"/>
                  </a:lnTo>
                  <a:lnTo>
                    <a:pt x="980451" y="1328541"/>
                  </a:lnTo>
                  <a:lnTo>
                    <a:pt x="980459" y="1328532"/>
                  </a:lnTo>
                  <a:lnTo>
                    <a:pt x="980461" y="1328526"/>
                  </a:lnTo>
                  <a:lnTo>
                    <a:pt x="980466" y="1328517"/>
                  </a:lnTo>
                  <a:lnTo>
                    <a:pt x="980470" y="1328511"/>
                  </a:lnTo>
                  <a:lnTo>
                    <a:pt x="980484" y="1328498"/>
                  </a:lnTo>
                  <a:lnTo>
                    <a:pt x="980487" y="1328491"/>
                  </a:lnTo>
                  <a:lnTo>
                    <a:pt x="980495" y="1328482"/>
                  </a:lnTo>
                  <a:lnTo>
                    <a:pt x="980497" y="1328474"/>
                  </a:lnTo>
                  <a:lnTo>
                    <a:pt x="980495" y="1328467"/>
                  </a:lnTo>
                  <a:lnTo>
                    <a:pt x="980494" y="1328461"/>
                  </a:lnTo>
                  <a:lnTo>
                    <a:pt x="980490" y="1328455"/>
                  </a:lnTo>
                  <a:lnTo>
                    <a:pt x="980487" y="1328452"/>
                  </a:lnTo>
                  <a:lnTo>
                    <a:pt x="980483" y="1328443"/>
                  </a:lnTo>
                  <a:lnTo>
                    <a:pt x="980482" y="1328437"/>
                  </a:lnTo>
                  <a:lnTo>
                    <a:pt x="980482" y="1328422"/>
                  </a:lnTo>
                  <a:lnTo>
                    <a:pt x="980483" y="1328411"/>
                  </a:lnTo>
                  <a:lnTo>
                    <a:pt x="980484" y="1328407"/>
                  </a:lnTo>
                  <a:lnTo>
                    <a:pt x="980489" y="1328392"/>
                  </a:lnTo>
                  <a:lnTo>
                    <a:pt x="980493" y="1328381"/>
                  </a:lnTo>
                  <a:lnTo>
                    <a:pt x="980496" y="1328377"/>
                  </a:lnTo>
                  <a:lnTo>
                    <a:pt x="980502" y="1328362"/>
                  </a:lnTo>
                  <a:lnTo>
                    <a:pt x="980519" y="1328329"/>
                  </a:lnTo>
                  <a:lnTo>
                    <a:pt x="980521" y="1328305"/>
                  </a:lnTo>
                  <a:lnTo>
                    <a:pt x="980518" y="1328295"/>
                  </a:lnTo>
                  <a:lnTo>
                    <a:pt x="980511" y="1328285"/>
                  </a:lnTo>
                  <a:lnTo>
                    <a:pt x="980509" y="1328279"/>
                  </a:lnTo>
                  <a:lnTo>
                    <a:pt x="980503" y="1328264"/>
                  </a:lnTo>
                  <a:lnTo>
                    <a:pt x="980497" y="1328254"/>
                  </a:lnTo>
                  <a:lnTo>
                    <a:pt x="980492" y="1328250"/>
                  </a:lnTo>
                  <a:lnTo>
                    <a:pt x="980485" y="1328247"/>
                  </a:lnTo>
                  <a:lnTo>
                    <a:pt x="980478" y="1328246"/>
                  </a:lnTo>
                  <a:lnTo>
                    <a:pt x="980465" y="1328244"/>
                  </a:lnTo>
                  <a:lnTo>
                    <a:pt x="980458" y="1328238"/>
                  </a:lnTo>
                  <a:lnTo>
                    <a:pt x="980457" y="1328230"/>
                  </a:lnTo>
                  <a:lnTo>
                    <a:pt x="980457" y="1328215"/>
                  </a:lnTo>
                  <a:lnTo>
                    <a:pt x="980457" y="1328200"/>
                  </a:lnTo>
                  <a:lnTo>
                    <a:pt x="980457" y="1328186"/>
                  </a:lnTo>
                  <a:lnTo>
                    <a:pt x="980455" y="1328170"/>
                  </a:lnTo>
                  <a:lnTo>
                    <a:pt x="980453" y="1328156"/>
                  </a:lnTo>
                  <a:lnTo>
                    <a:pt x="980457" y="1328149"/>
                  </a:lnTo>
                  <a:lnTo>
                    <a:pt x="980464" y="1328140"/>
                  </a:lnTo>
                  <a:lnTo>
                    <a:pt x="980471" y="1328130"/>
                  </a:lnTo>
                  <a:lnTo>
                    <a:pt x="980473" y="1328125"/>
                  </a:lnTo>
                  <a:lnTo>
                    <a:pt x="980480" y="1328109"/>
                  </a:lnTo>
                  <a:lnTo>
                    <a:pt x="980487" y="1328094"/>
                  </a:lnTo>
                  <a:lnTo>
                    <a:pt x="980490" y="1328079"/>
                  </a:lnTo>
                  <a:lnTo>
                    <a:pt x="980494" y="1328064"/>
                  </a:lnTo>
                  <a:lnTo>
                    <a:pt x="980496" y="1328049"/>
                  </a:lnTo>
                  <a:lnTo>
                    <a:pt x="980496" y="1328034"/>
                  </a:lnTo>
                  <a:lnTo>
                    <a:pt x="980495" y="1328019"/>
                  </a:lnTo>
                  <a:lnTo>
                    <a:pt x="980496" y="1328009"/>
                  </a:lnTo>
                  <a:lnTo>
                    <a:pt x="980501" y="1328000"/>
                  </a:lnTo>
                  <a:lnTo>
                    <a:pt x="980503" y="1327973"/>
                  </a:lnTo>
                  <a:lnTo>
                    <a:pt x="980501" y="1327966"/>
                  </a:lnTo>
                  <a:lnTo>
                    <a:pt x="980494" y="1327936"/>
                  </a:lnTo>
                  <a:lnTo>
                    <a:pt x="980484" y="1327905"/>
                  </a:lnTo>
                  <a:lnTo>
                    <a:pt x="980480" y="1327890"/>
                  </a:lnTo>
                  <a:lnTo>
                    <a:pt x="980478" y="1327875"/>
                  </a:lnTo>
                  <a:lnTo>
                    <a:pt x="980477" y="1327867"/>
                  </a:lnTo>
                  <a:lnTo>
                    <a:pt x="980478" y="1327860"/>
                  </a:lnTo>
                  <a:lnTo>
                    <a:pt x="980480" y="1327845"/>
                  </a:lnTo>
                  <a:lnTo>
                    <a:pt x="980480" y="1327830"/>
                  </a:lnTo>
                  <a:lnTo>
                    <a:pt x="980480" y="1327815"/>
                  </a:lnTo>
                  <a:lnTo>
                    <a:pt x="980480" y="1327800"/>
                  </a:lnTo>
                  <a:lnTo>
                    <a:pt x="980480" y="1327785"/>
                  </a:lnTo>
                  <a:lnTo>
                    <a:pt x="980479" y="1327770"/>
                  </a:lnTo>
                  <a:lnTo>
                    <a:pt x="980478" y="1327755"/>
                  </a:lnTo>
                  <a:lnTo>
                    <a:pt x="980478" y="1327740"/>
                  </a:lnTo>
                  <a:lnTo>
                    <a:pt x="980479" y="1327725"/>
                  </a:lnTo>
                  <a:lnTo>
                    <a:pt x="980481" y="1327710"/>
                  </a:lnTo>
                  <a:lnTo>
                    <a:pt x="980487" y="1327695"/>
                  </a:lnTo>
                  <a:lnTo>
                    <a:pt x="980499" y="1327683"/>
                  </a:lnTo>
                  <a:lnTo>
                    <a:pt x="980515" y="1327676"/>
                  </a:lnTo>
                  <a:lnTo>
                    <a:pt x="980528" y="1327672"/>
                  </a:lnTo>
                  <a:lnTo>
                    <a:pt x="980534" y="1327672"/>
                  </a:lnTo>
                  <a:lnTo>
                    <a:pt x="980540" y="1327667"/>
                  </a:lnTo>
                  <a:lnTo>
                    <a:pt x="980545" y="1327661"/>
                  </a:lnTo>
                  <a:lnTo>
                    <a:pt x="980547" y="1327655"/>
                  </a:lnTo>
                  <a:lnTo>
                    <a:pt x="980557" y="1327638"/>
                  </a:lnTo>
                  <a:lnTo>
                    <a:pt x="980559" y="1327631"/>
                  </a:lnTo>
                  <a:lnTo>
                    <a:pt x="980559" y="1327623"/>
                  </a:lnTo>
                  <a:lnTo>
                    <a:pt x="980556" y="1327608"/>
                  </a:lnTo>
                  <a:lnTo>
                    <a:pt x="980559" y="1327593"/>
                  </a:lnTo>
                  <a:lnTo>
                    <a:pt x="980563" y="1327578"/>
                  </a:lnTo>
                  <a:lnTo>
                    <a:pt x="980570" y="1327563"/>
                  </a:lnTo>
                  <a:lnTo>
                    <a:pt x="980579" y="1327550"/>
                  </a:lnTo>
                  <a:lnTo>
                    <a:pt x="980584" y="1327542"/>
                  </a:lnTo>
                  <a:lnTo>
                    <a:pt x="980588" y="1327538"/>
                  </a:lnTo>
                  <a:lnTo>
                    <a:pt x="980603" y="1327529"/>
                  </a:lnTo>
                  <a:lnTo>
                    <a:pt x="980617" y="1327521"/>
                  </a:lnTo>
                  <a:lnTo>
                    <a:pt x="980632" y="1327512"/>
                  </a:lnTo>
                  <a:lnTo>
                    <a:pt x="980645" y="1327497"/>
                  </a:lnTo>
                  <a:lnTo>
                    <a:pt x="980652" y="1327482"/>
                  </a:lnTo>
                  <a:lnTo>
                    <a:pt x="980665" y="1327467"/>
                  </a:lnTo>
                  <a:lnTo>
                    <a:pt x="980677" y="1327453"/>
                  </a:lnTo>
                  <a:lnTo>
                    <a:pt x="980688" y="1327446"/>
                  </a:lnTo>
                  <a:lnTo>
                    <a:pt x="980692" y="1327445"/>
                  </a:lnTo>
                  <a:lnTo>
                    <a:pt x="980706" y="1327440"/>
                  </a:lnTo>
                  <a:lnTo>
                    <a:pt x="980711" y="1327439"/>
                  </a:lnTo>
                  <a:lnTo>
                    <a:pt x="980718" y="1327435"/>
                  </a:lnTo>
                  <a:lnTo>
                    <a:pt x="980721" y="1327432"/>
                  </a:lnTo>
                  <a:lnTo>
                    <a:pt x="980728" y="1327421"/>
                  </a:lnTo>
                  <a:lnTo>
                    <a:pt x="980732" y="1327419"/>
                  </a:lnTo>
                  <a:lnTo>
                    <a:pt x="980737" y="1327416"/>
                  </a:lnTo>
                  <a:lnTo>
                    <a:pt x="980760" y="1327412"/>
                  </a:lnTo>
                  <a:lnTo>
                    <a:pt x="980764" y="1327407"/>
                  </a:lnTo>
                  <a:lnTo>
                    <a:pt x="980777" y="1327395"/>
                  </a:lnTo>
                  <a:lnTo>
                    <a:pt x="980783" y="1327384"/>
                  </a:lnTo>
                  <a:lnTo>
                    <a:pt x="980788" y="1327380"/>
                  </a:lnTo>
                  <a:lnTo>
                    <a:pt x="980794" y="1327378"/>
                  </a:lnTo>
                  <a:lnTo>
                    <a:pt x="980800" y="1327379"/>
                  </a:lnTo>
                  <a:lnTo>
                    <a:pt x="980815" y="1327374"/>
                  </a:lnTo>
                  <a:lnTo>
                    <a:pt x="980820" y="1327371"/>
                  </a:lnTo>
                  <a:lnTo>
                    <a:pt x="980829" y="1327363"/>
                  </a:lnTo>
                  <a:lnTo>
                    <a:pt x="980842" y="1327350"/>
                  </a:lnTo>
                  <a:lnTo>
                    <a:pt x="980854" y="1327336"/>
                  </a:lnTo>
                  <a:lnTo>
                    <a:pt x="980867" y="1327323"/>
                  </a:lnTo>
                  <a:lnTo>
                    <a:pt x="980878" y="1327314"/>
                  </a:lnTo>
                  <a:lnTo>
                    <a:pt x="980893" y="1327304"/>
                  </a:lnTo>
                  <a:lnTo>
                    <a:pt x="980907" y="1327290"/>
                  </a:lnTo>
                  <a:lnTo>
                    <a:pt x="980915" y="1327277"/>
                  </a:lnTo>
                  <a:lnTo>
                    <a:pt x="980919" y="1327262"/>
                  </a:lnTo>
                  <a:lnTo>
                    <a:pt x="980921" y="1327247"/>
                  </a:lnTo>
                  <a:lnTo>
                    <a:pt x="980929" y="1327240"/>
                  </a:lnTo>
                  <a:lnTo>
                    <a:pt x="980934" y="1327238"/>
                  </a:lnTo>
                  <a:lnTo>
                    <a:pt x="980947" y="1327232"/>
                  </a:lnTo>
                  <a:lnTo>
                    <a:pt x="980954" y="1327221"/>
                  </a:lnTo>
                  <a:lnTo>
                    <a:pt x="980954" y="1327215"/>
                  </a:lnTo>
                  <a:lnTo>
                    <a:pt x="980954" y="1327200"/>
                  </a:lnTo>
                  <a:lnTo>
                    <a:pt x="980955" y="1327185"/>
                  </a:lnTo>
                  <a:lnTo>
                    <a:pt x="980957" y="1327170"/>
                  </a:lnTo>
                  <a:lnTo>
                    <a:pt x="980963" y="1327155"/>
                  </a:lnTo>
                  <a:lnTo>
                    <a:pt x="980968" y="1327145"/>
                  </a:lnTo>
                  <a:lnTo>
                    <a:pt x="980979" y="1327136"/>
                  </a:lnTo>
                  <a:lnTo>
                    <a:pt x="981002" y="1327121"/>
                  </a:lnTo>
                  <a:lnTo>
                    <a:pt x="981017" y="1327112"/>
                  </a:lnTo>
                  <a:lnTo>
                    <a:pt x="981027" y="1327106"/>
                  </a:lnTo>
                  <a:lnTo>
                    <a:pt x="981032" y="1327106"/>
                  </a:lnTo>
                  <a:lnTo>
                    <a:pt x="981045" y="1327106"/>
                  </a:lnTo>
                  <a:lnTo>
                    <a:pt x="981060" y="1327106"/>
                  </a:lnTo>
                  <a:lnTo>
                    <a:pt x="981072" y="1327104"/>
                  </a:lnTo>
                  <a:lnTo>
                    <a:pt x="981095" y="1327089"/>
                  </a:lnTo>
                  <a:lnTo>
                    <a:pt x="981098" y="1327085"/>
                  </a:lnTo>
                  <a:lnTo>
                    <a:pt x="981108" y="1327071"/>
                  </a:lnTo>
                  <a:lnTo>
                    <a:pt x="981118" y="1327056"/>
                  </a:lnTo>
                  <a:lnTo>
                    <a:pt x="981127" y="1327041"/>
                  </a:lnTo>
                  <a:lnTo>
                    <a:pt x="981131" y="1327033"/>
                  </a:lnTo>
                  <a:lnTo>
                    <a:pt x="981137" y="1327028"/>
                  </a:lnTo>
                  <a:lnTo>
                    <a:pt x="981149" y="1327016"/>
                  </a:lnTo>
                  <a:lnTo>
                    <a:pt x="981166" y="1327007"/>
                  </a:lnTo>
                  <a:lnTo>
                    <a:pt x="981175" y="1327002"/>
                  </a:lnTo>
                  <a:lnTo>
                    <a:pt x="981179" y="1326998"/>
                  </a:lnTo>
                  <a:lnTo>
                    <a:pt x="981191" y="1326981"/>
                  </a:lnTo>
                  <a:lnTo>
                    <a:pt x="981201" y="1326968"/>
                  </a:lnTo>
                  <a:lnTo>
                    <a:pt x="981214" y="1326955"/>
                  </a:lnTo>
                  <a:lnTo>
                    <a:pt x="981235" y="1326932"/>
                  </a:lnTo>
                  <a:lnTo>
                    <a:pt x="981243" y="1326916"/>
                  </a:lnTo>
                  <a:lnTo>
                    <a:pt x="981248" y="1326901"/>
                  </a:lnTo>
                  <a:lnTo>
                    <a:pt x="981246" y="1326886"/>
                  </a:lnTo>
                  <a:lnTo>
                    <a:pt x="981246" y="1326873"/>
                  </a:lnTo>
                  <a:lnTo>
                    <a:pt x="981237" y="1326844"/>
                  </a:lnTo>
                  <a:lnTo>
                    <a:pt x="981234" y="1326829"/>
                  </a:lnTo>
                  <a:lnTo>
                    <a:pt x="981231" y="1326824"/>
                  </a:lnTo>
                  <a:lnTo>
                    <a:pt x="981228" y="1326809"/>
                  </a:lnTo>
                  <a:lnTo>
                    <a:pt x="981223" y="1326794"/>
                  </a:lnTo>
                  <a:lnTo>
                    <a:pt x="981220" y="1326785"/>
                  </a:lnTo>
                  <a:lnTo>
                    <a:pt x="981220" y="1326779"/>
                  </a:lnTo>
                  <a:lnTo>
                    <a:pt x="981222" y="1326764"/>
                  </a:lnTo>
                  <a:lnTo>
                    <a:pt x="981223" y="1326754"/>
                  </a:lnTo>
                  <a:lnTo>
                    <a:pt x="981221" y="1326737"/>
                  </a:lnTo>
                  <a:lnTo>
                    <a:pt x="981218" y="1326721"/>
                  </a:lnTo>
                  <a:lnTo>
                    <a:pt x="981214" y="1326706"/>
                  </a:lnTo>
                  <a:lnTo>
                    <a:pt x="981211" y="1326691"/>
                  </a:lnTo>
                  <a:lnTo>
                    <a:pt x="981194" y="1326646"/>
                  </a:lnTo>
                  <a:lnTo>
                    <a:pt x="981188" y="1326631"/>
                  </a:lnTo>
                  <a:lnTo>
                    <a:pt x="981183" y="1326616"/>
                  </a:lnTo>
                  <a:lnTo>
                    <a:pt x="981180" y="1326608"/>
                  </a:lnTo>
                  <a:lnTo>
                    <a:pt x="981175" y="1326601"/>
                  </a:lnTo>
                  <a:lnTo>
                    <a:pt x="981162" y="1326586"/>
                  </a:lnTo>
                  <a:lnTo>
                    <a:pt x="981150" y="1326574"/>
                  </a:lnTo>
                  <a:lnTo>
                    <a:pt x="981141" y="1326564"/>
                  </a:lnTo>
                  <a:lnTo>
                    <a:pt x="981139" y="1326560"/>
                  </a:lnTo>
                  <a:lnTo>
                    <a:pt x="981132" y="1326545"/>
                  </a:lnTo>
                  <a:lnTo>
                    <a:pt x="981126" y="1326537"/>
                  </a:lnTo>
                  <a:lnTo>
                    <a:pt x="981123" y="1326530"/>
                  </a:lnTo>
                  <a:lnTo>
                    <a:pt x="981116" y="1326515"/>
                  </a:lnTo>
                  <a:lnTo>
                    <a:pt x="981093" y="1326475"/>
                  </a:lnTo>
                  <a:lnTo>
                    <a:pt x="981084" y="1326451"/>
                  </a:lnTo>
                  <a:lnTo>
                    <a:pt x="981081" y="1326382"/>
                  </a:lnTo>
                  <a:lnTo>
                    <a:pt x="981080" y="1326372"/>
                  </a:lnTo>
                  <a:lnTo>
                    <a:pt x="981080" y="1326339"/>
                  </a:lnTo>
                  <a:lnTo>
                    <a:pt x="981080" y="1326329"/>
                  </a:lnTo>
                  <a:lnTo>
                    <a:pt x="981078" y="1326324"/>
                  </a:lnTo>
                  <a:lnTo>
                    <a:pt x="981072" y="1326303"/>
                  </a:lnTo>
                  <a:lnTo>
                    <a:pt x="981066" y="1326294"/>
                  </a:lnTo>
                  <a:lnTo>
                    <a:pt x="981054" y="1326279"/>
                  </a:lnTo>
                  <a:lnTo>
                    <a:pt x="981052" y="1326273"/>
                  </a:lnTo>
                  <a:lnTo>
                    <a:pt x="981045" y="1326265"/>
                  </a:lnTo>
                  <a:lnTo>
                    <a:pt x="981036" y="1326250"/>
                  </a:lnTo>
                  <a:lnTo>
                    <a:pt x="981033" y="1326234"/>
                  </a:lnTo>
                  <a:lnTo>
                    <a:pt x="981035" y="1326219"/>
                  </a:lnTo>
                  <a:lnTo>
                    <a:pt x="981037" y="1326206"/>
                  </a:lnTo>
                  <a:lnTo>
                    <a:pt x="981039" y="1326189"/>
                  </a:lnTo>
                  <a:lnTo>
                    <a:pt x="981039" y="1326174"/>
                  </a:lnTo>
                  <a:lnTo>
                    <a:pt x="981039" y="1326159"/>
                  </a:lnTo>
                  <a:lnTo>
                    <a:pt x="981041" y="1326144"/>
                  </a:lnTo>
                  <a:lnTo>
                    <a:pt x="981044" y="1326129"/>
                  </a:lnTo>
                  <a:lnTo>
                    <a:pt x="981047" y="1326114"/>
                  </a:lnTo>
                  <a:lnTo>
                    <a:pt x="981049" y="1326099"/>
                  </a:lnTo>
                  <a:lnTo>
                    <a:pt x="981048" y="1326084"/>
                  </a:lnTo>
                  <a:lnTo>
                    <a:pt x="981047" y="1326069"/>
                  </a:lnTo>
                  <a:lnTo>
                    <a:pt x="981041" y="1326054"/>
                  </a:lnTo>
                  <a:lnTo>
                    <a:pt x="981036" y="1326038"/>
                  </a:lnTo>
                  <a:lnTo>
                    <a:pt x="981022" y="1326008"/>
                  </a:lnTo>
                  <a:lnTo>
                    <a:pt x="981017" y="1325993"/>
                  </a:lnTo>
                  <a:lnTo>
                    <a:pt x="981012" y="1325981"/>
                  </a:lnTo>
                  <a:lnTo>
                    <a:pt x="981009" y="1325964"/>
                  </a:lnTo>
                  <a:lnTo>
                    <a:pt x="981008" y="1325956"/>
                  </a:lnTo>
                  <a:lnTo>
                    <a:pt x="981005" y="1325949"/>
                  </a:lnTo>
                  <a:lnTo>
                    <a:pt x="980999" y="1325934"/>
                  </a:lnTo>
                  <a:lnTo>
                    <a:pt x="980996" y="1325930"/>
                  </a:lnTo>
                  <a:lnTo>
                    <a:pt x="980992" y="1325919"/>
                  </a:lnTo>
                  <a:lnTo>
                    <a:pt x="980985" y="1325904"/>
                  </a:lnTo>
                  <a:lnTo>
                    <a:pt x="980977" y="1325893"/>
                  </a:lnTo>
                  <a:lnTo>
                    <a:pt x="980974" y="1325890"/>
                  </a:lnTo>
                  <a:lnTo>
                    <a:pt x="980959" y="1325881"/>
                  </a:lnTo>
                  <a:lnTo>
                    <a:pt x="980962" y="1325874"/>
                  </a:lnTo>
                  <a:lnTo>
                    <a:pt x="980972" y="1325859"/>
                  </a:lnTo>
                  <a:lnTo>
                    <a:pt x="980980" y="1325844"/>
                  </a:lnTo>
                  <a:lnTo>
                    <a:pt x="980989" y="1325828"/>
                  </a:lnTo>
                  <a:lnTo>
                    <a:pt x="980993" y="1325823"/>
                  </a:lnTo>
                  <a:lnTo>
                    <a:pt x="980995" y="1325813"/>
                  </a:lnTo>
                  <a:lnTo>
                    <a:pt x="980999" y="1325806"/>
                  </a:lnTo>
                  <a:lnTo>
                    <a:pt x="981003" y="1325797"/>
                  </a:lnTo>
                  <a:lnTo>
                    <a:pt x="981011" y="1325783"/>
                  </a:lnTo>
                  <a:lnTo>
                    <a:pt x="981021" y="1325768"/>
                  </a:lnTo>
                  <a:lnTo>
                    <a:pt x="981023" y="1325764"/>
                  </a:lnTo>
                  <a:lnTo>
                    <a:pt x="981034" y="1325753"/>
                  </a:lnTo>
                  <a:lnTo>
                    <a:pt x="981048" y="1325741"/>
                  </a:lnTo>
                  <a:lnTo>
                    <a:pt x="981054" y="1325738"/>
                  </a:lnTo>
                  <a:lnTo>
                    <a:pt x="981062" y="1325733"/>
                  </a:lnTo>
                  <a:lnTo>
                    <a:pt x="981071" y="1325731"/>
                  </a:lnTo>
                  <a:lnTo>
                    <a:pt x="981080" y="1325734"/>
                  </a:lnTo>
                  <a:lnTo>
                    <a:pt x="981086" y="1325737"/>
                  </a:lnTo>
                  <a:lnTo>
                    <a:pt x="981092" y="1325748"/>
                  </a:lnTo>
                  <a:lnTo>
                    <a:pt x="981100" y="1325757"/>
                  </a:lnTo>
                  <a:lnTo>
                    <a:pt x="981112" y="1325770"/>
                  </a:lnTo>
                  <a:lnTo>
                    <a:pt x="981126" y="1325782"/>
                  </a:lnTo>
                  <a:lnTo>
                    <a:pt x="981140" y="1325794"/>
                  </a:lnTo>
                  <a:lnTo>
                    <a:pt x="981155" y="1325800"/>
                  </a:lnTo>
                  <a:lnTo>
                    <a:pt x="981169" y="1325807"/>
                  </a:lnTo>
                  <a:lnTo>
                    <a:pt x="981183" y="1325815"/>
                  </a:lnTo>
                  <a:lnTo>
                    <a:pt x="981198" y="1325826"/>
                  </a:lnTo>
                  <a:lnTo>
                    <a:pt x="981212" y="1325835"/>
                  </a:lnTo>
                  <a:lnTo>
                    <a:pt x="981226" y="1325849"/>
                  </a:lnTo>
                  <a:lnTo>
                    <a:pt x="981239" y="1325863"/>
                  </a:lnTo>
                  <a:lnTo>
                    <a:pt x="981255" y="1325872"/>
                  </a:lnTo>
                  <a:lnTo>
                    <a:pt x="981268" y="1325873"/>
                  </a:lnTo>
                  <a:lnTo>
                    <a:pt x="981282" y="1325873"/>
                  </a:lnTo>
                  <a:lnTo>
                    <a:pt x="981297" y="1325872"/>
                  </a:lnTo>
                  <a:lnTo>
                    <a:pt x="981311" y="1325873"/>
                  </a:lnTo>
                  <a:lnTo>
                    <a:pt x="981325" y="1325874"/>
                  </a:lnTo>
                  <a:lnTo>
                    <a:pt x="981340" y="1325875"/>
                  </a:lnTo>
                  <a:lnTo>
                    <a:pt x="981354" y="1325876"/>
                  </a:lnTo>
                  <a:lnTo>
                    <a:pt x="981364" y="1325873"/>
                  </a:lnTo>
                  <a:lnTo>
                    <a:pt x="981377" y="1325874"/>
                  </a:lnTo>
                  <a:lnTo>
                    <a:pt x="981391" y="1325873"/>
                  </a:lnTo>
                  <a:lnTo>
                    <a:pt x="981436" y="1325859"/>
                  </a:lnTo>
                  <a:lnTo>
                    <a:pt x="981449" y="1325852"/>
                  </a:lnTo>
                  <a:lnTo>
                    <a:pt x="981458" y="1325845"/>
                  </a:lnTo>
                  <a:lnTo>
                    <a:pt x="981463" y="1325843"/>
                  </a:lnTo>
                  <a:lnTo>
                    <a:pt x="981478" y="1325835"/>
                  </a:lnTo>
                  <a:lnTo>
                    <a:pt x="981484" y="1325829"/>
                  </a:lnTo>
                  <a:lnTo>
                    <a:pt x="981486" y="1325821"/>
                  </a:lnTo>
                  <a:lnTo>
                    <a:pt x="981489" y="1325816"/>
                  </a:lnTo>
                  <a:lnTo>
                    <a:pt x="981486" y="1325801"/>
                  </a:lnTo>
                  <a:lnTo>
                    <a:pt x="981476" y="1325771"/>
                  </a:lnTo>
                  <a:lnTo>
                    <a:pt x="981471" y="1325756"/>
                  </a:lnTo>
                  <a:lnTo>
                    <a:pt x="981464" y="1325741"/>
                  </a:lnTo>
                  <a:lnTo>
                    <a:pt x="981455" y="1325719"/>
                  </a:lnTo>
                  <a:lnTo>
                    <a:pt x="981455" y="1325709"/>
                  </a:lnTo>
                  <a:lnTo>
                    <a:pt x="981455" y="1325694"/>
                  </a:lnTo>
                  <a:lnTo>
                    <a:pt x="981453" y="1325690"/>
                  </a:lnTo>
                  <a:lnTo>
                    <a:pt x="981453" y="1325679"/>
                  </a:lnTo>
                  <a:lnTo>
                    <a:pt x="981453" y="1325671"/>
                  </a:lnTo>
                  <a:lnTo>
                    <a:pt x="981454" y="1325664"/>
                  </a:lnTo>
                  <a:lnTo>
                    <a:pt x="981463" y="1325649"/>
                  </a:lnTo>
                  <a:lnTo>
                    <a:pt x="981471" y="1325634"/>
                  </a:lnTo>
                  <a:lnTo>
                    <a:pt x="981473" y="1325618"/>
                  </a:lnTo>
                  <a:lnTo>
                    <a:pt x="981474" y="1325603"/>
                  </a:lnTo>
                  <a:lnTo>
                    <a:pt x="981477" y="1325588"/>
                  </a:lnTo>
                  <a:lnTo>
                    <a:pt x="981482" y="1325574"/>
                  </a:lnTo>
                  <a:lnTo>
                    <a:pt x="981496" y="1325539"/>
                  </a:lnTo>
                  <a:lnTo>
                    <a:pt x="981499" y="1325532"/>
                  </a:lnTo>
                  <a:lnTo>
                    <a:pt x="981500" y="1325524"/>
                  </a:lnTo>
                  <a:lnTo>
                    <a:pt x="981501" y="1325513"/>
                  </a:lnTo>
                  <a:lnTo>
                    <a:pt x="981504" y="1325503"/>
                  </a:lnTo>
                  <a:lnTo>
                    <a:pt x="981505" y="1325494"/>
                  </a:lnTo>
                  <a:lnTo>
                    <a:pt x="981502" y="1325483"/>
                  </a:lnTo>
                  <a:lnTo>
                    <a:pt x="981497" y="1325467"/>
                  </a:lnTo>
                  <a:lnTo>
                    <a:pt x="981495" y="1325464"/>
                  </a:lnTo>
                  <a:lnTo>
                    <a:pt x="981485" y="1325447"/>
                  </a:lnTo>
                  <a:lnTo>
                    <a:pt x="981478" y="1325433"/>
                  </a:lnTo>
                  <a:lnTo>
                    <a:pt x="981476" y="1325418"/>
                  </a:lnTo>
                  <a:lnTo>
                    <a:pt x="981476" y="1325411"/>
                  </a:lnTo>
                  <a:lnTo>
                    <a:pt x="981477" y="1325402"/>
                  </a:lnTo>
                  <a:lnTo>
                    <a:pt x="981497" y="1325363"/>
                  </a:lnTo>
                  <a:lnTo>
                    <a:pt x="981499" y="1325359"/>
                  </a:lnTo>
                  <a:lnTo>
                    <a:pt x="981503" y="1325348"/>
                  </a:lnTo>
                  <a:lnTo>
                    <a:pt x="981508" y="1325333"/>
                  </a:lnTo>
                  <a:lnTo>
                    <a:pt x="981512" y="1325318"/>
                  </a:lnTo>
                  <a:lnTo>
                    <a:pt x="981515" y="1325303"/>
                  </a:lnTo>
                  <a:lnTo>
                    <a:pt x="981515" y="1325288"/>
                  </a:lnTo>
                  <a:lnTo>
                    <a:pt x="981517" y="1325280"/>
                  </a:lnTo>
                  <a:lnTo>
                    <a:pt x="981523" y="1325271"/>
                  </a:lnTo>
                  <a:lnTo>
                    <a:pt x="981532" y="1325263"/>
                  </a:lnTo>
                  <a:lnTo>
                    <a:pt x="981546" y="1325258"/>
                  </a:lnTo>
                  <a:lnTo>
                    <a:pt x="981575" y="1325248"/>
                  </a:lnTo>
                  <a:lnTo>
                    <a:pt x="981589" y="1325238"/>
                  </a:lnTo>
                  <a:lnTo>
                    <a:pt x="981596" y="1325236"/>
                  </a:lnTo>
                  <a:lnTo>
                    <a:pt x="981604" y="1325234"/>
                  </a:lnTo>
                  <a:lnTo>
                    <a:pt x="981618" y="1325236"/>
                  </a:lnTo>
                  <a:lnTo>
                    <a:pt x="981624" y="1325238"/>
                  </a:lnTo>
                  <a:lnTo>
                    <a:pt x="981632" y="1325238"/>
                  </a:lnTo>
                  <a:lnTo>
                    <a:pt x="981647" y="1325238"/>
                  </a:lnTo>
                  <a:lnTo>
                    <a:pt x="981661" y="1325234"/>
                  </a:lnTo>
                  <a:lnTo>
                    <a:pt x="981676" y="1325232"/>
                  </a:lnTo>
                  <a:lnTo>
                    <a:pt x="981681" y="1325230"/>
                  </a:lnTo>
                  <a:lnTo>
                    <a:pt x="981690" y="1325230"/>
                  </a:lnTo>
                  <a:lnTo>
                    <a:pt x="981704" y="1325230"/>
                  </a:lnTo>
                  <a:lnTo>
                    <a:pt x="981719" y="1325227"/>
                  </a:lnTo>
                  <a:lnTo>
                    <a:pt x="981728" y="1325225"/>
                  </a:lnTo>
                  <a:lnTo>
                    <a:pt x="981733" y="1325223"/>
                  </a:lnTo>
                  <a:lnTo>
                    <a:pt x="981747" y="1325216"/>
                  </a:lnTo>
                  <a:lnTo>
                    <a:pt x="981762" y="1325209"/>
                  </a:lnTo>
                  <a:lnTo>
                    <a:pt x="981776" y="1325200"/>
                  </a:lnTo>
                  <a:lnTo>
                    <a:pt x="981780" y="1325196"/>
                  </a:lnTo>
                  <a:lnTo>
                    <a:pt x="981782" y="1325183"/>
                  </a:lnTo>
                  <a:lnTo>
                    <a:pt x="981787" y="1325170"/>
                  </a:lnTo>
                  <a:lnTo>
                    <a:pt x="981790" y="1325161"/>
                  </a:lnTo>
                  <a:lnTo>
                    <a:pt x="981793" y="1325155"/>
                  </a:lnTo>
                  <a:lnTo>
                    <a:pt x="981796" y="1325140"/>
                  </a:lnTo>
                  <a:lnTo>
                    <a:pt x="981782" y="1325135"/>
                  </a:lnTo>
                  <a:lnTo>
                    <a:pt x="981768" y="1325125"/>
                  </a:lnTo>
                  <a:lnTo>
                    <a:pt x="981759" y="1325113"/>
                  </a:lnTo>
                  <a:lnTo>
                    <a:pt x="981751" y="1325087"/>
                  </a:lnTo>
                  <a:lnTo>
                    <a:pt x="981742" y="1325081"/>
                  </a:lnTo>
                  <a:lnTo>
                    <a:pt x="981715" y="1325066"/>
                  </a:lnTo>
                  <a:lnTo>
                    <a:pt x="981701" y="1325061"/>
                  </a:lnTo>
                  <a:lnTo>
                    <a:pt x="981689" y="1325054"/>
                  </a:lnTo>
                  <a:lnTo>
                    <a:pt x="981675" y="1325039"/>
                  </a:lnTo>
                  <a:lnTo>
                    <a:pt x="981671" y="1325033"/>
                  </a:lnTo>
                  <a:lnTo>
                    <a:pt x="981667" y="1325022"/>
                  </a:lnTo>
                  <a:lnTo>
                    <a:pt x="981661" y="1325007"/>
                  </a:lnTo>
                  <a:lnTo>
                    <a:pt x="981658" y="1324992"/>
                  </a:lnTo>
                  <a:lnTo>
                    <a:pt x="981657" y="1324977"/>
                  </a:lnTo>
                  <a:lnTo>
                    <a:pt x="981655" y="1324962"/>
                  </a:lnTo>
                  <a:lnTo>
                    <a:pt x="981650" y="1324947"/>
                  </a:lnTo>
                  <a:lnTo>
                    <a:pt x="981643" y="1324939"/>
                  </a:lnTo>
                  <a:lnTo>
                    <a:pt x="981636" y="1324937"/>
                  </a:lnTo>
                  <a:lnTo>
                    <a:pt x="981632" y="1324934"/>
                  </a:lnTo>
                  <a:lnTo>
                    <a:pt x="981622" y="1324934"/>
                  </a:lnTo>
                  <a:lnTo>
                    <a:pt x="981607" y="1324935"/>
                  </a:lnTo>
                  <a:lnTo>
                    <a:pt x="981591" y="1324938"/>
                  </a:lnTo>
                  <a:lnTo>
                    <a:pt x="981579" y="1324947"/>
                  </a:lnTo>
                  <a:lnTo>
                    <a:pt x="981566" y="1324962"/>
                  </a:lnTo>
                  <a:lnTo>
                    <a:pt x="981559" y="1324966"/>
                  </a:lnTo>
                  <a:lnTo>
                    <a:pt x="981552" y="1324968"/>
                  </a:lnTo>
                  <a:lnTo>
                    <a:pt x="981538" y="1324969"/>
                  </a:lnTo>
                  <a:lnTo>
                    <a:pt x="981530" y="1324968"/>
                  </a:lnTo>
                  <a:lnTo>
                    <a:pt x="981523" y="1324964"/>
                  </a:lnTo>
                  <a:lnTo>
                    <a:pt x="981510" y="1324955"/>
                  </a:lnTo>
                  <a:lnTo>
                    <a:pt x="981506" y="1324951"/>
                  </a:lnTo>
                  <a:lnTo>
                    <a:pt x="981500" y="1324940"/>
                  </a:lnTo>
                  <a:lnTo>
                    <a:pt x="981496" y="1324933"/>
                  </a:lnTo>
                  <a:lnTo>
                    <a:pt x="981495" y="1324925"/>
                  </a:lnTo>
                  <a:lnTo>
                    <a:pt x="981489" y="1324910"/>
                  </a:lnTo>
                  <a:lnTo>
                    <a:pt x="981484" y="1324905"/>
                  </a:lnTo>
                  <a:lnTo>
                    <a:pt x="981474" y="1324899"/>
                  </a:lnTo>
                  <a:lnTo>
                    <a:pt x="981460" y="1324891"/>
                  </a:lnTo>
                  <a:lnTo>
                    <a:pt x="981445" y="1324885"/>
                  </a:lnTo>
                  <a:lnTo>
                    <a:pt x="981431" y="1324880"/>
                  </a:lnTo>
                  <a:lnTo>
                    <a:pt x="981417" y="1324877"/>
                  </a:lnTo>
                  <a:lnTo>
                    <a:pt x="981408" y="1324876"/>
                  </a:lnTo>
                  <a:lnTo>
                    <a:pt x="981402" y="1324878"/>
                  </a:lnTo>
                  <a:lnTo>
                    <a:pt x="981388" y="1324882"/>
                  </a:lnTo>
                  <a:lnTo>
                    <a:pt x="981381" y="1324884"/>
                  </a:lnTo>
                  <a:lnTo>
                    <a:pt x="981374" y="1324884"/>
                  </a:lnTo>
                  <a:lnTo>
                    <a:pt x="981361" y="1324882"/>
                  </a:lnTo>
                  <a:lnTo>
                    <a:pt x="981345" y="1324875"/>
                  </a:lnTo>
                  <a:lnTo>
                    <a:pt x="981330" y="1324867"/>
                  </a:lnTo>
                  <a:lnTo>
                    <a:pt x="981317" y="1324855"/>
                  </a:lnTo>
                  <a:lnTo>
                    <a:pt x="981313" y="1324852"/>
                  </a:lnTo>
                  <a:lnTo>
                    <a:pt x="981310" y="1324847"/>
                  </a:lnTo>
                  <a:lnTo>
                    <a:pt x="981309" y="1324841"/>
                  </a:lnTo>
                  <a:lnTo>
                    <a:pt x="981309" y="1324826"/>
                  </a:lnTo>
                  <a:lnTo>
                    <a:pt x="981305" y="1324816"/>
                  </a:lnTo>
                  <a:lnTo>
                    <a:pt x="981300" y="1324812"/>
                  </a:lnTo>
                  <a:lnTo>
                    <a:pt x="981285" y="1324803"/>
                  </a:lnTo>
                  <a:lnTo>
                    <a:pt x="981271" y="1324803"/>
                  </a:lnTo>
                  <a:lnTo>
                    <a:pt x="981266" y="1324801"/>
                  </a:lnTo>
                  <a:lnTo>
                    <a:pt x="981261" y="1324796"/>
                  </a:lnTo>
                  <a:lnTo>
                    <a:pt x="981261" y="1324790"/>
                  </a:lnTo>
                  <a:lnTo>
                    <a:pt x="981263" y="1324775"/>
                  </a:lnTo>
                  <a:lnTo>
                    <a:pt x="981262" y="1324769"/>
                  </a:lnTo>
                  <a:lnTo>
                    <a:pt x="981258" y="1324761"/>
                  </a:lnTo>
                  <a:lnTo>
                    <a:pt x="981252" y="1324752"/>
                  </a:lnTo>
                  <a:lnTo>
                    <a:pt x="981246" y="1324747"/>
                  </a:lnTo>
                  <a:lnTo>
                    <a:pt x="981243" y="1324743"/>
                  </a:lnTo>
                  <a:lnTo>
                    <a:pt x="981233" y="1324735"/>
                  </a:lnTo>
                  <a:lnTo>
                    <a:pt x="981218" y="1324725"/>
                  </a:lnTo>
                  <a:lnTo>
                    <a:pt x="981207" y="1324711"/>
                  </a:lnTo>
                  <a:lnTo>
                    <a:pt x="981175" y="1324691"/>
                  </a:lnTo>
                  <a:lnTo>
                    <a:pt x="981161" y="1324683"/>
                  </a:lnTo>
                  <a:lnTo>
                    <a:pt x="981147" y="1324679"/>
                  </a:lnTo>
                  <a:lnTo>
                    <a:pt x="981140" y="1324674"/>
                  </a:lnTo>
                  <a:lnTo>
                    <a:pt x="981134" y="1324669"/>
                  </a:lnTo>
                  <a:lnTo>
                    <a:pt x="981130" y="1324662"/>
                  </a:lnTo>
                  <a:lnTo>
                    <a:pt x="981122" y="1324645"/>
                  </a:lnTo>
                  <a:lnTo>
                    <a:pt x="981114" y="1324630"/>
                  </a:lnTo>
                  <a:lnTo>
                    <a:pt x="981106" y="1324615"/>
                  </a:lnTo>
                  <a:lnTo>
                    <a:pt x="981103" y="1324600"/>
                  </a:lnTo>
                  <a:lnTo>
                    <a:pt x="981102" y="1324592"/>
                  </a:lnTo>
                  <a:lnTo>
                    <a:pt x="981103" y="1324585"/>
                  </a:lnTo>
                  <a:lnTo>
                    <a:pt x="981109" y="1324570"/>
                  </a:lnTo>
                  <a:lnTo>
                    <a:pt x="981122" y="1324555"/>
                  </a:lnTo>
                  <a:lnTo>
                    <a:pt x="981124" y="1324546"/>
                  </a:lnTo>
                  <a:lnTo>
                    <a:pt x="981113" y="1324536"/>
                  </a:lnTo>
                  <a:lnTo>
                    <a:pt x="981097" y="1324529"/>
                  </a:lnTo>
                  <a:lnTo>
                    <a:pt x="981083" y="1324520"/>
                  </a:lnTo>
                  <a:lnTo>
                    <a:pt x="981070" y="1324507"/>
                  </a:lnTo>
                  <a:lnTo>
                    <a:pt x="981055" y="1324493"/>
                  </a:lnTo>
                  <a:lnTo>
                    <a:pt x="981047" y="1324488"/>
                  </a:lnTo>
                  <a:lnTo>
                    <a:pt x="981042" y="1324487"/>
                  </a:lnTo>
                  <a:lnTo>
                    <a:pt x="981028" y="1324484"/>
                  </a:lnTo>
                  <a:lnTo>
                    <a:pt x="981013" y="1324480"/>
                  </a:lnTo>
                  <a:lnTo>
                    <a:pt x="980999" y="1324475"/>
                  </a:lnTo>
                  <a:lnTo>
                    <a:pt x="980988" y="1324469"/>
                  </a:lnTo>
                  <a:lnTo>
                    <a:pt x="980984" y="1324465"/>
                  </a:lnTo>
                  <a:lnTo>
                    <a:pt x="980979" y="1324459"/>
                  </a:lnTo>
                  <a:lnTo>
                    <a:pt x="980976" y="1324450"/>
                  </a:lnTo>
                  <a:lnTo>
                    <a:pt x="980972" y="1324435"/>
                  </a:lnTo>
                  <a:lnTo>
                    <a:pt x="980969" y="1324420"/>
                  </a:lnTo>
                  <a:lnTo>
                    <a:pt x="980967" y="1324405"/>
                  </a:lnTo>
                  <a:lnTo>
                    <a:pt x="980966" y="1324390"/>
                  </a:lnTo>
                  <a:lnTo>
                    <a:pt x="980960" y="1324376"/>
                  </a:lnTo>
                  <a:lnTo>
                    <a:pt x="980956" y="1324370"/>
                  </a:lnTo>
                  <a:lnTo>
                    <a:pt x="980946" y="1324360"/>
                  </a:lnTo>
                  <a:lnTo>
                    <a:pt x="980932" y="1324348"/>
                  </a:lnTo>
                  <a:lnTo>
                    <a:pt x="980919" y="1324336"/>
                  </a:lnTo>
                  <a:lnTo>
                    <a:pt x="980907" y="1324319"/>
                  </a:lnTo>
                  <a:lnTo>
                    <a:pt x="980901" y="1324314"/>
                  </a:lnTo>
                  <a:lnTo>
                    <a:pt x="980894" y="1324310"/>
                  </a:lnTo>
                  <a:lnTo>
                    <a:pt x="980886" y="1324308"/>
                  </a:lnTo>
                  <a:lnTo>
                    <a:pt x="980872" y="1324307"/>
                  </a:lnTo>
                  <a:lnTo>
                    <a:pt x="980858" y="1324308"/>
                  </a:lnTo>
                  <a:lnTo>
                    <a:pt x="980843" y="1324310"/>
                  </a:lnTo>
                  <a:lnTo>
                    <a:pt x="980829" y="1324310"/>
                  </a:lnTo>
                  <a:lnTo>
                    <a:pt x="980815" y="1324312"/>
                  </a:lnTo>
                  <a:lnTo>
                    <a:pt x="980800" y="1324312"/>
                  </a:lnTo>
                  <a:lnTo>
                    <a:pt x="980786" y="1324312"/>
                  </a:lnTo>
                  <a:lnTo>
                    <a:pt x="980759" y="1324312"/>
                  </a:lnTo>
                  <a:lnTo>
                    <a:pt x="980755" y="1324310"/>
                  </a:lnTo>
                  <a:lnTo>
                    <a:pt x="980743" y="1324306"/>
                  </a:lnTo>
                  <a:lnTo>
                    <a:pt x="980733" y="1324306"/>
                  </a:lnTo>
                  <a:lnTo>
                    <a:pt x="980726" y="1324308"/>
                  </a:lnTo>
                  <a:lnTo>
                    <a:pt x="980712" y="1324312"/>
                  </a:lnTo>
                  <a:lnTo>
                    <a:pt x="980698" y="1324315"/>
                  </a:lnTo>
                  <a:lnTo>
                    <a:pt x="980689" y="1324316"/>
                  </a:lnTo>
                  <a:lnTo>
                    <a:pt x="980683" y="1324315"/>
                  </a:lnTo>
                  <a:lnTo>
                    <a:pt x="980679" y="1324315"/>
                  </a:lnTo>
                  <a:lnTo>
                    <a:pt x="980675" y="1324313"/>
                  </a:lnTo>
                  <a:lnTo>
                    <a:pt x="980669" y="1324309"/>
                  </a:lnTo>
                  <a:lnTo>
                    <a:pt x="980655" y="1324296"/>
                  </a:lnTo>
                  <a:lnTo>
                    <a:pt x="980636" y="1324271"/>
                  </a:lnTo>
                  <a:lnTo>
                    <a:pt x="980634" y="1324266"/>
                  </a:lnTo>
                  <a:lnTo>
                    <a:pt x="980632" y="1324262"/>
                  </a:lnTo>
                  <a:lnTo>
                    <a:pt x="980620" y="1324247"/>
                  </a:lnTo>
                  <a:lnTo>
                    <a:pt x="980604" y="1324235"/>
                  </a:lnTo>
                  <a:lnTo>
                    <a:pt x="980595" y="1324230"/>
                  </a:lnTo>
                  <a:lnTo>
                    <a:pt x="980584" y="1324216"/>
                  </a:lnTo>
                  <a:lnTo>
                    <a:pt x="980582" y="1324211"/>
                  </a:lnTo>
                  <a:lnTo>
                    <a:pt x="980577" y="1324204"/>
                  </a:lnTo>
                  <a:lnTo>
                    <a:pt x="980574" y="1324196"/>
                  </a:lnTo>
                  <a:lnTo>
                    <a:pt x="980571" y="1324192"/>
                  </a:lnTo>
                  <a:lnTo>
                    <a:pt x="980567" y="1324181"/>
                  </a:lnTo>
                  <a:lnTo>
                    <a:pt x="980556" y="1324158"/>
                  </a:lnTo>
                  <a:lnTo>
                    <a:pt x="980551" y="1324152"/>
                  </a:lnTo>
                  <a:lnTo>
                    <a:pt x="980516" y="1324136"/>
                  </a:lnTo>
                  <a:lnTo>
                    <a:pt x="980495" y="1324124"/>
                  </a:lnTo>
                  <a:lnTo>
                    <a:pt x="980489" y="1324113"/>
                  </a:lnTo>
                  <a:lnTo>
                    <a:pt x="980485" y="1324106"/>
                  </a:lnTo>
                  <a:lnTo>
                    <a:pt x="980474" y="1324096"/>
                  </a:lnTo>
                  <a:lnTo>
                    <a:pt x="980467" y="1324091"/>
                  </a:lnTo>
                  <a:lnTo>
                    <a:pt x="980456" y="1324085"/>
                  </a:lnTo>
                  <a:lnTo>
                    <a:pt x="980445" y="1324078"/>
                  </a:lnTo>
                  <a:lnTo>
                    <a:pt x="980431" y="1324072"/>
                  </a:lnTo>
                  <a:lnTo>
                    <a:pt x="980416" y="1324066"/>
                  </a:lnTo>
                  <a:lnTo>
                    <a:pt x="980408" y="1324063"/>
                  </a:lnTo>
                  <a:lnTo>
                    <a:pt x="980396" y="1324060"/>
                  </a:lnTo>
                  <a:lnTo>
                    <a:pt x="980384" y="1324057"/>
                  </a:lnTo>
                  <a:lnTo>
                    <a:pt x="980379" y="1324057"/>
                  </a:lnTo>
                  <a:lnTo>
                    <a:pt x="980373" y="1324059"/>
                  </a:lnTo>
                  <a:lnTo>
                    <a:pt x="980359" y="1324068"/>
                  </a:lnTo>
                  <a:lnTo>
                    <a:pt x="980345" y="1324076"/>
                  </a:lnTo>
                  <a:lnTo>
                    <a:pt x="980331" y="1324080"/>
                  </a:lnTo>
                  <a:lnTo>
                    <a:pt x="980316" y="1324083"/>
                  </a:lnTo>
                  <a:lnTo>
                    <a:pt x="980304" y="1324083"/>
                  </a:lnTo>
                  <a:lnTo>
                    <a:pt x="980287" y="1324078"/>
                  </a:lnTo>
                  <a:lnTo>
                    <a:pt x="980277" y="1324070"/>
                  </a:lnTo>
                  <a:lnTo>
                    <a:pt x="980268" y="1324065"/>
                  </a:lnTo>
                  <a:lnTo>
                    <a:pt x="980258" y="1324061"/>
                  </a:lnTo>
                  <a:lnTo>
                    <a:pt x="980244" y="1324055"/>
                  </a:lnTo>
                  <a:lnTo>
                    <a:pt x="980230" y="1324052"/>
                  </a:lnTo>
                  <a:lnTo>
                    <a:pt x="980219" y="1324052"/>
                  </a:lnTo>
                  <a:lnTo>
                    <a:pt x="980201" y="1324054"/>
                  </a:lnTo>
                  <a:lnTo>
                    <a:pt x="980187" y="1324057"/>
                  </a:lnTo>
                  <a:lnTo>
                    <a:pt x="980172" y="1324061"/>
                  </a:lnTo>
                  <a:lnTo>
                    <a:pt x="980165" y="1324063"/>
                  </a:lnTo>
                  <a:lnTo>
                    <a:pt x="980157" y="1324063"/>
                  </a:lnTo>
                  <a:lnTo>
                    <a:pt x="980148" y="1324063"/>
                  </a:lnTo>
                  <a:lnTo>
                    <a:pt x="980135" y="1324057"/>
                  </a:lnTo>
                  <a:lnTo>
                    <a:pt x="980121" y="1324050"/>
                  </a:lnTo>
                  <a:lnTo>
                    <a:pt x="980115" y="1324046"/>
                  </a:lnTo>
                  <a:lnTo>
                    <a:pt x="980100" y="1324039"/>
                  </a:lnTo>
                  <a:lnTo>
                    <a:pt x="980086" y="1324033"/>
                  </a:lnTo>
                  <a:lnTo>
                    <a:pt x="980071" y="1324031"/>
                  </a:lnTo>
                  <a:lnTo>
                    <a:pt x="980067" y="1324029"/>
                  </a:lnTo>
                  <a:lnTo>
                    <a:pt x="980062" y="1324031"/>
                  </a:lnTo>
                  <a:lnTo>
                    <a:pt x="980060" y="1324035"/>
                  </a:lnTo>
                  <a:lnTo>
                    <a:pt x="980059" y="1324046"/>
                  </a:lnTo>
                  <a:lnTo>
                    <a:pt x="980061" y="1324054"/>
                  </a:lnTo>
                  <a:lnTo>
                    <a:pt x="980057" y="1324067"/>
                  </a:lnTo>
                  <a:lnTo>
                    <a:pt x="980054" y="1324071"/>
                  </a:lnTo>
                  <a:lnTo>
                    <a:pt x="980050" y="1324074"/>
                  </a:lnTo>
                  <a:lnTo>
                    <a:pt x="980042" y="1324074"/>
                  </a:lnTo>
                  <a:lnTo>
                    <a:pt x="980029" y="1324070"/>
                  </a:lnTo>
                  <a:lnTo>
                    <a:pt x="980015" y="1324066"/>
                  </a:lnTo>
                  <a:lnTo>
                    <a:pt x="980001" y="1324064"/>
                  </a:lnTo>
                  <a:lnTo>
                    <a:pt x="979994" y="1324063"/>
                  </a:lnTo>
                  <a:lnTo>
                    <a:pt x="979986" y="1324064"/>
                  </a:lnTo>
                  <a:lnTo>
                    <a:pt x="979973" y="1324067"/>
                  </a:lnTo>
                  <a:lnTo>
                    <a:pt x="979958" y="1324077"/>
                  </a:lnTo>
                  <a:lnTo>
                    <a:pt x="979944" y="1324089"/>
                  </a:lnTo>
                  <a:lnTo>
                    <a:pt x="979937" y="1324097"/>
                  </a:lnTo>
                  <a:lnTo>
                    <a:pt x="979931" y="1324102"/>
                  </a:lnTo>
                  <a:lnTo>
                    <a:pt x="979916" y="1324116"/>
                  </a:lnTo>
                  <a:lnTo>
                    <a:pt x="979906" y="1324121"/>
                  </a:lnTo>
                  <a:lnTo>
                    <a:pt x="979872" y="1324131"/>
                  </a:lnTo>
                  <a:lnTo>
                    <a:pt x="979842" y="1324133"/>
                  </a:lnTo>
                  <a:lnTo>
                    <a:pt x="979803" y="1324131"/>
                  </a:lnTo>
                  <a:lnTo>
                    <a:pt x="979779" y="1324127"/>
                  </a:lnTo>
                  <a:lnTo>
                    <a:pt x="979772" y="1324124"/>
                  </a:lnTo>
                  <a:lnTo>
                    <a:pt x="979758" y="1324117"/>
                  </a:lnTo>
                  <a:lnTo>
                    <a:pt x="979745" y="1324107"/>
                  </a:lnTo>
                  <a:lnTo>
                    <a:pt x="979736" y="1324105"/>
                  </a:lnTo>
                  <a:lnTo>
                    <a:pt x="979724" y="1324105"/>
                  </a:lnTo>
                  <a:lnTo>
                    <a:pt x="979713" y="1324108"/>
                  </a:lnTo>
                  <a:lnTo>
                    <a:pt x="979704" y="1324114"/>
                  </a:lnTo>
                  <a:lnTo>
                    <a:pt x="979698" y="1324119"/>
                  </a:lnTo>
                  <a:lnTo>
                    <a:pt x="979692" y="1324126"/>
                  </a:lnTo>
                  <a:lnTo>
                    <a:pt x="979683" y="1324136"/>
                  </a:lnTo>
                  <a:lnTo>
                    <a:pt x="979668" y="1324153"/>
                  </a:lnTo>
                  <a:lnTo>
                    <a:pt x="979655" y="1324169"/>
                  </a:lnTo>
                  <a:lnTo>
                    <a:pt x="979649" y="1324178"/>
                  </a:lnTo>
                  <a:lnTo>
                    <a:pt x="979642" y="1324185"/>
                  </a:lnTo>
                  <a:lnTo>
                    <a:pt x="979628" y="1324194"/>
                  </a:lnTo>
                  <a:lnTo>
                    <a:pt x="979624" y="1324198"/>
                  </a:lnTo>
                  <a:lnTo>
                    <a:pt x="979614" y="1324202"/>
                  </a:lnTo>
                  <a:lnTo>
                    <a:pt x="979599" y="1324208"/>
                  </a:lnTo>
                  <a:lnTo>
                    <a:pt x="979585" y="1324214"/>
                  </a:lnTo>
                  <a:lnTo>
                    <a:pt x="979571" y="1324221"/>
                  </a:lnTo>
                  <a:lnTo>
                    <a:pt x="979545" y="1324233"/>
                  </a:lnTo>
                  <a:lnTo>
                    <a:pt x="979531" y="1324231"/>
                  </a:lnTo>
                  <a:lnTo>
                    <a:pt x="979517" y="1324231"/>
                  </a:lnTo>
                  <a:lnTo>
                    <a:pt x="979490" y="1324229"/>
                  </a:lnTo>
                  <a:lnTo>
                    <a:pt x="979486" y="1324226"/>
                  </a:lnTo>
                  <a:lnTo>
                    <a:pt x="979482" y="1324226"/>
                  </a:lnTo>
                  <a:lnTo>
                    <a:pt x="979467" y="1324225"/>
                  </a:lnTo>
                  <a:lnTo>
                    <a:pt x="979453" y="1324223"/>
                  </a:lnTo>
                  <a:lnTo>
                    <a:pt x="979443" y="1324223"/>
                  </a:lnTo>
                  <a:lnTo>
                    <a:pt x="979438" y="1324221"/>
                  </a:lnTo>
                  <a:lnTo>
                    <a:pt x="979424" y="1324220"/>
                  </a:lnTo>
                  <a:lnTo>
                    <a:pt x="979411" y="1324223"/>
                  </a:lnTo>
                  <a:lnTo>
                    <a:pt x="979403" y="1324232"/>
                  </a:lnTo>
                  <a:lnTo>
                    <a:pt x="979399" y="1324234"/>
                  </a:lnTo>
                  <a:lnTo>
                    <a:pt x="979388" y="1324242"/>
                  </a:lnTo>
                  <a:lnTo>
                    <a:pt x="979374" y="1324247"/>
                  </a:lnTo>
                  <a:lnTo>
                    <a:pt x="979342" y="1324255"/>
                  </a:lnTo>
                  <a:lnTo>
                    <a:pt x="979327" y="1324257"/>
                  </a:lnTo>
                  <a:lnTo>
                    <a:pt x="979315" y="1324259"/>
                  </a:lnTo>
                  <a:lnTo>
                    <a:pt x="979301" y="1324263"/>
                  </a:lnTo>
                  <a:lnTo>
                    <a:pt x="979282" y="1324261"/>
                  </a:lnTo>
                  <a:lnTo>
                    <a:pt x="979260" y="1324263"/>
                  </a:lnTo>
                  <a:lnTo>
                    <a:pt x="979252" y="1324266"/>
                  </a:lnTo>
                  <a:lnTo>
                    <a:pt x="979244" y="1324270"/>
                  </a:lnTo>
                  <a:lnTo>
                    <a:pt x="979233" y="1324281"/>
                  </a:lnTo>
                  <a:lnTo>
                    <a:pt x="979227" y="1324289"/>
                  </a:lnTo>
                  <a:lnTo>
                    <a:pt x="979220" y="1324296"/>
                  </a:lnTo>
                  <a:lnTo>
                    <a:pt x="979216" y="1324299"/>
                  </a:lnTo>
                  <a:lnTo>
                    <a:pt x="979201" y="1324301"/>
                  </a:lnTo>
                  <a:lnTo>
                    <a:pt x="979190" y="1324303"/>
                  </a:lnTo>
                  <a:lnTo>
                    <a:pt x="979181" y="1324300"/>
                  </a:lnTo>
                  <a:lnTo>
                    <a:pt x="979181" y="1324293"/>
                  </a:lnTo>
                  <a:lnTo>
                    <a:pt x="979184" y="1324288"/>
                  </a:lnTo>
                  <a:lnTo>
                    <a:pt x="979197" y="1324279"/>
                  </a:lnTo>
                  <a:lnTo>
                    <a:pt x="979205" y="1324272"/>
                  </a:lnTo>
                  <a:lnTo>
                    <a:pt x="979209" y="1324266"/>
                  </a:lnTo>
                  <a:lnTo>
                    <a:pt x="979219" y="1324253"/>
                  </a:lnTo>
                  <a:lnTo>
                    <a:pt x="979224" y="1324250"/>
                  </a:lnTo>
                  <a:lnTo>
                    <a:pt x="979235" y="1324244"/>
                  </a:lnTo>
                  <a:lnTo>
                    <a:pt x="979243" y="1324236"/>
                  </a:lnTo>
                  <a:lnTo>
                    <a:pt x="979248" y="1324229"/>
                  </a:lnTo>
                  <a:lnTo>
                    <a:pt x="979258" y="1324216"/>
                  </a:lnTo>
                  <a:lnTo>
                    <a:pt x="979262" y="1324212"/>
                  </a:lnTo>
                  <a:lnTo>
                    <a:pt x="979268" y="1324201"/>
                  </a:lnTo>
                  <a:lnTo>
                    <a:pt x="979276" y="1324186"/>
                  </a:lnTo>
                  <a:lnTo>
                    <a:pt x="979285" y="1324171"/>
                  </a:lnTo>
                  <a:lnTo>
                    <a:pt x="979288" y="1324168"/>
                  </a:lnTo>
                  <a:lnTo>
                    <a:pt x="979293" y="1324156"/>
                  </a:lnTo>
                  <a:lnTo>
                    <a:pt x="979319" y="1324136"/>
                  </a:lnTo>
                  <a:lnTo>
                    <a:pt x="979337" y="1324123"/>
                  </a:lnTo>
                  <a:lnTo>
                    <a:pt x="979351" y="1324115"/>
                  </a:lnTo>
                  <a:lnTo>
                    <a:pt x="979365" y="1324108"/>
                  </a:lnTo>
                  <a:lnTo>
                    <a:pt x="979380" y="1324103"/>
                  </a:lnTo>
                  <a:lnTo>
                    <a:pt x="979394" y="1324099"/>
                  </a:lnTo>
                  <a:lnTo>
                    <a:pt x="979401" y="1324094"/>
                  </a:lnTo>
                  <a:lnTo>
                    <a:pt x="979404" y="1324091"/>
                  </a:lnTo>
                  <a:lnTo>
                    <a:pt x="979404" y="1324086"/>
                  </a:lnTo>
                  <a:lnTo>
                    <a:pt x="979406" y="1324081"/>
                  </a:lnTo>
                  <a:lnTo>
                    <a:pt x="979406" y="1324071"/>
                  </a:lnTo>
                  <a:lnTo>
                    <a:pt x="979406" y="1324056"/>
                  </a:lnTo>
                  <a:lnTo>
                    <a:pt x="979406" y="1324048"/>
                  </a:lnTo>
                  <a:lnTo>
                    <a:pt x="979407" y="1324041"/>
                  </a:lnTo>
                  <a:lnTo>
                    <a:pt x="979408" y="1324035"/>
                  </a:lnTo>
                  <a:lnTo>
                    <a:pt x="979413" y="1324024"/>
                  </a:lnTo>
                  <a:lnTo>
                    <a:pt x="979417" y="1324020"/>
                  </a:lnTo>
                  <a:lnTo>
                    <a:pt x="979418" y="1324016"/>
                  </a:lnTo>
                  <a:lnTo>
                    <a:pt x="979423" y="1324009"/>
                  </a:lnTo>
                  <a:lnTo>
                    <a:pt x="979430" y="1323996"/>
                  </a:lnTo>
                  <a:lnTo>
                    <a:pt x="979432" y="1323988"/>
                  </a:lnTo>
                  <a:lnTo>
                    <a:pt x="979436" y="1323979"/>
                  </a:lnTo>
                  <a:lnTo>
                    <a:pt x="979440" y="1323971"/>
                  </a:lnTo>
                  <a:lnTo>
                    <a:pt x="979446" y="1323965"/>
                  </a:lnTo>
                  <a:lnTo>
                    <a:pt x="979459" y="1323958"/>
                  </a:lnTo>
                  <a:lnTo>
                    <a:pt x="979466" y="1323954"/>
                  </a:lnTo>
                  <a:lnTo>
                    <a:pt x="979473" y="1323954"/>
                  </a:lnTo>
                  <a:lnTo>
                    <a:pt x="979488" y="1323954"/>
                  </a:lnTo>
                  <a:lnTo>
                    <a:pt x="979502" y="1323952"/>
                  </a:lnTo>
                  <a:lnTo>
                    <a:pt x="979510" y="1323952"/>
                  </a:lnTo>
                  <a:lnTo>
                    <a:pt x="979518" y="1323948"/>
                  </a:lnTo>
                  <a:lnTo>
                    <a:pt x="979531" y="1323944"/>
                  </a:lnTo>
                  <a:lnTo>
                    <a:pt x="979545" y="1323935"/>
                  </a:lnTo>
                  <a:lnTo>
                    <a:pt x="979560" y="1323927"/>
                  </a:lnTo>
                  <a:lnTo>
                    <a:pt x="979574" y="1323920"/>
                  </a:lnTo>
                  <a:lnTo>
                    <a:pt x="979588" y="1323911"/>
                  </a:lnTo>
                  <a:lnTo>
                    <a:pt x="979603" y="1323901"/>
                  </a:lnTo>
                  <a:lnTo>
                    <a:pt x="979617" y="1323893"/>
                  </a:lnTo>
                  <a:lnTo>
                    <a:pt x="979631" y="1323881"/>
                  </a:lnTo>
                  <a:lnTo>
                    <a:pt x="979644" y="1323866"/>
                  </a:lnTo>
                  <a:lnTo>
                    <a:pt x="979656" y="1323851"/>
                  </a:lnTo>
                  <a:lnTo>
                    <a:pt x="979667" y="1323836"/>
                  </a:lnTo>
                  <a:lnTo>
                    <a:pt x="979677" y="1323820"/>
                  </a:lnTo>
                  <a:lnTo>
                    <a:pt x="979686" y="1323807"/>
                  </a:lnTo>
                  <a:lnTo>
                    <a:pt x="979694" y="1323797"/>
                  </a:lnTo>
                  <a:lnTo>
                    <a:pt x="979695" y="1323792"/>
                  </a:lnTo>
                  <a:lnTo>
                    <a:pt x="979699" y="1323788"/>
                  </a:lnTo>
                  <a:lnTo>
                    <a:pt x="979704" y="1323777"/>
                  </a:lnTo>
                  <a:lnTo>
                    <a:pt x="979710" y="1323762"/>
                  </a:lnTo>
                  <a:lnTo>
                    <a:pt x="979714" y="1323752"/>
                  </a:lnTo>
                  <a:lnTo>
                    <a:pt x="979717" y="1323747"/>
                  </a:lnTo>
                  <a:lnTo>
                    <a:pt x="979728" y="1323731"/>
                  </a:lnTo>
                  <a:lnTo>
                    <a:pt x="979743" y="1323718"/>
                  </a:lnTo>
                  <a:lnTo>
                    <a:pt x="979757" y="1323706"/>
                  </a:lnTo>
                  <a:lnTo>
                    <a:pt x="979764" y="1323699"/>
                  </a:lnTo>
                  <a:lnTo>
                    <a:pt x="979768" y="1323691"/>
                  </a:lnTo>
                  <a:lnTo>
                    <a:pt x="979770" y="1323684"/>
                  </a:lnTo>
                  <a:lnTo>
                    <a:pt x="979775" y="1323674"/>
                  </a:lnTo>
                  <a:lnTo>
                    <a:pt x="979778" y="1323668"/>
                  </a:lnTo>
                  <a:lnTo>
                    <a:pt x="979780" y="1323661"/>
                  </a:lnTo>
                  <a:lnTo>
                    <a:pt x="979787" y="1323646"/>
                  </a:lnTo>
                  <a:lnTo>
                    <a:pt x="979793" y="1323637"/>
                  </a:lnTo>
                  <a:lnTo>
                    <a:pt x="979797" y="1323630"/>
                  </a:lnTo>
                  <a:lnTo>
                    <a:pt x="979809" y="1323617"/>
                  </a:lnTo>
                  <a:lnTo>
                    <a:pt x="979813" y="1323612"/>
                  </a:lnTo>
                  <a:lnTo>
                    <a:pt x="979819" y="1323602"/>
                  </a:lnTo>
                  <a:lnTo>
                    <a:pt x="979823" y="1323592"/>
                  </a:lnTo>
                  <a:lnTo>
                    <a:pt x="979826" y="1323587"/>
                  </a:lnTo>
                  <a:lnTo>
                    <a:pt x="979829" y="1323581"/>
                  </a:lnTo>
                  <a:lnTo>
                    <a:pt x="979837" y="1323572"/>
                  </a:lnTo>
                  <a:lnTo>
                    <a:pt x="979851" y="1323559"/>
                  </a:lnTo>
                  <a:lnTo>
                    <a:pt x="979864" y="1323545"/>
                  </a:lnTo>
                  <a:lnTo>
                    <a:pt x="979865" y="1323540"/>
                  </a:lnTo>
                  <a:lnTo>
                    <a:pt x="979871" y="1323530"/>
                  </a:lnTo>
                  <a:lnTo>
                    <a:pt x="979874" y="1323527"/>
                  </a:lnTo>
                  <a:lnTo>
                    <a:pt x="979879" y="1323515"/>
                  </a:lnTo>
                  <a:lnTo>
                    <a:pt x="979888" y="1323500"/>
                  </a:lnTo>
                  <a:lnTo>
                    <a:pt x="979893" y="1323493"/>
                  </a:lnTo>
                  <a:lnTo>
                    <a:pt x="979901" y="1323486"/>
                  </a:lnTo>
                  <a:lnTo>
                    <a:pt x="979914" y="1323476"/>
                  </a:lnTo>
                  <a:lnTo>
                    <a:pt x="979922" y="1323472"/>
                  </a:lnTo>
                  <a:lnTo>
                    <a:pt x="979930" y="1323466"/>
                  </a:lnTo>
                  <a:lnTo>
                    <a:pt x="979944" y="1323452"/>
                  </a:lnTo>
                  <a:lnTo>
                    <a:pt x="979951" y="1323439"/>
                  </a:lnTo>
                  <a:lnTo>
                    <a:pt x="979954" y="1323435"/>
                  </a:lnTo>
                  <a:lnTo>
                    <a:pt x="979958" y="1323424"/>
                  </a:lnTo>
                  <a:lnTo>
                    <a:pt x="979966" y="1323409"/>
                  </a:lnTo>
                  <a:lnTo>
                    <a:pt x="979975" y="1323394"/>
                  </a:lnTo>
                  <a:lnTo>
                    <a:pt x="979982" y="1323378"/>
                  </a:lnTo>
                  <a:lnTo>
                    <a:pt x="979987" y="1323363"/>
                  </a:lnTo>
                  <a:lnTo>
                    <a:pt x="979990" y="1323348"/>
                  </a:lnTo>
                  <a:lnTo>
                    <a:pt x="979993" y="1323333"/>
                  </a:lnTo>
                  <a:lnTo>
                    <a:pt x="979993" y="1323327"/>
                  </a:lnTo>
                  <a:lnTo>
                    <a:pt x="979998" y="1323318"/>
                  </a:lnTo>
                  <a:lnTo>
                    <a:pt x="980008" y="1323303"/>
                  </a:lnTo>
                  <a:lnTo>
                    <a:pt x="980011" y="1323299"/>
                  </a:lnTo>
                  <a:lnTo>
                    <a:pt x="980017" y="1323288"/>
                  </a:lnTo>
                  <a:lnTo>
                    <a:pt x="980023" y="1323273"/>
                  </a:lnTo>
                  <a:lnTo>
                    <a:pt x="980028" y="1323258"/>
                  </a:lnTo>
                  <a:lnTo>
                    <a:pt x="980031" y="1323243"/>
                  </a:lnTo>
                  <a:lnTo>
                    <a:pt x="980034" y="1323228"/>
                  </a:lnTo>
                  <a:lnTo>
                    <a:pt x="980040" y="1323211"/>
                  </a:lnTo>
                  <a:lnTo>
                    <a:pt x="980044" y="1323198"/>
                  </a:lnTo>
                  <a:lnTo>
                    <a:pt x="980048" y="1323189"/>
                  </a:lnTo>
                  <a:lnTo>
                    <a:pt x="980060" y="1323168"/>
                  </a:lnTo>
                  <a:lnTo>
                    <a:pt x="980071" y="1323153"/>
                  </a:lnTo>
                  <a:lnTo>
                    <a:pt x="980081" y="1323138"/>
                  </a:lnTo>
                  <a:lnTo>
                    <a:pt x="980096" y="1323126"/>
                  </a:lnTo>
                  <a:lnTo>
                    <a:pt x="980110" y="1323116"/>
                  </a:lnTo>
                  <a:lnTo>
                    <a:pt x="980124" y="1323104"/>
                  </a:lnTo>
                  <a:lnTo>
                    <a:pt x="980136" y="1323090"/>
                  </a:lnTo>
                  <a:lnTo>
                    <a:pt x="980140" y="1323083"/>
                  </a:lnTo>
                  <a:lnTo>
                    <a:pt x="980142" y="1323075"/>
                  </a:lnTo>
                  <a:lnTo>
                    <a:pt x="980147" y="1323069"/>
                  </a:lnTo>
                  <a:lnTo>
                    <a:pt x="980156" y="1323069"/>
                  </a:lnTo>
                  <a:lnTo>
                    <a:pt x="980169" y="1323082"/>
                  </a:lnTo>
                  <a:lnTo>
                    <a:pt x="980181" y="1323095"/>
                  </a:lnTo>
                  <a:lnTo>
                    <a:pt x="980186" y="1323099"/>
                  </a:lnTo>
                  <a:lnTo>
                    <a:pt x="980195" y="1323103"/>
                  </a:lnTo>
                  <a:lnTo>
                    <a:pt x="980202" y="1323105"/>
                  </a:lnTo>
                  <a:lnTo>
                    <a:pt x="980210" y="1323105"/>
                  </a:lnTo>
                  <a:lnTo>
                    <a:pt x="980224" y="1323106"/>
                  </a:lnTo>
                  <a:lnTo>
                    <a:pt x="980238" y="1323109"/>
                  </a:lnTo>
                  <a:lnTo>
                    <a:pt x="980253" y="1323113"/>
                  </a:lnTo>
                  <a:lnTo>
                    <a:pt x="980268" y="1323121"/>
                  </a:lnTo>
                  <a:lnTo>
                    <a:pt x="980281" y="1323132"/>
                  </a:lnTo>
                  <a:lnTo>
                    <a:pt x="980293" y="1323144"/>
                  </a:lnTo>
                  <a:lnTo>
                    <a:pt x="980308" y="1323157"/>
                  </a:lnTo>
                  <a:lnTo>
                    <a:pt x="980322" y="1323170"/>
                  </a:lnTo>
                  <a:lnTo>
                    <a:pt x="980337" y="1323180"/>
                  </a:lnTo>
                  <a:lnTo>
                    <a:pt x="980350" y="1323192"/>
                  </a:lnTo>
                  <a:lnTo>
                    <a:pt x="980362" y="1323207"/>
                  </a:lnTo>
                  <a:lnTo>
                    <a:pt x="980372" y="1323222"/>
                  </a:lnTo>
                  <a:lnTo>
                    <a:pt x="980385" y="1323244"/>
                  </a:lnTo>
                  <a:lnTo>
                    <a:pt x="980394" y="1323250"/>
                  </a:lnTo>
                  <a:lnTo>
                    <a:pt x="980400" y="1323254"/>
                  </a:lnTo>
                  <a:lnTo>
                    <a:pt x="980409" y="1323255"/>
                  </a:lnTo>
                  <a:lnTo>
                    <a:pt x="980424" y="1323254"/>
                  </a:lnTo>
                  <a:lnTo>
                    <a:pt x="980438" y="1323253"/>
                  </a:lnTo>
                  <a:lnTo>
                    <a:pt x="980453" y="1323259"/>
                  </a:lnTo>
                  <a:lnTo>
                    <a:pt x="980467" y="1323265"/>
                  </a:lnTo>
                  <a:lnTo>
                    <a:pt x="980481" y="1323267"/>
                  </a:lnTo>
                  <a:lnTo>
                    <a:pt x="980496" y="1323268"/>
                  </a:lnTo>
                  <a:lnTo>
                    <a:pt x="980504" y="1323267"/>
                  </a:lnTo>
                  <a:lnTo>
                    <a:pt x="980510" y="1323268"/>
                  </a:lnTo>
                  <a:lnTo>
                    <a:pt x="980526" y="1323271"/>
                  </a:lnTo>
                  <a:lnTo>
                    <a:pt x="980539" y="1323274"/>
                  </a:lnTo>
                  <a:lnTo>
                    <a:pt x="980553" y="1323277"/>
                  </a:lnTo>
                  <a:lnTo>
                    <a:pt x="980568" y="1323280"/>
                  </a:lnTo>
                  <a:lnTo>
                    <a:pt x="980582" y="1323281"/>
                  </a:lnTo>
                  <a:lnTo>
                    <a:pt x="980596" y="1323282"/>
                  </a:lnTo>
                  <a:lnTo>
                    <a:pt x="980611" y="1323284"/>
                  </a:lnTo>
                  <a:lnTo>
                    <a:pt x="980621" y="1323287"/>
                  </a:lnTo>
                  <a:lnTo>
                    <a:pt x="980628" y="1323290"/>
                  </a:lnTo>
                  <a:lnTo>
                    <a:pt x="980639" y="1323296"/>
                  </a:lnTo>
                  <a:lnTo>
                    <a:pt x="980654" y="1323302"/>
                  </a:lnTo>
                  <a:lnTo>
                    <a:pt x="980662" y="1323302"/>
                  </a:lnTo>
                  <a:lnTo>
                    <a:pt x="980668" y="1323298"/>
                  </a:lnTo>
                  <a:lnTo>
                    <a:pt x="980673" y="1323293"/>
                  </a:lnTo>
                  <a:lnTo>
                    <a:pt x="980679" y="1323283"/>
                  </a:lnTo>
                  <a:lnTo>
                    <a:pt x="980686" y="1323268"/>
                  </a:lnTo>
                  <a:lnTo>
                    <a:pt x="980695" y="1323253"/>
                  </a:lnTo>
                  <a:lnTo>
                    <a:pt x="980703" y="1323245"/>
                  </a:lnTo>
                  <a:lnTo>
                    <a:pt x="980709" y="1323244"/>
                  </a:lnTo>
                  <a:lnTo>
                    <a:pt x="980715" y="1323244"/>
                  </a:lnTo>
                  <a:lnTo>
                    <a:pt x="980724" y="1323247"/>
                  </a:lnTo>
                  <a:lnTo>
                    <a:pt x="980738" y="1323253"/>
                  </a:lnTo>
                  <a:lnTo>
                    <a:pt x="980754" y="1323259"/>
                  </a:lnTo>
                  <a:lnTo>
                    <a:pt x="980767" y="1323255"/>
                  </a:lnTo>
                  <a:lnTo>
                    <a:pt x="980781" y="1323247"/>
                  </a:lnTo>
                  <a:lnTo>
                    <a:pt x="980796" y="1323242"/>
                  </a:lnTo>
                  <a:lnTo>
                    <a:pt x="980816" y="1323237"/>
                  </a:lnTo>
                  <a:lnTo>
                    <a:pt x="980820" y="1323234"/>
                  </a:lnTo>
                  <a:lnTo>
                    <a:pt x="980826" y="1323216"/>
                  </a:lnTo>
                  <a:lnTo>
                    <a:pt x="980827" y="1323202"/>
                  </a:lnTo>
                  <a:lnTo>
                    <a:pt x="980830" y="1323187"/>
                  </a:lnTo>
                  <a:lnTo>
                    <a:pt x="980832" y="1323172"/>
                  </a:lnTo>
                  <a:lnTo>
                    <a:pt x="980835" y="1323157"/>
                  </a:lnTo>
                  <a:lnTo>
                    <a:pt x="980843" y="1323142"/>
                  </a:lnTo>
                  <a:lnTo>
                    <a:pt x="980850" y="1323127"/>
                  </a:lnTo>
                  <a:lnTo>
                    <a:pt x="980857" y="1323111"/>
                  </a:lnTo>
                  <a:lnTo>
                    <a:pt x="980857" y="1323103"/>
                  </a:lnTo>
                  <a:lnTo>
                    <a:pt x="980855" y="1323097"/>
                  </a:lnTo>
                  <a:lnTo>
                    <a:pt x="980845" y="1323082"/>
                  </a:lnTo>
                  <a:lnTo>
                    <a:pt x="980833" y="1323067"/>
                  </a:lnTo>
                  <a:lnTo>
                    <a:pt x="980821" y="1323056"/>
                  </a:lnTo>
                  <a:lnTo>
                    <a:pt x="980808" y="1323041"/>
                  </a:lnTo>
                  <a:lnTo>
                    <a:pt x="980803" y="1323034"/>
                  </a:lnTo>
                  <a:lnTo>
                    <a:pt x="980802" y="1323026"/>
                  </a:lnTo>
                  <a:lnTo>
                    <a:pt x="980803" y="1323018"/>
                  </a:lnTo>
                  <a:lnTo>
                    <a:pt x="980809" y="1323010"/>
                  </a:lnTo>
                  <a:lnTo>
                    <a:pt x="980820" y="1322997"/>
                  </a:lnTo>
                  <a:lnTo>
                    <a:pt x="980833" y="1322983"/>
                  </a:lnTo>
                  <a:lnTo>
                    <a:pt x="980845" y="1322970"/>
                  </a:lnTo>
                  <a:lnTo>
                    <a:pt x="980851" y="1322965"/>
                  </a:lnTo>
                  <a:lnTo>
                    <a:pt x="980860" y="1322961"/>
                  </a:lnTo>
                  <a:lnTo>
                    <a:pt x="980874" y="1322954"/>
                  </a:lnTo>
                  <a:lnTo>
                    <a:pt x="980889" y="1322945"/>
                  </a:lnTo>
                  <a:lnTo>
                    <a:pt x="980902" y="1322933"/>
                  </a:lnTo>
                  <a:lnTo>
                    <a:pt x="980913" y="1322918"/>
                  </a:lnTo>
                  <a:lnTo>
                    <a:pt x="980923" y="1322905"/>
                  </a:lnTo>
                  <a:lnTo>
                    <a:pt x="980927" y="1322898"/>
                  </a:lnTo>
                  <a:lnTo>
                    <a:pt x="980935" y="1322883"/>
                  </a:lnTo>
                  <a:lnTo>
                    <a:pt x="980939" y="1322872"/>
                  </a:lnTo>
                  <a:lnTo>
                    <a:pt x="980946" y="1322857"/>
                  </a:lnTo>
                  <a:lnTo>
                    <a:pt x="980952" y="1322842"/>
                  </a:lnTo>
                  <a:lnTo>
                    <a:pt x="980955" y="1322829"/>
                  </a:lnTo>
                  <a:lnTo>
                    <a:pt x="980958" y="1322819"/>
                  </a:lnTo>
                  <a:lnTo>
                    <a:pt x="980953" y="1322812"/>
                  </a:lnTo>
                  <a:lnTo>
                    <a:pt x="980936" y="1322805"/>
                  </a:lnTo>
                  <a:lnTo>
                    <a:pt x="980925" y="1322799"/>
                  </a:lnTo>
                  <a:lnTo>
                    <a:pt x="980910" y="1322791"/>
                  </a:lnTo>
                  <a:lnTo>
                    <a:pt x="980896" y="1322781"/>
                  </a:lnTo>
                  <a:lnTo>
                    <a:pt x="980882" y="1322771"/>
                  </a:lnTo>
                  <a:lnTo>
                    <a:pt x="980877" y="1322764"/>
                  </a:lnTo>
                  <a:lnTo>
                    <a:pt x="980878" y="1322754"/>
                  </a:lnTo>
                  <a:lnTo>
                    <a:pt x="980887" y="1322741"/>
                  </a:lnTo>
                  <a:lnTo>
                    <a:pt x="980894" y="1322734"/>
                  </a:lnTo>
                  <a:lnTo>
                    <a:pt x="980899" y="1322726"/>
                  </a:lnTo>
                  <a:lnTo>
                    <a:pt x="980899" y="1322719"/>
                  </a:lnTo>
                  <a:lnTo>
                    <a:pt x="980897" y="1322713"/>
                  </a:lnTo>
                  <a:lnTo>
                    <a:pt x="980892" y="1322698"/>
                  </a:lnTo>
                  <a:lnTo>
                    <a:pt x="980887" y="1322683"/>
                  </a:lnTo>
                  <a:lnTo>
                    <a:pt x="980888" y="1322666"/>
                  </a:lnTo>
                  <a:lnTo>
                    <a:pt x="980892" y="1322652"/>
                  </a:lnTo>
                  <a:lnTo>
                    <a:pt x="980901" y="1322639"/>
                  </a:lnTo>
                  <a:lnTo>
                    <a:pt x="980910" y="1322624"/>
                  </a:lnTo>
                  <a:lnTo>
                    <a:pt x="980914" y="1322615"/>
                  </a:lnTo>
                  <a:lnTo>
                    <a:pt x="980913" y="1322608"/>
                  </a:lnTo>
                  <a:lnTo>
                    <a:pt x="980909" y="1322598"/>
                  </a:lnTo>
                  <a:lnTo>
                    <a:pt x="980905" y="1322594"/>
                  </a:lnTo>
                  <a:lnTo>
                    <a:pt x="980890" y="1322586"/>
                  </a:lnTo>
                  <a:lnTo>
                    <a:pt x="980883" y="1322583"/>
                  </a:lnTo>
                  <a:lnTo>
                    <a:pt x="980876" y="1322577"/>
                  </a:lnTo>
                  <a:lnTo>
                    <a:pt x="980861" y="1322566"/>
                  </a:lnTo>
                  <a:lnTo>
                    <a:pt x="980854" y="1322560"/>
                  </a:lnTo>
                  <a:lnTo>
                    <a:pt x="980848" y="1322553"/>
                  </a:lnTo>
                  <a:lnTo>
                    <a:pt x="980834" y="1322538"/>
                  </a:lnTo>
                  <a:lnTo>
                    <a:pt x="980825" y="1322523"/>
                  </a:lnTo>
                  <a:lnTo>
                    <a:pt x="980817" y="1322508"/>
                  </a:lnTo>
                  <a:lnTo>
                    <a:pt x="980809" y="1322493"/>
                  </a:lnTo>
                  <a:lnTo>
                    <a:pt x="980803" y="1322478"/>
                  </a:lnTo>
                  <a:lnTo>
                    <a:pt x="980801" y="1322471"/>
                  </a:lnTo>
                  <a:lnTo>
                    <a:pt x="980799" y="1322463"/>
                  </a:lnTo>
                  <a:lnTo>
                    <a:pt x="980793" y="1322448"/>
                  </a:lnTo>
                  <a:lnTo>
                    <a:pt x="980788" y="1322433"/>
                  </a:lnTo>
                  <a:lnTo>
                    <a:pt x="980784" y="1322418"/>
                  </a:lnTo>
                  <a:lnTo>
                    <a:pt x="980781" y="1322401"/>
                  </a:lnTo>
                  <a:lnTo>
                    <a:pt x="980782" y="1322388"/>
                  </a:lnTo>
                  <a:lnTo>
                    <a:pt x="980784" y="1322378"/>
                  </a:lnTo>
                  <a:lnTo>
                    <a:pt x="980784" y="1322372"/>
                  </a:lnTo>
                  <a:lnTo>
                    <a:pt x="980784" y="1322366"/>
                  </a:lnTo>
                  <a:lnTo>
                    <a:pt x="980787" y="1322357"/>
                  </a:lnTo>
                  <a:lnTo>
                    <a:pt x="980791" y="1322342"/>
                  </a:lnTo>
                  <a:lnTo>
                    <a:pt x="980795" y="1322327"/>
                  </a:lnTo>
                  <a:lnTo>
                    <a:pt x="980801" y="1322312"/>
                  </a:lnTo>
                  <a:lnTo>
                    <a:pt x="980804" y="1322306"/>
                  </a:lnTo>
                  <a:lnTo>
                    <a:pt x="980807" y="1322297"/>
                  </a:lnTo>
                  <a:lnTo>
                    <a:pt x="980812" y="1322288"/>
                  </a:lnTo>
                  <a:lnTo>
                    <a:pt x="980821" y="1322274"/>
                  </a:lnTo>
                  <a:lnTo>
                    <a:pt x="980826" y="1322267"/>
                  </a:lnTo>
                  <a:lnTo>
                    <a:pt x="980838" y="1322252"/>
                  </a:lnTo>
                  <a:lnTo>
                    <a:pt x="980852" y="1322239"/>
                  </a:lnTo>
                  <a:lnTo>
                    <a:pt x="980865" y="1322224"/>
                  </a:lnTo>
                  <a:lnTo>
                    <a:pt x="980871" y="1322213"/>
                  </a:lnTo>
                  <a:lnTo>
                    <a:pt x="980875" y="1322209"/>
                  </a:lnTo>
                  <a:lnTo>
                    <a:pt x="980888" y="1322196"/>
                  </a:lnTo>
                  <a:lnTo>
                    <a:pt x="980892" y="1322192"/>
                  </a:lnTo>
                  <a:lnTo>
                    <a:pt x="980898" y="1322181"/>
                  </a:lnTo>
                  <a:lnTo>
                    <a:pt x="980903" y="1322171"/>
                  </a:lnTo>
                  <a:lnTo>
                    <a:pt x="980903" y="1322166"/>
                  </a:lnTo>
                  <a:lnTo>
                    <a:pt x="980903" y="1322151"/>
                  </a:lnTo>
                  <a:lnTo>
                    <a:pt x="980903" y="1322144"/>
                  </a:lnTo>
                  <a:lnTo>
                    <a:pt x="980899" y="1322136"/>
                  </a:lnTo>
                  <a:lnTo>
                    <a:pt x="980896" y="1322131"/>
                  </a:lnTo>
                  <a:lnTo>
                    <a:pt x="980889" y="1322121"/>
                  </a:lnTo>
                  <a:lnTo>
                    <a:pt x="980876" y="1322107"/>
                  </a:lnTo>
                  <a:lnTo>
                    <a:pt x="980873" y="1322103"/>
                  </a:lnTo>
                  <a:lnTo>
                    <a:pt x="980870" y="1322093"/>
                  </a:lnTo>
                  <a:lnTo>
                    <a:pt x="980869" y="1322089"/>
                  </a:lnTo>
                  <a:lnTo>
                    <a:pt x="980870" y="1322077"/>
                  </a:lnTo>
                  <a:lnTo>
                    <a:pt x="980871" y="1322062"/>
                  </a:lnTo>
                  <a:lnTo>
                    <a:pt x="980866" y="1322047"/>
                  </a:lnTo>
                  <a:lnTo>
                    <a:pt x="980863" y="1322040"/>
                  </a:lnTo>
                  <a:lnTo>
                    <a:pt x="980857" y="1322031"/>
                  </a:lnTo>
                  <a:lnTo>
                    <a:pt x="980847" y="1322016"/>
                  </a:lnTo>
                  <a:lnTo>
                    <a:pt x="980835" y="1322001"/>
                  </a:lnTo>
                  <a:lnTo>
                    <a:pt x="980825" y="1321986"/>
                  </a:lnTo>
                  <a:lnTo>
                    <a:pt x="980817" y="1321971"/>
                  </a:lnTo>
                  <a:lnTo>
                    <a:pt x="980814" y="1321964"/>
                  </a:lnTo>
                  <a:lnTo>
                    <a:pt x="980808" y="1321956"/>
                  </a:lnTo>
                  <a:lnTo>
                    <a:pt x="980796" y="1321942"/>
                  </a:lnTo>
                  <a:lnTo>
                    <a:pt x="980783" y="1321929"/>
                  </a:lnTo>
                  <a:lnTo>
                    <a:pt x="980769" y="1321915"/>
                  </a:lnTo>
                  <a:lnTo>
                    <a:pt x="980757" y="1321900"/>
                  </a:lnTo>
                  <a:lnTo>
                    <a:pt x="980745" y="1321885"/>
                  </a:lnTo>
                  <a:lnTo>
                    <a:pt x="980734" y="1321871"/>
                  </a:lnTo>
                  <a:lnTo>
                    <a:pt x="980723" y="1321856"/>
                  </a:lnTo>
                  <a:lnTo>
                    <a:pt x="980715" y="1321841"/>
                  </a:lnTo>
                  <a:lnTo>
                    <a:pt x="980711" y="1321826"/>
                  </a:lnTo>
                  <a:lnTo>
                    <a:pt x="980708" y="1321811"/>
                  </a:lnTo>
                  <a:lnTo>
                    <a:pt x="980707" y="1321796"/>
                  </a:lnTo>
                  <a:lnTo>
                    <a:pt x="980701" y="1321780"/>
                  </a:lnTo>
                  <a:lnTo>
                    <a:pt x="980697" y="1321774"/>
                  </a:lnTo>
                  <a:lnTo>
                    <a:pt x="980688" y="1321767"/>
                  </a:lnTo>
                  <a:lnTo>
                    <a:pt x="980674" y="1321754"/>
                  </a:lnTo>
                  <a:lnTo>
                    <a:pt x="980669" y="1321746"/>
                  </a:lnTo>
                  <a:lnTo>
                    <a:pt x="980666" y="1321738"/>
                  </a:lnTo>
                  <a:lnTo>
                    <a:pt x="980663" y="1321723"/>
                  </a:lnTo>
                  <a:lnTo>
                    <a:pt x="980659" y="1321708"/>
                  </a:lnTo>
                  <a:lnTo>
                    <a:pt x="980656" y="1321704"/>
                  </a:lnTo>
                  <a:lnTo>
                    <a:pt x="980652" y="1321693"/>
                  </a:lnTo>
                  <a:lnTo>
                    <a:pt x="980644" y="1321674"/>
                  </a:lnTo>
                  <a:lnTo>
                    <a:pt x="980640" y="1321663"/>
                  </a:lnTo>
                  <a:lnTo>
                    <a:pt x="980633" y="1321648"/>
                  </a:lnTo>
                  <a:lnTo>
                    <a:pt x="980626" y="1321633"/>
                  </a:lnTo>
                  <a:lnTo>
                    <a:pt x="980621" y="1321618"/>
                  </a:lnTo>
                  <a:lnTo>
                    <a:pt x="980619" y="1321603"/>
                  </a:lnTo>
                  <a:lnTo>
                    <a:pt x="980617" y="1321589"/>
                  </a:lnTo>
                  <a:lnTo>
                    <a:pt x="980615" y="1321582"/>
                  </a:lnTo>
                  <a:lnTo>
                    <a:pt x="980611" y="1321578"/>
                  </a:lnTo>
                  <a:lnTo>
                    <a:pt x="980609" y="1321573"/>
                  </a:lnTo>
                  <a:lnTo>
                    <a:pt x="980599" y="1321558"/>
                  </a:lnTo>
                  <a:lnTo>
                    <a:pt x="980589" y="1321542"/>
                  </a:lnTo>
                  <a:lnTo>
                    <a:pt x="980580" y="1321534"/>
                  </a:lnTo>
                  <a:lnTo>
                    <a:pt x="980567" y="1321527"/>
                  </a:lnTo>
                  <a:lnTo>
                    <a:pt x="980552" y="1321521"/>
                  </a:lnTo>
                  <a:lnTo>
                    <a:pt x="980542" y="1321516"/>
                  </a:lnTo>
                  <a:lnTo>
                    <a:pt x="980533" y="1321512"/>
                  </a:lnTo>
                  <a:lnTo>
                    <a:pt x="980523" y="1321502"/>
                  </a:lnTo>
                  <a:lnTo>
                    <a:pt x="980512" y="1321487"/>
                  </a:lnTo>
                  <a:lnTo>
                    <a:pt x="980502" y="1321472"/>
                  </a:lnTo>
                  <a:lnTo>
                    <a:pt x="980492" y="1321457"/>
                  </a:lnTo>
                  <a:lnTo>
                    <a:pt x="980477" y="1321434"/>
                  </a:lnTo>
                  <a:lnTo>
                    <a:pt x="980468" y="1321420"/>
                  </a:lnTo>
                  <a:lnTo>
                    <a:pt x="980466" y="1321412"/>
                  </a:lnTo>
                  <a:lnTo>
                    <a:pt x="980473" y="1321381"/>
                  </a:lnTo>
                  <a:lnTo>
                    <a:pt x="980476" y="1321368"/>
                  </a:lnTo>
                  <a:lnTo>
                    <a:pt x="980479" y="1321348"/>
                  </a:lnTo>
                  <a:lnTo>
                    <a:pt x="980480" y="1321336"/>
                  </a:lnTo>
                  <a:lnTo>
                    <a:pt x="980485" y="1321311"/>
                  </a:lnTo>
                  <a:lnTo>
                    <a:pt x="980488" y="1321296"/>
                  </a:lnTo>
                  <a:lnTo>
                    <a:pt x="980489" y="1321281"/>
                  </a:lnTo>
                  <a:lnTo>
                    <a:pt x="980492" y="1321266"/>
                  </a:lnTo>
                  <a:lnTo>
                    <a:pt x="980495" y="1321251"/>
                  </a:lnTo>
                  <a:lnTo>
                    <a:pt x="980502" y="1321212"/>
                  </a:lnTo>
                  <a:lnTo>
                    <a:pt x="980509" y="1321170"/>
                  </a:lnTo>
                  <a:lnTo>
                    <a:pt x="980511" y="1321155"/>
                  </a:lnTo>
                  <a:lnTo>
                    <a:pt x="980514" y="1321140"/>
                  </a:lnTo>
                  <a:lnTo>
                    <a:pt x="980519" y="1321105"/>
                  </a:lnTo>
                  <a:lnTo>
                    <a:pt x="980521" y="1321084"/>
                  </a:lnTo>
                  <a:lnTo>
                    <a:pt x="980524" y="1321075"/>
                  </a:lnTo>
                  <a:lnTo>
                    <a:pt x="980531" y="1321064"/>
                  </a:lnTo>
                  <a:lnTo>
                    <a:pt x="980541" y="1321047"/>
                  </a:lnTo>
                  <a:lnTo>
                    <a:pt x="980549" y="1321035"/>
                  </a:lnTo>
                  <a:lnTo>
                    <a:pt x="980555" y="1321023"/>
                  </a:lnTo>
                  <a:lnTo>
                    <a:pt x="980563" y="1321008"/>
                  </a:lnTo>
                  <a:lnTo>
                    <a:pt x="980569" y="1320993"/>
                  </a:lnTo>
                  <a:lnTo>
                    <a:pt x="980577" y="1320978"/>
                  </a:lnTo>
                  <a:lnTo>
                    <a:pt x="980583" y="1320963"/>
                  </a:lnTo>
                  <a:lnTo>
                    <a:pt x="980589" y="1320952"/>
                  </a:lnTo>
                  <a:lnTo>
                    <a:pt x="980599" y="1320933"/>
                  </a:lnTo>
                  <a:lnTo>
                    <a:pt x="980606" y="1320918"/>
                  </a:lnTo>
                  <a:lnTo>
                    <a:pt x="980613" y="1320903"/>
                  </a:lnTo>
                  <a:lnTo>
                    <a:pt x="980620" y="1320887"/>
                  </a:lnTo>
                  <a:lnTo>
                    <a:pt x="980631" y="1320866"/>
                  </a:lnTo>
                  <a:lnTo>
                    <a:pt x="980643" y="1320842"/>
                  </a:lnTo>
                  <a:lnTo>
                    <a:pt x="980650" y="1320827"/>
                  </a:lnTo>
                  <a:lnTo>
                    <a:pt x="980657" y="1320812"/>
                  </a:lnTo>
                  <a:lnTo>
                    <a:pt x="980665" y="1320797"/>
                  </a:lnTo>
                  <a:lnTo>
                    <a:pt x="980671" y="1320782"/>
                  </a:lnTo>
                  <a:lnTo>
                    <a:pt x="980679" y="1320767"/>
                  </a:lnTo>
                  <a:lnTo>
                    <a:pt x="980686" y="1320752"/>
                  </a:lnTo>
                  <a:lnTo>
                    <a:pt x="980694" y="1320737"/>
                  </a:lnTo>
                  <a:lnTo>
                    <a:pt x="980701" y="1320722"/>
                  </a:lnTo>
                  <a:lnTo>
                    <a:pt x="980708" y="1320707"/>
                  </a:lnTo>
                  <a:lnTo>
                    <a:pt x="980716" y="1320691"/>
                  </a:lnTo>
                  <a:lnTo>
                    <a:pt x="980722" y="1320676"/>
                  </a:lnTo>
                  <a:lnTo>
                    <a:pt x="980737" y="1320646"/>
                  </a:lnTo>
                  <a:lnTo>
                    <a:pt x="980744" y="1320631"/>
                  </a:lnTo>
                  <a:lnTo>
                    <a:pt x="980764" y="1320588"/>
                  </a:lnTo>
                  <a:lnTo>
                    <a:pt x="980775" y="1320565"/>
                  </a:lnTo>
                  <a:lnTo>
                    <a:pt x="980781" y="1320552"/>
                  </a:lnTo>
                  <a:lnTo>
                    <a:pt x="980787" y="1320538"/>
                  </a:lnTo>
                  <a:lnTo>
                    <a:pt x="980793" y="1320525"/>
                  </a:lnTo>
                  <a:lnTo>
                    <a:pt x="980799" y="1320513"/>
                  </a:lnTo>
                  <a:lnTo>
                    <a:pt x="980807" y="1320494"/>
                  </a:lnTo>
                  <a:lnTo>
                    <a:pt x="980813" y="1320479"/>
                  </a:lnTo>
                  <a:lnTo>
                    <a:pt x="980821" y="1320464"/>
                  </a:lnTo>
                  <a:lnTo>
                    <a:pt x="980828" y="1320449"/>
                  </a:lnTo>
                  <a:lnTo>
                    <a:pt x="980835" y="1320434"/>
                  </a:lnTo>
                  <a:lnTo>
                    <a:pt x="980842" y="1320419"/>
                  </a:lnTo>
                  <a:lnTo>
                    <a:pt x="980846" y="1320413"/>
                  </a:lnTo>
                  <a:lnTo>
                    <a:pt x="980874" y="1320347"/>
                  </a:lnTo>
                  <a:lnTo>
                    <a:pt x="980875" y="1320335"/>
                  </a:lnTo>
                  <a:lnTo>
                    <a:pt x="980874" y="1320328"/>
                  </a:lnTo>
                  <a:lnTo>
                    <a:pt x="980869" y="1320320"/>
                  </a:lnTo>
                  <a:lnTo>
                    <a:pt x="980864" y="1320315"/>
                  </a:lnTo>
                  <a:lnTo>
                    <a:pt x="980852" y="1320308"/>
                  </a:lnTo>
                  <a:lnTo>
                    <a:pt x="980846" y="1320302"/>
                  </a:lnTo>
                  <a:lnTo>
                    <a:pt x="980838" y="1320297"/>
                  </a:lnTo>
                  <a:lnTo>
                    <a:pt x="980831" y="1320294"/>
                  </a:lnTo>
                  <a:lnTo>
                    <a:pt x="980824" y="1320291"/>
                  </a:lnTo>
                  <a:lnTo>
                    <a:pt x="980809" y="1320284"/>
                  </a:lnTo>
                  <a:lnTo>
                    <a:pt x="980795" y="1320277"/>
                  </a:lnTo>
                  <a:lnTo>
                    <a:pt x="980781" y="1320265"/>
                  </a:lnTo>
                  <a:lnTo>
                    <a:pt x="980776" y="1320260"/>
                  </a:lnTo>
                  <a:lnTo>
                    <a:pt x="980771" y="1320250"/>
                  </a:lnTo>
                  <a:lnTo>
                    <a:pt x="980761" y="1320235"/>
                  </a:lnTo>
                  <a:lnTo>
                    <a:pt x="980754" y="1320220"/>
                  </a:lnTo>
                  <a:lnTo>
                    <a:pt x="980747" y="1320205"/>
                  </a:lnTo>
                  <a:lnTo>
                    <a:pt x="980744" y="1320196"/>
                  </a:lnTo>
                  <a:lnTo>
                    <a:pt x="980739" y="1320185"/>
                  </a:lnTo>
                  <a:lnTo>
                    <a:pt x="980733" y="1320175"/>
                  </a:lnTo>
                  <a:lnTo>
                    <a:pt x="980725" y="1320158"/>
                  </a:lnTo>
                  <a:lnTo>
                    <a:pt x="980715" y="1320145"/>
                  </a:lnTo>
                  <a:lnTo>
                    <a:pt x="980706" y="1320130"/>
                  </a:lnTo>
                  <a:lnTo>
                    <a:pt x="980702" y="1320124"/>
                  </a:lnTo>
                  <a:lnTo>
                    <a:pt x="980695" y="1320113"/>
                  </a:lnTo>
                  <a:lnTo>
                    <a:pt x="980687" y="1320102"/>
                  </a:lnTo>
                  <a:lnTo>
                    <a:pt x="980680" y="1320087"/>
                  </a:lnTo>
                  <a:lnTo>
                    <a:pt x="980671" y="1320072"/>
                  </a:lnTo>
                  <a:lnTo>
                    <a:pt x="980662" y="1320057"/>
                  </a:lnTo>
                  <a:lnTo>
                    <a:pt x="980649" y="1320042"/>
                  </a:lnTo>
                  <a:lnTo>
                    <a:pt x="980637" y="1320029"/>
                  </a:lnTo>
                  <a:lnTo>
                    <a:pt x="980625" y="1320014"/>
                  </a:lnTo>
                  <a:lnTo>
                    <a:pt x="980618" y="1320007"/>
                  </a:lnTo>
                  <a:lnTo>
                    <a:pt x="980613" y="1319999"/>
                  </a:lnTo>
                  <a:lnTo>
                    <a:pt x="980607" y="1319985"/>
                  </a:lnTo>
                  <a:lnTo>
                    <a:pt x="980604" y="1319976"/>
                  </a:lnTo>
                  <a:lnTo>
                    <a:pt x="980599" y="1319969"/>
                  </a:lnTo>
                  <a:lnTo>
                    <a:pt x="980595" y="1319955"/>
                  </a:lnTo>
                  <a:lnTo>
                    <a:pt x="980592" y="1319941"/>
                  </a:lnTo>
                  <a:lnTo>
                    <a:pt x="980583" y="1319924"/>
                  </a:lnTo>
                  <a:lnTo>
                    <a:pt x="980568" y="1319894"/>
                  </a:lnTo>
                  <a:lnTo>
                    <a:pt x="980555" y="1319877"/>
                  </a:lnTo>
                  <a:lnTo>
                    <a:pt x="980544" y="1319855"/>
                  </a:lnTo>
                  <a:lnTo>
                    <a:pt x="980532" y="1319838"/>
                  </a:lnTo>
                  <a:lnTo>
                    <a:pt x="980480" y="1319765"/>
                  </a:lnTo>
                  <a:lnTo>
                    <a:pt x="980470" y="1319750"/>
                  </a:lnTo>
                  <a:lnTo>
                    <a:pt x="980467" y="1319747"/>
                  </a:lnTo>
                  <a:lnTo>
                    <a:pt x="980461" y="1319736"/>
                  </a:lnTo>
                  <a:lnTo>
                    <a:pt x="980451" y="1319721"/>
                  </a:lnTo>
                  <a:lnTo>
                    <a:pt x="980447" y="1319716"/>
                  </a:lnTo>
                  <a:lnTo>
                    <a:pt x="980441" y="1319706"/>
                  </a:lnTo>
                  <a:lnTo>
                    <a:pt x="980433" y="1319691"/>
                  </a:lnTo>
                  <a:lnTo>
                    <a:pt x="980424" y="1319676"/>
                  </a:lnTo>
                  <a:lnTo>
                    <a:pt x="980421" y="1319672"/>
                  </a:lnTo>
                  <a:lnTo>
                    <a:pt x="980410" y="1319664"/>
                  </a:lnTo>
                  <a:lnTo>
                    <a:pt x="980396" y="1319657"/>
                  </a:lnTo>
                  <a:lnTo>
                    <a:pt x="980381" y="1319649"/>
                  </a:lnTo>
                  <a:lnTo>
                    <a:pt x="980376" y="1319643"/>
                  </a:lnTo>
                  <a:lnTo>
                    <a:pt x="980372" y="1319632"/>
                  </a:lnTo>
                  <a:lnTo>
                    <a:pt x="980371" y="1319625"/>
                  </a:lnTo>
                  <a:lnTo>
                    <a:pt x="980346" y="1319581"/>
                  </a:lnTo>
                  <a:lnTo>
                    <a:pt x="980333" y="1319566"/>
                  </a:lnTo>
                  <a:lnTo>
                    <a:pt x="980319" y="1319553"/>
                  </a:lnTo>
                  <a:lnTo>
                    <a:pt x="980305" y="1319542"/>
                  </a:lnTo>
                  <a:lnTo>
                    <a:pt x="980290" y="1319532"/>
                  </a:lnTo>
                  <a:lnTo>
                    <a:pt x="980276" y="1319527"/>
                  </a:lnTo>
                  <a:lnTo>
                    <a:pt x="980261" y="1319521"/>
                  </a:lnTo>
                  <a:lnTo>
                    <a:pt x="980254" y="1319519"/>
                  </a:lnTo>
                  <a:lnTo>
                    <a:pt x="980245" y="1319515"/>
                  </a:lnTo>
                  <a:lnTo>
                    <a:pt x="980232" y="1319507"/>
                  </a:lnTo>
                  <a:lnTo>
                    <a:pt x="980218" y="1319495"/>
                  </a:lnTo>
                  <a:lnTo>
                    <a:pt x="980204" y="1319484"/>
                  </a:lnTo>
                  <a:lnTo>
                    <a:pt x="980189" y="1319476"/>
                  </a:lnTo>
                  <a:lnTo>
                    <a:pt x="980175" y="1319468"/>
                  </a:lnTo>
                  <a:lnTo>
                    <a:pt x="980169" y="1319466"/>
                  </a:lnTo>
                  <a:lnTo>
                    <a:pt x="980161" y="1319459"/>
                  </a:lnTo>
                  <a:lnTo>
                    <a:pt x="980148" y="1319445"/>
                  </a:lnTo>
                  <a:lnTo>
                    <a:pt x="980138" y="1319431"/>
                  </a:lnTo>
                  <a:lnTo>
                    <a:pt x="980124" y="1319414"/>
                  </a:lnTo>
                  <a:lnTo>
                    <a:pt x="980120" y="1319406"/>
                  </a:lnTo>
                  <a:lnTo>
                    <a:pt x="980115" y="1319401"/>
                  </a:lnTo>
                  <a:lnTo>
                    <a:pt x="980107" y="1319386"/>
                  </a:lnTo>
                  <a:lnTo>
                    <a:pt x="980096" y="1319371"/>
                  </a:lnTo>
                  <a:lnTo>
                    <a:pt x="980091" y="1319363"/>
                  </a:lnTo>
                  <a:lnTo>
                    <a:pt x="980090" y="1319356"/>
                  </a:lnTo>
                  <a:lnTo>
                    <a:pt x="980084" y="1319341"/>
                  </a:lnTo>
                  <a:lnTo>
                    <a:pt x="980082" y="1319337"/>
                  </a:lnTo>
                  <a:lnTo>
                    <a:pt x="980081" y="1319324"/>
                  </a:lnTo>
                  <a:lnTo>
                    <a:pt x="980086" y="1319311"/>
                  </a:lnTo>
                  <a:lnTo>
                    <a:pt x="980088" y="1319306"/>
                  </a:lnTo>
                  <a:lnTo>
                    <a:pt x="980092" y="1319296"/>
                  </a:lnTo>
                  <a:lnTo>
                    <a:pt x="980094" y="1319291"/>
                  </a:lnTo>
                  <a:lnTo>
                    <a:pt x="980092" y="1319280"/>
                  </a:lnTo>
                  <a:lnTo>
                    <a:pt x="980088" y="1319265"/>
                  </a:lnTo>
                  <a:lnTo>
                    <a:pt x="980074" y="1319235"/>
                  </a:lnTo>
                  <a:lnTo>
                    <a:pt x="980075" y="1319224"/>
                  </a:lnTo>
                  <a:lnTo>
                    <a:pt x="980073" y="1319215"/>
                  </a:lnTo>
                  <a:lnTo>
                    <a:pt x="980068" y="1319201"/>
                  </a:lnTo>
                  <a:lnTo>
                    <a:pt x="980045" y="1319187"/>
                  </a:lnTo>
                  <a:lnTo>
                    <a:pt x="980038" y="1319168"/>
                  </a:lnTo>
                  <a:lnTo>
                    <a:pt x="980033" y="1319160"/>
                  </a:lnTo>
                  <a:lnTo>
                    <a:pt x="980025" y="1319152"/>
                  </a:lnTo>
                  <a:lnTo>
                    <a:pt x="980006" y="1319146"/>
                  </a:lnTo>
                  <a:lnTo>
                    <a:pt x="979969" y="1319144"/>
                  </a:lnTo>
                  <a:lnTo>
                    <a:pt x="979959" y="1319141"/>
                  </a:lnTo>
                  <a:lnTo>
                    <a:pt x="979954" y="1319142"/>
                  </a:lnTo>
                  <a:lnTo>
                    <a:pt x="979947" y="1319141"/>
                  </a:lnTo>
                  <a:lnTo>
                    <a:pt x="979951" y="1319123"/>
                  </a:lnTo>
                  <a:lnTo>
                    <a:pt x="979955" y="1319109"/>
                  </a:lnTo>
                  <a:lnTo>
                    <a:pt x="979958" y="1319102"/>
                  </a:lnTo>
                  <a:lnTo>
                    <a:pt x="979959" y="1319094"/>
                  </a:lnTo>
                  <a:lnTo>
                    <a:pt x="979960" y="1319081"/>
                  </a:lnTo>
                  <a:lnTo>
                    <a:pt x="979958" y="1319064"/>
                  </a:lnTo>
                  <a:lnTo>
                    <a:pt x="979950" y="1319034"/>
                  </a:lnTo>
                  <a:lnTo>
                    <a:pt x="979946" y="1319019"/>
                  </a:lnTo>
                  <a:lnTo>
                    <a:pt x="979942" y="1319003"/>
                  </a:lnTo>
                  <a:lnTo>
                    <a:pt x="979939" y="1318988"/>
                  </a:lnTo>
                  <a:lnTo>
                    <a:pt x="979938" y="1318973"/>
                  </a:lnTo>
                  <a:lnTo>
                    <a:pt x="979939" y="1318958"/>
                  </a:lnTo>
                  <a:lnTo>
                    <a:pt x="979940" y="1318943"/>
                  </a:lnTo>
                  <a:lnTo>
                    <a:pt x="979940" y="1318933"/>
                  </a:lnTo>
                  <a:lnTo>
                    <a:pt x="979942" y="1318928"/>
                  </a:lnTo>
                  <a:lnTo>
                    <a:pt x="979942" y="1318916"/>
                  </a:lnTo>
                  <a:lnTo>
                    <a:pt x="979948" y="1318872"/>
                  </a:lnTo>
                  <a:lnTo>
                    <a:pt x="979942" y="1318852"/>
                  </a:lnTo>
                  <a:lnTo>
                    <a:pt x="979940" y="1318837"/>
                  </a:lnTo>
                  <a:lnTo>
                    <a:pt x="979935" y="1318822"/>
                  </a:lnTo>
                  <a:lnTo>
                    <a:pt x="979931" y="1318807"/>
                  </a:lnTo>
                  <a:lnTo>
                    <a:pt x="979931" y="1318801"/>
                  </a:lnTo>
                  <a:lnTo>
                    <a:pt x="979928" y="1318792"/>
                  </a:lnTo>
                  <a:lnTo>
                    <a:pt x="979926" y="1318777"/>
                  </a:lnTo>
                  <a:lnTo>
                    <a:pt x="979923" y="1318762"/>
                  </a:lnTo>
                  <a:lnTo>
                    <a:pt x="979921" y="1318747"/>
                  </a:lnTo>
                  <a:lnTo>
                    <a:pt x="979920" y="1318732"/>
                  </a:lnTo>
                  <a:lnTo>
                    <a:pt x="979919" y="1318717"/>
                  </a:lnTo>
                  <a:lnTo>
                    <a:pt x="979916" y="1318702"/>
                  </a:lnTo>
                  <a:lnTo>
                    <a:pt x="979916" y="1318697"/>
                  </a:lnTo>
                  <a:lnTo>
                    <a:pt x="979912" y="1318685"/>
                  </a:lnTo>
                  <a:lnTo>
                    <a:pt x="979910" y="1318670"/>
                  </a:lnTo>
                  <a:lnTo>
                    <a:pt x="979909" y="1318655"/>
                  </a:lnTo>
                  <a:lnTo>
                    <a:pt x="979907" y="1318640"/>
                  </a:lnTo>
                  <a:lnTo>
                    <a:pt x="979904" y="1318625"/>
                  </a:lnTo>
                  <a:lnTo>
                    <a:pt x="979901" y="1318610"/>
                  </a:lnTo>
                  <a:lnTo>
                    <a:pt x="979896" y="1318591"/>
                  </a:lnTo>
                  <a:lnTo>
                    <a:pt x="979890" y="1318579"/>
                  </a:lnTo>
                  <a:lnTo>
                    <a:pt x="979872" y="1318545"/>
                  </a:lnTo>
                  <a:lnTo>
                    <a:pt x="979865" y="1318530"/>
                  </a:lnTo>
                  <a:lnTo>
                    <a:pt x="979856" y="1318515"/>
                  </a:lnTo>
                  <a:lnTo>
                    <a:pt x="979846" y="1318498"/>
                  </a:lnTo>
                  <a:lnTo>
                    <a:pt x="979837" y="1318486"/>
                  </a:lnTo>
                  <a:lnTo>
                    <a:pt x="979828" y="1318471"/>
                  </a:lnTo>
                  <a:lnTo>
                    <a:pt x="979817" y="1318456"/>
                  </a:lnTo>
                  <a:lnTo>
                    <a:pt x="979812" y="1318444"/>
                  </a:lnTo>
                  <a:lnTo>
                    <a:pt x="979808" y="1318435"/>
                  </a:lnTo>
                  <a:lnTo>
                    <a:pt x="979803" y="1318421"/>
                  </a:lnTo>
                  <a:lnTo>
                    <a:pt x="979799" y="1318411"/>
                  </a:lnTo>
                  <a:lnTo>
                    <a:pt x="979795" y="1318396"/>
                  </a:lnTo>
                  <a:lnTo>
                    <a:pt x="979791" y="1318381"/>
                  </a:lnTo>
                  <a:lnTo>
                    <a:pt x="979787" y="1318370"/>
                  </a:lnTo>
                  <a:lnTo>
                    <a:pt x="979784" y="1318353"/>
                  </a:lnTo>
                  <a:lnTo>
                    <a:pt x="979779" y="1318344"/>
                  </a:lnTo>
                  <a:lnTo>
                    <a:pt x="979772" y="1318341"/>
                  </a:lnTo>
                  <a:lnTo>
                    <a:pt x="979762" y="1318340"/>
                  </a:lnTo>
                  <a:lnTo>
                    <a:pt x="979739" y="1318343"/>
                  </a:lnTo>
                  <a:lnTo>
                    <a:pt x="979725" y="1318346"/>
                  </a:lnTo>
                  <a:lnTo>
                    <a:pt x="979711" y="1318349"/>
                  </a:lnTo>
                  <a:lnTo>
                    <a:pt x="979695" y="1318349"/>
                  </a:lnTo>
                  <a:lnTo>
                    <a:pt x="979687" y="1318337"/>
                  </a:lnTo>
                  <a:lnTo>
                    <a:pt x="979686" y="1318322"/>
                  </a:lnTo>
                  <a:lnTo>
                    <a:pt x="979685" y="1318307"/>
                  </a:lnTo>
                  <a:lnTo>
                    <a:pt x="979686" y="1318292"/>
                  </a:lnTo>
                  <a:lnTo>
                    <a:pt x="979687" y="1318277"/>
                  </a:lnTo>
                  <a:lnTo>
                    <a:pt x="979689" y="1318262"/>
                  </a:lnTo>
                  <a:lnTo>
                    <a:pt x="979691" y="1318247"/>
                  </a:lnTo>
                  <a:lnTo>
                    <a:pt x="979695" y="1318232"/>
                  </a:lnTo>
                  <a:lnTo>
                    <a:pt x="979696" y="1318228"/>
                  </a:lnTo>
                  <a:lnTo>
                    <a:pt x="979695" y="1318217"/>
                  </a:lnTo>
                  <a:lnTo>
                    <a:pt x="979689" y="1318202"/>
                  </a:lnTo>
                  <a:lnTo>
                    <a:pt x="979681" y="1318192"/>
                  </a:lnTo>
                  <a:lnTo>
                    <a:pt x="979679" y="1318186"/>
                  </a:lnTo>
                  <a:lnTo>
                    <a:pt x="979668" y="1318171"/>
                  </a:lnTo>
                  <a:lnTo>
                    <a:pt x="979661" y="1318160"/>
                  </a:lnTo>
                  <a:lnTo>
                    <a:pt x="979657" y="1318158"/>
                  </a:lnTo>
                  <a:lnTo>
                    <a:pt x="979643" y="1318147"/>
                  </a:lnTo>
                  <a:lnTo>
                    <a:pt x="979633" y="1318141"/>
                  </a:lnTo>
                  <a:lnTo>
                    <a:pt x="979628" y="1318141"/>
                  </a:lnTo>
                  <a:lnTo>
                    <a:pt x="979614" y="1318134"/>
                  </a:lnTo>
                  <a:lnTo>
                    <a:pt x="979599" y="1318127"/>
                  </a:lnTo>
                  <a:lnTo>
                    <a:pt x="979585" y="1318121"/>
                  </a:lnTo>
                  <a:lnTo>
                    <a:pt x="979569" y="1318111"/>
                  </a:lnTo>
                  <a:lnTo>
                    <a:pt x="979562" y="1318108"/>
                  </a:lnTo>
                  <a:lnTo>
                    <a:pt x="979554" y="1318102"/>
                  </a:lnTo>
                  <a:lnTo>
                    <a:pt x="979540" y="1318092"/>
                  </a:lnTo>
                  <a:lnTo>
                    <a:pt x="979526" y="1318079"/>
                  </a:lnTo>
                  <a:lnTo>
                    <a:pt x="979512" y="1318066"/>
                  </a:lnTo>
                  <a:lnTo>
                    <a:pt x="979501" y="1318052"/>
                  </a:lnTo>
                  <a:lnTo>
                    <a:pt x="979491" y="1318037"/>
                  </a:lnTo>
                  <a:lnTo>
                    <a:pt x="979482" y="1318022"/>
                  </a:lnTo>
                  <a:lnTo>
                    <a:pt x="979472" y="1318007"/>
                  </a:lnTo>
                  <a:lnTo>
                    <a:pt x="979461" y="1317993"/>
                  </a:lnTo>
                  <a:lnTo>
                    <a:pt x="979448" y="1317977"/>
                  </a:lnTo>
                  <a:lnTo>
                    <a:pt x="979437" y="1317962"/>
                  </a:lnTo>
                  <a:lnTo>
                    <a:pt x="979428" y="1317947"/>
                  </a:lnTo>
                  <a:lnTo>
                    <a:pt x="979421" y="1317932"/>
                  </a:lnTo>
                  <a:lnTo>
                    <a:pt x="979414" y="1317917"/>
                  </a:lnTo>
                  <a:lnTo>
                    <a:pt x="979407" y="1317902"/>
                  </a:lnTo>
                  <a:lnTo>
                    <a:pt x="979401" y="1317885"/>
                  </a:lnTo>
                  <a:lnTo>
                    <a:pt x="979395" y="1317870"/>
                  </a:lnTo>
                  <a:lnTo>
                    <a:pt x="979389" y="1317854"/>
                  </a:lnTo>
                  <a:lnTo>
                    <a:pt x="979382" y="1317839"/>
                  </a:lnTo>
                  <a:lnTo>
                    <a:pt x="979376" y="1317824"/>
                  </a:lnTo>
                  <a:lnTo>
                    <a:pt x="979371" y="1317809"/>
                  </a:lnTo>
                  <a:lnTo>
                    <a:pt x="979365" y="1317794"/>
                  </a:lnTo>
                  <a:lnTo>
                    <a:pt x="979357" y="1317779"/>
                  </a:lnTo>
                  <a:lnTo>
                    <a:pt x="979349" y="1317764"/>
                  </a:lnTo>
                  <a:lnTo>
                    <a:pt x="979337" y="1317749"/>
                  </a:lnTo>
                  <a:lnTo>
                    <a:pt x="979332" y="1317744"/>
                  </a:lnTo>
                  <a:lnTo>
                    <a:pt x="979327" y="1317734"/>
                  </a:lnTo>
                  <a:lnTo>
                    <a:pt x="979318" y="1317719"/>
                  </a:lnTo>
                  <a:lnTo>
                    <a:pt x="979310" y="1317705"/>
                  </a:lnTo>
                  <a:lnTo>
                    <a:pt x="979304" y="1317695"/>
                  </a:lnTo>
                  <a:lnTo>
                    <a:pt x="979297" y="1317688"/>
                  </a:lnTo>
                  <a:lnTo>
                    <a:pt x="979285" y="1317680"/>
                  </a:lnTo>
                  <a:lnTo>
                    <a:pt x="979271" y="1317669"/>
                  </a:lnTo>
                  <a:lnTo>
                    <a:pt x="979259" y="1317662"/>
                  </a:lnTo>
                  <a:lnTo>
                    <a:pt x="979253" y="1317656"/>
                  </a:lnTo>
                  <a:lnTo>
                    <a:pt x="979244" y="1317645"/>
                  </a:lnTo>
                  <a:lnTo>
                    <a:pt x="979240" y="1317635"/>
                  </a:lnTo>
                  <a:lnTo>
                    <a:pt x="979239" y="1317626"/>
                  </a:lnTo>
                  <a:lnTo>
                    <a:pt x="979236" y="1317615"/>
                  </a:lnTo>
                  <a:lnTo>
                    <a:pt x="979232" y="1317600"/>
                  </a:lnTo>
                  <a:lnTo>
                    <a:pt x="979225" y="1317585"/>
                  </a:lnTo>
                  <a:lnTo>
                    <a:pt x="979221" y="1317575"/>
                  </a:lnTo>
                  <a:lnTo>
                    <a:pt x="979220" y="1317570"/>
                  </a:lnTo>
                  <a:lnTo>
                    <a:pt x="979217" y="1317553"/>
                  </a:lnTo>
                  <a:lnTo>
                    <a:pt x="979216" y="1317547"/>
                  </a:lnTo>
                  <a:lnTo>
                    <a:pt x="979213" y="1317538"/>
                  </a:lnTo>
                  <a:lnTo>
                    <a:pt x="979206" y="1317523"/>
                  </a:lnTo>
                  <a:lnTo>
                    <a:pt x="979196" y="1317507"/>
                  </a:lnTo>
                  <a:lnTo>
                    <a:pt x="979192" y="1317497"/>
                  </a:lnTo>
                  <a:lnTo>
                    <a:pt x="979191" y="1317490"/>
                  </a:lnTo>
                  <a:lnTo>
                    <a:pt x="979184" y="1317480"/>
                  </a:lnTo>
                  <a:lnTo>
                    <a:pt x="979173" y="1317465"/>
                  </a:lnTo>
                  <a:lnTo>
                    <a:pt x="979166" y="1317458"/>
                  </a:lnTo>
                  <a:lnTo>
                    <a:pt x="979154" y="1317443"/>
                  </a:lnTo>
                  <a:lnTo>
                    <a:pt x="979147" y="1317431"/>
                  </a:lnTo>
                  <a:lnTo>
                    <a:pt x="979143" y="1317429"/>
                  </a:lnTo>
                  <a:lnTo>
                    <a:pt x="979138" y="1317425"/>
                  </a:lnTo>
                  <a:lnTo>
                    <a:pt x="979127" y="1317426"/>
                  </a:lnTo>
                  <a:lnTo>
                    <a:pt x="979113" y="1317434"/>
                  </a:lnTo>
                  <a:lnTo>
                    <a:pt x="979100" y="1317439"/>
                  </a:lnTo>
                  <a:lnTo>
                    <a:pt x="979096" y="1317439"/>
                  </a:lnTo>
                  <a:lnTo>
                    <a:pt x="979089" y="1317437"/>
                  </a:lnTo>
                  <a:lnTo>
                    <a:pt x="979086" y="1317434"/>
                  </a:lnTo>
                  <a:lnTo>
                    <a:pt x="979071" y="1317424"/>
                  </a:lnTo>
                  <a:lnTo>
                    <a:pt x="979067" y="1317422"/>
                  </a:lnTo>
                  <a:lnTo>
                    <a:pt x="979058" y="1317414"/>
                  </a:lnTo>
                  <a:lnTo>
                    <a:pt x="979045" y="1317400"/>
                  </a:lnTo>
                  <a:lnTo>
                    <a:pt x="979035" y="1317383"/>
                  </a:lnTo>
                  <a:lnTo>
                    <a:pt x="979029" y="1317372"/>
                  </a:lnTo>
                  <a:lnTo>
                    <a:pt x="979022" y="1317358"/>
                  </a:lnTo>
                  <a:lnTo>
                    <a:pt x="979019" y="1317354"/>
                  </a:lnTo>
                  <a:lnTo>
                    <a:pt x="979008" y="1317361"/>
                  </a:lnTo>
                  <a:lnTo>
                    <a:pt x="979004" y="1317364"/>
                  </a:lnTo>
                  <a:lnTo>
                    <a:pt x="978992" y="1317369"/>
                  </a:lnTo>
                  <a:lnTo>
                    <a:pt x="978979" y="1317372"/>
                  </a:lnTo>
                  <a:lnTo>
                    <a:pt x="978965" y="1317375"/>
                  </a:lnTo>
                  <a:lnTo>
                    <a:pt x="978950" y="1317379"/>
                  </a:lnTo>
                  <a:lnTo>
                    <a:pt x="978936" y="1317379"/>
                  </a:lnTo>
                  <a:lnTo>
                    <a:pt x="978921" y="1317381"/>
                  </a:lnTo>
                  <a:lnTo>
                    <a:pt x="978907" y="1317381"/>
                  </a:lnTo>
                  <a:lnTo>
                    <a:pt x="978893" y="1317385"/>
                  </a:lnTo>
                  <a:lnTo>
                    <a:pt x="978878" y="1317385"/>
                  </a:lnTo>
                  <a:lnTo>
                    <a:pt x="978864" y="1317385"/>
                  </a:lnTo>
                  <a:lnTo>
                    <a:pt x="978850" y="1317385"/>
                  </a:lnTo>
                  <a:lnTo>
                    <a:pt x="978835" y="1317387"/>
                  </a:lnTo>
                  <a:lnTo>
                    <a:pt x="978821" y="1317388"/>
                  </a:lnTo>
                  <a:lnTo>
                    <a:pt x="978806" y="1317389"/>
                  </a:lnTo>
                  <a:lnTo>
                    <a:pt x="978798" y="1317390"/>
                  </a:lnTo>
                  <a:lnTo>
                    <a:pt x="978790" y="1317393"/>
                  </a:lnTo>
                  <a:lnTo>
                    <a:pt x="978776" y="1317395"/>
                  </a:lnTo>
                  <a:lnTo>
                    <a:pt x="978761" y="1317397"/>
                  </a:lnTo>
                  <a:lnTo>
                    <a:pt x="978747" y="1317400"/>
                  </a:lnTo>
                  <a:lnTo>
                    <a:pt x="978732" y="1317403"/>
                  </a:lnTo>
                  <a:lnTo>
                    <a:pt x="978718" y="1317404"/>
                  </a:lnTo>
                  <a:lnTo>
                    <a:pt x="978704" y="1317406"/>
                  </a:lnTo>
                  <a:lnTo>
                    <a:pt x="978689" y="1317406"/>
                  </a:lnTo>
                  <a:lnTo>
                    <a:pt x="978675" y="1317409"/>
                  </a:lnTo>
                  <a:lnTo>
                    <a:pt x="978665" y="1317411"/>
                  </a:lnTo>
                  <a:lnTo>
                    <a:pt x="978660" y="1317414"/>
                  </a:lnTo>
                  <a:lnTo>
                    <a:pt x="978646" y="1317414"/>
                  </a:lnTo>
                  <a:lnTo>
                    <a:pt x="978632" y="1317415"/>
                  </a:lnTo>
                  <a:lnTo>
                    <a:pt x="978617" y="1317417"/>
                  </a:lnTo>
                  <a:lnTo>
                    <a:pt x="978589" y="1317426"/>
                  </a:lnTo>
                  <a:lnTo>
                    <a:pt x="978585" y="1317429"/>
                  </a:lnTo>
                  <a:lnTo>
                    <a:pt x="978575" y="1317440"/>
                  </a:lnTo>
                  <a:lnTo>
                    <a:pt x="978570" y="1317453"/>
                  </a:lnTo>
                  <a:lnTo>
                    <a:pt x="978566" y="1317460"/>
                  </a:lnTo>
                  <a:lnTo>
                    <a:pt x="978564" y="1317468"/>
                  </a:lnTo>
                  <a:lnTo>
                    <a:pt x="978563" y="1317483"/>
                  </a:lnTo>
                  <a:lnTo>
                    <a:pt x="978561" y="1317498"/>
                  </a:lnTo>
                  <a:lnTo>
                    <a:pt x="978555" y="1317514"/>
                  </a:lnTo>
                  <a:lnTo>
                    <a:pt x="978553" y="1317517"/>
                  </a:lnTo>
                  <a:lnTo>
                    <a:pt x="978549" y="1317523"/>
                  </a:lnTo>
                  <a:lnTo>
                    <a:pt x="978546" y="1317527"/>
                  </a:lnTo>
                  <a:lnTo>
                    <a:pt x="978537" y="1317530"/>
                  </a:lnTo>
                  <a:lnTo>
                    <a:pt x="978529" y="1317530"/>
                  </a:lnTo>
                  <a:lnTo>
                    <a:pt x="978515" y="1317525"/>
                  </a:lnTo>
                  <a:lnTo>
                    <a:pt x="978500" y="1317520"/>
                  </a:lnTo>
                  <a:lnTo>
                    <a:pt x="978489" y="1317517"/>
                  </a:lnTo>
                  <a:lnTo>
                    <a:pt x="978482" y="1317515"/>
                  </a:lnTo>
                  <a:lnTo>
                    <a:pt x="978472" y="1317510"/>
                  </a:lnTo>
                  <a:lnTo>
                    <a:pt x="978457" y="1317504"/>
                  </a:lnTo>
                  <a:lnTo>
                    <a:pt x="978452" y="1317501"/>
                  </a:lnTo>
                  <a:lnTo>
                    <a:pt x="978443" y="1317497"/>
                  </a:lnTo>
                  <a:lnTo>
                    <a:pt x="978428" y="1317492"/>
                  </a:lnTo>
                  <a:lnTo>
                    <a:pt x="978422" y="1317489"/>
                  </a:lnTo>
                  <a:lnTo>
                    <a:pt x="978414" y="1317482"/>
                  </a:lnTo>
                  <a:lnTo>
                    <a:pt x="978399" y="1317475"/>
                  </a:lnTo>
                  <a:lnTo>
                    <a:pt x="978385" y="1317469"/>
                  </a:lnTo>
                  <a:lnTo>
                    <a:pt x="978371" y="1317463"/>
                  </a:lnTo>
                  <a:lnTo>
                    <a:pt x="978359" y="1317462"/>
                  </a:lnTo>
                  <a:lnTo>
                    <a:pt x="978340" y="1317460"/>
                  </a:lnTo>
                  <a:lnTo>
                    <a:pt x="978328" y="1317462"/>
                  </a:lnTo>
                  <a:lnTo>
                    <a:pt x="978319" y="1317464"/>
                  </a:lnTo>
                  <a:lnTo>
                    <a:pt x="978311" y="1317464"/>
                  </a:lnTo>
                  <a:lnTo>
                    <a:pt x="978303" y="1317462"/>
                  </a:lnTo>
                  <a:lnTo>
                    <a:pt x="978297" y="1317464"/>
                  </a:lnTo>
                  <a:lnTo>
                    <a:pt x="978283" y="1317466"/>
                  </a:lnTo>
                  <a:lnTo>
                    <a:pt x="978268" y="1317467"/>
                  </a:lnTo>
                  <a:lnTo>
                    <a:pt x="978254" y="1317470"/>
                  </a:lnTo>
                  <a:lnTo>
                    <a:pt x="978232" y="1317473"/>
                  </a:lnTo>
                  <a:lnTo>
                    <a:pt x="978212" y="1317476"/>
                  </a:lnTo>
                  <a:lnTo>
                    <a:pt x="978203" y="1317479"/>
                  </a:lnTo>
                  <a:lnTo>
                    <a:pt x="978189" y="1317484"/>
                  </a:lnTo>
                  <a:lnTo>
                    <a:pt x="978174" y="1317491"/>
                  </a:lnTo>
                  <a:lnTo>
                    <a:pt x="978116" y="1317520"/>
                  </a:lnTo>
                  <a:lnTo>
                    <a:pt x="978102" y="1317529"/>
                  </a:lnTo>
                  <a:lnTo>
                    <a:pt x="978088" y="1317539"/>
                  </a:lnTo>
                  <a:lnTo>
                    <a:pt x="978073" y="1317551"/>
                  </a:lnTo>
                  <a:lnTo>
                    <a:pt x="978062" y="1317565"/>
                  </a:lnTo>
                  <a:lnTo>
                    <a:pt x="978058" y="1317573"/>
                  </a:lnTo>
                  <a:lnTo>
                    <a:pt x="978057" y="1317581"/>
                  </a:lnTo>
                  <a:lnTo>
                    <a:pt x="978057" y="1317588"/>
                  </a:lnTo>
                  <a:lnTo>
                    <a:pt x="978059" y="1317596"/>
                  </a:lnTo>
                  <a:lnTo>
                    <a:pt x="978065" y="1317611"/>
                  </a:lnTo>
                  <a:lnTo>
                    <a:pt x="978069" y="1317618"/>
                  </a:lnTo>
                  <a:lnTo>
                    <a:pt x="978072" y="1317624"/>
                  </a:lnTo>
                  <a:lnTo>
                    <a:pt x="978077" y="1317632"/>
                  </a:lnTo>
                  <a:lnTo>
                    <a:pt x="978086" y="1317643"/>
                  </a:lnTo>
                  <a:lnTo>
                    <a:pt x="978095" y="1317653"/>
                  </a:lnTo>
                  <a:lnTo>
                    <a:pt x="978102" y="1317668"/>
                  </a:lnTo>
                  <a:lnTo>
                    <a:pt x="978110" y="1317683"/>
                  </a:lnTo>
                  <a:lnTo>
                    <a:pt x="978112" y="1317698"/>
                  </a:lnTo>
                  <a:lnTo>
                    <a:pt x="978110" y="1317713"/>
                  </a:lnTo>
                  <a:lnTo>
                    <a:pt x="978105" y="1317725"/>
                  </a:lnTo>
                  <a:lnTo>
                    <a:pt x="978101" y="1317731"/>
                  </a:lnTo>
                  <a:lnTo>
                    <a:pt x="978087" y="1317742"/>
                  </a:lnTo>
                  <a:lnTo>
                    <a:pt x="978073" y="1317749"/>
                  </a:lnTo>
                  <a:lnTo>
                    <a:pt x="978058" y="1317754"/>
                  </a:lnTo>
                  <a:lnTo>
                    <a:pt x="978044" y="1317759"/>
                  </a:lnTo>
                  <a:lnTo>
                    <a:pt x="978029" y="1317764"/>
                  </a:lnTo>
                  <a:lnTo>
                    <a:pt x="978017" y="1317766"/>
                  </a:lnTo>
                  <a:lnTo>
                    <a:pt x="978008" y="1317769"/>
                  </a:lnTo>
                  <a:lnTo>
                    <a:pt x="977996" y="1317771"/>
                  </a:lnTo>
                  <a:lnTo>
                    <a:pt x="977986" y="1317773"/>
                  </a:lnTo>
                  <a:lnTo>
                    <a:pt x="977972" y="1317776"/>
                  </a:lnTo>
                  <a:lnTo>
                    <a:pt x="977943" y="1317782"/>
                  </a:lnTo>
                  <a:lnTo>
                    <a:pt x="977879" y="1317784"/>
                  </a:lnTo>
                  <a:lnTo>
                    <a:pt x="977864" y="1317782"/>
                  </a:lnTo>
                  <a:lnTo>
                    <a:pt x="977850" y="1317780"/>
                  </a:lnTo>
                  <a:lnTo>
                    <a:pt x="977836" y="1317777"/>
                  </a:lnTo>
                  <a:lnTo>
                    <a:pt x="977820" y="1317771"/>
                  </a:lnTo>
                  <a:lnTo>
                    <a:pt x="977807" y="1317767"/>
                  </a:lnTo>
                  <a:lnTo>
                    <a:pt x="977793" y="1317764"/>
                  </a:lnTo>
                  <a:lnTo>
                    <a:pt x="977778" y="1317760"/>
                  </a:lnTo>
                  <a:lnTo>
                    <a:pt x="977764" y="1317758"/>
                  </a:lnTo>
                  <a:lnTo>
                    <a:pt x="977749" y="1317754"/>
                  </a:lnTo>
                  <a:lnTo>
                    <a:pt x="977735" y="1317751"/>
                  </a:lnTo>
                  <a:lnTo>
                    <a:pt x="977720" y="1317747"/>
                  </a:lnTo>
                  <a:lnTo>
                    <a:pt x="977706" y="1317743"/>
                  </a:lnTo>
                  <a:lnTo>
                    <a:pt x="977692" y="1317743"/>
                  </a:lnTo>
                  <a:lnTo>
                    <a:pt x="977677" y="1317742"/>
                  </a:lnTo>
                  <a:lnTo>
                    <a:pt x="977658" y="1317743"/>
                  </a:lnTo>
                  <a:lnTo>
                    <a:pt x="977655" y="1317726"/>
                  </a:lnTo>
                  <a:lnTo>
                    <a:pt x="977641" y="1317684"/>
                  </a:lnTo>
                  <a:lnTo>
                    <a:pt x="977636" y="1317676"/>
                  </a:lnTo>
                  <a:lnTo>
                    <a:pt x="977628" y="1317671"/>
                  </a:lnTo>
                  <a:lnTo>
                    <a:pt x="977619" y="1317663"/>
                  </a:lnTo>
                  <a:lnTo>
                    <a:pt x="977599" y="1317662"/>
                  </a:lnTo>
                  <a:lnTo>
                    <a:pt x="977584" y="1317663"/>
                  </a:lnTo>
                  <a:lnTo>
                    <a:pt x="977570" y="1317667"/>
                  </a:lnTo>
                  <a:lnTo>
                    <a:pt x="977541" y="1317671"/>
                  </a:lnTo>
                  <a:lnTo>
                    <a:pt x="977527" y="1317673"/>
                  </a:lnTo>
                  <a:lnTo>
                    <a:pt x="977512" y="1317680"/>
                  </a:lnTo>
                  <a:lnTo>
                    <a:pt x="977507" y="1317682"/>
                  </a:lnTo>
                  <a:lnTo>
                    <a:pt x="977498" y="1317688"/>
                  </a:lnTo>
                  <a:lnTo>
                    <a:pt x="977484" y="1317694"/>
                  </a:lnTo>
                  <a:lnTo>
                    <a:pt x="977469" y="1317701"/>
                  </a:lnTo>
                  <a:lnTo>
                    <a:pt x="977463" y="1317705"/>
                  </a:lnTo>
                  <a:lnTo>
                    <a:pt x="977455" y="1317708"/>
                  </a:lnTo>
                  <a:lnTo>
                    <a:pt x="977446" y="1317712"/>
                  </a:lnTo>
                  <a:lnTo>
                    <a:pt x="977440" y="1317717"/>
                  </a:lnTo>
                  <a:lnTo>
                    <a:pt x="977426" y="1317724"/>
                  </a:lnTo>
                  <a:lnTo>
                    <a:pt x="977411" y="1317731"/>
                  </a:lnTo>
                  <a:lnTo>
                    <a:pt x="977397" y="1317739"/>
                  </a:lnTo>
                  <a:lnTo>
                    <a:pt x="977369" y="1317758"/>
                  </a:lnTo>
                  <a:lnTo>
                    <a:pt x="977355" y="1317770"/>
                  </a:lnTo>
                  <a:lnTo>
                    <a:pt x="977342" y="1317779"/>
                  </a:lnTo>
                  <a:lnTo>
                    <a:pt x="977326" y="1317781"/>
                  </a:lnTo>
                  <a:lnTo>
                    <a:pt x="977312" y="1317780"/>
                  </a:lnTo>
                  <a:lnTo>
                    <a:pt x="977297" y="1317777"/>
                  </a:lnTo>
                  <a:lnTo>
                    <a:pt x="977284" y="1317770"/>
                  </a:lnTo>
                  <a:lnTo>
                    <a:pt x="977270" y="1317775"/>
                  </a:lnTo>
                  <a:lnTo>
                    <a:pt x="977264" y="1317777"/>
                  </a:lnTo>
                  <a:lnTo>
                    <a:pt x="977259" y="1317777"/>
                  </a:lnTo>
                  <a:lnTo>
                    <a:pt x="977256" y="1317770"/>
                  </a:lnTo>
                  <a:lnTo>
                    <a:pt x="977254" y="1317761"/>
                  </a:lnTo>
                  <a:lnTo>
                    <a:pt x="977251" y="1317748"/>
                  </a:lnTo>
                  <a:lnTo>
                    <a:pt x="977245" y="1317733"/>
                  </a:lnTo>
                  <a:lnTo>
                    <a:pt x="977240" y="1317718"/>
                  </a:lnTo>
                  <a:lnTo>
                    <a:pt x="977235" y="1317703"/>
                  </a:lnTo>
                  <a:lnTo>
                    <a:pt x="977225" y="1317686"/>
                  </a:lnTo>
                  <a:lnTo>
                    <a:pt x="977221" y="1317671"/>
                  </a:lnTo>
                  <a:lnTo>
                    <a:pt x="977219" y="1317656"/>
                  </a:lnTo>
                  <a:lnTo>
                    <a:pt x="977219" y="1317641"/>
                  </a:lnTo>
                  <a:lnTo>
                    <a:pt x="977217" y="1317625"/>
                  </a:lnTo>
                  <a:lnTo>
                    <a:pt x="977216" y="1317621"/>
                  </a:lnTo>
                  <a:lnTo>
                    <a:pt x="977217" y="1317610"/>
                  </a:lnTo>
                  <a:lnTo>
                    <a:pt x="977219" y="1317593"/>
                  </a:lnTo>
                  <a:lnTo>
                    <a:pt x="977223" y="1317580"/>
                  </a:lnTo>
                  <a:lnTo>
                    <a:pt x="977222" y="1317565"/>
                  </a:lnTo>
                  <a:lnTo>
                    <a:pt x="977219" y="1317550"/>
                  </a:lnTo>
                  <a:lnTo>
                    <a:pt x="977212" y="1317535"/>
                  </a:lnTo>
                  <a:lnTo>
                    <a:pt x="977206" y="1317531"/>
                  </a:lnTo>
                  <a:lnTo>
                    <a:pt x="977198" y="1317533"/>
                  </a:lnTo>
                  <a:lnTo>
                    <a:pt x="977184" y="1317542"/>
                  </a:lnTo>
                  <a:lnTo>
                    <a:pt x="977174" y="1317549"/>
                  </a:lnTo>
                  <a:lnTo>
                    <a:pt x="977166" y="1317553"/>
                  </a:lnTo>
                  <a:lnTo>
                    <a:pt x="977153" y="1317558"/>
                  </a:lnTo>
                  <a:lnTo>
                    <a:pt x="977137" y="1317560"/>
                  </a:lnTo>
                  <a:lnTo>
                    <a:pt x="977123" y="1317561"/>
                  </a:lnTo>
                  <a:lnTo>
                    <a:pt x="977108" y="1317562"/>
                  </a:lnTo>
                  <a:lnTo>
                    <a:pt x="977094" y="1317560"/>
                  </a:lnTo>
                  <a:lnTo>
                    <a:pt x="977079" y="1317558"/>
                  </a:lnTo>
                  <a:lnTo>
                    <a:pt x="977066" y="1317550"/>
                  </a:lnTo>
                  <a:lnTo>
                    <a:pt x="977052" y="1317541"/>
                  </a:lnTo>
                  <a:lnTo>
                    <a:pt x="977038" y="1317528"/>
                  </a:lnTo>
                  <a:lnTo>
                    <a:pt x="977026" y="1317514"/>
                  </a:lnTo>
                  <a:lnTo>
                    <a:pt x="977015" y="1317499"/>
                  </a:lnTo>
                  <a:lnTo>
                    <a:pt x="977002" y="1317482"/>
                  </a:lnTo>
                  <a:lnTo>
                    <a:pt x="976989" y="1317474"/>
                  </a:lnTo>
                  <a:lnTo>
                    <a:pt x="976975" y="1317464"/>
                  </a:lnTo>
                  <a:lnTo>
                    <a:pt x="976963" y="1317449"/>
                  </a:lnTo>
                  <a:lnTo>
                    <a:pt x="976956" y="1317434"/>
                  </a:lnTo>
                  <a:lnTo>
                    <a:pt x="976954" y="1317429"/>
                  </a:lnTo>
                  <a:lnTo>
                    <a:pt x="976947" y="1317420"/>
                  </a:lnTo>
                  <a:lnTo>
                    <a:pt x="976944" y="1317417"/>
                  </a:lnTo>
                  <a:lnTo>
                    <a:pt x="976937" y="1317414"/>
                  </a:lnTo>
                  <a:lnTo>
                    <a:pt x="976932" y="1317409"/>
                  </a:lnTo>
                  <a:lnTo>
                    <a:pt x="976934" y="1317395"/>
                  </a:lnTo>
                  <a:lnTo>
                    <a:pt x="976935" y="1317385"/>
                  </a:lnTo>
                  <a:lnTo>
                    <a:pt x="976929" y="1317378"/>
                  </a:lnTo>
                  <a:lnTo>
                    <a:pt x="976914" y="1317370"/>
                  </a:lnTo>
                  <a:lnTo>
                    <a:pt x="976912" y="1317357"/>
                  </a:lnTo>
                  <a:lnTo>
                    <a:pt x="976915" y="1317349"/>
                  </a:lnTo>
                  <a:lnTo>
                    <a:pt x="976914" y="1317342"/>
                  </a:lnTo>
                  <a:lnTo>
                    <a:pt x="976911" y="1317339"/>
                  </a:lnTo>
                  <a:lnTo>
                    <a:pt x="976898" y="1317337"/>
                  </a:lnTo>
                  <a:lnTo>
                    <a:pt x="976885" y="1317329"/>
                  </a:lnTo>
                  <a:lnTo>
                    <a:pt x="976876" y="1317321"/>
                  </a:lnTo>
                  <a:lnTo>
                    <a:pt x="976871" y="1317319"/>
                  </a:lnTo>
                  <a:lnTo>
                    <a:pt x="976865" y="1317318"/>
                  </a:lnTo>
                  <a:lnTo>
                    <a:pt x="976851" y="1317316"/>
                  </a:lnTo>
                  <a:lnTo>
                    <a:pt x="976849" y="1317311"/>
                  </a:lnTo>
                  <a:lnTo>
                    <a:pt x="976854" y="1317304"/>
                  </a:lnTo>
                  <a:lnTo>
                    <a:pt x="976856" y="1317298"/>
                  </a:lnTo>
                  <a:lnTo>
                    <a:pt x="976869" y="1317285"/>
                  </a:lnTo>
                  <a:lnTo>
                    <a:pt x="976876" y="1317279"/>
                  </a:lnTo>
                  <a:lnTo>
                    <a:pt x="976883" y="1317274"/>
                  </a:lnTo>
                  <a:lnTo>
                    <a:pt x="976898" y="1317264"/>
                  </a:lnTo>
                  <a:lnTo>
                    <a:pt x="976912" y="1317253"/>
                  </a:lnTo>
                  <a:lnTo>
                    <a:pt x="976927" y="1317243"/>
                  </a:lnTo>
                  <a:lnTo>
                    <a:pt x="976941" y="1317231"/>
                  </a:lnTo>
                  <a:lnTo>
                    <a:pt x="976954" y="1317218"/>
                  </a:lnTo>
                  <a:lnTo>
                    <a:pt x="976967" y="1317203"/>
                  </a:lnTo>
                  <a:lnTo>
                    <a:pt x="976970" y="1317197"/>
                  </a:lnTo>
                  <a:lnTo>
                    <a:pt x="976972" y="1317187"/>
                  </a:lnTo>
                  <a:lnTo>
                    <a:pt x="976973" y="1317173"/>
                  </a:lnTo>
                  <a:lnTo>
                    <a:pt x="976973" y="1317162"/>
                  </a:lnTo>
                  <a:lnTo>
                    <a:pt x="976957" y="1317112"/>
                  </a:lnTo>
                  <a:lnTo>
                    <a:pt x="976928" y="1317034"/>
                  </a:lnTo>
                  <a:lnTo>
                    <a:pt x="976913" y="1316989"/>
                  </a:lnTo>
                  <a:lnTo>
                    <a:pt x="976897" y="1316961"/>
                  </a:lnTo>
                  <a:lnTo>
                    <a:pt x="976893" y="1316947"/>
                  </a:lnTo>
                  <a:lnTo>
                    <a:pt x="976888" y="1316910"/>
                  </a:lnTo>
                  <a:lnTo>
                    <a:pt x="976888" y="1316868"/>
                  </a:lnTo>
                  <a:lnTo>
                    <a:pt x="976883" y="1316835"/>
                  </a:lnTo>
                  <a:lnTo>
                    <a:pt x="976871" y="1316743"/>
                  </a:lnTo>
                  <a:lnTo>
                    <a:pt x="976858" y="1316666"/>
                  </a:lnTo>
                  <a:lnTo>
                    <a:pt x="976856" y="1316654"/>
                  </a:lnTo>
                  <a:lnTo>
                    <a:pt x="976854" y="1316641"/>
                  </a:lnTo>
                  <a:lnTo>
                    <a:pt x="976853" y="1316627"/>
                  </a:lnTo>
                  <a:lnTo>
                    <a:pt x="976843" y="1316601"/>
                  </a:lnTo>
                  <a:lnTo>
                    <a:pt x="976790" y="1316501"/>
                  </a:lnTo>
                  <a:lnTo>
                    <a:pt x="976740" y="1316409"/>
                  </a:lnTo>
                  <a:lnTo>
                    <a:pt x="976727" y="1316389"/>
                  </a:lnTo>
                  <a:lnTo>
                    <a:pt x="976723" y="1316381"/>
                  </a:lnTo>
                  <a:lnTo>
                    <a:pt x="976721" y="1316373"/>
                  </a:lnTo>
                  <a:lnTo>
                    <a:pt x="976712" y="1316348"/>
                  </a:lnTo>
                  <a:lnTo>
                    <a:pt x="976690" y="1316287"/>
                  </a:lnTo>
                  <a:lnTo>
                    <a:pt x="976664" y="1316224"/>
                  </a:lnTo>
                  <a:lnTo>
                    <a:pt x="976652" y="1316189"/>
                  </a:lnTo>
                  <a:lnTo>
                    <a:pt x="976626" y="1316121"/>
                  </a:lnTo>
                  <a:lnTo>
                    <a:pt x="976610" y="1316080"/>
                  </a:lnTo>
                  <a:lnTo>
                    <a:pt x="976600" y="1316062"/>
                  </a:lnTo>
                  <a:lnTo>
                    <a:pt x="976595" y="1316054"/>
                  </a:lnTo>
                  <a:lnTo>
                    <a:pt x="976573" y="1316040"/>
                  </a:lnTo>
                  <a:lnTo>
                    <a:pt x="976534" y="1316014"/>
                  </a:lnTo>
                  <a:lnTo>
                    <a:pt x="976492" y="1315982"/>
                  </a:lnTo>
                  <a:lnTo>
                    <a:pt x="976480" y="1315975"/>
                  </a:lnTo>
                  <a:lnTo>
                    <a:pt x="976459" y="1315962"/>
                  </a:lnTo>
                  <a:lnTo>
                    <a:pt x="976455" y="1315956"/>
                  </a:lnTo>
                  <a:lnTo>
                    <a:pt x="976455" y="1315945"/>
                  </a:lnTo>
                  <a:lnTo>
                    <a:pt x="976463" y="1315927"/>
                  </a:lnTo>
                  <a:lnTo>
                    <a:pt x="976466" y="1315919"/>
                  </a:lnTo>
                  <a:lnTo>
                    <a:pt x="976469" y="1315905"/>
                  </a:lnTo>
                  <a:lnTo>
                    <a:pt x="976475" y="1315889"/>
                  </a:lnTo>
                  <a:lnTo>
                    <a:pt x="976489" y="1315866"/>
                  </a:lnTo>
                  <a:lnTo>
                    <a:pt x="976498" y="1315854"/>
                  </a:lnTo>
                  <a:lnTo>
                    <a:pt x="976509" y="1315830"/>
                  </a:lnTo>
                  <a:lnTo>
                    <a:pt x="976519" y="1315808"/>
                  </a:lnTo>
                  <a:lnTo>
                    <a:pt x="976523" y="1315793"/>
                  </a:lnTo>
                  <a:lnTo>
                    <a:pt x="976524" y="1315783"/>
                  </a:lnTo>
                  <a:lnTo>
                    <a:pt x="976527" y="1315772"/>
                  </a:lnTo>
                  <a:lnTo>
                    <a:pt x="976529" y="1315759"/>
                  </a:lnTo>
                  <a:lnTo>
                    <a:pt x="976537" y="1315738"/>
                  </a:lnTo>
                  <a:lnTo>
                    <a:pt x="976539" y="1315725"/>
                  </a:lnTo>
                  <a:lnTo>
                    <a:pt x="976541" y="1315701"/>
                  </a:lnTo>
                  <a:lnTo>
                    <a:pt x="976542" y="1315691"/>
                  </a:lnTo>
                  <a:lnTo>
                    <a:pt x="976539" y="1315679"/>
                  </a:lnTo>
                  <a:lnTo>
                    <a:pt x="976534" y="1315664"/>
                  </a:lnTo>
                  <a:lnTo>
                    <a:pt x="976529" y="1315649"/>
                  </a:lnTo>
                  <a:lnTo>
                    <a:pt x="976528" y="1315642"/>
                  </a:lnTo>
                  <a:lnTo>
                    <a:pt x="976518" y="1315633"/>
                  </a:lnTo>
                  <a:lnTo>
                    <a:pt x="976516" y="1315628"/>
                  </a:lnTo>
                  <a:lnTo>
                    <a:pt x="976516" y="1315599"/>
                  </a:lnTo>
                  <a:lnTo>
                    <a:pt x="976514" y="1315558"/>
                  </a:lnTo>
                  <a:lnTo>
                    <a:pt x="976509" y="1315543"/>
                  </a:lnTo>
                  <a:lnTo>
                    <a:pt x="976500" y="1315528"/>
                  </a:lnTo>
                  <a:lnTo>
                    <a:pt x="976489" y="1315516"/>
                  </a:lnTo>
                  <a:lnTo>
                    <a:pt x="976474" y="1315506"/>
                  </a:lnTo>
                  <a:lnTo>
                    <a:pt x="976460" y="1315497"/>
                  </a:lnTo>
                  <a:lnTo>
                    <a:pt x="976451" y="1315482"/>
                  </a:lnTo>
                  <a:lnTo>
                    <a:pt x="976437" y="1315461"/>
                  </a:lnTo>
                  <a:lnTo>
                    <a:pt x="976423" y="1315443"/>
                  </a:lnTo>
                  <a:lnTo>
                    <a:pt x="976416" y="1315432"/>
                  </a:lnTo>
                  <a:lnTo>
                    <a:pt x="976410" y="1315416"/>
                  </a:lnTo>
                  <a:lnTo>
                    <a:pt x="976399" y="1315388"/>
                  </a:lnTo>
                  <a:lnTo>
                    <a:pt x="976385" y="1315365"/>
                  </a:lnTo>
                  <a:lnTo>
                    <a:pt x="976374" y="1315349"/>
                  </a:lnTo>
                  <a:lnTo>
                    <a:pt x="976364" y="1315336"/>
                  </a:lnTo>
                  <a:lnTo>
                    <a:pt x="976356" y="1315325"/>
                  </a:lnTo>
                  <a:lnTo>
                    <a:pt x="976348" y="1315313"/>
                  </a:lnTo>
                  <a:lnTo>
                    <a:pt x="976344" y="1315295"/>
                  </a:lnTo>
                  <a:lnTo>
                    <a:pt x="976338" y="1315278"/>
                  </a:lnTo>
                  <a:lnTo>
                    <a:pt x="976335" y="1315268"/>
                  </a:lnTo>
                  <a:lnTo>
                    <a:pt x="976323" y="1315257"/>
                  </a:lnTo>
                  <a:lnTo>
                    <a:pt x="976312" y="1315248"/>
                  </a:lnTo>
                  <a:lnTo>
                    <a:pt x="976300" y="1315233"/>
                  </a:lnTo>
                  <a:lnTo>
                    <a:pt x="976289" y="1315214"/>
                  </a:lnTo>
                  <a:lnTo>
                    <a:pt x="976282" y="1315196"/>
                  </a:lnTo>
                  <a:lnTo>
                    <a:pt x="976276" y="1315171"/>
                  </a:lnTo>
                  <a:lnTo>
                    <a:pt x="976274" y="1315149"/>
                  </a:lnTo>
                  <a:lnTo>
                    <a:pt x="976274" y="1315131"/>
                  </a:lnTo>
                  <a:lnTo>
                    <a:pt x="976278" y="1315110"/>
                  </a:lnTo>
                  <a:lnTo>
                    <a:pt x="976282" y="1315094"/>
                  </a:lnTo>
                  <a:lnTo>
                    <a:pt x="976290" y="1315076"/>
                  </a:lnTo>
                  <a:lnTo>
                    <a:pt x="976303" y="1315056"/>
                  </a:lnTo>
                  <a:lnTo>
                    <a:pt x="976309" y="1315051"/>
                  </a:lnTo>
                  <a:lnTo>
                    <a:pt x="976320" y="1315049"/>
                  </a:lnTo>
                  <a:lnTo>
                    <a:pt x="976331" y="1315051"/>
                  </a:lnTo>
                  <a:lnTo>
                    <a:pt x="976346" y="1315053"/>
                  </a:lnTo>
                  <a:lnTo>
                    <a:pt x="976358" y="1315049"/>
                  </a:lnTo>
                  <a:lnTo>
                    <a:pt x="976367" y="1315043"/>
                  </a:lnTo>
                  <a:lnTo>
                    <a:pt x="976374" y="1315034"/>
                  </a:lnTo>
                  <a:lnTo>
                    <a:pt x="976386" y="1315020"/>
                  </a:lnTo>
                  <a:lnTo>
                    <a:pt x="976393" y="1315014"/>
                  </a:lnTo>
                  <a:lnTo>
                    <a:pt x="976400" y="1315008"/>
                  </a:lnTo>
                  <a:lnTo>
                    <a:pt x="976405" y="1315005"/>
                  </a:lnTo>
                  <a:lnTo>
                    <a:pt x="976424" y="1314999"/>
                  </a:lnTo>
                  <a:lnTo>
                    <a:pt x="976443" y="1314992"/>
                  </a:lnTo>
                  <a:lnTo>
                    <a:pt x="976450" y="1314988"/>
                  </a:lnTo>
                  <a:lnTo>
                    <a:pt x="976458" y="1314983"/>
                  </a:lnTo>
                  <a:lnTo>
                    <a:pt x="976464" y="1314976"/>
                  </a:lnTo>
                  <a:lnTo>
                    <a:pt x="976475" y="1314959"/>
                  </a:lnTo>
                  <a:lnTo>
                    <a:pt x="976484" y="1314952"/>
                  </a:lnTo>
                  <a:lnTo>
                    <a:pt x="976491" y="1314948"/>
                  </a:lnTo>
                  <a:lnTo>
                    <a:pt x="976510" y="1314943"/>
                  </a:lnTo>
                  <a:lnTo>
                    <a:pt x="976521" y="1314938"/>
                  </a:lnTo>
                  <a:lnTo>
                    <a:pt x="976532" y="1314928"/>
                  </a:lnTo>
                  <a:lnTo>
                    <a:pt x="976541" y="1314918"/>
                  </a:lnTo>
                  <a:lnTo>
                    <a:pt x="976551" y="1314909"/>
                  </a:lnTo>
                  <a:lnTo>
                    <a:pt x="976569" y="1314896"/>
                  </a:lnTo>
                  <a:lnTo>
                    <a:pt x="976591" y="1314883"/>
                  </a:lnTo>
                  <a:lnTo>
                    <a:pt x="976598" y="1314878"/>
                  </a:lnTo>
                  <a:lnTo>
                    <a:pt x="976602" y="1314870"/>
                  </a:lnTo>
                  <a:lnTo>
                    <a:pt x="976607" y="1314841"/>
                  </a:lnTo>
                  <a:lnTo>
                    <a:pt x="976608" y="1314817"/>
                  </a:lnTo>
                  <a:lnTo>
                    <a:pt x="976602" y="1314797"/>
                  </a:lnTo>
                  <a:lnTo>
                    <a:pt x="976602" y="1314782"/>
                  </a:lnTo>
                  <a:lnTo>
                    <a:pt x="976603" y="1314775"/>
                  </a:lnTo>
                  <a:lnTo>
                    <a:pt x="976608" y="1314769"/>
                  </a:lnTo>
                  <a:lnTo>
                    <a:pt x="976618" y="1314758"/>
                  </a:lnTo>
                  <a:lnTo>
                    <a:pt x="976623" y="1314747"/>
                  </a:lnTo>
                  <a:lnTo>
                    <a:pt x="976624" y="1314734"/>
                  </a:lnTo>
                  <a:lnTo>
                    <a:pt x="976613" y="1314714"/>
                  </a:lnTo>
                  <a:lnTo>
                    <a:pt x="976611" y="1314708"/>
                  </a:lnTo>
                  <a:lnTo>
                    <a:pt x="976613" y="1314702"/>
                  </a:lnTo>
                  <a:lnTo>
                    <a:pt x="976623" y="1314690"/>
                  </a:lnTo>
                  <a:lnTo>
                    <a:pt x="976634" y="1314683"/>
                  </a:lnTo>
                  <a:lnTo>
                    <a:pt x="976656" y="1314671"/>
                  </a:lnTo>
                  <a:lnTo>
                    <a:pt x="976675" y="1314656"/>
                  </a:lnTo>
                  <a:lnTo>
                    <a:pt x="976687" y="1314640"/>
                  </a:lnTo>
                  <a:lnTo>
                    <a:pt x="976695" y="1314626"/>
                  </a:lnTo>
                  <a:lnTo>
                    <a:pt x="976702" y="1314607"/>
                  </a:lnTo>
                  <a:lnTo>
                    <a:pt x="976710" y="1314593"/>
                  </a:lnTo>
                  <a:lnTo>
                    <a:pt x="976727" y="1314569"/>
                  </a:lnTo>
                  <a:lnTo>
                    <a:pt x="976742" y="1314550"/>
                  </a:lnTo>
                  <a:lnTo>
                    <a:pt x="976755" y="1314542"/>
                  </a:lnTo>
                  <a:lnTo>
                    <a:pt x="976769" y="1314535"/>
                  </a:lnTo>
                  <a:lnTo>
                    <a:pt x="976788" y="1314525"/>
                  </a:lnTo>
                  <a:lnTo>
                    <a:pt x="976803" y="1314515"/>
                  </a:lnTo>
                  <a:lnTo>
                    <a:pt x="976813" y="1314506"/>
                  </a:lnTo>
                  <a:lnTo>
                    <a:pt x="976822" y="1314490"/>
                  </a:lnTo>
                  <a:lnTo>
                    <a:pt x="976832" y="1314466"/>
                  </a:lnTo>
                  <a:lnTo>
                    <a:pt x="976836" y="1314452"/>
                  </a:lnTo>
                  <a:lnTo>
                    <a:pt x="976842" y="1314431"/>
                  </a:lnTo>
                  <a:lnTo>
                    <a:pt x="976843" y="1314416"/>
                  </a:lnTo>
                  <a:lnTo>
                    <a:pt x="976844" y="1314390"/>
                  </a:lnTo>
                  <a:lnTo>
                    <a:pt x="976846" y="1314375"/>
                  </a:lnTo>
                  <a:lnTo>
                    <a:pt x="976854" y="1314367"/>
                  </a:lnTo>
                  <a:lnTo>
                    <a:pt x="976860" y="1314366"/>
                  </a:lnTo>
                  <a:lnTo>
                    <a:pt x="976878" y="1314367"/>
                  </a:lnTo>
                  <a:lnTo>
                    <a:pt x="976885" y="1314364"/>
                  </a:lnTo>
                  <a:lnTo>
                    <a:pt x="976964" y="1314334"/>
                  </a:lnTo>
                  <a:lnTo>
                    <a:pt x="977009" y="1314316"/>
                  </a:lnTo>
                  <a:lnTo>
                    <a:pt x="977052" y="1314299"/>
                  </a:lnTo>
                  <a:lnTo>
                    <a:pt x="977091" y="1314287"/>
                  </a:lnTo>
                  <a:lnTo>
                    <a:pt x="977110" y="1314280"/>
                  </a:lnTo>
                  <a:lnTo>
                    <a:pt x="977128" y="1314272"/>
                  </a:lnTo>
                  <a:lnTo>
                    <a:pt x="977183" y="1314252"/>
                  </a:lnTo>
                  <a:lnTo>
                    <a:pt x="977263" y="1314219"/>
                  </a:lnTo>
                  <a:lnTo>
                    <a:pt x="977284" y="1314128"/>
                  </a:lnTo>
                  <a:lnTo>
                    <a:pt x="977344" y="1314107"/>
                  </a:lnTo>
                  <a:lnTo>
                    <a:pt x="977351" y="1314103"/>
                  </a:lnTo>
                  <a:lnTo>
                    <a:pt x="977386" y="1314090"/>
                  </a:lnTo>
                  <a:lnTo>
                    <a:pt x="977435" y="1314073"/>
                  </a:lnTo>
                  <a:lnTo>
                    <a:pt x="977483" y="1314054"/>
                  </a:lnTo>
                  <a:lnTo>
                    <a:pt x="977517" y="1314044"/>
                  </a:lnTo>
                  <a:lnTo>
                    <a:pt x="977543" y="1314032"/>
                  </a:lnTo>
                  <a:lnTo>
                    <a:pt x="977565" y="1314023"/>
                  </a:lnTo>
                  <a:lnTo>
                    <a:pt x="977566" y="1314008"/>
                  </a:lnTo>
                  <a:lnTo>
                    <a:pt x="977557" y="1313961"/>
                  </a:lnTo>
                  <a:lnTo>
                    <a:pt x="977551" y="1313932"/>
                  </a:lnTo>
                  <a:lnTo>
                    <a:pt x="977552" y="1313920"/>
                  </a:lnTo>
                  <a:lnTo>
                    <a:pt x="977553" y="1313913"/>
                  </a:lnTo>
                  <a:lnTo>
                    <a:pt x="977556" y="1313905"/>
                  </a:lnTo>
                  <a:lnTo>
                    <a:pt x="977565" y="1313892"/>
                  </a:lnTo>
                  <a:lnTo>
                    <a:pt x="977583" y="1313870"/>
                  </a:lnTo>
                  <a:lnTo>
                    <a:pt x="977601" y="1313846"/>
                  </a:lnTo>
                  <a:lnTo>
                    <a:pt x="977614" y="1313828"/>
                  </a:lnTo>
                  <a:lnTo>
                    <a:pt x="977625" y="1313804"/>
                  </a:lnTo>
                  <a:lnTo>
                    <a:pt x="977634" y="1313780"/>
                  </a:lnTo>
                  <a:lnTo>
                    <a:pt x="977642" y="1313765"/>
                  </a:lnTo>
                  <a:lnTo>
                    <a:pt x="977652" y="1313753"/>
                  </a:lnTo>
                  <a:lnTo>
                    <a:pt x="977657" y="1313745"/>
                  </a:lnTo>
                  <a:lnTo>
                    <a:pt x="977662" y="1313727"/>
                  </a:lnTo>
                  <a:lnTo>
                    <a:pt x="977662" y="1313717"/>
                  </a:lnTo>
                  <a:lnTo>
                    <a:pt x="977659" y="1313676"/>
                  </a:lnTo>
                  <a:lnTo>
                    <a:pt x="977662" y="1313635"/>
                  </a:lnTo>
                  <a:lnTo>
                    <a:pt x="977668" y="1313612"/>
                  </a:lnTo>
                  <a:lnTo>
                    <a:pt x="977682" y="1313587"/>
                  </a:lnTo>
                  <a:lnTo>
                    <a:pt x="977695" y="1313567"/>
                  </a:lnTo>
                  <a:lnTo>
                    <a:pt x="977705" y="1313559"/>
                  </a:lnTo>
                  <a:lnTo>
                    <a:pt x="977713" y="1313556"/>
                  </a:lnTo>
                  <a:lnTo>
                    <a:pt x="977730" y="1313548"/>
                  </a:lnTo>
                  <a:lnTo>
                    <a:pt x="977746" y="1313542"/>
                  </a:lnTo>
                  <a:lnTo>
                    <a:pt x="977760" y="1313531"/>
                  </a:lnTo>
                  <a:lnTo>
                    <a:pt x="977771" y="1313518"/>
                  </a:lnTo>
                  <a:lnTo>
                    <a:pt x="977781" y="1313505"/>
                  </a:lnTo>
                  <a:lnTo>
                    <a:pt x="977787" y="1313494"/>
                  </a:lnTo>
                  <a:lnTo>
                    <a:pt x="977790" y="1313483"/>
                  </a:lnTo>
                  <a:lnTo>
                    <a:pt x="977795" y="1313457"/>
                  </a:lnTo>
                  <a:lnTo>
                    <a:pt x="977801" y="1313423"/>
                  </a:lnTo>
                  <a:lnTo>
                    <a:pt x="977807" y="1313401"/>
                  </a:lnTo>
                  <a:lnTo>
                    <a:pt x="977818" y="1313386"/>
                  </a:lnTo>
                  <a:lnTo>
                    <a:pt x="977835" y="1313372"/>
                  </a:lnTo>
                  <a:lnTo>
                    <a:pt x="977856" y="1313362"/>
                  </a:lnTo>
                  <a:lnTo>
                    <a:pt x="977882" y="1313353"/>
                  </a:lnTo>
                  <a:lnTo>
                    <a:pt x="977922" y="1313345"/>
                  </a:lnTo>
                  <a:lnTo>
                    <a:pt x="977955" y="1313339"/>
                  </a:lnTo>
                  <a:lnTo>
                    <a:pt x="977972" y="1313338"/>
                  </a:lnTo>
                  <a:lnTo>
                    <a:pt x="977984" y="1313341"/>
                  </a:lnTo>
                  <a:lnTo>
                    <a:pt x="977996" y="1313341"/>
                  </a:lnTo>
                  <a:lnTo>
                    <a:pt x="978004" y="1313338"/>
                  </a:lnTo>
                  <a:lnTo>
                    <a:pt x="978009" y="1313337"/>
                  </a:lnTo>
                  <a:lnTo>
                    <a:pt x="978021" y="1313340"/>
                  </a:lnTo>
                  <a:lnTo>
                    <a:pt x="978037" y="1313340"/>
                  </a:lnTo>
                  <a:lnTo>
                    <a:pt x="978056" y="1313345"/>
                  </a:lnTo>
                  <a:lnTo>
                    <a:pt x="978082" y="1313352"/>
                  </a:lnTo>
                  <a:lnTo>
                    <a:pt x="978104" y="1313354"/>
                  </a:lnTo>
                  <a:lnTo>
                    <a:pt x="978124" y="1313354"/>
                  </a:lnTo>
                  <a:lnTo>
                    <a:pt x="978150" y="1313351"/>
                  </a:lnTo>
                  <a:lnTo>
                    <a:pt x="978169" y="1313352"/>
                  </a:lnTo>
                  <a:lnTo>
                    <a:pt x="978194" y="1313355"/>
                  </a:lnTo>
                  <a:lnTo>
                    <a:pt x="978203" y="1313357"/>
                  </a:lnTo>
                  <a:lnTo>
                    <a:pt x="978223" y="1313366"/>
                  </a:lnTo>
                  <a:lnTo>
                    <a:pt x="978254" y="1313377"/>
                  </a:lnTo>
                  <a:lnTo>
                    <a:pt x="978286" y="1313383"/>
                  </a:lnTo>
                  <a:lnTo>
                    <a:pt x="978332" y="1313394"/>
                  </a:lnTo>
                  <a:lnTo>
                    <a:pt x="978355" y="1313398"/>
                  </a:lnTo>
                  <a:lnTo>
                    <a:pt x="978364" y="1313398"/>
                  </a:lnTo>
                  <a:lnTo>
                    <a:pt x="978377" y="1313389"/>
                  </a:lnTo>
                  <a:lnTo>
                    <a:pt x="978385" y="1313380"/>
                  </a:lnTo>
                  <a:lnTo>
                    <a:pt x="978387" y="1313375"/>
                  </a:lnTo>
                  <a:lnTo>
                    <a:pt x="978398" y="1313358"/>
                  </a:lnTo>
                  <a:lnTo>
                    <a:pt x="978421" y="1313334"/>
                  </a:lnTo>
                  <a:lnTo>
                    <a:pt x="978440" y="1313321"/>
                  </a:lnTo>
                  <a:lnTo>
                    <a:pt x="978448" y="1313317"/>
                  </a:lnTo>
                  <a:lnTo>
                    <a:pt x="978455" y="1313317"/>
                  </a:lnTo>
                  <a:lnTo>
                    <a:pt x="978463" y="1313319"/>
                  </a:lnTo>
                  <a:lnTo>
                    <a:pt x="978471" y="1313325"/>
                  </a:lnTo>
                  <a:lnTo>
                    <a:pt x="978484" y="1313333"/>
                  </a:lnTo>
                  <a:lnTo>
                    <a:pt x="978494" y="1313337"/>
                  </a:lnTo>
                  <a:lnTo>
                    <a:pt x="978508" y="1313340"/>
                  </a:lnTo>
                  <a:lnTo>
                    <a:pt x="978519" y="1313340"/>
                  </a:lnTo>
                  <a:lnTo>
                    <a:pt x="978536" y="1313338"/>
                  </a:lnTo>
                  <a:lnTo>
                    <a:pt x="978554" y="1313334"/>
                  </a:lnTo>
                  <a:lnTo>
                    <a:pt x="978565" y="1313326"/>
                  </a:lnTo>
                  <a:lnTo>
                    <a:pt x="978574" y="1313315"/>
                  </a:lnTo>
                  <a:lnTo>
                    <a:pt x="978581" y="1313302"/>
                  </a:lnTo>
                  <a:lnTo>
                    <a:pt x="978588" y="1313287"/>
                  </a:lnTo>
                  <a:lnTo>
                    <a:pt x="978590" y="1313269"/>
                  </a:lnTo>
                  <a:lnTo>
                    <a:pt x="978593" y="1313248"/>
                  </a:lnTo>
                  <a:lnTo>
                    <a:pt x="978595" y="1313222"/>
                  </a:lnTo>
                  <a:lnTo>
                    <a:pt x="978600" y="1313210"/>
                  </a:lnTo>
                  <a:lnTo>
                    <a:pt x="978606" y="1313198"/>
                  </a:lnTo>
                  <a:lnTo>
                    <a:pt x="978621" y="1313173"/>
                  </a:lnTo>
                  <a:lnTo>
                    <a:pt x="978633" y="1313158"/>
                  </a:lnTo>
                  <a:lnTo>
                    <a:pt x="978639" y="1313146"/>
                  </a:lnTo>
                  <a:lnTo>
                    <a:pt x="978654" y="1313116"/>
                  </a:lnTo>
                  <a:lnTo>
                    <a:pt x="978663" y="1313084"/>
                  </a:lnTo>
                  <a:lnTo>
                    <a:pt x="978675" y="1313057"/>
                  </a:lnTo>
                  <a:lnTo>
                    <a:pt x="978682" y="1313045"/>
                  </a:lnTo>
                  <a:lnTo>
                    <a:pt x="978689" y="1313037"/>
                  </a:lnTo>
                  <a:lnTo>
                    <a:pt x="978698" y="1313030"/>
                  </a:lnTo>
                  <a:lnTo>
                    <a:pt x="978715" y="1313021"/>
                  </a:lnTo>
                  <a:lnTo>
                    <a:pt x="978729" y="1313012"/>
                  </a:lnTo>
                  <a:lnTo>
                    <a:pt x="978738" y="1313005"/>
                  </a:lnTo>
                  <a:lnTo>
                    <a:pt x="978761" y="1312983"/>
                  </a:lnTo>
                  <a:lnTo>
                    <a:pt x="978778" y="1312971"/>
                  </a:lnTo>
                  <a:lnTo>
                    <a:pt x="978797" y="1312962"/>
                  </a:lnTo>
                  <a:lnTo>
                    <a:pt x="978807" y="1312958"/>
                  </a:lnTo>
                  <a:lnTo>
                    <a:pt x="978826" y="1312954"/>
                  </a:lnTo>
                  <a:lnTo>
                    <a:pt x="978852" y="1312944"/>
                  </a:lnTo>
                  <a:lnTo>
                    <a:pt x="978865" y="1312939"/>
                  </a:lnTo>
                  <a:lnTo>
                    <a:pt x="978875" y="1312933"/>
                  </a:lnTo>
                  <a:lnTo>
                    <a:pt x="978885" y="1312931"/>
                  </a:lnTo>
                  <a:lnTo>
                    <a:pt x="978895" y="1312937"/>
                  </a:lnTo>
                  <a:lnTo>
                    <a:pt x="978905" y="1312946"/>
                  </a:lnTo>
                  <a:lnTo>
                    <a:pt x="978919" y="1312957"/>
                  </a:lnTo>
                  <a:lnTo>
                    <a:pt x="978931" y="1312963"/>
                  </a:lnTo>
                  <a:lnTo>
                    <a:pt x="978954" y="1312968"/>
                  </a:lnTo>
                  <a:lnTo>
                    <a:pt x="978976" y="1312970"/>
                  </a:lnTo>
                  <a:lnTo>
                    <a:pt x="979006" y="1312970"/>
                  </a:lnTo>
                  <a:lnTo>
                    <a:pt x="979034" y="1312963"/>
                  </a:lnTo>
                  <a:lnTo>
                    <a:pt x="979054" y="1312955"/>
                  </a:lnTo>
                  <a:lnTo>
                    <a:pt x="979078" y="1312940"/>
                  </a:lnTo>
                  <a:lnTo>
                    <a:pt x="979095" y="1312928"/>
                  </a:lnTo>
                  <a:lnTo>
                    <a:pt x="979112" y="1312914"/>
                  </a:lnTo>
                  <a:lnTo>
                    <a:pt x="979124" y="1312901"/>
                  </a:lnTo>
                  <a:lnTo>
                    <a:pt x="979134" y="1312891"/>
                  </a:lnTo>
                  <a:lnTo>
                    <a:pt x="979145" y="1312883"/>
                  </a:lnTo>
                  <a:lnTo>
                    <a:pt x="979158" y="1312877"/>
                  </a:lnTo>
                  <a:lnTo>
                    <a:pt x="979172" y="1312871"/>
                  </a:lnTo>
                  <a:lnTo>
                    <a:pt x="979182" y="1312869"/>
                  </a:lnTo>
                  <a:lnTo>
                    <a:pt x="979193" y="1312869"/>
                  </a:lnTo>
                  <a:lnTo>
                    <a:pt x="979213" y="1312871"/>
                  </a:lnTo>
                  <a:lnTo>
                    <a:pt x="979218" y="1312869"/>
                  </a:lnTo>
                  <a:lnTo>
                    <a:pt x="979220" y="1312863"/>
                  </a:lnTo>
                  <a:lnTo>
                    <a:pt x="979226" y="1312845"/>
                  </a:lnTo>
                  <a:lnTo>
                    <a:pt x="979230" y="1312823"/>
                  </a:lnTo>
                  <a:lnTo>
                    <a:pt x="979233" y="1312818"/>
                  </a:lnTo>
                  <a:lnTo>
                    <a:pt x="979238" y="1312816"/>
                  </a:lnTo>
                  <a:lnTo>
                    <a:pt x="979244" y="1312816"/>
                  </a:lnTo>
                  <a:lnTo>
                    <a:pt x="979256" y="1312817"/>
                  </a:lnTo>
                  <a:lnTo>
                    <a:pt x="979268" y="1312821"/>
                  </a:lnTo>
                  <a:lnTo>
                    <a:pt x="979285" y="1312825"/>
                  </a:lnTo>
                  <a:lnTo>
                    <a:pt x="979291" y="1312825"/>
                  </a:lnTo>
                  <a:lnTo>
                    <a:pt x="979299" y="1312819"/>
                  </a:lnTo>
                  <a:lnTo>
                    <a:pt x="979314" y="1312804"/>
                  </a:lnTo>
                  <a:lnTo>
                    <a:pt x="979375" y="1312734"/>
                  </a:lnTo>
                  <a:lnTo>
                    <a:pt x="979417" y="1312681"/>
                  </a:lnTo>
                  <a:lnTo>
                    <a:pt x="979439" y="1312645"/>
                  </a:lnTo>
                  <a:lnTo>
                    <a:pt x="979458" y="1312620"/>
                  </a:lnTo>
                  <a:lnTo>
                    <a:pt x="979463" y="1312611"/>
                  </a:lnTo>
                  <a:lnTo>
                    <a:pt x="979465" y="1312603"/>
                  </a:lnTo>
                  <a:lnTo>
                    <a:pt x="979466" y="1312594"/>
                  </a:lnTo>
                  <a:lnTo>
                    <a:pt x="979468" y="1312588"/>
                  </a:lnTo>
                  <a:lnTo>
                    <a:pt x="979469" y="1312569"/>
                  </a:lnTo>
                  <a:lnTo>
                    <a:pt x="979471" y="1312560"/>
                  </a:lnTo>
                  <a:lnTo>
                    <a:pt x="979475" y="1312548"/>
                  </a:lnTo>
                  <a:lnTo>
                    <a:pt x="979493" y="1312512"/>
                  </a:lnTo>
                  <a:lnTo>
                    <a:pt x="979514" y="1312468"/>
                  </a:lnTo>
                  <a:lnTo>
                    <a:pt x="979519" y="1312456"/>
                  </a:lnTo>
                  <a:lnTo>
                    <a:pt x="979524" y="1312449"/>
                  </a:lnTo>
                  <a:lnTo>
                    <a:pt x="979537" y="1312443"/>
                  </a:lnTo>
                  <a:lnTo>
                    <a:pt x="979547" y="1312432"/>
                  </a:lnTo>
                  <a:lnTo>
                    <a:pt x="979562" y="1312415"/>
                  </a:lnTo>
                  <a:lnTo>
                    <a:pt x="979573" y="1312401"/>
                  </a:lnTo>
                  <a:lnTo>
                    <a:pt x="979585" y="1312389"/>
                  </a:lnTo>
                  <a:lnTo>
                    <a:pt x="979602" y="1312374"/>
                  </a:lnTo>
                  <a:lnTo>
                    <a:pt x="979622" y="1312358"/>
                  </a:lnTo>
                  <a:lnTo>
                    <a:pt x="979631" y="1312349"/>
                  </a:lnTo>
                  <a:lnTo>
                    <a:pt x="979642" y="1312331"/>
                  </a:lnTo>
                  <a:lnTo>
                    <a:pt x="979656" y="1312312"/>
                  </a:lnTo>
                  <a:lnTo>
                    <a:pt x="979673" y="1312298"/>
                  </a:lnTo>
                  <a:lnTo>
                    <a:pt x="979699" y="1312276"/>
                  </a:lnTo>
                  <a:lnTo>
                    <a:pt x="979702" y="1312268"/>
                  </a:lnTo>
                  <a:lnTo>
                    <a:pt x="979707" y="1312252"/>
                  </a:lnTo>
                  <a:lnTo>
                    <a:pt x="979704" y="1312237"/>
                  </a:lnTo>
                  <a:lnTo>
                    <a:pt x="979704" y="1312227"/>
                  </a:lnTo>
                  <a:lnTo>
                    <a:pt x="979704" y="1312214"/>
                  </a:lnTo>
                  <a:lnTo>
                    <a:pt x="979706" y="1312203"/>
                  </a:lnTo>
                  <a:lnTo>
                    <a:pt x="979710" y="1312189"/>
                  </a:lnTo>
                  <a:lnTo>
                    <a:pt x="979714" y="1312175"/>
                  </a:lnTo>
                  <a:lnTo>
                    <a:pt x="979714" y="1312164"/>
                  </a:lnTo>
                  <a:lnTo>
                    <a:pt x="979715" y="1312154"/>
                  </a:lnTo>
                  <a:lnTo>
                    <a:pt x="979719" y="1312142"/>
                  </a:lnTo>
                  <a:lnTo>
                    <a:pt x="979723" y="1312122"/>
                  </a:lnTo>
                  <a:lnTo>
                    <a:pt x="979725" y="1312100"/>
                  </a:lnTo>
                  <a:lnTo>
                    <a:pt x="979723" y="1312082"/>
                  </a:lnTo>
                  <a:lnTo>
                    <a:pt x="979719" y="1312062"/>
                  </a:lnTo>
                  <a:lnTo>
                    <a:pt x="979718" y="1312056"/>
                  </a:lnTo>
                  <a:lnTo>
                    <a:pt x="979721" y="1312044"/>
                  </a:lnTo>
                  <a:lnTo>
                    <a:pt x="979738" y="1312013"/>
                  </a:lnTo>
                  <a:lnTo>
                    <a:pt x="979745" y="1311992"/>
                  </a:lnTo>
                  <a:lnTo>
                    <a:pt x="979747" y="1311974"/>
                  </a:lnTo>
                  <a:lnTo>
                    <a:pt x="979748" y="1311945"/>
                  </a:lnTo>
                  <a:lnTo>
                    <a:pt x="979747" y="1311930"/>
                  </a:lnTo>
                  <a:lnTo>
                    <a:pt x="979743" y="1311905"/>
                  </a:lnTo>
                  <a:lnTo>
                    <a:pt x="979739" y="1311877"/>
                  </a:lnTo>
                  <a:lnTo>
                    <a:pt x="979738" y="1311863"/>
                  </a:lnTo>
                  <a:lnTo>
                    <a:pt x="979743" y="1311843"/>
                  </a:lnTo>
                  <a:lnTo>
                    <a:pt x="979748" y="1311829"/>
                  </a:lnTo>
                  <a:lnTo>
                    <a:pt x="979748" y="1311803"/>
                  </a:lnTo>
                  <a:lnTo>
                    <a:pt x="979746" y="1311783"/>
                  </a:lnTo>
                  <a:lnTo>
                    <a:pt x="979743" y="1311769"/>
                  </a:lnTo>
                  <a:lnTo>
                    <a:pt x="979742" y="1311752"/>
                  </a:lnTo>
                  <a:lnTo>
                    <a:pt x="979740" y="1311727"/>
                  </a:lnTo>
                  <a:lnTo>
                    <a:pt x="979728" y="1311702"/>
                  </a:lnTo>
                  <a:lnTo>
                    <a:pt x="979710" y="1311679"/>
                  </a:lnTo>
                  <a:lnTo>
                    <a:pt x="979682" y="1311656"/>
                  </a:lnTo>
                  <a:lnTo>
                    <a:pt x="979661" y="1311641"/>
                  </a:lnTo>
                  <a:lnTo>
                    <a:pt x="979645" y="1311630"/>
                  </a:lnTo>
                  <a:lnTo>
                    <a:pt x="979633" y="1311623"/>
                  </a:lnTo>
                  <a:lnTo>
                    <a:pt x="979616" y="1311619"/>
                  </a:lnTo>
                  <a:lnTo>
                    <a:pt x="979600" y="1311612"/>
                  </a:lnTo>
                  <a:lnTo>
                    <a:pt x="979588" y="1311607"/>
                  </a:lnTo>
                  <a:lnTo>
                    <a:pt x="979573" y="1311595"/>
                  </a:lnTo>
                  <a:lnTo>
                    <a:pt x="979566" y="1311590"/>
                  </a:lnTo>
                  <a:lnTo>
                    <a:pt x="979557" y="1311586"/>
                  </a:lnTo>
                  <a:lnTo>
                    <a:pt x="979543" y="1311580"/>
                  </a:lnTo>
                  <a:lnTo>
                    <a:pt x="979531" y="1311571"/>
                  </a:lnTo>
                  <a:lnTo>
                    <a:pt x="979509" y="1311554"/>
                  </a:lnTo>
                  <a:lnTo>
                    <a:pt x="979486" y="1311535"/>
                  </a:lnTo>
                  <a:lnTo>
                    <a:pt x="979468" y="1311520"/>
                  </a:lnTo>
                  <a:lnTo>
                    <a:pt x="979452" y="1311512"/>
                  </a:lnTo>
                  <a:lnTo>
                    <a:pt x="979439" y="1311509"/>
                  </a:lnTo>
                  <a:lnTo>
                    <a:pt x="979421" y="1311505"/>
                  </a:lnTo>
                  <a:lnTo>
                    <a:pt x="979399" y="1311493"/>
                  </a:lnTo>
                  <a:lnTo>
                    <a:pt x="979379" y="1311480"/>
                  </a:lnTo>
                  <a:lnTo>
                    <a:pt x="979359" y="1311464"/>
                  </a:lnTo>
                  <a:lnTo>
                    <a:pt x="979329" y="1311443"/>
                  </a:lnTo>
                  <a:lnTo>
                    <a:pt x="979287" y="1311414"/>
                  </a:lnTo>
                  <a:lnTo>
                    <a:pt x="979260" y="1311398"/>
                  </a:lnTo>
                  <a:lnTo>
                    <a:pt x="979230" y="1311386"/>
                  </a:lnTo>
                  <a:lnTo>
                    <a:pt x="979191" y="1311377"/>
                  </a:lnTo>
                  <a:lnTo>
                    <a:pt x="979140" y="1311365"/>
                  </a:lnTo>
                  <a:lnTo>
                    <a:pt x="979078" y="1311350"/>
                  </a:lnTo>
                  <a:lnTo>
                    <a:pt x="979057" y="1311345"/>
                  </a:lnTo>
                  <a:lnTo>
                    <a:pt x="979039" y="1311338"/>
                  </a:lnTo>
                  <a:lnTo>
                    <a:pt x="979019" y="1311331"/>
                  </a:lnTo>
                  <a:lnTo>
                    <a:pt x="978998" y="1311316"/>
                  </a:lnTo>
                  <a:lnTo>
                    <a:pt x="978976" y="1311302"/>
                  </a:lnTo>
                  <a:lnTo>
                    <a:pt x="978947" y="1311286"/>
                  </a:lnTo>
                  <a:lnTo>
                    <a:pt x="978914" y="1311273"/>
                  </a:lnTo>
                  <a:lnTo>
                    <a:pt x="978880" y="1311265"/>
                  </a:lnTo>
                  <a:lnTo>
                    <a:pt x="978835" y="1311260"/>
                  </a:lnTo>
                  <a:lnTo>
                    <a:pt x="978758" y="1311261"/>
                  </a:lnTo>
                  <a:lnTo>
                    <a:pt x="978732" y="1311261"/>
                  </a:lnTo>
                  <a:lnTo>
                    <a:pt x="978714" y="1311258"/>
                  </a:lnTo>
                  <a:lnTo>
                    <a:pt x="978701" y="1311255"/>
                  </a:lnTo>
                  <a:lnTo>
                    <a:pt x="978696" y="1311250"/>
                  </a:lnTo>
                  <a:lnTo>
                    <a:pt x="978692" y="1311243"/>
                  </a:lnTo>
                  <a:lnTo>
                    <a:pt x="978686" y="1311232"/>
                  </a:lnTo>
                  <a:lnTo>
                    <a:pt x="978675" y="1311213"/>
                  </a:lnTo>
                  <a:lnTo>
                    <a:pt x="978656" y="1311192"/>
                  </a:lnTo>
                  <a:lnTo>
                    <a:pt x="978633" y="1311168"/>
                  </a:lnTo>
                  <a:lnTo>
                    <a:pt x="978614" y="1311153"/>
                  </a:lnTo>
                  <a:lnTo>
                    <a:pt x="978596" y="1311144"/>
                  </a:lnTo>
                  <a:lnTo>
                    <a:pt x="978579" y="1311135"/>
                  </a:lnTo>
                  <a:lnTo>
                    <a:pt x="978573" y="1311130"/>
                  </a:lnTo>
                  <a:lnTo>
                    <a:pt x="978563" y="1311121"/>
                  </a:lnTo>
                  <a:lnTo>
                    <a:pt x="978551" y="1311114"/>
                  </a:lnTo>
                  <a:lnTo>
                    <a:pt x="978541" y="1311110"/>
                  </a:lnTo>
                  <a:lnTo>
                    <a:pt x="978534" y="1311105"/>
                  </a:lnTo>
                  <a:lnTo>
                    <a:pt x="978528" y="1311100"/>
                  </a:lnTo>
                  <a:lnTo>
                    <a:pt x="978520" y="1311085"/>
                  </a:lnTo>
                  <a:lnTo>
                    <a:pt x="978507" y="1311069"/>
                  </a:lnTo>
                  <a:lnTo>
                    <a:pt x="978490" y="1311052"/>
                  </a:lnTo>
                  <a:lnTo>
                    <a:pt x="978466" y="1311039"/>
                  </a:lnTo>
                  <a:lnTo>
                    <a:pt x="978438" y="1311031"/>
                  </a:lnTo>
                  <a:lnTo>
                    <a:pt x="978401" y="1311029"/>
                  </a:lnTo>
                  <a:lnTo>
                    <a:pt x="978383" y="1311028"/>
                  </a:lnTo>
                  <a:lnTo>
                    <a:pt x="978371" y="1311027"/>
                  </a:lnTo>
                  <a:lnTo>
                    <a:pt x="978340" y="1311012"/>
                  </a:lnTo>
                  <a:lnTo>
                    <a:pt x="978311" y="1311001"/>
                  </a:lnTo>
                  <a:lnTo>
                    <a:pt x="978299" y="1310993"/>
                  </a:lnTo>
                  <a:lnTo>
                    <a:pt x="978293" y="1310986"/>
                  </a:lnTo>
                  <a:lnTo>
                    <a:pt x="978282" y="1310975"/>
                  </a:lnTo>
                  <a:lnTo>
                    <a:pt x="978268" y="1310966"/>
                  </a:lnTo>
                  <a:lnTo>
                    <a:pt x="978252" y="1310958"/>
                  </a:lnTo>
                  <a:lnTo>
                    <a:pt x="978235" y="1310951"/>
                  </a:lnTo>
                  <a:lnTo>
                    <a:pt x="978217" y="1310947"/>
                  </a:lnTo>
                  <a:lnTo>
                    <a:pt x="978199" y="1310941"/>
                  </a:lnTo>
                  <a:lnTo>
                    <a:pt x="978193" y="1310936"/>
                  </a:lnTo>
                  <a:lnTo>
                    <a:pt x="978186" y="1310928"/>
                  </a:lnTo>
                  <a:lnTo>
                    <a:pt x="978184" y="1310922"/>
                  </a:lnTo>
                  <a:lnTo>
                    <a:pt x="978179" y="1310903"/>
                  </a:lnTo>
                  <a:lnTo>
                    <a:pt x="978176" y="1310883"/>
                  </a:lnTo>
                  <a:lnTo>
                    <a:pt x="978165" y="1310856"/>
                  </a:lnTo>
                  <a:lnTo>
                    <a:pt x="978154" y="1310830"/>
                  </a:lnTo>
                  <a:lnTo>
                    <a:pt x="978144" y="1310815"/>
                  </a:lnTo>
                  <a:lnTo>
                    <a:pt x="978127" y="1310772"/>
                  </a:lnTo>
                  <a:lnTo>
                    <a:pt x="978118" y="1310742"/>
                  </a:lnTo>
                  <a:lnTo>
                    <a:pt x="978101" y="1310715"/>
                  </a:lnTo>
                  <a:lnTo>
                    <a:pt x="978084" y="1310690"/>
                  </a:lnTo>
                  <a:lnTo>
                    <a:pt x="978071" y="1310670"/>
                  </a:lnTo>
                  <a:lnTo>
                    <a:pt x="978049" y="1310647"/>
                  </a:lnTo>
                  <a:lnTo>
                    <a:pt x="978034" y="1310635"/>
                  </a:lnTo>
                  <a:lnTo>
                    <a:pt x="978020" y="1310627"/>
                  </a:lnTo>
                  <a:lnTo>
                    <a:pt x="978013" y="1310620"/>
                  </a:lnTo>
                  <a:lnTo>
                    <a:pt x="978010" y="1310613"/>
                  </a:lnTo>
                  <a:lnTo>
                    <a:pt x="978009" y="1310605"/>
                  </a:lnTo>
                  <a:lnTo>
                    <a:pt x="978012" y="1310594"/>
                  </a:lnTo>
                  <a:lnTo>
                    <a:pt x="978019" y="1310579"/>
                  </a:lnTo>
                  <a:lnTo>
                    <a:pt x="978024" y="1310567"/>
                  </a:lnTo>
                  <a:lnTo>
                    <a:pt x="978029" y="1310550"/>
                  </a:lnTo>
                  <a:lnTo>
                    <a:pt x="978034" y="1310533"/>
                  </a:lnTo>
                  <a:lnTo>
                    <a:pt x="978038" y="1310520"/>
                  </a:lnTo>
                  <a:lnTo>
                    <a:pt x="978040" y="1310509"/>
                  </a:lnTo>
                  <a:lnTo>
                    <a:pt x="978047" y="1310488"/>
                  </a:lnTo>
                  <a:lnTo>
                    <a:pt x="978048" y="1310475"/>
                  </a:lnTo>
                  <a:lnTo>
                    <a:pt x="978048" y="1310463"/>
                  </a:lnTo>
                  <a:lnTo>
                    <a:pt x="978047" y="1310449"/>
                  </a:lnTo>
                  <a:lnTo>
                    <a:pt x="978045" y="1310433"/>
                  </a:lnTo>
                  <a:lnTo>
                    <a:pt x="978045" y="1310419"/>
                  </a:lnTo>
                  <a:lnTo>
                    <a:pt x="978047" y="1310408"/>
                  </a:lnTo>
                  <a:lnTo>
                    <a:pt x="978052" y="1310395"/>
                  </a:lnTo>
                  <a:lnTo>
                    <a:pt x="978057" y="1310382"/>
                  </a:lnTo>
                  <a:lnTo>
                    <a:pt x="978062" y="1310365"/>
                  </a:lnTo>
                  <a:lnTo>
                    <a:pt x="978064" y="1310355"/>
                  </a:lnTo>
                  <a:lnTo>
                    <a:pt x="978065" y="1310342"/>
                  </a:lnTo>
                  <a:lnTo>
                    <a:pt x="978061" y="1310325"/>
                  </a:lnTo>
                  <a:lnTo>
                    <a:pt x="978057" y="1310287"/>
                  </a:lnTo>
                  <a:lnTo>
                    <a:pt x="978053" y="1310265"/>
                  </a:lnTo>
                  <a:lnTo>
                    <a:pt x="978047" y="1310246"/>
                  </a:lnTo>
                  <a:lnTo>
                    <a:pt x="978041" y="1310234"/>
                  </a:lnTo>
                  <a:lnTo>
                    <a:pt x="978040" y="1310218"/>
                  </a:lnTo>
                  <a:lnTo>
                    <a:pt x="978039" y="1310211"/>
                  </a:lnTo>
                  <a:lnTo>
                    <a:pt x="978041" y="1310203"/>
                  </a:lnTo>
                  <a:lnTo>
                    <a:pt x="978042" y="1310189"/>
                  </a:lnTo>
                  <a:lnTo>
                    <a:pt x="978042" y="1310168"/>
                  </a:lnTo>
                  <a:lnTo>
                    <a:pt x="978038" y="1310147"/>
                  </a:lnTo>
                  <a:lnTo>
                    <a:pt x="978033" y="1310130"/>
                  </a:lnTo>
                  <a:lnTo>
                    <a:pt x="978019" y="1310107"/>
                  </a:lnTo>
                  <a:lnTo>
                    <a:pt x="978006" y="1310084"/>
                  </a:lnTo>
                  <a:lnTo>
                    <a:pt x="977989" y="1310054"/>
                  </a:lnTo>
                  <a:lnTo>
                    <a:pt x="977983" y="1310034"/>
                  </a:lnTo>
                  <a:lnTo>
                    <a:pt x="977977" y="1310008"/>
                  </a:lnTo>
                  <a:lnTo>
                    <a:pt x="977971" y="1309983"/>
                  </a:lnTo>
                  <a:lnTo>
                    <a:pt x="977968" y="1309963"/>
                  </a:lnTo>
                  <a:lnTo>
                    <a:pt x="977964" y="1309933"/>
                  </a:lnTo>
                  <a:lnTo>
                    <a:pt x="977959" y="1309902"/>
                  </a:lnTo>
                  <a:lnTo>
                    <a:pt x="977948" y="1309869"/>
                  </a:lnTo>
                  <a:lnTo>
                    <a:pt x="977944" y="1309856"/>
                  </a:lnTo>
                  <a:lnTo>
                    <a:pt x="977937" y="1309837"/>
                  </a:lnTo>
                  <a:lnTo>
                    <a:pt x="977939" y="1309817"/>
                  </a:lnTo>
                  <a:lnTo>
                    <a:pt x="977919" y="1309766"/>
                  </a:lnTo>
                  <a:lnTo>
                    <a:pt x="977896" y="1309699"/>
                  </a:lnTo>
                  <a:lnTo>
                    <a:pt x="977882" y="1309665"/>
                  </a:lnTo>
                  <a:lnTo>
                    <a:pt x="977879" y="1309658"/>
                  </a:lnTo>
                  <a:lnTo>
                    <a:pt x="977880" y="1309652"/>
                  </a:lnTo>
                  <a:lnTo>
                    <a:pt x="977880" y="1309643"/>
                  </a:lnTo>
                  <a:lnTo>
                    <a:pt x="977880" y="1309634"/>
                  </a:lnTo>
                  <a:lnTo>
                    <a:pt x="977883" y="1309626"/>
                  </a:lnTo>
                  <a:lnTo>
                    <a:pt x="977889" y="1309616"/>
                  </a:lnTo>
                  <a:lnTo>
                    <a:pt x="977899" y="1309605"/>
                  </a:lnTo>
                  <a:lnTo>
                    <a:pt x="977909" y="1309590"/>
                  </a:lnTo>
                  <a:lnTo>
                    <a:pt x="977916" y="1309572"/>
                  </a:lnTo>
                  <a:lnTo>
                    <a:pt x="977917" y="1309557"/>
                  </a:lnTo>
                  <a:lnTo>
                    <a:pt x="977913" y="1309552"/>
                  </a:lnTo>
                  <a:lnTo>
                    <a:pt x="977907" y="1309548"/>
                  </a:lnTo>
                  <a:lnTo>
                    <a:pt x="977895" y="1309533"/>
                  </a:lnTo>
                  <a:lnTo>
                    <a:pt x="977900" y="1309525"/>
                  </a:lnTo>
                  <a:lnTo>
                    <a:pt x="977899" y="1309516"/>
                  </a:lnTo>
                  <a:lnTo>
                    <a:pt x="977899" y="1309509"/>
                  </a:lnTo>
                  <a:lnTo>
                    <a:pt x="977896" y="1309504"/>
                  </a:lnTo>
                  <a:lnTo>
                    <a:pt x="977887" y="1309493"/>
                  </a:lnTo>
                  <a:lnTo>
                    <a:pt x="977875" y="1309481"/>
                  </a:lnTo>
                  <a:lnTo>
                    <a:pt x="977866" y="1309470"/>
                  </a:lnTo>
                  <a:lnTo>
                    <a:pt x="977854" y="1309460"/>
                  </a:lnTo>
                  <a:lnTo>
                    <a:pt x="977838" y="1309448"/>
                  </a:lnTo>
                  <a:lnTo>
                    <a:pt x="977822" y="1309440"/>
                  </a:lnTo>
                  <a:lnTo>
                    <a:pt x="977799" y="1309434"/>
                  </a:lnTo>
                  <a:lnTo>
                    <a:pt x="977786" y="1309428"/>
                  </a:lnTo>
                  <a:lnTo>
                    <a:pt x="977776" y="1309419"/>
                  </a:lnTo>
                  <a:lnTo>
                    <a:pt x="977770" y="1309408"/>
                  </a:lnTo>
                  <a:lnTo>
                    <a:pt x="977761" y="1309392"/>
                  </a:lnTo>
                  <a:lnTo>
                    <a:pt x="977754" y="1309371"/>
                  </a:lnTo>
                  <a:lnTo>
                    <a:pt x="977748" y="1309358"/>
                  </a:lnTo>
                  <a:lnTo>
                    <a:pt x="977744" y="1309334"/>
                  </a:lnTo>
                  <a:lnTo>
                    <a:pt x="977742" y="1309295"/>
                  </a:lnTo>
                  <a:lnTo>
                    <a:pt x="977740" y="1309283"/>
                  </a:lnTo>
                  <a:lnTo>
                    <a:pt x="977734" y="1309270"/>
                  </a:lnTo>
                  <a:lnTo>
                    <a:pt x="977733" y="1309264"/>
                  </a:lnTo>
                  <a:lnTo>
                    <a:pt x="977736" y="1309221"/>
                  </a:lnTo>
                  <a:lnTo>
                    <a:pt x="977738" y="1309188"/>
                  </a:lnTo>
                  <a:lnTo>
                    <a:pt x="977750" y="1309082"/>
                  </a:lnTo>
                  <a:lnTo>
                    <a:pt x="977752" y="1309043"/>
                  </a:lnTo>
                  <a:lnTo>
                    <a:pt x="977759" y="1308976"/>
                  </a:lnTo>
                  <a:lnTo>
                    <a:pt x="977760" y="1308951"/>
                  </a:lnTo>
                  <a:lnTo>
                    <a:pt x="977765" y="1308914"/>
                  </a:lnTo>
                  <a:lnTo>
                    <a:pt x="977769" y="1308887"/>
                  </a:lnTo>
                  <a:lnTo>
                    <a:pt x="977766" y="1308882"/>
                  </a:lnTo>
                  <a:lnTo>
                    <a:pt x="977742" y="1308878"/>
                  </a:lnTo>
                  <a:lnTo>
                    <a:pt x="977726" y="1308874"/>
                  </a:lnTo>
                  <a:lnTo>
                    <a:pt x="977727" y="1308860"/>
                  </a:lnTo>
                  <a:lnTo>
                    <a:pt x="977731" y="1308847"/>
                  </a:lnTo>
                  <a:lnTo>
                    <a:pt x="977732" y="1308838"/>
                  </a:lnTo>
                  <a:lnTo>
                    <a:pt x="977732" y="1308829"/>
                  </a:lnTo>
                  <a:lnTo>
                    <a:pt x="977733" y="1308822"/>
                  </a:lnTo>
                  <a:lnTo>
                    <a:pt x="977745" y="1308788"/>
                  </a:lnTo>
                  <a:lnTo>
                    <a:pt x="977744" y="1308773"/>
                  </a:lnTo>
                  <a:lnTo>
                    <a:pt x="977738" y="1308704"/>
                  </a:lnTo>
                  <a:lnTo>
                    <a:pt x="977734" y="1308685"/>
                  </a:lnTo>
                  <a:lnTo>
                    <a:pt x="977731" y="1308677"/>
                  </a:lnTo>
                  <a:lnTo>
                    <a:pt x="977725" y="1308671"/>
                  </a:lnTo>
                  <a:lnTo>
                    <a:pt x="977695" y="1308654"/>
                  </a:lnTo>
                  <a:lnTo>
                    <a:pt x="977671" y="1308643"/>
                  </a:lnTo>
                  <a:lnTo>
                    <a:pt x="977665" y="1308639"/>
                  </a:lnTo>
                  <a:lnTo>
                    <a:pt x="977662" y="1308636"/>
                  </a:lnTo>
                  <a:lnTo>
                    <a:pt x="977660" y="1308631"/>
                  </a:lnTo>
                  <a:lnTo>
                    <a:pt x="977665" y="1308589"/>
                  </a:lnTo>
                  <a:lnTo>
                    <a:pt x="977668" y="1308579"/>
                  </a:lnTo>
                  <a:lnTo>
                    <a:pt x="977668" y="1308536"/>
                  </a:lnTo>
                  <a:lnTo>
                    <a:pt x="977668" y="1308531"/>
                  </a:lnTo>
                  <a:lnTo>
                    <a:pt x="977665" y="1308525"/>
                  </a:lnTo>
                  <a:lnTo>
                    <a:pt x="977656" y="1308515"/>
                  </a:lnTo>
                  <a:lnTo>
                    <a:pt x="977641" y="1308507"/>
                  </a:lnTo>
                  <a:lnTo>
                    <a:pt x="977622" y="1308499"/>
                  </a:lnTo>
                  <a:lnTo>
                    <a:pt x="977601" y="1308495"/>
                  </a:lnTo>
                  <a:lnTo>
                    <a:pt x="977576" y="1308494"/>
                  </a:lnTo>
                  <a:lnTo>
                    <a:pt x="977556" y="1308492"/>
                  </a:lnTo>
                  <a:lnTo>
                    <a:pt x="977538" y="1308490"/>
                  </a:lnTo>
                  <a:lnTo>
                    <a:pt x="977528" y="1308485"/>
                  </a:lnTo>
                  <a:lnTo>
                    <a:pt x="977486" y="1308454"/>
                  </a:lnTo>
                  <a:lnTo>
                    <a:pt x="977474" y="1308445"/>
                  </a:lnTo>
                  <a:lnTo>
                    <a:pt x="977446" y="1308433"/>
                  </a:lnTo>
                  <a:lnTo>
                    <a:pt x="977421" y="1308425"/>
                  </a:lnTo>
                  <a:lnTo>
                    <a:pt x="977403" y="1308420"/>
                  </a:lnTo>
                  <a:lnTo>
                    <a:pt x="977394" y="1308419"/>
                  </a:lnTo>
                  <a:lnTo>
                    <a:pt x="977381" y="1308424"/>
                  </a:lnTo>
                  <a:lnTo>
                    <a:pt x="977368" y="1308427"/>
                  </a:lnTo>
                  <a:lnTo>
                    <a:pt x="977360" y="1308428"/>
                  </a:lnTo>
                  <a:lnTo>
                    <a:pt x="977351" y="1308426"/>
                  </a:lnTo>
                  <a:lnTo>
                    <a:pt x="977345" y="1308424"/>
                  </a:lnTo>
                  <a:lnTo>
                    <a:pt x="977340" y="1308420"/>
                  </a:lnTo>
                  <a:lnTo>
                    <a:pt x="977335" y="1308406"/>
                  </a:lnTo>
                  <a:lnTo>
                    <a:pt x="977332" y="1308385"/>
                  </a:lnTo>
                  <a:lnTo>
                    <a:pt x="977327" y="1308355"/>
                  </a:lnTo>
                  <a:lnTo>
                    <a:pt x="977312" y="1308324"/>
                  </a:lnTo>
                  <a:lnTo>
                    <a:pt x="977301" y="1308338"/>
                  </a:lnTo>
                  <a:lnTo>
                    <a:pt x="977273" y="1308383"/>
                  </a:lnTo>
                  <a:lnTo>
                    <a:pt x="977255" y="1308413"/>
                  </a:lnTo>
                  <a:lnTo>
                    <a:pt x="977250" y="1308421"/>
                  </a:lnTo>
                  <a:lnTo>
                    <a:pt x="977246" y="1308420"/>
                  </a:lnTo>
                  <a:lnTo>
                    <a:pt x="977237" y="1308414"/>
                  </a:lnTo>
                  <a:lnTo>
                    <a:pt x="977165" y="1308360"/>
                  </a:lnTo>
                  <a:lnTo>
                    <a:pt x="977067" y="1308290"/>
                  </a:lnTo>
                  <a:lnTo>
                    <a:pt x="976995" y="1308238"/>
                  </a:lnTo>
                  <a:lnTo>
                    <a:pt x="976970" y="1308222"/>
                  </a:lnTo>
                  <a:lnTo>
                    <a:pt x="976966" y="1308216"/>
                  </a:lnTo>
                  <a:lnTo>
                    <a:pt x="976963" y="1308189"/>
                  </a:lnTo>
                  <a:lnTo>
                    <a:pt x="976958" y="1308159"/>
                  </a:lnTo>
                  <a:lnTo>
                    <a:pt x="976953" y="1308130"/>
                  </a:lnTo>
                  <a:lnTo>
                    <a:pt x="976947" y="1308087"/>
                  </a:lnTo>
                  <a:lnTo>
                    <a:pt x="976943" y="1308035"/>
                  </a:lnTo>
                  <a:lnTo>
                    <a:pt x="976937" y="1307982"/>
                  </a:lnTo>
                  <a:lnTo>
                    <a:pt x="976921" y="1307807"/>
                  </a:lnTo>
                  <a:lnTo>
                    <a:pt x="976916" y="1307758"/>
                  </a:lnTo>
                  <a:lnTo>
                    <a:pt x="976912" y="1307733"/>
                  </a:lnTo>
                  <a:lnTo>
                    <a:pt x="976907" y="1307690"/>
                  </a:lnTo>
                  <a:lnTo>
                    <a:pt x="976904" y="1307653"/>
                  </a:lnTo>
                  <a:lnTo>
                    <a:pt x="976900" y="1307641"/>
                  </a:lnTo>
                  <a:lnTo>
                    <a:pt x="976899" y="1307634"/>
                  </a:lnTo>
                  <a:lnTo>
                    <a:pt x="976902" y="1307597"/>
                  </a:lnTo>
                  <a:lnTo>
                    <a:pt x="976903" y="1307573"/>
                  </a:lnTo>
                  <a:lnTo>
                    <a:pt x="976912" y="1307549"/>
                  </a:lnTo>
                  <a:lnTo>
                    <a:pt x="976966" y="1307419"/>
                  </a:lnTo>
                  <a:lnTo>
                    <a:pt x="976977" y="1307395"/>
                  </a:lnTo>
                  <a:lnTo>
                    <a:pt x="976980" y="1307385"/>
                  </a:lnTo>
                  <a:lnTo>
                    <a:pt x="976980" y="1307372"/>
                  </a:lnTo>
                  <a:lnTo>
                    <a:pt x="976986" y="1307363"/>
                  </a:lnTo>
                  <a:lnTo>
                    <a:pt x="977014" y="1307302"/>
                  </a:lnTo>
                  <a:lnTo>
                    <a:pt x="977033" y="1307261"/>
                  </a:lnTo>
                  <a:lnTo>
                    <a:pt x="977053" y="1307217"/>
                  </a:lnTo>
                  <a:lnTo>
                    <a:pt x="977070" y="1307182"/>
                  </a:lnTo>
                  <a:lnTo>
                    <a:pt x="977078" y="1307163"/>
                  </a:lnTo>
                  <a:lnTo>
                    <a:pt x="977084" y="1307155"/>
                  </a:lnTo>
                  <a:lnTo>
                    <a:pt x="977093" y="1307148"/>
                  </a:lnTo>
                  <a:lnTo>
                    <a:pt x="977136" y="1307102"/>
                  </a:lnTo>
                  <a:lnTo>
                    <a:pt x="977157" y="1307080"/>
                  </a:lnTo>
                  <a:lnTo>
                    <a:pt x="977179" y="1307057"/>
                  </a:lnTo>
                  <a:lnTo>
                    <a:pt x="977198" y="1307038"/>
                  </a:lnTo>
                  <a:lnTo>
                    <a:pt x="977223" y="1307014"/>
                  </a:lnTo>
                  <a:lnTo>
                    <a:pt x="977243" y="1306994"/>
                  </a:lnTo>
                  <a:lnTo>
                    <a:pt x="977284" y="1306950"/>
                  </a:lnTo>
                  <a:lnTo>
                    <a:pt x="977294" y="1306941"/>
                  </a:lnTo>
                  <a:lnTo>
                    <a:pt x="977301" y="1306934"/>
                  </a:lnTo>
                  <a:lnTo>
                    <a:pt x="977324" y="1306909"/>
                  </a:lnTo>
                  <a:lnTo>
                    <a:pt x="977337" y="1306895"/>
                  </a:lnTo>
                  <a:lnTo>
                    <a:pt x="977353" y="1306881"/>
                  </a:lnTo>
                  <a:lnTo>
                    <a:pt x="977373" y="1306859"/>
                  </a:lnTo>
                  <a:lnTo>
                    <a:pt x="977381" y="1306848"/>
                  </a:lnTo>
                  <a:lnTo>
                    <a:pt x="977388" y="1306838"/>
                  </a:lnTo>
                  <a:lnTo>
                    <a:pt x="977392" y="1306833"/>
                  </a:lnTo>
                  <a:lnTo>
                    <a:pt x="977384" y="1306814"/>
                  </a:lnTo>
                  <a:lnTo>
                    <a:pt x="977379" y="1306806"/>
                  </a:lnTo>
                  <a:lnTo>
                    <a:pt x="977344" y="1306783"/>
                  </a:lnTo>
                  <a:lnTo>
                    <a:pt x="977311" y="1306753"/>
                  </a:lnTo>
                  <a:lnTo>
                    <a:pt x="977278" y="1306720"/>
                  </a:lnTo>
                  <a:lnTo>
                    <a:pt x="977244" y="1306690"/>
                  </a:lnTo>
                  <a:lnTo>
                    <a:pt x="977214" y="1306660"/>
                  </a:lnTo>
                  <a:lnTo>
                    <a:pt x="977135" y="1306583"/>
                  </a:lnTo>
                  <a:lnTo>
                    <a:pt x="977116" y="1306566"/>
                  </a:lnTo>
                  <a:lnTo>
                    <a:pt x="977092" y="1306549"/>
                  </a:lnTo>
                  <a:lnTo>
                    <a:pt x="977089" y="1306543"/>
                  </a:lnTo>
                  <a:lnTo>
                    <a:pt x="977084" y="1306504"/>
                  </a:lnTo>
                  <a:lnTo>
                    <a:pt x="977077" y="1306432"/>
                  </a:lnTo>
                  <a:lnTo>
                    <a:pt x="977066" y="1306344"/>
                  </a:lnTo>
                  <a:lnTo>
                    <a:pt x="977058" y="1306270"/>
                  </a:lnTo>
                  <a:lnTo>
                    <a:pt x="977054" y="1306239"/>
                  </a:lnTo>
                  <a:lnTo>
                    <a:pt x="977052" y="1306224"/>
                  </a:lnTo>
                  <a:lnTo>
                    <a:pt x="977052" y="1306219"/>
                  </a:lnTo>
                  <a:lnTo>
                    <a:pt x="977050" y="1306208"/>
                  </a:lnTo>
                  <a:lnTo>
                    <a:pt x="977048" y="1306200"/>
                  </a:lnTo>
                  <a:lnTo>
                    <a:pt x="977042" y="1306200"/>
                  </a:lnTo>
                  <a:lnTo>
                    <a:pt x="977031" y="1306202"/>
                  </a:lnTo>
                  <a:lnTo>
                    <a:pt x="977023" y="1306201"/>
                  </a:lnTo>
                  <a:lnTo>
                    <a:pt x="977013" y="1306196"/>
                  </a:lnTo>
                  <a:lnTo>
                    <a:pt x="977008" y="1306193"/>
                  </a:lnTo>
                  <a:lnTo>
                    <a:pt x="976998" y="1306192"/>
                  </a:lnTo>
                  <a:lnTo>
                    <a:pt x="976990" y="1306192"/>
                  </a:lnTo>
                  <a:lnTo>
                    <a:pt x="976985" y="1306190"/>
                  </a:lnTo>
                  <a:lnTo>
                    <a:pt x="976981" y="1306187"/>
                  </a:lnTo>
                  <a:lnTo>
                    <a:pt x="976975" y="1306181"/>
                  </a:lnTo>
                  <a:lnTo>
                    <a:pt x="976970" y="1306174"/>
                  </a:lnTo>
                  <a:lnTo>
                    <a:pt x="976963" y="1306163"/>
                  </a:lnTo>
                  <a:lnTo>
                    <a:pt x="976958" y="1306153"/>
                  </a:lnTo>
                  <a:lnTo>
                    <a:pt x="976954" y="1306146"/>
                  </a:lnTo>
                  <a:lnTo>
                    <a:pt x="976945" y="1306133"/>
                  </a:lnTo>
                  <a:lnTo>
                    <a:pt x="976937" y="1306121"/>
                  </a:lnTo>
                  <a:lnTo>
                    <a:pt x="976932" y="1306112"/>
                  </a:lnTo>
                  <a:lnTo>
                    <a:pt x="976929" y="1306104"/>
                  </a:lnTo>
                  <a:lnTo>
                    <a:pt x="976925" y="1306090"/>
                  </a:lnTo>
                  <a:lnTo>
                    <a:pt x="976923" y="1306081"/>
                  </a:lnTo>
                  <a:lnTo>
                    <a:pt x="976921" y="1306071"/>
                  </a:lnTo>
                  <a:lnTo>
                    <a:pt x="976919" y="1306064"/>
                  </a:lnTo>
                  <a:lnTo>
                    <a:pt x="976915" y="1306056"/>
                  </a:lnTo>
                  <a:lnTo>
                    <a:pt x="976898" y="1306028"/>
                  </a:lnTo>
                  <a:lnTo>
                    <a:pt x="976889" y="1306013"/>
                  </a:lnTo>
                  <a:lnTo>
                    <a:pt x="976885" y="1306008"/>
                  </a:lnTo>
                  <a:lnTo>
                    <a:pt x="976873" y="1305985"/>
                  </a:lnTo>
                  <a:lnTo>
                    <a:pt x="976867" y="1305971"/>
                  </a:lnTo>
                  <a:lnTo>
                    <a:pt x="976864" y="1305958"/>
                  </a:lnTo>
                  <a:lnTo>
                    <a:pt x="976860" y="1305938"/>
                  </a:lnTo>
                  <a:lnTo>
                    <a:pt x="976855" y="1305898"/>
                  </a:lnTo>
                  <a:lnTo>
                    <a:pt x="976849" y="1305880"/>
                  </a:lnTo>
                  <a:lnTo>
                    <a:pt x="976844" y="1305865"/>
                  </a:lnTo>
                  <a:lnTo>
                    <a:pt x="976826" y="1305831"/>
                  </a:lnTo>
                  <a:lnTo>
                    <a:pt x="976822" y="1305818"/>
                  </a:lnTo>
                  <a:lnTo>
                    <a:pt x="976820" y="1305808"/>
                  </a:lnTo>
                  <a:lnTo>
                    <a:pt x="976818" y="1305793"/>
                  </a:lnTo>
                  <a:lnTo>
                    <a:pt x="976811" y="1305772"/>
                  </a:lnTo>
                  <a:lnTo>
                    <a:pt x="976805" y="1305758"/>
                  </a:lnTo>
                  <a:lnTo>
                    <a:pt x="976801" y="1305752"/>
                  </a:lnTo>
                  <a:lnTo>
                    <a:pt x="976791" y="1305745"/>
                  </a:lnTo>
                  <a:lnTo>
                    <a:pt x="976780" y="1305736"/>
                  </a:lnTo>
                  <a:lnTo>
                    <a:pt x="976771" y="1305725"/>
                  </a:lnTo>
                  <a:lnTo>
                    <a:pt x="976755" y="1305700"/>
                  </a:lnTo>
                  <a:lnTo>
                    <a:pt x="976742" y="1305678"/>
                  </a:lnTo>
                  <a:lnTo>
                    <a:pt x="976734" y="1305669"/>
                  </a:lnTo>
                  <a:lnTo>
                    <a:pt x="976727" y="1305663"/>
                  </a:lnTo>
                  <a:lnTo>
                    <a:pt x="976718" y="1305659"/>
                  </a:lnTo>
                  <a:lnTo>
                    <a:pt x="976710" y="1305657"/>
                  </a:lnTo>
                  <a:lnTo>
                    <a:pt x="976702" y="1305656"/>
                  </a:lnTo>
                  <a:lnTo>
                    <a:pt x="976694" y="1305656"/>
                  </a:lnTo>
                  <a:lnTo>
                    <a:pt x="976654" y="1305653"/>
                  </a:lnTo>
                  <a:lnTo>
                    <a:pt x="976632" y="1305651"/>
                  </a:lnTo>
                  <a:lnTo>
                    <a:pt x="976626" y="1305646"/>
                  </a:lnTo>
                  <a:lnTo>
                    <a:pt x="976604" y="1305617"/>
                  </a:lnTo>
                  <a:lnTo>
                    <a:pt x="976580" y="1305586"/>
                  </a:lnTo>
                  <a:lnTo>
                    <a:pt x="976564" y="1305563"/>
                  </a:lnTo>
                  <a:lnTo>
                    <a:pt x="976553" y="1305550"/>
                  </a:lnTo>
                  <a:lnTo>
                    <a:pt x="976546" y="1305545"/>
                  </a:lnTo>
                  <a:lnTo>
                    <a:pt x="976534" y="1305538"/>
                  </a:lnTo>
                  <a:lnTo>
                    <a:pt x="976523" y="1305529"/>
                  </a:lnTo>
                  <a:lnTo>
                    <a:pt x="976499" y="1305501"/>
                  </a:lnTo>
                  <a:lnTo>
                    <a:pt x="976480" y="1305477"/>
                  </a:lnTo>
                  <a:lnTo>
                    <a:pt x="976467" y="1305458"/>
                  </a:lnTo>
                  <a:lnTo>
                    <a:pt x="976460" y="1305447"/>
                  </a:lnTo>
                  <a:lnTo>
                    <a:pt x="976456" y="1305438"/>
                  </a:lnTo>
                  <a:lnTo>
                    <a:pt x="976452" y="1305425"/>
                  </a:lnTo>
                  <a:lnTo>
                    <a:pt x="976449" y="1305412"/>
                  </a:lnTo>
                  <a:lnTo>
                    <a:pt x="976447" y="1305405"/>
                  </a:lnTo>
                  <a:lnTo>
                    <a:pt x="976443" y="1305396"/>
                  </a:lnTo>
                  <a:lnTo>
                    <a:pt x="976441" y="1305384"/>
                  </a:lnTo>
                  <a:lnTo>
                    <a:pt x="976439" y="1305379"/>
                  </a:lnTo>
                  <a:lnTo>
                    <a:pt x="976436" y="1305376"/>
                  </a:lnTo>
                  <a:lnTo>
                    <a:pt x="976432" y="1305370"/>
                  </a:lnTo>
                  <a:lnTo>
                    <a:pt x="976430" y="1305364"/>
                  </a:lnTo>
                  <a:lnTo>
                    <a:pt x="976428" y="1305344"/>
                  </a:lnTo>
                  <a:lnTo>
                    <a:pt x="976430" y="1305334"/>
                  </a:lnTo>
                  <a:lnTo>
                    <a:pt x="976431" y="1305326"/>
                  </a:lnTo>
                  <a:lnTo>
                    <a:pt x="976432" y="1305321"/>
                  </a:lnTo>
                  <a:lnTo>
                    <a:pt x="976431" y="1305289"/>
                  </a:lnTo>
                  <a:lnTo>
                    <a:pt x="976429" y="1305261"/>
                  </a:lnTo>
                  <a:lnTo>
                    <a:pt x="976429" y="1305256"/>
                  </a:lnTo>
                  <a:lnTo>
                    <a:pt x="976427" y="1305229"/>
                  </a:lnTo>
                  <a:lnTo>
                    <a:pt x="976433" y="1305215"/>
                  </a:lnTo>
                  <a:lnTo>
                    <a:pt x="976440" y="1305206"/>
                  </a:lnTo>
                  <a:lnTo>
                    <a:pt x="976446" y="1305201"/>
                  </a:lnTo>
                  <a:lnTo>
                    <a:pt x="976467" y="1305185"/>
                  </a:lnTo>
                  <a:lnTo>
                    <a:pt x="976471" y="1305178"/>
                  </a:lnTo>
                  <a:lnTo>
                    <a:pt x="976471" y="1305153"/>
                  </a:lnTo>
                  <a:lnTo>
                    <a:pt x="976467" y="1305149"/>
                  </a:lnTo>
                  <a:lnTo>
                    <a:pt x="976462" y="1305163"/>
                  </a:lnTo>
                  <a:lnTo>
                    <a:pt x="976456" y="1305167"/>
                  </a:lnTo>
                  <a:lnTo>
                    <a:pt x="976450" y="1305169"/>
                  </a:lnTo>
                  <a:lnTo>
                    <a:pt x="976443" y="1305169"/>
                  </a:lnTo>
                  <a:lnTo>
                    <a:pt x="976438" y="1305167"/>
                  </a:lnTo>
                  <a:lnTo>
                    <a:pt x="976435" y="1305156"/>
                  </a:lnTo>
                  <a:lnTo>
                    <a:pt x="976434" y="1305144"/>
                  </a:lnTo>
                  <a:lnTo>
                    <a:pt x="976434" y="1305136"/>
                  </a:lnTo>
                  <a:lnTo>
                    <a:pt x="976440" y="1305104"/>
                  </a:lnTo>
                  <a:lnTo>
                    <a:pt x="976444" y="1305088"/>
                  </a:lnTo>
                  <a:lnTo>
                    <a:pt x="976452" y="1305076"/>
                  </a:lnTo>
                  <a:lnTo>
                    <a:pt x="976455" y="1305072"/>
                  </a:lnTo>
                  <a:lnTo>
                    <a:pt x="976469" y="1305058"/>
                  </a:lnTo>
                  <a:lnTo>
                    <a:pt x="976485" y="1305038"/>
                  </a:lnTo>
                  <a:lnTo>
                    <a:pt x="976493" y="1305031"/>
                  </a:lnTo>
                  <a:lnTo>
                    <a:pt x="976498" y="1305030"/>
                  </a:lnTo>
                  <a:lnTo>
                    <a:pt x="976505" y="1305028"/>
                  </a:lnTo>
                  <a:lnTo>
                    <a:pt x="976507" y="1305023"/>
                  </a:lnTo>
                  <a:lnTo>
                    <a:pt x="976506" y="1305018"/>
                  </a:lnTo>
                  <a:lnTo>
                    <a:pt x="976502" y="1305011"/>
                  </a:lnTo>
                  <a:lnTo>
                    <a:pt x="976498" y="1305005"/>
                  </a:lnTo>
                  <a:lnTo>
                    <a:pt x="976486" y="1304992"/>
                  </a:lnTo>
                  <a:lnTo>
                    <a:pt x="976475" y="1304983"/>
                  </a:lnTo>
                  <a:lnTo>
                    <a:pt x="976470" y="1304976"/>
                  </a:lnTo>
                  <a:lnTo>
                    <a:pt x="976463" y="1304960"/>
                  </a:lnTo>
                  <a:lnTo>
                    <a:pt x="976452" y="1304939"/>
                  </a:lnTo>
                  <a:lnTo>
                    <a:pt x="976443" y="1304927"/>
                  </a:lnTo>
                  <a:lnTo>
                    <a:pt x="976435" y="1304921"/>
                  </a:lnTo>
                  <a:lnTo>
                    <a:pt x="976429" y="1304919"/>
                  </a:lnTo>
                  <a:lnTo>
                    <a:pt x="976424" y="1304920"/>
                  </a:lnTo>
                  <a:lnTo>
                    <a:pt x="976418" y="1304922"/>
                  </a:lnTo>
                  <a:lnTo>
                    <a:pt x="976408" y="1304925"/>
                  </a:lnTo>
                  <a:lnTo>
                    <a:pt x="976396" y="1304926"/>
                  </a:lnTo>
                  <a:lnTo>
                    <a:pt x="976383" y="1304926"/>
                  </a:lnTo>
                  <a:lnTo>
                    <a:pt x="976377" y="1304925"/>
                  </a:lnTo>
                  <a:lnTo>
                    <a:pt x="976369" y="1304923"/>
                  </a:lnTo>
                  <a:lnTo>
                    <a:pt x="976359" y="1304919"/>
                  </a:lnTo>
                  <a:lnTo>
                    <a:pt x="976345" y="1304910"/>
                  </a:lnTo>
                  <a:lnTo>
                    <a:pt x="976325" y="1304896"/>
                  </a:lnTo>
                  <a:lnTo>
                    <a:pt x="976317" y="1304892"/>
                  </a:lnTo>
                  <a:lnTo>
                    <a:pt x="976311" y="1304893"/>
                  </a:lnTo>
                  <a:lnTo>
                    <a:pt x="976304" y="1304896"/>
                  </a:lnTo>
                  <a:lnTo>
                    <a:pt x="976299" y="1304899"/>
                  </a:lnTo>
                  <a:lnTo>
                    <a:pt x="976292" y="1304899"/>
                  </a:lnTo>
                  <a:lnTo>
                    <a:pt x="976286" y="1304899"/>
                  </a:lnTo>
                  <a:lnTo>
                    <a:pt x="976278" y="1304894"/>
                  </a:lnTo>
                  <a:lnTo>
                    <a:pt x="976261" y="1304880"/>
                  </a:lnTo>
                  <a:lnTo>
                    <a:pt x="976245" y="1304866"/>
                  </a:lnTo>
                  <a:lnTo>
                    <a:pt x="976222" y="1304845"/>
                  </a:lnTo>
                  <a:lnTo>
                    <a:pt x="976196" y="1304827"/>
                  </a:lnTo>
                  <a:lnTo>
                    <a:pt x="976163" y="1304803"/>
                  </a:lnTo>
                  <a:lnTo>
                    <a:pt x="976140" y="1304783"/>
                  </a:lnTo>
                  <a:lnTo>
                    <a:pt x="976124" y="1304772"/>
                  </a:lnTo>
                  <a:lnTo>
                    <a:pt x="976098" y="1304751"/>
                  </a:lnTo>
                  <a:lnTo>
                    <a:pt x="976078" y="1304734"/>
                  </a:lnTo>
                  <a:lnTo>
                    <a:pt x="976066" y="1304728"/>
                  </a:lnTo>
                  <a:lnTo>
                    <a:pt x="976058" y="1304722"/>
                  </a:lnTo>
                  <a:lnTo>
                    <a:pt x="976056" y="1304717"/>
                  </a:lnTo>
                  <a:lnTo>
                    <a:pt x="976055" y="1304708"/>
                  </a:lnTo>
                  <a:lnTo>
                    <a:pt x="976054" y="1304692"/>
                  </a:lnTo>
                  <a:lnTo>
                    <a:pt x="976054" y="1304670"/>
                  </a:lnTo>
                  <a:lnTo>
                    <a:pt x="976053" y="1304636"/>
                  </a:lnTo>
                  <a:lnTo>
                    <a:pt x="976048" y="1304621"/>
                  </a:lnTo>
                  <a:lnTo>
                    <a:pt x="976045" y="1304601"/>
                  </a:lnTo>
                  <a:lnTo>
                    <a:pt x="976040" y="1304585"/>
                  </a:lnTo>
                  <a:lnTo>
                    <a:pt x="976033" y="1304573"/>
                  </a:lnTo>
                  <a:lnTo>
                    <a:pt x="976028" y="1304564"/>
                  </a:lnTo>
                  <a:lnTo>
                    <a:pt x="976024" y="1304561"/>
                  </a:lnTo>
                  <a:lnTo>
                    <a:pt x="976010" y="1304556"/>
                  </a:lnTo>
                  <a:lnTo>
                    <a:pt x="976003" y="1304554"/>
                  </a:lnTo>
                  <a:lnTo>
                    <a:pt x="975993" y="1304549"/>
                  </a:lnTo>
                  <a:lnTo>
                    <a:pt x="975981" y="1304543"/>
                  </a:lnTo>
                  <a:lnTo>
                    <a:pt x="975969" y="1304535"/>
                  </a:lnTo>
                  <a:lnTo>
                    <a:pt x="975950" y="1304522"/>
                  </a:lnTo>
                  <a:lnTo>
                    <a:pt x="975941" y="1304516"/>
                  </a:lnTo>
                  <a:lnTo>
                    <a:pt x="975932" y="1304513"/>
                  </a:lnTo>
                  <a:lnTo>
                    <a:pt x="975898" y="1304502"/>
                  </a:lnTo>
                  <a:lnTo>
                    <a:pt x="975883" y="1304497"/>
                  </a:lnTo>
                  <a:lnTo>
                    <a:pt x="975868" y="1304493"/>
                  </a:lnTo>
                  <a:lnTo>
                    <a:pt x="975851" y="1304486"/>
                  </a:lnTo>
                  <a:lnTo>
                    <a:pt x="975838" y="1304481"/>
                  </a:lnTo>
                  <a:lnTo>
                    <a:pt x="975830" y="1304476"/>
                  </a:lnTo>
                  <a:lnTo>
                    <a:pt x="975826" y="1304471"/>
                  </a:lnTo>
                  <a:lnTo>
                    <a:pt x="975823" y="1304462"/>
                  </a:lnTo>
                  <a:lnTo>
                    <a:pt x="975820" y="1304454"/>
                  </a:lnTo>
                  <a:lnTo>
                    <a:pt x="975814" y="1304447"/>
                  </a:lnTo>
                  <a:lnTo>
                    <a:pt x="975803" y="1304434"/>
                  </a:lnTo>
                  <a:lnTo>
                    <a:pt x="975787" y="1304423"/>
                  </a:lnTo>
                  <a:lnTo>
                    <a:pt x="975770" y="1304414"/>
                  </a:lnTo>
                  <a:lnTo>
                    <a:pt x="975756" y="1304407"/>
                  </a:lnTo>
                  <a:lnTo>
                    <a:pt x="975744" y="1304398"/>
                  </a:lnTo>
                  <a:lnTo>
                    <a:pt x="975727" y="1304385"/>
                  </a:lnTo>
                  <a:lnTo>
                    <a:pt x="975719" y="1304382"/>
                  </a:lnTo>
                  <a:lnTo>
                    <a:pt x="975710" y="1304382"/>
                  </a:lnTo>
                  <a:lnTo>
                    <a:pt x="975698" y="1304384"/>
                  </a:lnTo>
                  <a:lnTo>
                    <a:pt x="975684" y="1304389"/>
                  </a:lnTo>
                  <a:lnTo>
                    <a:pt x="975673" y="1304394"/>
                  </a:lnTo>
                  <a:lnTo>
                    <a:pt x="975663" y="1304403"/>
                  </a:lnTo>
                  <a:lnTo>
                    <a:pt x="975652" y="1304415"/>
                  </a:lnTo>
                  <a:lnTo>
                    <a:pt x="975643" y="1304421"/>
                  </a:lnTo>
                  <a:lnTo>
                    <a:pt x="975636" y="1304424"/>
                  </a:lnTo>
                  <a:lnTo>
                    <a:pt x="975627" y="1304425"/>
                  </a:lnTo>
                  <a:lnTo>
                    <a:pt x="975610" y="1304426"/>
                  </a:lnTo>
                  <a:lnTo>
                    <a:pt x="975593" y="1304427"/>
                  </a:lnTo>
                  <a:lnTo>
                    <a:pt x="975577" y="1304430"/>
                  </a:lnTo>
                  <a:lnTo>
                    <a:pt x="975562" y="1304437"/>
                  </a:lnTo>
                  <a:lnTo>
                    <a:pt x="975548" y="1304443"/>
                  </a:lnTo>
                  <a:lnTo>
                    <a:pt x="975541" y="1304449"/>
                  </a:lnTo>
                  <a:lnTo>
                    <a:pt x="975538" y="1304453"/>
                  </a:lnTo>
                  <a:lnTo>
                    <a:pt x="975534" y="1304461"/>
                  </a:lnTo>
                  <a:lnTo>
                    <a:pt x="975536" y="1304472"/>
                  </a:lnTo>
                  <a:lnTo>
                    <a:pt x="975537" y="1304484"/>
                  </a:lnTo>
                  <a:lnTo>
                    <a:pt x="975535" y="1304490"/>
                  </a:lnTo>
                  <a:lnTo>
                    <a:pt x="975530" y="1304494"/>
                  </a:lnTo>
                  <a:lnTo>
                    <a:pt x="975525" y="1304494"/>
                  </a:lnTo>
                  <a:lnTo>
                    <a:pt x="975520" y="1304491"/>
                  </a:lnTo>
                  <a:lnTo>
                    <a:pt x="975506" y="1304481"/>
                  </a:lnTo>
                  <a:lnTo>
                    <a:pt x="975489" y="1304475"/>
                  </a:lnTo>
                  <a:lnTo>
                    <a:pt x="975453" y="1304467"/>
                  </a:lnTo>
                  <a:lnTo>
                    <a:pt x="975435" y="1304464"/>
                  </a:lnTo>
                  <a:lnTo>
                    <a:pt x="975421" y="1304463"/>
                  </a:lnTo>
                  <a:lnTo>
                    <a:pt x="975404" y="1304466"/>
                  </a:lnTo>
                  <a:lnTo>
                    <a:pt x="975380" y="1304473"/>
                  </a:lnTo>
                  <a:lnTo>
                    <a:pt x="975362" y="1304478"/>
                  </a:lnTo>
                  <a:lnTo>
                    <a:pt x="975342" y="1304490"/>
                  </a:lnTo>
                  <a:lnTo>
                    <a:pt x="975336" y="1304493"/>
                  </a:lnTo>
                  <a:lnTo>
                    <a:pt x="975320" y="1304497"/>
                  </a:lnTo>
                  <a:lnTo>
                    <a:pt x="975314" y="1304503"/>
                  </a:lnTo>
                  <a:lnTo>
                    <a:pt x="975313" y="1304520"/>
                  </a:lnTo>
                  <a:lnTo>
                    <a:pt x="975313" y="1304531"/>
                  </a:lnTo>
                  <a:lnTo>
                    <a:pt x="975312" y="1304547"/>
                  </a:lnTo>
                  <a:lnTo>
                    <a:pt x="975312" y="1304553"/>
                  </a:lnTo>
                  <a:lnTo>
                    <a:pt x="975309" y="1304558"/>
                  </a:lnTo>
                  <a:lnTo>
                    <a:pt x="975303" y="1304562"/>
                  </a:lnTo>
                  <a:lnTo>
                    <a:pt x="975292" y="1304569"/>
                  </a:lnTo>
                  <a:lnTo>
                    <a:pt x="975283" y="1304572"/>
                  </a:lnTo>
                  <a:lnTo>
                    <a:pt x="975273" y="1304575"/>
                  </a:lnTo>
                  <a:lnTo>
                    <a:pt x="975262" y="1304577"/>
                  </a:lnTo>
                  <a:lnTo>
                    <a:pt x="975253" y="1304578"/>
                  </a:lnTo>
                  <a:lnTo>
                    <a:pt x="975245" y="1304579"/>
                  </a:lnTo>
                  <a:lnTo>
                    <a:pt x="975236" y="1304580"/>
                  </a:lnTo>
                  <a:lnTo>
                    <a:pt x="975225" y="1304584"/>
                  </a:lnTo>
                  <a:lnTo>
                    <a:pt x="975211" y="1304591"/>
                  </a:lnTo>
                  <a:lnTo>
                    <a:pt x="975198" y="1304597"/>
                  </a:lnTo>
                  <a:lnTo>
                    <a:pt x="975194" y="1304598"/>
                  </a:lnTo>
                  <a:lnTo>
                    <a:pt x="975182" y="1304600"/>
                  </a:lnTo>
                  <a:lnTo>
                    <a:pt x="975162" y="1304607"/>
                  </a:lnTo>
                  <a:lnTo>
                    <a:pt x="975145" y="1304614"/>
                  </a:lnTo>
                  <a:lnTo>
                    <a:pt x="975096" y="1304626"/>
                  </a:lnTo>
                  <a:lnTo>
                    <a:pt x="975090" y="1304626"/>
                  </a:lnTo>
                  <a:lnTo>
                    <a:pt x="975077" y="1304624"/>
                  </a:lnTo>
                  <a:lnTo>
                    <a:pt x="975066" y="1304623"/>
                  </a:lnTo>
                  <a:lnTo>
                    <a:pt x="975060" y="1304622"/>
                  </a:lnTo>
                  <a:lnTo>
                    <a:pt x="975055" y="1304623"/>
                  </a:lnTo>
                  <a:lnTo>
                    <a:pt x="975050" y="1304626"/>
                  </a:lnTo>
                  <a:lnTo>
                    <a:pt x="975041" y="1304632"/>
                  </a:lnTo>
                  <a:lnTo>
                    <a:pt x="975036" y="1304634"/>
                  </a:lnTo>
                  <a:lnTo>
                    <a:pt x="975030" y="1304634"/>
                  </a:lnTo>
                  <a:lnTo>
                    <a:pt x="975001" y="1304621"/>
                  </a:lnTo>
                  <a:lnTo>
                    <a:pt x="974983" y="1304616"/>
                  </a:lnTo>
                  <a:lnTo>
                    <a:pt x="974972" y="1304611"/>
                  </a:lnTo>
                  <a:lnTo>
                    <a:pt x="974963" y="1304608"/>
                  </a:lnTo>
                  <a:lnTo>
                    <a:pt x="974951" y="1304607"/>
                  </a:lnTo>
                  <a:lnTo>
                    <a:pt x="974937" y="1304606"/>
                  </a:lnTo>
                  <a:lnTo>
                    <a:pt x="974923" y="1304608"/>
                  </a:lnTo>
                  <a:lnTo>
                    <a:pt x="974914" y="1304610"/>
                  </a:lnTo>
                  <a:lnTo>
                    <a:pt x="974894" y="1304619"/>
                  </a:lnTo>
                  <a:lnTo>
                    <a:pt x="974886" y="1304621"/>
                  </a:lnTo>
                  <a:lnTo>
                    <a:pt x="974880" y="1304621"/>
                  </a:lnTo>
                  <a:lnTo>
                    <a:pt x="974872" y="1304621"/>
                  </a:lnTo>
                  <a:lnTo>
                    <a:pt x="974859" y="1304617"/>
                  </a:lnTo>
                  <a:lnTo>
                    <a:pt x="974851" y="1304614"/>
                  </a:lnTo>
                  <a:lnTo>
                    <a:pt x="974843" y="1304611"/>
                  </a:lnTo>
                  <a:lnTo>
                    <a:pt x="974837" y="1304610"/>
                  </a:lnTo>
                  <a:lnTo>
                    <a:pt x="974828" y="1304610"/>
                  </a:lnTo>
                  <a:lnTo>
                    <a:pt x="974821" y="1304609"/>
                  </a:lnTo>
                  <a:lnTo>
                    <a:pt x="974813" y="1304605"/>
                  </a:lnTo>
                  <a:lnTo>
                    <a:pt x="974805" y="1304603"/>
                  </a:lnTo>
                  <a:lnTo>
                    <a:pt x="974795" y="1304603"/>
                  </a:lnTo>
                  <a:lnTo>
                    <a:pt x="974751" y="1304604"/>
                  </a:lnTo>
                  <a:lnTo>
                    <a:pt x="974741" y="1304604"/>
                  </a:lnTo>
                  <a:lnTo>
                    <a:pt x="974734" y="1304606"/>
                  </a:lnTo>
                  <a:lnTo>
                    <a:pt x="974722" y="1304609"/>
                  </a:lnTo>
                  <a:lnTo>
                    <a:pt x="974702" y="1304615"/>
                  </a:lnTo>
                  <a:lnTo>
                    <a:pt x="974692" y="1304616"/>
                  </a:lnTo>
                  <a:lnTo>
                    <a:pt x="974682" y="1304616"/>
                  </a:lnTo>
                  <a:lnTo>
                    <a:pt x="974676" y="1304615"/>
                  </a:lnTo>
                  <a:lnTo>
                    <a:pt x="974670" y="1304614"/>
                  </a:lnTo>
                  <a:lnTo>
                    <a:pt x="974664" y="1304612"/>
                  </a:lnTo>
                  <a:lnTo>
                    <a:pt x="974659" y="1304611"/>
                  </a:lnTo>
                  <a:lnTo>
                    <a:pt x="974654" y="1304613"/>
                  </a:lnTo>
                  <a:lnTo>
                    <a:pt x="974646" y="1304616"/>
                  </a:lnTo>
                  <a:lnTo>
                    <a:pt x="974639" y="1304624"/>
                  </a:lnTo>
                  <a:lnTo>
                    <a:pt x="974628" y="1304634"/>
                  </a:lnTo>
                  <a:lnTo>
                    <a:pt x="974617" y="1304643"/>
                  </a:lnTo>
                  <a:lnTo>
                    <a:pt x="974604" y="1304651"/>
                  </a:lnTo>
                  <a:lnTo>
                    <a:pt x="974582" y="1304660"/>
                  </a:lnTo>
                  <a:lnTo>
                    <a:pt x="974575" y="1304663"/>
                  </a:lnTo>
                  <a:lnTo>
                    <a:pt x="974572" y="1304664"/>
                  </a:lnTo>
                  <a:lnTo>
                    <a:pt x="974544" y="1304665"/>
                  </a:lnTo>
                  <a:lnTo>
                    <a:pt x="974533" y="1304665"/>
                  </a:lnTo>
                  <a:lnTo>
                    <a:pt x="974519" y="1304663"/>
                  </a:lnTo>
                  <a:lnTo>
                    <a:pt x="974508" y="1304661"/>
                  </a:lnTo>
                  <a:lnTo>
                    <a:pt x="974489" y="1304660"/>
                  </a:lnTo>
                  <a:lnTo>
                    <a:pt x="974483" y="1304660"/>
                  </a:lnTo>
                  <a:lnTo>
                    <a:pt x="974469" y="1304664"/>
                  </a:lnTo>
                  <a:lnTo>
                    <a:pt x="974445" y="1304671"/>
                  </a:lnTo>
                  <a:lnTo>
                    <a:pt x="974439" y="1304673"/>
                  </a:lnTo>
                  <a:lnTo>
                    <a:pt x="974425" y="1304677"/>
                  </a:lnTo>
                  <a:lnTo>
                    <a:pt x="974400" y="1304684"/>
                  </a:lnTo>
                  <a:lnTo>
                    <a:pt x="974396" y="1304686"/>
                  </a:lnTo>
                  <a:lnTo>
                    <a:pt x="974378" y="1304693"/>
                  </a:lnTo>
                  <a:lnTo>
                    <a:pt x="974354" y="1304700"/>
                  </a:lnTo>
                  <a:lnTo>
                    <a:pt x="974342" y="1304703"/>
                  </a:lnTo>
                  <a:lnTo>
                    <a:pt x="974329" y="1304703"/>
                  </a:lnTo>
                  <a:lnTo>
                    <a:pt x="974318" y="1304698"/>
                  </a:lnTo>
                  <a:lnTo>
                    <a:pt x="974306" y="1304685"/>
                  </a:lnTo>
                  <a:lnTo>
                    <a:pt x="974302" y="1304680"/>
                  </a:lnTo>
                  <a:lnTo>
                    <a:pt x="974274" y="1304638"/>
                  </a:lnTo>
                  <a:lnTo>
                    <a:pt x="974272" y="1304632"/>
                  </a:lnTo>
                  <a:lnTo>
                    <a:pt x="974265" y="1304617"/>
                  </a:lnTo>
                  <a:lnTo>
                    <a:pt x="974263" y="1304610"/>
                  </a:lnTo>
                  <a:lnTo>
                    <a:pt x="974258" y="1304602"/>
                  </a:lnTo>
                  <a:lnTo>
                    <a:pt x="974249" y="1304587"/>
                  </a:lnTo>
                  <a:lnTo>
                    <a:pt x="974237" y="1304571"/>
                  </a:lnTo>
                  <a:lnTo>
                    <a:pt x="974231" y="1304558"/>
                  </a:lnTo>
                  <a:lnTo>
                    <a:pt x="974219" y="1304542"/>
                  </a:lnTo>
                  <a:lnTo>
                    <a:pt x="974214" y="1304536"/>
                  </a:lnTo>
                  <a:lnTo>
                    <a:pt x="974210" y="1304527"/>
                  </a:lnTo>
                  <a:lnTo>
                    <a:pt x="974207" y="1304523"/>
                  </a:lnTo>
                  <a:lnTo>
                    <a:pt x="974204" y="1304512"/>
                  </a:lnTo>
                  <a:lnTo>
                    <a:pt x="974200" y="1304497"/>
                  </a:lnTo>
                  <a:lnTo>
                    <a:pt x="974195" y="1304482"/>
                  </a:lnTo>
                  <a:lnTo>
                    <a:pt x="974193" y="1304478"/>
                  </a:lnTo>
                  <a:lnTo>
                    <a:pt x="974188" y="1304476"/>
                  </a:lnTo>
                  <a:lnTo>
                    <a:pt x="974184" y="1304461"/>
                  </a:lnTo>
                  <a:lnTo>
                    <a:pt x="974178" y="1304446"/>
                  </a:lnTo>
                  <a:lnTo>
                    <a:pt x="974173" y="1304431"/>
                  </a:lnTo>
                  <a:lnTo>
                    <a:pt x="974165" y="1304415"/>
                  </a:lnTo>
                  <a:lnTo>
                    <a:pt x="974160" y="1304400"/>
                  </a:lnTo>
                  <a:lnTo>
                    <a:pt x="974158" y="1304394"/>
                  </a:lnTo>
                  <a:lnTo>
                    <a:pt x="974158" y="1304385"/>
                  </a:lnTo>
                  <a:lnTo>
                    <a:pt x="974157" y="1304368"/>
                  </a:lnTo>
                  <a:lnTo>
                    <a:pt x="974155" y="1304359"/>
                  </a:lnTo>
                  <a:lnTo>
                    <a:pt x="974152" y="1304355"/>
                  </a:lnTo>
                  <a:lnTo>
                    <a:pt x="974161" y="1304328"/>
                  </a:lnTo>
                  <a:lnTo>
                    <a:pt x="974163" y="1304323"/>
                  </a:lnTo>
                  <a:lnTo>
                    <a:pt x="974161" y="1304317"/>
                  </a:lnTo>
                  <a:lnTo>
                    <a:pt x="974148" y="1304314"/>
                  </a:lnTo>
                  <a:lnTo>
                    <a:pt x="974134" y="1304316"/>
                  </a:lnTo>
                  <a:lnTo>
                    <a:pt x="974119" y="1304315"/>
                  </a:lnTo>
                  <a:lnTo>
                    <a:pt x="974113" y="1304313"/>
                  </a:lnTo>
                  <a:lnTo>
                    <a:pt x="974105" y="1304313"/>
                  </a:lnTo>
                  <a:lnTo>
                    <a:pt x="974098" y="1304316"/>
                  </a:lnTo>
                  <a:lnTo>
                    <a:pt x="974090" y="1304322"/>
                  </a:lnTo>
                  <a:lnTo>
                    <a:pt x="974084" y="1304328"/>
                  </a:lnTo>
                  <a:lnTo>
                    <a:pt x="974076" y="1304332"/>
                  </a:lnTo>
                  <a:lnTo>
                    <a:pt x="974067" y="1304335"/>
                  </a:lnTo>
                  <a:lnTo>
                    <a:pt x="974061" y="1304335"/>
                  </a:lnTo>
                  <a:lnTo>
                    <a:pt x="974047" y="1304339"/>
                  </a:lnTo>
                  <a:lnTo>
                    <a:pt x="974040" y="1304343"/>
                  </a:lnTo>
                  <a:lnTo>
                    <a:pt x="974033" y="1304344"/>
                  </a:lnTo>
                  <a:lnTo>
                    <a:pt x="974018" y="1304346"/>
                  </a:lnTo>
                  <a:lnTo>
                    <a:pt x="974004" y="1304342"/>
                  </a:lnTo>
                  <a:lnTo>
                    <a:pt x="973990" y="1304333"/>
                  </a:lnTo>
                  <a:lnTo>
                    <a:pt x="973976" y="1304320"/>
                  </a:lnTo>
                  <a:lnTo>
                    <a:pt x="973972" y="1304318"/>
                  </a:lnTo>
                  <a:lnTo>
                    <a:pt x="973950" y="1304308"/>
                  </a:lnTo>
                  <a:lnTo>
                    <a:pt x="973947" y="1304305"/>
                  </a:lnTo>
                  <a:lnTo>
                    <a:pt x="973932" y="1304294"/>
                  </a:lnTo>
                  <a:lnTo>
                    <a:pt x="973925" y="1304299"/>
                  </a:lnTo>
                  <a:lnTo>
                    <a:pt x="973919" y="1304305"/>
                  </a:lnTo>
                  <a:lnTo>
                    <a:pt x="973910" y="1304309"/>
                  </a:lnTo>
                  <a:lnTo>
                    <a:pt x="973904" y="1304307"/>
                  </a:lnTo>
                  <a:lnTo>
                    <a:pt x="973900" y="1304305"/>
                  </a:lnTo>
                  <a:lnTo>
                    <a:pt x="973897" y="1304298"/>
                  </a:lnTo>
                  <a:lnTo>
                    <a:pt x="973893" y="1304294"/>
                  </a:lnTo>
                  <a:lnTo>
                    <a:pt x="973883" y="1304284"/>
                  </a:lnTo>
                  <a:lnTo>
                    <a:pt x="973881" y="1304279"/>
                  </a:lnTo>
                  <a:lnTo>
                    <a:pt x="973883" y="1304273"/>
                  </a:lnTo>
                  <a:lnTo>
                    <a:pt x="973883" y="1304267"/>
                  </a:lnTo>
                  <a:lnTo>
                    <a:pt x="973876" y="1304252"/>
                  </a:lnTo>
                  <a:lnTo>
                    <a:pt x="973880" y="1304220"/>
                  </a:lnTo>
                  <a:lnTo>
                    <a:pt x="973880" y="1304209"/>
                  </a:lnTo>
                  <a:lnTo>
                    <a:pt x="973878" y="1304205"/>
                  </a:lnTo>
                  <a:lnTo>
                    <a:pt x="973872" y="1304195"/>
                  </a:lnTo>
                  <a:lnTo>
                    <a:pt x="973853" y="1304175"/>
                  </a:lnTo>
                  <a:lnTo>
                    <a:pt x="973840" y="1304161"/>
                  </a:lnTo>
                  <a:lnTo>
                    <a:pt x="973829" y="1304147"/>
                  </a:lnTo>
                  <a:lnTo>
                    <a:pt x="973821" y="1304136"/>
                  </a:lnTo>
                  <a:lnTo>
                    <a:pt x="973803" y="1304121"/>
                  </a:lnTo>
                  <a:lnTo>
                    <a:pt x="973788" y="1304113"/>
                  </a:lnTo>
                  <a:lnTo>
                    <a:pt x="973774" y="1304107"/>
                  </a:lnTo>
                  <a:lnTo>
                    <a:pt x="973759" y="1304104"/>
                  </a:lnTo>
                  <a:lnTo>
                    <a:pt x="973745" y="1304102"/>
                  </a:lnTo>
                  <a:lnTo>
                    <a:pt x="973731" y="1304103"/>
                  </a:lnTo>
                  <a:lnTo>
                    <a:pt x="973701" y="1304107"/>
                  </a:lnTo>
                  <a:lnTo>
                    <a:pt x="973687" y="1304111"/>
                  </a:lnTo>
                  <a:lnTo>
                    <a:pt x="973658" y="1304117"/>
                  </a:lnTo>
                  <a:lnTo>
                    <a:pt x="973644" y="1304123"/>
                  </a:lnTo>
                  <a:lnTo>
                    <a:pt x="973631" y="1304129"/>
                  </a:lnTo>
                  <a:lnTo>
                    <a:pt x="973615" y="1304131"/>
                  </a:lnTo>
                  <a:lnTo>
                    <a:pt x="973602" y="1304132"/>
                  </a:lnTo>
                  <a:lnTo>
                    <a:pt x="973586" y="1304133"/>
                  </a:lnTo>
                  <a:lnTo>
                    <a:pt x="973572" y="1304134"/>
                  </a:lnTo>
                  <a:lnTo>
                    <a:pt x="973557" y="1304134"/>
                  </a:lnTo>
                  <a:lnTo>
                    <a:pt x="973543" y="1304135"/>
                  </a:lnTo>
                  <a:lnTo>
                    <a:pt x="973528" y="1304135"/>
                  </a:lnTo>
                  <a:lnTo>
                    <a:pt x="973514" y="1304140"/>
                  </a:lnTo>
                  <a:lnTo>
                    <a:pt x="973499" y="1304152"/>
                  </a:lnTo>
                  <a:lnTo>
                    <a:pt x="973487" y="1304148"/>
                  </a:lnTo>
                  <a:lnTo>
                    <a:pt x="973473" y="1304144"/>
                  </a:lnTo>
                  <a:lnTo>
                    <a:pt x="973458" y="1304141"/>
                  </a:lnTo>
                  <a:lnTo>
                    <a:pt x="973444" y="1304135"/>
                  </a:lnTo>
                  <a:lnTo>
                    <a:pt x="973430" y="1304133"/>
                  </a:lnTo>
                  <a:lnTo>
                    <a:pt x="973400" y="1304122"/>
                  </a:lnTo>
                  <a:lnTo>
                    <a:pt x="973386" y="1304117"/>
                  </a:lnTo>
                  <a:lnTo>
                    <a:pt x="973372" y="1304109"/>
                  </a:lnTo>
                  <a:lnTo>
                    <a:pt x="973357" y="1304100"/>
                  </a:lnTo>
                  <a:lnTo>
                    <a:pt x="973343" y="1304092"/>
                  </a:lnTo>
                  <a:lnTo>
                    <a:pt x="973328" y="1304083"/>
                  </a:lnTo>
                  <a:lnTo>
                    <a:pt x="973314" y="1304076"/>
                  </a:lnTo>
                  <a:lnTo>
                    <a:pt x="973305" y="1304070"/>
                  </a:lnTo>
                  <a:lnTo>
                    <a:pt x="973300" y="1304068"/>
                  </a:lnTo>
                  <a:lnTo>
                    <a:pt x="973285" y="1304061"/>
                  </a:lnTo>
                  <a:lnTo>
                    <a:pt x="973271" y="1304055"/>
                  </a:lnTo>
                  <a:lnTo>
                    <a:pt x="973256" y="1304048"/>
                  </a:lnTo>
                  <a:lnTo>
                    <a:pt x="973242" y="1304041"/>
                  </a:lnTo>
                  <a:lnTo>
                    <a:pt x="973227" y="1304035"/>
                  </a:lnTo>
                  <a:lnTo>
                    <a:pt x="973213" y="1304031"/>
                  </a:lnTo>
                  <a:lnTo>
                    <a:pt x="973192" y="1304020"/>
                  </a:lnTo>
                  <a:lnTo>
                    <a:pt x="973183" y="1304020"/>
                  </a:lnTo>
                  <a:lnTo>
                    <a:pt x="973168" y="1304022"/>
                  </a:lnTo>
                  <a:lnTo>
                    <a:pt x="973154" y="1304024"/>
                  </a:lnTo>
                  <a:lnTo>
                    <a:pt x="973147" y="1304027"/>
                  </a:lnTo>
                  <a:lnTo>
                    <a:pt x="973142" y="1304030"/>
                  </a:lnTo>
                  <a:lnTo>
                    <a:pt x="973123" y="1304035"/>
                  </a:lnTo>
                  <a:lnTo>
                    <a:pt x="973110" y="1304042"/>
                  </a:lnTo>
                  <a:lnTo>
                    <a:pt x="973097" y="1304048"/>
                  </a:lnTo>
                  <a:lnTo>
                    <a:pt x="973081" y="1304055"/>
                  </a:lnTo>
                  <a:lnTo>
                    <a:pt x="973055" y="1304055"/>
                  </a:lnTo>
                  <a:lnTo>
                    <a:pt x="973027" y="1304056"/>
                  </a:lnTo>
                  <a:lnTo>
                    <a:pt x="973006" y="1304059"/>
                  </a:lnTo>
                  <a:lnTo>
                    <a:pt x="972985" y="1304071"/>
                  </a:lnTo>
                  <a:lnTo>
                    <a:pt x="972960" y="1304082"/>
                  </a:lnTo>
                  <a:lnTo>
                    <a:pt x="972941" y="1304087"/>
                  </a:lnTo>
                  <a:lnTo>
                    <a:pt x="972915" y="1304089"/>
                  </a:lnTo>
                  <a:lnTo>
                    <a:pt x="972893" y="1304097"/>
                  </a:lnTo>
                  <a:lnTo>
                    <a:pt x="972878" y="1304101"/>
                  </a:lnTo>
                  <a:lnTo>
                    <a:pt x="972865" y="1304111"/>
                  </a:lnTo>
                  <a:lnTo>
                    <a:pt x="972854" y="1304122"/>
                  </a:lnTo>
                  <a:lnTo>
                    <a:pt x="972845" y="1304133"/>
                  </a:lnTo>
                  <a:lnTo>
                    <a:pt x="972831" y="1304145"/>
                  </a:lnTo>
                  <a:lnTo>
                    <a:pt x="972764" y="1304186"/>
                  </a:lnTo>
                  <a:lnTo>
                    <a:pt x="972735" y="1304201"/>
                  </a:lnTo>
                  <a:lnTo>
                    <a:pt x="972705" y="1304216"/>
                  </a:lnTo>
                  <a:lnTo>
                    <a:pt x="972676" y="1304222"/>
                  </a:lnTo>
                  <a:lnTo>
                    <a:pt x="972647" y="1304229"/>
                  </a:lnTo>
                  <a:lnTo>
                    <a:pt x="972606" y="1304234"/>
                  </a:lnTo>
                  <a:lnTo>
                    <a:pt x="972559" y="1304237"/>
                  </a:lnTo>
                  <a:lnTo>
                    <a:pt x="972522" y="1304238"/>
                  </a:lnTo>
                  <a:lnTo>
                    <a:pt x="972486" y="1304239"/>
                  </a:lnTo>
                  <a:lnTo>
                    <a:pt x="972457" y="1304243"/>
                  </a:lnTo>
                  <a:lnTo>
                    <a:pt x="972436" y="1304242"/>
                  </a:lnTo>
                  <a:lnTo>
                    <a:pt x="972420" y="1304250"/>
                  </a:lnTo>
                  <a:lnTo>
                    <a:pt x="972411" y="1304256"/>
                  </a:lnTo>
                  <a:lnTo>
                    <a:pt x="972397" y="1304263"/>
                  </a:lnTo>
                  <a:lnTo>
                    <a:pt x="972383" y="1304265"/>
                  </a:lnTo>
                  <a:lnTo>
                    <a:pt x="972371" y="1304265"/>
                  </a:lnTo>
                  <a:lnTo>
                    <a:pt x="972354" y="1304265"/>
                  </a:lnTo>
                  <a:lnTo>
                    <a:pt x="972331" y="1304265"/>
                  </a:lnTo>
                  <a:lnTo>
                    <a:pt x="972325" y="1304267"/>
                  </a:lnTo>
                  <a:lnTo>
                    <a:pt x="972310" y="1304273"/>
                  </a:lnTo>
                  <a:lnTo>
                    <a:pt x="972301" y="1304274"/>
                  </a:lnTo>
                  <a:lnTo>
                    <a:pt x="972295" y="1304271"/>
                  </a:lnTo>
                  <a:lnTo>
                    <a:pt x="972280" y="1304268"/>
                  </a:lnTo>
                  <a:lnTo>
                    <a:pt x="972266" y="1304265"/>
                  </a:lnTo>
                  <a:lnTo>
                    <a:pt x="972253" y="1304262"/>
                  </a:lnTo>
                  <a:lnTo>
                    <a:pt x="972237" y="1304257"/>
                  </a:lnTo>
                  <a:lnTo>
                    <a:pt x="972223" y="1304253"/>
                  </a:lnTo>
                  <a:lnTo>
                    <a:pt x="972211" y="1304249"/>
                  </a:lnTo>
                  <a:lnTo>
                    <a:pt x="972186" y="1304232"/>
                  </a:lnTo>
                  <a:lnTo>
                    <a:pt x="972182" y="1304229"/>
                  </a:lnTo>
                  <a:lnTo>
                    <a:pt x="972168" y="1304216"/>
                  </a:lnTo>
                  <a:lnTo>
                    <a:pt x="972141" y="1304182"/>
                  </a:lnTo>
                  <a:lnTo>
                    <a:pt x="972135" y="1304173"/>
                  </a:lnTo>
                  <a:lnTo>
                    <a:pt x="972134" y="1304162"/>
                  </a:lnTo>
                  <a:lnTo>
                    <a:pt x="972131" y="1304150"/>
                  </a:lnTo>
                  <a:lnTo>
                    <a:pt x="972124" y="1304135"/>
                  </a:lnTo>
                  <a:lnTo>
                    <a:pt x="972118" y="1304111"/>
                  </a:lnTo>
                  <a:lnTo>
                    <a:pt x="972115" y="1304095"/>
                  </a:lnTo>
                  <a:lnTo>
                    <a:pt x="972110" y="1304083"/>
                  </a:lnTo>
                  <a:lnTo>
                    <a:pt x="972101" y="1304071"/>
                  </a:lnTo>
                  <a:lnTo>
                    <a:pt x="972093" y="1304057"/>
                  </a:lnTo>
                  <a:lnTo>
                    <a:pt x="972081" y="1304035"/>
                  </a:lnTo>
                  <a:lnTo>
                    <a:pt x="972066" y="1304011"/>
                  </a:lnTo>
                  <a:lnTo>
                    <a:pt x="972054" y="1303987"/>
                  </a:lnTo>
                  <a:lnTo>
                    <a:pt x="972040" y="1303964"/>
                  </a:lnTo>
                  <a:lnTo>
                    <a:pt x="972032" y="1303943"/>
                  </a:lnTo>
                  <a:lnTo>
                    <a:pt x="972030" y="1303936"/>
                  </a:lnTo>
                  <a:lnTo>
                    <a:pt x="972025" y="1303923"/>
                  </a:lnTo>
                  <a:lnTo>
                    <a:pt x="971991" y="1303888"/>
                  </a:lnTo>
                  <a:lnTo>
                    <a:pt x="971985" y="1303874"/>
                  </a:lnTo>
                  <a:lnTo>
                    <a:pt x="971984" y="1303855"/>
                  </a:lnTo>
                  <a:lnTo>
                    <a:pt x="971988" y="1303840"/>
                  </a:lnTo>
                  <a:lnTo>
                    <a:pt x="971989" y="1303823"/>
                  </a:lnTo>
                  <a:lnTo>
                    <a:pt x="971986" y="1303810"/>
                  </a:lnTo>
                  <a:lnTo>
                    <a:pt x="971983" y="1303799"/>
                  </a:lnTo>
                  <a:lnTo>
                    <a:pt x="971979" y="1303790"/>
                  </a:lnTo>
                  <a:lnTo>
                    <a:pt x="971978" y="1303781"/>
                  </a:lnTo>
                  <a:lnTo>
                    <a:pt x="971974" y="1303772"/>
                  </a:lnTo>
                  <a:lnTo>
                    <a:pt x="971967" y="1303757"/>
                  </a:lnTo>
                  <a:lnTo>
                    <a:pt x="971960" y="1303741"/>
                  </a:lnTo>
                  <a:lnTo>
                    <a:pt x="971954" y="1303725"/>
                  </a:lnTo>
                  <a:lnTo>
                    <a:pt x="971954" y="1303710"/>
                  </a:lnTo>
                  <a:lnTo>
                    <a:pt x="971950" y="1303696"/>
                  </a:lnTo>
                  <a:lnTo>
                    <a:pt x="971940" y="1303679"/>
                  </a:lnTo>
                  <a:lnTo>
                    <a:pt x="971929" y="1303663"/>
                  </a:lnTo>
                  <a:lnTo>
                    <a:pt x="971921" y="1303647"/>
                  </a:lnTo>
                  <a:lnTo>
                    <a:pt x="971910" y="1303628"/>
                  </a:lnTo>
                  <a:lnTo>
                    <a:pt x="971903" y="1303615"/>
                  </a:lnTo>
                  <a:lnTo>
                    <a:pt x="971900" y="1303604"/>
                  </a:lnTo>
                  <a:lnTo>
                    <a:pt x="971898" y="1303595"/>
                  </a:lnTo>
                  <a:lnTo>
                    <a:pt x="971890" y="1303578"/>
                  </a:lnTo>
                  <a:lnTo>
                    <a:pt x="971883" y="1303565"/>
                  </a:lnTo>
                  <a:lnTo>
                    <a:pt x="971876" y="1303557"/>
                  </a:lnTo>
                  <a:lnTo>
                    <a:pt x="971865" y="1303552"/>
                  </a:lnTo>
                  <a:lnTo>
                    <a:pt x="971855" y="1303552"/>
                  </a:lnTo>
                  <a:lnTo>
                    <a:pt x="971837" y="1303550"/>
                  </a:lnTo>
                  <a:lnTo>
                    <a:pt x="971818" y="1303544"/>
                  </a:lnTo>
                  <a:lnTo>
                    <a:pt x="971801" y="1303533"/>
                  </a:lnTo>
                  <a:lnTo>
                    <a:pt x="971784" y="1303518"/>
                  </a:lnTo>
                  <a:lnTo>
                    <a:pt x="971769" y="1303502"/>
                  </a:lnTo>
                  <a:lnTo>
                    <a:pt x="971758" y="1303486"/>
                  </a:lnTo>
                  <a:lnTo>
                    <a:pt x="971750" y="1303485"/>
                  </a:lnTo>
                  <a:lnTo>
                    <a:pt x="971738" y="1303483"/>
                  </a:lnTo>
                  <a:lnTo>
                    <a:pt x="971728" y="1303485"/>
                  </a:lnTo>
                  <a:lnTo>
                    <a:pt x="971718" y="1303493"/>
                  </a:lnTo>
                  <a:lnTo>
                    <a:pt x="971688" y="1303517"/>
                  </a:lnTo>
                  <a:lnTo>
                    <a:pt x="971676" y="1303525"/>
                  </a:lnTo>
                  <a:lnTo>
                    <a:pt x="971670" y="1303522"/>
                  </a:lnTo>
                  <a:lnTo>
                    <a:pt x="971661" y="1303514"/>
                  </a:lnTo>
                  <a:lnTo>
                    <a:pt x="971649" y="1303505"/>
                  </a:lnTo>
                  <a:lnTo>
                    <a:pt x="971633" y="1303499"/>
                  </a:lnTo>
                  <a:lnTo>
                    <a:pt x="971612" y="1303495"/>
                  </a:lnTo>
                  <a:lnTo>
                    <a:pt x="971588" y="1303492"/>
                  </a:lnTo>
                  <a:lnTo>
                    <a:pt x="971575" y="1303491"/>
                  </a:lnTo>
                  <a:lnTo>
                    <a:pt x="971568" y="1303476"/>
                  </a:lnTo>
                  <a:lnTo>
                    <a:pt x="971557" y="1303471"/>
                  </a:lnTo>
                  <a:lnTo>
                    <a:pt x="971538" y="1303460"/>
                  </a:lnTo>
                  <a:lnTo>
                    <a:pt x="971513" y="1303451"/>
                  </a:lnTo>
                  <a:lnTo>
                    <a:pt x="971492" y="1303446"/>
                  </a:lnTo>
                  <a:lnTo>
                    <a:pt x="971480" y="1303453"/>
                  </a:lnTo>
                  <a:lnTo>
                    <a:pt x="971459" y="1303467"/>
                  </a:lnTo>
                  <a:lnTo>
                    <a:pt x="971440" y="1303470"/>
                  </a:lnTo>
                  <a:lnTo>
                    <a:pt x="971420" y="1303469"/>
                  </a:lnTo>
                  <a:lnTo>
                    <a:pt x="971406" y="1303472"/>
                  </a:lnTo>
                  <a:lnTo>
                    <a:pt x="971389" y="1303481"/>
                  </a:lnTo>
                  <a:lnTo>
                    <a:pt x="971362" y="1303491"/>
                  </a:lnTo>
                  <a:lnTo>
                    <a:pt x="971354" y="1303488"/>
                  </a:lnTo>
                  <a:lnTo>
                    <a:pt x="971346" y="1303484"/>
                  </a:lnTo>
                  <a:lnTo>
                    <a:pt x="971342" y="1303478"/>
                  </a:lnTo>
                  <a:lnTo>
                    <a:pt x="971334" y="1303453"/>
                  </a:lnTo>
                  <a:lnTo>
                    <a:pt x="971322" y="1303425"/>
                  </a:lnTo>
                  <a:lnTo>
                    <a:pt x="971310" y="1303388"/>
                  </a:lnTo>
                  <a:lnTo>
                    <a:pt x="971299" y="1303360"/>
                  </a:lnTo>
                  <a:lnTo>
                    <a:pt x="971297" y="1303341"/>
                  </a:lnTo>
                  <a:lnTo>
                    <a:pt x="971299" y="1303322"/>
                  </a:lnTo>
                  <a:lnTo>
                    <a:pt x="971303" y="1303304"/>
                  </a:lnTo>
                  <a:lnTo>
                    <a:pt x="971310" y="1303291"/>
                  </a:lnTo>
                  <a:lnTo>
                    <a:pt x="971323" y="1303277"/>
                  </a:lnTo>
                  <a:lnTo>
                    <a:pt x="971347" y="1303260"/>
                  </a:lnTo>
                  <a:lnTo>
                    <a:pt x="971361" y="1303246"/>
                  </a:lnTo>
                  <a:lnTo>
                    <a:pt x="971371" y="1303231"/>
                  </a:lnTo>
                  <a:lnTo>
                    <a:pt x="971379" y="1303215"/>
                  </a:lnTo>
                  <a:lnTo>
                    <a:pt x="971405" y="1303182"/>
                  </a:lnTo>
                  <a:lnTo>
                    <a:pt x="971418" y="1303163"/>
                  </a:lnTo>
                  <a:lnTo>
                    <a:pt x="971425" y="1303149"/>
                  </a:lnTo>
                  <a:lnTo>
                    <a:pt x="971438" y="1303128"/>
                  </a:lnTo>
                  <a:lnTo>
                    <a:pt x="971451" y="1303106"/>
                  </a:lnTo>
                  <a:lnTo>
                    <a:pt x="971466" y="1303083"/>
                  </a:lnTo>
                  <a:lnTo>
                    <a:pt x="971483" y="1303068"/>
                  </a:lnTo>
                  <a:lnTo>
                    <a:pt x="971494" y="1303059"/>
                  </a:lnTo>
                  <a:lnTo>
                    <a:pt x="971512" y="1303046"/>
                  </a:lnTo>
                  <a:lnTo>
                    <a:pt x="971529" y="1303036"/>
                  </a:lnTo>
                  <a:lnTo>
                    <a:pt x="971565" y="1303021"/>
                  </a:lnTo>
                  <a:lnTo>
                    <a:pt x="971585" y="1303016"/>
                  </a:lnTo>
                  <a:lnTo>
                    <a:pt x="971592" y="1303017"/>
                  </a:lnTo>
                  <a:lnTo>
                    <a:pt x="971611" y="1303024"/>
                  </a:lnTo>
                  <a:lnTo>
                    <a:pt x="971638" y="1303037"/>
                  </a:lnTo>
                  <a:lnTo>
                    <a:pt x="971656" y="1303043"/>
                  </a:lnTo>
                  <a:lnTo>
                    <a:pt x="971688" y="1303046"/>
                  </a:lnTo>
                  <a:lnTo>
                    <a:pt x="971702" y="1303050"/>
                  </a:lnTo>
                  <a:lnTo>
                    <a:pt x="971729" y="1303061"/>
                  </a:lnTo>
                  <a:lnTo>
                    <a:pt x="971751" y="1303072"/>
                  </a:lnTo>
                  <a:lnTo>
                    <a:pt x="971772" y="1303079"/>
                  </a:lnTo>
                  <a:lnTo>
                    <a:pt x="971794" y="1303087"/>
                  </a:lnTo>
                  <a:lnTo>
                    <a:pt x="971813" y="1303102"/>
                  </a:lnTo>
                  <a:lnTo>
                    <a:pt x="971843" y="1303126"/>
                  </a:lnTo>
                  <a:lnTo>
                    <a:pt x="971870" y="1303144"/>
                  </a:lnTo>
                  <a:lnTo>
                    <a:pt x="971898" y="1303159"/>
                  </a:lnTo>
                  <a:lnTo>
                    <a:pt x="971917" y="1303161"/>
                  </a:lnTo>
                  <a:lnTo>
                    <a:pt x="971929" y="1303157"/>
                  </a:lnTo>
                  <a:lnTo>
                    <a:pt x="971944" y="1303147"/>
                  </a:lnTo>
                  <a:lnTo>
                    <a:pt x="971955" y="1303138"/>
                  </a:lnTo>
                  <a:lnTo>
                    <a:pt x="971967" y="1303119"/>
                  </a:lnTo>
                  <a:lnTo>
                    <a:pt x="971979" y="1303100"/>
                  </a:lnTo>
                  <a:lnTo>
                    <a:pt x="971992" y="1303086"/>
                  </a:lnTo>
                  <a:lnTo>
                    <a:pt x="972010" y="1303072"/>
                  </a:lnTo>
                  <a:lnTo>
                    <a:pt x="972023" y="1303058"/>
                  </a:lnTo>
                  <a:lnTo>
                    <a:pt x="972033" y="1303044"/>
                  </a:lnTo>
                  <a:lnTo>
                    <a:pt x="972048" y="1303023"/>
                  </a:lnTo>
                  <a:lnTo>
                    <a:pt x="972066" y="1303010"/>
                  </a:lnTo>
                  <a:lnTo>
                    <a:pt x="972084" y="1302995"/>
                  </a:lnTo>
                  <a:lnTo>
                    <a:pt x="972096" y="1302979"/>
                  </a:lnTo>
                  <a:lnTo>
                    <a:pt x="972102" y="1302960"/>
                  </a:lnTo>
                  <a:lnTo>
                    <a:pt x="972113" y="1302945"/>
                  </a:lnTo>
                  <a:lnTo>
                    <a:pt x="972127" y="1302930"/>
                  </a:lnTo>
                  <a:lnTo>
                    <a:pt x="972135" y="1302915"/>
                  </a:lnTo>
                  <a:lnTo>
                    <a:pt x="972148" y="1302897"/>
                  </a:lnTo>
                  <a:lnTo>
                    <a:pt x="972175" y="1302872"/>
                  </a:lnTo>
                  <a:lnTo>
                    <a:pt x="972184" y="1302863"/>
                  </a:lnTo>
                  <a:lnTo>
                    <a:pt x="972186" y="1302846"/>
                  </a:lnTo>
                  <a:lnTo>
                    <a:pt x="972185" y="1302816"/>
                  </a:lnTo>
                  <a:lnTo>
                    <a:pt x="972188" y="1302796"/>
                  </a:lnTo>
                  <a:lnTo>
                    <a:pt x="972192" y="1302785"/>
                  </a:lnTo>
                  <a:lnTo>
                    <a:pt x="972195" y="1302774"/>
                  </a:lnTo>
                  <a:lnTo>
                    <a:pt x="972197" y="1302760"/>
                  </a:lnTo>
                  <a:lnTo>
                    <a:pt x="972203" y="1302753"/>
                  </a:lnTo>
                  <a:lnTo>
                    <a:pt x="972220" y="1302745"/>
                  </a:lnTo>
                  <a:lnTo>
                    <a:pt x="972233" y="1302733"/>
                  </a:lnTo>
                  <a:lnTo>
                    <a:pt x="972242" y="1302715"/>
                  </a:lnTo>
                  <a:lnTo>
                    <a:pt x="972249" y="1302696"/>
                  </a:lnTo>
                  <a:lnTo>
                    <a:pt x="972251" y="1302669"/>
                  </a:lnTo>
                  <a:lnTo>
                    <a:pt x="972248" y="1302644"/>
                  </a:lnTo>
                  <a:lnTo>
                    <a:pt x="972247" y="1302622"/>
                  </a:lnTo>
                  <a:lnTo>
                    <a:pt x="972247" y="1302603"/>
                  </a:lnTo>
                  <a:lnTo>
                    <a:pt x="972250" y="1302587"/>
                  </a:lnTo>
                  <a:lnTo>
                    <a:pt x="972261" y="1302563"/>
                  </a:lnTo>
                  <a:lnTo>
                    <a:pt x="972278" y="1302531"/>
                  </a:lnTo>
                  <a:lnTo>
                    <a:pt x="972290" y="1302507"/>
                  </a:lnTo>
                  <a:lnTo>
                    <a:pt x="972296" y="1302481"/>
                  </a:lnTo>
                  <a:lnTo>
                    <a:pt x="972302" y="1302458"/>
                  </a:lnTo>
                  <a:lnTo>
                    <a:pt x="972311" y="1302443"/>
                  </a:lnTo>
                  <a:lnTo>
                    <a:pt x="972324" y="1302431"/>
                  </a:lnTo>
                  <a:lnTo>
                    <a:pt x="972338" y="1302419"/>
                  </a:lnTo>
                  <a:lnTo>
                    <a:pt x="972351" y="1302398"/>
                  </a:lnTo>
                  <a:lnTo>
                    <a:pt x="972350" y="1302384"/>
                  </a:lnTo>
                  <a:lnTo>
                    <a:pt x="972340" y="1302367"/>
                  </a:lnTo>
                  <a:lnTo>
                    <a:pt x="972323" y="1302349"/>
                  </a:lnTo>
                  <a:lnTo>
                    <a:pt x="972317" y="1302331"/>
                  </a:lnTo>
                  <a:lnTo>
                    <a:pt x="972320" y="1302321"/>
                  </a:lnTo>
                  <a:lnTo>
                    <a:pt x="972328" y="1302318"/>
                  </a:lnTo>
                  <a:lnTo>
                    <a:pt x="972343" y="1302318"/>
                  </a:lnTo>
                  <a:lnTo>
                    <a:pt x="972355" y="1302312"/>
                  </a:lnTo>
                  <a:lnTo>
                    <a:pt x="972365" y="1302303"/>
                  </a:lnTo>
                  <a:lnTo>
                    <a:pt x="972375" y="1302289"/>
                  </a:lnTo>
                  <a:lnTo>
                    <a:pt x="972383" y="1302268"/>
                  </a:lnTo>
                  <a:lnTo>
                    <a:pt x="972389" y="1302255"/>
                  </a:lnTo>
                  <a:lnTo>
                    <a:pt x="972411" y="1302234"/>
                  </a:lnTo>
                  <a:lnTo>
                    <a:pt x="972427" y="1302219"/>
                  </a:lnTo>
                  <a:lnTo>
                    <a:pt x="972443" y="1302207"/>
                  </a:lnTo>
                  <a:lnTo>
                    <a:pt x="972453" y="1302192"/>
                  </a:lnTo>
                  <a:lnTo>
                    <a:pt x="972452" y="1302185"/>
                  </a:lnTo>
                  <a:lnTo>
                    <a:pt x="972447" y="1302165"/>
                  </a:lnTo>
                  <a:lnTo>
                    <a:pt x="972444" y="1302155"/>
                  </a:lnTo>
                  <a:lnTo>
                    <a:pt x="972442" y="1302148"/>
                  </a:lnTo>
                  <a:lnTo>
                    <a:pt x="972444" y="1302133"/>
                  </a:lnTo>
                  <a:lnTo>
                    <a:pt x="972447" y="1302122"/>
                  </a:lnTo>
                  <a:lnTo>
                    <a:pt x="972450" y="1302118"/>
                  </a:lnTo>
                  <a:lnTo>
                    <a:pt x="972468" y="1302088"/>
                  </a:lnTo>
                  <a:lnTo>
                    <a:pt x="972472" y="1302081"/>
                  </a:lnTo>
                  <a:lnTo>
                    <a:pt x="972473" y="1302072"/>
                  </a:lnTo>
                  <a:lnTo>
                    <a:pt x="972476" y="1302064"/>
                  </a:lnTo>
                  <a:lnTo>
                    <a:pt x="972476" y="1302057"/>
                  </a:lnTo>
                  <a:lnTo>
                    <a:pt x="972478" y="1302042"/>
                  </a:lnTo>
                  <a:lnTo>
                    <a:pt x="972477" y="1302027"/>
                  </a:lnTo>
                  <a:lnTo>
                    <a:pt x="972473" y="1302016"/>
                  </a:lnTo>
                  <a:lnTo>
                    <a:pt x="972470" y="1302012"/>
                  </a:lnTo>
                  <a:lnTo>
                    <a:pt x="972469" y="1302007"/>
                  </a:lnTo>
                  <a:lnTo>
                    <a:pt x="972458" y="1301984"/>
                  </a:lnTo>
                  <a:lnTo>
                    <a:pt x="972456" y="1301980"/>
                  </a:lnTo>
                  <a:lnTo>
                    <a:pt x="972456" y="1301965"/>
                  </a:lnTo>
                  <a:lnTo>
                    <a:pt x="972457" y="1301958"/>
                  </a:lnTo>
                  <a:lnTo>
                    <a:pt x="972461" y="1301947"/>
                  </a:lnTo>
                  <a:lnTo>
                    <a:pt x="972473" y="1301933"/>
                  </a:lnTo>
                  <a:lnTo>
                    <a:pt x="972486" y="1301915"/>
                  </a:lnTo>
                  <a:lnTo>
                    <a:pt x="972492" y="1301906"/>
                  </a:lnTo>
                  <a:lnTo>
                    <a:pt x="972504" y="1301882"/>
                  </a:lnTo>
                  <a:lnTo>
                    <a:pt x="972505" y="1301878"/>
                  </a:lnTo>
                  <a:lnTo>
                    <a:pt x="972507" y="1301863"/>
                  </a:lnTo>
                  <a:lnTo>
                    <a:pt x="972507" y="1301847"/>
                  </a:lnTo>
                  <a:lnTo>
                    <a:pt x="972509" y="1301832"/>
                  </a:lnTo>
                  <a:lnTo>
                    <a:pt x="972513" y="1301817"/>
                  </a:lnTo>
                  <a:lnTo>
                    <a:pt x="972517" y="1301802"/>
                  </a:lnTo>
                  <a:lnTo>
                    <a:pt x="972516" y="1301787"/>
                  </a:lnTo>
                  <a:lnTo>
                    <a:pt x="972513" y="1301772"/>
                  </a:lnTo>
                  <a:lnTo>
                    <a:pt x="972512" y="1301764"/>
                  </a:lnTo>
                  <a:lnTo>
                    <a:pt x="972503" y="1301742"/>
                  </a:lnTo>
                  <a:lnTo>
                    <a:pt x="972498" y="1301735"/>
                  </a:lnTo>
                  <a:lnTo>
                    <a:pt x="972498" y="1301727"/>
                  </a:lnTo>
                  <a:lnTo>
                    <a:pt x="972498" y="1301717"/>
                  </a:lnTo>
                  <a:lnTo>
                    <a:pt x="972491" y="1301713"/>
                  </a:lnTo>
                  <a:lnTo>
                    <a:pt x="972485" y="1301715"/>
                  </a:lnTo>
                  <a:lnTo>
                    <a:pt x="972478" y="1301715"/>
                  </a:lnTo>
                  <a:lnTo>
                    <a:pt x="972467" y="1301711"/>
                  </a:lnTo>
                  <a:lnTo>
                    <a:pt x="972464" y="1301708"/>
                  </a:lnTo>
                  <a:lnTo>
                    <a:pt x="972450" y="1301697"/>
                  </a:lnTo>
                  <a:lnTo>
                    <a:pt x="972421" y="1301677"/>
                  </a:lnTo>
                  <a:lnTo>
                    <a:pt x="972413" y="1301671"/>
                  </a:lnTo>
                  <a:lnTo>
                    <a:pt x="972406" y="1301668"/>
                  </a:lnTo>
                  <a:lnTo>
                    <a:pt x="972392" y="1301667"/>
                  </a:lnTo>
                  <a:lnTo>
                    <a:pt x="972364" y="1301666"/>
                  </a:lnTo>
                  <a:lnTo>
                    <a:pt x="972355" y="1301664"/>
                  </a:lnTo>
                  <a:lnTo>
                    <a:pt x="972348" y="1301661"/>
                  </a:lnTo>
                  <a:lnTo>
                    <a:pt x="972338" y="1301657"/>
                  </a:lnTo>
                  <a:lnTo>
                    <a:pt x="972334" y="1301654"/>
                  </a:lnTo>
                  <a:lnTo>
                    <a:pt x="972319" y="1301644"/>
                  </a:lnTo>
                  <a:lnTo>
                    <a:pt x="972305" y="1301639"/>
                  </a:lnTo>
                  <a:lnTo>
                    <a:pt x="972291" y="1301635"/>
                  </a:lnTo>
                  <a:lnTo>
                    <a:pt x="972276" y="1301632"/>
                  </a:lnTo>
                  <a:lnTo>
                    <a:pt x="972262" y="1301629"/>
                  </a:lnTo>
                  <a:lnTo>
                    <a:pt x="972255" y="1301627"/>
                  </a:lnTo>
                  <a:lnTo>
                    <a:pt x="972247" y="1301627"/>
                  </a:lnTo>
                  <a:lnTo>
                    <a:pt x="972233" y="1301624"/>
                  </a:lnTo>
                  <a:lnTo>
                    <a:pt x="972218" y="1301622"/>
                  </a:lnTo>
                  <a:lnTo>
                    <a:pt x="972204" y="1301619"/>
                  </a:lnTo>
                  <a:lnTo>
                    <a:pt x="972190" y="1301614"/>
                  </a:lnTo>
                  <a:lnTo>
                    <a:pt x="972175" y="1301611"/>
                  </a:lnTo>
                  <a:lnTo>
                    <a:pt x="972168" y="1301609"/>
                  </a:lnTo>
                  <a:lnTo>
                    <a:pt x="972161" y="1301609"/>
                  </a:lnTo>
                  <a:lnTo>
                    <a:pt x="972152" y="1301608"/>
                  </a:lnTo>
                  <a:lnTo>
                    <a:pt x="972146" y="1301609"/>
                  </a:lnTo>
                  <a:lnTo>
                    <a:pt x="972140" y="1301611"/>
                  </a:lnTo>
                  <a:lnTo>
                    <a:pt x="972127" y="1301611"/>
                  </a:lnTo>
                  <a:lnTo>
                    <a:pt x="972118" y="1301607"/>
                  </a:lnTo>
                  <a:lnTo>
                    <a:pt x="972108" y="1301593"/>
                  </a:lnTo>
                  <a:lnTo>
                    <a:pt x="972104" y="1301576"/>
                  </a:lnTo>
                  <a:lnTo>
                    <a:pt x="972102" y="1301561"/>
                  </a:lnTo>
                  <a:lnTo>
                    <a:pt x="972098" y="1301546"/>
                  </a:lnTo>
                  <a:lnTo>
                    <a:pt x="972092" y="1301531"/>
                  </a:lnTo>
                  <a:lnTo>
                    <a:pt x="972090" y="1301526"/>
                  </a:lnTo>
                  <a:lnTo>
                    <a:pt x="972090" y="1301520"/>
                  </a:lnTo>
                  <a:lnTo>
                    <a:pt x="972092" y="1301516"/>
                  </a:lnTo>
                  <a:lnTo>
                    <a:pt x="972093" y="1301511"/>
                  </a:lnTo>
                  <a:lnTo>
                    <a:pt x="972100" y="1301500"/>
                  </a:lnTo>
                  <a:lnTo>
                    <a:pt x="972107" y="1301487"/>
                  </a:lnTo>
                  <a:lnTo>
                    <a:pt x="972111" y="1301470"/>
                  </a:lnTo>
                  <a:lnTo>
                    <a:pt x="972110" y="1301455"/>
                  </a:lnTo>
                  <a:lnTo>
                    <a:pt x="972112" y="1301440"/>
                  </a:lnTo>
                  <a:lnTo>
                    <a:pt x="972113" y="1301432"/>
                  </a:lnTo>
                  <a:lnTo>
                    <a:pt x="972122" y="1301406"/>
                  </a:lnTo>
                  <a:lnTo>
                    <a:pt x="972125" y="1301391"/>
                  </a:lnTo>
                  <a:lnTo>
                    <a:pt x="972125" y="1301382"/>
                  </a:lnTo>
                  <a:lnTo>
                    <a:pt x="972120" y="1301377"/>
                  </a:lnTo>
                  <a:lnTo>
                    <a:pt x="972111" y="1301374"/>
                  </a:lnTo>
                  <a:lnTo>
                    <a:pt x="972097" y="1301367"/>
                  </a:lnTo>
                  <a:lnTo>
                    <a:pt x="972088" y="1301360"/>
                  </a:lnTo>
                  <a:lnTo>
                    <a:pt x="972086" y="1301354"/>
                  </a:lnTo>
                  <a:lnTo>
                    <a:pt x="972084" y="1301350"/>
                  </a:lnTo>
                  <a:lnTo>
                    <a:pt x="972083" y="1301339"/>
                  </a:lnTo>
                  <a:lnTo>
                    <a:pt x="972083" y="1301324"/>
                  </a:lnTo>
                  <a:lnTo>
                    <a:pt x="972080" y="1301308"/>
                  </a:lnTo>
                  <a:lnTo>
                    <a:pt x="972080" y="1301294"/>
                  </a:lnTo>
                  <a:lnTo>
                    <a:pt x="972079" y="1301279"/>
                  </a:lnTo>
                  <a:lnTo>
                    <a:pt x="972077" y="1301263"/>
                  </a:lnTo>
                  <a:lnTo>
                    <a:pt x="972080" y="1301250"/>
                  </a:lnTo>
                  <a:lnTo>
                    <a:pt x="972084" y="1301244"/>
                  </a:lnTo>
                  <a:lnTo>
                    <a:pt x="972094" y="1301241"/>
                  </a:lnTo>
                  <a:lnTo>
                    <a:pt x="972109" y="1301239"/>
                  </a:lnTo>
                  <a:lnTo>
                    <a:pt x="972117" y="1301239"/>
                  </a:lnTo>
                  <a:lnTo>
                    <a:pt x="972123" y="1301234"/>
                  </a:lnTo>
                  <a:lnTo>
                    <a:pt x="972132" y="1301226"/>
                  </a:lnTo>
                  <a:lnTo>
                    <a:pt x="972138" y="1301225"/>
                  </a:lnTo>
                  <a:lnTo>
                    <a:pt x="972144" y="1301223"/>
                  </a:lnTo>
                  <a:lnTo>
                    <a:pt x="972152" y="1301224"/>
                  </a:lnTo>
                  <a:lnTo>
                    <a:pt x="972167" y="1301223"/>
                  </a:lnTo>
                  <a:lnTo>
                    <a:pt x="972180" y="1301220"/>
                  </a:lnTo>
                  <a:lnTo>
                    <a:pt x="972196" y="1301212"/>
                  </a:lnTo>
                  <a:lnTo>
                    <a:pt x="972210" y="1301210"/>
                  </a:lnTo>
                  <a:lnTo>
                    <a:pt x="972224" y="1301205"/>
                  </a:lnTo>
                  <a:lnTo>
                    <a:pt x="972255" y="1301194"/>
                  </a:lnTo>
                  <a:lnTo>
                    <a:pt x="972256" y="1301182"/>
                  </a:lnTo>
                  <a:lnTo>
                    <a:pt x="972251" y="1301169"/>
                  </a:lnTo>
                  <a:lnTo>
                    <a:pt x="972247" y="1301152"/>
                  </a:lnTo>
                  <a:lnTo>
                    <a:pt x="972246" y="1301137"/>
                  </a:lnTo>
                  <a:lnTo>
                    <a:pt x="972248" y="1301106"/>
                  </a:lnTo>
                  <a:lnTo>
                    <a:pt x="972250" y="1301091"/>
                  </a:lnTo>
                  <a:lnTo>
                    <a:pt x="972253" y="1301076"/>
                  </a:lnTo>
                  <a:lnTo>
                    <a:pt x="972256" y="1301067"/>
                  </a:lnTo>
                  <a:lnTo>
                    <a:pt x="972256" y="1301061"/>
                  </a:lnTo>
                  <a:lnTo>
                    <a:pt x="972261" y="1301046"/>
                  </a:lnTo>
                  <a:lnTo>
                    <a:pt x="972263" y="1301038"/>
                  </a:lnTo>
                  <a:lnTo>
                    <a:pt x="972261" y="1301013"/>
                  </a:lnTo>
                  <a:lnTo>
                    <a:pt x="972261" y="1301005"/>
                  </a:lnTo>
                  <a:lnTo>
                    <a:pt x="972266" y="1300998"/>
                  </a:lnTo>
                  <a:lnTo>
                    <a:pt x="972273" y="1300988"/>
                  </a:lnTo>
                  <a:lnTo>
                    <a:pt x="972274" y="1300983"/>
                  </a:lnTo>
                  <a:lnTo>
                    <a:pt x="972278" y="1300953"/>
                  </a:lnTo>
                  <a:lnTo>
                    <a:pt x="972279" y="1300938"/>
                  </a:lnTo>
                  <a:lnTo>
                    <a:pt x="972279" y="1300922"/>
                  </a:lnTo>
                  <a:lnTo>
                    <a:pt x="972282" y="1300907"/>
                  </a:lnTo>
                  <a:lnTo>
                    <a:pt x="972283" y="1300898"/>
                  </a:lnTo>
                  <a:lnTo>
                    <a:pt x="972286" y="1300892"/>
                  </a:lnTo>
                  <a:lnTo>
                    <a:pt x="972290" y="1300882"/>
                  </a:lnTo>
                  <a:lnTo>
                    <a:pt x="972295" y="1300878"/>
                  </a:lnTo>
                  <a:lnTo>
                    <a:pt x="972318" y="1300854"/>
                  </a:lnTo>
                  <a:lnTo>
                    <a:pt x="972322" y="1300852"/>
                  </a:lnTo>
                  <a:lnTo>
                    <a:pt x="972336" y="1300839"/>
                  </a:lnTo>
                  <a:lnTo>
                    <a:pt x="972341" y="1300829"/>
                  </a:lnTo>
                  <a:lnTo>
                    <a:pt x="972340" y="1300824"/>
                  </a:lnTo>
                  <a:lnTo>
                    <a:pt x="972335" y="1300817"/>
                  </a:lnTo>
                  <a:lnTo>
                    <a:pt x="972317" y="1300797"/>
                  </a:lnTo>
                  <a:lnTo>
                    <a:pt x="972307" y="1300783"/>
                  </a:lnTo>
                  <a:lnTo>
                    <a:pt x="972302" y="1300767"/>
                  </a:lnTo>
                  <a:lnTo>
                    <a:pt x="972300" y="1300752"/>
                  </a:lnTo>
                  <a:lnTo>
                    <a:pt x="972299" y="1300742"/>
                  </a:lnTo>
                  <a:lnTo>
                    <a:pt x="972301" y="1300737"/>
                  </a:lnTo>
                  <a:lnTo>
                    <a:pt x="972305" y="1300722"/>
                  </a:lnTo>
                  <a:lnTo>
                    <a:pt x="972307" y="1300706"/>
                  </a:lnTo>
                  <a:lnTo>
                    <a:pt x="972306" y="1300691"/>
                  </a:lnTo>
                  <a:lnTo>
                    <a:pt x="972302" y="1300676"/>
                  </a:lnTo>
                  <a:lnTo>
                    <a:pt x="972303" y="1300666"/>
                  </a:lnTo>
                  <a:lnTo>
                    <a:pt x="972307" y="1300661"/>
                  </a:lnTo>
                  <a:lnTo>
                    <a:pt x="972321" y="1300651"/>
                  </a:lnTo>
                  <a:lnTo>
                    <a:pt x="972335" y="1300637"/>
                  </a:lnTo>
                  <a:lnTo>
                    <a:pt x="972344" y="1300622"/>
                  </a:lnTo>
                  <a:lnTo>
                    <a:pt x="972351" y="1300607"/>
                  </a:lnTo>
                  <a:lnTo>
                    <a:pt x="972353" y="1300600"/>
                  </a:lnTo>
                  <a:lnTo>
                    <a:pt x="972353" y="1300592"/>
                  </a:lnTo>
                  <a:lnTo>
                    <a:pt x="972352" y="1300577"/>
                  </a:lnTo>
                  <a:lnTo>
                    <a:pt x="972349" y="1300563"/>
                  </a:lnTo>
                  <a:lnTo>
                    <a:pt x="972339" y="1300547"/>
                  </a:lnTo>
                  <a:lnTo>
                    <a:pt x="972325" y="1300536"/>
                  </a:lnTo>
                  <a:lnTo>
                    <a:pt x="972310" y="1300525"/>
                  </a:lnTo>
                  <a:lnTo>
                    <a:pt x="972282" y="1300506"/>
                  </a:lnTo>
                  <a:lnTo>
                    <a:pt x="972268" y="1300493"/>
                  </a:lnTo>
                  <a:lnTo>
                    <a:pt x="972255" y="1300480"/>
                  </a:lnTo>
                  <a:lnTo>
                    <a:pt x="972246" y="1300475"/>
                  </a:lnTo>
                  <a:lnTo>
                    <a:pt x="972240" y="1300472"/>
                  </a:lnTo>
                  <a:lnTo>
                    <a:pt x="972220" y="1300463"/>
                  </a:lnTo>
                  <a:lnTo>
                    <a:pt x="972213" y="1300458"/>
                  </a:lnTo>
                  <a:lnTo>
                    <a:pt x="972199" y="1300448"/>
                  </a:lnTo>
                  <a:lnTo>
                    <a:pt x="972187" y="1300447"/>
                  </a:lnTo>
                  <a:lnTo>
                    <a:pt x="972183" y="1300445"/>
                  </a:lnTo>
                  <a:lnTo>
                    <a:pt x="972170" y="1300438"/>
                  </a:lnTo>
                  <a:lnTo>
                    <a:pt x="972155" y="1300436"/>
                  </a:lnTo>
                  <a:lnTo>
                    <a:pt x="972150" y="1300434"/>
                  </a:lnTo>
                  <a:lnTo>
                    <a:pt x="972141" y="1300436"/>
                  </a:lnTo>
                  <a:lnTo>
                    <a:pt x="972132" y="1300434"/>
                  </a:lnTo>
                  <a:lnTo>
                    <a:pt x="972133" y="1300428"/>
                  </a:lnTo>
                  <a:lnTo>
                    <a:pt x="972137" y="1300419"/>
                  </a:lnTo>
                  <a:lnTo>
                    <a:pt x="972141" y="1300413"/>
                  </a:lnTo>
                  <a:lnTo>
                    <a:pt x="972146" y="1300403"/>
                  </a:lnTo>
                  <a:lnTo>
                    <a:pt x="972148" y="1300398"/>
                  </a:lnTo>
                  <a:lnTo>
                    <a:pt x="972149" y="1300394"/>
                  </a:lnTo>
                  <a:lnTo>
                    <a:pt x="972151" y="1300383"/>
                  </a:lnTo>
                  <a:lnTo>
                    <a:pt x="972149" y="1300368"/>
                  </a:lnTo>
                  <a:lnTo>
                    <a:pt x="972148" y="1300353"/>
                  </a:lnTo>
                  <a:lnTo>
                    <a:pt x="972144" y="1300338"/>
                  </a:lnTo>
                  <a:lnTo>
                    <a:pt x="972142" y="1300323"/>
                  </a:lnTo>
                  <a:lnTo>
                    <a:pt x="972140" y="1300308"/>
                  </a:lnTo>
                  <a:lnTo>
                    <a:pt x="972137" y="1300293"/>
                  </a:lnTo>
                  <a:lnTo>
                    <a:pt x="972137" y="1300263"/>
                  </a:lnTo>
                  <a:lnTo>
                    <a:pt x="972137" y="1300257"/>
                  </a:lnTo>
                  <a:lnTo>
                    <a:pt x="972136" y="1300233"/>
                  </a:lnTo>
                  <a:lnTo>
                    <a:pt x="972132" y="1300203"/>
                  </a:lnTo>
                  <a:lnTo>
                    <a:pt x="972132" y="1300187"/>
                  </a:lnTo>
                  <a:lnTo>
                    <a:pt x="972131" y="1300172"/>
                  </a:lnTo>
                  <a:lnTo>
                    <a:pt x="972131" y="1300157"/>
                  </a:lnTo>
                  <a:lnTo>
                    <a:pt x="972132" y="1300142"/>
                  </a:lnTo>
                  <a:lnTo>
                    <a:pt x="972131" y="1300082"/>
                  </a:lnTo>
                  <a:lnTo>
                    <a:pt x="972135" y="1300052"/>
                  </a:lnTo>
                  <a:lnTo>
                    <a:pt x="972133" y="1300036"/>
                  </a:lnTo>
                  <a:lnTo>
                    <a:pt x="972132" y="1300021"/>
                  </a:lnTo>
                  <a:lnTo>
                    <a:pt x="972135" y="1300011"/>
                  </a:lnTo>
                  <a:lnTo>
                    <a:pt x="972136" y="1300006"/>
                  </a:lnTo>
                  <a:lnTo>
                    <a:pt x="972146" y="1299991"/>
                  </a:lnTo>
                  <a:lnTo>
                    <a:pt x="972157" y="1299977"/>
                  </a:lnTo>
                  <a:lnTo>
                    <a:pt x="972168" y="1299962"/>
                  </a:lnTo>
                  <a:lnTo>
                    <a:pt x="972179" y="1299949"/>
                  </a:lnTo>
                  <a:lnTo>
                    <a:pt x="972184" y="1299944"/>
                  </a:lnTo>
                  <a:lnTo>
                    <a:pt x="972184" y="1299934"/>
                  </a:lnTo>
                  <a:lnTo>
                    <a:pt x="972183" y="1299919"/>
                  </a:lnTo>
                  <a:lnTo>
                    <a:pt x="972184" y="1299907"/>
                  </a:lnTo>
                  <a:lnTo>
                    <a:pt x="972190" y="1299887"/>
                  </a:lnTo>
                  <a:lnTo>
                    <a:pt x="972193" y="1299872"/>
                  </a:lnTo>
                  <a:lnTo>
                    <a:pt x="972195" y="1299857"/>
                  </a:lnTo>
                  <a:lnTo>
                    <a:pt x="972192" y="1299848"/>
                  </a:lnTo>
                  <a:lnTo>
                    <a:pt x="972186" y="1299845"/>
                  </a:lnTo>
                  <a:lnTo>
                    <a:pt x="972157" y="1299837"/>
                  </a:lnTo>
                  <a:lnTo>
                    <a:pt x="972143" y="1299831"/>
                  </a:lnTo>
                  <a:lnTo>
                    <a:pt x="972128" y="1299823"/>
                  </a:lnTo>
                  <a:lnTo>
                    <a:pt x="972118" y="1299815"/>
                  </a:lnTo>
                  <a:lnTo>
                    <a:pt x="972115" y="1299811"/>
                  </a:lnTo>
                  <a:lnTo>
                    <a:pt x="972109" y="1299804"/>
                  </a:lnTo>
                  <a:lnTo>
                    <a:pt x="972107" y="1299796"/>
                  </a:lnTo>
                  <a:lnTo>
                    <a:pt x="972103" y="1299781"/>
                  </a:lnTo>
                  <a:lnTo>
                    <a:pt x="972097" y="1299750"/>
                  </a:lnTo>
                  <a:lnTo>
                    <a:pt x="972094" y="1299735"/>
                  </a:lnTo>
                  <a:lnTo>
                    <a:pt x="972090" y="1299720"/>
                  </a:lnTo>
                  <a:lnTo>
                    <a:pt x="972083" y="1299705"/>
                  </a:lnTo>
                  <a:lnTo>
                    <a:pt x="972081" y="1299699"/>
                  </a:lnTo>
                  <a:lnTo>
                    <a:pt x="972075" y="1299690"/>
                  </a:lnTo>
                  <a:lnTo>
                    <a:pt x="972064" y="1299675"/>
                  </a:lnTo>
                  <a:lnTo>
                    <a:pt x="972053" y="1299660"/>
                  </a:lnTo>
                  <a:lnTo>
                    <a:pt x="972040" y="1299648"/>
                  </a:lnTo>
                  <a:lnTo>
                    <a:pt x="972035" y="1299646"/>
                  </a:lnTo>
                  <a:lnTo>
                    <a:pt x="972030" y="1299646"/>
                  </a:lnTo>
                  <a:lnTo>
                    <a:pt x="972025" y="1299648"/>
                  </a:lnTo>
                  <a:lnTo>
                    <a:pt x="972010" y="1299654"/>
                  </a:lnTo>
                  <a:lnTo>
                    <a:pt x="971997" y="1299660"/>
                  </a:lnTo>
                  <a:lnTo>
                    <a:pt x="971982" y="1299661"/>
                  </a:lnTo>
                  <a:lnTo>
                    <a:pt x="971967" y="1299663"/>
                  </a:lnTo>
                  <a:lnTo>
                    <a:pt x="971952" y="1299664"/>
                  </a:lnTo>
                  <a:lnTo>
                    <a:pt x="971938" y="1299664"/>
                  </a:lnTo>
                  <a:lnTo>
                    <a:pt x="971924" y="1299662"/>
                  </a:lnTo>
                  <a:lnTo>
                    <a:pt x="971909" y="1299657"/>
                  </a:lnTo>
                  <a:lnTo>
                    <a:pt x="971895" y="1299650"/>
                  </a:lnTo>
                  <a:lnTo>
                    <a:pt x="971880" y="1299644"/>
                  </a:lnTo>
                  <a:lnTo>
                    <a:pt x="971868" y="1299633"/>
                  </a:lnTo>
                  <a:lnTo>
                    <a:pt x="971856" y="1299627"/>
                  </a:lnTo>
                  <a:lnTo>
                    <a:pt x="971852" y="1299626"/>
                  </a:lnTo>
                  <a:lnTo>
                    <a:pt x="971837" y="1299620"/>
                  </a:lnTo>
                  <a:lnTo>
                    <a:pt x="971832" y="1299618"/>
                  </a:lnTo>
                  <a:lnTo>
                    <a:pt x="971825" y="1299612"/>
                  </a:lnTo>
                  <a:lnTo>
                    <a:pt x="971825" y="1299599"/>
                  </a:lnTo>
                  <a:lnTo>
                    <a:pt x="971827" y="1299584"/>
                  </a:lnTo>
                  <a:lnTo>
                    <a:pt x="971830" y="1299575"/>
                  </a:lnTo>
                  <a:lnTo>
                    <a:pt x="971830" y="1299554"/>
                  </a:lnTo>
                  <a:lnTo>
                    <a:pt x="971831" y="1299539"/>
                  </a:lnTo>
                  <a:lnTo>
                    <a:pt x="971836" y="1299525"/>
                  </a:lnTo>
                  <a:lnTo>
                    <a:pt x="971848" y="1299510"/>
                  </a:lnTo>
                  <a:lnTo>
                    <a:pt x="971862" y="1299495"/>
                  </a:lnTo>
                  <a:lnTo>
                    <a:pt x="971875" y="1299482"/>
                  </a:lnTo>
                  <a:lnTo>
                    <a:pt x="971887" y="1299467"/>
                  </a:lnTo>
                  <a:lnTo>
                    <a:pt x="971896" y="1299451"/>
                  </a:lnTo>
                  <a:lnTo>
                    <a:pt x="971902" y="1299436"/>
                  </a:lnTo>
                  <a:lnTo>
                    <a:pt x="971905" y="1299421"/>
                  </a:lnTo>
                  <a:lnTo>
                    <a:pt x="971906" y="1299406"/>
                  </a:lnTo>
                  <a:lnTo>
                    <a:pt x="971906" y="1299383"/>
                  </a:lnTo>
                  <a:lnTo>
                    <a:pt x="971904" y="1299376"/>
                  </a:lnTo>
                  <a:lnTo>
                    <a:pt x="971901" y="1299361"/>
                  </a:lnTo>
                  <a:lnTo>
                    <a:pt x="971897" y="1299346"/>
                  </a:lnTo>
                  <a:lnTo>
                    <a:pt x="971898" y="1299337"/>
                  </a:lnTo>
                  <a:lnTo>
                    <a:pt x="971912" y="1299308"/>
                  </a:lnTo>
                  <a:lnTo>
                    <a:pt x="971916" y="1299300"/>
                  </a:lnTo>
                  <a:lnTo>
                    <a:pt x="971923" y="1299293"/>
                  </a:lnTo>
                  <a:lnTo>
                    <a:pt x="971936" y="1299287"/>
                  </a:lnTo>
                  <a:lnTo>
                    <a:pt x="971952" y="1299289"/>
                  </a:lnTo>
                  <a:lnTo>
                    <a:pt x="971962" y="1299287"/>
                  </a:lnTo>
                  <a:lnTo>
                    <a:pt x="971966" y="1299285"/>
                  </a:lnTo>
                  <a:lnTo>
                    <a:pt x="971969" y="1299281"/>
                  </a:lnTo>
                  <a:lnTo>
                    <a:pt x="971969" y="1299270"/>
                  </a:lnTo>
                  <a:lnTo>
                    <a:pt x="971958" y="1299257"/>
                  </a:lnTo>
                  <a:lnTo>
                    <a:pt x="971950" y="1299251"/>
                  </a:lnTo>
                  <a:lnTo>
                    <a:pt x="971944" y="1299246"/>
                  </a:lnTo>
                  <a:lnTo>
                    <a:pt x="971930" y="1299234"/>
                  </a:lnTo>
                  <a:lnTo>
                    <a:pt x="971917" y="1299222"/>
                  </a:lnTo>
                  <a:lnTo>
                    <a:pt x="971905" y="1299207"/>
                  </a:lnTo>
                  <a:lnTo>
                    <a:pt x="971890" y="1299194"/>
                  </a:lnTo>
                  <a:lnTo>
                    <a:pt x="971876" y="1299183"/>
                  </a:lnTo>
                  <a:lnTo>
                    <a:pt x="971861" y="1299176"/>
                  </a:lnTo>
                  <a:lnTo>
                    <a:pt x="971847" y="1299166"/>
                  </a:lnTo>
                  <a:lnTo>
                    <a:pt x="971839" y="1299153"/>
                  </a:lnTo>
                  <a:lnTo>
                    <a:pt x="971838" y="1299136"/>
                  </a:lnTo>
                  <a:lnTo>
                    <a:pt x="971839" y="1299121"/>
                  </a:lnTo>
                  <a:lnTo>
                    <a:pt x="971841" y="1299106"/>
                  </a:lnTo>
                  <a:lnTo>
                    <a:pt x="971842" y="1299091"/>
                  </a:lnTo>
                  <a:lnTo>
                    <a:pt x="971841" y="1299079"/>
                  </a:lnTo>
                  <a:lnTo>
                    <a:pt x="971838" y="1299075"/>
                  </a:lnTo>
                  <a:lnTo>
                    <a:pt x="971826" y="1299067"/>
                  </a:lnTo>
                  <a:lnTo>
                    <a:pt x="971811" y="1299058"/>
                  </a:lnTo>
                  <a:lnTo>
                    <a:pt x="971797" y="1299046"/>
                  </a:lnTo>
                  <a:lnTo>
                    <a:pt x="971787" y="1299031"/>
                  </a:lnTo>
                  <a:lnTo>
                    <a:pt x="971781" y="1299017"/>
                  </a:lnTo>
                  <a:lnTo>
                    <a:pt x="971771" y="1298986"/>
                  </a:lnTo>
                  <a:lnTo>
                    <a:pt x="971769" y="1298979"/>
                  </a:lnTo>
                  <a:lnTo>
                    <a:pt x="971765" y="1298971"/>
                  </a:lnTo>
                  <a:lnTo>
                    <a:pt x="971756" y="1298959"/>
                  </a:lnTo>
                  <a:lnTo>
                    <a:pt x="971745" y="1298951"/>
                  </a:lnTo>
                  <a:lnTo>
                    <a:pt x="971740" y="1298951"/>
                  </a:lnTo>
                  <a:lnTo>
                    <a:pt x="971726" y="1298949"/>
                  </a:lnTo>
                  <a:lnTo>
                    <a:pt x="971711" y="1298951"/>
                  </a:lnTo>
                  <a:lnTo>
                    <a:pt x="971698" y="1298953"/>
                  </a:lnTo>
                  <a:lnTo>
                    <a:pt x="971683" y="1298956"/>
                  </a:lnTo>
                  <a:lnTo>
                    <a:pt x="971668" y="1298960"/>
                  </a:lnTo>
                  <a:lnTo>
                    <a:pt x="971654" y="1298963"/>
                  </a:lnTo>
                  <a:lnTo>
                    <a:pt x="971648" y="1298963"/>
                  </a:lnTo>
                  <a:lnTo>
                    <a:pt x="971644" y="1298961"/>
                  </a:lnTo>
                  <a:lnTo>
                    <a:pt x="971643" y="1298956"/>
                  </a:lnTo>
                  <a:lnTo>
                    <a:pt x="971644" y="1298940"/>
                  </a:lnTo>
                  <a:lnTo>
                    <a:pt x="971645" y="1298925"/>
                  </a:lnTo>
                  <a:lnTo>
                    <a:pt x="971643" y="1298910"/>
                  </a:lnTo>
                  <a:lnTo>
                    <a:pt x="971640" y="1298895"/>
                  </a:lnTo>
                  <a:lnTo>
                    <a:pt x="971640" y="1298887"/>
                  </a:lnTo>
                  <a:lnTo>
                    <a:pt x="971638" y="1298880"/>
                  </a:lnTo>
                  <a:lnTo>
                    <a:pt x="971635" y="1298865"/>
                  </a:lnTo>
                  <a:lnTo>
                    <a:pt x="971632" y="1298850"/>
                  </a:lnTo>
                  <a:lnTo>
                    <a:pt x="971630" y="1298835"/>
                  </a:lnTo>
                  <a:lnTo>
                    <a:pt x="971630" y="1298822"/>
                  </a:lnTo>
                  <a:lnTo>
                    <a:pt x="971631" y="1298805"/>
                  </a:lnTo>
                  <a:lnTo>
                    <a:pt x="971635" y="1298790"/>
                  </a:lnTo>
                  <a:lnTo>
                    <a:pt x="971640" y="1298775"/>
                  </a:lnTo>
                  <a:lnTo>
                    <a:pt x="971656" y="1298728"/>
                  </a:lnTo>
                  <a:lnTo>
                    <a:pt x="971659" y="1298719"/>
                  </a:lnTo>
                  <a:lnTo>
                    <a:pt x="971672" y="1298698"/>
                  </a:lnTo>
                  <a:lnTo>
                    <a:pt x="971678" y="1298687"/>
                  </a:lnTo>
                  <a:lnTo>
                    <a:pt x="971679" y="1298683"/>
                  </a:lnTo>
                  <a:lnTo>
                    <a:pt x="971683" y="1298674"/>
                  </a:lnTo>
                  <a:lnTo>
                    <a:pt x="971683" y="1298667"/>
                  </a:lnTo>
                  <a:lnTo>
                    <a:pt x="971685" y="1298652"/>
                  </a:lnTo>
                  <a:lnTo>
                    <a:pt x="971683" y="1298637"/>
                  </a:lnTo>
                  <a:lnTo>
                    <a:pt x="971679" y="1298622"/>
                  </a:lnTo>
                  <a:lnTo>
                    <a:pt x="971676" y="1298607"/>
                  </a:lnTo>
                  <a:lnTo>
                    <a:pt x="971675" y="1298592"/>
                  </a:lnTo>
                  <a:lnTo>
                    <a:pt x="971675" y="1298577"/>
                  </a:lnTo>
                  <a:lnTo>
                    <a:pt x="971679" y="1298562"/>
                  </a:lnTo>
                  <a:lnTo>
                    <a:pt x="971686" y="1298547"/>
                  </a:lnTo>
                  <a:lnTo>
                    <a:pt x="971687" y="1298540"/>
                  </a:lnTo>
                  <a:lnTo>
                    <a:pt x="971692" y="1298532"/>
                  </a:lnTo>
                  <a:lnTo>
                    <a:pt x="971701" y="1298515"/>
                  </a:lnTo>
                  <a:lnTo>
                    <a:pt x="971712" y="1298501"/>
                  </a:lnTo>
                  <a:lnTo>
                    <a:pt x="971719" y="1298495"/>
                  </a:lnTo>
                  <a:lnTo>
                    <a:pt x="971727" y="1298489"/>
                  </a:lnTo>
                  <a:lnTo>
                    <a:pt x="971741" y="1298478"/>
                  </a:lnTo>
                  <a:lnTo>
                    <a:pt x="971754" y="1298465"/>
                  </a:lnTo>
                  <a:lnTo>
                    <a:pt x="971762" y="1298450"/>
                  </a:lnTo>
                  <a:lnTo>
                    <a:pt x="971766" y="1298439"/>
                  </a:lnTo>
                  <a:lnTo>
                    <a:pt x="971769" y="1298435"/>
                  </a:lnTo>
                  <a:lnTo>
                    <a:pt x="971770" y="1298430"/>
                  </a:lnTo>
                  <a:lnTo>
                    <a:pt x="971774" y="1298425"/>
                  </a:lnTo>
                  <a:lnTo>
                    <a:pt x="971779" y="1298422"/>
                  </a:lnTo>
                  <a:lnTo>
                    <a:pt x="971793" y="1298420"/>
                  </a:lnTo>
                  <a:lnTo>
                    <a:pt x="971808" y="1298416"/>
                  </a:lnTo>
                  <a:lnTo>
                    <a:pt x="971822" y="1298408"/>
                  </a:lnTo>
                  <a:lnTo>
                    <a:pt x="971835" y="1298394"/>
                  </a:lnTo>
                  <a:lnTo>
                    <a:pt x="971843" y="1298387"/>
                  </a:lnTo>
                  <a:lnTo>
                    <a:pt x="971870" y="1298376"/>
                  </a:lnTo>
                  <a:lnTo>
                    <a:pt x="971878" y="1298370"/>
                  </a:lnTo>
                  <a:lnTo>
                    <a:pt x="971893" y="1298358"/>
                  </a:lnTo>
                  <a:lnTo>
                    <a:pt x="971906" y="1298345"/>
                  </a:lnTo>
                  <a:lnTo>
                    <a:pt x="971915" y="1298330"/>
                  </a:lnTo>
                  <a:lnTo>
                    <a:pt x="971930" y="1298316"/>
                  </a:lnTo>
                  <a:lnTo>
                    <a:pt x="971937" y="1298310"/>
                  </a:lnTo>
                  <a:lnTo>
                    <a:pt x="971942" y="1298303"/>
                  </a:lnTo>
                  <a:lnTo>
                    <a:pt x="971951" y="1298286"/>
                  </a:lnTo>
                  <a:lnTo>
                    <a:pt x="971957" y="1298273"/>
                  </a:lnTo>
                  <a:lnTo>
                    <a:pt x="971964" y="1298258"/>
                  </a:lnTo>
                  <a:lnTo>
                    <a:pt x="971970" y="1298251"/>
                  </a:lnTo>
                  <a:lnTo>
                    <a:pt x="971976" y="1298247"/>
                  </a:lnTo>
                  <a:lnTo>
                    <a:pt x="971992" y="1298245"/>
                  </a:lnTo>
                  <a:lnTo>
                    <a:pt x="972008" y="1298244"/>
                  </a:lnTo>
                  <a:lnTo>
                    <a:pt x="972015" y="1298238"/>
                  </a:lnTo>
                  <a:lnTo>
                    <a:pt x="972017" y="1298232"/>
                  </a:lnTo>
                  <a:lnTo>
                    <a:pt x="972019" y="1298225"/>
                  </a:lnTo>
                  <a:lnTo>
                    <a:pt x="972019" y="1298217"/>
                  </a:lnTo>
                  <a:lnTo>
                    <a:pt x="972021" y="1298210"/>
                  </a:lnTo>
                  <a:lnTo>
                    <a:pt x="972021" y="1298202"/>
                  </a:lnTo>
                  <a:lnTo>
                    <a:pt x="972022" y="1298187"/>
                  </a:lnTo>
                  <a:lnTo>
                    <a:pt x="972021" y="1298172"/>
                  </a:lnTo>
                  <a:lnTo>
                    <a:pt x="972017" y="1298142"/>
                  </a:lnTo>
                  <a:lnTo>
                    <a:pt x="972014" y="1298127"/>
                  </a:lnTo>
                  <a:lnTo>
                    <a:pt x="972010" y="1298112"/>
                  </a:lnTo>
                  <a:lnTo>
                    <a:pt x="972007" y="1298097"/>
                  </a:lnTo>
                  <a:lnTo>
                    <a:pt x="972004" y="1298088"/>
                  </a:lnTo>
                  <a:lnTo>
                    <a:pt x="972004" y="1298082"/>
                  </a:lnTo>
                  <a:lnTo>
                    <a:pt x="972002" y="1298074"/>
                  </a:lnTo>
                  <a:lnTo>
                    <a:pt x="972004" y="1298065"/>
                  </a:lnTo>
                  <a:lnTo>
                    <a:pt x="972009" y="1298052"/>
                  </a:lnTo>
                  <a:lnTo>
                    <a:pt x="972018" y="1298037"/>
                  </a:lnTo>
                  <a:lnTo>
                    <a:pt x="972031" y="1298022"/>
                  </a:lnTo>
                  <a:lnTo>
                    <a:pt x="972040" y="1298014"/>
                  </a:lnTo>
                  <a:lnTo>
                    <a:pt x="972045" y="1298011"/>
                  </a:lnTo>
                  <a:lnTo>
                    <a:pt x="972060" y="1298001"/>
                  </a:lnTo>
                  <a:lnTo>
                    <a:pt x="972074" y="1297988"/>
                  </a:lnTo>
                  <a:lnTo>
                    <a:pt x="972080" y="1297980"/>
                  </a:lnTo>
                  <a:lnTo>
                    <a:pt x="972083" y="1297973"/>
                  </a:lnTo>
                  <a:lnTo>
                    <a:pt x="972091" y="1297958"/>
                  </a:lnTo>
                  <a:lnTo>
                    <a:pt x="972093" y="1297949"/>
                  </a:lnTo>
                  <a:lnTo>
                    <a:pt x="972093" y="1297939"/>
                  </a:lnTo>
                  <a:lnTo>
                    <a:pt x="972091" y="1297932"/>
                  </a:lnTo>
                  <a:lnTo>
                    <a:pt x="972088" y="1297928"/>
                  </a:lnTo>
                  <a:lnTo>
                    <a:pt x="972081" y="1297913"/>
                  </a:lnTo>
                  <a:lnTo>
                    <a:pt x="972079" y="1297908"/>
                  </a:lnTo>
                  <a:lnTo>
                    <a:pt x="972081" y="1297903"/>
                  </a:lnTo>
                  <a:lnTo>
                    <a:pt x="972086" y="1297898"/>
                  </a:lnTo>
                  <a:lnTo>
                    <a:pt x="972089" y="1297894"/>
                  </a:lnTo>
                  <a:lnTo>
                    <a:pt x="972117" y="1297869"/>
                  </a:lnTo>
                  <a:lnTo>
                    <a:pt x="972127" y="1297853"/>
                  </a:lnTo>
                  <a:lnTo>
                    <a:pt x="972140" y="1297838"/>
                  </a:lnTo>
                  <a:lnTo>
                    <a:pt x="972162" y="1297815"/>
                  </a:lnTo>
                  <a:lnTo>
                    <a:pt x="972165" y="1297809"/>
                  </a:lnTo>
                  <a:lnTo>
                    <a:pt x="972175" y="1297794"/>
                  </a:lnTo>
                  <a:lnTo>
                    <a:pt x="972177" y="1297788"/>
                  </a:lnTo>
                  <a:lnTo>
                    <a:pt x="972183" y="1297779"/>
                  </a:lnTo>
                  <a:lnTo>
                    <a:pt x="972191" y="1297764"/>
                  </a:lnTo>
                  <a:lnTo>
                    <a:pt x="972198" y="1297749"/>
                  </a:lnTo>
                  <a:lnTo>
                    <a:pt x="972202" y="1297738"/>
                  </a:lnTo>
                  <a:lnTo>
                    <a:pt x="972205" y="1297734"/>
                  </a:lnTo>
                  <a:lnTo>
                    <a:pt x="972211" y="1297719"/>
                  </a:lnTo>
                  <a:lnTo>
                    <a:pt x="972216" y="1297710"/>
                  </a:lnTo>
                  <a:lnTo>
                    <a:pt x="972221" y="1297705"/>
                  </a:lnTo>
                  <a:lnTo>
                    <a:pt x="972235" y="1297694"/>
                  </a:lnTo>
                  <a:lnTo>
                    <a:pt x="972250" y="1297687"/>
                  </a:lnTo>
                  <a:lnTo>
                    <a:pt x="972263" y="1297675"/>
                  </a:lnTo>
                  <a:lnTo>
                    <a:pt x="972266" y="1297671"/>
                  </a:lnTo>
                  <a:lnTo>
                    <a:pt x="972277" y="1297663"/>
                  </a:lnTo>
                  <a:lnTo>
                    <a:pt x="972288" y="1297656"/>
                  </a:lnTo>
                  <a:lnTo>
                    <a:pt x="972292" y="1297655"/>
                  </a:lnTo>
                  <a:lnTo>
                    <a:pt x="972298" y="1297653"/>
                  </a:lnTo>
                  <a:lnTo>
                    <a:pt x="972306" y="1297652"/>
                  </a:lnTo>
                  <a:lnTo>
                    <a:pt x="972320" y="1297651"/>
                  </a:lnTo>
                  <a:lnTo>
                    <a:pt x="972334" y="1297652"/>
                  </a:lnTo>
                  <a:lnTo>
                    <a:pt x="972349" y="1297652"/>
                  </a:lnTo>
                  <a:lnTo>
                    <a:pt x="972363" y="1297654"/>
                  </a:lnTo>
                  <a:lnTo>
                    <a:pt x="972376" y="1297658"/>
                  </a:lnTo>
                  <a:lnTo>
                    <a:pt x="972392" y="1297662"/>
                  </a:lnTo>
                  <a:lnTo>
                    <a:pt x="972407" y="1297661"/>
                  </a:lnTo>
                  <a:lnTo>
                    <a:pt x="972421" y="1297664"/>
                  </a:lnTo>
                  <a:lnTo>
                    <a:pt x="972432" y="1297668"/>
                  </a:lnTo>
                  <a:lnTo>
                    <a:pt x="972436" y="1297668"/>
                  </a:lnTo>
                  <a:lnTo>
                    <a:pt x="972449" y="1297668"/>
                  </a:lnTo>
                  <a:lnTo>
                    <a:pt x="972458" y="1297668"/>
                  </a:lnTo>
                  <a:lnTo>
                    <a:pt x="972465" y="1297666"/>
                  </a:lnTo>
                  <a:lnTo>
                    <a:pt x="972479" y="1297662"/>
                  </a:lnTo>
                  <a:lnTo>
                    <a:pt x="972488" y="1297660"/>
                  </a:lnTo>
                  <a:lnTo>
                    <a:pt x="972493" y="1297661"/>
                  </a:lnTo>
                  <a:lnTo>
                    <a:pt x="972508" y="1297666"/>
                  </a:lnTo>
                  <a:lnTo>
                    <a:pt x="972522" y="1297669"/>
                  </a:lnTo>
                  <a:lnTo>
                    <a:pt x="972537" y="1297671"/>
                  </a:lnTo>
                  <a:lnTo>
                    <a:pt x="972552" y="1297667"/>
                  </a:lnTo>
                  <a:lnTo>
                    <a:pt x="972565" y="1297638"/>
                  </a:lnTo>
                  <a:lnTo>
                    <a:pt x="972561" y="1297602"/>
                  </a:lnTo>
                  <a:lnTo>
                    <a:pt x="972558" y="1297593"/>
                  </a:lnTo>
                  <a:lnTo>
                    <a:pt x="972558" y="1297587"/>
                  </a:lnTo>
                  <a:lnTo>
                    <a:pt x="972554" y="1297578"/>
                  </a:lnTo>
                  <a:lnTo>
                    <a:pt x="972549" y="1297574"/>
                  </a:lnTo>
                  <a:lnTo>
                    <a:pt x="972535" y="1297567"/>
                  </a:lnTo>
                  <a:lnTo>
                    <a:pt x="972519" y="1297560"/>
                  </a:lnTo>
                  <a:lnTo>
                    <a:pt x="972508" y="1297548"/>
                  </a:lnTo>
                  <a:lnTo>
                    <a:pt x="972500" y="1297535"/>
                  </a:lnTo>
                  <a:lnTo>
                    <a:pt x="972496" y="1297532"/>
                  </a:lnTo>
                  <a:lnTo>
                    <a:pt x="972484" y="1297518"/>
                  </a:lnTo>
                  <a:lnTo>
                    <a:pt x="972473" y="1297503"/>
                  </a:lnTo>
                  <a:lnTo>
                    <a:pt x="972465" y="1297493"/>
                  </a:lnTo>
                  <a:lnTo>
                    <a:pt x="972463" y="1297488"/>
                  </a:lnTo>
                  <a:lnTo>
                    <a:pt x="972460" y="1297483"/>
                  </a:lnTo>
                  <a:lnTo>
                    <a:pt x="972458" y="1297473"/>
                  </a:lnTo>
                  <a:lnTo>
                    <a:pt x="972455" y="1297458"/>
                  </a:lnTo>
                  <a:lnTo>
                    <a:pt x="972454" y="1297453"/>
                  </a:lnTo>
                  <a:lnTo>
                    <a:pt x="972449" y="1297444"/>
                  </a:lnTo>
                  <a:lnTo>
                    <a:pt x="972440" y="1297434"/>
                  </a:lnTo>
                  <a:lnTo>
                    <a:pt x="972434" y="1297430"/>
                  </a:lnTo>
                  <a:lnTo>
                    <a:pt x="972421" y="1297418"/>
                  </a:lnTo>
                  <a:lnTo>
                    <a:pt x="972407" y="1297407"/>
                  </a:lnTo>
                  <a:lnTo>
                    <a:pt x="972393" y="1297397"/>
                  </a:lnTo>
                  <a:lnTo>
                    <a:pt x="972381" y="1297386"/>
                  </a:lnTo>
                  <a:lnTo>
                    <a:pt x="972366" y="1297373"/>
                  </a:lnTo>
                  <a:lnTo>
                    <a:pt x="972359" y="1297359"/>
                  </a:lnTo>
                  <a:lnTo>
                    <a:pt x="972356" y="1297350"/>
                  </a:lnTo>
                  <a:lnTo>
                    <a:pt x="972355" y="1297343"/>
                  </a:lnTo>
                  <a:lnTo>
                    <a:pt x="972350" y="1297328"/>
                  </a:lnTo>
                  <a:lnTo>
                    <a:pt x="972346" y="1297319"/>
                  </a:lnTo>
                  <a:lnTo>
                    <a:pt x="972342" y="1297313"/>
                  </a:lnTo>
                  <a:lnTo>
                    <a:pt x="972335" y="1297298"/>
                  </a:lnTo>
                  <a:lnTo>
                    <a:pt x="972327" y="1297283"/>
                  </a:lnTo>
                  <a:lnTo>
                    <a:pt x="972323" y="1297268"/>
                  </a:lnTo>
                  <a:lnTo>
                    <a:pt x="972321" y="1297246"/>
                  </a:lnTo>
                  <a:lnTo>
                    <a:pt x="972323" y="1297224"/>
                  </a:lnTo>
                  <a:lnTo>
                    <a:pt x="972322" y="1297192"/>
                  </a:lnTo>
                  <a:lnTo>
                    <a:pt x="972318" y="1297186"/>
                  </a:lnTo>
                  <a:lnTo>
                    <a:pt x="972311" y="1297171"/>
                  </a:lnTo>
                  <a:lnTo>
                    <a:pt x="972310" y="1297164"/>
                  </a:lnTo>
                  <a:lnTo>
                    <a:pt x="972312" y="1297156"/>
                  </a:lnTo>
                  <a:lnTo>
                    <a:pt x="972315" y="1297147"/>
                  </a:lnTo>
                  <a:lnTo>
                    <a:pt x="972319" y="1297141"/>
                  </a:lnTo>
                  <a:lnTo>
                    <a:pt x="972328" y="1297126"/>
                  </a:lnTo>
                  <a:lnTo>
                    <a:pt x="972333" y="1297114"/>
                  </a:lnTo>
                  <a:lnTo>
                    <a:pt x="972337" y="1297110"/>
                  </a:lnTo>
                  <a:lnTo>
                    <a:pt x="972349" y="1297100"/>
                  </a:lnTo>
                  <a:lnTo>
                    <a:pt x="972364" y="1297086"/>
                  </a:lnTo>
                  <a:lnTo>
                    <a:pt x="972372" y="1297073"/>
                  </a:lnTo>
                  <a:lnTo>
                    <a:pt x="972375" y="1297062"/>
                  </a:lnTo>
                  <a:lnTo>
                    <a:pt x="972375" y="1297041"/>
                  </a:lnTo>
                  <a:lnTo>
                    <a:pt x="972374" y="1297026"/>
                  </a:lnTo>
                  <a:lnTo>
                    <a:pt x="972374" y="1297011"/>
                  </a:lnTo>
                  <a:lnTo>
                    <a:pt x="972376" y="1296996"/>
                  </a:lnTo>
                  <a:lnTo>
                    <a:pt x="972369" y="1296986"/>
                  </a:lnTo>
                  <a:lnTo>
                    <a:pt x="972365" y="1296981"/>
                  </a:lnTo>
                  <a:lnTo>
                    <a:pt x="972352" y="1296973"/>
                  </a:lnTo>
                  <a:lnTo>
                    <a:pt x="972343" y="1296967"/>
                  </a:lnTo>
                  <a:lnTo>
                    <a:pt x="972337" y="1296961"/>
                  </a:lnTo>
                  <a:lnTo>
                    <a:pt x="972326" y="1296954"/>
                  </a:lnTo>
                  <a:lnTo>
                    <a:pt x="972322" y="1296953"/>
                  </a:lnTo>
                  <a:lnTo>
                    <a:pt x="972309" y="1296952"/>
                  </a:lnTo>
                  <a:lnTo>
                    <a:pt x="972294" y="1296954"/>
                  </a:lnTo>
                  <a:lnTo>
                    <a:pt x="972284" y="1296953"/>
                  </a:lnTo>
                  <a:lnTo>
                    <a:pt x="972279" y="1296950"/>
                  </a:lnTo>
                  <a:lnTo>
                    <a:pt x="972274" y="1296946"/>
                  </a:lnTo>
                  <a:lnTo>
                    <a:pt x="972267" y="1296936"/>
                  </a:lnTo>
                  <a:lnTo>
                    <a:pt x="972256" y="1296921"/>
                  </a:lnTo>
                  <a:lnTo>
                    <a:pt x="972242" y="1296908"/>
                  </a:lnTo>
                  <a:lnTo>
                    <a:pt x="972231" y="1296893"/>
                  </a:lnTo>
                  <a:lnTo>
                    <a:pt x="972218" y="1296880"/>
                  </a:lnTo>
                  <a:lnTo>
                    <a:pt x="972205" y="1296868"/>
                  </a:lnTo>
                  <a:lnTo>
                    <a:pt x="972202" y="1296866"/>
                  </a:lnTo>
                  <a:lnTo>
                    <a:pt x="972189" y="1296862"/>
                  </a:lnTo>
                  <a:lnTo>
                    <a:pt x="972182" y="1296863"/>
                  </a:lnTo>
                  <a:lnTo>
                    <a:pt x="972175" y="1296866"/>
                  </a:lnTo>
                  <a:lnTo>
                    <a:pt x="972160" y="1296877"/>
                  </a:lnTo>
                  <a:lnTo>
                    <a:pt x="972150" y="1296882"/>
                  </a:lnTo>
                  <a:lnTo>
                    <a:pt x="972132" y="1296882"/>
                  </a:lnTo>
                  <a:lnTo>
                    <a:pt x="972117" y="1296883"/>
                  </a:lnTo>
                  <a:lnTo>
                    <a:pt x="972106" y="1296889"/>
                  </a:lnTo>
                  <a:lnTo>
                    <a:pt x="972103" y="1296892"/>
                  </a:lnTo>
                  <a:lnTo>
                    <a:pt x="972097" y="1296898"/>
                  </a:lnTo>
                  <a:lnTo>
                    <a:pt x="972079" y="1296917"/>
                  </a:lnTo>
                  <a:lnTo>
                    <a:pt x="972064" y="1296927"/>
                  </a:lnTo>
                  <a:lnTo>
                    <a:pt x="972057" y="1296932"/>
                  </a:lnTo>
                  <a:lnTo>
                    <a:pt x="972050" y="1296932"/>
                  </a:lnTo>
                  <a:lnTo>
                    <a:pt x="972037" y="1296928"/>
                  </a:lnTo>
                  <a:lnTo>
                    <a:pt x="972030" y="1296925"/>
                  </a:lnTo>
                  <a:lnTo>
                    <a:pt x="972021" y="1296919"/>
                  </a:lnTo>
                  <a:lnTo>
                    <a:pt x="972007" y="1296914"/>
                  </a:lnTo>
                  <a:lnTo>
                    <a:pt x="971992" y="1296912"/>
                  </a:lnTo>
                  <a:lnTo>
                    <a:pt x="971978" y="1296914"/>
                  </a:lnTo>
                  <a:lnTo>
                    <a:pt x="971963" y="1296919"/>
                  </a:lnTo>
                  <a:lnTo>
                    <a:pt x="971949" y="1296927"/>
                  </a:lnTo>
                  <a:lnTo>
                    <a:pt x="971934" y="1296933"/>
                  </a:lnTo>
                  <a:lnTo>
                    <a:pt x="971928" y="1296935"/>
                  </a:lnTo>
                  <a:lnTo>
                    <a:pt x="971920" y="1296935"/>
                  </a:lnTo>
                  <a:lnTo>
                    <a:pt x="971905" y="1296934"/>
                  </a:lnTo>
                  <a:lnTo>
                    <a:pt x="971891" y="1296931"/>
                  </a:lnTo>
                  <a:lnTo>
                    <a:pt x="971884" y="1296928"/>
                  </a:lnTo>
                  <a:lnTo>
                    <a:pt x="971877" y="1296922"/>
                  </a:lnTo>
                  <a:lnTo>
                    <a:pt x="971863" y="1296909"/>
                  </a:lnTo>
                  <a:lnTo>
                    <a:pt x="971848" y="1296897"/>
                  </a:lnTo>
                  <a:lnTo>
                    <a:pt x="971834" y="1296887"/>
                  </a:lnTo>
                  <a:lnTo>
                    <a:pt x="971820" y="1296881"/>
                  </a:lnTo>
                  <a:lnTo>
                    <a:pt x="971805" y="1296872"/>
                  </a:lnTo>
                  <a:lnTo>
                    <a:pt x="971795" y="1296864"/>
                  </a:lnTo>
                  <a:lnTo>
                    <a:pt x="971791" y="1296863"/>
                  </a:lnTo>
                  <a:lnTo>
                    <a:pt x="971776" y="1296859"/>
                  </a:lnTo>
                  <a:lnTo>
                    <a:pt x="971762" y="1296857"/>
                  </a:lnTo>
                  <a:lnTo>
                    <a:pt x="971748" y="1296856"/>
                  </a:lnTo>
                  <a:lnTo>
                    <a:pt x="971733" y="1296856"/>
                  </a:lnTo>
                  <a:lnTo>
                    <a:pt x="971718" y="1296854"/>
                  </a:lnTo>
                  <a:lnTo>
                    <a:pt x="971704" y="1296850"/>
                  </a:lnTo>
                  <a:lnTo>
                    <a:pt x="971675" y="1296842"/>
                  </a:lnTo>
                  <a:lnTo>
                    <a:pt x="971666" y="1296840"/>
                  </a:lnTo>
                  <a:lnTo>
                    <a:pt x="971661" y="1296842"/>
                  </a:lnTo>
                  <a:lnTo>
                    <a:pt x="971652" y="1296850"/>
                  </a:lnTo>
                  <a:lnTo>
                    <a:pt x="971648" y="1296856"/>
                  </a:lnTo>
                  <a:lnTo>
                    <a:pt x="971643" y="1296870"/>
                  </a:lnTo>
                  <a:lnTo>
                    <a:pt x="971638" y="1296886"/>
                  </a:lnTo>
                  <a:lnTo>
                    <a:pt x="971638" y="1296901"/>
                  </a:lnTo>
                  <a:lnTo>
                    <a:pt x="971634" y="1296909"/>
                  </a:lnTo>
                  <a:lnTo>
                    <a:pt x="971627" y="1296914"/>
                  </a:lnTo>
                  <a:lnTo>
                    <a:pt x="971616" y="1296915"/>
                  </a:lnTo>
                  <a:lnTo>
                    <a:pt x="971613" y="1296913"/>
                  </a:lnTo>
                  <a:lnTo>
                    <a:pt x="971604" y="1296910"/>
                  </a:lnTo>
                  <a:lnTo>
                    <a:pt x="971598" y="1296906"/>
                  </a:lnTo>
                  <a:lnTo>
                    <a:pt x="971584" y="1296899"/>
                  </a:lnTo>
                  <a:lnTo>
                    <a:pt x="971573" y="1296899"/>
                  </a:lnTo>
                  <a:lnTo>
                    <a:pt x="971569" y="1296902"/>
                  </a:lnTo>
                  <a:lnTo>
                    <a:pt x="971555" y="1296916"/>
                  </a:lnTo>
                  <a:lnTo>
                    <a:pt x="971541" y="1296930"/>
                  </a:lnTo>
                  <a:lnTo>
                    <a:pt x="971528" y="1296942"/>
                  </a:lnTo>
                  <a:lnTo>
                    <a:pt x="971518" y="1296949"/>
                  </a:lnTo>
                  <a:lnTo>
                    <a:pt x="971514" y="1296950"/>
                  </a:lnTo>
                  <a:lnTo>
                    <a:pt x="971499" y="1296956"/>
                  </a:lnTo>
                  <a:lnTo>
                    <a:pt x="971485" y="1296955"/>
                  </a:lnTo>
                  <a:lnTo>
                    <a:pt x="971478" y="1296951"/>
                  </a:lnTo>
                  <a:lnTo>
                    <a:pt x="971473" y="1296944"/>
                  </a:lnTo>
                  <a:lnTo>
                    <a:pt x="971455" y="1296909"/>
                  </a:lnTo>
                  <a:lnTo>
                    <a:pt x="971442" y="1296905"/>
                  </a:lnTo>
                  <a:lnTo>
                    <a:pt x="971419" y="1296893"/>
                  </a:lnTo>
                  <a:lnTo>
                    <a:pt x="971423" y="1296867"/>
                  </a:lnTo>
                  <a:lnTo>
                    <a:pt x="971443" y="1296850"/>
                  </a:lnTo>
                  <a:lnTo>
                    <a:pt x="971455" y="1296839"/>
                  </a:lnTo>
                  <a:lnTo>
                    <a:pt x="971455" y="1296822"/>
                  </a:lnTo>
                  <a:lnTo>
                    <a:pt x="971456" y="1296815"/>
                  </a:lnTo>
                  <a:lnTo>
                    <a:pt x="971458" y="1296811"/>
                  </a:lnTo>
                  <a:lnTo>
                    <a:pt x="971462" y="1296809"/>
                  </a:lnTo>
                  <a:lnTo>
                    <a:pt x="971473" y="1296804"/>
                  </a:lnTo>
                  <a:lnTo>
                    <a:pt x="971475" y="1296800"/>
                  </a:lnTo>
                  <a:lnTo>
                    <a:pt x="971472" y="1296793"/>
                  </a:lnTo>
                  <a:lnTo>
                    <a:pt x="971466" y="1296785"/>
                  </a:lnTo>
                  <a:lnTo>
                    <a:pt x="971461" y="1296772"/>
                  </a:lnTo>
                  <a:lnTo>
                    <a:pt x="971460" y="1296765"/>
                  </a:lnTo>
                  <a:lnTo>
                    <a:pt x="971461" y="1296755"/>
                  </a:lnTo>
                  <a:lnTo>
                    <a:pt x="971461" y="1296725"/>
                  </a:lnTo>
                  <a:lnTo>
                    <a:pt x="971460" y="1296710"/>
                  </a:lnTo>
                  <a:lnTo>
                    <a:pt x="971458" y="1296695"/>
                  </a:lnTo>
                  <a:lnTo>
                    <a:pt x="971458" y="1296686"/>
                  </a:lnTo>
                  <a:lnTo>
                    <a:pt x="971454" y="1296669"/>
                  </a:lnTo>
                  <a:lnTo>
                    <a:pt x="971451" y="1296664"/>
                  </a:lnTo>
                  <a:lnTo>
                    <a:pt x="971446" y="1296660"/>
                  </a:lnTo>
                  <a:lnTo>
                    <a:pt x="971437" y="1296657"/>
                  </a:lnTo>
                  <a:lnTo>
                    <a:pt x="971432" y="1296654"/>
                  </a:lnTo>
                  <a:lnTo>
                    <a:pt x="971429" y="1296649"/>
                  </a:lnTo>
                  <a:lnTo>
                    <a:pt x="971429" y="1296643"/>
                  </a:lnTo>
                  <a:lnTo>
                    <a:pt x="971430" y="1296636"/>
                  </a:lnTo>
                  <a:lnTo>
                    <a:pt x="971434" y="1296626"/>
                  </a:lnTo>
                  <a:lnTo>
                    <a:pt x="971438" y="1296619"/>
                  </a:lnTo>
                  <a:lnTo>
                    <a:pt x="971439" y="1296613"/>
                  </a:lnTo>
                  <a:lnTo>
                    <a:pt x="971439" y="1296598"/>
                  </a:lnTo>
                  <a:lnTo>
                    <a:pt x="971444" y="1296583"/>
                  </a:lnTo>
                  <a:lnTo>
                    <a:pt x="971456" y="1296571"/>
                  </a:lnTo>
                  <a:lnTo>
                    <a:pt x="971471" y="1296560"/>
                  </a:lnTo>
                  <a:lnTo>
                    <a:pt x="971479" y="1296554"/>
                  </a:lnTo>
                  <a:lnTo>
                    <a:pt x="971486" y="1296546"/>
                  </a:lnTo>
                  <a:lnTo>
                    <a:pt x="971490" y="1296532"/>
                  </a:lnTo>
                  <a:lnTo>
                    <a:pt x="971494" y="1296521"/>
                  </a:lnTo>
                  <a:lnTo>
                    <a:pt x="971497" y="1296515"/>
                  </a:lnTo>
                  <a:lnTo>
                    <a:pt x="971503" y="1296512"/>
                  </a:lnTo>
                  <a:lnTo>
                    <a:pt x="971510" y="1296510"/>
                  </a:lnTo>
                  <a:lnTo>
                    <a:pt x="971524" y="1296510"/>
                  </a:lnTo>
                  <a:lnTo>
                    <a:pt x="971539" y="1296511"/>
                  </a:lnTo>
                  <a:lnTo>
                    <a:pt x="971553" y="1296511"/>
                  </a:lnTo>
                  <a:lnTo>
                    <a:pt x="971561" y="1296509"/>
                  </a:lnTo>
                  <a:lnTo>
                    <a:pt x="971567" y="1296507"/>
                  </a:lnTo>
                  <a:lnTo>
                    <a:pt x="971573" y="1296505"/>
                  </a:lnTo>
                  <a:lnTo>
                    <a:pt x="971581" y="1296505"/>
                  </a:lnTo>
                  <a:lnTo>
                    <a:pt x="971595" y="1296506"/>
                  </a:lnTo>
                  <a:lnTo>
                    <a:pt x="971604" y="1296503"/>
                  </a:lnTo>
                  <a:lnTo>
                    <a:pt x="971611" y="1296498"/>
                  </a:lnTo>
                  <a:lnTo>
                    <a:pt x="971622" y="1296483"/>
                  </a:lnTo>
                  <a:lnTo>
                    <a:pt x="971626" y="1296472"/>
                  </a:lnTo>
                  <a:lnTo>
                    <a:pt x="971626" y="1296458"/>
                  </a:lnTo>
                  <a:lnTo>
                    <a:pt x="971624" y="1296453"/>
                  </a:lnTo>
                  <a:lnTo>
                    <a:pt x="971617" y="1296438"/>
                  </a:lnTo>
                  <a:lnTo>
                    <a:pt x="971612" y="1296425"/>
                  </a:lnTo>
                  <a:lnTo>
                    <a:pt x="971610" y="1296408"/>
                  </a:lnTo>
                  <a:lnTo>
                    <a:pt x="971609" y="1296394"/>
                  </a:lnTo>
                  <a:lnTo>
                    <a:pt x="971611" y="1296378"/>
                  </a:lnTo>
                  <a:lnTo>
                    <a:pt x="971611" y="1296370"/>
                  </a:lnTo>
                  <a:lnTo>
                    <a:pt x="971609" y="1296363"/>
                  </a:lnTo>
                  <a:lnTo>
                    <a:pt x="971604" y="1296348"/>
                  </a:lnTo>
                  <a:lnTo>
                    <a:pt x="971597" y="1296334"/>
                  </a:lnTo>
                  <a:lnTo>
                    <a:pt x="971592" y="1296318"/>
                  </a:lnTo>
                  <a:lnTo>
                    <a:pt x="971591" y="1296303"/>
                  </a:lnTo>
                  <a:lnTo>
                    <a:pt x="971590" y="1296288"/>
                  </a:lnTo>
                  <a:lnTo>
                    <a:pt x="971594" y="1296273"/>
                  </a:lnTo>
                  <a:lnTo>
                    <a:pt x="971598" y="1296266"/>
                  </a:lnTo>
                  <a:lnTo>
                    <a:pt x="971606" y="1296264"/>
                  </a:lnTo>
                  <a:lnTo>
                    <a:pt x="971620" y="1296265"/>
                  </a:lnTo>
                  <a:lnTo>
                    <a:pt x="971634" y="1296265"/>
                  </a:lnTo>
                  <a:lnTo>
                    <a:pt x="971645" y="1296260"/>
                  </a:lnTo>
                  <a:lnTo>
                    <a:pt x="971647" y="1296256"/>
                  </a:lnTo>
                  <a:lnTo>
                    <a:pt x="971650" y="1296249"/>
                  </a:lnTo>
                  <a:lnTo>
                    <a:pt x="971651" y="1296241"/>
                  </a:lnTo>
                  <a:lnTo>
                    <a:pt x="971654" y="1296232"/>
                  </a:lnTo>
                  <a:lnTo>
                    <a:pt x="971657" y="1296226"/>
                  </a:lnTo>
                  <a:lnTo>
                    <a:pt x="971662" y="1296219"/>
                  </a:lnTo>
                  <a:lnTo>
                    <a:pt x="971670" y="1296215"/>
                  </a:lnTo>
                  <a:lnTo>
                    <a:pt x="971684" y="1296216"/>
                  </a:lnTo>
                  <a:lnTo>
                    <a:pt x="971713" y="1296220"/>
                  </a:lnTo>
                  <a:lnTo>
                    <a:pt x="971728" y="1296221"/>
                  </a:lnTo>
                  <a:lnTo>
                    <a:pt x="971742" y="1296220"/>
                  </a:lnTo>
                  <a:lnTo>
                    <a:pt x="971753" y="1296216"/>
                  </a:lnTo>
                  <a:lnTo>
                    <a:pt x="971757" y="1296213"/>
                  </a:lnTo>
                  <a:lnTo>
                    <a:pt x="971771" y="1296207"/>
                  </a:lnTo>
                  <a:lnTo>
                    <a:pt x="971786" y="1296202"/>
                  </a:lnTo>
                  <a:lnTo>
                    <a:pt x="971800" y="1296191"/>
                  </a:lnTo>
                  <a:lnTo>
                    <a:pt x="971806" y="1296183"/>
                  </a:lnTo>
                  <a:lnTo>
                    <a:pt x="971812" y="1296176"/>
                  </a:lnTo>
                  <a:lnTo>
                    <a:pt x="971824" y="1296161"/>
                  </a:lnTo>
                  <a:lnTo>
                    <a:pt x="971835" y="1296151"/>
                  </a:lnTo>
                  <a:lnTo>
                    <a:pt x="971844" y="1296147"/>
                  </a:lnTo>
                  <a:lnTo>
                    <a:pt x="971852" y="1296145"/>
                  </a:lnTo>
                  <a:lnTo>
                    <a:pt x="971866" y="1296142"/>
                  </a:lnTo>
                  <a:lnTo>
                    <a:pt x="971876" y="1296136"/>
                  </a:lnTo>
                  <a:lnTo>
                    <a:pt x="971881" y="1296131"/>
                  </a:lnTo>
                  <a:lnTo>
                    <a:pt x="971892" y="1296116"/>
                  </a:lnTo>
                  <a:lnTo>
                    <a:pt x="971902" y="1296101"/>
                  </a:lnTo>
                  <a:lnTo>
                    <a:pt x="971910" y="1296086"/>
                  </a:lnTo>
                  <a:lnTo>
                    <a:pt x="971917" y="1296071"/>
                  </a:lnTo>
                  <a:lnTo>
                    <a:pt x="971921" y="1296064"/>
                  </a:lnTo>
                  <a:lnTo>
                    <a:pt x="971929" y="1296059"/>
                  </a:lnTo>
                  <a:lnTo>
                    <a:pt x="971943" y="1296047"/>
                  </a:lnTo>
                  <a:lnTo>
                    <a:pt x="971957" y="1296034"/>
                  </a:lnTo>
                  <a:lnTo>
                    <a:pt x="971963" y="1296026"/>
                  </a:lnTo>
                  <a:lnTo>
                    <a:pt x="971967" y="1296019"/>
                  </a:lnTo>
                  <a:lnTo>
                    <a:pt x="971973" y="1296005"/>
                  </a:lnTo>
                  <a:lnTo>
                    <a:pt x="971983" y="1295973"/>
                  </a:lnTo>
                  <a:lnTo>
                    <a:pt x="971987" y="1295958"/>
                  </a:lnTo>
                  <a:lnTo>
                    <a:pt x="971997" y="1295928"/>
                  </a:lnTo>
                  <a:lnTo>
                    <a:pt x="971999" y="1295918"/>
                  </a:lnTo>
                  <a:lnTo>
                    <a:pt x="972001" y="1295911"/>
                  </a:lnTo>
                  <a:lnTo>
                    <a:pt x="972007" y="1295898"/>
                  </a:lnTo>
                  <a:lnTo>
                    <a:pt x="972014" y="1295883"/>
                  </a:lnTo>
                  <a:lnTo>
                    <a:pt x="972020" y="1295874"/>
                  </a:lnTo>
                  <a:lnTo>
                    <a:pt x="972026" y="1295872"/>
                  </a:lnTo>
                  <a:lnTo>
                    <a:pt x="972041" y="1295868"/>
                  </a:lnTo>
                  <a:lnTo>
                    <a:pt x="972056" y="1295868"/>
                  </a:lnTo>
                  <a:lnTo>
                    <a:pt x="972070" y="1295865"/>
                  </a:lnTo>
                  <a:lnTo>
                    <a:pt x="972084" y="1295864"/>
                  </a:lnTo>
                  <a:lnTo>
                    <a:pt x="972101" y="1295860"/>
                  </a:lnTo>
                  <a:lnTo>
                    <a:pt x="972113" y="1295856"/>
                  </a:lnTo>
                  <a:lnTo>
                    <a:pt x="972127" y="1295851"/>
                  </a:lnTo>
                  <a:lnTo>
                    <a:pt x="972137" y="1295846"/>
                  </a:lnTo>
                  <a:lnTo>
                    <a:pt x="972142" y="1295842"/>
                  </a:lnTo>
                  <a:lnTo>
                    <a:pt x="972151" y="1295834"/>
                  </a:lnTo>
                  <a:lnTo>
                    <a:pt x="972154" y="1295829"/>
                  </a:lnTo>
                  <a:lnTo>
                    <a:pt x="972163" y="1295818"/>
                  </a:lnTo>
                  <a:lnTo>
                    <a:pt x="972171" y="1295814"/>
                  </a:lnTo>
                  <a:lnTo>
                    <a:pt x="972181" y="1295813"/>
                  </a:lnTo>
                  <a:lnTo>
                    <a:pt x="972196" y="1295812"/>
                  </a:lnTo>
                  <a:lnTo>
                    <a:pt x="972210" y="1295810"/>
                  </a:lnTo>
                  <a:lnTo>
                    <a:pt x="972217" y="1295807"/>
                  </a:lnTo>
                  <a:lnTo>
                    <a:pt x="972224" y="1295801"/>
                  </a:lnTo>
                  <a:lnTo>
                    <a:pt x="972246" y="1295771"/>
                  </a:lnTo>
                  <a:lnTo>
                    <a:pt x="972249" y="1295766"/>
                  </a:lnTo>
                  <a:lnTo>
                    <a:pt x="972257" y="1295761"/>
                  </a:lnTo>
                  <a:lnTo>
                    <a:pt x="972273" y="1295760"/>
                  </a:lnTo>
                  <a:lnTo>
                    <a:pt x="972287" y="1295763"/>
                  </a:lnTo>
                  <a:lnTo>
                    <a:pt x="972302" y="1295768"/>
                  </a:lnTo>
                  <a:lnTo>
                    <a:pt x="972309" y="1295768"/>
                  </a:lnTo>
                  <a:lnTo>
                    <a:pt x="972314" y="1295765"/>
                  </a:lnTo>
                  <a:lnTo>
                    <a:pt x="972320" y="1295748"/>
                  </a:lnTo>
                  <a:lnTo>
                    <a:pt x="972324" y="1295740"/>
                  </a:lnTo>
                  <a:lnTo>
                    <a:pt x="972325" y="1295733"/>
                  </a:lnTo>
                  <a:lnTo>
                    <a:pt x="972329" y="1295718"/>
                  </a:lnTo>
                  <a:lnTo>
                    <a:pt x="972339" y="1295688"/>
                  </a:lnTo>
                  <a:lnTo>
                    <a:pt x="972343" y="1295682"/>
                  </a:lnTo>
                  <a:lnTo>
                    <a:pt x="972346" y="1295673"/>
                  </a:lnTo>
                  <a:lnTo>
                    <a:pt x="972349" y="1295658"/>
                  </a:lnTo>
                  <a:lnTo>
                    <a:pt x="972352" y="1295643"/>
                  </a:lnTo>
                  <a:lnTo>
                    <a:pt x="972353" y="1295628"/>
                  </a:lnTo>
                  <a:lnTo>
                    <a:pt x="972354" y="1295620"/>
                  </a:lnTo>
                  <a:lnTo>
                    <a:pt x="972353" y="1295613"/>
                  </a:lnTo>
                  <a:lnTo>
                    <a:pt x="972353" y="1295598"/>
                  </a:lnTo>
                  <a:lnTo>
                    <a:pt x="972351" y="1295583"/>
                  </a:lnTo>
                  <a:lnTo>
                    <a:pt x="972346" y="1295567"/>
                  </a:lnTo>
                  <a:lnTo>
                    <a:pt x="972343" y="1295558"/>
                  </a:lnTo>
                  <a:lnTo>
                    <a:pt x="972343" y="1295552"/>
                  </a:lnTo>
                  <a:lnTo>
                    <a:pt x="972343" y="1295544"/>
                  </a:lnTo>
                  <a:lnTo>
                    <a:pt x="972348" y="1295537"/>
                  </a:lnTo>
                  <a:lnTo>
                    <a:pt x="972358" y="1295527"/>
                  </a:lnTo>
                  <a:lnTo>
                    <a:pt x="972363" y="1295524"/>
                  </a:lnTo>
                  <a:lnTo>
                    <a:pt x="972377" y="1295518"/>
                  </a:lnTo>
                  <a:lnTo>
                    <a:pt x="972382" y="1295516"/>
                  </a:lnTo>
                  <a:lnTo>
                    <a:pt x="972393" y="1295518"/>
                  </a:lnTo>
                  <a:lnTo>
                    <a:pt x="972405" y="1295525"/>
                  </a:lnTo>
                  <a:lnTo>
                    <a:pt x="972421" y="1295538"/>
                  </a:lnTo>
                  <a:lnTo>
                    <a:pt x="972435" y="1295549"/>
                  </a:lnTo>
                  <a:lnTo>
                    <a:pt x="972450" y="1295559"/>
                  </a:lnTo>
                  <a:lnTo>
                    <a:pt x="972464" y="1295567"/>
                  </a:lnTo>
                  <a:lnTo>
                    <a:pt x="972478" y="1295573"/>
                  </a:lnTo>
                  <a:lnTo>
                    <a:pt x="972493" y="1295580"/>
                  </a:lnTo>
                  <a:lnTo>
                    <a:pt x="972502" y="1295583"/>
                  </a:lnTo>
                  <a:lnTo>
                    <a:pt x="972507" y="1295587"/>
                  </a:lnTo>
                  <a:lnTo>
                    <a:pt x="972536" y="1295601"/>
                  </a:lnTo>
                  <a:lnTo>
                    <a:pt x="972551" y="1295605"/>
                  </a:lnTo>
                  <a:lnTo>
                    <a:pt x="972565" y="1295610"/>
                  </a:lnTo>
                  <a:lnTo>
                    <a:pt x="972570" y="1295613"/>
                  </a:lnTo>
                  <a:lnTo>
                    <a:pt x="972580" y="1295615"/>
                  </a:lnTo>
                  <a:lnTo>
                    <a:pt x="972589" y="1295620"/>
                  </a:lnTo>
                  <a:lnTo>
                    <a:pt x="972591" y="1295626"/>
                  </a:lnTo>
                  <a:lnTo>
                    <a:pt x="972596" y="1295641"/>
                  </a:lnTo>
                  <a:lnTo>
                    <a:pt x="972600" y="1295650"/>
                  </a:lnTo>
                  <a:lnTo>
                    <a:pt x="972605" y="1295656"/>
                  </a:lnTo>
                  <a:lnTo>
                    <a:pt x="972614" y="1295666"/>
                  </a:lnTo>
                  <a:lnTo>
                    <a:pt x="972619" y="1295669"/>
                  </a:lnTo>
                  <a:lnTo>
                    <a:pt x="972630" y="1295675"/>
                  </a:lnTo>
                  <a:lnTo>
                    <a:pt x="972634" y="1295679"/>
                  </a:lnTo>
                  <a:lnTo>
                    <a:pt x="972648" y="1295693"/>
                  </a:lnTo>
                  <a:lnTo>
                    <a:pt x="972661" y="1295708"/>
                  </a:lnTo>
                  <a:lnTo>
                    <a:pt x="972673" y="1295722"/>
                  </a:lnTo>
                  <a:lnTo>
                    <a:pt x="972681" y="1295727"/>
                  </a:lnTo>
                  <a:lnTo>
                    <a:pt x="972688" y="1295730"/>
                  </a:lnTo>
                  <a:lnTo>
                    <a:pt x="972695" y="1295735"/>
                  </a:lnTo>
                  <a:lnTo>
                    <a:pt x="972702" y="1295736"/>
                  </a:lnTo>
                  <a:lnTo>
                    <a:pt x="972715" y="1295740"/>
                  </a:lnTo>
                  <a:lnTo>
                    <a:pt x="972731" y="1295743"/>
                  </a:lnTo>
                  <a:lnTo>
                    <a:pt x="972744" y="1295749"/>
                  </a:lnTo>
                  <a:lnTo>
                    <a:pt x="972750" y="1295759"/>
                  </a:lnTo>
                  <a:lnTo>
                    <a:pt x="972751" y="1295767"/>
                  </a:lnTo>
                  <a:lnTo>
                    <a:pt x="972754" y="1295780"/>
                  </a:lnTo>
                  <a:lnTo>
                    <a:pt x="972755" y="1295789"/>
                  </a:lnTo>
                  <a:lnTo>
                    <a:pt x="972758" y="1295795"/>
                  </a:lnTo>
                  <a:lnTo>
                    <a:pt x="972764" y="1295811"/>
                  </a:lnTo>
                  <a:lnTo>
                    <a:pt x="972772" y="1295826"/>
                  </a:lnTo>
                  <a:lnTo>
                    <a:pt x="972779" y="1295841"/>
                  </a:lnTo>
                  <a:lnTo>
                    <a:pt x="972786" y="1295856"/>
                  </a:lnTo>
                  <a:lnTo>
                    <a:pt x="972789" y="1295864"/>
                  </a:lnTo>
                  <a:lnTo>
                    <a:pt x="972794" y="1295871"/>
                  </a:lnTo>
                  <a:lnTo>
                    <a:pt x="972799" y="1295879"/>
                  </a:lnTo>
                  <a:lnTo>
                    <a:pt x="972806" y="1295886"/>
                  </a:lnTo>
                  <a:lnTo>
                    <a:pt x="972811" y="1295894"/>
                  </a:lnTo>
                  <a:lnTo>
                    <a:pt x="972818" y="1295900"/>
                  </a:lnTo>
                  <a:lnTo>
                    <a:pt x="972833" y="1295907"/>
                  </a:lnTo>
                  <a:lnTo>
                    <a:pt x="972837" y="1295910"/>
                  </a:lnTo>
                  <a:lnTo>
                    <a:pt x="972847" y="1295912"/>
                  </a:lnTo>
                  <a:lnTo>
                    <a:pt x="972861" y="1295914"/>
                  </a:lnTo>
                  <a:lnTo>
                    <a:pt x="972891" y="1295910"/>
                  </a:lnTo>
                  <a:lnTo>
                    <a:pt x="972948" y="1295910"/>
                  </a:lnTo>
                  <a:lnTo>
                    <a:pt x="972963" y="1295908"/>
                  </a:lnTo>
                  <a:lnTo>
                    <a:pt x="972969" y="1295908"/>
                  </a:lnTo>
                  <a:lnTo>
                    <a:pt x="972977" y="1295910"/>
                  </a:lnTo>
                  <a:lnTo>
                    <a:pt x="972986" y="1295909"/>
                  </a:lnTo>
                  <a:lnTo>
                    <a:pt x="972993" y="1295911"/>
                  </a:lnTo>
                  <a:lnTo>
                    <a:pt x="973006" y="1295917"/>
                  </a:lnTo>
                  <a:lnTo>
                    <a:pt x="973011" y="1295922"/>
                  </a:lnTo>
                  <a:lnTo>
                    <a:pt x="973014" y="1295928"/>
                  </a:lnTo>
                  <a:lnTo>
                    <a:pt x="973014" y="1295939"/>
                  </a:lnTo>
                  <a:lnTo>
                    <a:pt x="973007" y="1295961"/>
                  </a:lnTo>
                  <a:lnTo>
                    <a:pt x="973008" y="1295969"/>
                  </a:lnTo>
                  <a:lnTo>
                    <a:pt x="973011" y="1295976"/>
                  </a:lnTo>
                  <a:lnTo>
                    <a:pt x="973025" y="1295988"/>
                  </a:lnTo>
                  <a:lnTo>
                    <a:pt x="973035" y="1295994"/>
                  </a:lnTo>
                  <a:lnTo>
                    <a:pt x="973040" y="1295995"/>
                  </a:lnTo>
                  <a:lnTo>
                    <a:pt x="973054" y="1296000"/>
                  </a:lnTo>
                  <a:lnTo>
                    <a:pt x="973069" y="1296003"/>
                  </a:lnTo>
                  <a:lnTo>
                    <a:pt x="973094" y="1296005"/>
                  </a:lnTo>
                  <a:lnTo>
                    <a:pt x="973098" y="1296007"/>
                  </a:lnTo>
                  <a:lnTo>
                    <a:pt x="973107" y="1296012"/>
                  </a:lnTo>
                  <a:lnTo>
                    <a:pt x="973110" y="1296017"/>
                  </a:lnTo>
                  <a:lnTo>
                    <a:pt x="973112" y="1296024"/>
                  </a:lnTo>
                  <a:lnTo>
                    <a:pt x="973112" y="1296032"/>
                  </a:lnTo>
                  <a:lnTo>
                    <a:pt x="973114" y="1296045"/>
                  </a:lnTo>
                  <a:lnTo>
                    <a:pt x="973112" y="1296070"/>
                  </a:lnTo>
                  <a:lnTo>
                    <a:pt x="973109" y="1296083"/>
                  </a:lnTo>
                  <a:lnTo>
                    <a:pt x="973106" y="1296098"/>
                  </a:lnTo>
                  <a:lnTo>
                    <a:pt x="973106" y="1296105"/>
                  </a:lnTo>
                  <a:lnTo>
                    <a:pt x="973108" y="1296112"/>
                  </a:lnTo>
                  <a:lnTo>
                    <a:pt x="973114" y="1296121"/>
                  </a:lnTo>
                  <a:lnTo>
                    <a:pt x="973121" y="1296125"/>
                  </a:lnTo>
                  <a:lnTo>
                    <a:pt x="973134" y="1296127"/>
                  </a:lnTo>
                  <a:lnTo>
                    <a:pt x="973141" y="1296126"/>
                  </a:lnTo>
                  <a:lnTo>
                    <a:pt x="973150" y="1296123"/>
                  </a:lnTo>
                  <a:lnTo>
                    <a:pt x="973164" y="1296119"/>
                  </a:lnTo>
                  <a:lnTo>
                    <a:pt x="973179" y="1296116"/>
                  </a:lnTo>
                  <a:lnTo>
                    <a:pt x="973193" y="1296116"/>
                  </a:lnTo>
                  <a:lnTo>
                    <a:pt x="973208" y="1296118"/>
                  </a:lnTo>
                  <a:lnTo>
                    <a:pt x="973222" y="1296121"/>
                  </a:lnTo>
                  <a:lnTo>
                    <a:pt x="973238" y="1296128"/>
                  </a:lnTo>
                  <a:lnTo>
                    <a:pt x="973238" y="1296143"/>
                  </a:lnTo>
                  <a:lnTo>
                    <a:pt x="973234" y="1296152"/>
                  </a:lnTo>
                  <a:lnTo>
                    <a:pt x="973235" y="1296157"/>
                  </a:lnTo>
                  <a:lnTo>
                    <a:pt x="973242" y="1296166"/>
                  </a:lnTo>
                  <a:lnTo>
                    <a:pt x="973258" y="1296179"/>
                  </a:lnTo>
                  <a:lnTo>
                    <a:pt x="973262" y="1296183"/>
                  </a:lnTo>
                  <a:lnTo>
                    <a:pt x="973266" y="1296193"/>
                  </a:lnTo>
                  <a:lnTo>
                    <a:pt x="973267" y="1296208"/>
                  </a:lnTo>
                  <a:lnTo>
                    <a:pt x="973265" y="1296225"/>
                  </a:lnTo>
                  <a:lnTo>
                    <a:pt x="973266" y="1296232"/>
                  </a:lnTo>
                  <a:lnTo>
                    <a:pt x="973271" y="1296240"/>
                  </a:lnTo>
                  <a:lnTo>
                    <a:pt x="973284" y="1296249"/>
                  </a:lnTo>
                  <a:lnTo>
                    <a:pt x="973294" y="1296255"/>
                  </a:lnTo>
                  <a:lnTo>
                    <a:pt x="973300" y="1296256"/>
                  </a:lnTo>
                  <a:lnTo>
                    <a:pt x="973307" y="1296259"/>
                  </a:lnTo>
                  <a:lnTo>
                    <a:pt x="973315" y="1296260"/>
                  </a:lnTo>
                  <a:lnTo>
                    <a:pt x="973329" y="1296260"/>
                  </a:lnTo>
                  <a:lnTo>
                    <a:pt x="973344" y="1296258"/>
                  </a:lnTo>
                  <a:lnTo>
                    <a:pt x="973358" y="1296254"/>
                  </a:lnTo>
                  <a:lnTo>
                    <a:pt x="973372" y="1296251"/>
                  </a:lnTo>
                  <a:lnTo>
                    <a:pt x="973387" y="1296246"/>
                  </a:lnTo>
                  <a:lnTo>
                    <a:pt x="973402" y="1296242"/>
                  </a:lnTo>
                  <a:lnTo>
                    <a:pt x="973416" y="1296237"/>
                  </a:lnTo>
                  <a:lnTo>
                    <a:pt x="973430" y="1296233"/>
                  </a:lnTo>
                  <a:lnTo>
                    <a:pt x="973445" y="1296229"/>
                  </a:lnTo>
                  <a:lnTo>
                    <a:pt x="973459" y="1296226"/>
                  </a:lnTo>
                  <a:lnTo>
                    <a:pt x="973474" y="1296224"/>
                  </a:lnTo>
                  <a:lnTo>
                    <a:pt x="973502" y="1296222"/>
                  </a:lnTo>
                  <a:lnTo>
                    <a:pt x="973517" y="1296221"/>
                  </a:lnTo>
                  <a:lnTo>
                    <a:pt x="973532" y="1296220"/>
                  </a:lnTo>
                  <a:lnTo>
                    <a:pt x="973546" y="1296218"/>
                  </a:lnTo>
                  <a:lnTo>
                    <a:pt x="973560" y="1296213"/>
                  </a:lnTo>
                  <a:lnTo>
                    <a:pt x="973573" y="1296206"/>
                  </a:lnTo>
                  <a:lnTo>
                    <a:pt x="973579" y="1296203"/>
                  </a:lnTo>
                  <a:lnTo>
                    <a:pt x="973589" y="1296199"/>
                  </a:lnTo>
                  <a:lnTo>
                    <a:pt x="973604" y="1296195"/>
                  </a:lnTo>
                  <a:lnTo>
                    <a:pt x="973618" y="1296193"/>
                  </a:lnTo>
                  <a:lnTo>
                    <a:pt x="973632" y="1296191"/>
                  </a:lnTo>
                  <a:lnTo>
                    <a:pt x="973647" y="1296189"/>
                  </a:lnTo>
                  <a:lnTo>
                    <a:pt x="973661" y="1296189"/>
                  </a:lnTo>
                  <a:lnTo>
                    <a:pt x="973676" y="1296184"/>
                  </a:lnTo>
                  <a:lnTo>
                    <a:pt x="973690" y="1296178"/>
                  </a:lnTo>
                  <a:lnTo>
                    <a:pt x="973705" y="1296173"/>
                  </a:lnTo>
                  <a:lnTo>
                    <a:pt x="973719" y="1296166"/>
                  </a:lnTo>
                  <a:lnTo>
                    <a:pt x="973734" y="1296159"/>
                  </a:lnTo>
                  <a:lnTo>
                    <a:pt x="973748" y="1296153"/>
                  </a:lnTo>
                  <a:lnTo>
                    <a:pt x="973762" y="1296147"/>
                  </a:lnTo>
                  <a:lnTo>
                    <a:pt x="973777" y="1296143"/>
                  </a:lnTo>
                  <a:lnTo>
                    <a:pt x="973791" y="1296138"/>
                  </a:lnTo>
                  <a:lnTo>
                    <a:pt x="973806" y="1296132"/>
                  </a:lnTo>
                  <a:lnTo>
                    <a:pt x="973815" y="1296125"/>
                  </a:lnTo>
                  <a:lnTo>
                    <a:pt x="973818" y="1296121"/>
                  </a:lnTo>
                  <a:lnTo>
                    <a:pt x="973822" y="1296117"/>
                  </a:lnTo>
                  <a:lnTo>
                    <a:pt x="973827" y="1296107"/>
                  </a:lnTo>
                  <a:lnTo>
                    <a:pt x="973835" y="1296089"/>
                  </a:lnTo>
                  <a:lnTo>
                    <a:pt x="973849" y="1296058"/>
                  </a:lnTo>
                  <a:lnTo>
                    <a:pt x="973866" y="1296022"/>
                  </a:lnTo>
                  <a:lnTo>
                    <a:pt x="973870" y="1296018"/>
                  </a:lnTo>
                  <a:lnTo>
                    <a:pt x="973875" y="1296012"/>
                  </a:lnTo>
                  <a:lnTo>
                    <a:pt x="973883" y="1295998"/>
                  </a:lnTo>
                  <a:lnTo>
                    <a:pt x="973886" y="1295983"/>
                  </a:lnTo>
                  <a:lnTo>
                    <a:pt x="973891" y="1295966"/>
                  </a:lnTo>
                  <a:lnTo>
                    <a:pt x="973900" y="1295951"/>
                  </a:lnTo>
                  <a:lnTo>
                    <a:pt x="973912" y="1295936"/>
                  </a:lnTo>
                  <a:lnTo>
                    <a:pt x="973925" y="1295921"/>
                  </a:lnTo>
                  <a:lnTo>
                    <a:pt x="973928" y="1295916"/>
                  </a:lnTo>
                  <a:lnTo>
                    <a:pt x="973929" y="1295906"/>
                  </a:lnTo>
                  <a:lnTo>
                    <a:pt x="973937" y="1295869"/>
                  </a:lnTo>
                  <a:lnTo>
                    <a:pt x="973936" y="1295853"/>
                  </a:lnTo>
                  <a:lnTo>
                    <a:pt x="973926" y="1295837"/>
                  </a:lnTo>
                  <a:lnTo>
                    <a:pt x="973923" y="1295831"/>
                  </a:lnTo>
                  <a:lnTo>
                    <a:pt x="973920" y="1295822"/>
                  </a:lnTo>
                  <a:lnTo>
                    <a:pt x="973915" y="1295807"/>
                  </a:lnTo>
                  <a:lnTo>
                    <a:pt x="973911" y="1295792"/>
                  </a:lnTo>
                  <a:lnTo>
                    <a:pt x="973901" y="1295762"/>
                  </a:lnTo>
                  <a:lnTo>
                    <a:pt x="973898" y="1295753"/>
                  </a:lnTo>
                  <a:lnTo>
                    <a:pt x="973898" y="1295747"/>
                  </a:lnTo>
                  <a:lnTo>
                    <a:pt x="973897" y="1295741"/>
                  </a:lnTo>
                  <a:lnTo>
                    <a:pt x="973900" y="1295734"/>
                  </a:lnTo>
                  <a:lnTo>
                    <a:pt x="973907" y="1295727"/>
                  </a:lnTo>
                  <a:lnTo>
                    <a:pt x="973915" y="1295722"/>
                  </a:lnTo>
                  <a:lnTo>
                    <a:pt x="973930" y="1295713"/>
                  </a:lnTo>
                  <a:lnTo>
                    <a:pt x="973945" y="1295707"/>
                  </a:lnTo>
                  <a:lnTo>
                    <a:pt x="973959" y="1295703"/>
                  </a:lnTo>
                  <a:lnTo>
                    <a:pt x="973973" y="1295700"/>
                  </a:lnTo>
                  <a:lnTo>
                    <a:pt x="973988" y="1295698"/>
                  </a:lnTo>
                  <a:lnTo>
                    <a:pt x="974002" y="1295698"/>
                  </a:lnTo>
                  <a:lnTo>
                    <a:pt x="974017" y="1295699"/>
                  </a:lnTo>
                  <a:lnTo>
                    <a:pt x="974031" y="1295701"/>
                  </a:lnTo>
                  <a:lnTo>
                    <a:pt x="974046" y="1295704"/>
                  </a:lnTo>
                  <a:lnTo>
                    <a:pt x="974060" y="1295709"/>
                  </a:lnTo>
                  <a:lnTo>
                    <a:pt x="974075" y="1295716"/>
                  </a:lnTo>
                  <a:lnTo>
                    <a:pt x="974089" y="1295723"/>
                  </a:lnTo>
                  <a:lnTo>
                    <a:pt x="974096" y="1295729"/>
                  </a:lnTo>
                  <a:lnTo>
                    <a:pt x="974132" y="1295741"/>
                  </a:lnTo>
                  <a:lnTo>
                    <a:pt x="974147" y="1295744"/>
                  </a:lnTo>
                  <a:lnTo>
                    <a:pt x="974176" y="1295748"/>
                  </a:lnTo>
                  <a:lnTo>
                    <a:pt x="974190" y="1295751"/>
                  </a:lnTo>
                  <a:lnTo>
                    <a:pt x="974204" y="1295755"/>
                  </a:lnTo>
                  <a:lnTo>
                    <a:pt x="974211" y="1295757"/>
                  </a:lnTo>
                  <a:lnTo>
                    <a:pt x="974219" y="1295757"/>
                  </a:lnTo>
                  <a:lnTo>
                    <a:pt x="974227" y="1295758"/>
                  </a:lnTo>
                  <a:lnTo>
                    <a:pt x="974234" y="1295754"/>
                  </a:lnTo>
                  <a:lnTo>
                    <a:pt x="974248" y="1295745"/>
                  </a:lnTo>
                  <a:lnTo>
                    <a:pt x="974262" y="1295735"/>
                  </a:lnTo>
                  <a:lnTo>
                    <a:pt x="974277" y="1295727"/>
                  </a:lnTo>
                  <a:lnTo>
                    <a:pt x="974291" y="1295720"/>
                  </a:lnTo>
                  <a:lnTo>
                    <a:pt x="974302" y="1295716"/>
                  </a:lnTo>
                  <a:lnTo>
                    <a:pt x="974320" y="1295709"/>
                  </a:lnTo>
                  <a:lnTo>
                    <a:pt x="974328" y="1295707"/>
                  </a:lnTo>
                  <a:lnTo>
                    <a:pt x="974334" y="1295709"/>
                  </a:lnTo>
                  <a:lnTo>
                    <a:pt x="974341" y="1295715"/>
                  </a:lnTo>
                  <a:lnTo>
                    <a:pt x="974347" y="1295723"/>
                  </a:lnTo>
                  <a:lnTo>
                    <a:pt x="974361" y="1295736"/>
                  </a:lnTo>
                  <a:lnTo>
                    <a:pt x="974368" y="1295740"/>
                  </a:lnTo>
                  <a:lnTo>
                    <a:pt x="974376" y="1295742"/>
                  </a:lnTo>
                  <a:lnTo>
                    <a:pt x="974391" y="1295747"/>
                  </a:lnTo>
                  <a:lnTo>
                    <a:pt x="974400" y="1295749"/>
                  </a:lnTo>
                  <a:lnTo>
                    <a:pt x="974405" y="1295746"/>
                  </a:lnTo>
                  <a:lnTo>
                    <a:pt x="974410" y="1295738"/>
                  </a:lnTo>
                  <a:lnTo>
                    <a:pt x="974411" y="1295731"/>
                  </a:lnTo>
                  <a:lnTo>
                    <a:pt x="974418" y="1295716"/>
                  </a:lnTo>
                  <a:lnTo>
                    <a:pt x="974426" y="1295701"/>
                  </a:lnTo>
                  <a:lnTo>
                    <a:pt x="974433" y="1295686"/>
                  </a:lnTo>
                  <a:lnTo>
                    <a:pt x="974434" y="1295671"/>
                  </a:lnTo>
                  <a:lnTo>
                    <a:pt x="974433" y="1295656"/>
                  </a:lnTo>
                  <a:lnTo>
                    <a:pt x="974426" y="1295640"/>
                  </a:lnTo>
                  <a:lnTo>
                    <a:pt x="974416" y="1295625"/>
                  </a:lnTo>
                  <a:lnTo>
                    <a:pt x="974407" y="1295610"/>
                  </a:lnTo>
                  <a:lnTo>
                    <a:pt x="974400" y="1295597"/>
                  </a:lnTo>
                  <a:lnTo>
                    <a:pt x="974396" y="1295582"/>
                  </a:lnTo>
                  <a:lnTo>
                    <a:pt x="974400" y="1295567"/>
                  </a:lnTo>
                  <a:lnTo>
                    <a:pt x="974409" y="1295550"/>
                  </a:lnTo>
                  <a:lnTo>
                    <a:pt x="974412" y="1295537"/>
                  </a:lnTo>
                  <a:lnTo>
                    <a:pt x="974411" y="1295524"/>
                  </a:lnTo>
                  <a:lnTo>
                    <a:pt x="974409" y="1295520"/>
                  </a:lnTo>
                  <a:lnTo>
                    <a:pt x="974400" y="1295504"/>
                  </a:lnTo>
                  <a:lnTo>
                    <a:pt x="974397" y="1295500"/>
                  </a:lnTo>
                  <a:lnTo>
                    <a:pt x="974397" y="1295491"/>
                  </a:lnTo>
                  <a:lnTo>
                    <a:pt x="974405" y="1295478"/>
                  </a:lnTo>
                  <a:lnTo>
                    <a:pt x="974409" y="1295476"/>
                  </a:lnTo>
                  <a:lnTo>
                    <a:pt x="974422" y="1295463"/>
                  </a:lnTo>
                  <a:lnTo>
                    <a:pt x="974436" y="1295451"/>
                  </a:lnTo>
                  <a:lnTo>
                    <a:pt x="974449" y="1295442"/>
                  </a:lnTo>
                  <a:lnTo>
                    <a:pt x="974464" y="1295430"/>
                  </a:lnTo>
                  <a:lnTo>
                    <a:pt x="974477" y="1295417"/>
                  </a:lnTo>
                  <a:lnTo>
                    <a:pt x="974481" y="1295412"/>
                  </a:lnTo>
                  <a:lnTo>
                    <a:pt x="974486" y="1295403"/>
                  </a:lnTo>
                  <a:lnTo>
                    <a:pt x="974496" y="1295388"/>
                  </a:lnTo>
                  <a:lnTo>
                    <a:pt x="974501" y="1295381"/>
                  </a:lnTo>
                  <a:lnTo>
                    <a:pt x="974508" y="1295358"/>
                  </a:lnTo>
                  <a:lnTo>
                    <a:pt x="974512" y="1295343"/>
                  </a:lnTo>
                  <a:lnTo>
                    <a:pt x="974515" y="1295327"/>
                  </a:lnTo>
                  <a:lnTo>
                    <a:pt x="974520" y="1295312"/>
                  </a:lnTo>
                  <a:lnTo>
                    <a:pt x="974525" y="1295299"/>
                  </a:lnTo>
                  <a:lnTo>
                    <a:pt x="974529" y="1295287"/>
                  </a:lnTo>
                  <a:lnTo>
                    <a:pt x="974531" y="1295282"/>
                  </a:lnTo>
                  <a:lnTo>
                    <a:pt x="974537" y="1295267"/>
                  </a:lnTo>
                  <a:lnTo>
                    <a:pt x="974546" y="1295254"/>
                  </a:lnTo>
                  <a:lnTo>
                    <a:pt x="974561" y="1295240"/>
                  </a:lnTo>
                  <a:lnTo>
                    <a:pt x="974568" y="1295231"/>
                  </a:lnTo>
                  <a:lnTo>
                    <a:pt x="974570" y="1295225"/>
                  </a:lnTo>
                  <a:lnTo>
                    <a:pt x="974573" y="1295210"/>
                  </a:lnTo>
                  <a:lnTo>
                    <a:pt x="974573" y="1295195"/>
                  </a:lnTo>
                  <a:lnTo>
                    <a:pt x="974574" y="1295180"/>
                  </a:lnTo>
                  <a:lnTo>
                    <a:pt x="974579" y="1295165"/>
                  </a:lnTo>
                  <a:lnTo>
                    <a:pt x="974582" y="1295157"/>
                  </a:lnTo>
                  <a:lnTo>
                    <a:pt x="974587" y="1295150"/>
                  </a:lnTo>
                  <a:lnTo>
                    <a:pt x="974597" y="1295135"/>
                  </a:lnTo>
                  <a:lnTo>
                    <a:pt x="974606" y="1295124"/>
                  </a:lnTo>
                  <a:lnTo>
                    <a:pt x="974607" y="1295119"/>
                  </a:lnTo>
                  <a:lnTo>
                    <a:pt x="974611" y="1295113"/>
                  </a:lnTo>
                  <a:lnTo>
                    <a:pt x="974613" y="1295104"/>
                  </a:lnTo>
                  <a:lnTo>
                    <a:pt x="974616" y="1295095"/>
                  </a:lnTo>
                  <a:lnTo>
                    <a:pt x="974616" y="1295089"/>
                  </a:lnTo>
                  <a:lnTo>
                    <a:pt x="974619" y="1295075"/>
                  </a:lnTo>
                  <a:lnTo>
                    <a:pt x="974622" y="1295069"/>
                  </a:lnTo>
                  <a:lnTo>
                    <a:pt x="974628" y="1295065"/>
                  </a:lnTo>
                  <a:lnTo>
                    <a:pt x="974632" y="1295063"/>
                  </a:lnTo>
                  <a:lnTo>
                    <a:pt x="974641" y="1295060"/>
                  </a:lnTo>
                  <a:lnTo>
                    <a:pt x="974647" y="1295060"/>
                  </a:lnTo>
                  <a:lnTo>
                    <a:pt x="974662" y="1295067"/>
                  </a:lnTo>
                  <a:lnTo>
                    <a:pt x="974675" y="1295068"/>
                  </a:lnTo>
                  <a:lnTo>
                    <a:pt x="974690" y="1295065"/>
                  </a:lnTo>
                  <a:lnTo>
                    <a:pt x="974704" y="1295061"/>
                  </a:lnTo>
                  <a:lnTo>
                    <a:pt x="974719" y="1295056"/>
                  </a:lnTo>
                  <a:lnTo>
                    <a:pt x="974740" y="1295047"/>
                  </a:lnTo>
                  <a:lnTo>
                    <a:pt x="974747" y="1295046"/>
                  </a:lnTo>
                  <a:lnTo>
                    <a:pt x="974762" y="1295044"/>
                  </a:lnTo>
                  <a:lnTo>
                    <a:pt x="974777" y="1295044"/>
                  </a:lnTo>
                  <a:lnTo>
                    <a:pt x="974791" y="1295048"/>
                  </a:lnTo>
                  <a:lnTo>
                    <a:pt x="974805" y="1295050"/>
                  </a:lnTo>
                  <a:lnTo>
                    <a:pt x="974820" y="1295049"/>
                  </a:lnTo>
                  <a:lnTo>
                    <a:pt x="974827" y="1295048"/>
                  </a:lnTo>
                  <a:lnTo>
                    <a:pt x="974834" y="1295040"/>
                  </a:lnTo>
                  <a:lnTo>
                    <a:pt x="974843" y="1295033"/>
                  </a:lnTo>
                  <a:lnTo>
                    <a:pt x="974849" y="1295031"/>
                  </a:lnTo>
                  <a:lnTo>
                    <a:pt x="974857" y="1295029"/>
                  </a:lnTo>
                  <a:lnTo>
                    <a:pt x="974863" y="1295031"/>
                  </a:lnTo>
                  <a:lnTo>
                    <a:pt x="974878" y="1295036"/>
                  </a:lnTo>
                  <a:lnTo>
                    <a:pt x="974892" y="1295044"/>
                  </a:lnTo>
                  <a:lnTo>
                    <a:pt x="974906" y="1295049"/>
                  </a:lnTo>
                  <a:lnTo>
                    <a:pt x="974921" y="1295051"/>
                  </a:lnTo>
                  <a:lnTo>
                    <a:pt x="974936" y="1295051"/>
                  </a:lnTo>
                  <a:lnTo>
                    <a:pt x="974950" y="1295049"/>
                  </a:lnTo>
                  <a:lnTo>
                    <a:pt x="974958" y="1295049"/>
                  </a:lnTo>
                  <a:lnTo>
                    <a:pt x="974964" y="1295045"/>
                  </a:lnTo>
                  <a:lnTo>
                    <a:pt x="974979" y="1295042"/>
                  </a:lnTo>
                  <a:lnTo>
                    <a:pt x="974993" y="1295043"/>
                  </a:lnTo>
                  <a:lnTo>
                    <a:pt x="975008" y="1295045"/>
                  </a:lnTo>
                  <a:lnTo>
                    <a:pt x="975022" y="1295046"/>
                  </a:lnTo>
                  <a:lnTo>
                    <a:pt x="975036" y="1295045"/>
                  </a:lnTo>
                  <a:lnTo>
                    <a:pt x="975042" y="1295041"/>
                  </a:lnTo>
                  <a:lnTo>
                    <a:pt x="975044" y="1295037"/>
                  </a:lnTo>
                  <a:lnTo>
                    <a:pt x="975045" y="1295032"/>
                  </a:lnTo>
                  <a:lnTo>
                    <a:pt x="975044" y="1295017"/>
                  </a:lnTo>
                  <a:lnTo>
                    <a:pt x="975040" y="1295002"/>
                  </a:lnTo>
                  <a:lnTo>
                    <a:pt x="975038" y="1294990"/>
                  </a:lnTo>
                  <a:lnTo>
                    <a:pt x="975032" y="1294969"/>
                  </a:lnTo>
                  <a:lnTo>
                    <a:pt x="975029" y="1294954"/>
                  </a:lnTo>
                  <a:lnTo>
                    <a:pt x="975029" y="1294941"/>
                  </a:lnTo>
                  <a:lnTo>
                    <a:pt x="975029" y="1294934"/>
                  </a:lnTo>
                  <a:lnTo>
                    <a:pt x="975030" y="1294913"/>
                  </a:lnTo>
                  <a:lnTo>
                    <a:pt x="975028" y="1294898"/>
                  </a:lnTo>
                  <a:lnTo>
                    <a:pt x="975021" y="1294876"/>
                  </a:lnTo>
                  <a:lnTo>
                    <a:pt x="975019" y="1294872"/>
                  </a:lnTo>
                  <a:lnTo>
                    <a:pt x="975013" y="1294867"/>
                  </a:lnTo>
                  <a:lnTo>
                    <a:pt x="974999" y="1294858"/>
                  </a:lnTo>
                  <a:lnTo>
                    <a:pt x="974985" y="1294849"/>
                  </a:lnTo>
                  <a:lnTo>
                    <a:pt x="974969" y="1294842"/>
                  </a:lnTo>
                  <a:lnTo>
                    <a:pt x="974955" y="1294833"/>
                  </a:lnTo>
                  <a:lnTo>
                    <a:pt x="974941" y="1294821"/>
                  </a:lnTo>
                  <a:lnTo>
                    <a:pt x="974927" y="1294809"/>
                  </a:lnTo>
                  <a:lnTo>
                    <a:pt x="974912" y="1294799"/>
                  </a:lnTo>
                  <a:lnTo>
                    <a:pt x="974898" y="1294788"/>
                  </a:lnTo>
                  <a:lnTo>
                    <a:pt x="974885" y="1294782"/>
                  </a:lnTo>
                  <a:lnTo>
                    <a:pt x="974880" y="1294779"/>
                  </a:lnTo>
                  <a:lnTo>
                    <a:pt x="974868" y="1294770"/>
                  </a:lnTo>
                  <a:lnTo>
                    <a:pt x="974855" y="1294758"/>
                  </a:lnTo>
                  <a:lnTo>
                    <a:pt x="974848" y="1294743"/>
                  </a:lnTo>
                  <a:lnTo>
                    <a:pt x="974841" y="1294728"/>
                  </a:lnTo>
                  <a:lnTo>
                    <a:pt x="974835" y="1294713"/>
                  </a:lnTo>
                  <a:lnTo>
                    <a:pt x="974829" y="1294698"/>
                  </a:lnTo>
                  <a:lnTo>
                    <a:pt x="974824" y="1294683"/>
                  </a:lnTo>
                  <a:lnTo>
                    <a:pt x="974821" y="1294668"/>
                  </a:lnTo>
                  <a:lnTo>
                    <a:pt x="974819" y="1294664"/>
                  </a:lnTo>
                  <a:lnTo>
                    <a:pt x="974818" y="1294653"/>
                  </a:lnTo>
                  <a:lnTo>
                    <a:pt x="974819" y="1294647"/>
                  </a:lnTo>
                  <a:lnTo>
                    <a:pt x="974821" y="1294637"/>
                  </a:lnTo>
                  <a:lnTo>
                    <a:pt x="974823" y="1294630"/>
                  </a:lnTo>
                  <a:lnTo>
                    <a:pt x="974827" y="1294622"/>
                  </a:lnTo>
                  <a:lnTo>
                    <a:pt x="974836" y="1294607"/>
                  </a:lnTo>
                  <a:lnTo>
                    <a:pt x="974846" y="1294592"/>
                  </a:lnTo>
                  <a:lnTo>
                    <a:pt x="974855" y="1294577"/>
                  </a:lnTo>
                  <a:lnTo>
                    <a:pt x="974862" y="1294562"/>
                  </a:lnTo>
                  <a:lnTo>
                    <a:pt x="974868" y="1294547"/>
                  </a:lnTo>
                  <a:lnTo>
                    <a:pt x="974869" y="1294532"/>
                  </a:lnTo>
                  <a:lnTo>
                    <a:pt x="974869" y="1294527"/>
                  </a:lnTo>
                  <a:lnTo>
                    <a:pt x="974865" y="1294517"/>
                  </a:lnTo>
                  <a:lnTo>
                    <a:pt x="974855" y="1294504"/>
                  </a:lnTo>
                  <a:lnTo>
                    <a:pt x="974840" y="1294491"/>
                  </a:lnTo>
                  <a:lnTo>
                    <a:pt x="974830" y="1294476"/>
                  </a:lnTo>
                  <a:lnTo>
                    <a:pt x="974826" y="1294470"/>
                  </a:lnTo>
                  <a:lnTo>
                    <a:pt x="974823" y="1294461"/>
                  </a:lnTo>
                  <a:lnTo>
                    <a:pt x="974821" y="1294453"/>
                  </a:lnTo>
                  <a:lnTo>
                    <a:pt x="974817" y="1294446"/>
                  </a:lnTo>
                  <a:lnTo>
                    <a:pt x="974813" y="1294431"/>
                  </a:lnTo>
                  <a:lnTo>
                    <a:pt x="974812" y="1294422"/>
                  </a:lnTo>
                  <a:lnTo>
                    <a:pt x="974813" y="1294416"/>
                  </a:lnTo>
                  <a:lnTo>
                    <a:pt x="974815" y="1294401"/>
                  </a:lnTo>
                  <a:lnTo>
                    <a:pt x="974816" y="1294385"/>
                  </a:lnTo>
                  <a:lnTo>
                    <a:pt x="974813" y="1294370"/>
                  </a:lnTo>
                  <a:lnTo>
                    <a:pt x="974810" y="1294355"/>
                  </a:lnTo>
                  <a:lnTo>
                    <a:pt x="974808" y="1294340"/>
                  </a:lnTo>
                  <a:lnTo>
                    <a:pt x="974806" y="1294325"/>
                  </a:lnTo>
                  <a:lnTo>
                    <a:pt x="974806" y="1294317"/>
                  </a:lnTo>
                  <a:lnTo>
                    <a:pt x="974802" y="1294299"/>
                  </a:lnTo>
                  <a:lnTo>
                    <a:pt x="974800" y="1294295"/>
                  </a:lnTo>
                  <a:lnTo>
                    <a:pt x="974796" y="1294288"/>
                  </a:lnTo>
                  <a:lnTo>
                    <a:pt x="974794" y="1294280"/>
                  </a:lnTo>
                  <a:lnTo>
                    <a:pt x="974795" y="1294269"/>
                  </a:lnTo>
                  <a:lnTo>
                    <a:pt x="974797" y="1294263"/>
                  </a:lnTo>
                  <a:lnTo>
                    <a:pt x="974802" y="1294250"/>
                  </a:lnTo>
                  <a:lnTo>
                    <a:pt x="974803" y="1294243"/>
                  </a:lnTo>
                  <a:lnTo>
                    <a:pt x="974807" y="1294237"/>
                  </a:lnTo>
                  <a:lnTo>
                    <a:pt x="974813" y="1294232"/>
                  </a:lnTo>
                  <a:lnTo>
                    <a:pt x="974822" y="1294225"/>
                  </a:lnTo>
                  <a:lnTo>
                    <a:pt x="974834" y="1294209"/>
                  </a:lnTo>
                  <a:lnTo>
                    <a:pt x="974839" y="1294208"/>
                  </a:lnTo>
                  <a:lnTo>
                    <a:pt x="974847" y="1294208"/>
                  </a:lnTo>
                  <a:lnTo>
                    <a:pt x="974856" y="1294210"/>
                  </a:lnTo>
                  <a:lnTo>
                    <a:pt x="974861" y="1294210"/>
                  </a:lnTo>
                  <a:lnTo>
                    <a:pt x="974869" y="1294208"/>
                  </a:lnTo>
                  <a:lnTo>
                    <a:pt x="974876" y="1294202"/>
                  </a:lnTo>
                  <a:lnTo>
                    <a:pt x="974888" y="1294189"/>
                  </a:lnTo>
                  <a:lnTo>
                    <a:pt x="974893" y="1294183"/>
                  </a:lnTo>
                  <a:lnTo>
                    <a:pt x="974902" y="1294177"/>
                  </a:lnTo>
                  <a:lnTo>
                    <a:pt x="974911" y="1294169"/>
                  </a:lnTo>
                  <a:lnTo>
                    <a:pt x="974918" y="1294166"/>
                  </a:lnTo>
                  <a:lnTo>
                    <a:pt x="974931" y="1294158"/>
                  </a:lnTo>
                  <a:lnTo>
                    <a:pt x="974945" y="1294148"/>
                  </a:lnTo>
                  <a:lnTo>
                    <a:pt x="974957" y="1294133"/>
                  </a:lnTo>
                  <a:lnTo>
                    <a:pt x="974970" y="1294118"/>
                  </a:lnTo>
                  <a:lnTo>
                    <a:pt x="974984" y="1294107"/>
                  </a:lnTo>
                  <a:lnTo>
                    <a:pt x="974991" y="1294105"/>
                  </a:lnTo>
                  <a:lnTo>
                    <a:pt x="974999" y="1294105"/>
                  </a:lnTo>
                  <a:lnTo>
                    <a:pt x="975008" y="1294105"/>
                  </a:lnTo>
                  <a:lnTo>
                    <a:pt x="975013" y="1294107"/>
                  </a:lnTo>
                  <a:lnTo>
                    <a:pt x="975021" y="1294112"/>
                  </a:lnTo>
                  <a:lnTo>
                    <a:pt x="975028" y="1294114"/>
                  </a:lnTo>
                  <a:lnTo>
                    <a:pt x="975042" y="1294121"/>
                  </a:lnTo>
                  <a:lnTo>
                    <a:pt x="975057" y="1294125"/>
                  </a:lnTo>
                  <a:lnTo>
                    <a:pt x="975062" y="1294124"/>
                  </a:lnTo>
                  <a:lnTo>
                    <a:pt x="975067" y="1294113"/>
                  </a:lnTo>
                  <a:lnTo>
                    <a:pt x="975072" y="1294103"/>
                  </a:lnTo>
                  <a:lnTo>
                    <a:pt x="975076" y="1294100"/>
                  </a:lnTo>
                  <a:lnTo>
                    <a:pt x="975081" y="1294096"/>
                  </a:lnTo>
                  <a:lnTo>
                    <a:pt x="975083" y="1294092"/>
                  </a:lnTo>
                  <a:lnTo>
                    <a:pt x="975086" y="1294086"/>
                  </a:lnTo>
                  <a:lnTo>
                    <a:pt x="975086" y="1294070"/>
                  </a:lnTo>
                  <a:lnTo>
                    <a:pt x="975084" y="1294055"/>
                  </a:lnTo>
                  <a:lnTo>
                    <a:pt x="975084" y="1294040"/>
                  </a:lnTo>
                  <a:lnTo>
                    <a:pt x="975086" y="1294025"/>
                  </a:lnTo>
                  <a:lnTo>
                    <a:pt x="975086" y="1294016"/>
                  </a:lnTo>
                  <a:lnTo>
                    <a:pt x="975089" y="1294010"/>
                  </a:lnTo>
                  <a:lnTo>
                    <a:pt x="975095" y="1294000"/>
                  </a:lnTo>
                  <a:lnTo>
                    <a:pt x="975100" y="1293995"/>
                  </a:lnTo>
                  <a:lnTo>
                    <a:pt x="975110" y="1293982"/>
                  </a:lnTo>
                  <a:lnTo>
                    <a:pt x="975125" y="1293968"/>
                  </a:lnTo>
                  <a:lnTo>
                    <a:pt x="975139" y="1293956"/>
                  </a:lnTo>
                  <a:lnTo>
                    <a:pt x="975147" y="1293941"/>
                  </a:lnTo>
                  <a:lnTo>
                    <a:pt x="975149" y="1293935"/>
                  </a:lnTo>
                  <a:lnTo>
                    <a:pt x="975155" y="1293926"/>
                  </a:lnTo>
                  <a:lnTo>
                    <a:pt x="975158" y="1293920"/>
                  </a:lnTo>
                  <a:lnTo>
                    <a:pt x="975167" y="1293912"/>
                  </a:lnTo>
                  <a:lnTo>
                    <a:pt x="975176" y="1293906"/>
                  </a:lnTo>
                  <a:lnTo>
                    <a:pt x="975182" y="1293898"/>
                  </a:lnTo>
                  <a:lnTo>
                    <a:pt x="975182" y="1293893"/>
                  </a:lnTo>
                  <a:lnTo>
                    <a:pt x="975181" y="1293888"/>
                  </a:lnTo>
                  <a:lnTo>
                    <a:pt x="975179" y="1293883"/>
                  </a:lnTo>
                  <a:lnTo>
                    <a:pt x="975174" y="1293877"/>
                  </a:lnTo>
                  <a:lnTo>
                    <a:pt x="975166" y="1293869"/>
                  </a:lnTo>
                  <a:lnTo>
                    <a:pt x="975157" y="1293859"/>
                  </a:lnTo>
                  <a:lnTo>
                    <a:pt x="975155" y="1293854"/>
                  </a:lnTo>
                  <a:lnTo>
                    <a:pt x="975153" y="1293846"/>
                  </a:lnTo>
                  <a:lnTo>
                    <a:pt x="975154" y="1293839"/>
                  </a:lnTo>
                  <a:lnTo>
                    <a:pt x="975157" y="1293824"/>
                  </a:lnTo>
                  <a:lnTo>
                    <a:pt x="975161" y="1293813"/>
                  </a:lnTo>
                  <a:lnTo>
                    <a:pt x="975167" y="1293794"/>
                  </a:lnTo>
                  <a:lnTo>
                    <a:pt x="975168" y="1293785"/>
                  </a:lnTo>
                  <a:lnTo>
                    <a:pt x="975171" y="1293779"/>
                  </a:lnTo>
                  <a:lnTo>
                    <a:pt x="975173" y="1293766"/>
                  </a:lnTo>
                  <a:lnTo>
                    <a:pt x="975177" y="1293758"/>
                  </a:lnTo>
                  <a:lnTo>
                    <a:pt x="975184" y="1293749"/>
                  </a:lnTo>
                  <a:lnTo>
                    <a:pt x="975190" y="1293743"/>
                  </a:lnTo>
                  <a:lnTo>
                    <a:pt x="975199" y="1293736"/>
                  </a:lnTo>
                  <a:lnTo>
                    <a:pt x="975205" y="1293731"/>
                  </a:lnTo>
                  <a:lnTo>
                    <a:pt x="975213" y="1293730"/>
                  </a:lnTo>
                  <a:lnTo>
                    <a:pt x="975228" y="1293728"/>
                  </a:lnTo>
                  <a:lnTo>
                    <a:pt x="975242" y="1293729"/>
                  </a:lnTo>
                  <a:lnTo>
                    <a:pt x="975257" y="1293733"/>
                  </a:lnTo>
                  <a:lnTo>
                    <a:pt x="975271" y="1293737"/>
                  </a:lnTo>
                  <a:lnTo>
                    <a:pt x="975285" y="1293742"/>
                  </a:lnTo>
                  <a:lnTo>
                    <a:pt x="975300" y="1293747"/>
                  </a:lnTo>
                  <a:lnTo>
                    <a:pt x="975314" y="1293753"/>
                  </a:lnTo>
                  <a:lnTo>
                    <a:pt x="975329" y="1293759"/>
                  </a:lnTo>
                  <a:lnTo>
                    <a:pt x="975343" y="1293762"/>
                  </a:lnTo>
                  <a:lnTo>
                    <a:pt x="975350" y="1293764"/>
                  </a:lnTo>
                  <a:lnTo>
                    <a:pt x="975358" y="1293764"/>
                  </a:lnTo>
                  <a:lnTo>
                    <a:pt x="975372" y="1293764"/>
                  </a:lnTo>
                  <a:lnTo>
                    <a:pt x="975387" y="1293762"/>
                  </a:lnTo>
                  <a:lnTo>
                    <a:pt x="975401" y="1293758"/>
                  </a:lnTo>
                  <a:lnTo>
                    <a:pt x="975415" y="1293757"/>
                  </a:lnTo>
                  <a:lnTo>
                    <a:pt x="975430" y="1293755"/>
                  </a:lnTo>
                  <a:lnTo>
                    <a:pt x="975439" y="1293753"/>
                  </a:lnTo>
                  <a:lnTo>
                    <a:pt x="975444" y="1293755"/>
                  </a:lnTo>
                  <a:lnTo>
                    <a:pt x="975459" y="1293758"/>
                  </a:lnTo>
                  <a:lnTo>
                    <a:pt x="975466" y="1293760"/>
                  </a:lnTo>
                  <a:lnTo>
                    <a:pt x="975474" y="1293760"/>
                  </a:lnTo>
                  <a:lnTo>
                    <a:pt x="975488" y="1293760"/>
                  </a:lnTo>
                  <a:lnTo>
                    <a:pt x="975502" y="1293757"/>
                  </a:lnTo>
                  <a:lnTo>
                    <a:pt x="975517" y="1293757"/>
                  </a:lnTo>
                  <a:lnTo>
                    <a:pt x="975522" y="1293756"/>
                  </a:lnTo>
                  <a:lnTo>
                    <a:pt x="975531" y="1293757"/>
                  </a:lnTo>
                  <a:lnTo>
                    <a:pt x="975546" y="1293757"/>
                  </a:lnTo>
                  <a:lnTo>
                    <a:pt x="975560" y="1293758"/>
                  </a:lnTo>
                  <a:lnTo>
                    <a:pt x="975571" y="1293760"/>
                  </a:lnTo>
                  <a:lnTo>
                    <a:pt x="975574" y="1293763"/>
                  </a:lnTo>
                  <a:lnTo>
                    <a:pt x="975589" y="1293770"/>
                  </a:lnTo>
                  <a:lnTo>
                    <a:pt x="975603" y="1293777"/>
                  </a:lnTo>
                  <a:lnTo>
                    <a:pt x="975618" y="1293785"/>
                  </a:lnTo>
                  <a:lnTo>
                    <a:pt x="975633" y="1293791"/>
                  </a:lnTo>
                  <a:lnTo>
                    <a:pt x="975647" y="1293797"/>
                  </a:lnTo>
                  <a:lnTo>
                    <a:pt x="975661" y="1293801"/>
                  </a:lnTo>
                  <a:lnTo>
                    <a:pt x="975674" y="1293801"/>
                  </a:lnTo>
                  <a:lnTo>
                    <a:pt x="975690" y="1293792"/>
                  </a:lnTo>
                  <a:lnTo>
                    <a:pt x="975699" y="1293789"/>
                  </a:lnTo>
                  <a:lnTo>
                    <a:pt x="975705" y="1293789"/>
                  </a:lnTo>
                  <a:lnTo>
                    <a:pt x="975719" y="1293790"/>
                  </a:lnTo>
                  <a:lnTo>
                    <a:pt x="975733" y="1293787"/>
                  </a:lnTo>
                  <a:lnTo>
                    <a:pt x="975748" y="1293782"/>
                  </a:lnTo>
                  <a:lnTo>
                    <a:pt x="975763" y="1293776"/>
                  </a:lnTo>
                  <a:lnTo>
                    <a:pt x="975777" y="1293769"/>
                  </a:lnTo>
                  <a:lnTo>
                    <a:pt x="975791" y="1293763"/>
                  </a:lnTo>
                  <a:lnTo>
                    <a:pt x="975806" y="1293757"/>
                  </a:lnTo>
                  <a:lnTo>
                    <a:pt x="975820" y="1293751"/>
                  </a:lnTo>
                  <a:lnTo>
                    <a:pt x="975835" y="1293742"/>
                  </a:lnTo>
                  <a:lnTo>
                    <a:pt x="975849" y="1293734"/>
                  </a:lnTo>
                  <a:lnTo>
                    <a:pt x="975858" y="1293730"/>
                  </a:lnTo>
                  <a:lnTo>
                    <a:pt x="975863" y="1293730"/>
                  </a:lnTo>
                  <a:lnTo>
                    <a:pt x="975876" y="1293730"/>
                  </a:lnTo>
                  <a:lnTo>
                    <a:pt x="975892" y="1293735"/>
                  </a:lnTo>
                  <a:lnTo>
                    <a:pt x="975907" y="1293737"/>
                  </a:lnTo>
                  <a:lnTo>
                    <a:pt x="975921" y="1293741"/>
                  </a:lnTo>
                  <a:lnTo>
                    <a:pt x="975936" y="1293743"/>
                  </a:lnTo>
                  <a:lnTo>
                    <a:pt x="975950" y="1293743"/>
                  </a:lnTo>
                  <a:lnTo>
                    <a:pt x="975965" y="1293745"/>
                  </a:lnTo>
                  <a:lnTo>
                    <a:pt x="975975" y="1293746"/>
                  </a:lnTo>
                  <a:lnTo>
                    <a:pt x="975980" y="1293748"/>
                  </a:lnTo>
                  <a:lnTo>
                    <a:pt x="975994" y="1293754"/>
                  </a:lnTo>
                  <a:lnTo>
                    <a:pt x="976008" y="1293769"/>
                  </a:lnTo>
                  <a:lnTo>
                    <a:pt x="976022" y="1293778"/>
                  </a:lnTo>
                  <a:lnTo>
                    <a:pt x="976037" y="1293788"/>
                  </a:lnTo>
                  <a:lnTo>
                    <a:pt x="976047" y="1293793"/>
                  </a:lnTo>
                  <a:lnTo>
                    <a:pt x="976052" y="1293795"/>
                  </a:lnTo>
                  <a:lnTo>
                    <a:pt x="976060" y="1293796"/>
                  </a:lnTo>
                  <a:lnTo>
                    <a:pt x="976066" y="1293793"/>
                  </a:lnTo>
                  <a:lnTo>
                    <a:pt x="976080" y="1293787"/>
                  </a:lnTo>
                  <a:lnTo>
                    <a:pt x="976095" y="1293778"/>
                  </a:lnTo>
                  <a:lnTo>
                    <a:pt x="976109" y="1293776"/>
                  </a:lnTo>
                  <a:lnTo>
                    <a:pt x="976124" y="1293777"/>
                  </a:lnTo>
                  <a:lnTo>
                    <a:pt x="976138" y="1293781"/>
                  </a:lnTo>
                  <a:lnTo>
                    <a:pt x="976153" y="1293789"/>
                  </a:lnTo>
                  <a:lnTo>
                    <a:pt x="976167" y="1293798"/>
                  </a:lnTo>
                  <a:lnTo>
                    <a:pt x="976181" y="1293805"/>
                  </a:lnTo>
                  <a:lnTo>
                    <a:pt x="976196" y="1293809"/>
                  </a:lnTo>
                  <a:lnTo>
                    <a:pt x="976211" y="1293809"/>
                  </a:lnTo>
                  <a:lnTo>
                    <a:pt x="976225" y="1293809"/>
                  </a:lnTo>
                  <a:lnTo>
                    <a:pt x="976239" y="1293807"/>
                  </a:lnTo>
                  <a:lnTo>
                    <a:pt x="976246" y="1293805"/>
                  </a:lnTo>
                  <a:lnTo>
                    <a:pt x="976254" y="1293805"/>
                  </a:lnTo>
                  <a:lnTo>
                    <a:pt x="976261" y="1293807"/>
                  </a:lnTo>
                  <a:lnTo>
                    <a:pt x="976267" y="1293813"/>
                  </a:lnTo>
                  <a:lnTo>
                    <a:pt x="976272" y="1293822"/>
                  </a:lnTo>
                  <a:lnTo>
                    <a:pt x="976279" y="1293828"/>
                  </a:lnTo>
                  <a:lnTo>
                    <a:pt x="976293" y="1293835"/>
                  </a:lnTo>
                  <a:lnTo>
                    <a:pt x="976308" y="1293837"/>
                  </a:lnTo>
                  <a:lnTo>
                    <a:pt x="976322" y="1293840"/>
                  </a:lnTo>
                  <a:lnTo>
                    <a:pt x="976337" y="1293848"/>
                  </a:lnTo>
                  <a:lnTo>
                    <a:pt x="976347" y="1293852"/>
                  </a:lnTo>
                  <a:lnTo>
                    <a:pt x="976351" y="1293852"/>
                  </a:lnTo>
                  <a:lnTo>
                    <a:pt x="976360" y="1293852"/>
                  </a:lnTo>
                  <a:lnTo>
                    <a:pt x="976368" y="1293853"/>
                  </a:lnTo>
                  <a:lnTo>
                    <a:pt x="976375" y="1293850"/>
                  </a:lnTo>
                  <a:lnTo>
                    <a:pt x="976383" y="1293851"/>
                  </a:lnTo>
                  <a:lnTo>
                    <a:pt x="976395" y="1293846"/>
                  </a:lnTo>
                  <a:lnTo>
                    <a:pt x="976409" y="1293836"/>
                  </a:lnTo>
                  <a:lnTo>
                    <a:pt x="976423" y="1293825"/>
                  </a:lnTo>
                  <a:lnTo>
                    <a:pt x="976438" y="1293813"/>
                  </a:lnTo>
                  <a:lnTo>
                    <a:pt x="976450" y="1293799"/>
                  </a:lnTo>
                  <a:lnTo>
                    <a:pt x="976457" y="1293784"/>
                  </a:lnTo>
                  <a:lnTo>
                    <a:pt x="976461" y="1293777"/>
                  </a:lnTo>
                  <a:lnTo>
                    <a:pt x="976462" y="1293767"/>
                  </a:lnTo>
                  <a:lnTo>
                    <a:pt x="976462" y="1293761"/>
                  </a:lnTo>
                  <a:lnTo>
                    <a:pt x="976462" y="1293754"/>
                  </a:lnTo>
                  <a:lnTo>
                    <a:pt x="976461" y="1293739"/>
                  </a:lnTo>
                  <a:lnTo>
                    <a:pt x="976458" y="1293724"/>
                  </a:lnTo>
                  <a:lnTo>
                    <a:pt x="976455" y="1293709"/>
                  </a:lnTo>
                  <a:lnTo>
                    <a:pt x="976451" y="1293698"/>
                  </a:lnTo>
                  <a:lnTo>
                    <a:pt x="976449" y="1293693"/>
                  </a:lnTo>
                  <a:lnTo>
                    <a:pt x="976446" y="1293689"/>
                  </a:lnTo>
                  <a:lnTo>
                    <a:pt x="976441" y="1293686"/>
                  </a:lnTo>
                  <a:lnTo>
                    <a:pt x="976429" y="1293684"/>
                  </a:lnTo>
                  <a:lnTo>
                    <a:pt x="976424" y="1293682"/>
                  </a:lnTo>
                  <a:lnTo>
                    <a:pt x="976421" y="1293679"/>
                  </a:lnTo>
                  <a:lnTo>
                    <a:pt x="976423" y="1293674"/>
                  </a:lnTo>
                  <a:lnTo>
                    <a:pt x="976435" y="1293673"/>
                  </a:lnTo>
                  <a:lnTo>
                    <a:pt x="976449" y="1293671"/>
                  </a:lnTo>
                  <a:lnTo>
                    <a:pt x="976464" y="1293662"/>
                  </a:lnTo>
                  <a:lnTo>
                    <a:pt x="976474" y="1293646"/>
                  </a:lnTo>
                  <a:lnTo>
                    <a:pt x="976482" y="1293631"/>
                  </a:lnTo>
                  <a:lnTo>
                    <a:pt x="976489" y="1293616"/>
                  </a:lnTo>
                  <a:lnTo>
                    <a:pt x="976496" y="1293610"/>
                  </a:lnTo>
                  <a:lnTo>
                    <a:pt x="976503" y="1293606"/>
                  </a:lnTo>
                  <a:lnTo>
                    <a:pt x="976512" y="1293593"/>
                  </a:lnTo>
                  <a:lnTo>
                    <a:pt x="976510" y="1293583"/>
                  </a:lnTo>
                  <a:lnTo>
                    <a:pt x="976506" y="1293576"/>
                  </a:lnTo>
                  <a:lnTo>
                    <a:pt x="976499" y="1293561"/>
                  </a:lnTo>
                  <a:lnTo>
                    <a:pt x="976493" y="1293544"/>
                  </a:lnTo>
                  <a:lnTo>
                    <a:pt x="976489" y="1293531"/>
                  </a:lnTo>
                  <a:lnTo>
                    <a:pt x="976484" y="1293516"/>
                  </a:lnTo>
                  <a:lnTo>
                    <a:pt x="976480" y="1293501"/>
                  </a:lnTo>
                  <a:lnTo>
                    <a:pt x="976479" y="1293485"/>
                  </a:lnTo>
                  <a:lnTo>
                    <a:pt x="976478" y="1293470"/>
                  </a:lnTo>
                  <a:lnTo>
                    <a:pt x="976476" y="1293455"/>
                  </a:lnTo>
                  <a:lnTo>
                    <a:pt x="976473" y="1293440"/>
                  </a:lnTo>
                  <a:lnTo>
                    <a:pt x="976468" y="1293425"/>
                  </a:lnTo>
                  <a:lnTo>
                    <a:pt x="976460" y="1293414"/>
                  </a:lnTo>
                  <a:lnTo>
                    <a:pt x="976453" y="1293399"/>
                  </a:lnTo>
                  <a:lnTo>
                    <a:pt x="976456" y="1293394"/>
                  </a:lnTo>
                  <a:lnTo>
                    <a:pt x="976464" y="1293393"/>
                  </a:lnTo>
                  <a:lnTo>
                    <a:pt x="976479" y="1293396"/>
                  </a:lnTo>
                  <a:lnTo>
                    <a:pt x="976493" y="1293398"/>
                  </a:lnTo>
                  <a:lnTo>
                    <a:pt x="976508" y="1293399"/>
                  </a:lnTo>
                  <a:lnTo>
                    <a:pt x="976522" y="1293392"/>
                  </a:lnTo>
                  <a:lnTo>
                    <a:pt x="976537" y="1293380"/>
                  </a:lnTo>
                  <a:lnTo>
                    <a:pt x="976550" y="1293370"/>
                  </a:lnTo>
                  <a:lnTo>
                    <a:pt x="976564" y="1293363"/>
                  </a:lnTo>
                  <a:lnTo>
                    <a:pt x="976579" y="1293356"/>
                  </a:lnTo>
                  <a:lnTo>
                    <a:pt x="976593" y="1293345"/>
                  </a:lnTo>
                  <a:lnTo>
                    <a:pt x="976601" y="1293339"/>
                  </a:lnTo>
                  <a:lnTo>
                    <a:pt x="976607" y="1293332"/>
                  </a:lnTo>
                  <a:lnTo>
                    <a:pt x="976615" y="1293317"/>
                  </a:lnTo>
                  <a:lnTo>
                    <a:pt x="976623" y="1293301"/>
                  </a:lnTo>
                  <a:lnTo>
                    <a:pt x="976629" y="1293291"/>
                  </a:lnTo>
                  <a:lnTo>
                    <a:pt x="976634" y="1293286"/>
                  </a:lnTo>
                  <a:lnTo>
                    <a:pt x="976647" y="1293272"/>
                  </a:lnTo>
                  <a:lnTo>
                    <a:pt x="976662" y="1293262"/>
                  </a:lnTo>
                  <a:lnTo>
                    <a:pt x="976669" y="1293258"/>
                  </a:lnTo>
                  <a:lnTo>
                    <a:pt x="976673" y="1293253"/>
                  </a:lnTo>
                  <a:lnTo>
                    <a:pt x="976668" y="1293236"/>
                  </a:lnTo>
                  <a:lnTo>
                    <a:pt x="976667" y="1293229"/>
                  </a:lnTo>
                  <a:lnTo>
                    <a:pt x="976667" y="1293221"/>
                  </a:lnTo>
                  <a:lnTo>
                    <a:pt x="976668" y="1293206"/>
                  </a:lnTo>
                  <a:lnTo>
                    <a:pt x="976671" y="1293193"/>
                  </a:lnTo>
                  <a:lnTo>
                    <a:pt x="976677" y="1293180"/>
                  </a:lnTo>
                  <a:lnTo>
                    <a:pt x="976680" y="1293176"/>
                  </a:lnTo>
                  <a:lnTo>
                    <a:pt x="976685" y="1293164"/>
                  </a:lnTo>
                  <a:lnTo>
                    <a:pt x="976690" y="1293156"/>
                  </a:lnTo>
                  <a:lnTo>
                    <a:pt x="976698" y="1293146"/>
                  </a:lnTo>
                  <a:lnTo>
                    <a:pt x="976701" y="1293141"/>
                  </a:lnTo>
                  <a:lnTo>
                    <a:pt x="976710" y="1293131"/>
                  </a:lnTo>
                  <a:lnTo>
                    <a:pt x="976722" y="1293122"/>
                  </a:lnTo>
                  <a:lnTo>
                    <a:pt x="976729" y="1293116"/>
                  </a:lnTo>
                  <a:lnTo>
                    <a:pt x="976743" y="1293112"/>
                  </a:lnTo>
                  <a:lnTo>
                    <a:pt x="976756" y="1293107"/>
                  </a:lnTo>
                  <a:lnTo>
                    <a:pt x="976769" y="1293105"/>
                  </a:lnTo>
                  <a:lnTo>
                    <a:pt x="976778" y="1293101"/>
                  </a:lnTo>
                  <a:lnTo>
                    <a:pt x="976787" y="1293092"/>
                  </a:lnTo>
                  <a:lnTo>
                    <a:pt x="976798" y="1293082"/>
                  </a:lnTo>
                  <a:lnTo>
                    <a:pt x="976813" y="1293071"/>
                  </a:lnTo>
                  <a:lnTo>
                    <a:pt x="976826" y="1293062"/>
                  </a:lnTo>
                  <a:lnTo>
                    <a:pt x="976840" y="1293048"/>
                  </a:lnTo>
                  <a:lnTo>
                    <a:pt x="976855" y="1293037"/>
                  </a:lnTo>
                  <a:lnTo>
                    <a:pt x="976870" y="1293030"/>
                  </a:lnTo>
                  <a:lnTo>
                    <a:pt x="976884" y="1293023"/>
                  </a:lnTo>
                  <a:lnTo>
                    <a:pt x="976898" y="1293019"/>
                  </a:lnTo>
                  <a:lnTo>
                    <a:pt x="976913" y="1293016"/>
                  </a:lnTo>
                  <a:lnTo>
                    <a:pt x="976920" y="1293013"/>
                  </a:lnTo>
                  <a:lnTo>
                    <a:pt x="976929" y="1293007"/>
                  </a:lnTo>
                  <a:lnTo>
                    <a:pt x="976935" y="1293002"/>
                  </a:lnTo>
                  <a:lnTo>
                    <a:pt x="976940" y="1292996"/>
                  </a:lnTo>
                  <a:lnTo>
                    <a:pt x="976947" y="1292985"/>
                  </a:lnTo>
                  <a:lnTo>
                    <a:pt x="976951" y="1292982"/>
                  </a:lnTo>
                  <a:lnTo>
                    <a:pt x="976968" y="1292973"/>
                  </a:lnTo>
                  <a:lnTo>
                    <a:pt x="976979" y="1292968"/>
                  </a:lnTo>
                  <a:lnTo>
                    <a:pt x="976995" y="1292956"/>
                  </a:lnTo>
                  <a:lnTo>
                    <a:pt x="976999" y="1292947"/>
                  </a:lnTo>
                  <a:lnTo>
                    <a:pt x="977001" y="1292942"/>
                  </a:lnTo>
                  <a:lnTo>
                    <a:pt x="977005" y="1292933"/>
                  </a:lnTo>
                  <a:lnTo>
                    <a:pt x="977011" y="1292925"/>
                  </a:lnTo>
                  <a:lnTo>
                    <a:pt x="977023" y="1292914"/>
                  </a:lnTo>
                  <a:lnTo>
                    <a:pt x="977037" y="1292904"/>
                  </a:lnTo>
                  <a:lnTo>
                    <a:pt x="977052" y="1292889"/>
                  </a:lnTo>
                  <a:lnTo>
                    <a:pt x="977066" y="1292876"/>
                  </a:lnTo>
                  <a:lnTo>
                    <a:pt x="977080" y="1292873"/>
                  </a:lnTo>
                  <a:lnTo>
                    <a:pt x="977095" y="1292873"/>
                  </a:lnTo>
                  <a:lnTo>
                    <a:pt x="977109" y="1292873"/>
                  </a:lnTo>
                  <a:lnTo>
                    <a:pt x="977124" y="1292871"/>
                  </a:lnTo>
                  <a:lnTo>
                    <a:pt x="977138" y="1292869"/>
                  </a:lnTo>
                  <a:lnTo>
                    <a:pt x="977152" y="1292867"/>
                  </a:lnTo>
                  <a:lnTo>
                    <a:pt x="977190" y="1292863"/>
                  </a:lnTo>
                  <a:lnTo>
                    <a:pt x="977205" y="1292863"/>
                  </a:lnTo>
                  <a:lnTo>
                    <a:pt x="977219" y="1292864"/>
                  </a:lnTo>
                  <a:lnTo>
                    <a:pt x="977234" y="1292866"/>
                  </a:lnTo>
                  <a:lnTo>
                    <a:pt x="977248" y="1292869"/>
                  </a:lnTo>
                  <a:lnTo>
                    <a:pt x="977262" y="1292873"/>
                  </a:lnTo>
                  <a:lnTo>
                    <a:pt x="977277" y="1292876"/>
                  </a:lnTo>
                  <a:lnTo>
                    <a:pt x="977291" y="1292876"/>
                  </a:lnTo>
                  <a:lnTo>
                    <a:pt x="977306" y="1292876"/>
                  </a:lnTo>
                  <a:lnTo>
                    <a:pt x="977320" y="1292878"/>
                  </a:lnTo>
                  <a:lnTo>
                    <a:pt x="977335" y="1292874"/>
                  </a:lnTo>
                  <a:lnTo>
                    <a:pt x="977349" y="1292869"/>
                  </a:lnTo>
                  <a:lnTo>
                    <a:pt x="977362" y="1292861"/>
                  </a:lnTo>
                  <a:lnTo>
                    <a:pt x="977374" y="1292844"/>
                  </a:lnTo>
                  <a:lnTo>
                    <a:pt x="977379" y="1292838"/>
                  </a:lnTo>
                  <a:lnTo>
                    <a:pt x="977385" y="1292829"/>
                  </a:lnTo>
                  <a:lnTo>
                    <a:pt x="977391" y="1292817"/>
                  </a:lnTo>
                  <a:lnTo>
                    <a:pt x="977396" y="1292810"/>
                  </a:lnTo>
                  <a:lnTo>
                    <a:pt x="977402" y="1292804"/>
                  </a:lnTo>
                  <a:lnTo>
                    <a:pt x="977407" y="1292803"/>
                  </a:lnTo>
                  <a:lnTo>
                    <a:pt x="977421" y="1292800"/>
                  </a:lnTo>
                  <a:lnTo>
                    <a:pt x="977433" y="1292795"/>
                  </a:lnTo>
                  <a:lnTo>
                    <a:pt x="977443" y="1292789"/>
                  </a:lnTo>
                  <a:lnTo>
                    <a:pt x="977450" y="1292783"/>
                  </a:lnTo>
                  <a:lnTo>
                    <a:pt x="977456" y="1292778"/>
                  </a:lnTo>
                  <a:lnTo>
                    <a:pt x="977461" y="1292768"/>
                  </a:lnTo>
                  <a:lnTo>
                    <a:pt x="977464" y="1292762"/>
                  </a:lnTo>
                  <a:lnTo>
                    <a:pt x="977466" y="1292754"/>
                  </a:lnTo>
                  <a:lnTo>
                    <a:pt x="977469" y="1292739"/>
                  </a:lnTo>
                  <a:lnTo>
                    <a:pt x="977473" y="1292728"/>
                  </a:lnTo>
                  <a:lnTo>
                    <a:pt x="977476" y="1292724"/>
                  </a:lnTo>
                  <a:lnTo>
                    <a:pt x="977488" y="1292711"/>
                  </a:lnTo>
                  <a:lnTo>
                    <a:pt x="977494" y="1292709"/>
                  </a:lnTo>
                  <a:lnTo>
                    <a:pt x="977504" y="1292709"/>
                  </a:lnTo>
                  <a:lnTo>
                    <a:pt x="977519" y="1292710"/>
                  </a:lnTo>
                  <a:lnTo>
                    <a:pt x="977533" y="1292710"/>
                  </a:lnTo>
                  <a:lnTo>
                    <a:pt x="977544" y="1292710"/>
                  </a:lnTo>
                  <a:lnTo>
                    <a:pt x="977548" y="1292708"/>
                  </a:lnTo>
                  <a:lnTo>
                    <a:pt x="977553" y="1292695"/>
                  </a:lnTo>
                  <a:lnTo>
                    <a:pt x="977554" y="1292678"/>
                  </a:lnTo>
                  <a:lnTo>
                    <a:pt x="977557" y="1292663"/>
                  </a:lnTo>
                  <a:lnTo>
                    <a:pt x="977566" y="1292642"/>
                  </a:lnTo>
                  <a:lnTo>
                    <a:pt x="977573" y="1292635"/>
                  </a:lnTo>
                  <a:lnTo>
                    <a:pt x="977577" y="1292634"/>
                  </a:lnTo>
                  <a:lnTo>
                    <a:pt x="977585" y="1292632"/>
                  </a:lnTo>
                  <a:lnTo>
                    <a:pt x="977592" y="1292633"/>
                  </a:lnTo>
                  <a:lnTo>
                    <a:pt x="977606" y="1292633"/>
                  </a:lnTo>
                  <a:lnTo>
                    <a:pt x="977621" y="1292629"/>
                  </a:lnTo>
                  <a:lnTo>
                    <a:pt x="977635" y="1292624"/>
                  </a:lnTo>
                  <a:lnTo>
                    <a:pt x="977650" y="1292617"/>
                  </a:lnTo>
                  <a:lnTo>
                    <a:pt x="977655" y="1292613"/>
                  </a:lnTo>
                  <a:lnTo>
                    <a:pt x="977664" y="1292610"/>
                  </a:lnTo>
                  <a:lnTo>
                    <a:pt x="977673" y="1292607"/>
                  </a:lnTo>
                  <a:lnTo>
                    <a:pt x="977678" y="1292607"/>
                  </a:lnTo>
                  <a:lnTo>
                    <a:pt x="977693" y="1292609"/>
                  </a:lnTo>
                  <a:lnTo>
                    <a:pt x="977707" y="1292620"/>
                  </a:lnTo>
                  <a:lnTo>
                    <a:pt x="977720" y="1292627"/>
                  </a:lnTo>
                  <a:lnTo>
                    <a:pt x="977735" y="1292628"/>
                  </a:lnTo>
                  <a:lnTo>
                    <a:pt x="977747" y="1292615"/>
                  </a:lnTo>
                  <a:lnTo>
                    <a:pt x="977757" y="1292598"/>
                  </a:lnTo>
                  <a:lnTo>
                    <a:pt x="977765" y="1292593"/>
                  </a:lnTo>
                  <a:lnTo>
                    <a:pt x="977772" y="1292591"/>
                  </a:lnTo>
                  <a:lnTo>
                    <a:pt x="977786" y="1292593"/>
                  </a:lnTo>
                  <a:lnTo>
                    <a:pt x="977801" y="1292598"/>
                  </a:lnTo>
                  <a:lnTo>
                    <a:pt x="977813" y="1292602"/>
                  </a:lnTo>
                  <a:lnTo>
                    <a:pt x="977830" y="1292605"/>
                  </a:lnTo>
                  <a:lnTo>
                    <a:pt x="977844" y="1292605"/>
                  </a:lnTo>
                  <a:lnTo>
                    <a:pt x="977859" y="1292604"/>
                  </a:lnTo>
                  <a:lnTo>
                    <a:pt x="977882" y="1292596"/>
                  </a:lnTo>
                  <a:lnTo>
                    <a:pt x="977898" y="1292588"/>
                  </a:lnTo>
                  <a:lnTo>
                    <a:pt x="977908" y="1292581"/>
                  </a:lnTo>
                  <a:lnTo>
                    <a:pt x="977921" y="1292568"/>
                  </a:lnTo>
                  <a:lnTo>
                    <a:pt x="977929" y="1292562"/>
                  </a:lnTo>
                  <a:lnTo>
                    <a:pt x="977936" y="1292559"/>
                  </a:lnTo>
                  <a:lnTo>
                    <a:pt x="977950" y="1292555"/>
                  </a:lnTo>
                  <a:lnTo>
                    <a:pt x="977965" y="1292553"/>
                  </a:lnTo>
                  <a:lnTo>
                    <a:pt x="977979" y="1292549"/>
                  </a:lnTo>
                  <a:lnTo>
                    <a:pt x="977994" y="1292543"/>
                  </a:lnTo>
                  <a:lnTo>
                    <a:pt x="978004" y="1292533"/>
                  </a:lnTo>
                  <a:lnTo>
                    <a:pt x="978012" y="1292525"/>
                  </a:lnTo>
                  <a:lnTo>
                    <a:pt x="978017" y="1292518"/>
                  </a:lnTo>
                  <a:lnTo>
                    <a:pt x="978031" y="1292503"/>
                  </a:lnTo>
                  <a:lnTo>
                    <a:pt x="978033" y="1292499"/>
                  </a:lnTo>
                  <a:lnTo>
                    <a:pt x="978039" y="1292488"/>
                  </a:lnTo>
                  <a:lnTo>
                    <a:pt x="978048" y="1292473"/>
                  </a:lnTo>
                  <a:lnTo>
                    <a:pt x="978062" y="1292459"/>
                  </a:lnTo>
                  <a:lnTo>
                    <a:pt x="978076" y="1292447"/>
                  </a:lnTo>
                  <a:lnTo>
                    <a:pt x="978090" y="1292437"/>
                  </a:lnTo>
                  <a:lnTo>
                    <a:pt x="978104" y="1292427"/>
                  </a:lnTo>
                  <a:lnTo>
                    <a:pt x="978119" y="1292419"/>
                  </a:lnTo>
                  <a:lnTo>
                    <a:pt x="978126" y="1292415"/>
                  </a:lnTo>
                  <a:lnTo>
                    <a:pt x="978132" y="1292408"/>
                  </a:lnTo>
                  <a:lnTo>
                    <a:pt x="978144" y="1292393"/>
                  </a:lnTo>
                  <a:lnTo>
                    <a:pt x="978152" y="1292385"/>
                  </a:lnTo>
                  <a:lnTo>
                    <a:pt x="978158" y="1292382"/>
                  </a:lnTo>
                  <a:lnTo>
                    <a:pt x="978171" y="1292377"/>
                  </a:lnTo>
                  <a:lnTo>
                    <a:pt x="978175" y="1292376"/>
                  </a:lnTo>
                  <a:lnTo>
                    <a:pt x="978180" y="1292370"/>
                  </a:lnTo>
                  <a:lnTo>
                    <a:pt x="978186" y="1292362"/>
                  </a:lnTo>
                  <a:lnTo>
                    <a:pt x="978193" y="1292353"/>
                  </a:lnTo>
                  <a:lnTo>
                    <a:pt x="978197" y="1292350"/>
                  </a:lnTo>
                  <a:lnTo>
                    <a:pt x="978215" y="1292339"/>
                  </a:lnTo>
                  <a:lnTo>
                    <a:pt x="978220" y="1292334"/>
                  </a:lnTo>
                  <a:lnTo>
                    <a:pt x="978224" y="1292328"/>
                  </a:lnTo>
                  <a:lnTo>
                    <a:pt x="978231" y="1292317"/>
                  </a:lnTo>
                  <a:lnTo>
                    <a:pt x="978235" y="1292314"/>
                  </a:lnTo>
                  <a:lnTo>
                    <a:pt x="978249" y="1292304"/>
                  </a:lnTo>
                  <a:lnTo>
                    <a:pt x="978256" y="1292301"/>
                  </a:lnTo>
                  <a:lnTo>
                    <a:pt x="978264" y="1292298"/>
                  </a:lnTo>
                  <a:lnTo>
                    <a:pt x="978278" y="1292297"/>
                  </a:lnTo>
                  <a:lnTo>
                    <a:pt x="978289" y="1292299"/>
                  </a:lnTo>
                  <a:lnTo>
                    <a:pt x="978293" y="1292301"/>
                  </a:lnTo>
                  <a:lnTo>
                    <a:pt x="978307" y="1292303"/>
                  </a:lnTo>
                  <a:lnTo>
                    <a:pt x="978322" y="1292303"/>
                  </a:lnTo>
                  <a:lnTo>
                    <a:pt x="978335" y="1292300"/>
                  </a:lnTo>
                  <a:lnTo>
                    <a:pt x="978343" y="1292293"/>
                  </a:lnTo>
                  <a:lnTo>
                    <a:pt x="978346" y="1292286"/>
                  </a:lnTo>
                  <a:lnTo>
                    <a:pt x="978353" y="1292270"/>
                  </a:lnTo>
                  <a:lnTo>
                    <a:pt x="978354" y="1292264"/>
                  </a:lnTo>
                  <a:lnTo>
                    <a:pt x="978361" y="1292255"/>
                  </a:lnTo>
                  <a:lnTo>
                    <a:pt x="978373" y="1292242"/>
                  </a:lnTo>
                  <a:lnTo>
                    <a:pt x="978387" y="1292236"/>
                  </a:lnTo>
                  <a:lnTo>
                    <a:pt x="978400" y="1292228"/>
                  </a:lnTo>
                  <a:lnTo>
                    <a:pt x="978406" y="1292217"/>
                  </a:lnTo>
                  <a:lnTo>
                    <a:pt x="978408" y="1292212"/>
                  </a:lnTo>
                  <a:lnTo>
                    <a:pt x="978411" y="1292196"/>
                  </a:lnTo>
                  <a:lnTo>
                    <a:pt x="978417" y="1292185"/>
                  </a:lnTo>
                  <a:lnTo>
                    <a:pt x="978421" y="1292181"/>
                  </a:lnTo>
                  <a:lnTo>
                    <a:pt x="978429" y="1292171"/>
                  </a:lnTo>
                  <a:lnTo>
                    <a:pt x="978434" y="1292168"/>
                  </a:lnTo>
                  <a:lnTo>
                    <a:pt x="978449" y="1292159"/>
                  </a:lnTo>
                  <a:lnTo>
                    <a:pt x="978458" y="1292156"/>
                  </a:lnTo>
                  <a:lnTo>
                    <a:pt x="978463" y="1292156"/>
                  </a:lnTo>
                  <a:lnTo>
                    <a:pt x="978478" y="1292160"/>
                  </a:lnTo>
                  <a:lnTo>
                    <a:pt x="978483" y="1292160"/>
                  </a:lnTo>
                  <a:lnTo>
                    <a:pt x="978492" y="1292162"/>
                  </a:lnTo>
                  <a:lnTo>
                    <a:pt x="978498" y="1292162"/>
                  </a:lnTo>
                  <a:lnTo>
                    <a:pt x="978502" y="1292160"/>
                  </a:lnTo>
                  <a:lnTo>
                    <a:pt x="978507" y="1292155"/>
                  </a:lnTo>
                  <a:lnTo>
                    <a:pt x="978513" y="1292147"/>
                  </a:lnTo>
                  <a:lnTo>
                    <a:pt x="978516" y="1292140"/>
                  </a:lnTo>
                  <a:lnTo>
                    <a:pt x="978525" y="1292125"/>
                  </a:lnTo>
                  <a:lnTo>
                    <a:pt x="978533" y="1292110"/>
                  </a:lnTo>
                  <a:lnTo>
                    <a:pt x="978538" y="1292095"/>
                  </a:lnTo>
                  <a:lnTo>
                    <a:pt x="978540" y="1292087"/>
                  </a:lnTo>
                  <a:lnTo>
                    <a:pt x="978542" y="1292080"/>
                  </a:lnTo>
                  <a:lnTo>
                    <a:pt x="978547" y="1292065"/>
                  </a:lnTo>
                  <a:lnTo>
                    <a:pt x="978553" y="1292051"/>
                  </a:lnTo>
                  <a:lnTo>
                    <a:pt x="978559" y="1292044"/>
                  </a:lnTo>
                  <a:lnTo>
                    <a:pt x="978564" y="1292041"/>
                  </a:lnTo>
                  <a:lnTo>
                    <a:pt x="978583" y="1292032"/>
                  </a:lnTo>
                  <a:lnTo>
                    <a:pt x="978597" y="1292026"/>
                  </a:lnTo>
                  <a:lnTo>
                    <a:pt x="978611" y="1292019"/>
                  </a:lnTo>
                  <a:lnTo>
                    <a:pt x="978641" y="1292004"/>
                  </a:lnTo>
                  <a:lnTo>
                    <a:pt x="978655" y="1291996"/>
                  </a:lnTo>
                  <a:lnTo>
                    <a:pt x="978684" y="1291981"/>
                  </a:lnTo>
                  <a:lnTo>
                    <a:pt x="978698" y="1291973"/>
                  </a:lnTo>
                  <a:lnTo>
                    <a:pt x="978713" y="1291965"/>
                  </a:lnTo>
                  <a:lnTo>
                    <a:pt x="978727" y="1291957"/>
                  </a:lnTo>
                  <a:lnTo>
                    <a:pt x="978756" y="1291940"/>
                  </a:lnTo>
                  <a:lnTo>
                    <a:pt x="978768" y="1291934"/>
                  </a:lnTo>
                  <a:lnTo>
                    <a:pt x="978773" y="1291929"/>
                  </a:lnTo>
                  <a:lnTo>
                    <a:pt x="978778" y="1291921"/>
                  </a:lnTo>
                  <a:lnTo>
                    <a:pt x="978780" y="1291916"/>
                  </a:lnTo>
                  <a:lnTo>
                    <a:pt x="978783" y="1291901"/>
                  </a:lnTo>
                  <a:lnTo>
                    <a:pt x="978784" y="1291886"/>
                  </a:lnTo>
                  <a:lnTo>
                    <a:pt x="978783" y="1291871"/>
                  </a:lnTo>
                  <a:lnTo>
                    <a:pt x="978782" y="1291856"/>
                  </a:lnTo>
                  <a:lnTo>
                    <a:pt x="978781" y="1291841"/>
                  </a:lnTo>
                  <a:lnTo>
                    <a:pt x="978783" y="1291824"/>
                  </a:lnTo>
                  <a:lnTo>
                    <a:pt x="978787" y="1291811"/>
                  </a:lnTo>
                  <a:lnTo>
                    <a:pt x="978791" y="1291796"/>
                  </a:lnTo>
                  <a:lnTo>
                    <a:pt x="978798" y="1291779"/>
                  </a:lnTo>
                  <a:lnTo>
                    <a:pt x="978803" y="1291766"/>
                  </a:lnTo>
                  <a:lnTo>
                    <a:pt x="978811" y="1291751"/>
                  </a:lnTo>
                  <a:lnTo>
                    <a:pt x="978821" y="1291738"/>
                  </a:lnTo>
                  <a:lnTo>
                    <a:pt x="978835" y="1291728"/>
                  </a:lnTo>
                  <a:lnTo>
                    <a:pt x="978849" y="1291717"/>
                  </a:lnTo>
                  <a:lnTo>
                    <a:pt x="978864" y="1291707"/>
                  </a:lnTo>
                  <a:lnTo>
                    <a:pt x="978878" y="1291698"/>
                  </a:lnTo>
                  <a:lnTo>
                    <a:pt x="978893" y="1291689"/>
                  </a:lnTo>
                  <a:lnTo>
                    <a:pt x="978907" y="1291678"/>
                  </a:lnTo>
                  <a:lnTo>
                    <a:pt x="978921" y="1291666"/>
                  </a:lnTo>
                  <a:lnTo>
                    <a:pt x="978934" y="1291652"/>
                  </a:lnTo>
                  <a:lnTo>
                    <a:pt x="978938" y="1291645"/>
                  </a:lnTo>
                  <a:lnTo>
                    <a:pt x="978940" y="1291637"/>
                  </a:lnTo>
                  <a:lnTo>
                    <a:pt x="978940" y="1291622"/>
                  </a:lnTo>
                  <a:lnTo>
                    <a:pt x="978939" y="1291607"/>
                  </a:lnTo>
                  <a:lnTo>
                    <a:pt x="978936" y="1291592"/>
                  </a:lnTo>
                  <a:lnTo>
                    <a:pt x="978934" y="1291577"/>
                  </a:lnTo>
                  <a:lnTo>
                    <a:pt x="978937" y="1291562"/>
                  </a:lnTo>
                  <a:lnTo>
                    <a:pt x="978941" y="1291554"/>
                  </a:lnTo>
                  <a:lnTo>
                    <a:pt x="978942" y="1291547"/>
                  </a:lnTo>
                  <a:lnTo>
                    <a:pt x="978942" y="1291541"/>
                  </a:lnTo>
                  <a:lnTo>
                    <a:pt x="978941" y="1291536"/>
                  </a:lnTo>
                  <a:lnTo>
                    <a:pt x="978939" y="1291532"/>
                  </a:lnTo>
                  <a:lnTo>
                    <a:pt x="978934" y="1291523"/>
                  </a:lnTo>
                  <a:lnTo>
                    <a:pt x="978928" y="1291517"/>
                  </a:lnTo>
                  <a:lnTo>
                    <a:pt x="978914" y="1291505"/>
                  </a:lnTo>
                  <a:lnTo>
                    <a:pt x="978899" y="1291495"/>
                  </a:lnTo>
                  <a:lnTo>
                    <a:pt x="978885" y="1291484"/>
                  </a:lnTo>
                  <a:lnTo>
                    <a:pt x="978871" y="1291477"/>
                  </a:lnTo>
                  <a:lnTo>
                    <a:pt x="978867" y="1291473"/>
                  </a:lnTo>
                  <a:lnTo>
                    <a:pt x="978856" y="1291468"/>
                  </a:lnTo>
                  <a:lnTo>
                    <a:pt x="978835" y="1291450"/>
                  </a:lnTo>
                  <a:lnTo>
                    <a:pt x="978832" y="1291447"/>
                  </a:lnTo>
                  <a:lnTo>
                    <a:pt x="978824" y="1291435"/>
                  </a:lnTo>
                  <a:lnTo>
                    <a:pt x="978820" y="1291425"/>
                  </a:lnTo>
                  <a:lnTo>
                    <a:pt x="978822" y="1291413"/>
                  </a:lnTo>
                  <a:lnTo>
                    <a:pt x="978823" y="1291403"/>
                  </a:lnTo>
                  <a:lnTo>
                    <a:pt x="978823" y="1291383"/>
                  </a:lnTo>
                  <a:lnTo>
                    <a:pt x="978818" y="1291368"/>
                  </a:lnTo>
                  <a:lnTo>
                    <a:pt x="978815" y="1291362"/>
                  </a:lnTo>
                  <a:lnTo>
                    <a:pt x="978810" y="1291353"/>
                  </a:lnTo>
                  <a:lnTo>
                    <a:pt x="978805" y="1291338"/>
                  </a:lnTo>
                  <a:lnTo>
                    <a:pt x="978801" y="1291323"/>
                  </a:lnTo>
                  <a:lnTo>
                    <a:pt x="978801" y="1291308"/>
                  </a:lnTo>
                  <a:lnTo>
                    <a:pt x="978801" y="1291293"/>
                  </a:lnTo>
                  <a:lnTo>
                    <a:pt x="978803" y="1291278"/>
                  </a:lnTo>
                  <a:lnTo>
                    <a:pt x="978806" y="1291263"/>
                  </a:lnTo>
                  <a:lnTo>
                    <a:pt x="978811" y="1291248"/>
                  </a:lnTo>
                  <a:lnTo>
                    <a:pt x="978821" y="1291233"/>
                  </a:lnTo>
                  <a:lnTo>
                    <a:pt x="978833" y="1291218"/>
                  </a:lnTo>
                  <a:lnTo>
                    <a:pt x="978845" y="1291205"/>
                  </a:lnTo>
                  <a:lnTo>
                    <a:pt x="978853" y="1291198"/>
                  </a:lnTo>
                  <a:lnTo>
                    <a:pt x="978858" y="1291191"/>
                  </a:lnTo>
                  <a:lnTo>
                    <a:pt x="978865" y="1291179"/>
                  </a:lnTo>
                  <a:lnTo>
                    <a:pt x="978872" y="1291156"/>
                  </a:lnTo>
                  <a:lnTo>
                    <a:pt x="978877" y="1291143"/>
                  </a:lnTo>
                  <a:lnTo>
                    <a:pt x="978882" y="1291128"/>
                  </a:lnTo>
                  <a:lnTo>
                    <a:pt x="978887" y="1291113"/>
                  </a:lnTo>
                  <a:lnTo>
                    <a:pt x="978897" y="1291098"/>
                  </a:lnTo>
                  <a:lnTo>
                    <a:pt x="978908" y="1291083"/>
                  </a:lnTo>
                  <a:lnTo>
                    <a:pt x="978920" y="1291068"/>
                  </a:lnTo>
                  <a:lnTo>
                    <a:pt x="978928" y="1291060"/>
                  </a:lnTo>
                  <a:lnTo>
                    <a:pt x="978937" y="1291053"/>
                  </a:lnTo>
                  <a:lnTo>
                    <a:pt x="978949" y="1291048"/>
                  </a:lnTo>
                  <a:lnTo>
                    <a:pt x="978963" y="1291043"/>
                  </a:lnTo>
                  <a:lnTo>
                    <a:pt x="978971" y="1291038"/>
                  </a:lnTo>
                  <a:lnTo>
                    <a:pt x="978977" y="1291036"/>
                  </a:lnTo>
                  <a:lnTo>
                    <a:pt x="978992" y="1291032"/>
                  </a:lnTo>
                  <a:lnTo>
                    <a:pt x="979006" y="1291032"/>
                  </a:lnTo>
                  <a:lnTo>
                    <a:pt x="979020" y="1291034"/>
                  </a:lnTo>
                  <a:lnTo>
                    <a:pt x="979036" y="1291034"/>
                  </a:lnTo>
                  <a:lnTo>
                    <a:pt x="979049" y="1291032"/>
                  </a:lnTo>
                  <a:lnTo>
                    <a:pt x="979064" y="1291028"/>
                  </a:lnTo>
                  <a:lnTo>
                    <a:pt x="979078" y="1291017"/>
                  </a:lnTo>
                  <a:lnTo>
                    <a:pt x="979086" y="1291013"/>
                  </a:lnTo>
                  <a:lnTo>
                    <a:pt x="979104" y="1291004"/>
                  </a:lnTo>
                  <a:lnTo>
                    <a:pt x="979113" y="1291001"/>
                  </a:lnTo>
                  <a:lnTo>
                    <a:pt x="979120" y="1290998"/>
                  </a:lnTo>
                  <a:lnTo>
                    <a:pt x="979126" y="1290995"/>
                  </a:lnTo>
                  <a:lnTo>
                    <a:pt x="979134" y="1290992"/>
                  </a:lnTo>
                  <a:lnTo>
                    <a:pt x="979140" y="1290988"/>
                  </a:lnTo>
                  <a:lnTo>
                    <a:pt x="979146" y="1290986"/>
                  </a:lnTo>
                  <a:lnTo>
                    <a:pt x="979158" y="1290987"/>
                  </a:lnTo>
                  <a:lnTo>
                    <a:pt x="979169" y="1290987"/>
                  </a:lnTo>
                  <a:lnTo>
                    <a:pt x="979183" y="1290988"/>
                  </a:lnTo>
                  <a:lnTo>
                    <a:pt x="979198" y="1290985"/>
                  </a:lnTo>
                  <a:lnTo>
                    <a:pt x="979212" y="1290979"/>
                  </a:lnTo>
                  <a:lnTo>
                    <a:pt x="979227" y="1290971"/>
                  </a:lnTo>
                  <a:lnTo>
                    <a:pt x="979241" y="1290962"/>
                  </a:lnTo>
                  <a:lnTo>
                    <a:pt x="979256" y="1290953"/>
                  </a:lnTo>
                  <a:lnTo>
                    <a:pt x="979270" y="1290943"/>
                  </a:lnTo>
                  <a:lnTo>
                    <a:pt x="979284" y="1290935"/>
                  </a:lnTo>
                  <a:lnTo>
                    <a:pt x="979299" y="1290929"/>
                  </a:lnTo>
                  <a:lnTo>
                    <a:pt x="979313" y="1290927"/>
                  </a:lnTo>
                  <a:lnTo>
                    <a:pt x="979328" y="1290927"/>
                  </a:lnTo>
                  <a:lnTo>
                    <a:pt x="979339" y="1290927"/>
                  </a:lnTo>
                  <a:lnTo>
                    <a:pt x="979351" y="1290924"/>
                  </a:lnTo>
                  <a:lnTo>
                    <a:pt x="979357" y="1290922"/>
                  </a:lnTo>
                  <a:lnTo>
                    <a:pt x="979367" y="1290915"/>
                  </a:lnTo>
                  <a:lnTo>
                    <a:pt x="979371" y="1290913"/>
                  </a:lnTo>
                  <a:lnTo>
                    <a:pt x="979378" y="1290907"/>
                  </a:lnTo>
                  <a:lnTo>
                    <a:pt x="979386" y="1290902"/>
                  </a:lnTo>
                  <a:lnTo>
                    <a:pt x="979392" y="1290899"/>
                  </a:lnTo>
                  <a:lnTo>
                    <a:pt x="979399" y="1290898"/>
                  </a:lnTo>
                  <a:lnTo>
                    <a:pt x="979411" y="1290900"/>
                  </a:lnTo>
                  <a:lnTo>
                    <a:pt x="979422" y="1290900"/>
                  </a:lnTo>
                  <a:lnTo>
                    <a:pt x="979429" y="1290897"/>
                  </a:lnTo>
                  <a:lnTo>
                    <a:pt x="979443" y="1290890"/>
                  </a:lnTo>
                  <a:lnTo>
                    <a:pt x="979458" y="1290880"/>
                  </a:lnTo>
                  <a:lnTo>
                    <a:pt x="979471" y="1290868"/>
                  </a:lnTo>
                  <a:lnTo>
                    <a:pt x="979485" y="1290855"/>
                  </a:lnTo>
                  <a:lnTo>
                    <a:pt x="979495" y="1290844"/>
                  </a:lnTo>
                  <a:lnTo>
                    <a:pt x="979499" y="1290836"/>
                  </a:lnTo>
                  <a:lnTo>
                    <a:pt x="979505" y="1290824"/>
                  </a:lnTo>
                  <a:lnTo>
                    <a:pt x="979508" y="1290814"/>
                  </a:lnTo>
                  <a:lnTo>
                    <a:pt x="979506" y="1290802"/>
                  </a:lnTo>
                  <a:lnTo>
                    <a:pt x="979501" y="1290785"/>
                  </a:lnTo>
                  <a:lnTo>
                    <a:pt x="979496" y="1290776"/>
                  </a:lnTo>
                  <a:lnTo>
                    <a:pt x="979494" y="1290768"/>
                  </a:lnTo>
                  <a:lnTo>
                    <a:pt x="979493" y="1290762"/>
                  </a:lnTo>
                  <a:lnTo>
                    <a:pt x="979495" y="1290756"/>
                  </a:lnTo>
                  <a:lnTo>
                    <a:pt x="979499" y="1290752"/>
                  </a:lnTo>
                  <a:lnTo>
                    <a:pt x="979515" y="1290739"/>
                  </a:lnTo>
                  <a:lnTo>
                    <a:pt x="979529" y="1290729"/>
                  </a:lnTo>
                  <a:lnTo>
                    <a:pt x="979537" y="1290723"/>
                  </a:lnTo>
                  <a:lnTo>
                    <a:pt x="979543" y="1290717"/>
                  </a:lnTo>
                  <a:lnTo>
                    <a:pt x="979551" y="1290710"/>
                  </a:lnTo>
                  <a:lnTo>
                    <a:pt x="979557" y="1290704"/>
                  </a:lnTo>
                  <a:lnTo>
                    <a:pt x="979568" y="1290689"/>
                  </a:lnTo>
                  <a:lnTo>
                    <a:pt x="979577" y="1290673"/>
                  </a:lnTo>
                  <a:lnTo>
                    <a:pt x="979583" y="1290664"/>
                  </a:lnTo>
                  <a:lnTo>
                    <a:pt x="979589" y="1290660"/>
                  </a:lnTo>
                  <a:lnTo>
                    <a:pt x="979598" y="1290659"/>
                  </a:lnTo>
                  <a:lnTo>
                    <a:pt x="979603" y="1290661"/>
                  </a:lnTo>
                  <a:lnTo>
                    <a:pt x="979616" y="1290665"/>
                  </a:lnTo>
                  <a:lnTo>
                    <a:pt x="979631" y="1290663"/>
                  </a:lnTo>
                  <a:lnTo>
                    <a:pt x="979643" y="1290656"/>
                  </a:lnTo>
                  <a:lnTo>
                    <a:pt x="979647" y="1290652"/>
                  </a:lnTo>
                  <a:lnTo>
                    <a:pt x="979660" y="1290638"/>
                  </a:lnTo>
                  <a:lnTo>
                    <a:pt x="979673" y="1290623"/>
                  </a:lnTo>
                  <a:lnTo>
                    <a:pt x="979682" y="1290613"/>
                  </a:lnTo>
                  <a:lnTo>
                    <a:pt x="979684" y="1290609"/>
                  </a:lnTo>
                  <a:lnTo>
                    <a:pt x="979697" y="1290595"/>
                  </a:lnTo>
                  <a:lnTo>
                    <a:pt x="979709" y="1290581"/>
                  </a:lnTo>
                  <a:lnTo>
                    <a:pt x="979724" y="1290569"/>
                  </a:lnTo>
                  <a:lnTo>
                    <a:pt x="979738" y="1290559"/>
                  </a:lnTo>
                  <a:lnTo>
                    <a:pt x="979752" y="1290549"/>
                  </a:lnTo>
                  <a:lnTo>
                    <a:pt x="979759" y="1290544"/>
                  </a:lnTo>
                  <a:lnTo>
                    <a:pt x="979765" y="1290535"/>
                  </a:lnTo>
                  <a:lnTo>
                    <a:pt x="979773" y="1290531"/>
                  </a:lnTo>
                  <a:lnTo>
                    <a:pt x="979780" y="1290523"/>
                  </a:lnTo>
                  <a:lnTo>
                    <a:pt x="979793" y="1290510"/>
                  </a:lnTo>
                  <a:lnTo>
                    <a:pt x="979806" y="1290496"/>
                  </a:lnTo>
                  <a:lnTo>
                    <a:pt x="979818" y="1290484"/>
                  </a:lnTo>
                  <a:lnTo>
                    <a:pt x="979827" y="1290474"/>
                  </a:lnTo>
                  <a:lnTo>
                    <a:pt x="979859" y="1290421"/>
                  </a:lnTo>
                  <a:lnTo>
                    <a:pt x="979867" y="1290409"/>
                  </a:lnTo>
                  <a:lnTo>
                    <a:pt x="979870" y="1290405"/>
                  </a:lnTo>
                  <a:lnTo>
                    <a:pt x="979877" y="1290393"/>
                  </a:lnTo>
                  <a:lnTo>
                    <a:pt x="979889" y="1290377"/>
                  </a:lnTo>
                  <a:lnTo>
                    <a:pt x="979897" y="1290362"/>
                  </a:lnTo>
                  <a:lnTo>
                    <a:pt x="979906" y="1290347"/>
                  </a:lnTo>
                  <a:lnTo>
                    <a:pt x="979916" y="1290332"/>
                  </a:lnTo>
                  <a:lnTo>
                    <a:pt x="979926" y="1290316"/>
                  </a:lnTo>
                  <a:lnTo>
                    <a:pt x="979936" y="1290301"/>
                  </a:lnTo>
                  <a:lnTo>
                    <a:pt x="979950" y="1290270"/>
                  </a:lnTo>
                  <a:lnTo>
                    <a:pt x="979963" y="1290255"/>
                  </a:lnTo>
                  <a:lnTo>
                    <a:pt x="979976" y="1290240"/>
                  </a:lnTo>
                  <a:lnTo>
                    <a:pt x="979989" y="1290225"/>
                  </a:lnTo>
                  <a:lnTo>
                    <a:pt x="979994" y="1290217"/>
                  </a:lnTo>
                  <a:lnTo>
                    <a:pt x="979997" y="1290210"/>
                  </a:lnTo>
                  <a:lnTo>
                    <a:pt x="980003" y="1290195"/>
                  </a:lnTo>
                  <a:lnTo>
                    <a:pt x="980006" y="1290180"/>
                  </a:lnTo>
                  <a:lnTo>
                    <a:pt x="980006" y="1290173"/>
                  </a:lnTo>
                  <a:lnTo>
                    <a:pt x="980009" y="1290165"/>
                  </a:lnTo>
                  <a:lnTo>
                    <a:pt x="980011" y="1290150"/>
                  </a:lnTo>
                  <a:lnTo>
                    <a:pt x="980013" y="1290134"/>
                  </a:lnTo>
                  <a:lnTo>
                    <a:pt x="980013" y="1290125"/>
                  </a:lnTo>
                  <a:lnTo>
                    <a:pt x="980012" y="1290116"/>
                  </a:lnTo>
                  <a:lnTo>
                    <a:pt x="980011" y="1290103"/>
                  </a:lnTo>
                  <a:lnTo>
                    <a:pt x="980012" y="1290089"/>
                  </a:lnTo>
                  <a:lnTo>
                    <a:pt x="980014" y="1290074"/>
                  </a:lnTo>
                  <a:lnTo>
                    <a:pt x="980014" y="1290065"/>
                  </a:lnTo>
                  <a:lnTo>
                    <a:pt x="980014" y="1290059"/>
                  </a:lnTo>
                  <a:lnTo>
                    <a:pt x="980012" y="1290044"/>
                  </a:lnTo>
                  <a:lnTo>
                    <a:pt x="980012" y="1290029"/>
                  </a:lnTo>
                  <a:lnTo>
                    <a:pt x="980010" y="1290014"/>
                  </a:lnTo>
                  <a:lnTo>
                    <a:pt x="980004" y="1289999"/>
                  </a:lnTo>
                  <a:lnTo>
                    <a:pt x="979998" y="1289987"/>
                  </a:lnTo>
                  <a:lnTo>
                    <a:pt x="979995" y="1289982"/>
                  </a:lnTo>
                  <a:lnTo>
                    <a:pt x="979980" y="1289959"/>
                  </a:lnTo>
                  <a:lnTo>
                    <a:pt x="979975" y="1289953"/>
                  </a:lnTo>
                  <a:lnTo>
                    <a:pt x="979964" y="1289938"/>
                  </a:lnTo>
                  <a:lnTo>
                    <a:pt x="979952" y="1289925"/>
                  </a:lnTo>
                  <a:lnTo>
                    <a:pt x="979939" y="1289913"/>
                  </a:lnTo>
                  <a:lnTo>
                    <a:pt x="979932" y="1289906"/>
                  </a:lnTo>
                  <a:lnTo>
                    <a:pt x="979928" y="1289900"/>
                  </a:lnTo>
                  <a:lnTo>
                    <a:pt x="979926" y="1289892"/>
                  </a:lnTo>
                  <a:lnTo>
                    <a:pt x="979926" y="1289885"/>
                  </a:lnTo>
                  <a:lnTo>
                    <a:pt x="979928" y="1289876"/>
                  </a:lnTo>
                  <a:lnTo>
                    <a:pt x="979931" y="1289869"/>
                  </a:lnTo>
                  <a:lnTo>
                    <a:pt x="979933" y="1289861"/>
                  </a:lnTo>
                  <a:lnTo>
                    <a:pt x="979936" y="1289854"/>
                  </a:lnTo>
                  <a:lnTo>
                    <a:pt x="979943" y="1289839"/>
                  </a:lnTo>
                  <a:lnTo>
                    <a:pt x="979946" y="1289832"/>
                  </a:lnTo>
                  <a:lnTo>
                    <a:pt x="979950" y="1289816"/>
                  </a:lnTo>
                  <a:lnTo>
                    <a:pt x="979953" y="1289800"/>
                  </a:lnTo>
                  <a:lnTo>
                    <a:pt x="979951" y="1289785"/>
                  </a:lnTo>
                  <a:lnTo>
                    <a:pt x="979942" y="1289770"/>
                  </a:lnTo>
                  <a:lnTo>
                    <a:pt x="979935" y="1289760"/>
                  </a:lnTo>
                  <a:lnTo>
                    <a:pt x="979930" y="1289757"/>
                  </a:lnTo>
                  <a:lnTo>
                    <a:pt x="979916" y="1289748"/>
                  </a:lnTo>
                  <a:lnTo>
                    <a:pt x="979901" y="1289745"/>
                  </a:lnTo>
                  <a:lnTo>
                    <a:pt x="979887" y="1289744"/>
                  </a:lnTo>
                  <a:lnTo>
                    <a:pt x="979873" y="1289744"/>
                  </a:lnTo>
                  <a:lnTo>
                    <a:pt x="979858" y="1289746"/>
                  </a:lnTo>
                  <a:lnTo>
                    <a:pt x="979844" y="1289750"/>
                  </a:lnTo>
                  <a:lnTo>
                    <a:pt x="979829" y="1289753"/>
                  </a:lnTo>
                  <a:lnTo>
                    <a:pt x="979815" y="1289754"/>
                  </a:lnTo>
                  <a:lnTo>
                    <a:pt x="979800" y="1289754"/>
                  </a:lnTo>
                  <a:lnTo>
                    <a:pt x="979786" y="1289754"/>
                  </a:lnTo>
                  <a:lnTo>
                    <a:pt x="979771" y="1289753"/>
                  </a:lnTo>
                  <a:lnTo>
                    <a:pt x="979762" y="1289753"/>
                  </a:lnTo>
                  <a:lnTo>
                    <a:pt x="979757" y="1289751"/>
                  </a:lnTo>
                  <a:lnTo>
                    <a:pt x="979742" y="1289749"/>
                  </a:lnTo>
                  <a:lnTo>
                    <a:pt x="979728" y="1289746"/>
                  </a:lnTo>
                  <a:lnTo>
                    <a:pt x="979720" y="1289744"/>
                  </a:lnTo>
                  <a:lnTo>
                    <a:pt x="979714" y="1289740"/>
                  </a:lnTo>
                  <a:lnTo>
                    <a:pt x="979687" y="1289724"/>
                  </a:lnTo>
                  <a:lnTo>
                    <a:pt x="979679" y="1289716"/>
                  </a:lnTo>
                  <a:lnTo>
                    <a:pt x="979680" y="1289707"/>
                  </a:lnTo>
                  <a:lnTo>
                    <a:pt x="979689" y="1289698"/>
                  </a:lnTo>
                  <a:lnTo>
                    <a:pt x="979700" y="1289687"/>
                  </a:lnTo>
                  <a:lnTo>
                    <a:pt x="979710" y="1289672"/>
                  </a:lnTo>
                  <a:lnTo>
                    <a:pt x="979717" y="1289662"/>
                  </a:lnTo>
                  <a:lnTo>
                    <a:pt x="979719" y="1289657"/>
                  </a:lnTo>
                  <a:lnTo>
                    <a:pt x="979731" y="1289642"/>
                  </a:lnTo>
                  <a:lnTo>
                    <a:pt x="979741" y="1289626"/>
                  </a:lnTo>
                  <a:lnTo>
                    <a:pt x="979752" y="1289611"/>
                  </a:lnTo>
                  <a:lnTo>
                    <a:pt x="979762" y="1289597"/>
                  </a:lnTo>
                  <a:lnTo>
                    <a:pt x="979765" y="1289592"/>
                  </a:lnTo>
                  <a:lnTo>
                    <a:pt x="979771" y="1289581"/>
                  </a:lnTo>
                  <a:lnTo>
                    <a:pt x="979781" y="1289567"/>
                  </a:lnTo>
                  <a:lnTo>
                    <a:pt x="979789" y="1289553"/>
                  </a:lnTo>
                  <a:lnTo>
                    <a:pt x="979795" y="1289536"/>
                  </a:lnTo>
                  <a:lnTo>
                    <a:pt x="979801" y="1289523"/>
                  </a:lnTo>
                  <a:lnTo>
                    <a:pt x="979806" y="1289508"/>
                  </a:lnTo>
                  <a:lnTo>
                    <a:pt x="979810" y="1289499"/>
                  </a:lnTo>
                  <a:lnTo>
                    <a:pt x="979814" y="1289486"/>
                  </a:lnTo>
                  <a:lnTo>
                    <a:pt x="979817" y="1289478"/>
                  </a:lnTo>
                  <a:lnTo>
                    <a:pt x="979821" y="1289467"/>
                  </a:lnTo>
                  <a:lnTo>
                    <a:pt x="979824" y="1289463"/>
                  </a:lnTo>
                  <a:lnTo>
                    <a:pt x="979829" y="1289450"/>
                  </a:lnTo>
                  <a:lnTo>
                    <a:pt x="979837" y="1289414"/>
                  </a:lnTo>
                  <a:lnTo>
                    <a:pt x="979835" y="1289399"/>
                  </a:lnTo>
                  <a:lnTo>
                    <a:pt x="979833" y="1289386"/>
                  </a:lnTo>
                  <a:lnTo>
                    <a:pt x="979823" y="1289369"/>
                  </a:lnTo>
                  <a:lnTo>
                    <a:pt x="979815" y="1289358"/>
                  </a:lnTo>
                  <a:lnTo>
                    <a:pt x="979792" y="1289336"/>
                  </a:lnTo>
                  <a:lnTo>
                    <a:pt x="979788" y="1289334"/>
                  </a:lnTo>
                  <a:lnTo>
                    <a:pt x="979775" y="1289322"/>
                  </a:lnTo>
                  <a:lnTo>
                    <a:pt x="979760" y="1289314"/>
                  </a:lnTo>
                  <a:lnTo>
                    <a:pt x="979756" y="1289310"/>
                  </a:lnTo>
                  <a:lnTo>
                    <a:pt x="979746" y="1289304"/>
                  </a:lnTo>
                  <a:lnTo>
                    <a:pt x="979740" y="1289301"/>
                  </a:lnTo>
                  <a:lnTo>
                    <a:pt x="979735" y="1289301"/>
                  </a:lnTo>
                  <a:lnTo>
                    <a:pt x="979726" y="1289278"/>
                  </a:lnTo>
                  <a:lnTo>
                    <a:pt x="979725" y="1289274"/>
                  </a:lnTo>
                  <a:lnTo>
                    <a:pt x="979718" y="1289259"/>
                  </a:lnTo>
                  <a:lnTo>
                    <a:pt x="979716" y="1289244"/>
                  </a:lnTo>
                  <a:lnTo>
                    <a:pt x="979703" y="1289226"/>
                  </a:lnTo>
                  <a:lnTo>
                    <a:pt x="979695" y="1289211"/>
                  </a:lnTo>
                  <a:lnTo>
                    <a:pt x="979691" y="1289197"/>
                  </a:lnTo>
                  <a:lnTo>
                    <a:pt x="979686" y="1289181"/>
                  </a:lnTo>
                  <a:lnTo>
                    <a:pt x="979681" y="1289166"/>
                  </a:lnTo>
                  <a:lnTo>
                    <a:pt x="979675" y="1289148"/>
                  </a:lnTo>
                  <a:lnTo>
                    <a:pt x="979672" y="1289134"/>
                  </a:lnTo>
                  <a:lnTo>
                    <a:pt x="979672" y="1289126"/>
                  </a:lnTo>
                  <a:lnTo>
                    <a:pt x="979671" y="1289113"/>
                  </a:lnTo>
                  <a:lnTo>
                    <a:pt x="979670" y="1289098"/>
                  </a:lnTo>
                  <a:lnTo>
                    <a:pt x="979669" y="1289083"/>
                  </a:lnTo>
                  <a:lnTo>
                    <a:pt x="979670" y="1289068"/>
                  </a:lnTo>
                  <a:lnTo>
                    <a:pt x="979672" y="1289061"/>
                  </a:lnTo>
                  <a:lnTo>
                    <a:pt x="979674" y="1289045"/>
                  </a:lnTo>
                  <a:lnTo>
                    <a:pt x="979674" y="1289040"/>
                  </a:lnTo>
                  <a:lnTo>
                    <a:pt x="979672" y="1289023"/>
                  </a:lnTo>
                  <a:lnTo>
                    <a:pt x="979670" y="1288992"/>
                  </a:lnTo>
                  <a:lnTo>
                    <a:pt x="979670" y="1288983"/>
                  </a:lnTo>
                  <a:lnTo>
                    <a:pt x="979667" y="1288976"/>
                  </a:lnTo>
                  <a:lnTo>
                    <a:pt x="979667" y="1288968"/>
                  </a:lnTo>
                  <a:lnTo>
                    <a:pt x="979665" y="1288961"/>
                  </a:lnTo>
                  <a:lnTo>
                    <a:pt x="979663" y="1288953"/>
                  </a:lnTo>
                  <a:lnTo>
                    <a:pt x="979648" y="1288916"/>
                  </a:lnTo>
                  <a:lnTo>
                    <a:pt x="979642" y="1288901"/>
                  </a:lnTo>
                  <a:lnTo>
                    <a:pt x="979642" y="1288886"/>
                  </a:lnTo>
                  <a:lnTo>
                    <a:pt x="979640" y="1288871"/>
                  </a:lnTo>
                  <a:lnTo>
                    <a:pt x="979637" y="1288856"/>
                  </a:lnTo>
                  <a:lnTo>
                    <a:pt x="979634" y="1288841"/>
                  </a:lnTo>
                  <a:lnTo>
                    <a:pt x="979631" y="1288836"/>
                  </a:lnTo>
                  <a:lnTo>
                    <a:pt x="979629" y="1288825"/>
                  </a:lnTo>
                  <a:lnTo>
                    <a:pt x="979625" y="1288812"/>
                  </a:lnTo>
                  <a:lnTo>
                    <a:pt x="979620" y="1288797"/>
                  </a:lnTo>
                  <a:lnTo>
                    <a:pt x="979615" y="1288782"/>
                  </a:lnTo>
                  <a:lnTo>
                    <a:pt x="979613" y="1288773"/>
                  </a:lnTo>
                  <a:lnTo>
                    <a:pt x="979613" y="1288767"/>
                  </a:lnTo>
                  <a:lnTo>
                    <a:pt x="979606" y="1288752"/>
                  </a:lnTo>
                  <a:lnTo>
                    <a:pt x="979604" y="1288745"/>
                  </a:lnTo>
                  <a:lnTo>
                    <a:pt x="979603" y="1288736"/>
                  </a:lnTo>
                  <a:lnTo>
                    <a:pt x="979603" y="1288730"/>
                  </a:lnTo>
                  <a:lnTo>
                    <a:pt x="979600" y="1288721"/>
                  </a:lnTo>
                  <a:lnTo>
                    <a:pt x="979598" y="1288706"/>
                  </a:lnTo>
                  <a:lnTo>
                    <a:pt x="979594" y="1288695"/>
                  </a:lnTo>
                  <a:lnTo>
                    <a:pt x="979577" y="1288657"/>
                  </a:lnTo>
                  <a:lnTo>
                    <a:pt x="979565" y="1288642"/>
                  </a:lnTo>
                  <a:lnTo>
                    <a:pt x="979552" y="1288627"/>
                  </a:lnTo>
                  <a:lnTo>
                    <a:pt x="979541" y="1288614"/>
                  </a:lnTo>
                  <a:lnTo>
                    <a:pt x="979530" y="1288599"/>
                  </a:lnTo>
                  <a:lnTo>
                    <a:pt x="979519" y="1288584"/>
                  </a:lnTo>
                  <a:lnTo>
                    <a:pt x="979514" y="1288579"/>
                  </a:lnTo>
                  <a:lnTo>
                    <a:pt x="979509" y="1288569"/>
                  </a:lnTo>
                  <a:lnTo>
                    <a:pt x="979502" y="1288561"/>
                  </a:lnTo>
                  <a:lnTo>
                    <a:pt x="979499" y="1288555"/>
                  </a:lnTo>
                  <a:lnTo>
                    <a:pt x="979488" y="1288541"/>
                  </a:lnTo>
                  <a:lnTo>
                    <a:pt x="979476" y="1288526"/>
                  </a:lnTo>
                  <a:lnTo>
                    <a:pt x="979464" y="1288512"/>
                  </a:lnTo>
                  <a:lnTo>
                    <a:pt x="979455" y="1288496"/>
                  </a:lnTo>
                  <a:lnTo>
                    <a:pt x="979450" y="1288488"/>
                  </a:lnTo>
                  <a:lnTo>
                    <a:pt x="979449" y="1288481"/>
                  </a:lnTo>
                  <a:lnTo>
                    <a:pt x="979441" y="1288466"/>
                  </a:lnTo>
                  <a:lnTo>
                    <a:pt x="979434" y="1288451"/>
                  </a:lnTo>
                  <a:lnTo>
                    <a:pt x="979431" y="1288447"/>
                  </a:lnTo>
                  <a:lnTo>
                    <a:pt x="979427" y="1288436"/>
                  </a:lnTo>
                  <a:lnTo>
                    <a:pt x="979418" y="1288421"/>
                  </a:lnTo>
                  <a:lnTo>
                    <a:pt x="979413" y="1288413"/>
                  </a:lnTo>
                  <a:lnTo>
                    <a:pt x="979411" y="1288406"/>
                  </a:lnTo>
                  <a:lnTo>
                    <a:pt x="979407" y="1288391"/>
                  </a:lnTo>
                  <a:lnTo>
                    <a:pt x="979399" y="1288374"/>
                  </a:lnTo>
                  <a:lnTo>
                    <a:pt x="979396" y="1288368"/>
                  </a:lnTo>
                  <a:lnTo>
                    <a:pt x="979394" y="1288361"/>
                  </a:lnTo>
                  <a:lnTo>
                    <a:pt x="979388" y="1288346"/>
                  </a:lnTo>
                  <a:lnTo>
                    <a:pt x="979386" y="1288341"/>
                  </a:lnTo>
                  <a:lnTo>
                    <a:pt x="979379" y="1288331"/>
                  </a:lnTo>
                  <a:lnTo>
                    <a:pt x="979373" y="1288316"/>
                  </a:lnTo>
                  <a:lnTo>
                    <a:pt x="979371" y="1288311"/>
                  </a:lnTo>
                  <a:lnTo>
                    <a:pt x="979363" y="1288301"/>
                  </a:lnTo>
                  <a:lnTo>
                    <a:pt x="979350" y="1288287"/>
                  </a:lnTo>
                  <a:lnTo>
                    <a:pt x="979346" y="1288280"/>
                  </a:lnTo>
                  <a:lnTo>
                    <a:pt x="979323" y="1288254"/>
                  </a:lnTo>
                  <a:lnTo>
                    <a:pt x="979308" y="1288239"/>
                  </a:lnTo>
                  <a:lnTo>
                    <a:pt x="979294" y="1288228"/>
                  </a:lnTo>
                  <a:lnTo>
                    <a:pt x="979273" y="1288217"/>
                  </a:lnTo>
                  <a:lnTo>
                    <a:pt x="979266" y="1288205"/>
                  </a:lnTo>
                  <a:lnTo>
                    <a:pt x="979261" y="1288197"/>
                  </a:lnTo>
                  <a:lnTo>
                    <a:pt x="979256" y="1288186"/>
                  </a:lnTo>
                  <a:lnTo>
                    <a:pt x="979246" y="1288171"/>
                  </a:lnTo>
                  <a:lnTo>
                    <a:pt x="979243" y="1288165"/>
                  </a:lnTo>
                  <a:lnTo>
                    <a:pt x="979236" y="1288156"/>
                  </a:lnTo>
                  <a:lnTo>
                    <a:pt x="979230" y="1288148"/>
                  </a:lnTo>
                  <a:lnTo>
                    <a:pt x="979223" y="1288142"/>
                  </a:lnTo>
                  <a:lnTo>
                    <a:pt x="979214" y="1288136"/>
                  </a:lnTo>
                  <a:lnTo>
                    <a:pt x="979206" y="1288131"/>
                  </a:lnTo>
                  <a:lnTo>
                    <a:pt x="979196" y="1288126"/>
                  </a:lnTo>
                  <a:lnTo>
                    <a:pt x="979191" y="1288125"/>
                  </a:lnTo>
                  <a:lnTo>
                    <a:pt x="979186" y="1288137"/>
                  </a:lnTo>
                  <a:lnTo>
                    <a:pt x="979178" y="1288157"/>
                  </a:lnTo>
                  <a:lnTo>
                    <a:pt x="979175" y="1288163"/>
                  </a:lnTo>
                  <a:lnTo>
                    <a:pt x="979168" y="1288176"/>
                  </a:lnTo>
                  <a:lnTo>
                    <a:pt x="979162" y="1288189"/>
                  </a:lnTo>
                  <a:lnTo>
                    <a:pt x="979154" y="1288200"/>
                  </a:lnTo>
                  <a:lnTo>
                    <a:pt x="979144" y="1288217"/>
                  </a:lnTo>
                  <a:lnTo>
                    <a:pt x="979136" y="1288228"/>
                  </a:lnTo>
                  <a:lnTo>
                    <a:pt x="979129" y="1288238"/>
                  </a:lnTo>
                  <a:lnTo>
                    <a:pt x="979121" y="1288250"/>
                  </a:lnTo>
                  <a:lnTo>
                    <a:pt x="979111" y="1288261"/>
                  </a:lnTo>
                  <a:lnTo>
                    <a:pt x="979101" y="1288276"/>
                  </a:lnTo>
                  <a:lnTo>
                    <a:pt x="979097" y="1288280"/>
                  </a:lnTo>
                  <a:lnTo>
                    <a:pt x="979085" y="1288292"/>
                  </a:lnTo>
                  <a:lnTo>
                    <a:pt x="979070" y="1288305"/>
                  </a:lnTo>
                  <a:lnTo>
                    <a:pt x="979054" y="1288314"/>
                  </a:lnTo>
                  <a:lnTo>
                    <a:pt x="979044" y="1288324"/>
                  </a:lnTo>
                  <a:lnTo>
                    <a:pt x="979031" y="1288335"/>
                  </a:lnTo>
                  <a:lnTo>
                    <a:pt x="979021" y="1288345"/>
                  </a:lnTo>
                  <a:lnTo>
                    <a:pt x="979012" y="1288354"/>
                  </a:lnTo>
                  <a:lnTo>
                    <a:pt x="978997" y="1288369"/>
                  </a:lnTo>
                  <a:lnTo>
                    <a:pt x="978985" y="1288382"/>
                  </a:lnTo>
                  <a:lnTo>
                    <a:pt x="978977" y="1288395"/>
                  </a:lnTo>
                  <a:lnTo>
                    <a:pt x="978970" y="1288402"/>
                  </a:lnTo>
                  <a:lnTo>
                    <a:pt x="978961" y="1288415"/>
                  </a:lnTo>
                  <a:lnTo>
                    <a:pt x="978950" y="1288429"/>
                  </a:lnTo>
                  <a:lnTo>
                    <a:pt x="978940" y="1288443"/>
                  </a:lnTo>
                  <a:lnTo>
                    <a:pt x="978937" y="1288448"/>
                  </a:lnTo>
                  <a:lnTo>
                    <a:pt x="978929" y="1288456"/>
                  </a:lnTo>
                  <a:lnTo>
                    <a:pt x="978924" y="1288463"/>
                  </a:lnTo>
                  <a:lnTo>
                    <a:pt x="978912" y="1288480"/>
                  </a:lnTo>
                  <a:lnTo>
                    <a:pt x="978899" y="1288495"/>
                  </a:lnTo>
                  <a:lnTo>
                    <a:pt x="978886" y="1288509"/>
                  </a:lnTo>
                  <a:lnTo>
                    <a:pt x="978873" y="1288527"/>
                  </a:lnTo>
                  <a:lnTo>
                    <a:pt x="978859" y="1288541"/>
                  </a:lnTo>
                  <a:lnTo>
                    <a:pt x="978845" y="1288556"/>
                  </a:lnTo>
                  <a:lnTo>
                    <a:pt x="978835" y="1288568"/>
                  </a:lnTo>
                  <a:lnTo>
                    <a:pt x="978820" y="1288584"/>
                  </a:lnTo>
                  <a:lnTo>
                    <a:pt x="978803" y="1288601"/>
                  </a:lnTo>
                  <a:lnTo>
                    <a:pt x="978776" y="1288628"/>
                  </a:lnTo>
                  <a:lnTo>
                    <a:pt x="978757" y="1288644"/>
                  </a:lnTo>
                  <a:lnTo>
                    <a:pt x="978745" y="1288659"/>
                  </a:lnTo>
                  <a:lnTo>
                    <a:pt x="978740" y="1288663"/>
                  </a:lnTo>
                  <a:lnTo>
                    <a:pt x="978733" y="1288672"/>
                  </a:lnTo>
                  <a:lnTo>
                    <a:pt x="978723" y="1288688"/>
                  </a:lnTo>
                  <a:lnTo>
                    <a:pt x="978709" y="1288705"/>
                  </a:lnTo>
                  <a:lnTo>
                    <a:pt x="978692" y="1288722"/>
                  </a:lnTo>
                  <a:lnTo>
                    <a:pt x="978673" y="1288743"/>
                  </a:lnTo>
                  <a:lnTo>
                    <a:pt x="978657" y="1288762"/>
                  </a:lnTo>
                  <a:lnTo>
                    <a:pt x="978647" y="1288779"/>
                  </a:lnTo>
                  <a:lnTo>
                    <a:pt x="978633" y="1288798"/>
                  </a:lnTo>
                  <a:lnTo>
                    <a:pt x="978627" y="1288811"/>
                  </a:lnTo>
                  <a:lnTo>
                    <a:pt x="978611" y="1288834"/>
                  </a:lnTo>
                  <a:lnTo>
                    <a:pt x="978595" y="1288856"/>
                  </a:lnTo>
                  <a:lnTo>
                    <a:pt x="978586" y="1288870"/>
                  </a:lnTo>
                  <a:lnTo>
                    <a:pt x="978574" y="1288886"/>
                  </a:lnTo>
                  <a:lnTo>
                    <a:pt x="978564" y="1288901"/>
                  </a:lnTo>
                  <a:lnTo>
                    <a:pt x="978553" y="1288915"/>
                  </a:lnTo>
                  <a:lnTo>
                    <a:pt x="978540" y="1288928"/>
                  </a:lnTo>
                  <a:lnTo>
                    <a:pt x="978526" y="1288938"/>
                  </a:lnTo>
                  <a:lnTo>
                    <a:pt x="978514" y="1288946"/>
                  </a:lnTo>
                  <a:lnTo>
                    <a:pt x="978510" y="1288949"/>
                  </a:lnTo>
                  <a:lnTo>
                    <a:pt x="978470" y="1288979"/>
                  </a:lnTo>
                  <a:lnTo>
                    <a:pt x="978445" y="1288996"/>
                  </a:lnTo>
                  <a:lnTo>
                    <a:pt x="978435" y="1289004"/>
                  </a:lnTo>
                  <a:lnTo>
                    <a:pt x="978419" y="1289017"/>
                  </a:lnTo>
                  <a:lnTo>
                    <a:pt x="978402" y="1289033"/>
                  </a:lnTo>
                  <a:lnTo>
                    <a:pt x="978386" y="1289047"/>
                  </a:lnTo>
                  <a:lnTo>
                    <a:pt x="978364" y="1289064"/>
                  </a:lnTo>
                  <a:lnTo>
                    <a:pt x="978351" y="1289074"/>
                  </a:lnTo>
                  <a:lnTo>
                    <a:pt x="978341" y="1289081"/>
                  </a:lnTo>
                  <a:lnTo>
                    <a:pt x="978317" y="1289099"/>
                  </a:lnTo>
                  <a:lnTo>
                    <a:pt x="978302" y="1289107"/>
                  </a:lnTo>
                  <a:lnTo>
                    <a:pt x="978281" y="1289116"/>
                  </a:lnTo>
                  <a:lnTo>
                    <a:pt x="978261" y="1289119"/>
                  </a:lnTo>
                  <a:lnTo>
                    <a:pt x="978234" y="1289127"/>
                  </a:lnTo>
                  <a:lnTo>
                    <a:pt x="978219" y="1289131"/>
                  </a:lnTo>
                  <a:lnTo>
                    <a:pt x="978195" y="1289145"/>
                  </a:lnTo>
                  <a:lnTo>
                    <a:pt x="978155" y="1289165"/>
                  </a:lnTo>
                  <a:lnTo>
                    <a:pt x="978128" y="1289176"/>
                  </a:lnTo>
                  <a:lnTo>
                    <a:pt x="978113" y="1289185"/>
                  </a:lnTo>
                  <a:lnTo>
                    <a:pt x="978089" y="1289191"/>
                  </a:lnTo>
                  <a:lnTo>
                    <a:pt x="978065" y="1289194"/>
                  </a:lnTo>
                  <a:lnTo>
                    <a:pt x="978047" y="1289197"/>
                  </a:lnTo>
                  <a:lnTo>
                    <a:pt x="978024" y="1289201"/>
                  </a:lnTo>
                  <a:lnTo>
                    <a:pt x="977999" y="1289204"/>
                  </a:lnTo>
                  <a:lnTo>
                    <a:pt x="977979" y="1289206"/>
                  </a:lnTo>
                  <a:lnTo>
                    <a:pt x="977958" y="1289211"/>
                  </a:lnTo>
                  <a:lnTo>
                    <a:pt x="977938" y="1289217"/>
                  </a:lnTo>
                  <a:lnTo>
                    <a:pt x="977932" y="1289219"/>
                  </a:lnTo>
                  <a:lnTo>
                    <a:pt x="977910" y="1289226"/>
                  </a:lnTo>
                  <a:lnTo>
                    <a:pt x="977882" y="1289234"/>
                  </a:lnTo>
                  <a:lnTo>
                    <a:pt x="977863" y="1289238"/>
                  </a:lnTo>
                  <a:lnTo>
                    <a:pt x="977841" y="1289243"/>
                  </a:lnTo>
                  <a:lnTo>
                    <a:pt x="977818" y="1289250"/>
                  </a:lnTo>
                  <a:lnTo>
                    <a:pt x="977791" y="1289253"/>
                  </a:lnTo>
                  <a:lnTo>
                    <a:pt x="977764" y="1289253"/>
                  </a:lnTo>
                  <a:lnTo>
                    <a:pt x="977730" y="1289252"/>
                  </a:lnTo>
                  <a:lnTo>
                    <a:pt x="977707" y="1289250"/>
                  </a:lnTo>
                  <a:lnTo>
                    <a:pt x="977674" y="1289245"/>
                  </a:lnTo>
                  <a:lnTo>
                    <a:pt x="977638" y="1289240"/>
                  </a:lnTo>
                  <a:lnTo>
                    <a:pt x="977616" y="1289236"/>
                  </a:lnTo>
                  <a:lnTo>
                    <a:pt x="977599" y="1289234"/>
                  </a:lnTo>
                  <a:lnTo>
                    <a:pt x="977579" y="1289229"/>
                  </a:lnTo>
                  <a:lnTo>
                    <a:pt x="977554" y="1289216"/>
                  </a:lnTo>
                  <a:lnTo>
                    <a:pt x="977525" y="1289202"/>
                  </a:lnTo>
                  <a:lnTo>
                    <a:pt x="977512" y="1289190"/>
                  </a:lnTo>
                  <a:lnTo>
                    <a:pt x="977507" y="1289188"/>
                  </a:lnTo>
                  <a:lnTo>
                    <a:pt x="977488" y="1289179"/>
                  </a:lnTo>
                  <a:lnTo>
                    <a:pt x="977473" y="1289168"/>
                  </a:lnTo>
                  <a:lnTo>
                    <a:pt x="977458" y="1289159"/>
                  </a:lnTo>
                  <a:lnTo>
                    <a:pt x="977443" y="1289153"/>
                  </a:lnTo>
                  <a:lnTo>
                    <a:pt x="977420" y="1289145"/>
                  </a:lnTo>
                  <a:lnTo>
                    <a:pt x="977396" y="1289140"/>
                  </a:lnTo>
                  <a:lnTo>
                    <a:pt x="977370" y="1289133"/>
                  </a:lnTo>
                  <a:lnTo>
                    <a:pt x="977349" y="1289126"/>
                  </a:lnTo>
                  <a:lnTo>
                    <a:pt x="977335" y="1289122"/>
                  </a:lnTo>
                  <a:lnTo>
                    <a:pt x="977309" y="1289109"/>
                  </a:lnTo>
                  <a:lnTo>
                    <a:pt x="977295" y="1289101"/>
                  </a:lnTo>
                  <a:lnTo>
                    <a:pt x="977274" y="1289093"/>
                  </a:lnTo>
                  <a:lnTo>
                    <a:pt x="977259" y="1289091"/>
                  </a:lnTo>
                  <a:lnTo>
                    <a:pt x="977237" y="1289084"/>
                  </a:lnTo>
                  <a:lnTo>
                    <a:pt x="977221" y="1289078"/>
                  </a:lnTo>
                  <a:lnTo>
                    <a:pt x="977202" y="1289069"/>
                  </a:lnTo>
                  <a:lnTo>
                    <a:pt x="977183" y="1289061"/>
                  </a:lnTo>
                  <a:lnTo>
                    <a:pt x="977176" y="1289057"/>
                  </a:lnTo>
                  <a:lnTo>
                    <a:pt x="977161" y="1289049"/>
                  </a:lnTo>
                  <a:lnTo>
                    <a:pt x="977142" y="1289041"/>
                  </a:lnTo>
                  <a:lnTo>
                    <a:pt x="977126" y="1289031"/>
                  </a:lnTo>
                  <a:lnTo>
                    <a:pt x="977110" y="1289024"/>
                  </a:lnTo>
                  <a:lnTo>
                    <a:pt x="977098" y="1289018"/>
                  </a:lnTo>
                  <a:lnTo>
                    <a:pt x="977086" y="1289014"/>
                  </a:lnTo>
                  <a:lnTo>
                    <a:pt x="977079" y="1289012"/>
                  </a:lnTo>
                  <a:lnTo>
                    <a:pt x="977060" y="1289005"/>
                  </a:lnTo>
                  <a:lnTo>
                    <a:pt x="977040" y="1288995"/>
                  </a:lnTo>
                  <a:lnTo>
                    <a:pt x="977026" y="1288990"/>
                  </a:lnTo>
                  <a:lnTo>
                    <a:pt x="977016" y="1288988"/>
                  </a:lnTo>
                  <a:lnTo>
                    <a:pt x="977011" y="1288986"/>
                  </a:lnTo>
                  <a:lnTo>
                    <a:pt x="976997" y="1288980"/>
                  </a:lnTo>
                  <a:lnTo>
                    <a:pt x="976982" y="1288975"/>
                  </a:lnTo>
                  <a:lnTo>
                    <a:pt x="976976" y="1288973"/>
                  </a:lnTo>
                  <a:lnTo>
                    <a:pt x="976967" y="1288967"/>
                  </a:lnTo>
                  <a:lnTo>
                    <a:pt x="976953" y="1288958"/>
                  </a:lnTo>
                  <a:lnTo>
                    <a:pt x="976946" y="1288956"/>
                  </a:lnTo>
                  <a:lnTo>
                    <a:pt x="976938" y="1288955"/>
                  </a:lnTo>
                  <a:lnTo>
                    <a:pt x="976922" y="1288955"/>
                  </a:lnTo>
                  <a:lnTo>
                    <a:pt x="976900" y="1288958"/>
                  </a:lnTo>
                  <a:lnTo>
                    <a:pt x="976882" y="1288960"/>
                  </a:lnTo>
                  <a:lnTo>
                    <a:pt x="976850" y="1288966"/>
                  </a:lnTo>
                  <a:lnTo>
                    <a:pt x="976820" y="1288972"/>
                  </a:lnTo>
                  <a:lnTo>
                    <a:pt x="976797" y="1288974"/>
                  </a:lnTo>
                  <a:lnTo>
                    <a:pt x="976771" y="1288979"/>
                  </a:lnTo>
                  <a:lnTo>
                    <a:pt x="976733" y="1288987"/>
                  </a:lnTo>
                  <a:lnTo>
                    <a:pt x="976695" y="1288995"/>
                  </a:lnTo>
                  <a:lnTo>
                    <a:pt x="976660" y="1289000"/>
                  </a:lnTo>
                  <a:lnTo>
                    <a:pt x="976632" y="1289004"/>
                  </a:lnTo>
                  <a:lnTo>
                    <a:pt x="976604" y="1289006"/>
                  </a:lnTo>
                  <a:lnTo>
                    <a:pt x="976593" y="1289008"/>
                  </a:lnTo>
                  <a:lnTo>
                    <a:pt x="976575" y="1289012"/>
                  </a:lnTo>
                  <a:lnTo>
                    <a:pt x="976559" y="1289015"/>
                  </a:lnTo>
                  <a:lnTo>
                    <a:pt x="976548" y="1289017"/>
                  </a:lnTo>
                  <a:lnTo>
                    <a:pt x="976511" y="1289024"/>
                  </a:lnTo>
                  <a:lnTo>
                    <a:pt x="976482" y="1289032"/>
                  </a:lnTo>
                  <a:lnTo>
                    <a:pt x="976452" y="1289041"/>
                  </a:lnTo>
                  <a:lnTo>
                    <a:pt x="976429" y="1289045"/>
                  </a:lnTo>
                  <a:lnTo>
                    <a:pt x="976408" y="1289050"/>
                  </a:lnTo>
                  <a:lnTo>
                    <a:pt x="976386" y="1289053"/>
                  </a:lnTo>
                  <a:lnTo>
                    <a:pt x="976354" y="1289052"/>
                  </a:lnTo>
                  <a:lnTo>
                    <a:pt x="976329" y="1289053"/>
                  </a:lnTo>
                  <a:lnTo>
                    <a:pt x="976305" y="1289052"/>
                  </a:lnTo>
                  <a:lnTo>
                    <a:pt x="976280" y="1289051"/>
                  </a:lnTo>
                  <a:lnTo>
                    <a:pt x="976261" y="1289050"/>
                  </a:lnTo>
                  <a:lnTo>
                    <a:pt x="976243" y="1289050"/>
                  </a:lnTo>
                  <a:lnTo>
                    <a:pt x="976218" y="1289051"/>
                  </a:lnTo>
                  <a:lnTo>
                    <a:pt x="976190" y="1289051"/>
                  </a:lnTo>
                  <a:lnTo>
                    <a:pt x="976165" y="1289054"/>
                  </a:lnTo>
                  <a:lnTo>
                    <a:pt x="976146" y="1289055"/>
                  </a:lnTo>
                  <a:lnTo>
                    <a:pt x="976126" y="1289055"/>
                  </a:lnTo>
                  <a:lnTo>
                    <a:pt x="976095" y="1289057"/>
                  </a:lnTo>
                  <a:lnTo>
                    <a:pt x="976073" y="1289059"/>
                  </a:lnTo>
                  <a:lnTo>
                    <a:pt x="976052" y="1289060"/>
                  </a:lnTo>
                  <a:lnTo>
                    <a:pt x="976031" y="1289063"/>
                  </a:lnTo>
                  <a:lnTo>
                    <a:pt x="976014" y="1289068"/>
                  </a:lnTo>
                  <a:lnTo>
                    <a:pt x="975995" y="1289072"/>
                  </a:lnTo>
                  <a:lnTo>
                    <a:pt x="975974" y="1289080"/>
                  </a:lnTo>
                  <a:lnTo>
                    <a:pt x="975952" y="1289084"/>
                  </a:lnTo>
                  <a:lnTo>
                    <a:pt x="975926" y="1289091"/>
                  </a:lnTo>
                  <a:lnTo>
                    <a:pt x="975904" y="1289095"/>
                  </a:lnTo>
                  <a:lnTo>
                    <a:pt x="975883" y="1289099"/>
                  </a:lnTo>
                  <a:lnTo>
                    <a:pt x="975851" y="1289106"/>
                  </a:lnTo>
                  <a:lnTo>
                    <a:pt x="975843" y="1289104"/>
                  </a:lnTo>
                  <a:lnTo>
                    <a:pt x="975830" y="1289103"/>
                  </a:lnTo>
                  <a:lnTo>
                    <a:pt x="975811" y="1289102"/>
                  </a:lnTo>
                  <a:lnTo>
                    <a:pt x="975800" y="1289101"/>
                  </a:lnTo>
                  <a:lnTo>
                    <a:pt x="975783" y="1289100"/>
                  </a:lnTo>
                  <a:lnTo>
                    <a:pt x="975731" y="1289100"/>
                  </a:lnTo>
                  <a:lnTo>
                    <a:pt x="975714" y="1289100"/>
                  </a:lnTo>
                  <a:lnTo>
                    <a:pt x="975695" y="1289103"/>
                  </a:lnTo>
                  <a:lnTo>
                    <a:pt x="975680" y="1289102"/>
                  </a:lnTo>
                  <a:lnTo>
                    <a:pt x="975667" y="1289099"/>
                  </a:lnTo>
                  <a:lnTo>
                    <a:pt x="975653" y="1289097"/>
                  </a:lnTo>
                  <a:lnTo>
                    <a:pt x="975640" y="1289094"/>
                  </a:lnTo>
                  <a:lnTo>
                    <a:pt x="975631" y="1289093"/>
                  </a:lnTo>
                  <a:lnTo>
                    <a:pt x="975621" y="1289092"/>
                  </a:lnTo>
                  <a:lnTo>
                    <a:pt x="975607" y="1289094"/>
                  </a:lnTo>
                  <a:lnTo>
                    <a:pt x="975581" y="1289096"/>
                  </a:lnTo>
                  <a:lnTo>
                    <a:pt x="975566" y="1289097"/>
                  </a:lnTo>
                  <a:lnTo>
                    <a:pt x="975545" y="1289100"/>
                  </a:lnTo>
                  <a:lnTo>
                    <a:pt x="975527" y="1289104"/>
                  </a:lnTo>
                  <a:lnTo>
                    <a:pt x="975508" y="1289107"/>
                  </a:lnTo>
                  <a:lnTo>
                    <a:pt x="975487" y="1289108"/>
                  </a:lnTo>
                  <a:lnTo>
                    <a:pt x="975464" y="1289109"/>
                  </a:lnTo>
                  <a:lnTo>
                    <a:pt x="975439" y="1289108"/>
                  </a:lnTo>
                  <a:lnTo>
                    <a:pt x="975416" y="1289110"/>
                  </a:lnTo>
                  <a:lnTo>
                    <a:pt x="975397" y="1289112"/>
                  </a:lnTo>
                  <a:lnTo>
                    <a:pt x="975379" y="1289114"/>
                  </a:lnTo>
                  <a:lnTo>
                    <a:pt x="975354" y="1289115"/>
                  </a:lnTo>
                  <a:lnTo>
                    <a:pt x="975333" y="1289119"/>
                  </a:lnTo>
                  <a:lnTo>
                    <a:pt x="975311" y="1289121"/>
                  </a:lnTo>
                  <a:lnTo>
                    <a:pt x="975287" y="1289123"/>
                  </a:lnTo>
                  <a:lnTo>
                    <a:pt x="975271" y="1289125"/>
                  </a:lnTo>
                  <a:lnTo>
                    <a:pt x="975257" y="1289126"/>
                  </a:lnTo>
                  <a:lnTo>
                    <a:pt x="975244" y="1289129"/>
                  </a:lnTo>
                  <a:lnTo>
                    <a:pt x="975225" y="1289132"/>
                  </a:lnTo>
                  <a:lnTo>
                    <a:pt x="975200" y="1289137"/>
                  </a:lnTo>
                  <a:lnTo>
                    <a:pt x="975181" y="1289141"/>
                  </a:lnTo>
                  <a:lnTo>
                    <a:pt x="975159" y="1289147"/>
                  </a:lnTo>
                  <a:lnTo>
                    <a:pt x="975147" y="1289149"/>
                  </a:lnTo>
                  <a:lnTo>
                    <a:pt x="975139" y="1289150"/>
                  </a:lnTo>
                  <a:lnTo>
                    <a:pt x="975130" y="1289152"/>
                  </a:lnTo>
                  <a:lnTo>
                    <a:pt x="975111" y="1289158"/>
                  </a:lnTo>
                  <a:lnTo>
                    <a:pt x="975090" y="1289167"/>
                  </a:lnTo>
                  <a:lnTo>
                    <a:pt x="975077" y="1289173"/>
                  </a:lnTo>
                  <a:lnTo>
                    <a:pt x="975054" y="1289183"/>
                  </a:lnTo>
                  <a:lnTo>
                    <a:pt x="975036" y="1289196"/>
                  </a:lnTo>
                  <a:lnTo>
                    <a:pt x="975019" y="1289207"/>
                  </a:lnTo>
                  <a:lnTo>
                    <a:pt x="974997" y="1289217"/>
                  </a:lnTo>
                  <a:lnTo>
                    <a:pt x="974984" y="1289222"/>
                  </a:lnTo>
                  <a:lnTo>
                    <a:pt x="974970" y="1289232"/>
                  </a:lnTo>
                  <a:lnTo>
                    <a:pt x="974959" y="1289241"/>
                  </a:lnTo>
                  <a:lnTo>
                    <a:pt x="974942" y="1289252"/>
                  </a:lnTo>
                  <a:lnTo>
                    <a:pt x="974936" y="1289259"/>
                  </a:lnTo>
                  <a:lnTo>
                    <a:pt x="974926" y="1289265"/>
                  </a:lnTo>
                  <a:lnTo>
                    <a:pt x="974916" y="1289275"/>
                  </a:lnTo>
                  <a:lnTo>
                    <a:pt x="974897" y="1289282"/>
                  </a:lnTo>
                  <a:lnTo>
                    <a:pt x="974877" y="1289292"/>
                  </a:lnTo>
                  <a:lnTo>
                    <a:pt x="974863" y="1289297"/>
                  </a:lnTo>
                  <a:lnTo>
                    <a:pt x="974846" y="1289300"/>
                  </a:lnTo>
                  <a:lnTo>
                    <a:pt x="974833" y="1289303"/>
                  </a:lnTo>
                  <a:lnTo>
                    <a:pt x="974819" y="1289306"/>
                  </a:lnTo>
                  <a:lnTo>
                    <a:pt x="974803" y="1289311"/>
                  </a:lnTo>
                  <a:lnTo>
                    <a:pt x="974787" y="1289314"/>
                  </a:lnTo>
                  <a:lnTo>
                    <a:pt x="974771" y="1289318"/>
                  </a:lnTo>
                  <a:lnTo>
                    <a:pt x="974746" y="1289324"/>
                  </a:lnTo>
                  <a:lnTo>
                    <a:pt x="974730" y="1289327"/>
                  </a:lnTo>
                  <a:lnTo>
                    <a:pt x="974712" y="1289330"/>
                  </a:lnTo>
                  <a:lnTo>
                    <a:pt x="974693" y="1289331"/>
                  </a:lnTo>
                  <a:lnTo>
                    <a:pt x="974678" y="1289330"/>
                  </a:lnTo>
                  <a:lnTo>
                    <a:pt x="974666" y="1289334"/>
                  </a:lnTo>
                  <a:lnTo>
                    <a:pt x="974656" y="1289338"/>
                  </a:lnTo>
                  <a:lnTo>
                    <a:pt x="974641" y="1289342"/>
                  </a:lnTo>
                  <a:lnTo>
                    <a:pt x="974622" y="1289350"/>
                  </a:lnTo>
                  <a:lnTo>
                    <a:pt x="974604" y="1289356"/>
                  </a:lnTo>
                  <a:lnTo>
                    <a:pt x="974575" y="1289358"/>
                  </a:lnTo>
                  <a:lnTo>
                    <a:pt x="974556" y="1289358"/>
                  </a:lnTo>
                  <a:lnTo>
                    <a:pt x="974526" y="1289355"/>
                  </a:lnTo>
                  <a:lnTo>
                    <a:pt x="974512" y="1289354"/>
                  </a:lnTo>
                  <a:lnTo>
                    <a:pt x="974495" y="1289353"/>
                  </a:lnTo>
                  <a:lnTo>
                    <a:pt x="974479" y="1289351"/>
                  </a:lnTo>
                  <a:lnTo>
                    <a:pt x="974459" y="1289349"/>
                  </a:lnTo>
                  <a:lnTo>
                    <a:pt x="974434" y="1289344"/>
                  </a:lnTo>
                  <a:lnTo>
                    <a:pt x="974408" y="1289340"/>
                  </a:lnTo>
                  <a:lnTo>
                    <a:pt x="974387" y="1289335"/>
                  </a:lnTo>
                  <a:lnTo>
                    <a:pt x="974367" y="1289329"/>
                  </a:lnTo>
                  <a:lnTo>
                    <a:pt x="974346" y="1289321"/>
                  </a:lnTo>
                  <a:lnTo>
                    <a:pt x="974329" y="1289314"/>
                  </a:lnTo>
                  <a:lnTo>
                    <a:pt x="974317" y="1289311"/>
                  </a:lnTo>
                  <a:lnTo>
                    <a:pt x="974302" y="1289303"/>
                  </a:lnTo>
                  <a:lnTo>
                    <a:pt x="974286" y="1289298"/>
                  </a:lnTo>
                  <a:lnTo>
                    <a:pt x="974272" y="1289292"/>
                  </a:lnTo>
                  <a:lnTo>
                    <a:pt x="974267" y="1289291"/>
                  </a:lnTo>
                  <a:lnTo>
                    <a:pt x="974258" y="1289286"/>
                  </a:lnTo>
                  <a:lnTo>
                    <a:pt x="974244" y="1289279"/>
                  </a:lnTo>
                  <a:lnTo>
                    <a:pt x="974229" y="1289273"/>
                  </a:lnTo>
                  <a:lnTo>
                    <a:pt x="974215" y="1289266"/>
                  </a:lnTo>
                  <a:lnTo>
                    <a:pt x="974200" y="1289261"/>
                  </a:lnTo>
                  <a:lnTo>
                    <a:pt x="974186" y="1289255"/>
                  </a:lnTo>
                  <a:lnTo>
                    <a:pt x="974171" y="1289249"/>
                  </a:lnTo>
                  <a:lnTo>
                    <a:pt x="974157" y="1289244"/>
                  </a:lnTo>
                  <a:lnTo>
                    <a:pt x="974142" y="1289240"/>
                  </a:lnTo>
                  <a:lnTo>
                    <a:pt x="974128" y="1289237"/>
                  </a:lnTo>
                  <a:lnTo>
                    <a:pt x="974113" y="1289233"/>
                  </a:lnTo>
                  <a:lnTo>
                    <a:pt x="974099" y="1289231"/>
                  </a:lnTo>
                  <a:lnTo>
                    <a:pt x="974085" y="1289228"/>
                  </a:lnTo>
                  <a:lnTo>
                    <a:pt x="974068" y="1289224"/>
                  </a:lnTo>
                  <a:lnTo>
                    <a:pt x="974056" y="1289220"/>
                  </a:lnTo>
                  <a:lnTo>
                    <a:pt x="974041" y="1289217"/>
                  </a:lnTo>
                  <a:lnTo>
                    <a:pt x="974026" y="1289216"/>
                  </a:lnTo>
                  <a:lnTo>
                    <a:pt x="974012" y="1289218"/>
                  </a:lnTo>
                  <a:lnTo>
                    <a:pt x="973999" y="1289221"/>
                  </a:lnTo>
                  <a:lnTo>
                    <a:pt x="973983" y="1289228"/>
                  </a:lnTo>
                  <a:lnTo>
                    <a:pt x="973969" y="1289235"/>
                  </a:lnTo>
                  <a:lnTo>
                    <a:pt x="973926" y="1289270"/>
                  </a:lnTo>
                  <a:lnTo>
                    <a:pt x="973880" y="1289291"/>
                  </a:lnTo>
                  <a:lnTo>
                    <a:pt x="973811" y="1289313"/>
                  </a:lnTo>
                  <a:lnTo>
                    <a:pt x="973768" y="1289317"/>
                  </a:lnTo>
                  <a:lnTo>
                    <a:pt x="973752" y="1289317"/>
                  </a:lnTo>
                  <a:lnTo>
                    <a:pt x="973737" y="1289319"/>
                  </a:lnTo>
                  <a:lnTo>
                    <a:pt x="973723" y="1289322"/>
                  </a:lnTo>
                  <a:lnTo>
                    <a:pt x="973709" y="1289326"/>
                  </a:lnTo>
                  <a:lnTo>
                    <a:pt x="973694" y="1289327"/>
                  </a:lnTo>
                  <a:lnTo>
                    <a:pt x="973680" y="1289327"/>
                  </a:lnTo>
                  <a:lnTo>
                    <a:pt x="973665" y="1289326"/>
                  </a:lnTo>
                  <a:lnTo>
                    <a:pt x="973658" y="1289324"/>
                  </a:lnTo>
                  <a:lnTo>
                    <a:pt x="973651" y="1289324"/>
                  </a:lnTo>
                  <a:lnTo>
                    <a:pt x="973636" y="1289322"/>
                  </a:lnTo>
                  <a:lnTo>
                    <a:pt x="973620" y="1289318"/>
                  </a:lnTo>
                  <a:lnTo>
                    <a:pt x="973607" y="1289315"/>
                  </a:lnTo>
                  <a:lnTo>
                    <a:pt x="973593" y="1289313"/>
                  </a:lnTo>
                  <a:lnTo>
                    <a:pt x="973578" y="1289311"/>
                  </a:lnTo>
                  <a:lnTo>
                    <a:pt x="973564" y="1289311"/>
                  </a:lnTo>
                  <a:lnTo>
                    <a:pt x="973549" y="1289309"/>
                  </a:lnTo>
                  <a:lnTo>
                    <a:pt x="973535" y="1289309"/>
                  </a:lnTo>
                  <a:lnTo>
                    <a:pt x="973529" y="1289307"/>
                  </a:lnTo>
                  <a:lnTo>
                    <a:pt x="973519" y="1289304"/>
                  </a:lnTo>
                  <a:lnTo>
                    <a:pt x="973485" y="1289295"/>
                  </a:lnTo>
                  <a:lnTo>
                    <a:pt x="973470" y="1289291"/>
                  </a:lnTo>
                  <a:lnTo>
                    <a:pt x="973456" y="1289287"/>
                  </a:lnTo>
                  <a:lnTo>
                    <a:pt x="973442" y="1289284"/>
                  </a:lnTo>
                  <a:lnTo>
                    <a:pt x="973427" y="1289278"/>
                  </a:lnTo>
                  <a:lnTo>
                    <a:pt x="973412" y="1289274"/>
                  </a:lnTo>
                  <a:lnTo>
                    <a:pt x="973402" y="1289269"/>
                  </a:lnTo>
                  <a:lnTo>
                    <a:pt x="973398" y="1289267"/>
                  </a:lnTo>
                  <a:lnTo>
                    <a:pt x="973383" y="1289262"/>
                  </a:lnTo>
                  <a:lnTo>
                    <a:pt x="973369" y="1289256"/>
                  </a:lnTo>
                  <a:lnTo>
                    <a:pt x="973355" y="1289250"/>
                  </a:lnTo>
                  <a:lnTo>
                    <a:pt x="973340" y="1289241"/>
                  </a:lnTo>
                  <a:lnTo>
                    <a:pt x="973301" y="1289224"/>
                  </a:lnTo>
                  <a:lnTo>
                    <a:pt x="973293" y="1289221"/>
                  </a:lnTo>
                  <a:lnTo>
                    <a:pt x="973261" y="1289217"/>
                  </a:lnTo>
                  <a:lnTo>
                    <a:pt x="973247" y="1289214"/>
                  </a:lnTo>
                  <a:lnTo>
                    <a:pt x="973232" y="1289211"/>
                  </a:lnTo>
                  <a:lnTo>
                    <a:pt x="973217" y="1289208"/>
                  </a:lnTo>
                  <a:lnTo>
                    <a:pt x="973203" y="1289208"/>
                  </a:lnTo>
                  <a:lnTo>
                    <a:pt x="973189" y="1289210"/>
                  </a:lnTo>
                  <a:lnTo>
                    <a:pt x="973174" y="1289213"/>
                  </a:lnTo>
                  <a:lnTo>
                    <a:pt x="973160" y="1289215"/>
                  </a:lnTo>
                  <a:lnTo>
                    <a:pt x="973145" y="1289219"/>
                  </a:lnTo>
                  <a:lnTo>
                    <a:pt x="973131" y="1289224"/>
                  </a:lnTo>
                  <a:lnTo>
                    <a:pt x="973117" y="1289228"/>
                  </a:lnTo>
                  <a:lnTo>
                    <a:pt x="973102" y="1289231"/>
                  </a:lnTo>
                  <a:lnTo>
                    <a:pt x="973087" y="1289232"/>
                  </a:lnTo>
                  <a:lnTo>
                    <a:pt x="973073" y="1289230"/>
                  </a:lnTo>
                  <a:lnTo>
                    <a:pt x="973069" y="1289228"/>
                  </a:lnTo>
                  <a:lnTo>
                    <a:pt x="973058" y="1289227"/>
                  </a:lnTo>
                  <a:lnTo>
                    <a:pt x="973044" y="1289225"/>
                  </a:lnTo>
                  <a:lnTo>
                    <a:pt x="973030" y="1289225"/>
                  </a:lnTo>
                  <a:lnTo>
                    <a:pt x="973023" y="1289227"/>
                  </a:lnTo>
                  <a:lnTo>
                    <a:pt x="972979" y="1289234"/>
                  </a:lnTo>
                  <a:lnTo>
                    <a:pt x="972926" y="1289252"/>
                  </a:lnTo>
                  <a:lnTo>
                    <a:pt x="972878" y="1289278"/>
                  </a:lnTo>
                  <a:lnTo>
                    <a:pt x="972845" y="1289305"/>
                  </a:lnTo>
                  <a:lnTo>
                    <a:pt x="972826" y="1289322"/>
                  </a:lnTo>
                  <a:lnTo>
                    <a:pt x="972819" y="1289328"/>
                  </a:lnTo>
                  <a:lnTo>
                    <a:pt x="972811" y="1289333"/>
                  </a:lnTo>
                  <a:lnTo>
                    <a:pt x="972804" y="1289340"/>
                  </a:lnTo>
                  <a:lnTo>
                    <a:pt x="972790" y="1289355"/>
                  </a:lnTo>
                  <a:lnTo>
                    <a:pt x="972775" y="1289370"/>
                  </a:lnTo>
                  <a:lnTo>
                    <a:pt x="972766" y="1289380"/>
                  </a:lnTo>
                  <a:lnTo>
                    <a:pt x="972762" y="1289385"/>
                  </a:lnTo>
                  <a:lnTo>
                    <a:pt x="972753" y="1289398"/>
                  </a:lnTo>
                  <a:lnTo>
                    <a:pt x="972744" y="1289414"/>
                  </a:lnTo>
                  <a:lnTo>
                    <a:pt x="972741" y="1289419"/>
                  </a:lnTo>
                  <a:lnTo>
                    <a:pt x="972738" y="1289429"/>
                  </a:lnTo>
                  <a:lnTo>
                    <a:pt x="972732" y="1289444"/>
                  </a:lnTo>
                  <a:lnTo>
                    <a:pt x="972726" y="1289459"/>
                  </a:lnTo>
                  <a:lnTo>
                    <a:pt x="972726" y="1289464"/>
                  </a:lnTo>
                  <a:lnTo>
                    <a:pt x="972724" y="1289469"/>
                  </a:lnTo>
                  <a:lnTo>
                    <a:pt x="972723" y="1289474"/>
                  </a:lnTo>
                  <a:lnTo>
                    <a:pt x="972721" y="1289479"/>
                  </a:lnTo>
                  <a:lnTo>
                    <a:pt x="972720" y="1289489"/>
                  </a:lnTo>
                  <a:lnTo>
                    <a:pt x="972714" y="1289504"/>
                  </a:lnTo>
                  <a:lnTo>
                    <a:pt x="972709" y="1289519"/>
                  </a:lnTo>
                  <a:lnTo>
                    <a:pt x="972701" y="1289534"/>
                  </a:lnTo>
                  <a:lnTo>
                    <a:pt x="972693" y="1289549"/>
                  </a:lnTo>
                  <a:lnTo>
                    <a:pt x="972690" y="1289558"/>
                  </a:lnTo>
                  <a:lnTo>
                    <a:pt x="972671" y="1289589"/>
                  </a:lnTo>
                  <a:lnTo>
                    <a:pt x="972644" y="1289625"/>
                  </a:lnTo>
                  <a:lnTo>
                    <a:pt x="972621" y="1289668"/>
                  </a:lnTo>
                  <a:lnTo>
                    <a:pt x="972602" y="1289718"/>
                  </a:lnTo>
                  <a:lnTo>
                    <a:pt x="972597" y="1289725"/>
                  </a:lnTo>
                  <a:lnTo>
                    <a:pt x="972589" y="1289740"/>
                  </a:lnTo>
                  <a:lnTo>
                    <a:pt x="972582" y="1289754"/>
                  </a:lnTo>
                  <a:lnTo>
                    <a:pt x="972555" y="1289805"/>
                  </a:lnTo>
                  <a:lnTo>
                    <a:pt x="972504" y="1289896"/>
                  </a:lnTo>
                  <a:lnTo>
                    <a:pt x="972449" y="1289976"/>
                  </a:lnTo>
                  <a:lnTo>
                    <a:pt x="972411" y="1290026"/>
                  </a:lnTo>
                  <a:lnTo>
                    <a:pt x="972386" y="1290061"/>
                  </a:lnTo>
                  <a:lnTo>
                    <a:pt x="972343" y="1290103"/>
                  </a:lnTo>
                  <a:lnTo>
                    <a:pt x="972286" y="1290146"/>
                  </a:lnTo>
                  <a:lnTo>
                    <a:pt x="972246" y="1290189"/>
                  </a:lnTo>
                  <a:lnTo>
                    <a:pt x="972203" y="1290223"/>
                  </a:lnTo>
                  <a:lnTo>
                    <a:pt x="972167" y="1290237"/>
                  </a:lnTo>
                  <a:lnTo>
                    <a:pt x="972134" y="1290240"/>
                  </a:lnTo>
                  <a:lnTo>
                    <a:pt x="972123" y="1290238"/>
                  </a:lnTo>
                  <a:lnTo>
                    <a:pt x="972069" y="1290234"/>
                  </a:lnTo>
                  <a:lnTo>
                    <a:pt x="972054" y="1290236"/>
                  </a:lnTo>
                  <a:lnTo>
                    <a:pt x="972025" y="1290244"/>
                  </a:lnTo>
                  <a:lnTo>
                    <a:pt x="971978" y="1290271"/>
                  </a:lnTo>
                  <a:lnTo>
                    <a:pt x="971921" y="1290309"/>
                  </a:lnTo>
                  <a:lnTo>
                    <a:pt x="971864" y="1290336"/>
                  </a:lnTo>
                  <a:lnTo>
                    <a:pt x="971831" y="1290342"/>
                  </a:lnTo>
                  <a:lnTo>
                    <a:pt x="971792" y="1290345"/>
                  </a:lnTo>
                  <a:lnTo>
                    <a:pt x="971756" y="1290365"/>
                  </a:lnTo>
                  <a:lnTo>
                    <a:pt x="971715" y="1290398"/>
                  </a:lnTo>
                  <a:lnTo>
                    <a:pt x="971667" y="1290425"/>
                  </a:lnTo>
                  <a:lnTo>
                    <a:pt x="971633" y="1290436"/>
                  </a:lnTo>
                  <a:lnTo>
                    <a:pt x="971617" y="1290440"/>
                  </a:lnTo>
                  <a:lnTo>
                    <a:pt x="971585" y="1290460"/>
                  </a:lnTo>
                  <a:lnTo>
                    <a:pt x="971558" y="1290467"/>
                  </a:lnTo>
                  <a:lnTo>
                    <a:pt x="971518" y="1290461"/>
                  </a:lnTo>
                  <a:lnTo>
                    <a:pt x="971461" y="1290439"/>
                  </a:lnTo>
                  <a:lnTo>
                    <a:pt x="971440" y="1290430"/>
                  </a:lnTo>
                  <a:lnTo>
                    <a:pt x="971418" y="1290420"/>
                  </a:lnTo>
                  <a:lnTo>
                    <a:pt x="971373" y="1290397"/>
                  </a:lnTo>
                  <a:lnTo>
                    <a:pt x="971299" y="1290387"/>
                  </a:lnTo>
                  <a:lnTo>
                    <a:pt x="971210" y="1290376"/>
                  </a:lnTo>
                  <a:lnTo>
                    <a:pt x="971147" y="1290361"/>
                  </a:lnTo>
                  <a:lnTo>
                    <a:pt x="971110" y="1290348"/>
                  </a:lnTo>
                  <a:lnTo>
                    <a:pt x="971056" y="1290329"/>
                  </a:lnTo>
                  <a:lnTo>
                    <a:pt x="970975" y="1290286"/>
                  </a:lnTo>
                  <a:lnTo>
                    <a:pt x="970894" y="1290239"/>
                  </a:lnTo>
                  <a:lnTo>
                    <a:pt x="970838" y="1290208"/>
                  </a:lnTo>
                  <a:lnTo>
                    <a:pt x="970829" y="1290203"/>
                  </a:lnTo>
                  <a:lnTo>
                    <a:pt x="970782" y="1290194"/>
                  </a:lnTo>
                  <a:lnTo>
                    <a:pt x="970768" y="1290191"/>
                  </a:lnTo>
                  <a:lnTo>
                    <a:pt x="970704" y="1290181"/>
                  </a:lnTo>
                  <a:lnTo>
                    <a:pt x="970641" y="1290177"/>
                  </a:lnTo>
                  <a:lnTo>
                    <a:pt x="970592" y="1290168"/>
                  </a:lnTo>
                  <a:lnTo>
                    <a:pt x="970550" y="1290157"/>
                  </a:lnTo>
                  <a:lnTo>
                    <a:pt x="970528" y="1290151"/>
                  </a:lnTo>
                  <a:lnTo>
                    <a:pt x="970517" y="1290148"/>
                  </a:lnTo>
                  <a:lnTo>
                    <a:pt x="970483" y="1290145"/>
                  </a:lnTo>
                  <a:lnTo>
                    <a:pt x="970472" y="1290146"/>
                  </a:lnTo>
                  <a:lnTo>
                    <a:pt x="970439" y="1290149"/>
                  </a:lnTo>
                  <a:lnTo>
                    <a:pt x="970385" y="1290159"/>
                  </a:lnTo>
                  <a:lnTo>
                    <a:pt x="970340" y="1290173"/>
                  </a:lnTo>
                  <a:lnTo>
                    <a:pt x="970315" y="1290179"/>
                  </a:lnTo>
                  <a:lnTo>
                    <a:pt x="970301" y="1290182"/>
                  </a:lnTo>
                  <a:lnTo>
                    <a:pt x="970254" y="1290202"/>
                  </a:lnTo>
                  <a:lnTo>
                    <a:pt x="970200" y="1290218"/>
                  </a:lnTo>
                  <a:lnTo>
                    <a:pt x="970148" y="1290246"/>
                  </a:lnTo>
                  <a:lnTo>
                    <a:pt x="970116" y="1290268"/>
                  </a:lnTo>
                  <a:lnTo>
                    <a:pt x="970103" y="1290279"/>
                  </a:lnTo>
                  <a:lnTo>
                    <a:pt x="970088" y="1290286"/>
                  </a:lnTo>
                  <a:lnTo>
                    <a:pt x="970079" y="1290290"/>
                  </a:lnTo>
                  <a:lnTo>
                    <a:pt x="970011" y="1290328"/>
                  </a:lnTo>
                  <a:lnTo>
                    <a:pt x="969968" y="1290353"/>
                  </a:lnTo>
                  <a:lnTo>
                    <a:pt x="969941" y="1290373"/>
                  </a:lnTo>
                  <a:lnTo>
                    <a:pt x="969914" y="1290378"/>
                  </a:lnTo>
                  <a:lnTo>
                    <a:pt x="969885" y="1290381"/>
                  </a:lnTo>
                  <a:lnTo>
                    <a:pt x="969878" y="1290381"/>
                  </a:lnTo>
                  <a:lnTo>
                    <a:pt x="969842" y="1290405"/>
                  </a:lnTo>
                  <a:lnTo>
                    <a:pt x="969812" y="1290436"/>
                  </a:lnTo>
                  <a:lnTo>
                    <a:pt x="969776" y="1290465"/>
                  </a:lnTo>
                  <a:lnTo>
                    <a:pt x="969748" y="1290487"/>
                  </a:lnTo>
                  <a:lnTo>
                    <a:pt x="969739" y="1290491"/>
                  </a:lnTo>
                  <a:lnTo>
                    <a:pt x="969721" y="1290504"/>
                  </a:lnTo>
                  <a:lnTo>
                    <a:pt x="969695" y="1290526"/>
                  </a:lnTo>
                  <a:lnTo>
                    <a:pt x="969673" y="1290553"/>
                  </a:lnTo>
                  <a:lnTo>
                    <a:pt x="969636" y="1290581"/>
                  </a:lnTo>
                  <a:lnTo>
                    <a:pt x="969594" y="1290597"/>
                  </a:lnTo>
                  <a:lnTo>
                    <a:pt x="969566" y="1290611"/>
                  </a:lnTo>
                  <a:lnTo>
                    <a:pt x="969531" y="1290632"/>
                  </a:lnTo>
                  <a:lnTo>
                    <a:pt x="969506" y="1290663"/>
                  </a:lnTo>
                  <a:lnTo>
                    <a:pt x="969490" y="1290681"/>
                  </a:lnTo>
                  <a:lnTo>
                    <a:pt x="969469" y="1290706"/>
                  </a:lnTo>
                  <a:lnTo>
                    <a:pt x="969427" y="1290756"/>
                  </a:lnTo>
                  <a:lnTo>
                    <a:pt x="969368" y="1290812"/>
                  </a:lnTo>
                  <a:lnTo>
                    <a:pt x="969336" y="1290834"/>
                  </a:lnTo>
                  <a:lnTo>
                    <a:pt x="969305" y="1290857"/>
                  </a:lnTo>
                  <a:lnTo>
                    <a:pt x="969268" y="1290892"/>
                  </a:lnTo>
                  <a:lnTo>
                    <a:pt x="969191" y="1290944"/>
                  </a:lnTo>
                  <a:lnTo>
                    <a:pt x="969138" y="1290969"/>
                  </a:lnTo>
                  <a:lnTo>
                    <a:pt x="969129" y="1290975"/>
                  </a:lnTo>
                  <a:lnTo>
                    <a:pt x="969085" y="1291005"/>
                  </a:lnTo>
                  <a:lnTo>
                    <a:pt x="969017" y="1291039"/>
                  </a:lnTo>
                  <a:lnTo>
                    <a:pt x="968943" y="1291068"/>
                  </a:lnTo>
                  <a:lnTo>
                    <a:pt x="968883" y="1291095"/>
                  </a:lnTo>
                  <a:lnTo>
                    <a:pt x="968844" y="1291111"/>
                  </a:lnTo>
                  <a:lnTo>
                    <a:pt x="968774" y="1291126"/>
                  </a:lnTo>
                  <a:lnTo>
                    <a:pt x="968730" y="1291135"/>
                  </a:lnTo>
                  <a:lnTo>
                    <a:pt x="968705" y="1291145"/>
                  </a:lnTo>
                  <a:lnTo>
                    <a:pt x="968695" y="1291149"/>
                  </a:lnTo>
                  <a:lnTo>
                    <a:pt x="968659" y="1291147"/>
                  </a:lnTo>
                  <a:lnTo>
                    <a:pt x="968621" y="1291146"/>
                  </a:lnTo>
                  <a:lnTo>
                    <a:pt x="968565" y="1291153"/>
                  </a:lnTo>
                  <a:lnTo>
                    <a:pt x="968537" y="1291151"/>
                  </a:lnTo>
                  <a:lnTo>
                    <a:pt x="968519" y="1291156"/>
                  </a:lnTo>
                  <a:lnTo>
                    <a:pt x="968495" y="1291166"/>
                  </a:lnTo>
                  <a:lnTo>
                    <a:pt x="968468" y="1291178"/>
                  </a:lnTo>
                  <a:lnTo>
                    <a:pt x="968441" y="1291185"/>
                  </a:lnTo>
                  <a:lnTo>
                    <a:pt x="968425" y="1291189"/>
                  </a:lnTo>
                  <a:lnTo>
                    <a:pt x="968410" y="1291200"/>
                  </a:lnTo>
                  <a:lnTo>
                    <a:pt x="968391" y="1291218"/>
                  </a:lnTo>
                  <a:lnTo>
                    <a:pt x="968328" y="1291251"/>
                  </a:lnTo>
                  <a:lnTo>
                    <a:pt x="968257" y="1291291"/>
                  </a:lnTo>
                  <a:lnTo>
                    <a:pt x="968239" y="1291300"/>
                  </a:lnTo>
                  <a:lnTo>
                    <a:pt x="968233" y="1291305"/>
                  </a:lnTo>
                  <a:lnTo>
                    <a:pt x="968228" y="1291296"/>
                  </a:lnTo>
                  <a:lnTo>
                    <a:pt x="968225" y="1291292"/>
                  </a:lnTo>
                  <a:lnTo>
                    <a:pt x="968222" y="1291287"/>
                  </a:lnTo>
                  <a:lnTo>
                    <a:pt x="968221" y="1291280"/>
                  </a:lnTo>
                  <a:lnTo>
                    <a:pt x="968216" y="1291265"/>
                  </a:lnTo>
                  <a:lnTo>
                    <a:pt x="968211" y="1291258"/>
                  </a:lnTo>
                  <a:lnTo>
                    <a:pt x="968205" y="1291243"/>
                  </a:lnTo>
                  <a:lnTo>
                    <a:pt x="968203" y="1291235"/>
                  </a:lnTo>
                  <a:lnTo>
                    <a:pt x="968204" y="1291228"/>
                  </a:lnTo>
                  <a:lnTo>
                    <a:pt x="968208" y="1291218"/>
                  </a:lnTo>
                  <a:lnTo>
                    <a:pt x="968211" y="1291213"/>
                  </a:lnTo>
                  <a:lnTo>
                    <a:pt x="968218" y="1291198"/>
                  </a:lnTo>
                  <a:lnTo>
                    <a:pt x="968223" y="1291183"/>
                  </a:lnTo>
                  <a:lnTo>
                    <a:pt x="968225" y="1291168"/>
                  </a:lnTo>
                  <a:lnTo>
                    <a:pt x="968226" y="1291158"/>
                  </a:lnTo>
                  <a:lnTo>
                    <a:pt x="968228" y="1291142"/>
                  </a:lnTo>
                  <a:lnTo>
                    <a:pt x="968231" y="1291127"/>
                  </a:lnTo>
                  <a:lnTo>
                    <a:pt x="968233" y="1291112"/>
                  </a:lnTo>
                  <a:lnTo>
                    <a:pt x="968234" y="1291099"/>
                  </a:lnTo>
                  <a:lnTo>
                    <a:pt x="968235" y="1291084"/>
                  </a:lnTo>
                  <a:lnTo>
                    <a:pt x="968235" y="1291069"/>
                  </a:lnTo>
                  <a:lnTo>
                    <a:pt x="968232" y="1291062"/>
                  </a:lnTo>
                  <a:lnTo>
                    <a:pt x="968231" y="1291055"/>
                  </a:lnTo>
                  <a:lnTo>
                    <a:pt x="968228" y="1291040"/>
                  </a:lnTo>
                  <a:lnTo>
                    <a:pt x="968221" y="1291025"/>
                  </a:lnTo>
                  <a:lnTo>
                    <a:pt x="968207" y="1291012"/>
                  </a:lnTo>
                  <a:lnTo>
                    <a:pt x="968193" y="1291004"/>
                  </a:lnTo>
                  <a:lnTo>
                    <a:pt x="968178" y="1290996"/>
                  </a:lnTo>
                  <a:lnTo>
                    <a:pt x="968172" y="1290988"/>
                  </a:lnTo>
                  <a:lnTo>
                    <a:pt x="968169" y="1290982"/>
                  </a:lnTo>
                  <a:lnTo>
                    <a:pt x="968168" y="1290968"/>
                  </a:lnTo>
                  <a:lnTo>
                    <a:pt x="968171" y="1290955"/>
                  </a:lnTo>
                  <a:lnTo>
                    <a:pt x="968172" y="1290941"/>
                  </a:lnTo>
                  <a:lnTo>
                    <a:pt x="968171" y="1290931"/>
                  </a:lnTo>
                  <a:lnTo>
                    <a:pt x="968172" y="1290919"/>
                  </a:lnTo>
                  <a:lnTo>
                    <a:pt x="968170" y="1290913"/>
                  </a:lnTo>
                  <a:lnTo>
                    <a:pt x="968168" y="1290904"/>
                  </a:lnTo>
                  <a:lnTo>
                    <a:pt x="968165" y="1290889"/>
                  </a:lnTo>
                  <a:lnTo>
                    <a:pt x="968161" y="1290880"/>
                  </a:lnTo>
                  <a:lnTo>
                    <a:pt x="968154" y="1290871"/>
                  </a:lnTo>
                  <a:lnTo>
                    <a:pt x="968142" y="1290855"/>
                  </a:lnTo>
                  <a:lnTo>
                    <a:pt x="968137" y="1290839"/>
                  </a:lnTo>
                  <a:lnTo>
                    <a:pt x="968133" y="1290824"/>
                  </a:lnTo>
                  <a:lnTo>
                    <a:pt x="968131" y="1290813"/>
                  </a:lnTo>
                  <a:lnTo>
                    <a:pt x="968128" y="1290798"/>
                  </a:lnTo>
                  <a:lnTo>
                    <a:pt x="968124" y="1290787"/>
                  </a:lnTo>
                  <a:lnTo>
                    <a:pt x="968120" y="1290783"/>
                  </a:lnTo>
                  <a:lnTo>
                    <a:pt x="968116" y="1290777"/>
                  </a:lnTo>
                  <a:lnTo>
                    <a:pt x="968102" y="1290770"/>
                  </a:lnTo>
                  <a:lnTo>
                    <a:pt x="968088" y="1290765"/>
                  </a:lnTo>
                  <a:lnTo>
                    <a:pt x="968078" y="1290765"/>
                  </a:lnTo>
                  <a:lnTo>
                    <a:pt x="968073" y="1290768"/>
                  </a:lnTo>
                  <a:lnTo>
                    <a:pt x="968058" y="1290772"/>
                  </a:lnTo>
                  <a:lnTo>
                    <a:pt x="968055" y="1290774"/>
                  </a:lnTo>
                  <a:lnTo>
                    <a:pt x="968044" y="1290775"/>
                  </a:lnTo>
                  <a:lnTo>
                    <a:pt x="968035" y="1290769"/>
                  </a:lnTo>
                  <a:lnTo>
                    <a:pt x="968031" y="1290765"/>
                  </a:lnTo>
                  <a:lnTo>
                    <a:pt x="968027" y="1290755"/>
                  </a:lnTo>
                  <a:lnTo>
                    <a:pt x="968022" y="1290739"/>
                  </a:lnTo>
                  <a:lnTo>
                    <a:pt x="968020" y="1290729"/>
                  </a:lnTo>
                  <a:lnTo>
                    <a:pt x="968017" y="1290724"/>
                  </a:lnTo>
                  <a:lnTo>
                    <a:pt x="968012" y="1290713"/>
                  </a:lnTo>
                  <a:lnTo>
                    <a:pt x="967995" y="1290700"/>
                  </a:lnTo>
                  <a:lnTo>
                    <a:pt x="967980" y="1290694"/>
                  </a:lnTo>
                  <a:lnTo>
                    <a:pt x="967970" y="1290694"/>
                  </a:lnTo>
                  <a:lnTo>
                    <a:pt x="967966" y="1290692"/>
                  </a:lnTo>
                  <a:lnTo>
                    <a:pt x="967951" y="1290690"/>
                  </a:lnTo>
                  <a:lnTo>
                    <a:pt x="967943" y="1290689"/>
                  </a:lnTo>
                  <a:lnTo>
                    <a:pt x="967928" y="1290689"/>
                  </a:lnTo>
                  <a:lnTo>
                    <a:pt x="967913" y="1290689"/>
                  </a:lnTo>
                  <a:lnTo>
                    <a:pt x="967899" y="1290689"/>
                  </a:lnTo>
                  <a:lnTo>
                    <a:pt x="967885" y="1290692"/>
                  </a:lnTo>
                  <a:lnTo>
                    <a:pt x="967870" y="1290693"/>
                  </a:lnTo>
                  <a:lnTo>
                    <a:pt x="967856" y="1290689"/>
                  </a:lnTo>
                  <a:lnTo>
                    <a:pt x="967841" y="1290684"/>
                  </a:lnTo>
                  <a:lnTo>
                    <a:pt x="967827" y="1290679"/>
                  </a:lnTo>
                  <a:lnTo>
                    <a:pt x="967812" y="1290673"/>
                  </a:lnTo>
                  <a:lnTo>
                    <a:pt x="967798" y="1290666"/>
                  </a:lnTo>
                  <a:lnTo>
                    <a:pt x="967783" y="1290660"/>
                  </a:lnTo>
                  <a:lnTo>
                    <a:pt x="967767" y="1290652"/>
                  </a:lnTo>
                  <a:lnTo>
                    <a:pt x="967754" y="1290645"/>
                  </a:lnTo>
                  <a:lnTo>
                    <a:pt x="967746" y="1290641"/>
                  </a:lnTo>
                  <a:lnTo>
                    <a:pt x="967740" y="1290636"/>
                  </a:lnTo>
                  <a:lnTo>
                    <a:pt x="967725" y="1290629"/>
                  </a:lnTo>
                  <a:lnTo>
                    <a:pt x="967711" y="1290624"/>
                  </a:lnTo>
                  <a:lnTo>
                    <a:pt x="967697" y="1290618"/>
                  </a:lnTo>
                  <a:lnTo>
                    <a:pt x="967682" y="1290614"/>
                  </a:lnTo>
                  <a:lnTo>
                    <a:pt x="967668" y="1290611"/>
                  </a:lnTo>
                  <a:lnTo>
                    <a:pt x="967653" y="1290608"/>
                  </a:lnTo>
                  <a:lnTo>
                    <a:pt x="967638" y="1290606"/>
                  </a:lnTo>
                  <a:lnTo>
                    <a:pt x="967624" y="1290600"/>
                  </a:lnTo>
                  <a:lnTo>
                    <a:pt x="967613" y="1290592"/>
                  </a:lnTo>
                  <a:lnTo>
                    <a:pt x="967611" y="1290588"/>
                  </a:lnTo>
                  <a:lnTo>
                    <a:pt x="967606" y="1290584"/>
                  </a:lnTo>
                  <a:lnTo>
                    <a:pt x="967599" y="1290574"/>
                  </a:lnTo>
                  <a:lnTo>
                    <a:pt x="967586" y="1290560"/>
                  </a:lnTo>
                  <a:lnTo>
                    <a:pt x="967571" y="1290550"/>
                  </a:lnTo>
                  <a:lnTo>
                    <a:pt x="967557" y="1290545"/>
                  </a:lnTo>
                  <a:lnTo>
                    <a:pt x="967542" y="1290540"/>
                  </a:lnTo>
                  <a:lnTo>
                    <a:pt x="967527" y="1290535"/>
                  </a:lnTo>
                  <a:lnTo>
                    <a:pt x="967524" y="1290534"/>
                  </a:lnTo>
                  <a:lnTo>
                    <a:pt x="967517" y="1290528"/>
                  </a:lnTo>
                  <a:lnTo>
                    <a:pt x="967514" y="1290524"/>
                  </a:lnTo>
                  <a:lnTo>
                    <a:pt x="967511" y="1290517"/>
                  </a:lnTo>
                  <a:lnTo>
                    <a:pt x="967507" y="1290511"/>
                  </a:lnTo>
                  <a:lnTo>
                    <a:pt x="967497" y="1290494"/>
                  </a:lnTo>
                  <a:lnTo>
                    <a:pt x="967486" y="1290492"/>
                  </a:lnTo>
                  <a:lnTo>
                    <a:pt x="967472" y="1290492"/>
                  </a:lnTo>
                  <a:lnTo>
                    <a:pt x="967457" y="1290491"/>
                  </a:lnTo>
                  <a:lnTo>
                    <a:pt x="967443" y="1290489"/>
                  </a:lnTo>
                  <a:lnTo>
                    <a:pt x="967428" y="1290487"/>
                  </a:lnTo>
                  <a:lnTo>
                    <a:pt x="967414" y="1290483"/>
                  </a:lnTo>
                  <a:lnTo>
                    <a:pt x="967401" y="1290476"/>
                  </a:lnTo>
                  <a:lnTo>
                    <a:pt x="967387" y="1290466"/>
                  </a:lnTo>
                  <a:lnTo>
                    <a:pt x="967372" y="1290453"/>
                  </a:lnTo>
                  <a:lnTo>
                    <a:pt x="967362" y="1290437"/>
                  </a:lnTo>
                  <a:lnTo>
                    <a:pt x="967356" y="1290433"/>
                  </a:lnTo>
                  <a:lnTo>
                    <a:pt x="967349" y="1290428"/>
                  </a:lnTo>
                  <a:lnTo>
                    <a:pt x="967345" y="1290420"/>
                  </a:lnTo>
                  <a:lnTo>
                    <a:pt x="967343" y="1290415"/>
                  </a:lnTo>
                  <a:lnTo>
                    <a:pt x="967345" y="1290405"/>
                  </a:lnTo>
                  <a:lnTo>
                    <a:pt x="967351" y="1290395"/>
                  </a:lnTo>
                  <a:lnTo>
                    <a:pt x="967352" y="1290390"/>
                  </a:lnTo>
                  <a:lnTo>
                    <a:pt x="967355" y="1290385"/>
                  </a:lnTo>
                  <a:lnTo>
                    <a:pt x="967353" y="1290373"/>
                  </a:lnTo>
                  <a:lnTo>
                    <a:pt x="967341" y="1290364"/>
                  </a:lnTo>
                  <a:lnTo>
                    <a:pt x="967327" y="1290363"/>
                  </a:lnTo>
                  <a:lnTo>
                    <a:pt x="967312" y="1290361"/>
                  </a:lnTo>
                  <a:lnTo>
                    <a:pt x="967298" y="1290358"/>
                  </a:lnTo>
                  <a:lnTo>
                    <a:pt x="967294" y="1290338"/>
                  </a:lnTo>
                  <a:lnTo>
                    <a:pt x="967292" y="1290332"/>
                  </a:lnTo>
                  <a:lnTo>
                    <a:pt x="967289" y="1290317"/>
                  </a:lnTo>
                  <a:lnTo>
                    <a:pt x="967289" y="1290311"/>
                  </a:lnTo>
                  <a:lnTo>
                    <a:pt x="967286" y="1290302"/>
                  </a:lnTo>
                  <a:lnTo>
                    <a:pt x="967281" y="1290287"/>
                  </a:lnTo>
                  <a:lnTo>
                    <a:pt x="967278" y="1290279"/>
                  </a:lnTo>
                  <a:lnTo>
                    <a:pt x="967273" y="1290272"/>
                  </a:lnTo>
                  <a:lnTo>
                    <a:pt x="967260" y="1290258"/>
                  </a:lnTo>
                  <a:lnTo>
                    <a:pt x="967253" y="1290255"/>
                  </a:lnTo>
                  <a:lnTo>
                    <a:pt x="967245" y="1290254"/>
                  </a:lnTo>
                  <a:lnTo>
                    <a:pt x="967239" y="1290255"/>
                  </a:lnTo>
                  <a:lnTo>
                    <a:pt x="967232" y="1290259"/>
                  </a:lnTo>
                  <a:lnTo>
                    <a:pt x="967226" y="1290263"/>
                  </a:lnTo>
                  <a:lnTo>
                    <a:pt x="967220" y="1290271"/>
                  </a:lnTo>
                  <a:lnTo>
                    <a:pt x="967217" y="1290275"/>
                  </a:lnTo>
                  <a:lnTo>
                    <a:pt x="967205" y="1290281"/>
                  </a:lnTo>
                  <a:lnTo>
                    <a:pt x="967192" y="1290287"/>
                  </a:lnTo>
                  <a:lnTo>
                    <a:pt x="967184" y="1290289"/>
                  </a:lnTo>
                  <a:lnTo>
                    <a:pt x="967176" y="1290289"/>
                  </a:lnTo>
                  <a:lnTo>
                    <a:pt x="967162" y="1290286"/>
                  </a:lnTo>
                  <a:lnTo>
                    <a:pt x="967148" y="1290277"/>
                  </a:lnTo>
                  <a:lnTo>
                    <a:pt x="967142" y="1290271"/>
                  </a:lnTo>
                  <a:lnTo>
                    <a:pt x="967136" y="1290262"/>
                  </a:lnTo>
                  <a:lnTo>
                    <a:pt x="967127" y="1290247"/>
                  </a:lnTo>
                  <a:lnTo>
                    <a:pt x="967114" y="1290233"/>
                  </a:lnTo>
                  <a:lnTo>
                    <a:pt x="967100" y="1290222"/>
                  </a:lnTo>
                  <a:lnTo>
                    <a:pt x="967085" y="1290215"/>
                  </a:lnTo>
                  <a:lnTo>
                    <a:pt x="967071" y="1290210"/>
                  </a:lnTo>
                  <a:lnTo>
                    <a:pt x="967056" y="1290205"/>
                  </a:lnTo>
                  <a:lnTo>
                    <a:pt x="967041" y="1290199"/>
                  </a:lnTo>
                  <a:lnTo>
                    <a:pt x="967027" y="1290194"/>
                  </a:lnTo>
                  <a:lnTo>
                    <a:pt x="967013" y="1290189"/>
                  </a:lnTo>
                  <a:lnTo>
                    <a:pt x="966998" y="1290185"/>
                  </a:lnTo>
                  <a:lnTo>
                    <a:pt x="966987" y="1290184"/>
                  </a:lnTo>
                  <a:lnTo>
                    <a:pt x="966983" y="1290182"/>
                  </a:lnTo>
                  <a:lnTo>
                    <a:pt x="966973" y="1290179"/>
                  </a:lnTo>
                  <a:lnTo>
                    <a:pt x="966959" y="1290169"/>
                  </a:lnTo>
                  <a:lnTo>
                    <a:pt x="966945" y="1290155"/>
                  </a:lnTo>
                  <a:lnTo>
                    <a:pt x="966935" y="1290140"/>
                  </a:lnTo>
                  <a:lnTo>
                    <a:pt x="966923" y="1290126"/>
                  </a:lnTo>
                  <a:lnTo>
                    <a:pt x="966908" y="1290114"/>
                  </a:lnTo>
                  <a:lnTo>
                    <a:pt x="966894" y="1290109"/>
                  </a:lnTo>
                  <a:lnTo>
                    <a:pt x="966887" y="1290107"/>
                  </a:lnTo>
                  <a:lnTo>
                    <a:pt x="966878" y="1290105"/>
                  </a:lnTo>
                  <a:lnTo>
                    <a:pt x="966866" y="1290105"/>
                  </a:lnTo>
                  <a:lnTo>
                    <a:pt x="966853" y="1290107"/>
                  </a:lnTo>
                  <a:lnTo>
                    <a:pt x="966843" y="1290113"/>
                  </a:lnTo>
                  <a:lnTo>
                    <a:pt x="966829" y="1290114"/>
                  </a:lnTo>
                  <a:lnTo>
                    <a:pt x="966821" y="1290112"/>
                  </a:lnTo>
                  <a:lnTo>
                    <a:pt x="966806" y="1290101"/>
                  </a:lnTo>
                  <a:lnTo>
                    <a:pt x="966792" y="1290090"/>
                  </a:lnTo>
                  <a:lnTo>
                    <a:pt x="966777" y="1290077"/>
                  </a:lnTo>
                  <a:lnTo>
                    <a:pt x="966765" y="1290063"/>
                  </a:lnTo>
                  <a:lnTo>
                    <a:pt x="966760" y="1290058"/>
                  </a:lnTo>
                  <a:lnTo>
                    <a:pt x="966749" y="1290043"/>
                  </a:lnTo>
                  <a:lnTo>
                    <a:pt x="966738" y="1290028"/>
                  </a:lnTo>
                  <a:lnTo>
                    <a:pt x="966727" y="1290013"/>
                  </a:lnTo>
                  <a:lnTo>
                    <a:pt x="966713" y="1289999"/>
                  </a:lnTo>
                  <a:lnTo>
                    <a:pt x="966706" y="1289991"/>
                  </a:lnTo>
                  <a:lnTo>
                    <a:pt x="966706" y="1289984"/>
                  </a:lnTo>
                  <a:lnTo>
                    <a:pt x="966704" y="1289977"/>
                  </a:lnTo>
                  <a:lnTo>
                    <a:pt x="966704" y="1289969"/>
                  </a:lnTo>
                  <a:lnTo>
                    <a:pt x="966703" y="1289964"/>
                  </a:lnTo>
                  <a:lnTo>
                    <a:pt x="966704" y="1289954"/>
                  </a:lnTo>
                  <a:lnTo>
                    <a:pt x="966704" y="1289939"/>
                  </a:lnTo>
                  <a:lnTo>
                    <a:pt x="966705" y="1289924"/>
                  </a:lnTo>
                  <a:lnTo>
                    <a:pt x="966703" y="1289909"/>
                  </a:lnTo>
                  <a:lnTo>
                    <a:pt x="966703" y="1289894"/>
                  </a:lnTo>
                  <a:lnTo>
                    <a:pt x="966705" y="1289879"/>
                  </a:lnTo>
                  <a:lnTo>
                    <a:pt x="966704" y="1289864"/>
                  </a:lnTo>
                  <a:lnTo>
                    <a:pt x="966701" y="1289849"/>
                  </a:lnTo>
                  <a:lnTo>
                    <a:pt x="966699" y="1289842"/>
                  </a:lnTo>
                  <a:lnTo>
                    <a:pt x="966696" y="1289835"/>
                  </a:lnTo>
                  <a:lnTo>
                    <a:pt x="966693" y="1289831"/>
                  </a:lnTo>
                  <a:lnTo>
                    <a:pt x="966688" y="1289819"/>
                  </a:lnTo>
                  <a:lnTo>
                    <a:pt x="966680" y="1289804"/>
                  </a:lnTo>
                  <a:lnTo>
                    <a:pt x="966671" y="1289789"/>
                  </a:lnTo>
                  <a:lnTo>
                    <a:pt x="966662" y="1289774"/>
                  </a:lnTo>
                  <a:lnTo>
                    <a:pt x="966655" y="1289759"/>
                  </a:lnTo>
                  <a:lnTo>
                    <a:pt x="966647" y="1289743"/>
                  </a:lnTo>
                  <a:lnTo>
                    <a:pt x="966642" y="1289728"/>
                  </a:lnTo>
                  <a:lnTo>
                    <a:pt x="966637" y="1289713"/>
                  </a:lnTo>
                  <a:lnTo>
                    <a:pt x="966630" y="1289698"/>
                  </a:lnTo>
                  <a:lnTo>
                    <a:pt x="966622" y="1289683"/>
                  </a:lnTo>
                  <a:lnTo>
                    <a:pt x="966613" y="1289668"/>
                  </a:lnTo>
                  <a:lnTo>
                    <a:pt x="966605" y="1289653"/>
                  </a:lnTo>
                  <a:lnTo>
                    <a:pt x="966599" y="1289638"/>
                  </a:lnTo>
                  <a:lnTo>
                    <a:pt x="966597" y="1289623"/>
                  </a:lnTo>
                  <a:lnTo>
                    <a:pt x="966598" y="1289608"/>
                  </a:lnTo>
                  <a:lnTo>
                    <a:pt x="966597" y="1289593"/>
                  </a:lnTo>
                  <a:lnTo>
                    <a:pt x="966597" y="1289578"/>
                  </a:lnTo>
                  <a:lnTo>
                    <a:pt x="966595" y="1289563"/>
                  </a:lnTo>
                  <a:lnTo>
                    <a:pt x="966594" y="1289548"/>
                  </a:lnTo>
                  <a:lnTo>
                    <a:pt x="966593" y="1289532"/>
                  </a:lnTo>
                  <a:lnTo>
                    <a:pt x="966594" y="1289517"/>
                  </a:lnTo>
                  <a:lnTo>
                    <a:pt x="966595" y="1289502"/>
                  </a:lnTo>
                  <a:lnTo>
                    <a:pt x="966596" y="1289487"/>
                  </a:lnTo>
                  <a:lnTo>
                    <a:pt x="966597" y="1289472"/>
                  </a:lnTo>
                  <a:lnTo>
                    <a:pt x="966598" y="1289457"/>
                  </a:lnTo>
                  <a:lnTo>
                    <a:pt x="966600" y="1289442"/>
                  </a:lnTo>
                  <a:lnTo>
                    <a:pt x="966601" y="1289427"/>
                  </a:lnTo>
                  <a:lnTo>
                    <a:pt x="966602" y="1289412"/>
                  </a:lnTo>
                  <a:lnTo>
                    <a:pt x="966602" y="1289397"/>
                  </a:lnTo>
                  <a:lnTo>
                    <a:pt x="966602" y="1289382"/>
                  </a:lnTo>
                  <a:lnTo>
                    <a:pt x="966604" y="1289374"/>
                  </a:lnTo>
                  <a:lnTo>
                    <a:pt x="966602" y="1289367"/>
                  </a:lnTo>
                  <a:lnTo>
                    <a:pt x="966604" y="1289351"/>
                  </a:lnTo>
                  <a:lnTo>
                    <a:pt x="966603" y="1289344"/>
                  </a:lnTo>
                  <a:lnTo>
                    <a:pt x="966600" y="1289329"/>
                  </a:lnTo>
                  <a:lnTo>
                    <a:pt x="966595" y="1289320"/>
                  </a:lnTo>
                  <a:lnTo>
                    <a:pt x="966595" y="1289313"/>
                  </a:lnTo>
                  <a:lnTo>
                    <a:pt x="966587" y="1289298"/>
                  </a:lnTo>
                  <a:lnTo>
                    <a:pt x="966574" y="1289285"/>
                  </a:lnTo>
                  <a:lnTo>
                    <a:pt x="966570" y="1289283"/>
                  </a:lnTo>
                  <a:lnTo>
                    <a:pt x="966564" y="1289283"/>
                  </a:lnTo>
                  <a:lnTo>
                    <a:pt x="966549" y="1289283"/>
                  </a:lnTo>
                  <a:lnTo>
                    <a:pt x="966535" y="1289279"/>
                  </a:lnTo>
                  <a:lnTo>
                    <a:pt x="966529" y="1289276"/>
                  </a:lnTo>
                  <a:lnTo>
                    <a:pt x="966521" y="1289268"/>
                  </a:lnTo>
                  <a:lnTo>
                    <a:pt x="966509" y="1289252"/>
                  </a:lnTo>
                  <a:lnTo>
                    <a:pt x="966505" y="1289246"/>
                  </a:lnTo>
                  <a:lnTo>
                    <a:pt x="966501" y="1289239"/>
                  </a:lnTo>
                  <a:lnTo>
                    <a:pt x="966496" y="1289231"/>
                  </a:lnTo>
                  <a:lnTo>
                    <a:pt x="966488" y="1289226"/>
                  </a:lnTo>
                  <a:lnTo>
                    <a:pt x="966482" y="1289222"/>
                  </a:lnTo>
                  <a:lnTo>
                    <a:pt x="966474" y="1289222"/>
                  </a:lnTo>
                  <a:lnTo>
                    <a:pt x="966459" y="1289219"/>
                  </a:lnTo>
                  <a:lnTo>
                    <a:pt x="966452" y="1289217"/>
                  </a:lnTo>
                  <a:lnTo>
                    <a:pt x="966445" y="1289213"/>
                  </a:lnTo>
                  <a:lnTo>
                    <a:pt x="966430" y="1289202"/>
                  </a:lnTo>
                  <a:lnTo>
                    <a:pt x="966416" y="1289195"/>
                  </a:lnTo>
                  <a:lnTo>
                    <a:pt x="966401" y="1289190"/>
                  </a:lnTo>
                  <a:lnTo>
                    <a:pt x="966396" y="1289190"/>
                  </a:lnTo>
                  <a:lnTo>
                    <a:pt x="966392" y="1289190"/>
                  </a:lnTo>
                  <a:lnTo>
                    <a:pt x="966387" y="1289193"/>
                  </a:lnTo>
                  <a:lnTo>
                    <a:pt x="966373" y="1289198"/>
                  </a:lnTo>
                  <a:lnTo>
                    <a:pt x="966358" y="1289201"/>
                  </a:lnTo>
                  <a:lnTo>
                    <a:pt x="966352" y="1289201"/>
                  </a:lnTo>
                  <a:lnTo>
                    <a:pt x="966343" y="1289198"/>
                  </a:lnTo>
                  <a:lnTo>
                    <a:pt x="966329" y="1289189"/>
                  </a:lnTo>
                  <a:lnTo>
                    <a:pt x="966324" y="1289186"/>
                  </a:lnTo>
                  <a:lnTo>
                    <a:pt x="966314" y="1289184"/>
                  </a:lnTo>
                  <a:lnTo>
                    <a:pt x="966300" y="1289186"/>
                  </a:lnTo>
                  <a:lnTo>
                    <a:pt x="966286" y="1289191"/>
                  </a:lnTo>
                  <a:lnTo>
                    <a:pt x="966271" y="1289203"/>
                  </a:lnTo>
                  <a:lnTo>
                    <a:pt x="966257" y="1289214"/>
                  </a:lnTo>
                  <a:lnTo>
                    <a:pt x="966242" y="1289224"/>
                  </a:lnTo>
                  <a:lnTo>
                    <a:pt x="966228" y="1289236"/>
                  </a:lnTo>
                  <a:lnTo>
                    <a:pt x="966214" y="1289245"/>
                  </a:lnTo>
                  <a:lnTo>
                    <a:pt x="966203" y="1289253"/>
                  </a:lnTo>
                  <a:lnTo>
                    <a:pt x="966199" y="1289253"/>
                  </a:lnTo>
                  <a:lnTo>
                    <a:pt x="966191" y="1289253"/>
                  </a:lnTo>
                  <a:lnTo>
                    <a:pt x="966184" y="1289251"/>
                  </a:lnTo>
                  <a:lnTo>
                    <a:pt x="966175" y="1289249"/>
                  </a:lnTo>
                  <a:lnTo>
                    <a:pt x="966170" y="1289244"/>
                  </a:lnTo>
                  <a:lnTo>
                    <a:pt x="966156" y="1289230"/>
                  </a:lnTo>
                  <a:lnTo>
                    <a:pt x="966150" y="1289226"/>
                  </a:lnTo>
                  <a:lnTo>
                    <a:pt x="966141" y="1289223"/>
                  </a:lnTo>
                  <a:lnTo>
                    <a:pt x="966134" y="1289221"/>
                  </a:lnTo>
                  <a:lnTo>
                    <a:pt x="966128" y="1289222"/>
                  </a:lnTo>
                  <a:lnTo>
                    <a:pt x="966123" y="1289224"/>
                  </a:lnTo>
                  <a:lnTo>
                    <a:pt x="966113" y="1289232"/>
                  </a:lnTo>
                  <a:lnTo>
                    <a:pt x="966101" y="1289247"/>
                  </a:lnTo>
                  <a:lnTo>
                    <a:pt x="966091" y="1289262"/>
                  </a:lnTo>
                  <a:lnTo>
                    <a:pt x="966079" y="1289275"/>
                  </a:lnTo>
                  <a:lnTo>
                    <a:pt x="966064" y="1289283"/>
                  </a:lnTo>
                  <a:lnTo>
                    <a:pt x="966057" y="1289287"/>
                  </a:lnTo>
                  <a:lnTo>
                    <a:pt x="966050" y="1289288"/>
                  </a:lnTo>
                  <a:lnTo>
                    <a:pt x="966019" y="1289291"/>
                  </a:lnTo>
                  <a:lnTo>
                    <a:pt x="966011" y="1289290"/>
                  </a:lnTo>
                  <a:lnTo>
                    <a:pt x="965997" y="1289289"/>
                  </a:lnTo>
                  <a:lnTo>
                    <a:pt x="965982" y="1289285"/>
                  </a:lnTo>
                  <a:lnTo>
                    <a:pt x="965968" y="1289283"/>
                  </a:lnTo>
                  <a:lnTo>
                    <a:pt x="965941" y="1289278"/>
                  </a:lnTo>
                  <a:lnTo>
                    <a:pt x="965935" y="1289276"/>
                  </a:lnTo>
                  <a:lnTo>
                    <a:pt x="965931" y="1289274"/>
                  </a:lnTo>
                  <a:lnTo>
                    <a:pt x="965925" y="1289274"/>
                  </a:lnTo>
                  <a:lnTo>
                    <a:pt x="965919" y="1289271"/>
                  </a:lnTo>
                  <a:lnTo>
                    <a:pt x="965904" y="1289273"/>
                  </a:lnTo>
                  <a:lnTo>
                    <a:pt x="965890" y="1289277"/>
                  </a:lnTo>
                  <a:lnTo>
                    <a:pt x="965875" y="1289281"/>
                  </a:lnTo>
                  <a:lnTo>
                    <a:pt x="965861" y="1289285"/>
                  </a:lnTo>
                  <a:lnTo>
                    <a:pt x="965846" y="1289288"/>
                  </a:lnTo>
                  <a:lnTo>
                    <a:pt x="965832" y="1289290"/>
                  </a:lnTo>
                  <a:lnTo>
                    <a:pt x="965817" y="1289293"/>
                  </a:lnTo>
                  <a:lnTo>
                    <a:pt x="965810" y="1289295"/>
                  </a:lnTo>
                  <a:lnTo>
                    <a:pt x="965803" y="1289299"/>
                  </a:lnTo>
                  <a:lnTo>
                    <a:pt x="965797" y="1289299"/>
                  </a:lnTo>
                  <a:lnTo>
                    <a:pt x="965788" y="1289302"/>
                  </a:lnTo>
                  <a:lnTo>
                    <a:pt x="965765" y="1289310"/>
                  </a:lnTo>
                  <a:lnTo>
                    <a:pt x="965738" y="1289317"/>
                  </a:lnTo>
                  <a:lnTo>
                    <a:pt x="965724" y="1289321"/>
                  </a:lnTo>
                  <a:lnTo>
                    <a:pt x="965709" y="1289323"/>
                  </a:lnTo>
                  <a:lnTo>
                    <a:pt x="965695" y="1289327"/>
                  </a:lnTo>
                  <a:lnTo>
                    <a:pt x="965681" y="1289330"/>
                  </a:lnTo>
                  <a:lnTo>
                    <a:pt x="965666" y="1289332"/>
                  </a:lnTo>
                  <a:lnTo>
                    <a:pt x="965659" y="1289331"/>
                  </a:lnTo>
                  <a:lnTo>
                    <a:pt x="965650" y="1289333"/>
                  </a:lnTo>
                  <a:lnTo>
                    <a:pt x="965637" y="1289340"/>
                  </a:lnTo>
                  <a:lnTo>
                    <a:pt x="965623" y="1289347"/>
                  </a:lnTo>
                  <a:lnTo>
                    <a:pt x="965616" y="1289349"/>
                  </a:lnTo>
                  <a:lnTo>
                    <a:pt x="965602" y="1289355"/>
                  </a:lnTo>
                  <a:lnTo>
                    <a:pt x="965587" y="1289361"/>
                  </a:lnTo>
                  <a:lnTo>
                    <a:pt x="965577" y="1289365"/>
                  </a:lnTo>
                  <a:lnTo>
                    <a:pt x="965573" y="1289365"/>
                  </a:lnTo>
                  <a:lnTo>
                    <a:pt x="965558" y="1289369"/>
                  </a:lnTo>
                  <a:lnTo>
                    <a:pt x="965544" y="1289374"/>
                  </a:lnTo>
                  <a:lnTo>
                    <a:pt x="965529" y="1289376"/>
                  </a:lnTo>
                  <a:lnTo>
                    <a:pt x="965522" y="1289376"/>
                  </a:lnTo>
                  <a:lnTo>
                    <a:pt x="965508" y="1289376"/>
                  </a:lnTo>
                  <a:lnTo>
                    <a:pt x="965494" y="1289375"/>
                  </a:lnTo>
                  <a:lnTo>
                    <a:pt x="965479" y="1289374"/>
                  </a:lnTo>
                  <a:lnTo>
                    <a:pt x="965465" y="1289374"/>
                  </a:lnTo>
                  <a:lnTo>
                    <a:pt x="965450" y="1289374"/>
                  </a:lnTo>
                  <a:lnTo>
                    <a:pt x="965436" y="1289375"/>
                  </a:lnTo>
                  <a:lnTo>
                    <a:pt x="965421" y="1289377"/>
                  </a:lnTo>
                  <a:lnTo>
                    <a:pt x="965412" y="1289376"/>
                  </a:lnTo>
                  <a:lnTo>
                    <a:pt x="965397" y="1289374"/>
                  </a:lnTo>
                  <a:lnTo>
                    <a:pt x="965383" y="1289371"/>
                  </a:lnTo>
                  <a:lnTo>
                    <a:pt x="965368" y="1289369"/>
                  </a:lnTo>
                  <a:lnTo>
                    <a:pt x="965363" y="1289369"/>
                  </a:lnTo>
                  <a:lnTo>
                    <a:pt x="965355" y="1289371"/>
                  </a:lnTo>
                  <a:lnTo>
                    <a:pt x="965339" y="1289377"/>
                  </a:lnTo>
                  <a:lnTo>
                    <a:pt x="965325" y="1289380"/>
                  </a:lnTo>
                  <a:lnTo>
                    <a:pt x="965311" y="1289382"/>
                  </a:lnTo>
                  <a:lnTo>
                    <a:pt x="965306" y="1289382"/>
                  </a:lnTo>
                  <a:lnTo>
                    <a:pt x="965299" y="1289384"/>
                  </a:lnTo>
                  <a:lnTo>
                    <a:pt x="965291" y="1289384"/>
                  </a:lnTo>
                  <a:lnTo>
                    <a:pt x="965281" y="1289384"/>
                  </a:lnTo>
                  <a:lnTo>
                    <a:pt x="965275" y="1289382"/>
                  </a:lnTo>
                  <a:lnTo>
                    <a:pt x="965265" y="1289380"/>
                  </a:lnTo>
                  <a:lnTo>
                    <a:pt x="965258" y="1289375"/>
                  </a:lnTo>
                  <a:lnTo>
                    <a:pt x="965250" y="1289359"/>
                  </a:lnTo>
                  <a:lnTo>
                    <a:pt x="965241" y="1289351"/>
                  </a:lnTo>
                  <a:lnTo>
                    <a:pt x="965237" y="1289348"/>
                  </a:lnTo>
                  <a:lnTo>
                    <a:pt x="965224" y="1289350"/>
                  </a:lnTo>
                  <a:lnTo>
                    <a:pt x="965214" y="1289357"/>
                  </a:lnTo>
                  <a:lnTo>
                    <a:pt x="965208" y="1289359"/>
                  </a:lnTo>
                  <a:lnTo>
                    <a:pt x="965192" y="1289363"/>
                  </a:lnTo>
                  <a:lnTo>
                    <a:pt x="965175" y="1289363"/>
                  </a:lnTo>
                  <a:lnTo>
                    <a:pt x="965161" y="1289363"/>
                  </a:lnTo>
                  <a:lnTo>
                    <a:pt x="965150" y="1289361"/>
                  </a:lnTo>
                  <a:lnTo>
                    <a:pt x="965137" y="1289348"/>
                  </a:lnTo>
                  <a:lnTo>
                    <a:pt x="965129" y="1289344"/>
                  </a:lnTo>
                  <a:lnTo>
                    <a:pt x="965122" y="1289343"/>
                  </a:lnTo>
                  <a:lnTo>
                    <a:pt x="965113" y="1289342"/>
                  </a:lnTo>
                  <a:lnTo>
                    <a:pt x="965101" y="1289348"/>
                  </a:lnTo>
                  <a:lnTo>
                    <a:pt x="965098" y="1289354"/>
                  </a:lnTo>
                  <a:lnTo>
                    <a:pt x="965084" y="1289358"/>
                  </a:lnTo>
                  <a:lnTo>
                    <a:pt x="965070" y="1289361"/>
                  </a:lnTo>
                  <a:lnTo>
                    <a:pt x="965055" y="1289362"/>
                  </a:lnTo>
                  <a:lnTo>
                    <a:pt x="965040" y="1289363"/>
                  </a:lnTo>
                  <a:lnTo>
                    <a:pt x="965022" y="1289363"/>
                  </a:lnTo>
                  <a:lnTo>
                    <a:pt x="965013" y="1289365"/>
                  </a:lnTo>
                  <a:lnTo>
                    <a:pt x="964998" y="1289366"/>
                  </a:lnTo>
                  <a:lnTo>
                    <a:pt x="964984" y="1289365"/>
                  </a:lnTo>
                  <a:lnTo>
                    <a:pt x="964969" y="1289367"/>
                  </a:lnTo>
                  <a:lnTo>
                    <a:pt x="964961" y="1289367"/>
                  </a:lnTo>
                  <a:lnTo>
                    <a:pt x="964955" y="1289365"/>
                  </a:lnTo>
                  <a:lnTo>
                    <a:pt x="964950" y="1289365"/>
                  </a:lnTo>
                  <a:lnTo>
                    <a:pt x="964944" y="1289371"/>
                  </a:lnTo>
                  <a:lnTo>
                    <a:pt x="964939" y="1289377"/>
                  </a:lnTo>
                  <a:lnTo>
                    <a:pt x="964936" y="1289380"/>
                  </a:lnTo>
                  <a:lnTo>
                    <a:pt x="964930" y="1289386"/>
                  </a:lnTo>
                  <a:lnTo>
                    <a:pt x="964922" y="1289389"/>
                  </a:lnTo>
                  <a:lnTo>
                    <a:pt x="964912" y="1289389"/>
                  </a:lnTo>
                  <a:lnTo>
                    <a:pt x="964908" y="1289387"/>
                  </a:lnTo>
                  <a:lnTo>
                    <a:pt x="964898" y="1289383"/>
                  </a:lnTo>
                  <a:lnTo>
                    <a:pt x="964893" y="1289379"/>
                  </a:lnTo>
                  <a:lnTo>
                    <a:pt x="964880" y="1289365"/>
                  </a:lnTo>
                  <a:lnTo>
                    <a:pt x="964868" y="1289361"/>
                  </a:lnTo>
                  <a:lnTo>
                    <a:pt x="964852" y="1289358"/>
                  </a:lnTo>
                  <a:lnTo>
                    <a:pt x="964844" y="1289357"/>
                  </a:lnTo>
                  <a:lnTo>
                    <a:pt x="964837" y="1289354"/>
                  </a:lnTo>
                  <a:lnTo>
                    <a:pt x="964822" y="1289349"/>
                  </a:lnTo>
                  <a:lnTo>
                    <a:pt x="964814" y="1289346"/>
                  </a:lnTo>
                  <a:lnTo>
                    <a:pt x="964808" y="1289346"/>
                  </a:lnTo>
                  <a:lnTo>
                    <a:pt x="964794" y="1289348"/>
                  </a:lnTo>
                  <a:lnTo>
                    <a:pt x="964779" y="1289352"/>
                  </a:lnTo>
                  <a:lnTo>
                    <a:pt x="964765" y="1289357"/>
                  </a:lnTo>
                  <a:lnTo>
                    <a:pt x="964750" y="1289361"/>
                  </a:lnTo>
                  <a:lnTo>
                    <a:pt x="964742" y="1289366"/>
                  </a:lnTo>
                  <a:lnTo>
                    <a:pt x="964740" y="1289381"/>
                  </a:lnTo>
                  <a:lnTo>
                    <a:pt x="964740" y="1289389"/>
                  </a:lnTo>
                  <a:lnTo>
                    <a:pt x="964741" y="1289396"/>
                  </a:lnTo>
                  <a:lnTo>
                    <a:pt x="964740" y="1289411"/>
                  </a:lnTo>
                  <a:lnTo>
                    <a:pt x="964736" y="1289426"/>
                  </a:lnTo>
                  <a:lnTo>
                    <a:pt x="964727" y="1289442"/>
                  </a:lnTo>
                  <a:lnTo>
                    <a:pt x="964720" y="1289448"/>
                  </a:lnTo>
                  <a:lnTo>
                    <a:pt x="964714" y="1289450"/>
                  </a:lnTo>
                  <a:lnTo>
                    <a:pt x="964698" y="1289455"/>
                  </a:lnTo>
                  <a:lnTo>
                    <a:pt x="964693" y="1289457"/>
                  </a:lnTo>
                  <a:lnTo>
                    <a:pt x="964685" y="1289460"/>
                  </a:lnTo>
                  <a:lnTo>
                    <a:pt x="964676" y="1289462"/>
                  </a:lnTo>
                  <a:lnTo>
                    <a:pt x="964655" y="1289456"/>
                  </a:lnTo>
                  <a:lnTo>
                    <a:pt x="964647" y="1289452"/>
                  </a:lnTo>
                  <a:lnTo>
                    <a:pt x="964633" y="1289454"/>
                  </a:lnTo>
                  <a:lnTo>
                    <a:pt x="964603" y="1289455"/>
                  </a:lnTo>
                  <a:lnTo>
                    <a:pt x="964599" y="1289460"/>
                  </a:lnTo>
                  <a:lnTo>
                    <a:pt x="964584" y="1289466"/>
                  </a:lnTo>
                  <a:lnTo>
                    <a:pt x="964568" y="1289467"/>
                  </a:lnTo>
                  <a:lnTo>
                    <a:pt x="964554" y="1289466"/>
                  </a:lnTo>
                  <a:lnTo>
                    <a:pt x="964539" y="1289465"/>
                  </a:lnTo>
                  <a:lnTo>
                    <a:pt x="964525" y="1289462"/>
                  </a:lnTo>
                  <a:lnTo>
                    <a:pt x="964510" y="1289455"/>
                  </a:lnTo>
                  <a:lnTo>
                    <a:pt x="964496" y="1289445"/>
                  </a:lnTo>
                  <a:lnTo>
                    <a:pt x="964485" y="1289431"/>
                  </a:lnTo>
                  <a:lnTo>
                    <a:pt x="964475" y="1289414"/>
                  </a:lnTo>
                  <a:lnTo>
                    <a:pt x="964466" y="1289399"/>
                  </a:lnTo>
                  <a:lnTo>
                    <a:pt x="964453" y="1289384"/>
                  </a:lnTo>
                  <a:lnTo>
                    <a:pt x="964444" y="1289378"/>
                  </a:lnTo>
                  <a:lnTo>
                    <a:pt x="964439" y="1289377"/>
                  </a:lnTo>
                  <a:lnTo>
                    <a:pt x="964424" y="1289375"/>
                  </a:lnTo>
                  <a:lnTo>
                    <a:pt x="964412" y="1289369"/>
                  </a:lnTo>
                  <a:lnTo>
                    <a:pt x="964405" y="1289362"/>
                  </a:lnTo>
                  <a:lnTo>
                    <a:pt x="964390" y="1289351"/>
                  </a:lnTo>
                  <a:lnTo>
                    <a:pt x="964377" y="1289343"/>
                  </a:lnTo>
                  <a:lnTo>
                    <a:pt x="964362" y="1289340"/>
                  </a:lnTo>
                  <a:lnTo>
                    <a:pt x="964346" y="1289344"/>
                  </a:lnTo>
                  <a:lnTo>
                    <a:pt x="964333" y="1289350"/>
                  </a:lnTo>
                  <a:lnTo>
                    <a:pt x="964326" y="1289354"/>
                  </a:lnTo>
                  <a:lnTo>
                    <a:pt x="964319" y="1289361"/>
                  </a:lnTo>
                  <a:lnTo>
                    <a:pt x="964304" y="1289377"/>
                  </a:lnTo>
                  <a:lnTo>
                    <a:pt x="964292" y="1289391"/>
                  </a:lnTo>
                  <a:lnTo>
                    <a:pt x="964262" y="1289421"/>
                  </a:lnTo>
                  <a:lnTo>
                    <a:pt x="964248" y="1289433"/>
                  </a:lnTo>
                  <a:lnTo>
                    <a:pt x="964234" y="1289441"/>
                  </a:lnTo>
                  <a:lnTo>
                    <a:pt x="964219" y="1289446"/>
                  </a:lnTo>
                  <a:lnTo>
                    <a:pt x="964214" y="1289452"/>
                  </a:lnTo>
                  <a:lnTo>
                    <a:pt x="964214" y="1289461"/>
                  </a:lnTo>
                  <a:lnTo>
                    <a:pt x="964214" y="1289476"/>
                  </a:lnTo>
                  <a:lnTo>
                    <a:pt x="964213" y="1289487"/>
                  </a:lnTo>
                  <a:lnTo>
                    <a:pt x="964211" y="1289491"/>
                  </a:lnTo>
                  <a:lnTo>
                    <a:pt x="964197" y="1289504"/>
                  </a:lnTo>
                  <a:lnTo>
                    <a:pt x="964183" y="1289510"/>
                  </a:lnTo>
                  <a:lnTo>
                    <a:pt x="964168" y="1289515"/>
                  </a:lnTo>
                  <a:lnTo>
                    <a:pt x="964154" y="1289519"/>
                  </a:lnTo>
                  <a:lnTo>
                    <a:pt x="964139" y="1289522"/>
                  </a:lnTo>
                  <a:lnTo>
                    <a:pt x="964125" y="1289525"/>
                  </a:lnTo>
                  <a:lnTo>
                    <a:pt x="964111" y="1289528"/>
                  </a:lnTo>
                  <a:lnTo>
                    <a:pt x="964096" y="1289532"/>
                  </a:lnTo>
                  <a:lnTo>
                    <a:pt x="964082" y="1289532"/>
                  </a:lnTo>
                  <a:lnTo>
                    <a:pt x="964067" y="1289530"/>
                  </a:lnTo>
                  <a:lnTo>
                    <a:pt x="964053" y="1289527"/>
                  </a:lnTo>
                  <a:lnTo>
                    <a:pt x="964038" y="1289526"/>
                  </a:lnTo>
                  <a:lnTo>
                    <a:pt x="964024" y="1289524"/>
                  </a:lnTo>
                  <a:lnTo>
                    <a:pt x="964009" y="1289523"/>
                  </a:lnTo>
                  <a:lnTo>
                    <a:pt x="963977" y="1289516"/>
                  </a:lnTo>
                  <a:lnTo>
                    <a:pt x="963973" y="1289516"/>
                  </a:lnTo>
                  <a:lnTo>
                    <a:pt x="963958" y="1289511"/>
                  </a:lnTo>
                  <a:lnTo>
                    <a:pt x="963948" y="1289507"/>
                  </a:lnTo>
                  <a:lnTo>
                    <a:pt x="963944" y="1289504"/>
                  </a:lnTo>
                  <a:lnTo>
                    <a:pt x="963933" y="1289489"/>
                  </a:lnTo>
                  <a:lnTo>
                    <a:pt x="963924" y="1289462"/>
                  </a:lnTo>
                  <a:lnTo>
                    <a:pt x="963923" y="1289457"/>
                  </a:lnTo>
                  <a:lnTo>
                    <a:pt x="963914" y="1289448"/>
                  </a:lnTo>
                  <a:lnTo>
                    <a:pt x="963910" y="1289444"/>
                  </a:lnTo>
                  <a:lnTo>
                    <a:pt x="963896" y="1289439"/>
                  </a:lnTo>
                  <a:lnTo>
                    <a:pt x="963889" y="1289438"/>
                  </a:lnTo>
                  <a:lnTo>
                    <a:pt x="963882" y="1289438"/>
                  </a:lnTo>
                  <a:lnTo>
                    <a:pt x="963874" y="1289441"/>
                  </a:lnTo>
                  <a:lnTo>
                    <a:pt x="963860" y="1289444"/>
                  </a:lnTo>
                  <a:lnTo>
                    <a:pt x="963845" y="1289446"/>
                  </a:lnTo>
                  <a:lnTo>
                    <a:pt x="963831" y="1289448"/>
                  </a:lnTo>
                  <a:lnTo>
                    <a:pt x="963820" y="1289447"/>
                  </a:lnTo>
                  <a:lnTo>
                    <a:pt x="963797" y="1289441"/>
                  </a:lnTo>
                  <a:lnTo>
                    <a:pt x="963791" y="1289437"/>
                  </a:lnTo>
                  <a:lnTo>
                    <a:pt x="963782" y="1289427"/>
                  </a:lnTo>
                  <a:lnTo>
                    <a:pt x="963769" y="1289414"/>
                  </a:lnTo>
                  <a:lnTo>
                    <a:pt x="963754" y="1289409"/>
                  </a:lnTo>
                  <a:lnTo>
                    <a:pt x="963740" y="1289402"/>
                  </a:lnTo>
                  <a:lnTo>
                    <a:pt x="963726" y="1289398"/>
                  </a:lnTo>
                  <a:lnTo>
                    <a:pt x="963711" y="1289399"/>
                  </a:lnTo>
                  <a:lnTo>
                    <a:pt x="963696" y="1289401"/>
                  </a:lnTo>
                  <a:lnTo>
                    <a:pt x="963682" y="1289405"/>
                  </a:lnTo>
                  <a:lnTo>
                    <a:pt x="963672" y="1289407"/>
                  </a:lnTo>
                  <a:lnTo>
                    <a:pt x="963668" y="1289407"/>
                  </a:lnTo>
                  <a:lnTo>
                    <a:pt x="963656" y="1289402"/>
                  </a:lnTo>
                  <a:lnTo>
                    <a:pt x="963653" y="1289398"/>
                  </a:lnTo>
                  <a:lnTo>
                    <a:pt x="963639" y="1289387"/>
                  </a:lnTo>
                  <a:lnTo>
                    <a:pt x="963622" y="1289380"/>
                  </a:lnTo>
                  <a:lnTo>
                    <a:pt x="963610" y="1289375"/>
                  </a:lnTo>
                  <a:lnTo>
                    <a:pt x="963595" y="1289370"/>
                  </a:lnTo>
                  <a:lnTo>
                    <a:pt x="963590" y="1289367"/>
                  </a:lnTo>
                  <a:lnTo>
                    <a:pt x="963581" y="1289365"/>
                  </a:lnTo>
                  <a:lnTo>
                    <a:pt x="963566" y="1289364"/>
                  </a:lnTo>
                  <a:lnTo>
                    <a:pt x="963552" y="1289366"/>
                  </a:lnTo>
                  <a:lnTo>
                    <a:pt x="963537" y="1289371"/>
                  </a:lnTo>
                  <a:lnTo>
                    <a:pt x="963529" y="1289376"/>
                  </a:lnTo>
                  <a:lnTo>
                    <a:pt x="963511" y="1289382"/>
                  </a:lnTo>
                  <a:lnTo>
                    <a:pt x="963495" y="1289385"/>
                  </a:lnTo>
                  <a:lnTo>
                    <a:pt x="963481" y="1289386"/>
                  </a:lnTo>
                  <a:lnTo>
                    <a:pt x="963466" y="1289386"/>
                  </a:lnTo>
                  <a:lnTo>
                    <a:pt x="963451" y="1289383"/>
                  </a:lnTo>
                  <a:lnTo>
                    <a:pt x="963441" y="1289380"/>
                  </a:lnTo>
                  <a:lnTo>
                    <a:pt x="963437" y="1289376"/>
                  </a:lnTo>
                  <a:lnTo>
                    <a:pt x="963432" y="1289367"/>
                  </a:lnTo>
                  <a:lnTo>
                    <a:pt x="963426" y="1289352"/>
                  </a:lnTo>
                  <a:lnTo>
                    <a:pt x="963416" y="1289349"/>
                  </a:lnTo>
                  <a:lnTo>
                    <a:pt x="963412" y="1289347"/>
                  </a:lnTo>
                  <a:lnTo>
                    <a:pt x="963399" y="1289343"/>
                  </a:lnTo>
                  <a:lnTo>
                    <a:pt x="963383" y="1289343"/>
                  </a:lnTo>
                  <a:lnTo>
                    <a:pt x="963375" y="1289343"/>
                  </a:lnTo>
                  <a:lnTo>
                    <a:pt x="963369" y="1289345"/>
                  </a:lnTo>
                  <a:lnTo>
                    <a:pt x="963354" y="1289347"/>
                  </a:lnTo>
                  <a:lnTo>
                    <a:pt x="963340" y="1289352"/>
                  </a:lnTo>
                  <a:lnTo>
                    <a:pt x="963325" y="1289355"/>
                  </a:lnTo>
                  <a:lnTo>
                    <a:pt x="963311" y="1289354"/>
                  </a:lnTo>
                  <a:lnTo>
                    <a:pt x="963306" y="1289353"/>
                  </a:lnTo>
                  <a:lnTo>
                    <a:pt x="963301" y="1289349"/>
                  </a:lnTo>
                  <a:lnTo>
                    <a:pt x="963298" y="1289344"/>
                  </a:lnTo>
                  <a:lnTo>
                    <a:pt x="963290" y="1289329"/>
                  </a:lnTo>
                  <a:lnTo>
                    <a:pt x="963276" y="1289317"/>
                  </a:lnTo>
                  <a:lnTo>
                    <a:pt x="963269" y="1289314"/>
                  </a:lnTo>
                  <a:lnTo>
                    <a:pt x="963261" y="1289315"/>
                  </a:lnTo>
                  <a:lnTo>
                    <a:pt x="963254" y="1289317"/>
                  </a:lnTo>
                  <a:lnTo>
                    <a:pt x="963247" y="1289318"/>
                  </a:lnTo>
                  <a:lnTo>
                    <a:pt x="963233" y="1289321"/>
                  </a:lnTo>
                  <a:lnTo>
                    <a:pt x="963215" y="1289321"/>
                  </a:lnTo>
                  <a:lnTo>
                    <a:pt x="963204" y="1289321"/>
                  </a:lnTo>
                  <a:lnTo>
                    <a:pt x="963189" y="1289316"/>
                  </a:lnTo>
                  <a:lnTo>
                    <a:pt x="963175" y="1289313"/>
                  </a:lnTo>
                  <a:lnTo>
                    <a:pt x="963160" y="1289312"/>
                  </a:lnTo>
                  <a:lnTo>
                    <a:pt x="963146" y="1289313"/>
                  </a:lnTo>
                  <a:lnTo>
                    <a:pt x="963131" y="1289318"/>
                  </a:lnTo>
                  <a:lnTo>
                    <a:pt x="963117" y="1289325"/>
                  </a:lnTo>
                  <a:lnTo>
                    <a:pt x="963109" y="1289331"/>
                  </a:lnTo>
                  <a:lnTo>
                    <a:pt x="963104" y="1289338"/>
                  </a:lnTo>
                  <a:lnTo>
                    <a:pt x="963091" y="1289353"/>
                  </a:lnTo>
                  <a:lnTo>
                    <a:pt x="963079" y="1289368"/>
                  </a:lnTo>
                  <a:lnTo>
                    <a:pt x="963070" y="1289376"/>
                  </a:lnTo>
                  <a:lnTo>
                    <a:pt x="963066" y="1289377"/>
                  </a:lnTo>
                  <a:lnTo>
                    <a:pt x="963057" y="1289380"/>
                  </a:lnTo>
                  <a:lnTo>
                    <a:pt x="963051" y="1289380"/>
                  </a:lnTo>
                  <a:lnTo>
                    <a:pt x="963037" y="1289381"/>
                  </a:lnTo>
                  <a:lnTo>
                    <a:pt x="963023" y="1289379"/>
                  </a:lnTo>
                  <a:lnTo>
                    <a:pt x="963008" y="1289378"/>
                  </a:lnTo>
                  <a:lnTo>
                    <a:pt x="962994" y="1289377"/>
                  </a:lnTo>
                  <a:lnTo>
                    <a:pt x="962979" y="1289376"/>
                  </a:lnTo>
                  <a:lnTo>
                    <a:pt x="962934" y="1289376"/>
                  </a:lnTo>
                  <a:lnTo>
                    <a:pt x="962924" y="1289374"/>
                  </a:lnTo>
                  <a:lnTo>
                    <a:pt x="962914" y="1289374"/>
                  </a:lnTo>
                  <a:lnTo>
                    <a:pt x="962900" y="1289376"/>
                  </a:lnTo>
                  <a:lnTo>
                    <a:pt x="962890" y="1289378"/>
                  </a:lnTo>
                  <a:lnTo>
                    <a:pt x="962881" y="1289379"/>
                  </a:lnTo>
                  <a:lnTo>
                    <a:pt x="962866" y="1289377"/>
                  </a:lnTo>
                  <a:lnTo>
                    <a:pt x="962852" y="1289378"/>
                  </a:lnTo>
                  <a:lnTo>
                    <a:pt x="962838" y="1289380"/>
                  </a:lnTo>
                  <a:lnTo>
                    <a:pt x="962823" y="1289386"/>
                  </a:lnTo>
                  <a:lnTo>
                    <a:pt x="962808" y="1289388"/>
                  </a:lnTo>
                  <a:lnTo>
                    <a:pt x="962801" y="1289390"/>
                  </a:lnTo>
                  <a:lnTo>
                    <a:pt x="962794" y="1289389"/>
                  </a:lnTo>
                  <a:lnTo>
                    <a:pt x="962780" y="1289390"/>
                  </a:lnTo>
                  <a:lnTo>
                    <a:pt x="962765" y="1289394"/>
                  </a:lnTo>
                  <a:lnTo>
                    <a:pt x="962751" y="1289399"/>
                  </a:lnTo>
                  <a:lnTo>
                    <a:pt x="962738" y="1289399"/>
                  </a:lnTo>
                  <a:lnTo>
                    <a:pt x="962722" y="1289394"/>
                  </a:lnTo>
                  <a:lnTo>
                    <a:pt x="962707" y="1289390"/>
                  </a:lnTo>
                  <a:lnTo>
                    <a:pt x="962693" y="1289388"/>
                  </a:lnTo>
                  <a:lnTo>
                    <a:pt x="962679" y="1289389"/>
                  </a:lnTo>
                  <a:lnTo>
                    <a:pt x="962664" y="1289392"/>
                  </a:lnTo>
                  <a:lnTo>
                    <a:pt x="962655" y="1289393"/>
                  </a:lnTo>
                  <a:lnTo>
                    <a:pt x="962649" y="1289396"/>
                  </a:lnTo>
                  <a:lnTo>
                    <a:pt x="962640" y="1289402"/>
                  </a:lnTo>
                  <a:lnTo>
                    <a:pt x="962635" y="1289403"/>
                  </a:lnTo>
                  <a:lnTo>
                    <a:pt x="962621" y="1289410"/>
                  </a:lnTo>
                  <a:lnTo>
                    <a:pt x="962617" y="1289412"/>
                  </a:lnTo>
                  <a:lnTo>
                    <a:pt x="962606" y="1289413"/>
                  </a:lnTo>
                  <a:lnTo>
                    <a:pt x="962592" y="1289415"/>
                  </a:lnTo>
                  <a:lnTo>
                    <a:pt x="962577" y="1289415"/>
                  </a:lnTo>
                  <a:lnTo>
                    <a:pt x="962563" y="1289418"/>
                  </a:lnTo>
                  <a:lnTo>
                    <a:pt x="962553" y="1289420"/>
                  </a:lnTo>
                  <a:lnTo>
                    <a:pt x="962549" y="1289423"/>
                  </a:lnTo>
                  <a:lnTo>
                    <a:pt x="962534" y="1289427"/>
                  </a:lnTo>
                  <a:lnTo>
                    <a:pt x="962520" y="1289428"/>
                  </a:lnTo>
                  <a:lnTo>
                    <a:pt x="962505" y="1289428"/>
                  </a:lnTo>
                  <a:lnTo>
                    <a:pt x="962500" y="1289428"/>
                  </a:lnTo>
                  <a:lnTo>
                    <a:pt x="962490" y="1289423"/>
                  </a:lnTo>
                  <a:lnTo>
                    <a:pt x="962483" y="1289421"/>
                  </a:lnTo>
                  <a:lnTo>
                    <a:pt x="962476" y="1289417"/>
                  </a:lnTo>
                  <a:lnTo>
                    <a:pt x="962462" y="1289418"/>
                  </a:lnTo>
                  <a:lnTo>
                    <a:pt x="962454" y="1289426"/>
                  </a:lnTo>
                  <a:lnTo>
                    <a:pt x="962451" y="1289432"/>
                  </a:lnTo>
                  <a:lnTo>
                    <a:pt x="962449" y="1289437"/>
                  </a:lnTo>
                  <a:lnTo>
                    <a:pt x="962445" y="1289441"/>
                  </a:lnTo>
                  <a:lnTo>
                    <a:pt x="962440" y="1289443"/>
                  </a:lnTo>
                  <a:lnTo>
                    <a:pt x="962425" y="1289446"/>
                  </a:lnTo>
                  <a:lnTo>
                    <a:pt x="962411" y="1289445"/>
                  </a:lnTo>
                  <a:lnTo>
                    <a:pt x="962400" y="1289444"/>
                  </a:lnTo>
                  <a:lnTo>
                    <a:pt x="962396" y="1289442"/>
                  </a:lnTo>
                  <a:lnTo>
                    <a:pt x="962382" y="1289440"/>
                  </a:lnTo>
                  <a:lnTo>
                    <a:pt x="962367" y="1289435"/>
                  </a:lnTo>
                  <a:lnTo>
                    <a:pt x="962353" y="1289430"/>
                  </a:lnTo>
                  <a:lnTo>
                    <a:pt x="962338" y="1289427"/>
                  </a:lnTo>
                  <a:lnTo>
                    <a:pt x="962322" y="1289428"/>
                  </a:lnTo>
                  <a:lnTo>
                    <a:pt x="962313" y="1289431"/>
                  </a:lnTo>
                  <a:lnTo>
                    <a:pt x="962309" y="1289434"/>
                  </a:lnTo>
                  <a:lnTo>
                    <a:pt x="962295" y="1289442"/>
                  </a:lnTo>
                  <a:lnTo>
                    <a:pt x="962281" y="1289449"/>
                  </a:lnTo>
                  <a:lnTo>
                    <a:pt x="962266" y="1289455"/>
                  </a:lnTo>
                  <a:lnTo>
                    <a:pt x="962252" y="1289461"/>
                  </a:lnTo>
                  <a:lnTo>
                    <a:pt x="962237" y="1289462"/>
                  </a:lnTo>
                  <a:lnTo>
                    <a:pt x="962223" y="1289461"/>
                  </a:lnTo>
                  <a:lnTo>
                    <a:pt x="962208" y="1289461"/>
                  </a:lnTo>
                  <a:lnTo>
                    <a:pt x="962194" y="1289463"/>
                  </a:lnTo>
                  <a:lnTo>
                    <a:pt x="962179" y="1289468"/>
                  </a:lnTo>
                  <a:lnTo>
                    <a:pt x="962165" y="1289473"/>
                  </a:lnTo>
                  <a:lnTo>
                    <a:pt x="962157" y="1289475"/>
                  </a:lnTo>
                  <a:lnTo>
                    <a:pt x="962151" y="1289479"/>
                  </a:lnTo>
                  <a:lnTo>
                    <a:pt x="962136" y="1289488"/>
                  </a:lnTo>
                  <a:lnTo>
                    <a:pt x="962122" y="1289496"/>
                  </a:lnTo>
                  <a:lnTo>
                    <a:pt x="962107" y="1289507"/>
                  </a:lnTo>
                  <a:lnTo>
                    <a:pt x="962104" y="1289510"/>
                  </a:lnTo>
                  <a:lnTo>
                    <a:pt x="962093" y="1289510"/>
                  </a:lnTo>
                  <a:lnTo>
                    <a:pt x="962084" y="1289511"/>
                  </a:lnTo>
                  <a:lnTo>
                    <a:pt x="962079" y="1289515"/>
                  </a:lnTo>
                  <a:lnTo>
                    <a:pt x="962067" y="1289522"/>
                  </a:lnTo>
                  <a:lnTo>
                    <a:pt x="962051" y="1289517"/>
                  </a:lnTo>
                  <a:lnTo>
                    <a:pt x="962036" y="1289512"/>
                  </a:lnTo>
                  <a:lnTo>
                    <a:pt x="962022" y="1289509"/>
                  </a:lnTo>
                  <a:lnTo>
                    <a:pt x="962013" y="1289506"/>
                  </a:lnTo>
                  <a:lnTo>
                    <a:pt x="962007" y="1289506"/>
                  </a:lnTo>
                  <a:lnTo>
                    <a:pt x="961997" y="1289505"/>
                  </a:lnTo>
                  <a:lnTo>
                    <a:pt x="961992" y="1289506"/>
                  </a:lnTo>
                  <a:lnTo>
                    <a:pt x="961978" y="1289507"/>
                  </a:lnTo>
                  <a:lnTo>
                    <a:pt x="961964" y="1289508"/>
                  </a:lnTo>
                  <a:lnTo>
                    <a:pt x="961949" y="1289510"/>
                  </a:lnTo>
                  <a:lnTo>
                    <a:pt x="961935" y="1289513"/>
                  </a:lnTo>
                  <a:lnTo>
                    <a:pt x="961920" y="1289516"/>
                  </a:lnTo>
                  <a:lnTo>
                    <a:pt x="961906" y="1289521"/>
                  </a:lnTo>
                  <a:lnTo>
                    <a:pt x="961892" y="1289525"/>
                  </a:lnTo>
                  <a:lnTo>
                    <a:pt x="961877" y="1289530"/>
                  </a:lnTo>
                  <a:lnTo>
                    <a:pt x="961863" y="1289532"/>
                  </a:lnTo>
                  <a:lnTo>
                    <a:pt x="961850" y="1289532"/>
                  </a:lnTo>
                  <a:lnTo>
                    <a:pt x="961833" y="1289530"/>
                  </a:lnTo>
                  <a:lnTo>
                    <a:pt x="961819" y="1289525"/>
                  </a:lnTo>
                  <a:lnTo>
                    <a:pt x="961805" y="1289521"/>
                  </a:lnTo>
                  <a:lnTo>
                    <a:pt x="961790" y="1289522"/>
                  </a:lnTo>
                  <a:lnTo>
                    <a:pt x="961776" y="1289529"/>
                  </a:lnTo>
                  <a:lnTo>
                    <a:pt x="961761" y="1289535"/>
                  </a:lnTo>
                  <a:lnTo>
                    <a:pt x="961747" y="1289542"/>
                  </a:lnTo>
                  <a:lnTo>
                    <a:pt x="961733" y="1289548"/>
                  </a:lnTo>
                  <a:lnTo>
                    <a:pt x="961718" y="1289550"/>
                  </a:lnTo>
                  <a:lnTo>
                    <a:pt x="961704" y="1289554"/>
                  </a:lnTo>
                  <a:lnTo>
                    <a:pt x="961689" y="1289555"/>
                  </a:lnTo>
                  <a:lnTo>
                    <a:pt x="961675" y="1289555"/>
                  </a:lnTo>
                  <a:lnTo>
                    <a:pt x="961660" y="1289556"/>
                  </a:lnTo>
                  <a:lnTo>
                    <a:pt x="961646" y="1289557"/>
                  </a:lnTo>
                  <a:lnTo>
                    <a:pt x="961631" y="1289557"/>
                  </a:lnTo>
                  <a:lnTo>
                    <a:pt x="961617" y="1289557"/>
                  </a:lnTo>
                  <a:lnTo>
                    <a:pt x="961602" y="1289558"/>
                  </a:lnTo>
                  <a:lnTo>
                    <a:pt x="961580" y="1289560"/>
                  </a:lnTo>
                  <a:lnTo>
                    <a:pt x="961575" y="1289562"/>
                  </a:lnTo>
                  <a:lnTo>
                    <a:pt x="961561" y="1289565"/>
                  </a:lnTo>
                  <a:lnTo>
                    <a:pt x="961547" y="1289569"/>
                  </a:lnTo>
                  <a:lnTo>
                    <a:pt x="961532" y="1289573"/>
                  </a:lnTo>
                  <a:lnTo>
                    <a:pt x="961518" y="1289577"/>
                  </a:lnTo>
                  <a:lnTo>
                    <a:pt x="961503" y="1289579"/>
                  </a:lnTo>
                  <a:lnTo>
                    <a:pt x="961489" y="1289580"/>
                  </a:lnTo>
                  <a:lnTo>
                    <a:pt x="961474" y="1289582"/>
                  </a:lnTo>
                  <a:lnTo>
                    <a:pt x="961460" y="1289584"/>
                  </a:lnTo>
                  <a:lnTo>
                    <a:pt x="961445" y="1289586"/>
                  </a:lnTo>
                  <a:lnTo>
                    <a:pt x="961434" y="1289601"/>
                  </a:lnTo>
                  <a:lnTo>
                    <a:pt x="961427" y="1289606"/>
                  </a:lnTo>
                  <a:lnTo>
                    <a:pt x="961419" y="1289614"/>
                  </a:lnTo>
                  <a:lnTo>
                    <a:pt x="961414" y="1289616"/>
                  </a:lnTo>
                  <a:lnTo>
                    <a:pt x="961398" y="1289622"/>
                  </a:lnTo>
                  <a:lnTo>
                    <a:pt x="961385" y="1289627"/>
                  </a:lnTo>
                  <a:lnTo>
                    <a:pt x="961370" y="1289631"/>
                  </a:lnTo>
                  <a:lnTo>
                    <a:pt x="961356" y="1289633"/>
                  </a:lnTo>
                  <a:lnTo>
                    <a:pt x="961342" y="1289637"/>
                  </a:lnTo>
                  <a:lnTo>
                    <a:pt x="961327" y="1289639"/>
                  </a:lnTo>
                  <a:lnTo>
                    <a:pt x="961313" y="1289640"/>
                  </a:lnTo>
                  <a:lnTo>
                    <a:pt x="961298" y="1289636"/>
                  </a:lnTo>
                  <a:lnTo>
                    <a:pt x="961285" y="1289633"/>
                  </a:lnTo>
                  <a:lnTo>
                    <a:pt x="961269" y="1289630"/>
                  </a:lnTo>
                  <a:lnTo>
                    <a:pt x="961255" y="1289628"/>
                  </a:lnTo>
                  <a:lnTo>
                    <a:pt x="961240" y="1289629"/>
                  </a:lnTo>
                  <a:lnTo>
                    <a:pt x="961226" y="1289629"/>
                  </a:lnTo>
                  <a:lnTo>
                    <a:pt x="961211" y="1289628"/>
                  </a:lnTo>
                  <a:lnTo>
                    <a:pt x="961204" y="1289624"/>
                  </a:lnTo>
                  <a:lnTo>
                    <a:pt x="961197" y="1289622"/>
                  </a:lnTo>
                  <a:lnTo>
                    <a:pt x="961182" y="1289619"/>
                  </a:lnTo>
                  <a:lnTo>
                    <a:pt x="961168" y="1289618"/>
                  </a:lnTo>
                  <a:lnTo>
                    <a:pt x="961154" y="1289619"/>
                  </a:lnTo>
                  <a:lnTo>
                    <a:pt x="961139" y="1289620"/>
                  </a:lnTo>
                  <a:lnTo>
                    <a:pt x="961124" y="1289621"/>
                  </a:lnTo>
                  <a:lnTo>
                    <a:pt x="961110" y="1289621"/>
                  </a:lnTo>
                  <a:lnTo>
                    <a:pt x="961096" y="1289621"/>
                  </a:lnTo>
                  <a:lnTo>
                    <a:pt x="961081" y="1289625"/>
                  </a:lnTo>
                  <a:lnTo>
                    <a:pt x="961067" y="1289628"/>
                  </a:lnTo>
                  <a:lnTo>
                    <a:pt x="961052" y="1289629"/>
                  </a:lnTo>
                  <a:lnTo>
                    <a:pt x="961038" y="1289634"/>
                  </a:lnTo>
                  <a:lnTo>
                    <a:pt x="961023" y="1289643"/>
                  </a:lnTo>
                  <a:lnTo>
                    <a:pt x="961009" y="1289654"/>
                  </a:lnTo>
                  <a:lnTo>
                    <a:pt x="961002" y="1289660"/>
                  </a:lnTo>
                  <a:lnTo>
                    <a:pt x="960995" y="1289664"/>
                  </a:lnTo>
                  <a:lnTo>
                    <a:pt x="960980" y="1289671"/>
                  </a:lnTo>
                  <a:lnTo>
                    <a:pt x="960972" y="1289674"/>
                  </a:lnTo>
                  <a:lnTo>
                    <a:pt x="960966" y="1289674"/>
                  </a:lnTo>
                  <a:lnTo>
                    <a:pt x="960951" y="1289677"/>
                  </a:lnTo>
                  <a:lnTo>
                    <a:pt x="960937" y="1289680"/>
                  </a:lnTo>
                  <a:lnTo>
                    <a:pt x="960922" y="1289681"/>
                  </a:lnTo>
                  <a:lnTo>
                    <a:pt x="960908" y="1289680"/>
                  </a:lnTo>
                  <a:lnTo>
                    <a:pt x="960897" y="1289677"/>
                  </a:lnTo>
                  <a:lnTo>
                    <a:pt x="960889" y="1289680"/>
                  </a:lnTo>
                  <a:lnTo>
                    <a:pt x="960882" y="1289684"/>
                  </a:lnTo>
                  <a:lnTo>
                    <a:pt x="960867" y="1289690"/>
                  </a:lnTo>
                  <a:lnTo>
                    <a:pt x="960853" y="1289695"/>
                  </a:lnTo>
                  <a:lnTo>
                    <a:pt x="960838" y="1289697"/>
                  </a:lnTo>
                  <a:lnTo>
                    <a:pt x="960832" y="1289700"/>
                  </a:lnTo>
                  <a:lnTo>
                    <a:pt x="960824" y="1289701"/>
                  </a:lnTo>
                  <a:lnTo>
                    <a:pt x="960811" y="1289702"/>
                  </a:lnTo>
                  <a:lnTo>
                    <a:pt x="960795" y="1289699"/>
                  </a:lnTo>
                  <a:lnTo>
                    <a:pt x="960781" y="1289698"/>
                  </a:lnTo>
                  <a:lnTo>
                    <a:pt x="960766" y="1289698"/>
                  </a:lnTo>
                  <a:lnTo>
                    <a:pt x="960752" y="1289699"/>
                  </a:lnTo>
                  <a:lnTo>
                    <a:pt x="960737" y="1289699"/>
                  </a:lnTo>
                  <a:lnTo>
                    <a:pt x="960723" y="1289701"/>
                  </a:lnTo>
                  <a:lnTo>
                    <a:pt x="960708" y="1289704"/>
                  </a:lnTo>
                  <a:lnTo>
                    <a:pt x="960694" y="1289708"/>
                  </a:lnTo>
                  <a:lnTo>
                    <a:pt x="960679" y="1289712"/>
                  </a:lnTo>
                  <a:lnTo>
                    <a:pt x="960665" y="1289717"/>
                  </a:lnTo>
                  <a:lnTo>
                    <a:pt x="960651" y="1289722"/>
                  </a:lnTo>
                  <a:lnTo>
                    <a:pt x="960636" y="1289727"/>
                  </a:lnTo>
                  <a:lnTo>
                    <a:pt x="960622" y="1289734"/>
                  </a:lnTo>
                  <a:lnTo>
                    <a:pt x="960607" y="1289740"/>
                  </a:lnTo>
                  <a:lnTo>
                    <a:pt x="960593" y="1289746"/>
                  </a:lnTo>
                  <a:lnTo>
                    <a:pt x="960578" y="1289751"/>
                  </a:lnTo>
                  <a:lnTo>
                    <a:pt x="960564" y="1289755"/>
                  </a:lnTo>
                  <a:lnTo>
                    <a:pt x="960550" y="1289760"/>
                  </a:lnTo>
                  <a:lnTo>
                    <a:pt x="960535" y="1289765"/>
                  </a:lnTo>
                  <a:lnTo>
                    <a:pt x="960521" y="1289769"/>
                  </a:lnTo>
                  <a:lnTo>
                    <a:pt x="960506" y="1289771"/>
                  </a:lnTo>
                  <a:lnTo>
                    <a:pt x="960492" y="1289773"/>
                  </a:lnTo>
                  <a:lnTo>
                    <a:pt x="960477" y="1289772"/>
                  </a:lnTo>
                  <a:lnTo>
                    <a:pt x="960469" y="1289771"/>
                  </a:lnTo>
                  <a:lnTo>
                    <a:pt x="960461" y="1289765"/>
                  </a:lnTo>
                  <a:lnTo>
                    <a:pt x="960451" y="1289809"/>
                  </a:lnTo>
                  <a:lnTo>
                    <a:pt x="960444" y="1289824"/>
                  </a:lnTo>
                  <a:lnTo>
                    <a:pt x="960440" y="1289835"/>
                  </a:lnTo>
                  <a:lnTo>
                    <a:pt x="960434" y="1289839"/>
                  </a:lnTo>
                  <a:lnTo>
                    <a:pt x="960410" y="1289838"/>
                  </a:lnTo>
                  <a:lnTo>
                    <a:pt x="960396" y="1289837"/>
                  </a:lnTo>
                  <a:lnTo>
                    <a:pt x="960381" y="1289835"/>
                  </a:lnTo>
                  <a:lnTo>
                    <a:pt x="960367" y="1289834"/>
                  </a:lnTo>
                  <a:lnTo>
                    <a:pt x="960363" y="1289833"/>
                  </a:lnTo>
                  <a:lnTo>
                    <a:pt x="960352" y="1289834"/>
                  </a:lnTo>
                  <a:lnTo>
                    <a:pt x="960338" y="1289836"/>
                  </a:lnTo>
                  <a:lnTo>
                    <a:pt x="960323" y="1289837"/>
                  </a:lnTo>
                  <a:lnTo>
                    <a:pt x="960309" y="1289839"/>
                  </a:lnTo>
                  <a:lnTo>
                    <a:pt x="960294" y="1289840"/>
                  </a:lnTo>
                  <a:lnTo>
                    <a:pt x="960280" y="1289841"/>
                  </a:lnTo>
                  <a:lnTo>
                    <a:pt x="960266" y="1289842"/>
                  </a:lnTo>
                  <a:lnTo>
                    <a:pt x="960249" y="1289842"/>
                  </a:lnTo>
                  <a:lnTo>
                    <a:pt x="960237" y="1289842"/>
                  </a:lnTo>
                  <a:lnTo>
                    <a:pt x="960222" y="1289842"/>
                  </a:lnTo>
                  <a:lnTo>
                    <a:pt x="960208" y="1289840"/>
                  </a:lnTo>
                  <a:lnTo>
                    <a:pt x="960193" y="1289839"/>
                  </a:lnTo>
                  <a:lnTo>
                    <a:pt x="960179" y="1289839"/>
                  </a:lnTo>
                  <a:lnTo>
                    <a:pt x="960164" y="1289838"/>
                  </a:lnTo>
                  <a:lnTo>
                    <a:pt x="960150" y="1289839"/>
                  </a:lnTo>
                  <a:lnTo>
                    <a:pt x="960135" y="1289840"/>
                  </a:lnTo>
                  <a:lnTo>
                    <a:pt x="960121" y="1289841"/>
                  </a:lnTo>
                  <a:lnTo>
                    <a:pt x="960107" y="1289844"/>
                  </a:lnTo>
                  <a:lnTo>
                    <a:pt x="960092" y="1289845"/>
                  </a:lnTo>
                  <a:lnTo>
                    <a:pt x="960078" y="1289846"/>
                  </a:lnTo>
                  <a:lnTo>
                    <a:pt x="960063" y="1289847"/>
                  </a:lnTo>
                  <a:lnTo>
                    <a:pt x="960049" y="1289850"/>
                  </a:lnTo>
                  <a:lnTo>
                    <a:pt x="960034" y="1289852"/>
                  </a:lnTo>
                  <a:lnTo>
                    <a:pt x="960020" y="1289854"/>
                  </a:lnTo>
                  <a:lnTo>
                    <a:pt x="960005" y="1289856"/>
                  </a:lnTo>
                  <a:lnTo>
                    <a:pt x="959991" y="1289858"/>
                  </a:lnTo>
                  <a:lnTo>
                    <a:pt x="959976" y="1289859"/>
                  </a:lnTo>
                  <a:lnTo>
                    <a:pt x="959962" y="1289860"/>
                  </a:lnTo>
                  <a:lnTo>
                    <a:pt x="959948" y="1289860"/>
                  </a:lnTo>
                  <a:lnTo>
                    <a:pt x="959933" y="1289861"/>
                  </a:lnTo>
                  <a:lnTo>
                    <a:pt x="959919" y="1289861"/>
                  </a:lnTo>
                  <a:lnTo>
                    <a:pt x="959904" y="1289862"/>
                  </a:lnTo>
                  <a:lnTo>
                    <a:pt x="959890" y="1289863"/>
                  </a:lnTo>
                  <a:lnTo>
                    <a:pt x="959875" y="1289862"/>
                  </a:lnTo>
                  <a:lnTo>
                    <a:pt x="959861" y="1289864"/>
                  </a:lnTo>
                  <a:lnTo>
                    <a:pt x="959846" y="1289866"/>
                  </a:lnTo>
                  <a:lnTo>
                    <a:pt x="959832" y="1289868"/>
                  </a:lnTo>
                  <a:lnTo>
                    <a:pt x="959817" y="1289870"/>
                  </a:lnTo>
                  <a:lnTo>
                    <a:pt x="959786" y="1289872"/>
                  </a:lnTo>
                  <a:lnTo>
                    <a:pt x="959771" y="1289869"/>
                  </a:lnTo>
                  <a:lnTo>
                    <a:pt x="959757" y="1289868"/>
                  </a:lnTo>
                  <a:lnTo>
                    <a:pt x="959742" y="1289869"/>
                  </a:lnTo>
                  <a:lnTo>
                    <a:pt x="959728" y="1289874"/>
                  </a:lnTo>
                  <a:lnTo>
                    <a:pt x="959712" y="1289879"/>
                  </a:lnTo>
                  <a:lnTo>
                    <a:pt x="959699" y="1289884"/>
                  </a:lnTo>
                  <a:lnTo>
                    <a:pt x="959685" y="1289892"/>
                  </a:lnTo>
                  <a:lnTo>
                    <a:pt x="959681" y="1289895"/>
                  </a:lnTo>
                  <a:lnTo>
                    <a:pt x="959670" y="1289900"/>
                  </a:lnTo>
                  <a:lnTo>
                    <a:pt x="959656" y="1289904"/>
                  </a:lnTo>
                  <a:lnTo>
                    <a:pt x="959641" y="1289908"/>
                  </a:lnTo>
                  <a:lnTo>
                    <a:pt x="959627" y="1289912"/>
                  </a:lnTo>
                  <a:lnTo>
                    <a:pt x="959611" y="1289912"/>
                  </a:lnTo>
                  <a:lnTo>
                    <a:pt x="959598" y="1289914"/>
                  </a:lnTo>
                  <a:lnTo>
                    <a:pt x="959583" y="1289914"/>
                  </a:lnTo>
                  <a:lnTo>
                    <a:pt x="959558" y="1289914"/>
                  </a:lnTo>
                  <a:lnTo>
                    <a:pt x="959541" y="1289917"/>
                  </a:lnTo>
                  <a:lnTo>
                    <a:pt x="959528" y="1289920"/>
                  </a:lnTo>
                  <a:lnTo>
                    <a:pt x="959514" y="1289926"/>
                  </a:lnTo>
                  <a:lnTo>
                    <a:pt x="959500" y="1289934"/>
                  </a:lnTo>
                  <a:lnTo>
                    <a:pt x="959485" y="1289942"/>
                  </a:lnTo>
                  <a:lnTo>
                    <a:pt x="959471" y="1289947"/>
                  </a:lnTo>
                  <a:lnTo>
                    <a:pt x="959456" y="1289953"/>
                  </a:lnTo>
                  <a:lnTo>
                    <a:pt x="959428" y="1289961"/>
                  </a:lnTo>
                  <a:lnTo>
                    <a:pt x="959423" y="1289964"/>
                  </a:lnTo>
                  <a:lnTo>
                    <a:pt x="959409" y="1289976"/>
                  </a:lnTo>
                  <a:lnTo>
                    <a:pt x="959400" y="1289991"/>
                  </a:lnTo>
                  <a:lnTo>
                    <a:pt x="959390" y="1290006"/>
                  </a:lnTo>
                  <a:lnTo>
                    <a:pt x="959388" y="1290012"/>
                  </a:lnTo>
                  <a:lnTo>
                    <a:pt x="959382" y="1290022"/>
                  </a:lnTo>
                  <a:lnTo>
                    <a:pt x="959377" y="1290028"/>
                  </a:lnTo>
                  <a:lnTo>
                    <a:pt x="959370" y="1290032"/>
                  </a:lnTo>
                  <a:lnTo>
                    <a:pt x="959365" y="1290034"/>
                  </a:lnTo>
                  <a:lnTo>
                    <a:pt x="959354" y="1290036"/>
                  </a:lnTo>
                  <a:lnTo>
                    <a:pt x="959345" y="1290038"/>
                  </a:lnTo>
                  <a:lnTo>
                    <a:pt x="959320" y="1290059"/>
                  </a:lnTo>
                  <a:lnTo>
                    <a:pt x="959305" y="1290070"/>
                  </a:lnTo>
                  <a:lnTo>
                    <a:pt x="959291" y="1290077"/>
                  </a:lnTo>
                  <a:lnTo>
                    <a:pt x="959280" y="1290080"/>
                  </a:lnTo>
                  <a:lnTo>
                    <a:pt x="959282" y="1290094"/>
                  </a:lnTo>
                  <a:lnTo>
                    <a:pt x="959279" y="1290107"/>
                  </a:lnTo>
                  <a:lnTo>
                    <a:pt x="959280" y="1290121"/>
                  </a:lnTo>
                  <a:lnTo>
                    <a:pt x="959289" y="1290140"/>
                  </a:lnTo>
                  <a:lnTo>
                    <a:pt x="959291" y="1290151"/>
                  </a:lnTo>
                  <a:lnTo>
                    <a:pt x="959291" y="1290157"/>
                  </a:lnTo>
                  <a:lnTo>
                    <a:pt x="959286" y="1290164"/>
                  </a:lnTo>
                  <a:lnTo>
                    <a:pt x="959286" y="1290173"/>
                  </a:lnTo>
                  <a:lnTo>
                    <a:pt x="959288" y="1290179"/>
                  </a:lnTo>
                  <a:lnTo>
                    <a:pt x="959290" y="1290184"/>
                  </a:lnTo>
                  <a:lnTo>
                    <a:pt x="959290" y="1290196"/>
                  </a:lnTo>
                  <a:lnTo>
                    <a:pt x="959285" y="1290209"/>
                  </a:lnTo>
                  <a:lnTo>
                    <a:pt x="959281" y="1290217"/>
                  </a:lnTo>
                  <a:lnTo>
                    <a:pt x="959280" y="1290224"/>
                  </a:lnTo>
                  <a:lnTo>
                    <a:pt x="959282" y="1290232"/>
                  </a:lnTo>
                  <a:lnTo>
                    <a:pt x="959288" y="1290243"/>
                  </a:lnTo>
                  <a:lnTo>
                    <a:pt x="959287" y="1290254"/>
                  </a:lnTo>
                  <a:lnTo>
                    <a:pt x="959282" y="1290260"/>
                  </a:lnTo>
                  <a:lnTo>
                    <a:pt x="959274" y="1290264"/>
                  </a:lnTo>
                  <a:lnTo>
                    <a:pt x="959260" y="1290274"/>
                  </a:lnTo>
                  <a:lnTo>
                    <a:pt x="959257" y="1290279"/>
                  </a:lnTo>
                  <a:lnTo>
                    <a:pt x="959261" y="1290297"/>
                  </a:lnTo>
                  <a:lnTo>
                    <a:pt x="959262" y="1290304"/>
                  </a:lnTo>
                  <a:lnTo>
                    <a:pt x="959260" y="1290319"/>
                  </a:lnTo>
                  <a:lnTo>
                    <a:pt x="959257" y="1290335"/>
                  </a:lnTo>
                  <a:lnTo>
                    <a:pt x="959253" y="1290350"/>
                  </a:lnTo>
                  <a:lnTo>
                    <a:pt x="959249" y="1290365"/>
                  </a:lnTo>
                  <a:lnTo>
                    <a:pt x="959248" y="1290380"/>
                  </a:lnTo>
                  <a:lnTo>
                    <a:pt x="959252" y="1290395"/>
                  </a:lnTo>
                  <a:lnTo>
                    <a:pt x="959258" y="1290410"/>
                  </a:lnTo>
                  <a:lnTo>
                    <a:pt x="959266" y="1290425"/>
                  </a:lnTo>
                  <a:lnTo>
                    <a:pt x="959268" y="1290430"/>
                  </a:lnTo>
                  <a:lnTo>
                    <a:pt x="959267" y="1290437"/>
                  </a:lnTo>
                  <a:lnTo>
                    <a:pt x="959260" y="1290445"/>
                  </a:lnTo>
                  <a:lnTo>
                    <a:pt x="959250" y="1290449"/>
                  </a:lnTo>
                  <a:lnTo>
                    <a:pt x="959236" y="1290452"/>
                  </a:lnTo>
                  <a:lnTo>
                    <a:pt x="959225" y="1290459"/>
                  </a:lnTo>
                  <a:lnTo>
                    <a:pt x="959223" y="1290466"/>
                  </a:lnTo>
                  <a:lnTo>
                    <a:pt x="959225" y="1290478"/>
                  </a:lnTo>
                  <a:lnTo>
                    <a:pt x="959223" y="1290493"/>
                  </a:lnTo>
                  <a:lnTo>
                    <a:pt x="959225" y="1290508"/>
                  </a:lnTo>
                  <a:lnTo>
                    <a:pt x="959225" y="1290523"/>
                  </a:lnTo>
                  <a:lnTo>
                    <a:pt x="959223" y="1290538"/>
                  </a:lnTo>
                  <a:lnTo>
                    <a:pt x="959220" y="1290562"/>
                  </a:lnTo>
                  <a:lnTo>
                    <a:pt x="959217" y="1290573"/>
                  </a:lnTo>
                  <a:lnTo>
                    <a:pt x="959211" y="1290576"/>
                  </a:lnTo>
                  <a:lnTo>
                    <a:pt x="959204" y="1290576"/>
                  </a:lnTo>
                  <a:lnTo>
                    <a:pt x="959191" y="1290577"/>
                  </a:lnTo>
                  <a:lnTo>
                    <a:pt x="959175" y="1290576"/>
                  </a:lnTo>
                  <a:lnTo>
                    <a:pt x="959160" y="1290580"/>
                  </a:lnTo>
                  <a:lnTo>
                    <a:pt x="959146" y="1290584"/>
                  </a:lnTo>
                  <a:lnTo>
                    <a:pt x="959136" y="1290586"/>
                  </a:lnTo>
                  <a:lnTo>
                    <a:pt x="959125" y="1290587"/>
                  </a:lnTo>
                  <a:lnTo>
                    <a:pt x="959115" y="1290584"/>
                  </a:lnTo>
                  <a:lnTo>
                    <a:pt x="959108" y="1290580"/>
                  </a:lnTo>
                  <a:lnTo>
                    <a:pt x="959103" y="1290573"/>
                  </a:lnTo>
                  <a:lnTo>
                    <a:pt x="959103" y="1290565"/>
                  </a:lnTo>
                  <a:lnTo>
                    <a:pt x="959109" y="1290554"/>
                  </a:lnTo>
                  <a:lnTo>
                    <a:pt x="959118" y="1290540"/>
                  </a:lnTo>
                  <a:lnTo>
                    <a:pt x="959127" y="1290527"/>
                  </a:lnTo>
                  <a:lnTo>
                    <a:pt x="959125" y="1290520"/>
                  </a:lnTo>
                  <a:lnTo>
                    <a:pt x="959118" y="1290514"/>
                  </a:lnTo>
                  <a:lnTo>
                    <a:pt x="959103" y="1290506"/>
                  </a:lnTo>
                  <a:lnTo>
                    <a:pt x="959089" y="1290502"/>
                  </a:lnTo>
                  <a:lnTo>
                    <a:pt x="959066" y="1290495"/>
                  </a:lnTo>
                  <a:lnTo>
                    <a:pt x="959054" y="1290491"/>
                  </a:lnTo>
                  <a:lnTo>
                    <a:pt x="959045" y="1290488"/>
                  </a:lnTo>
                  <a:lnTo>
                    <a:pt x="959031" y="1290483"/>
                  </a:lnTo>
                  <a:lnTo>
                    <a:pt x="959016" y="1290486"/>
                  </a:lnTo>
                  <a:lnTo>
                    <a:pt x="959006" y="1290489"/>
                  </a:lnTo>
                  <a:lnTo>
                    <a:pt x="958987" y="1290502"/>
                  </a:lnTo>
                  <a:lnTo>
                    <a:pt x="958973" y="1290504"/>
                  </a:lnTo>
                  <a:lnTo>
                    <a:pt x="958966" y="1290503"/>
                  </a:lnTo>
                  <a:lnTo>
                    <a:pt x="958960" y="1290497"/>
                  </a:lnTo>
                  <a:lnTo>
                    <a:pt x="958955" y="1290489"/>
                  </a:lnTo>
                  <a:lnTo>
                    <a:pt x="958955" y="1290482"/>
                  </a:lnTo>
                  <a:lnTo>
                    <a:pt x="958955" y="1290467"/>
                  </a:lnTo>
                  <a:lnTo>
                    <a:pt x="958963" y="1290452"/>
                  </a:lnTo>
                  <a:lnTo>
                    <a:pt x="958969" y="1290439"/>
                  </a:lnTo>
                  <a:lnTo>
                    <a:pt x="958983" y="1290421"/>
                  </a:lnTo>
                  <a:lnTo>
                    <a:pt x="958995" y="1290406"/>
                  </a:lnTo>
                  <a:lnTo>
                    <a:pt x="959003" y="1290391"/>
                  </a:lnTo>
                  <a:lnTo>
                    <a:pt x="959014" y="1290369"/>
                  </a:lnTo>
                  <a:lnTo>
                    <a:pt x="959015" y="1290361"/>
                  </a:lnTo>
                  <a:lnTo>
                    <a:pt x="959015" y="1290346"/>
                  </a:lnTo>
                  <a:lnTo>
                    <a:pt x="959009" y="1290329"/>
                  </a:lnTo>
                  <a:lnTo>
                    <a:pt x="958997" y="1290318"/>
                  </a:lnTo>
                  <a:lnTo>
                    <a:pt x="958985" y="1290314"/>
                  </a:lnTo>
                  <a:lnTo>
                    <a:pt x="958966" y="1290311"/>
                  </a:lnTo>
                  <a:lnTo>
                    <a:pt x="958952" y="1290307"/>
                  </a:lnTo>
                  <a:lnTo>
                    <a:pt x="958938" y="1290306"/>
                  </a:lnTo>
                  <a:lnTo>
                    <a:pt x="958923" y="1290306"/>
                  </a:lnTo>
                  <a:lnTo>
                    <a:pt x="958907" y="1290305"/>
                  </a:lnTo>
                  <a:lnTo>
                    <a:pt x="958894" y="1290309"/>
                  </a:lnTo>
                  <a:lnTo>
                    <a:pt x="958880" y="1290314"/>
                  </a:lnTo>
                  <a:lnTo>
                    <a:pt x="958873" y="1290319"/>
                  </a:lnTo>
                  <a:lnTo>
                    <a:pt x="958869" y="1290325"/>
                  </a:lnTo>
                  <a:lnTo>
                    <a:pt x="958857" y="1290339"/>
                  </a:lnTo>
                  <a:lnTo>
                    <a:pt x="958847" y="1290354"/>
                  </a:lnTo>
                  <a:lnTo>
                    <a:pt x="958834" y="1290369"/>
                  </a:lnTo>
                  <a:lnTo>
                    <a:pt x="958821" y="1290378"/>
                  </a:lnTo>
                  <a:lnTo>
                    <a:pt x="958805" y="1290388"/>
                  </a:lnTo>
                  <a:lnTo>
                    <a:pt x="958792" y="1290396"/>
                  </a:lnTo>
                  <a:lnTo>
                    <a:pt x="958779" y="1290406"/>
                  </a:lnTo>
                  <a:lnTo>
                    <a:pt x="958770" y="1290412"/>
                  </a:lnTo>
                  <a:lnTo>
                    <a:pt x="958764" y="1290415"/>
                  </a:lnTo>
                  <a:lnTo>
                    <a:pt x="958749" y="1290424"/>
                  </a:lnTo>
                  <a:lnTo>
                    <a:pt x="958735" y="1290434"/>
                  </a:lnTo>
                  <a:lnTo>
                    <a:pt x="958720" y="1290446"/>
                  </a:lnTo>
                  <a:lnTo>
                    <a:pt x="958706" y="1290458"/>
                  </a:lnTo>
                  <a:lnTo>
                    <a:pt x="958692" y="1290465"/>
                  </a:lnTo>
                  <a:lnTo>
                    <a:pt x="958677" y="1290473"/>
                  </a:lnTo>
                  <a:lnTo>
                    <a:pt x="958669" y="1290478"/>
                  </a:lnTo>
                  <a:lnTo>
                    <a:pt x="958663" y="1290485"/>
                  </a:lnTo>
                  <a:lnTo>
                    <a:pt x="958649" y="1290498"/>
                  </a:lnTo>
                  <a:lnTo>
                    <a:pt x="958636" y="1290504"/>
                  </a:lnTo>
                  <a:lnTo>
                    <a:pt x="958625" y="1290507"/>
                  </a:lnTo>
                  <a:lnTo>
                    <a:pt x="958614" y="1290507"/>
                  </a:lnTo>
                  <a:lnTo>
                    <a:pt x="958605" y="1290502"/>
                  </a:lnTo>
                  <a:lnTo>
                    <a:pt x="958600" y="1290502"/>
                  </a:lnTo>
                  <a:lnTo>
                    <a:pt x="958584" y="1290489"/>
                  </a:lnTo>
                  <a:lnTo>
                    <a:pt x="958569" y="1290480"/>
                  </a:lnTo>
                  <a:lnTo>
                    <a:pt x="958556" y="1290477"/>
                  </a:lnTo>
                  <a:lnTo>
                    <a:pt x="958540" y="1290477"/>
                  </a:lnTo>
                  <a:lnTo>
                    <a:pt x="958526" y="1290478"/>
                  </a:lnTo>
                  <a:lnTo>
                    <a:pt x="958508" y="1290484"/>
                  </a:lnTo>
                  <a:lnTo>
                    <a:pt x="958503" y="1290478"/>
                  </a:lnTo>
                  <a:lnTo>
                    <a:pt x="958488" y="1290467"/>
                  </a:lnTo>
                  <a:lnTo>
                    <a:pt x="958479" y="1290461"/>
                  </a:lnTo>
                  <a:lnTo>
                    <a:pt x="958474" y="1290459"/>
                  </a:lnTo>
                  <a:lnTo>
                    <a:pt x="958459" y="1290457"/>
                  </a:lnTo>
                  <a:lnTo>
                    <a:pt x="958445" y="1290458"/>
                  </a:lnTo>
                  <a:lnTo>
                    <a:pt x="958430" y="1290459"/>
                  </a:lnTo>
                  <a:lnTo>
                    <a:pt x="958416" y="1290456"/>
                  </a:lnTo>
                  <a:lnTo>
                    <a:pt x="958401" y="1290451"/>
                  </a:lnTo>
                  <a:lnTo>
                    <a:pt x="958380" y="1290449"/>
                  </a:lnTo>
                  <a:lnTo>
                    <a:pt x="958364" y="1290449"/>
                  </a:lnTo>
                  <a:lnTo>
                    <a:pt x="958349" y="1290449"/>
                  </a:lnTo>
                  <a:lnTo>
                    <a:pt x="958335" y="1290449"/>
                  </a:lnTo>
                  <a:lnTo>
                    <a:pt x="958320" y="1290448"/>
                  </a:lnTo>
                  <a:lnTo>
                    <a:pt x="958306" y="1290445"/>
                  </a:lnTo>
                  <a:lnTo>
                    <a:pt x="958292" y="1290442"/>
                  </a:lnTo>
                  <a:lnTo>
                    <a:pt x="958277" y="1290437"/>
                  </a:lnTo>
                  <a:lnTo>
                    <a:pt x="958264" y="1290428"/>
                  </a:lnTo>
                  <a:lnTo>
                    <a:pt x="958257" y="1290419"/>
                  </a:lnTo>
                  <a:lnTo>
                    <a:pt x="958255" y="1290413"/>
                  </a:lnTo>
                  <a:lnTo>
                    <a:pt x="958247" y="1290397"/>
                  </a:lnTo>
                  <a:lnTo>
                    <a:pt x="958244" y="1290389"/>
                  </a:lnTo>
                  <a:lnTo>
                    <a:pt x="958239" y="1290382"/>
                  </a:lnTo>
                  <a:lnTo>
                    <a:pt x="958236" y="1290376"/>
                  </a:lnTo>
                  <a:lnTo>
                    <a:pt x="958231" y="1290371"/>
                  </a:lnTo>
                  <a:lnTo>
                    <a:pt x="958227" y="1290368"/>
                  </a:lnTo>
                  <a:lnTo>
                    <a:pt x="958218" y="1290362"/>
                  </a:lnTo>
                  <a:lnTo>
                    <a:pt x="958213" y="1290361"/>
                  </a:lnTo>
                  <a:lnTo>
                    <a:pt x="958204" y="1290360"/>
                  </a:lnTo>
                  <a:lnTo>
                    <a:pt x="958199" y="1290361"/>
                  </a:lnTo>
                  <a:lnTo>
                    <a:pt x="958184" y="1290367"/>
                  </a:lnTo>
                  <a:lnTo>
                    <a:pt x="958174" y="1290369"/>
                  </a:lnTo>
                  <a:lnTo>
                    <a:pt x="958170" y="1290372"/>
                  </a:lnTo>
                  <a:lnTo>
                    <a:pt x="958155" y="1290378"/>
                  </a:lnTo>
                  <a:lnTo>
                    <a:pt x="958141" y="1290386"/>
                  </a:lnTo>
                  <a:lnTo>
                    <a:pt x="958135" y="1290388"/>
                  </a:lnTo>
                  <a:lnTo>
                    <a:pt x="958126" y="1290394"/>
                  </a:lnTo>
                  <a:lnTo>
                    <a:pt x="958118" y="1290398"/>
                  </a:lnTo>
                  <a:lnTo>
                    <a:pt x="958112" y="1290398"/>
                  </a:lnTo>
                  <a:lnTo>
                    <a:pt x="958108" y="1290395"/>
                  </a:lnTo>
                  <a:lnTo>
                    <a:pt x="958093" y="1290385"/>
                  </a:lnTo>
                  <a:lnTo>
                    <a:pt x="958079" y="1290374"/>
                  </a:lnTo>
                  <a:lnTo>
                    <a:pt x="958064" y="1290363"/>
                  </a:lnTo>
                  <a:lnTo>
                    <a:pt x="958051" y="1290350"/>
                  </a:lnTo>
                  <a:lnTo>
                    <a:pt x="958036" y="1290344"/>
                  </a:lnTo>
                  <a:lnTo>
                    <a:pt x="958025" y="1290342"/>
                  </a:lnTo>
                  <a:lnTo>
                    <a:pt x="958012" y="1290339"/>
                  </a:lnTo>
                  <a:lnTo>
                    <a:pt x="957997" y="1290341"/>
                  </a:lnTo>
                  <a:lnTo>
                    <a:pt x="957982" y="1290342"/>
                  </a:lnTo>
                  <a:lnTo>
                    <a:pt x="957968" y="1290342"/>
                  </a:lnTo>
                  <a:lnTo>
                    <a:pt x="957953" y="1290341"/>
                  </a:lnTo>
                  <a:lnTo>
                    <a:pt x="957927" y="1290345"/>
                  </a:lnTo>
                  <a:lnTo>
                    <a:pt x="957912" y="1290347"/>
                  </a:lnTo>
                  <a:lnTo>
                    <a:pt x="957898" y="1290350"/>
                  </a:lnTo>
                  <a:lnTo>
                    <a:pt x="957883" y="1290351"/>
                  </a:lnTo>
                  <a:lnTo>
                    <a:pt x="957869" y="1290353"/>
                  </a:lnTo>
                  <a:lnTo>
                    <a:pt x="957856" y="1290357"/>
                  </a:lnTo>
                  <a:lnTo>
                    <a:pt x="957841" y="1290361"/>
                  </a:lnTo>
                  <a:lnTo>
                    <a:pt x="957825" y="1290366"/>
                  </a:lnTo>
                  <a:lnTo>
                    <a:pt x="957811" y="1290370"/>
                  </a:lnTo>
                  <a:lnTo>
                    <a:pt x="957797" y="1290366"/>
                  </a:lnTo>
                  <a:lnTo>
                    <a:pt x="957782" y="1290360"/>
                  </a:lnTo>
                  <a:lnTo>
                    <a:pt x="957768" y="1290355"/>
                  </a:lnTo>
                  <a:lnTo>
                    <a:pt x="957753" y="1290352"/>
                  </a:lnTo>
                  <a:lnTo>
                    <a:pt x="957739" y="1290357"/>
                  </a:lnTo>
                  <a:lnTo>
                    <a:pt x="957724" y="1290362"/>
                  </a:lnTo>
                  <a:lnTo>
                    <a:pt x="957710" y="1290368"/>
                  </a:lnTo>
                  <a:lnTo>
                    <a:pt x="957695" y="1290376"/>
                  </a:lnTo>
                  <a:lnTo>
                    <a:pt x="957688" y="1290382"/>
                  </a:lnTo>
                  <a:lnTo>
                    <a:pt x="957681" y="1290385"/>
                  </a:lnTo>
                  <a:lnTo>
                    <a:pt x="957667" y="1290390"/>
                  </a:lnTo>
                  <a:lnTo>
                    <a:pt x="957660" y="1290392"/>
                  </a:lnTo>
                  <a:lnTo>
                    <a:pt x="957652" y="1290392"/>
                  </a:lnTo>
                  <a:lnTo>
                    <a:pt x="957642" y="1290392"/>
                  </a:lnTo>
                  <a:lnTo>
                    <a:pt x="957638" y="1290390"/>
                  </a:lnTo>
                  <a:lnTo>
                    <a:pt x="957623" y="1290387"/>
                  </a:lnTo>
                  <a:lnTo>
                    <a:pt x="957609" y="1290382"/>
                  </a:lnTo>
                  <a:lnTo>
                    <a:pt x="957594" y="1290378"/>
                  </a:lnTo>
                  <a:lnTo>
                    <a:pt x="957580" y="1290372"/>
                  </a:lnTo>
                  <a:lnTo>
                    <a:pt x="957565" y="1290365"/>
                  </a:lnTo>
                  <a:lnTo>
                    <a:pt x="957559" y="1290363"/>
                  </a:lnTo>
                  <a:lnTo>
                    <a:pt x="957551" y="1290358"/>
                  </a:lnTo>
                  <a:lnTo>
                    <a:pt x="957539" y="1290352"/>
                  </a:lnTo>
                  <a:lnTo>
                    <a:pt x="957536" y="1290349"/>
                  </a:lnTo>
                  <a:lnTo>
                    <a:pt x="957522" y="1290342"/>
                  </a:lnTo>
                  <a:lnTo>
                    <a:pt x="957507" y="1290335"/>
                  </a:lnTo>
                  <a:lnTo>
                    <a:pt x="957481" y="1290325"/>
                  </a:lnTo>
                  <a:lnTo>
                    <a:pt x="957467" y="1290323"/>
                  </a:lnTo>
                  <a:lnTo>
                    <a:pt x="957452" y="1290321"/>
                  </a:lnTo>
                  <a:lnTo>
                    <a:pt x="957438" y="1290323"/>
                  </a:lnTo>
                  <a:lnTo>
                    <a:pt x="957423" y="1290327"/>
                  </a:lnTo>
                  <a:lnTo>
                    <a:pt x="957409" y="1290332"/>
                  </a:lnTo>
                  <a:lnTo>
                    <a:pt x="957405" y="1290335"/>
                  </a:lnTo>
                  <a:lnTo>
                    <a:pt x="957382" y="1290345"/>
                  </a:lnTo>
                  <a:lnTo>
                    <a:pt x="957372" y="1290349"/>
                  </a:lnTo>
                  <a:lnTo>
                    <a:pt x="957368" y="1290347"/>
                  </a:lnTo>
                  <a:lnTo>
                    <a:pt x="957360" y="1290343"/>
                  </a:lnTo>
                  <a:lnTo>
                    <a:pt x="957353" y="1290337"/>
                  </a:lnTo>
                  <a:lnTo>
                    <a:pt x="957339" y="1290326"/>
                  </a:lnTo>
                  <a:lnTo>
                    <a:pt x="957328" y="1290319"/>
                  </a:lnTo>
                  <a:lnTo>
                    <a:pt x="957324" y="1290318"/>
                  </a:lnTo>
                  <a:lnTo>
                    <a:pt x="957309" y="1290315"/>
                  </a:lnTo>
                  <a:lnTo>
                    <a:pt x="957295" y="1290316"/>
                  </a:lnTo>
                  <a:lnTo>
                    <a:pt x="957281" y="1290320"/>
                  </a:lnTo>
                  <a:lnTo>
                    <a:pt x="957270" y="1290324"/>
                  </a:lnTo>
                  <a:lnTo>
                    <a:pt x="957266" y="1290327"/>
                  </a:lnTo>
                  <a:lnTo>
                    <a:pt x="957259" y="1290333"/>
                  </a:lnTo>
                  <a:lnTo>
                    <a:pt x="957254" y="1290339"/>
                  </a:lnTo>
                  <a:lnTo>
                    <a:pt x="957249" y="1290345"/>
                  </a:lnTo>
                  <a:lnTo>
                    <a:pt x="957245" y="1290354"/>
                  </a:lnTo>
                  <a:lnTo>
                    <a:pt x="957241" y="1290369"/>
                  </a:lnTo>
                  <a:lnTo>
                    <a:pt x="957238" y="1290384"/>
                  </a:lnTo>
                  <a:lnTo>
                    <a:pt x="957237" y="1290390"/>
                  </a:lnTo>
                  <a:lnTo>
                    <a:pt x="957234" y="1290394"/>
                  </a:lnTo>
                  <a:lnTo>
                    <a:pt x="957229" y="1290395"/>
                  </a:lnTo>
                  <a:lnTo>
                    <a:pt x="957215" y="1290394"/>
                  </a:lnTo>
                  <a:lnTo>
                    <a:pt x="957208" y="1290392"/>
                  </a:lnTo>
                  <a:lnTo>
                    <a:pt x="957200" y="1290392"/>
                  </a:lnTo>
                  <a:lnTo>
                    <a:pt x="957194" y="1290392"/>
                  </a:lnTo>
                  <a:lnTo>
                    <a:pt x="957190" y="1290394"/>
                  </a:lnTo>
                  <a:lnTo>
                    <a:pt x="957183" y="1290405"/>
                  </a:lnTo>
                  <a:lnTo>
                    <a:pt x="957177" y="1290419"/>
                  </a:lnTo>
                  <a:lnTo>
                    <a:pt x="957168" y="1290434"/>
                  </a:lnTo>
                  <a:lnTo>
                    <a:pt x="957162" y="1290442"/>
                  </a:lnTo>
                  <a:lnTo>
                    <a:pt x="957156" y="1290443"/>
                  </a:lnTo>
                  <a:lnTo>
                    <a:pt x="957143" y="1290443"/>
                  </a:lnTo>
                  <a:lnTo>
                    <a:pt x="957127" y="1290438"/>
                  </a:lnTo>
                  <a:lnTo>
                    <a:pt x="957113" y="1290434"/>
                  </a:lnTo>
                  <a:lnTo>
                    <a:pt x="957103" y="1290430"/>
                  </a:lnTo>
                  <a:lnTo>
                    <a:pt x="957098" y="1290430"/>
                  </a:lnTo>
                  <a:lnTo>
                    <a:pt x="957091" y="1290431"/>
                  </a:lnTo>
                  <a:lnTo>
                    <a:pt x="957084" y="1290435"/>
                  </a:lnTo>
                  <a:lnTo>
                    <a:pt x="957075" y="1290439"/>
                  </a:lnTo>
                  <a:lnTo>
                    <a:pt x="957069" y="1290439"/>
                  </a:lnTo>
                  <a:lnTo>
                    <a:pt x="957055" y="1290440"/>
                  </a:lnTo>
                  <a:lnTo>
                    <a:pt x="957048" y="1290441"/>
                  </a:lnTo>
                  <a:lnTo>
                    <a:pt x="957040" y="1290445"/>
                  </a:lnTo>
                  <a:lnTo>
                    <a:pt x="957026" y="1290453"/>
                  </a:lnTo>
                  <a:lnTo>
                    <a:pt x="957013" y="1290457"/>
                  </a:lnTo>
                  <a:lnTo>
                    <a:pt x="956997" y="1290461"/>
                  </a:lnTo>
                  <a:lnTo>
                    <a:pt x="956983" y="1290461"/>
                  </a:lnTo>
                  <a:lnTo>
                    <a:pt x="956968" y="1290462"/>
                  </a:lnTo>
                  <a:lnTo>
                    <a:pt x="956954" y="1290458"/>
                  </a:lnTo>
                  <a:lnTo>
                    <a:pt x="956939" y="1290454"/>
                  </a:lnTo>
                  <a:lnTo>
                    <a:pt x="956925" y="1290449"/>
                  </a:lnTo>
                  <a:lnTo>
                    <a:pt x="956910" y="1290443"/>
                  </a:lnTo>
                  <a:lnTo>
                    <a:pt x="956896" y="1290438"/>
                  </a:lnTo>
                  <a:lnTo>
                    <a:pt x="956881" y="1290437"/>
                  </a:lnTo>
                  <a:lnTo>
                    <a:pt x="956867" y="1290440"/>
                  </a:lnTo>
                  <a:lnTo>
                    <a:pt x="956852" y="1290445"/>
                  </a:lnTo>
                  <a:lnTo>
                    <a:pt x="956846" y="1290448"/>
                  </a:lnTo>
                  <a:lnTo>
                    <a:pt x="956838" y="1290454"/>
                  </a:lnTo>
                  <a:lnTo>
                    <a:pt x="956824" y="1290467"/>
                  </a:lnTo>
                  <a:lnTo>
                    <a:pt x="956809" y="1290476"/>
                  </a:lnTo>
                  <a:lnTo>
                    <a:pt x="956795" y="1290480"/>
                  </a:lnTo>
                  <a:lnTo>
                    <a:pt x="956780" y="1290482"/>
                  </a:lnTo>
                  <a:lnTo>
                    <a:pt x="956772" y="1290482"/>
                  </a:lnTo>
                  <a:lnTo>
                    <a:pt x="956766" y="1290480"/>
                  </a:lnTo>
                  <a:lnTo>
                    <a:pt x="956751" y="1290476"/>
                  </a:lnTo>
                  <a:lnTo>
                    <a:pt x="956738" y="1290472"/>
                  </a:lnTo>
                  <a:lnTo>
                    <a:pt x="956722" y="1290466"/>
                  </a:lnTo>
                  <a:lnTo>
                    <a:pt x="956715" y="1290463"/>
                  </a:lnTo>
                  <a:lnTo>
                    <a:pt x="956708" y="1290458"/>
                  </a:lnTo>
                  <a:lnTo>
                    <a:pt x="956693" y="1290450"/>
                  </a:lnTo>
                  <a:lnTo>
                    <a:pt x="956679" y="1290445"/>
                  </a:lnTo>
                  <a:lnTo>
                    <a:pt x="956665" y="1290440"/>
                  </a:lnTo>
                  <a:lnTo>
                    <a:pt x="956650" y="1290436"/>
                  </a:lnTo>
                  <a:lnTo>
                    <a:pt x="956636" y="1290431"/>
                  </a:lnTo>
                  <a:lnTo>
                    <a:pt x="956621" y="1290425"/>
                  </a:lnTo>
                  <a:lnTo>
                    <a:pt x="956607" y="1290421"/>
                  </a:lnTo>
                  <a:lnTo>
                    <a:pt x="956597" y="1290418"/>
                  </a:lnTo>
                  <a:lnTo>
                    <a:pt x="956592" y="1290418"/>
                  </a:lnTo>
                  <a:lnTo>
                    <a:pt x="956578" y="1290417"/>
                  </a:lnTo>
                  <a:lnTo>
                    <a:pt x="956563" y="1290418"/>
                  </a:lnTo>
                  <a:lnTo>
                    <a:pt x="956549" y="1290417"/>
                  </a:lnTo>
                  <a:lnTo>
                    <a:pt x="956534" y="1290409"/>
                  </a:lnTo>
                  <a:lnTo>
                    <a:pt x="956525" y="1290404"/>
                  </a:lnTo>
                  <a:lnTo>
                    <a:pt x="956521" y="1290399"/>
                  </a:lnTo>
                  <a:lnTo>
                    <a:pt x="956515" y="1290392"/>
                  </a:lnTo>
                  <a:lnTo>
                    <a:pt x="956512" y="1290385"/>
                  </a:lnTo>
                  <a:lnTo>
                    <a:pt x="956509" y="1290376"/>
                  </a:lnTo>
                  <a:lnTo>
                    <a:pt x="956505" y="1290370"/>
                  </a:lnTo>
                  <a:lnTo>
                    <a:pt x="956503" y="1290355"/>
                  </a:lnTo>
                  <a:lnTo>
                    <a:pt x="956501" y="1290340"/>
                  </a:lnTo>
                  <a:lnTo>
                    <a:pt x="956491" y="1290324"/>
                  </a:lnTo>
                  <a:lnTo>
                    <a:pt x="956489" y="1290317"/>
                  </a:lnTo>
                  <a:lnTo>
                    <a:pt x="956477" y="1290303"/>
                  </a:lnTo>
                  <a:lnTo>
                    <a:pt x="956464" y="1290289"/>
                  </a:lnTo>
                  <a:lnTo>
                    <a:pt x="956450" y="1290275"/>
                  </a:lnTo>
                  <a:lnTo>
                    <a:pt x="956435" y="1290267"/>
                  </a:lnTo>
                  <a:lnTo>
                    <a:pt x="956415" y="1290250"/>
                  </a:lnTo>
                  <a:lnTo>
                    <a:pt x="956410" y="1290242"/>
                  </a:lnTo>
                  <a:lnTo>
                    <a:pt x="956404" y="1290237"/>
                  </a:lnTo>
                  <a:lnTo>
                    <a:pt x="956398" y="1290232"/>
                  </a:lnTo>
                  <a:lnTo>
                    <a:pt x="956390" y="1290226"/>
                  </a:lnTo>
                  <a:lnTo>
                    <a:pt x="956382" y="1290220"/>
                  </a:lnTo>
                  <a:lnTo>
                    <a:pt x="956375" y="1290217"/>
                  </a:lnTo>
                  <a:lnTo>
                    <a:pt x="956370" y="1290216"/>
                  </a:lnTo>
                  <a:lnTo>
                    <a:pt x="956367" y="1290213"/>
                  </a:lnTo>
                  <a:lnTo>
                    <a:pt x="956361" y="1290210"/>
                  </a:lnTo>
                  <a:lnTo>
                    <a:pt x="956346" y="1290206"/>
                  </a:lnTo>
                  <a:lnTo>
                    <a:pt x="956332" y="1290202"/>
                  </a:lnTo>
                  <a:lnTo>
                    <a:pt x="956322" y="1290198"/>
                  </a:lnTo>
                  <a:lnTo>
                    <a:pt x="956317" y="1290194"/>
                  </a:lnTo>
                  <a:lnTo>
                    <a:pt x="956303" y="1290182"/>
                  </a:lnTo>
                  <a:lnTo>
                    <a:pt x="956288" y="1290169"/>
                  </a:lnTo>
                  <a:lnTo>
                    <a:pt x="956274" y="1290158"/>
                  </a:lnTo>
                  <a:lnTo>
                    <a:pt x="956259" y="1290151"/>
                  </a:lnTo>
                  <a:lnTo>
                    <a:pt x="956245" y="1290148"/>
                  </a:lnTo>
                  <a:lnTo>
                    <a:pt x="956230" y="1290144"/>
                  </a:lnTo>
                  <a:lnTo>
                    <a:pt x="956216" y="1290140"/>
                  </a:lnTo>
                  <a:lnTo>
                    <a:pt x="956201" y="1290138"/>
                  </a:lnTo>
                  <a:lnTo>
                    <a:pt x="956195" y="1290138"/>
                  </a:lnTo>
                  <a:lnTo>
                    <a:pt x="956187" y="1290135"/>
                  </a:lnTo>
                  <a:lnTo>
                    <a:pt x="956172" y="1290134"/>
                  </a:lnTo>
                  <a:lnTo>
                    <a:pt x="956158" y="1290132"/>
                  </a:lnTo>
                  <a:lnTo>
                    <a:pt x="956143" y="1290133"/>
                  </a:lnTo>
                  <a:lnTo>
                    <a:pt x="956133" y="1290132"/>
                  </a:lnTo>
                  <a:lnTo>
                    <a:pt x="956129" y="1290130"/>
                  </a:lnTo>
                  <a:lnTo>
                    <a:pt x="956115" y="1290125"/>
                  </a:lnTo>
                  <a:lnTo>
                    <a:pt x="956100" y="1290116"/>
                  </a:lnTo>
                  <a:lnTo>
                    <a:pt x="956091" y="1290107"/>
                  </a:lnTo>
                  <a:lnTo>
                    <a:pt x="956088" y="1290105"/>
                  </a:lnTo>
                  <a:lnTo>
                    <a:pt x="956073" y="1290097"/>
                  </a:lnTo>
                  <a:lnTo>
                    <a:pt x="956059" y="1290090"/>
                  </a:lnTo>
                  <a:lnTo>
                    <a:pt x="956044" y="1290085"/>
                  </a:lnTo>
                  <a:lnTo>
                    <a:pt x="956029" y="1290077"/>
                  </a:lnTo>
                  <a:lnTo>
                    <a:pt x="956021" y="1290074"/>
                  </a:lnTo>
                  <a:lnTo>
                    <a:pt x="956015" y="1290074"/>
                  </a:lnTo>
                  <a:lnTo>
                    <a:pt x="956002" y="1290074"/>
                  </a:lnTo>
                  <a:lnTo>
                    <a:pt x="955989" y="1290080"/>
                  </a:lnTo>
                  <a:lnTo>
                    <a:pt x="955986" y="1290083"/>
                  </a:lnTo>
                  <a:lnTo>
                    <a:pt x="955972" y="1290093"/>
                  </a:lnTo>
                  <a:lnTo>
                    <a:pt x="955959" y="1290099"/>
                  </a:lnTo>
                  <a:lnTo>
                    <a:pt x="955943" y="1290102"/>
                  </a:lnTo>
                  <a:lnTo>
                    <a:pt x="955928" y="1290101"/>
                  </a:lnTo>
                  <a:lnTo>
                    <a:pt x="955914" y="1290100"/>
                  </a:lnTo>
                  <a:lnTo>
                    <a:pt x="955905" y="1290096"/>
                  </a:lnTo>
                  <a:lnTo>
                    <a:pt x="955899" y="1290091"/>
                  </a:lnTo>
                  <a:lnTo>
                    <a:pt x="955878" y="1290064"/>
                  </a:lnTo>
                  <a:lnTo>
                    <a:pt x="955866" y="1290060"/>
                  </a:lnTo>
                  <a:lnTo>
                    <a:pt x="955850" y="1290060"/>
                  </a:lnTo>
                  <a:lnTo>
                    <a:pt x="955836" y="1290060"/>
                  </a:lnTo>
                  <a:lnTo>
                    <a:pt x="955821" y="1290060"/>
                  </a:lnTo>
                  <a:lnTo>
                    <a:pt x="955807" y="1290059"/>
                  </a:lnTo>
                  <a:lnTo>
                    <a:pt x="955802" y="1290060"/>
                  </a:lnTo>
                  <a:lnTo>
                    <a:pt x="955792" y="1290059"/>
                  </a:lnTo>
                  <a:lnTo>
                    <a:pt x="955778" y="1290063"/>
                  </a:lnTo>
                  <a:lnTo>
                    <a:pt x="955763" y="1290068"/>
                  </a:lnTo>
                  <a:lnTo>
                    <a:pt x="955749" y="1290074"/>
                  </a:lnTo>
                  <a:lnTo>
                    <a:pt x="955734" y="1290078"/>
                  </a:lnTo>
                  <a:lnTo>
                    <a:pt x="955720" y="1290082"/>
                  </a:lnTo>
                  <a:lnTo>
                    <a:pt x="955707" y="1290084"/>
                  </a:lnTo>
                  <a:lnTo>
                    <a:pt x="955691" y="1290082"/>
                  </a:lnTo>
                  <a:lnTo>
                    <a:pt x="955682" y="1290079"/>
                  </a:lnTo>
                  <a:lnTo>
                    <a:pt x="955677" y="1290079"/>
                  </a:lnTo>
                  <a:lnTo>
                    <a:pt x="955662" y="1290081"/>
                  </a:lnTo>
                  <a:lnTo>
                    <a:pt x="955648" y="1290083"/>
                  </a:lnTo>
                  <a:lnTo>
                    <a:pt x="955633" y="1290084"/>
                  </a:lnTo>
                  <a:lnTo>
                    <a:pt x="955619" y="1290086"/>
                  </a:lnTo>
                  <a:lnTo>
                    <a:pt x="955609" y="1290088"/>
                  </a:lnTo>
                  <a:lnTo>
                    <a:pt x="955604" y="1290086"/>
                  </a:lnTo>
                  <a:lnTo>
                    <a:pt x="955590" y="1290088"/>
                  </a:lnTo>
                  <a:lnTo>
                    <a:pt x="955575" y="1290088"/>
                  </a:lnTo>
                  <a:lnTo>
                    <a:pt x="955566" y="1290088"/>
                  </a:lnTo>
                  <a:lnTo>
                    <a:pt x="955563" y="1290085"/>
                  </a:lnTo>
                  <a:lnTo>
                    <a:pt x="955554" y="1290082"/>
                  </a:lnTo>
                  <a:lnTo>
                    <a:pt x="955549" y="1290079"/>
                  </a:lnTo>
                  <a:lnTo>
                    <a:pt x="955540" y="1290076"/>
                  </a:lnTo>
                  <a:lnTo>
                    <a:pt x="955525" y="1290077"/>
                  </a:lnTo>
                  <a:lnTo>
                    <a:pt x="955511" y="1290078"/>
                  </a:lnTo>
                  <a:lnTo>
                    <a:pt x="955496" y="1290078"/>
                  </a:lnTo>
                  <a:lnTo>
                    <a:pt x="955482" y="1290077"/>
                  </a:lnTo>
                  <a:lnTo>
                    <a:pt x="955468" y="1290076"/>
                  </a:lnTo>
                  <a:lnTo>
                    <a:pt x="955458" y="1290074"/>
                  </a:lnTo>
                  <a:lnTo>
                    <a:pt x="955453" y="1290071"/>
                  </a:lnTo>
                  <a:lnTo>
                    <a:pt x="955444" y="1290068"/>
                  </a:lnTo>
                  <a:lnTo>
                    <a:pt x="955439" y="1290064"/>
                  </a:lnTo>
                  <a:lnTo>
                    <a:pt x="955424" y="1290058"/>
                  </a:lnTo>
                  <a:lnTo>
                    <a:pt x="955409" y="1290055"/>
                  </a:lnTo>
                  <a:lnTo>
                    <a:pt x="955402" y="1290053"/>
                  </a:lnTo>
                  <a:lnTo>
                    <a:pt x="955395" y="1290057"/>
                  </a:lnTo>
                  <a:lnTo>
                    <a:pt x="955379" y="1290069"/>
                  </a:lnTo>
                  <a:lnTo>
                    <a:pt x="955365" y="1290072"/>
                  </a:lnTo>
                  <a:lnTo>
                    <a:pt x="955352" y="1290071"/>
                  </a:lnTo>
                  <a:lnTo>
                    <a:pt x="955345" y="1290070"/>
                  </a:lnTo>
                  <a:lnTo>
                    <a:pt x="955337" y="1290066"/>
                  </a:lnTo>
                  <a:lnTo>
                    <a:pt x="955332" y="1290064"/>
                  </a:lnTo>
                  <a:lnTo>
                    <a:pt x="955323" y="1290058"/>
                  </a:lnTo>
                  <a:lnTo>
                    <a:pt x="955308" y="1290050"/>
                  </a:lnTo>
                  <a:lnTo>
                    <a:pt x="955294" y="1290039"/>
                  </a:lnTo>
                  <a:lnTo>
                    <a:pt x="955287" y="1290033"/>
                  </a:lnTo>
                  <a:lnTo>
                    <a:pt x="955279" y="1290031"/>
                  </a:lnTo>
                  <a:lnTo>
                    <a:pt x="955265" y="1290031"/>
                  </a:lnTo>
                  <a:lnTo>
                    <a:pt x="955249" y="1290037"/>
                  </a:lnTo>
                  <a:lnTo>
                    <a:pt x="955244" y="1290035"/>
                  </a:lnTo>
                  <a:lnTo>
                    <a:pt x="955236" y="1290032"/>
                  </a:lnTo>
                  <a:lnTo>
                    <a:pt x="955221" y="1290030"/>
                  </a:lnTo>
                  <a:lnTo>
                    <a:pt x="955207" y="1290026"/>
                  </a:lnTo>
                  <a:lnTo>
                    <a:pt x="955178" y="1290027"/>
                  </a:lnTo>
                  <a:lnTo>
                    <a:pt x="955164" y="1290029"/>
                  </a:lnTo>
                  <a:lnTo>
                    <a:pt x="955144" y="1290035"/>
                  </a:lnTo>
                  <a:lnTo>
                    <a:pt x="955137" y="1290041"/>
                  </a:lnTo>
                  <a:lnTo>
                    <a:pt x="955128" y="1290045"/>
                  </a:lnTo>
                  <a:lnTo>
                    <a:pt x="955122" y="1290050"/>
                  </a:lnTo>
                  <a:lnTo>
                    <a:pt x="955108" y="1290060"/>
                  </a:lnTo>
                  <a:lnTo>
                    <a:pt x="955093" y="1290068"/>
                  </a:lnTo>
                  <a:lnTo>
                    <a:pt x="955079" y="1290074"/>
                  </a:lnTo>
                  <a:lnTo>
                    <a:pt x="955071" y="1290078"/>
                  </a:lnTo>
                  <a:lnTo>
                    <a:pt x="955065" y="1290079"/>
                  </a:lnTo>
                  <a:lnTo>
                    <a:pt x="955052" y="1290083"/>
                  </a:lnTo>
                  <a:lnTo>
                    <a:pt x="955039" y="1290086"/>
                  </a:lnTo>
                  <a:lnTo>
                    <a:pt x="955008" y="1290081"/>
                  </a:lnTo>
                  <a:lnTo>
                    <a:pt x="954991" y="1290081"/>
                  </a:lnTo>
                  <a:lnTo>
                    <a:pt x="954977" y="1290087"/>
                  </a:lnTo>
                  <a:lnTo>
                    <a:pt x="954962" y="1290094"/>
                  </a:lnTo>
                  <a:lnTo>
                    <a:pt x="954947" y="1290101"/>
                  </a:lnTo>
                  <a:lnTo>
                    <a:pt x="954944" y="1290103"/>
                  </a:lnTo>
                  <a:lnTo>
                    <a:pt x="954933" y="1290102"/>
                  </a:lnTo>
                  <a:lnTo>
                    <a:pt x="954919" y="1290100"/>
                  </a:lnTo>
                  <a:lnTo>
                    <a:pt x="954904" y="1290099"/>
                  </a:lnTo>
                  <a:lnTo>
                    <a:pt x="954890" y="1290097"/>
                  </a:lnTo>
                  <a:lnTo>
                    <a:pt x="954875" y="1290094"/>
                  </a:lnTo>
                  <a:lnTo>
                    <a:pt x="954864" y="1290089"/>
                  </a:lnTo>
                  <a:lnTo>
                    <a:pt x="954856" y="1290083"/>
                  </a:lnTo>
                  <a:lnTo>
                    <a:pt x="954852" y="1290078"/>
                  </a:lnTo>
                  <a:lnTo>
                    <a:pt x="954847" y="1290076"/>
                  </a:lnTo>
                  <a:lnTo>
                    <a:pt x="954840" y="1290073"/>
                  </a:lnTo>
                  <a:lnTo>
                    <a:pt x="954833" y="1290069"/>
                  </a:lnTo>
                  <a:lnTo>
                    <a:pt x="954823" y="1290061"/>
                  </a:lnTo>
                  <a:lnTo>
                    <a:pt x="954820" y="1290056"/>
                  </a:lnTo>
                  <a:lnTo>
                    <a:pt x="954811" y="1290041"/>
                  </a:lnTo>
                  <a:lnTo>
                    <a:pt x="954809" y="1290037"/>
                  </a:lnTo>
                  <a:lnTo>
                    <a:pt x="954805" y="1290032"/>
                  </a:lnTo>
                  <a:lnTo>
                    <a:pt x="954799" y="1290030"/>
                  </a:lnTo>
                  <a:lnTo>
                    <a:pt x="954784" y="1290026"/>
                  </a:lnTo>
                  <a:lnTo>
                    <a:pt x="954770" y="1290021"/>
                  </a:lnTo>
                  <a:lnTo>
                    <a:pt x="954764" y="1290021"/>
                  </a:lnTo>
                  <a:lnTo>
                    <a:pt x="954755" y="1290017"/>
                  </a:lnTo>
                  <a:lnTo>
                    <a:pt x="954741" y="1290017"/>
                  </a:lnTo>
                  <a:lnTo>
                    <a:pt x="954727" y="1290016"/>
                  </a:lnTo>
                  <a:lnTo>
                    <a:pt x="954712" y="1290016"/>
                  </a:lnTo>
                  <a:lnTo>
                    <a:pt x="954698" y="1290013"/>
                  </a:lnTo>
                  <a:lnTo>
                    <a:pt x="954693" y="1290010"/>
                  </a:lnTo>
                  <a:lnTo>
                    <a:pt x="954683" y="1290006"/>
                  </a:lnTo>
                  <a:lnTo>
                    <a:pt x="954675" y="1290001"/>
                  </a:lnTo>
                  <a:lnTo>
                    <a:pt x="954669" y="1289995"/>
                  </a:lnTo>
                  <a:lnTo>
                    <a:pt x="954664" y="1289989"/>
                  </a:lnTo>
                  <a:lnTo>
                    <a:pt x="954656" y="1289984"/>
                  </a:lnTo>
                  <a:lnTo>
                    <a:pt x="954637" y="1289974"/>
                  </a:lnTo>
                  <a:lnTo>
                    <a:pt x="954627" y="1289972"/>
                  </a:lnTo>
                  <a:lnTo>
                    <a:pt x="954612" y="1289970"/>
                  </a:lnTo>
                  <a:lnTo>
                    <a:pt x="954598" y="1289969"/>
                  </a:lnTo>
                  <a:lnTo>
                    <a:pt x="954589" y="1289969"/>
                  </a:lnTo>
                  <a:lnTo>
                    <a:pt x="954569" y="1289966"/>
                  </a:lnTo>
                  <a:lnTo>
                    <a:pt x="954555" y="1289962"/>
                  </a:lnTo>
                  <a:lnTo>
                    <a:pt x="954540" y="1289957"/>
                  </a:lnTo>
                  <a:lnTo>
                    <a:pt x="954525" y="1289948"/>
                  </a:lnTo>
                  <a:lnTo>
                    <a:pt x="954516" y="1289942"/>
                  </a:lnTo>
                  <a:lnTo>
                    <a:pt x="954493" y="1289944"/>
                  </a:lnTo>
                  <a:lnTo>
                    <a:pt x="954487" y="1289944"/>
                  </a:lnTo>
                  <a:lnTo>
                    <a:pt x="954483" y="1289942"/>
                  </a:lnTo>
                  <a:lnTo>
                    <a:pt x="954478" y="1289939"/>
                  </a:lnTo>
                  <a:lnTo>
                    <a:pt x="954471" y="1289934"/>
                  </a:lnTo>
                  <a:lnTo>
                    <a:pt x="954464" y="1289934"/>
                  </a:lnTo>
                  <a:lnTo>
                    <a:pt x="954458" y="1289935"/>
                  </a:lnTo>
                  <a:lnTo>
                    <a:pt x="954454" y="1289938"/>
                  </a:lnTo>
                  <a:lnTo>
                    <a:pt x="954449" y="1289942"/>
                  </a:lnTo>
                  <a:lnTo>
                    <a:pt x="954435" y="1289943"/>
                  </a:lnTo>
                  <a:lnTo>
                    <a:pt x="954421" y="1289936"/>
                  </a:lnTo>
                  <a:lnTo>
                    <a:pt x="954406" y="1289934"/>
                  </a:lnTo>
                  <a:lnTo>
                    <a:pt x="954391" y="1289935"/>
                  </a:lnTo>
                  <a:lnTo>
                    <a:pt x="954364" y="1289950"/>
                  </a:lnTo>
                  <a:lnTo>
                    <a:pt x="954358" y="1289954"/>
                  </a:lnTo>
                  <a:lnTo>
                    <a:pt x="954350" y="1289956"/>
                  </a:lnTo>
                  <a:lnTo>
                    <a:pt x="954336" y="1289957"/>
                  </a:lnTo>
                  <a:lnTo>
                    <a:pt x="954322" y="1289958"/>
                  </a:lnTo>
                  <a:lnTo>
                    <a:pt x="954307" y="1289956"/>
                  </a:lnTo>
                  <a:lnTo>
                    <a:pt x="954292" y="1289954"/>
                  </a:lnTo>
                  <a:lnTo>
                    <a:pt x="954278" y="1289950"/>
                  </a:lnTo>
                  <a:lnTo>
                    <a:pt x="954270" y="1289947"/>
                  </a:lnTo>
                  <a:lnTo>
                    <a:pt x="954263" y="1289942"/>
                  </a:lnTo>
                  <a:lnTo>
                    <a:pt x="954249" y="1289935"/>
                  </a:lnTo>
                  <a:lnTo>
                    <a:pt x="954234" y="1289927"/>
                  </a:lnTo>
                  <a:lnTo>
                    <a:pt x="954228" y="1289919"/>
                  </a:lnTo>
                  <a:lnTo>
                    <a:pt x="954222" y="1289907"/>
                  </a:lnTo>
                  <a:lnTo>
                    <a:pt x="954220" y="1289902"/>
                  </a:lnTo>
                  <a:lnTo>
                    <a:pt x="954216" y="1289898"/>
                  </a:lnTo>
                  <a:lnTo>
                    <a:pt x="954211" y="1289891"/>
                  </a:lnTo>
                  <a:lnTo>
                    <a:pt x="954205" y="1289887"/>
                  </a:lnTo>
                  <a:lnTo>
                    <a:pt x="954191" y="1289880"/>
                  </a:lnTo>
                  <a:lnTo>
                    <a:pt x="954176" y="1289877"/>
                  </a:lnTo>
                  <a:lnTo>
                    <a:pt x="954159" y="1289880"/>
                  </a:lnTo>
                  <a:lnTo>
                    <a:pt x="954154" y="1289881"/>
                  </a:lnTo>
                  <a:lnTo>
                    <a:pt x="954147" y="1289879"/>
                  </a:lnTo>
                  <a:lnTo>
                    <a:pt x="954134" y="1289871"/>
                  </a:lnTo>
                  <a:lnTo>
                    <a:pt x="954124" y="1289855"/>
                  </a:lnTo>
                  <a:lnTo>
                    <a:pt x="954117" y="1289849"/>
                  </a:lnTo>
                  <a:lnTo>
                    <a:pt x="954110" y="1289849"/>
                  </a:lnTo>
                  <a:lnTo>
                    <a:pt x="954101" y="1289851"/>
                  </a:lnTo>
                  <a:lnTo>
                    <a:pt x="954096" y="1289856"/>
                  </a:lnTo>
                  <a:lnTo>
                    <a:pt x="954089" y="1289861"/>
                  </a:lnTo>
                  <a:lnTo>
                    <a:pt x="954082" y="1289860"/>
                  </a:lnTo>
                  <a:lnTo>
                    <a:pt x="954071" y="1289847"/>
                  </a:lnTo>
                  <a:lnTo>
                    <a:pt x="954063" y="1289831"/>
                  </a:lnTo>
                  <a:lnTo>
                    <a:pt x="954053" y="1289815"/>
                  </a:lnTo>
                  <a:lnTo>
                    <a:pt x="954042" y="1289809"/>
                  </a:lnTo>
                  <a:lnTo>
                    <a:pt x="954037" y="1289808"/>
                  </a:lnTo>
                  <a:lnTo>
                    <a:pt x="954023" y="1289810"/>
                  </a:lnTo>
                  <a:lnTo>
                    <a:pt x="954015" y="1289804"/>
                  </a:lnTo>
                  <a:lnTo>
                    <a:pt x="954013" y="1289798"/>
                  </a:lnTo>
                  <a:lnTo>
                    <a:pt x="954014" y="1289790"/>
                  </a:lnTo>
                  <a:lnTo>
                    <a:pt x="954011" y="1289784"/>
                  </a:lnTo>
                  <a:lnTo>
                    <a:pt x="954005" y="1289780"/>
                  </a:lnTo>
                  <a:lnTo>
                    <a:pt x="953997" y="1289783"/>
                  </a:lnTo>
                  <a:lnTo>
                    <a:pt x="953991" y="1289790"/>
                  </a:lnTo>
                  <a:lnTo>
                    <a:pt x="953989" y="1289797"/>
                  </a:lnTo>
                  <a:lnTo>
                    <a:pt x="953985" y="1289803"/>
                  </a:lnTo>
                  <a:lnTo>
                    <a:pt x="953976" y="1289809"/>
                  </a:lnTo>
                  <a:lnTo>
                    <a:pt x="953962" y="1289810"/>
                  </a:lnTo>
                  <a:lnTo>
                    <a:pt x="953945" y="1289811"/>
                  </a:lnTo>
                  <a:lnTo>
                    <a:pt x="953933" y="1289815"/>
                  </a:lnTo>
                  <a:lnTo>
                    <a:pt x="953925" y="1289819"/>
                  </a:lnTo>
                  <a:lnTo>
                    <a:pt x="953920" y="1289826"/>
                  </a:lnTo>
                  <a:lnTo>
                    <a:pt x="953917" y="1289831"/>
                  </a:lnTo>
                  <a:lnTo>
                    <a:pt x="953908" y="1289829"/>
                  </a:lnTo>
                  <a:lnTo>
                    <a:pt x="953903" y="1289825"/>
                  </a:lnTo>
                  <a:lnTo>
                    <a:pt x="953898" y="1289823"/>
                  </a:lnTo>
                  <a:lnTo>
                    <a:pt x="953894" y="1289824"/>
                  </a:lnTo>
                  <a:lnTo>
                    <a:pt x="953886" y="1289827"/>
                  </a:lnTo>
                  <a:lnTo>
                    <a:pt x="953881" y="1289835"/>
                  </a:lnTo>
                  <a:lnTo>
                    <a:pt x="953879" y="1289849"/>
                  </a:lnTo>
                  <a:lnTo>
                    <a:pt x="953876" y="1289852"/>
                  </a:lnTo>
                  <a:lnTo>
                    <a:pt x="953871" y="1289856"/>
                  </a:lnTo>
                  <a:lnTo>
                    <a:pt x="953865" y="1289858"/>
                  </a:lnTo>
                  <a:lnTo>
                    <a:pt x="953848" y="1289860"/>
                  </a:lnTo>
                  <a:lnTo>
                    <a:pt x="953841" y="1289859"/>
                  </a:lnTo>
                  <a:lnTo>
                    <a:pt x="953836" y="1289856"/>
                  </a:lnTo>
                  <a:lnTo>
                    <a:pt x="953828" y="1289852"/>
                  </a:lnTo>
                  <a:lnTo>
                    <a:pt x="953821" y="1289849"/>
                  </a:lnTo>
                  <a:lnTo>
                    <a:pt x="953814" y="1289847"/>
                  </a:lnTo>
                  <a:lnTo>
                    <a:pt x="953805" y="1289849"/>
                  </a:lnTo>
                  <a:lnTo>
                    <a:pt x="953791" y="1289856"/>
                  </a:lnTo>
                  <a:lnTo>
                    <a:pt x="953785" y="1289859"/>
                  </a:lnTo>
                  <a:lnTo>
                    <a:pt x="953778" y="1289859"/>
                  </a:lnTo>
                  <a:lnTo>
                    <a:pt x="953769" y="1289859"/>
                  </a:lnTo>
                  <a:lnTo>
                    <a:pt x="953760" y="1289859"/>
                  </a:lnTo>
                  <a:lnTo>
                    <a:pt x="953745" y="1289858"/>
                  </a:lnTo>
                  <a:lnTo>
                    <a:pt x="953741" y="1289860"/>
                  </a:lnTo>
                  <a:lnTo>
                    <a:pt x="953739" y="1289865"/>
                  </a:lnTo>
                  <a:lnTo>
                    <a:pt x="953736" y="1289871"/>
                  </a:lnTo>
                  <a:lnTo>
                    <a:pt x="953732" y="1289874"/>
                  </a:lnTo>
                  <a:lnTo>
                    <a:pt x="953727" y="1289875"/>
                  </a:lnTo>
                  <a:lnTo>
                    <a:pt x="953721" y="1289874"/>
                  </a:lnTo>
                  <a:lnTo>
                    <a:pt x="953714" y="1289874"/>
                  </a:lnTo>
                  <a:lnTo>
                    <a:pt x="953708" y="1289869"/>
                  </a:lnTo>
                  <a:lnTo>
                    <a:pt x="953693" y="1289859"/>
                  </a:lnTo>
                  <a:lnTo>
                    <a:pt x="953686" y="1289857"/>
                  </a:lnTo>
                  <a:lnTo>
                    <a:pt x="953677" y="1289859"/>
                  </a:lnTo>
                  <a:lnTo>
                    <a:pt x="953672" y="1289867"/>
                  </a:lnTo>
                  <a:lnTo>
                    <a:pt x="953670" y="1289875"/>
                  </a:lnTo>
                  <a:lnTo>
                    <a:pt x="953666" y="1289882"/>
                  </a:lnTo>
                  <a:lnTo>
                    <a:pt x="953662" y="1289898"/>
                  </a:lnTo>
                  <a:lnTo>
                    <a:pt x="953662" y="1289904"/>
                  </a:lnTo>
                  <a:lnTo>
                    <a:pt x="953664" y="1289913"/>
                  </a:lnTo>
                  <a:lnTo>
                    <a:pt x="953664" y="1289919"/>
                  </a:lnTo>
                  <a:lnTo>
                    <a:pt x="953660" y="1289923"/>
                  </a:lnTo>
                  <a:lnTo>
                    <a:pt x="953656" y="1289924"/>
                  </a:lnTo>
                  <a:lnTo>
                    <a:pt x="953648" y="1289930"/>
                  </a:lnTo>
                  <a:lnTo>
                    <a:pt x="953644" y="1289938"/>
                  </a:lnTo>
                  <a:lnTo>
                    <a:pt x="953641" y="1289945"/>
                  </a:lnTo>
                  <a:lnTo>
                    <a:pt x="953641" y="1289953"/>
                  </a:lnTo>
                  <a:lnTo>
                    <a:pt x="953636" y="1289958"/>
                  </a:lnTo>
                  <a:lnTo>
                    <a:pt x="953626" y="1289961"/>
                  </a:lnTo>
                  <a:lnTo>
                    <a:pt x="953608" y="1289976"/>
                  </a:lnTo>
                  <a:lnTo>
                    <a:pt x="953603" y="1289981"/>
                  </a:lnTo>
                  <a:lnTo>
                    <a:pt x="953597" y="1289990"/>
                  </a:lnTo>
                  <a:lnTo>
                    <a:pt x="953592" y="1290004"/>
                  </a:lnTo>
                  <a:lnTo>
                    <a:pt x="953581" y="1290016"/>
                  </a:lnTo>
                  <a:lnTo>
                    <a:pt x="953568" y="1290029"/>
                  </a:lnTo>
                  <a:lnTo>
                    <a:pt x="953563" y="1290035"/>
                  </a:lnTo>
                  <a:lnTo>
                    <a:pt x="953555" y="1290042"/>
                  </a:lnTo>
                  <a:lnTo>
                    <a:pt x="953547" y="1290044"/>
                  </a:lnTo>
                  <a:lnTo>
                    <a:pt x="953540" y="1290044"/>
                  </a:lnTo>
                  <a:lnTo>
                    <a:pt x="953525" y="1290047"/>
                  </a:lnTo>
                  <a:lnTo>
                    <a:pt x="953510" y="1290040"/>
                  </a:lnTo>
                  <a:lnTo>
                    <a:pt x="953505" y="1290037"/>
                  </a:lnTo>
                  <a:lnTo>
                    <a:pt x="953492" y="1290034"/>
                  </a:lnTo>
                  <a:lnTo>
                    <a:pt x="953482" y="1290037"/>
                  </a:lnTo>
                  <a:lnTo>
                    <a:pt x="953470" y="1290042"/>
                  </a:lnTo>
                  <a:lnTo>
                    <a:pt x="953453" y="1290045"/>
                  </a:lnTo>
                  <a:lnTo>
                    <a:pt x="953439" y="1290047"/>
                  </a:lnTo>
                  <a:lnTo>
                    <a:pt x="953426" y="1290049"/>
                  </a:lnTo>
                  <a:lnTo>
                    <a:pt x="953417" y="1290051"/>
                  </a:lnTo>
                  <a:lnTo>
                    <a:pt x="953407" y="1290064"/>
                  </a:lnTo>
                  <a:lnTo>
                    <a:pt x="953394" y="1290076"/>
                  </a:lnTo>
                  <a:lnTo>
                    <a:pt x="953381" y="1290089"/>
                  </a:lnTo>
                  <a:lnTo>
                    <a:pt x="953367" y="1290100"/>
                  </a:lnTo>
                  <a:lnTo>
                    <a:pt x="953358" y="1290106"/>
                  </a:lnTo>
                  <a:lnTo>
                    <a:pt x="953352" y="1290108"/>
                  </a:lnTo>
                  <a:lnTo>
                    <a:pt x="953338" y="1290115"/>
                  </a:lnTo>
                  <a:lnTo>
                    <a:pt x="953324" y="1290125"/>
                  </a:lnTo>
                  <a:lnTo>
                    <a:pt x="953314" y="1290137"/>
                  </a:lnTo>
                  <a:lnTo>
                    <a:pt x="953303" y="1290150"/>
                  </a:lnTo>
                  <a:lnTo>
                    <a:pt x="953301" y="1290155"/>
                  </a:lnTo>
                  <a:lnTo>
                    <a:pt x="953291" y="1290170"/>
                  </a:lnTo>
                  <a:lnTo>
                    <a:pt x="953281" y="1290185"/>
                  </a:lnTo>
                  <a:lnTo>
                    <a:pt x="953274" y="1290200"/>
                  </a:lnTo>
                  <a:lnTo>
                    <a:pt x="953266" y="1290215"/>
                  </a:lnTo>
                  <a:lnTo>
                    <a:pt x="953263" y="1290223"/>
                  </a:lnTo>
                  <a:lnTo>
                    <a:pt x="953264" y="1290238"/>
                  </a:lnTo>
                  <a:lnTo>
                    <a:pt x="953260" y="1290251"/>
                  </a:lnTo>
                  <a:lnTo>
                    <a:pt x="953256" y="1290267"/>
                  </a:lnTo>
                  <a:lnTo>
                    <a:pt x="953252" y="1290282"/>
                  </a:lnTo>
                  <a:lnTo>
                    <a:pt x="953249" y="1290297"/>
                  </a:lnTo>
                  <a:lnTo>
                    <a:pt x="953245" y="1290312"/>
                  </a:lnTo>
                  <a:lnTo>
                    <a:pt x="953242" y="1290328"/>
                  </a:lnTo>
                  <a:lnTo>
                    <a:pt x="953236" y="1290349"/>
                  </a:lnTo>
                  <a:lnTo>
                    <a:pt x="953225" y="1290371"/>
                  </a:lnTo>
                  <a:lnTo>
                    <a:pt x="953217" y="1290378"/>
                  </a:lnTo>
                  <a:lnTo>
                    <a:pt x="953213" y="1290379"/>
                  </a:lnTo>
                  <a:lnTo>
                    <a:pt x="953204" y="1290385"/>
                  </a:lnTo>
                  <a:lnTo>
                    <a:pt x="953195" y="1290391"/>
                  </a:lnTo>
                  <a:lnTo>
                    <a:pt x="953182" y="1290396"/>
                  </a:lnTo>
                  <a:lnTo>
                    <a:pt x="953168" y="1290400"/>
                  </a:lnTo>
                  <a:lnTo>
                    <a:pt x="953153" y="1290404"/>
                  </a:lnTo>
                  <a:lnTo>
                    <a:pt x="953139" y="1290408"/>
                  </a:lnTo>
                  <a:lnTo>
                    <a:pt x="953124" y="1290413"/>
                  </a:lnTo>
                  <a:lnTo>
                    <a:pt x="953110" y="1290418"/>
                  </a:lnTo>
                  <a:lnTo>
                    <a:pt x="953096" y="1290422"/>
                  </a:lnTo>
                  <a:lnTo>
                    <a:pt x="953081" y="1290425"/>
                  </a:lnTo>
                  <a:lnTo>
                    <a:pt x="953074" y="1290428"/>
                  </a:lnTo>
                  <a:lnTo>
                    <a:pt x="953060" y="1290431"/>
                  </a:lnTo>
                  <a:lnTo>
                    <a:pt x="953046" y="1290434"/>
                  </a:lnTo>
                  <a:lnTo>
                    <a:pt x="953031" y="1290438"/>
                  </a:lnTo>
                  <a:lnTo>
                    <a:pt x="953017" y="1290442"/>
                  </a:lnTo>
                  <a:lnTo>
                    <a:pt x="953002" y="1290445"/>
                  </a:lnTo>
                  <a:lnTo>
                    <a:pt x="952988" y="1290449"/>
                  </a:lnTo>
                  <a:lnTo>
                    <a:pt x="952974" y="1290453"/>
                  </a:lnTo>
                  <a:lnTo>
                    <a:pt x="952959" y="1290457"/>
                  </a:lnTo>
                  <a:lnTo>
                    <a:pt x="952944" y="1290463"/>
                  </a:lnTo>
                  <a:lnTo>
                    <a:pt x="952939" y="1290464"/>
                  </a:lnTo>
                  <a:lnTo>
                    <a:pt x="952930" y="1290463"/>
                  </a:lnTo>
                  <a:lnTo>
                    <a:pt x="952916" y="1290462"/>
                  </a:lnTo>
                  <a:lnTo>
                    <a:pt x="952909" y="1290460"/>
                  </a:lnTo>
                  <a:lnTo>
                    <a:pt x="952901" y="1290461"/>
                  </a:lnTo>
                  <a:lnTo>
                    <a:pt x="952887" y="1290459"/>
                  </a:lnTo>
                  <a:lnTo>
                    <a:pt x="952872" y="1290459"/>
                  </a:lnTo>
                  <a:lnTo>
                    <a:pt x="952868" y="1290460"/>
                  </a:lnTo>
                  <a:lnTo>
                    <a:pt x="952864" y="1290460"/>
                  </a:lnTo>
                  <a:lnTo>
                    <a:pt x="952849" y="1290458"/>
                  </a:lnTo>
                  <a:lnTo>
                    <a:pt x="952845" y="1290456"/>
                  </a:lnTo>
                  <a:lnTo>
                    <a:pt x="952835" y="1290455"/>
                  </a:lnTo>
                  <a:lnTo>
                    <a:pt x="952820" y="1290455"/>
                  </a:lnTo>
                  <a:lnTo>
                    <a:pt x="952806" y="1290454"/>
                  </a:lnTo>
                  <a:lnTo>
                    <a:pt x="952791" y="1290452"/>
                  </a:lnTo>
                  <a:lnTo>
                    <a:pt x="952777" y="1290450"/>
                  </a:lnTo>
                  <a:lnTo>
                    <a:pt x="952762" y="1290449"/>
                  </a:lnTo>
                  <a:lnTo>
                    <a:pt x="952748" y="1290446"/>
                  </a:lnTo>
                  <a:lnTo>
                    <a:pt x="952733" y="1290444"/>
                  </a:lnTo>
                  <a:lnTo>
                    <a:pt x="952719" y="1290443"/>
                  </a:lnTo>
                  <a:lnTo>
                    <a:pt x="952704" y="1290440"/>
                  </a:lnTo>
                  <a:lnTo>
                    <a:pt x="952690" y="1290438"/>
                  </a:lnTo>
                  <a:lnTo>
                    <a:pt x="952676" y="1290436"/>
                  </a:lnTo>
                  <a:lnTo>
                    <a:pt x="952661" y="1290431"/>
                  </a:lnTo>
                  <a:lnTo>
                    <a:pt x="952646" y="1290425"/>
                  </a:lnTo>
                  <a:lnTo>
                    <a:pt x="952632" y="1290418"/>
                  </a:lnTo>
                  <a:lnTo>
                    <a:pt x="952617" y="1290412"/>
                  </a:lnTo>
                  <a:lnTo>
                    <a:pt x="952603" y="1290407"/>
                  </a:lnTo>
                  <a:lnTo>
                    <a:pt x="952588" y="1290402"/>
                  </a:lnTo>
                  <a:lnTo>
                    <a:pt x="952574" y="1290397"/>
                  </a:lnTo>
                  <a:lnTo>
                    <a:pt x="952560" y="1290392"/>
                  </a:lnTo>
                  <a:lnTo>
                    <a:pt x="952545" y="1290388"/>
                  </a:lnTo>
                  <a:lnTo>
                    <a:pt x="952531" y="1290384"/>
                  </a:lnTo>
                  <a:lnTo>
                    <a:pt x="952516" y="1290383"/>
                  </a:lnTo>
                  <a:lnTo>
                    <a:pt x="952501" y="1290381"/>
                  </a:lnTo>
                  <a:lnTo>
                    <a:pt x="952487" y="1290383"/>
                  </a:lnTo>
                  <a:lnTo>
                    <a:pt x="952473" y="1290386"/>
                  </a:lnTo>
                  <a:lnTo>
                    <a:pt x="952458" y="1290388"/>
                  </a:lnTo>
                  <a:lnTo>
                    <a:pt x="952444" y="1290389"/>
                  </a:lnTo>
                  <a:lnTo>
                    <a:pt x="952429" y="1290389"/>
                  </a:lnTo>
                  <a:lnTo>
                    <a:pt x="952423" y="1290390"/>
                  </a:lnTo>
                  <a:lnTo>
                    <a:pt x="952400" y="1290387"/>
                  </a:lnTo>
                  <a:lnTo>
                    <a:pt x="952386" y="1290387"/>
                  </a:lnTo>
                  <a:lnTo>
                    <a:pt x="952372" y="1290387"/>
                  </a:lnTo>
                  <a:lnTo>
                    <a:pt x="952357" y="1290386"/>
                  </a:lnTo>
                  <a:lnTo>
                    <a:pt x="952349" y="1290386"/>
                  </a:lnTo>
                  <a:lnTo>
                    <a:pt x="952335" y="1290384"/>
                  </a:lnTo>
                  <a:lnTo>
                    <a:pt x="952328" y="1290381"/>
                  </a:lnTo>
                  <a:lnTo>
                    <a:pt x="952314" y="1290375"/>
                  </a:lnTo>
                  <a:lnTo>
                    <a:pt x="952299" y="1290371"/>
                  </a:lnTo>
                  <a:lnTo>
                    <a:pt x="952285" y="1290369"/>
                  </a:lnTo>
                  <a:lnTo>
                    <a:pt x="952270" y="1290369"/>
                  </a:lnTo>
                  <a:lnTo>
                    <a:pt x="952256" y="1290370"/>
                  </a:lnTo>
                  <a:lnTo>
                    <a:pt x="952248" y="1290370"/>
                  </a:lnTo>
                  <a:lnTo>
                    <a:pt x="952241" y="1290368"/>
                  </a:lnTo>
                  <a:lnTo>
                    <a:pt x="952227" y="1290364"/>
                  </a:lnTo>
                  <a:lnTo>
                    <a:pt x="952210" y="1290361"/>
                  </a:lnTo>
                  <a:lnTo>
                    <a:pt x="952200" y="1290359"/>
                  </a:lnTo>
                  <a:lnTo>
                    <a:pt x="952185" y="1290355"/>
                  </a:lnTo>
                  <a:lnTo>
                    <a:pt x="952181" y="1290353"/>
                  </a:lnTo>
                  <a:lnTo>
                    <a:pt x="952171" y="1290352"/>
                  </a:lnTo>
                  <a:lnTo>
                    <a:pt x="952156" y="1290348"/>
                  </a:lnTo>
                  <a:lnTo>
                    <a:pt x="952142" y="1290343"/>
                  </a:lnTo>
                  <a:lnTo>
                    <a:pt x="952127" y="1290339"/>
                  </a:lnTo>
                  <a:lnTo>
                    <a:pt x="952122" y="1290336"/>
                  </a:lnTo>
                  <a:lnTo>
                    <a:pt x="952114" y="1290334"/>
                  </a:lnTo>
                  <a:lnTo>
                    <a:pt x="952107" y="1290328"/>
                  </a:lnTo>
                  <a:lnTo>
                    <a:pt x="952099" y="1290325"/>
                  </a:lnTo>
                  <a:lnTo>
                    <a:pt x="952085" y="1290326"/>
                  </a:lnTo>
                  <a:lnTo>
                    <a:pt x="952070" y="1290329"/>
                  </a:lnTo>
                  <a:lnTo>
                    <a:pt x="952056" y="1290326"/>
                  </a:lnTo>
                  <a:lnTo>
                    <a:pt x="952041" y="1290322"/>
                  </a:lnTo>
                  <a:lnTo>
                    <a:pt x="952027" y="1290320"/>
                  </a:lnTo>
                  <a:lnTo>
                    <a:pt x="952013" y="1290322"/>
                  </a:lnTo>
                  <a:lnTo>
                    <a:pt x="951998" y="1290324"/>
                  </a:lnTo>
                  <a:lnTo>
                    <a:pt x="951983" y="1290325"/>
                  </a:lnTo>
                  <a:lnTo>
                    <a:pt x="951972" y="1290327"/>
                  </a:lnTo>
                  <a:lnTo>
                    <a:pt x="951960" y="1290325"/>
                  </a:lnTo>
                  <a:lnTo>
                    <a:pt x="951955" y="1290323"/>
                  </a:lnTo>
                  <a:lnTo>
                    <a:pt x="951940" y="1290318"/>
                  </a:lnTo>
                  <a:lnTo>
                    <a:pt x="951926" y="1290310"/>
                  </a:lnTo>
                  <a:lnTo>
                    <a:pt x="951918" y="1290305"/>
                  </a:lnTo>
                  <a:lnTo>
                    <a:pt x="951914" y="1290304"/>
                  </a:lnTo>
                  <a:lnTo>
                    <a:pt x="951899" y="1290299"/>
                  </a:lnTo>
                  <a:lnTo>
                    <a:pt x="951885" y="1290294"/>
                  </a:lnTo>
                  <a:lnTo>
                    <a:pt x="951871" y="1290290"/>
                  </a:lnTo>
                  <a:lnTo>
                    <a:pt x="951856" y="1290287"/>
                  </a:lnTo>
                  <a:lnTo>
                    <a:pt x="951843" y="1290285"/>
                  </a:lnTo>
                  <a:lnTo>
                    <a:pt x="951832" y="1290280"/>
                  </a:lnTo>
                  <a:lnTo>
                    <a:pt x="951827" y="1290276"/>
                  </a:lnTo>
                  <a:lnTo>
                    <a:pt x="951820" y="1290270"/>
                  </a:lnTo>
                  <a:lnTo>
                    <a:pt x="951812" y="1290268"/>
                  </a:lnTo>
                  <a:lnTo>
                    <a:pt x="951810" y="1290273"/>
                  </a:lnTo>
                  <a:lnTo>
                    <a:pt x="951808" y="1290290"/>
                  </a:lnTo>
                  <a:lnTo>
                    <a:pt x="951810" y="1290303"/>
                  </a:lnTo>
                  <a:lnTo>
                    <a:pt x="951815" y="1290318"/>
                  </a:lnTo>
                  <a:lnTo>
                    <a:pt x="951819" y="1290333"/>
                  </a:lnTo>
                  <a:lnTo>
                    <a:pt x="951823" y="1290348"/>
                  </a:lnTo>
                  <a:lnTo>
                    <a:pt x="951824" y="1290359"/>
                  </a:lnTo>
                  <a:lnTo>
                    <a:pt x="951826" y="1290363"/>
                  </a:lnTo>
                  <a:lnTo>
                    <a:pt x="951831" y="1290378"/>
                  </a:lnTo>
                  <a:lnTo>
                    <a:pt x="951833" y="1290387"/>
                  </a:lnTo>
                  <a:lnTo>
                    <a:pt x="951837" y="1290393"/>
                  </a:lnTo>
                  <a:lnTo>
                    <a:pt x="951847" y="1290409"/>
                  </a:lnTo>
                  <a:lnTo>
                    <a:pt x="951862" y="1290421"/>
                  </a:lnTo>
                  <a:lnTo>
                    <a:pt x="951873" y="1290426"/>
                  </a:lnTo>
                  <a:lnTo>
                    <a:pt x="951876" y="1290430"/>
                  </a:lnTo>
                  <a:lnTo>
                    <a:pt x="951891" y="1290435"/>
                  </a:lnTo>
                  <a:lnTo>
                    <a:pt x="951905" y="1290440"/>
                  </a:lnTo>
                  <a:lnTo>
                    <a:pt x="951920" y="1290446"/>
                  </a:lnTo>
                  <a:lnTo>
                    <a:pt x="951934" y="1290452"/>
                  </a:lnTo>
                  <a:lnTo>
                    <a:pt x="951949" y="1290460"/>
                  </a:lnTo>
                  <a:lnTo>
                    <a:pt x="951954" y="1290461"/>
                  </a:lnTo>
                  <a:lnTo>
                    <a:pt x="951961" y="1290465"/>
                  </a:lnTo>
                  <a:lnTo>
                    <a:pt x="951966" y="1290471"/>
                  </a:lnTo>
                  <a:lnTo>
                    <a:pt x="951967" y="1290478"/>
                  </a:lnTo>
                  <a:lnTo>
                    <a:pt x="951968" y="1290483"/>
                  </a:lnTo>
                  <a:lnTo>
                    <a:pt x="951970" y="1290498"/>
                  </a:lnTo>
                  <a:lnTo>
                    <a:pt x="951957" y="1290516"/>
                  </a:lnTo>
                  <a:lnTo>
                    <a:pt x="951952" y="1290519"/>
                  </a:lnTo>
                  <a:lnTo>
                    <a:pt x="951943" y="1290526"/>
                  </a:lnTo>
                  <a:lnTo>
                    <a:pt x="951934" y="1290526"/>
                  </a:lnTo>
                  <a:lnTo>
                    <a:pt x="951921" y="1290526"/>
                  </a:lnTo>
                  <a:lnTo>
                    <a:pt x="951907" y="1290524"/>
                  </a:lnTo>
                  <a:lnTo>
                    <a:pt x="951903" y="1290522"/>
                  </a:lnTo>
                  <a:lnTo>
                    <a:pt x="951892" y="1290521"/>
                  </a:lnTo>
                  <a:lnTo>
                    <a:pt x="951878" y="1290519"/>
                  </a:lnTo>
                  <a:lnTo>
                    <a:pt x="951863" y="1290518"/>
                  </a:lnTo>
                  <a:lnTo>
                    <a:pt x="951849" y="1290517"/>
                  </a:lnTo>
                  <a:lnTo>
                    <a:pt x="951829" y="1290517"/>
                  </a:lnTo>
                  <a:lnTo>
                    <a:pt x="951818" y="1290515"/>
                  </a:lnTo>
                  <a:lnTo>
                    <a:pt x="951803" y="1290515"/>
                  </a:lnTo>
                  <a:lnTo>
                    <a:pt x="951783" y="1290516"/>
                  </a:lnTo>
                  <a:lnTo>
                    <a:pt x="951778" y="1290516"/>
                  </a:lnTo>
                  <a:lnTo>
                    <a:pt x="951768" y="1290518"/>
                  </a:lnTo>
                  <a:lnTo>
                    <a:pt x="951753" y="1290518"/>
                  </a:lnTo>
                  <a:lnTo>
                    <a:pt x="951739" y="1290516"/>
                  </a:lnTo>
                  <a:lnTo>
                    <a:pt x="951725" y="1290513"/>
                  </a:lnTo>
                  <a:lnTo>
                    <a:pt x="951710" y="1290512"/>
                  </a:lnTo>
                  <a:lnTo>
                    <a:pt x="951695" y="1290510"/>
                  </a:lnTo>
                  <a:lnTo>
                    <a:pt x="951690" y="1290507"/>
                  </a:lnTo>
                  <a:lnTo>
                    <a:pt x="951681" y="1290506"/>
                  </a:lnTo>
                  <a:lnTo>
                    <a:pt x="951672" y="1290505"/>
                  </a:lnTo>
                  <a:lnTo>
                    <a:pt x="951666" y="1290506"/>
                  </a:lnTo>
                  <a:lnTo>
                    <a:pt x="951652" y="1290505"/>
                  </a:lnTo>
                  <a:lnTo>
                    <a:pt x="951638" y="1290506"/>
                  </a:lnTo>
                  <a:lnTo>
                    <a:pt x="951623" y="1290507"/>
                  </a:lnTo>
                  <a:lnTo>
                    <a:pt x="951609" y="1290510"/>
                  </a:lnTo>
                  <a:lnTo>
                    <a:pt x="951594" y="1290512"/>
                  </a:lnTo>
                  <a:lnTo>
                    <a:pt x="951580" y="1290514"/>
                  </a:lnTo>
                  <a:lnTo>
                    <a:pt x="951566" y="1290515"/>
                  </a:lnTo>
                  <a:lnTo>
                    <a:pt x="951551" y="1290516"/>
                  </a:lnTo>
                  <a:lnTo>
                    <a:pt x="951536" y="1290518"/>
                  </a:lnTo>
                  <a:lnTo>
                    <a:pt x="951522" y="1290519"/>
                  </a:lnTo>
                  <a:lnTo>
                    <a:pt x="951507" y="1290519"/>
                  </a:lnTo>
                  <a:lnTo>
                    <a:pt x="951493" y="1290520"/>
                  </a:lnTo>
                  <a:lnTo>
                    <a:pt x="951479" y="1290521"/>
                  </a:lnTo>
                  <a:lnTo>
                    <a:pt x="951464" y="1290527"/>
                  </a:lnTo>
                  <a:lnTo>
                    <a:pt x="951450" y="1290531"/>
                  </a:lnTo>
                  <a:lnTo>
                    <a:pt x="951435" y="1290534"/>
                  </a:lnTo>
                  <a:lnTo>
                    <a:pt x="951421" y="1290537"/>
                  </a:lnTo>
                  <a:lnTo>
                    <a:pt x="951407" y="1290542"/>
                  </a:lnTo>
                  <a:lnTo>
                    <a:pt x="951392" y="1290547"/>
                  </a:lnTo>
                  <a:lnTo>
                    <a:pt x="951384" y="1290550"/>
                  </a:lnTo>
                  <a:lnTo>
                    <a:pt x="951378" y="1290554"/>
                  </a:lnTo>
                  <a:lnTo>
                    <a:pt x="951363" y="1290559"/>
                  </a:lnTo>
                  <a:lnTo>
                    <a:pt x="951349" y="1290565"/>
                  </a:lnTo>
                  <a:lnTo>
                    <a:pt x="951334" y="1290571"/>
                  </a:lnTo>
                  <a:lnTo>
                    <a:pt x="951329" y="1290573"/>
                  </a:lnTo>
                  <a:lnTo>
                    <a:pt x="951325" y="1290575"/>
                  </a:lnTo>
                  <a:lnTo>
                    <a:pt x="951310" y="1290581"/>
                  </a:lnTo>
                  <a:lnTo>
                    <a:pt x="951296" y="1290588"/>
                  </a:lnTo>
                  <a:lnTo>
                    <a:pt x="951281" y="1290595"/>
                  </a:lnTo>
                  <a:lnTo>
                    <a:pt x="951267" y="1290600"/>
                  </a:lnTo>
                  <a:lnTo>
                    <a:pt x="951253" y="1290605"/>
                  </a:lnTo>
                  <a:lnTo>
                    <a:pt x="951236" y="1290610"/>
                  </a:lnTo>
                  <a:lnTo>
                    <a:pt x="951224" y="1290614"/>
                  </a:lnTo>
                  <a:lnTo>
                    <a:pt x="951209" y="1290620"/>
                  </a:lnTo>
                  <a:lnTo>
                    <a:pt x="951195" y="1290626"/>
                  </a:lnTo>
                  <a:lnTo>
                    <a:pt x="951181" y="1290632"/>
                  </a:lnTo>
                  <a:lnTo>
                    <a:pt x="951166" y="1290638"/>
                  </a:lnTo>
                  <a:lnTo>
                    <a:pt x="951151" y="1290645"/>
                  </a:lnTo>
                  <a:lnTo>
                    <a:pt x="951137" y="1290652"/>
                  </a:lnTo>
                  <a:lnTo>
                    <a:pt x="951123" y="1290660"/>
                  </a:lnTo>
                  <a:lnTo>
                    <a:pt x="951108" y="1290670"/>
                  </a:lnTo>
                  <a:lnTo>
                    <a:pt x="951094" y="1290675"/>
                  </a:lnTo>
                  <a:lnTo>
                    <a:pt x="951078" y="1290685"/>
                  </a:lnTo>
                  <a:lnTo>
                    <a:pt x="951057" y="1290692"/>
                  </a:lnTo>
                  <a:lnTo>
                    <a:pt x="951043" y="1290693"/>
                  </a:lnTo>
                  <a:lnTo>
                    <a:pt x="951028" y="1290693"/>
                  </a:lnTo>
                  <a:lnTo>
                    <a:pt x="951014" y="1290694"/>
                  </a:lnTo>
                  <a:lnTo>
                    <a:pt x="951000" y="1290694"/>
                  </a:lnTo>
                  <a:lnTo>
                    <a:pt x="950985" y="1290695"/>
                  </a:lnTo>
                  <a:lnTo>
                    <a:pt x="950971" y="1290696"/>
                  </a:lnTo>
                  <a:lnTo>
                    <a:pt x="950956" y="1290696"/>
                  </a:lnTo>
                  <a:lnTo>
                    <a:pt x="950942" y="1290698"/>
                  </a:lnTo>
                  <a:lnTo>
                    <a:pt x="950928" y="1290700"/>
                  </a:lnTo>
                  <a:lnTo>
                    <a:pt x="950913" y="1290702"/>
                  </a:lnTo>
                  <a:lnTo>
                    <a:pt x="950898" y="1290703"/>
                  </a:lnTo>
                  <a:lnTo>
                    <a:pt x="950884" y="1290704"/>
                  </a:lnTo>
                  <a:lnTo>
                    <a:pt x="950869" y="1290704"/>
                  </a:lnTo>
                  <a:lnTo>
                    <a:pt x="950855" y="1290706"/>
                  </a:lnTo>
                  <a:lnTo>
                    <a:pt x="950841" y="1290706"/>
                  </a:lnTo>
                  <a:lnTo>
                    <a:pt x="950826" y="1290707"/>
                  </a:lnTo>
                  <a:lnTo>
                    <a:pt x="950812" y="1290708"/>
                  </a:lnTo>
                  <a:lnTo>
                    <a:pt x="950797" y="1290710"/>
                  </a:lnTo>
                  <a:lnTo>
                    <a:pt x="950783" y="1290710"/>
                  </a:lnTo>
                  <a:lnTo>
                    <a:pt x="950769" y="1290710"/>
                  </a:lnTo>
                  <a:lnTo>
                    <a:pt x="950754" y="1290710"/>
                  </a:lnTo>
                  <a:lnTo>
                    <a:pt x="950739" y="1290710"/>
                  </a:lnTo>
                  <a:lnTo>
                    <a:pt x="950725" y="1290709"/>
                  </a:lnTo>
                  <a:lnTo>
                    <a:pt x="950711" y="1290709"/>
                  </a:lnTo>
                  <a:lnTo>
                    <a:pt x="950691" y="1290709"/>
                  </a:lnTo>
                  <a:lnTo>
                    <a:pt x="950682" y="1290711"/>
                  </a:lnTo>
                  <a:lnTo>
                    <a:pt x="950664" y="1290716"/>
                  </a:lnTo>
                  <a:lnTo>
                    <a:pt x="950653" y="1290718"/>
                  </a:lnTo>
                  <a:lnTo>
                    <a:pt x="950638" y="1290722"/>
                  </a:lnTo>
                  <a:lnTo>
                    <a:pt x="950626" y="1290726"/>
                  </a:lnTo>
                  <a:lnTo>
                    <a:pt x="950609" y="1290728"/>
                  </a:lnTo>
                  <a:lnTo>
                    <a:pt x="950595" y="1290726"/>
                  </a:lnTo>
                  <a:lnTo>
                    <a:pt x="950582" y="1290725"/>
                  </a:lnTo>
                  <a:lnTo>
                    <a:pt x="950566" y="1290727"/>
                  </a:lnTo>
                  <a:lnTo>
                    <a:pt x="950552" y="1290731"/>
                  </a:lnTo>
                  <a:lnTo>
                    <a:pt x="950537" y="1290737"/>
                  </a:lnTo>
                  <a:lnTo>
                    <a:pt x="950524" y="1290745"/>
                  </a:lnTo>
                  <a:lnTo>
                    <a:pt x="950508" y="1290745"/>
                  </a:lnTo>
                  <a:lnTo>
                    <a:pt x="950494" y="1290745"/>
                  </a:lnTo>
                  <a:lnTo>
                    <a:pt x="950484" y="1290745"/>
                  </a:lnTo>
                  <a:lnTo>
                    <a:pt x="950472" y="1290743"/>
                  </a:lnTo>
                  <a:lnTo>
                    <a:pt x="950465" y="1290741"/>
                  </a:lnTo>
                  <a:lnTo>
                    <a:pt x="950450" y="1290740"/>
                  </a:lnTo>
                  <a:lnTo>
                    <a:pt x="950436" y="1290738"/>
                  </a:lnTo>
                  <a:lnTo>
                    <a:pt x="950422" y="1290739"/>
                  </a:lnTo>
                  <a:lnTo>
                    <a:pt x="950406" y="1290743"/>
                  </a:lnTo>
                  <a:lnTo>
                    <a:pt x="950393" y="1290745"/>
                  </a:lnTo>
                  <a:lnTo>
                    <a:pt x="950388" y="1290745"/>
                  </a:lnTo>
                  <a:lnTo>
                    <a:pt x="950379" y="1290742"/>
                  </a:lnTo>
                  <a:lnTo>
                    <a:pt x="950365" y="1290744"/>
                  </a:lnTo>
                  <a:lnTo>
                    <a:pt x="950350" y="1290746"/>
                  </a:lnTo>
                  <a:lnTo>
                    <a:pt x="950343" y="1290752"/>
                  </a:lnTo>
                  <a:lnTo>
                    <a:pt x="950337" y="1290757"/>
                  </a:lnTo>
                  <a:lnTo>
                    <a:pt x="950322" y="1290757"/>
                  </a:lnTo>
                  <a:lnTo>
                    <a:pt x="950308" y="1290757"/>
                  </a:lnTo>
                  <a:lnTo>
                    <a:pt x="950293" y="1290757"/>
                  </a:lnTo>
                  <a:lnTo>
                    <a:pt x="950279" y="1290757"/>
                  </a:lnTo>
                  <a:lnTo>
                    <a:pt x="950265" y="1290756"/>
                  </a:lnTo>
                  <a:lnTo>
                    <a:pt x="950249" y="1290755"/>
                  </a:lnTo>
                  <a:lnTo>
                    <a:pt x="950245" y="1290754"/>
                  </a:lnTo>
                  <a:lnTo>
                    <a:pt x="950234" y="1290745"/>
                  </a:lnTo>
                  <a:lnTo>
                    <a:pt x="950220" y="1290741"/>
                  </a:lnTo>
                  <a:lnTo>
                    <a:pt x="950215" y="1290740"/>
                  </a:lnTo>
                  <a:lnTo>
                    <a:pt x="950207" y="1290741"/>
                  </a:lnTo>
                  <a:lnTo>
                    <a:pt x="950202" y="1290745"/>
                  </a:lnTo>
                  <a:lnTo>
                    <a:pt x="950187" y="1290753"/>
                  </a:lnTo>
                  <a:lnTo>
                    <a:pt x="950173" y="1290764"/>
                  </a:lnTo>
                  <a:lnTo>
                    <a:pt x="950157" y="1290772"/>
                  </a:lnTo>
                  <a:lnTo>
                    <a:pt x="950144" y="1290782"/>
                  </a:lnTo>
                  <a:lnTo>
                    <a:pt x="950130" y="1290788"/>
                  </a:lnTo>
                  <a:lnTo>
                    <a:pt x="950115" y="1290792"/>
                  </a:lnTo>
                  <a:lnTo>
                    <a:pt x="950100" y="1290796"/>
                  </a:lnTo>
                  <a:lnTo>
                    <a:pt x="950088" y="1290796"/>
                  </a:lnTo>
                  <a:lnTo>
                    <a:pt x="950082" y="1290796"/>
                  </a:lnTo>
                  <a:lnTo>
                    <a:pt x="950073" y="1290793"/>
                  </a:lnTo>
                  <a:lnTo>
                    <a:pt x="950058" y="1290788"/>
                  </a:lnTo>
                  <a:lnTo>
                    <a:pt x="950050" y="1290787"/>
                  </a:lnTo>
                  <a:lnTo>
                    <a:pt x="950035" y="1290786"/>
                  </a:lnTo>
                  <a:lnTo>
                    <a:pt x="950029" y="1290785"/>
                  </a:lnTo>
                  <a:lnTo>
                    <a:pt x="950021" y="1290786"/>
                  </a:lnTo>
                  <a:lnTo>
                    <a:pt x="950014" y="1290787"/>
                  </a:lnTo>
                  <a:lnTo>
                    <a:pt x="950006" y="1290791"/>
                  </a:lnTo>
                  <a:lnTo>
                    <a:pt x="949992" y="1290802"/>
                  </a:lnTo>
                  <a:lnTo>
                    <a:pt x="949978" y="1290808"/>
                  </a:lnTo>
                  <a:lnTo>
                    <a:pt x="949967" y="1290812"/>
                  </a:lnTo>
                  <a:lnTo>
                    <a:pt x="949959" y="1290814"/>
                  </a:lnTo>
                  <a:lnTo>
                    <a:pt x="949954" y="1290812"/>
                  </a:lnTo>
                  <a:lnTo>
                    <a:pt x="949943" y="1290810"/>
                  </a:lnTo>
                  <a:lnTo>
                    <a:pt x="949936" y="1290809"/>
                  </a:lnTo>
                  <a:lnTo>
                    <a:pt x="949929" y="1290803"/>
                  </a:lnTo>
                  <a:lnTo>
                    <a:pt x="949911" y="1290792"/>
                  </a:lnTo>
                  <a:lnTo>
                    <a:pt x="949899" y="1290786"/>
                  </a:lnTo>
                  <a:lnTo>
                    <a:pt x="949893" y="1290782"/>
                  </a:lnTo>
                  <a:lnTo>
                    <a:pt x="949885" y="1290780"/>
                  </a:lnTo>
                  <a:lnTo>
                    <a:pt x="949870" y="1290775"/>
                  </a:lnTo>
                  <a:lnTo>
                    <a:pt x="949863" y="1290774"/>
                  </a:lnTo>
                  <a:lnTo>
                    <a:pt x="949856" y="1290771"/>
                  </a:lnTo>
                  <a:lnTo>
                    <a:pt x="949841" y="1290766"/>
                  </a:lnTo>
                  <a:lnTo>
                    <a:pt x="949827" y="1290763"/>
                  </a:lnTo>
                  <a:lnTo>
                    <a:pt x="949813" y="1290761"/>
                  </a:lnTo>
                  <a:lnTo>
                    <a:pt x="949797" y="1290756"/>
                  </a:lnTo>
                  <a:lnTo>
                    <a:pt x="949793" y="1290752"/>
                  </a:lnTo>
                  <a:lnTo>
                    <a:pt x="949760" y="1290749"/>
                  </a:lnTo>
                  <a:lnTo>
                    <a:pt x="949727" y="1290745"/>
                  </a:lnTo>
                  <a:lnTo>
                    <a:pt x="949673" y="1290746"/>
                  </a:lnTo>
                  <a:lnTo>
                    <a:pt x="949662" y="1290746"/>
                  </a:lnTo>
                  <a:lnTo>
                    <a:pt x="949648" y="1290747"/>
                  </a:lnTo>
                  <a:lnTo>
                    <a:pt x="949578" y="1290752"/>
                  </a:lnTo>
                  <a:lnTo>
                    <a:pt x="949562" y="1290757"/>
                  </a:lnTo>
                  <a:lnTo>
                    <a:pt x="949551" y="1290761"/>
                  </a:lnTo>
                  <a:lnTo>
                    <a:pt x="949543" y="1290770"/>
                  </a:lnTo>
                  <a:lnTo>
                    <a:pt x="949536" y="1290778"/>
                  </a:lnTo>
                  <a:lnTo>
                    <a:pt x="949534" y="1290783"/>
                  </a:lnTo>
                  <a:lnTo>
                    <a:pt x="949526" y="1290801"/>
                  </a:lnTo>
                  <a:lnTo>
                    <a:pt x="949521" y="1290813"/>
                  </a:lnTo>
                  <a:lnTo>
                    <a:pt x="949512" y="1290828"/>
                  </a:lnTo>
                  <a:lnTo>
                    <a:pt x="949505" y="1290843"/>
                  </a:lnTo>
                  <a:lnTo>
                    <a:pt x="949503" y="1290848"/>
                  </a:lnTo>
                  <a:lnTo>
                    <a:pt x="949494" y="1290857"/>
                  </a:lnTo>
                  <a:lnTo>
                    <a:pt x="949488" y="1290860"/>
                  </a:lnTo>
                  <a:lnTo>
                    <a:pt x="949480" y="1290861"/>
                  </a:lnTo>
                  <a:lnTo>
                    <a:pt x="949465" y="1290860"/>
                  </a:lnTo>
                  <a:lnTo>
                    <a:pt x="949451" y="1290858"/>
                  </a:lnTo>
                  <a:lnTo>
                    <a:pt x="949436" y="1290857"/>
                  </a:lnTo>
                  <a:lnTo>
                    <a:pt x="949422" y="1290855"/>
                  </a:lnTo>
                  <a:lnTo>
                    <a:pt x="949407" y="1290858"/>
                  </a:lnTo>
                  <a:lnTo>
                    <a:pt x="949393" y="1290864"/>
                  </a:lnTo>
                  <a:lnTo>
                    <a:pt x="949378" y="1290873"/>
                  </a:lnTo>
                  <a:lnTo>
                    <a:pt x="949365" y="1290881"/>
                  </a:lnTo>
                  <a:lnTo>
                    <a:pt x="949351" y="1290895"/>
                  </a:lnTo>
                  <a:lnTo>
                    <a:pt x="949337" y="1290907"/>
                  </a:lnTo>
                  <a:lnTo>
                    <a:pt x="949334" y="1290910"/>
                  </a:lnTo>
                  <a:lnTo>
                    <a:pt x="949329" y="1290914"/>
                  </a:lnTo>
                  <a:lnTo>
                    <a:pt x="949323" y="1290915"/>
                  </a:lnTo>
                  <a:lnTo>
                    <a:pt x="949308" y="1290918"/>
                  </a:lnTo>
                  <a:lnTo>
                    <a:pt x="949294" y="1290921"/>
                  </a:lnTo>
                  <a:lnTo>
                    <a:pt x="949280" y="1290924"/>
                  </a:lnTo>
                  <a:lnTo>
                    <a:pt x="949265" y="1290924"/>
                  </a:lnTo>
                  <a:lnTo>
                    <a:pt x="949251" y="1290927"/>
                  </a:lnTo>
                  <a:lnTo>
                    <a:pt x="949236" y="1290933"/>
                  </a:lnTo>
                  <a:lnTo>
                    <a:pt x="949230" y="1290935"/>
                  </a:lnTo>
                  <a:lnTo>
                    <a:pt x="949227" y="1290938"/>
                  </a:lnTo>
                  <a:lnTo>
                    <a:pt x="949223" y="1290941"/>
                  </a:lnTo>
                  <a:lnTo>
                    <a:pt x="949216" y="1290946"/>
                  </a:lnTo>
                  <a:lnTo>
                    <a:pt x="949212" y="1290954"/>
                  </a:lnTo>
                  <a:lnTo>
                    <a:pt x="949209" y="1290962"/>
                  </a:lnTo>
                  <a:lnTo>
                    <a:pt x="949209" y="1290969"/>
                  </a:lnTo>
                  <a:lnTo>
                    <a:pt x="949205" y="1290986"/>
                  </a:lnTo>
                  <a:lnTo>
                    <a:pt x="949197" y="1291001"/>
                  </a:lnTo>
                  <a:lnTo>
                    <a:pt x="949185" y="1291010"/>
                  </a:lnTo>
                  <a:lnTo>
                    <a:pt x="949181" y="1291012"/>
                  </a:lnTo>
                  <a:lnTo>
                    <a:pt x="949170" y="1291012"/>
                  </a:lnTo>
                  <a:lnTo>
                    <a:pt x="949163" y="1291013"/>
                  </a:lnTo>
                  <a:lnTo>
                    <a:pt x="949156" y="1291011"/>
                  </a:lnTo>
                  <a:lnTo>
                    <a:pt x="949140" y="1291009"/>
                  </a:lnTo>
                  <a:lnTo>
                    <a:pt x="949127" y="1291015"/>
                  </a:lnTo>
                  <a:lnTo>
                    <a:pt x="949124" y="1291019"/>
                  </a:lnTo>
                  <a:lnTo>
                    <a:pt x="949120" y="1291030"/>
                  </a:lnTo>
                  <a:lnTo>
                    <a:pt x="949118" y="1291037"/>
                  </a:lnTo>
                  <a:lnTo>
                    <a:pt x="949112" y="1291044"/>
                  </a:lnTo>
                  <a:lnTo>
                    <a:pt x="949105" y="1291044"/>
                  </a:lnTo>
                  <a:lnTo>
                    <a:pt x="949097" y="1291039"/>
                  </a:lnTo>
                  <a:lnTo>
                    <a:pt x="949083" y="1291031"/>
                  </a:lnTo>
                  <a:lnTo>
                    <a:pt x="949068" y="1291023"/>
                  </a:lnTo>
                  <a:lnTo>
                    <a:pt x="949061" y="1291021"/>
                  </a:lnTo>
                  <a:lnTo>
                    <a:pt x="949054" y="1291022"/>
                  </a:lnTo>
                  <a:lnTo>
                    <a:pt x="949039" y="1291028"/>
                  </a:lnTo>
                  <a:lnTo>
                    <a:pt x="949019" y="1291038"/>
                  </a:lnTo>
                  <a:lnTo>
                    <a:pt x="949012" y="1291041"/>
                  </a:lnTo>
                  <a:lnTo>
                    <a:pt x="949008" y="1291041"/>
                  </a:lnTo>
                  <a:lnTo>
                    <a:pt x="948998" y="1291039"/>
                  </a:lnTo>
                  <a:lnTo>
                    <a:pt x="948993" y="1291036"/>
                  </a:lnTo>
                  <a:lnTo>
                    <a:pt x="948979" y="1291028"/>
                  </a:lnTo>
                  <a:lnTo>
                    <a:pt x="948964" y="1291027"/>
                  </a:lnTo>
                  <a:lnTo>
                    <a:pt x="948955" y="1291029"/>
                  </a:lnTo>
                  <a:lnTo>
                    <a:pt x="948944" y="1291034"/>
                  </a:lnTo>
                  <a:lnTo>
                    <a:pt x="948939" y="1291035"/>
                  </a:lnTo>
                  <a:lnTo>
                    <a:pt x="948931" y="1291035"/>
                  </a:lnTo>
                  <a:lnTo>
                    <a:pt x="948917" y="1291036"/>
                  </a:lnTo>
                  <a:lnTo>
                    <a:pt x="948902" y="1291036"/>
                  </a:lnTo>
                  <a:lnTo>
                    <a:pt x="948888" y="1291044"/>
                  </a:lnTo>
                  <a:lnTo>
                    <a:pt x="948885" y="1291048"/>
                  </a:lnTo>
                  <a:lnTo>
                    <a:pt x="948875" y="1291052"/>
                  </a:lnTo>
                  <a:lnTo>
                    <a:pt x="948867" y="1291050"/>
                  </a:lnTo>
                  <a:lnTo>
                    <a:pt x="948860" y="1291042"/>
                  </a:lnTo>
                  <a:lnTo>
                    <a:pt x="948856" y="1291037"/>
                  </a:lnTo>
                  <a:lnTo>
                    <a:pt x="948852" y="1291035"/>
                  </a:lnTo>
                  <a:lnTo>
                    <a:pt x="948847" y="1291034"/>
                  </a:lnTo>
                  <a:lnTo>
                    <a:pt x="948841" y="1291035"/>
                  </a:lnTo>
                  <a:lnTo>
                    <a:pt x="948835" y="1291039"/>
                  </a:lnTo>
                  <a:lnTo>
                    <a:pt x="948822" y="1291054"/>
                  </a:lnTo>
                  <a:lnTo>
                    <a:pt x="948815" y="1291059"/>
                  </a:lnTo>
                  <a:lnTo>
                    <a:pt x="948808" y="1291059"/>
                  </a:lnTo>
                  <a:lnTo>
                    <a:pt x="948800" y="1291058"/>
                  </a:lnTo>
                  <a:lnTo>
                    <a:pt x="948794" y="1291055"/>
                  </a:lnTo>
                  <a:lnTo>
                    <a:pt x="948787" y="1291053"/>
                  </a:lnTo>
                  <a:lnTo>
                    <a:pt x="948779" y="1291054"/>
                  </a:lnTo>
                  <a:lnTo>
                    <a:pt x="948765" y="1291060"/>
                  </a:lnTo>
                  <a:lnTo>
                    <a:pt x="948761" y="1291063"/>
                  </a:lnTo>
                  <a:lnTo>
                    <a:pt x="948756" y="1291067"/>
                  </a:lnTo>
                  <a:lnTo>
                    <a:pt x="948753" y="1291074"/>
                  </a:lnTo>
                  <a:lnTo>
                    <a:pt x="948751" y="1291079"/>
                  </a:lnTo>
                  <a:lnTo>
                    <a:pt x="948751" y="1291084"/>
                  </a:lnTo>
                  <a:lnTo>
                    <a:pt x="948751" y="1291089"/>
                  </a:lnTo>
                  <a:lnTo>
                    <a:pt x="948753" y="1291104"/>
                  </a:lnTo>
                  <a:lnTo>
                    <a:pt x="948756" y="1291111"/>
                  </a:lnTo>
                  <a:lnTo>
                    <a:pt x="948762" y="1291125"/>
                  </a:lnTo>
                  <a:lnTo>
                    <a:pt x="948768" y="1291134"/>
                  </a:lnTo>
                  <a:lnTo>
                    <a:pt x="948768" y="1291138"/>
                  </a:lnTo>
                  <a:lnTo>
                    <a:pt x="948763" y="1291156"/>
                  </a:lnTo>
                  <a:lnTo>
                    <a:pt x="948760" y="1291170"/>
                  </a:lnTo>
                  <a:lnTo>
                    <a:pt x="948762" y="1291185"/>
                  </a:lnTo>
                  <a:lnTo>
                    <a:pt x="948765" y="1291200"/>
                  </a:lnTo>
                  <a:lnTo>
                    <a:pt x="948766" y="1291215"/>
                  </a:lnTo>
                  <a:lnTo>
                    <a:pt x="948768" y="1291230"/>
                  </a:lnTo>
                  <a:lnTo>
                    <a:pt x="948770" y="1291245"/>
                  </a:lnTo>
                  <a:lnTo>
                    <a:pt x="948772" y="1291253"/>
                  </a:lnTo>
                  <a:lnTo>
                    <a:pt x="948770" y="1291260"/>
                  </a:lnTo>
                  <a:lnTo>
                    <a:pt x="948765" y="1291266"/>
                  </a:lnTo>
                  <a:lnTo>
                    <a:pt x="948758" y="1291268"/>
                  </a:lnTo>
                  <a:lnTo>
                    <a:pt x="948746" y="1291271"/>
                  </a:lnTo>
                  <a:lnTo>
                    <a:pt x="948743" y="1291276"/>
                  </a:lnTo>
                  <a:lnTo>
                    <a:pt x="948743" y="1291281"/>
                  </a:lnTo>
                  <a:lnTo>
                    <a:pt x="948746" y="1291288"/>
                  </a:lnTo>
                  <a:lnTo>
                    <a:pt x="948749" y="1291296"/>
                  </a:lnTo>
                  <a:lnTo>
                    <a:pt x="948749" y="1291303"/>
                  </a:lnTo>
                  <a:lnTo>
                    <a:pt x="948749" y="1291310"/>
                  </a:lnTo>
                  <a:lnTo>
                    <a:pt x="948743" y="1291319"/>
                  </a:lnTo>
                  <a:lnTo>
                    <a:pt x="948738" y="1291333"/>
                  </a:lnTo>
                  <a:lnTo>
                    <a:pt x="948736" y="1291338"/>
                  </a:lnTo>
                  <a:lnTo>
                    <a:pt x="948736" y="1291350"/>
                  </a:lnTo>
                  <a:lnTo>
                    <a:pt x="948732" y="1291363"/>
                  </a:lnTo>
                  <a:lnTo>
                    <a:pt x="948727" y="1291368"/>
                  </a:lnTo>
                  <a:lnTo>
                    <a:pt x="948718" y="1291366"/>
                  </a:lnTo>
                  <a:lnTo>
                    <a:pt x="948704" y="1291357"/>
                  </a:lnTo>
                  <a:lnTo>
                    <a:pt x="948695" y="1291348"/>
                  </a:lnTo>
                  <a:lnTo>
                    <a:pt x="948689" y="1291347"/>
                  </a:lnTo>
                  <a:lnTo>
                    <a:pt x="948676" y="1291347"/>
                  </a:lnTo>
                  <a:lnTo>
                    <a:pt x="948668" y="1291347"/>
                  </a:lnTo>
                  <a:lnTo>
                    <a:pt x="948661" y="1291345"/>
                  </a:lnTo>
                  <a:lnTo>
                    <a:pt x="948657" y="1291345"/>
                  </a:lnTo>
                  <a:lnTo>
                    <a:pt x="948647" y="1291339"/>
                  </a:lnTo>
                  <a:lnTo>
                    <a:pt x="948639" y="1291334"/>
                  </a:lnTo>
                  <a:lnTo>
                    <a:pt x="948633" y="1291329"/>
                  </a:lnTo>
                  <a:lnTo>
                    <a:pt x="948627" y="1291321"/>
                  </a:lnTo>
                  <a:lnTo>
                    <a:pt x="948622" y="1291315"/>
                  </a:lnTo>
                  <a:lnTo>
                    <a:pt x="948610" y="1291299"/>
                  </a:lnTo>
                  <a:lnTo>
                    <a:pt x="948607" y="1291295"/>
                  </a:lnTo>
                  <a:lnTo>
                    <a:pt x="948595" y="1291287"/>
                  </a:lnTo>
                  <a:lnTo>
                    <a:pt x="948582" y="1291285"/>
                  </a:lnTo>
                  <a:lnTo>
                    <a:pt x="948577" y="1291286"/>
                  </a:lnTo>
                  <a:lnTo>
                    <a:pt x="948572" y="1291294"/>
                  </a:lnTo>
                  <a:lnTo>
                    <a:pt x="948564" y="1291309"/>
                  </a:lnTo>
                  <a:lnTo>
                    <a:pt x="948559" y="1291315"/>
                  </a:lnTo>
                  <a:lnTo>
                    <a:pt x="948547" y="1291322"/>
                  </a:lnTo>
                  <a:lnTo>
                    <a:pt x="948534" y="1291325"/>
                  </a:lnTo>
                  <a:lnTo>
                    <a:pt x="948528" y="1291326"/>
                  </a:lnTo>
                  <a:lnTo>
                    <a:pt x="948520" y="1291324"/>
                  </a:lnTo>
                  <a:lnTo>
                    <a:pt x="948505" y="1291322"/>
                  </a:lnTo>
                  <a:lnTo>
                    <a:pt x="948491" y="1291324"/>
                  </a:lnTo>
                  <a:lnTo>
                    <a:pt x="948476" y="1291329"/>
                  </a:lnTo>
                  <a:lnTo>
                    <a:pt x="948463" y="1291341"/>
                  </a:lnTo>
                  <a:lnTo>
                    <a:pt x="948460" y="1291344"/>
                  </a:lnTo>
                  <a:lnTo>
                    <a:pt x="948453" y="1291354"/>
                  </a:lnTo>
                  <a:lnTo>
                    <a:pt x="948441" y="1291368"/>
                  </a:lnTo>
                  <a:lnTo>
                    <a:pt x="948426" y="1291377"/>
                  </a:lnTo>
                  <a:lnTo>
                    <a:pt x="948412" y="1291391"/>
                  </a:lnTo>
                  <a:lnTo>
                    <a:pt x="948408" y="1291397"/>
                  </a:lnTo>
                  <a:lnTo>
                    <a:pt x="948397" y="1291404"/>
                  </a:lnTo>
                  <a:lnTo>
                    <a:pt x="948388" y="1291414"/>
                  </a:lnTo>
                  <a:lnTo>
                    <a:pt x="948376" y="1291421"/>
                  </a:lnTo>
                  <a:lnTo>
                    <a:pt x="948361" y="1291423"/>
                  </a:lnTo>
                  <a:lnTo>
                    <a:pt x="948355" y="1291424"/>
                  </a:lnTo>
                  <a:lnTo>
                    <a:pt x="948343" y="1291429"/>
                  </a:lnTo>
                  <a:lnTo>
                    <a:pt x="948332" y="1291437"/>
                  </a:lnTo>
                  <a:lnTo>
                    <a:pt x="948326" y="1291441"/>
                  </a:lnTo>
                  <a:lnTo>
                    <a:pt x="948318" y="1291449"/>
                  </a:lnTo>
                  <a:lnTo>
                    <a:pt x="948310" y="1291459"/>
                  </a:lnTo>
                  <a:lnTo>
                    <a:pt x="948300" y="1291468"/>
                  </a:lnTo>
                  <a:lnTo>
                    <a:pt x="948286" y="1291483"/>
                  </a:lnTo>
                  <a:lnTo>
                    <a:pt x="948272" y="1291494"/>
                  </a:lnTo>
                  <a:lnTo>
                    <a:pt x="948266" y="1291498"/>
                  </a:lnTo>
                  <a:lnTo>
                    <a:pt x="948258" y="1291501"/>
                  </a:lnTo>
                  <a:lnTo>
                    <a:pt x="948252" y="1291504"/>
                  </a:lnTo>
                  <a:lnTo>
                    <a:pt x="948243" y="1291504"/>
                  </a:lnTo>
                  <a:lnTo>
                    <a:pt x="948234" y="1291507"/>
                  </a:lnTo>
                  <a:lnTo>
                    <a:pt x="948218" y="1291507"/>
                  </a:lnTo>
                  <a:lnTo>
                    <a:pt x="948211" y="1291507"/>
                  </a:lnTo>
                  <a:lnTo>
                    <a:pt x="948198" y="1291506"/>
                  </a:lnTo>
                  <a:lnTo>
                    <a:pt x="948186" y="1291501"/>
                  </a:lnTo>
                  <a:lnTo>
                    <a:pt x="948179" y="1291495"/>
                  </a:lnTo>
                  <a:lnTo>
                    <a:pt x="948177" y="1291487"/>
                  </a:lnTo>
                  <a:lnTo>
                    <a:pt x="948176" y="1291479"/>
                  </a:lnTo>
                  <a:lnTo>
                    <a:pt x="948178" y="1291472"/>
                  </a:lnTo>
                  <a:lnTo>
                    <a:pt x="948185" y="1291462"/>
                  </a:lnTo>
                  <a:lnTo>
                    <a:pt x="948190" y="1291458"/>
                  </a:lnTo>
                  <a:lnTo>
                    <a:pt x="948194" y="1291454"/>
                  </a:lnTo>
                  <a:lnTo>
                    <a:pt x="948195" y="1291446"/>
                  </a:lnTo>
                  <a:lnTo>
                    <a:pt x="948192" y="1291442"/>
                  </a:lnTo>
                  <a:lnTo>
                    <a:pt x="948184" y="1291439"/>
                  </a:lnTo>
                  <a:lnTo>
                    <a:pt x="948179" y="1291438"/>
                  </a:lnTo>
                  <a:lnTo>
                    <a:pt x="948166" y="1291435"/>
                  </a:lnTo>
                  <a:lnTo>
                    <a:pt x="948161" y="1291434"/>
                  </a:lnTo>
                  <a:lnTo>
                    <a:pt x="948146" y="1291433"/>
                  </a:lnTo>
                  <a:lnTo>
                    <a:pt x="948140" y="1291432"/>
                  </a:lnTo>
                  <a:lnTo>
                    <a:pt x="948132" y="1291428"/>
                  </a:lnTo>
                  <a:lnTo>
                    <a:pt x="948128" y="1291427"/>
                  </a:lnTo>
                  <a:lnTo>
                    <a:pt x="948117" y="1291421"/>
                  </a:lnTo>
                  <a:lnTo>
                    <a:pt x="948112" y="1291417"/>
                  </a:lnTo>
                  <a:lnTo>
                    <a:pt x="948104" y="1291408"/>
                  </a:lnTo>
                  <a:lnTo>
                    <a:pt x="948099" y="1291395"/>
                  </a:lnTo>
                  <a:lnTo>
                    <a:pt x="948098" y="1291377"/>
                  </a:lnTo>
                  <a:lnTo>
                    <a:pt x="948092" y="1291362"/>
                  </a:lnTo>
                  <a:lnTo>
                    <a:pt x="948091" y="1291358"/>
                  </a:lnTo>
                  <a:lnTo>
                    <a:pt x="948085" y="1291347"/>
                  </a:lnTo>
                  <a:lnTo>
                    <a:pt x="948076" y="1291336"/>
                  </a:lnTo>
                  <a:lnTo>
                    <a:pt x="948071" y="1291337"/>
                  </a:lnTo>
                  <a:lnTo>
                    <a:pt x="948061" y="1291347"/>
                  </a:lnTo>
                  <a:lnTo>
                    <a:pt x="948054" y="1291350"/>
                  </a:lnTo>
                  <a:lnTo>
                    <a:pt x="948039" y="1291346"/>
                  </a:lnTo>
                  <a:lnTo>
                    <a:pt x="948026" y="1291341"/>
                  </a:lnTo>
                  <a:lnTo>
                    <a:pt x="948021" y="1291342"/>
                  </a:lnTo>
                  <a:lnTo>
                    <a:pt x="948018" y="1291345"/>
                  </a:lnTo>
                  <a:lnTo>
                    <a:pt x="948015" y="1291350"/>
                  </a:lnTo>
                  <a:lnTo>
                    <a:pt x="948007" y="1291365"/>
                  </a:lnTo>
                  <a:lnTo>
                    <a:pt x="948000" y="1291380"/>
                  </a:lnTo>
                  <a:lnTo>
                    <a:pt x="947991" y="1291386"/>
                  </a:lnTo>
                  <a:lnTo>
                    <a:pt x="947985" y="1291388"/>
                  </a:lnTo>
                  <a:lnTo>
                    <a:pt x="947971" y="1291392"/>
                  </a:lnTo>
                  <a:lnTo>
                    <a:pt x="947956" y="1291398"/>
                  </a:lnTo>
                  <a:lnTo>
                    <a:pt x="947948" y="1291402"/>
                  </a:lnTo>
                  <a:lnTo>
                    <a:pt x="947942" y="1291409"/>
                  </a:lnTo>
                  <a:lnTo>
                    <a:pt x="947930" y="1291422"/>
                  </a:lnTo>
                  <a:lnTo>
                    <a:pt x="947917" y="1291435"/>
                  </a:lnTo>
                  <a:lnTo>
                    <a:pt x="947905" y="1291450"/>
                  </a:lnTo>
                  <a:lnTo>
                    <a:pt x="947890" y="1291463"/>
                  </a:lnTo>
                  <a:lnTo>
                    <a:pt x="947876" y="1291475"/>
                  </a:lnTo>
                  <a:lnTo>
                    <a:pt x="947861" y="1291486"/>
                  </a:lnTo>
                  <a:lnTo>
                    <a:pt x="947852" y="1291495"/>
                  </a:lnTo>
                  <a:lnTo>
                    <a:pt x="947847" y="1291494"/>
                  </a:lnTo>
                  <a:lnTo>
                    <a:pt x="947844" y="1291483"/>
                  </a:lnTo>
                  <a:lnTo>
                    <a:pt x="947842" y="1291474"/>
                  </a:lnTo>
                  <a:lnTo>
                    <a:pt x="947838" y="1291466"/>
                  </a:lnTo>
                  <a:lnTo>
                    <a:pt x="947832" y="1291464"/>
                  </a:lnTo>
                  <a:lnTo>
                    <a:pt x="947827" y="1291463"/>
                  </a:lnTo>
                  <a:lnTo>
                    <a:pt x="947817" y="1291465"/>
                  </a:lnTo>
                  <a:lnTo>
                    <a:pt x="947809" y="1291471"/>
                  </a:lnTo>
                  <a:lnTo>
                    <a:pt x="947802" y="1291473"/>
                  </a:lnTo>
                  <a:lnTo>
                    <a:pt x="947788" y="1291479"/>
                  </a:lnTo>
                  <a:lnTo>
                    <a:pt x="947774" y="1291481"/>
                  </a:lnTo>
                  <a:lnTo>
                    <a:pt x="947759" y="1291484"/>
                  </a:lnTo>
                  <a:lnTo>
                    <a:pt x="947745" y="1291485"/>
                  </a:lnTo>
                  <a:lnTo>
                    <a:pt x="947730" y="1291485"/>
                  </a:lnTo>
                  <a:lnTo>
                    <a:pt x="947716" y="1291478"/>
                  </a:lnTo>
                  <a:lnTo>
                    <a:pt x="947707" y="1291475"/>
                  </a:lnTo>
                  <a:lnTo>
                    <a:pt x="947700" y="1291471"/>
                  </a:lnTo>
                  <a:lnTo>
                    <a:pt x="947694" y="1291470"/>
                  </a:lnTo>
                  <a:lnTo>
                    <a:pt x="947678" y="1291470"/>
                  </a:lnTo>
                  <a:lnTo>
                    <a:pt x="947673" y="1291473"/>
                  </a:lnTo>
                  <a:lnTo>
                    <a:pt x="947669" y="1291478"/>
                  </a:lnTo>
                  <a:lnTo>
                    <a:pt x="947664" y="1291492"/>
                  </a:lnTo>
                  <a:lnTo>
                    <a:pt x="947663" y="1291498"/>
                  </a:lnTo>
                  <a:lnTo>
                    <a:pt x="947658" y="1291507"/>
                  </a:lnTo>
                  <a:lnTo>
                    <a:pt x="947653" y="1291514"/>
                  </a:lnTo>
                  <a:lnTo>
                    <a:pt x="947647" y="1291518"/>
                  </a:lnTo>
                  <a:lnTo>
                    <a:pt x="947643" y="1291520"/>
                  </a:lnTo>
                  <a:lnTo>
                    <a:pt x="947632" y="1291517"/>
                  </a:lnTo>
                  <a:lnTo>
                    <a:pt x="947625" y="1291510"/>
                  </a:lnTo>
                  <a:lnTo>
                    <a:pt x="947616" y="1291506"/>
                  </a:lnTo>
                  <a:lnTo>
                    <a:pt x="947602" y="1291511"/>
                  </a:lnTo>
                  <a:lnTo>
                    <a:pt x="947594" y="1291514"/>
                  </a:lnTo>
                  <a:lnTo>
                    <a:pt x="947587" y="1291514"/>
                  </a:lnTo>
                  <a:lnTo>
                    <a:pt x="947574" y="1291505"/>
                  </a:lnTo>
                  <a:lnTo>
                    <a:pt x="947567" y="1291490"/>
                  </a:lnTo>
                  <a:lnTo>
                    <a:pt x="947563" y="1291482"/>
                  </a:lnTo>
                  <a:lnTo>
                    <a:pt x="947558" y="1291471"/>
                  </a:lnTo>
                  <a:lnTo>
                    <a:pt x="947551" y="1291465"/>
                  </a:lnTo>
                  <a:lnTo>
                    <a:pt x="947538" y="1291461"/>
                  </a:lnTo>
                  <a:lnTo>
                    <a:pt x="947525" y="1291466"/>
                  </a:lnTo>
                  <a:lnTo>
                    <a:pt x="947510" y="1291474"/>
                  </a:lnTo>
                  <a:lnTo>
                    <a:pt x="947500" y="1291483"/>
                  </a:lnTo>
                  <a:lnTo>
                    <a:pt x="947494" y="1291490"/>
                  </a:lnTo>
                  <a:lnTo>
                    <a:pt x="947492" y="1291495"/>
                  </a:lnTo>
                  <a:lnTo>
                    <a:pt x="947488" y="1291501"/>
                  </a:lnTo>
                  <a:lnTo>
                    <a:pt x="947489" y="1291510"/>
                  </a:lnTo>
                  <a:lnTo>
                    <a:pt x="947492" y="1291525"/>
                  </a:lnTo>
                  <a:lnTo>
                    <a:pt x="947494" y="1291540"/>
                  </a:lnTo>
                  <a:lnTo>
                    <a:pt x="947492" y="1291556"/>
                  </a:lnTo>
                  <a:lnTo>
                    <a:pt x="947489" y="1291565"/>
                  </a:lnTo>
                  <a:lnTo>
                    <a:pt x="947485" y="1291571"/>
                  </a:lnTo>
                  <a:lnTo>
                    <a:pt x="947483" y="1291576"/>
                  </a:lnTo>
                  <a:lnTo>
                    <a:pt x="947476" y="1291586"/>
                  </a:lnTo>
                  <a:lnTo>
                    <a:pt x="947462" y="1291600"/>
                  </a:lnTo>
                  <a:lnTo>
                    <a:pt x="947449" y="1291613"/>
                  </a:lnTo>
                  <a:lnTo>
                    <a:pt x="947437" y="1291624"/>
                  </a:lnTo>
                  <a:lnTo>
                    <a:pt x="947426" y="1291639"/>
                  </a:lnTo>
                  <a:lnTo>
                    <a:pt x="947420" y="1291647"/>
                  </a:lnTo>
                  <a:lnTo>
                    <a:pt x="947417" y="1291654"/>
                  </a:lnTo>
                  <a:lnTo>
                    <a:pt x="947412" y="1291670"/>
                  </a:lnTo>
                  <a:lnTo>
                    <a:pt x="947410" y="1291675"/>
                  </a:lnTo>
                  <a:lnTo>
                    <a:pt x="947402" y="1291685"/>
                  </a:lnTo>
                  <a:lnTo>
                    <a:pt x="947398" y="1291688"/>
                  </a:lnTo>
                  <a:lnTo>
                    <a:pt x="947388" y="1291692"/>
                  </a:lnTo>
                  <a:lnTo>
                    <a:pt x="947373" y="1291695"/>
                  </a:lnTo>
                  <a:lnTo>
                    <a:pt x="947359" y="1291702"/>
                  </a:lnTo>
                  <a:lnTo>
                    <a:pt x="947356" y="1291705"/>
                  </a:lnTo>
                  <a:lnTo>
                    <a:pt x="947344" y="1291709"/>
                  </a:lnTo>
                  <a:lnTo>
                    <a:pt x="947330" y="1291712"/>
                  </a:lnTo>
                  <a:lnTo>
                    <a:pt x="947324" y="1291711"/>
                  </a:lnTo>
                  <a:lnTo>
                    <a:pt x="947316" y="1291706"/>
                  </a:lnTo>
                  <a:lnTo>
                    <a:pt x="947311" y="1291704"/>
                  </a:lnTo>
                  <a:lnTo>
                    <a:pt x="947301" y="1291696"/>
                  </a:lnTo>
                  <a:lnTo>
                    <a:pt x="947286" y="1291687"/>
                  </a:lnTo>
                  <a:lnTo>
                    <a:pt x="947272" y="1291676"/>
                  </a:lnTo>
                  <a:lnTo>
                    <a:pt x="947257" y="1291664"/>
                  </a:lnTo>
                  <a:lnTo>
                    <a:pt x="947243" y="1291650"/>
                  </a:lnTo>
                  <a:lnTo>
                    <a:pt x="947230" y="1291635"/>
                  </a:lnTo>
                  <a:lnTo>
                    <a:pt x="947219" y="1291620"/>
                  </a:lnTo>
                  <a:lnTo>
                    <a:pt x="947211" y="1291605"/>
                  </a:lnTo>
                  <a:lnTo>
                    <a:pt x="947197" y="1291591"/>
                  </a:lnTo>
                  <a:lnTo>
                    <a:pt x="947193" y="1291586"/>
                  </a:lnTo>
                  <a:lnTo>
                    <a:pt x="947184" y="1291586"/>
                  </a:lnTo>
                  <a:lnTo>
                    <a:pt x="947176" y="1291585"/>
                  </a:lnTo>
                  <a:lnTo>
                    <a:pt x="947166" y="1291591"/>
                  </a:lnTo>
                  <a:lnTo>
                    <a:pt x="947157" y="1291603"/>
                  </a:lnTo>
                  <a:lnTo>
                    <a:pt x="947154" y="1291606"/>
                  </a:lnTo>
                  <a:lnTo>
                    <a:pt x="947150" y="1291611"/>
                  </a:lnTo>
                  <a:lnTo>
                    <a:pt x="947148" y="1291618"/>
                  </a:lnTo>
                  <a:lnTo>
                    <a:pt x="947146" y="1291627"/>
                  </a:lnTo>
                  <a:lnTo>
                    <a:pt x="947146" y="1291633"/>
                  </a:lnTo>
                  <a:lnTo>
                    <a:pt x="947141" y="1291645"/>
                  </a:lnTo>
                  <a:lnTo>
                    <a:pt x="947135" y="1291653"/>
                  </a:lnTo>
                  <a:lnTo>
                    <a:pt x="947125" y="1291661"/>
                  </a:lnTo>
                  <a:lnTo>
                    <a:pt x="947111" y="1291667"/>
                  </a:lnTo>
                  <a:lnTo>
                    <a:pt x="947101" y="1291677"/>
                  </a:lnTo>
                  <a:lnTo>
                    <a:pt x="947098" y="1291682"/>
                  </a:lnTo>
                  <a:lnTo>
                    <a:pt x="947095" y="1291686"/>
                  </a:lnTo>
                  <a:lnTo>
                    <a:pt x="947091" y="1291691"/>
                  </a:lnTo>
                  <a:lnTo>
                    <a:pt x="947085" y="1291694"/>
                  </a:lnTo>
                  <a:lnTo>
                    <a:pt x="947070" y="1291699"/>
                  </a:lnTo>
                  <a:lnTo>
                    <a:pt x="947056" y="1291701"/>
                  </a:lnTo>
                  <a:lnTo>
                    <a:pt x="947042" y="1291701"/>
                  </a:lnTo>
                  <a:lnTo>
                    <a:pt x="947027" y="1291702"/>
                  </a:lnTo>
                  <a:lnTo>
                    <a:pt x="947013" y="1291700"/>
                  </a:lnTo>
                  <a:lnTo>
                    <a:pt x="946998" y="1291700"/>
                  </a:lnTo>
                  <a:lnTo>
                    <a:pt x="946984" y="1291699"/>
                  </a:lnTo>
                  <a:lnTo>
                    <a:pt x="946970" y="1291698"/>
                  </a:lnTo>
                  <a:lnTo>
                    <a:pt x="946955" y="1291697"/>
                  </a:lnTo>
                  <a:lnTo>
                    <a:pt x="946941" y="1291696"/>
                  </a:lnTo>
                  <a:lnTo>
                    <a:pt x="946934" y="1291695"/>
                  </a:lnTo>
                  <a:lnTo>
                    <a:pt x="946919" y="1291694"/>
                  </a:lnTo>
                  <a:lnTo>
                    <a:pt x="946905" y="1291691"/>
                  </a:lnTo>
                  <a:lnTo>
                    <a:pt x="946899" y="1291691"/>
                  </a:lnTo>
                  <a:lnTo>
                    <a:pt x="946890" y="1291694"/>
                  </a:lnTo>
                  <a:lnTo>
                    <a:pt x="946886" y="1291695"/>
                  </a:lnTo>
                  <a:lnTo>
                    <a:pt x="946876" y="1291703"/>
                  </a:lnTo>
                  <a:lnTo>
                    <a:pt x="946862" y="1291714"/>
                  </a:lnTo>
                  <a:lnTo>
                    <a:pt x="946855" y="1291720"/>
                  </a:lnTo>
                  <a:lnTo>
                    <a:pt x="946850" y="1291721"/>
                  </a:lnTo>
                  <a:lnTo>
                    <a:pt x="946836" y="1291737"/>
                  </a:lnTo>
                  <a:lnTo>
                    <a:pt x="946830" y="1291744"/>
                  </a:lnTo>
                  <a:lnTo>
                    <a:pt x="946822" y="1291750"/>
                  </a:lnTo>
                  <a:lnTo>
                    <a:pt x="946808" y="1291755"/>
                  </a:lnTo>
                  <a:lnTo>
                    <a:pt x="946804" y="1291757"/>
                  </a:lnTo>
                  <a:lnTo>
                    <a:pt x="946794" y="1291758"/>
                  </a:lnTo>
                  <a:lnTo>
                    <a:pt x="946784" y="1291762"/>
                  </a:lnTo>
                  <a:lnTo>
                    <a:pt x="946780" y="1291763"/>
                  </a:lnTo>
                  <a:lnTo>
                    <a:pt x="946769" y="1291767"/>
                  </a:lnTo>
                  <a:lnTo>
                    <a:pt x="946755" y="1291774"/>
                  </a:lnTo>
                  <a:lnTo>
                    <a:pt x="946741" y="1291784"/>
                  </a:lnTo>
                  <a:lnTo>
                    <a:pt x="946729" y="1291797"/>
                  </a:lnTo>
                  <a:lnTo>
                    <a:pt x="946724" y="1291812"/>
                  </a:lnTo>
                  <a:lnTo>
                    <a:pt x="946716" y="1291827"/>
                  </a:lnTo>
                  <a:lnTo>
                    <a:pt x="946705" y="1291842"/>
                  </a:lnTo>
                  <a:lnTo>
                    <a:pt x="946693" y="1291855"/>
                  </a:lnTo>
                  <a:lnTo>
                    <a:pt x="946689" y="1291859"/>
                  </a:lnTo>
                  <a:lnTo>
                    <a:pt x="946678" y="1291866"/>
                  </a:lnTo>
                  <a:lnTo>
                    <a:pt x="946670" y="1291867"/>
                  </a:lnTo>
                  <a:lnTo>
                    <a:pt x="946664" y="1291865"/>
                  </a:lnTo>
                  <a:lnTo>
                    <a:pt x="946650" y="1291860"/>
                  </a:lnTo>
                  <a:lnTo>
                    <a:pt x="946642" y="1291858"/>
                  </a:lnTo>
                  <a:lnTo>
                    <a:pt x="946635" y="1291861"/>
                  </a:lnTo>
                  <a:lnTo>
                    <a:pt x="946632" y="1291864"/>
                  </a:lnTo>
                  <a:lnTo>
                    <a:pt x="946628" y="1291871"/>
                  </a:lnTo>
                  <a:lnTo>
                    <a:pt x="946627" y="1291876"/>
                  </a:lnTo>
                  <a:lnTo>
                    <a:pt x="946620" y="1291890"/>
                  </a:lnTo>
                  <a:lnTo>
                    <a:pt x="946617" y="1291895"/>
                  </a:lnTo>
                  <a:lnTo>
                    <a:pt x="946607" y="1291905"/>
                  </a:lnTo>
                  <a:lnTo>
                    <a:pt x="946593" y="1291915"/>
                  </a:lnTo>
                  <a:lnTo>
                    <a:pt x="946579" y="1291923"/>
                  </a:lnTo>
                  <a:lnTo>
                    <a:pt x="946564" y="1291926"/>
                  </a:lnTo>
                  <a:lnTo>
                    <a:pt x="946550" y="1291927"/>
                  </a:lnTo>
                  <a:lnTo>
                    <a:pt x="946539" y="1291928"/>
                  </a:lnTo>
                  <a:lnTo>
                    <a:pt x="946534" y="1291930"/>
                  </a:lnTo>
                  <a:lnTo>
                    <a:pt x="946521" y="1291938"/>
                  </a:lnTo>
                  <a:lnTo>
                    <a:pt x="946518" y="1291941"/>
                  </a:lnTo>
                  <a:lnTo>
                    <a:pt x="946514" y="1291953"/>
                  </a:lnTo>
                  <a:lnTo>
                    <a:pt x="946511" y="1291968"/>
                  </a:lnTo>
                  <a:lnTo>
                    <a:pt x="946505" y="1291983"/>
                  </a:lnTo>
                  <a:lnTo>
                    <a:pt x="946501" y="1291990"/>
                  </a:lnTo>
                  <a:lnTo>
                    <a:pt x="946492" y="1291996"/>
                  </a:lnTo>
                  <a:lnTo>
                    <a:pt x="946478" y="1292005"/>
                  </a:lnTo>
                  <a:lnTo>
                    <a:pt x="946472" y="1292010"/>
                  </a:lnTo>
                  <a:lnTo>
                    <a:pt x="946467" y="1292018"/>
                  </a:lnTo>
                  <a:lnTo>
                    <a:pt x="946462" y="1292026"/>
                  </a:lnTo>
                  <a:lnTo>
                    <a:pt x="946455" y="1292033"/>
                  </a:lnTo>
                  <a:lnTo>
                    <a:pt x="946442" y="1292036"/>
                  </a:lnTo>
                  <a:lnTo>
                    <a:pt x="946436" y="1292039"/>
                  </a:lnTo>
                  <a:lnTo>
                    <a:pt x="946431" y="1292042"/>
                  </a:lnTo>
                  <a:lnTo>
                    <a:pt x="946428" y="1292046"/>
                  </a:lnTo>
                  <a:lnTo>
                    <a:pt x="946422" y="1292052"/>
                  </a:lnTo>
                  <a:lnTo>
                    <a:pt x="946414" y="1292056"/>
                  </a:lnTo>
                  <a:lnTo>
                    <a:pt x="946399" y="1292062"/>
                  </a:lnTo>
                  <a:lnTo>
                    <a:pt x="946385" y="1292066"/>
                  </a:lnTo>
                  <a:lnTo>
                    <a:pt x="946371" y="1292075"/>
                  </a:lnTo>
                  <a:lnTo>
                    <a:pt x="946356" y="1292084"/>
                  </a:lnTo>
                  <a:lnTo>
                    <a:pt x="946342" y="1292093"/>
                  </a:lnTo>
                  <a:lnTo>
                    <a:pt x="946328" y="1292102"/>
                  </a:lnTo>
                  <a:lnTo>
                    <a:pt x="946313" y="1292109"/>
                  </a:lnTo>
                  <a:lnTo>
                    <a:pt x="946299" y="1292120"/>
                  </a:lnTo>
                  <a:lnTo>
                    <a:pt x="946284" y="1292132"/>
                  </a:lnTo>
                  <a:lnTo>
                    <a:pt x="946280" y="1292136"/>
                  </a:lnTo>
                  <a:lnTo>
                    <a:pt x="946270" y="1292140"/>
                  </a:lnTo>
                  <a:lnTo>
                    <a:pt x="946266" y="1292143"/>
                  </a:lnTo>
                  <a:lnTo>
                    <a:pt x="946255" y="1292147"/>
                  </a:lnTo>
                  <a:lnTo>
                    <a:pt x="946241" y="1292159"/>
                  </a:lnTo>
                  <a:lnTo>
                    <a:pt x="946229" y="1292173"/>
                  </a:lnTo>
                  <a:lnTo>
                    <a:pt x="946224" y="1292179"/>
                  </a:lnTo>
                  <a:lnTo>
                    <a:pt x="946220" y="1292188"/>
                  </a:lnTo>
                  <a:lnTo>
                    <a:pt x="946216" y="1292193"/>
                  </a:lnTo>
                  <a:lnTo>
                    <a:pt x="946213" y="1292204"/>
                  </a:lnTo>
                  <a:lnTo>
                    <a:pt x="946208" y="1292219"/>
                  </a:lnTo>
                  <a:lnTo>
                    <a:pt x="946206" y="1292225"/>
                  </a:lnTo>
                  <a:lnTo>
                    <a:pt x="946201" y="1292235"/>
                  </a:lnTo>
                  <a:lnTo>
                    <a:pt x="946192" y="1292249"/>
                  </a:lnTo>
                  <a:lnTo>
                    <a:pt x="946181" y="1292264"/>
                  </a:lnTo>
                  <a:lnTo>
                    <a:pt x="946171" y="1292279"/>
                  </a:lnTo>
                  <a:lnTo>
                    <a:pt x="946167" y="1292284"/>
                  </a:lnTo>
                  <a:lnTo>
                    <a:pt x="946151" y="1292299"/>
                  </a:lnTo>
                  <a:lnTo>
                    <a:pt x="946143" y="1292305"/>
                  </a:lnTo>
                  <a:lnTo>
                    <a:pt x="946130" y="1292318"/>
                  </a:lnTo>
                  <a:lnTo>
                    <a:pt x="946116" y="1292332"/>
                  </a:lnTo>
                  <a:lnTo>
                    <a:pt x="946103" y="1292344"/>
                  </a:lnTo>
                  <a:lnTo>
                    <a:pt x="946099" y="1292348"/>
                  </a:lnTo>
                  <a:lnTo>
                    <a:pt x="946089" y="1292352"/>
                  </a:lnTo>
                  <a:lnTo>
                    <a:pt x="946075" y="1292358"/>
                  </a:lnTo>
                  <a:lnTo>
                    <a:pt x="946060" y="1292362"/>
                  </a:lnTo>
                  <a:lnTo>
                    <a:pt x="946046" y="1292367"/>
                  </a:lnTo>
                  <a:lnTo>
                    <a:pt x="946039" y="1292373"/>
                  </a:lnTo>
                  <a:lnTo>
                    <a:pt x="946032" y="1292381"/>
                  </a:lnTo>
                  <a:lnTo>
                    <a:pt x="946029" y="1292385"/>
                  </a:lnTo>
                  <a:lnTo>
                    <a:pt x="946026" y="1292388"/>
                  </a:lnTo>
                  <a:lnTo>
                    <a:pt x="946018" y="1292391"/>
                  </a:lnTo>
                  <a:lnTo>
                    <a:pt x="946011" y="1292394"/>
                  </a:lnTo>
                  <a:lnTo>
                    <a:pt x="946004" y="1292401"/>
                  </a:lnTo>
                  <a:lnTo>
                    <a:pt x="946000" y="1292403"/>
                  </a:lnTo>
                  <a:lnTo>
                    <a:pt x="945990" y="1292413"/>
                  </a:lnTo>
                  <a:lnTo>
                    <a:pt x="945984" y="1292419"/>
                  </a:lnTo>
                  <a:lnTo>
                    <a:pt x="945977" y="1292424"/>
                  </a:lnTo>
                  <a:lnTo>
                    <a:pt x="945963" y="1292430"/>
                  </a:lnTo>
                  <a:lnTo>
                    <a:pt x="945956" y="1292433"/>
                  </a:lnTo>
                  <a:lnTo>
                    <a:pt x="945948" y="1292433"/>
                  </a:lnTo>
                  <a:lnTo>
                    <a:pt x="945942" y="1292431"/>
                  </a:lnTo>
                  <a:lnTo>
                    <a:pt x="945934" y="1292426"/>
                  </a:lnTo>
                  <a:lnTo>
                    <a:pt x="945919" y="1292417"/>
                  </a:lnTo>
                  <a:lnTo>
                    <a:pt x="945909" y="1292409"/>
                  </a:lnTo>
                  <a:lnTo>
                    <a:pt x="945904" y="1292407"/>
                  </a:lnTo>
                  <a:lnTo>
                    <a:pt x="945897" y="1292405"/>
                  </a:lnTo>
                  <a:lnTo>
                    <a:pt x="945890" y="1292406"/>
                  </a:lnTo>
                  <a:lnTo>
                    <a:pt x="945876" y="1292409"/>
                  </a:lnTo>
                  <a:lnTo>
                    <a:pt x="945861" y="1292416"/>
                  </a:lnTo>
                  <a:lnTo>
                    <a:pt x="945852" y="1292422"/>
                  </a:lnTo>
                  <a:lnTo>
                    <a:pt x="945850" y="1292428"/>
                  </a:lnTo>
                  <a:lnTo>
                    <a:pt x="945846" y="1292443"/>
                  </a:lnTo>
                  <a:lnTo>
                    <a:pt x="945844" y="1292450"/>
                  </a:lnTo>
                  <a:lnTo>
                    <a:pt x="945841" y="1292458"/>
                  </a:lnTo>
                  <a:lnTo>
                    <a:pt x="945831" y="1292473"/>
                  </a:lnTo>
                  <a:lnTo>
                    <a:pt x="945828" y="1292477"/>
                  </a:lnTo>
                  <a:lnTo>
                    <a:pt x="945825" y="1292484"/>
                  </a:lnTo>
                  <a:lnTo>
                    <a:pt x="945824" y="1292491"/>
                  </a:lnTo>
                  <a:lnTo>
                    <a:pt x="945824" y="1292503"/>
                  </a:lnTo>
                  <a:lnTo>
                    <a:pt x="945819" y="1292512"/>
                  </a:lnTo>
                  <a:lnTo>
                    <a:pt x="945805" y="1292526"/>
                  </a:lnTo>
                  <a:lnTo>
                    <a:pt x="945796" y="1292527"/>
                  </a:lnTo>
                  <a:lnTo>
                    <a:pt x="945784" y="1292523"/>
                  </a:lnTo>
                  <a:lnTo>
                    <a:pt x="945780" y="1292521"/>
                  </a:lnTo>
                  <a:lnTo>
                    <a:pt x="945774" y="1292520"/>
                  </a:lnTo>
                  <a:lnTo>
                    <a:pt x="945769" y="1292521"/>
                  </a:lnTo>
                  <a:lnTo>
                    <a:pt x="945755" y="1292523"/>
                  </a:lnTo>
                  <a:lnTo>
                    <a:pt x="945741" y="1292525"/>
                  </a:lnTo>
                  <a:lnTo>
                    <a:pt x="945731" y="1292526"/>
                  </a:lnTo>
                  <a:lnTo>
                    <a:pt x="945721" y="1292524"/>
                  </a:lnTo>
                  <a:lnTo>
                    <a:pt x="945714" y="1292536"/>
                  </a:lnTo>
                  <a:lnTo>
                    <a:pt x="945713" y="1292545"/>
                  </a:lnTo>
                  <a:lnTo>
                    <a:pt x="945712" y="1292560"/>
                  </a:lnTo>
                  <a:lnTo>
                    <a:pt x="945710" y="1292567"/>
                  </a:lnTo>
                  <a:lnTo>
                    <a:pt x="945710" y="1292575"/>
                  </a:lnTo>
                  <a:lnTo>
                    <a:pt x="945707" y="1292582"/>
                  </a:lnTo>
                  <a:lnTo>
                    <a:pt x="945701" y="1292590"/>
                  </a:lnTo>
                  <a:lnTo>
                    <a:pt x="945697" y="1292593"/>
                  </a:lnTo>
                  <a:lnTo>
                    <a:pt x="945691" y="1292594"/>
                  </a:lnTo>
                  <a:lnTo>
                    <a:pt x="945683" y="1292591"/>
                  </a:lnTo>
                  <a:lnTo>
                    <a:pt x="945673" y="1292584"/>
                  </a:lnTo>
                  <a:lnTo>
                    <a:pt x="945659" y="1292581"/>
                  </a:lnTo>
                  <a:lnTo>
                    <a:pt x="945645" y="1292576"/>
                  </a:lnTo>
                  <a:lnTo>
                    <a:pt x="945638" y="1292575"/>
                  </a:lnTo>
                  <a:lnTo>
                    <a:pt x="945625" y="1292579"/>
                  </a:lnTo>
                  <a:lnTo>
                    <a:pt x="945611" y="1292589"/>
                  </a:lnTo>
                  <a:lnTo>
                    <a:pt x="945607" y="1292592"/>
                  </a:lnTo>
                  <a:lnTo>
                    <a:pt x="945600" y="1292602"/>
                  </a:lnTo>
                  <a:lnTo>
                    <a:pt x="945593" y="1292617"/>
                  </a:lnTo>
                  <a:lnTo>
                    <a:pt x="945590" y="1292620"/>
                  </a:lnTo>
                  <a:lnTo>
                    <a:pt x="945589" y="1292635"/>
                  </a:lnTo>
                  <a:lnTo>
                    <a:pt x="945590" y="1292650"/>
                  </a:lnTo>
                  <a:lnTo>
                    <a:pt x="945590" y="1292665"/>
                  </a:lnTo>
                  <a:lnTo>
                    <a:pt x="945588" y="1292682"/>
                  </a:lnTo>
                  <a:lnTo>
                    <a:pt x="945582" y="1292695"/>
                  </a:lnTo>
                  <a:lnTo>
                    <a:pt x="945575" y="1292702"/>
                  </a:lnTo>
                  <a:lnTo>
                    <a:pt x="945569" y="1292706"/>
                  </a:lnTo>
                  <a:lnTo>
                    <a:pt x="945565" y="1292708"/>
                  </a:lnTo>
                  <a:lnTo>
                    <a:pt x="945555" y="1292711"/>
                  </a:lnTo>
                  <a:lnTo>
                    <a:pt x="945540" y="1292713"/>
                  </a:lnTo>
                  <a:lnTo>
                    <a:pt x="945526" y="1292718"/>
                  </a:lnTo>
                  <a:lnTo>
                    <a:pt x="945517" y="1292729"/>
                  </a:lnTo>
                  <a:lnTo>
                    <a:pt x="945499" y="1292738"/>
                  </a:lnTo>
                  <a:lnTo>
                    <a:pt x="945490" y="1292741"/>
                  </a:lnTo>
                  <a:lnTo>
                    <a:pt x="945487" y="1292737"/>
                  </a:lnTo>
                  <a:lnTo>
                    <a:pt x="945491" y="1292716"/>
                  </a:lnTo>
                  <a:lnTo>
                    <a:pt x="945492" y="1292711"/>
                  </a:lnTo>
                  <a:lnTo>
                    <a:pt x="945495" y="1292708"/>
                  </a:lnTo>
                  <a:lnTo>
                    <a:pt x="945502" y="1292700"/>
                  </a:lnTo>
                  <a:lnTo>
                    <a:pt x="945502" y="1292693"/>
                  </a:lnTo>
                  <a:lnTo>
                    <a:pt x="945500" y="1292686"/>
                  </a:lnTo>
                  <a:lnTo>
                    <a:pt x="945492" y="1292686"/>
                  </a:lnTo>
                  <a:lnTo>
                    <a:pt x="945486" y="1292692"/>
                  </a:lnTo>
                  <a:lnTo>
                    <a:pt x="945472" y="1292703"/>
                  </a:lnTo>
                  <a:lnTo>
                    <a:pt x="945459" y="1292712"/>
                  </a:lnTo>
                  <a:lnTo>
                    <a:pt x="945460" y="1292728"/>
                  </a:lnTo>
                  <a:lnTo>
                    <a:pt x="945459" y="1292738"/>
                  </a:lnTo>
                  <a:lnTo>
                    <a:pt x="945454" y="1292744"/>
                  </a:lnTo>
                  <a:lnTo>
                    <a:pt x="945446" y="1292746"/>
                  </a:lnTo>
                  <a:lnTo>
                    <a:pt x="945440" y="1292742"/>
                  </a:lnTo>
                  <a:lnTo>
                    <a:pt x="945434" y="1292736"/>
                  </a:lnTo>
                  <a:lnTo>
                    <a:pt x="945432" y="1292727"/>
                  </a:lnTo>
                  <a:lnTo>
                    <a:pt x="945428" y="1292723"/>
                  </a:lnTo>
                  <a:lnTo>
                    <a:pt x="945419" y="1292720"/>
                  </a:lnTo>
                  <a:lnTo>
                    <a:pt x="945405" y="1292722"/>
                  </a:lnTo>
                  <a:lnTo>
                    <a:pt x="945399" y="1292725"/>
                  </a:lnTo>
                  <a:lnTo>
                    <a:pt x="945397" y="1292734"/>
                  </a:lnTo>
                  <a:lnTo>
                    <a:pt x="945400" y="1292738"/>
                  </a:lnTo>
                  <a:lnTo>
                    <a:pt x="945401" y="1292744"/>
                  </a:lnTo>
                  <a:lnTo>
                    <a:pt x="945405" y="1292749"/>
                  </a:lnTo>
                  <a:lnTo>
                    <a:pt x="945410" y="1292756"/>
                  </a:lnTo>
                  <a:lnTo>
                    <a:pt x="945412" y="1292764"/>
                  </a:lnTo>
                  <a:lnTo>
                    <a:pt x="945419" y="1292779"/>
                  </a:lnTo>
                  <a:lnTo>
                    <a:pt x="945419" y="1292784"/>
                  </a:lnTo>
                  <a:lnTo>
                    <a:pt x="945418" y="1292788"/>
                  </a:lnTo>
                  <a:lnTo>
                    <a:pt x="945413" y="1292792"/>
                  </a:lnTo>
                  <a:lnTo>
                    <a:pt x="945404" y="1292793"/>
                  </a:lnTo>
                  <a:lnTo>
                    <a:pt x="945397" y="1292791"/>
                  </a:lnTo>
                  <a:lnTo>
                    <a:pt x="945390" y="1292791"/>
                  </a:lnTo>
                  <a:lnTo>
                    <a:pt x="945383" y="1292789"/>
                  </a:lnTo>
                  <a:lnTo>
                    <a:pt x="945374" y="1292788"/>
                  </a:lnTo>
                  <a:lnTo>
                    <a:pt x="945361" y="1292800"/>
                  </a:lnTo>
                  <a:lnTo>
                    <a:pt x="945354" y="1292820"/>
                  </a:lnTo>
                  <a:lnTo>
                    <a:pt x="945347" y="1292828"/>
                  </a:lnTo>
                  <a:lnTo>
                    <a:pt x="945341" y="1292828"/>
                  </a:lnTo>
                  <a:lnTo>
                    <a:pt x="945336" y="1292827"/>
                  </a:lnTo>
                  <a:lnTo>
                    <a:pt x="945333" y="1292824"/>
                  </a:lnTo>
                  <a:lnTo>
                    <a:pt x="945326" y="1292822"/>
                  </a:lnTo>
                  <a:lnTo>
                    <a:pt x="945312" y="1292816"/>
                  </a:lnTo>
                  <a:lnTo>
                    <a:pt x="945310" y="1292812"/>
                  </a:lnTo>
                  <a:lnTo>
                    <a:pt x="945320" y="1292804"/>
                  </a:lnTo>
                  <a:lnTo>
                    <a:pt x="945326" y="1292798"/>
                  </a:lnTo>
                  <a:lnTo>
                    <a:pt x="945325" y="1292790"/>
                  </a:lnTo>
                  <a:lnTo>
                    <a:pt x="945319" y="1292782"/>
                  </a:lnTo>
                  <a:lnTo>
                    <a:pt x="945312" y="1292780"/>
                  </a:lnTo>
                  <a:lnTo>
                    <a:pt x="945303" y="1292780"/>
                  </a:lnTo>
                  <a:lnTo>
                    <a:pt x="945298" y="1292780"/>
                  </a:lnTo>
                  <a:lnTo>
                    <a:pt x="945291" y="1292787"/>
                  </a:lnTo>
                  <a:lnTo>
                    <a:pt x="945286" y="1292802"/>
                  </a:lnTo>
                  <a:lnTo>
                    <a:pt x="945283" y="1292807"/>
                  </a:lnTo>
                  <a:lnTo>
                    <a:pt x="945274" y="1292808"/>
                  </a:lnTo>
                  <a:lnTo>
                    <a:pt x="945266" y="1292805"/>
                  </a:lnTo>
                  <a:lnTo>
                    <a:pt x="945259" y="1292799"/>
                  </a:lnTo>
                  <a:lnTo>
                    <a:pt x="945245" y="1292787"/>
                  </a:lnTo>
                  <a:lnTo>
                    <a:pt x="945235" y="1292781"/>
                  </a:lnTo>
                  <a:lnTo>
                    <a:pt x="945220" y="1292778"/>
                  </a:lnTo>
                  <a:lnTo>
                    <a:pt x="945199" y="1292783"/>
                  </a:lnTo>
                  <a:lnTo>
                    <a:pt x="945186" y="1292776"/>
                  </a:lnTo>
                  <a:lnTo>
                    <a:pt x="945171" y="1292770"/>
                  </a:lnTo>
                  <a:lnTo>
                    <a:pt x="945163" y="1292771"/>
                  </a:lnTo>
                  <a:lnTo>
                    <a:pt x="945157" y="1292785"/>
                  </a:lnTo>
                  <a:lnTo>
                    <a:pt x="945157" y="1292802"/>
                  </a:lnTo>
                  <a:lnTo>
                    <a:pt x="945156" y="1292811"/>
                  </a:lnTo>
                  <a:lnTo>
                    <a:pt x="945158" y="1292817"/>
                  </a:lnTo>
                  <a:lnTo>
                    <a:pt x="945156" y="1292828"/>
                  </a:lnTo>
                  <a:lnTo>
                    <a:pt x="945153" y="1292832"/>
                  </a:lnTo>
                  <a:lnTo>
                    <a:pt x="945146" y="1292839"/>
                  </a:lnTo>
                  <a:lnTo>
                    <a:pt x="945138" y="1292845"/>
                  </a:lnTo>
                  <a:lnTo>
                    <a:pt x="945130" y="1292857"/>
                  </a:lnTo>
                  <a:lnTo>
                    <a:pt x="945132" y="1292866"/>
                  </a:lnTo>
                  <a:lnTo>
                    <a:pt x="945132" y="1292874"/>
                  </a:lnTo>
                  <a:lnTo>
                    <a:pt x="945132" y="1292881"/>
                  </a:lnTo>
                  <a:lnTo>
                    <a:pt x="945129" y="1292887"/>
                  </a:lnTo>
                  <a:lnTo>
                    <a:pt x="945126" y="1292893"/>
                  </a:lnTo>
                  <a:lnTo>
                    <a:pt x="945122" y="1292896"/>
                  </a:lnTo>
                  <a:lnTo>
                    <a:pt x="945116" y="1292896"/>
                  </a:lnTo>
                  <a:lnTo>
                    <a:pt x="945105" y="1292899"/>
                  </a:lnTo>
                  <a:lnTo>
                    <a:pt x="945093" y="1292905"/>
                  </a:lnTo>
                  <a:lnTo>
                    <a:pt x="945089" y="1292908"/>
                  </a:lnTo>
                  <a:lnTo>
                    <a:pt x="945081" y="1292919"/>
                  </a:lnTo>
                  <a:lnTo>
                    <a:pt x="945073" y="1292935"/>
                  </a:lnTo>
                  <a:lnTo>
                    <a:pt x="945068" y="1292950"/>
                  </a:lnTo>
                  <a:lnTo>
                    <a:pt x="945065" y="1292956"/>
                  </a:lnTo>
                  <a:lnTo>
                    <a:pt x="945060" y="1292965"/>
                  </a:lnTo>
                  <a:lnTo>
                    <a:pt x="945047" y="1292979"/>
                  </a:lnTo>
                  <a:lnTo>
                    <a:pt x="945034" y="1292992"/>
                  </a:lnTo>
                  <a:lnTo>
                    <a:pt x="945021" y="1293006"/>
                  </a:lnTo>
                  <a:lnTo>
                    <a:pt x="945011" y="1293020"/>
                  </a:lnTo>
                  <a:lnTo>
                    <a:pt x="945003" y="1293037"/>
                  </a:lnTo>
                  <a:lnTo>
                    <a:pt x="944999" y="1293051"/>
                  </a:lnTo>
                  <a:lnTo>
                    <a:pt x="944995" y="1293066"/>
                  </a:lnTo>
                  <a:lnTo>
                    <a:pt x="944992" y="1293081"/>
                  </a:lnTo>
                  <a:lnTo>
                    <a:pt x="944989" y="1293090"/>
                  </a:lnTo>
                  <a:lnTo>
                    <a:pt x="944989" y="1293096"/>
                  </a:lnTo>
                  <a:lnTo>
                    <a:pt x="944985" y="1293111"/>
                  </a:lnTo>
                  <a:lnTo>
                    <a:pt x="944984" y="1293116"/>
                  </a:lnTo>
                  <a:lnTo>
                    <a:pt x="944979" y="1293126"/>
                  </a:lnTo>
                  <a:lnTo>
                    <a:pt x="944966" y="1293139"/>
                  </a:lnTo>
                  <a:lnTo>
                    <a:pt x="944956" y="1293152"/>
                  </a:lnTo>
                  <a:lnTo>
                    <a:pt x="944950" y="1293160"/>
                  </a:lnTo>
                  <a:lnTo>
                    <a:pt x="944948" y="1293168"/>
                  </a:lnTo>
                  <a:lnTo>
                    <a:pt x="944945" y="1293176"/>
                  </a:lnTo>
                  <a:lnTo>
                    <a:pt x="944940" y="1293183"/>
                  </a:lnTo>
                  <a:lnTo>
                    <a:pt x="944932" y="1293191"/>
                  </a:lnTo>
                  <a:lnTo>
                    <a:pt x="944928" y="1293197"/>
                  </a:lnTo>
                  <a:lnTo>
                    <a:pt x="944925" y="1293212"/>
                  </a:lnTo>
                  <a:lnTo>
                    <a:pt x="944921" y="1293227"/>
                  </a:lnTo>
                  <a:lnTo>
                    <a:pt x="944917" y="1293232"/>
                  </a:lnTo>
                  <a:lnTo>
                    <a:pt x="944909" y="1293236"/>
                  </a:lnTo>
                  <a:lnTo>
                    <a:pt x="944893" y="1293236"/>
                  </a:lnTo>
                  <a:lnTo>
                    <a:pt x="944877" y="1293233"/>
                  </a:lnTo>
                  <a:lnTo>
                    <a:pt x="944871" y="1293233"/>
                  </a:lnTo>
                  <a:lnTo>
                    <a:pt x="944866" y="1293237"/>
                  </a:lnTo>
                  <a:lnTo>
                    <a:pt x="944862" y="1293242"/>
                  </a:lnTo>
                  <a:lnTo>
                    <a:pt x="944863" y="1293248"/>
                  </a:lnTo>
                  <a:lnTo>
                    <a:pt x="944864" y="1293253"/>
                  </a:lnTo>
                  <a:lnTo>
                    <a:pt x="944864" y="1293264"/>
                  </a:lnTo>
                  <a:lnTo>
                    <a:pt x="944860" y="1293266"/>
                  </a:lnTo>
                  <a:lnTo>
                    <a:pt x="944846" y="1293261"/>
                  </a:lnTo>
                  <a:lnTo>
                    <a:pt x="944835" y="1293255"/>
                  </a:lnTo>
                  <a:lnTo>
                    <a:pt x="944831" y="1293255"/>
                  </a:lnTo>
                  <a:lnTo>
                    <a:pt x="944823" y="1293253"/>
                  </a:lnTo>
                  <a:lnTo>
                    <a:pt x="944817" y="1293256"/>
                  </a:lnTo>
                  <a:lnTo>
                    <a:pt x="944811" y="1293261"/>
                  </a:lnTo>
                  <a:lnTo>
                    <a:pt x="944807" y="1293262"/>
                  </a:lnTo>
                  <a:lnTo>
                    <a:pt x="944802" y="1293263"/>
                  </a:lnTo>
                  <a:lnTo>
                    <a:pt x="944786" y="1293263"/>
                  </a:lnTo>
                  <a:lnTo>
                    <a:pt x="944779" y="1293266"/>
                  </a:lnTo>
                  <a:lnTo>
                    <a:pt x="944780" y="1293282"/>
                  </a:lnTo>
                  <a:lnTo>
                    <a:pt x="944782" y="1293289"/>
                  </a:lnTo>
                  <a:lnTo>
                    <a:pt x="944782" y="1293297"/>
                  </a:lnTo>
                  <a:lnTo>
                    <a:pt x="944781" y="1293312"/>
                  </a:lnTo>
                  <a:lnTo>
                    <a:pt x="944784" y="1293319"/>
                  </a:lnTo>
                  <a:lnTo>
                    <a:pt x="944787" y="1293322"/>
                  </a:lnTo>
                  <a:lnTo>
                    <a:pt x="944792" y="1293327"/>
                  </a:lnTo>
                  <a:lnTo>
                    <a:pt x="944797" y="1293335"/>
                  </a:lnTo>
                  <a:lnTo>
                    <a:pt x="944799" y="1293342"/>
                  </a:lnTo>
                  <a:lnTo>
                    <a:pt x="944800" y="1293348"/>
                  </a:lnTo>
                  <a:lnTo>
                    <a:pt x="944799" y="1293357"/>
                  </a:lnTo>
                  <a:lnTo>
                    <a:pt x="944803" y="1293372"/>
                  </a:lnTo>
                  <a:lnTo>
                    <a:pt x="944802" y="1293381"/>
                  </a:lnTo>
                  <a:lnTo>
                    <a:pt x="944797" y="1293385"/>
                  </a:lnTo>
                  <a:lnTo>
                    <a:pt x="944789" y="1293386"/>
                  </a:lnTo>
                  <a:lnTo>
                    <a:pt x="944780" y="1293382"/>
                  </a:lnTo>
                  <a:lnTo>
                    <a:pt x="944773" y="1293384"/>
                  </a:lnTo>
                  <a:lnTo>
                    <a:pt x="944769" y="1293390"/>
                  </a:lnTo>
                  <a:lnTo>
                    <a:pt x="944763" y="1293400"/>
                  </a:lnTo>
                  <a:lnTo>
                    <a:pt x="944759" y="1293403"/>
                  </a:lnTo>
                  <a:lnTo>
                    <a:pt x="944752" y="1293403"/>
                  </a:lnTo>
                  <a:lnTo>
                    <a:pt x="944744" y="1293399"/>
                  </a:lnTo>
                  <a:lnTo>
                    <a:pt x="944730" y="1293392"/>
                  </a:lnTo>
                  <a:lnTo>
                    <a:pt x="944724" y="1293392"/>
                  </a:lnTo>
                  <a:lnTo>
                    <a:pt x="944721" y="1293395"/>
                  </a:lnTo>
                  <a:lnTo>
                    <a:pt x="944723" y="1293400"/>
                  </a:lnTo>
                  <a:lnTo>
                    <a:pt x="944731" y="1293414"/>
                  </a:lnTo>
                  <a:lnTo>
                    <a:pt x="944730" y="1293419"/>
                  </a:lnTo>
                  <a:lnTo>
                    <a:pt x="944719" y="1293421"/>
                  </a:lnTo>
                  <a:lnTo>
                    <a:pt x="944705" y="1293425"/>
                  </a:lnTo>
                  <a:lnTo>
                    <a:pt x="944697" y="1293427"/>
                  </a:lnTo>
                  <a:lnTo>
                    <a:pt x="944691" y="1293429"/>
                  </a:lnTo>
                  <a:lnTo>
                    <a:pt x="944676" y="1293438"/>
                  </a:lnTo>
                  <a:lnTo>
                    <a:pt x="944671" y="1293445"/>
                  </a:lnTo>
                  <a:lnTo>
                    <a:pt x="944663" y="1293451"/>
                  </a:lnTo>
                  <a:lnTo>
                    <a:pt x="944659" y="1293454"/>
                  </a:lnTo>
                  <a:lnTo>
                    <a:pt x="944648" y="1293458"/>
                  </a:lnTo>
                  <a:lnTo>
                    <a:pt x="944634" y="1293459"/>
                  </a:lnTo>
                  <a:lnTo>
                    <a:pt x="944619" y="1293452"/>
                  </a:lnTo>
                  <a:lnTo>
                    <a:pt x="944608" y="1293453"/>
                  </a:lnTo>
                  <a:lnTo>
                    <a:pt x="944590" y="1293455"/>
                  </a:lnTo>
                  <a:lnTo>
                    <a:pt x="944584" y="1293457"/>
                  </a:lnTo>
                  <a:lnTo>
                    <a:pt x="944572" y="1293466"/>
                  </a:lnTo>
                  <a:lnTo>
                    <a:pt x="944557" y="1293480"/>
                  </a:lnTo>
                  <a:lnTo>
                    <a:pt x="944543" y="1293493"/>
                  </a:lnTo>
                  <a:lnTo>
                    <a:pt x="944528" y="1293503"/>
                  </a:lnTo>
                  <a:lnTo>
                    <a:pt x="944520" y="1293509"/>
                  </a:lnTo>
                  <a:lnTo>
                    <a:pt x="944514" y="1293511"/>
                  </a:lnTo>
                  <a:lnTo>
                    <a:pt x="944500" y="1293517"/>
                  </a:lnTo>
                  <a:lnTo>
                    <a:pt x="944450" y="1293515"/>
                  </a:lnTo>
                  <a:lnTo>
                    <a:pt x="944415" y="1293522"/>
                  </a:lnTo>
                  <a:lnTo>
                    <a:pt x="944398" y="1293518"/>
                  </a:lnTo>
                  <a:lnTo>
                    <a:pt x="944384" y="1293520"/>
                  </a:lnTo>
                  <a:lnTo>
                    <a:pt x="944370" y="1293520"/>
                  </a:lnTo>
                  <a:lnTo>
                    <a:pt x="944355" y="1293522"/>
                  </a:lnTo>
                  <a:lnTo>
                    <a:pt x="944341" y="1293523"/>
                  </a:lnTo>
                  <a:lnTo>
                    <a:pt x="944326" y="1293526"/>
                  </a:lnTo>
                  <a:lnTo>
                    <a:pt x="944312" y="1293526"/>
                  </a:lnTo>
                  <a:lnTo>
                    <a:pt x="944304" y="1293525"/>
                  </a:lnTo>
                  <a:lnTo>
                    <a:pt x="944297" y="1293526"/>
                  </a:lnTo>
                  <a:lnTo>
                    <a:pt x="944283" y="1293528"/>
                  </a:lnTo>
                  <a:lnTo>
                    <a:pt x="944267" y="1293534"/>
                  </a:lnTo>
                  <a:lnTo>
                    <a:pt x="944254" y="1293537"/>
                  </a:lnTo>
                  <a:lnTo>
                    <a:pt x="944240" y="1293538"/>
                  </a:lnTo>
                  <a:lnTo>
                    <a:pt x="944225" y="1293538"/>
                  </a:lnTo>
                  <a:lnTo>
                    <a:pt x="944211" y="1293538"/>
                  </a:lnTo>
                  <a:lnTo>
                    <a:pt x="944196" y="1293539"/>
                  </a:lnTo>
                  <a:lnTo>
                    <a:pt x="944182" y="1293542"/>
                  </a:lnTo>
                  <a:lnTo>
                    <a:pt x="944167" y="1293544"/>
                  </a:lnTo>
                  <a:lnTo>
                    <a:pt x="944153" y="1293547"/>
                  </a:lnTo>
                  <a:lnTo>
                    <a:pt x="944097" y="1293560"/>
                  </a:lnTo>
                  <a:lnTo>
                    <a:pt x="944083" y="1293561"/>
                  </a:lnTo>
                  <a:lnTo>
                    <a:pt x="944068" y="1293562"/>
                  </a:lnTo>
                  <a:lnTo>
                    <a:pt x="944054" y="1293566"/>
                  </a:lnTo>
                  <a:lnTo>
                    <a:pt x="944040" y="1293568"/>
                  </a:lnTo>
                  <a:lnTo>
                    <a:pt x="944025" y="1293569"/>
                  </a:lnTo>
                  <a:lnTo>
                    <a:pt x="944010" y="1293572"/>
                  </a:lnTo>
                  <a:lnTo>
                    <a:pt x="943996" y="1293577"/>
                  </a:lnTo>
                  <a:lnTo>
                    <a:pt x="943982" y="1293583"/>
                  </a:lnTo>
                  <a:lnTo>
                    <a:pt x="943967" y="1293591"/>
                  </a:lnTo>
                  <a:lnTo>
                    <a:pt x="943961" y="1293594"/>
                  </a:lnTo>
                  <a:lnTo>
                    <a:pt x="943954" y="1293600"/>
                  </a:lnTo>
                  <a:lnTo>
                    <a:pt x="943944" y="1293615"/>
                  </a:lnTo>
                  <a:lnTo>
                    <a:pt x="943930" y="1293630"/>
                  </a:lnTo>
                  <a:lnTo>
                    <a:pt x="943916" y="1293644"/>
                  </a:lnTo>
                  <a:lnTo>
                    <a:pt x="943902" y="1293658"/>
                  </a:lnTo>
                  <a:lnTo>
                    <a:pt x="943888" y="1293668"/>
                  </a:lnTo>
                  <a:lnTo>
                    <a:pt x="943874" y="1293678"/>
                  </a:lnTo>
                  <a:lnTo>
                    <a:pt x="943859" y="1293685"/>
                  </a:lnTo>
                  <a:lnTo>
                    <a:pt x="943845" y="1293692"/>
                  </a:lnTo>
                  <a:lnTo>
                    <a:pt x="943830" y="1293699"/>
                  </a:lnTo>
                  <a:lnTo>
                    <a:pt x="943816" y="1293705"/>
                  </a:lnTo>
                  <a:lnTo>
                    <a:pt x="943802" y="1293709"/>
                  </a:lnTo>
                  <a:lnTo>
                    <a:pt x="943787" y="1293713"/>
                  </a:lnTo>
                  <a:lnTo>
                    <a:pt x="943773" y="1293718"/>
                  </a:lnTo>
                  <a:lnTo>
                    <a:pt x="943764" y="1293722"/>
                  </a:lnTo>
                  <a:lnTo>
                    <a:pt x="943758" y="1293727"/>
                  </a:lnTo>
                  <a:lnTo>
                    <a:pt x="943744" y="1293736"/>
                  </a:lnTo>
                  <a:lnTo>
                    <a:pt x="943731" y="1293744"/>
                  </a:lnTo>
                  <a:lnTo>
                    <a:pt x="943715" y="1293752"/>
                  </a:lnTo>
                  <a:lnTo>
                    <a:pt x="943700" y="1293756"/>
                  </a:lnTo>
                  <a:lnTo>
                    <a:pt x="943648" y="1293772"/>
                  </a:lnTo>
                  <a:lnTo>
                    <a:pt x="943633" y="1293777"/>
                  </a:lnTo>
                  <a:lnTo>
                    <a:pt x="943626" y="1293778"/>
                  </a:lnTo>
                  <a:lnTo>
                    <a:pt x="943619" y="1293781"/>
                  </a:lnTo>
                  <a:lnTo>
                    <a:pt x="943605" y="1293784"/>
                  </a:lnTo>
                  <a:lnTo>
                    <a:pt x="943590" y="1293787"/>
                  </a:lnTo>
                  <a:lnTo>
                    <a:pt x="943576" y="1293791"/>
                  </a:lnTo>
                  <a:lnTo>
                    <a:pt x="943561" y="1293794"/>
                  </a:lnTo>
                  <a:lnTo>
                    <a:pt x="943547" y="1293797"/>
                  </a:lnTo>
                  <a:lnTo>
                    <a:pt x="943533" y="1293799"/>
                  </a:lnTo>
                  <a:lnTo>
                    <a:pt x="943518" y="1293802"/>
                  </a:lnTo>
                  <a:lnTo>
                    <a:pt x="943503" y="1293804"/>
                  </a:lnTo>
                  <a:lnTo>
                    <a:pt x="943489" y="1293808"/>
                  </a:lnTo>
                  <a:lnTo>
                    <a:pt x="943475" y="1293810"/>
                  </a:lnTo>
                  <a:lnTo>
                    <a:pt x="943460" y="1293816"/>
                  </a:lnTo>
                  <a:lnTo>
                    <a:pt x="943446" y="1293821"/>
                  </a:lnTo>
                  <a:lnTo>
                    <a:pt x="943432" y="1293827"/>
                  </a:lnTo>
                  <a:lnTo>
                    <a:pt x="943417" y="1293833"/>
                  </a:lnTo>
                  <a:lnTo>
                    <a:pt x="943403" y="1293842"/>
                  </a:lnTo>
                  <a:lnTo>
                    <a:pt x="943389" y="1293853"/>
                  </a:lnTo>
                  <a:lnTo>
                    <a:pt x="943374" y="1293861"/>
                  </a:lnTo>
                  <a:lnTo>
                    <a:pt x="943359" y="1293871"/>
                  </a:lnTo>
                  <a:lnTo>
                    <a:pt x="943345" y="1293882"/>
                  </a:lnTo>
                  <a:lnTo>
                    <a:pt x="943331" y="1293894"/>
                  </a:lnTo>
                  <a:lnTo>
                    <a:pt x="943318" y="1293907"/>
                  </a:lnTo>
                  <a:lnTo>
                    <a:pt x="943304" y="1293920"/>
                  </a:lnTo>
                  <a:lnTo>
                    <a:pt x="943290" y="1293932"/>
                  </a:lnTo>
                  <a:lnTo>
                    <a:pt x="943275" y="1293943"/>
                  </a:lnTo>
                  <a:lnTo>
                    <a:pt x="943261" y="1293953"/>
                  </a:lnTo>
                  <a:lnTo>
                    <a:pt x="943213" y="1293976"/>
                  </a:lnTo>
                  <a:lnTo>
                    <a:pt x="943199" y="1293981"/>
                  </a:lnTo>
                  <a:lnTo>
                    <a:pt x="943188" y="1293985"/>
                  </a:lnTo>
                  <a:lnTo>
                    <a:pt x="943169" y="1293991"/>
                  </a:lnTo>
                  <a:lnTo>
                    <a:pt x="943155" y="1293994"/>
                  </a:lnTo>
                  <a:lnTo>
                    <a:pt x="943146" y="1294005"/>
                  </a:lnTo>
                  <a:lnTo>
                    <a:pt x="943138" y="1294010"/>
                  </a:lnTo>
                  <a:lnTo>
                    <a:pt x="943112" y="1294011"/>
                  </a:lnTo>
                  <a:lnTo>
                    <a:pt x="943098" y="1294019"/>
                  </a:lnTo>
                  <a:lnTo>
                    <a:pt x="943089" y="1294025"/>
                  </a:lnTo>
                  <a:lnTo>
                    <a:pt x="943060" y="1294041"/>
                  </a:lnTo>
                  <a:lnTo>
                    <a:pt x="943046" y="1294048"/>
                  </a:lnTo>
                  <a:lnTo>
                    <a:pt x="943032" y="1294054"/>
                  </a:lnTo>
                  <a:lnTo>
                    <a:pt x="943017" y="1294060"/>
                  </a:lnTo>
                  <a:lnTo>
                    <a:pt x="943003" y="1294064"/>
                  </a:lnTo>
                  <a:lnTo>
                    <a:pt x="942988" y="1294068"/>
                  </a:lnTo>
                  <a:lnTo>
                    <a:pt x="942974" y="1294071"/>
                  </a:lnTo>
                  <a:lnTo>
                    <a:pt x="942959" y="1294072"/>
                  </a:lnTo>
                  <a:lnTo>
                    <a:pt x="942943" y="1294071"/>
                  </a:lnTo>
                  <a:lnTo>
                    <a:pt x="942930" y="1294067"/>
                  </a:lnTo>
                  <a:lnTo>
                    <a:pt x="942916" y="1294062"/>
                  </a:lnTo>
                  <a:lnTo>
                    <a:pt x="942902" y="1294055"/>
                  </a:lnTo>
                  <a:lnTo>
                    <a:pt x="942887" y="1294048"/>
                  </a:lnTo>
                  <a:lnTo>
                    <a:pt x="942873" y="1294041"/>
                  </a:lnTo>
                  <a:lnTo>
                    <a:pt x="942858" y="1294034"/>
                  </a:lnTo>
                  <a:lnTo>
                    <a:pt x="942844" y="1294027"/>
                  </a:lnTo>
                  <a:lnTo>
                    <a:pt x="942829" y="1294021"/>
                  </a:lnTo>
                  <a:lnTo>
                    <a:pt x="942814" y="1294016"/>
                  </a:lnTo>
                  <a:lnTo>
                    <a:pt x="942800" y="1294010"/>
                  </a:lnTo>
                  <a:lnTo>
                    <a:pt x="942785" y="1294003"/>
                  </a:lnTo>
                  <a:lnTo>
                    <a:pt x="942771" y="1293997"/>
                  </a:lnTo>
                  <a:lnTo>
                    <a:pt x="942757" y="1293995"/>
                  </a:lnTo>
                  <a:lnTo>
                    <a:pt x="942742" y="1293992"/>
                  </a:lnTo>
                  <a:lnTo>
                    <a:pt x="942728" y="1293989"/>
                  </a:lnTo>
                  <a:lnTo>
                    <a:pt x="942713" y="1293984"/>
                  </a:lnTo>
                  <a:lnTo>
                    <a:pt x="942699" y="1293979"/>
                  </a:lnTo>
                  <a:lnTo>
                    <a:pt x="942688" y="1293976"/>
                  </a:lnTo>
                  <a:lnTo>
                    <a:pt x="942684" y="1293976"/>
                  </a:lnTo>
                  <a:lnTo>
                    <a:pt x="942670" y="1293973"/>
                  </a:lnTo>
                  <a:lnTo>
                    <a:pt x="942663" y="1293971"/>
                  </a:lnTo>
                  <a:lnTo>
                    <a:pt x="942655" y="1293971"/>
                  </a:lnTo>
                  <a:lnTo>
                    <a:pt x="942641" y="1293968"/>
                  </a:lnTo>
                  <a:lnTo>
                    <a:pt x="942626" y="1293966"/>
                  </a:lnTo>
                  <a:lnTo>
                    <a:pt x="942612" y="1293960"/>
                  </a:lnTo>
                  <a:lnTo>
                    <a:pt x="942597" y="1293955"/>
                  </a:lnTo>
                  <a:lnTo>
                    <a:pt x="942583" y="1293950"/>
                  </a:lnTo>
                  <a:lnTo>
                    <a:pt x="942569" y="1293947"/>
                  </a:lnTo>
                  <a:lnTo>
                    <a:pt x="942554" y="1293945"/>
                  </a:lnTo>
                  <a:lnTo>
                    <a:pt x="942540" y="1293945"/>
                  </a:lnTo>
                  <a:lnTo>
                    <a:pt x="942525" y="1293944"/>
                  </a:lnTo>
                  <a:lnTo>
                    <a:pt x="942510" y="1293944"/>
                  </a:lnTo>
                  <a:lnTo>
                    <a:pt x="942496" y="1293943"/>
                  </a:lnTo>
                  <a:lnTo>
                    <a:pt x="942482" y="1293944"/>
                  </a:lnTo>
                  <a:lnTo>
                    <a:pt x="942467" y="1293942"/>
                  </a:lnTo>
                  <a:lnTo>
                    <a:pt x="942457" y="1293941"/>
                  </a:lnTo>
                  <a:lnTo>
                    <a:pt x="942451" y="1293939"/>
                  </a:lnTo>
                  <a:lnTo>
                    <a:pt x="942438" y="1293935"/>
                  </a:lnTo>
                  <a:lnTo>
                    <a:pt x="942424" y="1293931"/>
                  </a:lnTo>
                  <a:lnTo>
                    <a:pt x="942409" y="1293926"/>
                  </a:lnTo>
                  <a:lnTo>
                    <a:pt x="942395" y="1293923"/>
                  </a:lnTo>
                  <a:lnTo>
                    <a:pt x="942380" y="1293919"/>
                  </a:lnTo>
                  <a:lnTo>
                    <a:pt x="942366" y="1293917"/>
                  </a:lnTo>
                  <a:lnTo>
                    <a:pt x="942351" y="1293915"/>
                  </a:lnTo>
                  <a:lnTo>
                    <a:pt x="942337" y="1293915"/>
                  </a:lnTo>
                  <a:lnTo>
                    <a:pt x="942323" y="1293914"/>
                  </a:lnTo>
                  <a:lnTo>
                    <a:pt x="942308" y="1293915"/>
                  </a:lnTo>
                  <a:lnTo>
                    <a:pt x="942294" y="1293915"/>
                  </a:lnTo>
                  <a:lnTo>
                    <a:pt x="942279" y="1293919"/>
                  </a:lnTo>
                  <a:lnTo>
                    <a:pt x="942265" y="1293923"/>
                  </a:lnTo>
                  <a:lnTo>
                    <a:pt x="942251" y="1293926"/>
                  </a:lnTo>
                  <a:lnTo>
                    <a:pt x="942236" y="1293930"/>
                  </a:lnTo>
                  <a:lnTo>
                    <a:pt x="942228" y="1293932"/>
                  </a:lnTo>
                  <a:lnTo>
                    <a:pt x="942221" y="1293933"/>
                  </a:lnTo>
                  <a:lnTo>
                    <a:pt x="942207" y="1293937"/>
                  </a:lnTo>
                  <a:lnTo>
                    <a:pt x="942193" y="1293942"/>
                  </a:lnTo>
                  <a:lnTo>
                    <a:pt x="942178" y="1293946"/>
                  </a:lnTo>
                  <a:lnTo>
                    <a:pt x="942164" y="1293949"/>
                  </a:lnTo>
                  <a:lnTo>
                    <a:pt x="942149" y="1293952"/>
                  </a:lnTo>
                  <a:lnTo>
                    <a:pt x="942135" y="1293957"/>
                  </a:lnTo>
                  <a:lnTo>
                    <a:pt x="942121" y="1293962"/>
                  </a:lnTo>
                  <a:lnTo>
                    <a:pt x="942106" y="1293966"/>
                  </a:lnTo>
                  <a:lnTo>
                    <a:pt x="942100" y="1293969"/>
                  </a:lnTo>
                  <a:lnTo>
                    <a:pt x="942092" y="1293970"/>
                  </a:lnTo>
                  <a:lnTo>
                    <a:pt x="942077" y="1293975"/>
                  </a:lnTo>
                  <a:lnTo>
                    <a:pt x="942063" y="1293980"/>
                  </a:lnTo>
                  <a:lnTo>
                    <a:pt x="942048" y="1293985"/>
                  </a:lnTo>
                  <a:lnTo>
                    <a:pt x="942036" y="1293991"/>
                  </a:lnTo>
                  <a:lnTo>
                    <a:pt x="942027" y="1293996"/>
                  </a:lnTo>
                  <a:lnTo>
                    <a:pt x="942020" y="1293999"/>
                  </a:lnTo>
                  <a:lnTo>
                    <a:pt x="942005" y="1294006"/>
                  </a:lnTo>
                  <a:lnTo>
                    <a:pt x="941991" y="1294011"/>
                  </a:lnTo>
                  <a:lnTo>
                    <a:pt x="941977" y="1294018"/>
                  </a:lnTo>
                  <a:lnTo>
                    <a:pt x="941962" y="1294022"/>
                  </a:lnTo>
                  <a:lnTo>
                    <a:pt x="941948" y="1294030"/>
                  </a:lnTo>
                  <a:lnTo>
                    <a:pt x="941933" y="1294036"/>
                  </a:lnTo>
                  <a:lnTo>
                    <a:pt x="941919" y="1294041"/>
                  </a:lnTo>
                  <a:lnTo>
                    <a:pt x="941904" y="1294048"/>
                  </a:lnTo>
                  <a:lnTo>
                    <a:pt x="941895" y="1294052"/>
                  </a:lnTo>
                  <a:lnTo>
                    <a:pt x="941871" y="1294071"/>
                  </a:lnTo>
                  <a:lnTo>
                    <a:pt x="941856" y="1294079"/>
                  </a:lnTo>
                  <a:lnTo>
                    <a:pt x="941842" y="1294084"/>
                  </a:lnTo>
                  <a:lnTo>
                    <a:pt x="941828" y="1294089"/>
                  </a:lnTo>
                  <a:lnTo>
                    <a:pt x="941813" y="1294094"/>
                  </a:lnTo>
                  <a:lnTo>
                    <a:pt x="941799" y="1294098"/>
                  </a:lnTo>
                  <a:lnTo>
                    <a:pt x="941785" y="1294103"/>
                  </a:lnTo>
                  <a:lnTo>
                    <a:pt x="941770" y="1294107"/>
                  </a:lnTo>
                  <a:lnTo>
                    <a:pt x="941755" y="1294113"/>
                  </a:lnTo>
                  <a:lnTo>
                    <a:pt x="941715" y="1294133"/>
                  </a:lnTo>
                  <a:lnTo>
                    <a:pt x="941699" y="1294142"/>
                  </a:lnTo>
                  <a:lnTo>
                    <a:pt x="941685" y="1294150"/>
                  </a:lnTo>
                  <a:lnTo>
                    <a:pt x="941670" y="1294157"/>
                  </a:lnTo>
                  <a:lnTo>
                    <a:pt x="941656" y="1294164"/>
                  </a:lnTo>
                  <a:lnTo>
                    <a:pt x="941641" y="1294169"/>
                  </a:lnTo>
                  <a:lnTo>
                    <a:pt x="941627" y="1294175"/>
                  </a:lnTo>
                  <a:lnTo>
                    <a:pt x="941613" y="1294180"/>
                  </a:lnTo>
                  <a:lnTo>
                    <a:pt x="941598" y="1294185"/>
                  </a:lnTo>
                  <a:lnTo>
                    <a:pt x="941584" y="1294192"/>
                  </a:lnTo>
                  <a:lnTo>
                    <a:pt x="941570" y="1294198"/>
                  </a:lnTo>
                  <a:lnTo>
                    <a:pt x="941555" y="1294204"/>
                  </a:lnTo>
                  <a:lnTo>
                    <a:pt x="941545" y="1294208"/>
                  </a:lnTo>
                  <a:lnTo>
                    <a:pt x="941539" y="1294211"/>
                  </a:lnTo>
                  <a:lnTo>
                    <a:pt x="941526" y="1294218"/>
                  </a:lnTo>
                  <a:lnTo>
                    <a:pt x="941512" y="1294225"/>
                  </a:lnTo>
                  <a:lnTo>
                    <a:pt x="941497" y="1294232"/>
                  </a:lnTo>
                  <a:lnTo>
                    <a:pt x="941483" y="1294241"/>
                  </a:lnTo>
                  <a:lnTo>
                    <a:pt x="941469" y="1294249"/>
                  </a:lnTo>
                  <a:lnTo>
                    <a:pt x="941454" y="1294258"/>
                  </a:lnTo>
                  <a:lnTo>
                    <a:pt x="941441" y="1294270"/>
                  </a:lnTo>
                  <a:lnTo>
                    <a:pt x="941430" y="1294289"/>
                  </a:lnTo>
                  <a:lnTo>
                    <a:pt x="941426" y="1294303"/>
                  </a:lnTo>
                  <a:lnTo>
                    <a:pt x="941421" y="1294318"/>
                  </a:lnTo>
                  <a:lnTo>
                    <a:pt x="941416" y="1294333"/>
                  </a:lnTo>
                  <a:lnTo>
                    <a:pt x="941410" y="1294347"/>
                  </a:lnTo>
                  <a:lnTo>
                    <a:pt x="941407" y="1294356"/>
                  </a:lnTo>
                  <a:lnTo>
                    <a:pt x="941401" y="1294364"/>
                  </a:lnTo>
                  <a:lnTo>
                    <a:pt x="941393" y="1294378"/>
                  </a:lnTo>
                  <a:lnTo>
                    <a:pt x="941381" y="1294392"/>
                  </a:lnTo>
                  <a:lnTo>
                    <a:pt x="941367" y="1294404"/>
                  </a:lnTo>
                  <a:lnTo>
                    <a:pt x="941352" y="1294417"/>
                  </a:lnTo>
                  <a:lnTo>
                    <a:pt x="941339" y="1294430"/>
                  </a:lnTo>
                  <a:lnTo>
                    <a:pt x="941326" y="1294444"/>
                  </a:lnTo>
                  <a:lnTo>
                    <a:pt x="941314" y="1294458"/>
                  </a:lnTo>
                  <a:lnTo>
                    <a:pt x="941305" y="1294473"/>
                  </a:lnTo>
                  <a:lnTo>
                    <a:pt x="941298" y="1294486"/>
                  </a:lnTo>
                  <a:lnTo>
                    <a:pt x="941290" y="1294503"/>
                  </a:lnTo>
                  <a:lnTo>
                    <a:pt x="941284" y="1294518"/>
                  </a:lnTo>
                  <a:lnTo>
                    <a:pt x="941266" y="1294579"/>
                  </a:lnTo>
                  <a:lnTo>
                    <a:pt x="941261" y="1294594"/>
                  </a:lnTo>
                  <a:lnTo>
                    <a:pt x="941256" y="1294609"/>
                  </a:lnTo>
                  <a:lnTo>
                    <a:pt x="941249" y="1294624"/>
                  </a:lnTo>
                  <a:lnTo>
                    <a:pt x="941239" y="1294639"/>
                  </a:lnTo>
                  <a:lnTo>
                    <a:pt x="941232" y="1294650"/>
                  </a:lnTo>
                  <a:lnTo>
                    <a:pt x="941228" y="1294654"/>
                  </a:lnTo>
                  <a:lnTo>
                    <a:pt x="941216" y="1294667"/>
                  </a:lnTo>
                  <a:lnTo>
                    <a:pt x="941201" y="1294677"/>
                  </a:lnTo>
                  <a:lnTo>
                    <a:pt x="941187" y="1294684"/>
                  </a:lnTo>
                  <a:lnTo>
                    <a:pt x="941172" y="1294689"/>
                  </a:lnTo>
                  <a:lnTo>
                    <a:pt x="941158" y="1294694"/>
                  </a:lnTo>
                  <a:lnTo>
                    <a:pt x="941144" y="1294697"/>
                  </a:lnTo>
                  <a:lnTo>
                    <a:pt x="941129" y="1294701"/>
                  </a:lnTo>
                  <a:lnTo>
                    <a:pt x="941115" y="1294705"/>
                  </a:lnTo>
                  <a:lnTo>
                    <a:pt x="941100" y="1294711"/>
                  </a:lnTo>
                  <a:lnTo>
                    <a:pt x="941091" y="1294715"/>
                  </a:lnTo>
                  <a:lnTo>
                    <a:pt x="941086" y="1294719"/>
                  </a:lnTo>
                  <a:lnTo>
                    <a:pt x="941078" y="1294724"/>
                  </a:lnTo>
                  <a:lnTo>
                    <a:pt x="941073" y="1294730"/>
                  </a:lnTo>
                  <a:lnTo>
                    <a:pt x="941059" y="1294743"/>
                  </a:lnTo>
                  <a:lnTo>
                    <a:pt x="941048" y="1294758"/>
                  </a:lnTo>
                  <a:lnTo>
                    <a:pt x="941035" y="1294775"/>
                  </a:lnTo>
                  <a:lnTo>
                    <a:pt x="941030" y="1294783"/>
                  </a:lnTo>
                  <a:lnTo>
                    <a:pt x="941026" y="1294789"/>
                  </a:lnTo>
                  <a:lnTo>
                    <a:pt x="941015" y="1294804"/>
                  </a:lnTo>
                  <a:lnTo>
                    <a:pt x="941003" y="1294819"/>
                  </a:lnTo>
                  <a:lnTo>
                    <a:pt x="940991" y="1294833"/>
                  </a:lnTo>
                  <a:lnTo>
                    <a:pt x="940978" y="1294846"/>
                  </a:lnTo>
                  <a:lnTo>
                    <a:pt x="940964" y="1294857"/>
                  </a:lnTo>
                  <a:lnTo>
                    <a:pt x="940950" y="1294868"/>
                  </a:lnTo>
                  <a:lnTo>
                    <a:pt x="940925" y="1294889"/>
                  </a:lnTo>
                  <a:lnTo>
                    <a:pt x="940896" y="1294915"/>
                  </a:lnTo>
                  <a:lnTo>
                    <a:pt x="940878" y="1294933"/>
                  </a:lnTo>
                  <a:lnTo>
                    <a:pt x="940853" y="1294982"/>
                  </a:lnTo>
                  <a:lnTo>
                    <a:pt x="940841" y="1295012"/>
                  </a:lnTo>
                  <a:lnTo>
                    <a:pt x="940838" y="1295062"/>
                  </a:lnTo>
                  <a:lnTo>
                    <a:pt x="940840" y="1295102"/>
                  </a:lnTo>
                  <a:lnTo>
                    <a:pt x="940842" y="1295114"/>
                  </a:lnTo>
                  <a:lnTo>
                    <a:pt x="940853" y="1295135"/>
                  </a:lnTo>
                  <a:lnTo>
                    <a:pt x="940874" y="1295162"/>
                  </a:lnTo>
                  <a:lnTo>
                    <a:pt x="940894" y="1295191"/>
                  </a:lnTo>
                  <a:lnTo>
                    <a:pt x="940912" y="1295224"/>
                  </a:lnTo>
                  <a:lnTo>
                    <a:pt x="940930" y="1295259"/>
                  </a:lnTo>
                  <a:lnTo>
                    <a:pt x="940950" y="1295281"/>
                  </a:lnTo>
                  <a:lnTo>
                    <a:pt x="940969" y="1295301"/>
                  </a:lnTo>
                  <a:lnTo>
                    <a:pt x="940974" y="1295334"/>
                  </a:lnTo>
                  <a:lnTo>
                    <a:pt x="940977" y="1295364"/>
                  </a:lnTo>
                  <a:lnTo>
                    <a:pt x="940986" y="1295395"/>
                  </a:lnTo>
                  <a:lnTo>
                    <a:pt x="941002" y="1295436"/>
                  </a:lnTo>
                  <a:lnTo>
                    <a:pt x="941006" y="1295465"/>
                  </a:lnTo>
                  <a:lnTo>
                    <a:pt x="941021" y="1295505"/>
                  </a:lnTo>
                  <a:lnTo>
                    <a:pt x="941032" y="1295523"/>
                  </a:lnTo>
                  <a:lnTo>
                    <a:pt x="941053" y="1295552"/>
                  </a:lnTo>
                  <a:lnTo>
                    <a:pt x="941067" y="1295567"/>
                  </a:lnTo>
                  <a:lnTo>
                    <a:pt x="941083" y="1295574"/>
                  </a:lnTo>
                  <a:lnTo>
                    <a:pt x="941095" y="1295576"/>
                  </a:lnTo>
                  <a:lnTo>
                    <a:pt x="941110" y="1295577"/>
                  </a:lnTo>
                  <a:lnTo>
                    <a:pt x="941122" y="1295582"/>
                  </a:lnTo>
                  <a:lnTo>
                    <a:pt x="941144" y="1295596"/>
                  </a:lnTo>
                  <a:lnTo>
                    <a:pt x="941171" y="1295614"/>
                  </a:lnTo>
                  <a:lnTo>
                    <a:pt x="941194" y="1295620"/>
                  </a:lnTo>
                  <a:lnTo>
                    <a:pt x="941220" y="1295625"/>
                  </a:lnTo>
                  <a:lnTo>
                    <a:pt x="941238" y="1295629"/>
                  </a:lnTo>
                  <a:lnTo>
                    <a:pt x="941254" y="1295637"/>
                  </a:lnTo>
                  <a:lnTo>
                    <a:pt x="941268" y="1295651"/>
                  </a:lnTo>
                  <a:lnTo>
                    <a:pt x="941275" y="1295658"/>
                  </a:lnTo>
                  <a:lnTo>
                    <a:pt x="941289" y="1295652"/>
                  </a:lnTo>
                  <a:lnTo>
                    <a:pt x="941308" y="1295644"/>
                  </a:lnTo>
                  <a:lnTo>
                    <a:pt x="941338" y="1295638"/>
                  </a:lnTo>
                  <a:lnTo>
                    <a:pt x="941364" y="1295629"/>
                  </a:lnTo>
                  <a:lnTo>
                    <a:pt x="941373" y="1295631"/>
                  </a:lnTo>
                  <a:lnTo>
                    <a:pt x="941378" y="1295640"/>
                  </a:lnTo>
                  <a:lnTo>
                    <a:pt x="941384" y="1295670"/>
                  </a:lnTo>
                  <a:lnTo>
                    <a:pt x="941382" y="1295694"/>
                  </a:lnTo>
                  <a:lnTo>
                    <a:pt x="941381" y="1295707"/>
                  </a:lnTo>
                  <a:lnTo>
                    <a:pt x="941385" y="1295726"/>
                  </a:lnTo>
                  <a:lnTo>
                    <a:pt x="941385" y="1295749"/>
                  </a:lnTo>
                  <a:lnTo>
                    <a:pt x="941384" y="1295764"/>
                  </a:lnTo>
                  <a:lnTo>
                    <a:pt x="941383" y="1295779"/>
                  </a:lnTo>
                  <a:lnTo>
                    <a:pt x="941383" y="1295794"/>
                  </a:lnTo>
                  <a:lnTo>
                    <a:pt x="941380" y="1295810"/>
                  </a:lnTo>
                  <a:lnTo>
                    <a:pt x="941375" y="1295824"/>
                  </a:lnTo>
                  <a:lnTo>
                    <a:pt x="941375" y="1295834"/>
                  </a:lnTo>
                  <a:lnTo>
                    <a:pt x="941363" y="1295863"/>
                  </a:lnTo>
                  <a:lnTo>
                    <a:pt x="941339" y="1295890"/>
                  </a:lnTo>
                  <a:lnTo>
                    <a:pt x="941328" y="1295899"/>
                  </a:lnTo>
                  <a:lnTo>
                    <a:pt x="941316" y="1295911"/>
                  </a:lnTo>
                  <a:lnTo>
                    <a:pt x="941286" y="1295924"/>
                  </a:lnTo>
                  <a:lnTo>
                    <a:pt x="941265" y="1295938"/>
                  </a:lnTo>
                  <a:lnTo>
                    <a:pt x="941251" y="1295944"/>
                  </a:lnTo>
                  <a:lnTo>
                    <a:pt x="941224" y="1295946"/>
                  </a:lnTo>
                  <a:lnTo>
                    <a:pt x="941203" y="1295941"/>
                  </a:lnTo>
                  <a:lnTo>
                    <a:pt x="941172" y="1295939"/>
                  </a:lnTo>
                  <a:lnTo>
                    <a:pt x="941153" y="1295939"/>
                  </a:lnTo>
                  <a:lnTo>
                    <a:pt x="941139" y="1295945"/>
                  </a:lnTo>
                  <a:lnTo>
                    <a:pt x="941129" y="1295952"/>
                  </a:lnTo>
                  <a:lnTo>
                    <a:pt x="941124" y="1295963"/>
                  </a:lnTo>
                  <a:lnTo>
                    <a:pt x="941111" y="1295975"/>
                  </a:lnTo>
                  <a:lnTo>
                    <a:pt x="941093" y="1295996"/>
                  </a:lnTo>
                  <a:lnTo>
                    <a:pt x="941077" y="1296021"/>
                  </a:lnTo>
                  <a:lnTo>
                    <a:pt x="941062" y="1296030"/>
                  </a:lnTo>
                  <a:lnTo>
                    <a:pt x="941046" y="1296035"/>
                  </a:lnTo>
                  <a:lnTo>
                    <a:pt x="941016" y="1296039"/>
                  </a:lnTo>
                  <a:lnTo>
                    <a:pt x="940983" y="1296044"/>
                  </a:lnTo>
                  <a:lnTo>
                    <a:pt x="940955" y="1296044"/>
                  </a:lnTo>
                  <a:lnTo>
                    <a:pt x="940935" y="1296036"/>
                  </a:lnTo>
                  <a:lnTo>
                    <a:pt x="940914" y="1296032"/>
                  </a:lnTo>
                  <a:lnTo>
                    <a:pt x="940889" y="1296023"/>
                  </a:lnTo>
                  <a:lnTo>
                    <a:pt x="940875" y="1296023"/>
                  </a:lnTo>
                  <a:lnTo>
                    <a:pt x="940857" y="1296029"/>
                  </a:lnTo>
                  <a:lnTo>
                    <a:pt x="940832" y="1296033"/>
                  </a:lnTo>
                  <a:lnTo>
                    <a:pt x="940807" y="1296033"/>
                  </a:lnTo>
                  <a:lnTo>
                    <a:pt x="940782" y="1296030"/>
                  </a:lnTo>
                  <a:lnTo>
                    <a:pt x="940755" y="1296022"/>
                  </a:lnTo>
                  <a:lnTo>
                    <a:pt x="940737" y="1296024"/>
                  </a:lnTo>
                  <a:lnTo>
                    <a:pt x="940716" y="1296029"/>
                  </a:lnTo>
                  <a:lnTo>
                    <a:pt x="940699" y="1296033"/>
                  </a:lnTo>
                  <a:lnTo>
                    <a:pt x="940675" y="1296029"/>
                  </a:lnTo>
                  <a:lnTo>
                    <a:pt x="940652" y="1296016"/>
                  </a:lnTo>
                  <a:lnTo>
                    <a:pt x="940624" y="1296001"/>
                  </a:lnTo>
                  <a:lnTo>
                    <a:pt x="940597" y="1295986"/>
                  </a:lnTo>
                  <a:lnTo>
                    <a:pt x="940545" y="1295959"/>
                  </a:lnTo>
                  <a:lnTo>
                    <a:pt x="940524" y="1295952"/>
                  </a:lnTo>
                  <a:lnTo>
                    <a:pt x="940501" y="1295937"/>
                  </a:lnTo>
                  <a:lnTo>
                    <a:pt x="940483" y="1295930"/>
                  </a:lnTo>
                  <a:lnTo>
                    <a:pt x="940461" y="1295927"/>
                  </a:lnTo>
                  <a:lnTo>
                    <a:pt x="940442" y="1295919"/>
                  </a:lnTo>
                  <a:lnTo>
                    <a:pt x="940412" y="1295916"/>
                  </a:lnTo>
                  <a:lnTo>
                    <a:pt x="940393" y="1295917"/>
                  </a:lnTo>
                  <a:lnTo>
                    <a:pt x="940366" y="1295918"/>
                  </a:lnTo>
                  <a:lnTo>
                    <a:pt x="940352" y="1295920"/>
                  </a:lnTo>
                  <a:lnTo>
                    <a:pt x="940335" y="1295915"/>
                  </a:lnTo>
                  <a:lnTo>
                    <a:pt x="940312" y="1295903"/>
                  </a:lnTo>
                  <a:lnTo>
                    <a:pt x="940289" y="1295892"/>
                  </a:lnTo>
                  <a:lnTo>
                    <a:pt x="940260" y="1295884"/>
                  </a:lnTo>
                  <a:lnTo>
                    <a:pt x="940240" y="1295876"/>
                  </a:lnTo>
                  <a:lnTo>
                    <a:pt x="940226" y="1295861"/>
                  </a:lnTo>
                  <a:lnTo>
                    <a:pt x="940212" y="1295826"/>
                  </a:lnTo>
                  <a:lnTo>
                    <a:pt x="940193" y="1295779"/>
                  </a:lnTo>
                  <a:lnTo>
                    <a:pt x="940170" y="1295740"/>
                  </a:lnTo>
                  <a:lnTo>
                    <a:pt x="940150" y="1295718"/>
                  </a:lnTo>
                  <a:lnTo>
                    <a:pt x="940124" y="1295701"/>
                  </a:lnTo>
                  <a:lnTo>
                    <a:pt x="940107" y="1295691"/>
                  </a:lnTo>
                  <a:lnTo>
                    <a:pt x="940066" y="1295687"/>
                  </a:lnTo>
                  <a:lnTo>
                    <a:pt x="940041" y="1295687"/>
                  </a:lnTo>
                  <a:lnTo>
                    <a:pt x="940020" y="1295692"/>
                  </a:lnTo>
                  <a:lnTo>
                    <a:pt x="939986" y="1295705"/>
                  </a:lnTo>
                  <a:lnTo>
                    <a:pt x="939956" y="1295716"/>
                  </a:lnTo>
                  <a:lnTo>
                    <a:pt x="939933" y="1295725"/>
                  </a:lnTo>
                  <a:lnTo>
                    <a:pt x="939918" y="1295737"/>
                  </a:lnTo>
                  <a:lnTo>
                    <a:pt x="939899" y="1295747"/>
                  </a:lnTo>
                  <a:lnTo>
                    <a:pt x="939885" y="1295763"/>
                  </a:lnTo>
                  <a:lnTo>
                    <a:pt x="939866" y="1295781"/>
                  </a:lnTo>
                  <a:lnTo>
                    <a:pt x="939849" y="1295791"/>
                  </a:lnTo>
                  <a:lnTo>
                    <a:pt x="939833" y="1295803"/>
                  </a:lnTo>
                  <a:lnTo>
                    <a:pt x="939820" y="1295811"/>
                  </a:lnTo>
                  <a:lnTo>
                    <a:pt x="939808" y="1295824"/>
                  </a:lnTo>
                  <a:lnTo>
                    <a:pt x="939789" y="1295842"/>
                  </a:lnTo>
                  <a:lnTo>
                    <a:pt x="939769" y="1295862"/>
                  </a:lnTo>
                  <a:lnTo>
                    <a:pt x="939759" y="1295878"/>
                  </a:lnTo>
                  <a:lnTo>
                    <a:pt x="939732" y="1295904"/>
                  </a:lnTo>
                  <a:lnTo>
                    <a:pt x="939702" y="1295924"/>
                  </a:lnTo>
                  <a:lnTo>
                    <a:pt x="939681" y="1295942"/>
                  </a:lnTo>
                  <a:lnTo>
                    <a:pt x="939659" y="1295955"/>
                  </a:lnTo>
                  <a:lnTo>
                    <a:pt x="939646" y="1295968"/>
                  </a:lnTo>
                  <a:lnTo>
                    <a:pt x="939634" y="1295986"/>
                  </a:lnTo>
                  <a:lnTo>
                    <a:pt x="939620" y="1296000"/>
                  </a:lnTo>
                  <a:lnTo>
                    <a:pt x="939609" y="1296019"/>
                  </a:lnTo>
                  <a:lnTo>
                    <a:pt x="939593" y="1296044"/>
                  </a:lnTo>
                  <a:lnTo>
                    <a:pt x="939578" y="1296074"/>
                  </a:lnTo>
                  <a:lnTo>
                    <a:pt x="939563" y="1296094"/>
                  </a:lnTo>
                  <a:lnTo>
                    <a:pt x="939551" y="1296114"/>
                  </a:lnTo>
                  <a:lnTo>
                    <a:pt x="939539" y="1296138"/>
                  </a:lnTo>
                  <a:lnTo>
                    <a:pt x="939524" y="1296158"/>
                  </a:lnTo>
                  <a:lnTo>
                    <a:pt x="939509" y="1296176"/>
                  </a:lnTo>
                  <a:lnTo>
                    <a:pt x="939498" y="1296188"/>
                  </a:lnTo>
                  <a:lnTo>
                    <a:pt x="939482" y="1296210"/>
                  </a:lnTo>
                  <a:lnTo>
                    <a:pt x="939470" y="1296219"/>
                  </a:lnTo>
                  <a:lnTo>
                    <a:pt x="939448" y="1296219"/>
                  </a:lnTo>
                  <a:lnTo>
                    <a:pt x="939431" y="1296212"/>
                  </a:lnTo>
                  <a:lnTo>
                    <a:pt x="939418" y="1296196"/>
                  </a:lnTo>
                  <a:lnTo>
                    <a:pt x="939407" y="1296170"/>
                  </a:lnTo>
                  <a:lnTo>
                    <a:pt x="939394" y="1296119"/>
                  </a:lnTo>
                  <a:lnTo>
                    <a:pt x="939375" y="1296058"/>
                  </a:lnTo>
                  <a:lnTo>
                    <a:pt x="939371" y="1296036"/>
                  </a:lnTo>
                  <a:lnTo>
                    <a:pt x="939368" y="1296023"/>
                  </a:lnTo>
                  <a:lnTo>
                    <a:pt x="939354" y="1296017"/>
                  </a:lnTo>
                  <a:lnTo>
                    <a:pt x="939335" y="1296018"/>
                  </a:lnTo>
                  <a:lnTo>
                    <a:pt x="939329" y="1296007"/>
                  </a:lnTo>
                  <a:lnTo>
                    <a:pt x="939318" y="1295992"/>
                  </a:lnTo>
                  <a:lnTo>
                    <a:pt x="939306" y="1295986"/>
                  </a:lnTo>
                  <a:lnTo>
                    <a:pt x="939291" y="1295990"/>
                  </a:lnTo>
                  <a:lnTo>
                    <a:pt x="939277" y="1295999"/>
                  </a:lnTo>
                  <a:lnTo>
                    <a:pt x="939267" y="1296020"/>
                  </a:lnTo>
                  <a:lnTo>
                    <a:pt x="939264" y="1296046"/>
                  </a:lnTo>
                  <a:lnTo>
                    <a:pt x="939251" y="1296061"/>
                  </a:lnTo>
                  <a:lnTo>
                    <a:pt x="939235" y="1296062"/>
                  </a:lnTo>
                  <a:lnTo>
                    <a:pt x="939208" y="1296057"/>
                  </a:lnTo>
                  <a:lnTo>
                    <a:pt x="939181" y="1296050"/>
                  </a:lnTo>
                  <a:lnTo>
                    <a:pt x="939160" y="1296047"/>
                  </a:lnTo>
                  <a:lnTo>
                    <a:pt x="939149" y="1296049"/>
                  </a:lnTo>
                  <a:lnTo>
                    <a:pt x="939139" y="1296058"/>
                  </a:lnTo>
                  <a:lnTo>
                    <a:pt x="939137" y="1296092"/>
                  </a:lnTo>
                  <a:lnTo>
                    <a:pt x="939142" y="1296116"/>
                  </a:lnTo>
                  <a:lnTo>
                    <a:pt x="939166" y="1296164"/>
                  </a:lnTo>
                  <a:lnTo>
                    <a:pt x="939193" y="1296217"/>
                  </a:lnTo>
                  <a:lnTo>
                    <a:pt x="939199" y="1296255"/>
                  </a:lnTo>
                  <a:lnTo>
                    <a:pt x="939194" y="1296276"/>
                  </a:lnTo>
                  <a:lnTo>
                    <a:pt x="939189" y="1296292"/>
                  </a:lnTo>
                  <a:lnTo>
                    <a:pt x="939196" y="1296303"/>
                  </a:lnTo>
                  <a:lnTo>
                    <a:pt x="939224" y="1296314"/>
                  </a:lnTo>
                  <a:lnTo>
                    <a:pt x="939240" y="1296322"/>
                  </a:lnTo>
                  <a:lnTo>
                    <a:pt x="939244" y="1296336"/>
                  </a:lnTo>
                  <a:lnTo>
                    <a:pt x="939232" y="1296410"/>
                  </a:lnTo>
                  <a:lnTo>
                    <a:pt x="939227" y="1296433"/>
                  </a:lnTo>
                  <a:lnTo>
                    <a:pt x="939228" y="1296463"/>
                  </a:lnTo>
                  <a:lnTo>
                    <a:pt x="939222" y="1296486"/>
                  </a:lnTo>
                  <a:lnTo>
                    <a:pt x="939210" y="1296520"/>
                  </a:lnTo>
                  <a:lnTo>
                    <a:pt x="939195" y="1296546"/>
                  </a:lnTo>
                  <a:lnTo>
                    <a:pt x="939178" y="1296560"/>
                  </a:lnTo>
                  <a:lnTo>
                    <a:pt x="939123" y="1296582"/>
                  </a:lnTo>
                  <a:lnTo>
                    <a:pt x="939068" y="1296597"/>
                  </a:lnTo>
                  <a:lnTo>
                    <a:pt x="939019" y="1296604"/>
                  </a:lnTo>
                  <a:lnTo>
                    <a:pt x="938960" y="1296614"/>
                  </a:lnTo>
                  <a:lnTo>
                    <a:pt x="938923" y="1296613"/>
                  </a:lnTo>
                  <a:lnTo>
                    <a:pt x="938897" y="1296606"/>
                  </a:lnTo>
                  <a:lnTo>
                    <a:pt x="938861" y="1296591"/>
                  </a:lnTo>
                  <a:lnTo>
                    <a:pt x="938828" y="1296567"/>
                  </a:lnTo>
                  <a:lnTo>
                    <a:pt x="938801" y="1296541"/>
                  </a:lnTo>
                  <a:lnTo>
                    <a:pt x="938791" y="1296523"/>
                  </a:lnTo>
                  <a:lnTo>
                    <a:pt x="938780" y="1296497"/>
                  </a:lnTo>
                  <a:lnTo>
                    <a:pt x="938773" y="1296476"/>
                  </a:lnTo>
                  <a:lnTo>
                    <a:pt x="938764" y="1296448"/>
                  </a:lnTo>
                  <a:lnTo>
                    <a:pt x="938756" y="1296402"/>
                  </a:lnTo>
                  <a:lnTo>
                    <a:pt x="938754" y="1296345"/>
                  </a:lnTo>
                  <a:lnTo>
                    <a:pt x="938746" y="1296299"/>
                  </a:lnTo>
                  <a:lnTo>
                    <a:pt x="938748" y="1296249"/>
                  </a:lnTo>
                  <a:lnTo>
                    <a:pt x="938743" y="1296209"/>
                  </a:lnTo>
                  <a:lnTo>
                    <a:pt x="938732" y="1296186"/>
                  </a:lnTo>
                  <a:lnTo>
                    <a:pt x="938724" y="1296168"/>
                  </a:lnTo>
                  <a:lnTo>
                    <a:pt x="938720" y="1296148"/>
                  </a:lnTo>
                  <a:lnTo>
                    <a:pt x="938706" y="1296129"/>
                  </a:lnTo>
                  <a:lnTo>
                    <a:pt x="938675" y="1296127"/>
                  </a:lnTo>
                  <a:lnTo>
                    <a:pt x="938630" y="1296126"/>
                  </a:lnTo>
                  <a:lnTo>
                    <a:pt x="938595" y="1296132"/>
                  </a:lnTo>
                  <a:lnTo>
                    <a:pt x="938554" y="1296139"/>
                  </a:lnTo>
                  <a:lnTo>
                    <a:pt x="938528" y="1296143"/>
                  </a:lnTo>
                  <a:lnTo>
                    <a:pt x="938498" y="1296153"/>
                  </a:lnTo>
                  <a:lnTo>
                    <a:pt x="938474" y="1296156"/>
                  </a:lnTo>
                  <a:lnTo>
                    <a:pt x="938447" y="1296168"/>
                  </a:lnTo>
                  <a:lnTo>
                    <a:pt x="938429" y="1296178"/>
                  </a:lnTo>
                  <a:lnTo>
                    <a:pt x="938411" y="1296194"/>
                  </a:lnTo>
                  <a:lnTo>
                    <a:pt x="938399" y="1296221"/>
                  </a:lnTo>
                  <a:lnTo>
                    <a:pt x="938387" y="1296246"/>
                  </a:lnTo>
                  <a:lnTo>
                    <a:pt x="938387" y="1296276"/>
                  </a:lnTo>
                  <a:lnTo>
                    <a:pt x="938393" y="1296308"/>
                  </a:lnTo>
                  <a:lnTo>
                    <a:pt x="938403" y="1296340"/>
                  </a:lnTo>
                  <a:lnTo>
                    <a:pt x="938424" y="1296368"/>
                  </a:lnTo>
                  <a:lnTo>
                    <a:pt x="938455" y="1296412"/>
                  </a:lnTo>
                  <a:lnTo>
                    <a:pt x="938466" y="1296428"/>
                  </a:lnTo>
                  <a:lnTo>
                    <a:pt x="938484" y="1296440"/>
                  </a:lnTo>
                  <a:lnTo>
                    <a:pt x="938526" y="1296456"/>
                  </a:lnTo>
                  <a:lnTo>
                    <a:pt x="938555" y="1296465"/>
                  </a:lnTo>
                  <a:lnTo>
                    <a:pt x="938577" y="1296472"/>
                  </a:lnTo>
                  <a:lnTo>
                    <a:pt x="938596" y="1296488"/>
                  </a:lnTo>
                  <a:lnTo>
                    <a:pt x="938616" y="1296496"/>
                  </a:lnTo>
                  <a:lnTo>
                    <a:pt x="938636" y="1296506"/>
                  </a:lnTo>
                  <a:lnTo>
                    <a:pt x="938645" y="1296517"/>
                  </a:lnTo>
                  <a:lnTo>
                    <a:pt x="938652" y="1296533"/>
                  </a:lnTo>
                  <a:lnTo>
                    <a:pt x="938665" y="1296545"/>
                  </a:lnTo>
                  <a:lnTo>
                    <a:pt x="938673" y="1296557"/>
                  </a:lnTo>
                  <a:lnTo>
                    <a:pt x="938676" y="1296601"/>
                  </a:lnTo>
                  <a:lnTo>
                    <a:pt x="938678" y="1296629"/>
                  </a:lnTo>
                  <a:lnTo>
                    <a:pt x="938674" y="1296649"/>
                  </a:lnTo>
                  <a:lnTo>
                    <a:pt x="938673" y="1296662"/>
                  </a:lnTo>
                  <a:lnTo>
                    <a:pt x="938677" y="1296686"/>
                  </a:lnTo>
                  <a:lnTo>
                    <a:pt x="938676" y="1296693"/>
                  </a:lnTo>
                  <a:lnTo>
                    <a:pt x="938673" y="1296706"/>
                  </a:lnTo>
                  <a:lnTo>
                    <a:pt x="938659" y="1296730"/>
                  </a:lnTo>
                  <a:lnTo>
                    <a:pt x="938630" y="1296760"/>
                  </a:lnTo>
                  <a:lnTo>
                    <a:pt x="938606" y="1296785"/>
                  </a:lnTo>
                  <a:lnTo>
                    <a:pt x="938583" y="1296804"/>
                  </a:lnTo>
                  <a:lnTo>
                    <a:pt x="938539" y="1296829"/>
                  </a:lnTo>
                  <a:lnTo>
                    <a:pt x="938482" y="1296857"/>
                  </a:lnTo>
                  <a:lnTo>
                    <a:pt x="938461" y="1296865"/>
                  </a:lnTo>
                  <a:lnTo>
                    <a:pt x="938441" y="1296876"/>
                  </a:lnTo>
                  <a:lnTo>
                    <a:pt x="938408" y="1296887"/>
                  </a:lnTo>
                  <a:lnTo>
                    <a:pt x="938370" y="1296893"/>
                  </a:lnTo>
                  <a:lnTo>
                    <a:pt x="938341" y="1296903"/>
                  </a:lnTo>
                  <a:lnTo>
                    <a:pt x="938326" y="1296915"/>
                  </a:lnTo>
                  <a:lnTo>
                    <a:pt x="938320" y="1296930"/>
                  </a:lnTo>
                  <a:lnTo>
                    <a:pt x="938315" y="1296942"/>
                  </a:lnTo>
                  <a:lnTo>
                    <a:pt x="938293" y="1296966"/>
                  </a:lnTo>
                  <a:lnTo>
                    <a:pt x="938277" y="1296977"/>
                  </a:lnTo>
                  <a:lnTo>
                    <a:pt x="938265" y="1296982"/>
                  </a:lnTo>
                  <a:lnTo>
                    <a:pt x="938257" y="1296998"/>
                  </a:lnTo>
                  <a:lnTo>
                    <a:pt x="938248" y="1297024"/>
                  </a:lnTo>
                  <a:lnTo>
                    <a:pt x="938245" y="1297057"/>
                  </a:lnTo>
                  <a:lnTo>
                    <a:pt x="938244" y="1297134"/>
                  </a:lnTo>
                  <a:lnTo>
                    <a:pt x="938248" y="1297163"/>
                  </a:lnTo>
                  <a:lnTo>
                    <a:pt x="938256" y="1297176"/>
                  </a:lnTo>
                  <a:lnTo>
                    <a:pt x="938262" y="1297185"/>
                  </a:lnTo>
                  <a:lnTo>
                    <a:pt x="938262" y="1297193"/>
                  </a:lnTo>
                  <a:lnTo>
                    <a:pt x="938241" y="1297219"/>
                  </a:lnTo>
                  <a:lnTo>
                    <a:pt x="938226" y="1297243"/>
                  </a:lnTo>
                  <a:lnTo>
                    <a:pt x="938204" y="1297272"/>
                  </a:lnTo>
                  <a:lnTo>
                    <a:pt x="938172" y="1297301"/>
                  </a:lnTo>
                  <a:lnTo>
                    <a:pt x="938133" y="1297326"/>
                  </a:lnTo>
                  <a:lnTo>
                    <a:pt x="938096" y="1297338"/>
                  </a:lnTo>
                  <a:lnTo>
                    <a:pt x="938068" y="1297340"/>
                  </a:lnTo>
                  <a:lnTo>
                    <a:pt x="938057" y="1297332"/>
                  </a:lnTo>
                  <a:lnTo>
                    <a:pt x="938048" y="1297308"/>
                  </a:lnTo>
                  <a:lnTo>
                    <a:pt x="938025" y="1297274"/>
                  </a:lnTo>
                  <a:lnTo>
                    <a:pt x="938011" y="1297239"/>
                  </a:lnTo>
                  <a:lnTo>
                    <a:pt x="938005" y="1297227"/>
                  </a:lnTo>
                  <a:lnTo>
                    <a:pt x="937996" y="1297178"/>
                  </a:lnTo>
                  <a:lnTo>
                    <a:pt x="937999" y="1297160"/>
                  </a:lnTo>
                  <a:lnTo>
                    <a:pt x="938008" y="1297131"/>
                  </a:lnTo>
                  <a:lnTo>
                    <a:pt x="938032" y="1297093"/>
                  </a:lnTo>
                  <a:lnTo>
                    <a:pt x="938046" y="1297055"/>
                  </a:lnTo>
                  <a:lnTo>
                    <a:pt x="938078" y="1296995"/>
                  </a:lnTo>
                  <a:lnTo>
                    <a:pt x="938099" y="1296969"/>
                  </a:lnTo>
                  <a:lnTo>
                    <a:pt x="938117" y="1296951"/>
                  </a:lnTo>
                  <a:lnTo>
                    <a:pt x="938129" y="1296937"/>
                  </a:lnTo>
                  <a:lnTo>
                    <a:pt x="938146" y="1296901"/>
                  </a:lnTo>
                  <a:lnTo>
                    <a:pt x="938167" y="1296855"/>
                  </a:lnTo>
                  <a:lnTo>
                    <a:pt x="938186" y="1296798"/>
                  </a:lnTo>
                  <a:lnTo>
                    <a:pt x="938196" y="1296770"/>
                  </a:lnTo>
                  <a:lnTo>
                    <a:pt x="938204" y="1296730"/>
                  </a:lnTo>
                  <a:lnTo>
                    <a:pt x="938210" y="1296688"/>
                  </a:lnTo>
                  <a:lnTo>
                    <a:pt x="938205" y="1296638"/>
                  </a:lnTo>
                  <a:lnTo>
                    <a:pt x="938195" y="1296623"/>
                  </a:lnTo>
                  <a:lnTo>
                    <a:pt x="938181" y="1296603"/>
                  </a:lnTo>
                  <a:lnTo>
                    <a:pt x="938170" y="1296588"/>
                  </a:lnTo>
                  <a:lnTo>
                    <a:pt x="938144" y="1296567"/>
                  </a:lnTo>
                  <a:lnTo>
                    <a:pt x="938121" y="1296562"/>
                  </a:lnTo>
                  <a:lnTo>
                    <a:pt x="938085" y="1296568"/>
                  </a:lnTo>
                  <a:lnTo>
                    <a:pt x="938044" y="1296577"/>
                  </a:lnTo>
                  <a:lnTo>
                    <a:pt x="938013" y="1296591"/>
                  </a:lnTo>
                  <a:lnTo>
                    <a:pt x="937986" y="1296612"/>
                  </a:lnTo>
                  <a:lnTo>
                    <a:pt x="937949" y="1296649"/>
                  </a:lnTo>
                  <a:lnTo>
                    <a:pt x="937915" y="1296677"/>
                  </a:lnTo>
                  <a:lnTo>
                    <a:pt x="937898" y="1296699"/>
                  </a:lnTo>
                  <a:lnTo>
                    <a:pt x="937892" y="1296724"/>
                  </a:lnTo>
                  <a:lnTo>
                    <a:pt x="937899" y="1296764"/>
                  </a:lnTo>
                  <a:lnTo>
                    <a:pt x="937907" y="1296809"/>
                  </a:lnTo>
                  <a:lnTo>
                    <a:pt x="937926" y="1296862"/>
                  </a:lnTo>
                  <a:lnTo>
                    <a:pt x="937934" y="1296903"/>
                  </a:lnTo>
                  <a:lnTo>
                    <a:pt x="937931" y="1296927"/>
                  </a:lnTo>
                  <a:lnTo>
                    <a:pt x="937922" y="1296941"/>
                  </a:lnTo>
                  <a:lnTo>
                    <a:pt x="937911" y="1296954"/>
                  </a:lnTo>
                  <a:lnTo>
                    <a:pt x="937876" y="1296973"/>
                  </a:lnTo>
                  <a:lnTo>
                    <a:pt x="937845" y="1296982"/>
                  </a:lnTo>
                  <a:lnTo>
                    <a:pt x="937816" y="1296985"/>
                  </a:lnTo>
                  <a:lnTo>
                    <a:pt x="937782" y="1296985"/>
                  </a:lnTo>
                  <a:lnTo>
                    <a:pt x="937758" y="1296983"/>
                  </a:lnTo>
                  <a:lnTo>
                    <a:pt x="937702" y="1296973"/>
                  </a:lnTo>
                  <a:lnTo>
                    <a:pt x="937667" y="1296961"/>
                  </a:lnTo>
                  <a:lnTo>
                    <a:pt x="937600" y="1296933"/>
                  </a:lnTo>
                  <a:lnTo>
                    <a:pt x="937536" y="1296899"/>
                  </a:lnTo>
                  <a:lnTo>
                    <a:pt x="937503" y="1296883"/>
                  </a:lnTo>
                  <a:lnTo>
                    <a:pt x="937475" y="1296865"/>
                  </a:lnTo>
                  <a:lnTo>
                    <a:pt x="937435" y="1296849"/>
                  </a:lnTo>
                  <a:lnTo>
                    <a:pt x="937415" y="1296834"/>
                  </a:lnTo>
                  <a:lnTo>
                    <a:pt x="937402" y="1296829"/>
                  </a:lnTo>
                  <a:lnTo>
                    <a:pt x="937389" y="1296835"/>
                  </a:lnTo>
                  <a:lnTo>
                    <a:pt x="937388" y="1296851"/>
                  </a:lnTo>
                  <a:lnTo>
                    <a:pt x="937390" y="1296875"/>
                  </a:lnTo>
                  <a:lnTo>
                    <a:pt x="937397" y="1296907"/>
                  </a:lnTo>
                  <a:lnTo>
                    <a:pt x="937404" y="1296958"/>
                  </a:lnTo>
                  <a:lnTo>
                    <a:pt x="937419" y="1296989"/>
                  </a:lnTo>
                  <a:lnTo>
                    <a:pt x="937424" y="1297002"/>
                  </a:lnTo>
                  <a:lnTo>
                    <a:pt x="937432" y="1297082"/>
                  </a:lnTo>
                  <a:lnTo>
                    <a:pt x="937430" y="1297111"/>
                  </a:lnTo>
                  <a:lnTo>
                    <a:pt x="937428" y="1297139"/>
                  </a:lnTo>
                  <a:lnTo>
                    <a:pt x="937418" y="1297201"/>
                  </a:lnTo>
                  <a:lnTo>
                    <a:pt x="937412" y="1297227"/>
                  </a:lnTo>
                  <a:lnTo>
                    <a:pt x="937389" y="1297260"/>
                  </a:lnTo>
                  <a:lnTo>
                    <a:pt x="937359" y="1297281"/>
                  </a:lnTo>
                  <a:lnTo>
                    <a:pt x="937330" y="1297293"/>
                  </a:lnTo>
                  <a:lnTo>
                    <a:pt x="937314" y="1297297"/>
                  </a:lnTo>
                  <a:lnTo>
                    <a:pt x="937313" y="1297303"/>
                  </a:lnTo>
                  <a:lnTo>
                    <a:pt x="937326" y="1297311"/>
                  </a:lnTo>
                  <a:lnTo>
                    <a:pt x="937346" y="1297320"/>
                  </a:lnTo>
                  <a:lnTo>
                    <a:pt x="937350" y="1297329"/>
                  </a:lnTo>
                  <a:lnTo>
                    <a:pt x="937349" y="1297340"/>
                  </a:lnTo>
                  <a:lnTo>
                    <a:pt x="937340" y="1297345"/>
                  </a:lnTo>
                  <a:lnTo>
                    <a:pt x="937324" y="1297347"/>
                  </a:lnTo>
                  <a:lnTo>
                    <a:pt x="937304" y="1297351"/>
                  </a:lnTo>
                  <a:lnTo>
                    <a:pt x="937281" y="1297354"/>
                  </a:lnTo>
                  <a:lnTo>
                    <a:pt x="937262" y="1297364"/>
                  </a:lnTo>
                  <a:lnTo>
                    <a:pt x="937252" y="1297374"/>
                  </a:lnTo>
                  <a:lnTo>
                    <a:pt x="937242" y="1297374"/>
                  </a:lnTo>
                  <a:lnTo>
                    <a:pt x="937219" y="1297369"/>
                  </a:lnTo>
                  <a:lnTo>
                    <a:pt x="937183" y="1297362"/>
                  </a:lnTo>
                  <a:lnTo>
                    <a:pt x="937151" y="1297361"/>
                  </a:lnTo>
                  <a:lnTo>
                    <a:pt x="937135" y="1297367"/>
                  </a:lnTo>
                  <a:lnTo>
                    <a:pt x="937118" y="1297373"/>
                  </a:lnTo>
                  <a:lnTo>
                    <a:pt x="937091" y="1297395"/>
                  </a:lnTo>
                  <a:lnTo>
                    <a:pt x="937073" y="1297411"/>
                  </a:lnTo>
                  <a:lnTo>
                    <a:pt x="937057" y="1297440"/>
                  </a:lnTo>
                  <a:lnTo>
                    <a:pt x="937045" y="1297468"/>
                  </a:lnTo>
                  <a:lnTo>
                    <a:pt x="937039" y="1297479"/>
                  </a:lnTo>
                  <a:lnTo>
                    <a:pt x="937028" y="1297479"/>
                  </a:lnTo>
                  <a:lnTo>
                    <a:pt x="936995" y="1297477"/>
                  </a:lnTo>
                  <a:lnTo>
                    <a:pt x="936983" y="1297477"/>
                  </a:lnTo>
                  <a:lnTo>
                    <a:pt x="936978" y="1297480"/>
                  </a:lnTo>
                  <a:lnTo>
                    <a:pt x="936968" y="1297490"/>
                  </a:lnTo>
                  <a:lnTo>
                    <a:pt x="936960" y="1297505"/>
                  </a:lnTo>
                  <a:lnTo>
                    <a:pt x="936954" y="1297515"/>
                  </a:lnTo>
                  <a:lnTo>
                    <a:pt x="936941" y="1297522"/>
                  </a:lnTo>
                  <a:lnTo>
                    <a:pt x="936934" y="1297534"/>
                  </a:lnTo>
                  <a:lnTo>
                    <a:pt x="936926" y="1297542"/>
                  </a:lnTo>
                  <a:lnTo>
                    <a:pt x="936923" y="1297546"/>
                  </a:lnTo>
                  <a:lnTo>
                    <a:pt x="936910" y="1297556"/>
                  </a:lnTo>
                  <a:lnTo>
                    <a:pt x="936901" y="1297557"/>
                  </a:lnTo>
                  <a:lnTo>
                    <a:pt x="936887" y="1297543"/>
                  </a:lnTo>
                  <a:lnTo>
                    <a:pt x="936860" y="1297543"/>
                  </a:lnTo>
                  <a:lnTo>
                    <a:pt x="936841" y="1297551"/>
                  </a:lnTo>
                  <a:lnTo>
                    <a:pt x="936816" y="1297567"/>
                  </a:lnTo>
                  <a:lnTo>
                    <a:pt x="936778" y="1297601"/>
                  </a:lnTo>
                  <a:lnTo>
                    <a:pt x="936747" y="1297617"/>
                  </a:lnTo>
                  <a:lnTo>
                    <a:pt x="936728" y="1297618"/>
                  </a:lnTo>
                  <a:lnTo>
                    <a:pt x="936700" y="1297618"/>
                  </a:lnTo>
                  <a:lnTo>
                    <a:pt x="936680" y="1297616"/>
                  </a:lnTo>
                  <a:lnTo>
                    <a:pt x="936666" y="1297622"/>
                  </a:lnTo>
                  <a:lnTo>
                    <a:pt x="936650" y="1297633"/>
                  </a:lnTo>
                  <a:lnTo>
                    <a:pt x="936640" y="1297633"/>
                  </a:lnTo>
                  <a:lnTo>
                    <a:pt x="936627" y="1297633"/>
                  </a:lnTo>
                  <a:lnTo>
                    <a:pt x="936617" y="1297639"/>
                  </a:lnTo>
                  <a:lnTo>
                    <a:pt x="936601" y="1297650"/>
                  </a:lnTo>
                  <a:lnTo>
                    <a:pt x="936584" y="1297653"/>
                  </a:lnTo>
                  <a:lnTo>
                    <a:pt x="936572" y="1297650"/>
                  </a:lnTo>
                  <a:lnTo>
                    <a:pt x="936562" y="1297639"/>
                  </a:lnTo>
                  <a:lnTo>
                    <a:pt x="936551" y="1297639"/>
                  </a:lnTo>
                  <a:lnTo>
                    <a:pt x="936546" y="1297645"/>
                  </a:lnTo>
                  <a:lnTo>
                    <a:pt x="936535" y="1297663"/>
                  </a:lnTo>
                  <a:lnTo>
                    <a:pt x="936529" y="1297676"/>
                  </a:lnTo>
                  <a:lnTo>
                    <a:pt x="936522" y="1297679"/>
                  </a:lnTo>
                  <a:lnTo>
                    <a:pt x="936513" y="1297675"/>
                  </a:lnTo>
                  <a:lnTo>
                    <a:pt x="936500" y="1297675"/>
                  </a:lnTo>
                  <a:lnTo>
                    <a:pt x="936493" y="1297681"/>
                  </a:lnTo>
                  <a:lnTo>
                    <a:pt x="936478" y="1297697"/>
                  </a:lnTo>
                  <a:lnTo>
                    <a:pt x="936458" y="1297709"/>
                  </a:lnTo>
                  <a:lnTo>
                    <a:pt x="936444" y="1297714"/>
                  </a:lnTo>
                  <a:lnTo>
                    <a:pt x="936428" y="1297718"/>
                  </a:lnTo>
                  <a:lnTo>
                    <a:pt x="936423" y="1297726"/>
                  </a:lnTo>
                  <a:lnTo>
                    <a:pt x="936424" y="1297747"/>
                  </a:lnTo>
                  <a:lnTo>
                    <a:pt x="936431" y="1297766"/>
                  </a:lnTo>
                  <a:lnTo>
                    <a:pt x="936431" y="1297794"/>
                  </a:lnTo>
                  <a:lnTo>
                    <a:pt x="936422" y="1297817"/>
                  </a:lnTo>
                  <a:lnTo>
                    <a:pt x="936408" y="1297850"/>
                  </a:lnTo>
                  <a:lnTo>
                    <a:pt x="936391" y="1297873"/>
                  </a:lnTo>
                  <a:lnTo>
                    <a:pt x="936372" y="1297890"/>
                  </a:lnTo>
                  <a:lnTo>
                    <a:pt x="936342" y="1297905"/>
                  </a:lnTo>
                  <a:lnTo>
                    <a:pt x="936307" y="1297916"/>
                  </a:lnTo>
                  <a:lnTo>
                    <a:pt x="936291" y="1297921"/>
                  </a:lnTo>
                  <a:lnTo>
                    <a:pt x="936282" y="1297926"/>
                  </a:lnTo>
                  <a:lnTo>
                    <a:pt x="936284" y="1297950"/>
                  </a:lnTo>
                  <a:lnTo>
                    <a:pt x="936291" y="1297971"/>
                  </a:lnTo>
                  <a:lnTo>
                    <a:pt x="936290" y="1297982"/>
                  </a:lnTo>
                  <a:lnTo>
                    <a:pt x="936278" y="1298005"/>
                  </a:lnTo>
                  <a:lnTo>
                    <a:pt x="936267" y="1298030"/>
                  </a:lnTo>
                  <a:lnTo>
                    <a:pt x="936264" y="1298039"/>
                  </a:lnTo>
                  <a:lnTo>
                    <a:pt x="936265" y="1298046"/>
                  </a:lnTo>
                  <a:lnTo>
                    <a:pt x="936277" y="1298060"/>
                  </a:lnTo>
                  <a:lnTo>
                    <a:pt x="936284" y="1298071"/>
                  </a:lnTo>
                  <a:lnTo>
                    <a:pt x="936287" y="1298089"/>
                  </a:lnTo>
                  <a:lnTo>
                    <a:pt x="936288" y="1298103"/>
                  </a:lnTo>
                  <a:lnTo>
                    <a:pt x="936307" y="1298132"/>
                  </a:lnTo>
                  <a:lnTo>
                    <a:pt x="936318" y="1298153"/>
                  </a:lnTo>
                  <a:lnTo>
                    <a:pt x="936326" y="1298170"/>
                  </a:lnTo>
                  <a:lnTo>
                    <a:pt x="936335" y="1298173"/>
                  </a:lnTo>
                  <a:lnTo>
                    <a:pt x="936341" y="1298176"/>
                  </a:lnTo>
                  <a:lnTo>
                    <a:pt x="936343" y="1298185"/>
                  </a:lnTo>
                  <a:lnTo>
                    <a:pt x="936342" y="1298203"/>
                  </a:lnTo>
                  <a:lnTo>
                    <a:pt x="936339" y="1298217"/>
                  </a:lnTo>
                  <a:lnTo>
                    <a:pt x="936325" y="1298247"/>
                  </a:lnTo>
                  <a:lnTo>
                    <a:pt x="936308" y="1298289"/>
                  </a:lnTo>
                  <a:lnTo>
                    <a:pt x="936296" y="1298314"/>
                  </a:lnTo>
                  <a:lnTo>
                    <a:pt x="936294" y="1298331"/>
                  </a:lnTo>
                  <a:lnTo>
                    <a:pt x="936299" y="1298339"/>
                  </a:lnTo>
                  <a:lnTo>
                    <a:pt x="936309" y="1298347"/>
                  </a:lnTo>
                  <a:lnTo>
                    <a:pt x="936307" y="1298354"/>
                  </a:lnTo>
                  <a:lnTo>
                    <a:pt x="936298" y="1298363"/>
                  </a:lnTo>
                  <a:lnTo>
                    <a:pt x="936283" y="1298367"/>
                  </a:lnTo>
                  <a:lnTo>
                    <a:pt x="936263" y="1298378"/>
                  </a:lnTo>
                  <a:lnTo>
                    <a:pt x="936239" y="1298397"/>
                  </a:lnTo>
                  <a:lnTo>
                    <a:pt x="936214" y="1298410"/>
                  </a:lnTo>
                  <a:lnTo>
                    <a:pt x="936178" y="1298419"/>
                  </a:lnTo>
                  <a:lnTo>
                    <a:pt x="936152" y="1298427"/>
                  </a:lnTo>
                  <a:lnTo>
                    <a:pt x="936143" y="1298432"/>
                  </a:lnTo>
                  <a:lnTo>
                    <a:pt x="936145" y="1298448"/>
                  </a:lnTo>
                  <a:lnTo>
                    <a:pt x="936150" y="1298479"/>
                  </a:lnTo>
                  <a:lnTo>
                    <a:pt x="936174" y="1298487"/>
                  </a:lnTo>
                  <a:lnTo>
                    <a:pt x="936219" y="1298495"/>
                  </a:lnTo>
                  <a:lnTo>
                    <a:pt x="936242" y="1298502"/>
                  </a:lnTo>
                  <a:lnTo>
                    <a:pt x="936247" y="1298511"/>
                  </a:lnTo>
                  <a:lnTo>
                    <a:pt x="936254" y="1298522"/>
                  </a:lnTo>
                  <a:lnTo>
                    <a:pt x="936273" y="1298547"/>
                  </a:lnTo>
                  <a:lnTo>
                    <a:pt x="936279" y="1298573"/>
                  </a:lnTo>
                  <a:lnTo>
                    <a:pt x="936286" y="1298587"/>
                  </a:lnTo>
                  <a:lnTo>
                    <a:pt x="936302" y="1298606"/>
                  </a:lnTo>
                  <a:lnTo>
                    <a:pt x="936316" y="1298635"/>
                  </a:lnTo>
                  <a:lnTo>
                    <a:pt x="936318" y="1298701"/>
                  </a:lnTo>
                  <a:lnTo>
                    <a:pt x="936314" y="1298712"/>
                  </a:lnTo>
                  <a:lnTo>
                    <a:pt x="936304" y="1298729"/>
                  </a:lnTo>
                  <a:lnTo>
                    <a:pt x="936275" y="1298753"/>
                  </a:lnTo>
                  <a:lnTo>
                    <a:pt x="936253" y="1298774"/>
                  </a:lnTo>
                  <a:lnTo>
                    <a:pt x="936243" y="1298787"/>
                  </a:lnTo>
                  <a:lnTo>
                    <a:pt x="936246" y="1298791"/>
                  </a:lnTo>
                  <a:lnTo>
                    <a:pt x="936256" y="1298795"/>
                  </a:lnTo>
                  <a:lnTo>
                    <a:pt x="936259" y="1298808"/>
                  </a:lnTo>
                  <a:lnTo>
                    <a:pt x="936254" y="1298815"/>
                  </a:lnTo>
                  <a:lnTo>
                    <a:pt x="936235" y="1298826"/>
                  </a:lnTo>
                  <a:lnTo>
                    <a:pt x="936214" y="1298849"/>
                  </a:lnTo>
                  <a:lnTo>
                    <a:pt x="936187" y="1298877"/>
                  </a:lnTo>
                  <a:lnTo>
                    <a:pt x="936169" y="1298883"/>
                  </a:lnTo>
                  <a:lnTo>
                    <a:pt x="936149" y="1298880"/>
                  </a:lnTo>
                  <a:lnTo>
                    <a:pt x="936127" y="1298867"/>
                  </a:lnTo>
                  <a:lnTo>
                    <a:pt x="936108" y="1298859"/>
                  </a:lnTo>
                  <a:lnTo>
                    <a:pt x="936087" y="1298853"/>
                  </a:lnTo>
                  <a:lnTo>
                    <a:pt x="936070" y="1298853"/>
                  </a:lnTo>
                  <a:lnTo>
                    <a:pt x="936059" y="1298860"/>
                  </a:lnTo>
                  <a:lnTo>
                    <a:pt x="936048" y="1298868"/>
                  </a:lnTo>
                  <a:lnTo>
                    <a:pt x="936039" y="1298852"/>
                  </a:lnTo>
                  <a:lnTo>
                    <a:pt x="936023" y="1298814"/>
                  </a:lnTo>
                  <a:lnTo>
                    <a:pt x="936013" y="1298797"/>
                  </a:lnTo>
                  <a:lnTo>
                    <a:pt x="935997" y="1298787"/>
                  </a:lnTo>
                  <a:lnTo>
                    <a:pt x="935979" y="1298782"/>
                  </a:lnTo>
                  <a:lnTo>
                    <a:pt x="935971" y="1298787"/>
                  </a:lnTo>
                  <a:lnTo>
                    <a:pt x="935961" y="1298801"/>
                  </a:lnTo>
                  <a:lnTo>
                    <a:pt x="935950" y="1298831"/>
                  </a:lnTo>
                  <a:lnTo>
                    <a:pt x="935939" y="1298859"/>
                  </a:lnTo>
                  <a:lnTo>
                    <a:pt x="935923" y="1298885"/>
                  </a:lnTo>
                  <a:lnTo>
                    <a:pt x="935912" y="1298893"/>
                  </a:lnTo>
                  <a:lnTo>
                    <a:pt x="935896" y="1298894"/>
                  </a:lnTo>
                  <a:lnTo>
                    <a:pt x="935886" y="1298886"/>
                  </a:lnTo>
                  <a:lnTo>
                    <a:pt x="935884" y="1298863"/>
                  </a:lnTo>
                  <a:lnTo>
                    <a:pt x="935885" y="1298833"/>
                  </a:lnTo>
                  <a:lnTo>
                    <a:pt x="935880" y="1298819"/>
                  </a:lnTo>
                  <a:lnTo>
                    <a:pt x="935863" y="1298815"/>
                  </a:lnTo>
                  <a:lnTo>
                    <a:pt x="935843" y="1298822"/>
                  </a:lnTo>
                  <a:lnTo>
                    <a:pt x="935832" y="1298830"/>
                  </a:lnTo>
                  <a:lnTo>
                    <a:pt x="935823" y="1298826"/>
                  </a:lnTo>
                  <a:lnTo>
                    <a:pt x="935813" y="1298804"/>
                  </a:lnTo>
                  <a:lnTo>
                    <a:pt x="935801" y="1298805"/>
                  </a:lnTo>
                  <a:lnTo>
                    <a:pt x="935787" y="1298815"/>
                  </a:lnTo>
                  <a:lnTo>
                    <a:pt x="935771" y="1298835"/>
                  </a:lnTo>
                  <a:lnTo>
                    <a:pt x="935755" y="1298852"/>
                  </a:lnTo>
                  <a:lnTo>
                    <a:pt x="935741" y="1298860"/>
                  </a:lnTo>
                  <a:lnTo>
                    <a:pt x="935714" y="1298864"/>
                  </a:lnTo>
                  <a:lnTo>
                    <a:pt x="935696" y="1298853"/>
                  </a:lnTo>
                  <a:lnTo>
                    <a:pt x="935692" y="1298849"/>
                  </a:lnTo>
                  <a:lnTo>
                    <a:pt x="935684" y="1298850"/>
                  </a:lnTo>
                  <a:lnTo>
                    <a:pt x="935674" y="1298852"/>
                  </a:lnTo>
                  <a:lnTo>
                    <a:pt x="935670" y="1298855"/>
                  </a:lnTo>
                  <a:lnTo>
                    <a:pt x="935666" y="1298862"/>
                  </a:lnTo>
                  <a:lnTo>
                    <a:pt x="935668" y="1298870"/>
                  </a:lnTo>
                  <a:lnTo>
                    <a:pt x="935676" y="1298885"/>
                  </a:lnTo>
                  <a:lnTo>
                    <a:pt x="935678" y="1298892"/>
                  </a:lnTo>
                  <a:lnTo>
                    <a:pt x="935680" y="1298900"/>
                  </a:lnTo>
                  <a:lnTo>
                    <a:pt x="935683" y="1298910"/>
                  </a:lnTo>
                  <a:lnTo>
                    <a:pt x="935680" y="1298915"/>
                  </a:lnTo>
                  <a:lnTo>
                    <a:pt x="935667" y="1298928"/>
                  </a:lnTo>
                  <a:lnTo>
                    <a:pt x="935664" y="1298931"/>
                  </a:lnTo>
                  <a:lnTo>
                    <a:pt x="935652" y="1298936"/>
                  </a:lnTo>
                  <a:lnTo>
                    <a:pt x="935647" y="1298940"/>
                  </a:lnTo>
                  <a:lnTo>
                    <a:pt x="935642" y="1298950"/>
                  </a:lnTo>
                  <a:lnTo>
                    <a:pt x="935640" y="1298965"/>
                  </a:lnTo>
                  <a:lnTo>
                    <a:pt x="935641" y="1298969"/>
                  </a:lnTo>
                  <a:lnTo>
                    <a:pt x="935647" y="1298980"/>
                  </a:lnTo>
                  <a:lnTo>
                    <a:pt x="935651" y="1298989"/>
                  </a:lnTo>
                  <a:lnTo>
                    <a:pt x="935648" y="1298995"/>
                  </a:lnTo>
                  <a:lnTo>
                    <a:pt x="935641" y="1298998"/>
                  </a:lnTo>
                  <a:lnTo>
                    <a:pt x="935634" y="1298997"/>
                  </a:lnTo>
                  <a:lnTo>
                    <a:pt x="935629" y="1298997"/>
                  </a:lnTo>
                  <a:lnTo>
                    <a:pt x="935619" y="1298993"/>
                  </a:lnTo>
                  <a:lnTo>
                    <a:pt x="935603" y="1298982"/>
                  </a:lnTo>
                  <a:lnTo>
                    <a:pt x="935596" y="1298978"/>
                  </a:lnTo>
                  <a:lnTo>
                    <a:pt x="935590" y="1298978"/>
                  </a:lnTo>
                  <a:lnTo>
                    <a:pt x="935580" y="1298980"/>
                  </a:lnTo>
                  <a:lnTo>
                    <a:pt x="935576" y="1298983"/>
                  </a:lnTo>
                  <a:lnTo>
                    <a:pt x="935570" y="1298989"/>
                  </a:lnTo>
                  <a:lnTo>
                    <a:pt x="935568" y="1298997"/>
                  </a:lnTo>
                  <a:lnTo>
                    <a:pt x="935569" y="1299004"/>
                  </a:lnTo>
                  <a:lnTo>
                    <a:pt x="935575" y="1299012"/>
                  </a:lnTo>
                  <a:lnTo>
                    <a:pt x="935586" y="1299027"/>
                  </a:lnTo>
                  <a:lnTo>
                    <a:pt x="935595" y="1299042"/>
                  </a:lnTo>
                  <a:lnTo>
                    <a:pt x="935599" y="1299048"/>
                  </a:lnTo>
                  <a:lnTo>
                    <a:pt x="935607" y="1299054"/>
                  </a:lnTo>
                  <a:lnTo>
                    <a:pt x="935611" y="1299055"/>
                  </a:lnTo>
                  <a:lnTo>
                    <a:pt x="935617" y="1299059"/>
                  </a:lnTo>
                  <a:lnTo>
                    <a:pt x="935622" y="1299065"/>
                  </a:lnTo>
                  <a:lnTo>
                    <a:pt x="935624" y="1299074"/>
                  </a:lnTo>
                  <a:lnTo>
                    <a:pt x="935626" y="1299081"/>
                  </a:lnTo>
                  <a:lnTo>
                    <a:pt x="935616" y="1299093"/>
                  </a:lnTo>
                  <a:lnTo>
                    <a:pt x="935605" y="1299108"/>
                  </a:lnTo>
                  <a:lnTo>
                    <a:pt x="935597" y="1299116"/>
                  </a:lnTo>
                  <a:lnTo>
                    <a:pt x="935595" y="1299122"/>
                  </a:lnTo>
                  <a:lnTo>
                    <a:pt x="935587" y="1299137"/>
                  </a:lnTo>
                  <a:lnTo>
                    <a:pt x="935587" y="1299152"/>
                  </a:lnTo>
                  <a:lnTo>
                    <a:pt x="935586" y="1299167"/>
                  </a:lnTo>
                  <a:lnTo>
                    <a:pt x="935587" y="1299182"/>
                  </a:lnTo>
                  <a:lnTo>
                    <a:pt x="935591" y="1299197"/>
                  </a:lnTo>
                  <a:lnTo>
                    <a:pt x="935594" y="1299212"/>
                  </a:lnTo>
                  <a:lnTo>
                    <a:pt x="935594" y="1299218"/>
                  </a:lnTo>
                  <a:lnTo>
                    <a:pt x="935591" y="1299224"/>
                  </a:lnTo>
                  <a:lnTo>
                    <a:pt x="935587" y="1299227"/>
                  </a:lnTo>
                  <a:lnTo>
                    <a:pt x="935574" y="1299231"/>
                  </a:lnTo>
                  <a:lnTo>
                    <a:pt x="935568" y="1299231"/>
                  </a:lnTo>
                  <a:lnTo>
                    <a:pt x="935559" y="1299228"/>
                  </a:lnTo>
                  <a:lnTo>
                    <a:pt x="935551" y="1299224"/>
                  </a:lnTo>
                  <a:lnTo>
                    <a:pt x="935546" y="1299219"/>
                  </a:lnTo>
                  <a:lnTo>
                    <a:pt x="935533" y="1299206"/>
                  </a:lnTo>
                  <a:lnTo>
                    <a:pt x="935523" y="1299197"/>
                  </a:lnTo>
                  <a:lnTo>
                    <a:pt x="935518" y="1299193"/>
                  </a:lnTo>
                  <a:lnTo>
                    <a:pt x="935506" y="1299185"/>
                  </a:lnTo>
                  <a:lnTo>
                    <a:pt x="935502" y="1299182"/>
                  </a:lnTo>
                  <a:lnTo>
                    <a:pt x="935495" y="1299177"/>
                  </a:lnTo>
                  <a:lnTo>
                    <a:pt x="935491" y="1299172"/>
                  </a:lnTo>
                  <a:lnTo>
                    <a:pt x="935488" y="1299170"/>
                  </a:lnTo>
                  <a:lnTo>
                    <a:pt x="935481" y="1299169"/>
                  </a:lnTo>
                  <a:lnTo>
                    <a:pt x="935470" y="1299172"/>
                  </a:lnTo>
                  <a:lnTo>
                    <a:pt x="935462" y="1299183"/>
                  </a:lnTo>
                  <a:lnTo>
                    <a:pt x="935458" y="1299189"/>
                  </a:lnTo>
                  <a:lnTo>
                    <a:pt x="935453" y="1299191"/>
                  </a:lnTo>
                  <a:lnTo>
                    <a:pt x="935447" y="1299191"/>
                  </a:lnTo>
                  <a:lnTo>
                    <a:pt x="935434" y="1299189"/>
                  </a:lnTo>
                  <a:lnTo>
                    <a:pt x="935429" y="1299188"/>
                  </a:lnTo>
                  <a:lnTo>
                    <a:pt x="935413" y="1299188"/>
                  </a:lnTo>
                  <a:lnTo>
                    <a:pt x="935401" y="1299194"/>
                  </a:lnTo>
                  <a:lnTo>
                    <a:pt x="935394" y="1299196"/>
                  </a:lnTo>
                  <a:lnTo>
                    <a:pt x="935387" y="1299197"/>
                  </a:lnTo>
                  <a:lnTo>
                    <a:pt x="935368" y="1299192"/>
                  </a:lnTo>
                  <a:lnTo>
                    <a:pt x="935357" y="1299188"/>
                  </a:lnTo>
                  <a:lnTo>
                    <a:pt x="935349" y="1299188"/>
                  </a:lnTo>
                  <a:lnTo>
                    <a:pt x="935347" y="1299180"/>
                  </a:lnTo>
                  <a:lnTo>
                    <a:pt x="935344" y="1299172"/>
                  </a:lnTo>
                  <a:lnTo>
                    <a:pt x="935324" y="1299183"/>
                  </a:lnTo>
                  <a:lnTo>
                    <a:pt x="935311" y="1299192"/>
                  </a:lnTo>
                  <a:lnTo>
                    <a:pt x="935292" y="1299200"/>
                  </a:lnTo>
                  <a:lnTo>
                    <a:pt x="935286" y="1299203"/>
                  </a:lnTo>
                  <a:lnTo>
                    <a:pt x="935283" y="1299187"/>
                  </a:lnTo>
                  <a:lnTo>
                    <a:pt x="935274" y="1299189"/>
                  </a:lnTo>
                  <a:lnTo>
                    <a:pt x="935273" y="1299177"/>
                  </a:lnTo>
                  <a:lnTo>
                    <a:pt x="935258" y="1299180"/>
                  </a:lnTo>
                  <a:lnTo>
                    <a:pt x="935256" y="1299169"/>
                  </a:lnTo>
                  <a:lnTo>
                    <a:pt x="935219" y="1299181"/>
                  </a:lnTo>
                  <a:lnTo>
                    <a:pt x="935215" y="1299170"/>
                  </a:lnTo>
                  <a:lnTo>
                    <a:pt x="935204" y="1299177"/>
                  </a:lnTo>
                  <a:lnTo>
                    <a:pt x="935193" y="1299189"/>
                  </a:lnTo>
                  <a:lnTo>
                    <a:pt x="935185" y="1299210"/>
                  </a:lnTo>
                  <a:lnTo>
                    <a:pt x="935177" y="1299232"/>
                  </a:lnTo>
                  <a:lnTo>
                    <a:pt x="935169" y="1299249"/>
                  </a:lnTo>
                  <a:lnTo>
                    <a:pt x="935163" y="1299260"/>
                  </a:lnTo>
                  <a:lnTo>
                    <a:pt x="935151" y="1299267"/>
                  </a:lnTo>
                  <a:lnTo>
                    <a:pt x="935147" y="1299265"/>
                  </a:lnTo>
                  <a:lnTo>
                    <a:pt x="935139" y="1299277"/>
                  </a:lnTo>
                  <a:lnTo>
                    <a:pt x="935132" y="1299286"/>
                  </a:lnTo>
                  <a:lnTo>
                    <a:pt x="935128" y="1299293"/>
                  </a:lnTo>
                  <a:lnTo>
                    <a:pt x="935114" y="1299309"/>
                  </a:lnTo>
                  <a:lnTo>
                    <a:pt x="935096" y="1299324"/>
                  </a:lnTo>
                  <a:lnTo>
                    <a:pt x="935098" y="1299329"/>
                  </a:lnTo>
                  <a:lnTo>
                    <a:pt x="935074" y="1299340"/>
                  </a:lnTo>
                  <a:lnTo>
                    <a:pt x="935055" y="1299346"/>
                  </a:lnTo>
                  <a:lnTo>
                    <a:pt x="935033" y="1299344"/>
                  </a:lnTo>
                  <a:lnTo>
                    <a:pt x="934991" y="1299339"/>
                  </a:lnTo>
                  <a:lnTo>
                    <a:pt x="934935" y="1299330"/>
                  </a:lnTo>
                  <a:lnTo>
                    <a:pt x="934893" y="1299323"/>
                  </a:lnTo>
                  <a:lnTo>
                    <a:pt x="934867" y="1299322"/>
                  </a:lnTo>
                  <a:lnTo>
                    <a:pt x="934858" y="1299322"/>
                  </a:lnTo>
                  <a:lnTo>
                    <a:pt x="934846" y="1299326"/>
                  </a:lnTo>
                  <a:lnTo>
                    <a:pt x="934839" y="1299335"/>
                  </a:lnTo>
                  <a:lnTo>
                    <a:pt x="934827" y="1299361"/>
                  </a:lnTo>
                  <a:lnTo>
                    <a:pt x="934804" y="1299402"/>
                  </a:lnTo>
                  <a:lnTo>
                    <a:pt x="934775" y="1299443"/>
                  </a:lnTo>
                  <a:lnTo>
                    <a:pt x="934763" y="1299457"/>
                  </a:lnTo>
                  <a:lnTo>
                    <a:pt x="934751" y="1299474"/>
                  </a:lnTo>
                  <a:lnTo>
                    <a:pt x="934730" y="1299499"/>
                  </a:lnTo>
                  <a:lnTo>
                    <a:pt x="934725" y="1299506"/>
                  </a:lnTo>
                  <a:lnTo>
                    <a:pt x="934721" y="1299513"/>
                  </a:lnTo>
                  <a:lnTo>
                    <a:pt x="934719" y="1299523"/>
                  </a:lnTo>
                  <a:lnTo>
                    <a:pt x="934719" y="1299537"/>
                  </a:lnTo>
                  <a:lnTo>
                    <a:pt x="934719" y="1299546"/>
                  </a:lnTo>
                  <a:lnTo>
                    <a:pt x="934721" y="1299552"/>
                  </a:lnTo>
                  <a:lnTo>
                    <a:pt x="934733" y="1299567"/>
                  </a:lnTo>
                  <a:lnTo>
                    <a:pt x="934743" y="1299582"/>
                  </a:lnTo>
                  <a:lnTo>
                    <a:pt x="934754" y="1299596"/>
                  </a:lnTo>
                  <a:lnTo>
                    <a:pt x="934758" y="1299604"/>
                  </a:lnTo>
                  <a:lnTo>
                    <a:pt x="934760" y="1299611"/>
                  </a:lnTo>
                  <a:lnTo>
                    <a:pt x="934726" y="1299628"/>
                  </a:lnTo>
                  <a:lnTo>
                    <a:pt x="934720" y="1299631"/>
                  </a:lnTo>
                  <a:lnTo>
                    <a:pt x="934713" y="1299636"/>
                  </a:lnTo>
                  <a:lnTo>
                    <a:pt x="934693" y="1299642"/>
                  </a:lnTo>
                  <a:lnTo>
                    <a:pt x="934675" y="1299649"/>
                  </a:lnTo>
                  <a:lnTo>
                    <a:pt x="934663" y="1299657"/>
                  </a:lnTo>
                  <a:lnTo>
                    <a:pt x="934652" y="1299659"/>
                  </a:lnTo>
                  <a:lnTo>
                    <a:pt x="934637" y="1299649"/>
                  </a:lnTo>
                  <a:lnTo>
                    <a:pt x="934623" y="1299637"/>
                  </a:lnTo>
                  <a:lnTo>
                    <a:pt x="934608" y="1299632"/>
                  </a:lnTo>
                  <a:lnTo>
                    <a:pt x="934602" y="1299633"/>
                  </a:lnTo>
                  <a:lnTo>
                    <a:pt x="934599" y="1299634"/>
                  </a:lnTo>
                  <a:lnTo>
                    <a:pt x="934584" y="1299644"/>
                  </a:lnTo>
                  <a:lnTo>
                    <a:pt x="934581" y="1299650"/>
                  </a:lnTo>
                  <a:lnTo>
                    <a:pt x="934575" y="1299665"/>
                  </a:lnTo>
                  <a:lnTo>
                    <a:pt x="934569" y="1299680"/>
                  </a:lnTo>
                  <a:lnTo>
                    <a:pt x="934569" y="1299686"/>
                  </a:lnTo>
                  <a:lnTo>
                    <a:pt x="934566" y="1299696"/>
                  </a:lnTo>
                  <a:lnTo>
                    <a:pt x="934563" y="1299702"/>
                  </a:lnTo>
                  <a:lnTo>
                    <a:pt x="934562" y="1299714"/>
                  </a:lnTo>
                  <a:lnTo>
                    <a:pt x="934568" y="1299729"/>
                  </a:lnTo>
                  <a:lnTo>
                    <a:pt x="934574" y="1299744"/>
                  </a:lnTo>
                  <a:lnTo>
                    <a:pt x="934579" y="1299759"/>
                  </a:lnTo>
                  <a:lnTo>
                    <a:pt x="934587" y="1299774"/>
                  </a:lnTo>
                  <a:lnTo>
                    <a:pt x="934585" y="1299785"/>
                  </a:lnTo>
                  <a:lnTo>
                    <a:pt x="934571" y="1299793"/>
                  </a:lnTo>
                  <a:lnTo>
                    <a:pt x="934559" y="1299791"/>
                  </a:lnTo>
                  <a:lnTo>
                    <a:pt x="934548" y="1299792"/>
                  </a:lnTo>
                  <a:lnTo>
                    <a:pt x="934528" y="1299798"/>
                  </a:lnTo>
                  <a:lnTo>
                    <a:pt x="934510" y="1299812"/>
                  </a:lnTo>
                  <a:lnTo>
                    <a:pt x="934502" y="1299818"/>
                  </a:lnTo>
                  <a:lnTo>
                    <a:pt x="934498" y="1299832"/>
                  </a:lnTo>
                  <a:lnTo>
                    <a:pt x="934501" y="1299846"/>
                  </a:lnTo>
                  <a:lnTo>
                    <a:pt x="934515" y="1299860"/>
                  </a:lnTo>
                  <a:lnTo>
                    <a:pt x="934522" y="1299876"/>
                  </a:lnTo>
                  <a:lnTo>
                    <a:pt x="934522" y="1299890"/>
                  </a:lnTo>
                  <a:lnTo>
                    <a:pt x="934520" y="1299907"/>
                  </a:lnTo>
                  <a:lnTo>
                    <a:pt x="934520" y="1299920"/>
                  </a:lnTo>
                  <a:lnTo>
                    <a:pt x="934527" y="1299935"/>
                  </a:lnTo>
                  <a:lnTo>
                    <a:pt x="934533" y="1299950"/>
                  </a:lnTo>
                  <a:lnTo>
                    <a:pt x="934541" y="1299965"/>
                  </a:lnTo>
                  <a:lnTo>
                    <a:pt x="934545" y="1299973"/>
                  </a:lnTo>
                  <a:lnTo>
                    <a:pt x="934549" y="1299980"/>
                  </a:lnTo>
                  <a:lnTo>
                    <a:pt x="934551" y="1299985"/>
                  </a:lnTo>
                  <a:lnTo>
                    <a:pt x="934534" y="1300006"/>
                  </a:lnTo>
                  <a:lnTo>
                    <a:pt x="934516" y="1300025"/>
                  </a:lnTo>
                  <a:lnTo>
                    <a:pt x="934507" y="1300032"/>
                  </a:lnTo>
                  <a:lnTo>
                    <a:pt x="934492" y="1300036"/>
                  </a:lnTo>
                  <a:lnTo>
                    <a:pt x="934485" y="1300038"/>
                  </a:lnTo>
                  <a:lnTo>
                    <a:pt x="934478" y="1300042"/>
                  </a:lnTo>
                  <a:lnTo>
                    <a:pt x="934464" y="1300050"/>
                  </a:lnTo>
                  <a:lnTo>
                    <a:pt x="934458" y="1300052"/>
                  </a:lnTo>
                  <a:lnTo>
                    <a:pt x="934449" y="1300053"/>
                  </a:lnTo>
                  <a:lnTo>
                    <a:pt x="934441" y="1300053"/>
                  </a:lnTo>
                  <a:lnTo>
                    <a:pt x="934434" y="1300051"/>
                  </a:lnTo>
                  <a:lnTo>
                    <a:pt x="934420" y="1300049"/>
                  </a:lnTo>
                  <a:lnTo>
                    <a:pt x="934406" y="1300046"/>
                  </a:lnTo>
                  <a:lnTo>
                    <a:pt x="934391" y="1300043"/>
                  </a:lnTo>
                  <a:lnTo>
                    <a:pt x="934377" y="1300043"/>
                  </a:lnTo>
                  <a:lnTo>
                    <a:pt x="934362" y="1300044"/>
                  </a:lnTo>
                  <a:lnTo>
                    <a:pt x="934353" y="1300043"/>
                  </a:lnTo>
                  <a:lnTo>
                    <a:pt x="934335" y="1300037"/>
                  </a:lnTo>
                  <a:lnTo>
                    <a:pt x="934314" y="1300033"/>
                  </a:lnTo>
                  <a:lnTo>
                    <a:pt x="934285" y="1300025"/>
                  </a:lnTo>
                  <a:lnTo>
                    <a:pt x="934266" y="1300018"/>
                  </a:lnTo>
                  <a:lnTo>
                    <a:pt x="934247" y="1300006"/>
                  </a:lnTo>
                  <a:lnTo>
                    <a:pt x="934243" y="1300004"/>
                  </a:lnTo>
                  <a:lnTo>
                    <a:pt x="934238" y="1299999"/>
                  </a:lnTo>
                  <a:lnTo>
                    <a:pt x="934235" y="1299991"/>
                  </a:lnTo>
                  <a:lnTo>
                    <a:pt x="934218" y="1299963"/>
                  </a:lnTo>
                  <a:lnTo>
                    <a:pt x="934211" y="1299955"/>
                  </a:lnTo>
                  <a:lnTo>
                    <a:pt x="934204" y="1299949"/>
                  </a:lnTo>
                  <a:lnTo>
                    <a:pt x="934198" y="1299941"/>
                  </a:lnTo>
                  <a:lnTo>
                    <a:pt x="934192" y="1299934"/>
                  </a:lnTo>
                  <a:lnTo>
                    <a:pt x="934186" y="1299929"/>
                  </a:lnTo>
                  <a:lnTo>
                    <a:pt x="934172" y="1299925"/>
                  </a:lnTo>
                  <a:lnTo>
                    <a:pt x="934162" y="1299920"/>
                  </a:lnTo>
                  <a:lnTo>
                    <a:pt x="934151" y="1299914"/>
                  </a:lnTo>
                  <a:lnTo>
                    <a:pt x="934141" y="1299907"/>
                  </a:lnTo>
                  <a:lnTo>
                    <a:pt x="934123" y="1299897"/>
                  </a:lnTo>
                  <a:lnTo>
                    <a:pt x="934083" y="1299917"/>
                  </a:lnTo>
                  <a:lnTo>
                    <a:pt x="934069" y="1299921"/>
                  </a:lnTo>
                  <a:lnTo>
                    <a:pt x="934055" y="1299927"/>
                  </a:lnTo>
                  <a:lnTo>
                    <a:pt x="934040" y="1299934"/>
                  </a:lnTo>
                  <a:lnTo>
                    <a:pt x="934034" y="1299936"/>
                  </a:lnTo>
                  <a:lnTo>
                    <a:pt x="934025" y="1299936"/>
                  </a:lnTo>
                  <a:lnTo>
                    <a:pt x="934011" y="1299939"/>
                  </a:lnTo>
                  <a:lnTo>
                    <a:pt x="934004" y="1299941"/>
                  </a:lnTo>
                  <a:lnTo>
                    <a:pt x="933995" y="1299946"/>
                  </a:lnTo>
                  <a:lnTo>
                    <a:pt x="933982" y="1299953"/>
                  </a:lnTo>
                  <a:lnTo>
                    <a:pt x="933971" y="1299969"/>
                  </a:lnTo>
                  <a:lnTo>
                    <a:pt x="933965" y="1299984"/>
                  </a:lnTo>
                  <a:lnTo>
                    <a:pt x="933961" y="1299999"/>
                  </a:lnTo>
                  <a:lnTo>
                    <a:pt x="933957" y="1300014"/>
                  </a:lnTo>
                  <a:lnTo>
                    <a:pt x="933955" y="1300019"/>
                  </a:lnTo>
                  <a:lnTo>
                    <a:pt x="933946" y="1300032"/>
                  </a:lnTo>
                  <a:lnTo>
                    <a:pt x="933941" y="1300036"/>
                  </a:lnTo>
                  <a:lnTo>
                    <a:pt x="933926" y="1300042"/>
                  </a:lnTo>
                  <a:lnTo>
                    <a:pt x="933877" y="1300069"/>
                  </a:lnTo>
                  <a:lnTo>
                    <a:pt x="933868" y="1300078"/>
                  </a:lnTo>
                  <a:lnTo>
                    <a:pt x="933865" y="1300082"/>
                  </a:lnTo>
                  <a:lnTo>
                    <a:pt x="933861" y="1300092"/>
                  </a:lnTo>
                  <a:lnTo>
                    <a:pt x="933859" y="1300108"/>
                  </a:lnTo>
                  <a:lnTo>
                    <a:pt x="933859" y="1300123"/>
                  </a:lnTo>
                  <a:lnTo>
                    <a:pt x="933859" y="1300138"/>
                  </a:lnTo>
                  <a:lnTo>
                    <a:pt x="933858" y="1300153"/>
                  </a:lnTo>
                  <a:lnTo>
                    <a:pt x="933859" y="1300168"/>
                  </a:lnTo>
                  <a:lnTo>
                    <a:pt x="933863" y="1300183"/>
                  </a:lnTo>
                  <a:lnTo>
                    <a:pt x="933870" y="1300198"/>
                  </a:lnTo>
                  <a:lnTo>
                    <a:pt x="933876" y="1300207"/>
                  </a:lnTo>
                  <a:lnTo>
                    <a:pt x="933878" y="1300213"/>
                  </a:lnTo>
                  <a:lnTo>
                    <a:pt x="933885" y="1300229"/>
                  </a:lnTo>
                  <a:lnTo>
                    <a:pt x="933890" y="1300244"/>
                  </a:lnTo>
                  <a:lnTo>
                    <a:pt x="933896" y="1300259"/>
                  </a:lnTo>
                  <a:lnTo>
                    <a:pt x="933903" y="1300274"/>
                  </a:lnTo>
                  <a:lnTo>
                    <a:pt x="933918" y="1300287"/>
                  </a:lnTo>
                  <a:lnTo>
                    <a:pt x="933931" y="1300295"/>
                  </a:lnTo>
                  <a:lnTo>
                    <a:pt x="933937" y="1300297"/>
                  </a:lnTo>
                  <a:lnTo>
                    <a:pt x="933942" y="1300301"/>
                  </a:lnTo>
                  <a:lnTo>
                    <a:pt x="933947" y="1300302"/>
                  </a:lnTo>
                  <a:lnTo>
                    <a:pt x="933953" y="1300306"/>
                  </a:lnTo>
                  <a:lnTo>
                    <a:pt x="933962" y="1300309"/>
                  </a:lnTo>
                  <a:lnTo>
                    <a:pt x="933976" y="1300314"/>
                  </a:lnTo>
                  <a:lnTo>
                    <a:pt x="933991" y="1300318"/>
                  </a:lnTo>
                  <a:lnTo>
                    <a:pt x="934005" y="1300319"/>
                  </a:lnTo>
                  <a:lnTo>
                    <a:pt x="934019" y="1300320"/>
                  </a:lnTo>
                  <a:lnTo>
                    <a:pt x="934034" y="1300321"/>
                  </a:lnTo>
                  <a:lnTo>
                    <a:pt x="934048" y="1300322"/>
                  </a:lnTo>
                  <a:lnTo>
                    <a:pt x="934063" y="1300323"/>
                  </a:lnTo>
                  <a:lnTo>
                    <a:pt x="934077" y="1300325"/>
                  </a:lnTo>
                  <a:lnTo>
                    <a:pt x="934092" y="1300326"/>
                  </a:lnTo>
                  <a:lnTo>
                    <a:pt x="934106" y="1300327"/>
                  </a:lnTo>
                  <a:lnTo>
                    <a:pt x="934121" y="1300327"/>
                  </a:lnTo>
                  <a:lnTo>
                    <a:pt x="934128" y="1300326"/>
                  </a:lnTo>
                  <a:lnTo>
                    <a:pt x="934135" y="1300322"/>
                  </a:lnTo>
                  <a:lnTo>
                    <a:pt x="934149" y="1300318"/>
                  </a:lnTo>
                  <a:lnTo>
                    <a:pt x="934155" y="1300316"/>
                  </a:lnTo>
                  <a:lnTo>
                    <a:pt x="934164" y="1300309"/>
                  </a:lnTo>
                  <a:lnTo>
                    <a:pt x="934177" y="1300297"/>
                  </a:lnTo>
                  <a:lnTo>
                    <a:pt x="934191" y="1300287"/>
                  </a:lnTo>
                  <a:lnTo>
                    <a:pt x="934198" y="1300283"/>
                  </a:lnTo>
                  <a:lnTo>
                    <a:pt x="934206" y="1300282"/>
                  </a:lnTo>
                  <a:lnTo>
                    <a:pt x="934220" y="1300280"/>
                  </a:lnTo>
                  <a:lnTo>
                    <a:pt x="934235" y="1300280"/>
                  </a:lnTo>
                  <a:lnTo>
                    <a:pt x="934249" y="1300281"/>
                  </a:lnTo>
                  <a:lnTo>
                    <a:pt x="934257" y="1300281"/>
                  </a:lnTo>
                  <a:lnTo>
                    <a:pt x="934264" y="1300283"/>
                  </a:lnTo>
                  <a:lnTo>
                    <a:pt x="934277" y="1300295"/>
                  </a:lnTo>
                  <a:lnTo>
                    <a:pt x="934286" y="1300310"/>
                  </a:lnTo>
                  <a:lnTo>
                    <a:pt x="934292" y="1300318"/>
                  </a:lnTo>
                  <a:lnTo>
                    <a:pt x="934295" y="1300325"/>
                  </a:lnTo>
                  <a:lnTo>
                    <a:pt x="934304" y="1300340"/>
                  </a:lnTo>
                  <a:lnTo>
                    <a:pt x="934315" y="1300355"/>
                  </a:lnTo>
                  <a:lnTo>
                    <a:pt x="934325" y="1300370"/>
                  </a:lnTo>
                  <a:lnTo>
                    <a:pt x="934339" y="1300383"/>
                  </a:lnTo>
                  <a:lnTo>
                    <a:pt x="934354" y="1300393"/>
                  </a:lnTo>
                  <a:lnTo>
                    <a:pt x="934361" y="1300399"/>
                  </a:lnTo>
                  <a:lnTo>
                    <a:pt x="934369" y="1300403"/>
                  </a:lnTo>
                  <a:lnTo>
                    <a:pt x="934371" y="1300407"/>
                  </a:lnTo>
                  <a:lnTo>
                    <a:pt x="934379" y="1300416"/>
                  </a:lnTo>
                  <a:lnTo>
                    <a:pt x="934390" y="1300438"/>
                  </a:lnTo>
                  <a:lnTo>
                    <a:pt x="934398" y="1300479"/>
                  </a:lnTo>
                  <a:lnTo>
                    <a:pt x="934404" y="1300512"/>
                  </a:lnTo>
                  <a:lnTo>
                    <a:pt x="934401" y="1300540"/>
                  </a:lnTo>
                  <a:lnTo>
                    <a:pt x="934387" y="1300557"/>
                  </a:lnTo>
                  <a:lnTo>
                    <a:pt x="934358" y="1300573"/>
                  </a:lnTo>
                  <a:lnTo>
                    <a:pt x="934346" y="1300579"/>
                  </a:lnTo>
                  <a:lnTo>
                    <a:pt x="934337" y="1300583"/>
                  </a:lnTo>
                  <a:lnTo>
                    <a:pt x="934329" y="1300586"/>
                  </a:lnTo>
                  <a:lnTo>
                    <a:pt x="934306" y="1300594"/>
                  </a:lnTo>
                  <a:lnTo>
                    <a:pt x="934288" y="1300600"/>
                  </a:lnTo>
                  <a:lnTo>
                    <a:pt x="934281" y="1300603"/>
                  </a:lnTo>
                  <a:lnTo>
                    <a:pt x="934267" y="1300607"/>
                  </a:lnTo>
                  <a:lnTo>
                    <a:pt x="934238" y="1300619"/>
                  </a:lnTo>
                  <a:lnTo>
                    <a:pt x="934206" y="1300641"/>
                  </a:lnTo>
                  <a:lnTo>
                    <a:pt x="934182" y="1300669"/>
                  </a:lnTo>
                  <a:lnTo>
                    <a:pt x="934170" y="1300695"/>
                  </a:lnTo>
                  <a:lnTo>
                    <a:pt x="934157" y="1300724"/>
                  </a:lnTo>
                  <a:lnTo>
                    <a:pt x="934145" y="1300743"/>
                  </a:lnTo>
                  <a:lnTo>
                    <a:pt x="934125" y="1300759"/>
                  </a:lnTo>
                  <a:lnTo>
                    <a:pt x="934088" y="1300785"/>
                  </a:lnTo>
                  <a:lnTo>
                    <a:pt x="934070" y="1300791"/>
                  </a:lnTo>
                  <a:lnTo>
                    <a:pt x="934045" y="1300793"/>
                  </a:lnTo>
                  <a:lnTo>
                    <a:pt x="934004" y="1300793"/>
                  </a:lnTo>
                  <a:lnTo>
                    <a:pt x="933955" y="1300784"/>
                  </a:lnTo>
                  <a:lnTo>
                    <a:pt x="933934" y="1300776"/>
                  </a:lnTo>
                  <a:lnTo>
                    <a:pt x="933915" y="1300763"/>
                  </a:lnTo>
                  <a:lnTo>
                    <a:pt x="933896" y="1300747"/>
                  </a:lnTo>
                  <a:lnTo>
                    <a:pt x="933857" y="1300726"/>
                  </a:lnTo>
                  <a:lnTo>
                    <a:pt x="933838" y="1300718"/>
                  </a:lnTo>
                  <a:lnTo>
                    <a:pt x="933800" y="1300704"/>
                  </a:lnTo>
                  <a:lnTo>
                    <a:pt x="933775" y="1300690"/>
                  </a:lnTo>
                  <a:lnTo>
                    <a:pt x="933756" y="1300683"/>
                  </a:lnTo>
                  <a:lnTo>
                    <a:pt x="933731" y="1300676"/>
                  </a:lnTo>
                  <a:lnTo>
                    <a:pt x="933688" y="1300659"/>
                  </a:lnTo>
                  <a:lnTo>
                    <a:pt x="933663" y="1300650"/>
                  </a:lnTo>
                  <a:lnTo>
                    <a:pt x="933648" y="1300641"/>
                  </a:lnTo>
                  <a:lnTo>
                    <a:pt x="933637" y="1300635"/>
                  </a:lnTo>
                  <a:lnTo>
                    <a:pt x="933627" y="1300621"/>
                  </a:lnTo>
                  <a:lnTo>
                    <a:pt x="933616" y="1300591"/>
                  </a:lnTo>
                  <a:lnTo>
                    <a:pt x="933611" y="1300578"/>
                  </a:lnTo>
                  <a:lnTo>
                    <a:pt x="933602" y="1300554"/>
                  </a:lnTo>
                  <a:lnTo>
                    <a:pt x="933594" y="1300542"/>
                  </a:lnTo>
                  <a:lnTo>
                    <a:pt x="933583" y="1300533"/>
                  </a:lnTo>
                  <a:lnTo>
                    <a:pt x="933579" y="1300530"/>
                  </a:lnTo>
                  <a:lnTo>
                    <a:pt x="933570" y="1300528"/>
                  </a:lnTo>
                  <a:lnTo>
                    <a:pt x="933553" y="1300526"/>
                  </a:lnTo>
                  <a:lnTo>
                    <a:pt x="933529" y="1300523"/>
                  </a:lnTo>
                  <a:lnTo>
                    <a:pt x="933491" y="1300517"/>
                  </a:lnTo>
                  <a:lnTo>
                    <a:pt x="933448" y="1300514"/>
                  </a:lnTo>
                  <a:lnTo>
                    <a:pt x="933421" y="1300512"/>
                  </a:lnTo>
                  <a:lnTo>
                    <a:pt x="933416" y="1300509"/>
                  </a:lnTo>
                  <a:lnTo>
                    <a:pt x="933414" y="1300503"/>
                  </a:lnTo>
                  <a:lnTo>
                    <a:pt x="933412" y="1300496"/>
                  </a:lnTo>
                  <a:lnTo>
                    <a:pt x="933390" y="1300480"/>
                  </a:lnTo>
                  <a:lnTo>
                    <a:pt x="933375" y="1300456"/>
                  </a:lnTo>
                  <a:lnTo>
                    <a:pt x="933358" y="1300409"/>
                  </a:lnTo>
                  <a:lnTo>
                    <a:pt x="933349" y="1300380"/>
                  </a:lnTo>
                  <a:lnTo>
                    <a:pt x="933348" y="1300362"/>
                  </a:lnTo>
                  <a:lnTo>
                    <a:pt x="933358" y="1300330"/>
                  </a:lnTo>
                  <a:lnTo>
                    <a:pt x="933379" y="1300293"/>
                  </a:lnTo>
                  <a:lnTo>
                    <a:pt x="933402" y="1300266"/>
                  </a:lnTo>
                  <a:lnTo>
                    <a:pt x="933430" y="1300240"/>
                  </a:lnTo>
                  <a:lnTo>
                    <a:pt x="933436" y="1300223"/>
                  </a:lnTo>
                  <a:lnTo>
                    <a:pt x="933438" y="1300208"/>
                  </a:lnTo>
                  <a:lnTo>
                    <a:pt x="933436" y="1300193"/>
                  </a:lnTo>
                  <a:lnTo>
                    <a:pt x="933435" y="1300179"/>
                  </a:lnTo>
                  <a:lnTo>
                    <a:pt x="933436" y="1300165"/>
                  </a:lnTo>
                  <a:lnTo>
                    <a:pt x="933438" y="1300156"/>
                  </a:lnTo>
                  <a:lnTo>
                    <a:pt x="933439" y="1300148"/>
                  </a:lnTo>
                  <a:lnTo>
                    <a:pt x="933448" y="1300155"/>
                  </a:lnTo>
                  <a:lnTo>
                    <a:pt x="933454" y="1300152"/>
                  </a:lnTo>
                  <a:lnTo>
                    <a:pt x="933445" y="1300137"/>
                  </a:lnTo>
                  <a:lnTo>
                    <a:pt x="933452" y="1300133"/>
                  </a:lnTo>
                  <a:lnTo>
                    <a:pt x="933438" y="1300116"/>
                  </a:lnTo>
                  <a:lnTo>
                    <a:pt x="933434" y="1300120"/>
                  </a:lnTo>
                  <a:lnTo>
                    <a:pt x="933397" y="1300101"/>
                  </a:lnTo>
                  <a:lnTo>
                    <a:pt x="933397" y="1300095"/>
                  </a:lnTo>
                  <a:lnTo>
                    <a:pt x="933374" y="1300091"/>
                  </a:lnTo>
                  <a:lnTo>
                    <a:pt x="933374" y="1300083"/>
                  </a:lnTo>
                  <a:lnTo>
                    <a:pt x="933368" y="1300082"/>
                  </a:lnTo>
                  <a:lnTo>
                    <a:pt x="933369" y="1300071"/>
                  </a:lnTo>
                  <a:lnTo>
                    <a:pt x="933350" y="1300068"/>
                  </a:lnTo>
                  <a:lnTo>
                    <a:pt x="933336" y="1300070"/>
                  </a:lnTo>
                  <a:lnTo>
                    <a:pt x="933321" y="1300072"/>
                  </a:lnTo>
                  <a:lnTo>
                    <a:pt x="933303" y="1300075"/>
                  </a:lnTo>
                  <a:lnTo>
                    <a:pt x="933304" y="1300084"/>
                  </a:lnTo>
                  <a:lnTo>
                    <a:pt x="933279" y="1300084"/>
                  </a:lnTo>
                  <a:lnTo>
                    <a:pt x="933264" y="1300086"/>
                  </a:lnTo>
                  <a:lnTo>
                    <a:pt x="933248" y="1300085"/>
                  </a:lnTo>
                  <a:lnTo>
                    <a:pt x="933235" y="1300084"/>
                  </a:lnTo>
                  <a:lnTo>
                    <a:pt x="933221" y="1300083"/>
                  </a:lnTo>
                  <a:lnTo>
                    <a:pt x="933206" y="1300085"/>
                  </a:lnTo>
                  <a:lnTo>
                    <a:pt x="933202" y="1300087"/>
                  </a:lnTo>
                  <a:lnTo>
                    <a:pt x="933198" y="1300091"/>
                  </a:lnTo>
                  <a:lnTo>
                    <a:pt x="933190" y="1300094"/>
                  </a:lnTo>
                  <a:lnTo>
                    <a:pt x="933182" y="1300094"/>
                  </a:lnTo>
                  <a:lnTo>
                    <a:pt x="933177" y="1300091"/>
                  </a:lnTo>
                  <a:lnTo>
                    <a:pt x="933172" y="1300089"/>
                  </a:lnTo>
                  <a:lnTo>
                    <a:pt x="933166" y="1300087"/>
                  </a:lnTo>
                  <a:lnTo>
                    <a:pt x="933163" y="1300091"/>
                  </a:lnTo>
                  <a:lnTo>
                    <a:pt x="933150" y="1300104"/>
                  </a:lnTo>
                  <a:lnTo>
                    <a:pt x="933145" y="1300111"/>
                  </a:lnTo>
                  <a:lnTo>
                    <a:pt x="933137" y="1300117"/>
                  </a:lnTo>
                  <a:lnTo>
                    <a:pt x="933123" y="1300125"/>
                  </a:lnTo>
                  <a:lnTo>
                    <a:pt x="933119" y="1300129"/>
                  </a:lnTo>
                  <a:lnTo>
                    <a:pt x="933114" y="1300133"/>
                  </a:lnTo>
                  <a:lnTo>
                    <a:pt x="933111" y="1300140"/>
                  </a:lnTo>
                  <a:lnTo>
                    <a:pt x="933103" y="1300155"/>
                  </a:lnTo>
                  <a:lnTo>
                    <a:pt x="933098" y="1300170"/>
                  </a:lnTo>
                  <a:lnTo>
                    <a:pt x="933094" y="1300177"/>
                  </a:lnTo>
                  <a:lnTo>
                    <a:pt x="933092" y="1300185"/>
                  </a:lnTo>
                  <a:lnTo>
                    <a:pt x="933088" y="1300193"/>
                  </a:lnTo>
                  <a:lnTo>
                    <a:pt x="933081" y="1300200"/>
                  </a:lnTo>
                  <a:lnTo>
                    <a:pt x="933075" y="1300207"/>
                  </a:lnTo>
                  <a:lnTo>
                    <a:pt x="933072" y="1300215"/>
                  </a:lnTo>
                  <a:lnTo>
                    <a:pt x="933066" y="1300228"/>
                  </a:lnTo>
                  <a:lnTo>
                    <a:pt x="933064" y="1300243"/>
                  </a:lnTo>
                  <a:lnTo>
                    <a:pt x="933062" y="1300258"/>
                  </a:lnTo>
                  <a:lnTo>
                    <a:pt x="933060" y="1300263"/>
                  </a:lnTo>
                  <a:lnTo>
                    <a:pt x="933061" y="1300274"/>
                  </a:lnTo>
                  <a:lnTo>
                    <a:pt x="933060" y="1300289"/>
                  </a:lnTo>
                  <a:lnTo>
                    <a:pt x="933060" y="1300297"/>
                  </a:lnTo>
                  <a:lnTo>
                    <a:pt x="933058" y="1300304"/>
                  </a:lnTo>
                  <a:lnTo>
                    <a:pt x="933057" y="1300319"/>
                  </a:lnTo>
                  <a:lnTo>
                    <a:pt x="933056" y="1300330"/>
                  </a:lnTo>
                  <a:lnTo>
                    <a:pt x="933054" y="1300334"/>
                  </a:lnTo>
                  <a:lnTo>
                    <a:pt x="933054" y="1300342"/>
                  </a:lnTo>
                  <a:lnTo>
                    <a:pt x="933053" y="1300349"/>
                  </a:lnTo>
                  <a:lnTo>
                    <a:pt x="933052" y="1300364"/>
                  </a:lnTo>
                  <a:lnTo>
                    <a:pt x="933049" y="1300380"/>
                  </a:lnTo>
                  <a:lnTo>
                    <a:pt x="933047" y="1300414"/>
                  </a:lnTo>
                  <a:lnTo>
                    <a:pt x="933046" y="1300420"/>
                  </a:lnTo>
                  <a:lnTo>
                    <a:pt x="933046" y="1300429"/>
                  </a:lnTo>
                  <a:lnTo>
                    <a:pt x="933044" y="1300438"/>
                  </a:lnTo>
                  <a:lnTo>
                    <a:pt x="933037" y="1300460"/>
                  </a:lnTo>
                  <a:lnTo>
                    <a:pt x="933026" y="1300477"/>
                  </a:lnTo>
                  <a:lnTo>
                    <a:pt x="933018" y="1300497"/>
                  </a:lnTo>
                  <a:lnTo>
                    <a:pt x="933013" y="1300517"/>
                  </a:lnTo>
                  <a:lnTo>
                    <a:pt x="933010" y="1300524"/>
                  </a:lnTo>
                  <a:lnTo>
                    <a:pt x="933010" y="1300530"/>
                  </a:lnTo>
                  <a:lnTo>
                    <a:pt x="933001" y="1300571"/>
                  </a:lnTo>
                  <a:lnTo>
                    <a:pt x="933000" y="1300580"/>
                  </a:lnTo>
                  <a:lnTo>
                    <a:pt x="933014" y="1300605"/>
                  </a:lnTo>
                  <a:lnTo>
                    <a:pt x="933029" y="1300621"/>
                  </a:lnTo>
                  <a:lnTo>
                    <a:pt x="933022" y="1300629"/>
                  </a:lnTo>
                  <a:lnTo>
                    <a:pt x="933037" y="1300647"/>
                  </a:lnTo>
                  <a:lnTo>
                    <a:pt x="933052" y="1300673"/>
                  </a:lnTo>
                  <a:lnTo>
                    <a:pt x="933053" y="1300678"/>
                  </a:lnTo>
                  <a:lnTo>
                    <a:pt x="933055" y="1300687"/>
                  </a:lnTo>
                  <a:lnTo>
                    <a:pt x="933058" y="1300706"/>
                  </a:lnTo>
                  <a:lnTo>
                    <a:pt x="933057" y="1300723"/>
                  </a:lnTo>
                  <a:lnTo>
                    <a:pt x="933056" y="1300734"/>
                  </a:lnTo>
                  <a:lnTo>
                    <a:pt x="933055" y="1300745"/>
                  </a:lnTo>
                  <a:lnTo>
                    <a:pt x="933048" y="1300761"/>
                  </a:lnTo>
                  <a:lnTo>
                    <a:pt x="933042" y="1300776"/>
                  </a:lnTo>
                  <a:lnTo>
                    <a:pt x="933037" y="1300789"/>
                  </a:lnTo>
                  <a:lnTo>
                    <a:pt x="933032" y="1300800"/>
                  </a:lnTo>
                  <a:lnTo>
                    <a:pt x="933021" y="1300823"/>
                  </a:lnTo>
                  <a:lnTo>
                    <a:pt x="933007" y="1300851"/>
                  </a:lnTo>
                  <a:lnTo>
                    <a:pt x="932998" y="1300872"/>
                  </a:lnTo>
                  <a:lnTo>
                    <a:pt x="932990" y="1300889"/>
                  </a:lnTo>
                  <a:lnTo>
                    <a:pt x="932982" y="1300909"/>
                  </a:lnTo>
                  <a:lnTo>
                    <a:pt x="932974" y="1300926"/>
                  </a:lnTo>
                  <a:lnTo>
                    <a:pt x="932973" y="1300935"/>
                  </a:lnTo>
                  <a:lnTo>
                    <a:pt x="932974" y="1300953"/>
                  </a:lnTo>
                  <a:lnTo>
                    <a:pt x="932969" y="1300954"/>
                  </a:lnTo>
                  <a:lnTo>
                    <a:pt x="932953" y="1300960"/>
                  </a:lnTo>
                  <a:lnTo>
                    <a:pt x="932940" y="1300979"/>
                  </a:lnTo>
                  <a:lnTo>
                    <a:pt x="932923" y="1300966"/>
                  </a:lnTo>
                  <a:lnTo>
                    <a:pt x="932916" y="1300960"/>
                  </a:lnTo>
                  <a:lnTo>
                    <a:pt x="932899" y="1300941"/>
                  </a:lnTo>
                  <a:lnTo>
                    <a:pt x="932886" y="1300926"/>
                  </a:lnTo>
                  <a:lnTo>
                    <a:pt x="932879" y="1300914"/>
                  </a:lnTo>
                  <a:lnTo>
                    <a:pt x="932874" y="1300906"/>
                  </a:lnTo>
                  <a:lnTo>
                    <a:pt x="932871" y="1300900"/>
                  </a:lnTo>
                  <a:lnTo>
                    <a:pt x="932865" y="1300890"/>
                  </a:lnTo>
                  <a:lnTo>
                    <a:pt x="932859" y="1300894"/>
                  </a:lnTo>
                  <a:lnTo>
                    <a:pt x="932851" y="1300884"/>
                  </a:lnTo>
                  <a:lnTo>
                    <a:pt x="932823" y="1300872"/>
                  </a:lnTo>
                  <a:lnTo>
                    <a:pt x="932810" y="1300868"/>
                  </a:lnTo>
                  <a:lnTo>
                    <a:pt x="932804" y="1300888"/>
                  </a:lnTo>
                  <a:lnTo>
                    <a:pt x="932803" y="1300897"/>
                  </a:lnTo>
                  <a:lnTo>
                    <a:pt x="932774" y="1300890"/>
                  </a:lnTo>
                  <a:lnTo>
                    <a:pt x="932757" y="1300887"/>
                  </a:lnTo>
                  <a:lnTo>
                    <a:pt x="932747" y="1300884"/>
                  </a:lnTo>
                  <a:lnTo>
                    <a:pt x="932738" y="1300882"/>
                  </a:lnTo>
                  <a:lnTo>
                    <a:pt x="932710" y="1300874"/>
                  </a:lnTo>
                  <a:lnTo>
                    <a:pt x="932697" y="1300874"/>
                  </a:lnTo>
                  <a:lnTo>
                    <a:pt x="932678" y="1300874"/>
                  </a:lnTo>
                  <a:lnTo>
                    <a:pt x="932658" y="1300876"/>
                  </a:lnTo>
                  <a:lnTo>
                    <a:pt x="932632" y="1300887"/>
                  </a:lnTo>
                  <a:lnTo>
                    <a:pt x="932617" y="1300903"/>
                  </a:lnTo>
                  <a:lnTo>
                    <a:pt x="932613" y="1300913"/>
                  </a:lnTo>
                  <a:lnTo>
                    <a:pt x="932608" y="1300932"/>
                  </a:lnTo>
                  <a:lnTo>
                    <a:pt x="932615" y="1300934"/>
                  </a:lnTo>
                  <a:lnTo>
                    <a:pt x="932609" y="1300965"/>
                  </a:lnTo>
                  <a:lnTo>
                    <a:pt x="932605" y="1300981"/>
                  </a:lnTo>
                  <a:lnTo>
                    <a:pt x="932598" y="1300980"/>
                  </a:lnTo>
                  <a:lnTo>
                    <a:pt x="932589" y="1301009"/>
                  </a:lnTo>
                  <a:lnTo>
                    <a:pt x="932583" y="1301026"/>
                  </a:lnTo>
                  <a:lnTo>
                    <a:pt x="932612" y="1301031"/>
                  </a:lnTo>
                  <a:lnTo>
                    <a:pt x="932608" y="1301043"/>
                  </a:lnTo>
                  <a:lnTo>
                    <a:pt x="932601" y="1301063"/>
                  </a:lnTo>
                  <a:lnTo>
                    <a:pt x="932603" y="1301082"/>
                  </a:lnTo>
                  <a:lnTo>
                    <a:pt x="932605" y="1301097"/>
                  </a:lnTo>
                  <a:lnTo>
                    <a:pt x="932594" y="1301098"/>
                  </a:lnTo>
                  <a:lnTo>
                    <a:pt x="932584" y="1301099"/>
                  </a:lnTo>
                  <a:lnTo>
                    <a:pt x="932588" y="1301108"/>
                  </a:lnTo>
                  <a:lnTo>
                    <a:pt x="932590" y="1301114"/>
                  </a:lnTo>
                  <a:lnTo>
                    <a:pt x="932573" y="1301121"/>
                  </a:lnTo>
                  <a:lnTo>
                    <a:pt x="932562" y="1301124"/>
                  </a:lnTo>
                  <a:lnTo>
                    <a:pt x="932570" y="1301153"/>
                  </a:lnTo>
                  <a:lnTo>
                    <a:pt x="932576" y="1301175"/>
                  </a:lnTo>
                  <a:lnTo>
                    <a:pt x="932564" y="1301177"/>
                  </a:lnTo>
                  <a:lnTo>
                    <a:pt x="932569" y="1301196"/>
                  </a:lnTo>
                  <a:lnTo>
                    <a:pt x="932555" y="1301208"/>
                  </a:lnTo>
                  <a:lnTo>
                    <a:pt x="932532" y="1301228"/>
                  </a:lnTo>
                  <a:lnTo>
                    <a:pt x="932477" y="1301257"/>
                  </a:lnTo>
                  <a:lnTo>
                    <a:pt x="932464" y="1301265"/>
                  </a:lnTo>
                  <a:lnTo>
                    <a:pt x="932451" y="1301272"/>
                  </a:lnTo>
                  <a:lnTo>
                    <a:pt x="932434" y="1301281"/>
                  </a:lnTo>
                  <a:lnTo>
                    <a:pt x="932413" y="1301291"/>
                  </a:lnTo>
                  <a:lnTo>
                    <a:pt x="932411" y="1301285"/>
                  </a:lnTo>
                  <a:lnTo>
                    <a:pt x="932400" y="1301263"/>
                  </a:lnTo>
                  <a:lnTo>
                    <a:pt x="932375" y="1301219"/>
                  </a:lnTo>
                  <a:lnTo>
                    <a:pt x="932340" y="1301152"/>
                  </a:lnTo>
                  <a:lnTo>
                    <a:pt x="932326" y="1301117"/>
                  </a:lnTo>
                  <a:lnTo>
                    <a:pt x="932324" y="1301110"/>
                  </a:lnTo>
                  <a:lnTo>
                    <a:pt x="932320" y="1301089"/>
                  </a:lnTo>
                  <a:lnTo>
                    <a:pt x="932314" y="1301058"/>
                  </a:lnTo>
                  <a:lnTo>
                    <a:pt x="932309" y="1301020"/>
                  </a:lnTo>
                  <a:lnTo>
                    <a:pt x="932304" y="1300994"/>
                  </a:lnTo>
                  <a:lnTo>
                    <a:pt x="932296" y="1300973"/>
                  </a:lnTo>
                  <a:lnTo>
                    <a:pt x="932293" y="1300963"/>
                  </a:lnTo>
                  <a:lnTo>
                    <a:pt x="932290" y="1300932"/>
                  </a:lnTo>
                  <a:lnTo>
                    <a:pt x="932292" y="1300881"/>
                  </a:lnTo>
                  <a:lnTo>
                    <a:pt x="932297" y="1300831"/>
                  </a:lnTo>
                  <a:lnTo>
                    <a:pt x="932302" y="1300808"/>
                  </a:lnTo>
                  <a:lnTo>
                    <a:pt x="932309" y="1300785"/>
                  </a:lnTo>
                  <a:lnTo>
                    <a:pt x="932317" y="1300761"/>
                  </a:lnTo>
                  <a:lnTo>
                    <a:pt x="932323" y="1300743"/>
                  </a:lnTo>
                  <a:lnTo>
                    <a:pt x="932319" y="1300701"/>
                  </a:lnTo>
                  <a:lnTo>
                    <a:pt x="932311" y="1300687"/>
                  </a:lnTo>
                  <a:lnTo>
                    <a:pt x="932303" y="1300676"/>
                  </a:lnTo>
                  <a:lnTo>
                    <a:pt x="932290" y="1300659"/>
                  </a:lnTo>
                  <a:lnTo>
                    <a:pt x="932264" y="1300627"/>
                  </a:lnTo>
                  <a:lnTo>
                    <a:pt x="932247" y="1300609"/>
                  </a:lnTo>
                  <a:lnTo>
                    <a:pt x="932233" y="1300595"/>
                  </a:lnTo>
                  <a:lnTo>
                    <a:pt x="932225" y="1300587"/>
                  </a:lnTo>
                  <a:lnTo>
                    <a:pt x="932216" y="1300581"/>
                  </a:lnTo>
                  <a:lnTo>
                    <a:pt x="932212" y="1300581"/>
                  </a:lnTo>
                  <a:lnTo>
                    <a:pt x="932178" y="1300602"/>
                  </a:lnTo>
                  <a:lnTo>
                    <a:pt x="932155" y="1300620"/>
                  </a:lnTo>
                  <a:lnTo>
                    <a:pt x="932142" y="1300647"/>
                  </a:lnTo>
                  <a:lnTo>
                    <a:pt x="932134" y="1300680"/>
                  </a:lnTo>
                  <a:lnTo>
                    <a:pt x="932133" y="1300704"/>
                  </a:lnTo>
                  <a:lnTo>
                    <a:pt x="932130" y="1300732"/>
                  </a:lnTo>
                  <a:lnTo>
                    <a:pt x="932123" y="1300748"/>
                  </a:lnTo>
                  <a:lnTo>
                    <a:pt x="932121" y="1300770"/>
                  </a:lnTo>
                  <a:lnTo>
                    <a:pt x="932122" y="1300798"/>
                  </a:lnTo>
                  <a:lnTo>
                    <a:pt x="932120" y="1300830"/>
                  </a:lnTo>
                  <a:lnTo>
                    <a:pt x="932111" y="1300872"/>
                  </a:lnTo>
                  <a:lnTo>
                    <a:pt x="932103" y="1300902"/>
                  </a:lnTo>
                  <a:lnTo>
                    <a:pt x="932083" y="1300938"/>
                  </a:lnTo>
                  <a:lnTo>
                    <a:pt x="932067" y="1300957"/>
                  </a:lnTo>
                  <a:lnTo>
                    <a:pt x="932052" y="1300969"/>
                  </a:lnTo>
                  <a:lnTo>
                    <a:pt x="932024" y="1300977"/>
                  </a:lnTo>
                  <a:lnTo>
                    <a:pt x="932011" y="1300981"/>
                  </a:lnTo>
                  <a:lnTo>
                    <a:pt x="932002" y="1300988"/>
                  </a:lnTo>
                  <a:lnTo>
                    <a:pt x="931990" y="1301007"/>
                  </a:lnTo>
                  <a:lnTo>
                    <a:pt x="931981" y="1301031"/>
                  </a:lnTo>
                  <a:lnTo>
                    <a:pt x="931965" y="1301072"/>
                  </a:lnTo>
                  <a:lnTo>
                    <a:pt x="931950" y="1301101"/>
                  </a:lnTo>
                  <a:lnTo>
                    <a:pt x="931931" y="1301117"/>
                  </a:lnTo>
                  <a:lnTo>
                    <a:pt x="931901" y="1301144"/>
                  </a:lnTo>
                  <a:lnTo>
                    <a:pt x="931885" y="1301157"/>
                  </a:lnTo>
                  <a:lnTo>
                    <a:pt x="931861" y="1301181"/>
                  </a:lnTo>
                  <a:lnTo>
                    <a:pt x="931835" y="1301205"/>
                  </a:lnTo>
                  <a:lnTo>
                    <a:pt x="931812" y="1301223"/>
                  </a:lnTo>
                  <a:lnTo>
                    <a:pt x="931785" y="1301252"/>
                  </a:lnTo>
                  <a:lnTo>
                    <a:pt x="931768" y="1301268"/>
                  </a:lnTo>
                  <a:lnTo>
                    <a:pt x="931769" y="1301278"/>
                  </a:lnTo>
                  <a:lnTo>
                    <a:pt x="931770" y="1301297"/>
                  </a:lnTo>
                  <a:lnTo>
                    <a:pt x="931776" y="1301333"/>
                  </a:lnTo>
                  <a:lnTo>
                    <a:pt x="931781" y="1301376"/>
                  </a:lnTo>
                  <a:lnTo>
                    <a:pt x="931786" y="1301403"/>
                  </a:lnTo>
                  <a:lnTo>
                    <a:pt x="931790" y="1301409"/>
                  </a:lnTo>
                  <a:lnTo>
                    <a:pt x="931799" y="1301420"/>
                  </a:lnTo>
                  <a:lnTo>
                    <a:pt x="931811" y="1301424"/>
                  </a:lnTo>
                  <a:lnTo>
                    <a:pt x="931806" y="1301438"/>
                  </a:lnTo>
                  <a:lnTo>
                    <a:pt x="931797" y="1301459"/>
                  </a:lnTo>
                  <a:lnTo>
                    <a:pt x="931797" y="1301483"/>
                  </a:lnTo>
                  <a:lnTo>
                    <a:pt x="931797" y="1301500"/>
                  </a:lnTo>
                  <a:lnTo>
                    <a:pt x="931804" y="1301537"/>
                  </a:lnTo>
                  <a:lnTo>
                    <a:pt x="931799" y="1301539"/>
                  </a:lnTo>
                  <a:lnTo>
                    <a:pt x="931789" y="1301548"/>
                  </a:lnTo>
                  <a:lnTo>
                    <a:pt x="931784" y="1301562"/>
                  </a:lnTo>
                  <a:lnTo>
                    <a:pt x="931784" y="1301575"/>
                  </a:lnTo>
                  <a:lnTo>
                    <a:pt x="931790" y="1301609"/>
                  </a:lnTo>
                  <a:lnTo>
                    <a:pt x="931796" y="1301618"/>
                  </a:lnTo>
                  <a:lnTo>
                    <a:pt x="931803" y="1301624"/>
                  </a:lnTo>
                  <a:lnTo>
                    <a:pt x="931810" y="1301640"/>
                  </a:lnTo>
                  <a:lnTo>
                    <a:pt x="931813" y="1301655"/>
                  </a:lnTo>
                  <a:lnTo>
                    <a:pt x="931813" y="1301679"/>
                  </a:lnTo>
                  <a:lnTo>
                    <a:pt x="931809" y="1301724"/>
                  </a:lnTo>
                  <a:lnTo>
                    <a:pt x="931806" y="1301755"/>
                  </a:lnTo>
                  <a:lnTo>
                    <a:pt x="931803" y="1301772"/>
                  </a:lnTo>
                  <a:lnTo>
                    <a:pt x="931780" y="1301775"/>
                  </a:lnTo>
                  <a:lnTo>
                    <a:pt x="931744" y="1301780"/>
                  </a:lnTo>
                  <a:lnTo>
                    <a:pt x="931685" y="1301790"/>
                  </a:lnTo>
                  <a:lnTo>
                    <a:pt x="931668" y="1301791"/>
                  </a:lnTo>
                  <a:lnTo>
                    <a:pt x="931667" y="1301782"/>
                  </a:lnTo>
                  <a:lnTo>
                    <a:pt x="931664" y="1301771"/>
                  </a:lnTo>
                  <a:lnTo>
                    <a:pt x="931664" y="1301739"/>
                  </a:lnTo>
                  <a:lnTo>
                    <a:pt x="931663" y="1301733"/>
                  </a:lnTo>
                  <a:lnTo>
                    <a:pt x="931661" y="1301720"/>
                  </a:lnTo>
                  <a:lnTo>
                    <a:pt x="931658" y="1301694"/>
                  </a:lnTo>
                  <a:lnTo>
                    <a:pt x="931652" y="1301666"/>
                  </a:lnTo>
                  <a:lnTo>
                    <a:pt x="931642" y="1301644"/>
                  </a:lnTo>
                  <a:lnTo>
                    <a:pt x="931623" y="1301627"/>
                  </a:lnTo>
                  <a:lnTo>
                    <a:pt x="931594" y="1301604"/>
                  </a:lnTo>
                  <a:lnTo>
                    <a:pt x="931579" y="1301583"/>
                  </a:lnTo>
                  <a:lnTo>
                    <a:pt x="931566" y="1301559"/>
                  </a:lnTo>
                  <a:lnTo>
                    <a:pt x="931555" y="1301546"/>
                  </a:lnTo>
                  <a:lnTo>
                    <a:pt x="931549" y="1301524"/>
                  </a:lnTo>
                  <a:lnTo>
                    <a:pt x="931547" y="1301505"/>
                  </a:lnTo>
                  <a:lnTo>
                    <a:pt x="931531" y="1301479"/>
                  </a:lnTo>
                  <a:lnTo>
                    <a:pt x="931521" y="1301481"/>
                  </a:lnTo>
                  <a:lnTo>
                    <a:pt x="931512" y="1301461"/>
                  </a:lnTo>
                  <a:lnTo>
                    <a:pt x="931503" y="1301451"/>
                  </a:lnTo>
                  <a:lnTo>
                    <a:pt x="931489" y="1301432"/>
                  </a:lnTo>
                  <a:lnTo>
                    <a:pt x="931476" y="1301417"/>
                  </a:lnTo>
                  <a:lnTo>
                    <a:pt x="931475" y="1301406"/>
                  </a:lnTo>
                  <a:lnTo>
                    <a:pt x="931478" y="1301401"/>
                  </a:lnTo>
                  <a:lnTo>
                    <a:pt x="931475" y="1301390"/>
                  </a:lnTo>
                  <a:lnTo>
                    <a:pt x="931472" y="1301384"/>
                  </a:lnTo>
                  <a:lnTo>
                    <a:pt x="931470" y="1301379"/>
                  </a:lnTo>
                  <a:lnTo>
                    <a:pt x="931466" y="1301378"/>
                  </a:lnTo>
                  <a:lnTo>
                    <a:pt x="931460" y="1301371"/>
                  </a:lnTo>
                  <a:lnTo>
                    <a:pt x="931459" y="1301361"/>
                  </a:lnTo>
                  <a:lnTo>
                    <a:pt x="931459" y="1301353"/>
                  </a:lnTo>
                  <a:lnTo>
                    <a:pt x="931467" y="1301323"/>
                  </a:lnTo>
                  <a:lnTo>
                    <a:pt x="931469" y="1301308"/>
                  </a:lnTo>
                  <a:lnTo>
                    <a:pt x="931473" y="1301293"/>
                  </a:lnTo>
                  <a:lnTo>
                    <a:pt x="931490" y="1301265"/>
                  </a:lnTo>
                  <a:lnTo>
                    <a:pt x="931517" y="1301227"/>
                  </a:lnTo>
                  <a:lnTo>
                    <a:pt x="931527" y="1301204"/>
                  </a:lnTo>
                  <a:lnTo>
                    <a:pt x="931535" y="1301193"/>
                  </a:lnTo>
                  <a:lnTo>
                    <a:pt x="931538" y="1301182"/>
                  </a:lnTo>
                  <a:lnTo>
                    <a:pt x="931533" y="1301176"/>
                  </a:lnTo>
                  <a:lnTo>
                    <a:pt x="931537" y="1301160"/>
                  </a:lnTo>
                  <a:lnTo>
                    <a:pt x="931542" y="1301142"/>
                  </a:lnTo>
                  <a:lnTo>
                    <a:pt x="931540" y="1301118"/>
                  </a:lnTo>
                  <a:lnTo>
                    <a:pt x="931538" y="1301098"/>
                  </a:lnTo>
                  <a:lnTo>
                    <a:pt x="931534" y="1301079"/>
                  </a:lnTo>
                  <a:lnTo>
                    <a:pt x="931531" y="1301068"/>
                  </a:lnTo>
                  <a:lnTo>
                    <a:pt x="931525" y="1301049"/>
                  </a:lnTo>
                  <a:lnTo>
                    <a:pt x="931504" y="1301004"/>
                  </a:lnTo>
                  <a:lnTo>
                    <a:pt x="931495" y="1300986"/>
                  </a:lnTo>
                  <a:lnTo>
                    <a:pt x="931488" y="1300978"/>
                  </a:lnTo>
                  <a:lnTo>
                    <a:pt x="931465" y="1300967"/>
                  </a:lnTo>
                  <a:lnTo>
                    <a:pt x="931433" y="1300955"/>
                  </a:lnTo>
                  <a:lnTo>
                    <a:pt x="931418" y="1300949"/>
                  </a:lnTo>
                  <a:lnTo>
                    <a:pt x="931407" y="1300940"/>
                  </a:lnTo>
                  <a:lnTo>
                    <a:pt x="931383" y="1300914"/>
                  </a:lnTo>
                  <a:lnTo>
                    <a:pt x="931371" y="1300892"/>
                  </a:lnTo>
                  <a:lnTo>
                    <a:pt x="931360" y="1300865"/>
                  </a:lnTo>
                  <a:lnTo>
                    <a:pt x="931356" y="1300842"/>
                  </a:lnTo>
                  <a:lnTo>
                    <a:pt x="931354" y="1300813"/>
                  </a:lnTo>
                  <a:lnTo>
                    <a:pt x="931355" y="1300779"/>
                  </a:lnTo>
                  <a:lnTo>
                    <a:pt x="931364" y="1300749"/>
                  </a:lnTo>
                  <a:lnTo>
                    <a:pt x="931380" y="1300716"/>
                  </a:lnTo>
                  <a:lnTo>
                    <a:pt x="931401" y="1300684"/>
                  </a:lnTo>
                  <a:lnTo>
                    <a:pt x="931413" y="1300658"/>
                  </a:lnTo>
                  <a:lnTo>
                    <a:pt x="931416" y="1300635"/>
                  </a:lnTo>
                  <a:lnTo>
                    <a:pt x="931413" y="1300611"/>
                  </a:lnTo>
                  <a:lnTo>
                    <a:pt x="931405" y="1300571"/>
                  </a:lnTo>
                  <a:lnTo>
                    <a:pt x="931394" y="1300551"/>
                  </a:lnTo>
                  <a:lnTo>
                    <a:pt x="931389" y="1300543"/>
                  </a:lnTo>
                  <a:lnTo>
                    <a:pt x="931379" y="1300534"/>
                  </a:lnTo>
                  <a:lnTo>
                    <a:pt x="931358" y="1300526"/>
                  </a:lnTo>
                  <a:lnTo>
                    <a:pt x="931337" y="1300527"/>
                  </a:lnTo>
                  <a:lnTo>
                    <a:pt x="931279" y="1300527"/>
                  </a:lnTo>
                  <a:lnTo>
                    <a:pt x="931256" y="1300530"/>
                  </a:lnTo>
                  <a:lnTo>
                    <a:pt x="931234" y="1300522"/>
                  </a:lnTo>
                  <a:lnTo>
                    <a:pt x="931224" y="1300512"/>
                  </a:lnTo>
                  <a:lnTo>
                    <a:pt x="931187" y="1300481"/>
                  </a:lnTo>
                  <a:lnTo>
                    <a:pt x="931178" y="1300470"/>
                  </a:lnTo>
                  <a:lnTo>
                    <a:pt x="931167" y="1300457"/>
                  </a:lnTo>
                  <a:lnTo>
                    <a:pt x="931159" y="1300449"/>
                  </a:lnTo>
                  <a:lnTo>
                    <a:pt x="931187" y="1300446"/>
                  </a:lnTo>
                  <a:lnTo>
                    <a:pt x="931209" y="1300445"/>
                  </a:lnTo>
                  <a:lnTo>
                    <a:pt x="931242" y="1300446"/>
                  </a:lnTo>
                  <a:lnTo>
                    <a:pt x="931243" y="1300437"/>
                  </a:lnTo>
                  <a:lnTo>
                    <a:pt x="931243" y="1300422"/>
                  </a:lnTo>
                  <a:lnTo>
                    <a:pt x="931244" y="1300405"/>
                  </a:lnTo>
                  <a:lnTo>
                    <a:pt x="931242" y="1300380"/>
                  </a:lnTo>
                  <a:lnTo>
                    <a:pt x="931241" y="1300372"/>
                  </a:lnTo>
                  <a:lnTo>
                    <a:pt x="931229" y="1300370"/>
                  </a:lnTo>
                  <a:lnTo>
                    <a:pt x="931218" y="1300369"/>
                  </a:lnTo>
                  <a:lnTo>
                    <a:pt x="931202" y="1300369"/>
                  </a:lnTo>
                  <a:lnTo>
                    <a:pt x="931208" y="1300354"/>
                  </a:lnTo>
                  <a:lnTo>
                    <a:pt x="931209" y="1300338"/>
                  </a:lnTo>
                  <a:lnTo>
                    <a:pt x="931198" y="1300312"/>
                  </a:lnTo>
                  <a:lnTo>
                    <a:pt x="931194" y="1300297"/>
                  </a:lnTo>
                  <a:lnTo>
                    <a:pt x="931184" y="1300284"/>
                  </a:lnTo>
                  <a:lnTo>
                    <a:pt x="931173" y="1300275"/>
                  </a:lnTo>
                  <a:lnTo>
                    <a:pt x="931163" y="1300269"/>
                  </a:lnTo>
                  <a:lnTo>
                    <a:pt x="931152" y="1300260"/>
                  </a:lnTo>
                  <a:lnTo>
                    <a:pt x="931145" y="1300249"/>
                  </a:lnTo>
                  <a:lnTo>
                    <a:pt x="931141" y="1300232"/>
                  </a:lnTo>
                  <a:lnTo>
                    <a:pt x="931142" y="1300212"/>
                  </a:lnTo>
                  <a:lnTo>
                    <a:pt x="931147" y="1300197"/>
                  </a:lnTo>
                  <a:lnTo>
                    <a:pt x="931167" y="1300161"/>
                  </a:lnTo>
                  <a:lnTo>
                    <a:pt x="931187" y="1300111"/>
                  </a:lnTo>
                  <a:lnTo>
                    <a:pt x="931189" y="1300092"/>
                  </a:lnTo>
                  <a:lnTo>
                    <a:pt x="931187" y="1300077"/>
                  </a:lnTo>
                  <a:lnTo>
                    <a:pt x="931181" y="1300066"/>
                  </a:lnTo>
                  <a:lnTo>
                    <a:pt x="931168" y="1300053"/>
                  </a:lnTo>
                  <a:lnTo>
                    <a:pt x="931144" y="1300039"/>
                  </a:lnTo>
                  <a:lnTo>
                    <a:pt x="931117" y="1300028"/>
                  </a:lnTo>
                  <a:lnTo>
                    <a:pt x="931092" y="1300026"/>
                  </a:lnTo>
                  <a:lnTo>
                    <a:pt x="931071" y="1300030"/>
                  </a:lnTo>
                  <a:lnTo>
                    <a:pt x="931051" y="1300038"/>
                  </a:lnTo>
                  <a:lnTo>
                    <a:pt x="931018" y="1300052"/>
                  </a:lnTo>
                  <a:lnTo>
                    <a:pt x="930987" y="1300064"/>
                  </a:lnTo>
                  <a:lnTo>
                    <a:pt x="930964" y="1300068"/>
                  </a:lnTo>
                  <a:lnTo>
                    <a:pt x="930930" y="1300067"/>
                  </a:lnTo>
                  <a:lnTo>
                    <a:pt x="930896" y="1300063"/>
                  </a:lnTo>
                  <a:lnTo>
                    <a:pt x="930864" y="1300056"/>
                  </a:lnTo>
                  <a:lnTo>
                    <a:pt x="930843" y="1300046"/>
                  </a:lnTo>
                  <a:lnTo>
                    <a:pt x="930827" y="1300037"/>
                  </a:lnTo>
                  <a:lnTo>
                    <a:pt x="930811" y="1300025"/>
                  </a:lnTo>
                  <a:lnTo>
                    <a:pt x="930797" y="1300012"/>
                  </a:lnTo>
                  <a:lnTo>
                    <a:pt x="930783" y="1299999"/>
                  </a:lnTo>
                  <a:lnTo>
                    <a:pt x="930766" y="1299975"/>
                  </a:lnTo>
                  <a:lnTo>
                    <a:pt x="930735" y="1299916"/>
                  </a:lnTo>
                  <a:lnTo>
                    <a:pt x="930715" y="1299876"/>
                  </a:lnTo>
                  <a:lnTo>
                    <a:pt x="930702" y="1299855"/>
                  </a:lnTo>
                  <a:lnTo>
                    <a:pt x="930681" y="1299833"/>
                  </a:lnTo>
                  <a:lnTo>
                    <a:pt x="930654" y="1299813"/>
                  </a:lnTo>
                  <a:lnTo>
                    <a:pt x="930646" y="1299782"/>
                  </a:lnTo>
                  <a:lnTo>
                    <a:pt x="930642" y="1299746"/>
                  </a:lnTo>
                  <a:lnTo>
                    <a:pt x="930634" y="1299722"/>
                  </a:lnTo>
                  <a:lnTo>
                    <a:pt x="930627" y="1299703"/>
                  </a:lnTo>
                  <a:lnTo>
                    <a:pt x="930621" y="1299685"/>
                  </a:lnTo>
                  <a:lnTo>
                    <a:pt x="930615" y="1299673"/>
                  </a:lnTo>
                  <a:lnTo>
                    <a:pt x="930612" y="1299668"/>
                  </a:lnTo>
                  <a:lnTo>
                    <a:pt x="930601" y="1299657"/>
                  </a:lnTo>
                  <a:lnTo>
                    <a:pt x="930584" y="1299641"/>
                  </a:lnTo>
                  <a:lnTo>
                    <a:pt x="930565" y="1299626"/>
                  </a:lnTo>
                  <a:lnTo>
                    <a:pt x="930539" y="1299608"/>
                  </a:lnTo>
                  <a:lnTo>
                    <a:pt x="930515" y="1299593"/>
                  </a:lnTo>
                  <a:lnTo>
                    <a:pt x="930489" y="1299581"/>
                  </a:lnTo>
                  <a:lnTo>
                    <a:pt x="930468" y="1299573"/>
                  </a:lnTo>
                  <a:lnTo>
                    <a:pt x="930453" y="1299573"/>
                  </a:lnTo>
                  <a:lnTo>
                    <a:pt x="930446" y="1299573"/>
                  </a:lnTo>
                  <a:lnTo>
                    <a:pt x="930440" y="1299575"/>
                  </a:lnTo>
                  <a:lnTo>
                    <a:pt x="930433" y="1299576"/>
                  </a:lnTo>
                  <a:lnTo>
                    <a:pt x="930424" y="1299576"/>
                  </a:lnTo>
                  <a:lnTo>
                    <a:pt x="930408" y="1299575"/>
                  </a:lnTo>
                  <a:lnTo>
                    <a:pt x="930400" y="1299570"/>
                  </a:lnTo>
                  <a:lnTo>
                    <a:pt x="930386" y="1299564"/>
                  </a:lnTo>
                  <a:lnTo>
                    <a:pt x="930367" y="1299557"/>
                  </a:lnTo>
                  <a:lnTo>
                    <a:pt x="930352" y="1299557"/>
                  </a:lnTo>
                  <a:lnTo>
                    <a:pt x="930332" y="1299559"/>
                  </a:lnTo>
                  <a:lnTo>
                    <a:pt x="930312" y="1299569"/>
                  </a:lnTo>
                  <a:lnTo>
                    <a:pt x="930294" y="1299579"/>
                  </a:lnTo>
                  <a:lnTo>
                    <a:pt x="930277" y="1299588"/>
                  </a:lnTo>
                  <a:lnTo>
                    <a:pt x="930254" y="1299593"/>
                  </a:lnTo>
                  <a:lnTo>
                    <a:pt x="930220" y="1299602"/>
                  </a:lnTo>
                  <a:lnTo>
                    <a:pt x="930200" y="1299607"/>
                  </a:lnTo>
                  <a:lnTo>
                    <a:pt x="930178" y="1299611"/>
                  </a:lnTo>
                  <a:lnTo>
                    <a:pt x="930148" y="1299612"/>
                  </a:lnTo>
                  <a:lnTo>
                    <a:pt x="930119" y="1299605"/>
                  </a:lnTo>
                  <a:lnTo>
                    <a:pt x="930088" y="1299590"/>
                  </a:lnTo>
                  <a:lnTo>
                    <a:pt x="930070" y="1299583"/>
                  </a:lnTo>
                  <a:lnTo>
                    <a:pt x="930024" y="1299549"/>
                  </a:lnTo>
                  <a:lnTo>
                    <a:pt x="929988" y="1299514"/>
                  </a:lnTo>
                  <a:lnTo>
                    <a:pt x="929950" y="1299489"/>
                  </a:lnTo>
                  <a:lnTo>
                    <a:pt x="929916" y="1299472"/>
                  </a:lnTo>
                  <a:lnTo>
                    <a:pt x="929897" y="1299465"/>
                  </a:lnTo>
                  <a:lnTo>
                    <a:pt x="929877" y="1299456"/>
                  </a:lnTo>
                  <a:lnTo>
                    <a:pt x="929862" y="1299444"/>
                  </a:lnTo>
                  <a:lnTo>
                    <a:pt x="929842" y="1299428"/>
                  </a:lnTo>
                  <a:lnTo>
                    <a:pt x="929832" y="1299413"/>
                  </a:lnTo>
                  <a:lnTo>
                    <a:pt x="929815" y="1299401"/>
                  </a:lnTo>
                  <a:lnTo>
                    <a:pt x="929793" y="1299386"/>
                  </a:lnTo>
                  <a:lnTo>
                    <a:pt x="929770" y="1299373"/>
                  </a:lnTo>
                  <a:lnTo>
                    <a:pt x="929750" y="1299364"/>
                  </a:lnTo>
                  <a:lnTo>
                    <a:pt x="929737" y="1299355"/>
                  </a:lnTo>
                  <a:lnTo>
                    <a:pt x="929724" y="1299341"/>
                  </a:lnTo>
                  <a:lnTo>
                    <a:pt x="929714" y="1299326"/>
                  </a:lnTo>
                  <a:lnTo>
                    <a:pt x="929706" y="1299303"/>
                  </a:lnTo>
                  <a:lnTo>
                    <a:pt x="929690" y="1299274"/>
                  </a:lnTo>
                  <a:lnTo>
                    <a:pt x="929668" y="1299234"/>
                  </a:lnTo>
                  <a:lnTo>
                    <a:pt x="929639" y="1299177"/>
                  </a:lnTo>
                  <a:lnTo>
                    <a:pt x="929616" y="1299136"/>
                  </a:lnTo>
                  <a:lnTo>
                    <a:pt x="929606" y="1299107"/>
                  </a:lnTo>
                  <a:lnTo>
                    <a:pt x="929601" y="1299085"/>
                  </a:lnTo>
                  <a:lnTo>
                    <a:pt x="929594" y="1299072"/>
                  </a:lnTo>
                  <a:lnTo>
                    <a:pt x="929572" y="1299044"/>
                  </a:lnTo>
                  <a:lnTo>
                    <a:pt x="929547" y="1299013"/>
                  </a:lnTo>
                  <a:lnTo>
                    <a:pt x="929516" y="1298983"/>
                  </a:lnTo>
                  <a:lnTo>
                    <a:pt x="929484" y="1298964"/>
                  </a:lnTo>
                  <a:lnTo>
                    <a:pt x="929451" y="1298943"/>
                  </a:lnTo>
                  <a:lnTo>
                    <a:pt x="929422" y="1298932"/>
                  </a:lnTo>
                  <a:lnTo>
                    <a:pt x="929404" y="1298925"/>
                  </a:lnTo>
                  <a:lnTo>
                    <a:pt x="929392" y="1298916"/>
                  </a:lnTo>
                  <a:lnTo>
                    <a:pt x="929377" y="1298910"/>
                  </a:lnTo>
                  <a:lnTo>
                    <a:pt x="929356" y="1298907"/>
                  </a:lnTo>
                  <a:lnTo>
                    <a:pt x="929323" y="1298911"/>
                  </a:lnTo>
                  <a:lnTo>
                    <a:pt x="929263" y="1298917"/>
                  </a:lnTo>
                  <a:lnTo>
                    <a:pt x="929224" y="1298916"/>
                  </a:lnTo>
                  <a:lnTo>
                    <a:pt x="929203" y="1298911"/>
                  </a:lnTo>
                  <a:lnTo>
                    <a:pt x="929183" y="1298904"/>
                  </a:lnTo>
                  <a:lnTo>
                    <a:pt x="929163" y="1298897"/>
                  </a:lnTo>
                  <a:lnTo>
                    <a:pt x="929150" y="1298890"/>
                  </a:lnTo>
                  <a:lnTo>
                    <a:pt x="929131" y="1298883"/>
                  </a:lnTo>
                  <a:lnTo>
                    <a:pt x="929111" y="1298874"/>
                  </a:lnTo>
                  <a:lnTo>
                    <a:pt x="929092" y="1298867"/>
                  </a:lnTo>
                  <a:lnTo>
                    <a:pt x="929066" y="1298867"/>
                  </a:lnTo>
                  <a:lnTo>
                    <a:pt x="929051" y="1298861"/>
                  </a:lnTo>
                  <a:lnTo>
                    <a:pt x="929042" y="1298854"/>
                  </a:lnTo>
                  <a:lnTo>
                    <a:pt x="929029" y="1298845"/>
                  </a:lnTo>
                  <a:lnTo>
                    <a:pt x="929018" y="1298834"/>
                  </a:lnTo>
                  <a:lnTo>
                    <a:pt x="929008" y="1298824"/>
                  </a:lnTo>
                  <a:lnTo>
                    <a:pt x="928989" y="1298812"/>
                  </a:lnTo>
                  <a:lnTo>
                    <a:pt x="928975" y="1298807"/>
                  </a:lnTo>
                  <a:lnTo>
                    <a:pt x="928957" y="1298799"/>
                  </a:lnTo>
                  <a:lnTo>
                    <a:pt x="928942" y="1298789"/>
                  </a:lnTo>
                  <a:lnTo>
                    <a:pt x="928935" y="1298778"/>
                  </a:lnTo>
                  <a:lnTo>
                    <a:pt x="928919" y="1298741"/>
                  </a:lnTo>
                  <a:lnTo>
                    <a:pt x="928903" y="1298691"/>
                  </a:lnTo>
                  <a:lnTo>
                    <a:pt x="928892" y="1298658"/>
                  </a:lnTo>
                  <a:lnTo>
                    <a:pt x="928890" y="1298633"/>
                  </a:lnTo>
                  <a:lnTo>
                    <a:pt x="928888" y="1298623"/>
                  </a:lnTo>
                  <a:lnTo>
                    <a:pt x="928886" y="1298615"/>
                  </a:lnTo>
                  <a:lnTo>
                    <a:pt x="928878" y="1298609"/>
                  </a:lnTo>
                  <a:lnTo>
                    <a:pt x="928866" y="1298605"/>
                  </a:lnTo>
                  <a:lnTo>
                    <a:pt x="928850" y="1298605"/>
                  </a:lnTo>
                  <a:lnTo>
                    <a:pt x="928813" y="1298613"/>
                  </a:lnTo>
                  <a:lnTo>
                    <a:pt x="928784" y="1298624"/>
                  </a:lnTo>
                  <a:lnTo>
                    <a:pt x="928751" y="1298643"/>
                  </a:lnTo>
                  <a:lnTo>
                    <a:pt x="928724" y="1298661"/>
                  </a:lnTo>
                  <a:lnTo>
                    <a:pt x="928690" y="1298692"/>
                  </a:lnTo>
                  <a:lnTo>
                    <a:pt x="928663" y="1298720"/>
                  </a:lnTo>
                  <a:lnTo>
                    <a:pt x="928645" y="1298753"/>
                  </a:lnTo>
                  <a:lnTo>
                    <a:pt x="928629" y="1298779"/>
                  </a:lnTo>
                  <a:lnTo>
                    <a:pt x="928619" y="1298792"/>
                  </a:lnTo>
                  <a:lnTo>
                    <a:pt x="928608" y="1298801"/>
                  </a:lnTo>
                  <a:lnTo>
                    <a:pt x="928597" y="1298800"/>
                  </a:lnTo>
                  <a:lnTo>
                    <a:pt x="928585" y="1298795"/>
                  </a:lnTo>
                  <a:lnTo>
                    <a:pt x="928560" y="1298776"/>
                  </a:lnTo>
                  <a:lnTo>
                    <a:pt x="928515" y="1298740"/>
                  </a:lnTo>
                  <a:lnTo>
                    <a:pt x="928461" y="1298688"/>
                  </a:lnTo>
                  <a:lnTo>
                    <a:pt x="928418" y="1298650"/>
                  </a:lnTo>
                  <a:lnTo>
                    <a:pt x="928398" y="1298620"/>
                  </a:lnTo>
                  <a:lnTo>
                    <a:pt x="928376" y="1298577"/>
                  </a:lnTo>
                  <a:lnTo>
                    <a:pt x="928358" y="1298539"/>
                  </a:lnTo>
                  <a:lnTo>
                    <a:pt x="928352" y="1298527"/>
                  </a:lnTo>
                  <a:lnTo>
                    <a:pt x="928342" y="1298514"/>
                  </a:lnTo>
                  <a:lnTo>
                    <a:pt x="928323" y="1298501"/>
                  </a:lnTo>
                  <a:lnTo>
                    <a:pt x="928273" y="1298472"/>
                  </a:lnTo>
                  <a:lnTo>
                    <a:pt x="928226" y="1298439"/>
                  </a:lnTo>
                  <a:lnTo>
                    <a:pt x="928204" y="1298426"/>
                  </a:lnTo>
                  <a:lnTo>
                    <a:pt x="928164" y="1298402"/>
                  </a:lnTo>
                  <a:lnTo>
                    <a:pt x="928138" y="1298387"/>
                  </a:lnTo>
                  <a:lnTo>
                    <a:pt x="928129" y="1298378"/>
                  </a:lnTo>
                  <a:lnTo>
                    <a:pt x="928096" y="1298349"/>
                  </a:lnTo>
                  <a:lnTo>
                    <a:pt x="928073" y="1298321"/>
                  </a:lnTo>
                  <a:lnTo>
                    <a:pt x="928037" y="1298292"/>
                  </a:lnTo>
                  <a:lnTo>
                    <a:pt x="928023" y="1298284"/>
                  </a:lnTo>
                  <a:lnTo>
                    <a:pt x="927996" y="1298276"/>
                  </a:lnTo>
                  <a:lnTo>
                    <a:pt x="927941" y="1298270"/>
                  </a:lnTo>
                  <a:lnTo>
                    <a:pt x="927916" y="1298267"/>
                  </a:lnTo>
                  <a:lnTo>
                    <a:pt x="927895" y="1298269"/>
                  </a:lnTo>
                  <a:lnTo>
                    <a:pt x="927874" y="1298278"/>
                  </a:lnTo>
                  <a:lnTo>
                    <a:pt x="927846" y="1298294"/>
                  </a:lnTo>
                  <a:lnTo>
                    <a:pt x="927815" y="1298310"/>
                  </a:lnTo>
                  <a:lnTo>
                    <a:pt x="927779" y="1298324"/>
                  </a:lnTo>
                  <a:lnTo>
                    <a:pt x="927752" y="1298327"/>
                  </a:lnTo>
                  <a:lnTo>
                    <a:pt x="927730" y="1298322"/>
                  </a:lnTo>
                  <a:lnTo>
                    <a:pt x="927708" y="1298313"/>
                  </a:lnTo>
                  <a:lnTo>
                    <a:pt x="927687" y="1298302"/>
                  </a:lnTo>
                  <a:lnTo>
                    <a:pt x="927661" y="1298290"/>
                  </a:lnTo>
                  <a:lnTo>
                    <a:pt x="927631" y="1298277"/>
                  </a:lnTo>
                  <a:lnTo>
                    <a:pt x="927607" y="1298259"/>
                  </a:lnTo>
                  <a:lnTo>
                    <a:pt x="927581" y="1298236"/>
                  </a:lnTo>
                  <a:lnTo>
                    <a:pt x="927566" y="1298224"/>
                  </a:lnTo>
                  <a:lnTo>
                    <a:pt x="927544" y="1298209"/>
                  </a:lnTo>
                  <a:lnTo>
                    <a:pt x="927515" y="1298191"/>
                  </a:lnTo>
                  <a:lnTo>
                    <a:pt x="927483" y="1298171"/>
                  </a:lnTo>
                  <a:lnTo>
                    <a:pt x="927462" y="1298159"/>
                  </a:lnTo>
                  <a:lnTo>
                    <a:pt x="927443" y="1298144"/>
                  </a:lnTo>
                  <a:lnTo>
                    <a:pt x="927420" y="1298126"/>
                  </a:lnTo>
                  <a:lnTo>
                    <a:pt x="927408" y="1298116"/>
                  </a:lnTo>
                  <a:lnTo>
                    <a:pt x="927395" y="1298101"/>
                  </a:lnTo>
                  <a:lnTo>
                    <a:pt x="927387" y="1298088"/>
                  </a:lnTo>
                  <a:lnTo>
                    <a:pt x="927375" y="1298075"/>
                  </a:lnTo>
                  <a:lnTo>
                    <a:pt x="927355" y="1298059"/>
                  </a:lnTo>
                  <a:lnTo>
                    <a:pt x="927323" y="1298032"/>
                  </a:lnTo>
                  <a:lnTo>
                    <a:pt x="927296" y="1298013"/>
                  </a:lnTo>
                  <a:lnTo>
                    <a:pt x="927279" y="1298007"/>
                  </a:lnTo>
                  <a:lnTo>
                    <a:pt x="927262" y="1298006"/>
                  </a:lnTo>
                  <a:lnTo>
                    <a:pt x="927242" y="1298009"/>
                  </a:lnTo>
                  <a:lnTo>
                    <a:pt x="927226" y="1298014"/>
                  </a:lnTo>
                  <a:lnTo>
                    <a:pt x="927206" y="1298029"/>
                  </a:lnTo>
                  <a:lnTo>
                    <a:pt x="927185" y="1298042"/>
                  </a:lnTo>
                  <a:lnTo>
                    <a:pt x="927170" y="1298047"/>
                  </a:lnTo>
                  <a:lnTo>
                    <a:pt x="927157" y="1298043"/>
                  </a:lnTo>
                  <a:lnTo>
                    <a:pt x="927146" y="1298034"/>
                  </a:lnTo>
                  <a:lnTo>
                    <a:pt x="927137" y="1298015"/>
                  </a:lnTo>
                  <a:lnTo>
                    <a:pt x="927130" y="1297994"/>
                  </a:lnTo>
                  <a:lnTo>
                    <a:pt x="927129" y="1297973"/>
                  </a:lnTo>
                  <a:lnTo>
                    <a:pt x="927135" y="1297928"/>
                  </a:lnTo>
                  <a:lnTo>
                    <a:pt x="927142" y="1297872"/>
                  </a:lnTo>
                  <a:lnTo>
                    <a:pt x="927143" y="1297827"/>
                  </a:lnTo>
                  <a:lnTo>
                    <a:pt x="927140" y="1297795"/>
                  </a:lnTo>
                  <a:lnTo>
                    <a:pt x="927129" y="1297760"/>
                  </a:lnTo>
                  <a:lnTo>
                    <a:pt x="927122" y="1297736"/>
                  </a:lnTo>
                  <a:lnTo>
                    <a:pt x="927120" y="1297720"/>
                  </a:lnTo>
                  <a:lnTo>
                    <a:pt x="927124" y="1297705"/>
                  </a:lnTo>
                  <a:lnTo>
                    <a:pt x="927123" y="1297685"/>
                  </a:lnTo>
                  <a:lnTo>
                    <a:pt x="927133" y="1297633"/>
                  </a:lnTo>
                  <a:lnTo>
                    <a:pt x="927139" y="1297591"/>
                  </a:lnTo>
                  <a:lnTo>
                    <a:pt x="927150" y="1297542"/>
                  </a:lnTo>
                  <a:lnTo>
                    <a:pt x="927162" y="1297506"/>
                  </a:lnTo>
                  <a:lnTo>
                    <a:pt x="927178" y="1297473"/>
                  </a:lnTo>
                  <a:lnTo>
                    <a:pt x="927189" y="1297447"/>
                  </a:lnTo>
                  <a:lnTo>
                    <a:pt x="927191" y="1297424"/>
                  </a:lnTo>
                  <a:lnTo>
                    <a:pt x="927186" y="1297381"/>
                  </a:lnTo>
                  <a:lnTo>
                    <a:pt x="927183" y="1297336"/>
                  </a:lnTo>
                  <a:lnTo>
                    <a:pt x="927186" y="1297309"/>
                  </a:lnTo>
                  <a:lnTo>
                    <a:pt x="927195" y="1297288"/>
                  </a:lnTo>
                  <a:lnTo>
                    <a:pt x="927212" y="1297252"/>
                  </a:lnTo>
                  <a:lnTo>
                    <a:pt x="927228" y="1297218"/>
                  </a:lnTo>
                  <a:lnTo>
                    <a:pt x="927241" y="1297193"/>
                  </a:lnTo>
                  <a:lnTo>
                    <a:pt x="927258" y="1297158"/>
                  </a:lnTo>
                  <a:lnTo>
                    <a:pt x="927280" y="1297123"/>
                  </a:lnTo>
                  <a:lnTo>
                    <a:pt x="927301" y="1297101"/>
                  </a:lnTo>
                  <a:lnTo>
                    <a:pt x="927321" y="1297090"/>
                  </a:lnTo>
                  <a:lnTo>
                    <a:pt x="927344" y="1297070"/>
                  </a:lnTo>
                  <a:lnTo>
                    <a:pt x="927375" y="1297027"/>
                  </a:lnTo>
                  <a:lnTo>
                    <a:pt x="927394" y="1297008"/>
                  </a:lnTo>
                  <a:lnTo>
                    <a:pt x="927430" y="1296967"/>
                  </a:lnTo>
                  <a:lnTo>
                    <a:pt x="927467" y="1296942"/>
                  </a:lnTo>
                  <a:lnTo>
                    <a:pt x="927490" y="1296935"/>
                  </a:lnTo>
                  <a:lnTo>
                    <a:pt x="927523" y="1296929"/>
                  </a:lnTo>
                  <a:lnTo>
                    <a:pt x="927576" y="1296912"/>
                  </a:lnTo>
                  <a:lnTo>
                    <a:pt x="927631" y="1296893"/>
                  </a:lnTo>
                  <a:lnTo>
                    <a:pt x="927660" y="1296881"/>
                  </a:lnTo>
                  <a:lnTo>
                    <a:pt x="927670" y="1296874"/>
                  </a:lnTo>
                  <a:lnTo>
                    <a:pt x="927682" y="1296862"/>
                  </a:lnTo>
                  <a:lnTo>
                    <a:pt x="927696" y="1296833"/>
                  </a:lnTo>
                  <a:lnTo>
                    <a:pt x="927705" y="1296801"/>
                  </a:lnTo>
                  <a:lnTo>
                    <a:pt x="927712" y="1296769"/>
                  </a:lnTo>
                  <a:lnTo>
                    <a:pt x="927723" y="1296750"/>
                  </a:lnTo>
                  <a:lnTo>
                    <a:pt x="927741" y="1296729"/>
                  </a:lnTo>
                  <a:lnTo>
                    <a:pt x="927765" y="1296709"/>
                  </a:lnTo>
                  <a:lnTo>
                    <a:pt x="927791" y="1296691"/>
                  </a:lnTo>
                  <a:lnTo>
                    <a:pt x="927806" y="1296685"/>
                  </a:lnTo>
                  <a:lnTo>
                    <a:pt x="927825" y="1296680"/>
                  </a:lnTo>
                  <a:lnTo>
                    <a:pt x="927842" y="1296678"/>
                  </a:lnTo>
                  <a:lnTo>
                    <a:pt x="927856" y="1296678"/>
                  </a:lnTo>
                  <a:lnTo>
                    <a:pt x="927873" y="1296674"/>
                  </a:lnTo>
                  <a:lnTo>
                    <a:pt x="927890" y="1296665"/>
                  </a:lnTo>
                  <a:lnTo>
                    <a:pt x="927917" y="1296648"/>
                  </a:lnTo>
                  <a:lnTo>
                    <a:pt x="927945" y="1296630"/>
                  </a:lnTo>
                  <a:lnTo>
                    <a:pt x="927965" y="1296623"/>
                  </a:lnTo>
                  <a:lnTo>
                    <a:pt x="927985" y="1296622"/>
                  </a:lnTo>
                  <a:lnTo>
                    <a:pt x="928009" y="1296623"/>
                  </a:lnTo>
                  <a:lnTo>
                    <a:pt x="928030" y="1296628"/>
                  </a:lnTo>
                  <a:lnTo>
                    <a:pt x="928059" y="1296627"/>
                  </a:lnTo>
                  <a:lnTo>
                    <a:pt x="928090" y="1296627"/>
                  </a:lnTo>
                  <a:lnTo>
                    <a:pt x="928106" y="1296622"/>
                  </a:lnTo>
                  <a:lnTo>
                    <a:pt x="928117" y="1296612"/>
                  </a:lnTo>
                  <a:lnTo>
                    <a:pt x="928133" y="1296584"/>
                  </a:lnTo>
                  <a:lnTo>
                    <a:pt x="928144" y="1296555"/>
                  </a:lnTo>
                  <a:lnTo>
                    <a:pt x="928155" y="1296543"/>
                  </a:lnTo>
                  <a:lnTo>
                    <a:pt x="928174" y="1296530"/>
                  </a:lnTo>
                  <a:lnTo>
                    <a:pt x="928199" y="1296518"/>
                  </a:lnTo>
                  <a:lnTo>
                    <a:pt x="928228" y="1296513"/>
                  </a:lnTo>
                  <a:lnTo>
                    <a:pt x="928252" y="1296509"/>
                  </a:lnTo>
                  <a:lnTo>
                    <a:pt x="928274" y="1296502"/>
                  </a:lnTo>
                  <a:lnTo>
                    <a:pt x="928290" y="1296495"/>
                  </a:lnTo>
                  <a:lnTo>
                    <a:pt x="928326" y="1296478"/>
                  </a:lnTo>
                  <a:lnTo>
                    <a:pt x="928347" y="1296472"/>
                  </a:lnTo>
                  <a:lnTo>
                    <a:pt x="928370" y="1296472"/>
                  </a:lnTo>
                  <a:lnTo>
                    <a:pt x="928391" y="1296476"/>
                  </a:lnTo>
                  <a:lnTo>
                    <a:pt x="928412" y="1296482"/>
                  </a:lnTo>
                  <a:lnTo>
                    <a:pt x="928428" y="1296482"/>
                  </a:lnTo>
                  <a:lnTo>
                    <a:pt x="928447" y="1296477"/>
                  </a:lnTo>
                  <a:lnTo>
                    <a:pt x="928486" y="1296453"/>
                  </a:lnTo>
                  <a:lnTo>
                    <a:pt x="928510" y="1296422"/>
                  </a:lnTo>
                  <a:lnTo>
                    <a:pt x="928521" y="1296396"/>
                  </a:lnTo>
                  <a:lnTo>
                    <a:pt x="928526" y="1296376"/>
                  </a:lnTo>
                  <a:lnTo>
                    <a:pt x="928530" y="1296349"/>
                  </a:lnTo>
                  <a:lnTo>
                    <a:pt x="928533" y="1296327"/>
                  </a:lnTo>
                  <a:lnTo>
                    <a:pt x="928545" y="1296291"/>
                  </a:lnTo>
                  <a:lnTo>
                    <a:pt x="928559" y="1296270"/>
                  </a:lnTo>
                  <a:lnTo>
                    <a:pt x="928583" y="1296253"/>
                  </a:lnTo>
                  <a:lnTo>
                    <a:pt x="928642" y="1296230"/>
                  </a:lnTo>
                  <a:lnTo>
                    <a:pt x="928671" y="1296215"/>
                  </a:lnTo>
                  <a:lnTo>
                    <a:pt x="928688" y="1296205"/>
                  </a:lnTo>
                  <a:lnTo>
                    <a:pt x="928698" y="1296184"/>
                  </a:lnTo>
                  <a:lnTo>
                    <a:pt x="928710" y="1296144"/>
                  </a:lnTo>
                  <a:lnTo>
                    <a:pt x="928713" y="1296129"/>
                  </a:lnTo>
                  <a:lnTo>
                    <a:pt x="928729" y="1296096"/>
                  </a:lnTo>
                  <a:lnTo>
                    <a:pt x="928739" y="1296075"/>
                  </a:lnTo>
                  <a:lnTo>
                    <a:pt x="928741" y="1296053"/>
                  </a:lnTo>
                  <a:lnTo>
                    <a:pt x="928738" y="1296016"/>
                  </a:lnTo>
                  <a:lnTo>
                    <a:pt x="928738" y="1295997"/>
                  </a:lnTo>
                  <a:lnTo>
                    <a:pt x="928741" y="1295978"/>
                  </a:lnTo>
                  <a:lnTo>
                    <a:pt x="928746" y="1295961"/>
                  </a:lnTo>
                  <a:lnTo>
                    <a:pt x="928747" y="1295936"/>
                  </a:lnTo>
                  <a:lnTo>
                    <a:pt x="928749" y="1295908"/>
                  </a:lnTo>
                  <a:lnTo>
                    <a:pt x="928754" y="1295875"/>
                  </a:lnTo>
                  <a:lnTo>
                    <a:pt x="928767" y="1295834"/>
                  </a:lnTo>
                  <a:lnTo>
                    <a:pt x="928778" y="1295798"/>
                  </a:lnTo>
                  <a:lnTo>
                    <a:pt x="928789" y="1295761"/>
                  </a:lnTo>
                  <a:lnTo>
                    <a:pt x="928804" y="1295702"/>
                  </a:lnTo>
                  <a:lnTo>
                    <a:pt x="928823" y="1295631"/>
                  </a:lnTo>
                  <a:lnTo>
                    <a:pt x="928832" y="1295593"/>
                  </a:lnTo>
                  <a:lnTo>
                    <a:pt x="928840" y="1295572"/>
                  </a:lnTo>
                  <a:lnTo>
                    <a:pt x="928859" y="1295535"/>
                  </a:lnTo>
                  <a:lnTo>
                    <a:pt x="928910" y="1295478"/>
                  </a:lnTo>
                  <a:lnTo>
                    <a:pt x="928957" y="1295450"/>
                  </a:lnTo>
                  <a:lnTo>
                    <a:pt x="928992" y="1295436"/>
                  </a:lnTo>
                  <a:lnTo>
                    <a:pt x="929020" y="1295417"/>
                  </a:lnTo>
                  <a:lnTo>
                    <a:pt x="929042" y="1295397"/>
                  </a:lnTo>
                  <a:lnTo>
                    <a:pt x="929061" y="1295389"/>
                  </a:lnTo>
                  <a:lnTo>
                    <a:pt x="929082" y="1295389"/>
                  </a:lnTo>
                  <a:lnTo>
                    <a:pt x="929106" y="1295390"/>
                  </a:lnTo>
                  <a:lnTo>
                    <a:pt x="929122" y="1295390"/>
                  </a:lnTo>
                  <a:lnTo>
                    <a:pt x="929141" y="1295390"/>
                  </a:lnTo>
                  <a:lnTo>
                    <a:pt x="929159" y="1295383"/>
                  </a:lnTo>
                  <a:lnTo>
                    <a:pt x="929177" y="1295370"/>
                  </a:lnTo>
                  <a:lnTo>
                    <a:pt x="929215" y="1295345"/>
                  </a:lnTo>
                  <a:lnTo>
                    <a:pt x="929230" y="1295342"/>
                  </a:lnTo>
                  <a:lnTo>
                    <a:pt x="929243" y="1295343"/>
                  </a:lnTo>
                  <a:lnTo>
                    <a:pt x="929283" y="1295351"/>
                  </a:lnTo>
                  <a:lnTo>
                    <a:pt x="929332" y="1295363"/>
                  </a:lnTo>
                  <a:lnTo>
                    <a:pt x="929370" y="1295364"/>
                  </a:lnTo>
                  <a:lnTo>
                    <a:pt x="929404" y="1295365"/>
                  </a:lnTo>
                  <a:lnTo>
                    <a:pt x="929415" y="1295361"/>
                  </a:lnTo>
                  <a:lnTo>
                    <a:pt x="929429" y="1295351"/>
                  </a:lnTo>
                  <a:lnTo>
                    <a:pt x="929460" y="1295327"/>
                  </a:lnTo>
                  <a:lnTo>
                    <a:pt x="929486" y="1295306"/>
                  </a:lnTo>
                  <a:lnTo>
                    <a:pt x="929525" y="1295286"/>
                  </a:lnTo>
                  <a:lnTo>
                    <a:pt x="929540" y="1295264"/>
                  </a:lnTo>
                  <a:lnTo>
                    <a:pt x="929557" y="1295241"/>
                  </a:lnTo>
                  <a:lnTo>
                    <a:pt x="929592" y="1295211"/>
                  </a:lnTo>
                  <a:lnTo>
                    <a:pt x="929615" y="1295199"/>
                  </a:lnTo>
                  <a:lnTo>
                    <a:pt x="929643" y="1295183"/>
                  </a:lnTo>
                  <a:lnTo>
                    <a:pt x="929675" y="1295172"/>
                  </a:lnTo>
                  <a:lnTo>
                    <a:pt x="929697" y="1295162"/>
                  </a:lnTo>
                  <a:lnTo>
                    <a:pt x="929727" y="1295142"/>
                  </a:lnTo>
                  <a:lnTo>
                    <a:pt x="929744" y="1295134"/>
                  </a:lnTo>
                  <a:lnTo>
                    <a:pt x="929772" y="1295130"/>
                  </a:lnTo>
                  <a:lnTo>
                    <a:pt x="929802" y="1295119"/>
                  </a:lnTo>
                  <a:lnTo>
                    <a:pt x="929825" y="1295116"/>
                  </a:lnTo>
                  <a:lnTo>
                    <a:pt x="929839" y="1295111"/>
                  </a:lnTo>
                  <a:lnTo>
                    <a:pt x="929857" y="1295098"/>
                  </a:lnTo>
                  <a:lnTo>
                    <a:pt x="929908" y="1295064"/>
                  </a:lnTo>
                  <a:lnTo>
                    <a:pt x="929922" y="1295060"/>
                  </a:lnTo>
                  <a:lnTo>
                    <a:pt x="929939" y="1295059"/>
                  </a:lnTo>
                  <a:lnTo>
                    <a:pt x="929958" y="1295054"/>
                  </a:lnTo>
                  <a:lnTo>
                    <a:pt x="929987" y="1295043"/>
                  </a:lnTo>
                  <a:lnTo>
                    <a:pt x="930039" y="1295020"/>
                  </a:lnTo>
                  <a:lnTo>
                    <a:pt x="930073" y="1295008"/>
                  </a:lnTo>
                  <a:lnTo>
                    <a:pt x="930086" y="1295008"/>
                  </a:lnTo>
                  <a:lnTo>
                    <a:pt x="930105" y="1295012"/>
                  </a:lnTo>
                  <a:lnTo>
                    <a:pt x="930135" y="1295021"/>
                  </a:lnTo>
                  <a:lnTo>
                    <a:pt x="930179" y="1295035"/>
                  </a:lnTo>
                  <a:lnTo>
                    <a:pt x="930190" y="1295034"/>
                  </a:lnTo>
                  <a:lnTo>
                    <a:pt x="930199" y="1295028"/>
                  </a:lnTo>
                  <a:lnTo>
                    <a:pt x="930222" y="1295009"/>
                  </a:lnTo>
                  <a:lnTo>
                    <a:pt x="930266" y="1294969"/>
                  </a:lnTo>
                  <a:lnTo>
                    <a:pt x="930278" y="1294963"/>
                  </a:lnTo>
                  <a:lnTo>
                    <a:pt x="930313" y="1294962"/>
                  </a:lnTo>
                  <a:lnTo>
                    <a:pt x="930380" y="1294965"/>
                  </a:lnTo>
                  <a:lnTo>
                    <a:pt x="930396" y="1294964"/>
                  </a:lnTo>
                  <a:lnTo>
                    <a:pt x="930415" y="1294956"/>
                  </a:lnTo>
                  <a:lnTo>
                    <a:pt x="930447" y="1294934"/>
                  </a:lnTo>
                  <a:lnTo>
                    <a:pt x="930463" y="1294916"/>
                  </a:lnTo>
                  <a:lnTo>
                    <a:pt x="930476" y="1294897"/>
                  </a:lnTo>
                  <a:lnTo>
                    <a:pt x="930494" y="1294864"/>
                  </a:lnTo>
                  <a:lnTo>
                    <a:pt x="930515" y="1294819"/>
                  </a:lnTo>
                  <a:lnTo>
                    <a:pt x="930527" y="1294792"/>
                  </a:lnTo>
                  <a:lnTo>
                    <a:pt x="930538" y="1294776"/>
                  </a:lnTo>
                  <a:lnTo>
                    <a:pt x="930556" y="1294761"/>
                  </a:lnTo>
                  <a:lnTo>
                    <a:pt x="930570" y="1294749"/>
                  </a:lnTo>
                  <a:lnTo>
                    <a:pt x="930582" y="1294753"/>
                  </a:lnTo>
                  <a:lnTo>
                    <a:pt x="930595" y="1294756"/>
                  </a:lnTo>
                  <a:lnTo>
                    <a:pt x="930601" y="1294763"/>
                  </a:lnTo>
                  <a:lnTo>
                    <a:pt x="930612" y="1294756"/>
                  </a:lnTo>
                  <a:lnTo>
                    <a:pt x="930625" y="1294752"/>
                  </a:lnTo>
                  <a:lnTo>
                    <a:pt x="930648" y="1294745"/>
                  </a:lnTo>
                  <a:lnTo>
                    <a:pt x="930663" y="1294740"/>
                  </a:lnTo>
                  <a:lnTo>
                    <a:pt x="930686" y="1294730"/>
                  </a:lnTo>
                  <a:lnTo>
                    <a:pt x="930707" y="1294722"/>
                  </a:lnTo>
                  <a:lnTo>
                    <a:pt x="930742" y="1294709"/>
                  </a:lnTo>
                  <a:lnTo>
                    <a:pt x="930766" y="1294698"/>
                  </a:lnTo>
                  <a:lnTo>
                    <a:pt x="930771" y="1294695"/>
                  </a:lnTo>
                  <a:lnTo>
                    <a:pt x="930781" y="1294695"/>
                  </a:lnTo>
                  <a:lnTo>
                    <a:pt x="930792" y="1294693"/>
                  </a:lnTo>
                  <a:lnTo>
                    <a:pt x="930795" y="1294688"/>
                  </a:lnTo>
                  <a:lnTo>
                    <a:pt x="930801" y="1294679"/>
                  </a:lnTo>
                  <a:lnTo>
                    <a:pt x="930807" y="1294671"/>
                  </a:lnTo>
                  <a:lnTo>
                    <a:pt x="930814" y="1294666"/>
                  </a:lnTo>
                  <a:lnTo>
                    <a:pt x="930823" y="1294663"/>
                  </a:lnTo>
                  <a:lnTo>
                    <a:pt x="930834" y="1294661"/>
                  </a:lnTo>
                  <a:lnTo>
                    <a:pt x="930858" y="1294662"/>
                  </a:lnTo>
                  <a:lnTo>
                    <a:pt x="930890" y="1294668"/>
                  </a:lnTo>
                  <a:lnTo>
                    <a:pt x="930922" y="1294677"/>
                  </a:lnTo>
                  <a:lnTo>
                    <a:pt x="930954" y="1294688"/>
                  </a:lnTo>
                  <a:lnTo>
                    <a:pt x="930974" y="1294694"/>
                  </a:lnTo>
                  <a:lnTo>
                    <a:pt x="930984" y="1294696"/>
                  </a:lnTo>
                  <a:lnTo>
                    <a:pt x="930993" y="1294696"/>
                  </a:lnTo>
                  <a:lnTo>
                    <a:pt x="931003" y="1294696"/>
                  </a:lnTo>
                  <a:lnTo>
                    <a:pt x="931007" y="1294692"/>
                  </a:lnTo>
                  <a:lnTo>
                    <a:pt x="931015" y="1294686"/>
                  </a:lnTo>
                  <a:lnTo>
                    <a:pt x="931019" y="1294678"/>
                  </a:lnTo>
                  <a:lnTo>
                    <a:pt x="931021" y="1294670"/>
                  </a:lnTo>
                  <a:lnTo>
                    <a:pt x="931020" y="1294662"/>
                  </a:lnTo>
                  <a:lnTo>
                    <a:pt x="931020" y="1294651"/>
                  </a:lnTo>
                  <a:lnTo>
                    <a:pt x="931019" y="1294643"/>
                  </a:lnTo>
                  <a:lnTo>
                    <a:pt x="931017" y="1294629"/>
                  </a:lnTo>
                  <a:lnTo>
                    <a:pt x="931016" y="1294618"/>
                  </a:lnTo>
                  <a:lnTo>
                    <a:pt x="931011" y="1294605"/>
                  </a:lnTo>
                  <a:lnTo>
                    <a:pt x="931003" y="1294590"/>
                  </a:lnTo>
                  <a:lnTo>
                    <a:pt x="930997" y="1294579"/>
                  </a:lnTo>
                  <a:lnTo>
                    <a:pt x="930989" y="1294563"/>
                  </a:lnTo>
                  <a:lnTo>
                    <a:pt x="930977" y="1294546"/>
                  </a:lnTo>
                  <a:lnTo>
                    <a:pt x="930960" y="1294524"/>
                  </a:lnTo>
                  <a:lnTo>
                    <a:pt x="930949" y="1294506"/>
                  </a:lnTo>
                  <a:lnTo>
                    <a:pt x="930934" y="1294481"/>
                  </a:lnTo>
                  <a:lnTo>
                    <a:pt x="930926" y="1294472"/>
                  </a:lnTo>
                  <a:lnTo>
                    <a:pt x="930922" y="1294465"/>
                  </a:lnTo>
                  <a:lnTo>
                    <a:pt x="930908" y="1294439"/>
                  </a:lnTo>
                  <a:lnTo>
                    <a:pt x="930894" y="1294414"/>
                  </a:lnTo>
                  <a:lnTo>
                    <a:pt x="930888" y="1294399"/>
                  </a:lnTo>
                  <a:lnTo>
                    <a:pt x="930872" y="1294375"/>
                  </a:lnTo>
                  <a:lnTo>
                    <a:pt x="930869" y="1294368"/>
                  </a:lnTo>
                  <a:lnTo>
                    <a:pt x="930864" y="1294363"/>
                  </a:lnTo>
                  <a:lnTo>
                    <a:pt x="930857" y="1294354"/>
                  </a:lnTo>
                  <a:lnTo>
                    <a:pt x="930852" y="1294346"/>
                  </a:lnTo>
                  <a:lnTo>
                    <a:pt x="930849" y="1294340"/>
                  </a:lnTo>
                  <a:lnTo>
                    <a:pt x="930846" y="1294330"/>
                  </a:lnTo>
                  <a:lnTo>
                    <a:pt x="930846" y="1294319"/>
                  </a:lnTo>
                  <a:lnTo>
                    <a:pt x="930846" y="1294311"/>
                  </a:lnTo>
                  <a:lnTo>
                    <a:pt x="930849" y="1294302"/>
                  </a:lnTo>
                  <a:lnTo>
                    <a:pt x="930853" y="1294289"/>
                  </a:lnTo>
                  <a:lnTo>
                    <a:pt x="930858" y="1294283"/>
                  </a:lnTo>
                  <a:lnTo>
                    <a:pt x="930862" y="1294276"/>
                  </a:lnTo>
                  <a:lnTo>
                    <a:pt x="930867" y="1294273"/>
                  </a:lnTo>
                  <a:lnTo>
                    <a:pt x="930870" y="1294264"/>
                  </a:lnTo>
                  <a:lnTo>
                    <a:pt x="930874" y="1294254"/>
                  </a:lnTo>
                  <a:lnTo>
                    <a:pt x="930879" y="1294243"/>
                  </a:lnTo>
                  <a:lnTo>
                    <a:pt x="930878" y="1294238"/>
                  </a:lnTo>
                  <a:lnTo>
                    <a:pt x="930878" y="1294230"/>
                  </a:lnTo>
                  <a:lnTo>
                    <a:pt x="930877" y="1294224"/>
                  </a:lnTo>
                  <a:lnTo>
                    <a:pt x="930874" y="1294219"/>
                  </a:lnTo>
                  <a:lnTo>
                    <a:pt x="930869" y="1294213"/>
                  </a:lnTo>
                  <a:lnTo>
                    <a:pt x="930863" y="1294207"/>
                  </a:lnTo>
                  <a:lnTo>
                    <a:pt x="930858" y="1294204"/>
                  </a:lnTo>
                  <a:lnTo>
                    <a:pt x="930843" y="1294197"/>
                  </a:lnTo>
                  <a:lnTo>
                    <a:pt x="930833" y="1294190"/>
                  </a:lnTo>
                  <a:lnTo>
                    <a:pt x="930819" y="1294183"/>
                  </a:lnTo>
                  <a:lnTo>
                    <a:pt x="930811" y="1294179"/>
                  </a:lnTo>
                  <a:lnTo>
                    <a:pt x="930807" y="1294174"/>
                  </a:lnTo>
                  <a:lnTo>
                    <a:pt x="930804" y="1294171"/>
                  </a:lnTo>
                  <a:lnTo>
                    <a:pt x="930802" y="1294166"/>
                  </a:lnTo>
                  <a:lnTo>
                    <a:pt x="930800" y="1294158"/>
                  </a:lnTo>
                  <a:lnTo>
                    <a:pt x="930800" y="1294154"/>
                  </a:lnTo>
                  <a:lnTo>
                    <a:pt x="930800" y="1294149"/>
                  </a:lnTo>
                  <a:lnTo>
                    <a:pt x="930791" y="1294138"/>
                  </a:lnTo>
                  <a:lnTo>
                    <a:pt x="930786" y="1294128"/>
                  </a:lnTo>
                  <a:lnTo>
                    <a:pt x="930783" y="1294117"/>
                  </a:lnTo>
                  <a:lnTo>
                    <a:pt x="930781" y="1294109"/>
                  </a:lnTo>
                  <a:lnTo>
                    <a:pt x="930779" y="1294092"/>
                  </a:lnTo>
                  <a:lnTo>
                    <a:pt x="930777" y="1294086"/>
                  </a:lnTo>
                  <a:lnTo>
                    <a:pt x="930777" y="1294079"/>
                  </a:lnTo>
                  <a:lnTo>
                    <a:pt x="930778" y="1294071"/>
                  </a:lnTo>
                  <a:lnTo>
                    <a:pt x="930780" y="1294064"/>
                  </a:lnTo>
                  <a:lnTo>
                    <a:pt x="930785" y="1294054"/>
                  </a:lnTo>
                  <a:lnTo>
                    <a:pt x="930790" y="1294043"/>
                  </a:lnTo>
                  <a:lnTo>
                    <a:pt x="930805" y="1294024"/>
                  </a:lnTo>
                  <a:lnTo>
                    <a:pt x="930808" y="1294017"/>
                  </a:lnTo>
                  <a:lnTo>
                    <a:pt x="930814" y="1294008"/>
                  </a:lnTo>
                  <a:lnTo>
                    <a:pt x="930819" y="1294005"/>
                  </a:lnTo>
                  <a:lnTo>
                    <a:pt x="930825" y="1293998"/>
                  </a:lnTo>
                  <a:lnTo>
                    <a:pt x="930835" y="1293985"/>
                  </a:lnTo>
                  <a:lnTo>
                    <a:pt x="930841" y="1293974"/>
                  </a:lnTo>
                  <a:lnTo>
                    <a:pt x="930849" y="1293955"/>
                  </a:lnTo>
                  <a:lnTo>
                    <a:pt x="930850" y="1293951"/>
                  </a:lnTo>
                  <a:lnTo>
                    <a:pt x="930850" y="1293946"/>
                  </a:lnTo>
                  <a:lnTo>
                    <a:pt x="930850" y="1293938"/>
                  </a:lnTo>
                  <a:lnTo>
                    <a:pt x="930848" y="1293914"/>
                  </a:lnTo>
                  <a:lnTo>
                    <a:pt x="930845" y="1293889"/>
                  </a:lnTo>
                  <a:lnTo>
                    <a:pt x="930843" y="1293868"/>
                  </a:lnTo>
                  <a:lnTo>
                    <a:pt x="930843" y="1293859"/>
                  </a:lnTo>
                  <a:lnTo>
                    <a:pt x="930845" y="1293853"/>
                  </a:lnTo>
                  <a:lnTo>
                    <a:pt x="930846" y="1293845"/>
                  </a:lnTo>
                  <a:lnTo>
                    <a:pt x="930847" y="1293840"/>
                  </a:lnTo>
                  <a:lnTo>
                    <a:pt x="930849" y="1293835"/>
                  </a:lnTo>
                  <a:lnTo>
                    <a:pt x="930853" y="1293831"/>
                  </a:lnTo>
                  <a:lnTo>
                    <a:pt x="930859" y="1293830"/>
                  </a:lnTo>
                  <a:lnTo>
                    <a:pt x="930867" y="1293829"/>
                  </a:lnTo>
                  <a:lnTo>
                    <a:pt x="930874" y="1293828"/>
                  </a:lnTo>
                  <a:lnTo>
                    <a:pt x="930878" y="1293832"/>
                  </a:lnTo>
                  <a:lnTo>
                    <a:pt x="930888" y="1293833"/>
                  </a:lnTo>
                  <a:lnTo>
                    <a:pt x="930894" y="1293833"/>
                  </a:lnTo>
                  <a:lnTo>
                    <a:pt x="930900" y="1293836"/>
                  </a:lnTo>
                  <a:lnTo>
                    <a:pt x="930910" y="1293839"/>
                  </a:lnTo>
                  <a:lnTo>
                    <a:pt x="930920" y="1293844"/>
                  </a:lnTo>
                  <a:lnTo>
                    <a:pt x="930936" y="1293855"/>
                  </a:lnTo>
                  <a:lnTo>
                    <a:pt x="930952" y="1293866"/>
                  </a:lnTo>
                  <a:lnTo>
                    <a:pt x="930969" y="1293881"/>
                  </a:lnTo>
                  <a:lnTo>
                    <a:pt x="930974" y="1293886"/>
                  </a:lnTo>
                  <a:lnTo>
                    <a:pt x="930981" y="1293891"/>
                  </a:lnTo>
                  <a:lnTo>
                    <a:pt x="930988" y="1293895"/>
                  </a:lnTo>
                  <a:lnTo>
                    <a:pt x="930997" y="1293900"/>
                  </a:lnTo>
                  <a:lnTo>
                    <a:pt x="931003" y="1293905"/>
                  </a:lnTo>
                  <a:lnTo>
                    <a:pt x="931012" y="1293908"/>
                  </a:lnTo>
                  <a:lnTo>
                    <a:pt x="931020" y="1293909"/>
                  </a:lnTo>
                  <a:lnTo>
                    <a:pt x="931027" y="1293912"/>
                  </a:lnTo>
                  <a:lnTo>
                    <a:pt x="931048" y="1293920"/>
                  </a:lnTo>
                  <a:lnTo>
                    <a:pt x="931071" y="1293932"/>
                  </a:lnTo>
                  <a:lnTo>
                    <a:pt x="931100" y="1293950"/>
                  </a:lnTo>
                  <a:lnTo>
                    <a:pt x="931120" y="1293965"/>
                  </a:lnTo>
                  <a:lnTo>
                    <a:pt x="931132" y="1293971"/>
                  </a:lnTo>
                  <a:lnTo>
                    <a:pt x="931137" y="1293973"/>
                  </a:lnTo>
                  <a:lnTo>
                    <a:pt x="931141" y="1293976"/>
                  </a:lnTo>
                  <a:lnTo>
                    <a:pt x="931148" y="1293976"/>
                  </a:lnTo>
                  <a:lnTo>
                    <a:pt x="931154" y="1293977"/>
                  </a:lnTo>
                  <a:lnTo>
                    <a:pt x="931164" y="1293968"/>
                  </a:lnTo>
                  <a:lnTo>
                    <a:pt x="931170" y="1293960"/>
                  </a:lnTo>
                  <a:lnTo>
                    <a:pt x="931179" y="1293952"/>
                  </a:lnTo>
                  <a:lnTo>
                    <a:pt x="931182" y="1293949"/>
                  </a:lnTo>
                  <a:lnTo>
                    <a:pt x="931185" y="1293944"/>
                  </a:lnTo>
                  <a:lnTo>
                    <a:pt x="931187" y="1293938"/>
                  </a:lnTo>
                  <a:lnTo>
                    <a:pt x="931183" y="1293919"/>
                  </a:lnTo>
                  <a:lnTo>
                    <a:pt x="931179" y="1293901"/>
                  </a:lnTo>
                  <a:lnTo>
                    <a:pt x="931173" y="1293887"/>
                  </a:lnTo>
                  <a:lnTo>
                    <a:pt x="931171" y="1293879"/>
                  </a:lnTo>
                  <a:lnTo>
                    <a:pt x="931171" y="1293871"/>
                  </a:lnTo>
                  <a:lnTo>
                    <a:pt x="931171" y="1293862"/>
                  </a:lnTo>
                  <a:lnTo>
                    <a:pt x="931171" y="1293854"/>
                  </a:lnTo>
                  <a:lnTo>
                    <a:pt x="931172" y="1293848"/>
                  </a:lnTo>
                  <a:lnTo>
                    <a:pt x="931175" y="1293840"/>
                  </a:lnTo>
                  <a:lnTo>
                    <a:pt x="931180" y="1293830"/>
                  </a:lnTo>
                  <a:lnTo>
                    <a:pt x="931184" y="1293816"/>
                  </a:lnTo>
                  <a:lnTo>
                    <a:pt x="931187" y="1293803"/>
                  </a:lnTo>
                  <a:lnTo>
                    <a:pt x="931188" y="1293791"/>
                  </a:lnTo>
                  <a:lnTo>
                    <a:pt x="931188" y="1293775"/>
                  </a:lnTo>
                  <a:lnTo>
                    <a:pt x="931186" y="1293754"/>
                  </a:lnTo>
                  <a:lnTo>
                    <a:pt x="931182" y="1293716"/>
                  </a:lnTo>
                  <a:lnTo>
                    <a:pt x="931180" y="1293696"/>
                  </a:lnTo>
                  <a:lnTo>
                    <a:pt x="931181" y="1293683"/>
                  </a:lnTo>
                  <a:lnTo>
                    <a:pt x="931183" y="1293669"/>
                  </a:lnTo>
                  <a:lnTo>
                    <a:pt x="931194" y="1293631"/>
                  </a:lnTo>
                  <a:lnTo>
                    <a:pt x="931199" y="1293618"/>
                  </a:lnTo>
                  <a:lnTo>
                    <a:pt x="931199" y="1293612"/>
                  </a:lnTo>
                  <a:lnTo>
                    <a:pt x="931192" y="1293575"/>
                  </a:lnTo>
                  <a:lnTo>
                    <a:pt x="931192" y="1293549"/>
                  </a:lnTo>
                  <a:lnTo>
                    <a:pt x="931192" y="1293538"/>
                  </a:lnTo>
                  <a:lnTo>
                    <a:pt x="931187" y="1293530"/>
                  </a:lnTo>
                  <a:lnTo>
                    <a:pt x="931181" y="1293524"/>
                  </a:lnTo>
                  <a:lnTo>
                    <a:pt x="931174" y="1293519"/>
                  </a:lnTo>
                  <a:lnTo>
                    <a:pt x="931164" y="1293514"/>
                  </a:lnTo>
                  <a:lnTo>
                    <a:pt x="931155" y="1293510"/>
                  </a:lnTo>
                  <a:lnTo>
                    <a:pt x="931142" y="1293500"/>
                  </a:lnTo>
                  <a:lnTo>
                    <a:pt x="931131" y="1293491"/>
                  </a:lnTo>
                  <a:lnTo>
                    <a:pt x="931125" y="1293483"/>
                  </a:lnTo>
                  <a:lnTo>
                    <a:pt x="931122" y="1293477"/>
                  </a:lnTo>
                  <a:lnTo>
                    <a:pt x="931122" y="1293470"/>
                  </a:lnTo>
                  <a:lnTo>
                    <a:pt x="931124" y="1293448"/>
                  </a:lnTo>
                  <a:lnTo>
                    <a:pt x="931126" y="1293429"/>
                  </a:lnTo>
                  <a:lnTo>
                    <a:pt x="931132" y="1293402"/>
                  </a:lnTo>
                  <a:lnTo>
                    <a:pt x="931136" y="1293372"/>
                  </a:lnTo>
                  <a:lnTo>
                    <a:pt x="931137" y="1293350"/>
                  </a:lnTo>
                  <a:lnTo>
                    <a:pt x="931139" y="1293341"/>
                  </a:lnTo>
                  <a:lnTo>
                    <a:pt x="931141" y="1293327"/>
                  </a:lnTo>
                  <a:lnTo>
                    <a:pt x="931144" y="1293318"/>
                  </a:lnTo>
                  <a:lnTo>
                    <a:pt x="931149" y="1293307"/>
                  </a:lnTo>
                  <a:lnTo>
                    <a:pt x="931156" y="1293296"/>
                  </a:lnTo>
                  <a:lnTo>
                    <a:pt x="931161" y="1293288"/>
                  </a:lnTo>
                  <a:lnTo>
                    <a:pt x="931168" y="1293277"/>
                  </a:lnTo>
                  <a:lnTo>
                    <a:pt x="931182" y="1293263"/>
                  </a:lnTo>
                  <a:lnTo>
                    <a:pt x="931204" y="1293240"/>
                  </a:lnTo>
                  <a:lnTo>
                    <a:pt x="931230" y="1293219"/>
                  </a:lnTo>
                  <a:lnTo>
                    <a:pt x="931253" y="1293202"/>
                  </a:lnTo>
                  <a:lnTo>
                    <a:pt x="931263" y="1293181"/>
                  </a:lnTo>
                  <a:lnTo>
                    <a:pt x="931272" y="1293161"/>
                  </a:lnTo>
                  <a:lnTo>
                    <a:pt x="931278" y="1293140"/>
                  </a:lnTo>
                  <a:lnTo>
                    <a:pt x="931282" y="1293116"/>
                  </a:lnTo>
                  <a:lnTo>
                    <a:pt x="931288" y="1293078"/>
                  </a:lnTo>
                  <a:lnTo>
                    <a:pt x="931297" y="1293045"/>
                  </a:lnTo>
                  <a:lnTo>
                    <a:pt x="931301" y="1293026"/>
                  </a:lnTo>
                  <a:lnTo>
                    <a:pt x="931301" y="1293015"/>
                  </a:lnTo>
                  <a:lnTo>
                    <a:pt x="931301" y="1293007"/>
                  </a:lnTo>
                  <a:lnTo>
                    <a:pt x="931301" y="1293002"/>
                  </a:lnTo>
                  <a:lnTo>
                    <a:pt x="931296" y="1292996"/>
                  </a:lnTo>
                  <a:lnTo>
                    <a:pt x="931288" y="1292982"/>
                  </a:lnTo>
                  <a:lnTo>
                    <a:pt x="931279" y="1292971"/>
                  </a:lnTo>
                  <a:lnTo>
                    <a:pt x="931276" y="1292966"/>
                  </a:lnTo>
                  <a:lnTo>
                    <a:pt x="931258" y="1292944"/>
                  </a:lnTo>
                  <a:lnTo>
                    <a:pt x="931242" y="1292927"/>
                  </a:lnTo>
                  <a:lnTo>
                    <a:pt x="931233" y="1292916"/>
                  </a:lnTo>
                  <a:lnTo>
                    <a:pt x="931226" y="1292906"/>
                  </a:lnTo>
                  <a:lnTo>
                    <a:pt x="931217" y="1292895"/>
                  </a:lnTo>
                  <a:lnTo>
                    <a:pt x="931206" y="1292883"/>
                  </a:lnTo>
                  <a:lnTo>
                    <a:pt x="931201" y="1292875"/>
                  </a:lnTo>
                  <a:lnTo>
                    <a:pt x="931196" y="1292862"/>
                  </a:lnTo>
                  <a:lnTo>
                    <a:pt x="931190" y="1292845"/>
                  </a:lnTo>
                  <a:lnTo>
                    <a:pt x="931190" y="1292839"/>
                  </a:lnTo>
                  <a:lnTo>
                    <a:pt x="931190" y="1292828"/>
                  </a:lnTo>
                  <a:lnTo>
                    <a:pt x="931191" y="1292820"/>
                  </a:lnTo>
                  <a:lnTo>
                    <a:pt x="931194" y="1292812"/>
                  </a:lnTo>
                  <a:lnTo>
                    <a:pt x="931196" y="1292796"/>
                  </a:lnTo>
                  <a:lnTo>
                    <a:pt x="931202" y="1292785"/>
                  </a:lnTo>
                  <a:lnTo>
                    <a:pt x="931208" y="1292772"/>
                  </a:lnTo>
                  <a:lnTo>
                    <a:pt x="931214" y="1292764"/>
                  </a:lnTo>
                  <a:lnTo>
                    <a:pt x="931220" y="1292761"/>
                  </a:lnTo>
                  <a:lnTo>
                    <a:pt x="931227" y="1292759"/>
                  </a:lnTo>
                  <a:lnTo>
                    <a:pt x="931239" y="1292756"/>
                  </a:lnTo>
                  <a:lnTo>
                    <a:pt x="931258" y="1292754"/>
                  </a:lnTo>
                  <a:lnTo>
                    <a:pt x="931268" y="1292751"/>
                  </a:lnTo>
                  <a:lnTo>
                    <a:pt x="931282" y="1292748"/>
                  </a:lnTo>
                  <a:lnTo>
                    <a:pt x="931288" y="1292746"/>
                  </a:lnTo>
                  <a:lnTo>
                    <a:pt x="931298" y="1292746"/>
                  </a:lnTo>
                  <a:lnTo>
                    <a:pt x="931317" y="1292744"/>
                  </a:lnTo>
                  <a:lnTo>
                    <a:pt x="931336" y="1292744"/>
                  </a:lnTo>
                  <a:lnTo>
                    <a:pt x="931353" y="1292744"/>
                  </a:lnTo>
                  <a:lnTo>
                    <a:pt x="931362" y="1292745"/>
                  </a:lnTo>
                  <a:lnTo>
                    <a:pt x="931374" y="1292748"/>
                  </a:lnTo>
                  <a:lnTo>
                    <a:pt x="931385" y="1292751"/>
                  </a:lnTo>
                  <a:lnTo>
                    <a:pt x="931393" y="1292754"/>
                  </a:lnTo>
                  <a:lnTo>
                    <a:pt x="931399" y="1292759"/>
                  </a:lnTo>
                  <a:lnTo>
                    <a:pt x="931419" y="1292772"/>
                  </a:lnTo>
                  <a:lnTo>
                    <a:pt x="931429" y="1292783"/>
                  </a:lnTo>
                  <a:lnTo>
                    <a:pt x="931437" y="1292793"/>
                  </a:lnTo>
                  <a:lnTo>
                    <a:pt x="931445" y="1292809"/>
                  </a:lnTo>
                  <a:lnTo>
                    <a:pt x="931446" y="1292814"/>
                  </a:lnTo>
                  <a:lnTo>
                    <a:pt x="931449" y="1292817"/>
                  </a:lnTo>
                  <a:lnTo>
                    <a:pt x="931455" y="1292823"/>
                  </a:lnTo>
                  <a:lnTo>
                    <a:pt x="931460" y="1292828"/>
                  </a:lnTo>
                  <a:lnTo>
                    <a:pt x="931469" y="1292839"/>
                  </a:lnTo>
                  <a:lnTo>
                    <a:pt x="931480" y="1292869"/>
                  </a:lnTo>
                  <a:lnTo>
                    <a:pt x="931486" y="1292894"/>
                  </a:lnTo>
                  <a:lnTo>
                    <a:pt x="931491" y="1292908"/>
                  </a:lnTo>
                  <a:lnTo>
                    <a:pt x="931496" y="1292915"/>
                  </a:lnTo>
                  <a:lnTo>
                    <a:pt x="931502" y="1292921"/>
                  </a:lnTo>
                  <a:lnTo>
                    <a:pt x="931509" y="1292926"/>
                  </a:lnTo>
                  <a:lnTo>
                    <a:pt x="931519" y="1292929"/>
                  </a:lnTo>
                  <a:lnTo>
                    <a:pt x="931526" y="1292930"/>
                  </a:lnTo>
                  <a:lnTo>
                    <a:pt x="931538" y="1292925"/>
                  </a:lnTo>
                  <a:lnTo>
                    <a:pt x="931556" y="1292917"/>
                  </a:lnTo>
                  <a:lnTo>
                    <a:pt x="931573" y="1292903"/>
                  </a:lnTo>
                  <a:lnTo>
                    <a:pt x="931591" y="1292885"/>
                  </a:lnTo>
                  <a:lnTo>
                    <a:pt x="931609" y="1292866"/>
                  </a:lnTo>
                  <a:lnTo>
                    <a:pt x="931621" y="1292850"/>
                  </a:lnTo>
                  <a:lnTo>
                    <a:pt x="931631" y="1292833"/>
                  </a:lnTo>
                  <a:lnTo>
                    <a:pt x="931645" y="1292810"/>
                  </a:lnTo>
                  <a:lnTo>
                    <a:pt x="931648" y="1292802"/>
                  </a:lnTo>
                  <a:lnTo>
                    <a:pt x="931655" y="1292780"/>
                  </a:lnTo>
                  <a:lnTo>
                    <a:pt x="931661" y="1292756"/>
                  </a:lnTo>
                  <a:lnTo>
                    <a:pt x="931669" y="1292737"/>
                  </a:lnTo>
                  <a:lnTo>
                    <a:pt x="931677" y="1292712"/>
                  </a:lnTo>
                  <a:lnTo>
                    <a:pt x="931685" y="1292693"/>
                  </a:lnTo>
                  <a:lnTo>
                    <a:pt x="931694" y="1292672"/>
                  </a:lnTo>
                  <a:lnTo>
                    <a:pt x="931703" y="1292656"/>
                  </a:lnTo>
                  <a:lnTo>
                    <a:pt x="931716" y="1292637"/>
                  </a:lnTo>
                  <a:lnTo>
                    <a:pt x="931725" y="1292626"/>
                  </a:lnTo>
                  <a:lnTo>
                    <a:pt x="931731" y="1292624"/>
                  </a:lnTo>
                  <a:lnTo>
                    <a:pt x="931739" y="1292623"/>
                  </a:lnTo>
                  <a:lnTo>
                    <a:pt x="931745" y="1292624"/>
                  </a:lnTo>
                  <a:lnTo>
                    <a:pt x="931759" y="1292634"/>
                  </a:lnTo>
                  <a:lnTo>
                    <a:pt x="931769" y="1292641"/>
                  </a:lnTo>
                  <a:lnTo>
                    <a:pt x="931780" y="1292646"/>
                  </a:lnTo>
                  <a:lnTo>
                    <a:pt x="931785" y="1292646"/>
                  </a:lnTo>
                  <a:lnTo>
                    <a:pt x="931792" y="1292646"/>
                  </a:lnTo>
                  <a:lnTo>
                    <a:pt x="931798" y="1292646"/>
                  </a:lnTo>
                  <a:lnTo>
                    <a:pt x="931806" y="1292647"/>
                  </a:lnTo>
                  <a:lnTo>
                    <a:pt x="931815" y="1292647"/>
                  </a:lnTo>
                  <a:lnTo>
                    <a:pt x="931821" y="1292646"/>
                  </a:lnTo>
                  <a:lnTo>
                    <a:pt x="931827" y="1292642"/>
                  </a:lnTo>
                  <a:lnTo>
                    <a:pt x="931836" y="1292634"/>
                  </a:lnTo>
                  <a:lnTo>
                    <a:pt x="931843" y="1292623"/>
                  </a:lnTo>
                  <a:lnTo>
                    <a:pt x="931846" y="1292617"/>
                  </a:lnTo>
                  <a:lnTo>
                    <a:pt x="931848" y="1292606"/>
                  </a:lnTo>
                  <a:lnTo>
                    <a:pt x="931846" y="1292595"/>
                  </a:lnTo>
                  <a:lnTo>
                    <a:pt x="931843" y="1292585"/>
                  </a:lnTo>
                  <a:lnTo>
                    <a:pt x="931837" y="1292573"/>
                  </a:lnTo>
                  <a:lnTo>
                    <a:pt x="931832" y="1292559"/>
                  </a:lnTo>
                  <a:lnTo>
                    <a:pt x="931831" y="1292554"/>
                  </a:lnTo>
                  <a:lnTo>
                    <a:pt x="931829" y="1292549"/>
                  </a:lnTo>
                  <a:lnTo>
                    <a:pt x="931828" y="1292538"/>
                  </a:lnTo>
                  <a:lnTo>
                    <a:pt x="931829" y="1292532"/>
                  </a:lnTo>
                  <a:lnTo>
                    <a:pt x="931829" y="1292527"/>
                  </a:lnTo>
                  <a:lnTo>
                    <a:pt x="931830" y="1292522"/>
                  </a:lnTo>
                  <a:lnTo>
                    <a:pt x="931833" y="1292514"/>
                  </a:lnTo>
                  <a:lnTo>
                    <a:pt x="931836" y="1292508"/>
                  </a:lnTo>
                  <a:lnTo>
                    <a:pt x="931844" y="1292497"/>
                  </a:lnTo>
                  <a:lnTo>
                    <a:pt x="931853" y="1292476"/>
                  </a:lnTo>
                  <a:lnTo>
                    <a:pt x="931862" y="1292463"/>
                  </a:lnTo>
                  <a:lnTo>
                    <a:pt x="931874" y="1292446"/>
                  </a:lnTo>
                  <a:lnTo>
                    <a:pt x="931883" y="1292435"/>
                  </a:lnTo>
                  <a:lnTo>
                    <a:pt x="931889" y="1292425"/>
                  </a:lnTo>
                  <a:lnTo>
                    <a:pt x="931899" y="1292409"/>
                  </a:lnTo>
                  <a:lnTo>
                    <a:pt x="931913" y="1292385"/>
                  </a:lnTo>
                  <a:lnTo>
                    <a:pt x="931922" y="1292371"/>
                  </a:lnTo>
                  <a:lnTo>
                    <a:pt x="931926" y="1292358"/>
                  </a:lnTo>
                  <a:lnTo>
                    <a:pt x="931926" y="1292354"/>
                  </a:lnTo>
                  <a:lnTo>
                    <a:pt x="931924" y="1292349"/>
                  </a:lnTo>
                  <a:lnTo>
                    <a:pt x="931921" y="1292341"/>
                  </a:lnTo>
                  <a:lnTo>
                    <a:pt x="931918" y="1292330"/>
                  </a:lnTo>
                  <a:lnTo>
                    <a:pt x="931912" y="1292313"/>
                  </a:lnTo>
                  <a:lnTo>
                    <a:pt x="931906" y="1292291"/>
                  </a:lnTo>
                  <a:lnTo>
                    <a:pt x="931904" y="1292264"/>
                  </a:lnTo>
                  <a:lnTo>
                    <a:pt x="931901" y="1292254"/>
                  </a:lnTo>
                  <a:lnTo>
                    <a:pt x="931896" y="1292248"/>
                  </a:lnTo>
                  <a:lnTo>
                    <a:pt x="931882" y="1292232"/>
                  </a:lnTo>
                  <a:lnTo>
                    <a:pt x="931876" y="1292221"/>
                  </a:lnTo>
                  <a:lnTo>
                    <a:pt x="931869" y="1292212"/>
                  </a:lnTo>
                  <a:lnTo>
                    <a:pt x="931855" y="1292196"/>
                  </a:lnTo>
                  <a:lnTo>
                    <a:pt x="931847" y="1292184"/>
                  </a:lnTo>
                  <a:lnTo>
                    <a:pt x="931841" y="1292174"/>
                  </a:lnTo>
                  <a:lnTo>
                    <a:pt x="931838" y="1292168"/>
                  </a:lnTo>
                  <a:lnTo>
                    <a:pt x="931836" y="1292157"/>
                  </a:lnTo>
                  <a:lnTo>
                    <a:pt x="931836" y="1292152"/>
                  </a:lnTo>
                  <a:lnTo>
                    <a:pt x="931838" y="1292147"/>
                  </a:lnTo>
                  <a:lnTo>
                    <a:pt x="931841" y="1292144"/>
                  </a:lnTo>
                  <a:lnTo>
                    <a:pt x="931844" y="1292141"/>
                  </a:lnTo>
                  <a:lnTo>
                    <a:pt x="931848" y="1292139"/>
                  </a:lnTo>
                  <a:lnTo>
                    <a:pt x="931853" y="1292139"/>
                  </a:lnTo>
                  <a:lnTo>
                    <a:pt x="931861" y="1292139"/>
                  </a:lnTo>
                  <a:lnTo>
                    <a:pt x="931869" y="1292142"/>
                  </a:lnTo>
                  <a:lnTo>
                    <a:pt x="931880" y="1292147"/>
                  </a:lnTo>
                  <a:lnTo>
                    <a:pt x="931898" y="1292155"/>
                  </a:lnTo>
                  <a:lnTo>
                    <a:pt x="931912" y="1292161"/>
                  </a:lnTo>
                  <a:lnTo>
                    <a:pt x="931923" y="1292170"/>
                  </a:lnTo>
                  <a:lnTo>
                    <a:pt x="931941" y="1292187"/>
                  </a:lnTo>
                  <a:lnTo>
                    <a:pt x="931956" y="1292200"/>
                  </a:lnTo>
                  <a:lnTo>
                    <a:pt x="931969" y="1292208"/>
                  </a:lnTo>
                  <a:lnTo>
                    <a:pt x="931981" y="1292212"/>
                  </a:lnTo>
                  <a:lnTo>
                    <a:pt x="931991" y="1292214"/>
                  </a:lnTo>
                  <a:lnTo>
                    <a:pt x="932001" y="1292215"/>
                  </a:lnTo>
                  <a:lnTo>
                    <a:pt x="932008" y="1292214"/>
                  </a:lnTo>
                  <a:lnTo>
                    <a:pt x="932020" y="1292209"/>
                  </a:lnTo>
                  <a:lnTo>
                    <a:pt x="932040" y="1292194"/>
                  </a:lnTo>
                  <a:lnTo>
                    <a:pt x="932062" y="1292175"/>
                  </a:lnTo>
                  <a:lnTo>
                    <a:pt x="932077" y="1292153"/>
                  </a:lnTo>
                  <a:lnTo>
                    <a:pt x="932088" y="1292132"/>
                  </a:lnTo>
                  <a:lnTo>
                    <a:pt x="932092" y="1292121"/>
                  </a:lnTo>
                  <a:lnTo>
                    <a:pt x="932095" y="1292111"/>
                  </a:lnTo>
                  <a:lnTo>
                    <a:pt x="932095" y="1292097"/>
                  </a:lnTo>
                  <a:lnTo>
                    <a:pt x="932093" y="1292074"/>
                  </a:lnTo>
                  <a:lnTo>
                    <a:pt x="932092" y="1292055"/>
                  </a:lnTo>
                  <a:lnTo>
                    <a:pt x="932090" y="1292045"/>
                  </a:lnTo>
                  <a:lnTo>
                    <a:pt x="932091" y="1292036"/>
                  </a:lnTo>
                  <a:lnTo>
                    <a:pt x="932091" y="1292031"/>
                  </a:lnTo>
                  <a:lnTo>
                    <a:pt x="932094" y="1292023"/>
                  </a:lnTo>
                  <a:lnTo>
                    <a:pt x="932102" y="1292010"/>
                  </a:lnTo>
                  <a:lnTo>
                    <a:pt x="932109" y="1292001"/>
                  </a:lnTo>
                  <a:lnTo>
                    <a:pt x="932112" y="1291997"/>
                  </a:lnTo>
                  <a:lnTo>
                    <a:pt x="932121" y="1291993"/>
                  </a:lnTo>
                  <a:lnTo>
                    <a:pt x="932131" y="1291988"/>
                  </a:lnTo>
                  <a:lnTo>
                    <a:pt x="932146" y="1291985"/>
                  </a:lnTo>
                  <a:lnTo>
                    <a:pt x="932171" y="1291980"/>
                  </a:lnTo>
                  <a:lnTo>
                    <a:pt x="932196" y="1291980"/>
                  </a:lnTo>
                  <a:lnTo>
                    <a:pt x="932228" y="1291984"/>
                  </a:lnTo>
                  <a:lnTo>
                    <a:pt x="932246" y="1291987"/>
                  </a:lnTo>
                  <a:lnTo>
                    <a:pt x="932253" y="1291990"/>
                  </a:lnTo>
                  <a:lnTo>
                    <a:pt x="932263" y="1291993"/>
                  </a:lnTo>
                  <a:lnTo>
                    <a:pt x="932269" y="1291995"/>
                  </a:lnTo>
                  <a:lnTo>
                    <a:pt x="932273" y="1291998"/>
                  </a:lnTo>
                  <a:lnTo>
                    <a:pt x="932279" y="1292004"/>
                  </a:lnTo>
                  <a:lnTo>
                    <a:pt x="932285" y="1292009"/>
                  </a:lnTo>
                  <a:lnTo>
                    <a:pt x="932289" y="1292012"/>
                  </a:lnTo>
                  <a:lnTo>
                    <a:pt x="932296" y="1292013"/>
                  </a:lnTo>
                  <a:lnTo>
                    <a:pt x="932304" y="1292013"/>
                  </a:lnTo>
                  <a:lnTo>
                    <a:pt x="932310" y="1292015"/>
                  </a:lnTo>
                  <a:lnTo>
                    <a:pt x="932314" y="1292016"/>
                  </a:lnTo>
                  <a:lnTo>
                    <a:pt x="932327" y="1292019"/>
                  </a:lnTo>
                  <a:lnTo>
                    <a:pt x="932336" y="1292021"/>
                  </a:lnTo>
                  <a:lnTo>
                    <a:pt x="932345" y="1292021"/>
                  </a:lnTo>
                  <a:lnTo>
                    <a:pt x="932354" y="1292021"/>
                  </a:lnTo>
                  <a:lnTo>
                    <a:pt x="932358" y="1292018"/>
                  </a:lnTo>
                  <a:lnTo>
                    <a:pt x="932363" y="1292013"/>
                  </a:lnTo>
                  <a:lnTo>
                    <a:pt x="932367" y="1292006"/>
                  </a:lnTo>
                  <a:lnTo>
                    <a:pt x="932374" y="1291996"/>
                  </a:lnTo>
                  <a:lnTo>
                    <a:pt x="932376" y="1291990"/>
                  </a:lnTo>
                  <a:lnTo>
                    <a:pt x="932378" y="1291978"/>
                  </a:lnTo>
                  <a:lnTo>
                    <a:pt x="932379" y="1291959"/>
                  </a:lnTo>
                  <a:lnTo>
                    <a:pt x="932381" y="1291951"/>
                  </a:lnTo>
                  <a:lnTo>
                    <a:pt x="932387" y="1291943"/>
                  </a:lnTo>
                  <a:lnTo>
                    <a:pt x="932388" y="1291937"/>
                  </a:lnTo>
                  <a:lnTo>
                    <a:pt x="932391" y="1291933"/>
                  </a:lnTo>
                  <a:lnTo>
                    <a:pt x="932395" y="1291919"/>
                  </a:lnTo>
                  <a:lnTo>
                    <a:pt x="932401" y="1291910"/>
                  </a:lnTo>
                  <a:lnTo>
                    <a:pt x="932407" y="1291902"/>
                  </a:lnTo>
                  <a:lnTo>
                    <a:pt x="932424" y="1291891"/>
                  </a:lnTo>
                  <a:lnTo>
                    <a:pt x="932457" y="1291873"/>
                  </a:lnTo>
                  <a:lnTo>
                    <a:pt x="932475" y="1291860"/>
                  </a:lnTo>
                  <a:lnTo>
                    <a:pt x="932483" y="1291852"/>
                  </a:lnTo>
                  <a:lnTo>
                    <a:pt x="932484" y="1291847"/>
                  </a:lnTo>
                  <a:lnTo>
                    <a:pt x="932484" y="1291841"/>
                  </a:lnTo>
                  <a:lnTo>
                    <a:pt x="932484" y="1291832"/>
                  </a:lnTo>
                  <a:lnTo>
                    <a:pt x="932476" y="1291805"/>
                  </a:lnTo>
                  <a:lnTo>
                    <a:pt x="932476" y="1291795"/>
                  </a:lnTo>
                  <a:lnTo>
                    <a:pt x="932478" y="1291786"/>
                  </a:lnTo>
                  <a:lnTo>
                    <a:pt x="932479" y="1291779"/>
                  </a:lnTo>
                  <a:lnTo>
                    <a:pt x="932482" y="1291773"/>
                  </a:lnTo>
                  <a:lnTo>
                    <a:pt x="932491" y="1291762"/>
                  </a:lnTo>
                  <a:lnTo>
                    <a:pt x="932502" y="1291754"/>
                  </a:lnTo>
                  <a:lnTo>
                    <a:pt x="932509" y="1291752"/>
                  </a:lnTo>
                  <a:lnTo>
                    <a:pt x="932514" y="1291752"/>
                  </a:lnTo>
                  <a:lnTo>
                    <a:pt x="932520" y="1291752"/>
                  </a:lnTo>
                  <a:lnTo>
                    <a:pt x="932543" y="1291768"/>
                  </a:lnTo>
                  <a:lnTo>
                    <a:pt x="932561" y="1291779"/>
                  </a:lnTo>
                  <a:lnTo>
                    <a:pt x="932567" y="1291785"/>
                  </a:lnTo>
                  <a:lnTo>
                    <a:pt x="932581" y="1291791"/>
                  </a:lnTo>
                  <a:lnTo>
                    <a:pt x="932589" y="1291794"/>
                  </a:lnTo>
                  <a:lnTo>
                    <a:pt x="932599" y="1291797"/>
                  </a:lnTo>
                  <a:lnTo>
                    <a:pt x="932607" y="1291799"/>
                  </a:lnTo>
                  <a:lnTo>
                    <a:pt x="932611" y="1291799"/>
                  </a:lnTo>
                  <a:lnTo>
                    <a:pt x="932616" y="1291797"/>
                  </a:lnTo>
                  <a:lnTo>
                    <a:pt x="932620" y="1291794"/>
                  </a:lnTo>
                  <a:lnTo>
                    <a:pt x="932628" y="1291786"/>
                  </a:lnTo>
                  <a:lnTo>
                    <a:pt x="932640" y="1291759"/>
                  </a:lnTo>
                  <a:lnTo>
                    <a:pt x="932647" y="1291741"/>
                  </a:lnTo>
                  <a:lnTo>
                    <a:pt x="932653" y="1291724"/>
                  </a:lnTo>
                  <a:lnTo>
                    <a:pt x="932659" y="1291705"/>
                  </a:lnTo>
                  <a:lnTo>
                    <a:pt x="932666" y="1291687"/>
                  </a:lnTo>
                  <a:lnTo>
                    <a:pt x="932671" y="1291683"/>
                  </a:lnTo>
                  <a:lnTo>
                    <a:pt x="932685" y="1291675"/>
                  </a:lnTo>
                  <a:lnTo>
                    <a:pt x="932695" y="1291668"/>
                  </a:lnTo>
                  <a:lnTo>
                    <a:pt x="932703" y="1291668"/>
                  </a:lnTo>
                  <a:lnTo>
                    <a:pt x="932707" y="1291667"/>
                  </a:lnTo>
                  <a:lnTo>
                    <a:pt x="932719" y="1291670"/>
                  </a:lnTo>
                  <a:lnTo>
                    <a:pt x="932736" y="1291671"/>
                  </a:lnTo>
                  <a:lnTo>
                    <a:pt x="932748" y="1291673"/>
                  </a:lnTo>
                  <a:lnTo>
                    <a:pt x="932754" y="1291677"/>
                  </a:lnTo>
                  <a:lnTo>
                    <a:pt x="932757" y="1291680"/>
                  </a:lnTo>
                  <a:lnTo>
                    <a:pt x="932774" y="1291690"/>
                  </a:lnTo>
                  <a:lnTo>
                    <a:pt x="932783" y="1291696"/>
                  </a:lnTo>
                  <a:lnTo>
                    <a:pt x="932800" y="1291704"/>
                  </a:lnTo>
                  <a:lnTo>
                    <a:pt x="932809" y="1291705"/>
                  </a:lnTo>
                  <a:lnTo>
                    <a:pt x="932817" y="1291707"/>
                  </a:lnTo>
                  <a:lnTo>
                    <a:pt x="932824" y="1291706"/>
                  </a:lnTo>
                  <a:lnTo>
                    <a:pt x="932849" y="1291705"/>
                  </a:lnTo>
                  <a:lnTo>
                    <a:pt x="932879" y="1291696"/>
                  </a:lnTo>
                  <a:lnTo>
                    <a:pt x="932892" y="1291693"/>
                  </a:lnTo>
                  <a:lnTo>
                    <a:pt x="932906" y="1291691"/>
                  </a:lnTo>
                  <a:lnTo>
                    <a:pt x="932912" y="1291688"/>
                  </a:lnTo>
                  <a:lnTo>
                    <a:pt x="932916" y="1291683"/>
                  </a:lnTo>
                  <a:lnTo>
                    <a:pt x="932927" y="1291672"/>
                  </a:lnTo>
                  <a:lnTo>
                    <a:pt x="932939" y="1291658"/>
                  </a:lnTo>
                  <a:lnTo>
                    <a:pt x="932951" y="1291637"/>
                  </a:lnTo>
                  <a:lnTo>
                    <a:pt x="932960" y="1291621"/>
                  </a:lnTo>
                  <a:lnTo>
                    <a:pt x="932967" y="1291605"/>
                  </a:lnTo>
                  <a:lnTo>
                    <a:pt x="932978" y="1291583"/>
                  </a:lnTo>
                  <a:lnTo>
                    <a:pt x="932990" y="1291559"/>
                  </a:lnTo>
                  <a:lnTo>
                    <a:pt x="932997" y="1291536"/>
                  </a:lnTo>
                  <a:lnTo>
                    <a:pt x="932998" y="1291524"/>
                  </a:lnTo>
                  <a:lnTo>
                    <a:pt x="932998" y="1291517"/>
                  </a:lnTo>
                  <a:lnTo>
                    <a:pt x="932998" y="1291505"/>
                  </a:lnTo>
                  <a:lnTo>
                    <a:pt x="932997" y="1291488"/>
                  </a:lnTo>
                  <a:lnTo>
                    <a:pt x="932997" y="1291474"/>
                  </a:lnTo>
                  <a:lnTo>
                    <a:pt x="932999" y="1291452"/>
                  </a:lnTo>
                  <a:lnTo>
                    <a:pt x="933000" y="1291438"/>
                  </a:lnTo>
                  <a:lnTo>
                    <a:pt x="933004" y="1291425"/>
                  </a:lnTo>
                  <a:lnTo>
                    <a:pt x="933007" y="1291420"/>
                  </a:lnTo>
                  <a:lnTo>
                    <a:pt x="933014" y="1291409"/>
                  </a:lnTo>
                  <a:lnTo>
                    <a:pt x="933023" y="1291399"/>
                  </a:lnTo>
                  <a:lnTo>
                    <a:pt x="933035" y="1291393"/>
                  </a:lnTo>
                  <a:lnTo>
                    <a:pt x="933061" y="1291378"/>
                  </a:lnTo>
                  <a:lnTo>
                    <a:pt x="933087" y="1291369"/>
                  </a:lnTo>
                  <a:lnTo>
                    <a:pt x="933100" y="1291364"/>
                  </a:lnTo>
                  <a:lnTo>
                    <a:pt x="933114" y="1291359"/>
                  </a:lnTo>
                  <a:lnTo>
                    <a:pt x="933129" y="1291356"/>
                  </a:lnTo>
                  <a:lnTo>
                    <a:pt x="933144" y="1291347"/>
                  </a:lnTo>
                  <a:lnTo>
                    <a:pt x="933164" y="1291338"/>
                  </a:lnTo>
                  <a:lnTo>
                    <a:pt x="933171" y="1291331"/>
                  </a:lnTo>
                  <a:lnTo>
                    <a:pt x="933176" y="1291325"/>
                  </a:lnTo>
                  <a:lnTo>
                    <a:pt x="933179" y="1291322"/>
                  </a:lnTo>
                  <a:lnTo>
                    <a:pt x="933180" y="1291315"/>
                  </a:lnTo>
                  <a:lnTo>
                    <a:pt x="933182" y="1291309"/>
                  </a:lnTo>
                  <a:lnTo>
                    <a:pt x="933182" y="1291301"/>
                  </a:lnTo>
                  <a:lnTo>
                    <a:pt x="933180" y="1291293"/>
                  </a:lnTo>
                  <a:lnTo>
                    <a:pt x="933177" y="1291287"/>
                  </a:lnTo>
                  <a:lnTo>
                    <a:pt x="933175" y="1291283"/>
                  </a:lnTo>
                  <a:lnTo>
                    <a:pt x="933170" y="1291278"/>
                  </a:lnTo>
                  <a:lnTo>
                    <a:pt x="933166" y="1291271"/>
                  </a:lnTo>
                  <a:lnTo>
                    <a:pt x="933164" y="1291265"/>
                  </a:lnTo>
                  <a:lnTo>
                    <a:pt x="933161" y="1291257"/>
                  </a:lnTo>
                  <a:lnTo>
                    <a:pt x="933163" y="1291251"/>
                  </a:lnTo>
                  <a:lnTo>
                    <a:pt x="933161" y="1291246"/>
                  </a:lnTo>
                  <a:lnTo>
                    <a:pt x="933164" y="1291230"/>
                  </a:lnTo>
                  <a:lnTo>
                    <a:pt x="933166" y="1291219"/>
                  </a:lnTo>
                  <a:lnTo>
                    <a:pt x="933169" y="1291211"/>
                  </a:lnTo>
                  <a:lnTo>
                    <a:pt x="933172" y="1291202"/>
                  </a:lnTo>
                  <a:lnTo>
                    <a:pt x="933175" y="1291198"/>
                  </a:lnTo>
                  <a:lnTo>
                    <a:pt x="933188" y="1291189"/>
                  </a:lnTo>
                  <a:lnTo>
                    <a:pt x="933199" y="1291181"/>
                  </a:lnTo>
                  <a:lnTo>
                    <a:pt x="933211" y="1291174"/>
                  </a:lnTo>
                  <a:lnTo>
                    <a:pt x="933229" y="1291163"/>
                  </a:lnTo>
                  <a:lnTo>
                    <a:pt x="933241" y="1291157"/>
                  </a:lnTo>
                  <a:lnTo>
                    <a:pt x="933250" y="1291150"/>
                  </a:lnTo>
                  <a:lnTo>
                    <a:pt x="933263" y="1291141"/>
                  </a:lnTo>
                  <a:lnTo>
                    <a:pt x="933282" y="1291123"/>
                  </a:lnTo>
                  <a:lnTo>
                    <a:pt x="933294" y="1291110"/>
                  </a:lnTo>
                  <a:lnTo>
                    <a:pt x="933302" y="1291101"/>
                  </a:lnTo>
                  <a:lnTo>
                    <a:pt x="933311" y="1291086"/>
                  </a:lnTo>
                  <a:lnTo>
                    <a:pt x="933321" y="1291072"/>
                  </a:lnTo>
                  <a:lnTo>
                    <a:pt x="933332" y="1291056"/>
                  </a:lnTo>
                  <a:lnTo>
                    <a:pt x="933342" y="1291042"/>
                  </a:lnTo>
                  <a:lnTo>
                    <a:pt x="933359" y="1291034"/>
                  </a:lnTo>
                  <a:lnTo>
                    <a:pt x="933398" y="1291030"/>
                  </a:lnTo>
                  <a:lnTo>
                    <a:pt x="933404" y="1291029"/>
                  </a:lnTo>
                  <a:lnTo>
                    <a:pt x="933416" y="1291024"/>
                  </a:lnTo>
                  <a:lnTo>
                    <a:pt x="933424" y="1291019"/>
                  </a:lnTo>
                  <a:lnTo>
                    <a:pt x="933436" y="1291014"/>
                  </a:lnTo>
                  <a:lnTo>
                    <a:pt x="933445" y="1291006"/>
                  </a:lnTo>
                  <a:lnTo>
                    <a:pt x="933451" y="1291001"/>
                  </a:lnTo>
                  <a:lnTo>
                    <a:pt x="933462" y="1290992"/>
                  </a:lnTo>
                  <a:lnTo>
                    <a:pt x="933468" y="1290985"/>
                  </a:lnTo>
                  <a:lnTo>
                    <a:pt x="933476" y="1290973"/>
                  </a:lnTo>
                  <a:lnTo>
                    <a:pt x="933482" y="1290960"/>
                  </a:lnTo>
                  <a:lnTo>
                    <a:pt x="933484" y="1290953"/>
                  </a:lnTo>
                  <a:lnTo>
                    <a:pt x="933485" y="1290946"/>
                  </a:lnTo>
                  <a:lnTo>
                    <a:pt x="933487" y="1290936"/>
                  </a:lnTo>
                  <a:lnTo>
                    <a:pt x="933482" y="1290922"/>
                  </a:lnTo>
                  <a:lnTo>
                    <a:pt x="933477" y="1290911"/>
                  </a:lnTo>
                  <a:lnTo>
                    <a:pt x="933473" y="1290898"/>
                  </a:lnTo>
                  <a:lnTo>
                    <a:pt x="933468" y="1290890"/>
                  </a:lnTo>
                  <a:lnTo>
                    <a:pt x="933464" y="1290882"/>
                  </a:lnTo>
                  <a:lnTo>
                    <a:pt x="933457" y="1290868"/>
                  </a:lnTo>
                  <a:lnTo>
                    <a:pt x="933457" y="1290864"/>
                  </a:lnTo>
                  <a:lnTo>
                    <a:pt x="933456" y="1290852"/>
                  </a:lnTo>
                  <a:lnTo>
                    <a:pt x="933457" y="1290841"/>
                  </a:lnTo>
                  <a:lnTo>
                    <a:pt x="933462" y="1290822"/>
                  </a:lnTo>
                  <a:lnTo>
                    <a:pt x="933470" y="1290805"/>
                  </a:lnTo>
                  <a:lnTo>
                    <a:pt x="933478" y="1290791"/>
                  </a:lnTo>
                  <a:lnTo>
                    <a:pt x="933482" y="1290784"/>
                  </a:lnTo>
                  <a:lnTo>
                    <a:pt x="933482" y="1290776"/>
                  </a:lnTo>
                  <a:lnTo>
                    <a:pt x="933476" y="1290762"/>
                  </a:lnTo>
                  <a:lnTo>
                    <a:pt x="933473" y="1290751"/>
                  </a:lnTo>
                  <a:lnTo>
                    <a:pt x="933473" y="1290742"/>
                  </a:lnTo>
                  <a:lnTo>
                    <a:pt x="933471" y="1290719"/>
                  </a:lnTo>
                  <a:lnTo>
                    <a:pt x="933469" y="1290691"/>
                  </a:lnTo>
                  <a:lnTo>
                    <a:pt x="933471" y="1290680"/>
                  </a:lnTo>
                  <a:lnTo>
                    <a:pt x="933471" y="1290669"/>
                  </a:lnTo>
                  <a:lnTo>
                    <a:pt x="933475" y="1290655"/>
                  </a:lnTo>
                  <a:lnTo>
                    <a:pt x="933478" y="1290650"/>
                  </a:lnTo>
                  <a:lnTo>
                    <a:pt x="933483" y="1290645"/>
                  </a:lnTo>
                  <a:lnTo>
                    <a:pt x="933487" y="1290640"/>
                  </a:lnTo>
                  <a:lnTo>
                    <a:pt x="933492" y="1290635"/>
                  </a:lnTo>
                  <a:lnTo>
                    <a:pt x="933495" y="1290632"/>
                  </a:lnTo>
                  <a:lnTo>
                    <a:pt x="933499" y="1290627"/>
                  </a:lnTo>
                  <a:lnTo>
                    <a:pt x="933507" y="1290624"/>
                  </a:lnTo>
                  <a:lnTo>
                    <a:pt x="933514" y="1290621"/>
                  </a:lnTo>
                  <a:lnTo>
                    <a:pt x="933525" y="1290618"/>
                  </a:lnTo>
                  <a:lnTo>
                    <a:pt x="933534" y="1290616"/>
                  </a:lnTo>
                  <a:lnTo>
                    <a:pt x="933543" y="1290616"/>
                  </a:lnTo>
                  <a:lnTo>
                    <a:pt x="933549" y="1290619"/>
                  </a:lnTo>
                  <a:lnTo>
                    <a:pt x="933552" y="1290622"/>
                  </a:lnTo>
                  <a:lnTo>
                    <a:pt x="933557" y="1290627"/>
                  </a:lnTo>
                  <a:lnTo>
                    <a:pt x="933565" y="1290641"/>
                  </a:lnTo>
                  <a:lnTo>
                    <a:pt x="933572" y="1290652"/>
                  </a:lnTo>
                  <a:lnTo>
                    <a:pt x="933581" y="1290657"/>
                  </a:lnTo>
                  <a:lnTo>
                    <a:pt x="933597" y="1290661"/>
                  </a:lnTo>
                  <a:lnTo>
                    <a:pt x="933609" y="1290664"/>
                  </a:lnTo>
                  <a:lnTo>
                    <a:pt x="933632" y="1290667"/>
                  </a:lnTo>
                  <a:lnTo>
                    <a:pt x="933653" y="1290669"/>
                  </a:lnTo>
                  <a:lnTo>
                    <a:pt x="933674" y="1290672"/>
                  </a:lnTo>
                  <a:lnTo>
                    <a:pt x="933695" y="1290676"/>
                  </a:lnTo>
                  <a:lnTo>
                    <a:pt x="933705" y="1290678"/>
                  </a:lnTo>
                  <a:lnTo>
                    <a:pt x="933715" y="1290681"/>
                  </a:lnTo>
                  <a:lnTo>
                    <a:pt x="933721" y="1290687"/>
                  </a:lnTo>
                  <a:lnTo>
                    <a:pt x="933735" y="1290698"/>
                  </a:lnTo>
                  <a:lnTo>
                    <a:pt x="933756" y="1290709"/>
                  </a:lnTo>
                  <a:lnTo>
                    <a:pt x="933767" y="1290715"/>
                  </a:lnTo>
                  <a:lnTo>
                    <a:pt x="933778" y="1290720"/>
                  </a:lnTo>
                  <a:lnTo>
                    <a:pt x="933785" y="1290721"/>
                  </a:lnTo>
                  <a:lnTo>
                    <a:pt x="933795" y="1290720"/>
                  </a:lnTo>
                  <a:lnTo>
                    <a:pt x="933804" y="1290719"/>
                  </a:lnTo>
                  <a:lnTo>
                    <a:pt x="933814" y="1290716"/>
                  </a:lnTo>
                  <a:lnTo>
                    <a:pt x="933822" y="1290713"/>
                  </a:lnTo>
                  <a:lnTo>
                    <a:pt x="933835" y="1290705"/>
                  </a:lnTo>
                  <a:lnTo>
                    <a:pt x="933849" y="1290695"/>
                  </a:lnTo>
                  <a:lnTo>
                    <a:pt x="933853" y="1290694"/>
                  </a:lnTo>
                  <a:lnTo>
                    <a:pt x="933860" y="1290690"/>
                  </a:lnTo>
                  <a:lnTo>
                    <a:pt x="933876" y="1290684"/>
                  </a:lnTo>
                  <a:lnTo>
                    <a:pt x="933894" y="1290674"/>
                  </a:lnTo>
                  <a:lnTo>
                    <a:pt x="933912" y="1290665"/>
                  </a:lnTo>
                  <a:lnTo>
                    <a:pt x="933940" y="1290654"/>
                  </a:lnTo>
                  <a:lnTo>
                    <a:pt x="933968" y="1290645"/>
                  </a:lnTo>
                  <a:lnTo>
                    <a:pt x="933993" y="1290640"/>
                  </a:lnTo>
                  <a:lnTo>
                    <a:pt x="934009" y="1290636"/>
                  </a:lnTo>
                  <a:lnTo>
                    <a:pt x="934027" y="1290629"/>
                  </a:lnTo>
                  <a:lnTo>
                    <a:pt x="934047" y="1290626"/>
                  </a:lnTo>
                  <a:lnTo>
                    <a:pt x="934076" y="1290614"/>
                  </a:lnTo>
                  <a:lnTo>
                    <a:pt x="934093" y="1290608"/>
                  </a:lnTo>
                  <a:lnTo>
                    <a:pt x="934099" y="1290602"/>
                  </a:lnTo>
                  <a:lnTo>
                    <a:pt x="934107" y="1290582"/>
                  </a:lnTo>
                  <a:lnTo>
                    <a:pt x="934112" y="1290574"/>
                  </a:lnTo>
                  <a:lnTo>
                    <a:pt x="934115" y="1290554"/>
                  </a:lnTo>
                  <a:lnTo>
                    <a:pt x="934116" y="1290527"/>
                  </a:lnTo>
                  <a:lnTo>
                    <a:pt x="934116" y="1290506"/>
                  </a:lnTo>
                  <a:lnTo>
                    <a:pt x="934111" y="1290478"/>
                  </a:lnTo>
                  <a:lnTo>
                    <a:pt x="934106" y="1290461"/>
                  </a:lnTo>
                  <a:lnTo>
                    <a:pt x="934099" y="1290439"/>
                  </a:lnTo>
                  <a:lnTo>
                    <a:pt x="934097" y="1290428"/>
                  </a:lnTo>
                  <a:lnTo>
                    <a:pt x="934097" y="1290418"/>
                  </a:lnTo>
                  <a:lnTo>
                    <a:pt x="934098" y="1290412"/>
                  </a:lnTo>
                  <a:lnTo>
                    <a:pt x="934100" y="1290407"/>
                  </a:lnTo>
                  <a:lnTo>
                    <a:pt x="934103" y="1290401"/>
                  </a:lnTo>
                  <a:lnTo>
                    <a:pt x="934112" y="1290389"/>
                  </a:lnTo>
                  <a:lnTo>
                    <a:pt x="934133" y="1290373"/>
                  </a:lnTo>
                  <a:lnTo>
                    <a:pt x="934156" y="1290364"/>
                  </a:lnTo>
                  <a:lnTo>
                    <a:pt x="934180" y="1290343"/>
                  </a:lnTo>
                  <a:lnTo>
                    <a:pt x="934200" y="1290329"/>
                  </a:lnTo>
                  <a:lnTo>
                    <a:pt x="934213" y="1290321"/>
                  </a:lnTo>
                  <a:lnTo>
                    <a:pt x="934220" y="1290302"/>
                  </a:lnTo>
                  <a:lnTo>
                    <a:pt x="934230" y="1290283"/>
                  </a:lnTo>
                  <a:lnTo>
                    <a:pt x="934241" y="1290258"/>
                  </a:lnTo>
                  <a:lnTo>
                    <a:pt x="934256" y="1290221"/>
                  </a:lnTo>
                  <a:lnTo>
                    <a:pt x="934268" y="1290192"/>
                  </a:lnTo>
                  <a:lnTo>
                    <a:pt x="934272" y="1290177"/>
                  </a:lnTo>
                  <a:lnTo>
                    <a:pt x="934274" y="1290165"/>
                  </a:lnTo>
                  <a:lnTo>
                    <a:pt x="934278" y="1290160"/>
                  </a:lnTo>
                  <a:lnTo>
                    <a:pt x="934284" y="1290152"/>
                  </a:lnTo>
                  <a:lnTo>
                    <a:pt x="934292" y="1290143"/>
                  </a:lnTo>
                  <a:lnTo>
                    <a:pt x="934299" y="1290138"/>
                  </a:lnTo>
                  <a:lnTo>
                    <a:pt x="934310" y="1290131"/>
                  </a:lnTo>
                  <a:lnTo>
                    <a:pt x="934337" y="1290120"/>
                  </a:lnTo>
                  <a:lnTo>
                    <a:pt x="934372" y="1290105"/>
                  </a:lnTo>
                  <a:lnTo>
                    <a:pt x="934404" y="1290094"/>
                  </a:lnTo>
                  <a:lnTo>
                    <a:pt x="934431" y="1290083"/>
                  </a:lnTo>
                  <a:lnTo>
                    <a:pt x="934445" y="1290076"/>
                  </a:lnTo>
                  <a:lnTo>
                    <a:pt x="934458" y="1290062"/>
                  </a:lnTo>
                  <a:lnTo>
                    <a:pt x="934467" y="1290054"/>
                  </a:lnTo>
                  <a:lnTo>
                    <a:pt x="934478" y="1290044"/>
                  </a:lnTo>
                  <a:lnTo>
                    <a:pt x="934496" y="1290039"/>
                  </a:lnTo>
                  <a:lnTo>
                    <a:pt x="934505" y="1290035"/>
                  </a:lnTo>
                  <a:lnTo>
                    <a:pt x="934516" y="1290033"/>
                  </a:lnTo>
                  <a:lnTo>
                    <a:pt x="934529" y="1290033"/>
                  </a:lnTo>
                  <a:lnTo>
                    <a:pt x="934547" y="1290031"/>
                  </a:lnTo>
                  <a:lnTo>
                    <a:pt x="934570" y="1290031"/>
                  </a:lnTo>
                  <a:lnTo>
                    <a:pt x="934594" y="1290031"/>
                  </a:lnTo>
                  <a:lnTo>
                    <a:pt x="934616" y="1290030"/>
                  </a:lnTo>
                  <a:lnTo>
                    <a:pt x="934626" y="1290027"/>
                  </a:lnTo>
                  <a:lnTo>
                    <a:pt x="934637" y="1290024"/>
                  </a:lnTo>
                  <a:lnTo>
                    <a:pt x="934661" y="1290014"/>
                  </a:lnTo>
                  <a:lnTo>
                    <a:pt x="934673" y="1290008"/>
                  </a:lnTo>
                  <a:lnTo>
                    <a:pt x="934705" y="1289992"/>
                  </a:lnTo>
                  <a:lnTo>
                    <a:pt x="934713" y="1289983"/>
                  </a:lnTo>
                  <a:lnTo>
                    <a:pt x="934722" y="1289975"/>
                  </a:lnTo>
                  <a:lnTo>
                    <a:pt x="934740" y="1289966"/>
                  </a:lnTo>
                  <a:lnTo>
                    <a:pt x="934755" y="1289955"/>
                  </a:lnTo>
                  <a:lnTo>
                    <a:pt x="934768" y="1289938"/>
                  </a:lnTo>
                  <a:lnTo>
                    <a:pt x="934778" y="1289918"/>
                  </a:lnTo>
                  <a:lnTo>
                    <a:pt x="934790" y="1289904"/>
                  </a:lnTo>
                  <a:lnTo>
                    <a:pt x="934812" y="1289892"/>
                  </a:lnTo>
                  <a:lnTo>
                    <a:pt x="934824" y="1289891"/>
                  </a:lnTo>
                  <a:lnTo>
                    <a:pt x="934836" y="1289889"/>
                  </a:lnTo>
                  <a:lnTo>
                    <a:pt x="934847" y="1289891"/>
                  </a:lnTo>
                  <a:lnTo>
                    <a:pt x="934862" y="1289892"/>
                  </a:lnTo>
                  <a:lnTo>
                    <a:pt x="934879" y="1289897"/>
                  </a:lnTo>
                  <a:lnTo>
                    <a:pt x="934892" y="1289900"/>
                  </a:lnTo>
                  <a:lnTo>
                    <a:pt x="934901" y="1289899"/>
                  </a:lnTo>
                  <a:lnTo>
                    <a:pt x="934911" y="1289901"/>
                  </a:lnTo>
                  <a:lnTo>
                    <a:pt x="934917" y="1289897"/>
                  </a:lnTo>
                  <a:lnTo>
                    <a:pt x="934921" y="1289895"/>
                  </a:lnTo>
                  <a:lnTo>
                    <a:pt x="934926" y="1289890"/>
                  </a:lnTo>
                  <a:lnTo>
                    <a:pt x="934927" y="1289885"/>
                  </a:lnTo>
                  <a:lnTo>
                    <a:pt x="934929" y="1289872"/>
                  </a:lnTo>
                  <a:lnTo>
                    <a:pt x="934930" y="1289860"/>
                  </a:lnTo>
                  <a:lnTo>
                    <a:pt x="934929" y="1289854"/>
                  </a:lnTo>
                  <a:lnTo>
                    <a:pt x="934928" y="1289838"/>
                  </a:lnTo>
                  <a:lnTo>
                    <a:pt x="934922" y="1289818"/>
                  </a:lnTo>
                  <a:lnTo>
                    <a:pt x="934918" y="1289802"/>
                  </a:lnTo>
                  <a:lnTo>
                    <a:pt x="934911" y="1289787"/>
                  </a:lnTo>
                  <a:lnTo>
                    <a:pt x="934898" y="1289766"/>
                  </a:lnTo>
                  <a:lnTo>
                    <a:pt x="934884" y="1289738"/>
                  </a:lnTo>
                  <a:lnTo>
                    <a:pt x="934878" y="1289706"/>
                  </a:lnTo>
                  <a:lnTo>
                    <a:pt x="934877" y="1289651"/>
                  </a:lnTo>
                  <a:lnTo>
                    <a:pt x="934886" y="1289584"/>
                  </a:lnTo>
                  <a:lnTo>
                    <a:pt x="934891" y="1289533"/>
                  </a:lnTo>
                  <a:lnTo>
                    <a:pt x="934899" y="1289469"/>
                  </a:lnTo>
                  <a:lnTo>
                    <a:pt x="934912" y="1289416"/>
                  </a:lnTo>
                  <a:lnTo>
                    <a:pt x="934924" y="1289386"/>
                  </a:lnTo>
                  <a:lnTo>
                    <a:pt x="934936" y="1289352"/>
                  </a:lnTo>
                  <a:lnTo>
                    <a:pt x="934938" y="1289334"/>
                  </a:lnTo>
                  <a:lnTo>
                    <a:pt x="934933" y="1289305"/>
                  </a:lnTo>
                  <a:lnTo>
                    <a:pt x="934933" y="1289280"/>
                  </a:lnTo>
                  <a:lnTo>
                    <a:pt x="934935" y="1289262"/>
                  </a:lnTo>
                  <a:lnTo>
                    <a:pt x="934940" y="1289238"/>
                  </a:lnTo>
                  <a:lnTo>
                    <a:pt x="934943" y="1289221"/>
                  </a:lnTo>
                  <a:lnTo>
                    <a:pt x="934950" y="1289200"/>
                  </a:lnTo>
                  <a:lnTo>
                    <a:pt x="934956" y="1289181"/>
                  </a:lnTo>
                  <a:lnTo>
                    <a:pt x="934960" y="1289170"/>
                  </a:lnTo>
                  <a:lnTo>
                    <a:pt x="934963" y="1289165"/>
                  </a:lnTo>
                  <a:lnTo>
                    <a:pt x="934969" y="1289159"/>
                  </a:lnTo>
                  <a:lnTo>
                    <a:pt x="934974" y="1289154"/>
                  </a:lnTo>
                  <a:lnTo>
                    <a:pt x="934984" y="1289145"/>
                  </a:lnTo>
                  <a:lnTo>
                    <a:pt x="935003" y="1289132"/>
                  </a:lnTo>
                  <a:lnTo>
                    <a:pt x="935019" y="1289114"/>
                  </a:lnTo>
                  <a:lnTo>
                    <a:pt x="935028" y="1289106"/>
                  </a:lnTo>
                  <a:lnTo>
                    <a:pt x="935037" y="1289101"/>
                  </a:lnTo>
                  <a:lnTo>
                    <a:pt x="935060" y="1289089"/>
                  </a:lnTo>
                  <a:lnTo>
                    <a:pt x="935075" y="1289080"/>
                  </a:lnTo>
                  <a:lnTo>
                    <a:pt x="935091" y="1289074"/>
                  </a:lnTo>
                  <a:lnTo>
                    <a:pt x="935100" y="1289071"/>
                  </a:lnTo>
                  <a:lnTo>
                    <a:pt x="935114" y="1289071"/>
                  </a:lnTo>
                  <a:lnTo>
                    <a:pt x="935128" y="1289066"/>
                  </a:lnTo>
                  <a:lnTo>
                    <a:pt x="935141" y="1289059"/>
                  </a:lnTo>
                  <a:lnTo>
                    <a:pt x="935165" y="1289039"/>
                  </a:lnTo>
                  <a:lnTo>
                    <a:pt x="935177" y="1289024"/>
                  </a:lnTo>
                  <a:lnTo>
                    <a:pt x="935185" y="1289011"/>
                  </a:lnTo>
                  <a:lnTo>
                    <a:pt x="935186" y="1289002"/>
                  </a:lnTo>
                  <a:lnTo>
                    <a:pt x="935186" y="1288992"/>
                  </a:lnTo>
                  <a:lnTo>
                    <a:pt x="935186" y="1288983"/>
                  </a:lnTo>
                  <a:lnTo>
                    <a:pt x="935185" y="1288970"/>
                  </a:lnTo>
                  <a:lnTo>
                    <a:pt x="935183" y="1288964"/>
                  </a:lnTo>
                  <a:lnTo>
                    <a:pt x="935181" y="1288958"/>
                  </a:lnTo>
                  <a:lnTo>
                    <a:pt x="935180" y="1288951"/>
                  </a:lnTo>
                  <a:lnTo>
                    <a:pt x="935177" y="1288948"/>
                  </a:lnTo>
                  <a:lnTo>
                    <a:pt x="935163" y="1288931"/>
                  </a:lnTo>
                  <a:lnTo>
                    <a:pt x="935154" y="1288917"/>
                  </a:lnTo>
                  <a:lnTo>
                    <a:pt x="935141" y="1288898"/>
                  </a:lnTo>
                  <a:lnTo>
                    <a:pt x="935137" y="1288892"/>
                  </a:lnTo>
                  <a:lnTo>
                    <a:pt x="935134" y="1288884"/>
                  </a:lnTo>
                  <a:lnTo>
                    <a:pt x="935131" y="1288874"/>
                  </a:lnTo>
                  <a:lnTo>
                    <a:pt x="935129" y="1288870"/>
                  </a:lnTo>
                  <a:lnTo>
                    <a:pt x="935129" y="1288855"/>
                  </a:lnTo>
                  <a:lnTo>
                    <a:pt x="935129" y="1288847"/>
                  </a:lnTo>
                  <a:lnTo>
                    <a:pt x="935130" y="1288841"/>
                  </a:lnTo>
                  <a:lnTo>
                    <a:pt x="935132" y="1288835"/>
                  </a:lnTo>
                  <a:lnTo>
                    <a:pt x="935135" y="1288827"/>
                  </a:lnTo>
                  <a:lnTo>
                    <a:pt x="935142" y="1288814"/>
                  </a:lnTo>
                  <a:lnTo>
                    <a:pt x="935150" y="1288805"/>
                  </a:lnTo>
                  <a:lnTo>
                    <a:pt x="935163" y="1288792"/>
                  </a:lnTo>
                  <a:lnTo>
                    <a:pt x="935175" y="1288784"/>
                  </a:lnTo>
                  <a:lnTo>
                    <a:pt x="935196" y="1288768"/>
                  </a:lnTo>
                  <a:lnTo>
                    <a:pt x="935221" y="1288749"/>
                  </a:lnTo>
                  <a:lnTo>
                    <a:pt x="935233" y="1288736"/>
                  </a:lnTo>
                  <a:lnTo>
                    <a:pt x="935239" y="1288726"/>
                  </a:lnTo>
                  <a:lnTo>
                    <a:pt x="935243" y="1288718"/>
                  </a:lnTo>
                  <a:lnTo>
                    <a:pt x="935245" y="1288709"/>
                  </a:lnTo>
                  <a:lnTo>
                    <a:pt x="935246" y="1288687"/>
                  </a:lnTo>
                  <a:lnTo>
                    <a:pt x="935246" y="1288663"/>
                  </a:lnTo>
                  <a:lnTo>
                    <a:pt x="935247" y="1288638"/>
                  </a:lnTo>
                  <a:lnTo>
                    <a:pt x="935248" y="1288619"/>
                  </a:lnTo>
                  <a:lnTo>
                    <a:pt x="935244" y="1288604"/>
                  </a:lnTo>
                  <a:lnTo>
                    <a:pt x="935236" y="1288582"/>
                  </a:lnTo>
                  <a:lnTo>
                    <a:pt x="935230" y="1288557"/>
                  </a:lnTo>
                  <a:lnTo>
                    <a:pt x="935220" y="1288524"/>
                  </a:lnTo>
                  <a:lnTo>
                    <a:pt x="935211" y="1288499"/>
                  </a:lnTo>
                  <a:lnTo>
                    <a:pt x="935203" y="1288480"/>
                  </a:lnTo>
                  <a:lnTo>
                    <a:pt x="935200" y="1288471"/>
                  </a:lnTo>
                  <a:lnTo>
                    <a:pt x="935197" y="1288467"/>
                  </a:lnTo>
                  <a:lnTo>
                    <a:pt x="935188" y="1288453"/>
                  </a:lnTo>
                  <a:lnTo>
                    <a:pt x="935172" y="1288428"/>
                  </a:lnTo>
                  <a:lnTo>
                    <a:pt x="935160" y="1288409"/>
                  </a:lnTo>
                  <a:lnTo>
                    <a:pt x="935151" y="1288398"/>
                  </a:lnTo>
                  <a:lnTo>
                    <a:pt x="935139" y="1288385"/>
                  </a:lnTo>
                  <a:lnTo>
                    <a:pt x="935122" y="1288367"/>
                  </a:lnTo>
                  <a:lnTo>
                    <a:pt x="935105" y="1288348"/>
                  </a:lnTo>
                  <a:lnTo>
                    <a:pt x="935088" y="1288332"/>
                  </a:lnTo>
                  <a:lnTo>
                    <a:pt x="935081" y="1288320"/>
                  </a:lnTo>
                  <a:lnTo>
                    <a:pt x="935076" y="1288313"/>
                  </a:lnTo>
                  <a:lnTo>
                    <a:pt x="935071" y="1288302"/>
                  </a:lnTo>
                  <a:lnTo>
                    <a:pt x="935067" y="1288293"/>
                  </a:lnTo>
                  <a:lnTo>
                    <a:pt x="935065" y="1288282"/>
                  </a:lnTo>
                  <a:lnTo>
                    <a:pt x="935065" y="1288277"/>
                  </a:lnTo>
                  <a:lnTo>
                    <a:pt x="935067" y="1288269"/>
                  </a:lnTo>
                  <a:lnTo>
                    <a:pt x="935071" y="1288260"/>
                  </a:lnTo>
                  <a:lnTo>
                    <a:pt x="935078" y="1288253"/>
                  </a:lnTo>
                  <a:lnTo>
                    <a:pt x="935094" y="1288245"/>
                  </a:lnTo>
                  <a:lnTo>
                    <a:pt x="935118" y="1288239"/>
                  </a:lnTo>
                  <a:lnTo>
                    <a:pt x="935134" y="1288234"/>
                  </a:lnTo>
                  <a:lnTo>
                    <a:pt x="935145" y="1288232"/>
                  </a:lnTo>
                  <a:lnTo>
                    <a:pt x="935151" y="1288232"/>
                  </a:lnTo>
                  <a:lnTo>
                    <a:pt x="935159" y="1288232"/>
                  </a:lnTo>
                  <a:lnTo>
                    <a:pt x="935172" y="1288232"/>
                  </a:lnTo>
                  <a:lnTo>
                    <a:pt x="935193" y="1288233"/>
                  </a:lnTo>
                  <a:lnTo>
                    <a:pt x="935204" y="1288236"/>
                  </a:lnTo>
                  <a:lnTo>
                    <a:pt x="935240" y="1288237"/>
                  </a:lnTo>
                  <a:lnTo>
                    <a:pt x="935257" y="1288239"/>
                  </a:lnTo>
                  <a:lnTo>
                    <a:pt x="935298" y="1288243"/>
                  </a:lnTo>
                  <a:lnTo>
                    <a:pt x="935321" y="1288243"/>
                  </a:lnTo>
                  <a:lnTo>
                    <a:pt x="935347" y="1288243"/>
                  </a:lnTo>
                  <a:lnTo>
                    <a:pt x="935363" y="1288241"/>
                  </a:lnTo>
                  <a:lnTo>
                    <a:pt x="935376" y="1288238"/>
                  </a:lnTo>
                  <a:lnTo>
                    <a:pt x="935380" y="1288236"/>
                  </a:lnTo>
                  <a:lnTo>
                    <a:pt x="935383" y="1288233"/>
                  </a:lnTo>
                  <a:lnTo>
                    <a:pt x="935389" y="1288228"/>
                  </a:lnTo>
                  <a:lnTo>
                    <a:pt x="935391" y="1288223"/>
                  </a:lnTo>
                  <a:lnTo>
                    <a:pt x="935392" y="1288219"/>
                  </a:lnTo>
                  <a:lnTo>
                    <a:pt x="935392" y="1288211"/>
                  </a:lnTo>
                  <a:lnTo>
                    <a:pt x="935387" y="1288201"/>
                  </a:lnTo>
                  <a:lnTo>
                    <a:pt x="935377" y="1288192"/>
                  </a:lnTo>
                  <a:lnTo>
                    <a:pt x="935366" y="1288185"/>
                  </a:lnTo>
                  <a:lnTo>
                    <a:pt x="935361" y="1288183"/>
                  </a:lnTo>
                  <a:lnTo>
                    <a:pt x="935355" y="1288183"/>
                  </a:lnTo>
                  <a:lnTo>
                    <a:pt x="935343" y="1288180"/>
                  </a:lnTo>
                  <a:lnTo>
                    <a:pt x="935331" y="1288176"/>
                  </a:lnTo>
                  <a:lnTo>
                    <a:pt x="935314" y="1288173"/>
                  </a:lnTo>
                  <a:lnTo>
                    <a:pt x="935299" y="1288172"/>
                  </a:lnTo>
                  <a:lnTo>
                    <a:pt x="935270" y="1288171"/>
                  </a:lnTo>
                  <a:lnTo>
                    <a:pt x="935247" y="1288169"/>
                  </a:lnTo>
                  <a:lnTo>
                    <a:pt x="935235" y="1288166"/>
                  </a:lnTo>
                  <a:lnTo>
                    <a:pt x="935230" y="1288163"/>
                  </a:lnTo>
                  <a:lnTo>
                    <a:pt x="935226" y="1288152"/>
                  </a:lnTo>
                  <a:lnTo>
                    <a:pt x="935221" y="1288140"/>
                  </a:lnTo>
                  <a:lnTo>
                    <a:pt x="935220" y="1288133"/>
                  </a:lnTo>
                  <a:lnTo>
                    <a:pt x="935220" y="1288128"/>
                  </a:lnTo>
                  <a:lnTo>
                    <a:pt x="935220" y="1288122"/>
                  </a:lnTo>
                  <a:lnTo>
                    <a:pt x="935226" y="1288119"/>
                  </a:lnTo>
                  <a:lnTo>
                    <a:pt x="935233" y="1288113"/>
                  </a:lnTo>
                  <a:lnTo>
                    <a:pt x="935244" y="1288108"/>
                  </a:lnTo>
                  <a:lnTo>
                    <a:pt x="935256" y="1288103"/>
                  </a:lnTo>
                  <a:lnTo>
                    <a:pt x="935274" y="1288101"/>
                  </a:lnTo>
                  <a:lnTo>
                    <a:pt x="935295" y="1288102"/>
                  </a:lnTo>
                  <a:lnTo>
                    <a:pt x="935314" y="1288107"/>
                  </a:lnTo>
                  <a:lnTo>
                    <a:pt x="935332" y="1288112"/>
                  </a:lnTo>
                  <a:lnTo>
                    <a:pt x="935338" y="1288110"/>
                  </a:lnTo>
                  <a:lnTo>
                    <a:pt x="935352" y="1288107"/>
                  </a:lnTo>
                  <a:lnTo>
                    <a:pt x="935371" y="1288099"/>
                  </a:lnTo>
                  <a:lnTo>
                    <a:pt x="935393" y="1288090"/>
                  </a:lnTo>
                  <a:lnTo>
                    <a:pt x="935406" y="1288084"/>
                  </a:lnTo>
                  <a:lnTo>
                    <a:pt x="935411" y="1288081"/>
                  </a:lnTo>
                  <a:lnTo>
                    <a:pt x="935418" y="1288076"/>
                  </a:lnTo>
                  <a:lnTo>
                    <a:pt x="935424" y="1288068"/>
                  </a:lnTo>
                  <a:lnTo>
                    <a:pt x="935430" y="1288060"/>
                  </a:lnTo>
                  <a:lnTo>
                    <a:pt x="935438" y="1288049"/>
                  </a:lnTo>
                  <a:lnTo>
                    <a:pt x="935448" y="1288035"/>
                  </a:lnTo>
                  <a:lnTo>
                    <a:pt x="935454" y="1288022"/>
                  </a:lnTo>
                  <a:lnTo>
                    <a:pt x="935456" y="1288017"/>
                  </a:lnTo>
                  <a:lnTo>
                    <a:pt x="935456" y="1288012"/>
                  </a:lnTo>
                  <a:lnTo>
                    <a:pt x="935456" y="1288007"/>
                  </a:lnTo>
                  <a:lnTo>
                    <a:pt x="935448" y="1287993"/>
                  </a:lnTo>
                  <a:lnTo>
                    <a:pt x="935442" y="1287984"/>
                  </a:lnTo>
                  <a:lnTo>
                    <a:pt x="935434" y="1287978"/>
                  </a:lnTo>
                  <a:lnTo>
                    <a:pt x="935422" y="1287972"/>
                  </a:lnTo>
                  <a:lnTo>
                    <a:pt x="935410" y="1287964"/>
                  </a:lnTo>
                  <a:lnTo>
                    <a:pt x="935399" y="1287959"/>
                  </a:lnTo>
                  <a:lnTo>
                    <a:pt x="935382" y="1287947"/>
                  </a:lnTo>
                  <a:lnTo>
                    <a:pt x="935368" y="1287934"/>
                  </a:lnTo>
                  <a:lnTo>
                    <a:pt x="935362" y="1287926"/>
                  </a:lnTo>
                  <a:lnTo>
                    <a:pt x="935358" y="1287917"/>
                  </a:lnTo>
                  <a:lnTo>
                    <a:pt x="935351" y="1287907"/>
                  </a:lnTo>
                  <a:lnTo>
                    <a:pt x="935350" y="1287900"/>
                  </a:lnTo>
                  <a:lnTo>
                    <a:pt x="935347" y="1287893"/>
                  </a:lnTo>
                  <a:lnTo>
                    <a:pt x="935345" y="1287888"/>
                  </a:lnTo>
                  <a:lnTo>
                    <a:pt x="935344" y="1287882"/>
                  </a:lnTo>
                  <a:lnTo>
                    <a:pt x="935342" y="1287877"/>
                  </a:lnTo>
                  <a:lnTo>
                    <a:pt x="935342" y="1287871"/>
                  </a:lnTo>
                  <a:lnTo>
                    <a:pt x="935344" y="1287865"/>
                  </a:lnTo>
                  <a:lnTo>
                    <a:pt x="935347" y="1287857"/>
                  </a:lnTo>
                  <a:lnTo>
                    <a:pt x="935354" y="1287850"/>
                  </a:lnTo>
                  <a:lnTo>
                    <a:pt x="935365" y="1287840"/>
                  </a:lnTo>
                  <a:lnTo>
                    <a:pt x="935378" y="1287832"/>
                  </a:lnTo>
                  <a:lnTo>
                    <a:pt x="935402" y="1287822"/>
                  </a:lnTo>
                  <a:lnTo>
                    <a:pt x="935422" y="1287817"/>
                  </a:lnTo>
                  <a:lnTo>
                    <a:pt x="935433" y="1287815"/>
                  </a:lnTo>
                  <a:lnTo>
                    <a:pt x="935455" y="1287810"/>
                  </a:lnTo>
                  <a:lnTo>
                    <a:pt x="935469" y="1287805"/>
                  </a:lnTo>
                  <a:lnTo>
                    <a:pt x="935484" y="1287804"/>
                  </a:lnTo>
                  <a:lnTo>
                    <a:pt x="935499" y="1287800"/>
                  </a:lnTo>
                  <a:lnTo>
                    <a:pt x="935518" y="1287796"/>
                  </a:lnTo>
                  <a:lnTo>
                    <a:pt x="935530" y="1287791"/>
                  </a:lnTo>
                  <a:lnTo>
                    <a:pt x="935537" y="1287787"/>
                  </a:lnTo>
                  <a:lnTo>
                    <a:pt x="935548" y="1287784"/>
                  </a:lnTo>
                  <a:lnTo>
                    <a:pt x="935563" y="1287779"/>
                  </a:lnTo>
                  <a:lnTo>
                    <a:pt x="935580" y="1287778"/>
                  </a:lnTo>
                  <a:lnTo>
                    <a:pt x="935589" y="1287774"/>
                  </a:lnTo>
                  <a:lnTo>
                    <a:pt x="935599" y="1287771"/>
                  </a:lnTo>
                  <a:lnTo>
                    <a:pt x="935616" y="1287765"/>
                  </a:lnTo>
                  <a:lnTo>
                    <a:pt x="935631" y="1287760"/>
                  </a:lnTo>
                  <a:lnTo>
                    <a:pt x="935651" y="1287755"/>
                  </a:lnTo>
                  <a:lnTo>
                    <a:pt x="935669" y="1287751"/>
                  </a:lnTo>
                  <a:lnTo>
                    <a:pt x="935686" y="1287748"/>
                  </a:lnTo>
                  <a:lnTo>
                    <a:pt x="935707" y="1287745"/>
                  </a:lnTo>
                  <a:lnTo>
                    <a:pt x="935714" y="1287741"/>
                  </a:lnTo>
                  <a:lnTo>
                    <a:pt x="935736" y="1287734"/>
                  </a:lnTo>
                  <a:lnTo>
                    <a:pt x="935760" y="1287722"/>
                  </a:lnTo>
                  <a:lnTo>
                    <a:pt x="935783" y="1287701"/>
                  </a:lnTo>
                  <a:lnTo>
                    <a:pt x="935797" y="1287683"/>
                  </a:lnTo>
                  <a:lnTo>
                    <a:pt x="935802" y="1287668"/>
                  </a:lnTo>
                  <a:lnTo>
                    <a:pt x="935802" y="1287647"/>
                  </a:lnTo>
                  <a:lnTo>
                    <a:pt x="935797" y="1287633"/>
                  </a:lnTo>
                  <a:lnTo>
                    <a:pt x="935793" y="1287619"/>
                  </a:lnTo>
                  <a:lnTo>
                    <a:pt x="935793" y="1287609"/>
                  </a:lnTo>
                  <a:lnTo>
                    <a:pt x="935793" y="1287600"/>
                  </a:lnTo>
                  <a:lnTo>
                    <a:pt x="935803" y="1287575"/>
                  </a:lnTo>
                  <a:lnTo>
                    <a:pt x="935804" y="1287566"/>
                  </a:lnTo>
                  <a:lnTo>
                    <a:pt x="935802" y="1287560"/>
                  </a:lnTo>
                  <a:lnTo>
                    <a:pt x="935800" y="1287545"/>
                  </a:lnTo>
                  <a:lnTo>
                    <a:pt x="935797" y="1287530"/>
                  </a:lnTo>
                  <a:lnTo>
                    <a:pt x="935794" y="1287516"/>
                  </a:lnTo>
                  <a:lnTo>
                    <a:pt x="935791" y="1287510"/>
                  </a:lnTo>
                  <a:lnTo>
                    <a:pt x="935790" y="1287500"/>
                  </a:lnTo>
                  <a:lnTo>
                    <a:pt x="935791" y="1287484"/>
                  </a:lnTo>
                  <a:lnTo>
                    <a:pt x="935790" y="1287479"/>
                  </a:lnTo>
                  <a:lnTo>
                    <a:pt x="935790" y="1287469"/>
                  </a:lnTo>
                  <a:lnTo>
                    <a:pt x="935791" y="1287454"/>
                  </a:lnTo>
                  <a:lnTo>
                    <a:pt x="935794" y="1287447"/>
                  </a:lnTo>
                  <a:lnTo>
                    <a:pt x="935793" y="1287439"/>
                  </a:lnTo>
                  <a:lnTo>
                    <a:pt x="935789" y="1287424"/>
                  </a:lnTo>
                  <a:lnTo>
                    <a:pt x="935785" y="1287417"/>
                  </a:lnTo>
                  <a:lnTo>
                    <a:pt x="935783" y="1287409"/>
                  </a:lnTo>
                  <a:lnTo>
                    <a:pt x="935781" y="1287402"/>
                  </a:lnTo>
                  <a:lnTo>
                    <a:pt x="935781" y="1287394"/>
                  </a:lnTo>
                  <a:lnTo>
                    <a:pt x="935780" y="1287387"/>
                  </a:lnTo>
                  <a:lnTo>
                    <a:pt x="935781" y="1287379"/>
                  </a:lnTo>
                  <a:lnTo>
                    <a:pt x="935779" y="1287371"/>
                  </a:lnTo>
                  <a:lnTo>
                    <a:pt x="935775" y="1287364"/>
                  </a:lnTo>
                  <a:lnTo>
                    <a:pt x="935762" y="1287350"/>
                  </a:lnTo>
                  <a:lnTo>
                    <a:pt x="935759" y="1287335"/>
                  </a:lnTo>
                  <a:lnTo>
                    <a:pt x="935756" y="1287320"/>
                  </a:lnTo>
                  <a:lnTo>
                    <a:pt x="935753" y="1287305"/>
                  </a:lnTo>
                  <a:lnTo>
                    <a:pt x="935747" y="1287290"/>
                  </a:lnTo>
                  <a:lnTo>
                    <a:pt x="935735" y="1287276"/>
                  </a:lnTo>
                  <a:lnTo>
                    <a:pt x="935714" y="1287262"/>
                  </a:lnTo>
                  <a:lnTo>
                    <a:pt x="935709" y="1287257"/>
                  </a:lnTo>
                  <a:lnTo>
                    <a:pt x="935699" y="1287245"/>
                  </a:lnTo>
                  <a:lnTo>
                    <a:pt x="935685" y="1287233"/>
                  </a:lnTo>
                  <a:lnTo>
                    <a:pt x="935674" y="1287223"/>
                  </a:lnTo>
                  <a:lnTo>
                    <a:pt x="935661" y="1287217"/>
                  </a:lnTo>
                  <a:lnTo>
                    <a:pt x="935652" y="1287211"/>
                  </a:lnTo>
                  <a:lnTo>
                    <a:pt x="935650" y="1287198"/>
                  </a:lnTo>
                  <a:lnTo>
                    <a:pt x="935650" y="1287192"/>
                  </a:lnTo>
                  <a:lnTo>
                    <a:pt x="935648" y="1287182"/>
                  </a:lnTo>
                  <a:lnTo>
                    <a:pt x="935649" y="1287167"/>
                  </a:lnTo>
                  <a:lnTo>
                    <a:pt x="935652" y="1287155"/>
                  </a:lnTo>
                  <a:lnTo>
                    <a:pt x="935652" y="1287142"/>
                  </a:lnTo>
                  <a:lnTo>
                    <a:pt x="935649" y="1287130"/>
                  </a:lnTo>
                  <a:lnTo>
                    <a:pt x="935641" y="1287118"/>
                  </a:lnTo>
                  <a:lnTo>
                    <a:pt x="935618" y="1287095"/>
                  </a:lnTo>
                  <a:lnTo>
                    <a:pt x="935600" y="1287070"/>
                  </a:lnTo>
                  <a:lnTo>
                    <a:pt x="935577" y="1287055"/>
                  </a:lnTo>
                  <a:lnTo>
                    <a:pt x="935553" y="1287050"/>
                  </a:lnTo>
                  <a:lnTo>
                    <a:pt x="935537" y="1287040"/>
                  </a:lnTo>
                  <a:lnTo>
                    <a:pt x="935529" y="1287032"/>
                  </a:lnTo>
                  <a:lnTo>
                    <a:pt x="935519" y="1287019"/>
                  </a:lnTo>
                  <a:lnTo>
                    <a:pt x="935514" y="1287007"/>
                  </a:lnTo>
                  <a:lnTo>
                    <a:pt x="935508" y="1286992"/>
                  </a:lnTo>
                  <a:lnTo>
                    <a:pt x="935500" y="1286982"/>
                  </a:lnTo>
                  <a:lnTo>
                    <a:pt x="935493" y="1286975"/>
                  </a:lnTo>
                  <a:lnTo>
                    <a:pt x="935477" y="1286967"/>
                  </a:lnTo>
                  <a:lnTo>
                    <a:pt x="935451" y="1286959"/>
                  </a:lnTo>
                  <a:lnTo>
                    <a:pt x="935432" y="1286951"/>
                  </a:lnTo>
                  <a:lnTo>
                    <a:pt x="935427" y="1286946"/>
                  </a:lnTo>
                  <a:lnTo>
                    <a:pt x="935422" y="1286938"/>
                  </a:lnTo>
                  <a:lnTo>
                    <a:pt x="935421" y="1286927"/>
                  </a:lnTo>
                  <a:lnTo>
                    <a:pt x="935421" y="1286921"/>
                  </a:lnTo>
                  <a:lnTo>
                    <a:pt x="935422" y="1286909"/>
                  </a:lnTo>
                  <a:lnTo>
                    <a:pt x="935417" y="1286896"/>
                  </a:lnTo>
                  <a:lnTo>
                    <a:pt x="935404" y="1286871"/>
                  </a:lnTo>
                  <a:lnTo>
                    <a:pt x="935404" y="1286864"/>
                  </a:lnTo>
                  <a:lnTo>
                    <a:pt x="935407" y="1286859"/>
                  </a:lnTo>
                  <a:lnTo>
                    <a:pt x="935412" y="1286854"/>
                  </a:lnTo>
                  <a:lnTo>
                    <a:pt x="935420" y="1286849"/>
                  </a:lnTo>
                  <a:lnTo>
                    <a:pt x="935444" y="1286844"/>
                  </a:lnTo>
                  <a:lnTo>
                    <a:pt x="935468" y="1286838"/>
                  </a:lnTo>
                  <a:lnTo>
                    <a:pt x="935479" y="1286828"/>
                  </a:lnTo>
                  <a:lnTo>
                    <a:pt x="935481" y="1286823"/>
                  </a:lnTo>
                  <a:lnTo>
                    <a:pt x="935476" y="1286817"/>
                  </a:lnTo>
                  <a:lnTo>
                    <a:pt x="935471" y="1286811"/>
                  </a:lnTo>
                  <a:lnTo>
                    <a:pt x="935456" y="1286807"/>
                  </a:lnTo>
                  <a:lnTo>
                    <a:pt x="935451" y="1286807"/>
                  </a:lnTo>
                  <a:lnTo>
                    <a:pt x="935435" y="1286804"/>
                  </a:lnTo>
                  <a:lnTo>
                    <a:pt x="935427" y="1286802"/>
                  </a:lnTo>
                  <a:lnTo>
                    <a:pt x="935403" y="1286799"/>
                  </a:lnTo>
                  <a:lnTo>
                    <a:pt x="935379" y="1286802"/>
                  </a:lnTo>
                  <a:lnTo>
                    <a:pt x="935355" y="1286814"/>
                  </a:lnTo>
                  <a:lnTo>
                    <a:pt x="935336" y="1286816"/>
                  </a:lnTo>
                  <a:lnTo>
                    <a:pt x="935331" y="1286813"/>
                  </a:lnTo>
                  <a:lnTo>
                    <a:pt x="935326" y="1286806"/>
                  </a:lnTo>
                  <a:lnTo>
                    <a:pt x="935326" y="1286801"/>
                  </a:lnTo>
                  <a:lnTo>
                    <a:pt x="935328" y="1286788"/>
                  </a:lnTo>
                  <a:lnTo>
                    <a:pt x="935331" y="1286771"/>
                  </a:lnTo>
                  <a:lnTo>
                    <a:pt x="935328" y="1286763"/>
                  </a:lnTo>
                  <a:lnTo>
                    <a:pt x="935323" y="1286753"/>
                  </a:lnTo>
                  <a:lnTo>
                    <a:pt x="935308" y="1286743"/>
                  </a:lnTo>
                  <a:lnTo>
                    <a:pt x="935297" y="1286740"/>
                  </a:lnTo>
                  <a:lnTo>
                    <a:pt x="935284" y="1286740"/>
                  </a:lnTo>
                  <a:lnTo>
                    <a:pt x="935260" y="1286745"/>
                  </a:lnTo>
                  <a:lnTo>
                    <a:pt x="935241" y="1286748"/>
                  </a:lnTo>
                  <a:lnTo>
                    <a:pt x="935231" y="1286743"/>
                  </a:lnTo>
                  <a:lnTo>
                    <a:pt x="935212" y="1286725"/>
                  </a:lnTo>
                  <a:lnTo>
                    <a:pt x="935189" y="1286702"/>
                  </a:lnTo>
                  <a:lnTo>
                    <a:pt x="935168" y="1286691"/>
                  </a:lnTo>
                  <a:lnTo>
                    <a:pt x="935160" y="1286691"/>
                  </a:lnTo>
                  <a:lnTo>
                    <a:pt x="935136" y="1286692"/>
                  </a:lnTo>
                  <a:lnTo>
                    <a:pt x="935092" y="1286683"/>
                  </a:lnTo>
                  <a:lnTo>
                    <a:pt x="935053" y="1286673"/>
                  </a:lnTo>
                  <a:lnTo>
                    <a:pt x="935045" y="1286668"/>
                  </a:lnTo>
                  <a:lnTo>
                    <a:pt x="935020" y="1286665"/>
                  </a:lnTo>
                  <a:lnTo>
                    <a:pt x="935000" y="1286667"/>
                  </a:lnTo>
                  <a:lnTo>
                    <a:pt x="934985" y="1286670"/>
                  </a:lnTo>
                  <a:lnTo>
                    <a:pt x="934972" y="1286674"/>
                  </a:lnTo>
                  <a:lnTo>
                    <a:pt x="934948" y="1286684"/>
                  </a:lnTo>
                  <a:lnTo>
                    <a:pt x="934935" y="1286690"/>
                  </a:lnTo>
                  <a:lnTo>
                    <a:pt x="934923" y="1286698"/>
                  </a:lnTo>
                  <a:lnTo>
                    <a:pt x="934900" y="1286712"/>
                  </a:lnTo>
                  <a:lnTo>
                    <a:pt x="934883" y="1286722"/>
                  </a:lnTo>
                  <a:lnTo>
                    <a:pt x="934875" y="1286723"/>
                  </a:lnTo>
                  <a:lnTo>
                    <a:pt x="934867" y="1286720"/>
                  </a:lnTo>
                  <a:lnTo>
                    <a:pt x="934866" y="1286715"/>
                  </a:lnTo>
                  <a:lnTo>
                    <a:pt x="934866" y="1286703"/>
                  </a:lnTo>
                  <a:lnTo>
                    <a:pt x="934857" y="1286658"/>
                  </a:lnTo>
                  <a:lnTo>
                    <a:pt x="934808" y="1286306"/>
                  </a:lnTo>
                  <a:lnTo>
                    <a:pt x="934795" y="1286170"/>
                  </a:lnTo>
                  <a:lnTo>
                    <a:pt x="934780" y="1286105"/>
                  </a:lnTo>
                  <a:lnTo>
                    <a:pt x="934773" y="1286050"/>
                  </a:lnTo>
                  <a:lnTo>
                    <a:pt x="934796" y="1285828"/>
                  </a:lnTo>
                  <a:lnTo>
                    <a:pt x="934845" y="1285410"/>
                  </a:lnTo>
                  <a:lnTo>
                    <a:pt x="934906" y="1284860"/>
                  </a:lnTo>
                  <a:lnTo>
                    <a:pt x="935035" y="1284681"/>
                  </a:lnTo>
                  <a:lnTo>
                    <a:pt x="935174" y="1284482"/>
                  </a:lnTo>
                  <a:lnTo>
                    <a:pt x="935330" y="1284262"/>
                  </a:lnTo>
                  <a:lnTo>
                    <a:pt x="935494" y="1284031"/>
                  </a:lnTo>
                  <a:lnTo>
                    <a:pt x="935590" y="1283981"/>
                  </a:lnTo>
                  <a:lnTo>
                    <a:pt x="935714" y="1283909"/>
                  </a:lnTo>
                  <a:lnTo>
                    <a:pt x="935806" y="1283854"/>
                  </a:lnTo>
                  <a:lnTo>
                    <a:pt x="935957" y="1283781"/>
                  </a:lnTo>
                  <a:lnTo>
                    <a:pt x="935985" y="1283760"/>
                  </a:lnTo>
                  <a:lnTo>
                    <a:pt x="936012" y="1283740"/>
                  </a:lnTo>
                  <a:lnTo>
                    <a:pt x="936161" y="1283613"/>
                  </a:lnTo>
                  <a:lnTo>
                    <a:pt x="936435" y="1283365"/>
                  </a:lnTo>
                  <a:lnTo>
                    <a:pt x="936440" y="1283350"/>
                  </a:lnTo>
                  <a:lnTo>
                    <a:pt x="936441" y="1283341"/>
                  </a:lnTo>
                  <a:lnTo>
                    <a:pt x="936432" y="1283331"/>
                  </a:lnTo>
                  <a:lnTo>
                    <a:pt x="936419" y="1283324"/>
                  </a:lnTo>
                  <a:lnTo>
                    <a:pt x="936410" y="1283320"/>
                  </a:lnTo>
                  <a:lnTo>
                    <a:pt x="936403" y="1283317"/>
                  </a:lnTo>
                  <a:lnTo>
                    <a:pt x="936388" y="1283313"/>
                  </a:lnTo>
                  <a:lnTo>
                    <a:pt x="936374" y="1283307"/>
                  </a:lnTo>
                  <a:lnTo>
                    <a:pt x="936359" y="1283299"/>
                  </a:lnTo>
                  <a:lnTo>
                    <a:pt x="936344" y="1283293"/>
                  </a:lnTo>
                  <a:lnTo>
                    <a:pt x="936330" y="1283294"/>
                  </a:lnTo>
                  <a:lnTo>
                    <a:pt x="936315" y="1283298"/>
                  </a:lnTo>
                  <a:lnTo>
                    <a:pt x="936301" y="1283303"/>
                  </a:lnTo>
                  <a:lnTo>
                    <a:pt x="936287" y="1283305"/>
                  </a:lnTo>
                  <a:lnTo>
                    <a:pt x="936272" y="1283300"/>
                  </a:lnTo>
                  <a:lnTo>
                    <a:pt x="936258" y="1283292"/>
                  </a:lnTo>
                  <a:lnTo>
                    <a:pt x="936255" y="1283289"/>
                  </a:lnTo>
                  <a:lnTo>
                    <a:pt x="936243" y="1283284"/>
                  </a:lnTo>
                  <a:lnTo>
                    <a:pt x="936240" y="1283281"/>
                  </a:lnTo>
                  <a:lnTo>
                    <a:pt x="936229" y="1283276"/>
                  </a:lnTo>
                  <a:lnTo>
                    <a:pt x="936215" y="1283270"/>
                  </a:lnTo>
                  <a:lnTo>
                    <a:pt x="936200" y="1283265"/>
                  </a:lnTo>
                  <a:lnTo>
                    <a:pt x="936191" y="1283261"/>
                  </a:lnTo>
                  <a:lnTo>
                    <a:pt x="936186" y="1283257"/>
                  </a:lnTo>
                  <a:lnTo>
                    <a:pt x="936177" y="1283245"/>
                  </a:lnTo>
                  <a:lnTo>
                    <a:pt x="936176" y="1283228"/>
                  </a:lnTo>
                  <a:lnTo>
                    <a:pt x="936177" y="1283213"/>
                  </a:lnTo>
                  <a:lnTo>
                    <a:pt x="936177" y="1283198"/>
                  </a:lnTo>
                  <a:lnTo>
                    <a:pt x="936178" y="1283183"/>
                  </a:lnTo>
                  <a:lnTo>
                    <a:pt x="936177" y="1283168"/>
                  </a:lnTo>
                  <a:lnTo>
                    <a:pt x="936175" y="1283153"/>
                  </a:lnTo>
                  <a:lnTo>
                    <a:pt x="936173" y="1283138"/>
                  </a:lnTo>
                  <a:lnTo>
                    <a:pt x="936168" y="1283123"/>
                  </a:lnTo>
                  <a:lnTo>
                    <a:pt x="936163" y="1283113"/>
                  </a:lnTo>
                  <a:lnTo>
                    <a:pt x="936160" y="1283109"/>
                  </a:lnTo>
                  <a:lnTo>
                    <a:pt x="936151" y="1283103"/>
                  </a:lnTo>
                  <a:lnTo>
                    <a:pt x="936145" y="1283101"/>
                  </a:lnTo>
                  <a:lnTo>
                    <a:pt x="936131" y="1283098"/>
                  </a:lnTo>
                  <a:lnTo>
                    <a:pt x="936120" y="1283094"/>
                  </a:lnTo>
                  <a:lnTo>
                    <a:pt x="936116" y="1283091"/>
                  </a:lnTo>
                  <a:lnTo>
                    <a:pt x="936100" y="1283077"/>
                  </a:lnTo>
                  <a:lnTo>
                    <a:pt x="936087" y="1283070"/>
                  </a:lnTo>
                  <a:lnTo>
                    <a:pt x="936080" y="1283066"/>
                  </a:lnTo>
                  <a:lnTo>
                    <a:pt x="936072" y="1283065"/>
                  </a:lnTo>
                  <a:lnTo>
                    <a:pt x="936058" y="1283063"/>
                  </a:lnTo>
                  <a:lnTo>
                    <a:pt x="936050" y="1283060"/>
                  </a:lnTo>
                  <a:lnTo>
                    <a:pt x="936043" y="1283055"/>
                  </a:lnTo>
                  <a:lnTo>
                    <a:pt x="936036" y="1283049"/>
                  </a:lnTo>
                  <a:lnTo>
                    <a:pt x="936029" y="1283045"/>
                  </a:lnTo>
                  <a:lnTo>
                    <a:pt x="936024" y="1283042"/>
                  </a:lnTo>
                  <a:lnTo>
                    <a:pt x="936014" y="1283039"/>
                  </a:lnTo>
                  <a:lnTo>
                    <a:pt x="936000" y="1283037"/>
                  </a:lnTo>
                  <a:lnTo>
                    <a:pt x="935985" y="1283037"/>
                  </a:lnTo>
                  <a:lnTo>
                    <a:pt x="935970" y="1283037"/>
                  </a:lnTo>
                  <a:lnTo>
                    <a:pt x="935965" y="1283037"/>
                  </a:lnTo>
                  <a:lnTo>
                    <a:pt x="935960" y="1283036"/>
                  </a:lnTo>
                  <a:lnTo>
                    <a:pt x="935956" y="1283032"/>
                  </a:lnTo>
                  <a:lnTo>
                    <a:pt x="935941" y="1283021"/>
                  </a:lnTo>
                  <a:lnTo>
                    <a:pt x="935927" y="1283016"/>
                  </a:lnTo>
                  <a:lnTo>
                    <a:pt x="935921" y="1283014"/>
                  </a:lnTo>
                  <a:lnTo>
                    <a:pt x="935916" y="1283008"/>
                  </a:lnTo>
                  <a:lnTo>
                    <a:pt x="935911" y="1283000"/>
                  </a:lnTo>
                  <a:lnTo>
                    <a:pt x="935907" y="1282990"/>
                  </a:lnTo>
                  <a:lnTo>
                    <a:pt x="935903" y="1282981"/>
                  </a:lnTo>
                  <a:lnTo>
                    <a:pt x="935903" y="1282975"/>
                  </a:lnTo>
                  <a:lnTo>
                    <a:pt x="935903" y="1282960"/>
                  </a:lnTo>
                  <a:lnTo>
                    <a:pt x="935903" y="1282945"/>
                  </a:lnTo>
                  <a:lnTo>
                    <a:pt x="935906" y="1282930"/>
                  </a:lnTo>
                  <a:lnTo>
                    <a:pt x="935908" y="1282914"/>
                  </a:lnTo>
                  <a:lnTo>
                    <a:pt x="935910" y="1282899"/>
                  </a:lnTo>
                  <a:lnTo>
                    <a:pt x="935910" y="1282884"/>
                  </a:lnTo>
                  <a:lnTo>
                    <a:pt x="935911" y="1282869"/>
                  </a:lnTo>
                  <a:lnTo>
                    <a:pt x="935910" y="1282854"/>
                  </a:lnTo>
                  <a:lnTo>
                    <a:pt x="935910" y="1282846"/>
                  </a:lnTo>
                  <a:lnTo>
                    <a:pt x="935907" y="1282839"/>
                  </a:lnTo>
                  <a:lnTo>
                    <a:pt x="935901" y="1282832"/>
                  </a:lnTo>
                  <a:lnTo>
                    <a:pt x="935895" y="1282829"/>
                  </a:lnTo>
                  <a:lnTo>
                    <a:pt x="935884" y="1282824"/>
                  </a:lnTo>
                  <a:lnTo>
                    <a:pt x="935879" y="1282824"/>
                  </a:lnTo>
                  <a:lnTo>
                    <a:pt x="935872" y="1282824"/>
                  </a:lnTo>
                  <a:lnTo>
                    <a:pt x="935865" y="1282828"/>
                  </a:lnTo>
                  <a:lnTo>
                    <a:pt x="935850" y="1282838"/>
                  </a:lnTo>
                  <a:lnTo>
                    <a:pt x="935838" y="1282850"/>
                  </a:lnTo>
                  <a:lnTo>
                    <a:pt x="935806" y="1282877"/>
                  </a:lnTo>
                  <a:lnTo>
                    <a:pt x="935795" y="1282873"/>
                  </a:lnTo>
                  <a:lnTo>
                    <a:pt x="935784" y="1282858"/>
                  </a:lnTo>
                  <a:lnTo>
                    <a:pt x="935784" y="1282849"/>
                  </a:lnTo>
                  <a:lnTo>
                    <a:pt x="935786" y="1282841"/>
                  </a:lnTo>
                  <a:lnTo>
                    <a:pt x="935788" y="1282834"/>
                  </a:lnTo>
                  <a:lnTo>
                    <a:pt x="935789" y="1282828"/>
                  </a:lnTo>
                  <a:lnTo>
                    <a:pt x="935792" y="1282813"/>
                  </a:lnTo>
                  <a:lnTo>
                    <a:pt x="935792" y="1282804"/>
                  </a:lnTo>
                  <a:lnTo>
                    <a:pt x="935790" y="1282798"/>
                  </a:lnTo>
                  <a:lnTo>
                    <a:pt x="935785" y="1282783"/>
                  </a:lnTo>
                  <a:lnTo>
                    <a:pt x="935776" y="1282768"/>
                  </a:lnTo>
                  <a:lnTo>
                    <a:pt x="935770" y="1282756"/>
                  </a:lnTo>
                  <a:lnTo>
                    <a:pt x="935767" y="1282751"/>
                  </a:lnTo>
                  <a:lnTo>
                    <a:pt x="935767" y="1282744"/>
                  </a:lnTo>
                  <a:lnTo>
                    <a:pt x="935766" y="1282738"/>
                  </a:lnTo>
                  <a:lnTo>
                    <a:pt x="935762" y="1282723"/>
                  </a:lnTo>
                  <a:lnTo>
                    <a:pt x="935758" y="1282713"/>
                  </a:lnTo>
                  <a:lnTo>
                    <a:pt x="935753" y="1282709"/>
                  </a:lnTo>
                  <a:lnTo>
                    <a:pt x="935749" y="1282707"/>
                  </a:lnTo>
                  <a:lnTo>
                    <a:pt x="935743" y="1282707"/>
                  </a:lnTo>
                  <a:lnTo>
                    <a:pt x="935739" y="1282707"/>
                  </a:lnTo>
                  <a:lnTo>
                    <a:pt x="935714" y="1282715"/>
                  </a:lnTo>
                  <a:lnTo>
                    <a:pt x="935705" y="1282711"/>
                  </a:lnTo>
                  <a:lnTo>
                    <a:pt x="935695" y="1282711"/>
                  </a:lnTo>
                  <a:lnTo>
                    <a:pt x="935675" y="1282701"/>
                  </a:lnTo>
                  <a:lnTo>
                    <a:pt x="935670" y="1282696"/>
                  </a:lnTo>
                  <a:lnTo>
                    <a:pt x="935664" y="1282686"/>
                  </a:lnTo>
                  <a:lnTo>
                    <a:pt x="935662" y="1282678"/>
                  </a:lnTo>
                  <a:lnTo>
                    <a:pt x="935662" y="1282671"/>
                  </a:lnTo>
                  <a:lnTo>
                    <a:pt x="935672" y="1282651"/>
                  </a:lnTo>
                  <a:lnTo>
                    <a:pt x="935676" y="1282646"/>
                  </a:lnTo>
                  <a:lnTo>
                    <a:pt x="935684" y="1282636"/>
                  </a:lnTo>
                  <a:lnTo>
                    <a:pt x="935691" y="1282632"/>
                  </a:lnTo>
                  <a:lnTo>
                    <a:pt x="935714" y="1282627"/>
                  </a:lnTo>
                  <a:lnTo>
                    <a:pt x="935737" y="1282634"/>
                  </a:lnTo>
                  <a:lnTo>
                    <a:pt x="935743" y="1282633"/>
                  </a:lnTo>
                  <a:lnTo>
                    <a:pt x="935748" y="1282630"/>
                  </a:lnTo>
                  <a:lnTo>
                    <a:pt x="935748" y="1282623"/>
                  </a:lnTo>
                  <a:lnTo>
                    <a:pt x="935746" y="1282617"/>
                  </a:lnTo>
                  <a:lnTo>
                    <a:pt x="935741" y="1282611"/>
                  </a:lnTo>
                  <a:lnTo>
                    <a:pt x="935714" y="1282587"/>
                  </a:lnTo>
                  <a:lnTo>
                    <a:pt x="935711" y="1282582"/>
                  </a:lnTo>
                  <a:lnTo>
                    <a:pt x="935700" y="1282574"/>
                  </a:lnTo>
                  <a:lnTo>
                    <a:pt x="935690" y="1282572"/>
                  </a:lnTo>
                  <a:lnTo>
                    <a:pt x="935674" y="1282567"/>
                  </a:lnTo>
                  <a:lnTo>
                    <a:pt x="935669" y="1282561"/>
                  </a:lnTo>
                  <a:lnTo>
                    <a:pt x="935672" y="1282542"/>
                  </a:lnTo>
                  <a:lnTo>
                    <a:pt x="935677" y="1282534"/>
                  </a:lnTo>
                  <a:lnTo>
                    <a:pt x="935685" y="1282517"/>
                  </a:lnTo>
                  <a:lnTo>
                    <a:pt x="935683" y="1282509"/>
                  </a:lnTo>
                  <a:lnTo>
                    <a:pt x="935677" y="1282505"/>
                  </a:lnTo>
                  <a:lnTo>
                    <a:pt x="935659" y="1282504"/>
                  </a:lnTo>
                  <a:lnTo>
                    <a:pt x="935641" y="1282497"/>
                  </a:lnTo>
                  <a:lnTo>
                    <a:pt x="935638" y="1282491"/>
                  </a:lnTo>
                  <a:lnTo>
                    <a:pt x="935635" y="1282482"/>
                  </a:lnTo>
                  <a:lnTo>
                    <a:pt x="935639" y="1282466"/>
                  </a:lnTo>
                  <a:lnTo>
                    <a:pt x="935647" y="1282440"/>
                  </a:lnTo>
                  <a:lnTo>
                    <a:pt x="935653" y="1282415"/>
                  </a:lnTo>
                  <a:lnTo>
                    <a:pt x="935655" y="1282398"/>
                  </a:lnTo>
                  <a:lnTo>
                    <a:pt x="935653" y="1282390"/>
                  </a:lnTo>
                  <a:lnTo>
                    <a:pt x="935646" y="1282380"/>
                  </a:lnTo>
                  <a:lnTo>
                    <a:pt x="935638" y="1282380"/>
                  </a:lnTo>
                  <a:lnTo>
                    <a:pt x="935632" y="1282382"/>
                  </a:lnTo>
                  <a:lnTo>
                    <a:pt x="935619" y="1282392"/>
                  </a:lnTo>
                  <a:lnTo>
                    <a:pt x="935616" y="1282397"/>
                  </a:lnTo>
                  <a:lnTo>
                    <a:pt x="935597" y="1282416"/>
                  </a:lnTo>
                  <a:lnTo>
                    <a:pt x="935592" y="1282418"/>
                  </a:lnTo>
                  <a:lnTo>
                    <a:pt x="935568" y="1282424"/>
                  </a:lnTo>
                  <a:lnTo>
                    <a:pt x="935544" y="1282426"/>
                  </a:lnTo>
                  <a:lnTo>
                    <a:pt x="935520" y="1282426"/>
                  </a:lnTo>
                  <a:lnTo>
                    <a:pt x="935496" y="1282430"/>
                  </a:lnTo>
                  <a:lnTo>
                    <a:pt x="935472" y="1282435"/>
                  </a:lnTo>
                  <a:lnTo>
                    <a:pt x="935448" y="1282442"/>
                  </a:lnTo>
                  <a:lnTo>
                    <a:pt x="935435" y="1282442"/>
                  </a:lnTo>
                  <a:lnTo>
                    <a:pt x="935424" y="1282437"/>
                  </a:lnTo>
                  <a:lnTo>
                    <a:pt x="935410" y="1282422"/>
                  </a:lnTo>
                  <a:lnTo>
                    <a:pt x="935409" y="1282413"/>
                  </a:lnTo>
                  <a:lnTo>
                    <a:pt x="935406" y="1282389"/>
                  </a:lnTo>
                  <a:lnTo>
                    <a:pt x="935413" y="1282362"/>
                  </a:lnTo>
                  <a:lnTo>
                    <a:pt x="935411" y="1282357"/>
                  </a:lnTo>
                  <a:lnTo>
                    <a:pt x="935407" y="1282354"/>
                  </a:lnTo>
                  <a:lnTo>
                    <a:pt x="935399" y="1282354"/>
                  </a:lnTo>
                  <a:lnTo>
                    <a:pt x="935392" y="1282361"/>
                  </a:lnTo>
                  <a:lnTo>
                    <a:pt x="935386" y="1282374"/>
                  </a:lnTo>
                  <a:lnTo>
                    <a:pt x="935380" y="1282381"/>
                  </a:lnTo>
                  <a:lnTo>
                    <a:pt x="935375" y="1282381"/>
                  </a:lnTo>
                  <a:lnTo>
                    <a:pt x="935367" y="1282378"/>
                  </a:lnTo>
                  <a:lnTo>
                    <a:pt x="935359" y="1282369"/>
                  </a:lnTo>
                  <a:lnTo>
                    <a:pt x="935355" y="1282360"/>
                  </a:lnTo>
                  <a:lnTo>
                    <a:pt x="935353" y="1282350"/>
                  </a:lnTo>
                  <a:lnTo>
                    <a:pt x="935354" y="1282342"/>
                  </a:lnTo>
                  <a:lnTo>
                    <a:pt x="935357" y="1282332"/>
                  </a:lnTo>
                  <a:lnTo>
                    <a:pt x="935360" y="1282328"/>
                  </a:lnTo>
                  <a:lnTo>
                    <a:pt x="935366" y="1282323"/>
                  </a:lnTo>
                  <a:lnTo>
                    <a:pt x="935375" y="1282320"/>
                  </a:lnTo>
                  <a:lnTo>
                    <a:pt x="935381" y="1282316"/>
                  </a:lnTo>
                  <a:lnTo>
                    <a:pt x="935385" y="1282311"/>
                  </a:lnTo>
                  <a:lnTo>
                    <a:pt x="935387" y="1282306"/>
                  </a:lnTo>
                  <a:lnTo>
                    <a:pt x="935388" y="1282299"/>
                  </a:lnTo>
                  <a:lnTo>
                    <a:pt x="935380" y="1282292"/>
                  </a:lnTo>
                  <a:lnTo>
                    <a:pt x="935376" y="1282292"/>
                  </a:lnTo>
                  <a:lnTo>
                    <a:pt x="935351" y="1282281"/>
                  </a:lnTo>
                  <a:lnTo>
                    <a:pt x="935327" y="1282271"/>
                  </a:lnTo>
                  <a:lnTo>
                    <a:pt x="935308" y="1282266"/>
                  </a:lnTo>
                  <a:lnTo>
                    <a:pt x="935303" y="1282268"/>
                  </a:lnTo>
                  <a:lnTo>
                    <a:pt x="935287" y="1282281"/>
                  </a:lnTo>
                  <a:lnTo>
                    <a:pt x="935279" y="1282280"/>
                  </a:lnTo>
                  <a:lnTo>
                    <a:pt x="935266" y="1282265"/>
                  </a:lnTo>
                  <a:lnTo>
                    <a:pt x="935263" y="1282257"/>
                  </a:lnTo>
                  <a:lnTo>
                    <a:pt x="935258" y="1282242"/>
                  </a:lnTo>
                  <a:lnTo>
                    <a:pt x="935258" y="1282231"/>
                  </a:lnTo>
                  <a:lnTo>
                    <a:pt x="935262" y="1282220"/>
                  </a:lnTo>
                  <a:lnTo>
                    <a:pt x="935267" y="1282215"/>
                  </a:lnTo>
                  <a:lnTo>
                    <a:pt x="935275" y="1282206"/>
                  </a:lnTo>
                  <a:lnTo>
                    <a:pt x="935293" y="1282191"/>
                  </a:lnTo>
                  <a:lnTo>
                    <a:pt x="935289" y="1282178"/>
                  </a:lnTo>
                  <a:lnTo>
                    <a:pt x="935276" y="1282163"/>
                  </a:lnTo>
                  <a:lnTo>
                    <a:pt x="935252" y="1282144"/>
                  </a:lnTo>
                  <a:lnTo>
                    <a:pt x="935236" y="1282141"/>
                  </a:lnTo>
                  <a:lnTo>
                    <a:pt x="935231" y="1282143"/>
                  </a:lnTo>
                  <a:lnTo>
                    <a:pt x="935223" y="1282151"/>
                  </a:lnTo>
                  <a:lnTo>
                    <a:pt x="935214" y="1282163"/>
                  </a:lnTo>
                  <a:lnTo>
                    <a:pt x="935191" y="1282185"/>
                  </a:lnTo>
                  <a:lnTo>
                    <a:pt x="935167" y="1282202"/>
                  </a:lnTo>
                  <a:lnTo>
                    <a:pt x="935156" y="1282207"/>
                  </a:lnTo>
                  <a:lnTo>
                    <a:pt x="935150" y="1282207"/>
                  </a:lnTo>
                  <a:lnTo>
                    <a:pt x="935143" y="1282204"/>
                  </a:lnTo>
                  <a:lnTo>
                    <a:pt x="935119" y="1282186"/>
                  </a:lnTo>
                  <a:lnTo>
                    <a:pt x="935096" y="1282163"/>
                  </a:lnTo>
                  <a:lnTo>
                    <a:pt x="935072" y="1282139"/>
                  </a:lnTo>
                  <a:lnTo>
                    <a:pt x="935059" y="1282133"/>
                  </a:lnTo>
                  <a:lnTo>
                    <a:pt x="935054" y="1282133"/>
                  </a:lnTo>
                  <a:lnTo>
                    <a:pt x="935048" y="1282133"/>
                  </a:lnTo>
                  <a:lnTo>
                    <a:pt x="935032" y="1282140"/>
                  </a:lnTo>
                  <a:lnTo>
                    <a:pt x="935024" y="1282145"/>
                  </a:lnTo>
                  <a:lnTo>
                    <a:pt x="935018" y="1282149"/>
                  </a:lnTo>
                  <a:lnTo>
                    <a:pt x="935010" y="1282154"/>
                  </a:lnTo>
                  <a:lnTo>
                    <a:pt x="935000" y="1282157"/>
                  </a:lnTo>
                  <a:lnTo>
                    <a:pt x="934989" y="1282159"/>
                  </a:lnTo>
                  <a:lnTo>
                    <a:pt x="934979" y="1282158"/>
                  </a:lnTo>
                  <a:lnTo>
                    <a:pt x="934972" y="1282158"/>
                  </a:lnTo>
                  <a:lnTo>
                    <a:pt x="934951" y="1282156"/>
                  </a:lnTo>
                  <a:lnTo>
                    <a:pt x="934929" y="1282159"/>
                  </a:lnTo>
                  <a:lnTo>
                    <a:pt x="934921" y="1282164"/>
                  </a:lnTo>
                  <a:lnTo>
                    <a:pt x="934916" y="1282164"/>
                  </a:lnTo>
                  <a:lnTo>
                    <a:pt x="934905" y="1282165"/>
                  </a:lnTo>
                  <a:lnTo>
                    <a:pt x="934894" y="1282153"/>
                  </a:lnTo>
                  <a:lnTo>
                    <a:pt x="934874" y="1282128"/>
                  </a:lnTo>
                  <a:lnTo>
                    <a:pt x="934858" y="1282118"/>
                  </a:lnTo>
                  <a:lnTo>
                    <a:pt x="934850" y="1282116"/>
                  </a:lnTo>
                  <a:lnTo>
                    <a:pt x="934826" y="1282112"/>
                  </a:lnTo>
                  <a:lnTo>
                    <a:pt x="934810" y="1282105"/>
                  </a:lnTo>
                  <a:lnTo>
                    <a:pt x="934801" y="1282098"/>
                  </a:lnTo>
                  <a:lnTo>
                    <a:pt x="934795" y="1282092"/>
                  </a:lnTo>
                  <a:lnTo>
                    <a:pt x="934790" y="1282080"/>
                  </a:lnTo>
                  <a:lnTo>
                    <a:pt x="934788" y="1282074"/>
                  </a:lnTo>
                  <a:lnTo>
                    <a:pt x="934783" y="1282059"/>
                  </a:lnTo>
                  <a:lnTo>
                    <a:pt x="934783" y="1282048"/>
                  </a:lnTo>
                  <a:lnTo>
                    <a:pt x="934781" y="1282029"/>
                  </a:lnTo>
                  <a:lnTo>
                    <a:pt x="934783" y="1282023"/>
                  </a:lnTo>
                  <a:lnTo>
                    <a:pt x="934789" y="1282010"/>
                  </a:lnTo>
                  <a:lnTo>
                    <a:pt x="934799" y="1281998"/>
                  </a:lnTo>
                  <a:lnTo>
                    <a:pt x="934821" y="1281976"/>
                  </a:lnTo>
                  <a:lnTo>
                    <a:pt x="934829" y="1281968"/>
                  </a:lnTo>
                  <a:lnTo>
                    <a:pt x="934834" y="1281958"/>
                  </a:lnTo>
                  <a:lnTo>
                    <a:pt x="934835" y="1281951"/>
                  </a:lnTo>
                  <a:lnTo>
                    <a:pt x="934832" y="1281934"/>
                  </a:lnTo>
                  <a:lnTo>
                    <a:pt x="934827" y="1281926"/>
                  </a:lnTo>
                  <a:lnTo>
                    <a:pt x="934817" y="1281912"/>
                  </a:lnTo>
                  <a:lnTo>
                    <a:pt x="934806" y="1281903"/>
                  </a:lnTo>
                  <a:lnTo>
                    <a:pt x="934791" y="1281898"/>
                  </a:lnTo>
                  <a:lnTo>
                    <a:pt x="934782" y="1281903"/>
                  </a:lnTo>
                  <a:lnTo>
                    <a:pt x="934758" y="1281923"/>
                  </a:lnTo>
                  <a:lnTo>
                    <a:pt x="934751" y="1281928"/>
                  </a:lnTo>
                  <a:lnTo>
                    <a:pt x="934740" y="1281932"/>
                  </a:lnTo>
                  <a:lnTo>
                    <a:pt x="934734" y="1281932"/>
                  </a:lnTo>
                  <a:lnTo>
                    <a:pt x="934727" y="1281932"/>
                  </a:lnTo>
                  <a:lnTo>
                    <a:pt x="934718" y="1281927"/>
                  </a:lnTo>
                  <a:lnTo>
                    <a:pt x="934709" y="1281919"/>
                  </a:lnTo>
                  <a:lnTo>
                    <a:pt x="934687" y="1281894"/>
                  </a:lnTo>
                  <a:lnTo>
                    <a:pt x="934664" y="1281870"/>
                  </a:lnTo>
                  <a:lnTo>
                    <a:pt x="934640" y="1281849"/>
                  </a:lnTo>
                  <a:lnTo>
                    <a:pt x="934616" y="1281827"/>
                  </a:lnTo>
                  <a:lnTo>
                    <a:pt x="934601" y="1281819"/>
                  </a:lnTo>
                  <a:lnTo>
                    <a:pt x="934591" y="1281818"/>
                  </a:lnTo>
                  <a:lnTo>
                    <a:pt x="934577" y="1281818"/>
                  </a:lnTo>
                  <a:lnTo>
                    <a:pt x="934557" y="1281811"/>
                  </a:lnTo>
                  <a:lnTo>
                    <a:pt x="934543" y="1281800"/>
                  </a:lnTo>
                  <a:lnTo>
                    <a:pt x="934526" y="1281770"/>
                  </a:lnTo>
                  <a:lnTo>
                    <a:pt x="934521" y="1281770"/>
                  </a:lnTo>
                  <a:lnTo>
                    <a:pt x="934510" y="1281779"/>
                  </a:lnTo>
                  <a:lnTo>
                    <a:pt x="934500" y="1281791"/>
                  </a:lnTo>
                  <a:lnTo>
                    <a:pt x="934494" y="1281796"/>
                  </a:lnTo>
                  <a:lnTo>
                    <a:pt x="934485" y="1281801"/>
                  </a:lnTo>
                  <a:lnTo>
                    <a:pt x="934479" y="1281802"/>
                  </a:lnTo>
                  <a:lnTo>
                    <a:pt x="934468" y="1281801"/>
                  </a:lnTo>
                  <a:lnTo>
                    <a:pt x="934456" y="1281795"/>
                  </a:lnTo>
                  <a:lnTo>
                    <a:pt x="934450" y="1281791"/>
                  </a:lnTo>
                  <a:lnTo>
                    <a:pt x="934430" y="1281781"/>
                  </a:lnTo>
                  <a:lnTo>
                    <a:pt x="934421" y="1281779"/>
                  </a:lnTo>
                  <a:lnTo>
                    <a:pt x="934409" y="1281786"/>
                  </a:lnTo>
                  <a:lnTo>
                    <a:pt x="934406" y="1281799"/>
                  </a:lnTo>
                  <a:lnTo>
                    <a:pt x="934400" y="1281818"/>
                  </a:lnTo>
                  <a:lnTo>
                    <a:pt x="934395" y="1281825"/>
                  </a:lnTo>
                  <a:lnTo>
                    <a:pt x="934389" y="1281840"/>
                  </a:lnTo>
                  <a:lnTo>
                    <a:pt x="934381" y="1281847"/>
                  </a:lnTo>
                  <a:lnTo>
                    <a:pt x="934366" y="1281857"/>
                  </a:lnTo>
                  <a:lnTo>
                    <a:pt x="934355" y="1281857"/>
                  </a:lnTo>
                  <a:lnTo>
                    <a:pt x="934331" y="1281857"/>
                  </a:lnTo>
                  <a:lnTo>
                    <a:pt x="934307" y="1281850"/>
                  </a:lnTo>
                  <a:lnTo>
                    <a:pt x="934283" y="1281851"/>
                  </a:lnTo>
                  <a:lnTo>
                    <a:pt x="934276" y="1281853"/>
                  </a:lnTo>
                  <a:lnTo>
                    <a:pt x="934267" y="1281859"/>
                  </a:lnTo>
                  <a:lnTo>
                    <a:pt x="934254" y="1281871"/>
                  </a:lnTo>
                  <a:lnTo>
                    <a:pt x="934246" y="1281880"/>
                  </a:lnTo>
                  <a:lnTo>
                    <a:pt x="934236" y="1281891"/>
                  </a:lnTo>
                  <a:lnTo>
                    <a:pt x="934228" y="1281897"/>
                  </a:lnTo>
                  <a:lnTo>
                    <a:pt x="934222" y="1281899"/>
                  </a:lnTo>
                  <a:lnTo>
                    <a:pt x="934216" y="1281898"/>
                  </a:lnTo>
                  <a:lnTo>
                    <a:pt x="934206" y="1281897"/>
                  </a:lnTo>
                  <a:lnTo>
                    <a:pt x="934198" y="1281897"/>
                  </a:lnTo>
                  <a:lnTo>
                    <a:pt x="934190" y="1281897"/>
                  </a:lnTo>
                  <a:lnTo>
                    <a:pt x="934182" y="1281902"/>
                  </a:lnTo>
                  <a:lnTo>
                    <a:pt x="934174" y="1281909"/>
                  </a:lnTo>
                  <a:lnTo>
                    <a:pt x="934169" y="1281917"/>
                  </a:lnTo>
                  <a:lnTo>
                    <a:pt x="934164" y="1281924"/>
                  </a:lnTo>
                  <a:lnTo>
                    <a:pt x="934157" y="1281927"/>
                  </a:lnTo>
                  <a:lnTo>
                    <a:pt x="934150" y="1281928"/>
                  </a:lnTo>
                  <a:lnTo>
                    <a:pt x="934139" y="1281928"/>
                  </a:lnTo>
                  <a:lnTo>
                    <a:pt x="934129" y="1281925"/>
                  </a:lnTo>
                  <a:lnTo>
                    <a:pt x="934120" y="1281920"/>
                  </a:lnTo>
                  <a:lnTo>
                    <a:pt x="934113" y="1281914"/>
                  </a:lnTo>
                  <a:lnTo>
                    <a:pt x="934066" y="1281874"/>
                  </a:lnTo>
                  <a:lnTo>
                    <a:pt x="934044" y="1281880"/>
                  </a:lnTo>
                  <a:lnTo>
                    <a:pt x="934006" y="1281893"/>
                  </a:lnTo>
                  <a:lnTo>
                    <a:pt x="933984" y="1281901"/>
                  </a:lnTo>
                  <a:lnTo>
                    <a:pt x="933956" y="1281909"/>
                  </a:lnTo>
                  <a:lnTo>
                    <a:pt x="933933" y="1281916"/>
                  </a:lnTo>
                  <a:lnTo>
                    <a:pt x="933921" y="1281920"/>
                  </a:lnTo>
                  <a:lnTo>
                    <a:pt x="933902" y="1281925"/>
                  </a:lnTo>
                  <a:lnTo>
                    <a:pt x="933876" y="1281932"/>
                  </a:lnTo>
                  <a:lnTo>
                    <a:pt x="933853" y="1281936"/>
                  </a:lnTo>
                  <a:lnTo>
                    <a:pt x="933835" y="1281939"/>
                  </a:lnTo>
                  <a:lnTo>
                    <a:pt x="933821" y="1281940"/>
                  </a:lnTo>
                  <a:lnTo>
                    <a:pt x="933812" y="1281939"/>
                  </a:lnTo>
                  <a:lnTo>
                    <a:pt x="933804" y="1281936"/>
                  </a:lnTo>
                  <a:lnTo>
                    <a:pt x="933797" y="1281936"/>
                  </a:lnTo>
                  <a:lnTo>
                    <a:pt x="933789" y="1281941"/>
                  </a:lnTo>
                  <a:lnTo>
                    <a:pt x="933764" y="1281965"/>
                  </a:lnTo>
                  <a:lnTo>
                    <a:pt x="933761" y="1281968"/>
                  </a:lnTo>
                  <a:lnTo>
                    <a:pt x="933755" y="1281977"/>
                  </a:lnTo>
                  <a:lnTo>
                    <a:pt x="933755" y="1281984"/>
                  </a:lnTo>
                  <a:lnTo>
                    <a:pt x="933758" y="1281994"/>
                  </a:lnTo>
                  <a:lnTo>
                    <a:pt x="933764" y="1282008"/>
                  </a:lnTo>
                  <a:lnTo>
                    <a:pt x="933764" y="1282016"/>
                  </a:lnTo>
                  <a:lnTo>
                    <a:pt x="933761" y="1282021"/>
                  </a:lnTo>
                  <a:lnTo>
                    <a:pt x="933758" y="1282024"/>
                  </a:lnTo>
                  <a:lnTo>
                    <a:pt x="933751" y="1282027"/>
                  </a:lnTo>
                  <a:lnTo>
                    <a:pt x="933742" y="1282030"/>
                  </a:lnTo>
                  <a:lnTo>
                    <a:pt x="933737" y="1282032"/>
                  </a:lnTo>
                  <a:lnTo>
                    <a:pt x="933713" y="1282046"/>
                  </a:lnTo>
                  <a:lnTo>
                    <a:pt x="933697" y="1282056"/>
                  </a:lnTo>
                  <a:lnTo>
                    <a:pt x="933689" y="1282057"/>
                  </a:lnTo>
                  <a:lnTo>
                    <a:pt x="933679" y="1282055"/>
                  </a:lnTo>
                  <a:lnTo>
                    <a:pt x="933672" y="1282051"/>
                  </a:lnTo>
                  <a:lnTo>
                    <a:pt x="933664" y="1282037"/>
                  </a:lnTo>
                  <a:lnTo>
                    <a:pt x="933660" y="1282028"/>
                  </a:lnTo>
                  <a:lnTo>
                    <a:pt x="933654" y="1282020"/>
                  </a:lnTo>
                  <a:lnTo>
                    <a:pt x="933649" y="1282015"/>
                  </a:lnTo>
                  <a:lnTo>
                    <a:pt x="933641" y="1282010"/>
                  </a:lnTo>
                  <a:lnTo>
                    <a:pt x="933630" y="1282006"/>
                  </a:lnTo>
                  <a:lnTo>
                    <a:pt x="933623" y="1282006"/>
                  </a:lnTo>
                  <a:lnTo>
                    <a:pt x="933596" y="1281993"/>
                  </a:lnTo>
                  <a:lnTo>
                    <a:pt x="933546" y="1281963"/>
                  </a:lnTo>
                  <a:lnTo>
                    <a:pt x="933535" y="1281956"/>
                  </a:lnTo>
                  <a:lnTo>
                    <a:pt x="933528" y="1281953"/>
                  </a:lnTo>
                  <a:lnTo>
                    <a:pt x="933519" y="1281952"/>
                  </a:lnTo>
                  <a:lnTo>
                    <a:pt x="933513" y="1281954"/>
                  </a:lnTo>
                  <a:lnTo>
                    <a:pt x="933507" y="1281958"/>
                  </a:lnTo>
                  <a:lnTo>
                    <a:pt x="933501" y="1281963"/>
                  </a:lnTo>
                  <a:lnTo>
                    <a:pt x="933495" y="1281971"/>
                  </a:lnTo>
                  <a:lnTo>
                    <a:pt x="933492" y="1281977"/>
                  </a:lnTo>
                  <a:lnTo>
                    <a:pt x="933485" y="1281998"/>
                  </a:lnTo>
                  <a:lnTo>
                    <a:pt x="933480" y="1282003"/>
                  </a:lnTo>
                  <a:lnTo>
                    <a:pt x="933465" y="1282018"/>
                  </a:lnTo>
                  <a:lnTo>
                    <a:pt x="933459" y="1282021"/>
                  </a:lnTo>
                  <a:lnTo>
                    <a:pt x="933443" y="1282032"/>
                  </a:lnTo>
                  <a:lnTo>
                    <a:pt x="933435" y="1282033"/>
                  </a:lnTo>
                  <a:lnTo>
                    <a:pt x="933411" y="1282035"/>
                  </a:lnTo>
                  <a:lnTo>
                    <a:pt x="933396" y="1282035"/>
                  </a:lnTo>
                  <a:lnTo>
                    <a:pt x="933387" y="1282032"/>
                  </a:lnTo>
                  <a:lnTo>
                    <a:pt x="933348" y="1282022"/>
                  </a:lnTo>
                  <a:lnTo>
                    <a:pt x="933335" y="1282012"/>
                  </a:lnTo>
                  <a:lnTo>
                    <a:pt x="933322" y="1282004"/>
                  </a:lnTo>
                  <a:lnTo>
                    <a:pt x="933309" y="1281998"/>
                  </a:lnTo>
                  <a:lnTo>
                    <a:pt x="933304" y="1281998"/>
                  </a:lnTo>
                  <a:lnTo>
                    <a:pt x="933298" y="1281998"/>
                  </a:lnTo>
                  <a:lnTo>
                    <a:pt x="933287" y="1282000"/>
                  </a:lnTo>
                  <a:lnTo>
                    <a:pt x="933274" y="1282006"/>
                  </a:lnTo>
                  <a:lnTo>
                    <a:pt x="933263" y="1282011"/>
                  </a:lnTo>
                  <a:lnTo>
                    <a:pt x="933256" y="1282015"/>
                  </a:lnTo>
                  <a:lnTo>
                    <a:pt x="933250" y="1282015"/>
                  </a:lnTo>
                  <a:lnTo>
                    <a:pt x="933237" y="1282005"/>
                  </a:lnTo>
                  <a:lnTo>
                    <a:pt x="933227" y="1281993"/>
                  </a:lnTo>
                  <a:lnTo>
                    <a:pt x="933212" y="1281972"/>
                  </a:lnTo>
                  <a:lnTo>
                    <a:pt x="933198" y="1281957"/>
                  </a:lnTo>
                  <a:lnTo>
                    <a:pt x="933189" y="1281953"/>
                  </a:lnTo>
                  <a:lnTo>
                    <a:pt x="933174" y="1281949"/>
                  </a:lnTo>
                  <a:lnTo>
                    <a:pt x="933150" y="1281946"/>
                  </a:lnTo>
                  <a:lnTo>
                    <a:pt x="933122" y="1281946"/>
                  </a:lnTo>
                  <a:lnTo>
                    <a:pt x="933110" y="1281945"/>
                  </a:lnTo>
                  <a:lnTo>
                    <a:pt x="933098" y="1281943"/>
                  </a:lnTo>
                  <a:lnTo>
                    <a:pt x="933073" y="1281933"/>
                  </a:lnTo>
                  <a:lnTo>
                    <a:pt x="933057" y="1281923"/>
                  </a:lnTo>
                  <a:lnTo>
                    <a:pt x="933035" y="1281905"/>
                  </a:lnTo>
                  <a:lnTo>
                    <a:pt x="933023" y="1281895"/>
                  </a:lnTo>
                  <a:lnTo>
                    <a:pt x="933010" y="1281892"/>
                  </a:lnTo>
                  <a:lnTo>
                    <a:pt x="932986" y="1281890"/>
                  </a:lnTo>
                  <a:lnTo>
                    <a:pt x="932962" y="1281892"/>
                  </a:lnTo>
                  <a:lnTo>
                    <a:pt x="932948" y="1281889"/>
                  </a:lnTo>
                  <a:lnTo>
                    <a:pt x="932938" y="1281882"/>
                  </a:lnTo>
                  <a:lnTo>
                    <a:pt x="932914" y="1281862"/>
                  </a:lnTo>
                  <a:lnTo>
                    <a:pt x="932901" y="1281859"/>
                  </a:lnTo>
                  <a:lnTo>
                    <a:pt x="932890" y="1281863"/>
                  </a:lnTo>
                  <a:lnTo>
                    <a:pt x="932873" y="1281868"/>
                  </a:lnTo>
                  <a:lnTo>
                    <a:pt x="932865" y="1281866"/>
                  </a:lnTo>
                  <a:lnTo>
                    <a:pt x="932809" y="1281854"/>
                  </a:lnTo>
                  <a:lnTo>
                    <a:pt x="932787" y="1281845"/>
                  </a:lnTo>
                  <a:lnTo>
                    <a:pt x="932762" y="1281837"/>
                  </a:lnTo>
                  <a:lnTo>
                    <a:pt x="932738" y="1281836"/>
                  </a:lnTo>
                  <a:lnTo>
                    <a:pt x="932714" y="1281838"/>
                  </a:lnTo>
                  <a:lnTo>
                    <a:pt x="932696" y="1281845"/>
                  </a:lnTo>
                  <a:lnTo>
                    <a:pt x="932681" y="1281848"/>
                  </a:lnTo>
                  <a:lnTo>
                    <a:pt x="932666" y="1281852"/>
                  </a:lnTo>
                  <a:lnTo>
                    <a:pt x="932645" y="1281860"/>
                  </a:lnTo>
                  <a:lnTo>
                    <a:pt x="932627" y="1281869"/>
                  </a:lnTo>
                  <a:lnTo>
                    <a:pt x="932621" y="1281869"/>
                  </a:lnTo>
                  <a:lnTo>
                    <a:pt x="932597" y="1281876"/>
                  </a:lnTo>
                  <a:lnTo>
                    <a:pt x="932579" y="1281893"/>
                  </a:lnTo>
                  <a:lnTo>
                    <a:pt x="932567" y="1281888"/>
                  </a:lnTo>
                  <a:lnTo>
                    <a:pt x="932555" y="1281882"/>
                  </a:lnTo>
                  <a:lnTo>
                    <a:pt x="932546" y="1281876"/>
                  </a:lnTo>
                  <a:lnTo>
                    <a:pt x="932538" y="1281869"/>
                  </a:lnTo>
                  <a:lnTo>
                    <a:pt x="932530" y="1281861"/>
                  </a:lnTo>
                  <a:lnTo>
                    <a:pt x="932520" y="1281850"/>
                  </a:lnTo>
                  <a:lnTo>
                    <a:pt x="932506" y="1281836"/>
                  </a:lnTo>
                  <a:lnTo>
                    <a:pt x="932493" y="1281821"/>
                  </a:lnTo>
                  <a:lnTo>
                    <a:pt x="932479" y="1281805"/>
                  </a:lnTo>
                  <a:lnTo>
                    <a:pt x="932466" y="1281795"/>
                  </a:lnTo>
                  <a:lnTo>
                    <a:pt x="932454" y="1281790"/>
                  </a:lnTo>
                  <a:lnTo>
                    <a:pt x="932443" y="1281786"/>
                  </a:lnTo>
                  <a:lnTo>
                    <a:pt x="932417" y="1281785"/>
                  </a:lnTo>
                  <a:lnTo>
                    <a:pt x="932393" y="1281784"/>
                  </a:lnTo>
                  <a:lnTo>
                    <a:pt x="932428" y="1281377"/>
                  </a:lnTo>
                  <a:lnTo>
                    <a:pt x="932418" y="1281347"/>
                  </a:lnTo>
                  <a:lnTo>
                    <a:pt x="932412" y="1281332"/>
                  </a:lnTo>
                  <a:lnTo>
                    <a:pt x="932400" y="1281319"/>
                  </a:lnTo>
                  <a:lnTo>
                    <a:pt x="932389" y="1281310"/>
                  </a:lnTo>
                  <a:lnTo>
                    <a:pt x="932379" y="1281304"/>
                  </a:lnTo>
                  <a:lnTo>
                    <a:pt x="932365" y="1281299"/>
                  </a:lnTo>
                  <a:lnTo>
                    <a:pt x="932356" y="1281289"/>
                  </a:lnTo>
                  <a:lnTo>
                    <a:pt x="932355" y="1281282"/>
                  </a:lnTo>
                  <a:lnTo>
                    <a:pt x="932353" y="1281274"/>
                  </a:lnTo>
                  <a:lnTo>
                    <a:pt x="932353" y="1281249"/>
                  </a:lnTo>
                  <a:lnTo>
                    <a:pt x="932353" y="1281232"/>
                  </a:lnTo>
                  <a:lnTo>
                    <a:pt x="932353" y="1281215"/>
                  </a:lnTo>
                  <a:lnTo>
                    <a:pt x="932354" y="1281204"/>
                  </a:lnTo>
                  <a:lnTo>
                    <a:pt x="932353" y="1281199"/>
                  </a:lnTo>
                  <a:lnTo>
                    <a:pt x="932351" y="1281189"/>
                  </a:lnTo>
                  <a:lnTo>
                    <a:pt x="932346" y="1281176"/>
                  </a:lnTo>
                  <a:lnTo>
                    <a:pt x="932335" y="1281156"/>
                  </a:lnTo>
                  <a:lnTo>
                    <a:pt x="932323" y="1281137"/>
                  </a:lnTo>
                  <a:lnTo>
                    <a:pt x="932317" y="1281128"/>
                  </a:lnTo>
                  <a:lnTo>
                    <a:pt x="932306" y="1281114"/>
                  </a:lnTo>
                  <a:lnTo>
                    <a:pt x="932299" y="1281105"/>
                  </a:lnTo>
                  <a:lnTo>
                    <a:pt x="932295" y="1281099"/>
                  </a:lnTo>
                  <a:lnTo>
                    <a:pt x="932292" y="1281074"/>
                  </a:lnTo>
                  <a:lnTo>
                    <a:pt x="932289" y="1281057"/>
                  </a:lnTo>
                  <a:lnTo>
                    <a:pt x="932285" y="1281052"/>
                  </a:lnTo>
                  <a:lnTo>
                    <a:pt x="932282" y="1281049"/>
                  </a:lnTo>
                  <a:lnTo>
                    <a:pt x="932264" y="1281029"/>
                  </a:lnTo>
                  <a:lnTo>
                    <a:pt x="932262" y="1281024"/>
                  </a:lnTo>
                  <a:lnTo>
                    <a:pt x="932261" y="1280999"/>
                  </a:lnTo>
                  <a:lnTo>
                    <a:pt x="932262" y="1280974"/>
                  </a:lnTo>
                  <a:lnTo>
                    <a:pt x="932263" y="1280955"/>
                  </a:lnTo>
                  <a:lnTo>
                    <a:pt x="932267" y="1280948"/>
                  </a:lnTo>
                  <a:lnTo>
                    <a:pt x="932271" y="1280936"/>
                  </a:lnTo>
                  <a:lnTo>
                    <a:pt x="932279" y="1280926"/>
                  </a:lnTo>
                  <a:lnTo>
                    <a:pt x="932295" y="1280914"/>
                  </a:lnTo>
                  <a:lnTo>
                    <a:pt x="932297" y="1280903"/>
                  </a:lnTo>
                  <a:lnTo>
                    <a:pt x="932298" y="1280878"/>
                  </a:lnTo>
                  <a:lnTo>
                    <a:pt x="932295" y="1280844"/>
                  </a:lnTo>
                  <a:lnTo>
                    <a:pt x="932281" y="1280821"/>
                  </a:lnTo>
                  <a:lnTo>
                    <a:pt x="932276" y="1280809"/>
                  </a:lnTo>
                  <a:lnTo>
                    <a:pt x="932272" y="1280797"/>
                  </a:lnTo>
                  <a:lnTo>
                    <a:pt x="932268" y="1280777"/>
                  </a:lnTo>
                  <a:lnTo>
                    <a:pt x="932261" y="1280753"/>
                  </a:lnTo>
                  <a:lnTo>
                    <a:pt x="932257" y="1280727"/>
                  </a:lnTo>
                  <a:lnTo>
                    <a:pt x="932251" y="1280703"/>
                  </a:lnTo>
                  <a:lnTo>
                    <a:pt x="932240" y="1280677"/>
                  </a:lnTo>
                  <a:lnTo>
                    <a:pt x="932227" y="1280664"/>
                  </a:lnTo>
                  <a:lnTo>
                    <a:pt x="932217" y="1280659"/>
                  </a:lnTo>
                  <a:lnTo>
                    <a:pt x="932211" y="1280657"/>
                  </a:lnTo>
                  <a:lnTo>
                    <a:pt x="932193" y="1280646"/>
                  </a:lnTo>
                  <a:lnTo>
                    <a:pt x="932169" y="1280628"/>
                  </a:lnTo>
                  <a:lnTo>
                    <a:pt x="932146" y="1280605"/>
                  </a:lnTo>
                  <a:lnTo>
                    <a:pt x="932133" y="1280580"/>
                  </a:lnTo>
                  <a:lnTo>
                    <a:pt x="932128" y="1280565"/>
                  </a:lnTo>
                  <a:lnTo>
                    <a:pt x="932128" y="1280555"/>
                  </a:lnTo>
                  <a:lnTo>
                    <a:pt x="932131" y="1280541"/>
                  </a:lnTo>
                  <a:lnTo>
                    <a:pt x="932137" y="1280529"/>
                  </a:lnTo>
                  <a:lnTo>
                    <a:pt x="932164" y="1280469"/>
                  </a:lnTo>
                  <a:lnTo>
                    <a:pt x="932176" y="1280432"/>
                  </a:lnTo>
                  <a:lnTo>
                    <a:pt x="932183" y="1280407"/>
                  </a:lnTo>
                  <a:lnTo>
                    <a:pt x="932206" y="1280330"/>
                  </a:lnTo>
                  <a:lnTo>
                    <a:pt x="932214" y="1280321"/>
                  </a:lnTo>
                  <a:lnTo>
                    <a:pt x="932223" y="1280309"/>
                  </a:lnTo>
                  <a:lnTo>
                    <a:pt x="932225" y="1280299"/>
                  </a:lnTo>
                  <a:lnTo>
                    <a:pt x="932225" y="1280283"/>
                  </a:lnTo>
                  <a:lnTo>
                    <a:pt x="932220" y="1280270"/>
                  </a:lnTo>
                  <a:lnTo>
                    <a:pt x="932214" y="1280258"/>
                  </a:lnTo>
                  <a:lnTo>
                    <a:pt x="932209" y="1280239"/>
                  </a:lnTo>
                  <a:lnTo>
                    <a:pt x="932209" y="1280218"/>
                  </a:lnTo>
                  <a:lnTo>
                    <a:pt x="932215" y="1280196"/>
                  </a:lnTo>
                  <a:lnTo>
                    <a:pt x="932215" y="1280177"/>
                  </a:lnTo>
                  <a:lnTo>
                    <a:pt x="932220" y="1280161"/>
                  </a:lnTo>
                  <a:lnTo>
                    <a:pt x="932229" y="1280120"/>
                  </a:lnTo>
                  <a:lnTo>
                    <a:pt x="932227" y="1280092"/>
                  </a:lnTo>
                  <a:lnTo>
                    <a:pt x="932230" y="1280078"/>
                  </a:lnTo>
                  <a:lnTo>
                    <a:pt x="932237" y="1280069"/>
                  </a:lnTo>
                  <a:lnTo>
                    <a:pt x="932248" y="1280062"/>
                  </a:lnTo>
                  <a:lnTo>
                    <a:pt x="932273" y="1280055"/>
                  </a:lnTo>
                  <a:lnTo>
                    <a:pt x="932330" y="1280035"/>
                  </a:lnTo>
                  <a:lnTo>
                    <a:pt x="932378" y="1280016"/>
                  </a:lnTo>
                  <a:lnTo>
                    <a:pt x="932411" y="1279996"/>
                  </a:lnTo>
                  <a:lnTo>
                    <a:pt x="932421" y="1279980"/>
                  </a:lnTo>
                  <a:lnTo>
                    <a:pt x="932427" y="1279964"/>
                  </a:lnTo>
                  <a:lnTo>
                    <a:pt x="932430" y="1279941"/>
                  </a:lnTo>
                  <a:lnTo>
                    <a:pt x="932436" y="1279906"/>
                  </a:lnTo>
                  <a:lnTo>
                    <a:pt x="932444" y="1279880"/>
                  </a:lnTo>
                  <a:lnTo>
                    <a:pt x="932458" y="1279853"/>
                  </a:lnTo>
                  <a:lnTo>
                    <a:pt x="932475" y="1279828"/>
                  </a:lnTo>
                  <a:lnTo>
                    <a:pt x="932492" y="1279809"/>
                  </a:lnTo>
                  <a:lnTo>
                    <a:pt x="932503" y="1279806"/>
                  </a:lnTo>
                  <a:lnTo>
                    <a:pt x="932519" y="1279805"/>
                  </a:lnTo>
                  <a:lnTo>
                    <a:pt x="932541" y="1279811"/>
                  </a:lnTo>
                  <a:lnTo>
                    <a:pt x="932569" y="1279813"/>
                  </a:lnTo>
                  <a:lnTo>
                    <a:pt x="932581" y="1279806"/>
                  </a:lnTo>
                  <a:lnTo>
                    <a:pt x="932588" y="1279794"/>
                  </a:lnTo>
                  <a:lnTo>
                    <a:pt x="932589" y="1279779"/>
                  </a:lnTo>
                  <a:lnTo>
                    <a:pt x="932587" y="1279760"/>
                  </a:lnTo>
                  <a:lnTo>
                    <a:pt x="932577" y="1279740"/>
                  </a:lnTo>
                  <a:lnTo>
                    <a:pt x="932561" y="1279719"/>
                  </a:lnTo>
                  <a:lnTo>
                    <a:pt x="932543" y="1279692"/>
                  </a:lnTo>
                  <a:lnTo>
                    <a:pt x="932514" y="1279663"/>
                  </a:lnTo>
                  <a:lnTo>
                    <a:pt x="932550" y="1279627"/>
                  </a:lnTo>
                  <a:lnTo>
                    <a:pt x="932863" y="1279712"/>
                  </a:lnTo>
                  <a:lnTo>
                    <a:pt x="932875" y="1279718"/>
                  </a:lnTo>
                  <a:lnTo>
                    <a:pt x="932892" y="1279726"/>
                  </a:lnTo>
                  <a:lnTo>
                    <a:pt x="932902" y="1279740"/>
                  </a:lnTo>
                  <a:lnTo>
                    <a:pt x="932923" y="1279781"/>
                  </a:lnTo>
                  <a:lnTo>
                    <a:pt x="932942" y="1279839"/>
                  </a:lnTo>
                  <a:lnTo>
                    <a:pt x="932956" y="1279872"/>
                  </a:lnTo>
                  <a:lnTo>
                    <a:pt x="932968" y="1279886"/>
                  </a:lnTo>
                  <a:lnTo>
                    <a:pt x="932981" y="1279894"/>
                  </a:lnTo>
                  <a:lnTo>
                    <a:pt x="933014" y="1279904"/>
                  </a:lnTo>
                  <a:lnTo>
                    <a:pt x="933056" y="1279920"/>
                  </a:lnTo>
                  <a:lnTo>
                    <a:pt x="933120" y="1279947"/>
                  </a:lnTo>
                  <a:lnTo>
                    <a:pt x="933150" y="1279958"/>
                  </a:lnTo>
                  <a:lnTo>
                    <a:pt x="933168" y="1279973"/>
                  </a:lnTo>
                  <a:lnTo>
                    <a:pt x="933184" y="1279984"/>
                  </a:lnTo>
                  <a:lnTo>
                    <a:pt x="933195" y="1279985"/>
                  </a:lnTo>
                  <a:lnTo>
                    <a:pt x="933209" y="1279980"/>
                  </a:lnTo>
                  <a:lnTo>
                    <a:pt x="933221" y="1279965"/>
                  </a:lnTo>
                  <a:lnTo>
                    <a:pt x="933227" y="1279951"/>
                  </a:lnTo>
                  <a:lnTo>
                    <a:pt x="933230" y="1279928"/>
                  </a:lnTo>
                  <a:lnTo>
                    <a:pt x="933232" y="1279883"/>
                  </a:lnTo>
                  <a:lnTo>
                    <a:pt x="933235" y="1279862"/>
                  </a:lnTo>
                  <a:lnTo>
                    <a:pt x="933244" y="1279850"/>
                  </a:lnTo>
                  <a:lnTo>
                    <a:pt x="933256" y="1279846"/>
                  </a:lnTo>
                  <a:lnTo>
                    <a:pt x="933272" y="1279852"/>
                  </a:lnTo>
                  <a:lnTo>
                    <a:pt x="933296" y="1279869"/>
                  </a:lnTo>
                  <a:lnTo>
                    <a:pt x="933315" y="1279879"/>
                  </a:lnTo>
                  <a:lnTo>
                    <a:pt x="933332" y="1279878"/>
                  </a:lnTo>
                  <a:lnTo>
                    <a:pt x="933341" y="1279871"/>
                  </a:lnTo>
                  <a:lnTo>
                    <a:pt x="933348" y="1279856"/>
                  </a:lnTo>
                  <a:lnTo>
                    <a:pt x="933357" y="1279837"/>
                  </a:lnTo>
                  <a:lnTo>
                    <a:pt x="933373" y="1279823"/>
                  </a:lnTo>
                  <a:lnTo>
                    <a:pt x="933390" y="1279815"/>
                  </a:lnTo>
                  <a:lnTo>
                    <a:pt x="933403" y="1279807"/>
                  </a:lnTo>
                  <a:lnTo>
                    <a:pt x="933413" y="1279799"/>
                  </a:lnTo>
                  <a:lnTo>
                    <a:pt x="933421" y="1279799"/>
                  </a:lnTo>
                  <a:lnTo>
                    <a:pt x="933441" y="1279806"/>
                  </a:lnTo>
                  <a:lnTo>
                    <a:pt x="933483" y="1279809"/>
                  </a:lnTo>
                  <a:lnTo>
                    <a:pt x="933512" y="1279808"/>
                  </a:lnTo>
                  <a:lnTo>
                    <a:pt x="933526" y="1279802"/>
                  </a:lnTo>
                  <a:lnTo>
                    <a:pt x="933548" y="1279790"/>
                  </a:lnTo>
                  <a:lnTo>
                    <a:pt x="933562" y="1279790"/>
                  </a:lnTo>
                  <a:lnTo>
                    <a:pt x="933605" y="1279792"/>
                  </a:lnTo>
                  <a:lnTo>
                    <a:pt x="933639" y="1279802"/>
                  </a:lnTo>
                  <a:lnTo>
                    <a:pt x="933648" y="1279802"/>
                  </a:lnTo>
                  <a:lnTo>
                    <a:pt x="933656" y="1279791"/>
                  </a:lnTo>
                  <a:lnTo>
                    <a:pt x="933665" y="1279765"/>
                  </a:lnTo>
                  <a:lnTo>
                    <a:pt x="933673" y="1279749"/>
                  </a:lnTo>
                  <a:lnTo>
                    <a:pt x="933680" y="1279743"/>
                  </a:lnTo>
                  <a:lnTo>
                    <a:pt x="933688" y="1279743"/>
                  </a:lnTo>
                  <a:lnTo>
                    <a:pt x="933704" y="1279749"/>
                  </a:lnTo>
                  <a:lnTo>
                    <a:pt x="933722" y="1279756"/>
                  </a:lnTo>
                  <a:lnTo>
                    <a:pt x="933746" y="1279774"/>
                  </a:lnTo>
                  <a:lnTo>
                    <a:pt x="933781" y="1279783"/>
                  </a:lnTo>
                  <a:lnTo>
                    <a:pt x="933818" y="1279791"/>
                  </a:lnTo>
                  <a:lnTo>
                    <a:pt x="933856" y="1279805"/>
                  </a:lnTo>
                  <a:lnTo>
                    <a:pt x="933872" y="1279809"/>
                  </a:lnTo>
                  <a:lnTo>
                    <a:pt x="933888" y="1279809"/>
                  </a:lnTo>
                  <a:lnTo>
                    <a:pt x="933898" y="1279799"/>
                  </a:lnTo>
                  <a:lnTo>
                    <a:pt x="933910" y="1279774"/>
                  </a:lnTo>
                  <a:lnTo>
                    <a:pt x="933919" y="1279744"/>
                  </a:lnTo>
                  <a:lnTo>
                    <a:pt x="933929" y="1279718"/>
                  </a:lnTo>
                  <a:lnTo>
                    <a:pt x="933935" y="1279711"/>
                  </a:lnTo>
                  <a:lnTo>
                    <a:pt x="933945" y="1279706"/>
                  </a:lnTo>
                  <a:lnTo>
                    <a:pt x="933959" y="1279694"/>
                  </a:lnTo>
                  <a:lnTo>
                    <a:pt x="933967" y="1279679"/>
                  </a:lnTo>
                  <a:lnTo>
                    <a:pt x="933978" y="1279666"/>
                  </a:lnTo>
                  <a:lnTo>
                    <a:pt x="933993" y="1279646"/>
                  </a:lnTo>
                  <a:lnTo>
                    <a:pt x="933998" y="1279633"/>
                  </a:lnTo>
                  <a:lnTo>
                    <a:pt x="934006" y="1279623"/>
                  </a:lnTo>
                  <a:lnTo>
                    <a:pt x="934025" y="1279609"/>
                  </a:lnTo>
                  <a:lnTo>
                    <a:pt x="934050" y="1279579"/>
                  </a:lnTo>
                  <a:lnTo>
                    <a:pt x="934057" y="1279566"/>
                  </a:lnTo>
                  <a:lnTo>
                    <a:pt x="934066" y="1279544"/>
                  </a:lnTo>
                  <a:lnTo>
                    <a:pt x="934080" y="1279521"/>
                  </a:lnTo>
                  <a:lnTo>
                    <a:pt x="934082" y="1279501"/>
                  </a:lnTo>
                  <a:lnTo>
                    <a:pt x="934084" y="1279480"/>
                  </a:lnTo>
                  <a:lnTo>
                    <a:pt x="934088" y="1279472"/>
                  </a:lnTo>
                  <a:lnTo>
                    <a:pt x="934093" y="1279463"/>
                  </a:lnTo>
                  <a:lnTo>
                    <a:pt x="934098" y="1279448"/>
                  </a:lnTo>
                  <a:lnTo>
                    <a:pt x="934101" y="1279432"/>
                  </a:lnTo>
                  <a:lnTo>
                    <a:pt x="934109" y="1279421"/>
                  </a:lnTo>
                  <a:lnTo>
                    <a:pt x="934132" y="1279402"/>
                  </a:lnTo>
                  <a:lnTo>
                    <a:pt x="934142" y="1279389"/>
                  </a:lnTo>
                  <a:lnTo>
                    <a:pt x="934146" y="1279377"/>
                  </a:lnTo>
                  <a:lnTo>
                    <a:pt x="934144" y="1279357"/>
                  </a:lnTo>
                  <a:lnTo>
                    <a:pt x="934144" y="1279332"/>
                  </a:lnTo>
                  <a:lnTo>
                    <a:pt x="934146" y="1279316"/>
                  </a:lnTo>
                  <a:lnTo>
                    <a:pt x="934153" y="1279308"/>
                  </a:lnTo>
                  <a:lnTo>
                    <a:pt x="934165" y="1279304"/>
                  </a:lnTo>
                  <a:lnTo>
                    <a:pt x="934187" y="1279310"/>
                  </a:lnTo>
                  <a:lnTo>
                    <a:pt x="934209" y="1279317"/>
                  </a:lnTo>
                  <a:lnTo>
                    <a:pt x="934217" y="1279315"/>
                  </a:lnTo>
                  <a:lnTo>
                    <a:pt x="934225" y="1279310"/>
                  </a:lnTo>
                  <a:lnTo>
                    <a:pt x="934240" y="1279290"/>
                  </a:lnTo>
                  <a:lnTo>
                    <a:pt x="934253" y="1279277"/>
                  </a:lnTo>
                  <a:lnTo>
                    <a:pt x="934262" y="1279275"/>
                  </a:lnTo>
                  <a:lnTo>
                    <a:pt x="934274" y="1279286"/>
                  </a:lnTo>
                  <a:lnTo>
                    <a:pt x="934290" y="1279310"/>
                  </a:lnTo>
                  <a:lnTo>
                    <a:pt x="934305" y="1279315"/>
                  </a:lnTo>
                  <a:lnTo>
                    <a:pt x="934318" y="1279305"/>
                  </a:lnTo>
                  <a:lnTo>
                    <a:pt x="934327" y="1279281"/>
                  </a:lnTo>
                  <a:lnTo>
                    <a:pt x="934338" y="1279265"/>
                  </a:lnTo>
                  <a:lnTo>
                    <a:pt x="934353" y="1279251"/>
                  </a:lnTo>
                  <a:lnTo>
                    <a:pt x="934365" y="1279234"/>
                  </a:lnTo>
                  <a:lnTo>
                    <a:pt x="934374" y="1279198"/>
                  </a:lnTo>
                  <a:lnTo>
                    <a:pt x="934386" y="1279168"/>
                  </a:lnTo>
                  <a:lnTo>
                    <a:pt x="934383" y="1279145"/>
                  </a:lnTo>
                  <a:lnTo>
                    <a:pt x="934383" y="1279111"/>
                  </a:lnTo>
                  <a:lnTo>
                    <a:pt x="934387" y="1279087"/>
                  </a:lnTo>
                  <a:lnTo>
                    <a:pt x="934412" y="1279014"/>
                  </a:lnTo>
                  <a:lnTo>
                    <a:pt x="934439" y="1278962"/>
                  </a:lnTo>
                  <a:lnTo>
                    <a:pt x="934455" y="1278926"/>
                  </a:lnTo>
                  <a:lnTo>
                    <a:pt x="934463" y="1278904"/>
                  </a:lnTo>
                  <a:lnTo>
                    <a:pt x="934464" y="1278883"/>
                  </a:lnTo>
                  <a:lnTo>
                    <a:pt x="934456" y="1278867"/>
                  </a:lnTo>
                  <a:lnTo>
                    <a:pt x="934429" y="1278823"/>
                  </a:lnTo>
                  <a:lnTo>
                    <a:pt x="934415" y="1278792"/>
                  </a:lnTo>
                  <a:lnTo>
                    <a:pt x="934406" y="1278783"/>
                  </a:lnTo>
                  <a:lnTo>
                    <a:pt x="934397" y="1278780"/>
                  </a:lnTo>
                  <a:lnTo>
                    <a:pt x="934386" y="1278785"/>
                  </a:lnTo>
                  <a:lnTo>
                    <a:pt x="934366" y="1278787"/>
                  </a:lnTo>
                  <a:lnTo>
                    <a:pt x="934356" y="1278784"/>
                  </a:lnTo>
                  <a:lnTo>
                    <a:pt x="934350" y="1278774"/>
                  </a:lnTo>
                  <a:lnTo>
                    <a:pt x="934351" y="1278759"/>
                  </a:lnTo>
                  <a:lnTo>
                    <a:pt x="934361" y="1278730"/>
                  </a:lnTo>
                  <a:lnTo>
                    <a:pt x="934377" y="1278691"/>
                  </a:lnTo>
                  <a:lnTo>
                    <a:pt x="934384" y="1278671"/>
                  </a:lnTo>
                  <a:lnTo>
                    <a:pt x="934385" y="1278656"/>
                  </a:lnTo>
                  <a:lnTo>
                    <a:pt x="934378" y="1278632"/>
                  </a:lnTo>
                  <a:lnTo>
                    <a:pt x="934370" y="1278603"/>
                  </a:lnTo>
                  <a:lnTo>
                    <a:pt x="934363" y="1278588"/>
                  </a:lnTo>
                  <a:lnTo>
                    <a:pt x="934360" y="1278568"/>
                  </a:lnTo>
                  <a:lnTo>
                    <a:pt x="934357" y="1278546"/>
                  </a:lnTo>
                  <a:lnTo>
                    <a:pt x="934357" y="1278511"/>
                  </a:lnTo>
                  <a:lnTo>
                    <a:pt x="934358" y="1278469"/>
                  </a:lnTo>
                  <a:lnTo>
                    <a:pt x="934355" y="1278450"/>
                  </a:lnTo>
                  <a:lnTo>
                    <a:pt x="934347" y="1278432"/>
                  </a:lnTo>
                  <a:lnTo>
                    <a:pt x="934345" y="1278411"/>
                  </a:lnTo>
                  <a:lnTo>
                    <a:pt x="934346" y="1278384"/>
                  </a:lnTo>
                  <a:lnTo>
                    <a:pt x="934341" y="1278371"/>
                  </a:lnTo>
                  <a:lnTo>
                    <a:pt x="934336" y="1278366"/>
                  </a:lnTo>
                  <a:lnTo>
                    <a:pt x="934323" y="1278365"/>
                  </a:lnTo>
                  <a:lnTo>
                    <a:pt x="934293" y="1278372"/>
                  </a:lnTo>
                  <a:lnTo>
                    <a:pt x="934268" y="1278375"/>
                  </a:lnTo>
                  <a:lnTo>
                    <a:pt x="934238" y="1278368"/>
                  </a:lnTo>
                  <a:lnTo>
                    <a:pt x="934216" y="1278358"/>
                  </a:lnTo>
                  <a:lnTo>
                    <a:pt x="934201" y="1278346"/>
                  </a:lnTo>
                  <a:lnTo>
                    <a:pt x="934188" y="1278337"/>
                  </a:lnTo>
                  <a:lnTo>
                    <a:pt x="934171" y="1278330"/>
                  </a:lnTo>
                  <a:lnTo>
                    <a:pt x="934158" y="1278325"/>
                  </a:lnTo>
                  <a:lnTo>
                    <a:pt x="934149" y="1278321"/>
                  </a:lnTo>
                  <a:lnTo>
                    <a:pt x="934138" y="1278324"/>
                  </a:lnTo>
                  <a:lnTo>
                    <a:pt x="934117" y="1278324"/>
                  </a:lnTo>
                  <a:lnTo>
                    <a:pt x="934085" y="1278313"/>
                  </a:lnTo>
                  <a:lnTo>
                    <a:pt x="934058" y="1278299"/>
                  </a:lnTo>
                  <a:lnTo>
                    <a:pt x="934020" y="1278280"/>
                  </a:lnTo>
                  <a:lnTo>
                    <a:pt x="934004" y="1278278"/>
                  </a:lnTo>
                  <a:lnTo>
                    <a:pt x="933994" y="1278284"/>
                  </a:lnTo>
                  <a:lnTo>
                    <a:pt x="933985" y="1278292"/>
                  </a:lnTo>
                  <a:lnTo>
                    <a:pt x="933976" y="1278292"/>
                  </a:lnTo>
                  <a:lnTo>
                    <a:pt x="933969" y="1278287"/>
                  </a:lnTo>
                  <a:lnTo>
                    <a:pt x="933961" y="1278278"/>
                  </a:lnTo>
                  <a:lnTo>
                    <a:pt x="933944" y="1278244"/>
                  </a:lnTo>
                  <a:lnTo>
                    <a:pt x="933925" y="1278213"/>
                  </a:lnTo>
                  <a:lnTo>
                    <a:pt x="933905" y="1278193"/>
                  </a:lnTo>
                  <a:lnTo>
                    <a:pt x="933900" y="1278181"/>
                  </a:lnTo>
                  <a:lnTo>
                    <a:pt x="933897" y="1278169"/>
                  </a:lnTo>
                  <a:lnTo>
                    <a:pt x="933899" y="1278155"/>
                  </a:lnTo>
                  <a:lnTo>
                    <a:pt x="933905" y="1278141"/>
                  </a:lnTo>
                  <a:lnTo>
                    <a:pt x="933909" y="1278125"/>
                  </a:lnTo>
                  <a:lnTo>
                    <a:pt x="933909" y="1278097"/>
                  </a:lnTo>
                  <a:lnTo>
                    <a:pt x="933900" y="1278077"/>
                  </a:lnTo>
                  <a:lnTo>
                    <a:pt x="933893" y="1278067"/>
                  </a:lnTo>
                  <a:lnTo>
                    <a:pt x="933873" y="1278051"/>
                  </a:lnTo>
                  <a:lnTo>
                    <a:pt x="933848" y="1278040"/>
                  </a:lnTo>
                  <a:lnTo>
                    <a:pt x="933820" y="1278034"/>
                  </a:lnTo>
                  <a:lnTo>
                    <a:pt x="933792" y="1278032"/>
                  </a:lnTo>
                  <a:lnTo>
                    <a:pt x="933759" y="1278032"/>
                  </a:lnTo>
                  <a:lnTo>
                    <a:pt x="933726" y="1278023"/>
                  </a:lnTo>
                  <a:lnTo>
                    <a:pt x="933699" y="1278003"/>
                  </a:lnTo>
                  <a:lnTo>
                    <a:pt x="933682" y="1277991"/>
                  </a:lnTo>
                  <a:lnTo>
                    <a:pt x="933661" y="1278001"/>
                  </a:lnTo>
                  <a:lnTo>
                    <a:pt x="933640" y="1278009"/>
                  </a:lnTo>
                  <a:lnTo>
                    <a:pt x="933626" y="1278010"/>
                  </a:lnTo>
                  <a:lnTo>
                    <a:pt x="933599" y="1278001"/>
                  </a:lnTo>
                  <a:lnTo>
                    <a:pt x="933575" y="1277999"/>
                  </a:lnTo>
                  <a:lnTo>
                    <a:pt x="933547" y="1277994"/>
                  </a:lnTo>
                  <a:lnTo>
                    <a:pt x="933498" y="1277968"/>
                  </a:lnTo>
                  <a:lnTo>
                    <a:pt x="933460" y="1277955"/>
                  </a:lnTo>
                  <a:lnTo>
                    <a:pt x="933438" y="1277940"/>
                  </a:lnTo>
                  <a:lnTo>
                    <a:pt x="933414" y="1277919"/>
                  </a:lnTo>
                  <a:lnTo>
                    <a:pt x="933377" y="1277876"/>
                  </a:lnTo>
                  <a:lnTo>
                    <a:pt x="933363" y="1277856"/>
                  </a:lnTo>
                  <a:lnTo>
                    <a:pt x="933356" y="1277826"/>
                  </a:lnTo>
                  <a:lnTo>
                    <a:pt x="933346" y="1277796"/>
                  </a:lnTo>
                  <a:lnTo>
                    <a:pt x="933337" y="1277785"/>
                  </a:lnTo>
                  <a:lnTo>
                    <a:pt x="933315" y="1277769"/>
                  </a:lnTo>
                  <a:lnTo>
                    <a:pt x="933301" y="1277745"/>
                  </a:lnTo>
                  <a:lnTo>
                    <a:pt x="933288" y="1277712"/>
                  </a:lnTo>
                  <a:lnTo>
                    <a:pt x="933283" y="1277685"/>
                  </a:lnTo>
                  <a:lnTo>
                    <a:pt x="933273" y="1277656"/>
                  </a:lnTo>
                  <a:lnTo>
                    <a:pt x="933267" y="1277641"/>
                  </a:lnTo>
                  <a:lnTo>
                    <a:pt x="933266" y="1277616"/>
                  </a:lnTo>
                  <a:lnTo>
                    <a:pt x="933265" y="1277593"/>
                  </a:lnTo>
                  <a:lnTo>
                    <a:pt x="933263" y="1277572"/>
                  </a:lnTo>
                  <a:lnTo>
                    <a:pt x="933255" y="1277553"/>
                  </a:lnTo>
                  <a:lnTo>
                    <a:pt x="933240" y="1277532"/>
                  </a:lnTo>
                  <a:lnTo>
                    <a:pt x="933222" y="1277512"/>
                  </a:lnTo>
                  <a:lnTo>
                    <a:pt x="933193" y="1277485"/>
                  </a:lnTo>
                  <a:lnTo>
                    <a:pt x="933128" y="1277431"/>
                  </a:lnTo>
                  <a:lnTo>
                    <a:pt x="933096" y="1277406"/>
                  </a:lnTo>
                  <a:lnTo>
                    <a:pt x="933079" y="1277391"/>
                  </a:lnTo>
                  <a:lnTo>
                    <a:pt x="933061" y="1277369"/>
                  </a:lnTo>
                  <a:lnTo>
                    <a:pt x="933046" y="1277347"/>
                  </a:lnTo>
                  <a:lnTo>
                    <a:pt x="933037" y="1277332"/>
                  </a:lnTo>
                  <a:lnTo>
                    <a:pt x="933033" y="1277325"/>
                  </a:lnTo>
                  <a:lnTo>
                    <a:pt x="933033" y="1277315"/>
                  </a:lnTo>
                  <a:lnTo>
                    <a:pt x="933036" y="1277306"/>
                  </a:lnTo>
                  <a:lnTo>
                    <a:pt x="933039" y="1277299"/>
                  </a:lnTo>
                  <a:lnTo>
                    <a:pt x="933052" y="1277285"/>
                  </a:lnTo>
                  <a:lnTo>
                    <a:pt x="933063" y="1277269"/>
                  </a:lnTo>
                  <a:lnTo>
                    <a:pt x="933074" y="1277254"/>
                  </a:lnTo>
                  <a:lnTo>
                    <a:pt x="933074" y="1277243"/>
                  </a:lnTo>
                  <a:lnTo>
                    <a:pt x="933068" y="1277235"/>
                  </a:lnTo>
                  <a:lnTo>
                    <a:pt x="933055" y="1277224"/>
                  </a:lnTo>
                  <a:lnTo>
                    <a:pt x="933040" y="1277208"/>
                  </a:lnTo>
                  <a:lnTo>
                    <a:pt x="933012" y="1277172"/>
                  </a:lnTo>
                  <a:lnTo>
                    <a:pt x="932995" y="1277142"/>
                  </a:lnTo>
                  <a:lnTo>
                    <a:pt x="932980" y="1277127"/>
                  </a:lnTo>
                  <a:lnTo>
                    <a:pt x="932967" y="1277114"/>
                  </a:lnTo>
                  <a:lnTo>
                    <a:pt x="932960" y="1277095"/>
                  </a:lnTo>
                  <a:lnTo>
                    <a:pt x="932954" y="1277074"/>
                  </a:lnTo>
                  <a:lnTo>
                    <a:pt x="932944" y="1277060"/>
                  </a:lnTo>
                  <a:lnTo>
                    <a:pt x="932926" y="1277045"/>
                  </a:lnTo>
                  <a:lnTo>
                    <a:pt x="932910" y="1277024"/>
                  </a:lnTo>
                  <a:lnTo>
                    <a:pt x="932902" y="1276997"/>
                  </a:lnTo>
                  <a:lnTo>
                    <a:pt x="932904" y="1276971"/>
                  </a:lnTo>
                  <a:lnTo>
                    <a:pt x="932914" y="1276953"/>
                  </a:lnTo>
                  <a:lnTo>
                    <a:pt x="932936" y="1276935"/>
                  </a:lnTo>
                  <a:lnTo>
                    <a:pt x="932961" y="1276920"/>
                  </a:lnTo>
                  <a:lnTo>
                    <a:pt x="932990" y="1276904"/>
                  </a:lnTo>
                  <a:lnTo>
                    <a:pt x="933020" y="1276897"/>
                  </a:lnTo>
                  <a:lnTo>
                    <a:pt x="933062" y="1276884"/>
                  </a:lnTo>
                  <a:lnTo>
                    <a:pt x="933081" y="1276873"/>
                  </a:lnTo>
                  <a:lnTo>
                    <a:pt x="933114" y="1276846"/>
                  </a:lnTo>
                  <a:lnTo>
                    <a:pt x="933138" y="1276817"/>
                  </a:lnTo>
                  <a:lnTo>
                    <a:pt x="933163" y="1276802"/>
                  </a:lnTo>
                  <a:lnTo>
                    <a:pt x="933196" y="1276784"/>
                  </a:lnTo>
                  <a:lnTo>
                    <a:pt x="933204" y="1276776"/>
                  </a:lnTo>
                  <a:lnTo>
                    <a:pt x="933206" y="1276763"/>
                  </a:lnTo>
                  <a:lnTo>
                    <a:pt x="933206" y="1276747"/>
                  </a:lnTo>
                  <a:lnTo>
                    <a:pt x="933200" y="1276736"/>
                  </a:lnTo>
                  <a:lnTo>
                    <a:pt x="933182" y="1276721"/>
                  </a:lnTo>
                  <a:lnTo>
                    <a:pt x="933153" y="1276708"/>
                  </a:lnTo>
                  <a:lnTo>
                    <a:pt x="933127" y="1276701"/>
                  </a:lnTo>
                  <a:lnTo>
                    <a:pt x="933099" y="1276701"/>
                  </a:lnTo>
                  <a:lnTo>
                    <a:pt x="933083" y="1276693"/>
                  </a:lnTo>
                  <a:lnTo>
                    <a:pt x="933071" y="1276675"/>
                  </a:lnTo>
                  <a:lnTo>
                    <a:pt x="933056" y="1276650"/>
                  </a:lnTo>
                  <a:lnTo>
                    <a:pt x="933042" y="1276633"/>
                  </a:lnTo>
                  <a:lnTo>
                    <a:pt x="933022" y="1276624"/>
                  </a:lnTo>
                  <a:lnTo>
                    <a:pt x="932987" y="1276609"/>
                  </a:lnTo>
                  <a:lnTo>
                    <a:pt x="932977" y="1276598"/>
                  </a:lnTo>
                  <a:lnTo>
                    <a:pt x="932975" y="1276582"/>
                  </a:lnTo>
                  <a:lnTo>
                    <a:pt x="932977" y="1276572"/>
                  </a:lnTo>
                  <a:lnTo>
                    <a:pt x="932986" y="1276559"/>
                  </a:lnTo>
                  <a:lnTo>
                    <a:pt x="933005" y="1276540"/>
                  </a:lnTo>
                  <a:lnTo>
                    <a:pt x="933012" y="1276528"/>
                  </a:lnTo>
                  <a:lnTo>
                    <a:pt x="933010" y="1276507"/>
                  </a:lnTo>
                  <a:lnTo>
                    <a:pt x="932997" y="1276478"/>
                  </a:lnTo>
                  <a:lnTo>
                    <a:pt x="932987" y="1276450"/>
                  </a:lnTo>
                  <a:lnTo>
                    <a:pt x="932981" y="1276412"/>
                  </a:lnTo>
                  <a:lnTo>
                    <a:pt x="932985" y="1276376"/>
                  </a:lnTo>
                  <a:lnTo>
                    <a:pt x="932991" y="1276348"/>
                  </a:lnTo>
                  <a:lnTo>
                    <a:pt x="932992" y="1276317"/>
                  </a:lnTo>
                  <a:lnTo>
                    <a:pt x="932986" y="1276301"/>
                  </a:lnTo>
                  <a:lnTo>
                    <a:pt x="932967" y="1276278"/>
                  </a:lnTo>
                  <a:lnTo>
                    <a:pt x="932956" y="1276263"/>
                  </a:lnTo>
                  <a:lnTo>
                    <a:pt x="932935" y="1276215"/>
                  </a:lnTo>
                  <a:lnTo>
                    <a:pt x="932910" y="1276166"/>
                  </a:lnTo>
                  <a:lnTo>
                    <a:pt x="932898" y="1276150"/>
                  </a:lnTo>
                  <a:lnTo>
                    <a:pt x="932879" y="1276136"/>
                  </a:lnTo>
                  <a:lnTo>
                    <a:pt x="932865" y="1276124"/>
                  </a:lnTo>
                  <a:lnTo>
                    <a:pt x="932860" y="1276113"/>
                  </a:lnTo>
                  <a:lnTo>
                    <a:pt x="932858" y="1276078"/>
                  </a:lnTo>
                  <a:lnTo>
                    <a:pt x="932852" y="1276026"/>
                  </a:lnTo>
                  <a:lnTo>
                    <a:pt x="932842" y="1275999"/>
                  </a:lnTo>
                  <a:lnTo>
                    <a:pt x="932836" y="1275971"/>
                  </a:lnTo>
                  <a:lnTo>
                    <a:pt x="932838" y="1275960"/>
                  </a:lnTo>
                  <a:lnTo>
                    <a:pt x="932846" y="1275944"/>
                  </a:lnTo>
                  <a:lnTo>
                    <a:pt x="932857" y="1275924"/>
                  </a:lnTo>
                  <a:lnTo>
                    <a:pt x="932864" y="1275901"/>
                  </a:lnTo>
                  <a:lnTo>
                    <a:pt x="932871" y="1275876"/>
                  </a:lnTo>
                  <a:lnTo>
                    <a:pt x="932873" y="1275851"/>
                  </a:lnTo>
                  <a:lnTo>
                    <a:pt x="932867" y="1275838"/>
                  </a:lnTo>
                  <a:lnTo>
                    <a:pt x="932850" y="1275817"/>
                  </a:lnTo>
                  <a:lnTo>
                    <a:pt x="932846" y="1275805"/>
                  </a:lnTo>
                  <a:lnTo>
                    <a:pt x="932851" y="1275790"/>
                  </a:lnTo>
                  <a:lnTo>
                    <a:pt x="932873" y="1275749"/>
                  </a:lnTo>
                  <a:lnTo>
                    <a:pt x="932897" y="1275709"/>
                  </a:lnTo>
                  <a:lnTo>
                    <a:pt x="932913" y="1275697"/>
                  </a:lnTo>
                  <a:lnTo>
                    <a:pt x="932970" y="1275678"/>
                  </a:lnTo>
                  <a:lnTo>
                    <a:pt x="932987" y="1275663"/>
                  </a:lnTo>
                  <a:lnTo>
                    <a:pt x="932989" y="1275651"/>
                  </a:lnTo>
                  <a:lnTo>
                    <a:pt x="932982" y="1275636"/>
                  </a:lnTo>
                  <a:lnTo>
                    <a:pt x="932968" y="1275611"/>
                  </a:lnTo>
                  <a:lnTo>
                    <a:pt x="932947" y="1275593"/>
                  </a:lnTo>
                  <a:lnTo>
                    <a:pt x="932899" y="1275541"/>
                  </a:lnTo>
                  <a:lnTo>
                    <a:pt x="932833" y="1275485"/>
                  </a:lnTo>
                  <a:lnTo>
                    <a:pt x="932811" y="1275458"/>
                  </a:lnTo>
                  <a:lnTo>
                    <a:pt x="932808" y="1275447"/>
                  </a:lnTo>
                  <a:lnTo>
                    <a:pt x="932814" y="1275441"/>
                  </a:lnTo>
                  <a:lnTo>
                    <a:pt x="932925" y="1275402"/>
                  </a:lnTo>
                  <a:lnTo>
                    <a:pt x="932937" y="1275396"/>
                  </a:lnTo>
                  <a:lnTo>
                    <a:pt x="932936" y="1275388"/>
                  </a:lnTo>
                  <a:lnTo>
                    <a:pt x="932932" y="1275374"/>
                  </a:lnTo>
                  <a:lnTo>
                    <a:pt x="932913" y="1275329"/>
                  </a:lnTo>
                  <a:lnTo>
                    <a:pt x="932896" y="1275303"/>
                  </a:lnTo>
                  <a:lnTo>
                    <a:pt x="932887" y="1275289"/>
                  </a:lnTo>
                  <a:lnTo>
                    <a:pt x="932865" y="1275289"/>
                  </a:lnTo>
                  <a:lnTo>
                    <a:pt x="932820" y="1275293"/>
                  </a:lnTo>
                  <a:lnTo>
                    <a:pt x="932811" y="1275291"/>
                  </a:lnTo>
                  <a:lnTo>
                    <a:pt x="932807" y="1275276"/>
                  </a:lnTo>
                  <a:lnTo>
                    <a:pt x="932803" y="1275241"/>
                  </a:lnTo>
                  <a:lnTo>
                    <a:pt x="932796" y="1275196"/>
                  </a:lnTo>
                  <a:lnTo>
                    <a:pt x="932784" y="1275167"/>
                  </a:lnTo>
                  <a:lnTo>
                    <a:pt x="932774" y="1275153"/>
                  </a:lnTo>
                  <a:lnTo>
                    <a:pt x="932752" y="1275141"/>
                  </a:lnTo>
                  <a:lnTo>
                    <a:pt x="932729" y="1275138"/>
                  </a:lnTo>
                  <a:lnTo>
                    <a:pt x="932713" y="1275133"/>
                  </a:lnTo>
                  <a:lnTo>
                    <a:pt x="932692" y="1275118"/>
                  </a:lnTo>
                  <a:lnTo>
                    <a:pt x="932677" y="1275100"/>
                  </a:lnTo>
                  <a:lnTo>
                    <a:pt x="932666" y="1275074"/>
                  </a:lnTo>
                  <a:lnTo>
                    <a:pt x="932648" y="1275044"/>
                  </a:lnTo>
                  <a:lnTo>
                    <a:pt x="932630" y="1275018"/>
                  </a:lnTo>
                  <a:lnTo>
                    <a:pt x="932619" y="1274992"/>
                  </a:lnTo>
                  <a:lnTo>
                    <a:pt x="932612" y="1274955"/>
                  </a:lnTo>
                  <a:lnTo>
                    <a:pt x="932609" y="1274946"/>
                  </a:lnTo>
                  <a:lnTo>
                    <a:pt x="932603" y="1274938"/>
                  </a:lnTo>
                  <a:lnTo>
                    <a:pt x="932596" y="1274935"/>
                  </a:lnTo>
                  <a:lnTo>
                    <a:pt x="932585" y="1274936"/>
                  </a:lnTo>
                  <a:lnTo>
                    <a:pt x="932572" y="1274948"/>
                  </a:lnTo>
                  <a:lnTo>
                    <a:pt x="932548" y="1274971"/>
                  </a:lnTo>
                  <a:lnTo>
                    <a:pt x="932509" y="1275002"/>
                  </a:lnTo>
                  <a:lnTo>
                    <a:pt x="932477" y="1275026"/>
                  </a:lnTo>
                  <a:lnTo>
                    <a:pt x="932451" y="1275046"/>
                  </a:lnTo>
                  <a:lnTo>
                    <a:pt x="932426" y="1275065"/>
                  </a:lnTo>
                  <a:lnTo>
                    <a:pt x="932388" y="1275075"/>
                  </a:lnTo>
                  <a:lnTo>
                    <a:pt x="932359" y="1275077"/>
                  </a:lnTo>
                  <a:lnTo>
                    <a:pt x="932325" y="1275071"/>
                  </a:lnTo>
                  <a:lnTo>
                    <a:pt x="932284" y="1275058"/>
                  </a:lnTo>
                  <a:lnTo>
                    <a:pt x="932254" y="1275054"/>
                  </a:lnTo>
                  <a:lnTo>
                    <a:pt x="932236" y="1275059"/>
                  </a:lnTo>
                  <a:lnTo>
                    <a:pt x="932206" y="1275077"/>
                  </a:lnTo>
                  <a:lnTo>
                    <a:pt x="932186" y="1275099"/>
                  </a:lnTo>
                  <a:lnTo>
                    <a:pt x="932131" y="1275136"/>
                  </a:lnTo>
                  <a:lnTo>
                    <a:pt x="932078" y="1275163"/>
                  </a:lnTo>
                  <a:lnTo>
                    <a:pt x="932038" y="1275177"/>
                  </a:lnTo>
                  <a:lnTo>
                    <a:pt x="931993" y="1275190"/>
                  </a:lnTo>
                  <a:lnTo>
                    <a:pt x="931936" y="1275205"/>
                  </a:lnTo>
                  <a:lnTo>
                    <a:pt x="931900" y="1275215"/>
                  </a:lnTo>
                  <a:lnTo>
                    <a:pt x="931877" y="1275228"/>
                  </a:lnTo>
                  <a:lnTo>
                    <a:pt x="931835" y="1275254"/>
                  </a:lnTo>
                  <a:lnTo>
                    <a:pt x="931802" y="1275267"/>
                  </a:lnTo>
                  <a:lnTo>
                    <a:pt x="931776" y="1275275"/>
                  </a:lnTo>
                  <a:lnTo>
                    <a:pt x="931746" y="1275275"/>
                  </a:lnTo>
                  <a:lnTo>
                    <a:pt x="931707" y="1275262"/>
                  </a:lnTo>
                  <a:lnTo>
                    <a:pt x="931675" y="1275247"/>
                  </a:lnTo>
                  <a:lnTo>
                    <a:pt x="931646" y="1275238"/>
                  </a:lnTo>
                  <a:lnTo>
                    <a:pt x="931629" y="1275239"/>
                  </a:lnTo>
                  <a:lnTo>
                    <a:pt x="931607" y="1275245"/>
                  </a:lnTo>
                  <a:lnTo>
                    <a:pt x="931571" y="1275266"/>
                  </a:lnTo>
                  <a:lnTo>
                    <a:pt x="931512" y="1275305"/>
                  </a:lnTo>
                  <a:lnTo>
                    <a:pt x="931488" y="1275313"/>
                  </a:lnTo>
                  <a:lnTo>
                    <a:pt x="931460" y="1275317"/>
                  </a:lnTo>
                  <a:lnTo>
                    <a:pt x="931432" y="1275314"/>
                  </a:lnTo>
                  <a:lnTo>
                    <a:pt x="931395" y="1275307"/>
                  </a:lnTo>
                  <a:lnTo>
                    <a:pt x="931371" y="1275307"/>
                  </a:lnTo>
                  <a:lnTo>
                    <a:pt x="931345" y="1275314"/>
                  </a:lnTo>
                  <a:lnTo>
                    <a:pt x="931260" y="1275365"/>
                  </a:lnTo>
                  <a:lnTo>
                    <a:pt x="931186" y="1275401"/>
                  </a:lnTo>
                  <a:lnTo>
                    <a:pt x="931160" y="1275409"/>
                  </a:lnTo>
                  <a:lnTo>
                    <a:pt x="931128" y="1275417"/>
                  </a:lnTo>
                  <a:lnTo>
                    <a:pt x="931094" y="1275420"/>
                  </a:lnTo>
                  <a:lnTo>
                    <a:pt x="931087" y="1275421"/>
                  </a:lnTo>
                  <a:lnTo>
                    <a:pt x="931048" y="1275426"/>
                  </a:lnTo>
                  <a:lnTo>
                    <a:pt x="930937" y="1275436"/>
                  </a:lnTo>
                  <a:lnTo>
                    <a:pt x="930918" y="1275437"/>
                  </a:lnTo>
                  <a:lnTo>
                    <a:pt x="930878" y="1275439"/>
                  </a:lnTo>
                  <a:lnTo>
                    <a:pt x="930857" y="1275447"/>
                  </a:lnTo>
                  <a:lnTo>
                    <a:pt x="930826" y="1275466"/>
                  </a:lnTo>
                  <a:lnTo>
                    <a:pt x="930797" y="1275496"/>
                  </a:lnTo>
                  <a:lnTo>
                    <a:pt x="930759" y="1275527"/>
                  </a:lnTo>
                  <a:lnTo>
                    <a:pt x="930734" y="1275539"/>
                  </a:lnTo>
                  <a:lnTo>
                    <a:pt x="930709" y="1275546"/>
                  </a:lnTo>
                  <a:lnTo>
                    <a:pt x="930677" y="1275555"/>
                  </a:lnTo>
                  <a:lnTo>
                    <a:pt x="930631" y="1275557"/>
                  </a:lnTo>
                  <a:lnTo>
                    <a:pt x="930618" y="1275555"/>
                  </a:lnTo>
                  <a:lnTo>
                    <a:pt x="930598" y="1275549"/>
                  </a:lnTo>
                  <a:lnTo>
                    <a:pt x="930514" y="1275519"/>
                  </a:lnTo>
                  <a:lnTo>
                    <a:pt x="930468" y="1275508"/>
                  </a:lnTo>
                  <a:lnTo>
                    <a:pt x="930447" y="1275505"/>
                  </a:lnTo>
                  <a:lnTo>
                    <a:pt x="930438" y="1275503"/>
                  </a:lnTo>
                  <a:lnTo>
                    <a:pt x="930426" y="1275502"/>
                  </a:lnTo>
                  <a:lnTo>
                    <a:pt x="930404" y="1275506"/>
                  </a:lnTo>
                  <a:lnTo>
                    <a:pt x="930365" y="1275523"/>
                  </a:lnTo>
                  <a:lnTo>
                    <a:pt x="930316" y="1275554"/>
                  </a:lnTo>
                  <a:lnTo>
                    <a:pt x="930269" y="1275579"/>
                  </a:lnTo>
                  <a:lnTo>
                    <a:pt x="930217" y="1275607"/>
                  </a:lnTo>
                  <a:lnTo>
                    <a:pt x="930194" y="1275613"/>
                  </a:lnTo>
                  <a:lnTo>
                    <a:pt x="930169" y="1275609"/>
                  </a:lnTo>
                  <a:lnTo>
                    <a:pt x="930152" y="1275602"/>
                  </a:lnTo>
                  <a:lnTo>
                    <a:pt x="930124" y="1275591"/>
                  </a:lnTo>
                  <a:lnTo>
                    <a:pt x="930095" y="1275583"/>
                  </a:lnTo>
                  <a:lnTo>
                    <a:pt x="930069" y="1275569"/>
                  </a:lnTo>
                  <a:lnTo>
                    <a:pt x="930050" y="1275558"/>
                  </a:lnTo>
                  <a:lnTo>
                    <a:pt x="930030" y="1275536"/>
                  </a:lnTo>
                  <a:lnTo>
                    <a:pt x="930018" y="1275516"/>
                  </a:lnTo>
                  <a:lnTo>
                    <a:pt x="929982" y="1275442"/>
                  </a:lnTo>
                  <a:lnTo>
                    <a:pt x="929961" y="1275402"/>
                  </a:lnTo>
                  <a:lnTo>
                    <a:pt x="929950" y="1275386"/>
                  </a:lnTo>
                  <a:lnTo>
                    <a:pt x="929934" y="1275364"/>
                  </a:lnTo>
                  <a:lnTo>
                    <a:pt x="929924" y="1275357"/>
                  </a:lnTo>
                  <a:lnTo>
                    <a:pt x="929911" y="1275357"/>
                  </a:lnTo>
                  <a:lnTo>
                    <a:pt x="929899" y="1275367"/>
                  </a:lnTo>
                  <a:lnTo>
                    <a:pt x="929883" y="1275391"/>
                  </a:lnTo>
                  <a:lnTo>
                    <a:pt x="929867" y="1275423"/>
                  </a:lnTo>
                  <a:lnTo>
                    <a:pt x="929857" y="1275445"/>
                  </a:lnTo>
                  <a:lnTo>
                    <a:pt x="929847" y="1275458"/>
                  </a:lnTo>
                  <a:lnTo>
                    <a:pt x="929822" y="1275485"/>
                  </a:lnTo>
                  <a:lnTo>
                    <a:pt x="929806" y="1275491"/>
                  </a:lnTo>
                  <a:lnTo>
                    <a:pt x="929789" y="1275491"/>
                  </a:lnTo>
                  <a:lnTo>
                    <a:pt x="929766" y="1275484"/>
                  </a:lnTo>
                  <a:lnTo>
                    <a:pt x="929740" y="1275476"/>
                  </a:lnTo>
                  <a:lnTo>
                    <a:pt x="929714" y="1275474"/>
                  </a:lnTo>
                  <a:lnTo>
                    <a:pt x="929691" y="1275477"/>
                  </a:lnTo>
                  <a:lnTo>
                    <a:pt x="929671" y="1275491"/>
                  </a:lnTo>
                  <a:lnTo>
                    <a:pt x="929655" y="1275517"/>
                  </a:lnTo>
                  <a:lnTo>
                    <a:pt x="929616" y="1275591"/>
                  </a:lnTo>
                  <a:lnTo>
                    <a:pt x="929595" y="1275635"/>
                  </a:lnTo>
                  <a:lnTo>
                    <a:pt x="929571" y="1275712"/>
                  </a:lnTo>
                  <a:lnTo>
                    <a:pt x="929566" y="1275724"/>
                  </a:lnTo>
                  <a:lnTo>
                    <a:pt x="929559" y="1275731"/>
                  </a:lnTo>
                  <a:lnTo>
                    <a:pt x="929551" y="1275736"/>
                  </a:lnTo>
                  <a:lnTo>
                    <a:pt x="929537" y="1275735"/>
                  </a:lnTo>
                  <a:lnTo>
                    <a:pt x="929521" y="1275724"/>
                  </a:lnTo>
                  <a:lnTo>
                    <a:pt x="929497" y="1275696"/>
                  </a:lnTo>
                  <a:lnTo>
                    <a:pt x="929467" y="1275666"/>
                  </a:lnTo>
                  <a:lnTo>
                    <a:pt x="929447" y="1275658"/>
                  </a:lnTo>
                  <a:lnTo>
                    <a:pt x="929433" y="1275658"/>
                  </a:lnTo>
                  <a:lnTo>
                    <a:pt x="929422" y="1275656"/>
                  </a:lnTo>
                  <a:lnTo>
                    <a:pt x="929394" y="1275651"/>
                  </a:lnTo>
                  <a:lnTo>
                    <a:pt x="929332" y="1275640"/>
                  </a:lnTo>
                  <a:lnTo>
                    <a:pt x="929300" y="1275627"/>
                  </a:lnTo>
                  <a:lnTo>
                    <a:pt x="929260" y="1275603"/>
                  </a:lnTo>
                  <a:lnTo>
                    <a:pt x="929238" y="1275586"/>
                  </a:lnTo>
                  <a:lnTo>
                    <a:pt x="929197" y="1275555"/>
                  </a:lnTo>
                  <a:lnTo>
                    <a:pt x="929151" y="1275527"/>
                  </a:lnTo>
                  <a:lnTo>
                    <a:pt x="929121" y="1275511"/>
                  </a:lnTo>
                  <a:lnTo>
                    <a:pt x="929099" y="1275501"/>
                  </a:lnTo>
                  <a:lnTo>
                    <a:pt x="929089" y="1275498"/>
                  </a:lnTo>
                  <a:lnTo>
                    <a:pt x="929080" y="1275495"/>
                  </a:lnTo>
                  <a:lnTo>
                    <a:pt x="929057" y="1275489"/>
                  </a:lnTo>
                  <a:lnTo>
                    <a:pt x="929030" y="1275482"/>
                  </a:lnTo>
                  <a:lnTo>
                    <a:pt x="929006" y="1275482"/>
                  </a:lnTo>
                  <a:lnTo>
                    <a:pt x="928991" y="1275489"/>
                  </a:lnTo>
                  <a:lnTo>
                    <a:pt x="928983" y="1275502"/>
                  </a:lnTo>
                  <a:lnTo>
                    <a:pt x="928980" y="1275522"/>
                  </a:lnTo>
                  <a:lnTo>
                    <a:pt x="928975" y="1275549"/>
                  </a:lnTo>
                  <a:lnTo>
                    <a:pt x="928966" y="1275572"/>
                  </a:lnTo>
                  <a:lnTo>
                    <a:pt x="928954" y="1275586"/>
                  </a:lnTo>
                  <a:lnTo>
                    <a:pt x="928935" y="1275599"/>
                  </a:lnTo>
                  <a:lnTo>
                    <a:pt x="928924" y="1275602"/>
                  </a:lnTo>
                  <a:lnTo>
                    <a:pt x="928910" y="1275602"/>
                  </a:lnTo>
                  <a:lnTo>
                    <a:pt x="928896" y="1275597"/>
                  </a:lnTo>
                  <a:lnTo>
                    <a:pt x="928884" y="1275580"/>
                  </a:lnTo>
                  <a:lnTo>
                    <a:pt x="928874" y="1275555"/>
                  </a:lnTo>
                  <a:lnTo>
                    <a:pt x="928867" y="1275534"/>
                  </a:lnTo>
                  <a:lnTo>
                    <a:pt x="928857" y="1275517"/>
                  </a:lnTo>
                  <a:lnTo>
                    <a:pt x="928845" y="1275505"/>
                  </a:lnTo>
                  <a:lnTo>
                    <a:pt x="928833" y="1275498"/>
                  </a:lnTo>
                  <a:lnTo>
                    <a:pt x="928818" y="1275492"/>
                  </a:lnTo>
                  <a:lnTo>
                    <a:pt x="928802" y="1275494"/>
                  </a:lnTo>
                  <a:lnTo>
                    <a:pt x="928785" y="1275503"/>
                  </a:lnTo>
                  <a:lnTo>
                    <a:pt x="928772" y="1275516"/>
                  </a:lnTo>
                  <a:lnTo>
                    <a:pt x="928764" y="1275530"/>
                  </a:lnTo>
                  <a:lnTo>
                    <a:pt x="928755" y="1275573"/>
                  </a:lnTo>
                  <a:lnTo>
                    <a:pt x="928749" y="1275595"/>
                  </a:lnTo>
                  <a:lnTo>
                    <a:pt x="928740" y="1275603"/>
                  </a:lnTo>
                  <a:lnTo>
                    <a:pt x="928729" y="1275606"/>
                  </a:lnTo>
                  <a:lnTo>
                    <a:pt x="928719" y="1275606"/>
                  </a:lnTo>
                  <a:lnTo>
                    <a:pt x="928703" y="1275604"/>
                  </a:lnTo>
                  <a:lnTo>
                    <a:pt x="928679" y="1275597"/>
                  </a:lnTo>
                  <a:lnTo>
                    <a:pt x="928651" y="1275595"/>
                  </a:lnTo>
                  <a:lnTo>
                    <a:pt x="928627" y="1275596"/>
                  </a:lnTo>
                  <a:lnTo>
                    <a:pt x="928605" y="1275605"/>
                  </a:lnTo>
                  <a:lnTo>
                    <a:pt x="928574" y="1275622"/>
                  </a:lnTo>
                  <a:lnTo>
                    <a:pt x="928555" y="1275639"/>
                  </a:lnTo>
                  <a:lnTo>
                    <a:pt x="928539" y="1275653"/>
                  </a:lnTo>
                  <a:lnTo>
                    <a:pt x="928518" y="1275661"/>
                  </a:lnTo>
                  <a:lnTo>
                    <a:pt x="928489" y="1275669"/>
                  </a:lnTo>
                  <a:lnTo>
                    <a:pt x="928473" y="1275670"/>
                  </a:lnTo>
                  <a:lnTo>
                    <a:pt x="928452" y="1275666"/>
                  </a:lnTo>
                  <a:lnTo>
                    <a:pt x="928435" y="1275647"/>
                  </a:lnTo>
                  <a:lnTo>
                    <a:pt x="928417" y="1275623"/>
                  </a:lnTo>
                  <a:lnTo>
                    <a:pt x="928404" y="1275600"/>
                  </a:lnTo>
                  <a:lnTo>
                    <a:pt x="928393" y="1275591"/>
                  </a:lnTo>
                  <a:lnTo>
                    <a:pt x="928377" y="1275589"/>
                  </a:lnTo>
                  <a:lnTo>
                    <a:pt x="928355" y="1275596"/>
                  </a:lnTo>
                  <a:lnTo>
                    <a:pt x="928325" y="1275611"/>
                  </a:lnTo>
                  <a:lnTo>
                    <a:pt x="928296" y="1275626"/>
                  </a:lnTo>
                  <a:lnTo>
                    <a:pt x="928270" y="1275638"/>
                  </a:lnTo>
                  <a:lnTo>
                    <a:pt x="928262" y="1275640"/>
                  </a:lnTo>
                  <a:lnTo>
                    <a:pt x="928237" y="1275647"/>
                  </a:lnTo>
                  <a:lnTo>
                    <a:pt x="928226" y="1275649"/>
                  </a:lnTo>
                  <a:lnTo>
                    <a:pt x="928189" y="1275651"/>
                  </a:lnTo>
                  <a:lnTo>
                    <a:pt x="928138" y="1275652"/>
                  </a:lnTo>
                  <a:lnTo>
                    <a:pt x="928108" y="1275651"/>
                  </a:lnTo>
                  <a:lnTo>
                    <a:pt x="928050" y="1275645"/>
                  </a:lnTo>
                  <a:lnTo>
                    <a:pt x="928026" y="1275638"/>
                  </a:lnTo>
                  <a:lnTo>
                    <a:pt x="927976" y="1275622"/>
                  </a:lnTo>
                  <a:lnTo>
                    <a:pt x="927957" y="1275617"/>
                  </a:lnTo>
                  <a:lnTo>
                    <a:pt x="927905" y="1275615"/>
                  </a:lnTo>
                  <a:lnTo>
                    <a:pt x="927882" y="1275621"/>
                  </a:lnTo>
                  <a:lnTo>
                    <a:pt x="927850" y="1275640"/>
                  </a:lnTo>
                  <a:lnTo>
                    <a:pt x="927789" y="1275675"/>
                  </a:lnTo>
                  <a:lnTo>
                    <a:pt x="927739" y="1275696"/>
                  </a:lnTo>
                  <a:lnTo>
                    <a:pt x="927691" y="1275713"/>
                  </a:lnTo>
                  <a:lnTo>
                    <a:pt x="927633" y="1275724"/>
                  </a:lnTo>
                  <a:lnTo>
                    <a:pt x="927616" y="1275725"/>
                  </a:lnTo>
                  <a:lnTo>
                    <a:pt x="927600" y="1275722"/>
                  </a:lnTo>
                  <a:lnTo>
                    <a:pt x="927568" y="1275716"/>
                  </a:lnTo>
                  <a:lnTo>
                    <a:pt x="927536" y="1275718"/>
                  </a:lnTo>
                  <a:lnTo>
                    <a:pt x="927494" y="1275734"/>
                  </a:lnTo>
                  <a:lnTo>
                    <a:pt x="927456" y="1275759"/>
                  </a:lnTo>
                  <a:lnTo>
                    <a:pt x="927393" y="1275800"/>
                  </a:lnTo>
                  <a:lnTo>
                    <a:pt x="927360" y="1275828"/>
                  </a:lnTo>
                  <a:lnTo>
                    <a:pt x="927354" y="1275832"/>
                  </a:lnTo>
                  <a:lnTo>
                    <a:pt x="927349" y="1275835"/>
                  </a:lnTo>
                  <a:lnTo>
                    <a:pt x="927342" y="1275834"/>
                  </a:lnTo>
                  <a:lnTo>
                    <a:pt x="927336" y="1275831"/>
                  </a:lnTo>
                  <a:lnTo>
                    <a:pt x="927323" y="1275809"/>
                  </a:lnTo>
                  <a:lnTo>
                    <a:pt x="927310" y="1275794"/>
                  </a:lnTo>
                  <a:lnTo>
                    <a:pt x="927300" y="1275789"/>
                  </a:lnTo>
                  <a:lnTo>
                    <a:pt x="927295" y="1275788"/>
                  </a:lnTo>
                  <a:lnTo>
                    <a:pt x="927286" y="1275787"/>
                  </a:lnTo>
                  <a:lnTo>
                    <a:pt x="927281" y="1275788"/>
                  </a:lnTo>
                  <a:lnTo>
                    <a:pt x="927266" y="1275792"/>
                  </a:lnTo>
                  <a:lnTo>
                    <a:pt x="927259" y="1275793"/>
                  </a:lnTo>
                  <a:lnTo>
                    <a:pt x="927252" y="1275796"/>
                  </a:lnTo>
                  <a:lnTo>
                    <a:pt x="927237" y="1275802"/>
                  </a:lnTo>
                  <a:lnTo>
                    <a:pt x="927223" y="1275810"/>
                  </a:lnTo>
                  <a:lnTo>
                    <a:pt x="927215" y="1275814"/>
                  </a:lnTo>
                  <a:lnTo>
                    <a:pt x="927209" y="1275815"/>
                  </a:lnTo>
                  <a:lnTo>
                    <a:pt x="927194" y="1275816"/>
                  </a:lnTo>
                  <a:lnTo>
                    <a:pt x="927179" y="1275814"/>
                  </a:lnTo>
                  <a:lnTo>
                    <a:pt x="927172" y="1275807"/>
                  </a:lnTo>
                  <a:lnTo>
                    <a:pt x="927173" y="1275801"/>
                  </a:lnTo>
                  <a:lnTo>
                    <a:pt x="927177" y="1275788"/>
                  </a:lnTo>
                  <a:lnTo>
                    <a:pt x="927190" y="1275772"/>
                  </a:lnTo>
                  <a:lnTo>
                    <a:pt x="927204" y="1275758"/>
                  </a:lnTo>
                  <a:lnTo>
                    <a:pt x="927213" y="1275752"/>
                  </a:lnTo>
                  <a:lnTo>
                    <a:pt x="927219" y="1275750"/>
                  </a:lnTo>
                  <a:lnTo>
                    <a:pt x="927223" y="1275747"/>
                  </a:lnTo>
                  <a:lnTo>
                    <a:pt x="927233" y="1275737"/>
                  </a:lnTo>
                  <a:lnTo>
                    <a:pt x="927245" y="1275724"/>
                  </a:lnTo>
                  <a:lnTo>
                    <a:pt x="927250" y="1275719"/>
                  </a:lnTo>
                  <a:lnTo>
                    <a:pt x="927260" y="1275713"/>
                  </a:lnTo>
                  <a:lnTo>
                    <a:pt x="927274" y="1275705"/>
                  </a:lnTo>
                  <a:lnTo>
                    <a:pt x="927281" y="1275702"/>
                  </a:lnTo>
                  <a:lnTo>
                    <a:pt x="927287" y="1275696"/>
                  </a:lnTo>
                  <a:lnTo>
                    <a:pt x="927302" y="1275682"/>
                  </a:lnTo>
                  <a:lnTo>
                    <a:pt x="927315" y="1275669"/>
                  </a:lnTo>
                  <a:lnTo>
                    <a:pt x="927328" y="1275658"/>
                  </a:lnTo>
                  <a:lnTo>
                    <a:pt x="927340" y="1275643"/>
                  </a:lnTo>
                  <a:lnTo>
                    <a:pt x="927352" y="1275629"/>
                  </a:lnTo>
                  <a:lnTo>
                    <a:pt x="927363" y="1275614"/>
                  </a:lnTo>
                  <a:lnTo>
                    <a:pt x="927370" y="1275599"/>
                  </a:lnTo>
                  <a:lnTo>
                    <a:pt x="927378" y="1275584"/>
                  </a:lnTo>
                  <a:lnTo>
                    <a:pt x="927384" y="1275569"/>
                  </a:lnTo>
                  <a:lnTo>
                    <a:pt x="927387" y="1275554"/>
                  </a:lnTo>
                  <a:lnTo>
                    <a:pt x="927386" y="1275540"/>
                  </a:lnTo>
                  <a:lnTo>
                    <a:pt x="927381" y="1275531"/>
                  </a:lnTo>
                  <a:lnTo>
                    <a:pt x="927375" y="1275524"/>
                  </a:lnTo>
                  <a:lnTo>
                    <a:pt x="927365" y="1275520"/>
                  </a:lnTo>
                  <a:lnTo>
                    <a:pt x="927360" y="1275521"/>
                  </a:lnTo>
                  <a:lnTo>
                    <a:pt x="927354" y="1275522"/>
                  </a:lnTo>
                  <a:lnTo>
                    <a:pt x="927349" y="1275525"/>
                  </a:lnTo>
                  <a:lnTo>
                    <a:pt x="927346" y="1275528"/>
                  </a:lnTo>
                  <a:lnTo>
                    <a:pt x="927332" y="1275541"/>
                  </a:lnTo>
                  <a:lnTo>
                    <a:pt x="927312" y="1275564"/>
                  </a:lnTo>
                  <a:lnTo>
                    <a:pt x="927305" y="1275570"/>
                  </a:lnTo>
                  <a:lnTo>
                    <a:pt x="927291" y="1275581"/>
                  </a:lnTo>
                  <a:lnTo>
                    <a:pt x="927282" y="1275580"/>
                  </a:lnTo>
                  <a:lnTo>
                    <a:pt x="927277" y="1275576"/>
                  </a:lnTo>
                  <a:lnTo>
                    <a:pt x="927267" y="1275561"/>
                  </a:lnTo>
                  <a:lnTo>
                    <a:pt x="927260" y="1275546"/>
                  </a:lnTo>
                  <a:lnTo>
                    <a:pt x="927251" y="1275531"/>
                  </a:lnTo>
                  <a:lnTo>
                    <a:pt x="927244" y="1275517"/>
                  </a:lnTo>
                  <a:lnTo>
                    <a:pt x="927235" y="1275501"/>
                  </a:lnTo>
                  <a:lnTo>
                    <a:pt x="927231" y="1275494"/>
                  </a:lnTo>
                  <a:lnTo>
                    <a:pt x="927224" y="1275490"/>
                  </a:lnTo>
                  <a:lnTo>
                    <a:pt x="927214" y="1275488"/>
                  </a:lnTo>
                  <a:lnTo>
                    <a:pt x="927209" y="1275490"/>
                  </a:lnTo>
                  <a:lnTo>
                    <a:pt x="927195" y="1275500"/>
                  </a:lnTo>
                  <a:lnTo>
                    <a:pt x="927180" y="1275510"/>
                  </a:lnTo>
                  <a:lnTo>
                    <a:pt x="927174" y="1275514"/>
                  </a:lnTo>
                  <a:lnTo>
                    <a:pt x="927166" y="1275516"/>
                  </a:lnTo>
                  <a:lnTo>
                    <a:pt x="927159" y="1275515"/>
                  </a:lnTo>
                  <a:lnTo>
                    <a:pt x="927153" y="1275508"/>
                  </a:lnTo>
                  <a:lnTo>
                    <a:pt x="927151" y="1275501"/>
                  </a:lnTo>
                  <a:lnTo>
                    <a:pt x="927151" y="1275493"/>
                  </a:lnTo>
                  <a:lnTo>
                    <a:pt x="927152" y="1275485"/>
                  </a:lnTo>
                  <a:lnTo>
                    <a:pt x="927155" y="1275476"/>
                  </a:lnTo>
                  <a:lnTo>
                    <a:pt x="927160" y="1275463"/>
                  </a:lnTo>
                  <a:lnTo>
                    <a:pt x="927164" y="1275454"/>
                  </a:lnTo>
                  <a:lnTo>
                    <a:pt x="927182" y="1275430"/>
                  </a:lnTo>
                  <a:lnTo>
                    <a:pt x="927189" y="1275420"/>
                  </a:lnTo>
                  <a:lnTo>
                    <a:pt x="927208" y="1275396"/>
                  </a:lnTo>
                  <a:lnTo>
                    <a:pt x="927213" y="1275389"/>
                  </a:lnTo>
                  <a:lnTo>
                    <a:pt x="927219" y="1275375"/>
                  </a:lnTo>
                  <a:lnTo>
                    <a:pt x="927225" y="1275364"/>
                  </a:lnTo>
                  <a:lnTo>
                    <a:pt x="927232" y="1275339"/>
                  </a:lnTo>
                  <a:lnTo>
                    <a:pt x="927237" y="1275307"/>
                  </a:lnTo>
                  <a:lnTo>
                    <a:pt x="927243" y="1275282"/>
                  </a:lnTo>
                  <a:lnTo>
                    <a:pt x="927253" y="1275263"/>
                  </a:lnTo>
                  <a:lnTo>
                    <a:pt x="927262" y="1275232"/>
                  </a:lnTo>
                  <a:lnTo>
                    <a:pt x="927273" y="1275207"/>
                  </a:lnTo>
                  <a:lnTo>
                    <a:pt x="927290" y="1275172"/>
                  </a:lnTo>
                  <a:lnTo>
                    <a:pt x="927300" y="1275148"/>
                  </a:lnTo>
                  <a:lnTo>
                    <a:pt x="927305" y="1275131"/>
                  </a:lnTo>
                  <a:lnTo>
                    <a:pt x="927313" y="1275117"/>
                  </a:lnTo>
                  <a:lnTo>
                    <a:pt x="927322" y="1275102"/>
                  </a:lnTo>
                  <a:lnTo>
                    <a:pt x="927329" y="1275090"/>
                  </a:lnTo>
                  <a:lnTo>
                    <a:pt x="927328" y="1275075"/>
                  </a:lnTo>
                  <a:lnTo>
                    <a:pt x="927330" y="1275060"/>
                  </a:lnTo>
                  <a:lnTo>
                    <a:pt x="927345" y="1275056"/>
                  </a:lnTo>
                  <a:lnTo>
                    <a:pt x="927350" y="1275052"/>
                  </a:lnTo>
                  <a:lnTo>
                    <a:pt x="927364" y="1275037"/>
                  </a:lnTo>
                  <a:lnTo>
                    <a:pt x="927379" y="1275016"/>
                  </a:lnTo>
                  <a:lnTo>
                    <a:pt x="927388" y="1275000"/>
                  </a:lnTo>
                  <a:lnTo>
                    <a:pt x="927416" y="1274943"/>
                  </a:lnTo>
                  <a:lnTo>
                    <a:pt x="927431" y="1274906"/>
                  </a:lnTo>
                  <a:lnTo>
                    <a:pt x="927437" y="1274883"/>
                  </a:lnTo>
                  <a:lnTo>
                    <a:pt x="927444" y="1274849"/>
                  </a:lnTo>
                  <a:lnTo>
                    <a:pt x="927446" y="1274832"/>
                  </a:lnTo>
                  <a:lnTo>
                    <a:pt x="927445" y="1274817"/>
                  </a:lnTo>
                  <a:lnTo>
                    <a:pt x="927439" y="1274793"/>
                  </a:lnTo>
                  <a:lnTo>
                    <a:pt x="927445" y="1274782"/>
                  </a:lnTo>
                  <a:lnTo>
                    <a:pt x="927453" y="1274772"/>
                  </a:lnTo>
                  <a:lnTo>
                    <a:pt x="927468" y="1274760"/>
                  </a:lnTo>
                  <a:lnTo>
                    <a:pt x="927484" y="1274753"/>
                  </a:lnTo>
                  <a:lnTo>
                    <a:pt x="927499" y="1274749"/>
                  </a:lnTo>
                  <a:lnTo>
                    <a:pt x="927513" y="1274740"/>
                  </a:lnTo>
                  <a:lnTo>
                    <a:pt x="927529" y="1274721"/>
                  </a:lnTo>
                  <a:lnTo>
                    <a:pt x="927542" y="1274702"/>
                  </a:lnTo>
                  <a:lnTo>
                    <a:pt x="927558" y="1274678"/>
                  </a:lnTo>
                  <a:lnTo>
                    <a:pt x="927571" y="1274660"/>
                  </a:lnTo>
                  <a:lnTo>
                    <a:pt x="927584" y="1274636"/>
                  </a:lnTo>
                  <a:lnTo>
                    <a:pt x="927601" y="1274599"/>
                  </a:lnTo>
                  <a:lnTo>
                    <a:pt x="927615" y="1274577"/>
                  </a:lnTo>
                  <a:lnTo>
                    <a:pt x="927634" y="1274554"/>
                  </a:lnTo>
                  <a:lnTo>
                    <a:pt x="927642" y="1274545"/>
                  </a:lnTo>
                  <a:lnTo>
                    <a:pt x="927656" y="1274531"/>
                  </a:lnTo>
                  <a:lnTo>
                    <a:pt x="927664" y="1274505"/>
                  </a:lnTo>
                  <a:lnTo>
                    <a:pt x="927673" y="1274481"/>
                  </a:lnTo>
                  <a:lnTo>
                    <a:pt x="927685" y="1274455"/>
                  </a:lnTo>
                  <a:lnTo>
                    <a:pt x="927695" y="1274445"/>
                  </a:lnTo>
                  <a:lnTo>
                    <a:pt x="927713" y="1274423"/>
                  </a:lnTo>
                  <a:lnTo>
                    <a:pt x="927747" y="1274380"/>
                  </a:lnTo>
                  <a:lnTo>
                    <a:pt x="927768" y="1274350"/>
                  </a:lnTo>
                  <a:lnTo>
                    <a:pt x="927781" y="1274328"/>
                  </a:lnTo>
                  <a:lnTo>
                    <a:pt x="927791" y="1274311"/>
                  </a:lnTo>
                  <a:lnTo>
                    <a:pt x="927793" y="1274289"/>
                  </a:lnTo>
                  <a:lnTo>
                    <a:pt x="927799" y="1274253"/>
                  </a:lnTo>
                  <a:lnTo>
                    <a:pt x="927799" y="1274228"/>
                  </a:lnTo>
                  <a:lnTo>
                    <a:pt x="927803" y="1274209"/>
                  </a:lnTo>
                  <a:lnTo>
                    <a:pt x="927813" y="1274190"/>
                  </a:lnTo>
                  <a:lnTo>
                    <a:pt x="927828" y="1274169"/>
                  </a:lnTo>
                  <a:lnTo>
                    <a:pt x="927843" y="1274154"/>
                  </a:lnTo>
                  <a:lnTo>
                    <a:pt x="927856" y="1274140"/>
                  </a:lnTo>
                  <a:lnTo>
                    <a:pt x="927868" y="1274126"/>
                  </a:lnTo>
                  <a:lnTo>
                    <a:pt x="927873" y="1274111"/>
                  </a:lnTo>
                  <a:lnTo>
                    <a:pt x="927879" y="1274089"/>
                  </a:lnTo>
                  <a:lnTo>
                    <a:pt x="927907" y="1274052"/>
                  </a:lnTo>
                  <a:lnTo>
                    <a:pt x="927919" y="1274028"/>
                  </a:lnTo>
                  <a:lnTo>
                    <a:pt x="927931" y="1274004"/>
                  </a:lnTo>
                  <a:lnTo>
                    <a:pt x="927938" y="1273985"/>
                  </a:lnTo>
                  <a:lnTo>
                    <a:pt x="927939" y="1273973"/>
                  </a:lnTo>
                  <a:lnTo>
                    <a:pt x="927940" y="1273945"/>
                  </a:lnTo>
                  <a:lnTo>
                    <a:pt x="927939" y="1273920"/>
                  </a:lnTo>
                  <a:lnTo>
                    <a:pt x="927946" y="1273890"/>
                  </a:lnTo>
                  <a:lnTo>
                    <a:pt x="927953" y="1273871"/>
                  </a:lnTo>
                  <a:lnTo>
                    <a:pt x="927962" y="1273856"/>
                  </a:lnTo>
                  <a:lnTo>
                    <a:pt x="927970" y="1273839"/>
                  </a:lnTo>
                  <a:lnTo>
                    <a:pt x="927979" y="1273814"/>
                  </a:lnTo>
                  <a:lnTo>
                    <a:pt x="927977" y="1273800"/>
                  </a:lnTo>
                  <a:lnTo>
                    <a:pt x="927971" y="1273788"/>
                  </a:lnTo>
                  <a:lnTo>
                    <a:pt x="927969" y="1273778"/>
                  </a:lnTo>
                  <a:lnTo>
                    <a:pt x="927972" y="1273768"/>
                  </a:lnTo>
                  <a:lnTo>
                    <a:pt x="927978" y="1273756"/>
                  </a:lnTo>
                  <a:lnTo>
                    <a:pt x="927992" y="1273742"/>
                  </a:lnTo>
                  <a:lnTo>
                    <a:pt x="928009" y="1273723"/>
                  </a:lnTo>
                  <a:lnTo>
                    <a:pt x="928025" y="1273701"/>
                  </a:lnTo>
                  <a:lnTo>
                    <a:pt x="928049" y="1273675"/>
                  </a:lnTo>
                  <a:lnTo>
                    <a:pt x="928056" y="1273665"/>
                  </a:lnTo>
                  <a:lnTo>
                    <a:pt x="928067" y="1273649"/>
                  </a:lnTo>
                  <a:lnTo>
                    <a:pt x="928075" y="1273633"/>
                  </a:lnTo>
                  <a:lnTo>
                    <a:pt x="928077" y="1273614"/>
                  </a:lnTo>
                  <a:lnTo>
                    <a:pt x="928080" y="1273586"/>
                  </a:lnTo>
                  <a:lnTo>
                    <a:pt x="928081" y="1273556"/>
                  </a:lnTo>
                  <a:lnTo>
                    <a:pt x="928080" y="1273532"/>
                  </a:lnTo>
                  <a:lnTo>
                    <a:pt x="928082" y="1273527"/>
                  </a:lnTo>
                  <a:lnTo>
                    <a:pt x="928084" y="1273505"/>
                  </a:lnTo>
                  <a:lnTo>
                    <a:pt x="928082" y="1273491"/>
                  </a:lnTo>
                  <a:lnTo>
                    <a:pt x="928079" y="1273477"/>
                  </a:lnTo>
                  <a:lnTo>
                    <a:pt x="928077" y="1273462"/>
                  </a:lnTo>
                  <a:lnTo>
                    <a:pt x="928080" y="1273449"/>
                  </a:lnTo>
                  <a:lnTo>
                    <a:pt x="928089" y="1273420"/>
                  </a:lnTo>
                  <a:lnTo>
                    <a:pt x="928112" y="1273367"/>
                  </a:lnTo>
                  <a:lnTo>
                    <a:pt x="928135" y="1273312"/>
                  </a:lnTo>
                  <a:lnTo>
                    <a:pt x="928167" y="1273235"/>
                  </a:lnTo>
                  <a:lnTo>
                    <a:pt x="928182" y="1273206"/>
                  </a:lnTo>
                  <a:lnTo>
                    <a:pt x="928198" y="1273181"/>
                  </a:lnTo>
                  <a:lnTo>
                    <a:pt x="928203" y="1273164"/>
                  </a:lnTo>
                  <a:lnTo>
                    <a:pt x="928203" y="1273149"/>
                  </a:lnTo>
                  <a:lnTo>
                    <a:pt x="928199" y="1273132"/>
                  </a:lnTo>
                  <a:lnTo>
                    <a:pt x="928190" y="1273114"/>
                  </a:lnTo>
                  <a:lnTo>
                    <a:pt x="928174" y="1273084"/>
                  </a:lnTo>
                  <a:lnTo>
                    <a:pt x="928151" y="1273030"/>
                  </a:lnTo>
                  <a:lnTo>
                    <a:pt x="928153" y="1273002"/>
                  </a:lnTo>
                  <a:lnTo>
                    <a:pt x="928158" y="1272970"/>
                  </a:lnTo>
                  <a:lnTo>
                    <a:pt x="928159" y="1272945"/>
                  </a:lnTo>
                  <a:lnTo>
                    <a:pt x="928164" y="1272920"/>
                  </a:lnTo>
                  <a:lnTo>
                    <a:pt x="928165" y="1272905"/>
                  </a:lnTo>
                  <a:lnTo>
                    <a:pt x="928166" y="1272895"/>
                  </a:lnTo>
                  <a:lnTo>
                    <a:pt x="928173" y="1272870"/>
                  </a:lnTo>
                  <a:lnTo>
                    <a:pt x="928182" y="1272845"/>
                  </a:lnTo>
                  <a:lnTo>
                    <a:pt x="928187" y="1272833"/>
                  </a:lnTo>
                  <a:lnTo>
                    <a:pt x="928197" y="1272819"/>
                  </a:lnTo>
                  <a:lnTo>
                    <a:pt x="928203" y="1272806"/>
                  </a:lnTo>
                  <a:lnTo>
                    <a:pt x="928212" y="1272794"/>
                  </a:lnTo>
                  <a:lnTo>
                    <a:pt x="928239" y="1272759"/>
                  </a:lnTo>
                  <a:lnTo>
                    <a:pt x="928250" y="1272733"/>
                  </a:lnTo>
                  <a:lnTo>
                    <a:pt x="928250" y="1272711"/>
                  </a:lnTo>
                  <a:lnTo>
                    <a:pt x="928212" y="1272660"/>
                  </a:lnTo>
                  <a:lnTo>
                    <a:pt x="928211" y="1272638"/>
                  </a:lnTo>
                  <a:lnTo>
                    <a:pt x="928212" y="1272625"/>
                  </a:lnTo>
                  <a:lnTo>
                    <a:pt x="928209" y="1272613"/>
                  </a:lnTo>
                  <a:lnTo>
                    <a:pt x="928207" y="1272588"/>
                  </a:lnTo>
                  <a:lnTo>
                    <a:pt x="928205" y="1272563"/>
                  </a:lnTo>
                  <a:lnTo>
                    <a:pt x="928206" y="1272479"/>
                  </a:lnTo>
                  <a:lnTo>
                    <a:pt x="928215" y="1272466"/>
                  </a:lnTo>
                  <a:lnTo>
                    <a:pt x="928218" y="1272454"/>
                  </a:lnTo>
                  <a:lnTo>
                    <a:pt x="928233" y="1272432"/>
                  </a:lnTo>
                  <a:lnTo>
                    <a:pt x="928236" y="1272412"/>
                  </a:lnTo>
                  <a:lnTo>
                    <a:pt x="928244" y="1272387"/>
                  </a:lnTo>
                  <a:lnTo>
                    <a:pt x="928256" y="1272361"/>
                  </a:lnTo>
                  <a:lnTo>
                    <a:pt x="928267" y="1272336"/>
                  </a:lnTo>
                  <a:lnTo>
                    <a:pt x="928272" y="1272311"/>
                  </a:lnTo>
                  <a:lnTo>
                    <a:pt x="928273" y="1272286"/>
                  </a:lnTo>
                  <a:lnTo>
                    <a:pt x="928271" y="1272261"/>
                  </a:lnTo>
                  <a:lnTo>
                    <a:pt x="928269" y="1272235"/>
                  </a:lnTo>
                  <a:lnTo>
                    <a:pt x="928258" y="1272211"/>
                  </a:lnTo>
                  <a:lnTo>
                    <a:pt x="928243" y="1272186"/>
                  </a:lnTo>
                  <a:lnTo>
                    <a:pt x="928235" y="1272167"/>
                  </a:lnTo>
                  <a:lnTo>
                    <a:pt x="928235" y="1272161"/>
                  </a:lnTo>
                  <a:lnTo>
                    <a:pt x="928231" y="1272135"/>
                  </a:lnTo>
                  <a:lnTo>
                    <a:pt x="928229" y="1272111"/>
                  </a:lnTo>
                  <a:lnTo>
                    <a:pt x="928226" y="1272085"/>
                  </a:lnTo>
                  <a:lnTo>
                    <a:pt x="928222" y="1272069"/>
                  </a:lnTo>
                  <a:lnTo>
                    <a:pt x="928219" y="1272060"/>
                  </a:lnTo>
                  <a:lnTo>
                    <a:pt x="928218" y="1272035"/>
                  </a:lnTo>
                  <a:lnTo>
                    <a:pt x="928216" y="1272010"/>
                  </a:lnTo>
                  <a:lnTo>
                    <a:pt x="928220" y="1271985"/>
                  </a:lnTo>
                  <a:lnTo>
                    <a:pt x="928234" y="1271965"/>
                  </a:lnTo>
                  <a:lnTo>
                    <a:pt x="928257" y="1271943"/>
                  </a:lnTo>
                  <a:lnTo>
                    <a:pt x="928278" y="1271915"/>
                  </a:lnTo>
                  <a:lnTo>
                    <a:pt x="928287" y="1271906"/>
                  </a:lnTo>
                  <a:lnTo>
                    <a:pt x="928297" y="1271899"/>
                  </a:lnTo>
                  <a:lnTo>
                    <a:pt x="928309" y="1271890"/>
                  </a:lnTo>
                  <a:lnTo>
                    <a:pt x="928308" y="1271882"/>
                  </a:lnTo>
                  <a:lnTo>
                    <a:pt x="928311" y="1271870"/>
                  </a:lnTo>
                  <a:lnTo>
                    <a:pt x="928311" y="1271860"/>
                  </a:lnTo>
                  <a:lnTo>
                    <a:pt x="928315" y="1271845"/>
                  </a:lnTo>
                  <a:lnTo>
                    <a:pt x="928319" y="1271835"/>
                  </a:lnTo>
                  <a:lnTo>
                    <a:pt x="928328" y="1271822"/>
                  </a:lnTo>
                  <a:lnTo>
                    <a:pt x="928349" y="1271801"/>
                  </a:lnTo>
                  <a:lnTo>
                    <a:pt x="928355" y="1271788"/>
                  </a:lnTo>
                  <a:lnTo>
                    <a:pt x="928357" y="1271776"/>
                  </a:lnTo>
                  <a:lnTo>
                    <a:pt x="928356" y="1271762"/>
                  </a:lnTo>
                  <a:lnTo>
                    <a:pt x="928353" y="1271751"/>
                  </a:lnTo>
                  <a:lnTo>
                    <a:pt x="928351" y="1271726"/>
                  </a:lnTo>
                  <a:lnTo>
                    <a:pt x="928353" y="1271701"/>
                  </a:lnTo>
                  <a:lnTo>
                    <a:pt x="928356" y="1271675"/>
                  </a:lnTo>
                  <a:lnTo>
                    <a:pt x="928359" y="1271651"/>
                  </a:lnTo>
                  <a:lnTo>
                    <a:pt x="928360" y="1271625"/>
                  </a:lnTo>
                  <a:lnTo>
                    <a:pt x="928356" y="1271600"/>
                  </a:lnTo>
                  <a:lnTo>
                    <a:pt x="928355" y="1271575"/>
                  </a:lnTo>
                  <a:lnTo>
                    <a:pt x="928351" y="1271563"/>
                  </a:lnTo>
                  <a:lnTo>
                    <a:pt x="928351" y="1271550"/>
                  </a:lnTo>
                  <a:lnTo>
                    <a:pt x="928354" y="1271525"/>
                  </a:lnTo>
                  <a:lnTo>
                    <a:pt x="928355" y="1271500"/>
                  </a:lnTo>
                  <a:lnTo>
                    <a:pt x="928355" y="1271475"/>
                  </a:lnTo>
                  <a:lnTo>
                    <a:pt x="928355" y="1271456"/>
                  </a:lnTo>
                  <a:lnTo>
                    <a:pt x="928352" y="1271450"/>
                  </a:lnTo>
                  <a:lnTo>
                    <a:pt x="928348" y="1271424"/>
                  </a:lnTo>
                  <a:lnTo>
                    <a:pt x="928346" y="1271400"/>
                  </a:lnTo>
                  <a:lnTo>
                    <a:pt x="928343" y="1271384"/>
                  </a:lnTo>
                  <a:lnTo>
                    <a:pt x="928345" y="1271374"/>
                  </a:lnTo>
                  <a:lnTo>
                    <a:pt x="928352" y="1271349"/>
                  </a:lnTo>
                  <a:lnTo>
                    <a:pt x="928352" y="1271337"/>
                  </a:lnTo>
                  <a:lnTo>
                    <a:pt x="928356" y="1271326"/>
                  </a:lnTo>
                  <a:lnTo>
                    <a:pt x="928365" y="1271312"/>
                  </a:lnTo>
                  <a:lnTo>
                    <a:pt x="928378" y="1271302"/>
                  </a:lnTo>
                  <a:lnTo>
                    <a:pt x="928387" y="1271292"/>
                  </a:lnTo>
                  <a:lnTo>
                    <a:pt x="928392" y="1271277"/>
                  </a:lnTo>
                  <a:lnTo>
                    <a:pt x="928393" y="1271252"/>
                  </a:lnTo>
                  <a:lnTo>
                    <a:pt x="928390" y="1271226"/>
                  </a:lnTo>
                  <a:lnTo>
                    <a:pt x="928385" y="1271201"/>
                  </a:lnTo>
                  <a:lnTo>
                    <a:pt x="928383" y="1271176"/>
                  </a:lnTo>
                  <a:lnTo>
                    <a:pt x="928390" y="1271131"/>
                  </a:lnTo>
                  <a:lnTo>
                    <a:pt x="928398" y="1271119"/>
                  </a:lnTo>
                  <a:lnTo>
                    <a:pt x="928400" y="1271086"/>
                  </a:lnTo>
                  <a:lnTo>
                    <a:pt x="928388" y="1271061"/>
                  </a:lnTo>
                  <a:lnTo>
                    <a:pt x="928383" y="1271036"/>
                  </a:lnTo>
                  <a:lnTo>
                    <a:pt x="928381" y="1271016"/>
                  </a:lnTo>
                  <a:lnTo>
                    <a:pt x="928378" y="1271011"/>
                  </a:lnTo>
                  <a:lnTo>
                    <a:pt x="928375" y="1270986"/>
                  </a:lnTo>
                  <a:lnTo>
                    <a:pt x="928379" y="1270960"/>
                  </a:lnTo>
                  <a:lnTo>
                    <a:pt x="928382" y="1270935"/>
                  </a:lnTo>
                  <a:lnTo>
                    <a:pt x="928383" y="1270925"/>
                  </a:lnTo>
                  <a:lnTo>
                    <a:pt x="928382" y="1270920"/>
                  </a:lnTo>
                  <a:lnTo>
                    <a:pt x="928375" y="1270910"/>
                  </a:lnTo>
                  <a:lnTo>
                    <a:pt x="928367" y="1270897"/>
                  </a:lnTo>
                  <a:lnTo>
                    <a:pt x="928367" y="1270885"/>
                  </a:lnTo>
                  <a:lnTo>
                    <a:pt x="928373" y="1270860"/>
                  </a:lnTo>
                  <a:lnTo>
                    <a:pt x="928375" y="1270842"/>
                  </a:lnTo>
                  <a:lnTo>
                    <a:pt x="928376" y="1270828"/>
                  </a:lnTo>
                  <a:lnTo>
                    <a:pt x="928381" y="1270803"/>
                  </a:lnTo>
                  <a:lnTo>
                    <a:pt x="928384" y="1270778"/>
                  </a:lnTo>
                  <a:lnTo>
                    <a:pt x="928388" y="1270753"/>
                  </a:lnTo>
                  <a:lnTo>
                    <a:pt x="928393" y="1270728"/>
                  </a:lnTo>
                  <a:lnTo>
                    <a:pt x="928399" y="1270702"/>
                  </a:lnTo>
                  <a:lnTo>
                    <a:pt x="928404" y="1270687"/>
                  </a:lnTo>
                  <a:lnTo>
                    <a:pt x="928404" y="1270677"/>
                  </a:lnTo>
                  <a:lnTo>
                    <a:pt x="928410" y="1270652"/>
                  </a:lnTo>
                  <a:lnTo>
                    <a:pt x="928413" y="1270631"/>
                  </a:lnTo>
                  <a:lnTo>
                    <a:pt x="928414" y="1270622"/>
                  </a:lnTo>
                  <a:lnTo>
                    <a:pt x="928421" y="1270602"/>
                  </a:lnTo>
                  <a:lnTo>
                    <a:pt x="928430" y="1270580"/>
                  </a:lnTo>
                  <a:lnTo>
                    <a:pt x="928446" y="1270521"/>
                  </a:lnTo>
                  <a:lnTo>
                    <a:pt x="928447" y="1270492"/>
                  </a:lnTo>
                  <a:lnTo>
                    <a:pt x="928445" y="1270482"/>
                  </a:lnTo>
                  <a:lnTo>
                    <a:pt x="928442" y="1270471"/>
                  </a:lnTo>
                  <a:lnTo>
                    <a:pt x="928441" y="1270465"/>
                  </a:lnTo>
                  <a:lnTo>
                    <a:pt x="928443" y="1270451"/>
                  </a:lnTo>
                  <a:lnTo>
                    <a:pt x="928445" y="1270436"/>
                  </a:lnTo>
                  <a:lnTo>
                    <a:pt x="928445" y="1270421"/>
                  </a:lnTo>
                  <a:lnTo>
                    <a:pt x="928454" y="1270410"/>
                  </a:lnTo>
                  <a:lnTo>
                    <a:pt x="928462" y="1270407"/>
                  </a:lnTo>
                  <a:lnTo>
                    <a:pt x="928481" y="1270384"/>
                  </a:lnTo>
                  <a:lnTo>
                    <a:pt x="928494" y="1270360"/>
                  </a:lnTo>
                  <a:lnTo>
                    <a:pt x="928505" y="1270341"/>
                  </a:lnTo>
                  <a:lnTo>
                    <a:pt x="928513" y="1270320"/>
                  </a:lnTo>
                  <a:lnTo>
                    <a:pt x="928522" y="1270294"/>
                  </a:lnTo>
                  <a:lnTo>
                    <a:pt x="928524" y="1270286"/>
                  </a:lnTo>
                  <a:lnTo>
                    <a:pt x="928525" y="1270272"/>
                  </a:lnTo>
                  <a:lnTo>
                    <a:pt x="928528" y="1270260"/>
                  </a:lnTo>
                  <a:lnTo>
                    <a:pt x="928530" y="1270251"/>
                  </a:lnTo>
                  <a:lnTo>
                    <a:pt x="928525" y="1270194"/>
                  </a:lnTo>
                  <a:lnTo>
                    <a:pt x="928523" y="1270169"/>
                  </a:lnTo>
                  <a:lnTo>
                    <a:pt x="928523" y="1270143"/>
                  </a:lnTo>
                  <a:lnTo>
                    <a:pt x="928516" y="1270119"/>
                  </a:lnTo>
                  <a:lnTo>
                    <a:pt x="928511" y="1270105"/>
                  </a:lnTo>
                  <a:lnTo>
                    <a:pt x="928503" y="1270093"/>
                  </a:lnTo>
                  <a:lnTo>
                    <a:pt x="928498" y="1270088"/>
                  </a:lnTo>
                  <a:lnTo>
                    <a:pt x="928478" y="1270079"/>
                  </a:lnTo>
                  <a:lnTo>
                    <a:pt x="928472" y="1270070"/>
                  </a:lnTo>
                  <a:lnTo>
                    <a:pt x="928478" y="1270042"/>
                  </a:lnTo>
                  <a:lnTo>
                    <a:pt x="928479" y="1270017"/>
                  </a:lnTo>
                  <a:lnTo>
                    <a:pt x="928476" y="1269992"/>
                  </a:lnTo>
                  <a:lnTo>
                    <a:pt x="928472" y="1269966"/>
                  </a:lnTo>
                  <a:lnTo>
                    <a:pt x="928467" y="1269942"/>
                  </a:lnTo>
                  <a:lnTo>
                    <a:pt x="928462" y="1269916"/>
                  </a:lnTo>
                  <a:lnTo>
                    <a:pt x="928457" y="1269892"/>
                  </a:lnTo>
                  <a:lnTo>
                    <a:pt x="928452" y="1269866"/>
                  </a:lnTo>
                  <a:lnTo>
                    <a:pt x="928442" y="1269841"/>
                  </a:lnTo>
                  <a:lnTo>
                    <a:pt x="928437" y="1269816"/>
                  </a:lnTo>
                  <a:lnTo>
                    <a:pt x="928438" y="1269799"/>
                  </a:lnTo>
                  <a:lnTo>
                    <a:pt x="928441" y="1269788"/>
                  </a:lnTo>
                  <a:lnTo>
                    <a:pt x="928445" y="1269778"/>
                  </a:lnTo>
                  <a:lnTo>
                    <a:pt x="928465" y="1269742"/>
                  </a:lnTo>
                  <a:lnTo>
                    <a:pt x="928466" y="1269717"/>
                  </a:lnTo>
                  <a:lnTo>
                    <a:pt x="928465" y="1269707"/>
                  </a:lnTo>
                  <a:lnTo>
                    <a:pt x="928457" y="1269692"/>
                  </a:lnTo>
                  <a:lnTo>
                    <a:pt x="928449" y="1269684"/>
                  </a:lnTo>
                  <a:lnTo>
                    <a:pt x="928439" y="1269669"/>
                  </a:lnTo>
                  <a:lnTo>
                    <a:pt x="928437" y="1269660"/>
                  </a:lnTo>
                  <a:lnTo>
                    <a:pt x="928438" y="1269642"/>
                  </a:lnTo>
                  <a:lnTo>
                    <a:pt x="928442" y="1269630"/>
                  </a:lnTo>
                  <a:lnTo>
                    <a:pt x="928491" y="1269580"/>
                  </a:lnTo>
                  <a:lnTo>
                    <a:pt x="928499" y="1269564"/>
                  </a:lnTo>
                  <a:lnTo>
                    <a:pt x="928515" y="1269539"/>
                  </a:lnTo>
                  <a:lnTo>
                    <a:pt x="928526" y="1269514"/>
                  </a:lnTo>
                  <a:lnTo>
                    <a:pt x="928537" y="1269489"/>
                  </a:lnTo>
                  <a:lnTo>
                    <a:pt x="928543" y="1269464"/>
                  </a:lnTo>
                  <a:lnTo>
                    <a:pt x="928546" y="1269439"/>
                  </a:lnTo>
                  <a:lnTo>
                    <a:pt x="928549" y="1269413"/>
                  </a:lnTo>
                  <a:lnTo>
                    <a:pt x="928555" y="1269388"/>
                  </a:lnTo>
                  <a:lnTo>
                    <a:pt x="928565" y="1269363"/>
                  </a:lnTo>
                  <a:lnTo>
                    <a:pt x="928569" y="1269338"/>
                  </a:lnTo>
                  <a:lnTo>
                    <a:pt x="928572" y="1269313"/>
                  </a:lnTo>
                  <a:lnTo>
                    <a:pt x="928572" y="1269304"/>
                  </a:lnTo>
                  <a:lnTo>
                    <a:pt x="928572" y="1269287"/>
                  </a:lnTo>
                  <a:lnTo>
                    <a:pt x="928570" y="1269262"/>
                  </a:lnTo>
                  <a:lnTo>
                    <a:pt x="928565" y="1269237"/>
                  </a:lnTo>
                  <a:lnTo>
                    <a:pt x="928558" y="1269212"/>
                  </a:lnTo>
                  <a:lnTo>
                    <a:pt x="928553" y="1269187"/>
                  </a:lnTo>
                  <a:lnTo>
                    <a:pt x="928551" y="1269182"/>
                  </a:lnTo>
                  <a:lnTo>
                    <a:pt x="928553" y="1269162"/>
                  </a:lnTo>
                  <a:lnTo>
                    <a:pt x="928557" y="1269137"/>
                  </a:lnTo>
                  <a:lnTo>
                    <a:pt x="928562" y="1269112"/>
                  </a:lnTo>
                  <a:lnTo>
                    <a:pt x="928562" y="1269100"/>
                  </a:lnTo>
                  <a:lnTo>
                    <a:pt x="928558" y="1269075"/>
                  </a:lnTo>
                  <a:lnTo>
                    <a:pt x="928543" y="1269023"/>
                  </a:lnTo>
                  <a:lnTo>
                    <a:pt x="928530" y="1268998"/>
                  </a:lnTo>
                  <a:lnTo>
                    <a:pt x="928511" y="1268973"/>
                  </a:lnTo>
                  <a:lnTo>
                    <a:pt x="928506" y="1268965"/>
                  </a:lnTo>
                  <a:lnTo>
                    <a:pt x="928502" y="1268958"/>
                  </a:lnTo>
                  <a:lnTo>
                    <a:pt x="928502" y="1268948"/>
                  </a:lnTo>
                  <a:lnTo>
                    <a:pt x="928502" y="1268942"/>
                  </a:lnTo>
                  <a:lnTo>
                    <a:pt x="928508" y="1268923"/>
                  </a:lnTo>
                  <a:lnTo>
                    <a:pt x="928528" y="1268899"/>
                  </a:lnTo>
                  <a:lnTo>
                    <a:pt x="928544" y="1268886"/>
                  </a:lnTo>
                  <a:lnTo>
                    <a:pt x="928545" y="1268881"/>
                  </a:lnTo>
                  <a:lnTo>
                    <a:pt x="928544" y="1268864"/>
                  </a:lnTo>
                  <a:lnTo>
                    <a:pt x="928541" y="1268839"/>
                  </a:lnTo>
                  <a:lnTo>
                    <a:pt x="928540" y="1268833"/>
                  </a:lnTo>
                  <a:lnTo>
                    <a:pt x="928541" y="1268814"/>
                  </a:lnTo>
                  <a:lnTo>
                    <a:pt x="928541" y="1268807"/>
                  </a:lnTo>
                  <a:lnTo>
                    <a:pt x="928543" y="1268799"/>
                  </a:lnTo>
                  <a:lnTo>
                    <a:pt x="928550" y="1268787"/>
                  </a:lnTo>
                  <a:lnTo>
                    <a:pt x="928557" y="1268780"/>
                  </a:lnTo>
                  <a:lnTo>
                    <a:pt x="928572" y="1268775"/>
                  </a:lnTo>
                  <a:lnTo>
                    <a:pt x="928596" y="1268768"/>
                  </a:lnTo>
                  <a:lnTo>
                    <a:pt x="928607" y="1268760"/>
                  </a:lnTo>
                  <a:lnTo>
                    <a:pt x="928613" y="1268746"/>
                  </a:lnTo>
                  <a:lnTo>
                    <a:pt x="928621" y="1268721"/>
                  </a:lnTo>
                  <a:lnTo>
                    <a:pt x="928630" y="1268696"/>
                  </a:lnTo>
                  <a:lnTo>
                    <a:pt x="928635" y="1268688"/>
                  </a:lnTo>
                  <a:lnTo>
                    <a:pt x="928637" y="1268680"/>
                  </a:lnTo>
                  <a:lnTo>
                    <a:pt x="928641" y="1268671"/>
                  </a:lnTo>
                  <a:lnTo>
                    <a:pt x="928649" y="1268646"/>
                  </a:lnTo>
                  <a:lnTo>
                    <a:pt x="928655" y="1268620"/>
                  </a:lnTo>
                  <a:lnTo>
                    <a:pt x="928659" y="1268612"/>
                  </a:lnTo>
                  <a:lnTo>
                    <a:pt x="928673" y="1268595"/>
                  </a:lnTo>
                  <a:lnTo>
                    <a:pt x="928697" y="1268581"/>
                  </a:lnTo>
                  <a:lnTo>
                    <a:pt x="928723" y="1268573"/>
                  </a:lnTo>
                  <a:lnTo>
                    <a:pt x="928745" y="1268558"/>
                  </a:lnTo>
                  <a:lnTo>
                    <a:pt x="928766" y="1268532"/>
                  </a:lnTo>
                  <a:lnTo>
                    <a:pt x="928776" y="1268518"/>
                  </a:lnTo>
                  <a:lnTo>
                    <a:pt x="928778" y="1268510"/>
                  </a:lnTo>
                  <a:lnTo>
                    <a:pt x="928778" y="1268503"/>
                  </a:lnTo>
                  <a:lnTo>
                    <a:pt x="928771" y="1268445"/>
                  </a:lnTo>
                  <a:lnTo>
                    <a:pt x="928775" y="1268420"/>
                  </a:lnTo>
                  <a:lnTo>
                    <a:pt x="928774" y="1268407"/>
                  </a:lnTo>
                  <a:lnTo>
                    <a:pt x="928768" y="1268395"/>
                  </a:lnTo>
                  <a:lnTo>
                    <a:pt x="928753" y="1268370"/>
                  </a:lnTo>
                  <a:lnTo>
                    <a:pt x="928732" y="1268348"/>
                  </a:lnTo>
                  <a:lnTo>
                    <a:pt x="928728" y="1268345"/>
                  </a:lnTo>
                  <a:lnTo>
                    <a:pt x="928730" y="1268326"/>
                  </a:lnTo>
                  <a:lnTo>
                    <a:pt x="928738" y="1268307"/>
                  </a:lnTo>
                  <a:lnTo>
                    <a:pt x="928738" y="1268295"/>
                  </a:lnTo>
                  <a:lnTo>
                    <a:pt x="928747" y="1268281"/>
                  </a:lnTo>
                  <a:lnTo>
                    <a:pt x="928750" y="1268264"/>
                  </a:lnTo>
                  <a:lnTo>
                    <a:pt x="928747" y="1268243"/>
                  </a:lnTo>
                  <a:lnTo>
                    <a:pt x="928731" y="1268214"/>
                  </a:lnTo>
                  <a:lnTo>
                    <a:pt x="928726" y="1268209"/>
                  </a:lnTo>
                  <a:lnTo>
                    <a:pt x="928706" y="1268200"/>
                  </a:lnTo>
                  <a:lnTo>
                    <a:pt x="928682" y="1268185"/>
                  </a:lnTo>
                  <a:lnTo>
                    <a:pt x="928672" y="1268173"/>
                  </a:lnTo>
                  <a:lnTo>
                    <a:pt x="928670" y="1268160"/>
                  </a:lnTo>
                  <a:lnTo>
                    <a:pt x="928672" y="1268136"/>
                  </a:lnTo>
                  <a:lnTo>
                    <a:pt x="928683" y="1268108"/>
                  </a:lnTo>
                  <a:lnTo>
                    <a:pt x="928684" y="1268083"/>
                  </a:lnTo>
                  <a:lnTo>
                    <a:pt x="928682" y="1268071"/>
                  </a:lnTo>
                  <a:lnTo>
                    <a:pt x="928677" y="1268058"/>
                  </a:lnTo>
                  <a:lnTo>
                    <a:pt x="928674" y="1268032"/>
                  </a:lnTo>
                  <a:lnTo>
                    <a:pt x="928669" y="1268008"/>
                  </a:lnTo>
                  <a:lnTo>
                    <a:pt x="928667" y="1267982"/>
                  </a:lnTo>
                  <a:lnTo>
                    <a:pt x="928662" y="1267957"/>
                  </a:lnTo>
                  <a:lnTo>
                    <a:pt x="928660" y="1267932"/>
                  </a:lnTo>
                  <a:lnTo>
                    <a:pt x="928663" y="1267919"/>
                  </a:lnTo>
                  <a:lnTo>
                    <a:pt x="928669" y="1267907"/>
                  </a:lnTo>
                  <a:lnTo>
                    <a:pt x="928676" y="1267902"/>
                  </a:lnTo>
                  <a:lnTo>
                    <a:pt x="928684" y="1267897"/>
                  </a:lnTo>
                  <a:lnTo>
                    <a:pt x="928692" y="1267893"/>
                  </a:lnTo>
                  <a:lnTo>
                    <a:pt x="928701" y="1267891"/>
                  </a:lnTo>
                  <a:lnTo>
                    <a:pt x="928717" y="1267892"/>
                  </a:lnTo>
                  <a:lnTo>
                    <a:pt x="928742" y="1267891"/>
                  </a:lnTo>
                  <a:lnTo>
                    <a:pt x="928755" y="1267891"/>
                  </a:lnTo>
                  <a:lnTo>
                    <a:pt x="928766" y="1267887"/>
                  </a:lnTo>
                  <a:lnTo>
                    <a:pt x="928790" y="1267882"/>
                  </a:lnTo>
                  <a:lnTo>
                    <a:pt x="928800" y="1267876"/>
                  </a:lnTo>
                  <a:lnTo>
                    <a:pt x="928798" y="1267862"/>
                  </a:lnTo>
                  <a:lnTo>
                    <a:pt x="928794" y="1267854"/>
                  </a:lnTo>
                  <a:lnTo>
                    <a:pt x="928789" y="1267846"/>
                  </a:lnTo>
                  <a:lnTo>
                    <a:pt x="928782" y="1267839"/>
                  </a:lnTo>
                  <a:lnTo>
                    <a:pt x="928762" y="1267814"/>
                  </a:lnTo>
                  <a:lnTo>
                    <a:pt x="928741" y="1267789"/>
                  </a:lnTo>
                  <a:lnTo>
                    <a:pt x="928734" y="1267781"/>
                  </a:lnTo>
                  <a:lnTo>
                    <a:pt x="928721" y="1267771"/>
                  </a:lnTo>
                  <a:lnTo>
                    <a:pt x="928711" y="1267764"/>
                  </a:lnTo>
                  <a:lnTo>
                    <a:pt x="928702" y="1267762"/>
                  </a:lnTo>
                  <a:lnTo>
                    <a:pt x="928695" y="1267758"/>
                  </a:lnTo>
                  <a:lnTo>
                    <a:pt x="928692" y="1267753"/>
                  </a:lnTo>
                  <a:lnTo>
                    <a:pt x="928687" y="1267738"/>
                  </a:lnTo>
                  <a:lnTo>
                    <a:pt x="928685" y="1267718"/>
                  </a:lnTo>
                  <a:lnTo>
                    <a:pt x="928690" y="1267693"/>
                  </a:lnTo>
                  <a:lnTo>
                    <a:pt x="928693" y="1267667"/>
                  </a:lnTo>
                  <a:lnTo>
                    <a:pt x="928696" y="1267642"/>
                  </a:lnTo>
                  <a:lnTo>
                    <a:pt x="928694" y="1267617"/>
                  </a:lnTo>
                  <a:lnTo>
                    <a:pt x="928692" y="1267592"/>
                  </a:lnTo>
                  <a:lnTo>
                    <a:pt x="928688" y="1267567"/>
                  </a:lnTo>
                  <a:lnTo>
                    <a:pt x="928688" y="1267542"/>
                  </a:lnTo>
                  <a:lnTo>
                    <a:pt x="928690" y="1267517"/>
                  </a:lnTo>
                  <a:lnTo>
                    <a:pt x="928692" y="1267492"/>
                  </a:lnTo>
                  <a:lnTo>
                    <a:pt x="928692" y="1267485"/>
                  </a:lnTo>
                  <a:lnTo>
                    <a:pt x="928690" y="1267408"/>
                  </a:lnTo>
                  <a:lnTo>
                    <a:pt x="928695" y="1267383"/>
                  </a:lnTo>
                  <a:lnTo>
                    <a:pt x="928696" y="1267374"/>
                  </a:lnTo>
                  <a:lnTo>
                    <a:pt x="928695" y="1267358"/>
                  </a:lnTo>
                  <a:lnTo>
                    <a:pt x="928694" y="1267344"/>
                  </a:lnTo>
                  <a:lnTo>
                    <a:pt x="928691" y="1267332"/>
                  </a:lnTo>
                  <a:lnTo>
                    <a:pt x="928686" y="1267308"/>
                  </a:lnTo>
                  <a:lnTo>
                    <a:pt x="928683" y="1267301"/>
                  </a:lnTo>
                  <a:lnTo>
                    <a:pt x="928684" y="1267282"/>
                  </a:lnTo>
                  <a:lnTo>
                    <a:pt x="928690" y="1267257"/>
                  </a:lnTo>
                  <a:lnTo>
                    <a:pt x="928688" y="1267232"/>
                  </a:lnTo>
                  <a:lnTo>
                    <a:pt x="928682" y="1267207"/>
                  </a:lnTo>
                  <a:lnTo>
                    <a:pt x="928680" y="1267177"/>
                  </a:lnTo>
                  <a:lnTo>
                    <a:pt x="928686" y="1267164"/>
                  </a:lnTo>
                  <a:lnTo>
                    <a:pt x="928689" y="1267118"/>
                  </a:lnTo>
                  <a:lnTo>
                    <a:pt x="928690" y="1267107"/>
                  </a:lnTo>
                  <a:lnTo>
                    <a:pt x="928688" y="1267093"/>
                  </a:lnTo>
                  <a:lnTo>
                    <a:pt x="928685" y="1267068"/>
                  </a:lnTo>
                  <a:lnTo>
                    <a:pt x="928682" y="1267043"/>
                  </a:lnTo>
                  <a:lnTo>
                    <a:pt x="928673" y="1267018"/>
                  </a:lnTo>
                  <a:lnTo>
                    <a:pt x="928667" y="1266993"/>
                  </a:lnTo>
                  <a:lnTo>
                    <a:pt x="928663" y="1266980"/>
                  </a:lnTo>
                  <a:lnTo>
                    <a:pt x="928657" y="1266968"/>
                  </a:lnTo>
                  <a:lnTo>
                    <a:pt x="928644" y="1266943"/>
                  </a:lnTo>
                  <a:lnTo>
                    <a:pt x="928630" y="1266928"/>
                  </a:lnTo>
                  <a:lnTo>
                    <a:pt x="928633" y="1266916"/>
                  </a:lnTo>
                  <a:lnTo>
                    <a:pt x="928642" y="1266908"/>
                  </a:lnTo>
                  <a:lnTo>
                    <a:pt x="928651" y="1266903"/>
                  </a:lnTo>
                  <a:lnTo>
                    <a:pt x="928658" y="1266895"/>
                  </a:lnTo>
                  <a:lnTo>
                    <a:pt x="928662" y="1266884"/>
                  </a:lnTo>
                  <a:lnTo>
                    <a:pt x="928665" y="1266867"/>
                  </a:lnTo>
                  <a:lnTo>
                    <a:pt x="928667" y="1266842"/>
                  </a:lnTo>
                  <a:lnTo>
                    <a:pt x="928673" y="1266817"/>
                  </a:lnTo>
                  <a:lnTo>
                    <a:pt x="928675" y="1266804"/>
                  </a:lnTo>
                  <a:lnTo>
                    <a:pt x="928679" y="1266792"/>
                  </a:lnTo>
                  <a:lnTo>
                    <a:pt x="928687" y="1266767"/>
                  </a:lnTo>
                  <a:lnTo>
                    <a:pt x="928691" y="1266742"/>
                  </a:lnTo>
                  <a:lnTo>
                    <a:pt x="928690" y="1266731"/>
                  </a:lnTo>
                  <a:lnTo>
                    <a:pt x="928688" y="1266727"/>
                  </a:lnTo>
                  <a:lnTo>
                    <a:pt x="928678" y="1266718"/>
                  </a:lnTo>
                  <a:lnTo>
                    <a:pt x="928654" y="1266700"/>
                  </a:lnTo>
                  <a:lnTo>
                    <a:pt x="928648" y="1266699"/>
                  </a:lnTo>
                  <a:lnTo>
                    <a:pt x="928630" y="1266685"/>
                  </a:lnTo>
                  <a:lnTo>
                    <a:pt x="928625" y="1266680"/>
                  </a:lnTo>
                  <a:lnTo>
                    <a:pt x="928615" y="1266660"/>
                  </a:lnTo>
                  <a:lnTo>
                    <a:pt x="928605" y="1266635"/>
                  </a:lnTo>
                  <a:lnTo>
                    <a:pt x="928597" y="1266610"/>
                  </a:lnTo>
                  <a:lnTo>
                    <a:pt x="928593" y="1266585"/>
                  </a:lnTo>
                  <a:lnTo>
                    <a:pt x="928596" y="1266572"/>
                  </a:lnTo>
                  <a:lnTo>
                    <a:pt x="928603" y="1266560"/>
                  </a:lnTo>
                  <a:lnTo>
                    <a:pt x="928614" y="1266542"/>
                  </a:lnTo>
                  <a:lnTo>
                    <a:pt x="928615" y="1266535"/>
                  </a:lnTo>
                  <a:lnTo>
                    <a:pt x="928628" y="1266509"/>
                  </a:lnTo>
                  <a:lnTo>
                    <a:pt x="928640" y="1266484"/>
                  </a:lnTo>
                  <a:lnTo>
                    <a:pt x="928650" y="1266459"/>
                  </a:lnTo>
                  <a:lnTo>
                    <a:pt x="928654" y="1266434"/>
                  </a:lnTo>
                  <a:lnTo>
                    <a:pt x="928654" y="1266409"/>
                  </a:lnTo>
                  <a:lnTo>
                    <a:pt x="928654" y="1266384"/>
                  </a:lnTo>
                  <a:lnTo>
                    <a:pt x="928655" y="1266359"/>
                  </a:lnTo>
                  <a:lnTo>
                    <a:pt x="928659" y="1266347"/>
                  </a:lnTo>
                  <a:lnTo>
                    <a:pt x="928658" y="1266334"/>
                  </a:lnTo>
                  <a:lnTo>
                    <a:pt x="928657" y="1266308"/>
                  </a:lnTo>
                  <a:lnTo>
                    <a:pt x="928654" y="1266283"/>
                  </a:lnTo>
                  <a:lnTo>
                    <a:pt x="928654" y="1266258"/>
                  </a:lnTo>
                  <a:lnTo>
                    <a:pt x="928656" y="1266233"/>
                  </a:lnTo>
                  <a:lnTo>
                    <a:pt x="928657" y="1266226"/>
                  </a:lnTo>
                  <a:lnTo>
                    <a:pt x="928672" y="1266208"/>
                  </a:lnTo>
                  <a:lnTo>
                    <a:pt x="928683" y="1266199"/>
                  </a:lnTo>
                  <a:lnTo>
                    <a:pt x="928696" y="1266194"/>
                  </a:lnTo>
                  <a:lnTo>
                    <a:pt x="928720" y="1266189"/>
                  </a:lnTo>
                  <a:lnTo>
                    <a:pt x="928726" y="1266187"/>
                  </a:lnTo>
                  <a:lnTo>
                    <a:pt x="928734" y="1266184"/>
                  </a:lnTo>
                  <a:lnTo>
                    <a:pt x="928742" y="1266175"/>
                  </a:lnTo>
                  <a:lnTo>
                    <a:pt x="928746" y="1266170"/>
                  </a:lnTo>
                  <a:lnTo>
                    <a:pt x="928752" y="1266163"/>
                  </a:lnTo>
                  <a:lnTo>
                    <a:pt x="928766" y="1266158"/>
                  </a:lnTo>
                  <a:lnTo>
                    <a:pt x="928784" y="1266148"/>
                  </a:lnTo>
                  <a:lnTo>
                    <a:pt x="928834" y="1266122"/>
                  </a:lnTo>
                  <a:lnTo>
                    <a:pt x="928866" y="1266105"/>
                  </a:lnTo>
                  <a:lnTo>
                    <a:pt x="928885" y="1266082"/>
                  </a:lnTo>
                  <a:lnTo>
                    <a:pt x="928898" y="1266046"/>
                  </a:lnTo>
                  <a:lnTo>
                    <a:pt x="928907" y="1266018"/>
                  </a:lnTo>
                  <a:lnTo>
                    <a:pt x="928918" y="1265997"/>
                  </a:lnTo>
                  <a:lnTo>
                    <a:pt x="928921" y="1265973"/>
                  </a:lnTo>
                  <a:lnTo>
                    <a:pt x="928921" y="1265947"/>
                  </a:lnTo>
                  <a:lnTo>
                    <a:pt x="928912" y="1265926"/>
                  </a:lnTo>
                  <a:lnTo>
                    <a:pt x="928900" y="1265907"/>
                  </a:lnTo>
                  <a:lnTo>
                    <a:pt x="928875" y="1265896"/>
                  </a:lnTo>
                  <a:lnTo>
                    <a:pt x="928850" y="1265881"/>
                  </a:lnTo>
                  <a:lnTo>
                    <a:pt x="928826" y="1265866"/>
                  </a:lnTo>
                  <a:lnTo>
                    <a:pt x="928820" y="1265863"/>
                  </a:lnTo>
                  <a:lnTo>
                    <a:pt x="928802" y="1265845"/>
                  </a:lnTo>
                  <a:lnTo>
                    <a:pt x="928797" y="1265835"/>
                  </a:lnTo>
                  <a:lnTo>
                    <a:pt x="928793" y="1265817"/>
                  </a:lnTo>
                  <a:lnTo>
                    <a:pt x="928780" y="1265801"/>
                  </a:lnTo>
                  <a:lnTo>
                    <a:pt x="928763" y="1265797"/>
                  </a:lnTo>
                  <a:lnTo>
                    <a:pt x="928740" y="1265793"/>
                  </a:lnTo>
                  <a:lnTo>
                    <a:pt x="928698" y="1265784"/>
                  </a:lnTo>
                  <a:lnTo>
                    <a:pt x="928690" y="1265779"/>
                  </a:lnTo>
                  <a:lnTo>
                    <a:pt x="928688" y="1265769"/>
                  </a:lnTo>
                  <a:lnTo>
                    <a:pt x="928688" y="1265754"/>
                  </a:lnTo>
                  <a:lnTo>
                    <a:pt x="928689" y="1265744"/>
                  </a:lnTo>
                  <a:lnTo>
                    <a:pt x="928692" y="1265737"/>
                  </a:lnTo>
                  <a:lnTo>
                    <a:pt x="928697" y="1265730"/>
                  </a:lnTo>
                  <a:lnTo>
                    <a:pt x="928707" y="1265726"/>
                  </a:lnTo>
                  <a:lnTo>
                    <a:pt x="928717" y="1265716"/>
                  </a:lnTo>
                  <a:lnTo>
                    <a:pt x="928718" y="1265711"/>
                  </a:lnTo>
                  <a:lnTo>
                    <a:pt x="928719" y="1265686"/>
                  </a:lnTo>
                  <a:lnTo>
                    <a:pt x="928716" y="1265661"/>
                  </a:lnTo>
                  <a:lnTo>
                    <a:pt x="928714" y="1265636"/>
                  </a:lnTo>
                  <a:lnTo>
                    <a:pt x="928711" y="1265619"/>
                  </a:lnTo>
                  <a:lnTo>
                    <a:pt x="928707" y="1265611"/>
                  </a:lnTo>
                  <a:lnTo>
                    <a:pt x="928699" y="1265586"/>
                  </a:lnTo>
                  <a:lnTo>
                    <a:pt x="928697" y="1265575"/>
                  </a:lnTo>
                  <a:lnTo>
                    <a:pt x="928698" y="1265557"/>
                  </a:lnTo>
                  <a:lnTo>
                    <a:pt x="928696" y="1265534"/>
                  </a:lnTo>
                  <a:lnTo>
                    <a:pt x="928695" y="1265511"/>
                  </a:lnTo>
                  <a:lnTo>
                    <a:pt x="928695" y="1265486"/>
                  </a:lnTo>
                  <a:lnTo>
                    <a:pt x="928695" y="1265461"/>
                  </a:lnTo>
                  <a:lnTo>
                    <a:pt x="928699" y="1265435"/>
                  </a:lnTo>
                  <a:lnTo>
                    <a:pt x="928704" y="1265423"/>
                  </a:lnTo>
                  <a:lnTo>
                    <a:pt x="928710" y="1265410"/>
                  </a:lnTo>
                  <a:lnTo>
                    <a:pt x="928737" y="1265380"/>
                  </a:lnTo>
                  <a:lnTo>
                    <a:pt x="928743" y="1265372"/>
                  </a:lnTo>
                  <a:lnTo>
                    <a:pt x="928747" y="1265362"/>
                  </a:lnTo>
                  <a:lnTo>
                    <a:pt x="928751" y="1265346"/>
                  </a:lnTo>
                  <a:lnTo>
                    <a:pt x="928751" y="1265336"/>
                  </a:lnTo>
                  <a:lnTo>
                    <a:pt x="928750" y="1265328"/>
                  </a:lnTo>
                  <a:lnTo>
                    <a:pt x="928748" y="1265321"/>
                  </a:lnTo>
                  <a:lnTo>
                    <a:pt x="928749" y="1265308"/>
                  </a:lnTo>
                  <a:lnTo>
                    <a:pt x="928754" y="1265296"/>
                  </a:lnTo>
                  <a:lnTo>
                    <a:pt x="928759" y="1265288"/>
                  </a:lnTo>
                  <a:lnTo>
                    <a:pt x="928761" y="1265277"/>
                  </a:lnTo>
                  <a:lnTo>
                    <a:pt x="928760" y="1265271"/>
                  </a:lnTo>
                  <a:lnTo>
                    <a:pt x="928759" y="1265246"/>
                  </a:lnTo>
                  <a:lnTo>
                    <a:pt x="928760" y="1265234"/>
                  </a:lnTo>
                  <a:lnTo>
                    <a:pt x="928757" y="1265220"/>
                  </a:lnTo>
                  <a:lnTo>
                    <a:pt x="928748" y="1265196"/>
                  </a:lnTo>
                  <a:lnTo>
                    <a:pt x="928742" y="1265183"/>
                  </a:lnTo>
                  <a:lnTo>
                    <a:pt x="928739" y="1265176"/>
                  </a:lnTo>
                  <a:lnTo>
                    <a:pt x="928735" y="1265170"/>
                  </a:lnTo>
                  <a:lnTo>
                    <a:pt x="928726" y="1265159"/>
                  </a:lnTo>
                  <a:lnTo>
                    <a:pt x="928719" y="1265146"/>
                  </a:lnTo>
                  <a:lnTo>
                    <a:pt x="928708" y="1265122"/>
                  </a:lnTo>
                  <a:lnTo>
                    <a:pt x="928707" y="1265116"/>
                  </a:lnTo>
                  <a:lnTo>
                    <a:pt x="928705" y="1265096"/>
                  </a:lnTo>
                  <a:lnTo>
                    <a:pt x="928706" y="1265080"/>
                  </a:lnTo>
                  <a:lnTo>
                    <a:pt x="928708" y="1265070"/>
                  </a:lnTo>
                  <a:lnTo>
                    <a:pt x="928719" y="1265045"/>
                  </a:lnTo>
                  <a:lnTo>
                    <a:pt x="928726" y="1265033"/>
                  </a:lnTo>
                  <a:lnTo>
                    <a:pt x="928729" y="1265020"/>
                  </a:lnTo>
                  <a:lnTo>
                    <a:pt x="928735" y="1264995"/>
                  </a:lnTo>
                  <a:lnTo>
                    <a:pt x="928739" y="1264970"/>
                  </a:lnTo>
                  <a:lnTo>
                    <a:pt x="928741" y="1264945"/>
                  </a:lnTo>
                  <a:lnTo>
                    <a:pt x="928737" y="1264919"/>
                  </a:lnTo>
                  <a:lnTo>
                    <a:pt x="928734" y="1264894"/>
                  </a:lnTo>
                  <a:lnTo>
                    <a:pt x="928735" y="1264869"/>
                  </a:lnTo>
                  <a:lnTo>
                    <a:pt x="928732" y="1264844"/>
                  </a:lnTo>
                  <a:lnTo>
                    <a:pt x="928730" y="1264829"/>
                  </a:lnTo>
                  <a:lnTo>
                    <a:pt x="928725" y="1264819"/>
                  </a:lnTo>
                  <a:lnTo>
                    <a:pt x="928709" y="1264793"/>
                  </a:lnTo>
                  <a:lnTo>
                    <a:pt x="928704" y="1264786"/>
                  </a:lnTo>
                  <a:lnTo>
                    <a:pt x="928679" y="1264744"/>
                  </a:lnTo>
                  <a:lnTo>
                    <a:pt x="928671" y="1264719"/>
                  </a:lnTo>
                  <a:lnTo>
                    <a:pt x="928659" y="1264694"/>
                  </a:lnTo>
                  <a:lnTo>
                    <a:pt x="928656" y="1264683"/>
                  </a:lnTo>
                  <a:lnTo>
                    <a:pt x="928656" y="1264669"/>
                  </a:lnTo>
                  <a:lnTo>
                    <a:pt x="928662" y="1264644"/>
                  </a:lnTo>
                  <a:lnTo>
                    <a:pt x="928665" y="1264619"/>
                  </a:lnTo>
                  <a:lnTo>
                    <a:pt x="928664" y="1264603"/>
                  </a:lnTo>
                  <a:lnTo>
                    <a:pt x="928662" y="1264594"/>
                  </a:lnTo>
                  <a:lnTo>
                    <a:pt x="928660" y="1264569"/>
                  </a:lnTo>
                  <a:lnTo>
                    <a:pt x="928661" y="1264544"/>
                  </a:lnTo>
                  <a:lnTo>
                    <a:pt x="928661" y="1264527"/>
                  </a:lnTo>
                  <a:lnTo>
                    <a:pt x="928658" y="1264519"/>
                  </a:lnTo>
                  <a:lnTo>
                    <a:pt x="928651" y="1264506"/>
                  </a:lnTo>
                  <a:lnTo>
                    <a:pt x="928649" y="1264494"/>
                  </a:lnTo>
                  <a:lnTo>
                    <a:pt x="928646" y="1264468"/>
                  </a:lnTo>
                  <a:lnTo>
                    <a:pt x="928642" y="1264449"/>
                  </a:lnTo>
                  <a:lnTo>
                    <a:pt x="928641" y="1264442"/>
                  </a:lnTo>
                  <a:lnTo>
                    <a:pt x="928629" y="1264418"/>
                  </a:lnTo>
                  <a:lnTo>
                    <a:pt x="928618" y="1264394"/>
                  </a:lnTo>
                  <a:lnTo>
                    <a:pt x="928608" y="1264369"/>
                  </a:lnTo>
                  <a:lnTo>
                    <a:pt x="928598" y="1264344"/>
                  </a:lnTo>
                  <a:lnTo>
                    <a:pt x="928588" y="1264319"/>
                  </a:lnTo>
                  <a:lnTo>
                    <a:pt x="928581" y="1264294"/>
                  </a:lnTo>
                  <a:lnTo>
                    <a:pt x="928575" y="1264269"/>
                  </a:lnTo>
                  <a:lnTo>
                    <a:pt x="928571" y="1264258"/>
                  </a:lnTo>
                  <a:lnTo>
                    <a:pt x="928569" y="1264243"/>
                  </a:lnTo>
                  <a:lnTo>
                    <a:pt x="928571" y="1264219"/>
                  </a:lnTo>
                  <a:lnTo>
                    <a:pt x="928572" y="1264205"/>
                  </a:lnTo>
                  <a:lnTo>
                    <a:pt x="928575" y="1264198"/>
                  </a:lnTo>
                  <a:lnTo>
                    <a:pt x="928578" y="1264191"/>
                  </a:lnTo>
                  <a:lnTo>
                    <a:pt x="928579" y="1264181"/>
                  </a:lnTo>
                  <a:lnTo>
                    <a:pt x="928580" y="1264173"/>
                  </a:lnTo>
                  <a:lnTo>
                    <a:pt x="928578" y="1264138"/>
                  </a:lnTo>
                  <a:lnTo>
                    <a:pt x="928580" y="1264126"/>
                  </a:lnTo>
                  <a:lnTo>
                    <a:pt x="928583" y="1264118"/>
                  </a:lnTo>
                  <a:lnTo>
                    <a:pt x="928590" y="1264101"/>
                  </a:lnTo>
                  <a:lnTo>
                    <a:pt x="928597" y="1264087"/>
                  </a:lnTo>
                  <a:lnTo>
                    <a:pt x="928606" y="1264068"/>
                  </a:lnTo>
                  <a:lnTo>
                    <a:pt x="928612" y="1264057"/>
                  </a:lnTo>
                  <a:lnTo>
                    <a:pt x="928622" y="1264042"/>
                  </a:lnTo>
                  <a:lnTo>
                    <a:pt x="928629" y="1264027"/>
                  </a:lnTo>
                  <a:lnTo>
                    <a:pt x="928631" y="1264013"/>
                  </a:lnTo>
                  <a:lnTo>
                    <a:pt x="928634" y="1264008"/>
                  </a:lnTo>
                  <a:lnTo>
                    <a:pt x="928641" y="1264002"/>
                  </a:lnTo>
                  <a:lnTo>
                    <a:pt x="928651" y="1263995"/>
                  </a:lnTo>
                  <a:lnTo>
                    <a:pt x="928672" y="1263983"/>
                  </a:lnTo>
                  <a:lnTo>
                    <a:pt x="928684" y="1263973"/>
                  </a:lnTo>
                  <a:lnTo>
                    <a:pt x="928694" y="1263961"/>
                  </a:lnTo>
                  <a:lnTo>
                    <a:pt x="928700" y="1263949"/>
                  </a:lnTo>
                  <a:lnTo>
                    <a:pt x="928704" y="1263936"/>
                  </a:lnTo>
                  <a:lnTo>
                    <a:pt x="928706" y="1263911"/>
                  </a:lnTo>
                  <a:lnTo>
                    <a:pt x="928708" y="1263904"/>
                  </a:lnTo>
                  <a:lnTo>
                    <a:pt x="928706" y="1263885"/>
                  </a:lnTo>
                  <a:lnTo>
                    <a:pt x="928707" y="1263859"/>
                  </a:lnTo>
                  <a:lnTo>
                    <a:pt x="928712" y="1263836"/>
                  </a:lnTo>
                  <a:lnTo>
                    <a:pt x="928712" y="1263813"/>
                  </a:lnTo>
                  <a:lnTo>
                    <a:pt x="928711" y="1263802"/>
                  </a:lnTo>
                  <a:lnTo>
                    <a:pt x="928710" y="1263782"/>
                  </a:lnTo>
                  <a:lnTo>
                    <a:pt x="928708" y="1263758"/>
                  </a:lnTo>
                  <a:lnTo>
                    <a:pt x="928705" y="1263743"/>
                  </a:lnTo>
                  <a:lnTo>
                    <a:pt x="928703" y="1263735"/>
                  </a:lnTo>
                  <a:lnTo>
                    <a:pt x="928696" y="1263717"/>
                  </a:lnTo>
                  <a:lnTo>
                    <a:pt x="928691" y="1263710"/>
                  </a:lnTo>
                  <a:lnTo>
                    <a:pt x="928688" y="1263691"/>
                  </a:lnTo>
                  <a:lnTo>
                    <a:pt x="928686" y="1263685"/>
                  </a:lnTo>
                  <a:lnTo>
                    <a:pt x="928687" y="1263665"/>
                  </a:lnTo>
                  <a:lnTo>
                    <a:pt x="928688" y="1263653"/>
                  </a:lnTo>
                  <a:lnTo>
                    <a:pt x="928688" y="1263643"/>
                  </a:lnTo>
                  <a:lnTo>
                    <a:pt x="928686" y="1263636"/>
                  </a:lnTo>
                  <a:lnTo>
                    <a:pt x="928676" y="1263610"/>
                  </a:lnTo>
                  <a:lnTo>
                    <a:pt x="928671" y="1263584"/>
                  </a:lnTo>
                  <a:lnTo>
                    <a:pt x="928669" y="1263580"/>
                  </a:lnTo>
                  <a:lnTo>
                    <a:pt x="928670" y="1263560"/>
                  </a:lnTo>
                  <a:lnTo>
                    <a:pt x="928674" y="1263534"/>
                  </a:lnTo>
                  <a:lnTo>
                    <a:pt x="928670" y="1263516"/>
                  </a:lnTo>
                  <a:lnTo>
                    <a:pt x="928662" y="1263492"/>
                  </a:lnTo>
                  <a:lnTo>
                    <a:pt x="928660" y="1263473"/>
                  </a:lnTo>
                  <a:lnTo>
                    <a:pt x="928661" y="1263468"/>
                  </a:lnTo>
                  <a:lnTo>
                    <a:pt x="928666" y="1263442"/>
                  </a:lnTo>
                  <a:lnTo>
                    <a:pt x="928669" y="1263417"/>
                  </a:lnTo>
                  <a:lnTo>
                    <a:pt x="928674" y="1263392"/>
                  </a:lnTo>
                  <a:lnTo>
                    <a:pt x="928678" y="1263367"/>
                  </a:lnTo>
                  <a:lnTo>
                    <a:pt x="928685" y="1263342"/>
                  </a:lnTo>
                  <a:lnTo>
                    <a:pt x="928686" y="1263317"/>
                  </a:lnTo>
                  <a:lnTo>
                    <a:pt x="928684" y="1263291"/>
                  </a:lnTo>
                  <a:lnTo>
                    <a:pt x="928681" y="1263278"/>
                  </a:lnTo>
                  <a:lnTo>
                    <a:pt x="928674" y="1263267"/>
                  </a:lnTo>
                  <a:lnTo>
                    <a:pt x="928671" y="1263257"/>
                  </a:lnTo>
                  <a:lnTo>
                    <a:pt x="928661" y="1263241"/>
                  </a:lnTo>
                  <a:lnTo>
                    <a:pt x="928656" y="1263230"/>
                  </a:lnTo>
                  <a:lnTo>
                    <a:pt x="928646" y="1263217"/>
                  </a:lnTo>
                  <a:lnTo>
                    <a:pt x="928622" y="1263198"/>
                  </a:lnTo>
                  <a:lnTo>
                    <a:pt x="928597" y="1263180"/>
                  </a:lnTo>
                  <a:lnTo>
                    <a:pt x="928578" y="1263155"/>
                  </a:lnTo>
                  <a:lnTo>
                    <a:pt x="928568" y="1263130"/>
                  </a:lnTo>
                  <a:lnTo>
                    <a:pt x="928561" y="1263105"/>
                  </a:lnTo>
                  <a:lnTo>
                    <a:pt x="928554" y="1263080"/>
                  </a:lnTo>
                  <a:lnTo>
                    <a:pt x="928544" y="1263055"/>
                  </a:lnTo>
                  <a:lnTo>
                    <a:pt x="928532" y="1263038"/>
                  </a:lnTo>
                  <a:lnTo>
                    <a:pt x="928528" y="1263033"/>
                  </a:lnTo>
                  <a:lnTo>
                    <a:pt x="928517" y="1263022"/>
                  </a:lnTo>
                  <a:lnTo>
                    <a:pt x="928499" y="1263012"/>
                  </a:lnTo>
                  <a:lnTo>
                    <a:pt x="928487" y="1263006"/>
                  </a:lnTo>
                  <a:lnTo>
                    <a:pt x="928473" y="1262999"/>
                  </a:lnTo>
                  <a:lnTo>
                    <a:pt x="928452" y="1262981"/>
                  </a:lnTo>
                  <a:lnTo>
                    <a:pt x="928444" y="1262974"/>
                  </a:lnTo>
                  <a:lnTo>
                    <a:pt x="928435" y="1262973"/>
                  </a:lnTo>
                  <a:lnTo>
                    <a:pt x="928427" y="1262975"/>
                  </a:lnTo>
                  <a:lnTo>
                    <a:pt x="928416" y="1262976"/>
                  </a:lnTo>
                  <a:lnTo>
                    <a:pt x="928403" y="1262983"/>
                  </a:lnTo>
                  <a:lnTo>
                    <a:pt x="928384" y="1262987"/>
                  </a:lnTo>
                  <a:lnTo>
                    <a:pt x="928379" y="1262990"/>
                  </a:lnTo>
                  <a:lnTo>
                    <a:pt x="928355" y="1263001"/>
                  </a:lnTo>
                  <a:lnTo>
                    <a:pt x="928345" y="1263004"/>
                  </a:lnTo>
                  <a:lnTo>
                    <a:pt x="928331" y="1263001"/>
                  </a:lnTo>
                  <a:lnTo>
                    <a:pt x="928307" y="1262996"/>
                  </a:lnTo>
                  <a:lnTo>
                    <a:pt x="928292" y="1262991"/>
                  </a:lnTo>
                  <a:lnTo>
                    <a:pt x="928282" y="1262985"/>
                  </a:lnTo>
                  <a:lnTo>
                    <a:pt x="928265" y="1262978"/>
                  </a:lnTo>
                  <a:lnTo>
                    <a:pt x="928258" y="1262973"/>
                  </a:lnTo>
                  <a:lnTo>
                    <a:pt x="928238" y="1262963"/>
                  </a:lnTo>
                  <a:lnTo>
                    <a:pt x="928230" y="1262958"/>
                  </a:lnTo>
                  <a:lnTo>
                    <a:pt x="928209" y="1262942"/>
                  </a:lnTo>
                  <a:lnTo>
                    <a:pt x="928191" y="1262926"/>
                  </a:lnTo>
                  <a:lnTo>
                    <a:pt x="928165" y="1262904"/>
                  </a:lnTo>
                  <a:lnTo>
                    <a:pt x="928142" y="1262894"/>
                  </a:lnTo>
                  <a:lnTo>
                    <a:pt x="928118" y="1262884"/>
                  </a:lnTo>
                  <a:lnTo>
                    <a:pt x="928094" y="1262875"/>
                  </a:lnTo>
                  <a:lnTo>
                    <a:pt x="928081" y="1262868"/>
                  </a:lnTo>
                  <a:lnTo>
                    <a:pt x="928071" y="1262860"/>
                  </a:lnTo>
                  <a:lnTo>
                    <a:pt x="928053" y="1262848"/>
                  </a:lnTo>
                  <a:lnTo>
                    <a:pt x="928044" y="1262845"/>
                  </a:lnTo>
                  <a:lnTo>
                    <a:pt x="928027" y="1262837"/>
                  </a:lnTo>
                  <a:lnTo>
                    <a:pt x="928022" y="1262832"/>
                  </a:lnTo>
                  <a:lnTo>
                    <a:pt x="928005" y="1262817"/>
                  </a:lnTo>
                  <a:lnTo>
                    <a:pt x="928001" y="1262810"/>
                  </a:lnTo>
                  <a:lnTo>
                    <a:pt x="927988" y="1262785"/>
                  </a:lnTo>
                  <a:lnTo>
                    <a:pt x="927978" y="1262765"/>
                  </a:lnTo>
                  <a:lnTo>
                    <a:pt x="927971" y="1262756"/>
                  </a:lnTo>
                  <a:lnTo>
                    <a:pt x="927964" y="1262748"/>
                  </a:lnTo>
                  <a:lnTo>
                    <a:pt x="927953" y="1262738"/>
                  </a:lnTo>
                  <a:lnTo>
                    <a:pt x="927947" y="1262724"/>
                  </a:lnTo>
                  <a:lnTo>
                    <a:pt x="927941" y="1262711"/>
                  </a:lnTo>
                  <a:lnTo>
                    <a:pt x="927936" y="1262696"/>
                  </a:lnTo>
                  <a:lnTo>
                    <a:pt x="927930" y="1262676"/>
                  </a:lnTo>
                  <a:lnTo>
                    <a:pt x="927930" y="1262654"/>
                  </a:lnTo>
                  <a:lnTo>
                    <a:pt x="927932" y="1262638"/>
                  </a:lnTo>
                  <a:lnTo>
                    <a:pt x="927947" y="1262616"/>
                  </a:lnTo>
                  <a:lnTo>
                    <a:pt x="927962" y="1262585"/>
                  </a:lnTo>
                  <a:lnTo>
                    <a:pt x="927966" y="1262570"/>
                  </a:lnTo>
                  <a:lnTo>
                    <a:pt x="927968" y="1262558"/>
                  </a:lnTo>
                  <a:lnTo>
                    <a:pt x="927967" y="1262536"/>
                  </a:lnTo>
                  <a:lnTo>
                    <a:pt x="927957" y="1262510"/>
                  </a:lnTo>
                  <a:lnTo>
                    <a:pt x="927940" y="1262489"/>
                  </a:lnTo>
                  <a:lnTo>
                    <a:pt x="927927" y="1262479"/>
                  </a:lnTo>
                  <a:lnTo>
                    <a:pt x="927895" y="1262466"/>
                  </a:lnTo>
                  <a:lnTo>
                    <a:pt x="927872" y="1262461"/>
                  </a:lnTo>
                  <a:lnTo>
                    <a:pt x="927852" y="1262462"/>
                  </a:lnTo>
                  <a:lnTo>
                    <a:pt x="927849" y="1262458"/>
                  </a:lnTo>
                  <a:lnTo>
                    <a:pt x="927857" y="1262447"/>
                  </a:lnTo>
                  <a:lnTo>
                    <a:pt x="927879" y="1262420"/>
                  </a:lnTo>
                  <a:lnTo>
                    <a:pt x="927903" y="1262398"/>
                  </a:lnTo>
                  <a:lnTo>
                    <a:pt x="927927" y="1262380"/>
                  </a:lnTo>
                  <a:lnTo>
                    <a:pt x="927948" y="1262356"/>
                  </a:lnTo>
                  <a:lnTo>
                    <a:pt x="927966" y="1262330"/>
                  </a:lnTo>
                  <a:lnTo>
                    <a:pt x="927983" y="1262305"/>
                  </a:lnTo>
                  <a:lnTo>
                    <a:pt x="927999" y="1262280"/>
                  </a:lnTo>
                  <a:lnTo>
                    <a:pt x="928021" y="1262254"/>
                  </a:lnTo>
                  <a:lnTo>
                    <a:pt x="928084" y="1262168"/>
                  </a:lnTo>
                  <a:lnTo>
                    <a:pt x="928086" y="1262160"/>
                  </a:lnTo>
                  <a:lnTo>
                    <a:pt x="928103" y="1262135"/>
                  </a:lnTo>
                  <a:lnTo>
                    <a:pt x="928126" y="1262114"/>
                  </a:lnTo>
                  <a:lnTo>
                    <a:pt x="928150" y="1262097"/>
                  </a:lnTo>
                  <a:lnTo>
                    <a:pt x="928210" y="1262058"/>
                  </a:lnTo>
                  <a:lnTo>
                    <a:pt x="928229" y="1262046"/>
                  </a:lnTo>
                  <a:lnTo>
                    <a:pt x="928253" y="1262029"/>
                  </a:lnTo>
                  <a:lnTo>
                    <a:pt x="928277" y="1262015"/>
                  </a:lnTo>
                  <a:lnTo>
                    <a:pt x="928301" y="1262002"/>
                  </a:lnTo>
                  <a:lnTo>
                    <a:pt x="928322" y="1261983"/>
                  </a:lnTo>
                  <a:lnTo>
                    <a:pt x="928341" y="1261956"/>
                  </a:lnTo>
                  <a:lnTo>
                    <a:pt x="928359" y="1261944"/>
                  </a:lnTo>
                  <a:lnTo>
                    <a:pt x="928375" y="1261937"/>
                  </a:lnTo>
                  <a:lnTo>
                    <a:pt x="928396" y="1261922"/>
                  </a:lnTo>
                  <a:lnTo>
                    <a:pt x="928410" y="1261914"/>
                  </a:lnTo>
                  <a:lnTo>
                    <a:pt x="928420" y="1261912"/>
                  </a:lnTo>
                  <a:lnTo>
                    <a:pt x="928444" y="1261907"/>
                  </a:lnTo>
                  <a:lnTo>
                    <a:pt x="928468" y="1261893"/>
                  </a:lnTo>
                  <a:lnTo>
                    <a:pt x="928487" y="1261879"/>
                  </a:lnTo>
                  <a:lnTo>
                    <a:pt x="928498" y="1261868"/>
                  </a:lnTo>
                  <a:lnTo>
                    <a:pt x="928510" y="1261850"/>
                  </a:lnTo>
                  <a:lnTo>
                    <a:pt x="928521" y="1261825"/>
                  </a:lnTo>
                  <a:lnTo>
                    <a:pt x="928532" y="1261800"/>
                  </a:lnTo>
                  <a:lnTo>
                    <a:pt x="928546" y="1261775"/>
                  </a:lnTo>
                  <a:lnTo>
                    <a:pt x="928562" y="1261749"/>
                  </a:lnTo>
                  <a:lnTo>
                    <a:pt x="928571" y="1261724"/>
                  </a:lnTo>
                  <a:lnTo>
                    <a:pt x="928576" y="1261713"/>
                  </a:lnTo>
                  <a:lnTo>
                    <a:pt x="928578" y="1261699"/>
                  </a:lnTo>
                  <a:lnTo>
                    <a:pt x="928582" y="1261674"/>
                  </a:lnTo>
                  <a:lnTo>
                    <a:pt x="928583" y="1261649"/>
                  </a:lnTo>
                  <a:lnTo>
                    <a:pt x="928581" y="1261624"/>
                  </a:lnTo>
                  <a:lnTo>
                    <a:pt x="928581" y="1261599"/>
                  </a:lnTo>
                  <a:lnTo>
                    <a:pt x="928581" y="1261574"/>
                  </a:lnTo>
                  <a:lnTo>
                    <a:pt x="928582" y="1261548"/>
                  </a:lnTo>
                  <a:lnTo>
                    <a:pt x="928582" y="1261523"/>
                  </a:lnTo>
                  <a:lnTo>
                    <a:pt x="928584" y="1261498"/>
                  </a:lnTo>
                  <a:lnTo>
                    <a:pt x="928586" y="1261476"/>
                  </a:lnTo>
                  <a:lnTo>
                    <a:pt x="928590" y="1261445"/>
                  </a:lnTo>
                  <a:lnTo>
                    <a:pt x="928600" y="1261421"/>
                  </a:lnTo>
                  <a:lnTo>
                    <a:pt x="928625" y="1261401"/>
                  </a:lnTo>
                  <a:lnTo>
                    <a:pt x="928648" y="1261387"/>
                  </a:lnTo>
                  <a:lnTo>
                    <a:pt x="928668" y="1261377"/>
                  </a:lnTo>
                  <a:lnTo>
                    <a:pt x="928679" y="1261370"/>
                  </a:lnTo>
                  <a:lnTo>
                    <a:pt x="928697" y="1261355"/>
                  </a:lnTo>
                  <a:lnTo>
                    <a:pt x="928719" y="1261329"/>
                  </a:lnTo>
                  <a:lnTo>
                    <a:pt x="928733" y="1261304"/>
                  </a:lnTo>
                  <a:lnTo>
                    <a:pt x="928749" y="1261279"/>
                  </a:lnTo>
                  <a:lnTo>
                    <a:pt x="928768" y="1261255"/>
                  </a:lnTo>
                  <a:lnTo>
                    <a:pt x="928789" y="1261230"/>
                  </a:lnTo>
                  <a:lnTo>
                    <a:pt x="928794" y="1261221"/>
                  </a:lnTo>
                  <a:lnTo>
                    <a:pt x="928810" y="1261205"/>
                  </a:lnTo>
                  <a:lnTo>
                    <a:pt x="928834" y="1261181"/>
                  </a:lnTo>
                  <a:lnTo>
                    <a:pt x="928847" y="1261168"/>
                  </a:lnTo>
                  <a:lnTo>
                    <a:pt x="928858" y="1261161"/>
                  </a:lnTo>
                  <a:lnTo>
                    <a:pt x="928882" y="1261150"/>
                  </a:lnTo>
                  <a:lnTo>
                    <a:pt x="928906" y="1261150"/>
                  </a:lnTo>
                  <a:lnTo>
                    <a:pt x="928930" y="1261153"/>
                  </a:lnTo>
                  <a:lnTo>
                    <a:pt x="928955" y="1261158"/>
                  </a:lnTo>
                  <a:lnTo>
                    <a:pt x="928979" y="1261161"/>
                  </a:lnTo>
                  <a:lnTo>
                    <a:pt x="929003" y="1261162"/>
                  </a:lnTo>
                  <a:lnTo>
                    <a:pt x="929014" y="1261165"/>
                  </a:lnTo>
                  <a:lnTo>
                    <a:pt x="929027" y="1261165"/>
                  </a:lnTo>
                  <a:lnTo>
                    <a:pt x="929052" y="1261163"/>
                  </a:lnTo>
                  <a:lnTo>
                    <a:pt x="929076" y="1261156"/>
                  </a:lnTo>
                  <a:lnTo>
                    <a:pt x="929100" y="1261151"/>
                  </a:lnTo>
                  <a:lnTo>
                    <a:pt x="929121" y="1261148"/>
                  </a:lnTo>
                  <a:lnTo>
                    <a:pt x="929148" y="1261147"/>
                  </a:lnTo>
                  <a:lnTo>
                    <a:pt x="929172" y="1261144"/>
                  </a:lnTo>
                  <a:lnTo>
                    <a:pt x="929197" y="1261140"/>
                  </a:lnTo>
                  <a:lnTo>
                    <a:pt x="929221" y="1261131"/>
                  </a:lnTo>
                  <a:lnTo>
                    <a:pt x="929229" y="1261126"/>
                  </a:lnTo>
                  <a:lnTo>
                    <a:pt x="929234" y="1261126"/>
                  </a:lnTo>
                  <a:lnTo>
                    <a:pt x="929245" y="1261121"/>
                  </a:lnTo>
                  <a:lnTo>
                    <a:pt x="929269" y="1261114"/>
                  </a:lnTo>
                  <a:lnTo>
                    <a:pt x="929316" y="1261110"/>
                  </a:lnTo>
                  <a:lnTo>
                    <a:pt x="929329" y="1261117"/>
                  </a:lnTo>
                  <a:lnTo>
                    <a:pt x="929336" y="1261125"/>
                  </a:lnTo>
                  <a:lnTo>
                    <a:pt x="929337" y="1261130"/>
                  </a:lnTo>
                  <a:lnTo>
                    <a:pt x="929342" y="1261145"/>
                  </a:lnTo>
                  <a:lnTo>
                    <a:pt x="929342" y="1261155"/>
                  </a:lnTo>
                  <a:lnTo>
                    <a:pt x="929341" y="1261180"/>
                  </a:lnTo>
                  <a:lnTo>
                    <a:pt x="929339" y="1261194"/>
                  </a:lnTo>
                  <a:lnTo>
                    <a:pt x="929343" y="1261205"/>
                  </a:lnTo>
                  <a:lnTo>
                    <a:pt x="929354" y="1261220"/>
                  </a:lnTo>
                  <a:lnTo>
                    <a:pt x="929364" y="1261227"/>
                  </a:lnTo>
                  <a:lnTo>
                    <a:pt x="929380" y="1261237"/>
                  </a:lnTo>
                  <a:lnTo>
                    <a:pt x="929398" y="1261241"/>
                  </a:lnTo>
                  <a:lnTo>
                    <a:pt x="929409" y="1261241"/>
                  </a:lnTo>
                  <a:lnTo>
                    <a:pt x="929437" y="1261238"/>
                  </a:lnTo>
                  <a:lnTo>
                    <a:pt x="929461" y="1261234"/>
                  </a:lnTo>
                  <a:lnTo>
                    <a:pt x="929474" y="1261229"/>
                  </a:lnTo>
                  <a:lnTo>
                    <a:pt x="929478" y="1261224"/>
                  </a:lnTo>
                  <a:lnTo>
                    <a:pt x="929485" y="1261217"/>
                  </a:lnTo>
                  <a:lnTo>
                    <a:pt x="929493" y="1261204"/>
                  </a:lnTo>
                  <a:lnTo>
                    <a:pt x="929503" y="1261194"/>
                  </a:lnTo>
                  <a:lnTo>
                    <a:pt x="929520" y="1261175"/>
                  </a:lnTo>
                  <a:lnTo>
                    <a:pt x="929526" y="1261172"/>
                  </a:lnTo>
                  <a:lnTo>
                    <a:pt x="929551" y="1261156"/>
                  </a:lnTo>
                  <a:lnTo>
                    <a:pt x="929575" y="1261147"/>
                  </a:lnTo>
                  <a:lnTo>
                    <a:pt x="929599" y="1261136"/>
                  </a:lnTo>
                  <a:lnTo>
                    <a:pt x="929623" y="1261118"/>
                  </a:lnTo>
                  <a:lnTo>
                    <a:pt x="929647" y="1261096"/>
                  </a:lnTo>
                  <a:lnTo>
                    <a:pt x="929660" y="1261088"/>
                  </a:lnTo>
                  <a:lnTo>
                    <a:pt x="929671" y="1261085"/>
                  </a:lnTo>
                  <a:lnTo>
                    <a:pt x="929695" y="1261089"/>
                  </a:lnTo>
                  <a:lnTo>
                    <a:pt x="929710" y="1261094"/>
                  </a:lnTo>
                  <a:lnTo>
                    <a:pt x="929719" y="1261094"/>
                  </a:lnTo>
                  <a:lnTo>
                    <a:pt x="929731" y="1261089"/>
                  </a:lnTo>
                  <a:lnTo>
                    <a:pt x="929744" y="1261087"/>
                  </a:lnTo>
                  <a:lnTo>
                    <a:pt x="929768" y="1261090"/>
                  </a:lnTo>
                  <a:lnTo>
                    <a:pt x="929792" y="1261095"/>
                  </a:lnTo>
                  <a:lnTo>
                    <a:pt x="929808" y="1261092"/>
                  </a:lnTo>
                  <a:lnTo>
                    <a:pt x="929816" y="1261086"/>
                  </a:lnTo>
                  <a:lnTo>
                    <a:pt x="929823" y="1261080"/>
                  </a:lnTo>
                  <a:lnTo>
                    <a:pt x="929827" y="1261068"/>
                  </a:lnTo>
                  <a:lnTo>
                    <a:pt x="929829" y="1261061"/>
                  </a:lnTo>
                  <a:lnTo>
                    <a:pt x="929834" y="1261036"/>
                  </a:lnTo>
                  <a:lnTo>
                    <a:pt x="929838" y="1261011"/>
                  </a:lnTo>
                  <a:lnTo>
                    <a:pt x="929843" y="1260989"/>
                  </a:lnTo>
                  <a:lnTo>
                    <a:pt x="929857" y="1260965"/>
                  </a:lnTo>
                  <a:lnTo>
                    <a:pt x="929875" y="1260952"/>
                  </a:lnTo>
                  <a:lnTo>
                    <a:pt x="929886" y="1260947"/>
                  </a:lnTo>
                  <a:lnTo>
                    <a:pt x="929907" y="1260938"/>
                  </a:lnTo>
                  <a:lnTo>
                    <a:pt x="929921" y="1260935"/>
                  </a:lnTo>
                  <a:lnTo>
                    <a:pt x="929936" y="1260932"/>
                  </a:lnTo>
                  <a:lnTo>
                    <a:pt x="929958" y="1260926"/>
                  </a:lnTo>
                  <a:lnTo>
                    <a:pt x="929982" y="1260920"/>
                  </a:lnTo>
                  <a:lnTo>
                    <a:pt x="930007" y="1260917"/>
                  </a:lnTo>
                  <a:lnTo>
                    <a:pt x="930018" y="1260917"/>
                  </a:lnTo>
                  <a:lnTo>
                    <a:pt x="930031" y="1260917"/>
                  </a:lnTo>
                  <a:lnTo>
                    <a:pt x="930055" y="1260910"/>
                  </a:lnTo>
                  <a:lnTo>
                    <a:pt x="930079" y="1260906"/>
                  </a:lnTo>
                  <a:lnTo>
                    <a:pt x="930104" y="1260903"/>
                  </a:lnTo>
                  <a:lnTo>
                    <a:pt x="930140" y="1260889"/>
                  </a:lnTo>
                  <a:lnTo>
                    <a:pt x="930152" y="1260882"/>
                  </a:lnTo>
                  <a:lnTo>
                    <a:pt x="930178" y="1260877"/>
                  </a:lnTo>
                  <a:lnTo>
                    <a:pt x="930192" y="1260887"/>
                  </a:lnTo>
                  <a:lnTo>
                    <a:pt x="930212" y="1260896"/>
                  </a:lnTo>
                  <a:lnTo>
                    <a:pt x="930216" y="1260901"/>
                  </a:lnTo>
                  <a:lnTo>
                    <a:pt x="930228" y="1260904"/>
                  </a:lnTo>
                  <a:lnTo>
                    <a:pt x="930241" y="1260904"/>
                  </a:lnTo>
                  <a:lnTo>
                    <a:pt x="930254" y="1260904"/>
                  </a:lnTo>
                  <a:lnTo>
                    <a:pt x="930265" y="1260901"/>
                  </a:lnTo>
                  <a:lnTo>
                    <a:pt x="930278" y="1260894"/>
                  </a:lnTo>
                  <a:lnTo>
                    <a:pt x="930284" y="1260887"/>
                  </a:lnTo>
                  <a:lnTo>
                    <a:pt x="930287" y="1260882"/>
                  </a:lnTo>
                  <a:lnTo>
                    <a:pt x="930303" y="1260857"/>
                  </a:lnTo>
                  <a:lnTo>
                    <a:pt x="930313" y="1260847"/>
                  </a:lnTo>
                  <a:lnTo>
                    <a:pt x="930327" y="1260842"/>
                  </a:lnTo>
                  <a:lnTo>
                    <a:pt x="930352" y="1260843"/>
                  </a:lnTo>
                  <a:lnTo>
                    <a:pt x="930376" y="1260844"/>
                  </a:lnTo>
                  <a:lnTo>
                    <a:pt x="930400" y="1260843"/>
                  </a:lnTo>
                  <a:lnTo>
                    <a:pt x="930424" y="1260837"/>
                  </a:lnTo>
                  <a:lnTo>
                    <a:pt x="930497" y="1260826"/>
                  </a:lnTo>
                  <a:lnTo>
                    <a:pt x="930513" y="1260799"/>
                  </a:lnTo>
                  <a:lnTo>
                    <a:pt x="930522" y="1260779"/>
                  </a:lnTo>
                  <a:lnTo>
                    <a:pt x="930527" y="1260774"/>
                  </a:lnTo>
                  <a:lnTo>
                    <a:pt x="930535" y="1260769"/>
                  </a:lnTo>
                  <a:lnTo>
                    <a:pt x="930541" y="1260769"/>
                  </a:lnTo>
                  <a:lnTo>
                    <a:pt x="930551" y="1260774"/>
                  </a:lnTo>
                  <a:lnTo>
                    <a:pt x="930575" y="1260790"/>
                  </a:lnTo>
                  <a:lnTo>
                    <a:pt x="930590" y="1260795"/>
                  </a:lnTo>
                  <a:lnTo>
                    <a:pt x="930598" y="1260795"/>
                  </a:lnTo>
                  <a:lnTo>
                    <a:pt x="930624" y="1260788"/>
                  </a:lnTo>
                  <a:lnTo>
                    <a:pt x="930637" y="1260785"/>
                  </a:lnTo>
                  <a:lnTo>
                    <a:pt x="930648" y="1260775"/>
                  </a:lnTo>
                  <a:lnTo>
                    <a:pt x="930662" y="1260749"/>
                  </a:lnTo>
                  <a:lnTo>
                    <a:pt x="930672" y="1260724"/>
                  </a:lnTo>
                  <a:lnTo>
                    <a:pt x="930689" y="1260705"/>
                  </a:lnTo>
                  <a:lnTo>
                    <a:pt x="930694" y="1260704"/>
                  </a:lnTo>
                  <a:lnTo>
                    <a:pt x="930718" y="1260705"/>
                  </a:lnTo>
                  <a:lnTo>
                    <a:pt x="930730" y="1260698"/>
                  </a:lnTo>
                  <a:lnTo>
                    <a:pt x="930723" y="1260689"/>
                  </a:lnTo>
                  <a:lnTo>
                    <a:pt x="930717" y="1260683"/>
                  </a:lnTo>
                  <a:lnTo>
                    <a:pt x="930710" y="1260680"/>
                  </a:lnTo>
                  <a:lnTo>
                    <a:pt x="930704" y="1260673"/>
                  </a:lnTo>
                  <a:lnTo>
                    <a:pt x="930699" y="1260662"/>
                  </a:lnTo>
                  <a:lnTo>
                    <a:pt x="930699" y="1260657"/>
                  </a:lnTo>
                  <a:lnTo>
                    <a:pt x="930702" y="1260643"/>
                  </a:lnTo>
                  <a:lnTo>
                    <a:pt x="930706" y="1260635"/>
                  </a:lnTo>
                  <a:lnTo>
                    <a:pt x="930730" y="1260608"/>
                  </a:lnTo>
                  <a:lnTo>
                    <a:pt x="930753" y="1260584"/>
                  </a:lnTo>
                  <a:lnTo>
                    <a:pt x="930804" y="1260545"/>
                  </a:lnTo>
                  <a:lnTo>
                    <a:pt x="930815" y="1260538"/>
                  </a:lnTo>
                  <a:lnTo>
                    <a:pt x="930828" y="1260533"/>
                  </a:lnTo>
                  <a:lnTo>
                    <a:pt x="930863" y="1260513"/>
                  </a:lnTo>
                  <a:lnTo>
                    <a:pt x="930888" y="1260497"/>
                  </a:lnTo>
                  <a:lnTo>
                    <a:pt x="930912" y="1260484"/>
                  </a:lnTo>
                  <a:lnTo>
                    <a:pt x="930936" y="1260470"/>
                  </a:lnTo>
                  <a:lnTo>
                    <a:pt x="930960" y="1260458"/>
                  </a:lnTo>
                  <a:lnTo>
                    <a:pt x="930984" y="1260441"/>
                  </a:lnTo>
                  <a:lnTo>
                    <a:pt x="931008" y="1260424"/>
                  </a:lnTo>
                  <a:lnTo>
                    <a:pt x="931032" y="1260410"/>
                  </a:lnTo>
                  <a:lnTo>
                    <a:pt x="931056" y="1260399"/>
                  </a:lnTo>
                  <a:lnTo>
                    <a:pt x="931080" y="1260385"/>
                  </a:lnTo>
                  <a:lnTo>
                    <a:pt x="931100" y="1260373"/>
                  </a:lnTo>
                  <a:lnTo>
                    <a:pt x="931137" y="1260358"/>
                  </a:lnTo>
                  <a:lnTo>
                    <a:pt x="931161" y="1260356"/>
                  </a:lnTo>
                  <a:lnTo>
                    <a:pt x="931185" y="1260357"/>
                  </a:lnTo>
                  <a:lnTo>
                    <a:pt x="931214" y="1260353"/>
                  </a:lnTo>
                  <a:lnTo>
                    <a:pt x="931221" y="1260348"/>
                  </a:lnTo>
                  <a:lnTo>
                    <a:pt x="931245" y="1260335"/>
                  </a:lnTo>
                  <a:lnTo>
                    <a:pt x="931269" y="1260319"/>
                  </a:lnTo>
                  <a:lnTo>
                    <a:pt x="931293" y="1260309"/>
                  </a:lnTo>
                  <a:lnTo>
                    <a:pt x="931317" y="1260297"/>
                  </a:lnTo>
                  <a:lnTo>
                    <a:pt x="931341" y="1260284"/>
                  </a:lnTo>
                  <a:lnTo>
                    <a:pt x="931365" y="1260275"/>
                  </a:lnTo>
                  <a:lnTo>
                    <a:pt x="931396" y="1260264"/>
                  </a:lnTo>
                  <a:lnTo>
                    <a:pt x="931413" y="1260256"/>
                  </a:lnTo>
                  <a:lnTo>
                    <a:pt x="931438" y="1260246"/>
                  </a:lnTo>
                  <a:lnTo>
                    <a:pt x="931462" y="1260235"/>
                  </a:lnTo>
                  <a:lnTo>
                    <a:pt x="931486" y="1260223"/>
                  </a:lnTo>
                  <a:lnTo>
                    <a:pt x="931499" y="1260217"/>
                  </a:lnTo>
                  <a:lnTo>
                    <a:pt x="931510" y="1260215"/>
                  </a:lnTo>
                  <a:lnTo>
                    <a:pt x="931529" y="1260214"/>
                  </a:lnTo>
                  <a:lnTo>
                    <a:pt x="931534" y="1260218"/>
                  </a:lnTo>
                  <a:lnTo>
                    <a:pt x="931539" y="1260233"/>
                  </a:lnTo>
                  <a:lnTo>
                    <a:pt x="931546" y="1260240"/>
                  </a:lnTo>
                  <a:lnTo>
                    <a:pt x="931559" y="1260244"/>
                  </a:lnTo>
                  <a:lnTo>
                    <a:pt x="931572" y="1260239"/>
                  </a:lnTo>
                  <a:lnTo>
                    <a:pt x="931592" y="1260214"/>
                  </a:lnTo>
                  <a:lnTo>
                    <a:pt x="931617" y="1260190"/>
                  </a:lnTo>
                  <a:lnTo>
                    <a:pt x="931641" y="1260183"/>
                  </a:lnTo>
                  <a:lnTo>
                    <a:pt x="931655" y="1260180"/>
                  </a:lnTo>
                  <a:lnTo>
                    <a:pt x="931658" y="1260176"/>
                  </a:lnTo>
                  <a:lnTo>
                    <a:pt x="931665" y="1260171"/>
                  </a:lnTo>
                  <a:lnTo>
                    <a:pt x="931671" y="1260158"/>
                  </a:lnTo>
                  <a:lnTo>
                    <a:pt x="931673" y="1260146"/>
                  </a:lnTo>
                  <a:lnTo>
                    <a:pt x="931671" y="1260121"/>
                  </a:lnTo>
                  <a:lnTo>
                    <a:pt x="931679" y="1260112"/>
                  </a:lnTo>
                  <a:lnTo>
                    <a:pt x="931684" y="1260111"/>
                  </a:lnTo>
                  <a:lnTo>
                    <a:pt x="931695" y="1260109"/>
                  </a:lnTo>
                  <a:lnTo>
                    <a:pt x="931708" y="1260102"/>
                  </a:lnTo>
                  <a:lnTo>
                    <a:pt x="931716" y="1260090"/>
                  </a:lnTo>
                  <a:lnTo>
                    <a:pt x="931717" y="1260079"/>
                  </a:lnTo>
                  <a:lnTo>
                    <a:pt x="931715" y="1260065"/>
                  </a:lnTo>
                  <a:lnTo>
                    <a:pt x="931717" y="1260045"/>
                  </a:lnTo>
                  <a:lnTo>
                    <a:pt x="931722" y="1260040"/>
                  </a:lnTo>
                  <a:lnTo>
                    <a:pt x="931734" y="1260033"/>
                  </a:lnTo>
                  <a:lnTo>
                    <a:pt x="931746" y="1260031"/>
                  </a:lnTo>
                  <a:lnTo>
                    <a:pt x="931760" y="1260030"/>
                  </a:lnTo>
                  <a:lnTo>
                    <a:pt x="931770" y="1260033"/>
                  </a:lnTo>
                  <a:lnTo>
                    <a:pt x="931786" y="1260039"/>
                  </a:lnTo>
                  <a:lnTo>
                    <a:pt x="931794" y="1260046"/>
                  </a:lnTo>
                  <a:lnTo>
                    <a:pt x="931806" y="1260064"/>
                  </a:lnTo>
                  <a:lnTo>
                    <a:pt x="931808" y="1260073"/>
                  </a:lnTo>
                  <a:lnTo>
                    <a:pt x="931816" y="1260083"/>
                  </a:lnTo>
                  <a:lnTo>
                    <a:pt x="931829" y="1260089"/>
                  </a:lnTo>
                  <a:lnTo>
                    <a:pt x="931843" y="1260094"/>
                  </a:lnTo>
                  <a:lnTo>
                    <a:pt x="931853" y="1260094"/>
                  </a:lnTo>
                  <a:lnTo>
                    <a:pt x="931866" y="1260092"/>
                  </a:lnTo>
                  <a:lnTo>
                    <a:pt x="931877" y="1260087"/>
                  </a:lnTo>
                  <a:lnTo>
                    <a:pt x="931901" y="1260072"/>
                  </a:lnTo>
                  <a:lnTo>
                    <a:pt x="931919" y="1260055"/>
                  </a:lnTo>
                  <a:lnTo>
                    <a:pt x="931922" y="1260048"/>
                  </a:lnTo>
                  <a:lnTo>
                    <a:pt x="931940" y="1260023"/>
                  </a:lnTo>
                  <a:lnTo>
                    <a:pt x="931955" y="1259997"/>
                  </a:lnTo>
                  <a:lnTo>
                    <a:pt x="931975" y="1259972"/>
                  </a:lnTo>
                  <a:lnTo>
                    <a:pt x="932024" y="1259903"/>
                  </a:lnTo>
                  <a:lnTo>
                    <a:pt x="932043" y="1259881"/>
                  </a:lnTo>
                  <a:lnTo>
                    <a:pt x="932059" y="1259856"/>
                  </a:lnTo>
                  <a:lnTo>
                    <a:pt x="932070" y="1259830"/>
                  </a:lnTo>
                  <a:lnTo>
                    <a:pt x="932088" y="1259805"/>
                  </a:lnTo>
                  <a:lnTo>
                    <a:pt x="932107" y="1259780"/>
                  </a:lnTo>
                  <a:lnTo>
                    <a:pt x="932121" y="1259755"/>
                  </a:lnTo>
                  <a:lnTo>
                    <a:pt x="932137" y="1259729"/>
                  </a:lnTo>
                  <a:lnTo>
                    <a:pt x="932151" y="1259704"/>
                  </a:lnTo>
                  <a:lnTo>
                    <a:pt x="932164" y="1259679"/>
                  </a:lnTo>
                  <a:lnTo>
                    <a:pt x="932177" y="1259654"/>
                  </a:lnTo>
                  <a:lnTo>
                    <a:pt x="932191" y="1259628"/>
                  </a:lnTo>
                  <a:lnTo>
                    <a:pt x="932201" y="1259617"/>
                  </a:lnTo>
                  <a:lnTo>
                    <a:pt x="932207" y="1259603"/>
                  </a:lnTo>
                  <a:lnTo>
                    <a:pt x="932220" y="1259578"/>
                  </a:lnTo>
                  <a:lnTo>
                    <a:pt x="932234" y="1259553"/>
                  </a:lnTo>
                  <a:lnTo>
                    <a:pt x="932247" y="1259527"/>
                  </a:lnTo>
                  <a:lnTo>
                    <a:pt x="932255" y="1259511"/>
                  </a:lnTo>
                  <a:lnTo>
                    <a:pt x="932261" y="1259504"/>
                  </a:lnTo>
                  <a:lnTo>
                    <a:pt x="932282" y="1259478"/>
                  </a:lnTo>
                  <a:lnTo>
                    <a:pt x="932293" y="1259467"/>
                  </a:lnTo>
                  <a:lnTo>
                    <a:pt x="932301" y="1259453"/>
                  </a:lnTo>
                  <a:lnTo>
                    <a:pt x="932320" y="1259428"/>
                  </a:lnTo>
                  <a:lnTo>
                    <a:pt x="932336" y="1259403"/>
                  </a:lnTo>
                  <a:lnTo>
                    <a:pt x="932350" y="1259377"/>
                  </a:lnTo>
                  <a:lnTo>
                    <a:pt x="932366" y="1259352"/>
                  </a:lnTo>
                  <a:lnTo>
                    <a:pt x="932381" y="1259327"/>
                  </a:lnTo>
                  <a:lnTo>
                    <a:pt x="932395" y="1259302"/>
                  </a:lnTo>
                  <a:lnTo>
                    <a:pt x="932404" y="1259281"/>
                  </a:lnTo>
                  <a:lnTo>
                    <a:pt x="932409" y="1259276"/>
                  </a:lnTo>
                  <a:lnTo>
                    <a:pt x="932417" y="1259263"/>
                  </a:lnTo>
                  <a:lnTo>
                    <a:pt x="932428" y="1259251"/>
                  </a:lnTo>
                  <a:lnTo>
                    <a:pt x="932446" y="1259226"/>
                  </a:lnTo>
                  <a:lnTo>
                    <a:pt x="932463" y="1259201"/>
                  </a:lnTo>
                  <a:lnTo>
                    <a:pt x="932501" y="1259170"/>
                  </a:lnTo>
                  <a:lnTo>
                    <a:pt x="932505" y="1259171"/>
                  </a:lnTo>
                  <a:lnTo>
                    <a:pt x="932512" y="1259170"/>
                  </a:lnTo>
                  <a:lnTo>
                    <a:pt x="932520" y="1259170"/>
                  </a:lnTo>
                  <a:lnTo>
                    <a:pt x="932530" y="1259171"/>
                  </a:lnTo>
                  <a:lnTo>
                    <a:pt x="932535" y="1259172"/>
                  </a:lnTo>
                  <a:lnTo>
                    <a:pt x="932542" y="1259177"/>
                  </a:lnTo>
                  <a:lnTo>
                    <a:pt x="932546" y="1259178"/>
                  </a:lnTo>
                  <a:lnTo>
                    <a:pt x="932553" y="1259177"/>
                  </a:lnTo>
                  <a:lnTo>
                    <a:pt x="932562" y="1259181"/>
                  </a:lnTo>
                  <a:lnTo>
                    <a:pt x="932574" y="1259181"/>
                  </a:lnTo>
                  <a:lnTo>
                    <a:pt x="932587" y="1259173"/>
                  </a:lnTo>
                  <a:lnTo>
                    <a:pt x="932601" y="1259159"/>
                  </a:lnTo>
                  <a:lnTo>
                    <a:pt x="932610" y="1259154"/>
                  </a:lnTo>
                  <a:lnTo>
                    <a:pt x="932619" y="1259152"/>
                  </a:lnTo>
                  <a:lnTo>
                    <a:pt x="932628" y="1259153"/>
                  </a:lnTo>
                  <a:lnTo>
                    <a:pt x="932636" y="1259154"/>
                  </a:lnTo>
                  <a:lnTo>
                    <a:pt x="932640" y="1259155"/>
                  </a:lnTo>
                  <a:lnTo>
                    <a:pt x="932643" y="1259150"/>
                  </a:lnTo>
                  <a:lnTo>
                    <a:pt x="932643" y="1259133"/>
                  </a:lnTo>
                  <a:lnTo>
                    <a:pt x="932641" y="1259094"/>
                  </a:lnTo>
                  <a:lnTo>
                    <a:pt x="932639" y="1259083"/>
                  </a:lnTo>
                  <a:lnTo>
                    <a:pt x="932639" y="1259078"/>
                  </a:lnTo>
                  <a:lnTo>
                    <a:pt x="932641" y="1259073"/>
                  </a:lnTo>
                  <a:lnTo>
                    <a:pt x="932646" y="1259069"/>
                  </a:lnTo>
                  <a:lnTo>
                    <a:pt x="932653" y="1259062"/>
                  </a:lnTo>
                  <a:lnTo>
                    <a:pt x="932666" y="1259048"/>
                  </a:lnTo>
                  <a:lnTo>
                    <a:pt x="932696" y="1259011"/>
                  </a:lnTo>
                  <a:lnTo>
                    <a:pt x="932706" y="1258996"/>
                  </a:lnTo>
                  <a:lnTo>
                    <a:pt x="932717" y="1258986"/>
                  </a:lnTo>
                  <a:lnTo>
                    <a:pt x="932724" y="1258975"/>
                  </a:lnTo>
                  <a:lnTo>
                    <a:pt x="932731" y="1258950"/>
                  </a:lnTo>
                  <a:lnTo>
                    <a:pt x="932734" y="1258925"/>
                  </a:lnTo>
                  <a:lnTo>
                    <a:pt x="932737" y="1258898"/>
                  </a:lnTo>
                  <a:lnTo>
                    <a:pt x="932743" y="1258885"/>
                  </a:lnTo>
                  <a:lnTo>
                    <a:pt x="932752" y="1258875"/>
                  </a:lnTo>
                  <a:lnTo>
                    <a:pt x="932774" y="1258853"/>
                  </a:lnTo>
                  <a:lnTo>
                    <a:pt x="932798" y="1258831"/>
                  </a:lnTo>
                  <a:lnTo>
                    <a:pt x="932817" y="1258805"/>
                  </a:lnTo>
                  <a:lnTo>
                    <a:pt x="932822" y="1258800"/>
                  </a:lnTo>
                  <a:lnTo>
                    <a:pt x="932832" y="1258780"/>
                  </a:lnTo>
                  <a:lnTo>
                    <a:pt x="932839" y="1258755"/>
                  </a:lnTo>
                  <a:lnTo>
                    <a:pt x="932846" y="1258730"/>
                  </a:lnTo>
                  <a:lnTo>
                    <a:pt x="932849" y="1258722"/>
                  </a:lnTo>
                  <a:lnTo>
                    <a:pt x="932854" y="1258714"/>
                  </a:lnTo>
                  <a:lnTo>
                    <a:pt x="932861" y="1258704"/>
                  </a:lnTo>
                  <a:lnTo>
                    <a:pt x="932882" y="1258683"/>
                  </a:lnTo>
                  <a:lnTo>
                    <a:pt x="932907" y="1258665"/>
                  </a:lnTo>
                  <a:lnTo>
                    <a:pt x="932930" y="1258657"/>
                  </a:lnTo>
                  <a:lnTo>
                    <a:pt x="932955" y="1258645"/>
                  </a:lnTo>
                  <a:lnTo>
                    <a:pt x="932966" y="1258635"/>
                  </a:lnTo>
                  <a:lnTo>
                    <a:pt x="932976" y="1258621"/>
                  </a:lnTo>
                  <a:lnTo>
                    <a:pt x="932991" y="1258596"/>
                  </a:lnTo>
                  <a:lnTo>
                    <a:pt x="933007" y="1258571"/>
                  </a:lnTo>
                  <a:lnTo>
                    <a:pt x="933036" y="1258520"/>
                  </a:lnTo>
                  <a:lnTo>
                    <a:pt x="933041" y="1258512"/>
                  </a:lnTo>
                  <a:lnTo>
                    <a:pt x="933056" y="1258500"/>
                  </a:lnTo>
                  <a:lnTo>
                    <a:pt x="933062" y="1258501"/>
                  </a:lnTo>
                  <a:lnTo>
                    <a:pt x="933065" y="1258520"/>
                  </a:lnTo>
                  <a:lnTo>
                    <a:pt x="933070" y="1258545"/>
                  </a:lnTo>
                  <a:lnTo>
                    <a:pt x="933072" y="1258550"/>
                  </a:lnTo>
                  <a:lnTo>
                    <a:pt x="933075" y="1258553"/>
                  </a:lnTo>
                  <a:lnTo>
                    <a:pt x="933091" y="1258556"/>
                  </a:lnTo>
                  <a:lnTo>
                    <a:pt x="933115" y="1258556"/>
                  </a:lnTo>
                  <a:lnTo>
                    <a:pt x="933139" y="1258554"/>
                  </a:lnTo>
                  <a:lnTo>
                    <a:pt x="933164" y="1258546"/>
                  </a:lnTo>
                  <a:lnTo>
                    <a:pt x="933188" y="1258531"/>
                  </a:lnTo>
                  <a:lnTo>
                    <a:pt x="933212" y="1258515"/>
                  </a:lnTo>
                  <a:lnTo>
                    <a:pt x="933236" y="1258498"/>
                  </a:lnTo>
                  <a:lnTo>
                    <a:pt x="933260" y="1258480"/>
                  </a:lnTo>
                  <a:lnTo>
                    <a:pt x="933273" y="1258478"/>
                  </a:lnTo>
                  <a:lnTo>
                    <a:pt x="933284" y="1258482"/>
                  </a:lnTo>
                  <a:lnTo>
                    <a:pt x="933309" y="1258502"/>
                  </a:lnTo>
                  <a:lnTo>
                    <a:pt x="933322" y="1258513"/>
                  </a:lnTo>
                  <a:lnTo>
                    <a:pt x="933333" y="1258514"/>
                  </a:lnTo>
                  <a:lnTo>
                    <a:pt x="933357" y="1258509"/>
                  </a:lnTo>
                  <a:lnTo>
                    <a:pt x="933381" y="1258499"/>
                  </a:lnTo>
                  <a:lnTo>
                    <a:pt x="933394" y="1258497"/>
                  </a:lnTo>
                  <a:lnTo>
                    <a:pt x="933406" y="1258492"/>
                  </a:lnTo>
                  <a:lnTo>
                    <a:pt x="933430" y="1258486"/>
                  </a:lnTo>
                  <a:lnTo>
                    <a:pt x="933441" y="1258483"/>
                  </a:lnTo>
                  <a:lnTo>
                    <a:pt x="933454" y="1258474"/>
                  </a:lnTo>
                  <a:lnTo>
                    <a:pt x="933463" y="1258463"/>
                  </a:lnTo>
                  <a:lnTo>
                    <a:pt x="933477" y="1258453"/>
                  </a:lnTo>
                  <a:lnTo>
                    <a:pt x="933500" y="1258454"/>
                  </a:lnTo>
                  <a:lnTo>
                    <a:pt x="933515" y="1258455"/>
                  </a:lnTo>
                  <a:lnTo>
                    <a:pt x="933525" y="1258454"/>
                  </a:lnTo>
                  <a:lnTo>
                    <a:pt x="933534" y="1258454"/>
                  </a:lnTo>
                  <a:lnTo>
                    <a:pt x="933541" y="1258450"/>
                  </a:lnTo>
                  <a:lnTo>
                    <a:pt x="933547" y="1258445"/>
                  </a:lnTo>
                  <a:lnTo>
                    <a:pt x="933553" y="1258437"/>
                  </a:lnTo>
                  <a:lnTo>
                    <a:pt x="933557" y="1258428"/>
                  </a:lnTo>
                  <a:lnTo>
                    <a:pt x="933559" y="1258418"/>
                  </a:lnTo>
                  <a:lnTo>
                    <a:pt x="933565" y="1258412"/>
                  </a:lnTo>
                  <a:lnTo>
                    <a:pt x="933575" y="1258409"/>
                  </a:lnTo>
                  <a:lnTo>
                    <a:pt x="933584" y="1258404"/>
                  </a:lnTo>
                  <a:lnTo>
                    <a:pt x="933588" y="1258401"/>
                  </a:lnTo>
                  <a:lnTo>
                    <a:pt x="933592" y="1258398"/>
                  </a:lnTo>
                  <a:lnTo>
                    <a:pt x="933597" y="1258390"/>
                  </a:lnTo>
                  <a:lnTo>
                    <a:pt x="933603" y="1258376"/>
                  </a:lnTo>
                  <a:lnTo>
                    <a:pt x="933609" y="1258351"/>
                  </a:lnTo>
                  <a:lnTo>
                    <a:pt x="933624" y="1258326"/>
                  </a:lnTo>
                  <a:lnTo>
                    <a:pt x="933644" y="1258300"/>
                  </a:lnTo>
                  <a:lnTo>
                    <a:pt x="933651" y="1258289"/>
                  </a:lnTo>
                  <a:lnTo>
                    <a:pt x="933654" y="1258275"/>
                  </a:lnTo>
                  <a:lnTo>
                    <a:pt x="933657" y="1258250"/>
                  </a:lnTo>
                  <a:lnTo>
                    <a:pt x="933656" y="1258237"/>
                  </a:lnTo>
                  <a:lnTo>
                    <a:pt x="933657" y="1258225"/>
                  </a:lnTo>
                  <a:lnTo>
                    <a:pt x="933663" y="1258216"/>
                  </a:lnTo>
                  <a:lnTo>
                    <a:pt x="933679" y="1258210"/>
                  </a:lnTo>
                  <a:lnTo>
                    <a:pt x="933703" y="1258204"/>
                  </a:lnTo>
                  <a:lnTo>
                    <a:pt x="933710" y="1258204"/>
                  </a:lnTo>
                  <a:lnTo>
                    <a:pt x="933720" y="1258202"/>
                  </a:lnTo>
                  <a:lnTo>
                    <a:pt x="933728" y="1258197"/>
                  </a:lnTo>
                  <a:lnTo>
                    <a:pt x="933734" y="1258190"/>
                  </a:lnTo>
                  <a:lnTo>
                    <a:pt x="933744" y="1258172"/>
                  </a:lnTo>
                  <a:lnTo>
                    <a:pt x="933755" y="1258147"/>
                  </a:lnTo>
                  <a:lnTo>
                    <a:pt x="933768" y="1258122"/>
                  </a:lnTo>
                  <a:lnTo>
                    <a:pt x="933782" y="1258096"/>
                  </a:lnTo>
                  <a:lnTo>
                    <a:pt x="933793" y="1258071"/>
                  </a:lnTo>
                  <a:lnTo>
                    <a:pt x="933799" y="1258059"/>
                  </a:lnTo>
                  <a:lnTo>
                    <a:pt x="933802" y="1258046"/>
                  </a:lnTo>
                  <a:lnTo>
                    <a:pt x="933804" y="1258021"/>
                  </a:lnTo>
                  <a:lnTo>
                    <a:pt x="933811" y="1257996"/>
                  </a:lnTo>
                  <a:lnTo>
                    <a:pt x="933815" y="1257986"/>
                  </a:lnTo>
                  <a:lnTo>
                    <a:pt x="933815" y="1257971"/>
                  </a:lnTo>
                  <a:lnTo>
                    <a:pt x="933811" y="1257954"/>
                  </a:lnTo>
                  <a:lnTo>
                    <a:pt x="933809" y="1257945"/>
                  </a:lnTo>
                  <a:lnTo>
                    <a:pt x="933809" y="1257932"/>
                  </a:lnTo>
                  <a:lnTo>
                    <a:pt x="933812" y="1257920"/>
                  </a:lnTo>
                  <a:lnTo>
                    <a:pt x="933820" y="1257895"/>
                  </a:lnTo>
                  <a:lnTo>
                    <a:pt x="933831" y="1257872"/>
                  </a:lnTo>
                  <a:lnTo>
                    <a:pt x="933842" y="1257858"/>
                  </a:lnTo>
                  <a:lnTo>
                    <a:pt x="933850" y="1257853"/>
                  </a:lnTo>
                  <a:lnTo>
                    <a:pt x="933857" y="1257853"/>
                  </a:lnTo>
                  <a:lnTo>
                    <a:pt x="933861" y="1257855"/>
                  </a:lnTo>
                  <a:lnTo>
                    <a:pt x="933869" y="1257861"/>
                  </a:lnTo>
                  <a:lnTo>
                    <a:pt x="933875" y="1257873"/>
                  </a:lnTo>
                  <a:lnTo>
                    <a:pt x="933887" y="1257898"/>
                  </a:lnTo>
                  <a:lnTo>
                    <a:pt x="933895" y="1257917"/>
                  </a:lnTo>
                  <a:lnTo>
                    <a:pt x="933898" y="1257926"/>
                  </a:lnTo>
                  <a:lnTo>
                    <a:pt x="933898" y="1257934"/>
                  </a:lnTo>
                  <a:lnTo>
                    <a:pt x="933897" y="1257940"/>
                  </a:lnTo>
                  <a:lnTo>
                    <a:pt x="933894" y="1257952"/>
                  </a:lnTo>
                  <a:lnTo>
                    <a:pt x="933893" y="1257963"/>
                  </a:lnTo>
                  <a:lnTo>
                    <a:pt x="933892" y="1257973"/>
                  </a:lnTo>
                  <a:lnTo>
                    <a:pt x="933894" y="1257983"/>
                  </a:lnTo>
                  <a:lnTo>
                    <a:pt x="933897" y="1257997"/>
                  </a:lnTo>
                  <a:lnTo>
                    <a:pt x="933900" y="1258007"/>
                  </a:lnTo>
                  <a:lnTo>
                    <a:pt x="933910" y="1258023"/>
                  </a:lnTo>
                  <a:lnTo>
                    <a:pt x="933919" y="1258035"/>
                  </a:lnTo>
                  <a:lnTo>
                    <a:pt x="933923" y="1258048"/>
                  </a:lnTo>
                  <a:lnTo>
                    <a:pt x="933933" y="1258065"/>
                  </a:lnTo>
                  <a:lnTo>
                    <a:pt x="933942" y="1258073"/>
                  </a:lnTo>
                  <a:lnTo>
                    <a:pt x="933964" y="1258098"/>
                  </a:lnTo>
                  <a:lnTo>
                    <a:pt x="933989" y="1258121"/>
                  </a:lnTo>
                  <a:lnTo>
                    <a:pt x="934000" y="1258131"/>
                  </a:lnTo>
                  <a:lnTo>
                    <a:pt x="934013" y="1258137"/>
                  </a:lnTo>
                  <a:lnTo>
                    <a:pt x="934035" y="1258145"/>
                  </a:lnTo>
                  <a:lnTo>
                    <a:pt x="934041" y="1258147"/>
                  </a:lnTo>
                  <a:lnTo>
                    <a:pt x="934051" y="1258154"/>
                  </a:lnTo>
                  <a:lnTo>
                    <a:pt x="934059" y="1258161"/>
                  </a:lnTo>
                  <a:lnTo>
                    <a:pt x="934065" y="1258169"/>
                  </a:lnTo>
                  <a:lnTo>
                    <a:pt x="934082" y="1258199"/>
                  </a:lnTo>
                  <a:lnTo>
                    <a:pt x="934096" y="1258221"/>
                  </a:lnTo>
                  <a:lnTo>
                    <a:pt x="934106" y="1258234"/>
                  </a:lnTo>
                  <a:lnTo>
                    <a:pt x="934117" y="1258229"/>
                  </a:lnTo>
                  <a:lnTo>
                    <a:pt x="934130" y="1258224"/>
                  </a:lnTo>
                  <a:lnTo>
                    <a:pt x="934154" y="1258215"/>
                  </a:lnTo>
                  <a:lnTo>
                    <a:pt x="934179" y="1258213"/>
                  </a:lnTo>
                  <a:lnTo>
                    <a:pt x="934198" y="1258214"/>
                  </a:lnTo>
                  <a:lnTo>
                    <a:pt x="934213" y="1258217"/>
                  </a:lnTo>
                  <a:lnTo>
                    <a:pt x="934227" y="1258222"/>
                  </a:lnTo>
                  <a:lnTo>
                    <a:pt x="934251" y="1258234"/>
                  </a:lnTo>
                  <a:lnTo>
                    <a:pt x="934276" y="1258242"/>
                  </a:lnTo>
                  <a:lnTo>
                    <a:pt x="934300" y="1258250"/>
                  </a:lnTo>
                  <a:lnTo>
                    <a:pt x="934307" y="1258255"/>
                  </a:lnTo>
                  <a:lnTo>
                    <a:pt x="934315" y="1258263"/>
                  </a:lnTo>
                  <a:lnTo>
                    <a:pt x="934320" y="1258273"/>
                  </a:lnTo>
                  <a:lnTo>
                    <a:pt x="934330" y="1258298"/>
                  </a:lnTo>
                  <a:lnTo>
                    <a:pt x="934333" y="1258308"/>
                  </a:lnTo>
                  <a:lnTo>
                    <a:pt x="934335" y="1258318"/>
                  </a:lnTo>
                  <a:lnTo>
                    <a:pt x="934337" y="1258323"/>
                  </a:lnTo>
                  <a:lnTo>
                    <a:pt x="934341" y="1258349"/>
                  </a:lnTo>
                  <a:lnTo>
                    <a:pt x="934343" y="1258364"/>
                  </a:lnTo>
                  <a:lnTo>
                    <a:pt x="934348" y="1258365"/>
                  </a:lnTo>
                  <a:lnTo>
                    <a:pt x="934355" y="1258365"/>
                  </a:lnTo>
                  <a:lnTo>
                    <a:pt x="934379" y="1258355"/>
                  </a:lnTo>
                  <a:lnTo>
                    <a:pt x="934388" y="1258353"/>
                  </a:lnTo>
                  <a:lnTo>
                    <a:pt x="934393" y="1258353"/>
                  </a:lnTo>
                  <a:lnTo>
                    <a:pt x="934403" y="1258359"/>
                  </a:lnTo>
                  <a:lnTo>
                    <a:pt x="934408" y="1258366"/>
                  </a:lnTo>
                  <a:lnTo>
                    <a:pt x="934415" y="1258384"/>
                  </a:lnTo>
                  <a:lnTo>
                    <a:pt x="934419" y="1258409"/>
                  </a:lnTo>
                  <a:lnTo>
                    <a:pt x="934428" y="1258416"/>
                  </a:lnTo>
                  <a:lnTo>
                    <a:pt x="934437" y="1258416"/>
                  </a:lnTo>
                  <a:lnTo>
                    <a:pt x="934444" y="1258412"/>
                  </a:lnTo>
                  <a:lnTo>
                    <a:pt x="934455" y="1258400"/>
                  </a:lnTo>
                  <a:lnTo>
                    <a:pt x="934459" y="1258397"/>
                  </a:lnTo>
                  <a:lnTo>
                    <a:pt x="934464" y="1258392"/>
                  </a:lnTo>
                  <a:lnTo>
                    <a:pt x="934467" y="1258390"/>
                  </a:lnTo>
                  <a:lnTo>
                    <a:pt x="934473" y="1258387"/>
                  </a:lnTo>
                  <a:lnTo>
                    <a:pt x="934479" y="1258387"/>
                  </a:lnTo>
                  <a:lnTo>
                    <a:pt x="934488" y="1258390"/>
                  </a:lnTo>
                  <a:lnTo>
                    <a:pt x="934497" y="1258392"/>
                  </a:lnTo>
                  <a:lnTo>
                    <a:pt x="934509" y="1258394"/>
                  </a:lnTo>
                  <a:lnTo>
                    <a:pt x="934517" y="1258394"/>
                  </a:lnTo>
                  <a:lnTo>
                    <a:pt x="934541" y="1258391"/>
                  </a:lnTo>
                  <a:lnTo>
                    <a:pt x="934554" y="1258391"/>
                  </a:lnTo>
                  <a:lnTo>
                    <a:pt x="934565" y="1258394"/>
                  </a:lnTo>
                  <a:lnTo>
                    <a:pt x="934589" y="1258402"/>
                  </a:lnTo>
                  <a:lnTo>
                    <a:pt x="934602" y="1258406"/>
                  </a:lnTo>
                  <a:lnTo>
                    <a:pt x="934613" y="1258412"/>
                  </a:lnTo>
                  <a:lnTo>
                    <a:pt x="934630" y="1258429"/>
                  </a:lnTo>
                  <a:lnTo>
                    <a:pt x="934639" y="1258436"/>
                  </a:lnTo>
                  <a:lnTo>
                    <a:pt x="934657" y="1258444"/>
                  </a:lnTo>
                  <a:lnTo>
                    <a:pt x="934682" y="1258447"/>
                  </a:lnTo>
                  <a:lnTo>
                    <a:pt x="934688" y="1258449"/>
                  </a:lnTo>
                  <a:lnTo>
                    <a:pt x="934710" y="1258446"/>
                  </a:lnTo>
                  <a:lnTo>
                    <a:pt x="934738" y="1258447"/>
                  </a:lnTo>
                  <a:lnTo>
                    <a:pt x="934762" y="1258452"/>
                  </a:lnTo>
                  <a:lnTo>
                    <a:pt x="934787" y="1258458"/>
                  </a:lnTo>
                  <a:lnTo>
                    <a:pt x="934811" y="1258465"/>
                  </a:lnTo>
                  <a:lnTo>
                    <a:pt x="934835" y="1258478"/>
                  </a:lnTo>
                  <a:lnTo>
                    <a:pt x="934850" y="1258486"/>
                  </a:lnTo>
                  <a:lnTo>
                    <a:pt x="934859" y="1258488"/>
                  </a:lnTo>
                  <a:lnTo>
                    <a:pt x="934884" y="1258487"/>
                  </a:lnTo>
                  <a:lnTo>
                    <a:pt x="934892" y="1258486"/>
                  </a:lnTo>
                  <a:lnTo>
                    <a:pt x="934908" y="1258475"/>
                  </a:lnTo>
                  <a:lnTo>
                    <a:pt x="934921" y="1258475"/>
                  </a:lnTo>
                  <a:lnTo>
                    <a:pt x="934932" y="1258482"/>
                  </a:lnTo>
                  <a:lnTo>
                    <a:pt x="934935" y="1258507"/>
                  </a:lnTo>
                  <a:lnTo>
                    <a:pt x="934941" y="1258525"/>
                  </a:lnTo>
                  <a:lnTo>
                    <a:pt x="934946" y="1258532"/>
                  </a:lnTo>
                  <a:lnTo>
                    <a:pt x="934949" y="1258535"/>
                  </a:lnTo>
                  <a:lnTo>
                    <a:pt x="934970" y="1258538"/>
                  </a:lnTo>
                  <a:lnTo>
                    <a:pt x="934980" y="1258545"/>
                  </a:lnTo>
                  <a:lnTo>
                    <a:pt x="934983" y="1258552"/>
                  </a:lnTo>
                  <a:lnTo>
                    <a:pt x="934981" y="1258560"/>
                  </a:lnTo>
                  <a:lnTo>
                    <a:pt x="934978" y="1258567"/>
                  </a:lnTo>
                  <a:lnTo>
                    <a:pt x="934976" y="1258572"/>
                  </a:lnTo>
                  <a:lnTo>
                    <a:pt x="934972" y="1258576"/>
                  </a:lnTo>
                  <a:lnTo>
                    <a:pt x="934966" y="1258584"/>
                  </a:lnTo>
                  <a:lnTo>
                    <a:pt x="934957" y="1258592"/>
                  </a:lnTo>
                  <a:lnTo>
                    <a:pt x="934955" y="1258597"/>
                  </a:lnTo>
                  <a:lnTo>
                    <a:pt x="934952" y="1258605"/>
                  </a:lnTo>
                  <a:lnTo>
                    <a:pt x="934957" y="1258616"/>
                  </a:lnTo>
                  <a:lnTo>
                    <a:pt x="934964" y="1258621"/>
                  </a:lnTo>
                  <a:lnTo>
                    <a:pt x="934972" y="1258621"/>
                  </a:lnTo>
                  <a:lnTo>
                    <a:pt x="934977" y="1258620"/>
                  </a:lnTo>
                  <a:lnTo>
                    <a:pt x="934996" y="1258610"/>
                  </a:lnTo>
                  <a:lnTo>
                    <a:pt x="935021" y="1258596"/>
                  </a:lnTo>
                  <a:lnTo>
                    <a:pt x="935028" y="1258595"/>
                  </a:lnTo>
                  <a:lnTo>
                    <a:pt x="935034" y="1258598"/>
                  </a:lnTo>
                  <a:lnTo>
                    <a:pt x="935042" y="1258613"/>
                  </a:lnTo>
                  <a:lnTo>
                    <a:pt x="935046" y="1258618"/>
                  </a:lnTo>
                  <a:lnTo>
                    <a:pt x="935057" y="1258638"/>
                  </a:lnTo>
                  <a:lnTo>
                    <a:pt x="935061" y="1258648"/>
                  </a:lnTo>
                  <a:lnTo>
                    <a:pt x="935063" y="1258653"/>
                  </a:lnTo>
                  <a:lnTo>
                    <a:pt x="935065" y="1258658"/>
                  </a:lnTo>
                  <a:lnTo>
                    <a:pt x="935070" y="1258663"/>
                  </a:lnTo>
                  <a:lnTo>
                    <a:pt x="935073" y="1258666"/>
                  </a:lnTo>
                  <a:lnTo>
                    <a:pt x="935078" y="1258666"/>
                  </a:lnTo>
                  <a:lnTo>
                    <a:pt x="935081" y="1258663"/>
                  </a:lnTo>
                  <a:lnTo>
                    <a:pt x="935086" y="1258656"/>
                  </a:lnTo>
                  <a:lnTo>
                    <a:pt x="935091" y="1258653"/>
                  </a:lnTo>
                  <a:lnTo>
                    <a:pt x="935094" y="1258649"/>
                  </a:lnTo>
                  <a:lnTo>
                    <a:pt x="935113" y="1258632"/>
                  </a:lnTo>
                  <a:lnTo>
                    <a:pt x="935121" y="1258624"/>
                  </a:lnTo>
                  <a:lnTo>
                    <a:pt x="935130" y="1258607"/>
                  </a:lnTo>
                  <a:lnTo>
                    <a:pt x="935134" y="1258597"/>
                  </a:lnTo>
                  <a:lnTo>
                    <a:pt x="935140" y="1258590"/>
                  </a:lnTo>
                  <a:lnTo>
                    <a:pt x="935148" y="1258588"/>
                  </a:lnTo>
                  <a:lnTo>
                    <a:pt x="935172" y="1258580"/>
                  </a:lnTo>
                  <a:lnTo>
                    <a:pt x="935178" y="1258575"/>
                  </a:lnTo>
                  <a:lnTo>
                    <a:pt x="935191" y="1258556"/>
                  </a:lnTo>
                  <a:lnTo>
                    <a:pt x="935196" y="1258548"/>
                  </a:lnTo>
                  <a:lnTo>
                    <a:pt x="935199" y="1258531"/>
                  </a:lnTo>
                  <a:lnTo>
                    <a:pt x="935209" y="1258506"/>
                  </a:lnTo>
                  <a:lnTo>
                    <a:pt x="935218" y="1258503"/>
                  </a:lnTo>
                  <a:lnTo>
                    <a:pt x="935228" y="1258516"/>
                  </a:lnTo>
                  <a:lnTo>
                    <a:pt x="935238" y="1258541"/>
                  </a:lnTo>
                  <a:lnTo>
                    <a:pt x="935241" y="1258548"/>
                  </a:lnTo>
                  <a:lnTo>
                    <a:pt x="935241" y="1258568"/>
                  </a:lnTo>
                  <a:lnTo>
                    <a:pt x="935246" y="1258574"/>
                  </a:lnTo>
                  <a:lnTo>
                    <a:pt x="935256" y="1258574"/>
                  </a:lnTo>
                  <a:lnTo>
                    <a:pt x="935263" y="1258571"/>
                  </a:lnTo>
                  <a:lnTo>
                    <a:pt x="935269" y="1258565"/>
                  </a:lnTo>
                  <a:lnTo>
                    <a:pt x="935282" y="1258547"/>
                  </a:lnTo>
                  <a:lnTo>
                    <a:pt x="935288" y="1258542"/>
                  </a:lnTo>
                  <a:lnTo>
                    <a:pt x="935301" y="1258535"/>
                  </a:lnTo>
                  <a:lnTo>
                    <a:pt x="935306" y="1258535"/>
                  </a:lnTo>
                  <a:lnTo>
                    <a:pt x="935330" y="1258525"/>
                  </a:lnTo>
                  <a:lnTo>
                    <a:pt x="935340" y="1258520"/>
                  </a:lnTo>
                  <a:lnTo>
                    <a:pt x="935354" y="1258518"/>
                  </a:lnTo>
                  <a:lnTo>
                    <a:pt x="935364" y="1258523"/>
                  </a:lnTo>
                  <a:lnTo>
                    <a:pt x="935378" y="1258525"/>
                  </a:lnTo>
                  <a:lnTo>
                    <a:pt x="935385" y="1258524"/>
                  </a:lnTo>
                  <a:lnTo>
                    <a:pt x="935403" y="1258518"/>
                  </a:lnTo>
                  <a:lnTo>
                    <a:pt x="935427" y="1258501"/>
                  </a:lnTo>
                  <a:lnTo>
                    <a:pt x="935438" y="1258492"/>
                  </a:lnTo>
                  <a:lnTo>
                    <a:pt x="935451" y="1258487"/>
                  </a:lnTo>
                  <a:lnTo>
                    <a:pt x="935464" y="1258482"/>
                  </a:lnTo>
                  <a:lnTo>
                    <a:pt x="935478" y="1258480"/>
                  </a:lnTo>
                  <a:lnTo>
                    <a:pt x="935488" y="1258485"/>
                  </a:lnTo>
                  <a:lnTo>
                    <a:pt x="935499" y="1258495"/>
                  </a:lnTo>
                  <a:lnTo>
                    <a:pt x="935522" y="1258515"/>
                  </a:lnTo>
                  <a:lnTo>
                    <a:pt x="935534" y="1258525"/>
                  </a:lnTo>
                  <a:lnTo>
                    <a:pt x="935543" y="1258538"/>
                  </a:lnTo>
                  <a:lnTo>
                    <a:pt x="935558" y="1258563"/>
                  </a:lnTo>
                  <a:lnTo>
                    <a:pt x="935565" y="1258575"/>
                  </a:lnTo>
                  <a:lnTo>
                    <a:pt x="935568" y="1258588"/>
                  </a:lnTo>
                  <a:lnTo>
                    <a:pt x="935568" y="1258593"/>
                  </a:lnTo>
                  <a:lnTo>
                    <a:pt x="935573" y="1258606"/>
                  </a:lnTo>
                  <a:lnTo>
                    <a:pt x="935580" y="1258613"/>
                  </a:lnTo>
                  <a:lnTo>
                    <a:pt x="935585" y="1258618"/>
                  </a:lnTo>
                  <a:lnTo>
                    <a:pt x="935604" y="1258624"/>
                  </a:lnTo>
                  <a:lnTo>
                    <a:pt x="935612" y="1258628"/>
                  </a:lnTo>
                  <a:lnTo>
                    <a:pt x="935617" y="1258629"/>
                  </a:lnTo>
                  <a:lnTo>
                    <a:pt x="935625" y="1258631"/>
                  </a:lnTo>
                  <a:lnTo>
                    <a:pt x="935628" y="1258634"/>
                  </a:lnTo>
                  <a:lnTo>
                    <a:pt x="935632" y="1258641"/>
                  </a:lnTo>
                  <a:lnTo>
                    <a:pt x="935633" y="1258653"/>
                  </a:lnTo>
                  <a:lnTo>
                    <a:pt x="935633" y="1258658"/>
                  </a:lnTo>
                  <a:lnTo>
                    <a:pt x="935635" y="1258666"/>
                  </a:lnTo>
                  <a:lnTo>
                    <a:pt x="935637" y="1258681"/>
                  </a:lnTo>
                  <a:lnTo>
                    <a:pt x="935648" y="1258692"/>
                  </a:lnTo>
                  <a:lnTo>
                    <a:pt x="935659" y="1258688"/>
                  </a:lnTo>
                  <a:lnTo>
                    <a:pt x="935666" y="1258681"/>
                  </a:lnTo>
                  <a:lnTo>
                    <a:pt x="935672" y="1258662"/>
                  </a:lnTo>
                  <a:lnTo>
                    <a:pt x="935677" y="1258651"/>
                  </a:lnTo>
                  <a:lnTo>
                    <a:pt x="935687" y="1258637"/>
                  </a:lnTo>
                  <a:lnTo>
                    <a:pt x="935699" y="1258623"/>
                  </a:lnTo>
                  <a:lnTo>
                    <a:pt x="935704" y="1258620"/>
                  </a:lnTo>
                  <a:lnTo>
                    <a:pt x="935711" y="1258620"/>
                  </a:lnTo>
                  <a:lnTo>
                    <a:pt x="935714" y="1258627"/>
                  </a:lnTo>
                  <a:lnTo>
                    <a:pt x="935719" y="1258634"/>
                  </a:lnTo>
                  <a:lnTo>
                    <a:pt x="935729" y="1258643"/>
                  </a:lnTo>
                  <a:lnTo>
                    <a:pt x="935738" y="1258646"/>
                  </a:lnTo>
                  <a:lnTo>
                    <a:pt x="935754" y="1258643"/>
                  </a:lnTo>
                  <a:lnTo>
                    <a:pt x="935764" y="1258635"/>
                  </a:lnTo>
                  <a:lnTo>
                    <a:pt x="935773" y="1258621"/>
                  </a:lnTo>
                  <a:lnTo>
                    <a:pt x="935781" y="1258612"/>
                  </a:lnTo>
                  <a:lnTo>
                    <a:pt x="935789" y="1258603"/>
                  </a:lnTo>
                  <a:lnTo>
                    <a:pt x="935799" y="1258601"/>
                  </a:lnTo>
                  <a:lnTo>
                    <a:pt x="935807" y="1258606"/>
                  </a:lnTo>
                  <a:lnTo>
                    <a:pt x="935819" y="1258616"/>
                  </a:lnTo>
                  <a:lnTo>
                    <a:pt x="935835" y="1258624"/>
                  </a:lnTo>
                  <a:lnTo>
                    <a:pt x="935841" y="1258615"/>
                  </a:lnTo>
                  <a:lnTo>
                    <a:pt x="935853" y="1258601"/>
                  </a:lnTo>
                  <a:lnTo>
                    <a:pt x="935858" y="1258597"/>
                  </a:lnTo>
                  <a:lnTo>
                    <a:pt x="935868" y="1258605"/>
                  </a:lnTo>
                  <a:lnTo>
                    <a:pt x="935885" y="1258620"/>
                  </a:lnTo>
                  <a:lnTo>
                    <a:pt x="935910" y="1258638"/>
                  </a:lnTo>
                  <a:lnTo>
                    <a:pt x="935916" y="1258643"/>
                  </a:lnTo>
                  <a:lnTo>
                    <a:pt x="935934" y="1258650"/>
                  </a:lnTo>
                  <a:lnTo>
                    <a:pt x="935958" y="1258656"/>
                  </a:lnTo>
                  <a:lnTo>
                    <a:pt x="935982" y="1258661"/>
                  </a:lnTo>
                  <a:lnTo>
                    <a:pt x="936007" y="1258668"/>
                  </a:lnTo>
                  <a:lnTo>
                    <a:pt x="936020" y="1258674"/>
                  </a:lnTo>
                  <a:lnTo>
                    <a:pt x="936031" y="1258676"/>
                  </a:lnTo>
                  <a:lnTo>
                    <a:pt x="936036" y="1258676"/>
                  </a:lnTo>
                  <a:lnTo>
                    <a:pt x="936055" y="1258666"/>
                  </a:lnTo>
                  <a:lnTo>
                    <a:pt x="936079" y="1258647"/>
                  </a:lnTo>
                  <a:lnTo>
                    <a:pt x="936085" y="1258642"/>
                  </a:lnTo>
                  <a:lnTo>
                    <a:pt x="936103" y="1258635"/>
                  </a:lnTo>
                  <a:lnTo>
                    <a:pt x="936116" y="1258631"/>
                  </a:lnTo>
                  <a:lnTo>
                    <a:pt x="936119" y="1258628"/>
                  </a:lnTo>
                  <a:lnTo>
                    <a:pt x="936127" y="1258628"/>
                  </a:lnTo>
                  <a:lnTo>
                    <a:pt x="936139" y="1258624"/>
                  </a:lnTo>
                  <a:lnTo>
                    <a:pt x="936152" y="1258616"/>
                  </a:lnTo>
                  <a:lnTo>
                    <a:pt x="936163" y="1258601"/>
                  </a:lnTo>
                  <a:lnTo>
                    <a:pt x="936171" y="1258594"/>
                  </a:lnTo>
                  <a:lnTo>
                    <a:pt x="936181" y="1258597"/>
                  </a:lnTo>
                  <a:lnTo>
                    <a:pt x="936184" y="1258602"/>
                  </a:lnTo>
                  <a:lnTo>
                    <a:pt x="936186" y="1258614"/>
                  </a:lnTo>
                  <a:lnTo>
                    <a:pt x="936194" y="1258639"/>
                  </a:lnTo>
                  <a:lnTo>
                    <a:pt x="936207" y="1258664"/>
                  </a:lnTo>
                  <a:lnTo>
                    <a:pt x="936230" y="1258687"/>
                  </a:lnTo>
                  <a:lnTo>
                    <a:pt x="936243" y="1258690"/>
                  </a:lnTo>
                  <a:lnTo>
                    <a:pt x="936254" y="1258697"/>
                  </a:lnTo>
                  <a:lnTo>
                    <a:pt x="936272" y="1258710"/>
                  </a:lnTo>
                  <a:lnTo>
                    <a:pt x="936277" y="1258717"/>
                  </a:lnTo>
                  <a:lnTo>
                    <a:pt x="936290" y="1258725"/>
                  </a:lnTo>
                  <a:lnTo>
                    <a:pt x="936296" y="1258723"/>
                  </a:lnTo>
                  <a:lnTo>
                    <a:pt x="936301" y="1258718"/>
                  </a:lnTo>
                  <a:lnTo>
                    <a:pt x="936320" y="1258691"/>
                  </a:lnTo>
                  <a:lnTo>
                    <a:pt x="936330" y="1258681"/>
                  </a:lnTo>
                  <a:lnTo>
                    <a:pt x="936341" y="1258676"/>
                  </a:lnTo>
                  <a:lnTo>
                    <a:pt x="936346" y="1258674"/>
                  </a:lnTo>
                  <a:lnTo>
                    <a:pt x="936365" y="1258678"/>
                  </a:lnTo>
                  <a:lnTo>
                    <a:pt x="936375" y="1258681"/>
                  </a:lnTo>
                  <a:lnTo>
                    <a:pt x="936390" y="1258681"/>
                  </a:lnTo>
                  <a:lnTo>
                    <a:pt x="936406" y="1258672"/>
                  </a:lnTo>
                  <a:lnTo>
                    <a:pt x="936410" y="1258664"/>
                  </a:lnTo>
                  <a:lnTo>
                    <a:pt x="936414" y="1258661"/>
                  </a:lnTo>
                  <a:lnTo>
                    <a:pt x="936420" y="1258639"/>
                  </a:lnTo>
                  <a:lnTo>
                    <a:pt x="936417" y="1258614"/>
                  </a:lnTo>
                  <a:lnTo>
                    <a:pt x="936416" y="1258600"/>
                  </a:lnTo>
                  <a:lnTo>
                    <a:pt x="936426" y="1258600"/>
                  </a:lnTo>
                  <a:lnTo>
                    <a:pt x="936441" y="1258605"/>
                  </a:lnTo>
                  <a:lnTo>
                    <a:pt x="936450" y="1258605"/>
                  </a:lnTo>
                  <a:lnTo>
                    <a:pt x="936475" y="1258605"/>
                  </a:lnTo>
                  <a:lnTo>
                    <a:pt x="936499" y="1258604"/>
                  </a:lnTo>
                  <a:lnTo>
                    <a:pt x="936523" y="1258601"/>
                  </a:lnTo>
                  <a:lnTo>
                    <a:pt x="936549" y="1258596"/>
                  </a:lnTo>
                  <a:lnTo>
                    <a:pt x="936558" y="1258592"/>
                  </a:lnTo>
                  <a:lnTo>
                    <a:pt x="936571" y="1258580"/>
                  </a:lnTo>
                  <a:lnTo>
                    <a:pt x="936594" y="1258559"/>
                  </a:lnTo>
                  <a:lnTo>
                    <a:pt x="936598" y="1258552"/>
                  </a:lnTo>
                  <a:lnTo>
                    <a:pt x="936606" y="1258543"/>
                  </a:lnTo>
                  <a:lnTo>
                    <a:pt x="936616" y="1258538"/>
                  </a:lnTo>
                  <a:lnTo>
                    <a:pt x="936640" y="1258524"/>
                  </a:lnTo>
                  <a:lnTo>
                    <a:pt x="936647" y="1258523"/>
                  </a:lnTo>
                  <a:lnTo>
                    <a:pt x="936671" y="1258506"/>
                  </a:lnTo>
                  <a:lnTo>
                    <a:pt x="936688" y="1258479"/>
                  </a:lnTo>
                  <a:lnTo>
                    <a:pt x="936695" y="1258463"/>
                  </a:lnTo>
                  <a:lnTo>
                    <a:pt x="936705" y="1258464"/>
                  </a:lnTo>
                  <a:lnTo>
                    <a:pt x="936729" y="1258470"/>
                  </a:lnTo>
                  <a:lnTo>
                    <a:pt x="936734" y="1258472"/>
                  </a:lnTo>
                  <a:lnTo>
                    <a:pt x="936753" y="1258470"/>
                  </a:lnTo>
                  <a:lnTo>
                    <a:pt x="936761" y="1258465"/>
                  </a:lnTo>
                  <a:lnTo>
                    <a:pt x="936775" y="1258448"/>
                  </a:lnTo>
                  <a:lnTo>
                    <a:pt x="936785" y="1258429"/>
                  </a:lnTo>
                  <a:lnTo>
                    <a:pt x="936792" y="1258416"/>
                  </a:lnTo>
                  <a:lnTo>
                    <a:pt x="936797" y="1258415"/>
                  </a:lnTo>
                  <a:lnTo>
                    <a:pt x="936813" y="1258411"/>
                  </a:lnTo>
                  <a:lnTo>
                    <a:pt x="936818" y="1258408"/>
                  </a:lnTo>
                  <a:lnTo>
                    <a:pt x="936821" y="1258404"/>
                  </a:lnTo>
                  <a:lnTo>
                    <a:pt x="936845" y="1258381"/>
                  </a:lnTo>
                  <a:lnTo>
                    <a:pt x="936853" y="1258369"/>
                  </a:lnTo>
                  <a:lnTo>
                    <a:pt x="936855" y="1258362"/>
                  </a:lnTo>
                  <a:lnTo>
                    <a:pt x="936854" y="1258351"/>
                  </a:lnTo>
                  <a:lnTo>
                    <a:pt x="936851" y="1258324"/>
                  </a:lnTo>
                  <a:lnTo>
                    <a:pt x="936851" y="1258301"/>
                  </a:lnTo>
                  <a:lnTo>
                    <a:pt x="936850" y="1258294"/>
                  </a:lnTo>
                  <a:lnTo>
                    <a:pt x="936857" y="1258275"/>
                  </a:lnTo>
                  <a:lnTo>
                    <a:pt x="936870" y="1258250"/>
                  </a:lnTo>
                  <a:lnTo>
                    <a:pt x="936882" y="1258225"/>
                  </a:lnTo>
                  <a:lnTo>
                    <a:pt x="936889" y="1258215"/>
                  </a:lnTo>
                  <a:lnTo>
                    <a:pt x="936903" y="1258211"/>
                  </a:lnTo>
                  <a:lnTo>
                    <a:pt x="936928" y="1258220"/>
                  </a:lnTo>
                  <a:lnTo>
                    <a:pt x="936945" y="1258217"/>
                  </a:lnTo>
                  <a:lnTo>
                    <a:pt x="936952" y="1258214"/>
                  </a:lnTo>
                  <a:lnTo>
                    <a:pt x="936958" y="1258207"/>
                  </a:lnTo>
                  <a:lnTo>
                    <a:pt x="936958" y="1258199"/>
                  </a:lnTo>
                  <a:lnTo>
                    <a:pt x="936953" y="1258189"/>
                  </a:lnTo>
                  <a:lnTo>
                    <a:pt x="936953" y="1258176"/>
                  </a:lnTo>
                  <a:lnTo>
                    <a:pt x="936958" y="1258169"/>
                  </a:lnTo>
                  <a:lnTo>
                    <a:pt x="936963" y="1258167"/>
                  </a:lnTo>
                  <a:lnTo>
                    <a:pt x="936987" y="1258165"/>
                  </a:lnTo>
                  <a:lnTo>
                    <a:pt x="937000" y="1258164"/>
                  </a:lnTo>
                  <a:lnTo>
                    <a:pt x="937011" y="1258165"/>
                  </a:lnTo>
                  <a:lnTo>
                    <a:pt x="937035" y="1258168"/>
                  </a:lnTo>
                  <a:lnTo>
                    <a:pt x="937042" y="1258170"/>
                  </a:lnTo>
                  <a:lnTo>
                    <a:pt x="937045" y="1258165"/>
                  </a:lnTo>
                  <a:lnTo>
                    <a:pt x="937050" y="1258151"/>
                  </a:lnTo>
                  <a:lnTo>
                    <a:pt x="937059" y="1258135"/>
                  </a:lnTo>
                  <a:lnTo>
                    <a:pt x="937067" y="1258126"/>
                  </a:lnTo>
                  <a:lnTo>
                    <a:pt x="937080" y="1258116"/>
                  </a:lnTo>
                  <a:lnTo>
                    <a:pt x="937092" y="1258111"/>
                  </a:lnTo>
                  <a:lnTo>
                    <a:pt x="937113" y="1258104"/>
                  </a:lnTo>
                  <a:lnTo>
                    <a:pt x="937121" y="1258104"/>
                  </a:lnTo>
                  <a:lnTo>
                    <a:pt x="937134" y="1258104"/>
                  </a:lnTo>
                  <a:lnTo>
                    <a:pt x="937145" y="1258097"/>
                  </a:lnTo>
                  <a:lnTo>
                    <a:pt x="937164" y="1258084"/>
                  </a:lnTo>
                  <a:lnTo>
                    <a:pt x="937170" y="1258079"/>
                  </a:lnTo>
                  <a:lnTo>
                    <a:pt x="937183" y="1258075"/>
                  </a:lnTo>
                  <a:lnTo>
                    <a:pt x="937193" y="1258068"/>
                  </a:lnTo>
                  <a:lnTo>
                    <a:pt x="937203" y="1258064"/>
                  </a:lnTo>
                  <a:lnTo>
                    <a:pt x="937211" y="1258051"/>
                  </a:lnTo>
                  <a:lnTo>
                    <a:pt x="937209" y="1258029"/>
                  </a:lnTo>
                  <a:lnTo>
                    <a:pt x="937207" y="1258004"/>
                  </a:lnTo>
                  <a:lnTo>
                    <a:pt x="937205" y="1257999"/>
                  </a:lnTo>
                  <a:lnTo>
                    <a:pt x="937207" y="1257979"/>
                  </a:lnTo>
                  <a:lnTo>
                    <a:pt x="937212" y="1257974"/>
                  </a:lnTo>
                  <a:lnTo>
                    <a:pt x="937232" y="1257977"/>
                  </a:lnTo>
                  <a:lnTo>
                    <a:pt x="937238" y="1257981"/>
                  </a:lnTo>
                  <a:lnTo>
                    <a:pt x="937249" y="1257985"/>
                  </a:lnTo>
                  <a:lnTo>
                    <a:pt x="937255" y="1257985"/>
                  </a:lnTo>
                  <a:lnTo>
                    <a:pt x="937260" y="1257985"/>
                  </a:lnTo>
                  <a:lnTo>
                    <a:pt x="937272" y="1257981"/>
                  </a:lnTo>
                  <a:lnTo>
                    <a:pt x="937295" y="1257952"/>
                  </a:lnTo>
                  <a:lnTo>
                    <a:pt x="937300" y="1257945"/>
                  </a:lnTo>
                  <a:lnTo>
                    <a:pt x="937307" y="1257926"/>
                  </a:lnTo>
                  <a:lnTo>
                    <a:pt x="937313" y="1257901"/>
                  </a:lnTo>
                  <a:lnTo>
                    <a:pt x="937318" y="1257889"/>
                  </a:lnTo>
                  <a:lnTo>
                    <a:pt x="937327" y="1257876"/>
                  </a:lnTo>
                  <a:lnTo>
                    <a:pt x="937348" y="1257851"/>
                  </a:lnTo>
                  <a:lnTo>
                    <a:pt x="937372" y="1257827"/>
                  </a:lnTo>
                  <a:lnTo>
                    <a:pt x="937384" y="1257818"/>
                  </a:lnTo>
                  <a:lnTo>
                    <a:pt x="937393" y="1257812"/>
                  </a:lnTo>
                  <a:lnTo>
                    <a:pt x="937407" y="1257801"/>
                  </a:lnTo>
                  <a:lnTo>
                    <a:pt x="937415" y="1257794"/>
                  </a:lnTo>
                  <a:lnTo>
                    <a:pt x="937420" y="1257790"/>
                  </a:lnTo>
                  <a:lnTo>
                    <a:pt x="937444" y="1257783"/>
                  </a:lnTo>
                  <a:lnTo>
                    <a:pt x="937469" y="1257774"/>
                  </a:lnTo>
                  <a:lnTo>
                    <a:pt x="937493" y="1257759"/>
                  </a:lnTo>
                  <a:lnTo>
                    <a:pt x="937517" y="1257747"/>
                  </a:lnTo>
                  <a:lnTo>
                    <a:pt x="937523" y="1257745"/>
                  </a:lnTo>
                  <a:lnTo>
                    <a:pt x="937538" y="1257735"/>
                  </a:lnTo>
                  <a:lnTo>
                    <a:pt x="937542" y="1257728"/>
                  </a:lnTo>
                  <a:lnTo>
                    <a:pt x="937544" y="1257722"/>
                  </a:lnTo>
                  <a:lnTo>
                    <a:pt x="937546" y="1257701"/>
                  </a:lnTo>
                  <a:lnTo>
                    <a:pt x="937541" y="1257675"/>
                  </a:lnTo>
                  <a:lnTo>
                    <a:pt x="937542" y="1257660"/>
                  </a:lnTo>
                  <a:lnTo>
                    <a:pt x="937544" y="1257651"/>
                  </a:lnTo>
                  <a:lnTo>
                    <a:pt x="937548" y="1257626"/>
                  </a:lnTo>
                  <a:lnTo>
                    <a:pt x="937551" y="1257614"/>
                  </a:lnTo>
                  <a:lnTo>
                    <a:pt x="937556" y="1257601"/>
                  </a:lnTo>
                  <a:lnTo>
                    <a:pt x="937557" y="1257576"/>
                  </a:lnTo>
                  <a:lnTo>
                    <a:pt x="937557" y="1257551"/>
                  </a:lnTo>
                  <a:lnTo>
                    <a:pt x="937557" y="1257526"/>
                  </a:lnTo>
                  <a:lnTo>
                    <a:pt x="937558" y="1257500"/>
                  </a:lnTo>
                  <a:lnTo>
                    <a:pt x="937570" y="1257475"/>
                  </a:lnTo>
                  <a:lnTo>
                    <a:pt x="937579" y="1257450"/>
                  </a:lnTo>
                  <a:lnTo>
                    <a:pt x="937580" y="1257425"/>
                  </a:lnTo>
                  <a:lnTo>
                    <a:pt x="937582" y="1257400"/>
                  </a:lnTo>
                  <a:lnTo>
                    <a:pt x="937585" y="1257375"/>
                  </a:lnTo>
                  <a:lnTo>
                    <a:pt x="937586" y="1257350"/>
                  </a:lnTo>
                  <a:lnTo>
                    <a:pt x="937588" y="1257343"/>
                  </a:lnTo>
                  <a:lnTo>
                    <a:pt x="937589" y="1257338"/>
                  </a:lnTo>
                  <a:lnTo>
                    <a:pt x="937589" y="1257325"/>
                  </a:lnTo>
                  <a:lnTo>
                    <a:pt x="937591" y="1257299"/>
                  </a:lnTo>
                  <a:lnTo>
                    <a:pt x="937589" y="1257281"/>
                  </a:lnTo>
                  <a:lnTo>
                    <a:pt x="937585" y="1257274"/>
                  </a:lnTo>
                  <a:lnTo>
                    <a:pt x="937582" y="1257268"/>
                  </a:lnTo>
                  <a:lnTo>
                    <a:pt x="937566" y="1257251"/>
                  </a:lnTo>
                  <a:lnTo>
                    <a:pt x="937541" y="1257228"/>
                  </a:lnTo>
                  <a:lnTo>
                    <a:pt x="937517" y="1257210"/>
                  </a:lnTo>
                  <a:lnTo>
                    <a:pt x="937502" y="1257200"/>
                  </a:lnTo>
                  <a:lnTo>
                    <a:pt x="937493" y="1257197"/>
                  </a:lnTo>
                  <a:lnTo>
                    <a:pt x="937469" y="1257183"/>
                  </a:lnTo>
                  <a:lnTo>
                    <a:pt x="937460" y="1257180"/>
                  </a:lnTo>
                  <a:lnTo>
                    <a:pt x="937449" y="1257180"/>
                  </a:lnTo>
                  <a:lnTo>
                    <a:pt x="937444" y="1257184"/>
                  </a:lnTo>
                  <a:lnTo>
                    <a:pt x="937420" y="1257192"/>
                  </a:lnTo>
                  <a:lnTo>
                    <a:pt x="937396" y="1257204"/>
                  </a:lnTo>
                  <a:lnTo>
                    <a:pt x="937371" y="1257211"/>
                  </a:lnTo>
                  <a:lnTo>
                    <a:pt x="937347" y="1257215"/>
                  </a:lnTo>
                  <a:lnTo>
                    <a:pt x="937323" y="1257222"/>
                  </a:lnTo>
                  <a:lnTo>
                    <a:pt x="937299" y="1257225"/>
                  </a:lnTo>
                  <a:lnTo>
                    <a:pt x="937293" y="1257225"/>
                  </a:lnTo>
                  <a:lnTo>
                    <a:pt x="937284" y="1257220"/>
                  </a:lnTo>
                  <a:lnTo>
                    <a:pt x="937274" y="1257210"/>
                  </a:lnTo>
                  <a:lnTo>
                    <a:pt x="937268" y="1257185"/>
                  </a:lnTo>
                  <a:lnTo>
                    <a:pt x="937259" y="1257160"/>
                  </a:lnTo>
                  <a:lnTo>
                    <a:pt x="937250" y="1257135"/>
                  </a:lnTo>
                  <a:lnTo>
                    <a:pt x="937243" y="1257117"/>
                  </a:lnTo>
                  <a:lnTo>
                    <a:pt x="937243" y="1257110"/>
                  </a:lnTo>
                  <a:lnTo>
                    <a:pt x="937240" y="1257085"/>
                  </a:lnTo>
                  <a:lnTo>
                    <a:pt x="937238" y="1257060"/>
                  </a:lnTo>
                  <a:lnTo>
                    <a:pt x="937236" y="1257035"/>
                  </a:lnTo>
                  <a:lnTo>
                    <a:pt x="937234" y="1257010"/>
                  </a:lnTo>
                  <a:lnTo>
                    <a:pt x="937233" y="1257005"/>
                  </a:lnTo>
                  <a:lnTo>
                    <a:pt x="937234" y="1256985"/>
                  </a:lnTo>
                  <a:lnTo>
                    <a:pt x="937230" y="1256960"/>
                  </a:lnTo>
                  <a:lnTo>
                    <a:pt x="937229" y="1256935"/>
                  </a:lnTo>
                  <a:lnTo>
                    <a:pt x="937227" y="1256906"/>
                  </a:lnTo>
                  <a:lnTo>
                    <a:pt x="937227" y="1256884"/>
                  </a:lnTo>
                  <a:lnTo>
                    <a:pt x="937226" y="1256859"/>
                  </a:lnTo>
                  <a:lnTo>
                    <a:pt x="937226" y="1256835"/>
                  </a:lnTo>
                  <a:lnTo>
                    <a:pt x="937231" y="1256809"/>
                  </a:lnTo>
                  <a:lnTo>
                    <a:pt x="937242" y="1256784"/>
                  </a:lnTo>
                  <a:lnTo>
                    <a:pt x="937242" y="1256779"/>
                  </a:lnTo>
                  <a:lnTo>
                    <a:pt x="937232" y="1256759"/>
                  </a:lnTo>
                  <a:lnTo>
                    <a:pt x="937224" y="1256734"/>
                  </a:lnTo>
                  <a:lnTo>
                    <a:pt x="937220" y="1256709"/>
                  </a:lnTo>
                  <a:lnTo>
                    <a:pt x="937217" y="1256684"/>
                  </a:lnTo>
                  <a:lnTo>
                    <a:pt x="937204" y="1256665"/>
                  </a:lnTo>
                  <a:lnTo>
                    <a:pt x="937197" y="1256660"/>
                  </a:lnTo>
                  <a:lnTo>
                    <a:pt x="937173" y="1256651"/>
                  </a:lnTo>
                  <a:lnTo>
                    <a:pt x="937148" y="1256638"/>
                  </a:lnTo>
                  <a:lnTo>
                    <a:pt x="937142" y="1256631"/>
                  </a:lnTo>
                  <a:lnTo>
                    <a:pt x="937137" y="1256619"/>
                  </a:lnTo>
                  <a:lnTo>
                    <a:pt x="937135" y="1256613"/>
                  </a:lnTo>
                  <a:lnTo>
                    <a:pt x="937131" y="1256596"/>
                  </a:lnTo>
                  <a:lnTo>
                    <a:pt x="937124" y="1256591"/>
                  </a:lnTo>
                  <a:lnTo>
                    <a:pt x="937100" y="1256589"/>
                  </a:lnTo>
                  <a:lnTo>
                    <a:pt x="937092" y="1256588"/>
                  </a:lnTo>
                  <a:lnTo>
                    <a:pt x="937083" y="1256578"/>
                  </a:lnTo>
                  <a:lnTo>
                    <a:pt x="937082" y="1256571"/>
                  </a:lnTo>
                  <a:lnTo>
                    <a:pt x="937080" y="1256558"/>
                  </a:lnTo>
                  <a:lnTo>
                    <a:pt x="937083" y="1256546"/>
                  </a:lnTo>
                  <a:lnTo>
                    <a:pt x="937086" y="1256528"/>
                  </a:lnTo>
                  <a:lnTo>
                    <a:pt x="937084" y="1256521"/>
                  </a:lnTo>
                  <a:lnTo>
                    <a:pt x="937078" y="1256511"/>
                  </a:lnTo>
                  <a:lnTo>
                    <a:pt x="937070" y="1256505"/>
                  </a:lnTo>
                  <a:lnTo>
                    <a:pt x="937063" y="1256501"/>
                  </a:lnTo>
                  <a:lnTo>
                    <a:pt x="937054" y="1256493"/>
                  </a:lnTo>
                  <a:lnTo>
                    <a:pt x="937050" y="1256486"/>
                  </a:lnTo>
                  <a:lnTo>
                    <a:pt x="937047" y="1256478"/>
                  </a:lnTo>
                  <a:lnTo>
                    <a:pt x="937042" y="1256453"/>
                  </a:lnTo>
                  <a:lnTo>
                    <a:pt x="937035" y="1256428"/>
                  </a:lnTo>
                  <a:lnTo>
                    <a:pt x="937030" y="1256403"/>
                  </a:lnTo>
                  <a:lnTo>
                    <a:pt x="937023" y="1256381"/>
                  </a:lnTo>
                  <a:lnTo>
                    <a:pt x="937017" y="1256373"/>
                  </a:lnTo>
                  <a:lnTo>
                    <a:pt x="937014" y="1256370"/>
                  </a:lnTo>
                  <a:lnTo>
                    <a:pt x="936998" y="1256365"/>
                  </a:lnTo>
                  <a:lnTo>
                    <a:pt x="936973" y="1256373"/>
                  </a:lnTo>
                  <a:lnTo>
                    <a:pt x="936949" y="1256377"/>
                  </a:lnTo>
                  <a:lnTo>
                    <a:pt x="936925" y="1256379"/>
                  </a:lnTo>
                  <a:lnTo>
                    <a:pt x="936901" y="1256376"/>
                  </a:lnTo>
                  <a:lnTo>
                    <a:pt x="936876" y="1256371"/>
                  </a:lnTo>
                  <a:lnTo>
                    <a:pt x="936852" y="1256354"/>
                  </a:lnTo>
                  <a:lnTo>
                    <a:pt x="936829" y="1256329"/>
                  </a:lnTo>
                  <a:lnTo>
                    <a:pt x="936810" y="1256305"/>
                  </a:lnTo>
                  <a:lnTo>
                    <a:pt x="936787" y="1256281"/>
                  </a:lnTo>
                  <a:lnTo>
                    <a:pt x="936762" y="1256266"/>
                  </a:lnTo>
                  <a:lnTo>
                    <a:pt x="936713" y="1256225"/>
                  </a:lnTo>
                  <a:lnTo>
                    <a:pt x="936689" y="1256205"/>
                  </a:lnTo>
                  <a:lnTo>
                    <a:pt x="936674" y="1256200"/>
                  </a:lnTo>
                  <a:lnTo>
                    <a:pt x="936667" y="1256194"/>
                  </a:lnTo>
                  <a:lnTo>
                    <a:pt x="936665" y="1256182"/>
                  </a:lnTo>
                  <a:lnTo>
                    <a:pt x="936676" y="1256167"/>
                  </a:lnTo>
                  <a:lnTo>
                    <a:pt x="936682" y="1256158"/>
                  </a:lnTo>
                  <a:lnTo>
                    <a:pt x="936684" y="1256152"/>
                  </a:lnTo>
                  <a:lnTo>
                    <a:pt x="936685" y="1256142"/>
                  </a:lnTo>
                  <a:lnTo>
                    <a:pt x="936682" y="1256131"/>
                  </a:lnTo>
                  <a:lnTo>
                    <a:pt x="936671" y="1256133"/>
                  </a:lnTo>
                  <a:lnTo>
                    <a:pt x="936667" y="1256137"/>
                  </a:lnTo>
                  <a:lnTo>
                    <a:pt x="936659" y="1256135"/>
                  </a:lnTo>
                  <a:lnTo>
                    <a:pt x="936656" y="1256128"/>
                  </a:lnTo>
                  <a:lnTo>
                    <a:pt x="936656" y="1256119"/>
                  </a:lnTo>
                  <a:lnTo>
                    <a:pt x="936654" y="1256100"/>
                  </a:lnTo>
                  <a:lnTo>
                    <a:pt x="936648" y="1256098"/>
                  </a:lnTo>
                  <a:lnTo>
                    <a:pt x="936630" y="1256112"/>
                  </a:lnTo>
                  <a:lnTo>
                    <a:pt x="936624" y="1256114"/>
                  </a:lnTo>
                  <a:lnTo>
                    <a:pt x="936618" y="1256110"/>
                  </a:lnTo>
                  <a:lnTo>
                    <a:pt x="936615" y="1256104"/>
                  </a:lnTo>
                  <a:lnTo>
                    <a:pt x="936614" y="1256092"/>
                  </a:lnTo>
                  <a:lnTo>
                    <a:pt x="936609" y="1256077"/>
                  </a:lnTo>
                  <a:lnTo>
                    <a:pt x="936599" y="1256072"/>
                  </a:lnTo>
                  <a:lnTo>
                    <a:pt x="936575" y="1256071"/>
                  </a:lnTo>
                  <a:lnTo>
                    <a:pt x="936562" y="1256071"/>
                  </a:lnTo>
                  <a:lnTo>
                    <a:pt x="936551" y="1256074"/>
                  </a:lnTo>
                  <a:lnTo>
                    <a:pt x="936526" y="1256079"/>
                  </a:lnTo>
                  <a:lnTo>
                    <a:pt x="936502" y="1256086"/>
                  </a:lnTo>
                  <a:lnTo>
                    <a:pt x="936478" y="1256098"/>
                  </a:lnTo>
                  <a:lnTo>
                    <a:pt x="936454" y="1256115"/>
                  </a:lnTo>
                  <a:lnTo>
                    <a:pt x="936430" y="1256124"/>
                  </a:lnTo>
                  <a:lnTo>
                    <a:pt x="936406" y="1256128"/>
                  </a:lnTo>
                  <a:lnTo>
                    <a:pt x="936388" y="1256131"/>
                  </a:lnTo>
                  <a:lnTo>
                    <a:pt x="936381" y="1256136"/>
                  </a:lnTo>
                  <a:lnTo>
                    <a:pt x="936363" y="1256148"/>
                  </a:lnTo>
                  <a:lnTo>
                    <a:pt x="936357" y="1256150"/>
                  </a:lnTo>
                  <a:lnTo>
                    <a:pt x="936339" y="1256150"/>
                  </a:lnTo>
                  <a:lnTo>
                    <a:pt x="936333" y="1256153"/>
                  </a:lnTo>
                  <a:lnTo>
                    <a:pt x="936314" y="1256170"/>
                  </a:lnTo>
                  <a:lnTo>
                    <a:pt x="936312" y="1256175"/>
                  </a:lnTo>
                  <a:lnTo>
                    <a:pt x="936290" y="1256199"/>
                  </a:lnTo>
                  <a:lnTo>
                    <a:pt x="936282" y="1256206"/>
                  </a:lnTo>
                  <a:lnTo>
                    <a:pt x="936277" y="1256214"/>
                  </a:lnTo>
                  <a:lnTo>
                    <a:pt x="936274" y="1256223"/>
                  </a:lnTo>
                  <a:lnTo>
                    <a:pt x="936264" y="1256248"/>
                  </a:lnTo>
                  <a:lnTo>
                    <a:pt x="936255" y="1256273"/>
                  </a:lnTo>
                  <a:lnTo>
                    <a:pt x="936244" y="1256298"/>
                  </a:lnTo>
                  <a:lnTo>
                    <a:pt x="936234" y="1256317"/>
                  </a:lnTo>
                  <a:lnTo>
                    <a:pt x="936228" y="1256323"/>
                  </a:lnTo>
                  <a:lnTo>
                    <a:pt x="936221" y="1256327"/>
                  </a:lnTo>
                  <a:lnTo>
                    <a:pt x="936215" y="1256330"/>
                  </a:lnTo>
                  <a:lnTo>
                    <a:pt x="936210" y="1256330"/>
                  </a:lnTo>
                  <a:lnTo>
                    <a:pt x="936204" y="1256330"/>
                  </a:lnTo>
                  <a:lnTo>
                    <a:pt x="936179" y="1256332"/>
                  </a:lnTo>
                  <a:lnTo>
                    <a:pt x="936168" y="1256326"/>
                  </a:lnTo>
                  <a:lnTo>
                    <a:pt x="936164" y="1256320"/>
                  </a:lnTo>
                  <a:lnTo>
                    <a:pt x="936163" y="1256312"/>
                  </a:lnTo>
                  <a:lnTo>
                    <a:pt x="936156" y="1256287"/>
                  </a:lnTo>
                  <a:lnTo>
                    <a:pt x="936155" y="1256279"/>
                  </a:lnTo>
                  <a:lnTo>
                    <a:pt x="936148" y="1256273"/>
                  </a:lnTo>
                  <a:lnTo>
                    <a:pt x="936139" y="1256279"/>
                  </a:lnTo>
                  <a:lnTo>
                    <a:pt x="936122" y="1256292"/>
                  </a:lnTo>
                  <a:lnTo>
                    <a:pt x="936114" y="1256292"/>
                  </a:lnTo>
                  <a:lnTo>
                    <a:pt x="936097" y="1256286"/>
                  </a:lnTo>
                  <a:lnTo>
                    <a:pt x="936090" y="1256283"/>
                  </a:lnTo>
                  <a:lnTo>
                    <a:pt x="936065" y="1256258"/>
                  </a:lnTo>
                  <a:lnTo>
                    <a:pt x="936057" y="1256248"/>
                  </a:lnTo>
                  <a:lnTo>
                    <a:pt x="936049" y="1256243"/>
                  </a:lnTo>
                  <a:lnTo>
                    <a:pt x="936043" y="1256241"/>
                  </a:lnTo>
                  <a:lnTo>
                    <a:pt x="936031" y="1256238"/>
                  </a:lnTo>
                  <a:lnTo>
                    <a:pt x="936018" y="1256238"/>
                  </a:lnTo>
                  <a:lnTo>
                    <a:pt x="936004" y="1256233"/>
                  </a:lnTo>
                  <a:lnTo>
                    <a:pt x="935999" y="1256224"/>
                  </a:lnTo>
                  <a:lnTo>
                    <a:pt x="935997" y="1256203"/>
                  </a:lnTo>
                  <a:lnTo>
                    <a:pt x="935994" y="1256198"/>
                  </a:lnTo>
                  <a:lnTo>
                    <a:pt x="935982" y="1256178"/>
                  </a:lnTo>
                  <a:lnTo>
                    <a:pt x="935982" y="1256174"/>
                  </a:lnTo>
                  <a:lnTo>
                    <a:pt x="935977" y="1256148"/>
                  </a:lnTo>
                  <a:lnTo>
                    <a:pt x="935977" y="1256123"/>
                  </a:lnTo>
                  <a:lnTo>
                    <a:pt x="935975" y="1256106"/>
                  </a:lnTo>
                  <a:lnTo>
                    <a:pt x="935969" y="1256098"/>
                  </a:lnTo>
                  <a:lnTo>
                    <a:pt x="935949" y="1256088"/>
                  </a:lnTo>
                  <a:lnTo>
                    <a:pt x="935944" y="1256083"/>
                  </a:lnTo>
                  <a:lnTo>
                    <a:pt x="935930" y="1256070"/>
                  </a:lnTo>
                  <a:lnTo>
                    <a:pt x="935923" y="1256060"/>
                  </a:lnTo>
                  <a:lnTo>
                    <a:pt x="935910" y="1256044"/>
                  </a:lnTo>
                  <a:lnTo>
                    <a:pt x="935907" y="1256035"/>
                  </a:lnTo>
                  <a:lnTo>
                    <a:pt x="935900" y="1256010"/>
                  </a:lnTo>
                  <a:lnTo>
                    <a:pt x="935895" y="1255985"/>
                  </a:lnTo>
                  <a:lnTo>
                    <a:pt x="935888" y="1255967"/>
                  </a:lnTo>
                  <a:lnTo>
                    <a:pt x="935883" y="1255960"/>
                  </a:lnTo>
                  <a:lnTo>
                    <a:pt x="935872" y="1255948"/>
                  </a:lnTo>
                  <a:lnTo>
                    <a:pt x="935867" y="1255947"/>
                  </a:lnTo>
                  <a:lnTo>
                    <a:pt x="935859" y="1255944"/>
                  </a:lnTo>
                  <a:lnTo>
                    <a:pt x="935835" y="1255935"/>
                  </a:lnTo>
                  <a:lnTo>
                    <a:pt x="935810" y="1255924"/>
                  </a:lnTo>
                  <a:lnTo>
                    <a:pt x="935792" y="1255921"/>
                  </a:lnTo>
                  <a:lnTo>
                    <a:pt x="935786" y="1255914"/>
                  </a:lnTo>
                  <a:lnTo>
                    <a:pt x="935781" y="1255908"/>
                  </a:lnTo>
                  <a:lnTo>
                    <a:pt x="935779" y="1255899"/>
                  </a:lnTo>
                  <a:lnTo>
                    <a:pt x="935781" y="1255889"/>
                  </a:lnTo>
                  <a:lnTo>
                    <a:pt x="935782" y="1255869"/>
                  </a:lnTo>
                  <a:lnTo>
                    <a:pt x="935777" y="1255866"/>
                  </a:lnTo>
                  <a:lnTo>
                    <a:pt x="935753" y="1255859"/>
                  </a:lnTo>
                  <a:lnTo>
                    <a:pt x="935729" y="1255856"/>
                  </a:lnTo>
                  <a:lnTo>
                    <a:pt x="935714" y="1255851"/>
                  </a:lnTo>
                  <a:lnTo>
                    <a:pt x="935705" y="1255848"/>
                  </a:lnTo>
                  <a:lnTo>
                    <a:pt x="935680" y="1255828"/>
                  </a:lnTo>
                  <a:lnTo>
                    <a:pt x="935657" y="1255805"/>
                  </a:lnTo>
                  <a:lnTo>
                    <a:pt x="935654" y="1255802"/>
                  </a:lnTo>
                  <a:lnTo>
                    <a:pt x="935639" y="1255798"/>
                  </a:lnTo>
                  <a:lnTo>
                    <a:pt x="935633" y="1255798"/>
                  </a:lnTo>
                  <a:lnTo>
                    <a:pt x="935609" y="1255790"/>
                  </a:lnTo>
                  <a:lnTo>
                    <a:pt x="935585" y="1255770"/>
                  </a:lnTo>
                  <a:lnTo>
                    <a:pt x="935565" y="1255746"/>
                  </a:lnTo>
                  <a:lnTo>
                    <a:pt x="935548" y="1255721"/>
                  </a:lnTo>
                  <a:lnTo>
                    <a:pt x="935535" y="1255706"/>
                  </a:lnTo>
                  <a:lnTo>
                    <a:pt x="935527" y="1255701"/>
                  </a:lnTo>
                  <a:lnTo>
                    <a:pt x="935503" y="1255689"/>
                  </a:lnTo>
                  <a:lnTo>
                    <a:pt x="935490" y="1255681"/>
                  </a:lnTo>
                  <a:lnTo>
                    <a:pt x="935478" y="1255669"/>
                  </a:lnTo>
                  <a:lnTo>
                    <a:pt x="935457" y="1255645"/>
                  </a:lnTo>
                  <a:lnTo>
                    <a:pt x="935446" y="1255620"/>
                  </a:lnTo>
                  <a:lnTo>
                    <a:pt x="935436" y="1255595"/>
                  </a:lnTo>
                  <a:lnTo>
                    <a:pt x="935431" y="1255569"/>
                  </a:lnTo>
                  <a:lnTo>
                    <a:pt x="935424" y="1255545"/>
                  </a:lnTo>
                  <a:lnTo>
                    <a:pt x="935424" y="1255533"/>
                  </a:lnTo>
                  <a:lnTo>
                    <a:pt x="935416" y="1255519"/>
                  </a:lnTo>
                  <a:lnTo>
                    <a:pt x="935406" y="1255508"/>
                  </a:lnTo>
                  <a:lnTo>
                    <a:pt x="935399" y="1255495"/>
                  </a:lnTo>
                  <a:lnTo>
                    <a:pt x="935389" y="1255469"/>
                  </a:lnTo>
                  <a:lnTo>
                    <a:pt x="935384" y="1255445"/>
                  </a:lnTo>
                  <a:lnTo>
                    <a:pt x="935381" y="1255419"/>
                  </a:lnTo>
                  <a:lnTo>
                    <a:pt x="935374" y="1255394"/>
                  </a:lnTo>
                  <a:lnTo>
                    <a:pt x="935373" y="1255379"/>
                  </a:lnTo>
                  <a:lnTo>
                    <a:pt x="935370" y="1255373"/>
                  </a:lnTo>
                  <a:lnTo>
                    <a:pt x="935364" y="1255368"/>
                  </a:lnTo>
                  <a:lnTo>
                    <a:pt x="935357" y="1255365"/>
                  </a:lnTo>
                  <a:lnTo>
                    <a:pt x="935350" y="1255363"/>
                  </a:lnTo>
                  <a:lnTo>
                    <a:pt x="935341" y="1255361"/>
                  </a:lnTo>
                  <a:lnTo>
                    <a:pt x="935330" y="1255358"/>
                  </a:lnTo>
                  <a:lnTo>
                    <a:pt x="935319" y="1255357"/>
                  </a:lnTo>
                  <a:lnTo>
                    <a:pt x="935315" y="1255353"/>
                  </a:lnTo>
                  <a:lnTo>
                    <a:pt x="935312" y="1255338"/>
                  </a:lnTo>
                  <a:lnTo>
                    <a:pt x="935315" y="1255328"/>
                  </a:lnTo>
                  <a:lnTo>
                    <a:pt x="935321" y="1255303"/>
                  </a:lnTo>
                  <a:lnTo>
                    <a:pt x="935330" y="1255278"/>
                  </a:lnTo>
                  <a:lnTo>
                    <a:pt x="935327" y="1255268"/>
                  </a:lnTo>
                  <a:lnTo>
                    <a:pt x="935317" y="1255259"/>
                  </a:lnTo>
                  <a:lnTo>
                    <a:pt x="935313" y="1255253"/>
                  </a:lnTo>
                  <a:lnTo>
                    <a:pt x="935309" y="1255246"/>
                  </a:lnTo>
                  <a:lnTo>
                    <a:pt x="935306" y="1255238"/>
                  </a:lnTo>
                  <a:lnTo>
                    <a:pt x="935300" y="1255228"/>
                  </a:lnTo>
                  <a:lnTo>
                    <a:pt x="935295" y="1255223"/>
                  </a:lnTo>
                  <a:lnTo>
                    <a:pt x="935285" y="1255219"/>
                  </a:lnTo>
                  <a:lnTo>
                    <a:pt x="935276" y="1255218"/>
                  </a:lnTo>
                  <a:lnTo>
                    <a:pt x="935263" y="1255216"/>
                  </a:lnTo>
                  <a:lnTo>
                    <a:pt x="935251" y="1255211"/>
                  </a:lnTo>
                  <a:lnTo>
                    <a:pt x="935227" y="1255207"/>
                  </a:lnTo>
                  <a:lnTo>
                    <a:pt x="935203" y="1255197"/>
                  </a:lnTo>
                  <a:lnTo>
                    <a:pt x="935191" y="1255192"/>
                  </a:lnTo>
                  <a:lnTo>
                    <a:pt x="935178" y="1255182"/>
                  </a:lnTo>
                  <a:lnTo>
                    <a:pt x="935154" y="1255162"/>
                  </a:lnTo>
                  <a:lnTo>
                    <a:pt x="935131" y="1255139"/>
                  </a:lnTo>
                  <a:lnTo>
                    <a:pt x="935118" y="1255114"/>
                  </a:lnTo>
                  <a:lnTo>
                    <a:pt x="935111" y="1255086"/>
                  </a:lnTo>
                  <a:lnTo>
                    <a:pt x="935101" y="1255080"/>
                  </a:lnTo>
                  <a:lnTo>
                    <a:pt x="935083" y="1255079"/>
                  </a:lnTo>
                  <a:lnTo>
                    <a:pt x="935059" y="1255076"/>
                  </a:lnTo>
                  <a:lnTo>
                    <a:pt x="935043" y="1255076"/>
                  </a:lnTo>
                  <a:lnTo>
                    <a:pt x="935035" y="1255073"/>
                  </a:lnTo>
                  <a:lnTo>
                    <a:pt x="935017" y="1255058"/>
                  </a:lnTo>
                  <a:lnTo>
                    <a:pt x="935014" y="1255052"/>
                  </a:lnTo>
                  <a:lnTo>
                    <a:pt x="935005" y="1255026"/>
                  </a:lnTo>
                  <a:lnTo>
                    <a:pt x="934992" y="1255013"/>
                  </a:lnTo>
                  <a:lnTo>
                    <a:pt x="934983" y="1255012"/>
                  </a:lnTo>
                  <a:lnTo>
                    <a:pt x="934958" y="1255015"/>
                  </a:lnTo>
                  <a:lnTo>
                    <a:pt x="934947" y="1255017"/>
                  </a:lnTo>
                  <a:lnTo>
                    <a:pt x="934941" y="1255015"/>
                  </a:lnTo>
                  <a:lnTo>
                    <a:pt x="934934" y="1255010"/>
                  </a:lnTo>
                  <a:lnTo>
                    <a:pt x="934920" y="1254996"/>
                  </a:lnTo>
                  <a:lnTo>
                    <a:pt x="934918" y="1254987"/>
                  </a:lnTo>
                  <a:lnTo>
                    <a:pt x="934914" y="1254975"/>
                  </a:lnTo>
                  <a:lnTo>
                    <a:pt x="934914" y="1254962"/>
                  </a:lnTo>
                  <a:lnTo>
                    <a:pt x="934916" y="1254937"/>
                  </a:lnTo>
                  <a:lnTo>
                    <a:pt x="934919" y="1254912"/>
                  </a:lnTo>
                  <a:lnTo>
                    <a:pt x="934925" y="1254885"/>
                  </a:lnTo>
                  <a:lnTo>
                    <a:pt x="934931" y="1254861"/>
                  </a:lnTo>
                  <a:lnTo>
                    <a:pt x="934930" y="1254845"/>
                  </a:lnTo>
                  <a:lnTo>
                    <a:pt x="934930" y="1254832"/>
                  </a:lnTo>
                  <a:lnTo>
                    <a:pt x="934924" y="1254811"/>
                  </a:lnTo>
                  <a:lnTo>
                    <a:pt x="934923" y="1254786"/>
                  </a:lnTo>
                  <a:lnTo>
                    <a:pt x="934924" y="1254761"/>
                  </a:lnTo>
                  <a:lnTo>
                    <a:pt x="934927" y="1254736"/>
                  </a:lnTo>
                  <a:lnTo>
                    <a:pt x="934930" y="1254711"/>
                  </a:lnTo>
                  <a:lnTo>
                    <a:pt x="934930" y="1254686"/>
                  </a:lnTo>
                  <a:lnTo>
                    <a:pt x="934930" y="1254661"/>
                  </a:lnTo>
                  <a:lnTo>
                    <a:pt x="934924" y="1254636"/>
                  </a:lnTo>
                  <a:lnTo>
                    <a:pt x="934918" y="1254610"/>
                  </a:lnTo>
                  <a:lnTo>
                    <a:pt x="934911" y="1254586"/>
                  </a:lnTo>
                  <a:lnTo>
                    <a:pt x="934904" y="1254561"/>
                  </a:lnTo>
                  <a:lnTo>
                    <a:pt x="934899" y="1254535"/>
                  </a:lnTo>
                  <a:lnTo>
                    <a:pt x="934901" y="1254511"/>
                  </a:lnTo>
                  <a:lnTo>
                    <a:pt x="934904" y="1254485"/>
                  </a:lnTo>
                  <a:lnTo>
                    <a:pt x="934902" y="1254460"/>
                  </a:lnTo>
                  <a:lnTo>
                    <a:pt x="934900" y="1254445"/>
                  </a:lnTo>
                  <a:lnTo>
                    <a:pt x="934880" y="1254397"/>
                  </a:lnTo>
                  <a:lnTo>
                    <a:pt x="934882" y="1254372"/>
                  </a:lnTo>
                  <a:lnTo>
                    <a:pt x="934885" y="1254347"/>
                  </a:lnTo>
                  <a:lnTo>
                    <a:pt x="934886" y="1254321"/>
                  </a:lnTo>
                  <a:lnTo>
                    <a:pt x="934886" y="1254296"/>
                  </a:lnTo>
                  <a:lnTo>
                    <a:pt x="934884" y="1254283"/>
                  </a:lnTo>
                  <a:lnTo>
                    <a:pt x="934879" y="1254271"/>
                  </a:lnTo>
                  <a:lnTo>
                    <a:pt x="934876" y="1254246"/>
                  </a:lnTo>
                  <a:lnTo>
                    <a:pt x="934872" y="1254221"/>
                  </a:lnTo>
                  <a:lnTo>
                    <a:pt x="934872" y="1254196"/>
                  </a:lnTo>
                  <a:lnTo>
                    <a:pt x="934870" y="1254171"/>
                  </a:lnTo>
                  <a:lnTo>
                    <a:pt x="934868" y="1254153"/>
                  </a:lnTo>
                  <a:lnTo>
                    <a:pt x="934870" y="1254146"/>
                  </a:lnTo>
                  <a:lnTo>
                    <a:pt x="934873" y="1254129"/>
                  </a:lnTo>
                  <a:lnTo>
                    <a:pt x="934878" y="1254121"/>
                  </a:lnTo>
                  <a:lnTo>
                    <a:pt x="934887" y="1254102"/>
                  </a:lnTo>
                  <a:lnTo>
                    <a:pt x="934894" y="1254095"/>
                  </a:lnTo>
                  <a:lnTo>
                    <a:pt x="934911" y="1254079"/>
                  </a:lnTo>
                  <a:lnTo>
                    <a:pt x="934915" y="1254072"/>
                  </a:lnTo>
                  <a:lnTo>
                    <a:pt x="934915" y="1254060"/>
                  </a:lnTo>
                  <a:lnTo>
                    <a:pt x="934910" y="1254047"/>
                  </a:lnTo>
                  <a:lnTo>
                    <a:pt x="934903" y="1254022"/>
                  </a:lnTo>
                  <a:lnTo>
                    <a:pt x="934906" y="1254002"/>
                  </a:lnTo>
                  <a:lnTo>
                    <a:pt x="934909" y="1253996"/>
                  </a:lnTo>
                  <a:lnTo>
                    <a:pt x="934922" y="1253971"/>
                  </a:lnTo>
                  <a:lnTo>
                    <a:pt x="934941" y="1253946"/>
                  </a:lnTo>
                  <a:lnTo>
                    <a:pt x="934960" y="1253922"/>
                  </a:lnTo>
                  <a:lnTo>
                    <a:pt x="934978" y="1253897"/>
                  </a:lnTo>
                  <a:lnTo>
                    <a:pt x="934984" y="1253885"/>
                  </a:lnTo>
                  <a:lnTo>
                    <a:pt x="934987" y="1253872"/>
                  </a:lnTo>
                  <a:lnTo>
                    <a:pt x="934989" y="1253847"/>
                  </a:lnTo>
                  <a:lnTo>
                    <a:pt x="934987" y="1253832"/>
                  </a:lnTo>
                  <a:lnTo>
                    <a:pt x="934984" y="1253825"/>
                  </a:lnTo>
                  <a:lnTo>
                    <a:pt x="934980" y="1253822"/>
                  </a:lnTo>
                  <a:lnTo>
                    <a:pt x="934974" y="1253808"/>
                  </a:lnTo>
                  <a:lnTo>
                    <a:pt x="934972" y="1253797"/>
                  </a:lnTo>
                  <a:lnTo>
                    <a:pt x="934977" y="1253775"/>
                  </a:lnTo>
                  <a:lnTo>
                    <a:pt x="934973" y="1253746"/>
                  </a:lnTo>
                  <a:lnTo>
                    <a:pt x="934973" y="1253736"/>
                  </a:lnTo>
                  <a:lnTo>
                    <a:pt x="934968" y="1253721"/>
                  </a:lnTo>
                  <a:lnTo>
                    <a:pt x="934962" y="1253694"/>
                  </a:lnTo>
                  <a:lnTo>
                    <a:pt x="934947" y="1253671"/>
                  </a:lnTo>
                  <a:lnTo>
                    <a:pt x="934932" y="1253646"/>
                  </a:lnTo>
                  <a:lnTo>
                    <a:pt x="934922" y="1253622"/>
                  </a:lnTo>
                  <a:lnTo>
                    <a:pt x="934918" y="1253597"/>
                  </a:lnTo>
                  <a:lnTo>
                    <a:pt x="934917" y="1253585"/>
                  </a:lnTo>
                  <a:lnTo>
                    <a:pt x="934918" y="1253580"/>
                  </a:lnTo>
                  <a:lnTo>
                    <a:pt x="934922" y="1253571"/>
                  </a:lnTo>
                  <a:lnTo>
                    <a:pt x="934937" y="1253546"/>
                  </a:lnTo>
                  <a:lnTo>
                    <a:pt x="934942" y="1253537"/>
                  </a:lnTo>
                  <a:lnTo>
                    <a:pt x="934955" y="1253521"/>
                  </a:lnTo>
                  <a:lnTo>
                    <a:pt x="934963" y="1253507"/>
                  </a:lnTo>
                  <a:lnTo>
                    <a:pt x="934966" y="1253496"/>
                  </a:lnTo>
                  <a:lnTo>
                    <a:pt x="934969" y="1253444"/>
                  </a:lnTo>
                  <a:lnTo>
                    <a:pt x="934967" y="1253429"/>
                  </a:lnTo>
                  <a:lnTo>
                    <a:pt x="934969" y="1253404"/>
                  </a:lnTo>
                  <a:lnTo>
                    <a:pt x="934978" y="1253378"/>
                  </a:lnTo>
                  <a:lnTo>
                    <a:pt x="934991" y="1253353"/>
                  </a:lnTo>
                  <a:lnTo>
                    <a:pt x="934994" y="1253334"/>
                  </a:lnTo>
                  <a:lnTo>
                    <a:pt x="934992" y="1253328"/>
                  </a:lnTo>
                  <a:lnTo>
                    <a:pt x="934987" y="1253324"/>
                  </a:lnTo>
                  <a:lnTo>
                    <a:pt x="934972" y="1253303"/>
                  </a:lnTo>
                  <a:lnTo>
                    <a:pt x="934961" y="1253285"/>
                  </a:lnTo>
                  <a:lnTo>
                    <a:pt x="934959" y="1253278"/>
                  </a:lnTo>
                  <a:lnTo>
                    <a:pt x="934956" y="1253253"/>
                  </a:lnTo>
                  <a:lnTo>
                    <a:pt x="934957" y="1253228"/>
                  </a:lnTo>
                  <a:lnTo>
                    <a:pt x="934959" y="1253203"/>
                  </a:lnTo>
                  <a:lnTo>
                    <a:pt x="934959" y="1253178"/>
                  </a:lnTo>
                  <a:lnTo>
                    <a:pt x="934952" y="1253153"/>
                  </a:lnTo>
                  <a:lnTo>
                    <a:pt x="934939" y="1253128"/>
                  </a:lnTo>
                  <a:lnTo>
                    <a:pt x="934925" y="1253103"/>
                  </a:lnTo>
                  <a:lnTo>
                    <a:pt x="934911" y="1253078"/>
                  </a:lnTo>
                  <a:lnTo>
                    <a:pt x="934899" y="1253053"/>
                  </a:lnTo>
                  <a:lnTo>
                    <a:pt x="934892" y="1253028"/>
                  </a:lnTo>
                  <a:lnTo>
                    <a:pt x="934889" y="1253003"/>
                  </a:lnTo>
                  <a:lnTo>
                    <a:pt x="934885" y="1252977"/>
                  </a:lnTo>
                  <a:lnTo>
                    <a:pt x="934876" y="1252953"/>
                  </a:lnTo>
                  <a:lnTo>
                    <a:pt x="934866" y="1252927"/>
                  </a:lnTo>
                  <a:lnTo>
                    <a:pt x="934859" y="1252909"/>
                  </a:lnTo>
                  <a:lnTo>
                    <a:pt x="934859" y="1252903"/>
                  </a:lnTo>
                  <a:lnTo>
                    <a:pt x="934857" y="1252887"/>
                  </a:lnTo>
                  <a:lnTo>
                    <a:pt x="934859" y="1252877"/>
                  </a:lnTo>
                  <a:lnTo>
                    <a:pt x="934862" y="1252852"/>
                  </a:lnTo>
                  <a:lnTo>
                    <a:pt x="934865" y="1252827"/>
                  </a:lnTo>
                  <a:lnTo>
                    <a:pt x="934863" y="1252812"/>
                  </a:lnTo>
                  <a:lnTo>
                    <a:pt x="934858" y="1252802"/>
                  </a:lnTo>
                  <a:lnTo>
                    <a:pt x="934850" y="1252777"/>
                  </a:lnTo>
                  <a:lnTo>
                    <a:pt x="934848" y="1252752"/>
                  </a:lnTo>
                  <a:lnTo>
                    <a:pt x="934848" y="1252727"/>
                  </a:lnTo>
                  <a:lnTo>
                    <a:pt x="934841" y="1252717"/>
                  </a:lnTo>
                  <a:lnTo>
                    <a:pt x="934833" y="1252710"/>
                  </a:lnTo>
                  <a:lnTo>
                    <a:pt x="934826" y="1252707"/>
                  </a:lnTo>
                  <a:lnTo>
                    <a:pt x="934809" y="1252701"/>
                  </a:lnTo>
                  <a:lnTo>
                    <a:pt x="934802" y="1252695"/>
                  </a:lnTo>
                  <a:lnTo>
                    <a:pt x="934778" y="1252678"/>
                  </a:lnTo>
                  <a:lnTo>
                    <a:pt x="934766" y="1252659"/>
                  </a:lnTo>
                  <a:lnTo>
                    <a:pt x="934765" y="1252652"/>
                  </a:lnTo>
                  <a:lnTo>
                    <a:pt x="934761" y="1252636"/>
                  </a:lnTo>
                  <a:lnTo>
                    <a:pt x="934758" y="1252631"/>
                  </a:lnTo>
                  <a:lnTo>
                    <a:pt x="934755" y="1252628"/>
                  </a:lnTo>
                  <a:lnTo>
                    <a:pt x="934745" y="1252619"/>
                  </a:lnTo>
                  <a:lnTo>
                    <a:pt x="934730" y="1252613"/>
                  </a:lnTo>
                  <a:lnTo>
                    <a:pt x="934707" y="1252594"/>
                  </a:lnTo>
                  <a:lnTo>
                    <a:pt x="934691" y="1252575"/>
                  </a:lnTo>
                  <a:lnTo>
                    <a:pt x="934677" y="1252562"/>
                  </a:lnTo>
                  <a:lnTo>
                    <a:pt x="934663" y="1252550"/>
                  </a:lnTo>
                  <a:lnTo>
                    <a:pt x="934657" y="1252538"/>
                  </a:lnTo>
                  <a:lnTo>
                    <a:pt x="934654" y="1252525"/>
                  </a:lnTo>
                  <a:lnTo>
                    <a:pt x="934645" y="1252480"/>
                  </a:lnTo>
                  <a:lnTo>
                    <a:pt x="934638" y="1252454"/>
                  </a:lnTo>
                  <a:lnTo>
                    <a:pt x="934635" y="1252435"/>
                  </a:lnTo>
                  <a:lnTo>
                    <a:pt x="934632" y="1252429"/>
                  </a:lnTo>
                  <a:lnTo>
                    <a:pt x="934612" y="1252418"/>
                  </a:lnTo>
                  <a:lnTo>
                    <a:pt x="934607" y="1252418"/>
                  </a:lnTo>
                  <a:lnTo>
                    <a:pt x="934583" y="1252416"/>
                  </a:lnTo>
                  <a:lnTo>
                    <a:pt x="934555" y="1252415"/>
                  </a:lnTo>
                  <a:lnTo>
                    <a:pt x="934541" y="1252410"/>
                  </a:lnTo>
                  <a:lnTo>
                    <a:pt x="934536" y="1252404"/>
                  </a:lnTo>
                  <a:lnTo>
                    <a:pt x="934529" y="1252385"/>
                  </a:lnTo>
                  <a:lnTo>
                    <a:pt x="934529" y="1252379"/>
                  </a:lnTo>
                  <a:lnTo>
                    <a:pt x="934527" y="1252370"/>
                  </a:lnTo>
                  <a:lnTo>
                    <a:pt x="934522" y="1252362"/>
                  </a:lnTo>
                  <a:lnTo>
                    <a:pt x="934516" y="1252353"/>
                  </a:lnTo>
                  <a:lnTo>
                    <a:pt x="934503" y="1252335"/>
                  </a:lnTo>
                  <a:lnTo>
                    <a:pt x="934502" y="1252325"/>
                  </a:lnTo>
                  <a:lnTo>
                    <a:pt x="934505" y="1252305"/>
                  </a:lnTo>
                  <a:lnTo>
                    <a:pt x="934513" y="1252291"/>
                  </a:lnTo>
                  <a:lnTo>
                    <a:pt x="934526" y="1252275"/>
                  </a:lnTo>
                  <a:lnTo>
                    <a:pt x="934536" y="1252258"/>
                  </a:lnTo>
                  <a:lnTo>
                    <a:pt x="934536" y="1252253"/>
                  </a:lnTo>
                  <a:lnTo>
                    <a:pt x="934534" y="1252228"/>
                  </a:lnTo>
                  <a:lnTo>
                    <a:pt x="934524" y="1252203"/>
                  </a:lnTo>
                  <a:lnTo>
                    <a:pt x="934514" y="1252178"/>
                  </a:lnTo>
                  <a:lnTo>
                    <a:pt x="934506" y="1252159"/>
                  </a:lnTo>
                  <a:lnTo>
                    <a:pt x="934506" y="1252153"/>
                  </a:lnTo>
                  <a:lnTo>
                    <a:pt x="934498" y="1252128"/>
                  </a:lnTo>
                  <a:lnTo>
                    <a:pt x="934486" y="1252103"/>
                  </a:lnTo>
                  <a:lnTo>
                    <a:pt x="934473" y="1252090"/>
                  </a:lnTo>
                  <a:lnTo>
                    <a:pt x="934470" y="1252078"/>
                  </a:lnTo>
                  <a:lnTo>
                    <a:pt x="934462" y="1252053"/>
                  </a:lnTo>
                  <a:lnTo>
                    <a:pt x="934452" y="1252028"/>
                  </a:lnTo>
                  <a:lnTo>
                    <a:pt x="934442" y="1252003"/>
                  </a:lnTo>
                  <a:lnTo>
                    <a:pt x="934425" y="1251978"/>
                  </a:lnTo>
                  <a:lnTo>
                    <a:pt x="934416" y="1251965"/>
                  </a:lnTo>
                  <a:lnTo>
                    <a:pt x="934411" y="1251953"/>
                  </a:lnTo>
                  <a:lnTo>
                    <a:pt x="934402" y="1251941"/>
                  </a:lnTo>
                  <a:lnTo>
                    <a:pt x="934400" y="1251928"/>
                  </a:lnTo>
                  <a:lnTo>
                    <a:pt x="934404" y="1251903"/>
                  </a:lnTo>
                  <a:lnTo>
                    <a:pt x="934412" y="1251881"/>
                  </a:lnTo>
                  <a:lnTo>
                    <a:pt x="934415" y="1251878"/>
                  </a:lnTo>
                  <a:lnTo>
                    <a:pt x="934432" y="1251852"/>
                  </a:lnTo>
                  <a:lnTo>
                    <a:pt x="934447" y="1251827"/>
                  </a:lnTo>
                  <a:lnTo>
                    <a:pt x="934451" y="1251802"/>
                  </a:lnTo>
                  <a:lnTo>
                    <a:pt x="934451" y="1251777"/>
                  </a:lnTo>
                  <a:lnTo>
                    <a:pt x="934454" y="1251752"/>
                  </a:lnTo>
                  <a:lnTo>
                    <a:pt x="934456" y="1251727"/>
                  </a:lnTo>
                  <a:lnTo>
                    <a:pt x="934455" y="1251702"/>
                  </a:lnTo>
                  <a:lnTo>
                    <a:pt x="934457" y="1251691"/>
                  </a:lnTo>
                  <a:lnTo>
                    <a:pt x="934465" y="1251667"/>
                  </a:lnTo>
                  <a:lnTo>
                    <a:pt x="934477" y="1251633"/>
                  </a:lnTo>
                  <a:lnTo>
                    <a:pt x="934478" y="1251616"/>
                  </a:lnTo>
                  <a:lnTo>
                    <a:pt x="934479" y="1251609"/>
                  </a:lnTo>
                  <a:lnTo>
                    <a:pt x="934477" y="1251592"/>
                  </a:lnTo>
                  <a:lnTo>
                    <a:pt x="934475" y="1251567"/>
                  </a:lnTo>
                  <a:lnTo>
                    <a:pt x="934467" y="1251542"/>
                  </a:lnTo>
                  <a:lnTo>
                    <a:pt x="934466" y="1251535"/>
                  </a:lnTo>
                  <a:lnTo>
                    <a:pt x="934465" y="1251522"/>
                  </a:lnTo>
                  <a:lnTo>
                    <a:pt x="934467" y="1251517"/>
                  </a:lnTo>
                  <a:lnTo>
                    <a:pt x="934482" y="1251492"/>
                  </a:lnTo>
                  <a:lnTo>
                    <a:pt x="934490" y="1251474"/>
                  </a:lnTo>
                  <a:lnTo>
                    <a:pt x="934490" y="1251467"/>
                  </a:lnTo>
                  <a:lnTo>
                    <a:pt x="934492" y="1251457"/>
                  </a:lnTo>
                  <a:lnTo>
                    <a:pt x="934488" y="1251442"/>
                  </a:lnTo>
                  <a:lnTo>
                    <a:pt x="934487" y="1251417"/>
                  </a:lnTo>
                  <a:lnTo>
                    <a:pt x="934485" y="1251398"/>
                  </a:lnTo>
                  <a:lnTo>
                    <a:pt x="934485" y="1251391"/>
                  </a:lnTo>
                  <a:lnTo>
                    <a:pt x="934483" y="1251367"/>
                  </a:lnTo>
                  <a:lnTo>
                    <a:pt x="934485" y="1251341"/>
                  </a:lnTo>
                  <a:lnTo>
                    <a:pt x="934487" y="1251316"/>
                  </a:lnTo>
                  <a:lnTo>
                    <a:pt x="934494" y="1251291"/>
                  </a:lnTo>
                  <a:lnTo>
                    <a:pt x="934496" y="1251266"/>
                  </a:lnTo>
                  <a:lnTo>
                    <a:pt x="934495" y="1251251"/>
                  </a:lnTo>
                  <a:lnTo>
                    <a:pt x="934492" y="1251244"/>
                  </a:lnTo>
                  <a:lnTo>
                    <a:pt x="934488" y="1251241"/>
                  </a:lnTo>
                  <a:lnTo>
                    <a:pt x="934474" y="1251234"/>
                  </a:lnTo>
                  <a:lnTo>
                    <a:pt x="934464" y="1251231"/>
                  </a:lnTo>
                  <a:lnTo>
                    <a:pt x="934449" y="1251228"/>
                  </a:lnTo>
                  <a:lnTo>
                    <a:pt x="934436" y="1251226"/>
                  </a:lnTo>
                  <a:lnTo>
                    <a:pt x="934422" y="1251220"/>
                  </a:lnTo>
                  <a:lnTo>
                    <a:pt x="934417" y="1251213"/>
                  </a:lnTo>
                  <a:lnTo>
                    <a:pt x="934418" y="1251205"/>
                  </a:lnTo>
                  <a:lnTo>
                    <a:pt x="934433" y="1251189"/>
                  </a:lnTo>
                  <a:lnTo>
                    <a:pt x="934447" y="1251176"/>
                  </a:lnTo>
                  <a:lnTo>
                    <a:pt x="934457" y="1251171"/>
                  </a:lnTo>
                  <a:lnTo>
                    <a:pt x="934481" y="1251157"/>
                  </a:lnTo>
                  <a:lnTo>
                    <a:pt x="934497" y="1251151"/>
                  </a:lnTo>
                  <a:lnTo>
                    <a:pt x="934505" y="1251148"/>
                  </a:lnTo>
                  <a:lnTo>
                    <a:pt x="934509" y="1251144"/>
                  </a:lnTo>
                  <a:lnTo>
                    <a:pt x="934512" y="1251138"/>
                  </a:lnTo>
                  <a:lnTo>
                    <a:pt x="934513" y="1251128"/>
                  </a:lnTo>
                  <a:lnTo>
                    <a:pt x="934511" y="1251119"/>
                  </a:lnTo>
                  <a:lnTo>
                    <a:pt x="934511" y="1251106"/>
                  </a:lnTo>
                  <a:lnTo>
                    <a:pt x="934508" y="1251098"/>
                  </a:lnTo>
                  <a:lnTo>
                    <a:pt x="934501" y="1251088"/>
                  </a:lnTo>
                  <a:lnTo>
                    <a:pt x="934493" y="1251078"/>
                  </a:lnTo>
                  <a:lnTo>
                    <a:pt x="934488" y="1251070"/>
                  </a:lnTo>
                  <a:lnTo>
                    <a:pt x="934484" y="1251060"/>
                  </a:lnTo>
                  <a:lnTo>
                    <a:pt x="934483" y="1251048"/>
                  </a:lnTo>
                  <a:lnTo>
                    <a:pt x="934483" y="1251040"/>
                  </a:lnTo>
                  <a:lnTo>
                    <a:pt x="934485" y="1251032"/>
                  </a:lnTo>
                  <a:lnTo>
                    <a:pt x="934490" y="1251027"/>
                  </a:lnTo>
                  <a:lnTo>
                    <a:pt x="934493" y="1251024"/>
                  </a:lnTo>
                  <a:lnTo>
                    <a:pt x="934499" y="1251019"/>
                  </a:lnTo>
                  <a:lnTo>
                    <a:pt x="934507" y="1251012"/>
                  </a:lnTo>
                  <a:lnTo>
                    <a:pt x="934514" y="1251007"/>
                  </a:lnTo>
                  <a:lnTo>
                    <a:pt x="934523" y="1251000"/>
                  </a:lnTo>
                  <a:lnTo>
                    <a:pt x="934530" y="1250995"/>
                  </a:lnTo>
                  <a:lnTo>
                    <a:pt x="934539" y="1250987"/>
                  </a:lnTo>
                  <a:lnTo>
                    <a:pt x="934549" y="1250978"/>
                  </a:lnTo>
                  <a:lnTo>
                    <a:pt x="934553" y="1250971"/>
                  </a:lnTo>
                  <a:lnTo>
                    <a:pt x="934553" y="1250960"/>
                  </a:lnTo>
                  <a:lnTo>
                    <a:pt x="934553" y="1250951"/>
                  </a:lnTo>
                  <a:lnTo>
                    <a:pt x="934548" y="1250942"/>
                  </a:lnTo>
                  <a:lnTo>
                    <a:pt x="934539" y="1250932"/>
                  </a:lnTo>
                  <a:lnTo>
                    <a:pt x="934528" y="1250922"/>
                  </a:lnTo>
                  <a:lnTo>
                    <a:pt x="934521" y="1250914"/>
                  </a:lnTo>
                  <a:lnTo>
                    <a:pt x="934514" y="1250904"/>
                  </a:lnTo>
                  <a:lnTo>
                    <a:pt x="934508" y="1250897"/>
                  </a:lnTo>
                  <a:lnTo>
                    <a:pt x="934504" y="1250889"/>
                  </a:lnTo>
                  <a:lnTo>
                    <a:pt x="934502" y="1250880"/>
                  </a:lnTo>
                  <a:lnTo>
                    <a:pt x="934502" y="1250873"/>
                  </a:lnTo>
                  <a:lnTo>
                    <a:pt x="934504" y="1250858"/>
                  </a:lnTo>
                  <a:lnTo>
                    <a:pt x="934508" y="1250845"/>
                  </a:lnTo>
                  <a:lnTo>
                    <a:pt x="934512" y="1250834"/>
                  </a:lnTo>
                  <a:lnTo>
                    <a:pt x="934518" y="1250820"/>
                  </a:lnTo>
                  <a:lnTo>
                    <a:pt x="934524" y="1250808"/>
                  </a:lnTo>
                  <a:lnTo>
                    <a:pt x="934527" y="1250796"/>
                  </a:lnTo>
                  <a:lnTo>
                    <a:pt x="934529" y="1250782"/>
                  </a:lnTo>
                  <a:lnTo>
                    <a:pt x="934529" y="1250762"/>
                  </a:lnTo>
                  <a:lnTo>
                    <a:pt x="934526" y="1250738"/>
                  </a:lnTo>
                  <a:lnTo>
                    <a:pt x="934524" y="1250726"/>
                  </a:lnTo>
                  <a:lnTo>
                    <a:pt x="934523" y="1250715"/>
                  </a:lnTo>
                  <a:lnTo>
                    <a:pt x="934518" y="1250697"/>
                  </a:lnTo>
                  <a:lnTo>
                    <a:pt x="934515" y="1250686"/>
                  </a:lnTo>
                  <a:lnTo>
                    <a:pt x="934514" y="1250672"/>
                  </a:lnTo>
                  <a:lnTo>
                    <a:pt x="934516" y="1250652"/>
                  </a:lnTo>
                  <a:lnTo>
                    <a:pt x="934521" y="1250634"/>
                  </a:lnTo>
                  <a:lnTo>
                    <a:pt x="934531" y="1250606"/>
                  </a:lnTo>
                  <a:lnTo>
                    <a:pt x="934541" y="1250577"/>
                  </a:lnTo>
                  <a:lnTo>
                    <a:pt x="934545" y="1250566"/>
                  </a:lnTo>
                  <a:lnTo>
                    <a:pt x="934549" y="1250551"/>
                  </a:lnTo>
                  <a:lnTo>
                    <a:pt x="934547" y="1250543"/>
                  </a:lnTo>
                  <a:lnTo>
                    <a:pt x="934543" y="1250538"/>
                  </a:lnTo>
                  <a:lnTo>
                    <a:pt x="934536" y="1250540"/>
                  </a:lnTo>
                  <a:lnTo>
                    <a:pt x="934523" y="1250544"/>
                  </a:lnTo>
                  <a:lnTo>
                    <a:pt x="934515" y="1250549"/>
                  </a:lnTo>
                  <a:lnTo>
                    <a:pt x="934502" y="1250558"/>
                  </a:lnTo>
                  <a:lnTo>
                    <a:pt x="934494" y="1250562"/>
                  </a:lnTo>
                  <a:lnTo>
                    <a:pt x="934485" y="1250562"/>
                  </a:lnTo>
                  <a:lnTo>
                    <a:pt x="934480" y="1250562"/>
                  </a:lnTo>
                  <a:lnTo>
                    <a:pt x="934469" y="1250561"/>
                  </a:lnTo>
                  <a:lnTo>
                    <a:pt x="934462" y="1250558"/>
                  </a:lnTo>
                  <a:lnTo>
                    <a:pt x="934454" y="1250551"/>
                  </a:lnTo>
                  <a:lnTo>
                    <a:pt x="934448" y="1250544"/>
                  </a:lnTo>
                  <a:lnTo>
                    <a:pt x="934446" y="1250534"/>
                  </a:lnTo>
                  <a:lnTo>
                    <a:pt x="934445" y="1250525"/>
                  </a:lnTo>
                  <a:lnTo>
                    <a:pt x="934445" y="1250520"/>
                  </a:lnTo>
                  <a:lnTo>
                    <a:pt x="934445" y="1250513"/>
                  </a:lnTo>
                  <a:lnTo>
                    <a:pt x="934448" y="1250506"/>
                  </a:lnTo>
                  <a:lnTo>
                    <a:pt x="934456" y="1250489"/>
                  </a:lnTo>
                  <a:lnTo>
                    <a:pt x="934469" y="1250467"/>
                  </a:lnTo>
                  <a:lnTo>
                    <a:pt x="934479" y="1250443"/>
                  </a:lnTo>
                  <a:lnTo>
                    <a:pt x="934483" y="1250434"/>
                  </a:lnTo>
                  <a:lnTo>
                    <a:pt x="934487" y="1250419"/>
                  </a:lnTo>
                  <a:lnTo>
                    <a:pt x="934489" y="1250406"/>
                  </a:lnTo>
                  <a:lnTo>
                    <a:pt x="934492" y="1250397"/>
                  </a:lnTo>
                  <a:lnTo>
                    <a:pt x="934498" y="1250368"/>
                  </a:lnTo>
                  <a:lnTo>
                    <a:pt x="934503" y="1250346"/>
                  </a:lnTo>
                  <a:lnTo>
                    <a:pt x="934507" y="1250335"/>
                  </a:lnTo>
                  <a:lnTo>
                    <a:pt x="934518" y="1250301"/>
                  </a:lnTo>
                  <a:lnTo>
                    <a:pt x="934524" y="1250285"/>
                  </a:lnTo>
                  <a:lnTo>
                    <a:pt x="934524" y="1250273"/>
                  </a:lnTo>
                  <a:lnTo>
                    <a:pt x="934526" y="1250238"/>
                  </a:lnTo>
                  <a:lnTo>
                    <a:pt x="934526" y="1250223"/>
                  </a:lnTo>
                  <a:lnTo>
                    <a:pt x="934529" y="1250205"/>
                  </a:lnTo>
                  <a:lnTo>
                    <a:pt x="934531" y="1250189"/>
                  </a:lnTo>
                  <a:lnTo>
                    <a:pt x="934536" y="1250172"/>
                  </a:lnTo>
                  <a:lnTo>
                    <a:pt x="934542" y="1250152"/>
                  </a:lnTo>
                  <a:lnTo>
                    <a:pt x="934547" y="1250136"/>
                  </a:lnTo>
                  <a:lnTo>
                    <a:pt x="934546" y="1250126"/>
                  </a:lnTo>
                  <a:lnTo>
                    <a:pt x="934539" y="1250108"/>
                  </a:lnTo>
                  <a:lnTo>
                    <a:pt x="934536" y="1250090"/>
                  </a:lnTo>
                  <a:lnTo>
                    <a:pt x="934538" y="1250077"/>
                  </a:lnTo>
                  <a:lnTo>
                    <a:pt x="934542" y="1250067"/>
                  </a:lnTo>
                  <a:lnTo>
                    <a:pt x="934544" y="1250059"/>
                  </a:lnTo>
                  <a:lnTo>
                    <a:pt x="934549" y="1250048"/>
                  </a:lnTo>
                  <a:lnTo>
                    <a:pt x="934557" y="1250038"/>
                  </a:lnTo>
                  <a:lnTo>
                    <a:pt x="934566" y="1250023"/>
                  </a:lnTo>
                  <a:lnTo>
                    <a:pt x="934576" y="1250009"/>
                  </a:lnTo>
                  <a:lnTo>
                    <a:pt x="934590" y="1249986"/>
                  </a:lnTo>
                  <a:lnTo>
                    <a:pt x="934595" y="1249977"/>
                  </a:lnTo>
                  <a:lnTo>
                    <a:pt x="934604" y="1249960"/>
                  </a:lnTo>
                  <a:lnTo>
                    <a:pt x="934608" y="1249953"/>
                  </a:lnTo>
                  <a:lnTo>
                    <a:pt x="934617" y="1249937"/>
                  </a:lnTo>
                  <a:lnTo>
                    <a:pt x="934625" y="1249925"/>
                  </a:lnTo>
                  <a:lnTo>
                    <a:pt x="934638" y="1249903"/>
                  </a:lnTo>
                  <a:lnTo>
                    <a:pt x="934647" y="1249887"/>
                  </a:lnTo>
                  <a:lnTo>
                    <a:pt x="934651" y="1249880"/>
                  </a:lnTo>
                  <a:lnTo>
                    <a:pt x="934655" y="1249868"/>
                  </a:lnTo>
                  <a:lnTo>
                    <a:pt x="934661" y="1249848"/>
                  </a:lnTo>
                  <a:lnTo>
                    <a:pt x="934666" y="1249828"/>
                  </a:lnTo>
                  <a:lnTo>
                    <a:pt x="934672" y="1249805"/>
                  </a:lnTo>
                  <a:lnTo>
                    <a:pt x="934673" y="1249786"/>
                  </a:lnTo>
                  <a:lnTo>
                    <a:pt x="934673" y="1249772"/>
                  </a:lnTo>
                  <a:lnTo>
                    <a:pt x="934673" y="1249761"/>
                  </a:lnTo>
                  <a:lnTo>
                    <a:pt x="934673" y="1249744"/>
                  </a:lnTo>
                  <a:lnTo>
                    <a:pt x="934677" y="1249721"/>
                  </a:lnTo>
                  <a:lnTo>
                    <a:pt x="934684" y="1249678"/>
                  </a:lnTo>
                  <a:lnTo>
                    <a:pt x="934685" y="1249643"/>
                  </a:lnTo>
                  <a:lnTo>
                    <a:pt x="934688" y="1249620"/>
                  </a:lnTo>
                  <a:lnTo>
                    <a:pt x="934692" y="1249604"/>
                  </a:lnTo>
                  <a:lnTo>
                    <a:pt x="934701" y="1249591"/>
                  </a:lnTo>
                  <a:lnTo>
                    <a:pt x="934710" y="1249577"/>
                  </a:lnTo>
                  <a:lnTo>
                    <a:pt x="934719" y="1249567"/>
                  </a:lnTo>
                  <a:lnTo>
                    <a:pt x="934735" y="1249550"/>
                  </a:lnTo>
                  <a:lnTo>
                    <a:pt x="934747" y="1249536"/>
                  </a:lnTo>
                  <a:lnTo>
                    <a:pt x="934757" y="1249523"/>
                  </a:lnTo>
                  <a:lnTo>
                    <a:pt x="934775" y="1249504"/>
                  </a:lnTo>
                  <a:lnTo>
                    <a:pt x="934779" y="1249500"/>
                  </a:lnTo>
                  <a:lnTo>
                    <a:pt x="934792" y="1249483"/>
                  </a:lnTo>
                  <a:lnTo>
                    <a:pt x="934795" y="1249474"/>
                  </a:lnTo>
                  <a:lnTo>
                    <a:pt x="934797" y="1249465"/>
                  </a:lnTo>
                  <a:lnTo>
                    <a:pt x="934797" y="1249453"/>
                  </a:lnTo>
                  <a:lnTo>
                    <a:pt x="934796" y="1249441"/>
                  </a:lnTo>
                  <a:lnTo>
                    <a:pt x="934788" y="1249431"/>
                  </a:lnTo>
                  <a:lnTo>
                    <a:pt x="934774" y="1249426"/>
                  </a:lnTo>
                  <a:lnTo>
                    <a:pt x="934764" y="1249420"/>
                  </a:lnTo>
                  <a:lnTo>
                    <a:pt x="934755" y="1249415"/>
                  </a:lnTo>
                  <a:lnTo>
                    <a:pt x="934750" y="1249411"/>
                  </a:lnTo>
                  <a:lnTo>
                    <a:pt x="934741" y="1249403"/>
                  </a:lnTo>
                  <a:lnTo>
                    <a:pt x="934730" y="1249391"/>
                  </a:lnTo>
                  <a:lnTo>
                    <a:pt x="934723" y="1249379"/>
                  </a:lnTo>
                  <a:lnTo>
                    <a:pt x="934719" y="1249365"/>
                  </a:lnTo>
                  <a:lnTo>
                    <a:pt x="934716" y="1249349"/>
                  </a:lnTo>
                  <a:lnTo>
                    <a:pt x="934717" y="1249336"/>
                  </a:lnTo>
                  <a:lnTo>
                    <a:pt x="934724" y="1249319"/>
                  </a:lnTo>
                  <a:lnTo>
                    <a:pt x="934728" y="1249311"/>
                  </a:lnTo>
                  <a:lnTo>
                    <a:pt x="934743" y="1249295"/>
                  </a:lnTo>
                  <a:lnTo>
                    <a:pt x="934762" y="1249282"/>
                  </a:lnTo>
                  <a:lnTo>
                    <a:pt x="934776" y="1249271"/>
                  </a:lnTo>
                  <a:lnTo>
                    <a:pt x="934789" y="1249260"/>
                  </a:lnTo>
                  <a:lnTo>
                    <a:pt x="934804" y="1249249"/>
                  </a:lnTo>
                  <a:lnTo>
                    <a:pt x="934815" y="1249237"/>
                  </a:lnTo>
                  <a:lnTo>
                    <a:pt x="934822" y="1249228"/>
                  </a:lnTo>
                  <a:lnTo>
                    <a:pt x="934826" y="1249217"/>
                  </a:lnTo>
                  <a:lnTo>
                    <a:pt x="934830" y="1249207"/>
                  </a:lnTo>
                  <a:lnTo>
                    <a:pt x="934835" y="1249190"/>
                  </a:lnTo>
                  <a:lnTo>
                    <a:pt x="934835" y="1249175"/>
                  </a:lnTo>
                  <a:lnTo>
                    <a:pt x="934834" y="1249163"/>
                  </a:lnTo>
                  <a:lnTo>
                    <a:pt x="934834" y="1249146"/>
                  </a:lnTo>
                  <a:lnTo>
                    <a:pt x="934835" y="1249131"/>
                  </a:lnTo>
                  <a:lnTo>
                    <a:pt x="934843" y="1249108"/>
                  </a:lnTo>
                  <a:lnTo>
                    <a:pt x="934848" y="1249092"/>
                  </a:lnTo>
                  <a:lnTo>
                    <a:pt x="934850" y="1249073"/>
                  </a:lnTo>
                  <a:lnTo>
                    <a:pt x="934848" y="1249066"/>
                  </a:lnTo>
                  <a:lnTo>
                    <a:pt x="934835" y="1249047"/>
                  </a:lnTo>
                  <a:lnTo>
                    <a:pt x="934825" y="1249033"/>
                  </a:lnTo>
                  <a:lnTo>
                    <a:pt x="934819" y="1249027"/>
                  </a:lnTo>
                  <a:lnTo>
                    <a:pt x="934808" y="1249011"/>
                  </a:lnTo>
                  <a:lnTo>
                    <a:pt x="934803" y="1249003"/>
                  </a:lnTo>
                  <a:lnTo>
                    <a:pt x="934801" y="1248994"/>
                  </a:lnTo>
                  <a:lnTo>
                    <a:pt x="934800" y="1248980"/>
                  </a:lnTo>
                  <a:lnTo>
                    <a:pt x="934801" y="1248969"/>
                  </a:lnTo>
                  <a:lnTo>
                    <a:pt x="934804" y="1248955"/>
                  </a:lnTo>
                  <a:lnTo>
                    <a:pt x="934808" y="1248946"/>
                  </a:lnTo>
                  <a:lnTo>
                    <a:pt x="934817" y="1248920"/>
                  </a:lnTo>
                  <a:lnTo>
                    <a:pt x="934821" y="1248910"/>
                  </a:lnTo>
                  <a:lnTo>
                    <a:pt x="934826" y="1248898"/>
                  </a:lnTo>
                  <a:lnTo>
                    <a:pt x="934835" y="1248875"/>
                  </a:lnTo>
                  <a:lnTo>
                    <a:pt x="934839" y="1248858"/>
                  </a:lnTo>
                  <a:lnTo>
                    <a:pt x="934842" y="1248845"/>
                  </a:lnTo>
                  <a:lnTo>
                    <a:pt x="934843" y="1248830"/>
                  </a:lnTo>
                  <a:lnTo>
                    <a:pt x="934844" y="1248818"/>
                  </a:lnTo>
                  <a:lnTo>
                    <a:pt x="934842" y="1248803"/>
                  </a:lnTo>
                  <a:lnTo>
                    <a:pt x="934838" y="1248790"/>
                  </a:lnTo>
                  <a:lnTo>
                    <a:pt x="934830" y="1248769"/>
                  </a:lnTo>
                  <a:lnTo>
                    <a:pt x="934814" y="1248740"/>
                  </a:lnTo>
                  <a:lnTo>
                    <a:pt x="934807" y="1248730"/>
                  </a:lnTo>
                  <a:lnTo>
                    <a:pt x="934795" y="1248716"/>
                  </a:lnTo>
                  <a:lnTo>
                    <a:pt x="934787" y="1248704"/>
                  </a:lnTo>
                  <a:lnTo>
                    <a:pt x="934782" y="1248688"/>
                  </a:lnTo>
                  <a:lnTo>
                    <a:pt x="934777" y="1248664"/>
                  </a:lnTo>
                  <a:lnTo>
                    <a:pt x="934774" y="1248647"/>
                  </a:lnTo>
                  <a:lnTo>
                    <a:pt x="934774" y="1248630"/>
                  </a:lnTo>
                  <a:lnTo>
                    <a:pt x="934775" y="1248613"/>
                  </a:lnTo>
                  <a:lnTo>
                    <a:pt x="934776" y="1248601"/>
                  </a:lnTo>
                  <a:lnTo>
                    <a:pt x="934780" y="1248585"/>
                  </a:lnTo>
                  <a:lnTo>
                    <a:pt x="934785" y="1248573"/>
                  </a:lnTo>
                  <a:lnTo>
                    <a:pt x="934793" y="1248561"/>
                  </a:lnTo>
                  <a:lnTo>
                    <a:pt x="934797" y="1248553"/>
                  </a:lnTo>
                  <a:lnTo>
                    <a:pt x="934808" y="1248542"/>
                  </a:lnTo>
                  <a:lnTo>
                    <a:pt x="934816" y="1248533"/>
                  </a:lnTo>
                  <a:lnTo>
                    <a:pt x="934824" y="1248522"/>
                  </a:lnTo>
                  <a:lnTo>
                    <a:pt x="934828" y="1248510"/>
                  </a:lnTo>
                  <a:lnTo>
                    <a:pt x="934830" y="1248499"/>
                  </a:lnTo>
                  <a:lnTo>
                    <a:pt x="934830" y="1248491"/>
                  </a:lnTo>
                  <a:lnTo>
                    <a:pt x="934825" y="1248486"/>
                  </a:lnTo>
                  <a:lnTo>
                    <a:pt x="934819" y="1248481"/>
                  </a:lnTo>
                  <a:lnTo>
                    <a:pt x="934810" y="1248476"/>
                  </a:lnTo>
                  <a:lnTo>
                    <a:pt x="934784" y="1248465"/>
                  </a:lnTo>
                  <a:lnTo>
                    <a:pt x="934760" y="1248454"/>
                  </a:lnTo>
                  <a:lnTo>
                    <a:pt x="934747" y="1248445"/>
                  </a:lnTo>
                  <a:lnTo>
                    <a:pt x="934743" y="1248436"/>
                  </a:lnTo>
                  <a:lnTo>
                    <a:pt x="934741" y="1248426"/>
                  </a:lnTo>
                  <a:lnTo>
                    <a:pt x="934741" y="1248417"/>
                  </a:lnTo>
                  <a:lnTo>
                    <a:pt x="934741" y="1248401"/>
                  </a:lnTo>
                  <a:lnTo>
                    <a:pt x="934744" y="1248381"/>
                  </a:lnTo>
                  <a:lnTo>
                    <a:pt x="934746" y="1248367"/>
                  </a:lnTo>
                  <a:lnTo>
                    <a:pt x="934749" y="1248356"/>
                  </a:lnTo>
                  <a:lnTo>
                    <a:pt x="934754" y="1248339"/>
                  </a:lnTo>
                  <a:lnTo>
                    <a:pt x="934767" y="1248310"/>
                  </a:lnTo>
                  <a:lnTo>
                    <a:pt x="934775" y="1248290"/>
                  </a:lnTo>
                  <a:lnTo>
                    <a:pt x="934779" y="1248276"/>
                  </a:lnTo>
                  <a:lnTo>
                    <a:pt x="934782" y="1248261"/>
                  </a:lnTo>
                  <a:lnTo>
                    <a:pt x="934781" y="1248251"/>
                  </a:lnTo>
                  <a:lnTo>
                    <a:pt x="934779" y="1248225"/>
                  </a:lnTo>
                  <a:lnTo>
                    <a:pt x="934776" y="1248211"/>
                  </a:lnTo>
                  <a:lnTo>
                    <a:pt x="934772" y="1248185"/>
                  </a:lnTo>
                  <a:lnTo>
                    <a:pt x="934769" y="1248166"/>
                  </a:lnTo>
                  <a:lnTo>
                    <a:pt x="934765" y="1248153"/>
                  </a:lnTo>
                  <a:lnTo>
                    <a:pt x="934761" y="1248139"/>
                  </a:lnTo>
                  <a:lnTo>
                    <a:pt x="934753" y="1248118"/>
                  </a:lnTo>
                  <a:lnTo>
                    <a:pt x="934739" y="1248091"/>
                  </a:lnTo>
                  <a:lnTo>
                    <a:pt x="934725" y="1248068"/>
                  </a:lnTo>
                  <a:lnTo>
                    <a:pt x="934712" y="1248046"/>
                  </a:lnTo>
                  <a:lnTo>
                    <a:pt x="934706" y="1248030"/>
                  </a:lnTo>
                  <a:lnTo>
                    <a:pt x="934698" y="1248011"/>
                  </a:lnTo>
                  <a:lnTo>
                    <a:pt x="934694" y="1247996"/>
                  </a:lnTo>
                  <a:lnTo>
                    <a:pt x="934693" y="1247971"/>
                  </a:lnTo>
                  <a:lnTo>
                    <a:pt x="934696" y="1247941"/>
                  </a:lnTo>
                  <a:lnTo>
                    <a:pt x="934699" y="1247917"/>
                  </a:lnTo>
                  <a:lnTo>
                    <a:pt x="934699" y="1247903"/>
                  </a:lnTo>
                  <a:lnTo>
                    <a:pt x="934694" y="1247890"/>
                  </a:lnTo>
                  <a:lnTo>
                    <a:pt x="934687" y="1247885"/>
                  </a:lnTo>
                  <a:lnTo>
                    <a:pt x="934673" y="1247883"/>
                  </a:lnTo>
                  <a:lnTo>
                    <a:pt x="934661" y="1247883"/>
                  </a:lnTo>
                  <a:lnTo>
                    <a:pt x="934647" y="1247882"/>
                  </a:lnTo>
                  <a:lnTo>
                    <a:pt x="934633" y="1247877"/>
                  </a:lnTo>
                  <a:lnTo>
                    <a:pt x="934621" y="1247871"/>
                  </a:lnTo>
                  <a:lnTo>
                    <a:pt x="934611" y="1247866"/>
                  </a:lnTo>
                  <a:lnTo>
                    <a:pt x="934600" y="1247858"/>
                  </a:lnTo>
                  <a:lnTo>
                    <a:pt x="934590" y="1247849"/>
                  </a:lnTo>
                  <a:lnTo>
                    <a:pt x="934583" y="1247837"/>
                  </a:lnTo>
                  <a:lnTo>
                    <a:pt x="934581" y="1247831"/>
                  </a:lnTo>
                  <a:lnTo>
                    <a:pt x="934580" y="1247819"/>
                  </a:lnTo>
                  <a:lnTo>
                    <a:pt x="934583" y="1247807"/>
                  </a:lnTo>
                  <a:lnTo>
                    <a:pt x="934590" y="1247791"/>
                  </a:lnTo>
                  <a:lnTo>
                    <a:pt x="934601" y="1247774"/>
                  </a:lnTo>
                  <a:lnTo>
                    <a:pt x="934609" y="1247762"/>
                  </a:lnTo>
                  <a:lnTo>
                    <a:pt x="934620" y="1247750"/>
                  </a:lnTo>
                  <a:lnTo>
                    <a:pt x="934626" y="1247740"/>
                  </a:lnTo>
                  <a:lnTo>
                    <a:pt x="934632" y="1247731"/>
                  </a:lnTo>
                  <a:lnTo>
                    <a:pt x="934635" y="1247716"/>
                  </a:lnTo>
                  <a:lnTo>
                    <a:pt x="934636" y="1247704"/>
                  </a:lnTo>
                  <a:lnTo>
                    <a:pt x="934635" y="1247692"/>
                  </a:lnTo>
                  <a:lnTo>
                    <a:pt x="934631" y="1247684"/>
                  </a:lnTo>
                  <a:lnTo>
                    <a:pt x="934625" y="1247672"/>
                  </a:lnTo>
                  <a:lnTo>
                    <a:pt x="934601" y="1247652"/>
                  </a:lnTo>
                  <a:lnTo>
                    <a:pt x="934584" y="1247642"/>
                  </a:lnTo>
                  <a:lnTo>
                    <a:pt x="934574" y="1247631"/>
                  </a:lnTo>
                  <a:lnTo>
                    <a:pt x="934566" y="1247618"/>
                  </a:lnTo>
                  <a:lnTo>
                    <a:pt x="934559" y="1247604"/>
                  </a:lnTo>
                  <a:lnTo>
                    <a:pt x="934552" y="1247584"/>
                  </a:lnTo>
                  <a:lnTo>
                    <a:pt x="934547" y="1247566"/>
                  </a:lnTo>
                  <a:lnTo>
                    <a:pt x="934540" y="1247542"/>
                  </a:lnTo>
                  <a:lnTo>
                    <a:pt x="934538" y="1247526"/>
                  </a:lnTo>
                  <a:lnTo>
                    <a:pt x="934537" y="1247508"/>
                  </a:lnTo>
                  <a:lnTo>
                    <a:pt x="934540" y="1247490"/>
                  </a:lnTo>
                  <a:lnTo>
                    <a:pt x="934544" y="1247476"/>
                  </a:lnTo>
                  <a:lnTo>
                    <a:pt x="934547" y="1247466"/>
                  </a:lnTo>
                  <a:lnTo>
                    <a:pt x="934557" y="1247449"/>
                  </a:lnTo>
                  <a:lnTo>
                    <a:pt x="934564" y="1247438"/>
                  </a:lnTo>
                  <a:lnTo>
                    <a:pt x="934576" y="1247433"/>
                  </a:lnTo>
                  <a:lnTo>
                    <a:pt x="934593" y="1247432"/>
                  </a:lnTo>
                  <a:lnTo>
                    <a:pt x="934618" y="1247434"/>
                  </a:lnTo>
                  <a:lnTo>
                    <a:pt x="934639" y="1247437"/>
                  </a:lnTo>
                  <a:lnTo>
                    <a:pt x="934649" y="1247437"/>
                  </a:lnTo>
                  <a:lnTo>
                    <a:pt x="934665" y="1247437"/>
                  </a:lnTo>
                  <a:lnTo>
                    <a:pt x="934687" y="1247432"/>
                  </a:lnTo>
                  <a:lnTo>
                    <a:pt x="934738" y="1247411"/>
                  </a:lnTo>
                  <a:lnTo>
                    <a:pt x="934785" y="1247390"/>
                  </a:lnTo>
                  <a:lnTo>
                    <a:pt x="934800" y="1247378"/>
                  </a:lnTo>
                  <a:lnTo>
                    <a:pt x="934808" y="1247368"/>
                  </a:lnTo>
                  <a:lnTo>
                    <a:pt x="934818" y="1247344"/>
                  </a:lnTo>
                  <a:lnTo>
                    <a:pt x="934825" y="1247320"/>
                  </a:lnTo>
                  <a:lnTo>
                    <a:pt x="934833" y="1247294"/>
                  </a:lnTo>
                  <a:lnTo>
                    <a:pt x="934839" y="1247279"/>
                  </a:lnTo>
                  <a:lnTo>
                    <a:pt x="934850" y="1247267"/>
                  </a:lnTo>
                  <a:lnTo>
                    <a:pt x="934861" y="1247256"/>
                  </a:lnTo>
                  <a:lnTo>
                    <a:pt x="934872" y="1247249"/>
                  </a:lnTo>
                  <a:lnTo>
                    <a:pt x="934887" y="1247248"/>
                  </a:lnTo>
                  <a:lnTo>
                    <a:pt x="934900" y="1247248"/>
                  </a:lnTo>
                  <a:lnTo>
                    <a:pt x="934909" y="1247255"/>
                  </a:lnTo>
                  <a:lnTo>
                    <a:pt x="934917" y="1247264"/>
                  </a:lnTo>
                  <a:lnTo>
                    <a:pt x="934922" y="1247275"/>
                  </a:lnTo>
                  <a:lnTo>
                    <a:pt x="934926" y="1247284"/>
                  </a:lnTo>
                  <a:lnTo>
                    <a:pt x="934928" y="1247298"/>
                  </a:lnTo>
                  <a:lnTo>
                    <a:pt x="934929" y="1247315"/>
                  </a:lnTo>
                  <a:lnTo>
                    <a:pt x="934931" y="1247334"/>
                  </a:lnTo>
                  <a:lnTo>
                    <a:pt x="934934" y="1247379"/>
                  </a:lnTo>
                  <a:lnTo>
                    <a:pt x="934936" y="1247429"/>
                  </a:lnTo>
                  <a:lnTo>
                    <a:pt x="934937" y="1247453"/>
                  </a:lnTo>
                  <a:lnTo>
                    <a:pt x="934939" y="1247474"/>
                  </a:lnTo>
                  <a:lnTo>
                    <a:pt x="934942" y="1247487"/>
                  </a:lnTo>
                  <a:lnTo>
                    <a:pt x="934945" y="1247503"/>
                  </a:lnTo>
                  <a:lnTo>
                    <a:pt x="934950" y="1247520"/>
                  </a:lnTo>
                  <a:lnTo>
                    <a:pt x="934958" y="1247534"/>
                  </a:lnTo>
                  <a:lnTo>
                    <a:pt x="934966" y="1247542"/>
                  </a:lnTo>
                  <a:lnTo>
                    <a:pt x="934979" y="1247554"/>
                  </a:lnTo>
                  <a:lnTo>
                    <a:pt x="934999" y="1247563"/>
                  </a:lnTo>
                  <a:lnTo>
                    <a:pt x="935011" y="1247565"/>
                  </a:lnTo>
                  <a:lnTo>
                    <a:pt x="935028" y="1247568"/>
                  </a:lnTo>
                  <a:lnTo>
                    <a:pt x="935055" y="1247572"/>
                  </a:lnTo>
                  <a:lnTo>
                    <a:pt x="935085" y="1247574"/>
                  </a:lnTo>
                  <a:lnTo>
                    <a:pt x="935104" y="1247575"/>
                  </a:lnTo>
                  <a:lnTo>
                    <a:pt x="935118" y="1247577"/>
                  </a:lnTo>
                  <a:lnTo>
                    <a:pt x="935130" y="1247581"/>
                  </a:lnTo>
                  <a:lnTo>
                    <a:pt x="935142" y="1247591"/>
                  </a:lnTo>
                  <a:lnTo>
                    <a:pt x="935149" y="1247598"/>
                  </a:lnTo>
                  <a:lnTo>
                    <a:pt x="935166" y="1247612"/>
                  </a:lnTo>
                  <a:lnTo>
                    <a:pt x="935184" y="1247623"/>
                  </a:lnTo>
                  <a:lnTo>
                    <a:pt x="935195" y="1247628"/>
                  </a:lnTo>
                  <a:lnTo>
                    <a:pt x="935208" y="1247632"/>
                  </a:lnTo>
                  <a:lnTo>
                    <a:pt x="935222" y="1247634"/>
                  </a:lnTo>
                  <a:lnTo>
                    <a:pt x="935234" y="1247632"/>
                  </a:lnTo>
                  <a:lnTo>
                    <a:pt x="935255" y="1247628"/>
                  </a:lnTo>
                  <a:lnTo>
                    <a:pt x="935273" y="1247622"/>
                  </a:lnTo>
                  <a:lnTo>
                    <a:pt x="935300" y="1247615"/>
                  </a:lnTo>
                  <a:lnTo>
                    <a:pt x="935330" y="1247605"/>
                  </a:lnTo>
                  <a:lnTo>
                    <a:pt x="935390" y="1247584"/>
                  </a:lnTo>
                  <a:lnTo>
                    <a:pt x="935420" y="1247571"/>
                  </a:lnTo>
                  <a:lnTo>
                    <a:pt x="935437" y="1247564"/>
                  </a:lnTo>
                  <a:lnTo>
                    <a:pt x="935448" y="1247558"/>
                  </a:lnTo>
                  <a:lnTo>
                    <a:pt x="935457" y="1247554"/>
                  </a:lnTo>
                  <a:lnTo>
                    <a:pt x="935471" y="1247548"/>
                  </a:lnTo>
                  <a:lnTo>
                    <a:pt x="935478" y="1247542"/>
                  </a:lnTo>
                  <a:lnTo>
                    <a:pt x="935484" y="1247537"/>
                  </a:lnTo>
                  <a:lnTo>
                    <a:pt x="935490" y="1247531"/>
                  </a:lnTo>
                  <a:lnTo>
                    <a:pt x="935497" y="1247519"/>
                  </a:lnTo>
                  <a:lnTo>
                    <a:pt x="935507" y="1247506"/>
                  </a:lnTo>
                  <a:lnTo>
                    <a:pt x="935515" y="1247490"/>
                  </a:lnTo>
                  <a:lnTo>
                    <a:pt x="935532" y="1247462"/>
                  </a:lnTo>
                  <a:lnTo>
                    <a:pt x="935544" y="1247437"/>
                  </a:lnTo>
                  <a:lnTo>
                    <a:pt x="935556" y="1247417"/>
                  </a:lnTo>
                  <a:lnTo>
                    <a:pt x="935568" y="1247393"/>
                  </a:lnTo>
                  <a:lnTo>
                    <a:pt x="935586" y="1247344"/>
                  </a:lnTo>
                  <a:lnTo>
                    <a:pt x="935599" y="1247304"/>
                  </a:lnTo>
                  <a:lnTo>
                    <a:pt x="935606" y="1247273"/>
                  </a:lnTo>
                  <a:lnTo>
                    <a:pt x="935612" y="1247246"/>
                  </a:lnTo>
                  <a:lnTo>
                    <a:pt x="935614" y="1247219"/>
                  </a:lnTo>
                  <a:lnTo>
                    <a:pt x="935614" y="1247194"/>
                  </a:lnTo>
                  <a:lnTo>
                    <a:pt x="935615" y="1247170"/>
                  </a:lnTo>
                  <a:lnTo>
                    <a:pt x="935614" y="1247151"/>
                  </a:lnTo>
                  <a:lnTo>
                    <a:pt x="935616" y="1247136"/>
                  </a:lnTo>
                  <a:lnTo>
                    <a:pt x="935620" y="1247119"/>
                  </a:lnTo>
                  <a:lnTo>
                    <a:pt x="935625" y="1247100"/>
                  </a:lnTo>
                  <a:lnTo>
                    <a:pt x="935631" y="1247080"/>
                  </a:lnTo>
                  <a:lnTo>
                    <a:pt x="935642" y="1247053"/>
                  </a:lnTo>
                  <a:lnTo>
                    <a:pt x="935656" y="1247029"/>
                  </a:lnTo>
                  <a:lnTo>
                    <a:pt x="935672" y="1247015"/>
                  </a:lnTo>
                  <a:lnTo>
                    <a:pt x="935681" y="1247005"/>
                  </a:lnTo>
                  <a:lnTo>
                    <a:pt x="935691" y="1246997"/>
                  </a:lnTo>
                  <a:lnTo>
                    <a:pt x="935704" y="1246986"/>
                  </a:lnTo>
                  <a:lnTo>
                    <a:pt x="935714" y="1246980"/>
                  </a:lnTo>
                  <a:lnTo>
                    <a:pt x="935727" y="1246970"/>
                  </a:lnTo>
                  <a:lnTo>
                    <a:pt x="935746" y="1246959"/>
                  </a:lnTo>
                  <a:lnTo>
                    <a:pt x="935770" y="1246945"/>
                  </a:lnTo>
                  <a:lnTo>
                    <a:pt x="935795" y="1246933"/>
                  </a:lnTo>
                  <a:lnTo>
                    <a:pt x="935819" y="1246926"/>
                  </a:lnTo>
                  <a:lnTo>
                    <a:pt x="935838" y="1246922"/>
                  </a:lnTo>
                  <a:lnTo>
                    <a:pt x="935859" y="1246918"/>
                  </a:lnTo>
                  <a:lnTo>
                    <a:pt x="935868" y="1246921"/>
                  </a:lnTo>
                  <a:lnTo>
                    <a:pt x="935892" y="1246926"/>
                  </a:lnTo>
                  <a:lnTo>
                    <a:pt x="935916" y="1246934"/>
                  </a:lnTo>
                  <a:lnTo>
                    <a:pt x="935941" y="1246934"/>
                  </a:lnTo>
                  <a:lnTo>
                    <a:pt x="935955" y="1246929"/>
                  </a:lnTo>
                  <a:lnTo>
                    <a:pt x="935965" y="1246919"/>
                  </a:lnTo>
                  <a:lnTo>
                    <a:pt x="936013" y="1246842"/>
                  </a:lnTo>
                  <a:lnTo>
                    <a:pt x="936025" y="1246829"/>
                  </a:lnTo>
                  <a:lnTo>
                    <a:pt x="936039" y="1246799"/>
                  </a:lnTo>
                  <a:lnTo>
                    <a:pt x="936042" y="1246773"/>
                  </a:lnTo>
                  <a:lnTo>
                    <a:pt x="936046" y="1246746"/>
                  </a:lnTo>
                  <a:lnTo>
                    <a:pt x="936047" y="1246723"/>
                  </a:lnTo>
                  <a:lnTo>
                    <a:pt x="936047" y="1246698"/>
                  </a:lnTo>
                  <a:lnTo>
                    <a:pt x="936041" y="1246639"/>
                  </a:lnTo>
                  <a:lnTo>
                    <a:pt x="936044" y="1246621"/>
                  </a:lnTo>
                  <a:lnTo>
                    <a:pt x="936052" y="1246610"/>
                  </a:lnTo>
                  <a:lnTo>
                    <a:pt x="936059" y="1246603"/>
                  </a:lnTo>
                  <a:lnTo>
                    <a:pt x="936066" y="1246595"/>
                  </a:lnTo>
                  <a:lnTo>
                    <a:pt x="936086" y="1246582"/>
                  </a:lnTo>
                  <a:lnTo>
                    <a:pt x="936134" y="1246566"/>
                  </a:lnTo>
                  <a:lnTo>
                    <a:pt x="936160" y="1246559"/>
                  </a:lnTo>
                  <a:lnTo>
                    <a:pt x="936183" y="1246550"/>
                  </a:lnTo>
                  <a:lnTo>
                    <a:pt x="936200" y="1246536"/>
                  </a:lnTo>
                  <a:lnTo>
                    <a:pt x="936209" y="1246525"/>
                  </a:lnTo>
                  <a:lnTo>
                    <a:pt x="936212" y="1246514"/>
                  </a:lnTo>
                  <a:lnTo>
                    <a:pt x="936214" y="1246506"/>
                  </a:lnTo>
                  <a:lnTo>
                    <a:pt x="936214" y="1246485"/>
                  </a:lnTo>
                  <a:lnTo>
                    <a:pt x="936208" y="1246457"/>
                  </a:lnTo>
                  <a:lnTo>
                    <a:pt x="936205" y="1246435"/>
                  </a:lnTo>
                  <a:lnTo>
                    <a:pt x="936208" y="1246410"/>
                  </a:lnTo>
                  <a:lnTo>
                    <a:pt x="936218" y="1246390"/>
                  </a:lnTo>
                  <a:lnTo>
                    <a:pt x="936234" y="1246378"/>
                  </a:lnTo>
                  <a:lnTo>
                    <a:pt x="936261" y="1246359"/>
                  </a:lnTo>
                  <a:lnTo>
                    <a:pt x="936275" y="1246349"/>
                  </a:lnTo>
                  <a:lnTo>
                    <a:pt x="936299" y="1246334"/>
                  </a:lnTo>
                  <a:lnTo>
                    <a:pt x="936323" y="1246316"/>
                  </a:lnTo>
                  <a:lnTo>
                    <a:pt x="936348" y="1246294"/>
                  </a:lnTo>
                  <a:lnTo>
                    <a:pt x="936361" y="1246282"/>
                  </a:lnTo>
                  <a:lnTo>
                    <a:pt x="936367" y="1246272"/>
                  </a:lnTo>
                  <a:lnTo>
                    <a:pt x="936377" y="1246259"/>
                  </a:lnTo>
                  <a:lnTo>
                    <a:pt x="936382" y="1246247"/>
                  </a:lnTo>
                  <a:lnTo>
                    <a:pt x="936389" y="1246222"/>
                  </a:lnTo>
                  <a:lnTo>
                    <a:pt x="936394" y="1246206"/>
                  </a:lnTo>
                  <a:lnTo>
                    <a:pt x="936406" y="1246176"/>
                  </a:lnTo>
                  <a:lnTo>
                    <a:pt x="936415" y="1246152"/>
                  </a:lnTo>
                  <a:lnTo>
                    <a:pt x="936422" y="1246138"/>
                  </a:lnTo>
                  <a:lnTo>
                    <a:pt x="936430" y="1246125"/>
                  </a:lnTo>
                  <a:lnTo>
                    <a:pt x="936442" y="1246111"/>
                  </a:lnTo>
                  <a:lnTo>
                    <a:pt x="936456" y="1246100"/>
                  </a:lnTo>
                  <a:lnTo>
                    <a:pt x="936476" y="1246081"/>
                  </a:lnTo>
                  <a:lnTo>
                    <a:pt x="936495" y="1246059"/>
                  </a:lnTo>
                  <a:lnTo>
                    <a:pt x="936503" y="1246049"/>
                  </a:lnTo>
                  <a:lnTo>
                    <a:pt x="936509" y="1246042"/>
                  </a:lnTo>
                  <a:lnTo>
                    <a:pt x="936514" y="1246036"/>
                  </a:lnTo>
                  <a:lnTo>
                    <a:pt x="936519" y="1246026"/>
                  </a:lnTo>
                  <a:lnTo>
                    <a:pt x="936530" y="1246000"/>
                  </a:lnTo>
                  <a:lnTo>
                    <a:pt x="936540" y="1245980"/>
                  </a:lnTo>
                  <a:lnTo>
                    <a:pt x="936553" y="1245961"/>
                  </a:lnTo>
                  <a:lnTo>
                    <a:pt x="936557" y="1245952"/>
                  </a:lnTo>
                  <a:lnTo>
                    <a:pt x="936569" y="1245932"/>
                  </a:lnTo>
                  <a:lnTo>
                    <a:pt x="936581" y="1245915"/>
                  </a:lnTo>
                  <a:lnTo>
                    <a:pt x="936598" y="1245897"/>
                  </a:lnTo>
                  <a:lnTo>
                    <a:pt x="936626" y="1245869"/>
                  </a:lnTo>
                  <a:lnTo>
                    <a:pt x="936646" y="1245851"/>
                  </a:lnTo>
                  <a:lnTo>
                    <a:pt x="936679" y="1245823"/>
                  </a:lnTo>
                  <a:lnTo>
                    <a:pt x="936694" y="1245810"/>
                  </a:lnTo>
                  <a:lnTo>
                    <a:pt x="936704" y="1245799"/>
                  </a:lnTo>
                  <a:lnTo>
                    <a:pt x="936711" y="1245791"/>
                  </a:lnTo>
                  <a:lnTo>
                    <a:pt x="936716" y="1245780"/>
                  </a:lnTo>
                  <a:lnTo>
                    <a:pt x="936726" y="1245755"/>
                  </a:lnTo>
                  <a:lnTo>
                    <a:pt x="936731" y="1245742"/>
                  </a:lnTo>
                  <a:lnTo>
                    <a:pt x="936737" y="1245717"/>
                  </a:lnTo>
                  <a:lnTo>
                    <a:pt x="936753" y="1245688"/>
                  </a:lnTo>
                  <a:lnTo>
                    <a:pt x="936771" y="1245667"/>
                  </a:lnTo>
                  <a:lnTo>
                    <a:pt x="936777" y="1245657"/>
                  </a:lnTo>
                  <a:lnTo>
                    <a:pt x="936787" y="1245642"/>
                  </a:lnTo>
                  <a:lnTo>
                    <a:pt x="936792" y="1245627"/>
                  </a:lnTo>
                  <a:lnTo>
                    <a:pt x="936792" y="1245617"/>
                  </a:lnTo>
                  <a:lnTo>
                    <a:pt x="936787" y="1245596"/>
                  </a:lnTo>
                  <a:lnTo>
                    <a:pt x="936783" y="1245580"/>
                  </a:lnTo>
                  <a:lnTo>
                    <a:pt x="936776" y="1245566"/>
                  </a:lnTo>
                  <a:lnTo>
                    <a:pt x="936761" y="1245542"/>
                  </a:lnTo>
                  <a:lnTo>
                    <a:pt x="936756" y="1245516"/>
                  </a:lnTo>
                  <a:lnTo>
                    <a:pt x="936758" y="1245489"/>
                  </a:lnTo>
                  <a:lnTo>
                    <a:pt x="936754" y="1245466"/>
                  </a:lnTo>
                  <a:lnTo>
                    <a:pt x="936750" y="1245453"/>
                  </a:lnTo>
                  <a:lnTo>
                    <a:pt x="936741" y="1245441"/>
                  </a:lnTo>
                  <a:lnTo>
                    <a:pt x="936732" y="1245421"/>
                  </a:lnTo>
                  <a:lnTo>
                    <a:pt x="936732" y="1245416"/>
                  </a:lnTo>
                  <a:lnTo>
                    <a:pt x="936736" y="1245401"/>
                  </a:lnTo>
                  <a:lnTo>
                    <a:pt x="936743" y="1245391"/>
                  </a:lnTo>
                  <a:lnTo>
                    <a:pt x="936746" y="1245384"/>
                  </a:lnTo>
                  <a:lnTo>
                    <a:pt x="936753" y="1245360"/>
                  </a:lnTo>
                  <a:lnTo>
                    <a:pt x="936766" y="1245329"/>
                  </a:lnTo>
                  <a:lnTo>
                    <a:pt x="936782" y="1245303"/>
                  </a:lnTo>
                  <a:lnTo>
                    <a:pt x="936792" y="1245283"/>
                  </a:lnTo>
                  <a:lnTo>
                    <a:pt x="936800" y="1245267"/>
                  </a:lnTo>
                  <a:lnTo>
                    <a:pt x="936812" y="1245248"/>
                  </a:lnTo>
                  <a:lnTo>
                    <a:pt x="936816" y="1245241"/>
                  </a:lnTo>
                  <a:lnTo>
                    <a:pt x="936825" y="1245223"/>
                  </a:lnTo>
                  <a:lnTo>
                    <a:pt x="936832" y="1245197"/>
                  </a:lnTo>
                  <a:lnTo>
                    <a:pt x="936840" y="1245172"/>
                  </a:lnTo>
                  <a:lnTo>
                    <a:pt x="936847" y="1245151"/>
                  </a:lnTo>
                  <a:lnTo>
                    <a:pt x="936856" y="1245129"/>
                  </a:lnTo>
                  <a:lnTo>
                    <a:pt x="936861" y="1245123"/>
                  </a:lnTo>
                  <a:lnTo>
                    <a:pt x="936869" y="1245109"/>
                  </a:lnTo>
                  <a:lnTo>
                    <a:pt x="936878" y="1245099"/>
                  </a:lnTo>
                  <a:lnTo>
                    <a:pt x="936892" y="1245074"/>
                  </a:lnTo>
                  <a:lnTo>
                    <a:pt x="936902" y="1245054"/>
                  </a:lnTo>
                  <a:lnTo>
                    <a:pt x="936905" y="1245048"/>
                  </a:lnTo>
                  <a:lnTo>
                    <a:pt x="936909" y="1245021"/>
                  </a:lnTo>
                  <a:lnTo>
                    <a:pt x="936911" y="1244996"/>
                  </a:lnTo>
                  <a:lnTo>
                    <a:pt x="936914" y="1244975"/>
                  </a:lnTo>
                  <a:lnTo>
                    <a:pt x="936919" y="1244960"/>
                  </a:lnTo>
                  <a:lnTo>
                    <a:pt x="936924" y="1244946"/>
                  </a:lnTo>
                  <a:lnTo>
                    <a:pt x="936929" y="1244938"/>
                  </a:lnTo>
                  <a:lnTo>
                    <a:pt x="936943" y="1244925"/>
                  </a:lnTo>
                  <a:lnTo>
                    <a:pt x="936961" y="1244913"/>
                  </a:lnTo>
                  <a:lnTo>
                    <a:pt x="936967" y="1244911"/>
                  </a:lnTo>
                  <a:lnTo>
                    <a:pt x="936991" y="1244896"/>
                  </a:lnTo>
                  <a:lnTo>
                    <a:pt x="937016" y="1244880"/>
                  </a:lnTo>
                  <a:lnTo>
                    <a:pt x="937027" y="1244869"/>
                  </a:lnTo>
                  <a:lnTo>
                    <a:pt x="937032" y="1244861"/>
                  </a:lnTo>
                  <a:lnTo>
                    <a:pt x="937034" y="1244856"/>
                  </a:lnTo>
                  <a:lnTo>
                    <a:pt x="937041" y="1244831"/>
                  </a:lnTo>
                  <a:lnTo>
                    <a:pt x="937046" y="1244806"/>
                  </a:lnTo>
                  <a:lnTo>
                    <a:pt x="937048" y="1244782"/>
                  </a:lnTo>
                  <a:lnTo>
                    <a:pt x="937050" y="1244756"/>
                  </a:lnTo>
                  <a:lnTo>
                    <a:pt x="937053" y="1244730"/>
                  </a:lnTo>
                  <a:lnTo>
                    <a:pt x="937055" y="1244723"/>
                  </a:lnTo>
                  <a:lnTo>
                    <a:pt x="937059" y="1244705"/>
                  </a:lnTo>
                  <a:lnTo>
                    <a:pt x="937067" y="1244682"/>
                  </a:lnTo>
                  <a:lnTo>
                    <a:pt x="937075" y="1244655"/>
                  </a:lnTo>
                  <a:lnTo>
                    <a:pt x="937080" y="1244635"/>
                  </a:lnTo>
                  <a:lnTo>
                    <a:pt x="937093" y="1244604"/>
                  </a:lnTo>
                  <a:lnTo>
                    <a:pt x="937101" y="1244585"/>
                  </a:lnTo>
                  <a:lnTo>
                    <a:pt x="937111" y="1244560"/>
                  </a:lnTo>
                  <a:lnTo>
                    <a:pt x="937121" y="1244534"/>
                  </a:lnTo>
                  <a:lnTo>
                    <a:pt x="937133" y="1244509"/>
                  </a:lnTo>
                  <a:lnTo>
                    <a:pt x="937148" y="1244484"/>
                  </a:lnTo>
                  <a:lnTo>
                    <a:pt x="937163" y="1244459"/>
                  </a:lnTo>
                  <a:lnTo>
                    <a:pt x="937176" y="1244439"/>
                  </a:lnTo>
                  <a:lnTo>
                    <a:pt x="937187" y="1244425"/>
                  </a:lnTo>
                  <a:lnTo>
                    <a:pt x="937203" y="1244412"/>
                  </a:lnTo>
                  <a:lnTo>
                    <a:pt x="937212" y="1244406"/>
                  </a:lnTo>
                  <a:lnTo>
                    <a:pt x="937224" y="1244397"/>
                  </a:lnTo>
                  <a:lnTo>
                    <a:pt x="937238" y="1244393"/>
                  </a:lnTo>
                  <a:lnTo>
                    <a:pt x="937252" y="1244388"/>
                  </a:lnTo>
                  <a:lnTo>
                    <a:pt x="937276" y="1244383"/>
                  </a:lnTo>
                  <a:lnTo>
                    <a:pt x="937300" y="1244377"/>
                  </a:lnTo>
                  <a:lnTo>
                    <a:pt x="937323" y="1244368"/>
                  </a:lnTo>
                  <a:lnTo>
                    <a:pt x="937331" y="1244360"/>
                  </a:lnTo>
                  <a:lnTo>
                    <a:pt x="937335" y="1244354"/>
                  </a:lnTo>
                  <a:lnTo>
                    <a:pt x="937345" y="1244330"/>
                  </a:lnTo>
                  <a:lnTo>
                    <a:pt x="937352" y="1244311"/>
                  </a:lnTo>
                  <a:lnTo>
                    <a:pt x="937355" y="1244289"/>
                  </a:lnTo>
                  <a:lnTo>
                    <a:pt x="937355" y="1244273"/>
                  </a:lnTo>
                  <a:lnTo>
                    <a:pt x="937355" y="1244247"/>
                  </a:lnTo>
                  <a:lnTo>
                    <a:pt x="937355" y="1244222"/>
                  </a:lnTo>
                  <a:lnTo>
                    <a:pt x="937359" y="1244204"/>
                  </a:lnTo>
                  <a:lnTo>
                    <a:pt x="937363" y="1244198"/>
                  </a:lnTo>
                  <a:lnTo>
                    <a:pt x="937376" y="1244181"/>
                  </a:lnTo>
                  <a:lnTo>
                    <a:pt x="937385" y="1244171"/>
                  </a:lnTo>
                  <a:lnTo>
                    <a:pt x="937409" y="1244150"/>
                  </a:lnTo>
                  <a:lnTo>
                    <a:pt x="937433" y="1244132"/>
                  </a:lnTo>
                  <a:lnTo>
                    <a:pt x="937457" y="1244118"/>
                  </a:lnTo>
                  <a:lnTo>
                    <a:pt x="937465" y="1244114"/>
                  </a:lnTo>
                  <a:lnTo>
                    <a:pt x="937481" y="1244103"/>
                  </a:lnTo>
                  <a:lnTo>
                    <a:pt x="937498" y="1244093"/>
                  </a:lnTo>
                  <a:lnTo>
                    <a:pt x="937506" y="1244085"/>
                  </a:lnTo>
                  <a:lnTo>
                    <a:pt x="937517" y="1244066"/>
                  </a:lnTo>
                  <a:lnTo>
                    <a:pt x="937519" y="1244060"/>
                  </a:lnTo>
                  <a:lnTo>
                    <a:pt x="937528" y="1244035"/>
                  </a:lnTo>
                  <a:lnTo>
                    <a:pt x="937533" y="1244009"/>
                  </a:lnTo>
                  <a:lnTo>
                    <a:pt x="937538" y="1243984"/>
                  </a:lnTo>
                  <a:lnTo>
                    <a:pt x="937539" y="1243959"/>
                  </a:lnTo>
                  <a:lnTo>
                    <a:pt x="937543" y="1243931"/>
                  </a:lnTo>
                  <a:lnTo>
                    <a:pt x="937549" y="1243910"/>
                  </a:lnTo>
                  <a:lnTo>
                    <a:pt x="937561" y="1243889"/>
                  </a:lnTo>
                  <a:lnTo>
                    <a:pt x="937609" y="1243826"/>
                  </a:lnTo>
                  <a:lnTo>
                    <a:pt x="937616" y="1243821"/>
                  </a:lnTo>
                  <a:lnTo>
                    <a:pt x="937621" y="1243815"/>
                  </a:lnTo>
                  <a:lnTo>
                    <a:pt x="937625" y="1243813"/>
                  </a:lnTo>
                  <a:lnTo>
                    <a:pt x="937631" y="1243808"/>
                  </a:lnTo>
                  <a:lnTo>
                    <a:pt x="937643" y="1243798"/>
                  </a:lnTo>
                  <a:lnTo>
                    <a:pt x="937654" y="1243788"/>
                  </a:lnTo>
                  <a:lnTo>
                    <a:pt x="937662" y="1243782"/>
                  </a:lnTo>
                  <a:lnTo>
                    <a:pt x="937667" y="1243775"/>
                  </a:lnTo>
                  <a:lnTo>
                    <a:pt x="937669" y="1243767"/>
                  </a:lnTo>
                  <a:lnTo>
                    <a:pt x="937671" y="1243758"/>
                  </a:lnTo>
                  <a:lnTo>
                    <a:pt x="937670" y="1243750"/>
                  </a:lnTo>
                  <a:lnTo>
                    <a:pt x="937666" y="1243745"/>
                  </a:lnTo>
                  <a:lnTo>
                    <a:pt x="937654" y="1243735"/>
                  </a:lnTo>
                  <a:lnTo>
                    <a:pt x="937637" y="1243725"/>
                  </a:lnTo>
                  <a:lnTo>
                    <a:pt x="937623" y="1243718"/>
                  </a:lnTo>
                  <a:lnTo>
                    <a:pt x="937610" y="1243711"/>
                  </a:lnTo>
                  <a:lnTo>
                    <a:pt x="937598" y="1243708"/>
                  </a:lnTo>
                  <a:lnTo>
                    <a:pt x="937582" y="1243704"/>
                  </a:lnTo>
                  <a:lnTo>
                    <a:pt x="937574" y="1243701"/>
                  </a:lnTo>
                  <a:lnTo>
                    <a:pt x="937567" y="1243699"/>
                  </a:lnTo>
                  <a:lnTo>
                    <a:pt x="937553" y="1243694"/>
                  </a:lnTo>
                  <a:lnTo>
                    <a:pt x="937546" y="1243691"/>
                  </a:lnTo>
                  <a:lnTo>
                    <a:pt x="937531" y="1243685"/>
                  </a:lnTo>
                  <a:lnTo>
                    <a:pt x="937515" y="1243679"/>
                  </a:lnTo>
                  <a:lnTo>
                    <a:pt x="937498" y="1243674"/>
                  </a:lnTo>
                  <a:lnTo>
                    <a:pt x="937489" y="1243667"/>
                  </a:lnTo>
                  <a:lnTo>
                    <a:pt x="937483" y="1243660"/>
                  </a:lnTo>
                  <a:lnTo>
                    <a:pt x="937480" y="1243652"/>
                  </a:lnTo>
                  <a:lnTo>
                    <a:pt x="937478" y="1243643"/>
                  </a:lnTo>
                  <a:lnTo>
                    <a:pt x="937481" y="1243632"/>
                  </a:lnTo>
                  <a:lnTo>
                    <a:pt x="937487" y="1243619"/>
                  </a:lnTo>
                  <a:lnTo>
                    <a:pt x="937493" y="1243612"/>
                  </a:lnTo>
                  <a:lnTo>
                    <a:pt x="937500" y="1243607"/>
                  </a:lnTo>
                  <a:lnTo>
                    <a:pt x="937508" y="1243599"/>
                  </a:lnTo>
                  <a:lnTo>
                    <a:pt x="937512" y="1243597"/>
                  </a:lnTo>
                  <a:lnTo>
                    <a:pt x="937525" y="1243585"/>
                  </a:lnTo>
                  <a:lnTo>
                    <a:pt x="937532" y="1243578"/>
                  </a:lnTo>
                  <a:lnTo>
                    <a:pt x="937539" y="1243574"/>
                  </a:lnTo>
                  <a:lnTo>
                    <a:pt x="937548" y="1243565"/>
                  </a:lnTo>
                  <a:lnTo>
                    <a:pt x="937552" y="1243559"/>
                  </a:lnTo>
                  <a:lnTo>
                    <a:pt x="937560" y="1243545"/>
                  </a:lnTo>
                  <a:lnTo>
                    <a:pt x="937564" y="1243537"/>
                  </a:lnTo>
                  <a:lnTo>
                    <a:pt x="937566" y="1243529"/>
                  </a:lnTo>
                  <a:lnTo>
                    <a:pt x="937568" y="1243514"/>
                  </a:lnTo>
                  <a:lnTo>
                    <a:pt x="937568" y="1243499"/>
                  </a:lnTo>
                  <a:lnTo>
                    <a:pt x="937567" y="1243484"/>
                  </a:lnTo>
                  <a:lnTo>
                    <a:pt x="937565" y="1243469"/>
                  </a:lnTo>
                  <a:lnTo>
                    <a:pt x="937565" y="1243454"/>
                  </a:lnTo>
                  <a:lnTo>
                    <a:pt x="937563" y="1243439"/>
                  </a:lnTo>
                  <a:lnTo>
                    <a:pt x="937563" y="1243424"/>
                  </a:lnTo>
                  <a:lnTo>
                    <a:pt x="937565" y="1243409"/>
                  </a:lnTo>
                  <a:lnTo>
                    <a:pt x="937570" y="1243394"/>
                  </a:lnTo>
                  <a:lnTo>
                    <a:pt x="937583" y="1243380"/>
                  </a:lnTo>
                  <a:lnTo>
                    <a:pt x="937596" y="1243367"/>
                  </a:lnTo>
                  <a:lnTo>
                    <a:pt x="937607" y="1243356"/>
                  </a:lnTo>
                  <a:lnTo>
                    <a:pt x="937616" y="1243347"/>
                  </a:lnTo>
                  <a:lnTo>
                    <a:pt x="937626" y="1243340"/>
                  </a:lnTo>
                  <a:lnTo>
                    <a:pt x="937635" y="1243336"/>
                  </a:lnTo>
                  <a:lnTo>
                    <a:pt x="937642" y="1243334"/>
                  </a:lnTo>
                  <a:lnTo>
                    <a:pt x="937653" y="1243334"/>
                  </a:lnTo>
                  <a:lnTo>
                    <a:pt x="937673" y="1243336"/>
                  </a:lnTo>
                  <a:lnTo>
                    <a:pt x="937691" y="1243338"/>
                  </a:lnTo>
                  <a:lnTo>
                    <a:pt x="937707" y="1243341"/>
                  </a:lnTo>
                  <a:lnTo>
                    <a:pt x="937724" y="1243340"/>
                  </a:lnTo>
                  <a:lnTo>
                    <a:pt x="937738" y="1243337"/>
                  </a:lnTo>
                  <a:lnTo>
                    <a:pt x="937751" y="1243333"/>
                  </a:lnTo>
                  <a:lnTo>
                    <a:pt x="937761" y="1243326"/>
                  </a:lnTo>
                  <a:lnTo>
                    <a:pt x="937771" y="1243316"/>
                  </a:lnTo>
                  <a:lnTo>
                    <a:pt x="937779" y="1243302"/>
                  </a:lnTo>
                  <a:lnTo>
                    <a:pt x="937782" y="1243291"/>
                  </a:lnTo>
                  <a:lnTo>
                    <a:pt x="937779" y="1243281"/>
                  </a:lnTo>
                  <a:lnTo>
                    <a:pt x="937774" y="1243270"/>
                  </a:lnTo>
                  <a:lnTo>
                    <a:pt x="937766" y="1243259"/>
                  </a:lnTo>
                  <a:lnTo>
                    <a:pt x="937761" y="1243250"/>
                  </a:lnTo>
                  <a:lnTo>
                    <a:pt x="937756" y="1243245"/>
                  </a:lnTo>
                  <a:lnTo>
                    <a:pt x="937753" y="1243242"/>
                  </a:lnTo>
                  <a:lnTo>
                    <a:pt x="937746" y="1243233"/>
                  </a:lnTo>
                  <a:lnTo>
                    <a:pt x="937738" y="1243222"/>
                  </a:lnTo>
                  <a:lnTo>
                    <a:pt x="937727" y="1243210"/>
                  </a:lnTo>
                  <a:lnTo>
                    <a:pt x="937710" y="1243194"/>
                  </a:lnTo>
                  <a:lnTo>
                    <a:pt x="937693" y="1243185"/>
                  </a:lnTo>
                  <a:lnTo>
                    <a:pt x="937683" y="1243180"/>
                  </a:lnTo>
                  <a:lnTo>
                    <a:pt x="937677" y="1243179"/>
                  </a:lnTo>
                  <a:lnTo>
                    <a:pt x="937671" y="1243177"/>
                  </a:lnTo>
                  <a:lnTo>
                    <a:pt x="937665" y="1243173"/>
                  </a:lnTo>
                  <a:lnTo>
                    <a:pt x="937657" y="1243166"/>
                  </a:lnTo>
                  <a:lnTo>
                    <a:pt x="937652" y="1243160"/>
                  </a:lnTo>
                  <a:lnTo>
                    <a:pt x="937650" y="1243152"/>
                  </a:lnTo>
                  <a:lnTo>
                    <a:pt x="937649" y="1243145"/>
                  </a:lnTo>
                  <a:lnTo>
                    <a:pt x="937650" y="1243137"/>
                  </a:lnTo>
                  <a:lnTo>
                    <a:pt x="937654" y="1243128"/>
                  </a:lnTo>
                  <a:lnTo>
                    <a:pt x="937661" y="1243116"/>
                  </a:lnTo>
                  <a:lnTo>
                    <a:pt x="937665" y="1243112"/>
                  </a:lnTo>
                  <a:lnTo>
                    <a:pt x="937676" y="1243097"/>
                  </a:lnTo>
                  <a:lnTo>
                    <a:pt x="937679" y="1243093"/>
                  </a:lnTo>
                  <a:lnTo>
                    <a:pt x="937687" y="1243084"/>
                  </a:lnTo>
                  <a:lnTo>
                    <a:pt x="937694" y="1243074"/>
                  </a:lnTo>
                  <a:lnTo>
                    <a:pt x="937699" y="1243065"/>
                  </a:lnTo>
                  <a:lnTo>
                    <a:pt x="937703" y="1243052"/>
                  </a:lnTo>
                  <a:lnTo>
                    <a:pt x="937705" y="1243041"/>
                  </a:lnTo>
                  <a:lnTo>
                    <a:pt x="937705" y="1243034"/>
                  </a:lnTo>
                  <a:lnTo>
                    <a:pt x="937703" y="1243024"/>
                  </a:lnTo>
                  <a:lnTo>
                    <a:pt x="937700" y="1243014"/>
                  </a:lnTo>
                  <a:lnTo>
                    <a:pt x="937695" y="1243006"/>
                  </a:lnTo>
                  <a:lnTo>
                    <a:pt x="937687" y="1242991"/>
                  </a:lnTo>
                  <a:lnTo>
                    <a:pt x="937680" y="1242976"/>
                  </a:lnTo>
                  <a:lnTo>
                    <a:pt x="937677" y="1242968"/>
                  </a:lnTo>
                  <a:lnTo>
                    <a:pt x="937676" y="1242963"/>
                  </a:lnTo>
                  <a:lnTo>
                    <a:pt x="937675" y="1242957"/>
                  </a:lnTo>
                  <a:lnTo>
                    <a:pt x="937679" y="1242949"/>
                  </a:lnTo>
                  <a:lnTo>
                    <a:pt x="937684" y="1242935"/>
                  </a:lnTo>
                  <a:lnTo>
                    <a:pt x="937695" y="1242914"/>
                  </a:lnTo>
                  <a:lnTo>
                    <a:pt x="937702" y="1242899"/>
                  </a:lnTo>
                  <a:lnTo>
                    <a:pt x="937713" y="1242875"/>
                  </a:lnTo>
                  <a:lnTo>
                    <a:pt x="937721" y="1242860"/>
                  </a:lnTo>
                  <a:lnTo>
                    <a:pt x="937728" y="1242843"/>
                  </a:lnTo>
                  <a:lnTo>
                    <a:pt x="937733" y="1242832"/>
                  </a:lnTo>
                  <a:lnTo>
                    <a:pt x="937738" y="1242820"/>
                  </a:lnTo>
                  <a:lnTo>
                    <a:pt x="937743" y="1242805"/>
                  </a:lnTo>
                  <a:lnTo>
                    <a:pt x="937746" y="1242789"/>
                  </a:lnTo>
                  <a:lnTo>
                    <a:pt x="937748" y="1242773"/>
                  </a:lnTo>
                  <a:lnTo>
                    <a:pt x="937748" y="1242728"/>
                  </a:lnTo>
                  <a:lnTo>
                    <a:pt x="937748" y="1242713"/>
                  </a:lnTo>
                  <a:lnTo>
                    <a:pt x="937752" y="1242702"/>
                  </a:lnTo>
                  <a:lnTo>
                    <a:pt x="937755" y="1242698"/>
                  </a:lnTo>
                  <a:lnTo>
                    <a:pt x="937762" y="1242684"/>
                  </a:lnTo>
                  <a:lnTo>
                    <a:pt x="937767" y="1242679"/>
                  </a:lnTo>
                  <a:lnTo>
                    <a:pt x="937771" y="1242676"/>
                  </a:lnTo>
                  <a:lnTo>
                    <a:pt x="937778" y="1242672"/>
                  </a:lnTo>
                  <a:lnTo>
                    <a:pt x="937786" y="1242670"/>
                  </a:lnTo>
                  <a:lnTo>
                    <a:pt x="937792" y="1242670"/>
                  </a:lnTo>
                  <a:lnTo>
                    <a:pt x="937807" y="1242672"/>
                  </a:lnTo>
                  <a:lnTo>
                    <a:pt x="937815" y="1242674"/>
                  </a:lnTo>
                  <a:lnTo>
                    <a:pt x="937828" y="1242678"/>
                  </a:lnTo>
                  <a:lnTo>
                    <a:pt x="937838" y="1242679"/>
                  </a:lnTo>
                  <a:lnTo>
                    <a:pt x="937853" y="1242679"/>
                  </a:lnTo>
                  <a:lnTo>
                    <a:pt x="937867" y="1242674"/>
                  </a:lnTo>
                  <a:lnTo>
                    <a:pt x="937877" y="1242666"/>
                  </a:lnTo>
                  <a:lnTo>
                    <a:pt x="937885" y="1242660"/>
                  </a:lnTo>
                  <a:lnTo>
                    <a:pt x="937894" y="1242649"/>
                  </a:lnTo>
                  <a:lnTo>
                    <a:pt x="937900" y="1242638"/>
                  </a:lnTo>
                  <a:lnTo>
                    <a:pt x="937906" y="1242627"/>
                  </a:lnTo>
                  <a:lnTo>
                    <a:pt x="937911" y="1242617"/>
                  </a:lnTo>
                  <a:lnTo>
                    <a:pt x="937913" y="1242610"/>
                  </a:lnTo>
                  <a:lnTo>
                    <a:pt x="937915" y="1242605"/>
                  </a:lnTo>
                  <a:lnTo>
                    <a:pt x="937917" y="1242597"/>
                  </a:lnTo>
                  <a:lnTo>
                    <a:pt x="937922" y="1242583"/>
                  </a:lnTo>
                  <a:lnTo>
                    <a:pt x="937928" y="1242569"/>
                  </a:lnTo>
                  <a:lnTo>
                    <a:pt x="937933" y="1242552"/>
                  </a:lnTo>
                  <a:lnTo>
                    <a:pt x="937935" y="1242535"/>
                  </a:lnTo>
                  <a:lnTo>
                    <a:pt x="937935" y="1242521"/>
                  </a:lnTo>
                  <a:lnTo>
                    <a:pt x="937934" y="1242511"/>
                  </a:lnTo>
                  <a:lnTo>
                    <a:pt x="937931" y="1242503"/>
                  </a:lnTo>
                  <a:lnTo>
                    <a:pt x="937926" y="1242493"/>
                  </a:lnTo>
                  <a:lnTo>
                    <a:pt x="937921" y="1242483"/>
                  </a:lnTo>
                  <a:lnTo>
                    <a:pt x="937909" y="1242465"/>
                  </a:lnTo>
                  <a:lnTo>
                    <a:pt x="937906" y="1242453"/>
                  </a:lnTo>
                  <a:lnTo>
                    <a:pt x="937908" y="1242443"/>
                  </a:lnTo>
                  <a:lnTo>
                    <a:pt x="937911" y="1242430"/>
                  </a:lnTo>
                  <a:lnTo>
                    <a:pt x="937919" y="1242420"/>
                  </a:lnTo>
                  <a:lnTo>
                    <a:pt x="937927" y="1242413"/>
                  </a:lnTo>
                  <a:lnTo>
                    <a:pt x="937935" y="1242408"/>
                  </a:lnTo>
                  <a:lnTo>
                    <a:pt x="937944" y="1242405"/>
                  </a:lnTo>
                  <a:lnTo>
                    <a:pt x="937957" y="1242402"/>
                  </a:lnTo>
                  <a:lnTo>
                    <a:pt x="937961" y="1242400"/>
                  </a:lnTo>
                  <a:lnTo>
                    <a:pt x="937974" y="1242394"/>
                  </a:lnTo>
                  <a:lnTo>
                    <a:pt x="937981" y="1242389"/>
                  </a:lnTo>
                  <a:lnTo>
                    <a:pt x="937986" y="1242382"/>
                  </a:lnTo>
                  <a:lnTo>
                    <a:pt x="937990" y="1242372"/>
                  </a:lnTo>
                  <a:lnTo>
                    <a:pt x="937992" y="1242361"/>
                  </a:lnTo>
                  <a:lnTo>
                    <a:pt x="937991" y="1242352"/>
                  </a:lnTo>
                  <a:lnTo>
                    <a:pt x="937987" y="1242346"/>
                  </a:lnTo>
                  <a:lnTo>
                    <a:pt x="937979" y="1242339"/>
                  </a:lnTo>
                  <a:lnTo>
                    <a:pt x="937968" y="1242332"/>
                  </a:lnTo>
                  <a:lnTo>
                    <a:pt x="937954" y="1242323"/>
                  </a:lnTo>
                  <a:lnTo>
                    <a:pt x="937944" y="1242317"/>
                  </a:lnTo>
                  <a:lnTo>
                    <a:pt x="937930" y="1242307"/>
                  </a:lnTo>
                  <a:lnTo>
                    <a:pt x="937926" y="1242303"/>
                  </a:lnTo>
                  <a:lnTo>
                    <a:pt x="937919" y="1242297"/>
                  </a:lnTo>
                  <a:lnTo>
                    <a:pt x="937911" y="1242283"/>
                  </a:lnTo>
                  <a:lnTo>
                    <a:pt x="937905" y="1242271"/>
                  </a:lnTo>
                  <a:lnTo>
                    <a:pt x="937902" y="1242260"/>
                  </a:lnTo>
                  <a:lnTo>
                    <a:pt x="937902" y="1242245"/>
                  </a:lnTo>
                  <a:lnTo>
                    <a:pt x="937902" y="1242233"/>
                  </a:lnTo>
                  <a:lnTo>
                    <a:pt x="937903" y="1242224"/>
                  </a:lnTo>
                  <a:lnTo>
                    <a:pt x="937906" y="1242209"/>
                  </a:lnTo>
                  <a:lnTo>
                    <a:pt x="937910" y="1242196"/>
                  </a:lnTo>
                  <a:lnTo>
                    <a:pt x="937916" y="1242185"/>
                  </a:lnTo>
                  <a:lnTo>
                    <a:pt x="937922" y="1242170"/>
                  </a:lnTo>
                  <a:lnTo>
                    <a:pt x="937928" y="1242158"/>
                  </a:lnTo>
                  <a:lnTo>
                    <a:pt x="937936" y="1242143"/>
                  </a:lnTo>
                  <a:lnTo>
                    <a:pt x="937944" y="1242128"/>
                  </a:lnTo>
                  <a:lnTo>
                    <a:pt x="937951" y="1242113"/>
                  </a:lnTo>
                  <a:lnTo>
                    <a:pt x="937959" y="1242096"/>
                  </a:lnTo>
                  <a:lnTo>
                    <a:pt x="937961" y="1242090"/>
                  </a:lnTo>
                  <a:lnTo>
                    <a:pt x="937965" y="1242074"/>
                  </a:lnTo>
                  <a:lnTo>
                    <a:pt x="937970" y="1242063"/>
                  </a:lnTo>
                  <a:lnTo>
                    <a:pt x="937974" y="1242055"/>
                  </a:lnTo>
                  <a:lnTo>
                    <a:pt x="937979" y="1242049"/>
                  </a:lnTo>
                  <a:lnTo>
                    <a:pt x="937985" y="1242040"/>
                  </a:lnTo>
                  <a:lnTo>
                    <a:pt x="937992" y="1242031"/>
                  </a:lnTo>
                  <a:lnTo>
                    <a:pt x="938005" y="1242016"/>
                  </a:lnTo>
                  <a:lnTo>
                    <a:pt x="938016" y="1242000"/>
                  </a:lnTo>
                  <a:lnTo>
                    <a:pt x="938025" y="1241987"/>
                  </a:lnTo>
                  <a:lnTo>
                    <a:pt x="938036" y="1241967"/>
                  </a:lnTo>
                  <a:lnTo>
                    <a:pt x="938039" y="1241955"/>
                  </a:lnTo>
                  <a:lnTo>
                    <a:pt x="938044" y="1241943"/>
                  </a:lnTo>
                  <a:lnTo>
                    <a:pt x="938047" y="1241930"/>
                  </a:lnTo>
                  <a:lnTo>
                    <a:pt x="938051" y="1241914"/>
                  </a:lnTo>
                  <a:lnTo>
                    <a:pt x="938052" y="1241901"/>
                  </a:lnTo>
                  <a:lnTo>
                    <a:pt x="938052" y="1241889"/>
                  </a:lnTo>
                  <a:lnTo>
                    <a:pt x="938052" y="1241873"/>
                  </a:lnTo>
                  <a:lnTo>
                    <a:pt x="938053" y="1241857"/>
                  </a:lnTo>
                  <a:lnTo>
                    <a:pt x="938055" y="1241849"/>
                  </a:lnTo>
                  <a:lnTo>
                    <a:pt x="938059" y="1241842"/>
                  </a:lnTo>
                  <a:lnTo>
                    <a:pt x="938071" y="1241830"/>
                  </a:lnTo>
                  <a:lnTo>
                    <a:pt x="938080" y="1241820"/>
                  </a:lnTo>
                  <a:lnTo>
                    <a:pt x="938092" y="1241806"/>
                  </a:lnTo>
                  <a:lnTo>
                    <a:pt x="938101" y="1241794"/>
                  </a:lnTo>
                  <a:lnTo>
                    <a:pt x="938109" y="1241784"/>
                  </a:lnTo>
                  <a:lnTo>
                    <a:pt x="938122" y="1241766"/>
                  </a:lnTo>
                  <a:lnTo>
                    <a:pt x="938127" y="1241756"/>
                  </a:lnTo>
                  <a:lnTo>
                    <a:pt x="938129" y="1241744"/>
                  </a:lnTo>
                  <a:lnTo>
                    <a:pt x="938131" y="1241729"/>
                  </a:lnTo>
                  <a:lnTo>
                    <a:pt x="938134" y="1241714"/>
                  </a:lnTo>
                  <a:lnTo>
                    <a:pt x="938138" y="1241704"/>
                  </a:lnTo>
                  <a:lnTo>
                    <a:pt x="938144" y="1241695"/>
                  </a:lnTo>
                  <a:lnTo>
                    <a:pt x="938150" y="1241687"/>
                  </a:lnTo>
                  <a:lnTo>
                    <a:pt x="938157" y="1241677"/>
                  </a:lnTo>
                  <a:lnTo>
                    <a:pt x="938165" y="1241666"/>
                  </a:lnTo>
                  <a:lnTo>
                    <a:pt x="938173" y="1241651"/>
                  </a:lnTo>
                  <a:lnTo>
                    <a:pt x="938179" y="1241639"/>
                  </a:lnTo>
                  <a:lnTo>
                    <a:pt x="938186" y="1241623"/>
                  </a:lnTo>
                  <a:lnTo>
                    <a:pt x="938188" y="1241609"/>
                  </a:lnTo>
                  <a:lnTo>
                    <a:pt x="938188" y="1241599"/>
                  </a:lnTo>
                  <a:lnTo>
                    <a:pt x="938186" y="1241584"/>
                  </a:lnTo>
                  <a:lnTo>
                    <a:pt x="938184" y="1241572"/>
                  </a:lnTo>
                  <a:lnTo>
                    <a:pt x="938183" y="1241560"/>
                  </a:lnTo>
                  <a:lnTo>
                    <a:pt x="938182" y="1241549"/>
                  </a:lnTo>
                  <a:lnTo>
                    <a:pt x="938184" y="1241534"/>
                  </a:lnTo>
                  <a:lnTo>
                    <a:pt x="938186" y="1241522"/>
                  </a:lnTo>
                  <a:lnTo>
                    <a:pt x="938188" y="1241509"/>
                  </a:lnTo>
                  <a:lnTo>
                    <a:pt x="938192" y="1241491"/>
                  </a:lnTo>
                  <a:lnTo>
                    <a:pt x="938196" y="1241480"/>
                  </a:lnTo>
                  <a:lnTo>
                    <a:pt x="938199" y="1241467"/>
                  </a:lnTo>
                  <a:lnTo>
                    <a:pt x="938203" y="1241449"/>
                  </a:lnTo>
                  <a:lnTo>
                    <a:pt x="938210" y="1241418"/>
                  </a:lnTo>
                  <a:lnTo>
                    <a:pt x="938211" y="1241403"/>
                  </a:lnTo>
                  <a:lnTo>
                    <a:pt x="938211" y="1241391"/>
                  </a:lnTo>
                  <a:lnTo>
                    <a:pt x="938211" y="1241382"/>
                  </a:lnTo>
                  <a:lnTo>
                    <a:pt x="938209" y="1241373"/>
                  </a:lnTo>
                  <a:lnTo>
                    <a:pt x="938205" y="1241361"/>
                  </a:lnTo>
                  <a:lnTo>
                    <a:pt x="938196" y="1241342"/>
                  </a:lnTo>
                  <a:lnTo>
                    <a:pt x="938189" y="1241321"/>
                  </a:lnTo>
                  <a:lnTo>
                    <a:pt x="938184" y="1241305"/>
                  </a:lnTo>
                  <a:lnTo>
                    <a:pt x="938184" y="1241296"/>
                  </a:lnTo>
                  <a:lnTo>
                    <a:pt x="938187" y="1241289"/>
                  </a:lnTo>
                  <a:lnTo>
                    <a:pt x="938193" y="1241284"/>
                  </a:lnTo>
                  <a:lnTo>
                    <a:pt x="938202" y="1241281"/>
                  </a:lnTo>
                  <a:lnTo>
                    <a:pt x="938211" y="1241278"/>
                  </a:lnTo>
                  <a:lnTo>
                    <a:pt x="938221" y="1241274"/>
                  </a:lnTo>
                  <a:lnTo>
                    <a:pt x="938225" y="1241271"/>
                  </a:lnTo>
                  <a:lnTo>
                    <a:pt x="938232" y="1241264"/>
                  </a:lnTo>
                  <a:lnTo>
                    <a:pt x="938238" y="1241256"/>
                  </a:lnTo>
                  <a:lnTo>
                    <a:pt x="938243" y="1241252"/>
                  </a:lnTo>
                  <a:lnTo>
                    <a:pt x="938248" y="1241243"/>
                  </a:lnTo>
                  <a:lnTo>
                    <a:pt x="938252" y="1241238"/>
                  </a:lnTo>
                  <a:lnTo>
                    <a:pt x="938254" y="1241233"/>
                  </a:lnTo>
                  <a:lnTo>
                    <a:pt x="938259" y="1241224"/>
                  </a:lnTo>
                  <a:lnTo>
                    <a:pt x="938262" y="1241217"/>
                  </a:lnTo>
                  <a:lnTo>
                    <a:pt x="938263" y="1241211"/>
                  </a:lnTo>
                  <a:lnTo>
                    <a:pt x="938263" y="1241206"/>
                  </a:lnTo>
                  <a:lnTo>
                    <a:pt x="938264" y="1241196"/>
                  </a:lnTo>
                  <a:lnTo>
                    <a:pt x="938266" y="1241185"/>
                  </a:lnTo>
                  <a:lnTo>
                    <a:pt x="938270" y="1241172"/>
                  </a:lnTo>
                  <a:lnTo>
                    <a:pt x="938278" y="1241160"/>
                  </a:lnTo>
                  <a:lnTo>
                    <a:pt x="938289" y="1241150"/>
                  </a:lnTo>
                  <a:lnTo>
                    <a:pt x="938295" y="1241143"/>
                  </a:lnTo>
                  <a:lnTo>
                    <a:pt x="938298" y="1241137"/>
                  </a:lnTo>
                  <a:lnTo>
                    <a:pt x="938303" y="1241130"/>
                  </a:lnTo>
                  <a:lnTo>
                    <a:pt x="938309" y="1241122"/>
                  </a:lnTo>
                  <a:lnTo>
                    <a:pt x="938313" y="1241113"/>
                  </a:lnTo>
                  <a:lnTo>
                    <a:pt x="938321" y="1241101"/>
                  </a:lnTo>
                  <a:lnTo>
                    <a:pt x="938327" y="1241091"/>
                  </a:lnTo>
                  <a:lnTo>
                    <a:pt x="938331" y="1241084"/>
                  </a:lnTo>
                  <a:lnTo>
                    <a:pt x="938338" y="1241068"/>
                  </a:lnTo>
                  <a:lnTo>
                    <a:pt x="938340" y="1241063"/>
                  </a:lnTo>
                  <a:lnTo>
                    <a:pt x="938344" y="1241052"/>
                  </a:lnTo>
                  <a:lnTo>
                    <a:pt x="938350" y="1241041"/>
                  </a:lnTo>
                  <a:lnTo>
                    <a:pt x="938354" y="1241035"/>
                  </a:lnTo>
                  <a:lnTo>
                    <a:pt x="938358" y="1241030"/>
                  </a:lnTo>
                  <a:lnTo>
                    <a:pt x="938367" y="1241021"/>
                  </a:lnTo>
                  <a:lnTo>
                    <a:pt x="938373" y="1241011"/>
                  </a:lnTo>
                  <a:lnTo>
                    <a:pt x="938375" y="1241003"/>
                  </a:lnTo>
                  <a:lnTo>
                    <a:pt x="938381" y="1240991"/>
                  </a:lnTo>
                  <a:lnTo>
                    <a:pt x="938383" y="1240981"/>
                  </a:lnTo>
                  <a:lnTo>
                    <a:pt x="938385" y="1240966"/>
                  </a:lnTo>
                  <a:lnTo>
                    <a:pt x="938387" y="1240950"/>
                  </a:lnTo>
                  <a:lnTo>
                    <a:pt x="938387" y="1240941"/>
                  </a:lnTo>
                  <a:lnTo>
                    <a:pt x="938385" y="1240933"/>
                  </a:lnTo>
                  <a:lnTo>
                    <a:pt x="938383" y="1240929"/>
                  </a:lnTo>
                  <a:lnTo>
                    <a:pt x="938381" y="1240924"/>
                  </a:lnTo>
                  <a:lnTo>
                    <a:pt x="938378" y="1240913"/>
                  </a:lnTo>
                  <a:lnTo>
                    <a:pt x="938376" y="1240905"/>
                  </a:lnTo>
                  <a:lnTo>
                    <a:pt x="938376" y="1240895"/>
                  </a:lnTo>
                  <a:lnTo>
                    <a:pt x="938377" y="1240883"/>
                  </a:lnTo>
                  <a:lnTo>
                    <a:pt x="938383" y="1240875"/>
                  </a:lnTo>
                  <a:lnTo>
                    <a:pt x="938392" y="1240866"/>
                  </a:lnTo>
                  <a:lnTo>
                    <a:pt x="938396" y="1240861"/>
                  </a:lnTo>
                  <a:lnTo>
                    <a:pt x="938398" y="1240854"/>
                  </a:lnTo>
                  <a:lnTo>
                    <a:pt x="938398" y="1240848"/>
                  </a:lnTo>
                  <a:lnTo>
                    <a:pt x="938398" y="1240843"/>
                  </a:lnTo>
                  <a:lnTo>
                    <a:pt x="938396" y="1240835"/>
                  </a:lnTo>
                  <a:lnTo>
                    <a:pt x="938393" y="1240828"/>
                  </a:lnTo>
                  <a:lnTo>
                    <a:pt x="938389" y="1240815"/>
                  </a:lnTo>
                  <a:lnTo>
                    <a:pt x="938386" y="1240802"/>
                  </a:lnTo>
                  <a:lnTo>
                    <a:pt x="938384" y="1240788"/>
                  </a:lnTo>
                  <a:lnTo>
                    <a:pt x="938384" y="1240775"/>
                  </a:lnTo>
                  <a:lnTo>
                    <a:pt x="938386" y="1240763"/>
                  </a:lnTo>
                  <a:lnTo>
                    <a:pt x="938389" y="1240756"/>
                  </a:lnTo>
                  <a:lnTo>
                    <a:pt x="938394" y="1240745"/>
                  </a:lnTo>
                  <a:lnTo>
                    <a:pt x="938401" y="1240732"/>
                  </a:lnTo>
                  <a:lnTo>
                    <a:pt x="938408" y="1240719"/>
                  </a:lnTo>
                  <a:lnTo>
                    <a:pt x="938412" y="1240708"/>
                  </a:lnTo>
                  <a:lnTo>
                    <a:pt x="938409" y="1240698"/>
                  </a:lnTo>
                  <a:lnTo>
                    <a:pt x="938408" y="1240691"/>
                  </a:lnTo>
                  <a:lnTo>
                    <a:pt x="938409" y="1240686"/>
                  </a:lnTo>
                  <a:lnTo>
                    <a:pt x="938412" y="1240683"/>
                  </a:lnTo>
                  <a:lnTo>
                    <a:pt x="938417" y="1240679"/>
                  </a:lnTo>
                  <a:lnTo>
                    <a:pt x="938423" y="1240679"/>
                  </a:lnTo>
                  <a:lnTo>
                    <a:pt x="938431" y="1240676"/>
                  </a:lnTo>
                  <a:lnTo>
                    <a:pt x="938441" y="1240668"/>
                  </a:lnTo>
                  <a:lnTo>
                    <a:pt x="938456" y="1240655"/>
                  </a:lnTo>
                  <a:lnTo>
                    <a:pt x="938471" y="1240634"/>
                  </a:lnTo>
                  <a:lnTo>
                    <a:pt x="938478" y="1240623"/>
                  </a:lnTo>
                  <a:lnTo>
                    <a:pt x="938483" y="1240615"/>
                  </a:lnTo>
                  <a:lnTo>
                    <a:pt x="938490" y="1240601"/>
                  </a:lnTo>
                  <a:lnTo>
                    <a:pt x="938497" y="1240585"/>
                  </a:lnTo>
                  <a:lnTo>
                    <a:pt x="938501" y="1240570"/>
                  </a:lnTo>
                  <a:lnTo>
                    <a:pt x="938504" y="1240562"/>
                  </a:lnTo>
                  <a:lnTo>
                    <a:pt x="938506" y="1240555"/>
                  </a:lnTo>
                  <a:lnTo>
                    <a:pt x="938508" y="1240548"/>
                  </a:lnTo>
                  <a:lnTo>
                    <a:pt x="938512" y="1240541"/>
                  </a:lnTo>
                  <a:lnTo>
                    <a:pt x="938515" y="1240537"/>
                  </a:lnTo>
                  <a:lnTo>
                    <a:pt x="938518" y="1240533"/>
                  </a:lnTo>
                  <a:lnTo>
                    <a:pt x="938527" y="1240524"/>
                  </a:lnTo>
                  <a:lnTo>
                    <a:pt x="938535" y="1240515"/>
                  </a:lnTo>
                  <a:lnTo>
                    <a:pt x="938542" y="1240509"/>
                  </a:lnTo>
                  <a:lnTo>
                    <a:pt x="938546" y="1240504"/>
                  </a:lnTo>
                  <a:lnTo>
                    <a:pt x="938554" y="1240495"/>
                  </a:lnTo>
                  <a:lnTo>
                    <a:pt x="938565" y="1240482"/>
                  </a:lnTo>
                  <a:lnTo>
                    <a:pt x="938572" y="1240470"/>
                  </a:lnTo>
                  <a:lnTo>
                    <a:pt x="938578" y="1240460"/>
                  </a:lnTo>
                  <a:lnTo>
                    <a:pt x="938581" y="1240455"/>
                  </a:lnTo>
                  <a:lnTo>
                    <a:pt x="938586" y="1240450"/>
                  </a:lnTo>
                  <a:lnTo>
                    <a:pt x="938597" y="1240437"/>
                  </a:lnTo>
                  <a:lnTo>
                    <a:pt x="938606" y="1240426"/>
                  </a:lnTo>
                  <a:lnTo>
                    <a:pt x="938613" y="1240417"/>
                  </a:lnTo>
                  <a:lnTo>
                    <a:pt x="938638" y="1240389"/>
                  </a:lnTo>
                  <a:lnTo>
                    <a:pt x="938646" y="1240380"/>
                  </a:lnTo>
                  <a:lnTo>
                    <a:pt x="938657" y="1240367"/>
                  </a:lnTo>
                  <a:lnTo>
                    <a:pt x="938662" y="1240361"/>
                  </a:lnTo>
                  <a:lnTo>
                    <a:pt x="938665" y="1240354"/>
                  </a:lnTo>
                  <a:lnTo>
                    <a:pt x="938670" y="1240341"/>
                  </a:lnTo>
                  <a:lnTo>
                    <a:pt x="938672" y="1240330"/>
                  </a:lnTo>
                  <a:lnTo>
                    <a:pt x="938672" y="1240320"/>
                  </a:lnTo>
                  <a:lnTo>
                    <a:pt x="938671" y="1240309"/>
                  </a:lnTo>
                  <a:lnTo>
                    <a:pt x="938669" y="1240299"/>
                  </a:lnTo>
                  <a:lnTo>
                    <a:pt x="938668" y="1240289"/>
                  </a:lnTo>
                  <a:lnTo>
                    <a:pt x="938666" y="1240274"/>
                  </a:lnTo>
                  <a:lnTo>
                    <a:pt x="938666" y="1240267"/>
                  </a:lnTo>
                  <a:lnTo>
                    <a:pt x="938669" y="1240258"/>
                  </a:lnTo>
                  <a:lnTo>
                    <a:pt x="938679" y="1240248"/>
                  </a:lnTo>
                  <a:lnTo>
                    <a:pt x="938686" y="1240244"/>
                  </a:lnTo>
                  <a:lnTo>
                    <a:pt x="938692" y="1240240"/>
                  </a:lnTo>
                  <a:lnTo>
                    <a:pt x="938700" y="1240235"/>
                  </a:lnTo>
                  <a:lnTo>
                    <a:pt x="938709" y="1240232"/>
                  </a:lnTo>
                  <a:lnTo>
                    <a:pt x="938719" y="1240228"/>
                  </a:lnTo>
                  <a:lnTo>
                    <a:pt x="938731" y="1240222"/>
                  </a:lnTo>
                  <a:lnTo>
                    <a:pt x="938738" y="1240221"/>
                  </a:lnTo>
                  <a:lnTo>
                    <a:pt x="938744" y="1240216"/>
                  </a:lnTo>
                  <a:lnTo>
                    <a:pt x="938747" y="1240207"/>
                  </a:lnTo>
                  <a:lnTo>
                    <a:pt x="938746" y="1240197"/>
                  </a:lnTo>
                  <a:lnTo>
                    <a:pt x="938742" y="1240186"/>
                  </a:lnTo>
                  <a:lnTo>
                    <a:pt x="938737" y="1240176"/>
                  </a:lnTo>
                  <a:lnTo>
                    <a:pt x="938732" y="1240168"/>
                  </a:lnTo>
                  <a:lnTo>
                    <a:pt x="938724" y="1240160"/>
                  </a:lnTo>
                  <a:lnTo>
                    <a:pt x="938715" y="1240151"/>
                  </a:lnTo>
                  <a:lnTo>
                    <a:pt x="938708" y="1240143"/>
                  </a:lnTo>
                  <a:lnTo>
                    <a:pt x="938704" y="1240138"/>
                  </a:lnTo>
                  <a:lnTo>
                    <a:pt x="938703" y="1240131"/>
                  </a:lnTo>
                  <a:lnTo>
                    <a:pt x="938704" y="1240125"/>
                  </a:lnTo>
                  <a:lnTo>
                    <a:pt x="938705" y="1240121"/>
                  </a:lnTo>
                  <a:lnTo>
                    <a:pt x="938708" y="1240116"/>
                  </a:lnTo>
                  <a:lnTo>
                    <a:pt x="938711" y="1240110"/>
                  </a:lnTo>
                  <a:lnTo>
                    <a:pt x="938714" y="1240104"/>
                  </a:lnTo>
                  <a:lnTo>
                    <a:pt x="938718" y="1240100"/>
                  </a:lnTo>
                  <a:lnTo>
                    <a:pt x="938722" y="1240095"/>
                  </a:lnTo>
                  <a:lnTo>
                    <a:pt x="938728" y="1240093"/>
                  </a:lnTo>
                  <a:lnTo>
                    <a:pt x="938732" y="1240092"/>
                  </a:lnTo>
                  <a:lnTo>
                    <a:pt x="938743" y="1240091"/>
                  </a:lnTo>
                  <a:lnTo>
                    <a:pt x="938757" y="1240089"/>
                  </a:lnTo>
                  <a:lnTo>
                    <a:pt x="938768" y="1240085"/>
                  </a:lnTo>
                  <a:lnTo>
                    <a:pt x="938778" y="1240076"/>
                  </a:lnTo>
                  <a:lnTo>
                    <a:pt x="938782" y="1240070"/>
                  </a:lnTo>
                  <a:lnTo>
                    <a:pt x="938783" y="1240063"/>
                  </a:lnTo>
                  <a:lnTo>
                    <a:pt x="938783" y="1240053"/>
                  </a:lnTo>
                  <a:lnTo>
                    <a:pt x="938784" y="1240043"/>
                  </a:lnTo>
                  <a:lnTo>
                    <a:pt x="938783" y="1240030"/>
                  </a:lnTo>
                  <a:lnTo>
                    <a:pt x="938783" y="1240024"/>
                  </a:lnTo>
                  <a:lnTo>
                    <a:pt x="938784" y="1240014"/>
                  </a:lnTo>
                  <a:lnTo>
                    <a:pt x="938786" y="1240001"/>
                  </a:lnTo>
                  <a:lnTo>
                    <a:pt x="938790" y="1239993"/>
                  </a:lnTo>
                  <a:lnTo>
                    <a:pt x="938793" y="1239987"/>
                  </a:lnTo>
                  <a:lnTo>
                    <a:pt x="938800" y="1239976"/>
                  </a:lnTo>
                  <a:lnTo>
                    <a:pt x="938807" y="1239969"/>
                  </a:lnTo>
                  <a:lnTo>
                    <a:pt x="938818" y="1239961"/>
                  </a:lnTo>
                  <a:lnTo>
                    <a:pt x="938832" y="1239952"/>
                  </a:lnTo>
                  <a:lnTo>
                    <a:pt x="938839" y="1239947"/>
                  </a:lnTo>
                  <a:lnTo>
                    <a:pt x="938850" y="1239941"/>
                  </a:lnTo>
                  <a:lnTo>
                    <a:pt x="938859" y="1239937"/>
                  </a:lnTo>
                  <a:lnTo>
                    <a:pt x="938866" y="1239934"/>
                  </a:lnTo>
                  <a:lnTo>
                    <a:pt x="938884" y="1239924"/>
                  </a:lnTo>
                  <a:lnTo>
                    <a:pt x="938894" y="1239917"/>
                  </a:lnTo>
                  <a:lnTo>
                    <a:pt x="938901" y="1239911"/>
                  </a:lnTo>
                  <a:lnTo>
                    <a:pt x="938908" y="1239898"/>
                  </a:lnTo>
                  <a:lnTo>
                    <a:pt x="938912" y="1239883"/>
                  </a:lnTo>
                  <a:lnTo>
                    <a:pt x="938915" y="1239868"/>
                  </a:lnTo>
                  <a:lnTo>
                    <a:pt x="938916" y="1239852"/>
                  </a:lnTo>
                  <a:lnTo>
                    <a:pt x="938917" y="1239837"/>
                  </a:lnTo>
                  <a:lnTo>
                    <a:pt x="938918" y="1239822"/>
                  </a:lnTo>
                  <a:lnTo>
                    <a:pt x="938918" y="1239807"/>
                  </a:lnTo>
                  <a:lnTo>
                    <a:pt x="938928" y="1239757"/>
                  </a:lnTo>
                  <a:lnTo>
                    <a:pt x="938929" y="1239748"/>
                  </a:lnTo>
                  <a:lnTo>
                    <a:pt x="938930" y="1239739"/>
                  </a:lnTo>
                  <a:lnTo>
                    <a:pt x="938930" y="1239729"/>
                  </a:lnTo>
                  <a:lnTo>
                    <a:pt x="938931" y="1239712"/>
                  </a:lnTo>
                  <a:lnTo>
                    <a:pt x="938931" y="1239697"/>
                  </a:lnTo>
                  <a:lnTo>
                    <a:pt x="938931" y="1239688"/>
                  </a:lnTo>
                  <a:lnTo>
                    <a:pt x="938932" y="1239680"/>
                  </a:lnTo>
                  <a:lnTo>
                    <a:pt x="938935" y="1239668"/>
                  </a:lnTo>
                  <a:lnTo>
                    <a:pt x="938938" y="1239651"/>
                  </a:lnTo>
                  <a:lnTo>
                    <a:pt x="938941" y="1239636"/>
                  </a:lnTo>
                  <a:lnTo>
                    <a:pt x="938945" y="1239621"/>
                  </a:lnTo>
                  <a:lnTo>
                    <a:pt x="938948" y="1239606"/>
                  </a:lnTo>
                  <a:lnTo>
                    <a:pt x="938951" y="1239591"/>
                  </a:lnTo>
                  <a:lnTo>
                    <a:pt x="938956" y="1239576"/>
                  </a:lnTo>
                  <a:lnTo>
                    <a:pt x="938968" y="1239548"/>
                  </a:lnTo>
                  <a:lnTo>
                    <a:pt x="938975" y="1239537"/>
                  </a:lnTo>
                  <a:lnTo>
                    <a:pt x="938981" y="1239529"/>
                  </a:lnTo>
                  <a:lnTo>
                    <a:pt x="938989" y="1239517"/>
                  </a:lnTo>
                  <a:lnTo>
                    <a:pt x="938993" y="1239510"/>
                  </a:lnTo>
                  <a:lnTo>
                    <a:pt x="938995" y="1239505"/>
                  </a:lnTo>
                  <a:lnTo>
                    <a:pt x="938998" y="1239498"/>
                  </a:lnTo>
                  <a:lnTo>
                    <a:pt x="939002" y="1239483"/>
                  </a:lnTo>
                  <a:lnTo>
                    <a:pt x="939007" y="1239468"/>
                  </a:lnTo>
                  <a:lnTo>
                    <a:pt x="939020" y="1239441"/>
                  </a:lnTo>
                  <a:lnTo>
                    <a:pt x="939026" y="1239434"/>
                  </a:lnTo>
                  <a:lnTo>
                    <a:pt x="939034" y="1239419"/>
                  </a:lnTo>
                  <a:lnTo>
                    <a:pt x="939039" y="1239410"/>
                  </a:lnTo>
                  <a:lnTo>
                    <a:pt x="939042" y="1239401"/>
                  </a:lnTo>
                  <a:lnTo>
                    <a:pt x="939049" y="1239388"/>
                  </a:lnTo>
                  <a:lnTo>
                    <a:pt x="939054" y="1239376"/>
                  </a:lnTo>
                  <a:lnTo>
                    <a:pt x="939057" y="1239373"/>
                  </a:lnTo>
                  <a:lnTo>
                    <a:pt x="939063" y="1239358"/>
                  </a:lnTo>
                  <a:lnTo>
                    <a:pt x="939068" y="1239343"/>
                  </a:lnTo>
                  <a:lnTo>
                    <a:pt x="939070" y="1239335"/>
                  </a:lnTo>
                  <a:lnTo>
                    <a:pt x="939074" y="1239328"/>
                  </a:lnTo>
                  <a:lnTo>
                    <a:pt x="939087" y="1239311"/>
                  </a:lnTo>
                  <a:lnTo>
                    <a:pt x="939086" y="1239304"/>
                  </a:lnTo>
                  <a:lnTo>
                    <a:pt x="939086" y="1239299"/>
                  </a:lnTo>
                  <a:lnTo>
                    <a:pt x="939086" y="1239288"/>
                  </a:lnTo>
                  <a:lnTo>
                    <a:pt x="939086" y="1239280"/>
                  </a:lnTo>
                  <a:lnTo>
                    <a:pt x="939086" y="1239266"/>
                  </a:lnTo>
                  <a:lnTo>
                    <a:pt x="939086" y="1239257"/>
                  </a:lnTo>
                  <a:lnTo>
                    <a:pt x="939087" y="1239252"/>
                  </a:lnTo>
                  <a:lnTo>
                    <a:pt x="939088" y="1239246"/>
                  </a:lnTo>
                  <a:lnTo>
                    <a:pt x="939089" y="1239242"/>
                  </a:lnTo>
                  <a:lnTo>
                    <a:pt x="939090" y="1239236"/>
                  </a:lnTo>
                  <a:lnTo>
                    <a:pt x="939095" y="1239221"/>
                  </a:lnTo>
                  <a:lnTo>
                    <a:pt x="939098" y="1239211"/>
                  </a:lnTo>
                  <a:lnTo>
                    <a:pt x="939109" y="1239182"/>
                  </a:lnTo>
                  <a:lnTo>
                    <a:pt x="939113" y="1239171"/>
                  </a:lnTo>
                  <a:lnTo>
                    <a:pt x="939121" y="1239152"/>
                  </a:lnTo>
                  <a:lnTo>
                    <a:pt x="939143" y="1239149"/>
                  </a:lnTo>
                  <a:lnTo>
                    <a:pt x="939158" y="1239150"/>
                  </a:lnTo>
                  <a:lnTo>
                    <a:pt x="939172" y="1239152"/>
                  </a:lnTo>
                  <a:lnTo>
                    <a:pt x="939187" y="1239155"/>
                  </a:lnTo>
                  <a:lnTo>
                    <a:pt x="939202" y="1239157"/>
                  </a:lnTo>
                  <a:lnTo>
                    <a:pt x="939216" y="1239158"/>
                  </a:lnTo>
                  <a:lnTo>
                    <a:pt x="939224" y="1239159"/>
                  </a:lnTo>
                  <a:lnTo>
                    <a:pt x="939231" y="1239159"/>
                  </a:lnTo>
                  <a:lnTo>
                    <a:pt x="939245" y="1239159"/>
                  </a:lnTo>
                  <a:lnTo>
                    <a:pt x="939260" y="1239162"/>
                  </a:lnTo>
                  <a:lnTo>
                    <a:pt x="939274" y="1239164"/>
                  </a:lnTo>
                  <a:lnTo>
                    <a:pt x="939289" y="1239166"/>
                  </a:lnTo>
                  <a:lnTo>
                    <a:pt x="939304" y="1239167"/>
                  </a:lnTo>
                  <a:lnTo>
                    <a:pt x="939319" y="1239168"/>
                  </a:lnTo>
                  <a:lnTo>
                    <a:pt x="939333" y="1239168"/>
                  </a:lnTo>
                  <a:lnTo>
                    <a:pt x="939348" y="1239167"/>
                  </a:lnTo>
                  <a:lnTo>
                    <a:pt x="939362" y="1239169"/>
                  </a:lnTo>
                  <a:lnTo>
                    <a:pt x="939374" y="1239174"/>
                  </a:lnTo>
                  <a:lnTo>
                    <a:pt x="939377" y="1239177"/>
                  </a:lnTo>
                  <a:lnTo>
                    <a:pt x="939391" y="1239188"/>
                  </a:lnTo>
                  <a:lnTo>
                    <a:pt x="939406" y="1239200"/>
                  </a:lnTo>
                  <a:lnTo>
                    <a:pt x="939420" y="1239212"/>
                  </a:lnTo>
                  <a:lnTo>
                    <a:pt x="939435" y="1239226"/>
                  </a:lnTo>
                  <a:lnTo>
                    <a:pt x="939448" y="1239241"/>
                  </a:lnTo>
                  <a:lnTo>
                    <a:pt x="939461" y="1239255"/>
                  </a:lnTo>
                  <a:lnTo>
                    <a:pt x="939476" y="1239267"/>
                  </a:lnTo>
                  <a:lnTo>
                    <a:pt x="939491" y="1239274"/>
                  </a:lnTo>
                  <a:lnTo>
                    <a:pt x="939505" y="1239281"/>
                  </a:lnTo>
                  <a:lnTo>
                    <a:pt x="939520" y="1239290"/>
                  </a:lnTo>
                  <a:lnTo>
                    <a:pt x="939534" y="1239295"/>
                  </a:lnTo>
                  <a:lnTo>
                    <a:pt x="939549" y="1239299"/>
                  </a:lnTo>
                  <a:lnTo>
                    <a:pt x="939564" y="1239308"/>
                  </a:lnTo>
                  <a:lnTo>
                    <a:pt x="939578" y="1239323"/>
                  </a:lnTo>
                  <a:lnTo>
                    <a:pt x="939585" y="1239331"/>
                  </a:lnTo>
                  <a:lnTo>
                    <a:pt x="939591" y="1239336"/>
                  </a:lnTo>
                  <a:lnTo>
                    <a:pt x="939606" y="1239343"/>
                  </a:lnTo>
                  <a:lnTo>
                    <a:pt x="939620" y="1239347"/>
                  </a:lnTo>
                  <a:lnTo>
                    <a:pt x="939635" y="1239353"/>
                  </a:lnTo>
                  <a:lnTo>
                    <a:pt x="939650" y="1239361"/>
                  </a:lnTo>
                  <a:lnTo>
                    <a:pt x="939659" y="1239366"/>
                  </a:lnTo>
                  <a:lnTo>
                    <a:pt x="939665" y="1239370"/>
                  </a:lnTo>
                  <a:lnTo>
                    <a:pt x="939675" y="1239376"/>
                  </a:lnTo>
                  <a:lnTo>
                    <a:pt x="939682" y="1239381"/>
                  </a:lnTo>
                  <a:lnTo>
                    <a:pt x="939692" y="1239389"/>
                  </a:lnTo>
                  <a:lnTo>
                    <a:pt x="939700" y="1239395"/>
                  </a:lnTo>
                  <a:lnTo>
                    <a:pt x="939708" y="1239402"/>
                  </a:lnTo>
                  <a:lnTo>
                    <a:pt x="939716" y="1239410"/>
                  </a:lnTo>
                  <a:lnTo>
                    <a:pt x="939722" y="1239416"/>
                  </a:lnTo>
                  <a:lnTo>
                    <a:pt x="939726" y="1239419"/>
                  </a:lnTo>
                  <a:lnTo>
                    <a:pt x="939734" y="1239427"/>
                  </a:lnTo>
                  <a:lnTo>
                    <a:pt x="939740" y="1239432"/>
                  </a:lnTo>
                  <a:lnTo>
                    <a:pt x="939747" y="1239437"/>
                  </a:lnTo>
                  <a:lnTo>
                    <a:pt x="939755" y="1239443"/>
                  </a:lnTo>
                  <a:lnTo>
                    <a:pt x="939766" y="1239449"/>
                  </a:lnTo>
                  <a:lnTo>
                    <a:pt x="939779" y="1239454"/>
                  </a:lnTo>
                  <a:lnTo>
                    <a:pt x="939793" y="1239459"/>
                  </a:lnTo>
                  <a:lnTo>
                    <a:pt x="939807" y="1239465"/>
                  </a:lnTo>
                  <a:lnTo>
                    <a:pt x="939821" y="1239470"/>
                  </a:lnTo>
                  <a:lnTo>
                    <a:pt x="939836" y="1239475"/>
                  </a:lnTo>
                  <a:lnTo>
                    <a:pt x="939847" y="1239478"/>
                  </a:lnTo>
                  <a:lnTo>
                    <a:pt x="939857" y="1239482"/>
                  </a:lnTo>
                  <a:lnTo>
                    <a:pt x="939874" y="1239486"/>
                  </a:lnTo>
                  <a:lnTo>
                    <a:pt x="939891" y="1239487"/>
                  </a:lnTo>
                  <a:lnTo>
                    <a:pt x="939900" y="1239487"/>
                  </a:lnTo>
                  <a:lnTo>
                    <a:pt x="939917" y="1239487"/>
                  </a:lnTo>
                  <a:lnTo>
                    <a:pt x="939932" y="1239489"/>
                  </a:lnTo>
                  <a:lnTo>
                    <a:pt x="939951" y="1239498"/>
                  </a:lnTo>
                  <a:lnTo>
                    <a:pt x="939968" y="1239509"/>
                  </a:lnTo>
                  <a:lnTo>
                    <a:pt x="939985" y="1239519"/>
                  </a:lnTo>
                  <a:lnTo>
                    <a:pt x="939998" y="1239526"/>
                  </a:lnTo>
                  <a:lnTo>
                    <a:pt x="940004" y="1239528"/>
                  </a:lnTo>
                  <a:lnTo>
                    <a:pt x="940008" y="1239528"/>
                  </a:lnTo>
                  <a:lnTo>
                    <a:pt x="940018" y="1239530"/>
                  </a:lnTo>
                  <a:lnTo>
                    <a:pt x="940021" y="1239529"/>
                  </a:lnTo>
                  <a:lnTo>
                    <a:pt x="940027" y="1239524"/>
                  </a:lnTo>
                  <a:lnTo>
                    <a:pt x="940036" y="1239518"/>
                  </a:lnTo>
                  <a:lnTo>
                    <a:pt x="940044" y="1239513"/>
                  </a:lnTo>
                  <a:lnTo>
                    <a:pt x="940059" y="1239502"/>
                  </a:lnTo>
                  <a:lnTo>
                    <a:pt x="940070" y="1239495"/>
                  </a:lnTo>
                  <a:lnTo>
                    <a:pt x="940080" y="1239490"/>
                  </a:lnTo>
                  <a:lnTo>
                    <a:pt x="940088" y="1239487"/>
                  </a:lnTo>
                  <a:lnTo>
                    <a:pt x="940097" y="1239486"/>
                  </a:lnTo>
                  <a:lnTo>
                    <a:pt x="940102" y="1239489"/>
                  </a:lnTo>
                  <a:lnTo>
                    <a:pt x="940109" y="1239490"/>
                  </a:lnTo>
                  <a:lnTo>
                    <a:pt x="940122" y="1239490"/>
                  </a:lnTo>
                  <a:lnTo>
                    <a:pt x="940133" y="1239485"/>
                  </a:lnTo>
                  <a:lnTo>
                    <a:pt x="940143" y="1239478"/>
                  </a:lnTo>
                  <a:lnTo>
                    <a:pt x="940146" y="1239473"/>
                  </a:lnTo>
                  <a:lnTo>
                    <a:pt x="940155" y="1239468"/>
                  </a:lnTo>
                  <a:lnTo>
                    <a:pt x="940162" y="1239464"/>
                  </a:lnTo>
                  <a:lnTo>
                    <a:pt x="940170" y="1239462"/>
                  </a:lnTo>
                  <a:lnTo>
                    <a:pt x="940178" y="1239462"/>
                  </a:lnTo>
                  <a:lnTo>
                    <a:pt x="940187" y="1239465"/>
                  </a:lnTo>
                  <a:lnTo>
                    <a:pt x="940192" y="1239467"/>
                  </a:lnTo>
                  <a:lnTo>
                    <a:pt x="940201" y="1239467"/>
                  </a:lnTo>
                  <a:lnTo>
                    <a:pt x="940205" y="1239465"/>
                  </a:lnTo>
                  <a:lnTo>
                    <a:pt x="940209" y="1239455"/>
                  </a:lnTo>
                  <a:lnTo>
                    <a:pt x="940211" y="1239442"/>
                  </a:lnTo>
                  <a:lnTo>
                    <a:pt x="940216" y="1239431"/>
                  </a:lnTo>
                  <a:lnTo>
                    <a:pt x="940220" y="1239423"/>
                  </a:lnTo>
                  <a:lnTo>
                    <a:pt x="940226" y="1239417"/>
                  </a:lnTo>
                  <a:lnTo>
                    <a:pt x="940230" y="1239415"/>
                  </a:lnTo>
                  <a:lnTo>
                    <a:pt x="940236" y="1239416"/>
                  </a:lnTo>
                  <a:lnTo>
                    <a:pt x="940244" y="1239424"/>
                  </a:lnTo>
                  <a:lnTo>
                    <a:pt x="940249" y="1239429"/>
                  </a:lnTo>
                  <a:lnTo>
                    <a:pt x="940259" y="1239433"/>
                  </a:lnTo>
                  <a:lnTo>
                    <a:pt x="940269" y="1239438"/>
                  </a:lnTo>
                  <a:lnTo>
                    <a:pt x="940275" y="1239441"/>
                  </a:lnTo>
                  <a:lnTo>
                    <a:pt x="940278" y="1239448"/>
                  </a:lnTo>
                  <a:lnTo>
                    <a:pt x="940277" y="1239454"/>
                  </a:lnTo>
                  <a:lnTo>
                    <a:pt x="940274" y="1239460"/>
                  </a:lnTo>
                  <a:lnTo>
                    <a:pt x="940271" y="1239467"/>
                  </a:lnTo>
                  <a:lnTo>
                    <a:pt x="940268" y="1239474"/>
                  </a:lnTo>
                  <a:lnTo>
                    <a:pt x="940266" y="1239479"/>
                  </a:lnTo>
                  <a:lnTo>
                    <a:pt x="940267" y="1239484"/>
                  </a:lnTo>
                  <a:lnTo>
                    <a:pt x="940268" y="1239491"/>
                  </a:lnTo>
                  <a:lnTo>
                    <a:pt x="940276" y="1239501"/>
                  </a:lnTo>
                  <a:lnTo>
                    <a:pt x="940287" y="1239511"/>
                  </a:lnTo>
                  <a:lnTo>
                    <a:pt x="940302" y="1239521"/>
                  </a:lnTo>
                  <a:lnTo>
                    <a:pt x="940317" y="1239532"/>
                  </a:lnTo>
                  <a:lnTo>
                    <a:pt x="940331" y="1239542"/>
                  </a:lnTo>
                  <a:lnTo>
                    <a:pt x="940336" y="1239544"/>
                  </a:lnTo>
                  <a:lnTo>
                    <a:pt x="940343" y="1239549"/>
                  </a:lnTo>
                  <a:lnTo>
                    <a:pt x="940350" y="1239552"/>
                  </a:lnTo>
                  <a:lnTo>
                    <a:pt x="940359" y="1239556"/>
                  </a:lnTo>
                  <a:lnTo>
                    <a:pt x="940368" y="1239558"/>
                  </a:lnTo>
                  <a:lnTo>
                    <a:pt x="940384" y="1239562"/>
                  </a:lnTo>
                  <a:lnTo>
                    <a:pt x="940390" y="1239564"/>
                  </a:lnTo>
                  <a:lnTo>
                    <a:pt x="940402" y="1239570"/>
                  </a:lnTo>
                  <a:lnTo>
                    <a:pt x="940409" y="1239575"/>
                  </a:lnTo>
                  <a:lnTo>
                    <a:pt x="940416" y="1239583"/>
                  </a:lnTo>
                  <a:lnTo>
                    <a:pt x="940426" y="1239596"/>
                  </a:lnTo>
                  <a:lnTo>
                    <a:pt x="940432" y="1239607"/>
                  </a:lnTo>
                  <a:lnTo>
                    <a:pt x="940439" y="1239615"/>
                  </a:lnTo>
                  <a:lnTo>
                    <a:pt x="940448" y="1239626"/>
                  </a:lnTo>
                  <a:lnTo>
                    <a:pt x="940460" y="1239635"/>
                  </a:lnTo>
                  <a:lnTo>
                    <a:pt x="940473" y="1239636"/>
                  </a:lnTo>
                  <a:lnTo>
                    <a:pt x="940491" y="1239633"/>
                  </a:lnTo>
                  <a:lnTo>
                    <a:pt x="940509" y="1239625"/>
                  </a:lnTo>
                  <a:lnTo>
                    <a:pt x="940517" y="1239623"/>
                  </a:lnTo>
                  <a:lnTo>
                    <a:pt x="940522" y="1239626"/>
                  </a:lnTo>
                  <a:lnTo>
                    <a:pt x="940532" y="1239640"/>
                  </a:lnTo>
                  <a:lnTo>
                    <a:pt x="940537" y="1239648"/>
                  </a:lnTo>
                  <a:lnTo>
                    <a:pt x="940546" y="1239663"/>
                  </a:lnTo>
                  <a:lnTo>
                    <a:pt x="940552" y="1239676"/>
                  </a:lnTo>
                  <a:lnTo>
                    <a:pt x="940558" y="1239690"/>
                  </a:lnTo>
                  <a:lnTo>
                    <a:pt x="940562" y="1239702"/>
                  </a:lnTo>
                  <a:lnTo>
                    <a:pt x="940567" y="1239716"/>
                  </a:lnTo>
                  <a:lnTo>
                    <a:pt x="940573" y="1239735"/>
                  </a:lnTo>
                  <a:lnTo>
                    <a:pt x="940581" y="1239763"/>
                  </a:lnTo>
                  <a:lnTo>
                    <a:pt x="940585" y="1239776"/>
                  </a:lnTo>
                  <a:lnTo>
                    <a:pt x="940591" y="1239802"/>
                  </a:lnTo>
                  <a:lnTo>
                    <a:pt x="940595" y="1239822"/>
                  </a:lnTo>
                  <a:lnTo>
                    <a:pt x="940600" y="1239839"/>
                  </a:lnTo>
                  <a:lnTo>
                    <a:pt x="940607" y="1239855"/>
                  </a:lnTo>
                  <a:lnTo>
                    <a:pt x="940610" y="1239860"/>
                  </a:lnTo>
                  <a:lnTo>
                    <a:pt x="940615" y="1239870"/>
                  </a:lnTo>
                  <a:lnTo>
                    <a:pt x="940623" y="1239884"/>
                  </a:lnTo>
                  <a:lnTo>
                    <a:pt x="940627" y="1239894"/>
                  </a:lnTo>
                  <a:lnTo>
                    <a:pt x="940630" y="1239908"/>
                  </a:lnTo>
                  <a:lnTo>
                    <a:pt x="940631" y="1239921"/>
                  </a:lnTo>
                  <a:lnTo>
                    <a:pt x="940635" y="1239931"/>
                  </a:lnTo>
                  <a:lnTo>
                    <a:pt x="940639" y="1239936"/>
                  </a:lnTo>
                  <a:lnTo>
                    <a:pt x="940653" y="1239956"/>
                  </a:lnTo>
                  <a:lnTo>
                    <a:pt x="940668" y="1239987"/>
                  </a:lnTo>
                  <a:lnTo>
                    <a:pt x="940670" y="1240003"/>
                  </a:lnTo>
                  <a:lnTo>
                    <a:pt x="940676" y="1240017"/>
                  </a:lnTo>
                  <a:lnTo>
                    <a:pt x="940690" y="1240029"/>
                  </a:lnTo>
                  <a:lnTo>
                    <a:pt x="940707" y="1240052"/>
                  </a:lnTo>
                  <a:lnTo>
                    <a:pt x="940722" y="1240083"/>
                  </a:lnTo>
                  <a:lnTo>
                    <a:pt x="940726" y="1240091"/>
                  </a:lnTo>
                  <a:lnTo>
                    <a:pt x="940732" y="1240100"/>
                  </a:lnTo>
                  <a:lnTo>
                    <a:pt x="940741" y="1240110"/>
                  </a:lnTo>
                  <a:lnTo>
                    <a:pt x="940760" y="1240123"/>
                  </a:lnTo>
                  <a:lnTo>
                    <a:pt x="940772" y="1240138"/>
                  </a:lnTo>
                  <a:lnTo>
                    <a:pt x="940780" y="1240150"/>
                  </a:lnTo>
                  <a:lnTo>
                    <a:pt x="940789" y="1240173"/>
                  </a:lnTo>
                  <a:lnTo>
                    <a:pt x="940798" y="1240209"/>
                  </a:lnTo>
                  <a:lnTo>
                    <a:pt x="940804" y="1240222"/>
                  </a:lnTo>
                  <a:lnTo>
                    <a:pt x="940807" y="1240231"/>
                  </a:lnTo>
                  <a:lnTo>
                    <a:pt x="940809" y="1240237"/>
                  </a:lnTo>
                  <a:lnTo>
                    <a:pt x="940810" y="1240245"/>
                  </a:lnTo>
                  <a:lnTo>
                    <a:pt x="940810" y="1240255"/>
                  </a:lnTo>
                  <a:lnTo>
                    <a:pt x="940808" y="1240264"/>
                  </a:lnTo>
                  <a:lnTo>
                    <a:pt x="940808" y="1240272"/>
                  </a:lnTo>
                  <a:lnTo>
                    <a:pt x="940808" y="1240280"/>
                  </a:lnTo>
                  <a:lnTo>
                    <a:pt x="940808" y="1240287"/>
                  </a:lnTo>
                  <a:lnTo>
                    <a:pt x="940810" y="1240293"/>
                  </a:lnTo>
                  <a:lnTo>
                    <a:pt x="940813" y="1240297"/>
                  </a:lnTo>
                  <a:lnTo>
                    <a:pt x="940820" y="1240300"/>
                  </a:lnTo>
                  <a:lnTo>
                    <a:pt x="940824" y="1240300"/>
                  </a:lnTo>
                  <a:lnTo>
                    <a:pt x="940833" y="1240303"/>
                  </a:lnTo>
                  <a:lnTo>
                    <a:pt x="940837" y="1240305"/>
                  </a:lnTo>
                  <a:lnTo>
                    <a:pt x="940840" y="1240310"/>
                  </a:lnTo>
                  <a:lnTo>
                    <a:pt x="940842" y="1240316"/>
                  </a:lnTo>
                  <a:lnTo>
                    <a:pt x="940842" y="1240325"/>
                  </a:lnTo>
                  <a:lnTo>
                    <a:pt x="940845" y="1240340"/>
                  </a:lnTo>
                  <a:lnTo>
                    <a:pt x="940847" y="1240344"/>
                  </a:lnTo>
                  <a:lnTo>
                    <a:pt x="940853" y="1240348"/>
                  </a:lnTo>
                  <a:lnTo>
                    <a:pt x="940865" y="1240352"/>
                  </a:lnTo>
                  <a:lnTo>
                    <a:pt x="940880" y="1240358"/>
                  </a:lnTo>
                  <a:lnTo>
                    <a:pt x="940889" y="1240364"/>
                  </a:lnTo>
                  <a:lnTo>
                    <a:pt x="940899" y="1240369"/>
                  </a:lnTo>
                  <a:lnTo>
                    <a:pt x="940906" y="1240374"/>
                  </a:lnTo>
                  <a:lnTo>
                    <a:pt x="940911" y="1240378"/>
                  </a:lnTo>
                  <a:lnTo>
                    <a:pt x="940913" y="1240382"/>
                  </a:lnTo>
                  <a:lnTo>
                    <a:pt x="940916" y="1240388"/>
                  </a:lnTo>
                  <a:lnTo>
                    <a:pt x="940922" y="1240403"/>
                  </a:lnTo>
                  <a:lnTo>
                    <a:pt x="940928" y="1240413"/>
                  </a:lnTo>
                  <a:lnTo>
                    <a:pt x="940933" y="1240418"/>
                  </a:lnTo>
                  <a:lnTo>
                    <a:pt x="940939" y="1240423"/>
                  </a:lnTo>
                  <a:lnTo>
                    <a:pt x="940947" y="1240427"/>
                  </a:lnTo>
                  <a:lnTo>
                    <a:pt x="940962" y="1240437"/>
                  </a:lnTo>
                  <a:lnTo>
                    <a:pt x="940978" y="1240447"/>
                  </a:lnTo>
                  <a:lnTo>
                    <a:pt x="940989" y="1240457"/>
                  </a:lnTo>
                  <a:lnTo>
                    <a:pt x="941005" y="1240468"/>
                  </a:lnTo>
                  <a:lnTo>
                    <a:pt x="941020" y="1240479"/>
                  </a:lnTo>
                  <a:lnTo>
                    <a:pt x="941032" y="1240486"/>
                  </a:lnTo>
                  <a:lnTo>
                    <a:pt x="941044" y="1240495"/>
                  </a:lnTo>
                  <a:lnTo>
                    <a:pt x="941057" y="1240506"/>
                  </a:lnTo>
                  <a:lnTo>
                    <a:pt x="941065" y="1240515"/>
                  </a:lnTo>
                  <a:lnTo>
                    <a:pt x="941069" y="1240521"/>
                  </a:lnTo>
                  <a:lnTo>
                    <a:pt x="941073" y="1240527"/>
                  </a:lnTo>
                  <a:lnTo>
                    <a:pt x="941072" y="1240534"/>
                  </a:lnTo>
                  <a:lnTo>
                    <a:pt x="941071" y="1240539"/>
                  </a:lnTo>
                  <a:lnTo>
                    <a:pt x="941068" y="1240545"/>
                  </a:lnTo>
                  <a:lnTo>
                    <a:pt x="941066" y="1240551"/>
                  </a:lnTo>
                  <a:lnTo>
                    <a:pt x="941064" y="1240557"/>
                  </a:lnTo>
                  <a:lnTo>
                    <a:pt x="941061" y="1240567"/>
                  </a:lnTo>
                  <a:lnTo>
                    <a:pt x="941060" y="1240574"/>
                  </a:lnTo>
                  <a:lnTo>
                    <a:pt x="941059" y="1240581"/>
                  </a:lnTo>
                  <a:lnTo>
                    <a:pt x="941058" y="1240587"/>
                  </a:lnTo>
                  <a:lnTo>
                    <a:pt x="941059" y="1240592"/>
                  </a:lnTo>
                  <a:lnTo>
                    <a:pt x="941060" y="1240599"/>
                  </a:lnTo>
                  <a:lnTo>
                    <a:pt x="941059" y="1240605"/>
                  </a:lnTo>
                  <a:lnTo>
                    <a:pt x="941057" y="1240612"/>
                  </a:lnTo>
                  <a:lnTo>
                    <a:pt x="941056" y="1240619"/>
                  </a:lnTo>
                  <a:lnTo>
                    <a:pt x="941056" y="1240627"/>
                  </a:lnTo>
                  <a:lnTo>
                    <a:pt x="941058" y="1240632"/>
                  </a:lnTo>
                  <a:lnTo>
                    <a:pt x="941069" y="1240634"/>
                  </a:lnTo>
                  <a:lnTo>
                    <a:pt x="941082" y="1240635"/>
                  </a:lnTo>
                  <a:lnTo>
                    <a:pt x="941090" y="1240636"/>
                  </a:lnTo>
                  <a:lnTo>
                    <a:pt x="941100" y="1240640"/>
                  </a:lnTo>
                  <a:lnTo>
                    <a:pt x="941110" y="1240647"/>
                  </a:lnTo>
                  <a:lnTo>
                    <a:pt x="941113" y="1240651"/>
                  </a:lnTo>
                  <a:lnTo>
                    <a:pt x="941119" y="1240658"/>
                  </a:lnTo>
                  <a:lnTo>
                    <a:pt x="941149" y="1240680"/>
                  </a:lnTo>
                  <a:lnTo>
                    <a:pt x="941157" y="1240684"/>
                  </a:lnTo>
                  <a:lnTo>
                    <a:pt x="941171" y="1240693"/>
                  </a:lnTo>
                  <a:lnTo>
                    <a:pt x="941186" y="1240704"/>
                  </a:lnTo>
                  <a:lnTo>
                    <a:pt x="941196" y="1240714"/>
                  </a:lnTo>
                  <a:lnTo>
                    <a:pt x="941199" y="1240719"/>
                  </a:lnTo>
                  <a:lnTo>
                    <a:pt x="941205" y="1240727"/>
                  </a:lnTo>
                  <a:lnTo>
                    <a:pt x="941208" y="1240734"/>
                  </a:lnTo>
                  <a:lnTo>
                    <a:pt x="941211" y="1240741"/>
                  </a:lnTo>
                  <a:lnTo>
                    <a:pt x="941214" y="1240749"/>
                  </a:lnTo>
                  <a:lnTo>
                    <a:pt x="941218" y="1240764"/>
                  </a:lnTo>
                  <a:lnTo>
                    <a:pt x="941222" y="1240777"/>
                  </a:lnTo>
                  <a:lnTo>
                    <a:pt x="941228" y="1240794"/>
                  </a:lnTo>
                  <a:lnTo>
                    <a:pt x="941233" y="1240802"/>
                  </a:lnTo>
                  <a:lnTo>
                    <a:pt x="941238" y="1240808"/>
                  </a:lnTo>
                  <a:lnTo>
                    <a:pt x="941247" y="1240814"/>
                  </a:lnTo>
                  <a:lnTo>
                    <a:pt x="941253" y="1240817"/>
                  </a:lnTo>
                  <a:lnTo>
                    <a:pt x="941268" y="1240823"/>
                  </a:lnTo>
                  <a:lnTo>
                    <a:pt x="941282" y="1240828"/>
                  </a:lnTo>
                  <a:lnTo>
                    <a:pt x="941297" y="1240832"/>
                  </a:lnTo>
                  <a:lnTo>
                    <a:pt x="941308" y="1240835"/>
                  </a:lnTo>
                  <a:lnTo>
                    <a:pt x="941312" y="1240838"/>
                  </a:lnTo>
                  <a:lnTo>
                    <a:pt x="941320" y="1240845"/>
                  </a:lnTo>
                  <a:lnTo>
                    <a:pt x="941324" y="1240854"/>
                  </a:lnTo>
                  <a:lnTo>
                    <a:pt x="941330" y="1240863"/>
                  </a:lnTo>
                  <a:lnTo>
                    <a:pt x="941333" y="1240873"/>
                  </a:lnTo>
                  <a:lnTo>
                    <a:pt x="941338" y="1240893"/>
                  </a:lnTo>
                  <a:lnTo>
                    <a:pt x="941344" y="1240909"/>
                  </a:lnTo>
                  <a:lnTo>
                    <a:pt x="941356" y="1240923"/>
                  </a:lnTo>
                  <a:lnTo>
                    <a:pt x="941365" y="1240933"/>
                  </a:lnTo>
                  <a:lnTo>
                    <a:pt x="941368" y="1240938"/>
                  </a:lnTo>
                  <a:lnTo>
                    <a:pt x="941373" y="1240954"/>
                  </a:lnTo>
                  <a:lnTo>
                    <a:pt x="941377" y="1240965"/>
                  </a:lnTo>
                  <a:lnTo>
                    <a:pt x="941384" y="1240974"/>
                  </a:lnTo>
                  <a:lnTo>
                    <a:pt x="941388" y="1240983"/>
                  </a:lnTo>
                  <a:lnTo>
                    <a:pt x="941388" y="1240989"/>
                  </a:lnTo>
                  <a:lnTo>
                    <a:pt x="941386" y="1240997"/>
                  </a:lnTo>
                  <a:lnTo>
                    <a:pt x="941380" y="1241012"/>
                  </a:lnTo>
                  <a:lnTo>
                    <a:pt x="941377" y="1241021"/>
                  </a:lnTo>
                  <a:lnTo>
                    <a:pt x="941375" y="1241026"/>
                  </a:lnTo>
                  <a:lnTo>
                    <a:pt x="941374" y="1241031"/>
                  </a:lnTo>
                  <a:lnTo>
                    <a:pt x="941373" y="1241036"/>
                  </a:lnTo>
                  <a:lnTo>
                    <a:pt x="941375" y="1241042"/>
                  </a:lnTo>
                  <a:lnTo>
                    <a:pt x="941376" y="1241051"/>
                  </a:lnTo>
                  <a:lnTo>
                    <a:pt x="941381" y="1241058"/>
                  </a:lnTo>
                  <a:lnTo>
                    <a:pt x="941388" y="1241066"/>
                  </a:lnTo>
                  <a:lnTo>
                    <a:pt x="941393" y="1241071"/>
                  </a:lnTo>
                  <a:lnTo>
                    <a:pt x="941399" y="1241077"/>
                  </a:lnTo>
                  <a:lnTo>
                    <a:pt x="941405" y="1241084"/>
                  </a:lnTo>
                  <a:lnTo>
                    <a:pt x="941417" y="1241102"/>
                  </a:lnTo>
                  <a:lnTo>
                    <a:pt x="941423" y="1241113"/>
                  </a:lnTo>
                  <a:lnTo>
                    <a:pt x="941429" y="1241120"/>
                  </a:lnTo>
                  <a:lnTo>
                    <a:pt x="941437" y="1241135"/>
                  </a:lnTo>
                  <a:lnTo>
                    <a:pt x="941445" y="1241150"/>
                  </a:lnTo>
                  <a:lnTo>
                    <a:pt x="941452" y="1241165"/>
                  </a:lnTo>
                  <a:lnTo>
                    <a:pt x="941455" y="1241180"/>
                  </a:lnTo>
                  <a:lnTo>
                    <a:pt x="941457" y="1241195"/>
                  </a:lnTo>
                  <a:lnTo>
                    <a:pt x="941459" y="1241203"/>
                  </a:lnTo>
                  <a:lnTo>
                    <a:pt x="941461" y="1241213"/>
                  </a:lnTo>
                  <a:lnTo>
                    <a:pt x="941465" y="1241228"/>
                  </a:lnTo>
                  <a:lnTo>
                    <a:pt x="941471" y="1241244"/>
                  </a:lnTo>
                  <a:lnTo>
                    <a:pt x="941476" y="1241256"/>
                  </a:lnTo>
                  <a:lnTo>
                    <a:pt x="941480" y="1241263"/>
                  </a:lnTo>
                  <a:lnTo>
                    <a:pt x="941484" y="1241270"/>
                  </a:lnTo>
                  <a:lnTo>
                    <a:pt x="941488" y="1241276"/>
                  </a:lnTo>
                  <a:lnTo>
                    <a:pt x="941497" y="1241283"/>
                  </a:lnTo>
                  <a:lnTo>
                    <a:pt x="941520" y="1241297"/>
                  </a:lnTo>
                  <a:lnTo>
                    <a:pt x="941532" y="1241304"/>
                  </a:lnTo>
                  <a:lnTo>
                    <a:pt x="941540" y="1241309"/>
                  </a:lnTo>
                  <a:lnTo>
                    <a:pt x="941546" y="1241313"/>
                  </a:lnTo>
                  <a:lnTo>
                    <a:pt x="941550" y="1241316"/>
                  </a:lnTo>
                  <a:lnTo>
                    <a:pt x="941553" y="1241321"/>
                  </a:lnTo>
                  <a:lnTo>
                    <a:pt x="941555" y="1241328"/>
                  </a:lnTo>
                  <a:lnTo>
                    <a:pt x="941559" y="1241340"/>
                  </a:lnTo>
                  <a:lnTo>
                    <a:pt x="941561" y="1241354"/>
                  </a:lnTo>
                  <a:lnTo>
                    <a:pt x="941562" y="1241365"/>
                  </a:lnTo>
                  <a:lnTo>
                    <a:pt x="941564" y="1241373"/>
                  </a:lnTo>
                  <a:lnTo>
                    <a:pt x="941568" y="1241381"/>
                  </a:lnTo>
                  <a:lnTo>
                    <a:pt x="941574" y="1241393"/>
                  </a:lnTo>
                  <a:lnTo>
                    <a:pt x="941582" y="1241402"/>
                  </a:lnTo>
                  <a:lnTo>
                    <a:pt x="941591" y="1241411"/>
                  </a:lnTo>
                  <a:lnTo>
                    <a:pt x="941598" y="1241420"/>
                  </a:lnTo>
                  <a:lnTo>
                    <a:pt x="941600" y="1241425"/>
                  </a:lnTo>
                  <a:lnTo>
                    <a:pt x="941604" y="1241438"/>
                  </a:lnTo>
                  <a:lnTo>
                    <a:pt x="941607" y="1241455"/>
                  </a:lnTo>
                  <a:lnTo>
                    <a:pt x="941609" y="1241470"/>
                  </a:lnTo>
                  <a:lnTo>
                    <a:pt x="941610" y="1241479"/>
                  </a:lnTo>
                  <a:lnTo>
                    <a:pt x="941614" y="1241495"/>
                  </a:lnTo>
                  <a:lnTo>
                    <a:pt x="941615" y="1241506"/>
                  </a:lnTo>
                  <a:lnTo>
                    <a:pt x="941616" y="1241517"/>
                  </a:lnTo>
                  <a:lnTo>
                    <a:pt x="941616" y="1241530"/>
                  </a:lnTo>
                  <a:lnTo>
                    <a:pt x="941616" y="1241541"/>
                  </a:lnTo>
                  <a:lnTo>
                    <a:pt x="941617" y="1241551"/>
                  </a:lnTo>
                  <a:lnTo>
                    <a:pt x="941618" y="1241560"/>
                  </a:lnTo>
                  <a:lnTo>
                    <a:pt x="941620" y="1241569"/>
                  </a:lnTo>
                  <a:lnTo>
                    <a:pt x="941623" y="1241573"/>
                  </a:lnTo>
                  <a:lnTo>
                    <a:pt x="941628" y="1241576"/>
                  </a:lnTo>
                  <a:lnTo>
                    <a:pt x="941633" y="1241579"/>
                  </a:lnTo>
                  <a:lnTo>
                    <a:pt x="941640" y="1241580"/>
                  </a:lnTo>
                  <a:lnTo>
                    <a:pt x="941649" y="1241581"/>
                  </a:lnTo>
                  <a:lnTo>
                    <a:pt x="941660" y="1241579"/>
                  </a:lnTo>
                  <a:lnTo>
                    <a:pt x="941668" y="1241578"/>
                  </a:lnTo>
                  <a:lnTo>
                    <a:pt x="941696" y="1241574"/>
                  </a:lnTo>
                  <a:lnTo>
                    <a:pt x="941706" y="1241574"/>
                  </a:lnTo>
                  <a:lnTo>
                    <a:pt x="941712" y="1241574"/>
                  </a:lnTo>
                  <a:lnTo>
                    <a:pt x="941720" y="1241575"/>
                  </a:lnTo>
                  <a:lnTo>
                    <a:pt x="941729" y="1241577"/>
                  </a:lnTo>
                  <a:lnTo>
                    <a:pt x="941743" y="1241582"/>
                  </a:lnTo>
                  <a:lnTo>
                    <a:pt x="941749" y="1241585"/>
                  </a:lnTo>
                  <a:lnTo>
                    <a:pt x="941758" y="1241590"/>
                  </a:lnTo>
                  <a:lnTo>
                    <a:pt x="941766" y="1241595"/>
                  </a:lnTo>
                  <a:lnTo>
                    <a:pt x="941773" y="1241600"/>
                  </a:lnTo>
                  <a:lnTo>
                    <a:pt x="941780" y="1241605"/>
                  </a:lnTo>
                  <a:lnTo>
                    <a:pt x="941786" y="1241609"/>
                  </a:lnTo>
                  <a:lnTo>
                    <a:pt x="941792" y="1241611"/>
                  </a:lnTo>
                  <a:lnTo>
                    <a:pt x="941798" y="1241612"/>
                  </a:lnTo>
                  <a:lnTo>
                    <a:pt x="941805" y="1241613"/>
                  </a:lnTo>
                  <a:lnTo>
                    <a:pt x="941815" y="1241613"/>
                  </a:lnTo>
                  <a:lnTo>
                    <a:pt x="941820" y="1241612"/>
                  </a:lnTo>
                  <a:lnTo>
                    <a:pt x="941827" y="1241612"/>
                  </a:lnTo>
                  <a:lnTo>
                    <a:pt x="941835" y="1241611"/>
                  </a:lnTo>
                  <a:lnTo>
                    <a:pt x="941839" y="1241613"/>
                  </a:lnTo>
                  <a:lnTo>
                    <a:pt x="941843" y="1241626"/>
                  </a:lnTo>
                  <a:lnTo>
                    <a:pt x="941846" y="1241634"/>
                  </a:lnTo>
                  <a:lnTo>
                    <a:pt x="941850" y="1241640"/>
                  </a:lnTo>
                  <a:lnTo>
                    <a:pt x="941853" y="1241644"/>
                  </a:lnTo>
                  <a:lnTo>
                    <a:pt x="941861" y="1241652"/>
                  </a:lnTo>
                  <a:lnTo>
                    <a:pt x="941869" y="1241657"/>
                  </a:lnTo>
                  <a:lnTo>
                    <a:pt x="941881" y="1241659"/>
                  </a:lnTo>
                  <a:lnTo>
                    <a:pt x="941890" y="1241661"/>
                  </a:lnTo>
                  <a:lnTo>
                    <a:pt x="941898" y="1241663"/>
                  </a:lnTo>
                  <a:lnTo>
                    <a:pt x="941912" y="1241666"/>
                  </a:lnTo>
                  <a:lnTo>
                    <a:pt x="941927" y="1241671"/>
                  </a:lnTo>
                  <a:lnTo>
                    <a:pt x="941942" y="1241678"/>
                  </a:lnTo>
                  <a:lnTo>
                    <a:pt x="941955" y="1241685"/>
                  </a:lnTo>
                  <a:lnTo>
                    <a:pt x="941970" y="1241695"/>
                  </a:lnTo>
                  <a:lnTo>
                    <a:pt x="941976" y="1241700"/>
                  </a:lnTo>
                  <a:lnTo>
                    <a:pt x="941985" y="1241704"/>
                  </a:lnTo>
                  <a:lnTo>
                    <a:pt x="941995" y="1241712"/>
                  </a:lnTo>
                  <a:lnTo>
                    <a:pt x="942000" y="1241714"/>
                  </a:lnTo>
                  <a:lnTo>
                    <a:pt x="942005" y="1241718"/>
                  </a:lnTo>
                  <a:lnTo>
                    <a:pt x="942014" y="1241720"/>
                  </a:lnTo>
                  <a:lnTo>
                    <a:pt x="942029" y="1241727"/>
                  </a:lnTo>
                  <a:lnTo>
                    <a:pt x="942043" y="1241734"/>
                  </a:lnTo>
                  <a:lnTo>
                    <a:pt x="942058" y="1241742"/>
                  </a:lnTo>
                  <a:lnTo>
                    <a:pt x="942073" y="1241750"/>
                  </a:lnTo>
                  <a:lnTo>
                    <a:pt x="942081" y="1241755"/>
                  </a:lnTo>
                  <a:lnTo>
                    <a:pt x="942091" y="1241759"/>
                  </a:lnTo>
                  <a:lnTo>
                    <a:pt x="942099" y="1241763"/>
                  </a:lnTo>
                  <a:lnTo>
                    <a:pt x="942111" y="1241767"/>
                  </a:lnTo>
                  <a:lnTo>
                    <a:pt x="942120" y="1241770"/>
                  </a:lnTo>
                  <a:lnTo>
                    <a:pt x="942130" y="1241771"/>
                  </a:lnTo>
                  <a:lnTo>
                    <a:pt x="942140" y="1241771"/>
                  </a:lnTo>
                  <a:lnTo>
                    <a:pt x="942154" y="1241770"/>
                  </a:lnTo>
                  <a:lnTo>
                    <a:pt x="942160" y="1241764"/>
                  </a:lnTo>
                  <a:lnTo>
                    <a:pt x="942168" y="1241755"/>
                  </a:lnTo>
                  <a:lnTo>
                    <a:pt x="942174" y="1241748"/>
                  </a:lnTo>
                  <a:lnTo>
                    <a:pt x="942178" y="1241742"/>
                  </a:lnTo>
                  <a:lnTo>
                    <a:pt x="942183" y="1241739"/>
                  </a:lnTo>
                  <a:lnTo>
                    <a:pt x="942191" y="1241734"/>
                  </a:lnTo>
                  <a:lnTo>
                    <a:pt x="942202" y="1241728"/>
                  </a:lnTo>
                  <a:lnTo>
                    <a:pt x="942207" y="1241724"/>
                  </a:lnTo>
                  <a:lnTo>
                    <a:pt x="942220" y="1241716"/>
                  </a:lnTo>
                  <a:lnTo>
                    <a:pt x="942229" y="1241710"/>
                  </a:lnTo>
                  <a:lnTo>
                    <a:pt x="942238" y="1241704"/>
                  </a:lnTo>
                  <a:lnTo>
                    <a:pt x="942244" y="1241701"/>
                  </a:lnTo>
                  <a:lnTo>
                    <a:pt x="942253" y="1241698"/>
                  </a:lnTo>
                  <a:lnTo>
                    <a:pt x="942264" y="1241696"/>
                  </a:lnTo>
                  <a:lnTo>
                    <a:pt x="942278" y="1241695"/>
                  </a:lnTo>
                  <a:lnTo>
                    <a:pt x="942289" y="1241694"/>
                  </a:lnTo>
                  <a:lnTo>
                    <a:pt x="942300" y="1241693"/>
                  </a:lnTo>
                  <a:lnTo>
                    <a:pt x="942315" y="1241693"/>
                  </a:lnTo>
                  <a:lnTo>
                    <a:pt x="942329" y="1241693"/>
                  </a:lnTo>
                  <a:lnTo>
                    <a:pt x="942337" y="1241692"/>
                  </a:lnTo>
                  <a:lnTo>
                    <a:pt x="942355" y="1241686"/>
                  </a:lnTo>
                  <a:lnTo>
                    <a:pt x="942373" y="1241679"/>
                  </a:lnTo>
                  <a:lnTo>
                    <a:pt x="942398" y="1241665"/>
                  </a:lnTo>
                  <a:lnTo>
                    <a:pt x="942414" y="1241657"/>
                  </a:lnTo>
                  <a:lnTo>
                    <a:pt x="942428" y="1241649"/>
                  </a:lnTo>
                  <a:lnTo>
                    <a:pt x="942440" y="1241641"/>
                  </a:lnTo>
                  <a:lnTo>
                    <a:pt x="942451" y="1241634"/>
                  </a:lnTo>
                  <a:lnTo>
                    <a:pt x="942457" y="1241631"/>
                  </a:lnTo>
                  <a:lnTo>
                    <a:pt x="942463" y="1241631"/>
                  </a:lnTo>
                  <a:lnTo>
                    <a:pt x="942468" y="1241632"/>
                  </a:lnTo>
                  <a:lnTo>
                    <a:pt x="942476" y="1241635"/>
                  </a:lnTo>
                  <a:lnTo>
                    <a:pt x="942485" y="1241641"/>
                  </a:lnTo>
                  <a:lnTo>
                    <a:pt x="942493" y="1241649"/>
                  </a:lnTo>
                  <a:lnTo>
                    <a:pt x="942498" y="1241655"/>
                  </a:lnTo>
                  <a:lnTo>
                    <a:pt x="942510" y="1241669"/>
                  </a:lnTo>
                  <a:lnTo>
                    <a:pt x="942515" y="1241677"/>
                  </a:lnTo>
                  <a:lnTo>
                    <a:pt x="942519" y="1241681"/>
                  </a:lnTo>
                  <a:lnTo>
                    <a:pt x="942526" y="1241685"/>
                  </a:lnTo>
                  <a:lnTo>
                    <a:pt x="942534" y="1241687"/>
                  </a:lnTo>
                  <a:lnTo>
                    <a:pt x="942542" y="1241687"/>
                  </a:lnTo>
                  <a:lnTo>
                    <a:pt x="942547" y="1241685"/>
                  </a:lnTo>
                  <a:lnTo>
                    <a:pt x="942552" y="1241680"/>
                  </a:lnTo>
                  <a:lnTo>
                    <a:pt x="942558" y="1241670"/>
                  </a:lnTo>
                  <a:lnTo>
                    <a:pt x="942562" y="1241666"/>
                  </a:lnTo>
                  <a:lnTo>
                    <a:pt x="942566" y="1241667"/>
                  </a:lnTo>
                  <a:lnTo>
                    <a:pt x="942569" y="1241670"/>
                  </a:lnTo>
                  <a:lnTo>
                    <a:pt x="942576" y="1241672"/>
                  </a:lnTo>
                  <a:lnTo>
                    <a:pt x="942583" y="1241674"/>
                  </a:lnTo>
                  <a:lnTo>
                    <a:pt x="942596" y="1241676"/>
                  </a:lnTo>
                  <a:lnTo>
                    <a:pt x="942605" y="1241676"/>
                  </a:lnTo>
                  <a:lnTo>
                    <a:pt x="942613" y="1241675"/>
                  </a:lnTo>
                  <a:lnTo>
                    <a:pt x="942618" y="1241672"/>
                  </a:lnTo>
                  <a:lnTo>
                    <a:pt x="942625" y="1241666"/>
                  </a:lnTo>
                  <a:lnTo>
                    <a:pt x="942632" y="1241658"/>
                  </a:lnTo>
                  <a:lnTo>
                    <a:pt x="942637" y="1241651"/>
                  </a:lnTo>
                  <a:lnTo>
                    <a:pt x="942642" y="1241648"/>
                  </a:lnTo>
                  <a:lnTo>
                    <a:pt x="942652" y="1241643"/>
                  </a:lnTo>
                  <a:lnTo>
                    <a:pt x="942663" y="1241643"/>
                  </a:lnTo>
                  <a:lnTo>
                    <a:pt x="942670" y="1241644"/>
                  </a:lnTo>
                  <a:lnTo>
                    <a:pt x="942676" y="1241645"/>
                  </a:lnTo>
                  <a:lnTo>
                    <a:pt x="942682" y="1241645"/>
                  </a:lnTo>
                  <a:lnTo>
                    <a:pt x="942687" y="1241645"/>
                  </a:lnTo>
                  <a:lnTo>
                    <a:pt x="942693" y="1241644"/>
                  </a:lnTo>
                  <a:lnTo>
                    <a:pt x="942704" y="1241638"/>
                  </a:lnTo>
                  <a:lnTo>
                    <a:pt x="942709" y="1241634"/>
                  </a:lnTo>
                  <a:lnTo>
                    <a:pt x="942720" y="1241624"/>
                  </a:lnTo>
                  <a:lnTo>
                    <a:pt x="942727" y="1241610"/>
                  </a:lnTo>
                  <a:lnTo>
                    <a:pt x="942730" y="1241598"/>
                  </a:lnTo>
                  <a:lnTo>
                    <a:pt x="942732" y="1241590"/>
                  </a:lnTo>
                  <a:lnTo>
                    <a:pt x="942734" y="1241582"/>
                  </a:lnTo>
                  <a:lnTo>
                    <a:pt x="942735" y="1241574"/>
                  </a:lnTo>
                  <a:lnTo>
                    <a:pt x="942734" y="1241567"/>
                  </a:lnTo>
                  <a:lnTo>
                    <a:pt x="942735" y="1241560"/>
                  </a:lnTo>
                  <a:lnTo>
                    <a:pt x="942736" y="1241556"/>
                  </a:lnTo>
                  <a:lnTo>
                    <a:pt x="942739" y="1241552"/>
                  </a:lnTo>
                  <a:lnTo>
                    <a:pt x="942743" y="1241548"/>
                  </a:lnTo>
                  <a:lnTo>
                    <a:pt x="942750" y="1241542"/>
                  </a:lnTo>
                  <a:lnTo>
                    <a:pt x="942757" y="1241540"/>
                  </a:lnTo>
                  <a:lnTo>
                    <a:pt x="942762" y="1241540"/>
                  </a:lnTo>
                  <a:lnTo>
                    <a:pt x="942770" y="1241541"/>
                  </a:lnTo>
                  <a:lnTo>
                    <a:pt x="942780" y="1241545"/>
                  </a:lnTo>
                  <a:lnTo>
                    <a:pt x="942794" y="1241554"/>
                  </a:lnTo>
                  <a:lnTo>
                    <a:pt x="942804" y="1241561"/>
                  </a:lnTo>
                  <a:lnTo>
                    <a:pt x="942810" y="1241564"/>
                  </a:lnTo>
                  <a:lnTo>
                    <a:pt x="942814" y="1241565"/>
                  </a:lnTo>
                  <a:lnTo>
                    <a:pt x="942819" y="1241565"/>
                  </a:lnTo>
                  <a:lnTo>
                    <a:pt x="942829" y="1241565"/>
                  </a:lnTo>
                  <a:lnTo>
                    <a:pt x="942838" y="1241565"/>
                  </a:lnTo>
                  <a:lnTo>
                    <a:pt x="942846" y="1241567"/>
                  </a:lnTo>
                  <a:lnTo>
                    <a:pt x="942851" y="1241572"/>
                  </a:lnTo>
                  <a:lnTo>
                    <a:pt x="942860" y="1241580"/>
                  </a:lnTo>
                  <a:lnTo>
                    <a:pt x="942864" y="1241583"/>
                  </a:lnTo>
                  <a:lnTo>
                    <a:pt x="942878" y="1241594"/>
                  </a:lnTo>
                  <a:lnTo>
                    <a:pt x="942892" y="1241601"/>
                  </a:lnTo>
                  <a:lnTo>
                    <a:pt x="942907" y="1241607"/>
                  </a:lnTo>
                  <a:lnTo>
                    <a:pt x="942921" y="1241609"/>
                  </a:lnTo>
                  <a:lnTo>
                    <a:pt x="942936" y="1241608"/>
                  </a:lnTo>
                  <a:lnTo>
                    <a:pt x="942951" y="1241604"/>
                  </a:lnTo>
                  <a:lnTo>
                    <a:pt x="942965" y="1241600"/>
                  </a:lnTo>
                  <a:lnTo>
                    <a:pt x="942971" y="1241601"/>
                  </a:lnTo>
                  <a:lnTo>
                    <a:pt x="942976" y="1241602"/>
                  </a:lnTo>
                  <a:lnTo>
                    <a:pt x="942985" y="1241608"/>
                  </a:lnTo>
                  <a:lnTo>
                    <a:pt x="942992" y="1241612"/>
                  </a:lnTo>
                  <a:lnTo>
                    <a:pt x="943000" y="1241616"/>
                  </a:lnTo>
                  <a:lnTo>
                    <a:pt x="943008" y="1241616"/>
                  </a:lnTo>
                  <a:lnTo>
                    <a:pt x="943014" y="1241613"/>
                  </a:lnTo>
                  <a:lnTo>
                    <a:pt x="943030" y="1241601"/>
                  </a:lnTo>
                  <a:lnTo>
                    <a:pt x="943036" y="1241598"/>
                  </a:lnTo>
                  <a:lnTo>
                    <a:pt x="943042" y="1241596"/>
                  </a:lnTo>
                  <a:lnTo>
                    <a:pt x="943050" y="1241594"/>
                  </a:lnTo>
                  <a:lnTo>
                    <a:pt x="943054" y="1241594"/>
                  </a:lnTo>
                  <a:lnTo>
                    <a:pt x="943060" y="1241596"/>
                  </a:lnTo>
                  <a:lnTo>
                    <a:pt x="943067" y="1241599"/>
                  </a:lnTo>
                  <a:lnTo>
                    <a:pt x="943074" y="1241602"/>
                  </a:lnTo>
                  <a:lnTo>
                    <a:pt x="943078" y="1241605"/>
                  </a:lnTo>
                  <a:lnTo>
                    <a:pt x="943084" y="1241608"/>
                  </a:lnTo>
                  <a:lnTo>
                    <a:pt x="943093" y="1241613"/>
                  </a:lnTo>
                  <a:lnTo>
                    <a:pt x="943105" y="1241618"/>
                  </a:lnTo>
                  <a:lnTo>
                    <a:pt x="943113" y="1241617"/>
                  </a:lnTo>
                  <a:lnTo>
                    <a:pt x="943119" y="1241612"/>
                  </a:lnTo>
                  <a:lnTo>
                    <a:pt x="943123" y="1241606"/>
                  </a:lnTo>
                  <a:lnTo>
                    <a:pt x="943130" y="1241599"/>
                  </a:lnTo>
                  <a:lnTo>
                    <a:pt x="943143" y="1241594"/>
                  </a:lnTo>
                  <a:lnTo>
                    <a:pt x="943156" y="1241591"/>
                  </a:lnTo>
                  <a:lnTo>
                    <a:pt x="943172" y="1241591"/>
                  </a:lnTo>
                  <a:lnTo>
                    <a:pt x="943186" y="1241588"/>
                  </a:lnTo>
                  <a:lnTo>
                    <a:pt x="943193" y="1241583"/>
                  </a:lnTo>
                  <a:lnTo>
                    <a:pt x="943197" y="1241571"/>
                  </a:lnTo>
                  <a:lnTo>
                    <a:pt x="943198" y="1241559"/>
                  </a:lnTo>
                  <a:lnTo>
                    <a:pt x="943199" y="1241546"/>
                  </a:lnTo>
                  <a:lnTo>
                    <a:pt x="943200" y="1241529"/>
                  </a:lnTo>
                  <a:lnTo>
                    <a:pt x="943200" y="1241514"/>
                  </a:lnTo>
                  <a:lnTo>
                    <a:pt x="943201" y="1241499"/>
                  </a:lnTo>
                  <a:lnTo>
                    <a:pt x="943201" y="1241484"/>
                  </a:lnTo>
                  <a:lnTo>
                    <a:pt x="943201" y="1241469"/>
                  </a:lnTo>
                  <a:lnTo>
                    <a:pt x="943203" y="1241453"/>
                  </a:lnTo>
                  <a:lnTo>
                    <a:pt x="943205" y="1241445"/>
                  </a:lnTo>
                  <a:lnTo>
                    <a:pt x="943210" y="1241439"/>
                  </a:lnTo>
                  <a:lnTo>
                    <a:pt x="943215" y="1241437"/>
                  </a:lnTo>
                  <a:lnTo>
                    <a:pt x="943220" y="1241438"/>
                  </a:lnTo>
                  <a:lnTo>
                    <a:pt x="943228" y="1241441"/>
                  </a:lnTo>
                  <a:lnTo>
                    <a:pt x="943237" y="1241443"/>
                  </a:lnTo>
                  <a:lnTo>
                    <a:pt x="943247" y="1241442"/>
                  </a:lnTo>
                  <a:lnTo>
                    <a:pt x="943261" y="1241436"/>
                  </a:lnTo>
                  <a:lnTo>
                    <a:pt x="943275" y="1241424"/>
                  </a:lnTo>
                  <a:lnTo>
                    <a:pt x="943289" y="1241410"/>
                  </a:lnTo>
                  <a:lnTo>
                    <a:pt x="943299" y="1241393"/>
                  </a:lnTo>
                  <a:lnTo>
                    <a:pt x="943307" y="1241383"/>
                  </a:lnTo>
                  <a:lnTo>
                    <a:pt x="943314" y="1241377"/>
                  </a:lnTo>
                  <a:lnTo>
                    <a:pt x="943327" y="1241370"/>
                  </a:lnTo>
                  <a:lnTo>
                    <a:pt x="943339" y="1241365"/>
                  </a:lnTo>
                  <a:lnTo>
                    <a:pt x="943348" y="1241363"/>
                  </a:lnTo>
                  <a:lnTo>
                    <a:pt x="943373" y="1241357"/>
                  </a:lnTo>
                  <a:lnTo>
                    <a:pt x="943392" y="1241352"/>
                  </a:lnTo>
                  <a:lnTo>
                    <a:pt x="943410" y="1241347"/>
                  </a:lnTo>
                  <a:lnTo>
                    <a:pt x="943420" y="1241345"/>
                  </a:lnTo>
                  <a:lnTo>
                    <a:pt x="943440" y="1241337"/>
                  </a:lnTo>
                  <a:lnTo>
                    <a:pt x="943445" y="1241333"/>
                  </a:lnTo>
                  <a:lnTo>
                    <a:pt x="943450" y="1241327"/>
                  </a:lnTo>
                  <a:lnTo>
                    <a:pt x="943454" y="1241323"/>
                  </a:lnTo>
                  <a:lnTo>
                    <a:pt x="943459" y="1241318"/>
                  </a:lnTo>
                  <a:lnTo>
                    <a:pt x="943465" y="1241315"/>
                  </a:lnTo>
                  <a:lnTo>
                    <a:pt x="943470" y="1241313"/>
                  </a:lnTo>
                  <a:lnTo>
                    <a:pt x="943475" y="1241310"/>
                  </a:lnTo>
                  <a:lnTo>
                    <a:pt x="943480" y="1241307"/>
                  </a:lnTo>
                  <a:lnTo>
                    <a:pt x="943485" y="1241303"/>
                  </a:lnTo>
                  <a:lnTo>
                    <a:pt x="943490" y="1241298"/>
                  </a:lnTo>
                  <a:lnTo>
                    <a:pt x="943497" y="1241287"/>
                  </a:lnTo>
                  <a:lnTo>
                    <a:pt x="943504" y="1241274"/>
                  </a:lnTo>
                  <a:lnTo>
                    <a:pt x="943508" y="1241256"/>
                  </a:lnTo>
                  <a:lnTo>
                    <a:pt x="943515" y="1241243"/>
                  </a:lnTo>
                  <a:lnTo>
                    <a:pt x="943521" y="1241236"/>
                  </a:lnTo>
                  <a:lnTo>
                    <a:pt x="943525" y="1241222"/>
                  </a:lnTo>
                  <a:lnTo>
                    <a:pt x="943526" y="1241212"/>
                  </a:lnTo>
                  <a:lnTo>
                    <a:pt x="943527" y="1241197"/>
                  </a:lnTo>
                  <a:lnTo>
                    <a:pt x="943529" y="1241189"/>
                  </a:lnTo>
                  <a:lnTo>
                    <a:pt x="943533" y="1241180"/>
                  </a:lnTo>
                  <a:lnTo>
                    <a:pt x="943538" y="1241166"/>
                  </a:lnTo>
                  <a:lnTo>
                    <a:pt x="943542" y="1241159"/>
                  </a:lnTo>
                  <a:lnTo>
                    <a:pt x="943544" y="1241151"/>
                  </a:lnTo>
                  <a:lnTo>
                    <a:pt x="943546" y="1241138"/>
                  </a:lnTo>
                  <a:lnTo>
                    <a:pt x="943551" y="1241122"/>
                  </a:lnTo>
                  <a:lnTo>
                    <a:pt x="943552" y="1241104"/>
                  </a:lnTo>
                  <a:lnTo>
                    <a:pt x="943553" y="1241085"/>
                  </a:lnTo>
                  <a:lnTo>
                    <a:pt x="943551" y="1241053"/>
                  </a:lnTo>
                  <a:lnTo>
                    <a:pt x="943550" y="1241034"/>
                  </a:lnTo>
                  <a:lnTo>
                    <a:pt x="943549" y="1241019"/>
                  </a:lnTo>
                  <a:lnTo>
                    <a:pt x="943548" y="1240999"/>
                  </a:lnTo>
                  <a:lnTo>
                    <a:pt x="943548" y="1240992"/>
                  </a:lnTo>
                  <a:lnTo>
                    <a:pt x="943549" y="1240987"/>
                  </a:lnTo>
                  <a:lnTo>
                    <a:pt x="943549" y="1240976"/>
                  </a:lnTo>
                  <a:lnTo>
                    <a:pt x="943550" y="1240966"/>
                  </a:lnTo>
                  <a:lnTo>
                    <a:pt x="943553" y="1240958"/>
                  </a:lnTo>
                  <a:lnTo>
                    <a:pt x="943556" y="1240954"/>
                  </a:lnTo>
                  <a:lnTo>
                    <a:pt x="943558" y="1240951"/>
                  </a:lnTo>
                  <a:lnTo>
                    <a:pt x="943563" y="1240946"/>
                  </a:lnTo>
                  <a:lnTo>
                    <a:pt x="943570" y="1240941"/>
                  </a:lnTo>
                  <a:lnTo>
                    <a:pt x="943575" y="1240936"/>
                  </a:lnTo>
                  <a:lnTo>
                    <a:pt x="943581" y="1240930"/>
                  </a:lnTo>
                  <a:lnTo>
                    <a:pt x="943585" y="1240927"/>
                  </a:lnTo>
                  <a:lnTo>
                    <a:pt x="943599" y="1240918"/>
                  </a:lnTo>
                  <a:lnTo>
                    <a:pt x="943608" y="1240914"/>
                  </a:lnTo>
                  <a:lnTo>
                    <a:pt x="943622" y="1240910"/>
                  </a:lnTo>
                  <a:lnTo>
                    <a:pt x="943632" y="1240906"/>
                  </a:lnTo>
                  <a:lnTo>
                    <a:pt x="943642" y="1240904"/>
                  </a:lnTo>
                  <a:lnTo>
                    <a:pt x="943654" y="1240901"/>
                  </a:lnTo>
                  <a:lnTo>
                    <a:pt x="943669" y="1240900"/>
                  </a:lnTo>
                  <a:lnTo>
                    <a:pt x="943675" y="1240898"/>
                  </a:lnTo>
                  <a:lnTo>
                    <a:pt x="943683" y="1240892"/>
                  </a:lnTo>
                  <a:lnTo>
                    <a:pt x="943687" y="1240887"/>
                  </a:lnTo>
                  <a:lnTo>
                    <a:pt x="943691" y="1240881"/>
                  </a:lnTo>
                  <a:lnTo>
                    <a:pt x="943697" y="1240873"/>
                  </a:lnTo>
                  <a:lnTo>
                    <a:pt x="943701" y="1240866"/>
                  </a:lnTo>
                  <a:lnTo>
                    <a:pt x="943704" y="1240857"/>
                  </a:lnTo>
                  <a:lnTo>
                    <a:pt x="943708" y="1240848"/>
                  </a:lnTo>
                  <a:lnTo>
                    <a:pt x="943713" y="1240840"/>
                  </a:lnTo>
                  <a:lnTo>
                    <a:pt x="943718" y="1240832"/>
                  </a:lnTo>
                  <a:lnTo>
                    <a:pt x="943726" y="1240820"/>
                  </a:lnTo>
                  <a:lnTo>
                    <a:pt x="943730" y="1240814"/>
                  </a:lnTo>
                  <a:lnTo>
                    <a:pt x="943733" y="1240808"/>
                  </a:lnTo>
                  <a:lnTo>
                    <a:pt x="943736" y="1240800"/>
                  </a:lnTo>
                  <a:lnTo>
                    <a:pt x="943740" y="1240792"/>
                  </a:lnTo>
                  <a:lnTo>
                    <a:pt x="943746" y="1240778"/>
                  </a:lnTo>
                  <a:lnTo>
                    <a:pt x="943749" y="1240770"/>
                  </a:lnTo>
                  <a:lnTo>
                    <a:pt x="943753" y="1240760"/>
                  </a:lnTo>
                  <a:lnTo>
                    <a:pt x="943756" y="1240754"/>
                  </a:lnTo>
                  <a:lnTo>
                    <a:pt x="943758" y="1240749"/>
                  </a:lnTo>
                  <a:lnTo>
                    <a:pt x="943761" y="1240744"/>
                  </a:lnTo>
                  <a:lnTo>
                    <a:pt x="943764" y="1240741"/>
                  </a:lnTo>
                  <a:lnTo>
                    <a:pt x="943768" y="1240737"/>
                  </a:lnTo>
                  <a:lnTo>
                    <a:pt x="943775" y="1240731"/>
                  </a:lnTo>
                  <a:lnTo>
                    <a:pt x="943782" y="1240726"/>
                  </a:lnTo>
                  <a:lnTo>
                    <a:pt x="943786" y="1240720"/>
                  </a:lnTo>
                  <a:lnTo>
                    <a:pt x="943794" y="1240714"/>
                  </a:lnTo>
                  <a:lnTo>
                    <a:pt x="943804" y="1240703"/>
                  </a:lnTo>
                  <a:lnTo>
                    <a:pt x="943810" y="1240695"/>
                  </a:lnTo>
                  <a:lnTo>
                    <a:pt x="943815" y="1240686"/>
                  </a:lnTo>
                  <a:lnTo>
                    <a:pt x="943825" y="1240670"/>
                  </a:lnTo>
                  <a:lnTo>
                    <a:pt x="943829" y="1240663"/>
                  </a:lnTo>
                  <a:lnTo>
                    <a:pt x="943834" y="1240654"/>
                  </a:lnTo>
                  <a:lnTo>
                    <a:pt x="943835" y="1240645"/>
                  </a:lnTo>
                  <a:lnTo>
                    <a:pt x="943834" y="1240636"/>
                  </a:lnTo>
                  <a:lnTo>
                    <a:pt x="943834" y="1240629"/>
                  </a:lnTo>
                  <a:lnTo>
                    <a:pt x="943834" y="1240617"/>
                  </a:lnTo>
                  <a:lnTo>
                    <a:pt x="943832" y="1240606"/>
                  </a:lnTo>
                  <a:lnTo>
                    <a:pt x="943830" y="1240587"/>
                  </a:lnTo>
                  <a:lnTo>
                    <a:pt x="943831" y="1240575"/>
                  </a:lnTo>
                  <a:lnTo>
                    <a:pt x="943833" y="1240568"/>
                  </a:lnTo>
                  <a:lnTo>
                    <a:pt x="943836" y="1240562"/>
                  </a:lnTo>
                  <a:lnTo>
                    <a:pt x="943839" y="1240557"/>
                  </a:lnTo>
                  <a:lnTo>
                    <a:pt x="943841" y="1240553"/>
                  </a:lnTo>
                  <a:lnTo>
                    <a:pt x="943842" y="1240546"/>
                  </a:lnTo>
                  <a:lnTo>
                    <a:pt x="943842" y="1240538"/>
                  </a:lnTo>
                  <a:lnTo>
                    <a:pt x="943841" y="1240531"/>
                  </a:lnTo>
                  <a:lnTo>
                    <a:pt x="943841" y="1240524"/>
                  </a:lnTo>
                  <a:lnTo>
                    <a:pt x="943841" y="1240517"/>
                  </a:lnTo>
                  <a:lnTo>
                    <a:pt x="943841" y="1240510"/>
                  </a:lnTo>
                  <a:lnTo>
                    <a:pt x="943842" y="1240504"/>
                  </a:lnTo>
                  <a:lnTo>
                    <a:pt x="943844" y="1240499"/>
                  </a:lnTo>
                  <a:lnTo>
                    <a:pt x="943849" y="1240500"/>
                  </a:lnTo>
                  <a:lnTo>
                    <a:pt x="943856" y="1240507"/>
                  </a:lnTo>
                  <a:lnTo>
                    <a:pt x="943862" y="1240512"/>
                  </a:lnTo>
                  <a:lnTo>
                    <a:pt x="943867" y="1240512"/>
                  </a:lnTo>
                  <a:lnTo>
                    <a:pt x="943876" y="1240512"/>
                  </a:lnTo>
                  <a:lnTo>
                    <a:pt x="943886" y="1240514"/>
                  </a:lnTo>
                  <a:lnTo>
                    <a:pt x="943895" y="1240518"/>
                  </a:lnTo>
                  <a:lnTo>
                    <a:pt x="943904" y="1240523"/>
                  </a:lnTo>
                  <a:lnTo>
                    <a:pt x="943912" y="1240528"/>
                  </a:lnTo>
                  <a:lnTo>
                    <a:pt x="943923" y="1240536"/>
                  </a:lnTo>
                  <a:lnTo>
                    <a:pt x="943933" y="1240545"/>
                  </a:lnTo>
                  <a:lnTo>
                    <a:pt x="943941" y="1240553"/>
                  </a:lnTo>
                  <a:lnTo>
                    <a:pt x="943948" y="1240561"/>
                  </a:lnTo>
                  <a:lnTo>
                    <a:pt x="943951" y="1240564"/>
                  </a:lnTo>
                  <a:lnTo>
                    <a:pt x="943957" y="1240578"/>
                  </a:lnTo>
                  <a:lnTo>
                    <a:pt x="943960" y="1240588"/>
                  </a:lnTo>
                  <a:lnTo>
                    <a:pt x="943965" y="1240613"/>
                  </a:lnTo>
                  <a:lnTo>
                    <a:pt x="943967" y="1240625"/>
                  </a:lnTo>
                  <a:lnTo>
                    <a:pt x="943969" y="1240637"/>
                  </a:lnTo>
                  <a:lnTo>
                    <a:pt x="943971" y="1240644"/>
                  </a:lnTo>
                  <a:lnTo>
                    <a:pt x="943975" y="1240646"/>
                  </a:lnTo>
                  <a:lnTo>
                    <a:pt x="943985" y="1240648"/>
                  </a:lnTo>
                  <a:lnTo>
                    <a:pt x="943995" y="1240649"/>
                  </a:lnTo>
                  <a:lnTo>
                    <a:pt x="944001" y="1240650"/>
                  </a:lnTo>
                  <a:lnTo>
                    <a:pt x="944007" y="1240649"/>
                  </a:lnTo>
                  <a:lnTo>
                    <a:pt x="944014" y="1240647"/>
                  </a:lnTo>
                  <a:lnTo>
                    <a:pt x="944023" y="1240644"/>
                  </a:lnTo>
                  <a:lnTo>
                    <a:pt x="944031" y="1240639"/>
                  </a:lnTo>
                  <a:lnTo>
                    <a:pt x="944036" y="1240636"/>
                  </a:lnTo>
                  <a:lnTo>
                    <a:pt x="944043" y="1240633"/>
                  </a:lnTo>
                  <a:lnTo>
                    <a:pt x="944051" y="1240628"/>
                  </a:lnTo>
                  <a:lnTo>
                    <a:pt x="944058" y="1240624"/>
                  </a:lnTo>
                  <a:lnTo>
                    <a:pt x="944067" y="1240620"/>
                  </a:lnTo>
                  <a:lnTo>
                    <a:pt x="944081" y="1240614"/>
                  </a:lnTo>
                  <a:lnTo>
                    <a:pt x="944102" y="1240605"/>
                  </a:lnTo>
                  <a:lnTo>
                    <a:pt x="944113" y="1240601"/>
                  </a:lnTo>
                  <a:lnTo>
                    <a:pt x="944127" y="1240595"/>
                  </a:lnTo>
                  <a:lnTo>
                    <a:pt x="944135" y="1240592"/>
                  </a:lnTo>
                  <a:lnTo>
                    <a:pt x="944142" y="1240589"/>
                  </a:lnTo>
                  <a:lnTo>
                    <a:pt x="944153" y="1240584"/>
                  </a:lnTo>
                  <a:lnTo>
                    <a:pt x="944162" y="1240579"/>
                  </a:lnTo>
                  <a:lnTo>
                    <a:pt x="944171" y="1240572"/>
                  </a:lnTo>
                  <a:lnTo>
                    <a:pt x="944176" y="1240567"/>
                  </a:lnTo>
                  <a:lnTo>
                    <a:pt x="944178" y="1240562"/>
                  </a:lnTo>
                  <a:lnTo>
                    <a:pt x="944179" y="1240557"/>
                  </a:lnTo>
                  <a:lnTo>
                    <a:pt x="944179" y="1240549"/>
                  </a:lnTo>
                  <a:lnTo>
                    <a:pt x="944178" y="1240539"/>
                  </a:lnTo>
                  <a:lnTo>
                    <a:pt x="944176" y="1240527"/>
                  </a:lnTo>
                  <a:lnTo>
                    <a:pt x="944173" y="1240518"/>
                  </a:lnTo>
                  <a:lnTo>
                    <a:pt x="944172" y="1240508"/>
                  </a:lnTo>
                  <a:lnTo>
                    <a:pt x="944173" y="1240501"/>
                  </a:lnTo>
                  <a:lnTo>
                    <a:pt x="944174" y="1240495"/>
                  </a:lnTo>
                  <a:lnTo>
                    <a:pt x="944178" y="1240490"/>
                  </a:lnTo>
                  <a:lnTo>
                    <a:pt x="944182" y="1240485"/>
                  </a:lnTo>
                  <a:lnTo>
                    <a:pt x="944186" y="1240481"/>
                  </a:lnTo>
                  <a:lnTo>
                    <a:pt x="944191" y="1240477"/>
                  </a:lnTo>
                  <a:lnTo>
                    <a:pt x="944199" y="1240469"/>
                  </a:lnTo>
                  <a:lnTo>
                    <a:pt x="944204" y="1240463"/>
                  </a:lnTo>
                  <a:lnTo>
                    <a:pt x="944210" y="1240456"/>
                  </a:lnTo>
                  <a:lnTo>
                    <a:pt x="944214" y="1240447"/>
                  </a:lnTo>
                  <a:lnTo>
                    <a:pt x="944216" y="1240439"/>
                  </a:lnTo>
                  <a:lnTo>
                    <a:pt x="944216" y="1240434"/>
                  </a:lnTo>
                  <a:lnTo>
                    <a:pt x="944215" y="1240427"/>
                  </a:lnTo>
                  <a:lnTo>
                    <a:pt x="944214" y="1240420"/>
                  </a:lnTo>
                  <a:lnTo>
                    <a:pt x="944212" y="1240413"/>
                  </a:lnTo>
                  <a:lnTo>
                    <a:pt x="944210" y="1240409"/>
                  </a:lnTo>
                  <a:lnTo>
                    <a:pt x="944209" y="1240401"/>
                  </a:lnTo>
                  <a:lnTo>
                    <a:pt x="944211" y="1240396"/>
                  </a:lnTo>
                  <a:lnTo>
                    <a:pt x="944215" y="1240392"/>
                  </a:lnTo>
                  <a:lnTo>
                    <a:pt x="944219" y="1240387"/>
                  </a:lnTo>
                  <a:lnTo>
                    <a:pt x="944221" y="1240381"/>
                  </a:lnTo>
                  <a:lnTo>
                    <a:pt x="944223" y="1240376"/>
                  </a:lnTo>
                  <a:lnTo>
                    <a:pt x="944225" y="1240369"/>
                  </a:lnTo>
                  <a:lnTo>
                    <a:pt x="944229" y="1240360"/>
                  </a:lnTo>
                  <a:lnTo>
                    <a:pt x="944234" y="1240352"/>
                  </a:lnTo>
                  <a:lnTo>
                    <a:pt x="944237" y="1240348"/>
                  </a:lnTo>
                  <a:lnTo>
                    <a:pt x="944241" y="1240343"/>
                  </a:lnTo>
                  <a:lnTo>
                    <a:pt x="944249" y="1240339"/>
                  </a:lnTo>
                  <a:lnTo>
                    <a:pt x="944262" y="1240335"/>
                  </a:lnTo>
                  <a:lnTo>
                    <a:pt x="944275" y="1240331"/>
                  </a:lnTo>
                  <a:lnTo>
                    <a:pt x="944287" y="1240326"/>
                  </a:lnTo>
                  <a:lnTo>
                    <a:pt x="944296" y="1240323"/>
                  </a:lnTo>
                  <a:lnTo>
                    <a:pt x="944304" y="1240319"/>
                  </a:lnTo>
                  <a:lnTo>
                    <a:pt x="944308" y="1240317"/>
                  </a:lnTo>
                  <a:lnTo>
                    <a:pt x="944315" y="1240313"/>
                  </a:lnTo>
                  <a:lnTo>
                    <a:pt x="944329" y="1240301"/>
                  </a:lnTo>
                  <a:lnTo>
                    <a:pt x="944342" y="1240293"/>
                  </a:lnTo>
                  <a:lnTo>
                    <a:pt x="944350" y="1240289"/>
                  </a:lnTo>
                  <a:lnTo>
                    <a:pt x="944357" y="1240284"/>
                  </a:lnTo>
                  <a:lnTo>
                    <a:pt x="944359" y="1240278"/>
                  </a:lnTo>
                  <a:lnTo>
                    <a:pt x="944360" y="1240272"/>
                  </a:lnTo>
                  <a:lnTo>
                    <a:pt x="944361" y="1240266"/>
                  </a:lnTo>
                  <a:lnTo>
                    <a:pt x="944362" y="1240261"/>
                  </a:lnTo>
                  <a:lnTo>
                    <a:pt x="944362" y="1240253"/>
                  </a:lnTo>
                  <a:lnTo>
                    <a:pt x="944362" y="1240245"/>
                  </a:lnTo>
                  <a:lnTo>
                    <a:pt x="944361" y="1240239"/>
                  </a:lnTo>
                  <a:lnTo>
                    <a:pt x="944362" y="1240231"/>
                  </a:lnTo>
                  <a:lnTo>
                    <a:pt x="944363" y="1240223"/>
                  </a:lnTo>
                  <a:lnTo>
                    <a:pt x="944367" y="1240218"/>
                  </a:lnTo>
                  <a:lnTo>
                    <a:pt x="944373" y="1240214"/>
                  </a:lnTo>
                  <a:lnTo>
                    <a:pt x="944380" y="1240211"/>
                  </a:lnTo>
                  <a:lnTo>
                    <a:pt x="944385" y="1240210"/>
                  </a:lnTo>
                  <a:lnTo>
                    <a:pt x="944391" y="1240208"/>
                  </a:lnTo>
                  <a:lnTo>
                    <a:pt x="944400" y="1240203"/>
                  </a:lnTo>
                  <a:lnTo>
                    <a:pt x="944406" y="1240199"/>
                  </a:lnTo>
                  <a:lnTo>
                    <a:pt x="944413" y="1240195"/>
                  </a:lnTo>
                  <a:lnTo>
                    <a:pt x="944417" y="1240192"/>
                  </a:lnTo>
                  <a:lnTo>
                    <a:pt x="944421" y="1240189"/>
                  </a:lnTo>
                  <a:lnTo>
                    <a:pt x="944423" y="1240186"/>
                  </a:lnTo>
                  <a:lnTo>
                    <a:pt x="944426" y="1240179"/>
                  </a:lnTo>
                  <a:lnTo>
                    <a:pt x="944428" y="1240174"/>
                  </a:lnTo>
                  <a:lnTo>
                    <a:pt x="944430" y="1240167"/>
                  </a:lnTo>
                  <a:lnTo>
                    <a:pt x="944432" y="1240158"/>
                  </a:lnTo>
                  <a:lnTo>
                    <a:pt x="944435" y="1240153"/>
                  </a:lnTo>
                  <a:lnTo>
                    <a:pt x="944438" y="1240147"/>
                  </a:lnTo>
                  <a:lnTo>
                    <a:pt x="944445" y="1240140"/>
                  </a:lnTo>
                  <a:lnTo>
                    <a:pt x="944452" y="1240128"/>
                  </a:lnTo>
                  <a:lnTo>
                    <a:pt x="944456" y="1240119"/>
                  </a:lnTo>
                  <a:lnTo>
                    <a:pt x="944463" y="1240106"/>
                  </a:lnTo>
                  <a:lnTo>
                    <a:pt x="944473" y="1240082"/>
                  </a:lnTo>
                  <a:lnTo>
                    <a:pt x="944480" y="1240066"/>
                  </a:lnTo>
                  <a:lnTo>
                    <a:pt x="944485" y="1240057"/>
                  </a:lnTo>
                  <a:lnTo>
                    <a:pt x="944488" y="1240051"/>
                  </a:lnTo>
                  <a:lnTo>
                    <a:pt x="944496" y="1240043"/>
                  </a:lnTo>
                  <a:lnTo>
                    <a:pt x="944505" y="1240039"/>
                  </a:lnTo>
                  <a:lnTo>
                    <a:pt x="944517" y="1240039"/>
                  </a:lnTo>
                  <a:lnTo>
                    <a:pt x="944525" y="1240042"/>
                  </a:lnTo>
                  <a:lnTo>
                    <a:pt x="944531" y="1240043"/>
                  </a:lnTo>
                  <a:lnTo>
                    <a:pt x="944543" y="1240047"/>
                  </a:lnTo>
                  <a:lnTo>
                    <a:pt x="944560" y="1240055"/>
                  </a:lnTo>
                  <a:lnTo>
                    <a:pt x="944573" y="1240059"/>
                  </a:lnTo>
                  <a:lnTo>
                    <a:pt x="944583" y="1240058"/>
                  </a:lnTo>
                  <a:lnTo>
                    <a:pt x="944586" y="1240054"/>
                  </a:lnTo>
                  <a:lnTo>
                    <a:pt x="944588" y="1240047"/>
                  </a:lnTo>
                  <a:lnTo>
                    <a:pt x="944589" y="1240037"/>
                  </a:lnTo>
                  <a:lnTo>
                    <a:pt x="944590" y="1240025"/>
                  </a:lnTo>
                  <a:lnTo>
                    <a:pt x="944591" y="1240010"/>
                  </a:lnTo>
                  <a:lnTo>
                    <a:pt x="944592" y="1239995"/>
                  </a:lnTo>
                  <a:lnTo>
                    <a:pt x="944593" y="1239985"/>
                  </a:lnTo>
                  <a:lnTo>
                    <a:pt x="944595" y="1239977"/>
                  </a:lnTo>
                  <a:lnTo>
                    <a:pt x="944597" y="1239972"/>
                  </a:lnTo>
                  <a:lnTo>
                    <a:pt x="944600" y="1239968"/>
                  </a:lnTo>
                  <a:lnTo>
                    <a:pt x="944604" y="1239967"/>
                  </a:lnTo>
                  <a:lnTo>
                    <a:pt x="944609" y="1239966"/>
                  </a:lnTo>
                  <a:lnTo>
                    <a:pt x="944614" y="1239966"/>
                  </a:lnTo>
                  <a:lnTo>
                    <a:pt x="944637" y="1239964"/>
                  </a:lnTo>
                  <a:lnTo>
                    <a:pt x="944648" y="1239961"/>
                  </a:lnTo>
                  <a:lnTo>
                    <a:pt x="944655" y="1239957"/>
                  </a:lnTo>
                  <a:lnTo>
                    <a:pt x="944665" y="1239952"/>
                  </a:lnTo>
                  <a:lnTo>
                    <a:pt x="944671" y="1239947"/>
                  </a:lnTo>
                  <a:lnTo>
                    <a:pt x="944675" y="1239942"/>
                  </a:lnTo>
                  <a:lnTo>
                    <a:pt x="944679" y="1239938"/>
                  </a:lnTo>
                  <a:lnTo>
                    <a:pt x="944684" y="1239934"/>
                  </a:lnTo>
                  <a:lnTo>
                    <a:pt x="944694" y="1239928"/>
                  </a:lnTo>
                  <a:lnTo>
                    <a:pt x="944703" y="1239923"/>
                  </a:lnTo>
                  <a:lnTo>
                    <a:pt x="944720" y="1239917"/>
                  </a:lnTo>
                  <a:lnTo>
                    <a:pt x="944732" y="1239913"/>
                  </a:lnTo>
                  <a:lnTo>
                    <a:pt x="944740" y="1239909"/>
                  </a:lnTo>
                  <a:lnTo>
                    <a:pt x="944746" y="1239907"/>
                  </a:lnTo>
                  <a:lnTo>
                    <a:pt x="944753" y="1239904"/>
                  </a:lnTo>
                  <a:lnTo>
                    <a:pt x="944758" y="1239901"/>
                  </a:lnTo>
                  <a:lnTo>
                    <a:pt x="944764" y="1239896"/>
                  </a:lnTo>
                  <a:lnTo>
                    <a:pt x="944768" y="1239894"/>
                  </a:lnTo>
                  <a:lnTo>
                    <a:pt x="944775" y="1239892"/>
                  </a:lnTo>
                  <a:lnTo>
                    <a:pt x="944783" y="1239891"/>
                  </a:lnTo>
                  <a:lnTo>
                    <a:pt x="944795" y="1239888"/>
                  </a:lnTo>
                  <a:lnTo>
                    <a:pt x="944805" y="1239887"/>
                  </a:lnTo>
                  <a:lnTo>
                    <a:pt x="944810" y="1239885"/>
                  </a:lnTo>
                  <a:lnTo>
                    <a:pt x="944816" y="1239882"/>
                  </a:lnTo>
                  <a:lnTo>
                    <a:pt x="944822" y="1239877"/>
                  </a:lnTo>
                  <a:lnTo>
                    <a:pt x="944829" y="1239872"/>
                  </a:lnTo>
                  <a:lnTo>
                    <a:pt x="944841" y="1239863"/>
                  </a:lnTo>
                  <a:lnTo>
                    <a:pt x="944847" y="1239858"/>
                  </a:lnTo>
                  <a:lnTo>
                    <a:pt x="944856" y="1239849"/>
                  </a:lnTo>
                  <a:lnTo>
                    <a:pt x="944864" y="1239838"/>
                  </a:lnTo>
                  <a:lnTo>
                    <a:pt x="944870" y="1239830"/>
                  </a:lnTo>
                  <a:lnTo>
                    <a:pt x="944874" y="1239822"/>
                  </a:lnTo>
                  <a:lnTo>
                    <a:pt x="944876" y="1239816"/>
                  </a:lnTo>
                  <a:lnTo>
                    <a:pt x="944877" y="1239810"/>
                  </a:lnTo>
                  <a:lnTo>
                    <a:pt x="944878" y="1239804"/>
                  </a:lnTo>
                  <a:lnTo>
                    <a:pt x="944878" y="1239798"/>
                  </a:lnTo>
                  <a:lnTo>
                    <a:pt x="944877" y="1239792"/>
                  </a:lnTo>
                  <a:lnTo>
                    <a:pt x="944878" y="1239783"/>
                  </a:lnTo>
                  <a:lnTo>
                    <a:pt x="944881" y="1239767"/>
                  </a:lnTo>
                  <a:lnTo>
                    <a:pt x="944885" y="1239758"/>
                  </a:lnTo>
                  <a:lnTo>
                    <a:pt x="944888" y="1239752"/>
                  </a:lnTo>
                  <a:lnTo>
                    <a:pt x="944891" y="1239747"/>
                  </a:lnTo>
                  <a:lnTo>
                    <a:pt x="944894" y="1239742"/>
                  </a:lnTo>
                  <a:lnTo>
                    <a:pt x="944900" y="1239732"/>
                  </a:lnTo>
                  <a:lnTo>
                    <a:pt x="944907" y="1239720"/>
                  </a:lnTo>
                  <a:lnTo>
                    <a:pt x="944913" y="1239711"/>
                  </a:lnTo>
                  <a:lnTo>
                    <a:pt x="944920" y="1239703"/>
                  </a:lnTo>
                  <a:lnTo>
                    <a:pt x="944929" y="1239695"/>
                  </a:lnTo>
                  <a:lnTo>
                    <a:pt x="944936" y="1239691"/>
                  </a:lnTo>
                  <a:lnTo>
                    <a:pt x="944945" y="1239686"/>
                  </a:lnTo>
                  <a:lnTo>
                    <a:pt x="944952" y="1239681"/>
                  </a:lnTo>
                  <a:lnTo>
                    <a:pt x="944957" y="1239677"/>
                  </a:lnTo>
                  <a:lnTo>
                    <a:pt x="944962" y="1239671"/>
                  </a:lnTo>
                  <a:lnTo>
                    <a:pt x="944964" y="1239666"/>
                  </a:lnTo>
                  <a:lnTo>
                    <a:pt x="944967" y="1239661"/>
                  </a:lnTo>
                  <a:lnTo>
                    <a:pt x="944969" y="1239655"/>
                  </a:lnTo>
                  <a:lnTo>
                    <a:pt x="944978" y="1239617"/>
                  </a:lnTo>
                  <a:lnTo>
                    <a:pt x="944991" y="1239593"/>
                  </a:lnTo>
                  <a:lnTo>
                    <a:pt x="944996" y="1239577"/>
                  </a:lnTo>
                  <a:lnTo>
                    <a:pt x="944999" y="1239562"/>
                  </a:lnTo>
                  <a:lnTo>
                    <a:pt x="945000" y="1239551"/>
                  </a:lnTo>
                  <a:lnTo>
                    <a:pt x="945002" y="1239546"/>
                  </a:lnTo>
                  <a:lnTo>
                    <a:pt x="945005" y="1239540"/>
                  </a:lnTo>
                  <a:lnTo>
                    <a:pt x="945009" y="1239534"/>
                  </a:lnTo>
                  <a:lnTo>
                    <a:pt x="945011" y="1239530"/>
                  </a:lnTo>
                  <a:lnTo>
                    <a:pt x="945016" y="1239523"/>
                  </a:lnTo>
                  <a:lnTo>
                    <a:pt x="945027" y="1239510"/>
                  </a:lnTo>
                  <a:lnTo>
                    <a:pt x="945031" y="1239505"/>
                  </a:lnTo>
                  <a:lnTo>
                    <a:pt x="945045" y="1239487"/>
                  </a:lnTo>
                  <a:lnTo>
                    <a:pt x="945055" y="1239477"/>
                  </a:lnTo>
                  <a:lnTo>
                    <a:pt x="945061" y="1239470"/>
                  </a:lnTo>
                  <a:lnTo>
                    <a:pt x="945070" y="1239463"/>
                  </a:lnTo>
                  <a:lnTo>
                    <a:pt x="945075" y="1239459"/>
                  </a:lnTo>
                  <a:lnTo>
                    <a:pt x="945088" y="1239452"/>
                  </a:lnTo>
                  <a:lnTo>
                    <a:pt x="945097" y="1239448"/>
                  </a:lnTo>
                  <a:lnTo>
                    <a:pt x="945102" y="1239443"/>
                  </a:lnTo>
                  <a:lnTo>
                    <a:pt x="945105" y="1239436"/>
                  </a:lnTo>
                  <a:lnTo>
                    <a:pt x="945106" y="1239429"/>
                  </a:lnTo>
                  <a:lnTo>
                    <a:pt x="945106" y="1239419"/>
                  </a:lnTo>
                  <a:lnTo>
                    <a:pt x="945105" y="1239408"/>
                  </a:lnTo>
                  <a:lnTo>
                    <a:pt x="945104" y="1239396"/>
                  </a:lnTo>
                  <a:lnTo>
                    <a:pt x="945103" y="1239383"/>
                  </a:lnTo>
                  <a:lnTo>
                    <a:pt x="945102" y="1239372"/>
                  </a:lnTo>
                  <a:lnTo>
                    <a:pt x="945102" y="1239359"/>
                  </a:lnTo>
                  <a:lnTo>
                    <a:pt x="945102" y="1239343"/>
                  </a:lnTo>
                  <a:lnTo>
                    <a:pt x="945104" y="1239332"/>
                  </a:lnTo>
                  <a:lnTo>
                    <a:pt x="945105" y="1239324"/>
                  </a:lnTo>
                  <a:lnTo>
                    <a:pt x="945106" y="1239314"/>
                  </a:lnTo>
                  <a:lnTo>
                    <a:pt x="945109" y="1239305"/>
                  </a:lnTo>
                  <a:lnTo>
                    <a:pt x="945111" y="1239302"/>
                  </a:lnTo>
                  <a:lnTo>
                    <a:pt x="945116" y="1239295"/>
                  </a:lnTo>
                  <a:lnTo>
                    <a:pt x="945119" y="1239288"/>
                  </a:lnTo>
                  <a:lnTo>
                    <a:pt x="945122" y="1239282"/>
                  </a:lnTo>
                  <a:lnTo>
                    <a:pt x="945123" y="1239275"/>
                  </a:lnTo>
                  <a:lnTo>
                    <a:pt x="945127" y="1239264"/>
                  </a:lnTo>
                  <a:lnTo>
                    <a:pt x="945127" y="1239258"/>
                  </a:lnTo>
                  <a:lnTo>
                    <a:pt x="945128" y="1239251"/>
                  </a:lnTo>
                  <a:lnTo>
                    <a:pt x="945130" y="1239247"/>
                  </a:lnTo>
                  <a:lnTo>
                    <a:pt x="945138" y="1239238"/>
                  </a:lnTo>
                  <a:lnTo>
                    <a:pt x="945144" y="1239234"/>
                  </a:lnTo>
                  <a:lnTo>
                    <a:pt x="945154" y="1239227"/>
                  </a:lnTo>
                  <a:lnTo>
                    <a:pt x="945160" y="1239223"/>
                  </a:lnTo>
                  <a:lnTo>
                    <a:pt x="945169" y="1239218"/>
                  </a:lnTo>
                  <a:lnTo>
                    <a:pt x="945179" y="1239212"/>
                  </a:lnTo>
                  <a:lnTo>
                    <a:pt x="945188" y="1239204"/>
                  </a:lnTo>
                  <a:lnTo>
                    <a:pt x="945200" y="1239194"/>
                  </a:lnTo>
                  <a:lnTo>
                    <a:pt x="945215" y="1239183"/>
                  </a:lnTo>
                  <a:lnTo>
                    <a:pt x="945221" y="1239177"/>
                  </a:lnTo>
                  <a:lnTo>
                    <a:pt x="945225" y="1239171"/>
                  </a:lnTo>
                  <a:lnTo>
                    <a:pt x="945227" y="1239165"/>
                  </a:lnTo>
                  <a:lnTo>
                    <a:pt x="945229" y="1239157"/>
                  </a:lnTo>
                  <a:lnTo>
                    <a:pt x="945233" y="1239147"/>
                  </a:lnTo>
                  <a:lnTo>
                    <a:pt x="945236" y="1239142"/>
                  </a:lnTo>
                  <a:lnTo>
                    <a:pt x="945242" y="1239138"/>
                  </a:lnTo>
                  <a:lnTo>
                    <a:pt x="945248" y="1239135"/>
                  </a:lnTo>
                  <a:lnTo>
                    <a:pt x="945255" y="1239132"/>
                  </a:lnTo>
                  <a:lnTo>
                    <a:pt x="945263" y="1239128"/>
                  </a:lnTo>
                  <a:lnTo>
                    <a:pt x="945268" y="1239127"/>
                  </a:lnTo>
                  <a:lnTo>
                    <a:pt x="945273" y="1239125"/>
                  </a:lnTo>
                  <a:lnTo>
                    <a:pt x="945279" y="1239123"/>
                  </a:lnTo>
                  <a:lnTo>
                    <a:pt x="945289" y="1239120"/>
                  </a:lnTo>
                  <a:lnTo>
                    <a:pt x="945300" y="1239115"/>
                  </a:lnTo>
                  <a:lnTo>
                    <a:pt x="945309" y="1239112"/>
                  </a:lnTo>
                  <a:lnTo>
                    <a:pt x="945318" y="1239104"/>
                  </a:lnTo>
                  <a:lnTo>
                    <a:pt x="945326" y="1239095"/>
                  </a:lnTo>
                  <a:lnTo>
                    <a:pt x="945331" y="1239086"/>
                  </a:lnTo>
                  <a:lnTo>
                    <a:pt x="945333" y="1239075"/>
                  </a:lnTo>
                  <a:lnTo>
                    <a:pt x="945334" y="1239065"/>
                  </a:lnTo>
                  <a:lnTo>
                    <a:pt x="945334" y="1239055"/>
                  </a:lnTo>
                  <a:lnTo>
                    <a:pt x="945334" y="1239044"/>
                  </a:lnTo>
                  <a:lnTo>
                    <a:pt x="945332" y="1239028"/>
                  </a:lnTo>
                  <a:lnTo>
                    <a:pt x="945330" y="1239018"/>
                  </a:lnTo>
                  <a:lnTo>
                    <a:pt x="945327" y="1239012"/>
                  </a:lnTo>
                  <a:lnTo>
                    <a:pt x="945323" y="1239005"/>
                  </a:lnTo>
                  <a:lnTo>
                    <a:pt x="945316" y="1238994"/>
                  </a:lnTo>
                  <a:lnTo>
                    <a:pt x="945313" y="1238986"/>
                  </a:lnTo>
                  <a:lnTo>
                    <a:pt x="945312" y="1238979"/>
                  </a:lnTo>
                  <a:lnTo>
                    <a:pt x="945313" y="1238973"/>
                  </a:lnTo>
                  <a:lnTo>
                    <a:pt x="945316" y="1238967"/>
                  </a:lnTo>
                  <a:lnTo>
                    <a:pt x="945318" y="1238961"/>
                  </a:lnTo>
                  <a:lnTo>
                    <a:pt x="945323" y="1238954"/>
                  </a:lnTo>
                  <a:lnTo>
                    <a:pt x="945325" y="1238950"/>
                  </a:lnTo>
                  <a:lnTo>
                    <a:pt x="945328" y="1238945"/>
                  </a:lnTo>
                  <a:lnTo>
                    <a:pt x="945333" y="1238937"/>
                  </a:lnTo>
                  <a:lnTo>
                    <a:pt x="945336" y="1238930"/>
                  </a:lnTo>
                  <a:lnTo>
                    <a:pt x="945340" y="1238923"/>
                  </a:lnTo>
                  <a:lnTo>
                    <a:pt x="945343" y="1238915"/>
                  </a:lnTo>
                  <a:lnTo>
                    <a:pt x="945344" y="1238911"/>
                  </a:lnTo>
                  <a:lnTo>
                    <a:pt x="945344" y="1238906"/>
                  </a:lnTo>
                  <a:lnTo>
                    <a:pt x="945344" y="1238899"/>
                  </a:lnTo>
                  <a:lnTo>
                    <a:pt x="945346" y="1238893"/>
                  </a:lnTo>
                  <a:lnTo>
                    <a:pt x="945350" y="1238887"/>
                  </a:lnTo>
                  <a:lnTo>
                    <a:pt x="945357" y="1238887"/>
                  </a:lnTo>
                  <a:lnTo>
                    <a:pt x="945361" y="1238886"/>
                  </a:lnTo>
                  <a:lnTo>
                    <a:pt x="945383" y="1238892"/>
                  </a:lnTo>
                  <a:lnTo>
                    <a:pt x="945395" y="1238896"/>
                  </a:lnTo>
                  <a:lnTo>
                    <a:pt x="945408" y="1238904"/>
                  </a:lnTo>
                  <a:lnTo>
                    <a:pt x="945427" y="1238916"/>
                  </a:lnTo>
                  <a:lnTo>
                    <a:pt x="945432" y="1238916"/>
                  </a:lnTo>
                  <a:lnTo>
                    <a:pt x="945440" y="1238915"/>
                  </a:lnTo>
                  <a:lnTo>
                    <a:pt x="945447" y="1238909"/>
                  </a:lnTo>
                  <a:lnTo>
                    <a:pt x="945450" y="1238899"/>
                  </a:lnTo>
                  <a:lnTo>
                    <a:pt x="945455" y="1238884"/>
                  </a:lnTo>
                  <a:lnTo>
                    <a:pt x="945455" y="1238874"/>
                  </a:lnTo>
                  <a:lnTo>
                    <a:pt x="945461" y="1238849"/>
                  </a:lnTo>
                  <a:lnTo>
                    <a:pt x="945462" y="1238843"/>
                  </a:lnTo>
                  <a:lnTo>
                    <a:pt x="945470" y="1238835"/>
                  </a:lnTo>
                  <a:lnTo>
                    <a:pt x="945482" y="1238830"/>
                  </a:lnTo>
                  <a:lnTo>
                    <a:pt x="945506" y="1238825"/>
                  </a:lnTo>
                  <a:lnTo>
                    <a:pt x="945530" y="1238826"/>
                  </a:lnTo>
                  <a:lnTo>
                    <a:pt x="945555" y="1238833"/>
                  </a:lnTo>
                  <a:lnTo>
                    <a:pt x="945579" y="1238838"/>
                  </a:lnTo>
                  <a:lnTo>
                    <a:pt x="945596" y="1238837"/>
                  </a:lnTo>
                  <a:lnTo>
                    <a:pt x="945601" y="1238836"/>
                  </a:lnTo>
                  <a:lnTo>
                    <a:pt x="945607" y="1238833"/>
                  </a:lnTo>
                  <a:lnTo>
                    <a:pt x="945610" y="1238827"/>
                  </a:lnTo>
                  <a:lnTo>
                    <a:pt x="945608" y="1238811"/>
                  </a:lnTo>
                  <a:lnTo>
                    <a:pt x="945605" y="1238785"/>
                  </a:lnTo>
                  <a:lnTo>
                    <a:pt x="945605" y="1238761"/>
                  </a:lnTo>
                  <a:lnTo>
                    <a:pt x="945603" y="1238735"/>
                  </a:lnTo>
                  <a:lnTo>
                    <a:pt x="945603" y="1238725"/>
                  </a:lnTo>
                  <a:lnTo>
                    <a:pt x="945607" y="1238710"/>
                  </a:lnTo>
                  <a:lnTo>
                    <a:pt x="945611" y="1238700"/>
                  </a:lnTo>
                  <a:lnTo>
                    <a:pt x="945617" y="1238692"/>
                  </a:lnTo>
                  <a:lnTo>
                    <a:pt x="945623" y="1238685"/>
                  </a:lnTo>
                  <a:lnTo>
                    <a:pt x="945628" y="1238676"/>
                  </a:lnTo>
                  <a:lnTo>
                    <a:pt x="945628" y="1238672"/>
                  </a:lnTo>
                  <a:lnTo>
                    <a:pt x="945617" y="1238667"/>
                  </a:lnTo>
                  <a:lnTo>
                    <a:pt x="945599" y="1238665"/>
                  </a:lnTo>
                  <a:lnTo>
                    <a:pt x="945592" y="1238662"/>
                  </a:lnTo>
                  <a:lnTo>
                    <a:pt x="945568" y="1238647"/>
                  </a:lnTo>
                  <a:lnTo>
                    <a:pt x="945550" y="1238627"/>
                  </a:lnTo>
                  <a:lnTo>
                    <a:pt x="945549" y="1238622"/>
                  </a:lnTo>
                  <a:lnTo>
                    <a:pt x="945542" y="1238609"/>
                  </a:lnTo>
                  <a:lnTo>
                    <a:pt x="945540" y="1238597"/>
                  </a:lnTo>
                  <a:lnTo>
                    <a:pt x="945538" y="1238580"/>
                  </a:lnTo>
                  <a:lnTo>
                    <a:pt x="945540" y="1238572"/>
                  </a:lnTo>
                  <a:lnTo>
                    <a:pt x="945540" y="1238547"/>
                  </a:lnTo>
                  <a:lnTo>
                    <a:pt x="945540" y="1238522"/>
                  </a:lnTo>
                  <a:lnTo>
                    <a:pt x="945541" y="1238499"/>
                  </a:lnTo>
                  <a:lnTo>
                    <a:pt x="945540" y="1238490"/>
                  </a:lnTo>
                  <a:lnTo>
                    <a:pt x="945536" y="1238481"/>
                  </a:lnTo>
                  <a:lnTo>
                    <a:pt x="945531" y="1238472"/>
                  </a:lnTo>
                  <a:lnTo>
                    <a:pt x="945513" y="1238446"/>
                  </a:lnTo>
                  <a:lnTo>
                    <a:pt x="945503" y="1238422"/>
                  </a:lnTo>
                  <a:lnTo>
                    <a:pt x="945500" y="1238408"/>
                  </a:lnTo>
                  <a:lnTo>
                    <a:pt x="945501" y="1238396"/>
                  </a:lnTo>
                  <a:lnTo>
                    <a:pt x="945506" y="1238371"/>
                  </a:lnTo>
                  <a:lnTo>
                    <a:pt x="945508" y="1238361"/>
                  </a:lnTo>
                  <a:lnTo>
                    <a:pt x="945504" y="1238346"/>
                  </a:lnTo>
                  <a:lnTo>
                    <a:pt x="945498" y="1238321"/>
                  </a:lnTo>
                  <a:lnTo>
                    <a:pt x="945491" y="1238308"/>
                  </a:lnTo>
                  <a:lnTo>
                    <a:pt x="945489" y="1238296"/>
                  </a:lnTo>
                  <a:lnTo>
                    <a:pt x="945494" y="1238271"/>
                  </a:lnTo>
                  <a:lnTo>
                    <a:pt x="945500" y="1238246"/>
                  </a:lnTo>
                  <a:lnTo>
                    <a:pt x="945503" y="1238221"/>
                  </a:lnTo>
                  <a:lnTo>
                    <a:pt x="945506" y="1238196"/>
                  </a:lnTo>
                  <a:lnTo>
                    <a:pt x="945508" y="1238170"/>
                  </a:lnTo>
                  <a:lnTo>
                    <a:pt x="945508" y="1238160"/>
                  </a:lnTo>
                  <a:lnTo>
                    <a:pt x="945510" y="1238150"/>
                  </a:lnTo>
                  <a:lnTo>
                    <a:pt x="945513" y="1238146"/>
                  </a:lnTo>
                  <a:lnTo>
                    <a:pt x="945531" y="1238142"/>
                  </a:lnTo>
                  <a:lnTo>
                    <a:pt x="945539" y="1238139"/>
                  </a:lnTo>
                  <a:lnTo>
                    <a:pt x="945548" y="1238127"/>
                  </a:lnTo>
                  <a:lnTo>
                    <a:pt x="945566" y="1238091"/>
                  </a:lnTo>
                  <a:lnTo>
                    <a:pt x="945574" y="1238066"/>
                  </a:lnTo>
                  <a:lnTo>
                    <a:pt x="945583" y="1238041"/>
                  </a:lnTo>
                  <a:lnTo>
                    <a:pt x="945598" y="1238016"/>
                  </a:lnTo>
                  <a:lnTo>
                    <a:pt x="945612" y="1237991"/>
                  </a:lnTo>
                  <a:lnTo>
                    <a:pt x="945627" y="1237966"/>
                  </a:lnTo>
                  <a:lnTo>
                    <a:pt x="945637" y="1237940"/>
                  </a:lnTo>
                  <a:lnTo>
                    <a:pt x="945650" y="1237915"/>
                  </a:lnTo>
                  <a:lnTo>
                    <a:pt x="945662" y="1237890"/>
                  </a:lnTo>
                  <a:lnTo>
                    <a:pt x="945676" y="1237865"/>
                  </a:lnTo>
                  <a:lnTo>
                    <a:pt x="945685" y="1237839"/>
                  </a:lnTo>
                  <a:lnTo>
                    <a:pt x="945708" y="1237816"/>
                  </a:lnTo>
                  <a:lnTo>
                    <a:pt x="945721" y="1237806"/>
                  </a:lnTo>
                  <a:lnTo>
                    <a:pt x="945731" y="1237794"/>
                  </a:lnTo>
                  <a:lnTo>
                    <a:pt x="945744" y="1237768"/>
                  </a:lnTo>
                  <a:lnTo>
                    <a:pt x="945756" y="1237753"/>
                  </a:lnTo>
                  <a:lnTo>
                    <a:pt x="945766" y="1237750"/>
                  </a:lnTo>
                  <a:lnTo>
                    <a:pt x="945790" y="1237728"/>
                  </a:lnTo>
                  <a:lnTo>
                    <a:pt x="945813" y="1237705"/>
                  </a:lnTo>
                  <a:lnTo>
                    <a:pt x="945834" y="1237679"/>
                  </a:lnTo>
                  <a:lnTo>
                    <a:pt x="945853" y="1237659"/>
                  </a:lnTo>
                  <a:lnTo>
                    <a:pt x="945867" y="1237647"/>
                  </a:lnTo>
                  <a:lnTo>
                    <a:pt x="945882" y="1237639"/>
                  </a:lnTo>
                  <a:lnTo>
                    <a:pt x="945906" y="1237628"/>
                  </a:lnTo>
                  <a:lnTo>
                    <a:pt x="945931" y="1237616"/>
                  </a:lnTo>
                  <a:lnTo>
                    <a:pt x="945949" y="1237610"/>
                  </a:lnTo>
                  <a:lnTo>
                    <a:pt x="945955" y="1237610"/>
                  </a:lnTo>
                  <a:lnTo>
                    <a:pt x="945979" y="1237608"/>
                  </a:lnTo>
                  <a:lnTo>
                    <a:pt x="946003" y="1237604"/>
                  </a:lnTo>
                  <a:lnTo>
                    <a:pt x="946028" y="1237599"/>
                  </a:lnTo>
                  <a:lnTo>
                    <a:pt x="946052" y="1237594"/>
                  </a:lnTo>
                  <a:lnTo>
                    <a:pt x="946076" y="1237589"/>
                  </a:lnTo>
                  <a:lnTo>
                    <a:pt x="946094" y="1237582"/>
                  </a:lnTo>
                  <a:lnTo>
                    <a:pt x="946104" y="1237579"/>
                  </a:lnTo>
                  <a:lnTo>
                    <a:pt x="946125" y="1237571"/>
                  </a:lnTo>
                  <a:lnTo>
                    <a:pt x="946149" y="1237561"/>
                  </a:lnTo>
                  <a:lnTo>
                    <a:pt x="946167" y="1237555"/>
                  </a:lnTo>
                  <a:lnTo>
                    <a:pt x="946173" y="1237554"/>
                  </a:lnTo>
                  <a:lnTo>
                    <a:pt x="946198" y="1237553"/>
                  </a:lnTo>
                  <a:lnTo>
                    <a:pt x="946229" y="1237541"/>
                  </a:lnTo>
                  <a:lnTo>
                    <a:pt x="946259" y="1237544"/>
                  </a:lnTo>
                  <a:lnTo>
                    <a:pt x="946285" y="1237539"/>
                  </a:lnTo>
                  <a:lnTo>
                    <a:pt x="946306" y="1237527"/>
                  </a:lnTo>
                  <a:lnTo>
                    <a:pt x="946315" y="1237529"/>
                  </a:lnTo>
                  <a:lnTo>
                    <a:pt x="946320" y="1237533"/>
                  </a:lnTo>
                  <a:lnTo>
                    <a:pt x="946324" y="1237547"/>
                  </a:lnTo>
                  <a:lnTo>
                    <a:pt x="946326" y="1237558"/>
                  </a:lnTo>
                  <a:lnTo>
                    <a:pt x="946329" y="1237583"/>
                  </a:lnTo>
                  <a:lnTo>
                    <a:pt x="946336" y="1237632"/>
                  </a:lnTo>
                  <a:lnTo>
                    <a:pt x="946341" y="1237642"/>
                  </a:lnTo>
                  <a:lnTo>
                    <a:pt x="946367" y="1237653"/>
                  </a:lnTo>
                  <a:lnTo>
                    <a:pt x="946395" y="1237663"/>
                  </a:lnTo>
                  <a:lnTo>
                    <a:pt x="946406" y="1237668"/>
                  </a:lnTo>
                  <a:lnTo>
                    <a:pt x="946412" y="1237670"/>
                  </a:lnTo>
                  <a:lnTo>
                    <a:pt x="946419" y="1237675"/>
                  </a:lnTo>
                  <a:lnTo>
                    <a:pt x="946444" y="1237688"/>
                  </a:lnTo>
                  <a:lnTo>
                    <a:pt x="946468" y="1237701"/>
                  </a:lnTo>
                  <a:lnTo>
                    <a:pt x="946493" y="1237709"/>
                  </a:lnTo>
                  <a:lnTo>
                    <a:pt x="946516" y="1237710"/>
                  </a:lnTo>
                  <a:lnTo>
                    <a:pt x="946541" y="1237702"/>
                  </a:lnTo>
                  <a:lnTo>
                    <a:pt x="946557" y="1237701"/>
                  </a:lnTo>
                  <a:lnTo>
                    <a:pt x="946565" y="1237705"/>
                  </a:lnTo>
                  <a:lnTo>
                    <a:pt x="946575" y="1237714"/>
                  </a:lnTo>
                  <a:lnTo>
                    <a:pt x="946582" y="1237724"/>
                  </a:lnTo>
                  <a:lnTo>
                    <a:pt x="946584" y="1237729"/>
                  </a:lnTo>
                  <a:lnTo>
                    <a:pt x="946597" y="1237751"/>
                  </a:lnTo>
                  <a:lnTo>
                    <a:pt x="946606" y="1237757"/>
                  </a:lnTo>
                  <a:lnTo>
                    <a:pt x="946613" y="1237757"/>
                  </a:lnTo>
                  <a:lnTo>
                    <a:pt x="946622" y="1237757"/>
                  </a:lnTo>
                  <a:lnTo>
                    <a:pt x="946646" y="1237756"/>
                  </a:lnTo>
                  <a:lnTo>
                    <a:pt x="946655" y="1237758"/>
                  </a:lnTo>
                  <a:lnTo>
                    <a:pt x="946658" y="1237762"/>
                  </a:lnTo>
                  <a:lnTo>
                    <a:pt x="946671" y="1237763"/>
                  </a:lnTo>
                  <a:lnTo>
                    <a:pt x="946682" y="1237761"/>
                  </a:lnTo>
                  <a:lnTo>
                    <a:pt x="946692" y="1237756"/>
                  </a:lnTo>
                  <a:lnTo>
                    <a:pt x="946700" y="1237762"/>
                  </a:lnTo>
                  <a:lnTo>
                    <a:pt x="946713" y="1237779"/>
                  </a:lnTo>
                  <a:lnTo>
                    <a:pt x="946738" y="1237795"/>
                  </a:lnTo>
                  <a:lnTo>
                    <a:pt x="946745" y="1237796"/>
                  </a:lnTo>
                  <a:lnTo>
                    <a:pt x="946767" y="1237811"/>
                  </a:lnTo>
                  <a:lnTo>
                    <a:pt x="946783" y="1237816"/>
                  </a:lnTo>
                  <a:lnTo>
                    <a:pt x="946793" y="1237816"/>
                  </a:lnTo>
                  <a:lnTo>
                    <a:pt x="946817" y="1237814"/>
                  </a:lnTo>
                  <a:lnTo>
                    <a:pt x="946842" y="1237812"/>
                  </a:lnTo>
                  <a:lnTo>
                    <a:pt x="946865" y="1237813"/>
                  </a:lnTo>
                  <a:lnTo>
                    <a:pt x="946876" y="1237803"/>
                  </a:lnTo>
                  <a:lnTo>
                    <a:pt x="946882" y="1237794"/>
                  </a:lnTo>
                  <a:lnTo>
                    <a:pt x="946884" y="1237788"/>
                  </a:lnTo>
                  <a:lnTo>
                    <a:pt x="946893" y="1237775"/>
                  </a:lnTo>
                  <a:lnTo>
                    <a:pt x="946905" y="1237770"/>
                  </a:lnTo>
                  <a:lnTo>
                    <a:pt x="946926" y="1237765"/>
                  </a:lnTo>
                  <a:lnTo>
                    <a:pt x="946929" y="1237761"/>
                  </a:lnTo>
                  <a:lnTo>
                    <a:pt x="946944" y="1237750"/>
                  </a:lnTo>
                  <a:lnTo>
                    <a:pt x="946953" y="1237746"/>
                  </a:lnTo>
                  <a:lnTo>
                    <a:pt x="946966" y="1237736"/>
                  </a:lnTo>
                  <a:lnTo>
                    <a:pt x="946977" y="1237731"/>
                  </a:lnTo>
                  <a:lnTo>
                    <a:pt x="946989" y="1237726"/>
                  </a:lnTo>
                  <a:lnTo>
                    <a:pt x="947002" y="1237716"/>
                  </a:lnTo>
                  <a:lnTo>
                    <a:pt x="947013" y="1237707"/>
                  </a:lnTo>
                  <a:lnTo>
                    <a:pt x="947023" y="1237695"/>
                  </a:lnTo>
                  <a:lnTo>
                    <a:pt x="947036" y="1237670"/>
                  </a:lnTo>
                  <a:lnTo>
                    <a:pt x="947053" y="1237655"/>
                  </a:lnTo>
                  <a:lnTo>
                    <a:pt x="947060" y="1237651"/>
                  </a:lnTo>
                  <a:lnTo>
                    <a:pt x="947084" y="1237645"/>
                  </a:lnTo>
                  <a:lnTo>
                    <a:pt x="947094" y="1237643"/>
                  </a:lnTo>
                  <a:lnTo>
                    <a:pt x="947104" y="1237644"/>
                  </a:lnTo>
                  <a:lnTo>
                    <a:pt x="947108" y="1237648"/>
                  </a:lnTo>
                  <a:lnTo>
                    <a:pt x="947121" y="1237666"/>
                  </a:lnTo>
                  <a:lnTo>
                    <a:pt x="947128" y="1237671"/>
                  </a:lnTo>
                  <a:lnTo>
                    <a:pt x="947143" y="1237679"/>
                  </a:lnTo>
                  <a:lnTo>
                    <a:pt x="947153" y="1237681"/>
                  </a:lnTo>
                  <a:lnTo>
                    <a:pt x="947177" y="1237686"/>
                  </a:lnTo>
                  <a:lnTo>
                    <a:pt x="947201" y="1237696"/>
                  </a:lnTo>
                  <a:lnTo>
                    <a:pt x="947229" y="1237703"/>
                  </a:lnTo>
                  <a:lnTo>
                    <a:pt x="947250" y="1237703"/>
                  </a:lnTo>
                  <a:lnTo>
                    <a:pt x="947257" y="1237703"/>
                  </a:lnTo>
                  <a:lnTo>
                    <a:pt x="947268" y="1237699"/>
                  </a:lnTo>
                  <a:lnTo>
                    <a:pt x="947274" y="1237696"/>
                  </a:lnTo>
                  <a:lnTo>
                    <a:pt x="947281" y="1237692"/>
                  </a:lnTo>
                  <a:lnTo>
                    <a:pt x="947292" y="1237683"/>
                  </a:lnTo>
                  <a:lnTo>
                    <a:pt x="947299" y="1237677"/>
                  </a:lnTo>
                  <a:lnTo>
                    <a:pt x="947309" y="1237651"/>
                  </a:lnTo>
                  <a:lnTo>
                    <a:pt x="947316" y="1237644"/>
                  </a:lnTo>
                  <a:lnTo>
                    <a:pt x="947324" y="1237641"/>
                  </a:lnTo>
                  <a:lnTo>
                    <a:pt x="947334" y="1237638"/>
                  </a:lnTo>
                  <a:lnTo>
                    <a:pt x="947358" y="1237628"/>
                  </a:lnTo>
                  <a:lnTo>
                    <a:pt x="947383" y="1237627"/>
                  </a:lnTo>
                  <a:lnTo>
                    <a:pt x="947396" y="1237629"/>
                  </a:lnTo>
                  <a:lnTo>
                    <a:pt x="947407" y="1237634"/>
                  </a:lnTo>
                  <a:lnTo>
                    <a:pt x="947431" y="1237640"/>
                  </a:lnTo>
                  <a:lnTo>
                    <a:pt x="947455" y="1237642"/>
                  </a:lnTo>
                  <a:lnTo>
                    <a:pt x="947480" y="1237640"/>
                  </a:lnTo>
                  <a:lnTo>
                    <a:pt x="947504" y="1237635"/>
                  </a:lnTo>
                  <a:lnTo>
                    <a:pt x="947529" y="1237633"/>
                  </a:lnTo>
                  <a:lnTo>
                    <a:pt x="947545" y="1237633"/>
                  </a:lnTo>
                  <a:lnTo>
                    <a:pt x="947561" y="1237631"/>
                  </a:lnTo>
                  <a:lnTo>
                    <a:pt x="947578" y="1237629"/>
                  </a:lnTo>
                  <a:lnTo>
                    <a:pt x="947601" y="1237624"/>
                  </a:lnTo>
                  <a:lnTo>
                    <a:pt x="947619" y="1237617"/>
                  </a:lnTo>
                  <a:lnTo>
                    <a:pt x="947626" y="1237612"/>
                  </a:lnTo>
                  <a:lnTo>
                    <a:pt x="947642" y="1237595"/>
                  </a:lnTo>
                  <a:lnTo>
                    <a:pt x="947645" y="1237589"/>
                  </a:lnTo>
                  <a:lnTo>
                    <a:pt x="947650" y="1237580"/>
                  </a:lnTo>
                  <a:lnTo>
                    <a:pt x="947666" y="1237563"/>
                  </a:lnTo>
                  <a:lnTo>
                    <a:pt x="947690" y="1237548"/>
                  </a:lnTo>
                  <a:lnTo>
                    <a:pt x="947702" y="1237543"/>
                  </a:lnTo>
                  <a:lnTo>
                    <a:pt x="947714" y="1237533"/>
                  </a:lnTo>
                  <a:lnTo>
                    <a:pt x="947733" y="1237507"/>
                  </a:lnTo>
                  <a:lnTo>
                    <a:pt x="947758" y="1237485"/>
                  </a:lnTo>
                  <a:lnTo>
                    <a:pt x="947769" y="1237475"/>
                  </a:lnTo>
                  <a:lnTo>
                    <a:pt x="947782" y="1237469"/>
                  </a:lnTo>
                  <a:lnTo>
                    <a:pt x="947793" y="1237462"/>
                  </a:lnTo>
                  <a:lnTo>
                    <a:pt x="947809" y="1237455"/>
                  </a:lnTo>
                  <a:lnTo>
                    <a:pt x="947830" y="1237453"/>
                  </a:lnTo>
                  <a:lnTo>
                    <a:pt x="947855" y="1237448"/>
                  </a:lnTo>
                  <a:lnTo>
                    <a:pt x="947879" y="1237431"/>
                  </a:lnTo>
                  <a:lnTo>
                    <a:pt x="947894" y="1237426"/>
                  </a:lnTo>
                  <a:lnTo>
                    <a:pt x="947903" y="1237426"/>
                  </a:lnTo>
                  <a:lnTo>
                    <a:pt x="947928" y="1237424"/>
                  </a:lnTo>
                  <a:lnTo>
                    <a:pt x="947936" y="1237419"/>
                  </a:lnTo>
                  <a:lnTo>
                    <a:pt x="947949" y="1237386"/>
                  </a:lnTo>
                  <a:lnTo>
                    <a:pt x="947957" y="1237372"/>
                  </a:lnTo>
                  <a:lnTo>
                    <a:pt x="947968" y="1237365"/>
                  </a:lnTo>
                  <a:lnTo>
                    <a:pt x="947992" y="1237355"/>
                  </a:lnTo>
                  <a:lnTo>
                    <a:pt x="948016" y="1237346"/>
                  </a:lnTo>
                  <a:lnTo>
                    <a:pt x="948041" y="1237343"/>
                  </a:lnTo>
                  <a:lnTo>
                    <a:pt x="948065" y="1237341"/>
                  </a:lnTo>
                  <a:lnTo>
                    <a:pt x="948078" y="1237338"/>
                  </a:lnTo>
                  <a:lnTo>
                    <a:pt x="948078" y="1237326"/>
                  </a:lnTo>
                  <a:lnTo>
                    <a:pt x="948073" y="1237301"/>
                  </a:lnTo>
                  <a:lnTo>
                    <a:pt x="948066" y="1237276"/>
                  </a:lnTo>
                  <a:lnTo>
                    <a:pt x="948061" y="1237251"/>
                  </a:lnTo>
                  <a:lnTo>
                    <a:pt x="948063" y="1237225"/>
                  </a:lnTo>
                  <a:lnTo>
                    <a:pt x="948064" y="1237201"/>
                  </a:lnTo>
                  <a:lnTo>
                    <a:pt x="948067" y="1237176"/>
                  </a:lnTo>
                  <a:lnTo>
                    <a:pt x="948067" y="1237150"/>
                  </a:lnTo>
                  <a:lnTo>
                    <a:pt x="948072" y="1237135"/>
                  </a:lnTo>
                  <a:lnTo>
                    <a:pt x="948082" y="1237125"/>
                  </a:lnTo>
                  <a:lnTo>
                    <a:pt x="948094" y="1237118"/>
                  </a:lnTo>
                  <a:lnTo>
                    <a:pt x="948106" y="1237116"/>
                  </a:lnTo>
                  <a:lnTo>
                    <a:pt x="948130" y="1237106"/>
                  </a:lnTo>
                  <a:lnTo>
                    <a:pt x="948135" y="1237101"/>
                  </a:lnTo>
                  <a:lnTo>
                    <a:pt x="948138" y="1237091"/>
                  </a:lnTo>
                  <a:lnTo>
                    <a:pt x="948139" y="1237081"/>
                  </a:lnTo>
                  <a:lnTo>
                    <a:pt x="948143" y="1237056"/>
                  </a:lnTo>
                  <a:lnTo>
                    <a:pt x="948138" y="1237031"/>
                  </a:lnTo>
                  <a:lnTo>
                    <a:pt x="948129" y="1237006"/>
                  </a:lnTo>
                  <a:lnTo>
                    <a:pt x="948107" y="1236983"/>
                  </a:lnTo>
                  <a:lnTo>
                    <a:pt x="948100" y="1236975"/>
                  </a:lnTo>
                  <a:lnTo>
                    <a:pt x="948098" y="1236966"/>
                  </a:lnTo>
                  <a:lnTo>
                    <a:pt x="948100" y="1236958"/>
                  </a:lnTo>
                  <a:lnTo>
                    <a:pt x="948106" y="1236933"/>
                  </a:lnTo>
                  <a:lnTo>
                    <a:pt x="948107" y="1236909"/>
                  </a:lnTo>
                  <a:lnTo>
                    <a:pt x="948094" y="1236882"/>
                  </a:lnTo>
                  <a:lnTo>
                    <a:pt x="948080" y="1236857"/>
                  </a:lnTo>
                  <a:lnTo>
                    <a:pt x="948075" y="1236846"/>
                  </a:lnTo>
                  <a:lnTo>
                    <a:pt x="948075" y="1236839"/>
                  </a:lnTo>
                  <a:lnTo>
                    <a:pt x="948081" y="1236832"/>
                  </a:lnTo>
                  <a:lnTo>
                    <a:pt x="948101" y="1236824"/>
                  </a:lnTo>
                  <a:lnTo>
                    <a:pt x="948107" y="1236822"/>
                  </a:lnTo>
                  <a:lnTo>
                    <a:pt x="948110" y="1236794"/>
                  </a:lnTo>
                  <a:lnTo>
                    <a:pt x="948112" y="1236770"/>
                  </a:lnTo>
                  <a:lnTo>
                    <a:pt x="948113" y="1236755"/>
                  </a:lnTo>
                  <a:lnTo>
                    <a:pt x="948111" y="1236740"/>
                  </a:lnTo>
                  <a:lnTo>
                    <a:pt x="948113" y="1236715"/>
                  </a:lnTo>
                  <a:lnTo>
                    <a:pt x="948121" y="1236690"/>
                  </a:lnTo>
                  <a:lnTo>
                    <a:pt x="948134" y="1236665"/>
                  </a:lnTo>
                  <a:lnTo>
                    <a:pt x="948143" y="1236651"/>
                  </a:lnTo>
                  <a:lnTo>
                    <a:pt x="948148" y="1236639"/>
                  </a:lnTo>
                  <a:lnTo>
                    <a:pt x="948156" y="1236614"/>
                  </a:lnTo>
                  <a:lnTo>
                    <a:pt x="948158" y="1236586"/>
                  </a:lnTo>
                  <a:lnTo>
                    <a:pt x="948161" y="1236572"/>
                  </a:lnTo>
                  <a:lnTo>
                    <a:pt x="948167" y="1236560"/>
                  </a:lnTo>
                  <a:lnTo>
                    <a:pt x="948179" y="1236547"/>
                  </a:lnTo>
                  <a:lnTo>
                    <a:pt x="948216" y="1236525"/>
                  </a:lnTo>
                  <a:lnTo>
                    <a:pt x="948227" y="1236519"/>
                  </a:lnTo>
                  <a:lnTo>
                    <a:pt x="948251" y="1236514"/>
                  </a:lnTo>
                  <a:lnTo>
                    <a:pt x="948264" y="1236512"/>
                  </a:lnTo>
                  <a:lnTo>
                    <a:pt x="948276" y="1236508"/>
                  </a:lnTo>
                  <a:lnTo>
                    <a:pt x="948300" y="1236485"/>
                  </a:lnTo>
                  <a:lnTo>
                    <a:pt x="948305" y="1236479"/>
                  </a:lnTo>
                  <a:lnTo>
                    <a:pt x="948310" y="1236460"/>
                  </a:lnTo>
                  <a:lnTo>
                    <a:pt x="948313" y="1236455"/>
                  </a:lnTo>
                  <a:lnTo>
                    <a:pt x="948314" y="1236435"/>
                  </a:lnTo>
                  <a:lnTo>
                    <a:pt x="948312" y="1236410"/>
                  </a:lnTo>
                  <a:lnTo>
                    <a:pt x="948317" y="1236385"/>
                  </a:lnTo>
                  <a:lnTo>
                    <a:pt x="948330" y="1236360"/>
                  </a:lnTo>
                  <a:lnTo>
                    <a:pt x="948343" y="1236341"/>
                  </a:lnTo>
                  <a:lnTo>
                    <a:pt x="948349" y="1236336"/>
                  </a:lnTo>
                  <a:lnTo>
                    <a:pt x="948362" y="1236327"/>
                  </a:lnTo>
                  <a:lnTo>
                    <a:pt x="948374" y="1236331"/>
                  </a:lnTo>
                  <a:lnTo>
                    <a:pt x="948385" y="1236336"/>
                  </a:lnTo>
                  <a:lnTo>
                    <a:pt x="948398" y="1236346"/>
                  </a:lnTo>
                  <a:lnTo>
                    <a:pt x="948423" y="1236366"/>
                  </a:lnTo>
                  <a:lnTo>
                    <a:pt x="948444" y="1236390"/>
                  </a:lnTo>
                  <a:lnTo>
                    <a:pt x="948454" y="1236416"/>
                  </a:lnTo>
                  <a:lnTo>
                    <a:pt x="948472" y="1236440"/>
                  </a:lnTo>
                  <a:lnTo>
                    <a:pt x="948480" y="1236452"/>
                  </a:lnTo>
                  <a:lnTo>
                    <a:pt x="948495" y="1236465"/>
                  </a:lnTo>
                  <a:lnTo>
                    <a:pt x="948508" y="1236466"/>
                  </a:lnTo>
                  <a:lnTo>
                    <a:pt x="948517" y="1236462"/>
                  </a:lnTo>
                  <a:lnTo>
                    <a:pt x="948525" y="1236457"/>
                  </a:lnTo>
                  <a:lnTo>
                    <a:pt x="948540" y="1236440"/>
                  </a:lnTo>
                  <a:lnTo>
                    <a:pt x="948551" y="1236415"/>
                  </a:lnTo>
                  <a:lnTo>
                    <a:pt x="948561" y="1236390"/>
                  </a:lnTo>
                  <a:lnTo>
                    <a:pt x="948565" y="1236381"/>
                  </a:lnTo>
                  <a:lnTo>
                    <a:pt x="948577" y="1236369"/>
                  </a:lnTo>
                  <a:lnTo>
                    <a:pt x="948582" y="1236368"/>
                  </a:lnTo>
                  <a:lnTo>
                    <a:pt x="948606" y="1236359"/>
                  </a:lnTo>
                  <a:lnTo>
                    <a:pt x="948630" y="1236356"/>
                  </a:lnTo>
                  <a:lnTo>
                    <a:pt x="948654" y="1236352"/>
                  </a:lnTo>
                  <a:lnTo>
                    <a:pt x="948679" y="1236347"/>
                  </a:lnTo>
                  <a:lnTo>
                    <a:pt x="948703" y="1236344"/>
                  </a:lnTo>
                  <a:lnTo>
                    <a:pt x="948727" y="1236340"/>
                  </a:lnTo>
                  <a:lnTo>
                    <a:pt x="948752" y="1236336"/>
                  </a:lnTo>
                  <a:lnTo>
                    <a:pt x="948758" y="1236336"/>
                  </a:lnTo>
                  <a:lnTo>
                    <a:pt x="948776" y="1236330"/>
                  </a:lnTo>
                  <a:lnTo>
                    <a:pt x="948782" y="1236326"/>
                  </a:lnTo>
                  <a:lnTo>
                    <a:pt x="948795" y="1236308"/>
                  </a:lnTo>
                  <a:lnTo>
                    <a:pt x="948800" y="1236282"/>
                  </a:lnTo>
                  <a:lnTo>
                    <a:pt x="948803" y="1236257"/>
                  </a:lnTo>
                  <a:lnTo>
                    <a:pt x="948805" y="1236232"/>
                  </a:lnTo>
                  <a:lnTo>
                    <a:pt x="948805" y="1236225"/>
                  </a:lnTo>
                  <a:lnTo>
                    <a:pt x="948811" y="1236207"/>
                  </a:lnTo>
                  <a:lnTo>
                    <a:pt x="948814" y="1236202"/>
                  </a:lnTo>
                  <a:lnTo>
                    <a:pt x="948833" y="1236188"/>
                  </a:lnTo>
                  <a:lnTo>
                    <a:pt x="948843" y="1236187"/>
                  </a:lnTo>
                  <a:lnTo>
                    <a:pt x="948857" y="1236178"/>
                  </a:lnTo>
                  <a:lnTo>
                    <a:pt x="948866" y="1236172"/>
                  </a:lnTo>
                  <a:lnTo>
                    <a:pt x="948869" y="1236166"/>
                  </a:lnTo>
                  <a:lnTo>
                    <a:pt x="948870" y="1236155"/>
                  </a:lnTo>
                  <a:lnTo>
                    <a:pt x="948859" y="1236130"/>
                  </a:lnTo>
                  <a:lnTo>
                    <a:pt x="948850" y="1236104"/>
                  </a:lnTo>
                  <a:lnTo>
                    <a:pt x="948847" y="1236080"/>
                  </a:lnTo>
                  <a:lnTo>
                    <a:pt x="948849" y="1236054"/>
                  </a:lnTo>
                  <a:lnTo>
                    <a:pt x="948855" y="1236029"/>
                  </a:lnTo>
                  <a:lnTo>
                    <a:pt x="948861" y="1236004"/>
                  </a:lnTo>
                  <a:lnTo>
                    <a:pt x="948865" y="1235979"/>
                  </a:lnTo>
                  <a:lnTo>
                    <a:pt x="948864" y="1235954"/>
                  </a:lnTo>
                  <a:lnTo>
                    <a:pt x="948861" y="1235929"/>
                  </a:lnTo>
                  <a:lnTo>
                    <a:pt x="948861" y="1235904"/>
                  </a:lnTo>
                  <a:lnTo>
                    <a:pt x="948869" y="1235879"/>
                  </a:lnTo>
                  <a:lnTo>
                    <a:pt x="948885" y="1235853"/>
                  </a:lnTo>
                  <a:lnTo>
                    <a:pt x="948898" y="1235828"/>
                  </a:lnTo>
                  <a:lnTo>
                    <a:pt x="948915" y="1235803"/>
                  </a:lnTo>
                  <a:lnTo>
                    <a:pt x="948930" y="1235778"/>
                  </a:lnTo>
                  <a:lnTo>
                    <a:pt x="948939" y="1235752"/>
                  </a:lnTo>
                  <a:lnTo>
                    <a:pt x="948944" y="1235727"/>
                  </a:lnTo>
                  <a:lnTo>
                    <a:pt x="948944" y="1235702"/>
                  </a:lnTo>
                  <a:lnTo>
                    <a:pt x="948949" y="1235694"/>
                  </a:lnTo>
                  <a:lnTo>
                    <a:pt x="948966" y="1235684"/>
                  </a:lnTo>
                  <a:lnTo>
                    <a:pt x="948979" y="1235683"/>
                  </a:lnTo>
                  <a:lnTo>
                    <a:pt x="948986" y="1235683"/>
                  </a:lnTo>
                  <a:lnTo>
                    <a:pt x="948989" y="1235687"/>
                  </a:lnTo>
                  <a:lnTo>
                    <a:pt x="948994" y="1235688"/>
                  </a:lnTo>
                  <a:lnTo>
                    <a:pt x="949007" y="1235708"/>
                  </a:lnTo>
                  <a:lnTo>
                    <a:pt x="949015" y="1235718"/>
                  </a:lnTo>
                  <a:lnTo>
                    <a:pt x="949030" y="1235720"/>
                  </a:lnTo>
                  <a:lnTo>
                    <a:pt x="949035" y="1235718"/>
                  </a:lnTo>
                  <a:lnTo>
                    <a:pt x="949043" y="1235713"/>
                  </a:lnTo>
                  <a:lnTo>
                    <a:pt x="949053" y="1235701"/>
                  </a:lnTo>
                  <a:lnTo>
                    <a:pt x="949057" y="1235695"/>
                  </a:lnTo>
                  <a:lnTo>
                    <a:pt x="949063" y="1235676"/>
                  </a:lnTo>
                  <a:lnTo>
                    <a:pt x="949068" y="1235651"/>
                  </a:lnTo>
                  <a:lnTo>
                    <a:pt x="949072" y="1235638"/>
                  </a:lnTo>
                  <a:lnTo>
                    <a:pt x="949078" y="1235626"/>
                  </a:lnTo>
                  <a:lnTo>
                    <a:pt x="949089" y="1235601"/>
                  </a:lnTo>
                  <a:lnTo>
                    <a:pt x="949095" y="1235575"/>
                  </a:lnTo>
                  <a:lnTo>
                    <a:pt x="949099" y="1235550"/>
                  </a:lnTo>
                  <a:lnTo>
                    <a:pt x="949102" y="1235525"/>
                  </a:lnTo>
                  <a:lnTo>
                    <a:pt x="949101" y="1235500"/>
                  </a:lnTo>
                  <a:lnTo>
                    <a:pt x="949103" y="1235475"/>
                  </a:lnTo>
                  <a:lnTo>
                    <a:pt x="949106" y="1235450"/>
                  </a:lnTo>
                  <a:lnTo>
                    <a:pt x="949107" y="1235425"/>
                  </a:lnTo>
                  <a:lnTo>
                    <a:pt x="949115" y="1235400"/>
                  </a:lnTo>
                  <a:lnTo>
                    <a:pt x="949123" y="1235374"/>
                  </a:lnTo>
                  <a:lnTo>
                    <a:pt x="949130" y="1235349"/>
                  </a:lnTo>
                  <a:lnTo>
                    <a:pt x="949133" y="1235324"/>
                  </a:lnTo>
                  <a:lnTo>
                    <a:pt x="949131" y="1235299"/>
                  </a:lnTo>
                  <a:lnTo>
                    <a:pt x="949124" y="1235274"/>
                  </a:lnTo>
                  <a:lnTo>
                    <a:pt x="949116" y="1235249"/>
                  </a:lnTo>
                  <a:lnTo>
                    <a:pt x="949114" y="1235224"/>
                  </a:lnTo>
                  <a:lnTo>
                    <a:pt x="949117" y="1235199"/>
                  </a:lnTo>
                  <a:lnTo>
                    <a:pt x="949116" y="1235173"/>
                  </a:lnTo>
                  <a:lnTo>
                    <a:pt x="949112" y="1235149"/>
                  </a:lnTo>
                  <a:lnTo>
                    <a:pt x="949110" y="1235123"/>
                  </a:lnTo>
                  <a:lnTo>
                    <a:pt x="949110" y="1235098"/>
                  </a:lnTo>
                  <a:lnTo>
                    <a:pt x="949113" y="1235073"/>
                  </a:lnTo>
                  <a:lnTo>
                    <a:pt x="949125" y="1235048"/>
                  </a:lnTo>
                  <a:lnTo>
                    <a:pt x="949137" y="1235023"/>
                  </a:lnTo>
                  <a:lnTo>
                    <a:pt x="949145" y="1234998"/>
                  </a:lnTo>
                  <a:lnTo>
                    <a:pt x="949147" y="1234972"/>
                  </a:lnTo>
                  <a:lnTo>
                    <a:pt x="949145" y="1234962"/>
                  </a:lnTo>
                  <a:lnTo>
                    <a:pt x="949146" y="1234947"/>
                  </a:lnTo>
                  <a:lnTo>
                    <a:pt x="949156" y="1234922"/>
                  </a:lnTo>
                  <a:lnTo>
                    <a:pt x="949164" y="1234904"/>
                  </a:lnTo>
                  <a:lnTo>
                    <a:pt x="949164" y="1234897"/>
                  </a:lnTo>
                  <a:lnTo>
                    <a:pt x="949167" y="1234872"/>
                  </a:lnTo>
                  <a:lnTo>
                    <a:pt x="949173" y="1234847"/>
                  </a:lnTo>
                  <a:lnTo>
                    <a:pt x="949185" y="1234815"/>
                  </a:lnTo>
                  <a:lnTo>
                    <a:pt x="949191" y="1234790"/>
                  </a:lnTo>
                  <a:lnTo>
                    <a:pt x="949191" y="1234779"/>
                  </a:lnTo>
                  <a:lnTo>
                    <a:pt x="949186" y="1234764"/>
                  </a:lnTo>
                  <a:lnTo>
                    <a:pt x="949168" y="1234740"/>
                  </a:lnTo>
                  <a:lnTo>
                    <a:pt x="949158" y="1234714"/>
                  </a:lnTo>
                  <a:lnTo>
                    <a:pt x="949155" y="1234705"/>
                  </a:lnTo>
                  <a:lnTo>
                    <a:pt x="949153" y="1234694"/>
                  </a:lnTo>
                  <a:lnTo>
                    <a:pt x="949155" y="1234690"/>
                  </a:lnTo>
                  <a:lnTo>
                    <a:pt x="949158" y="1234676"/>
                  </a:lnTo>
                  <a:lnTo>
                    <a:pt x="949168" y="1234664"/>
                  </a:lnTo>
                  <a:lnTo>
                    <a:pt x="949192" y="1234641"/>
                  </a:lnTo>
                  <a:lnTo>
                    <a:pt x="949216" y="1234619"/>
                  </a:lnTo>
                  <a:lnTo>
                    <a:pt x="949224" y="1234612"/>
                  </a:lnTo>
                  <a:lnTo>
                    <a:pt x="949229" y="1234607"/>
                  </a:lnTo>
                  <a:lnTo>
                    <a:pt x="949234" y="1234595"/>
                  </a:lnTo>
                  <a:lnTo>
                    <a:pt x="949233" y="1234585"/>
                  </a:lnTo>
                  <a:lnTo>
                    <a:pt x="949228" y="1234568"/>
                  </a:lnTo>
                  <a:lnTo>
                    <a:pt x="949228" y="1234555"/>
                  </a:lnTo>
                  <a:lnTo>
                    <a:pt x="949237" y="1234547"/>
                  </a:lnTo>
                  <a:lnTo>
                    <a:pt x="949261" y="1234525"/>
                  </a:lnTo>
                  <a:lnTo>
                    <a:pt x="949266" y="1234520"/>
                  </a:lnTo>
                  <a:lnTo>
                    <a:pt x="949272" y="1234509"/>
                  </a:lnTo>
                  <a:lnTo>
                    <a:pt x="949274" y="1234499"/>
                  </a:lnTo>
                  <a:lnTo>
                    <a:pt x="949270" y="1234474"/>
                  </a:lnTo>
                  <a:lnTo>
                    <a:pt x="949265" y="1234463"/>
                  </a:lnTo>
                  <a:lnTo>
                    <a:pt x="949255" y="1234449"/>
                  </a:lnTo>
                  <a:lnTo>
                    <a:pt x="949252" y="1234446"/>
                  </a:lnTo>
                  <a:lnTo>
                    <a:pt x="949242" y="1234441"/>
                  </a:lnTo>
                  <a:lnTo>
                    <a:pt x="949231" y="1234440"/>
                  </a:lnTo>
                  <a:lnTo>
                    <a:pt x="949206" y="1234438"/>
                  </a:lnTo>
                  <a:lnTo>
                    <a:pt x="949182" y="1234445"/>
                  </a:lnTo>
                  <a:lnTo>
                    <a:pt x="949158" y="1234452"/>
                  </a:lnTo>
                  <a:lnTo>
                    <a:pt x="949134" y="1234458"/>
                  </a:lnTo>
                  <a:lnTo>
                    <a:pt x="949110" y="1234465"/>
                  </a:lnTo>
                  <a:lnTo>
                    <a:pt x="949095" y="1234465"/>
                  </a:lnTo>
                  <a:lnTo>
                    <a:pt x="949087" y="1234459"/>
                  </a:lnTo>
                  <a:lnTo>
                    <a:pt x="949085" y="1234447"/>
                  </a:lnTo>
                  <a:lnTo>
                    <a:pt x="949078" y="1234434"/>
                  </a:lnTo>
                  <a:lnTo>
                    <a:pt x="949075" y="1234424"/>
                  </a:lnTo>
                  <a:lnTo>
                    <a:pt x="949080" y="1234417"/>
                  </a:lnTo>
                  <a:lnTo>
                    <a:pt x="949088" y="1234412"/>
                  </a:lnTo>
                  <a:lnTo>
                    <a:pt x="949112" y="1234400"/>
                  </a:lnTo>
                  <a:lnTo>
                    <a:pt x="949119" y="1234393"/>
                  </a:lnTo>
                  <a:lnTo>
                    <a:pt x="949137" y="1234383"/>
                  </a:lnTo>
                  <a:lnTo>
                    <a:pt x="949161" y="1234371"/>
                  </a:lnTo>
                  <a:lnTo>
                    <a:pt x="949169" y="1234366"/>
                  </a:lnTo>
                  <a:lnTo>
                    <a:pt x="949177" y="1234359"/>
                  </a:lnTo>
                  <a:lnTo>
                    <a:pt x="949182" y="1234351"/>
                  </a:lnTo>
                  <a:lnTo>
                    <a:pt x="949185" y="1234348"/>
                  </a:lnTo>
                  <a:lnTo>
                    <a:pt x="949191" y="1234326"/>
                  </a:lnTo>
                  <a:lnTo>
                    <a:pt x="949193" y="1234301"/>
                  </a:lnTo>
                  <a:lnTo>
                    <a:pt x="949193" y="1234291"/>
                  </a:lnTo>
                  <a:lnTo>
                    <a:pt x="949197" y="1234274"/>
                  </a:lnTo>
                  <a:lnTo>
                    <a:pt x="949204" y="1234262"/>
                  </a:lnTo>
                  <a:lnTo>
                    <a:pt x="949215" y="1234252"/>
                  </a:lnTo>
                  <a:lnTo>
                    <a:pt x="949239" y="1234243"/>
                  </a:lnTo>
                  <a:lnTo>
                    <a:pt x="949248" y="1234232"/>
                  </a:lnTo>
                  <a:lnTo>
                    <a:pt x="949249" y="1234218"/>
                  </a:lnTo>
                  <a:lnTo>
                    <a:pt x="949259" y="1234193"/>
                  </a:lnTo>
                  <a:lnTo>
                    <a:pt x="949270" y="1234168"/>
                  </a:lnTo>
                  <a:lnTo>
                    <a:pt x="949279" y="1234143"/>
                  </a:lnTo>
                  <a:lnTo>
                    <a:pt x="949286" y="1234118"/>
                  </a:lnTo>
                  <a:lnTo>
                    <a:pt x="949287" y="1234092"/>
                  </a:lnTo>
                  <a:lnTo>
                    <a:pt x="949287" y="1234079"/>
                  </a:lnTo>
                  <a:lnTo>
                    <a:pt x="949284" y="1234068"/>
                  </a:lnTo>
                  <a:lnTo>
                    <a:pt x="949276" y="1234042"/>
                  </a:lnTo>
                  <a:lnTo>
                    <a:pt x="949277" y="1234017"/>
                  </a:lnTo>
                  <a:lnTo>
                    <a:pt x="949278" y="1233992"/>
                  </a:lnTo>
                  <a:lnTo>
                    <a:pt x="949280" y="1233967"/>
                  </a:lnTo>
                  <a:lnTo>
                    <a:pt x="949280" y="1233962"/>
                  </a:lnTo>
                  <a:lnTo>
                    <a:pt x="949268" y="1233942"/>
                  </a:lnTo>
                  <a:lnTo>
                    <a:pt x="949249" y="1233917"/>
                  </a:lnTo>
                  <a:lnTo>
                    <a:pt x="949234" y="1233909"/>
                  </a:lnTo>
                  <a:lnTo>
                    <a:pt x="949232" y="1233899"/>
                  </a:lnTo>
                  <a:lnTo>
                    <a:pt x="949235" y="1233892"/>
                  </a:lnTo>
                  <a:lnTo>
                    <a:pt x="949242" y="1233887"/>
                  </a:lnTo>
                  <a:lnTo>
                    <a:pt x="949253" y="1233883"/>
                  </a:lnTo>
                  <a:lnTo>
                    <a:pt x="949260" y="1233880"/>
                  </a:lnTo>
                  <a:lnTo>
                    <a:pt x="949273" y="1233862"/>
                  </a:lnTo>
                  <a:lnTo>
                    <a:pt x="949286" y="1233836"/>
                  </a:lnTo>
                  <a:lnTo>
                    <a:pt x="949298" y="1233821"/>
                  </a:lnTo>
                  <a:lnTo>
                    <a:pt x="949308" y="1233818"/>
                  </a:lnTo>
                  <a:lnTo>
                    <a:pt x="949315" y="1233816"/>
                  </a:lnTo>
                  <a:lnTo>
                    <a:pt x="949332" y="1233818"/>
                  </a:lnTo>
                  <a:lnTo>
                    <a:pt x="949357" y="1233821"/>
                  </a:lnTo>
                  <a:lnTo>
                    <a:pt x="949381" y="1233822"/>
                  </a:lnTo>
                  <a:lnTo>
                    <a:pt x="949406" y="1233822"/>
                  </a:lnTo>
                  <a:lnTo>
                    <a:pt x="949430" y="1233819"/>
                  </a:lnTo>
                  <a:lnTo>
                    <a:pt x="949443" y="1233818"/>
                  </a:lnTo>
                  <a:lnTo>
                    <a:pt x="949454" y="1233822"/>
                  </a:lnTo>
                  <a:lnTo>
                    <a:pt x="949459" y="1233822"/>
                  </a:lnTo>
                  <a:lnTo>
                    <a:pt x="949479" y="1233833"/>
                  </a:lnTo>
                  <a:lnTo>
                    <a:pt x="949503" y="1233856"/>
                  </a:lnTo>
                  <a:lnTo>
                    <a:pt x="949514" y="1233867"/>
                  </a:lnTo>
                  <a:lnTo>
                    <a:pt x="949528" y="1233873"/>
                  </a:lnTo>
                  <a:lnTo>
                    <a:pt x="949552" y="1233880"/>
                  </a:lnTo>
                  <a:lnTo>
                    <a:pt x="949576" y="1233883"/>
                  </a:lnTo>
                  <a:lnTo>
                    <a:pt x="949600" y="1233886"/>
                  </a:lnTo>
                  <a:lnTo>
                    <a:pt x="949607" y="1233886"/>
                  </a:lnTo>
                  <a:lnTo>
                    <a:pt x="949619" y="1233889"/>
                  </a:lnTo>
                  <a:lnTo>
                    <a:pt x="949625" y="1233894"/>
                  </a:lnTo>
                  <a:lnTo>
                    <a:pt x="949649" y="1233917"/>
                  </a:lnTo>
                  <a:lnTo>
                    <a:pt x="949674" y="1233934"/>
                  </a:lnTo>
                  <a:lnTo>
                    <a:pt x="949695" y="1233959"/>
                  </a:lnTo>
                  <a:lnTo>
                    <a:pt x="949715" y="1233984"/>
                  </a:lnTo>
                  <a:lnTo>
                    <a:pt x="949739" y="1234005"/>
                  </a:lnTo>
                  <a:lnTo>
                    <a:pt x="949752" y="1234016"/>
                  </a:lnTo>
                  <a:lnTo>
                    <a:pt x="949764" y="1234020"/>
                  </a:lnTo>
                  <a:lnTo>
                    <a:pt x="949788" y="1234034"/>
                  </a:lnTo>
                  <a:lnTo>
                    <a:pt x="949813" y="1234044"/>
                  </a:lnTo>
                  <a:lnTo>
                    <a:pt x="949825" y="1234052"/>
                  </a:lnTo>
                  <a:lnTo>
                    <a:pt x="949837" y="1234063"/>
                  </a:lnTo>
                  <a:lnTo>
                    <a:pt x="949861" y="1234083"/>
                  </a:lnTo>
                  <a:lnTo>
                    <a:pt x="949876" y="1234093"/>
                  </a:lnTo>
                  <a:lnTo>
                    <a:pt x="949886" y="1234097"/>
                  </a:lnTo>
                  <a:lnTo>
                    <a:pt x="949910" y="1234105"/>
                  </a:lnTo>
                  <a:lnTo>
                    <a:pt x="949935" y="1234115"/>
                  </a:lnTo>
                  <a:lnTo>
                    <a:pt x="949944" y="1234118"/>
                  </a:lnTo>
                  <a:lnTo>
                    <a:pt x="949977" y="1234137"/>
                  </a:lnTo>
                  <a:lnTo>
                    <a:pt x="950002" y="1234152"/>
                  </a:lnTo>
                  <a:lnTo>
                    <a:pt x="950014" y="1234168"/>
                  </a:lnTo>
                  <a:lnTo>
                    <a:pt x="950018" y="1234176"/>
                  </a:lnTo>
                  <a:lnTo>
                    <a:pt x="950026" y="1234188"/>
                  </a:lnTo>
                  <a:lnTo>
                    <a:pt x="950039" y="1234194"/>
                  </a:lnTo>
                  <a:lnTo>
                    <a:pt x="950063" y="1234201"/>
                  </a:lnTo>
                  <a:lnTo>
                    <a:pt x="950088" y="1234206"/>
                  </a:lnTo>
                  <a:lnTo>
                    <a:pt x="950112" y="1234209"/>
                  </a:lnTo>
                  <a:lnTo>
                    <a:pt x="950137" y="1234209"/>
                  </a:lnTo>
                  <a:lnTo>
                    <a:pt x="950146" y="1234209"/>
                  </a:lnTo>
                  <a:lnTo>
                    <a:pt x="950161" y="1234203"/>
                  </a:lnTo>
                  <a:lnTo>
                    <a:pt x="950185" y="1234192"/>
                  </a:lnTo>
                  <a:lnTo>
                    <a:pt x="950209" y="1234176"/>
                  </a:lnTo>
                  <a:lnTo>
                    <a:pt x="950217" y="1234171"/>
                  </a:lnTo>
                  <a:lnTo>
                    <a:pt x="950229" y="1234154"/>
                  </a:lnTo>
                  <a:lnTo>
                    <a:pt x="950235" y="1234141"/>
                  </a:lnTo>
                  <a:lnTo>
                    <a:pt x="950245" y="1234129"/>
                  </a:lnTo>
                  <a:lnTo>
                    <a:pt x="950253" y="1234124"/>
                  </a:lnTo>
                  <a:lnTo>
                    <a:pt x="950269" y="1234121"/>
                  </a:lnTo>
                  <a:lnTo>
                    <a:pt x="950293" y="1234121"/>
                  </a:lnTo>
                  <a:lnTo>
                    <a:pt x="950318" y="1234124"/>
                  </a:lnTo>
                  <a:lnTo>
                    <a:pt x="950342" y="1234129"/>
                  </a:lnTo>
                  <a:lnTo>
                    <a:pt x="950367" y="1234132"/>
                  </a:lnTo>
                  <a:lnTo>
                    <a:pt x="950391" y="1234142"/>
                  </a:lnTo>
                  <a:lnTo>
                    <a:pt x="950402" y="1234148"/>
                  </a:lnTo>
                  <a:lnTo>
                    <a:pt x="950415" y="1234152"/>
                  </a:lnTo>
                  <a:lnTo>
                    <a:pt x="950427" y="1234155"/>
                  </a:lnTo>
                  <a:lnTo>
                    <a:pt x="950440" y="1234155"/>
                  </a:lnTo>
                  <a:lnTo>
                    <a:pt x="950464" y="1234156"/>
                  </a:lnTo>
                  <a:lnTo>
                    <a:pt x="950488" y="1234158"/>
                  </a:lnTo>
                  <a:lnTo>
                    <a:pt x="950513" y="1234163"/>
                  </a:lnTo>
                  <a:lnTo>
                    <a:pt x="950537" y="1234164"/>
                  </a:lnTo>
                  <a:lnTo>
                    <a:pt x="950561" y="1234166"/>
                  </a:lnTo>
                  <a:lnTo>
                    <a:pt x="950586" y="1234167"/>
                  </a:lnTo>
                  <a:lnTo>
                    <a:pt x="950610" y="1234170"/>
                  </a:lnTo>
                  <a:lnTo>
                    <a:pt x="950634" y="1234170"/>
                  </a:lnTo>
                  <a:lnTo>
                    <a:pt x="950660" y="1234172"/>
                  </a:lnTo>
                  <a:lnTo>
                    <a:pt x="950669" y="1234165"/>
                  </a:lnTo>
                  <a:lnTo>
                    <a:pt x="950675" y="1234150"/>
                  </a:lnTo>
                  <a:lnTo>
                    <a:pt x="950679" y="1234124"/>
                  </a:lnTo>
                  <a:lnTo>
                    <a:pt x="950683" y="1234100"/>
                  </a:lnTo>
                  <a:lnTo>
                    <a:pt x="950688" y="1234074"/>
                  </a:lnTo>
                  <a:lnTo>
                    <a:pt x="950692" y="1234049"/>
                  </a:lnTo>
                  <a:lnTo>
                    <a:pt x="950700" y="1234024"/>
                  </a:lnTo>
                  <a:lnTo>
                    <a:pt x="950700" y="1234019"/>
                  </a:lnTo>
                  <a:lnTo>
                    <a:pt x="950708" y="1234000"/>
                  </a:lnTo>
                  <a:lnTo>
                    <a:pt x="950739" y="1233948"/>
                  </a:lnTo>
                  <a:lnTo>
                    <a:pt x="950747" y="1233922"/>
                  </a:lnTo>
                  <a:lnTo>
                    <a:pt x="950748" y="1233908"/>
                  </a:lnTo>
                  <a:lnTo>
                    <a:pt x="950745" y="1233898"/>
                  </a:lnTo>
                  <a:lnTo>
                    <a:pt x="950745" y="1233890"/>
                  </a:lnTo>
                  <a:lnTo>
                    <a:pt x="950748" y="1233885"/>
                  </a:lnTo>
                  <a:lnTo>
                    <a:pt x="950759" y="1233878"/>
                  </a:lnTo>
                  <a:lnTo>
                    <a:pt x="950766" y="1233876"/>
                  </a:lnTo>
                  <a:lnTo>
                    <a:pt x="950782" y="1233861"/>
                  </a:lnTo>
                  <a:lnTo>
                    <a:pt x="950806" y="1233841"/>
                  </a:lnTo>
                  <a:lnTo>
                    <a:pt x="950827" y="1233819"/>
                  </a:lnTo>
                  <a:lnTo>
                    <a:pt x="950840" y="1233794"/>
                  </a:lnTo>
                  <a:lnTo>
                    <a:pt x="950852" y="1233769"/>
                  </a:lnTo>
                  <a:lnTo>
                    <a:pt x="950874" y="1233743"/>
                  </a:lnTo>
                  <a:lnTo>
                    <a:pt x="950886" y="1233718"/>
                  </a:lnTo>
                  <a:lnTo>
                    <a:pt x="950891" y="1233706"/>
                  </a:lnTo>
                  <a:lnTo>
                    <a:pt x="950893" y="1233693"/>
                  </a:lnTo>
                  <a:lnTo>
                    <a:pt x="950899" y="1233668"/>
                  </a:lnTo>
                  <a:lnTo>
                    <a:pt x="950917" y="1233642"/>
                  </a:lnTo>
                  <a:lnTo>
                    <a:pt x="950922" y="1233634"/>
                  </a:lnTo>
                  <a:lnTo>
                    <a:pt x="950925" y="1233617"/>
                  </a:lnTo>
                  <a:lnTo>
                    <a:pt x="950918" y="1233592"/>
                  </a:lnTo>
                  <a:lnTo>
                    <a:pt x="950915" y="1233581"/>
                  </a:lnTo>
                  <a:lnTo>
                    <a:pt x="950916" y="1233567"/>
                  </a:lnTo>
                  <a:lnTo>
                    <a:pt x="950924" y="1233542"/>
                  </a:lnTo>
                  <a:lnTo>
                    <a:pt x="950931" y="1233519"/>
                  </a:lnTo>
                  <a:lnTo>
                    <a:pt x="950934" y="1233492"/>
                  </a:lnTo>
                  <a:lnTo>
                    <a:pt x="950935" y="1233480"/>
                  </a:lnTo>
                  <a:lnTo>
                    <a:pt x="950933" y="1233467"/>
                  </a:lnTo>
                  <a:lnTo>
                    <a:pt x="950930" y="1233442"/>
                  </a:lnTo>
                  <a:lnTo>
                    <a:pt x="950930" y="1233432"/>
                  </a:lnTo>
                  <a:lnTo>
                    <a:pt x="950935" y="1233417"/>
                  </a:lnTo>
                  <a:lnTo>
                    <a:pt x="950938" y="1233406"/>
                  </a:lnTo>
                  <a:lnTo>
                    <a:pt x="950952" y="1233388"/>
                  </a:lnTo>
                  <a:lnTo>
                    <a:pt x="950967" y="1233366"/>
                  </a:lnTo>
                  <a:lnTo>
                    <a:pt x="950980" y="1233354"/>
                  </a:lnTo>
                  <a:lnTo>
                    <a:pt x="951004" y="1233336"/>
                  </a:lnTo>
                  <a:lnTo>
                    <a:pt x="951028" y="1233320"/>
                  </a:lnTo>
                  <a:lnTo>
                    <a:pt x="951038" y="1233315"/>
                  </a:lnTo>
                  <a:lnTo>
                    <a:pt x="951053" y="1233302"/>
                  </a:lnTo>
                  <a:lnTo>
                    <a:pt x="951057" y="1233297"/>
                  </a:lnTo>
                  <a:lnTo>
                    <a:pt x="951065" y="1233285"/>
                  </a:lnTo>
                  <a:lnTo>
                    <a:pt x="951067" y="1233277"/>
                  </a:lnTo>
                  <a:lnTo>
                    <a:pt x="951070" y="1233265"/>
                  </a:lnTo>
                  <a:lnTo>
                    <a:pt x="951070" y="1233252"/>
                  </a:lnTo>
                  <a:lnTo>
                    <a:pt x="951072" y="1233226"/>
                  </a:lnTo>
                  <a:lnTo>
                    <a:pt x="951073" y="1233201"/>
                  </a:lnTo>
                  <a:lnTo>
                    <a:pt x="951075" y="1233176"/>
                  </a:lnTo>
                  <a:lnTo>
                    <a:pt x="951074" y="1233151"/>
                  </a:lnTo>
                  <a:lnTo>
                    <a:pt x="951074" y="1233126"/>
                  </a:lnTo>
                  <a:lnTo>
                    <a:pt x="951077" y="1233101"/>
                  </a:lnTo>
                  <a:lnTo>
                    <a:pt x="951077" y="1233076"/>
                  </a:lnTo>
                  <a:lnTo>
                    <a:pt x="951074" y="1233063"/>
                  </a:lnTo>
                  <a:lnTo>
                    <a:pt x="951064" y="1233051"/>
                  </a:lnTo>
                  <a:lnTo>
                    <a:pt x="951051" y="1233037"/>
                  </a:lnTo>
                  <a:lnTo>
                    <a:pt x="951047" y="1233002"/>
                  </a:lnTo>
                  <a:lnTo>
                    <a:pt x="951052" y="1232992"/>
                  </a:lnTo>
                  <a:lnTo>
                    <a:pt x="951073" y="1232970"/>
                  </a:lnTo>
                  <a:lnTo>
                    <a:pt x="951083" y="1232960"/>
                  </a:lnTo>
                  <a:lnTo>
                    <a:pt x="951088" y="1232945"/>
                  </a:lnTo>
                  <a:lnTo>
                    <a:pt x="951089" y="1232920"/>
                  </a:lnTo>
                  <a:lnTo>
                    <a:pt x="951081" y="1232895"/>
                  </a:lnTo>
                  <a:lnTo>
                    <a:pt x="951078" y="1232883"/>
                  </a:lnTo>
                  <a:lnTo>
                    <a:pt x="951081" y="1232870"/>
                  </a:lnTo>
                  <a:lnTo>
                    <a:pt x="951099" y="1232845"/>
                  </a:lnTo>
                  <a:lnTo>
                    <a:pt x="951105" y="1232833"/>
                  </a:lnTo>
                  <a:lnTo>
                    <a:pt x="951110" y="1232825"/>
                  </a:lnTo>
                  <a:lnTo>
                    <a:pt x="951116" y="1232823"/>
                  </a:lnTo>
                  <a:lnTo>
                    <a:pt x="951124" y="1232821"/>
                  </a:lnTo>
                  <a:lnTo>
                    <a:pt x="951136" y="1232816"/>
                  </a:lnTo>
                  <a:lnTo>
                    <a:pt x="951141" y="1232811"/>
                  </a:lnTo>
                  <a:lnTo>
                    <a:pt x="951165" y="1232801"/>
                  </a:lnTo>
                  <a:lnTo>
                    <a:pt x="951189" y="1232789"/>
                  </a:lnTo>
                  <a:lnTo>
                    <a:pt x="951213" y="1232777"/>
                  </a:lnTo>
                  <a:lnTo>
                    <a:pt x="951238" y="1232765"/>
                  </a:lnTo>
                  <a:lnTo>
                    <a:pt x="951262" y="1232756"/>
                  </a:lnTo>
                  <a:lnTo>
                    <a:pt x="951273" y="1232746"/>
                  </a:lnTo>
                  <a:lnTo>
                    <a:pt x="951278" y="1232733"/>
                  </a:lnTo>
                  <a:lnTo>
                    <a:pt x="951283" y="1232708"/>
                  </a:lnTo>
                  <a:lnTo>
                    <a:pt x="951286" y="1232683"/>
                  </a:lnTo>
                  <a:lnTo>
                    <a:pt x="951284" y="1232657"/>
                  </a:lnTo>
                  <a:lnTo>
                    <a:pt x="951281" y="1232633"/>
                  </a:lnTo>
                  <a:lnTo>
                    <a:pt x="951278" y="1232627"/>
                  </a:lnTo>
                  <a:lnTo>
                    <a:pt x="951258" y="1232614"/>
                  </a:lnTo>
                  <a:lnTo>
                    <a:pt x="951250" y="1232609"/>
                  </a:lnTo>
                  <a:lnTo>
                    <a:pt x="951233" y="1232593"/>
                  </a:lnTo>
                  <a:lnTo>
                    <a:pt x="951225" y="1232568"/>
                  </a:lnTo>
                  <a:lnTo>
                    <a:pt x="951217" y="1232542"/>
                  </a:lnTo>
                  <a:lnTo>
                    <a:pt x="951207" y="1232518"/>
                  </a:lnTo>
                  <a:lnTo>
                    <a:pt x="951189" y="1232492"/>
                  </a:lnTo>
                  <a:lnTo>
                    <a:pt x="951168" y="1232468"/>
                  </a:lnTo>
                  <a:lnTo>
                    <a:pt x="951156" y="1232456"/>
                  </a:lnTo>
                  <a:lnTo>
                    <a:pt x="951143" y="1232448"/>
                  </a:lnTo>
                  <a:lnTo>
                    <a:pt x="951138" y="1232443"/>
                  </a:lnTo>
                  <a:lnTo>
                    <a:pt x="951119" y="1232433"/>
                  </a:lnTo>
                  <a:lnTo>
                    <a:pt x="951095" y="1232419"/>
                  </a:lnTo>
                  <a:lnTo>
                    <a:pt x="951070" y="1232401"/>
                  </a:lnTo>
                  <a:lnTo>
                    <a:pt x="951047" y="1232376"/>
                  </a:lnTo>
                  <a:lnTo>
                    <a:pt x="951037" y="1232366"/>
                  </a:lnTo>
                  <a:lnTo>
                    <a:pt x="951029" y="1232353"/>
                  </a:lnTo>
                  <a:lnTo>
                    <a:pt x="951026" y="1232344"/>
                  </a:lnTo>
                  <a:lnTo>
                    <a:pt x="951011" y="1232328"/>
                  </a:lnTo>
                  <a:lnTo>
                    <a:pt x="951003" y="1232320"/>
                  </a:lnTo>
                  <a:lnTo>
                    <a:pt x="950986" y="1232310"/>
                  </a:lnTo>
                  <a:lnTo>
                    <a:pt x="950962" y="1232291"/>
                  </a:lnTo>
                  <a:lnTo>
                    <a:pt x="950942" y="1232268"/>
                  </a:lnTo>
                  <a:lnTo>
                    <a:pt x="950931" y="1232243"/>
                  </a:lnTo>
                  <a:lnTo>
                    <a:pt x="950920" y="1232218"/>
                  </a:lnTo>
                  <a:lnTo>
                    <a:pt x="950906" y="1232193"/>
                  </a:lnTo>
                  <a:lnTo>
                    <a:pt x="950902" y="1232181"/>
                  </a:lnTo>
                  <a:lnTo>
                    <a:pt x="950914" y="1232176"/>
                  </a:lnTo>
                  <a:lnTo>
                    <a:pt x="950939" y="1232169"/>
                  </a:lnTo>
                  <a:lnTo>
                    <a:pt x="950963" y="1232154"/>
                  </a:lnTo>
                  <a:lnTo>
                    <a:pt x="950987" y="1232136"/>
                  </a:lnTo>
                  <a:lnTo>
                    <a:pt x="951011" y="1232114"/>
                  </a:lnTo>
                  <a:lnTo>
                    <a:pt x="951036" y="1232090"/>
                  </a:lnTo>
                  <a:lnTo>
                    <a:pt x="951058" y="1232065"/>
                  </a:lnTo>
                  <a:lnTo>
                    <a:pt x="951082" y="1232040"/>
                  </a:lnTo>
                  <a:lnTo>
                    <a:pt x="951099" y="1232023"/>
                  </a:lnTo>
                  <a:lnTo>
                    <a:pt x="951105" y="1232019"/>
                  </a:lnTo>
                  <a:lnTo>
                    <a:pt x="951129" y="1232008"/>
                  </a:lnTo>
                  <a:lnTo>
                    <a:pt x="951134" y="1232006"/>
                  </a:lnTo>
                  <a:lnTo>
                    <a:pt x="951142" y="1232001"/>
                  </a:lnTo>
                  <a:lnTo>
                    <a:pt x="951152" y="1231989"/>
                  </a:lnTo>
                  <a:lnTo>
                    <a:pt x="951162" y="1231964"/>
                  </a:lnTo>
                  <a:lnTo>
                    <a:pt x="951166" y="1231939"/>
                  </a:lnTo>
                  <a:lnTo>
                    <a:pt x="951171" y="1231913"/>
                  </a:lnTo>
                  <a:lnTo>
                    <a:pt x="951174" y="1231905"/>
                  </a:lnTo>
                  <a:lnTo>
                    <a:pt x="951179" y="1231900"/>
                  </a:lnTo>
                  <a:lnTo>
                    <a:pt x="951190" y="1231895"/>
                  </a:lnTo>
                  <a:lnTo>
                    <a:pt x="951216" y="1231886"/>
                  </a:lnTo>
                  <a:lnTo>
                    <a:pt x="951239" y="1231871"/>
                  </a:lnTo>
                  <a:lnTo>
                    <a:pt x="951258" y="1231846"/>
                  </a:lnTo>
                  <a:lnTo>
                    <a:pt x="951276" y="1231821"/>
                  </a:lnTo>
                  <a:lnTo>
                    <a:pt x="951297" y="1231795"/>
                  </a:lnTo>
                  <a:lnTo>
                    <a:pt x="951308" y="1231770"/>
                  </a:lnTo>
                  <a:lnTo>
                    <a:pt x="951317" y="1231745"/>
                  </a:lnTo>
                  <a:lnTo>
                    <a:pt x="951329" y="1231720"/>
                  </a:lnTo>
                  <a:lnTo>
                    <a:pt x="951337" y="1231701"/>
                  </a:lnTo>
                  <a:lnTo>
                    <a:pt x="951337" y="1231695"/>
                  </a:lnTo>
                  <a:lnTo>
                    <a:pt x="951337" y="1231685"/>
                  </a:lnTo>
                  <a:lnTo>
                    <a:pt x="951332" y="1231670"/>
                  </a:lnTo>
                  <a:lnTo>
                    <a:pt x="951325" y="1231656"/>
                  </a:lnTo>
                  <a:lnTo>
                    <a:pt x="951323" y="1231645"/>
                  </a:lnTo>
                  <a:lnTo>
                    <a:pt x="951325" y="1231620"/>
                  </a:lnTo>
                  <a:lnTo>
                    <a:pt x="951328" y="1231609"/>
                  </a:lnTo>
                  <a:lnTo>
                    <a:pt x="951328" y="1231594"/>
                  </a:lnTo>
                  <a:lnTo>
                    <a:pt x="951334" y="1231561"/>
                  </a:lnTo>
                  <a:lnTo>
                    <a:pt x="951339" y="1231536"/>
                  </a:lnTo>
                  <a:lnTo>
                    <a:pt x="951342" y="1231510"/>
                  </a:lnTo>
                  <a:lnTo>
                    <a:pt x="951345" y="1231485"/>
                  </a:lnTo>
                  <a:lnTo>
                    <a:pt x="951348" y="1231460"/>
                  </a:lnTo>
                  <a:lnTo>
                    <a:pt x="951352" y="1231450"/>
                  </a:lnTo>
                  <a:lnTo>
                    <a:pt x="951352" y="1231435"/>
                  </a:lnTo>
                  <a:lnTo>
                    <a:pt x="951346" y="1231410"/>
                  </a:lnTo>
                  <a:lnTo>
                    <a:pt x="951338" y="1231385"/>
                  </a:lnTo>
                  <a:lnTo>
                    <a:pt x="951327" y="1231360"/>
                  </a:lnTo>
                  <a:lnTo>
                    <a:pt x="951330" y="1231352"/>
                  </a:lnTo>
                  <a:lnTo>
                    <a:pt x="951346" y="1231342"/>
                  </a:lnTo>
                  <a:lnTo>
                    <a:pt x="951370" y="1231326"/>
                  </a:lnTo>
                  <a:lnTo>
                    <a:pt x="951395" y="1231306"/>
                  </a:lnTo>
                  <a:lnTo>
                    <a:pt x="951419" y="1231284"/>
                  </a:lnTo>
                  <a:lnTo>
                    <a:pt x="951425" y="1231277"/>
                  </a:lnTo>
                  <a:lnTo>
                    <a:pt x="951432" y="1231269"/>
                  </a:lnTo>
                  <a:lnTo>
                    <a:pt x="951435" y="1231259"/>
                  </a:lnTo>
                  <a:lnTo>
                    <a:pt x="951436" y="1231234"/>
                  </a:lnTo>
                  <a:lnTo>
                    <a:pt x="951436" y="1231209"/>
                  </a:lnTo>
                  <a:lnTo>
                    <a:pt x="951431" y="1231184"/>
                  </a:lnTo>
                  <a:lnTo>
                    <a:pt x="951424" y="1231158"/>
                  </a:lnTo>
                  <a:lnTo>
                    <a:pt x="951415" y="1231134"/>
                  </a:lnTo>
                  <a:lnTo>
                    <a:pt x="951410" y="1231125"/>
                  </a:lnTo>
                  <a:lnTo>
                    <a:pt x="951400" y="1231093"/>
                  </a:lnTo>
                  <a:lnTo>
                    <a:pt x="951396" y="1231068"/>
                  </a:lnTo>
                  <a:lnTo>
                    <a:pt x="951396" y="1231062"/>
                  </a:lnTo>
                  <a:lnTo>
                    <a:pt x="951389" y="1231043"/>
                  </a:lnTo>
                  <a:lnTo>
                    <a:pt x="951381" y="1231018"/>
                  </a:lnTo>
                  <a:lnTo>
                    <a:pt x="951372" y="1230993"/>
                  </a:lnTo>
                  <a:lnTo>
                    <a:pt x="951362" y="1230968"/>
                  </a:lnTo>
                  <a:lnTo>
                    <a:pt x="951353" y="1230943"/>
                  </a:lnTo>
                  <a:lnTo>
                    <a:pt x="951350" y="1230918"/>
                  </a:lnTo>
                  <a:lnTo>
                    <a:pt x="951346" y="1230893"/>
                  </a:lnTo>
                  <a:lnTo>
                    <a:pt x="951342" y="1230876"/>
                  </a:lnTo>
                  <a:lnTo>
                    <a:pt x="951330" y="1230841"/>
                  </a:lnTo>
                  <a:lnTo>
                    <a:pt x="951310" y="1230816"/>
                  </a:lnTo>
                  <a:lnTo>
                    <a:pt x="951286" y="1230793"/>
                  </a:lnTo>
                  <a:lnTo>
                    <a:pt x="951278" y="1230784"/>
                  </a:lnTo>
                  <a:lnTo>
                    <a:pt x="951261" y="1230775"/>
                  </a:lnTo>
                  <a:lnTo>
                    <a:pt x="951250" y="1230767"/>
                  </a:lnTo>
                  <a:lnTo>
                    <a:pt x="951245" y="1230761"/>
                  </a:lnTo>
                  <a:lnTo>
                    <a:pt x="951245" y="1230755"/>
                  </a:lnTo>
                  <a:lnTo>
                    <a:pt x="951248" y="1230746"/>
                  </a:lnTo>
                  <a:lnTo>
                    <a:pt x="951261" y="1230730"/>
                  </a:lnTo>
                  <a:lnTo>
                    <a:pt x="951274" y="1230718"/>
                  </a:lnTo>
                  <a:lnTo>
                    <a:pt x="951282" y="1230706"/>
                  </a:lnTo>
                  <a:lnTo>
                    <a:pt x="951285" y="1230701"/>
                  </a:lnTo>
                  <a:lnTo>
                    <a:pt x="951284" y="1230681"/>
                  </a:lnTo>
                  <a:lnTo>
                    <a:pt x="951274" y="1230656"/>
                  </a:lnTo>
                  <a:lnTo>
                    <a:pt x="951270" y="1230651"/>
                  </a:lnTo>
                  <a:lnTo>
                    <a:pt x="951265" y="1230637"/>
                  </a:lnTo>
                  <a:lnTo>
                    <a:pt x="951247" y="1230555"/>
                  </a:lnTo>
                  <a:lnTo>
                    <a:pt x="951240" y="1230529"/>
                  </a:lnTo>
                  <a:lnTo>
                    <a:pt x="951239" y="1230504"/>
                  </a:lnTo>
                  <a:lnTo>
                    <a:pt x="951237" y="1230479"/>
                  </a:lnTo>
                  <a:lnTo>
                    <a:pt x="951234" y="1230465"/>
                  </a:lnTo>
                  <a:lnTo>
                    <a:pt x="951227" y="1230453"/>
                  </a:lnTo>
                  <a:lnTo>
                    <a:pt x="951202" y="1230435"/>
                  </a:lnTo>
                  <a:lnTo>
                    <a:pt x="951194" y="1230425"/>
                  </a:lnTo>
                  <a:lnTo>
                    <a:pt x="951193" y="1230410"/>
                  </a:lnTo>
                  <a:lnTo>
                    <a:pt x="951194" y="1230385"/>
                  </a:lnTo>
                  <a:lnTo>
                    <a:pt x="951196" y="1230380"/>
                  </a:lnTo>
                  <a:lnTo>
                    <a:pt x="951194" y="1230360"/>
                  </a:lnTo>
                  <a:lnTo>
                    <a:pt x="951189" y="1230345"/>
                  </a:lnTo>
                  <a:lnTo>
                    <a:pt x="951183" y="1230335"/>
                  </a:lnTo>
                  <a:lnTo>
                    <a:pt x="951168" y="1230310"/>
                  </a:lnTo>
                  <a:lnTo>
                    <a:pt x="951148" y="1230285"/>
                  </a:lnTo>
                  <a:lnTo>
                    <a:pt x="951125" y="1230262"/>
                  </a:lnTo>
                  <a:lnTo>
                    <a:pt x="951101" y="1230238"/>
                  </a:lnTo>
                  <a:lnTo>
                    <a:pt x="951078" y="1230213"/>
                  </a:lnTo>
                  <a:lnTo>
                    <a:pt x="951053" y="1230189"/>
                  </a:lnTo>
                  <a:lnTo>
                    <a:pt x="951030" y="1230163"/>
                  </a:lnTo>
                  <a:lnTo>
                    <a:pt x="951009" y="1230139"/>
                  </a:lnTo>
                  <a:lnTo>
                    <a:pt x="950989" y="1230113"/>
                  </a:lnTo>
                  <a:lnTo>
                    <a:pt x="950985" y="1230105"/>
                  </a:lnTo>
                  <a:lnTo>
                    <a:pt x="950986" y="1230097"/>
                  </a:lnTo>
                  <a:lnTo>
                    <a:pt x="950994" y="1230094"/>
                  </a:lnTo>
                  <a:lnTo>
                    <a:pt x="951006" y="1230086"/>
                  </a:lnTo>
                  <a:lnTo>
                    <a:pt x="951006" y="1230073"/>
                  </a:lnTo>
                  <a:lnTo>
                    <a:pt x="951002" y="1230070"/>
                  </a:lnTo>
                  <a:lnTo>
                    <a:pt x="950981" y="1230063"/>
                  </a:lnTo>
                  <a:lnTo>
                    <a:pt x="950973" y="1230060"/>
                  </a:lnTo>
                  <a:lnTo>
                    <a:pt x="950968" y="1230059"/>
                  </a:lnTo>
                  <a:lnTo>
                    <a:pt x="950958" y="1230048"/>
                  </a:lnTo>
                  <a:lnTo>
                    <a:pt x="950950" y="1230040"/>
                  </a:lnTo>
                  <a:lnTo>
                    <a:pt x="950940" y="1230024"/>
                  </a:lnTo>
                  <a:lnTo>
                    <a:pt x="950929" y="1229998"/>
                  </a:lnTo>
                  <a:lnTo>
                    <a:pt x="950917" y="1229974"/>
                  </a:lnTo>
                  <a:lnTo>
                    <a:pt x="950910" y="1229955"/>
                  </a:lnTo>
                  <a:lnTo>
                    <a:pt x="950910" y="1229948"/>
                  </a:lnTo>
                  <a:lnTo>
                    <a:pt x="950907" y="1229937"/>
                  </a:lnTo>
                  <a:lnTo>
                    <a:pt x="950907" y="1229923"/>
                  </a:lnTo>
                  <a:lnTo>
                    <a:pt x="950909" y="1229898"/>
                  </a:lnTo>
                  <a:lnTo>
                    <a:pt x="950918" y="1229873"/>
                  </a:lnTo>
                  <a:lnTo>
                    <a:pt x="950929" y="1229848"/>
                  </a:lnTo>
                  <a:lnTo>
                    <a:pt x="950942" y="1229823"/>
                  </a:lnTo>
                  <a:lnTo>
                    <a:pt x="950949" y="1229797"/>
                  </a:lnTo>
                  <a:lnTo>
                    <a:pt x="950948" y="1229782"/>
                  </a:lnTo>
                  <a:lnTo>
                    <a:pt x="950939" y="1229779"/>
                  </a:lnTo>
                  <a:lnTo>
                    <a:pt x="950914" y="1229781"/>
                  </a:lnTo>
                  <a:lnTo>
                    <a:pt x="950905" y="1229781"/>
                  </a:lnTo>
                  <a:lnTo>
                    <a:pt x="950890" y="1229776"/>
                  </a:lnTo>
                  <a:lnTo>
                    <a:pt x="950879" y="1229765"/>
                  </a:lnTo>
                  <a:lnTo>
                    <a:pt x="950870" y="1229751"/>
                  </a:lnTo>
                  <a:lnTo>
                    <a:pt x="950865" y="1229739"/>
                  </a:lnTo>
                  <a:lnTo>
                    <a:pt x="950856" y="1229726"/>
                  </a:lnTo>
                  <a:lnTo>
                    <a:pt x="950833" y="1229703"/>
                  </a:lnTo>
                  <a:lnTo>
                    <a:pt x="950826" y="1229698"/>
                  </a:lnTo>
                  <a:lnTo>
                    <a:pt x="950808" y="1229691"/>
                  </a:lnTo>
                  <a:lnTo>
                    <a:pt x="950784" y="1229680"/>
                  </a:lnTo>
                  <a:lnTo>
                    <a:pt x="950777" y="1229676"/>
                  </a:lnTo>
                  <a:lnTo>
                    <a:pt x="950772" y="1229675"/>
                  </a:lnTo>
                  <a:lnTo>
                    <a:pt x="950735" y="1229652"/>
                  </a:lnTo>
                  <a:lnTo>
                    <a:pt x="950714" y="1229635"/>
                  </a:lnTo>
                  <a:lnTo>
                    <a:pt x="950689" y="1229612"/>
                  </a:lnTo>
                  <a:lnTo>
                    <a:pt x="950673" y="1229595"/>
                  </a:lnTo>
                  <a:lnTo>
                    <a:pt x="950669" y="1229588"/>
                  </a:lnTo>
                  <a:lnTo>
                    <a:pt x="950663" y="1229577"/>
                  </a:lnTo>
                  <a:lnTo>
                    <a:pt x="950660" y="1229563"/>
                  </a:lnTo>
                  <a:lnTo>
                    <a:pt x="950656" y="1229538"/>
                  </a:lnTo>
                  <a:lnTo>
                    <a:pt x="950658" y="1229513"/>
                  </a:lnTo>
                  <a:lnTo>
                    <a:pt x="950663" y="1229488"/>
                  </a:lnTo>
                  <a:lnTo>
                    <a:pt x="950669" y="1229463"/>
                  </a:lnTo>
                  <a:lnTo>
                    <a:pt x="950675" y="1229438"/>
                  </a:lnTo>
                  <a:lnTo>
                    <a:pt x="950681" y="1229412"/>
                  </a:lnTo>
                  <a:lnTo>
                    <a:pt x="950683" y="1229388"/>
                  </a:lnTo>
                  <a:lnTo>
                    <a:pt x="950681" y="1229362"/>
                  </a:lnTo>
                  <a:lnTo>
                    <a:pt x="950676" y="1229337"/>
                  </a:lnTo>
                  <a:lnTo>
                    <a:pt x="950668" y="1229312"/>
                  </a:lnTo>
                  <a:lnTo>
                    <a:pt x="950663" y="1229304"/>
                  </a:lnTo>
                  <a:lnTo>
                    <a:pt x="950647" y="1229292"/>
                  </a:lnTo>
                  <a:lnTo>
                    <a:pt x="950638" y="1229287"/>
                  </a:lnTo>
                  <a:lnTo>
                    <a:pt x="950622" y="1229284"/>
                  </a:lnTo>
                  <a:lnTo>
                    <a:pt x="950598" y="1229279"/>
                  </a:lnTo>
                  <a:lnTo>
                    <a:pt x="950573" y="1229271"/>
                  </a:lnTo>
                  <a:lnTo>
                    <a:pt x="950549" y="1229268"/>
                  </a:lnTo>
                  <a:lnTo>
                    <a:pt x="950536" y="1229268"/>
                  </a:lnTo>
                  <a:lnTo>
                    <a:pt x="950525" y="1229261"/>
                  </a:lnTo>
                  <a:lnTo>
                    <a:pt x="950520" y="1229256"/>
                  </a:lnTo>
                  <a:lnTo>
                    <a:pt x="950511" y="1229236"/>
                  </a:lnTo>
                  <a:lnTo>
                    <a:pt x="950507" y="1229225"/>
                  </a:lnTo>
                  <a:lnTo>
                    <a:pt x="950509" y="1229215"/>
                  </a:lnTo>
                  <a:lnTo>
                    <a:pt x="950511" y="1229207"/>
                  </a:lnTo>
                  <a:lnTo>
                    <a:pt x="950514" y="1229187"/>
                  </a:lnTo>
                  <a:lnTo>
                    <a:pt x="950515" y="1229177"/>
                  </a:lnTo>
                  <a:lnTo>
                    <a:pt x="950515" y="1229169"/>
                  </a:lnTo>
                  <a:lnTo>
                    <a:pt x="950509" y="1229144"/>
                  </a:lnTo>
                  <a:lnTo>
                    <a:pt x="950504" y="1229134"/>
                  </a:lnTo>
                  <a:lnTo>
                    <a:pt x="950496" y="1229125"/>
                  </a:lnTo>
                  <a:lnTo>
                    <a:pt x="950490" y="1229121"/>
                  </a:lnTo>
                  <a:lnTo>
                    <a:pt x="950467" y="1229097"/>
                  </a:lnTo>
                  <a:lnTo>
                    <a:pt x="950452" y="1229072"/>
                  </a:lnTo>
                  <a:lnTo>
                    <a:pt x="950432" y="1229047"/>
                  </a:lnTo>
                  <a:lnTo>
                    <a:pt x="950408" y="1229028"/>
                  </a:lnTo>
                  <a:lnTo>
                    <a:pt x="950383" y="1229008"/>
                  </a:lnTo>
                  <a:lnTo>
                    <a:pt x="950365" y="1228997"/>
                  </a:lnTo>
                  <a:lnTo>
                    <a:pt x="950359" y="1228991"/>
                  </a:lnTo>
                  <a:lnTo>
                    <a:pt x="950339" y="1228966"/>
                  </a:lnTo>
                  <a:lnTo>
                    <a:pt x="950329" y="1228949"/>
                  </a:lnTo>
                  <a:lnTo>
                    <a:pt x="950328" y="1228941"/>
                  </a:lnTo>
                  <a:lnTo>
                    <a:pt x="950325" y="1228924"/>
                  </a:lnTo>
                  <a:lnTo>
                    <a:pt x="950319" y="1228916"/>
                  </a:lnTo>
                  <a:lnTo>
                    <a:pt x="950308" y="1228904"/>
                  </a:lnTo>
                  <a:lnTo>
                    <a:pt x="950297" y="1228901"/>
                  </a:lnTo>
                  <a:lnTo>
                    <a:pt x="950282" y="1228900"/>
                  </a:lnTo>
                  <a:lnTo>
                    <a:pt x="950272" y="1228901"/>
                  </a:lnTo>
                  <a:lnTo>
                    <a:pt x="950248" y="1228903"/>
                  </a:lnTo>
                  <a:lnTo>
                    <a:pt x="950225" y="1228905"/>
                  </a:lnTo>
                  <a:lnTo>
                    <a:pt x="950210" y="1228902"/>
                  </a:lnTo>
                  <a:lnTo>
                    <a:pt x="950201" y="1228891"/>
                  </a:lnTo>
                  <a:lnTo>
                    <a:pt x="950184" y="1228867"/>
                  </a:lnTo>
                  <a:lnTo>
                    <a:pt x="950178" y="1228841"/>
                  </a:lnTo>
                  <a:lnTo>
                    <a:pt x="950173" y="1228816"/>
                  </a:lnTo>
                  <a:lnTo>
                    <a:pt x="950171" y="1228796"/>
                  </a:lnTo>
                  <a:lnTo>
                    <a:pt x="950172" y="1228791"/>
                  </a:lnTo>
                  <a:lnTo>
                    <a:pt x="950184" y="1228774"/>
                  </a:lnTo>
                  <a:lnTo>
                    <a:pt x="950192" y="1228768"/>
                  </a:lnTo>
                  <a:lnTo>
                    <a:pt x="950205" y="1228758"/>
                  </a:lnTo>
                  <a:lnTo>
                    <a:pt x="950214" y="1228746"/>
                  </a:lnTo>
                  <a:lnTo>
                    <a:pt x="950219" y="1228731"/>
                  </a:lnTo>
                  <a:lnTo>
                    <a:pt x="950219" y="1228721"/>
                  </a:lnTo>
                  <a:lnTo>
                    <a:pt x="950216" y="1228707"/>
                  </a:lnTo>
                  <a:lnTo>
                    <a:pt x="950209" y="1228696"/>
                  </a:lnTo>
                  <a:lnTo>
                    <a:pt x="950196" y="1228671"/>
                  </a:lnTo>
                  <a:lnTo>
                    <a:pt x="950177" y="1228646"/>
                  </a:lnTo>
                  <a:lnTo>
                    <a:pt x="950153" y="1228622"/>
                  </a:lnTo>
                  <a:lnTo>
                    <a:pt x="950142" y="1228604"/>
                  </a:lnTo>
                  <a:lnTo>
                    <a:pt x="950140" y="1228597"/>
                  </a:lnTo>
                  <a:lnTo>
                    <a:pt x="950142" y="1228589"/>
                  </a:lnTo>
                  <a:lnTo>
                    <a:pt x="950148" y="1228577"/>
                  </a:lnTo>
                  <a:lnTo>
                    <a:pt x="950153" y="1228572"/>
                  </a:lnTo>
                  <a:lnTo>
                    <a:pt x="950163" y="1228565"/>
                  </a:lnTo>
                  <a:lnTo>
                    <a:pt x="950178" y="1228560"/>
                  </a:lnTo>
                  <a:lnTo>
                    <a:pt x="950202" y="1228550"/>
                  </a:lnTo>
                  <a:lnTo>
                    <a:pt x="950226" y="1228538"/>
                  </a:lnTo>
                  <a:lnTo>
                    <a:pt x="950250" y="1228524"/>
                  </a:lnTo>
                  <a:lnTo>
                    <a:pt x="950275" y="1228506"/>
                  </a:lnTo>
                  <a:lnTo>
                    <a:pt x="950297" y="1228484"/>
                  </a:lnTo>
                  <a:lnTo>
                    <a:pt x="950315" y="1228459"/>
                  </a:lnTo>
                  <a:lnTo>
                    <a:pt x="950326" y="1228434"/>
                  </a:lnTo>
                  <a:lnTo>
                    <a:pt x="950336" y="1228419"/>
                  </a:lnTo>
                  <a:lnTo>
                    <a:pt x="950339" y="1228408"/>
                  </a:lnTo>
                  <a:lnTo>
                    <a:pt x="950347" y="1228383"/>
                  </a:lnTo>
                  <a:lnTo>
                    <a:pt x="950355" y="1228370"/>
                  </a:lnTo>
                  <a:lnTo>
                    <a:pt x="950366" y="1228363"/>
                  </a:lnTo>
                  <a:lnTo>
                    <a:pt x="950391" y="1228353"/>
                  </a:lnTo>
                  <a:lnTo>
                    <a:pt x="950415" y="1228345"/>
                  </a:lnTo>
                  <a:lnTo>
                    <a:pt x="950439" y="1228336"/>
                  </a:lnTo>
                  <a:lnTo>
                    <a:pt x="950464" y="1228334"/>
                  </a:lnTo>
                  <a:lnTo>
                    <a:pt x="950488" y="1228322"/>
                  </a:lnTo>
                  <a:lnTo>
                    <a:pt x="950512" y="1228312"/>
                  </a:lnTo>
                  <a:lnTo>
                    <a:pt x="950537" y="1228305"/>
                  </a:lnTo>
                  <a:lnTo>
                    <a:pt x="950561" y="1228300"/>
                  </a:lnTo>
                  <a:lnTo>
                    <a:pt x="950585" y="1228300"/>
                  </a:lnTo>
                  <a:lnTo>
                    <a:pt x="950610" y="1228296"/>
                  </a:lnTo>
                  <a:lnTo>
                    <a:pt x="950621" y="1228291"/>
                  </a:lnTo>
                  <a:lnTo>
                    <a:pt x="950625" y="1228279"/>
                  </a:lnTo>
                  <a:lnTo>
                    <a:pt x="950629" y="1228272"/>
                  </a:lnTo>
                  <a:lnTo>
                    <a:pt x="950634" y="1228260"/>
                  </a:lnTo>
                  <a:lnTo>
                    <a:pt x="950642" y="1228252"/>
                  </a:lnTo>
                  <a:lnTo>
                    <a:pt x="950653" y="1228251"/>
                  </a:lnTo>
                  <a:lnTo>
                    <a:pt x="950663" y="1228251"/>
                  </a:lnTo>
                  <a:lnTo>
                    <a:pt x="950671" y="1228254"/>
                  </a:lnTo>
                  <a:lnTo>
                    <a:pt x="950694" y="1228266"/>
                  </a:lnTo>
                  <a:lnTo>
                    <a:pt x="950718" y="1228277"/>
                  </a:lnTo>
                  <a:lnTo>
                    <a:pt x="950743" y="1228280"/>
                  </a:lnTo>
                  <a:lnTo>
                    <a:pt x="950767" y="1228275"/>
                  </a:lnTo>
                  <a:lnTo>
                    <a:pt x="950791" y="1228270"/>
                  </a:lnTo>
                  <a:lnTo>
                    <a:pt x="950816" y="1228263"/>
                  </a:lnTo>
                  <a:lnTo>
                    <a:pt x="950827" y="1228260"/>
                  </a:lnTo>
                  <a:lnTo>
                    <a:pt x="950840" y="1228260"/>
                  </a:lnTo>
                  <a:lnTo>
                    <a:pt x="950856" y="1228263"/>
                  </a:lnTo>
                  <a:lnTo>
                    <a:pt x="950865" y="1228268"/>
                  </a:lnTo>
                  <a:lnTo>
                    <a:pt x="950879" y="1228273"/>
                  </a:lnTo>
                  <a:lnTo>
                    <a:pt x="950889" y="1228273"/>
                  </a:lnTo>
                  <a:lnTo>
                    <a:pt x="950913" y="1228276"/>
                  </a:lnTo>
                  <a:lnTo>
                    <a:pt x="950937" y="1228277"/>
                  </a:lnTo>
                  <a:lnTo>
                    <a:pt x="950948" y="1228269"/>
                  </a:lnTo>
                  <a:lnTo>
                    <a:pt x="950954" y="1228261"/>
                  </a:lnTo>
                  <a:lnTo>
                    <a:pt x="950957" y="1228254"/>
                  </a:lnTo>
                  <a:lnTo>
                    <a:pt x="950967" y="1228229"/>
                  </a:lnTo>
                  <a:lnTo>
                    <a:pt x="950971" y="1228213"/>
                  </a:lnTo>
                  <a:lnTo>
                    <a:pt x="950981" y="1228197"/>
                  </a:lnTo>
                  <a:lnTo>
                    <a:pt x="950987" y="1228195"/>
                  </a:lnTo>
                  <a:lnTo>
                    <a:pt x="950997" y="1228195"/>
                  </a:lnTo>
                  <a:lnTo>
                    <a:pt x="951022" y="1228193"/>
                  </a:lnTo>
                  <a:lnTo>
                    <a:pt x="951046" y="1228193"/>
                  </a:lnTo>
                  <a:lnTo>
                    <a:pt x="951080" y="1228186"/>
                  </a:lnTo>
                  <a:lnTo>
                    <a:pt x="951101" y="1228149"/>
                  </a:lnTo>
                  <a:lnTo>
                    <a:pt x="951124" y="1228124"/>
                  </a:lnTo>
                  <a:lnTo>
                    <a:pt x="951146" y="1228101"/>
                  </a:lnTo>
                  <a:lnTo>
                    <a:pt x="951171" y="1228079"/>
                  </a:lnTo>
                  <a:lnTo>
                    <a:pt x="951195" y="1228070"/>
                  </a:lnTo>
                  <a:lnTo>
                    <a:pt x="951219" y="1228076"/>
                  </a:lnTo>
                  <a:lnTo>
                    <a:pt x="951227" y="1228080"/>
                  </a:lnTo>
                  <a:lnTo>
                    <a:pt x="951239" y="1228080"/>
                  </a:lnTo>
                  <a:lnTo>
                    <a:pt x="951244" y="1228076"/>
                  </a:lnTo>
                  <a:lnTo>
                    <a:pt x="951257" y="1228068"/>
                  </a:lnTo>
                  <a:lnTo>
                    <a:pt x="951268" y="1228056"/>
                  </a:lnTo>
                  <a:lnTo>
                    <a:pt x="951292" y="1228034"/>
                  </a:lnTo>
                  <a:lnTo>
                    <a:pt x="951316" y="1228024"/>
                  </a:lnTo>
                  <a:lnTo>
                    <a:pt x="951341" y="1228014"/>
                  </a:lnTo>
                  <a:lnTo>
                    <a:pt x="951365" y="1228002"/>
                  </a:lnTo>
                  <a:lnTo>
                    <a:pt x="951389" y="1227984"/>
                  </a:lnTo>
                  <a:lnTo>
                    <a:pt x="951414" y="1227960"/>
                  </a:lnTo>
                  <a:lnTo>
                    <a:pt x="951438" y="1227935"/>
                  </a:lnTo>
                  <a:lnTo>
                    <a:pt x="951443" y="1227928"/>
                  </a:lnTo>
                  <a:lnTo>
                    <a:pt x="951442" y="1227909"/>
                  </a:lnTo>
                  <a:lnTo>
                    <a:pt x="951441" y="1227896"/>
                  </a:lnTo>
                  <a:lnTo>
                    <a:pt x="951436" y="1227884"/>
                  </a:lnTo>
                  <a:lnTo>
                    <a:pt x="951431" y="1227869"/>
                  </a:lnTo>
                  <a:lnTo>
                    <a:pt x="951431" y="1227859"/>
                  </a:lnTo>
                  <a:lnTo>
                    <a:pt x="951436" y="1227849"/>
                  </a:lnTo>
                  <a:lnTo>
                    <a:pt x="951449" y="1227834"/>
                  </a:lnTo>
                  <a:lnTo>
                    <a:pt x="951447" y="1227809"/>
                  </a:lnTo>
                  <a:lnTo>
                    <a:pt x="951434" y="1227784"/>
                  </a:lnTo>
                  <a:lnTo>
                    <a:pt x="951429" y="1227771"/>
                  </a:lnTo>
                  <a:lnTo>
                    <a:pt x="951440" y="1227762"/>
                  </a:lnTo>
                  <a:lnTo>
                    <a:pt x="951451" y="1227761"/>
                  </a:lnTo>
                  <a:lnTo>
                    <a:pt x="951461" y="1227747"/>
                  </a:lnTo>
                  <a:lnTo>
                    <a:pt x="951462" y="1227727"/>
                  </a:lnTo>
                  <a:lnTo>
                    <a:pt x="951461" y="1227722"/>
                  </a:lnTo>
                  <a:lnTo>
                    <a:pt x="951449" y="1227697"/>
                  </a:lnTo>
                  <a:lnTo>
                    <a:pt x="951438" y="1227672"/>
                  </a:lnTo>
                  <a:lnTo>
                    <a:pt x="951431" y="1227647"/>
                  </a:lnTo>
                  <a:lnTo>
                    <a:pt x="951433" y="1227621"/>
                  </a:lnTo>
                  <a:lnTo>
                    <a:pt x="951434" y="1227615"/>
                  </a:lnTo>
                  <a:lnTo>
                    <a:pt x="951441" y="1227609"/>
                  </a:lnTo>
                  <a:lnTo>
                    <a:pt x="951453" y="1227600"/>
                  </a:lnTo>
                  <a:lnTo>
                    <a:pt x="951465" y="1227591"/>
                  </a:lnTo>
                  <a:lnTo>
                    <a:pt x="951475" y="1227581"/>
                  </a:lnTo>
                  <a:lnTo>
                    <a:pt x="951491" y="1227564"/>
                  </a:lnTo>
                  <a:lnTo>
                    <a:pt x="951494" y="1227558"/>
                  </a:lnTo>
                  <a:lnTo>
                    <a:pt x="951504" y="1227546"/>
                  </a:lnTo>
                  <a:lnTo>
                    <a:pt x="951510" y="1227532"/>
                  </a:lnTo>
                  <a:lnTo>
                    <a:pt x="951519" y="1227507"/>
                  </a:lnTo>
                  <a:lnTo>
                    <a:pt x="951529" y="1227482"/>
                  </a:lnTo>
                  <a:lnTo>
                    <a:pt x="951539" y="1227457"/>
                  </a:lnTo>
                  <a:lnTo>
                    <a:pt x="951550" y="1227445"/>
                  </a:lnTo>
                  <a:lnTo>
                    <a:pt x="951557" y="1227444"/>
                  </a:lnTo>
                  <a:lnTo>
                    <a:pt x="951587" y="1227437"/>
                  </a:lnTo>
                  <a:lnTo>
                    <a:pt x="951599" y="1227428"/>
                  </a:lnTo>
                  <a:lnTo>
                    <a:pt x="951600" y="1227423"/>
                  </a:lnTo>
                  <a:lnTo>
                    <a:pt x="951602" y="1227415"/>
                  </a:lnTo>
                  <a:lnTo>
                    <a:pt x="951605" y="1227389"/>
                  </a:lnTo>
                  <a:lnTo>
                    <a:pt x="951610" y="1227374"/>
                  </a:lnTo>
                  <a:lnTo>
                    <a:pt x="951610" y="1227364"/>
                  </a:lnTo>
                  <a:lnTo>
                    <a:pt x="951606" y="1227359"/>
                  </a:lnTo>
                  <a:lnTo>
                    <a:pt x="951600" y="1227356"/>
                  </a:lnTo>
                  <a:lnTo>
                    <a:pt x="951588" y="1227354"/>
                  </a:lnTo>
                  <a:lnTo>
                    <a:pt x="951574" y="1227354"/>
                  </a:lnTo>
                  <a:lnTo>
                    <a:pt x="951566" y="1227346"/>
                  </a:lnTo>
                  <a:lnTo>
                    <a:pt x="951559" y="1227328"/>
                  </a:lnTo>
                  <a:lnTo>
                    <a:pt x="951559" y="1227321"/>
                  </a:lnTo>
                  <a:lnTo>
                    <a:pt x="951559" y="1227296"/>
                  </a:lnTo>
                  <a:lnTo>
                    <a:pt x="951560" y="1227283"/>
                  </a:lnTo>
                  <a:lnTo>
                    <a:pt x="951562" y="1227266"/>
                  </a:lnTo>
                  <a:lnTo>
                    <a:pt x="951564" y="1227251"/>
                  </a:lnTo>
                  <a:lnTo>
                    <a:pt x="951565" y="1227219"/>
                  </a:lnTo>
                  <a:lnTo>
                    <a:pt x="951579" y="1227195"/>
                  </a:lnTo>
                  <a:lnTo>
                    <a:pt x="951589" y="1227189"/>
                  </a:lnTo>
                  <a:lnTo>
                    <a:pt x="951613" y="1227180"/>
                  </a:lnTo>
                  <a:lnTo>
                    <a:pt x="951638" y="1227175"/>
                  </a:lnTo>
                  <a:lnTo>
                    <a:pt x="951657" y="1227173"/>
                  </a:lnTo>
                  <a:lnTo>
                    <a:pt x="951662" y="1227175"/>
                  </a:lnTo>
                  <a:lnTo>
                    <a:pt x="951686" y="1227180"/>
                  </a:lnTo>
                  <a:lnTo>
                    <a:pt x="951711" y="1227181"/>
                  </a:lnTo>
                  <a:lnTo>
                    <a:pt x="951735" y="1227178"/>
                  </a:lnTo>
                  <a:lnTo>
                    <a:pt x="951752" y="1227164"/>
                  </a:lnTo>
                  <a:lnTo>
                    <a:pt x="951756" y="1227156"/>
                  </a:lnTo>
                  <a:lnTo>
                    <a:pt x="951764" y="1227142"/>
                  </a:lnTo>
                  <a:lnTo>
                    <a:pt x="951776" y="1227131"/>
                  </a:lnTo>
                  <a:lnTo>
                    <a:pt x="951800" y="1227112"/>
                  </a:lnTo>
                  <a:lnTo>
                    <a:pt x="951813" y="1227102"/>
                  </a:lnTo>
                  <a:lnTo>
                    <a:pt x="951824" y="1227097"/>
                  </a:lnTo>
                  <a:lnTo>
                    <a:pt x="951849" y="1227097"/>
                  </a:lnTo>
                  <a:lnTo>
                    <a:pt x="951873" y="1227095"/>
                  </a:lnTo>
                  <a:lnTo>
                    <a:pt x="951897" y="1227097"/>
                  </a:lnTo>
                  <a:lnTo>
                    <a:pt x="951922" y="1227096"/>
                  </a:lnTo>
                  <a:lnTo>
                    <a:pt x="951946" y="1227095"/>
                  </a:lnTo>
                  <a:lnTo>
                    <a:pt x="951970" y="1227091"/>
                  </a:lnTo>
                  <a:lnTo>
                    <a:pt x="951982" y="1227088"/>
                  </a:lnTo>
                  <a:lnTo>
                    <a:pt x="951995" y="1227088"/>
                  </a:lnTo>
                  <a:lnTo>
                    <a:pt x="952019" y="1227086"/>
                  </a:lnTo>
                  <a:lnTo>
                    <a:pt x="952044" y="1227081"/>
                  </a:lnTo>
                  <a:lnTo>
                    <a:pt x="952068" y="1227077"/>
                  </a:lnTo>
                  <a:lnTo>
                    <a:pt x="952076" y="1227074"/>
                  </a:lnTo>
                  <a:lnTo>
                    <a:pt x="952082" y="1227067"/>
                  </a:lnTo>
                  <a:lnTo>
                    <a:pt x="952087" y="1227057"/>
                  </a:lnTo>
                  <a:lnTo>
                    <a:pt x="952092" y="1227045"/>
                  </a:lnTo>
                  <a:lnTo>
                    <a:pt x="952094" y="1227032"/>
                  </a:lnTo>
                  <a:lnTo>
                    <a:pt x="952108" y="1226941"/>
                  </a:lnTo>
                  <a:lnTo>
                    <a:pt x="952122" y="1226916"/>
                  </a:lnTo>
                  <a:lnTo>
                    <a:pt x="952143" y="1226891"/>
                  </a:lnTo>
                  <a:lnTo>
                    <a:pt x="952166" y="1226865"/>
                  </a:lnTo>
                  <a:lnTo>
                    <a:pt x="952188" y="1226842"/>
                  </a:lnTo>
                  <a:lnTo>
                    <a:pt x="952209" y="1226820"/>
                  </a:lnTo>
                  <a:lnTo>
                    <a:pt x="952232" y="1226795"/>
                  </a:lnTo>
                  <a:lnTo>
                    <a:pt x="952250" y="1226776"/>
                  </a:lnTo>
                  <a:lnTo>
                    <a:pt x="952251" y="1226771"/>
                  </a:lnTo>
                  <a:lnTo>
                    <a:pt x="952261" y="1226751"/>
                  </a:lnTo>
                  <a:lnTo>
                    <a:pt x="952261" y="1226746"/>
                  </a:lnTo>
                  <a:lnTo>
                    <a:pt x="952259" y="1226734"/>
                  </a:lnTo>
                  <a:lnTo>
                    <a:pt x="952249" y="1226721"/>
                  </a:lnTo>
                  <a:lnTo>
                    <a:pt x="952233" y="1226696"/>
                  </a:lnTo>
                  <a:lnTo>
                    <a:pt x="952231" y="1226688"/>
                  </a:lnTo>
                  <a:lnTo>
                    <a:pt x="952239" y="1226671"/>
                  </a:lnTo>
                  <a:lnTo>
                    <a:pt x="952260" y="1226647"/>
                  </a:lnTo>
                  <a:lnTo>
                    <a:pt x="952265" y="1226642"/>
                  </a:lnTo>
                  <a:lnTo>
                    <a:pt x="952280" y="1226635"/>
                  </a:lnTo>
                  <a:lnTo>
                    <a:pt x="952285" y="1226635"/>
                  </a:lnTo>
                  <a:lnTo>
                    <a:pt x="952294" y="1226632"/>
                  </a:lnTo>
                  <a:lnTo>
                    <a:pt x="952307" y="1226633"/>
                  </a:lnTo>
                  <a:lnTo>
                    <a:pt x="952334" y="1226642"/>
                  </a:lnTo>
                  <a:lnTo>
                    <a:pt x="952353" y="1226655"/>
                  </a:lnTo>
                  <a:lnTo>
                    <a:pt x="952358" y="1226655"/>
                  </a:lnTo>
                  <a:lnTo>
                    <a:pt x="952363" y="1226655"/>
                  </a:lnTo>
                  <a:lnTo>
                    <a:pt x="952367" y="1226650"/>
                  </a:lnTo>
                  <a:lnTo>
                    <a:pt x="952376" y="1226635"/>
                  </a:lnTo>
                  <a:lnTo>
                    <a:pt x="952382" y="1226621"/>
                  </a:lnTo>
                  <a:lnTo>
                    <a:pt x="952392" y="1226610"/>
                  </a:lnTo>
                  <a:lnTo>
                    <a:pt x="952416" y="1226586"/>
                  </a:lnTo>
                  <a:lnTo>
                    <a:pt x="952431" y="1226574"/>
                  </a:lnTo>
                  <a:lnTo>
                    <a:pt x="952434" y="1226564"/>
                  </a:lnTo>
                  <a:lnTo>
                    <a:pt x="952432" y="1226539"/>
                  </a:lnTo>
                  <a:lnTo>
                    <a:pt x="952425" y="1226514"/>
                  </a:lnTo>
                  <a:lnTo>
                    <a:pt x="952412" y="1226466"/>
                  </a:lnTo>
                  <a:lnTo>
                    <a:pt x="952407" y="1226440"/>
                  </a:lnTo>
                  <a:lnTo>
                    <a:pt x="952404" y="1226422"/>
                  </a:lnTo>
                  <a:lnTo>
                    <a:pt x="952405" y="1226416"/>
                  </a:lnTo>
                  <a:lnTo>
                    <a:pt x="952417" y="1226390"/>
                  </a:lnTo>
                  <a:lnTo>
                    <a:pt x="952423" y="1226365"/>
                  </a:lnTo>
                  <a:lnTo>
                    <a:pt x="952427" y="1226340"/>
                  </a:lnTo>
                  <a:lnTo>
                    <a:pt x="952434" y="1226315"/>
                  </a:lnTo>
                  <a:lnTo>
                    <a:pt x="952444" y="1226290"/>
                  </a:lnTo>
                  <a:lnTo>
                    <a:pt x="952451" y="1226265"/>
                  </a:lnTo>
                  <a:lnTo>
                    <a:pt x="952461" y="1226239"/>
                  </a:lnTo>
                  <a:lnTo>
                    <a:pt x="952471" y="1226214"/>
                  </a:lnTo>
                  <a:lnTo>
                    <a:pt x="952483" y="1226189"/>
                  </a:lnTo>
                  <a:lnTo>
                    <a:pt x="952495" y="1226164"/>
                  </a:lnTo>
                  <a:lnTo>
                    <a:pt x="952503" y="1226139"/>
                  </a:lnTo>
                  <a:lnTo>
                    <a:pt x="952511" y="1226114"/>
                  </a:lnTo>
                  <a:lnTo>
                    <a:pt x="952522" y="1226088"/>
                  </a:lnTo>
                  <a:lnTo>
                    <a:pt x="952530" y="1226063"/>
                  </a:lnTo>
                  <a:lnTo>
                    <a:pt x="952540" y="1226045"/>
                  </a:lnTo>
                  <a:lnTo>
                    <a:pt x="952546" y="1226038"/>
                  </a:lnTo>
                  <a:lnTo>
                    <a:pt x="952570" y="1226023"/>
                  </a:lnTo>
                  <a:lnTo>
                    <a:pt x="952580" y="1226016"/>
                  </a:lnTo>
                  <a:lnTo>
                    <a:pt x="952586" y="1226008"/>
                  </a:lnTo>
                  <a:lnTo>
                    <a:pt x="952590" y="1226001"/>
                  </a:lnTo>
                  <a:lnTo>
                    <a:pt x="952599" y="1225976"/>
                  </a:lnTo>
                  <a:lnTo>
                    <a:pt x="952601" y="1225954"/>
                  </a:lnTo>
                  <a:lnTo>
                    <a:pt x="952597" y="1225951"/>
                  </a:lnTo>
                  <a:lnTo>
                    <a:pt x="952591" y="1225941"/>
                  </a:lnTo>
                  <a:lnTo>
                    <a:pt x="952581" y="1225934"/>
                  </a:lnTo>
                  <a:lnTo>
                    <a:pt x="952576" y="1225932"/>
                  </a:lnTo>
                  <a:lnTo>
                    <a:pt x="952557" y="1225921"/>
                  </a:lnTo>
                  <a:lnTo>
                    <a:pt x="952553" y="1225916"/>
                  </a:lnTo>
                  <a:lnTo>
                    <a:pt x="952547" y="1225904"/>
                  </a:lnTo>
                  <a:lnTo>
                    <a:pt x="952543" y="1225891"/>
                  </a:lnTo>
                  <a:lnTo>
                    <a:pt x="952540" y="1225865"/>
                  </a:lnTo>
                  <a:lnTo>
                    <a:pt x="952533" y="1225841"/>
                  </a:lnTo>
                  <a:lnTo>
                    <a:pt x="952523" y="1225815"/>
                  </a:lnTo>
                  <a:lnTo>
                    <a:pt x="952514" y="1225791"/>
                  </a:lnTo>
                  <a:lnTo>
                    <a:pt x="952505" y="1225765"/>
                  </a:lnTo>
                  <a:lnTo>
                    <a:pt x="952499" y="1225752"/>
                  </a:lnTo>
                  <a:lnTo>
                    <a:pt x="952489" y="1225740"/>
                  </a:lnTo>
                  <a:lnTo>
                    <a:pt x="952471" y="1225715"/>
                  </a:lnTo>
                  <a:lnTo>
                    <a:pt x="952458" y="1225690"/>
                  </a:lnTo>
                  <a:lnTo>
                    <a:pt x="952446" y="1225665"/>
                  </a:lnTo>
                  <a:lnTo>
                    <a:pt x="952430" y="1225649"/>
                  </a:lnTo>
                  <a:lnTo>
                    <a:pt x="952423" y="1225646"/>
                  </a:lnTo>
                  <a:lnTo>
                    <a:pt x="952399" y="1225632"/>
                  </a:lnTo>
                  <a:lnTo>
                    <a:pt x="952374" y="1225624"/>
                  </a:lnTo>
                  <a:lnTo>
                    <a:pt x="952366" y="1225619"/>
                  </a:lnTo>
                  <a:lnTo>
                    <a:pt x="952360" y="1225611"/>
                  </a:lnTo>
                  <a:lnTo>
                    <a:pt x="952358" y="1225602"/>
                  </a:lnTo>
                  <a:lnTo>
                    <a:pt x="952356" y="1225577"/>
                  </a:lnTo>
                  <a:lnTo>
                    <a:pt x="952354" y="1225552"/>
                  </a:lnTo>
                  <a:lnTo>
                    <a:pt x="952353" y="1225527"/>
                  </a:lnTo>
                  <a:lnTo>
                    <a:pt x="952352" y="1225502"/>
                  </a:lnTo>
                  <a:lnTo>
                    <a:pt x="952354" y="1225482"/>
                  </a:lnTo>
                  <a:lnTo>
                    <a:pt x="952357" y="1225477"/>
                  </a:lnTo>
                  <a:lnTo>
                    <a:pt x="952367" y="1225452"/>
                  </a:lnTo>
                  <a:lnTo>
                    <a:pt x="952365" y="1225433"/>
                  </a:lnTo>
                  <a:lnTo>
                    <a:pt x="952359" y="1225424"/>
                  </a:lnTo>
                  <a:lnTo>
                    <a:pt x="952352" y="1225402"/>
                  </a:lnTo>
                  <a:lnTo>
                    <a:pt x="952350" y="1225395"/>
                  </a:lnTo>
                  <a:lnTo>
                    <a:pt x="952351" y="1225386"/>
                  </a:lnTo>
                  <a:lnTo>
                    <a:pt x="952354" y="1225376"/>
                  </a:lnTo>
                  <a:lnTo>
                    <a:pt x="952362" y="1225364"/>
                  </a:lnTo>
                  <a:lnTo>
                    <a:pt x="952362" y="1225351"/>
                  </a:lnTo>
                  <a:lnTo>
                    <a:pt x="952361" y="1225326"/>
                  </a:lnTo>
                  <a:lnTo>
                    <a:pt x="952367" y="1225301"/>
                  </a:lnTo>
                  <a:lnTo>
                    <a:pt x="952377" y="1225276"/>
                  </a:lnTo>
                  <a:lnTo>
                    <a:pt x="952380" y="1225264"/>
                  </a:lnTo>
                  <a:lnTo>
                    <a:pt x="952380" y="1225251"/>
                  </a:lnTo>
                  <a:lnTo>
                    <a:pt x="952375" y="1225237"/>
                  </a:lnTo>
                  <a:lnTo>
                    <a:pt x="952367" y="1225226"/>
                  </a:lnTo>
                  <a:lnTo>
                    <a:pt x="952348" y="1225201"/>
                  </a:lnTo>
                  <a:lnTo>
                    <a:pt x="952343" y="1225196"/>
                  </a:lnTo>
                  <a:lnTo>
                    <a:pt x="952333" y="1225176"/>
                  </a:lnTo>
                  <a:lnTo>
                    <a:pt x="952324" y="1225151"/>
                  </a:lnTo>
                  <a:lnTo>
                    <a:pt x="952321" y="1225136"/>
                  </a:lnTo>
                  <a:lnTo>
                    <a:pt x="952326" y="1225125"/>
                  </a:lnTo>
                  <a:lnTo>
                    <a:pt x="952337" y="1225101"/>
                  </a:lnTo>
                  <a:lnTo>
                    <a:pt x="952347" y="1225075"/>
                  </a:lnTo>
                  <a:lnTo>
                    <a:pt x="952347" y="1225057"/>
                  </a:lnTo>
                  <a:lnTo>
                    <a:pt x="952338" y="1225029"/>
                  </a:lnTo>
                  <a:lnTo>
                    <a:pt x="952335" y="1225025"/>
                  </a:lnTo>
                  <a:lnTo>
                    <a:pt x="952322" y="1225000"/>
                  </a:lnTo>
                  <a:lnTo>
                    <a:pt x="952319" y="1224975"/>
                  </a:lnTo>
                  <a:lnTo>
                    <a:pt x="952315" y="1224961"/>
                  </a:lnTo>
                  <a:lnTo>
                    <a:pt x="952305" y="1224950"/>
                  </a:lnTo>
                  <a:lnTo>
                    <a:pt x="952295" y="1224941"/>
                  </a:lnTo>
                  <a:lnTo>
                    <a:pt x="952289" y="1224932"/>
                  </a:lnTo>
                  <a:lnTo>
                    <a:pt x="952287" y="1224926"/>
                  </a:lnTo>
                  <a:lnTo>
                    <a:pt x="952280" y="1224902"/>
                  </a:lnTo>
                  <a:lnTo>
                    <a:pt x="952272" y="1224876"/>
                  </a:lnTo>
                  <a:lnTo>
                    <a:pt x="952261" y="1224851"/>
                  </a:lnTo>
                  <a:lnTo>
                    <a:pt x="952246" y="1224826"/>
                  </a:lnTo>
                  <a:lnTo>
                    <a:pt x="952231" y="1224801"/>
                  </a:lnTo>
                  <a:lnTo>
                    <a:pt x="952211" y="1224776"/>
                  </a:lnTo>
                  <a:lnTo>
                    <a:pt x="952192" y="1224761"/>
                  </a:lnTo>
                  <a:lnTo>
                    <a:pt x="952190" y="1224757"/>
                  </a:lnTo>
                  <a:lnTo>
                    <a:pt x="952189" y="1224746"/>
                  </a:lnTo>
                  <a:lnTo>
                    <a:pt x="952190" y="1224740"/>
                  </a:lnTo>
                  <a:lnTo>
                    <a:pt x="952193" y="1224731"/>
                  </a:lnTo>
                  <a:lnTo>
                    <a:pt x="952200" y="1224718"/>
                  </a:lnTo>
                  <a:lnTo>
                    <a:pt x="952200" y="1224713"/>
                  </a:lnTo>
                  <a:lnTo>
                    <a:pt x="952200" y="1224706"/>
                  </a:lnTo>
                  <a:lnTo>
                    <a:pt x="952195" y="1224681"/>
                  </a:lnTo>
                  <a:lnTo>
                    <a:pt x="952195" y="1224656"/>
                  </a:lnTo>
                  <a:lnTo>
                    <a:pt x="952196" y="1224631"/>
                  </a:lnTo>
                  <a:lnTo>
                    <a:pt x="952196" y="1224611"/>
                  </a:lnTo>
                  <a:lnTo>
                    <a:pt x="952173" y="1224551"/>
                  </a:lnTo>
                  <a:lnTo>
                    <a:pt x="952161" y="1224526"/>
                  </a:lnTo>
                  <a:lnTo>
                    <a:pt x="952148" y="1224501"/>
                  </a:lnTo>
                  <a:lnTo>
                    <a:pt x="952133" y="1224475"/>
                  </a:lnTo>
                  <a:lnTo>
                    <a:pt x="952118" y="1224451"/>
                  </a:lnTo>
                  <a:lnTo>
                    <a:pt x="952107" y="1224425"/>
                  </a:lnTo>
                  <a:lnTo>
                    <a:pt x="952095" y="1224401"/>
                  </a:lnTo>
                  <a:lnTo>
                    <a:pt x="952082" y="1224375"/>
                  </a:lnTo>
                  <a:lnTo>
                    <a:pt x="952071" y="1224351"/>
                  </a:lnTo>
                  <a:lnTo>
                    <a:pt x="952061" y="1224325"/>
                  </a:lnTo>
                  <a:lnTo>
                    <a:pt x="952053" y="1224300"/>
                  </a:lnTo>
                  <a:lnTo>
                    <a:pt x="952049" y="1224287"/>
                  </a:lnTo>
                  <a:lnTo>
                    <a:pt x="952043" y="1224275"/>
                  </a:lnTo>
                  <a:lnTo>
                    <a:pt x="952025" y="1224250"/>
                  </a:lnTo>
                  <a:lnTo>
                    <a:pt x="952023" y="1224245"/>
                  </a:lnTo>
                  <a:lnTo>
                    <a:pt x="952026" y="1224235"/>
                  </a:lnTo>
                  <a:lnTo>
                    <a:pt x="952031" y="1224225"/>
                  </a:lnTo>
                  <a:lnTo>
                    <a:pt x="952034" y="1224205"/>
                  </a:lnTo>
                  <a:lnTo>
                    <a:pt x="952032" y="1224200"/>
                  </a:lnTo>
                  <a:lnTo>
                    <a:pt x="952031" y="1224190"/>
                  </a:lnTo>
                  <a:lnTo>
                    <a:pt x="952026" y="1224182"/>
                  </a:lnTo>
                  <a:lnTo>
                    <a:pt x="952021" y="1224175"/>
                  </a:lnTo>
                  <a:lnTo>
                    <a:pt x="952014" y="1224160"/>
                  </a:lnTo>
                  <a:lnTo>
                    <a:pt x="952016" y="1224150"/>
                  </a:lnTo>
                  <a:lnTo>
                    <a:pt x="952022" y="1224131"/>
                  </a:lnTo>
                  <a:lnTo>
                    <a:pt x="952022" y="1224125"/>
                  </a:lnTo>
                  <a:lnTo>
                    <a:pt x="952021" y="1224100"/>
                  </a:lnTo>
                  <a:lnTo>
                    <a:pt x="952019" y="1224075"/>
                  </a:lnTo>
                  <a:lnTo>
                    <a:pt x="952014" y="1224056"/>
                  </a:lnTo>
                  <a:lnTo>
                    <a:pt x="952009" y="1224050"/>
                  </a:lnTo>
                  <a:lnTo>
                    <a:pt x="951992" y="1224025"/>
                  </a:lnTo>
                  <a:lnTo>
                    <a:pt x="951971" y="1224000"/>
                  </a:lnTo>
                  <a:lnTo>
                    <a:pt x="951946" y="1223977"/>
                  </a:lnTo>
                  <a:lnTo>
                    <a:pt x="951922" y="1223958"/>
                  </a:lnTo>
                  <a:lnTo>
                    <a:pt x="951897" y="1223943"/>
                  </a:lnTo>
                  <a:lnTo>
                    <a:pt x="951873" y="1223932"/>
                  </a:lnTo>
                  <a:lnTo>
                    <a:pt x="951852" y="1223925"/>
                  </a:lnTo>
                  <a:lnTo>
                    <a:pt x="951849" y="1223922"/>
                  </a:lnTo>
                  <a:lnTo>
                    <a:pt x="951843" y="1223910"/>
                  </a:lnTo>
                  <a:lnTo>
                    <a:pt x="951842" y="1223897"/>
                  </a:lnTo>
                  <a:lnTo>
                    <a:pt x="951843" y="1223872"/>
                  </a:lnTo>
                  <a:lnTo>
                    <a:pt x="951843" y="1223847"/>
                  </a:lnTo>
                  <a:lnTo>
                    <a:pt x="951841" y="1223821"/>
                  </a:lnTo>
                  <a:lnTo>
                    <a:pt x="951840" y="1223797"/>
                  </a:lnTo>
                  <a:lnTo>
                    <a:pt x="951836" y="1223771"/>
                  </a:lnTo>
                  <a:lnTo>
                    <a:pt x="951838" y="1223746"/>
                  </a:lnTo>
                  <a:lnTo>
                    <a:pt x="951841" y="1223721"/>
                  </a:lnTo>
                  <a:lnTo>
                    <a:pt x="951834" y="1223696"/>
                  </a:lnTo>
                  <a:lnTo>
                    <a:pt x="951816" y="1223684"/>
                  </a:lnTo>
                  <a:lnTo>
                    <a:pt x="951801" y="1223658"/>
                  </a:lnTo>
                  <a:lnTo>
                    <a:pt x="951810" y="1223649"/>
                  </a:lnTo>
                  <a:lnTo>
                    <a:pt x="951821" y="1223651"/>
                  </a:lnTo>
                  <a:lnTo>
                    <a:pt x="951845" y="1223653"/>
                  </a:lnTo>
                  <a:lnTo>
                    <a:pt x="951870" y="1223650"/>
                  </a:lnTo>
                  <a:lnTo>
                    <a:pt x="951894" y="1223655"/>
                  </a:lnTo>
                  <a:lnTo>
                    <a:pt x="951902" y="1223655"/>
                  </a:lnTo>
                  <a:lnTo>
                    <a:pt x="951918" y="1223642"/>
                  </a:lnTo>
                  <a:lnTo>
                    <a:pt x="951926" y="1223635"/>
                  </a:lnTo>
                  <a:lnTo>
                    <a:pt x="951943" y="1223628"/>
                  </a:lnTo>
                  <a:lnTo>
                    <a:pt x="951947" y="1223628"/>
                  </a:lnTo>
                  <a:lnTo>
                    <a:pt x="951967" y="1223640"/>
                  </a:lnTo>
                  <a:lnTo>
                    <a:pt x="951992" y="1223653"/>
                  </a:lnTo>
                  <a:lnTo>
                    <a:pt x="951998" y="1223653"/>
                  </a:lnTo>
                  <a:lnTo>
                    <a:pt x="952016" y="1223645"/>
                  </a:lnTo>
                  <a:lnTo>
                    <a:pt x="952040" y="1223626"/>
                  </a:lnTo>
                  <a:lnTo>
                    <a:pt x="952064" y="1223608"/>
                  </a:lnTo>
                  <a:lnTo>
                    <a:pt x="952069" y="1223607"/>
                  </a:lnTo>
                  <a:lnTo>
                    <a:pt x="952076" y="1223614"/>
                  </a:lnTo>
                  <a:lnTo>
                    <a:pt x="952079" y="1223626"/>
                  </a:lnTo>
                  <a:lnTo>
                    <a:pt x="952081" y="1223634"/>
                  </a:lnTo>
                  <a:lnTo>
                    <a:pt x="952087" y="1223642"/>
                  </a:lnTo>
                  <a:lnTo>
                    <a:pt x="952096" y="1223647"/>
                  </a:lnTo>
                  <a:lnTo>
                    <a:pt x="952109" y="1223647"/>
                  </a:lnTo>
                  <a:lnTo>
                    <a:pt x="952120" y="1223651"/>
                  </a:lnTo>
                  <a:lnTo>
                    <a:pt x="952145" y="1223657"/>
                  </a:lnTo>
                  <a:lnTo>
                    <a:pt x="952169" y="1223655"/>
                  </a:lnTo>
                  <a:lnTo>
                    <a:pt x="952193" y="1223648"/>
                  </a:lnTo>
                  <a:lnTo>
                    <a:pt x="952200" y="1223648"/>
                  </a:lnTo>
                  <a:lnTo>
                    <a:pt x="952208" y="1223655"/>
                  </a:lnTo>
                  <a:lnTo>
                    <a:pt x="952215" y="1223665"/>
                  </a:lnTo>
                  <a:lnTo>
                    <a:pt x="952234" y="1223690"/>
                  </a:lnTo>
                  <a:lnTo>
                    <a:pt x="952241" y="1223695"/>
                  </a:lnTo>
                  <a:lnTo>
                    <a:pt x="952249" y="1223698"/>
                  </a:lnTo>
                  <a:lnTo>
                    <a:pt x="952254" y="1223699"/>
                  </a:lnTo>
                  <a:lnTo>
                    <a:pt x="952260" y="1223700"/>
                  </a:lnTo>
                  <a:lnTo>
                    <a:pt x="952283" y="1223698"/>
                  </a:lnTo>
                  <a:lnTo>
                    <a:pt x="952307" y="1223693"/>
                  </a:lnTo>
                  <a:lnTo>
                    <a:pt x="952315" y="1223691"/>
                  </a:lnTo>
                  <a:lnTo>
                    <a:pt x="952332" y="1223693"/>
                  </a:lnTo>
                  <a:lnTo>
                    <a:pt x="952356" y="1223698"/>
                  </a:lnTo>
                  <a:lnTo>
                    <a:pt x="952369" y="1223696"/>
                  </a:lnTo>
                  <a:lnTo>
                    <a:pt x="952374" y="1223694"/>
                  </a:lnTo>
                  <a:lnTo>
                    <a:pt x="952379" y="1223687"/>
                  </a:lnTo>
                  <a:lnTo>
                    <a:pt x="952401" y="1223664"/>
                  </a:lnTo>
                  <a:lnTo>
                    <a:pt x="952415" y="1223652"/>
                  </a:lnTo>
                  <a:lnTo>
                    <a:pt x="952426" y="1223660"/>
                  </a:lnTo>
                  <a:lnTo>
                    <a:pt x="952444" y="1223685"/>
                  </a:lnTo>
                  <a:lnTo>
                    <a:pt x="952447" y="1223692"/>
                  </a:lnTo>
                  <a:lnTo>
                    <a:pt x="952465" y="1223709"/>
                  </a:lnTo>
                  <a:lnTo>
                    <a:pt x="952469" y="1223714"/>
                  </a:lnTo>
                  <a:lnTo>
                    <a:pt x="952470" y="1223734"/>
                  </a:lnTo>
                  <a:lnTo>
                    <a:pt x="952469" y="1223759"/>
                  </a:lnTo>
                  <a:lnTo>
                    <a:pt x="952469" y="1223784"/>
                  </a:lnTo>
                  <a:lnTo>
                    <a:pt x="952469" y="1223809"/>
                  </a:lnTo>
                  <a:lnTo>
                    <a:pt x="952473" y="1223834"/>
                  </a:lnTo>
                  <a:lnTo>
                    <a:pt x="952474" y="1223839"/>
                  </a:lnTo>
                  <a:lnTo>
                    <a:pt x="952494" y="1223858"/>
                  </a:lnTo>
                  <a:lnTo>
                    <a:pt x="952505" y="1223863"/>
                  </a:lnTo>
                  <a:lnTo>
                    <a:pt x="952518" y="1223872"/>
                  </a:lnTo>
                  <a:lnTo>
                    <a:pt x="952523" y="1223878"/>
                  </a:lnTo>
                  <a:lnTo>
                    <a:pt x="952533" y="1223897"/>
                  </a:lnTo>
                  <a:lnTo>
                    <a:pt x="952537" y="1223923"/>
                  </a:lnTo>
                  <a:lnTo>
                    <a:pt x="952537" y="1223947"/>
                  </a:lnTo>
                  <a:lnTo>
                    <a:pt x="952528" y="1223973"/>
                  </a:lnTo>
                  <a:lnTo>
                    <a:pt x="952526" y="1223998"/>
                  </a:lnTo>
                  <a:lnTo>
                    <a:pt x="952526" y="1224011"/>
                  </a:lnTo>
                  <a:lnTo>
                    <a:pt x="952529" y="1224023"/>
                  </a:lnTo>
                  <a:lnTo>
                    <a:pt x="952532" y="1224028"/>
                  </a:lnTo>
                  <a:lnTo>
                    <a:pt x="952539" y="1224035"/>
                  </a:lnTo>
                  <a:lnTo>
                    <a:pt x="952552" y="1224041"/>
                  </a:lnTo>
                  <a:lnTo>
                    <a:pt x="952576" y="1224044"/>
                  </a:lnTo>
                  <a:lnTo>
                    <a:pt x="952601" y="1224046"/>
                  </a:lnTo>
                  <a:lnTo>
                    <a:pt x="952625" y="1224054"/>
                  </a:lnTo>
                  <a:lnTo>
                    <a:pt x="952633" y="1224061"/>
                  </a:lnTo>
                  <a:lnTo>
                    <a:pt x="952637" y="1224064"/>
                  </a:lnTo>
                  <a:lnTo>
                    <a:pt x="952640" y="1224078"/>
                  </a:lnTo>
                  <a:lnTo>
                    <a:pt x="952640" y="1224103"/>
                  </a:lnTo>
                  <a:lnTo>
                    <a:pt x="952645" y="1224128"/>
                  </a:lnTo>
                  <a:lnTo>
                    <a:pt x="952660" y="1224153"/>
                  </a:lnTo>
                  <a:lnTo>
                    <a:pt x="952673" y="1224178"/>
                  </a:lnTo>
                  <a:lnTo>
                    <a:pt x="952683" y="1224188"/>
                  </a:lnTo>
                  <a:lnTo>
                    <a:pt x="952689" y="1224193"/>
                  </a:lnTo>
                  <a:lnTo>
                    <a:pt x="952699" y="1224194"/>
                  </a:lnTo>
                  <a:lnTo>
                    <a:pt x="952722" y="1224193"/>
                  </a:lnTo>
                  <a:lnTo>
                    <a:pt x="952728" y="1224191"/>
                  </a:lnTo>
                  <a:lnTo>
                    <a:pt x="952746" y="1224177"/>
                  </a:lnTo>
                  <a:lnTo>
                    <a:pt x="952770" y="1224159"/>
                  </a:lnTo>
                  <a:lnTo>
                    <a:pt x="952795" y="1224147"/>
                  </a:lnTo>
                  <a:lnTo>
                    <a:pt x="952801" y="1224143"/>
                  </a:lnTo>
                  <a:lnTo>
                    <a:pt x="952819" y="1224142"/>
                  </a:lnTo>
                  <a:lnTo>
                    <a:pt x="952843" y="1224140"/>
                  </a:lnTo>
                  <a:lnTo>
                    <a:pt x="952868" y="1224141"/>
                  </a:lnTo>
                  <a:lnTo>
                    <a:pt x="952892" y="1224143"/>
                  </a:lnTo>
                  <a:lnTo>
                    <a:pt x="952917" y="1224146"/>
                  </a:lnTo>
                  <a:lnTo>
                    <a:pt x="952941" y="1224149"/>
                  </a:lnTo>
                  <a:lnTo>
                    <a:pt x="952966" y="1224152"/>
                  </a:lnTo>
                  <a:lnTo>
                    <a:pt x="952990" y="1224157"/>
                  </a:lnTo>
                  <a:lnTo>
                    <a:pt x="953014" y="1224169"/>
                  </a:lnTo>
                  <a:lnTo>
                    <a:pt x="953039" y="1224172"/>
                  </a:lnTo>
                  <a:lnTo>
                    <a:pt x="953063" y="1224173"/>
                  </a:lnTo>
                  <a:lnTo>
                    <a:pt x="953087" y="1224173"/>
                  </a:lnTo>
                  <a:lnTo>
                    <a:pt x="953101" y="1224173"/>
                  </a:lnTo>
                  <a:lnTo>
                    <a:pt x="953112" y="1224167"/>
                  </a:lnTo>
                  <a:lnTo>
                    <a:pt x="953128" y="1224141"/>
                  </a:lnTo>
                  <a:lnTo>
                    <a:pt x="953144" y="1224116"/>
                  </a:lnTo>
                  <a:lnTo>
                    <a:pt x="953160" y="1224091"/>
                  </a:lnTo>
                  <a:lnTo>
                    <a:pt x="953178" y="1224066"/>
                  </a:lnTo>
                  <a:lnTo>
                    <a:pt x="953197" y="1224041"/>
                  </a:lnTo>
                  <a:lnTo>
                    <a:pt x="953215" y="1224016"/>
                  </a:lnTo>
                  <a:lnTo>
                    <a:pt x="953236" y="1223990"/>
                  </a:lnTo>
                  <a:lnTo>
                    <a:pt x="953257" y="1223965"/>
                  </a:lnTo>
                  <a:lnTo>
                    <a:pt x="953269" y="1223951"/>
                  </a:lnTo>
                  <a:lnTo>
                    <a:pt x="953280" y="1223953"/>
                  </a:lnTo>
                  <a:lnTo>
                    <a:pt x="953300" y="1223978"/>
                  </a:lnTo>
                  <a:lnTo>
                    <a:pt x="953324" y="1224001"/>
                  </a:lnTo>
                  <a:lnTo>
                    <a:pt x="953349" y="1224021"/>
                  </a:lnTo>
                  <a:lnTo>
                    <a:pt x="953373" y="1224036"/>
                  </a:lnTo>
                  <a:lnTo>
                    <a:pt x="953379" y="1224039"/>
                  </a:lnTo>
                  <a:lnTo>
                    <a:pt x="953397" y="1224041"/>
                  </a:lnTo>
                  <a:lnTo>
                    <a:pt x="953422" y="1224041"/>
                  </a:lnTo>
                  <a:lnTo>
                    <a:pt x="953446" y="1224046"/>
                  </a:lnTo>
                  <a:lnTo>
                    <a:pt x="953471" y="1224059"/>
                  </a:lnTo>
                  <a:lnTo>
                    <a:pt x="953495" y="1224072"/>
                  </a:lnTo>
                  <a:lnTo>
                    <a:pt x="953520" y="1224092"/>
                  </a:lnTo>
                  <a:lnTo>
                    <a:pt x="953544" y="1224102"/>
                  </a:lnTo>
                  <a:lnTo>
                    <a:pt x="953568" y="1224105"/>
                  </a:lnTo>
                  <a:lnTo>
                    <a:pt x="953593" y="1224110"/>
                  </a:lnTo>
                  <a:lnTo>
                    <a:pt x="953617" y="1224120"/>
                  </a:lnTo>
                  <a:lnTo>
                    <a:pt x="953627" y="1224123"/>
                  </a:lnTo>
                  <a:lnTo>
                    <a:pt x="953642" y="1224133"/>
                  </a:lnTo>
                  <a:lnTo>
                    <a:pt x="953649" y="1224137"/>
                  </a:lnTo>
                  <a:lnTo>
                    <a:pt x="953665" y="1224155"/>
                  </a:lnTo>
                  <a:lnTo>
                    <a:pt x="953673" y="1224167"/>
                  </a:lnTo>
                  <a:lnTo>
                    <a:pt x="953678" y="1224180"/>
                  </a:lnTo>
                  <a:lnTo>
                    <a:pt x="953688" y="1224205"/>
                  </a:lnTo>
                  <a:lnTo>
                    <a:pt x="953690" y="1224218"/>
                  </a:lnTo>
                  <a:lnTo>
                    <a:pt x="953688" y="1224230"/>
                  </a:lnTo>
                  <a:lnTo>
                    <a:pt x="953684" y="1224257"/>
                  </a:lnTo>
                  <a:lnTo>
                    <a:pt x="953685" y="1224280"/>
                  </a:lnTo>
                  <a:lnTo>
                    <a:pt x="953689" y="1224306"/>
                  </a:lnTo>
                  <a:lnTo>
                    <a:pt x="953688" y="1224331"/>
                  </a:lnTo>
                  <a:lnTo>
                    <a:pt x="953688" y="1224344"/>
                  </a:lnTo>
                  <a:lnTo>
                    <a:pt x="953692" y="1224355"/>
                  </a:lnTo>
                  <a:lnTo>
                    <a:pt x="953700" y="1224364"/>
                  </a:lnTo>
                  <a:lnTo>
                    <a:pt x="953707" y="1224367"/>
                  </a:lnTo>
                  <a:lnTo>
                    <a:pt x="953713" y="1224367"/>
                  </a:lnTo>
                  <a:lnTo>
                    <a:pt x="953716" y="1224364"/>
                  </a:lnTo>
                  <a:lnTo>
                    <a:pt x="953723" y="1224357"/>
                  </a:lnTo>
                  <a:lnTo>
                    <a:pt x="953728" y="1224345"/>
                  </a:lnTo>
                  <a:lnTo>
                    <a:pt x="953733" y="1224340"/>
                  </a:lnTo>
                  <a:lnTo>
                    <a:pt x="953747" y="1224315"/>
                  </a:lnTo>
                  <a:lnTo>
                    <a:pt x="953760" y="1224297"/>
                  </a:lnTo>
                  <a:lnTo>
                    <a:pt x="953767" y="1224292"/>
                  </a:lnTo>
                  <a:lnTo>
                    <a:pt x="953775" y="1224285"/>
                  </a:lnTo>
                  <a:lnTo>
                    <a:pt x="953791" y="1224278"/>
                  </a:lnTo>
                  <a:lnTo>
                    <a:pt x="953802" y="1224275"/>
                  </a:lnTo>
                  <a:lnTo>
                    <a:pt x="953815" y="1224276"/>
                  </a:lnTo>
                  <a:lnTo>
                    <a:pt x="953826" y="1224281"/>
                  </a:lnTo>
                  <a:lnTo>
                    <a:pt x="953839" y="1224283"/>
                  </a:lnTo>
                  <a:lnTo>
                    <a:pt x="953864" y="1224289"/>
                  </a:lnTo>
                  <a:lnTo>
                    <a:pt x="953888" y="1224298"/>
                  </a:lnTo>
                  <a:lnTo>
                    <a:pt x="953898" y="1224301"/>
                  </a:lnTo>
                  <a:lnTo>
                    <a:pt x="953913" y="1224313"/>
                  </a:lnTo>
                  <a:lnTo>
                    <a:pt x="953924" y="1224329"/>
                  </a:lnTo>
                  <a:lnTo>
                    <a:pt x="953932" y="1224336"/>
                  </a:lnTo>
                  <a:lnTo>
                    <a:pt x="953937" y="1224339"/>
                  </a:lnTo>
                  <a:lnTo>
                    <a:pt x="953957" y="1224339"/>
                  </a:lnTo>
                  <a:lnTo>
                    <a:pt x="953981" y="1224341"/>
                  </a:lnTo>
                  <a:lnTo>
                    <a:pt x="954006" y="1224342"/>
                  </a:lnTo>
                  <a:lnTo>
                    <a:pt x="954030" y="1224345"/>
                  </a:lnTo>
                  <a:lnTo>
                    <a:pt x="954055" y="1224347"/>
                  </a:lnTo>
                  <a:lnTo>
                    <a:pt x="954066" y="1224350"/>
                  </a:lnTo>
                  <a:lnTo>
                    <a:pt x="954079" y="1224350"/>
                  </a:lnTo>
                  <a:lnTo>
                    <a:pt x="954103" y="1224351"/>
                  </a:lnTo>
                  <a:lnTo>
                    <a:pt x="954128" y="1224356"/>
                  </a:lnTo>
                  <a:lnTo>
                    <a:pt x="954152" y="1224366"/>
                  </a:lnTo>
                  <a:lnTo>
                    <a:pt x="954159" y="1224368"/>
                  </a:lnTo>
                  <a:lnTo>
                    <a:pt x="954177" y="1224379"/>
                  </a:lnTo>
                  <a:lnTo>
                    <a:pt x="954182" y="1224386"/>
                  </a:lnTo>
                  <a:lnTo>
                    <a:pt x="954200" y="1224399"/>
                  </a:lnTo>
                  <a:lnTo>
                    <a:pt x="954224" y="1224404"/>
                  </a:lnTo>
                  <a:lnTo>
                    <a:pt x="954249" y="1224406"/>
                  </a:lnTo>
                  <a:lnTo>
                    <a:pt x="954273" y="1224409"/>
                  </a:lnTo>
                  <a:lnTo>
                    <a:pt x="954297" y="1224421"/>
                  </a:lnTo>
                  <a:lnTo>
                    <a:pt x="954322" y="1224435"/>
                  </a:lnTo>
                  <a:lnTo>
                    <a:pt x="954346" y="1224450"/>
                  </a:lnTo>
                  <a:lnTo>
                    <a:pt x="954371" y="1224462"/>
                  </a:lnTo>
                  <a:lnTo>
                    <a:pt x="954395" y="1224465"/>
                  </a:lnTo>
                  <a:lnTo>
                    <a:pt x="954419" y="1224467"/>
                  </a:lnTo>
                  <a:lnTo>
                    <a:pt x="954444" y="1224467"/>
                  </a:lnTo>
                  <a:lnTo>
                    <a:pt x="954468" y="1224473"/>
                  </a:lnTo>
                  <a:lnTo>
                    <a:pt x="954475" y="1224476"/>
                  </a:lnTo>
                  <a:lnTo>
                    <a:pt x="954493" y="1224478"/>
                  </a:lnTo>
                  <a:lnTo>
                    <a:pt x="954497" y="1224478"/>
                  </a:lnTo>
                  <a:lnTo>
                    <a:pt x="954502" y="1224475"/>
                  </a:lnTo>
                  <a:lnTo>
                    <a:pt x="954512" y="1224460"/>
                  </a:lnTo>
                  <a:lnTo>
                    <a:pt x="954535" y="1224436"/>
                  </a:lnTo>
                  <a:lnTo>
                    <a:pt x="954559" y="1224416"/>
                  </a:lnTo>
                  <a:lnTo>
                    <a:pt x="954583" y="1224401"/>
                  </a:lnTo>
                  <a:lnTo>
                    <a:pt x="954608" y="1224386"/>
                  </a:lnTo>
                  <a:lnTo>
                    <a:pt x="954614" y="1224380"/>
                  </a:lnTo>
                  <a:lnTo>
                    <a:pt x="954627" y="1224362"/>
                  </a:lnTo>
                  <a:lnTo>
                    <a:pt x="954643" y="1224337"/>
                  </a:lnTo>
                  <a:lnTo>
                    <a:pt x="954645" y="1224332"/>
                  </a:lnTo>
                  <a:lnTo>
                    <a:pt x="954664" y="1224315"/>
                  </a:lnTo>
                  <a:lnTo>
                    <a:pt x="954689" y="1224301"/>
                  </a:lnTo>
                  <a:lnTo>
                    <a:pt x="954697" y="1224298"/>
                  </a:lnTo>
                  <a:lnTo>
                    <a:pt x="954702" y="1224296"/>
                  </a:lnTo>
                  <a:lnTo>
                    <a:pt x="954713" y="1224298"/>
                  </a:lnTo>
                  <a:lnTo>
                    <a:pt x="954721" y="1224301"/>
                  </a:lnTo>
                  <a:lnTo>
                    <a:pt x="954737" y="1224316"/>
                  </a:lnTo>
                  <a:lnTo>
                    <a:pt x="954760" y="1224339"/>
                  </a:lnTo>
                  <a:lnTo>
                    <a:pt x="954773" y="1224366"/>
                  </a:lnTo>
                  <a:lnTo>
                    <a:pt x="954780" y="1224378"/>
                  </a:lnTo>
                  <a:lnTo>
                    <a:pt x="954792" y="1224388"/>
                  </a:lnTo>
                  <a:lnTo>
                    <a:pt x="954816" y="1224409"/>
                  </a:lnTo>
                  <a:lnTo>
                    <a:pt x="954828" y="1224421"/>
                  </a:lnTo>
                  <a:lnTo>
                    <a:pt x="954836" y="1224434"/>
                  </a:lnTo>
                  <a:lnTo>
                    <a:pt x="954847" y="1224459"/>
                  </a:lnTo>
                  <a:lnTo>
                    <a:pt x="954854" y="1224485"/>
                  </a:lnTo>
                  <a:lnTo>
                    <a:pt x="954862" y="1224509"/>
                  </a:lnTo>
                  <a:lnTo>
                    <a:pt x="954877" y="1224535"/>
                  </a:lnTo>
                  <a:lnTo>
                    <a:pt x="954900" y="1224556"/>
                  </a:lnTo>
                  <a:lnTo>
                    <a:pt x="954908" y="1224563"/>
                  </a:lnTo>
                  <a:lnTo>
                    <a:pt x="954924" y="1224569"/>
                  </a:lnTo>
                  <a:lnTo>
                    <a:pt x="954949" y="1224573"/>
                  </a:lnTo>
                  <a:lnTo>
                    <a:pt x="954973" y="1224567"/>
                  </a:lnTo>
                  <a:lnTo>
                    <a:pt x="954981" y="1224567"/>
                  </a:lnTo>
                  <a:lnTo>
                    <a:pt x="954997" y="1224581"/>
                  </a:lnTo>
                  <a:lnTo>
                    <a:pt x="955008" y="1224597"/>
                  </a:lnTo>
                  <a:lnTo>
                    <a:pt x="955014" y="1224594"/>
                  </a:lnTo>
                  <a:lnTo>
                    <a:pt x="955022" y="1224585"/>
                  </a:lnTo>
                  <a:lnTo>
                    <a:pt x="955024" y="1224579"/>
                  </a:lnTo>
                  <a:lnTo>
                    <a:pt x="955027" y="1224570"/>
                  </a:lnTo>
                  <a:lnTo>
                    <a:pt x="955027" y="1224564"/>
                  </a:lnTo>
                  <a:lnTo>
                    <a:pt x="955034" y="1224551"/>
                  </a:lnTo>
                  <a:lnTo>
                    <a:pt x="955040" y="1224544"/>
                  </a:lnTo>
                  <a:lnTo>
                    <a:pt x="955048" y="1224539"/>
                  </a:lnTo>
                  <a:lnTo>
                    <a:pt x="955064" y="1224529"/>
                  </a:lnTo>
                  <a:lnTo>
                    <a:pt x="955079" y="1224521"/>
                  </a:lnTo>
                  <a:lnTo>
                    <a:pt x="955093" y="1224513"/>
                  </a:lnTo>
                  <a:lnTo>
                    <a:pt x="955101" y="1224511"/>
                  </a:lnTo>
                  <a:lnTo>
                    <a:pt x="955108" y="1224507"/>
                  </a:lnTo>
                  <a:lnTo>
                    <a:pt x="955122" y="1224502"/>
                  </a:lnTo>
                  <a:lnTo>
                    <a:pt x="955128" y="1224500"/>
                  </a:lnTo>
                  <a:lnTo>
                    <a:pt x="955136" y="1224500"/>
                  </a:lnTo>
                  <a:lnTo>
                    <a:pt x="955144" y="1224508"/>
                  </a:lnTo>
                  <a:lnTo>
                    <a:pt x="955148" y="1224515"/>
                  </a:lnTo>
                  <a:lnTo>
                    <a:pt x="955166" y="1224551"/>
                  </a:lnTo>
                  <a:lnTo>
                    <a:pt x="955173" y="1224565"/>
                  </a:lnTo>
                  <a:lnTo>
                    <a:pt x="955184" y="1224580"/>
                  </a:lnTo>
                  <a:lnTo>
                    <a:pt x="955198" y="1224595"/>
                  </a:lnTo>
                  <a:lnTo>
                    <a:pt x="955208" y="1224610"/>
                  </a:lnTo>
                  <a:lnTo>
                    <a:pt x="955221" y="1224624"/>
                  </a:lnTo>
                  <a:lnTo>
                    <a:pt x="955226" y="1224630"/>
                  </a:lnTo>
                  <a:lnTo>
                    <a:pt x="955231" y="1224639"/>
                  </a:lnTo>
                  <a:lnTo>
                    <a:pt x="955236" y="1224654"/>
                  </a:lnTo>
                  <a:lnTo>
                    <a:pt x="955237" y="1224669"/>
                  </a:lnTo>
                  <a:lnTo>
                    <a:pt x="955235" y="1224684"/>
                  </a:lnTo>
                  <a:lnTo>
                    <a:pt x="955237" y="1224699"/>
                  </a:lnTo>
                  <a:lnTo>
                    <a:pt x="955242" y="1224714"/>
                  </a:lnTo>
                  <a:lnTo>
                    <a:pt x="955256" y="1224727"/>
                  </a:lnTo>
                  <a:lnTo>
                    <a:pt x="955271" y="1224735"/>
                  </a:lnTo>
                  <a:lnTo>
                    <a:pt x="955286" y="1224743"/>
                  </a:lnTo>
                  <a:lnTo>
                    <a:pt x="955300" y="1224751"/>
                  </a:lnTo>
                  <a:lnTo>
                    <a:pt x="955315" y="1224758"/>
                  </a:lnTo>
                  <a:lnTo>
                    <a:pt x="955330" y="1224765"/>
                  </a:lnTo>
                  <a:lnTo>
                    <a:pt x="955344" y="1224771"/>
                  </a:lnTo>
                  <a:lnTo>
                    <a:pt x="955359" y="1224778"/>
                  </a:lnTo>
                  <a:lnTo>
                    <a:pt x="955373" y="1224779"/>
                  </a:lnTo>
                  <a:lnTo>
                    <a:pt x="955388" y="1224778"/>
                  </a:lnTo>
                  <a:lnTo>
                    <a:pt x="955403" y="1224777"/>
                  </a:lnTo>
                  <a:lnTo>
                    <a:pt x="955418" y="1224775"/>
                  </a:lnTo>
                  <a:lnTo>
                    <a:pt x="955427" y="1224774"/>
                  </a:lnTo>
                  <a:lnTo>
                    <a:pt x="955432" y="1224773"/>
                  </a:lnTo>
                  <a:lnTo>
                    <a:pt x="955447" y="1224771"/>
                  </a:lnTo>
                  <a:lnTo>
                    <a:pt x="955461" y="1224770"/>
                  </a:lnTo>
                  <a:lnTo>
                    <a:pt x="955476" y="1224766"/>
                  </a:lnTo>
                  <a:lnTo>
                    <a:pt x="955491" y="1224760"/>
                  </a:lnTo>
                  <a:lnTo>
                    <a:pt x="955505" y="1224755"/>
                  </a:lnTo>
                  <a:lnTo>
                    <a:pt x="955520" y="1224752"/>
                  </a:lnTo>
                  <a:lnTo>
                    <a:pt x="955527" y="1224751"/>
                  </a:lnTo>
                  <a:lnTo>
                    <a:pt x="955533" y="1224753"/>
                  </a:lnTo>
                  <a:lnTo>
                    <a:pt x="955541" y="1224758"/>
                  </a:lnTo>
                  <a:lnTo>
                    <a:pt x="955547" y="1224765"/>
                  </a:lnTo>
                  <a:lnTo>
                    <a:pt x="955551" y="1224772"/>
                  </a:lnTo>
                  <a:lnTo>
                    <a:pt x="955554" y="1224781"/>
                  </a:lnTo>
                  <a:lnTo>
                    <a:pt x="955556" y="1224788"/>
                  </a:lnTo>
                  <a:lnTo>
                    <a:pt x="955556" y="1224797"/>
                  </a:lnTo>
                  <a:lnTo>
                    <a:pt x="955559" y="1224812"/>
                  </a:lnTo>
                  <a:lnTo>
                    <a:pt x="955568" y="1224855"/>
                  </a:lnTo>
                  <a:lnTo>
                    <a:pt x="955571" y="1224860"/>
                  </a:lnTo>
                  <a:lnTo>
                    <a:pt x="955576" y="1224866"/>
                  </a:lnTo>
                  <a:lnTo>
                    <a:pt x="955583" y="1224870"/>
                  </a:lnTo>
                  <a:lnTo>
                    <a:pt x="955598" y="1224875"/>
                  </a:lnTo>
                  <a:lnTo>
                    <a:pt x="955608" y="1224879"/>
                  </a:lnTo>
                  <a:lnTo>
                    <a:pt x="955612" y="1224881"/>
                  </a:lnTo>
                  <a:lnTo>
                    <a:pt x="955625" y="1224891"/>
                  </a:lnTo>
                  <a:lnTo>
                    <a:pt x="955632" y="1224901"/>
                  </a:lnTo>
                  <a:lnTo>
                    <a:pt x="955635" y="1224907"/>
                  </a:lnTo>
                  <a:lnTo>
                    <a:pt x="955642" y="1224918"/>
                  </a:lnTo>
                  <a:lnTo>
                    <a:pt x="955643" y="1224923"/>
                  </a:lnTo>
                  <a:lnTo>
                    <a:pt x="955650" y="1224938"/>
                  </a:lnTo>
                  <a:lnTo>
                    <a:pt x="955654" y="1224953"/>
                  </a:lnTo>
                  <a:lnTo>
                    <a:pt x="955660" y="1224968"/>
                  </a:lnTo>
                  <a:lnTo>
                    <a:pt x="955663" y="1224983"/>
                  </a:lnTo>
                  <a:lnTo>
                    <a:pt x="955667" y="1224998"/>
                  </a:lnTo>
                  <a:lnTo>
                    <a:pt x="955671" y="1225013"/>
                  </a:lnTo>
                  <a:lnTo>
                    <a:pt x="955676" y="1225028"/>
                  </a:lnTo>
                  <a:lnTo>
                    <a:pt x="955680" y="1225043"/>
                  </a:lnTo>
                  <a:lnTo>
                    <a:pt x="955683" y="1225058"/>
                  </a:lnTo>
                  <a:lnTo>
                    <a:pt x="955685" y="1225066"/>
                  </a:lnTo>
                  <a:lnTo>
                    <a:pt x="955689" y="1225073"/>
                  </a:lnTo>
                  <a:lnTo>
                    <a:pt x="955694" y="1225077"/>
                  </a:lnTo>
                  <a:lnTo>
                    <a:pt x="955703" y="1225077"/>
                  </a:lnTo>
                  <a:lnTo>
                    <a:pt x="955718" y="1225075"/>
                  </a:lnTo>
                  <a:lnTo>
                    <a:pt x="955732" y="1225074"/>
                  </a:lnTo>
                  <a:lnTo>
                    <a:pt x="955747" y="1225073"/>
                  </a:lnTo>
                  <a:lnTo>
                    <a:pt x="955761" y="1225073"/>
                  </a:lnTo>
                  <a:lnTo>
                    <a:pt x="955776" y="1225075"/>
                  </a:lnTo>
                  <a:lnTo>
                    <a:pt x="955787" y="1225075"/>
                  </a:lnTo>
                  <a:lnTo>
                    <a:pt x="955791" y="1225077"/>
                  </a:lnTo>
                  <a:lnTo>
                    <a:pt x="955805" y="1225077"/>
                  </a:lnTo>
                  <a:lnTo>
                    <a:pt x="955820" y="1225078"/>
                  </a:lnTo>
                  <a:lnTo>
                    <a:pt x="955827" y="1225076"/>
                  </a:lnTo>
                  <a:lnTo>
                    <a:pt x="955835" y="1225076"/>
                  </a:lnTo>
                  <a:lnTo>
                    <a:pt x="955849" y="1225076"/>
                  </a:lnTo>
                  <a:lnTo>
                    <a:pt x="955864" y="1225077"/>
                  </a:lnTo>
                  <a:lnTo>
                    <a:pt x="955879" y="1225080"/>
                  </a:lnTo>
                  <a:lnTo>
                    <a:pt x="955898" y="1225088"/>
                  </a:lnTo>
                  <a:lnTo>
                    <a:pt x="955903" y="1225089"/>
                  </a:lnTo>
                  <a:lnTo>
                    <a:pt x="955913" y="1225093"/>
                  </a:lnTo>
                  <a:lnTo>
                    <a:pt x="955928" y="1225100"/>
                  </a:lnTo>
                  <a:lnTo>
                    <a:pt x="955942" y="1225104"/>
                  </a:lnTo>
                  <a:lnTo>
                    <a:pt x="955957" y="1225113"/>
                  </a:lnTo>
                  <a:lnTo>
                    <a:pt x="955971" y="1225124"/>
                  </a:lnTo>
                  <a:lnTo>
                    <a:pt x="955982" y="1225139"/>
                  </a:lnTo>
                  <a:lnTo>
                    <a:pt x="955994" y="1225154"/>
                  </a:lnTo>
                  <a:lnTo>
                    <a:pt x="956003" y="1225168"/>
                  </a:lnTo>
                  <a:lnTo>
                    <a:pt x="956010" y="1225183"/>
                  </a:lnTo>
                  <a:lnTo>
                    <a:pt x="956017" y="1225198"/>
                  </a:lnTo>
                  <a:lnTo>
                    <a:pt x="956024" y="1225213"/>
                  </a:lnTo>
                  <a:lnTo>
                    <a:pt x="956026" y="1225222"/>
                  </a:lnTo>
                  <a:lnTo>
                    <a:pt x="956030" y="1225230"/>
                  </a:lnTo>
                  <a:lnTo>
                    <a:pt x="956032" y="1225238"/>
                  </a:lnTo>
                  <a:lnTo>
                    <a:pt x="956034" y="1225243"/>
                  </a:lnTo>
                  <a:lnTo>
                    <a:pt x="956039" y="1225259"/>
                  </a:lnTo>
                  <a:lnTo>
                    <a:pt x="956043" y="1225274"/>
                  </a:lnTo>
                  <a:lnTo>
                    <a:pt x="956046" y="1225289"/>
                  </a:lnTo>
                  <a:lnTo>
                    <a:pt x="956048" y="1225304"/>
                  </a:lnTo>
                  <a:lnTo>
                    <a:pt x="956052" y="1225319"/>
                  </a:lnTo>
                  <a:lnTo>
                    <a:pt x="956054" y="1225334"/>
                  </a:lnTo>
                  <a:lnTo>
                    <a:pt x="956056" y="1225341"/>
                  </a:lnTo>
                  <a:lnTo>
                    <a:pt x="956056" y="1225349"/>
                  </a:lnTo>
                  <a:lnTo>
                    <a:pt x="956056" y="1225364"/>
                  </a:lnTo>
                  <a:lnTo>
                    <a:pt x="956056" y="1225379"/>
                  </a:lnTo>
                  <a:lnTo>
                    <a:pt x="956052" y="1225394"/>
                  </a:lnTo>
                  <a:lnTo>
                    <a:pt x="956054" y="1225408"/>
                  </a:lnTo>
                  <a:lnTo>
                    <a:pt x="956067" y="1225421"/>
                  </a:lnTo>
                  <a:lnTo>
                    <a:pt x="956078" y="1225425"/>
                  </a:lnTo>
                  <a:lnTo>
                    <a:pt x="956083" y="1225429"/>
                  </a:lnTo>
                  <a:lnTo>
                    <a:pt x="956098" y="1225443"/>
                  </a:lnTo>
                  <a:lnTo>
                    <a:pt x="956109" y="1225458"/>
                  </a:lnTo>
                  <a:lnTo>
                    <a:pt x="956122" y="1225473"/>
                  </a:lnTo>
                  <a:lnTo>
                    <a:pt x="956132" y="1225486"/>
                  </a:lnTo>
                  <a:lnTo>
                    <a:pt x="956143" y="1225501"/>
                  </a:lnTo>
                  <a:lnTo>
                    <a:pt x="956147" y="1225514"/>
                  </a:lnTo>
                  <a:lnTo>
                    <a:pt x="956148" y="1225531"/>
                  </a:lnTo>
                  <a:lnTo>
                    <a:pt x="956149" y="1225546"/>
                  </a:lnTo>
                  <a:lnTo>
                    <a:pt x="956152" y="1225561"/>
                  </a:lnTo>
                  <a:lnTo>
                    <a:pt x="956159" y="1225576"/>
                  </a:lnTo>
                  <a:lnTo>
                    <a:pt x="956166" y="1225591"/>
                  </a:lnTo>
                  <a:lnTo>
                    <a:pt x="956173" y="1225606"/>
                  </a:lnTo>
                  <a:lnTo>
                    <a:pt x="956179" y="1225621"/>
                  </a:lnTo>
                  <a:lnTo>
                    <a:pt x="956189" y="1225636"/>
                  </a:lnTo>
                  <a:lnTo>
                    <a:pt x="956194" y="1225640"/>
                  </a:lnTo>
                  <a:lnTo>
                    <a:pt x="956197" y="1225643"/>
                  </a:lnTo>
                  <a:lnTo>
                    <a:pt x="956202" y="1225646"/>
                  </a:lnTo>
                  <a:lnTo>
                    <a:pt x="956217" y="1225652"/>
                  </a:lnTo>
                  <a:lnTo>
                    <a:pt x="956232" y="1225651"/>
                  </a:lnTo>
                  <a:lnTo>
                    <a:pt x="956246" y="1225648"/>
                  </a:lnTo>
                  <a:lnTo>
                    <a:pt x="956261" y="1225644"/>
                  </a:lnTo>
                  <a:lnTo>
                    <a:pt x="956276" y="1225642"/>
                  </a:lnTo>
                  <a:lnTo>
                    <a:pt x="956290" y="1225639"/>
                  </a:lnTo>
                  <a:lnTo>
                    <a:pt x="956305" y="1225635"/>
                  </a:lnTo>
                  <a:lnTo>
                    <a:pt x="956313" y="1225629"/>
                  </a:lnTo>
                  <a:lnTo>
                    <a:pt x="956319" y="1225626"/>
                  </a:lnTo>
                  <a:lnTo>
                    <a:pt x="956326" y="1225623"/>
                  </a:lnTo>
                  <a:lnTo>
                    <a:pt x="956334" y="1225624"/>
                  </a:lnTo>
                  <a:lnTo>
                    <a:pt x="956341" y="1225630"/>
                  </a:lnTo>
                  <a:lnTo>
                    <a:pt x="956344" y="1225636"/>
                  </a:lnTo>
                  <a:lnTo>
                    <a:pt x="956348" y="1225643"/>
                  </a:lnTo>
                  <a:lnTo>
                    <a:pt x="956353" y="1225649"/>
                  </a:lnTo>
                  <a:lnTo>
                    <a:pt x="956356" y="1225652"/>
                  </a:lnTo>
                  <a:lnTo>
                    <a:pt x="956371" y="1225661"/>
                  </a:lnTo>
                  <a:lnTo>
                    <a:pt x="956376" y="1225663"/>
                  </a:lnTo>
                  <a:lnTo>
                    <a:pt x="956386" y="1225665"/>
                  </a:lnTo>
                  <a:lnTo>
                    <a:pt x="956401" y="1225668"/>
                  </a:lnTo>
                  <a:lnTo>
                    <a:pt x="956415" y="1225669"/>
                  </a:lnTo>
                  <a:lnTo>
                    <a:pt x="956430" y="1225674"/>
                  </a:lnTo>
                  <a:lnTo>
                    <a:pt x="956438" y="1225676"/>
                  </a:lnTo>
                  <a:lnTo>
                    <a:pt x="956445" y="1225680"/>
                  </a:lnTo>
                  <a:lnTo>
                    <a:pt x="956459" y="1225688"/>
                  </a:lnTo>
                  <a:lnTo>
                    <a:pt x="956467" y="1225694"/>
                  </a:lnTo>
                  <a:lnTo>
                    <a:pt x="956472" y="1225701"/>
                  </a:lnTo>
                  <a:lnTo>
                    <a:pt x="956486" y="1225713"/>
                  </a:lnTo>
                  <a:lnTo>
                    <a:pt x="956492" y="1225719"/>
                  </a:lnTo>
                  <a:lnTo>
                    <a:pt x="956500" y="1225723"/>
                  </a:lnTo>
                  <a:lnTo>
                    <a:pt x="956514" y="1225736"/>
                  </a:lnTo>
                  <a:lnTo>
                    <a:pt x="956529" y="1225749"/>
                  </a:lnTo>
                  <a:lnTo>
                    <a:pt x="956544" y="1225763"/>
                  </a:lnTo>
                  <a:lnTo>
                    <a:pt x="956556" y="1225777"/>
                  </a:lnTo>
                  <a:lnTo>
                    <a:pt x="956569" y="1225792"/>
                  </a:lnTo>
                  <a:lnTo>
                    <a:pt x="956581" y="1225806"/>
                  </a:lnTo>
                  <a:lnTo>
                    <a:pt x="956595" y="1225818"/>
                  </a:lnTo>
                  <a:lnTo>
                    <a:pt x="956610" y="1225829"/>
                  </a:lnTo>
                  <a:lnTo>
                    <a:pt x="956625" y="1225842"/>
                  </a:lnTo>
                  <a:lnTo>
                    <a:pt x="956632" y="1225848"/>
                  </a:lnTo>
                  <a:lnTo>
                    <a:pt x="956637" y="1225856"/>
                  </a:lnTo>
                  <a:lnTo>
                    <a:pt x="956648" y="1225871"/>
                  </a:lnTo>
                  <a:lnTo>
                    <a:pt x="956657" y="1225877"/>
                  </a:lnTo>
                  <a:lnTo>
                    <a:pt x="956662" y="1225878"/>
                  </a:lnTo>
                  <a:lnTo>
                    <a:pt x="956677" y="1225880"/>
                  </a:lnTo>
                  <a:lnTo>
                    <a:pt x="956691" y="1225882"/>
                  </a:lnTo>
                  <a:lnTo>
                    <a:pt x="956706" y="1225883"/>
                  </a:lnTo>
                  <a:lnTo>
                    <a:pt x="956721" y="1225885"/>
                  </a:lnTo>
                  <a:lnTo>
                    <a:pt x="956735" y="1225888"/>
                  </a:lnTo>
                  <a:lnTo>
                    <a:pt x="956748" y="1225894"/>
                  </a:lnTo>
                  <a:lnTo>
                    <a:pt x="956753" y="1225899"/>
                  </a:lnTo>
                  <a:lnTo>
                    <a:pt x="956754" y="1225910"/>
                  </a:lnTo>
                  <a:lnTo>
                    <a:pt x="956753" y="1225925"/>
                  </a:lnTo>
                  <a:lnTo>
                    <a:pt x="956752" y="1225931"/>
                  </a:lnTo>
                  <a:lnTo>
                    <a:pt x="956753" y="1225940"/>
                  </a:lnTo>
                  <a:lnTo>
                    <a:pt x="956753" y="1225955"/>
                  </a:lnTo>
                  <a:lnTo>
                    <a:pt x="956755" y="1225970"/>
                  </a:lnTo>
                  <a:lnTo>
                    <a:pt x="956758" y="1225985"/>
                  </a:lnTo>
                  <a:lnTo>
                    <a:pt x="956761" y="1226000"/>
                  </a:lnTo>
                  <a:lnTo>
                    <a:pt x="956764" y="1226015"/>
                  </a:lnTo>
                  <a:lnTo>
                    <a:pt x="956766" y="1226023"/>
                  </a:lnTo>
                  <a:lnTo>
                    <a:pt x="956770" y="1226030"/>
                  </a:lnTo>
                  <a:lnTo>
                    <a:pt x="956785" y="1226044"/>
                  </a:lnTo>
                  <a:lnTo>
                    <a:pt x="956799" y="1226058"/>
                  </a:lnTo>
                  <a:lnTo>
                    <a:pt x="956804" y="1226062"/>
                  </a:lnTo>
                  <a:lnTo>
                    <a:pt x="956806" y="1226069"/>
                  </a:lnTo>
                  <a:lnTo>
                    <a:pt x="956808" y="1226073"/>
                  </a:lnTo>
                  <a:lnTo>
                    <a:pt x="956808" y="1226088"/>
                  </a:lnTo>
                  <a:lnTo>
                    <a:pt x="956804" y="1226103"/>
                  </a:lnTo>
                  <a:lnTo>
                    <a:pt x="956797" y="1226118"/>
                  </a:lnTo>
                  <a:lnTo>
                    <a:pt x="956789" y="1226133"/>
                  </a:lnTo>
                  <a:lnTo>
                    <a:pt x="956789" y="1226147"/>
                  </a:lnTo>
                  <a:lnTo>
                    <a:pt x="956804" y="1226162"/>
                  </a:lnTo>
                  <a:lnTo>
                    <a:pt x="956808" y="1226169"/>
                  </a:lnTo>
                  <a:lnTo>
                    <a:pt x="956810" y="1226177"/>
                  </a:lnTo>
                  <a:lnTo>
                    <a:pt x="956808" y="1226192"/>
                  </a:lnTo>
                  <a:lnTo>
                    <a:pt x="956805" y="1226206"/>
                  </a:lnTo>
                  <a:lnTo>
                    <a:pt x="956799" y="1226223"/>
                  </a:lnTo>
                  <a:lnTo>
                    <a:pt x="956795" y="1226232"/>
                  </a:lnTo>
                  <a:lnTo>
                    <a:pt x="956791" y="1226237"/>
                  </a:lnTo>
                  <a:lnTo>
                    <a:pt x="956781" y="1226251"/>
                  </a:lnTo>
                  <a:lnTo>
                    <a:pt x="956771" y="1226265"/>
                  </a:lnTo>
                  <a:lnTo>
                    <a:pt x="956757" y="1226282"/>
                  </a:lnTo>
                  <a:lnTo>
                    <a:pt x="956747" y="1226297"/>
                  </a:lnTo>
                  <a:lnTo>
                    <a:pt x="956746" y="1226311"/>
                  </a:lnTo>
                  <a:lnTo>
                    <a:pt x="956755" y="1226327"/>
                  </a:lnTo>
                  <a:lnTo>
                    <a:pt x="956763" y="1226342"/>
                  </a:lnTo>
                  <a:lnTo>
                    <a:pt x="956771" y="1226358"/>
                  </a:lnTo>
                  <a:lnTo>
                    <a:pt x="956776" y="1226372"/>
                  </a:lnTo>
                  <a:lnTo>
                    <a:pt x="956779" y="1226381"/>
                  </a:lnTo>
                  <a:lnTo>
                    <a:pt x="956779" y="1226388"/>
                  </a:lnTo>
                  <a:lnTo>
                    <a:pt x="956784" y="1226403"/>
                  </a:lnTo>
                  <a:lnTo>
                    <a:pt x="956787" y="1226418"/>
                  </a:lnTo>
                  <a:lnTo>
                    <a:pt x="956790" y="1226433"/>
                  </a:lnTo>
                  <a:lnTo>
                    <a:pt x="956792" y="1226448"/>
                  </a:lnTo>
                  <a:lnTo>
                    <a:pt x="956794" y="1226452"/>
                  </a:lnTo>
                  <a:lnTo>
                    <a:pt x="956795" y="1226463"/>
                  </a:lnTo>
                  <a:lnTo>
                    <a:pt x="956795" y="1226476"/>
                  </a:lnTo>
                  <a:lnTo>
                    <a:pt x="956793" y="1226488"/>
                  </a:lnTo>
                  <a:lnTo>
                    <a:pt x="956790" y="1226492"/>
                  </a:lnTo>
                  <a:lnTo>
                    <a:pt x="956783" y="1226508"/>
                  </a:lnTo>
                  <a:lnTo>
                    <a:pt x="956783" y="1226516"/>
                  </a:lnTo>
                  <a:lnTo>
                    <a:pt x="956787" y="1226523"/>
                  </a:lnTo>
                  <a:lnTo>
                    <a:pt x="956800" y="1226536"/>
                  </a:lnTo>
                  <a:lnTo>
                    <a:pt x="956814" y="1226550"/>
                  </a:lnTo>
                  <a:lnTo>
                    <a:pt x="956828" y="1226561"/>
                  </a:lnTo>
                  <a:lnTo>
                    <a:pt x="956841" y="1226575"/>
                  </a:lnTo>
                  <a:lnTo>
                    <a:pt x="956851" y="1226590"/>
                  </a:lnTo>
                  <a:lnTo>
                    <a:pt x="956857" y="1226600"/>
                  </a:lnTo>
                  <a:lnTo>
                    <a:pt x="956862" y="1226605"/>
                  </a:lnTo>
                  <a:lnTo>
                    <a:pt x="956874" y="1226618"/>
                  </a:lnTo>
                  <a:lnTo>
                    <a:pt x="956882" y="1226629"/>
                  </a:lnTo>
                  <a:lnTo>
                    <a:pt x="956913" y="1226663"/>
                  </a:lnTo>
                  <a:lnTo>
                    <a:pt x="956927" y="1226674"/>
                  </a:lnTo>
                  <a:lnTo>
                    <a:pt x="956935" y="1226679"/>
                  </a:lnTo>
                  <a:lnTo>
                    <a:pt x="956942" y="1226679"/>
                  </a:lnTo>
                  <a:lnTo>
                    <a:pt x="956950" y="1226678"/>
                  </a:lnTo>
                  <a:lnTo>
                    <a:pt x="956955" y="1226678"/>
                  </a:lnTo>
                  <a:lnTo>
                    <a:pt x="956957" y="1226684"/>
                  </a:lnTo>
                  <a:lnTo>
                    <a:pt x="956962" y="1226699"/>
                  </a:lnTo>
                  <a:lnTo>
                    <a:pt x="956965" y="1226714"/>
                  </a:lnTo>
                  <a:lnTo>
                    <a:pt x="956968" y="1226729"/>
                  </a:lnTo>
                  <a:lnTo>
                    <a:pt x="956971" y="1226744"/>
                  </a:lnTo>
                  <a:lnTo>
                    <a:pt x="956972" y="1226759"/>
                  </a:lnTo>
                  <a:lnTo>
                    <a:pt x="956971" y="1226766"/>
                  </a:lnTo>
                  <a:lnTo>
                    <a:pt x="956972" y="1226774"/>
                  </a:lnTo>
                  <a:lnTo>
                    <a:pt x="956974" y="1226789"/>
                  </a:lnTo>
                  <a:lnTo>
                    <a:pt x="956976" y="1226804"/>
                  </a:lnTo>
                  <a:lnTo>
                    <a:pt x="956979" y="1226813"/>
                  </a:lnTo>
                  <a:lnTo>
                    <a:pt x="956979" y="1226819"/>
                  </a:lnTo>
                  <a:lnTo>
                    <a:pt x="956982" y="1226834"/>
                  </a:lnTo>
                  <a:lnTo>
                    <a:pt x="956986" y="1226849"/>
                  </a:lnTo>
                  <a:lnTo>
                    <a:pt x="956989" y="1226858"/>
                  </a:lnTo>
                  <a:lnTo>
                    <a:pt x="956989" y="1226864"/>
                  </a:lnTo>
                  <a:lnTo>
                    <a:pt x="956994" y="1226879"/>
                  </a:lnTo>
                  <a:lnTo>
                    <a:pt x="957000" y="1226894"/>
                  </a:lnTo>
                  <a:lnTo>
                    <a:pt x="957006" y="1226909"/>
                  </a:lnTo>
                  <a:lnTo>
                    <a:pt x="957011" y="1226920"/>
                  </a:lnTo>
                  <a:lnTo>
                    <a:pt x="957016" y="1226922"/>
                  </a:lnTo>
                  <a:lnTo>
                    <a:pt x="957020" y="1226926"/>
                  </a:lnTo>
                  <a:lnTo>
                    <a:pt x="957028" y="1226932"/>
                  </a:lnTo>
                  <a:lnTo>
                    <a:pt x="957043" y="1226944"/>
                  </a:lnTo>
                  <a:lnTo>
                    <a:pt x="957057" y="1226953"/>
                  </a:lnTo>
                  <a:lnTo>
                    <a:pt x="957067" y="1226957"/>
                  </a:lnTo>
                  <a:lnTo>
                    <a:pt x="957072" y="1226961"/>
                  </a:lnTo>
                  <a:lnTo>
                    <a:pt x="957082" y="1226968"/>
                  </a:lnTo>
                  <a:lnTo>
                    <a:pt x="957085" y="1226972"/>
                  </a:lnTo>
                  <a:lnTo>
                    <a:pt x="957099" y="1226986"/>
                  </a:lnTo>
                  <a:lnTo>
                    <a:pt x="957106" y="1226994"/>
                  </a:lnTo>
                  <a:lnTo>
                    <a:pt x="957113" y="1226997"/>
                  </a:lnTo>
                  <a:lnTo>
                    <a:pt x="957127" y="1227003"/>
                  </a:lnTo>
                  <a:lnTo>
                    <a:pt x="957142" y="1227008"/>
                  </a:lnTo>
                  <a:lnTo>
                    <a:pt x="957153" y="1227015"/>
                  </a:lnTo>
                  <a:lnTo>
                    <a:pt x="957155" y="1227019"/>
                  </a:lnTo>
                  <a:lnTo>
                    <a:pt x="957167" y="1227034"/>
                  </a:lnTo>
                  <a:lnTo>
                    <a:pt x="957171" y="1227042"/>
                  </a:lnTo>
                  <a:lnTo>
                    <a:pt x="957177" y="1227049"/>
                  </a:lnTo>
                  <a:lnTo>
                    <a:pt x="957182" y="1227053"/>
                  </a:lnTo>
                  <a:lnTo>
                    <a:pt x="957190" y="1227055"/>
                  </a:lnTo>
                  <a:lnTo>
                    <a:pt x="957207" y="1227057"/>
                  </a:lnTo>
                  <a:lnTo>
                    <a:pt x="957221" y="1227058"/>
                  </a:lnTo>
                  <a:lnTo>
                    <a:pt x="957236" y="1227059"/>
                  </a:lnTo>
                  <a:lnTo>
                    <a:pt x="957250" y="1227060"/>
                  </a:lnTo>
                  <a:lnTo>
                    <a:pt x="957265" y="1227061"/>
                  </a:lnTo>
                  <a:lnTo>
                    <a:pt x="957280" y="1227061"/>
                  </a:lnTo>
                  <a:lnTo>
                    <a:pt x="957290" y="1227059"/>
                  </a:lnTo>
                  <a:lnTo>
                    <a:pt x="957294" y="1227061"/>
                  </a:lnTo>
                  <a:lnTo>
                    <a:pt x="957309" y="1227062"/>
                  </a:lnTo>
                  <a:lnTo>
                    <a:pt x="957323" y="1227066"/>
                  </a:lnTo>
                  <a:lnTo>
                    <a:pt x="957338" y="1227068"/>
                  </a:lnTo>
                  <a:lnTo>
                    <a:pt x="957353" y="1227071"/>
                  </a:lnTo>
                  <a:lnTo>
                    <a:pt x="957368" y="1227074"/>
                  </a:lnTo>
                  <a:lnTo>
                    <a:pt x="957382" y="1227075"/>
                  </a:lnTo>
                  <a:lnTo>
                    <a:pt x="957397" y="1227079"/>
                  </a:lnTo>
                  <a:lnTo>
                    <a:pt x="957411" y="1227085"/>
                  </a:lnTo>
                  <a:lnTo>
                    <a:pt x="957426" y="1227092"/>
                  </a:lnTo>
                  <a:lnTo>
                    <a:pt x="957442" y="1227100"/>
                  </a:lnTo>
                  <a:lnTo>
                    <a:pt x="957455" y="1227109"/>
                  </a:lnTo>
                  <a:lnTo>
                    <a:pt x="957464" y="1227115"/>
                  </a:lnTo>
                  <a:lnTo>
                    <a:pt x="957470" y="1227117"/>
                  </a:lnTo>
                  <a:lnTo>
                    <a:pt x="957480" y="1227115"/>
                  </a:lnTo>
                  <a:lnTo>
                    <a:pt x="957486" y="1227111"/>
                  </a:lnTo>
                  <a:lnTo>
                    <a:pt x="957492" y="1227106"/>
                  </a:lnTo>
                  <a:lnTo>
                    <a:pt x="957497" y="1227099"/>
                  </a:lnTo>
                  <a:lnTo>
                    <a:pt x="957528" y="1227039"/>
                  </a:lnTo>
                  <a:lnTo>
                    <a:pt x="957530" y="1227033"/>
                  </a:lnTo>
                  <a:lnTo>
                    <a:pt x="957536" y="1227018"/>
                  </a:lnTo>
                  <a:lnTo>
                    <a:pt x="957543" y="1227003"/>
                  </a:lnTo>
                  <a:lnTo>
                    <a:pt x="957553" y="1226988"/>
                  </a:lnTo>
                  <a:lnTo>
                    <a:pt x="957561" y="1226973"/>
                  </a:lnTo>
                  <a:lnTo>
                    <a:pt x="957564" y="1226966"/>
                  </a:lnTo>
                  <a:lnTo>
                    <a:pt x="957569" y="1226960"/>
                  </a:lnTo>
                  <a:lnTo>
                    <a:pt x="957578" y="1226944"/>
                  </a:lnTo>
                  <a:lnTo>
                    <a:pt x="957589" y="1226928"/>
                  </a:lnTo>
                  <a:lnTo>
                    <a:pt x="957601" y="1226913"/>
                  </a:lnTo>
                  <a:lnTo>
                    <a:pt x="957609" y="1226898"/>
                  </a:lnTo>
                  <a:lnTo>
                    <a:pt x="957613" y="1226883"/>
                  </a:lnTo>
                  <a:lnTo>
                    <a:pt x="957612" y="1226868"/>
                  </a:lnTo>
                  <a:lnTo>
                    <a:pt x="957614" y="1226851"/>
                  </a:lnTo>
                  <a:lnTo>
                    <a:pt x="957620" y="1226843"/>
                  </a:lnTo>
                  <a:lnTo>
                    <a:pt x="957625" y="1226838"/>
                  </a:lnTo>
                  <a:lnTo>
                    <a:pt x="957635" y="1226825"/>
                  </a:lnTo>
                  <a:lnTo>
                    <a:pt x="957640" y="1226817"/>
                  </a:lnTo>
                  <a:lnTo>
                    <a:pt x="957646" y="1226811"/>
                  </a:lnTo>
                  <a:lnTo>
                    <a:pt x="957658" y="1226796"/>
                  </a:lnTo>
                  <a:lnTo>
                    <a:pt x="957667" y="1226783"/>
                  </a:lnTo>
                  <a:lnTo>
                    <a:pt x="957694" y="1226736"/>
                  </a:lnTo>
                  <a:lnTo>
                    <a:pt x="957706" y="1226722"/>
                  </a:lnTo>
                  <a:lnTo>
                    <a:pt x="957718" y="1226708"/>
                  </a:lnTo>
                  <a:lnTo>
                    <a:pt x="957728" y="1226692"/>
                  </a:lnTo>
                  <a:lnTo>
                    <a:pt x="957734" y="1226685"/>
                  </a:lnTo>
                  <a:lnTo>
                    <a:pt x="957737" y="1226677"/>
                  </a:lnTo>
                  <a:lnTo>
                    <a:pt x="957737" y="1226663"/>
                  </a:lnTo>
                  <a:lnTo>
                    <a:pt x="957731" y="1226647"/>
                  </a:lnTo>
                  <a:lnTo>
                    <a:pt x="957725" y="1226632"/>
                  </a:lnTo>
                  <a:lnTo>
                    <a:pt x="957724" y="1226617"/>
                  </a:lnTo>
                  <a:lnTo>
                    <a:pt x="957730" y="1226602"/>
                  </a:lnTo>
                  <a:lnTo>
                    <a:pt x="957733" y="1226596"/>
                  </a:lnTo>
                  <a:lnTo>
                    <a:pt x="957741" y="1226587"/>
                  </a:lnTo>
                  <a:lnTo>
                    <a:pt x="957751" y="1226572"/>
                  </a:lnTo>
                  <a:lnTo>
                    <a:pt x="957760" y="1226555"/>
                  </a:lnTo>
                  <a:lnTo>
                    <a:pt x="957764" y="1226544"/>
                  </a:lnTo>
                  <a:lnTo>
                    <a:pt x="957765" y="1226528"/>
                  </a:lnTo>
                  <a:lnTo>
                    <a:pt x="957774" y="1226521"/>
                  </a:lnTo>
                  <a:lnTo>
                    <a:pt x="957781" y="1226518"/>
                  </a:lnTo>
                  <a:lnTo>
                    <a:pt x="957796" y="1226517"/>
                  </a:lnTo>
                  <a:lnTo>
                    <a:pt x="957810" y="1226516"/>
                  </a:lnTo>
                  <a:lnTo>
                    <a:pt x="957825" y="1226515"/>
                  </a:lnTo>
                  <a:lnTo>
                    <a:pt x="957841" y="1226515"/>
                  </a:lnTo>
                  <a:lnTo>
                    <a:pt x="957846" y="1226514"/>
                  </a:lnTo>
                  <a:lnTo>
                    <a:pt x="957854" y="1226511"/>
                  </a:lnTo>
                  <a:lnTo>
                    <a:pt x="957869" y="1226504"/>
                  </a:lnTo>
                  <a:lnTo>
                    <a:pt x="957883" y="1226495"/>
                  </a:lnTo>
                  <a:lnTo>
                    <a:pt x="957894" y="1226491"/>
                  </a:lnTo>
                  <a:lnTo>
                    <a:pt x="957898" y="1226488"/>
                  </a:lnTo>
                  <a:lnTo>
                    <a:pt x="957904" y="1226486"/>
                  </a:lnTo>
                  <a:lnTo>
                    <a:pt x="957912" y="1226480"/>
                  </a:lnTo>
                  <a:lnTo>
                    <a:pt x="957927" y="1226469"/>
                  </a:lnTo>
                  <a:lnTo>
                    <a:pt x="957942" y="1226455"/>
                  </a:lnTo>
                  <a:lnTo>
                    <a:pt x="957954" y="1226440"/>
                  </a:lnTo>
                  <a:lnTo>
                    <a:pt x="957965" y="1226425"/>
                  </a:lnTo>
                  <a:lnTo>
                    <a:pt x="957973" y="1226416"/>
                  </a:lnTo>
                  <a:lnTo>
                    <a:pt x="957979" y="1226412"/>
                  </a:lnTo>
                  <a:lnTo>
                    <a:pt x="957993" y="1226405"/>
                  </a:lnTo>
                  <a:lnTo>
                    <a:pt x="958001" y="1226404"/>
                  </a:lnTo>
                  <a:lnTo>
                    <a:pt x="958008" y="1226401"/>
                  </a:lnTo>
                  <a:lnTo>
                    <a:pt x="958021" y="1226393"/>
                  </a:lnTo>
                  <a:lnTo>
                    <a:pt x="958034" y="1226379"/>
                  </a:lnTo>
                  <a:lnTo>
                    <a:pt x="958041" y="1226369"/>
                  </a:lnTo>
                  <a:lnTo>
                    <a:pt x="958046" y="1226365"/>
                  </a:lnTo>
                  <a:lnTo>
                    <a:pt x="958060" y="1226357"/>
                  </a:lnTo>
                  <a:lnTo>
                    <a:pt x="958075" y="1226348"/>
                  </a:lnTo>
                  <a:lnTo>
                    <a:pt x="958089" y="1226341"/>
                  </a:lnTo>
                  <a:lnTo>
                    <a:pt x="958104" y="1226335"/>
                  </a:lnTo>
                  <a:lnTo>
                    <a:pt x="958119" y="1226329"/>
                  </a:lnTo>
                  <a:lnTo>
                    <a:pt x="958125" y="1226324"/>
                  </a:lnTo>
                  <a:lnTo>
                    <a:pt x="958133" y="1226323"/>
                  </a:lnTo>
                  <a:lnTo>
                    <a:pt x="958148" y="1226323"/>
                  </a:lnTo>
                  <a:lnTo>
                    <a:pt x="958159" y="1226321"/>
                  </a:lnTo>
                  <a:lnTo>
                    <a:pt x="958162" y="1226317"/>
                  </a:lnTo>
                  <a:lnTo>
                    <a:pt x="958164" y="1226302"/>
                  </a:lnTo>
                  <a:lnTo>
                    <a:pt x="958168" y="1226286"/>
                  </a:lnTo>
                  <a:lnTo>
                    <a:pt x="958176" y="1226271"/>
                  </a:lnTo>
                  <a:lnTo>
                    <a:pt x="958184" y="1226256"/>
                  </a:lnTo>
                  <a:lnTo>
                    <a:pt x="958190" y="1226241"/>
                  </a:lnTo>
                  <a:lnTo>
                    <a:pt x="958199" y="1226226"/>
                  </a:lnTo>
                  <a:lnTo>
                    <a:pt x="958209" y="1226211"/>
                  </a:lnTo>
                  <a:lnTo>
                    <a:pt x="958218" y="1226196"/>
                  </a:lnTo>
                  <a:lnTo>
                    <a:pt x="958230" y="1226182"/>
                  </a:lnTo>
                  <a:lnTo>
                    <a:pt x="958245" y="1226177"/>
                  </a:lnTo>
                  <a:lnTo>
                    <a:pt x="958259" y="1226172"/>
                  </a:lnTo>
                  <a:lnTo>
                    <a:pt x="958274" y="1226165"/>
                  </a:lnTo>
                  <a:lnTo>
                    <a:pt x="958288" y="1226155"/>
                  </a:lnTo>
                  <a:lnTo>
                    <a:pt x="958296" y="1226148"/>
                  </a:lnTo>
                  <a:lnTo>
                    <a:pt x="958315" y="1226125"/>
                  </a:lnTo>
                  <a:lnTo>
                    <a:pt x="958320" y="1226122"/>
                  </a:lnTo>
                  <a:lnTo>
                    <a:pt x="958331" y="1226112"/>
                  </a:lnTo>
                  <a:lnTo>
                    <a:pt x="958346" y="1226101"/>
                  </a:lnTo>
                  <a:lnTo>
                    <a:pt x="958360" y="1226089"/>
                  </a:lnTo>
                  <a:lnTo>
                    <a:pt x="958375" y="1226075"/>
                  </a:lnTo>
                  <a:lnTo>
                    <a:pt x="958389" y="1226062"/>
                  </a:lnTo>
                  <a:lnTo>
                    <a:pt x="958402" y="1226047"/>
                  </a:lnTo>
                  <a:lnTo>
                    <a:pt x="958406" y="1226045"/>
                  </a:lnTo>
                  <a:lnTo>
                    <a:pt x="958415" y="1226036"/>
                  </a:lnTo>
                  <a:lnTo>
                    <a:pt x="958427" y="1226022"/>
                  </a:lnTo>
                  <a:lnTo>
                    <a:pt x="958438" y="1226007"/>
                  </a:lnTo>
                  <a:lnTo>
                    <a:pt x="958448" y="1225993"/>
                  </a:lnTo>
                  <a:lnTo>
                    <a:pt x="958456" y="1225977"/>
                  </a:lnTo>
                  <a:lnTo>
                    <a:pt x="958469" y="1225962"/>
                  </a:lnTo>
                  <a:lnTo>
                    <a:pt x="958482" y="1225948"/>
                  </a:lnTo>
                  <a:lnTo>
                    <a:pt x="958497" y="1225936"/>
                  </a:lnTo>
                  <a:lnTo>
                    <a:pt x="958512" y="1225927"/>
                  </a:lnTo>
                  <a:lnTo>
                    <a:pt x="958527" y="1225918"/>
                  </a:lnTo>
                  <a:lnTo>
                    <a:pt x="958535" y="1225912"/>
                  </a:lnTo>
                  <a:lnTo>
                    <a:pt x="958539" y="1225906"/>
                  </a:lnTo>
                  <a:lnTo>
                    <a:pt x="958545" y="1225891"/>
                  </a:lnTo>
                  <a:lnTo>
                    <a:pt x="958547" y="1225876"/>
                  </a:lnTo>
                  <a:lnTo>
                    <a:pt x="958549" y="1225861"/>
                  </a:lnTo>
                  <a:lnTo>
                    <a:pt x="958552" y="1225846"/>
                  </a:lnTo>
                  <a:lnTo>
                    <a:pt x="958556" y="1225831"/>
                  </a:lnTo>
                  <a:lnTo>
                    <a:pt x="958556" y="1225826"/>
                  </a:lnTo>
                  <a:lnTo>
                    <a:pt x="958560" y="1225815"/>
                  </a:lnTo>
                  <a:lnTo>
                    <a:pt x="958562" y="1225808"/>
                  </a:lnTo>
                  <a:lnTo>
                    <a:pt x="958566" y="1225800"/>
                  </a:lnTo>
                  <a:lnTo>
                    <a:pt x="958573" y="1225785"/>
                  </a:lnTo>
                  <a:lnTo>
                    <a:pt x="958585" y="1225771"/>
                  </a:lnTo>
                  <a:lnTo>
                    <a:pt x="958599" y="1225759"/>
                  </a:lnTo>
                  <a:lnTo>
                    <a:pt x="958614" y="1225750"/>
                  </a:lnTo>
                  <a:lnTo>
                    <a:pt x="958622" y="1225743"/>
                  </a:lnTo>
                  <a:lnTo>
                    <a:pt x="958628" y="1225740"/>
                  </a:lnTo>
                  <a:lnTo>
                    <a:pt x="958634" y="1225740"/>
                  </a:lnTo>
                  <a:lnTo>
                    <a:pt x="958657" y="1225767"/>
                  </a:lnTo>
                  <a:lnTo>
                    <a:pt x="958660" y="1225771"/>
                  </a:lnTo>
                  <a:lnTo>
                    <a:pt x="958671" y="1225779"/>
                  </a:lnTo>
                  <a:lnTo>
                    <a:pt x="958684" y="1225790"/>
                  </a:lnTo>
                  <a:lnTo>
                    <a:pt x="958696" y="1225805"/>
                  </a:lnTo>
                  <a:lnTo>
                    <a:pt x="958702" y="1225811"/>
                  </a:lnTo>
                  <a:lnTo>
                    <a:pt x="958711" y="1225816"/>
                  </a:lnTo>
                  <a:lnTo>
                    <a:pt x="958726" y="1225824"/>
                  </a:lnTo>
                  <a:lnTo>
                    <a:pt x="958739" y="1225830"/>
                  </a:lnTo>
                  <a:lnTo>
                    <a:pt x="958755" y="1225831"/>
                  </a:lnTo>
                  <a:lnTo>
                    <a:pt x="958768" y="1225828"/>
                  </a:lnTo>
                  <a:lnTo>
                    <a:pt x="958809" y="1225808"/>
                  </a:lnTo>
                  <a:lnTo>
                    <a:pt x="958841" y="1225794"/>
                  </a:lnTo>
                  <a:lnTo>
                    <a:pt x="958855" y="1225790"/>
                  </a:lnTo>
                  <a:lnTo>
                    <a:pt x="958870" y="1225789"/>
                  </a:lnTo>
                  <a:lnTo>
                    <a:pt x="958881" y="1225789"/>
                  </a:lnTo>
                  <a:lnTo>
                    <a:pt x="958891" y="1225790"/>
                  </a:lnTo>
                  <a:lnTo>
                    <a:pt x="958899" y="1225790"/>
                  </a:lnTo>
                  <a:lnTo>
                    <a:pt x="958914" y="1225790"/>
                  </a:lnTo>
                  <a:lnTo>
                    <a:pt x="958928" y="1225791"/>
                  </a:lnTo>
                  <a:lnTo>
                    <a:pt x="958943" y="1225793"/>
                  </a:lnTo>
                  <a:lnTo>
                    <a:pt x="958958" y="1225793"/>
                  </a:lnTo>
                  <a:lnTo>
                    <a:pt x="958973" y="1225793"/>
                  </a:lnTo>
                  <a:lnTo>
                    <a:pt x="958987" y="1225793"/>
                  </a:lnTo>
                  <a:lnTo>
                    <a:pt x="959002" y="1225794"/>
                  </a:lnTo>
                  <a:lnTo>
                    <a:pt x="959016" y="1225795"/>
                  </a:lnTo>
                  <a:lnTo>
                    <a:pt x="959031" y="1225797"/>
                  </a:lnTo>
                  <a:lnTo>
                    <a:pt x="959039" y="1225800"/>
                  </a:lnTo>
                  <a:lnTo>
                    <a:pt x="959046" y="1225805"/>
                  </a:lnTo>
                  <a:lnTo>
                    <a:pt x="959059" y="1225811"/>
                  </a:lnTo>
                  <a:lnTo>
                    <a:pt x="959074" y="1225812"/>
                  </a:lnTo>
                  <a:lnTo>
                    <a:pt x="959083" y="1225811"/>
                  </a:lnTo>
                  <a:lnTo>
                    <a:pt x="959089" y="1225813"/>
                  </a:lnTo>
                  <a:lnTo>
                    <a:pt x="959104" y="1225818"/>
                  </a:lnTo>
                  <a:lnTo>
                    <a:pt x="959119" y="1225823"/>
                  </a:lnTo>
                  <a:lnTo>
                    <a:pt x="959134" y="1225829"/>
                  </a:lnTo>
                  <a:lnTo>
                    <a:pt x="959143" y="1225833"/>
                  </a:lnTo>
                  <a:lnTo>
                    <a:pt x="959148" y="1225837"/>
                  </a:lnTo>
                  <a:lnTo>
                    <a:pt x="959163" y="1225842"/>
                  </a:lnTo>
                  <a:lnTo>
                    <a:pt x="959177" y="1225848"/>
                  </a:lnTo>
                  <a:lnTo>
                    <a:pt x="959192" y="1225853"/>
                  </a:lnTo>
                  <a:lnTo>
                    <a:pt x="959205" y="1225859"/>
                  </a:lnTo>
                  <a:lnTo>
                    <a:pt x="959221" y="1225862"/>
                  </a:lnTo>
                  <a:lnTo>
                    <a:pt x="959236" y="1225863"/>
                  </a:lnTo>
                  <a:lnTo>
                    <a:pt x="959242" y="1225861"/>
                  </a:lnTo>
                  <a:lnTo>
                    <a:pt x="959250" y="1225862"/>
                  </a:lnTo>
                  <a:lnTo>
                    <a:pt x="959266" y="1225863"/>
                  </a:lnTo>
                  <a:lnTo>
                    <a:pt x="959275" y="1225862"/>
                  </a:lnTo>
                  <a:lnTo>
                    <a:pt x="959281" y="1225858"/>
                  </a:lnTo>
                  <a:lnTo>
                    <a:pt x="959285" y="1225855"/>
                  </a:lnTo>
                  <a:lnTo>
                    <a:pt x="959288" y="1225851"/>
                  </a:lnTo>
                  <a:lnTo>
                    <a:pt x="959291" y="1225847"/>
                  </a:lnTo>
                  <a:lnTo>
                    <a:pt x="959302" y="1225845"/>
                  </a:lnTo>
                  <a:lnTo>
                    <a:pt x="959306" y="1225846"/>
                  </a:lnTo>
                  <a:lnTo>
                    <a:pt x="959321" y="1225849"/>
                  </a:lnTo>
                  <a:lnTo>
                    <a:pt x="959334" y="1225850"/>
                  </a:lnTo>
                  <a:lnTo>
                    <a:pt x="959337" y="1225846"/>
                  </a:lnTo>
                  <a:lnTo>
                    <a:pt x="959337" y="1225837"/>
                  </a:lnTo>
                  <a:lnTo>
                    <a:pt x="959333" y="1225821"/>
                  </a:lnTo>
                  <a:lnTo>
                    <a:pt x="959329" y="1225806"/>
                  </a:lnTo>
                  <a:lnTo>
                    <a:pt x="959324" y="1225791"/>
                  </a:lnTo>
                  <a:lnTo>
                    <a:pt x="959318" y="1225776"/>
                  </a:lnTo>
                  <a:lnTo>
                    <a:pt x="959311" y="1225761"/>
                  </a:lnTo>
                  <a:lnTo>
                    <a:pt x="959309" y="1225757"/>
                  </a:lnTo>
                  <a:lnTo>
                    <a:pt x="959308" y="1225750"/>
                  </a:lnTo>
                  <a:lnTo>
                    <a:pt x="959305" y="1225746"/>
                  </a:lnTo>
                  <a:lnTo>
                    <a:pt x="959301" y="1225731"/>
                  </a:lnTo>
                  <a:lnTo>
                    <a:pt x="959300" y="1225720"/>
                  </a:lnTo>
                  <a:lnTo>
                    <a:pt x="959301" y="1225715"/>
                  </a:lnTo>
                  <a:lnTo>
                    <a:pt x="959305" y="1225705"/>
                  </a:lnTo>
                  <a:lnTo>
                    <a:pt x="959321" y="1225688"/>
                  </a:lnTo>
                  <a:lnTo>
                    <a:pt x="959326" y="1225683"/>
                  </a:lnTo>
                  <a:lnTo>
                    <a:pt x="959349" y="1225656"/>
                  </a:lnTo>
                  <a:lnTo>
                    <a:pt x="959355" y="1225647"/>
                  </a:lnTo>
                  <a:lnTo>
                    <a:pt x="959357" y="1225641"/>
                  </a:lnTo>
                  <a:lnTo>
                    <a:pt x="959361" y="1225632"/>
                  </a:lnTo>
                  <a:lnTo>
                    <a:pt x="959366" y="1225626"/>
                  </a:lnTo>
                  <a:lnTo>
                    <a:pt x="959379" y="1225617"/>
                  </a:lnTo>
                  <a:lnTo>
                    <a:pt x="959387" y="1225614"/>
                  </a:lnTo>
                  <a:lnTo>
                    <a:pt x="959395" y="1225614"/>
                  </a:lnTo>
                  <a:lnTo>
                    <a:pt x="959410" y="1225616"/>
                  </a:lnTo>
                  <a:lnTo>
                    <a:pt x="959424" y="1225619"/>
                  </a:lnTo>
                  <a:lnTo>
                    <a:pt x="959439" y="1225622"/>
                  </a:lnTo>
                  <a:lnTo>
                    <a:pt x="959453" y="1225625"/>
                  </a:lnTo>
                  <a:lnTo>
                    <a:pt x="959468" y="1225630"/>
                  </a:lnTo>
                  <a:lnTo>
                    <a:pt x="959483" y="1225634"/>
                  </a:lnTo>
                  <a:lnTo>
                    <a:pt x="959498" y="1225638"/>
                  </a:lnTo>
                  <a:lnTo>
                    <a:pt x="959511" y="1225641"/>
                  </a:lnTo>
                  <a:lnTo>
                    <a:pt x="959527" y="1225645"/>
                  </a:lnTo>
                  <a:lnTo>
                    <a:pt x="959541" y="1225647"/>
                  </a:lnTo>
                  <a:lnTo>
                    <a:pt x="959556" y="1225645"/>
                  </a:lnTo>
                  <a:lnTo>
                    <a:pt x="959562" y="1225642"/>
                  </a:lnTo>
                  <a:lnTo>
                    <a:pt x="959570" y="1225640"/>
                  </a:lnTo>
                  <a:lnTo>
                    <a:pt x="959585" y="1225630"/>
                  </a:lnTo>
                  <a:lnTo>
                    <a:pt x="959591" y="1225624"/>
                  </a:lnTo>
                  <a:lnTo>
                    <a:pt x="959600" y="1225619"/>
                  </a:lnTo>
                  <a:lnTo>
                    <a:pt x="959608" y="1225613"/>
                  </a:lnTo>
                  <a:lnTo>
                    <a:pt x="959614" y="1225611"/>
                  </a:lnTo>
                  <a:lnTo>
                    <a:pt x="959618" y="1225609"/>
                  </a:lnTo>
                  <a:lnTo>
                    <a:pt x="959629" y="1225603"/>
                  </a:lnTo>
                  <a:lnTo>
                    <a:pt x="959644" y="1225593"/>
                  </a:lnTo>
                  <a:lnTo>
                    <a:pt x="959658" y="1225584"/>
                  </a:lnTo>
                  <a:lnTo>
                    <a:pt x="959673" y="1225573"/>
                  </a:lnTo>
                  <a:lnTo>
                    <a:pt x="959687" y="1225561"/>
                  </a:lnTo>
                  <a:lnTo>
                    <a:pt x="959702" y="1225552"/>
                  </a:lnTo>
                  <a:lnTo>
                    <a:pt x="959716" y="1225542"/>
                  </a:lnTo>
                  <a:lnTo>
                    <a:pt x="959731" y="1225532"/>
                  </a:lnTo>
                  <a:lnTo>
                    <a:pt x="959738" y="1225528"/>
                  </a:lnTo>
                  <a:lnTo>
                    <a:pt x="959746" y="1225526"/>
                  </a:lnTo>
                  <a:lnTo>
                    <a:pt x="959760" y="1225524"/>
                  </a:lnTo>
                  <a:lnTo>
                    <a:pt x="959775" y="1225522"/>
                  </a:lnTo>
                  <a:lnTo>
                    <a:pt x="959781" y="1225518"/>
                  </a:lnTo>
                  <a:lnTo>
                    <a:pt x="959785" y="1225509"/>
                  </a:lnTo>
                  <a:lnTo>
                    <a:pt x="959787" y="1225494"/>
                  </a:lnTo>
                  <a:lnTo>
                    <a:pt x="959794" y="1225481"/>
                  </a:lnTo>
                  <a:lnTo>
                    <a:pt x="959798" y="1225473"/>
                  </a:lnTo>
                  <a:lnTo>
                    <a:pt x="959805" y="1225465"/>
                  </a:lnTo>
                  <a:lnTo>
                    <a:pt x="959817" y="1225450"/>
                  </a:lnTo>
                  <a:lnTo>
                    <a:pt x="959828" y="1225436"/>
                  </a:lnTo>
                  <a:lnTo>
                    <a:pt x="959836" y="1225428"/>
                  </a:lnTo>
                  <a:lnTo>
                    <a:pt x="959839" y="1225422"/>
                  </a:lnTo>
                  <a:lnTo>
                    <a:pt x="959842" y="1225414"/>
                  </a:lnTo>
                  <a:lnTo>
                    <a:pt x="959843" y="1225407"/>
                  </a:lnTo>
                  <a:lnTo>
                    <a:pt x="959846" y="1225392"/>
                  </a:lnTo>
                  <a:lnTo>
                    <a:pt x="959848" y="1225377"/>
                  </a:lnTo>
                  <a:lnTo>
                    <a:pt x="959851" y="1225361"/>
                  </a:lnTo>
                  <a:lnTo>
                    <a:pt x="959852" y="1225346"/>
                  </a:lnTo>
                  <a:lnTo>
                    <a:pt x="959853" y="1225331"/>
                  </a:lnTo>
                  <a:lnTo>
                    <a:pt x="959853" y="1225316"/>
                  </a:lnTo>
                  <a:lnTo>
                    <a:pt x="959853" y="1225306"/>
                  </a:lnTo>
                  <a:lnTo>
                    <a:pt x="959851" y="1225301"/>
                  </a:lnTo>
                  <a:lnTo>
                    <a:pt x="959850" y="1225295"/>
                  </a:lnTo>
                  <a:lnTo>
                    <a:pt x="959852" y="1225284"/>
                  </a:lnTo>
                  <a:lnTo>
                    <a:pt x="959860" y="1225276"/>
                  </a:lnTo>
                  <a:lnTo>
                    <a:pt x="959879" y="1225265"/>
                  </a:lnTo>
                  <a:lnTo>
                    <a:pt x="959895" y="1225256"/>
                  </a:lnTo>
                  <a:lnTo>
                    <a:pt x="959901" y="1225251"/>
                  </a:lnTo>
                  <a:lnTo>
                    <a:pt x="959907" y="1225243"/>
                  </a:lnTo>
                  <a:lnTo>
                    <a:pt x="959912" y="1225235"/>
                  </a:lnTo>
                  <a:lnTo>
                    <a:pt x="959915" y="1225228"/>
                  </a:lnTo>
                  <a:lnTo>
                    <a:pt x="959918" y="1225213"/>
                  </a:lnTo>
                  <a:lnTo>
                    <a:pt x="959919" y="1225208"/>
                  </a:lnTo>
                  <a:lnTo>
                    <a:pt x="959925" y="1225198"/>
                  </a:lnTo>
                  <a:lnTo>
                    <a:pt x="959928" y="1225192"/>
                  </a:lnTo>
                  <a:lnTo>
                    <a:pt x="959930" y="1225183"/>
                  </a:lnTo>
                  <a:lnTo>
                    <a:pt x="959931" y="1225168"/>
                  </a:lnTo>
                  <a:lnTo>
                    <a:pt x="959928" y="1225153"/>
                  </a:lnTo>
                  <a:lnTo>
                    <a:pt x="959928" y="1225144"/>
                  </a:lnTo>
                  <a:lnTo>
                    <a:pt x="959926" y="1225138"/>
                  </a:lnTo>
                  <a:lnTo>
                    <a:pt x="959924" y="1225123"/>
                  </a:lnTo>
                  <a:lnTo>
                    <a:pt x="959922" y="1225108"/>
                  </a:lnTo>
                  <a:lnTo>
                    <a:pt x="959918" y="1225093"/>
                  </a:lnTo>
                  <a:lnTo>
                    <a:pt x="959914" y="1225078"/>
                  </a:lnTo>
                  <a:lnTo>
                    <a:pt x="959912" y="1225063"/>
                  </a:lnTo>
                  <a:lnTo>
                    <a:pt x="959909" y="1225048"/>
                  </a:lnTo>
                  <a:lnTo>
                    <a:pt x="959910" y="1225039"/>
                  </a:lnTo>
                  <a:lnTo>
                    <a:pt x="959916" y="1225033"/>
                  </a:lnTo>
                  <a:lnTo>
                    <a:pt x="959931" y="1225021"/>
                  </a:lnTo>
                  <a:lnTo>
                    <a:pt x="959954" y="1225001"/>
                  </a:lnTo>
                  <a:lnTo>
                    <a:pt x="959972" y="1224993"/>
                  </a:lnTo>
                  <a:lnTo>
                    <a:pt x="960010" y="1224968"/>
                  </a:lnTo>
                  <a:lnTo>
                    <a:pt x="960031" y="1224956"/>
                  </a:lnTo>
                  <a:lnTo>
                    <a:pt x="960046" y="1224949"/>
                  </a:lnTo>
                  <a:lnTo>
                    <a:pt x="960060" y="1224941"/>
                  </a:lnTo>
                  <a:lnTo>
                    <a:pt x="960075" y="1224932"/>
                  </a:lnTo>
                  <a:lnTo>
                    <a:pt x="960089" y="1224924"/>
                  </a:lnTo>
                  <a:lnTo>
                    <a:pt x="960099" y="1224920"/>
                  </a:lnTo>
                  <a:lnTo>
                    <a:pt x="960109" y="1224919"/>
                  </a:lnTo>
                  <a:lnTo>
                    <a:pt x="960115" y="1224918"/>
                  </a:lnTo>
                  <a:lnTo>
                    <a:pt x="960118" y="1224917"/>
                  </a:lnTo>
                  <a:lnTo>
                    <a:pt x="960133" y="1224914"/>
                  </a:lnTo>
                  <a:lnTo>
                    <a:pt x="960148" y="1224911"/>
                  </a:lnTo>
                  <a:lnTo>
                    <a:pt x="960162" y="1224910"/>
                  </a:lnTo>
                  <a:lnTo>
                    <a:pt x="960177" y="1224907"/>
                  </a:lnTo>
                  <a:lnTo>
                    <a:pt x="960192" y="1224907"/>
                  </a:lnTo>
                  <a:lnTo>
                    <a:pt x="960206" y="1224910"/>
                  </a:lnTo>
                  <a:lnTo>
                    <a:pt x="960215" y="1224913"/>
                  </a:lnTo>
                  <a:lnTo>
                    <a:pt x="960221" y="1224912"/>
                  </a:lnTo>
                  <a:lnTo>
                    <a:pt x="960236" y="1224910"/>
                  </a:lnTo>
                  <a:lnTo>
                    <a:pt x="960250" y="1224905"/>
                  </a:lnTo>
                  <a:lnTo>
                    <a:pt x="960264" y="1224905"/>
                  </a:lnTo>
                  <a:lnTo>
                    <a:pt x="960279" y="1224905"/>
                  </a:lnTo>
                  <a:lnTo>
                    <a:pt x="960294" y="1224907"/>
                  </a:lnTo>
                  <a:lnTo>
                    <a:pt x="960309" y="1224908"/>
                  </a:lnTo>
                  <a:lnTo>
                    <a:pt x="960319" y="1224908"/>
                  </a:lnTo>
                  <a:lnTo>
                    <a:pt x="960323" y="1224906"/>
                  </a:lnTo>
                  <a:lnTo>
                    <a:pt x="960338" y="1224905"/>
                  </a:lnTo>
                  <a:lnTo>
                    <a:pt x="960353" y="1224905"/>
                  </a:lnTo>
                  <a:lnTo>
                    <a:pt x="960361" y="1224905"/>
                  </a:lnTo>
                  <a:lnTo>
                    <a:pt x="960367" y="1224907"/>
                  </a:lnTo>
                  <a:lnTo>
                    <a:pt x="960381" y="1224912"/>
                  </a:lnTo>
                  <a:lnTo>
                    <a:pt x="960397" y="1224926"/>
                  </a:lnTo>
                  <a:lnTo>
                    <a:pt x="960411" y="1224939"/>
                  </a:lnTo>
                  <a:lnTo>
                    <a:pt x="960426" y="1224952"/>
                  </a:lnTo>
                  <a:lnTo>
                    <a:pt x="960439" y="1224956"/>
                  </a:lnTo>
                  <a:lnTo>
                    <a:pt x="960449" y="1224956"/>
                  </a:lnTo>
                  <a:lnTo>
                    <a:pt x="960455" y="1224954"/>
                  </a:lnTo>
                  <a:lnTo>
                    <a:pt x="960470" y="1224950"/>
                  </a:lnTo>
                  <a:lnTo>
                    <a:pt x="960484" y="1224940"/>
                  </a:lnTo>
                  <a:lnTo>
                    <a:pt x="960492" y="1224935"/>
                  </a:lnTo>
                  <a:lnTo>
                    <a:pt x="960499" y="1224933"/>
                  </a:lnTo>
                  <a:lnTo>
                    <a:pt x="960514" y="1224932"/>
                  </a:lnTo>
                  <a:lnTo>
                    <a:pt x="960528" y="1224935"/>
                  </a:lnTo>
                  <a:lnTo>
                    <a:pt x="960543" y="1224937"/>
                  </a:lnTo>
                  <a:lnTo>
                    <a:pt x="960558" y="1224939"/>
                  </a:lnTo>
                  <a:lnTo>
                    <a:pt x="960568" y="1224940"/>
                  </a:lnTo>
                  <a:lnTo>
                    <a:pt x="960572" y="1224942"/>
                  </a:lnTo>
                  <a:lnTo>
                    <a:pt x="960587" y="1224944"/>
                  </a:lnTo>
                  <a:lnTo>
                    <a:pt x="960601" y="1224948"/>
                  </a:lnTo>
                  <a:lnTo>
                    <a:pt x="960616" y="1224952"/>
                  </a:lnTo>
                  <a:lnTo>
                    <a:pt x="960631" y="1224956"/>
                  </a:lnTo>
                  <a:lnTo>
                    <a:pt x="960646" y="1224958"/>
                  </a:lnTo>
                  <a:lnTo>
                    <a:pt x="960660" y="1224959"/>
                  </a:lnTo>
                  <a:lnTo>
                    <a:pt x="960667" y="1224958"/>
                  </a:lnTo>
                  <a:lnTo>
                    <a:pt x="960675" y="1224959"/>
                  </a:lnTo>
                  <a:lnTo>
                    <a:pt x="960689" y="1224960"/>
                  </a:lnTo>
                  <a:lnTo>
                    <a:pt x="960704" y="1224962"/>
                  </a:lnTo>
                  <a:lnTo>
                    <a:pt x="960719" y="1224962"/>
                  </a:lnTo>
                  <a:lnTo>
                    <a:pt x="960733" y="1224965"/>
                  </a:lnTo>
                  <a:lnTo>
                    <a:pt x="960748" y="1224967"/>
                  </a:lnTo>
                  <a:lnTo>
                    <a:pt x="960762" y="1224971"/>
                  </a:lnTo>
                  <a:lnTo>
                    <a:pt x="960773" y="1224974"/>
                  </a:lnTo>
                  <a:lnTo>
                    <a:pt x="960777" y="1224977"/>
                  </a:lnTo>
                  <a:lnTo>
                    <a:pt x="960785" y="1224980"/>
                  </a:lnTo>
                  <a:lnTo>
                    <a:pt x="960792" y="1224985"/>
                  </a:lnTo>
                  <a:lnTo>
                    <a:pt x="960807" y="1224998"/>
                  </a:lnTo>
                  <a:lnTo>
                    <a:pt x="960814" y="1225002"/>
                  </a:lnTo>
                  <a:lnTo>
                    <a:pt x="960824" y="1225005"/>
                  </a:lnTo>
                  <a:lnTo>
                    <a:pt x="960829" y="1225005"/>
                  </a:lnTo>
                  <a:lnTo>
                    <a:pt x="960836" y="1225000"/>
                  </a:lnTo>
                  <a:lnTo>
                    <a:pt x="960844" y="1224994"/>
                  </a:lnTo>
                  <a:lnTo>
                    <a:pt x="960849" y="1224987"/>
                  </a:lnTo>
                  <a:lnTo>
                    <a:pt x="960860" y="1224973"/>
                  </a:lnTo>
                  <a:lnTo>
                    <a:pt x="960868" y="1224960"/>
                  </a:lnTo>
                  <a:lnTo>
                    <a:pt x="960866" y="1224943"/>
                  </a:lnTo>
                  <a:lnTo>
                    <a:pt x="960863" y="1224928"/>
                  </a:lnTo>
                  <a:lnTo>
                    <a:pt x="960861" y="1224913"/>
                  </a:lnTo>
                  <a:lnTo>
                    <a:pt x="960860" y="1224898"/>
                  </a:lnTo>
                  <a:lnTo>
                    <a:pt x="960859" y="1224883"/>
                  </a:lnTo>
                  <a:lnTo>
                    <a:pt x="960858" y="1224867"/>
                  </a:lnTo>
                  <a:lnTo>
                    <a:pt x="960857" y="1224852"/>
                  </a:lnTo>
                  <a:lnTo>
                    <a:pt x="960857" y="1224837"/>
                  </a:lnTo>
                  <a:lnTo>
                    <a:pt x="960857" y="1224822"/>
                  </a:lnTo>
                  <a:lnTo>
                    <a:pt x="960857" y="1224807"/>
                  </a:lnTo>
                  <a:lnTo>
                    <a:pt x="960857" y="1224792"/>
                  </a:lnTo>
                  <a:lnTo>
                    <a:pt x="960857" y="1224777"/>
                  </a:lnTo>
                  <a:lnTo>
                    <a:pt x="960859" y="1224762"/>
                  </a:lnTo>
                  <a:lnTo>
                    <a:pt x="960861" y="1224747"/>
                  </a:lnTo>
                  <a:lnTo>
                    <a:pt x="960861" y="1224732"/>
                  </a:lnTo>
                  <a:lnTo>
                    <a:pt x="960862" y="1224717"/>
                  </a:lnTo>
                  <a:lnTo>
                    <a:pt x="960863" y="1224701"/>
                  </a:lnTo>
                  <a:lnTo>
                    <a:pt x="960865" y="1224694"/>
                  </a:lnTo>
                  <a:lnTo>
                    <a:pt x="960869" y="1224686"/>
                  </a:lnTo>
                  <a:lnTo>
                    <a:pt x="960883" y="1224673"/>
                  </a:lnTo>
                  <a:lnTo>
                    <a:pt x="960898" y="1224663"/>
                  </a:lnTo>
                  <a:lnTo>
                    <a:pt x="960912" y="1224649"/>
                  </a:lnTo>
                  <a:lnTo>
                    <a:pt x="960917" y="1224634"/>
                  </a:lnTo>
                  <a:lnTo>
                    <a:pt x="960918" y="1224619"/>
                  </a:lnTo>
                  <a:lnTo>
                    <a:pt x="960919" y="1224604"/>
                  </a:lnTo>
                  <a:lnTo>
                    <a:pt x="960923" y="1224589"/>
                  </a:lnTo>
                  <a:lnTo>
                    <a:pt x="960925" y="1224582"/>
                  </a:lnTo>
                  <a:lnTo>
                    <a:pt x="960930" y="1224574"/>
                  </a:lnTo>
                  <a:lnTo>
                    <a:pt x="960940" y="1224567"/>
                  </a:lnTo>
                  <a:lnTo>
                    <a:pt x="960944" y="1224565"/>
                  </a:lnTo>
                  <a:lnTo>
                    <a:pt x="960959" y="1224561"/>
                  </a:lnTo>
                  <a:lnTo>
                    <a:pt x="960973" y="1224555"/>
                  </a:lnTo>
                  <a:lnTo>
                    <a:pt x="960982" y="1224546"/>
                  </a:lnTo>
                  <a:lnTo>
                    <a:pt x="960985" y="1224539"/>
                  </a:lnTo>
                  <a:lnTo>
                    <a:pt x="960992" y="1224524"/>
                  </a:lnTo>
                  <a:lnTo>
                    <a:pt x="960997" y="1224513"/>
                  </a:lnTo>
                  <a:lnTo>
                    <a:pt x="961002" y="1224509"/>
                  </a:lnTo>
                  <a:lnTo>
                    <a:pt x="961007" y="1224496"/>
                  </a:lnTo>
                  <a:lnTo>
                    <a:pt x="961012" y="1224488"/>
                  </a:lnTo>
                  <a:lnTo>
                    <a:pt x="961016" y="1224479"/>
                  </a:lnTo>
                  <a:lnTo>
                    <a:pt x="961022" y="1224464"/>
                  </a:lnTo>
                  <a:lnTo>
                    <a:pt x="961029" y="1224449"/>
                  </a:lnTo>
                  <a:lnTo>
                    <a:pt x="961033" y="1224440"/>
                  </a:lnTo>
                  <a:lnTo>
                    <a:pt x="961038" y="1224435"/>
                  </a:lnTo>
                  <a:lnTo>
                    <a:pt x="961043" y="1224427"/>
                  </a:lnTo>
                  <a:lnTo>
                    <a:pt x="961049" y="1224421"/>
                  </a:lnTo>
                  <a:lnTo>
                    <a:pt x="961055" y="1224417"/>
                  </a:lnTo>
                  <a:lnTo>
                    <a:pt x="961063" y="1224413"/>
                  </a:lnTo>
                  <a:lnTo>
                    <a:pt x="961078" y="1224409"/>
                  </a:lnTo>
                  <a:lnTo>
                    <a:pt x="961093" y="1224407"/>
                  </a:lnTo>
                  <a:lnTo>
                    <a:pt x="961101" y="1224404"/>
                  </a:lnTo>
                  <a:lnTo>
                    <a:pt x="961106" y="1224397"/>
                  </a:lnTo>
                  <a:lnTo>
                    <a:pt x="961111" y="1224392"/>
                  </a:lnTo>
                  <a:lnTo>
                    <a:pt x="961116" y="1224383"/>
                  </a:lnTo>
                  <a:lnTo>
                    <a:pt x="961127" y="1224368"/>
                  </a:lnTo>
                  <a:lnTo>
                    <a:pt x="961132" y="1224360"/>
                  </a:lnTo>
                  <a:lnTo>
                    <a:pt x="961133" y="1224353"/>
                  </a:lnTo>
                  <a:lnTo>
                    <a:pt x="961135" y="1224345"/>
                  </a:lnTo>
                  <a:lnTo>
                    <a:pt x="961133" y="1224338"/>
                  </a:lnTo>
                  <a:lnTo>
                    <a:pt x="961130" y="1224323"/>
                  </a:lnTo>
                  <a:lnTo>
                    <a:pt x="961128" y="1224308"/>
                  </a:lnTo>
                  <a:lnTo>
                    <a:pt x="961126" y="1224293"/>
                  </a:lnTo>
                  <a:lnTo>
                    <a:pt x="961124" y="1224278"/>
                  </a:lnTo>
                  <a:lnTo>
                    <a:pt x="961124" y="1224263"/>
                  </a:lnTo>
                  <a:lnTo>
                    <a:pt x="961128" y="1224248"/>
                  </a:lnTo>
                  <a:lnTo>
                    <a:pt x="961131" y="1224234"/>
                  </a:lnTo>
                  <a:lnTo>
                    <a:pt x="961142" y="1224221"/>
                  </a:lnTo>
                  <a:lnTo>
                    <a:pt x="961146" y="1224208"/>
                  </a:lnTo>
                  <a:lnTo>
                    <a:pt x="961147" y="1224198"/>
                  </a:lnTo>
                  <a:lnTo>
                    <a:pt x="961147" y="1224187"/>
                  </a:lnTo>
                  <a:lnTo>
                    <a:pt x="961142" y="1224181"/>
                  </a:lnTo>
                  <a:lnTo>
                    <a:pt x="961140" y="1224177"/>
                  </a:lnTo>
                  <a:lnTo>
                    <a:pt x="961136" y="1224172"/>
                  </a:lnTo>
                  <a:lnTo>
                    <a:pt x="961125" y="1224158"/>
                  </a:lnTo>
                  <a:lnTo>
                    <a:pt x="961117" y="1224149"/>
                  </a:lnTo>
                  <a:lnTo>
                    <a:pt x="961114" y="1224143"/>
                  </a:lnTo>
                  <a:lnTo>
                    <a:pt x="961106" y="1224133"/>
                  </a:lnTo>
                  <a:lnTo>
                    <a:pt x="961104" y="1224128"/>
                  </a:lnTo>
                  <a:lnTo>
                    <a:pt x="961096" y="1224113"/>
                  </a:lnTo>
                  <a:lnTo>
                    <a:pt x="961087" y="1224098"/>
                  </a:lnTo>
                  <a:lnTo>
                    <a:pt x="961080" y="1224083"/>
                  </a:lnTo>
                  <a:lnTo>
                    <a:pt x="961076" y="1224068"/>
                  </a:lnTo>
                  <a:lnTo>
                    <a:pt x="961070" y="1224053"/>
                  </a:lnTo>
                  <a:lnTo>
                    <a:pt x="961063" y="1224038"/>
                  </a:lnTo>
                  <a:lnTo>
                    <a:pt x="961059" y="1224027"/>
                  </a:lnTo>
                  <a:lnTo>
                    <a:pt x="961058" y="1224014"/>
                  </a:lnTo>
                  <a:lnTo>
                    <a:pt x="961058" y="1224008"/>
                  </a:lnTo>
                  <a:lnTo>
                    <a:pt x="961065" y="1223994"/>
                  </a:lnTo>
                  <a:lnTo>
                    <a:pt x="961078" y="1223980"/>
                  </a:lnTo>
                  <a:lnTo>
                    <a:pt x="961091" y="1223965"/>
                  </a:lnTo>
                  <a:lnTo>
                    <a:pt x="961103" y="1223950"/>
                  </a:lnTo>
                  <a:lnTo>
                    <a:pt x="961109" y="1223935"/>
                  </a:lnTo>
                  <a:lnTo>
                    <a:pt x="961112" y="1223926"/>
                  </a:lnTo>
                  <a:lnTo>
                    <a:pt x="961112" y="1223920"/>
                  </a:lnTo>
                  <a:lnTo>
                    <a:pt x="961111" y="1223905"/>
                  </a:lnTo>
                  <a:lnTo>
                    <a:pt x="961110" y="1223890"/>
                  </a:lnTo>
                  <a:lnTo>
                    <a:pt x="961111" y="1223877"/>
                  </a:lnTo>
                  <a:lnTo>
                    <a:pt x="961110" y="1223869"/>
                  </a:lnTo>
                  <a:lnTo>
                    <a:pt x="961106" y="1223860"/>
                  </a:lnTo>
                  <a:lnTo>
                    <a:pt x="961100" y="1223848"/>
                  </a:lnTo>
                  <a:lnTo>
                    <a:pt x="961097" y="1223845"/>
                  </a:lnTo>
                  <a:lnTo>
                    <a:pt x="961084" y="1223831"/>
                  </a:lnTo>
                  <a:lnTo>
                    <a:pt x="961072" y="1223818"/>
                  </a:lnTo>
                  <a:lnTo>
                    <a:pt x="961067" y="1223809"/>
                  </a:lnTo>
                  <a:lnTo>
                    <a:pt x="961066" y="1223803"/>
                  </a:lnTo>
                  <a:lnTo>
                    <a:pt x="961066" y="1223793"/>
                  </a:lnTo>
                  <a:lnTo>
                    <a:pt x="961064" y="1223788"/>
                  </a:lnTo>
                  <a:lnTo>
                    <a:pt x="961062" y="1223773"/>
                  </a:lnTo>
                  <a:lnTo>
                    <a:pt x="961058" y="1223758"/>
                  </a:lnTo>
                  <a:lnTo>
                    <a:pt x="961055" y="1223752"/>
                  </a:lnTo>
                  <a:lnTo>
                    <a:pt x="961054" y="1223743"/>
                  </a:lnTo>
                  <a:lnTo>
                    <a:pt x="961055" y="1223727"/>
                  </a:lnTo>
                  <a:lnTo>
                    <a:pt x="961053" y="1223712"/>
                  </a:lnTo>
                  <a:lnTo>
                    <a:pt x="961051" y="1223705"/>
                  </a:lnTo>
                  <a:lnTo>
                    <a:pt x="961045" y="1223697"/>
                  </a:lnTo>
                  <a:lnTo>
                    <a:pt x="961034" y="1223683"/>
                  </a:lnTo>
                  <a:lnTo>
                    <a:pt x="961022" y="1223668"/>
                  </a:lnTo>
                  <a:lnTo>
                    <a:pt x="961011" y="1223653"/>
                  </a:lnTo>
                  <a:lnTo>
                    <a:pt x="961001" y="1223635"/>
                  </a:lnTo>
                  <a:lnTo>
                    <a:pt x="961004" y="1223625"/>
                  </a:lnTo>
                  <a:lnTo>
                    <a:pt x="961007" y="1223622"/>
                  </a:lnTo>
                  <a:lnTo>
                    <a:pt x="961018" y="1223607"/>
                  </a:lnTo>
                  <a:lnTo>
                    <a:pt x="961029" y="1223593"/>
                  </a:lnTo>
                  <a:lnTo>
                    <a:pt x="961038" y="1223578"/>
                  </a:lnTo>
                  <a:lnTo>
                    <a:pt x="961048" y="1223563"/>
                  </a:lnTo>
                  <a:lnTo>
                    <a:pt x="961055" y="1223548"/>
                  </a:lnTo>
                  <a:lnTo>
                    <a:pt x="961057" y="1223533"/>
                  </a:lnTo>
                  <a:lnTo>
                    <a:pt x="961063" y="1223517"/>
                  </a:lnTo>
                  <a:lnTo>
                    <a:pt x="961069" y="1223502"/>
                  </a:lnTo>
                  <a:lnTo>
                    <a:pt x="961074" y="1223487"/>
                  </a:lnTo>
                  <a:lnTo>
                    <a:pt x="961081" y="1223472"/>
                  </a:lnTo>
                  <a:lnTo>
                    <a:pt x="961085" y="1223465"/>
                  </a:lnTo>
                  <a:lnTo>
                    <a:pt x="961087" y="1223457"/>
                  </a:lnTo>
                  <a:lnTo>
                    <a:pt x="961090" y="1223448"/>
                  </a:lnTo>
                  <a:lnTo>
                    <a:pt x="961086" y="1223441"/>
                  </a:lnTo>
                  <a:lnTo>
                    <a:pt x="961073" y="1223438"/>
                  </a:lnTo>
                  <a:lnTo>
                    <a:pt x="961058" y="1223432"/>
                  </a:lnTo>
                  <a:lnTo>
                    <a:pt x="961044" y="1223418"/>
                  </a:lnTo>
                  <a:lnTo>
                    <a:pt x="961029" y="1223404"/>
                  </a:lnTo>
                  <a:lnTo>
                    <a:pt x="961015" y="1223391"/>
                  </a:lnTo>
                  <a:lnTo>
                    <a:pt x="961004" y="1223378"/>
                  </a:lnTo>
                  <a:lnTo>
                    <a:pt x="960993" y="1223363"/>
                  </a:lnTo>
                  <a:lnTo>
                    <a:pt x="960988" y="1223356"/>
                  </a:lnTo>
                  <a:lnTo>
                    <a:pt x="960980" y="1223350"/>
                  </a:lnTo>
                  <a:lnTo>
                    <a:pt x="960973" y="1223346"/>
                  </a:lnTo>
                  <a:lnTo>
                    <a:pt x="960965" y="1223344"/>
                  </a:lnTo>
                  <a:lnTo>
                    <a:pt x="960957" y="1223338"/>
                  </a:lnTo>
                  <a:lnTo>
                    <a:pt x="960952" y="1223332"/>
                  </a:lnTo>
                  <a:lnTo>
                    <a:pt x="960943" y="1223317"/>
                  </a:lnTo>
                  <a:lnTo>
                    <a:pt x="960942" y="1223303"/>
                  </a:lnTo>
                  <a:lnTo>
                    <a:pt x="960944" y="1223295"/>
                  </a:lnTo>
                  <a:lnTo>
                    <a:pt x="960951" y="1223288"/>
                  </a:lnTo>
                  <a:lnTo>
                    <a:pt x="960966" y="1223273"/>
                  </a:lnTo>
                  <a:lnTo>
                    <a:pt x="960980" y="1223259"/>
                  </a:lnTo>
                  <a:lnTo>
                    <a:pt x="960986" y="1223250"/>
                  </a:lnTo>
                  <a:lnTo>
                    <a:pt x="960988" y="1223244"/>
                  </a:lnTo>
                  <a:lnTo>
                    <a:pt x="960992" y="1223237"/>
                  </a:lnTo>
                  <a:lnTo>
                    <a:pt x="960994" y="1223229"/>
                  </a:lnTo>
                  <a:lnTo>
                    <a:pt x="960995" y="1223214"/>
                  </a:lnTo>
                  <a:lnTo>
                    <a:pt x="960994" y="1223198"/>
                  </a:lnTo>
                  <a:lnTo>
                    <a:pt x="960994" y="1223183"/>
                  </a:lnTo>
                  <a:lnTo>
                    <a:pt x="960995" y="1223168"/>
                  </a:lnTo>
                  <a:lnTo>
                    <a:pt x="960996" y="1223153"/>
                  </a:lnTo>
                  <a:lnTo>
                    <a:pt x="960999" y="1223140"/>
                  </a:lnTo>
                  <a:lnTo>
                    <a:pt x="961009" y="1223123"/>
                  </a:lnTo>
                  <a:lnTo>
                    <a:pt x="961017" y="1223108"/>
                  </a:lnTo>
                  <a:lnTo>
                    <a:pt x="961020" y="1223093"/>
                  </a:lnTo>
                  <a:lnTo>
                    <a:pt x="961022" y="1223078"/>
                  </a:lnTo>
                  <a:lnTo>
                    <a:pt x="961023" y="1223063"/>
                  </a:lnTo>
                  <a:lnTo>
                    <a:pt x="961024" y="1223048"/>
                  </a:lnTo>
                  <a:lnTo>
                    <a:pt x="961031" y="1223035"/>
                  </a:lnTo>
                  <a:lnTo>
                    <a:pt x="961035" y="1223027"/>
                  </a:lnTo>
                  <a:lnTo>
                    <a:pt x="961041" y="1223019"/>
                  </a:lnTo>
                  <a:lnTo>
                    <a:pt x="961055" y="1223004"/>
                  </a:lnTo>
                  <a:lnTo>
                    <a:pt x="961068" y="1222991"/>
                  </a:lnTo>
                  <a:lnTo>
                    <a:pt x="961073" y="1222988"/>
                  </a:lnTo>
                  <a:lnTo>
                    <a:pt x="961083" y="1222978"/>
                  </a:lnTo>
                  <a:lnTo>
                    <a:pt x="961100" y="1222953"/>
                  </a:lnTo>
                  <a:lnTo>
                    <a:pt x="961102" y="1222948"/>
                  </a:lnTo>
                  <a:lnTo>
                    <a:pt x="961108" y="1222933"/>
                  </a:lnTo>
                  <a:lnTo>
                    <a:pt x="961109" y="1222918"/>
                  </a:lnTo>
                  <a:lnTo>
                    <a:pt x="961104" y="1222903"/>
                  </a:lnTo>
                  <a:lnTo>
                    <a:pt x="961100" y="1222895"/>
                  </a:lnTo>
                  <a:lnTo>
                    <a:pt x="961099" y="1222888"/>
                  </a:lnTo>
                  <a:lnTo>
                    <a:pt x="961100" y="1222872"/>
                  </a:lnTo>
                  <a:lnTo>
                    <a:pt x="961100" y="1222864"/>
                  </a:lnTo>
                  <a:lnTo>
                    <a:pt x="961098" y="1222857"/>
                  </a:lnTo>
                  <a:lnTo>
                    <a:pt x="961093" y="1222842"/>
                  </a:lnTo>
                  <a:lnTo>
                    <a:pt x="961088" y="1222827"/>
                  </a:lnTo>
                  <a:lnTo>
                    <a:pt x="961085" y="1222821"/>
                  </a:lnTo>
                  <a:lnTo>
                    <a:pt x="961077" y="1222812"/>
                  </a:lnTo>
                  <a:lnTo>
                    <a:pt x="961070" y="1222805"/>
                  </a:lnTo>
                  <a:lnTo>
                    <a:pt x="961069" y="1222799"/>
                  </a:lnTo>
                  <a:lnTo>
                    <a:pt x="961072" y="1222792"/>
                  </a:lnTo>
                  <a:lnTo>
                    <a:pt x="961081" y="1222786"/>
                  </a:lnTo>
                  <a:lnTo>
                    <a:pt x="961096" y="1222778"/>
                  </a:lnTo>
                  <a:lnTo>
                    <a:pt x="961109" y="1222766"/>
                  </a:lnTo>
                  <a:lnTo>
                    <a:pt x="961120" y="1222751"/>
                  </a:lnTo>
                  <a:lnTo>
                    <a:pt x="961130" y="1222736"/>
                  </a:lnTo>
                  <a:lnTo>
                    <a:pt x="961136" y="1222727"/>
                  </a:lnTo>
                  <a:lnTo>
                    <a:pt x="961138" y="1222722"/>
                  </a:lnTo>
                  <a:lnTo>
                    <a:pt x="961145" y="1222707"/>
                  </a:lnTo>
                  <a:lnTo>
                    <a:pt x="961147" y="1222697"/>
                  </a:lnTo>
                  <a:lnTo>
                    <a:pt x="961151" y="1222691"/>
                  </a:lnTo>
                  <a:lnTo>
                    <a:pt x="961155" y="1222684"/>
                  </a:lnTo>
                  <a:lnTo>
                    <a:pt x="961161" y="1222678"/>
                  </a:lnTo>
                  <a:lnTo>
                    <a:pt x="961166" y="1222669"/>
                  </a:lnTo>
                  <a:lnTo>
                    <a:pt x="961168" y="1222663"/>
                  </a:lnTo>
                  <a:lnTo>
                    <a:pt x="961170" y="1222652"/>
                  </a:lnTo>
                  <a:lnTo>
                    <a:pt x="961169" y="1222647"/>
                  </a:lnTo>
                  <a:lnTo>
                    <a:pt x="961162" y="1222632"/>
                  </a:lnTo>
                  <a:lnTo>
                    <a:pt x="961154" y="1222617"/>
                  </a:lnTo>
                  <a:lnTo>
                    <a:pt x="961142" y="1222602"/>
                  </a:lnTo>
                  <a:lnTo>
                    <a:pt x="961129" y="1222587"/>
                  </a:lnTo>
                  <a:lnTo>
                    <a:pt x="961123" y="1222577"/>
                  </a:lnTo>
                  <a:lnTo>
                    <a:pt x="961122" y="1222572"/>
                  </a:lnTo>
                  <a:lnTo>
                    <a:pt x="961119" y="1222563"/>
                  </a:lnTo>
                  <a:lnTo>
                    <a:pt x="961119" y="1222557"/>
                  </a:lnTo>
                  <a:lnTo>
                    <a:pt x="961116" y="1222542"/>
                  </a:lnTo>
                  <a:lnTo>
                    <a:pt x="961112" y="1222527"/>
                  </a:lnTo>
                  <a:lnTo>
                    <a:pt x="961108" y="1222512"/>
                  </a:lnTo>
                  <a:lnTo>
                    <a:pt x="961104" y="1222501"/>
                  </a:lnTo>
                  <a:lnTo>
                    <a:pt x="961101" y="1222497"/>
                  </a:lnTo>
                  <a:lnTo>
                    <a:pt x="961095" y="1222489"/>
                  </a:lnTo>
                  <a:lnTo>
                    <a:pt x="961089" y="1222484"/>
                  </a:lnTo>
                  <a:lnTo>
                    <a:pt x="961076" y="1222472"/>
                  </a:lnTo>
                  <a:lnTo>
                    <a:pt x="961069" y="1222457"/>
                  </a:lnTo>
                  <a:lnTo>
                    <a:pt x="961066" y="1222452"/>
                  </a:lnTo>
                  <a:lnTo>
                    <a:pt x="961061" y="1222448"/>
                  </a:lnTo>
                  <a:lnTo>
                    <a:pt x="961056" y="1222445"/>
                  </a:lnTo>
                  <a:lnTo>
                    <a:pt x="961041" y="1222441"/>
                  </a:lnTo>
                  <a:lnTo>
                    <a:pt x="961027" y="1222437"/>
                  </a:lnTo>
                  <a:lnTo>
                    <a:pt x="961014" y="1222431"/>
                  </a:lnTo>
                  <a:lnTo>
                    <a:pt x="961015" y="1222426"/>
                  </a:lnTo>
                  <a:lnTo>
                    <a:pt x="961026" y="1222421"/>
                  </a:lnTo>
                  <a:lnTo>
                    <a:pt x="961040" y="1222417"/>
                  </a:lnTo>
                  <a:lnTo>
                    <a:pt x="961055" y="1222411"/>
                  </a:lnTo>
                  <a:lnTo>
                    <a:pt x="961069" y="1222405"/>
                  </a:lnTo>
                  <a:lnTo>
                    <a:pt x="961076" y="1222390"/>
                  </a:lnTo>
                  <a:lnTo>
                    <a:pt x="961078" y="1222379"/>
                  </a:lnTo>
                  <a:lnTo>
                    <a:pt x="961081" y="1222375"/>
                  </a:lnTo>
                  <a:lnTo>
                    <a:pt x="961089" y="1222366"/>
                  </a:lnTo>
                  <a:lnTo>
                    <a:pt x="961094" y="1222362"/>
                  </a:lnTo>
                  <a:lnTo>
                    <a:pt x="961101" y="1222350"/>
                  </a:lnTo>
                  <a:lnTo>
                    <a:pt x="961106" y="1222335"/>
                  </a:lnTo>
                  <a:lnTo>
                    <a:pt x="961108" y="1222325"/>
                  </a:lnTo>
                  <a:lnTo>
                    <a:pt x="961111" y="1222319"/>
                  </a:lnTo>
                  <a:lnTo>
                    <a:pt x="961120" y="1222305"/>
                  </a:lnTo>
                  <a:lnTo>
                    <a:pt x="961131" y="1222291"/>
                  </a:lnTo>
                  <a:lnTo>
                    <a:pt x="961145" y="1222276"/>
                  </a:lnTo>
                  <a:lnTo>
                    <a:pt x="961157" y="1222262"/>
                  </a:lnTo>
                  <a:lnTo>
                    <a:pt x="961168" y="1222248"/>
                  </a:lnTo>
                  <a:lnTo>
                    <a:pt x="961179" y="1222235"/>
                  </a:lnTo>
                  <a:lnTo>
                    <a:pt x="961183" y="1222232"/>
                  </a:lnTo>
                  <a:lnTo>
                    <a:pt x="961190" y="1222230"/>
                  </a:lnTo>
                  <a:lnTo>
                    <a:pt x="961194" y="1222229"/>
                  </a:lnTo>
                  <a:lnTo>
                    <a:pt x="961198" y="1222222"/>
                  </a:lnTo>
                  <a:lnTo>
                    <a:pt x="961198" y="1222213"/>
                  </a:lnTo>
                  <a:lnTo>
                    <a:pt x="961195" y="1222198"/>
                  </a:lnTo>
                  <a:lnTo>
                    <a:pt x="961193" y="1222191"/>
                  </a:lnTo>
                  <a:lnTo>
                    <a:pt x="961191" y="1222183"/>
                  </a:lnTo>
                  <a:lnTo>
                    <a:pt x="961187" y="1222174"/>
                  </a:lnTo>
                  <a:lnTo>
                    <a:pt x="961187" y="1222168"/>
                  </a:lnTo>
                  <a:lnTo>
                    <a:pt x="961189" y="1222158"/>
                  </a:lnTo>
                  <a:lnTo>
                    <a:pt x="961192" y="1222153"/>
                  </a:lnTo>
                  <a:lnTo>
                    <a:pt x="961195" y="1222138"/>
                  </a:lnTo>
                  <a:lnTo>
                    <a:pt x="961194" y="1222123"/>
                  </a:lnTo>
                  <a:lnTo>
                    <a:pt x="961193" y="1222108"/>
                  </a:lnTo>
                  <a:lnTo>
                    <a:pt x="961188" y="1222093"/>
                  </a:lnTo>
                  <a:lnTo>
                    <a:pt x="961182" y="1222078"/>
                  </a:lnTo>
                  <a:lnTo>
                    <a:pt x="961174" y="1222064"/>
                  </a:lnTo>
                  <a:lnTo>
                    <a:pt x="961174" y="1222057"/>
                  </a:lnTo>
                  <a:lnTo>
                    <a:pt x="961176" y="1222052"/>
                  </a:lnTo>
                  <a:lnTo>
                    <a:pt x="961179" y="1222048"/>
                  </a:lnTo>
                  <a:lnTo>
                    <a:pt x="961192" y="1222040"/>
                  </a:lnTo>
                  <a:lnTo>
                    <a:pt x="961203" y="1222034"/>
                  </a:lnTo>
                  <a:lnTo>
                    <a:pt x="961208" y="1222031"/>
                  </a:lnTo>
                  <a:lnTo>
                    <a:pt x="961223" y="1222021"/>
                  </a:lnTo>
                  <a:lnTo>
                    <a:pt x="961237" y="1222010"/>
                  </a:lnTo>
                  <a:lnTo>
                    <a:pt x="961252" y="1221998"/>
                  </a:lnTo>
                  <a:lnTo>
                    <a:pt x="961267" y="1221986"/>
                  </a:lnTo>
                  <a:lnTo>
                    <a:pt x="961281" y="1221972"/>
                  </a:lnTo>
                  <a:lnTo>
                    <a:pt x="961292" y="1221964"/>
                  </a:lnTo>
                  <a:lnTo>
                    <a:pt x="961335" y="1221923"/>
                  </a:lnTo>
                  <a:lnTo>
                    <a:pt x="961344" y="1221920"/>
                  </a:lnTo>
                  <a:lnTo>
                    <a:pt x="961351" y="1221916"/>
                  </a:lnTo>
                  <a:lnTo>
                    <a:pt x="961365" y="1221910"/>
                  </a:lnTo>
                  <a:lnTo>
                    <a:pt x="961371" y="1221907"/>
                  </a:lnTo>
                  <a:lnTo>
                    <a:pt x="961376" y="1221902"/>
                  </a:lnTo>
                  <a:lnTo>
                    <a:pt x="961384" y="1221898"/>
                  </a:lnTo>
                  <a:lnTo>
                    <a:pt x="961388" y="1221883"/>
                  </a:lnTo>
                  <a:lnTo>
                    <a:pt x="961391" y="1221869"/>
                  </a:lnTo>
                  <a:lnTo>
                    <a:pt x="961393" y="1221853"/>
                  </a:lnTo>
                  <a:lnTo>
                    <a:pt x="961396" y="1221836"/>
                  </a:lnTo>
                  <a:lnTo>
                    <a:pt x="961400" y="1221831"/>
                  </a:lnTo>
                  <a:lnTo>
                    <a:pt x="961415" y="1221818"/>
                  </a:lnTo>
                  <a:lnTo>
                    <a:pt x="961424" y="1221808"/>
                  </a:lnTo>
                  <a:lnTo>
                    <a:pt x="961426" y="1221804"/>
                  </a:lnTo>
                  <a:lnTo>
                    <a:pt x="961429" y="1221799"/>
                  </a:lnTo>
                  <a:lnTo>
                    <a:pt x="961435" y="1221789"/>
                  </a:lnTo>
                  <a:lnTo>
                    <a:pt x="961438" y="1221785"/>
                  </a:lnTo>
                  <a:lnTo>
                    <a:pt x="961442" y="1221774"/>
                  </a:lnTo>
                  <a:lnTo>
                    <a:pt x="961448" y="1221758"/>
                  </a:lnTo>
                  <a:lnTo>
                    <a:pt x="961451" y="1221752"/>
                  </a:lnTo>
                  <a:lnTo>
                    <a:pt x="961453" y="1221743"/>
                  </a:lnTo>
                  <a:lnTo>
                    <a:pt x="961457" y="1221730"/>
                  </a:lnTo>
                  <a:lnTo>
                    <a:pt x="961458" y="1221721"/>
                  </a:lnTo>
                  <a:lnTo>
                    <a:pt x="961462" y="1221713"/>
                  </a:lnTo>
                  <a:lnTo>
                    <a:pt x="961464" y="1221698"/>
                  </a:lnTo>
                  <a:lnTo>
                    <a:pt x="961467" y="1221683"/>
                  </a:lnTo>
                  <a:lnTo>
                    <a:pt x="961469" y="1221668"/>
                  </a:lnTo>
                  <a:lnTo>
                    <a:pt x="961465" y="1221653"/>
                  </a:lnTo>
                  <a:lnTo>
                    <a:pt x="961465" y="1221645"/>
                  </a:lnTo>
                  <a:lnTo>
                    <a:pt x="961470" y="1221639"/>
                  </a:lnTo>
                  <a:lnTo>
                    <a:pt x="961476" y="1221635"/>
                  </a:lnTo>
                  <a:lnTo>
                    <a:pt x="961485" y="1221632"/>
                  </a:lnTo>
                  <a:lnTo>
                    <a:pt x="961500" y="1221628"/>
                  </a:lnTo>
                  <a:lnTo>
                    <a:pt x="961513" y="1221627"/>
                  </a:lnTo>
                  <a:lnTo>
                    <a:pt x="961529" y="1221626"/>
                  </a:lnTo>
                  <a:lnTo>
                    <a:pt x="961544" y="1221622"/>
                  </a:lnTo>
                  <a:lnTo>
                    <a:pt x="961558" y="1221616"/>
                  </a:lnTo>
                  <a:lnTo>
                    <a:pt x="961573" y="1221608"/>
                  </a:lnTo>
                  <a:lnTo>
                    <a:pt x="961588" y="1221598"/>
                  </a:lnTo>
                  <a:lnTo>
                    <a:pt x="961602" y="1221585"/>
                  </a:lnTo>
                  <a:lnTo>
                    <a:pt x="961614" y="1221570"/>
                  </a:lnTo>
                  <a:lnTo>
                    <a:pt x="961621" y="1221557"/>
                  </a:lnTo>
                  <a:lnTo>
                    <a:pt x="961629" y="1221540"/>
                  </a:lnTo>
                  <a:lnTo>
                    <a:pt x="961635" y="1221530"/>
                  </a:lnTo>
                  <a:lnTo>
                    <a:pt x="961640" y="1221525"/>
                  </a:lnTo>
                  <a:lnTo>
                    <a:pt x="961654" y="1221519"/>
                  </a:lnTo>
                  <a:lnTo>
                    <a:pt x="961669" y="1221517"/>
                  </a:lnTo>
                  <a:lnTo>
                    <a:pt x="961676" y="1221515"/>
                  </a:lnTo>
                  <a:lnTo>
                    <a:pt x="961684" y="1221515"/>
                  </a:lnTo>
                  <a:lnTo>
                    <a:pt x="961713" y="1221511"/>
                  </a:lnTo>
                  <a:lnTo>
                    <a:pt x="961720" y="1221509"/>
                  </a:lnTo>
                  <a:lnTo>
                    <a:pt x="961734" y="1221507"/>
                  </a:lnTo>
                  <a:lnTo>
                    <a:pt x="961749" y="1221506"/>
                  </a:lnTo>
                  <a:lnTo>
                    <a:pt x="961764" y="1221505"/>
                  </a:lnTo>
                  <a:lnTo>
                    <a:pt x="961779" y="1221505"/>
                  </a:lnTo>
                  <a:lnTo>
                    <a:pt x="961785" y="1221503"/>
                  </a:lnTo>
                  <a:lnTo>
                    <a:pt x="961793" y="1221503"/>
                  </a:lnTo>
                  <a:lnTo>
                    <a:pt x="961808" y="1221500"/>
                  </a:lnTo>
                  <a:lnTo>
                    <a:pt x="961822" y="1221497"/>
                  </a:lnTo>
                  <a:lnTo>
                    <a:pt x="961837" y="1221491"/>
                  </a:lnTo>
                  <a:lnTo>
                    <a:pt x="961851" y="1221483"/>
                  </a:lnTo>
                  <a:lnTo>
                    <a:pt x="961862" y="1221475"/>
                  </a:lnTo>
                  <a:lnTo>
                    <a:pt x="961865" y="1221470"/>
                  </a:lnTo>
                  <a:lnTo>
                    <a:pt x="961877" y="1221459"/>
                  </a:lnTo>
                  <a:lnTo>
                    <a:pt x="961884" y="1221456"/>
                  </a:lnTo>
                  <a:lnTo>
                    <a:pt x="961893" y="1221456"/>
                  </a:lnTo>
                  <a:lnTo>
                    <a:pt x="961908" y="1221456"/>
                  </a:lnTo>
                  <a:lnTo>
                    <a:pt x="961914" y="1221457"/>
                  </a:lnTo>
                  <a:lnTo>
                    <a:pt x="961923" y="1221455"/>
                  </a:lnTo>
                  <a:lnTo>
                    <a:pt x="961929" y="1221455"/>
                  </a:lnTo>
                  <a:lnTo>
                    <a:pt x="961937" y="1221452"/>
                  </a:lnTo>
                  <a:lnTo>
                    <a:pt x="961952" y="1221446"/>
                  </a:lnTo>
                  <a:lnTo>
                    <a:pt x="961963" y="1221439"/>
                  </a:lnTo>
                  <a:lnTo>
                    <a:pt x="961967" y="1221438"/>
                  </a:lnTo>
                  <a:lnTo>
                    <a:pt x="961973" y="1221434"/>
                  </a:lnTo>
                  <a:lnTo>
                    <a:pt x="961981" y="1221432"/>
                  </a:lnTo>
                  <a:lnTo>
                    <a:pt x="961996" y="1221429"/>
                  </a:lnTo>
                  <a:lnTo>
                    <a:pt x="962010" y="1221426"/>
                  </a:lnTo>
                  <a:lnTo>
                    <a:pt x="962025" y="1221423"/>
                  </a:lnTo>
                  <a:lnTo>
                    <a:pt x="962040" y="1221417"/>
                  </a:lnTo>
                  <a:lnTo>
                    <a:pt x="962048" y="1221413"/>
                  </a:lnTo>
                  <a:lnTo>
                    <a:pt x="962052" y="1221405"/>
                  </a:lnTo>
                  <a:lnTo>
                    <a:pt x="962056" y="1221390"/>
                  </a:lnTo>
                  <a:lnTo>
                    <a:pt x="962059" y="1221375"/>
                  </a:lnTo>
                  <a:lnTo>
                    <a:pt x="962061" y="1221369"/>
                  </a:lnTo>
                  <a:lnTo>
                    <a:pt x="962063" y="1221360"/>
                  </a:lnTo>
                  <a:lnTo>
                    <a:pt x="962062" y="1221345"/>
                  </a:lnTo>
                  <a:lnTo>
                    <a:pt x="962061" y="1221336"/>
                  </a:lnTo>
                  <a:lnTo>
                    <a:pt x="962060" y="1221330"/>
                  </a:lnTo>
                  <a:lnTo>
                    <a:pt x="962059" y="1221323"/>
                  </a:lnTo>
                  <a:lnTo>
                    <a:pt x="962057" y="1221315"/>
                  </a:lnTo>
                  <a:lnTo>
                    <a:pt x="962055" y="1221300"/>
                  </a:lnTo>
                  <a:lnTo>
                    <a:pt x="962048" y="1221285"/>
                  </a:lnTo>
                  <a:lnTo>
                    <a:pt x="962045" y="1221270"/>
                  </a:lnTo>
                  <a:lnTo>
                    <a:pt x="962047" y="1221255"/>
                  </a:lnTo>
                  <a:lnTo>
                    <a:pt x="962051" y="1221222"/>
                  </a:lnTo>
                  <a:lnTo>
                    <a:pt x="962069" y="1221231"/>
                  </a:lnTo>
                  <a:lnTo>
                    <a:pt x="962075" y="1221231"/>
                  </a:lnTo>
                  <a:lnTo>
                    <a:pt x="962090" y="1221234"/>
                  </a:lnTo>
                  <a:lnTo>
                    <a:pt x="962105" y="1221234"/>
                  </a:lnTo>
                  <a:lnTo>
                    <a:pt x="962119" y="1221234"/>
                  </a:lnTo>
                  <a:lnTo>
                    <a:pt x="962134" y="1221234"/>
                  </a:lnTo>
                  <a:lnTo>
                    <a:pt x="962148" y="1221235"/>
                  </a:lnTo>
                  <a:lnTo>
                    <a:pt x="962163" y="1221236"/>
                  </a:lnTo>
                  <a:lnTo>
                    <a:pt x="962168" y="1221238"/>
                  </a:lnTo>
                  <a:lnTo>
                    <a:pt x="962211" y="1221246"/>
                  </a:lnTo>
                  <a:lnTo>
                    <a:pt x="962215" y="1221248"/>
                  </a:lnTo>
                  <a:lnTo>
                    <a:pt x="962223" y="1221249"/>
                  </a:lnTo>
                  <a:lnTo>
                    <a:pt x="962238" y="1221248"/>
                  </a:lnTo>
                  <a:lnTo>
                    <a:pt x="962253" y="1221242"/>
                  </a:lnTo>
                  <a:lnTo>
                    <a:pt x="962267" y="1221234"/>
                  </a:lnTo>
                  <a:lnTo>
                    <a:pt x="962282" y="1221227"/>
                  </a:lnTo>
                  <a:lnTo>
                    <a:pt x="962297" y="1221217"/>
                  </a:lnTo>
                  <a:lnTo>
                    <a:pt x="962304" y="1221209"/>
                  </a:lnTo>
                  <a:lnTo>
                    <a:pt x="962307" y="1221202"/>
                  </a:lnTo>
                  <a:lnTo>
                    <a:pt x="962313" y="1221187"/>
                  </a:lnTo>
                  <a:lnTo>
                    <a:pt x="962318" y="1221172"/>
                  </a:lnTo>
                  <a:lnTo>
                    <a:pt x="962317" y="1221160"/>
                  </a:lnTo>
                  <a:lnTo>
                    <a:pt x="962321" y="1221155"/>
                  </a:lnTo>
                  <a:lnTo>
                    <a:pt x="962330" y="1221150"/>
                  </a:lnTo>
                  <a:lnTo>
                    <a:pt x="962339" y="1221146"/>
                  </a:lnTo>
                  <a:lnTo>
                    <a:pt x="962354" y="1221137"/>
                  </a:lnTo>
                  <a:lnTo>
                    <a:pt x="962369" y="1221130"/>
                  </a:lnTo>
                  <a:lnTo>
                    <a:pt x="962375" y="1221128"/>
                  </a:lnTo>
                  <a:lnTo>
                    <a:pt x="962383" y="1221127"/>
                  </a:lnTo>
                  <a:lnTo>
                    <a:pt x="962398" y="1221126"/>
                  </a:lnTo>
                  <a:lnTo>
                    <a:pt x="962403" y="1221125"/>
                  </a:lnTo>
                  <a:lnTo>
                    <a:pt x="962412" y="1221126"/>
                  </a:lnTo>
                  <a:lnTo>
                    <a:pt x="962427" y="1221125"/>
                  </a:lnTo>
                  <a:lnTo>
                    <a:pt x="962442" y="1221127"/>
                  </a:lnTo>
                  <a:lnTo>
                    <a:pt x="962457" y="1221127"/>
                  </a:lnTo>
                  <a:lnTo>
                    <a:pt x="962474" y="1221127"/>
                  </a:lnTo>
                  <a:lnTo>
                    <a:pt x="962486" y="1221129"/>
                  </a:lnTo>
                  <a:lnTo>
                    <a:pt x="962499" y="1221128"/>
                  </a:lnTo>
                  <a:lnTo>
                    <a:pt x="962517" y="1221129"/>
                  </a:lnTo>
                  <a:lnTo>
                    <a:pt x="962530" y="1221131"/>
                  </a:lnTo>
                  <a:lnTo>
                    <a:pt x="962544" y="1221137"/>
                  </a:lnTo>
                  <a:lnTo>
                    <a:pt x="962559" y="1221140"/>
                  </a:lnTo>
                  <a:lnTo>
                    <a:pt x="962573" y="1221144"/>
                  </a:lnTo>
                  <a:lnTo>
                    <a:pt x="962588" y="1221149"/>
                  </a:lnTo>
                  <a:lnTo>
                    <a:pt x="962603" y="1221154"/>
                  </a:lnTo>
                  <a:lnTo>
                    <a:pt x="962609" y="1221156"/>
                  </a:lnTo>
                  <a:lnTo>
                    <a:pt x="962617" y="1221155"/>
                  </a:lnTo>
                  <a:lnTo>
                    <a:pt x="962632" y="1221153"/>
                  </a:lnTo>
                  <a:lnTo>
                    <a:pt x="962643" y="1221152"/>
                  </a:lnTo>
                  <a:lnTo>
                    <a:pt x="962647" y="1221150"/>
                  </a:lnTo>
                  <a:lnTo>
                    <a:pt x="962662" y="1221147"/>
                  </a:lnTo>
                  <a:lnTo>
                    <a:pt x="962676" y="1221141"/>
                  </a:lnTo>
                  <a:lnTo>
                    <a:pt x="962691" y="1221137"/>
                  </a:lnTo>
                  <a:lnTo>
                    <a:pt x="962714" y="1221124"/>
                  </a:lnTo>
                  <a:lnTo>
                    <a:pt x="962721" y="1221119"/>
                  </a:lnTo>
                  <a:lnTo>
                    <a:pt x="962736" y="1221110"/>
                  </a:lnTo>
                  <a:lnTo>
                    <a:pt x="962750" y="1221100"/>
                  </a:lnTo>
                  <a:lnTo>
                    <a:pt x="962765" y="1221091"/>
                  </a:lnTo>
                  <a:lnTo>
                    <a:pt x="962779" y="1221080"/>
                  </a:lnTo>
                  <a:lnTo>
                    <a:pt x="962794" y="1221066"/>
                  </a:lnTo>
                  <a:lnTo>
                    <a:pt x="962804" y="1221057"/>
                  </a:lnTo>
                  <a:lnTo>
                    <a:pt x="962808" y="1221055"/>
                  </a:lnTo>
                  <a:lnTo>
                    <a:pt x="962816" y="1221051"/>
                  </a:lnTo>
                  <a:lnTo>
                    <a:pt x="962823" y="1221049"/>
                  </a:lnTo>
                  <a:lnTo>
                    <a:pt x="962838" y="1221049"/>
                  </a:lnTo>
                  <a:lnTo>
                    <a:pt x="962853" y="1221047"/>
                  </a:lnTo>
                  <a:lnTo>
                    <a:pt x="962866" y="1221048"/>
                  </a:lnTo>
                  <a:lnTo>
                    <a:pt x="962882" y="1221052"/>
                  </a:lnTo>
                  <a:lnTo>
                    <a:pt x="962896" y="1221056"/>
                  </a:lnTo>
                  <a:lnTo>
                    <a:pt x="962911" y="1221059"/>
                  </a:lnTo>
                  <a:lnTo>
                    <a:pt x="962926" y="1221063"/>
                  </a:lnTo>
                  <a:lnTo>
                    <a:pt x="962940" y="1221070"/>
                  </a:lnTo>
                  <a:lnTo>
                    <a:pt x="962955" y="1221077"/>
                  </a:lnTo>
                  <a:lnTo>
                    <a:pt x="962970" y="1221085"/>
                  </a:lnTo>
                  <a:lnTo>
                    <a:pt x="962976" y="1221087"/>
                  </a:lnTo>
                  <a:lnTo>
                    <a:pt x="962984" y="1221086"/>
                  </a:lnTo>
                  <a:lnTo>
                    <a:pt x="962999" y="1221080"/>
                  </a:lnTo>
                  <a:lnTo>
                    <a:pt x="963014" y="1221078"/>
                  </a:lnTo>
                  <a:lnTo>
                    <a:pt x="963028" y="1221077"/>
                  </a:lnTo>
                  <a:lnTo>
                    <a:pt x="963038" y="1221072"/>
                  </a:lnTo>
                  <a:lnTo>
                    <a:pt x="963041" y="1221067"/>
                  </a:lnTo>
                  <a:lnTo>
                    <a:pt x="963042" y="1221057"/>
                  </a:lnTo>
                  <a:lnTo>
                    <a:pt x="963040" y="1221052"/>
                  </a:lnTo>
                  <a:lnTo>
                    <a:pt x="963030" y="1221037"/>
                  </a:lnTo>
                  <a:lnTo>
                    <a:pt x="963026" y="1221029"/>
                  </a:lnTo>
                  <a:lnTo>
                    <a:pt x="963022" y="1221020"/>
                  </a:lnTo>
                  <a:lnTo>
                    <a:pt x="963021" y="1221007"/>
                  </a:lnTo>
                  <a:lnTo>
                    <a:pt x="963021" y="1220997"/>
                  </a:lnTo>
                  <a:lnTo>
                    <a:pt x="963022" y="1220989"/>
                  </a:lnTo>
                  <a:lnTo>
                    <a:pt x="963027" y="1220976"/>
                  </a:lnTo>
                  <a:lnTo>
                    <a:pt x="963031" y="1220961"/>
                  </a:lnTo>
                  <a:lnTo>
                    <a:pt x="963035" y="1220946"/>
                  </a:lnTo>
                  <a:lnTo>
                    <a:pt x="963039" y="1220931"/>
                  </a:lnTo>
                  <a:lnTo>
                    <a:pt x="963046" y="1220918"/>
                  </a:lnTo>
                  <a:lnTo>
                    <a:pt x="963051" y="1220908"/>
                  </a:lnTo>
                  <a:lnTo>
                    <a:pt x="963058" y="1220901"/>
                  </a:lnTo>
                  <a:lnTo>
                    <a:pt x="963067" y="1220893"/>
                  </a:lnTo>
                  <a:lnTo>
                    <a:pt x="963073" y="1220890"/>
                  </a:lnTo>
                  <a:lnTo>
                    <a:pt x="963087" y="1220880"/>
                  </a:lnTo>
                  <a:lnTo>
                    <a:pt x="963102" y="1220870"/>
                  </a:lnTo>
                  <a:lnTo>
                    <a:pt x="963115" y="1220856"/>
                  </a:lnTo>
                  <a:lnTo>
                    <a:pt x="963119" y="1220849"/>
                  </a:lnTo>
                  <a:lnTo>
                    <a:pt x="963122" y="1220841"/>
                  </a:lnTo>
                  <a:lnTo>
                    <a:pt x="963126" y="1220825"/>
                  </a:lnTo>
                  <a:lnTo>
                    <a:pt x="963128" y="1220819"/>
                  </a:lnTo>
                  <a:lnTo>
                    <a:pt x="963131" y="1220794"/>
                  </a:lnTo>
                  <a:lnTo>
                    <a:pt x="963132" y="1220777"/>
                  </a:lnTo>
                  <a:lnTo>
                    <a:pt x="963136" y="1220764"/>
                  </a:lnTo>
                  <a:lnTo>
                    <a:pt x="963143" y="1220749"/>
                  </a:lnTo>
                  <a:lnTo>
                    <a:pt x="963150" y="1220734"/>
                  </a:lnTo>
                  <a:lnTo>
                    <a:pt x="963156" y="1220719"/>
                  </a:lnTo>
                  <a:lnTo>
                    <a:pt x="963159" y="1220704"/>
                  </a:lnTo>
                  <a:lnTo>
                    <a:pt x="963161" y="1220689"/>
                  </a:lnTo>
                  <a:lnTo>
                    <a:pt x="963161" y="1220674"/>
                  </a:lnTo>
                  <a:lnTo>
                    <a:pt x="963164" y="1220658"/>
                  </a:lnTo>
                  <a:lnTo>
                    <a:pt x="963166" y="1220645"/>
                  </a:lnTo>
                  <a:lnTo>
                    <a:pt x="963173" y="1220628"/>
                  </a:lnTo>
                  <a:lnTo>
                    <a:pt x="963184" y="1220613"/>
                  </a:lnTo>
                  <a:lnTo>
                    <a:pt x="963189" y="1220603"/>
                  </a:lnTo>
                  <a:lnTo>
                    <a:pt x="963191" y="1220598"/>
                  </a:lnTo>
                  <a:lnTo>
                    <a:pt x="963192" y="1220591"/>
                  </a:lnTo>
                  <a:lnTo>
                    <a:pt x="963192" y="1220583"/>
                  </a:lnTo>
                  <a:lnTo>
                    <a:pt x="963194" y="1220568"/>
                  </a:lnTo>
                  <a:lnTo>
                    <a:pt x="963195" y="1220553"/>
                  </a:lnTo>
                  <a:lnTo>
                    <a:pt x="963199" y="1220540"/>
                  </a:lnTo>
                  <a:lnTo>
                    <a:pt x="963203" y="1220525"/>
                  </a:lnTo>
                  <a:lnTo>
                    <a:pt x="963203" y="1220508"/>
                  </a:lnTo>
                  <a:lnTo>
                    <a:pt x="963200" y="1220487"/>
                  </a:lnTo>
                  <a:lnTo>
                    <a:pt x="963198" y="1220473"/>
                  </a:lnTo>
                  <a:lnTo>
                    <a:pt x="963190" y="1220462"/>
                  </a:lnTo>
                  <a:lnTo>
                    <a:pt x="963184" y="1220454"/>
                  </a:lnTo>
                  <a:lnTo>
                    <a:pt x="963184" y="1220448"/>
                  </a:lnTo>
                  <a:lnTo>
                    <a:pt x="963189" y="1220435"/>
                  </a:lnTo>
                  <a:lnTo>
                    <a:pt x="963192" y="1220432"/>
                  </a:lnTo>
                  <a:lnTo>
                    <a:pt x="963201" y="1220417"/>
                  </a:lnTo>
                  <a:lnTo>
                    <a:pt x="963206" y="1220402"/>
                  </a:lnTo>
                  <a:lnTo>
                    <a:pt x="963205" y="1220394"/>
                  </a:lnTo>
                  <a:lnTo>
                    <a:pt x="963202" y="1220387"/>
                  </a:lnTo>
                  <a:lnTo>
                    <a:pt x="963194" y="1220372"/>
                  </a:lnTo>
                  <a:lnTo>
                    <a:pt x="963190" y="1220357"/>
                  </a:lnTo>
                  <a:lnTo>
                    <a:pt x="963191" y="1220340"/>
                  </a:lnTo>
                  <a:lnTo>
                    <a:pt x="963196" y="1220334"/>
                  </a:lnTo>
                  <a:lnTo>
                    <a:pt x="963202" y="1220331"/>
                  </a:lnTo>
                  <a:lnTo>
                    <a:pt x="963217" y="1220323"/>
                  </a:lnTo>
                  <a:lnTo>
                    <a:pt x="963228" y="1220315"/>
                  </a:lnTo>
                  <a:lnTo>
                    <a:pt x="963230" y="1220311"/>
                  </a:lnTo>
                  <a:lnTo>
                    <a:pt x="963244" y="1220295"/>
                  </a:lnTo>
                  <a:lnTo>
                    <a:pt x="963253" y="1220290"/>
                  </a:lnTo>
                  <a:lnTo>
                    <a:pt x="963257" y="1220290"/>
                  </a:lnTo>
                  <a:lnTo>
                    <a:pt x="963272" y="1220290"/>
                  </a:lnTo>
                  <a:lnTo>
                    <a:pt x="963287" y="1220291"/>
                  </a:lnTo>
                  <a:lnTo>
                    <a:pt x="963297" y="1220287"/>
                  </a:lnTo>
                  <a:lnTo>
                    <a:pt x="963302" y="1220283"/>
                  </a:lnTo>
                  <a:lnTo>
                    <a:pt x="963312" y="1220268"/>
                  </a:lnTo>
                  <a:lnTo>
                    <a:pt x="963322" y="1220254"/>
                  </a:lnTo>
                  <a:lnTo>
                    <a:pt x="963325" y="1220249"/>
                  </a:lnTo>
                  <a:lnTo>
                    <a:pt x="963334" y="1220239"/>
                  </a:lnTo>
                  <a:lnTo>
                    <a:pt x="963345" y="1220232"/>
                  </a:lnTo>
                  <a:lnTo>
                    <a:pt x="963349" y="1220231"/>
                  </a:lnTo>
                  <a:lnTo>
                    <a:pt x="963356" y="1220229"/>
                  </a:lnTo>
                  <a:lnTo>
                    <a:pt x="963363" y="1220227"/>
                  </a:lnTo>
                  <a:lnTo>
                    <a:pt x="963379" y="1220221"/>
                  </a:lnTo>
                  <a:lnTo>
                    <a:pt x="963387" y="1220216"/>
                  </a:lnTo>
                  <a:lnTo>
                    <a:pt x="963397" y="1220205"/>
                  </a:lnTo>
                  <a:lnTo>
                    <a:pt x="963405" y="1220188"/>
                  </a:lnTo>
                  <a:lnTo>
                    <a:pt x="963412" y="1220178"/>
                  </a:lnTo>
                  <a:lnTo>
                    <a:pt x="963428" y="1220163"/>
                  </a:lnTo>
                  <a:lnTo>
                    <a:pt x="963439" y="1220150"/>
                  </a:lnTo>
                  <a:lnTo>
                    <a:pt x="963449" y="1220138"/>
                  </a:lnTo>
                  <a:lnTo>
                    <a:pt x="963450" y="1220128"/>
                  </a:lnTo>
                  <a:lnTo>
                    <a:pt x="963448" y="1220121"/>
                  </a:lnTo>
                  <a:lnTo>
                    <a:pt x="963444" y="1220106"/>
                  </a:lnTo>
                  <a:lnTo>
                    <a:pt x="963442" y="1220091"/>
                  </a:lnTo>
                  <a:lnTo>
                    <a:pt x="963440" y="1220076"/>
                  </a:lnTo>
                  <a:lnTo>
                    <a:pt x="963438" y="1220062"/>
                  </a:lnTo>
                  <a:lnTo>
                    <a:pt x="963436" y="1220056"/>
                  </a:lnTo>
                  <a:lnTo>
                    <a:pt x="963431" y="1220046"/>
                  </a:lnTo>
                  <a:lnTo>
                    <a:pt x="963426" y="1220038"/>
                  </a:lnTo>
                  <a:lnTo>
                    <a:pt x="963421" y="1220031"/>
                  </a:lnTo>
                  <a:lnTo>
                    <a:pt x="963408" y="1220017"/>
                  </a:lnTo>
                  <a:lnTo>
                    <a:pt x="963396" y="1220003"/>
                  </a:lnTo>
                  <a:lnTo>
                    <a:pt x="963388" y="1219994"/>
                  </a:lnTo>
                  <a:lnTo>
                    <a:pt x="963386" y="1219990"/>
                  </a:lnTo>
                  <a:lnTo>
                    <a:pt x="963385" y="1219979"/>
                  </a:lnTo>
                  <a:lnTo>
                    <a:pt x="963387" y="1219974"/>
                  </a:lnTo>
                  <a:lnTo>
                    <a:pt x="963393" y="1219958"/>
                  </a:lnTo>
                  <a:lnTo>
                    <a:pt x="963398" y="1219943"/>
                  </a:lnTo>
                  <a:lnTo>
                    <a:pt x="963398" y="1219932"/>
                  </a:lnTo>
                  <a:lnTo>
                    <a:pt x="963396" y="1219928"/>
                  </a:lnTo>
                  <a:lnTo>
                    <a:pt x="963392" y="1219918"/>
                  </a:lnTo>
                  <a:lnTo>
                    <a:pt x="963388" y="1219913"/>
                  </a:lnTo>
                  <a:lnTo>
                    <a:pt x="963377" y="1219898"/>
                  </a:lnTo>
                  <a:lnTo>
                    <a:pt x="963369" y="1219888"/>
                  </a:lnTo>
                  <a:lnTo>
                    <a:pt x="963367" y="1219883"/>
                  </a:lnTo>
                  <a:lnTo>
                    <a:pt x="963366" y="1219868"/>
                  </a:lnTo>
                  <a:lnTo>
                    <a:pt x="963366" y="1219853"/>
                  </a:lnTo>
                  <a:lnTo>
                    <a:pt x="963365" y="1219842"/>
                  </a:lnTo>
                  <a:lnTo>
                    <a:pt x="963360" y="1219827"/>
                  </a:lnTo>
                  <a:lnTo>
                    <a:pt x="963355" y="1219812"/>
                  </a:lnTo>
                  <a:lnTo>
                    <a:pt x="963353" y="1219797"/>
                  </a:lnTo>
                  <a:lnTo>
                    <a:pt x="963353" y="1219786"/>
                  </a:lnTo>
                  <a:lnTo>
                    <a:pt x="963351" y="1219782"/>
                  </a:lnTo>
                  <a:lnTo>
                    <a:pt x="963339" y="1219771"/>
                  </a:lnTo>
                  <a:lnTo>
                    <a:pt x="963323" y="1219766"/>
                  </a:lnTo>
                  <a:lnTo>
                    <a:pt x="963308" y="1219757"/>
                  </a:lnTo>
                  <a:lnTo>
                    <a:pt x="963294" y="1219743"/>
                  </a:lnTo>
                  <a:lnTo>
                    <a:pt x="963281" y="1219728"/>
                  </a:lnTo>
                  <a:lnTo>
                    <a:pt x="963270" y="1219722"/>
                  </a:lnTo>
                  <a:lnTo>
                    <a:pt x="963266" y="1219718"/>
                  </a:lnTo>
                  <a:lnTo>
                    <a:pt x="963257" y="1219710"/>
                  </a:lnTo>
                  <a:lnTo>
                    <a:pt x="963255" y="1219704"/>
                  </a:lnTo>
                  <a:lnTo>
                    <a:pt x="963253" y="1219697"/>
                  </a:lnTo>
                  <a:lnTo>
                    <a:pt x="963253" y="1219689"/>
                  </a:lnTo>
                  <a:lnTo>
                    <a:pt x="963252" y="1219674"/>
                  </a:lnTo>
                  <a:lnTo>
                    <a:pt x="963248" y="1219659"/>
                  </a:lnTo>
                  <a:lnTo>
                    <a:pt x="963247" y="1219644"/>
                  </a:lnTo>
                  <a:lnTo>
                    <a:pt x="963245" y="1219629"/>
                  </a:lnTo>
                  <a:lnTo>
                    <a:pt x="963239" y="1219617"/>
                  </a:lnTo>
                  <a:lnTo>
                    <a:pt x="963237" y="1219613"/>
                  </a:lnTo>
                  <a:lnTo>
                    <a:pt x="963232" y="1219605"/>
                  </a:lnTo>
                  <a:lnTo>
                    <a:pt x="963225" y="1219593"/>
                  </a:lnTo>
                  <a:lnTo>
                    <a:pt x="963215" y="1219580"/>
                  </a:lnTo>
                  <a:lnTo>
                    <a:pt x="963211" y="1219572"/>
                  </a:lnTo>
                  <a:lnTo>
                    <a:pt x="963208" y="1219566"/>
                  </a:lnTo>
                  <a:lnTo>
                    <a:pt x="963207" y="1219560"/>
                  </a:lnTo>
                  <a:lnTo>
                    <a:pt x="963206" y="1219555"/>
                  </a:lnTo>
                  <a:lnTo>
                    <a:pt x="963205" y="1219548"/>
                  </a:lnTo>
                  <a:lnTo>
                    <a:pt x="963190" y="1219535"/>
                  </a:lnTo>
                  <a:lnTo>
                    <a:pt x="963176" y="1219528"/>
                  </a:lnTo>
                  <a:lnTo>
                    <a:pt x="963161" y="1219519"/>
                  </a:lnTo>
                  <a:lnTo>
                    <a:pt x="963153" y="1219509"/>
                  </a:lnTo>
                  <a:lnTo>
                    <a:pt x="963153" y="1219504"/>
                  </a:lnTo>
                  <a:lnTo>
                    <a:pt x="963148" y="1219489"/>
                  </a:lnTo>
                  <a:lnTo>
                    <a:pt x="963138" y="1219474"/>
                  </a:lnTo>
                  <a:lnTo>
                    <a:pt x="963132" y="1219465"/>
                  </a:lnTo>
                  <a:lnTo>
                    <a:pt x="963130" y="1219459"/>
                  </a:lnTo>
                  <a:lnTo>
                    <a:pt x="963130" y="1219443"/>
                  </a:lnTo>
                  <a:lnTo>
                    <a:pt x="963130" y="1219428"/>
                  </a:lnTo>
                  <a:lnTo>
                    <a:pt x="963129" y="1219413"/>
                  </a:lnTo>
                  <a:lnTo>
                    <a:pt x="963127" y="1219398"/>
                  </a:lnTo>
                  <a:lnTo>
                    <a:pt x="963124" y="1219383"/>
                  </a:lnTo>
                  <a:lnTo>
                    <a:pt x="963122" y="1219368"/>
                  </a:lnTo>
                  <a:lnTo>
                    <a:pt x="963121" y="1219353"/>
                  </a:lnTo>
                  <a:lnTo>
                    <a:pt x="963121" y="1219338"/>
                  </a:lnTo>
                  <a:lnTo>
                    <a:pt x="963119" y="1219323"/>
                  </a:lnTo>
                  <a:lnTo>
                    <a:pt x="963117" y="1219308"/>
                  </a:lnTo>
                  <a:lnTo>
                    <a:pt x="963112" y="1219293"/>
                  </a:lnTo>
                  <a:lnTo>
                    <a:pt x="963112" y="1219287"/>
                  </a:lnTo>
                  <a:lnTo>
                    <a:pt x="963109" y="1219278"/>
                  </a:lnTo>
                  <a:lnTo>
                    <a:pt x="963104" y="1219263"/>
                  </a:lnTo>
                  <a:lnTo>
                    <a:pt x="963101" y="1219248"/>
                  </a:lnTo>
                  <a:lnTo>
                    <a:pt x="963097" y="1219233"/>
                  </a:lnTo>
                  <a:lnTo>
                    <a:pt x="963091" y="1219223"/>
                  </a:lnTo>
                  <a:lnTo>
                    <a:pt x="963086" y="1219218"/>
                  </a:lnTo>
                  <a:lnTo>
                    <a:pt x="963077" y="1219203"/>
                  </a:lnTo>
                  <a:lnTo>
                    <a:pt x="963072" y="1219178"/>
                  </a:lnTo>
                  <a:lnTo>
                    <a:pt x="963071" y="1219173"/>
                  </a:lnTo>
                  <a:lnTo>
                    <a:pt x="963075" y="1219158"/>
                  </a:lnTo>
                  <a:lnTo>
                    <a:pt x="963075" y="1219142"/>
                  </a:lnTo>
                  <a:lnTo>
                    <a:pt x="963079" y="1219131"/>
                  </a:lnTo>
                  <a:lnTo>
                    <a:pt x="963081" y="1219122"/>
                  </a:lnTo>
                  <a:lnTo>
                    <a:pt x="963087" y="1219111"/>
                  </a:lnTo>
                  <a:lnTo>
                    <a:pt x="963093" y="1219098"/>
                  </a:lnTo>
                  <a:lnTo>
                    <a:pt x="963096" y="1219091"/>
                  </a:lnTo>
                  <a:lnTo>
                    <a:pt x="963096" y="1219083"/>
                  </a:lnTo>
                  <a:lnTo>
                    <a:pt x="963096" y="1219074"/>
                  </a:lnTo>
                  <a:lnTo>
                    <a:pt x="963098" y="1219068"/>
                  </a:lnTo>
                  <a:lnTo>
                    <a:pt x="963099" y="1219053"/>
                  </a:lnTo>
                  <a:lnTo>
                    <a:pt x="963103" y="1219038"/>
                  </a:lnTo>
                  <a:lnTo>
                    <a:pt x="963106" y="1219023"/>
                  </a:lnTo>
                  <a:lnTo>
                    <a:pt x="963109" y="1219015"/>
                  </a:lnTo>
                  <a:lnTo>
                    <a:pt x="963110" y="1219008"/>
                  </a:lnTo>
                  <a:lnTo>
                    <a:pt x="963111" y="1218992"/>
                  </a:lnTo>
                  <a:lnTo>
                    <a:pt x="963107" y="1218977"/>
                  </a:lnTo>
                  <a:lnTo>
                    <a:pt x="963104" y="1218972"/>
                  </a:lnTo>
                  <a:lnTo>
                    <a:pt x="963102" y="1218962"/>
                  </a:lnTo>
                  <a:lnTo>
                    <a:pt x="963101" y="1218947"/>
                  </a:lnTo>
                  <a:lnTo>
                    <a:pt x="963099" y="1218932"/>
                  </a:lnTo>
                  <a:lnTo>
                    <a:pt x="963094" y="1218917"/>
                  </a:lnTo>
                  <a:lnTo>
                    <a:pt x="963092" y="1218902"/>
                  </a:lnTo>
                  <a:lnTo>
                    <a:pt x="963089" y="1218887"/>
                  </a:lnTo>
                  <a:lnTo>
                    <a:pt x="963083" y="1218854"/>
                  </a:lnTo>
                  <a:lnTo>
                    <a:pt x="963081" y="1218847"/>
                  </a:lnTo>
                  <a:lnTo>
                    <a:pt x="963074" y="1218840"/>
                  </a:lnTo>
                  <a:lnTo>
                    <a:pt x="963066" y="1218826"/>
                  </a:lnTo>
                  <a:lnTo>
                    <a:pt x="963070" y="1218818"/>
                  </a:lnTo>
                  <a:lnTo>
                    <a:pt x="963078" y="1218814"/>
                  </a:lnTo>
                  <a:lnTo>
                    <a:pt x="963092" y="1218809"/>
                  </a:lnTo>
                  <a:lnTo>
                    <a:pt x="963102" y="1218807"/>
                  </a:lnTo>
                  <a:lnTo>
                    <a:pt x="963107" y="1218803"/>
                  </a:lnTo>
                  <a:lnTo>
                    <a:pt x="963122" y="1218797"/>
                  </a:lnTo>
                  <a:lnTo>
                    <a:pt x="963136" y="1218790"/>
                  </a:lnTo>
                  <a:lnTo>
                    <a:pt x="963151" y="1218779"/>
                  </a:lnTo>
                  <a:lnTo>
                    <a:pt x="963163" y="1218767"/>
                  </a:lnTo>
                  <a:lnTo>
                    <a:pt x="963177" y="1218752"/>
                  </a:lnTo>
                  <a:lnTo>
                    <a:pt x="963191" y="1218739"/>
                  </a:lnTo>
                  <a:lnTo>
                    <a:pt x="963205" y="1218725"/>
                  </a:lnTo>
                  <a:lnTo>
                    <a:pt x="963213" y="1218711"/>
                  </a:lnTo>
                  <a:lnTo>
                    <a:pt x="963216" y="1218695"/>
                  </a:lnTo>
                  <a:lnTo>
                    <a:pt x="963216" y="1218680"/>
                  </a:lnTo>
                  <a:lnTo>
                    <a:pt x="963216" y="1218672"/>
                  </a:lnTo>
                  <a:lnTo>
                    <a:pt x="963218" y="1218665"/>
                  </a:lnTo>
                  <a:lnTo>
                    <a:pt x="963220" y="1218657"/>
                  </a:lnTo>
                  <a:lnTo>
                    <a:pt x="963224" y="1218650"/>
                  </a:lnTo>
                  <a:lnTo>
                    <a:pt x="963236" y="1218635"/>
                  </a:lnTo>
                  <a:lnTo>
                    <a:pt x="963248" y="1218619"/>
                  </a:lnTo>
                  <a:lnTo>
                    <a:pt x="963259" y="1218604"/>
                  </a:lnTo>
                  <a:lnTo>
                    <a:pt x="963270" y="1218589"/>
                  </a:lnTo>
                  <a:lnTo>
                    <a:pt x="963279" y="1218574"/>
                  </a:lnTo>
                  <a:lnTo>
                    <a:pt x="963289" y="1218559"/>
                  </a:lnTo>
                  <a:lnTo>
                    <a:pt x="963294" y="1218554"/>
                  </a:lnTo>
                  <a:lnTo>
                    <a:pt x="963301" y="1218551"/>
                  </a:lnTo>
                  <a:lnTo>
                    <a:pt x="963317" y="1218543"/>
                  </a:lnTo>
                  <a:lnTo>
                    <a:pt x="963340" y="1218532"/>
                  </a:lnTo>
                  <a:lnTo>
                    <a:pt x="963354" y="1218525"/>
                  </a:lnTo>
                  <a:lnTo>
                    <a:pt x="963369" y="1218517"/>
                  </a:lnTo>
                  <a:lnTo>
                    <a:pt x="963383" y="1218504"/>
                  </a:lnTo>
                  <a:lnTo>
                    <a:pt x="963387" y="1218501"/>
                  </a:lnTo>
                  <a:lnTo>
                    <a:pt x="963395" y="1218490"/>
                  </a:lnTo>
                  <a:lnTo>
                    <a:pt x="963402" y="1218476"/>
                  </a:lnTo>
                  <a:lnTo>
                    <a:pt x="963407" y="1218460"/>
                  </a:lnTo>
                  <a:lnTo>
                    <a:pt x="963407" y="1218445"/>
                  </a:lnTo>
                  <a:lnTo>
                    <a:pt x="963407" y="1218430"/>
                  </a:lnTo>
                  <a:lnTo>
                    <a:pt x="963405" y="1218415"/>
                  </a:lnTo>
                  <a:lnTo>
                    <a:pt x="963405" y="1218400"/>
                  </a:lnTo>
                  <a:lnTo>
                    <a:pt x="963404" y="1218385"/>
                  </a:lnTo>
                  <a:lnTo>
                    <a:pt x="963405" y="1218370"/>
                  </a:lnTo>
                  <a:lnTo>
                    <a:pt x="963405" y="1218361"/>
                  </a:lnTo>
                  <a:lnTo>
                    <a:pt x="963407" y="1218355"/>
                  </a:lnTo>
                  <a:lnTo>
                    <a:pt x="963410" y="1218340"/>
                  </a:lnTo>
                  <a:lnTo>
                    <a:pt x="963414" y="1218331"/>
                  </a:lnTo>
                  <a:lnTo>
                    <a:pt x="963421" y="1218329"/>
                  </a:lnTo>
                  <a:lnTo>
                    <a:pt x="963435" y="1218327"/>
                  </a:lnTo>
                  <a:lnTo>
                    <a:pt x="963443" y="1218325"/>
                  </a:lnTo>
                  <a:lnTo>
                    <a:pt x="963450" y="1218321"/>
                  </a:lnTo>
                  <a:lnTo>
                    <a:pt x="963464" y="1218316"/>
                  </a:lnTo>
                  <a:lnTo>
                    <a:pt x="963475" y="1218311"/>
                  </a:lnTo>
                  <a:lnTo>
                    <a:pt x="963479" y="1218308"/>
                  </a:lnTo>
                  <a:lnTo>
                    <a:pt x="963487" y="1218304"/>
                  </a:lnTo>
                  <a:lnTo>
                    <a:pt x="963492" y="1218298"/>
                  </a:lnTo>
                  <a:lnTo>
                    <a:pt x="963498" y="1218284"/>
                  </a:lnTo>
                  <a:lnTo>
                    <a:pt x="963507" y="1218267"/>
                  </a:lnTo>
                  <a:lnTo>
                    <a:pt x="963510" y="1218260"/>
                  </a:lnTo>
                  <a:lnTo>
                    <a:pt x="963515" y="1218253"/>
                  </a:lnTo>
                  <a:lnTo>
                    <a:pt x="963526" y="1218238"/>
                  </a:lnTo>
                  <a:lnTo>
                    <a:pt x="963536" y="1218222"/>
                  </a:lnTo>
                  <a:lnTo>
                    <a:pt x="963545" y="1218212"/>
                  </a:lnTo>
                  <a:lnTo>
                    <a:pt x="963550" y="1218209"/>
                  </a:lnTo>
                  <a:lnTo>
                    <a:pt x="963565" y="1218202"/>
                  </a:lnTo>
                  <a:lnTo>
                    <a:pt x="963580" y="1218196"/>
                  </a:lnTo>
                  <a:lnTo>
                    <a:pt x="963594" y="1218190"/>
                  </a:lnTo>
                  <a:lnTo>
                    <a:pt x="963609" y="1218185"/>
                  </a:lnTo>
                  <a:lnTo>
                    <a:pt x="963623" y="1218179"/>
                  </a:lnTo>
                  <a:lnTo>
                    <a:pt x="963638" y="1218173"/>
                  </a:lnTo>
                  <a:lnTo>
                    <a:pt x="963653" y="1218164"/>
                  </a:lnTo>
                  <a:lnTo>
                    <a:pt x="963661" y="1218156"/>
                  </a:lnTo>
                  <a:lnTo>
                    <a:pt x="963665" y="1218150"/>
                  </a:lnTo>
                  <a:lnTo>
                    <a:pt x="963671" y="1218142"/>
                  </a:lnTo>
                  <a:lnTo>
                    <a:pt x="963674" y="1218134"/>
                  </a:lnTo>
                  <a:lnTo>
                    <a:pt x="963684" y="1218119"/>
                  </a:lnTo>
                  <a:lnTo>
                    <a:pt x="963698" y="1218104"/>
                  </a:lnTo>
                  <a:lnTo>
                    <a:pt x="963714" y="1218086"/>
                  </a:lnTo>
                  <a:lnTo>
                    <a:pt x="963748" y="1218088"/>
                  </a:lnTo>
                  <a:lnTo>
                    <a:pt x="963754" y="1218086"/>
                  </a:lnTo>
                  <a:lnTo>
                    <a:pt x="963763" y="1218080"/>
                  </a:lnTo>
                  <a:lnTo>
                    <a:pt x="963768" y="1218077"/>
                  </a:lnTo>
                  <a:lnTo>
                    <a:pt x="963771" y="1218072"/>
                  </a:lnTo>
                  <a:lnTo>
                    <a:pt x="963774" y="1218067"/>
                  </a:lnTo>
                  <a:lnTo>
                    <a:pt x="963786" y="1218052"/>
                  </a:lnTo>
                  <a:lnTo>
                    <a:pt x="963795" y="1218037"/>
                  </a:lnTo>
                  <a:lnTo>
                    <a:pt x="963798" y="1218034"/>
                  </a:lnTo>
                  <a:lnTo>
                    <a:pt x="963803" y="1218021"/>
                  </a:lnTo>
                  <a:lnTo>
                    <a:pt x="963814" y="1218006"/>
                  </a:lnTo>
                  <a:lnTo>
                    <a:pt x="963825" y="1217991"/>
                  </a:lnTo>
                  <a:lnTo>
                    <a:pt x="963834" y="1217976"/>
                  </a:lnTo>
                  <a:lnTo>
                    <a:pt x="963843" y="1217961"/>
                  </a:lnTo>
                  <a:lnTo>
                    <a:pt x="963851" y="1217946"/>
                  </a:lnTo>
                  <a:lnTo>
                    <a:pt x="963859" y="1217931"/>
                  </a:lnTo>
                  <a:lnTo>
                    <a:pt x="963866" y="1217916"/>
                  </a:lnTo>
                  <a:lnTo>
                    <a:pt x="963868" y="1217901"/>
                  </a:lnTo>
                  <a:lnTo>
                    <a:pt x="963874" y="1217883"/>
                  </a:lnTo>
                  <a:lnTo>
                    <a:pt x="963878" y="1217875"/>
                  </a:lnTo>
                  <a:lnTo>
                    <a:pt x="963889" y="1217860"/>
                  </a:lnTo>
                  <a:lnTo>
                    <a:pt x="963899" y="1217845"/>
                  </a:lnTo>
                  <a:lnTo>
                    <a:pt x="963904" y="1217837"/>
                  </a:lnTo>
                  <a:lnTo>
                    <a:pt x="963906" y="1217830"/>
                  </a:lnTo>
                  <a:lnTo>
                    <a:pt x="963912" y="1217815"/>
                  </a:lnTo>
                  <a:lnTo>
                    <a:pt x="963916" y="1217800"/>
                  </a:lnTo>
                  <a:lnTo>
                    <a:pt x="963918" y="1217785"/>
                  </a:lnTo>
                  <a:lnTo>
                    <a:pt x="963918" y="1217770"/>
                  </a:lnTo>
                  <a:lnTo>
                    <a:pt x="963915" y="1217755"/>
                  </a:lnTo>
                  <a:lnTo>
                    <a:pt x="963910" y="1217740"/>
                  </a:lnTo>
                  <a:lnTo>
                    <a:pt x="963906" y="1217724"/>
                  </a:lnTo>
                  <a:lnTo>
                    <a:pt x="963901" y="1217708"/>
                  </a:lnTo>
                  <a:lnTo>
                    <a:pt x="963894" y="1217696"/>
                  </a:lnTo>
                  <a:lnTo>
                    <a:pt x="963884" y="1217680"/>
                  </a:lnTo>
                  <a:lnTo>
                    <a:pt x="963880" y="1217672"/>
                  </a:lnTo>
                  <a:lnTo>
                    <a:pt x="963876" y="1217665"/>
                  </a:lnTo>
                  <a:lnTo>
                    <a:pt x="963871" y="1217650"/>
                  </a:lnTo>
                  <a:lnTo>
                    <a:pt x="963867" y="1217635"/>
                  </a:lnTo>
                  <a:lnTo>
                    <a:pt x="963864" y="1217621"/>
                  </a:lnTo>
                  <a:lnTo>
                    <a:pt x="963859" y="1217610"/>
                  </a:lnTo>
                  <a:lnTo>
                    <a:pt x="963848" y="1217601"/>
                  </a:lnTo>
                  <a:lnTo>
                    <a:pt x="963834" y="1217589"/>
                  </a:lnTo>
                  <a:lnTo>
                    <a:pt x="963827" y="1217582"/>
                  </a:lnTo>
                  <a:lnTo>
                    <a:pt x="963824" y="1217575"/>
                  </a:lnTo>
                  <a:lnTo>
                    <a:pt x="963821" y="1217553"/>
                  </a:lnTo>
                  <a:lnTo>
                    <a:pt x="963819" y="1217549"/>
                  </a:lnTo>
                  <a:lnTo>
                    <a:pt x="963808" y="1217535"/>
                  </a:lnTo>
                  <a:lnTo>
                    <a:pt x="963803" y="1217526"/>
                  </a:lnTo>
                  <a:lnTo>
                    <a:pt x="963800" y="1217519"/>
                  </a:lnTo>
                  <a:lnTo>
                    <a:pt x="963796" y="1217504"/>
                  </a:lnTo>
                  <a:lnTo>
                    <a:pt x="963793" y="1217497"/>
                  </a:lnTo>
                  <a:lnTo>
                    <a:pt x="963792" y="1217489"/>
                  </a:lnTo>
                  <a:lnTo>
                    <a:pt x="963788" y="1217474"/>
                  </a:lnTo>
                  <a:lnTo>
                    <a:pt x="963784" y="1217459"/>
                  </a:lnTo>
                  <a:lnTo>
                    <a:pt x="963780" y="1217444"/>
                  </a:lnTo>
                  <a:lnTo>
                    <a:pt x="963779" y="1217426"/>
                  </a:lnTo>
                  <a:lnTo>
                    <a:pt x="963777" y="1217412"/>
                  </a:lnTo>
                  <a:lnTo>
                    <a:pt x="963775" y="1217399"/>
                  </a:lnTo>
                  <a:lnTo>
                    <a:pt x="963772" y="1217384"/>
                  </a:lnTo>
                  <a:lnTo>
                    <a:pt x="963764" y="1217369"/>
                  </a:lnTo>
                  <a:lnTo>
                    <a:pt x="963754" y="1217354"/>
                  </a:lnTo>
                  <a:lnTo>
                    <a:pt x="963747" y="1217341"/>
                  </a:lnTo>
                  <a:lnTo>
                    <a:pt x="963741" y="1217330"/>
                  </a:lnTo>
                  <a:lnTo>
                    <a:pt x="963740" y="1217324"/>
                  </a:lnTo>
                  <a:lnTo>
                    <a:pt x="963736" y="1217311"/>
                  </a:lnTo>
                  <a:lnTo>
                    <a:pt x="963733" y="1217295"/>
                  </a:lnTo>
                  <a:lnTo>
                    <a:pt x="963726" y="1217279"/>
                  </a:lnTo>
                  <a:lnTo>
                    <a:pt x="963721" y="1217270"/>
                  </a:lnTo>
                  <a:lnTo>
                    <a:pt x="963711" y="1217240"/>
                  </a:lnTo>
                  <a:lnTo>
                    <a:pt x="963704" y="1217225"/>
                  </a:lnTo>
                  <a:lnTo>
                    <a:pt x="963698" y="1217210"/>
                  </a:lnTo>
                  <a:lnTo>
                    <a:pt x="963694" y="1217194"/>
                  </a:lnTo>
                  <a:lnTo>
                    <a:pt x="963692" y="1217179"/>
                  </a:lnTo>
                  <a:lnTo>
                    <a:pt x="963693" y="1217164"/>
                  </a:lnTo>
                  <a:lnTo>
                    <a:pt x="963692" y="1217144"/>
                  </a:lnTo>
                  <a:lnTo>
                    <a:pt x="963698" y="1217134"/>
                  </a:lnTo>
                  <a:lnTo>
                    <a:pt x="963698" y="1217128"/>
                  </a:lnTo>
                  <a:lnTo>
                    <a:pt x="963695" y="1217123"/>
                  </a:lnTo>
                  <a:lnTo>
                    <a:pt x="963684" y="1217118"/>
                  </a:lnTo>
                  <a:lnTo>
                    <a:pt x="963675" y="1217113"/>
                  </a:lnTo>
                  <a:lnTo>
                    <a:pt x="963668" y="1217110"/>
                  </a:lnTo>
                  <a:lnTo>
                    <a:pt x="963656" y="1217104"/>
                  </a:lnTo>
                  <a:lnTo>
                    <a:pt x="963652" y="1217101"/>
                  </a:lnTo>
                  <a:lnTo>
                    <a:pt x="963649" y="1217093"/>
                  </a:lnTo>
                  <a:lnTo>
                    <a:pt x="963648" y="1217086"/>
                  </a:lnTo>
                  <a:lnTo>
                    <a:pt x="963649" y="1217077"/>
                  </a:lnTo>
                  <a:lnTo>
                    <a:pt x="963651" y="1217072"/>
                  </a:lnTo>
                  <a:lnTo>
                    <a:pt x="963651" y="1217065"/>
                  </a:lnTo>
                  <a:lnTo>
                    <a:pt x="963655" y="1217057"/>
                  </a:lnTo>
                  <a:lnTo>
                    <a:pt x="963660" y="1217048"/>
                  </a:lnTo>
                  <a:lnTo>
                    <a:pt x="963662" y="1217042"/>
                  </a:lnTo>
                  <a:lnTo>
                    <a:pt x="963665" y="1217027"/>
                  </a:lnTo>
                  <a:lnTo>
                    <a:pt x="963670" y="1217012"/>
                  </a:lnTo>
                  <a:lnTo>
                    <a:pt x="963674" y="1216997"/>
                  </a:lnTo>
                  <a:lnTo>
                    <a:pt x="963677" y="1216981"/>
                  </a:lnTo>
                  <a:lnTo>
                    <a:pt x="963677" y="1216975"/>
                  </a:lnTo>
                  <a:lnTo>
                    <a:pt x="963677" y="1216968"/>
                  </a:lnTo>
                  <a:lnTo>
                    <a:pt x="963676" y="1216952"/>
                  </a:lnTo>
                  <a:lnTo>
                    <a:pt x="963678" y="1216935"/>
                  </a:lnTo>
                  <a:lnTo>
                    <a:pt x="963676" y="1216916"/>
                  </a:lnTo>
                  <a:lnTo>
                    <a:pt x="963675" y="1216908"/>
                  </a:lnTo>
                  <a:lnTo>
                    <a:pt x="963674" y="1216903"/>
                  </a:lnTo>
                  <a:lnTo>
                    <a:pt x="963673" y="1216891"/>
                  </a:lnTo>
                  <a:lnTo>
                    <a:pt x="963674" y="1216876"/>
                  </a:lnTo>
                  <a:lnTo>
                    <a:pt x="963673" y="1216861"/>
                  </a:lnTo>
                  <a:lnTo>
                    <a:pt x="963668" y="1216852"/>
                  </a:lnTo>
                  <a:lnTo>
                    <a:pt x="963667" y="1216846"/>
                  </a:lnTo>
                  <a:lnTo>
                    <a:pt x="963664" y="1216831"/>
                  </a:lnTo>
                  <a:lnTo>
                    <a:pt x="963668" y="1216816"/>
                  </a:lnTo>
                  <a:lnTo>
                    <a:pt x="963670" y="1216810"/>
                  </a:lnTo>
                  <a:lnTo>
                    <a:pt x="963674" y="1216805"/>
                  </a:lnTo>
                  <a:lnTo>
                    <a:pt x="963678" y="1216801"/>
                  </a:lnTo>
                  <a:lnTo>
                    <a:pt x="963691" y="1216789"/>
                  </a:lnTo>
                  <a:lnTo>
                    <a:pt x="963707" y="1216784"/>
                  </a:lnTo>
                  <a:lnTo>
                    <a:pt x="963722" y="1216776"/>
                  </a:lnTo>
                  <a:lnTo>
                    <a:pt x="963730" y="1216771"/>
                  </a:lnTo>
                  <a:lnTo>
                    <a:pt x="963735" y="1216764"/>
                  </a:lnTo>
                  <a:lnTo>
                    <a:pt x="963746" y="1216749"/>
                  </a:lnTo>
                  <a:lnTo>
                    <a:pt x="963755" y="1216735"/>
                  </a:lnTo>
                  <a:lnTo>
                    <a:pt x="963760" y="1216721"/>
                  </a:lnTo>
                  <a:lnTo>
                    <a:pt x="963764" y="1216706"/>
                  </a:lnTo>
                  <a:lnTo>
                    <a:pt x="963769" y="1216689"/>
                  </a:lnTo>
                  <a:lnTo>
                    <a:pt x="963776" y="1216674"/>
                  </a:lnTo>
                  <a:lnTo>
                    <a:pt x="963784" y="1216659"/>
                  </a:lnTo>
                  <a:lnTo>
                    <a:pt x="963794" y="1216644"/>
                  </a:lnTo>
                  <a:lnTo>
                    <a:pt x="963809" y="1216631"/>
                  </a:lnTo>
                  <a:lnTo>
                    <a:pt x="963823" y="1216624"/>
                  </a:lnTo>
                  <a:lnTo>
                    <a:pt x="963838" y="1216615"/>
                  </a:lnTo>
                  <a:lnTo>
                    <a:pt x="963847" y="1216610"/>
                  </a:lnTo>
                  <a:lnTo>
                    <a:pt x="963852" y="1216605"/>
                  </a:lnTo>
                  <a:lnTo>
                    <a:pt x="963858" y="1216590"/>
                  </a:lnTo>
                  <a:lnTo>
                    <a:pt x="963858" y="1216581"/>
                  </a:lnTo>
                  <a:lnTo>
                    <a:pt x="963857" y="1216564"/>
                  </a:lnTo>
                  <a:lnTo>
                    <a:pt x="963857" y="1216556"/>
                  </a:lnTo>
                  <a:lnTo>
                    <a:pt x="963859" y="1216551"/>
                  </a:lnTo>
                  <a:lnTo>
                    <a:pt x="963860" y="1216540"/>
                  </a:lnTo>
                  <a:lnTo>
                    <a:pt x="963862" y="1216536"/>
                  </a:lnTo>
                  <a:lnTo>
                    <a:pt x="963870" y="1216522"/>
                  </a:lnTo>
                  <a:lnTo>
                    <a:pt x="963884" y="1216522"/>
                  </a:lnTo>
                  <a:lnTo>
                    <a:pt x="963898" y="1216523"/>
                  </a:lnTo>
                  <a:lnTo>
                    <a:pt x="963913" y="1216527"/>
                  </a:lnTo>
                  <a:lnTo>
                    <a:pt x="963928" y="1216523"/>
                  </a:lnTo>
                  <a:lnTo>
                    <a:pt x="963935" y="1216521"/>
                  </a:lnTo>
                  <a:lnTo>
                    <a:pt x="963942" y="1216521"/>
                  </a:lnTo>
                  <a:lnTo>
                    <a:pt x="963957" y="1216517"/>
                  </a:lnTo>
                  <a:lnTo>
                    <a:pt x="963962" y="1216515"/>
                  </a:lnTo>
                  <a:lnTo>
                    <a:pt x="963966" y="1216511"/>
                  </a:lnTo>
                  <a:lnTo>
                    <a:pt x="963968" y="1216507"/>
                  </a:lnTo>
                  <a:lnTo>
                    <a:pt x="963969" y="1216498"/>
                  </a:lnTo>
                  <a:lnTo>
                    <a:pt x="963968" y="1216490"/>
                  </a:lnTo>
                  <a:lnTo>
                    <a:pt x="963963" y="1216475"/>
                  </a:lnTo>
                  <a:lnTo>
                    <a:pt x="963962" y="1216460"/>
                  </a:lnTo>
                  <a:lnTo>
                    <a:pt x="963962" y="1216452"/>
                  </a:lnTo>
                  <a:lnTo>
                    <a:pt x="963967" y="1216445"/>
                  </a:lnTo>
                  <a:lnTo>
                    <a:pt x="963978" y="1216430"/>
                  </a:lnTo>
                  <a:lnTo>
                    <a:pt x="963988" y="1216415"/>
                  </a:lnTo>
                  <a:lnTo>
                    <a:pt x="963993" y="1216400"/>
                  </a:lnTo>
                  <a:lnTo>
                    <a:pt x="963996" y="1216385"/>
                  </a:lnTo>
                  <a:lnTo>
                    <a:pt x="964001" y="1216370"/>
                  </a:lnTo>
                  <a:lnTo>
                    <a:pt x="964004" y="1216365"/>
                  </a:lnTo>
                  <a:lnTo>
                    <a:pt x="964005" y="1216361"/>
                  </a:lnTo>
                  <a:lnTo>
                    <a:pt x="964010" y="1216355"/>
                  </a:lnTo>
                  <a:lnTo>
                    <a:pt x="964014" y="1216351"/>
                  </a:lnTo>
                  <a:lnTo>
                    <a:pt x="964025" y="1216351"/>
                  </a:lnTo>
                  <a:lnTo>
                    <a:pt x="964039" y="1216355"/>
                  </a:lnTo>
                  <a:lnTo>
                    <a:pt x="964054" y="1216357"/>
                  </a:lnTo>
                  <a:lnTo>
                    <a:pt x="964069" y="1216359"/>
                  </a:lnTo>
                  <a:lnTo>
                    <a:pt x="964083" y="1216362"/>
                  </a:lnTo>
                  <a:lnTo>
                    <a:pt x="964098" y="1216365"/>
                  </a:lnTo>
                  <a:lnTo>
                    <a:pt x="964111" y="1216367"/>
                  </a:lnTo>
                  <a:lnTo>
                    <a:pt x="964128" y="1216362"/>
                  </a:lnTo>
                  <a:lnTo>
                    <a:pt x="964138" y="1216354"/>
                  </a:lnTo>
                  <a:lnTo>
                    <a:pt x="964141" y="1216350"/>
                  </a:lnTo>
                  <a:lnTo>
                    <a:pt x="964150" y="1216335"/>
                  </a:lnTo>
                  <a:lnTo>
                    <a:pt x="964153" y="1216329"/>
                  </a:lnTo>
                  <a:lnTo>
                    <a:pt x="964160" y="1216320"/>
                  </a:lnTo>
                  <a:lnTo>
                    <a:pt x="964173" y="1216305"/>
                  </a:lnTo>
                  <a:lnTo>
                    <a:pt x="964188" y="1216293"/>
                  </a:lnTo>
                  <a:lnTo>
                    <a:pt x="964202" y="1216287"/>
                  </a:lnTo>
                  <a:lnTo>
                    <a:pt x="964209" y="1216285"/>
                  </a:lnTo>
                  <a:lnTo>
                    <a:pt x="964217" y="1216285"/>
                  </a:lnTo>
                  <a:lnTo>
                    <a:pt x="964232" y="1216285"/>
                  </a:lnTo>
                  <a:lnTo>
                    <a:pt x="964248" y="1216284"/>
                  </a:lnTo>
                  <a:lnTo>
                    <a:pt x="964261" y="1216280"/>
                  </a:lnTo>
                  <a:lnTo>
                    <a:pt x="964285" y="1216267"/>
                  </a:lnTo>
                  <a:lnTo>
                    <a:pt x="964294" y="1216259"/>
                  </a:lnTo>
                  <a:lnTo>
                    <a:pt x="964298" y="1216254"/>
                  </a:lnTo>
                  <a:lnTo>
                    <a:pt x="964302" y="1216244"/>
                  </a:lnTo>
                  <a:lnTo>
                    <a:pt x="964303" y="1216229"/>
                  </a:lnTo>
                  <a:lnTo>
                    <a:pt x="964302" y="1216218"/>
                  </a:lnTo>
                  <a:lnTo>
                    <a:pt x="964300" y="1216213"/>
                  </a:lnTo>
                  <a:lnTo>
                    <a:pt x="964298" y="1216206"/>
                  </a:lnTo>
                  <a:lnTo>
                    <a:pt x="964294" y="1216198"/>
                  </a:lnTo>
                  <a:lnTo>
                    <a:pt x="964288" y="1216183"/>
                  </a:lnTo>
                  <a:lnTo>
                    <a:pt x="964282" y="1216170"/>
                  </a:lnTo>
                  <a:lnTo>
                    <a:pt x="964278" y="1216161"/>
                  </a:lnTo>
                  <a:lnTo>
                    <a:pt x="964277" y="1216153"/>
                  </a:lnTo>
                  <a:lnTo>
                    <a:pt x="964274" y="1216138"/>
                  </a:lnTo>
                  <a:lnTo>
                    <a:pt x="964273" y="1216124"/>
                  </a:lnTo>
                  <a:lnTo>
                    <a:pt x="964275" y="1216108"/>
                  </a:lnTo>
                  <a:lnTo>
                    <a:pt x="964281" y="1216092"/>
                  </a:lnTo>
                  <a:lnTo>
                    <a:pt x="964282" y="1216087"/>
                  </a:lnTo>
                  <a:lnTo>
                    <a:pt x="964286" y="1216078"/>
                  </a:lnTo>
                  <a:lnTo>
                    <a:pt x="964290" y="1216063"/>
                  </a:lnTo>
                  <a:lnTo>
                    <a:pt x="964290" y="1216050"/>
                  </a:lnTo>
                  <a:lnTo>
                    <a:pt x="964286" y="1216033"/>
                  </a:lnTo>
                  <a:lnTo>
                    <a:pt x="964279" y="1216018"/>
                  </a:lnTo>
                  <a:lnTo>
                    <a:pt x="964272" y="1216003"/>
                  </a:lnTo>
                  <a:lnTo>
                    <a:pt x="964265" y="1215988"/>
                  </a:lnTo>
                  <a:lnTo>
                    <a:pt x="964260" y="1215973"/>
                  </a:lnTo>
                  <a:lnTo>
                    <a:pt x="964251" y="1215936"/>
                  </a:lnTo>
                  <a:lnTo>
                    <a:pt x="964256" y="1215928"/>
                  </a:lnTo>
                  <a:lnTo>
                    <a:pt x="964260" y="1215921"/>
                  </a:lnTo>
                  <a:lnTo>
                    <a:pt x="964270" y="1215906"/>
                  </a:lnTo>
                  <a:lnTo>
                    <a:pt x="964280" y="1215891"/>
                  </a:lnTo>
                  <a:lnTo>
                    <a:pt x="964284" y="1215881"/>
                  </a:lnTo>
                  <a:lnTo>
                    <a:pt x="964287" y="1215875"/>
                  </a:lnTo>
                  <a:lnTo>
                    <a:pt x="964295" y="1215860"/>
                  </a:lnTo>
                  <a:lnTo>
                    <a:pt x="964303" y="1215845"/>
                  </a:lnTo>
                  <a:lnTo>
                    <a:pt x="964307" y="1215830"/>
                  </a:lnTo>
                  <a:lnTo>
                    <a:pt x="964308" y="1215815"/>
                  </a:lnTo>
                  <a:lnTo>
                    <a:pt x="964306" y="1215802"/>
                  </a:lnTo>
                  <a:lnTo>
                    <a:pt x="964308" y="1215789"/>
                  </a:lnTo>
                  <a:lnTo>
                    <a:pt x="964312" y="1215783"/>
                  </a:lnTo>
                  <a:lnTo>
                    <a:pt x="964318" y="1215777"/>
                  </a:lnTo>
                  <a:lnTo>
                    <a:pt x="964325" y="1215771"/>
                  </a:lnTo>
                  <a:lnTo>
                    <a:pt x="964339" y="1215759"/>
                  </a:lnTo>
                  <a:lnTo>
                    <a:pt x="964347" y="1215755"/>
                  </a:lnTo>
                  <a:lnTo>
                    <a:pt x="964353" y="1215748"/>
                  </a:lnTo>
                  <a:lnTo>
                    <a:pt x="964368" y="1215738"/>
                  </a:lnTo>
                  <a:lnTo>
                    <a:pt x="964382" y="1215723"/>
                  </a:lnTo>
                  <a:lnTo>
                    <a:pt x="964390" y="1215713"/>
                  </a:lnTo>
                  <a:lnTo>
                    <a:pt x="964392" y="1215708"/>
                  </a:lnTo>
                  <a:lnTo>
                    <a:pt x="964399" y="1215693"/>
                  </a:lnTo>
                  <a:lnTo>
                    <a:pt x="964404" y="1215680"/>
                  </a:lnTo>
                  <a:lnTo>
                    <a:pt x="964403" y="1215663"/>
                  </a:lnTo>
                  <a:lnTo>
                    <a:pt x="964402" y="1215648"/>
                  </a:lnTo>
                  <a:lnTo>
                    <a:pt x="964402" y="1215633"/>
                  </a:lnTo>
                  <a:lnTo>
                    <a:pt x="964404" y="1215618"/>
                  </a:lnTo>
                  <a:lnTo>
                    <a:pt x="964407" y="1215603"/>
                  </a:lnTo>
                  <a:lnTo>
                    <a:pt x="964409" y="1215595"/>
                  </a:lnTo>
                  <a:lnTo>
                    <a:pt x="964409" y="1215588"/>
                  </a:lnTo>
                  <a:lnTo>
                    <a:pt x="964410" y="1215572"/>
                  </a:lnTo>
                  <a:lnTo>
                    <a:pt x="964410" y="1215557"/>
                  </a:lnTo>
                  <a:lnTo>
                    <a:pt x="964408" y="1215542"/>
                  </a:lnTo>
                  <a:lnTo>
                    <a:pt x="964409" y="1215533"/>
                  </a:lnTo>
                  <a:lnTo>
                    <a:pt x="964408" y="1215527"/>
                  </a:lnTo>
                  <a:lnTo>
                    <a:pt x="964403" y="1215514"/>
                  </a:lnTo>
                  <a:lnTo>
                    <a:pt x="964400" y="1215503"/>
                  </a:lnTo>
                  <a:lnTo>
                    <a:pt x="964406" y="1215499"/>
                  </a:lnTo>
                  <a:lnTo>
                    <a:pt x="964418" y="1215504"/>
                  </a:lnTo>
                  <a:lnTo>
                    <a:pt x="964433" y="1215510"/>
                  </a:lnTo>
                  <a:lnTo>
                    <a:pt x="964440" y="1215512"/>
                  </a:lnTo>
                  <a:lnTo>
                    <a:pt x="964448" y="1215512"/>
                  </a:lnTo>
                  <a:lnTo>
                    <a:pt x="964463" y="1215512"/>
                  </a:lnTo>
                  <a:lnTo>
                    <a:pt x="964477" y="1215509"/>
                  </a:lnTo>
                  <a:lnTo>
                    <a:pt x="964492" y="1215507"/>
                  </a:lnTo>
                  <a:lnTo>
                    <a:pt x="964506" y="1215504"/>
                  </a:lnTo>
                  <a:lnTo>
                    <a:pt x="964521" y="1215501"/>
                  </a:lnTo>
                  <a:lnTo>
                    <a:pt x="964536" y="1215499"/>
                  </a:lnTo>
                  <a:lnTo>
                    <a:pt x="964550" y="1215496"/>
                  </a:lnTo>
                  <a:lnTo>
                    <a:pt x="964565" y="1215492"/>
                  </a:lnTo>
                  <a:lnTo>
                    <a:pt x="964579" y="1215488"/>
                  </a:lnTo>
                  <a:lnTo>
                    <a:pt x="964594" y="1215483"/>
                  </a:lnTo>
                  <a:lnTo>
                    <a:pt x="964599" y="1215480"/>
                  </a:lnTo>
                  <a:lnTo>
                    <a:pt x="964609" y="1215475"/>
                  </a:lnTo>
                  <a:lnTo>
                    <a:pt x="964624" y="1215470"/>
                  </a:lnTo>
                  <a:lnTo>
                    <a:pt x="964655" y="1215465"/>
                  </a:lnTo>
                  <a:lnTo>
                    <a:pt x="964728" y="1215448"/>
                  </a:lnTo>
                  <a:lnTo>
                    <a:pt x="964739" y="1215438"/>
                  </a:lnTo>
                  <a:lnTo>
                    <a:pt x="964747" y="1215423"/>
                  </a:lnTo>
                  <a:lnTo>
                    <a:pt x="964751" y="1215416"/>
                  </a:lnTo>
                  <a:lnTo>
                    <a:pt x="964757" y="1215410"/>
                  </a:lnTo>
                  <a:lnTo>
                    <a:pt x="964763" y="1215404"/>
                  </a:lnTo>
                  <a:lnTo>
                    <a:pt x="964770" y="1215399"/>
                  </a:lnTo>
                  <a:lnTo>
                    <a:pt x="964785" y="1215399"/>
                  </a:lnTo>
                  <a:lnTo>
                    <a:pt x="964800" y="1215398"/>
                  </a:lnTo>
                  <a:lnTo>
                    <a:pt x="964814" y="1215396"/>
                  </a:lnTo>
                  <a:lnTo>
                    <a:pt x="964829" y="1215398"/>
                  </a:lnTo>
                  <a:lnTo>
                    <a:pt x="964844" y="1215399"/>
                  </a:lnTo>
                  <a:lnTo>
                    <a:pt x="964859" y="1215399"/>
                  </a:lnTo>
                  <a:lnTo>
                    <a:pt x="964873" y="1215398"/>
                  </a:lnTo>
                  <a:lnTo>
                    <a:pt x="964888" y="1215398"/>
                  </a:lnTo>
                  <a:lnTo>
                    <a:pt x="964896" y="1215398"/>
                  </a:lnTo>
                  <a:lnTo>
                    <a:pt x="964902" y="1215396"/>
                  </a:lnTo>
                  <a:lnTo>
                    <a:pt x="964917" y="1215392"/>
                  </a:lnTo>
                  <a:lnTo>
                    <a:pt x="964932" y="1215382"/>
                  </a:lnTo>
                  <a:lnTo>
                    <a:pt x="964945" y="1215370"/>
                  </a:lnTo>
                  <a:lnTo>
                    <a:pt x="964990" y="1215312"/>
                  </a:lnTo>
                  <a:lnTo>
                    <a:pt x="965002" y="1215303"/>
                  </a:lnTo>
                  <a:lnTo>
                    <a:pt x="965027" y="1215277"/>
                  </a:lnTo>
                  <a:lnTo>
                    <a:pt x="965050" y="1215251"/>
                  </a:lnTo>
                  <a:lnTo>
                    <a:pt x="965063" y="1215231"/>
                  </a:lnTo>
                  <a:lnTo>
                    <a:pt x="965066" y="1215223"/>
                  </a:lnTo>
                  <a:lnTo>
                    <a:pt x="965071" y="1215216"/>
                  </a:lnTo>
                  <a:lnTo>
                    <a:pt x="965080" y="1215211"/>
                  </a:lnTo>
                  <a:lnTo>
                    <a:pt x="965096" y="1215205"/>
                  </a:lnTo>
                  <a:lnTo>
                    <a:pt x="965118" y="1215200"/>
                  </a:lnTo>
                  <a:lnTo>
                    <a:pt x="965155" y="1215202"/>
                  </a:lnTo>
                  <a:lnTo>
                    <a:pt x="965172" y="1215193"/>
                  </a:lnTo>
                  <a:lnTo>
                    <a:pt x="965191" y="1215177"/>
                  </a:lnTo>
                  <a:lnTo>
                    <a:pt x="965204" y="1215164"/>
                  </a:lnTo>
                  <a:lnTo>
                    <a:pt x="965219" y="1215152"/>
                  </a:lnTo>
                  <a:lnTo>
                    <a:pt x="965225" y="1215148"/>
                  </a:lnTo>
                  <a:lnTo>
                    <a:pt x="965229" y="1215145"/>
                  </a:lnTo>
                  <a:lnTo>
                    <a:pt x="965232" y="1215140"/>
                  </a:lnTo>
                  <a:lnTo>
                    <a:pt x="965241" y="1215123"/>
                  </a:lnTo>
                  <a:lnTo>
                    <a:pt x="965249" y="1215110"/>
                  </a:lnTo>
                  <a:lnTo>
                    <a:pt x="965261" y="1215095"/>
                  </a:lnTo>
                  <a:lnTo>
                    <a:pt x="965276" y="1215082"/>
                  </a:lnTo>
                  <a:lnTo>
                    <a:pt x="965289" y="1215068"/>
                  </a:lnTo>
                  <a:lnTo>
                    <a:pt x="965304" y="1215054"/>
                  </a:lnTo>
                  <a:lnTo>
                    <a:pt x="965318" y="1215043"/>
                  </a:lnTo>
                  <a:lnTo>
                    <a:pt x="965332" y="1215030"/>
                  </a:lnTo>
                  <a:lnTo>
                    <a:pt x="965347" y="1215022"/>
                  </a:lnTo>
                  <a:lnTo>
                    <a:pt x="965361" y="1215015"/>
                  </a:lnTo>
                  <a:lnTo>
                    <a:pt x="965376" y="1215008"/>
                  </a:lnTo>
                  <a:lnTo>
                    <a:pt x="965391" y="1215002"/>
                  </a:lnTo>
                  <a:lnTo>
                    <a:pt x="965405" y="1214996"/>
                  </a:lnTo>
                  <a:lnTo>
                    <a:pt x="965416" y="1214992"/>
                  </a:lnTo>
                  <a:lnTo>
                    <a:pt x="965424" y="1214990"/>
                  </a:lnTo>
                  <a:lnTo>
                    <a:pt x="965444" y="1214987"/>
                  </a:lnTo>
                  <a:lnTo>
                    <a:pt x="965435" y="1214971"/>
                  </a:lnTo>
                  <a:lnTo>
                    <a:pt x="965429" y="1214961"/>
                  </a:lnTo>
                  <a:lnTo>
                    <a:pt x="965428" y="1214952"/>
                  </a:lnTo>
                  <a:lnTo>
                    <a:pt x="965426" y="1214937"/>
                  </a:lnTo>
                  <a:lnTo>
                    <a:pt x="965425" y="1214929"/>
                  </a:lnTo>
                  <a:lnTo>
                    <a:pt x="965426" y="1214922"/>
                  </a:lnTo>
                  <a:lnTo>
                    <a:pt x="965429" y="1214906"/>
                  </a:lnTo>
                  <a:lnTo>
                    <a:pt x="965439" y="1214891"/>
                  </a:lnTo>
                  <a:lnTo>
                    <a:pt x="965444" y="1214883"/>
                  </a:lnTo>
                  <a:lnTo>
                    <a:pt x="965446" y="1214876"/>
                  </a:lnTo>
                  <a:lnTo>
                    <a:pt x="965445" y="1214860"/>
                  </a:lnTo>
                  <a:lnTo>
                    <a:pt x="965431" y="1214851"/>
                  </a:lnTo>
                  <a:lnTo>
                    <a:pt x="965417" y="1214842"/>
                  </a:lnTo>
                  <a:lnTo>
                    <a:pt x="965412" y="1214837"/>
                  </a:lnTo>
                  <a:lnTo>
                    <a:pt x="965407" y="1214828"/>
                  </a:lnTo>
                  <a:lnTo>
                    <a:pt x="965404" y="1214821"/>
                  </a:lnTo>
                  <a:lnTo>
                    <a:pt x="965398" y="1214814"/>
                  </a:lnTo>
                  <a:lnTo>
                    <a:pt x="965383" y="1214811"/>
                  </a:lnTo>
                  <a:lnTo>
                    <a:pt x="965369" y="1214807"/>
                  </a:lnTo>
                  <a:lnTo>
                    <a:pt x="965355" y="1214796"/>
                  </a:lnTo>
                  <a:lnTo>
                    <a:pt x="965344" y="1214781"/>
                  </a:lnTo>
                  <a:lnTo>
                    <a:pt x="965332" y="1214767"/>
                  </a:lnTo>
                  <a:lnTo>
                    <a:pt x="965329" y="1214764"/>
                  </a:lnTo>
                  <a:lnTo>
                    <a:pt x="965324" y="1214757"/>
                  </a:lnTo>
                  <a:lnTo>
                    <a:pt x="965323" y="1214752"/>
                  </a:lnTo>
                  <a:lnTo>
                    <a:pt x="965324" y="1214737"/>
                  </a:lnTo>
                  <a:lnTo>
                    <a:pt x="965324" y="1214722"/>
                  </a:lnTo>
                  <a:lnTo>
                    <a:pt x="965322" y="1214707"/>
                  </a:lnTo>
                  <a:lnTo>
                    <a:pt x="965319" y="1214692"/>
                  </a:lnTo>
                  <a:lnTo>
                    <a:pt x="965316" y="1214683"/>
                  </a:lnTo>
                  <a:lnTo>
                    <a:pt x="965316" y="1214677"/>
                  </a:lnTo>
                  <a:lnTo>
                    <a:pt x="965315" y="1214660"/>
                  </a:lnTo>
                  <a:lnTo>
                    <a:pt x="965316" y="1214642"/>
                  </a:lnTo>
                  <a:lnTo>
                    <a:pt x="965322" y="1214623"/>
                  </a:lnTo>
                  <a:lnTo>
                    <a:pt x="965323" y="1214612"/>
                  </a:lnTo>
                  <a:lnTo>
                    <a:pt x="965325" y="1214598"/>
                  </a:lnTo>
                  <a:lnTo>
                    <a:pt x="965329" y="1214588"/>
                  </a:lnTo>
                  <a:lnTo>
                    <a:pt x="965335" y="1214582"/>
                  </a:lnTo>
                  <a:lnTo>
                    <a:pt x="965346" y="1214575"/>
                  </a:lnTo>
                  <a:lnTo>
                    <a:pt x="965356" y="1214571"/>
                  </a:lnTo>
                  <a:lnTo>
                    <a:pt x="965369" y="1214560"/>
                  </a:lnTo>
                  <a:lnTo>
                    <a:pt x="965390" y="1214535"/>
                  </a:lnTo>
                  <a:lnTo>
                    <a:pt x="965408" y="1214509"/>
                  </a:lnTo>
                  <a:lnTo>
                    <a:pt x="965414" y="1214501"/>
                  </a:lnTo>
                  <a:lnTo>
                    <a:pt x="965417" y="1214493"/>
                  </a:lnTo>
                  <a:lnTo>
                    <a:pt x="965419" y="1214481"/>
                  </a:lnTo>
                  <a:lnTo>
                    <a:pt x="965421" y="1214473"/>
                  </a:lnTo>
                  <a:lnTo>
                    <a:pt x="965425" y="1214463"/>
                  </a:lnTo>
                  <a:lnTo>
                    <a:pt x="965436" y="1214452"/>
                  </a:lnTo>
                  <a:lnTo>
                    <a:pt x="965446" y="1214445"/>
                  </a:lnTo>
                  <a:lnTo>
                    <a:pt x="965449" y="1214441"/>
                  </a:lnTo>
                  <a:lnTo>
                    <a:pt x="965475" y="1214429"/>
                  </a:lnTo>
                  <a:lnTo>
                    <a:pt x="965487" y="1214424"/>
                  </a:lnTo>
                  <a:lnTo>
                    <a:pt x="965498" y="1214416"/>
                  </a:lnTo>
                  <a:lnTo>
                    <a:pt x="965523" y="1214396"/>
                  </a:lnTo>
                  <a:lnTo>
                    <a:pt x="965534" y="1214387"/>
                  </a:lnTo>
                  <a:lnTo>
                    <a:pt x="965547" y="1214386"/>
                  </a:lnTo>
                  <a:lnTo>
                    <a:pt x="965561" y="1214386"/>
                  </a:lnTo>
                  <a:lnTo>
                    <a:pt x="965572" y="1214389"/>
                  </a:lnTo>
                  <a:lnTo>
                    <a:pt x="965596" y="1214396"/>
                  </a:lnTo>
                  <a:lnTo>
                    <a:pt x="965603" y="1214398"/>
                  </a:lnTo>
                  <a:lnTo>
                    <a:pt x="965621" y="1214396"/>
                  </a:lnTo>
                  <a:lnTo>
                    <a:pt x="965627" y="1214396"/>
                  </a:lnTo>
                  <a:lnTo>
                    <a:pt x="965645" y="1214386"/>
                  </a:lnTo>
                  <a:lnTo>
                    <a:pt x="965670" y="1214370"/>
                  </a:lnTo>
                  <a:lnTo>
                    <a:pt x="965693" y="1214356"/>
                  </a:lnTo>
                  <a:lnTo>
                    <a:pt x="965719" y="1214346"/>
                  </a:lnTo>
                  <a:lnTo>
                    <a:pt x="965732" y="1214342"/>
                  </a:lnTo>
                  <a:lnTo>
                    <a:pt x="965742" y="1214338"/>
                  </a:lnTo>
                  <a:lnTo>
                    <a:pt x="965750" y="1214338"/>
                  </a:lnTo>
                  <a:lnTo>
                    <a:pt x="965754" y="1214338"/>
                  </a:lnTo>
                  <a:lnTo>
                    <a:pt x="965766" y="1214341"/>
                  </a:lnTo>
                  <a:lnTo>
                    <a:pt x="965777" y="1214346"/>
                  </a:lnTo>
                  <a:lnTo>
                    <a:pt x="965784" y="1214347"/>
                  </a:lnTo>
                  <a:lnTo>
                    <a:pt x="965792" y="1214347"/>
                  </a:lnTo>
                  <a:lnTo>
                    <a:pt x="965798" y="1214347"/>
                  </a:lnTo>
                  <a:lnTo>
                    <a:pt x="965799" y="1214342"/>
                  </a:lnTo>
                  <a:lnTo>
                    <a:pt x="965798" y="1214333"/>
                  </a:lnTo>
                  <a:lnTo>
                    <a:pt x="965798" y="1214322"/>
                  </a:lnTo>
                  <a:lnTo>
                    <a:pt x="965798" y="1214302"/>
                  </a:lnTo>
                  <a:lnTo>
                    <a:pt x="965800" y="1214276"/>
                  </a:lnTo>
                  <a:lnTo>
                    <a:pt x="965802" y="1214251"/>
                  </a:lnTo>
                  <a:lnTo>
                    <a:pt x="965810" y="1214225"/>
                  </a:lnTo>
                  <a:lnTo>
                    <a:pt x="965825" y="1214201"/>
                  </a:lnTo>
                  <a:lnTo>
                    <a:pt x="965832" y="1214184"/>
                  </a:lnTo>
                  <a:lnTo>
                    <a:pt x="965836" y="1214175"/>
                  </a:lnTo>
                  <a:lnTo>
                    <a:pt x="965840" y="1214165"/>
                  </a:lnTo>
                  <a:lnTo>
                    <a:pt x="965842" y="1214155"/>
                  </a:lnTo>
                  <a:lnTo>
                    <a:pt x="965842" y="1214142"/>
                  </a:lnTo>
                  <a:lnTo>
                    <a:pt x="965844" y="1214125"/>
                  </a:lnTo>
                  <a:lnTo>
                    <a:pt x="965846" y="1214101"/>
                  </a:lnTo>
                  <a:lnTo>
                    <a:pt x="965855" y="1214075"/>
                  </a:lnTo>
                  <a:lnTo>
                    <a:pt x="965858" y="1214063"/>
                  </a:lnTo>
                  <a:lnTo>
                    <a:pt x="965866" y="1214050"/>
                  </a:lnTo>
                  <a:lnTo>
                    <a:pt x="965869" y="1214043"/>
                  </a:lnTo>
                  <a:lnTo>
                    <a:pt x="965875" y="1214034"/>
                  </a:lnTo>
                  <a:lnTo>
                    <a:pt x="965885" y="1214028"/>
                  </a:lnTo>
                  <a:lnTo>
                    <a:pt x="965909" y="1214011"/>
                  </a:lnTo>
                  <a:lnTo>
                    <a:pt x="965918" y="1214003"/>
                  </a:lnTo>
                  <a:lnTo>
                    <a:pt x="965922" y="1213998"/>
                  </a:lnTo>
                  <a:lnTo>
                    <a:pt x="965934" y="1213993"/>
                  </a:lnTo>
                  <a:lnTo>
                    <a:pt x="965939" y="1213989"/>
                  </a:lnTo>
                  <a:lnTo>
                    <a:pt x="965958" y="1213993"/>
                  </a:lnTo>
                  <a:lnTo>
                    <a:pt x="965983" y="1214000"/>
                  </a:lnTo>
                  <a:lnTo>
                    <a:pt x="966007" y="1214009"/>
                  </a:lnTo>
                  <a:lnTo>
                    <a:pt x="966032" y="1214019"/>
                  </a:lnTo>
                  <a:lnTo>
                    <a:pt x="966041" y="1214022"/>
                  </a:lnTo>
                  <a:lnTo>
                    <a:pt x="966056" y="1214022"/>
                  </a:lnTo>
                  <a:lnTo>
                    <a:pt x="966081" y="1214027"/>
                  </a:lnTo>
                  <a:lnTo>
                    <a:pt x="966105" y="1214033"/>
                  </a:lnTo>
                  <a:lnTo>
                    <a:pt x="966130" y="1214033"/>
                  </a:lnTo>
                  <a:lnTo>
                    <a:pt x="966154" y="1214033"/>
                  </a:lnTo>
                  <a:lnTo>
                    <a:pt x="966179" y="1214040"/>
                  </a:lnTo>
                  <a:lnTo>
                    <a:pt x="966190" y="1214043"/>
                  </a:lnTo>
                  <a:lnTo>
                    <a:pt x="966203" y="1214042"/>
                  </a:lnTo>
                  <a:lnTo>
                    <a:pt x="966227" y="1214032"/>
                  </a:lnTo>
                  <a:lnTo>
                    <a:pt x="966252" y="1214018"/>
                  </a:lnTo>
                  <a:lnTo>
                    <a:pt x="966276" y="1214007"/>
                  </a:lnTo>
                  <a:lnTo>
                    <a:pt x="966281" y="1214003"/>
                  </a:lnTo>
                  <a:lnTo>
                    <a:pt x="966300" y="1214001"/>
                  </a:lnTo>
                  <a:lnTo>
                    <a:pt x="966325" y="1214008"/>
                  </a:lnTo>
                  <a:lnTo>
                    <a:pt x="966335" y="1214010"/>
                  </a:lnTo>
                  <a:lnTo>
                    <a:pt x="966349" y="1214017"/>
                  </a:lnTo>
                  <a:lnTo>
                    <a:pt x="966374" y="1214039"/>
                  </a:lnTo>
                  <a:lnTo>
                    <a:pt x="966398" y="1214060"/>
                  </a:lnTo>
                  <a:lnTo>
                    <a:pt x="966423" y="1214082"/>
                  </a:lnTo>
                  <a:lnTo>
                    <a:pt x="966447" y="1214097"/>
                  </a:lnTo>
                  <a:lnTo>
                    <a:pt x="966472" y="1214117"/>
                  </a:lnTo>
                  <a:lnTo>
                    <a:pt x="966496" y="1214136"/>
                  </a:lnTo>
                  <a:lnTo>
                    <a:pt x="966521" y="1214158"/>
                  </a:lnTo>
                  <a:lnTo>
                    <a:pt x="966545" y="1214176"/>
                  </a:lnTo>
                  <a:lnTo>
                    <a:pt x="966550" y="1214178"/>
                  </a:lnTo>
                  <a:lnTo>
                    <a:pt x="966562" y="1214178"/>
                  </a:lnTo>
                  <a:lnTo>
                    <a:pt x="966570" y="1214174"/>
                  </a:lnTo>
                  <a:lnTo>
                    <a:pt x="966594" y="1214169"/>
                  </a:lnTo>
                  <a:lnTo>
                    <a:pt x="966619" y="1214159"/>
                  </a:lnTo>
                  <a:lnTo>
                    <a:pt x="966626" y="1214152"/>
                  </a:lnTo>
                  <a:lnTo>
                    <a:pt x="966630" y="1214147"/>
                  </a:lnTo>
                  <a:lnTo>
                    <a:pt x="966635" y="1214134"/>
                  </a:lnTo>
                  <a:lnTo>
                    <a:pt x="966638" y="1214109"/>
                  </a:lnTo>
                  <a:lnTo>
                    <a:pt x="966641" y="1214084"/>
                  </a:lnTo>
                  <a:lnTo>
                    <a:pt x="966643" y="1214071"/>
                  </a:lnTo>
                  <a:lnTo>
                    <a:pt x="966648" y="1214059"/>
                  </a:lnTo>
                  <a:lnTo>
                    <a:pt x="966662" y="1214033"/>
                  </a:lnTo>
                  <a:lnTo>
                    <a:pt x="966669" y="1214008"/>
                  </a:lnTo>
                  <a:lnTo>
                    <a:pt x="966674" y="1213983"/>
                  </a:lnTo>
                  <a:lnTo>
                    <a:pt x="966677" y="1213973"/>
                  </a:lnTo>
                  <a:lnTo>
                    <a:pt x="966689" y="1213958"/>
                  </a:lnTo>
                  <a:lnTo>
                    <a:pt x="966713" y="1213946"/>
                  </a:lnTo>
                  <a:lnTo>
                    <a:pt x="966737" y="1213940"/>
                  </a:lnTo>
                  <a:lnTo>
                    <a:pt x="966762" y="1213944"/>
                  </a:lnTo>
                  <a:lnTo>
                    <a:pt x="966786" y="1213945"/>
                  </a:lnTo>
                  <a:lnTo>
                    <a:pt x="966811" y="1213951"/>
                  </a:lnTo>
                  <a:lnTo>
                    <a:pt x="966835" y="1213954"/>
                  </a:lnTo>
                  <a:lnTo>
                    <a:pt x="966860" y="1213957"/>
                  </a:lnTo>
                  <a:lnTo>
                    <a:pt x="966884" y="1213961"/>
                  </a:lnTo>
                  <a:lnTo>
                    <a:pt x="966894" y="1213964"/>
                  </a:lnTo>
                  <a:lnTo>
                    <a:pt x="966908" y="1213964"/>
                  </a:lnTo>
                  <a:lnTo>
                    <a:pt x="966925" y="1213960"/>
                  </a:lnTo>
                  <a:lnTo>
                    <a:pt x="966933" y="1213962"/>
                  </a:lnTo>
                  <a:lnTo>
                    <a:pt x="966957" y="1213965"/>
                  </a:lnTo>
                  <a:lnTo>
                    <a:pt x="966962" y="1213967"/>
                  </a:lnTo>
                  <a:lnTo>
                    <a:pt x="966982" y="1213965"/>
                  </a:lnTo>
                  <a:lnTo>
                    <a:pt x="966992" y="1213965"/>
                  </a:lnTo>
                  <a:lnTo>
                    <a:pt x="967006" y="1213960"/>
                  </a:lnTo>
                  <a:lnTo>
                    <a:pt x="967031" y="1213950"/>
                  </a:lnTo>
                  <a:lnTo>
                    <a:pt x="967040" y="1213954"/>
                  </a:lnTo>
                  <a:lnTo>
                    <a:pt x="967045" y="1213974"/>
                  </a:lnTo>
                  <a:lnTo>
                    <a:pt x="967058" y="1213999"/>
                  </a:lnTo>
                  <a:lnTo>
                    <a:pt x="967081" y="1214022"/>
                  </a:lnTo>
                  <a:lnTo>
                    <a:pt x="967095" y="1214032"/>
                  </a:lnTo>
                  <a:lnTo>
                    <a:pt x="967104" y="1214042"/>
                  </a:lnTo>
                  <a:lnTo>
                    <a:pt x="967126" y="1214067"/>
                  </a:lnTo>
                  <a:lnTo>
                    <a:pt x="967144" y="1214092"/>
                  </a:lnTo>
                  <a:lnTo>
                    <a:pt x="967158" y="1214117"/>
                  </a:lnTo>
                  <a:lnTo>
                    <a:pt x="967179" y="1214142"/>
                  </a:lnTo>
                  <a:lnTo>
                    <a:pt x="967191" y="1214167"/>
                  </a:lnTo>
                  <a:lnTo>
                    <a:pt x="967200" y="1214178"/>
                  </a:lnTo>
                  <a:lnTo>
                    <a:pt x="967213" y="1214190"/>
                  </a:lnTo>
                  <a:lnTo>
                    <a:pt x="967217" y="1214193"/>
                  </a:lnTo>
                  <a:lnTo>
                    <a:pt x="967237" y="1214193"/>
                  </a:lnTo>
                  <a:lnTo>
                    <a:pt x="967249" y="1214189"/>
                  </a:lnTo>
                  <a:lnTo>
                    <a:pt x="967261" y="1214187"/>
                  </a:lnTo>
                  <a:lnTo>
                    <a:pt x="967269" y="1214189"/>
                  </a:lnTo>
                  <a:lnTo>
                    <a:pt x="967286" y="1214199"/>
                  </a:lnTo>
                  <a:lnTo>
                    <a:pt x="967291" y="1214202"/>
                  </a:lnTo>
                  <a:lnTo>
                    <a:pt x="967308" y="1214220"/>
                  </a:lnTo>
                  <a:lnTo>
                    <a:pt x="967330" y="1214243"/>
                  </a:lnTo>
                  <a:lnTo>
                    <a:pt x="967354" y="1214260"/>
                  </a:lnTo>
                  <a:lnTo>
                    <a:pt x="967379" y="1214270"/>
                  </a:lnTo>
                  <a:lnTo>
                    <a:pt x="967403" y="1214278"/>
                  </a:lnTo>
                  <a:lnTo>
                    <a:pt x="967428" y="1214285"/>
                  </a:lnTo>
                  <a:lnTo>
                    <a:pt x="967452" y="1214300"/>
                  </a:lnTo>
                  <a:lnTo>
                    <a:pt x="967467" y="1214305"/>
                  </a:lnTo>
                  <a:lnTo>
                    <a:pt x="967477" y="1214305"/>
                  </a:lnTo>
                  <a:lnTo>
                    <a:pt x="967501" y="1214304"/>
                  </a:lnTo>
                  <a:lnTo>
                    <a:pt x="967507" y="1214305"/>
                  </a:lnTo>
                  <a:lnTo>
                    <a:pt x="967519" y="1214324"/>
                  </a:lnTo>
                  <a:lnTo>
                    <a:pt x="967531" y="1214349"/>
                  </a:lnTo>
                  <a:lnTo>
                    <a:pt x="967545" y="1214374"/>
                  </a:lnTo>
                  <a:lnTo>
                    <a:pt x="967560" y="1214399"/>
                  </a:lnTo>
                  <a:lnTo>
                    <a:pt x="967568" y="1214412"/>
                  </a:lnTo>
                  <a:lnTo>
                    <a:pt x="967571" y="1214424"/>
                  </a:lnTo>
                  <a:lnTo>
                    <a:pt x="967585" y="1214449"/>
                  </a:lnTo>
                  <a:lnTo>
                    <a:pt x="967596" y="1214474"/>
                  </a:lnTo>
                  <a:lnTo>
                    <a:pt x="967605" y="1214499"/>
                  </a:lnTo>
                  <a:lnTo>
                    <a:pt x="967616" y="1214524"/>
                  </a:lnTo>
                  <a:lnTo>
                    <a:pt x="967624" y="1214550"/>
                  </a:lnTo>
                  <a:lnTo>
                    <a:pt x="967635" y="1214574"/>
                  </a:lnTo>
                  <a:lnTo>
                    <a:pt x="967639" y="1214585"/>
                  </a:lnTo>
                  <a:lnTo>
                    <a:pt x="967639" y="1214600"/>
                  </a:lnTo>
                  <a:lnTo>
                    <a:pt x="967643" y="1214622"/>
                  </a:lnTo>
                  <a:lnTo>
                    <a:pt x="967625" y="1214672"/>
                  </a:lnTo>
                  <a:lnTo>
                    <a:pt x="967617" y="1214684"/>
                  </a:lnTo>
                  <a:lnTo>
                    <a:pt x="967614" y="1214688"/>
                  </a:lnTo>
                  <a:lnTo>
                    <a:pt x="967604" y="1214696"/>
                  </a:lnTo>
                  <a:lnTo>
                    <a:pt x="967592" y="1214704"/>
                  </a:lnTo>
                  <a:lnTo>
                    <a:pt x="967580" y="1214711"/>
                  </a:lnTo>
                  <a:lnTo>
                    <a:pt x="967577" y="1214716"/>
                  </a:lnTo>
                  <a:lnTo>
                    <a:pt x="967580" y="1214721"/>
                  </a:lnTo>
                  <a:lnTo>
                    <a:pt x="967585" y="1214734"/>
                  </a:lnTo>
                  <a:lnTo>
                    <a:pt x="967589" y="1214740"/>
                  </a:lnTo>
                  <a:lnTo>
                    <a:pt x="967594" y="1214747"/>
                  </a:lnTo>
                  <a:lnTo>
                    <a:pt x="967605" y="1214762"/>
                  </a:lnTo>
                  <a:lnTo>
                    <a:pt x="967617" y="1214777"/>
                  </a:lnTo>
                  <a:lnTo>
                    <a:pt x="967625" y="1214792"/>
                  </a:lnTo>
                  <a:lnTo>
                    <a:pt x="967634" y="1214807"/>
                  </a:lnTo>
                  <a:lnTo>
                    <a:pt x="967637" y="1214813"/>
                  </a:lnTo>
                  <a:lnTo>
                    <a:pt x="967643" y="1214822"/>
                  </a:lnTo>
                  <a:lnTo>
                    <a:pt x="967654" y="1214837"/>
                  </a:lnTo>
                  <a:lnTo>
                    <a:pt x="967666" y="1214849"/>
                  </a:lnTo>
                  <a:lnTo>
                    <a:pt x="967680" y="1214865"/>
                  </a:lnTo>
                  <a:lnTo>
                    <a:pt x="967695" y="1214881"/>
                  </a:lnTo>
                  <a:lnTo>
                    <a:pt x="967708" y="1214891"/>
                  </a:lnTo>
                  <a:lnTo>
                    <a:pt x="967717" y="1214893"/>
                  </a:lnTo>
                  <a:lnTo>
                    <a:pt x="967722" y="1214893"/>
                  </a:lnTo>
                  <a:lnTo>
                    <a:pt x="967739" y="1214896"/>
                  </a:lnTo>
                  <a:lnTo>
                    <a:pt x="967752" y="1214899"/>
                  </a:lnTo>
                  <a:lnTo>
                    <a:pt x="967766" y="1214904"/>
                  </a:lnTo>
                  <a:lnTo>
                    <a:pt x="967772" y="1214906"/>
                  </a:lnTo>
                  <a:lnTo>
                    <a:pt x="967780" y="1214907"/>
                  </a:lnTo>
                  <a:lnTo>
                    <a:pt x="967793" y="1214908"/>
                  </a:lnTo>
                  <a:lnTo>
                    <a:pt x="967803" y="1214907"/>
                  </a:lnTo>
                  <a:lnTo>
                    <a:pt x="967810" y="1214905"/>
                  </a:lnTo>
                  <a:lnTo>
                    <a:pt x="967825" y="1214900"/>
                  </a:lnTo>
                  <a:lnTo>
                    <a:pt x="967840" y="1214894"/>
                  </a:lnTo>
                  <a:lnTo>
                    <a:pt x="967854" y="1214888"/>
                  </a:lnTo>
                  <a:lnTo>
                    <a:pt x="967860" y="1214885"/>
                  </a:lnTo>
                  <a:lnTo>
                    <a:pt x="967867" y="1214882"/>
                  </a:lnTo>
                  <a:lnTo>
                    <a:pt x="967879" y="1214879"/>
                  </a:lnTo>
                  <a:lnTo>
                    <a:pt x="967886" y="1214879"/>
                  </a:lnTo>
                  <a:lnTo>
                    <a:pt x="967898" y="1214880"/>
                  </a:lnTo>
                  <a:lnTo>
                    <a:pt x="967913" y="1214883"/>
                  </a:lnTo>
                  <a:lnTo>
                    <a:pt x="967928" y="1214887"/>
                  </a:lnTo>
                  <a:lnTo>
                    <a:pt x="967933" y="1214888"/>
                  </a:lnTo>
                  <a:lnTo>
                    <a:pt x="967942" y="1214891"/>
                  </a:lnTo>
                  <a:lnTo>
                    <a:pt x="967957" y="1214892"/>
                  </a:lnTo>
                  <a:lnTo>
                    <a:pt x="967964" y="1214891"/>
                  </a:lnTo>
                  <a:lnTo>
                    <a:pt x="967971" y="1214890"/>
                  </a:lnTo>
                  <a:lnTo>
                    <a:pt x="967986" y="1214892"/>
                  </a:lnTo>
                  <a:lnTo>
                    <a:pt x="968002" y="1214894"/>
                  </a:lnTo>
                  <a:lnTo>
                    <a:pt x="968016" y="1214905"/>
                  </a:lnTo>
                  <a:lnTo>
                    <a:pt x="968030" y="1214914"/>
                  </a:lnTo>
                  <a:lnTo>
                    <a:pt x="968045" y="1214924"/>
                  </a:lnTo>
                  <a:lnTo>
                    <a:pt x="968058" y="1214933"/>
                  </a:lnTo>
                  <a:lnTo>
                    <a:pt x="968064" y="1214937"/>
                  </a:lnTo>
                  <a:lnTo>
                    <a:pt x="968074" y="1214942"/>
                  </a:lnTo>
                  <a:lnTo>
                    <a:pt x="968089" y="1214948"/>
                  </a:lnTo>
                  <a:lnTo>
                    <a:pt x="968104" y="1214955"/>
                  </a:lnTo>
                  <a:lnTo>
                    <a:pt x="968118" y="1214964"/>
                  </a:lnTo>
                  <a:lnTo>
                    <a:pt x="968133" y="1214968"/>
                  </a:lnTo>
                  <a:lnTo>
                    <a:pt x="968148" y="1214972"/>
                  </a:lnTo>
                  <a:lnTo>
                    <a:pt x="968163" y="1214972"/>
                  </a:lnTo>
                  <a:lnTo>
                    <a:pt x="968178" y="1214970"/>
                  </a:lnTo>
                  <a:lnTo>
                    <a:pt x="968184" y="1214986"/>
                  </a:lnTo>
                  <a:lnTo>
                    <a:pt x="968195" y="1215003"/>
                  </a:lnTo>
                  <a:lnTo>
                    <a:pt x="968207" y="1215017"/>
                  </a:lnTo>
                  <a:lnTo>
                    <a:pt x="968220" y="1215032"/>
                  </a:lnTo>
                  <a:lnTo>
                    <a:pt x="968231" y="1215045"/>
                  </a:lnTo>
                  <a:lnTo>
                    <a:pt x="968234" y="1215050"/>
                  </a:lnTo>
                  <a:lnTo>
                    <a:pt x="968241" y="1215062"/>
                  </a:lnTo>
                  <a:lnTo>
                    <a:pt x="968244" y="1215077"/>
                  </a:lnTo>
                  <a:lnTo>
                    <a:pt x="968249" y="1215092"/>
                  </a:lnTo>
                  <a:lnTo>
                    <a:pt x="968251" y="1215100"/>
                  </a:lnTo>
                  <a:lnTo>
                    <a:pt x="968255" y="1215107"/>
                  </a:lnTo>
                  <a:lnTo>
                    <a:pt x="968260" y="1215118"/>
                  </a:lnTo>
                  <a:lnTo>
                    <a:pt x="968265" y="1215122"/>
                  </a:lnTo>
                  <a:lnTo>
                    <a:pt x="968281" y="1215135"/>
                  </a:lnTo>
                  <a:lnTo>
                    <a:pt x="968304" y="1215150"/>
                  </a:lnTo>
                  <a:lnTo>
                    <a:pt x="968329" y="1215168"/>
                  </a:lnTo>
                  <a:lnTo>
                    <a:pt x="968345" y="1215179"/>
                  </a:lnTo>
                  <a:lnTo>
                    <a:pt x="968361" y="1215196"/>
                  </a:lnTo>
                  <a:lnTo>
                    <a:pt x="968392" y="1215228"/>
                  </a:lnTo>
                  <a:lnTo>
                    <a:pt x="968414" y="1215247"/>
                  </a:lnTo>
                  <a:lnTo>
                    <a:pt x="968445" y="1215259"/>
                  </a:lnTo>
                  <a:lnTo>
                    <a:pt x="968471" y="1215278"/>
                  </a:lnTo>
                  <a:lnTo>
                    <a:pt x="968485" y="1215302"/>
                  </a:lnTo>
                  <a:lnTo>
                    <a:pt x="968499" y="1215346"/>
                  </a:lnTo>
                  <a:lnTo>
                    <a:pt x="968510" y="1215376"/>
                  </a:lnTo>
                  <a:lnTo>
                    <a:pt x="968519" y="1215385"/>
                  </a:lnTo>
                  <a:lnTo>
                    <a:pt x="968534" y="1215392"/>
                  </a:lnTo>
                  <a:lnTo>
                    <a:pt x="968558" y="1215399"/>
                  </a:lnTo>
                  <a:lnTo>
                    <a:pt x="968577" y="1215415"/>
                  </a:lnTo>
                  <a:lnTo>
                    <a:pt x="968591" y="1215450"/>
                  </a:lnTo>
                  <a:lnTo>
                    <a:pt x="968605" y="1215468"/>
                  </a:lnTo>
                  <a:lnTo>
                    <a:pt x="968623" y="1215480"/>
                  </a:lnTo>
                  <a:lnTo>
                    <a:pt x="968639" y="1215483"/>
                  </a:lnTo>
                  <a:lnTo>
                    <a:pt x="968666" y="1215481"/>
                  </a:lnTo>
                  <a:lnTo>
                    <a:pt x="968681" y="1215480"/>
                  </a:lnTo>
                  <a:lnTo>
                    <a:pt x="968699" y="1215479"/>
                  </a:lnTo>
                  <a:lnTo>
                    <a:pt x="968734" y="1215469"/>
                  </a:lnTo>
                  <a:lnTo>
                    <a:pt x="968754" y="1215467"/>
                  </a:lnTo>
                  <a:lnTo>
                    <a:pt x="968767" y="1215470"/>
                  </a:lnTo>
                  <a:lnTo>
                    <a:pt x="968789" y="1215468"/>
                  </a:lnTo>
                  <a:lnTo>
                    <a:pt x="968867" y="1215450"/>
                  </a:lnTo>
                  <a:lnTo>
                    <a:pt x="968873" y="1215449"/>
                  </a:lnTo>
                  <a:lnTo>
                    <a:pt x="968909" y="1215444"/>
                  </a:lnTo>
                  <a:lnTo>
                    <a:pt x="968916" y="1215449"/>
                  </a:lnTo>
                  <a:lnTo>
                    <a:pt x="968922" y="1215455"/>
                  </a:lnTo>
                  <a:lnTo>
                    <a:pt x="968927" y="1215463"/>
                  </a:lnTo>
                  <a:lnTo>
                    <a:pt x="968938" y="1215478"/>
                  </a:lnTo>
                  <a:lnTo>
                    <a:pt x="968951" y="1215492"/>
                  </a:lnTo>
                  <a:lnTo>
                    <a:pt x="968956" y="1215496"/>
                  </a:lnTo>
                  <a:lnTo>
                    <a:pt x="968966" y="1215500"/>
                  </a:lnTo>
                  <a:lnTo>
                    <a:pt x="968981" y="1215506"/>
                  </a:lnTo>
                  <a:lnTo>
                    <a:pt x="968993" y="1215512"/>
                  </a:lnTo>
                  <a:lnTo>
                    <a:pt x="968996" y="1215515"/>
                  </a:lnTo>
                  <a:lnTo>
                    <a:pt x="969009" y="1215526"/>
                  </a:lnTo>
                  <a:lnTo>
                    <a:pt x="969017" y="1215531"/>
                  </a:lnTo>
                  <a:lnTo>
                    <a:pt x="969021" y="1215538"/>
                  </a:lnTo>
                  <a:lnTo>
                    <a:pt x="969027" y="1215553"/>
                  </a:lnTo>
                  <a:lnTo>
                    <a:pt x="969030" y="1215568"/>
                  </a:lnTo>
                  <a:lnTo>
                    <a:pt x="969033" y="1215583"/>
                  </a:lnTo>
                  <a:lnTo>
                    <a:pt x="969036" y="1215592"/>
                  </a:lnTo>
                  <a:lnTo>
                    <a:pt x="969039" y="1215607"/>
                  </a:lnTo>
                  <a:lnTo>
                    <a:pt x="969043" y="1215622"/>
                  </a:lnTo>
                  <a:lnTo>
                    <a:pt x="969049" y="1215636"/>
                  </a:lnTo>
                  <a:lnTo>
                    <a:pt x="969056" y="1215644"/>
                  </a:lnTo>
                  <a:lnTo>
                    <a:pt x="969062" y="1215650"/>
                  </a:lnTo>
                  <a:lnTo>
                    <a:pt x="969070" y="1215655"/>
                  </a:lnTo>
                  <a:lnTo>
                    <a:pt x="969077" y="1215657"/>
                  </a:lnTo>
                  <a:lnTo>
                    <a:pt x="969092" y="1215660"/>
                  </a:lnTo>
                  <a:lnTo>
                    <a:pt x="969107" y="1215661"/>
                  </a:lnTo>
                  <a:lnTo>
                    <a:pt x="969112" y="1215663"/>
                  </a:lnTo>
                  <a:lnTo>
                    <a:pt x="969120" y="1215672"/>
                  </a:lnTo>
                  <a:lnTo>
                    <a:pt x="969130" y="1215687"/>
                  </a:lnTo>
                  <a:lnTo>
                    <a:pt x="969145" y="1215699"/>
                  </a:lnTo>
                  <a:lnTo>
                    <a:pt x="969151" y="1215701"/>
                  </a:lnTo>
                  <a:lnTo>
                    <a:pt x="969159" y="1215701"/>
                  </a:lnTo>
                  <a:lnTo>
                    <a:pt x="969168" y="1215698"/>
                  </a:lnTo>
                  <a:lnTo>
                    <a:pt x="969175" y="1215694"/>
                  </a:lnTo>
                  <a:lnTo>
                    <a:pt x="969189" y="1215684"/>
                  </a:lnTo>
                  <a:lnTo>
                    <a:pt x="969203" y="1215674"/>
                  </a:lnTo>
                  <a:lnTo>
                    <a:pt x="969218" y="1215666"/>
                  </a:lnTo>
                  <a:lnTo>
                    <a:pt x="969232" y="1215664"/>
                  </a:lnTo>
                  <a:lnTo>
                    <a:pt x="969247" y="1215661"/>
                  </a:lnTo>
                  <a:lnTo>
                    <a:pt x="969262" y="1215658"/>
                  </a:lnTo>
                  <a:lnTo>
                    <a:pt x="969276" y="1215655"/>
                  </a:lnTo>
                  <a:lnTo>
                    <a:pt x="969287" y="1215651"/>
                  </a:lnTo>
                  <a:lnTo>
                    <a:pt x="969291" y="1215651"/>
                  </a:lnTo>
                  <a:lnTo>
                    <a:pt x="969306" y="1215653"/>
                  </a:lnTo>
                  <a:lnTo>
                    <a:pt x="969321" y="1215653"/>
                  </a:lnTo>
                  <a:lnTo>
                    <a:pt x="969335" y="1215651"/>
                  </a:lnTo>
                  <a:lnTo>
                    <a:pt x="969350" y="1215653"/>
                  </a:lnTo>
                  <a:lnTo>
                    <a:pt x="969364" y="1215653"/>
                  </a:lnTo>
                  <a:lnTo>
                    <a:pt x="969379" y="1215654"/>
                  </a:lnTo>
                  <a:lnTo>
                    <a:pt x="969394" y="1215655"/>
                  </a:lnTo>
                  <a:lnTo>
                    <a:pt x="969408" y="1215657"/>
                  </a:lnTo>
                  <a:lnTo>
                    <a:pt x="969423" y="1215658"/>
                  </a:lnTo>
                  <a:lnTo>
                    <a:pt x="969438" y="1215658"/>
                  </a:lnTo>
                  <a:lnTo>
                    <a:pt x="969453" y="1215659"/>
                  </a:lnTo>
                  <a:lnTo>
                    <a:pt x="969467" y="1215663"/>
                  </a:lnTo>
                  <a:lnTo>
                    <a:pt x="969471" y="1215667"/>
                  </a:lnTo>
                  <a:lnTo>
                    <a:pt x="969476" y="1215677"/>
                  </a:lnTo>
                  <a:lnTo>
                    <a:pt x="969486" y="1215692"/>
                  </a:lnTo>
                  <a:lnTo>
                    <a:pt x="969498" y="1215705"/>
                  </a:lnTo>
                  <a:lnTo>
                    <a:pt x="969509" y="1215713"/>
                  </a:lnTo>
                  <a:lnTo>
                    <a:pt x="969551" y="1215726"/>
                  </a:lnTo>
                  <a:lnTo>
                    <a:pt x="969566" y="1215731"/>
                  </a:lnTo>
                  <a:lnTo>
                    <a:pt x="969581" y="1215742"/>
                  </a:lnTo>
                  <a:lnTo>
                    <a:pt x="969589" y="1215757"/>
                  </a:lnTo>
                  <a:lnTo>
                    <a:pt x="969591" y="1215763"/>
                  </a:lnTo>
                  <a:lnTo>
                    <a:pt x="969593" y="1215772"/>
                  </a:lnTo>
                  <a:lnTo>
                    <a:pt x="969602" y="1215787"/>
                  </a:lnTo>
                  <a:lnTo>
                    <a:pt x="969614" y="1215802"/>
                  </a:lnTo>
                  <a:lnTo>
                    <a:pt x="969626" y="1215817"/>
                  </a:lnTo>
                  <a:lnTo>
                    <a:pt x="969632" y="1215827"/>
                  </a:lnTo>
                  <a:lnTo>
                    <a:pt x="969634" y="1215835"/>
                  </a:lnTo>
                  <a:lnTo>
                    <a:pt x="969639" y="1215847"/>
                  </a:lnTo>
                  <a:lnTo>
                    <a:pt x="969639" y="1215862"/>
                  </a:lnTo>
                  <a:lnTo>
                    <a:pt x="969639" y="1215877"/>
                  </a:lnTo>
                  <a:lnTo>
                    <a:pt x="969640" y="1215892"/>
                  </a:lnTo>
                  <a:lnTo>
                    <a:pt x="969642" y="1215907"/>
                  </a:lnTo>
                  <a:lnTo>
                    <a:pt x="969644" y="1215924"/>
                  </a:lnTo>
                  <a:lnTo>
                    <a:pt x="969644" y="1215938"/>
                  </a:lnTo>
                  <a:lnTo>
                    <a:pt x="969641" y="1215953"/>
                  </a:lnTo>
                  <a:lnTo>
                    <a:pt x="969640" y="1215968"/>
                  </a:lnTo>
                  <a:lnTo>
                    <a:pt x="969642" y="1215973"/>
                  </a:lnTo>
                  <a:lnTo>
                    <a:pt x="969647" y="1215978"/>
                  </a:lnTo>
                  <a:lnTo>
                    <a:pt x="969652" y="1215980"/>
                  </a:lnTo>
                  <a:lnTo>
                    <a:pt x="969666" y="1215986"/>
                  </a:lnTo>
                  <a:lnTo>
                    <a:pt x="969681" y="1215993"/>
                  </a:lnTo>
                  <a:lnTo>
                    <a:pt x="969696" y="1216002"/>
                  </a:lnTo>
                  <a:lnTo>
                    <a:pt x="969709" y="1216014"/>
                  </a:lnTo>
                  <a:lnTo>
                    <a:pt x="969717" y="1216022"/>
                  </a:lnTo>
                  <a:lnTo>
                    <a:pt x="969724" y="1216026"/>
                  </a:lnTo>
                  <a:lnTo>
                    <a:pt x="969737" y="1216032"/>
                  </a:lnTo>
                  <a:lnTo>
                    <a:pt x="969749" y="1216033"/>
                  </a:lnTo>
                  <a:lnTo>
                    <a:pt x="969753" y="1216032"/>
                  </a:lnTo>
                  <a:lnTo>
                    <a:pt x="969768" y="1216029"/>
                  </a:lnTo>
                  <a:lnTo>
                    <a:pt x="969783" y="1216026"/>
                  </a:lnTo>
                  <a:lnTo>
                    <a:pt x="969794" y="1216024"/>
                  </a:lnTo>
                  <a:lnTo>
                    <a:pt x="969799" y="1216027"/>
                  </a:lnTo>
                  <a:lnTo>
                    <a:pt x="969805" y="1216033"/>
                  </a:lnTo>
                  <a:lnTo>
                    <a:pt x="969811" y="1216040"/>
                  </a:lnTo>
                  <a:lnTo>
                    <a:pt x="969825" y="1216053"/>
                  </a:lnTo>
                  <a:lnTo>
                    <a:pt x="969840" y="1216064"/>
                  </a:lnTo>
                  <a:lnTo>
                    <a:pt x="969849" y="1216070"/>
                  </a:lnTo>
                  <a:lnTo>
                    <a:pt x="969854" y="1216071"/>
                  </a:lnTo>
                  <a:lnTo>
                    <a:pt x="969869" y="1216076"/>
                  </a:lnTo>
                  <a:lnTo>
                    <a:pt x="969884" y="1216078"/>
                  </a:lnTo>
                  <a:lnTo>
                    <a:pt x="969898" y="1216079"/>
                  </a:lnTo>
                  <a:lnTo>
                    <a:pt x="969913" y="1216081"/>
                  </a:lnTo>
                  <a:lnTo>
                    <a:pt x="969927" y="1216079"/>
                  </a:lnTo>
                  <a:lnTo>
                    <a:pt x="969942" y="1216079"/>
                  </a:lnTo>
                  <a:lnTo>
                    <a:pt x="969957" y="1216077"/>
                  </a:lnTo>
                  <a:lnTo>
                    <a:pt x="969972" y="1216075"/>
                  </a:lnTo>
                  <a:lnTo>
                    <a:pt x="969986" y="1216074"/>
                  </a:lnTo>
                  <a:lnTo>
                    <a:pt x="970001" y="1216072"/>
                  </a:lnTo>
                  <a:lnTo>
                    <a:pt x="970015" y="1216071"/>
                  </a:lnTo>
                  <a:lnTo>
                    <a:pt x="970030" y="1216069"/>
                  </a:lnTo>
                  <a:lnTo>
                    <a:pt x="970044" y="1216070"/>
                  </a:lnTo>
                  <a:lnTo>
                    <a:pt x="970054" y="1216069"/>
                  </a:lnTo>
                  <a:lnTo>
                    <a:pt x="970059" y="1216067"/>
                  </a:lnTo>
                  <a:lnTo>
                    <a:pt x="970065" y="1216065"/>
                  </a:lnTo>
                  <a:lnTo>
                    <a:pt x="970078" y="1216059"/>
                  </a:lnTo>
                  <a:lnTo>
                    <a:pt x="970097" y="1216050"/>
                  </a:lnTo>
                  <a:lnTo>
                    <a:pt x="970103" y="1216037"/>
                  </a:lnTo>
                  <a:lnTo>
                    <a:pt x="970105" y="1216022"/>
                  </a:lnTo>
                  <a:lnTo>
                    <a:pt x="970109" y="1216007"/>
                  </a:lnTo>
                  <a:lnTo>
                    <a:pt x="970110" y="1215999"/>
                  </a:lnTo>
                  <a:lnTo>
                    <a:pt x="970113" y="1215992"/>
                  </a:lnTo>
                  <a:lnTo>
                    <a:pt x="970119" y="1215977"/>
                  </a:lnTo>
                  <a:lnTo>
                    <a:pt x="970122" y="1215967"/>
                  </a:lnTo>
                  <a:lnTo>
                    <a:pt x="970126" y="1215961"/>
                  </a:lnTo>
                  <a:lnTo>
                    <a:pt x="970131" y="1215946"/>
                  </a:lnTo>
                  <a:lnTo>
                    <a:pt x="970135" y="1215931"/>
                  </a:lnTo>
                  <a:lnTo>
                    <a:pt x="970137" y="1215920"/>
                  </a:lnTo>
                  <a:lnTo>
                    <a:pt x="970140" y="1215912"/>
                  </a:lnTo>
                  <a:lnTo>
                    <a:pt x="970143" y="1215902"/>
                  </a:lnTo>
                  <a:lnTo>
                    <a:pt x="970145" y="1215894"/>
                  </a:lnTo>
                  <a:lnTo>
                    <a:pt x="970147" y="1215886"/>
                  </a:lnTo>
                  <a:lnTo>
                    <a:pt x="970148" y="1215879"/>
                  </a:lnTo>
                  <a:lnTo>
                    <a:pt x="970150" y="1215871"/>
                  </a:lnTo>
                  <a:lnTo>
                    <a:pt x="970150" y="1215856"/>
                  </a:lnTo>
                  <a:lnTo>
                    <a:pt x="970153" y="1215839"/>
                  </a:lnTo>
                  <a:lnTo>
                    <a:pt x="970159" y="1215826"/>
                  </a:lnTo>
                  <a:lnTo>
                    <a:pt x="970167" y="1215816"/>
                  </a:lnTo>
                  <a:lnTo>
                    <a:pt x="970185" y="1215798"/>
                  </a:lnTo>
                  <a:lnTo>
                    <a:pt x="970192" y="1215796"/>
                  </a:lnTo>
                  <a:lnTo>
                    <a:pt x="970199" y="1215796"/>
                  </a:lnTo>
                  <a:lnTo>
                    <a:pt x="970214" y="1215799"/>
                  </a:lnTo>
                  <a:lnTo>
                    <a:pt x="970229" y="1215803"/>
                  </a:lnTo>
                  <a:lnTo>
                    <a:pt x="970238" y="1215803"/>
                  </a:lnTo>
                  <a:lnTo>
                    <a:pt x="970243" y="1215799"/>
                  </a:lnTo>
                  <a:lnTo>
                    <a:pt x="970254" y="1215784"/>
                  </a:lnTo>
                  <a:lnTo>
                    <a:pt x="970267" y="1215771"/>
                  </a:lnTo>
                  <a:lnTo>
                    <a:pt x="970279" y="1215757"/>
                  </a:lnTo>
                  <a:lnTo>
                    <a:pt x="970293" y="1215745"/>
                  </a:lnTo>
                  <a:lnTo>
                    <a:pt x="970308" y="1215736"/>
                  </a:lnTo>
                  <a:lnTo>
                    <a:pt x="970322" y="1215727"/>
                  </a:lnTo>
                  <a:lnTo>
                    <a:pt x="970328" y="1215723"/>
                  </a:lnTo>
                  <a:lnTo>
                    <a:pt x="970337" y="1215720"/>
                  </a:lnTo>
                  <a:lnTo>
                    <a:pt x="970346" y="1215719"/>
                  </a:lnTo>
                  <a:lnTo>
                    <a:pt x="970352" y="1215720"/>
                  </a:lnTo>
                  <a:lnTo>
                    <a:pt x="970366" y="1215724"/>
                  </a:lnTo>
                  <a:lnTo>
                    <a:pt x="970381" y="1215728"/>
                  </a:lnTo>
                  <a:lnTo>
                    <a:pt x="970396" y="1215731"/>
                  </a:lnTo>
                  <a:lnTo>
                    <a:pt x="970410" y="1215734"/>
                  </a:lnTo>
                  <a:lnTo>
                    <a:pt x="970427" y="1215735"/>
                  </a:lnTo>
                  <a:lnTo>
                    <a:pt x="970435" y="1215736"/>
                  </a:lnTo>
                  <a:lnTo>
                    <a:pt x="970440" y="1215734"/>
                  </a:lnTo>
                  <a:lnTo>
                    <a:pt x="970454" y="1215724"/>
                  </a:lnTo>
                  <a:lnTo>
                    <a:pt x="970464" y="1215717"/>
                  </a:lnTo>
                  <a:lnTo>
                    <a:pt x="970468" y="1215711"/>
                  </a:lnTo>
                  <a:lnTo>
                    <a:pt x="970478" y="1215696"/>
                  </a:lnTo>
                  <a:lnTo>
                    <a:pt x="970482" y="1215688"/>
                  </a:lnTo>
                  <a:lnTo>
                    <a:pt x="970485" y="1215679"/>
                  </a:lnTo>
                  <a:lnTo>
                    <a:pt x="970487" y="1215669"/>
                  </a:lnTo>
                  <a:lnTo>
                    <a:pt x="970489" y="1215662"/>
                  </a:lnTo>
                  <a:lnTo>
                    <a:pt x="970492" y="1215651"/>
                  </a:lnTo>
                  <a:lnTo>
                    <a:pt x="970499" y="1215636"/>
                  </a:lnTo>
                  <a:lnTo>
                    <a:pt x="970503" y="1215621"/>
                  </a:lnTo>
                  <a:lnTo>
                    <a:pt x="970505" y="1215613"/>
                  </a:lnTo>
                  <a:lnTo>
                    <a:pt x="970508" y="1215606"/>
                  </a:lnTo>
                  <a:lnTo>
                    <a:pt x="970511" y="1215597"/>
                  </a:lnTo>
                  <a:lnTo>
                    <a:pt x="970513" y="1215592"/>
                  </a:lnTo>
                  <a:lnTo>
                    <a:pt x="970516" y="1215587"/>
                  </a:lnTo>
                  <a:lnTo>
                    <a:pt x="970522" y="1215574"/>
                  </a:lnTo>
                  <a:lnTo>
                    <a:pt x="970530" y="1215562"/>
                  </a:lnTo>
                  <a:lnTo>
                    <a:pt x="970535" y="1215554"/>
                  </a:lnTo>
                  <a:lnTo>
                    <a:pt x="970539" y="1215547"/>
                  </a:lnTo>
                  <a:lnTo>
                    <a:pt x="970544" y="1215538"/>
                  </a:lnTo>
                  <a:lnTo>
                    <a:pt x="970552" y="1215527"/>
                  </a:lnTo>
                  <a:lnTo>
                    <a:pt x="970557" y="1215517"/>
                  </a:lnTo>
                  <a:lnTo>
                    <a:pt x="970565" y="1215501"/>
                  </a:lnTo>
                  <a:lnTo>
                    <a:pt x="970572" y="1215486"/>
                  </a:lnTo>
                  <a:lnTo>
                    <a:pt x="970580" y="1215470"/>
                  </a:lnTo>
                  <a:lnTo>
                    <a:pt x="970586" y="1215456"/>
                  </a:lnTo>
                  <a:lnTo>
                    <a:pt x="970594" y="1215441"/>
                  </a:lnTo>
                  <a:lnTo>
                    <a:pt x="970606" y="1215426"/>
                  </a:lnTo>
                  <a:lnTo>
                    <a:pt x="970611" y="1215418"/>
                  </a:lnTo>
                  <a:lnTo>
                    <a:pt x="970616" y="1215411"/>
                  </a:lnTo>
                  <a:lnTo>
                    <a:pt x="970621" y="1215403"/>
                  </a:lnTo>
                  <a:lnTo>
                    <a:pt x="970626" y="1215396"/>
                  </a:lnTo>
                  <a:lnTo>
                    <a:pt x="970628" y="1215390"/>
                  </a:lnTo>
                  <a:lnTo>
                    <a:pt x="970631" y="1215384"/>
                  </a:lnTo>
                  <a:lnTo>
                    <a:pt x="970633" y="1215381"/>
                  </a:lnTo>
                  <a:lnTo>
                    <a:pt x="970640" y="1215366"/>
                  </a:lnTo>
                  <a:lnTo>
                    <a:pt x="970645" y="1215351"/>
                  </a:lnTo>
                  <a:lnTo>
                    <a:pt x="970650" y="1215335"/>
                  </a:lnTo>
                  <a:lnTo>
                    <a:pt x="970654" y="1215322"/>
                  </a:lnTo>
                  <a:lnTo>
                    <a:pt x="970663" y="1215305"/>
                  </a:lnTo>
                  <a:lnTo>
                    <a:pt x="970671" y="1215290"/>
                  </a:lnTo>
                  <a:lnTo>
                    <a:pt x="970679" y="1215280"/>
                  </a:lnTo>
                  <a:lnTo>
                    <a:pt x="970683" y="1215277"/>
                  </a:lnTo>
                  <a:lnTo>
                    <a:pt x="970698" y="1215278"/>
                  </a:lnTo>
                  <a:lnTo>
                    <a:pt x="970707" y="1215277"/>
                  </a:lnTo>
                  <a:lnTo>
                    <a:pt x="970719" y="1215274"/>
                  </a:lnTo>
                  <a:lnTo>
                    <a:pt x="970728" y="1215271"/>
                  </a:lnTo>
                  <a:lnTo>
                    <a:pt x="970734" y="1215268"/>
                  </a:lnTo>
                  <a:lnTo>
                    <a:pt x="970743" y="1215264"/>
                  </a:lnTo>
                  <a:lnTo>
                    <a:pt x="970757" y="1215255"/>
                  </a:lnTo>
                  <a:lnTo>
                    <a:pt x="970764" y="1215250"/>
                  </a:lnTo>
                  <a:lnTo>
                    <a:pt x="970772" y="1215243"/>
                  </a:lnTo>
                  <a:lnTo>
                    <a:pt x="970780" y="1215237"/>
                  </a:lnTo>
                  <a:lnTo>
                    <a:pt x="970785" y="1215234"/>
                  </a:lnTo>
                  <a:lnTo>
                    <a:pt x="970800" y="1215226"/>
                  </a:lnTo>
                  <a:lnTo>
                    <a:pt x="970814" y="1215213"/>
                  </a:lnTo>
                  <a:lnTo>
                    <a:pt x="970823" y="1215200"/>
                  </a:lnTo>
                  <a:lnTo>
                    <a:pt x="970828" y="1215190"/>
                  </a:lnTo>
                  <a:lnTo>
                    <a:pt x="970832" y="1215182"/>
                  </a:lnTo>
                  <a:lnTo>
                    <a:pt x="970837" y="1215174"/>
                  </a:lnTo>
                  <a:lnTo>
                    <a:pt x="970843" y="1215169"/>
                  </a:lnTo>
                  <a:lnTo>
                    <a:pt x="970849" y="1215167"/>
                  </a:lnTo>
                  <a:lnTo>
                    <a:pt x="970856" y="1215168"/>
                  </a:lnTo>
                  <a:lnTo>
                    <a:pt x="970872" y="1215171"/>
                  </a:lnTo>
                  <a:lnTo>
                    <a:pt x="970887" y="1215176"/>
                  </a:lnTo>
                  <a:lnTo>
                    <a:pt x="970901" y="1215181"/>
                  </a:lnTo>
                  <a:lnTo>
                    <a:pt x="970916" y="1215182"/>
                  </a:lnTo>
                  <a:lnTo>
                    <a:pt x="970931" y="1215179"/>
                  </a:lnTo>
                  <a:lnTo>
                    <a:pt x="970939" y="1215174"/>
                  </a:lnTo>
                  <a:lnTo>
                    <a:pt x="970946" y="1215167"/>
                  </a:lnTo>
                  <a:lnTo>
                    <a:pt x="970955" y="1215152"/>
                  </a:lnTo>
                  <a:lnTo>
                    <a:pt x="970966" y="1215137"/>
                  </a:lnTo>
                  <a:lnTo>
                    <a:pt x="970973" y="1215130"/>
                  </a:lnTo>
                  <a:lnTo>
                    <a:pt x="970980" y="1215125"/>
                  </a:lnTo>
                  <a:lnTo>
                    <a:pt x="970986" y="1215121"/>
                  </a:lnTo>
                  <a:lnTo>
                    <a:pt x="970995" y="1215118"/>
                  </a:lnTo>
                  <a:lnTo>
                    <a:pt x="971010" y="1215114"/>
                  </a:lnTo>
                  <a:lnTo>
                    <a:pt x="971024" y="1215112"/>
                  </a:lnTo>
                  <a:lnTo>
                    <a:pt x="971039" y="1215112"/>
                  </a:lnTo>
                  <a:lnTo>
                    <a:pt x="971054" y="1215110"/>
                  </a:lnTo>
                  <a:lnTo>
                    <a:pt x="971069" y="1215110"/>
                  </a:lnTo>
                  <a:lnTo>
                    <a:pt x="971083" y="1215108"/>
                  </a:lnTo>
                  <a:lnTo>
                    <a:pt x="971089" y="1215108"/>
                  </a:lnTo>
                  <a:lnTo>
                    <a:pt x="971099" y="1215110"/>
                  </a:lnTo>
                  <a:lnTo>
                    <a:pt x="971109" y="1215112"/>
                  </a:lnTo>
                  <a:lnTo>
                    <a:pt x="971112" y="1215114"/>
                  </a:lnTo>
                  <a:lnTo>
                    <a:pt x="971127" y="1215119"/>
                  </a:lnTo>
                  <a:lnTo>
                    <a:pt x="971142" y="1215125"/>
                  </a:lnTo>
                  <a:lnTo>
                    <a:pt x="971170" y="1215135"/>
                  </a:lnTo>
                  <a:lnTo>
                    <a:pt x="971181" y="1215133"/>
                  </a:lnTo>
                  <a:lnTo>
                    <a:pt x="971188" y="1215138"/>
                  </a:lnTo>
                  <a:lnTo>
                    <a:pt x="971210" y="1215139"/>
                  </a:lnTo>
                  <a:lnTo>
                    <a:pt x="971227" y="1215138"/>
                  </a:lnTo>
                  <a:lnTo>
                    <a:pt x="971241" y="1215137"/>
                  </a:lnTo>
                  <a:lnTo>
                    <a:pt x="971256" y="1215138"/>
                  </a:lnTo>
                  <a:lnTo>
                    <a:pt x="971263" y="1215139"/>
                  </a:lnTo>
                  <a:lnTo>
                    <a:pt x="971271" y="1215145"/>
                  </a:lnTo>
                  <a:lnTo>
                    <a:pt x="971283" y="1215160"/>
                  </a:lnTo>
                  <a:lnTo>
                    <a:pt x="971294" y="1215175"/>
                  </a:lnTo>
                  <a:lnTo>
                    <a:pt x="971308" y="1215188"/>
                  </a:lnTo>
                  <a:lnTo>
                    <a:pt x="971323" y="1215198"/>
                  </a:lnTo>
                  <a:lnTo>
                    <a:pt x="971337" y="1215206"/>
                  </a:lnTo>
                  <a:lnTo>
                    <a:pt x="971345" y="1215208"/>
                  </a:lnTo>
                  <a:lnTo>
                    <a:pt x="971346" y="1215198"/>
                  </a:lnTo>
                  <a:lnTo>
                    <a:pt x="971350" y="1215186"/>
                  </a:lnTo>
                  <a:lnTo>
                    <a:pt x="971354" y="1215172"/>
                  </a:lnTo>
                  <a:lnTo>
                    <a:pt x="971360" y="1215157"/>
                  </a:lnTo>
                  <a:lnTo>
                    <a:pt x="971365" y="1215141"/>
                  </a:lnTo>
                  <a:lnTo>
                    <a:pt x="971366" y="1215135"/>
                  </a:lnTo>
                  <a:lnTo>
                    <a:pt x="971368" y="1215130"/>
                  </a:lnTo>
                  <a:lnTo>
                    <a:pt x="971370" y="1215126"/>
                  </a:lnTo>
                  <a:lnTo>
                    <a:pt x="971378" y="1215111"/>
                  </a:lnTo>
                  <a:lnTo>
                    <a:pt x="971381" y="1215102"/>
                  </a:lnTo>
                  <a:lnTo>
                    <a:pt x="971383" y="1215096"/>
                  </a:lnTo>
                  <a:lnTo>
                    <a:pt x="971387" y="1215081"/>
                  </a:lnTo>
                  <a:lnTo>
                    <a:pt x="971395" y="1215065"/>
                  </a:lnTo>
                  <a:lnTo>
                    <a:pt x="971406" y="1215050"/>
                  </a:lnTo>
                  <a:lnTo>
                    <a:pt x="971413" y="1215044"/>
                  </a:lnTo>
                  <a:lnTo>
                    <a:pt x="971421" y="1215040"/>
                  </a:lnTo>
                  <a:lnTo>
                    <a:pt x="971436" y="1215032"/>
                  </a:lnTo>
                  <a:lnTo>
                    <a:pt x="971450" y="1215028"/>
                  </a:lnTo>
                  <a:lnTo>
                    <a:pt x="971457" y="1215026"/>
                  </a:lnTo>
                  <a:lnTo>
                    <a:pt x="971465" y="1215025"/>
                  </a:lnTo>
                  <a:lnTo>
                    <a:pt x="971474" y="1215022"/>
                  </a:lnTo>
                  <a:lnTo>
                    <a:pt x="971480" y="1215016"/>
                  </a:lnTo>
                  <a:lnTo>
                    <a:pt x="971487" y="1215001"/>
                  </a:lnTo>
                  <a:lnTo>
                    <a:pt x="971490" y="1214986"/>
                  </a:lnTo>
                  <a:lnTo>
                    <a:pt x="971493" y="1214972"/>
                  </a:lnTo>
                  <a:lnTo>
                    <a:pt x="971510" y="1214919"/>
                  </a:lnTo>
                  <a:lnTo>
                    <a:pt x="971516" y="1214904"/>
                  </a:lnTo>
                  <a:lnTo>
                    <a:pt x="971521" y="1214889"/>
                  </a:lnTo>
                  <a:lnTo>
                    <a:pt x="971524" y="1214878"/>
                  </a:lnTo>
                  <a:lnTo>
                    <a:pt x="971528" y="1214873"/>
                  </a:lnTo>
                  <a:lnTo>
                    <a:pt x="971541" y="1214858"/>
                  </a:lnTo>
                  <a:lnTo>
                    <a:pt x="971553" y="1214846"/>
                  </a:lnTo>
                  <a:lnTo>
                    <a:pt x="971564" y="1214831"/>
                  </a:lnTo>
                  <a:lnTo>
                    <a:pt x="971565" y="1214816"/>
                  </a:lnTo>
                  <a:lnTo>
                    <a:pt x="971567" y="1214801"/>
                  </a:lnTo>
                  <a:lnTo>
                    <a:pt x="971569" y="1214786"/>
                  </a:lnTo>
                  <a:lnTo>
                    <a:pt x="971572" y="1214771"/>
                  </a:lnTo>
                  <a:lnTo>
                    <a:pt x="971573" y="1214756"/>
                  </a:lnTo>
                  <a:lnTo>
                    <a:pt x="971577" y="1214746"/>
                  </a:lnTo>
                  <a:lnTo>
                    <a:pt x="971581" y="1214737"/>
                  </a:lnTo>
                  <a:lnTo>
                    <a:pt x="971585" y="1214730"/>
                  </a:lnTo>
                  <a:lnTo>
                    <a:pt x="971589" y="1214722"/>
                  </a:lnTo>
                  <a:lnTo>
                    <a:pt x="971593" y="1214714"/>
                  </a:lnTo>
                  <a:lnTo>
                    <a:pt x="971595" y="1214706"/>
                  </a:lnTo>
                  <a:lnTo>
                    <a:pt x="971596" y="1214695"/>
                  </a:lnTo>
                  <a:lnTo>
                    <a:pt x="971599" y="1214683"/>
                  </a:lnTo>
                  <a:lnTo>
                    <a:pt x="971601" y="1214673"/>
                  </a:lnTo>
                  <a:lnTo>
                    <a:pt x="971602" y="1214665"/>
                  </a:lnTo>
                  <a:lnTo>
                    <a:pt x="971604" y="1214650"/>
                  </a:lnTo>
                  <a:lnTo>
                    <a:pt x="971611" y="1214622"/>
                  </a:lnTo>
                  <a:lnTo>
                    <a:pt x="971640" y="1214536"/>
                  </a:lnTo>
                  <a:lnTo>
                    <a:pt x="971650" y="1214515"/>
                  </a:lnTo>
                  <a:lnTo>
                    <a:pt x="971656" y="1214509"/>
                  </a:lnTo>
                  <a:lnTo>
                    <a:pt x="971665" y="1214500"/>
                  </a:lnTo>
                  <a:lnTo>
                    <a:pt x="971677" y="1214495"/>
                  </a:lnTo>
                  <a:lnTo>
                    <a:pt x="971703" y="1214486"/>
                  </a:lnTo>
                  <a:lnTo>
                    <a:pt x="971726" y="1214475"/>
                  </a:lnTo>
                  <a:lnTo>
                    <a:pt x="971735" y="1214472"/>
                  </a:lnTo>
                  <a:lnTo>
                    <a:pt x="971752" y="1214459"/>
                  </a:lnTo>
                  <a:lnTo>
                    <a:pt x="971772" y="1214436"/>
                  </a:lnTo>
                  <a:lnTo>
                    <a:pt x="971782" y="1214429"/>
                  </a:lnTo>
                  <a:lnTo>
                    <a:pt x="971798" y="1214422"/>
                  </a:lnTo>
                  <a:lnTo>
                    <a:pt x="971804" y="1214415"/>
                  </a:lnTo>
                  <a:lnTo>
                    <a:pt x="971806" y="1214411"/>
                  </a:lnTo>
                  <a:lnTo>
                    <a:pt x="971806" y="1214405"/>
                  </a:lnTo>
                  <a:lnTo>
                    <a:pt x="971806" y="1214395"/>
                  </a:lnTo>
                  <a:lnTo>
                    <a:pt x="971806" y="1214389"/>
                  </a:lnTo>
                  <a:lnTo>
                    <a:pt x="971806" y="1214379"/>
                  </a:lnTo>
                  <a:lnTo>
                    <a:pt x="971806" y="1214366"/>
                  </a:lnTo>
                  <a:lnTo>
                    <a:pt x="971808" y="1214348"/>
                  </a:lnTo>
                  <a:lnTo>
                    <a:pt x="971809" y="1214332"/>
                  </a:lnTo>
                  <a:lnTo>
                    <a:pt x="971810" y="1214316"/>
                  </a:lnTo>
                  <a:lnTo>
                    <a:pt x="971810" y="1214311"/>
                  </a:lnTo>
                  <a:lnTo>
                    <a:pt x="971809" y="1214305"/>
                  </a:lnTo>
                  <a:lnTo>
                    <a:pt x="971806" y="1214299"/>
                  </a:lnTo>
                  <a:lnTo>
                    <a:pt x="971800" y="1214291"/>
                  </a:lnTo>
                  <a:lnTo>
                    <a:pt x="971796" y="1214286"/>
                  </a:lnTo>
                  <a:lnTo>
                    <a:pt x="971795" y="1214279"/>
                  </a:lnTo>
                  <a:lnTo>
                    <a:pt x="971793" y="1214265"/>
                  </a:lnTo>
                  <a:lnTo>
                    <a:pt x="971792" y="1214257"/>
                  </a:lnTo>
                  <a:lnTo>
                    <a:pt x="971792" y="1214246"/>
                  </a:lnTo>
                  <a:lnTo>
                    <a:pt x="971795" y="1214228"/>
                  </a:lnTo>
                  <a:lnTo>
                    <a:pt x="971795" y="1214217"/>
                  </a:lnTo>
                  <a:lnTo>
                    <a:pt x="971795" y="1214206"/>
                  </a:lnTo>
                  <a:lnTo>
                    <a:pt x="971795" y="1214195"/>
                  </a:lnTo>
                  <a:lnTo>
                    <a:pt x="971795" y="1214186"/>
                  </a:lnTo>
                  <a:lnTo>
                    <a:pt x="971797" y="1214176"/>
                  </a:lnTo>
                  <a:lnTo>
                    <a:pt x="971800" y="1214168"/>
                  </a:lnTo>
                  <a:lnTo>
                    <a:pt x="971800" y="1214158"/>
                  </a:lnTo>
                  <a:lnTo>
                    <a:pt x="971802" y="1214147"/>
                  </a:lnTo>
                  <a:lnTo>
                    <a:pt x="971804" y="1214136"/>
                  </a:lnTo>
                  <a:lnTo>
                    <a:pt x="971804" y="1214126"/>
                  </a:lnTo>
                  <a:lnTo>
                    <a:pt x="971805" y="1214119"/>
                  </a:lnTo>
                  <a:lnTo>
                    <a:pt x="971812" y="1214110"/>
                  </a:lnTo>
                  <a:lnTo>
                    <a:pt x="971822" y="1214103"/>
                  </a:lnTo>
                  <a:lnTo>
                    <a:pt x="971833" y="1214094"/>
                  </a:lnTo>
                  <a:lnTo>
                    <a:pt x="971849" y="1214078"/>
                  </a:lnTo>
                  <a:lnTo>
                    <a:pt x="971856" y="1214073"/>
                  </a:lnTo>
                  <a:lnTo>
                    <a:pt x="971874" y="1214067"/>
                  </a:lnTo>
                  <a:lnTo>
                    <a:pt x="971893" y="1214060"/>
                  </a:lnTo>
                  <a:lnTo>
                    <a:pt x="971906" y="1214053"/>
                  </a:lnTo>
                  <a:lnTo>
                    <a:pt x="971914" y="1214045"/>
                  </a:lnTo>
                  <a:lnTo>
                    <a:pt x="971919" y="1214041"/>
                  </a:lnTo>
                  <a:lnTo>
                    <a:pt x="971923" y="1214035"/>
                  </a:lnTo>
                  <a:lnTo>
                    <a:pt x="971929" y="1214029"/>
                  </a:lnTo>
                  <a:lnTo>
                    <a:pt x="971934" y="1214023"/>
                  </a:lnTo>
                  <a:lnTo>
                    <a:pt x="971940" y="1214019"/>
                  </a:lnTo>
                  <a:lnTo>
                    <a:pt x="971945" y="1214016"/>
                  </a:lnTo>
                  <a:lnTo>
                    <a:pt x="971950" y="1214015"/>
                  </a:lnTo>
                  <a:lnTo>
                    <a:pt x="971961" y="1214016"/>
                  </a:lnTo>
                  <a:lnTo>
                    <a:pt x="971976" y="1214018"/>
                  </a:lnTo>
                  <a:lnTo>
                    <a:pt x="971988" y="1214021"/>
                  </a:lnTo>
                  <a:lnTo>
                    <a:pt x="972012" y="1214026"/>
                  </a:lnTo>
                  <a:lnTo>
                    <a:pt x="972037" y="1214031"/>
                  </a:lnTo>
                  <a:lnTo>
                    <a:pt x="972061" y="1214029"/>
                  </a:lnTo>
                  <a:lnTo>
                    <a:pt x="972086" y="1214029"/>
                  </a:lnTo>
                  <a:lnTo>
                    <a:pt x="972110" y="1214027"/>
                  </a:lnTo>
                  <a:lnTo>
                    <a:pt x="972135" y="1214024"/>
                  </a:lnTo>
                  <a:lnTo>
                    <a:pt x="972159" y="1214018"/>
                  </a:lnTo>
                  <a:lnTo>
                    <a:pt x="972164" y="1214018"/>
                  </a:lnTo>
                  <a:lnTo>
                    <a:pt x="972179" y="1214011"/>
                  </a:lnTo>
                  <a:lnTo>
                    <a:pt x="972184" y="1214006"/>
                  </a:lnTo>
                  <a:lnTo>
                    <a:pt x="972206" y="1213986"/>
                  </a:lnTo>
                  <a:lnTo>
                    <a:pt x="972229" y="1213960"/>
                  </a:lnTo>
                  <a:lnTo>
                    <a:pt x="972253" y="1213943"/>
                  </a:lnTo>
                  <a:lnTo>
                    <a:pt x="972277" y="1213930"/>
                  </a:lnTo>
                  <a:lnTo>
                    <a:pt x="972302" y="1213918"/>
                  </a:lnTo>
                  <a:lnTo>
                    <a:pt x="972326" y="1213903"/>
                  </a:lnTo>
                  <a:lnTo>
                    <a:pt x="972350" y="1213881"/>
                  </a:lnTo>
                  <a:lnTo>
                    <a:pt x="972375" y="1213856"/>
                  </a:lnTo>
                  <a:lnTo>
                    <a:pt x="972385" y="1213845"/>
                  </a:lnTo>
                  <a:lnTo>
                    <a:pt x="972394" y="1213835"/>
                  </a:lnTo>
                  <a:lnTo>
                    <a:pt x="972404" y="1213825"/>
                  </a:lnTo>
                  <a:lnTo>
                    <a:pt x="972417" y="1213814"/>
                  </a:lnTo>
                  <a:lnTo>
                    <a:pt x="972423" y="1213809"/>
                  </a:lnTo>
                  <a:lnTo>
                    <a:pt x="972438" y="1213798"/>
                  </a:lnTo>
                  <a:lnTo>
                    <a:pt x="972452" y="1213789"/>
                  </a:lnTo>
                  <a:lnTo>
                    <a:pt x="972475" y="1213778"/>
                  </a:lnTo>
                  <a:lnTo>
                    <a:pt x="972487" y="1213771"/>
                  </a:lnTo>
                  <a:lnTo>
                    <a:pt x="972497" y="1213761"/>
                  </a:lnTo>
                  <a:lnTo>
                    <a:pt x="972505" y="1213750"/>
                  </a:lnTo>
                  <a:lnTo>
                    <a:pt x="972511" y="1213740"/>
                  </a:lnTo>
                  <a:lnTo>
                    <a:pt x="972516" y="1213732"/>
                  </a:lnTo>
                  <a:lnTo>
                    <a:pt x="972530" y="1213715"/>
                  </a:lnTo>
                  <a:lnTo>
                    <a:pt x="972541" y="1213707"/>
                  </a:lnTo>
                  <a:lnTo>
                    <a:pt x="972546" y="1213707"/>
                  </a:lnTo>
                  <a:lnTo>
                    <a:pt x="972554" y="1213701"/>
                  </a:lnTo>
                  <a:lnTo>
                    <a:pt x="972577" y="1213678"/>
                  </a:lnTo>
                  <a:lnTo>
                    <a:pt x="972584" y="1213666"/>
                  </a:lnTo>
                  <a:lnTo>
                    <a:pt x="972587" y="1213653"/>
                  </a:lnTo>
                  <a:lnTo>
                    <a:pt x="972592" y="1213628"/>
                  </a:lnTo>
                  <a:lnTo>
                    <a:pt x="972601" y="1213603"/>
                  </a:lnTo>
                  <a:lnTo>
                    <a:pt x="972615" y="1213578"/>
                  </a:lnTo>
                  <a:lnTo>
                    <a:pt x="972635" y="1213554"/>
                  </a:lnTo>
                  <a:lnTo>
                    <a:pt x="972643" y="1213546"/>
                  </a:lnTo>
                  <a:lnTo>
                    <a:pt x="972653" y="1213528"/>
                  </a:lnTo>
                  <a:lnTo>
                    <a:pt x="972658" y="1213522"/>
                  </a:lnTo>
                  <a:lnTo>
                    <a:pt x="972664" y="1213503"/>
                  </a:lnTo>
                  <a:lnTo>
                    <a:pt x="972669" y="1213478"/>
                  </a:lnTo>
                  <a:lnTo>
                    <a:pt x="972671" y="1213453"/>
                  </a:lnTo>
                  <a:lnTo>
                    <a:pt x="972671" y="1213442"/>
                  </a:lnTo>
                  <a:lnTo>
                    <a:pt x="972671" y="1213428"/>
                  </a:lnTo>
                  <a:lnTo>
                    <a:pt x="972666" y="1213403"/>
                  </a:lnTo>
                  <a:lnTo>
                    <a:pt x="972666" y="1213397"/>
                  </a:lnTo>
                  <a:lnTo>
                    <a:pt x="972657" y="1213378"/>
                  </a:lnTo>
                  <a:lnTo>
                    <a:pt x="972646" y="1213353"/>
                  </a:lnTo>
                  <a:lnTo>
                    <a:pt x="972632" y="1213328"/>
                  </a:lnTo>
                  <a:lnTo>
                    <a:pt x="972623" y="1213303"/>
                  </a:lnTo>
                  <a:lnTo>
                    <a:pt x="972615" y="1213277"/>
                  </a:lnTo>
                  <a:lnTo>
                    <a:pt x="972605" y="1213253"/>
                  </a:lnTo>
                  <a:lnTo>
                    <a:pt x="972599" y="1213240"/>
                  </a:lnTo>
                  <a:lnTo>
                    <a:pt x="972597" y="1213227"/>
                  </a:lnTo>
                  <a:lnTo>
                    <a:pt x="972591" y="1213202"/>
                  </a:lnTo>
                  <a:lnTo>
                    <a:pt x="972584" y="1213177"/>
                  </a:lnTo>
                  <a:lnTo>
                    <a:pt x="972581" y="1213152"/>
                  </a:lnTo>
                  <a:lnTo>
                    <a:pt x="972578" y="1213137"/>
                  </a:lnTo>
                  <a:lnTo>
                    <a:pt x="972580" y="1213125"/>
                  </a:lnTo>
                  <a:lnTo>
                    <a:pt x="972593" y="1213102"/>
                  </a:lnTo>
                  <a:lnTo>
                    <a:pt x="972612" y="1213077"/>
                  </a:lnTo>
                  <a:lnTo>
                    <a:pt x="972620" y="1213065"/>
                  </a:lnTo>
                  <a:lnTo>
                    <a:pt x="972625" y="1213052"/>
                  </a:lnTo>
                  <a:lnTo>
                    <a:pt x="972632" y="1213026"/>
                  </a:lnTo>
                  <a:lnTo>
                    <a:pt x="972642" y="1213001"/>
                  </a:lnTo>
                  <a:lnTo>
                    <a:pt x="972652" y="1212976"/>
                  </a:lnTo>
                  <a:lnTo>
                    <a:pt x="972662" y="1212951"/>
                  </a:lnTo>
                  <a:lnTo>
                    <a:pt x="972670" y="1212924"/>
                  </a:lnTo>
                  <a:lnTo>
                    <a:pt x="972672" y="1212916"/>
                  </a:lnTo>
                  <a:lnTo>
                    <a:pt x="972673" y="1212906"/>
                  </a:lnTo>
                  <a:lnTo>
                    <a:pt x="972673" y="1212898"/>
                  </a:lnTo>
                  <a:lnTo>
                    <a:pt x="972675" y="1212886"/>
                  </a:lnTo>
                  <a:lnTo>
                    <a:pt x="972682" y="1212870"/>
                  </a:lnTo>
                  <a:lnTo>
                    <a:pt x="972691" y="1212853"/>
                  </a:lnTo>
                  <a:lnTo>
                    <a:pt x="972695" y="1212844"/>
                  </a:lnTo>
                  <a:lnTo>
                    <a:pt x="972706" y="1212826"/>
                  </a:lnTo>
                  <a:lnTo>
                    <a:pt x="972715" y="1212811"/>
                  </a:lnTo>
                  <a:lnTo>
                    <a:pt x="972718" y="1212798"/>
                  </a:lnTo>
                  <a:lnTo>
                    <a:pt x="972718" y="1212785"/>
                  </a:lnTo>
                  <a:lnTo>
                    <a:pt x="972717" y="1212764"/>
                  </a:lnTo>
                  <a:lnTo>
                    <a:pt x="972713" y="1212746"/>
                  </a:lnTo>
                  <a:lnTo>
                    <a:pt x="972705" y="1212725"/>
                  </a:lnTo>
                  <a:lnTo>
                    <a:pt x="972696" y="1212705"/>
                  </a:lnTo>
                  <a:lnTo>
                    <a:pt x="972686" y="1212688"/>
                  </a:lnTo>
                  <a:lnTo>
                    <a:pt x="972673" y="1212668"/>
                  </a:lnTo>
                  <a:lnTo>
                    <a:pt x="972669" y="1212661"/>
                  </a:lnTo>
                  <a:lnTo>
                    <a:pt x="972666" y="1212650"/>
                  </a:lnTo>
                  <a:lnTo>
                    <a:pt x="972662" y="1212625"/>
                  </a:lnTo>
                  <a:lnTo>
                    <a:pt x="972650" y="1212600"/>
                  </a:lnTo>
                  <a:lnTo>
                    <a:pt x="972647" y="1212594"/>
                  </a:lnTo>
                  <a:lnTo>
                    <a:pt x="972631" y="1212572"/>
                  </a:lnTo>
                  <a:lnTo>
                    <a:pt x="972611" y="1212547"/>
                  </a:lnTo>
                  <a:lnTo>
                    <a:pt x="972598" y="1212526"/>
                  </a:lnTo>
                  <a:lnTo>
                    <a:pt x="972587" y="1212501"/>
                  </a:lnTo>
                  <a:lnTo>
                    <a:pt x="972584" y="1212489"/>
                  </a:lnTo>
                  <a:lnTo>
                    <a:pt x="972584" y="1212476"/>
                  </a:lnTo>
                  <a:lnTo>
                    <a:pt x="972587" y="1212451"/>
                  </a:lnTo>
                  <a:lnTo>
                    <a:pt x="972589" y="1212426"/>
                  </a:lnTo>
                  <a:lnTo>
                    <a:pt x="972584" y="1212401"/>
                  </a:lnTo>
                  <a:lnTo>
                    <a:pt x="972572" y="1212376"/>
                  </a:lnTo>
                  <a:lnTo>
                    <a:pt x="972569" y="1212371"/>
                  </a:lnTo>
                  <a:lnTo>
                    <a:pt x="972566" y="1212351"/>
                  </a:lnTo>
                  <a:lnTo>
                    <a:pt x="972564" y="1212325"/>
                  </a:lnTo>
                  <a:lnTo>
                    <a:pt x="972563" y="1212301"/>
                  </a:lnTo>
                  <a:lnTo>
                    <a:pt x="972561" y="1212275"/>
                  </a:lnTo>
                  <a:lnTo>
                    <a:pt x="972563" y="1212265"/>
                  </a:lnTo>
                  <a:lnTo>
                    <a:pt x="972561" y="1212250"/>
                  </a:lnTo>
                  <a:lnTo>
                    <a:pt x="972561" y="1212244"/>
                  </a:lnTo>
                  <a:lnTo>
                    <a:pt x="972554" y="1212225"/>
                  </a:lnTo>
                  <a:lnTo>
                    <a:pt x="972551" y="1212218"/>
                  </a:lnTo>
                  <a:lnTo>
                    <a:pt x="972535" y="1212202"/>
                  </a:lnTo>
                  <a:lnTo>
                    <a:pt x="972525" y="1212192"/>
                  </a:lnTo>
                  <a:lnTo>
                    <a:pt x="972517" y="1212179"/>
                  </a:lnTo>
                  <a:lnTo>
                    <a:pt x="972510" y="1212167"/>
                  </a:lnTo>
                  <a:lnTo>
                    <a:pt x="972512" y="1212153"/>
                  </a:lnTo>
                  <a:lnTo>
                    <a:pt x="972520" y="1212129"/>
                  </a:lnTo>
                  <a:lnTo>
                    <a:pt x="972528" y="1212101"/>
                  </a:lnTo>
                  <a:lnTo>
                    <a:pt x="972534" y="1212079"/>
                  </a:lnTo>
                  <a:lnTo>
                    <a:pt x="972539" y="1212052"/>
                  </a:lnTo>
                  <a:lnTo>
                    <a:pt x="972544" y="1212029"/>
                  </a:lnTo>
                  <a:lnTo>
                    <a:pt x="972548" y="1212002"/>
                  </a:lnTo>
                  <a:lnTo>
                    <a:pt x="972548" y="1211996"/>
                  </a:lnTo>
                  <a:lnTo>
                    <a:pt x="972554" y="1211978"/>
                  </a:lnTo>
                  <a:lnTo>
                    <a:pt x="972565" y="1211952"/>
                  </a:lnTo>
                  <a:lnTo>
                    <a:pt x="972571" y="1211943"/>
                  </a:lnTo>
                  <a:lnTo>
                    <a:pt x="972571" y="1211928"/>
                  </a:lnTo>
                  <a:lnTo>
                    <a:pt x="972571" y="1211914"/>
                  </a:lnTo>
                  <a:lnTo>
                    <a:pt x="972568" y="1211902"/>
                  </a:lnTo>
                  <a:lnTo>
                    <a:pt x="972555" y="1211877"/>
                  </a:lnTo>
                  <a:lnTo>
                    <a:pt x="972543" y="1211851"/>
                  </a:lnTo>
                  <a:lnTo>
                    <a:pt x="972528" y="1211827"/>
                  </a:lnTo>
                  <a:lnTo>
                    <a:pt x="972516" y="1211801"/>
                  </a:lnTo>
                  <a:lnTo>
                    <a:pt x="972511" y="1211793"/>
                  </a:lnTo>
                  <a:lnTo>
                    <a:pt x="972509" y="1211777"/>
                  </a:lnTo>
                  <a:lnTo>
                    <a:pt x="972506" y="1211751"/>
                  </a:lnTo>
                  <a:lnTo>
                    <a:pt x="972496" y="1211727"/>
                  </a:lnTo>
                  <a:lnTo>
                    <a:pt x="972490" y="1211701"/>
                  </a:lnTo>
                  <a:lnTo>
                    <a:pt x="972481" y="1211677"/>
                  </a:lnTo>
                  <a:lnTo>
                    <a:pt x="972474" y="1211651"/>
                  </a:lnTo>
                  <a:lnTo>
                    <a:pt x="972470" y="1211627"/>
                  </a:lnTo>
                  <a:lnTo>
                    <a:pt x="972465" y="1211608"/>
                  </a:lnTo>
                  <a:lnTo>
                    <a:pt x="972458" y="1211599"/>
                  </a:lnTo>
                  <a:lnTo>
                    <a:pt x="972452" y="1211595"/>
                  </a:lnTo>
                  <a:lnTo>
                    <a:pt x="972435" y="1211592"/>
                  </a:lnTo>
                  <a:lnTo>
                    <a:pt x="972430" y="1211592"/>
                  </a:lnTo>
                  <a:lnTo>
                    <a:pt x="972411" y="1211583"/>
                  </a:lnTo>
                  <a:lnTo>
                    <a:pt x="972386" y="1211565"/>
                  </a:lnTo>
                  <a:lnTo>
                    <a:pt x="972364" y="1211543"/>
                  </a:lnTo>
                  <a:lnTo>
                    <a:pt x="972340" y="1211520"/>
                  </a:lnTo>
                  <a:lnTo>
                    <a:pt x="972336" y="1211515"/>
                  </a:lnTo>
                  <a:lnTo>
                    <a:pt x="972330" y="1211494"/>
                  </a:lnTo>
                  <a:lnTo>
                    <a:pt x="972329" y="1211481"/>
                  </a:lnTo>
                  <a:lnTo>
                    <a:pt x="972325" y="1211470"/>
                  </a:lnTo>
                  <a:lnTo>
                    <a:pt x="972315" y="1211452"/>
                  </a:lnTo>
                  <a:lnTo>
                    <a:pt x="972306" y="1211444"/>
                  </a:lnTo>
                  <a:lnTo>
                    <a:pt x="972256" y="1211402"/>
                  </a:lnTo>
                  <a:lnTo>
                    <a:pt x="972236" y="1211377"/>
                  </a:lnTo>
                  <a:lnTo>
                    <a:pt x="972222" y="1211352"/>
                  </a:lnTo>
                  <a:lnTo>
                    <a:pt x="972203" y="1211313"/>
                  </a:lnTo>
                  <a:lnTo>
                    <a:pt x="972189" y="1211299"/>
                  </a:lnTo>
                  <a:lnTo>
                    <a:pt x="972163" y="1211284"/>
                  </a:lnTo>
                  <a:lnTo>
                    <a:pt x="972138" y="1211269"/>
                  </a:lnTo>
                  <a:lnTo>
                    <a:pt x="972127" y="1211264"/>
                  </a:lnTo>
                  <a:lnTo>
                    <a:pt x="972114" y="1211254"/>
                  </a:lnTo>
                  <a:lnTo>
                    <a:pt x="972089" y="1211245"/>
                  </a:lnTo>
                  <a:lnTo>
                    <a:pt x="972065" y="1211241"/>
                  </a:lnTo>
                  <a:lnTo>
                    <a:pt x="972040" y="1211234"/>
                  </a:lnTo>
                  <a:lnTo>
                    <a:pt x="972016" y="1211224"/>
                  </a:lnTo>
                  <a:lnTo>
                    <a:pt x="971991" y="1211214"/>
                  </a:lnTo>
                  <a:lnTo>
                    <a:pt x="971981" y="1211209"/>
                  </a:lnTo>
                  <a:lnTo>
                    <a:pt x="971976" y="1211206"/>
                  </a:lnTo>
                  <a:lnTo>
                    <a:pt x="971971" y="1211202"/>
                  </a:lnTo>
                  <a:lnTo>
                    <a:pt x="971968" y="1211195"/>
                  </a:lnTo>
                  <a:lnTo>
                    <a:pt x="971971" y="1211189"/>
                  </a:lnTo>
                  <a:lnTo>
                    <a:pt x="971976" y="1211181"/>
                  </a:lnTo>
                  <a:lnTo>
                    <a:pt x="971982" y="1211172"/>
                  </a:lnTo>
                  <a:lnTo>
                    <a:pt x="971994" y="1211150"/>
                  </a:lnTo>
                  <a:lnTo>
                    <a:pt x="972009" y="1211125"/>
                  </a:lnTo>
                  <a:lnTo>
                    <a:pt x="972014" y="1211119"/>
                  </a:lnTo>
                  <a:lnTo>
                    <a:pt x="972018" y="1211110"/>
                  </a:lnTo>
                  <a:lnTo>
                    <a:pt x="972020" y="1211099"/>
                  </a:lnTo>
                  <a:lnTo>
                    <a:pt x="972020" y="1211090"/>
                  </a:lnTo>
                  <a:lnTo>
                    <a:pt x="972016" y="1211075"/>
                  </a:lnTo>
                  <a:lnTo>
                    <a:pt x="972006" y="1211049"/>
                  </a:lnTo>
                  <a:lnTo>
                    <a:pt x="971997" y="1211025"/>
                  </a:lnTo>
                  <a:lnTo>
                    <a:pt x="971994" y="1210999"/>
                  </a:lnTo>
                  <a:lnTo>
                    <a:pt x="971991" y="1210975"/>
                  </a:lnTo>
                  <a:lnTo>
                    <a:pt x="971989" y="1210949"/>
                  </a:lnTo>
                  <a:lnTo>
                    <a:pt x="971986" y="1210925"/>
                  </a:lnTo>
                  <a:lnTo>
                    <a:pt x="971989" y="1210911"/>
                  </a:lnTo>
                  <a:lnTo>
                    <a:pt x="971989" y="1210905"/>
                  </a:lnTo>
                  <a:lnTo>
                    <a:pt x="971986" y="1210899"/>
                  </a:lnTo>
                  <a:lnTo>
                    <a:pt x="971964" y="1210875"/>
                  </a:lnTo>
                  <a:lnTo>
                    <a:pt x="971943" y="1210848"/>
                  </a:lnTo>
                  <a:lnTo>
                    <a:pt x="971922" y="1210824"/>
                  </a:lnTo>
                  <a:lnTo>
                    <a:pt x="971900" y="1210798"/>
                  </a:lnTo>
                  <a:lnTo>
                    <a:pt x="971884" y="1210783"/>
                  </a:lnTo>
                  <a:lnTo>
                    <a:pt x="971881" y="1210775"/>
                  </a:lnTo>
                  <a:lnTo>
                    <a:pt x="971878" y="1210770"/>
                  </a:lnTo>
                  <a:lnTo>
                    <a:pt x="971876" y="1210750"/>
                  </a:lnTo>
                  <a:lnTo>
                    <a:pt x="971878" y="1210725"/>
                  </a:lnTo>
                  <a:lnTo>
                    <a:pt x="971874" y="1210694"/>
                  </a:lnTo>
                  <a:lnTo>
                    <a:pt x="971871" y="1210674"/>
                  </a:lnTo>
                  <a:lnTo>
                    <a:pt x="971868" y="1210659"/>
                  </a:lnTo>
                  <a:lnTo>
                    <a:pt x="971866" y="1210644"/>
                  </a:lnTo>
                  <a:lnTo>
                    <a:pt x="971865" y="1210632"/>
                  </a:lnTo>
                  <a:lnTo>
                    <a:pt x="971866" y="1210622"/>
                  </a:lnTo>
                  <a:lnTo>
                    <a:pt x="971870" y="1210615"/>
                  </a:lnTo>
                  <a:lnTo>
                    <a:pt x="971882" y="1210600"/>
                  </a:lnTo>
                  <a:lnTo>
                    <a:pt x="971893" y="1210588"/>
                  </a:lnTo>
                  <a:lnTo>
                    <a:pt x="971902" y="1210575"/>
                  </a:lnTo>
                  <a:lnTo>
                    <a:pt x="971907" y="1210549"/>
                  </a:lnTo>
                  <a:lnTo>
                    <a:pt x="971907" y="1210524"/>
                  </a:lnTo>
                  <a:lnTo>
                    <a:pt x="971904" y="1210499"/>
                  </a:lnTo>
                  <a:lnTo>
                    <a:pt x="971901" y="1210474"/>
                  </a:lnTo>
                  <a:lnTo>
                    <a:pt x="971897" y="1210449"/>
                  </a:lnTo>
                  <a:lnTo>
                    <a:pt x="971897" y="1210442"/>
                  </a:lnTo>
                  <a:lnTo>
                    <a:pt x="971890" y="1210424"/>
                  </a:lnTo>
                  <a:lnTo>
                    <a:pt x="971886" y="1210414"/>
                  </a:lnTo>
                  <a:lnTo>
                    <a:pt x="971881" y="1210404"/>
                  </a:lnTo>
                  <a:lnTo>
                    <a:pt x="971879" y="1210394"/>
                  </a:lnTo>
                  <a:lnTo>
                    <a:pt x="971885" y="1210391"/>
                  </a:lnTo>
                  <a:lnTo>
                    <a:pt x="971890" y="1210395"/>
                  </a:lnTo>
                  <a:lnTo>
                    <a:pt x="971899" y="1210399"/>
                  </a:lnTo>
                  <a:lnTo>
                    <a:pt x="971915" y="1210403"/>
                  </a:lnTo>
                  <a:lnTo>
                    <a:pt x="971921" y="1210403"/>
                  </a:lnTo>
                  <a:lnTo>
                    <a:pt x="971929" y="1210399"/>
                  </a:lnTo>
                  <a:lnTo>
                    <a:pt x="971927" y="1210388"/>
                  </a:lnTo>
                  <a:lnTo>
                    <a:pt x="971914" y="1210357"/>
                  </a:lnTo>
                  <a:lnTo>
                    <a:pt x="971903" y="1210311"/>
                  </a:lnTo>
                  <a:lnTo>
                    <a:pt x="971897" y="1210283"/>
                  </a:lnTo>
                  <a:lnTo>
                    <a:pt x="971888" y="1210248"/>
                  </a:lnTo>
                  <a:lnTo>
                    <a:pt x="971870" y="1210211"/>
                  </a:lnTo>
                  <a:lnTo>
                    <a:pt x="971869" y="1210205"/>
                  </a:lnTo>
                  <a:lnTo>
                    <a:pt x="971857" y="1210187"/>
                  </a:lnTo>
                  <a:lnTo>
                    <a:pt x="971835" y="1210163"/>
                  </a:lnTo>
                  <a:lnTo>
                    <a:pt x="971824" y="1210152"/>
                  </a:lnTo>
                  <a:lnTo>
                    <a:pt x="971810" y="1210136"/>
                  </a:lnTo>
                  <a:lnTo>
                    <a:pt x="971801" y="1210126"/>
                  </a:lnTo>
                  <a:lnTo>
                    <a:pt x="971800" y="1210118"/>
                  </a:lnTo>
                  <a:lnTo>
                    <a:pt x="971798" y="1210108"/>
                  </a:lnTo>
                  <a:lnTo>
                    <a:pt x="971794" y="1210098"/>
                  </a:lnTo>
                  <a:lnTo>
                    <a:pt x="971788" y="1210086"/>
                  </a:lnTo>
                  <a:lnTo>
                    <a:pt x="971778" y="1210078"/>
                  </a:lnTo>
                  <a:lnTo>
                    <a:pt x="971768" y="1210077"/>
                  </a:lnTo>
                  <a:lnTo>
                    <a:pt x="971758" y="1210071"/>
                  </a:lnTo>
                  <a:lnTo>
                    <a:pt x="971749" y="1210062"/>
                  </a:lnTo>
                  <a:lnTo>
                    <a:pt x="971739" y="1210055"/>
                  </a:lnTo>
                  <a:lnTo>
                    <a:pt x="971734" y="1210048"/>
                  </a:lnTo>
                  <a:lnTo>
                    <a:pt x="971730" y="1210043"/>
                  </a:lnTo>
                  <a:lnTo>
                    <a:pt x="971728" y="1210036"/>
                  </a:lnTo>
                  <a:lnTo>
                    <a:pt x="971727" y="1210027"/>
                  </a:lnTo>
                  <a:lnTo>
                    <a:pt x="971722" y="1210013"/>
                  </a:lnTo>
                  <a:lnTo>
                    <a:pt x="971718" y="1210005"/>
                  </a:lnTo>
                  <a:lnTo>
                    <a:pt x="971713" y="1209996"/>
                  </a:lnTo>
                  <a:lnTo>
                    <a:pt x="971708" y="1209985"/>
                  </a:lnTo>
                  <a:lnTo>
                    <a:pt x="971705" y="1209976"/>
                  </a:lnTo>
                  <a:lnTo>
                    <a:pt x="971700" y="1209964"/>
                  </a:lnTo>
                  <a:lnTo>
                    <a:pt x="971695" y="1209951"/>
                  </a:lnTo>
                  <a:lnTo>
                    <a:pt x="971691" y="1209940"/>
                  </a:lnTo>
                  <a:lnTo>
                    <a:pt x="971690" y="1209931"/>
                  </a:lnTo>
                  <a:lnTo>
                    <a:pt x="971684" y="1209918"/>
                  </a:lnTo>
                  <a:lnTo>
                    <a:pt x="971680" y="1209907"/>
                  </a:lnTo>
                  <a:lnTo>
                    <a:pt x="971676" y="1209896"/>
                  </a:lnTo>
                  <a:lnTo>
                    <a:pt x="971672" y="1209882"/>
                  </a:lnTo>
                  <a:lnTo>
                    <a:pt x="971665" y="1209866"/>
                  </a:lnTo>
                  <a:lnTo>
                    <a:pt x="971657" y="1209851"/>
                  </a:lnTo>
                  <a:lnTo>
                    <a:pt x="971646" y="1209839"/>
                  </a:lnTo>
                  <a:lnTo>
                    <a:pt x="971635" y="1209830"/>
                  </a:lnTo>
                  <a:lnTo>
                    <a:pt x="971623" y="1209821"/>
                  </a:lnTo>
                  <a:lnTo>
                    <a:pt x="971610" y="1209812"/>
                  </a:lnTo>
                  <a:lnTo>
                    <a:pt x="971599" y="1209805"/>
                  </a:lnTo>
                  <a:lnTo>
                    <a:pt x="971590" y="1209802"/>
                  </a:lnTo>
                  <a:lnTo>
                    <a:pt x="971577" y="1209794"/>
                  </a:lnTo>
                  <a:lnTo>
                    <a:pt x="971551" y="1209786"/>
                  </a:lnTo>
                  <a:lnTo>
                    <a:pt x="971538" y="1209777"/>
                  </a:lnTo>
                  <a:lnTo>
                    <a:pt x="971521" y="1209766"/>
                  </a:lnTo>
                  <a:lnTo>
                    <a:pt x="971504" y="1209754"/>
                  </a:lnTo>
                  <a:lnTo>
                    <a:pt x="971491" y="1209734"/>
                  </a:lnTo>
                  <a:lnTo>
                    <a:pt x="971469" y="1209709"/>
                  </a:lnTo>
                  <a:lnTo>
                    <a:pt x="971448" y="1209687"/>
                  </a:lnTo>
                  <a:lnTo>
                    <a:pt x="971423" y="1209671"/>
                  </a:lnTo>
                  <a:lnTo>
                    <a:pt x="971399" y="1209651"/>
                  </a:lnTo>
                  <a:lnTo>
                    <a:pt x="971374" y="1209631"/>
                  </a:lnTo>
                  <a:lnTo>
                    <a:pt x="971350" y="1209616"/>
                  </a:lnTo>
                  <a:lnTo>
                    <a:pt x="971325" y="1209605"/>
                  </a:lnTo>
                  <a:lnTo>
                    <a:pt x="971319" y="1209601"/>
                  </a:lnTo>
                  <a:lnTo>
                    <a:pt x="971301" y="1209594"/>
                  </a:lnTo>
                  <a:lnTo>
                    <a:pt x="971289" y="1209589"/>
                  </a:lnTo>
                  <a:lnTo>
                    <a:pt x="971276" y="1209587"/>
                  </a:lnTo>
                  <a:lnTo>
                    <a:pt x="971252" y="1209590"/>
                  </a:lnTo>
                  <a:lnTo>
                    <a:pt x="971247" y="1209594"/>
                  </a:lnTo>
                  <a:lnTo>
                    <a:pt x="971211" y="1209572"/>
                  </a:lnTo>
                  <a:lnTo>
                    <a:pt x="971190" y="1209544"/>
                  </a:lnTo>
                  <a:lnTo>
                    <a:pt x="971183" y="1209537"/>
                  </a:lnTo>
                  <a:lnTo>
                    <a:pt x="971168" y="1209532"/>
                  </a:lnTo>
                  <a:lnTo>
                    <a:pt x="971151" y="1209527"/>
                  </a:lnTo>
                  <a:lnTo>
                    <a:pt x="971144" y="1209522"/>
                  </a:lnTo>
                  <a:lnTo>
                    <a:pt x="971139" y="1209517"/>
                  </a:lnTo>
                  <a:lnTo>
                    <a:pt x="971131" y="1209497"/>
                  </a:lnTo>
                  <a:lnTo>
                    <a:pt x="971127" y="1209487"/>
                  </a:lnTo>
                  <a:lnTo>
                    <a:pt x="971118" y="1209472"/>
                  </a:lnTo>
                  <a:lnTo>
                    <a:pt x="971095" y="1209447"/>
                  </a:lnTo>
                  <a:lnTo>
                    <a:pt x="971072" y="1209422"/>
                  </a:lnTo>
                  <a:lnTo>
                    <a:pt x="971048" y="1209398"/>
                  </a:lnTo>
                  <a:lnTo>
                    <a:pt x="971029" y="1209374"/>
                  </a:lnTo>
                  <a:lnTo>
                    <a:pt x="971013" y="1209348"/>
                  </a:lnTo>
                  <a:lnTo>
                    <a:pt x="970994" y="1209323"/>
                  </a:lnTo>
                  <a:lnTo>
                    <a:pt x="970972" y="1209301"/>
                  </a:lnTo>
                  <a:lnTo>
                    <a:pt x="970947" y="1209280"/>
                  </a:lnTo>
                  <a:lnTo>
                    <a:pt x="970923" y="1209259"/>
                  </a:lnTo>
                  <a:lnTo>
                    <a:pt x="970898" y="1209258"/>
                  </a:lnTo>
                  <a:lnTo>
                    <a:pt x="970879" y="1209268"/>
                  </a:lnTo>
                  <a:lnTo>
                    <a:pt x="970874" y="1209268"/>
                  </a:lnTo>
                  <a:lnTo>
                    <a:pt x="970868" y="1209270"/>
                  </a:lnTo>
                  <a:lnTo>
                    <a:pt x="970854" y="1209266"/>
                  </a:lnTo>
                  <a:lnTo>
                    <a:pt x="970848" y="1209258"/>
                  </a:lnTo>
                  <a:lnTo>
                    <a:pt x="970842" y="1209235"/>
                  </a:lnTo>
                  <a:lnTo>
                    <a:pt x="970844" y="1209216"/>
                  </a:lnTo>
                  <a:lnTo>
                    <a:pt x="970847" y="1209209"/>
                  </a:lnTo>
                  <a:lnTo>
                    <a:pt x="970853" y="1209185"/>
                  </a:lnTo>
                  <a:lnTo>
                    <a:pt x="970853" y="1209159"/>
                  </a:lnTo>
                  <a:lnTo>
                    <a:pt x="970857" y="1209146"/>
                  </a:lnTo>
                  <a:lnTo>
                    <a:pt x="970861" y="1209137"/>
                  </a:lnTo>
                  <a:lnTo>
                    <a:pt x="970862" y="1209130"/>
                  </a:lnTo>
                  <a:lnTo>
                    <a:pt x="970861" y="1209122"/>
                  </a:lnTo>
                  <a:lnTo>
                    <a:pt x="970832" y="1209089"/>
                  </a:lnTo>
                  <a:lnTo>
                    <a:pt x="970827" y="1209081"/>
                  </a:lnTo>
                  <a:lnTo>
                    <a:pt x="970824" y="1209074"/>
                  </a:lnTo>
                  <a:lnTo>
                    <a:pt x="970822" y="1209059"/>
                  </a:lnTo>
                  <a:lnTo>
                    <a:pt x="970823" y="1209053"/>
                  </a:lnTo>
                  <a:lnTo>
                    <a:pt x="970832" y="1209041"/>
                  </a:lnTo>
                  <a:lnTo>
                    <a:pt x="970844" y="1209015"/>
                  </a:lnTo>
                  <a:lnTo>
                    <a:pt x="970849" y="1209004"/>
                  </a:lnTo>
                  <a:lnTo>
                    <a:pt x="970851" y="1208990"/>
                  </a:lnTo>
                  <a:lnTo>
                    <a:pt x="970847" y="1208982"/>
                  </a:lnTo>
                  <a:lnTo>
                    <a:pt x="970832" y="1208965"/>
                  </a:lnTo>
                  <a:lnTo>
                    <a:pt x="970809" y="1208952"/>
                  </a:lnTo>
                  <a:lnTo>
                    <a:pt x="970800" y="1208945"/>
                  </a:lnTo>
                  <a:lnTo>
                    <a:pt x="970783" y="1208938"/>
                  </a:lnTo>
                  <a:lnTo>
                    <a:pt x="970763" y="1208934"/>
                  </a:lnTo>
                  <a:lnTo>
                    <a:pt x="970748" y="1208956"/>
                  </a:lnTo>
                  <a:lnTo>
                    <a:pt x="970736" y="1208981"/>
                  </a:lnTo>
                  <a:lnTo>
                    <a:pt x="970727" y="1209006"/>
                  </a:lnTo>
                  <a:lnTo>
                    <a:pt x="970727" y="1209011"/>
                  </a:lnTo>
                  <a:lnTo>
                    <a:pt x="970722" y="1209021"/>
                  </a:lnTo>
                  <a:lnTo>
                    <a:pt x="970714" y="1209030"/>
                  </a:lnTo>
                  <a:lnTo>
                    <a:pt x="970711" y="1209033"/>
                  </a:lnTo>
                  <a:lnTo>
                    <a:pt x="970689" y="1209031"/>
                  </a:lnTo>
                  <a:lnTo>
                    <a:pt x="970665" y="1209026"/>
                  </a:lnTo>
                  <a:lnTo>
                    <a:pt x="970640" y="1209021"/>
                  </a:lnTo>
                  <a:lnTo>
                    <a:pt x="970616" y="1209016"/>
                  </a:lnTo>
                  <a:lnTo>
                    <a:pt x="970609" y="1209016"/>
                  </a:lnTo>
                  <a:lnTo>
                    <a:pt x="970604" y="1209013"/>
                  </a:lnTo>
                  <a:lnTo>
                    <a:pt x="970591" y="1209011"/>
                  </a:lnTo>
                  <a:lnTo>
                    <a:pt x="970567" y="1209004"/>
                  </a:lnTo>
                  <a:lnTo>
                    <a:pt x="970542" y="1208995"/>
                  </a:lnTo>
                  <a:lnTo>
                    <a:pt x="970518" y="1208980"/>
                  </a:lnTo>
                  <a:lnTo>
                    <a:pt x="970493" y="1208963"/>
                  </a:lnTo>
                  <a:lnTo>
                    <a:pt x="970481" y="1208954"/>
                  </a:lnTo>
                  <a:lnTo>
                    <a:pt x="970469" y="1208943"/>
                  </a:lnTo>
                  <a:lnTo>
                    <a:pt x="970461" y="1208935"/>
                  </a:lnTo>
                  <a:lnTo>
                    <a:pt x="970451" y="1208918"/>
                  </a:lnTo>
                  <a:lnTo>
                    <a:pt x="970444" y="1208908"/>
                  </a:lnTo>
                  <a:lnTo>
                    <a:pt x="970432" y="1208896"/>
                  </a:lnTo>
                  <a:lnTo>
                    <a:pt x="970406" y="1208876"/>
                  </a:lnTo>
                  <a:lnTo>
                    <a:pt x="970389" y="1208865"/>
                  </a:lnTo>
                  <a:lnTo>
                    <a:pt x="970381" y="1208865"/>
                  </a:lnTo>
                  <a:lnTo>
                    <a:pt x="970359" y="1208870"/>
                  </a:lnTo>
                  <a:lnTo>
                    <a:pt x="970359" y="1208858"/>
                  </a:lnTo>
                  <a:lnTo>
                    <a:pt x="970359" y="1208848"/>
                  </a:lnTo>
                  <a:lnTo>
                    <a:pt x="970359" y="1208833"/>
                  </a:lnTo>
                  <a:lnTo>
                    <a:pt x="970363" y="1208803"/>
                  </a:lnTo>
                  <a:lnTo>
                    <a:pt x="970364" y="1208796"/>
                  </a:lnTo>
                  <a:lnTo>
                    <a:pt x="970361" y="1208777"/>
                  </a:lnTo>
                  <a:lnTo>
                    <a:pt x="970353" y="1208753"/>
                  </a:lnTo>
                  <a:lnTo>
                    <a:pt x="970343" y="1208728"/>
                  </a:lnTo>
                  <a:lnTo>
                    <a:pt x="970339" y="1208702"/>
                  </a:lnTo>
                  <a:lnTo>
                    <a:pt x="970341" y="1208678"/>
                  </a:lnTo>
                  <a:lnTo>
                    <a:pt x="970344" y="1208652"/>
                  </a:lnTo>
                  <a:lnTo>
                    <a:pt x="970351" y="1208627"/>
                  </a:lnTo>
                  <a:lnTo>
                    <a:pt x="970354" y="1208602"/>
                  </a:lnTo>
                  <a:lnTo>
                    <a:pt x="970356" y="1208577"/>
                  </a:lnTo>
                  <a:lnTo>
                    <a:pt x="970360" y="1208552"/>
                  </a:lnTo>
                  <a:lnTo>
                    <a:pt x="970362" y="1208527"/>
                  </a:lnTo>
                  <a:lnTo>
                    <a:pt x="970363" y="1208492"/>
                  </a:lnTo>
                  <a:lnTo>
                    <a:pt x="970333" y="1208468"/>
                  </a:lnTo>
                  <a:lnTo>
                    <a:pt x="970297" y="1208442"/>
                  </a:lnTo>
                  <a:lnTo>
                    <a:pt x="970254" y="1208427"/>
                  </a:lnTo>
                  <a:lnTo>
                    <a:pt x="970245" y="1208423"/>
                  </a:lnTo>
                  <a:lnTo>
                    <a:pt x="970230" y="1208410"/>
                  </a:lnTo>
                  <a:lnTo>
                    <a:pt x="970205" y="1208390"/>
                  </a:lnTo>
                  <a:lnTo>
                    <a:pt x="970182" y="1208366"/>
                  </a:lnTo>
                  <a:lnTo>
                    <a:pt x="970175" y="1208362"/>
                  </a:lnTo>
                  <a:lnTo>
                    <a:pt x="970162" y="1208342"/>
                  </a:lnTo>
                  <a:lnTo>
                    <a:pt x="970141" y="1208319"/>
                  </a:lnTo>
                  <a:lnTo>
                    <a:pt x="970130" y="1208314"/>
                  </a:lnTo>
                  <a:lnTo>
                    <a:pt x="970117" y="1208310"/>
                  </a:lnTo>
                  <a:lnTo>
                    <a:pt x="970093" y="1208310"/>
                  </a:lnTo>
                  <a:lnTo>
                    <a:pt x="970068" y="1208320"/>
                  </a:lnTo>
                  <a:lnTo>
                    <a:pt x="970044" y="1208337"/>
                  </a:lnTo>
                  <a:lnTo>
                    <a:pt x="970039" y="1208342"/>
                  </a:lnTo>
                  <a:lnTo>
                    <a:pt x="970017" y="1208353"/>
                  </a:lnTo>
                  <a:lnTo>
                    <a:pt x="970007" y="1208356"/>
                  </a:lnTo>
                  <a:lnTo>
                    <a:pt x="969996" y="1208358"/>
                  </a:lnTo>
                  <a:lnTo>
                    <a:pt x="969984" y="1208358"/>
                  </a:lnTo>
                  <a:lnTo>
                    <a:pt x="969967" y="1208357"/>
                  </a:lnTo>
                  <a:lnTo>
                    <a:pt x="969946" y="1208355"/>
                  </a:lnTo>
                  <a:lnTo>
                    <a:pt x="969921" y="1208352"/>
                  </a:lnTo>
                  <a:lnTo>
                    <a:pt x="969897" y="1208353"/>
                  </a:lnTo>
                  <a:lnTo>
                    <a:pt x="969871" y="1208370"/>
                  </a:lnTo>
                  <a:lnTo>
                    <a:pt x="969861" y="1208377"/>
                  </a:lnTo>
                  <a:lnTo>
                    <a:pt x="969855" y="1208383"/>
                  </a:lnTo>
                  <a:lnTo>
                    <a:pt x="969846" y="1208386"/>
                  </a:lnTo>
                  <a:lnTo>
                    <a:pt x="969840" y="1208386"/>
                  </a:lnTo>
                  <a:lnTo>
                    <a:pt x="969834" y="1208386"/>
                  </a:lnTo>
                  <a:lnTo>
                    <a:pt x="969828" y="1208383"/>
                  </a:lnTo>
                  <a:lnTo>
                    <a:pt x="969822" y="1208381"/>
                  </a:lnTo>
                  <a:lnTo>
                    <a:pt x="969815" y="1208378"/>
                  </a:lnTo>
                  <a:lnTo>
                    <a:pt x="969810" y="1208377"/>
                  </a:lnTo>
                  <a:lnTo>
                    <a:pt x="969803" y="1208378"/>
                  </a:lnTo>
                  <a:lnTo>
                    <a:pt x="969794" y="1208381"/>
                  </a:lnTo>
                  <a:lnTo>
                    <a:pt x="969783" y="1208386"/>
                  </a:lnTo>
                  <a:lnTo>
                    <a:pt x="969775" y="1208392"/>
                  </a:lnTo>
                  <a:lnTo>
                    <a:pt x="969762" y="1208398"/>
                  </a:lnTo>
                  <a:lnTo>
                    <a:pt x="969750" y="1208406"/>
                  </a:lnTo>
                  <a:lnTo>
                    <a:pt x="969743" y="1208411"/>
                  </a:lnTo>
                  <a:lnTo>
                    <a:pt x="969731" y="1208429"/>
                  </a:lnTo>
                  <a:lnTo>
                    <a:pt x="969717" y="1208454"/>
                  </a:lnTo>
                  <a:lnTo>
                    <a:pt x="969716" y="1208461"/>
                  </a:lnTo>
                  <a:lnTo>
                    <a:pt x="969705" y="1208479"/>
                  </a:lnTo>
                  <a:lnTo>
                    <a:pt x="969685" y="1208505"/>
                  </a:lnTo>
                  <a:lnTo>
                    <a:pt x="969663" y="1208527"/>
                  </a:lnTo>
                  <a:lnTo>
                    <a:pt x="969658" y="1208532"/>
                  </a:lnTo>
                  <a:lnTo>
                    <a:pt x="969649" y="1208537"/>
                  </a:lnTo>
                  <a:lnTo>
                    <a:pt x="969639" y="1208539"/>
                  </a:lnTo>
                  <a:lnTo>
                    <a:pt x="969629" y="1208539"/>
                  </a:lnTo>
                  <a:lnTo>
                    <a:pt x="969615" y="1208529"/>
                  </a:lnTo>
                  <a:lnTo>
                    <a:pt x="969592" y="1208504"/>
                  </a:lnTo>
                  <a:lnTo>
                    <a:pt x="969585" y="1208497"/>
                  </a:lnTo>
                  <a:lnTo>
                    <a:pt x="969567" y="1208487"/>
                  </a:lnTo>
                  <a:lnTo>
                    <a:pt x="969543" y="1208477"/>
                  </a:lnTo>
                  <a:lnTo>
                    <a:pt x="969527" y="1208472"/>
                  </a:lnTo>
                  <a:lnTo>
                    <a:pt x="969519" y="1208472"/>
                  </a:lnTo>
                  <a:lnTo>
                    <a:pt x="969511" y="1208471"/>
                  </a:lnTo>
                  <a:lnTo>
                    <a:pt x="969503" y="1208472"/>
                  </a:lnTo>
                  <a:lnTo>
                    <a:pt x="969494" y="1208475"/>
                  </a:lnTo>
                  <a:lnTo>
                    <a:pt x="969484" y="1208479"/>
                  </a:lnTo>
                  <a:lnTo>
                    <a:pt x="969470" y="1208489"/>
                  </a:lnTo>
                  <a:lnTo>
                    <a:pt x="969462" y="1208495"/>
                  </a:lnTo>
                  <a:lnTo>
                    <a:pt x="969452" y="1208495"/>
                  </a:lnTo>
                  <a:lnTo>
                    <a:pt x="969445" y="1208492"/>
                  </a:lnTo>
                  <a:lnTo>
                    <a:pt x="969421" y="1208475"/>
                  </a:lnTo>
                  <a:lnTo>
                    <a:pt x="969396" y="1208469"/>
                  </a:lnTo>
                  <a:lnTo>
                    <a:pt x="969386" y="1208466"/>
                  </a:lnTo>
                  <a:lnTo>
                    <a:pt x="969372" y="1208454"/>
                  </a:lnTo>
                  <a:lnTo>
                    <a:pt x="969347" y="1208440"/>
                  </a:lnTo>
                  <a:lnTo>
                    <a:pt x="969340" y="1208440"/>
                  </a:lnTo>
                  <a:lnTo>
                    <a:pt x="969323" y="1208435"/>
                  </a:lnTo>
                  <a:lnTo>
                    <a:pt x="969298" y="1208432"/>
                  </a:lnTo>
                  <a:lnTo>
                    <a:pt x="969274" y="1208432"/>
                  </a:lnTo>
                  <a:lnTo>
                    <a:pt x="969247" y="1208427"/>
                  </a:lnTo>
                  <a:lnTo>
                    <a:pt x="969230" y="1208428"/>
                  </a:lnTo>
                  <a:lnTo>
                    <a:pt x="969214" y="1208428"/>
                  </a:lnTo>
                  <a:lnTo>
                    <a:pt x="969205" y="1208431"/>
                  </a:lnTo>
                  <a:lnTo>
                    <a:pt x="969189" y="1208436"/>
                  </a:lnTo>
                  <a:lnTo>
                    <a:pt x="969176" y="1208443"/>
                  </a:lnTo>
                  <a:lnTo>
                    <a:pt x="969158" y="1208455"/>
                  </a:lnTo>
                  <a:lnTo>
                    <a:pt x="969151" y="1208456"/>
                  </a:lnTo>
                  <a:lnTo>
                    <a:pt x="969114" y="1208474"/>
                  </a:lnTo>
                  <a:lnTo>
                    <a:pt x="969104" y="1208431"/>
                  </a:lnTo>
                  <a:lnTo>
                    <a:pt x="969104" y="1208423"/>
                  </a:lnTo>
                  <a:lnTo>
                    <a:pt x="969105" y="1208418"/>
                  </a:lnTo>
                  <a:lnTo>
                    <a:pt x="969117" y="1208406"/>
                  </a:lnTo>
                  <a:lnTo>
                    <a:pt x="969121" y="1208401"/>
                  </a:lnTo>
                  <a:lnTo>
                    <a:pt x="969132" y="1208387"/>
                  </a:lnTo>
                  <a:lnTo>
                    <a:pt x="969141" y="1208375"/>
                  </a:lnTo>
                  <a:lnTo>
                    <a:pt x="969148" y="1208362"/>
                  </a:lnTo>
                  <a:lnTo>
                    <a:pt x="969155" y="1208347"/>
                  </a:lnTo>
                  <a:lnTo>
                    <a:pt x="969163" y="1208325"/>
                  </a:lnTo>
                  <a:lnTo>
                    <a:pt x="969168" y="1208309"/>
                  </a:lnTo>
                  <a:lnTo>
                    <a:pt x="969170" y="1208301"/>
                  </a:lnTo>
                  <a:lnTo>
                    <a:pt x="969170" y="1208295"/>
                  </a:lnTo>
                  <a:lnTo>
                    <a:pt x="969169" y="1208291"/>
                  </a:lnTo>
                  <a:lnTo>
                    <a:pt x="969163" y="1208284"/>
                  </a:lnTo>
                  <a:lnTo>
                    <a:pt x="969158" y="1208279"/>
                  </a:lnTo>
                  <a:lnTo>
                    <a:pt x="969155" y="1208273"/>
                  </a:lnTo>
                  <a:lnTo>
                    <a:pt x="969151" y="1208267"/>
                  </a:lnTo>
                  <a:lnTo>
                    <a:pt x="969148" y="1208255"/>
                  </a:lnTo>
                  <a:lnTo>
                    <a:pt x="969152" y="1208230"/>
                  </a:lnTo>
                  <a:lnTo>
                    <a:pt x="969159" y="1208205"/>
                  </a:lnTo>
                  <a:lnTo>
                    <a:pt x="969168" y="1208180"/>
                  </a:lnTo>
                  <a:lnTo>
                    <a:pt x="969170" y="1208155"/>
                  </a:lnTo>
                  <a:lnTo>
                    <a:pt x="969168" y="1208148"/>
                  </a:lnTo>
                  <a:lnTo>
                    <a:pt x="969166" y="1208142"/>
                  </a:lnTo>
                  <a:lnTo>
                    <a:pt x="969152" y="1208134"/>
                  </a:lnTo>
                  <a:lnTo>
                    <a:pt x="969135" y="1208116"/>
                  </a:lnTo>
                  <a:lnTo>
                    <a:pt x="969129" y="1208109"/>
                  </a:lnTo>
                  <a:lnTo>
                    <a:pt x="969115" y="1208077"/>
                  </a:lnTo>
                  <a:lnTo>
                    <a:pt x="969109" y="1208058"/>
                  </a:lnTo>
                  <a:lnTo>
                    <a:pt x="969106" y="1208033"/>
                  </a:lnTo>
                  <a:lnTo>
                    <a:pt x="969107" y="1208023"/>
                  </a:lnTo>
                  <a:lnTo>
                    <a:pt x="969108" y="1208008"/>
                  </a:lnTo>
                  <a:lnTo>
                    <a:pt x="969109" y="1207983"/>
                  </a:lnTo>
                  <a:lnTo>
                    <a:pt x="969111" y="1207958"/>
                  </a:lnTo>
                  <a:lnTo>
                    <a:pt x="969113" y="1207933"/>
                  </a:lnTo>
                  <a:lnTo>
                    <a:pt x="969118" y="1207908"/>
                  </a:lnTo>
                  <a:lnTo>
                    <a:pt x="969118" y="1207883"/>
                  </a:lnTo>
                  <a:lnTo>
                    <a:pt x="969109" y="1207857"/>
                  </a:lnTo>
                  <a:lnTo>
                    <a:pt x="969099" y="1207833"/>
                  </a:lnTo>
                  <a:lnTo>
                    <a:pt x="969088" y="1207807"/>
                  </a:lnTo>
                  <a:lnTo>
                    <a:pt x="969071" y="1207782"/>
                  </a:lnTo>
                  <a:lnTo>
                    <a:pt x="969049" y="1207757"/>
                  </a:lnTo>
                  <a:lnTo>
                    <a:pt x="969047" y="1207747"/>
                  </a:lnTo>
                  <a:lnTo>
                    <a:pt x="969044" y="1207733"/>
                  </a:lnTo>
                  <a:lnTo>
                    <a:pt x="969042" y="1207724"/>
                  </a:lnTo>
                  <a:lnTo>
                    <a:pt x="969040" y="1207714"/>
                  </a:lnTo>
                  <a:lnTo>
                    <a:pt x="969037" y="1207703"/>
                  </a:lnTo>
                  <a:lnTo>
                    <a:pt x="969036" y="1207691"/>
                  </a:lnTo>
                  <a:lnTo>
                    <a:pt x="969033" y="1207682"/>
                  </a:lnTo>
                  <a:lnTo>
                    <a:pt x="969030" y="1207676"/>
                  </a:lnTo>
                  <a:lnTo>
                    <a:pt x="969023" y="1207670"/>
                  </a:lnTo>
                  <a:lnTo>
                    <a:pt x="969019" y="1207666"/>
                  </a:lnTo>
                  <a:lnTo>
                    <a:pt x="969012" y="1207660"/>
                  </a:lnTo>
                  <a:lnTo>
                    <a:pt x="969008" y="1207656"/>
                  </a:lnTo>
                  <a:lnTo>
                    <a:pt x="969000" y="1207647"/>
                  </a:lnTo>
                  <a:lnTo>
                    <a:pt x="968996" y="1207641"/>
                  </a:lnTo>
                  <a:lnTo>
                    <a:pt x="968992" y="1207636"/>
                  </a:lnTo>
                  <a:lnTo>
                    <a:pt x="968988" y="1207626"/>
                  </a:lnTo>
                  <a:lnTo>
                    <a:pt x="968983" y="1207617"/>
                  </a:lnTo>
                  <a:lnTo>
                    <a:pt x="968980" y="1207610"/>
                  </a:lnTo>
                  <a:lnTo>
                    <a:pt x="968968" y="1207585"/>
                  </a:lnTo>
                  <a:lnTo>
                    <a:pt x="968953" y="1207560"/>
                  </a:lnTo>
                  <a:lnTo>
                    <a:pt x="968935" y="1207535"/>
                  </a:lnTo>
                  <a:lnTo>
                    <a:pt x="968923" y="1207525"/>
                  </a:lnTo>
                  <a:lnTo>
                    <a:pt x="968914" y="1207512"/>
                  </a:lnTo>
                  <a:lnTo>
                    <a:pt x="968909" y="1207505"/>
                  </a:lnTo>
                  <a:lnTo>
                    <a:pt x="968903" y="1207486"/>
                  </a:lnTo>
                  <a:lnTo>
                    <a:pt x="968904" y="1207462"/>
                  </a:lnTo>
                  <a:lnTo>
                    <a:pt x="968911" y="1207435"/>
                  </a:lnTo>
                  <a:lnTo>
                    <a:pt x="968910" y="1207411"/>
                  </a:lnTo>
                  <a:lnTo>
                    <a:pt x="968905" y="1207386"/>
                  </a:lnTo>
                  <a:lnTo>
                    <a:pt x="968896" y="1207361"/>
                  </a:lnTo>
                  <a:lnTo>
                    <a:pt x="968901" y="1207336"/>
                  </a:lnTo>
                  <a:lnTo>
                    <a:pt x="968907" y="1207321"/>
                  </a:lnTo>
                  <a:lnTo>
                    <a:pt x="968909" y="1207288"/>
                  </a:lnTo>
                  <a:lnTo>
                    <a:pt x="968903" y="1207276"/>
                  </a:lnTo>
                  <a:lnTo>
                    <a:pt x="968900" y="1207273"/>
                  </a:lnTo>
                  <a:lnTo>
                    <a:pt x="968895" y="1207266"/>
                  </a:lnTo>
                  <a:lnTo>
                    <a:pt x="968892" y="1207257"/>
                  </a:lnTo>
                  <a:lnTo>
                    <a:pt x="968892" y="1207243"/>
                  </a:lnTo>
                  <a:lnTo>
                    <a:pt x="968900" y="1207228"/>
                  </a:lnTo>
                  <a:lnTo>
                    <a:pt x="968908" y="1207212"/>
                  </a:lnTo>
                  <a:lnTo>
                    <a:pt x="968909" y="1207198"/>
                  </a:lnTo>
                  <a:lnTo>
                    <a:pt x="968906" y="1207183"/>
                  </a:lnTo>
                  <a:lnTo>
                    <a:pt x="968905" y="1207172"/>
                  </a:lnTo>
                  <a:lnTo>
                    <a:pt x="968903" y="1207168"/>
                  </a:lnTo>
                  <a:lnTo>
                    <a:pt x="968900" y="1207153"/>
                  </a:lnTo>
                  <a:lnTo>
                    <a:pt x="968893" y="1207138"/>
                  </a:lnTo>
                  <a:lnTo>
                    <a:pt x="968884" y="1207123"/>
                  </a:lnTo>
                  <a:lnTo>
                    <a:pt x="968881" y="1207119"/>
                  </a:lnTo>
                  <a:lnTo>
                    <a:pt x="968875" y="1207107"/>
                  </a:lnTo>
                  <a:lnTo>
                    <a:pt x="968872" y="1207102"/>
                  </a:lnTo>
                  <a:lnTo>
                    <a:pt x="968871" y="1207092"/>
                  </a:lnTo>
                  <a:lnTo>
                    <a:pt x="968876" y="1207077"/>
                  </a:lnTo>
                  <a:lnTo>
                    <a:pt x="968886" y="1207062"/>
                  </a:lnTo>
                  <a:lnTo>
                    <a:pt x="968896" y="1207049"/>
                  </a:lnTo>
                  <a:lnTo>
                    <a:pt x="968901" y="1207040"/>
                  </a:lnTo>
                  <a:lnTo>
                    <a:pt x="968905" y="1207032"/>
                  </a:lnTo>
                  <a:lnTo>
                    <a:pt x="968912" y="1207017"/>
                  </a:lnTo>
                  <a:lnTo>
                    <a:pt x="968915" y="1207010"/>
                  </a:lnTo>
                  <a:lnTo>
                    <a:pt x="968916" y="1207002"/>
                  </a:lnTo>
                  <a:lnTo>
                    <a:pt x="968919" y="1206987"/>
                  </a:lnTo>
                  <a:lnTo>
                    <a:pt x="968923" y="1206972"/>
                  </a:lnTo>
                  <a:lnTo>
                    <a:pt x="968926" y="1206963"/>
                  </a:lnTo>
                  <a:lnTo>
                    <a:pt x="968930" y="1206957"/>
                  </a:lnTo>
                  <a:lnTo>
                    <a:pt x="968937" y="1206941"/>
                  </a:lnTo>
                  <a:lnTo>
                    <a:pt x="968942" y="1206926"/>
                  </a:lnTo>
                  <a:lnTo>
                    <a:pt x="968942" y="1206918"/>
                  </a:lnTo>
                  <a:lnTo>
                    <a:pt x="968940" y="1206911"/>
                  </a:lnTo>
                  <a:lnTo>
                    <a:pt x="968929" y="1206896"/>
                  </a:lnTo>
                  <a:lnTo>
                    <a:pt x="968916" y="1206883"/>
                  </a:lnTo>
                  <a:lnTo>
                    <a:pt x="968903" y="1206869"/>
                  </a:lnTo>
                  <a:lnTo>
                    <a:pt x="968888" y="1206857"/>
                  </a:lnTo>
                  <a:lnTo>
                    <a:pt x="968873" y="1206845"/>
                  </a:lnTo>
                  <a:lnTo>
                    <a:pt x="968859" y="1206836"/>
                  </a:lnTo>
                  <a:lnTo>
                    <a:pt x="968852" y="1206831"/>
                  </a:lnTo>
                  <a:lnTo>
                    <a:pt x="968837" y="1206828"/>
                  </a:lnTo>
                  <a:lnTo>
                    <a:pt x="968824" y="1206825"/>
                  </a:lnTo>
                  <a:lnTo>
                    <a:pt x="968815" y="1206822"/>
                  </a:lnTo>
                  <a:lnTo>
                    <a:pt x="968800" y="1206820"/>
                  </a:lnTo>
                  <a:lnTo>
                    <a:pt x="968790" y="1206812"/>
                  </a:lnTo>
                  <a:lnTo>
                    <a:pt x="968786" y="1206801"/>
                  </a:lnTo>
                  <a:lnTo>
                    <a:pt x="968786" y="1206783"/>
                  </a:lnTo>
                  <a:lnTo>
                    <a:pt x="968790" y="1206750"/>
                  </a:lnTo>
                  <a:lnTo>
                    <a:pt x="968790" y="1206743"/>
                  </a:lnTo>
                  <a:lnTo>
                    <a:pt x="968791" y="1206729"/>
                  </a:lnTo>
                  <a:lnTo>
                    <a:pt x="968792" y="1206715"/>
                  </a:lnTo>
                  <a:lnTo>
                    <a:pt x="968790" y="1206670"/>
                  </a:lnTo>
                  <a:lnTo>
                    <a:pt x="968790" y="1206654"/>
                  </a:lnTo>
                  <a:lnTo>
                    <a:pt x="968797" y="1206651"/>
                  </a:lnTo>
                  <a:lnTo>
                    <a:pt x="968813" y="1206643"/>
                  </a:lnTo>
                  <a:lnTo>
                    <a:pt x="968858" y="1206619"/>
                  </a:lnTo>
                  <a:lnTo>
                    <a:pt x="968873" y="1206608"/>
                  </a:lnTo>
                  <a:lnTo>
                    <a:pt x="968878" y="1206604"/>
                  </a:lnTo>
                  <a:lnTo>
                    <a:pt x="968885" y="1206595"/>
                  </a:lnTo>
                  <a:lnTo>
                    <a:pt x="968890" y="1206588"/>
                  </a:lnTo>
                  <a:lnTo>
                    <a:pt x="968891" y="1206580"/>
                  </a:lnTo>
                  <a:lnTo>
                    <a:pt x="968892" y="1206575"/>
                  </a:lnTo>
                  <a:lnTo>
                    <a:pt x="968891" y="1206565"/>
                  </a:lnTo>
                  <a:lnTo>
                    <a:pt x="968890" y="1206558"/>
                  </a:lnTo>
                  <a:lnTo>
                    <a:pt x="968885" y="1206543"/>
                  </a:lnTo>
                  <a:lnTo>
                    <a:pt x="968881" y="1206531"/>
                  </a:lnTo>
                  <a:lnTo>
                    <a:pt x="968877" y="1206520"/>
                  </a:lnTo>
                  <a:lnTo>
                    <a:pt x="968872" y="1206505"/>
                  </a:lnTo>
                  <a:lnTo>
                    <a:pt x="968868" y="1206490"/>
                  </a:lnTo>
                  <a:lnTo>
                    <a:pt x="968862" y="1206475"/>
                  </a:lnTo>
                  <a:lnTo>
                    <a:pt x="968856" y="1206463"/>
                  </a:lnTo>
                  <a:lnTo>
                    <a:pt x="968847" y="1206448"/>
                  </a:lnTo>
                  <a:lnTo>
                    <a:pt x="968843" y="1206442"/>
                  </a:lnTo>
                  <a:lnTo>
                    <a:pt x="968832" y="1206431"/>
                  </a:lnTo>
                  <a:lnTo>
                    <a:pt x="968817" y="1206420"/>
                  </a:lnTo>
                  <a:lnTo>
                    <a:pt x="968803" y="1206414"/>
                  </a:lnTo>
                  <a:lnTo>
                    <a:pt x="968794" y="1206411"/>
                  </a:lnTo>
                  <a:lnTo>
                    <a:pt x="968783" y="1206409"/>
                  </a:lnTo>
                  <a:lnTo>
                    <a:pt x="968773" y="1206410"/>
                  </a:lnTo>
                  <a:lnTo>
                    <a:pt x="968767" y="1206410"/>
                  </a:lnTo>
                  <a:lnTo>
                    <a:pt x="968759" y="1206407"/>
                  </a:lnTo>
                  <a:lnTo>
                    <a:pt x="968744" y="1206401"/>
                  </a:lnTo>
                  <a:lnTo>
                    <a:pt x="968729" y="1206393"/>
                  </a:lnTo>
                  <a:lnTo>
                    <a:pt x="968714" y="1206383"/>
                  </a:lnTo>
                  <a:lnTo>
                    <a:pt x="968700" y="1206372"/>
                  </a:lnTo>
                  <a:lnTo>
                    <a:pt x="968685" y="1206360"/>
                  </a:lnTo>
                  <a:lnTo>
                    <a:pt x="968670" y="1206348"/>
                  </a:lnTo>
                  <a:lnTo>
                    <a:pt x="968658" y="1206334"/>
                  </a:lnTo>
                  <a:lnTo>
                    <a:pt x="968649" y="1206319"/>
                  </a:lnTo>
                  <a:lnTo>
                    <a:pt x="968646" y="1206304"/>
                  </a:lnTo>
                  <a:lnTo>
                    <a:pt x="968646" y="1206296"/>
                  </a:lnTo>
                  <a:lnTo>
                    <a:pt x="968648" y="1206282"/>
                  </a:lnTo>
                  <a:lnTo>
                    <a:pt x="968652" y="1206274"/>
                  </a:lnTo>
                  <a:lnTo>
                    <a:pt x="968659" y="1206259"/>
                  </a:lnTo>
                  <a:lnTo>
                    <a:pt x="968661" y="1206253"/>
                  </a:lnTo>
                  <a:lnTo>
                    <a:pt x="968662" y="1206244"/>
                  </a:lnTo>
                  <a:lnTo>
                    <a:pt x="968663" y="1206228"/>
                  </a:lnTo>
                  <a:lnTo>
                    <a:pt x="968660" y="1206213"/>
                  </a:lnTo>
                  <a:lnTo>
                    <a:pt x="968655" y="1206198"/>
                  </a:lnTo>
                  <a:lnTo>
                    <a:pt x="968651" y="1206183"/>
                  </a:lnTo>
                  <a:lnTo>
                    <a:pt x="968649" y="1206176"/>
                  </a:lnTo>
                  <a:lnTo>
                    <a:pt x="968649" y="1206168"/>
                  </a:lnTo>
                  <a:lnTo>
                    <a:pt x="968652" y="1206152"/>
                  </a:lnTo>
                  <a:lnTo>
                    <a:pt x="968650" y="1206138"/>
                  </a:lnTo>
                  <a:lnTo>
                    <a:pt x="968644" y="1206123"/>
                  </a:lnTo>
                  <a:lnTo>
                    <a:pt x="968639" y="1206108"/>
                  </a:lnTo>
                  <a:lnTo>
                    <a:pt x="968635" y="1206093"/>
                  </a:lnTo>
                  <a:lnTo>
                    <a:pt x="968634" y="1206086"/>
                  </a:lnTo>
                  <a:lnTo>
                    <a:pt x="968635" y="1206078"/>
                  </a:lnTo>
                  <a:lnTo>
                    <a:pt x="968629" y="1206063"/>
                  </a:lnTo>
                  <a:lnTo>
                    <a:pt x="968622" y="1206048"/>
                  </a:lnTo>
                  <a:lnTo>
                    <a:pt x="968620" y="1206044"/>
                  </a:lnTo>
                  <a:lnTo>
                    <a:pt x="968613" y="1206033"/>
                  </a:lnTo>
                  <a:lnTo>
                    <a:pt x="968598" y="1206018"/>
                  </a:lnTo>
                  <a:lnTo>
                    <a:pt x="968584" y="1206005"/>
                  </a:lnTo>
                  <a:lnTo>
                    <a:pt x="968574" y="1205996"/>
                  </a:lnTo>
                  <a:lnTo>
                    <a:pt x="968539" y="1205952"/>
                  </a:lnTo>
                  <a:lnTo>
                    <a:pt x="968536" y="1205937"/>
                  </a:lnTo>
                  <a:lnTo>
                    <a:pt x="968537" y="1205928"/>
                  </a:lnTo>
                  <a:lnTo>
                    <a:pt x="968540" y="1205922"/>
                  </a:lnTo>
                  <a:lnTo>
                    <a:pt x="968548" y="1205906"/>
                  </a:lnTo>
                  <a:lnTo>
                    <a:pt x="968556" y="1205891"/>
                  </a:lnTo>
                  <a:lnTo>
                    <a:pt x="968561" y="1205876"/>
                  </a:lnTo>
                  <a:lnTo>
                    <a:pt x="968561" y="1205866"/>
                  </a:lnTo>
                  <a:lnTo>
                    <a:pt x="968559" y="1205854"/>
                  </a:lnTo>
                  <a:lnTo>
                    <a:pt x="968573" y="1205843"/>
                  </a:lnTo>
                  <a:lnTo>
                    <a:pt x="968583" y="1205834"/>
                  </a:lnTo>
                  <a:lnTo>
                    <a:pt x="968590" y="1205825"/>
                  </a:lnTo>
                  <a:lnTo>
                    <a:pt x="968593" y="1205816"/>
                  </a:lnTo>
                  <a:lnTo>
                    <a:pt x="968594" y="1205803"/>
                  </a:lnTo>
                  <a:lnTo>
                    <a:pt x="968595" y="1205787"/>
                  </a:lnTo>
                  <a:lnTo>
                    <a:pt x="968595" y="1205777"/>
                  </a:lnTo>
                  <a:lnTo>
                    <a:pt x="968593" y="1205758"/>
                  </a:lnTo>
                  <a:lnTo>
                    <a:pt x="968590" y="1205747"/>
                  </a:lnTo>
                  <a:lnTo>
                    <a:pt x="968587" y="1205741"/>
                  </a:lnTo>
                  <a:lnTo>
                    <a:pt x="968583" y="1205734"/>
                  </a:lnTo>
                  <a:lnTo>
                    <a:pt x="968579" y="1205727"/>
                  </a:lnTo>
                  <a:lnTo>
                    <a:pt x="968573" y="1205715"/>
                  </a:lnTo>
                  <a:lnTo>
                    <a:pt x="968565" y="1205689"/>
                  </a:lnTo>
                  <a:lnTo>
                    <a:pt x="968563" y="1205680"/>
                  </a:lnTo>
                  <a:lnTo>
                    <a:pt x="968562" y="1205668"/>
                  </a:lnTo>
                  <a:lnTo>
                    <a:pt x="968562" y="1205651"/>
                  </a:lnTo>
                  <a:lnTo>
                    <a:pt x="968564" y="1205633"/>
                  </a:lnTo>
                  <a:lnTo>
                    <a:pt x="968566" y="1205617"/>
                  </a:lnTo>
                  <a:lnTo>
                    <a:pt x="968569" y="1205594"/>
                  </a:lnTo>
                  <a:lnTo>
                    <a:pt x="968576" y="1205564"/>
                  </a:lnTo>
                  <a:lnTo>
                    <a:pt x="968581" y="1205541"/>
                  </a:lnTo>
                  <a:lnTo>
                    <a:pt x="968586" y="1205521"/>
                  </a:lnTo>
                  <a:lnTo>
                    <a:pt x="968590" y="1205503"/>
                  </a:lnTo>
                  <a:lnTo>
                    <a:pt x="968593" y="1205490"/>
                  </a:lnTo>
                  <a:lnTo>
                    <a:pt x="968595" y="1205478"/>
                  </a:lnTo>
                  <a:lnTo>
                    <a:pt x="968596" y="1205468"/>
                  </a:lnTo>
                  <a:lnTo>
                    <a:pt x="968598" y="1205453"/>
                  </a:lnTo>
                  <a:lnTo>
                    <a:pt x="968601" y="1205437"/>
                  </a:lnTo>
                  <a:lnTo>
                    <a:pt x="968603" y="1205422"/>
                  </a:lnTo>
                  <a:lnTo>
                    <a:pt x="968605" y="1205407"/>
                  </a:lnTo>
                  <a:lnTo>
                    <a:pt x="968606" y="1205392"/>
                  </a:lnTo>
                  <a:lnTo>
                    <a:pt x="968606" y="1205377"/>
                  </a:lnTo>
                  <a:lnTo>
                    <a:pt x="968605" y="1205362"/>
                  </a:lnTo>
                  <a:lnTo>
                    <a:pt x="968603" y="1205347"/>
                  </a:lnTo>
                  <a:lnTo>
                    <a:pt x="968602" y="1205332"/>
                  </a:lnTo>
                  <a:lnTo>
                    <a:pt x="968599" y="1205317"/>
                  </a:lnTo>
                  <a:lnTo>
                    <a:pt x="968598" y="1205309"/>
                  </a:lnTo>
                  <a:lnTo>
                    <a:pt x="968595" y="1205302"/>
                  </a:lnTo>
                  <a:lnTo>
                    <a:pt x="968591" y="1205287"/>
                  </a:lnTo>
                  <a:lnTo>
                    <a:pt x="968587" y="1205277"/>
                  </a:lnTo>
                  <a:lnTo>
                    <a:pt x="968583" y="1205272"/>
                  </a:lnTo>
                  <a:lnTo>
                    <a:pt x="968556" y="1205248"/>
                  </a:lnTo>
                  <a:lnTo>
                    <a:pt x="968546" y="1205229"/>
                  </a:lnTo>
                  <a:lnTo>
                    <a:pt x="968543" y="1205198"/>
                  </a:lnTo>
                  <a:lnTo>
                    <a:pt x="968538" y="1205148"/>
                  </a:lnTo>
                  <a:lnTo>
                    <a:pt x="968538" y="1205133"/>
                  </a:lnTo>
                  <a:lnTo>
                    <a:pt x="968540" y="1205118"/>
                  </a:lnTo>
                  <a:lnTo>
                    <a:pt x="968546" y="1205103"/>
                  </a:lnTo>
                  <a:lnTo>
                    <a:pt x="968557" y="1205088"/>
                  </a:lnTo>
                  <a:lnTo>
                    <a:pt x="968572" y="1205078"/>
                  </a:lnTo>
                  <a:lnTo>
                    <a:pt x="968586" y="1205070"/>
                  </a:lnTo>
                  <a:lnTo>
                    <a:pt x="968601" y="1205060"/>
                  </a:lnTo>
                  <a:lnTo>
                    <a:pt x="968616" y="1205048"/>
                  </a:lnTo>
                  <a:lnTo>
                    <a:pt x="968623" y="1205042"/>
                  </a:lnTo>
                  <a:lnTo>
                    <a:pt x="968628" y="1205036"/>
                  </a:lnTo>
                  <a:lnTo>
                    <a:pt x="968634" y="1205029"/>
                  </a:lnTo>
                  <a:lnTo>
                    <a:pt x="968638" y="1205021"/>
                  </a:lnTo>
                  <a:lnTo>
                    <a:pt x="968641" y="1205014"/>
                  </a:lnTo>
                  <a:lnTo>
                    <a:pt x="968643" y="1205003"/>
                  </a:lnTo>
                  <a:lnTo>
                    <a:pt x="968642" y="1204995"/>
                  </a:lnTo>
                  <a:lnTo>
                    <a:pt x="968639" y="1204983"/>
                  </a:lnTo>
                  <a:lnTo>
                    <a:pt x="968635" y="1204975"/>
                  </a:lnTo>
                  <a:lnTo>
                    <a:pt x="968627" y="1204960"/>
                  </a:lnTo>
                  <a:lnTo>
                    <a:pt x="968618" y="1204945"/>
                  </a:lnTo>
                  <a:lnTo>
                    <a:pt x="968609" y="1204930"/>
                  </a:lnTo>
                  <a:lnTo>
                    <a:pt x="968601" y="1204917"/>
                  </a:lnTo>
                  <a:lnTo>
                    <a:pt x="968592" y="1204900"/>
                  </a:lnTo>
                  <a:lnTo>
                    <a:pt x="968584" y="1204885"/>
                  </a:lnTo>
                  <a:lnTo>
                    <a:pt x="968572" y="1204862"/>
                  </a:lnTo>
                  <a:lnTo>
                    <a:pt x="968571" y="1204847"/>
                  </a:lnTo>
                  <a:lnTo>
                    <a:pt x="968571" y="1204838"/>
                  </a:lnTo>
                  <a:lnTo>
                    <a:pt x="968570" y="1204820"/>
                  </a:lnTo>
                  <a:lnTo>
                    <a:pt x="968567" y="1204794"/>
                  </a:lnTo>
                  <a:lnTo>
                    <a:pt x="968564" y="1204776"/>
                  </a:lnTo>
                  <a:lnTo>
                    <a:pt x="968562" y="1204748"/>
                  </a:lnTo>
                  <a:lnTo>
                    <a:pt x="968559" y="1204732"/>
                  </a:lnTo>
                  <a:lnTo>
                    <a:pt x="968556" y="1204718"/>
                  </a:lnTo>
                  <a:lnTo>
                    <a:pt x="968549" y="1204700"/>
                  </a:lnTo>
                  <a:lnTo>
                    <a:pt x="968546" y="1204685"/>
                  </a:lnTo>
                  <a:lnTo>
                    <a:pt x="968545" y="1204677"/>
                  </a:lnTo>
                  <a:lnTo>
                    <a:pt x="968542" y="1204647"/>
                  </a:lnTo>
                  <a:lnTo>
                    <a:pt x="968539" y="1204633"/>
                  </a:lnTo>
                  <a:lnTo>
                    <a:pt x="968533" y="1204617"/>
                  </a:lnTo>
                  <a:lnTo>
                    <a:pt x="968526" y="1204601"/>
                  </a:lnTo>
                  <a:lnTo>
                    <a:pt x="968515" y="1204560"/>
                  </a:lnTo>
                  <a:lnTo>
                    <a:pt x="968510" y="1204546"/>
                  </a:lnTo>
                  <a:lnTo>
                    <a:pt x="968505" y="1204535"/>
                  </a:lnTo>
                  <a:lnTo>
                    <a:pt x="968503" y="1204531"/>
                  </a:lnTo>
                  <a:lnTo>
                    <a:pt x="968493" y="1204516"/>
                  </a:lnTo>
                  <a:lnTo>
                    <a:pt x="968480" y="1204501"/>
                  </a:lnTo>
                  <a:lnTo>
                    <a:pt x="968466" y="1204487"/>
                  </a:lnTo>
                  <a:lnTo>
                    <a:pt x="968456" y="1204473"/>
                  </a:lnTo>
                  <a:lnTo>
                    <a:pt x="968447" y="1204462"/>
                  </a:lnTo>
                  <a:lnTo>
                    <a:pt x="968441" y="1204454"/>
                  </a:lnTo>
                  <a:lnTo>
                    <a:pt x="968430" y="1204439"/>
                  </a:lnTo>
                  <a:lnTo>
                    <a:pt x="968424" y="1204429"/>
                  </a:lnTo>
                  <a:lnTo>
                    <a:pt x="968420" y="1204425"/>
                  </a:lnTo>
                  <a:lnTo>
                    <a:pt x="968409" y="1204421"/>
                  </a:lnTo>
                  <a:lnTo>
                    <a:pt x="968394" y="1204419"/>
                  </a:lnTo>
                  <a:lnTo>
                    <a:pt x="968380" y="1204418"/>
                  </a:lnTo>
                  <a:lnTo>
                    <a:pt x="968374" y="1204416"/>
                  </a:lnTo>
                  <a:lnTo>
                    <a:pt x="968365" y="1204409"/>
                  </a:lnTo>
                  <a:lnTo>
                    <a:pt x="968357" y="1204394"/>
                  </a:lnTo>
                  <a:lnTo>
                    <a:pt x="968354" y="1204379"/>
                  </a:lnTo>
                  <a:lnTo>
                    <a:pt x="968349" y="1204263"/>
                  </a:lnTo>
                  <a:lnTo>
                    <a:pt x="968347" y="1204256"/>
                  </a:lnTo>
                  <a:lnTo>
                    <a:pt x="968339" y="1204243"/>
                  </a:lnTo>
                  <a:lnTo>
                    <a:pt x="968333" y="1204231"/>
                  </a:lnTo>
                  <a:lnTo>
                    <a:pt x="968327" y="1204218"/>
                  </a:lnTo>
                  <a:lnTo>
                    <a:pt x="968319" y="1204202"/>
                  </a:lnTo>
                  <a:lnTo>
                    <a:pt x="968313" y="1204193"/>
                  </a:lnTo>
                  <a:lnTo>
                    <a:pt x="968311" y="1204187"/>
                  </a:lnTo>
                  <a:lnTo>
                    <a:pt x="968303" y="1204172"/>
                  </a:lnTo>
                  <a:lnTo>
                    <a:pt x="968297" y="1204157"/>
                  </a:lnTo>
                  <a:lnTo>
                    <a:pt x="968295" y="1204153"/>
                  </a:lnTo>
                  <a:lnTo>
                    <a:pt x="968291" y="1204142"/>
                  </a:lnTo>
                  <a:lnTo>
                    <a:pt x="968285" y="1204128"/>
                  </a:lnTo>
                  <a:lnTo>
                    <a:pt x="968281" y="1204119"/>
                  </a:lnTo>
                  <a:lnTo>
                    <a:pt x="968274" y="1204098"/>
                  </a:lnTo>
                  <a:lnTo>
                    <a:pt x="968270" y="1204083"/>
                  </a:lnTo>
                  <a:lnTo>
                    <a:pt x="968267" y="1204070"/>
                  </a:lnTo>
                  <a:lnTo>
                    <a:pt x="968264" y="1204052"/>
                  </a:lnTo>
                  <a:lnTo>
                    <a:pt x="968263" y="1204035"/>
                  </a:lnTo>
                  <a:lnTo>
                    <a:pt x="968263" y="1204018"/>
                  </a:lnTo>
                  <a:lnTo>
                    <a:pt x="968264" y="1203999"/>
                  </a:lnTo>
                  <a:lnTo>
                    <a:pt x="968262" y="1203992"/>
                  </a:lnTo>
                  <a:lnTo>
                    <a:pt x="968254" y="1203982"/>
                  </a:lnTo>
                  <a:lnTo>
                    <a:pt x="968247" y="1203982"/>
                  </a:lnTo>
                  <a:lnTo>
                    <a:pt x="968242" y="1203984"/>
                  </a:lnTo>
                  <a:lnTo>
                    <a:pt x="968231" y="1203995"/>
                  </a:lnTo>
                  <a:lnTo>
                    <a:pt x="968220" y="1204009"/>
                  </a:lnTo>
                  <a:lnTo>
                    <a:pt x="968214" y="1204015"/>
                  </a:lnTo>
                  <a:lnTo>
                    <a:pt x="968172" y="1204047"/>
                  </a:lnTo>
                  <a:lnTo>
                    <a:pt x="968157" y="1204057"/>
                  </a:lnTo>
                  <a:lnTo>
                    <a:pt x="968143" y="1204066"/>
                  </a:lnTo>
                  <a:lnTo>
                    <a:pt x="968126" y="1204077"/>
                  </a:lnTo>
                  <a:lnTo>
                    <a:pt x="968114" y="1204087"/>
                  </a:lnTo>
                  <a:lnTo>
                    <a:pt x="968099" y="1204098"/>
                  </a:lnTo>
                  <a:lnTo>
                    <a:pt x="968086" y="1204111"/>
                  </a:lnTo>
                  <a:lnTo>
                    <a:pt x="968072" y="1204121"/>
                  </a:lnTo>
                  <a:lnTo>
                    <a:pt x="968068" y="1204125"/>
                  </a:lnTo>
                  <a:lnTo>
                    <a:pt x="968059" y="1204130"/>
                  </a:lnTo>
                  <a:lnTo>
                    <a:pt x="968052" y="1204132"/>
                  </a:lnTo>
                  <a:lnTo>
                    <a:pt x="968044" y="1204129"/>
                  </a:lnTo>
                  <a:lnTo>
                    <a:pt x="968028" y="1204118"/>
                  </a:lnTo>
                  <a:lnTo>
                    <a:pt x="968019" y="1204111"/>
                  </a:lnTo>
                  <a:lnTo>
                    <a:pt x="968014" y="1204108"/>
                  </a:lnTo>
                  <a:lnTo>
                    <a:pt x="968000" y="1204101"/>
                  </a:lnTo>
                  <a:lnTo>
                    <a:pt x="967985" y="1204092"/>
                  </a:lnTo>
                  <a:lnTo>
                    <a:pt x="967969" y="1204085"/>
                  </a:lnTo>
                  <a:lnTo>
                    <a:pt x="967955" y="1204082"/>
                  </a:lnTo>
                  <a:lnTo>
                    <a:pt x="967941" y="1204083"/>
                  </a:lnTo>
                  <a:lnTo>
                    <a:pt x="967926" y="1204088"/>
                  </a:lnTo>
                  <a:lnTo>
                    <a:pt x="967911" y="1204098"/>
                  </a:lnTo>
                  <a:lnTo>
                    <a:pt x="967899" y="1204108"/>
                  </a:lnTo>
                  <a:lnTo>
                    <a:pt x="967889" y="1204116"/>
                  </a:lnTo>
                  <a:lnTo>
                    <a:pt x="967884" y="1204118"/>
                  </a:lnTo>
                  <a:lnTo>
                    <a:pt x="967869" y="1204119"/>
                  </a:lnTo>
                  <a:lnTo>
                    <a:pt x="967855" y="1204119"/>
                  </a:lnTo>
                  <a:lnTo>
                    <a:pt x="967847" y="1204119"/>
                  </a:lnTo>
                  <a:lnTo>
                    <a:pt x="967840" y="1204117"/>
                  </a:lnTo>
                  <a:lnTo>
                    <a:pt x="967825" y="1204112"/>
                  </a:lnTo>
                  <a:lnTo>
                    <a:pt x="967817" y="1204110"/>
                  </a:lnTo>
                  <a:lnTo>
                    <a:pt x="967811" y="1204106"/>
                  </a:lnTo>
                  <a:lnTo>
                    <a:pt x="967807" y="1204105"/>
                  </a:lnTo>
                  <a:lnTo>
                    <a:pt x="967796" y="1204098"/>
                  </a:lnTo>
                  <a:lnTo>
                    <a:pt x="967781" y="1204088"/>
                  </a:lnTo>
                  <a:lnTo>
                    <a:pt x="967766" y="1204077"/>
                  </a:lnTo>
                  <a:lnTo>
                    <a:pt x="967757" y="1204069"/>
                  </a:lnTo>
                  <a:lnTo>
                    <a:pt x="967750" y="1204057"/>
                  </a:lnTo>
                  <a:lnTo>
                    <a:pt x="967751" y="1204046"/>
                  </a:lnTo>
                  <a:lnTo>
                    <a:pt x="967758" y="1204030"/>
                  </a:lnTo>
                  <a:lnTo>
                    <a:pt x="967769" y="1204004"/>
                  </a:lnTo>
                  <a:lnTo>
                    <a:pt x="967773" y="1203992"/>
                  </a:lnTo>
                  <a:lnTo>
                    <a:pt x="967779" y="1203977"/>
                  </a:lnTo>
                  <a:lnTo>
                    <a:pt x="967784" y="1203962"/>
                  </a:lnTo>
                  <a:lnTo>
                    <a:pt x="967787" y="1203955"/>
                  </a:lnTo>
                  <a:lnTo>
                    <a:pt x="967796" y="1203921"/>
                  </a:lnTo>
                  <a:lnTo>
                    <a:pt x="967797" y="1203902"/>
                  </a:lnTo>
                  <a:lnTo>
                    <a:pt x="967797" y="1203888"/>
                  </a:lnTo>
                  <a:lnTo>
                    <a:pt x="967796" y="1203878"/>
                  </a:lnTo>
                  <a:lnTo>
                    <a:pt x="967794" y="1203869"/>
                  </a:lnTo>
                  <a:lnTo>
                    <a:pt x="967791" y="1203862"/>
                  </a:lnTo>
                  <a:lnTo>
                    <a:pt x="967787" y="1203847"/>
                  </a:lnTo>
                  <a:lnTo>
                    <a:pt x="967782" y="1203832"/>
                  </a:lnTo>
                  <a:lnTo>
                    <a:pt x="967778" y="1203818"/>
                  </a:lnTo>
                  <a:lnTo>
                    <a:pt x="967776" y="1203811"/>
                  </a:lnTo>
                  <a:lnTo>
                    <a:pt x="967773" y="1203795"/>
                  </a:lnTo>
                  <a:lnTo>
                    <a:pt x="967774" y="1203787"/>
                  </a:lnTo>
                  <a:lnTo>
                    <a:pt x="967778" y="1203774"/>
                  </a:lnTo>
                  <a:lnTo>
                    <a:pt x="967781" y="1203769"/>
                  </a:lnTo>
                  <a:lnTo>
                    <a:pt x="967788" y="1203760"/>
                  </a:lnTo>
                  <a:lnTo>
                    <a:pt x="967794" y="1203755"/>
                  </a:lnTo>
                  <a:lnTo>
                    <a:pt x="967801" y="1203749"/>
                  </a:lnTo>
                  <a:lnTo>
                    <a:pt x="967809" y="1203749"/>
                  </a:lnTo>
                  <a:lnTo>
                    <a:pt x="967820" y="1203749"/>
                  </a:lnTo>
                  <a:lnTo>
                    <a:pt x="967835" y="1203749"/>
                  </a:lnTo>
                  <a:lnTo>
                    <a:pt x="967850" y="1203750"/>
                  </a:lnTo>
                  <a:lnTo>
                    <a:pt x="967857" y="1203751"/>
                  </a:lnTo>
                  <a:lnTo>
                    <a:pt x="967864" y="1203752"/>
                  </a:lnTo>
                  <a:lnTo>
                    <a:pt x="967871" y="1203753"/>
                  </a:lnTo>
                  <a:lnTo>
                    <a:pt x="967881" y="1203755"/>
                  </a:lnTo>
                  <a:lnTo>
                    <a:pt x="967895" y="1203756"/>
                  </a:lnTo>
                  <a:lnTo>
                    <a:pt x="967911" y="1203756"/>
                  </a:lnTo>
                  <a:lnTo>
                    <a:pt x="967927" y="1203751"/>
                  </a:lnTo>
                  <a:lnTo>
                    <a:pt x="967939" y="1203739"/>
                  </a:lnTo>
                  <a:lnTo>
                    <a:pt x="967946" y="1203725"/>
                  </a:lnTo>
                  <a:lnTo>
                    <a:pt x="967953" y="1203710"/>
                  </a:lnTo>
                  <a:lnTo>
                    <a:pt x="967958" y="1203695"/>
                  </a:lnTo>
                  <a:lnTo>
                    <a:pt x="967963" y="1203682"/>
                  </a:lnTo>
                  <a:lnTo>
                    <a:pt x="967971" y="1203655"/>
                  </a:lnTo>
                  <a:lnTo>
                    <a:pt x="967980" y="1203618"/>
                  </a:lnTo>
                  <a:lnTo>
                    <a:pt x="967984" y="1203592"/>
                  </a:lnTo>
                  <a:lnTo>
                    <a:pt x="967988" y="1203572"/>
                  </a:lnTo>
                  <a:lnTo>
                    <a:pt x="967988" y="1203551"/>
                  </a:lnTo>
                  <a:lnTo>
                    <a:pt x="967986" y="1203532"/>
                  </a:lnTo>
                  <a:lnTo>
                    <a:pt x="967982" y="1203503"/>
                  </a:lnTo>
                  <a:lnTo>
                    <a:pt x="967972" y="1203468"/>
                  </a:lnTo>
                  <a:lnTo>
                    <a:pt x="967962" y="1203425"/>
                  </a:lnTo>
                  <a:lnTo>
                    <a:pt x="967959" y="1203419"/>
                  </a:lnTo>
                  <a:lnTo>
                    <a:pt x="967957" y="1203406"/>
                  </a:lnTo>
                  <a:lnTo>
                    <a:pt x="967955" y="1203391"/>
                  </a:lnTo>
                  <a:lnTo>
                    <a:pt x="967952" y="1203374"/>
                  </a:lnTo>
                  <a:lnTo>
                    <a:pt x="967949" y="1203369"/>
                  </a:lnTo>
                  <a:lnTo>
                    <a:pt x="967943" y="1203363"/>
                  </a:lnTo>
                  <a:lnTo>
                    <a:pt x="967938" y="1203362"/>
                  </a:lnTo>
                  <a:lnTo>
                    <a:pt x="967928" y="1203356"/>
                  </a:lnTo>
                  <a:lnTo>
                    <a:pt x="967913" y="1203347"/>
                  </a:lnTo>
                  <a:lnTo>
                    <a:pt x="967896" y="1203341"/>
                  </a:lnTo>
                  <a:lnTo>
                    <a:pt x="967888" y="1203326"/>
                  </a:lnTo>
                  <a:lnTo>
                    <a:pt x="967888" y="1203305"/>
                  </a:lnTo>
                  <a:lnTo>
                    <a:pt x="967896" y="1203291"/>
                  </a:lnTo>
                  <a:lnTo>
                    <a:pt x="967902" y="1203276"/>
                  </a:lnTo>
                  <a:lnTo>
                    <a:pt x="967909" y="1203255"/>
                  </a:lnTo>
                  <a:lnTo>
                    <a:pt x="967912" y="1203247"/>
                  </a:lnTo>
                  <a:lnTo>
                    <a:pt x="967919" y="1203231"/>
                  </a:lnTo>
                  <a:lnTo>
                    <a:pt x="967921" y="1203223"/>
                  </a:lnTo>
                  <a:lnTo>
                    <a:pt x="967924" y="1203207"/>
                  </a:lnTo>
                  <a:lnTo>
                    <a:pt x="967924" y="1203190"/>
                  </a:lnTo>
                  <a:lnTo>
                    <a:pt x="967924" y="1203185"/>
                  </a:lnTo>
                  <a:lnTo>
                    <a:pt x="967924" y="1203170"/>
                  </a:lnTo>
                  <a:lnTo>
                    <a:pt x="967923" y="1203155"/>
                  </a:lnTo>
                  <a:lnTo>
                    <a:pt x="967922" y="1203140"/>
                  </a:lnTo>
                  <a:lnTo>
                    <a:pt x="967921" y="1203135"/>
                  </a:lnTo>
                  <a:lnTo>
                    <a:pt x="967921" y="1203110"/>
                  </a:lnTo>
                  <a:lnTo>
                    <a:pt x="967920" y="1203095"/>
                  </a:lnTo>
                  <a:lnTo>
                    <a:pt x="967920" y="1203089"/>
                  </a:lnTo>
                  <a:lnTo>
                    <a:pt x="967921" y="1203077"/>
                  </a:lnTo>
                  <a:lnTo>
                    <a:pt x="967924" y="1203054"/>
                  </a:lnTo>
                  <a:lnTo>
                    <a:pt x="967927" y="1203031"/>
                  </a:lnTo>
                  <a:lnTo>
                    <a:pt x="967926" y="1203013"/>
                  </a:lnTo>
                  <a:lnTo>
                    <a:pt x="967925" y="1202999"/>
                  </a:lnTo>
                  <a:lnTo>
                    <a:pt x="967922" y="1202991"/>
                  </a:lnTo>
                  <a:lnTo>
                    <a:pt x="967918" y="1202983"/>
                  </a:lnTo>
                  <a:lnTo>
                    <a:pt x="967904" y="1202970"/>
                  </a:lnTo>
                  <a:lnTo>
                    <a:pt x="967889" y="1202958"/>
                  </a:lnTo>
                  <a:lnTo>
                    <a:pt x="967874" y="1202948"/>
                  </a:lnTo>
                  <a:lnTo>
                    <a:pt x="967867" y="1202943"/>
                  </a:lnTo>
                  <a:lnTo>
                    <a:pt x="967853" y="1202940"/>
                  </a:lnTo>
                  <a:lnTo>
                    <a:pt x="967847" y="1202940"/>
                  </a:lnTo>
                  <a:lnTo>
                    <a:pt x="967831" y="1202936"/>
                  </a:lnTo>
                  <a:lnTo>
                    <a:pt x="967817" y="1202932"/>
                  </a:lnTo>
                  <a:lnTo>
                    <a:pt x="967809" y="1202931"/>
                  </a:lnTo>
                  <a:lnTo>
                    <a:pt x="967796" y="1202930"/>
                  </a:lnTo>
                  <a:lnTo>
                    <a:pt x="967787" y="1202925"/>
                  </a:lnTo>
                  <a:lnTo>
                    <a:pt x="967777" y="1202909"/>
                  </a:lnTo>
                  <a:lnTo>
                    <a:pt x="967772" y="1202897"/>
                  </a:lnTo>
                  <a:lnTo>
                    <a:pt x="967769" y="1202890"/>
                  </a:lnTo>
                  <a:lnTo>
                    <a:pt x="967762" y="1202873"/>
                  </a:lnTo>
                  <a:lnTo>
                    <a:pt x="967758" y="1202861"/>
                  </a:lnTo>
                  <a:lnTo>
                    <a:pt x="967756" y="1202850"/>
                  </a:lnTo>
                  <a:lnTo>
                    <a:pt x="967752" y="1202829"/>
                  </a:lnTo>
                  <a:lnTo>
                    <a:pt x="967753" y="1202812"/>
                  </a:lnTo>
                  <a:lnTo>
                    <a:pt x="967753" y="1202803"/>
                  </a:lnTo>
                  <a:lnTo>
                    <a:pt x="967757" y="1202796"/>
                  </a:lnTo>
                  <a:lnTo>
                    <a:pt x="967761" y="1202790"/>
                  </a:lnTo>
                  <a:lnTo>
                    <a:pt x="967766" y="1202784"/>
                  </a:lnTo>
                  <a:lnTo>
                    <a:pt x="967780" y="1202763"/>
                  </a:lnTo>
                  <a:lnTo>
                    <a:pt x="967784" y="1202750"/>
                  </a:lnTo>
                  <a:lnTo>
                    <a:pt x="967785" y="1202735"/>
                  </a:lnTo>
                  <a:lnTo>
                    <a:pt x="967785" y="1202725"/>
                  </a:lnTo>
                  <a:lnTo>
                    <a:pt x="967779" y="1202712"/>
                  </a:lnTo>
                  <a:lnTo>
                    <a:pt x="967771" y="1202704"/>
                  </a:lnTo>
                  <a:lnTo>
                    <a:pt x="967761" y="1202692"/>
                  </a:lnTo>
                  <a:lnTo>
                    <a:pt x="967745" y="1202684"/>
                  </a:lnTo>
                  <a:lnTo>
                    <a:pt x="967728" y="1202674"/>
                  </a:lnTo>
                  <a:lnTo>
                    <a:pt x="967718" y="1202667"/>
                  </a:lnTo>
                  <a:lnTo>
                    <a:pt x="967712" y="1202659"/>
                  </a:lnTo>
                  <a:lnTo>
                    <a:pt x="967705" y="1202647"/>
                  </a:lnTo>
                  <a:lnTo>
                    <a:pt x="967699" y="1202634"/>
                  </a:lnTo>
                  <a:lnTo>
                    <a:pt x="967692" y="1202615"/>
                  </a:lnTo>
                  <a:lnTo>
                    <a:pt x="967687" y="1202591"/>
                  </a:lnTo>
                  <a:lnTo>
                    <a:pt x="967687" y="1202580"/>
                  </a:lnTo>
                  <a:lnTo>
                    <a:pt x="967688" y="1202568"/>
                  </a:lnTo>
                  <a:lnTo>
                    <a:pt x="967698" y="1202552"/>
                  </a:lnTo>
                  <a:lnTo>
                    <a:pt x="967713" y="1202526"/>
                  </a:lnTo>
                  <a:lnTo>
                    <a:pt x="967719" y="1202514"/>
                  </a:lnTo>
                  <a:lnTo>
                    <a:pt x="967718" y="1202500"/>
                  </a:lnTo>
                  <a:lnTo>
                    <a:pt x="967714" y="1202490"/>
                  </a:lnTo>
                  <a:lnTo>
                    <a:pt x="967703" y="1202475"/>
                  </a:lnTo>
                  <a:lnTo>
                    <a:pt x="967683" y="1202459"/>
                  </a:lnTo>
                  <a:lnTo>
                    <a:pt x="967673" y="1202449"/>
                  </a:lnTo>
                  <a:lnTo>
                    <a:pt x="967666" y="1202440"/>
                  </a:lnTo>
                  <a:lnTo>
                    <a:pt x="967663" y="1202433"/>
                  </a:lnTo>
                  <a:lnTo>
                    <a:pt x="967654" y="1202415"/>
                  </a:lnTo>
                  <a:lnTo>
                    <a:pt x="967649" y="1202405"/>
                  </a:lnTo>
                  <a:lnTo>
                    <a:pt x="967646" y="1202393"/>
                  </a:lnTo>
                  <a:lnTo>
                    <a:pt x="967642" y="1202384"/>
                  </a:lnTo>
                  <a:lnTo>
                    <a:pt x="967636" y="1202373"/>
                  </a:lnTo>
                  <a:lnTo>
                    <a:pt x="967617" y="1202344"/>
                  </a:lnTo>
                  <a:lnTo>
                    <a:pt x="967605" y="1202327"/>
                  </a:lnTo>
                  <a:lnTo>
                    <a:pt x="967593" y="1202312"/>
                  </a:lnTo>
                  <a:lnTo>
                    <a:pt x="967583" y="1202299"/>
                  </a:lnTo>
                  <a:lnTo>
                    <a:pt x="967567" y="1202279"/>
                  </a:lnTo>
                  <a:lnTo>
                    <a:pt x="967548" y="1202255"/>
                  </a:lnTo>
                  <a:lnTo>
                    <a:pt x="967534" y="1202240"/>
                  </a:lnTo>
                  <a:lnTo>
                    <a:pt x="967526" y="1202228"/>
                  </a:lnTo>
                  <a:lnTo>
                    <a:pt x="967514" y="1202208"/>
                  </a:lnTo>
                  <a:lnTo>
                    <a:pt x="967504" y="1202188"/>
                  </a:lnTo>
                  <a:lnTo>
                    <a:pt x="967499" y="1202176"/>
                  </a:lnTo>
                  <a:lnTo>
                    <a:pt x="967496" y="1202162"/>
                  </a:lnTo>
                  <a:lnTo>
                    <a:pt x="967496" y="1202133"/>
                  </a:lnTo>
                  <a:lnTo>
                    <a:pt x="967495" y="1202118"/>
                  </a:lnTo>
                  <a:lnTo>
                    <a:pt x="967490" y="1202096"/>
                  </a:lnTo>
                  <a:lnTo>
                    <a:pt x="967484" y="1202078"/>
                  </a:lnTo>
                  <a:lnTo>
                    <a:pt x="967477" y="1202059"/>
                  </a:lnTo>
                  <a:lnTo>
                    <a:pt x="967472" y="1202049"/>
                  </a:lnTo>
                  <a:lnTo>
                    <a:pt x="967465" y="1202030"/>
                  </a:lnTo>
                  <a:lnTo>
                    <a:pt x="967458" y="1202013"/>
                  </a:lnTo>
                  <a:lnTo>
                    <a:pt x="967456" y="1202002"/>
                  </a:lnTo>
                  <a:lnTo>
                    <a:pt x="967459" y="1201994"/>
                  </a:lnTo>
                  <a:lnTo>
                    <a:pt x="967462" y="1201988"/>
                  </a:lnTo>
                  <a:lnTo>
                    <a:pt x="967469" y="1201980"/>
                  </a:lnTo>
                  <a:lnTo>
                    <a:pt x="967489" y="1201964"/>
                  </a:lnTo>
                  <a:lnTo>
                    <a:pt x="967495" y="1201956"/>
                  </a:lnTo>
                  <a:lnTo>
                    <a:pt x="967510" y="1201941"/>
                  </a:lnTo>
                  <a:lnTo>
                    <a:pt x="967524" y="1201920"/>
                  </a:lnTo>
                  <a:lnTo>
                    <a:pt x="967536" y="1201912"/>
                  </a:lnTo>
                  <a:lnTo>
                    <a:pt x="967543" y="1201912"/>
                  </a:lnTo>
                  <a:lnTo>
                    <a:pt x="967551" y="1201912"/>
                  </a:lnTo>
                  <a:lnTo>
                    <a:pt x="967567" y="1201912"/>
                  </a:lnTo>
                  <a:lnTo>
                    <a:pt x="967582" y="1201911"/>
                  </a:lnTo>
                  <a:lnTo>
                    <a:pt x="967595" y="1201910"/>
                  </a:lnTo>
                  <a:lnTo>
                    <a:pt x="967611" y="1201909"/>
                  </a:lnTo>
                  <a:lnTo>
                    <a:pt x="967625" y="1201905"/>
                  </a:lnTo>
                  <a:lnTo>
                    <a:pt x="967632" y="1201903"/>
                  </a:lnTo>
                  <a:lnTo>
                    <a:pt x="967640" y="1201898"/>
                  </a:lnTo>
                  <a:lnTo>
                    <a:pt x="967649" y="1201892"/>
                  </a:lnTo>
                  <a:lnTo>
                    <a:pt x="967657" y="1201885"/>
                  </a:lnTo>
                  <a:lnTo>
                    <a:pt x="967665" y="1201876"/>
                  </a:lnTo>
                  <a:lnTo>
                    <a:pt x="967673" y="1201865"/>
                  </a:lnTo>
                  <a:lnTo>
                    <a:pt x="967678" y="1201857"/>
                  </a:lnTo>
                  <a:lnTo>
                    <a:pt x="967680" y="1201853"/>
                  </a:lnTo>
                  <a:lnTo>
                    <a:pt x="967686" y="1201842"/>
                  </a:lnTo>
                  <a:lnTo>
                    <a:pt x="967694" y="1201831"/>
                  </a:lnTo>
                  <a:lnTo>
                    <a:pt x="967695" y="1201827"/>
                  </a:lnTo>
                  <a:lnTo>
                    <a:pt x="967705" y="1201811"/>
                  </a:lnTo>
                  <a:lnTo>
                    <a:pt x="967714" y="1201796"/>
                  </a:lnTo>
                  <a:lnTo>
                    <a:pt x="967722" y="1201781"/>
                  </a:lnTo>
                  <a:lnTo>
                    <a:pt x="967725" y="1201774"/>
                  </a:lnTo>
                  <a:lnTo>
                    <a:pt x="967731" y="1201766"/>
                  </a:lnTo>
                  <a:lnTo>
                    <a:pt x="967738" y="1201757"/>
                  </a:lnTo>
                  <a:lnTo>
                    <a:pt x="967748" y="1201752"/>
                  </a:lnTo>
                  <a:lnTo>
                    <a:pt x="967772" y="1201737"/>
                  </a:lnTo>
                  <a:lnTo>
                    <a:pt x="967788" y="1201728"/>
                  </a:lnTo>
                  <a:lnTo>
                    <a:pt x="967797" y="1201721"/>
                  </a:lnTo>
                  <a:lnTo>
                    <a:pt x="967805" y="1201712"/>
                  </a:lnTo>
                  <a:lnTo>
                    <a:pt x="967810" y="1201703"/>
                  </a:lnTo>
                  <a:lnTo>
                    <a:pt x="967814" y="1201691"/>
                  </a:lnTo>
                  <a:lnTo>
                    <a:pt x="967819" y="1201658"/>
                  </a:lnTo>
                  <a:lnTo>
                    <a:pt x="967820" y="1201651"/>
                  </a:lnTo>
                  <a:lnTo>
                    <a:pt x="967826" y="1201616"/>
                  </a:lnTo>
                  <a:lnTo>
                    <a:pt x="967830" y="1201601"/>
                  </a:lnTo>
                  <a:lnTo>
                    <a:pt x="967836" y="1201586"/>
                  </a:lnTo>
                  <a:lnTo>
                    <a:pt x="967846" y="1201573"/>
                  </a:lnTo>
                  <a:lnTo>
                    <a:pt x="967861" y="1201552"/>
                  </a:lnTo>
                  <a:lnTo>
                    <a:pt x="967877" y="1201532"/>
                  </a:lnTo>
                  <a:lnTo>
                    <a:pt x="967883" y="1201522"/>
                  </a:lnTo>
                  <a:lnTo>
                    <a:pt x="967888" y="1201511"/>
                  </a:lnTo>
                  <a:lnTo>
                    <a:pt x="967889" y="1201500"/>
                  </a:lnTo>
                  <a:lnTo>
                    <a:pt x="967889" y="1201489"/>
                  </a:lnTo>
                  <a:lnTo>
                    <a:pt x="967889" y="1201475"/>
                  </a:lnTo>
                  <a:lnTo>
                    <a:pt x="967885" y="1201457"/>
                  </a:lnTo>
                  <a:lnTo>
                    <a:pt x="967876" y="1201430"/>
                  </a:lnTo>
                  <a:lnTo>
                    <a:pt x="967872" y="1201409"/>
                  </a:lnTo>
                  <a:lnTo>
                    <a:pt x="967871" y="1201393"/>
                  </a:lnTo>
                  <a:lnTo>
                    <a:pt x="967871" y="1201377"/>
                  </a:lnTo>
                  <a:lnTo>
                    <a:pt x="967874" y="1201362"/>
                  </a:lnTo>
                  <a:lnTo>
                    <a:pt x="967881" y="1201335"/>
                  </a:lnTo>
                  <a:lnTo>
                    <a:pt x="967884" y="1201318"/>
                  </a:lnTo>
                  <a:lnTo>
                    <a:pt x="967888" y="1201306"/>
                  </a:lnTo>
                  <a:lnTo>
                    <a:pt x="967892" y="1201298"/>
                  </a:lnTo>
                  <a:lnTo>
                    <a:pt x="967895" y="1201287"/>
                  </a:lnTo>
                  <a:lnTo>
                    <a:pt x="967912" y="1201253"/>
                  </a:lnTo>
                  <a:lnTo>
                    <a:pt x="967916" y="1201243"/>
                  </a:lnTo>
                  <a:lnTo>
                    <a:pt x="967917" y="1201231"/>
                  </a:lnTo>
                  <a:lnTo>
                    <a:pt x="967918" y="1201221"/>
                  </a:lnTo>
                  <a:lnTo>
                    <a:pt x="967915" y="1201210"/>
                  </a:lnTo>
                  <a:lnTo>
                    <a:pt x="967911" y="1201198"/>
                  </a:lnTo>
                  <a:lnTo>
                    <a:pt x="967896" y="1201173"/>
                  </a:lnTo>
                  <a:lnTo>
                    <a:pt x="967875" y="1201135"/>
                  </a:lnTo>
                  <a:lnTo>
                    <a:pt x="967856" y="1201101"/>
                  </a:lnTo>
                  <a:lnTo>
                    <a:pt x="967840" y="1201072"/>
                  </a:lnTo>
                  <a:lnTo>
                    <a:pt x="967834" y="1201061"/>
                  </a:lnTo>
                  <a:lnTo>
                    <a:pt x="967829" y="1201056"/>
                  </a:lnTo>
                  <a:lnTo>
                    <a:pt x="967816" y="1201047"/>
                  </a:lnTo>
                  <a:lnTo>
                    <a:pt x="967807" y="1201038"/>
                  </a:lnTo>
                  <a:lnTo>
                    <a:pt x="967802" y="1201028"/>
                  </a:lnTo>
                  <a:lnTo>
                    <a:pt x="967799" y="1201018"/>
                  </a:lnTo>
                  <a:lnTo>
                    <a:pt x="967800" y="1200999"/>
                  </a:lnTo>
                  <a:lnTo>
                    <a:pt x="967801" y="1200981"/>
                  </a:lnTo>
                  <a:lnTo>
                    <a:pt x="967802" y="1200975"/>
                  </a:lnTo>
                  <a:lnTo>
                    <a:pt x="967807" y="1200972"/>
                  </a:lnTo>
                  <a:lnTo>
                    <a:pt x="967812" y="1200971"/>
                  </a:lnTo>
                  <a:lnTo>
                    <a:pt x="967817" y="1200971"/>
                  </a:lnTo>
                  <a:lnTo>
                    <a:pt x="967825" y="1200970"/>
                  </a:lnTo>
                  <a:lnTo>
                    <a:pt x="967836" y="1200970"/>
                  </a:lnTo>
                  <a:lnTo>
                    <a:pt x="967852" y="1200974"/>
                  </a:lnTo>
                  <a:lnTo>
                    <a:pt x="967870" y="1200967"/>
                  </a:lnTo>
                  <a:lnTo>
                    <a:pt x="967889" y="1200962"/>
                  </a:lnTo>
                  <a:lnTo>
                    <a:pt x="967908" y="1200954"/>
                  </a:lnTo>
                  <a:lnTo>
                    <a:pt x="967915" y="1200948"/>
                  </a:lnTo>
                  <a:lnTo>
                    <a:pt x="967930" y="1200939"/>
                  </a:lnTo>
                  <a:lnTo>
                    <a:pt x="967945" y="1200932"/>
                  </a:lnTo>
                  <a:lnTo>
                    <a:pt x="967960" y="1200928"/>
                  </a:lnTo>
                  <a:lnTo>
                    <a:pt x="967974" y="1200926"/>
                  </a:lnTo>
                  <a:lnTo>
                    <a:pt x="967981" y="1200928"/>
                  </a:lnTo>
                  <a:lnTo>
                    <a:pt x="967985" y="1200936"/>
                  </a:lnTo>
                  <a:lnTo>
                    <a:pt x="967986" y="1200941"/>
                  </a:lnTo>
                  <a:lnTo>
                    <a:pt x="967985" y="1200951"/>
                  </a:lnTo>
                  <a:lnTo>
                    <a:pt x="967991" y="1200966"/>
                  </a:lnTo>
                  <a:lnTo>
                    <a:pt x="967993" y="1200971"/>
                  </a:lnTo>
                  <a:lnTo>
                    <a:pt x="967997" y="1200975"/>
                  </a:lnTo>
                  <a:lnTo>
                    <a:pt x="968003" y="1200977"/>
                  </a:lnTo>
                  <a:lnTo>
                    <a:pt x="968017" y="1200983"/>
                  </a:lnTo>
                  <a:lnTo>
                    <a:pt x="968032" y="1200988"/>
                  </a:lnTo>
                  <a:lnTo>
                    <a:pt x="968047" y="1200993"/>
                  </a:lnTo>
                  <a:lnTo>
                    <a:pt x="968062" y="1200996"/>
                  </a:lnTo>
                  <a:lnTo>
                    <a:pt x="968076" y="1201002"/>
                  </a:lnTo>
                  <a:lnTo>
                    <a:pt x="968091" y="1201007"/>
                  </a:lnTo>
                  <a:lnTo>
                    <a:pt x="968106" y="1201017"/>
                  </a:lnTo>
                  <a:lnTo>
                    <a:pt x="968120" y="1201029"/>
                  </a:lnTo>
                  <a:lnTo>
                    <a:pt x="968133" y="1201041"/>
                  </a:lnTo>
                  <a:lnTo>
                    <a:pt x="968146" y="1201054"/>
                  </a:lnTo>
                  <a:lnTo>
                    <a:pt x="968159" y="1201068"/>
                  </a:lnTo>
                  <a:lnTo>
                    <a:pt x="968172" y="1201081"/>
                  </a:lnTo>
                  <a:lnTo>
                    <a:pt x="968182" y="1201096"/>
                  </a:lnTo>
                  <a:lnTo>
                    <a:pt x="968195" y="1201108"/>
                  </a:lnTo>
                  <a:lnTo>
                    <a:pt x="968205" y="1201117"/>
                  </a:lnTo>
                  <a:lnTo>
                    <a:pt x="968222" y="1201133"/>
                  </a:lnTo>
                  <a:lnTo>
                    <a:pt x="968229" y="1201147"/>
                  </a:lnTo>
                  <a:lnTo>
                    <a:pt x="968236" y="1201159"/>
                  </a:lnTo>
                  <a:lnTo>
                    <a:pt x="968246" y="1201169"/>
                  </a:lnTo>
                  <a:lnTo>
                    <a:pt x="968259" y="1201181"/>
                  </a:lnTo>
                  <a:lnTo>
                    <a:pt x="968274" y="1201194"/>
                  </a:lnTo>
                  <a:lnTo>
                    <a:pt x="968288" y="1201205"/>
                  </a:lnTo>
                  <a:lnTo>
                    <a:pt x="968302" y="1201216"/>
                  </a:lnTo>
                  <a:lnTo>
                    <a:pt x="968317" y="1201228"/>
                  </a:lnTo>
                  <a:lnTo>
                    <a:pt x="968331" y="1201242"/>
                  </a:lnTo>
                  <a:lnTo>
                    <a:pt x="968346" y="1201255"/>
                  </a:lnTo>
                  <a:lnTo>
                    <a:pt x="968360" y="1201267"/>
                  </a:lnTo>
                  <a:lnTo>
                    <a:pt x="968374" y="1201278"/>
                  </a:lnTo>
                  <a:lnTo>
                    <a:pt x="968389" y="1201290"/>
                  </a:lnTo>
                  <a:lnTo>
                    <a:pt x="968404" y="1201302"/>
                  </a:lnTo>
                  <a:lnTo>
                    <a:pt x="968417" y="1201313"/>
                  </a:lnTo>
                  <a:lnTo>
                    <a:pt x="968430" y="1201323"/>
                  </a:lnTo>
                  <a:lnTo>
                    <a:pt x="968445" y="1201334"/>
                  </a:lnTo>
                  <a:lnTo>
                    <a:pt x="968459" y="1201345"/>
                  </a:lnTo>
                  <a:lnTo>
                    <a:pt x="968475" y="1201354"/>
                  </a:lnTo>
                  <a:lnTo>
                    <a:pt x="968519" y="1201378"/>
                  </a:lnTo>
                  <a:lnTo>
                    <a:pt x="968528" y="1201387"/>
                  </a:lnTo>
                  <a:lnTo>
                    <a:pt x="968541" y="1201400"/>
                  </a:lnTo>
                  <a:lnTo>
                    <a:pt x="968552" y="1201415"/>
                  </a:lnTo>
                  <a:lnTo>
                    <a:pt x="968563" y="1201430"/>
                  </a:lnTo>
                  <a:lnTo>
                    <a:pt x="968572" y="1201445"/>
                  </a:lnTo>
                  <a:lnTo>
                    <a:pt x="968576" y="1201449"/>
                  </a:lnTo>
                  <a:lnTo>
                    <a:pt x="968581" y="1201460"/>
                  </a:lnTo>
                  <a:lnTo>
                    <a:pt x="968591" y="1201475"/>
                  </a:lnTo>
                  <a:lnTo>
                    <a:pt x="968595" y="1201482"/>
                  </a:lnTo>
                  <a:lnTo>
                    <a:pt x="968601" y="1201514"/>
                  </a:lnTo>
                  <a:lnTo>
                    <a:pt x="968625" y="1201508"/>
                  </a:lnTo>
                  <a:lnTo>
                    <a:pt x="968726" y="1201444"/>
                  </a:lnTo>
                  <a:lnTo>
                    <a:pt x="968741" y="1201433"/>
                  </a:lnTo>
                  <a:lnTo>
                    <a:pt x="968748" y="1201427"/>
                  </a:lnTo>
                  <a:lnTo>
                    <a:pt x="968756" y="1201425"/>
                  </a:lnTo>
                  <a:lnTo>
                    <a:pt x="968771" y="1201421"/>
                  </a:lnTo>
                  <a:lnTo>
                    <a:pt x="968785" y="1201420"/>
                  </a:lnTo>
                  <a:lnTo>
                    <a:pt x="968800" y="1201419"/>
                  </a:lnTo>
                  <a:lnTo>
                    <a:pt x="968816" y="1201418"/>
                  </a:lnTo>
                  <a:lnTo>
                    <a:pt x="968829" y="1201418"/>
                  </a:lnTo>
                  <a:lnTo>
                    <a:pt x="968837" y="1201418"/>
                  </a:lnTo>
                  <a:lnTo>
                    <a:pt x="968843" y="1201418"/>
                  </a:lnTo>
                  <a:lnTo>
                    <a:pt x="968850" y="1201416"/>
                  </a:lnTo>
                  <a:lnTo>
                    <a:pt x="968859" y="1201413"/>
                  </a:lnTo>
                  <a:lnTo>
                    <a:pt x="968873" y="1201411"/>
                  </a:lnTo>
                  <a:lnTo>
                    <a:pt x="968888" y="1201412"/>
                  </a:lnTo>
                  <a:lnTo>
                    <a:pt x="968905" y="1201412"/>
                  </a:lnTo>
                  <a:lnTo>
                    <a:pt x="968914" y="1201407"/>
                  </a:lnTo>
                  <a:lnTo>
                    <a:pt x="968916" y="1201403"/>
                  </a:lnTo>
                  <a:lnTo>
                    <a:pt x="968918" y="1201388"/>
                  </a:lnTo>
                  <a:lnTo>
                    <a:pt x="968921" y="1201373"/>
                  </a:lnTo>
                  <a:lnTo>
                    <a:pt x="968925" y="1201365"/>
                  </a:lnTo>
                  <a:lnTo>
                    <a:pt x="968926" y="1201358"/>
                  </a:lnTo>
                  <a:lnTo>
                    <a:pt x="968930" y="1201350"/>
                  </a:lnTo>
                  <a:lnTo>
                    <a:pt x="968936" y="1201343"/>
                  </a:lnTo>
                  <a:lnTo>
                    <a:pt x="968946" y="1201328"/>
                  </a:lnTo>
                  <a:lnTo>
                    <a:pt x="968956" y="1201312"/>
                  </a:lnTo>
                  <a:lnTo>
                    <a:pt x="968966" y="1201297"/>
                  </a:lnTo>
                  <a:lnTo>
                    <a:pt x="968974" y="1201282"/>
                  </a:lnTo>
                  <a:lnTo>
                    <a:pt x="968976" y="1201276"/>
                  </a:lnTo>
                  <a:lnTo>
                    <a:pt x="968982" y="1201267"/>
                  </a:lnTo>
                  <a:lnTo>
                    <a:pt x="968992" y="1201252"/>
                  </a:lnTo>
                  <a:lnTo>
                    <a:pt x="969001" y="1201237"/>
                  </a:lnTo>
                  <a:lnTo>
                    <a:pt x="969011" y="1201222"/>
                  </a:lnTo>
                  <a:lnTo>
                    <a:pt x="969018" y="1201207"/>
                  </a:lnTo>
                  <a:lnTo>
                    <a:pt x="969026" y="1201192"/>
                  </a:lnTo>
                  <a:lnTo>
                    <a:pt x="969035" y="1201177"/>
                  </a:lnTo>
                  <a:lnTo>
                    <a:pt x="969044" y="1201162"/>
                  </a:lnTo>
                  <a:lnTo>
                    <a:pt x="969053" y="1201146"/>
                  </a:lnTo>
                  <a:lnTo>
                    <a:pt x="969083" y="1201097"/>
                  </a:lnTo>
                  <a:lnTo>
                    <a:pt x="969090" y="1201089"/>
                  </a:lnTo>
                  <a:lnTo>
                    <a:pt x="969103" y="1201080"/>
                  </a:lnTo>
                  <a:lnTo>
                    <a:pt x="969118" y="1201075"/>
                  </a:lnTo>
                  <a:lnTo>
                    <a:pt x="969132" y="1201072"/>
                  </a:lnTo>
                  <a:lnTo>
                    <a:pt x="969147" y="1201068"/>
                  </a:lnTo>
                  <a:lnTo>
                    <a:pt x="969162" y="1201065"/>
                  </a:lnTo>
                  <a:lnTo>
                    <a:pt x="969176" y="1201062"/>
                  </a:lnTo>
                  <a:lnTo>
                    <a:pt x="969191" y="1201060"/>
                  </a:lnTo>
                  <a:lnTo>
                    <a:pt x="969206" y="1201059"/>
                  </a:lnTo>
                  <a:lnTo>
                    <a:pt x="969220" y="1201057"/>
                  </a:lnTo>
                  <a:lnTo>
                    <a:pt x="969235" y="1201057"/>
                  </a:lnTo>
                  <a:lnTo>
                    <a:pt x="969250" y="1201055"/>
                  </a:lnTo>
                  <a:lnTo>
                    <a:pt x="969265" y="1201055"/>
                  </a:lnTo>
                  <a:lnTo>
                    <a:pt x="969279" y="1201055"/>
                  </a:lnTo>
                  <a:lnTo>
                    <a:pt x="969294" y="1201053"/>
                  </a:lnTo>
                  <a:lnTo>
                    <a:pt x="969309" y="1201047"/>
                  </a:lnTo>
                  <a:lnTo>
                    <a:pt x="969323" y="1201042"/>
                  </a:lnTo>
                  <a:lnTo>
                    <a:pt x="969338" y="1201039"/>
                  </a:lnTo>
                  <a:lnTo>
                    <a:pt x="969353" y="1201040"/>
                  </a:lnTo>
                  <a:lnTo>
                    <a:pt x="969367" y="1201042"/>
                  </a:lnTo>
                  <a:lnTo>
                    <a:pt x="969382" y="1201041"/>
                  </a:lnTo>
                  <a:lnTo>
                    <a:pt x="969390" y="1201040"/>
                  </a:lnTo>
                  <a:lnTo>
                    <a:pt x="969397" y="1201037"/>
                  </a:lnTo>
                  <a:lnTo>
                    <a:pt x="969412" y="1201026"/>
                  </a:lnTo>
                  <a:lnTo>
                    <a:pt x="969424" y="1201013"/>
                  </a:lnTo>
                  <a:lnTo>
                    <a:pt x="969430" y="1201005"/>
                  </a:lnTo>
                  <a:lnTo>
                    <a:pt x="969437" y="1201000"/>
                  </a:lnTo>
                  <a:lnTo>
                    <a:pt x="969452" y="1200988"/>
                  </a:lnTo>
                  <a:lnTo>
                    <a:pt x="969466" y="1200978"/>
                  </a:lnTo>
                  <a:lnTo>
                    <a:pt x="969471" y="1200973"/>
                  </a:lnTo>
                  <a:lnTo>
                    <a:pt x="969472" y="1200963"/>
                  </a:lnTo>
                  <a:lnTo>
                    <a:pt x="969470" y="1200957"/>
                  </a:lnTo>
                  <a:lnTo>
                    <a:pt x="969470" y="1200948"/>
                  </a:lnTo>
                  <a:lnTo>
                    <a:pt x="969468" y="1200933"/>
                  </a:lnTo>
                  <a:lnTo>
                    <a:pt x="969470" y="1200918"/>
                  </a:lnTo>
                  <a:lnTo>
                    <a:pt x="969474" y="1200903"/>
                  </a:lnTo>
                  <a:lnTo>
                    <a:pt x="969476" y="1200888"/>
                  </a:lnTo>
                  <a:lnTo>
                    <a:pt x="969479" y="1200873"/>
                  </a:lnTo>
                  <a:lnTo>
                    <a:pt x="969480" y="1200858"/>
                  </a:lnTo>
                  <a:lnTo>
                    <a:pt x="969481" y="1200843"/>
                  </a:lnTo>
                  <a:lnTo>
                    <a:pt x="969484" y="1200828"/>
                  </a:lnTo>
                  <a:lnTo>
                    <a:pt x="969486" y="1200823"/>
                  </a:lnTo>
                  <a:lnTo>
                    <a:pt x="969491" y="1200813"/>
                  </a:lnTo>
                  <a:lnTo>
                    <a:pt x="969497" y="1200808"/>
                  </a:lnTo>
                  <a:lnTo>
                    <a:pt x="969501" y="1200805"/>
                  </a:lnTo>
                  <a:lnTo>
                    <a:pt x="969513" y="1200801"/>
                  </a:lnTo>
                  <a:lnTo>
                    <a:pt x="969521" y="1200797"/>
                  </a:lnTo>
                  <a:lnTo>
                    <a:pt x="969535" y="1200790"/>
                  </a:lnTo>
                  <a:lnTo>
                    <a:pt x="969550" y="1200782"/>
                  </a:lnTo>
                  <a:lnTo>
                    <a:pt x="969565" y="1200771"/>
                  </a:lnTo>
                  <a:lnTo>
                    <a:pt x="969580" y="1200760"/>
                  </a:lnTo>
                  <a:lnTo>
                    <a:pt x="969588" y="1200753"/>
                  </a:lnTo>
                  <a:lnTo>
                    <a:pt x="969594" y="1200748"/>
                  </a:lnTo>
                  <a:lnTo>
                    <a:pt x="969600" y="1200745"/>
                  </a:lnTo>
                  <a:lnTo>
                    <a:pt x="969608" y="1200741"/>
                  </a:lnTo>
                  <a:lnTo>
                    <a:pt x="969622" y="1200732"/>
                  </a:lnTo>
                  <a:lnTo>
                    <a:pt x="969637" y="1200724"/>
                  </a:lnTo>
                  <a:lnTo>
                    <a:pt x="969651" y="1200716"/>
                  </a:lnTo>
                  <a:lnTo>
                    <a:pt x="969658" y="1200711"/>
                  </a:lnTo>
                  <a:lnTo>
                    <a:pt x="969663" y="1200709"/>
                  </a:lnTo>
                  <a:lnTo>
                    <a:pt x="969667" y="1200706"/>
                  </a:lnTo>
                  <a:lnTo>
                    <a:pt x="969680" y="1200702"/>
                  </a:lnTo>
                  <a:lnTo>
                    <a:pt x="969684" y="1200701"/>
                  </a:lnTo>
                  <a:lnTo>
                    <a:pt x="969695" y="1200704"/>
                  </a:lnTo>
                  <a:lnTo>
                    <a:pt x="969710" y="1200707"/>
                  </a:lnTo>
                  <a:lnTo>
                    <a:pt x="969725" y="1200711"/>
                  </a:lnTo>
                  <a:lnTo>
                    <a:pt x="969739" y="1200715"/>
                  </a:lnTo>
                  <a:lnTo>
                    <a:pt x="969754" y="1200722"/>
                  </a:lnTo>
                  <a:lnTo>
                    <a:pt x="969769" y="1200728"/>
                  </a:lnTo>
                  <a:lnTo>
                    <a:pt x="969783" y="1200735"/>
                  </a:lnTo>
                  <a:lnTo>
                    <a:pt x="969798" y="1200743"/>
                  </a:lnTo>
                  <a:lnTo>
                    <a:pt x="969829" y="1200770"/>
                  </a:lnTo>
                  <a:lnTo>
                    <a:pt x="969852" y="1200781"/>
                  </a:lnTo>
                  <a:lnTo>
                    <a:pt x="969878" y="1200793"/>
                  </a:lnTo>
                  <a:lnTo>
                    <a:pt x="969901" y="1200800"/>
                  </a:lnTo>
                  <a:lnTo>
                    <a:pt x="969919" y="1200800"/>
                  </a:lnTo>
                  <a:lnTo>
                    <a:pt x="969953" y="1200796"/>
                  </a:lnTo>
                  <a:lnTo>
                    <a:pt x="969968" y="1200796"/>
                  </a:lnTo>
                  <a:lnTo>
                    <a:pt x="969984" y="1200799"/>
                  </a:lnTo>
                  <a:lnTo>
                    <a:pt x="969997" y="1200806"/>
                  </a:lnTo>
                  <a:lnTo>
                    <a:pt x="970012" y="1200818"/>
                  </a:lnTo>
                  <a:lnTo>
                    <a:pt x="970027" y="1200831"/>
                  </a:lnTo>
                  <a:lnTo>
                    <a:pt x="970036" y="1200838"/>
                  </a:lnTo>
                  <a:lnTo>
                    <a:pt x="970041" y="1200842"/>
                  </a:lnTo>
                  <a:lnTo>
                    <a:pt x="970044" y="1200846"/>
                  </a:lnTo>
                  <a:lnTo>
                    <a:pt x="970051" y="1200850"/>
                  </a:lnTo>
                  <a:lnTo>
                    <a:pt x="970062" y="1200855"/>
                  </a:lnTo>
                  <a:lnTo>
                    <a:pt x="970072" y="1200856"/>
                  </a:lnTo>
                  <a:lnTo>
                    <a:pt x="970085" y="1200855"/>
                  </a:lnTo>
                  <a:lnTo>
                    <a:pt x="970100" y="1200850"/>
                  </a:lnTo>
                  <a:lnTo>
                    <a:pt x="970115" y="1200841"/>
                  </a:lnTo>
                  <a:lnTo>
                    <a:pt x="970130" y="1200832"/>
                  </a:lnTo>
                  <a:lnTo>
                    <a:pt x="970144" y="1200825"/>
                  </a:lnTo>
                  <a:lnTo>
                    <a:pt x="970156" y="1200820"/>
                  </a:lnTo>
                  <a:lnTo>
                    <a:pt x="970170" y="1200817"/>
                  </a:lnTo>
                  <a:lnTo>
                    <a:pt x="970174" y="1200818"/>
                  </a:lnTo>
                  <a:lnTo>
                    <a:pt x="970188" y="1200825"/>
                  </a:lnTo>
                  <a:lnTo>
                    <a:pt x="970203" y="1200830"/>
                  </a:lnTo>
                  <a:lnTo>
                    <a:pt x="970218" y="1200833"/>
                  </a:lnTo>
                  <a:lnTo>
                    <a:pt x="970233" y="1200836"/>
                  </a:lnTo>
                  <a:lnTo>
                    <a:pt x="970247" y="1200837"/>
                  </a:lnTo>
                  <a:lnTo>
                    <a:pt x="970262" y="1200840"/>
                  </a:lnTo>
                  <a:lnTo>
                    <a:pt x="970277" y="1200845"/>
                  </a:lnTo>
                  <a:lnTo>
                    <a:pt x="970291" y="1200853"/>
                  </a:lnTo>
                  <a:lnTo>
                    <a:pt x="970306" y="1200863"/>
                  </a:lnTo>
                  <a:lnTo>
                    <a:pt x="970321" y="1200873"/>
                  </a:lnTo>
                  <a:lnTo>
                    <a:pt x="970336" y="1200885"/>
                  </a:lnTo>
                  <a:lnTo>
                    <a:pt x="970350" y="1200898"/>
                  </a:lnTo>
                  <a:lnTo>
                    <a:pt x="970365" y="1200906"/>
                  </a:lnTo>
                  <a:lnTo>
                    <a:pt x="970380" y="1200913"/>
                  </a:lnTo>
                  <a:lnTo>
                    <a:pt x="970397" y="1200923"/>
                  </a:lnTo>
                  <a:lnTo>
                    <a:pt x="970404" y="1200927"/>
                  </a:lnTo>
                  <a:lnTo>
                    <a:pt x="970412" y="1200930"/>
                  </a:lnTo>
                  <a:lnTo>
                    <a:pt x="970424" y="1200930"/>
                  </a:lnTo>
                  <a:lnTo>
                    <a:pt x="970439" y="1200928"/>
                  </a:lnTo>
                  <a:lnTo>
                    <a:pt x="970444" y="1200926"/>
                  </a:lnTo>
                  <a:lnTo>
                    <a:pt x="970448" y="1200925"/>
                  </a:lnTo>
                  <a:lnTo>
                    <a:pt x="970456" y="1200926"/>
                  </a:lnTo>
                  <a:lnTo>
                    <a:pt x="970468" y="1200932"/>
                  </a:lnTo>
                  <a:lnTo>
                    <a:pt x="970483" y="1200938"/>
                  </a:lnTo>
                  <a:lnTo>
                    <a:pt x="970497" y="1200947"/>
                  </a:lnTo>
                  <a:lnTo>
                    <a:pt x="970512" y="1200958"/>
                  </a:lnTo>
                  <a:lnTo>
                    <a:pt x="970527" y="1200969"/>
                  </a:lnTo>
                  <a:lnTo>
                    <a:pt x="970540" y="1200982"/>
                  </a:lnTo>
                  <a:lnTo>
                    <a:pt x="970555" y="1200991"/>
                  </a:lnTo>
                  <a:lnTo>
                    <a:pt x="970569" y="1200999"/>
                  </a:lnTo>
                  <a:lnTo>
                    <a:pt x="970584" y="1201008"/>
                  </a:lnTo>
                  <a:lnTo>
                    <a:pt x="970590" y="1201010"/>
                  </a:lnTo>
                  <a:lnTo>
                    <a:pt x="970599" y="1201019"/>
                  </a:lnTo>
                  <a:lnTo>
                    <a:pt x="970602" y="1201021"/>
                  </a:lnTo>
                  <a:lnTo>
                    <a:pt x="970606" y="1201027"/>
                  </a:lnTo>
                  <a:lnTo>
                    <a:pt x="970608" y="1201034"/>
                  </a:lnTo>
                  <a:lnTo>
                    <a:pt x="970613" y="1201049"/>
                  </a:lnTo>
                  <a:lnTo>
                    <a:pt x="970613" y="1201055"/>
                  </a:lnTo>
                  <a:lnTo>
                    <a:pt x="970615" y="1201064"/>
                  </a:lnTo>
                  <a:lnTo>
                    <a:pt x="970617" y="1201071"/>
                  </a:lnTo>
                  <a:lnTo>
                    <a:pt x="970622" y="1201079"/>
                  </a:lnTo>
                  <a:lnTo>
                    <a:pt x="970630" y="1201094"/>
                  </a:lnTo>
                  <a:lnTo>
                    <a:pt x="970631" y="1201099"/>
                  </a:lnTo>
                  <a:lnTo>
                    <a:pt x="970637" y="1201109"/>
                  </a:lnTo>
                  <a:lnTo>
                    <a:pt x="970648" y="1201124"/>
                  </a:lnTo>
                  <a:lnTo>
                    <a:pt x="970656" y="1201139"/>
                  </a:lnTo>
                  <a:lnTo>
                    <a:pt x="970663" y="1201154"/>
                  </a:lnTo>
                  <a:lnTo>
                    <a:pt x="970670" y="1201169"/>
                  </a:lnTo>
                  <a:lnTo>
                    <a:pt x="970675" y="1201176"/>
                  </a:lnTo>
                  <a:lnTo>
                    <a:pt x="970682" y="1201183"/>
                  </a:lnTo>
                  <a:lnTo>
                    <a:pt x="970688" y="1201190"/>
                  </a:lnTo>
                  <a:lnTo>
                    <a:pt x="970693" y="1201197"/>
                  </a:lnTo>
                  <a:lnTo>
                    <a:pt x="970708" y="1201207"/>
                  </a:lnTo>
                  <a:lnTo>
                    <a:pt x="970722" y="1201218"/>
                  </a:lnTo>
                  <a:lnTo>
                    <a:pt x="970737" y="1201229"/>
                  </a:lnTo>
                  <a:lnTo>
                    <a:pt x="970751" y="1201242"/>
                  </a:lnTo>
                  <a:lnTo>
                    <a:pt x="970766" y="1201255"/>
                  </a:lnTo>
                  <a:lnTo>
                    <a:pt x="970781" y="1201269"/>
                  </a:lnTo>
                  <a:lnTo>
                    <a:pt x="970795" y="1201283"/>
                  </a:lnTo>
                  <a:lnTo>
                    <a:pt x="970809" y="1201294"/>
                  </a:lnTo>
                  <a:lnTo>
                    <a:pt x="970814" y="1201298"/>
                  </a:lnTo>
                  <a:lnTo>
                    <a:pt x="970820" y="1201308"/>
                  </a:lnTo>
                  <a:lnTo>
                    <a:pt x="970825" y="1201323"/>
                  </a:lnTo>
                  <a:lnTo>
                    <a:pt x="970832" y="1201338"/>
                  </a:lnTo>
                  <a:lnTo>
                    <a:pt x="970845" y="1201353"/>
                  </a:lnTo>
                  <a:lnTo>
                    <a:pt x="970855" y="1201366"/>
                  </a:lnTo>
                  <a:lnTo>
                    <a:pt x="970858" y="1201369"/>
                  </a:lnTo>
                  <a:lnTo>
                    <a:pt x="970862" y="1201383"/>
                  </a:lnTo>
                  <a:lnTo>
                    <a:pt x="970864" y="1201394"/>
                  </a:lnTo>
                  <a:lnTo>
                    <a:pt x="970867" y="1201398"/>
                  </a:lnTo>
                  <a:lnTo>
                    <a:pt x="970869" y="1201403"/>
                  </a:lnTo>
                  <a:lnTo>
                    <a:pt x="970878" y="1201413"/>
                  </a:lnTo>
                  <a:lnTo>
                    <a:pt x="970889" y="1201429"/>
                  </a:lnTo>
                  <a:lnTo>
                    <a:pt x="970891" y="1201435"/>
                  </a:lnTo>
                  <a:lnTo>
                    <a:pt x="970890" y="1201446"/>
                  </a:lnTo>
                  <a:lnTo>
                    <a:pt x="970884" y="1201460"/>
                  </a:lnTo>
                  <a:lnTo>
                    <a:pt x="970876" y="1201473"/>
                  </a:lnTo>
                  <a:lnTo>
                    <a:pt x="970866" y="1201489"/>
                  </a:lnTo>
                  <a:lnTo>
                    <a:pt x="970859" y="1201510"/>
                  </a:lnTo>
                  <a:lnTo>
                    <a:pt x="970858" y="1201518"/>
                  </a:lnTo>
                  <a:lnTo>
                    <a:pt x="970856" y="1201525"/>
                  </a:lnTo>
                  <a:lnTo>
                    <a:pt x="970855" y="1201538"/>
                  </a:lnTo>
                  <a:lnTo>
                    <a:pt x="970857" y="1201548"/>
                  </a:lnTo>
                  <a:lnTo>
                    <a:pt x="970859" y="1201563"/>
                  </a:lnTo>
                  <a:lnTo>
                    <a:pt x="970861" y="1201578"/>
                  </a:lnTo>
                  <a:lnTo>
                    <a:pt x="970863" y="1201593"/>
                  </a:lnTo>
                  <a:lnTo>
                    <a:pt x="970867" y="1201608"/>
                  </a:lnTo>
                  <a:lnTo>
                    <a:pt x="970868" y="1201614"/>
                  </a:lnTo>
                  <a:lnTo>
                    <a:pt x="970873" y="1201623"/>
                  </a:lnTo>
                  <a:lnTo>
                    <a:pt x="970880" y="1201638"/>
                  </a:lnTo>
                  <a:lnTo>
                    <a:pt x="970892" y="1201653"/>
                  </a:lnTo>
                  <a:lnTo>
                    <a:pt x="970905" y="1201667"/>
                  </a:lnTo>
                  <a:lnTo>
                    <a:pt x="970911" y="1201675"/>
                  </a:lnTo>
                  <a:lnTo>
                    <a:pt x="970923" y="1201688"/>
                  </a:lnTo>
                  <a:lnTo>
                    <a:pt x="970932" y="1201698"/>
                  </a:lnTo>
                  <a:lnTo>
                    <a:pt x="970943" y="1201707"/>
                  </a:lnTo>
                  <a:lnTo>
                    <a:pt x="970956" y="1201720"/>
                  </a:lnTo>
                  <a:lnTo>
                    <a:pt x="970970" y="1201731"/>
                  </a:lnTo>
                  <a:lnTo>
                    <a:pt x="970984" y="1201744"/>
                  </a:lnTo>
                  <a:lnTo>
                    <a:pt x="970996" y="1201757"/>
                  </a:lnTo>
                  <a:lnTo>
                    <a:pt x="971005" y="1201772"/>
                  </a:lnTo>
                  <a:lnTo>
                    <a:pt x="971017" y="1201787"/>
                  </a:lnTo>
                  <a:lnTo>
                    <a:pt x="971028" y="1201802"/>
                  </a:lnTo>
                  <a:lnTo>
                    <a:pt x="971042" y="1201815"/>
                  </a:lnTo>
                  <a:lnTo>
                    <a:pt x="971056" y="1201827"/>
                  </a:lnTo>
                  <a:lnTo>
                    <a:pt x="971067" y="1201842"/>
                  </a:lnTo>
                  <a:lnTo>
                    <a:pt x="971071" y="1201849"/>
                  </a:lnTo>
                  <a:lnTo>
                    <a:pt x="971073" y="1201857"/>
                  </a:lnTo>
                  <a:lnTo>
                    <a:pt x="971076" y="1201866"/>
                  </a:lnTo>
                  <a:lnTo>
                    <a:pt x="971076" y="1201872"/>
                  </a:lnTo>
                  <a:lnTo>
                    <a:pt x="971078" y="1201887"/>
                  </a:lnTo>
                  <a:lnTo>
                    <a:pt x="971080" y="1201902"/>
                  </a:lnTo>
                  <a:lnTo>
                    <a:pt x="971080" y="1201917"/>
                  </a:lnTo>
                  <a:lnTo>
                    <a:pt x="971081" y="1201932"/>
                  </a:lnTo>
                  <a:lnTo>
                    <a:pt x="971082" y="1201947"/>
                  </a:lnTo>
                  <a:lnTo>
                    <a:pt x="971081" y="1201962"/>
                  </a:lnTo>
                  <a:lnTo>
                    <a:pt x="971078" y="1201977"/>
                  </a:lnTo>
                  <a:lnTo>
                    <a:pt x="971072" y="1201998"/>
                  </a:lnTo>
                  <a:lnTo>
                    <a:pt x="971070" y="1202007"/>
                  </a:lnTo>
                  <a:lnTo>
                    <a:pt x="971066" y="1202023"/>
                  </a:lnTo>
                  <a:lnTo>
                    <a:pt x="971064" y="1202038"/>
                  </a:lnTo>
                  <a:lnTo>
                    <a:pt x="971062" y="1202053"/>
                  </a:lnTo>
                  <a:lnTo>
                    <a:pt x="971060" y="1202060"/>
                  </a:lnTo>
                  <a:lnTo>
                    <a:pt x="971056" y="1202075"/>
                  </a:lnTo>
                  <a:lnTo>
                    <a:pt x="971041" y="1202143"/>
                  </a:lnTo>
                  <a:lnTo>
                    <a:pt x="971041" y="1202150"/>
                  </a:lnTo>
                  <a:lnTo>
                    <a:pt x="971039" y="1202165"/>
                  </a:lnTo>
                  <a:lnTo>
                    <a:pt x="971038" y="1202180"/>
                  </a:lnTo>
                  <a:lnTo>
                    <a:pt x="971035" y="1202195"/>
                  </a:lnTo>
                  <a:lnTo>
                    <a:pt x="971034" y="1202210"/>
                  </a:lnTo>
                  <a:lnTo>
                    <a:pt x="971032" y="1202225"/>
                  </a:lnTo>
                  <a:lnTo>
                    <a:pt x="971031" y="1202240"/>
                  </a:lnTo>
                  <a:lnTo>
                    <a:pt x="971030" y="1202255"/>
                  </a:lnTo>
                  <a:lnTo>
                    <a:pt x="971029" y="1202271"/>
                  </a:lnTo>
                  <a:lnTo>
                    <a:pt x="971027" y="1202281"/>
                  </a:lnTo>
                  <a:lnTo>
                    <a:pt x="971024" y="1202290"/>
                  </a:lnTo>
                  <a:lnTo>
                    <a:pt x="971015" y="1202298"/>
                  </a:lnTo>
                  <a:lnTo>
                    <a:pt x="971004" y="1202302"/>
                  </a:lnTo>
                  <a:lnTo>
                    <a:pt x="970998" y="1202309"/>
                  </a:lnTo>
                  <a:lnTo>
                    <a:pt x="970984" y="1202332"/>
                  </a:lnTo>
                  <a:lnTo>
                    <a:pt x="970962" y="1202387"/>
                  </a:lnTo>
                  <a:lnTo>
                    <a:pt x="970953" y="1202403"/>
                  </a:lnTo>
                  <a:lnTo>
                    <a:pt x="970922" y="1202428"/>
                  </a:lnTo>
                  <a:lnTo>
                    <a:pt x="970907" y="1202442"/>
                  </a:lnTo>
                  <a:lnTo>
                    <a:pt x="970893" y="1202454"/>
                  </a:lnTo>
                  <a:lnTo>
                    <a:pt x="970878" y="1202466"/>
                  </a:lnTo>
                  <a:lnTo>
                    <a:pt x="970863" y="1202475"/>
                  </a:lnTo>
                  <a:lnTo>
                    <a:pt x="970848" y="1202484"/>
                  </a:lnTo>
                  <a:lnTo>
                    <a:pt x="970834" y="1202491"/>
                  </a:lnTo>
                  <a:lnTo>
                    <a:pt x="970819" y="1202498"/>
                  </a:lnTo>
                  <a:lnTo>
                    <a:pt x="970804" y="1202507"/>
                  </a:lnTo>
                  <a:lnTo>
                    <a:pt x="970792" y="1202515"/>
                  </a:lnTo>
                  <a:lnTo>
                    <a:pt x="970788" y="1202519"/>
                  </a:lnTo>
                  <a:lnTo>
                    <a:pt x="970781" y="1202529"/>
                  </a:lnTo>
                  <a:lnTo>
                    <a:pt x="970775" y="1202546"/>
                  </a:lnTo>
                  <a:lnTo>
                    <a:pt x="970772" y="1202561"/>
                  </a:lnTo>
                  <a:lnTo>
                    <a:pt x="970768" y="1202576"/>
                  </a:lnTo>
                  <a:lnTo>
                    <a:pt x="970764" y="1202591"/>
                  </a:lnTo>
                  <a:lnTo>
                    <a:pt x="970757" y="1202607"/>
                  </a:lnTo>
                  <a:lnTo>
                    <a:pt x="970747" y="1202622"/>
                  </a:lnTo>
                  <a:lnTo>
                    <a:pt x="970741" y="1202629"/>
                  </a:lnTo>
                  <a:lnTo>
                    <a:pt x="970736" y="1202636"/>
                  </a:lnTo>
                  <a:lnTo>
                    <a:pt x="970725" y="1202651"/>
                  </a:lnTo>
                  <a:lnTo>
                    <a:pt x="970714" y="1202666"/>
                  </a:lnTo>
                  <a:lnTo>
                    <a:pt x="970711" y="1202669"/>
                  </a:lnTo>
                  <a:lnTo>
                    <a:pt x="970708" y="1202673"/>
                  </a:lnTo>
                  <a:lnTo>
                    <a:pt x="970706" y="1202682"/>
                  </a:lnTo>
                  <a:lnTo>
                    <a:pt x="970707" y="1202696"/>
                  </a:lnTo>
                  <a:lnTo>
                    <a:pt x="970706" y="1202711"/>
                  </a:lnTo>
                  <a:lnTo>
                    <a:pt x="970705" y="1202726"/>
                  </a:lnTo>
                  <a:lnTo>
                    <a:pt x="970704" y="1202742"/>
                  </a:lnTo>
                  <a:lnTo>
                    <a:pt x="970700" y="1202757"/>
                  </a:lnTo>
                  <a:lnTo>
                    <a:pt x="970695" y="1202779"/>
                  </a:lnTo>
                  <a:lnTo>
                    <a:pt x="970692" y="1202796"/>
                  </a:lnTo>
                  <a:lnTo>
                    <a:pt x="970693" y="1202802"/>
                  </a:lnTo>
                  <a:lnTo>
                    <a:pt x="970695" y="1202817"/>
                  </a:lnTo>
                  <a:lnTo>
                    <a:pt x="970698" y="1202832"/>
                  </a:lnTo>
                  <a:lnTo>
                    <a:pt x="970700" y="1202847"/>
                  </a:lnTo>
                  <a:lnTo>
                    <a:pt x="970704" y="1202877"/>
                  </a:lnTo>
                  <a:lnTo>
                    <a:pt x="970707" y="1202888"/>
                  </a:lnTo>
                  <a:lnTo>
                    <a:pt x="970713" y="1202900"/>
                  </a:lnTo>
                  <a:lnTo>
                    <a:pt x="970715" y="1202922"/>
                  </a:lnTo>
                  <a:lnTo>
                    <a:pt x="970715" y="1202937"/>
                  </a:lnTo>
                  <a:lnTo>
                    <a:pt x="970711" y="1202951"/>
                  </a:lnTo>
                  <a:lnTo>
                    <a:pt x="970708" y="1202963"/>
                  </a:lnTo>
                  <a:lnTo>
                    <a:pt x="970708" y="1202971"/>
                  </a:lnTo>
                  <a:lnTo>
                    <a:pt x="970713" y="1202982"/>
                  </a:lnTo>
                  <a:lnTo>
                    <a:pt x="970717" y="1202997"/>
                  </a:lnTo>
                  <a:lnTo>
                    <a:pt x="970726" y="1203013"/>
                  </a:lnTo>
                  <a:lnTo>
                    <a:pt x="970734" y="1203029"/>
                  </a:lnTo>
                  <a:lnTo>
                    <a:pt x="970737" y="1203043"/>
                  </a:lnTo>
                  <a:lnTo>
                    <a:pt x="970735" y="1203058"/>
                  </a:lnTo>
                  <a:lnTo>
                    <a:pt x="970735" y="1203073"/>
                  </a:lnTo>
                  <a:lnTo>
                    <a:pt x="970735" y="1203088"/>
                  </a:lnTo>
                  <a:lnTo>
                    <a:pt x="970737" y="1203103"/>
                  </a:lnTo>
                  <a:lnTo>
                    <a:pt x="970742" y="1203118"/>
                  </a:lnTo>
                  <a:lnTo>
                    <a:pt x="970749" y="1203133"/>
                  </a:lnTo>
                  <a:lnTo>
                    <a:pt x="970754" y="1203148"/>
                  </a:lnTo>
                  <a:lnTo>
                    <a:pt x="970760" y="1203163"/>
                  </a:lnTo>
                  <a:lnTo>
                    <a:pt x="970768" y="1203178"/>
                  </a:lnTo>
                  <a:lnTo>
                    <a:pt x="970778" y="1203193"/>
                  </a:lnTo>
                  <a:lnTo>
                    <a:pt x="970786" y="1203208"/>
                  </a:lnTo>
                  <a:lnTo>
                    <a:pt x="970794" y="1203223"/>
                  </a:lnTo>
                  <a:lnTo>
                    <a:pt x="970799" y="1203238"/>
                  </a:lnTo>
                  <a:lnTo>
                    <a:pt x="970804" y="1203253"/>
                  </a:lnTo>
                  <a:lnTo>
                    <a:pt x="970810" y="1203268"/>
                  </a:lnTo>
                  <a:lnTo>
                    <a:pt x="970814" y="1203283"/>
                  </a:lnTo>
                  <a:lnTo>
                    <a:pt x="970818" y="1203298"/>
                  </a:lnTo>
                  <a:lnTo>
                    <a:pt x="970821" y="1203313"/>
                  </a:lnTo>
                  <a:lnTo>
                    <a:pt x="970828" y="1203340"/>
                  </a:lnTo>
                  <a:lnTo>
                    <a:pt x="970833" y="1203346"/>
                  </a:lnTo>
                  <a:lnTo>
                    <a:pt x="970843" y="1203344"/>
                  </a:lnTo>
                  <a:lnTo>
                    <a:pt x="970870" y="1203327"/>
                  </a:lnTo>
                  <a:lnTo>
                    <a:pt x="970899" y="1203308"/>
                  </a:lnTo>
                  <a:lnTo>
                    <a:pt x="970935" y="1203303"/>
                  </a:lnTo>
                  <a:lnTo>
                    <a:pt x="970968" y="1203301"/>
                  </a:lnTo>
                  <a:lnTo>
                    <a:pt x="971007" y="1203305"/>
                  </a:lnTo>
                  <a:lnTo>
                    <a:pt x="971022" y="1203306"/>
                  </a:lnTo>
                  <a:lnTo>
                    <a:pt x="971037" y="1203307"/>
                  </a:lnTo>
                  <a:lnTo>
                    <a:pt x="971051" y="1203307"/>
                  </a:lnTo>
                  <a:lnTo>
                    <a:pt x="971056" y="1203306"/>
                  </a:lnTo>
                  <a:lnTo>
                    <a:pt x="971066" y="1203307"/>
                  </a:lnTo>
                  <a:lnTo>
                    <a:pt x="971081" y="1203307"/>
                  </a:lnTo>
                  <a:lnTo>
                    <a:pt x="971095" y="1203307"/>
                  </a:lnTo>
                  <a:lnTo>
                    <a:pt x="971110" y="1203308"/>
                  </a:lnTo>
                  <a:lnTo>
                    <a:pt x="971125" y="1203309"/>
                  </a:lnTo>
                  <a:lnTo>
                    <a:pt x="971132" y="1203310"/>
                  </a:lnTo>
                  <a:lnTo>
                    <a:pt x="971141" y="1203311"/>
                  </a:lnTo>
                  <a:lnTo>
                    <a:pt x="971145" y="1203307"/>
                  </a:lnTo>
                  <a:lnTo>
                    <a:pt x="971147" y="1203299"/>
                  </a:lnTo>
                  <a:lnTo>
                    <a:pt x="971150" y="1203295"/>
                  </a:lnTo>
                  <a:lnTo>
                    <a:pt x="971154" y="1203284"/>
                  </a:lnTo>
                  <a:lnTo>
                    <a:pt x="971156" y="1203278"/>
                  </a:lnTo>
                  <a:lnTo>
                    <a:pt x="971162" y="1203269"/>
                  </a:lnTo>
                  <a:lnTo>
                    <a:pt x="971167" y="1203253"/>
                  </a:lnTo>
                  <a:lnTo>
                    <a:pt x="971171" y="1203238"/>
                  </a:lnTo>
                  <a:lnTo>
                    <a:pt x="971176" y="1203223"/>
                  </a:lnTo>
                  <a:lnTo>
                    <a:pt x="971179" y="1203208"/>
                  </a:lnTo>
                  <a:lnTo>
                    <a:pt x="971182" y="1203193"/>
                  </a:lnTo>
                  <a:lnTo>
                    <a:pt x="971185" y="1203178"/>
                  </a:lnTo>
                  <a:lnTo>
                    <a:pt x="971187" y="1203171"/>
                  </a:lnTo>
                  <a:lnTo>
                    <a:pt x="971187" y="1203163"/>
                  </a:lnTo>
                  <a:lnTo>
                    <a:pt x="971192" y="1203146"/>
                  </a:lnTo>
                  <a:lnTo>
                    <a:pt x="971200" y="1203133"/>
                  </a:lnTo>
                  <a:lnTo>
                    <a:pt x="971203" y="1203130"/>
                  </a:lnTo>
                  <a:lnTo>
                    <a:pt x="971214" y="1203125"/>
                  </a:lnTo>
                  <a:lnTo>
                    <a:pt x="971229" y="1203118"/>
                  </a:lnTo>
                  <a:lnTo>
                    <a:pt x="971244" y="1203111"/>
                  </a:lnTo>
                  <a:lnTo>
                    <a:pt x="971258" y="1203099"/>
                  </a:lnTo>
                  <a:lnTo>
                    <a:pt x="971270" y="1203084"/>
                  </a:lnTo>
                  <a:lnTo>
                    <a:pt x="971279" y="1203069"/>
                  </a:lnTo>
                  <a:lnTo>
                    <a:pt x="971286" y="1203057"/>
                  </a:lnTo>
                  <a:lnTo>
                    <a:pt x="971289" y="1203051"/>
                  </a:lnTo>
                  <a:lnTo>
                    <a:pt x="971298" y="1203038"/>
                  </a:lnTo>
                  <a:lnTo>
                    <a:pt x="971304" y="1203024"/>
                  </a:lnTo>
                  <a:lnTo>
                    <a:pt x="971314" y="1203009"/>
                  </a:lnTo>
                  <a:lnTo>
                    <a:pt x="971325" y="1202994"/>
                  </a:lnTo>
                  <a:lnTo>
                    <a:pt x="971335" y="1202979"/>
                  </a:lnTo>
                  <a:lnTo>
                    <a:pt x="971346" y="1202965"/>
                  </a:lnTo>
                  <a:lnTo>
                    <a:pt x="971359" y="1202951"/>
                  </a:lnTo>
                  <a:lnTo>
                    <a:pt x="971364" y="1202947"/>
                  </a:lnTo>
                  <a:lnTo>
                    <a:pt x="971374" y="1202943"/>
                  </a:lnTo>
                  <a:lnTo>
                    <a:pt x="971388" y="1202943"/>
                  </a:lnTo>
                  <a:lnTo>
                    <a:pt x="971403" y="1202942"/>
                  </a:lnTo>
                  <a:lnTo>
                    <a:pt x="971418" y="1202942"/>
                  </a:lnTo>
                  <a:lnTo>
                    <a:pt x="971433" y="1202944"/>
                  </a:lnTo>
                  <a:lnTo>
                    <a:pt x="971445" y="1202952"/>
                  </a:lnTo>
                  <a:lnTo>
                    <a:pt x="971449" y="1202954"/>
                  </a:lnTo>
                  <a:lnTo>
                    <a:pt x="971458" y="1202961"/>
                  </a:lnTo>
                  <a:lnTo>
                    <a:pt x="971467" y="1202967"/>
                  </a:lnTo>
                  <a:lnTo>
                    <a:pt x="971471" y="1202968"/>
                  </a:lnTo>
                  <a:lnTo>
                    <a:pt x="971482" y="1202970"/>
                  </a:lnTo>
                  <a:lnTo>
                    <a:pt x="971495" y="1202971"/>
                  </a:lnTo>
                  <a:lnTo>
                    <a:pt x="971509" y="1202969"/>
                  </a:lnTo>
                  <a:lnTo>
                    <a:pt x="971525" y="1202966"/>
                  </a:lnTo>
                  <a:lnTo>
                    <a:pt x="971535" y="1202965"/>
                  </a:lnTo>
                  <a:lnTo>
                    <a:pt x="971550" y="1202964"/>
                  </a:lnTo>
                  <a:lnTo>
                    <a:pt x="971565" y="1202964"/>
                  </a:lnTo>
                  <a:lnTo>
                    <a:pt x="971580" y="1202963"/>
                  </a:lnTo>
                  <a:lnTo>
                    <a:pt x="971584" y="1202959"/>
                  </a:lnTo>
                  <a:lnTo>
                    <a:pt x="971587" y="1202953"/>
                  </a:lnTo>
                  <a:lnTo>
                    <a:pt x="971595" y="1202942"/>
                  </a:lnTo>
                  <a:lnTo>
                    <a:pt x="971623" y="1202893"/>
                  </a:lnTo>
                  <a:lnTo>
                    <a:pt x="971649" y="1202843"/>
                  </a:lnTo>
                  <a:lnTo>
                    <a:pt x="971653" y="1202837"/>
                  </a:lnTo>
                  <a:lnTo>
                    <a:pt x="971661" y="1202826"/>
                  </a:lnTo>
                  <a:lnTo>
                    <a:pt x="971676" y="1202806"/>
                  </a:lnTo>
                  <a:lnTo>
                    <a:pt x="971697" y="1202775"/>
                  </a:lnTo>
                  <a:lnTo>
                    <a:pt x="971707" y="1202763"/>
                  </a:lnTo>
                  <a:lnTo>
                    <a:pt x="971726" y="1202749"/>
                  </a:lnTo>
                  <a:lnTo>
                    <a:pt x="971741" y="1202742"/>
                  </a:lnTo>
                  <a:lnTo>
                    <a:pt x="971755" y="1202736"/>
                  </a:lnTo>
                  <a:lnTo>
                    <a:pt x="971770" y="1202732"/>
                  </a:lnTo>
                  <a:lnTo>
                    <a:pt x="971785" y="1202730"/>
                  </a:lnTo>
                  <a:lnTo>
                    <a:pt x="971799" y="1202729"/>
                  </a:lnTo>
                  <a:lnTo>
                    <a:pt x="971814" y="1202728"/>
                  </a:lnTo>
                  <a:lnTo>
                    <a:pt x="971829" y="1202728"/>
                  </a:lnTo>
                  <a:lnTo>
                    <a:pt x="971844" y="1202729"/>
                  </a:lnTo>
                  <a:lnTo>
                    <a:pt x="971858" y="1202731"/>
                  </a:lnTo>
                  <a:lnTo>
                    <a:pt x="971873" y="1202729"/>
                  </a:lnTo>
                  <a:lnTo>
                    <a:pt x="971880" y="1202728"/>
                  </a:lnTo>
                  <a:lnTo>
                    <a:pt x="971886" y="1202724"/>
                  </a:lnTo>
                  <a:lnTo>
                    <a:pt x="971886" y="1202715"/>
                  </a:lnTo>
                  <a:lnTo>
                    <a:pt x="971888" y="1202707"/>
                  </a:lnTo>
                  <a:lnTo>
                    <a:pt x="971889" y="1202692"/>
                  </a:lnTo>
                  <a:lnTo>
                    <a:pt x="971892" y="1202682"/>
                  </a:lnTo>
                  <a:lnTo>
                    <a:pt x="971893" y="1202677"/>
                  </a:lnTo>
                  <a:lnTo>
                    <a:pt x="971895" y="1202662"/>
                  </a:lnTo>
                  <a:lnTo>
                    <a:pt x="971899" y="1202647"/>
                  </a:lnTo>
                  <a:lnTo>
                    <a:pt x="971903" y="1202636"/>
                  </a:lnTo>
                  <a:lnTo>
                    <a:pt x="971906" y="1202632"/>
                  </a:lnTo>
                  <a:lnTo>
                    <a:pt x="971908" y="1202626"/>
                  </a:lnTo>
                  <a:lnTo>
                    <a:pt x="971914" y="1202617"/>
                  </a:lnTo>
                  <a:lnTo>
                    <a:pt x="971929" y="1202602"/>
                  </a:lnTo>
                  <a:lnTo>
                    <a:pt x="971936" y="1202585"/>
                  </a:lnTo>
                  <a:lnTo>
                    <a:pt x="971941" y="1202568"/>
                  </a:lnTo>
                  <a:lnTo>
                    <a:pt x="971943" y="1202554"/>
                  </a:lnTo>
                  <a:lnTo>
                    <a:pt x="971945" y="1202537"/>
                  </a:lnTo>
                  <a:lnTo>
                    <a:pt x="971946" y="1202522"/>
                  </a:lnTo>
                  <a:lnTo>
                    <a:pt x="971945" y="1202507"/>
                  </a:lnTo>
                  <a:lnTo>
                    <a:pt x="971946" y="1202489"/>
                  </a:lnTo>
                  <a:lnTo>
                    <a:pt x="971948" y="1202474"/>
                  </a:lnTo>
                  <a:lnTo>
                    <a:pt x="971949" y="1202463"/>
                  </a:lnTo>
                  <a:lnTo>
                    <a:pt x="971951" y="1202457"/>
                  </a:lnTo>
                  <a:lnTo>
                    <a:pt x="971959" y="1202444"/>
                  </a:lnTo>
                  <a:lnTo>
                    <a:pt x="971969" y="1202429"/>
                  </a:lnTo>
                  <a:lnTo>
                    <a:pt x="971979" y="1202414"/>
                  </a:lnTo>
                  <a:lnTo>
                    <a:pt x="971992" y="1202399"/>
                  </a:lnTo>
                  <a:lnTo>
                    <a:pt x="972004" y="1202382"/>
                  </a:lnTo>
                  <a:lnTo>
                    <a:pt x="972014" y="1202370"/>
                  </a:lnTo>
                  <a:lnTo>
                    <a:pt x="972028" y="1202355"/>
                  </a:lnTo>
                  <a:lnTo>
                    <a:pt x="972040" y="1202340"/>
                  </a:lnTo>
                  <a:lnTo>
                    <a:pt x="972052" y="1202326"/>
                  </a:lnTo>
                  <a:lnTo>
                    <a:pt x="972065" y="1202313"/>
                  </a:lnTo>
                  <a:lnTo>
                    <a:pt x="972079" y="1202299"/>
                  </a:lnTo>
                  <a:lnTo>
                    <a:pt x="972093" y="1202285"/>
                  </a:lnTo>
                  <a:lnTo>
                    <a:pt x="972106" y="1202273"/>
                  </a:lnTo>
                  <a:lnTo>
                    <a:pt x="972112" y="1202269"/>
                  </a:lnTo>
                  <a:lnTo>
                    <a:pt x="972125" y="1202270"/>
                  </a:lnTo>
                  <a:lnTo>
                    <a:pt x="972146" y="1202273"/>
                  </a:lnTo>
                  <a:lnTo>
                    <a:pt x="972165" y="1202275"/>
                  </a:lnTo>
                  <a:lnTo>
                    <a:pt x="972180" y="1202277"/>
                  </a:lnTo>
                  <a:lnTo>
                    <a:pt x="972195" y="1202278"/>
                  </a:lnTo>
                  <a:lnTo>
                    <a:pt x="972209" y="1202276"/>
                  </a:lnTo>
                  <a:lnTo>
                    <a:pt x="972224" y="1202275"/>
                  </a:lnTo>
                  <a:lnTo>
                    <a:pt x="972230" y="1202275"/>
                  </a:lnTo>
                  <a:lnTo>
                    <a:pt x="972239" y="1202278"/>
                  </a:lnTo>
                  <a:lnTo>
                    <a:pt x="972244" y="1202279"/>
                  </a:lnTo>
                  <a:lnTo>
                    <a:pt x="972253" y="1202284"/>
                  </a:lnTo>
                  <a:lnTo>
                    <a:pt x="972268" y="1202290"/>
                  </a:lnTo>
                  <a:lnTo>
                    <a:pt x="972277" y="1202294"/>
                  </a:lnTo>
                  <a:lnTo>
                    <a:pt x="972283" y="1202299"/>
                  </a:lnTo>
                  <a:lnTo>
                    <a:pt x="972297" y="1202310"/>
                  </a:lnTo>
                  <a:lnTo>
                    <a:pt x="972312" y="1202319"/>
                  </a:lnTo>
                  <a:lnTo>
                    <a:pt x="972328" y="1202328"/>
                  </a:lnTo>
                  <a:lnTo>
                    <a:pt x="972340" y="1202334"/>
                  </a:lnTo>
                  <a:lnTo>
                    <a:pt x="972352" y="1202340"/>
                  </a:lnTo>
                  <a:lnTo>
                    <a:pt x="972357" y="1202342"/>
                  </a:lnTo>
                  <a:lnTo>
                    <a:pt x="972370" y="1202346"/>
                  </a:lnTo>
                  <a:lnTo>
                    <a:pt x="972385" y="1202349"/>
                  </a:lnTo>
                  <a:lnTo>
                    <a:pt x="972395" y="1202348"/>
                  </a:lnTo>
                  <a:lnTo>
                    <a:pt x="972400" y="1202344"/>
                  </a:lnTo>
                  <a:lnTo>
                    <a:pt x="972407" y="1202329"/>
                  </a:lnTo>
                  <a:lnTo>
                    <a:pt x="972415" y="1202314"/>
                  </a:lnTo>
                  <a:lnTo>
                    <a:pt x="972422" y="1202299"/>
                  </a:lnTo>
                  <a:lnTo>
                    <a:pt x="972429" y="1202283"/>
                  </a:lnTo>
                  <a:lnTo>
                    <a:pt x="972439" y="1202267"/>
                  </a:lnTo>
                  <a:lnTo>
                    <a:pt x="972446" y="1202253"/>
                  </a:lnTo>
                  <a:lnTo>
                    <a:pt x="972453" y="1202238"/>
                  </a:lnTo>
                  <a:lnTo>
                    <a:pt x="972459" y="1202223"/>
                  </a:lnTo>
                  <a:lnTo>
                    <a:pt x="972464" y="1202208"/>
                  </a:lnTo>
                  <a:lnTo>
                    <a:pt x="972465" y="1202189"/>
                  </a:lnTo>
                  <a:lnTo>
                    <a:pt x="972468" y="1202172"/>
                  </a:lnTo>
                  <a:lnTo>
                    <a:pt x="972473" y="1202145"/>
                  </a:lnTo>
                  <a:lnTo>
                    <a:pt x="972478" y="1202130"/>
                  </a:lnTo>
                  <a:lnTo>
                    <a:pt x="972484" y="1202118"/>
                  </a:lnTo>
                  <a:lnTo>
                    <a:pt x="972491" y="1202105"/>
                  </a:lnTo>
                  <a:lnTo>
                    <a:pt x="972499" y="1202094"/>
                  </a:lnTo>
                  <a:lnTo>
                    <a:pt x="972504" y="1202087"/>
                  </a:lnTo>
                  <a:lnTo>
                    <a:pt x="972510" y="1202080"/>
                  </a:lnTo>
                  <a:lnTo>
                    <a:pt x="972532" y="1202060"/>
                  </a:lnTo>
                  <a:lnTo>
                    <a:pt x="972539" y="1202056"/>
                  </a:lnTo>
                  <a:lnTo>
                    <a:pt x="972547" y="1202054"/>
                  </a:lnTo>
                  <a:lnTo>
                    <a:pt x="972561" y="1202052"/>
                  </a:lnTo>
                  <a:lnTo>
                    <a:pt x="972576" y="1202052"/>
                  </a:lnTo>
                  <a:lnTo>
                    <a:pt x="972591" y="1202047"/>
                  </a:lnTo>
                  <a:lnTo>
                    <a:pt x="972606" y="1202039"/>
                  </a:lnTo>
                  <a:lnTo>
                    <a:pt x="972620" y="1202031"/>
                  </a:lnTo>
                  <a:lnTo>
                    <a:pt x="972635" y="1202022"/>
                  </a:lnTo>
                  <a:lnTo>
                    <a:pt x="972643" y="1202018"/>
                  </a:lnTo>
                  <a:lnTo>
                    <a:pt x="972650" y="1202017"/>
                  </a:lnTo>
                  <a:lnTo>
                    <a:pt x="972664" y="1202015"/>
                  </a:lnTo>
                  <a:lnTo>
                    <a:pt x="972679" y="1202016"/>
                  </a:lnTo>
                  <a:lnTo>
                    <a:pt x="972694" y="1202016"/>
                  </a:lnTo>
                  <a:lnTo>
                    <a:pt x="972702" y="1202016"/>
                  </a:lnTo>
                  <a:lnTo>
                    <a:pt x="972708" y="1202014"/>
                  </a:lnTo>
                  <a:lnTo>
                    <a:pt x="972723" y="1202009"/>
                  </a:lnTo>
                  <a:lnTo>
                    <a:pt x="972738" y="1202001"/>
                  </a:lnTo>
                  <a:lnTo>
                    <a:pt x="972753" y="1201990"/>
                  </a:lnTo>
                  <a:lnTo>
                    <a:pt x="972766" y="1201976"/>
                  </a:lnTo>
                  <a:lnTo>
                    <a:pt x="972779" y="1201962"/>
                  </a:lnTo>
                  <a:lnTo>
                    <a:pt x="972783" y="1201959"/>
                  </a:lnTo>
                  <a:lnTo>
                    <a:pt x="972791" y="1201948"/>
                  </a:lnTo>
                  <a:lnTo>
                    <a:pt x="972801" y="1201934"/>
                  </a:lnTo>
                  <a:lnTo>
                    <a:pt x="972811" y="1201919"/>
                  </a:lnTo>
                  <a:lnTo>
                    <a:pt x="972818" y="1201904"/>
                  </a:lnTo>
                  <a:lnTo>
                    <a:pt x="972825" y="1201889"/>
                  </a:lnTo>
                  <a:lnTo>
                    <a:pt x="972834" y="1201874"/>
                  </a:lnTo>
                  <a:lnTo>
                    <a:pt x="972846" y="1201861"/>
                  </a:lnTo>
                  <a:lnTo>
                    <a:pt x="972860" y="1201848"/>
                  </a:lnTo>
                  <a:lnTo>
                    <a:pt x="972873" y="1201835"/>
                  </a:lnTo>
                  <a:lnTo>
                    <a:pt x="972881" y="1201824"/>
                  </a:lnTo>
                  <a:lnTo>
                    <a:pt x="972883" y="1201820"/>
                  </a:lnTo>
                  <a:lnTo>
                    <a:pt x="972888" y="1201805"/>
                  </a:lnTo>
                  <a:lnTo>
                    <a:pt x="972892" y="1201795"/>
                  </a:lnTo>
                  <a:lnTo>
                    <a:pt x="972897" y="1201790"/>
                  </a:lnTo>
                  <a:lnTo>
                    <a:pt x="972907" y="1201774"/>
                  </a:lnTo>
                  <a:lnTo>
                    <a:pt x="972914" y="1201767"/>
                  </a:lnTo>
                  <a:lnTo>
                    <a:pt x="972921" y="1201762"/>
                  </a:lnTo>
                  <a:lnTo>
                    <a:pt x="972925" y="1201759"/>
                  </a:lnTo>
                  <a:lnTo>
                    <a:pt x="972936" y="1201753"/>
                  </a:lnTo>
                  <a:lnTo>
                    <a:pt x="972951" y="1201746"/>
                  </a:lnTo>
                  <a:lnTo>
                    <a:pt x="972960" y="1201741"/>
                  </a:lnTo>
                  <a:lnTo>
                    <a:pt x="972966" y="1201736"/>
                  </a:lnTo>
                  <a:lnTo>
                    <a:pt x="972977" y="1201726"/>
                  </a:lnTo>
                  <a:lnTo>
                    <a:pt x="972985" y="1201712"/>
                  </a:lnTo>
                  <a:lnTo>
                    <a:pt x="972987" y="1201708"/>
                  </a:lnTo>
                  <a:lnTo>
                    <a:pt x="972997" y="1201698"/>
                  </a:lnTo>
                  <a:lnTo>
                    <a:pt x="973012" y="1201686"/>
                  </a:lnTo>
                  <a:lnTo>
                    <a:pt x="973026" y="1201676"/>
                  </a:lnTo>
                  <a:lnTo>
                    <a:pt x="973041" y="1201667"/>
                  </a:lnTo>
                  <a:lnTo>
                    <a:pt x="973091" y="1201645"/>
                  </a:lnTo>
                  <a:lnTo>
                    <a:pt x="973106" y="1201639"/>
                  </a:lnTo>
                  <a:lnTo>
                    <a:pt x="973116" y="1201633"/>
                  </a:lnTo>
                  <a:lnTo>
                    <a:pt x="973122" y="1201628"/>
                  </a:lnTo>
                  <a:lnTo>
                    <a:pt x="973131" y="1201615"/>
                  </a:lnTo>
                  <a:lnTo>
                    <a:pt x="973136" y="1201600"/>
                  </a:lnTo>
                  <a:lnTo>
                    <a:pt x="973137" y="1201585"/>
                  </a:lnTo>
                  <a:lnTo>
                    <a:pt x="973134" y="1201570"/>
                  </a:lnTo>
                  <a:lnTo>
                    <a:pt x="973131" y="1201563"/>
                  </a:lnTo>
                  <a:lnTo>
                    <a:pt x="973126" y="1201555"/>
                  </a:lnTo>
                  <a:lnTo>
                    <a:pt x="973115" y="1201541"/>
                  </a:lnTo>
                  <a:lnTo>
                    <a:pt x="973101" y="1201528"/>
                  </a:lnTo>
                  <a:lnTo>
                    <a:pt x="973087" y="1201513"/>
                  </a:lnTo>
                  <a:lnTo>
                    <a:pt x="973077" y="1201499"/>
                  </a:lnTo>
                  <a:lnTo>
                    <a:pt x="973073" y="1201493"/>
                  </a:lnTo>
                  <a:lnTo>
                    <a:pt x="973069" y="1201483"/>
                  </a:lnTo>
                  <a:lnTo>
                    <a:pt x="973067" y="1201479"/>
                  </a:lnTo>
                  <a:lnTo>
                    <a:pt x="973066" y="1201468"/>
                  </a:lnTo>
                  <a:lnTo>
                    <a:pt x="973067" y="1201453"/>
                  </a:lnTo>
                  <a:lnTo>
                    <a:pt x="973068" y="1201438"/>
                  </a:lnTo>
                  <a:lnTo>
                    <a:pt x="973066" y="1201423"/>
                  </a:lnTo>
                  <a:lnTo>
                    <a:pt x="973063" y="1201407"/>
                  </a:lnTo>
                  <a:lnTo>
                    <a:pt x="973062" y="1201392"/>
                  </a:lnTo>
                  <a:lnTo>
                    <a:pt x="973062" y="1201377"/>
                  </a:lnTo>
                  <a:lnTo>
                    <a:pt x="973060" y="1201362"/>
                  </a:lnTo>
                  <a:lnTo>
                    <a:pt x="973058" y="1201347"/>
                  </a:lnTo>
                  <a:lnTo>
                    <a:pt x="973057" y="1201332"/>
                  </a:lnTo>
                  <a:lnTo>
                    <a:pt x="973058" y="1201327"/>
                  </a:lnTo>
                  <a:lnTo>
                    <a:pt x="973061" y="1201310"/>
                  </a:lnTo>
                  <a:lnTo>
                    <a:pt x="973064" y="1201294"/>
                  </a:lnTo>
                  <a:lnTo>
                    <a:pt x="973066" y="1201276"/>
                  </a:lnTo>
                  <a:lnTo>
                    <a:pt x="973066" y="1201265"/>
                  </a:lnTo>
                  <a:lnTo>
                    <a:pt x="973062" y="1201246"/>
                  </a:lnTo>
                  <a:lnTo>
                    <a:pt x="973060" y="1201238"/>
                  </a:lnTo>
                  <a:lnTo>
                    <a:pt x="973053" y="1201227"/>
                  </a:lnTo>
                  <a:lnTo>
                    <a:pt x="973045" y="1201212"/>
                  </a:lnTo>
                  <a:lnTo>
                    <a:pt x="973036" y="1201196"/>
                  </a:lnTo>
                  <a:lnTo>
                    <a:pt x="973029" y="1201181"/>
                  </a:lnTo>
                  <a:lnTo>
                    <a:pt x="973021" y="1201166"/>
                  </a:lnTo>
                  <a:lnTo>
                    <a:pt x="973014" y="1201151"/>
                  </a:lnTo>
                  <a:lnTo>
                    <a:pt x="973008" y="1201136"/>
                  </a:lnTo>
                  <a:lnTo>
                    <a:pt x="973003" y="1201123"/>
                  </a:lnTo>
                  <a:lnTo>
                    <a:pt x="972995" y="1201106"/>
                  </a:lnTo>
                  <a:lnTo>
                    <a:pt x="972988" y="1201091"/>
                  </a:lnTo>
                  <a:lnTo>
                    <a:pt x="972979" y="1201076"/>
                  </a:lnTo>
                  <a:lnTo>
                    <a:pt x="972971" y="1201061"/>
                  </a:lnTo>
                  <a:lnTo>
                    <a:pt x="972964" y="1201044"/>
                  </a:lnTo>
                  <a:lnTo>
                    <a:pt x="972954" y="1201016"/>
                  </a:lnTo>
                  <a:lnTo>
                    <a:pt x="972943" y="1201001"/>
                  </a:lnTo>
                  <a:lnTo>
                    <a:pt x="972929" y="1200987"/>
                  </a:lnTo>
                  <a:lnTo>
                    <a:pt x="972914" y="1200973"/>
                  </a:lnTo>
                  <a:lnTo>
                    <a:pt x="972902" y="1200962"/>
                  </a:lnTo>
                  <a:lnTo>
                    <a:pt x="972898" y="1200959"/>
                  </a:lnTo>
                  <a:lnTo>
                    <a:pt x="972886" y="1200951"/>
                  </a:lnTo>
                  <a:lnTo>
                    <a:pt x="972883" y="1200948"/>
                  </a:lnTo>
                  <a:lnTo>
                    <a:pt x="972872" y="1200945"/>
                  </a:lnTo>
                  <a:lnTo>
                    <a:pt x="972857" y="1200942"/>
                  </a:lnTo>
                  <a:lnTo>
                    <a:pt x="972842" y="1200945"/>
                  </a:lnTo>
                  <a:lnTo>
                    <a:pt x="972837" y="1200948"/>
                  </a:lnTo>
                  <a:lnTo>
                    <a:pt x="972828" y="1200949"/>
                  </a:lnTo>
                  <a:lnTo>
                    <a:pt x="972813" y="1200950"/>
                  </a:lnTo>
                  <a:lnTo>
                    <a:pt x="972799" y="1200951"/>
                  </a:lnTo>
                  <a:lnTo>
                    <a:pt x="972783" y="1200952"/>
                  </a:lnTo>
                  <a:lnTo>
                    <a:pt x="972769" y="1200953"/>
                  </a:lnTo>
                  <a:lnTo>
                    <a:pt x="972754" y="1200951"/>
                  </a:lnTo>
                  <a:lnTo>
                    <a:pt x="972739" y="1200947"/>
                  </a:lnTo>
                  <a:lnTo>
                    <a:pt x="972734" y="1200943"/>
                  </a:lnTo>
                  <a:lnTo>
                    <a:pt x="972726" y="1200934"/>
                  </a:lnTo>
                  <a:lnTo>
                    <a:pt x="972721" y="1200926"/>
                  </a:lnTo>
                  <a:lnTo>
                    <a:pt x="972719" y="1200919"/>
                  </a:lnTo>
                  <a:lnTo>
                    <a:pt x="972710" y="1200904"/>
                  </a:lnTo>
                  <a:lnTo>
                    <a:pt x="972700" y="1200889"/>
                  </a:lnTo>
                  <a:lnTo>
                    <a:pt x="972690" y="1200875"/>
                  </a:lnTo>
                  <a:lnTo>
                    <a:pt x="972685" y="1200860"/>
                  </a:lnTo>
                  <a:lnTo>
                    <a:pt x="972681" y="1200845"/>
                  </a:lnTo>
                  <a:lnTo>
                    <a:pt x="972679" y="1200833"/>
                  </a:lnTo>
                  <a:lnTo>
                    <a:pt x="972679" y="1200750"/>
                  </a:lnTo>
                  <a:lnTo>
                    <a:pt x="972681" y="1200745"/>
                  </a:lnTo>
                  <a:lnTo>
                    <a:pt x="972682" y="1200734"/>
                  </a:lnTo>
                  <a:lnTo>
                    <a:pt x="972687" y="1200713"/>
                  </a:lnTo>
                  <a:lnTo>
                    <a:pt x="972690" y="1200704"/>
                  </a:lnTo>
                  <a:lnTo>
                    <a:pt x="972694" y="1200689"/>
                  </a:lnTo>
                  <a:lnTo>
                    <a:pt x="972697" y="1200683"/>
                  </a:lnTo>
                  <a:lnTo>
                    <a:pt x="972698" y="1200674"/>
                  </a:lnTo>
                  <a:lnTo>
                    <a:pt x="972698" y="1200657"/>
                  </a:lnTo>
                  <a:lnTo>
                    <a:pt x="972693" y="1200641"/>
                  </a:lnTo>
                  <a:lnTo>
                    <a:pt x="972686" y="1200629"/>
                  </a:lnTo>
                  <a:lnTo>
                    <a:pt x="972677" y="1200614"/>
                  </a:lnTo>
                  <a:lnTo>
                    <a:pt x="972673" y="1200607"/>
                  </a:lnTo>
                  <a:lnTo>
                    <a:pt x="972671" y="1200599"/>
                  </a:lnTo>
                  <a:lnTo>
                    <a:pt x="972670" y="1200584"/>
                  </a:lnTo>
                  <a:lnTo>
                    <a:pt x="972673" y="1200569"/>
                  </a:lnTo>
                  <a:lnTo>
                    <a:pt x="972679" y="1200554"/>
                  </a:lnTo>
                  <a:lnTo>
                    <a:pt x="972684" y="1200539"/>
                  </a:lnTo>
                  <a:lnTo>
                    <a:pt x="972690" y="1200524"/>
                  </a:lnTo>
                  <a:lnTo>
                    <a:pt x="972698" y="1200507"/>
                  </a:lnTo>
                  <a:lnTo>
                    <a:pt x="972705" y="1200493"/>
                  </a:lnTo>
                  <a:lnTo>
                    <a:pt x="972713" y="1200478"/>
                  </a:lnTo>
                  <a:lnTo>
                    <a:pt x="972720" y="1200463"/>
                  </a:lnTo>
                  <a:lnTo>
                    <a:pt x="972728" y="1200448"/>
                  </a:lnTo>
                  <a:lnTo>
                    <a:pt x="972734" y="1200433"/>
                  </a:lnTo>
                  <a:lnTo>
                    <a:pt x="972740" y="1200418"/>
                  </a:lnTo>
                  <a:lnTo>
                    <a:pt x="972751" y="1200404"/>
                  </a:lnTo>
                  <a:lnTo>
                    <a:pt x="972764" y="1200389"/>
                  </a:lnTo>
                  <a:lnTo>
                    <a:pt x="972776" y="1200375"/>
                  </a:lnTo>
                  <a:lnTo>
                    <a:pt x="972788" y="1200362"/>
                  </a:lnTo>
                  <a:lnTo>
                    <a:pt x="972808" y="1200339"/>
                  </a:lnTo>
                  <a:lnTo>
                    <a:pt x="972812" y="1200335"/>
                  </a:lnTo>
                  <a:lnTo>
                    <a:pt x="972819" y="1200320"/>
                  </a:lnTo>
                  <a:lnTo>
                    <a:pt x="972825" y="1200308"/>
                  </a:lnTo>
                  <a:lnTo>
                    <a:pt x="972828" y="1200304"/>
                  </a:lnTo>
                  <a:lnTo>
                    <a:pt x="972842" y="1200299"/>
                  </a:lnTo>
                  <a:lnTo>
                    <a:pt x="972857" y="1200295"/>
                  </a:lnTo>
                  <a:lnTo>
                    <a:pt x="972872" y="1200293"/>
                  </a:lnTo>
                  <a:lnTo>
                    <a:pt x="972886" y="1200291"/>
                  </a:lnTo>
                  <a:lnTo>
                    <a:pt x="972901" y="1200289"/>
                  </a:lnTo>
                  <a:lnTo>
                    <a:pt x="972907" y="1200289"/>
                  </a:lnTo>
                  <a:lnTo>
                    <a:pt x="972917" y="1200286"/>
                  </a:lnTo>
                  <a:lnTo>
                    <a:pt x="972930" y="1200281"/>
                  </a:lnTo>
                  <a:lnTo>
                    <a:pt x="972945" y="1200275"/>
                  </a:lnTo>
                  <a:lnTo>
                    <a:pt x="972960" y="1200270"/>
                  </a:lnTo>
                  <a:lnTo>
                    <a:pt x="972975" y="1200265"/>
                  </a:lnTo>
                  <a:lnTo>
                    <a:pt x="972982" y="1200265"/>
                  </a:lnTo>
                  <a:lnTo>
                    <a:pt x="972989" y="1200263"/>
                  </a:lnTo>
                  <a:lnTo>
                    <a:pt x="973004" y="1200261"/>
                  </a:lnTo>
                  <a:lnTo>
                    <a:pt x="973019" y="1200259"/>
                  </a:lnTo>
                  <a:lnTo>
                    <a:pt x="973033" y="1200263"/>
                  </a:lnTo>
                  <a:lnTo>
                    <a:pt x="973049" y="1200268"/>
                  </a:lnTo>
                  <a:lnTo>
                    <a:pt x="973063" y="1200274"/>
                  </a:lnTo>
                  <a:lnTo>
                    <a:pt x="973077" y="1200279"/>
                  </a:lnTo>
                  <a:lnTo>
                    <a:pt x="973084" y="1200281"/>
                  </a:lnTo>
                  <a:lnTo>
                    <a:pt x="973092" y="1200283"/>
                  </a:lnTo>
                  <a:lnTo>
                    <a:pt x="973107" y="1200287"/>
                  </a:lnTo>
                  <a:lnTo>
                    <a:pt x="973122" y="1200288"/>
                  </a:lnTo>
                  <a:lnTo>
                    <a:pt x="973136" y="1200290"/>
                  </a:lnTo>
                  <a:lnTo>
                    <a:pt x="973151" y="1200290"/>
                  </a:lnTo>
                  <a:lnTo>
                    <a:pt x="973166" y="1200290"/>
                  </a:lnTo>
                  <a:lnTo>
                    <a:pt x="973180" y="1200288"/>
                  </a:lnTo>
                  <a:lnTo>
                    <a:pt x="973195" y="1200286"/>
                  </a:lnTo>
                  <a:lnTo>
                    <a:pt x="973210" y="1200285"/>
                  </a:lnTo>
                  <a:lnTo>
                    <a:pt x="973224" y="1200285"/>
                  </a:lnTo>
                  <a:lnTo>
                    <a:pt x="973239" y="1200282"/>
                  </a:lnTo>
                  <a:lnTo>
                    <a:pt x="973254" y="1200276"/>
                  </a:lnTo>
                  <a:lnTo>
                    <a:pt x="973259" y="1200274"/>
                  </a:lnTo>
                  <a:lnTo>
                    <a:pt x="973267" y="1200266"/>
                  </a:lnTo>
                  <a:lnTo>
                    <a:pt x="973278" y="1200251"/>
                  </a:lnTo>
                  <a:lnTo>
                    <a:pt x="973288" y="1200235"/>
                  </a:lnTo>
                  <a:lnTo>
                    <a:pt x="973302" y="1200226"/>
                  </a:lnTo>
                  <a:lnTo>
                    <a:pt x="973316" y="1200221"/>
                  </a:lnTo>
                  <a:lnTo>
                    <a:pt x="973379" y="1200189"/>
                  </a:lnTo>
                  <a:lnTo>
                    <a:pt x="973384" y="1200182"/>
                  </a:lnTo>
                  <a:lnTo>
                    <a:pt x="973385" y="1200172"/>
                  </a:lnTo>
                  <a:lnTo>
                    <a:pt x="973387" y="1200165"/>
                  </a:lnTo>
                  <a:lnTo>
                    <a:pt x="973390" y="1200150"/>
                  </a:lnTo>
                  <a:lnTo>
                    <a:pt x="973396" y="1200134"/>
                  </a:lnTo>
                  <a:lnTo>
                    <a:pt x="973405" y="1200119"/>
                  </a:lnTo>
                  <a:lnTo>
                    <a:pt x="973413" y="1200104"/>
                  </a:lnTo>
                  <a:lnTo>
                    <a:pt x="973423" y="1200089"/>
                  </a:lnTo>
                  <a:lnTo>
                    <a:pt x="973429" y="1200080"/>
                  </a:lnTo>
                  <a:lnTo>
                    <a:pt x="973433" y="1200073"/>
                  </a:lnTo>
                  <a:lnTo>
                    <a:pt x="973439" y="1200060"/>
                  </a:lnTo>
                  <a:lnTo>
                    <a:pt x="973445" y="1200045"/>
                  </a:lnTo>
                  <a:lnTo>
                    <a:pt x="973453" y="1200021"/>
                  </a:lnTo>
                  <a:lnTo>
                    <a:pt x="973463" y="1200012"/>
                  </a:lnTo>
                  <a:lnTo>
                    <a:pt x="973474" y="1199997"/>
                  </a:lnTo>
                  <a:lnTo>
                    <a:pt x="973486" y="1199983"/>
                  </a:lnTo>
                  <a:lnTo>
                    <a:pt x="973499" y="1199970"/>
                  </a:lnTo>
                  <a:lnTo>
                    <a:pt x="973513" y="1199956"/>
                  </a:lnTo>
                  <a:lnTo>
                    <a:pt x="973528" y="1199942"/>
                  </a:lnTo>
                  <a:lnTo>
                    <a:pt x="973543" y="1199927"/>
                  </a:lnTo>
                  <a:lnTo>
                    <a:pt x="973548" y="1199920"/>
                  </a:lnTo>
                  <a:lnTo>
                    <a:pt x="973551" y="1199913"/>
                  </a:lnTo>
                  <a:lnTo>
                    <a:pt x="973555" y="1199908"/>
                  </a:lnTo>
                  <a:lnTo>
                    <a:pt x="973559" y="1199898"/>
                  </a:lnTo>
                  <a:lnTo>
                    <a:pt x="973561" y="1199891"/>
                  </a:lnTo>
                  <a:lnTo>
                    <a:pt x="973561" y="1199883"/>
                  </a:lnTo>
                  <a:lnTo>
                    <a:pt x="973563" y="1199876"/>
                  </a:lnTo>
                  <a:lnTo>
                    <a:pt x="973563" y="1199868"/>
                  </a:lnTo>
                  <a:lnTo>
                    <a:pt x="973564" y="1199853"/>
                  </a:lnTo>
                  <a:lnTo>
                    <a:pt x="973563" y="1199838"/>
                  </a:lnTo>
                  <a:lnTo>
                    <a:pt x="973563" y="1199823"/>
                  </a:lnTo>
                  <a:lnTo>
                    <a:pt x="973561" y="1199816"/>
                  </a:lnTo>
                  <a:lnTo>
                    <a:pt x="973561" y="1199808"/>
                  </a:lnTo>
                  <a:lnTo>
                    <a:pt x="973559" y="1199792"/>
                  </a:lnTo>
                  <a:lnTo>
                    <a:pt x="973557" y="1199786"/>
                  </a:lnTo>
                  <a:lnTo>
                    <a:pt x="973557" y="1199777"/>
                  </a:lnTo>
                  <a:lnTo>
                    <a:pt x="973555" y="1199762"/>
                  </a:lnTo>
                  <a:lnTo>
                    <a:pt x="973555" y="1199747"/>
                  </a:lnTo>
                  <a:lnTo>
                    <a:pt x="973555" y="1199732"/>
                  </a:lnTo>
                  <a:lnTo>
                    <a:pt x="973557" y="1199717"/>
                  </a:lnTo>
                  <a:lnTo>
                    <a:pt x="973557" y="1199709"/>
                  </a:lnTo>
                  <a:lnTo>
                    <a:pt x="973560" y="1199702"/>
                  </a:lnTo>
                  <a:lnTo>
                    <a:pt x="973562" y="1199696"/>
                  </a:lnTo>
                  <a:lnTo>
                    <a:pt x="973568" y="1199687"/>
                  </a:lnTo>
                  <a:lnTo>
                    <a:pt x="973578" y="1199672"/>
                  </a:lnTo>
                  <a:lnTo>
                    <a:pt x="973589" y="1199657"/>
                  </a:lnTo>
                  <a:lnTo>
                    <a:pt x="973601" y="1199642"/>
                  </a:lnTo>
                  <a:lnTo>
                    <a:pt x="973611" y="1199627"/>
                  </a:lnTo>
                  <a:lnTo>
                    <a:pt x="973621" y="1199612"/>
                  </a:lnTo>
                  <a:lnTo>
                    <a:pt x="973632" y="1199596"/>
                  </a:lnTo>
                  <a:lnTo>
                    <a:pt x="973640" y="1199581"/>
                  </a:lnTo>
                  <a:lnTo>
                    <a:pt x="973646" y="1199572"/>
                  </a:lnTo>
                  <a:lnTo>
                    <a:pt x="973648" y="1199566"/>
                  </a:lnTo>
                  <a:lnTo>
                    <a:pt x="973653" y="1199555"/>
                  </a:lnTo>
                  <a:lnTo>
                    <a:pt x="973662" y="1199515"/>
                  </a:lnTo>
                  <a:lnTo>
                    <a:pt x="973665" y="1199500"/>
                  </a:lnTo>
                  <a:lnTo>
                    <a:pt x="973668" y="1199485"/>
                  </a:lnTo>
                  <a:lnTo>
                    <a:pt x="973670" y="1199470"/>
                  </a:lnTo>
                  <a:lnTo>
                    <a:pt x="973672" y="1199455"/>
                  </a:lnTo>
                  <a:lnTo>
                    <a:pt x="973672" y="1199440"/>
                  </a:lnTo>
                  <a:lnTo>
                    <a:pt x="973670" y="1199423"/>
                  </a:lnTo>
                  <a:lnTo>
                    <a:pt x="973669" y="1199416"/>
                  </a:lnTo>
                  <a:lnTo>
                    <a:pt x="973669" y="1199410"/>
                  </a:lnTo>
                  <a:lnTo>
                    <a:pt x="973667" y="1199395"/>
                  </a:lnTo>
                  <a:lnTo>
                    <a:pt x="973665" y="1199376"/>
                  </a:lnTo>
                  <a:lnTo>
                    <a:pt x="973663" y="1199367"/>
                  </a:lnTo>
                  <a:lnTo>
                    <a:pt x="973665" y="1199353"/>
                  </a:lnTo>
                  <a:lnTo>
                    <a:pt x="973667" y="1199340"/>
                  </a:lnTo>
                  <a:lnTo>
                    <a:pt x="973675" y="1199290"/>
                  </a:lnTo>
                  <a:lnTo>
                    <a:pt x="973680" y="1199265"/>
                  </a:lnTo>
                  <a:lnTo>
                    <a:pt x="973685" y="1199244"/>
                  </a:lnTo>
                  <a:lnTo>
                    <a:pt x="973697" y="1199226"/>
                  </a:lnTo>
                  <a:lnTo>
                    <a:pt x="973702" y="1199216"/>
                  </a:lnTo>
                  <a:lnTo>
                    <a:pt x="973710" y="1199201"/>
                  </a:lnTo>
                  <a:lnTo>
                    <a:pt x="973719" y="1199185"/>
                  </a:lnTo>
                  <a:lnTo>
                    <a:pt x="973726" y="1199170"/>
                  </a:lnTo>
                  <a:lnTo>
                    <a:pt x="973734" y="1199155"/>
                  </a:lnTo>
                  <a:lnTo>
                    <a:pt x="973741" y="1199140"/>
                  </a:lnTo>
                  <a:lnTo>
                    <a:pt x="973750" y="1199125"/>
                  </a:lnTo>
                  <a:lnTo>
                    <a:pt x="973757" y="1199110"/>
                  </a:lnTo>
                  <a:lnTo>
                    <a:pt x="973764" y="1199095"/>
                  </a:lnTo>
                  <a:lnTo>
                    <a:pt x="973771" y="1199080"/>
                  </a:lnTo>
                  <a:lnTo>
                    <a:pt x="973777" y="1199065"/>
                  </a:lnTo>
                  <a:lnTo>
                    <a:pt x="973781" y="1199057"/>
                  </a:lnTo>
                  <a:lnTo>
                    <a:pt x="973789" y="1199033"/>
                  </a:lnTo>
                  <a:lnTo>
                    <a:pt x="973778" y="1199021"/>
                  </a:lnTo>
                  <a:lnTo>
                    <a:pt x="973769" y="1199008"/>
                  </a:lnTo>
                  <a:lnTo>
                    <a:pt x="973762" y="1198995"/>
                  </a:lnTo>
                  <a:lnTo>
                    <a:pt x="973758" y="1198988"/>
                  </a:lnTo>
                  <a:lnTo>
                    <a:pt x="973749" y="1198974"/>
                  </a:lnTo>
                  <a:lnTo>
                    <a:pt x="973735" y="1198954"/>
                  </a:lnTo>
                  <a:lnTo>
                    <a:pt x="973726" y="1198943"/>
                  </a:lnTo>
                  <a:lnTo>
                    <a:pt x="973711" y="1198930"/>
                  </a:lnTo>
                  <a:lnTo>
                    <a:pt x="973697" y="1198917"/>
                  </a:lnTo>
                  <a:lnTo>
                    <a:pt x="973682" y="1198904"/>
                  </a:lnTo>
                  <a:lnTo>
                    <a:pt x="973669" y="1198889"/>
                  </a:lnTo>
                  <a:lnTo>
                    <a:pt x="973656" y="1198876"/>
                  </a:lnTo>
                  <a:lnTo>
                    <a:pt x="973642" y="1198861"/>
                  </a:lnTo>
                  <a:lnTo>
                    <a:pt x="973628" y="1198848"/>
                  </a:lnTo>
                  <a:lnTo>
                    <a:pt x="973614" y="1198835"/>
                  </a:lnTo>
                  <a:lnTo>
                    <a:pt x="973600" y="1198822"/>
                  </a:lnTo>
                  <a:lnTo>
                    <a:pt x="973587" y="1198809"/>
                  </a:lnTo>
                  <a:lnTo>
                    <a:pt x="973573" y="1198795"/>
                  </a:lnTo>
                  <a:lnTo>
                    <a:pt x="973560" y="1198781"/>
                  </a:lnTo>
                  <a:lnTo>
                    <a:pt x="973547" y="1198766"/>
                  </a:lnTo>
                  <a:lnTo>
                    <a:pt x="973534" y="1198751"/>
                  </a:lnTo>
                  <a:lnTo>
                    <a:pt x="973522" y="1198737"/>
                  </a:lnTo>
                  <a:lnTo>
                    <a:pt x="973510" y="1198722"/>
                  </a:lnTo>
                  <a:lnTo>
                    <a:pt x="973498" y="1198707"/>
                  </a:lnTo>
                  <a:lnTo>
                    <a:pt x="973487" y="1198692"/>
                  </a:lnTo>
                  <a:lnTo>
                    <a:pt x="973476" y="1198677"/>
                  </a:lnTo>
                  <a:lnTo>
                    <a:pt x="973472" y="1198672"/>
                  </a:lnTo>
                  <a:lnTo>
                    <a:pt x="973463" y="1198662"/>
                  </a:lnTo>
                  <a:lnTo>
                    <a:pt x="973449" y="1198650"/>
                  </a:lnTo>
                  <a:lnTo>
                    <a:pt x="973434" y="1198639"/>
                  </a:lnTo>
                  <a:lnTo>
                    <a:pt x="973419" y="1198627"/>
                  </a:lnTo>
                  <a:lnTo>
                    <a:pt x="973406" y="1198614"/>
                  </a:lnTo>
                  <a:lnTo>
                    <a:pt x="973395" y="1198599"/>
                  </a:lnTo>
                  <a:lnTo>
                    <a:pt x="973385" y="1198584"/>
                  </a:lnTo>
                  <a:lnTo>
                    <a:pt x="973376" y="1198569"/>
                  </a:lnTo>
                  <a:lnTo>
                    <a:pt x="973368" y="1198554"/>
                  </a:lnTo>
                  <a:lnTo>
                    <a:pt x="973362" y="1198541"/>
                  </a:lnTo>
                  <a:lnTo>
                    <a:pt x="973354" y="1198521"/>
                  </a:lnTo>
                  <a:lnTo>
                    <a:pt x="973351" y="1198509"/>
                  </a:lnTo>
                  <a:lnTo>
                    <a:pt x="973348" y="1198494"/>
                  </a:lnTo>
                  <a:lnTo>
                    <a:pt x="973342" y="1198477"/>
                  </a:lnTo>
                  <a:lnTo>
                    <a:pt x="973338" y="1198464"/>
                  </a:lnTo>
                  <a:lnTo>
                    <a:pt x="973334" y="1198449"/>
                  </a:lnTo>
                  <a:lnTo>
                    <a:pt x="973330" y="1198433"/>
                  </a:lnTo>
                  <a:lnTo>
                    <a:pt x="973326" y="1198418"/>
                  </a:lnTo>
                  <a:lnTo>
                    <a:pt x="973323" y="1198403"/>
                  </a:lnTo>
                  <a:lnTo>
                    <a:pt x="973322" y="1198388"/>
                  </a:lnTo>
                  <a:lnTo>
                    <a:pt x="973323" y="1198373"/>
                  </a:lnTo>
                  <a:lnTo>
                    <a:pt x="973324" y="1198358"/>
                  </a:lnTo>
                  <a:lnTo>
                    <a:pt x="973324" y="1198343"/>
                  </a:lnTo>
                  <a:lnTo>
                    <a:pt x="973324" y="1198334"/>
                  </a:lnTo>
                  <a:lnTo>
                    <a:pt x="973326" y="1198328"/>
                  </a:lnTo>
                  <a:lnTo>
                    <a:pt x="973327" y="1198313"/>
                  </a:lnTo>
                  <a:lnTo>
                    <a:pt x="973327" y="1198304"/>
                  </a:lnTo>
                  <a:lnTo>
                    <a:pt x="973328" y="1198298"/>
                  </a:lnTo>
                  <a:lnTo>
                    <a:pt x="973330" y="1198283"/>
                  </a:lnTo>
                  <a:lnTo>
                    <a:pt x="973330" y="1198274"/>
                  </a:lnTo>
                  <a:lnTo>
                    <a:pt x="973331" y="1198267"/>
                  </a:lnTo>
                  <a:lnTo>
                    <a:pt x="973332" y="1198252"/>
                  </a:lnTo>
                  <a:lnTo>
                    <a:pt x="973332" y="1198237"/>
                  </a:lnTo>
                  <a:lnTo>
                    <a:pt x="973333" y="1198222"/>
                  </a:lnTo>
                  <a:lnTo>
                    <a:pt x="973334" y="1198207"/>
                  </a:lnTo>
                  <a:lnTo>
                    <a:pt x="973336" y="1198200"/>
                  </a:lnTo>
                  <a:lnTo>
                    <a:pt x="973336" y="1198192"/>
                  </a:lnTo>
                  <a:lnTo>
                    <a:pt x="973337" y="1198177"/>
                  </a:lnTo>
                  <a:lnTo>
                    <a:pt x="973339" y="1198162"/>
                  </a:lnTo>
                  <a:lnTo>
                    <a:pt x="973340" y="1198147"/>
                  </a:lnTo>
                  <a:lnTo>
                    <a:pt x="973342" y="1198132"/>
                  </a:lnTo>
                  <a:lnTo>
                    <a:pt x="973344" y="1198117"/>
                  </a:lnTo>
                  <a:lnTo>
                    <a:pt x="973348" y="1198102"/>
                  </a:lnTo>
                  <a:lnTo>
                    <a:pt x="973354" y="1198087"/>
                  </a:lnTo>
                  <a:lnTo>
                    <a:pt x="973359" y="1198072"/>
                  </a:lnTo>
                  <a:lnTo>
                    <a:pt x="973366" y="1198057"/>
                  </a:lnTo>
                  <a:lnTo>
                    <a:pt x="973372" y="1198042"/>
                  </a:lnTo>
                  <a:lnTo>
                    <a:pt x="973376" y="1198029"/>
                  </a:lnTo>
                  <a:lnTo>
                    <a:pt x="973378" y="1198013"/>
                  </a:lnTo>
                  <a:lnTo>
                    <a:pt x="973374" y="1197996"/>
                  </a:lnTo>
                  <a:lnTo>
                    <a:pt x="973370" y="1197985"/>
                  </a:lnTo>
                  <a:lnTo>
                    <a:pt x="973367" y="1197981"/>
                  </a:lnTo>
                  <a:lnTo>
                    <a:pt x="973366" y="1197977"/>
                  </a:lnTo>
                  <a:lnTo>
                    <a:pt x="973359" y="1197966"/>
                  </a:lnTo>
                  <a:lnTo>
                    <a:pt x="973349" y="1197951"/>
                  </a:lnTo>
                  <a:lnTo>
                    <a:pt x="973337" y="1197937"/>
                  </a:lnTo>
                  <a:lnTo>
                    <a:pt x="973322" y="1197922"/>
                  </a:lnTo>
                  <a:lnTo>
                    <a:pt x="973310" y="1197907"/>
                  </a:lnTo>
                  <a:lnTo>
                    <a:pt x="973296" y="1197892"/>
                  </a:lnTo>
                  <a:lnTo>
                    <a:pt x="973285" y="1197877"/>
                  </a:lnTo>
                  <a:lnTo>
                    <a:pt x="973274" y="1197862"/>
                  </a:lnTo>
                  <a:lnTo>
                    <a:pt x="973265" y="1197847"/>
                  </a:lnTo>
                  <a:lnTo>
                    <a:pt x="973255" y="1197832"/>
                  </a:lnTo>
                  <a:lnTo>
                    <a:pt x="973232" y="1197792"/>
                  </a:lnTo>
                  <a:lnTo>
                    <a:pt x="973225" y="1197777"/>
                  </a:lnTo>
                  <a:lnTo>
                    <a:pt x="973218" y="1197762"/>
                  </a:lnTo>
                  <a:lnTo>
                    <a:pt x="973212" y="1197747"/>
                  </a:lnTo>
                  <a:lnTo>
                    <a:pt x="973207" y="1197732"/>
                  </a:lnTo>
                  <a:lnTo>
                    <a:pt x="973202" y="1197717"/>
                  </a:lnTo>
                  <a:lnTo>
                    <a:pt x="973197" y="1197702"/>
                  </a:lnTo>
                  <a:lnTo>
                    <a:pt x="973192" y="1197687"/>
                  </a:lnTo>
                  <a:lnTo>
                    <a:pt x="973185" y="1197672"/>
                  </a:lnTo>
                  <a:lnTo>
                    <a:pt x="973179" y="1197656"/>
                  </a:lnTo>
                  <a:lnTo>
                    <a:pt x="973171" y="1197641"/>
                  </a:lnTo>
                  <a:lnTo>
                    <a:pt x="973159" y="1197626"/>
                  </a:lnTo>
                  <a:lnTo>
                    <a:pt x="973154" y="1197619"/>
                  </a:lnTo>
                  <a:lnTo>
                    <a:pt x="973146" y="1197613"/>
                  </a:lnTo>
                  <a:lnTo>
                    <a:pt x="973131" y="1197603"/>
                  </a:lnTo>
                  <a:lnTo>
                    <a:pt x="973127" y="1197599"/>
                  </a:lnTo>
                  <a:lnTo>
                    <a:pt x="973116" y="1197593"/>
                  </a:lnTo>
                  <a:lnTo>
                    <a:pt x="973101" y="1197586"/>
                  </a:lnTo>
                  <a:lnTo>
                    <a:pt x="973087" y="1197579"/>
                  </a:lnTo>
                  <a:lnTo>
                    <a:pt x="973072" y="1197573"/>
                  </a:lnTo>
                  <a:lnTo>
                    <a:pt x="973057" y="1197567"/>
                  </a:lnTo>
                  <a:lnTo>
                    <a:pt x="973043" y="1197560"/>
                  </a:lnTo>
                  <a:lnTo>
                    <a:pt x="973037" y="1197558"/>
                  </a:lnTo>
                  <a:lnTo>
                    <a:pt x="973028" y="1197552"/>
                  </a:lnTo>
                  <a:lnTo>
                    <a:pt x="973013" y="1197541"/>
                  </a:lnTo>
                  <a:lnTo>
                    <a:pt x="973001" y="1197528"/>
                  </a:lnTo>
                  <a:lnTo>
                    <a:pt x="972988" y="1197505"/>
                  </a:lnTo>
                  <a:lnTo>
                    <a:pt x="972980" y="1197491"/>
                  </a:lnTo>
                  <a:lnTo>
                    <a:pt x="972972" y="1197476"/>
                  </a:lnTo>
                  <a:lnTo>
                    <a:pt x="972963" y="1197461"/>
                  </a:lnTo>
                  <a:lnTo>
                    <a:pt x="972954" y="1197446"/>
                  </a:lnTo>
                  <a:lnTo>
                    <a:pt x="972944" y="1197431"/>
                  </a:lnTo>
                  <a:lnTo>
                    <a:pt x="972935" y="1197416"/>
                  </a:lnTo>
                  <a:lnTo>
                    <a:pt x="972927" y="1197401"/>
                  </a:lnTo>
                  <a:lnTo>
                    <a:pt x="972919" y="1197386"/>
                  </a:lnTo>
                  <a:lnTo>
                    <a:pt x="972915" y="1197371"/>
                  </a:lnTo>
                  <a:lnTo>
                    <a:pt x="972912" y="1197356"/>
                  </a:lnTo>
                  <a:lnTo>
                    <a:pt x="972909" y="1197347"/>
                  </a:lnTo>
                  <a:lnTo>
                    <a:pt x="972909" y="1197341"/>
                  </a:lnTo>
                  <a:lnTo>
                    <a:pt x="972907" y="1197334"/>
                  </a:lnTo>
                  <a:lnTo>
                    <a:pt x="972888" y="1197210"/>
                  </a:lnTo>
                  <a:lnTo>
                    <a:pt x="972885" y="1197195"/>
                  </a:lnTo>
                  <a:lnTo>
                    <a:pt x="972884" y="1197180"/>
                  </a:lnTo>
                  <a:lnTo>
                    <a:pt x="972882" y="1197165"/>
                  </a:lnTo>
                  <a:lnTo>
                    <a:pt x="972880" y="1197150"/>
                  </a:lnTo>
                  <a:lnTo>
                    <a:pt x="972880" y="1197135"/>
                  </a:lnTo>
                  <a:lnTo>
                    <a:pt x="972879" y="1197120"/>
                  </a:lnTo>
                  <a:lnTo>
                    <a:pt x="972878" y="1197105"/>
                  </a:lnTo>
                  <a:lnTo>
                    <a:pt x="972877" y="1197090"/>
                  </a:lnTo>
                  <a:lnTo>
                    <a:pt x="972877" y="1197075"/>
                  </a:lnTo>
                  <a:lnTo>
                    <a:pt x="972876" y="1197060"/>
                  </a:lnTo>
                  <a:lnTo>
                    <a:pt x="972874" y="1197044"/>
                  </a:lnTo>
                  <a:lnTo>
                    <a:pt x="972869" y="1197029"/>
                  </a:lnTo>
                  <a:lnTo>
                    <a:pt x="972865" y="1197023"/>
                  </a:lnTo>
                  <a:lnTo>
                    <a:pt x="972856" y="1197016"/>
                  </a:lnTo>
                  <a:lnTo>
                    <a:pt x="972842" y="1197003"/>
                  </a:lnTo>
                  <a:lnTo>
                    <a:pt x="972828" y="1196991"/>
                  </a:lnTo>
                  <a:lnTo>
                    <a:pt x="972814" y="1196978"/>
                  </a:lnTo>
                  <a:lnTo>
                    <a:pt x="972800" y="1196965"/>
                  </a:lnTo>
                  <a:lnTo>
                    <a:pt x="972792" y="1196960"/>
                  </a:lnTo>
                  <a:lnTo>
                    <a:pt x="972787" y="1196953"/>
                  </a:lnTo>
                  <a:lnTo>
                    <a:pt x="972773" y="1196942"/>
                  </a:lnTo>
                  <a:lnTo>
                    <a:pt x="972758" y="1196937"/>
                  </a:lnTo>
                  <a:lnTo>
                    <a:pt x="972743" y="1196934"/>
                  </a:lnTo>
                  <a:lnTo>
                    <a:pt x="972736" y="1196932"/>
                  </a:lnTo>
                  <a:lnTo>
                    <a:pt x="972707" y="1196924"/>
                  </a:lnTo>
                  <a:lnTo>
                    <a:pt x="972691" y="1196914"/>
                  </a:lnTo>
                  <a:lnTo>
                    <a:pt x="972676" y="1196903"/>
                  </a:lnTo>
                  <a:lnTo>
                    <a:pt x="972665" y="1196888"/>
                  </a:lnTo>
                  <a:lnTo>
                    <a:pt x="972657" y="1196874"/>
                  </a:lnTo>
                  <a:lnTo>
                    <a:pt x="972655" y="1196866"/>
                  </a:lnTo>
                  <a:lnTo>
                    <a:pt x="972654" y="1196858"/>
                  </a:lnTo>
                  <a:lnTo>
                    <a:pt x="972651" y="1196843"/>
                  </a:lnTo>
                  <a:lnTo>
                    <a:pt x="972648" y="1196828"/>
                  </a:lnTo>
                  <a:lnTo>
                    <a:pt x="972645" y="1196813"/>
                  </a:lnTo>
                  <a:lnTo>
                    <a:pt x="972642" y="1196798"/>
                  </a:lnTo>
                  <a:lnTo>
                    <a:pt x="972638" y="1196783"/>
                  </a:lnTo>
                  <a:lnTo>
                    <a:pt x="972633" y="1196768"/>
                  </a:lnTo>
                  <a:lnTo>
                    <a:pt x="972628" y="1196753"/>
                  </a:lnTo>
                  <a:lnTo>
                    <a:pt x="972621" y="1196738"/>
                  </a:lnTo>
                  <a:lnTo>
                    <a:pt x="972615" y="1196723"/>
                  </a:lnTo>
                  <a:lnTo>
                    <a:pt x="972611" y="1196713"/>
                  </a:lnTo>
                  <a:lnTo>
                    <a:pt x="972604" y="1196701"/>
                  </a:lnTo>
                  <a:lnTo>
                    <a:pt x="972595" y="1196700"/>
                  </a:lnTo>
                  <a:lnTo>
                    <a:pt x="972589" y="1196701"/>
                  </a:lnTo>
                  <a:lnTo>
                    <a:pt x="972579" y="1196702"/>
                  </a:lnTo>
                  <a:lnTo>
                    <a:pt x="972566" y="1196706"/>
                  </a:lnTo>
                  <a:lnTo>
                    <a:pt x="972550" y="1196709"/>
                  </a:lnTo>
                  <a:lnTo>
                    <a:pt x="972535" y="1196709"/>
                  </a:lnTo>
                  <a:lnTo>
                    <a:pt x="972520" y="1196708"/>
                  </a:lnTo>
                  <a:lnTo>
                    <a:pt x="972505" y="1196706"/>
                  </a:lnTo>
                  <a:lnTo>
                    <a:pt x="972497" y="1196705"/>
                  </a:lnTo>
                  <a:lnTo>
                    <a:pt x="972491" y="1196703"/>
                  </a:lnTo>
                  <a:lnTo>
                    <a:pt x="972476" y="1196701"/>
                  </a:lnTo>
                  <a:lnTo>
                    <a:pt x="972461" y="1196697"/>
                  </a:lnTo>
                  <a:lnTo>
                    <a:pt x="972452" y="1196696"/>
                  </a:lnTo>
                  <a:lnTo>
                    <a:pt x="972446" y="1196693"/>
                  </a:lnTo>
                  <a:lnTo>
                    <a:pt x="972439" y="1196691"/>
                  </a:lnTo>
                  <a:lnTo>
                    <a:pt x="972432" y="1196687"/>
                  </a:lnTo>
                  <a:lnTo>
                    <a:pt x="972417" y="1196680"/>
                  </a:lnTo>
                  <a:lnTo>
                    <a:pt x="972402" y="1196672"/>
                  </a:lnTo>
                  <a:lnTo>
                    <a:pt x="972387" y="1196663"/>
                  </a:lnTo>
                  <a:lnTo>
                    <a:pt x="972373" y="1196653"/>
                  </a:lnTo>
                  <a:lnTo>
                    <a:pt x="972358" y="1196640"/>
                  </a:lnTo>
                  <a:lnTo>
                    <a:pt x="972343" y="1196625"/>
                  </a:lnTo>
                  <a:lnTo>
                    <a:pt x="972326" y="1196610"/>
                  </a:lnTo>
                  <a:lnTo>
                    <a:pt x="972313" y="1196599"/>
                  </a:lnTo>
                  <a:lnTo>
                    <a:pt x="972308" y="1196593"/>
                  </a:lnTo>
                  <a:lnTo>
                    <a:pt x="972303" y="1196600"/>
                  </a:lnTo>
                  <a:lnTo>
                    <a:pt x="972291" y="1196615"/>
                  </a:lnTo>
                  <a:lnTo>
                    <a:pt x="972280" y="1196630"/>
                  </a:lnTo>
                  <a:lnTo>
                    <a:pt x="972268" y="1196645"/>
                  </a:lnTo>
                  <a:lnTo>
                    <a:pt x="972257" y="1196660"/>
                  </a:lnTo>
                  <a:lnTo>
                    <a:pt x="972252" y="1196668"/>
                  </a:lnTo>
                  <a:lnTo>
                    <a:pt x="972238" y="1196690"/>
                  </a:lnTo>
                  <a:lnTo>
                    <a:pt x="972228" y="1196705"/>
                  </a:lnTo>
                  <a:lnTo>
                    <a:pt x="972218" y="1196720"/>
                  </a:lnTo>
                  <a:lnTo>
                    <a:pt x="972209" y="1196735"/>
                  </a:lnTo>
                  <a:lnTo>
                    <a:pt x="972204" y="1196746"/>
                  </a:lnTo>
                  <a:lnTo>
                    <a:pt x="972201" y="1196765"/>
                  </a:lnTo>
                  <a:lnTo>
                    <a:pt x="972196" y="1196780"/>
                  </a:lnTo>
                  <a:lnTo>
                    <a:pt x="972181" y="1196821"/>
                  </a:lnTo>
                  <a:lnTo>
                    <a:pt x="972172" y="1196841"/>
                  </a:lnTo>
                  <a:lnTo>
                    <a:pt x="972164" y="1196855"/>
                  </a:lnTo>
                  <a:lnTo>
                    <a:pt x="972153" y="1196876"/>
                  </a:lnTo>
                  <a:lnTo>
                    <a:pt x="972145" y="1196887"/>
                  </a:lnTo>
                  <a:lnTo>
                    <a:pt x="972136" y="1196900"/>
                  </a:lnTo>
                  <a:lnTo>
                    <a:pt x="972126" y="1196915"/>
                  </a:lnTo>
                  <a:lnTo>
                    <a:pt x="972115" y="1196930"/>
                  </a:lnTo>
                  <a:lnTo>
                    <a:pt x="972103" y="1196945"/>
                  </a:lnTo>
                  <a:lnTo>
                    <a:pt x="972090" y="1196958"/>
                  </a:lnTo>
                  <a:lnTo>
                    <a:pt x="972076" y="1196971"/>
                  </a:lnTo>
                  <a:lnTo>
                    <a:pt x="972062" y="1196986"/>
                  </a:lnTo>
                  <a:lnTo>
                    <a:pt x="972050" y="1197000"/>
                  </a:lnTo>
                  <a:lnTo>
                    <a:pt x="972037" y="1197013"/>
                  </a:lnTo>
                  <a:lnTo>
                    <a:pt x="972032" y="1197016"/>
                  </a:lnTo>
                  <a:lnTo>
                    <a:pt x="972026" y="1197007"/>
                  </a:lnTo>
                  <a:lnTo>
                    <a:pt x="972019" y="1196992"/>
                  </a:lnTo>
                  <a:lnTo>
                    <a:pt x="972010" y="1196977"/>
                  </a:lnTo>
                  <a:lnTo>
                    <a:pt x="972002" y="1196962"/>
                  </a:lnTo>
                  <a:lnTo>
                    <a:pt x="971988" y="1196949"/>
                  </a:lnTo>
                  <a:lnTo>
                    <a:pt x="971973" y="1196938"/>
                  </a:lnTo>
                  <a:lnTo>
                    <a:pt x="971958" y="1196930"/>
                  </a:lnTo>
                  <a:lnTo>
                    <a:pt x="971944" y="1196922"/>
                  </a:lnTo>
                  <a:lnTo>
                    <a:pt x="971938" y="1196920"/>
                  </a:lnTo>
                  <a:lnTo>
                    <a:pt x="971930" y="1196915"/>
                  </a:lnTo>
                  <a:lnTo>
                    <a:pt x="971926" y="1196912"/>
                  </a:lnTo>
                  <a:lnTo>
                    <a:pt x="971914" y="1196906"/>
                  </a:lnTo>
                  <a:lnTo>
                    <a:pt x="971899" y="1196898"/>
                  </a:lnTo>
                  <a:lnTo>
                    <a:pt x="971885" y="1196889"/>
                  </a:lnTo>
                  <a:lnTo>
                    <a:pt x="971870" y="1196878"/>
                  </a:lnTo>
                  <a:lnTo>
                    <a:pt x="971862" y="1196873"/>
                  </a:lnTo>
                  <a:lnTo>
                    <a:pt x="971855" y="1196866"/>
                  </a:lnTo>
                  <a:lnTo>
                    <a:pt x="971849" y="1196862"/>
                  </a:lnTo>
                  <a:lnTo>
                    <a:pt x="971842" y="1196854"/>
                  </a:lnTo>
                  <a:lnTo>
                    <a:pt x="971833" y="1196839"/>
                  </a:lnTo>
                  <a:lnTo>
                    <a:pt x="971819" y="1196826"/>
                  </a:lnTo>
                  <a:lnTo>
                    <a:pt x="971804" y="1196813"/>
                  </a:lnTo>
                  <a:lnTo>
                    <a:pt x="971789" y="1196802"/>
                  </a:lnTo>
                  <a:lnTo>
                    <a:pt x="971777" y="1196797"/>
                  </a:lnTo>
                  <a:lnTo>
                    <a:pt x="971760" y="1196793"/>
                  </a:lnTo>
                  <a:lnTo>
                    <a:pt x="971745" y="1196792"/>
                  </a:lnTo>
                  <a:lnTo>
                    <a:pt x="971731" y="1196791"/>
                  </a:lnTo>
                  <a:lnTo>
                    <a:pt x="971716" y="1196790"/>
                  </a:lnTo>
                  <a:lnTo>
                    <a:pt x="971697" y="1196789"/>
                  </a:lnTo>
                  <a:lnTo>
                    <a:pt x="971684" y="1196785"/>
                  </a:lnTo>
                  <a:lnTo>
                    <a:pt x="971670" y="1196775"/>
                  </a:lnTo>
                  <a:lnTo>
                    <a:pt x="971663" y="1196769"/>
                  </a:lnTo>
                  <a:lnTo>
                    <a:pt x="971655" y="1196765"/>
                  </a:lnTo>
                  <a:lnTo>
                    <a:pt x="971647" y="1196759"/>
                  </a:lnTo>
                  <a:lnTo>
                    <a:pt x="971640" y="1196756"/>
                  </a:lnTo>
                  <a:lnTo>
                    <a:pt x="971626" y="1196749"/>
                  </a:lnTo>
                  <a:lnTo>
                    <a:pt x="971611" y="1196742"/>
                  </a:lnTo>
                  <a:lnTo>
                    <a:pt x="971596" y="1196737"/>
                  </a:lnTo>
                  <a:lnTo>
                    <a:pt x="971581" y="1196733"/>
                  </a:lnTo>
                  <a:lnTo>
                    <a:pt x="971566" y="1196727"/>
                  </a:lnTo>
                  <a:lnTo>
                    <a:pt x="971556" y="1196723"/>
                  </a:lnTo>
                  <a:lnTo>
                    <a:pt x="971552" y="1196721"/>
                  </a:lnTo>
                  <a:lnTo>
                    <a:pt x="971537" y="1196714"/>
                  </a:lnTo>
                  <a:lnTo>
                    <a:pt x="971522" y="1196708"/>
                  </a:lnTo>
                  <a:lnTo>
                    <a:pt x="971508" y="1196702"/>
                  </a:lnTo>
                  <a:lnTo>
                    <a:pt x="971493" y="1196699"/>
                  </a:lnTo>
                  <a:lnTo>
                    <a:pt x="971478" y="1196697"/>
                  </a:lnTo>
                  <a:lnTo>
                    <a:pt x="971464" y="1196695"/>
                  </a:lnTo>
                  <a:lnTo>
                    <a:pt x="971449" y="1196697"/>
                  </a:lnTo>
                  <a:lnTo>
                    <a:pt x="971434" y="1196699"/>
                  </a:lnTo>
                  <a:lnTo>
                    <a:pt x="971419" y="1196700"/>
                  </a:lnTo>
                  <a:lnTo>
                    <a:pt x="971404" y="1196703"/>
                  </a:lnTo>
                  <a:lnTo>
                    <a:pt x="971390" y="1196704"/>
                  </a:lnTo>
                  <a:lnTo>
                    <a:pt x="971379" y="1196704"/>
                  </a:lnTo>
                  <a:lnTo>
                    <a:pt x="971375" y="1196702"/>
                  </a:lnTo>
                  <a:lnTo>
                    <a:pt x="971360" y="1196702"/>
                  </a:lnTo>
                  <a:lnTo>
                    <a:pt x="971346" y="1196701"/>
                  </a:lnTo>
                  <a:lnTo>
                    <a:pt x="971331" y="1196698"/>
                  </a:lnTo>
                  <a:lnTo>
                    <a:pt x="971317" y="1196693"/>
                  </a:lnTo>
                  <a:lnTo>
                    <a:pt x="971314" y="1196689"/>
                  </a:lnTo>
                  <a:lnTo>
                    <a:pt x="971311" y="1196684"/>
                  </a:lnTo>
                  <a:lnTo>
                    <a:pt x="971311" y="1196676"/>
                  </a:lnTo>
                  <a:lnTo>
                    <a:pt x="971309" y="1196659"/>
                  </a:lnTo>
                  <a:lnTo>
                    <a:pt x="971307" y="1196644"/>
                  </a:lnTo>
                  <a:lnTo>
                    <a:pt x="971306" y="1196629"/>
                  </a:lnTo>
                  <a:lnTo>
                    <a:pt x="971304" y="1196614"/>
                  </a:lnTo>
                  <a:lnTo>
                    <a:pt x="971304" y="1196599"/>
                  </a:lnTo>
                  <a:lnTo>
                    <a:pt x="971305" y="1196584"/>
                  </a:lnTo>
                  <a:lnTo>
                    <a:pt x="971307" y="1196570"/>
                  </a:lnTo>
                  <a:lnTo>
                    <a:pt x="971312" y="1196554"/>
                  </a:lnTo>
                  <a:lnTo>
                    <a:pt x="971320" y="1196538"/>
                  </a:lnTo>
                  <a:lnTo>
                    <a:pt x="971330" y="1196523"/>
                  </a:lnTo>
                  <a:lnTo>
                    <a:pt x="971338" y="1196508"/>
                  </a:lnTo>
                  <a:lnTo>
                    <a:pt x="971348" y="1196491"/>
                  </a:lnTo>
                  <a:lnTo>
                    <a:pt x="971359" y="1196476"/>
                  </a:lnTo>
                  <a:lnTo>
                    <a:pt x="971371" y="1196461"/>
                  </a:lnTo>
                  <a:lnTo>
                    <a:pt x="971378" y="1196451"/>
                  </a:lnTo>
                  <a:lnTo>
                    <a:pt x="971385" y="1196442"/>
                  </a:lnTo>
                  <a:lnTo>
                    <a:pt x="971392" y="1196432"/>
                  </a:lnTo>
                  <a:lnTo>
                    <a:pt x="971402" y="1196414"/>
                  </a:lnTo>
                  <a:lnTo>
                    <a:pt x="971410" y="1196400"/>
                  </a:lnTo>
                  <a:lnTo>
                    <a:pt x="971421" y="1196382"/>
                  </a:lnTo>
                  <a:lnTo>
                    <a:pt x="971430" y="1196367"/>
                  </a:lnTo>
                  <a:lnTo>
                    <a:pt x="971436" y="1196356"/>
                  </a:lnTo>
                  <a:lnTo>
                    <a:pt x="971438" y="1196352"/>
                  </a:lnTo>
                  <a:lnTo>
                    <a:pt x="971445" y="1196337"/>
                  </a:lnTo>
                  <a:lnTo>
                    <a:pt x="971451" y="1196322"/>
                  </a:lnTo>
                  <a:lnTo>
                    <a:pt x="971463" y="1196297"/>
                  </a:lnTo>
                  <a:lnTo>
                    <a:pt x="971471" y="1196282"/>
                  </a:lnTo>
                  <a:lnTo>
                    <a:pt x="971482" y="1196267"/>
                  </a:lnTo>
                  <a:lnTo>
                    <a:pt x="971492" y="1196253"/>
                  </a:lnTo>
                  <a:lnTo>
                    <a:pt x="971505" y="1196237"/>
                  </a:lnTo>
                  <a:lnTo>
                    <a:pt x="971516" y="1196223"/>
                  </a:lnTo>
                  <a:lnTo>
                    <a:pt x="971532" y="1196208"/>
                  </a:lnTo>
                  <a:lnTo>
                    <a:pt x="971547" y="1196195"/>
                  </a:lnTo>
                  <a:lnTo>
                    <a:pt x="971559" y="1196182"/>
                  </a:lnTo>
                  <a:lnTo>
                    <a:pt x="971567" y="1196173"/>
                  </a:lnTo>
                  <a:lnTo>
                    <a:pt x="971570" y="1196167"/>
                  </a:lnTo>
                  <a:lnTo>
                    <a:pt x="971575" y="1196152"/>
                  </a:lnTo>
                  <a:lnTo>
                    <a:pt x="971576" y="1196137"/>
                  </a:lnTo>
                  <a:lnTo>
                    <a:pt x="971576" y="1196122"/>
                  </a:lnTo>
                  <a:lnTo>
                    <a:pt x="971575" y="1196104"/>
                  </a:lnTo>
                  <a:lnTo>
                    <a:pt x="971573" y="1196089"/>
                  </a:lnTo>
                  <a:lnTo>
                    <a:pt x="971571" y="1196074"/>
                  </a:lnTo>
                  <a:lnTo>
                    <a:pt x="971568" y="1196059"/>
                  </a:lnTo>
                  <a:lnTo>
                    <a:pt x="971567" y="1196044"/>
                  </a:lnTo>
                  <a:lnTo>
                    <a:pt x="971570" y="1196029"/>
                  </a:lnTo>
                  <a:lnTo>
                    <a:pt x="971573" y="1196014"/>
                  </a:lnTo>
                  <a:lnTo>
                    <a:pt x="971576" y="1195998"/>
                  </a:lnTo>
                  <a:lnTo>
                    <a:pt x="971577" y="1195984"/>
                  </a:lnTo>
                  <a:lnTo>
                    <a:pt x="971579" y="1195967"/>
                  </a:lnTo>
                  <a:lnTo>
                    <a:pt x="971582" y="1195957"/>
                  </a:lnTo>
                  <a:lnTo>
                    <a:pt x="971586" y="1195936"/>
                  </a:lnTo>
                  <a:lnTo>
                    <a:pt x="971588" y="1195925"/>
                  </a:lnTo>
                  <a:lnTo>
                    <a:pt x="971585" y="1195906"/>
                  </a:lnTo>
                  <a:lnTo>
                    <a:pt x="971585" y="1195890"/>
                  </a:lnTo>
                  <a:lnTo>
                    <a:pt x="971586" y="1195882"/>
                  </a:lnTo>
                  <a:lnTo>
                    <a:pt x="971588" y="1195876"/>
                  </a:lnTo>
                  <a:lnTo>
                    <a:pt x="971594" y="1195860"/>
                  </a:lnTo>
                  <a:lnTo>
                    <a:pt x="971599" y="1195845"/>
                  </a:lnTo>
                  <a:lnTo>
                    <a:pt x="971603" y="1195838"/>
                  </a:lnTo>
                  <a:lnTo>
                    <a:pt x="971605" y="1195830"/>
                  </a:lnTo>
                  <a:lnTo>
                    <a:pt x="971605" y="1195813"/>
                  </a:lnTo>
                  <a:lnTo>
                    <a:pt x="971605" y="1195797"/>
                  </a:lnTo>
                  <a:lnTo>
                    <a:pt x="971603" y="1195782"/>
                  </a:lnTo>
                  <a:lnTo>
                    <a:pt x="971602" y="1195767"/>
                  </a:lnTo>
                  <a:lnTo>
                    <a:pt x="971600" y="1195752"/>
                  </a:lnTo>
                  <a:lnTo>
                    <a:pt x="971597" y="1195737"/>
                  </a:lnTo>
                  <a:lnTo>
                    <a:pt x="971596" y="1195722"/>
                  </a:lnTo>
                  <a:lnTo>
                    <a:pt x="971595" y="1195707"/>
                  </a:lnTo>
                  <a:lnTo>
                    <a:pt x="971593" y="1195691"/>
                  </a:lnTo>
                  <a:lnTo>
                    <a:pt x="971596" y="1195677"/>
                  </a:lnTo>
                  <a:lnTo>
                    <a:pt x="971597" y="1195664"/>
                  </a:lnTo>
                  <a:lnTo>
                    <a:pt x="971599" y="1195659"/>
                  </a:lnTo>
                  <a:lnTo>
                    <a:pt x="971602" y="1195652"/>
                  </a:lnTo>
                  <a:lnTo>
                    <a:pt x="971606" y="1195645"/>
                  </a:lnTo>
                  <a:lnTo>
                    <a:pt x="971611" y="1195630"/>
                  </a:lnTo>
                  <a:lnTo>
                    <a:pt x="971615" y="1195614"/>
                  </a:lnTo>
                  <a:lnTo>
                    <a:pt x="971617" y="1195605"/>
                  </a:lnTo>
                  <a:lnTo>
                    <a:pt x="971620" y="1195599"/>
                  </a:lnTo>
                  <a:lnTo>
                    <a:pt x="971624" y="1195583"/>
                  </a:lnTo>
                  <a:lnTo>
                    <a:pt x="971627" y="1195569"/>
                  </a:lnTo>
                  <a:lnTo>
                    <a:pt x="971630" y="1195554"/>
                  </a:lnTo>
                  <a:lnTo>
                    <a:pt x="971631" y="1195539"/>
                  </a:lnTo>
                  <a:lnTo>
                    <a:pt x="971631" y="1195529"/>
                  </a:lnTo>
                  <a:lnTo>
                    <a:pt x="971633" y="1195521"/>
                  </a:lnTo>
                  <a:lnTo>
                    <a:pt x="971637" y="1195506"/>
                  </a:lnTo>
                  <a:lnTo>
                    <a:pt x="971641" y="1195491"/>
                  </a:lnTo>
                  <a:lnTo>
                    <a:pt x="971642" y="1195476"/>
                  </a:lnTo>
                  <a:lnTo>
                    <a:pt x="971639" y="1195461"/>
                  </a:lnTo>
                  <a:lnTo>
                    <a:pt x="971635" y="1195446"/>
                  </a:lnTo>
                  <a:lnTo>
                    <a:pt x="971633" y="1195431"/>
                  </a:lnTo>
                  <a:lnTo>
                    <a:pt x="971632" y="1195416"/>
                  </a:lnTo>
                  <a:lnTo>
                    <a:pt x="971631" y="1195401"/>
                  </a:lnTo>
                  <a:lnTo>
                    <a:pt x="971627" y="1195386"/>
                  </a:lnTo>
                  <a:lnTo>
                    <a:pt x="971621" y="1195371"/>
                  </a:lnTo>
                  <a:lnTo>
                    <a:pt x="971613" y="1195354"/>
                  </a:lnTo>
                  <a:lnTo>
                    <a:pt x="971604" y="1195339"/>
                  </a:lnTo>
                  <a:lnTo>
                    <a:pt x="971595" y="1195324"/>
                  </a:lnTo>
                  <a:lnTo>
                    <a:pt x="971585" y="1195309"/>
                  </a:lnTo>
                  <a:lnTo>
                    <a:pt x="971577" y="1195293"/>
                  </a:lnTo>
                  <a:lnTo>
                    <a:pt x="971569" y="1195278"/>
                  </a:lnTo>
                  <a:lnTo>
                    <a:pt x="971561" y="1195260"/>
                  </a:lnTo>
                  <a:lnTo>
                    <a:pt x="971556" y="1195245"/>
                  </a:lnTo>
                  <a:lnTo>
                    <a:pt x="971551" y="1195230"/>
                  </a:lnTo>
                  <a:lnTo>
                    <a:pt x="971548" y="1195215"/>
                  </a:lnTo>
                  <a:lnTo>
                    <a:pt x="971545" y="1195206"/>
                  </a:lnTo>
                  <a:lnTo>
                    <a:pt x="971540" y="1195200"/>
                  </a:lnTo>
                  <a:lnTo>
                    <a:pt x="971529" y="1195186"/>
                  </a:lnTo>
                  <a:lnTo>
                    <a:pt x="971523" y="1195178"/>
                  </a:lnTo>
                  <a:lnTo>
                    <a:pt x="971520" y="1195171"/>
                  </a:lnTo>
                  <a:lnTo>
                    <a:pt x="971517" y="1195158"/>
                  </a:lnTo>
                  <a:lnTo>
                    <a:pt x="971511" y="1195144"/>
                  </a:lnTo>
                  <a:lnTo>
                    <a:pt x="971505" y="1195130"/>
                  </a:lnTo>
                  <a:lnTo>
                    <a:pt x="971498" y="1195115"/>
                  </a:lnTo>
                  <a:lnTo>
                    <a:pt x="971492" y="1195101"/>
                  </a:lnTo>
                  <a:lnTo>
                    <a:pt x="971490" y="1195085"/>
                  </a:lnTo>
                  <a:lnTo>
                    <a:pt x="971489" y="1195071"/>
                  </a:lnTo>
                  <a:lnTo>
                    <a:pt x="971490" y="1195057"/>
                  </a:lnTo>
                  <a:lnTo>
                    <a:pt x="971471" y="1195051"/>
                  </a:lnTo>
                  <a:lnTo>
                    <a:pt x="971486" y="1195043"/>
                  </a:lnTo>
                  <a:lnTo>
                    <a:pt x="971494" y="1195035"/>
                  </a:lnTo>
                  <a:lnTo>
                    <a:pt x="971496" y="1195028"/>
                  </a:lnTo>
                  <a:lnTo>
                    <a:pt x="971500" y="1195013"/>
                  </a:lnTo>
                  <a:lnTo>
                    <a:pt x="971506" y="1194998"/>
                  </a:lnTo>
                  <a:lnTo>
                    <a:pt x="971513" y="1194980"/>
                  </a:lnTo>
                  <a:lnTo>
                    <a:pt x="971521" y="1194965"/>
                  </a:lnTo>
                  <a:lnTo>
                    <a:pt x="971530" y="1194950"/>
                  </a:lnTo>
                  <a:lnTo>
                    <a:pt x="971534" y="1194946"/>
                  </a:lnTo>
                  <a:lnTo>
                    <a:pt x="971540" y="1194935"/>
                  </a:lnTo>
                  <a:lnTo>
                    <a:pt x="971546" y="1194920"/>
                  </a:lnTo>
                  <a:lnTo>
                    <a:pt x="971550" y="1194905"/>
                  </a:lnTo>
                  <a:lnTo>
                    <a:pt x="971553" y="1194890"/>
                  </a:lnTo>
                  <a:lnTo>
                    <a:pt x="971556" y="1194874"/>
                  </a:lnTo>
                  <a:lnTo>
                    <a:pt x="971558" y="1194859"/>
                  </a:lnTo>
                  <a:lnTo>
                    <a:pt x="971557" y="1194848"/>
                  </a:lnTo>
                  <a:lnTo>
                    <a:pt x="971555" y="1194844"/>
                  </a:lnTo>
                  <a:lnTo>
                    <a:pt x="971550" y="1194830"/>
                  </a:lnTo>
                  <a:lnTo>
                    <a:pt x="971546" y="1194814"/>
                  </a:lnTo>
                  <a:lnTo>
                    <a:pt x="971544" y="1194799"/>
                  </a:lnTo>
                  <a:lnTo>
                    <a:pt x="971542" y="1194784"/>
                  </a:lnTo>
                  <a:lnTo>
                    <a:pt x="971542" y="1194769"/>
                  </a:lnTo>
                  <a:lnTo>
                    <a:pt x="971542" y="1194752"/>
                  </a:lnTo>
                  <a:lnTo>
                    <a:pt x="971543" y="1194737"/>
                  </a:lnTo>
                  <a:lnTo>
                    <a:pt x="971547" y="1194727"/>
                  </a:lnTo>
                  <a:lnTo>
                    <a:pt x="971551" y="1194722"/>
                  </a:lnTo>
                  <a:lnTo>
                    <a:pt x="971564" y="1194707"/>
                  </a:lnTo>
                  <a:lnTo>
                    <a:pt x="971577" y="1194694"/>
                  </a:lnTo>
                  <a:lnTo>
                    <a:pt x="971589" y="1194679"/>
                  </a:lnTo>
                  <a:lnTo>
                    <a:pt x="971603" y="1194662"/>
                  </a:lnTo>
                  <a:lnTo>
                    <a:pt x="971615" y="1194645"/>
                  </a:lnTo>
                  <a:lnTo>
                    <a:pt x="971629" y="1194632"/>
                  </a:lnTo>
                  <a:lnTo>
                    <a:pt x="971644" y="1194619"/>
                  </a:lnTo>
                  <a:lnTo>
                    <a:pt x="971657" y="1194604"/>
                  </a:lnTo>
                  <a:lnTo>
                    <a:pt x="971670" y="1194589"/>
                  </a:lnTo>
                  <a:lnTo>
                    <a:pt x="971681" y="1194575"/>
                  </a:lnTo>
                  <a:lnTo>
                    <a:pt x="971695" y="1194563"/>
                  </a:lnTo>
                  <a:lnTo>
                    <a:pt x="971709" y="1194551"/>
                  </a:lnTo>
                  <a:lnTo>
                    <a:pt x="971723" y="1194538"/>
                  </a:lnTo>
                  <a:lnTo>
                    <a:pt x="971738" y="1194524"/>
                  </a:lnTo>
                  <a:lnTo>
                    <a:pt x="971750" y="1194509"/>
                  </a:lnTo>
                  <a:lnTo>
                    <a:pt x="971763" y="1194494"/>
                  </a:lnTo>
                  <a:lnTo>
                    <a:pt x="971774" y="1194477"/>
                  </a:lnTo>
                  <a:lnTo>
                    <a:pt x="971781" y="1194462"/>
                  </a:lnTo>
                  <a:lnTo>
                    <a:pt x="971786" y="1194447"/>
                  </a:lnTo>
                  <a:lnTo>
                    <a:pt x="971791" y="1194432"/>
                  </a:lnTo>
                  <a:lnTo>
                    <a:pt x="971797" y="1194417"/>
                  </a:lnTo>
                  <a:lnTo>
                    <a:pt x="971803" y="1194402"/>
                  </a:lnTo>
                  <a:lnTo>
                    <a:pt x="971806" y="1194387"/>
                  </a:lnTo>
                  <a:lnTo>
                    <a:pt x="971808" y="1194372"/>
                  </a:lnTo>
                  <a:lnTo>
                    <a:pt x="971808" y="1194359"/>
                  </a:lnTo>
                  <a:lnTo>
                    <a:pt x="971810" y="1194354"/>
                  </a:lnTo>
                  <a:lnTo>
                    <a:pt x="971811" y="1194343"/>
                  </a:lnTo>
                  <a:lnTo>
                    <a:pt x="971813" y="1194339"/>
                  </a:lnTo>
                  <a:lnTo>
                    <a:pt x="971816" y="1194324"/>
                  </a:lnTo>
                  <a:lnTo>
                    <a:pt x="971822" y="1194308"/>
                  </a:lnTo>
                  <a:lnTo>
                    <a:pt x="971828" y="1194293"/>
                  </a:lnTo>
                  <a:lnTo>
                    <a:pt x="971840" y="1194265"/>
                  </a:lnTo>
                  <a:lnTo>
                    <a:pt x="971844" y="1194254"/>
                  </a:lnTo>
                  <a:lnTo>
                    <a:pt x="971843" y="1194245"/>
                  </a:lnTo>
                  <a:lnTo>
                    <a:pt x="971836" y="1194231"/>
                  </a:lnTo>
                  <a:lnTo>
                    <a:pt x="971828" y="1194220"/>
                  </a:lnTo>
                  <a:lnTo>
                    <a:pt x="971820" y="1194209"/>
                  </a:lnTo>
                  <a:lnTo>
                    <a:pt x="971817" y="1194201"/>
                  </a:lnTo>
                  <a:lnTo>
                    <a:pt x="971812" y="1194190"/>
                  </a:lnTo>
                  <a:lnTo>
                    <a:pt x="971807" y="1194180"/>
                  </a:lnTo>
                  <a:lnTo>
                    <a:pt x="971804" y="1194173"/>
                  </a:lnTo>
                  <a:lnTo>
                    <a:pt x="971799" y="1194164"/>
                  </a:lnTo>
                  <a:lnTo>
                    <a:pt x="971796" y="1194160"/>
                  </a:lnTo>
                  <a:lnTo>
                    <a:pt x="971790" y="1194145"/>
                  </a:lnTo>
                  <a:lnTo>
                    <a:pt x="971782" y="1194130"/>
                  </a:lnTo>
                  <a:lnTo>
                    <a:pt x="971773" y="1194114"/>
                  </a:lnTo>
                  <a:lnTo>
                    <a:pt x="971768" y="1194100"/>
                  </a:lnTo>
                  <a:lnTo>
                    <a:pt x="971757" y="1194082"/>
                  </a:lnTo>
                  <a:lnTo>
                    <a:pt x="971747" y="1194065"/>
                  </a:lnTo>
                  <a:lnTo>
                    <a:pt x="971741" y="1194053"/>
                  </a:lnTo>
                  <a:lnTo>
                    <a:pt x="971737" y="1194043"/>
                  </a:lnTo>
                  <a:lnTo>
                    <a:pt x="971735" y="1194035"/>
                  </a:lnTo>
                  <a:lnTo>
                    <a:pt x="971730" y="1194020"/>
                  </a:lnTo>
                  <a:lnTo>
                    <a:pt x="971726" y="1194005"/>
                  </a:lnTo>
                  <a:lnTo>
                    <a:pt x="971723" y="1193996"/>
                  </a:lnTo>
                  <a:lnTo>
                    <a:pt x="971722" y="1193986"/>
                  </a:lnTo>
                  <a:lnTo>
                    <a:pt x="971723" y="1193979"/>
                  </a:lnTo>
                  <a:lnTo>
                    <a:pt x="971725" y="1193975"/>
                  </a:lnTo>
                  <a:lnTo>
                    <a:pt x="971726" y="1193960"/>
                  </a:lnTo>
                  <a:lnTo>
                    <a:pt x="971724" y="1193945"/>
                  </a:lnTo>
                  <a:lnTo>
                    <a:pt x="971723" y="1193929"/>
                  </a:lnTo>
                  <a:lnTo>
                    <a:pt x="971721" y="1193914"/>
                  </a:lnTo>
                  <a:lnTo>
                    <a:pt x="971720" y="1193904"/>
                  </a:lnTo>
                  <a:lnTo>
                    <a:pt x="971719" y="1193899"/>
                  </a:lnTo>
                  <a:lnTo>
                    <a:pt x="971716" y="1193884"/>
                  </a:lnTo>
                  <a:lnTo>
                    <a:pt x="971711" y="1193869"/>
                  </a:lnTo>
                  <a:lnTo>
                    <a:pt x="971708" y="1193862"/>
                  </a:lnTo>
                  <a:lnTo>
                    <a:pt x="971702" y="1193854"/>
                  </a:lnTo>
                  <a:lnTo>
                    <a:pt x="971688" y="1193840"/>
                  </a:lnTo>
                  <a:lnTo>
                    <a:pt x="971674" y="1193826"/>
                  </a:lnTo>
                  <a:lnTo>
                    <a:pt x="971662" y="1193812"/>
                  </a:lnTo>
                  <a:lnTo>
                    <a:pt x="971659" y="1193804"/>
                  </a:lnTo>
                  <a:lnTo>
                    <a:pt x="971658" y="1193796"/>
                  </a:lnTo>
                  <a:lnTo>
                    <a:pt x="971659" y="1193778"/>
                  </a:lnTo>
                  <a:lnTo>
                    <a:pt x="971661" y="1193761"/>
                  </a:lnTo>
                  <a:lnTo>
                    <a:pt x="971665" y="1193734"/>
                  </a:lnTo>
                  <a:lnTo>
                    <a:pt x="971668" y="1193715"/>
                  </a:lnTo>
                  <a:lnTo>
                    <a:pt x="971671" y="1193700"/>
                  </a:lnTo>
                  <a:lnTo>
                    <a:pt x="971675" y="1193685"/>
                  </a:lnTo>
                  <a:lnTo>
                    <a:pt x="971676" y="1193670"/>
                  </a:lnTo>
                  <a:lnTo>
                    <a:pt x="971680" y="1193655"/>
                  </a:lnTo>
                  <a:lnTo>
                    <a:pt x="971681" y="1193649"/>
                  </a:lnTo>
                  <a:lnTo>
                    <a:pt x="971684" y="1193645"/>
                  </a:lnTo>
                  <a:lnTo>
                    <a:pt x="971688" y="1193644"/>
                  </a:lnTo>
                  <a:lnTo>
                    <a:pt x="971693" y="1193645"/>
                  </a:lnTo>
                  <a:lnTo>
                    <a:pt x="971704" y="1193654"/>
                  </a:lnTo>
                  <a:lnTo>
                    <a:pt x="971720" y="1193667"/>
                  </a:lnTo>
                  <a:lnTo>
                    <a:pt x="971750" y="1193684"/>
                  </a:lnTo>
                  <a:lnTo>
                    <a:pt x="971758" y="1193695"/>
                  </a:lnTo>
                  <a:lnTo>
                    <a:pt x="971763" y="1193702"/>
                  </a:lnTo>
                  <a:lnTo>
                    <a:pt x="971768" y="1193691"/>
                  </a:lnTo>
                  <a:lnTo>
                    <a:pt x="971773" y="1193681"/>
                  </a:lnTo>
                  <a:lnTo>
                    <a:pt x="971787" y="1193664"/>
                  </a:lnTo>
                  <a:lnTo>
                    <a:pt x="971800" y="1193649"/>
                  </a:lnTo>
                  <a:lnTo>
                    <a:pt x="971812" y="1193634"/>
                  </a:lnTo>
                  <a:lnTo>
                    <a:pt x="971824" y="1193619"/>
                  </a:lnTo>
                  <a:lnTo>
                    <a:pt x="971835" y="1193604"/>
                  </a:lnTo>
                  <a:lnTo>
                    <a:pt x="971847" y="1193588"/>
                  </a:lnTo>
                  <a:lnTo>
                    <a:pt x="971862" y="1193575"/>
                  </a:lnTo>
                  <a:lnTo>
                    <a:pt x="971876" y="1193562"/>
                  </a:lnTo>
                  <a:lnTo>
                    <a:pt x="971890" y="1193551"/>
                  </a:lnTo>
                  <a:lnTo>
                    <a:pt x="971904" y="1193538"/>
                  </a:lnTo>
                  <a:lnTo>
                    <a:pt x="971908" y="1193536"/>
                  </a:lnTo>
                  <a:lnTo>
                    <a:pt x="971918" y="1193526"/>
                  </a:lnTo>
                  <a:lnTo>
                    <a:pt x="971934" y="1193513"/>
                  </a:lnTo>
                  <a:lnTo>
                    <a:pt x="971951" y="1193499"/>
                  </a:lnTo>
                  <a:lnTo>
                    <a:pt x="971965" y="1193487"/>
                  </a:lnTo>
                  <a:lnTo>
                    <a:pt x="971979" y="1193475"/>
                  </a:lnTo>
                  <a:lnTo>
                    <a:pt x="971994" y="1193463"/>
                  </a:lnTo>
                  <a:lnTo>
                    <a:pt x="972009" y="1193453"/>
                  </a:lnTo>
                  <a:lnTo>
                    <a:pt x="972016" y="1193448"/>
                  </a:lnTo>
                  <a:lnTo>
                    <a:pt x="972023" y="1193444"/>
                  </a:lnTo>
                  <a:lnTo>
                    <a:pt x="972038" y="1193437"/>
                  </a:lnTo>
                  <a:lnTo>
                    <a:pt x="972053" y="1193430"/>
                  </a:lnTo>
                  <a:lnTo>
                    <a:pt x="972067" y="1193423"/>
                  </a:lnTo>
                  <a:lnTo>
                    <a:pt x="972082" y="1193415"/>
                  </a:lnTo>
                  <a:lnTo>
                    <a:pt x="972097" y="1193406"/>
                  </a:lnTo>
                  <a:lnTo>
                    <a:pt x="972111" y="1193394"/>
                  </a:lnTo>
                  <a:lnTo>
                    <a:pt x="972125" y="1193383"/>
                  </a:lnTo>
                  <a:lnTo>
                    <a:pt x="972140" y="1193374"/>
                  </a:lnTo>
                  <a:lnTo>
                    <a:pt x="972155" y="1193365"/>
                  </a:lnTo>
                  <a:lnTo>
                    <a:pt x="972169" y="1193355"/>
                  </a:lnTo>
                  <a:lnTo>
                    <a:pt x="972184" y="1193348"/>
                  </a:lnTo>
                  <a:lnTo>
                    <a:pt x="972199" y="1193343"/>
                  </a:lnTo>
                  <a:lnTo>
                    <a:pt x="972207" y="1193340"/>
                  </a:lnTo>
                  <a:lnTo>
                    <a:pt x="972214" y="1193336"/>
                  </a:lnTo>
                  <a:lnTo>
                    <a:pt x="972228" y="1193323"/>
                  </a:lnTo>
                  <a:lnTo>
                    <a:pt x="972243" y="1193312"/>
                  </a:lnTo>
                  <a:lnTo>
                    <a:pt x="972258" y="1193303"/>
                  </a:lnTo>
                  <a:lnTo>
                    <a:pt x="972272" y="1193293"/>
                  </a:lnTo>
                  <a:lnTo>
                    <a:pt x="972286" y="1193282"/>
                  </a:lnTo>
                  <a:lnTo>
                    <a:pt x="972301" y="1193270"/>
                  </a:lnTo>
                  <a:lnTo>
                    <a:pt x="972314" y="1193257"/>
                  </a:lnTo>
                  <a:lnTo>
                    <a:pt x="972328" y="1193243"/>
                  </a:lnTo>
                  <a:lnTo>
                    <a:pt x="972342" y="1193231"/>
                  </a:lnTo>
                  <a:lnTo>
                    <a:pt x="972357" y="1193213"/>
                  </a:lnTo>
                  <a:lnTo>
                    <a:pt x="972366" y="1193198"/>
                  </a:lnTo>
                  <a:lnTo>
                    <a:pt x="972371" y="1193190"/>
                  </a:lnTo>
                  <a:lnTo>
                    <a:pt x="972382" y="1193179"/>
                  </a:lnTo>
                  <a:lnTo>
                    <a:pt x="972395" y="1193166"/>
                  </a:lnTo>
                  <a:lnTo>
                    <a:pt x="972408" y="1193153"/>
                  </a:lnTo>
                  <a:lnTo>
                    <a:pt x="972422" y="1193138"/>
                  </a:lnTo>
                  <a:lnTo>
                    <a:pt x="972433" y="1193127"/>
                  </a:lnTo>
                  <a:lnTo>
                    <a:pt x="972437" y="1193125"/>
                  </a:lnTo>
                  <a:lnTo>
                    <a:pt x="972452" y="1193116"/>
                  </a:lnTo>
                  <a:lnTo>
                    <a:pt x="972477" y="1193109"/>
                  </a:lnTo>
                  <a:lnTo>
                    <a:pt x="972492" y="1193109"/>
                  </a:lnTo>
                  <a:lnTo>
                    <a:pt x="972506" y="1193109"/>
                  </a:lnTo>
                  <a:lnTo>
                    <a:pt x="972521" y="1193106"/>
                  </a:lnTo>
                  <a:lnTo>
                    <a:pt x="972536" y="1193102"/>
                  </a:lnTo>
                  <a:lnTo>
                    <a:pt x="972550" y="1193100"/>
                  </a:lnTo>
                  <a:lnTo>
                    <a:pt x="972559" y="1193097"/>
                  </a:lnTo>
                  <a:lnTo>
                    <a:pt x="972566" y="1193097"/>
                  </a:lnTo>
                  <a:lnTo>
                    <a:pt x="972580" y="1193091"/>
                  </a:lnTo>
                  <a:lnTo>
                    <a:pt x="972591" y="1193082"/>
                  </a:lnTo>
                  <a:lnTo>
                    <a:pt x="972594" y="1193079"/>
                  </a:lnTo>
                  <a:lnTo>
                    <a:pt x="972603" y="1193070"/>
                  </a:lnTo>
                  <a:lnTo>
                    <a:pt x="972608" y="1193065"/>
                  </a:lnTo>
                  <a:lnTo>
                    <a:pt x="972618" y="1193050"/>
                  </a:lnTo>
                  <a:lnTo>
                    <a:pt x="972631" y="1193034"/>
                  </a:lnTo>
                  <a:lnTo>
                    <a:pt x="972642" y="1193018"/>
                  </a:lnTo>
                  <a:lnTo>
                    <a:pt x="972653" y="1193004"/>
                  </a:lnTo>
                  <a:lnTo>
                    <a:pt x="972659" y="1192996"/>
                  </a:lnTo>
                  <a:lnTo>
                    <a:pt x="972666" y="1192991"/>
                  </a:lnTo>
                  <a:lnTo>
                    <a:pt x="972681" y="1192980"/>
                  </a:lnTo>
                  <a:lnTo>
                    <a:pt x="972694" y="1192968"/>
                  </a:lnTo>
                  <a:lnTo>
                    <a:pt x="972700" y="1192961"/>
                  </a:lnTo>
                  <a:lnTo>
                    <a:pt x="972704" y="1192953"/>
                  </a:lnTo>
                  <a:lnTo>
                    <a:pt x="972706" y="1192946"/>
                  </a:lnTo>
                  <a:lnTo>
                    <a:pt x="972706" y="1192938"/>
                  </a:lnTo>
                  <a:lnTo>
                    <a:pt x="972706" y="1192922"/>
                  </a:lnTo>
                  <a:lnTo>
                    <a:pt x="972707" y="1192907"/>
                  </a:lnTo>
                  <a:lnTo>
                    <a:pt x="972708" y="1192902"/>
                  </a:lnTo>
                  <a:lnTo>
                    <a:pt x="972711" y="1192892"/>
                  </a:lnTo>
                  <a:lnTo>
                    <a:pt x="972712" y="1192877"/>
                  </a:lnTo>
                  <a:lnTo>
                    <a:pt x="972709" y="1192862"/>
                  </a:lnTo>
                  <a:lnTo>
                    <a:pt x="972709" y="1192853"/>
                  </a:lnTo>
                  <a:lnTo>
                    <a:pt x="972707" y="1192847"/>
                  </a:lnTo>
                  <a:lnTo>
                    <a:pt x="972707" y="1192832"/>
                  </a:lnTo>
                  <a:lnTo>
                    <a:pt x="972712" y="1192817"/>
                  </a:lnTo>
                  <a:lnTo>
                    <a:pt x="972723" y="1192802"/>
                  </a:lnTo>
                  <a:lnTo>
                    <a:pt x="972735" y="1192787"/>
                  </a:lnTo>
                  <a:lnTo>
                    <a:pt x="972747" y="1192773"/>
                  </a:lnTo>
                  <a:lnTo>
                    <a:pt x="972760" y="1192761"/>
                  </a:lnTo>
                  <a:lnTo>
                    <a:pt x="972774" y="1192747"/>
                  </a:lnTo>
                  <a:lnTo>
                    <a:pt x="972793" y="1192720"/>
                  </a:lnTo>
                  <a:lnTo>
                    <a:pt x="972800" y="1192714"/>
                  </a:lnTo>
                  <a:lnTo>
                    <a:pt x="972833" y="1192684"/>
                  </a:lnTo>
                  <a:lnTo>
                    <a:pt x="972859" y="1192669"/>
                  </a:lnTo>
                  <a:lnTo>
                    <a:pt x="972881" y="1192658"/>
                  </a:lnTo>
                  <a:lnTo>
                    <a:pt x="972902" y="1192650"/>
                  </a:lnTo>
                  <a:lnTo>
                    <a:pt x="972916" y="1192645"/>
                  </a:lnTo>
                  <a:lnTo>
                    <a:pt x="972927" y="1192636"/>
                  </a:lnTo>
                  <a:lnTo>
                    <a:pt x="972946" y="1192623"/>
                  </a:lnTo>
                  <a:lnTo>
                    <a:pt x="972957" y="1192613"/>
                  </a:lnTo>
                  <a:lnTo>
                    <a:pt x="972963" y="1192607"/>
                  </a:lnTo>
                  <a:lnTo>
                    <a:pt x="972967" y="1192601"/>
                  </a:lnTo>
                  <a:lnTo>
                    <a:pt x="972965" y="1192594"/>
                  </a:lnTo>
                  <a:lnTo>
                    <a:pt x="972959" y="1192586"/>
                  </a:lnTo>
                  <a:lnTo>
                    <a:pt x="972951" y="1192575"/>
                  </a:lnTo>
                  <a:lnTo>
                    <a:pt x="972944" y="1192554"/>
                  </a:lnTo>
                  <a:lnTo>
                    <a:pt x="972946" y="1192542"/>
                  </a:lnTo>
                  <a:lnTo>
                    <a:pt x="972957" y="1192520"/>
                  </a:lnTo>
                  <a:lnTo>
                    <a:pt x="972972" y="1192496"/>
                  </a:lnTo>
                  <a:lnTo>
                    <a:pt x="972987" y="1192483"/>
                  </a:lnTo>
                  <a:lnTo>
                    <a:pt x="972996" y="1192477"/>
                  </a:lnTo>
                  <a:lnTo>
                    <a:pt x="973012" y="1192455"/>
                  </a:lnTo>
                  <a:lnTo>
                    <a:pt x="973038" y="1192419"/>
                  </a:lnTo>
                  <a:lnTo>
                    <a:pt x="973051" y="1192405"/>
                  </a:lnTo>
                  <a:lnTo>
                    <a:pt x="973087" y="1192384"/>
                  </a:lnTo>
                  <a:lnTo>
                    <a:pt x="973117" y="1192375"/>
                  </a:lnTo>
                  <a:lnTo>
                    <a:pt x="973147" y="1192369"/>
                  </a:lnTo>
                  <a:lnTo>
                    <a:pt x="973175" y="1192367"/>
                  </a:lnTo>
                  <a:lnTo>
                    <a:pt x="973201" y="1192362"/>
                  </a:lnTo>
                  <a:lnTo>
                    <a:pt x="973216" y="1192360"/>
                  </a:lnTo>
                  <a:lnTo>
                    <a:pt x="973231" y="1192358"/>
                  </a:lnTo>
                  <a:lnTo>
                    <a:pt x="973244" y="1192357"/>
                  </a:lnTo>
                  <a:lnTo>
                    <a:pt x="973251" y="1192354"/>
                  </a:lnTo>
                  <a:lnTo>
                    <a:pt x="973255" y="1192351"/>
                  </a:lnTo>
                  <a:lnTo>
                    <a:pt x="973263" y="1192340"/>
                  </a:lnTo>
                  <a:lnTo>
                    <a:pt x="973270" y="1192325"/>
                  </a:lnTo>
                  <a:lnTo>
                    <a:pt x="973274" y="1192314"/>
                  </a:lnTo>
                  <a:lnTo>
                    <a:pt x="973280" y="1192298"/>
                  </a:lnTo>
                  <a:lnTo>
                    <a:pt x="973285" y="1192275"/>
                  </a:lnTo>
                  <a:lnTo>
                    <a:pt x="973287" y="1192259"/>
                  </a:lnTo>
                  <a:lnTo>
                    <a:pt x="973292" y="1192241"/>
                  </a:lnTo>
                  <a:lnTo>
                    <a:pt x="973304" y="1192216"/>
                  </a:lnTo>
                  <a:lnTo>
                    <a:pt x="973318" y="1192202"/>
                  </a:lnTo>
                  <a:lnTo>
                    <a:pt x="973330" y="1192185"/>
                  </a:lnTo>
                  <a:lnTo>
                    <a:pt x="973344" y="1192165"/>
                  </a:lnTo>
                  <a:lnTo>
                    <a:pt x="973352" y="1192150"/>
                  </a:lnTo>
                  <a:lnTo>
                    <a:pt x="973364" y="1192129"/>
                  </a:lnTo>
                  <a:lnTo>
                    <a:pt x="973377" y="1192107"/>
                  </a:lnTo>
                  <a:lnTo>
                    <a:pt x="973390" y="1192089"/>
                  </a:lnTo>
                  <a:lnTo>
                    <a:pt x="973422" y="1192058"/>
                  </a:lnTo>
                  <a:lnTo>
                    <a:pt x="973425" y="1192054"/>
                  </a:lnTo>
                  <a:lnTo>
                    <a:pt x="973437" y="1192041"/>
                  </a:lnTo>
                  <a:lnTo>
                    <a:pt x="973447" y="1192031"/>
                  </a:lnTo>
                  <a:lnTo>
                    <a:pt x="973459" y="1192019"/>
                  </a:lnTo>
                  <a:lnTo>
                    <a:pt x="973469" y="1192010"/>
                  </a:lnTo>
                  <a:lnTo>
                    <a:pt x="973481" y="1191996"/>
                  </a:lnTo>
                  <a:lnTo>
                    <a:pt x="973485" y="1191991"/>
                  </a:lnTo>
                  <a:lnTo>
                    <a:pt x="973496" y="1191977"/>
                  </a:lnTo>
                  <a:lnTo>
                    <a:pt x="973500" y="1191972"/>
                  </a:lnTo>
                  <a:lnTo>
                    <a:pt x="973516" y="1191960"/>
                  </a:lnTo>
                  <a:lnTo>
                    <a:pt x="973540" y="1191947"/>
                  </a:lnTo>
                  <a:lnTo>
                    <a:pt x="973562" y="1191941"/>
                  </a:lnTo>
                  <a:lnTo>
                    <a:pt x="973597" y="1191928"/>
                  </a:lnTo>
                  <a:lnTo>
                    <a:pt x="973628" y="1191914"/>
                  </a:lnTo>
                  <a:lnTo>
                    <a:pt x="973646" y="1191894"/>
                  </a:lnTo>
                  <a:lnTo>
                    <a:pt x="973660" y="1191869"/>
                  </a:lnTo>
                  <a:lnTo>
                    <a:pt x="973665" y="1191850"/>
                  </a:lnTo>
                  <a:lnTo>
                    <a:pt x="973668" y="1191820"/>
                  </a:lnTo>
                  <a:lnTo>
                    <a:pt x="973667" y="1191805"/>
                  </a:lnTo>
                  <a:lnTo>
                    <a:pt x="973662" y="1191790"/>
                  </a:lnTo>
                  <a:lnTo>
                    <a:pt x="973663" y="1191778"/>
                  </a:lnTo>
                  <a:lnTo>
                    <a:pt x="973666" y="1191763"/>
                  </a:lnTo>
                  <a:lnTo>
                    <a:pt x="973668" y="1191751"/>
                  </a:lnTo>
                  <a:lnTo>
                    <a:pt x="973669" y="1191742"/>
                  </a:lnTo>
                  <a:lnTo>
                    <a:pt x="973667" y="1191733"/>
                  </a:lnTo>
                  <a:lnTo>
                    <a:pt x="973662" y="1191719"/>
                  </a:lnTo>
                  <a:lnTo>
                    <a:pt x="973656" y="1191713"/>
                  </a:lnTo>
                  <a:lnTo>
                    <a:pt x="973642" y="1191695"/>
                  </a:lnTo>
                  <a:lnTo>
                    <a:pt x="973624" y="1191675"/>
                  </a:lnTo>
                  <a:lnTo>
                    <a:pt x="973602" y="1191650"/>
                  </a:lnTo>
                  <a:lnTo>
                    <a:pt x="973566" y="1191611"/>
                  </a:lnTo>
                  <a:lnTo>
                    <a:pt x="973561" y="1191606"/>
                  </a:lnTo>
                  <a:lnTo>
                    <a:pt x="973556" y="1191600"/>
                  </a:lnTo>
                  <a:lnTo>
                    <a:pt x="973554" y="1191593"/>
                  </a:lnTo>
                  <a:lnTo>
                    <a:pt x="973549" y="1191583"/>
                  </a:lnTo>
                  <a:lnTo>
                    <a:pt x="973545" y="1191564"/>
                  </a:lnTo>
                  <a:lnTo>
                    <a:pt x="973549" y="1191542"/>
                  </a:lnTo>
                  <a:lnTo>
                    <a:pt x="973556" y="1191531"/>
                  </a:lnTo>
                  <a:lnTo>
                    <a:pt x="973556" y="1191522"/>
                  </a:lnTo>
                  <a:lnTo>
                    <a:pt x="973555" y="1191503"/>
                  </a:lnTo>
                  <a:lnTo>
                    <a:pt x="973554" y="1191455"/>
                  </a:lnTo>
                  <a:lnTo>
                    <a:pt x="973550" y="1191444"/>
                  </a:lnTo>
                  <a:lnTo>
                    <a:pt x="973538" y="1191431"/>
                  </a:lnTo>
                  <a:lnTo>
                    <a:pt x="973516" y="1191401"/>
                  </a:lnTo>
                  <a:lnTo>
                    <a:pt x="973500" y="1191373"/>
                  </a:lnTo>
                  <a:lnTo>
                    <a:pt x="973485" y="1191336"/>
                  </a:lnTo>
                  <a:lnTo>
                    <a:pt x="973474" y="1191302"/>
                  </a:lnTo>
                  <a:lnTo>
                    <a:pt x="973472" y="1191278"/>
                  </a:lnTo>
                  <a:lnTo>
                    <a:pt x="973476" y="1191263"/>
                  </a:lnTo>
                  <a:lnTo>
                    <a:pt x="973474" y="1191247"/>
                  </a:lnTo>
                  <a:lnTo>
                    <a:pt x="973469" y="1191229"/>
                  </a:lnTo>
                  <a:lnTo>
                    <a:pt x="973463" y="1191201"/>
                  </a:lnTo>
                  <a:lnTo>
                    <a:pt x="973454" y="1191172"/>
                  </a:lnTo>
                  <a:lnTo>
                    <a:pt x="973450" y="1191152"/>
                  </a:lnTo>
                  <a:lnTo>
                    <a:pt x="973446" y="1191127"/>
                  </a:lnTo>
                  <a:lnTo>
                    <a:pt x="973441" y="1191105"/>
                  </a:lnTo>
                  <a:lnTo>
                    <a:pt x="973437" y="1191093"/>
                  </a:lnTo>
                  <a:lnTo>
                    <a:pt x="973430" y="1191078"/>
                  </a:lnTo>
                  <a:lnTo>
                    <a:pt x="973426" y="1191065"/>
                  </a:lnTo>
                  <a:lnTo>
                    <a:pt x="973419" y="1191049"/>
                  </a:lnTo>
                  <a:lnTo>
                    <a:pt x="973416" y="1191033"/>
                  </a:lnTo>
                  <a:lnTo>
                    <a:pt x="973415" y="1191025"/>
                  </a:lnTo>
                  <a:lnTo>
                    <a:pt x="973416" y="1191018"/>
                  </a:lnTo>
                  <a:lnTo>
                    <a:pt x="973418" y="1191013"/>
                  </a:lnTo>
                  <a:lnTo>
                    <a:pt x="973425" y="1191001"/>
                  </a:lnTo>
                  <a:lnTo>
                    <a:pt x="973440" y="1190983"/>
                  </a:lnTo>
                  <a:lnTo>
                    <a:pt x="973450" y="1190969"/>
                  </a:lnTo>
                  <a:lnTo>
                    <a:pt x="973468" y="1190949"/>
                  </a:lnTo>
                  <a:lnTo>
                    <a:pt x="973476" y="1190927"/>
                  </a:lnTo>
                  <a:lnTo>
                    <a:pt x="973491" y="1190907"/>
                  </a:lnTo>
                  <a:lnTo>
                    <a:pt x="973518" y="1190882"/>
                  </a:lnTo>
                  <a:lnTo>
                    <a:pt x="973545" y="1190858"/>
                  </a:lnTo>
                  <a:lnTo>
                    <a:pt x="973552" y="1190853"/>
                  </a:lnTo>
                  <a:lnTo>
                    <a:pt x="973555" y="1190844"/>
                  </a:lnTo>
                  <a:lnTo>
                    <a:pt x="973555" y="1190838"/>
                  </a:lnTo>
                  <a:lnTo>
                    <a:pt x="973554" y="1190826"/>
                  </a:lnTo>
                  <a:lnTo>
                    <a:pt x="973552" y="1190818"/>
                  </a:lnTo>
                  <a:lnTo>
                    <a:pt x="973546" y="1190799"/>
                  </a:lnTo>
                  <a:lnTo>
                    <a:pt x="973533" y="1190772"/>
                  </a:lnTo>
                  <a:lnTo>
                    <a:pt x="973514" y="1190734"/>
                  </a:lnTo>
                  <a:lnTo>
                    <a:pt x="973512" y="1190726"/>
                  </a:lnTo>
                  <a:lnTo>
                    <a:pt x="973516" y="1190718"/>
                  </a:lnTo>
                  <a:lnTo>
                    <a:pt x="973525" y="1190709"/>
                  </a:lnTo>
                  <a:lnTo>
                    <a:pt x="973542" y="1190680"/>
                  </a:lnTo>
                  <a:lnTo>
                    <a:pt x="973563" y="1190632"/>
                  </a:lnTo>
                  <a:lnTo>
                    <a:pt x="973581" y="1190582"/>
                  </a:lnTo>
                  <a:lnTo>
                    <a:pt x="973592" y="1190540"/>
                  </a:lnTo>
                  <a:lnTo>
                    <a:pt x="973596" y="1190524"/>
                  </a:lnTo>
                  <a:lnTo>
                    <a:pt x="973601" y="1190504"/>
                  </a:lnTo>
                  <a:lnTo>
                    <a:pt x="973603" y="1190492"/>
                  </a:lnTo>
                  <a:lnTo>
                    <a:pt x="973606" y="1190478"/>
                  </a:lnTo>
                  <a:lnTo>
                    <a:pt x="973606" y="1190473"/>
                  </a:lnTo>
                  <a:lnTo>
                    <a:pt x="973610" y="1190471"/>
                  </a:lnTo>
                  <a:lnTo>
                    <a:pt x="973615" y="1190469"/>
                  </a:lnTo>
                  <a:lnTo>
                    <a:pt x="973623" y="1190469"/>
                  </a:lnTo>
                  <a:lnTo>
                    <a:pt x="973639" y="1190469"/>
                  </a:lnTo>
                  <a:lnTo>
                    <a:pt x="973659" y="1190467"/>
                  </a:lnTo>
                  <a:lnTo>
                    <a:pt x="973698" y="1190460"/>
                  </a:lnTo>
                  <a:lnTo>
                    <a:pt x="973732" y="1190445"/>
                  </a:lnTo>
                  <a:lnTo>
                    <a:pt x="973789" y="1190418"/>
                  </a:lnTo>
                  <a:lnTo>
                    <a:pt x="973807" y="1190410"/>
                  </a:lnTo>
                  <a:lnTo>
                    <a:pt x="973816" y="1190407"/>
                  </a:lnTo>
                  <a:lnTo>
                    <a:pt x="973834" y="1190404"/>
                  </a:lnTo>
                  <a:lnTo>
                    <a:pt x="973861" y="1190399"/>
                  </a:lnTo>
                  <a:lnTo>
                    <a:pt x="973871" y="1190396"/>
                  </a:lnTo>
                  <a:lnTo>
                    <a:pt x="973888" y="1190387"/>
                  </a:lnTo>
                  <a:lnTo>
                    <a:pt x="973913" y="1190376"/>
                  </a:lnTo>
                  <a:lnTo>
                    <a:pt x="973945" y="1190362"/>
                  </a:lnTo>
                  <a:lnTo>
                    <a:pt x="973958" y="1190353"/>
                  </a:lnTo>
                  <a:lnTo>
                    <a:pt x="973967" y="1190344"/>
                  </a:lnTo>
                  <a:lnTo>
                    <a:pt x="973975" y="1190337"/>
                  </a:lnTo>
                  <a:lnTo>
                    <a:pt x="973979" y="1190329"/>
                  </a:lnTo>
                  <a:lnTo>
                    <a:pt x="973985" y="1190317"/>
                  </a:lnTo>
                  <a:lnTo>
                    <a:pt x="973992" y="1190297"/>
                  </a:lnTo>
                  <a:lnTo>
                    <a:pt x="973996" y="1190279"/>
                  </a:lnTo>
                  <a:lnTo>
                    <a:pt x="974000" y="1190265"/>
                  </a:lnTo>
                  <a:lnTo>
                    <a:pt x="974001" y="1190242"/>
                  </a:lnTo>
                  <a:lnTo>
                    <a:pt x="974011" y="1190206"/>
                  </a:lnTo>
                  <a:lnTo>
                    <a:pt x="974022" y="1190156"/>
                  </a:lnTo>
                  <a:lnTo>
                    <a:pt x="974027" y="1190129"/>
                  </a:lnTo>
                  <a:lnTo>
                    <a:pt x="974027" y="1190105"/>
                  </a:lnTo>
                  <a:lnTo>
                    <a:pt x="974023" y="1190071"/>
                  </a:lnTo>
                  <a:lnTo>
                    <a:pt x="974025" y="1190054"/>
                  </a:lnTo>
                  <a:lnTo>
                    <a:pt x="974033" y="1190029"/>
                  </a:lnTo>
                  <a:lnTo>
                    <a:pt x="974048" y="1190000"/>
                  </a:lnTo>
                  <a:lnTo>
                    <a:pt x="974062" y="1189987"/>
                  </a:lnTo>
                  <a:lnTo>
                    <a:pt x="974067" y="1189981"/>
                  </a:lnTo>
                  <a:lnTo>
                    <a:pt x="974071" y="1189973"/>
                  </a:lnTo>
                  <a:lnTo>
                    <a:pt x="974072" y="1189965"/>
                  </a:lnTo>
                  <a:lnTo>
                    <a:pt x="974072" y="1189957"/>
                  </a:lnTo>
                  <a:lnTo>
                    <a:pt x="974071" y="1189950"/>
                  </a:lnTo>
                  <a:lnTo>
                    <a:pt x="974065" y="1189933"/>
                  </a:lnTo>
                  <a:lnTo>
                    <a:pt x="974059" y="1189918"/>
                  </a:lnTo>
                  <a:lnTo>
                    <a:pt x="974044" y="1189869"/>
                  </a:lnTo>
                  <a:lnTo>
                    <a:pt x="974027" y="1189803"/>
                  </a:lnTo>
                  <a:lnTo>
                    <a:pt x="974021" y="1189755"/>
                  </a:lnTo>
                  <a:lnTo>
                    <a:pt x="974010" y="1189706"/>
                  </a:lnTo>
                  <a:lnTo>
                    <a:pt x="974006" y="1189680"/>
                  </a:lnTo>
                  <a:lnTo>
                    <a:pt x="974003" y="1189655"/>
                  </a:lnTo>
                  <a:lnTo>
                    <a:pt x="974002" y="1189613"/>
                  </a:lnTo>
                  <a:lnTo>
                    <a:pt x="974003" y="1189592"/>
                  </a:lnTo>
                  <a:lnTo>
                    <a:pt x="974008" y="1189577"/>
                  </a:lnTo>
                  <a:lnTo>
                    <a:pt x="974022" y="1189551"/>
                  </a:lnTo>
                  <a:lnTo>
                    <a:pt x="974036" y="1189518"/>
                  </a:lnTo>
                  <a:lnTo>
                    <a:pt x="974038" y="1189501"/>
                  </a:lnTo>
                  <a:lnTo>
                    <a:pt x="974045" y="1189486"/>
                  </a:lnTo>
                  <a:lnTo>
                    <a:pt x="974064" y="1189464"/>
                  </a:lnTo>
                  <a:lnTo>
                    <a:pt x="974100" y="1189442"/>
                  </a:lnTo>
                  <a:lnTo>
                    <a:pt x="974125" y="1189426"/>
                  </a:lnTo>
                  <a:lnTo>
                    <a:pt x="974144" y="1189406"/>
                  </a:lnTo>
                  <a:lnTo>
                    <a:pt x="974156" y="1189391"/>
                  </a:lnTo>
                  <a:lnTo>
                    <a:pt x="974176" y="1189375"/>
                  </a:lnTo>
                  <a:lnTo>
                    <a:pt x="974199" y="1189363"/>
                  </a:lnTo>
                  <a:lnTo>
                    <a:pt x="974217" y="1189354"/>
                  </a:lnTo>
                  <a:lnTo>
                    <a:pt x="974228" y="1189345"/>
                  </a:lnTo>
                  <a:lnTo>
                    <a:pt x="974232" y="1189340"/>
                  </a:lnTo>
                  <a:lnTo>
                    <a:pt x="974228" y="1189330"/>
                  </a:lnTo>
                  <a:lnTo>
                    <a:pt x="974197" y="1189300"/>
                  </a:lnTo>
                  <a:lnTo>
                    <a:pt x="974180" y="1189282"/>
                  </a:lnTo>
                  <a:lnTo>
                    <a:pt x="974157" y="1189248"/>
                  </a:lnTo>
                  <a:lnTo>
                    <a:pt x="974141" y="1189225"/>
                  </a:lnTo>
                  <a:lnTo>
                    <a:pt x="974132" y="1189205"/>
                  </a:lnTo>
                  <a:lnTo>
                    <a:pt x="974121" y="1189170"/>
                  </a:lnTo>
                  <a:lnTo>
                    <a:pt x="974113" y="1189131"/>
                  </a:lnTo>
                  <a:lnTo>
                    <a:pt x="974115" y="1189090"/>
                  </a:lnTo>
                  <a:lnTo>
                    <a:pt x="974118" y="1189064"/>
                  </a:lnTo>
                  <a:lnTo>
                    <a:pt x="974117" y="1189040"/>
                  </a:lnTo>
                  <a:lnTo>
                    <a:pt x="974118" y="1189023"/>
                  </a:lnTo>
                  <a:lnTo>
                    <a:pt x="974124" y="1189000"/>
                  </a:lnTo>
                  <a:lnTo>
                    <a:pt x="974126" y="1188976"/>
                  </a:lnTo>
                  <a:lnTo>
                    <a:pt x="974124" y="1188948"/>
                  </a:lnTo>
                  <a:lnTo>
                    <a:pt x="974128" y="1188930"/>
                  </a:lnTo>
                  <a:lnTo>
                    <a:pt x="974140" y="1188915"/>
                  </a:lnTo>
                  <a:lnTo>
                    <a:pt x="974177" y="1188893"/>
                  </a:lnTo>
                  <a:lnTo>
                    <a:pt x="974213" y="1188867"/>
                  </a:lnTo>
                  <a:lnTo>
                    <a:pt x="974275" y="1188829"/>
                  </a:lnTo>
                  <a:lnTo>
                    <a:pt x="974294" y="1188810"/>
                  </a:lnTo>
                  <a:lnTo>
                    <a:pt x="974302" y="1188798"/>
                  </a:lnTo>
                  <a:lnTo>
                    <a:pt x="974310" y="1188786"/>
                  </a:lnTo>
                  <a:lnTo>
                    <a:pt x="974312" y="1188766"/>
                  </a:lnTo>
                  <a:lnTo>
                    <a:pt x="974305" y="1188732"/>
                  </a:lnTo>
                  <a:lnTo>
                    <a:pt x="974307" y="1188712"/>
                  </a:lnTo>
                  <a:lnTo>
                    <a:pt x="974318" y="1188688"/>
                  </a:lnTo>
                  <a:lnTo>
                    <a:pt x="974336" y="1188648"/>
                  </a:lnTo>
                  <a:lnTo>
                    <a:pt x="974340" y="1188626"/>
                  </a:lnTo>
                  <a:lnTo>
                    <a:pt x="974336" y="1188610"/>
                  </a:lnTo>
                  <a:lnTo>
                    <a:pt x="974324" y="1188589"/>
                  </a:lnTo>
                  <a:lnTo>
                    <a:pt x="974302" y="1188569"/>
                  </a:lnTo>
                  <a:lnTo>
                    <a:pt x="974282" y="1188550"/>
                  </a:lnTo>
                  <a:lnTo>
                    <a:pt x="974267" y="1188535"/>
                  </a:lnTo>
                  <a:lnTo>
                    <a:pt x="974256" y="1188518"/>
                  </a:lnTo>
                  <a:lnTo>
                    <a:pt x="974244" y="1188504"/>
                  </a:lnTo>
                  <a:lnTo>
                    <a:pt x="974214" y="1188482"/>
                  </a:lnTo>
                  <a:lnTo>
                    <a:pt x="974153" y="1188445"/>
                  </a:lnTo>
                  <a:lnTo>
                    <a:pt x="974136" y="1188431"/>
                  </a:lnTo>
                  <a:lnTo>
                    <a:pt x="974122" y="1188415"/>
                  </a:lnTo>
                  <a:lnTo>
                    <a:pt x="974100" y="1188397"/>
                  </a:lnTo>
                  <a:lnTo>
                    <a:pt x="974087" y="1188385"/>
                  </a:lnTo>
                  <a:lnTo>
                    <a:pt x="974075" y="1188376"/>
                  </a:lnTo>
                  <a:lnTo>
                    <a:pt x="974061" y="1188361"/>
                  </a:lnTo>
                  <a:lnTo>
                    <a:pt x="974047" y="1188344"/>
                  </a:lnTo>
                  <a:lnTo>
                    <a:pt x="974028" y="1188326"/>
                  </a:lnTo>
                  <a:lnTo>
                    <a:pt x="974014" y="1188314"/>
                  </a:lnTo>
                  <a:lnTo>
                    <a:pt x="974001" y="1188296"/>
                  </a:lnTo>
                  <a:lnTo>
                    <a:pt x="973982" y="1188257"/>
                  </a:lnTo>
                  <a:lnTo>
                    <a:pt x="973967" y="1188212"/>
                  </a:lnTo>
                  <a:lnTo>
                    <a:pt x="973957" y="1188176"/>
                  </a:lnTo>
                  <a:lnTo>
                    <a:pt x="973938" y="1188128"/>
                  </a:lnTo>
                  <a:lnTo>
                    <a:pt x="973934" y="1188104"/>
                  </a:lnTo>
                  <a:lnTo>
                    <a:pt x="973933" y="1188086"/>
                  </a:lnTo>
                  <a:lnTo>
                    <a:pt x="973934" y="1188078"/>
                  </a:lnTo>
                  <a:lnTo>
                    <a:pt x="973939" y="1188070"/>
                  </a:lnTo>
                  <a:lnTo>
                    <a:pt x="973944" y="1188062"/>
                  </a:lnTo>
                  <a:lnTo>
                    <a:pt x="973957" y="1188050"/>
                  </a:lnTo>
                  <a:lnTo>
                    <a:pt x="973962" y="1188045"/>
                  </a:lnTo>
                  <a:lnTo>
                    <a:pt x="973997" y="1188013"/>
                  </a:lnTo>
                  <a:lnTo>
                    <a:pt x="974016" y="1187993"/>
                  </a:lnTo>
                  <a:lnTo>
                    <a:pt x="974027" y="1187971"/>
                  </a:lnTo>
                  <a:lnTo>
                    <a:pt x="974060" y="1187909"/>
                  </a:lnTo>
                  <a:lnTo>
                    <a:pt x="974080" y="1187874"/>
                  </a:lnTo>
                  <a:lnTo>
                    <a:pt x="974097" y="1187836"/>
                  </a:lnTo>
                  <a:lnTo>
                    <a:pt x="974108" y="1187810"/>
                  </a:lnTo>
                  <a:lnTo>
                    <a:pt x="974116" y="1187789"/>
                  </a:lnTo>
                  <a:lnTo>
                    <a:pt x="974133" y="1187768"/>
                  </a:lnTo>
                  <a:lnTo>
                    <a:pt x="974150" y="1187746"/>
                  </a:lnTo>
                  <a:lnTo>
                    <a:pt x="974156" y="1187740"/>
                  </a:lnTo>
                  <a:lnTo>
                    <a:pt x="974166" y="1187729"/>
                  </a:lnTo>
                  <a:lnTo>
                    <a:pt x="974171" y="1187722"/>
                  </a:lnTo>
                  <a:lnTo>
                    <a:pt x="974174" y="1187714"/>
                  </a:lnTo>
                  <a:lnTo>
                    <a:pt x="974176" y="1187699"/>
                  </a:lnTo>
                  <a:lnTo>
                    <a:pt x="974173" y="1187684"/>
                  </a:lnTo>
                  <a:lnTo>
                    <a:pt x="974171" y="1187680"/>
                  </a:lnTo>
                  <a:lnTo>
                    <a:pt x="974160" y="1187633"/>
                  </a:lnTo>
                  <a:lnTo>
                    <a:pt x="974136" y="1187541"/>
                  </a:lnTo>
                  <a:lnTo>
                    <a:pt x="974129" y="1187497"/>
                  </a:lnTo>
                  <a:lnTo>
                    <a:pt x="974124" y="1187449"/>
                  </a:lnTo>
                  <a:lnTo>
                    <a:pt x="974119" y="1187400"/>
                  </a:lnTo>
                  <a:lnTo>
                    <a:pt x="974112" y="1187371"/>
                  </a:lnTo>
                  <a:lnTo>
                    <a:pt x="974112" y="1187357"/>
                  </a:lnTo>
                  <a:lnTo>
                    <a:pt x="974116" y="1187341"/>
                  </a:lnTo>
                  <a:lnTo>
                    <a:pt x="974116" y="1187324"/>
                  </a:lnTo>
                  <a:lnTo>
                    <a:pt x="974113" y="1187309"/>
                  </a:lnTo>
                  <a:lnTo>
                    <a:pt x="974111" y="1187297"/>
                  </a:lnTo>
                  <a:lnTo>
                    <a:pt x="974114" y="1187284"/>
                  </a:lnTo>
                  <a:lnTo>
                    <a:pt x="974121" y="1187268"/>
                  </a:lnTo>
                  <a:lnTo>
                    <a:pt x="974135" y="1187247"/>
                  </a:lnTo>
                  <a:lnTo>
                    <a:pt x="974156" y="1187222"/>
                  </a:lnTo>
                  <a:lnTo>
                    <a:pt x="974159" y="1187212"/>
                  </a:lnTo>
                  <a:lnTo>
                    <a:pt x="974159" y="1187195"/>
                  </a:lnTo>
                  <a:lnTo>
                    <a:pt x="974153" y="1187158"/>
                  </a:lnTo>
                  <a:lnTo>
                    <a:pt x="974150" y="1187131"/>
                  </a:lnTo>
                  <a:lnTo>
                    <a:pt x="974155" y="1187111"/>
                  </a:lnTo>
                  <a:lnTo>
                    <a:pt x="974163" y="1187084"/>
                  </a:lnTo>
                  <a:lnTo>
                    <a:pt x="974178" y="1187057"/>
                  </a:lnTo>
                  <a:lnTo>
                    <a:pt x="974199" y="1187018"/>
                  </a:lnTo>
                  <a:lnTo>
                    <a:pt x="974207" y="1186987"/>
                  </a:lnTo>
                  <a:lnTo>
                    <a:pt x="974217" y="1186934"/>
                  </a:lnTo>
                  <a:lnTo>
                    <a:pt x="974225" y="1186906"/>
                  </a:lnTo>
                  <a:lnTo>
                    <a:pt x="974242" y="1186872"/>
                  </a:lnTo>
                  <a:lnTo>
                    <a:pt x="974257" y="1186851"/>
                  </a:lnTo>
                  <a:lnTo>
                    <a:pt x="974267" y="1186834"/>
                  </a:lnTo>
                  <a:lnTo>
                    <a:pt x="974274" y="1186812"/>
                  </a:lnTo>
                  <a:lnTo>
                    <a:pt x="974284" y="1186791"/>
                  </a:lnTo>
                  <a:lnTo>
                    <a:pt x="974302" y="1186774"/>
                  </a:lnTo>
                  <a:lnTo>
                    <a:pt x="974324" y="1186758"/>
                  </a:lnTo>
                  <a:lnTo>
                    <a:pt x="974332" y="1186746"/>
                  </a:lnTo>
                  <a:lnTo>
                    <a:pt x="974337" y="1186731"/>
                  </a:lnTo>
                  <a:lnTo>
                    <a:pt x="974336" y="1186716"/>
                  </a:lnTo>
                  <a:lnTo>
                    <a:pt x="974329" y="1186682"/>
                  </a:lnTo>
                  <a:lnTo>
                    <a:pt x="974331" y="1186661"/>
                  </a:lnTo>
                  <a:lnTo>
                    <a:pt x="974332" y="1186637"/>
                  </a:lnTo>
                  <a:lnTo>
                    <a:pt x="974329" y="1186622"/>
                  </a:lnTo>
                  <a:lnTo>
                    <a:pt x="974327" y="1186593"/>
                  </a:lnTo>
                  <a:lnTo>
                    <a:pt x="974325" y="1186568"/>
                  </a:lnTo>
                  <a:lnTo>
                    <a:pt x="974320" y="1186542"/>
                  </a:lnTo>
                  <a:lnTo>
                    <a:pt x="974311" y="1186509"/>
                  </a:lnTo>
                  <a:lnTo>
                    <a:pt x="974302" y="1186491"/>
                  </a:lnTo>
                  <a:lnTo>
                    <a:pt x="974294" y="1186472"/>
                  </a:lnTo>
                  <a:lnTo>
                    <a:pt x="974290" y="1186449"/>
                  </a:lnTo>
                  <a:lnTo>
                    <a:pt x="974285" y="1186434"/>
                  </a:lnTo>
                  <a:lnTo>
                    <a:pt x="974278" y="1186396"/>
                  </a:lnTo>
                  <a:lnTo>
                    <a:pt x="974280" y="1186352"/>
                  </a:lnTo>
                  <a:lnTo>
                    <a:pt x="974284" y="1186321"/>
                  </a:lnTo>
                  <a:lnTo>
                    <a:pt x="974294" y="1186300"/>
                  </a:lnTo>
                  <a:lnTo>
                    <a:pt x="974299" y="1186280"/>
                  </a:lnTo>
                  <a:lnTo>
                    <a:pt x="974302" y="1186270"/>
                  </a:lnTo>
                  <a:lnTo>
                    <a:pt x="974322" y="1186222"/>
                  </a:lnTo>
                  <a:lnTo>
                    <a:pt x="974337" y="1186192"/>
                  </a:lnTo>
                  <a:lnTo>
                    <a:pt x="974345" y="1186166"/>
                  </a:lnTo>
                  <a:lnTo>
                    <a:pt x="974353" y="1186141"/>
                  </a:lnTo>
                  <a:lnTo>
                    <a:pt x="974353" y="1186129"/>
                  </a:lnTo>
                  <a:lnTo>
                    <a:pt x="974350" y="1186114"/>
                  </a:lnTo>
                  <a:lnTo>
                    <a:pt x="974349" y="1186086"/>
                  </a:lnTo>
                  <a:lnTo>
                    <a:pt x="974354" y="1186060"/>
                  </a:lnTo>
                  <a:lnTo>
                    <a:pt x="974363" y="1186037"/>
                  </a:lnTo>
                  <a:lnTo>
                    <a:pt x="974368" y="1186020"/>
                  </a:lnTo>
                  <a:lnTo>
                    <a:pt x="974373" y="1185995"/>
                  </a:lnTo>
                  <a:lnTo>
                    <a:pt x="974383" y="1185971"/>
                  </a:lnTo>
                  <a:lnTo>
                    <a:pt x="974396" y="1185937"/>
                  </a:lnTo>
                  <a:lnTo>
                    <a:pt x="974412" y="1185909"/>
                  </a:lnTo>
                  <a:lnTo>
                    <a:pt x="974442" y="1185880"/>
                  </a:lnTo>
                  <a:lnTo>
                    <a:pt x="974454" y="1185870"/>
                  </a:lnTo>
                  <a:lnTo>
                    <a:pt x="974462" y="1185844"/>
                  </a:lnTo>
                  <a:lnTo>
                    <a:pt x="974466" y="1185818"/>
                  </a:lnTo>
                  <a:lnTo>
                    <a:pt x="974471" y="1185788"/>
                  </a:lnTo>
                  <a:lnTo>
                    <a:pt x="974478" y="1185764"/>
                  </a:lnTo>
                  <a:lnTo>
                    <a:pt x="974484" y="1185751"/>
                  </a:lnTo>
                  <a:lnTo>
                    <a:pt x="974490" y="1185740"/>
                  </a:lnTo>
                  <a:lnTo>
                    <a:pt x="974493" y="1185727"/>
                  </a:lnTo>
                  <a:lnTo>
                    <a:pt x="974502" y="1185708"/>
                  </a:lnTo>
                  <a:lnTo>
                    <a:pt x="974509" y="1185693"/>
                  </a:lnTo>
                  <a:lnTo>
                    <a:pt x="974511" y="1185673"/>
                  </a:lnTo>
                  <a:lnTo>
                    <a:pt x="974516" y="1185642"/>
                  </a:lnTo>
                  <a:lnTo>
                    <a:pt x="974523" y="1185612"/>
                  </a:lnTo>
                  <a:lnTo>
                    <a:pt x="974528" y="1185592"/>
                  </a:lnTo>
                  <a:lnTo>
                    <a:pt x="974530" y="1185543"/>
                  </a:lnTo>
                  <a:lnTo>
                    <a:pt x="974532" y="1185533"/>
                  </a:lnTo>
                  <a:lnTo>
                    <a:pt x="974542" y="1185517"/>
                  </a:lnTo>
                  <a:lnTo>
                    <a:pt x="974554" y="1185494"/>
                  </a:lnTo>
                  <a:lnTo>
                    <a:pt x="974559" y="1185457"/>
                  </a:lnTo>
                  <a:lnTo>
                    <a:pt x="974561" y="1185420"/>
                  </a:lnTo>
                  <a:lnTo>
                    <a:pt x="974558" y="1185409"/>
                  </a:lnTo>
                  <a:lnTo>
                    <a:pt x="974558" y="1185401"/>
                  </a:lnTo>
                  <a:lnTo>
                    <a:pt x="974560" y="1185393"/>
                  </a:lnTo>
                  <a:lnTo>
                    <a:pt x="974563" y="1185385"/>
                  </a:lnTo>
                  <a:lnTo>
                    <a:pt x="974564" y="1185378"/>
                  </a:lnTo>
                  <a:lnTo>
                    <a:pt x="974562" y="1185371"/>
                  </a:lnTo>
                  <a:lnTo>
                    <a:pt x="974556" y="1185362"/>
                  </a:lnTo>
                  <a:lnTo>
                    <a:pt x="974545" y="1185351"/>
                  </a:lnTo>
                  <a:lnTo>
                    <a:pt x="974536" y="1185338"/>
                  </a:lnTo>
                  <a:lnTo>
                    <a:pt x="974530" y="1185324"/>
                  </a:lnTo>
                  <a:lnTo>
                    <a:pt x="974520" y="1185306"/>
                  </a:lnTo>
                  <a:lnTo>
                    <a:pt x="974514" y="1185296"/>
                  </a:lnTo>
                  <a:lnTo>
                    <a:pt x="974508" y="1185287"/>
                  </a:lnTo>
                  <a:lnTo>
                    <a:pt x="974501" y="1185273"/>
                  </a:lnTo>
                  <a:lnTo>
                    <a:pt x="974490" y="1185261"/>
                  </a:lnTo>
                  <a:lnTo>
                    <a:pt x="974482" y="1185257"/>
                  </a:lnTo>
                  <a:lnTo>
                    <a:pt x="974471" y="1185249"/>
                  </a:lnTo>
                  <a:lnTo>
                    <a:pt x="974464" y="1185240"/>
                  </a:lnTo>
                  <a:lnTo>
                    <a:pt x="974459" y="1185232"/>
                  </a:lnTo>
                  <a:lnTo>
                    <a:pt x="974455" y="1185222"/>
                  </a:lnTo>
                  <a:lnTo>
                    <a:pt x="974447" y="1185205"/>
                  </a:lnTo>
                  <a:lnTo>
                    <a:pt x="974439" y="1185194"/>
                  </a:lnTo>
                  <a:lnTo>
                    <a:pt x="974425" y="1185178"/>
                  </a:lnTo>
                  <a:lnTo>
                    <a:pt x="974411" y="1185163"/>
                  </a:lnTo>
                  <a:lnTo>
                    <a:pt x="974401" y="1185152"/>
                  </a:lnTo>
                  <a:lnTo>
                    <a:pt x="974388" y="1185140"/>
                  </a:lnTo>
                  <a:lnTo>
                    <a:pt x="974373" y="1185126"/>
                  </a:lnTo>
                  <a:lnTo>
                    <a:pt x="974365" y="1185117"/>
                  </a:lnTo>
                  <a:lnTo>
                    <a:pt x="974354" y="1185108"/>
                  </a:lnTo>
                  <a:lnTo>
                    <a:pt x="974346" y="1185099"/>
                  </a:lnTo>
                  <a:lnTo>
                    <a:pt x="974333" y="1185082"/>
                  </a:lnTo>
                  <a:lnTo>
                    <a:pt x="974319" y="1185069"/>
                  </a:lnTo>
                  <a:lnTo>
                    <a:pt x="974309" y="1185056"/>
                  </a:lnTo>
                  <a:lnTo>
                    <a:pt x="974302" y="1185047"/>
                  </a:lnTo>
                  <a:lnTo>
                    <a:pt x="974293" y="1185041"/>
                  </a:lnTo>
                  <a:lnTo>
                    <a:pt x="974278" y="1185031"/>
                  </a:lnTo>
                  <a:lnTo>
                    <a:pt x="974263" y="1185018"/>
                  </a:lnTo>
                  <a:lnTo>
                    <a:pt x="974248" y="1185007"/>
                  </a:lnTo>
                  <a:lnTo>
                    <a:pt x="974240" y="1185000"/>
                  </a:lnTo>
                  <a:lnTo>
                    <a:pt x="974234" y="1184995"/>
                  </a:lnTo>
                  <a:lnTo>
                    <a:pt x="974230" y="1184990"/>
                  </a:lnTo>
                  <a:lnTo>
                    <a:pt x="974230" y="1184980"/>
                  </a:lnTo>
                  <a:lnTo>
                    <a:pt x="974232" y="1184973"/>
                  </a:lnTo>
                  <a:lnTo>
                    <a:pt x="974236" y="1184962"/>
                  </a:lnTo>
                  <a:lnTo>
                    <a:pt x="974241" y="1184949"/>
                  </a:lnTo>
                  <a:lnTo>
                    <a:pt x="974247" y="1184929"/>
                  </a:lnTo>
                  <a:lnTo>
                    <a:pt x="974253" y="1184916"/>
                  </a:lnTo>
                  <a:lnTo>
                    <a:pt x="974257" y="1184909"/>
                  </a:lnTo>
                  <a:lnTo>
                    <a:pt x="974259" y="1184904"/>
                  </a:lnTo>
                  <a:lnTo>
                    <a:pt x="974261" y="1184898"/>
                  </a:lnTo>
                  <a:lnTo>
                    <a:pt x="974263" y="1184886"/>
                  </a:lnTo>
                  <a:lnTo>
                    <a:pt x="974267" y="1184871"/>
                  </a:lnTo>
                  <a:lnTo>
                    <a:pt x="974270" y="1184856"/>
                  </a:lnTo>
                  <a:lnTo>
                    <a:pt x="974272" y="1184818"/>
                  </a:lnTo>
                  <a:lnTo>
                    <a:pt x="974272" y="1184806"/>
                  </a:lnTo>
                  <a:lnTo>
                    <a:pt x="974272" y="1184793"/>
                  </a:lnTo>
                  <a:lnTo>
                    <a:pt x="974270" y="1184776"/>
                  </a:lnTo>
                  <a:lnTo>
                    <a:pt x="974270" y="1184765"/>
                  </a:lnTo>
                  <a:lnTo>
                    <a:pt x="974274" y="1184750"/>
                  </a:lnTo>
                  <a:lnTo>
                    <a:pt x="974275" y="1184742"/>
                  </a:lnTo>
                  <a:lnTo>
                    <a:pt x="974278" y="1184735"/>
                  </a:lnTo>
                  <a:lnTo>
                    <a:pt x="974281" y="1184729"/>
                  </a:lnTo>
                  <a:lnTo>
                    <a:pt x="974293" y="1184719"/>
                  </a:lnTo>
                  <a:lnTo>
                    <a:pt x="974302" y="1184711"/>
                  </a:lnTo>
                  <a:lnTo>
                    <a:pt x="974310" y="1184706"/>
                  </a:lnTo>
                  <a:lnTo>
                    <a:pt x="974322" y="1184696"/>
                  </a:lnTo>
                  <a:lnTo>
                    <a:pt x="974336" y="1184688"/>
                  </a:lnTo>
                  <a:lnTo>
                    <a:pt x="974345" y="1184682"/>
                  </a:lnTo>
                  <a:lnTo>
                    <a:pt x="974352" y="1184676"/>
                  </a:lnTo>
                  <a:lnTo>
                    <a:pt x="974365" y="1184660"/>
                  </a:lnTo>
                  <a:lnTo>
                    <a:pt x="974376" y="1184647"/>
                  </a:lnTo>
                  <a:lnTo>
                    <a:pt x="974389" y="1184632"/>
                  </a:lnTo>
                  <a:lnTo>
                    <a:pt x="974394" y="1184627"/>
                  </a:lnTo>
                  <a:lnTo>
                    <a:pt x="974398" y="1184624"/>
                  </a:lnTo>
                  <a:lnTo>
                    <a:pt x="974399" y="1184616"/>
                  </a:lnTo>
                  <a:lnTo>
                    <a:pt x="974400" y="1184607"/>
                  </a:lnTo>
                  <a:lnTo>
                    <a:pt x="974403" y="1184587"/>
                  </a:lnTo>
                  <a:lnTo>
                    <a:pt x="974405" y="1184573"/>
                  </a:lnTo>
                  <a:lnTo>
                    <a:pt x="974406" y="1184562"/>
                  </a:lnTo>
                  <a:lnTo>
                    <a:pt x="974408" y="1184546"/>
                  </a:lnTo>
                  <a:lnTo>
                    <a:pt x="974409" y="1184533"/>
                  </a:lnTo>
                  <a:lnTo>
                    <a:pt x="974410" y="1184519"/>
                  </a:lnTo>
                  <a:lnTo>
                    <a:pt x="974411" y="1184509"/>
                  </a:lnTo>
                  <a:lnTo>
                    <a:pt x="974413" y="1184500"/>
                  </a:lnTo>
                  <a:lnTo>
                    <a:pt x="974416" y="1184485"/>
                  </a:lnTo>
                  <a:lnTo>
                    <a:pt x="974419" y="1184472"/>
                  </a:lnTo>
                  <a:lnTo>
                    <a:pt x="974421" y="1184461"/>
                  </a:lnTo>
                  <a:lnTo>
                    <a:pt x="974423" y="1184450"/>
                  </a:lnTo>
                  <a:lnTo>
                    <a:pt x="974424" y="1184437"/>
                  </a:lnTo>
                  <a:lnTo>
                    <a:pt x="974425" y="1184422"/>
                  </a:lnTo>
                  <a:lnTo>
                    <a:pt x="974426" y="1184404"/>
                  </a:lnTo>
                  <a:lnTo>
                    <a:pt x="974427" y="1184394"/>
                  </a:lnTo>
                  <a:lnTo>
                    <a:pt x="974427" y="1184380"/>
                  </a:lnTo>
                  <a:lnTo>
                    <a:pt x="974427" y="1184367"/>
                  </a:lnTo>
                  <a:lnTo>
                    <a:pt x="974425" y="1184349"/>
                  </a:lnTo>
                  <a:lnTo>
                    <a:pt x="974424" y="1184339"/>
                  </a:lnTo>
                  <a:lnTo>
                    <a:pt x="974423" y="1184328"/>
                  </a:lnTo>
                  <a:lnTo>
                    <a:pt x="974426" y="1184321"/>
                  </a:lnTo>
                  <a:lnTo>
                    <a:pt x="974431" y="1184314"/>
                  </a:lnTo>
                  <a:lnTo>
                    <a:pt x="974435" y="1184308"/>
                  </a:lnTo>
                  <a:lnTo>
                    <a:pt x="974440" y="1184298"/>
                  </a:lnTo>
                  <a:lnTo>
                    <a:pt x="974442" y="1184293"/>
                  </a:lnTo>
                  <a:lnTo>
                    <a:pt x="974446" y="1184281"/>
                  </a:lnTo>
                  <a:lnTo>
                    <a:pt x="974448" y="1184272"/>
                  </a:lnTo>
                  <a:lnTo>
                    <a:pt x="974449" y="1184262"/>
                  </a:lnTo>
                  <a:lnTo>
                    <a:pt x="974451" y="1184250"/>
                  </a:lnTo>
                  <a:lnTo>
                    <a:pt x="974455" y="1184240"/>
                  </a:lnTo>
                  <a:lnTo>
                    <a:pt x="974459" y="1184233"/>
                  </a:lnTo>
                  <a:lnTo>
                    <a:pt x="974466" y="1184219"/>
                  </a:lnTo>
                  <a:lnTo>
                    <a:pt x="974468" y="1184208"/>
                  </a:lnTo>
                  <a:lnTo>
                    <a:pt x="974469" y="1184195"/>
                  </a:lnTo>
                  <a:lnTo>
                    <a:pt x="974469" y="1184188"/>
                  </a:lnTo>
                  <a:lnTo>
                    <a:pt x="974469" y="1184181"/>
                  </a:lnTo>
                  <a:lnTo>
                    <a:pt x="974468" y="1184168"/>
                  </a:lnTo>
                  <a:lnTo>
                    <a:pt x="974466" y="1184158"/>
                  </a:lnTo>
                  <a:lnTo>
                    <a:pt x="974464" y="1184150"/>
                  </a:lnTo>
                  <a:lnTo>
                    <a:pt x="974460" y="1184124"/>
                  </a:lnTo>
                  <a:lnTo>
                    <a:pt x="974460" y="1184114"/>
                  </a:lnTo>
                  <a:lnTo>
                    <a:pt x="974462" y="1184102"/>
                  </a:lnTo>
                  <a:lnTo>
                    <a:pt x="974462" y="1184089"/>
                  </a:lnTo>
                  <a:lnTo>
                    <a:pt x="974461" y="1184079"/>
                  </a:lnTo>
                  <a:lnTo>
                    <a:pt x="974460" y="1184073"/>
                  </a:lnTo>
                  <a:lnTo>
                    <a:pt x="974459" y="1184058"/>
                  </a:lnTo>
                  <a:lnTo>
                    <a:pt x="974457" y="1184046"/>
                  </a:lnTo>
                  <a:lnTo>
                    <a:pt x="974455" y="1184029"/>
                  </a:lnTo>
                  <a:lnTo>
                    <a:pt x="974453" y="1184011"/>
                  </a:lnTo>
                  <a:lnTo>
                    <a:pt x="974450" y="1184000"/>
                  </a:lnTo>
                  <a:lnTo>
                    <a:pt x="974448" y="1183992"/>
                  </a:lnTo>
                  <a:lnTo>
                    <a:pt x="974444" y="1183977"/>
                  </a:lnTo>
                  <a:lnTo>
                    <a:pt x="974441" y="1183965"/>
                  </a:lnTo>
                  <a:lnTo>
                    <a:pt x="974435" y="1183951"/>
                  </a:lnTo>
                  <a:lnTo>
                    <a:pt x="974429" y="1183937"/>
                  </a:lnTo>
                  <a:lnTo>
                    <a:pt x="974422" y="1183921"/>
                  </a:lnTo>
                  <a:lnTo>
                    <a:pt x="974414" y="1183908"/>
                  </a:lnTo>
                  <a:lnTo>
                    <a:pt x="974407" y="1183895"/>
                  </a:lnTo>
                  <a:lnTo>
                    <a:pt x="974398" y="1183875"/>
                  </a:lnTo>
                  <a:lnTo>
                    <a:pt x="974389" y="1183858"/>
                  </a:lnTo>
                  <a:lnTo>
                    <a:pt x="974378" y="1183842"/>
                  </a:lnTo>
                  <a:lnTo>
                    <a:pt x="974376" y="1183833"/>
                  </a:lnTo>
                  <a:lnTo>
                    <a:pt x="974374" y="1183815"/>
                  </a:lnTo>
                  <a:lnTo>
                    <a:pt x="974372" y="1183797"/>
                  </a:lnTo>
                  <a:lnTo>
                    <a:pt x="974370" y="1183780"/>
                  </a:lnTo>
                  <a:lnTo>
                    <a:pt x="974371" y="1183774"/>
                  </a:lnTo>
                  <a:lnTo>
                    <a:pt x="974377" y="1183767"/>
                  </a:lnTo>
                  <a:lnTo>
                    <a:pt x="974395" y="1183743"/>
                  </a:lnTo>
                  <a:lnTo>
                    <a:pt x="974406" y="1183731"/>
                  </a:lnTo>
                  <a:lnTo>
                    <a:pt x="974412" y="1183721"/>
                  </a:lnTo>
                  <a:lnTo>
                    <a:pt x="974419" y="1183710"/>
                  </a:lnTo>
                  <a:lnTo>
                    <a:pt x="974423" y="1183703"/>
                  </a:lnTo>
                  <a:lnTo>
                    <a:pt x="974430" y="1183691"/>
                  </a:lnTo>
                  <a:lnTo>
                    <a:pt x="974437" y="1183679"/>
                  </a:lnTo>
                  <a:lnTo>
                    <a:pt x="974442" y="1183670"/>
                  </a:lnTo>
                  <a:lnTo>
                    <a:pt x="974447" y="1183659"/>
                  </a:lnTo>
                  <a:lnTo>
                    <a:pt x="974454" y="1183645"/>
                  </a:lnTo>
                  <a:lnTo>
                    <a:pt x="974461" y="1183634"/>
                  </a:lnTo>
                  <a:lnTo>
                    <a:pt x="974465" y="1183627"/>
                  </a:lnTo>
                  <a:lnTo>
                    <a:pt x="974468" y="1183620"/>
                  </a:lnTo>
                  <a:lnTo>
                    <a:pt x="974470" y="1183615"/>
                  </a:lnTo>
                  <a:lnTo>
                    <a:pt x="974475" y="1183605"/>
                  </a:lnTo>
                  <a:lnTo>
                    <a:pt x="974480" y="1183594"/>
                  </a:lnTo>
                  <a:lnTo>
                    <a:pt x="974482" y="1183589"/>
                  </a:lnTo>
                  <a:lnTo>
                    <a:pt x="974485" y="1183583"/>
                  </a:lnTo>
                  <a:lnTo>
                    <a:pt x="974488" y="1183575"/>
                  </a:lnTo>
                  <a:lnTo>
                    <a:pt x="974493" y="1183561"/>
                  </a:lnTo>
                  <a:lnTo>
                    <a:pt x="974497" y="1183550"/>
                  </a:lnTo>
                  <a:lnTo>
                    <a:pt x="974502" y="1183532"/>
                  </a:lnTo>
                  <a:lnTo>
                    <a:pt x="974504" y="1183522"/>
                  </a:lnTo>
                  <a:lnTo>
                    <a:pt x="974506" y="1183510"/>
                  </a:lnTo>
                  <a:lnTo>
                    <a:pt x="974504" y="1183496"/>
                  </a:lnTo>
                  <a:lnTo>
                    <a:pt x="974502" y="1183480"/>
                  </a:lnTo>
                  <a:lnTo>
                    <a:pt x="974497" y="1183457"/>
                  </a:lnTo>
                  <a:lnTo>
                    <a:pt x="974495" y="1183444"/>
                  </a:lnTo>
                  <a:lnTo>
                    <a:pt x="974494" y="1183429"/>
                  </a:lnTo>
                  <a:lnTo>
                    <a:pt x="974493" y="1183418"/>
                  </a:lnTo>
                  <a:lnTo>
                    <a:pt x="974492" y="1183408"/>
                  </a:lnTo>
                  <a:lnTo>
                    <a:pt x="974490" y="1183396"/>
                  </a:lnTo>
                  <a:lnTo>
                    <a:pt x="974488" y="1183386"/>
                  </a:lnTo>
                  <a:lnTo>
                    <a:pt x="974485" y="1183376"/>
                  </a:lnTo>
                  <a:lnTo>
                    <a:pt x="974482" y="1183359"/>
                  </a:lnTo>
                  <a:lnTo>
                    <a:pt x="974478" y="1183341"/>
                  </a:lnTo>
                  <a:lnTo>
                    <a:pt x="974475" y="1183332"/>
                  </a:lnTo>
                  <a:lnTo>
                    <a:pt x="974473" y="1183311"/>
                  </a:lnTo>
                  <a:lnTo>
                    <a:pt x="974471" y="1183302"/>
                  </a:lnTo>
                  <a:lnTo>
                    <a:pt x="974468" y="1183289"/>
                  </a:lnTo>
                  <a:lnTo>
                    <a:pt x="974468" y="1183279"/>
                  </a:lnTo>
                  <a:lnTo>
                    <a:pt x="974469" y="1183271"/>
                  </a:lnTo>
                  <a:lnTo>
                    <a:pt x="974472" y="1183252"/>
                  </a:lnTo>
                  <a:lnTo>
                    <a:pt x="974473" y="1183236"/>
                  </a:lnTo>
                  <a:lnTo>
                    <a:pt x="974474" y="1183218"/>
                  </a:lnTo>
                  <a:lnTo>
                    <a:pt x="974475" y="1183203"/>
                  </a:lnTo>
                  <a:lnTo>
                    <a:pt x="974476" y="1183190"/>
                  </a:lnTo>
                  <a:lnTo>
                    <a:pt x="974477" y="1183174"/>
                  </a:lnTo>
                  <a:lnTo>
                    <a:pt x="974478" y="1183157"/>
                  </a:lnTo>
                  <a:lnTo>
                    <a:pt x="974480" y="1183140"/>
                  </a:lnTo>
                  <a:lnTo>
                    <a:pt x="974481" y="1183128"/>
                  </a:lnTo>
                  <a:lnTo>
                    <a:pt x="974484" y="1183114"/>
                  </a:lnTo>
                  <a:lnTo>
                    <a:pt x="974485" y="1183101"/>
                  </a:lnTo>
                  <a:lnTo>
                    <a:pt x="974484" y="1183086"/>
                  </a:lnTo>
                  <a:lnTo>
                    <a:pt x="974483" y="1183071"/>
                  </a:lnTo>
                  <a:lnTo>
                    <a:pt x="974480" y="1183056"/>
                  </a:lnTo>
                  <a:lnTo>
                    <a:pt x="974477" y="1183041"/>
                  </a:lnTo>
                  <a:lnTo>
                    <a:pt x="974469" y="1183021"/>
                  </a:lnTo>
                  <a:lnTo>
                    <a:pt x="974463" y="1183010"/>
                  </a:lnTo>
                  <a:lnTo>
                    <a:pt x="974464" y="1183000"/>
                  </a:lnTo>
                  <a:lnTo>
                    <a:pt x="974465" y="1182989"/>
                  </a:lnTo>
                  <a:lnTo>
                    <a:pt x="974466" y="1182974"/>
                  </a:lnTo>
                  <a:lnTo>
                    <a:pt x="974467" y="1182964"/>
                  </a:lnTo>
                  <a:lnTo>
                    <a:pt x="974466" y="1182953"/>
                  </a:lnTo>
                  <a:lnTo>
                    <a:pt x="974466" y="1182944"/>
                  </a:lnTo>
                  <a:lnTo>
                    <a:pt x="974466" y="1182933"/>
                  </a:lnTo>
                  <a:lnTo>
                    <a:pt x="974468" y="1182919"/>
                  </a:lnTo>
                  <a:lnTo>
                    <a:pt x="974468" y="1182911"/>
                  </a:lnTo>
                  <a:lnTo>
                    <a:pt x="974468" y="1182903"/>
                  </a:lnTo>
                  <a:lnTo>
                    <a:pt x="974467" y="1182896"/>
                  </a:lnTo>
                  <a:lnTo>
                    <a:pt x="974463" y="1182889"/>
                  </a:lnTo>
                  <a:lnTo>
                    <a:pt x="974460" y="1182884"/>
                  </a:lnTo>
                  <a:lnTo>
                    <a:pt x="974455" y="1182879"/>
                  </a:lnTo>
                  <a:lnTo>
                    <a:pt x="974451" y="1182872"/>
                  </a:lnTo>
                  <a:lnTo>
                    <a:pt x="974446" y="1182862"/>
                  </a:lnTo>
                  <a:lnTo>
                    <a:pt x="974443" y="1182848"/>
                  </a:lnTo>
                  <a:lnTo>
                    <a:pt x="974442" y="1182835"/>
                  </a:lnTo>
                  <a:lnTo>
                    <a:pt x="974441" y="1182822"/>
                  </a:lnTo>
                  <a:lnTo>
                    <a:pt x="974438" y="1182793"/>
                  </a:lnTo>
                  <a:lnTo>
                    <a:pt x="974438" y="1182777"/>
                  </a:lnTo>
                  <a:lnTo>
                    <a:pt x="974441" y="1182751"/>
                  </a:lnTo>
                  <a:lnTo>
                    <a:pt x="974441" y="1182736"/>
                  </a:lnTo>
                  <a:lnTo>
                    <a:pt x="974442" y="1182718"/>
                  </a:lnTo>
                  <a:lnTo>
                    <a:pt x="974441" y="1182706"/>
                  </a:lnTo>
                  <a:lnTo>
                    <a:pt x="974440" y="1182696"/>
                  </a:lnTo>
                  <a:lnTo>
                    <a:pt x="974438" y="1182685"/>
                  </a:lnTo>
                  <a:lnTo>
                    <a:pt x="974437" y="1182659"/>
                  </a:lnTo>
                  <a:lnTo>
                    <a:pt x="974438" y="1182642"/>
                  </a:lnTo>
                  <a:lnTo>
                    <a:pt x="974435" y="1182626"/>
                  </a:lnTo>
                  <a:lnTo>
                    <a:pt x="974430" y="1182610"/>
                  </a:lnTo>
                  <a:lnTo>
                    <a:pt x="974425" y="1182594"/>
                  </a:lnTo>
                  <a:lnTo>
                    <a:pt x="974424" y="1182588"/>
                  </a:lnTo>
                  <a:lnTo>
                    <a:pt x="974427" y="1182583"/>
                  </a:lnTo>
                  <a:lnTo>
                    <a:pt x="974433" y="1182573"/>
                  </a:lnTo>
                  <a:lnTo>
                    <a:pt x="974438" y="1182563"/>
                  </a:lnTo>
                  <a:lnTo>
                    <a:pt x="974442" y="1182556"/>
                  </a:lnTo>
                  <a:lnTo>
                    <a:pt x="974449" y="1182545"/>
                  </a:lnTo>
                  <a:lnTo>
                    <a:pt x="974457" y="1182535"/>
                  </a:lnTo>
                  <a:lnTo>
                    <a:pt x="974464" y="1182524"/>
                  </a:lnTo>
                  <a:lnTo>
                    <a:pt x="974476" y="1182508"/>
                  </a:lnTo>
                  <a:lnTo>
                    <a:pt x="974480" y="1182502"/>
                  </a:lnTo>
                  <a:lnTo>
                    <a:pt x="974484" y="1182495"/>
                  </a:lnTo>
                  <a:lnTo>
                    <a:pt x="974488" y="1182488"/>
                  </a:lnTo>
                  <a:lnTo>
                    <a:pt x="974492" y="1182476"/>
                  </a:lnTo>
                  <a:lnTo>
                    <a:pt x="974498" y="1182458"/>
                  </a:lnTo>
                  <a:lnTo>
                    <a:pt x="974503" y="1182444"/>
                  </a:lnTo>
                  <a:lnTo>
                    <a:pt x="974508" y="1182427"/>
                  </a:lnTo>
                  <a:lnTo>
                    <a:pt x="974515" y="1182407"/>
                  </a:lnTo>
                  <a:lnTo>
                    <a:pt x="974520" y="1182393"/>
                  </a:lnTo>
                  <a:lnTo>
                    <a:pt x="974525" y="1182383"/>
                  </a:lnTo>
                  <a:lnTo>
                    <a:pt x="974534" y="1182365"/>
                  </a:lnTo>
                  <a:lnTo>
                    <a:pt x="974543" y="1182350"/>
                  </a:lnTo>
                  <a:lnTo>
                    <a:pt x="974552" y="1182338"/>
                  </a:lnTo>
                  <a:lnTo>
                    <a:pt x="974563" y="1182323"/>
                  </a:lnTo>
                  <a:lnTo>
                    <a:pt x="974574" y="1182309"/>
                  </a:lnTo>
                  <a:lnTo>
                    <a:pt x="974578" y="1182303"/>
                  </a:lnTo>
                  <a:lnTo>
                    <a:pt x="974586" y="1182296"/>
                  </a:lnTo>
                  <a:lnTo>
                    <a:pt x="974592" y="1182287"/>
                  </a:lnTo>
                  <a:lnTo>
                    <a:pt x="974598" y="1182279"/>
                  </a:lnTo>
                  <a:lnTo>
                    <a:pt x="974602" y="1182270"/>
                  </a:lnTo>
                  <a:lnTo>
                    <a:pt x="974609" y="1182263"/>
                  </a:lnTo>
                  <a:lnTo>
                    <a:pt x="974621" y="1182247"/>
                  </a:lnTo>
                  <a:lnTo>
                    <a:pt x="974633" y="1182233"/>
                  </a:lnTo>
                  <a:lnTo>
                    <a:pt x="974645" y="1182218"/>
                  </a:lnTo>
                  <a:lnTo>
                    <a:pt x="974659" y="1182204"/>
                  </a:lnTo>
                  <a:lnTo>
                    <a:pt x="974673" y="1182190"/>
                  </a:lnTo>
                  <a:lnTo>
                    <a:pt x="974683" y="1182182"/>
                  </a:lnTo>
                  <a:lnTo>
                    <a:pt x="974688" y="1182180"/>
                  </a:lnTo>
                  <a:lnTo>
                    <a:pt x="974702" y="1182175"/>
                  </a:lnTo>
                  <a:lnTo>
                    <a:pt x="974717" y="1182173"/>
                  </a:lnTo>
                  <a:lnTo>
                    <a:pt x="974733" y="1182173"/>
                  </a:lnTo>
                  <a:lnTo>
                    <a:pt x="974737" y="1182174"/>
                  </a:lnTo>
                  <a:lnTo>
                    <a:pt x="974751" y="1182178"/>
                  </a:lnTo>
                  <a:lnTo>
                    <a:pt x="974770" y="1182184"/>
                  </a:lnTo>
                  <a:lnTo>
                    <a:pt x="974786" y="1182190"/>
                  </a:lnTo>
                  <a:lnTo>
                    <a:pt x="974808" y="1182200"/>
                  </a:lnTo>
                  <a:lnTo>
                    <a:pt x="974817" y="1182200"/>
                  </a:lnTo>
                  <a:lnTo>
                    <a:pt x="974841" y="1182200"/>
                  </a:lnTo>
                  <a:lnTo>
                    <a:pt x="974864" y="1182197"/>
                  </a:lnTo>
                  <a:lnTo>
                    <a:pt x="974885" y="1182192"/>
                  </a:lnTo>
                  <a:lnTo>
                    <a:pt x="974899" y="1182189"/>
                  </a:lnTo>
                  <a:lnTo>
                    <a:pt x="974904" y="1182187"/>
                  </a:lnTo>
                  <a:lnTo>
                    <a:pt x="974922" y="1182184"/>
                  </a:lnTo>
                  <a:lnTo>
                    <a:pt x="974941" y="1182182"/>
                  </a:lnTo>
                  <a:lnTo>
                    <a:pt x="974966" y="1182180"/>
                  </a:lnTo>
                  <a:lnTo>
                    <a:pt x="974976" y="1182179"/>
                  </a:lnTo>
                  <a:lnTo>
                    <a:pt x="974986" y="1182177"/>
                  </a:lnTo>
                  <a:lnTo>
                    <a:pt x="974992" y="1182175"/>
                  </a:lnTo>
                  <a:lnTo>
                    <a:pt x="974998" y="1182173"/>
                  </a:lnTo>
                  <a:lnTo>
                    <a:pt x="975001" y="1182165"/>
                  </a:lnTo>
                  <a:lnTo>
                    <a:pt x="975005" y="1182153"/>
                  </a:lnTo>
                  <a:lnTo>
                    <a:pt x="975009" y="1182143"/>
                  </a:lnTo>
                  <a:lnTo>
                    <a:pt x="975013" y="1182134"/>
                  </a:lnTo>
                  <a:lnTo>
                    <a:pt x="975019" y="1182121"/>
                  </a:lnTo>
                  <a:lnTo>
                    <a:pt x="975021" y="1182114"/>
                  </a:lnTo>
                  <a:lnTo>
                    <a:pt x="975024" y="1182105"/>
                  </a:lnTo>
                  <a:lnTo>
                    <a:pt x="975026" y="1182096"/>
                  </a:lnTo>
                  <a:lnTo>
                    <a:pt x="975028" y="1182083"/>
                  </a:lnTo>
                  <a:lnTo>
                    <a:pt x="975030" y="1182069"/>
                  </a:lnTo>
                  <a:lnTo>
                    <a:pt x="975033" y="1182054"/>
                  </a:lnTo>
                  <a:lnTo>
                    <a:pt x="975036" y="1182045"/>
                  </a:lnTo>
                  <a:lnTo>
                    <a:pt x="975038" y="1182039"/>
                  </a:lnTo>
                  <a:lnTo>
                    <a:pt x="975043" y="1182022"/>
                  </a:lnTo>
                  <a:lnTo>
                    <a:pt x="975047" y="1182010"/>
                  </a:lnTo>
                  <a:lnTo>
                    <a:pt x="975054" y="1181993"/>
                  </a:lnTo>
                  <a:lnTo>
                    <a:pt x="975059" y="1181982"/>
                  </a:lnTo>
                  <a:lnTo>
                    <a:pt x="975066" y="1181967"/>
                  </a:lnTo>
                  <a:lnTo>
                    <a:pt x="975073" y="1181952"/>
                  </a:lnTo>
                  <a:lnTo>
                    <a:pt x="975081" y="1181938"/>
                  </a:lnTo>
                  <a:lnTo>
                    <a:pt x="975090" y="1181923"/>
                  </a:lnTo>
                  <a:lnTo>
                    <a:pt x="975097" y="1181908"/>
                  </a:lnTo>
                  <a:lnTo>
                    <a:pt x="975110" y="1181888"/>
                  </a:lnTo>
                  <a:lnTo>
                    <a:pt x="975134" y="1181853"/>
                  </a:lnTo>
                  <a:lnTo>
                    <a:pt x="975144" y="1181838"/>
                  </a:lnTo>
                  <a:lnTo>
                    <a:pt x="975148" y="1181834"/>
                  </a:lnTo>
                  <a:lnTo>
                    <a:pt x="975150" y="1181830"/>
                  </a:lnTo>
                  <a:lnTo>
                    <a:pt x="975157" y="1181821"/>
                  </a:lnTo>
                  <a:lnTo>
                    <a:pt x="975163" y="1181808"/>
                  </a:lnTo>
                  <a:lnTo>
                    <a:pt x="975175" y="1181790"/>
                  </a:lnTo>
                  <a:lnTo>
                    <a:pt x="975182" y="1181777"/>
                  </a:lnTo>
                  <a:lnTo>
                    <a:pt x="975188" y="1181763"/>
                  </a:lnTo>
                  <a:lnTo>
                    <a:pt x="975198" y="1181744"/>
                  </a:lnTo>
                  <a:lnTo>
                    <a:pt x="975207" y="1181730"/>
                  </a:lnTo>
                  <a:lnTo>
                    <a:pt x="975212" y="1181721"/>
                  </a:lnTo>
                  <a:lnTo>
                    <a:pt x="975215" y="1181712"/>
                  </a:lnTo>
                  <a:lnTo>
                    <a:pt x="975218" y="1181702"/>
                  </a:lnTo>
                  <a:lnTo>
                    <a:pt x="975222" y="1181689"/>
                  </a:lnTo>
                  <a:lnTo>
                    <a:pt x="975224" y="1181678"/>
                  </a:lnTo>
                  <a:lnTo>
                    <a:pt x="975226" y="1181669"/>
                  </a:lnTo>
                  <a:lnTo>
                    <a:pt x="975227" y="1181656"/>
                  </a:lnTo>
                  <a:lnTo>
                    <a:pt x="975229" y="1181636"/>
                  </a:lnTo>
                  <a:lnTo>
                    <a:pt x="975229" y="1181627"/>
                  </a:lnTo>
                  <a:lnTo>
                    <a:pt x="975229" y="1181613"/>
                  </a:lnTo>
                  <a:lnTo>
                    <a:pt x="975232" y="1181600"/>
                  </a:lnTo>
                  <a:lnTo>
                    <a:pt x="975236" y="1181591"/>
                  </a:lnTo>
                  <a:lnTo>
                    <a:pt x="975241" y="1181578"/>
                  </a:lnTo>
                  <a:lnTo>
                    <a:pt x="975245" y="1181563"/>
                  </a:lnTo>
                  <a:lnTo>
                    <a:pt x="975247" y="1181551"/>
                  </a:lnTo>
                  <a:lnTo>
                    <a:pt x="975249" y="1181541"/>
                  </a:lnTo>
                  <a:lnTo>
                    <a:pt x="975251" y="1181528"/>
                  </a:lnTo>
                  <a:lnTo>
                    <a:pt x="975254" y="1181515"/>
                  </a:lnTo>
                  <a:lnTo>
                    <a:pt x="975257" y="1181507"/>
                  </a:lnTo>
                  <a:lnTo>
                    <a:pt x="975261" y="1181496"/>
                  </a:lnTo>
                  <a:lnTo>
                    <a:pt x="975263" y="1181489"/>
                  </a:lnTo>
                  <a:lnTo>
                    <a:pt x="975267" y="1181479"/>
                  </a:lnTo>
                  <a:lnTo>
                    <a:pt x="975271" y="1181470"/>
                  </a:lnTo>
                  <a:lnTo>
                    <a:pt x="975276" y="1181461"/>
                  </a:lnTo>
                  <a:lnTo>
                    <a:pt x="975281" y="1181452"/>
                  </a:lnTo>
                  <a:lnTo>
                    <a:pt x="975284" y="1181438"/>
                  </a:lnTo>
                  <a:lnTo>
                    <a:pt x="975286" y="1181424"/>
                  </a:lnTo>
                  <a:lnTo>
                    <a:pt x="975291" y="1181403"/>
                  </a:lnTo>
                  <a:lnTo>
                    <a:pt x="975294" y="1181394"/>
                  </a:lnTo>
                  <a:lnTo>
                    <a:pt x="975295" y="1181386"/>
                  </a:lnTo>
                  <a:lnTo>
                    <a:pt x="975300" y="1181377"/>
                  </a:lnTo>
                  <a:lnTo>
                    <a:pt x="975307" y="1181363"/>
                  </a:lnTo>
                  <a:lnTo>
                    <a:pt x="975313" y="1181350"/>
                  </a:lnTo>
                  <a:lnTo>
                    <a:pt x="975323" y="1181329"/>
                  </a:lnTo>
                  <a:lnTo>
                    <a:pt x="975339" y="1181299"/>
                  </a:lnTo>
                  <a:lnTo>
                    <a:pt x="975349" y="1181280"/>
                  </a:lnTo>
                  <a:lnTo>
                    <a:pt x="975356" y="1181259"/>
                  </a:lnTo>
                  <a:lnTo>
                    <a:pt x="975366" y="1181232"/>
                  </a:lnTo>
                  <a:lnTo>
                    <a:pt x="975371" y="1181212"/>
                  </a:lnTo>
                  <a:lnTo>
                    <a:pt x="975377" y="1181196"/>
                  </a:lnTo>
                  <a:lnTo>
                    <a:pt x="975382" y="1181187"/>
                  </a:lnTo>
                  <a:lnTo>
                    <a:pt x="975387" y="1181174"/>
                  </a:lnTo>
                  <a:lnTo>
                    <a:pt x="975390" y="1181161"/>
                  </a:lnTo>
                  <a:lnTo>
                    <a:pt x="975393" y="1181146"/>
                  </a:lnTo>
                  <a:lnTo>
                    <a:pt x="975398" y="1181129"/>
                  </a:lnTo>
                  <a:lnTo>
                    <a:pt x="975401" y="1181114"/>
                  </a:lnTo>
                  <a:lnTo>
                    <a:pt x="975406" y="1181099"/>
                  </a:lnTo>
                  <a:lnTo>
                    <a:pt x="975408" y="1181092"/>
                  </a:lnTo>
                  <a:lnTo>
                    <a:pt x="975412" y="1181084"/>
                  </a:lnTo>
                  <a:lnTo>
                    <a:pt x="975418" y="1181069"/>
                  </a:lnTo>
                  <a:lnTo>
                    <a:pt x="975420" y="1181063"/>
                  </a:lnTo>
                  <a:lnTo>
                    <a:pt x="975424" y="1181052"/>
                  </a:lnTo>
                  <a:lnTo>
                    <a:pt x="975431" y="1181039"/>
                  </a:lnTo>
                  <a:lnTo>
                    <a:pt x="975437" y="1181023"/>
                  </a:lnTo>
                  <a:lnTo>
                    <a:pt x="975440" y="1181012"/>
                  </a:lnTo>
                  <a:lnTo>
                    <a:pt x="975443" y="1180998"/>
                  </a:lnTo>
                  <a:lnTo>
                    <a:pt x="975446" y="1180991"/>
                  </a:lnTo>
                  <a:lnTo>
                    <a:pt x="975451" y="1180976"/>
                  </a:lnTo>
                  <a:lnTo>
                    <a:pt x="975459" y="1180961"/>
                  </a:lnTo>
                  <a:lnTo>
                    <a:pt x="975464" y="1180946"/>
                  </a:lnTo>
                  <a:lnTo>
                    <a:pt x="975472" y="1180929"/>
                  </a:lnTo>
                  <a:lnTo>
                    <a:pt x="975475" y="1180924"/>
                  </a:lnTo>
                  <a:lnTo>
                    <a:pt x="975478" y="1180917"/>
                  </a:lnTo>
                  <a:lnTo>
                    <a:pt x="975487" y="1180902"/>
                  </a:lnTo>
                  <a:lnTo>
                    <a:pt x="975496" y="1180887"/>
                  </a:lnTo>
                  <a:lnTo>
                    <a:pt x="975501" y="1180881"/>
                  </a:lnTo>
                  <a:lnTo>
                    <a:pt x="975508" y="1180870"/>
                  </a:lnTo>
                  <a:lnTo>
                    <a:pt x="975513" y="1180863"/>
                  </a:lnTo>
                  <a:lnTo>
                    <a:pt x="975518" y="1180856"/>
                  </a:lnTo>
                  <a:lnTo>
                    <a:pt x="975519" y="1180851"/>
                  </a:lnTo>
                  <a:lnTo>
                    <a:pt x="975516" y="1180843"/>
                  </a:lnTo>
                  <a:lnTo>
                    <a:pt x="975513" y="1180838"/>
                  </a:lnTo>
                  <a:lnTo>
                    <a:pt x="975510" y="1180833"/>
                  </a:lnTo>
                  <a:lnTo>
                    <a:pt x="975507" y="1180823"/>
                  </a:lnTo>
                  <a:lnTo>
                    <a:pt x="975503" y="1180814"/>
                  </a:lnTo>
                  <a:lnTo>
                    <a:pt x="975498" y="1180798"/>
                  </a:lnTo>
                  <a:lnTo>
                    <a:pt x="975490" y="1180783"/>
                  </a:lnTo>
                  <a:lnTo>
                    <a:pt x="975482" y="1180768"/>
                  </a:lnTo>
                  <a:lnTo>
                    <a:pt x="975475" y="1180753"/>
                  </a:lnTo>
                  <a:lnTo>
                    <a:pt x="975472" y="1180746"/>
                  </a:lnTo>
                  <a:lnTo>
                    <a:pt x="975471" y="1180738"/>
                  </a:lnTo>
                  <a:lnTo>
                    <a:pt x="975465" y="1180722"/>
                  </a:lnTo>
                  <a:lnTo>
                    <a:pt x="975459" y="1180707"/>
                  </a:lnTo>
                  <a:lnTo>
                    <a:pt x="975456" y="1180700"/>
                  </a:lnTo>
                  <a:lnTo>
                    <a:pt x="975453" y="1180691"/>
                  </a:lnTo>
                  <a:lnTo>
                    <a:pt x="975448" y="1180677"/>
                  </a:lnTo>
                  <a:lnTo>
                    <a:pt x="975444" y="1180668"/>
                  </a:lnTo>
                  <a:lnTo>
                    <a:pt x="975436" y="1180655"/>
                  </a:lnTo>
                  <a:lnTo>
                    <a:pt x="975428" y="1180644"/>
                  </a:lnTo>
                  <a:lnTo>
                    <a:pt x="975413" y="1180630"/>
                  </a:lnTo>
                  <a:lnTo>
                    <a:pt x="975408" y="1180618"/>
                  </a:lnTo>
                  <a:lnTo>
                    <a:pt x="975405" y="1180608"/>
                  </a:lnTo>
                  <a:lnTo>
                    <a:pt x="975402" y="1180596"/>
                  </a:lnTo>
                  <a:lnTo>
                    <a:pt x="975397" y="1180585"/>
                  </a:lnTo>
                  <a:lnTo>
                    <a:pt x="975394" y="1180576"/>
                  </a:lnTo>
                  <a:lnTo>
                    <a:pt x="975389" y="1180566"/>
                  </a:lnTo>
                  <a:lnTo>
                    <a:pt x="975383" y="1180554"/>
                  </a:lnTo>
                  <a:lnTo>
                    <a:pt x="975376" y="1180544"/>
                  </a:lnTo>
                  <a:lnTo>
                    <a:pt x="975369" y="1180530"/>
                  </a:lnTo>
                  <a:lnTo>
                    <a:pt x="975362" y="1180514"/>
                  </a:lnTo>
                  <a:lnTo>
                    <a:pt x="975355" y="1180499"/>
                  </a:lnTo>
                  <a:lnTo>
                    <a:pt x="975353" y="1180492"/>
                  </a:lnTo>
                  <a:lnTo>
                    <a:pt x="975351" y="1180486"/>
                  </a:lnTo>
                  <a:lnTo>
                    <a:pt x="975351" y="1180479"/>
                  </a:lnTo>
                  <a:lnTo>
                    <a:pt x="975350" y="1180470"/>
                  </a:lnTo>
                  <a:lnTo>
                    <a:pt x="975350" y="1180451"/>
                  </a:lnTo>
                  <a:lnTo>
                    <a:pt x="975348" y="1180436"/>
                  </a:lnTo>
                  <a:lnTo>
                    <a:pt x="975344" y="1180421"/>
                  </a:lnTo>
                  <a:lnTo>
                    <a:pt x="975344" y="1180416"/>
                  </a:lnTo>
                  <a:lnTo>
                    <a:pt x="975341" y="1180407"/>
                  </a:lnTo>
                  <a:lnTo>
                    <a:pt x="975336" y="1180386"/>
                  </a:lnTo>
                  <a:lnTo>
                    <a:pt x="975336" y="1180380"/>
                  </a:lnTo>
                  <a:lnTo>
                    <a:pt x="975334" y="1180368"/>
                  </a:lnTo>
                  <a:lnTo>
                    <a:pt x="975333" y="1180348"/>
                  </a:lnTo>
                  <a:lnTo>
                    <a:pt x="975333" y="1180333"/>
                  </a:lnTo>
                  <a:lnTo>
                    <a:pt x="975330" y="1180316"/>
                  </a:lnTo>
                  <a:lnTo>
                    <a:pt x="975329" y="1180293"/>
                  </a:lnTo>
                  <a:lnTo>
                    <a:pt x="975328" y="1180276"/>
                  </a:lnTo>
                  <a:lnTo>
                    <a:pt x="975330" y="1180270"/>
                  </a:lnTo>
                  <a:lnTo>
                    <a:pt x="975339" y="1180259"/>
                  </a:lnTo>
                  <a:lnTo>
                    <a:pt x="975349" y="1180251"/>
                  </a:lnTo>
                  <a:lnTo>
                    <a:pt x="975366" y="1180240"/>
                  </a:lnTo>
                  <a:lnTo>
                    <a:pt x="975380" y="1180230"/>
                  </a:lnTo>
                  <a:lnTo>
                    <a:pt x="975392" y="1180224"/>
                  </a:lnTo>
                  <a:lnTo>
                    <a:pt x="975397" y="1180221"/>
                  </a:lnTo>
                  <a:lnTo>
                    <a:pt x="975410" y="1180212"/>
                  </a:lnTo>
                  <a:lnTo>
                    <a:pt x="975420" y="1180200"/>
                  </a:lnTo>
                  <a:lnTo>
                    <a:pt x="975433" y="1180185"/>
                  </a:lnTo>
                  <a:lnTo>
                    <a:pt x="975438" y="1180178"/>
                  </a:lnTo>
                  <a:lnTo>
                    <a:pt x="975443" y="1180172"/>
                  </a:lnTo>
                  <a:lnTo>
                    <a:pt x="975455" y="1180157"/>
                  </a:lnTo>
                  <a:lnTo>
                    <a:pt x="975468" y="1180142"/>
                  </a:lnTo>
                  <a:lnTo>
                    <a:pt x="975479" y="1180133"/>
                  </a:lnTo>
                  <a:lnTo>
                    <a:pt x="975492" y="1180120"/>
                  </a:lnTo>
                  <a:lnTo>
                    <a:pt x="975494" y="1180110"/>
                  </a:lnTo>
                  <a:lnTo>
                    <a:pt x="975497" y="1180094"/>
                  </a:lnTo>
                  <a:lnTo>
                    <a:pt x="975502" y="1180079"/>
                  </a:lnTo>
                  <a:lnTo>
                    <a:pt x="975506" y="1180072"/>
                  </a:lnTo>
                  <a:lnTo>
                    <a:pt x="975511" y="1180062"/>
                  </a:lnTo>
                  <a:lnTo>
                    <a:pt x="975509" y="1180054"/>
                  </a:lnTo>
                  <a:lnTo>
                    <a:pt x="975504" y="1180045"/>
                  </a:lnTo>
                  <a:lnTo>
                    <a:pt x="975498" y="1180033"/>
                  </a:lnTo>
                  <a:lnTo>
                    <a:pt x="975489" y="1180019"/>
                  </a:lnTo>
                  <a:lnTo>
                    <a:pt x="975482" y="1180001"/>
                  </a:lnTo>
                  <a:lnTo>
                    <a:pt x="975475" y="1179989"/>
                  </a:lnTo>
                  <a:lnTo>
                    <a:pt x="975467" y="1179973"/>
                  </a:lnTo>
                  <a:lnTo>
                    <a:pt x="975458" y="1179954"/>
                  </a:lnTo>
                  <a:lnTo>
                    <a:pt x="975456" y="1179941"/>
                  </a:lnTo>
                  <a:lnTo>
                    <a:pt x="975456" y="1179925"/>
                  </a:lnTo>
                  <a:lnTo>
                    <a:pt x="975454" y="1179913"/>
                  </a:lnTo>
                  <a:lnTo>
                    <a:pt x="975452" y="1179904"/>
                  </a:lnTo>
                  <a:lnTo>
                    <a:pt x="975450" y="1179896"/>
                  </a:lnTo>
                  <a:lnTo>
                    <a:pt x="975447" y="1179887"/>
                  </a:lnTo>
                  <a:lnTo>
                    <a:pt x="975445" y="1179880"/>
                  </a:lnTo>
                  <a:lnTo>
                    <a:pt x="975441" y="1179866"/>
                  </a:lnTo>
                  <a:lnTo>
                    <a:pt x="975438" y="1179858"/>
                  </a:lnTo>
                  <a:lnTo>
                    <a:pt x="975433" y="1179846"/>
                  </a:lnTo>
                  <a:lnTo>
                    <a:pt x="975429" y="1179837"/>
                  </a:lnTo>
                  <a:lnTo>
                    <a:pt x="975420" y="1179824"/>
                  </a:lnTo>
                  <a:lnTo>
                    <a:pt x="975415" y="1179819"/>
                  </a:lnTo>
                  <a:lnTo>
                    <a:pt x="975396" y="1179800"/>
                  </a:lnTo>
                  <a:lnTo>
                    <a:pt x="975380" y="1179783"/>
                  </a:lnTo>
                  <a:lnTo>
                    <a:pt x="975367" y="1179771"/>
                  </a:lnTo>
                  <a:lnTo>
                    <a:pt x="975354" y="1179759"/>
                  </a:lnTo>
                  <a:lnTo>
                    <a:pt x="975349" y="1179754"/>
                  </a:lnTo>
                  <a:lnTo>
                    <a:pt x="975343" y="1179750"/>
                  </a:lnTo>
                  <a:lnTo>
                    <a:pt x="975340" y="1179743"/>
                  </a:lnTo>
                  <a:lnTo>
                    <a:pt x="975336" y="1179727"/>
                  </a:lnTo>
                  <a:lnTo>
                    <a:pt x="975331" y="1179715"/>
                  </a:lnTo>
                  <a:lnTo>
                    <a:pt x="975325" y="1179702"/>
                  </a:lnTo>
                  <a:lnTo>
                    <a:pt x="975318" y="1179687"/>
                  </a:lnTo>
                  <a:lnTo>
                    <a:pt x="975315" y="1179675"/>
                  </a:lnTo>
                  <a:lnTo>
                    <a:pt x="975311" y="1179663"/>
                  </a:lnTo>
                  <a:lnTo>
                    <a:pt x="975308" y="1179651"/>
                  </a:lnTo>
                  <a:lnTo>
                    <a:pt x="975305" y="1179645"/>
                  </a:lnTo>
                  <a:lnTo>
                    <a:pt x="975301" y="1179637"/>
                  </a:lnTo>
                  <a:lnTo>
                    <a:pt x="975297" y="1179627"/>
                  </a:lnTo>
                  <a:lnTo>
                    <a:pt x="975292" y="1179615"/>
                  </a:lnTo>
                  <a:lnTo>
                    <a:pt x="975287" y="1179602"/>
                  </a:lnTo>
                  <a:lnTo>
                    <a:pt x="975284" y="1179589"/>
                  </a:lnTo>
                  <a:lnTo>
                    <a:pt x="975283" y="1179579"/>
                  </a:lnTo>
                  <a:lnTo>
                    <a:pt x="975282" y="1179572"/>
                  </a:lnTo>
                  <a:lnTo>
                    <a:pt x="975281" y="1179566"/>
                  </a:lnTo>
                  <a:lnTo>
                    <a:pt x="975278" y="1179561"/>
                  </a:lnTo>
                  <a:lnTo>
                    <a:pt x="975271" y="1179551"/>
                  </a:lnTo>
                  <a:lnTo>
                    <a:pt x="975266" y="1179547"/>
                  </a:lnTo>
                  <a:lnTo>
                    <a:pt x="975252" y="1179533"/>
                  </a:lnTo>
                  <a:lnTo>
                    <a:pt x="975237" y="1179519"/>
                  </a:lnTo>
                  <a:lnTo>
                    <a:pt x="975222" y="1179506"/>
                  </a:lnTo>
                  <a:lnTo>
                    <a:pt x="975207" y="1179494"/>
                  </a:lnTo>
                  <a:lnTo>
                    <a:pt x="975195" y="1179484"/>
                  </a:lnTo>
                  <a:lnTo>
                    <a:pt x="975184" y="1179470"/>
                  </a:lnTo>
                  <a:lnTo>
                    <a:pt x="975172" y="1179456"/>
                  </a:lnTo>
                  <a:lnTo>
                    <a:pt x="975161" y="1179446"/>
                  </a:lnTo>
                  <a:lnTo>
                    <a:pt x="975153" y="1179438"/>
                  </a:lnTo>
                  <a:lnTo>
                    <a:pt x="975145" y="1179429"/>
                  </a:lnTo>
                  <a:lnTo>
                    <a:pt x="975136" y="1179419"/>
                  </a:lnTo>
                  <a:lnTo>
                    <a:pt x="975124" y="1179412"/>
                  </a:lnTo>
                  <a:lnTo>
                    <a:pt x="975111" y="1179405"/>
                  </a:lnTo>
                  <a:lnTo>
                    <a:pt x="975100" y="1179399"/>
                  </a:lnTo>
                  <a:lnTo>
                    <a:pt x="975093" y="1179395"/>
                  </a:lnTo>
                  <a:lnTo>
                    <a:pt x="975084" y="1179389"/>
                  </a:lnTo>
                  <a:lnTo>
                    <a:pt x="975085" y="1179381"/>
                  </a:lnTo>
                  <a:lnTo>
                    <a:pt x="975088" y="1179363"/>
                  </a:lnTo>
                  <a:lnTo>
                    <a:pt x="975089" y="1179348"/>
                  </a:lnTo>
                  <a:lnTo>
                    <a:pt x="975090" y="1179337"/>
                  </a:lnTo>
                  <a:lnTo>
                    <a:pt x="975088" y="1179323"/>
                  </a:lnTo>
                  <a:lnTo>
                    <a:pt x="975087" y="1179306"/>
                  </a:lnTo>
                  <a:lnTo>
                    <a:pt x="975088" y="1179292"/>
                  </a:lnTo>
                  <a:lnTo>
                    <a:pt x="975085" y="1179275"/>
                  </a:lnTo>
                  <a:lnTo>
                    <a:pt x="975082" y="1179264"/>
                  </a:lnTo>
                  <a:lnTo>
                    <a:pt x="975079" y="1179256"/>
                  </a:lnTo>
                  <a:lnTo>
                    <a:pt x="975076" y="1179248"/>
                  </a:lnTo>
                  <a:lnTo>
                    <a:pt x="975075" y="1179240"/>
                  </a:lnTo>
                  <a:lnTo>
                    <a:pt x="975074" y="1179230"/>
                  </a:lnTo>
                  <a:lnTo>
                    <a:pt x="975076" y="1179211"/>
                  </a:lnTo>
                  <a:lnTo>
                    <a:pt x="975076" y="1179192"/>
                  </a:lnTo>
                  <a:lnTo>
                    <a:pt x="975076" y="1179178"/>
                  </a:lnTo>
                  <a:lnTo>
                    <a:pt x="975077" y="1179166"/>
                  </a:lnTo>
                  <a:lnTo>
                    <a:pt x="975078" y="1179149"/>
                  </a:lnTo>
                  <a:lnTo>
                    <a:pt x="975077" y="1179136"/>
                  </a:lnTo>
                  <a:lnTo>
                    <a:pt x="975076" y="1179128"/>
                  </a:lnTo>
                  <a:lnTo>
                    <a:pt x="975073" y="1179118"/>
                  </a:lnTo>
                  <a:lnTo>
                    <a:pt x="975070" y="1179108"/>
                  </a:lnTo>
                  <a:lnTo>
                    <a:pt x="975068" y="1179100"/>
                  </a:lnTo>
                  <a:lnTo>
                    <a:pt x="975067" y="1179088"/>
                  </a:lnTo>
                  <a:lnTo>
                    <a:pt x="975064" y="1179075"/>
                  </a:lnTo>
                  <a:lnTo>
                    <a:pt x="975062" y="1179065"/>
                  </a:lnTo>
                  <a:lnTo>
                    <a:pt x="975061" y="1179059"/>
                  </a:lnTo>
                  <a:lnTo>
                    <a:pt x="975057" y="1179045"/>
                  </a:lnTo>
                  <a:lnTo>
                    <a:pt x="975054" y="1179037"/>
                  </a:lnTo>
                  <a:lnTo>
                    <a:pt x="975048" y="1179024"/>
                  </a:lnTo>
                  <a:lnTo>
                    <a:pt x="975041" y="1179005"/>
                  </a:lnTo>
                  <a:lnTo>
                    <a:pt x="975039" y="1178997"/>
                  </a:lnTo>
                  <a:lnTo>
                    <a:pt x="975033" y="1178975"/>
                  </a:lnTo>
                  <a:lnTo>
                    <a:pt x="975030" y="1178968"/>
                  </a:lnTo>
                  <a:lnTo>
                    <a:pt x="975026" y="1178958"/>
                  </a:lnTo>
                  <a:lnTo>
                    <a:pt x="975022" y="1178948"/>
                  </a:lnTo>
                  <a:lnTo>
                    <a:pt x="975016" y="1178939"/>
                  </a:lnTo>
                  <a:lnTo>
                    <a:pt x="975006" y="1178925"/>
                  </a:lnTo>
                  <a:lnTo>
                    <a:pt x="974997" y="1178914"/>
                  </a:lnTo>
                  <a:lnTo>
                    <a:pt x="974988" y="1178902"/>
                  </a:lnTo>
                  <a:lnTo>
                    <a:pt x="974985" y="1178896"/>
                  </a:lnTo>
                  <a:lnTo>
                    <a:pt x="974984" y="1178888"/>
                  </a:lnTo>
                  <a:lnTo>
                    <a:pt x="974983" y="1178879"/>
                  </a:lnTo>
                  <a:lnTo>
                    <a:pt x="974983" y="1178865"/>
                  </a:lnTo>
                  <a:lnTo>
                    <a:pt x="974984" y="1178846"/>
                  </a:lnTo>
                  <a:lnTo>
                    <a:pt x="974985" y="1178831"/>
                  </a:lnTo>
                  <a:lnTo>
                    <a:pt x="974986" y="1178820"/>
                  </a:lnTo>
                  <a:lnTo>
                    <a:pt x="974987" y="1178812"/>
                  </a:lnTo>
                  <a:lnTo>
                    <a:pt x="974987" y="1178802"/>
                  </a:lnTo>
                  <a:lnTo>
                    <a:pt x="974989" y="1178790"/>
                  </a:lnTo>
                  <a:lnTo>
                    <a:pt x="974991" y="1178776"/>
                  </a:lnTo>
                  <a:lnTo>
                    <a:pt x="974993" y="1178767"/>
                  </a:lnTo>
                  <a:lnTo>
                    <a:pt x="974993" y="1178757"/>
                  </a:lnTo>
                  <a:lnTo>
                    <a:pt x="974981" y="1178746"/>
                  </a:lnTo>
                  <a:lnTo>
                    <a:pt x="974976" y="1178742"/>
                  </a:lnTo>
                  <a:lnTo>
                    <a:pt x="974960" y="1178730"/>
                  </a:lnTo>
                  <a:lnTo>
                    <a:pt x="974943" y="1178716"/>
                  </a:lnTo>
                  <a:lnTo>
                    <a:pt x="974923" y="1178699"/>
                  </a:lnTo>
                  <a:lnTo>
                    <a:pt x="974906" y="1178681"/>
                  </a:lnTo>
                  <a:lnTo>
                    <a:pt x="974902" y="1178673"/>
                  </a:lnTo>
                  <a:lnTo>
                    <a:pt x="974900" y="1178663"/>
                  </a:lnTo>
                  <a:lnTo>
                    <a:pt x="974900" y="1178656"/>
                  </a:lnTo>
                  <a:lnTo>
                    <a:pt x="974901" y="1178638"/>
                  </a:lnTo>
                  <a:lnTo>
                    <a:pt x="974902" y="1178612"/>
                  </a:lnTo>
                  <a:lnTo>
                    <a:pt x="974901" y="1178601"/>
                  </a:lnTo>
                  <a:lnTo>
                    <a:pt x="974899" y="1178592"/>
                  </a:lnTo>
                  <a:lnTo>
                    <a:pt x="974896" y="1178582"/>
                  </a:lnTo>
                  <a:lnTo>
                    <a:pt x="974893" y="1178571"/>
                  </a:lnTo>
                  <a:lnTo>
                    <a:pt x="974891" y="1178562"/>
                  </a:lnTo>
                  <a:lnTo>
                    <a:pt x="974889" y="1178548"/>
                  </a:lnTo>
                  <a:lnTo>
                    <a:pt x="974888" y="1178530"/>
                  </a:lnTo>
                  <a:lnTo>
                    <a:pt x="974889" y="1178522"/>
                  </a:lnTo>
                  <a:lnTo>
                    <a:pt x="974889" y="1178512"/>
                  </a:lnTo>
                  <a:lnTo>
                    <a:pt x="974890" y="1178508"/>
                  </a:lnTo>
                  <a:lnTo>
                    <a:pt x="974891" y="1178496"/>
                  </a:lnTo>
                  <a:lnTo>
                    <a:pt x="974890" y="1178481"/>
                  </a:lnTo>
                  <a:lnTo>
                    <a:pt x="974888" y="1178466"/>
                  </a:lnTo>
                  <a:lnTo>
                    <a:pt x="974887" y="1178456"/>
                  </a:lnTo>
                  <a:lnTo>
                    <a:pt x="974886" y="1178449"/>
                  </a:lnTo>
                  <a:lnTo>
                    <a:pt x="974883" y="1178443"/>
                  </a:lnTo>
                  <a:lnTo>
                    <a:pt x="974877" y="1178439"/>
                  </a:lnTo>
                  <a:lnTo>
                    <a:pt x="974871" y="1178433"/>
                  </a:lnTo>
                  <a:lnTo>
                    <a:pt x="974861" y="1178426"/>
                  </a:lnTo>
                  <a:lnTo>
                    <a:pt x="974847" y="1178413"/>
                  </a:lnTo>
                  <a:lnTo>
                    <a:pt x="974839" y="1178406"/>
                  </a:lnTo>
                  <a:lnTo>
                    <a:pt x="974834" y="1178401"/>
                  </a:lnTo>
                  <a:lnTo>
                    <a:pt x="974826" y="1178394"/>
                  </a:lnTo>
                  <a:lnTo>
                    <a:pt x="974818" y="1178388"/>
                  </a:lnTo>
                  <a:lnTo>
                    <a:pt x="974813" y="1178382"/>
                  </a:lnTo>
                  <a:lnTo>
                    <a:pt x="974810" y="1178375"/>
                  </a:lnTo>
                  <a:lnTo>
                    <a:pt x="974806" y="1178364"/>
                  </a:lnTo>
                  <a:lnTo>
                    <a:pt x="974804" y="1178354"/>
                  </a:lnTo>
                  <a:lnTo>
                    <a:pt x="974803" y="1178349"/>
                  </a:lnTo>
                  <a:lnTo>
                    <a:pt x="974801" y="1178340"/>
                  </a:lnTo>
                  <a:lnTo>
                    <a:pt x="974799" y="1178334"/>
                  </a:lnTo>
                  <a:lnTo>
                    <a:pt x="974796" y="1178324"/>
                  </a:lnTo>
                  <a:lnTo>
                    <a:pt x="974793" y="1178316"/>
                  </a:lnTo>
                  <a:lnTo>
                    <a:pt x="974789" y="1178303"/>
                  </a:lnTo>
                  <a:lnTo>
                    <a:pt x="974785" y="1178290"/>
                  </a:lnTo>
                  <a:lnTo>
                    <a:pt x="974782" y="1178276"/>
                  </a:lnTo>
                  <a:lnTo>
                    <a:pt x="974777" y="1178257"/>
                  </a:lnTo>
                  <a:lnTo>
                    <a:pt x="974774" y="1178245"/>
                  </a:lnTo>
                  <a:lnTo>
                    <a:pt x="974772" y="1178238"/>
                  </a:lnTo>
                  <a:lnTo>
                    <a:pt x="974769" y="1178228"/>
                  </a:lnTo>
                  <a:lnTo>
                    <a:pt x="974768" y="1178221"/>
                  </a:lnTo>
                  <a:lnTo>
                    <a:pt x="974766" y="1178210"/>
                  </a:lnTo>
                  <a:lnTo>
                    <a:pt x="974764" y="1178202"/>
                  </a:lnTo>
                  <a:lnTo>
                    <a:pt x="974761" y="1178187"/>
                  </a:lnTo>
                  <a:lnTo>
                    <a:pt x="974758" y="1178176"/>
                  </a:lnTo>
                  <a:lnTo>
                    <a:pt x="974754" y="1178157"/>
                  </a:lnTo>
                  <a:lnTo>
                    <a:pt x="974749" y="1178142"/>
                  </a:lnTo>
                  <a:lnTo>
                    <a:pt x="974747" y="1178131"/>
                  </a:lnTo>
                  <a:lnTo>
                    <a:pt x="974741" y="1178119"/>
                  </a:lnTo>
                  <a:lnTo>
                    <a:pt x="974744" y="1178113"/>
                  </a:lnTo>
                  <a:lnTo>
                    <a:pt x="974751" y="1178105"/>
                  </a:lnTo>
                  <a:lnTo>
                    <a:pt x="974762" y="1178090"/>
                  </a:lnTo>
                  <a:lnTo>
                    <a:pt x="974774" y="1178075"/>
                  </a:lnTo>
                  <a:lnTo>
                    <a:pt x="974780" y="1178067"/>
                  </a:lnTo>
                  <a:lnTo>
                    <a:pt x="974783" y="1178060"/>
                  </a:lnTo>
                  <a:lnTo>
                    <a:pt x="974789" y="1178045"/>
                  </a:lnTo>
                  <a:lnTo>
                    <a:pt x="974791" y="1178040"/>
                  </a:lnTo>
                  <a:lnTo>
                    <a:pt x="974800" y="1178027"/>
                  </a:lnTo>
                  <a:lnTo>
                    <a:pt x="974813" y="1178013"/>
                  </a:lnTo>
                  <a:lnTo>
                    <a:pt x="974826" y="1178000"/>
                  </a:lnTo>
                  <a:lnTo>
                    <a:pt x="974840" y="1177987"/>
                  </a:lnTo>
                  <a:lnTo>
                    <a:pt x="974853" y="1177975"/>
                  </a:lnTo>
                  <a:lnTo>
                    <a:pt x="974867" y="1177965"/>
                  </a:lnTo>
                  <a:lnTo>
                    <a:pt x="974884" y="1177955"/>
                  </a:lnTo>
                  <a:lnTo>
                    <a:pt x="974891" y="1177949"/>
                  </a:lnTo>
                  <a:lnTo>
                    <a:pt x="974912" y="1177936"/>
                  </a:lnTo>
                  <a:lnTo>
                    <a:pt x="974926" y="1177928"/>
                  </a:lnTo>
                  <a:lnTo>
                    <a:pt x="974966" y="1177915"/>
                  </a:lnTo>
                  <a:lnTo>
                    <a:pt x="974970" y="1177912"/>
                  </a:lnTo>
                  <a:lnTo>
                    <a:pt x="974976" y="1177909"/>
                  </a:lnTo>
                  <a:lnTo>
                    <a:pt x="974984" y="1177903"/>
                  </a:lnTo>
                  <a:lnTo>
                    <a:pt x="974992" y="1177897"/>
                  </a:lnTo>
                  <a:lnTo>
                    <a:pt x="974994" y="1177891"/>
                  </a:lnTo>
                  <a:lnTo>
                    <a:pt x="974990" y="1177884"/>
                  </a:lnTo>
                  <a:lnTo>
                    <a:pt x="974980" y="1177870"/>
                  </a:lnTo>
                  <a:lnTo>
                    <a:pt x="974970" y="1177855"/>
                  </a:lnTo>
                  <a:lnTo>
                    <a:pt x="974966" y="1177840"/>
                  </a:lnTo>
                  <a:lnTo>
                    <a:pt x="974962" y="1177825"/>
                  </a:lnTo>
                  <a:lnTo>
                    <a:pt x="974960" y="1177810"/>
                  </a:lnTo>
                  <a:lnTo>
                    <a:pt x="974958" y="1177803"/>
                  </a:lnTo>
                  <a:lnTo>
                    <a:pt x="974956" y="1177795"/>
                  </a:lnTo>
                  <a:lnTo>
                    <a:pt x="974954" y="1177780"/>
                  </a:lnTo>
                  <a:lnTo>
                    <a:pt x="974950" y="1177769"/>
                  </a:lnTo>
                  <a:lnTo>
                    <a:pt x="974947" y="1177765"/>
                  </a:lnTo>
                  <a:lnTo>
                    <a:pt x="974938" y="1177750"/>
                  </a:lnTo>
                  <a:lnTo>
                    <a:pt x="974932" y="1177739"/>
                  </a:lnTo>
                  <a:lnTo>
                    <a:pt x="974930" y="1177735"/>
                  </a:lnTo>
                  <a:lnTo>
                    <a:pt x="974922" y="1177720"/>
                  </a:lnTo>
                  <a:lnTo>
                    <a:pt x="974916" y="1177705"/>
                  </a:lnTo>
                  <a:lnTo>
                    <a:pt x="974910" y="1177694"/>
                  </a:lnTo>
                  <a:lnTo>
                    <a:pt x="974907" y="1177690"/>
                  </a:lnTo>
                  <a:lnTo>
                    <a:pt x="974900" y="1177675"/>
                  </a:lnTo>
                  <a:lnTo>
                    <a:pt x="974894" y="1177660"/>
                  </a:lnTo>
                  <a:lnTo>
                    <a:pt x="974891" y="1177644"/>
                  </a:lnTo>
                  <a:lnTo>
                    <a:pt x="974887" y="1177627"/>
                  </a:lnTo>
                  <a:lnTo>
                    <a:pt x="974885" y="1177614"/>
                  </a:lnTo>
                  <a:lnTo>
                    <a:pt x="974881" y="1177599"/>
                  </a:lnTo>
                  <a:lnTo>
                    <a:pt x="974876" y="1177586"/>
                  </a:lnTo>
                  <a:lnTo>
                    <a:pt x="974874" y="1177569"/>
                  </a:lnTo>
                  <a:lnTo>
                    <a:pt x="974873" y="1177554"/>
                  </a:lnTo>
                  <a:lnTo>
                    <a:pt x="974874" y="1177539"/>
                  </a:lnTo>
                  <a:lnTo>
                    <a:pt x="974874" y="1177524"/>
                  </a:lnTo>
                  <a:lnTo>
                    <a:pt x="974878" y="1177509"/>
                  </a:lnTo>
                  <a:lnTo>
                    <a:pt x="974884" y="1177494"/>
                  </a:lnTo>
                  <a:lnTo>
                    <a:pt x="974892" y="1177479"/>
                  </a:lnTo>
                  <a:lnTo>
                    <a:pt x="974895" y="1177475"/>
                  </a:lnTo>
                  <a:lnTo>
                    <a:pt x="974897" y="1177471"/>
                  </a:lnTo>
                  <a:lnTo>
                    <a:pt x="974904" y="1177464"/>
                  </a:lnTo>
                  <a:lnTo>
                    <a:pt x="974916" y="1177450"/>
                  </a:lnTo>
                  <a:lnTo>
                    <a:pt x="974929" y="1177435"/>
                  </a:lnTo>
                  <a:lnTo>
                    <a:pt x="974939" y="1177420"/>
                  </a:lnTo>
                  <a:lnTo>
                    <a:pt x="974949" y="1177405"/>
                  </a:lnTo>
                  <a:lnTo>
                    <a:pt x="974963" y="1177390"/>
                  </a:lnTo>
                  <a:lnTo>
                    <a:pt x="974977" y="1177379"/>
                  </a:lnTo>
                  <a:lnTo>
                    <a:pt x="974990" y="1177366"/>
                  </a:lnTo>
                  <a:lnTo>
                    <a:pt x="975002" y="1177352"/>
                  </a:lnTo>
                  <a:lnTo>
                    <a:pt x="975012" y="1177337"/>
                  </a:lnTo>
                  <a:lnTo>
                    <a:pt x="975023" y="1177322"/>
                  </a:lnTo>
                  <a:lnTo>
                    <a:pt x="975034" y="1177307"/>
                  </a:lnTo>
                  <a:lnTo>
                    <a:pt x="975043" y="1177292"/>
                  </a:lnTo>
                  <a:lnTo>
                    <a:pt x="975051" y="1177277"/>
                  </a:lnTo>
                  <a:lnTo>
                    <a:pt x="975082" y="1177214"/>
                  </a:lnTo>
                  <a:lnTo>
                    <a:pt x="975083" y="1177206"/>
                  </a:lnTo>
                  <a:lnTo>
                    <a:pt x="975087" y="1177191"/>
                  </a:lnTo>
                  <a:lnTo>
                    <a:pt x="975089" y="1177176"/>
                  </a:lnTo>
                  <a:lnTo>
                    <a:pt x="975090" y="1177161"/>
                  </a:lnTo>
                  <a:lnTo>
                    <a:pt x="975091" y="1177145"/>
                  </a:lnTo>
                  <a:lnTo>
                    <a:pt x="975090" y="1177135"/>
                  </a:lnTo>
                  <a:lnTo>
                    <a:pt x="975087" y="1177116"/>
                  </a:lnTo>
                  <a:lnTo>
                    <a:pt x="975085" y="1177101"/>
                  </a:lnTo>
                  <a:lnTo>
                    <a:pt x="975083" y="1177086"/>
                  </a:lnTo>
                  <a:lnTo>
                    <a:pt x="975083" y="1177071"/>
                  </a:lnTo>
                  <a:lnTo>
                    <a:pt x="975081" y="1177056"/>
                  </a:lnTo>
                  <a:lnTo>
                    <a:pt x="975079" y="1177041"/>
                  </a:lnTo>
                  <a:lnTo>
                    <a:pt x="975079" y="1177026"/>
                  </a:lnTo>
                  <a:lnTo>
                    <a:pt x="975079" y="1177011"/>
                  </a:lnTo>
                  <a:lnTo>
                    <a:pt x="975081" y="1176996"/>
                  </a:lnTo>
                  <a:lnTo>
                    <a:pt x="975081" y="1176981"/>
                  </a:lnTo>
                  <a:lnTo>
                    <a:pt x="975080" y="1176966"/>
                  </a:lnTo>
                  <a:lnTo>
                    <a:pt x="975080" y="1176959"/>
                  </a:lnTo>
                  <a:lnTo>
                    <a:pt x="975077" y="1176952"/>
                  </a:lnTo>
                  <a:lnTo>
                    <a:pt x="975061" y="1176940"/>
                  </a:lnTo>
                  <a:lnTo>
                    <a:pt x="975056" y="1176935"/>
                  </a:lnTo>
                  <a:lnTo>
                    <a:pt x="975046" y="1176931"/>
                  </a:lnTo>
                  <a:lnTo>
                    <a:pt x="975031" y="1176931"/>
                  </a:lnTo>
                  <a:lnTo>
                    <a:pt x="975022" y="1176931"/>
                  </a:lnTo>
                  <a:lnTo>
                    <a:pt x="975016" y="1176929"/>
                  </a:lnTo>
                  <a:lnTo>
                    <a:pt x="975001" y="1176924"/>
                  </a:lnTo>
                  <a:lnTo>
                    <a:pt x="974987" y="1176918"/>
                  </a:lnTo>
                  <a:lnTo>
                    <a:pt x="974972" y="1176916"/>
                  </a:lnTo>
                  <a:lnTo>
                    <a:pt x="974957" y="1176918"/>
                  </a:lnTo>
                  <a:lnTo>
                    <a:pt x="974942" y="1176920"/>
                  </a:lnTo>
                  <a:lnTo>
                    <a:pt x="974928" y="1176922"/>
                  </a:lnTo>
                  <a:lnTo>
                    <a:pt x="974913" y="1176925"/>
                  </a:lnTo>
                  <a:lnTo>
                    <a:pt x="974898" y="1176929"/>
                  </a:lnTo>
                  <a:lnTo>
                    <a:pt x="974883" y="1176934"/>
                  </a:lnTo>
                  <a:lnTo>
                    <a:pt x="974869" y="1176940"/>
                  </a:lnTo>
                  <a:lnTo>
                    <a:pt x="974854" y="1176944"/>
                  </a:lnTo>
                  <a:lnTo>
                    <a:pt x="974839" y="1176945"/>
                  </a:lnTo>
                  <a:lnTo>
                    <a:pt x="974830" y="1176946"/>
                  </a:lnTo>
                  <a:lnTo>
                    <a:pt x="974824" y="1176945"/>
                  </a:lnTo>
                  <a:lnTo>
                    <a:pt x="974818" y="1176946"/>
                  </a:lnTo>
                  <a:lnTo>
                    <a:pt x="974809" y="1176945"/>
                  </a:lnTo>
                  <a:lnTo>
                    <a:pt x="974795" y="1176946"/>
                  </a:lnTo>
                  <a:lnTo>
                    <a:pt x="974780" y="1176946"/>
                  </a:lnTo>
                  <a:lnTo>
                    <a:pt x="974765" y="1176947"/>
                  </a:lnTo>
                  <a:lnTo>
                    <a:pt x="974758" y="1176949"/>
                  </a:lnTo>
                  <a:lnTo>
                    <a:pt x="974750" y="1176949"/>
                  </a:lnTo>
                  <a:lnTo>
                    <a:pt x="974740" y="1176950"/>
                  </a:lnTo>
                  <a:lnTo>
                    <a:pt x="974736" y="1176949"/>
                  </a:lnTo>
                  <a:lnTo>
                    <a:pt x="974721" y="1176949"/>
                  </a:lnTo>
                  <a:lnTo>
                    <a:pt x="974706" y="1176946"/>
                  </a:lnTo>
                  <a:lnTo>
                    <a:pt x="974698" y="1176945"/>
                  </a:lnTo>
                  <a:lnTo>
                    <a:pt x="974691" y="1176942"/>
                  </a:lnTo>
                  <a:lnTo>
                    <a:pt x="974685" y="1176938"/>
                  </a:lnTo>
                  <a:lnTo>
                    <a:pt x="974676" y="1176935"/>
                  </a:lnTo>
                  <a:lnTo>
                    <a:pt x="974662" y="1176932"/>
                  </a:lnTo>
                  <a:lnTo>
                    <a:pt x="974647" y="1176926"/>
                  </a:lnTo>
                  <a:lnTo>
                    <a:pt x="974633" y="1176921"/>
                  </a:lnTo>
                  <a:lnTo>
                    <a:pt x="974617" y="1176915"/>
                  </a:lnTo>
                  <a:lnTo>
                    <a:pt x="974603" y="1176914"/>
                  </a:lnTo>
                  <a:lnTo>
                    <a:pt x="974588" y="1176912"/>
                  </a:lnTo>
                  <a:lnTo>
                    <a:pt x="974575" y="1176909"/>
                  </a:lnTo>
                  <a:lnTo>
                    <a:pt x="974564" y="1176906"/>
                  </a:lnTo>
                  <a:lnTo>
                    <a:pt x="974558" y="1176904"/>
                  </a:lnTo>
                  <a:lnTo>
                    <a:pt x="974543" y="1176898"/>
                  </a:lnTo>
                  <a:lnTo>
                    <a:pt x="974532" y="1176894"/>
                  </a:lnTo>
                  <a:lnTo>
                    <a:pt x="974529" y="1176891"/>
                  </a:lnTo>
                  <a:lnTo>
                    <a:pt x="974522" y="1176889"/>
                  </a:lnTo>
                  <a:lnTo>
                    <a:pt x="974514" y="1176884"/>
                  </a:lnTo>
                  <a:lnTo>
                    <a:pt x="974499" y="1176874"/>
                  </a:lnTo>
                  <a:lnTo>
                    <a:pt x="974484" y="1176860"/>
                  </a:lnTo>
                  <a:lnTo>
                    <a:pt x="974472" y="1176846"/>
                  </a:lnTo>
                  <a:lnTo>
                    <a:pt x="974462" y="1176831"/>
                  </a:lnTo>
                  <a:lnTo>
                    <a:pt x="974451" y="1176816"/>
                  </a:lnTo>
                  <a:lnTo>
                    <a:pt x="974441" y="1176801"/>
                  </a:lnTo>
                  <a:lnTo>
                    <a:pt x="974430" y="1176786"/>
                  </a:lnTo>
                  <a:lnTo>
                    <a:pt x="974419" y="1176771"/>
                  </a:lnTo>
                  <a:lnTo>
                    <a:pt x="974407" y="1176756"/>
                  </a:lnTo>
                  <a:lnTo>
                    <a:pt x="974395" y="1176741"/>
                  </a:lnTo>
                  <a:lnTo>
                    <a:pt x="974381" y="1176727"/>
                  </a:lnTo>
                  <a:lnTo>
                    <a:pt x="974366" y="1176715"/>
                  </a:lnTo>
                  <a:lnTo>
                    <a:pt x="974351" y="1176702"/>
                  </a:lnTo>
                  <a:lnTo>
                    <a:pt x="974336" y="1176692"/>
                  </a:lnTo>
                  <a:lnTo>
                    <a:pt x="974327" y="1176686"/>
                  </a:lnTo>
                  <a:lnTo>
                    <a:pt x="974322" y="1176685"/>
                  </a:lnTo>
                  <a:lnTo>
                    <a:pt x="974307" y="1176684"/>
                  </a:lnTo>
                  <a:lnTo>
                    <a:pt x="974302" y="1176684"/>
                  </a:lnTo>
                  <a:lnTo>
                    <a:pt x="974292" y="1176685"/>
                  </a:lnTo>
                  <a:lnTo>
                    <a:pt x="974277" y="1176686"/>
                  </a:lnTo>
                  <a:lnTo>
                    <a:pt x="974262" y="1176684"/>
                  </a:lnTo>
                  <a:lnTo>
                    <a:pt x="974254" y="1176681"/>
                  </a:lnTo>
                  <a:lnTo>
                    <a:pt x="974247" y="1176676"/>
                  </a:lnTo>
                  <a:lnTo>
                    <a:pt x="974234" y="1176662"/>
                  </a:lnTo>
                  <a:lnTo>
                    <a:pt x="974230" y="1176661"/>
                  </a:lnTo>
                  <a:lnTo>
                    <a:pt x="974226" y="1176661"/>
                  </a:lnTo>
                  <a:lnTo>
                    <a:pt x="974220" y="1176661"/>
                  </a:lnTo>
                  <a:lnTo>
                    <a:pt x="974205" y="1176659"/>
                  </a:lnTo>
                  <a:lnTo>
                    <a:pt x="974196" y="1176651"/>
                  </a:lnTo>
                  <a:lnTo>
                    <a:pt x="974195" y="1176646"/>
                  </a:lnTo>
                  <a:lnTo>
                    <a:pt x="974195" y="1176632"/>
                  </a:lnTo>
                  <a:lnTo>
                    <a:pt x="974195" y="1176616"/>
                  </a:lnTo>
                  <a:lnTo>
                    <a:pt x="974194" y="1176601"/>
                  </a:lnTo>
                  <a:lnTo>
                    <a:pt x="974193" y="1176585"/>
                  </a:lnTo>
                  <a:lnTo>
                    <a:pt x="974192" y="1176570"/>
                  </a:lnTo>
                  <a:lnTo>
                    <a:pt x="974187" y="1176555"/>
                  </a:lnTo>
                  <a:lnTo>
                    <a:pt x="974181" y="1176540"/>
                  </a:lnTo>
                  <a:lnTo>
                    <a:pt x="974172" y="1176525"/>
                  </a:lnTo>
                  <a:lnTo>
                    <a:pt x="974163" y="1176510"/>
                  </a:lnTo>
                  <a:lnTo>
                    <a:pt x="974157" y="1176501"/>
                  </a:lnTo>
                  <a:lnTo>
                    <a:pt x="974156" y="1176495"/>
                  </a:lnTo>
                  <a:lnTo>
                    <a:pt x="974154" y="1176480"/>
                  </a:lnTo>
                  <a:lnTo>
                    <a:pt x="974154" y="1176465"/>
                  </a:lnTo>
                  <a:lnTo>
                    <a:pt x="974154" y="1176450"/>
                  </a:lnTo>
                  <a:lnTo>
                    <a:pt x="974155" y="1176435"/>
                  </a:lnTo>
                  <a:lnTo>
                    <a:pt x="974157" y="1176420"/>
                  </a:lnTo>
                  <a:lnTo>
                    <a:pt x="974159" y="1176405"/>
                  </a:lnTo>
                  <a:lnTo>
                    <a:pt x="974164" y="1176358"/>
                  </a:lnTo>
                  <a:lnTo>
                    <a:pt x="974163" y="1176343"/>
                  </a:lnTo>
                  <a:lnTo>
                    <a:pt x="974163" y="1176328"/>
                  </a:lnTo>
                  <a:lnTo>
                    <a:pt x="974162" y="1176313"/>
                  </a:lnTo>
                  <a:lnTo>
                    <a:pt x="974159" y="1176297"/>
                  </a:lnTo>
                  <a:lnTo>
                    <a:pt x="974156" y="1176291"/>
                  </a:lnTo>
                  <a:lnTo>
                    <a:pt x="974150" y="1176284"/>
                  </a:lnTo>
                  <a:lnTo>
                    <a:pt x="974139" y="1176276"/>
                  </a:lnTo>
                  <a:lnTo>
                    <a:pt x="974135" y="1176271"/>
                  </a:lnTo>
                  <a:lnTo>
                    <a:pt x="974130" y="1176256"/>
                  </a:lnTo>
                  <a:lnTo>
                    <a:pt x="974131" y="1176241"/>
                  </a:lnTo>
                  <a:lnTo>
                    <a:pt x="974131" y="1176226"/>
                  </a:lnTo>
                  <a:lnTo>
                    <a:pt x="974127" y="1176211"/>
                  </a:lnTo>
                  <a:lnTo>
                    <a:pt x="974120" y="1176196"/>
                  </a:lnTo>
                  <a:lnTo>
                    <a:pt x="974116" y="1176192"/>
                  </a:lnTo>
                  <a:lnTo>
                    <a:pt x="974111" y="1176181"/>
                  </a:lnTo>
                  <a:lnTo>
                    <a:pt x="974107" y="1176166"/>
                  </a:lnTo>
                  <a:lnTo>
                    <a:pt x="974106" y="1176151"/>
                  </a:lnTo>
                  <a:lnTo>
                    <a:pt x="974105" y="1176142"/>
                  </a:lnTo>
                  <a:lnTo>
                    <a:pt x="974101" y="1176137"/>
                  </a:lnTo>
                  <a:lnTo>
                    <a:pt x="974094" y="1176131"/>
                  </a:lnTo>
                  <a:lnTo>
                    <a:pt x="974086" y="1176127"/>
                  </a:lnTo>
                  <a:lnTo>
                    <a:pt x="974071" y="1176119"/>
                  </a:lnTo>
                  <a:lnTo>
                    <a:pt x="974056" y="1176115"/>
                  </a:lnTo>
                  <a:lnTo>
                    <a:pt x="974042" y="1176111"/>
                  </a:lnTo>
                  <a:lnTo>
                    <a:pt x="974032" y="1176102"/>
                  </a:lnTo>
                  <a:lnTo>
                    <a:pt x="974030" y="1176095"/>
                  </a:lnTo>
                  <a:lnTo>
                    <a:pt x="974032" y="1176085"/>
                  </a:lnTo>
                  <a:lnTo>
                    <a:pt x="974033" y="1176077"/>
                  </a:lnTo>
                  <a:lnTo>
                    <a:pt x="974036" y="1176069"/>
                  </a:lnTo>
                  <a:lnTo>
                    <a:pt x="974040" y="1176054"/>
                  </a:lnTo>
                  <a:lnTo>
                    <a:pt x="974043" y="1176039"/>
                  </a:lnTo>
                  <a:lnTo>
                    <a:pt x="974045" y="1176024"/>
                  </a:lnTo>
                  <a:lnTo>
                    <a:pt x="974047" y="1176016"/>
                  </a:lnTo>
                  <a:lnTo>
                    <a:pt x="974055" y="1175936"/>
                  </a:lnTo>
                  <a:lnTo>
                    <a:pt x="974057" y="1175921"/>
                  </a:lnTo>
                  <a:lnTo>
                    <a:pt x="974058" y="1175906"/>
                  </a:lnTo>
                  <a:lnTo>
                    <a:pt x="974060" y="1175891"/>
                  </a:lnTo>
                  <a:lnTo>
                    <a:pt x="974061" y="1175876"/>
                  </a:lnTo>
                  <a:lnTo>
                    <a:pt x="974061" y="1175861"/>
                  </a:lnTo>
                  <a:lnTo>
                    <a:pt x="974060" y="1175846"/>
                  </a:lnTo>
                  <a:lnTo>
                    <a:pt x="974061" y="1175831"/>
                  </a:lnTo>
                  <a:lnTo>
                    <a:pt x="974065" y="1175816"/>
                  </a:lnTo>
                  <a:lnTo>
                    <a:pt x="974069" y="1175806"/>
                  </a:lnTo>
                  <a:lnTo>
                    <a:pt x="974074" y="1175801"/>
                  </a:lnTo>
                  <a:lnTo>
                    <a:pt x="974088" y="1175787"/>
                  </a:lnTo>
                  <a:lnTo>
                    <a:pt x="974096" y="1175778"/>
                  </a:lnTo>
                  <a:lnTo>
                    <a:pt x="974098" y="1175773"/>
                  </a:lnTo>
                  <a:lnTo>
                    <a:pt x="974103" y="1175763"/>
                  </a:lnTo>
                  <a:lnTo>
                    <a:pt x="974108" y="1175758"/>
                  </a:lnTo>
                  <a:lnTo>
                    <a:pt x="974123" y="1175747"/>
                  </a:lnTo>
                  <a:lnTo>
                    <a:pt x="974137" y="1175735"/>
                  </a:lnTo>
                  <a:lnTo>
                    <a:pt x="974146" y="1175720"/>
                  </a:lnTo>
                  <a:lnTo>
                    <a:pt x="974153" y="1175709"/>
                  </a:lnTo>
                  <a:lnTo>
                    <a:pt x="974156" y="1175704"/>
                  </a:lnTo>
                  <a:lnTo>
                    <a:pt x="974158" y="1175699"/>
                  </a:lnTo>
                  <a:lnTo>
                    <a:pt x="974161" y="1175690"/>
                  </a:lnTo>
                  <a:lnTo>
                    <a:pt x="974163" y="1175683"/>
                  </a:lnTo>
                  <a:lnTo>
                    <a:pt x="974163" y="1175675"/>
                  </a:lnTo>
                  <a:lnTo>
                    <a:pt x="974164" y="1175660"/>
                  </a:lnTo>
                  <a:lnTo>
                    <a:pt x="974164" y="1175649"/>
                  </a:lnTo>
                  <a:lnTo>
                    <a:pt x="974166" y="1175645"/>
                  </a:lnTo>
                  <a:lnTo>
                    <a:pt x="974170" y="1175630"/>
                  </a:lnTo>
                  <a:lnTo>
                    <a:pt x="974179" y="1175614"/>
                  </a:lnTo>
                  <a:lnTo>
                    <a:pt x="974186" y="1175599"/>
                  </a:lnTo>
                  <a:lnTo>
                    <a:pt x="974193" y="1175584"/>
                  </a:lnTo>
                  <a:lnTo>
                    <a:pt x="974196" y="1175569"/>
                  </a:lnTo>
                  <a:lnTo>
                    <a:pt x="974199" y="1175553"/>
                  </a:lnTo>
                  <a:lnTo>
                    <a:pt x="974205" y="1175537"/>
                  </a:lnTo>
                  <a:lnTo>
                    <a:pt x="974208" y="1175534"/>
                  </a:lnTo>
                  <a:lnTo>
                    <a:pt x="974210" y="1175526"/>
                  </a:lnTo>
                  <a:lnTo>
                    <a:pt x="974215" y="1175511"/>
                  </a:lnTo>
                  <a:lnTo>
                    <a:pt x="974219" y="1175498"/>
                  </a:lnTo>
                  <a:lnTo>
                    <a:pt x="974220" y="1175481"/>
                  </a:lnTo>
                  <a:lnTo>
                    <a:pt x="974220" y="1175466"/>
                  </a:lnTo>
                  <a:lnTo>
                    <a:pt x="974220" y="1175451"/>
                  </a:lnTo>
                  <a:lnTo>
                    <a:pt x="974223" y="1175436"/>
                  </a:lnTo>
                  <a:lnTo>
                    <a:pt x="974225" y="1175420"/>
                  </a:lnTo>
                  <a:lnTo>
                    <a:pt x="974228" y="1175413"/>
                  </a:lnTo>
                  <a:lnTo>
                    <a:pt x="974228" y="1175408"/>
                  </a:lnTo>
                  <a:lnTo>
                    <a:pt x="974230" y="1175380"/>
                  </a:lnTo>
                  <a:lnTo>
                    <a:pt x="974231" y="1175365"/>
                  </a:lnTo>
                  <a:lnTo>
                    <a:pt x="974233" y="1175350"/>
                  </a:lnTo>
                  <a:lnTo>
                    <a:pt x="974234" y="1175335"/>
                  </a:lnTo>
                  <a:lnTo>
                    <a:pt x="974239" y="1175319"/>
                  </a:lnTo>
                  <a:lnTo>
                    <a:pt x="974242" y="1175312"/>
                  </a:lnTo>
                  <a:lnTo>
                    <a:pt x="974247" y="1175305"/>
                  </a:lnTo>
                  <a:lnTo>
                    <a:pt x="974250" y="1175302"/>
                  </a:lnTo>
                  <a:lnTo>
                    <a:pt x="974255" y="1175291"/>
                  </a:lnTo>
                  <a:lnTo>
                    <a:pt x="974264" y="1175276"/>
                  </a:lnTo>
                  <a:lnTo>
                    <a:pt x="974273" y="1175261"/>
                  </a:lnTo>
                  <a:lnTo>
                    <a:pt x="974275" y="1175255"/>
                  </a:lnTo>
                  <a:lnTo>
                    <a:pt x="974280" y="1175246"/>
                  </a:lnTo>
                  <a:lnTo>
                    <a:pt x="974289" y="1175231"/>
                  </a:lnTo>
                  <a:lnTo>
                    <a:pt x="974297" y="1175216"/>
                  </a:lnTo>
                  <a:lnTo>
                    <a:pt x="974302" y="1175207"/>
                  </a:lnTo>
                  <a:lnTo>
                    <a:pt x="974306" y="1175203"/>
                  </a:lnTo>
                  <a:lnTo>
                    <a:pt x="974320" y="1175189"/>
                  </a:lnTo>
                  <a:lnTo>
                    <a:pt x="974333" y="1175177"/>
                  </a:lnTo>
                  <a:lnTo>
                    <a:pt x="974347" y="1175167"/>
                  </a:lnTo>
                  <a:lnTo>
                    <a:pt x="974362" y="1175157"/>
                  </a:lnTo>
                  <a:lnTo>
                    <a:pt x="974377" y="1175148"/>
                  </a:lnTo>
                  <a:lnTo>
                    <a:pt x="974382" y="1175144"/>
                  </a:lnTo>
                  <a:lnTo>
                    <a:pt x="974402" y="1175134"/>
                  </a:lnTo>
                  <a:lnTo>
                    <a:pt x="974421" y="1175123"/>
                  </a:lnTo>
                  <a:lnTo>
                    <a:pt x="974436" y="1175111"/>
                  </a:lnTo>
                  <a:lnTo>
                    <a:pt x="974442" y="1175108"/>
                  </a:lnTo>
                  <a:lnTo>
                    <a:pt x="974455" y="1175100"/>
                  </a:lnTo>
                  <a:lnTo>
                    <a:pt x="974446" y="1175087"/>
                  </a:lnTo>
                  <a:lnTo>
                    <a:pt x="974441" y="1175074"/>
                  </a:lnTo>
                  <a:lnTo>
                    <a:pt x="974439" y="1175057"/>
                  </a:lnTo>
                  <a:lnTo>
                    <a:pt x="974435" y="1175042"/>
                  </a:lnTo>
                  <a:lnTo>
                    <a:pt x="974431" y="1175027"/>
                  </a:lnTo>
                  <a:lnTo>
                    <a:pt x="974430" y="1175012"/>
                  </a:lnTo>
                  <a:lnTo>
                    <a:pt x="974428" y="1174997"/>
                  </a:lnTo>
                  <a:lnTo>
                    <a:pt x="974422" y="1174982"/>
                  </a:lnTo>
                  <a:lnTo>
                    <a:pt x="974413" y="1174967"/>
                  </a:lnTo>
                  <a:lnTo>
                    <a:pt x="974406" y="1174952"/>
                  </a:lnTo>
                  <a:lnTo>
                    <a:pt x="974398" y="1174937"/>
                  </a:lnTo>
                  <a:lnTo>
                    <a:pt x="974393" y="1174924"/>
                  </a:lnTo>
                  <a:lnTo>
                    <a:pt x="974393" y="1174907"/>
                  </a:lnTo>
                  <a:lnTo>
                    <a:pt x="974394" y="1174892"/>
                  </a:lnTo>
                  <a:lnTo>
                    <a:pt x="974393" y="1174877"/>
                  </a:lnTo>
                  <a:lnTo>
                    <a:pt x="974392" y="1174866"/>
                  </a:lnTo>
                  <a:lnTo>
                    <a:pt x="974390" y="1174862"/>
                  </a:lnTo>
                  <a:lnTo>
                    <a:pt x="974388" y="1174847"/>
                  </a:lnTo>
                  <a:lnTo>
                    <a:pt x="974386" y="1174832"/>
                  </a:lnTo>
                  <a:lnTo>
                    <a:pt x="974385" y="1174816"/>
                  </a:lnTo>
                  <a:lnTo>
                    <a:pt x="974385" y="1174801"/>
                  </a:lnTo>
                  <a:lnTo>
                    <a:pt x="974386" y="1174786"/>
                  </a:lnTo>
                  <a:lnTo>
                    <a:pt x="974389" y="1174771"/>
                  </a:lnTo>
                  <a:lnTo>
                    <a:pt x="974393" y="1174756"/>
                  </a:lnTo>
                  <a:lnTo>
                    <a:pt x="974396" y="1174741"/>
                  </a:lnTo>
                  <a:lnTo>
                    <a:pt x="974398" y="1174726"/>
                  </a:lnTo>
                  <a:lnTo>
                    <a:pt x="974399" y="1174717"/>
                  </a:lnTo>
                  <a:lnTo>
                    <a:pt x="974402" y="1174711"/>
                  </a:lnTo>
                  <a:lnTo>
                    <a:pt x="974410" y="1174696"/>
                  </a:lnTo>
                  <a:lnTo>
                    <a:pt x="974414" y="1174688"/>
                  </a:lnTo>
                  <a:lnTo>
                    <a:pt x="974420" y="1174681"/>
                  </a:lnTo>
                  <a:lnTo>
                    <a:pt x="974429" y="1174665"/>
                  </a:lnTo>
                  <a:lnTo>
                    <a:pt x="974433" y="1174660"/>
                  </a:lnTo>
                  <a:lnTo>
                    <a:pt x="974436" y="1174650"/>
                  </a:lnTo>
                  <a:lnTo>
                    <a:pt x="974440" y="1174641"/>
                  </a:lnTo>
                  <a:lnTo>
                    <a:pt x="974445" y="1174635"/>
                  </a:lnTo>
                  <a:lnTo>
                    <a:pt x="974447" y="1174628"/>
                  </a:lnTo>
                  <a:lnTo>
                    <a:pt x="974452" y="1174622"/>
                  </a:lnTo>
                  <a:lnTo>
                    <a:pt x="974459" y="1174609"/>
                  </a:lnTo>
                  <a:lnTo>
                    <a:pt x="974462" y="1174603"/>
                  </a:lnTo>
                  <a:lnTo>
                    <a:pt x="974468" y="1174591"/>
                  </a:lnTo>
                  <a:lnTo>
                    <a:pt x="974477" y="1174576"/>
                  </a:lnTo>
                  <a:lnTo>
                    <a:pt x="974489" y="1174562"/>
                  </a:lnTo>
                  <a:lnTo>
                    <a:pt x="974502" y="1174550"/>
                  </a:lnTo>
                  <a:lnTo>
                    <a:pt x="974511" y="1174547"/>
                  </a:lnTo>
                  <a:lnTo>
                    <a:pt x="974518" y="1174545"/>
                  </a:lnTo>
                  <a:lnTo>
                    <a:pt x="974527" y="1174545"/>
                  </a:lnTo>
                  <a:lnTo>
                    <a:pt x="974527" y="1174519"/>
                  </a:lnTo>
                  <a:lnTo>
                    <a:pt x="974525" y="1174507"/>
                  </a:lnTo>
                  <a:lnTo>
                    <a:pt x="974525" y="1174492"/>
                  </a:lnTo>
                  <a:lnTo>
                    <a:pt x="974526" y="1174477"/>
                  </a:lnTo>
                  <a:lnTo>
                    <a:pt x="974525" y="1174462"/>
                  </a:lnTo>
                  <a:lnTo>
                    <a:pt x="974524" y="1174447"/>
                  </a:lnTo>
                  <a:lnTo>
                    <a:pt x="974524" y="1174432"/>
                  </a:lnTo>
                  <a:lnTo>
                    <a:pt x="974523" y="1174417"/>
                  </a:lnTo>
                  <a:lnTo>
                    <a:pt x="974522" y="1174401"/>
                  </a:lnTo>
                  <a:lnTo>
                    <a:pt x="974522" y="1174386"/>
                  </a:lnTo>
                  <a:lnTo>
                    <a:pt x="974521" y="1174371"/>
                  </a:lnTo>
                  <a:lnTo>
                    <a:pt x="974521" y="1174356"/>
                  </a:lnTo>
                  <a:lnTo>
                    <a:pt x="974520" y="1174341"/>
                  </a:lnTo>
                  <a:lnTo>
                    <a:pt x="974520" y="1174326"/>
                  </a:lnTo>
                  <a:lnTo>
                    <a:pt x="974520" y="1174311"/>
                  </a:lnTo>
                  <a:lnTo>
                    <a:pt x="974521" y="1174296"/>
                  </a:lnTo>
                  <a:lnTo>
                    <a:pt x="974517" y="1174281"/>
                  </a:lnTo>
                  <a:lnTo>
                    <a:pt x="974516" y="1174266"/>
                  </a:lnTo>
                  <a:lnTo>
                    <a:pt x="974517" y="1174251"/>
                  </a:lnTo>
                  <a:lnTo>
                    <a:pt x="974517" y="1174236"/>
                  </a:lnTo>
                  <a:lnTo>
                    <a:pt x="974517" y="1174221"/>
                  </a:lnTo>
                  <a:lnTo>
                    <a:pt x="974519" y="1174206"/>
                  </a:lnTo>
                  <a:lnTo>
                    <a:pt x="974521" y="1174190"/>
                  </a:lnTo>
                  <a:lnTo>
                    <a:pt x="974523" y="1174175"/>
                  </a:lnTo>
                  <a:lnTo>
                    <a:pt x="974525" y="1174160"/>
                  </a:lnTo>
                  <a:lnTo>
                    <a:pt x="974526" y="1174145"/>
                  </a:lnTo>
                  <a:lnTo>
                    <a:pt x="974528" y="1174130"/>
                  </a:lnTo>
                  <a:lnTo>
                    <a:pt x="974529" y="1174115"/>
                  </a:lnTo>
                  <a:lnTo>
                    <a:pt x="974530" y="1174100"/>
                  </a:lnTo>
                  <a:lnTo>
                    <a:pt x="974531" y="1174085"/>
                  </a:lnTo>
                  <a:lnTo>
                    <a:pt x="974533" y="1174070"/>
                  </a:lnTo>
                  <a:lnTo>
                    <a:pt x="974537" y="1174055"/>
                  </a:lnTo>
                  <a:lnTo>
                    <a:pt x="974537" y="1174049"/>
                  </a:lnTo>
                  <a:lnTo>
                    <a:pt x="974540" y="1174040"/>
                  </a:lnTo>
                  <a:lnTo>
                    <a:pt x="974542" y="1174025"/>
                  </a:lnTo>
                  <a:lnTo>
                    <a:pt x="974543" y="1174010"/>
                  </a:lnTo>
                  <a:lnTo>
                    <a:pt x="974543" y="1173995"/>
                  </a:lnTo>
                  <a:lnTo>
                    <a:pt x="974542" y="1173980"/>
                  </a:lnTo>
                  <a:lnTo>
                    <a:pt x="974542" y="1173965"/>
                  </a:lnTo>
                  <a:lnTo>
                    <a:pt x="974542" y="1173949"/>
                  </a:lnTo>
                  <a:lnTo>
                    <a:pt x="974541" y="1173934"/>
                  </a:lnTo>
                  <a:lnTo>
                    <a:pt x="974539" y="1173919"/>
                  </a:lnTo>
                  <a:lnTo>
                    <a:pt x="974537" y="1173904"/>
                  </a:lnTo>
                  <a:lnTo>
                    <a:pt x="974534" y="1173889"/>
                  </a:lnTo>
                  <a:lnTo>
                    <a:pt x="974533" y="1173874"/>
                  </a:lnTo>
                  <a:lnTo>
                    <a:pt x="974532" y="1173859"/>
                  </a:lnTo>
                  <a:lnTo>
                    <a:pt x="974529" y="1173842"/>
                  </a:lnTo>
                  <a:lnTo>
                    <a:pt x="974527" y="1173829"/>
                  </a:lnTo>
                  <a:lnTo>
                    <a:pt x="974527" y="1173823"/>
                  </a:lnTo>
                  <a:lnTo>
                    <a:pt x="974526" y="1173812"/>
                  </a:lnTo>
                  <a:lnTo>
                    <a:pt x="974527" y="1173795"/>
                  </a:lnTo>
                  <a:lnTo>
                    <a:pt x="974526" y="1173782"/>
                  </a:lnTo>
                  <a:lnTo>
                    <a:pt x="974527" y="1173759"/>
                  </a:lnTo>
                  <a:lnTo>
                    <a:pt x="974532" y="1173752"/>
                  </a:lnTo>
                  <a:lnTo>
                    <a:pt x="974545" y="1173748"/>
                  </a:lnTo>
                  <a:lnTo>
                    <a:pt x="974560" y="1173744"/>
                  </a:lnTo>
                  <a:lnTo>
                    <a:pt x="974575" y="1173738"/>
                  </a:lnTo>
                  <a:lnTo>
                    <a:pt x="974590" y="1173733"/>
                  </a:lnTo>
                  <a:lnTo>
                    <a:pt x="974604" y="1173723"/>
                  </a:lnTo>
                  <a:lnTo>
                    <a:pt x="974619" y="1173712"/>
                  </a:lnTo>
                  <a:lnTo>
                    <a:pt x="974629" y="1173699"/>
                  </a:lnTo>
                  <a:lnTo>
                    <a:pt x="974632" y="1173692"/>
                  </a:lnTo>
                  <a:lnTo>
                    <a:pt x="974633" y="1173686"/>
                  </a:lnTo>
                  <a:lnTo>
                    <a:pt x="974635" y="1173667"/>
                  </a:lnTo>
                  <a:lnTo>
                    <a:pt x="974637" y="1173657"/>
                  </a:lnTo>
                  <a:lnTo>
                    <a:pt x="974638" y="1173651"/>
                  </a:lnTo>
                  <a:lnTo>
                    <a:pt x="974640" y="1173636"/>
                  </a:lnTo>
                  <a:lnTo>
                    <a:pt x="974643" y="1173619"/>
                  </a:lnTo>
                  <a:lnTo>
                    <a:pt x="974644" y="1173607"/>
                  </a:lnTo>
                  <a:lnTo>
                    <a:pt x="974644" y="1173592"/>
                  </a:lnTo>
                  <a:lnTo>
                    <a:pt x="974644" y="1173577"/>
                  </a:lnTo>
                  <a:lnTo>
                    <a:pt x="974646" y="1173562"/>
                  </a:lnTo>
                  <a:lnTo>
                    <a:pt x="974646" y="1173547"/>
                  </a:lnTo>
                  <a:lnTo>
                    <a:pt x="974645" y="1173529"/>
                  </a:lnTo>
                  <a:lnTo>
                    <a:pt x="974644" y="1173518"/>
                  </a:lnTo>
                  <a:lnTo>
                    <a:pt x="974644" y="1173513"/>
                  </a:lnTo>
                  <a:lnTo>
                    <a:pt x="974640" y="1173502"/>
                  </a:lnTo>
                  <a:lnTo>
                    <a:pt x="974633" y="1173486"/>
                  </a:lnTo>
                  <a:lnTo>
                    <a:pt x="974628" y="1173471"/>
                  </a:lnTo>
                  <a:lnTo>
                    <a:pt x="974620" y="1173456"/>
                  </a:lnTo>
                  <a:lnTo>
                    <a:pt x="974616" y="1173441"/>
                  </a:lnTo>
                  <a:lnTo>
                    <a:pt x="974614" y="1173426"/>
                  </a:lnTo>
                  <a:lnTo>
                    <a:pt x="974615" y="1173389"/>
                  </a:lnTo>
                  <a:lnTo>
                    <a:pt x="974617" y="1173374"/>
                  </a:lnTo>
                  <a:lnTo>
                    <a:pt x="974620" y="1173359"/>
                  </a:lnTo>
                  <a:lnTo>
                    <a:pt x="974621" y="1173346"/>
                  </a:lnTo>
                  <a:lnTo>
                    <a:pt x="974623" y="1173329"/>
                  </a:lnTo>
                  <a:lnTo>
                    <a:pt x="974626" y="1173314"/>
                  </a:lnTo>
                  <a:lnTo>
                    <a:pt x="974630" y="1173298"/>
                  </a:lnTo>
                  <a:lnTo>
                    <a:pt x="974632" y="1173283"/>
                  </a:lnTo>
                  <a:lnTo>
                    <a:pt x="974636" y="1173268"/>
                  </a:lnTo>
                  <a:lnTo>
                    <a:pt x="974640" y="1173257"/>
                  </a:lnTo>
                  <a:lnTo>
                    <a:pt x="974642" y="1173251"/>
                  </a:lnTo>
                  <a:lnTo>
                    <a:pt x="974647" y="1173240"/>
                  </a:lnTo>
                  <a:lnTo>
                    <a:pt x="974647" y="1173234"/>
                  </a:lnTo>
                  <a:lnTo>
                    <a:pt x="974645" y="1173230"/>
                  </a:lnTo>
                  <a:lnTo>
                    <a:pt x="974640" y="1173223"/>
                  </a:lnTo>
                  <a:lnTo>
                    <a:pt x="974630" y="1173208"/>
                  </a:lnTo>
                  <a:lnTo>
                    <a:pt x="974618" y="1173193"/>
                  </a:lnTo>
                  <a:lnTo>
                    <a:pt x="974606" y="1173181"/>
                  </a:lnTo>
                  <a:lnTo>
                    <a:pt x="974598" y="1173170"/>
                  </a:lnTo>
                  <a:lnTo>
                    <a:pt x="974597" y="1173163"/>
                  </a:lnTo>
                  <a:lnTo>
                    <a:pt x="974596" y="1173149"/>
                  </a:lnTo>
                  <a:lnTo>
                    <a:pt x="974596" y="1173134"/>
                  </a:lnTo>
                  <a:lnTo>
                    <a:pt x="974596" y="1173126"/>
                  </a:lnTo>
                  <a:lnTo>
                    <a:pt x="974598" y="1173119"/>
                  </a:lnTo>
                  <a:lnTo>
                    <a:pt x="974601" y="1173104"/>
                  </a:lnTo>
                  <a:lnTo>
                    <a:pt x="974602" y="1173089"/>
                  </a:lnTo>
                  <a:lnTo>
                    <a:pt x="974604" y="1173074"/>
                  </a:lnTo>
                  <a:lnTo>
                    <a:pt x="974606" y="1173058"/>
                  </a:lnTo>
                  <a:lnTo>
                    <a:pt x="974607" y="1173047"/>
                  </a:lnTo>
                  <a:lnTo>
                    <a:pt x="974607" y="1173040"/>
                  </a:lnTo>
                  <a:lnTo>
                    <a:pt x="974606" y="1173027"/>
                  </a:lnTo>
                  <a:lnTo>
                    <a:pt x="974605" y="1173015"/>
                  </a:lnTo>
                  <a:lnTo>
                    <a:pt x="974601" y="1173001"/>
                  </a:lnTo>
                  <a:lnTo>
                    <a:pt x="974597" y="1172983"/>
                  </a:lnTo>
                  <a:lnTo>
                    <a:pt x="974596" y="1172965"/>
                  </a:lnTo>
                  <a:lnTo>
                    <a:pt x="974597" y="1172946"/>
                  </a:lnTo>
                  <a:lnTo>
                    <a:pt x="974599" y="1172938"/>
                  </a:lnTo>
                  <a:lnTo>
                    <a:pt x="974608" y="1172923"/>
                  </a:lnTo>
                  <a:lnTo>
                    <a:pt x="974614" y="1172911"/>
                  </a:lnTo>
                  <a:lnTo>
                    <a:pt x="974617" y="1172908"/>
                  </a:lnTo>
                  <a:lnTo>
                    <a:pt x="974626" y="1172893"/>
                  </a:lnTo>
                  <a:lnTo>
                    <a:pt x="974632" y="1172885"/>
                  </a:lnTo>
                  <a:lnTo>
                    <a:pt x="974639" y="1172879"/>
                  </a:lnTo>
                  <a:lnTo>
                    <a:pt x="974654" y="1172866"/>
                  </a:lnTo>
                  <a:lnTo>
                    <a:pt x="974661" y="1172855"/>
                  </a:lnTo>
                  <a:lnTo>
                    <a:pt x="974659" y="1172845"/>
                  </a:lnTo>
                  <a:lnTo>
                    <a:pt x="974657" y="1172830"/>
                  </a:lnTo>
                  <a:lnTo>
                    <a:pt x="974657" y="1172816"/>
                  </a:lnTo>
                  <a:lnTo>
                    <a:pt x="974656" y="1172797"/>
                  </a:lnTo>
                  <a:lnTo>
                    <a:pt x="974658" y="1172786"/>
                  </a:lnTo>
                  <a:lnTo>
                    <a:pt x="974665" y="1172772"/>
                  </a:lnTo>
                  <a:lnTo>
                    <a:pt x="974669" y="1172762"/>
                  </a:lnTo>
                  <a:lnTo>
                    <a:pt x="974671" y="1172753"/>
                  </a:lnTo>
                  <a:lnTo>
                    <a:pt x="974674" y="1172734"/>
                  </a:lnTo>
                  <a:lnTo>
                    <a:pt x="974673" y="1172720"/>
                  </a:lnTo>
                  <a:lnTo>
                    <a:pt x="974671" y="1172713"/>
                  </a:lnTo>
                  <a:lnTo>
                    <a:pt x="974666" y="1172697"/>
                  </a:lnTo>
                  <a:lnTo>
                    <a:pt x="974661" y="1172681"/>
                  </a:lnTo>
                  <a:lnTo>
                    <a:pt x="974659" y="1172672"/>
                  </a:lnTo>
                  <a:lnTo>
                    <a:pt x="974657" y="1172652"/>
                  </a:lnTo>
                  <a:lnTo>
                    <a:pt x="974657" y="1172636"/>
                  </a:lnTo>
                  <a:lnTo>
                    <a:pt x="974659" y="1172620"/>
                  </a:lnTo>
                  <a:lnTo>
                    <a:pt x="974660" y="1172610"/>
                  </a:lnTo>
                  <a:lnTo>
                    <a:pt x="974661" y="1172588"/>
                  </a:lnTo>
                  <a:lnTo>
                    <a:pt x="974665" y="1172578"/>
                  </a:lnTo>
                  <a:lnTo>
                    <a:pt x="974670" y="1172560"/>
                  </a:lnTo>
                  <a:lnTo>
                    <a:pt x="974676" y="1172540"/>
                  </a:lnTo>
                  <a:lnTo>
                    <a:pt x="974682" y="1172528"/>
                  </a:lnTo>
                  <a:lnTo>
                    <a:pt x="974692" y="1172505"/>
                  </a:lnTo>
                  <a:lnTo>
                    <a:pt x="974697" y="1172493"/>
                  </a:lnTo>
                  <a:lnTo>
                    <a:pt x="974700" y="1172488"/>
                  </a:lnTo>
                  <a:lnTo>
                    <a:pt x="974702" y="1172483"/>
                  </a:lnTo>
                  <a:lnTo>
                    <a:pt x="974706" y="1172474"/>
                  </a:lnTo>
                  <a:lnTo>
                    <a:pt x="974719" y="1172460"/>
                  </a:lnTo>
                  <a:lnTo>
                    <a:pt x="974735" y="1172449"/>
                  </a:lnTo>
                  <a:lnTo>
                    <a:pt x="974745" y="1172439"/>
                  </a:lnTo>
                  <a:lnTo>
                    <a:pt x="974743" y="1172432"/>
                  </a:lnTo>
                  <a:lnTo>
                    <a:pt x="974739" y="1172425"/>
                  </a:lnTo>
                  <a:lnTo>
                    <a:pt x="974737" y="1172417"/>
                  </a:lnTo>
                  <a:lnTo>
                    <a:pt x="974736" y="1172401"/>
                  </a:lnTo>
                  <a:lnTo>
                    <a:pt x="974736" y="1172394"/>
                  </a:lnTo>
                  <a:lnTo>
                    <a:pt x="974738" y="1172386"/>
                  </a:lnTo>
                  <a:lnTo>
                    <a:pt x="974742" y="1172371"/>
                  </a:lnTo>
                  <a:lnTo>
                    <a:pt x="974744" y="1172356"/>
                  </a:lnTo>
                  <a:lnTo>
                    <a:pt x="974745" y="1172340"/>
                  </a:lnTo>
                  <a:lnTo>
                    <a:pt x="974745" y="1172326"/>
                  </a:lnTo>
                  <a:lnTo>
                    <a:pt x="974744" y="1172311"/>
                  </a:lnTo>
                  <a:lnTo>
                    <a:pt x="974746" y="1172296"/>
                  </a:lnTo>
                  <a:lnTo>
                    <a:pt x="974747" y="1172281"/>
                  </a:lnTo>
                  <a:lnTo>
                    <a:pt x="974751" y="1172266"/>
                  </a:lnTo>
                  <a:lnTo>
                    <a:pt x="974751" y="1172259"/>
                  </a:lnTo>
                  <a:lnTo>
                    <a:pt x="974753" y="1172251"/>
                  </a:lnTo>
                  <a:lnTo>
                    <a:pt x="974756" y="1172236"/>
                  </a:lnTo>
                  <a:lnTo>
                    <a:pt x="974760" y="1172228"/>
                  </a:lnTo>
                  <a:lnTo>
                    <a:pt x="974761" y="1172221"/>
                  </a:lnTo>
                  <a:lnTo>
                    <a:pt x="974766" y="1172206"/>
                  </a:lnTo>
                  <a:lnTo>
                    <a:pt x="974769" y="1172191"/>
                  </a:lnTo>
                  <a:lnTo>
                    <a:pt x="974769" y="1172183"/>
                  </a:lnTo>
                  <a:lnTo>
                    <a:pt x="974767" y="1172176"/>
                  </a:lnTo>
                  <a:lnTo>
                    <a:pt x="974766" y="1172167"/>
                  </a:lnTo>
                  <a:lnTo>
                    <a:pt x="974763" y="1172161"/>
                  </a:lnTo>
                  <a:lnTo>
                    <a:pt x="974754" y="1172147"/>
                  </a:lnTo>
                  <a:lnTo>
                    <a:pt x="974738" y="1172133"/>
                  </a:lnTo>
                  <a:lnTo>
                    <a:pt x="974725" y="1172122"/>
                  </a:lnTo>
                  <a:lnTo>
                    <a:pt x="974710" y="1172111"/>
                  </a:lnTo>
                  <a:lnTo>
                    <a:pt x="974695" y="1172100"/>
                  </a:lnTo>
                  <a:lnTo>
                    <a:pt x="974688" y="1172096"/>
                  </a:lnTo>
                  <a:lnTo>
                    <a:pt x="974683" y="1172093"/>
                  </a:lnTo>
                  <a:lnTo>
                    <a:pt x="974682" y="1172087"/>
                  </a:lnTo>
                  <a:lnTo>
                    <a:pt x="974681" y="1172072"/>
                  </a:lnTo>
                  <a:lnTo>
                    <a:pt x="974681" y="1172057"/>
                  </a:lnTo>
                  <a:lnTo>
                    <a:pt x="974679" y="1172042"/>
                  </a:lnTo>
                  <a:lnTo>
                    <a:pt x="974677" y="1172027"/>
                  </a:lnTo>
                  <a:lnTo>
                    <a:pt x="974677" y="1172012"/>
                  </a:lnTo>
                  <a:lnTo>
                    <a:pt x="974678" y="1171997"/>
                  </a:lnTo>
                  <a:lnTo>
                    <a:pt x="974679" y="1171982"/>
                  </a:lnTo>
                  <a:lnTo>
                    <a:pt x="974679" y="1171967"/>
                  </a:lnTo>
                  <a:lnTo>
                    <a:pt x="974678" y="1171952"/>
                  </a:lnTo>
                  <a:lnTo>
                    <a:pt x="974677" y="1171937"/>
                  </a:lnTo>
                  <a:lnTo>
                    <a:pt x="974678" y="1171922"/>
                  </a:lnTo>
                  <a:lnTo>
                    <a:pt x="974679" y="1171907"/>
                  </a:lnTo>
                  <a:lnTo>
                    <a:pt x="974679" y="1171892"/>
                  </a:lnTo>
                  <a:lnTo>
                    <a:pt x="974679" y="1171877"/>
                  </a:lnTo>
                  <a:lnTo>
                    <a:pt x="974676" y="1171825"/>
                  </a:lnTo>
                  <a:lnTo>
                    <a:pt x="974664" y="1171809"/>
                  </a:lnTo>
                  <a:lnTo>
                    <a:pt x="974654" y="1171794"/>
                  </a:lnTo>
                  <a:lnTo>
                    <a:pt x="974651" y="1171788"/>
                  </a:lnTo>
                  <a:lnTo>
                    <a:pt x="974636" y="1171759"/>
                  </a:lnTo>
                  <a:lnTo>
                    <a:pt x="974631" y="1171744"/>
                  </a:lnTo>
                  <a:lnTo>
                    <a:pt x="974626" y="1171729"/>
                  </a:lnTo>
                  <a:lnTo>
                    <a:pt x="974618" y="1171714"/>
                  </a:lnTo>
                  <a:lnTo>
                    <a:pt x="974608" y="1171699"/>
                  </a:lnTo>
                  <a:lnTo>
                    <a:pt x="974596" y="1171684"/>
                  </a:lnTo>
                  <a:lnTo>
                    <a:pt x="974584" y="1171669"/>
                  </a:lnTo>
                  <a:lnTo>
                    <a:pt x="974570" y="1171654"/>
                  </a:lnTo>
                  <a:lnTo>
                    <a:pt x="974556" y="1171639"/>
                  </a:lnTo>
                  <a:lnTo>
                    <a:pt x="974541" y="1171628"/>
                  </a:lnTo>
                  <a:lnTo>
                    <a:pt x="974527" y="1171621"/>
                  </a:lnTo>
                  <a:lnTo>
                    <a:pt x="974512" y="1171614"/>
                  </a:lnTo>
                  <a:lnTo>
                    <a:pt x="974497" y="1171608"/>
                  </a:lnTo>
                  <a:lnTo>
                    <a:pt x="974486" y="1171600"/>
                  </a:lnTo>
                  <a:lnTo>
                    <a:pt x="974483" y="1171596"/>
                  </a:lnTo>
                  <a:lnTo>
                    <a:pt x="974480" y="1171589"/>
                  </a:lnTo>
                  <a:lnTo>
                    <a:pt x="974477" y="1171585"/>
                  </a:lnTo>
                  <a:lnTo>
                    <a:pt x="974477" y="1171580"/>
                  </a:lnTo>
                  <a:lnTo>
                    <a:pt x="974473" y="1171565"/>
                  </a:lnTo>
                  <a:lnTo>
                    <a:pt x="974469" y="1171543"/>
                  </a:lnTo>
                  <a:lnTo>
                    <a:pt x="974467" y="1171533"/>
                  </a:lnTo>
                  <a:lnTo>
                    <a:pt x="974465" y="1171525"/>
                  </a:lnTo>
                  <a:lnTo>
                    <a:pt x="974460" y="1171516"/>
                  </a:lnTo>
                  <a:lnTo>
                    <a:pt x="974453" y="1171505"/>
                  </a:lnTo>
                  <a:lnTo>
                    <a:pt x="974450" y="1171501"/>
                  </a:lnTo>
                  <a:lnTo>
                    <a:pt x="974448" y="1171495"/>
                  </a:lnTo>
                  <a:lnTo>
                    <a:pt x="974445" y="1171490"/>
                  </a:lnTo>
                  <a:lnTo>
                    <a:pt x="974441" y="1171475"/>
                  </a:lnTo>
                  <a:lnTo>
                    <a:pt x="974434" y="1171449"/>
                  </a:lnTo>
                  <a:lnTo>
                    <a:pt x="974432" y="1171443"/>
                  </a:lnTo>
                  <a:lnTo>
                    <a:pt x="974427" y="1171434"/>
                  </a:lnTo>
                  <a:lnTo>
                    <a:pt x="974424" y="1171430"/>
                  </a:lnTo>
                  <a:lnTo>
                    <a:pt x="974417" y="1171415"/>
                  </a:lnTo>
                  <a:lnTo>
                    <a:pt x="974407" y="1171395"/>
                  </a:lnTo>
                  <a:lnTo>
                    <a:pt x="974400" y="1171370"/>
                  </a:lnTo>
                  <a:lnTo>
                    <a:pt x="974394" y="1171355"/>
                  </a:lnTo>
                  <a:lnTo>
                    <a:pt x="974388" y="1171340"/>
                  </a:lnTo>
                  <a:lnTo>
                    <a:pt x="974383" y="1171325"/>
                  </a:lnTo>
                  <a:lnTo>
                    <a:pt x="974376" y="1171310"/>
                  </a:lnTo>
                  <a:lnTo>
                    <a:pt x="974370" y="1171295"/>
                  </a:lnTo>
                  <a:lnTo>
                    <a:pt x="974362" y="1171280"/>
                  </a:lnTo>
                  <a:lnTo>
                    <a:pt x="974351" y="1171266"/>
                  </a:lnTo>
                  <a:lnTo>
                    <a:pt x="974342" y="1171252"/>
                  </a:lnTo>
                  <a:lnTo>
                    <a:pt x="974338" y="1171245"/>
                  </a:lnTo>
                  <a:lnTo>
                    <a:pt x="974335" y="1171236"/>
                  </a:lnTo>
                  <a:lnTo>
                    <a:pt x="974329" y="1171221"/>
                  </a:lnTo>
                  <a:lnTo>
                    <a:pt x="974327" y="1171213"/>
                  </a:lnTo>
                  <a:lnTo>
                    <a:pt x="974327" y="1171206"/>
                  </a:lnTo>
                  <a:lnTo>
                    <a:pt x="974329" y="1171190"/>
                  </a:lnTo>
                  <a:lnTo>
                    <a:pt x="974327" y="1171175"/>
                  </a:lnTo>
                  <a:lnTo>
                    <a:pt x="974326" y="1171160"/>
                  </a:lnTo>
                  <a:lnTo>
                    <a:pt x="974325" y="1171145"/>
                  </a:lnTo>
                  <a:lnTo>
                    <a:pt x="974322" y="1171130"/>
                  </a:lnTo>
                  <a:lnTo>
                    <a:pt x="974322" y="1171121"/>
                  </a:lnTo>
                  <a:lnTo>
                    <a:pt x="974320" y="1171115"/>
                  </a:lnTo>
                  <a:lnTo>
                    <a:pt x="974318" y="1171100"/>
                  </a:lnTo>
                  <a:lnTo>
                    <a:pt x="974312" y="1171085"/>
                  </a:lnTo>
                  <a:lnTo>
                    <a:pt x="974302" y="1171062"/>
                  </a:lnTo>
                  <a:lnTo>
                    <a:pt x="974301" y="1171057"/>
                  </a:lnTo>
                  <a:lnTo>
                    <a:pt x="974298" y="1171053"/>
                  </a:lnTo>
                  <a:lnTo>
                    <a:pt x="974290" y="1171038"/>
                  </a:lnTo>
                  <a:lnTo>
                    <a:pt x="974286" y="1171033"/>
                  </a:lnTo>
                  <a:lnTo>
                    <a:pt x="974281" y="1171022"/>
                  </a:lnTo>
                  <a:lnTo>
                    <a:pt x="974274" y="1170992"/>
                  </a:lnTo>
                  <a:lnTo>
                    <a:pt x="974268" y="1170981"/>
                  </a:lnTo>
                  <a:lnTo>
                    <a:pt x="974264" y="1170977"/>
                  </a:lnTo>
                  <a:lnTo>
                    <a:pt x="974254" y="1170969"/>
                  </a:lnTo>
                  <a:lnTo>
                    <a:pt x="974249" y="1170967"/>
                  </a:lnTo>
                  <a:lnTo>
                    <a:pt x="974234" y="1170959"/>
                  </a:lnTo>
                  <a:lnTo>
                    <a:pt x="974217" y="1170949"/>
                  </a:lnTo>
                  <a:lnTo>
                    <a:pt x="974205" y="1170943"/>
                  </a:lnTo>
                  <a:lnTo>
                    <a:pt x="974190" y="1170938"/>
                  </a:lnTo>
                  <a:lnTo>
                    <a:pt x="974175" y="1170933"/>
                  </a:lnTo>
                  <a:lnTo>
                    <a:pt x="974161" y="1170926"/>
                  </a:lnTo>
                  <a:lnTo>
                    <a:pt x="974146" y="1170916"/>
                  </a:lnTo>
                  <a:lnTo>
                    <a:pt x="974131" y="1170905"/>
                  </a:lnTo>
                  <a:lnTo>
                    <a:pt x="974117" y="1170891"/>
                  </a:lnTo>
                  <a:lnTo>
                    <a:pt x="974101" y="1170874"/>
                  </a:lnTo>
                  <a:lnTo>
                    <a:pt x="974085" y="1170860"/>
                  </a:lnTo>
                  <a:lnTo>
                    <a:pt x="974079" y="1170854"/>
                  </a:lnTo>
                  <a:lnTo>
                    <a:pt x="974073" y="1170847"/>
                  </a:lnTo>
                  <a:lnTo>
                    <a:pt x="974063" y="1170829"/>
                  </a:lnTo>
                  <a:lnTo>
                    <a:pt x="974062" y="1170818"/>
                  </a:lnTo>
                  <a:lnTo>
                    <a:pt x="974051" y="1170778"/>
                  </a:lnTo>
                  <a:lnTo>
                    <a:pt x="974047" y="1170765"/>
                  </a:lnTo>
                  <a:lnTo>
                    <a:pt x="974042" y="1170750"/>
                  </a:lnTo>
                  <a:lnTo>
                    <a:pt x="974038" y="1170742"/>
                  </a:lnTo>
                  <a:lnTo>
                    <a:pt x="974032" y="1170735"/>
                  </a:lnTo>
                  <a:lnTo>
                    <a:pt x="974017" y="1170724"/>
                  </a:lnTo>
                  <a:lnTo>
                    <a:pt x="974000" y="1170708"/>
                  </a:lnTo>
                  <a:lnTo>
                    <a:pt x="973988" y="1170693"/>
                  </a:lnTo>
                  <a:lnTo>
                    <a:pt x="973978" y="1170678"/>
                  </a:lnTo>
                  <a:lnTo>
                    <a:pt x="973965" y="1170665"/>
                  </a:lnTo>
                  <a:lnTo>
                    <a:pt x="973951" y="1170652"/>
                  </a:lnTo>
                  <a:lnTo>
                    <a:pt x="973943" y="1170646"/>
                  </a:lnTo>
                  <a:lnTo>
                    <a:pt x="973938" y="1170639"/>
                  </a:lnTo>
                  <a:lnTo>
                    <a:pt x="973922" y="1170622"/>
                  </a:lnTo>
                  <a:lnTo>
                    <a:pt x="973907" y="1170607"/>
                  </a:lnTo>
                  <a:lnTo>
                    <a:pt x="973892" y="1170594"/>
                  </a:lnTo>
                  <a:lnTo>
                    <a:pt x="973877" y="1170581"/>
                  </a:lnTo>
                  <a:lnTo>
                    <a:pt x="973869" y="1170574"/>
                  </a:lnTo>
                  <a:lnTo>
                    <a:pt x="973855" y="1170564"/>
                  </a:lnTo>
                  <a:lnTo>
                    <a:pt x="973842" y="1170554"/>
                  </a:lnTo>
                  <a:lnTo>
                    <a:pt x="973831" y="1170544"/>
                  </a:lnTo>
                  <a:lnTo>
                    <a:pt x="973822" y="1170525"/>
                  </a:lnTo>
                  <a:lnTo>
                    <a:pt x="973818" y="1170511"/>
                  </a:lnTo>
                  <a:lnTo>
                    <a:pt x="973815" y="1170507"/>
                  </a:lnTo>
                  <a:lnTo>
                    <a:pt x="973805" y="1170495"/>
                  </a:lnTo>
                  <a:lnTo>
                    <a:pt x="973799" y="1170486"/>
                  </a:lnTo>
                  <a:lnTo>
                    <a:pt x="973795" y="1170480"/>
                  </a:lnTo>
                  <a:lnTo>
                    <a:pt x="973781" y="1170462"/>
                  </a:lnTo>
                  <a:lnTo>
                    <a:pt x="973770" y="1170447"/>
                  </a:lnTo>
                  <a:lnTo>
                    <a:pt x="973761" y="1170432"/>
                  </a:lnTo>
                  <a:lnTo>
                    <a:pt x="973756" y="1170408"/>
                  </a:lnTo>
                  <a:lnTo>
                    <a:pt x="973751" y="1170391"/>
                  </a:lnTo>
                  <a:lnTo>
                    <a:pt x="973739" y="1170364"/>
                  </a:lnTo>
                  <a:lnTo>
                    <a:pt x="973730" y="1170349"/>
                  </a:lnTo>
                  <a:lnTo>
                    <a:pt x="973714" y="1170331"/>
                  </a:lnTo>
                  <a:lnTo>
                    <a:pt x="973710" y="1170328"/>
                  </a:lnTo>
                  <a:lnTo>
                    <a:pt x="973707" y="1170321"/>
                  </a:lnTo>
                  <a:lnTo>
                    <a:pt x="973705" y="1170316"/>
                  </a:lnTo>
                  <a:lnTo>
                    <a:pt x="973703" y="1170301"/>
                  </a:lnTo>
                  <a:lnTo>
                    <a:pt x="973703" y="1170286"/>
                  </a:lnTo>
                  <a:lnTo>
                    <a:pt x="973701" y="1170265"/>
                  </a:lnTo>
                  <a:lnTo>
                    <a:pt x="973695" y="1170245"/>
                  </a:lnTo>
                  <a:lnTo>
                    <a:pt x="973691" y="1170229"/>
                  </a:lnTo>
                  <a:lnTo>
                    <a:pt x="973689" y="1170218"/>
                  </a:lnTo>
                  <a:lnTo>
                    <a:pt x="973686" y="1170207"/>
                  </a:lnTo>
                  <a:lnTo>
                    <a:pt x="973684" y="1170199"/>
                  </a:lnTo>
                  <a:lnTo>
                    <a:pt x="973677" y="1170184"/>
                  </a:lnTo>
                  <a:lnTo>
                    <a:pt x="973671" y="1170169"/>
                  </a:lnTo>
                  <a:lnTo>
                    <a:pt x="973662" y="1170151"/>
                  </a:lnTo>
                  <a:lnTo>
                    <a:pt x="973655" y="1170136"/>
                  </a:lnTo>
                  <a:lnTo>
                    <a:pt x="973647" y="1170121"/>
                  </a:lnTo>
                  <a:lnTo>
                    <a:pt x="973639" y="1170101"/>
                  </a:lnTo>
                  <a:lnTo>
                    <a:pt x="973634" y="1170091"/>
                  </a:lnTo>
                  <a:lnTo>
                    <a:pt x="973628" y="1170075"/>
                  </a:lnTo>
                  <a:lnTo>
                    <a:pt x="973621" y="1170056"/>
                  </a:lnTo>
                  <a:lnTo>
                    <a:pt x="973616" y="1170041"/>
                  </a:lnTo>
                  <a:lnTo>
                    <a:pt x="973608" y="1170026"/>
                  </a:lnTo>
                  <a:lnTo>
                    <a:pt x="973601" y="1170011"/>
                  </a:lnTo>
                  <a:lnTo>
                    <a:pt x="973593" y="1169992"/>
                  </a:lnTo>
                  <a:lnTo>
                    <a:pt x="973589" y="1169977"/>
                  </a:lnTo>
                  <a:lnTo>
                    <a:pt x="973582" y="1169954"/>
                  </a:lnTo>
                  <a:lnTo>
                    <a:pt x="973578" y="1169946"/>
                  </a:lnTo>
                  <a:lnTo>
                    <a:pt x="973576" y="1169939"/>
                  </a:lnTo>
                  <a:lnTo>
                    <a:pt x="973569" y="1169913"/>
                  </a:lnTo>
                  <a:lnTo>
                    <a:pt x="973565" y="1169905"/>
                  </a:lnTo>
                  <a:lnTo>
                    <a:pt x="973551" y="1169890"/>
                  </a:lnTo>
                  <a:lnTo>
                    <a:pt x="973547" y="1169883"/>
                  </a:lnTo>
                  <a:lnTo>
                    <a:pt x="973547" y="1169876"/>
                  </a:lnTo>
                  <a:lnTo>
                    <a:pt x="973548" y="1169869"/>
                  </a:lnTo>
                  <a:lnTo>
                    <a:pt x="973551" y="1169863"/>
                  </a:lnTo>
                  <a:lnTo>
                    <a:pt x="973555" y="1169858"/>
                  </a:lnTo>
                  <a:lnTo>
                    <a:pt x="973562" y="1169849"/>
                  </a:lnTo>
                  <a:lnTo>
                    <a:pt x="973569" y="1169842"/>
                  </a:lnTo>
                  <a:lnTo>
                    <a:pt x="973586" y="1169822"/>
                  </a:lnTo>
                  <a:lnTo>
                    <a:pt x="973599" y="1169807"/>
                  </a:lnTo>
                  <a:lnTo>
                    <a:pt x="973615" y="1169790"/>
                  </a:lnTo>
                  <a:lnTo>
                    <a:pt x="973627" y="1169776"/>
                  </a:lnTo>
                  <a:lnTo>
                    <a:pt x="973638" y="1169760"/>
                  </a:lnTo>
                  <a:lnTo>
                    <a:pt x="973646" y="1169749"/>
                  </a:lnTo>
                  <a:lnTo>
                    <a:pt x="973651" y="1169745"/>
                  </a:lnTo>
                  <a:lnTo>
                    <a:pt x="973683" y="1169707"/>
                  </a:lnTo>
                  <a:lnTo>
                    <a:pt x="973694" y="1169678"/>
                  </a:lnTo>
                  <a:lnTo>
                    <a:pt x="973697" y="1169671"/>
                  </a:lnTo>
                  <a:lnTo>
                    <a:pt x="973706" y="1169659"/>
                  </a:lnTo>
                  <a:lnTo>
                    <a:pt x="973725" y="1169640"/>
                  </a:lnTo>
                  <a:lnTo>
                    <a:pt x="973729" y="1169637"/>
                  </a:lnTo>
                  <a:lnTo>
                    <a:pt x="973740" y="1169614"/>
                  </a:lnTo>
                  <a:lnTo>
                    <a:pt x="973742" y="1169609"/>
                  </a:lnTo>
                  <a:lnTo>
                    <a:pt x="973749" y="1169598"/>
                  </a:lnTo>
                  <a:lnTo>
                    <a:pt x="973764" y="1169588"/>
                  </a:lnTo>
                  <a:lnTo>
                    <a:pt x="973816" y="1169551"/>
                  </a:lnTo>
                  <a:lnTo>
                    <a:pt x="973830" y="1169536"/>
                  </a:lnTo>
                  <a:lnTo>
                    <a:pt x="973842" y="1169521"/>
                  </a:lnTo>
                  <a:lnTo>
                    <a:pt x="973853" y="1169508"/>
                  </a:lnTo>
                  <a:lnTo>
                    <a:pt x="973864" y="1169490"/>
                  </a:lnTo>
                  <a:lnTo>
                    <a:pt x="973873" y="1169475"/>
                  </a:lnTo>
                  <a:lnTo>
                    <a:pt x="973881" y="1169454"/>
                  </a:lnTo>
                  <a:lnTo>
                    <a:pt x="973884" y="1169441"/>
                  </a:lnTo>
                  <a:lnTo>
                    <a:pt x="973886" y="1169434"/>
                  </a:lnTo>
                  <a:lnTo>
                    <a:pt x="973886" y="1169426"/>
                  </a:lnTo>
                  <a:lnTo>
                    <a:pt x="973884" y="1169409"/>
                  </a:lnTo>
                  <a:lnTo>
                    <a:pt x="973884" y="1169395"/>
                  </a:lnTo>
                  <a:lnTo>
                    <a:pt x="973900" y="1169383"/>
                  </a:lnTo>
                  <a:lnTo>
                    <a:pt x="973913" y="1169374"/>
                  </a:lnTo>
                  <a:lnTo>
                    <a:pt x="973929" y="1169364"/>
                  </a:lnTo>
                  <a:lnTo>
                    <a:pt x="973943" y="1169357"/>
                  </a:lnTo>
                  <a:lnTo>
                    <a:pt x="973963" y="1169345"/>
                  </a:lnTo>
                  <a:lnTo>
                    <a:pt x="973978" y="1169334"/>
                  </a:lnTo>
                  <a:lnTo>
                    <a:pt x="973991" y="1169320"/>
                  </a:lnTo>
                  <a:lnTo>
                    <a:pt x="974004" y="1169306"/>
                  </a:lnTo>
                  <a:lnTo>
                    <a:pt x="974016" y="1169291"/>
                  </a:lnTo>
                  <a:lnTo>
                    <a:pt x="974029" y="1169276"/>
                  </a:lnTo>
                  <a:lnTo>
                    <a:pt x="974041" y="1169260"/>
                  </a:lnTo>
                  <a:lnTo>
                    <a:pt x="974053" y="1169246"/>
                  </a:lnTo>
                  <a:lnTo>
                    <a:pt x="974064" y="1169231"/>
                  </a:lnTo>
                  <a:lnTo>
                    <a:pt x="974078" y="1169217"/>
                  </a:lnTo>
                  <a:lnTo>
                    <a:pt x="974085" y="1169210"/>
                  </a:lnTo>
                  <a:lnTo>
                    <a:pt x="974090" y="1169204"/>
                  </a:lnTo>
                  <a:lnTo>
                    <a:pt x="974096" y="1169196"/>
                  </a:lnTo>
                  <a:lnTo>
                    <a:pt x="974101" y="1169190"/>
                  </a:lnTo>
                  <a:lnTo>
                    <a:pt x="974112" y="1169178"/>
                  </a:lnTo>
                  <a:lnTo>
                    <a:pt x="974122" y="1169165"/>
                  </a:lnTo>
                  <a:lnTo>
                    <a:pt x="974126" y="1169157"/>
                  </a:lnTo>
                  <a:lnTo>
                    <a:pt x="974136" y="1169144"/>
                  </a:lnTo>
                  <a:lnTo>
                    <a:pt x="974142" y="1169139"/>
                  </a:lnTo>
                  <a:lnTo>
                    <a:pt x="974157" y="1169131"/>
                  </a:lnTo>
                  <a:lnTo>
                    <a:pt x="974172" y="1169126"/>
                  </a:lnTo>
                  <a:lnTo>
                    <a:pt x="974186" y="1169123"/>
                  </a:lnTo>
                  <a:lnTo>
                    <a:pt x="974201" y="1169117"/>
                  </a:lnTo>
                  <a:lnTo>
                    <a:pt x="974221" y="1169113"/>
                  </a:lnTo>
                  <a:lnTo>
                    <a:pt x="974236" y="1169109"/>
                  </a:lnTo>
                  <a:lnTo>
                    <a:pt x="974250" y="1169105"/>
                  </a:lnTo>
                  <a:lnTo>
                    <a:pt x="974269" y="1169102"/>
                  </a:lnTo>
                  <a:lnTo>
                    <a:pt x="974284" y="1169100"/>
                  </a:lnTo>
                  <a:lnTo>
                    <a:pt x="974301" y="1169099"/>
                  </a:lnTo>
                  <a:lnTo>
                    <a:pt x="974314" y="1169099"/>
                  </a:lnTo>
                  <a:lnTo>
                    <a:pt x="974331" y="1169100"/>
                  </a:lnTo>
                  <a:lnTo>
                    <a:pt x="974346" y="1169101"/>
                  </a:lnTo>
                  <a:lnTo>
                    <a:pt x="974363" y="1169104"/>
                  </a:lnTo>
                  <a:lnTo>
                    <a:pt x="974378" y="1169107"/>
                  </a:lnTo>
                  <a:lnTo>
                    <a:pt x="974386" y="1169107"/>
                  </a:lnTo>
                  <a:lnTo>
                    <a:pt x="974391" y="1169104"/>
                  </a:lnTo>
                  <a:lnTo>
                    <a:pt x="974393" y="1169088"/>
                  </a:lnTo>
                  <a:lnTo>
                    <a:pt x="974393" y="1169080"/>
                  </a:lnTo>
                  <a:lnTo>
                    <a:pt x="974396" y="1169073"/>
                  </a:lnTo>
                  <a:lnTo>
                    <a:pt x="974397" y="1169058"/>
                  </a:lnTo>
                  <a:lnTo>
                    <a:pt x="974401" y="1169050"/>
                  </a:lnTo>
                  <a:lnTo>
                    <a:pt x="974402" y="1169043"/>
                  </a:lnTo>
                  <a:lnTo>
                    <a:pt x="974407" y="1169028"/>
                  </a:lnTo>
                  <a:lnTo>
                    <a:pt x="974410" y="1169023"/>
                  </a:lnTo>
                  <a:lnTo>
                    <a:pt x="974412" y="1169013"/>
                  </a:lnTo>
                  <a:lnTo>
                    <a:pt x="974415" y="1169005"/>
                  </a:lnTo>
                  <a:lnTo>
                    <a:pt x="974416" y="1168998"/>
                  </a:lnTo>
                  <a:lnTo>
                    <a:pt x="974420" y="1168983"/>
                  </a:lnTo>
                  <a:lnTo>
                    <a:pt x="974423" y="1168968"/>
                  </a:lnTo>
                  <a:lnTo>
                    <a:pt x="974429" y="1168952"/>
                  </a:lnTo>
                  <a:lnTo>
                    <a:pt x="974443" y="1168919"/>
                  </a:lnTo>
                  <a:lnTo>
                    <a:pt x="974451" y="1168902"/>
                  </a:lnTo>
                  <a:lnTo>
                    <a:pt x="974458" y="1168889"/>
                  </a:lnTo>
                  <a:lnTo>
                    <a:pt x="974468" y="1168874"/>
                  </a:lnTo>
                  <a:lnTo>
                    <a:pt x="974481" y="1168860"/>
                  </a:lnTo>
                  <a:lnTo>
                    <a:pt x="974496" y="1168849"/>
                  </a:lnTo>
                  <a:lnTo>
                    <a:pt x="974510" y="1168837"/>
                  </a:lnTo>
                  <a:lnTo>
                    <a:pt x="974525" y="1168824"/>
                  </a:lnTo>
                  <a:lnTo>
                    <a:pt x="974535" y="1168811"/>
                  </a:lnTo>
                  <a:lnTo>
                    <a:pt x="974540" y="1168806"/>
                  </a:lnTo>
                  <a:lnTo>
                    <a:pt x="974553" y="1168768"/>
                  </a:lnTo>
                  <a:lnTo>
                    <a:pt x="974557" y="1168752"/>
                  </a:lnTo>
                  <a:lnTo>
                    <a:pt x="974560" y="1168738"/>
                  </a:lnTo>
                  <a:lnTo>
                    <a:pt x="974563" y="1168723"/>
                  </a:lnTo>
                  <a:lnTo>
                    <a:pt x="974564" y="1168708"/>
                  </a:lnTo>
                  <a:lnTo>
                    <a:pt x="974566" y="1168693"/>
                  </a:lnTo>
                  <a:lnTo>
                    <a:pt x="974569" y="1168678"/>
                  </a:lnTo>
                  <a:lnTo>
                    <a:pt x="974576" y="1168661"/>
                  </a:lnTo>
                  <a:lnTo>
                    <a:pt x="974579" y="1168655"/>
                  </a:lnTo>
                  <a:lnTo>
                    <a:pt x="974579" y="1168648"/>
                  </a:lnTo>
                  <a:lnTo>
                    <a:pt x="974587" y="1168607"/>
                  </a:lnTo>
                  <a:lnTo>
                    <a:pt x="974589" y="1168600"/>
                  </a:lnTo>
                  <a:lnTo>
                    <a:pt x="974589" y="1168592"/>
                  </a:lnTo>
                  <a:lnTo>
                    <a:pt x="974593" y="1168577"/>
                  </a:lnTo>
                  <a:lnTo>
                    <a:pt x="974594" y="1168562"/>
                  </a:lnTo>
                  <a:lnTo>
                    <a:pt x="974594" y="1168547"/>
                  </a:lnTo>
                  <a:lnTo>
                    <a:pt x="974593" y="1168532"/>
                  </a:lnTo>
                  <a:lnTo>
                    <a:pt x="974589" y="1168516"/>
                  </a:lnTo>
                  <a:lnTo>
                    <a:pt x="974589" y="1168511"/>
                  </a:lnTo>
                  <a:lnTo>
                    <a:pt x="974585" y="1168501"/>
                  </a:lnTo>
                  <a:lnTo>
                    <a:pt x="974584" y="1168495"/>
                  </a:lnTo>
                  <a:lnTo>
                    <a:pt x="974567" y="1168456"/>
                  </a:lnTo>
                  <a:lnTo>
                    <a:pt x="974560" y="1168441"/>
                  </a:lnTo>
                  <a:lnTo>
                    <a:pt x="974556" y="1168426"/>
                  </a:lnTo>
                  <a:lnTo>
                    <a:pt x="974554" y="1168411"/>
                  </a:lnTo>
                  <a:lnTo>
                    <a:pt x="974550" y="1168396"/>
                  </a:lnTo>
                  <a:lnTo>
                    <a:pt x="974549" y="1168389"/>
                  </a:lnTo>
                  <a:lnTo>
                    <a:pt x="974545" y="1168381"/>
                  </a:lnTo>
                  <a:lnTo>
                    <a:pt x="974540" y="1168366"/>
                  </a:lnTo>
                  <a:lnTo>
                    <a:pt x="974536" y="1168351"/>
                  </a:lnTo>
                  <a:lnTo>
                    <a:pt x="974531" y="1168336"/>
                  </a:lnTo>
                  <a:lnTo>
                    <a:pt x="974528" y="1168321"/>
                  </a:lnTo>
                  <a:lnTo>
                    <a:pt x="974524" y="1168306"/>
                  </a:lnTo>
                  <a:lnTo>
                    <a:pt x="974517" y="1168291"/>
                  </a:lnTo>
                  <a:lnTo>
                    <a:pt x="974509" y="1168275"/>
                  </a:lnTo>
                  <a:lnTo>
                    <a:pt x="974506" y="1168260"/>
                  </a:lnTo>
                  <a:lnTo>
                    <a:pt x="974504" y="1168245"/>
                  </a:lnTo>
                  <a:lnTo>
                    <a:pt x="974501" y="1168230"/>
                  </a:lnTo>
                  <a:lnTo>
                    <a:pt x="974499" y="1168223"/>
                  </a:lnTo>
                  <a:lnTo>
                    <a:pt x="974499" y="1168215"/>
                  </a:lnTo>
                  <a:lnTo>
                    <a:pt x="974498" y="1168200"/>
                  </a:lnTo>
                  <a:lnTo>
                    <a:pt x="974495" y="1168185"/>
                  </a:lnTo>
                  <a:lnTo>
                    <a:pt x="974494" y="1168170"/>
                  </a:lnTo>
                  <a:lnTo>
                    <a:pt x="974494" y="1168155"/>
                  </a:lnTo>
                  <a:lnTo>
                    <a:pt x="974495" y="1168140"/>
                  </a:lnTo>
                  <a:lnTo>
                    <a:pt x="974497" y="1168125"/>
                  </a:lnTo>
                  <a:lnTo>
                    <a:pt x="974497" y="1168110"/>
                  </a:lnTo>
                  <a:lnTo>
                    <a:pt x="974498" y="1168095"/>
                  </a:lnTo>
                  <a:lnTo>
                    <a:pt x="974499" y="1168080"/>
                  </a:lnTo>
                  <a:lnTo>
                    <a:pt x="974500" y="1168064"/>
                  </a:lnTo>
                  <a:lnTo>
                    <a:pt x="974503" y="1168049"/>
                  </a:lnTo>
                  <a:lnTo>
                    <a:pt x="974505" y="1168034"/>
                  </a:lnTo>
                  <a:lnTo>
                    <a:pt x="974505" y="1168019"/>
                  </a:lnTo>
                  <a:lnTo>
                    <a:pt x="974504" y="1168004"/>
                  </a:lnTo>
                  <a:lnTo>
                    <a:pt x="974504" y="1167989"/>
                  </a:lnTo>
                  <a:lnTo>
                    <a:pt x="974502" y="1167974"/>
                  </a:lnTo>
                  <a:lnTo>
                    <a:pt x="974503" y="1167959"/>
                  </a:lnTo>
                  <a:lnTo>
                    <a:pt x="974505" y="1167944"/>
                  </a:lnTo>
                  <a:lnTo>
                    <a:pt x="974506" y="1167929"/>
                  </a:lnTo>
                  <a:lnTo>
                    <a:pt x="974506" y="1167914"/>
                  </a:lnTo>
                  <a:lnTo>
                    <a:pt x="974505" y="1167899"/>
                  </a:lnTo>
                  <a:lnTo>
                    <a:pt x="974502" y="1167884"/>
                  </a:lnTo>
                  <a:lnTo>
                    <a:pt x="974499" y="1167869"/>
                  </a:lnTo>
                  <a:lnTo>
                    <a:pt x="974493" y="1167854"/>
                  </a:lnTo>
                  <a:lnTo>
                    <a:pt x="974484" y="1167839"/>
                  </a:lnTo>
                  <a:lnTo>
                    <a:pt x="974472" y="1167824"/>
                  </a:lnTo>
                  <a:lnTo>
                    <a:pt x="974460" y="1167813"/>
                  </a:lnTo>
                  <a:lnTo>
                    <a:pt x="974445" y="1167800"/>
                  </a:lnTo>
                  <a:lnTo>
                    <a:pt x="974439" y="1167793"/>
                  </a:lnTo>
                  <a:lnTo>
                    <a:pt x="974435" y="1167785"/>
                  </a:lnTo>
                  <a:lnTo>
                    <a:pt x="974432" y="1167776"/>
                  </a:lnTo>
                  <a:lnTo>
                    <a:pt x="974432" y="1167770"/>
                  </a:lnTo>
                  <a:lnTo>
                    <a:pt x="974433" y="1167761"/>
                  </a:lnTo>
                  <a:lnTo>
                    <a:pt x="974437" y="1167739"/>
                  </a:lnTo>
                  <a:lnTo>
                    <a:pt x="974441" y="1167724"/>
                  </a:lnTo>
                  <a:lnTo>
                    <a:pt x="974444" y="1167707"/>
                  </a:lnTo>
                  <a:lnTo>
                    <a:pt x="974443" y="1167694"/>
                  </a:lnTo>
                  <a:lnTo>
                    <a:pt x="974444" y="1167677"/>
                  </a:lnTo>
                  <a:lnTo>
                    <a:pt x="974448" y="1167664"/>
                  </a:lnTo>
                  <a:lnTo>
                    <a:pt x="974449" y="1167658"/>
                  </a:lnTo>
                  <a:lnTo>
                    <a:pt x="974454" y="1167647"/>
                  </a:lnTo>
                  <a:lnTo>
                    <a:pt x="974459" y="1167634"/>
                  </a:lnTo>
                  <a:lnTo>
                    <a:pt x="974461" y="1167627"/>
                  </a:lnTo>
                  <a:lnTo>
                    <a:pt x="974461" y="1167619"/>
                  </a:lnTo>
                  <a:lnTo>
                    <a:pt x="974459" y="1167604"/>
                  </a:lnTo>
                  <a:lnTo>
                    <a:pt x="974453" y="1167588"/>
                  </a:lnTo>
                  <a:lnTo>
                    <a:pt x="974446" y="1167560"/>
                  </a:lnTo>
                  <a:lnTo>
                    <a:pt x="974444" y="1167545"/>
                  </a:lnTo>
                  <a:lnTo>
                    <a:pt x="974443" y="1167530"/>
                  </a:lnTo>
                  <a:lnTo>
                    <a:pt x="974437" y="1167515"/>
                  </a:lnTo>
                  <a:lnTo>
                    <a:pt x="974428" y="1167499"/>
                  </a:lnTo>
                  <a:lnTo>
                    <a:pt x="974417" y="1167484"/>
                  </a:lnTo>
                  <a:lnTo>
                    <a:pt x="974406" y="1167469"/>
                  </a:lnTo>
                  <a:lnTo>
                    <a:pt x="974398" y="1167454"/>
                  </a:lnTo>
                  <a:lnTo>
                    <a:pt x="974392" y="1167439"/>
                  </a:lnTo>
                  <a:lnTo>
                    <a:pt x="974388" y="1167424"/>
                  </a:lnTo>
                  <a:lnTo>
                    <a:pt x="974386" y="1167420"/>
                  </a:lnTo>
                  <a:lnTo>
                    <a:pt x="974385" y="1167415"/>
                  </a:lnTo>
                  <a:lnTo>
                    <a:pt x="974386" y="1167409"/>
                  </a:lnTo>
                  <a:lnTo>
                    <a:pt x="974390" y="1167395"/>
                  </a:lnTo>
                  <a:lnTo>
                    <a:pt x="974401" y="1167379"/>
                  </a:lnTo>
                  <a:lnTo>
                    <a:pt x="974416" y="1167365"/>
                  </a:lnTo>
                  <a:lnTo>
                    <a:pt x="974431" y="1167352"/>
                  </a:lnTo>
                  <a:lnTo>
                    <a:pt x="974439" y="1167330"/>
                  </a:lnTo>
                  <a:lnTo>
                    <a:pt x="974440" y="1167315"/>
                  </a:lnTo>
                  <a:lnTo>
                    <a:pt x="974439" y="1167305"/>
                  </a:lnTo>
                  <a:lnTo>
                    <a:pt x="974436" y="1167290"/>
                  </a:lnTo>
                  <a:lnTo>
                    <a:pt x="974427" y="1167275"/>
                  </a:lnTo>
                  <a:lnTo>
                    <a:pt x="974418" y="1167260"/>
                  </a:lnTo>
                  <a:lnTo>
                    <a:pt x="974405" y="1167244"/>
                  </a:lnTo>
                  <a:lnTo>
                    <a:pt x="974400" y="1167230"/>
                  </a:lnTo>
                  <a:lnTo>
                    <a:pt x="974401" y="1167215"/>
                  </a:lnTo>
                  <a:lnTo>
                    <a:pt x="974402" y="1167200"/>
                  </a:lnTo>
                  <a:lnTo>
                    <a:pt x="974404" y="1167185"/>
                  </a:lnTo>
                  <a:lnTo>
                    <a:pt x="974404" y="1167170"/>
                  </a:lnTo>
                  <a:lnTo>
                    <a:pt x="974402" y="1167155"/>
                  </a:lnTo>
                  <a:lnTo>
                    <a:pt x="974403" y="1167144"/>
                  </a:lnTo>
                  <a:lnTo>
                    <a:pt x="974392" y="1167117"/>
                  </a:lnTo>
                  <a:lnTo>
                    <a:pt x="974377" y="1167091"/>
                  </a:lnTo>
                  <a:lnTo>
                    <a:pt x="974369" y="1167076"/>
                  </a:lnTo>
                  <a:lnTo>
                    <a:pt x="974360" y="1167060"/>
                  </a:lnTo>
                  <a:lnTo>
                    <a:pt x="974353" y="1167045"/>
                  </a:lnTo>
                  <a:lnTo>
                    <a:pt x="974349" y="1167038"/>
                  </a:lnTo>
                  <a:lnTo>
                    <a:pt x="974348" y="1167030"/>
                  </a:lnTo>
                  <a:lnTo>
                    <a:pt x="974346" y="1167023"/>
                  </a:lnTo>
                  <a:lnTo>
                    <a:pt x="974346" y="1167015"/>
                  </a:lnTo>
                  <a:lnTo>
                    <a:pt x="974349" y="1167000"/>
                  </a:lnTo>
                  <a:lnTo>
                    <a:pt x="974353" y="1166985"/>
                  </a:lnTo>
                  <a:lnTo>
                    <a:pt x="974357" y="1166970"/>
                  </a:lnTo>
                  <a:lnTo>
                    <a:pt x="974360" y="1166955"/>
                  </a:lnTo>
                  <a:lnTo>
                    <a:pt x="974363" y="1166938"/>
                  </a:lnTo>
                  <a:lnTo>
                    <a:pt x="974368" y="1166925"/>
                  </a:lnTo>
                  <a:lnTo>
                    <a:pt x="974370" y="1166910"/>
                  </a:lnTo>
                  <a:lnTo>
                    <a:pt x="974375" y="1166895"/>
                  </a:lnTo>
                  <a:lnTo>
                    <a:pt x="974380" y="1166880"/>
                  </a:lnTo>
                  <a:lnTo>
                    <a:pt x="974385" y="1166865"/>
                  </a:lnTo>
                  <a:lnTo>
                    <a:pt x="974391" y="1166850"/>
                  </a:lnTo>
                  <a:lnTo>
                    <a:pt x="974393" y="1166842"/>
                  </a:lnTo>
                  <a:lnTo>
                    <a:pt x="974397" y="1166835"/>
                  </a:lnTo>
                  <a:lnTo>
                    <a:pt x="974398" y="1166829"/>
                  </a:lnTo>
                  <a:lnTo>
                    <a:pt x="974411" y="1166796"/>
                  </a:lnTo>
                  <a:lnTo>
                    <a:pt x="974417" y="1166780"/>
                  </a:lnTo>
                  <a:lnTo>
                    <a:pt x="974418" y="1166765"/>
                  </a:lnTo>
                  <a:lnTo>
                    <a:pt x="974416" y="1166760"/>
                  </a:lnTo>
                  <a:lnTo>
                    <a:pt x="974412" y="1166755"/>
                  </a:lnTo>
                  <a:lnTo>
                    <a:pt x="974408" y="1166751"/>
                  </a:lnTo>
                  <a:lnTo>
                    <a:pt x="974393" y="1166742"/>
                  </a:lnTo>
                  <a:lnTo>
                    <a:pt x="974378" y="1166735"/>
                  </a:lnTo>
                  <a:lnTo>
                    <a:pt x="974365" y="1166729"/>
                  </a:lnTo>
                  <a:lnTo>
                    <a:pt x="974348" y="1166721"/>
                  </a:lnTo>
                  <a:lnTo>
                    <a:pt x="974334" y="1166713"/>
                  </a:lnTo>
                  <a:lnTo>
                    <a:pt x="974319" y="1166704"/>
                  </a:lnTo>
                  <a:lnTo>
                    <a:pt x="974302" y="1166692"/>
                  </a:lnTo>
                  <a:lnTo>
                    <a:pt x="974281" y="1166674"/>
                  </a:lnTo>
                  <a:lnTo>
                    <a:pt x="974243" y="1166642"/>
                  </a:lnTo>
                  <a:lnTo>
                    <a:pt x="974233" y="1166632"/>
                  </a:lnTo>
                  <a:lnTo>
                    <a:pt x="974218" y="1166617"/>
                  </a:lnTo>
                  <a:lnTo>
                    <a:pt x="974205" y="1166603"/>
                  </a:lnTo>
                  <a:lnTo>
                    <a:pt x="974192" y="1166588"/>
                  </a:lnTo>
                  <a:lnTo>
                    <a:pt x="974179" y="1166574"/>
                  </a:lnTo>
                  <a:lnTo>
                    <a:pt x="974167" y="1166559"/>
                  </a:lnTo>
                  <a:lnTo>
                    <a:pt x="974156" y="1166546"/>
                  </a:lnTo>
                  <a:lnTo>
                    <a:pt x="974145" y="1166531"/>
                  </a:lnTo>
                  <a:lnTo>
                    <a:pt x="974132" y="1166515"/>
                  </a:lnTo>
                  <a:lnTo>
                    <a:pt x="974124" y="1166502"/>
                  </a:lnTo>
                  <a:lnTo>
                    <a:pt x="974116" y="1166487"/>
                  </a:lnTo>
                  <a:lnTo>
                    <a:pt x="974109" y="1166472"/>
                  </a:lnTo>
                  <a:lnTo>
                    <a:pt x="974102" y="1166457"/>
                  </a:lnTo>
                  <a:lnTo>
                    <a:pt x="974096" y="1166445"/>
                  </a:lnTo>
                  <a:lnTo>
                    <a:pt x="974089" y="1166427"/>
                  </a:lnTo>
                  <a:lnTo>
                    <a:pt x="974084" y="1166411"/>
                  </a:lnTo>
                  <a:lnTo>
                    <a:pt x="974079" y="1166396"/>
                  </a:lnTo>
                  <a:lnTo>
                    <a:pt x="974075" y="1166381"/>
                  </a:lnTo>
                  <a:lnTo>
                    <a:pt x="974071" y="1166374"/>
                  </a:lnTo>
                  <a:lnTo>
                    <a:pt x="974068" y="1166363"/>
                  </a:lnTo>
                  <a:lnTo>
                    <a:pt x="974066" y="1166351"/>
                  </a:lnTo>
                  <a:lnTo>
                    <a:pt x="974062" y="1166336"/>
                  </a:lnTo>
                  <a:lnTo>
                    <a:pt x="974060" y="1166321"/>
                  </a:lnTo>
                  <a:lnTo>
                    <a:pt x="974060" y="1166306"/>
                  </a:lnTo>
                  <a:lnTo>
                    <a:pt x="974062" y="1166298"/>
                  </a:lnTo>
                  <a:lnTo>
                    <a:pt x="974065" y="1166291"/>
                  </a:lnTo>
                  <a:lnTo>
                    <a:pt x="974072" y="1166276"/>
                  </a:lnTo>
                  <a:lnTo>
                    <a:pt x="974080" y="1166261"/>
                  </a:lnTo>
                  <a:lnTo>
                    <a:pt x="974088" y="1166246"/>
                  </a:lnTo>
                  <a:lnTo>
                    <a:pt x="974096" y="1166231"/>
                  </a:lnTo>
                  <a:lnTo>
                    <a:pt x="974102" y="1166216"/>
                  </a:lnTo>
                  <a:lnTo>
                    <a:pt x="974104" y="1166201"/>
                  </a:lnTo>
                  <a:lnTo>
                    <a:pt x="974106" y="1166186"/>
                  </a:lnTo>
                  <a:lnTo>
                    <a:pt x="974108" y="1166170"/>
                  </a:lnTo>
                  <a:lnTo>
                    <a:pt x="974111" y="1166155"/>
                  </a:lnTo>
                  <a:lnTo>
                    <a:pt x="974112" y="1166140"/>
                  </a:lnTo>
                  <a:lnTo>
                    <a:pt x="974115" y="1166125"/>
                  </a:lnTo>
                  <a:lnTo>
                    <a:pt x="974117" y="1166110"/>
                  </a:lnTo>
                  <a:lnTo>
                    <a:pt x="974120" y="1166095"/>
                  </a:lnTo>
                  <a:lnTo>
                    <a:pt x="974122" y="1166080"/>
                  </a:lnTo>
                  <a:lnTo>
                    <a:pt x="974123" y="1166065"/>
                  </a:lnTo>
                  <a:lnTo>
                    <a:pt x="974124" y="1166057"/>
                  </a:lnTo>
                  <a:lnTo>
                    <a:pt x="974125" y="1166035"/>
                  </a:lnTo>
                  <a:lnTo>
                    <a:pt x="974126" y="1166020"/>
                  </a:lnTo>
                  <a:lnTo>
                    <a:pt x="974127" y="1166005"/>
                  </a:lnTo>
                  <a:lnTo>
                    <a:pt x="974130" y="1165990"/>
                  </a:lnTo>
                  <a:lnTo>
                    <a:pt x="974132" y="1165975"/>
                  </a:lnTo>
                  <a:lnTo>
                    <a:pt x="974139" y="1165953"/>
                  </a:lnTo>
                  <a:lnTo>
                    <a:pt x="974142" y="1165945"/>
                  </a:lnTo>
                  <a:lnTo>
                    <a:pt x="974144" y="1165937"/>
                  </a:lnTo>
                  <a:lnTo>
                    <a:pt x="974147" y="1165927"/>
                  </a:lnTo>
                  <a:lnTo>
                    <a:pt x="974151" y="1165910"/>
                  </a:lnTo>
                  <a:lnTo>
                    <a:pt x="974152" y="1165906"/>
                  </a:lnTo>
                  <a:lnTo>
                    <a:pt x="974154" y="1165897"/>
                  </a:lnTo>
                  <a:lnTo>
                    <a:pt x="974153" y="1165884"/>
                  </a:lnTo>
                  <a:lnTo>
                    <a:pt x="974150" y="1165869"/>
                  </a:lnTo>
                  <a:lnTo>
                    <a:pt x="974149" y="1165861"/>
                  </a:lnTo>
                  <a:lnTo>
                    <a:pt x="974147" y="1165854"/>
                  </a:lnTo>
                  <a:lnTo>
                    <a:pt x="974145" y="1165844"/>
                  </a:lnTo>
                  <a:lnTo>
                    <a:pt x="974141" y="1165839"/>
                  </a:lnTo>
                  <a:lnTo>
                    <a:pt x="974139" y="1165833"/>
                  </a:lnTo>
                  <a:lnTo>
                    <a:pt x="974134" y="1165824"/>
                  </a:lnTo>
                  <a:lnTo>
                    <a:pt x="974123" y="1165809"/>
                  </a:lnTo>
                  <a:lnTo>
                    <a:pt x="974113" y="1165794"/>
                  </a:lnTo>
                  <a:lnTo>
                    <a:pt x="974103" y="1165779"/>
                  </a:lnTo>
                  <a:lnTo>
                    <a:pt x="974095" y="1165765"/>
                  </a:lnTo>
                  <a:lnTo>
                    <a:pt x="974076" y="1165734"/>
                  </a:lnTo>
                  <a:lnTo>
                    <a:pt x="974070" y="1165718"/>
                  </a:lnTo>
                  <a:lnTo>
                    <a:pt x="974066" y="1165703"/>
                  </a:lnTo>
                  <a:lnTo>
                    <a:pt x="974065" y="1165688"/>
                  </a:lnTo>
                  <a:lnTo>
                    <a:pt x="974065" y="1165673"/>
                  </a:lnTo>
                  <a:lnTo>
                    <a:pt x="974064" y="1165658"/>
                  </a:lnTo>
                  <a:lnTo>
                    <a:pt x="974065" y="1165643"/>
                  </a:lnTo>
                  <a:lnTo>
                    <a:pt x="974066" y="1165638"/>
                  </a:lnTo>
                  <a:lnTo>
                    <a:pt x="974065" y="1165628"/>
                  </a:lnTo>
                  <a:lnTo>
                    <a:pt x="974064" y="1165613"/>
                  </a:lnTo>
                  <a:lnTo>
                    <a:pt x="974050" y="1165576"/>
                  </a:lnTo>
                  <a:lnTo>
                    <a:pt x="974046" y="1165569"/>
                  </a:lnTo>
                  <a:lnTo>
                    <a:pt x="974044" y="1165561"/>
                  </a:lnTo>
                  <a:lnTo>
                    <a:pt x="974042" y="1165555"/>
                  </a:lnTo>
                  <a:lnTo>
                    <a:pt x="974042" y="1165546"/>
                  </a:lnTo>
                  <a:lnTo>
                    <a:pt x="974042" y="1165531"/>
                  </a:lnTo>
                  <a:lnTo>
                    <a:pt x="974046" y="1165512"/>
                  </a:lnTo>
                  <a:lnTo>
                    <a:pt x="974056" y="1165490"/>
                  </a:lnTo>
                  <a:lnTo>
                    <a:pt x="974058" y="1165480"/>
                  </a:lnTo>
                  <a:lnTo>
                    <a:pt x="974057" y="1165473"/>
                  </a:lnTo>
                  <a:lnTo>
                    <a:pt x="974052" y="1165467"/>
                  </a:lnTo>
                  <a:lnTo>
                    <a:pt x="974037" y="1165456"/>
                  </a:lnTo>
                  <a:lnTo>
                    <a:pt x="974022" y="1165447"/>
                  </a:lnTo>
                  <a:lnTo>
                    <a:pt x="974007" y="1165436"/>
                  </a:lnTo>
                  <a:lnTo>
                    <a:pt x="973993" y="1165426"/>
                  </a:lnTo>
                  <a:lnTo>
                    <a:pt x="973978" y="1165417"/>
                  </a:lnTo>
                  <a:lnTo>
                    <a:pt x="973963" y="1165404"/>
                  </a:lnTo>
                  <a:lnTo>
                    <a:pt x="973949" y="1165391"/>
                  </a:lnTo>
                  <a:lnTo>
                    <a:pt x="973934" y="1165384"/>
                  </a:lnTo>
                  <a:lnTo>
                    <a:pt x="973919" y="1165376"/>
                  </a:lnTo>
                  <a:lnTo>
                    <a:pt x="973908" y="1165371"/>
                  </a:lnTo>
                  <a:lnTo>
                    <a:pt x="973905" y="1165367"/>
                  </a:lnTo>
                  <a:lnTo>
                    <a:pt x="973897" y="1165352"/>
                  </a:lnTo>
                  <a:lnTo>
                    <a:pt x="973891" y="1165337"/>
                  </a:lnTo>
                  <a:lnTo>
                    <a:pt x="973883" y="1165322"/>
                  </a:lnTo>
                  <a:lnTo>
                    <a:pt x="973877" y="1165309"/>
                  </a:lnTo>
                  <a:lnTo>
                    <a:pt x="973871" y="1165292"/>
                  </a:lnTo>
                  <a:lnTo>
                    <a:pt x="973867" y="1165285"/>
                  </a:lnTo>
                  <a:lnTo>
                    <a:pt x="973862" y="1165273"/>
                  </a:lnTo>
                  <a:lnTo>
                    <a:pt x="973858" y="1165262"/>
                  </a:lnTo>
                  <a:lnTo>
                    <a:pt x="973851" y="1165243"/>
                  </a:lnTo>
                  <a:lnTo>
                    <a:pt x="973847" y="1165230"/>
                  </a:lnTo>
                  <a:lnTo>
                    <a:pt x="973843" y="1165213"/>
                  </a:lnTo>
                  <a:lnTo>
                    <a:pt x="973842" y="1165195"/>
                  </a:lnTo>
                  <a:lnTo>
                    <a:pt x="973840" y="1165180"/>
                  </a:lnTo>
                  <a:lnTo>
                    <a:pt x="973837" y="1165164"/>
                  </a:lnTo>
                  <a:lnTo>
                    <a:pt x="973836" y="1165156"/>
                  </a:lnTo>
                  <a:lnTo>
                    <a:pt x="973834" y="1165147"/>
                  </a:lnTo>
                  <a:lnTo>
                    <a:pt x="973832" y="1165131"/>
                  </a:lnTo>
                  <a:lnTo>
                    <a:pt x="973829" y="1165112"/>
                  </a:lnTo>
                  <a:lnTo>
                    <a:pt x="973827" y="1165097"/>
                  </a:lnTo>
                  <a:lnTo>
                    <a:pt x="973827" y="1165087"/>
                  </a:lnTo>
                  <a:lnTo>
                    <a:pt x="973825" y="1165075"/>
                  </a:lnTo>
                  <a:lnTo>
                    <a:pt x="973824" y="1165064"/>
                  </a:lnTo>
                  <a:lnTo>
                    <a:pt x="973821" y="1165043"/>
                  </a:lnTo>
                  <a:lnTo>
                    <a:pt x="973820" y="1165027"/>
                  </a:lnTo>
                  <a:lnTo>
                    <a:pt x="973817" y="1165017"/>
                  </a:lnTo>
                  <a:lnTo>
                    <a:pt x="973813" y="1165002"/>
                  </a:lnTo>
                  <a:lnTo>
                    <a:pt x="973809" y="1164987"/>
                  </a:lnTo>
                  <a:lnTo>
                    <a:pt x="973803" y="1164966"/>
                  </a:lnTo>
                  <a:lnTo>
                    <a:pt x="973800" y="1164951"/>
                  </a:lnTo>
                  <a:lnTo>
                    <a:pt x="973797" y="1164936"/>
                  </a:lnTo>
                  <a:lnTo>
                    <a:pt x="973797" y="1164928"/>
                  </a:lnTo>
                  <a:lnTo>
                    <a:pt x="973795" y="1164921"/>
                  </a:lnTo>
                  <a:lnTo>
                    <a:pt x="973793" y="1164906"/>
                  </a:lnTo>
                  <a:lnTo>
                    <a:pt x="973792" y="1164891"/>
                  </a:lnTo>
                  <a:lnTo>
                    <a:pt x="973792" y="1164883"/>
                  </a:lnTo>
                  <a:lnTo>
                    <a:pt x="973790" y="1164876"/>
                  </a:lnTo>
                  <a:lnTo>
                    <a:pt x="973788" y="1164861"/>
                  </a:lnTo>
                  <a:lnTo>
                    <a:pt x="973787" y="1164828"/>
                  </a:lnTo>
                  <a:lnTo>
                    <a:pt x="973788" y="1164813"/>
                  </a:lnTo>
                  <a:lnTo>
                    <a:pt x="973788" y="1164798"/>
                  </a:lnTo>
                  <a:lnTo>
                    <a:pt x="973788" y="1164783"/>
                  </a:lnTo>
                  <a:lnTo>
                    <a:pt x="973787" y="1164768"/>
                  </a:lnTo>
                  <a:lnTo>
                    <a:pt x="973787" y="1164753"/>
                  </a:lnTo>
                  <a:lnTo>
                    <a:pt x="973787" y="1164738"/>
                  </a:lnTo>
                  <a:lnTo>
                    <a:pt x="973787" y="1164723"/>
                  </a:lnTo>
                  <a:lnTo>
                    <a:pt x="973787" y="1164715"/>
                  </a:lnTo>
                  <a:lnTo>
                    <a:pt x="973789" y="1164708"/>
                  </a:lnTo>
                  <a:lnTo>
                    <a:pt x="973794" y="1164693"/>
                  </a:lnTo>
                  <a:lnTo>
                    <a:pt x="973797" y="1164688"/>
                  </a:lnTo>
                  <a:lnTo>
                    <a:pt x="973801" y="1164678"/>
                  </a:lnTo>
                  <a:lnTo>
                    <a:pt x="973812" y="1164661"/>
                  </a:lnTo>
                  <a:lnTo>
                    <a:pt x="973822" y="1164646"/>
                  </a:lnTo>
                  <a:lnTo>
                    <a:pt x="973833" y="1164631"/>
                  </a:lnTo>
                  <a:lnTo>
                    <a:pt x="973840" y="1164620"/>
                  </a:lnTo>
                  <a:lnTo>
                    <a:pt x="973843" y="1164614"/>
                  </a:lnTo>
                  <a:lnTo>
                    <a:pt x="973845" y="1164610"/>
                  </a:lnTo>
                  <a:lnTo>
                    <a:pt x="973848" y="1164601"/>
                  </a:lnTo>
                  <a:lnTo>
                    <a:pt x="973851" y="1164593"/>
                  </a:lnTo>
                  <a:lnTo>
                    <a:pt x="973854" y="1164585"/>
                  </a:lnTo>
                  <a:lnTo>
                    <a:pt x="973861" y="1164573"/>
                  </a:lnTo>
                  <a:lnTo>
                    <a:pt x="973864" y="1164563"/>
                  </a:lnTo>
                  <a:lnTo>
                    <a:pt x="973866" y="1164555"/>
                  </a:lnTo>
                  <a:lnTo>
                    <a:pt x="973872" y="1164540"/>
                  </a:lnTo>
                  <a:lnTo>
                    <a:pt x="973875" y="1164531"/>
                  </a:lnTo>
                  <a:lnTo>
                    <a:pt x="973875" y="1164525"/>
                  </a:lnTo>
                  <a:lnTo>
                    <a:pt x="973880" y="1164510"/>
                  </a:lnTo>
                  <a:lnTo>
                    <a:pt x="973884" y="1164495"/>
                  </a:lnTo>
                  <a:lnTo>
                    <a:pt x="973888" y="1164480"/>
                  </a:lnTo>
                  <a:lnTo>
                    <a:pt x="973890" y="1164465"/>
                  </a:lnTo>
                  <a:lnTo>
                    <a:pt x="973891" y="1164450"/>
                  </a:lnTo>
                  <a:lnTo>
                    <a:pt x="973891" y="1164435"/>
                  </a:lnTo>
                  <a:lnTo>
                    <a:pt x="973890" y="1164420"/>
                  </a:lnTo>
                  <a:lnTo>
                    <a:pt x="973891" y="1164405"/>
                  </a:lnTo>
                  <a:lnTo>
                    <a:pt x="973895" y="1164390"/>
                  </a:lnTo>
                  <a:lnTo>
                    <a:pt x="973903" y="1164374"/>
                  </a:lnTo>
                  <a:lnTo>
                    <a:pt x="973912" y="1164359"/>
                  </a:lnTo>
                  <a:lnTo>
                    <a:pt x="973914" y="1164354"/>
                  </a:lnTo>
                  <a:lnTo>
                    <a:pt x="973922" y="1164344"/>
                  </a:lnTo>
                  <a:lnTo>
                    <a:pt x="973933" y="1164329"/>
                  </a:lnTo>
                  <a:lnTo>
                    <a:pt x="973945" y="1164314"/>
                  </a:lnTo>
                  <a:lnTo>
                    <a:pt x="973957" y="1164299"/>
                  </a:lnTo>
                  <a:lnTo>
                    <a:pt x="973961" y="1164292"/>
                  </a:lnTo>
                  <a:lnTo>
                    <a:pt x="973961" y="1164285"/>
                  </a:lnTo>
                  <a:lnTo>
                    <a:pt x="973963" y="1164270"/>
                  </a:lnTo>
                  <a:lnTo>
                    <a:pt x="973963" y="1164255"/>
                  </a:lnTo>
                  <a:lnTo>
                    <a:pt x="973965" y="1164240"/>
                  </a:lnTo>
                  <a:lnTo>
                    <a:pt x="973963" y="1164225"/>
                  </a:lnTo>
                  <a:lnTo>
                    <a:pt x="973961" y="1164210"/>
                  </a:lnTo>
                  <a:lnTo>
                    <a:pt x="973959" y="1164195"/>
                  </a:lnTo>
                  <a:lnTo>
                    <a:pt x="973961" y="1164180"/>
                  </a:lnTo>
                  <a:lnTo>
                    <a:pt x="973961" y="1164165"/>
                  </a:lnTo>
                  <a:lnTo>
                    <a:pt x="973963" y="1164149"/>
                  </a:lnTo>
                  <a:lnTo>
                    <a:pt x="973965" y="1164134"/>
                  </a:lnTo>
                  <a:lnTo>
                    <a:pt x="973969" y="1164119"/>
                  </a:lnTo>
                  <a:lnTo>
                    <a:pt x="973972" y="1164104"/>
                  </a:lnTo>
                  <a:lnTo>
                    <a:pt x="973974" y="1164089"/>
                  </a:lnTo>
                  <a:lnTo>
                    <a:pt x="973974" y="1164081"/>
                  </a:lnTo>
                  <a:lnTo>
                    <a:pt x="973976" y="1164074"/>
                  </a:lnTo>
                  <a:lnTo>
                    <a:pt x="973979" y="1164059"/>
                  </a:lnTo>
                  <a:lnTo>
                    <a:pt x="973981" y="1164044"/>
                  </a:lnTo>
                  <a:lnTo>
                    <a:pt x="973984" y="1164029"/>
                  </a:lnTo>
                  <a:lnTo>
                    <a:pt x="973986" y="1164014"/>
                  </a:lnTo>
                  <a:lnTo>
                    <a:pt x="973989" y="1163998"/>
                  </a:lnTo>
                  <a:lnTo>
                    <a:pt x="973991" y="1163983"/>
                  </a:lnTo>
                  <a:lnTo>
                    <a:pt x="973994" y="1163968"/>
                  </a:lnTo>
                  <a:lnTo>
                    <a:pt x="973997" y="1163953"/>
                  </a:lnTo>
                  <a:lnTo>
                    <a:pt x="973999" y="1163938"/>
                  </a:lnTo>
                  <a:lnTo>
                    <a:pt x="974000" y="1163923"/>
                  </a:lnTo>
                  <a:lnTo>
                    <a:pt x="974004" y="1163881"/>
                  </a:lnTo>
                  <a:lnTo>
                    <a:pt x="974006" y="1163866"/>
                  </a:lnTo>
                  <a:lnTo>
                    <a:pt x="974008" y="1163851"/>
                  </a:lnTo>
                  <a:lnTo>
                    <a:pt x="974008" y="1163845"/>
                  </a:lnTo>
                  <a:lnTo>
                    <a:pt x="974010" y="1163837"/>
                  </a:lnTo>
                  <a:lnTo>
                    <a:pt x="974013" y="1163821"/>
                  </a:lnTo>
                  <a:lnTo>
                    <a:pt x="974017" y="1163806"/>
                  </a:lnTo>
                  <a:lnTo>
                    <a:pt x="974022" y="1163791"/>
                  </a:lnTo>
                  <a:lnTo>
                    <a:pt x="974028" y="1163776"/>
                  </a:lnTo>
                  <a:lnTo>
                    <a:pt x="974034" y="1163759"/>
                  </a:lnTo>
                  <a:lnTo>
                    <a:pt x="974038" y="1163747"/>
                  </a:lnTo>
                  <a:lnTo>
                    <a:pt x="974037" y="1163741"/>
                  </a:lnTo>
                  <a:lnTo>
                    <a:pt x="974031" y="1163730"/>
                  </a:lnTo>
                  <a:lnTo>
                    <a:pt x="974016" y="1163715"/>
                  </a:lnTo>
                  <a:lnTo>
                    <a:pt x="974008" y="1163706"/>
                  </a:lnTo>
                  <a:lnTo>
                    <a:pt x="974005" y="1163700"/>
                  </a:lnTo>
                  <a:lnTo>
                    <a:pt x="974000" y="1163693"/>
                  </a:lnTo>
                  <a:lnTo>
                    <a:pt x="973997" y="1163685"/>
                  </a:lnTo>
                  <a:lnTo>
                    <a:pt x="973989" y="1163670"/>
                  </a:lnTo>
                  <a:lnTo>
                    <a:pt x="973981" y="1163655"/>
                  </a:lnTo>
                  <a:lnTo>
                    <a:pt x="973972" y="1163640"/>
                  </a:lnTo>
                  <a:lnTo>
                    <a:pt x="973963" y="1163625"/>
                  </a:lnTo>
                  <a:lnTo>
                    <a:pt x="973956" y="1163610"/>
                  </a:lnTo>
                  <a:lnTo>
                    <a:pt x="973943" y="1163578"/>
                  </a:lnTo>
                  <a:lnTo>
                    <a:pt x="973943" y="1163572"/>
                  </a:lnTo>
                  <a:lnTo>
                    <a:pt x="973938" y="1163564"/>
                  </a:lnTo>
                  <a:lnTo>
                    <a:pt x="973935" y="1163559"/>
                  </a:lnTo>
                  <a:lnTo>
                    <a:pt x="973919" y="1163544"/>
                  </a:lnTo>
                  <a:lnTo>
                    <a:pt x="973904" y="1163536"/>
                  </a:lnTo>
                  <a:lnTo>
                    <a:pt x="973889" y="1163525"/>
                  </a:lnTo>
                  <a:lnTo>
                    <a:pt x="973882" y="1163517"/>
                  </a:lnTo>
                  <a:lnTo>
                    <a:pt x="973878" y="1163511"/>
                  </a:lnTo>
                  <a:lnTo>
                    <a:pt x="973863" y="1163496"/>
                  </a:lnTo>
                  <a:lnTo>
                    <a:pt x="973848" y="1163484"/>
                  </a:lnTo>
                  <a:lnTo>
                    <a:pt x="973833" y="1163476"/>
                  </a:lnTo>
                  <a:lnTo>
                    <a:pt x="973819" y="1163471"/>
                  </a:lnTo>
                  <a:lnTo>
                    <a:pt x="973798" y="1163467"/>
                  </a:lnTo>
                  <a:lnTo>
                    <a:pt x="973789" y="1163467"/>
                  </a:lnTo>
                  <a:lnTo>
                    <a:pt x="973774" y="1163465"/>
                  </a:lnTo>
                  <a:lnTo>
                    <a:pt x="973760" y="1163463"/>
                  </a:lnTo>
                  <a:lnTo>
                    <a:pt x="973745" y="1163462"/>
                  </a:lnTo>
                  <a:lnTo>
                    <a:pt x="973730" y="1163460"/>
                  </a:lnTo>
                  <a:lnTo>
                    <a:pt x="973715" y="1163458"/>
                  </a:lnTo>
                  <a:lnTo>
                    <a:pt x="973700" y="1163457"/>
                  </a:lnTo>
                  <a:lnTo>
                    <a:pt x="973694" y="1163456"/>
                  </a:lnTo>
                  <a:lnTo>
                    <a:pt x="973688" y="1163448"/>
                  </a:lnTo>
                  <a:lnTo>
                    <a:pt x="973686" y="1163443"/>
                  </a:lnTo>
                  <a:lnTo>
                    <a:pt x="973682" y="1163433"/>
                  </a:lnTo>
                  <a:lnTo>
                    <a:pt x="973678" y="1163418"/>
                  </a:lnTo>
                  <a:lnTo>
                    <a:pt x="973676" y="1163403"/>
                  </a:lnTo>
                  <a:lnTo>
                    <a:pt x="973673" y="1163388"/>
                  </a:lnTo>
                  <a:lnTo>
                    <a:pt x="973672" y="1163381"/>
                  </a:lnTo>
                  <a:lnTo>
                    <a:pt x="973669" y="1163370"/>
                  </a:lnTo>
                  <a:lnTo>
                    <a:pt x="973667" y="1163361"/>
                  </a:lnTo>
                  <a:lnTo>
                    <a:pt x="973664" y="1163351"/>
                  </a:lnTo>
                  <a:lnTo>
                    <a:pt x="973661" y="1163338"/>
                  </a:lnTo>
                  <a:lnTo>
                    <a:pt x="973658" y="1163326"/>
                  </a:lnTo>
                  <a:lnTo>
                    <a:pt x="973653" y="1163313"/>
                  </a:lnTo>
                  <a:lnTo>
                    <a:pt x="973648" y="1163299"/>
                  </a:lnTo>
                  <a:lnTo>
                    <a:pt x="973646" y="1163293"/>
                  </a:lnTo>
                  <a:lnTo>
                    <a:pt x="973644" y="1163288"/>
                  </a:lnTo>
                  <a:lnTo>
                    <a:pt x="973642" y="1163281"/>
                  </a:lnTo>
                  <a:lnTo>
                    <a:pt x="973651" y="1163267"/>
                  </a:lnTo>
                  <a:lnTo>
                    <a:pt x="973662" y="1163252"/>
                  </a:lnTo>
                  <a:lnTo>
                    <a:pt x="973676" y="1163237"/>
                  </a:lnTo>
                  <a:lnTo>
                    <a:pt x="973691" y="1163225"/>
                  </a:lnTo>
                  <a:lnTo>
                    <a:pt x="973706" y="1163214"/>
                  </a:lnTo>
                  <a:lnTo>
                    <a:pt x="973719" y="1163203"/>
                  </a:lnTo>
                  <a:lnTo>
                    <a:pt x="973723" y="1163200"/>
                  </a:lnTo>
                  <a:lnTo>
                    <a:pt x="973735" y="1163189"/>
                  </a:lnTo>
                  <a:lnTo>
                    <a:pt x="973741" y="1163185"/>
                  </a:lnTo>
                  <a:lnTo>
                    <a:pt x="973748" y="1163177"/>
                  </a:lnTo>
                  <a:lnTo>
                    <a:pt x="973760" y="1163164"/>
                  </a:lnTo>
                  <a:lnTo>
                    <a:pt x="973769" y="1163149"/>
                  </a:lnTo>
                  <a:lnTo>
                    <a:pt x="973790" y="1163119"/>
                  </a:lnTo>
                  <a:lnTo>
                    <a:pt x="973804" y="1163105"/>
                  </a:lnTo>
                  <a:lnTo>
                    <a:pt x="973816" y="1163092"/>
                  </a:lnTo>
                  <a:lnTo>
                    <a:pt x="973830" y="1163079"/>
                  </a:lnTo>
                  <a:lnTo>
                    <a:pt x="973845" y="1163068"/>
                  </a:lnTo>
                  <a:lnTo>
                    <a:pt x="973859" y="1163057"/>
                  </a:lnTo>
                  <a:lnTo>
                    <a:pt x="973867" y="1163051"/>
                  </a:lnTo>
                  <a:lnTo>
                    <a:pt x="973872" y="1163046"/>
                  </a:lnTo>
                  <a:lnTo>
                    <a:pt x="973887" y="1163034"/>
                  </a:lnTo>
                  <a:lnTo>
                    <a:pt x="973898" y="1163027"/>
                  </a:lnTo>
                  <a:lnTo>
                    <a:pt x="973902" y="1163025"/>
                  </a:lnTo>
                  <a:lnTo>
                    <a:pt x="973916" y="1163015"/>
                  </a:lnTo>
                  <a:lnTo>
                    <a:pt x="973923" y="1163011"/>
                  </a:lnTo>
                  <a:lnTo>
                    <a:pt x="973931" y="1163007"/>
                  </a:lnTo>
                  <a:lnTo>
                    <a:pt x="973946" y="1162996"/>
                  </a:lnTo>
                  <a:lnTo>
                    <a:pt x="973961" y="1162985"/>
                  </a:lnTo>
                  <a:lnTo>
                    <a:pt x="973976" y="1162975"/>
                  </a:lnTo>
                  <a:lnTo>
                    <a:pt x="973985" y="1162967"/>
                  </a:lnTo>
                  <a:lnTo>
                    <a:pt x="973992" y="1162961"/>
                  </a:lnTo>
                  <a:lnTo>
                    <a:pt x="973997" y="1162956"/>
                  </a:lnTo>
                  <a:lnTo>
                    <a:pt x="974001" y="1162947"/>
                  </a:lnTo>
                  <a:lnTo>
                    <a:pt x="974004" y="1162939"/>
                  </a:lnTo>
                  <a:lnTo>
                    <a:pt x="974006" y="1162930"/>
                  </a:lnTo>
                  <a:lnTo>
                    <a:pt x="974010" y="1162917"/>
                  </a:lnTo>
                  <a:lnTo>
                    <a:pt x="974014" y="1162902"/>
                  </a:lnTo>
                  <a:lnTo>
                    <a:pt x="974016" y="1162887"/>
                  </a:lnTo>
                  <a:lnTo>
                    <a:pt x="974016" y="1162882"/>
                  </a:lnTo>
                  <a:lnTo>
                    <a:pt x="974018" y="1162875"/>
                  </a:lnTo>
                  <a:lnTo>
                    <a:pt x="974022" y="1162865"/>
                  </a:lnTo>
                  <a:lnTo>
                    <a:pt x="974026" y="1162857"/>
                  </a:lnTo>
                  <a:lnTo>
                    <a:pt x="974028" y="1162850"/>
                  </a:lnTo>
                  <a:lnTo>
                    <a:pt x="974030" y="1162845"/>
                  </a:lnTo>
                  <a:lnTo>
                    <a:pt x="974032" y="1162841"/>
                  </a:lnTo>
                  <a:lnTo>
                    <a:pt x="974035" y="1162837"/>
                  </a:lnTo>
                  <a:lnTo>
                    <a:pt x="974042" y="1162828"/>
                  </a:lnTo>
                  <a:lnTo>
                    <a:pt x="974051" y="1162815"/>
                  </a:lnTo>
                  <a:lnTo>
                    <a:pt x="974055" y="1162811"/>
                  </a:lnTo>
                  <a:lnTo>
                    <a:pt x="974068" y="1162813"/>
                  </a:lnTo>
                  <a:lnTo>
                    <a:pt x="974079" y="1162814"/>
                  </a:lnTo>
                  <a:lnTo>
                    <a:pt x="974090" y="1162812"/>
                  </a:lnTo>
                  <a:lnTo>
                    <a:pt x="974100" y="1162808"/>
                  </a:lnTo>
                  <a:lnTo>
                    <a:pt x="974115" y="1162800"/>
                  </a:lnTo>
                  <a:lnTo>
                    <a:pt x="974121" y="1162798"/>
                  </a:lnTo>
                  <a:lnTo>
                    <a:pt x="974124" y="1162795"/>
                  </a:lnTo>
                  <a:lnTo>
                    <a:pt x="974129" y="1162792"/>
                  </a:lnTo>
                  <a:lnTo>
                    <a:pt x="974144" y="1162783"/>
                  </a:lnTo>
                  <a:lnTo>
                    <a:pt x="974159" y="1162773"/>
                  </a:lnTo>
                  <a:lnTo>
                    <a:pt x="974167" y="1162768"/>
                  </a:lnTo>
                  <a:lnTo>
                    <a:pt x="974174" y="1162766"/>
                  </a:lnTo>
                  <a:lnTo>
                    <a:pt x="974189" y="1162763"/>
                  </a:lnTo>
                  <a:lnTo>
                    <a:pt x="974203" y="1162760"/>
                  </a:lnTo>
                  <a:lnTo>
                    <a:pt x="974218" y="1162758"/>
                  </a:lnTo>
                  <a:lnTo>
                    <a:pt x="974233" y="1162757"/>
                  </a:lnTo>
                  <a:lnTo>
                    <a:pt x="974248" y="1162754"/>
                  </a:lnTo>
                  <a:lnTo>
                    <a:pt x="974263" y="1162752"/>
                  </a:lnTo>
                  <a:lnTo>
                    <a:pt x="974278" y="1162748"/>
                  </a:lnTo>
                  <a:lnTo>
                    <a:pt x="974292" y="1162744"/>
                  </a:lnTo>
                  <a:lnTo>
                    <a:pt x="974302" y="1162742"/>
                  </a:lnTo>
                  <a:lnTo>
                    <a:pt x="974307" y="1162741"/>
                  </a:lnTo>
                  <a:lnTo>
                    <a:pt x="974322" y="1162738"/>
                  </a:lnTo>
                  <a:lnTo>
                    <a:pt x="974337" y="1162736"/>
                  </a:lnTo>
                  <a:lnTo>
                    <a:pt x="974351" y="1162732"/>
                  </a:lnTo>
                  <a:lnTo>
                    <a:pt x="974366" y="1162727"/>
                  </a:lnTo>
                  <a:lnTo>
                    <a:pt x="974375" y="1162724"/>
                  </a:lnTo>
                  <a:lnTo>
                    <a:pt x="974381" y="1162720"/>
                  </a:lnTo>
                  <a:lnTo>
                    <a:pt x="974396" y="1162710"/>
                  </a:lnTo>
                  <a:lnTo>
                    <a:pt x="974411" y="1162699"/>
                  </a:lnTo>
                  <a:lnTo>
                    <a:pt x="974426" y="1162693"/>
                  </a:lnTo>
                  <a:lnTo>
                    <a:pt x="974442" y="1162688"/>
                  </a:lnTo>
                  <a:lnTo>
                    <a:pt x="974455" y="1162684"/>
                  </a:lnTo>
                  <a:lnTo>
                    <a:pt x="974470" y="1162680"/>
                  </a:lnTo>
                  <a:lnTo>
                    <a:pt x="974476" y="1162679"/>
                  </a:lnTo>
                  <a:lnTo>
                    <a:pt x="974484" y="1162675"/>
                  </a:lnTo>
                  <a:lnTo>
                    <a:pt x="974534" y="1162651"/>
                  </a:lnTo>
                  <a:lnTo>
                    <a:pt x="974549" y="1162646"/>
                  </a:lnTo>
                  <a:lnTo>
                    <a:pt x="974564" y="1162641"/>
                  </a:lnTo>
                  <a:lnTo>
                    <a:pt x="974578" y="1162637"/>
                  </a:lnTo>
                  <a:lnTo>
                    <a:pt x="974593" y="1162630"/>
                  </a:lnTo>
                  <a:lnTo>
                    <a:pt x="974608" y="1162625"/>
                  </a:lnTo>
                  <a:lnTo>
                    <a:pt x="974623" y="1162619"/>
                  </a:lnTo>
                  <a:lnTo>
                    <a:pt x="974638" y="1162614"/>
                  </a:lnTo>
                  <a:lnTo>
                    <a:pt x="974646" y="1162612"/>
                  </a:lnTo>
                  <a:lnTo>
                    <a:pt x="974652" y="1162608"/>
                  </a:lnTo>
                  <a:lnTo>
                    <a:pt x="974667" y="1162602"/>
                  </a:lnTo>
                  <a:lnTo>
                    <a:pt x="974682" y="1162596"/>
                  </a:lnTo>
                  <a:lnTo>
                    <a:pt x="974697" y="1162592"/>
                  </a:lnTo>
                  <a:lnTo>
                    <a:pt x="974712" y="1162587"/>
                  </a:lnTo>
                  <a:lnTo>
                    <a:pt x="974726" y="1162582"/>
                  </a:lnTo>
                  <a:lnTo>
                    <a:pt x="974741" y="1162579"/>
                  </a:lnTo>
                  <a:lnTo>
                    <a:pt x="974756" y="1162576"/>
                  </a:lnTo>
                  <a:lnTo>
                    <a:pt x="974771" y="1162574"/>
                  </a:lnTo>
                  <a:lnTo>
                    <a:pt x="974786" y="1162571"/>
                  </a:lnTo>
                  <a:lnTo>
                    <a:pt x="974802" y="1162568"/>
                  </a:lnTo>
                  <a:lnTo>
                    <a:pt x="974804" y="1162554"/>
                  </a:lnTo>
                  <a:lnTo>
                    <a:pt x="974802" y="1162539"/>
                  </a:lnTo>
                  <a:lnTo>
                    <a:pt x="974804" y="1162524"/>
                  </a:lnTo>
                  <a:lnTo>
                    <a:pt x="974806" y="1162509"/>
                  </a:lnTo>
                  <a:lnTo>
                    <a:pt x="974807" y="1162494"/>
                  </a:lnTo>
                  <a:lnTo>
                    <a:pt x="974809" y="1162479"/>
                  </a:lnTo>
                  <a:lnTo>
                    <a:pt x="974809" y="1162464"/>
                  </a:lnTo>
                  <a:lnTo>
                    <a:pt x="974807" y="1162449"/>
                  </a:lnTo>
                  <a:lnTo>
                    <a:pt x="974805" y="1162421"/>
                  </a:lnTo>
                  <a:lnTo>
                    <a:pt x="974805" y="1162399"/>
                  </a:lnTo>
                  <a:lnTo>
                    <a:pt x="974810" y="1162363"/>
                  </a:lnTo>
                  <a:lnTo>
                    <a:pt x="974810" y="1162348"/>
                  </a:lnTo>
                  <a:lnTo>
                    <a:pt x="974808" y="1162333"/>
                  </a:lnTo>
                  <a:lnTo>
                    <a:pt x="974805" y="1162324"/>
                  </a:lnTo>
                  <a:lnTo>
                    <a:pt x="974805" y="1162318"/>
                  </a:lnTo>
                  <a:lnTo>
                    <a:pt x="974805" y="1162310"/>
                  </a:lnTo>
                  <a:lnTo>
                    <a:pt x="974807" y="1162304"/>
                  </a:lnTo>
                  <a:lnTo>
                    <a:pt x="974811" y="1162292"/>
                  </a:lnTo>
                  <a:lnTo>
                    <a:pt x="974812" y="1162287"/>
                  </a:lnTo>
                  <a:lnTo>
                    <a:pt x="974817" y="1162273"/>
                  </a:lnTo>
                  <a:lnTo>
                    <a:pt x="974825" y="1162256"/>
                  </a:lnTo>
                  <a:lnTo>
                    <a:pt x="974831" y="1162250"/>
                  </a:lnTo>
                  <a:lnTo>
                    <a:pt x="974835" y="1162244"/>
                  </a:lnTo>
                  <a:lnTo>
                    <a:pt x="974842" y="1162237"/>
                  </a:lnTo>
                  <a:lnTo>
                    <a:pt x="974849" y="1162230"/>
                  </a:lnTo>
                  <a:lnTo>
                    <a:pt x="974863" y="1162219"/>
                  </a:lnTo>
                  <a:lnTo>
                    <a:pt x="974875" y="1162200"/>
                  </a:lnTo>
                  <a:lnTo>
                    <a:pt x="974880" y="1162188"/>
                  </a:lnTo>
                  <a:lnTo>
                    <a:pt x="974880" y="1162180"/>
                  </a:lnTo>
                  <a:lnTo>
                    <a:pt x="974878" y="1162173"/>
                  </a:lnTo>
                  <a:lnTo>
                    <a:pt x="974876" y="1162170"/>
                  </a:lnTo>
                  <a:lnTo>
                    <a:pt x="974875" y="1162158"/>
                  </a:lnTo>
                  <a:lnTo>
                    <a:pt x="974870" y="1162143"/>
                  </a:lnTo>
                  <a:lnTo>
                    <a:pt x="974863" y="1162128"/>
                  </a:lnTo>
                  <a:lnTo>
                    <a:pt x="974861" y="1162120"/>
                  </a:lnTo>
                  <a:lnTo>
                    <a:pt x="974857" y="1162113"/>
                  </a:lnTo>
                  <a:lnTo>
                    <a:pt x="974852" y="1162098"/>
                  </a:lnTo>
                  <a:lnTo>
                    <a:pt x="974852" y="1162083"/>
                  </a:lnTo>
                  <a:lnTo>
                    <a:pt x="974852" y="1162068"/>
                  </a:lnTo>
                  <a:lnTo>
                    <a:pt x="974852" y="1162053"/>
                  </a:lnTo>
                  <a:lnTo>
                    <a:pt x="974850" y="1162038"/>
                  </a:lnTo>
                  <a:lnTo>
                    <a:pt x="974846" y="1162022"/>
                  </a:lnTo>
                  <a:lnTo>
                    <a:pt x="974848" y="1162008"/>
                  </a:lnTo>
                  <a:lnTo>
                    <a:pt x="974849" y="1162002"/>
                  </a:lnTo>
                  <a:lnTo>
                    <a:pt x="974852" y="1161993"/>
                  </a:lnTo>
                  <a:lnTo>
                    <a:pt x="974857" y="1161975"/>
                  </a:lnTo>
                  <a:lnTo>
                    <a:pt x="974861" y="1161962"/>
                  </a:lnTo>
                  <a:lnTo>
                    <a:pt x="974867" y="1161947"/>
                  </a:lnTo>
                  <a:lnTo>
                    <a:pt x="974880" y="1161933"/>
                  </a:lnTo>
                  <a:lnTo>
                    <a:pt x="974885" y="1161928"/>
                  </a:lnTo>
                  <a:lnTo>
                    <a:pt x="974891" y="1161918"/>
                  </a:lnTo>
                  <a:lnTo>
                    <a:pt x="974899" y="1161903"/>
                  </a:lnTo>
                  <a:lnTo>
                    <a:pt x="974904" y="1161888"/>
                  </a:lnTo>
                  <a:lnTo>
                    <a:pt x="974905" y="1161873"/>
                  </a:lnTo>
                  <a:lnTo>
                    <a:pt x="974904" y="1161860"/>
                  </a:lnTo>
                  <a:lnTo>
                    <a:pt x="974907" y="1161843"/>
                  </a:lnTo>
                  <a:lnTo>
                    <a:pt x="974907" y="1161837"/>
                  </a:lnTo>
                  <a:lnTo>
                    <a:pt x="974910" y="1161828"/>
                  </a:lnTo>
                  <a:lnTo>
                    <a:pt x="974915" y="1161813"/>
                  </a:lnTo>
                  <a:lnTo>
                    <a:pt x="974922" y="1161790"/>
                  </a:lnTo>
                  <a:lnTo>
                    <a:pt x="974927" y="1161774"/>
                  </a:lnTo>
                  <a:lnTo>
                    <a:pt x="974934" y="1161759"/>
                  </a:lnTo>
                  <a:lnTo>
                    <a:pt x="974936" y="1161752"/>
                  </a:lnTo>
                  <a:lnTo>
                    <a:pt x="974940" y="1161744"/>
                  </a:lnTo>
                  <a:lnTo>
                    <a:pt x="974946" y="1161729"/>
                  </a:lnTo>
                  <a:lnTo>
                    <a:pt x="974953" y="1161714"/>
                  </a:lnTo>
                  <a:lnTo>
                    <a:pt x="974957" y="1161704"/>
                  </a:lnTo>
                  <a:lnTo>
                    <a:pt x="974960" y="1161696"/>
                  </a:lnTo>
                  <a:lnTo>
                    <a:pt x="974969" y="1161684"/>
                  </a:lnTo>
                  <a:lnTo>
                    <a:pt x="974976" y="1161676"/>
                  </a:lnTo>
                  <a:lnTo>
                    <a:pt x="974979" y="1161670"/>
                  </a:lnTo>
                  <a:lnTo>
                    <a:pt x="974982" y="1161663"/>
                  </a:lnTo>
                  <a:lnTo>
                    <a:pt x="974981" y="1161655"/>
                  </a:lnTo>
                  <a:lnTo>
                    <a:pt x="974976" y="1161640"/>
                  </a:lnTo>
                  <a:lnTo>
                    <a:pt x="974970" y="1161625"/>
                  </a:lnTo>
                  <a:lnTo>
                    <a:pt x="974964" y="1161610"/>
                  </a:lnTo>
                  <a:lnTo>
                    <a:pt x="974960" y="1161595"/>
                  </a:lnTo>
                  <a:lnTo>
                    <a:pt x="974957" y="1161580"/>
                  </a:lnTo>
                  <a:lnTo>
                    <a:pt x="974957" y="1161564"/>
                  </a:lnTo>
                  <a:lnTo>
                    <a:pt x="974955" y="1161550"/>
                  </a:lnTo>
                  <a:lnTo>
                    <a:pt x="974953" y="1161545"/>
                  </a:lnTo>
                  <a:lnTo>
                    <a:pt x="974950" y="1161537"/>
                  </a:lnTo>
                  <a:lnTo>
                    <a:pt x="974937" y="1161521"/>
                  </a:lnTo>
                  <a:lnTo>
                    <a:pt x="974925" y="1161510"/>
                  </a:lnTo>
                  <a:lnTo>
                    <a:pt x="974910" y="1161501"/>
                  </a:lnTo>
                  <a:lnTo>
                    <a:pt x="974895" y="1161493"/>
                  </a:lnTo>
                  <a:lnTo>
                    <a:pt x="974881" y="1161482"/>
                  </a:lnTo>
                  <a:lnTo>
                    <a:pt x="974874" y="1161476"/>
                  </a:lnTo>
                  <a:lnTo>
                    <a:pt x="974870" y="1161470"/>
                  </a:lnTo>
                  <a:lnTo>
                    <a:pt x="974876" y="1161454"/>
                  </a:lnTo>
                  <a:lnTo>
                    <a:pt x="974879" y="1161444"/>
                  </a:lnTo>
                  <a:lnTo>
                    <a:pt x="974882" y="1161438"/>
                  </a:lnTo>
                  <a:lnTo>
                    <a:pt x="974890" y="1161423"/>
                  </a:lnTo>
                  <a:lnTo>
                    <a:pt x="974896" y="1161408"/>
                  </a:lnTo>
                  <a:lnTo>
                    <a:pt x="974897" y="1161393"/>
                  </a:lnTo>
                  <a:lnTo>
                    <a:pt x="974899" y="1161378"/>
                  </a:lnTo>
                  <a:lnTo>
                    <a:pt x="974904" y="1161363"/>
                  </a:lnTo>
                  <a:lnTo>
                    <a:pt x="974909" y="1161348"/>
                  </a:lnTo>
                  <a:lnTo>
                    <a:pt x="974914" y="1161333"/>
                  </a:lnTo>
                  <a:lnTo>
                    <a:pt x="974919" y="1161316"/>
                  </a:lnTo>
                  <a:lnTo>
                    <a:pt x="974924" y="1161303"/>
                  </a:lnTo>
                  <a:lnTo>
                    <a:pt x="974928" y="1161287"/>
                  </a:lnTo>
                  <a:lnTo>
                    <a:pt x="974932" y="1161272"/>
                  </a:lnTo>
                  <a:lnTo>
                    <a:pt x="974933" y="1161257"/>
                  </a:lnTo>
                  <a:lnTo>
                    <a:pt x="974932" y="1161242"/>
                  </a:lnTo>
                  <a:lnTo>
                    <a:pt x="974917" y="1161192"/>
                  </a:lnTo>
                  <a:lnTo>
                    <a:pt x="974912" y="1161177"/>
                  </a:lnTo>
                  <a:lnTo>
                    <a:pt x="974906" y="1161162"/>
                  </a:lnTo>
                  <a:lnTo>
                    <a:pt x="974905" y="1161154"/>
                  </a:lnTo>
                  <a:lnTo>
                    <a:pt x="974902" y="1161147"/>
                  </a:lnTo>
                  <a:lnTo>
                    <a:pt x="974900" y="1161141"/>
                  </a:lnTo>
                  <a:lnTo>
                    <a:pt x="974891" y="1161133"/>
                  </a:lnTo>
                  <a:lnTo>
                    <a:pt x="974876" y="1161126"/>
                  </a:lnTo>
                  <a:lnTo>
                    <a:pt x="974869" y="1161122"/>
                  </a:lnTo>
                  <a:lnTo>
                    <a:pt x="974861" y="1161120"/>
                  </a:lnTo>
                  <a:lnTo>
                    <a:pt x="974846" y="1161114"/>
                  </a:lnTo>
                  <a:lnTo>
                    <a:pt x="974831" y="1161109"/>
                  </a:lnTo>
                  <a:lnTo>
                    <a:pt x="974817" y="1161105"/>
                  </a:lnTo>
                  <a:lnTo>
                    <a:pt x="974812" y="1161104"/>
                  </a:lnTo>
                  <a:lnTo>
                    <a:pt x="974802" y="1161098"/>
                  </a:lnTo>
                  <a:lnTo>
                    <a:pt x="974787" y="1161090"/>
                  </a:lnTo>
                  <a:lnTo>
                    <a:pt x="974772" y="1161082"/>
                  </a:lnTo>
                  <a:lnTo>
                    <a:pt x="974764" y="1161076"/>
                  </a:lnTo>
                  <a:lnTo>
                    <a:pt x="974757" y="1161073"/>
                  </a:lnTo>
                  <a:lnTo>
                    <a:pt x="974743" y="1161065"/>
                  </a:lnTo>
                  <a:lnTo>
                    <a:pt x="974728" y="1161058"/>
                  </a:lnTo>
                  <a:lnTo>
                    <a:pt x="974713" y="1161049"/>
                  </a:lnTo>
                  <a:lnTo>
                    <a:pt x="974698" y="1161041"/>
                  </a:lnTo>
                  <a:lnTo>
                    <a:pt x="974683" y="1161032"/>
                  </a:lnTo>
                  <a:lnTo>
                    <a:pt x="974668" y="1161022"/>
                  </a:lnTo>
                  <a:lnTo>
                    <a:pt x="974653" y="1161011"/>
                  </a:lnTo>
                  <a:lnTo>
                    <a:pt x="974640" y="1161000"/>
                  </a:lnTo>
                  <a:lnTo>
                    <a:pt x="974625" y="1160988"/>
                  </a:lnTo>
                  <a:lnTo>
                    <a:pt x="974618" y="1160981"/>
                  </a:lnTo>
                  <a:lnTo>
                    <a:pt x="974613" y="1160973"/>
                  </a:lnTo>
                  <a:lnTo>
                    <a:pt x="974603" y="1160958"/>
                  </a:lnTo>
                  <a:lnTo>
                    <a:pt x="974592" y="1160945"/>
                  </a:lnTo>
                  <a:lnTo>
                    <a:pt x="974584" y="1160936"/>
                  </a:lnTo>
                  <a:lnTo>
                    <a:pt x="974580" y="1160929"/>
                  </a:lnTo>
                  <a:lnTo>
                    <a:pt x="974577" y="1160915"/>
                  </a:lnTo>
                  <a:lnTo>
                    <a:pt x="974571" y="1160899"/>
                  </a:lnTo>
                  <a:lnTo>
                    <a:pt x="974562" y="1160884"/>
                  </a:lnTo>
                  <a:lnTo>
                    <a:pt x="974547" y="1160871"/>
                  </a:lnTo>
                  <a:lnTo>
                    <a:pt x="974533" y="1160862"/>
                  </a:lnTo>
                  <a:lnTo>
                    <a:pt x="974518" y="1160854"/>
                  </a:lnTo>
                  <a:lnTo>
                    <a:pt x="974503" y="1160843"/>
                  </a:lnTo>
                  <a:lnTo>
                    <a:pt x="974496" y="1160839"/>
                  </a:lnTo>
                  <a:lnTo>
                    <a:pt x="974489" y="1160830"/>
                  </a:lnTo>
                  <a:lnTo>
                    <a:pt x="974475" y="1160817"/>
                  </a:lnTo>
                  <a:lnTo>
                    <a:pt x="974464" y="1160802"/>
                  </a:lnTo>
                  <a:lnTo>
                    <a:pt x="974453" y="1160787"/>
                  </a:lnTo>
                  <a:lnTo>
                    <a:pt x="974450" y="1160780"/>
                  </a:lnTo>
                  <a:lnTo>
                    <a:pt x="974442" y="1160773"/>
                  </a:lnTo>
                  <a:lnTo>
                    <a:pt x="974428" y="1160762"/>
                  </a:lnTo>
                  <a:lnTo>
                    <a:pt x="974413" y="1160754"/>
                  </a:lnTo>
                  <a:lnTo>
                    <a:pt x="974397" y="1160744"/>
                  </a:lnTo>
                  <a:lnTo>
                    <a:pt x="974383" y="1160735"/>
                  </a:lnTo>
                  <a:lnTo>
                    <a:pt x="974368" y="1160726"/>
                  </a:lnTo>
                  <a:lnTo>
                    <a:pt x="974356" y="1160716"/>
                  </a:lnTo>
                  <a:lnTo>
                    <a:pt x="974344" y="1160699"/>
                  </a:lnTo>
                  <a:lnTo>
                    <a:pt x="974317" y="1160660"/>
                  </a:lnTo>
                  <a:lnTo>
                    <a:pt x="974307" y="1160646"/>
                  </a:lnTo>
                  <a:lnTo>
                    <a:pt x="974302" y="1160633"/>
                  </a:lnTo>
                  <a:lnTo>
                    <a:pt x="974297" y="1160616"/>
                  </a:lnTo>
                  <a:lnTo>
                    <a:pt x="974294" y="1160608"/>
                  </a:lnTo>
                  <a:lnTo>
                    <a:pt x="974294" y="1160601"/>
                  </a:lnTo>
                  <a:lnTo>
                    <a:pt x="974292" y="1160586"/>
                  </a:lnTo>
                  <a:lnTo>
                    <a:pt x="974288" y="1160569"/>
                  </a:lnTo>
                  <a:lnTo>
                    <a:pt x="974280" y="1160556"/>
                  </a:lnTo>
                  <a:lnTo>
                    <a:pt x="974268" y="1160541"/>
                  </a:lnTo>
                  <a:lnTo>
                    <a:pt x="974258" y="1160526"/>
                  </a:lnTo>
                  <a:lnTo>
                    <a:pt x="974253" y="1160511"/>
                  </a:lnTo>
                  <a:lnTo>
                    <a:pt x="974247" y="1160496"/>
                  </a:lnTo>
                  <a:lnTo>
                    <a:pt x="974244" y="1160487"/>
                  </a:lnTo>
                  <a:lnTo>
                    <a:pt x="974238" y="1160479"/>
                  </a:lnTo>
                  <a:lnTo>
                    <a:pt x="974226" y="1160466"/>
                  </a:lnTo>
                  <a:lnTo>
                    <a:pt x="974214" y="1160451"/>
                  </a:lnTo>
                  <a:lnTo>
                    <a:pt x="974201" y="1160436"/>
                  </a:lnTo>
                  <a:lnTo>
                    <a:pt x="974189" y="1160421"/>
                  </a:lnTo>
                  <a:lnTo>
                    <a:pt x="974184" y="1160406"/>
                  </a:lnTo>
                  <a:lnTo>
                    <a:pt x="974175" y="1160384"/>
                  </a:lnTo>
                  <a:lnTo>
                    <a:pt x="974168" y="1160373"/>
                  </a:lnTo>
                  <a:lnTo>
                    <a:pt x="974165" y="1160370"/>
                  </a:lnTo>
                  <a:lnTo>
                    <a:pt x="974155" y="1160367"/>
                  </a:lnTo>
                  <a:lnTo>
                    <a:pt x="974151" y="1160366"/>
                  </a:lnTo>
                  <a:lnTo>
                    <a:pt x="974146" y="1160362"/>
                  </a:lnTo>
                  <a:lnTo>
                    <a:pt x="974141" y="1160358"/>
                  </a:lnTo>
                  <a:lnTo>
                    <a:pt x="974136" y="1160349"/>
                  </a:lnTo>
                  <a:lnTo>
                    <a:pt x="974125" y="1160334"/>
                  </a:lnTo>
                  <a:lnTo>
                    <a:pt x="974110" y="1160325"/>
                  </a:lnTo>
                  <a:lnTo>
                    <a:pt x="974104" y="1160321"/>
                  </a:lnTo>
                  <a:lnTo>
                    <a:pt x="974095" y="1160318"/>
                  </a:lnTo>
                  <a:lnTo>
                    <a:pt x="974080" y="1160314"/>
                  </a:lnTo>
                  <a:lnTo>
                    <a:pt x="974065" y="1160308"/>
                  </a:lnTo>
                  <a:lnTo>
                    <a:pt x="974050" y="1160301"/>
                  </a:lnTo>
                  <a:lnTo>
                    <a:pt x="974035" y="1160292"/>
                  </a:lnTo>
                  <a:lnTo>
                    <a:pt x="974021" y="1160282"/>
                  </a:lnTo>
                  <a:lnTo>
                    <a:pt x="974015" y="1160277"/>
                  </a:lnTo>
                  <a:lnTo>
                    <a:pt x="974006" y="1160273"/>
                  </a:lnTo>
                  <a:lnTo>
                    <a:pt x="973997" y="1160270"/>
                  </a:lnTo>
                  <a:lnTo>
                    <a:pt x="973991" y="1160266"/>
                  </a:lnTo>
                  <a:lnTo>
                    <a:pt x="973976" y="1160259"/>
                  </a:lnTo>
                  <a:lnTo>
                    <a:pt x="973961" y="1160250"/>
                  </a:lnTo>
                  <a:lnTo>
                    <a:pt x="973946" y="1160238"/>
                  </a:lnTo>
                  <a:lnTo>
                    <a:pt x="973933" y="1160230"/>
                  </a:lnTo>
                  <a:lnTo>
                    <a:pt x="973918" y="1160225"/>
                  </a:lnTo>
                  <a:lnTo>
                    <a:pt x="973903" y="1160223"/>
                  </a:lnTo>
                  <a:lnTo>
                    <a:pt x="973895" y="1160223"/>
                  </a:lnTo>
                  <a:lnTo>
                    <a:pt x="973888" y="1160223"/>
                  </a:lnTo>
                  <a:lnTo>
                    <a:pt x="973873" y="1160226"/>
                  </a:lnTo>
                  <a:lnTo>
                    <a:pt x="973859" y="1160229"/>
                  </a:lnTo>
                  <a:lnTo>
                    <a:pt x="973844" y="1160232"/>
                  </a:lnTo>
                  <a:lnTo>
                    <a:pt x="973829" y="1160238"/>
                  </a:lnTo>
                  <a:lnTo>
                    <a:pt x="973814" y="1160244"/>
                  </a:lnTo>
                  <a:lnTo>
                    <a:pt x="973799" y="1160251"/>
                  </a:lnTo>
                  <a:lnTo>
                    <a:pt x="973788" y="1160257"/>
                  </a:lnTo>
                  <a:lnTo>
                    <a:pt x="973770" y="1160267"/>
                  </a:lnTo>
                  <a:lnTo>
                    <a:pt x="973755" y="1160275"/>
                  </a:lnTo>
                  <a:lnTo>
                    <a:pt x="973740" y="1160282"/>
                  </a:lnTo>
                  <a:lnTo>
                    <a:pt x="973725" y="1160291"/>
                  </a:lnTo>
                  <a:lnTo>
                    <a:pt x="973711" y="1160298"/>
                  </a:lnTo>
                  <a:lnTo>
                    <a:pt x="973695" y="1160302"/>
                  </a:lnTo>
                  <a:lnTo>
                    <a:pt x="973681" y="1160308"/>
                  </a:lnTo>
                  <a:lnTo>
                    <a:pt x="973666" y="1160318"/>
                  </a:lnTo>
                  <a:lnTo>
                    <a:pt x="973651" y="1160330"/>
                  </a:lnTo>
                  <a:lnTo>
                    <a:pt x="973636" y="1160340"/>
                  </a:lnTo>
                  <a:lnTo>
                    <a:pt x="973631" y="1160344"/>
                  </a:lnTo>
                  <a:lnTo>
                    <a:pt x="973622" y="1160347"/>
                  </a:lnTo>
                  <a:lnTo>
                    <a:pt x="973618" y="1160350"/>
                  </a:lnTo>
                  <a:lnTo>
                    <a:pt x="973608" y="1160354"/>
                  </a:lnTo>
                  <a:lnTo>
                    <a:pt x="973592" y="1160360"/>
                  </a:lnTo>
                  <a:lnTo>
                    <a:pt x="973577" y="1160369"/>
                  </a:lnTo>
                  <a:lnTo>
                    <a:pt x="973563" y="1160381"/>
                  </a:lnTo>
                  <a:lnTo>
                    <a:pt x="973547" y="1160392"/>
                  </a:lnTo>
                  <a:lnTo>
                    <a:pt x="973533" y="1160400"/>
                  </a:lnTo>
                  <a:lnTo>
                    <a:pt x="973518" y="1160405"/>
                  </a:lnTo>
                  <a:lnTo>
                    <a:pt x="973514" y="1160406"/>
                  </a:lnTo>
                  <a:lnTo>
                    <a:pt x="973503" y="1160405"/>
                  </a:lnTo>
                  <a:lnTo>
                    <a:pt x="973488" y="1160407"/>
                  </a:lnTo>
                  <a:lnTo>
                    <a:pt x="973474" y="1160411"/>
                  </a:lnTo>
                  <a:lnTo>
                    <a:pt x="973459" y="1160414"/>
                  </a:lnTo>
                  <a:lnTo>
                    <a:pt x="973454" y="1160415"/>
                  </a:lnTo>
                  <a:lnTo>
                    <a:pt x="973449" y="1160415"/>
                  </a:lnTo>
                  <a:lnTo>
                    <a:pt x="973444" y="1160416"/>
                  </a:lnTo>
                  <a:lnTo>
                    <a:pt x="973429" y="1160418"/>
                  </a:lnTo>
                  <a:lnTo>
                    <a:pt x="973414" y="1160421"/>
                  </a:lnTo>
                  <a:lnTo>
                    <a:pt x="973399" y="1160426"/>
                  </a:lnTo>
                  <a:lnTo>
                    <a:pt x="973384" y="1160430"/>
                  </a:lnTo>
                  <a:lnTo>
                    <a:pt x="973370" y="1160432"/>
                  </a:lnTo>
                  <a:lnTo>
                    <a:pt x="973355" y="1160431"/>
                  </a:lnTo>
                  <a:lnTo>
                    <a:pt x="973340" y="1160425"/>
                  </a:lnTo>
                  <a:lnTo>
                    <a:pt x="973334" y="1160423"/>
                  </a:lnTo>
                  <a:lnTo>
                    <a:pt x="973325" y="1160417"/>
                  </a:lnTo>
                  <a:lnTo>
                    <a:pt x="973311" y="1160410"/>
                  </a:lnTo>
                  <a:lnTo>
                    <a:pt x="973305" y="1160408"/>
                  </a:lnTo>
                  <a:lnTo>
                    <a:pt x="973297" y="1160405"/>
                  </a:lnTo>
                  <a:lnTo>
                    <a:pt x="973281" y="1160398"/>
                  </a:lnTo>
                  <a:lnTo>
                    <a:pt x="973266" y="1160390"/>
                  </a:lnTo>
                  <a:lnTo>
                    <a:pt x="973251" y="1160382"/>
                  </a:lnTo>
                  <a:lnTo>
                    <a:pt x="973247" y="1160379"/>
                  </a:lnTo>
                  <a:lnTo>
                    <a:pt x="973236" y="1160375"/>
                  </a:lnTo>
                  <a:lnTo>
                    <a:pt x="973228" y="1160373"/>
                  </a:lnTo>
                  <a:lnTo>
                    <a:pt x="973221" y="1160371"/>
                  </a:lnTo>
                  <a:lnTo>
                    <a:pt x="973207" y="1160366"/>
                  </a:lnTo>
                  <a:lnTo>
                    <a:pt x="973192" y="1160360"/>
                  </a:lnTo>
                  <a:lnTo>
                    <a:pt x="973177" y="1160354"/>
                  </a:lnTo>
                  <a:lnTo>
                    <a:pt x="973162" y="1160350"/>
                  </a:lnTo>
                  <a:lnTo>
                    <a:pt x="973147" y="1160345"/>
                  </a:lnTo>
                  <a:lnTo>
                    <a:pt x="973136" y="1160342"/>
                  </a:lnTo>
                  <a:lnTo>
                    <a:pt x="973124" y="1160338"/>
                  </a:lnTo>
                  <a:lnTo>
                    <a:pt x="973118" y="1160334"/>
                  </a:lnTo>
                  <a:lnTo>
                    <a:pt x="973103" y="1160327"/>
                  </a:lnTo>
                  <a:lnTo>
                    <a:pt x="973088" y="1160320"/>
                  </a:lnTo>
                  <a:lnTo>
                    <a:pt x="973073" y="1160311"/>
                  </a:lnTo>
                  <a:lnTo>
                    <a:pt x="973057" y="1160299"/>
                  </a:lnTo>
                  <a:lnTo>
                    <a:pt x="973051" y="1160292"/>
                  </a:lnTo>
                  <a:lnTo>
                    <a:pt x="973048" y="1160285"/>
                  </a:lnTo>
                  <a:lnTo>
                    <a:pt x="973041" y="1160270"/>
                  </a:lnTo>
                  <a:lnTo>
                    <a:pt x="973036" y="1160255"/>
                  </a:lnTo>
                  <a:lnTo>
                    <a:pt x="973032" y="1160240"/>
                  </a:lnTo>
                  <a:lnTo>
                    <a:pt x="973029" y="1160225"/>
                  </a:lnTo>
                  <a:lnTo>
                    <a:pt x="973026" y="1160210"/>
                  </a:lnTo>
                  <a:lnTo>
                    <a:pt x="973026" y="1160202"/>
                  </a:lnTo>
                  <a:lnTo>
                    <a:pt x="973025" y="1160195"/>
                  </a:lnTo>
                  <a:lnTo>
                    <a:pt x="973023" y="1160180"/>
                  </a:lnTo>
                  <a:lnTo>
                    <a:pt x="973019" y="1160165"/>
                  </a:lnTo>
                  <a:lnTo>
                    <a:pt x="973016" y="1160159"/>
                  </a:lnTo>
                  <a:lnTo>
                    <a:pt x="973010" y="1160149"/>
                  </a:lnTo>
                  <a:lnTo>
                    <a:pt x="973005" y="1160147"/>
                  </a:lnTo>
                  <a:lnTo>
                    <a:pt x="972997" y="1160149"/>
                  </a:lnTo>
                  <a:lnTo>
                    <a:pt x="972989" y="1160151"/>
                  </a:lnTo>
                  <a:lnTo>
                    <a:pt x="972978" y="1160152"/>
                  </a:lnTo>
                  <a:lnTo>
                    <a:pt x="972963" y="1160151"/>
                  </a:lnTo>
                  <a:lnTo>
                    <a:pt x="972951" y="1160137"/>
                  </a:lnTo>
                  <a:lnTo>
                    <a:pt x="972938" y="1160118"/>
                  </a:lnTo>
                  <a:lnTo>
                    <a:pt x="972932" y="1160108"/>
                  </a:lnTo>
                  <a:lnTo>
                    <a:pt x="972909" y="1160094"/>
                  </a:lnTo>
                  <a:lnTo>
                    <a:pt x="972865" y="1160036"/>
                  </a:lnTo>
                  <a:lnTo>
                    <a:pt x="972859" y="1160024"/>
                  </a:lnTo>
                  <a:lnTo>
                    <a:pt x="972854" y="1160010"/>
                  </a:lnTo>
                  <a:lnTo>
                    <a:pt x="972851" y="1160004"/>
                  </a:lnTo>
                  <a:lnTo>
                    <a:pt x="972849" y="1159993"/>
                  </a:lnTo>
                  <a:lnTo>
                    <a:pt x="972846" y="1159978"/>
                  </a:lnTo>
                  <a:lnTo>
                    <a:pt x="972843" y="1159963"/>
                  </a:lnTo>
                  <a:lnTo>
                    <a:pt x="972840" y="1159948"/>
                  </a:lnTo>
                  <a:lnTo>
                    <a:pt x="972835" y="1159933"/>
                  </a:lnTo>
                  <a:lnTo>
                    <a:pt x="972831" y="1159918"/>
                  </a:lnTo>
                  <a:lnTo>
                    <a:pt x="972829" y="1159912"/>
                  </a:lnTo>
                  <a:lnTo>
                    <a:pt x="972829" y="1159903"/>
                  </a:lnTo>
                  <a:lnTo>
                    <a:pt x="972828" y="1159887"/>
                  </a:lnTo>
                  <a:lnTo>
                    <a:pt x="972829" y="1159873"/>
                  </a:lnTo>
                  <a:lnTo>
                    <a:pt x="972830" y="1159858"/>
                  </a:lnTo>
                  <a:lnTo>
                    <a:pt x="972833" y="1159843"/>
                  </a:lnTo>
                  <a:lnTo>
                    <a:pt x="972838" y="1159828"/>
                  </a:lnTo>
                  <a:lnTo>
                    <a:pt x="972844" y="1159811"/>
                  </a:lnTo>
                  <a:lnTo>
                    <a:pt x="972850" y="1159780"/>
                  </a:lnTo>
                  <a:lnTo>
                    <a:pt x="972850" y="1159765"/>
                  </a:lnTo>
                  <a:lnTo>
                    <a:pt x="972852" y="1159750"/>
                  </a:lnTo>
                  <a:lnTo>
                    <a:pt x="972857" y="1159735"/>
                  </a:lnTo>
                  <a:lnTo>
                    <a:pt x="972859" y="1159727"/>
                  </a:lnTo>
                  <a:lnTo>
                    <a:pt x="972863" y="1159719"/>
                  </a:lnTo>
                  <a:lnTo>
                    <a:pt x="972868" y="1159704"/>
                  </a:lnTo>
                  <a:lnTo>
                    <a:pt x="972874" y="1159689"/>
                  </a:lnTo>
                  <a:lnTo>
                    <a:pt x="972884" y="1159674"/>
                  </a:lnTo>
                  <a:lnTo>
                    <a:pt x="972890" y="1159659"/>
                  </a:lnTo>
                  <a:lnTo>
                    <a:pt x="972894" y="1159652"/>
                  </a:lnTo>
                  <a:lnTo>
                    <a:pt x="972896" y="1159644"/>
                  </a:lnTo>
                  <a:lnTo>
                    <a:pt x="972905" y="1159629"/>
                  </a:lnTo>
                  <a:lnTo>
                    <a:pt x="972912" y="1159614"/>
                  </a:lnTo>
                  <a:lnTo>
                    <a:pt x="972917" y="1159599"/>
                  </a:lnTo>
                  <a:lnTo>
                    <a:pt x="972920" y="1159584"/>
                  </a:lnTo>
                  <a:lnTo>
                    <a:pt x="972920" y="1159578"/>
                  </a:lnTo>
                  <a:lnTo>
                    <a:pt x="972917" y="1159569"/>
                  </a:lnTo>
                  <a:lnTo>
                    <a:pt x="972914" y="1159554"/>
                  </a:lnTo>
                  <a:lnTo>
                    <a:pt x="972911" y="1159539"/>
                  </a:lnTo>
                  <a:lnTo>
                    <a:pt x="972910" y="1159523"/>
                  </a:lnTo>
                  <a:lnTo>
                    <a:pt x="972910" y="1159515"/>
                  </a:lnTo>
                  <a:lnTo>
                    <a:pt x="972912" y="1159508"/>
                  </a:lnTo>
                  <a:lnTo>
                    <a:pt x="972915" y="1159493"/>
                  </a:lnTo>
                  <a:lnTo>
                    <a:pt x="972913" y="1159476"/>
                  </a:lnTo>
                  <a:lnTo>
                    <a:pt x="972916" y="1159460"/>
                  </a:lnTo>
                  <a:lnTo>
                    <a:pt x="972919" y="1159448"/>
                  </a:lnTo>
                  <a:lnTo>
                    <a:pt x="972922" y="1159443"/>
                  </a:lnTo>
                  <a:lnTo>
                    <a:pt x="972932" y="1159433"/>
                  </a:lnTo>
                  <a:lnTo>
                    <a:pt x="972945" y="1159420"/>
                  </a:lnTo>
                  <a:lnTo>
                    <a:pt x="972952" y="1159405"/>
                  </a:lnTo>
                  <a:lnTo>
                    <a:pt x="972955" y="1159400"/>
                  </a:lnTo>
                  <a:lnTo>
                    <a:pt x="972957" y="1159390"/>
                  </a:lnTo>
                  <a:lnTo>
                    <a:pt x="972958" y="1159375"/>
                  </a:lnTo>
                  <a:lnTo>
                    <a:pt x="972958" y="1159369"/>
                  </a:lnTo>
                  <a:lnTo>
                    <a:pt x="972957" y="1159364"/>
                  </a:lnTo>
                  <a:lnTo>
                    <a:pt x="972952" y="1159360"/>
                  </a:lnTo>
                  <a:lnTo>
                    <a:pt x="972939" y="1159347"/>
                  </a:lnTo>
                  <a:lnTo>
                    <a:pt x="972935" y="1159343"/>
                  </a:lnTo>
                  <a:lnTo>
                    <a:pt x="972931" y="1159336"/>
                  </a:lnTo>
                  <a:lnTo>
                    <a:pt x="972930" y="1159332"/>
                  </a:lnTo>
                  <a:lnTo>
                    <a:pt x="972926" y="1159328"/>
                  </a:lnTo>
                  <a:lnTo>
                    <a:pt x="972924" y="1159317"/>
                  </a:lnTo>
                  <a:lnTo>
                    <a:pt x="972920" y="1159301"/>
                  </a:lnTo>
                  <a:lnTo>
                    <a:pt x="972919" y="1159296"/>
                  </a:lnTo>
                  <a:lnTo>
                    <a:pt x="972913" y="1159286"/>
                  </a:lnTo>
                  <a:lnTo>
                    <a:pt x="972902" y="1159272"/>
                  </a:lnTo>
                  <a:lnTo>
                    <a:pt x="972900" y="1159266"/>
                  </a:lnTo>
                  <a:lnTo>
                    <a:pt x="972902" y="1159257"/>
                  </a:lnTo>
                  <a:lnTo>
                    <a:pt x="972902" y="1159242"/>
                  </a:lnTo>
                  <a:lnTo>
                    <a:pt x="972902" y="1159227"/>
                  </a:lnTo>
                  <a:lnTo>
                    <a:pt x="972904" y="1159219"/>
                  </a:lnTo>
                  <a:lnTo>
                    <a:pt x="972904" y="1159210"/>
                  </a:lnTo>
                  <a:lnTo>
                    <a:pt x="972900" y="1159197"/>
                  </a:lnTo>
                  <a:lnTo>
                    <a:pt x="972894" y="1159188"/>
                  </a:lnTo>
                  <a:lnTo>
                    <a:pt x="972892" y="1159182"/>
                  </a:lnTo>
                  <a:lnTo>
                    <a:pt x="972889" y="1159167"/>
                  </a:lnTo>
                  <a:lnTo>
                    <a:pt x="972886" y="1159152"/>
                  </a:lnTo>
                  <a:lnTo>
                    <a:pt x="972882" y="1159137"/>
                  </a:lnTo>
                  <a:lnTo>
                    <a:pt x="972882" y="1159131"/>
                  </a:lnTo>
                  <a:lnTo>
                    <a:pt x="972879" y="1159122"/>
                  </a:lnTo>
                  <a:lnTo>
                    <a:pt x="972876" y="1159107"/>
                  </a:lnTo>
                  <a:lnTo>
                    <a:pt x="972876" y="1159102"/>
                  </a:lnTo>
                  <a:lnTo>
                    <a:pt x="972877" y="1159081"/>
                  </a:lnTo>
                  <a:lnTo>
                    <a:pt x="972875" y="1159074"/>
                  </a:lnTo>
                  <a:lnTo>
                    <a:pt x="972869" y="1159068"/>
                  </a:lnTo>
                  <a:lnTo>
                    <a:pt x="972859" y="1159064"/>
                  </a:lnTo>
                  <a:lnTo>
                    <a:pt x="972844" y="1159055"/>
                  </a:lnTo>
                  <a:lnTo>
                    <a:pt x="972829" y="1159047"/>
                  </a:lnTo>
                  <a:lnTo>
                    <a:pt x="972814" y="1159040"/>
                  </a:lnTo>
                  <a:lnTo>
                    <a:pt x="972799" y="1159031"/>
                  </a:lnTo>
                  <a:lnTo>
                    <a:pt x="972786" y="1159017"/>
                  </a:lnTo>
                  <a:lnTo>
                    <a:pt x="972776" y="1159002"/>
                  </a:lnTo>
                  <a:lnTo>
                    <a:pt x="972765" y="1158987"/>
                  </a:lnTo>
                  <a:lnTo>
                    <a:pt x="972759" y="1158976"/>
                  </a:lnTo>
                  <a:lnTo>
                    <a:pt x="972758" y="1158970"/>
                  </a:lnTo>
                  <a:lnTo>
                    <a:pt x="972760" y="1158956"/>
                  </a:lnTo>
                  <a:lnTo>
                    <a:pt x="972764" y="1158941"/>
                  </a:lnTo>
                  <a:lnTo>
                    <a:pt x="972764" y="1158927"/>
                  </a:lnTo>
                  <a:lnTo>
                    <a:pt x="972764" y="1158911"/>
                  </a:lnTo>
                  <a:lnTo>
                    <a:pt x="972761" y="1158896"/>
                  </a:lnTo>
                  <a:lnTo>
                    <a:pt x="972761" y="1158887"/>
                  </a:lnTo>
                  <a:lnTo>
                    <a:pt x="972762" y="1158881"/>
                  </a:lnTo>
                  <a:lnTo>
                    <a:pt x="972764" y="1158866"/>
                  </a:lnTo>
                  <a:lnTo>
                    <a:pt x="972764" y="1158851"/>
                  </a:lnTo>
                  <a:lnTo>
                    <a:pt x="972764" y="1158843"/>
                  </a:lnTo>
                  <a:lnTo>
                    <a:pt x="972762" y="1158836"/>
                  </a:lnTo>
                  <a:lnTo>
                    <a:pt x="972760" y="1158829"/>
                  </a:lnTo>
                  <a:lnTo>
                    <a:pt x="972758" y="1158821"/>
                  </a:lnTo>
                  <a:lnTo>
                    <a:pt x="972755" y="1158806"/>
                  </a:lnTo>
                  <a:lnTo>
                    <a:pt x="972753" y="1158791"/>
                  </a:lnTo>
                  <a:lnTo>
                    <a:pt x="972754" y="1158776"/>
                  </a:lnTo>
                  <a:lnTo>
                    <a:pt x="972754" y="1158761"/>
                  </a:lnTo>
                  <a:lnTo>
                    <a:pt x="972753" y="1158746"/>
                  </a:lnTo>
                  <a:lnTo>
                    <a:pt x="972753" y="1158739"/>
                  </a:lnTo>
                  <a:lnTo>
                    <a:pt x="972748" y="1158731"/>
                  </a:lnTo>
                  <a:lnTo>
                    <a:pt x="972745" y="1158723"/>
                  </a:lnTo>
                  <a:lnTo>
                    <a:pt x="972743" y="1158716"/>
                  </a:lnTo>
                  <a:lnTo>
                    <a:pt x="972740" y="1158707"/>
                  </a:lnTo>
                  <a:lnTo>
                    <a:pt x="972740" y="1158701"/>
                  </a:lnTo>
                  <a:lnTo>
                    <a:pt x="972736" y="1158686"/>
                  </a:lnTo>
                  <a:lnTo>
                    <a:pt x="972734" y="1158670"/>
                  </a:lnTo>
                  <a:lnTo>
                    <a:pt x="972732" y="1158655"/>
                  </a:lnTo>
                  <a:lnTo>
                    <a:pt x="972732" y="1158649"/>
                  </a:lnTo>
                  <a:lnTo>
                    <a:pt x="972735" y="1158640"/>
                  </a:lnTo>
                  <a:lnTo>
                    <a:pt x="972740" y="1158624"/>
                  </a:lnTo>
                  <a:lnTo>
                    <a:pt x="972744" y="1158607"/>
                  </a:lnTo>
                  <a:lnTo>
                    <a:pt x="972745" y="1158595"/>
                  </a:lnTo>
                  <a:lnTo>
                    <a:pt x="972745" y="1158585"/>
                  </a:lnTo>
                  <a:lnTo>
                    <a:pt x="972745" y="1158577"/>
                  </a:lnTo>
                  <a:lnTo>
                    <a:pt x="972750" y="1158570"/>
                  </a:lnTo>
                  <a:lnTo>
                    <a:pt x="972755" y="1158565"/>
                  </a:lnTo>
                  <a:lnTo>
                    <a:pt x="972768" y="1158549"/>
                  </a:lnTo>
                  <a:lnTo>
                    <a:pt x="972774" y="1158536"/>
                  </a:lnTo>
                  <a:lnTo>
                    <a:pt x="972785" y="1158521"/>
                  </a:lnTo>
                  <a:lnTo>
                    <a:pt x="972793" y="1158506"/>
                  </a:lnTo>
                  <a:lnTo>
                    <a:pt x="972802" y="1158491"/>
                  </a:lnTo>
                  <a:lnTo>
                    <a:pt x="972818" y="1158461"/>
                  </a:lnTo>
                  <a:lnTo>
                    <a:pt x="972828" y="1158446"/>
                  </a:lnTo>
                  <a:lnTo>
                    <a:pt x="972840" y="1158432"/>
                  </a:lnTo>
                  <a:lnTo>
                    <a:pt x="972852" y="1158419"/>
                  </a:lnTo>
                  <a:lnTo>
                    <a:pt x="972865" y="1158404"/>
                  </a:lnTo>
                  <a:lnTo>
                    <a:pt x="972876" y="1158389"/>
                  </a:lnTo>
                  <a:lnTo>
                    <a:pt x="972887" y="1158374"/>
                  </a:lnTo>
                  <a:lnTo>
                    <a:pt x="972890" y="1158369"/>
                  </a:lnTo>
                  <a:lnTo>
                    <a:pt x="972892" y="1158346"/>
                  </a:lnTo>
                  <a:lnTo>
                    <a:pt x="972891" y="1158340"/>
                  </a:lnTo>
                  <a:lnTo>
                    <a:pt x="972890" y="1158325"/>
                  </a:lnTo>
                  <a:lnTo>
                    <a:pt x="972888" y="1158310"/>
                  </a:lnTo>
                  <a:lnTo>
                    <a:pt x="972886" y="1158295"/>
                  </a:lnTo>
                  <a:lnTo>
                    <a:pt x="972885" y="1158290"/>
                  </a:lnTo>
                  <a:lnTo>
                    <a:pt x="972886" y="1158280"/>
                  </a:lnTo>
                  <a:lnTo>
                    <a:pt x="972882" y="1158265"/>
                  </a:lnTo>
                  <a:lnTo>
                    <a:pt x="972877" y="1158250"/>
                  </a:lnTo>
                  <a:lnTo>
                    <a:pt x="972872" y="1158235"/>
                  </a:lnTo>
                  <a:lnTo>
                    <a:pt x="972871" y="1158229"/>
                  </a:lnTo>
                  <a:lnTo>
                    <a:pt x="972867" y="1158222"/>
                  </a:lnTo>
                  <a:lnTo>
                    <a:pt x="972867" y="1158212"/>
                  </a:lnTo>
                  <a:lnTo>
                    <a:pt x="972875" y="1158190"/>
                  </a:lnTo>
                  <a:lnTo>
                    <a:pt x="972874" y="1158181"/>
                  </a:lnTo>
                  <a:lnTo>
                    <a:pt x="972874" y="1158173"/>
                  </a:lnTo>
                  <a:lnTo>
                    <a:pt x="972873" y="1158166"/>
                  </a:lnTo>
                  <a:lnTo>
                    <a:pt x="972869" y="1158151"/>
                  </a:lnTo>
                  <a:lnTo>
                    <a:pt x="972863" y="1158136"/>
                  </a:lnTo>
                  <a:lnTo>
                    <a:pt x="972858" y="1158121"/>
                  </a:lnTo>
                  <a:lnTo>
                    <a:pt x="972855" y="1158106"/>
                  </a:lnTo>
                  <a:lnTo>
                    <a:pt x="972852" y="1158091"/>
                  </a:lnTo>
                  <a:lnTo>
                    <a:pt x="972852" y="1158086"/>
                  </a:lnTo>
                  <a:lnTo>
                    <a:pt x="972849" y="1158077"/>
                  </a:lnTo>
                  <a:lnTo>
                    <a:pt x="972844" y="1158061"/>
                  </a:lnTo>
                  <a:lnTo>
                    <a:pt x="972842" y="1158054"/>
                  </a:lnTo>
                  <a:lnTo>
                    <a:pt x="972842" y="1158046"/>
                  </a:lnTo>
                  <a:lnTo>
                    <a:pt x="972841" y="1158038"/>
                  </a:lnTo>
                  <a:lnTo>
                    <a:pt x="972842" y="1158031"/>
                  </a:lnTo>
                  <a:lnTo>
                    <a:pt x="972841" y="1158015"/>
                  </a:lnTo>
                  <a:lnTo>
                    <a:pt x="972836" y="1158000"/>
                  </a:lnTo>
                  <a:lnTo>
                    <a:pt x="972830" y="1157985"/>
                  </a:lnTo>
                  <a:lnTo>
                    <a:pt x="972827" y="1157977"/>
                  </a:lnTo>
                  <a:lnTo>
                    <a:pt x="972827" y="1157970"/>
                  </a:lnTo>
                  <a:lnTo>
                    <a:pt x="972823" y="1157955"/>
                  </a:lnTo>
                  <a:lnTo>
                    <a:pt x="972822" y="1157949"/>
                  </a:lnTo>
                  <a:lnTo>
                    <a:pt x="972817" y="1157940"/>
                  </a:lnTo>
                  <a:lnTo>
                    <a:pt x="972814" y="1157936"/>
                  </a:lnTo>
                  <a:lnTo>
                    <a:pt x="972803" y="1157929"/>
                  </a:lnTo>
                  <a:lnTo>
                    <a:pt x="972790" y="1157921"/>
                  </a:lnTo>
                  <a:lnTo>
                    <a:pt x="972775" y="1157902"/>
                  </a:lnTo>
                  <a:lnTo>
                    <a:pt x="972770" y="1157895"/>
                  </a:lnTo>
                  <a:lnTo>
                    <a:pt x="972767" y="1157887"/>
                  </a:lnTo>
                  <a:lnTo>
                    <a:pt x="972763" y="1157872"/>
                  </a:lnTo>
                  <a:lnTo>
                    <a:pt x="972763" y="1157866"/>
                  </a:lnTo>
                  <a:lnTo>
                    <a:pt x="972760" y="1157857"/>
                  </a:lnTo>
                  <a:lnTo>
                    <a:pt x="972755" y="1157842"/>
                  </a:lnTo>
                  <a:lnTo>
                    <a:pt x="972750" y="1157827"/>
                  </a:lnTo>
                  <a:lnTo>
                    <a:pt x="972747" y="1157805"/>
                  </a:lnTo>
                  <a:lnTo>
                    <a:pt x="972743" y="1157796"/>
                  </a:lnTo>
                  <a:lnTo>
                    <a:pt x="972732" y="1157773"/>
                  </a:lnTo>
                  <a:lnTo>
                    <a:pt x="972728" y="1157769"/>
                  </a:lnTo>
                  <a:lnTo>
                    <a:pt x="972723" y="1157758"/>
                  </a:lnTo>
                  <a:lnTo>
                    <a:pt x="972714" y="1157743"/>
                  </a:lnTo>
                  <a:lnTo>
                    <a:pt x="972710" y="1157727"/>
                  </a:lnTo>
                  <a:lnTo>
                    <a:pt x="972703" y="1157712"/>
                  </a:lnTo>
                  <a:lnTo>
                    <a:pt x="972701" y="1157706"/>
                  </a:lnTo>
                  <a:lnTo>
                    <a:pt x="972699" y="1157697"/>
                  </a:lnTo>
                  <a:lnTo>
                    <a:pt x="972697" y="1157682"/>
                  </a:lnTo>
                  <a:lnTo>
                    <a:pt x="972697" y="1157667"/>
                  </a:lnTo>
                  <a:lnTo>
                    <a:pt x="972699" y="1157652"/>
                  </a:lnTo>
                  <a:lnTo>
                    <a:pt x="972701" y="1157637"/>
                  </a:lnTo>
                  <a:lnTo>
                    <a:pt x="972704" y="1157622"/>
                  </a:lnTo>
                  <a:lnTo>
                    <a:pt x="972706" y="1157607"/>
                  </a:lnTo>
                  <a:lnTo>
                    <a:pt x="972706" y="1157592"/>
                  </a:lnTo>
                  <a:lnTo>
                    <a:pt x="972709" y="1157577"/>
                  </a:lnTo>
                  <a:lnTo>
                    <a:pt x="972714" y="1157562"/>
                  </a:lnTo>
                  <a:lnTo>
                    <a:pt x="972716" y="1157547"/>
                  </a:lnTo>
                  <a:lnTo>
                    <a:pt x="972715" y="1157532"/>
                  </a:lnTo>
                  <a:lnTo>
                    <a:pt x="972713" y="1157517"/>
                  </a:lnTo>
                  <a:lnTo>
                    <a:pt x="972712" y="1157506"/>
                  </a:lnTo>
                  <a:lnTo>
                    <a:pt x="972710" y="1157502"/>
                  </a:lnTo>
                  <a:lnTo>
                    <a:pt x="972705" y="1157487"/>
                  </a:lnTo>
                  <a:lnTo>
                    <a:pt x="972701" y="1157472"/>
                  </a:lnTo>
                  <a:lnTo>
                    <a:pt x="972701" y="1157466"/>
                  </a:lnTo>
                  <a:lnTo>
                    <a:pt x="972706" y="1157455"/>
                  </a:lnTo>
                  <a:lnTo>
                    <a:pt x="972714" y="1157442"/>
                  </a:lnTo>
                  <a:lnTo>
                    <a:pt x="972720" y="1157426"/>
                  </a:lnTo>
                  <a:lnTo>
                    <a:pt x="972726" y="1157413"/>
                  </a:lnTo>
                  <a:lnTo>
                    <a:pt x="972726" y="1157407"/>
                  </a:lnTo>
                  <a:lnTo>
                    <a:pt x="972731" y="1157396"/>
                  </a:lnTo>
                  <a:lnTo>
                    <a:pt x="972736" y="1157388"/>
                  </a:lnTo>
                  <a:lnTo>
                    <a:pt x="972742" y="1157382"/>
                  </a:lnTo>
                  <a:lnTo>
                    <a:pt x="972757" y="1157367"/>
                  </a:lnTo>
                  <a:lnTo>
                    <a:pt x="972772" y="1157357"/>
                  </a:lnTo>
                  <a:lnTo>
                    <a:pt x="972787" y="1157348"/>
                  </a:lnTo>
                  <a:lnTo>
                    <a:pt x="972801" y="1157340"/>
                  </a:lnTo>
                  <a:lnTo>
                    <a:pt x="972817" y="1157332"/>
                  </a:lnTo>
                  <a:lnTo>
                    <a:pt x="972831" y="1157325"/>
                  </a:lnTo>
                  <a:lnTo>
                    <a:pt x="972846" y="1157314"/>
                  </a:lnTo>
                  <a:lnTo>
                    <a:pt x="972861" y="1157306"/>
                  </a:lnTo>
                  <a:lnTo>
                    <a:pt x="972876" y="1157298"/>
                  </a:lnTo>
                  <a:lnTo>
                    <a:pt x="972882" y="1157292"/>
                  </a:lnTo>
                  <a:lnTo>
                    <a:pt x="972882" y="1157278"/>
                  </a:lnTo>
                  <a:lnTo>
                    <a:pt x="972877" y="1157244"/>
                  </a:lnTo>
                  <a:lnTo>
                    <a:pt x="972872" y="1157229"/>
                  </a:lnTo>
                  <a:lnTo>
                    <a:pt x="972865" y="1157214"/>
                  </a:lnTo>
                  <a:lnTo>
                    <a:pt x="972857" y="1157188"/>
                  </a:lnTo>
                  <a:lnTo>
                    <a:pt x="972855" y="1157183"/>
                  </a:lnTo>
                  <a:lnTo>
                    <a:pt x="972855" y="1157176"/>
                  </a:lnTo>
                  <a:lnTo>
                    <a:pt x="972853" y="1157161"/>
                  </a:lnTo>
                  <a:lnTo>
                    <a:pt x="972850" y="1157146"/>
                  </a:lnTo>
                  <a:lnTo>
                    <a:pt x="972844" y="1157131"/>
                  </a:lnTo>
                  <a:lnTo>
                    <a:pt x="972833" y="1157116"/>
                  </a:lnTo>
                  <a:lnTo>
                    <a:pt x="972821" y="1157100"/>
                  </a:lnTo>
                  <a:lnTo>
                    <a:pt x="972818" y="1157097"/>
                  </a:lnTo>
                  <a:lnTo>
                    <a:pt x="972814" y="1157085"/>
                  </a:lnTo>
                  <a:lnTo>
                    <a:pt x="972808" y="1157070"/>
                  </a:lnTo>
                  <a:lnTo>
                    <a:pt x="972801" y="1157055"/>
                  </a:lnTo>
                  <a:lnTo>
                    <a:pt x="972791" y="1157040"/>
                  </a:lnTo>
                  <a:lnTo>
                    <a:pt x="972782" y="1157025"/>
                  </a:lnTo>
                  <a:lnTo>
                    <a:pt x="972776" y="1157010"/>
                  </a:lnTo>
                  <a:lnTo>
                    <a:pt x="972769" y="1156995"/>
                  </a:lnTo>
                  <a:lnTo>
                    <a:pt x="972758" y="1156980"/>
                  </a:lnTo>
                  <a:lnTo>
                    <a:pt x="972744" y="1156967"/>
                  </a:lnTo>
                  <a:lnTo>
                    <a:pt x="972730" y="1156955"/>
                  </a:lnTo>
                  <a:lnTo>
                    <a:pt x="972723" y="1156949"/>
                  </a:lnTo>
                  <a:lnTo>
                    <a:pt x="972717" y="1156940"/>
                  </a:lnTo>
                  <a:lnTo>
                    <a:pt x="972723" y="1156926"/>
                  </a:lnTo>
                  <a:lnTo>
                    <a:pt x="972728" y="1156911"/>
                  </a:lnTo>
                  <a:lnTo>
                    <a:pt x="972732" y="1156896"/>
                  </a:lnTo>
                  <a:lnTo>
                    <a:pt x="972735" y="1156887"/>
                  </a:lnTo>
                  <a:lnTo>
                    <a:pt x="972735" y="1156881"/>
                  </a:lnTo>
                  <a:lnTo>
                    <a:pt x="972735" y="1156866"/>
                  </a:lnTo>
                  <a:lnTo>
                    <a:pt x="972734" y="1156851"/>
                  </a:lnTo>
                  <a:lnTo>
                    <a:pt x="972737" y="1156836"/>
                  </a:lnTo>
                  <a:lnTo>
                    <a:pt x="972743" y="1156821"/>
                  </a:lnTo>
                  <a:lnTo>
                    <a:pt x="972747" y="1156812"/>
                  </a:lnTo>
                  <a:lnTo>
                    <a:pt x="972751" y="1156806"/>
                  </a:lnTo>
                  <a:lnTo>
                    <a:pt x="972758" y="1156791"/>
                  </a:lnTo>
                  <a:lnTo>
                    <a:pt x="972767" y="1156776"/>
                  </a:lnTo>
                  <a:lnTo>
                    <a:pt x="972770" y="1156760"/>
                  </a:lnTo>
                  <a:lnTo>
                    <a:pt x="972772" y="1156754"/>
                  </a:lnTo>
                  <a:lnTo>
                    <a:pt x="972774" y="1156745"/>
                  </a:lnTo>
                  <a:lnTo>
                    <a:pt x="972781" y="1156730"/>
                  </a:lnTo>
                  <a:lnTo>
                    <a:pt x="972784" y="1156724"/>
                  </a:lnTo>
                  <a:lnTo>
                    <a:pt x="972791" y="1156713"/>
                  </a:lnTo>
                  <a:lnTo>
                    <a:pt x="972799" y="1156700"/>
                  </a:lnTo>
                  <a:lnTo>
                    <a:pt x="972805" y="1156690"/>
                  </a:lnTo>
                  <a:lnTo>
                    <a:pt x="972807" y="1156685"/>
                  </a:lnTo>
                  <a:lnTo>
                    <a:pt x="972804" y="1156676"/>
                  </a:lnTo>
                  <a:lnTo>
                    <a:pt x="972802" y="1156670"/>
                  </a:lnTo>
                  <a:lnTo>
                    <a:pt x="972798" y="1156655"/>
                  </a:lnTo>
                  <a:lnTo>
                    <a:pt x="972793" y="1156640"/>
                  </a:lnTo>
                  <a:lnTo>
                    <a:pt x="972790" y="1156632"/>
                  </a:lnTo>
                  <a:lnTo>
                    <a:pt x="972788" y="1156625"/>
                  </a:lnTo>
                  <a:lnTo>
                    <a:pt x="972782" y="1156610"/>
                  </a:lnTo>
                  <a:lnTo>
                    <a:pt x="972776" y="1156595"/>
                  </a:lnTo>
                  <a:lnTo>
                    <a:pt x="972770" y="1156580"/>
                  </a:lnTo>
                  <a:lnTo>
                    <a:pt x="972763" y="1156565"/>
                  </a:lnTo>
                  <a:lnTo>
                    <a:pt x="972759" y="1156550"/>
                  </a:lnTo>
                  <a:lnTo>
                    <a:pt x="972758" y="1156535"/>
                  </a:lnTo>
                  <a:lnTo>
                    <a:pt x="972757" y="1156519"/>
                  </a:lnTo>
                  <a:lnTo>
                    <a:pt x="972757" y="1156504"/>
                  </a:lnTo>
                  <a:lnTo>
                    <a:pt x="972753" y="1156489"/>
                  </a:lnTo>
                  <a:lnTo>
                    <a:pt x="972748" y="1156474"/>
                  </a:lnTo>
                  <a:lnTo>
                    <a:pt x="972744" y="1156459"/>
                  </a:lnTo>
                  <a:lnTo>
                    <a:pt x="972739" y="1156444"/>
                  </a:lnTo>
                  <a:lnTo>
                    <a:pt x="972732" y="1156429"/>
                  </a:lnTo>
                  <a:lnTo>
                    <a:pt x="972724" y="1156414"/>
                  </a:lnTo>
                  <a:lnTo>
                    <a:pt x="972716" y="1156399"/>
                  </a:lnTo>
                  <a:lnTo>
                    <a:pt x="972708" y="1156384"/>
                  </a:lnTo>
                  <a:lnTo>
                    <a:pt x="972705" y="1156378"/>
                  </a:lnTo>
                  <a:lnTo>
                    <a:pt x="972701" y="1156369"/>
                  </a:lnTo>
                  <a:lnTo>
                    <a:pt x="972696" y="1156357"/>
                  </a:lnTo>
                  <a:lnTo>
                    <a:pt x="972694" y="1156352"/>
                  </a:lnTo>
                  <a:lnTo>
                    <a:pt x="972679" y="1156327"/>
                  </a:lnTo>
                  <a:lnTo>
                    <a:pt x="972664" y="1156313"/>
                  </a:lnTo>
                  <a:lnTo>
                    <a:pt x="972649" y="1156301"/>
                  </a:lnTo>
                  <a:lnTo>
                    <a:pt x="972634" y="1156292"/>
                  </a:lnTo>
                  <a:lnTo>
                    <a:pt x="972622" y="1156286"/>
                  </a:lnTo>
                  <a:lnTo>
                    <a:pt x="972617" y="1156283"/>
                  </a:lnTo>
                  <a:lnTo>
                    <a:pt x="972612" y="1156279"/>
                  </a:lnTo>
                  <a:lnTo>
                    <a:pt x="972609" y="1156274"/>
                  </a:lnTo>
                  <a:lnTo>
                    <a:pt x="972608" y="1156263"/>
                  </a:lnTo>
                  <a:lnTo>
                    <a:pt x="972606" y="1156247"/>
                  </a:lnTo>
                  <a:lnTo>
                    <a:pt x="972606" y="1156241"/>
                  </a:lnTo>
                  <a:lnTo>
                    <a:pt x="972603" y="1156232"/>
                  </a:lnTo>
                  <a:lnTo>
                    <a:pt x="972597" y="1156216"/>
                  </a:lnTo>
                  <a:lnTo>
                    <a:pt x="972597" y="1156172"/>
                  </a:lnTo>
                  <a:lnTo>
                    <a:pt x="972599" y="1156157"/>
                  </a:lnTo>
                  <a:lnTo>
                    <a:pt x="972601" y="1156140"/>
                  </a:lnTo>
                  <a:lnTo>
                    <a:pt x="972605" y="1156127"/>
                  </a:lnTo>
                  <a:lnTo>
                    <a:pt x="972610" y="1156112"/>
                  </a:lnTo>
                  <a:lnTo>
                    <a:pt x="972613" y="1156097"/>
                  </a:lnTo>
                  <a:lnTo>
                    <a:pt x="972613" y="1156082"/>
                  </a:lnTo>
                  <a:lnTo>
                    <a:pt x="972611" y="1156067"/>
                  </a:lnTo>
                  <a:lnTo>
                    <a:pt x="972606" y="1156052"/>
                  </a:lnTo>
                  <a:lnTo>
                    <a:pt x="972604" y="1156046"/>
                  </a:lnTo>
                  <a:lnTo>
                    <a:pt x="972604" y="1156037"/>
                  </a:lnTo>
                  <a:lnTo>
                    <a:pt x="972605" y="1156032"/>
                  </a:lnTo>
                  <a:lnTo>
                    <a:pt x="972604" y="1156022"/>
                  </a:lnTo>
                  <a:lnTo>
                    <a:pt x="972603" y="1156007"/>
                  </a:lnTo>
                  <a:lnTo>
                    <a:pt x="972603" y="1155992"/>
                  </a:lnTo>
                  <a:lnTo>
                    <a:pt x="972607" y="1155977"/>
                  </a:lnTo>
                  <a:lnTo>
                    <a:pt x="972611" y="1155961"/>
                  </a:lnTo>
                  <a:lnTo>
                    <a:pt x="972611" y="1155946"/>
                  </a:lnTo>
                  <a:lnTo>
                    <a:pt x="972614" y="1155931"/>
                  </a:lnTo>
                  <a:lnTo>
                    <a:pt x="972621" y="1155916"/>
                  </a:lnTo>
                  <a:lnTo>
                    <a:pt x="972623" y="1155909"/>
                  </a:lnTo>
                  <a:lnTo>
                    <a:pt x="972628" y="1155899"/>
                  </a:lnTo>
                  <a:lnTo>
                    <a:pt x="972634" y="1155886"/>
                  </a:lnTo>
                  <a:lnTo>
                    <a:pt x="972641" y="1155871"/>
                  </a:lnTo>
                  <a:lnTo>
                    <a:pt x="972647" y="1155856"/>
                  </a:lnTo>
                  <a:lnTo>
                    <a:pt x="972651" y="1155841"/>
                  </a:lnTo>
                  <a:lnTo>
                    <a:pt x="972650" y="1155826"/>
                  </a:lnTo>
                  <a:lnTo>
                    <a:pt x="972645" y="1155810"/>
                  </a:lnTo>
                  <a:lnTo>
                    <a:pt x="972644" y="1155804"/>
                  </a:lnTo>
                  <a:lnTo>
                    <a:pt x="972639" y="1155795"/>
                  </a:lnTo>
                  <a:lnTo>
                    <a:pt x="972638" y="1155791"/>
                  </a:lnTo>
                  <a:lnTo>
                    <a:pt x="972619" y="1155754"/>
                  </a:lnTo>
                  <a:lnTo>
                    <a:pt x="972614" y="1155739"/>
                  </a:lnTo>
                  <a:lnTo>
                    <a:pt x="972611" y="1155733"/>
                  </a:lnTo>
                  <a:lnTo>
                    <a:pt x="972609" y="1155723"/>
                  </a:lnTo>
                  <a:lnTo>
                    <a:pt x="972607" y="1155709"/>
                  </a:lnTo>
                  <a:lnTo>
                    <a:pt x="972605" y="1155697"/>
                  </a:lnTo>
                  <a:lnTo>
                    <a:pt x="972603" y="1155693"/>
                  </a:lnTo>
                  <a:lnTo>
                    <a:pt x="972597" y="1155678"/>
                  </a:lnTo>
                  <a:lnTo>
                    <a:pt x="972594" y="1155669"/>
                  </a:lnTo>
                  <a:lnTo>
                    <a:pt x="972590" y="1155663"/>
                  </a:lnTo>
                  <a:lnTo>
                    <a:pt x="972584" y="1155648"/>
                  </a:lnTo>
                  <a:lnTo>
                    <a:pt x="972581" y="1155642"/>
                  </a:lnTo>
                  <a:lnTo>
                    <a:pt x="972577" y="1155633"/>
                  </a:lnTo>
                  <a:lnTo>
                    <a:pt x="972570" y="1155618"/>
                  </a:lnTo>
                  <a:lnTo>
                    <a:pt x="972563" y="1155603"/>
                  </a:lnTo>
                  <a:lnTo>
                    <a:pt x="972556" y="1155588"/>
                  </a:lnTo>
                  <a:lnTo>
                    <a:pt x="972548" y="1155573"/>
                  </a:lnTo>
                  <a:lnTo>
                    <a:pt x="972543" y="1155558"/>
                  </a:lnTo>
                  <a:lnTo>
                    <a:pt x="972538" y="1155543"/>
                  </a:lnTo>
                  <a:lnTo>
                    <a:pt x="972536" y="1155537"/>
                  </a:lnTo>
                  <a:lnTo>
                    <a:pt x="972536" y="1155528"/>
                  </a:lnTo>
                  <a:lnTo>
                    <a:pt x="972534" y="1155513"/>
                  </a:lnTo>
                  <a:lnTo>
                    <a:pt x="972533" y="1155498"/>
                  </a:lnTo>
                  <a:lnTo>
                    <a:pt x="972533" y="1155483"/>
                  </a:lnTo>
                  <a:lnTo>
                    <a:pt x="972535" y="1155468"/>
                  </a:lnTo>
                  <a:lnTo>
                    <a:pt x="972534" y="1155453"/>
                  </a:lnTo>
                  <a:lnTo>
                    <a:pt x="972533" y="1155437"/>
                  </a:lnTo>
                  <a:lnTo>
                    <a:pt x="972532" y="1155422"/>
                  </a:lnTo>
                  <a:lnTo>
                    <a:pt x="972528" y="1155407"/>
                  </a:lnTo>
                  <a:lnTo>
                    <a:pt x="972525" y="1155392"/>
                  </a:lnTo>
                  <a:lnTo>
                    <a:pt x="972521" y="1155377"/>
                  </a:lnTo>
                  <a:lnTo>
                    <a:pt x="972518" y="1155368"/>
                  </a:lnTo>
                  <a:lnTo>
                    <a:pt x="972514" y="1155362"/>
                  </a:lnTo>
                  <a:lnTo>
                    <a:pt x="972502" y="1155347"/>
                  </a:lnTo>
                  <a:lnTo>
                    <a:pt x="972498" y="1155343"/>
                  </a:lnTo>
                  <a:lnTo>
                    <a:pt x="972494" y="1155338"/>
                  </a:lnTo>
                  <a:lnTo>
                    <a:pt x="972492" y="1155332"/>
                  </a:lnTo>
                  <a:lnTo>
                    <a:pt x="972490" y="1155317"/>
                  </a:lnTo>
                  <a:lnTo>
                    <a:pt x="972484" y="1155302"/>
                  </a:lnTo>
                  <a:lnTo>
                    <a:pt x="972479" y="1155285"/>
                  </a:lnTo>
                  <a:lnTo>
                    <a:pt x="972475" y="1155272"/>
                  </a:lnTo>
                  <a:lnTo>
                    <a:pt x="972470" y="1155257"/>
                  </a:lnTo>
                  <a:lnTo>
                    <a:pt x="972466" y="1155249"/>
                  </a:lnTo>
                  <a:lnTo>
                    <a:pt x="972464" y="1155242"/>
                  </a:lnTo>
                  <a:lnTo>
                    <a:pt x="972462" y="1155232"/>
                  </a:lnTo>
                  <a:lnTo>
                    <a:pt x="972464" y="1155227"/>
                  </a:lnTo>
                  <a:lnTo>
                    <a:pt x="972464" y="1155212"/>
                  </a:lnTo>
                  <a:lnTo>
                    <a:pt x="972464" y="1155197"/>
                  </a:lnTo>
                  <a:lnTo>
                    <a:pt x="972462" y="1155181"/>
                  </a:lnTo>
                  <a:lnTo>
                    <a:pt x="972461" y="1155166"/>
                  </a:lnTo>
                  <a:lnTo>
                    <a:pt x="972459" y="1155151"/>
                  </a:lnTo>
                  <a:lnTo>
                    <a:pt x="972454" y="1155136"/>
                  </a:lnTo>
                  <a:lnTo>
                    <a:pt x="972449" y="1155127"/>
                  </a:lnTo>
                  <a:lnTo>
                    <a:pt x="972444" y="1155121"/>
                  </a:lnTo>
                  <a:lnTo>
                    <a:pt x="972429" y="1155111"/>
                  </a:lnTo>
                  <a:lnTo>
                    <a:pt x="972414" y="1155104"/>
                  </a:lnTo>
                  <a:lnTo>
                    <a:pt x="972398" y="1155097"/>
                  </a:lnTo>
                  <a:lnTo>
                    <a:pt x="972384" y="1155093"/>
                  </a:lnTo>
                  <a:lnTo>
                    <a:pt x="972369" y="1155088"/>
                  </a:lnTo>
                  <a:lnTo>
                    <a:pt x="972354" y="1155082"/>
                  </a:lnTo>
                  <a:lnTo>
                    <a:pt x="972339" y="1155076"/>
                  </a:lnTo>
                  <a:lnTo>
                    <a:pt x="972325" y="1155069"/>
                  </a:lnTo>
                  <a:lnTo>
                    <a:pt x="972310" y="1155059"/>
                  </a:lnTo>
                  <a:lnTo>
                    <a:pt x="972295" y="1155049"/>
                  </a:lnTo>
                  <a:lnTo>
                    <a:pt x="972280" y="1155041"/>
                  </a:lnTo>
                  <a:lnTo>
                    <a:pt x="972264" y="1155031"/>
                  </a:lnTo>
                  <a:lnTo>
                    <a:pt x="972258" y="1155023"/>
                  </a:lnTo>
                  <a:lnTo>
                    <a:pt x="972256" y="1155017"/>
                  </a:lnTo>
                  <a:lnTo>
                    <a:pt x="972250" y="1155002"/>
                  </a:lnTo>
                  <a:lnTo>
                    <a:pt x="972245" y="1154994"/>
                  </a:lnTo>
                  <a:lnTo>
                    <a:pt x="972238" y="1154987"/>
                  </a:lnTo>
                  <a:lnTo>
                    <a:pt x="972225" y="1154973"/>
                  </a:lnTo>
                  <a:lnTo>
                    <a:pt x="972213" y="1154959"/>
                  </a:lnTo>
                  <a:lnTo>
                    <a:pt x="972198" y="1154946"/>
                  </a:lnTo>
                  <a:lnTo>
                    <a:pt x="972184" y="1154933"/>
                  </a:lnTo>
                  <a:lnTo>
                    <a:pt x="972174" y="1154920"/>
                  </a:lnTo>
                  <a:lnTo>
                    <a:pt x="972161" y="1154905"/>
                  </a:lnTo>
                  <a:lnTo>
                    <a:pt x="972149" y="1154891"/>
                  </a:lnTo>
                  <a:lnTo>
                    <a:pt x="972145" y="1154887"/>
                  </a:lnTo>
                  <a:lnTo>
                    <a:pt x="972139" y="1154876"/>
                  </a:lnTo>
                  <a:lnTo>
                    <a:pt x="972129" y="1154862"/>
                  </a:lnTo>
                  <a:lnTo>
                    <a:pt x="972119" y="1154847"/>
                  </a:lnTo>
                  <a:lnTo>
                    <a:pt x="972109" y="1154832"/>
                  </a:lnTo>
                  <a:lnTo>
                    <a:pt x="972100" y="1154817"/>
                  </a:lnTo>
                  <a:lnTo>
                    <a:pt x="972088" y="1154802"/>
                  </a:lnTo>
                  <a:lnTo>
                    <a:pt x="972074" y="1154788"/>
                  </a:lnTo>
                  <a:lnTo>
                    <a:pt x="972059" y="1154774"/>
                  </a:lnTo>
                  <a:lnTo>
                    <a:pt x="972057" y="1154761"/>
                  </a:lnTo>
                  <a:lnTo>
                    <a:pt x="972057" y="1154746"/>
                  </a:lnTo>
                  <a:lnTo>
                    <a:pt x="972058" y="1154731"/>
                  </a:lnTo>
                  <a:lnTo>
                    <a:pt x="972058" y="1154716"/>
                  </a:lnTo>
                  <a:lnTo>
                    <a:pt x="972058" y="1154701"/>
                  </a:lnTo>
                  <a:lnTo>
                    <a:pt x="972058" y="1154686"/>
                  </a:lnTo>
                  <a:lnTo>
                    <a:pt x="972056" y="1154670"/>
                  </a:lnTo>
                  <a:lnTo>
                    <a:pt x="972053" y="1154655"/>
                  </a:lnTo>
                  <a:lnTo>
                    <a:pt x="972053" y="1154650"/>
                  </a:lnTo>
                  <a:lnTo>
                    <a:pt x="972060" y="1154642"/>
                  </a:lnTo>
                  <a:lnTo>
                    <a:pt x="972072" y="1154629"/>
                  </a:lnTo>
                  <a:lnTo>
                    <a:pt x="972103" y="1154599"/>
                  </a:lnTo>
                  <a:lnTo>
                    <a:pt x="972144" y="1154577"/>
                  </a:lnTo>
                  <a:lnTo>
                    <a:pt x="972158" y="1154569"/>
                  </a:lnTo>
                  <a:lnTo>
                    <a:pt x="972176" y="1154562"/>
                  </a:lnTo>
                  <a:lnTo>
                    <a:pt x="972188" y="1154550"/>
                  </a:lnTo>
                  <a:lnTo>
                    <a:pt x="972191" y="1154543"/>
                  </a:lnTo>
                  <a:lnTo>
                    <a:pt x="972192" y="1154535"/>
                  </a:lnTo>
                  <a:lnTo>
                    <a:pt x="972193" y="1154520"/>
                  </a:lnTo>
                  <a:lnTo>
                    <a:pt x="972195" y="1154505"/>
                  </a:lnTo>
                  <a:lnTo>
                    <a:pt x="972196" y="1154490"/>
                  </a:lnTo>
                  <a:lnTo>
                    <a:pt x="972196" y="1154484"/>
                  </a:lnTo>
                  <a:lnTo>
                    <a:pt x="972199" y="1154473"/>
                  </a:lnTo>
                  <a:lnTo>
                    <a:pt x="972202" y="1154460"/>
                  </a:lnTo>
                  <a:lnTo>
                    <a:pt x="972204" y="1154453"/>
                  </a:lnTo>
                  <a:lnTo>
                    <a:pt x="972207" y="1154445"/>
                  </a:lnTo>
                  <a:lnTo>
                    <a:pt x="972213" y="1154430"/>
                  </a:lnTo>
                  <a:lnTo>
                    <a:pt x="972218" y="1154415"/>
                  </a:lnTo>
                  <a:lnTo>
                    <a:pt x="972217" y="1154400"/>
                  </a:lnTo>
                  <a:lnTo>
                    <a:pt x="972213" y="1154389"/>
                  </a:lnTo>
                  <a:lnTo>
                    <a:pt x="972210" y="1154385"/>
                  </a:lnTo>
                  <a:lnTo>
                    <a:pt x="972201" y="1154370"/>
                  </a:lnTo>
                  <a:lnTo>
                    <a:pt x="972196" y="1154363"/>
                  </a:lnTo>
                  <a:lnTo>
                    <a:pt x="972193" y="1154355"/>
                  </a:lnTo>
                  <a:lnTo>
                    <a:pt x="972189" y="1154345"/>
                  </a:lnTo>
                  <a:lnTo>
                    <a:pt x="972189" y="1154340"/>
                  </a:lnTo>
                  <a:lnTo>
                    <a:pt x="972186" y="1154325"/>
                  </a:lnTo>
                  <a:lnTo>
                    <a:pt x="972186" y="1154310"/>
                  </a:lnTo>
                  <a:lnTo>
                    <a:pt x="972188" y="1154295"/>
                  </a:lnTo>
                  <a:lnTo>
                    <a:pt x="972190" y="1154279"/>
                  </a:lnTo>
                  <a:lnTo>
                    <a:pt x="972193" y="1154264"/>
                  </a:lnTo>
                  <a:lnTo>
                    <a:pt x="972196" y="1154249"/>
                  </a:lnTo>
                  <a:lnTo>
                    <a:pt x="972197" y="1154232"/>
                  </a:lnTo>
                  <a:lnTo>
                    <a:pt x="972197" y="1154219"/>
                  </a:lnTo>
                  <a:lnTo>
                    <a:pt x="972197" y="1154204"/>
                  </a:lnTo>
                  <a:lnTo>
                    <a:pt x="972201" y="1154189"/>
                  </a:lnTo>
                  <a:lnTo>
                    <a:pt x="972206" y="1154174"/>
                  </a:lnTo>
                  <a:lnTo>
                    <a:pt x="972214" y="1154159"/>
                  </a:lnTo>
                  <a:lnTo>
                    <a:pt x="972216" y="1154152"/>
                  </a:lnTo>
                  <a:lnTo>
                    <a:pt x="972220" y="1154144"/>
                  </a:lnTo>
                  <a:lnTo>
                    <a:pt x="972229" y="1154129"/>
                  </a:lnTo>
                  <a:lnTo>
                    <a:pt x="972235" y="1154112"/>
                  </a:lnTo>
                  <a:lnTo>
                    <a:pt x="972240" y="1154104"/>
                  </a:lnTo>
                  <a:lnTo>
                    <a:pt x="972246" y="1154100"/>
                  </a:lnTo>
                  <a:lnTo>
                    <a:pt x="972257" y="1154094"/>
                  </a:lnTo>
                  <a:lnTo>
                    <a:pt x="972261" y="1154092"/>
                  </a:lnTo>
                  <a:lnTo>
                    <a:pt x="972268" y="1154088"/>
                  </a:lnTo>
                  <a:lnTo>
                    <a:pt x="972276" y="1154086"/>
                  </a:lnTo>
                  <a:lnTo>
                    <a:pt x="972291" y="1154081"/>
                  </a:lnTo>
                  <a:lnTo>
                    <a:pt x="972306" y="1154072"/>
                  </a:lnTo>
                  <a:lnTo>
                    <a:pt x="972313" y="1154068"/>
                  </a:lnTo>
                  <a:lnTo>
                    <a:pt x="972320" y="1154062"/>
                  </a:lnTo>
                  <a:lnTo>
                    <a:pt x="972333" y="1154051"/>
                  </a:lnTo>
                  <a:lnTo>
                    <a:pt x="972345" y="1154036"/>
                  </a:lnTo>
                  <a:lnTo>
                    <a:pt x="972357" y="1154022"/>
                  </a:lnTo>
                  <a:lnTo>
                    <a:pt x="972370" y="1154007"/>
                  </a:lnTo>
                  <a:lnTo>
                    <a:pt x="972377" y="1153998"/>
                  </a:lnTo>
                  <a:lnTo>
                    <a:pt x="972383" y="1153996"/>
                  </a:lnTo>
                  <a:lnTo>
                    <a:pt x="972388" y="1153994"/>
                  </a:lnTo>
                  <a:lnTo>
                    <a:pt x="972402" y="1153991"/>
                  </a:lnTo>
                  <a:lnTo>
                    <a:pt x="972413" y="1153990"/>
                  </a:lnTo>
                  <a:lnTo>
                    <a:pt x="972428" y="1153988"/>
                  </a:lnTo>
                  <a:lnTo>
                    <a:pt x="972443" y="1153984"/>
                  </a:lnTo>
                  <a:lnTo>
                    <a:pt x="972458" y="1153982"/>
                  </a:lnTo>
                  <a:lnTo>
                    <a:pt x="972472" y="1153982"/>
                  </a:lnTo>
                  <a:lnTo>
                    <a:pt x="972487" y="1153982"/>
                  </a:lnTo>
                  <a:lnTo>
                    <a:pt x="972502" y="1153982"/>
                  </a:lnTo>
                  <a:lnTo>
                    <a:pt x="972507" y="1153982"/>
                  </a:lnTo>
                  <a:lnTo>
                    <a:pt x="972517" y="1153982"/>
                  </a:lnTo>
                  <a:lnTo>
                    <a:pt x="972532" y="1153981"/>
                  </a:lnTo>
                  <a:lnTo>
                    <a:pt x="972547" y="1153980"/>
                  </a:lnTo>
                  <a:lnTo>
                    <a:pt x="972563" y="1153977"/>
                  </a:lnTo>
                  <a:lnTo>
                    <a:pt x="972567" y="1153963"/>
                  </a:lnTo>
                  <a:lnTo>
                    <a:pt x="972570" y="1153948"/>
                  </a:lnTo>
                  <a:lnTo>
                    <a:pt x="972575" y="1153933"/>
                  </a:lnTo>
                  <a:lnTo>
                    <a:pt x="972581" y="1153918"/>
                  </a:lnTo>
                  <a:lnTo>
                    <a:pt x="972584" y="1153909"/>
                  </a:lnTo>
                  <a:lnTo>
                    <a:pt x="972589" y="1153901"/>
                  </a:lnTo>
                  <a:lnTo>
                    <a:pt x="972596" y="1153888"/>
                  </a:lnTo>
                  <a:lnTo>
                    <a:pt x="972606" y="1153873"/>
                  </a:lnTo>
                  <a:lnTo>
                    <a:pt x="972615" y="1153858"/>
                  </a:lnTo>
                  <a:lnTo>
                    <a:pt x="972628" y="1153844"/>
                  </a:lnTo>
                  <a:lnTo>
                    <a:pt x="972639" y="1153829"/>
                  </a:lnTo>
                  <a:lnTo>
                    <a:pt x="972653" y="1153815"/>
                  </a:lnTo>
                  <a:lnTo>
                    <a:pt x="972663" y="1153807"/>
                  </a:lnTo>
                  <a:lnTo>
                    <a:pt x="972668" y="1153805"/>
                  </a:lnTo>
                  <a:lnTo>
                    <a:pt x="972672" y="1153802"/>
                  </a:lnTo>
                  <a:lnTo>
                    <a:pt x="972676" y="1153800"/>
                  </a:lnTo>
                  <a:lnTo>
                    <a:pt x="972683" y="1153800"/>
                  </a:lnTo>
                  <a:lnTo>
                    <a:pt x="972698" y="1153799"/>
                  </a:lnTo>
                  <a:lnTo>
                    <a:pt x="972712" y="1153800"/>
                  </a:lnTo>
                  <a:lnTo>
                    <a:pt x="972727" y="1153802"/>
                  </a:lnTo>
                  <a:lnTo>
                    <a:pt x="972743" y="1153803"/>
                  </a:lnTo>
                  <a:lnTo>
                    <a:pt x="972757" y="1153802"/>
                  </a:lnTo>
                  <a:lnTo>
                    <a:pt x="972772" y="1153800"/>
                  </a:lnTo>
                  <a:lnTo>
                    <a:pt x="972787" y="1153797"/>
                  </a:lnTo>
                  <a:lnTo>
                    <a:pt x="972811" y="1153792"/>
                  </a:lnTo>
                  <a:lnTo>
                    <a:pt x="972822" y="1153793"/>
                  </a:lnTo>
                  <a:lnTo>
                    <a:pt x="972837" y="1153794"/>
                  </a:lnTo>
                  <a:lnTo>
                    <a:pt x="972852" y="1153794"/>
                  </a:lnTo>
                  <a:lnTo>
                    <a:pt x="972867" y="1153794"/>
                  </a:lnTo>
                  <a:lnTo>
                    <a:pt x="972882" y="1153793"/>
                  </a:lnTo>
                  <a:lnTo>
                    <a:pt x="972897" y="1153792"/>
                  </a:lnTo>
                  <a:lnTo>
                    <a:pt x="972911" y="1153792"/>
                  </a:lnTo>
                  <a:lnTo>
                    <a:pt x="972926" y="1153793"/>
                  </a:lnTo>
                  <a:lnTo>
                    <a:pt x="972941" y="1153796"/>
                  </a:lnTo>
                  <a:lnTo>
                    <a:pt x="972956" y="1153797"/>
                  </a:lnTo>
                  <a:lnTo>
                    <a:pt x="972971" y="1153797"/>
                  </a:lnTo>
                  <a:lnTo>
                    <a:pt x="972979" y="1153797"/>
                  </a:lnTo>
                  <a:lnTo>
                    <a:pt x="972985" y="1153795"/>
                  </a:lnTo>
                  <a:lnTo>
                    <a:pt x="972992" y="1153793"/>
                  </a:lnTo>
                  <a:lnTo>
                    <a:pt x="973000" y="1153789"/>
                  </a:lnTo>
                  <a:lnTo>
                    <a:pt x="973015" y="1153785"/>
                  </a:lnTo>
                  <a:lnTo>
                    <a:pt x="973030" y="1153781"/>
                  </a:lnTo>
                  <a:lnTo>
                    <a:pt x="973045" y="1153777"/>
                  </a:lnTo>
                  <a:lnTo>
                    <a:pt x="973060" y="1153773"/>
                  </a:lnTo>
                  <a:lnTo>
                    <a:pt x="973075" y="1153770"/>
                  </a:lnTo>
                  <a:lnTo>
                    <a:pt x="973089" y="1153766"/>
                  </a:lnTo>
                  <a:lnTo>
                    <a:pt x="973104" y="1153761"/>
                  </a:lnTo>
                  <a:lnTo>
                    <a:pt x="973111" y="1153759"/>
                  </a:lnTo>
                  <a:lnTo>
                    <a:pt x="973119" y="1153755"/>
                  </a:lnTo>
                  <a:lnTo>
                    <a:pt x="973134" y="1153750"/>
                  </a:lnTo>
                  <a:lnTo>
                    <a:pt x="973149" y="1153744"/>
                  </a:lnTo>
                  <a:lnTo>
                    <a:pt x="973163" y="1153738"/>
                  </a:lnTo>
                  <a:lnTo>
                    <a:pt x="973178" y="1153731"/>
                  </a:lnTo>
                  <a:lnTo>
                    <a:pt x="973193" y="1153724"/>
                  </a:lnTo>
                  <a:lnTo>
                    <a:pt x="973208" y="1153718"/>
                  </a:lnTo>
                  <a:lnTo>
                    <a:pt x="973223" y="1153713"/>
                  </a:lnTo>
                  <a:lnTo>
                    <a:pt x="973239" y="1153705"/>
                  </a:lnTo>
                  <a:lnTo>
                    <a:pt x="973249" y="1153703"/>
                  </a:lnTo>
                  <a:lnTo>
                    <a:pt x="973262" y="1153695"/>
                  </a:lnTo>
                  <a:lnTo>
                    <a:pt x="973264" y="1153679"/>
                  </a:lnTo>
                  <a:lnTo>
                    <a:pt x="973263" y="1153663"/>
                  </a:lnTo>
                  <a:lnTo>
                    <a:pt x="973262" y="1153648"/>
                  </a:lnTo>
                  <a:lnTo>
                    <a:pt x="973261" y="1153633"/>
                  </a:lnTo>
                  <a:lnTo>
                    <a:pt x="973261" y="1153627"/>
                  </a:lnTo>
                  <a:lnTo>
                    <a:pt x="973264" y="1153618"/>
                  </a:lnTo>
                  <a:lnTo>
                    <a:pt x="973270" y="1153603"/>
                  </a:lnTo>
                  <a:lnTo>
                    <a:pt x="973278" y="1153586"/>
                  </a:lnTo>
                  <a:lnTo>
                    <a:pt x="973284" y="1153573"/>
                  </a:lnTo>
                  <a:lnTo>
                    <a:pt x="973288" y="1153558"/>
                  </a:lnTo>
                  <a:lnTo>
                    <a:pt x="973292" y="1153543"/>
                  </a:lnTo>
                  <a:lnTo>
                    <a:pt x="973292" y="1153528"/>
                  </a:lnTo>
                  <a:lnTo>
                    <a:pt x="973292" y="1153512"/>
                  </a:lnTo>
                  <a:lnTo>
                    <a:pt x="973288" y="1153497"/>
                  </a:lnTo>
                  <a:lnTo>
                    <a:pt x="973288" y="1153490"/>
                  </a:lnTo>
                  <a:lnTo>
                    <a:pt x="973285" y="1153482"/>
                  </a:lnTo>
                  <a:lnTo>
                    <a:pt x="973281" y="1153467"/>
                  </a:lnTo>
                  <a:lnTo>
                    <a:pt x="973275" y="1153452"/>
                  </a:lnTo>
                  <a:lnTo>
                    <a:pt x="973272" y="1153443"/>
                  </a:lnTo>
                  <a:lnTo>
                    <a:pt x="973267" y="1153435"/>
                  </a:lnTo>
                  <a:lnTo>
                    <a:pt x="973259" y="1153422"/>
                  </a:lnTo>
                  <a:lnTo>
                    <a:pt x="973226" y="1153369"/>
                  </a:lnTo>
                  <a:lnTo>
                    <a:pt x="973214" y="1153355"/>
                  </a:lnTo>
                  <a:lnTo>
                    <a:pt x="973199" y="1153338"/>
                  </a:lnTo>
                  <a:lnTo>
                    <a:pt x="973184" y="1153324"/>
                  </a:lnTo>
                  <a:lnTo>
                    <a:pt x="973169" y="1153310"/>
                  </a:lnTo>
                  <a:lnTo>
                    <a:pt x="973154" y="1153298"/>
                  </a:lnTo>
                  <a:lnTo>
                    <a:pt x="973139" y="1153287"/>
                  </a:lnTo>
                  <a:lnTo>
                    <a:pt x="973124" y="1153277"/>
                  </a:lnTo>
                  <a:lnTo>
                    <a:pt x="973109" y="1153267"/>
                  </a:lnTo>
                  <a:lnTo>
                    <a:pt x="973094" y="1153258"/>
                  </a:lnTo>
                  <a:lnTo>
                    <a:pt x="973079" y="1153250"/>
                  </a:lnTo>
                  <a:lnTo>
                    <a:pt x="973075" y="1153249"/>
                  </a:lnTo>
                  <a:lnTo>
                    <a:pt x="973064" y="1153242"/>
                  </a:lnTo>
                  <a:lnTo>
                    <a:pt x="973050" y="1153235"/>
                  </a:lnTo>
                  <a:lnTo>
                    <a:pt x="973035" y="1153230"/>
                  </a:lnTo>
                  <a:lnTo>
                    <a:pt x="973020" y="1153227"/>
                  </a:lnTo>
                  <a:lnTo>
                    <a:pt x="973026" y="1153221"/>
                  </a:lnTo>
                  <a:lnTo>
                    <a:pt x="973039" y="1153215"/>
                  </a:lnTo>
                  <a:lnTo>
                    <a:pt x="973048" y="1153212"/>
                  </a:lnTo>
                  <a:lnTo>
                    <a:pt x="973055" y="1153207"/>
                  </a:lnTo>
                  <a:lnTo>
                    <a:pt x="973070" y="1153199"/>
                  </a:lnTo>
                  <a:lnTo>
                    <a:pt x="973085" y="1153188"/>
                  </a:lnTo>
                  <a:lnTo>
                    <a:pt x="973097" y="1153174"/>
                  </a:lnTo>
                  <a:lnTo>
                    <a:pt x="973110" y="1153159"/>
                  </a:lnTo>
                  <a:lnTo>
                    <a:pt x="973119" y="1153144"/>
                  </a:lnTo>
                  <a:lnTo>
                    <a:pt x="973127" y="1153129"/>
                  </a:lnTo>
                  <a:lnTo>
                    <a:pt x="973139" y="1153114"/>
                  </a:lnTo>
                  <a:lnTo>
                    <a:pt x="973152" y="1153101"/>
                  </a:lnTo>
                  <a:lnTo>
                    <a:pt x="973168" y="1153086"/>
                  </a:lnTo>
                  <a:lnTo>
                    <a:pt x="973181" y="1153073"/>
                  </a:lnTo>
                  <a:lnTo>
                    <a:pt x="973185" y="1153067"/>
                  </a:lnTo>
                  <a:lnTo>
                    <a:pt x="973191" y="1153058"/>
                  </a:lnTo>
                  <a:lnTo>
                    <a:pt x="973193" y="1153048"/>
                  </a:lnTo>
                  <a:lnTo>
                    <a:pt x="973194" y="1153043"/>
                  </a:lnTo>
                  <a:lnTo>
                    <a:pt x="973196" y="1153033"/>
                  </a:lnTo>
                  <a:lnTo>
                    <a:pt x="973200" y="1153028"/>
                  </a:lnTo>
                  <a:lnTo>
                    <a:pt x="973207" y="1153013"/>
                  </a:lnTo>
                  <a:lnTo>
                    <a:pt x="973210" y="1153006"/>
                  </a:lnTo>
                  <a:lnTo>
                    <a:pt x="973211" y="1153001"/>
                  </a:lnTo>
                  <a:lnTo>
                    <a:pt x="973214" y="1152998"/>
                  </a:lnTo>
                  <a:lnTo>
                    <a:pt x="973223" y="1152982"/>
                  </a:lnTo>
                  <a:lnTo>
                    <a:pt x="973233" y="1152967"/>
                  </a:lnTo>
                  <a:lnTo>
                    <a:pt x="973242" y="1152952"/>
                  </a:lnTo>
                  <a:lnTo>
                    <a:pt x="973249" y="1152937"/>
                  </a:lnTo>
                  <a:lnTo>
                    <a:pt x="973255" y="1152922"/>
                  </a:lnTo>
                  <a:lnTo>
                    <a:pt x="973260" y="1152907"/>
                  </a:lnTo>
                  <a:lnTo>
                    <a:pt x="973265" y="1152892"/>
                  </a:lnTo>
                  <a:lnTo>
                    <a:pt x="973270" y="1152877"/>
                  </a:lnTo>
                  <a:lnTo>
                    <a:pt x="973276" y="1152862"/>
                  </a:lnTo>
                  <a:lnTo>
                    <a:pt x="973278" y="1152847"/>
                  </a:lnTo>
                  <a:lnTo>
                    <a:pt x="973281" y="1152840"/>
                  </a:lnTo>
                  <a:lnTo>
                    <a:pt x="973282" y="1152832"/>
                  </a:lnTo>
                  <a:lnTo>
                    <a:pt x="973286" y="1152815"/>
                  </a:lnTo>
                  <a:lnTo>
                    <a:pt x="973289" y="1152802"/>
                  </a:lnTo>
                  <a:lnTo>
                    <a:pt x="973292" y="1152787"/>
                  </a:lnTo>
                  <a:lnTo>
                    <a:pt x="973293" y="1152778"/>
                  </a:lnTo>
                  <a:lnTo>
                    <a:pt x="973297" y="1152772"/>
                  </a:lnTo>
                  <a:lnTo>
                    <a:pt x="973302" y="1152770"/>
                  </a:lnTo>
                  <a:lnTo>
                    <a:pt x="973314" y="1152764"/>
                  </a:lnTo>
                  <a:lnTo>
                    <a:pt x="973329" y="1152759"/>
                  </a:lnTo>
                  <a:lnTo>
                    <a:pt x="973342" y="1152755"/>
                  </a:lnTo>
                  <a:lnTo>
                    <a:pt x="973358" y="1152752"/>
                  </a:lnTo>
                  <a:lnTo>
                    <a:pt x="973373" y="1152751"/>
                  </a:lnTo>
                  <a:lnTo>
                    <a:pt x="973389" y="1152753"/>
                  </a:lnTo>
                  <a:lnTo>
                    <a:pt x="973403" y="1152760"/>
                  </a:lnTo>
                  <a:lnTo>
                    <a:pt x="973418" y="1152768"/>
                  </a:lnTo>
                  <a:lnTo>
                    <a:pt x="973432" y="1152777"/>
                  </a:lnTo>
                  <a:lnTo>
                    <a:pt x="973448" y="1152785"/>
                  </a:lnTo>
                  <a:lnTo>
                    <a:pt x="973462" y="1152794"/>
                  </a:lnTo>
                  <a:lnTo>
                    <a:pt x="973471" y="1152799"/>
                  </a:lnTo>
                  <a:lnTo>
                    <a:pt x="973476" y="1152802"/>
                  </a:lnTo>
                  <a:lnTo>
                    <a:pt x="973485" y="1152803"/>
                  </a:lnTo>
                  <a:lnTo>
                    <a:pt x="973490" y="1152795"/>
                  </a:lnTo>
                  <a:lnTo>
                    <a:pt x="973501" y="1152781"/>
                  </a:lnTo>
                  <a:lnTo>
                    <a:pt x="973516" y="1152767"/>
                  </a:lnTo>
                  <a:lnTo>
                    <a:pt x="973530" y="1152752"/>
                  </a:lnTo>
                  <a:lnTo>
                    <a:pt x="973536" y="1152744"/>
                  </a:lnTo>
                  <a:lnTo>
                    <a:pt x="973539" y="1152737"/>
                  </a:lnTo>
                  <a:lnTo>
                    <a:pt x="973547" y="1152722"/>
                  </a:lnTo>
                  <a:lnTo>
                    <a:pt x="973550" y="1152719"/>
                  </a:lnTo>
                  <a:lnTo>
                    <a:pt x="973556" y="1152707"/>
                  </a:lnTo>
                  <a:lnTo>
                    <a:pt x="973558" y="1152692"/>
                  </a:lnTo>
                  <a:lnTo>
                    <a:pt x="973556" y="1152677"/>
                  </a:lnTo>
                  <a:lnTo>
                    <a:pt x="973552" y="1152662"/>
                  </a:lnTo>
                  <a:lnTo>
                    <a:pt x="973550" y="1152647"/>
                  </a:lnTo>
                  <a:lnTo>
                    <a:pt x="973546" y="1152631"/>
                  </a:lnTo>
                  <a:lnTo>
                    <a:pt x="973542" y="1152616"/>
                  </a:lnTo>
                  <a:lnTo>
                    <a:pt x="973540" y="1152601"/>
                  </a:lnTo>
                  <a:lnTo>
                    <a:pt x="973539" y="1152586"/>
                  </a:lnTo>
                  <a:lnTo>
                    <a:pt x="973539" y="1152578"/>
                  </a:lnTo>
                  <a:lnTo>
                    <a:pt x="973541" y="1152571"/>
                  </a:lnTo>
                  <a:lnTo>
                    <a:pt x="973540" y="1152555"/>
                  </a:lnTo>
                  <a:lnTo>
                    <a:pt x="973527" y="1152552"/>
                  </a:lnTo>
                  <a:lnTo>
                    <a:pt x="973523" y="1152553"/>
                  </a:lnTo>
                  <a:lnTo>
                    <a:pt x="973512" y="1152552"/>
                  </a:lnTo>
                  <a:lnTo>
                    <a:pt x="973508" y="1152554"/>
                  </a:lnTo>
                  <a:lnTo>
                    <a:pt x="973497" y="1152554"/>
                  </a:lnTo>
                  <a:lnTo>
                    <a:pt x="973488" y="1152553"/>
                  </a:lnTo>
                  <a:lnTo>
                    <a:pt x="973483" y="1152552"/>
                  </a:lnTo>
                  <a:lnTo>
                    <a:pt x="973468" y="1152548"/>
                  </a:lnTo>
                  <a:lnTo>
                    <a:pt x="973461" y="1152546"/>
                  </a:lnTo>
                  <a:lnTo>
                    <a:pt x="973441" y="1152536"/>
                  </a:lnTo>
                  <a:lnTo>
                    <a:pt x="973426" y="1152525"/>
                  </a:lnTo>
                  <a:lnTo>
                    <a:pt x="973412" y="1152513"/>
                  </a:lnTo>
                  <a:lnTo>
                    <a:pt x="973396" y="1152499"/>
                  </a:lnTo>
                  <a:lnTo>
                    <a:pt x="973381" y="1152487"/>
                  </a:lnTo>
                  <a:lnTo>
                    <a:pt x="973367" y="1152483"/>
                  </a:lnTo>
                  <a:lnTo>
                    <a:pt x="973352" y="1152481"/>
                  </a:lnTo>
                  <a:lnTo>
                    <a:pt x="973337" y="1152479"/>
                  </a:lnTo>
                  <a:lnTo>
                    <a:pt x="973322" y="1152477"/>
                  </a:lnTo>
                  <a:lnTo>
                    <a:pt x="973307" y="1152474"/>
                  </a:lnTo>
                  <a:lnTo>
                    <a:pt x="973292" y="1152470"/>
                  </a:lnTo>
                  <a:lnTo>
                    <a:pt x="973277" y="1152467"/>
                  </a:lnTo>
                  <a:lnTo>
                    <a:pt x="973263" y="1152466"/>
                  </a:lnTo>
                  <a:lnTo>
                    <a:pt x="973248" y="1152463"/>
                  </a:lnTo>
                  <a:lnTo>
                    <a:pt x="973233" y="1152453"/>
                  </a:lnTo>
                  <a:lnTo>
                    <a:pt x="973218" y="1152444"/>
                  </a:lnTo>
                  <a:lnTo>
                    <a:pt x="973203" y="1152435"/>
                  </a:lnTo>
                  <a:lnTo>
                    <a:pt x="973197" y="1152431"/>
                  </a:lnTo>
                  <a:lnTo>
                    <a:pt x="973189" y="1152424"/>
                  </a:lnTo>
                  <a:lnTo>
                    <a:pt x="973176" y="1152414"/>
                  </a:lnTo>
                  <a:lnTo>
                    <a:pt x="973160" y="1152406"/>
                  </a:lnTo>
                  <a:lnTo>
                    <a:pt x="973151" y="1152401"/>
                  </a:lnTo>
                  <a:lnTo>
                    <a:pt x="973147" y="1152398"/>
                  </a:lnTo>
                  <a:lnTo>
                    <a:pt x="973136" y="1152382"/>
                  </a:lnTo>
                  <a:lnTo>
                    <a:pt x="973133" y="1152376"/>
                  </a:lnTo>
                  <a:lnTo>
                    <a:pt x="973129" y="1152367"/>
                  </a:lnTo>
                  <a:lnTo>
                    <a:pt x="973128" y="1152361"/>
                  </a:lnTo>
                  <a:lnTo>
                    <a:pt x="973123" y="1152352"/>
                  </a:lnTo>
                  <a:lnTo>
                    <a:pt x="973116" y="1152337"/>
                  </a:lnTo>
                  <a:lnTo>
                    <a:pt x="973104" y="1152322"/>
                  </a:lnTo>
                  <a:lnTo>
                    <a:pt x="973089" y="1152308"/>
                  </a:lnTo>
                  <a:lnTo>
                    <a:pt x="973074" y="1152299"/>
                  </a:lnTo>
                  <a:lnTo>
                    <a:pt x="973059" y="1152289"/>
                  </a:lnTo>
                  <a:lnTo>
                    <a:pt x="973044" y="1152277"/>
                  </a:lnTo>
                  <a:lnTo>
                    <a:pt x="973031" y="1152263"/>
                  </a:lnTo>
                  <a:lnTo>
                    <a:pt x="973019" y="1152252"/>
                  </a:lnTo>
                  <a:lnTo>
                    <a:pt x="973005" y="1152238"/>
                  </a:lnTo>
                  <a:lnTo>
                    <a:pt x="972992" y="1152223"/>
                  </a:lnTo>
                  <a:lnTo>
                    <a:pt x="972983" y="1152208"/>
                  </a:lnTo>
                  <a:lnTo>
                    <a:pt x="972977" y="1152200"/>
                  </a:lnTo>
                  <a:lnTo>
                    <a:pt x="972974" y="1152193"/>
                  </a:lnTo>
                  <a:lnTo>
                    <a:pt x="972961" y="1152180"/>
                  </a:lnTo>
                  <a:lnTo>
                    <a:pt x="972955" y="1152173"/>
                  </a:lnTo>
                  <a:lnTo>
                    <a:pt x="972950" y="1152167"/>
                  </a:lnTo>
                  <a:lnTo>
                    <a:pt x="972948" y="1152159"/>
                  </a:lnTo>
                  <a:lnTo>
                    <a:pt x="972948" y="1152150"/>
                  </a:lnTo>
                  <a:lnTo>
                    <a:pt x="972947" y="1152135"/>
                  </a:lnTo>
                  <a:lnTo>
                    <a:pt x="972946" y="1152120"/>
                  </a:lnTo>
                  <a:lnTo>
                    <a:pt x="972946" y="1152105"/>
                  </a:lnTo>
                  <a:lnTo>
                    <a:pt x="972951" y="1152090"/>
                  </a:lnTo>
                  <a:lnTo>
                    <a:pt x="972958" y="1152075"/>
                  </a:lnTo>
                  <a:lnTo>
                    <a:pt x="972968" y="1152060"/>
                  </a:lnTo>
                  <a:lnTo>
                    <a:pt x="972976" y="1152044"/>
                  </a:lnTo>
                  <a:lnTo>
                    <a:pt x="972981" y="1152029"/>
                  </a:lnTo>
                  <a:lnTo>
                    <a:pt x="972986" y="1152020"/>
                  </a:lnTo>
                  <a:lnTo>
                    <a:pt x="972992" y="1152014"/>
                  </a:lnTo>
                  <a:lnTo>
                    <a:pt x="973001" y="1151999"/>
                  </a:lnTo>
                  <a:lnTo>
                    <a:pt x="973006" y="1151992"/>
                  </a:lnTo>
                  <a:lnTo>
                    <a:pt x="973012" y="1151984"/>
                  </a:lnTo>
                  <a:lnTo>
                    <a:pt x="973022" y="1151969"/>
                  </a:lnTo>
                  <a:lnTo>
                    <a:pt x="973031" y="1151954"/>
                  </a:lnTo>
                  <a:lnTo>
                    <a:pt x="973040" y="1151937"/>
                  </a:lnTo>
                  <a:lnTo>
                    <a:pt x="973047" y="1151922"/>
                  </a:lnTo>
                  <a:lnTo>
                    <a:pt x="973052" y="1151906"/>
                  </a:lnTo>
                  <a:lnTo>
                    <a:pt x="973058" y="1151891"/>
                  </a:lnTo>
                  <a:lnTo>
                    <a:pt x="973060" y="1151885"/>
                  </a:lnTo>
                  <a:lnTo>
                    <a:pt x="973061" y="1151876"/>
                  </a:lnTo>
                  <a:lnTo>
                    <a:pt x="973060" y="1151861"/>
                  </a:lnTo>
                  <a:lnTo>
                    <a:pt x="973056" y="1151846"/>
                  </a:lnTo>
                  <a:lnTo>
                    <a:pt x="973052" y="1151838"/>
                  </a:lnTo>
                  <a:lnTo>
                    <a:pt x="973052" y="1151831"/>
                  </a:lnTo>
                  <a:lnTo>
                    <a:pt x="973045" y="1151816"/>
                  </a:lnTo>
                  <a:lnTo>
                    <a:pt x="973037" y="1151801"/>
                  </a:lnTo>
                  <a:lnTo>
                    <a:pt x="973030" y="1151786"/>
                  </a:lnTo>
                  <a:lnTo>
                    <a:pt x="973026" y="1151771"/>
                  </a:lnTo>
                  <a:lnTo>
                    <a:pt x="973026" y="1151756"/>
                  </a:lnTo>
                  <a:lnTo>
                    <a:pt x="973028" y="1151741"/>
                  </a:lnTo>
                  <a:lnTo>
                    <a:pt x="973026" y="1151726"/>
                  </a:lnTo>
                  <a:lnTo>
                    <a:pt x="973026" y="1151720"/>
                  </a:lnTo>
                  <a:lnTo>
                    <a:pt x="973027" y="1151711"/>
                  </a:lnTo>
                  <a:lnTo>
                    <a:pt x="973029" y="1151696"/>
                  </a:lnTo>
                  <a:lnTo>
                    <a:pt x="973033" y="1151683"/>
                  </a:lnTo>
                  <a:lnTo>
                    <a:pt x="973035" y="1151666"/>
                  </a:lnTo>
                  <a:lnTo>
                    <a:pt x="973037" y="1151651"/>
                  </a:lnTo>
                  <a:lnTo>
                    <a:pt x="973039" y="1151634"/>
                  </a:lnTo>
                  <a:lnTo>
                    <a:pt x="973039" y="1151619"/>
                  </a:lnTo>
                  <a:lnTo>
                    <a:pt x="973038" y="1151603"/>
                  </a:lnTo>
                  <a:lnTo>
                    <a:pt x="973037" y="1151588"/>
                  </a:lnTo>
                  <a:lnTo>
                    <a:pt x="973035" y="1151573"/>
                  </a:lnTo>
                  <a:lnTo>
                    <a:pt x="973033" y="1151558"/>
                  </a:lnTo>
                  <a:lnTo>
                    <a:pt x="973033" y="1151543"/>
                  </a:lnTo>
                  <a:lnTo>
                    <a:pt x="973035" y="1151528"/>
                  </a:lnTo>
                  <a:lnTo>
                    <a:pt x="973035" y="1151522"/>
                  </a:lnTo>
                  <a:lnTo>
                    <a:pt x="973038" y="1151513"/>
                  </a:lnTo>
                  <a:lnTo>
                    <a:pt x="973040" y="1151505"/>
                  </a:lnTo>
                  <a:lnTo>
                    <a:pt x="973046" y="1151498"/>
                  </a:lnTo>
                  <a:lnTo>
                    <a:pt x="973051" y="1151489"/>
                  </a:lnTo>
                  <a:lnTo>
                    <a:pt x="973057" y="1151483"/>
                  </a:lnTo>
                  <a:lnTo>
                    <a:pt x="973068" y="1151469"/>
                  </a:lnTo>
                  <a:lnTo>
                    <a:pt x="973082" y="1151454"/>
                  </a:lnTo>
                  <a:lnTo>
                    <a:pt x="973096" y="1151441"/>
                  </a:lnTo>
                  <a:lnTo>
                    <a:pt x="973110" y="1151428"/>
                  </a:lnTo>
                  <a:lnTo>
                    <a:pt x="973125" y="1151416"/>
                  </a:lnTo>
                  <a:lnTo>
                    <a:pt x="973139" y="1151406"/>
                  </a:lnTo>
                  <a:lnTo>
                    <a:pt x="973146" y="1151401"/>
                  </a:lnTo>
                  <a:lnTo>
                    <a:pt x="973154" y="1151398"/>
                  </a:lnTo>
                  <a:lnTo>
                    <a:pt x="973157" y="1151395"/>
                  </a:lnTo>
                  <a:lnTo>
                    <a:pt x="973169" y="1151389"/>
                  </a:lnTo>
                  <a:lnTo>
                    <a:pt x="973208" y="1151371"/>
                  </a:lnTo>
                  <a:lnTo>
                    <a:pt x="973249" y="1151348"/>
                  </a:lnTo>
                  <a:lnTo>
                    <a:pt x="973255" y="1151348"/>
                  </a:lnTo>
                  <a:lnTo>
                    <a:pt x="973264" y="1151345"/>
                  </a:lnTo>
                  <a:lnTo>
                    <a:pt x="973279" y="1151341"/>
                  </a:lnTo>
                  <a:lnTo>
                    <a:pt x="973294" y="1151338"/>
                  </a:lnTo>
                  <a:lnTo>
                    <a:pt x="973309" y="1151336"/>
                  </a:lnTo>
                  <a:lnTo>
                    <a:pt x="973324" y="1151336"/>
                  </a:lnTo>
                  <a:lnTo>
                    <a:pt x="973338" y="1151336"/>
                  </a:lnTo>
                  <a:lnTo>
                    <a:pt x="973353" y="1151343"/>
                  </a:lnTo>
                  <a:lnTo>
                    <a:pt x="973362" y="1151347"/>
                  </a:lnTo>
                  <a:lnTo>
                    <a:pt x="973376" y="1151338"/>
                  </a:lnTo>
                  <a:lnTo>
                    <a:pt x="973384" y="1151330"/>
                  </a:lnTo>
                  <a:lnTo>
                    <a:pt x="973387" y="1151313"/>
                  </a:lnTo>
                  <a:lnTo>
                    <a:pt x="973386" y="1151298"/>
                  </a:lnTo>
                  <a:lnTo>
                    <a:pt x="973385" y="1151283"/>
                  </a:lnTo>
                  <a:lnTo>
                    <a:pt x="973385" y="1151277"/>
                  </a:lnTo>
                  <a:lnTo>
                    <a:pt x="973382" y="1151268"/>
                  </a:lnTo>
                  <a:lnTo>
                    <a:pt x="973380" y="1151253"/>
                  </a:lnTo>
                  <a:lnTo>
                    <a:pt x="973387" y="1151239"/>
                  </a:lnTo>
                  <a:lnTo>
                    <a:pt x="973402" y="1151222"/>
                  </a:lnTo>
                  <a:lnTo>
                    <a:pt x="973413" y="1151207"/>
                  </a:lnTo>
                  <a:lnTo>
                    <a:pt x="973418" y="1151201"/>
                  </a:lnTo>
                  <a:lnTo>
                    <a:pt x="973420" y="1151194"/>
                  </a:lnTo>
                  <a:lnTo>
                    <a:pt x="973425" y="1151177"/>
                  </a:lnTo>
                  <a:lnTo>
                    <a:pt x="973426" y="1151170"/>
                  </a:lnTo>
                  <a:lnTo>
                    <a:pt x="973430" y="1151164"/>
                  </a:lnTo>
                  <a:lnTo>
                    <a:pt x="973435" y="1151159"/>
                  </a:lnTo>
                  <a:lnTo>
                    <a:pt x="973445" y="1151156"/>
                  </a:lnTo>
                  <a:lnTo>
                    <a:pt x="973460" y="1151152"/>
                  </a:lnTo>
                  <a:lnTo>
                    <a:pt x="973468" y="1151152"/>
                  </a:lnTo>
                  <a:lnTo>
                    <a:pt x="973474" y="1151150"/>
                  </a:lnTo>
                  <a:lnTo>
                    <a:pt x="973478" y="1151148"/>
                  </a:lnTo>
                  <a:lnTo>
                    <a:pt x="973489" y="1151137"/>
                  </a:lnTo>
                  <a:lnTo>
                    <a:pt x="973499" y="1151123"/>
                  </a:lnTo>
                  <a:lnTo>
                    <a:pt x="973503" y="1151115"/>
                  </a:lnTo>
                  <a:lnTo>
                    <a:pt x="973507" y="1151108"/>
                  </a:lnTo>
                  <a:lnTo>
                    <a:pt x="973531" y="1151067"/>
                  </a:lnTo>
                  <a:lnTo>
                    <a:pt x="973546" y="1151055"/>
                  </a:lnTo>
                  <a:lnTo>
                    <a:pt x="973556" y="1151044"/>
                  </a:lnTo>
                  <a:lnTo>
                    <a:pt x="973558" y="1151040"/>
                  </a:lnTo>
                  <a:lnTo>
                    <a:pt x="973564" y="1151023"/>
                  </a:lnTo>
                  <a:lnTo>
                    <a:pt x="973567" y="1151008"/>
                  </a:lnTo>
                  <a:lnTo>
                    <a:pt x="973567" y="1150993"/>
                  </a:lnTo>
                  <a:lnTo>
                    <a:pt x="973566" y="1150978"/>
                  </a:lnTo>
                  <a:lnTo>
                    <a:pt x="973565" y="1150961"/>
                  </a:lnTo>
                  <a:lnTo>
                    <a:pt x="973571" y="1150947"/>
                  </a:lnTo>
                  <a:lnTo>
                    <a:pt x="973578" y="1150940"/>
                  </a:lnTo>
                  <a:lnTo>
                    <a:pt x="973584" y="1150934"/>
                  </a:lnTo>
                  <a:lnTo>
                    <a:pt x="973599" y="1150923"/>
                  </a:lnTo>
                  <a:lnTo>
                    <a:pt x="973613" y="1150911"/>
                  </a:lnTo>
                  <a:lnTo>
                    <a:pt x="973629" y="1150903"/>
                  </a:lnTo>
                  <a:lnTo>
                    <a:pt x="973643" y="1150895"/>
                  </a:lnTo>
                  <a:lnTo>
                    <a:pt x="973656" y="1150881"/>
                  </a:lnTo>
                  <a:lnTo>
                    <a:pt x="973666" y="1150866"/>
                  </a:lnTo>
                  <a:lnTo>
                    <a:pt x="973670" y="1150859"/>
                  </a:lnTo>
                  <a:lnTo>
                    <a:pt x="973672" y="1150851"/>
                  </a:lnTo>
                  <a:lnTo>
                    <a:pt x="973672" y="1150843"/>
                  </a:lnTo>
                  <a:lnTo>
                    <a:pt x="973672" y="1150836"/>
                  </a:lnTo>
                  <a:lnTo>
                    <a:pt x="973671" y="1150821"/>
                  </a:lnTo>
                  <a:lnTo>
                    <a:pt x="973672" y="1150806"/>
                  </a:lnTo>
                  <a:lnTo>
                    <a:pt x="973675" y="1150791"/>
                  </a:lnTo>
                  <a:lnTo>
                    <a:pt x="973674" y="1150776"/>
                  </a:lnTo>
                  <a:lnTo>
                    <a:pt x="973673" y="1150761"/>
                  </a:lnTo>
                  <a:lnTo>
                    <a:pt x="973672" y="1150746"/>
                  </a:lnTo>
                  <a:lnTo>
                    <a:pt x="973671" y="1150728"/>
                  </a:lnTo>
                  <a:lnTo>
                    <a:pt x="973672" y="1150713"/>
                  </a:lnTo>
                  <a:lnTo>
                    <a:pt x="973672" y="1150696"/>
                  </a:lnTo>
                  <a:lnTo>
                    <a:pt x="973671" y="1150683"/>
                  </a:lnTo>
                  <a:lnTo>
                    <a:pt x="973668" y="1150668"/>
                  </a:lnTo>
                  <a:lnTo>
                    <a:pt x="973662" y="1150653"/>
                  </a:lnTo>
                  <a:lnTo>
                    <a:pt x="973659" y="1150638"/>
                  </a:lnTo>
                  <a:lnTo>
                    <a:pt x="973658" y="1150623"/>
                  </a:lnTo>
                  <a:lnTo>
                    <a:pt x="973665" y="1150608"/>
                  </a:lnTo>
                  <a:lnTo>
                    <a:pt x="973665" y="1150603"/>
                  </a:lnTo>
                  <a:lnTo>
                    <a:pt x="973665" y="1150593"/>
                  </a:lnTo>
                  <a:lnTo>
                    <a:pt x="973663" y="1150587"/>
                  </a:lnTo>
                  <a:lnTo>
                    <a:pt x="973658" y="1150578"/>
                  </a:lnTo>
                  <a:lnTo>
                    <a:pt x="973657" y="1150572"/>
                  </a:lnTo>
                  <a:lnTo>
                    <a:pt x="973656" y="1150563"/>
                  </a:lnTo>
                  <a:lnTo>
                    <a:pt x="973659" y="1150546"/>
                  </a:lnTo>
                  <a:lnTo>
                    <a:pt x="973658" y="1150532"/>
                  </a:lnTo>
                  <a:lnTo>
                    <a:pt x="973654" y="1150521"/>
                  </a:lnTo>
                  <a:lnTo>
                    <a:pt x="973629" y="1150474"/>
                  </a:lnTo>
                  <a:lnTo>
                    <a:pt x="973630" y="1150461"/>
                  </a:lnTo>
                  <a:lnTo>
                    <a:pt x="973634" y="1150455"/>
                  </a:lnTo>
                  <a:lnTo>
                    <a:pt x="973634" y="1150444"/>
                  </a:lnTo>
                  <a:lnTo>
                    <a:pt x="973634" y="1150429"/>
                  </a:lnTo>
                  <a:lnTo>
                    <a:pt x="973632" y="1150414"/>
                  </a:lnTo>
                  <a:lnTo>
                    <a:pt x="973632" y="1150406"/>
                  </a:lnTo>
                  <a:lnTo>
                    <a:pt x="973633" y="1150399"/>
                  </a:lnTo>
                  <a:lnTo>
                    <a:pt x="973636" y="1150392"/>
                  </a:lnTo>
                  <a:lnTo>
                    <a:pt x="973637" y="1150384"/>
                  </a:lnTo>
                  <a:lnTo>
                    <a:pt x="973635" y="1150369"/>
                  </a:lnTo>
                  <a:lnTo>
                    <a:pt x="973631" y="1150351"/>
                  </a:lnTo>
                  <a:lnTo>
                    <a:pt x="973628" y="1150336"/>
                  </a:lnTo>
                  <a:lnTo>
                    <a:pt x="973625" y="1150321"/>
                  </a:lnTo>
                  <a:lnTo>
                    <a:pt x="973622" y="1150306"/>
                  </a:lnTo>
                  <a:lnTo>
                    <a:pt x="973623" y="1150291"/>
                  </a:lnTo>
                  <a:lnTo>
                    <a:pt x="973626" y="1150275"/>
                  </a:lnTo>
                  <a:lnTo>
                    <a:pt x="973636" y="1150261"/>
                  </a:lnTo>
                  <a:lnTo>
                    <a:pt x="973641" y="1150253"/>
                  </a:lnTo>
                  <a:lnTo>
                    <a:pt x="973648" y="1150249"/>
                  </a:lnTo>
                  <a:lnTo>
                    <a:pt x="973662" y="1150235"/>
                  </a:lnTo>
                  <a:lnTo>
                    <a:pt x="973676" y="1150223"/>
                  </a:lnTo>
                  <a:lnTo>
                    <a:pt x="973680" y="1150219"/>
                  </a:lnTo>
                  <a:lnTo>
                    <a:pt x="973685" y="1150215"/>
                  </a:lnTo>
                  <a:lnTo>
                    <a:pt x="973687" y="1150210"/>
                  </a:lnTo>
                  <a:lnTo>
                    <a:pt x="973701" y="1150197"/>
                  </a:lnTo>
                  <a:lnTo>
                    <a:pt x="973714" y="1150182"/>
                  </a:lnTo>
                  <a:lnTo>
                    <a:pt x="973717" y="1150179"/>
                  </a:lnTo>
                  <a:lnTo>
                    <a:pt x="973721" y="1150174"/>
                  </a:lnTo>
                  <a:lnTo>
                    <a:pt x="973723" y="1150167"/>
                  </a:lnTo>
                  <a:lnTo>
                    <a:pt x="973726" y="1150156"/>
                  </a:lnTo>
                  <a:lnTo>
                    <a:pt x="973726" y="1150150"/>
                  </a:lnTo>
                  <a:lnTo>
                    <a:pt x="973727" y="1150135"/>
                  </a:lnTo>
                  <a:lnTo>
                    <a:pt x="973728" y="1150120"/>
                  </a:lnTo>
                  <a:lnTo>
                    <a:pt x="973727" y="1150115"/>
                  </a:lnTo>
                  <a:lnTo>
                    <a:pt x="973730" y="1150105"/>
                  </a:lnTo>
                  <a:lnTo>
                    <a:pt x="973734" y="1150090"/>
                  </a:lnTo>
                  <a:lnTo>
                    <a:pt x="973740" y="1150074"/>
                  </a:lnTo>
                  <a:lnTo>
                    <a:pt x="973745" y="1150059"/>
                  </a:lnTo>
                  <a:lnTo>
                    <a:pt x="973749" y="1150044"/>
                  </a:lnTo>
                  <a:lnTo>
                    <a:pt x="973752" y="1150038"/>
                  </a:lnTo>
                  <a:lnTo>
                    <a:pt x="973752" y="1150029"/>
                  </a:lnTo>
                  <a:lnTo>
                    <a:pt x="973754" y="1150014"/>
                  </a:lnTo>
                  <a:lnTo>
                    <a:pt x="973756" y="1149999"/>
                  </a:lnTo>
                  <a:lnTo>
                    <a:pt x="973757" y="1149984"/>
                  </a:lnTo>
                  <a:lnTo>
                    <a:pt x="973758" y="1149969"/>
                  </a:lnTo>
                  <a:lnTo>
                    <a:pt x="973758" y="1149953"/>
                  </a:lnTo>
                  <a:lnTo>
                    <a:pt x="973758" y="1149939"/>
                  </a:lnTo>
                  <a:lnTo>
                    <a:pt x="973753" y="1149905"/>
                  </a:lnTo>
                  <a:lnTo>
                    <a:pt x="973754" y="1149888"/>
                  </a:lnTo>
                  <a:lnTo>
                    <a:pt x="973761" y="1149875"/>
                  </a:lnTo>
                  <a:lnTo>
                    <a:pt x="973768" y="1149866"/>
                  </a:lnTo>
                  <a:lnTo>
                    <a:pt x="973775" y="1149860"/>
                  </a:lnTo>
                  <a:lnTo>
                    <a:pt x="973782" y="1149854"/>
                  </a:lnTo>
                  <a:lnTo>
                    <a:pt x="973787" y="1149847"/>
                  </a:lnTo>
                  <a:lnTo>
                    <a:pt x="973792" y="1149831"/>
                  </a:lnTo>
                  <a:lnTo>
                    <a:pt x="973794" y="1149823"/>
                  </a:lnTo>
                  <a:lnTo>
                    <a:pt x="973796" y="1149816"/>
                  </a:lnTo>
                  <a:lnTo>
                    <a:pt x="973798" y="1149808"/>
                  </a:lnTo>
                  <a:lnTo>
                    <a:pt x="973803" y="1149801"/>
                  </a:lnTo>
                  <a:lnTo>
                    <a:pt x="973806" y="1149786"/>
                  </a:lnTo>
                  <a:lnTo>
                    <a:pt x="973808" y="1149771"/>
                  </a:lnTo>
                  <a:lnTo>
                    <a:pt x="973809" y="1149754"/>
                  </a:lnTo>
                  <a:lnTo>
                    <a:pt x="973814" y="1149739"/>
                  </a:lnTo>
                  <a:lnTo>
                    <a:pt x="973822" y="1149726"/>
                  </a:lnTo>
                  <a:lnTo>
                    <a:pt x="973830" y="1149711"/>
                  </a:lnTo>
                  <a:lnTo>
                    <a:pt x="973840" y="1149696"/>
                  </a:lnTo>
                  <a:lnTo>
                    <a:pt x="973844" y="1149692"/>
                  </a:lnTo>
                  <a:lnTo>
                    <a:pt x="973850" y="1149681"/>
                  </a:lnTo>
                  <a:lnTo>
                    <a:pt x="973854" y="1149675"/>
                  </a:lnTo>
                  <a:lnTo>
                    <a:pt x="973860" y="1149665"/>
                  </a:lnTo>
                  <a:lnTo>
                    <a:pt x="973865" y="1149650"/>
                  </a:lnTo>
                  <a:lnTo>
                    <a:pt x="973870" y="1149630"/>
                  </a:lnTo>
                  <a:lnTo>
                    <a:pt x="973871" y="1149617"/>
                  </a:lnTo>
                  <a:lnTo>
                    <a:pt x="973870" y="1149602"/>
                  </a:lnTo>
                  <a:lnTo>
                    <a:pt x="973869" y="1149595"/>
                  </a:lnTo>
                  <a:lnTo>
                    <a:pt x="973870" y="1149587"/>
                  </a:lnTo>
                  <a:lnTo>
                    <a:pt x="973868" y="1149570"/>
                  </a:lnTo>
                  <a:lnTo>
                    <a:pt x="973867" y="1149562"/>
                  </a:lnTo>
                  <a:lnTo>
                    <a:pt x="973868" y="1149555"/>
                  </a:lnTo>
                  <a:lnTo>
                    <a:pt x="973869" y="1149540"/>
                  </a:lnTo>
                  <a:lnTo>
                    <a:pt x="973871" y="1149525"/>
                  </a:lnTo>
                  <a:lnTo>
                    <a:pt x="973877" y="1149510"/>
                  </a:lnTo>
                  <a:lnTo>
                    <a:pt x="973882" y="1149495"/>
                  </a:lnTo>
                  <a:lnTo>
                    <a:pt x="973885" y="1149480"/>
                  </a:lnTo>
                  <a:lnTo>
                    <a:pt x="973886" y="1149465"/>
                  </a:lnTo>
                  <a:lnTo>
                    <a:pt x="973889" y="1149450"/>
                  </a:lnTo>
                  <a:lnTo>
                    <a:pt x="973892" y="1149435"/>
                  </a:lnTo>
                  <a:lnTo>
                    <a:pt x="973895" y="1149427"/>
                  </a:lnTo>
                  <a:lnTo>
                    <a:pt x="973896" y="1149419"/>
                  </a:lnTo>
                  <a:lnTo>
                    <a:pt x="973901" y="1149405"/>
                  </a:lnTo>
                  <a:lnTo>
                    <a:pt x="973902" y="1149401"/>
                  </a:lnTo>
                  <a:lnTo>
                    <a:pt x="973905" y="1149389"/>
                  </a:lnTo>
                  <a:lnTo>
                    <a:pt x="973907" y="1149381"/>
                  </a:lnTo>
                  <a:lnTo>
                    <a:pt x="973910" y="1149374"/>
                  </a:lnTo>
                  <a:lnTo>
                    <a:pt x="973912" y="1149356"/>
                  </a:lnTo>
                  <a:lnTo>
                    <a:pt x="973914" y="1149349"/>
                  </a:lnTo>
                  <a:lnTo>
                    <a:pt x="973913" y="1149343"/>
                  </a:lnTo>
                  <a:lnTo>
                    <a:pt x="973899" y="1149336"/>
                  </a:lnTo>
                  <a:lnTo>
                    <a:pt x="973890" y="1149336"/>
                  </a:lnTo>
                  <a:lnTo>
                    <a:pt x="973883" y="1149334"/>
                  </a:lnTo>
                  <a:lnTo>
                    <a:pt x="973872" y="1149329"/>
                  </a:lnTo>
                  <a:lnTo>
                    <a:pt x="973868" y="1149326"/>
                  </a:lnTo>
                  <a:lnTo>
                    <a:pt x="973867" y="1149318"/>
                  </a:lnTo>
                  <a:lnTo>
                    <a:pt x="973869" y="1149312"/>
                  </a:lnTo>
                  <a:lnTo>
                    <a:pt x="973872" y="1149297"/>
                  </a:lnTo>
                  <a:lnTo>
                    <a:pt x="973870" y="1149280"/>
                  </a:lnTo>
                  <a:lnTo>
                    <a:pt x="973868" y="1149265"/>
                  </a:lnTo>
                  <a:lnTo>
                    <a:pt x="973864" y="1149250"/>
                  </a:lnTo>
                  <a:lnTo>
                    <a:pt x="973861" y="1149235"/>
                  </a:lnTo>
                  <a:lnTo>
                    <a:pt x="973859" y="1149231"/>
                  </a:lnTo>
                  <a:lnTo>
                    <a:pt x="973858" y="1149220"/>
                  </a:lnTo>
                  <a:lnTo>
                    <a:pt x="973859" y="1149205"/>
                  </a:lnTo>
                  <a:lnTo>
                    <a:pt x="973864" y="1149189"/>
                  </a:lnTo>
                  <a:lnTo>
                    <a:pt x="973864" y="1149185"/>
                  </a:lnTo>
                  <a:lnTo>
                    <a:pt x="973870" y="1149174"/>
                  </a:lnTo>
                  <a:lnTo>
                    <a:pt x="973876" y="1149167"/>
                  </a:lnTo>
                  <a:lnTo>
                    <a:pt x="973884" y="1149161"/>
                  </a:lnTo>
                  <a:lnTo>
                    <a:pt x="973897" y="1149152"/>
                  </a:lnTo>
                  <a:lnTo>
                    <a:pt x="973910" y="1149135"/>
                  </a:lnTo>
                  <a:lnTo>
                    <a:pt x="973919" y="1149120"/>
                  </a:lnTo>
                  <a:lnTo>
                    <a:pt x="973922" y="1149116"/>
                  </a:lnTo>
                  <a:lnTo>
                    <a:pt x="973926" y="1149105"/>
                  </a:lnTo>
                  <a:lnTo>
                    <a:pt x="973931" y="1149090"/>
                  </a:lnTo>
                  <a:lnTo>
                    <a:pt x="973932" y="1149086"/>
                  </a:lnTo>
                  <a:lnTo>
                    <a:pt x="973934" y="1149075"/>
                  </a:lnTo>
                  <a:lnTo>
                    <a:pt x="973937" y="1149060"/>
                  </a:lnTo>
                  <a:lnTo>
                    <a:pt x="973939" y="1149045"/>
                  </a:lnTo>
                  <a:lnTo>
                    <a:pt x="973941" y="1149030"/>
                  </a:lnTo>
                  <a:lnTo>
                    <a:pt x="973941" y="1149015"/>
                  </a:lnTo>
                  <a:lnTo>
                    <a:pt x="973940" y="1149000"/>
                  </a:lnTo>
                  <a:lnTo>
                    <a:pt x="973939" y="1148982"/>
                  </a:lnTo>
                  <a:lnTo>
                    <a:pt x="973938" y="1148966"/>
                  </a:lnTo>
                  <a:lnTo>
                    <a:pt x="973935" y="1148949"/>
                  </a:lnTo>
                  <a:lnTo>
                    <a:pt x="973933" y="1148934"/>
                  </a:lnTo>
                  <a:lnTo>
                    <a:pt x="973930" y="1148915"/>
                  </a:lnTo>
                  <a:lnTo>
                    <a:pt x="973921" y="1148906"/>
                  </a:lnTo>
                  <a:lnTo>
                    <a:pt x="973905" y="1148895"/>
                  </a:lnTo>
                  <a:lnTo>
                    <a:pt x="973891" y="1148886"/>
                  </a:lnTo>
                  <a:lnTo>
                    <a:pt x="973876" y="1148878"/>
                  </a:lnTo>
                  <a:lnTo>
                    <a:pt x="973861" y="1148871"/>
                  </a:lnTo>
                  <a:lnTo>
                    <a:pt x="973853" y="1148866"/>
                  </a:lnTo>
                  <a:lnTo>
                    <a:pt x="973846" y="1148859"/>
                  </a:lnTo>
                  <a:lnTo>
                    <a:pt x="973840" y="1148853"/>
                  </a:lnTo>
                  <a:lnTo>
                    <a:pt x="973837" y="1148844"/>
                  </a:lnTo>
                  <a:lnTo>
                    <a:pt x="973830" y="1148829"/>
                  </a:lnTo>
                  <a:lnTo>
                    <a:pt x="973825" y="1148824"/>
                  </a:lnTo>
                  <a:lnTo>
                    <a:pt x="973817" y="1148822"/>
                  </a:lnTo>
                  <a:lnTo>
                    <a:pt x="973811" y="1148818"/>
                  </a:lnTo>
                  <a:lnTo>
                    <a:pt x="973802" y="1148813"/>
                  </a:lnTo>
                  <a:lnTo>
                    <a:pt x="973789" y="1148804"/>
                  </a:lnTo>
                  <a:lnTo>
                    <a:pt x="973774" y="1148784"/>
                  </a:lnTo>
                  <a:lnTo>
                    <a:pt x="973765" y="1148770"/>
                  </a:lnTo>
                  <a:lnTo>
                    <a:pt x="973758" y="1148762"/>
                  </a:lnTo>
                  <a:lnTo>
                    <a:pt x="973754" y="1148758"/>
                  </a:lnTo>
                  <a:lnTo>
                    <a:pt x="973739" y="1148746"/>
                  </a:lnTo>
                  <a:lnTo>
                    <a:pt x="973728" y="1148737"/>
                  </a:lnTo>
                  <a:lnTo>
                    <a:pt x="973710" y="1148721"/>
                  </a:lnTo>
                  <a:lnTo>
                    <a:pt x="973699" y="1148706"/>
                  </a:lnTo>
                  <a:lnTo>
                    <a:pt x="973684" y="1148695"/>
                  </a:lnTo>
                  <a:lnTo>
                    <a:pt x="973669" y="1148686"/>
                  </a:lnTo>
                  <a:lnTo>
                    <a:pt x="973666" y="1148682"/>
                  </a:lnTo>
                  <a:lnTo>
                    <a:pt x="973661" y="1148673"/>
                  </a:lnTo>
                  <a:lnTo>
                    <a:pt x="973655" y="1148669"/>
                  </a:lnTo>
                  <a:lnTo>
                    <a:pt x="973646" y="1148661"/>
                  </a:lnTo>
                  <a:lnTo>
                    <a:pt x="973637" y="1148657"/>
                  </a:lnTo>
                  <a:lnTo>
                    <a:pt x="973632" y="1148652"/>
                  </a:lnTo>
                  <a:lnTo>
                    <a:pt x="973626" y="1148649"/>
                  </a:lnTo>
                  <a:lnTo>
                    <a:pt x="973617" y="1148638"/>
                  </a:lnTo>
                  <a:lnTo>
                    <a:pt x="973611" y="1148623"/>
                  </a:lnTo>
                  <a:lnTo>
                    <a:pt x="973612" y="1148609"/>
                  </a:lnTo>
                  <a:lnTo>
                    <a:pt x="973615" y="1148594"/>
                  </a:lnTo>
                  <a:lnTo>
                    <a:pt x="973620" y="1148579"/>
                  </a:lnTo>
                  <a:lnTo>
                    <a:pt x="973620" y="1148564"/>
                  </a:lnTo>
                  <a:lnTo>
                    <a:pt x="973616" y="1148549"/>
                  </a:lnTo>
                  <a:lnTo>
                    <a:pt x="973614" y="1148541"/>
                  </a:lnTo>
                  <a:lnTo>
                    <a:pt x="973611" y="1148534"/>
                  </a:lnTo>
                  <a:lnTo>
                    <a:pt x="973605" y="1148519"/>
                  </a:lnTo>
                  <a:lnTo>
                    <a:pt x="973605" y="1148504"/>
                  </a:lnTo>
                  <a:lnTo>
                    <a:pt x="973605" y="1148489"/>
                  </a:lnTo>
                  <a:lnTo>
                    <a:pt x="973605" y="1148481"/>
                  </a:lnTo>
                  <a:lnTo>
                    <a:pt x="973603" y="1148474"/>
                  </a:lnTo>
                  <a:lnTo>
                    <a:pt x="973601" y="1148457"/>
                  </a:lnTo>
                  <a:lnTo>
                    <a:pt x="973601" y="1148452"/>
                  </a:lnTo>
                  <a:lnTo>
                    <a:pt x="973602" y="1148447"/>
                  </a:lnTo>
                  <a:lnTo>
                    <a:pt x="973603" y="1148442"/>
                  </a:lnTo>
                  <a:lnTo>
                    <a:pt x="973607" y="1148434"/>
                  </a:lnTo>
                  <a:lnTo>
                    <a:pt x="973605" y="1148426"/>
                  </a:lnTo>
                  <a:lnTo>
                    <a:pt x="973604" y="1148417"/>
                  </a:lnTo>
                  <a:lnTo>
                    <a:pt x="973607" y="1148406"/>
                  </a:lnTo>
                  <a:lnTo>
                    <a:pt x="973607" y="1148397"/>
                  </a:lnTo>
                  <a:lnTo>
                    <a:pt x="973604" y="1148388"/>
                  </a:lnTo>
                  <a:lnTo>
                    <a:pt x="973604" y="1148381"/>
                  </a:lnTo>
                  <a:lnTo>
                    <a:pt x="973604" y="1148366"/>
                  </a:lnTo>
                  <a:lnTo>
                    <a:pt x="973607" y="1148351"/>
                  </a:lnTo>
                  <a:lnTo>
                    <a:pt x="973608" y="1148336"/>
                  </a:lnTo>
                  <a:lnTo>
                    <a:pt x="973604" y="1148321"/>
                  </a:lnTo>
                  <a:lnTo>
                    <a:pt x="973601" y="1148306"/>
                  </a:lnTo>
                  <a:lnTo>
                    <a:pt x="973599" y="1148299"/>
                  </a:lnTo>
                  <a:lnTo>
                    <a:pt x="973600" y="1148291"/>
                  </a:lnTo>
                  <a:lnTo>
                    <a:pt x="973604" y="1148276"/>
                  </a:lnTo>
                  <a:lnTo>
                    <a:pt x="973609" y="1148261"/>
                  </a:lnTo>
                  <a:lnTo>
                    <a:pt x="973617" y="1148246"/>
                  </a:lnTo>
                  <a:lnTo>
                    <a:pt x="973629" y="1148231"/>
                  </a:lnTo>
                  <a:lnTo>
                    <a:pt x="973640" y="1148216"/>
                  </a:lnTo>
                  <a:lnTo>
                    <a:pt x="973652" y="1148201"/>
                  </a:lnTo>
                  <a:lnTo>
                    <a:pt x="973664" y="1148186"/>
                  </a:lnTo>
                  <a:lnTo>
                    <a:pt x="973676" y="1148172"/>
                  </a:lnTo>
                  <a:lnTo>
                    <a:pt x="973688" y="1148157"/>
                  </a:lnTo>
                  <a:lnTo>
                    <a:pt x="973700" y="1148142"/>
                  </a:lnTo>
                  <a:lnTo>
                    <a:pt x="973709" y="1148127"/>
                  </a:lnTo>
                  <a:lnTo>
                    <a:pt x="973713" y="1148120"/>
                  </a:lnTo>
                  <a:lnTo>
                    <a:pt x="973718" y="1148111"/>
                  </a:lnTo>
                  <a:lnTo>
                    <a:pt x="973727" y="1148096"/>
                  </a:lnTo>
                  <a:lnTo>
                    <a:pt x="973731" y="1148086"/>
                  </a:lnTo>
                  <a:lnTo>
                    <a:pt x="973731" y="1148081"/>
                  </a:lnTo>
                  <a:lnTo>
                    <a:pt x="973729" y="1148071"/>
                  </a:lnTo>
                  <a:lnTo>
                    <a:pt x="973726" y="1148063"/>
                  </a:lnTo>
                  <a:lnTo>
                    <a:pt x="973718" y="1148051"/>
                  </a:lnTo>
                  <a:lnTo>
                    <a:pt x="973716" y="1148046"/>
                  </a:lnTo>
                  <a:lnTo>
                    <a:pt x="973707" y="1148036"/>
                  </a:lnTo>
                  <a:lnTo>
                    <a:pt x="973703" y="1148031"/>
                  </a:lnTo>
                  <a:lnTo>
                    <a:pt x="973694" y="1148026"/>
                  </a:lnTo>
                  <a:lnTo>
                    <a:pt x="973674" y="1148020"/>
                  </a:lnTo>
                  <a:lnTo>
                    <a:pt x="973654" y="1148016"/>
                  </a:lnTo>
                  <a:lnTo>
                    <a:pt x="973597" y="1148010"/>
                  </a:lnTo>
                  <a:lnTo>
                    <a:pt x="973583" y="1148009"/>
                  </a:lnTo>
                  <a:lnTo>
                    <a:pt x="973568" y="1148008"/>
                  </a:lnTo>
                  <a:lnTo>
                    <a:pt x="973553" y="1148006"/>
                  </a:lnTo>
                  <a:lnTo>
                    <a:pt x="973544" y="1148003"/>
                  </a:lnTo>
                  <a:lnTo>
                    <a:pt x="973538" y="1148003"/>
                  </a:lnTo>
                  <a:lnTo>
                    <a:pt x="973523" y="1148000"/>
                  </a:lnTo>
                  <a:lnTo>
                    <a:pt x="973508" y="1147998"/>
                  </a:lnTo>
                  <a:lnTo>
                    <a:pt x="973491" y="1147992"/>
                  </a:lnTo>
                  <a:lnTo>
                    <a:pt x="973485" y="1147989"/>
                  </a:lnTo>
                  <a:lnTo>
                    <a:pt x="973478" y="1147985"/>
                  </a:lnTo>
                  <a:lnTo>
                    <a:pt x="973470" y="1147982"/>
                  </a:lnTo>
                  <a:lnTo>
                    <a:pt x="973464" y="1147982"/>
                  </a:lnTo>
                  <a:lnTo>
                    <a:pt x="973449" y="1147981"/>
                  </a:lnTo>
                  <a:lnTo>
                    <a:pt x="973434" y="1147982"/>
                  </a:lnTo>
                  <a:lnTo>
                    <a:pt x="973419" y="1147984"/>
                  </a:lnTo>
                  <a:lnTo>
                    <a:pt x="973404" y="1147985"/>
                  </a:lnTo>
                  <a:lnTo>
                    <a:pt x="973385" y="1147991"/>
                  </a:lnTo>
                  <a:lnTo>
                    <a:pt x="973377" y="1147991"/>
                  </a:lnTo>
                  <a:lnTo>
                    <a:pt x="973367" y="1147989"/>
                  </a:lnTo>
                  <a:lnTo>
                    <a:pt x="973360" y="1147987"/>
                  </a:lnTo>
                  <a:lnTo>
                    <a:pt x="973345" y="1147987"/>
                  </a:lnTo>
                  <a:lnTo>
                    <a:pt x="973330" y="1147985"/>
                  </a:lnTo>
                  <a:lnTo>
                    <a:pt x="973324" y="1147983"/>
                  </a:lnTo>
                  <a:lnTo>
                    <a:pt x="973315" y="1147982"/>
                  </a:lnTo>
                  <a:lnTo>
                    <a:pt x="973300" y="1147983"/>
                  </a:lnTo>
                  <a:lnTo>
                    <a:pt x="973285" y="1147984"/>
                  </a:lnTo>
                  <a:lnTo>
                    <a:pt x="973271" y="1147985"/>
                  </a:lnTo>
                  <a:lnTo>
                    <a:pt x="973256" y="1147982"/>
                  </a:lnTo>
                  <a:lnTo>
                    <a:pt x="973235" y="1147976"/>
                  </a:lnTo>
                  <a:lnTo>
                    <a:pt x="973227" y="1147975"/>
                  </a:lnTo>
                  <a:lnTo>
                    <a:pt x="973211" y="1147977"/>
                  </a:lnTo>
                  <a:lnTo>
                    <a:pt x="973203" y="1147977"/>
                  </a:lnTo>
                  <a:lnTo>
                    <a:pt x="973191" y="1147974"/>
                  </a:lnTo>
                  <a:lnTo>
                    <a:pt x="973185" y="1147971"/>
                  </a:lnTo>
                  <a:lnTo>
                    <a:pt x="973180" y="1147966"/>
                  </a:lnTo>
                  <a:lnTo>
                    <a:pt x="973166" y="1147958"/>
                  </a:lnTo>
                  <a:lnTo>
                    <a:pt x="973151" y="1147953"/>
                  </a:lnTo>
                  <a:lnTo>
                    <a:pt x="973137" y="1147950"/>
                  </a:lnTo>
                  <a:lnTo>
                    <a:pt x="973121" y="1147944"/>
                  </a:lnTo>
                  <a:lnTo>
                    <a:pt x="973105" y="1147940"/>
                  </a:lnTo>
                  <a:lnTo>
                    <a:pt x="973092" y="1147937"/>
                  </a:lnTo>
                  <a:lnTo>
                    <a:pt x="973077" y="1147932"/>
                  </a:lnTo>
                  <a:lnTo>
                    <a:pt x="973063" y="1147926"/>
                  </a:lnTo>
                  <a:lnTo>
                    <a:pt x="973048" y="1147919"/>
                  </a:lnTo>
                  <a:lnTo>
                    <a:pt x="973033" y="1147914"/>
                  </a:lnTo>
                  <a:lnTo>
                    <a:pt x="973018" y="1147910"/>
                  </a:lnTo>
                  <a:lnTo>
                    <a:pt x="973003" y="1147906"/>
                  </a:lnTo>
                  <a:lnTo>
                    <a:pt x="972988" y="1147901"/>
                  </a:lnTo>
                  <a:lnTo>
                    <a:pt x="972980" y="1147893"/>
                  </a:lnTo>
                  <a:lnTo>
                    <a:pt x="972979" y="1147888"/>
                  </a:lnTo>
                  <a:lnTo>
                    <a:pt x="972978" y="1147872"/>
                  </a:lnTo>
                  <a:lnTo>
                    <a:pt x="972975" y="1147857"/>
                  </a:lnTo>
                  <a:lnTo>
                    <a:pt x="972969" y="1147842"/>
                  </a:lnTo>
                  <a:lnTo>
                    <a:pt x="972964" y="1147828"/>
                  </a:lnTo>
                  <a:lnTo>
                    <a:pt x="972962" y="1147823"/>
                  </a:lnTo>
                  <a:lnTo>
                    <a:pt x="972958" y="1147812"/>
                  </a:lnTo>
                  <a:lnTo>
                    <a:pt x="972953" y="1147797"/>
                  </a:lnTo>
                  <a:lnTo>
                    <a:pt x="972945" y="1147782"/>
                  </a:lnTo>
                  <a:lnTo>
                    <a:pt x="972936" y="1147767"/>
                  </a:lnTo>
                  <a:lnTo>
                    <a:pt x="972928" y="1147752"/>
                  </a:lnTo>
                  <a:lnTo>
                    <a:pt x="972921" y="1147737"/>
                  </a:lnTo>
                  <a:lnTo>
                    <a:pt x="972916" y="1147721"/>
                  </a:lnTo>
                  <a:lnTo>
                    <a:pt x="972915" y="1147714"/>
                  </a:lnTo>
                  <a:lnTo>
                    <a:pt x="972911" y="1147706"/>
                  </a:lnTo>
                  <a:lnTo>
                    <a:pt x="972910" y="1147701"/>
                  </a:lnTo>
                  <a:lnTo>
                    <a:pt x="972901" y="1147691"/>
                  </a:lnTo>
                  <a:lnTo>
                    <a:pt x="972888" y="1147679"/>
                  </a:lnTo>
                  <a:lnTo>
                    <a:pt x="972874" y="1147670"/>
                  </a:lnTo>
                  <a:lnTo>
                    <a:pt x="972859" y="1147662"/>
                  </a:lnTo>
                  <a:lnTo>
                    <a:pt x="972853" y="1147659"/>
                  </a:lnTo>
                  <a:lnTo>
                    <a:pt x="972844" y="1147651"/>
                  </a:lnTo>
                  <a:lnTo>
                    <a:pt x="972839" y="1147646"/>
                  </a:lnTo>
                  <a:lnTo>
                    <a:pt x="972833" y="1147636"/>
                  </a:lnTo>
                  <a:lnTo>
                    <a:pt x="972827" y="1147621"/>
                  </a:lnTo>
                  <a:lnTo>
                    <a:pt x="972825" y="1147613"/>
                  </a:lnTo>
                  <a:lnTo>
                    <a:pt x="972823" y="1147609"/>
                  </a:lnTo>
                  <a:lnTo>
                    <a:pt x="972819" y="1147601"/>
                  </a:lnTo>
                  <a:lnTo>
                    <a:pt x="972814" y="1147598"/>
                  </a:lnTo>
                  <a:lnTo>
                    <a:pt x="972806" y="1147594"/>
                  </a:lnTo>
                  <a:lnTo>
                    <a:pt x="972791" y="1147584"/>
                  </a:lnTo>
                  <a:lnTo>
                    <a:pt x="972786" y="1147580"/>
                  </a:lnTo>
                  <a:lnTo>
                    <a:pt x="972779" y="1147576"/>
                  </a:lnTo>
                  <a:lnTo>
                    <a:pt x="972774" y="1147574"/>
                  </a:lnTo>
                  <a:lnTo>
                    <a:pt x="972769" y="1147573"/>
                  </a:lnTo>
                  <a:lnTo>
                    <a:pt x="972761" y="1147573"/>
                  </a:lnTo>
                  <a:lnTo>
                    <a:pt x="972747" y="1147573"/>
                  </a:lnTo>
                  <a:lnTo>
                    <a:pt x="972732" y="1147572"/>
                  </a:lnTo>
                  <a:lnTo>
                    <a:pt x="972717" y="1147562"/>
                  </a:lnTo>
                  <a:lnTo>
                    <a:pt x="972702" y="1147549"/>
                  </a:lnTo>
                  <a:lnTo>
                    <a:pt x="972692" y="1147541"/>
                  </a:lnTo>
                  <a:lnTo>
                    <a:pt x="972682" y="1147538"/>
                  </a:lnTo>
                  <a:lnTo>
                    <a:pt x="972673" y="1147535"/>
                  </a:lnTo>
                  <a:lnTo>
                    <a:pt x="972653" y="1147529"/>
                  </a:lnTo>
                  <a:lnTo>
                    <a:pt x="972642" y="1147527"/>
                  </a:lnTo>
                  <a:lnTo>
                    <a:pt x="972626" y="1147524"/>
                  </a:lnTo>
                  <a:lnTo>
                    <a:pt x="972614" y="1147512"/>
                  </a:lnTo>
                  <a:lnTo>
                    <a:pt x="972608" y="1147497"/>
                  </a:lnTo>
                  <a:lnTo>
                    <a:pt x="972604" y="1147482"/>
                  </a:lnTo>
                  <a:lnTo>
                    <a:pt x="972605" y="1147470"/>
                  </a:lnTo>
                  <a:lnTo>
                    <a:pt x="972605" y="1147460"/>
                  </a:lnTo>
                  <a:lnTo>
                    <a:pt x="972602" y="1147455"/>
                  </a:lnTo>
                  <a:lnTo>
                    <a:pt x="972592" y="1147450"/>
                  </a:lnTo>
                  <a:lnTo>
                    <a:pt x="972583" y="1147442"/>
                  </a:lnTo>
                  <a:lnTo>
                    <a:pt x="972572" y="1147426"/>
                  </a:lnTo>
                  <a:lnTo>
                    <a:pt x="972567" y="1147421"/>
                  </a:lnTo>
                  <a:lnTo>
                    <a:pt x="972559" y="1147418"/>
                  </a:lnTo>
                  <a:lnTo>
                    <a:pt x="972544" y="1147408"/>
                  </a:lnTo>
                  <a:lnTo>
                    <a:pt x="972535" y="1147394"/>
                  </a:lnTo>
                  <a:lnTo>
                    <a:pt x="972528" y="1147379"/>
                  </a:lnTo>
                  <a:lnTo>
                    <a:pt x="972524" y="1147370"/>
                  </a:lnTo>
                  <a:lnTo>
                    <a:pt x="972523" y="1147364"/>
                  </a:lnTo>
                  <a:lnTo>
                    <a:pt x="972519" y="1147352"/>
                  </a:lnTo>
                  <a:lnTo>
                    <a:pt x="972518" y="1147344"/>
                  </a:lnTo>
                  <a:lnTo>
                    <a:pt x="972516" y="1147335"/>
                  </a:lnTo>
                  <a:lnTo>
                    <a:pt x="972513" y="1147329"/>
                  </a:lnTo>
                  <a:lnTo>
                    <a:pt x="972509" y="1147321"/>
                  </a:lnTo>
                  <a:lnTo>
                    <a:pt x="972506" y="1147316"/>
                  </a:lnTo>
                  <a:lnTo>
                    <a:pt x="972504" y="1147310"/>
                  </a:lnTo>
                  <a:lnTo>
                    <a:pt x="972502" y="1147304"/>
                  </a:lnTo>
                  <a:lnTo>
                    <a:pt x="972497" y="1147289"/>
                  </a:lnTo>
                  <a:lnTo>
                    <a:pt x="972492" y="1147273"/>
                  </a:lnTo>
                  <a:lnTo>
                    <a:pt x="972488" y="1147262"/>
                  </a:lnTo>
                  <a:lnTo>
                    <a:pt x="972485" y="1147258"/>
                  </a:lnTo>
                  <a:lnTo>
                    <a:pt x="972482" y="1147254"/>
                  </a:lnTo>
                  <a:lnTo>
                    <a:pt x="972472" y="1147245"/>
                  </a:lnTo>
                  <a:lnTo>
                    <a:pt x="972468" y="1147243"/>
                  </a:lnTo>
                  <a:lnTo>
                    <a:pt x="972463" y="1147241"/>
                  </a:lnTo>
                  <a:lnTo>
                    <a:pt x="972459" y="1147234"/>
                  </a:lnTo>
                  <a:lnTo>
                    <a:pt x="972456" y="1147226"/>
                  </a:lnTo>
                  <a:lnTo>
                    <a:pt x="972456" y="1147220"/>
                  </a:lnTo>
                  <a:lnTo>
                    <a:pt x="972457" y="1147204"/>
                  </a:lnTo>
                  <a:lnTo>
                    <a:pt x="972457" y="1147198"/>
                  </a:lnTo>
                  <a:lnTo>
                    <a:pt x="972454" y="1147189"/>
                  </a:lnTo>
                  <a:lnTo>
                    <a:pt x="972452" y="1147174"/>
                  </a:lnTo>
                  <a:lnTo>
                    <a:pt x="972452" y="1147159"/>
                  </a:lnTo>
                  <a:lnTo>
                    <a:pt x="972447" y="1147144"/>
                  </a:lnTo>
                  <a:lnTo>
                    <a:pt x="972444" y="1147137"/>
                  </a:lnTo>
                  <a:lnTo>
                    <a:pt x="972443" y="1147129"/>
                  </a:lnTo>
                  <a:lnTo>
                    <a:pt x="972443" y="1147114"/>
                  </a:lnTo>
                  <a:lnTo>
                    <a:pt x="972437" y="1147099"/>
                  </a:lnTo>
                  <a:lnTo>
                    <a:pt x="972433" y="1147084"/>
                  </a:lnTo>
                  <a:lnTo>
                    <a:pt x="972434" y="1147068"/>
                  </a:lnTo>
                  <a:lnTo>
                    <a:pt x="972433" y="1147054"/>
                  </a:lnTo>
                  <a:lnTo>
                    <a:pt x="972433" y="1147048"/>
                  </a:lnTo>
                  <a:lnTo>
                    <a:pt x="972430" y="1147039"/>
                  </a:lnTo>
                  <a:lnTo>
                    <a:pt x="972428" y="1147032"/>
                  </a:lnTo>
                  <a:lnTo>
                    <a:pt x="972428" y="1147024"/>
                  </a:lnTo>
                  <a:lnTo>
                    <a:pt x="972430" y="1147009"/>
                  </a:lnTo>
                  <a:lnTo>
                    <a:pt x="972432" y="1147002"/>
                  </a:lnTo>
                  <a:lnTo>
                    <a:pt x="972432" y="1146992"/>
                  </a:lnTo>
                  <a:lnTo>
                    <a:pt x="972428" y="1146979"/>
                  </a:lnTo>
                  <a:lnTo>
                    <a:pt x="972424" y="1146972"/>
                  </a:lnTo>
                  <a:lnTo>
                    <a:pt x="972422" y="1146964"/>
                  </a:lnTo>
                  <a:lnTo>
                    <a:pt x="972417" y="1146948"/>
                  </a:lnTo>
                  <a:lnTo>
                    <a:pt x="972413" y="1146930"/>
                  </a:lnTo>
                  <a:lnTo>
                    <a:pt x="972409" y="1146919"/>
                  </a:lnTo>
                  <a:lnTo>
                    <a:pt x="972405" y="1146913"/>
                  </a:lnTo>
                  <a:lnTo>
                    <a:pt x="972396" y="1146903"/>
                  </a:lnTo>
                  <a:lnTo>
                    <a:pt x="972388" y="1146893"/>
                  </a:lnTo>
                  <a:lnTo>
                    <a:pt x="972386" y="1146888"/>
                  </a:lnTo>
                  <a:lnTo>
                    <a:pt x="972381" y="1146873"/>
                  </a:lnTo>
                  <a:lnTo>
                    <a:pt x="972378" y="1146858"/>
                  </a:lnTo>
                  <a:lnTo>
                    <a:pt x="972378" y="1146850"/>
                  </a:lnTo>
                  <a:lnTo>
                    <a:pt x="972376" y="1146841"/>
                  </a:lnTo>
                  <a:lnTo>
                    <a:pt x="972372" y="1146828"/>
                  </a:lnTo>
                  <a:lnTo>
                    <a:pt x="972361" y="1146813"/>
                  </a:lnTo>
                  <a:lnTo>
                    <a:pt x="972356" y="1146804"/>
                  </a:lnTo>
                  <a:lnTo>
                    <a:pt x="972351" y="1146797"/>
                  </a:lnTo>
                  <a:lnTo>
                    <a:pt x="972345" y="1146783"/>
                  </a:lnTo>
                  <a:lnTo>
                    <a:pt x="972339" y="1146768"/>
                  </a:lnTo>
                  <a:lnTo>
                    <a:pt x="972334" y="1146753"/>
                  </a:lnTo>
                  <a:lnTo>
                    <a:pt x="972328" y="1146738"/>
                  </a:lnTo>
                  <a:lnTo>
                    <a:pt x="972326" y="1146731"/>
                  </a:lnTo>
                  <a:lnTo>
                    <a:pt x="972328" y="1146721"/>
                  </a:lnTo>
                  <a:lnTo>
                    <a:pt x="972338" y="1146710"/>
                  </a:lnTo>
                  <a:lnTo>
                    <a:pt x="972352" y="1146695"/>
                  </a:lnTo>
                  <a:lnTo>
                    <a:pt x="972365" y="1146680"/>
                  </a:lnTo>
                  <a:lnTo>
                    <a:pt x="972377" y="1146665"/>
                  </a:lnTo>
                  <a:lnTo>
                    <a:pt x="972390" y="1146649"/>
                  </a:lnTo>
                  <a:lnTo>
                    <a:pt x="972405" y="1146637"/>
                  </a:lnTo>
                  <a:lnTo>
                    <a:pt x="972419" y="1146627"/>
                  </a:lnTo>
                  <a:lnTo>
                    <a:pt x="972434" y="1146621"/>
                  </a:lnTo>
                  <a:lnTo>
                    <a:pt x="972449" y="1146616"/>
                  </a:lnTo>
                  <a:lnTo>
                    <a:pt x="972464" y="1146614"/>
                  </a:lnTo>
                  <a:lnTo>
                    <a:pt x="972479" y="1146609"/>
                  </a:lnTo>
                  <a:lnTo>
                    <a:pt x="972485" y="1146607"/>
                  </a:lnTo>
                  <a:lnTo>
                    <a:pt x="972490" y="1146605"/>
                  </a:lnTo>
                  <a:lnTo>
                    <a:pt x="972492" y="1146600"/>
                  </a:lnTo>
                  <a:lnTo>
                    <a:pt x="972496" y="1146584"/>
                  </a:lnTo>
                  <a:lnTo>
                    <a:pt x="972497" y="1146569"/>
                  </a:lnTo>
                  <a:lnTo>
                    <a:pt x="972496" y="1146554"/>
                  </a:lnTo>
                  <a:lnTo>
                    <a:pt x="972496" y="1146539"/>
                  </a:lnTo>
                  <a:lnTo>
                    <a:pt x="972496" y="1146523"/>
                  </a:lnTo>
                  <a:lnTo>
                    <a:pt x="972491" y="1146508"/>
                  </a:lnTo>
                  <a:lnTo>
                    <a:pt x="972489" y="1146493"/>
                  </a:lnTo>
                  <a:lnTo>
                    <a:pt x="972487" y="1146478"/>
                  </a:lnTo>
                  <a:lnTo>
                    <a:pt x="972488" y="1146463"/>
                  </a:lnTo>
                  <a:lnTo>
                    <a:pt x="972491" y="1146448"/>
                  </a:lnTo>
                  <a:lnTo>
                    <a:pt x="972491" y="1146440"/>
                  </a:lnTo>
                  <a:lnTo>
                    <a:pt x="972493" y="1146433"/>
                  </a:lnTo>
                  <a:lnTo>
                    <a:pt x="972494" y="1146418"/>
                  </a:lnTo>
                  <a:lnTo>
                    <a:pt x="972492" y="1146403"/>
                  </a:lnTo>
                  <a:lnTo>
                    <a:pt x="972490" y="1146388"/>
                  </a:lnTo>
                  <a:lnTo>
                    <a:pt x="972489" y="1146373"/>
                  </a:lnTo>
                  <a:lnTo>
                    <a:pt x="972488" y="1146358"/>
                  </a:lnTo>
                  <a:lnTo>
                    <a:pt x="972487" y="1146343"/>
                  </a:lnTo>
                  <a:lnTo>
                    <a:pt x="972487" y="1146328"/>
                  </a:lnTo>
                  <a:lnTo>
                    <a:pt x="972486" y="1146313"/>
                  </a:lnTo>
                  <a:lnTo>
                    <a:pt x="972489" y="1146298"/>
                  </a:lnTo>
                  <a:lnTo>
                    <a:pt x="972492" y="1146283"/>
                  </a:lnTo>
                  <a:lnTo>
                    <a:pt x="972496" y="1146267"/>
                  </a:lnTo>
                  <a:lnTo>
                    <a:pt x="972497" y="1146252"/>
                  </a:lnTo>
                  <a:lnTo>
                    <a:pt x="972498" y="1146237"/>
                  </a:lnTo>
                  <a:lnTo>
                    <a:pt x="972499" y="1146222"/>
                  </a:lnTo>
                  <a:lnTo>
                    <a:pt x="972501" y="1146207"/>
                  </a:lnTo>
                  <a:lnTo>
                    <a:pt x="972507" y="1146192"/>
                  </a:lnTo>
                  <a:lnTo>
                    <a:pt x="972512" y="1146177"/>
                  </a:lnTo>
                  <a:lnTo>
                    <a:pt x="972515" y="1146162"/>
                  </a:lnTo>
                  <a:lnTo>
                    <a:pt x="972517" y="1146147"/>
                  </a:lnTo>
                  <a:lnTo>
                    <a:pt x="972515" y="1146130"/>
                  </a:lnTo>
                  <a:lnTo>
                    <a:pt x="972510" y="1146115"/>
                  </a:lnTo>
                  <a:lnTo>
                    <a:pt x="972501" y="1146102"/>
                  </a:lnTo>
                  <a:lnTo>
                    <a:pt x="972488" y="1146087"/>
                  </a:lnTo>
                  <a:lnTo>
                    <a:pt x="972486" y="1146082"/>
                  </a:lnTo>
                  <a:lnTo>
                    <a:pt x="972484" y="1146072"/>
                  </a:lnTo>
                  <a:lnTo>
                    <a:pt x="972486" y="1146057"/>
                  </a:lnTo>
                  <a:lnTo>
                    <a:pt x="972484" y="1146040"/>
                  </a:lnTo>
                  <a:lnTo>
                    <a:pt x="972480" y="1146025"/>
                  </a:lnTo>
                  <a:lnTo>
                    <a:pt x="972475" y="1146012"/>
                  </a:lnTo>
                  <a:lnTo>
                    <a:pt x="972473" y="1145997"/>
                  </a:lnTo>
                  <a:lnTo>
                    <a:pt x="972471" y="1145980"/>
                  </a:lnTo>
                  <a:lnTo>
                    <a:pt x="972471" y="1145971"/>
                  </a:lnTo>
                  <a:lnTo>
                    <a:pt x="972470" y="1145960"/>
                  </a:lnTo>
                  <a:lnTo>
                    <a:pt x="972469" y="1145956"/>
                  </a:lnTo>
                  <a:lnTo>
                    <a:pt x="972467" y="1145950"/>
                  </a:lnTo>
                  <a:lnTo>
                    <a:pt x="972463" y="1145944"/>
                  </a:lnTo>
                  <a:lnTo>
                    <a:pt x="972459" y="1145938"/>
                  </a:lnTo>
                  <a:lnTo>
                    <a:pt x="972455" y="1145929"/>
                  </a:lnTo>
                  <a:lnTo>
                    <a:pt x="972452" y="1145921"/>
                  </a:lnTo>
                  <a:lnTo>
                    <a:pt x="972449" y="1145915"/>
                  </a:lnTo>
                  <a:lnTo>
                    <a:pt x="972448" y="1145907"/>
                  </a:lnTo>
                  <a:lnTo>
                    <a:pt x="972447" y="1145899"/>
                  </a:lnTo>
                  <a:lnTo>
                    <a:pt x="972444" y="1145895"/>
                  </a:lnTo>
                  <a:lnTo>
                    <a:pt x="972437" y="1145886"/>
                  </a:lnTo>
                  <a:lnTo>
                    <a:pt x="972431" y="1145879"/>
                  </a:lnTo>
                  <a:lnTo>
                    <a:pt x="972419" y="1145865"/>
                  </a:lnTo>
                  <a:lnTo>
                    <a:pt x="972412" y="1145860"/>
                  </a:lnTo>
                  <a:lnTo>
                    <a:pt x="972405" y="1145852"/>
                  </a:lnTo>
                  <a:lnTo>
                    <a:pt x="972391" y="1145840"/>
                  </a:lnTo>
                  <a:lnTo>
                    <a:pt x="972390" y="1145834"/>
                  </a:lnTo>
                  <a:lnTo>
                    <a:pt x="972395" y="1145824"/>
                  </a:lnTo>
                  <a:lnTo>
                    <a:pt x="972401" y="1145814"/>
                  </a:lnTo>
                  <a:lnTo>
                    <a:pt x="972405" y="1145804"/>
                  </a:lnTo>
                  <a:lnTo>
                    <a:pt x="972409" y="1145798"/>
                  </a:lnTo>
                  <a:lnTo>
                    <a:pt x="972410" y="1145787"/>
                  </a:lnTo>
                  <a:lnTo>
                    <a:pt x="972411" y="1145776"/>
                  </a:lnTo>
                  <a:lnTo>
                    <a:pt x="972411" y="1145767"/>
                  </a:lnTo>
                  <a:lnTo>
                    <a:pt x="972408" y="1145752"/>
                  </a:lnTo>
                  <a:lnTo>
                    <a:pt x="972403" y="1145738"/>
                  </a:lnTo>
                  <a:lnTo>
                    <a:pt x="972397" y="1145724"/>
                  </a:lnTo>
                  <a:lnTo>
                    <a:pt x="972395" y="1145720"/>
                  </a:lnTo>
                  <a:lnTo>
                    <a:pt x="972388" y="1145705"/>
                  </a:lnTo>
                  <a:lnTo>
                    <a:pt x="972381" y="1145694"/>
                  </a:lnTo>
                  <a:lnTo>
                    <a:pt x="972380" y="1145685"/>
                  </a:lnTo>
                  <a:lnTo>
                    <a:pt x="972380" y="1145679"/>
                  </a:lnTo>
                  <a:lnTo>
                    <a:pt x="972383" y="1145669"/>
                  </a:lnTo>
                  <a:lnTo>
                    <a:pt x="972386" y="1145661"/>
                  </a:lnTo>
                  <a:lnTo>
                    <a:pt x="972389" y="1145648"/>
                  </a:lnTo>
                  <a:lnTo>
                    <a:pt x="972390" y="1145640"/>
                  </a:lnTo>
                  <a:lnTo>
                    <a:pt x="972390" y="1145631"/>
                  </a:lnTo>
                  <a:lnTo>
                    <a:pt x="972389" y="1145623"/>
                  </a:lnTo>
                  <a:lnTo>
                    <a:pt x="972390" y="1145614"/>
                  </a:lnTo>
                  <a:lnTo>
                    <a:pt x="972392" y="1145598"/>
                  </a:lnTo>
                  <a:lnTo>
                    <a:pt x="972395" y="1145586"/>
                  </a:lnTo>
                  <a:lnTo>
                    <a:pt x="972401" y="1145571"/>
                  </a:lnTo>
                  <a:lnTo>
                    <a:pt x="972409" y="1145556"/>
                  </a:lnTo>
                  <a:lnTo>
                    <a:pt x="972419" y="1145542"/>
                  </a:lnTo>
                  <a:lnTo>
                    <a:pt x="972432" y="1145527"/>
                  </a:lnTo>
                  <a:lnTo>
                    <a:pt x="972436" y="1145520"/>
                  </a:lnTo>
                  <a:lnTo>
                    <a:pt x="972435" y="1145514"/>
                  </a:lnTo>
                  <a:lnTo>
                    <a:pt x="972431" y="1145498"/>
                  </a:lnTo>
                  <a:lnTo>
                    <a:pt x="972429" y="1145485"/>
                  </a:lnTo>
                  <a:lnTo>
                    <a:pt x="972426" y="1145476"/>
                  </a:lnTo>
                  <a:lnTo>
                    <a:pt x="972421" y="1145466"/>
                  </a:lnTo>
                  <a:lnTo>
                    <a:pt x="972421" y="1145459"/>
                  </a:lnTo>
                  <a:lnTo>
                    <a:pt x="972421" y="1145452"/>
                  </a:lnTo>
                  <a:lnTo>
                    <a:pt x="972421" y="1145444"/>
                  </a:lnTo>
                  <a:lnTo>
                    <a:pt x="972423" y="1145437"/>
                  </a:lnTo>
                  <a:lnTo>
                    <a:pt x="972426" y="1145429"/>
                  </a:lnTo>
                  <a:lnTo>
                    <a:pt x="972430" y="1145420"/>
                  </a:lnTo>
                  <a:lnTo>
                    <a:pt x="972434" y="1145414"/>
                  </a:lnTo>
                  <a:lnTo>
                    <a:pt x="972438" y="1145404"/>
                  </a:lnTo>
                  <a:lnTo>
                    <a:pt x="972438" y="1145395"/>
                  </a:lnTo>
                  <a:lnTo>
                    <a:pt x="972438" y="1145380"/>
                  </a:lnTo>
                  <a:lnTo>
                    <a:pt x="972437" y="1145371"/>
                  </a:lnTo>
                  <a:lnTo>
                    <a:pt x="972437" y="1145363"/>
                  </a:lnTo>
                  <a:lnTo>
                    <a:pt x="972437" y="1145354"/>
                  </a:lnTo>
                  <a:lnTo>
                    <a:pt x="972438" y="1145347"/>
                  </a:lnTo>
                  <a:lnTo>
                    <a:pt x="972439" y="1145334"/>
                  </a:lnTo>
                  <a:lnTo>
                    <a:pt x="972440" y="1145313"/>
                  </a:lnTo>
                  <a:lnTo>
                    <a:pt x="972440" y="1145306"/>
                  </a:lnTo>
                  <a:lnTo>
                    <a:pt x="972440" y="1145300"/>
                  </a:lnTo>
                  <a:lnTo>
                    <a:pt x="972434" y="1145292"/>
                  </a:lnTo>
                  <a:lnTo>
                    <a:pt x="972430" y="1145290"/>
                  </a:lnTo>
                  <a:lnTo>
                    <a:pt x="972417" y="1145274"/>
                  </a:lnTo>
                  <a:lnTo>
                    <a:pt x="972407" y="1145259"/>
                  </a:lnTo>
                  <a:lnTo>
                    <a:pt x="972403" y="1145251"/>
                  </a:lnTo>
                  <a:lnTo>
                    <a:pt x="972399" y="1145244"/>
                  </a:lnTo>
                  <a:lnTo>
                    <a:pt x="972392" y="1145235"/>
                  </a:lnTo>
                  <a:lnTo>
                    <a:pt x="972388" y="1145231"/>
                  </a:lnTo>
                  <a:lnTo>
                    <a:pt x="972372" y="1145224"/>
                  </a:lnTo>
                  <a:lnTo>
                    <a:pt x="972358" y="1145220"/>
                  </a:lnTo>
                  <a:lnTo>
                    <a:pt x="972343" y="1145219"/>
                  </a:lnTo>
                  <a:lnTo>
                    <a:pt x="972328" y="1145216"/>
                  </a:lnTo>
                  <a:lnTo>
                    <a:pt x="972313" y="1145213"/>
                  </a:lnTo>
                  <a:lnTo>
                    <a:pt x="972298" y="1145209"/>
                  </a:lnTo>
                  <a:lnTo>
                    <a:pt x="972283" y="1145205"/>
                  </a:lnTo>
                  <a:lnTo>
                    <a:pt x="972269" y="1145198"/>
                  </a:lnTo>
                  <a:lnTo>
                    <a:pt x="972254" y="1145189"/>
                  </a:lnTo>
                  <a:lnTo>
                    <a:pt x="972239" y="1145176"/>
                  </a:lnTo>
                  <a:lnTo>
                    <a:pt x="972226" y="1145164"/>
                  </a:lnTo>
                  <a:lnTo>
                    <a:pt x="972212" y="1145150"/>
                  </a:lnTo>
                  <a:lnTo>
                    <a:pt x="972197" y="1145137"/>
                  </a:lnTo>
                  <a:lnTo>
                    <a:pt x="972182" y="1145128"/>
                  </a:lnTo>
                  <a:lnTo>
                    <a:pt x="972168" y="1145117"/>
                  </a:lnTo>
                  <a:lnTo>
                    <a:pt x="972153" y="1145106"/>
                  </a:lnTo>
                  <a:lnTo>
                    <a:pt x="972147" y="1145100"/>
                  </a:lnTo>
                  <a:lnTo>
                    <a:pt x="972118" y="1145066"/>
                  </a:lnTo>
                  <a:lnTo>
                    <a:pt x="972112" y="1145057"/>
                  </a:lnTo>
                  <a:lnTo>
                    <a:pt x="972111" y="1145051"/>
                  </a:lnTo>
                  <a:lnTo>
                    <a:pt x="972105" y="1145036"/>
                  </a:lnTo>
                  <a:lnTo>
                    <a:pt x="972105" y="1145029"/>
                  </a:lnTo>
                  <a:lnTo>
                    <a:pt x="972092" y="1145012"/>
                  </a:lnTo>
                  <a:lnTo>
                    <a:pt x="972083" y="1145007"/>
                  </a:lnTo>
                  <a:lnTo>
                    <a:pt x="972076" y="1145003"/>
                  </a:lnTo>
                  <a:lnTo>
                    <a:pt x="972065" y="1144990"/>
                  </a:lnTo>
                  <a:lnTo>
                    <a:pt x="972064" y="1144984"/>
                  </a:lnTo>
                  <a:lnTo>
                    <a:pt x="972066" y="1144969"/>
                  </a:lnTo>
                  <a:lnTo>
                    <a:pt x="972067" y="1144946"/>
                  </a:lnTo>
                  <a:lnTo>
                    <a:pt x="972055" y="1144947"/>
                  </a:lnTo>
                  <a:lnTo>
                    <a:pt x="972051" y="1144948"/>
                  </a:lnTo>
                  <a:lnTo>
                    <a:pt x="972046" y="1144948"/>
                  </a:lnTo>
                  <a:lnTo>
                    <a:pt x="972035" y="1144948"/>
                  </a:lnTo>
                  <a:lnTo>
                    <a:pt x="972020" y="1144947"/>
                  </a:lnTo>
                  <a:lnTo>
                    <a:pt x="972005" y="1144946"/>
                  </a:lnTo>
                  <a:lnTo>
                    <a:pt x="971990" y="1144944"/>
                  </a:lnTo>
                  <a:lnTo>
                    <a:pt x="971975" y="1144935"/>
                  </a:lnTo>
                  <a:lnTo>
                    <a:pt x="971962" y="1144923"/>
                  </a:lnTo>
                  <a:lnTo>
                    <a:pt x="971947" y="1144912"/>
                  </a:lnTo>
                  <a:lnTo>
                    <a:pt x="971940" y="1144906"/>
                  </a:lnTo>
                  <a:lnTo>
                    <a:pt x="971934" y="1144898"/>
                  </a:lnTo>
                  <a:lnTo>
                    <a:pt x="971929" y="1144887"/>
                  </a:lnTo>
                  <a:lnTo>
                    <a:pt x="971926" y="1144881"/>
                  </a:lnTo>
                  <a:lnTo>
                    <a:pt x="971914" y="1144868"/>
                  </a:lnTo>
                  <a:lnTo>
                    <a:pt x="971900" y="1144856"/>
                  </a:lnTo>
                  <a:lnTo>
                    <a:pt x="971885" y="1144843"/>
                  </a:lnTo>
                  <a:lnTo>
                    <a:pt x="971870" y="1144833"/>
                  </a:lnTo>
                  <a:lnTo>
                    <a:pt x="971861" y="1144825"/>
                  </a:lnTo>
                  <a:lnTo>
                    <a:pt x="971859" y="1144819"/>
                  </a:lnTo>
                  <a:lnTo>
                    <a:pt x="971861" y="1144810"/>
                  </a:lnTo>
                  <a:lnTo>
                    <a:pt x="971863" y="1144803"/>
                  </a:lnTo>
                  <a:lnTo>
                    <a:pt x="971865" y="1144794"/>
                  </a:lnTo>
                  <a:lnTo>
                    <a:pt x="971865" y="1144788"/>
                  </a:lnTo>
                  <a:lnTo>
                    <a:pt x="971860" y="1144780"/>
                  </a:lnTo>
                  <a:lnTo>
                    <a:pt x="971857" y="1144772"/>
                  </a:lnTo>
                  <a:lnTo>
                    <a:pt x="971853" y="1144762"/>
                  </a:lnTo>
                  <a:lnTo>
                    <a:pt x="971851" y="1144753"/>
                  </a:lnTo>
                  <a:lnTo>
                    <a:pt x="971852" y="1144742"/>
                  </a:lnTo>
                  <a:lnTo>
                    <a:pt x="971851" y="1144731"/>
                  </a:lnTo>
                  <a:lnTo>
                    <a:pt x="971848" y="1144721"/>
                  </a:lnTo>
                  <a:lnTo>
                    <a:pt x="971845" y="1144712"/>
                  </a:lnTo>
                  <a:lnTo>
                    <a:pt x="971844" y="1144704"/>
                  </a:lnTo>
                  <a:lnTo>
                    <a:pt x="971843" y="1144693"/>
                  </a:lnTo>
                  <a:lnTo>
                    <a:pt x="971843" y="1144678"/>
                  </a:lnTo>
                  <a:lnTo>
                    <a:pt x="971844" y="1144668"/>
                  </a:lnTo>
                  <a:lnTo>
                    <a:pt x="971844" y="1144655"/>
                  </a:lnTo>
                  <a:lnTo>
                    <a:pt x="971843" y="1144646"/>
                  </a:lnTo>
                  <a:lnTo>
                    <a:pt x="971846" y="1144636"/>
                  </a:lnTo>
                  <a:lnTo>
                    <a:pt x="971847" y="1144627"/>
                  </a:lnTo>
                  <a:lnTo>
                    <a:pt x="971847" y="1144621"/>
                  </a:lnTo>
                  <a:lnTo>
                    <a:pt x="971842" y="1144610"/>
                  </a:lnTo>
                  <a:lnTo>
                    <a:pt x="971834" y="1144595"/>
                  </a:lnTo>
                  <a:lnTo>
                    <a:pt x="971827" y="1144580"/>
                  </a:lnTo>
                  <a:lnTo>
                    <a:pt x="971824" y="1144573"/>
                  </a:lnTo>
                  <a:lnTo>
                    <a:pt x="971823" y="1144565"/>
                  </a:lnTo>
                  <a:lnTo>
                    <a:pt x="971822" y="1144550"/>
                  </a:lnTo>
                  <a:lnTo>
                    <a:pt x="971824" y="1144535"/>
                  </a:lnTo>
                  <a:lnTo>
                    <a:pt x="971830" y="1144466"/>
                  </a:lnTo>
                  <a:lnTo>
                    <a:pt x="971841" y="1144450"/>
                  </a:lnTo>
                  <a:lnTo>
                    <a:pt x="971854" y="1144437"/>
                  </a:lnTo>
                  <a:lnTo>
                    <a:pt x="971869" y="1144427"/>
                  </a:lnTo>
                  <a:lnTo>
                    <a:pt x="971885" y="1144421"/>
                  </a:lnTo>
                  <a:lnTo>
                    <a:pt x="971899" y="1144416"/>
                  </a:lnTo>
                  <a:lnTo>
                    <a:pt x="971914" y="1144410"/>
                  </a:lnTo>
                  <a:lnTo>
                    <a:pt x="971929" y="1144406"/>
                  </a:lnTo>
                  <a:lnTo>
                    <a:pt x="971943" y="1144399"/>
                  </a:lnTo>
                  <a:lnTo>
                    <a:pt x="971958" y="1144390"/>
                  </a:lnTo>
                  <a:lnTo>
                    <a:pt x="971973" y="1144378"/>
                  </a:lnTo>
                  <a:lnTo>
                    <a:pt x="971988" y="1144365"/>
                  </a:lnTo>
                  <a:lnTo>
                    <a:pt x="971993" y="1144360"/>
                  </a:lnTo>
                  <a:lnTo>
                    <a:pt x="971999" y="1144351"/>
                  </a:lnTo>
                  <a:lnTo>
                    <a:pt x="972000" y="1144340"/>
                  </a:lnTo>
                  <a:lnTo>
                    <a:pt x="971998" y="1144335"/>
                  </a:lnTo>
                  <a:lnTo>
                    <a:pt x="971990" y="1144320"/>
                  </a:lnTo>
                  <a:lnTo>
                    <a:pt x="971981" y="1144305"/>
                  </a:lnTo>
                  <a:lnTo>
                    <a:pt x="971974" y="1144290"/>
                  </a:lnTo>
                  <a:lnTo>
                    <a:pt x="971967" y="1144275"/>
                  </a:lnTo>
                  <a:lnTo>
                    <a:pt x="971949" y="1144228"/>
                  </a:lnTo>
                  <a:lnTo>
                    <a:pt x="971943" y="1144213"/>
                  </a:lnTo>
                  <a:lnTo>
                    <a:pt x="971939" y="1144198"/>
                  </a:lnTo>
                  <a:lnTo>
                    <a:pt x="971939" y="1144191"/>
                  </a:lnTo>
                  <a:lnTo>
                    <a:pt x="971936" y="1144182"/>
                  </a:lnTo>
                  <a:lnTo>
                    <a:pt x="971931" y="1144167"/>
                  </a:lnTo>
                  <a:lnTo>
                    <a:pt x="971926" y="1144152"/>
                  </a:lnTo>
                  <a:lnTo>
                    <a:pt x="971923" y="1144137"/>
                  </a:lnTo>
                  <a:lnTo>
                    <a:pt x="971919" y="1144122"/>
                  </a:lnTo>
                  <a:lnTo>
                    <a:pt x="971915" y="1144107"/>
                  </a:lnTo>
                  <a:lnTo>
                    <a:pt x="971913" y="1144092"/>
                  </a:lnTo>
                  <a:lnTo>
                    <a:pt x="971911" y="1144082"/>
                  </a:lnTo>
                  <a:lnTo>
                    <a:pt x="971908" y="1144077"/>
                  </a:lnTo>
                  <a:lnTo>
                    <a:pt x="971905" y="1144067"/>
                  </a:lnTo>
                  <a:lnTo>
                    <a:pt x="971903" y="1144058"/>
                  </a:lnTo>
                  <a:lnTo>
                    <a:pt x="971902" y="1144052"/>
                  </a:lnTo>
                  <a:lnTo>
                    <a:pt x="971901" y="1144046"/>
                  </a:lnTo>
                  <a:lnTo>
                    <a:pt x="971897" y="1144038"/>
                  </a:lnTo>
                  <a:lnTo>
                    <a:pt x="971895" y="1144032"/>
                  </a:lnTo>
                  <a:lnTo>
                    <a:pt x="971892" y="1144017"/>
                  </a:lnTo>
                  <a:lnTo>
                    <a:pt x="971891" y="1144002"/>
                  </a:lnTo>
                  <a:lnTo>
                    <a:pt x="971891" y="1143987"/>
                  </a:lnTo>
                  <a:lnTo>
                    <a:pt x="971891" y="1143972"/>
                  </a:lnTo>
                  <a:lnTo>
                    <a:pt x="971893" y="1143957"/>
                  </a:lnTo>
                  <a:lnTo>
                    <a:pt x="971894" y="1143942"/>
                  </a:lnTo>
                  <a:lnTo>
                    <a:pt x="971897" y="1143927"/>
                  </a:lnTo>
                  <a:lnTo>
                    <a:pt x="971900" y="1143912"/>
                  </a:lnTo>
                  <a:lnTo>
                    <a:pt x="971904" y="1143896"/>
                  </a:lnTo>
                  <a:lnTo>
                    <a:pt x="971909" y="1143881"/>
                  </a:lnTo>
                  <a:lnTo>
                    <a:pt x="971916" y="1143866"/>
                  </a:lnTo>
                  <a:lnTo>
                    <a:pt x="971922" y="1143851"/>
                  </a:lnTo>
                  <a:lnTo>
                    <a:pt x="971928" y="1143838"/>
                  </a:lnTo>
                  <a:lnTo>
                    <a:pt x="971936" y="1143821"/>
                  </a:lnTo>
                  <a:lnTo>
                    <a:pt x="971945" y="1143806"/>
                  </a:lnTo>
                  <a:lnTo>
                    <a:pt x="971956" y="1143791"/>
                  </a:lnTo>
                  <a:lnTo>
                    <a:pt x="971967" y="1143776"/>
                  </a:lnTo>
                  <a:lnTo>
                    <a:pt x="971975" y="1143761"/>
                  </a:lnTo>
                  <a:lnTo>
                    <a:pt x="971988" y="1143746"/>
                  </a:lnTo>
                  <a:lnTo>
                    <a:pt x="972003" y="1143739"/>
                  </a:lnTo>
                  <a:lnTo>
                    <a:pt x="972018" y="1143736"/>
                  </a:lnTo>
                  <a:lnTo>
                    <a:pt x="972033" y="1143733"/>
                  </a:lnTo>
                  <a:lnTo>
                    <a:pt x="972048" y="1143729"/>
                  </a:lnTo>
                  <a:lnTo>
                    <a:pt x="972063" y="1143723"/>
                  </a:lnTo>
                  <a:lnTo>
                    <a:pt x="972078" y="1143717"/>
                  </a:lnTo>
                  <a:lnTo>
                    <a:pt x="972092" y="1143712"/>
                  </a:lnTo>
                  <a:lnTo>
                    <a:pt x="972107" y="1143709"/>
                  </a:lnTo>
                  <a:lnTo>
                    <a:pt x="972121" y="1143708"/>
                  </a:lnTo>
                  <a:lnTo>
                    <a:pt x="972183" y="1143696"/>
                  </a:lnTo>
                  <a:lnTo>
                    <a:pt x="972194" y="1143696"/>
                  </a:lnTo>
                  <a:lnTo>
                    <a:pt x="972204" y="1143695"/>
                  </a:lnTo>
                  <a:lnTo>
                    <a:pt x="972215" y="1143695"/>
                  </a:lnTo>
                  <a:lnTo>
                    <a:pt x="972227" y="1143697"/>
                  </a:lnTo>
                  <a:lnTo>
                    <a:pt x="972239" y="1143700"/>
                  </a:lnTo>
                  <a:lnTo>
                    <a:pt x="972248" y="1143702"/>
                  </a:lnTo>
                  <a:lnTo>
                    <a:pt x="972257" y="1143706"/>
                  </a:lnTo>
                  <a:lnTo>
                    <a:pt x="972267" y="1143710"/>
                  </a:lnTo>
                  <a:lnTo>
                    <a:pt x="972276" y="1143715"/>
                  </a:lnTo>
                  <a:lnTo>
                    <a:pt x="972286" y="1143722"/>
                  </a:lnTo>
                  <a:lnTo>
                    <a:pt x="972297" y="1143727"/>
                  </a:lnTo>
                  <a:lnTo>
                    <a:pt x="972309" y="1143731"/>
                  </a:lnTo>
                  <a:lnTo>
                    <a:pt x="972323" y="1143733"/>
                  </a:lnTo>
                  <a:lnTo>
                    <a:pt x="972338" y="1143734"/>
                  </a:lnTo>
                  <a:lnTo>
                    <a:pt x="972351" y="1143733"/>
                  </a:lnTo>
                  <a:lnTo>
                    <a:pt x="972357" y="1143731"/>
                  </a:lnTo>
                  <a:lnTo>
                    <a:pt x="972368" y="1143727"/>
                  </a:lnTo>
                  <a:lnTo>
                    <a:pt x="972381" y="1143721"/>
                  </a:lnTo>
                  <a:lnTo>
                    <a:pt x="972391" y="1143717"/>
                  </a:lnTo>
                  <a:lnTo>
                    <a:pt x="972406" y="1143709"/>
                  </a:lnTo>
                  <a:lnTo>
                    <a:pt x="972421" y="1143702"/>
                  </a:lnTo>
                  <a:lnTo>
                    <a:pt x="972436" y="1143693"/>
                  </a:lnTo>
                  <a:lnTo>
                    <a:pt x="972450" y="1143684"/>
                  </a:lnTo>
                  <a:lnTo>
                    <a:pt x="972466" y="1143671"/>
                  </a:lnTo>
                  <a:lnTo>
                    <a:pt x="972474" y="1143658"/>
                  </a:lnTo>
                  <a:lnTo>
                    <a:pt x="972477" y="1143643"/>
                  </a:lnTo>
                  <a:lnTo>
                    <a:pt x="972479" y="1143636"/>
                  </a:lnTo>
                  <a:lnTo>
                    <a:pt x="972479" y="1143628"/>
                  </a:lnTo>
                  <a:lnTo>
                    <a:pt x="972481" y="1143613"/>
                  </a:lnTo>
                  <a:lnTo>
                    <a:pt x="972481" y="1143598"/>
                  </a:lnTo>
                  <a:lnTo>
                    <a:pt x="972482" y="1143583"/>
                  </a:lnTo>
                  <a:lnTo>
                    <a:pt x="972483" y="1143568"/>
                  </a:lnTo>
                  <a:lnTo>
                    <a:pt x="972483" y="1143553"/>
                  </a:lnTo>
                  <a:lnTo>
                    <a:pt x="972482" y="1143537"/>
                  </a:lnTo>
                  <a:lnTo>
                    <a:pt x="972481" y="1143522"/>
                  </a:lnTo>
                  <a:lnTo>
                    <a:pt x="972479" y="1143507"/>
                  </a:lnTo>
                  <a:lnTo>
                    <a:pt x="972478" y="1143492"/>
                  </a:lnTo>
                  <a:lnTo>
                    <a:pt x="972476" y="1143477"/>
                  </a:lnTo>
                  <a:lnTo>
                    <a:pt x="972474" y="1143462"/>
                  </a:lnTo>
                  <a:lnTo>
                    <a:pt x="972472" y="1143454"/>
                  </a:lnTo>
                  <a:lnTo>
                    <a:pt x="972470" y="1143446"/>
                  </a:lnTo>
                  <a:lnTo>
                    <a:pt x="972465" y="1143434"/>
                  </a:lnTo>
                  <a:lnTo>
                    <a:pt x="972464" y="1143427"/>
                  </a:lnTo>
                  <a:lnTo>
                    <a:pt x="972462" y="1143417"/>
                  </a:lnTo>
                  <a:lnTo>
                    <a:pt x="972459" y="1143403"/>
                  </a:lnTo>
                  <a:lnTo>
                    <a:pt x="972460" y="1143394"/>
                  </a:lnTo>
                  <a:lnTo>
                    <a:pt x="972464" y="1143377"/>
                  </a:lnTo>
                  <a:lnTo>
                    <a:pt x="972470" y="1143362"/>
                  </a:lnTo>
                  <a:lnTo>
                    <a:pt x="972477" y="1143347"/>
                  </a:lnTo>
                  <a:lnTo>
                    <a:pt x="972481" y="1143332"/>
                  </a:lnTo>
                  <a:lnTo>
                    <a:pt x="972483" y="1143327"/>
                  </a:lnTo>
                  <a:lnTo>
                    <a:pt x="972483" y="1143317"/>
                  </a:lnTo>
                  <a:lnTo>
                    <a:pt x="972483" y="1143302"/>
                  </a:lnTo>
                  <a:lnTo>
                    <a:pt x="972483" y="1143286"/>
                  </a:lnTo>
                  <a:lnTo>
                    <a:pt x="972485" y="1143271"/>
                  </a:lnTo>
                  <a:lnTo>
                    <a:pt x="972488" y="1143256"/>
                  </a:lnTo>
                  <a:lnTo>
                    <a:pt x="972489" y="1143241"/>
                  </a:lnTo>
                  <a:lnTo>
                    <a:pt x="972492" y="1143226"/>
                  </a:lnTo>
                  <a:lnTo>
                    <a:pt x="972495" y="1143211"/>
                  </a:lnTo>
                  <a:lnTo>
                    <a:pt x="972498" y="1143196"/>
                  </a:lnTo>
                  <a:lnTo>
                    <a:pt x="972498" y="1143188"/>
                  </a:lnTo>
                  <a:lnTo>
                    <a:pt x="972500" y="1143181"/>
                  </a:lnTo>
                  <a:lnTo>
                    <a:pt x="972503" y="1143166"/>
                  </a:lnTo>
                  <a:lnTo>
                    <a:pt x="972506" y="1143151"/>
                  </a:lnTo>
                  <a:lnTo>
                    <a:pt x="972516" y="1143111"/>
                  </a:lnTo>
                  <a:lnTo>
                    <a:pt x="972518" y="1143102"/>
                  </a:lnTo>
                  <a:lnTo>
                    <a:pt x="972513" y="1143096"/>
                  </a:lnTo>
                  <a:lnTo>
                    <a:pt x="972502" y="1143081"/>
                  </a:lnTo>
                  <a:lnTo>
                    <a:pt x="972479" y="1143056"/>
                  </a:lnTo>
                  <a:lnTo>
                    <a:pt x="972469" y="1143042"/>
                  </a:lnTo>
                  <a:lnTo>
                    <a:pt x="972463" y="1143031"/>
                  </a:lnTo>
                  <a:lnTo>
                    <a:pt x="972452" y="1143016"/>
                  </a:lnTo>
                  <a:lnTo>
                    <a:pt x="972440" y="1143003"/>
                  </a:lnTo>
                  <a:lnTo>
                    <a:pt x="972436" y="1142999"/>
                  </a:lnTo>
                  <a:lnTo>
                    <a:pt x="972427" y="1142989"/>
                  </a:lnTo>
                  <a:lnTo>
                    <a:pt x="972415" y="1142978"/>
                  </a:lnTo>
                  <a:lnTo>
                    <a:pt x="972398" y="1142965"/>
                  </a:lnTo>
                  <a:lnTo>
                    <a:pt x="972390" y="1142959"/>
                  </a:lnTo>
                  <a:lnTo>
                    <a:pt x="972381" y="1142950"/>
                  </a:lnTo>
                  <a:lnTo>
                    <a:pt x="972373" y="1142944"/>
                  </a:lnTo>
                  <a:lnTo>
                    <a:pt x="972366" y="1142939"/>
                  </a:lnTo>
                  <a:lnTo>
                    <a:pt x="972361" y="1142936"/>
                  </a:lnTo>
                  <a:lnTo>
                    <a:pt x="972355" y="1142934"/>
                  </a:lnTo>
                  <a:lnTo>
                    <a:pt x="972347" y="1142930"/>
                  </a:lnTo>
                  <a:lnTo>
                    <a:pt x="972342" y="1142929"/>
                  </a:lnTo>
                  <a:lnTo>
                    <a:pt x="972337" y="1142923"/>
                  </a:lnTo>
                  <a:lnTo>
                    <a:pt x="972328" y="1142915"/>
                  </a:lnTo>
                  <a:lnTo>
                    <a:pt x="972318" y="1142904"/>
                  </a:lnTo>
                  <a:lnTo>
                    <a:pt x="972307" y="1142891"/>
                  </a:lnTo>
                  <a:lnTo>
                    <a:pt x="972302" y="1142885"/>
                  </a:lnTo>
                  <a:lnTo>
                    <a:pt x="972288" y="1142872"/>
                  </a:lnTo>
                  <a:lnTo>
                    <a:pt x="972274" y="1142857"/>
                  </a:lnTo>
                  <a:lnTo>
                    <a:pt x="972259" y="1142846"/>
                  </a:lnTo>
                  <a:lnTo>
                    <a:pt x="972244" y="1142838"/>
                  </a:lnTo>
                  <a:lnTo>
                    <a:pt x="972229" y="1142830"/>
                  </a:lnTo>
                  <a:lnTo>
                    <a:pt x="972223" y="1142827"/>
                  </a:lnTo>
                  <a:lnTo>
                    <a:pt x="972214" y="1142819"/>
                  </a:lnTo>
                  <a:lnTo>
                    <a:pt x="972211" y="1142812"/>
                  </a:lnTo>
                  <a:lnTo>
                    <a:pt x="972210" y="1142804"/>
                  </a:lnTo>
                  <a:lnTo>
                    <a:pt x="972208" y="1142789"/>
                  </a:lnTo>
                  <a:lnTo>
                    <a:pt x="972207" y="1142774"/>
                  </a:lnTo>
                  <a:lnTo>
                    <a:pt x="972205" y="1142759"/>
                  </a:lnTo>
                  <a:lnTo>
                    <a:pt x="972203" y="1142753"/>
                  </a:lnTo>
                  <a:lnTo>
                    <a:pt x="972203" y="1142744"/>
                  </a:lnTo>
                  <a:lnTo>
                    <a:pt x="972200" y="1142729"/>
                  </a:lnTo>
                  <a:lnTo>
                    <a:pt x="972198" y="1142714"/>
                  </a:lnTo>
                  <a:lnTo>
                    <a:pt x="972198" y="1142706"/>
                  </a:lnTo>
                  <a:lnTo>
                    <a:pt x="972196" y="1142699"/>
                  </a:lnTo>
                  <a:lnTo>
                    <a:pt x="972193" y="1142692"/>
                  </a:lnTo>
                  <a:lnTo>
                    <a:pt x="972192" y="1142684"/>
                  </a:lnTo>
                  <a:lnTo>
                    <a:pt x="972189" y="1142669"/>
                  </a:lnTo>
                  <a:lnTo>
                    <a:pt x="972188" y="1142654"/>
                  </a:lnTo>
                  <a:lnTo>
                    <a:pt x="972185" y="1142639"/>
                  </a:lnTo>
                  <a:lnTo>
                    <a:pt x="972182" y="1142624"/>
                  </a:lnTo>
                  <a:lnTo>
                    <a:pt x="972182" y="1142617"/>
                  </a:lnTo>
                  <a:lnTo>
                    <a:pt x="972179" y="1142608"/>
                  </a:lnTo>
                  <a:lnTo>
                    <a:pt x="972176" y="1142605"/>
                  </a:lnTo>
                  <a:lnTo>
                    <a:pt x="972164" y="1142600"/>
                  </a:lnTo>
                  <a:lnTo>
                    <a:pt x="972149" y="1142593"/>
                  </a:lnTo>
                  <a:lnTo>
                    <a:pt x="972135" y="1142584"/>
                  </a:lnTo>
                  <a:lnTo>
                    <a:pt x="972120" y="1142572"/>
                  </a:lnTo>
                  <a:lnTo>
                    <a:pt x="972110" y="1142563"/>
                  </a:lnTo>
                  <a:lnTo>
                    <a:pt x="972107" y="1142557"/>
                  </a:lnTo>
                  <a:lnTo>
                    <a:pt x="972096" y="1142542"/>
                  </a:lnTo>
                  <a:lnTo>
                    <a:pt x="972086" y="1142527"/>
                  </a:lnTo>
                  <a:lnTo>
                    <a:pt x="972076" y="1142512"/>
                  </a:lnTo>
                  <a:lnTo>
                    <a:pt x="972064" y="1142498"/>
                  </a:lnTo>
                  <a:lnTo>
                    <a:pt x="972049" y="1142485"/>
                  </a:lnTo>
                  <a:lnTo>
                    <a:pt x="972034" y="1142474"/>
                  </a:lnTo>
                  <a:lnTo>
                    <a:pt x="972019" y="1142463"/>
                  </a:lnTo>
                  <a:lnTo>
                    <a:pt x="972004" y="1142452"/>
                  </a:lnTo>
                  <a:lnTo>
                    <a:pt x="971989" y="1142442"/>
                  </a:lnTo>
                  <a:lnTo>
                    <a:pt x="971975" y="1142432"/>
                  </a:lnTo>
                  <a:lnTo>
                    <a:pt x="971971" y="1142430"/>
                  </a:lnTo>
                  <a:lnTo>
                    <a:pt x="971960" y="1142420"/>
                  </a:lnTo>
                  <a:lnTo>
                    <a:pt x="971958" y="1142412"/>
                  </a:lnTo>
                  <a:lnTo>
                    <a:pt x="971958" y="1142405"/>
                  </a:lnTo>
                  <a:lnTo>
                    <a:pt x="971958" y="1142390"/>
                  </a:lnTo>
                  <a:lnTo>
                    <a:pt x="971960" y="1142375"/>
                  </a:lnTo>
                  <a:lnTo>
                    <a:pt x="971960" y="1142360"/>
                  </a:lnTo>
                  <a:lnTo>
                    <a:pt x="971958" y="1142345"/>
                  </a:lnTo>
                  <a:lnTo>
                    <a:pt x="971953" y="1142330"/>
                  </a:lnTo>
                  <a:lnTo>
                    <a:pt x="971948" y="1142315"/>
                  </a:lnTo>
                  <a:lnTo>
                    <a:pt x="971940" y="1142300"/>
                  </a:lnTo>
                  <a:lnTo>
                    <a:pt x="971932" y="1142286"/>
                  </a:lnTo>
                  <a:lnTo>
                    <a:pt x="971921" y="1142271"/>
                  </a:lnTo>
                  <a:lnTo>
                    <a:pt x="971908" y="1142257"/>
                  </a:lnTo>
                  <a:lnTo>
                    <a:pt x="971892" y="1142244"/>
                  </a:lnTo>
                  <a:lnTo>
                    <a:pt x="971887" y="1142238"/>
                  </a:lnTo>
                  <a:lnTo>
                    <a:pt x="971879" y="1142233"/>
                  </a:lnTo>
                  <a:lnTo>
                    <a:pt x="971864" y="1142223"/>
                  </a:lnTo>
                  <a:lnTo>
                    <a:pt x="971849" y="1142213"/>
                  </a:lnTo>
                  <a:lnTo>
                    <a:pt x="971835" y="1142201"/>
                  </a:lnTo>
                  <a:lnTo>
                    <a:pt x="971822" y="1142187"/>
                  </a:lnTo>
                  <a:lnTo>
                    <a:pt x="971810" y="1142172"/>
                  </a:lnTo>
                  <a:lnTo>
                    <a:pt x="971798" y="1142157"/>
                  </a:lnTo>
                  <a:lnTo>
                    <a:pt x="971787" y="1142142"/>
                  </a:lnTo>
                  <a:lnTo>
                    <a:pt x="971775" y="1142129"/>
                  </a:lnTo>
                  <a:lnTo>
                    <a:pt x="971771" y="1142120"/>
                  </a:lnTo>
                  <a:lnTo>
                    <a:pt x="971772" y="1142114"/>
                  </a:lnTo>
                  <a:lnTo>
                    <a:pt x="971779" y="1142099"/>
                  </a:lnTo>
                  <a:lnTo>
                    <a:pt x="971784" y="1142083"/>
                  </a:lnTo>
                  <a:lnTo>
                    <a:pt x="971785" y="1142068"/>
                  </a:lnTo>
                  <a:lnTo>
                    <a:pt x="971786" y="1142053"/>
                  </a:lnTo>
                  <a:lnTo>
                    <a:pt x="971787" y="1142038"/>
                  </a:lnTo>
                  <a:lnTo>
                    <a:pt x="971789" y="1142023"/>
                  </a:lnTo>
                  <a:lnTo>
                    <a:pt x="971793" y="1142008"/>
                  </a:lnTo>
                  <a:lnTo>
                    <a:pt x="971796" y="1141993"/>
                  </a:lnTo>
                  <a:lnTo>
                    <a:pt x="971798" y="1141989"/>
                  </a:lnTo>
                  <a:lnTo>
                    <a:pt x="971799" y="1141978"/>
                  </a:lnTo>
                  <a:lnTo>
                    <a:pt x="971800" y="1141963"/>
                  </a:lnTo>
                  <a:lnTo>
                    <a:pt x="971801" y="1141948"/>
                  </a:lnTo>
                  <a:lnTo>
                    <a:pt x="971804" y="1141932"/>
                  </a:lnTo>
                  <a:lnTo>
                    <a:pt x="971808" y="1141917"/>
                  </a:lnTo>
                  <a:lnTo>
                    <a:pt x="971813" y="1141902"/>
                  </a:lnTo>
                  <a:lnTo>
                    <a:pt x="971827" y="1141887"/>
                  </a:lnTo>
                  <a:lnTo>
                    <a:pt x="971842" y="1141879"/>
                  </a:lnTo>
                  <a:lnTo>
                    <a:pt x="971857" y="1141869"/>
                  </a:lnTo>
                  <a:lnTo>
                    <a:pt x="971871" y="1141856"/>
                  </a:lnTo>
                  <a:lnTo>
                    <a:pt x="971878" y="1141849"/>
                  </a:lnTo>
                  <a:lnTo>
                    <a:pt x="971883" y="1141841"/>
                  </a:lnTo>
                  <a:lnTo>
                    <a:pt x="971887" y="1141834"/>
                  </a:lnTo>
                  <a:lnTo>
                    <a:pt x="971889" y="1141826"/>
                  </a:lnTo>
                  <a:lnTo>
                    <a:pt x="971892" y="1141819"/>
                  </a:lnTo>
                  <a:lnTo>
                    <a:pt x="971893" y="1141811"/>
                  </a:lnTo>
                  <a:lnTo>
                    <a:pt x="971894" y="1141796"/>
                  </a:lnTo>
                  <a:lnTo>
                    <a:pt x="971894" y="1141781"/>
                  </a:lnTo>
                  <a:lnTo>
                    <a:pt x="971896" y="1141766"/>
                  </a:lnTo>
                  <a:lnTo>
                    <a:pt x="971897" y="1141760"/>
                  </a:lnTo>
                  <a:lnTo>
                    <a:pt x="971903" y="1141751"/>
                  </a:lnTo>
                  <a:lnTo>
                    <a:pt x="971914" y="1141736"/>
                  </a:lnTo>
                  <a:lnTo>
                    <a:pt x="971929" y="1141723"/>
                  </a:lnTo>
                  <a:lnTo>
                    <a:pt x="971943" y="1141711"/>
                  </a:lnTo>
                  <a:lnTo>
                    <a:pt x="971980" y="1141688"/>
                  </a:lnTo>
                  <a:lnTo>
                    <a:pt x="971982" y="1141683"/>
                  </a:lnTo>
                  <a:lnTo>
                    <a:pt x="971978" y="1141675"/>
                  </a:lnTo>
                  <a:lnTo>
                    <a:pt x="971967" y="1141646"/>
                  </a:lnTo>
                  <a:lnTo>
                    <a:pt x="971964" y="1141629"/>
                  </a:lnTo>
                  <a:lnTo>
                    <a:pt x="971959" y="1141613"/>
                  </a:lnTo>
                  <a:lnTo>
                    <a:pt x="971957" y="1141603"/>
                  </a:lnTo>
                  <a:lnTo>
                    <a:pt x="971955" y="1141588"/>
                  </a:lnTo>
                  <a:lnTo>
                    <a:pt x="971956" y="1141575"/>
                  </a:lnTo>
                  <a:lnTo>
                    <a:pt x="971957" y="1141563"/>
                  </a:lnTo>
                  <a:lnTo>
                    <a:pt x="971960" y="1141557"/>
                  </a:lnTo>
                  <a:lnTo>
                    <a:pt x="971973" y="1141543"/>
                  </a:lnTo>
                  <a:lnTo>
                    <a:pt x="971987" y="1141530"/>
                  </a:lnTo>
                  <a:lnTo>
                    <a:pt x="972000" y="1141518"/>
                  </a:lnTo>
                  <a:lnTo>
                    <a:pt x="972004" y="1141513"/>
                  </a:lnTo>
                  <a:lnTo>
                    <a:pt x="972010" y="1141503"/>
                  </a:lnTo>
                  <a:lnTo>
                    <a:pt x="972019" y="1141490"/>
                  </a:lnTo>
                  <a:lnTo>
                    <a:pt x="972024" y="1141484"/>
                  </a:lnTo>
                  <a:lnTo>
                    <a:pt x="972028" y="1141473"/>
                  </a:lnTo>
                  <a:lnTo>
                    <a:pt x="972034" y="1141458"/>
                  </a:lnTo>
                  <a:lnTo>
                    <a:pt x="972038" y="1141443"/>
                  </a:lnTo>
                  <a:lnTo>
                    <a:pt x="972041" y="1141428"/>
                  </a:lnTo>
                  <a:lnTo>
                    <a:pt x="972045" y="1141413"/>
                  </a:lnTo>
                  <a:lnTo>
                    <a:pt x="972046" y="1141398"/>
                  </a:lnTo>
                  <a:lnTo>
                    <a:pt x="972047" y="1141383"/>
                  </a:lnTo>
                  <a:lnTo>
                    <a:pt x="972049" y="1141368"/>
                  </a:lnTo>
                  <a:lnTo>
                    <a:pt x="972052" y="1141353"/>
                  </a:lnTo>
                  <a:lnTo>
                    <a:pt x="972055" y="1141343"/>
                  </a:lnTo>
                  <a:lnTo>
                    <a:pt x="972060" y="1141338"/>
                  </a:lnTo>
                  <a:lnTo>
                    <a:pt x="972070" y="1141323"/>
                  </a:lnTo>
                  <a:lnTo>
                    <a:pt x="972076" y="1141315"/>
                  </a:lnTo>
                  <a:lnTo>
                    <a:pt x="972082" y="1141306"/>
                  </a:lnTo>
                  <a:lnTo>
                    <a:pt x="972096" y="1141294"/>
                  </a:lnTo>
                  <a:lnTo>
                    <a:pt x="972111" y="1141277"/>
                  </a:lnTo>
                  <a:lnTo>
                    <a:pt x="972111" y="1141271"/>
                  </a:lnTo>
                  <a:lnTo>
                    <a:pt x="972107" y="1141264"/>
                  </a:lnTo>
                  <a:lnTo>
                    <a:pt x="972104" y="1141257"/>
                  </a:lnTo>
                  <a:lnTo>
                    <a:pt x="972090" y="1141225"/>
                  </a:lnTo>
                  <a:lnTo>
                    <a:pt x="972086" y="1141212"/>
                  </a:lnTo>
                  <a:lnTo>
                    <a:pt x="972080" y="1141196"/>
                  </a:lnTo>
                  <a:lnTo>
                    <a:pt x="972072" y="1141181"/>
                  </a:lnTo>
                  <a:lnTo>
                    <a:pt x="972064" y="1141168"/>
                  </a:lnTo>
                  <a:lnTo>
                    <a:pt x="972059" y="1141161"/>
                  </a:lnTo>
                  <a:lnTo>
                    <a:pt x="972051" y="1141151"/>
                  </a:lnTo>
                  <a:lnTo>
                    <a:pt x="972039" y="1141136"/>
                  </a:lnTo>
                  <a:lnTo>
                    <a:pt x="972027" y="1141122"/>
                  </a:lnTo>
                  <a:lnTo>
                    <a:pt x="972012" y="1141107"/>
                  </a:lnTo>
                  <a:lnTo>
                    <a:pt x="971997" y="1141093"/>
                  </a:lnTo>
                  <a:lnTo>
                    <a:pt x="971983" y="1141080"/>
                  </a:lnTo>
                  <a:lnTo>
                    <a:pt x="971969" y="1141065"/>
                  </a:lnTo>
                  <a:lnTo>
                    <a:pt x="971963" y="1141056"/>
                  </a:lnTo>
                  <a:lnTo>
                    <a:pt x="971964" y="1141050"/>
                  </a:lnTo>
                  <a:lnTo>
                    <a:pt x="971970" y="1141035"/>
                  </a:lnTo>
                  <a:lnTo>
                    <a:pt x="971974" y="1141021"/>
                  </a:lnTo>
                  <a:lnTo>
                    <a:pt x="971980" y="1141005"/>
                  </a:lnTo>
                  <a:lnTo>
                    <a:pt x="971985" y="1140990"/>
                  </a:lnTo>
                  <a:lnTo>
                    <a:pt x="971991" y="1140975"/>
                  </a:lnTo>
                  <a:lnTo>
                    <a:pt x="971997" y="1140960"/>
                  </a:lnTo>
                  <a:lnTo>
                    <a:pt x="972003" y="1140945"/>
                  </a:lnTo>
                  <a:lnTo>
                    <a:pt x="972008" y="1140930"/>
                  </a:lnTo>
                  <a:lnTo>
                    <a:pt x="972016" y="1140915"/>
                  </a:lnTo>
                  <a:lnTo>
                    <a:pt x="972026" y="1140900"/>
                  </a:lnTo>
                  <a:lnTo>
                    <a:pt x="972036" y="1140884"/>
                  </a:lnTo>
                  <a:lnTo>
                    <a:pt x="972044" y="1140869"/>
                  </a:lnTo>
                  <a:lnTo>
                    <a:pt x="972051" y="1140854"/>
                  </a:lnTo>
                  <a:lnTo>
                    <a:pt x="972061" y="1140837"/>
                  </a:lnTo>
                  <a:lnTo>
                    <a:pt x="972069" y="1140824"/>
                  </a:lnTo>
                  <a:lnTo>
                    <a:pt x="972096" y="1140795"/>
                  </a:lnTo>
                  <a:lnTo>
                    <a:pt x="972110" y="1140781"/>
                  </a:lnTo>
                  <a:lnTo>
                    <a:pt x="972125" y="1140770"/>
                  </a:lnTo>
                  <a:lnTo>
                    <a:pt x="972140" y="1140759"/>
                  </a:lnTo>
                  <a:lnTo>
                    <a:pt x="972147" y="1140754"/>
                  </a:lnTo>
                  <a:lnTo>
                    <a:pt x="972154" y="1140751"/>
                  </a:lnTo>
                  <a:lnTo>
                    <a:pt x="972169" y="1140743"/>
                  </a:lnTo>
                  <a:lnTo>
                    <a:pt x="972184" y="1140739"/>
                  </a:lnTo>
                  <a:lnTo>
                    <a:pt x="972199" y="1140740"/>
                  </a:lnTo>
                  <a:lnTo>
                    <a:pt x="972214" y="1140742"/>
                  </a:lnTo>
                  <a:lnTo>
                    <a:pt x="972229" y="1140743"/>
                  </a:lnTo>
                  <a:lnTo>
                    <a:pt x="972236" y="1140745"/>
                  </a:lnTo>
                  <a:lnTo>
                    <a:pt x="972244" y="1140745"/>
                  </a:lnTo>
                  <a:lnTo>
                    <a:pt x="972259" y="1140750"/>
                  </a:lnTo>
                  <a:lnTo>
                    <a:pt x="972273" y="1140756"/>
                  </a:lnTo>
                  <a:lnTo>
                    <a:pt x="972287" y="1140765"/>
                  </a:lnTo>
                  <a:lnTo>
                    <a:pt x="972291" y="1140768"/>
                  </a:lnTo>
                  <a:lnTo>
                    <a:pt x="972303" y="1140774"/>
                  </a:lnTo>
                  <a:lnTo>
                    <a:pt x="972318" y="1140781"/>
                  </a:lnTo>
                  <a:lnTo>
                    <a:pt x="972333" y="1140786"/>
                  </a:lnTo>
                  <a:lnTo>
                    <a:pt x="972348" y="1140789"/>
                  </a:lnTo>
                  <a:lnTo>
                    <a:pt x="972363" y="1140791"/>
                  </a:lnTo>
                  <a:lnTo>
                    <a:pt x="972377" y="1140792"/>
                  </a:lnTo>
                  <a:lnTo>
                    <a:pt x="972393" y="1140792"/>
                  </a:lnTo>
                  <a:lnTo>
                    <a:pt x="972408" y="1140792"/>
                  </a:lnTo>
                  <a:lnTo>
                    <a:pt x="972422" y="1140789"/>
                  </a:lnTo>
                  <a:lnTo>
                    <a:pt x="972437" y="1140786"/>
                  </a:lnTo>
                  <a:lnTo>
                    <a:pt x="972452" y="1140781"/>
                  </a:lnTo>
                  <a:lnTo>
                    <a:pt x="972467" y="1140775"/>
                  </a:lnTo>
                  <a:lnTo>
                    <a:pt x="972482" y="1140769"/>
                  </a:lnTo>
                  <a:lnTo>
                    <a:pt x="972497" y="1140765"/>
                  </a:lnTo>
                  <a:lnTo>
                    <a:pt x="972511" y="1140765"/>
                  </a:lnTo>
                  <a:lnTo>
                    <a:pt x="972522" y="1140760"/>
                  </a:lnTo>
                  <a:lnTo>
                    <a:pt x="972526" y="1140757"/>
                  </a:lnTo>
                  <a:lnTo>
                    <a:pt x="972539" y="1140744"/>
                  </a:lnTo>
                  <a:lnTo>
                    <a:pt x="972551" y="1140731"/>
                  </a:lnTo>
                  <a:lnTo>
                    <a:pt x="972559" y="1140719"/>
                  </a:lnTo>
                  <a:lnTo>
                    <a:pt x="972561" y="1140714"/>
                  </a:lnTo>
                  <a:lnTo>
                    <a:pt x="972563" y="1140707"/>
                  </a:lnTo>
                  <a:lnTo>
                    <a:pt x="972563" y="1140699"/>
                  </a:lnTo>
                  <a:lnTo>
                    <a:pt x="972560" y="1140684"/>
                  </a:lnTo>
                  <a:lnTo>
                    <a:pt x="972559" y="1140669"/>
                  </a:lnTo>
                  <a:lnTo>
                    <a:pt x="972559" y="1140654"/>
                  </a:lnTo>
                  <a:lnTo>
                    <a:pt x="972557" y="1140639"/>
                  </a:lnTo>
                  <a:lnTo>
                    <a:pt x="972554" y="1140624"/>
                  </a:lnTo>
                  <a:lnTo>
                    <a:pt x="972539" y="1140542"/>
                  </a:lnTo>
                  <a:lnTo>
                    <a:pt x="972531" y="1140509"/>
                  </a:lnTo>
                  <a:lnTo>
                    <a:pt x="972527" y="1140494"/>
                  </a:lnTo>
                  <a:lnTo>
                    <a:pt x="972522" y="1140479"/>
                  </a:lnTo>
                  <a:lnTo>
                    <a:pt x="972515" y="1140464"/>
                  </a:lnTo>
                  <a:lnTo>
                    <a:pt x="972510" y="1140449"/>
                  </a:lnTo>
                  <a:lnTo>
                    <a:pt x="972505" y="1140440"/>
                  </a:lnTo>
                  <a:lnTo>
                    <a:pt x="972503" y="1140419"/>
                  </a:lnTo>
                  <a:lnTo>
                    <a:pt x="972498" y="1140404"/>
                  </a:lnTo>
                  <a:lnTo>
                    <a:pt x="972495" y="1140397"/>
                  </a:lnTo>
                  <a:lnTo>
                    <a:pt x="972494" y="1140389"/>
                  </a:lnTo>
                  <a:lnTo>
                    <a:pt x="972490" y="1140374"/>
                  </a:lnTo>
                  <a:lnTo>
                    <a:pt x="972487" y="1140359"/>
                  </a:lnTo>
                  <a:lnTo>
                    <a:pt x="972485" y="1140344"/>
                  </a:lnTo>
                  <a:lnTo>
                    <a:pt x="972483" y="1140329"/>
                  </a:lnTo>
                  <a:lnTo>
                    <a:pt x="972481" y="1140314"/>
                  </a:lnTo>
                  <a:lnTo>
                    <a:pt x="972481" y="1140305"/>
                  </a:lnTo>
                  <a:lnTo>
                    <a:pt x="972479" y="1140299"/>
                  </a:lnTo>
                  <a:lnTo>
                    <a:pt x="972473" y="1140284"/>
                  </a:lnTo>
                  <a:lnTo>
                    <a:pt x="972466" y="1140267"/>
                  </a:lnTo>
                  <a:lnTo>
                    <a:pt x="972460" y="1140254"/>
                  </a:lnTo>
                  <a:lnTo>
                    <a:pt x="972456" y="1140241"/>
                  </a:lnTo>
                  <a:lnTo>
                    <a:pt x="972451" y="1140224"/>
                  </a:lnTo>
                  <a:lnTo>
                    <a:pt x="972450" y="1140215"/>
                  </a:lnTo>
                  <a:lnTo>
                    <a:pt x="972424" y="1140156"/>
                  </a:lnTo>
                  <a:lnTo>
                    <a:pt x="972421" y="1140152"/>
                  </a:lnTo>
                  <a:lnTo>
                    <a:pt x="972414" y="1140137"/>
                  </a:lnTo>
                  <a:lnTo>
                    <a:pt x="972405" y="1140122"/>
                  </a:lnTo>
                  <a:lnTo>
                    <a:pt x="972396" y="1140107"/>
                  </a:lnTo>
                  <a:lnTo>
                    <a:pt x="972386" y="1140092"/>
                  </a:lnTo>
                  <a:lnTo>
                    <a:pt x="972377" y="1140077"/>
                  </a:lnTo>
                  <a:lnTo>
                    <a:pt x="972373" y="1140062"/>
                  </a:lnTo>
                  <a:lnTo>
                    <a:pt x="972369" y="1140047"/>
                  </a:lnTo>
                  <a:lnTo>
                    <a:pt x="972365" y="1140032"/>
                  </a:lnTo>
                  <a:lnTo>
                    <a:pt x="972361" y="1140017"/>
                  </a:lnTo>
                  <a:lnTo>
                    <a:pt x="972357" y="1140002"/>
                  </a:lnTo>
                  <a:lnTo>
                    <a:pt x="972352" y="1139989"/>
                  </a:lnTo>
                  <a:lnTo>
                    <a:pt x="972345" y="1139972"/>
                  </a:lnTo>
                  <a:lnTo>
                    <a:pt x="972337" y="1139957"/>
                  </a:lnTo>
                  <a:lnTo>
                    <a:pt x="972329" y="1139942"/>
                  </a:lnTo>
                  <a:lnTo>
                    <a:pt x="972325" y="1139928"/>
                  </a:lnTo>
                  <a:lnTo>
                    <a:pt x="972324" y="1139923"/>
                  </a:lnTo>
                  <a:lnTo>
                    <a:pt x="972322" y="1139918"/>
                  </a:lnTo>
                  <a:lnTo>
                    <a:pt x="972321" y="1139913"/>
                  </a:lnTo>
                  <a:lnTo>
                    <a:pt x="972320" y="1139908"/>
                  </a:lnTo>
                  <a:lnTo>
                    <a:pt x="972317" y="1139897"/>
                  </a:lnTo>
                  <a:lnTo>
                    <a:pt x="972315" y="1139882"/>
                  </a:lnTo>
                  <a:lnTo>
                    <a:pt x="972316" y="1139867"/>
                  </a:lnTo>
                  <a:lnTo>
                    <a:pt x="972317" y="1139851"/>
                  </a:lnTo>
                  <a:lnTo>
                    <a:pt x="972337" y="1139778"/>
                  </a:lnTo>
                  <a:lnTo>
                    <a:pt x="972339" y="1139763"/>
                  </a:lnTo>
                  <a:lnTo>
                    <a:pt x="972343" y="1139748"/>
                  </a:lnTo>
                  <a:lnTo>
                    <a:pt x="972344" y="1139733"/>
                  </a:lnTo>
                  <a:lnTo>
                    <a:pt x="972344" y="1139718"/>
                  </a:lnTo>
                  <a:lnTo>
                    <a:pt x="972346" y="1139703"/>
                  </a:lnTo>
                  <a:lnTo>
                    <a:pt x="972346" y="1139687"/>
                  </a:lnTo>
                  <a:lnTo>
                    <a:pt x="972344" y="1139672"/>
                  </a:lnTo>
                  <a:lnTo>
                    <a:pt x="972344" y="1139657"/>
                  </a:lnTo>
                  <a:lnTo>
                    <a:pt x="972343" y="1139642"/>
                  </a:lnTo>
                  <a:lnTo>
                    <a:pt x="972342" y="1139627"/>
                  </a:lnTo>
                  <a:lnTo>
                    <a:pt x="972339" y="1139612"/>
                  </a:lnTo>
                  <a:lnTo>
                    <a:pt x="972338" y="1139597"/>
                  </a:lnTo>
                  <a:lnTo>
                    <a:pt x="972335" y="1139584"/>
                  </a:lnTo>
                  <a:lnTo>
                    <a:pt x="972333" y="1139567"/>
                  </a:lnTo>
                  <a:lnTo>
                    <a:pt x="972331" y="1139552"/>
                  </a:lnTo>
                  <a:lnTo>
                    <a:pt x="972329" y="1139537"/>
                  </a:lnTo>
                  <a:lnTo>
                    <a:pt x="972328" y="1139522"/>
                  </a:lnTo>
                  <a:lnTo>
                    <a:pt x="972325" y="1139507"/>
                  </a:lnTo>
                  <a:lnTo>
                    <a:pt x="972323" y="1139497"/>
                  </a:lnTo>
                  <a:lnTo>
                    <a:pt x="972325" y="1139492"/>
                  </a:lnTo>
                  <a:lnTo>
                    <a:pt x="972331" y="1139483"/>
                  </a:lnTo>
                  <a:lnTo>
                    <a:pt x="972337" y="1139478"/>
                  </a:lnTo>
                  <a:lnTo>
                    <a:pt x="972349" y="1139465"/>
                  </a:lnTo>
                  <a:lnTo>
                    <a:pt x="972362" y="1139451"/>
                  </a:lnTo>
                  <a:lnTo>
                    <a:pt x="972373" y="1139439"/>
                  </a:lnTo>
                  <a:lnTo>
                    <a:pt x="972385" y="1139429"/>
                  </a:lnTo>
                  <a:lnTo>
                    <a:pt x="972402" y="1139411"/>
                  </a:lnTo>
                  <a:lnTo>
                    <a:pt x="972408" y="1139400"/>
                  </a:lnTo>
                  <a:lnTo>
                    <a:pt x="972410" y="1139395"/>
                  </a:lnTo>
                  <a:lnTo>
                    <a:pt x="972421" y="1139377"/>
                  </a:lnTo>
                  <a:lnTo>
                    <a:pt x="972434" y="1139362"/>
                  </a:lnTo>
                  <a:lnTo>
                    <a:pt x="972444" y="1139349"/>
                  </a:lnTo>
                  <a:lnTo>
                    <a:pt x="972451" y="1139341"/>
                  </a:lnTo>
                  <a:lnTo>
                    <a:pt x="972455" y="1139337"/>
                  </a:lnTo>
                  <a:lnTo>
                    <a:pt x="972466" y="1139326"/>
                  </a:lnTo>
                  <a:lnTo>
                    <a:pt x="972475" y="1139317"/>
                  </a:lnTo>
                  <a:lnTo>
                    <a:pt x="972481" y="1139310"/>
                  </a:lnTo>
                  <a:lnTo>
                    <a:pt x="972493" y="1139296"/>
                  </a:lnTo>
                  <a:lnTo>
                    <a:pt x="972496" y="1139289"/>
                  </a:lnTo>
                  <a:lnTo>
                    <a:pt x="972499" y="1139281"/>
                  </a:lnTo>
                  <a:lnTo>
                    <a:pt x="972507" y="1139268"/>
                  </a:lnTo>
                  <a:lnTo>
                    <a:pt x="972511" y="1139261"/>
                  </a:lnTo>
                  <a:lnTo>
                    <a:pt x="972519" y="1139252"/>
                  </a:lnTo>
                  <a:lnTo>
                    <a:pt x="972526" y="1139244"/>
                  </a:lnTo>
                  <a:lnTo>
                    <a:pt x="972533" y="1139238"/>
                  </a:lnTo>
                  <a:lnTo>
                    <a:pt x="972544" y="1139228"/>
                  </a:lnTo>
                  <a:lnTo>
                    <a:pt x="972559" y="1139218"/>
                  </a:lnTo>
                  <a:lnTo>
                    <a:pt x="972574" y="1139207"/>
                  </a:lnTo>
                  <a:lnTo>
                    <a:pt x="972589" y="1139196"/>
                  </a:lnTo>
                  <a:lnTo>
                    <a:pt x="972603" y="1139185"/>
                  </a:lnTo>
                  <a:lnTo>
                    <a:pt x="972619" y="1139174"/>
                  </a:lnTo>
                  <a:lnTo>
                    <a:pt x="972627" y="1139165"/>
                  </a:lnTo>
                  <a:lnTo>
                    <a:pt x="972633" y="1139155"/>
                  </a:lnTo>
                  <a:lnTo>
                    <a:pt x="972637" y="1139147"/>
                  </a:lnTo>
                  <a:lnTo>
                    <a:pt x="972640" y="1139139"/>
                  </a:lnTo>
                  <a:lnTo>
                    <a:pt x="972643" y="1139132"/>
                  </a:lnTo>
                  <a:lnTo>
                    <a:pt x="972645" y="1139122"/>
                  </a:lnTo>
                  <a:lnTo>
                    <a:pt x="972647" y="1139117"/>
                  </a:lnTo>
                  <a:lnTo>
                    <a:pt x="972652" y="1139100"/>
                  </a:lnTo>
                  <a:lnTo>
                    <a:pt x="972653" y="1139091"/>
                  </a:lnTo>
                  <a:lnTo>
                    <a:pt x="972653" y="1139085"/>
                  </a:lnTo>
                  <a:lnTo>
                    <a:pt x="972652" y="1139076"/>
                  </a:lnTo>
                  <a:lnTo>
                    <a:pt x="972650" y="1139071"/>
                  </a:lnTo>
                  <a:lnTo>
                    <a:pt x="972646" y="1139064"/>
                  </a:lnTo>
                  <a:lnTo>
                    <a:pt x="972641" y="1139057"/>
                  </a:lnTo>
                  <a:lnTo>
                    <a:pt x="972633" y="1139041"/>
                  </a:lnTo>
                  <a:lnTo>
                    <a:pt x="972624" y="1139026"/>
                  </a:lnTo>
                  <a:lnTo>
                    <a:pt x="972614" y="1139011"/>
                  </a:lnTo>
                  <a:lnTo>
                    <a:pt x="972607" y="1138996"/>
                  </a:lnTo>
                  <a:lnTo>
                    <a:pt x="972598" y="1138981"/>
                  </a:lnTo>
                  <a:lnTo>
                    <a:pt x="972592" y="1138966"/>
                  </a:lnTo>
                  <a:lnTo>
                    <a:pt x="972585" y="1138951"/>
                  </a:lnTo>
                  <a:lnTo>
                    <a:pt x="972580" y="1138936"/>
                  </a:lnTo>
                  <a:lnTo>
                    <a:pt x="972575" y="1138921"/>
                  </a:lnTo>
                  <a:lnTo>
                    <a:pt x="972570" y="1138906"/>
                  </a:lnTo>
                  <a:lnTo>
                    <a:pt x="972564" y="1138891"/>
                  </a:lnTo>
                  <a:lnTo>
                    <a:pt x="972560" y="1138883"/>
                  </a:lnTo>
                  <a:lnTo>
                    <a:pt x="972559" y="1138876"/>
                  </a:lnTo>
                  <a:lnTo>
                    <a:pt x="972554" y="1138861"/>
                  </a:lnTo>
                  <a:lnTo>
                    <a:pt x="972547" y="1138846"/>
                  </a:lnTo>
                  <a:lnTo>
                    <a:pt x="972544" y="1138843"/>
                  </a:lnTo>
                  <a:lnTo>
                    <a:pt x="972538" y="1138831"/>
                  </a:lnTo>
                  <a:lnTo>
                    <a:pt x="972528" y="1138816"/>
                  </a:lnTo>
                  <a:lnTo>
                    <a:pt x="972520" y="1138801"/>
                  </a:lnTo>
                  <a:lnTo>
                    <a:pt x="972514" y="1138786"/>
                  </a:lnTo>
                  <a:lnTo>
                    <a:pt x="972507" y="1138771"/>
                  </a:lnTo>
                  <a:lnTo>
                    <a:pt x="972499" y="1138760"/>
                  </a:lnTo>
                  <a:lnTo>
                    <a:pt x="972495" y="1138758"/>
                  </a:lnTo>
                  <a:lnTo>
                    <a:pt x="972482" y="1138753"/>
                  </a:lnTo>
                  <a:lnTo>
                    <a:pt x="972466" y="1138751"/>
                  </a:lnTo>
                  <a:lnTo>
                    <a:pt x="972450" y="1138753"/>
                  </a:lnTo>
                  <a:lnTo>
                    <a:pt x="972436" y="1138757"/>
                  </a:lnTo>
                  <a:lnTo>
                    <a:pt x="972421" y="1138760"/>
                  </a:lnTo>
                  <a:lnTo>
                    <a:pt x="972406" y="1138763"/>
                  </a:lnTo>
                  <a:lnTo>
                    <a:pt x="972391" y="1138766"/>
                  </a:lnTo>
                  <a:lnTo>
                    <a:pt x="972376" y="1138769"/>
                  </a:lnTo>
                  <a:lnTo>
                    <a:pt x="972361" y="1138771"/>
                  </a:lnTo>
                  <a:lnTo>
                    <a:pt x="972346" y="1138774"/>
                  </a:lnTo>
                  <a:lnTo>
                    <a:pt x="972338" y="1138774"/>
                  </a:lnTo>
                  <a:lnTo>
                    <a:pt x="972332" y="1138777"/>
                  </a:lnTo>
                  <a:lnTo>
                    <a:pt x="972317" y="1138782"/>
                  </a:lnTo>
                  <a:lnTo>
                    <a:pt x="972302" y="1138788"/>
                  </a:lnTo>
                  <a:lnTo>
                    <a:pt x="972287" y="1138795"/>
                  </a:lnTo>
                  <a:lnTo>
                    <a:pt x="972272" y="1138803"/>
                  </a:lnTo>
                  <a:lnTo>
                    <a:pt x="972257" y="1138808"/>
                  </a:lnTo>
                  <a:lnTo>
                    <a:pt x="972242" y="1138813"/>
                  </a:lnTo>
                  <a:lnTo>
                    <a:pt x="972227" y="1138820"/>
                  </a:lnTo>
                  <a:lnTo>
                    <a:pt x="972213" y="1138824"/>
                  </a:lnTo>
                  <a:lnTo>
                    <a:pt x="972198" y="1138828"/>
                  </a:lnTo>
                  <a:lnTo>
                    <a:pt x="972187" y="1138829"/>
                  </a:lnTo>
                  <a:lnTo>
                    <a:pt x="972183" y="1138828"/>
                  </a:lnTo>
                  <a:lnTo>
                    <a:pt x="972168" y="1138826"/>
                  </a:lnTo>
                  <a:lnTo>
                    <a:pt x="972155" y="1138823"/>
                  </a:lnTo>
                  <a:lnTo>
                    <a:pt x="972146" y="1138821"/>
                  </a:lnTo>
                  <a:lnTo>
                    <a:pt x="972138" y="1138821"/>
                  </a:lnTo>
                  <a:lnTo>
                    <a:pt x="972123" y="1138821"/>
                  </a:lnTo>
                  <a:lnTo>
                    <a:pt x="972108" y="1138821"/>
                  </a:lnTo>
                  <a:lnTo>
                    <a:pt x="972093" y="1138818"/>
                  </a:lnTo>
                  <a:lnTo>
                    <a:pt x="972052" y="1138801"/>
                  </a:lnTo>
                  <a:lnTo>
                    <a:pt x="972043" y="1138796"/>
                  </a:lnTo>
                  <a:lnTo>
                    <a:pt x="972028" y="1138789"/>
                  </a:lnTo>
                  <a:lnTo>
                    <a:pt x="972013" y="1138782"/>
                  </a:lnTo>
                  <a:lnTo>
                    <a:pt x="971998" y="1138778"/>
                  </a:lnTo>
                  <a:lnTo>
                    <a:pt x="971989" y="1138775"/>
                  </a:lnTo>
                  <a:lnTo>
                    <a:pt x="971983" y="1138775"/>
                  </a:lnTo>
                  <a:lnTo>
                    <a:pt x="971968" y="1138773"/>
                  </a:lnTo>
                  <a:lnTo>
                    <a:pt x="971960" y="1138772"/>
                  </a:lnTo>
                  <a:lnTo>
                    <a:pt x="971953" y="1138769"/>
                  </a:lnTo>
                  <a:lnTo>
                    <a:pt x="971938" y="1138761"/>
                  </a:lnTo>
                  <a:lnTo>
                    <a:pt x="971924" y="1138751"/>
                  </a:lnTo>
                  <a:lnTo>
                    <a:pt x="971909" y="1138739"/>
                  </a:lnTo>
                  <a:lnTo>
                    <a:pt x="971894" y="1138727"/>
                  </a:lnTo>
                  <a:lnTo>
                    <a:pt x="971880" y="1138713"/>
                  </a:lnTo>
                  <a:lnTo>
                    <a:pt x="971868" y="1138698"/>
                  </a:lnTo>
                  <a:lnTo>
                    <a:pt x="971858" y="1138683"/>
                  </a:lnTo>
                  <a:lnTo>
                    <a:pt x="971847" y="1138668"/>
                  </a:lnTo>
                  <a:lnTo>
                    <a:pt x="971834" y="1138654"/>
                  </a:lnTo>
                  <a:lnTo>
                    <a:pt x="971819" y="1138640"/>
                  </a:lnTo>
                  <a:lnTo>
                    <a:pt x="971804" y="1138629"/>
                  </a:lnTo>
                  <a:lnTo>
                    <a:pt x="971789" y="1138618"/>
                  </a:lnTo>
                  <a:lnTo>
                    <a:pt x="971777" y="1138608"/>
                  </a:lnTo>
                  <a:lnTo>
                    <a:pt x="971767" y="1138600"/>
                  </a:lnTo>
                  <a:lnTo>
                    <a:pt x="971764" y="1138591"/>
                  </a:lnTo>
                  <a:lnTo>
                    <a:pt x="971760" y="1138581"/>
                  </a:lnTo>
                  <a:lnTo>
                    <a:pt x="971758" y="1138577"/>
                  </a:lnTo>
                  <a:lnTo>
                    <a:pt x="971752" y="1138561"/>
                  </a:lnTo>
                  <a:lnTo>
                    <a:pt x="971747" y="1138548"/>
                  </a:lnTo>
                  <a:lnTo>
                    <a:pt x="971740" y="1138538"/>
                  </a:lnTo>
                  <a:lnTo>
                    <a:pt x="971728" y="1138524"/>
                  </a:lnTo>
                  <a:lnTo>
                    <a:pt x="971721" y="1138519"/>
                  </a:lnTo>
                  <a:lnTo>
                    <a:pt x="971716" y="1138511"/>
                  </a:lnTo>
                  <a:lnTo>
                    <a:pt x="971712" y="1138505"/>
                  </a:lnTo>
                  <a:lnTo>
                    <a:pt x="971703" y="1138490"/>
                  </a:lnTo>
                  <a:lnTo>
                    <a:pt x="971689" y="1138474"/>
                  </a:lnTo>
                  <a:lnTo>
                    <a:pt x="971682" y="1138464"/>
                  </a:lnTo>
                  <a:lnTo>
                    <a:pt x="971670" y="1138450"/>
                  </a:lnTo>
                  <a:lnTo>
                    <a:pt x="971666" y="1138444"/>
                  </a:lnTo>
                  <a:lnTo>
                    <a:pt x="971651" y="1138429"/>
                  </a:lnTo>
                  <a:lnTo>
                    <a:pt x="971638" y="1138416"/>
                  </a:lnTo>
                  <a:lnTo>
                    <a:pt x="971630" y="1138405"/>
                  </a:lnTo>
                  <a:lnTo>
                    <a:pt x="971625" y="1138397"/>
                  </a:lnTo>
                  <a:lnTo>
                    <a:pt x="971617" y="1138385"/>
                  </a:lnTo>
                  <a:lnTo>
                    <a:pt x="971614" y="1138380"/>
                  </a:lnTo>
                  <a:lnTo>
                    <a:pt x="971612" y="1138356"/>
                  </a:lnTo>
                  <a:lnTo>
                    <a:pt x="971609" y="1138341"/>
                  </a:lnTo>
                  <a:lnTo>
                    <a:pt x="971603" y="1138326"/>
                  </a:lnTo>
                  <a:lnTo>
                    <a:pt x="971595" y="1138311"/>
                  </a:lnTo>
                  <a:lnTo>
                    <a:pt x="971593" y="1138304"/>
                  </a:lnTo>
                  <a:lnTo>
                    <a:pt x="971591" y="1138299"/>
                  </a:lnTo>
                  <a:lnTo>
                    <a:pt x="971589" y="1138294"/>
                  </a:lnTo>
                  <a:lnTo>
                    <a:pt x="971586" y="1138286"/>
                  </a:lnTo>
                  <a:lnTo>
                    <a:pt x="971584" y="1138279"/>
                  </a:lnTo>
                  <a:lnTo>
                    <a:pt x="971581" y="1138271"/>
                  </a:lnTo>
                  <a:lnTo>
                    <a:pt x="971578" y="1138266"/>
                  </a:lnTo>
                  <a:lnTo>
                    <a:pt x="971571" y="1138251"/>
                  </a:lnTo>
                  <a:lnTo>
                    <a:pt x="971568" y="1138236"/>
                  </a:lnTo>
                  <a:lnTo>
                    <a:pt x="971567" y="1138221"/>
                  </a:lnTo>
                  <a:lnTo>
                    <a:pt x="971568" y="1138206"/>
                  </a:lnTo>
                  <a:lnTo>
                    <a:pt x="971569" y="1138196"/>
                  </a:lnTo>
                  <a:lnTo>
                    <a:pt x="971568" y="1138191"/>
                  </a:lnTo>
                  <a:lnTo>
                    <a:pt x="971566" y="1138176"/>
                  </a:lnTo>
                  <a:lnTo>
                    <a:pt x="971561" y="1138160"/>
                  </a:lnTo>
                  <a:lnTo>
                    <a:pt x="971558" y="1138148"/>
                  </a:lnTo>
                  <a:lnTo>
                    <a:pt x="971555" y="1138140"/>
                  </a:lnTo>
                  <a:lnTo>
                    <a:pt x="971553" y="1138136"/>
                  </a:lnTo>
                  <a:lnTo>
                    <a:pt x="971551" y="1138132"/>
                  </a:lnTo>
                  <a:lnTo>
                    <a:pt x="971547" y="1138124"/>
                  </a:lnTo>
                  <a:lnTo>
                    <a:pt x="971541" y="1138113"/>
                  </a:lnTo>
                  <a:lnTo>
                    <a:pt x="971532" y="1138101"/>
                  </a:lnTo>
                  <a:lnTo>
                    <a:pt x="971518" y="1138084"/>
                  </a:lnTo>
                  <a:lnTo>
                    <a:pt x="971505" y="1138071"/>
                  </a:lnTo>
                  <a:lnTo>
                    <a:pt x="971489" y="1138053"/>
                  </a:lnTo>
                  <a:lnTo>
                    <a:pt x="971485" y="1138048"/>
                  </a:lnTo>
                  <a:lnTo>
                    <a:pt x="971481" y="1138044"/>
                  </a:lnTo>
                  <a:lnTo>
                    <a:pt x="971476" y="1138038"/>
                  </a:lnTo>
                  <a:lnTo>
                    <a:pt x="971471" y="1138030"/>
                  </a:lnTo>
                  <a:lnTo>
                    <a:pt x="971460" y="1138011"/>
                  </a:lnTo>
                  <a:lnTo>
                    <a:pt x="971451" y="1137998"/>
                  </a:lnTo>
                  <a:lnTo>
                    <a:pt x="971441" y="1137983"/>
                  </a:lnTo>
                  <a:lnTo>
                    <a:pt x="971437" y="1137978"/>
                  </a:lnTo>
                  <a:lnTo>
                    <a:pt x="971434" y="1137968"/>
                  </a:lnTo>
                  <a:lnTo>
                    <a:pt x="971427" y="1137953"/>
                  </a:lnTo>
                  <a:lnTo>
                    <a:pt x="971423" y="1137938"/>
                  </a:lnTo>
                  <a:lnTo>
                    <a:pt x="971417" y="1137923"/>
                  </a:lnTo>
                  <a:lnTo>
                    <a:pt x="971412" y="1137908"/>
                  </a:lnTo>
                  <a:lnTo>
                    <a:pt x="971408" y="1137891"/>
                  </a:lnTo>
                  <a:lnTo>
                    <a:pt x="971402" y="1137876"/>
                  </a:lnTo>
                  <a:lnTo>
                    <a:pt x="971401" y="1137867"/>
                  </a:lnTo>
                  <a:lnTo>
                    <a:pt x="971397" y="1137859"/>
                  </a:lnTo>
                  <a:lnTo>
                    <a:pt x="971391" y="1137854"/>
                  </a:lnTo>
                  <a:lnTo>
                    <a:pt x="971387" y="1137851"/>
                  </a:lnTo>
                  <a:lnTo>
                    <a:pt x="971381" y="1137847"/>
                  </a:lnTo>
                  <a:lnTo>
                    <a:pt x="971366" y="1137837"/>
                  </a:lnTo>
                  <a:lnTo>
                    <a:pt x="971351" y="1137828"/>
                  </a:lnTo>
                  <a:lnTo>
                    <a:pt x="971342" y="1137824"/>
                  </a:lnTo>
                  <a:lnTo>
                    <a:pt x="971336" y="1137819"/>
                  </a:lnTo>
                  <a:lnTo>
                    <a:pt x="971326" y="1137813"/>
                  </a:lnTo>
                  <a:lnTo>
                    <a:pt x="971321" y="1137808"/>
                  </a:lnTo>
                  <a:lnTo>
                    <a:pt x="971306" y="1137799"/>
                  </a:lnTo>
                  <a:lnTo>
                    <a:pt x="971291" y="1137790"/>
                  </a:lnTo>
                  <a:lnTo>
                    <a:pt x="971276" y="1137781"/>
                  </a:lnTo>
                  <a:lnTo>
                    <a:pt x="971261" y="1137771"/>
                  </a:lnTo>
                  <a:lnTo>
                    <a:pt x="971246" y="1137762"/>
                  </a:lnTo>
                  <a:lnTo>
                    <a:pt x="971231" y="1137753"/>
                  </a:lnTo>
                  <a:lnTo>
                    <a:pt x="971214" y="1137743"/>
                  </a:lnTo>
                  <a:lnTo>
                    <a:pt x="971200" y="1137735"/>
                  </a:lnTo>
                  <a:lnTo>
                    <a:pt x="971185" y="1137728"/>
                  </a:lnTo>
                  <a:lnTo>
                    <a:pt x="971170" y="1137721"/>
                  </a:lnTo>
                  <a:lnTo>
                    <a:pt x="971155" y="1137714"/>
                  </a:lnTo>
                  <a:lnTo>
                    <a:pt x="971143" y="1137708"/>
                  </a:lnTo>
                  <a:lnTo>
                    <a:pt x="971123" y="1137703"/>
                  </a:lnTo>
                  <a:lnTo>
                    <a:pt x="971108" y="1137701"/>
                  </a:lnTo>
                  <a:lnTo>
                    <a:pt x="971093" y="1137700"/>
                  </a:lnTo>
                  <a:lnTo>
                    <a:pt x="971078" y="1137696"/>
                  </a:lnTo>
                  <a:lnTo>
                    <a:pt x="971060" y="1137691"/>
                  </a:lnTo>
                  <a:lnTo>
                    <a:pt x="971047" y="1137687"/>
                  </a:lnTo>
                  <a:lnTo>
                    <a:pt x="971030" y="1137683"/>
                  </a:lnTo>
                  <a:lnTo>
                    <a:pt x="971017" y="1137680"/>
                  </a:lnTo>
                  <a:lnTo>
                    <a:pt x="970983" y="1137681"/>
                  </a:lnTo>
                  <a:lnTo>
                    <a:pt x="970918" y="1137711"/>
                  </a:lnTo>
                  <a:lnTo>
                    <a:pt x="970903" y="1137719"/>
                  </a:lnTo>
                  <a:lnTo>
                    <a:pt x="970888" y="1137727"/>
                  </a:lnTo>
                  <a:lnTo>
                    <a:pt x="970876" y="1137731"/>
                  </a:lnTo>
                  <a:lnTo>
                    <a:pt x="970865" y="1137736"/>
                  </a:lnTo>
                  <a:lnTo>
                    <a:pt x="970857" y="1137740"/>
                  </a:lnTo>
                  <a:lnTo>
                    <a:pt x="970839" y="1137747"/>
                  </a:lnTo>
                  <a:lnTo>
                    <a:pt x="970829" y="1137753"/>
                  </a:lnTo>
                  <a:lnTo>
                    <a:pt x="970813" y="1137763"/>
                  </a:lnTo>
                  <a:lnTo>
                    <a:pt x="970798" y="1137770"/>
                  </a:lnTo>
                  <a:lnTo>
                    <a:pt x="970789" y="1137778"/>
                  </a:lnTo>
                  <a:lnTo>
                    <a:pt x="970772" y="1137791"/>
                  </a:lnTo>
                  <a:lnTo>
                    <a:pt x="970755" y="1137820"/>
                  </a:lnTo>
                  <a:lnTo>
                    <a:pt x="970732" y="1137840"/>
                  </a:lnTo>
                  <a:lnTo>
                    <a:pt x="970723" y="1137849"/>
                  </a:lnTo>
                  <a:lnTo>
                    <a:pt x="970718" y="1137859"/>
                  </a:lnTo>
                  <a:lnTo>
                    <a:pt x="970714" y="1137866"/>
                  </a:lnTo>
                  <a:lnTo>
                    <a:pt x="970708" y="1137874"/>
                  </a:lnTo>
                  <a:lnTo>
                    <a:pt x="970704" y="1137879"/>
                  </a:lnTo>
                  <a:lnTo>
                    <a:pt x="970697" y="1137883"/>
                  </a:lnTo>
                  <a:lnTo>
                    <a:pt x="970692" y="1137888"/>
                  </a:lnTo>
                  <a:lnTo>
                    <a:pt x="970686" y="1137893"/>
                  </a:lnTo>
                  <a:lnTo>
                    <a:pt x="970676" y="1137902"/>
                  </a:lnTo>
                  <a:lnTo>
                    <a:pt x="970667" y="1137916"/>
                  </a:lnTo>
                  <a:lnTo>
                    <a:pt x="970656" y="1137931"/>
                  </a:lnTo>
                  <a:lnTo>
                    <a:pt x="970645" y="1137942"/>
                  </a:lnTo>
                  <a:lnTo>
                    <a:pt x="970633" y="1137952"/>
                  </a:lnTo>
                  <a:lnTo>
                    <a:pt x="970629" y="1137958"/>
                  </a:lnTo>
                  <a:lnTo>
                    <a:pt x="970622" y="1137976"/>
                  </a:lnTo>
                  <a:lnTo>
                    <a:pt x="970613" y="1137987"/>
                  </a:lnTo>
                  <a:lnTo>
                    <a:pt x="970603" y="1137999"/>
                  </a:lnTo>
                  <a:lnTo>
                    <a:pt x="970599" y="1138009"/>
                  </a:lnTo>
                  <a:lnTo>
                    <a:pt x="970596" y="1138018"/>
                  </a:lnTo>
                  <a:lnTo>
                    <a:pt x="970595" y="1138025"/>
                  </a:lnTo>
                  <a:lnTo>
                    <a:pt x="970595" y="1138034"/>
                  </a:lnTo>
                  <a:lnTo>
                    <a:pt x="970595" y="1138045"/>
                  </a:lnTo>
                  <a:lnTo>
                    <a:pt x="970594" y="1138055"/>
                  </a:lnTo>
                  <a:lnTo>
                    <a:pt x="970591" y="1138067"/>
                  </a:lnTo>
                  <a:lnTo>
                    <a:pt x="970589" y="1138074"/>
                  </a:lnTo>
                  <a:lnTo>
                    <a:pt x="970587" y="1138082"/>
                  </a:lnTo>
                  <a:lnTo>
                    <a:pt x="970584" y="1138097"/>
                  </a:lnTo>
                  <a:lnTo>
                    <a:pt x="970579" y="1138112"/>
                  </a:lnTo>
                  <a:lnTo>
                    <a:pt x="970574" y="1138127"/>
                  </a:lnTo>
                  <a:lnTo>
                    <a:pt x="970572" y="1138134"/>
                  </a:lnTo>
                  <a:lnTo>
                    <a:pt x="970565" y="1138142"/>
                  </a:lnTo>
                  <a:lnTo>
                    <a:pt x="970550" y="1138152"/>
                  </a:lnTo>
                  <a:lnTo>
                    <a:pt x="970543" y="1138163"/>
                  </a:lnTo>
                  <a:lnTo>
                    <a:pt x="970541" y="1138167"/>
                  </a:lnTo>
                  <a:lnTo>
                    <a:pt x="970537" y="1138175"/>
                  </a:lnTo>
                  <a:lnTo>
                    <a:pt x="970535" y="1138185"/>
                  </a:lnTo>
                  <a:lnTo>
                    <a:pt x="970533" y="1138193"/>
                  </a:lnTo>
                  <a:lnTo>
                    <a:pt x="970534" y="1138202"/>
                  </a:lnTo>
                  <a:lnTo>
                    <a:pt x="970536" y="1138210"/>
                  </a:lnTo>
                  <a:lnTo>
                    <a:pt x="970538" y="1138218"/>
                  </a:lnTo>
                  <a:lnTo>
                    <a:pt x="970538" y="1138229"/>
                  </a:lnTo>
                  <a:lnTo>
                    <a:pt x="970537" y="1138242"/>
                  </a:lnTo>
                  <a:lnTo>
                    <a:pt x="970537" y="1138260"/>
                  </a:lnTo>
                  <a:lnTo>
                    <a:pt x="970539" y="1138279"/>
                  </a:lnTo>
                  <a:lnTo>
                    <a:pt x="970544" y="1138288"/>
                  </a:lnTo>
                  <a:lnTo>
                    <a:pt x="970547" y="1138299"/>
                  </a:lnTo>
                  <a:lnTo>
                    <a:pt x="970551" y="1138315"/>
                  </a:lnTo>
                  <a:lnTo>
                    <a:pt x="970554" y="1138333"/>
                  </a:lnTo>
                  <a:lnTo>
                    <a:pt x="970555" y="1138342"/>
                  </a:lnTo>
                  <a:lnTo>
                    <a:pt x="970549" y="1138357"/>
                  </a:lnTo>
                  <a:lnTo>
                    <a:pt x="970544" y="1138373"/>
                  </a:lnTo>
                  <a:lnTo>
                    <a:pt x="970540" y="1138391"/>
                  </a:lnTo>
                  <a:lnTo>
                    <a:pt x="970536" y="1138404"/>
                  </a:lnTo>
                  <a:lnTo>
                    <a:pt x="970533" y="1138418"/>
                  </a:lnTo>
                  <a:lnTo>
                    <a:pt x="970531" y="1138429"/>
                  </a:lnTo>
                  <a:lnTo>
                    <a:pt x="970527" y="1138440"/>
                  </a:lnTo>
                  <a:lnTo>
                    <a:pt x="970520" y="1138455"/>
                  </a:lnTo>
                  <a:lnTo>
                    <a:pt x="970513" y="1138469"/>
                  </a:lnTo>
                  <a:lnTo>
                    <a:pt x="970501" y="1138483"/>
                  </a:lnTo>
                  <a:lnTo>
                    <a:pt x="970491" y="1138496"/>
                  </a:lnTo>
                  <a:lnTo>
                    <a:pt x="970474" y="1138513"/>
                  </a:lnTo>
                  <a:lnTo>
                    <a:pt x="970462" y="1138524"/>
                  </a:lnTo>
                  <a:lnTo>
                    <a:pt x="970452" y="1138536"/>
                  </a:lnTo>
                  <a:lnTo>
                    <a:pt x="970435" y="1138551"/>
                  </a:lnTo>
                  <a:lnTo>
                    <a:pt x="970421" y="1138560"/>
                  </a:lnTo>
                  <a:lnTo>
                    <a:pt x="970409" y="1138571"/>
                  </a:lnTo>
                  <a:lnTo>
                    <a:pt x="970397" y="1138582"/>
                  </a:lnTo>
                  <a:lnTo>
                    <a:pt x="970388" y="1138588"/>
                  </a:lnTo>
                  <a:lnTo>
                    <a:pt x="970377" y="1138598"/>
                  </a:lnTo>
                  <a:lnTo>
                    <a:pt x="970368" y="1138607"/>
                  </a:lnTo>
                  <a:lnTo>
                    <a:pt x="970353" y="1138619"/>
                  </a:lnTo>
                  <a:lnTo>
                    <a:pt x="970346" y="1138624"/>
                  </a:lnTo>
                  <a:lnTo>
                    <a:pt x="970338" y="1138627"/>
                  </a:lnTo>
                  <a:lnTo>
                    <a:pt x="970324" y="1138632"/>
                  </a:lnTo>
                  <a:lnTo>
                    <a:pt x="970309" y="1138633"/>
                  </a:lnTo>
                  <a:lnTo>
                    <a:pt x="970302" y="1138630"/>
                  </a:lnTo>
                  <a:lnTo>
                    <a:pt x="970294" y="1138624"/>
                  </a:lnTo>
                  <a:lnTo>
                    <a:pt x="970279" y="1138610"/>
                  </a:lnTo>
                  <a:lnTo>
                    <a:pt x="970267" y="1138596"/>
                  </a:lnTo>
                  <a:lnTo>
                    <a:pt x="970254" y="1138582"/>
                  </a:lnTo>
                  <a:lnTo>
                    <a:pt x="970243" y="1138571"/>
                  </a:lnTo>
                  <a:lnTo>
                    <a:pt x="970217" y="1138565"/>
                  </a:lnTo>
                  <a:lnTo>
                    <a:pt x="970202" y="1138566"/>
                  </a:lnTo>
                  <a:lnTo>
                    <a:pt x="970191" y="1138562"/>
                  </a:lnTo>
                  <a:lnTo>
                    <a:pt x="970187" y="1138559"/>
                  </a:lnTo>
                  <a:lnTo>
                    <a:pt x="970173" y="1138545"/>
                  </a:lnTo>
                  <a:lnTo>
                    <a:pt x="970163" y="1138530"/>
                  </a:lnTo>
                  <a:lnTo>
                    <a:pt x="970152" y="1138515"/>
                  </a:lnTo>
                  <a:lnTo>
                    <a:pt x="970145" y="1138506"/>
                  </a:lnTo>
                  <a:lnTo>
                    <a:pt x="970140" y="1138502"/>
                  </a:lnTo>
                  <a:lnTo>
                    <a:pt x="970125" y="1138499"/>
                  </a:lnTo>
                  <a:lnTo>
                    <a:pt x="970110" y="1138498"/>
                  </a:lnTo>
                  <a:lnTo>
                    <a:pt x="970095" y="1138496"/>
                  </a:lnTo>
                  <a:lnTo>
                    <a:pt x="970082" y="1138492"/>
                  </a:lnTo>
                  <a:lnTo>
                    <a:pt x="970065" y="1138490"/>
                  </a:lnTo>
                  <a:lnTo>
                    <a:pt x="970050" y="1138487"/>
                  </a:lnTo>
                  <a:lnTo>
                    <a:pt x="970035" y="1138485"/>
                  </a:lnTo>
                  <a:lnTo>
                    <a:pt x="970020" y="1138480"/>
                  </a:lnTo>
                  <a:lnTo>
                    <a:pt x="970005" y="1138468"/>
                  </a:lnTo>
                  <a:lnTo>
                    <a:pt x="969994" y="1138454"/>
                  </a:lnTo>
                  <a:lnTo>
                    <a:pt x="969985" y="1138444"/>
                  </a:lnTo>
                  <a:lnTo>
                    <a:pt x="969980" y="1138441"/>
                  </a:lnTo>
                  <a:lnTo>
                    <a:pt x="969971" y="1138435"/>
                  </a:lnTo>
                  <a:lnTo>
                    <a:pt x="969965" y="1138433"/>
                  </a:lnTo>
                  <a:lnTo>
                    <a:pt x="969951" y="1138427"/>
                  </a:lnTo>
                  <a:lnTo>
                    <a:pt x="969935" y="1138418"/>
                  </a:lnTo>
                  <a:lnTo>
                    <a:pt x="969926" y="1138411"/>
                  </a:lnTo>
                  <a:lnTo>
                    <a:pt x="969920" y="1138409"/>
                  </a:lnTo>
                  <a:lnTo>
                    <a:pt x="969906" y="1138399"/>
                  </a:lnTo>
                  <a:lnTo>
                    <a:pt x="969891" y="1138389"/>
                  </a:lnTo>
                  <a:lnTo>
                    <a:pt x="969876" y="1138378"/>
                  </a:lnTo>
                  <a:lnTo>
                    <a:pt x="969861" y="1138368"/>
                  </a:lnTo>
                  <a:lnTo>
                    <a:pt x="969846" y="1138358"/>
                  </a:lnTo>
                  <a:lnTo>
                    <a:pt x="969832" y="1138348"/>
                  </a:lnTo>
                  <a:lnTo>
                    <a:pt x="969817" y="1138340"/>
                  </a:lnTo>
                  <a:lnTo>
                    <a:pt x="969802" y="1138333"/>
                  </a:lnTo>
                  <a:lnTo>
                    <a:pt x="969787" y="1138326"/>
                  </a:lnTo>
                  <a:lnTo>
                    <a:pt x="969772" y="1138321"/>
                  </a:lnTo>
                  <a:lnTo>
                    <a:pt x="969757" y="1138314"/>
                  </a:lnTo>
                  <a:lnTo>
                    <a:pt x="969749" y="1138310"/>
                  </a:lnTo>
                  <a:lnTo>
                    <a:pt x="969736" y="1138304"/>
                  </a:lnTo>
                  <a:lnTo>
                    <a:pt x="969727" y="1138301"/>
                  </a:lnTo>
                  <a:lnTo>
                    <a:pt x="969715" y="1138299"/>
                  </a:lnTo>
                  <a:lnTo>
                    <a:pt x="969697" y="1138295"/>
                  </a:lnTo>
                  <a:lnTo>
                    <a:pt x="969683" y="1138292"/>
                  </a:lnTo>
                  <a:lnTo>
                    <a:pt x="969668" y="1138290"/>
                  </a:lnTo>
                  <a:lnTo>
                    <a:pt x="969653" y="1138288"/>
                  </a:lnTo>
                  <a:lnTo>
                    <a:pt x="969638" y="1138286"/>
                  </a:lnTo>
                  <a:lnTo>
                    <a:pt x="969623" y="1138283"/>
                  </a:lnTo>
                  <a:lnTo>
                    <a:pt x="969607" y="1138280"/>
                  </a:lnTo>
                  <a:lnTo>
                    <a:pt x="969599" y="1138279"/>
                  </a:lnTo>
                  <a:lnTo>
                    <a:pt x="969584" y="1138277"/>
                  </a:lnTo>
                  <a:lnTo>
                    <a:pt x="969573" y="1138275"/>
                  </a:lnTo>
                  <a:lnTo>
                    <a:pt x="969563" y="1138273"/>
                  </a:lnTo>
                  <a:lnTo>
                    <a:pt x="969548" y="1138268"/>
                  </a:lnTo>
                  <a:lnTo>
                    <a:pt x="969534" y="1138262"/>
                  </a:lnTo>
                  <a:lnTo>
                    <a:pt x="969519" y="1138255"/>
                  </a:lnTo>
                  <a:lnTo>
                    <a:pt x="969504" y="1138248"/>
                  </a:lnTo>
                  <a:lnTo>
                    <a:pt x="969495" y="1138243"/>
                  </a:lnTo>
                  <a:lnTo>
                    <a:pt x="969489" y="1138241"/>
                  </a:lnTo>
                  <a:lnTo>
                    <a:pt x="969474" y="1138233"/>
                  </a:lnTo>
                  <a:lnTo>
                    <a:pt x="969459" y="1138225"/>
                  </a:lnTo>
                  <a:lnTo>
                    <a:pt x="969444" y="1138216"/>
                  </a:lnTo>
                  <a:lnTo>
                    <a:pt x="969434" y="1138208"/>
                  </a:lnTo>
                  <a:lnTo>
                    <a:pt x="969429" y="1138206"/>
                  </a:lnTo>
                  <a:lnTo>
                    <a:pt x="969414" y="1138197"/>
                  </a:lnTo>
                  <a:lnTo>
                    <a:pt x="969408" y="1138195"/>
                  </a:lnTo>
                  <a:lnTo>
                    <a:pt x="969399" y="1138189"/>
                  </a:lnTo>
                  <a:lnTo>
                    <a:pt x="969384" y="1138182"/>
                  </a:lnTo>
                  <a:lnTo>
                    <a:pt x="969370" y="1138174"/>
                  </a:lnTo>
                  <a:lnTo>
                    <a:pt x="969355" y="1138166"/>
                  </a:lnTo>
                  <a:lnTo>
                    <a:pt x="969346" y="1138162"/>
                  </a:lnTo>
                  <a:lnTo>
                    <a:pt x="969340" y="1138157"/>
                  </a:lnTo>
                  <a:lnTo>
                    <a:pt x="969332" y="1138152"/>
                  </a:lnTo>
                  <a:lnTo>
                    <a:pt x="969325" y="1138150"/>
                  </a:lnTo>
                  <a:lnTo>
                    <a:pt x="969311" y="1138144"/>
                  </a:lnTo>
                  <a:lnTo>
                    <a:pt x="969303" y="1138142"/>
                  </a:lnTo>
                  <a:lnTo>
                    <a:pt x="969292" y="1138141"/>
                  </a:lnTo>
                  <a:lnTo>
                    <a:pt x="969278" y="1138142"/>
                  </a:lnTo>
                  <a:lnTo>
                    <a:pt x="969264" y="1138145"/>
                  </a:lnTo>
                  <a:lnTo>
                    <a:pt x="969244" y="1138153"/>
                  </a:lnTo>
                  <a:lnTo>
                    <a:pt x="969221" y="1138163"/>
                  </a:lnTo>
                  <a:lnTo>
                    <a:pt x="969207" y="1138170"/>
                  </a:lnTo>
                  <a:lnTo>
                    <a:pt x="969191" y="1138176"/>
                  </a:lnTo>
                  <a:lnTo>
                    <a:pt x="969184" y="1138179"/>
                  </a:lnTo>
                  <a:lnTo>
                    <a:pt x="969177" y="1138183"/>
                  </a:lnTo>
                  <a:lnTo>
                    <a:pt x="969162" y="1138189"/>
                  </a:lnTo>
                  <a:lnTo>
                    <a:pt x="969145" y="1138194"/>
                  </a:lnTo>
                  <a:lnTo>
                    <a:pt x="969132" y="1138199"/>
                  </a:lnTo>
                  <a:lnTo>
                    <a:pt x="969121" y="1138202"/>
                  </a:lnTo>
                  <a:lnTo>
                    <a:pt x="969111" y="1138202"/>
                  </a:lnTo>
                  <a:lnTo>
                    <a:pt x="969070" y="1138196"/>
                  </a:lnTo>
                  <a:lnTo>
                    <a:pt x="969059" y="1138192"/>
                  </a:lnTo>
                  <a:lnTo>
                    <a:pt x="969051" y="1138187"/>
                  </a:lnTo>
                  <a:lnTo>
                    <a:pt x="969045" y="1138185"/>
                  </a:lnTo>
                  <a:lnTo>
                    <a:pt x="969030" y="1138181"/>
                  </a:lnTo>
                  <a:lnTo>
                    <a:pt x="969015" y="1138182"/>
                  </a:lnTo>
                  <a:lnTo>
                    <a:pt x="969000" y="1138184"/>
                  </a:lnTo>
                  <a:lnTo>
                    <a:pt x="968985" y="1138184"/>
                  </a:lnTo>
                  <a:lnTo>
                    <a:pt x="968971" y="1138183"/>
                  </a:lnTo>
                  <a:lnTo>
                    <a:pt x="968956" y="1138179"/>
                  </a:lnTo>
                  <a:lnTo>
                    <a:pt x="968941" y="1138173"/>
                  </a:lnTo>
                  <a:lnTo>
                    <a:pt x="968926" y="1138166"/>
                  </a:lnTo>
                  <a:lnTo>
                    <a:pt x="968911" y="1138156"/>
                  </a:lnTo>
                  <a:lnTo>
                    <a:pt x="968896" y="1138145"/>
                  </a:lnTo>
                  <a:lnTo>
                    <a:pt x="968881" y="1138133"/>
                  </a:lnTo>
                  <a:lnTo>
                    <a:pt x="968867" y="1138120"/>
                  </a:lnTo>
                  <a:lnTo>
                    <a:pt x="968853" y="1138107"/>
                  </a:lnTo>
                  <a:lnTo>
                    <a:pt x="968838" y="1138096"/>
                  </a:lnTo>
                  <a:lnTo>
                    <a:pt x="968823" y="1138085"/>
                  </a:lnTo>
                  <a:lnTo>
                    <a:pt x="968808" y="1138073"/>
                  </a:lnTo>
                  <a:lnTo>
                    <a:pt x="968794" y="1138058"/>
                  </a:lnTo>
                  <a:lnTo>
                    <a:pt x="968781" y="1138045"/>
                  </a:lnTo>
                  <a:lnTo>
                    <a:pt x="968768" y="1138032"/>
                  </a:lnTo>
                  <a:lnTo>
                    <a:pt x="968763" y="1138031"/>
                  </a:lnTo>
                  <a:lnTo>
                    <a:pt x="968757" y="1138032"/>
                  </a:lnTo>
                  <a:lnTo>
                    <a:pt x="968753" y="1138034"/>
                  </a:lnTo>
                  <a:lnTo>
                    <a:pt x="968738" y="1138038"/>
                  </a:lnTo>
                  <a:lnTo>
                    <a:pt x="968723" y="1138042"/>
                  </a:lnTo>
                  <a:lnTo>
                    <a:pt x="968716" y="1138044"/>
                  </a:lnTo>
                  <a:lnTo>
                    <a:pt x="968708" y="1138044"/>
                  </a:lnTo>
                  <a:lnTo>
                    <a:pt x="968693" y="1138047"/>
                  </a:lnTo>
                  <a:lnTo>
                    <a:pt x="968678" y="1138049"/>
                  </a:lnTo>
                  <a:lnTo>
                    <a:pt x="968663" y="1138053"/>
                  </a:lnTo>
                  <a:lnTo>
                    <a:pt x="968649" y="1138055"/>
                  </a:lnTo>
                  <a:lnTo>
                    <a:pt x="968634" y="1138061"/>
                  </a:lnTo>
                  <a:lnTo>
                    <a:pt x="968619" y="1138066"/>
                  </a:lnTo>
                  <a:lnTo>
                    <a:pt x="968604" y="1138072"/>
                  </a:lnTo>
                  <a:lnTo>
                    <a:pt x="968589" y="1138077"/>
                  </a:lnTo>
                  <a:lnTo>
                    <a:pt x="968574" y="1138083"/>
                  </a:lnTo>
                  <a:lnTo>
                    <a:pt x="968559" y="1138088"/>
                  </a:lnTo>
                  <a:lnTo>
                    <a:pt x="968544" y="1138094"/>
                  </a:lnTo>
                  <a:lnTo>
                    <a:pt x="968529" y="1138100"/>
                  </a:lnTo>
                  <a:lnTo>
                    <a:pt x="968515" y="1138106"/>
                  </a:lnTo>
                  <a:lnTo>
                    <a:pt x="968504" y="1138110"/>
                  </a:lnTo>
                  <a:lnTo>
                    <a:pt x="968485" y="1138122"/>
                  </a:lnTo>
                  <a:lnTo>
                    <a:pt x="968470" y="1138132"/>
                  </a:lnTo>
                  <a:lnTo>
                    <a:pt x="968462" y="1138137"/>
                  </a:lnTo>
                  <a:lnTo>
                    <a:pt x="968456" y="1138143"/>
                  </a:lnTo>
                  <a:lnTo>
                    <a:pt x="968443" y="1138158"/>
                  </a:lnTo>
                  <a:lnTo>
                    <a:pt x="968428" y="1138169"/>
                  </a:lnTo>
                  <a:lnTo>
                    <a:pt x="968416" y="1138182"/>
                  </a:lnTo>
                  <a:lnTo>
                    <a:pt x="968403" y="1138196"/>
                  </a:lnTo>
                  <a:lnTo>
                    <a:pt x="968393" y="1138211"/>
                  </a:lnTo>
                  <a:lnTo>
                    <a:pt x="968387" y="1138221"/>
                  </a:lnTo>
                  <a:lnTo>
                    <a:pt x="968386" y="1138226"/>
                  </a:lnTo>
                  <a:lnTo>
                    <a:pt x="968382" y="1138239"/>
                  </a:lnTo>
                  <a:lnTo>
                    <a:pt x="968380" y="1138256"/>
                  </a:lnTo>
                  <a:lnTo>
                    <a:pt x="968381" y="1138271"/>
                  </a:lnTo>
                  <a:lnTo>
                    <a:pt x="968382" y="1138286"/>
                  </a:lnTo>
                  <a:lnTo>
                    <a:pt x="968385" y="1138301"/>
                  </a:lnTo>
                  <a:lnTo>
                    <a:pt x="968388" y="1138316"/>
                  </a:lnTo>
                  <a:lnTo>
                    <a:pt x="968392" y="1138329"/>
                  </a:lnTo>
                  <a:lnTo>
                    <a:pt x="968396" y="1138350"/>
                  </a:lnTo>
                  <a:lnTo>
                    <a:pt x="968401" y="1138361"/>
                  </a:lnTo>
                  <a:lnTo>
                    <a:pt x="968406" y="1138376"/>
                  </a:lnTo>
                  <a:lnTo>
                    <a:pt x="968408" y="1138384"/>
                  </a:lnTo>
                  <a:lnTo>
                    <a:pt x="968411" y="1138392"/>
                  </a:lnTo>
                  <a:lnTo>
                    <a:pt x="968420" y="1138407"/>
                  </a:lnTo>
                  <a:lnTo>
                    <a:pt x="968427" y="1138420"/>
                  </a:lnTo>
                  <a:lnTo>
                    <a:pt x="968420" y="1138433"/>
                  </a:lnTo>
                  <a:lnTo>
                    <a:pt x="968416" y="1138437"/>
                  </a:lnTo>
                  <a:lnTo>
                    <a:pt x="968411" y="1138442"/>
                  </a:lnTo>
                  <a:lnTo>
                    <a:pt x="968402" y="1138448"/>
                  </a:lnTo>
                  <a:lnTo>
                    <a:pt x="968388" y="1138459"/>
                  </a:lnTo>
                  <a:lnTo>
                    <a:pt x="968380" y="1138473"/>
                  </a:lnTo>
                  <a:lnTo>
                    <a:pt x="968365" y="1138487"/>
                  </a:lnTo>
                  <a:lnTo>
                    <a:pt x="968351" y="1138501"/>
                  </a:lnTo>
                  <a:lnTo>
                    <a:pt x="968340" y="1138513"/>
                  </a:lnTo>
                  <a:lnTo>
                    <a:pt x="968321" y="1138521"/>
                  </a:lnTo>
                  <a:lnTo>
                    <a:pt x="968307" y="1138527"/>
                  </a:lnTo>
                  <a:lnTo>
                    <a:pt x="968292" y="1138533"/>
                  </a:lnTo>
                  <a:lnTo>
                    <a:pt x="968277" y="1138539"/>
                  </a:lnTo>
                  <a:lnTo>
                    <a:pt x="968264" y="1138543"/>
                  </a:lnTo>
                  <a:lnTo>
                    <a:pt x="968247" y="1138546"/>
                  </a:lnTo>
                  <a:lnTo>
                    <a:pt x="968238" y="1138549"/>
                  </a:lnTo>
                  <a:lnTo>
                    <a:pt x="968232" y="1138553"/>
                  </a:lnTo>
                  <a:lnTo>
                    <a:pt x="968218" y="1138562"/>
                  </a:lnTo>
                  <a:lnTo>
                    <a:pt x="968203" y="1138570"/>
                  </a:lnTo>
                  <a:lnTo>
                    <a:pt x="968188" y="1138578"/>
                  </a:lnTo>
                  <a:lnTo>
                    <a:pt x="968173" y="1138585"/>
                  </a:lnTo>
                  <a:lnTo>
                    <a:pt x="968158" y="1138590"/>
                  </a:lnTo>
                  <a:lnTo>
                    <a:pt x="968143" y="1138594"/>
                  </a:lnTo>
                  <a:lnTo>
                    <a:pt x="968128" y="1138594"/>
                  </a:lnTo>
                  <a:lnTo>
                    <a:pt x="968120" y="1138592"/>
                  </a:lnTo>
                  <a:lnTo>
                    <a:pt x="968113" y="1138589"/>
                  </a:lnTo>
                  <a:lnTo>
                    <a:pt x="968098" y="1138583"/>
                  </a:lnTo>
                  <a:lnTo>
                    <a:pt x="968084" y="1138574"/>
                  </a:lnTo>
                  <a:lnTo>
                    <a:pt x="968069" y="1138570"/>
                  </a:lnTo>
                  <a:lnTo>
                    <a:pt x="968054" y="1138568"/>
                  </a:lnTo>
                  <a:lnTo>
                    <a:pt x="968047" y="1138565"/>
                  </a:lnTo>
                  <a:lnTo>
                    <a:pt x="968039" y="1138565"/>
                  </a:lnTo>
                  <a:lnTo>
                    <a:pt x="968030" y="1138562"/>
                  </a:lnTo>
                  <a:lnTo>
                    <a:pt x="968024" y="1138557"/>
                  </a:lnTo>
                  <a:lnTo>
                    <a:pt x="968017" y="1138547"/>
                  </a:lnTo>
                  <a:lnTo>
                    <a:pt x="968012" y="1138544"/>
                  </a:lnTo>
                  <a:lnTo>
                    <a:pt x="967997" y="1138535"/>
                  </a:lnTo>
                  <a:lnTo>
                    <a:pt x="967983" y="1138523"/>
                  </a:lnTo>
                  <a:lnTo>
                    <a:pt x="967971" y="1138510"/>
                  </a:lnTo>
                  <a:lnTo>
                    <a:pt x="967959" y="1138495"/>
                  </a:lnTo>
                  <a:lnTo>
                    <a:pt x="967954" y="1138487"/>
                  </a:lnTo>
                  <a:lnTo>
                    <a:pt x="967947" y="1138480"/>
                  </a:lnTo>
                  <a:lnTo>
                    <a:pt x="967933" y="1138465"/>
                  </a:lnTo>
                  <a:lnTo>
                    <a:pt x="967919" y="1138452"/>
                  </a:lnTo>
                  <a:lnTo>
                    <a:pt x="967907" y="1138437"/>
                  </a:lnTo>
                  <a:lnTo>
                    <a:pt x="967899" y="1138426"/>
                  </a:lnTo>
                  <a:lnTo>
                    <a:pt x="967888" y="1138407"/>
                  </a:lnTo>
                  <a:lnTo>
                    <a:pt x="967875" y="1138391"/>
                  </a:lnTo>
                  <a:lnTo>
                    <a:pt x="967861" y="1138377"/>
                  </a:lnTo>
                  <a:lnTo>
                    <a:pt x="967855" y="1138372"/>
                  </a:lnTo>
                  <a:lnTo>
                    <a:pt x="967849" y="1138365"/>
                  </a:lnTo>
                  <a:lnTo>
                    <a:pt x="967851" y="1138351"/>
                  </a:lnTo>
                  <a:lnTo>
                    <a:pt x="967857" y="1138336"/>
                  </a:lnTo>
                  <a:lnTo>
                    <a:pt x="967869" y="1138308"/>
                  </a:lnTo>
                  <a:lnTo>
                    <a:pt x="967875" y="1138296"/>
                  </a:lnTo>
                  <a:lnTo>
                    <a:pt x="967892" y="1138259"/>
                  </a:lnTo>
                  <a:lnTo>
                    <a:pt x="967894" y="1138252"/>
                  </a:lnTo>
                  <a:lnTo>
                    <a:pt x="967897" y="1138244"/>
                  </a:lnTo>
                  <a:lnTo>
                    <a:pt x="967901" y="1138228"/>
                  </a:lnTo>
                  <a:lnTo>
                    <a:pt x="967905" y="1138220"/>
                  </a:lnTo>
                  <a:lnTo>
                    <a:pt x="967908" y="1138213"/>
                  </a:lnTo>
                  <a:lnTo>
                    <a:pt x="967910" y="1138206"/>
                  </a:lnTo>
                  <a:lnTo>
                    <a:pt x="967917" y="1138171"/>
                  </a:lnTo>
                  <a:lnTo>
                    <a:pt x="967917" y="1138156"/>
                  </a:lnTo>
                  <a:lnTo>
                    <a:pt x="967916" y="1138141"/>
                  </a:lnTo>
                  <a:lnTo>
                    <a:pt x="967917" y="1138126"/>
                  </a:lnTo>
                  <a:lnTo>
                    <a:pt x="967918" y="1138118"/>
                  </a:lnTo>
                  <a:lnTo>
                    <a:pt x="967916" y="1138021"/>
                  </a:lnTo>
                  <a:lnTo>
                    <a:pt x="967914" y="1138006"/>
                  </a:lnTo>
                  <a:lnTo>
                    <a:pt x="967911" y="1137990"/>
                  </a:lnTo>
                  <a:lnTo>
                    <a:pt x="967910" y="1137985"/>
                  </a:lnTo>
                  <a:lnTo>
                    <a:pt x="967910" y="1137977"/>
                  </a:lnTo>
                  <a:lnTo>
                    <a:pt x="967921" y="1137961"/>
                  </a:lnTo>
                  <a:lnTo>
                    <a:pt x="967928" y="1137946"/>
                  </a:lnTo>
                  <a:lnTo>
                    <a:pt x="967931" y="1137937"/>
                  </a:lnTo>
                  <a:lnTo>
                    <a:pt x="967934" y="1137921"/>
                  </a:lnTo>
                  <a:lnTo>
                    <a:pt x="967936" y="1137914"/>
                  </a:lnTo>
                  <a:lnTo>
                    <a:pt x="967943" y="1137900"/>
                  </a:lnTo>
                  <a:lnTo>
                    <a:pt x="967946" y="1137885"/>
                  </a:lnTo>
                  <a:lnTo>
                    <a:pt x="967948" y="1137878"/>
                  </a:lnTo>
                  <a:lnTo>
                    <a:pt x="967952" y="1137867"/>
                  </a:lnTo>
                  <a:lnTo>
                    <a:pt x="967959" y="1137851"/>
                  </a:lnTo>
                  <a:lnTo>
                    <a:pt x="967966" y="1137840"/>
                  </a:lnTo>
                  <a:lnTo>
                    <a:pt x="967979" y="1137823"/>
                  </a:lnTo>
                  <a:lnTo>
                    <a:pt x="967985" y="1137812"/>
                  </a:lnTo>
                  <a:lnTo>
                    <a:pt x="967986" y="1137807"/>
                  </a:lnTo>
                  <a:lnTo>
                    <a:pt x="967992" y="1137786"/>
                  </a:lnTo>
                  <a:lnTo>
                    <a:pt x="967991" y="1137771"/>
                  </a:lnTo>
                  <a:lnTo>
                    <a:pt x="967993" y="1137761"/>
                  </a:lnTo>
                  <a:lnTo>
                    <a:pt x="968002" y="1137745"/>
                  </a:lnTo>
                  <a:lnTo>
                    <a:pt x="968010" y="1137732"/>
                  </a:lnTo>
                  <a:lnTo>
                    <a:pt x="968013" y="1137715"/>
                  </a:lnTo>
                  <a:lnTo>
                    <a:pt x="968014" y="1137700"/>
                  </a:lnTo>
                  <a:lnTo>
                    <a:pt x="968014" y="1137685"/>
                  </a:lnTo>
                  <a:lnTo>
                    <a:pt x="968013" y="1137670"/>
                  </a:lnTo>
                  <a:lnTo>
                    <a:pt x="968011" y="1137655"/>
                  </a:lnTo>
                  <a:lnTo>
                    <a:pt x="968009" y="1137640"/>
                  </a:lnTo>
                  <a:lnTo>
                    <a:pt x="968006" y="1137625"/>
                  </a:lnTo>
                  <a:lnTo>
                    <a:pt x="968003" y="1137610"/>
                  </a:lnTo>
                  <a:lnTo>
                    <a:pt x="968000" y="1137595"/>
                  </a:lnTo>
                  <a:lnTo>
                    <a:pt x="967995" y="1137580"/>
                  </a:lnTo>
                  <a:lnTo>
                    <a:pt x="967987" y="1137565"/>
                  </a:lnTo>
                  <a:lnTo>
                    <a:pt x="967975" y="1137550"/>
                  </a:lnTo>
                  <a:lnTo>
                    <a:pt x="967961" y="1137538"/>
                  </a:lnTo>
                  <a:lnTo>
                    <a:pt x="967945" y="1137523"/>
                  </a:lnTo>
                  <a:lnTo>
                    <a:pt x="967934" y="1137513"/>
                  </a:lnTo>
                  <a:lnTo>
                    <a:pt x="967927" y="1137504"/>
                  </a:lnTo>
                  <a:lnTo>
                    <a:pt x="967922" y="1137497"/>
                  </a:lnTo>
                  <a:lnTo>
                    <a:pt x="967919" y="1137493"/>
                  </a:lnTo>
                  <a:lnTo>
                    <a:pt x="967909" y="1137480"/>
                  </a:lnTo>
                  <a:lnTo>
                    <a:pt x="967896" y="1137465"/>
                  </a:lnTo>
                  <a:lnTo>
                    <a:pt x="967883" y="1137450"/>
                  </a:lnTo>
                  <a:lnTo>
                    <a:pt x="967869" y="1137435"/>
                  </a:lnTo>
                  <a:lnTo>
                    <a:pt x="967856" y="1137420"/>
                  </a:lnTo>
                  <a:lnTo>
                    <a:pt x="967846" y="1137405"/>
                  </a:lnTo>
                  <a:lnTo>
                    <a:pt x="967839" y="1137390"/>
                  </a:lnTo>
                  <a:lnTo>
                    <a:pt x="967831" y="1137375"/>
                  </a:lnTo>
                  <a:lnTo>
                    <a:pt x="967830" y="1137370"/>
                  </a:lnTo>
                  <a:lnTo>
                    <a:pt x="967825" y="1137362"/>
                  </a:lnTo>
                  <a:lnTo>
                    <a:pt x="967811" y="1137346"/>
                  </a:lnTo>
                  <a:lnTo>
                    <a:pt x="967806" y="1137338"/>
                  </a:lnTo>
                  <a:lnTo>
                    <a:pt x="967804" y="1137331"/>
                  </a:lnTo>
                  <a:lnTo>
                    <a:pt x="967800" y="1137321"/>
                  </a:lnTo>
                  <a:lnTo>
                    <a:pt x="967796" y="1137316"/>
                  </a:lnTo>
                  <a:lnTo>
                    <a:pt x="967780" y="1137303"/>
                  </a:lnTo>
                  <a:lnTo>
                    <a:pt x="967766" y="1137290"/>
                  </a:lnTo>
                  <a:lnTo>
                    <a:pt x="967762" y="1137283"/>
                  </a:lnTo>
                  <a:lnTo>
                    <a:pt x="967763" y="1137275"/>
                  </a:lnTo>
                  <a:lnTo>
                    <a:pt x="967765" y="1137260"/>
                  </a:lnTo>
                  <a:lnTo>
                    <a:pt x="967763" y="1137246"/>
                  </a:lnTo>
                  <a:lnTo>
                    <a:pt x="967762" y="1137239"/>
                  </a:lnTo>
                  <a:lnTo>
                    <a:pt x="967764" y="1137227"/>
                  </a:lnTo>
                  <a:lnTo>
                    <a:pt x="967767" y="1137215"/>
                  </a:lnTo>
                  <a:lnTo>
                    <a:pt x="967767" y="1137206"/>
                  </a:lnTo>
                  <a:lnTo>
                    <a:pt x="967765" y="1137200"/>
                  </a:lnTo>
                  <a:lnTo>
                    <a:pt x="967759" y="1137185"/>
                  </a:lnTo>
                  <a:lnTo>
                    <a:pt x="967756" y="1137178"/>
                  </a:lnTo>
                  <a:lnTo>
                    <a:pt x="967756" y="1137169"/>
                  </a:lnTo>
                  <a:lnTo>
                    <a:pt x="967756" y="1137157"/>
                  </a:lnTo>
                  <a:lnTo>
                    <a:pt x="967756" y="1137140"/>
                  </a:lnTo>
                  <a:lnTo>
                    <a:pt x="967753" y="1137126"/>
                  </a:lnTo>
                  <a:lnTo>
                    <a:pt x="967749" y="1137109"/>
                  </a:lnTo>
                  <a:lnTo>
                    <a:pt x="967751" y="1137094"/>
                  </a:lnTo>
                  <a:lnTo>
                    <a:pt x="967752" y="1137079"/>
                  </a:lnTo>
                  <a:lnTo>
                    <a:pt x="967752" y="1137064"/>
                  </a:lnTo>
                  <a:lnTo>
                    <a:pt x="967750" y="1137049"/>
                  </a:lnTo>
                  <a:lnTo>
                    <a:pt x="967748" y="1137034"/>
                  </a:lnTo>
                  <a:lnTo>
                    <a:pt x="967745" y="1137019"/>
                  </a:lnTo>
                  <a:lnTo>
                    <a:pt x="967743" y="1137004"/>
                  </a:lnTo>
                  <a:lnTo>
                    <a:pt x="967738" y="1136989"/>
                  </a:lnTo>
                  <a:lnTo>
                    <a:pt x="967735" y="1136974"/>
                  </a:lnTo>
                  <a:lnTo>
                    <a:pt x="967732" y="1136959"/>
                  </a:lnTo>
                  <a:lnTo>
                    <a:pt x="967730" y="1136944"/>
                  </a:lnTo>
                  <a:lnTo>
                    <a:pt x="967728" y="1136929"/>
                  </a:lnTo>
                  <a:lnTo>
                    <a:pt x="967726" y="1136914"/>
                  </a:lnTo>
                  <a:lnTo>
                    <a:pt x="967723" y="1136899"/>
                  </a:lnTo>
                  <a:lnTo>
                    <a:pt x="967719" y="1136885"/>
                  </a:lnTo>
                  <a:lnTo>
                    <a:pt x="967716" y="1136880"/>
                  </a:lnTo>
                  <a:lnTo>
                    <a:pt x="967712" y="1136877"/>
                  </a:lnTo>
                  <a:lnTo>
                    <a:pt x="967703" y="1136873"/>
                  </a:lnTo>
                  <a:lnTo>
                    <a:pt x="967655" y="1136855"/>
                  </a:lnTo>
                  <a:lnTo>
                    <a:pt x="967634" y="1136844"/>
                  </a:lnTo>
                  <a:lnTo>
                    <a:pt x="967619" y="1136835"/>
                  </a:lnTo>
                  <a:lnTo>
                    <a:pt x="967604" y="1136827"/>
                  </a:lnTo>
                  <a:lnTo>
                    <a:pt x="967593" y="1136821"/>
                  </a:lnTo>
                  <a:lnTo>
                    <a:pt x="967589" y="1136817"/>
                  </a:lnTo>
                  <a:lnTo>
                    <a:pt x="967581" y="1136808"/>
                  </a:lnTo>
                  <a:lnTo>
                    <a:pt x="967580" y="1136803"/>
                  </a:lnTo>
                  <a:lnTo>
                    <a:pt x="967581" y="1136788"/>
                  </a:lnTo>
                  <a:lnTo>
                    <a:pt x="967582" y="1136773"/>
                  </a:lnTo>
                  <a:lnTo>
                    <a:pt x="967581" y="1136758"/>
                  </a:lnTo>
                  <a:lnTo>
                    <a:pt x="967579" y="1136751"/>
                  </a:lnTo>
                  <a:lnTo>
                    <a:pt x="967574" y="1136743"/>
                  </a:lnTo>
                  <a:lnTo>
                    <a:pt x="967559" y="1136729"/>
                  </a:lnTo>
                  <a:lnTo>
                    <a:pt x="967548" y="1136717"/>
                  </a:lnTo>
                  <a:lnTo>
                    <a:pt x="967546" y="1136700"/>
                  </a:lnTo>
                  <a:lnTo>
                    <a:pt x="967546" y="1136694"/>
                  </a:lnTo>
                  <a:lnTo>
                    <a:pt x="967544" y="1136685"/>
                  </a:lnTo>
                  <a:lnTo>
                    <a:pt x="967537" y="1136670"/>
                  </a:lnTo>
                  <a:lnTo>
                    <a:pt x="967524" y="1136655"/>
                  </a:lnTo>
                  <a:lnTo>
                    <a:pt x="967509" y="1136641"/>
                  </a:lnTo>
                  <a:lnTo>
                    <a:pt x="967496" y="1136627"/>
                  </a:lnTo>
                  <a:lnTo>
                    <a:pt x="967490" y="1136619"/>
                  </a:lnTo>
                  <a:lnTo>
                    <a:pt x="967487" y="1136612"/>
                  </a:lnTo>
                  <a:lnTo>
                    <a:pt x="967484" y="1136607"/>
                  </a:lnTo>
                  <a:lnTo>
                    <a:pt x="967482" y="1136597"/>
                  </a:lnTo>
                  <a:lnTo>
                    <a:pt x="967477" y="1136582"/>
                  </a:lnTo>
                  <a:lnTo>
                    <a:pt x="967464" y="1136567"/>
                  </a:lnTo>
                  <a:lnTo>
                    <a:pt x="967459" y="1136557"/>
                  </a:lnTo>
                  <a:lnTo>
                    <a:pt x="967457" y="1136552"/>
                  </a:lnTo>
                  <a:lnTo>
                    <a:pt x="967457" y="1136544"/>
                  </a:lnTo>
                  <a:lnTo>
                    <a:pt x="967455" y="1136537"/>
                  </a:lnTo>
                  <a:lnTo>
                    <a:pt x="967449" y="1136522"/>
                  </a:lnTo>
                  <a:lnTo>
                    <a:pt x="967445" y="1136514"/>
                  </a:lnTo>
                  <a:lnTo>
                    <a:pt x="967444" y="1136507"/>
                  </a:lnTo>
                  <a:lnTo>
                    <a:pt x="967441" y="1136500"/>
                  </a:lnTo>
                  <a:lnTo>
                    <a:pt x="967440" y="1136492"/>
                  </a:lnTo>
                  <a:lnTo>
                    <a:pt x="967436" y="1136477"/>
                  </a:lnTo>
                  <a:lnTo>
                    <a:pt x="967435" y="1136466"/>
                  </a:lnTo>
                  <a:lnTo>
                    <a:pt x="967433" y="1136462"/>
                  </a:lnTo>
                  <a:lnTo>
                    <a:pt x="967430" y="1136447"/>
                  </a:lnTo>
                  <a:lnTo>
                    <a:pt x="967427" y="1136432"/>
                  </a:lnTo>
                  <a:lnTo>
                    <a:pt x="967422" y="1136417"/>
                  </a:lnTo>
                  <a:lnTo>
                    <a:pt x="967417" y="1136402"/>
                  </a:lnTo>
                  <a:lnTo>
                    <a:pt x="967413" y="1136391"/>
                  </a:lnTo>
                  <a:lnTo>
                    <a:pt x="967410" y="1136384"/>
                  </a:lnTo>
                  <a:lnTo>
                    <a:pt x="967404" y="1136372"/>
                  </a:lnTo>
                  <a:lnTo>
                    <a:pt x="967401" y="1136365"/>
                  </a:lnTo>
                  <a:lnTo>
                    <a:pt x="967400" y="1136356"/>
                  </a:lnTo>
                  <a:lnTo>
                    <a:pt x="967397" y="1136339"/>
                  </a:lnTo>
                  <a:lnTo>
                    <a:pt x="967396" y="1136327"/>
                  </a:lnTo>
                  <a:lnTo>
                    <a:pt x="967389" y="1136311"/>
                  </a:lnTo>
                  <a:lnTo>
                    <a:pt x="967385" y="1136300"/>
                  </a:lnTo>
                  <a:lnTo>
                    <a:pt x="967383" y="1136296"/>
                  </a:lnTo>
                  <a:lnTo>
                    <a:pt x="967380" y="1136290"/>
                  </a:lnTo>
                  <a:lnTo>
                    <a:pt x="967377" y="1136281"/>
                  </a:lnTo>
                  <a:lnTo>
                    <a:pt x="967375" y="1136266"/>
                  </a:lnTo>
                  <a:lnTo>
                    <a:pt x="967375" y="1136251"/>
                  </a:lnTo>
                  <a:lnTo>
                    <a:pt x="967373" y="1136236"/>
                  </a:lnTo>
                  <a:lnTo>
                    <a:pt x="967370" y="1136223"/>
                  </a:lnTo>
                  <a:lnTo>
                    <a:pt x="967364" y="1136206"/>
                  </a:lnTo>
                  <a:lnTo>
                    <a:pt x="967359" y="1136189"/>
                  </a:lnTo>
                  <a:lnTo>
                    <a:pt x="967356" y="1136173"/>
                  </a:lnTo>
                  <a:lnTo>
                    <a:pt x="967355" y="1136165"/>
                  </a:lnTo>
                  <a:lnTo>
                    <a:pt x="967354" y="1136159"/>
                  </a:lnTo>
                  <a:lnTo>
                    <a:pt x="967350" y="1136153"/>
                  </a:lnTo>
                  <a:lnTo>
                    <a:pt x="967346" y="1136148"/>
                  </a:lnTo>
                  <a:lnTo>
                    <a:pt x="967343" y="1136144"/>
                  </a:lnTo>
                  <a:lnTo>
                    <a:pt x="967342" y="1136123"/>
                  </a:lnTo>
                  <a:lnTo>
                    <a:pt x="967342" y="1136116"/>
                  </a:lnTo>
                  <a:lnTo>
                    <a:pt x="967340" y="1136107"/>
                  </a:lnTo>
                  <a:lnTo>
                    <a:pt x="967338" y="1136101"/>
                  </a:lnTo>
                  <a:lnTo>
                    <a:pt x="967336" y="1136083"/>
                  </a:lnTo>
                  <a:lnTo>
                    <a:pt x="967334" y="1136074"/>
                  </a:lnTo>
                  <a:lnTo>
                    <a:pt x="967329" y="1136066"/>
                  </a:lnTo>
                  <a:lnTo>
                    <a:pt x="967324" y="1136060"/>
                  </a:lnTo>
                  <a:lnTo>
                    <a:pt x="967318" y="1136054"/>
                  </a:lnTo>
                  <a:lnTo>
                    <a:pt x="967315" y="1136050"/>
                  </a:lnTo>
                  <a:lnTo>
                    <a:pt x="967309" y="1136039"/>
                  </a:lnTo>
                  <a:lnTo>
                    <a:pt x="967302" y="1136025"/>
                  </a:lnTo>
                  <a:lnTo>
                    <a:pt x="967300" y="1136020"/>
                  </a:lnTo>
                  <a:lnTo>
                    <a:pt x="967295" y="1136013"/>
                  </a:lnTo>
                  <a:lnTo>
                    <a:pt x="967292" y="1136009"/>
                  </a:lnTo>
                  <a:lnTo>
                    <a:pt x="967290" y="1136004"/>
                  </a:lnTo>
                  <a:lnTo>
                    <a:pt x="967288" y="1135996"/>
                  </a:lnTo>
                  <a:lnTo>
                    <a:pt x="967279" y="1135985"/>
                  </a:lnTo>
                  <a:lnTo>
                    <a:pt x="967274" y="1135979"/>
                  </a:lnTo>
                  <a:lnTo>
                    <a:pt x="967270" y="1135969"/>
                  </a:lnTo>
                  <a:lnTo>
                    <a:pt x="967266" y="1135957"/>
                  </a:lnTo>
                  <a:lnTo>
                    <a:pt x="967262" y="1135949"/>
                  </a:lnTo>
                  <a:lnTo>
                    <a:pt x="967260" y="1135940"/>
                  </a:lnTo>
                  <a:lnTo>
                    <a:pt x="967257" y="1135931"/>
                  </a:lnTo>
                  <a:lnTo>
                    <a:pt x="967251" y="1135920"/>
                  </a:lnTo>
                  <a:lnTo>
                    <a:pt x="967245" y="1135905"/>
                  </a:lnTo>
                  <a:lnTo>
                    <a:pt x="967237" y="1135890"/>
                  </a:lnTo>
                  <a:lnTo>
                    <a:pt x="967233" y="1135885"/>
                  </a:lnTo>
                  <a:lnTo>
                    <a:pt x="967229" y="1135875"/>
                  </a:lnTo>
                  <a:lnTo>
                    <a:pt x="967225" y="1135860"/>
                  </a:lnTo>
                  <a:lnTo>
                    <a:pt x="967223" y="1135851"/>
                  </a:lnTo>
                  <a:lnTo>
                    <a:pt x="967223" y="1135845"/>
                  </a:lnTo>
                  <a:lnTo>
                    <a:pt x="967220" y="1135825"/>
                  </a:lnTo>
                  <a:lnTo>
                    <a:pt x="967218" y="1135815"/>
                  </a:lnTo>
                  <a:lnTo>
                    <a:pt x="967213" y="1135792"/>
                  </a:lnTo>
                  <a:lnTo>
                    <a:pt x="967211" y="1135783"/>
                  </a:lnTo>
                  <a:lnTo>
                    <a:pt x="967207" y="1135772"/>
                  </a:lnTo>
                  <a:lnTo>
                    <a:pt x="967205" y="1135759"/>
                  </a:lnTo>
                  <a:lnTo>
                    <a:pt x="967203" y="1135742"/>
                  </a:lnTo>
                  <a:lnTo>
                    <a:pt x="967202" y="1135728"/>
                  </a:lnTo>
                  <a:lnTo>
                    <a:pt x="967202" y="1135709"/>
                  </a:lnTo>
                  <a:lnTo>
                    <a:pt x="967203" y="1135694"/>
                  </a:lnTo>
                  <a:lnTo>
                    <a:pt x="967202" y="1135679"/>
                  </a:lnTo>
                  <a:lnTo>
                    <a:pt x="967201" y="1135669"/>
                  </a:lnTo>
                  <a:lnTo>
                    <a:pt x="967197" y="1135664"/>
                  </a:lnTo>
                  <a:lnTo>
                    <a:pt x="967184" y="1135651"/>
                  </a:lnTo>
                  <a:lnTo>
                    <a:pt x="967178" y="1135643"/>
                  </a:lnTo>
                  <a:lnTo>
                    <a:pt x="967175" y="1135636"/>
                  </a:lnTo>
                  <a:lnTo>
                    <a:pt x="967169" y="1135621"/>
                  </a:lnTo>
                  <a:lnTo>
                    <a:pt x="967166" y="1135613"/>
                  </a:lnTo>
                  <a:lnTo>
                    <a:pt x="967164" y="1135607"/>
                  </a:lnTo>
                  <a:lnTo>
                    <a:pt x="967163" y="1135590"/>
                  </a:lnTo>
                  <a:lnTo>
                    <a:pt x="967160" y="1135578"/>
                  </a:lnTo>
                  <a:lnTo>
                    <a:pt x="967157" y="1135565"/>
                  </a:lnTo>
                  <a:lnTo>
                    <a:pt x="967153" y="1135546"/>
                  </a:lnTo>
                  <a:lnTo>
                    <a:pt x="967148" y="1135531"/>
                  </a:lnTo>
                  <a:lnTo>
                    <a:pt x="967145" y="1135516"/>
                  </a:lnTo>
                  <a:lnTo>
                    <a:pt x="967143" y="1135509"/>
                  </a:lnTo>
                  <a:lnTo>
                    <a:pt x="967143" y="1135501"/>
                  </a:lnTo>
                  <a:lnTo>
                    <a:pt x="967142" y="1135486"/>
                  </a:lnTo>
                  <a:lnTo>
                    <a:pt x="967139" y="1135478"/>
                  </a:lnTo>
                  <a:lnTo>
                    <a:pt x="967138" y="1135471"/>
                  </a:lnTo>
                  <a:lnTo>
                    <a:pt x="967134" y="1135456"/>
                  </a:lnTo>
                  <a:lnTo>
                    <a:pt x="967131" y="1135441"/>
                  </a:lnTo>
                  <a:lnTo>
                    <a:pt x="967128" y="1135426"/>
                  </a:lnTo>
                  <a:lnTo>
                    <a:pt x="967122" y="1135411"/>
                  </a:lnTo>
                  <a:lnTo>
                    <a:pt x="967117" y="1135395"/>
                  </a:lnTo>
                  <a:lnTo>
                    <a:pt x="967113" y="1135384"/>
                  </a:lnTo>
                  <a:lnTo>
                    <a:pt x="967110" y="1135380"/>
                  </a:lnTo>
                  <a:lnTo>
                    <a:pt x="967088" y="1135342"/>
                  </a:lnTo>
                  <a:lnTo>
                    <a:pt x="967083" y="1135335"/>
                  </a:lnTo>
                  <a:lnTo>
                    <a:pt x="967073" y="1135321"/>
                  </a:lnTo>
                  <a:lnTo>
                    <a:pt x="967060" y="1135307"/>
                  </a:lnTo>
                  <a:lnTo>
                    <a:pt x="967047" y="1135292"/>
                  </a:lnTo>
                  <a:lnTo>
                    <a:pt x="967035" y="1135279"/>
                  </a:lnTo>
                  <a:lnTo>
                    <a:pt x="967022" y="1135264"/>
                  </a:lnTo>
                  <a:lnTo>
                    <a:pt x="967011" y="1135249"/>
                  </a:lnTo>
                  <a:lnTo>
                    <a:pt x="967005" y="1135240"/>
                  </a:lnTo>
                  <a:lnTo>
                    <a:pt x="966994" y="1135219"/>
                  </a:lnTo>
                  <a:lnTo>
                    <a:pt x="966982" y="1135204"/>
                  </a:lnTo>
                  <a:lnTo>
                    <a:pt x="966969" y="1135190"/>
                  </a:lnTo>
                  <a:lnTo>
                    <a:pt x="966954" y="1135176"/>
                  </a:lnTo>
                  <a:lnTo>
                    <a:pt x="966941" y="1135163"/>
                  </a:lnTo>
                  <a:lnTo>
                    <a:pt x="966929" y="1135151"/>
                  </a:lnTo>
                  <a:lnTo>
                    <a:pt x="966923" y="1135146"/>
                  </a:lnTo>
                  <a:lnTo>
                    <a:pt x="966897" y="1135131"/>
                  </a:lnTo>
                  <a:lnTo>
                    <a:pt x="966882" y="1135118"/>
                  </a:lnTo>
                  <a:lnTo>
                    <a:pt x="966868" y="1135106"/>
                  </a:lnTo>
                  <a:lnTo>
                    <a:pt x="966855" y="1135098"/>
                  </a:lnTo>
                  <a:lnTo>
                    <a:pt x="966838" y="1135087"/>
                  </a:lnTo>
                  <a:lnTo>
                    <a:pt x="966823" y="1135080"/>
                  </a:lnTo>
                  <a:lnTo>
                    <a:pt x="966808" y="1135072"/>
                  </a:lnTo>
                  <a:lnTo>
                    <a:pt x="966793" y="1135066"/>
                  </a:lnTo>
                  <a:lnTo>
                    <a:pt x="966778" y="1135061"/>
                  </a:lnTo>
                  <a:lnTo>
                    <a:pt x="966773" y="1135059"/>
                  </a:lnTo>
                  <a:lnTo>
                    <a:pt x="966767" y="1135059"/>
                  </a:lnTo>
                  <a:lnTo>
                    <a:pt x="966759" y="1135061"/>
                  </a:lnTo>
                  <a:lnTo>
                    <a:pt x="966748" y="1135062"/>
                  </a:lnTo>
                  <a:lnTo>
                    <a:pt x="966733" y="1135067"/>
                  </a:lnTo>
                  <a:lnTo>
                    <a:pt x="966718" y="1135071"/>
                  </a:lnTo>
                  <a:lnTo>
                    <a:pt x="966703" y="1135073"/>
                  </a:lnTo>
                  <a:lnTo>
                    <a:pt x="966685" y="1135075"/>
                  </a:lnTo>
                  <a:lnTo>
                    <a:pt x="966677" y="1135077"/>
                  </a:lnTo>
                  <a:lnTo>
                    <a:pt x="966660" y="1135081"/>
                  </a:lnTo>
                  <a:lnTo>
                    <a:pt x="966644" y="1135088"/>
                  </a:lnTo>
                  <a:lnTo>
                    <a:pt x="966637" y="1135091"/>
                  </a:lnTo>
                  <a:lnTo>
                    <a:pt x="966629" y="1135097"/>
                  </a:lnTo>
                  <a:lnTo>
                    <a:pt x="966614" y="1135109"/>
                  </a:lnTo>
                  <a:lnTo>
                    <a:pt x="966606" y="1135116"/>
                  </a:lnTo>
                  <a:lnTo>
                    <a:pt x="966601" y="1135123"/>
                  </a:lnTo>
                  <a:lnTo>
                    <a:pt x="966593" y="1135132"/>
                  </a:lnTo>
                  <a:lnTo>
                    <a:pt x="966590" y="1135138"/>
                  </a:lnTo>
                  <a:lnTo>
                    <a:pt x="966582" y="1135153"/>
                  </a:lnTo>
                  <a:lnTo>
                    <a:pt x="966575" y="1135168"/>
                  </a:lnTo>
                  <a:lnTo>
                    <a:pt x="966569" y="1135183"/>
                  </a:lnTo>
                  <a:lnTo>
                    <a:pt x="966563" y="1135198"/>
                  </a:lnTo>
                  <a:lnTo>
                    <a:pt x="966558" y="1135213"/>
                  </a:lnTo>
                  <a:lnTo>
                    <a:pt x="966554" y="1135229"/>
                  </a:lnTo>
                  <a:lnTo>
                    <a:pt x="966555" y="1135238"/>
                  </a:lnTo>
                  <a:lnTo>
                    <a:pt x="966556" y="1135246"/>
                  </a:lnTo>
                  <a:lnTo>
                    <a:pt x="966556" y="1135259"/>
                  </a:lnTo>
                  <a:lnTo>
                    <a:pt x="966557" y="1135274"/>
                  </a:lnTo>
                  <a:lnTo>
                    <a:pt x="966559" y="1135289"/>
                  </a:lnTo>
                  <a:lnTo>
                    <a:pt x="966560" y="1135304"/>
                  </a:lnTo>
                  <a:lnTo>
                    <a:pt x="966561" y="1135313"/>
                  </a:lnTo>
                  <a:lnTo>
                    <a:pt x="966560" y="1135319"/>
                  </a:lnTo>
                  <a:lnTo>
                    <a:pt x="966560" y="1135334"/>
                  </a:lnTo>
                  <a:lnTo>
                    <a:pt x="966559" y="1135345"/>
                  </a:lnTo>
                  <a:lnTo>
                    <a:pt x="966557" y="1135349"/>
                  </a:lnTo>
                  <a:lnTo>
                    <a:pt x="966554" y="1135355"/>
                  </a:lnTo>
                  <a:lnTo>
                    <a:pt x="966550" y="1135360"/>
                  </a:lnTo>
                  <a:lnTo>
                    <a:pt x="966546" y="1135362"/>
                  </a:lnTo>
                  <a:lnTo>
                    <a:pt x="966530" y="1135372"/>
                  </a:lnTo>
                  <a:lnTo>
                    <a:pt x="966516" y="1135382"/>
                  </a:lnTo>
                  <a:lnTo>
                    <a:pt x="966501" y="1135392"/>
                  </a:lnTo>
                  <a:lnTo>
                    <a:pt x="966486" y="1135405"/>
                  </a:lnTo>
                  <a:lnTo>
                    <a:pt x="966471" y="1135416"/>
                  </a:lnTo>
                  <a:lnTo>
                    <a:pt x="966456" y="1135427"/>
                  </a:lnTo>
                  <a:lnTo>
                    <a:pt x="966449" y="1135431"/>
                  </a:lnTo>
                  <a:lnTo>
                    <a:pt x="966443" y="1135432"/>
                  </a:lnTo>
                  <a:lnTo>
                    <a:pt x="966438" y="1135431"/>
                  </a:lnTo>
                  <a:lnTo>
                    <a:pt x="966427" y="1135427"/>
                  </a:lnTo>
                  <a:lnTo>
                    <a:pt x="966412" y="1135423"/>
                  </a:lnTo>
                  <a:lnTo>
                    <a:pt x="966400" y="1135420"/>
                  </a:lnTo>
                  <a:lnTo>
                    <a:pt x="966395" y="1135421"/>
                  </a:lnTo>
                  <a:lnTo>
                    <a:pt x="966390" y="1135423"/>
                  </a:lnTo>
                  <a:lnTo>
                    <a:pt x="966384" y="1135426"/>
                  </a:lnTo>
                  <a:lnTo>
                    <a:pt x="966379" y="1135429"/>
                  </a:lnTo>
                  <a:lnTo>
                    <a:pt x="966375" y="1135431"/>
                  </a:lnTo>
                  <a:lnTo>
                    <a:pt x="966364" y="1135436"/>
                  </a:lnTo>
                  <a:lnTo>
                    <a:pt x="966352" y="1135445"/>
                  </a:lnTo>
                  <a:lnTo>
                    <a:pt x="966343" y="1135450"/>
                  </a:lnTo>
                  <a:lnTo>
                    <a:pt x="966337" y="1135453"/>
                  </a:lnTo>
                  <a:lnTo>
                    <a:pt x="966333" y="1135454"/>
                  </a:lnTo>
                  <a:lnTo>
                    <a:pt x="966328" y="1135454"/>
                  </a:lnTo>
                  <a:lnTo>
                    <a:pt x="966322" y="1135455"/>
                  </a:lnTo>
                  <a:lnTo>
                    <a:pt x="966308" y="1135457"/>
                  </a:lnTo>
                  <a:lnTo>
                    <a:pt x="966293" y="1135459"/>
                  </a:lnTo>
                  <a:lnTo>
                    <a:pt x="966278" y="1135459"/>
                  </a:lnTo>
                  <a:lnTo>
                    <a:pt x="966273" y="1135461"/>
                  </a:lnTo>
                  <a:lnTo>
                    <a:pt x="966269" y="1135463"/>
                  </a:lnTo>
                  <a:lnTo>
                    <a:pt x="966263" y="1135465"/>
                  </a:lnTo>
                  <a:lnTo>
                    <a:pt x="966251" y="1135471"/>
                  </a:lnTo>
                  <a:lnTo>
                    <a:pt x="966239" y="1135474"/>
                  </a:lnTo>
                  <a:lnTo>
                    <a:pt x="966216" y="1135484"/>
                  </a:lnTo>
                  <a:lnTo>
                    <a:pt x="966202" y="1135489"/>
                  </a:lnTo>
                  <a:lnTo>
                    <a:pt x="966185" y="1135496"/>
                  </a:lnTo>
                  <a:lnTo>
                    <a:pt x="966171" y="1135502"/>
                  </a:lnTo>
                  <a:lnTo>
                    <a:pt x="966158" y="1135508"/>
                  </a:lnTo>
                  <a:lnTo>
                    <a:pt x="966145" y="1135513"/>
                  </a:lnTo>
                  <a:lnTo>
                    <a:pt x="966128" y="1135521"/>
                  </a:lnTo>
                  <a:lnTo>
                    <a:pt x="966114" y="1135528"/>
                  </a:lnTo>
                  <a:lnTo>
                    <a:pt x="966099" y="1135531"/>
                  </a:lnTo>
                  <a:lnTo>
                    <a:pt x="966094" y="1135534"/>
                  </a:lnTo>
                  <a:lnTo>
                    <a:pt x="966091" y="1135538"/>
                  </a:lnTo>
                  <a:lnTo>
                    <a:pt x="966091" y="1135544"/>
                  </a:lnTo>
                  <a:lnTo>
                    <a:pt x="966091" y="1135559"/>
                  </a:lnTo>
                  <a:lnTo>
                    <a:pt x="966089" y="1135575"/>
                  </a:lnTo>
                  <a:lnTo>
                    <a:pt x="966089" y="1135583"/>
                  </a:lnTo>
                  <a:lnTo>
                    <a:pt x="966086" y="1135590"/>
                  </a:lnTo>
                  <a:lnTo>
                    <a:pt x="966082" y="1135605"/>
                  </a:lnTo>
                  <a:lnTo>
                    <a:pt x="966078" y="1135620"/>
                  </a:lnTo>
                  <a:lnTo>
                    <a:pt x="966076" y="1135635"/>
                  </a:lnTo>
                  <a:lnTo>
                    <a:pt x="966074" y="1135650"/>
                  </a:lnTo>
                  <a:lnTo>
                    <a:pt x="966072" y="1135665"/>
                  </a:lnTo>
                  <a:lnTo>
                    <a:pt x="966069" y="1135680"/>
                  </a:lnTo>
                  <a:lnTo>
                    <a:pt x="966067" y="1135695"/>
                  </a:lnTo>
                  <a:lnTo>
                    <a:pt x="966062" y="1135707"/>
                  </a:lnTo>
                  <a:lnTo>
                    <a:pt x="966059" y="1135712"/>
                  </a:lnTo>
                  <a:lnTo>
                    <a:pt x="966048" y="1135724"/>
                  </a:lnTo>
                  <a:lnTo>
                    <a:pt x="966043" y="1135734"/>
                  </a:lnTo>
                  <a:lnTo>
                    <a:pt x="966042" y="1135739"/>
                  </a:lnTo>
                  <a:lnTo>
                    <a:pt x="966044" y="1135754"/>
                  </a:lnTo>
                  <a:lnTo>
                    <a:pt x="966045" y="1135769"/>
                  </a:lnTo>
                  <a:lnTo>
                    <a:pt x="966044" y="1135777"/>
                  </a:lnTo>
                  <a:lnTo>
                    <a:pt x="966044" y="1135784"/>
                  </a:lnTo>
                  <a:lnTo>
                    <a:pt x="966044" y="1135800"/>
                  </a:lnTo>
                  <a:lnTo>
                    <a:pt x="966045" y="1135815"/>
                  </a:lnTo>
                  <a:lnTo>
                    <a:pt x="966045" y="1135830"/>
                  </a:lnTo>
                  <a:lnTo>
                    <a:pt x="966043" y="1135845"/>
                  </a:lnTo>
                  <a:lnTo>
                    <a:pt x="966043" y="1135860"/>
                  </a:lnTo>
                  <a:lnTo>
                    <a:pt x="966047" y="1135875"/>
                  </a:lnTo>
                  <a:lnTo>
                    <a:pt x="966049" y="1135883"/>
                  </a:lnTo>
                  <a:lnTo>
                    <a:pt x="966053" y="1135890"/>
                  </a:lnTo>
                  <a:lnTo>
                    <a:pt x="966058" y="1135905"/>
                  </a:lnTo>
                  <a:lnTo>
                    <a:pt x="966064" y="1135920"/>
                  </a:lnTo>
                  <a:lnTo>
                    <a:pt x="966068" y="1135933"/>
                  </a:lnTo>
                  <a:lnTo>
                    <a:pt x="966069" y="1135941"/>
                  </a:lnTo>
                  <a:lnTo>
                    <a:pt x="966068" y="1135950"/>
                  </a:lnTo>
                  <a:lnTo>
                    <a:pt x="966068" y="1135965"/>
                  </a:lnTo>
                  <a:lnTo>
                    <a:pt x="966065" y="1135980"/>
                  </a:lnTo>
                  <a:lnTo>
                    <a:pt x="966062" y="1135996"/>
                  </a:lnTo>
                  <a:lnTo>
                    <a:pt x="966062" y="1136011"/>
                  </a:lnTo>
                  <a:lnTo>
                    <a:pt x="966061" y="1136026"/>
                  </a:lnTo>
                  <a:lnTo>
                    <a:pt x="966061" y="1136041"/>
                  </a:lnTo>
                  <a:lnTo>
                    <a:pt x="966060" y="1136056"/>
                  </a:lnTo>
                  <a:lnTo>
                    <a:pt x="966058" y="1136071"/>
                  </a:lnTo>
                  <a:lnTo>
                    <a:pt x="966058" y="1136086"/>
                  </a:lnTo>
                  <a:lnTo>
                    <a:pt x="966057" y="1136101"/>
                  </a:lnTo>
                  <a:lnTo>
                    <a:pt x="966055" y="1136116"/>
                  </a:lnTo>
                  <a:lnTo>
                    <a:pt x="966053" y="1136131"/>
                  </a:lnTo>
                  <a:lnTo>
                    <a:pt x="966051" y="1136146"/>
                  </a:lnTo>
                  <a:lnTo>
                    <a:pt x="966047" y="1136159"/>
                  </a:lnTo>
                  <a:lnTo>
                    <a:pt x="966042" y="1136176"/>
                  </a:lnTo>
                  <a:lnTo>
                    <a:pt x="966035" y="1136183"/>
                  </a:lnTo>
                  <a:lnTo>
                    <a:pt x="966028" y="1136183"/>
                  </a:lnTo>
                  <a:lnTo>
                    <a:pt x="966007" y="1136186"/>
                  </a:lnTo>
                  <a:lnTo>
                    <a:pt x="965998" y="1136187"/>
                  </a:lnTo>
                  <a:lnTo>
                    <a:pt x="965980" y="1136189"/>
                  </a:lnTo>
                  <a:lnTo>
                    <a:pt x="965956" y="1136189"/>
                  </a:lnTo>
                  <a:lnTo>
                    <a:pt x="965917" y="1136192"/>
                  </a:lnTo>
                  <a:lnTo>
                    <a:pt x="965883" y="1136196"/>
                  </a:lnTo>
                  <a:lnTo>
                    <a:pt x="965874" y="1136198"/>
                  </a:lnTo>
                  <a:lnTo>
                    <a:pt x="965858" y="1136203"/>
                  </a:lnTo>
                  <a:lnTo>
                    <a:pt x="965850" y="1136206"/>
                  </a:lnTo>
                  <a:lnTo>
                    <a:pt x="965842" y="1136210"/>
                  </a:lnTo>
                  <a:lnTo>
                    <a:pt x="965827" y="1136217"/>
                  </a:lnTo>
                  <a:lnTo>
                    <a:pt x="965812" y="1136224"/>
                  </a:lnTo>
                  <a:lnTo>
                    <a:pt x="965794" y="1136230"/>
                  </a:lnTo>
                  <a:lnTo>
                    <a:pt x="965781" y="1136235"/>
                  </a:lnTo>
                  <a:lnTo>
                    <a:pt x="965774" y="1136238"/>
                  </a:lnTo>
                  <a:lnTo>
                    <a:pt x="965754" y="1136244"/>
                  </a:lnTo>
                  <a:lnTo>
                    <a:pt x="965737" y="1136247"/>
                  </a:lnTo>
                  <a:lnTo>
                    <a:pt x="965725" y="1136248"/>
                  </a:lnTo>
                  <a:lnTo>
                    <a:pt x="965711" y="1136249"/>
                  </a:lnTo>
                  <a:lnTo>
                    <a:pt x="965703" y="1136248"/>
                  </a:lnTo>
                  <a:lnTo>
                    <a:pt x="965695" y="1136245"/>
                  </a:lnTo>
                  <a:lnTo>
                    <a:pt x="965688" y="1136242"/>
                  </a:lnTo>
                  <a:lnTo>
                    <a:pt x="965685" y="1136239"/>
                  </a:lnTo>
                  <a:lnTo>
                    <a:pt x="965680" y="1136234"/>
                  </a:lnTo>
                  <a:lnTo>
                    <a:pt x="965668" y="1136219"/>
                  </a:lnTo>
                  <a:lnTo>
                    <a:pt x="965657" y="1136204"/>
                  </a:lnTo>
                  <a:lnTo>
                    <a:pt x="965644" y="1136190"/>
                  </a:lnTo>
                  <a:lnTo>
                    <a:pt x="965630" y="1136177"/>
                  </a:lnTo>
                  <a:lnTo>
                    <a:pt x="965623" y="1136171"/>
                  </a:lnTo>
                  <a:lnTo>
                    <a:pt x="965615" y="1136167"/>
                  </a:lnTo>
                  <a:lnTo>
                    <a:pt x="965594" y="1136152"/>
                  </a:lnTo>
                  <a:lnTo>
                    <a:pt x="965586" y="1136145"/>
                  </a:lnTo>
                  <a:lnTo>
                    <a:pt x="965575" y="1136137"/>
                  </a:lnTo>
                  <a:lnTo>
                    <a:pt x="965556" y="1136123"/>
                  </a:lnTo>
                  <a:lnTo>
                    <a:pt x="965542" y="1136112"/>
                  </a:lnTo>
                  <a:lnTo>
                    <a:pt x="965529" y="1136100"/>
                  </a:lnTo>
                  <a:lnTo>
                    <a:pt x="965509" y="1136080"/>
                  </a:lnTo>
                  <a:lnTo>
                    <a:pt x="965502" y="1136072"/>
                  </a:lnTo>
                  <a:lnTo>
                    <a:pt x="965489" y="1136057"/>
                  </a:lnTo>
                  <a:lnTo>
                    <a:pt x="965477" y="1136041"/>
                  </a:lnTo>
                  <a:lnTo>
                    <a:pt x="965467" y="1136027"/>
                  </a:lnTo>
                  <a:lnTo>
                    <a:pt x="965459" y="1136017"/>
                  </a:lnTo>
                  <a:lnTo>
                    <a:pt x="965441" y="1135997"/>
                  </a:lnTo>
                  <a:lnTo>
                    <a:pt x="965432" y="1135986"/>
                  </a:lnTo>
                  <a:lnTo>
                    <a:pt x="965417" y="1135976"/>
                  </a:lnTo>
                  <a:lnTo>
                    <a:pt x="965409" y="1135972"/>
                  </a:lnTo>
                  <a:lnTo>
                    <a:pt x="965401" y="1135968"/>
                  </a:lnTo>
                  <a:lnTo>
                    <a:pt x="965396" y="1135969"/>
                  </a:lnTo>
                  <a:lnTo>
                    <a:pt x="965381" y="1135971"/>
                  </a:lnTo>
                  <a:lnTo>
                    <a:pt x="965366" y="1135976"/>
                  </a:lnTo>
                  <a:lnTo>
                    <a:pt x="965351" y="1135982"/>
                  </a:lnTo>
                  <a:lnTo>
                    <a:pt x="965343" y="1135983"/>
                  </a:lnTo>
                  <a:lnTo>
                    <a:pt x="965331" y="1135985"/>
                  </a:lnTo>
                  <a:lnTo>
                    <a:pt x="965321" y="1135986"/>
                  </a:lnTo>
                  <a:lnTo>
                    <a:pt x="965307" y="1135990"/>
                  </a:lnTo>
                  <a:lnTo>
                    <a:pt x="965292" y="1135991"/>
                  </a:lnTo>
                  <a:lnTo>
                    <a:pt x="965277" y="1135995"/>
                  </a:lnTo>
                  <a:lnTo>
                    <a:pt x="965269" y="1135995"/>
                  </a:lnTo>
                  <a:lnTo>
                    <a:pt x="965262" y="1135997"/>
                  </a:lnTo>
                  <a:lnTo>
                    <a:pt x="965247" y="1135999"/>
                  </a:lnTo>
                  <a:lnTo>
                    <a:pt x="965232" y="1136002"/>
                  </a:lnTo>
                  <a:lnTo>
                    <a:pt x="965217" y="1136005"/>
                  </a:lnTo>
                  <a:lnTo>
                    <a:pt x="965205" y="1136005"/>
                  </a:lnTo>
                  <a:lnTo>
                    <a:pt x="965193" y="1136007"/>
                  </a:lnTo>
                  <a:lnTo>
                    <a:pt x="965172" y="1136010"/>
                  </a:lnTo>
                  <a:lnTo>
                    <a:pt x="965132" y="1136015"/>
                  </a:lnTo>
                  <a:lnTo>
                    <a:pt x="965087" y="1136010"/>
                  </a:lnTo>
                  <a:lnTo>
                    <a:pt x="965051" y="1136003"/>
                  </a:lnTo>
                  <a:lnTo>
                    <a:pt x="965034" y="1135996"/>
                  </a:lnTo>
                  <a:lnTo>
                    <a:pt x="965018" y="1135990"/>
                  </a:lnTo>
                  <a:lnTo>
                    <a:pt x="965010" y="1135988"/>
                  </a:lnTo>
                  <a:lnTo>
                    <a:pt x="965006" y="1135987"/>
                  </a:lnTo>
                  <a:lnTo>
                    <a:pt x="964999" y="1135984"/>
                  </a:lnTo>
                  <a:lnTo>
                    <a:pt x="964990" y="1135980"/>
                  </a:lnTo>
                  <a:lnTo>
                    <a:pt x="964975" y="1135974"/>
                  </a:lnTo>
                  <a:lnTo>
                    <a:pt x="964960" y="1135967"/>
                  </a:lnTo>
                  <a:lnTo>
                    <a:pt x="964945" y="1135958"/>
                  </a:lnTo>
                  <a:lnTo>
                    <a:pt x="964941" y="1135952"/>
                  </a:lnTo>
                  <a:lnTo>
                    <a:pt x="964947" y="1135937"/>
                  </a:lnTo>
                  <a:lnTo>
                    <a:pt x="964947" y="1135921"/>
                  </a:lnTo>
                  <a:lnTo>
                    <a:pt x="964945" y="1135905"/>
                  </a:lnTo>
                  <a:lnTo>
                    <a:pt x="964948" y="1135891"/>
                  </a:lnTo>
                  <a:lnTo>
                    <a:pt x="964948" y="1135876"/>
                  </a:lnTo>
                  <a:lnTo>
                    <a:pt x="964948" y="1135861"/>
                  </a:lnTo>
                  <a:lnTo>
                    <a:pt x="964941" y="1135846"/>
                  </a:lnTo>
                  <a:lnTo>
                    <a:pt x="964933" y="1135831"/>
                  </a:lnTo>
                  <a:lnTo>
                    <a:pt x="964924" y="1135816"/>
                  </a:lnTo>
                  <a:lnTo>
                    <a:pt x="964920" y="1135801"/>
                  </a:lnTo>
                  <a:lnTo>
                    <a:pt x="964918" y="1135786"/>
                  </a:lnTo>
                  <a:lnTo>
                    <a:pt x="964916" y="1135771"/>
                  </a:lnTo>
                  <a:lnTo>
                    <a:pt x="964913" y="1135756"/>
                  </a:lnTo>
                  <a:lnTo>
                    <a:pt x="964913" y="1135747"/>
                  </a:lnTo>
                  <a:lnTo>
                    <a:pt x="964911" y="1135741"/>
                  </a:lnTo>
                  <a:lnTo>
                    <a:pt x="964907" y="1135726"/>
                  </a:lnTo>
                  <a:lnTo>
                    <a:pt x="964900" y="1135711"/>
                  </a:lnTo>
                  <a:lnTo>
                    <a:pt x="964892" y="1135696"/>
                  </a:lnTo>
                  <a:lnTo>
                    <a:pt x="964888" y="1135690"/>
                  </a:lnTo>
                  <a:lnTo>
                    <a:pt x="964885" y="1135681"/>
                  </a:lnTo>
                  <a:lnTo>
                    <a:pt x="964873" y="1135652"/>
                  </a:lnTo>
                  <a:lnTo>
                    <a:pt x="964864" y="1135648"/>
                  </a:lnTo>
                  <a:lnTo>
                    <a:pt x="964847" y="1135648"/>
                  </a:lnTo>
                  <a:lnTo>
                    <a:pt x="964833" y="1135648"/>
                  </a:lnTo>
                  <a:lnTo>
                    <a:pt x="964818" y="1135648"/>
                  </a:lnTo>
                  <a:lnTo>
                    <a:pt x="964803" y="1135649"/>
                  </a:lnTo>
                  <a:lnTo>
                    <a:pt x="964788" y="1135649"/>
                  </a:lnTo>
                  <a:lnTo>
                    <a:pt x="964773" y="1135650"/>
                  </a:lnTo>
                  <a:lnTo>
                    <a:pt x="964758" y="1135652"/>
                  </a:lnTo>
                  <a:lnTo>
                    <a:pt x="964743" y="1135653"/>
                  </a:lnTo>
                  <a:lnTo>
                    <a:pt x="964711" y="1135652"/>
                  </a:lnTo>
                  <a:lnTo>
                    <a:pt x="964655" y="1135653"/>
                  </a:lnTo>
                  <a:lnTo>
                    <a:pt x="964647" y="1135653"/>
                  </a:lnTo>
                  <a:lnTo>
                    <a:pt x="964642" y="1135653"/>
                  </a:lnTo>
                  <a:lnTo>
                    <a:pt x="964634" y="1135653"/>
                  </a:lnTo>
                  <a:lnTo>
                    <a:pt x="964627" y="1135654"/>
                  </a:lnTo>
                  <a:lnTo>
                    <a:pt x="964613" y="1135653"/>
                  </a:lnTo>
                  <a:lnTo>
                    <a:pt x="964604" y="1135652"/>
                  </a:lnTo>
                  <a:lnTo>
                    <a:pt x="964596" y="1135652"/>
                  </a:lnTo>
                  <a:lnTo>
                    <a:pt x="964585" y="1135651"/>
                  </a:lnTo>
                  <a:lnTo>
                    <a:pt x="964568" y="1135649"/>
                  </a:lnTo>
                  <a:lnTo>
                    <a:pt x="964553" y="1135645"/>
                  </a:lnTo>
                  <a:lnTo>
                    <a:pt x="964538" y="1135639"/>
                  </a:lnTo>
                  <a:lnTo>
                    <a:pt x="964523" y="1135634"/>
                  </a:lnTo>
                  <a:lnTo>
                    <a:pt x="964508" y="1135630"/>
                  </a:lnTo>
                  <a:lnTo>
                    <a:pt x="964492" y="1135627"/>
                  </a:lnTo>
                  <a:lnTo>
                    <a:pt x="964478" y="1135625"/>
                  </a:lnTo>
                  <a:lnTo>
                    <a:pt x="964463" y="1135619"/>
                  </a:lnTo>
                  <a:lnTo>
                    <a:pt x="964449" y="1135610"/>
                  </a:lnTo>
                  <a:lnTo>
                    <a:pt x="964434" y="1135599"/>
                  </a:lnTo>
                  <a:lnTo>
                    <a:pt x="964419" y="1135586"/>
                  </a:lnTo>
                  <a:lnTo>
                    <a:pt x="964410" y="1135581"/>
                  </a:lnTo>
                  <a:lnTo>
                    <a:pt x="964386" y="1135571"/>
                  </a:lnTo>
                  <a:lnTo>
                    <a:pt x="964381" y="1135570"/>
                  </a:lnTo>
                  <a:lnTo>
                    <a:pt x="964371" y="1135564"/>
                  </a:lnTo>
                  <a:lnTo>
                    <a:pt x="964366" y="1135561"/>
                  </a:lnTo>
                  <a:lnTo>
                    <a:pt x="964362" y="1135558"/>
                  </a:lnTo>
                  <a:lnTo>
                    <a:pt x="964352" y="1135552"/>
                  </a:lnTo>
                  <a:lnTo>
                    <a:pt x="964338" y="1135540"/>
                  </a:lnTo>
                  <a:lnTo>
                    <a:pt x="964323" y="1135527"/>
                  </a:lnTo>
                  <a:lnTo>
                    <a:pt x="964316" y="1135521"/>
                  </a:lnTo>
                  <a:lnTo>
                    <a:pt x="964308" y="1135517"/>
                  </a:lnTo>
                  <a:lnTo>
                    <a:pt x="964295" y="1135511"/>
                  </a:lnTo>
                  <a:lnTo>
                    <a:pt x="964284" y="1135508"/>
                  </a:lnTo>
                  <a:lnTo>
                    <a:pt x="964278" y="1135508"/>
                  </a:lnTo>
                  <a:lnTo>
                    <a:pt x="964264" y="1135511"/>
                  </a:lnTo>
                  <a:lnTo>
                    <a:pt x="964249" y="1135518"/>
                  </a:lnTo>
                  <a:lnTo>
                    <a:pt x="964236" y="1135522"/>
                  </a:lnTo>
                  <a:lnTo>
                    <a:pt x="964227" y="1135526"/>
                  </a:lnTo>
                  <a:lnTo>
                    <a:pt x="964213" y="1135531"/>
                  </a:lnTo>
                  <a:lnTo>
                    <a:pt x="964202" y="1135540"/>
                  </a:lnTo>
                  <a:lnTo>
                    <a:pt x="964195" y="1135548"/>
                  </a:lnTo>
                  <a:lnTo>
                    <a:pt x="964190" y="1135554"/>
                  </a:lnTo>
                  <a:lnTo>
                    <a:pt x="964182" y="1135561"/>
                  </a:lnTo>
                  <a:lnTo>
                    <a:pt x="964171" y="1135571"/>
                  </a:lnTo>
                  <a:lnTo>
                    <a:pt x="964154" y="1135585"/>
                  </a:lnTo>
                  <a:lnTo>
                    <a:pt x="964144" y="1135592"/>
                  </a:lnTo>
                  <a:lnTo>
                    <a:pt x="964136" y="1135598"/>
                  </a:lnTo>
                  <a:lnTo>
                    <a:pt x="964120" y="1135614"/>
                  </a:lnTo>
                  <a:lnTo>
                    <a:pt x="964115" y="1135619"/>
                  </a:lnTo>
                  <a:lnTo>
                    <a:pt x="964105" y="1135624"/>
                  </a:lnTo>
                  <a:lnTo>
                    <a:pt x="964094" y="1135625"/>
                  </a:lnTo>
                  <a:lnTo>
                    <a:pt x="964090" y="1135624"/>
                  </a:lnTo>
                  <a:lnTo>
                    <a:pt x="964075" y="1135620"/>
                  </a:lnTo>
                  <a:lnTo>
                    <a:pt x="964060" y="1135616"/>
                  </a:lnTo>
                  <a:lnTo>
                    <a:pt x="964045" y="1135609"/>
                  </a:lnTo>
                  <a:lnTo>
                    <a:pt x="964031" y="1135602"/>
                  </a:lnTo>
                  <a:lnTo>
                    <a:pt x="964016" y="1135594"/>
                  </a:lnTo>
                  <a:lnTo>
                    <a:pt x="964001" y="1135583"/>
                  </a:lnTo>
                  <a:lnTo>
                    <a:pt x="963986" y="1135575"/>
                  </a:lnTo>
                  <a:lnTo>
                    <a:pt x="963971" y="1135569"/>
                  </a:lnTo>
                  <a:lnTo>
                    <a:pt x="963956" y="1135562"/>
                  </a:lnTo>
                  <a:lnTo>
                    <a:pt x="963941" y="1135558"/>
                  </a:lnTo>
                  <a:lnTo>
                    <a:pt x="963926" y="1135554"/>
                  </a:lnTo>
                  <a:lnTo>
                    <a:pt x="963911" y="1135554"/>
                  </a:lnTo>
                  <a:lnTo>
                    <a:pt x="963896" y="1135557"/>
                  </a:lnTo>
                  <a:lnTo>
                    <a:pt x="963881" y="1135560"/>
                  </a:lnTo>
                  <a:lnTo>
                    <a:pt x="963867" y="1135563"/>
                  </a:lnTo>
                  <a:lnTo>
                    <a:pt x="963852" y="1135566"/>
                  </a:lnTo>
                  <a:lnTo>
                    <a:pt x="963837" y="1135569"/>
                  </a:lnTo>
                  <a:lnTo>
                    <a:pt x="963822" y="1135573"/>
                  </a:lnTo>
                  <a:lnTo>
                    <a:pt x="963807" y="1135578"/>
                  </a:lnTo>
                  <a:lnTo>
                    <a:pt x="963792" y="1135582"/>
                  </a:lnTo>
                  <a:lnTo>
                    <a:pt x="963777" y="1135584"/>
                  </a:lnTo>
                  <a:lnTo>
                    <a:pt x="963762" y="1135586"/>
                  </a:lnTo>
                  <a:lnTo>
                    <a:pt x="963747" y="1135588"/>
                  </a:lnTo>
                  <a:lnTo>
                    <a:pt x="963733" y="1135588"/>
                  </a:lnTo>
                  <a:lnTo>
                    <a:pt x="963716" y="1135589"/>
                  </a:lnTo>
                  <a:lnTo>
                    <a:pt x="963705" y="1135589"/>
                  </a:lnTo>
                  <a:lnTo>
                    <a:pt x="963697" y="1135583"/>
                  </a:lnTo>
                  <a:lnTo>
                    <a:pt x="963688" y="1135576"/>
                  </a:lnTo>
                  <a:lnTo>
                    <a:pt x="963674" y="1135569"/>
                  </a:lnTo>
                  <a:lnTo>
                    <a:pt x="963655" y="1135558"/>
                  </a:lnTo>
                  <a:lnTo>
                    <a:pt x="963643" y="1135548"/>
                  </a:lnTo>
                  <a:lnTo>
                    <a:pt x="963630" y="1135538"/>
                  </a:lnTo>
                  <a:lnTo>
                    <a:pt x="963618" y="1135533"/>
                  </a:lnTo>
                  <a:lnTo>
                    <a:pt x="963604" y="1135525"/>
                  </a:lnTo>
                  <a:lnTo>
                    <a:pt x="963596" y="1135518"/>
                  </a:lnTo>
                  <a:lnTo>
                    <a:pt x="963583" y="1135514"/>
                  </a:lnTo>
                  <a:lnTo>
                    <a:pt x="963572" y="1135508"/>
                  </a:lnTo>
                  <a:lnTo>
                    <a:pt x="963568" y="1135504"/>
                  </a:lnTo>
                  <a:lnTo>
                    <a:pt x="963553" y="1135492"/>
                  </a:lnTo>
                  <a:lnTo>
                    <a:pt x="963550" y="1135488"/>
                  </a:lnTo>
                  <a:lnTo>
                    <a:pt x="963539" y="1135482"/>
                  </a:lnTo>
                  <a:lnTo>
                    <a:pt x="963524" y="1135473"/>
                  </a:lnTo>
                  <a:lnTo>
                    <a:pt x="963508" y="1135462"/>
                  </a:lnTo>
                  <a:lnTo>
                    <a:pt x="963495" y="1135448"/>
                  </a:lnTo>
                  <a:lnTo>
                    <a:pt x="963488" y="1135437"/>
                  </a:lnTo>
                  <a:lnTo>
                    <a:pt x="963482" y="1135429"/>
                  </a:lnTo>
                  <a:lnTo>
                    <a:pt x="963478" y="1135423"/>
                  </a:lnTo>
                  <a:lnTo>
                    <a:pt x="963473" y="1135418"/>
                  </a:lnTo>
                  <a:lnTo>
                    <a:pt x="963459" y="1135406"/>
                  </a:lnTo>
                  <a:lnTo>
                    <a:pt x="963447" y="1135399"/>
                  </a:lnTo>
                  <a:lnTo>
                    <a:pt x="963443" y="1135398"/>
                  </a:lnTo>
                  <a:lnTo>
                    <a:pt x="963428" y="1135392"/>
                  </a:lnTo>
                  <a:lnTo>
                    <a:pt x="963413" y="1135385"/>
                  </a:lnTo>
                  <a:lnTo>
                    <a:pt x="963405" y="1135381"/>
                  </a:lnTo>
                  <a:lnTo>
                    <a:pt x="963398" y="1135375"/>
                  </a:lnTo>
                  <a:lnTo>
                    <a:pt x="963383" y="1135363"/>
                  </a:lnTo>
                  <a:lnTo>
                    <a:pt x="963369" y="1135352"/>
                  </a:lnTo>
                  <a:lnTo>
                    <a:pt x="963356" y="1135337"/>
                  </a:lnTo>
                  <a:lnTo>
                    <a:pt x="963347" y="1135324"/>
                  </a:lnTo>
                  <a:lnTo>
                    <a:pt x="963343" y="1135317"/>
                  </a:lnTo>
                  <a:lnTo>
                    <a:pt x="963339" y="1135307"/>
                  </a:lnTo>
                  <a:lnTo>
                    <a:pt x="963331" y="1135292"/>
                  </a:lnTo>
                  <a:lnTo>
                    <a:pt x="963323" y="1135277"/>
                  </a:lnTo>
                  <a:lnTo>
                    <a:pt x="963318" y="1135262"/>
                  </a:lnTo>
                  <a:lnTo>
                    <a:pt x="963313" y="1135247"/>
                  </a:lnTo>
                  <a:lnTo>
                    <a:pt x="963308" y="1135232"/>
                  </a:lnTo>
                  <a:lnTo>
                    <a:pt x="963302" y="1135217"/>
                  </a:lnTo>
                  <a:lnTo>
                    <a:pt x="963298" y="1135209"/>
                  </a:lnTo>
                  <a:lnTo>
                    <a:pt x="963292" y="1135202"/>
                  </a:lnTo>
                  <a:lnTo>
                    <a:pt x="963285" y="1135196"/>
                  </a:lnTo>
                  <a:lnTo>
                    <a:pt x="963277" y="1135192"/>
                  </a:lnTo>
                  <a:lnTo>
                    <a:pt x="963262" y="1135180"/>
                  </a:lnTo>
                  <a:lnTo>
                    <a:pt x="963249" y="1135167"/>
                  </a:lnTo>
                  <a:lnTo>
                    <a:pt x="963234" y="1135153"/>
                  </a:lnTo>
                  <a:lnTo>
                    <a:pt x="963221" y="1135139"/>
                  </a:lnTo>
                  <a:lnTo>
                    <a:pt x="963214" y="1135128"/>
                  </a:lnTo>
                  <a:lnTo>
                    <a:pt x="963212" y="1135123"/>
                  </a:lnTo>
                  <a:lnTo>
                    <a:pt x="963211" y="1135114"/>
                  </a:lnTo>
                  <a:lnTo>
                    <a:pt x="963209" y="1135109"/>
                  </a:lnTo>
                  <a:lnTo>
                    <a:pt x="963209" y="1135094"/>
                  </a:lnTo>
                  <a:lnTo>
                    <a:pt x="963208" y="1135079"/>
                  </a:lnTo>
                  <a:lnTo>
                    <a:pt x="963202" y="1135064"/>
                  </a:lnTo>
                  <a:lnTo>
                    <a:pt x="963196" y="1135049"/>
                  </a:lnTo>
                  <a:lnTo>
                    <a:pt x="963191" y="1135034"/>
                  </a:lnTo>
                  <a:lnTo>
                    <a:pt x="963188" y="1135024"/>
                  </a:lnTo>
                  <a:lnTo>
                    <a:pt x="963184" y="1135019"/>
                  </a:lnTo>
                  <a:lnTo>
                    <a:pt x="963180" y="1135011"/>
                  </a:lnTo>
                  <a:lnTo>
                    <a:pt x="963174" y="1135004"/>
                  </a:lnTo>
                  <a:lnTo>
                    <a:pt x="963164" y="1134989"/>
                  </a:lnTo>
                  <a:lnTo>
                    <a:pt x="963160" y="1134974"/>
                  </a:lnTo>
                  <a:lnTo>
                    <a:pt x="963160" y="1134959"/>
                  </a:lnTo>
                  <a:lnTo>
                    <a:pt x="963160" y="1134951"/>
                  </a:lnTo>
                  <a:lnTo>
                    <a:pt x="963157" y="1134944"/>
                  </a:lnTo>
                  <a:lnTo>
                    <a:pt x="963149" y="1134929"/>
                  </a:lnTo>
                  <a:lnTo>
                    <a:pt x="963145" y="1134920"/>
                  </a:lnTo>
                  <a:lnTo>
                    <a:pt x="963142" y="1134913"/>
                  </a:lnTo>
                  <a:lnTo>
                    <a:pt x="963134" y="1134904"/>
                  </a:lnTo>
                  <a:lnTo>
                    <a:pt x="963130" y="1134898"/>
                  </a:lnTo>
                  <a:lnTo>
                    <a:pt x="963128" y="1134890"/>
                  </a:lnTo>
                  <a:lnTo>
                    <a:pt x="963126" y="1134885"/>
                  </a:lnTo>
                  <a:lnTo>
                    <a:pt x="963119" y="1134870"/>
                  </a:lnTo>
                  <a:lnTo>
                    <a:pt x="963115" y="1134855"/>
                  </a:lnTo>
                  <a:lnTo>
                    <a:pt x="963108" y="1134840"/>
                  </a:lnTo>
                  <a:lnTo>
                    <a:pt x="963102" y="1134825"/>
                  </a:lnTo>
                  <a:lnTo>
                    <a:pt x="963093" y="1134810"/>
                  </a:lnTo>
                  <a:lnTo>
                    <a:pt x="963085" y="1134801"/>
                  </a:lnTo>
                  <a:lnTo>
                    <a:pt x="963082" y="1134797"/>
                  </a:lnTo>
                  <a:lnTo>
                    <a:pt x="963080" y="1134791"/>
                  </a:lnTo>
                  <a:lnTo>
                    <a:pt x="963077" y="1134785"/>
                  </a:lnTo>
                  <a:lnTo>
                    <a:pt x="963075" y="1134780"/>
                  </a:lnTo>
                  <a:lnTo>
                    <a:pt x="963067" y="1134765"/>
                  </a:lnTo>
                  <a:lnTo>
                    <a:pt x="963060" y="1134750"/>
                  </a:lnTo>
                  <a:lnTo>
                    <a:pt x="963056" y="1134735"/>
                  </a:lnTo>
                  <a:lnTo>
                    <a:pt x="963052" y="1134720"/>
                  </a:lnTo>
                  <a:lnTo>
                    <a:pt x="963050" y="1134705"/>
                  </a:lnTo>
                  <a:lnTo>
                    <a:pt x="963047" y="1134695"/>
                  </a:lnTo>
                  <a:lnTo>
                    <a:pt x="963044" y="1134690"/>
                  </a:lnTo>
                  <a:lnTo>
                    <a:pt x="963042" y="1134685"/>
                  </a:lnTo>
                  <a:lnTo>
                    <a:pt x="963037" y="1134680"/>
                  </a:lnTo>
                  <a:lnTo>
                    <a:pt x="963032" y="1134676"/>
                  </a:lnTo>
                  <a:lnTo>
                    <a:pt x="963017" y="1134665"/>
                  </a:lnTo>
                  <a:lnTo>
                    <a:pt x="963002" y="1134654"/>
                  </a:lnTo>
                  <a:lnTo>
                    <a:pt x="962987" y="1134644"/>
                  </a:lnTo>
                  <a:lnTo>
                    <a:pt x="962973" y="1134635"/>
                  </a:lnTo>
                  <a:lnTo>
                    <a:pt x="962958" y="1134631"/>
                  </a:lnTo>
                  <a:lnTo>
                    <a:pt x="962943" y="1134629"/>
                  </a:lnTo>
                  <a:lnTo>
                    <a:pt x="962928" y="1134628"/>
                  </a:lnTo>
                  <a:lnTo>
                    <a:pt x="962913" y="1134626"/>
                  </a:lnTo>
                  <a:lnTo>
                    <a:pt x="962898" y="1134624"/>
                  </a:lnTo>
                  <a:lnTo>
                    <a:pt x="962888" y="1134622"/>
                  </a:lnTo>
                  <a:lnTo>
                    <a:pt x="962883" y="1134619"/>
                  </a:lnTo>
                  <a:lnTo>
                    <a:pt x="962868" y="1134612"/>
                  </a:lnTo>
                  <a:lnTo>
                    <a:pt x="962853" y="1134605"/>
                  </a:lnTo>
                  <a:lnTo>
                    <a:pt x="962816" y="1134583"/>
                  </a:lnTo>
                  <a:lnTo>
                    <a:pt x="962801" y="1134574"/>
                  </a:lnTo>
                  <a:lnTo>
                    <a:pt x="962785" y="1134559"/>
                  </a:lnTo>
                  <a:lnTo>
                    <a:pt x="962772" y="1134546"/>
                  </a:lnTo>
                  <a:lnTo>
                    <a:pt x="962759" y="1134531"/>
                  </a:lnTo>
                  <a:lnTo>
                    <a:pt x="962744" y="1134516"/>
                  </a:lnTo>
                  <a:lnTo>
                    <a:pt x="962733" y="1134502"/>
                  </a:lnTo>
                  <a:lnTo>
                    <a:pt x="962720" y="1134489"/>
                  </a:lnTo>
                  <a:lnTo>
                    <a:pt x="962707" y="1134476"/>
                  </a:lnTo>
                  <a:lnTo>
                    <a:pt x="962694" y="1134461"/>
                  </a:lnTo>
                  <a:lnTo>
                    <a:pt x="962681" y="1134448"/>
                  </a:lnTo>
                  <a:lnTo>
                    <a:pt x="962669" y="1134433"/>
                  </a:lnTo>
                  <a:lnTo>
                    <a:pt x="962657" y="1134420"/>
                  </a:lnTo>
                  <a:lnTo>
                    <a:pt x="962650" y="1134406"/>
                  </a:lnTo>
                  <a:lnTo>
                    <a:pt x="962642" y="1134392"/>
                  </a:lnTo>
                  <a:lnTo>
                    <a:pt x="962637" y="1134391"/>
                  </a:lnTo>
                  <a:lnTo>
                    <a:pt x="962621" y="1134385"/>
                  </a:lnTo>
                  <a:lnTo>
                    <a:pt x="962606" y="1134376"/>
                  </a:lnTo>
                  <a:lnTo>
                    <a:pt x="962591" y="1134368"/>
                  </a:lnTo>
                  <a:lnTo>
                    <a:pt x="962576" y="1134358"/>
                  </a:lnTo>
                  <a:lnTo>
                    <a:pt x="962561" y="1134347"/>
                  </a:lnTo>
                  <a:lnTo>
                    <a:pt x="962546" y="1134334"/>
                  </a:lnTo>
                  <a:lnTo>
                    <a:pt x="962538" y="1134312"/>
                  </a:lnTo>
                  <a:lnTo>
                    <a:pt x="962535" y="1134308"/>
                  </a:lnTo>
                  <a:lnTo>
                    <a:pt x="962528" y="1134293"/>
                  </a:lnTo>
                  <a:lnTo>
                    <a:pt x="962513" y="1134263"/>
                  </a:lnTo>
                  <a:lnTo>
                    <a:pt x="962511" y="1134257"/>
                  </a:lnTo>
                  <a:lnTo>
                    <a:pt x="962508" y="1134251"/>
                  </a:lnTo>
                  <a:lnTo>
                    <a:pt x="962504" y="1134246"/>
                  </a:lnTo>
                  <a:lnTo>
                    <a:pt x="962501" y="1134243"/>
                  </a:lnTo>
                  <a:lnTo>
                    <a:pt x="962496" y="1134241"/>
                  </a:lnTo>
                  <a:lnTo>
                    <a:pt x="962426" y="1134233"/>
                  </a:lnTo>
                  <a:lnTo>
                    <a:pt x="962352" y="1134232"/>
                  </a:lnTo>
                  <a:lnTo>
                    <a:pt x="962345" y="1134232"/>
                  </a:lnTo>
                  <a:lnTo>
                    <a:pt x="962318" y="1134239"/>
                  </a:lnTo>
                  <a:lnTo>
                    <a:pt x="962275" y="1134257"/>
                  </a:lnTo>
                  <a:lnTo>
                    <a:pt x="962263" y="1134264"/>
                  </a:lnTo>
                  <a:lnTo>
                    <a:pt x="962243" y="1134277"/>
                  </a:lnTo>
                  <a:lnTo>
                    <a:pt x="962195" y="1134312"/>
                  </a:lnTo>
                  <a:lnTo>
                    <a:pt x="962175" y="1134324"/>
                  </a:lnTo>
                  <a:lnTo>
                    <a:pt x="962160" y="1134331"/>
                  </a:lnTo>
                  <a:lnTo>
                    <a:pt x="962140" y="1134335"/>
                  </a:lnTo>
                  <a:lnTo>
                    <a:pt x="962125" y="1134339"/>
                  </a:lnTo>
                  <a:lnTo>
                    <a:pt x="962110" y="1134341"/>
                  </a:lnTo>
                  <a:lnTo>
                    <a:pt x="962095" y="1134342"/>
                  </a:lnTo>
                  <a:lnTo>
                    <a:pt x="962080" y="1134342"/>
                  </a:lnTo>
                  <a:lnTo>
                    <a:pt x="962065" y="1134338"/>
                  </a:lnTo>
                  <a:lnTo>
                    <a:pt x="962060" y="1134337"/>
                  </a:lnTo>
                  <a:lnTo>
                    <a:pt x="962057" y="1134334"/>
                  </a:lnTo>
                  <a:lnTo>
                    <a:pt x="962050" y="1134332"/>
                  </a:lnTo>
                  <a:lnTo>
                    <a:pt x="962039" y="1134331"/>
                  </a:lnTo>
                  <a:lnTo>
                    <a:pt x="962034" y="1134333"/>
                  </a:lnTo>
                  <a:lnTo>
                    <a:pt x="962026" y="1134338"/>
                  </a:lnTo>
                  <a:lnTo>
                    <a:pt x="962023" y="1134344"/>
                  </a:lnTo>
                  <a:lnTo>
                    <a:pt x="962023" y="1134358"/>
                  </a:lnTo>
                  <a:lnTo>
                    <a:pt x="962025" y="1134375"/>
                  </a:lnTo>
                  <a:lnTo>
                    <a:pt x="962028" y="1134390"/>
                  </a:lnTo>
                  <a:lnTo>
                    <a:pt x="962029" y="1134405"/>
                  </a:lnTo>
                  <a:lnTo>
                    <a:pt x="962029" y="1134421"/>
                  </a:lnTo>
                  <a:lnTo>
                    <a:pt x="962030" y="1134436"/>
                  </a:lnTo>
                  <a:lnTo>
                    <a:pt x="962030" y="1134451"/>
                  </a:lnTo>
                  <a:lnTo>
                    <a:pt x="962029" y="1134466"/>
                  </a:lnTo>
                  <a:lnTo>
                    <a:pt x="962028" y="1134481"/>
                  </a:lnTo>
                  <a:lnTo>
                    <a:pt x="962026" y="1134496"/>
                  </a:lnTo>
                  <a:lnTo>
                    <a:pt x="962026" y="1134503"/>
                  </a:lnTo>
                  <a:lnTo>
                    <a:pt x="962024" y="1134511"/>
                  </a:lnTo>
                  <a:lnTo>
                    <a:pt x="962019" y="1134526"/>
                  </a:lnTo>
                  <a:lnTo>
                    <a:pt x="962012" y="1134541"/>
                  </a:lnTo>
                  <a:lnTo>
                    <a:pt x="962007" y="1134553"/>
                  </a:lnTo>
                  <a:lnTo>
                    <a:pt x="962002" y="1134562"/>
                  </a:lnTo>
                  <a:lnTo>
                    <a:pt x="961979" y="1134603"/>
                  </a:lnTo>
                  <a:lnTo>
                    <a:pt x="961974" y="1134614"/>
                  </a:lnTo>
                  <a:lnTo>
                    <a:pt x="961972" y="1134619"/>
                  </a:lnTo>
                  <a:lnTo>
                    <a:pt x="961970" y="1134624"/>
                  </a:lnTo>
                  <a:lnTo>
                    <a:pt x="961967" y="1134633"/>
                  </a:lnTo>
                  <a:lnTo>
                    <a:pt x="961963" y="1134649"/>
                  </a:lnTo>
                  <a:lnTo>
                    <a:pt x="961959" y="1134664"/>
                  </a:lnTo>
                  <a:lnTo>
                    <a:pt x="961954" y="1134679"/>
                  </a:lnTo>
                  <a:lnTo>
                    <a:pt x="961951" y="1134693"/>
                  </a:lnTo>
                  <a:lnTo>
                    <a:pt x="961951" y="1134700"/>
                  </a:lnTo>
                  <a:lnTo>
                    <a:pt x="961951" y="1134707"/>
                  </a:lnTo>
                  <a:lnTo>
                    <a:pt x="961952" y="1134714"/>
                  </a:lnTo>
                  <a:lnTo>
                    <a:pt x="961952" y="1134724"/>
                  </a:lnTo>
                  <a:lnTo>
                    <a:pt x="961956" y="1134739"/>
                  </a:lnTo>
                  <a:lnTo>
                    <a:pt x="961960" y="1134748"/>
                  </a:lnTo>
                  <a:lnTo>
                    <a:pt x="961962" y="1134754"/>
                  </a:lnTo>
                  <a:lnTo>
                    <a:pt x="961964" y="1134762"/>
                  </a:lnTo>
                  <a:lnTo>
                    <a:pt x="961968" y="1134769"/>
                  </a:lnTo>
                  <a:lnTo>
                    <a:pt x="961973" y="1134784"/>
                  </a:lnTo>
                  <a:lnTo>
                    <a:pt x="961974" y="1134796"/>
                  </a:lnTo>
                  <a:lnTo>
                    <a:pt x="961977" y="1134805"/>
                  </a:lnTo>
                  <a:lnTo>
                    <a:pt x="961980" y="1134812"/>
                  </a:lnTo>
                  <a:lnTo>
                    <a:pt x="961982" y="1134817"/>
                  </a:lnTo>
                  <a:lnTo>
                    <a:pt x="961991" y="1134829"/>
                  </a:lnTo>
                  <a:lnTo>
                    <a:pt x="961995" y="1134834"/>
                  </a:lnTo>
                  <a:lnTo>
                    <a:pt x="962003" y="1134840"/>
                  </a:lnTo>
                  <a:lnTo>
                    <a:pt x="962020" y="1134848"/>
                  </a:lnTo>
                  <a:lnTo>
                    <a:pt x="962029" y="1134857"/>
                  </a:lnTo>
                  <a:lnTo>
                    <a:pt x="962031" y="1134862"/>
                  </a:lnTo>
                  <a:lnTo>
                    <a:pt x="962039" y="1134877"/>
                  </a:lnTo>
                  <a:lnTo>
                    <a:pt x="962046" y="1134892"/>
                  </a:lnTo>
                  <a:lnTo>
                    <a:pt x="962074" y="1134935"/>
                  </a:lnTo>
                  <a:lnTo>
                    <a:pt x="962081" y="1134950"/>
                  </a:lnTo>
                  <a:lnTo>
                    <a:pt x="962084" y="1134958"/>
                  </a:lnTo>
                  <a:lnTo>
                    <a:pt x="962089" y="1134965"/>
                  </a:lnTo>
                  <a:lnTo>
                    <a:pt x="962092" y="1134971"/>
                  </a:lnTo>
                  <a:lnTo>
                    <a:pt x="962097" y="1134980"/>
                  </a:lnTo>
                  <a:lnTo>
                    <a:pt x="962103" y="1134995"/>
                  </a:lnTo>
                  <a:lnTo>
                    <a:pt x="962110" y="1135010"/>
                  </a:lnTo>
                  <a:lnTo>
                    <a:pt x="962111" y="1135015"/>
                  </a:lnTo>
                  <a:lnTo>
                    <a:pt x="962114" y="1135018"/>
                  </a:lnTo>
                  <a:lnTo>
                    <a:pt x="962118" y="1135025"/>
                  </a:lnTo>
                  <a:lnTo>
                    <a:pt x="962125" y="1135040"/>
                  </a:lnTo>
                  <a:lnTo>
                    <a:pt x="962133" y="1135053"/>
                  </a:lnTo>
                  <a:lnTo>
                    <a:pt x="962136" y="1135062"/>
                  </a:lnTo>
                  <a:lnTo>
                    <a:pt x="962137" y="1135070"/>
                  </a:lnTo>
                  <a:lnTo>
                    <a:pt x="962137" y="1135086"/>
                  </a:lnTo>
                  <a:lnTo>
                    <a:pt x="962136" y="1135101"/>
                  </a:lnTo>
                  <a:lnTo>
                    <a:pt x="962134" y="1135116"/>
                  </a:lnTo>
                  <a:lnTo>
                    <a:pt x="962132" y="1135121"/>
                  </a:lnTo>
                  <a:lnTo>
                    <a:pt x="962131" y="1135131"/>
                  </a:lnTo>
                  <a:lnTo>
                    <a:pt x="962127" y="1135146"/>
                  </a:lnTo>
                  <a:lnTo>
                    <a:pt x="962122" y="1135161"/>
                  </a:lnTo>
                  <a:lnTo>
                    <a:pt x="962118" y="1135174"/>
                  </a:lnTo>
                  <a:lnTo>
                    <a:pt x="962115" y="1135180"/>
                  </a:lnTo>
                  <a:lnTo>
                    <a:pt x="962112" y="1135186"/>
                  </a:lnTo>
                  <a:lnTo>
                    <a:pt x="962109" y="1135196"/>
                  </a:lnTo>
                  <a:lnTo>
                    <a:pt x="962107" y="1135206"/>
                  </a:lnTo>
                  <a:lnTo>
                    <a:pt x="962101" y="1135221"/>
                  </a:lnTo>
                  <a:lnTo>
                    <a:pt x="962100" y="1135228"/>
                  </a:lnTo>
                  <a:lnTo>
                    <a:pt x="962097" y="1135237"/>
                  </a:lnTo>
                  <a:lnTo>
                    <a:pt x="962093" y="1135246"/>
                  </a:lnTo>
                  <a:lnTo>
                    <a:pt x="962091" y="1135255"/>
                  </a:lnTo>
                  <a:lnTo>
                    <a:pt x="962089" y="1135267"/>
                  </a:lnTo>
                  <a:lnTo>
                    <a:pt x="962087" y="1135274"/>
                  </a:lnTo>
                  <a:lnTo>
                    <a:pt x="962085" y="1135282"/>
                  </a:lnTo>
                  <a:lnTo>
                    <a:pt x="962079" y="1135297"/>
                  </a:lnTo>
                  <a:lnTo>
                    <a:pt x="962076" y="1135305"/>
                  </a:lnTo>
                  <a:lnTo>
                    <a:pt x="962075" y="1135312"/>
                  </a:lnTo>
                  <a:lnTo>
                    <a:pt x="962071" y="1135327"/>
                  </a:lnTo>
                  <a:lnTo>
                    <a:pt x="962069" y="1135334"/>
                  </a:lnTo>
                  <a:lnTo>
                    <a:pt x="962069" y="1135342"/>
                  </a:lnTo>
                  <a:lnTo>
                    <a:pt x="962069" y="1135357"/>
                  </a:lnTo>
                  <a:lnTo>
                    <a:pt x="962069" y="1135372"/>
                  </a:lnTo>
                  <a:lnTo>
                    <a:pt x="962071" y="1135380"/>
                  </a:lnTo>
                  <a:lnTo>
                    <a:pt x="962077" y="1135387"/>
                  </a:lnTo>
                  <a:lnTo>
                    <a:pt x="962092" y="1135401"/>
                  </a:lnTo>
                  <a:lnTo>
                    <a:pt x="962107" y="1135414"/>
                  </a:lnTo>
                  <a:lnTo>
                    <a:pt x="962121" y="1135427"/>
                  </a:lnTo>
                  <a:lnTo>
                    <a:pt x="962133" y="1135441"/>
                  </a:lnTo>
                  <a:lnTo>
                    <a:pt x="962144" y="1135456"/>
                  </a:lnTo>
                  <a:lnTo>
                    <a:pt x="962150" y="1135466"/>
                  </a:lnTo>
                  <a:lnTo>
                    <a:pt x="962154" y="1135471"/>
                  </a:lnTo>
                  <a:lnTo>
                    <a:pt x="962163" y="1135486"/>
                  </a:lnTo>
                  <a:lnTo>
                    <a:pt x="962172" y="1135501"/>
                  </a:lnTo>
                  <a:lnTo>
                    <a:pt x="962180" y="1135516"/>
                  </a:lnTo>
                  <a:lnTo>
                    <a:pt x="962186" y="1135524"/>
                  </a:lnTo>
                  <a:lnTo>
                    <a:pt x="962189" y="1135531"/>
                  </a:lnTo>
                  <a:lnTo>
                    <a:pt x="962198" y="1135546"/>
                  </a:lnTo>
                  <a:lnTo>
                    <a:pt x="962214" y="1135573"/>
                  </a:lnTo>
                  <a:lnTo>
                    <a:pt x="962224" y="1135588"/>
                  </a:lnTo>
                  <a:lnTo>
                    <a:pt x="962235" y="1135600"/>
                  </a:lnTo>
                  <a:lnTo>
                    <a:pt x="962239" y="1135605"/>
                  </a:lnTo>
                  <a:lnTo>
                    <a:pt x="962242" y="1135610"/>
                  </a:lnTo>
                  <a:lnTo>
                    <a:pt x="962248" y="1135615"/>
                  </a:lnTo>
                  <a:lnTo>
                    <a:pt x="962261" y="1135630"/>
                  </a:lnTo>
                  <a:lnTo>
                    <a:pt x="962272" y="1135645"/>
                  </a:lnTo>
                  <a:lnTo>
                    <a:pt x="962283" y="1135660"/>
                  </a:lnTo>
                  <a:lnTo>
                    <a:pt x="962287" y="1135670"/>
                  </a:lnTo>
                  <a:lnTo>
                    <a:pt x="962289" y="1135677"/>
                  </a:lnTo>
                  <a:lnTo>
                    <a:pt x="962293" y="1135686"/>
                  </a:lnTo>
                  <a:lnTo>
                    <a:pt x="962294" y="1135693"/>
                  </a:lnTo>
                  <a:lnTo>
                    <a:pt x="962296" y="1135705"/>
                  </a:lnTo>
                  <a:lnTo>
                    <a:pt x="962297" y="1135720"/>
                  </a:lnTo>
                  <a:lnTo>
                    <a:pt x="962297" y="1135729"/>
                  </a:lnTo>
                  <a:lnTo>
                    <a:pt x="962294" y="1135737"/>
                  </a:lnTo>
                  <a:lnTo>
                    <a:pt x="962294" y="1135751"/>
                  </a:lnTo>
                  <a:lnTo>
                    <a:pt x="962292" y="1135766"/>
                  </a:lnTo>
                  <a:lnTo>
                    <a:pt x="962292" y="1135781"/>
                  </a:lnTo>
                  <a:lnTo>
                    <a:pt x="962290" y="1135796"/>
                  </a:lnTo>
                  <a:lnTo>
                    <a:pt x="962288" y="1135811"/>
                  </a:lnTo>
                  <a:lnTo>
                    <a:pt x="962288" y="1135826"/>
                  </a:lnTo>
                  <a:lnTo>
                    <a:pt x="962287" y="1135841"/>
                  </a:lnTo>
                  <a:lnTo>
                    <a:pt x="962285" y="1135856"/>
                  </a:lnTo>
                  <a:lnTo>
                    <a:pt x="962284" y="1135871"/>
                  </a:lnTo>
                  <a:lnTo>
                    <a:pt x="962283" y="1135886"/>
                  </a:lnTo>
                  <a:lnTo>
                    <a:pt x="962283" y="1135901"/>
                  </a:lnTo>
                  <a:lnTo>
                    <a:pt x="962285" y="1135916"/>
                  </a:lnTo>
                  <a:lnTo>
                    <a:pt x="962286" y="1135927"/>
                  </a:lnTo>
                  <a:lnTo>
                    <a:pt x="962288" y="1135931"/>
                  </a:lnTo>
                  <a:lnTo>
                    <a:pt x="962292" y="1135946"/>
                  </a:lnTo>
                  <a:lnTo>
                    <a:pt x="962295" y="1135961"/>
                  </a:lnTo>
                  <a:lnTo>
                    <a:pt x="962298" y="1135976"/>
                  </a:lnTo>
                  <a:lnTo>
                    <a:pt x="962300" y="1135990"/>
                  </a:lnTo>
                  <a:lnTo>
                    <a:pt x="962302" y="1135998"/>
                  </a:lnTo>
                  <a:lnTo>
                    <a:pt x="962302" y="1136006"/>
                  </a:lnTo>
                  <a:lnTo>
                    <a:pt x="962302" y="1136017"/>
                  </a:lnTo>
                  <a:lnTo>
                    <a:pt x="962300" y="1136021"/>
                  </a:lnTo>
                  <a:lnTo>
                    <a:pt x="962287" y="1136040"/>
                  </a:lnTo>
                  <a:lnTo>
                    <a:pt x="962282" y="1136052"/>
                  </a:lnTo>
                  <a:lnTo>
                    <a:pt x="962276" y="1136058"/>
                  </a:lnTo>
                  <a:lnTo>
                    <a:pt x="962273" y="1136065"/>
                  </a:lnTo>
                  <a:lnTo>
                    <a:pt x="962264" y="1136082"/>
                  </a:lnTo>
                  <a:lnTo>
                    <a:pt x="962232" y="1136138"/>
                  </a:lnTo>
                  <a:lnTo>
                    <a:pt x="962225" y="1136153"/>
                  </a:lnTo>
                  <a:lnTo>
                    <a:pt x="962218" y="1136169"/>
                  </a:lnTo>
                  <a:lnTo>
                    <a:pt x="962211" y="1136183"/>
                  </a:lnTo>
                  <a:lnTo>
                    <a:pt x="962203" y="1136198"/>
                  </a:lnTo>
                  <a:lnTo>
                    <a:pt x="962187" y="1136219"/>
                  </a:lnTo>
                  <a:lnTo>
                    <a:pt x="962178" y="1136227"/>
                  </a:lnTo>
                  <a:lnTo>
                    <a:pt x="962166" y="1136238"/>
                  </a:lnTo>
                  <a:lnTo>
                    <a:pt x="962157" y="1136245"/>
                  </a:lnTo>
                  <a:lnTo>
                    <a:pt x="962150" y="1136250"/>
                  </a:lnTo>
                  <a:lnTo>
                    <a:pt x="962134" y="1136262"/>
                  </a:lnTo>
                  <a:lnTo>
                    <a:pt x="962130" y="1136265"/>
                  </a:lnTo>
                  <a:lnTo>
                    <a:pt x="962120" y="1136272"/>
                  </a:lnTo>
                  <a:lnTo>
                    <a:pt x="962107" y="1136286"/>
                  </a:lnTo>
                  <a:lnTo>
                    <a:pt x="962093" y="1136299"/>
                  </a:lnTo>
                  <a:lnTo>
                    <a:pt x="962082" y="1136315"/>
                  </a:lnTo>
                  <a:lnTo>
                    <a:pt x="962070" y="1136330"/>
                  </a:lnTo>
                  <a:lnTo>
                    <a:pt x="962059" y="1136345"/>
                  </a:lnTo>
                  <a:lnTo>
                    <a:pt x="962048" y="1136361"/>
                  </a:lnTo>
                  <a:lnTo>
                    <a:pt x="962044" y="1136368"/>
                  </a:lnTo>
                  <a:lnTo>
                    <a:pt x="962039" y="1136375"/>
                  </a:lnTo>
                  <a:lnTo>
                    <a:pt x="962034" y="1136386"/>
                  </a:lnTo>
                  <a:lnTo>
                    <a:pt x="962033" y="1136393"/>
                  </a:lnTo>
                  <a:lnTo>
                    <a:pt x="962031" y="1136403"/>
                  </a:lnTo>
                  <a:lnTo>
                    <a:pt x="962025" y="1136448"/>
                  </a:lnTo>
                  <a:lnTo>
                    <a:pt x="962006" y="1136480"/>
                  </a:lnTo>
                  <a:lnTo>
                    <a:pt x="962002" y="1136495"/>
                  </a:lnTo>
                  <a:lnTo>
                    <a:pt x="961999" y="1136502"/>
                  </a:lnTo>
                  <a:lnTo>
                    <a:pt x="961998" y="1136510"/>
                  </a:lnTo>
                  <a:lnTo>
                    <a:pt x="961996" y="1136514"/>
                  </a:lnTo>
                  <a:lnTo>
                    <a:pt x="961994" y="1136519"/>
                  </a:lnTo>
                  <a:lnTo>
                    <a:pt x="961992" y="1136525"/>
                  </a:lnTo>
                  <a:lnTo>
                    <a:pt x="961984" y="1136540"/>
                  </a:lnTo>
                  <a:lnTo>
                    <a:pt x="961972" y="1136555"/>
                  </a:lnTo>
                  <a:lnTo>
                    <a:pt x="961961" y="1136566"/>
                  </a:lnTo>
                  <a:lnTo>
                    <a:pt x="961956" y="1136569"/>
                  </a:lnTo>
                  <a:lnTo>
                    <a:pt x="961939" y="1136577"/>
                  </a:lnTo>
                  <a:lnTo>
                    <a:pt x="961935" y="1136583"/>
                  </a:lnTo>
                  <a:lnTo>
                    <a:pt x="961936" y="1136590"/>
                  </a:lnTo>
                  <a:lnTo>
                    <a:pt x="961936" y="1136598"/>
                  </a:lnTo>
                  <a:lnTo>
                    <a:pt x="961933" y="1136604"/>
                  </a:lnTo>
                  <a:lnTo>
                    <a:pt x="961929" y="1136607"/>
                  </a:lnTo>
                  <a:lnTo>
                    <a:pt x="961927" y="1136612"/>
                  </a:lnTo>
                  <a:lnTo>
                    <a:pt x="961928" y="1136616"/>
                  </a:lnTo>
                  <a:lnTo>
                    <a:pt x="961934" y="1136622"/>
                  </a:lnTo>
                  <a:lnTo>
                    <a:pt x="961946" y="1136637"/>
                  </a:lnTo>
                  <a:lnTo>
                    <a:pt x="961959" y="1136652"/>
                  </a:lnTo>
                  <a:lnTo>
                    <a:pt x="961972" y="1136667"/>
                  </a:lnTo>
                  <a:lnTo>
                    <a:pt x="961984" y="1136680"/>
                  </a:lnTo>
                  <a:lnTo>
                    <a:pt x="961998" y="1136694"/>
                  </a:lnTo>
                  <a:lnTo>
                    <a:pt x="962011" y="1136706"/>
                  </a:lnTo>
                  <a:lnTo>
                    <a:pt x="962026" y="1136717"/>
                  </a:lnTo>
                  <a:lnTo>
                    <a:pt x="962042" y="1136725"/>
                  </a:lnTo>
                  <a:lnTo>
                    <a:pt x="962053" y="1136736"/>
                  </a:lnTo>
                  <a:lnTo>
                    <a:pt x="962058" y="1136743"/>
                  </a:lnTo>
                  <a:lnTo>
                    <a:pt x="962066" y="1136756"/>
                  </a:lnTo>
                  <a:lnTo>
                    <a:pt x="962072" y="1136767"/>
                  </a:lnTo>
                  <a:lnTo>
                    <a:pt x="962075" y="1136771"/>
                  </a:lnTo>
                  <a:lnTo>
                    <a:pt x="962079" y="1136778"/>
                  </a:lnTo>
                  <a:lnTo>
                    <a:pt x="962082" y="1136786"/>
                  </a:lnTo>
                  <a:lnTo>
                    <a:pt x="962087" y="1136795"/>
                  </a:lnTo>
                  <a:lnTo>
                    <a:pt x="962090" y="1136800"/>
                  </a:lnTo>
                  <a:lnTo>
                    <a:pt x="962091" y="1136807"/>
                  </a:lnTo>
                  <a:lnTo>
                    <a:pt x="962090" y="1136820"/>
                  </a:lnTo>
                  <a:lnTo>
                    <a:pt x="962089" y="1136831"/>
                  </a:lnTo>
                  <a:lnTo>
                    <a:pt x="962087" y="1136846"/>
                  </a:lnTo>
                  <a:lnTo>
                    <a:pt x="962083" y="1136861"/>
                  </a:lnTo>
                  <a:lnTo>
                    <a:pt x="962079" y="1136876"/>
                  </a:lnTo>
                  <a:lnTo>
                    <a:pt x="962078" y="1136883"/>
                  </a:lnTo>
                  <a:lnTo>
                    <a:pt x="962075" y="1136891"/>
                  </a:lnTo>
                  <a:lnTo>
                    <a:pt x="962073" y="1136906"/>
                  </a:lnTo>
                  <a:lnTo>
                    <a:pt x="962075" y="1136915"/>
                  </a:lnTo>
                  <a:lnTo>
                    <a:pt x="962078" y="1136921"/>
                  </a:lnTo>
                  <a:lnTo>
                    <a:pt x="962088" y="1136935"/>
                  </a:lnTo>
                  <a:lnTo>
                    <a:pt x="962098" y="1136950"/>
                  </a:lnTo>
                  <a:lnTo>
                    <a:pt x="962098" y="1136965"/>
                  </a:lnTo>
                  <a:lnTo>
                    <a:pt x="962097" y="1136981"/>
                  </a:lnTo>
                  <a:lnTo>
                    <a:pt x="962095" y="1136996"/>
                  </a:lnTo>
                  <a:lnTo>
                    <a:pt x="962093" y="1137011"/>
                  </a:lnTo>
                  <a:lnTo>
                    <a:pt x="962093" y="1137026"/>
                  </a:lnTo>
                  <a:lnTo>
                    <a:pt x="962091" y="1137041"/>
                  </a:lnTo>
                  <a:lnTo>
                    <a:pt x="962085" y="1137059"/>
                  </a:lnTo>
                  <a:lnTo>
                    <a:pt x="962074" y="1137069"/>
                  </a:lnTo>
                  <a:lnTo>
                    <a:pt x="962059" y="1137082"/>
                  </a:lnTo>
                  <a:lnTo>
                    <a:pt x="962054" y="1137087"/>
                  </a:lnTo>
                  <a:lnTo>
                    <a:pt x="962052" y="1137099"/>
                  </a:lnTo>
                  <a:lnTo>
                    <a:pt x="962052" y="1137104"/>
                  </a:lnTo>
                  <a:lnTo>
                    <a:pt x="962051" y="1137111"/>
                  </a:lnTo>
                  <a:lnTo>
                    <a:pt x="962050" y="1137123"/>
                  </a:lnTo>
                  <a:lnTo>
                    <a:pt x="962046" y="1137136"/>
                  </a:lnTo>
                  <a:lnTo>
                    <a:pt x="962043" y="1137147"/>
                  </a:lnTo>
                  <a:lnTo>
                    <a:pt x="962039" y="1137160"/>
                  </a:lnTo>
                  <a:lnTo>
                    <a:pt x="962034" y="1137171"/>
                  </a:lnTo>
                  <a:lnTo>
                    <a:pt x="962027" y="1137178"/>
                  </a:lnTo>
                  <a:lnTo>
                    <a:pt x="962019" y="1137186"/>
                  </a:lnTo>
                  <a:lnTo>
                    <a:pt x="962012" y="1137196"/>
                  </a:lnTo>
                  <a:lnTo>
                    <a:pt x="962009" y="1137207"/>
                  </a:lnTo>
                  <a:lnTo>
                    <a:pt x="962009" y="1137215"/>
                  </a:lnTo>
                  <a:lnTo>
                    <a:pt x="962007" y="1137226"/>
                  </a:lnTo>
                  <a:lnTo>
                    <a:pt x="962003" y="1137241"/>
                  </a:lnTo>
                  <a:lnTo>
                    <a:pt x="961991" y="1137255"/>
                  </a:lnTo>
                  <a:lnTo>
                    <a:pt x="961979" y="1137269"/>
                  </a:lnTo>
                  <a:lnTo>
                    <a:pt x="961975" y="1137277"/>
                  </a:lnTo>
                  <a:lnTo>
                    <a:pt x="961970" y="1137289"/>
                  </a:lnTo>
                  <a:lnTo>
                    <a:pt x="961959" y="1137307"/>
                  </a:lnTo>
                  <a:lnTo>
                    <a:pt x="961949" y="1137328"/>
                  </a:lnTo>
                  <a:lnTo>
                    <a:pt x="961944" y="1137337"/>
                  </a:lnTo>
                  <a:lnTo>
                    <a:pt x="961933" y="1137356"/>
                  </a:lnTo>
                  <a:lnTo>
                    <a:pt x="961930" y="1137361"/>
                  </a:lnTo>
                  <a:lnTo>
                    <a:pt x="961923" y="1137370"/>
                  </a:lnTo>
                  <a:lnTo>
                    <a:pt x="961911" y="1137384"/>
                  </a:lnTo>
                  <a:lnTo>
                    <a:pt x="961908" y="1137389"/>
                  </a:lnTo>
                  <a:lnTo>
                    <a:pt x="961907" y="1137395"/>
                  </a:lnTo>
                  <a:lnTo>
                    <a:pt x="961908" y="1137403"/>
                  </a:lnTo>
                  <a:lnTo>
                    <a:pt x="961909" y="1137416"/>
                  </a:lnTo>
                  <a:lnTo>
                    <a:pt x="961911" y="1137431"/>
                  </a:lnTo>
                  <a:lnTo>
                    <a:pt x="961912" y="1137446"/>
                  </a:lnTo>
                  <a:lnTo>
                    <a:pt x="961911" y="1137460"/>
                  </a:lnTo>
                  <a:lnTo>
                    <a:pt x="961911" y="1137474"/>
                  </a:lnTo>
                  <a:lnTo>
                    <a:pt x="961912" y="1137490"/>
                  </a:lnTo>
                  <a:lnTo>
                    <a:pt x="961912" y="1137509"/>
                  </a:lnTo>
                  <a:lnTo>
                    <a:pt x="961913" y="1137517"/>
                  </a:lnTo>
                  <a:lnTo>
                    <a:pt x="961915" y="1137525"/>
                  </a:lnTo>
                  <a:lnTo>
                    <a:pt x="961922" y="1137531"/>
                  </a:lnTo>
                  <a:lnTo>
                    <a:pt x="961931" y="1137536"/>
                  </a:lnTo>
                  <a:lnTo>
                    <a:pt x="961946" y="1137547"/>
                  </a:lnTo>
                  <a:lnTo>
                    <a:pt x="961952" y="1137550"/>
                  </a:lnTo>
                  <a:lnTo>
                    <a:pt x="961956" y="1137562"/>
                  </a:lnTo>
                  <a:lnTo>
                    <a:pt x="961960" y="1137570"/>
                  </a:lnTo>
                  <a:lnTo>
                    <a:pt x="961962" y="1137577"/>
                  </a:lnTo>
                  <a:lnTo>
                    <a:pt x="961965" y="1137592"/>
                  </a:lnTo>
                  <a:lnTo>
                    <a:pt x="961971" y="1137607"/>
                  </a:lnTo>
                  <a:lnTo>
                    <a:pt x="961975" y="1137616"/>
                  </a:lnTo>
                  <a:lnTo>
                    <a:pt x="961978" y="1137621"/>
                  </a:lnTo>
                  <a:lnTo>
                    <a:pt x="961982" y="1137629"/>
                  </a:lnTo>
                  <a:lnTo>
                    <a:pt x="961985" y="1137637"/>
                  </a:lnTo>
                  <a:lnTo>
                    <a:pt x="961996" y="1137663"/>
                  </a:lnTo>
                  <a:lnTo>
                    <a:pt x="962008" y="1137677"/>
                  </a:lnTo>
                  <a:lnTo>
                    <a:pt x="962020" y="1137691"/>
                  </a:lnTo>
                  <a:lnTo>
                    <a:pt x="962023" y="1137697"/>
                  </a:lnTo>
                  <a:lnTo>
                    <a:pt x="962025" y="1137702"/>
                  </a:lnTo>
                  <a:lnTo>
                    <a:pt x="962024" y="1137708"/>
                  </a:lnTo>
                  <a:lnTo>
                    <a:pt x="962023" y="1137723"/>
                  </a:lnTo>
                  <a:lnTo>
                    <a:pt x="962023" y="1137738"/>
                  </a:lnTo>
                  <a:lnTo>
                    <a:pt x="962027" y="1137753"/>
                  </a:lnTo>
                  <a:lnTo>
                    <a:pt x="962031" y="1137768"/>
                  </a:lnTo>
                  <a:lnTo>
                    <a:pt x="962034" y="1137783"/>
                  </a:lnTo>
                  <a:lnTo>
                    <a:pt x="962039" y="1137800"/>
                  </a:lnTo>
                  <a:lnTo>
                    <a:pt x="962044" y="1137815"/>
                  </a:lnTo>
                  <a:lnTo>
                    <a:pt x="962051" y="1137824"/>
                  </a:lnTo>
                  <a:lnTo>
                    <a:pt x="962057" y="1137833"/>
                  </a:lnTo>
                  <a:lnTo>
                    <a:pt x="962062" y="1137841"/>
                  </a:lnTo>
                  <a:lnTo>
                    <a:pt x="962067" y="1137853"/>
                  </a:lnTo>
                  <a:lnTo>
                    <a:pt x="962067" y="1137870"/>
                  </a:lnTo>
                  <a:lnTo>
                    <a:pt x="962066" y="1137878"/>
                  </a:lnTo>
                  <a:lnTo>
                    <a:pt x="962064" y="1137889"/>
                  </a:lnTo>
                  <a:lnTo>
                    <a:pt x="962063" y="1137896"/>
                  </a:lnTo>
                  <a:lnTo>
                    <a:pt x="962060" y="1137905"/>
                  </a:lnTo>
                  <a:lnTo>
                    <a:pt x="962058" y="1137920"/>
                  </a:lnTo>
                  <a:lnTo>
                    <a:pt x="962057" y="1137935"/>
                  </a:lnTo>
                  <a:lnTo>
                    <a:pt x="962056" y="1137950"/>
                  </a:lnTo>
                  <a:lnTo>
                    <a:pt x="962057" y="1137965"/>
                  </a:lnTo>
                  <a:lnTo>
                    <a:pt x="962058" y="1137980"/>
                  </a:lnTo>
                  <a:lnTo>
                    <a:pt x="962058" y="1137996"/>
                  </a:lnTo>
                  <a:lnTo>
                    <a:pt x="962059" y="1138011"/>
                  </a:lnTo>
                  <a:lnTo>
                    <a:pt x="962061" y="1138026"/>
                  </a:lnTo>
                  <a:lnTo>
                    <a:pt x="962063" y="1138041"/>
                  </a:lnTo>
                  <a:lnTo>
                    <a:pt x="962063" y="1138056"/>
                  </a:lnTo>
                  <a:lnTo>
                    <a:pt x="962064" y="1138071"/>
                  </a:lnTo>
                  <a:lnTo>
                    <a:pt x="962065" y="1138086"/>
                  </a:lnTo>
                  <a:lnTo>
                    <a:pt x="962065" y="1138101"/>
                  </a:lnTo>
                  <a:lnTo>
                    <a:pt x="962067" y="1138116"/>
                  </a:lnTo>
                  <a:lnTo>
                    <a:pt x="962067" y="1138131"/>
                  </a:lnTo>
                  <a:lnTo>
                    <a:pt x="962068" y="1138158"/>
                  </a:lnTo>
                  <a:lnTo>
                    <a:pt x="962070" y="1138170"/>
                  </a:lnTo>
                  <a:lnTo>
                    <a:pt x="962071" y="1138177"/>
                  </a:lnTo>
                  <a:lnTo>
                    <a:pt x="962072" y="1138187"/>
                  </a:lnTo>
                  <a:lnTo>
                    <a:pt x="962073" y="1138203"/>
                  </a:lnTo>
                  <a:lnTo>
                    <a:pt x="962075" y="1138220"/>
                  </a:lnTo>
                  <a:lnTo>
                    <a:pt x="962077" y="1138248"/>
                  </a:lnTo>
                  <a:lnTo>
                    <a:pt x="962081" y="1138267"/>
                  </a:lnTo>
                  <a:lnTo>
                    <a:pt x="962084" y="1138283"/>
                  </a:lnTo>
                  <a:lnTo>
                    <a:pt x="962085" y="1138297"/>
                  </a:lnTo>
                  <a:lnTo>
                    <a:pt x="962087" y="1138311"/>
                  </a:lnTo>
                  <a:lnTo>
                    <a:pt x="962088" y="1138321"/>
                  </a:lnTo>
                  <a:lnTo>
                    <a:pt x="962090" y="1138336"/>
                  </a:lnTo>
                  <a:lnTo>
                    <a:pt x="962092" y="1138351"/>
                  </a:lnTo>
                  <a:lnTo>
                    <a:pt x="962092" y="1138358"/>
                  </a:lnTo>
                  <a:lnTo>
                    <a:pt x="962093" y="1138366"/>
                  </a:lnTo>
                  <a:lnTo>
                    <a:pt x="962095" y="1138388"/>
                  </a:lnTo>
                  <a:lnTo>
                    <a:pt x="962096" y="1138417"/>
                  </a:lnTo>
                  <a:lnTo>
                    <a:pt x="962097" y="1138432"/>
                  </a:lnTo>
                  <a:lnTo>
                    <a:pt x="962099" y="1138446"/>
                  </a:lnTo>
                  <a:lnTo>
                    <a:pt x="962100" y="1138453"/>
                  </a:lnTo>
                  <a:lnTo>
                    <a:pt x="962102" y="1138465"/>
                  </a:lnTo>
                  <a:lnTo>
                    <a:pt x="962103" y="1138470"/>
                  </a:lnTo>
                  <a:lnTo>
                    <a:pt x="962108" y="1138481"/>
                  </a:lnTo>
                  <a:lnTo>
                    <a:pt x="962108" y="1138495"/>
                  </a:lnTo>
                  <a:lnTo>
                    <a:pt x="962104" y="1138507"/>
                  </a:lnTo>
                  <a:lnTo>
                    <a:pt x="962102" y="1138514"/>
                  </a:lnTo>
                  <a:lnTo>
                    <a:pt x="962099" y="1138522"/>
                  </a:lnTo>
                  <a:lnTo>
                    <a:pt x="962096" y="1138532"/>
                  </a:lnTo>
                  <a:lnTo>
                    <a:pt x="962095" y="1138538"/>
                  </a:lnTo>
                  <a:lnTo>
                    <a:pt x="962093" y="1138549"/>
                  </a:lnTo>
                  <a:lnTo>
                    <a:pt x="962091" y="1138558"/>
                  </a:lnTo>
                  <a:lnTo>
                    <a:pt x="962085" y="1138573"/>
                  </a:lnTo>
                  <a:lnTo>
                    <a:pt x="962079" y="1138591"/>
                  </a:lnTo>
                  <a:lnTo>
                    <a:pt x="962075" y="1138604"/>
                  </a:lnTo>
                  <a:lnTo>
                    <a:pt x="962069" y="1138611"/>
                  </a:lnTo>
                  <a:lnTo>
                    <a:pt x="962062" y="1138621"/>
                  </a:lnTo>
                  <a:lnTo>
                    <a:pt x="962054" y="1138635"/>
                  </a:lnTo>
                  <a:lnTo>
                    <a:pt x="962043" y="1138651"/>
                  </a:lnTo>
                  <a:lnTo>
                    <a:pt x="962036" y="1138666"/>
                  </a:lnTo>
                  <a:lnTo>
                    <a:pt x="962020" y="1138715"/>
                  </a:lnTo>
                  <a:lnTo>
                    <a:pt x="962017" y="1138727"/>
                  </a:lnTo>
                  <a:lnTo>
                    <a:pt x="962015" y="1138737"/>
                  </a:lnTo>
                  <a:lnTo>
                    <a:pt x="962018" y="1138755"/>
                  </a:lnTo>
                  <a:lnTo>
                    <a:pt x="962023" y="1138770"/>
                  </a:lnTo>
                  <a:lnTo>
                    <a:pt x="962028" y="1138780"/>
                  </a:lnTo>
                  <a:lnTo>
                    <a:pt x="962030" y="1138785"/>
                  </a:lnTo>
                  <a:lnTo>
                    <a:pt x="962032" y="1138793"/>
                  </a:lnTo>
                  <a:lnTo>
                    <a:pt x="962029" y="1138808"/>
                  </a:lnTo>
                  <a:lnTo>
                    <a:pt x="962025" y="1138831"/>
                  </a:lnTo>
                  <a:lnTo>
                    <a:pt x="962023" y="1138850"/>
                  </a:lnTo>
                  <a:lnTo>
                    <a:pt x="962025" y="1138873"/>
                  </a:lnTo>
                  <a:lnTo>
                    <a:pt x="962028" y="1138887"/>
                  </a:lnTo>
                  <a:lnTo>
                    <a:pt x="962031" y="1138898"/>
                  </a:lnTo>
                  <a:lnTo>
                    <a:pt x="962031" y="1138903"/>
                  </a:lnTo>
                  <a:lnTo>
                    <a:pt x="962030" y="1138908"/>
                  </a:lnTo>
                  <a:lnTo>
                    <a:pt x="962024" y="1138918"/>
                  </a:lnTo>
                  <a:lnTo>
                    <a:pt x="962010" y="1138934"/>
                  </a:lnTo>
                  <a:lnTo>
                    <a:pt x="961997" y="1138949"/>
                  </a:lnTo>
                  <a:lnTo>
                    <a:pt x="961994" y="1138954"/>
                  </a:lnTo>
                  <a:lnTo>
                    <a:pt x="961986" y="1138966"/>
                  </a:lnTo>
                  <a:lnTo>
                    <a:pt x="961981" y="1138984"/>
                  </a:lnTo>
                  <a:lnTo>
                    <a:pt x="961979" y="1138996"/>
                  </a:lnTo>
                  <a:lnTo>
                    <a:pt x="961979" y="1139013"/>
                  </a:lnTo>
                  <a:lnTo>
                    <a:pt x="961978" y="1139024"/>
                  </a:lnTo>
                  <a:lnTo>
                    <a:pt x="961979" y="1139039"/>
                  </a:lnTo>
                  <a:lnTo>
                    <a:pt x="961976" y="1139047"/>
                  </a:lnTo>
                  <a:lnTo>
                    <a:pt x="961967" y="1139067"/>
                  </a:lnTo>
                  <a:lnTo>
                    <a:pt x="961962" y="1139081"/>
                  </a:lnTo>
                  <a:lnTo>
                    <a:pt x="961961" y="1139105"/>
                  </a:lnTo>
                  <a:lnTo>
                    <a:pt x="961960" y="1139114"/>
                  </a:lnTo>
                  <a:lnTo>
                    <a:pt x="961956" y="1139131"/>
                  </a:lnTo>
                  <a:lnTo>
                    <a:pt x="961952" y="1139148"/>
                  </a:lnTo>
                  <a:lnTo>
                    <a:pt x="961948" y="1139164"/>
                  </a:lnTo>
                  <a:lnTo>
                    <a:pt x="961948" y="1139174"/>
                  </a:lnTo>
                  <a:lnTo>
                    <a:pt x="961949" y="1139183"/>
                  </a:lnTo>
                  <a:lnTo>
                    <a:pt x="961949" y="1139196"/>
                  </a:lnTo>
                  <a:lnTo>
                    <a:pt x="961946" y="1139208"/>
                  </a:lnTo>
                  <a:lnTo>
                    <a:pt x="961942" y="1139227"/>
                  </a:lnTo>
                  <a:lnTo>
                    <a:pt x="961939" y="1139242"/>
                  </a:lnTo>
                  <a:lnTo>
                    <a:pt x="961937" y="1139251"/>
                  </a:lnTo>
                  <a:lnTo>
                    <a:pt x="961930" y="1139265"/>
                  </a:lnTo>
                  <a:lnTo>
                    <a:pt x="961924" y="1139279"/>
                  </a:lnTo>
                  <a:lnTo>
                    <a:pt x="961918" y="1139290"/>
                  </a:lnTo>
                  <a:lnTo>
                    <a:pt x="961911" y="1139303"/>
                  </a:lnTo>
                  <a:lnTo>
                    <a:pt x="961900" y="1139328"/>
                  </a:lnTo>
                  <a:lnTo>
                    <a:pt x="961893" y="1139335"/>
                  </a:lnTo>
                  <a:lnTo>
                    <a:pt x="961882" y="1139344"/>
                  </a:lnTo>
                  <a:lnTo>
                    <a:pt x="961870" y="1139351"/>
                  </a:lnTo>
                  <a:lnTo>
                    <a:pt x="961866" y="1139354"/>
                  </a:lnTo>
                  <a:lnTo>
                    <a:pt x="961853" y="1139359"/>
                  </a:lnTo>
                  <a:lnTo>
                    <a:pt x="961840" y="1139366"/>
                  </a:lnTo>
                  <a:lnTo>
                    <a:pt x="961831" y="1139372"/>
                  </a:lnTo>
                  <a:lnTo>
                    <a:pt x="961810" y="1139386"/>
                  </a:lnTo>
                  <a:lnTo>
                    <a:pt x="961792" y="1139389"/>
                  </a:lnTo>
                  <a:lnTo>
                    <a:pt x="961775" y="1139396"/>
                  </a:lnTo>
                  <a:lnTo>
                    <a:pt x="961771" y="1139399"/>
                  </a:lnTo>
                  <a:lnTo>
                    <a:pt x="961757" y="1139404"/>
                  </a:lnTo>
                  <a:lnTo>
                    <a:pt x="961741" y="1139412"/>
                  </a:lnTo>
                  <a:lnTo>
                    <a:pt x="961726" y="1139419"/>
                  </a:lnTo>
                  <a:lnTo>
                    <a:pt x="961692" y="1139431"/>
                  </a:lnTo>
                  <a:lnTo>
                    <a:pt x="961680" y="1139437"/>
                  </a:lnTo>
                  <a:lnTo>
                    <a:pt x="961667" y="1139441"/>
                  </a:lnTo>
                  <a:lnTo>
                    <a:pt x="961652" y="1139440"/>
                  </a:lnTo>
                  <a:lnTo>
                    <a:pt x="961637" y="1139438"/>
                  </a:lnTo>
                  <a:lnTo>
                    <a:pt x="961622" y="1139432"/>
                  </a:lnTo>
                  <a:lnTo>
                    <a:pt x="961607" y="1139427"/>
                  </a:lnTo>
                  <a:lnTo>
                    <a:pt x="961592" y="1139423"/>
                  </a:lnTo>
                  <a:lnTo>
                    <a:pt x="961577" y="1139419"/>
                  </a:lnTo>
                  <a:lnTo>
                    <a:pt x="961562" y="1139413"/>
                  </a:lnTo>
                  <a:lnTo>
                    <a:pt x="961547" y="1139406"/>
                  </a:lnTo>
                  <a:lnTo>
                    <a:pt x="961534" y="1139401"/>
                  </a:lnTo>
                  <a:lnTo>
                    <a:pt x="961530" y="1139398"/>
                  </a:lnTo>
                  <a:lnTo>
                    <a:pt x="961525" y="1139397"/>
                  </a:lnTo>
                  <a:lnTo>
                    <a:pt x="961520" y="1139396"/>
                  </a:lnTo>
                  <a:lnTo>
                    <a:pt x="961513" y="1139398"/>
                  </a:lnTo>
                  <a:lnTo>
                    <a:pt x="961508" y="1139403"/>
                  </a:lnTo>
                  <a:lnTo>
                    <a:pt x="961498" y="1139414"/>
                  </a:lnTo>
                  <a:lnTo>
                    <a:pt x="961493" y="1139419"/>
                  </a:lnTo>
                  <a:lnTo>
                    <a:pt x="961483" y="1139426"/>
                  </a:lnTo>
                  <a:lnTo>
                    <a:pt x="961463" y="1139437"/>
                  </a:lnTo>
                  <a:lnTo>
                    <a:pt x="961447" y="1139443"/>
                  </a:lnTo>
                  <a:lnTo>
                    <a:pt x="961437" y="1139445"/>
                  </a:lnTo>
                  <a:lnTo>
                    <a:pt x="961425" y="1139445"/>
                  </a:lnTo>
                  <a:lnTo>
                    <a:pt x="961404" y="1139448"/>
                  </a:lnTo>
                  <a:lnTo>
                    <a:pt x="961376" y="1139457"/>
                  </a:lnTo>
                  <a:lnTo>
                    <a:pt x="961338" y="1139469"/>
                  </a:lnTo>
                  <a:lnTo>
                    <a:pt x="961321" y="1139473"/>
                  </a:lnTo>
                  <a:lnTo>
                    <a:pt x="961292" y="1139477"/>
                  </a:lnTo>
                  <a:lnTo>
                    <a:pt x="961277" y="1139479"/>
                  </a:lnTo>
                  <a:lnTo>
                    <a:pt x="961262" y="1139479"/>
                  </a:lnTo>
                  <a:lnTo>
                    <a:pt x="961247" y="1139479"/>
                  </a:lnTo>
                  <a:lnTo>
                    <a:pt x="961232" y="1139479"/>
                  </a:lnTo>
                  <a:lnTo>
                    <a:pt x="961221" y="1139479"/>
                  </a:lnTo>
                  <a:lnTo>
                    <a:pt x="961209" y="1139478"/>
                  </a:lnTo>
                  <a:lnTo>
                    <a:pt x="961204" y="1139481"/>
                  </a:lnTo>
                  <a:lnTo>
                    <a:pt x="961190" y="1139492"/>
                  </a:lnTo>
                  <a:lnTo>
                    <a:pt x="961188" y="1139496"/>
                  </a:lnTo>
                  <a:lnTo>
                    <a:pt x="961173" y="1139507"/>
                  </a:lnTo>
                  <a:lnTo>
                    <a:pt x="961159" y="1139518"/>
                  </a:lnTo>
                  <a:lnTo>
                    <a:pt x="961146" y="1139530"/>
                  </a:lnTo>
                  <a:lnTo>
                    <a:pt x="961133" y="1139542"/>
                  </a:lnTo>
                  <a:lnTo>
                    <a:pt x="961121" y="1139557"/>
                  </a:lnTo>
                  <a:lnTo>
                    <a:pt x="961111" y="1139572"/>
                  </a:lnTo>
                  <a:lnTo>
                    <a:pt x="961100" y="1139588"/>
                  </a:lnTo>
                  <a:lnTo>
                    <a:pt x="961086" y="1139600"/>
                  </a:lnTo>
                  <a:lnTo>
                    <a:pt x="961077" y="1139605"/>
                  </a:lnTo>
                  <a:lnTo>
                    <a:pt x="961070" y="1139607"/>
                  </a:lnTo>
                  <a:lnTo>
                    <a:pt x="961062" y="1139610"/>
                  </a:lnTo>
                  <a:lnTo>
                    <a:pt x="961055" y="1139615"/>
                  </a:lnTo>
                  <a:lnTo>
                    <a:pt x="961041" y="1139627"/>
                  </a:lnTo>
                  <a:lnTo>
                    <a:pt x="961028" y="1139639"/>
                  </a:lnTo>
                  <a:lnTo>
                    <a:pt x="961016" y="1139649"/>
                  </a:lnTo>
                  <a:lnTo>
                    <a:pt x="961006" y="1139656"/>
                  </a:lnTo>
                  <a:lnTo>
                    <a:pt x="960996" y="1139664"/>
                  </a:lnTo>
                  <a:lnTo>
                    <a:pt x="960982" y="1139680"/>
                  </a:lnTo>
                  <a:lnTo>
                    <a:pt x="960971" y="1139691"/>
                  </a:lnTo>
                  <a:lnTo>
                    <a:pt x="960962" y="1139694"/>
                  </a:lnTo>
                  <a:lnTo>
                    <a:pt x="960955" y="1139694"/>
                  </a:lnTo>
                  <a:lnTo>
                    <a:pt x="960940" y="1139693"/>
                  </a:lnTo>
                  <a:lnTo>
                    <a:pt x="960926" y="1139697"/>
                  </a:lnTo>
                  <a:lnTo>
                    <a:pt x="960919" y="1139702"/>
                  </a:lnTo>
                  <a:lnTo>
                    <a:pt x="960915" y="1139707"/>
                  </a:lnTo>
                  <a:lnTo>
                    <a:pt x="960913" y="1139711"/>
                  </a:lnTo>
                  <a:lnTo>
                    <a:pt x="960903" y="1139726"/>
                  </a:lnTo>
                  <a:lnTo>
                    <a:pt x="960891" y="1139741"/>
                  </a:lnTo>
                  <a:lnTo>
                    <a:pt x="960879" y="1139756"/>
                  </a:lnTo>
                  <a:lnTo>
                    <a:pt x="960869" y="1139765"/>
                  </a:lnTo>
                  <a:lnTo>
                    <a:pt x="960865" y="1139767"/>
                  </a:lnTo>
                  <a:lnTo>
                    <a:pt x="960850" y="1139767"/>
                  </a:lnTo>
                  <a:lnTo>
                    <a:pt x="960842" y="1139768"/>
                  </a:lnTo>
                  <a:lnTo>
                    <a:pt x="960835" y="1139768"/>
                  </a:lnTo>
                  <a:lnTo>
                    <a:pt x="960826" y="1139769"/>
                  </a:lnTo>
                  <a:lnTo>
                    <a:pt x="960821" y="1139775"/>
                  </a:lnTo>
                  <a:lnTo>
                    <a:pt x="960820" y="1139790"/>
                  </a:lnTo>
                  <a:lnTo>
                    <a:pt x="960820" y="1139802"/>
                  </a:lnTo>
                  <a:lnTo>
                    <a:pt x="960817" y="1139822"/>
                  </a:lnTo>
                  <a:lnTo>
                    <a:pt x="960814" y="1139827"/>
                  </a:lnTo>
                  <a:lnTo>
                    <a:pt x="960806" y="1139836"/>
                  </a:lnTo>
                  <a:lnTo>
                    <a:pt x="960795" y="1139842"/>
                  </a:lnTo>
                  <a:lnTo>
                    <a:pt x="960787" y="1139852"/>
                  </a:lnTo>
                  <a:lnTo>
                    <a:pt x="960785" y="1139863"/>
                  </a:lnTo>
                  <a:lnTo>
                    <a:pt x="960782" y="1139880"/>
                  </a:lnTo>
                  <a:lnTo>
                    <a:pt x="960780" y="1139894"/>
                  </a:lnTo>
                  <a:lnTo>
                    <a:pt x="960779" y="1139898"/>
                  </a:lnTo>
                  <a:lnTo>
                    <a:pt x="960778" y="1139906"/>
                  </a:lnTo>
                  <a:lnTo>
                    <a:pt x="960778" y="1139915"/>
                  </a:lnTo>
                  <a:lnTo>
                    <a:pt x="960780" y="1139922"/>
                  </a:lnTo>
                  <a:lnTo>
                    <a:pt x="960785" y="1139944"/>
                  </a:lnTo>
                  <a:lnTo>
                    <a:pt x="960785" y="1139963"/>
                  </a:lnTo>
                  <a:lnTo>
                    <a:pt x="960781" y="1139978"/>
                  </a:lnTo>
                  <a:lnTo>
                    <a:pt x="960779" y="1139994"/>
                  </a:lnTo>
                  <a:lnTo>
                    <a:pt x="960775" y="1140005"/>
                  </a:lnTo>
                  <a:lnTo>
                    <a:pt x="960767" y="1140016"/>
                  </a:lnTo>
                  <a:lnTo>
                    <a:pt x="960762" y="1140024"/>
                  </a:lnTo>
                  <a:lnTo>
                    <a:pt x="960754" y="1140030"/>
                  </a:lnTo>
                  <a:lnTo>
                    <a:pt x="960747" y="1140038"/>
                  </a:lnTo>
                  <a:lnTo>
                    <a:pt x="960740" y="1140044"/>
                  </a:lnTo>
                  <a:lnTo>
                    <a:pt x="960736" y="1140050"/>
                  </a:lnTo>
                  <a:lnTo>
                    <a:pt x="960732" y="1140054"/>
                  </a:lnTo>
                  <a:lnTo>
                    <a:pt x="960732" y="1140061"/>
                  </a:lnTo>
                  <a:lnTo>
                    <a:pt x="960735" y="1140070"/>
                  </a:lnTo>
                  <a:lnTo>
                    <a:pt x="960739" y="1140079"/>
                  </a:lnTo>
                  <a:lnTo>
                    <a:pt x="960740" y="1140089"/>
                  </a:lnTo>
                  <a:lnTo>
                    <a:pt x="960738" y="1140101"/>
                  </a:lnTo>
                  <a:lnTo>
                    <a:pt x="960730" y="1140120"/>
                  </a:lnTo>
                  <a:lnTo>
                    <a:pt x="960722" y="1140136"/>
                  </a:lnTo>
                  <a:lnTo>
                    <a:pt x="960716" y="1140148"/>
                  </a:lnTo>
                  <a:lnTo>
                    <a:pt x="960709" y="1140165"/>
                  </a:lnTo>
                  <a:lnTo>
                    <a:pt x="960701" y="1140175"/>
                  </a:lnTo>
                  <a:lnTo>
                    <a:pt x="960688" y="1140189"/>
                  </a:lnTo>
                  <a:lnTo>
                    <a:pt x="960668" y="1140206"/>
                  </a:lnTo>
                  <a:lnTo>
                    <a:pt x="960653" y="1140216"/>
                  </a:lnTo>
                  <a:lnTo>
                    <a:pt x="960636" y="1140228"/>
                  </a:lnTo>
                  <a:lnTo>
                    <a:pt x="960620" y="1140237"/>
                  </a:lnTo>
                  <a:lnTo>
                    <a:pt x="960613" y="1140244"/>
                  </a:lnTo>
                  <a:lnTo>
                    <a:pt x="960609" y="1140248"/>
                  </a:lnTo>
                  <a:lnTo>
                    <a:pt x="960600" y="1140257"/>
                  </a:lnTo>
                  <a:lnTo>
                    <a:pt x="960590" y="1140268"/>
                  </a:lnTo>
                  <a:lnTo>
                    <a:pt x="960584" y="1140281"/>
                  </a:lnTo>
                  <a:lnTo>
                    <a:pt x="960580" y="1140298"/>
                  </a:lnTo>
                  <a:lnTo>
                    <a:pt x="960580" y="1140313"/>
                  </a:lnTo>
                  <a:lnTo>
                    <a:pt x="960584" y="1140324"/>
                  </a:lnTo>
                  <a:lnTo>
                    <a:pt x="960587" y="1140334"/>
                  </a:lnTo>
                  <a:lnTo>
                    <a:pt x="960590" y="1140344"/>
                  </a:lnTo>
                  <a:lnTo>
                    <a:pt x="960592" y="1140359"/>
                  </a:lnTo>
                  <a:lnTo>
                    <a:pt x="960596" y="1140374"/>
                  </a:lnTo>
                  <a:lnTo>
                    <a:pt x="960597" y="1140389"/>
                  </a:lnTo>
                  <a:lnTo>
                    <a:pt x="960599" y="1140404"/>
                  </a:lnTo>
                  <a:lnTo>
                    <a:pt x="960598" y="1140417"/>
                  </a:lnTo>
                  <a:lnTo>
                    <a:pt x="960600" y="1140429"/>
                  </a:lnTo>
                  <a:lnTo>
                    <a:pt x="960599" y="1140442"/>
                  </a:lnTo>
                  <a:lnTo>
                    <a:pt x="960597" y="1140454"/>
                  </a:lnTo>
                  <a:lnTo>
                    <a:pt x="960595" y="1140460"/>
                  </a:lnTo>
                  <a:lnTo>
                    <a:pt x="960593" y="1140464"/>
                  </a:lnTo>
                  <a:lnTo>
                    <a:pt x="960589" y="1140467"/>
                  </a:lnTo>
                  <a:lnTo>
                    <a:pt x="960578" y="1140472"/>
                  </a:lnTo>
                  <a:lnTo>
                    <a:pt x="960572" y="1140477"/>
                  </a:lnTo>
                  <a:lnTo>
                    <a:pt x="960563" y="1140485"/>
                  </a:lnTo>
                  <a:lnTo>
                    <a:pt x="960559" y="1140493"/>
                  </a:lnTo>
                  <a:lnTo>
                    <a:pt x="960554" y="1140505"/>
                  </a:lnTo>
                  <a:lnTo>
                    <a:pt x="960552" y="1140517"/>
                  </a:lnTo>
                  <a:lnTo>
                    <a:pt x="960549" y="1140533"/>
                  </a:lnTo>
                  <a:lnTo>
                    <a:pt x="960545" y="1140548"/>
                  </a:lnTo>
                  <a:lnTo>
                    <a:pt x="960536" y="1140579"/>
                  </a:lnTo>
                  <a:lnTo>
                    <a:pt x="960529" y="1140594"/>
                  </a:lnTo>
                  <a:lnTo>
                    <a:pt x="960521" y="1140614"/>
                  </a:lnTo>
                  <a:lnTo>
                    <a:pt x="960513" y="1140630"/>
                  </a:lnTo>
                  <a:lnTo>
                    <a:pt x="960509" y="1140636"/>
                  </a:lnTo>
                  <a:lnTo>
                    <a:pt x="960503" y="1140647"/>
                  </a:lnTo>
                  <a:lnTo>
                    <a:pt x="960495" y="1140659"/>
                  </a:lnTo>
                  <a:lnTo>
                    <a:pt x="960489" y="1140667"/>
                  </a:lnTo>
                  <a:lnTo>
                    <a:pt x="960483" y="1140675"/>
                  </a:lnTo>
                  <a:lnTo>
                    <a:pt x="960471" y="1140689"/>
                  </a:lnTo>
                  <a:lnTo>
                    <a:pt x="960461" y="1140700"/>
                  </a:lnTo>
                  <a:lnTo>
                    <a:pt x="960448" y="1140713"/>
                  </a:lnTo>
                  <a:lnTo>
                    <a:pt x="960439" y="1140720"/>
                  </a:lnTo>
                  <a:lnTo>
                    <a:pt x="960433" y="1140731"/>
                  </a:lnTo>
                  <a:lnTo>
                    <a:pt x="960427" y="1140748"/>
                  </a:lnTo>
                  <a:lnTo>
                    <a:pt x="960423" y="1140762"/>
                  </a:lnTo>
                  <a:lnTo>
                    <a:pt x="960420" y="1140766"/>
                  </a:lnTo>
                  <a:lnTo>
                    <a:pt x="960415" y="1140774"/>
                  </a:lnTo>
                  <a:lnTo>
                    <a:pt x="960404" y="1140785"/>
                  </a:lnTo>
                  <a:lnTo>
                    <a:pt x="960390" y="1140797"/>
                  </a:lnTo>
                  <a:lnTo>
                    <a:pt x="960378" y="1140804"/>
                  </a:lnTo>
                  <a:lnTo>
                    <a:pt x="960368" y="1140809"/>
                  </a:lnTo>
                  <a:lnTo>
                    <a:pt x="960357" y="1140813"/>
                  </a:lnTo>
                  <a:lnTo>
                    <a:pt x="960350" y="1140815"/>
                  </a:lnTo>
                  <a:lnTo>
                    <a:pt x="960332" y="1140817"/>
                  </a:lnTo>
                  <a:lnTo>
                    <a:pt x="960323" y="1140819"/>
                  </a:lnTo>
                  <a:lnTo>
                    <a:pt x="960304" y="1140823"/>
                  </a:lnTo>
                  <a:lnTo>
                    <a:pt x="960288" y="1140828"/>
                  </a:lnTo>
                  <a:lnTo>
                    <a:pt x="960278" y="1140830"/>
                  </a:lnTo>
                  <a:lnTo>
                    <a:pt x="960270" y="1140833"/>
                  </a:lnTo>
                  <a:lnTo>
                    <a:pt x="960263" y="1140836"/>
                  </a:lnTo>
                  <a:lnTo>
                    <a:pt x="960246" y="1140844"/>
                  </a:lnTo>
                  <a:lnTo>
                    <a:pt x="960230" y="1140857"/>
                  </a:lnTo>
                  <a:lnTo>
                    <a:pt x="960217" y="1140867"/>
                  </a:lnTo>
                  <a:lnTo>
                    <a:pt x="960205" y="1140879"/>
                  </a:lnTo>
                  <a:lnTo>
                    <a:pt x="960193" y="1140892"/>
                  </a:lnTo>
                  <a:lnTo>
                    <a:pt x="960180" y="1140901"/>
                  </a:lnTo>
                  <a:lnTo>
                    <a:pt x="960174" y="1140906"/>
                  </a:lnTo>
                  <a:lnTo>
                    <a:pt x="960169" y="1140909"/>
                  </a:lnTo>
                  <a:lnTo>
                    <a:pt x="960163" y="1140910"/>
                  </a:lnTo>
                  <a:lnTo>
                    <a:pt x="960158" y="1140910"/>
                  </a:lnTo>
                  <a:lnTo>
                    <a:pt x="960152" y="1140914"/>
                  </a:lnTo>
                  <a:lnTo>
                    <a:pt x="960143" y="1140929"/>
                  </a:lnTo>
                  <a:lnTo>
                    <a:pt x="960137" y="1140940"/>
                  </a:lnTo>
                  <a:lnTo>
                    <a:pt x="960134" y="1140950"/>
                  </a:lnTo>
                  <a:lnTo>
                    <a:pt x="960131" y="1140966"/>
                  </a:lnTo>
                  <a:lnTo>
                    <a:pt x="960127" y="1140971"/>
                  </a:lnTo>
                  <a:lnTo>
                    <a:pt x="960121" y="1140975"/>
                  </a:lnTo>
                  <a:lnTo>
                    <a:pt x="960102" y="1140983"/>
                  </a:lnTo>
                  <a:lnTo>
                    <a:pt x="960087" y="1140992"/>
                  </a:lnTo>
                  <a:lnTo>
                    <a:pt x="960062" y="1141004"/>
                  </a:lnTo>
                  <a:lnTo>
                    <a:pt x="960027" y="1141019"/>
                  </a:lnTo>
                  <a:lnTo>
                    <a:pt x="960002" y="1141033"/>
                  </a:lnTo>
                  <a:lnTo>
                    <a:pt x="959977" y="1141042"/>
                  </a:lnTo>
                  <a:lnTo>
                    <a:pt x="959968" y="1141049"/>
                  </a:lnTo>
                  <a:lnTo>
                    <a:pt x="959958" y="1141055"/>
                  </a:lnTo>
                  <a:lnTo>
                    <a:pt x="959945" y="1141069"/>
                  </a:lnTo>
                  <a:lnTo>
                    <a:pt x="959935" y="1141082"/>
                  </a:lnTo>
                  <a:lnTo>
                    <a:pt x="959929" y="1141092"/>
                  </a:lnTo>
                  <a:lnTo>
                    <a:pt x="959918" y="1141107"/>
                  </a:lnTo>
                  <a:lnTo>
                    <a:pt x="959908" y="1141121"/>
                  </a:lnTo>
                  <a:lnTo>
                    <a:pt x="959893" y="1141137"/>
                  </a:lnTo>
                  <a:lnTo>
                    <a:pt x="959881" y="1141152"/>
                  </a:lnTo>
                  <a:lnTo>
                    <a:pt x="959873" y="1141160"/>
                  </a:lnTo>
                  <a:lnTo>
                    <a:pt x="959867" y="1141168"/>
                  </a:lnTo>
                  <a:lnTo>
                    <a:pt x="959856" y="1141167"/>
                  </a:lnTo>
                  <a:lnTo>
                    <a:pt x="959830" y="1141161"/>
                  </a:lnTo>
                  <a:lnTo>
                    <a:pt x="959778" y="1141148"/>
                  </a:lnTo>
                  <a:lnTo>
                    <a:pt x="959759" y="1141148"/>
                  </a:lnTo>
                  <a:lnTo>
                    <a:pt x="959748" y="1141147"/>
                  </a:lnTo>
                  <a:lnTo>
                    <a:pt x="959736" y="1141146"/>
                  </a:lnTo>
                  <a:lnTo>
                    <a:pt x="959723" y="1141145"/>
                  </a:lnTo>
                  <a:lnTo>
                    <a:pt x="959712" y="1141146"/>
                  </a:lnTo>
                  <a:lnTo>
                    <a:pt x="959693" y="1141147"/>
                  </a:lnTo>
                  <a:lnTo>
                    <a:pt x="959676" y="1141149"/>
                  </a:lnTo>
                  <a:lnTo>
                    <a:pt x="959671" y="1141153"/>
                  </a:lnTo>
                  <a:lnTo>
                    <a:pt x="959662" y="1141160"/>
                  </a:lnTo>
                  <a:lnTo>
                    <a:pt x="959645" y="1141167"/>
                  </a:lnTo>
                  <a:lnTo>
                    <a:pt x="959632" y="1141169"/>
                  </a:lnTo>
                  <a:lnTo>
                    <a:pt x="959621" y="1141169"/>
                  </a:lnTo>
                  <a:lnTo>
                    <a:pt x="959611" y="1141169"/>
                  </a:lnTo>
                  <a:lnTo>
                    <a:pt x="959593" y="1141168"/>
                  </a:lnTo>
                  <a:lnTo>
                    <a:pt x="959580" y="1141165"/>
                  </a:lnTo>
                  <a:lnTo>
                    <a:pt x="959565" y="1141162"/>
                  </a:lnTo>
                  <a:lnTo>
                    <a:pt x="959550" y="1141158"/>
                  </a:lnTo>
                  <a:lnTo>
                    <a:pt x="959536" y="1141148"/>
                  </a:lnTo>
                  <a:lnTo>
                    <a:pt x="959528" y="1141145"/>
                  </a:lnTo>
                  <a:lnTo>
                    <a:pt x="959520" y="1141143"/>
                  </a:lnTo>
                  <a:lnTo>
                    <a:pt x="959513" y="1141143"/>
                  </a:lnTo>
                  <a:lnTo>
                    <a:pt x="959503" y="1141143"/>
                  </a:lnTo>
                  <a:lnTo>
                    <a:pt x="959491" y="1141142"/>
                  </a:lnTo>
                  <a:lnTo>
                    <a:pt x="959483" y="1141142"/>
                  </a:lnTo>
                  <a:lnTo>
                    <a:pt x="959476" y="1141140"/>
                  </a:lnTo>
                  <a:lnTo>
                    <a:pt x="959461" y="1141135"/>
                  </a:lnTo>
                  <a:lnTo>
                    <a:pt x="959456" y="1141132"/>
                  </a:lnTo>
                  <a:lnTo>
                    <a:pt x="959446" y="1141127"/>
                  </a:lnTo>
                  <a:lnTo>
                    <a:pt x="959432" y="1141118"/>
                  </a:lnTo>
                  <a:lnTo>
                    <a:pt x="959418" y="1141104"/>
                  </a:lnTo>
                  <a:lnTo>
                    <a:pt x="959408" y="1141089"/>
                  </a:lnTo>
                  <a:lnTo>
                    <a:pt x="959403" y="1141082"/>
                  </a:lnTo>
                  <a:lnTo>
                    <a:pt x="959400" y="1141074"/>
                  </a:lnTo>
                  <a:lnTo>
                    <a:pt x="959389" y="1141059"/>
                  </a:lnTo>
                  <a:lnTo>
                    <a:pt x="959385" y="1141052"/>
                  </a:lnTo>
                  <a:lnTo>
                    <a:pt x="959376" y="1141045"/>
                  </a:lnTo>
                  <a:lnTo>
                    <a:pt x="959362" y="1141032"/>
                  </a:lnTo>
                  <a:lnTo>
                    <a:pt x="959347" y="1141023"/>
                  </a:lnTo>
                  <a:lnTo>
                    <a:pt x="959332" y="1141013"/>
                  </a:lnTo>
                  <a:lnTo>
                    <a:pt x="959317" y="1141001"/>
                  </a:lnTo>
                  <a:lnTo>
                    <a:pt x="959302" y="1140988"/>
                  </a:lnTo>
                  <a:lnTo>
                    <a:pt x="959273" y="1140963"/>
                  </a:lnTo>
                  <a:lnTo>
                    <a:pt x="959261" y="1140957"/>
                  </a:lnTo>
                  <a:lnTo>
                    <a:pt x="959257" y="1140956"/>
                  </a:lnTo>
                  <a:lnTo>
                    <a:pt x="959252" y="1140956"/>
                  </a:lnTo>
                  <a:lnTo>
                    <a:pt x="959243" y="1140958"/>
                  </a:lnTo>
                  <a:lnTo>
                    <a:pt x="959228" y="1140965"/>
                  </a:lnTo>
                  <a:lnTo>
                    <a:pt x="959214" y="1140970"/>
                  </a:lnTo>
                  <a:lnTo>
                    <a:pt x="959199" y="1140975"/>
                  </a:lnTo>
                  <a:lnTo>
                    <a:pt x="959193" y="1140977"/>
                  </a:lnTo>
                  <a:lnTo>
                    <a:pt x="959184" y="1140976"/>
                  </a:lnTo>
                  <a:lnTo>
                    <a:pt x="959177" y="1140975"/>
                  </a:lnTo>
                  <a:lnTo>
                    <a:pt x="959169" y="1140971"/>
                  </a:lnTo>
                  <a:lnTo>
                    <a:pt x="959154" y="1140964"/>
                  </a:lnTo>
                  <a:lnTo>
                    <a:pt x="959139" y="1140955"/>
                  </a:lnTo>
                  <a:lnTo>
                    <a:pt x="959124" y="1140946"/>
                  </a:lnTo>
                  <a:lnTo>
                    <a:pt x="959109" y="1140937"/>
                  </a:lnTo>
                  <a:lnTo>
                    <a:pt x="959094" y="1140929"/>
                  </a:lnTo>
                  <a:lnTo>
                    <a:pt x="959079" y="1140922"/>
                  </a:lnTo>
                  <a:lnTo>
                    <a:pt x="959066" y="1140916"/>
                  </a:lnTo>
                  <a:lnTo>
                    <a:pt x="959053" y="1140912"/>
                  </a:lnTo>
                  <a:lnTo>
                    <a:pt x="959046" y="1140909"/>
                  </a:lnTo>
                  <a:lnTo>
                    <a:pt x="959032" y="1140904"/>
                  </a:lnTo>
                  <a:lnTo>
                    <a:pt x="959012" y="1140899"/>
                  </a:lnTo>
                  <a:lnTo>
                    <a:pt x="958991" y="1140893"/>
                  </a:lnTo>
                  <a:lnTo>
                    <a:pt x="958975" y="1140888"/>
                  </a:lnTo>
                  <a:lnTo>
                    <a:pt x="958955" y="1140884"/>
                  </a:lnTo>
                  <a:lnTo>
                    <a:pt x="958947" y="1140884"/>
                  </a:lnTo>
                  <a:lnTo>
                    <a:pt x="958939" y="1140885"/>
                  </a:lnTo>
                  <a:lnTo>
                    <a:pt x="958928" y="1140887"/>
                  </a:lnTo>
                  <a:lnTo>
                    <a:pt x="958923" y="1140888"/>
                  </a:lnTo>
                  <a:lnTo>
                    <a:pt x="958907" y="1140893"/>
                  </a:lnTo>
                  <a:lnTo>
                    <a:pt x="958893" y="1140899"/>
                  </a:lnTo>
                  <a:lnTo>
                    <a:pt x="958877" y="1140904"/>
                  </a:lnTo>
                  <a:lnTo>
                    <a:pt x="958871" y="1140906"/>
                  </a:lnTo>
                  <a:lnTo>
                    <a:pt x="958845" y="1140904"/>
                  </a:lnTo>
                  <a:lnTo>
                    <a:pt x="958828" y="1140907"/>
                  </a:lnTo>
                  <a:lnTo>
                    <a:pt x="958814" y="1140910"/>
                  </a:lnTo>
                  <a:lnTo>
                    <a:pt x="958797" y="1140915"/>
                  </a:lnTo>
                  <a:lnTo>
                    <a:pt x="958790" y="1140916"/>
                  </a:lnTo>
                  <a:lnTo>
                    <a:pt x="958786" y="1140920"/>
                  </a:lnTo>
                  <a:lnTo>
                    <a:pt x="958776" y="1140927"/>
                  </a:lnTo>
                  <a:lnTo>
                    <a:pt x="958754" y="1140941"/>
                  </a:lnTo>
                  <a:lnTo>
                    <a:pt x="958735" y="1140956"/>
                  </a:lnTo>
                  <a:lnTo>
                    <a:pt x="958720" y="1140967"/>
                  </a:lnTo>
                  <a:lnTo>
                    <a:pt x="958713" y="1140972"/>
                  </a:lnTo>
                  <a:lnTo>
                    <a:pt x="958708" y="1140975"/>
                  </a:lnTo>
                  <a:lnTo>
                    <a:pt x="958701" y="1140980"/>
                  </a:lnTo>
                  <a:lnTo>
                    <a:pt x="958694" y="1140987"/>
                  </a:lnTo>
                  <a:lnTo>
                    <a:pt x="958687" y="1140995"/>
                  </a:lnTo>
                  <a:lnTo>
                    <a:pt x="958680" y="1141006"/>
                  </a:lnTo>
                  <a:lnTo>
                    <a:pt x="958671" y="1141021"/>
                  </a:lnTo>
                  <a:lnTo>
                    <a:pt x="958661" y="1141038"/>
                  </a:lnTo>
                  <a:lnTo>
                    <a:pt x="958650" y="1141044"/>
                  </a:lnTo>
                  <a:lnTo>
                    <a:pt x="958644" y="1141045"/>
                  </a:lnTo>
                  <a:lnTo>
                    <a:pt x="958640" y="1141046"/>
                  </a:lnTo>
                  <a:lnTo>
                    <a:pt x="958630" y="1141047"/>
                  </a:lnTo>
                  <a:lnTo>
                    <a:pt x="958616" y="1141048"/>
                  </a:lnTo>
                  <a:lnTo>
                    <a:pt x="958604" y="1141049"/>
                  </a:lnTo>
                  <a:lnTo>
                    <a:pt x="958588" y="1141055"/>
                  </a:lnTo>
                  <a:lnTo>
                    <a:pt x="958578" y="1141060"/>
                  </a:lnTo>
                  <a:lnTo>
                    <a:pt x="958563" y="1141068"/>
                  </a:lnTo>
                  <a:lnTo>
                    <a:pt x="958557" y="1141072"/>
                  </a:lnTo>
                  <a:lnTo>
                    <a:pt x="958546" y="1141074"/>
                  </a:lnTo>
                  <a:lnTo>
                    <a:pt x="958529" y="1141077"/>
                  </a:lnTo>
                  <a:lnTo>
                    <a:pt x="958515" y="1141081"/>
                  </a:lnTo>
                  <a:lnTo>
                    <a:pt x="958494" y="1141083"/>
                  </a:lnTo>
                  <a:lnTo>
                    <a:pt x="958484" y="1141086"/>
                  </a:lnTo>
                  <a:lnTo>
                    <a:pt x="958478" y="1141086"/>
                  </a:lnTo>
                  <a:lnTo>
                    <a:pt x="958458" y="1141087"/>
                  </a:lnTo>
                  <a:lnTo>
                    <a:pt x="958437" y="1141087"/>
                  </a:lnTo>
                  <a:lnTo>
                    <a:pt x="958426" y="1141087"/>
                  </a:lnTo>
                  <a:lnTo>
                    <a:pt x="958421" y="1141087"/>
                  </a:lnTo>
                  <a:lnTo>
                    <a:pt x="958407" y="1141087"/>
                  </a:lnTo>
                  <a:lnTo>
                    <a:pt x="958392" y="1141090"/>
                  </a:lnTo>
                  <a:lnTo>
                    <a:pt x="958384" y="1141089"/>
                  </a:lnTo>
                  <a:lnTo>
                    <a:pt x="958377" y="1141090"/>
                  </a:lnTo>
                  <a:lnTo>
                    <a:pt x="958362" y="1141091"/>
                  </a:lnTo>
                  <a:lnTo>
                    <a:pt x="958347" y="1141091"/>
                  </a:lnTo>
                  <a:lnTo>
                    <a:pt x="958332" y="1141089"/>
                  </a:lnTo>
                  <a:lnTo>
                    <a:pt x="958317" y="1141082"/>
                  </a:lnTo>
                  <a:lnTo>
                    <a:pt x="958309" y="1141077"/>
                  </a:lnTo>
                  <a:lnTo>
                    <a:pt x="958303" y="1141071"/>
                  </a:lnTo>
                  <a:lnTo>
                    <a:pt x="958292" y="1141056"/>
                  </a:lnTo>
                  <a:lnTo>
                    <a:pt x="958283" y="1141042"/>
                  </a:lnTo>
                  <a:lnTo>
                    <a:pt x="958277" y="1141031"/>
                  </a:lnTo>
                  <a:lnTo>
                    <a:pt x="958272" y="1141026"/>
                  </a:lnTo>
                  <a:lnTo>
                    <a:pt x="958261" y="1141013"/>
                  </a:lnTo>
                  <a:lnTo>
                    <a:pt x="958253" y="1141004"/>
                  </a:lnTo>
                  <a:lnTo>
                    <a:pt x="958249" y="1140998"/>
                  </a:lnTo>
                  <a:lnTo>
                    <a:pt x="958242" y="1140984"/>
                  </a:lnTo>
                  <a:lnTo>
                    <a:pt x="958233" y="1140971"/>
                  </a:lnTo>
                  <a:lnTo>
                    <a:pt x="958227" y="1140961"/>
                  </a:lnTo>
                  <a:lnTo>
                    <a:pt x="958220" y="1140954"/>
                  </a:lnTo>
                  <a:lnTo>
                    <a:pt x="958205" y="1140944"/>
                  </a:lnTo>
                  <a:lnTo>
                    <a:pt x="958191" y="1140937"/>
                  </a:lnTo>
                  <a:lnTo>
                    <a:pt x="958176" y="1140931"/>
                  </a:lnTo>
                  <a:lnTo>
                    <a:pt x="958166" y="1140925"/>
                  </a:lnTo>
                  <a:lnTo>
                    <a:pt x="958161" y="1140920"/>
                  </a:lnTo>
                  <a:lnTo>
                    <a:pt x="958146" y="1140907"/>
                  </a:lnTo>
                  <a:lnTo>
                    <a:pt x="958134" y="1140892"/>
                  </a:lnTo>
                  <a:lnTo>
                    <a:pt x="958130" y="1140882"/>
                  </a:lnTo>
                  <a:lnTo>
                    <a:pt x="958119" y="1140866"/>
                  </a:lnTo>
                  <a:lnTo>
                    <a:pt x="958110" y="1140852"/>
                  </a:lnTo>
                  <a:lnTo>
                    <a:pt x="958105" y="1140840"/>
                  </a:lnTo>
                  <a:lnTo>
                    <a:pt x="958105" y="1140836"/>
                  </a:lnTo>
                  <a:lnTo>
                    <a:pt x="958098" y="1140820"/>
                  </a:lnTo>
                  <a:lnTo>
                    <a:pt x="958089" y="1140810"/>
                  </a:lnTo>
                  <a:lnTo>
                    <a:pt x="958079" y="1140803"/>
                  </a:lnTo>
                  <a:lnTo>
                    <a:pt x="958068" y="1140796"/>
                  </a:lnTo>
                  <a:lnTo>
                    <a:pt x="958064" y="1140793"/>
                  </a:lnTo>
                  <a:lnTo>
                    <a:pt x="958059" y="1140787"/>
                  </a:lnTo>
                  <a:lnTo>
                    <a:pt x="958050" y="1140780"/>
                  </a:lnTo>
                  <a:lnTo>
                    <a:pt x="958042" y="1140773"/>
                  </a:lnTo>
                  <a:lnTo>
                    <a:pt x="958028" y="1140768"/>
                  </a:lnTo>
                  <a:lnTo>
                    <a:pt x="958011" y="1140763"/>
                  </a:lnTo>
                  <a:lnTo>
                    <a:pt x="957995" y="1140762"/>
                  </a:lnTo>
                  <a:lnTo>
                    <a:pt x="957985" y="1140762"/>
                  </a:lnTo>
                  <a:lnTo>
                    <a:pt x="957980" y="1140760"/>
                  </a:lnTo>
                  <a:lnTo>
                    <a:pt x="957967" y="1140749"/>
                  </a:lnTo>
                  <a:lnTo>
                    <a:pt x="957961" y="1140744"/>
                  </a:lnTo>
                  <a:lnTo>
                    <a:pt x="957955" y="1140737"/>
                  </a:lnTo>
                  <a:lnTo>
                    <a:pt x="957947" y="1140729"/>
                  </a:lnTo>
                  <a:lnTo>
                    <a:pt x="957941" y="1140728"/>
                  </a:lnTo>
                  <a:lnTo>
                    <a:pt x="957922" y="1140724"/>
                  </a:lnTo>
                  <a:lnTo>
                    <a:pt x="957908" y="1140721"/>
                  </a:lnTo>
                  <a:lnTo>
                    <a:pt x="957891" y="1140715"/>
                  </a:lnTo>
                  <a:lnTo>
                    <a:pt x="957875" y="1140709"/>
                  </a:lnTo>
                  <a:lnTo>
                    <a:pt x="957850" y="1140700"/>
                  </a:lnTo>
                  <a:lnTo>
                    <a:pt x="957840" y="1140695"/>
                  </a:lnTo>
                  <a:lnTo>
                    <a:pt x="957825" y="1140690"/>
                  </a:lnTo>
                  <a:lnTo>
                    <a:pt x="957810" y="1140686"/>
                  </a:lnTo>
                  <a:lnTo>
                    <a:pt x="957801" y="1140684"/>
                  </a:lnTo>
                  <a:lnTo>
                    <a:pt x="957772" y="1140672"/>
                  </a:lnTo>
                  <a:lnTo>
                    <a:pt x="957758" y="1140665"/>
                  </a:lnTo>
                  <a:lnTo>
                    <a:pt x="957743" y="1140658"/>
                  </a:lnTo>
                  <a:lnTo>
                    <a:pt x="957727" y="1140648"/>
                  </a:lnTo>
                  <a:lnTo>
                    <a:pt x="957721" y="1140644"/>
                  </a:lnTo>
                  <a:lnTo>
                    <a:pt x="957712" y="1140641"/>
                  </a:lnTo>
                  <a:lnTo>
                    <a:pt x="957706" y="1140638"/>
                  </a:lnTo>
                  <a:lnTo>
                    <a:pt x="957698" y="1140635"/>
                  </a:lnTo>
                  <a:lnTo>
                    <a:pt x="957687" y="1140633"/>
                  </a:lnTo>
                  <a:lnTo>
                    <a:pt x="957674" y="1140630"/>
                  </a:lnTo>
                  <a:lnTo>
                    <a:pt x="957664" y="1140630"/>
                  </a:lnTo>
                  <a:lnTo>
                    <a:pt x="957653" y="1140630"/>
                  </a:lnTo>
                  <a:lnTo>
                    <a:pt x="957638" y="1140629"/>
                  </a:lnTo>
                  <a:lnTo>
                    <a:pt x="957623" y="1140629"/>
                  </a:lnTo>
                  <a:lnTo>
                    <a:pt x="957609" y="1140629"/>
                  </a:lnTo>
                  <a:lnTo>
                    <a:pt x="957594" y="1140629"/>
                  </a:lnTo>
                  <a:lnTo>
                    <a:pt x="957588" y="1140627"/>
                  </a:lnTo>
                  <a:lnTo>
                    <a:pt x="957581" y="1140622"/>
                  </a:lnTo>
                  <a:lnTo>
                    <a:pt x="957578" y="1140617"/>
                  </a:lnTo>
                  <a:lnTo>
                    <a:pt x="957577" y="1140613"/>
                  </a:lnTo>
                  <a:lnTo>
                    <a:pt x="957577" y="1140603"/>
                  </a:lnTo>
                  <a:lnTo>
                    <a:pt x="957577" y="1140587"/>
                  </a:lnTo>
                  <a:lnTo>
                    <a:pt x="957576" y="1140576"/>
                  </a:lnTo>
                  <a:lnTo>
                    <a:pt x="957576" y="1140566"/>
                  </a:lnTo>
                  <a:lnTo>
                    <a:pt x="957575" y="1140554"/>
                  </a:lnTo>
                  <a:lnTo>
                    <a:pt x="957574" y="1140543"/>
                  </a:lnTo>
                  <a:lnTo>
                    <a:pt x="957577" y="1140535"/>
                  </a:lnTo>
                  <a:lnTo>
                    <a:pt x="957585" y="1140524"/>
                  </a:lnTo>
                  <a:lnTo>
                    <a:pt x="957588" y="1140517"/>
                  </a:lnTo>
                  <a:lnTo>
                    <a:pt x="957584" y="1140507"/>
                  </a:lnTo>
                  <a:lnTo>
                    <a:pt x="957580" y="1140498"/>
                  </a:lnTo>
                  <a:lnTo>
                    <a:pt x="957580" y="1140487"/>
                  </a:lnTo>
                  <a:lnTo>
                    <a:pt x="957577" y="1140477"/>
                  </a:lnTo>
                  <a:lnTo>
                    <a:pt x="957574" y="1140470"/>
                  </a:lnTo>
                  <a:lnTo>
                    <a:pt x="957570" y="1140460"/>
                  </a:lnTo>
                  <a:lnTo>
                    <a:pt x="957568" y="1140449"/>
                  </a:lnTo>
                  <a:lnTo>
                    <a:pt x="957567" y="1140440"/>
                  </a:lnTo>
                  <a:lnTo>
                    <a:pt x="957565" y="1140433"/>
                  </a:lnTo>
                  <a:lnTo>
                    <a:pt x="957563" y="1140421"/>
                  </a:lnTo>
                  <a:lnTo>
                    <a:pt x="957564" y="1140410"/>
                  </a:lnTo>
                  <a:lnTo>
                    <a:pt x="957567" y="1140402"/>
                  </a:lnTo>
                  <a:lnTo>
                    <a:pt x="957571" y="1140391"/>
                  </a:lnTo>
                  <a:lnTo>
                    <a:pt x="957576" y="1140376"/>
                  </a:lnTo>
                  <a:lnTo>
                    <a:pt x="957582" y="1140361"/>
                  </a:lnTo>
                  <a:lnTo>
                    <a:pt x="957586" y="1140350"/>
                  </a:lnTo>
                  <a:lnTo>
                    <a:pt x="957589" y="1140346"/>
                  </a:lnTo>
                  <a:lnTo>
                    <a:pt x="957596" y="1140331"/>
                  </a:lnTo>
                  <a:lnTo>
                    <a:pt x="957604" y="1140316"/>
                  </a:lnTo>
                  <a:lnTo>
                    <a:pt x="957613" y="1140301"/>
                  </a:lnTo>
                  <a:lnTo>
                    <a:pt x="957621" y="1140286"/>
                  </a:lnTo>
                  <a:lnTo>
                    <a:pt x="957630" y="1140270"/>
                  </a:lnTo>
                  <a:lnTo>
                    <a:pt x="957637" y="1140255"/>
                  </a:lnTo>
                  <a:lnTo>
                    <a:pt x="957644" y="1140240"/>
                  </a:lnTo>
                  <a:lnTo>
                    <a:pt x="957649" y="1140225"/>
                  </a:lnTo>
                  <a:lnTo>
                    <a:pt x="957652" y="1140216"/>
                  </a:lnTo>
                  <a:lnTo>
                    <a:pt x="957652" y="1140210"/>
                  </a:lnTo>
                  <a:lnTo>
                    <a:pt x="957651" y="1140201"/>
                  </a:lnTo>
                  <a:lnTo>
                    <a:pt x="957648" y="1140195"/>
                  </a:lnTo>
                  <a:lnTo>
                    <a:pt x="957635" y="1140174"/>
                  </a:lnTo>
                  <a:lnTo>
                    <a:pt x="957629" y="1140167"/>
                  </a:lnTo>
                  <a:lnTo>
                    <a:pt x="957624" y="1140162"/>
                  </a:lnTo>
                  <a:lnTo>
                    <a:pt x="957619" y="1140154"/>
                  </a:lnTo>
                  <a:lnTo>
                    <a:pt x="957619" y="1140145"/>
                  </a:lnTo>
                  <a:lnTo>
                    <a:pt x="957620" y="1140133"/>
                  </a:lnTo>
                  <a:lnTo>
                    <a:pt x="957621" y="1140117"/>
                  </a:lnTo>
                  <a:lnTo>
                    <a:pt x="957622" y="1140102"/>
                  </a:lnTo>
                  <a:lnTo>
                    <a:pt x="957622" y="1140087"/>
                  </a:lnTo>
                  <a:lnTo>
                    <a:pt x="957621" y="1140072"/>
                  </a:lnTo>
                  <a:lnTo>
                    <a:pt x="957620" y="1140059"/>
                  </a:lnTo>
                  <a:lnTo>
                    <a:pt x="957609" y="1140029"/>
                  </a:lnTo>
                  <a:lnTo>
                    <a:pt x="957601" y="1140013"/>
                  </a:lnTo>
                  <a:lnTo>
                    <a:pt x="957591" y="1139998"/>
                  </a:lnTo>
                  <a:lnTo>
                    <a:pt x="957583" y="1139983"/>
                  </a:lnTo>
                  <a:lnTo>
                    <a:pt x="957580" y="1139977"/>
                  </a:lnTo>
                  <a:lnTo>
                    <a:pt x="957575" y="1139972"/>
                  </a:lnTo>
                  <a:lnTo>
                    <a:pt x="957571" y="1139970"/>
                  </a:lnTo>
                  <a:lnTo>
                    <a:pt x="957556" y="1139961"/>
                  </a:lnTo>
                  <a:lnTo>
                    <a:pt x="957547" y="1139956"/>
                  </a:lnTo>
                  <a:lnTo>
                    <a:pt x="957542" y="1139950"/>
                  </a:lnTo>
                  <a:lnTo>
                    <a:pt x="957536" y="1139942"/>
                  </a:lnTo>
                  <a:lnTo>
                    <a:pt x="957533" y="1139935"/>
                  </a:lnTo>
                  <a:lnTo>
                    <a:pt x="957529" y="1139923"/>
                  </a:lnTo>
                  <a:lnTo>
                    <a:pt x="957527" y="1139916"/>
                  </a:lnTo>
                  <a:lnTo>
                    <a:pt x="957519" y="1139905"/>
                  </a:lnTo>
                  <a:lnTo>
                    <a:pt x="957514" y="1139896"/>
                  </a:lnTo>
                  <a:lnTo>
                    <a:pt x="957511" y="1139888"/>
                  </a:lnTo>
                  <a:lnTo>
                    <a:pt x="957510" y="1139882"/>
                  </a:lnTo>
                  <a:lnTo>
                    <a:pt x="957509" y="1139874"/>
                  </a:lnTo>
                  <a:lnTo>
                    <a:pt x="957507" y="1139860"/>
                  </a:lnTo>
                  <a:lnTo>
                    <a:pt x="957504" y="1139855"/>
                  </a:lnTo>
                  <a:lnTo>
                    <a:pt x="957499" y="1139851"/>
                  </a:lnTo>
                  <a:lnTo>
                    <a:pt x="957493" y="1139849"/>
                  </a:lnTo>
                  <a:lnTo>
                    <a:pt x="957488" y="1139845"/>
                  </a:lnTo>
                  <a:lnTo>
                    <a:pt x="957483" y="1139839"/>
                  </a:lnTo>
                  <a:lnTo>
                    <a:pt x="957478" y="1139831"/>
                  </a:lnTo>
                  <a:lnTo>
                    <a:pt x="957469" y="1139816"/>
                  </a:lnTo>
                  <a:lnTo>
                    <a:pt x="957462" y="1139800"/>
                  </a:lnTo>
                  <a:lnTo>
                    <a:pt x="957454" y="1139787"/>
                  </a:lnTo>
                  <a:lnTo>
                    <a:pt x="957437" y="1139783"/>
                  </a:lnTo>
                  <a:lnTo>
                    <a:pt x="957422" y="1139781"/>
                  </a:lnTo>
                  <a:lnTo>
                    <a:pt x="957412" y="1139774"/>
                  </a:lnTo>
                  <a:lnTo>
                    <a:pt x="957392" y="1139763"/>
                  </a:lnTo>
                  <a:lnTo>
                    <a:pt x="957381" y="1139753"/>
                  </a:lnTo>
                  <a:lnTo>
                    <a:pt x="957378" y="1139749"/>
                  </a:lnTo>
                  <a:lnTo>
                    <a:pt x="957374" y="1139742"/>
                  </a:lnTo>
                  <a:lnTo>
                    <a:pt x="957373" y="1139736"/>
                  </a:lnTo>
                  <a:lnTo>
                    <a:pt x="957372" y="1139730"/>
                  </a:lnTo>
                  <a:lnTo>
                    <a:pt x="957370" y="1139719"/>
                  </a:lnTo>
                  <a:lnTo>
                    <a:pt x="957364" y="1139711"/>
                  </a:lnTo>
                  <a:lnTo>
                    <a:pt x="957352" y="1139705"/>
                  </a:lnTo>
                  <a:lnTo>
                    <a:pt x="957344" y="1139700"/>
                  </a:lnTo>
                  <a:lnTo>
                    <a:pt x="957335" y="1139695"/>
                  </a:lnTo>
                  <a:lnTo>
                    <a:pt x="957330" y="1139688"/>
                  </a:lnTo>
                  <a:lnTo>
                    <a:pt x="957319" y="1139673"/>
                  </a:lnTo>
                  <a:lnTo>
                    <a:pt x="957311" y="1139663"/>
                  </a:lnTo>
                  <a:lnTo>
                    <a:pt x="957306" y="1139660"/>
                  </a:lnTo>
                  <a:lnTo>
                    <a:pt x="957291" y="1139651"/>
                  </a:lnTo>
                  <a:lnTo>
                    <a:pt x="957276" y="1139639"/>
                  </a:lnTo>
                  <a:lnTo>
                    <a:pt x="957272" y="1139636"/>
                  </a:lnTo>
                  <a:lnTo>
                    <a:pt x="957264" y="1139625"/>
                  </a:lnTo>
                  <a:lnTo>
                    <a:pt x="957258" y="1139615"/>
                  </a:lnTo>
                  <a:lnTo>
                    <a:pt x="957257" y="1139610"/>
                  </a:lnTo>
                  <a:lnTo>
                    <a:pt x="957257" y="1139604"/>
                  </a:lnTo>
                  <a:lnTo>
                    <a:pt x="957259" y="1139587"/>
                  </a:lnTo>
                  <a:lnTo>
                    <a:pt x="957259" y="1139580"/>
                  </a:lnTo>
                  <a:lnTo>
                    <a:pt x="957253" y="1139573"/>
                  </a:lnTo>
                  <a:lnTo>
                    <a:pt x="957250" y="1139569"/>
                  </a:lnTo>
                  <a:lnTo>
                    <a:pt x="957246" y="1139565"/>
                  </a:lnTo>
                  <a:lnTo>
                    <a:pt x="957235" y="1139550"/>
                  </a:lnTo>
                  <a:lnTo>
                    <a:pt x="957226" y="1139535"/>
                  </a:lnTo>
                  <a:lnTo>
                    <a:pt x="957224" y="1139529"/>
                  </a:lnTo>
                  <a:lnTo>
                    <a:pt x="957225" y="1139520"/>
                  </a:lnTo>
                  <a:lnTo>
                    <a:pt x="957229" y="1139505"/>
                  </a:lnTo>
                  <a:lnTo>
                    <a:pt x="957230" y="1139498"/>
                  </a:lnTo>
                  <a:lnTo>
                    <a:pt x="957230" y="1139490"/>
                  </a:lnTo>
                  <a:lnTo>
                    <a:pt x="957230" y="1139474"/>
                  </a:lnTo>
                  <a:lnTo>
                    <a:pt x="957231" y="1139460"/>
                  </a:lnTo>
                  <a:lnTo>
                    <a:pt x="957231" y="1139444"/>
                  </a:lnTo>
                  <a:lnTo>
                    <a:pt x="957233" y="1139429"/>
                  </a:lnTo>
                  <a:lnTo>
                    <a:pt x="957238" y="1139414"/>
                  </a:lnTo>
                  <a:lnTo>
                    <a:pt x="957238" y="1139403"/>
                  </a:lnTo>
                  <a:lnTo>
                    <a:pt x="957234" y="1139381"/>
                  </a:lnTo>
                  <a:lnTo>
                    <a:pt x="957231" y="1139366"/>
                  </a:lnTo>
                  <a:lnTo>
                    <a:pt x="957229" y="1139361"/>
                  </a:lnTo>
                  <a:lnTo>
                    <a:pt x="957228" y="1139355"/>
                  </a:lnTo>
                  <a:lnTo>
                    <a:pt x="957226" y="1139348"/>
                  </a:lnTo>
                  <a:lnTo>
                    <a:pt x="957226" y="1139342"/>
                  </a:lnTo>
                  <a:lnTo>
                    <a:pt x="957228" y="1139329"/>
                  </a:lnTo>
                  <a:lnTo>
                    <a:pt x="957230" y="1139316"/>
                  </a:lnTo>
                  <a:lnTo>
                    <a:pt x="957230" y="1139304"/>
                  </a:lnTo>
                  <a:lnTo>
                    <a:pt x="957222" y="1139285"/>
                  </a:lnTo>
                  <a:lnTo>
                    <a:pt x="957220" y="1139276"/>
                  </a:lnTo>
                  <a:lnTo>
                    <a:pt x="957220" y="1139267"/>
                  </a:lnTo>
                  <a:lnTo>
                    <a:pt x="957219" y="1139260"/>
                  </a:lnTo>
                  <a:lnTo>
                    <a:pt x="957218" y="1139246"/>
                  </a:lnTo>
                  <a:lnTo>
                    <a:pt x="957217" y="1139232"/>
                  </a:lnTo>
                  <a:lnTo>
                    <a:pt x="957217" y="1139211"/>
                  </a:lnTo>
                  <a:lnTo>
                    <a:pt x="957217" y="1139181"/>
                  </a:lnTo>
                  <a:lnTo>
                    <a:pt x="957217" y="1139170"/>
                  </a:lnTo>
                  <a:lnTo>
                    <a:pt x="957216" y="1139155"/>
                  </a:lnTo>
                  <a:lnTo>
                    <a:pt x="957217" y="1139148"/>
                  </a:lnTo>
                  <a:lnTo>
                    <a:pt x="957217" y="1139141"/>
                  </a:lnTo>
                  <a:lnTo>
                    <a:pt x="957216" y="1139125"/>
                  </a:lnTo>
                  <a:lnTo>
                    <a:pt x="957213" y="1139112"/>
                  </a:lnTo>
                  <a:lnTo>
                    <a:pt x="957213" y="1139107"/>
                  </a:lnTo>
                  <a:lnTo>
                    <a:pt x="957210" y="1139094"/>
                  </a:lnTo>
                  <a:lnTo>
                    <a:pt x="957203" y="1139082"/>
                  </a:lnTo>
                  <a:lnTo>
                    <a:pt x="957199" y="1139071"/>
                  </a:lnTo>
                  <a:lnTo>
                    <a:pt x="957198" y="1139062"/>
                  </a:lnTo>
                  <a:lnTo>
                    <a:pt x="957195" y="1139050"/>
                  </a:lnTo>
                  <a:lnTo>
                    <a:pt x="957195" y="1139035"/>
                  </a:lnTo>
                  <a:lnTo>
                    <a:pt x="957196" y="1139020"/>
                  </a:lnTo>
                  <a:lnTo>
                    <a:pt x="957196" y="1139005"/>
                  </a:lnTo>
                  <a:lnTo>
                    <a:pt x="957196" y="1138990"/>
                  </a:lnTo>
                  <a:lnTo>
                    <a:pt x="957195" y="1138975"/>
                  </a:lnTo>
                  <a:lnTo>
                    <a:pt x="957193" y="1138959"/>
                  </a:lnTo>
                  <a:lnTo>
                    <a:pt x="957191" y="1138922"/>
                  </a:lnTo>
                  <a:lnTo>
                    <a:pt x="957190" y="1138907"/>
                  </a:lnTo>
                  <a:lnTo>
                    <a:pt x="957191" y="1138892"/>
                  </a:lnTo>
                  <a:lnTo>
                    <a:pt x="957190" y="1138877"/>
                  </a:lnTo>
                  <a:lnTo>
                    <a:pt x="957185" y="1138862"/>
                  </a:lnTo>
                  <a:lnTo>
                    <a:pt x="957179" y="1138849"/>
                  </a:lnTo>
                  <a:lnTo>
                    <a:pt x="957178" y="1138843"/>
                  </a:lnTo>
                  <a:lnTo>
                    <a:pt x="957176" y="1138832"/>
                  </a:lnTo>
                  <a:lnTo>
                    <a:pt x="957175" y="1138821"/>
                  </a:lnTo>
                  <a:lnTo>
                    <a:pt x="957175" y="1138809"/>
                  </a:lnTo>
                  <a:lnTo>
                    <a:pt x="957175" y="1138798"/>
                  </a:lnTo>
                  <a:lnTo>
                    <a:pt x="957177" y="1138776"/>
                  </a:lnTo>
                  <a:lnTo>
                    <a:pt x="957180" y="1138767"/>
                  </a:lnTo>
                  <a:lnTo>
                    <a:pt x="957187" y="1138756"/>
                  </a:lnTo>
                  <a:lnTo>
                    <a:pt x="957197" y="1138740"/>
                  </a:lnTo>
                  <a:lnTo>
                    <a:pt x="957206" y="1138727"/>
                  </a:lnTo>
                  <a:lnTo>
                    <a:pt x="957219" y="1138709"/>
                  </a:lnTo>
                  <a:lnTo>
                    <a:pt x="957228" y="1138701"/>
                  </a:lnTo>
                  <a:lnTo>
                    <a:pt x="957233" y="1138693"/>
                  </a:lnTo>
                  <a:lnTo>
                    <a:pt x="957242" y="1138677"/>
                  </a:lnTo>
                  <a:lnTo>
                    <a:pt x="957245" y="1138662"/>
                  </a:lnTo>
                  <a:lnTo>
                    <a:pt x="957248" y="1138653"/>
                  </a:lnTo>
                  <a:lnTo>
                    <a:pt x="957249" y="1138644"/>
                  </a:lnTo>
                  <a:lnTo>
                    <a:pt x="957248" y="1138629"/>
                  </a:lnTo>
                  <a:lnTo>
                    <a:pt x="957250" y="1138619"/>
                  </a:lnTo>
                  <a:lnTo>
                    <a:pt x="957250" y="1138607"/>
                  </a:lnTo>
                  <a:lnTo>
                    <a:pt x="957251" y="1138598"/>
                  </a:lnTo>
                  <a:lnTo>
                    <a:pt x="957255" y="1138592"/>
                  </a:lnTo>
                  <a:lnTo>
                    <a:pt x="957266" y="1138581"/>
                  </a:lnTo>
                  <a:lnTo>
                    <a:pt x="957273" y="1138568"/>
                  </a:lnTo>
                  <a:lnTo>
                    <a:pt x="957277" y="1138562"/>
                  </a:lnTo>
                  <a:lnTo>
                    <a:pt x="957280" y="1138553"/>
                  </a:lnTo>
                  <a:lnTo>
                    <a:pt x="957286" y="1138536"/>
                  </a:lnTo>
                  <a:lnTo>
                    <a:pt x="957290" y="1138521"/>
                  </a:lnTo>
                  <a:lnTo>
                    <a:pt x="957293" y="1138505"/>
                  </a:lnTo>
                  <a:lnTo>
                    <a:pt x="957293" y="1138491"/>
                  </a:lnTo>
                  <a:lnTo>
                    <a:pt x="957292" y="1138476"/>
                  </a:lnTo>
                  <a:lnTo>
                    <a:pt x="957290" y="1138469"/>
                  </a:lnTo>
                  <a:lnTo>
                    <a:pt x="957289" y="1138461"/>
                  </a:lnTo>
                  <a:lnTo>
                    <a:pt x="957286" y="1138446"/>
                  </a:lnTo>
                  <a:lnTo>
                    <a:pt x="957281" y="1138431"/>
                  </a:lnTo>
                  <a:lnTo>
                    <a:pt x="957271" y="1138402"/>
                  </a:lnTo>
                  <a:lnTo>
                    <a:pt x="957266" y="1138387"/>
                  </a:lnTo>
                  <a:lnTo>
                    <a:pt x="957262" y="1138380"/>
                  </a:lnTo>
                  <a:lnTo>
                    <a:pt x="957260" y="1138373"/>
                  </a:lnTo>
                  <a:lnTo>
                    <a:pt x="957257" y="1138365"/>
                  </a:lnTo>
                  <a:lnTo>
                    <a:pt x="957254" y="1138356"/>
                  </a:lnTo>
                  <a:lnTo>
                    <a:pt x="957254" y="1138351"/>
                  </a:lnTo>
                  <a:lnTo>
                    <a:pt x="957259" y="1138342"/>
                  </a:lnTo>
                  <a:lnTo>
                    <a:pt x="957267" y="1138326"/>
                  </a:lnTo>
                  <a:lnTo>
                    <a:pt x="957274" y="1138311"/>
                  </a:lnTo>
                  <a:lnTo>
                    <a:pt x="957281" y="1138296"/>
                  </a:lnTo>
                  <a:lnTo>
                    <a:pt x="957282" y="1138289"/>
                  </a:lnTo>
                  <a:lnTo>
                    <a:pt x="957285" y="1138281"/>
                  </a:lnTo>
                  <a:lnTo>
                    <a:pt x="957289" y="1138267"/>
                  </a:lnTo>
                  <a:lnTo>
                    <a:pt x="957291" y="1138257"/>
                  </a:lnTo>
                  <a:lnTo>
                    <a:pt x="957292" y="1138251"/>
                  </a:lnTo>
                  <a:lnTo>
                    <a:pt x="957293" y="1138236"/>
                  </a:lnTo>
                  <a:lnTo>
                    <a:pt x="957293" y="1138221"/>
                  </a:lnTo>
                  <a:lnTo>
                    <a:pt x="957291" y="1138206"/>
                  </a:lnTo>
                  <a:lnTo>
                    <a:pt x="957286" y="1138191"/>
                  </a:lnTo>
                  <a:lnTo>
                    <a:pt x="957277" y="1138176"/>
                  </a:lnTo>
                  <a:lnTo>
                    <a:pt x="957268" y="1138161"/>
                  </a:lnTo>
                  <a:lnTo>
                    <a:pt x="957262" y="1138146"/>
                  </a:lnTo>
                  <a:lnTo>
                    <a:pt x="957257" y="1138135"/>
                  </a:lnTo>
                  <a:lnTo>
                    <a:pt x="957255" y="1138128"/>
                  </a:lnTo>
                  <a:lnTo>
                    <a:pt x="957251" y="1138116"/>
                  </a:lnTo>
                  <a:lnTo>
                    <a:pt x="957249" y="1138101"/>
                  </a:lnTo>
                  <a:lnTo>
                    <a:pt x="957247" y="1138086"/>
                  </a:lnTo>
                  <a:lnTo>
                    <a:pt x="957248" y="1138079"/>
                  </a:lnTo>
                  <a:lnTo>
                    <a:pt x="957255" y="1138061"/>
                  </a:lnTo>
                  <a:lnTo>
                    <a:pt x="957258" y="1138055"/>
                  </a:lnTo>
                  <a:lnTo>
                    <a:pt x="957265" y="1138040"/>
                  </a:lnTo>
                  <a:lnTo>
                    <a:pt x="957272" y="1138025"/>
                  </a:lnTo>
                  <a:lnTo>
                    <a:pt x="957281" y="1138010"/>
                  </a:lnTo>
                  <a:lnTo>
                    <a:pt x="957287" y="1137995"/>
                  </a:lnTo>
                  <a:lnTo>
                    <a:pt x="957291" y="1137989"/>
                  </a:lnTo>
                  <a:lnTo>
                    <a:pt x="957294" y="1137980"/>
                  </a:lnTo>
                  <a:lnTo>
                    <a:pt x="957299" y="1137965"/>
                  </a:lnTo>
                  <a:lnTo>
                    <a:pt x="957302" y="1137950"/>
                  </a:lnTo>
                  <a:lnTo>
                    <a:pt x="957306" y="1137935"/>
                  </a:lnTo>
                  <a:lnTo>
                    <a:pt x="957306" y="1137927"/>
                  </a:lnTo>
                  <a:lnTo>
                    <a:pt x="957308" y="1137920"/>
                  </a:lnTo>
                  <a:lnTo>
                    <a:pt x="957312" y="1137904"/>
                  </a:lnTo>
                  <a:lnTo>
                    <a:pt x="957319" y="1137889"/>
                  </a:lnTo>
                  <a:lnTo>
                    <a:pt x="957327" y="1137874"/>
                  </a:lnTo>
                  <a:lnTo>
                    <a:pt x="957332" y="1137859"/>
                  </a:lnTo>
                  <a:lnTo>
                    <a:pt x="957332" y="1137844"/>
                  </a:lnTo>
                  <a:lnTo>
                    <a:pt x="957331" y="1137829"/>
                  </a:lnTo>
                  <a:lnTo>
                    <a:pt x="957330" y="1137814"/>
                  </a:lnTo>
                  <a:lnTo>
                    <a:pt x="957329" y="1137798"/>
                  </a:lnTo>
                  <a:lnTo>
                    <a:pt x="957324" y="1137767"/>
                  </a:lnTo>
                  <a:lnTo>
                    <a:pt x="957322" y="1137763"/>
                  </a:lnTo>
                  <a:lnTo>
                    <a:pt x="957316" y="1137754"/>
                  </a:lnTo>
                  <a:lnTo>
                    <a:pt x="957309" y="1137747"/>
                  </a:lnTo>
                  <a:lnTo>
                    <a:pt x="957301" y="1137742"/>
                  </a:lnTo>
                  <a:lnTo>
                    <a:pt x="957286" y="1137733"/>
                  </a:lnTo>
                  <a:lnTo>
                    <a:pt x="957268" y="1137716"/>
                  </a:lnTo>
                  <a:lnTo>
                    <a:pt x="957258" y="1137707"/>
                  </a:lnTo>
                  <a:lnTo>
                    <a:pt x="957247" y="1137695"/>
                  </a:lnTo>
                  <a:lnTo>
                    <a:pt x="957240" y="1137684"/>
                  </a:lnTo>
                  <a:lnTo>
                    <a:pt x="957238" y="1137679"/>
                  </a:lnTo>
                  <a:lnTo>
                    <a:pt x="957234" y="1137671"/>
                  </a:lnTo>
                  <a:lnTo>
                    <a:pt x="957231" y="1137664"/>
                  </a:lnTo>
                  <a:lnTo>
                    <a:pt x="957229" y="1137659"/>
                  </a:lnTo>
                  <a:lnTo>
                    <a:pt x="957227" y="1137650"/>
                  </a:lnTo>
                  <a:lnTo>
                    <a:pt x="957220" y="1137637"/>
                  </a:lnTo>
                  <a:lnTo>
                    <a:pt x="957214" y="1137619"/>
                  </a:lnTo>
                  <a:lnTo>
                    <a:pt x="957210" y="1137604"/>
                  </a:lnTo>
                  <a:lnTo>
                    <a:pt x="957207" y="1137597"/>
                  </a:lnTo>
                  <a:lnTo>
                    <a:pt x="957202" y="1137592"/>
                  </a:lnTo>
                  <a:lnTo>
                    <a:pt x="957199" y="1137589"/>
                  </a:lnTo>
                  <a:lnTo>
                    <a:pt x="957186" y="1137577"/>
                  </a:lnTo>
                  <a:lnTo>
                    <a:pt x="957178" y="1137565"/>
                  </a:lnTo>
                  <a:lnTo>
                    <a:pt x="957175" y="1137561"/>
                  </a:lnTo>
                  <a:lnTo>
                    <a:pt x="957170" y="1137554"/>
                  </a:lnTo>
                  <a:lnTo>
                    <a:pt x="957167" y="1137548"/>
                  </a:lnTo>
                  <a:lnTo>
                    <a:pt x="957157" y="1137534"/>
                  </a:lnTo>
                  <a:lnTo>
                    <a:pt x="957144" y="1137519"/>
                  </a:lnTo>
                  <a:lnTo>
                    <a:pt x="957131" y="1137505"/>
                  </a:lnTo>
                  <a:lnTo>
                    <a:pt x="957118" y="1137491"/>
                  </a:lnTo>
                  <a:lnTo>
                    <a:pt x="957106" y="1137477"/>
                  </a:lnTo>
                  <a:lnTo>
                    <a:pt x="957101" y="1137470"/>
                  </a:lnTo>
                  <a:lnTo>
                    <a:pt x="957089" y="1137448"/>
                  </a:lnTo>
                  <a:lnTo>
                    <a:pt x="957084" y="1137434"/>
                  </a:lnTo>
                  <a:lnTo>
                    <a:pt x="957082" y="1137430"/>
                  </a:lnTo>
                  <a:lnTo>
                    <a:pt x="957078" y="1137421"/>
                  </a:lnTo>
                  <a:lnTo>
                    <a:pt x="957072" y="1137408"/>
                  </a:lnTo>
                  <a:lnTo>
                    <a:pt x="957066" y="1137393"/>
                  </a:lnTo>
                  <a:lnTo>
                    <a:pt x="957059" y="1137378"/>
                  </a:lnTo>
                  <a:lnTo>
                    <a:pt x="957052" y="1137363"/>
                  </a:lnTo>
                  <a:lnTo>
                    <a:pt x="957044" y="1137348"/>
                  </a:lnTo>
                  <a:lnTo>
                    <a:pt x="957037" y="1137333"/>
                  </a:lnTo>
                  <a:lnTo>
                    <a:pt x="957033" y="1137325"/>
                  </a:lnTo>
                  <a:lnTo>
                    <a:pt x="957029" y="1137316"/>
                  </a:lnTo>
                  <a:lnTo>
                    <a:pt x="957026" y="1137304"/>
                  </a:lnTo>
                  <a:lnTo>
                    <a:pt x="957023" y="1137288"/>
                  </a:lnTo>
                  <a:lnTo>
                    <a:pt x="957020" y="1137274"/>
                  </a:lnTo>
                  <a:lnTo>
                    <a:pt x="957017" y="1137258"/>
                  </a:lnTo>
                  <a:lnTo>
                    <a:pt x="957015" y="1137239"/>
                  </a:lnTo>
                  <a:lnTo>
                    <a:pt x="957013" y="1137227"/>
                  </a:lnTo>
                  <a:lnTo>
                    <a:pt x="957012" y="1137212"/>
                  </a:lnTo>
                  <a:lnTo>
                    <a:pt x="957012" y="1137206"/>
                  </a:lnTo>
                  <a:lnTo>
                    <a:pt x="957009" y="1137197"/>
                  </a:lnTo>
                  <a:lnTo>
                    <a:pt x="957004" y="1137182"/>
                  </a:lnTo>
                  <a:lnTo>
                    <a:pt x="957003" y="1137178"/>
                  </a:lnTo>
                  <a:lnTo>
                    <a:pt x="956992" y="1137150"/>
                  </a:lnTo>
                  <a:lnTo>
                    <a:pt x="956983" y="1137119"/>
                  </a:lnTo>
                  <a:lnTo>
                    <a:pt x="956979" y="1137097"/>
                  </a:lnTo>
                  <a:lnTo>
                    <a:pt x="956978" y="1137091"/>
                  </a:lnTo>
                  <a:lnTo>
                    <a:pt x="956978" y="1137076"/>
                  </a:lnTo>
                  <a:lnTo>
                    <a:pt x="956978" y="1137066"/>
                  </a:lnTo>
                  <a:lnTo>
                    <a:pt x="956975" y="1137061"/>
                  </a:lnTo>
                  <a:lnTo>
                    <a:pt x="956969" y="1137046"/>
                  </a:lnTo>
                  <a:lnTo>
                    <a:pt x="956962" y="1137031"/>
                  </a:lnTo>
                  <a:lnTo>
                    <a:pt x="956960" y="1137018"/>
                  </a:lnTo>
                  <a:lnTo>
                    <a:pt x="956958" y="1137010"/>
                  </a:lnTo>
                  <a:lnTo>
                    <a:pt x="956954" y="1137001"/>
                  </a:lnTo>
                  <a:lnTo>
                    <a:pt x="956952" y="1136994"/>
                  </a:lnTo>
                  <a:lnTo>
                    <a:pt x="956952" y="1136986"/>
                  </a:lnTo>
                  <a:lnTo>
                    <a:pt x="956951" y="1136971"/>
                  </a:lnTo>
                  <a:lnTo>
                    <a:pt x="956951" y="1136956"/>
                  </a:lnTo>
                  <a:lnTo>
                    <a:pt x="956950" y="1136941"/>
                  </a:lnTo>
                  <a:lnTo>
                    <a:pt x="956949" y="1136926"/>
                  </a:lnTo>
                  <a:lnTo>
                    <a:pt x="956948" y="1136911"/>
                  </a:lnTo>
                  <a:lnTo>
                    <a:pt x="956946" y="1136896"/>
                  </a:lnTo>
                  <a:lnTo>
                    <a:pt x="956944" y="1136881"/>
                  </a:lnTo>
                  <a:lnTo>
                    <a:pt x="956944" y="1136865"/>
                  </a:lnTo>
                  <a:lnTo>
                    <a:pt x="956944" y="1136850"/>
                  </a:lnTo>
                  <a:lnTo>
                    <a:pt x="956942" y="1136835"/>
                  </a:lnTo>
                  <a:lnTo>
                    <a:pt x="956942" y="1136820"/>
                  </a:lnTo>
                  <a:lnTo>
                    <a:pt x="956942" y="1136808"/>
                  </a:lnTo>
                  <a:lnTo>
                    <a:pt x="956938" y="1136797"/>
                  </a:lnTo>
                  <a:lnTo>
                    <a:pt x="956932" y="1136782"/>
                  </a:lnTo>
                  <a:lnTo>
                    <a:pt x="956930" y="1136767"/>
                  </a:lnTo>
                  <a:lnTo>
                    <a:pt x="956927" y="1136750"/>
                  </a:lnTo>
                  <a:lnTo>
                    <a:pt x="956923" y="1136737"/>
                  </a:lnTo>
                  <a:lnTo>
                    <a:pt x="956916" y="1136722"/>
                  </a:lnTo>
                  <a:lnTo>
                    <a:pt x="956911" y="1136707"/>
                  </a:lnTo>
                  <a:lnTo>
                    <a:pt x="956908" y="1136693"/>
                  </a:lnTo>
                  <a:lnTo>
                    <a:pt x="956909" y="1136677"/>
                  </a:lnTo>
                  <a:lnTo>
                    <a:pt x="956908" y="1136662"/>
                  </a:lnTo>
                  <a:lnTo>
                    <a:pt x="956908" y="1136647"/>
                  </a:lnTo>
                  <a:lnTo>
                    <a:pt x="956908" y="1136641"/>
                  </a:lnTo>
                  <a:lnTo>
                    <a:pt x="956906" y="1136627"/>
                  </a:lnTo>
                  <a:lnTo>
                    <a:pt x="956900" y="1136612"/>
                  </a:lnTo>
                  <a:lnTo>
                    <a:pt x="956889" y="1136589"/>
                  </a:lnTo>
                  <a:lnTo>
                    <a:pt x="956880" y="1136572"/>
                  </a:lnTo>
                  <a:lnTo>
                    <a:pt x="956876" y="1136557"/>
                  </a:lnTo>
                  <a:lnTo>
                    <a:pt x="956869" y="1136542"/>
                  </a:lnTo>
                  <a:lnTo>
                    <a:pt x="956862" y="1136527"/>
                  </a:lnTo>
                  <a:lnTo>
                    <a:pt x="956858" y="1136521"/>
                  </a:lnTo>
                  <a:lnTo>
                    <a:pt x="956857" y="1136514"/>
                  </a:lnTo>
                  <a:lnTo>
                    <a:pt x="956859" y="1136497"/>
                  </a:lnTo>
                  <a:lnTo>
                    <a:pt x="956861" y="1136482"/>
                  </a:lnTo>
                  <a:lnTo>
                    <a:pt x="956865" y="1136463"/>
                  </a:lnTo>
                  <a:lnTo>
                    <a:pt x="956868" y="1136447"/>
                  </a:lnTo>
                  <a:lnTo>
                    <a:pt x="956875" y="1136407"/>
                  </a:lnTo>
                  <a:lnTo>
                    <a:pt x="956881" y="1136352"/>
                  </a:lnTo>
                  <a:lnTo>
                    <a:pt x="956880" y="1136346"/>
                  </a:lnTo>
                  <a:lnTo>
                    <a:pt x="956881" y="1136340"/>
                  </a:lnTo>
                  <a:lnTo>
                    <a:pt x="956883" y="1136324"/>
                  </a:lnTo>
                  <a:lnTo>
                    <a:pt x="956884" y="1136307"/>
                  </a:lnTo>
                  <a:lnTo>
                    <a:pt x="956883" y="1136301"/>
                  </a:lnTo>
                  <a:lnTo>
                    <a:pt x="956883" y="1136285"/>
                  </a:lnTo>
                  <a:lnTo>
                    <a:pt x="956883" y="1136279"/>
                  </a:lnTo>
                  <a:lnTo>
                    <a:pt x="956886" y="1136270"/>
                  </a:lnTo>
                  <a:lnTo>
                    <a:pt x="956888" y="1136260"/>
                  </a:lnTo>
                  <a:lnTo>
                    <a:pt x="956891" y="1136255"/>
                  </a:lnTo>
                  <a:lnTo>
                    <a:pt x="956897" y="1136242"/>
                  </a:lnTo>
                  <a:lnTo>
                    <a:pt x="956904" y="1136225"/>
                  </a:lnTo>
                  <a:lnTo>
                    <a:pt x="956907" y="1136216"/>
                  </a:lnTo>
                  <a:lnTo>
                    <a:pt x="956907" y="1136210"/>
                  </a:lnTo>
                  <a:lnTo>
                    <a:pt x="956906" y="1136195"/>
                  </a:lnTo>
                  <a:lnTo>
                    <a:pt x="956902" y="1136182"/>
                  </a:lnTo>
                  <a:lnTo>
                    <a:pt x="956901" y="1136170"/>
                  </a:lnTo>
                  <a:lnTo>
                    <a:pt x="956902" y="1136164"/>
                  </a:lnTo>
                  <a:lnTo>
                    <a:pt x="956911" y="1136140"/>
                  </a:lnTo>
                  <a:lnTo>
                    <a:pt x="956917" y="1136125"/>
                  </a:lnTo>
                  <a:lnTo>
                    <a:pt x="956923" y="1136110"/>
                  </a:lnTo>
                  <a:lnTo>
                    <a:pt x="956929" y="1136095"/>
                  </a:lnTo>
                  <a:lnTo>
                    <a:pt x="956932" y="1136084"/>
                  </a:lnTo>
                  <a:lnTo>
                    <a:pt x="956936" y="1136080"/>
                  </a:lnTo>
                  <a:lnTo>
                    <a:pt x="956946" y="1136064"/>
                  </a:lnTo>
                  <a:lnTo>
                    <a:pt x="956956" y="1136056"/>
                  </a:lnTo>
                  <a:lnTo>
                    <a:pt x="956961" y="1136054"/>
                  </a:lnTo>
                  <a:lnTo>
                    <a:pt x="956968" y="1136050"/>
                  </a:lnTo>
                  <a:lnTo>
                    <a:pt x="956976" y="1136048"/>
                  </a:lnTo>
                  <a:lnTo>
                    <a:pt x="956991" y="1136043"/>
                  </a:lnTo>
                  <a:lnTo>
                    <a:pt x="957006" y="1136037"/>
                  </a:lnTo>
                  <a:lnTo>
                    <a:pt x="957011" y="1136034"/>
                  </a:lnTo>
                  <a:lnTo>
                    <a:pt x="957017" y="1136025"/>
                  </a:lnTo>
                  <a:lnTo>
                    <a:pt x="957022" y="1136009"/>
                  </a:lnTo>
                  <a:lnTo>
                    <a:pt x="957031" y="1135994"/>
                  </a:lnTo>
                  <a:lnTo>
                    <a:pt x="957032" y="1135979"/>
                  </a:lnTo>
                  <a:lnTo>
                    <a:pt x="957030" y="1135970"/>
                  </a:lnTo>
                  <a:lnTo>
                    <a:pt x="957029" y="1135962"/>
                  </a:lnTo>
                  <a:lnTo>
                    <a:pt x="957027" y="1135955"/>
                  </a:lnTo>
                  <a:lnTo>
                    <a:pt x="957024" y="1135950"/>
                  </a:lnTo>
                  <a:lnTo>
                    <a:pt x="957017" y="1135940"/>
                  </a:lnTo>
                  <a:lnTo>
                    <a:pt x="957009" y="1135930"/>
                  </a:lnTo>
                  <a:lnTo>
                    <a:pt x="957007" y="1135926"/>
                  </a:lnTo>
                  <a:lnTo>
                    <a:pt x="957004" y="1135922"/>
                  </a:lnTo>
                  <a:lnTo>
                    <a:pt x="957003" y="1135903"/>
                  </a:lnTo>
                  <a:lnTo>
                    <a:pt x="957002" y="1135888"/>
                  </a:lnTo>
                  <a:lnTo>
                    <a:pt x="957001" y="1135873"/>
                  </a:lnTo>
                  <a:lnTo>
                    <a:pt x="957001" y="1135867"/>
                  </a:lnTo>
                  <a:lnTo>
                    <a:pt x="956998" y="1135858"/>
                  </a:lnTo>
                  <a:lnTo>
                    <a:pt x="956994" y="1135847"/>
                  </a:lnTo>
                  <a:lnTo>
                    <a:pt x="956991" y="1135843"/>
                  </a:lnTo>
                  <a:lnTo>
                    <a:pt x="956981" y="1135829"/>
                  </a:lnTo>
                  <a:lnTo>
                    <a:pt x="956975" y="1135819"/>
                  </a:lnTo>
                  <a:lnTo>
                    <a:pt x="956970" y="1135816"/>
                  </a:lnTo>
                  <a:lnTo>
                    <a:pt x="956965" y="1135810"/>
                  </a:lnTo>
                  <a:lnTo>
                    <a:pt x="956964" y="1135805"/>
                  </a:lnTo>
                  <a:lnTo>
                    <a:pt x="956964" y="1135800"/>
                  </a:lnTo>
                  <a:lnTo>
                    <a:pt x="956962" y="1135790"/>
                  </a:lnTo>
                  <a:lnTo>
                    <a:pt x="956959" y="1135778"/>
                  </a:lnTo>
                  <a:lnTo>
                    <a:pt x="956948" y="1135772"/>
                  </a:lnTo>
                  <a:lnTo>
                    <a:pt x="956937" y="1135765"/>
                  </a:lnTo>
                  <a:lnTo>
                    <a:pt x="956931" y="1135761"/>
                  </a:lnTo>
                  <a:lnTo>
                    <a:pt x="956923" y="1135754"/>
                  </a:lnTo>
                  <a:lnTo>
                    <a:pt x="956919" y="1135749"/>
                  </a:lnTo>
                  <a:lnTo>
                    <a:pt x="956916" y="1135746"/>
                  </a:lnTo>
                  <a:lnTo>
                    <a:pt x="956911" y="1135741"/>
                  </a:lnTo>
                  <a:lnTo>
                    <a:pt x="956899" y="1135733"/>
                  </a:lnTo>
                  <a:lnTo>
                    <a:pt x="956890" y="1135729"/>
                  </a:lnTo>
                  <a:lnTo>
                    <a:pt x="956875" y="1135722"/>
                  </a:lnTo>
                  <a:lnTo>
                    <a:pt x="956859" y="1135715"/>
                  </a:lnTo>
                  <a:lnTo>
                    <a:pt x="956837" y="1135702"/>
                  </a:lnTo>
                  <a:lnTo>
                    <a:pt x="956819" y="1135684"/>
                  </a:lnTo>
                  <a:lnTo>
                    <a:pt x="956810" y="1135672"/>
                  </a:lnTo>
                  <a:lnTo>
                    <a:pt x="956794" y="1135663"/>
                  </a:lnTo>
                  <a:lnTo>
                    <a:pt x="956786" y="1135659"/>
                  </a:lnTo>
                  <a:lnTo>
                    <a:pt x="956778" y="1135658"/>
                  </a:lnTo>
                  <a:lnTo>
                    <a:pt x="956771" y="1135657"/>
                  </a:lnTo>
                  <a:lnTo>
                    <a:pt x="956765" y="1135653"/>
                  </a:lnTo>
                  <a:lnTo>
                    <a:pt x="956751" y="1135647"/>
                  </a:lnTo>
                  <a:lnTo>
                    <a:pt x="956742" y="1135645"/>
                  </a:lnTo>
                  <a:lnTo>
                    <a:pt x="956732" y="1135644"/>
                  </a:lnTo>
                  <a:lnTo>
                    <a:pt x="956716" y="1135645"/>
                  </a:lnTo>
                  <a:lnTo>
                    <a:pt x="956699" y="1135646"/>
                  </a:lnTo>
                  <a:lnTo>
                    <a:pt x="956689" y="1135647"/>
                  </a:lnTo>
                  <a:lnTo>
                    <a:pt x="956674" y="1135649"/>
                  </a:lnTo>
                  <a:lnTo>
                    <a:pt x="956659" y="1135650"/>
                  </a:lnTo>
                  <a:lnTo>
                    <a:pt x="956655" y="1135652"/>
                  </a:lnTo>
                  <a:lnTo>
                    <a:pt x="956648" y="1135652"/>
                  </a:lnTo>
                  <a:lnTo>
                    <a:pt x="956622" y="1135656"/>
                  </a:lnTo>
                  <a:lnTo>
                    <a:pt x="956607" y="1135656"/>
                  </a:lnTo>
                  <a:lnTo>
                    <a:pt x="956594" y="1135658"/>
                  </a:lnTo>
                  <a:lnTo>
                    <a:pt x="956589" y="1135660"/>
                  </a:lnTo>
                  <a:lnTo>
                    <a:pt x="956569" y="1135666"/>
                  </a:lnTo>
                  <a:lnTo>
                    <a:pt x="956555" y="1135667"/>
                  </a:lnTo>
                  <a:lnTo>
                    <a:pt x="956540" y="1135668"/>
                  </a:lnTo>
                  <a:lnTo>
                    <a:pt x="956525" y="1135669"/>
                  </a:lnTo>
                  <a:lnTo>
                    <a:pt x="956510" y="1135668"/>
                  </a:lnTo>
                  <a:lnTo>
                    <a:pt x="956495" y="1135668"/>
                  </a:lnTo>
                  <a:lnTo>
                    <a:pt x="956480" y="1135668"/>
                  </a:lnTo>
                  <a:lnTo>
                    <a:pt x="956465" y="1135668"/>
                  </a:lnTo>
                  <a:lnTo>
                    <a:pt x="956459" y="1135668"/>
                  </a:lnTo>
                  <a:lnTo>
                    <a:pt x="956454" y="1135666"/>
                  </a:lnTo>
                  <a:lnTo>
                    <a:pt x="956450" y="1135663"/>
                  </a:lnTo>
                  <a:lnTo>
                    <a:pt x="956446" y="1135655"/>
                  </a:lnTo>
                  <a:lnTo>
                    <a:pt x="956444" y="1135648"/>
                  </a:lnTo>
                  <a:lnTo>
                    <a:pt x="956444" y="1135633"/>
                  </a:lnTo>
                  <a:lnTo>
                    <a:pt x="956448" y="1135617"/>
                  </a:lnTo>
                  <a:lnTo>
                    <a:pt x="956452" y="1135603"/>
                  </a:lnTo>
                  <a:lnTo>
                    <a:pt x="956452" y="1135596"/>
                  </a:lnTo>
                  <a:lnTo>
                    <a:pt x="956451" y="1135587"/>
                  </a:lnTo>
                  <a:lnTo>
                    <a:pt x="956447" y="1135571"/>
                  </a:lnTo>
                  <a:lnTo>
                    <a:pt x="956441" y="1135556"/>
                  </a:lnTo>
                  <a:lnTo>
                    <a:pt x="956433" y="1135540"/>
                  </a:lnTo>
                  <a:lnTo>
                    <a:pt x="956428" y="1135533"/>
                  </a:lnTo>
                  <a:lnTo>
                    <a:pt x="956422" y="1135526"/>
                  </a:lnTo>
                  <a:lnTo>
                    <a:pt x="956417" y="1135522"/>
                  </a:lnTo>
                  <a:lnTo>
                    <a:pt x="956410" y="1135514"/>
                  </a:lnTo>
                  <a:lnTo>
                    <a:pt x="956409" y="1135507"/>
                  </a:lnTo>
                  <a:lnTo>
                    <a:pt x="956407" y="1135500"/>
                  </a:lnTo>
                  <a:lnTo>
                    <a:pt x="956407" y="1135485"/>
                  </a:lnTo>
                  <a:lnTo>
                    <a:pt x="956407" y="1135472"/>
                  </a:lnTo>
                  <a:lnTo>
                    <a:pt x="956406" y="1135460"/>
                  </a:lnTo>
                  <a:lnTo>
                    <a:pt x="956402" y="1135453"/>
                  </a:lnTo>
                  <a:lnTo>
                    <a:pt x="956396" y="1135446"/>
                  </a:lnTo>
                  <a:lnTo>
                    <a:pt x="956388" y="1135435"/>
                  </a:lnTo>
                  <a:lnTo>
                    <a:pt x="956386" y="1135426"/>
                  </a:lnTo>
                  <a:lnTo>
                    <a:pt x="956382" y="1135411"/>
                  </a:lnTo>
                  <a:lnTo>
                    <a:pt x="956379" y="1135407"/>
                  </a:lnTo>
                  <a:lnTo>
                    <a:pt x="956373" y="1135399"/>
                  </a:lnTo>
                  <a:lnTo>
                    <a:pt x="956366" y="1135391"/>
                  </a:lnTo>
                  <a:lnTo>
                    <a:pt x="956356" y="1135380"/>
                  </a:lnTo>
                  <a:lnTo>
                    <a:pt x="956349" y="1135370"/>
                  </a:lnTo>
                  <a:lnTo>
                    <a:pt x="956343" y="1135363"/>
                  </a:lnTo>
                  <a:lnTo>
                    <a:pt x="956342" y="1135351"/>
                  </a:lnTo>
                  <a:lnTo>
                    <a:pt x="956341" y="1135345"/>
                  </a:lnTo>
                  <a:lnTo>
                    <a:pt x="956341" y="1135337"/>
                  </a:lnTo>
                  <a:lnTo>
                    <a:pt x="956342" y="1135323"/>
                  </a:lnTo>
                  <a:lnTo>
                    <a:pt x="956344" y="1135308"/>
                  </a:lnTo>
                  <a:lnTo>
                    <a:pt x="956345" y="1135293"/>
                  </a:lnTo>
                  <a:lnTo>
                    <a:pt x="956348" y="1135278"/>
                  </a:lnTo>
                  <a:lnTo>
                    <a:pt x="956350" y="1135262"/>
                  </a:lnTo>
                  <a:lnTo>
                    <a:pt x="956354" y="1135247"/>
                  </a:lnTo>
                  <a:lnTo>
                    <a:pt x="956356" y="1135232"/>
                  </a:lnTo>
                  <a:lnTo>
                    <a:pt x="956358" y="1135217"/>
                  </a:lnTo>
                  <a:lnTo>
                    <a:pt x="956359" y="1135211"/>
                  </a:lnTo>
                  <a:lnTo>
                    <a:pt x="956361" y="1135202"/>
                  </a:lnTo>
                  <a:lnTo>
                    <a:pt x="956363" y="1135197"/>
                  </a:lnTo>
                  <a:lnTo>
                    <a:pt x="956364" y="1135183"/>
                  </a:lnTo>
                  <a:lnTo>
                    <a:pt x="956366" y="1135166"/>
                  </a:lnTo>
                  <a:lnTo>
                    <a:pt x="956367" y="1135155"/>
                  </a:lnTo>
                  <a:lnTo>
                    <a:pt x="956366" y="1135143"/>
                  </a:lnTo>
                  <a:lnTo>
                    <a:pt x="956362" y="1135128"/>
                  </a:lnTo>
                  <a:lnTo>
                    <a:pt x="956358" y="1135114"/>
                  </a:lnTo>
                  <a:lnTo>
                    <a:pt x="956353" y="1135103"/>
                  </a:lnTo>
                  <a:lnTo>
                    <a:pt x="956348" y="1135091"/>
                  </a:lnTo>
                  <a:lnTo>
                    <a:pt x="956339" y="1135059"/>
                  </a:lnTo>
                  <a:lnTo>
                    <a:pt x="956338" y="1135042"/>
                  </a:lnTo>
                  <a:lnTo>
                    <a:pt x="956340" y="1135027"/>
                  </a:lnTo>
                  <a:lnTo>
                    <a:pt x="956343" y="1135011"/>
                  </a:lnTo>
                  <a:lnTo>
                    <a:pt x="956343" y="1135007"/>
                  </a:lnTo>
                  <a:lnTo>
                    <a:pt x="956347" y="1134996"/>
                  </a:lnTo>
                  <a:lnTo>
                    <a:pt x="956350" y="1134983"/>
                  </a:lnTo>
                  <a:lnTo>
                    <a:pt x="956355" y="1134968"/>
                  </a:lnTo>
                  <a:lnTo>
                    <a:pt x="956360" y="1134955"/>
                  </a:lnTo>
                  <a:lnTo>
                    <a:pt x="956367" y="1134935"/>
                  </a:lnTo>
                  <a:lnTo>
                    <a:pt x="956368" y="1134919"/>
                  </a:lnTo>
                  <a:lnTo>
                    <a:pt x="956367" y="1134905"/>
                  </a:lnTo>
                  <a:lnTo>
                    <a:pt x="956365" y="1134882"/>
                  </a:lnTo>
                  <a:lnTo>
                    <a:pt x="956365" y="1134868"/>
                  </a:lnTo>
                  <a:lnTo>
                    <a:pt x="956363" y="1134861"/>
                  </a:lnTo>
                  <a:lnTo>
                    <a:pt x="956361" y="1134846"/>
                  </a:lnTo>
                  <a:lnTo>
                    <a:pt x="956358" y="1134831"/>
                  </a:lnTo>
                  <a:lnTo>
                    <a:pt x="956357" y="1134816"/>
                  </a:lnTo>
                  <a:lnTo>
                    <a:pt x="956354" y="1134799"/>
                  </a:lnTo>
                  <a:lnTo>
                    <a:pt x="956350" y="1134786"/>
                  </a:lnTo>
                  <a:lnTo>
                    <a:pt x="956340" y="1134760"/>
                  </a:lnTo>
                  <a:lnTo>
                    <a:pt x="956335" y="1134750"/>
                  </a:lnTo>
                  <a:lnTo>
                    <a:pt x="956324" y="1134736"/>
                  </a:lnTo>
                  <a:lnTo>
                    <a:pt x="956310" y="1134723"/>
                  </a:lnTo>
                  <a:lnTo>
                    <a:pt x="956297" y="1134710"/>
                  </a:lnTo>
                  <a:lnTo>
                    <a:pt x="956284" y="1134697"/>
                  </a:lnTo>
                  <a:lnTo>
                    <a:pt x="956273" y="1134682"/>
                  </a:lnTo>
                  <a:lnTo>
                    <a:pt x="956265" y="1134671"/>
                  </a:lnTo>
                  <a:lnTo>
                    <a:pt x="956263" y="1134667"/>
                  </a:lnTo>
                  <a:lnTo>
                    <a:pt x="956252" y="1134650"/>
                  </a:lnTo>
                  <a:lnTo>
                    <a:pt x="956244" y="1134631"/>
                  </a:lnTo>
                  <a:lnTo>
                    <a:pt x="956233" y="1134614"/>
                  </a:lnTo>
                  <a:lnTo>
                    <a:pt x="956227" y="1134607"/>
                  </a:lnTo>
                  <a:lnTo>
                    <a:pt x="956213" y="1134595"/>
                  </a:lnTo>
                  <a:lnTo>
                    <a:pt x="956204" y="1134588"/>
                  </a:lnTo>
                  <a:lnTo>
                    <a:pt x="956194" y="1134579"/>
                  </a:lnTo>
                  <a:lnTo>
                    <a:pt x="956187" y="1134574"/>
                  </a:lnTo>
                  <a:lnTo>
                    <a:pt x="956182" y="1134570"/>
                  </a:lnTo>
                  <a:lnTo>
                    <a:pt x="956172" y="1134567"/>
                  </a:lnTo>
                  <a:lnTo>
                    <a:pt x="956162" y="1134562"/>
                  </a:lnTo>
                  <a:lnTo>
                    <a:pt x="956156" y="1134561"/>
                  </a:lnTo>
                  <a:lnTo>
                    <a:pt x="956152" y="1134558"/>
                  </a:lnTo>
                  <a:lnTo>
                    <a:pt x="956143" y="1134553"/>
                  </a:lnTo>
                  <a:lnTo>
                    <a:pt x="956137" y="1134547"/>
                  </a:lnTo>
                  <a:lnTo>
                    <a:pt x="956134" y="1134542"/>
                  </a:lnTo>
                  <a:lnTo>
                    <a:pt x="956131" y="1134532"/>
                  </a:lnTo>
                  <a:lnTo>
                    <a:pt x="956129" y="1134523"/>
                  </a:lnTo>
                  <a:lnTo>
                    <a:pt x="956128" y="1134518"/>
                  </a:lnTo>
                  <a:lnTo>
                    <a:pt x="956126" y="1134513"/>
                  </a:lnTo>
                  <a:lnTo>
                    <a:pt x="956119" y="1134508"/>
                  </a:lnTo>
                  <a:lnTo>
                    <a:pt x="956114" y="1134503"/>
                  </a:lnTo>
                  <a:lnTo>
                    <a:pt x="956107" y="1134498"/>
                  </a:lnTo>
                  <a:lnTo>
                    <a:pt x="956100" y="1134494"/>
                  </a:lnTo>
                  <a:lnTo>
                    <a:pt x="956097" y="1134487"/>
                  </a:lnTo>
                  <a:lnTo>
                    <a:pt x="956100" y="1134479"/>
                  </a:lnTo>
                  <a:lnTo>
                    <a:pt x="956107" y="1134464"/>
                  </a:lnTo>
                  <a:lnTo>
                    <a:pt x="956114" y="1134449"/>
                  </a:lnTo>
                  <a:lnTo>
                    <a:pt x="956116" y="1134443"/>
                  </a:lnTo>
                  <a:lnTo>
                    <a:pt x="956119" y="1134435"/>
                  </a:lnTo>
                  <a:lnTo>
                    <a:pt x="956121" y="1134426"/>
                  </a:lnTo>
                  <a:lnTo>
                    <a:pt x="956122" y="1134419"/>
                  </a:lnTo>
                  <a:lnTo>
                    <a:pt x="956121" y="1134410"/>
                  </a:lnTo>
                  <a:lnTo>
                    <a:pt x="956118" y="1134407"/>
                  </a:lnTo>
                  <a:lnTo>
                    <a:pt x="956105" y="1134409"/>
                  </a:lnTo>
                  <a:lnTo>
                    <a:pt x="956090" y="1134408"/>
                  </a:lnTo>
                  <a:lnTo>
                    <a:pt x="956078" y="1134408"/>
                  </a:lnTo>
                  <a:lnTo>
                    <a:pt x="956057" y="1134407"/>
                  </a:lnTo>
                  <a:lnTo>
                    <a:pt x="956033" y="1134407"/>
                  </a:lnTo>
                  <a:lnTo>
                    <a:pt x="956020" y="1134409"/>
                  </a:lnTo>
                  <a:lnTo>
                    <a:pt x="956009" y="1134415"/>
                  </a:lnTo>
                  <a:lnTo>
                    <a:pt x="956001" y="1134422"/>
                  </a:lnTo>
                  <a:lnTo>
                    <a:pt x="955993" y="1134428"/>
                  </a:lnTo>
                  <a:lnTo>
                    <a:pt x="955978" y="1134436"/>
                  </a:lnTo>
                  <a:lnTo>
                    <a:pt x="955964" y="1134446"/>
                  </a:lnTo>
                  <a:lnTo>
                    <a:pt x="955949" y="1134456"/>
                  </a:lnTo>
                  <a:lnTo>
                    <a:pt x="955934" y="1134467"/>
                  </a:lnTo>
                  <a:lnTo>
                    <a:pt x="955919" y="1134480"/>
                  </a:lnTo>
                  <a:lnTo>
                    <a:pt x="955905" y="1134493"/>
                  </a:lnTo>
                  <a:lnTo>
                    <a:pt x="955892" y="1134506"/>
                  </a:lnTo>
                  <a:lnTo>
                    <a:pt x="955877" y="1134516"/>
                  </a:lnTo>
                  <a:lnTo>
                    <a:pt x="955862" y="1134524"/>
                  </a:lnTo>
                  <a:lnTo>
                    <a:pt x="955850" y="1134529"/>
                  </a:lnTo>
                  <a:lnTo>
                    <a:pt x="955843" y="1134532"/>
                  </a:lnTo>
                  <a:lnTo>
                    <a:pt x="955832" y="1134536"/>
                  </a:lnTo>
                  <a:lnTo>
                    <a:pt x="955821" y="1134541"/>
                  </a:lnTo>
                  <a:lnTo>
                    <a:pt x="955815" y="1134541"/>
                  </a:lnTo>
                  <a:lnTo>
                    <a:pt x="955810" y="1134541"/>
                  </a:lnTo>
                  <a:lnTo>
                    <a:pt x="955802" y="1134542"/>
                  </a:lnTo>
                  <a:lnTo>
                    <a:pt x="955790" y="1134538"/>
                  </a:lnTo>
                  <a:lnTo>
                    <a:pt x="955778" y="1134533"/>
                  </a:lnTo>
                  <a:lnTo>
                    <a:pt x="955771" y="1134533"/>
                  </a:lnTo>
                  <a:lnTo>
                    <a:pt x="955740" y="1134536"/>
                  </a:lnTo>
                  <a:lnTo>
                    <a:pt x="955713" y="1134542"/>
                  </a:lnTo>
                  <a:lnTo>
                    <a:pt x="955695" y="1134550"/>
                  </a:lnTo>
                  <a:lnTo>
                    <a:pt x="955683" y="1134552"/>
                  </a:lnTo>
                  <a:lnTo>
                    <a:pt x="955674" y="1134556"/>
                  </a:lnTo>
                  <a:lnTo>
                    <a:pt x="955668" y="1134556"/>
                  </a:lnTo>
                  <a:lnTo>
                    <a:pt x="955653" y="1134559"/>
                  </a:lnTo>
                  <a:lnTo>
                    <a:pt x="955638" y="1134558"/>
                  </a:lnTo>
                  <a:lnTo>
                    <a:pt x="955633" y="1134555"/>
                  </a:lnTo>
                  <a:lnTo>
                    <a:pt x="955627" y="1134550"/>
                  </a:lnTo>
                  <a:lnTo>
                    <a:pt x="955625" y="1134546"/>
                  </a:lnTo>
                  <a:lnTo>
                    <a:pt x="955618" y="1134539"/>
                  </a:lnTo>
                  <a:lnTo>
                    <a:pt x="955614" y="1134531"/>
                  </a:lnTo>
                  <a:lnTo>
                    <a:pt x="955612" y="1134524"/>
                  </a:lnTo>
                  <a:lnTo>
                    <a:pt x="955610" y="1134516"/>
                  </a:lnTo>
                  <a:lnTo>
                    <a:pt x="955608" y="1134503"/>
                  </a:lnTo>
                  <a:lnTo>
                    <a:pt x="955607" y="1134450"/>
                  </a:lnTo>
                  <a:lnTo>
                    <a:pt x="955591" y="1134371"/>
                  </a:lnTo>
                  <a:lnTo>
                    <a:pt x="955602" y="1134313"/>
                  </a:lnTo>
                  <a:lnTo>
                    <a:pt x="955603" y="1134307"/>
                  </a:lnTo>
                  <a:lnTo>
                    <a:pt x="955597" y="1134246"/>
                  </a:lnTo>
                  <a:lnTo>
                    <a:pt x="955583" y="1134162"/>
                  </a:lnTo>
                  <a:lnTo>
                    <a:pt x="955580" y="1134148"/>
                  </a:lnTo>
                  <a:lnTo>
                    <a:pt x="955555" y="1134076"/>
                  </a:lnTo>
                  <a:lnTo>
                    <a:pt x="955551" y="1134055"/>
                  </a:lnTo>
                  <a:lnTo>
                    <a:pt x="955547" y="1134027"/>
                  </a:lnTo>
                  <a:lnTo>
                    <a:pt x="955543" y="1133978"/>
                  </a:lnTo>
                  <a:lnTo>
                    <a:pt x="955542" y="1133974"/>
                  </a:lnTo>
                  <a:lnTo>
                    <a:pt x="955541" y="1133969"/>
                  </a:lnTo>
                  <a:lnTo>
                    <a:pt x="955538" y="1133965"/>
                  </a:lnTo>
                  <a:lnTo>
                    <a:pt x="955534" y="1133961"/>
                  </a:lnTo>
                  <a:lnTo>
                    <a:pt x="955530" y="1133956"/>
                  </a:lnTo>
                  <a:lnTo>
                    <a:pt x="955525" y="1133953"/>
                  </a:lnTo>
                  <a:lnTo>
                    <a:pt x="955521" y="1133950"/>
                  </a:lnTo>
                  <a:lnTo>
                    <a:pt x="955516" y="1133947"/>
                  </a:lnTo>
                  <a:lnTo>
                    <a:pt x="955478" y="1133927"/>
                  </a:lnTo>
                  <a:lnTo>
                    <a:pt x="955474" y="1133925"/>
                  </a:lnTo>
                  <a:lnTo>
                    <a:pt x="955471" y="1133923"/>
                  </a:lnTo>
                  <a:lnTo>
                    <a:pt x="955445" y="1133905"/>
                  </a:lnTo>
                  <a:lnTo>
                    <a:pt x="955439" y="1133897"/>
                  </a:lnTo>
                  <a:lnTo>
                    <a:pt x="955431" y="1133887"/>
                  </a:lnTo>
                  <a:lnTo>
                    <a:pt x="955427" y="1133881"/>
                  </a:lnTo>
                  <a:lnTo>
                    <a:pt x="955425" y="1133876"/>
                  </a:lnTo>
                  <a:lnTo>
                    <a:pt x="955423" y="1133869"/>
                  </a:lnTo>
                  <a:lnTo>
                    <a:pt x="955423" y="1133863"/>
                  </a:lnTo>
                  <a:lnTo>
                    <a:pt x="955422" y="1133858"/>
                  </a:lnTo>
                  <a:lnTo>
                    <a:pt x="955425" y="1133842"/>
                  </a:lnTo>
                  <a:lnTo>
                    <a:pt x="955425" y="1133835"/>
                  </a:lnTo>
                  <a:lnTo>
                    <a:pt x="955425" y="1133830"/>
                  </a:lnTo>
                  <a:lnTo>
                    <a:pt x="955424" y="1133815"/>
                  </a:lnTo>
                  <a:lnTo>
                    <a:pt x="955423" y="1133809"/>
                  </a:lnTo>
                  <a:lnTo>
                    <a:pt x="955420" y="1133802"/>
                  </a:lnTo>
                  <a:lnTo>
                    <a:pt x="955417" y="1133794"/>
                  </a:lnTo>
                  <a:lnTo>
                    <a:pt x="955408" y="1133781"/>
                  </a:lnTo>
                  <a:lnTo>
                    <a:pt x="955404" y="1133774"/>
                  </a:lnTo>
                  <a:lnTo>
                    <a:pt x="955395" y="1133762"/>
                  </a:lnTo>
                  <a:lnTo>
                    <a:pt x="955390" y="1133757"/>
                  </a:lnTo>
                  <a:lnTo>
                    <a:pt x="955386" y="1133753"/>
                  </a:lnTo>
                  <a:lnTo>
                    <a:pt x="955382" y="1133750"/>
                  </a:lnTo>
                  <a:lnTo>
                    <a:pt x="955379" y="1133747"/>
                  </a:lnTo>
                  <a:lnTo>
                    <a:pt x="955375" y="1133744"/>
                  </a:lnTo>
                  <a:lnTo>
                    <a:pt x="955370" y="1133741"/>
                  </a:lnTo>
                  <a:lnTo>
                    <a:pt x="955364" y="1133738"/>
                  </a:lnTo>
                  <a:lnTo>
                    <a:pt x="955359" y="1133736"/>
                  </a:lnTo>
                  <a:lnTo>
                    <a:pt x="955335" y="1133727"/>
                  </a:lnTo>
                  <a:lnTo>
                    <a:pt x="955299" y="1133716"/>
                  </a:lnTo>
                  <a:lnTo>
                    <a:pt x="955273" y="1133705"/>
                  </a:lnTo>
                  <a:lnTo>
                    <a:pt x="955268" y="1133702"/>
                  </a:lnTo>
                  <a:lnTo>
                    <a:pt x="955225" y="1133678"/>
                  </a:lnTo>
                  <a:lnTo>
                    <a:pt x="955199" y="1133664"/>
                  </a:lnTo>
                  <a:lnTo>
                    <a:pt x="955194" y="1133662"/>
                  </a:lnTo>
                  <a:lnTo>
                    <a:pt x="955189" y="1133661"/>
                  </a:lnTo>
                  <a:lnTo>
                    <a:pt x="955185" y="1133660"/>
                  </a:lnTo>
                  <a:lnTo>
                    <a:pt x="955148" y="1133655"/>
                  </a:lnTo>
                  <a:lnTo>
                    <a:pt x="955136" y="1133653"/>
                  </a:lnTo>
                  <a:lnTo>
                    <a:pt x="955114" y="1133645"/>
                  </a:lnTo>
                  <a:lnTo>
                    <a:pt x="955102" y="1133639"/>
                  </a:lnTo>
                  <a:lnTo>
                    <a:pt x="955098" y="1133637"/>
                  </a:lnTo>
                  <a:lnTo>
                    <a:pt x="955093" y="1133633"/>
                  </a:lnTo>
                  <a:lnTo>
                    <a:pt x="955070" y="1133613"/>
                  </a:lnTo>
                  <a:lnTo>
                    <a:pt x="955066" y="1133611"/>
                  </a:lnTo>
                  <a:lnTo>
                    <a:pt x="955008" y="1133588"/>
                  </a:lnTo>
                  <a:lnTo>
                    <a:pt x="954971" y="1133562"/>
                  </a:lnTo>
                  <a:lnTo>
                    <a:pt x="954941" y="1133540"/>
                  </a:lnTo>
                  <a:lnTo>
                    <a:pt x="954916" y="1133511"/>
                  </a:lnTo>
                  <a:lnTo>
                    <a:pt x="954891" y="1133479"/>
                  </a:lnTo>
                  <a:lnTo>
                    <a:pt x="954863" y="1133429"/>
                  </a:lnTo>
                  <a:lnTo>
                    <a:pt x="954833" y="1133400"/>
                  </a:lnTo>
                  <a:lnTo>
                    <a:pt x="954805" y="1133376"/>
                  </a:lnTo>
                  <a:lnTo>
                    <a:pt x="954784" y="1133364"/>
                  </a:lnTo>
                  <a:lnTo>
                    <a:pt x="954762" y="1133358"/>
                  </a:lnTo>
                  <a:lnTo>
                    <a:pt x="954743" y="1133351"/>
                  </a:lnTo>
                  <a:lnTo>
                    <a:pt x="954726" y="1133337"/>
                  </a:lnTo>
                  <a:lnTo>
                    <a:pt x="954706" y="1133311"/>
                  </a:lnTo>
                  <a:lnTo>
                    <a:pt x="954690" y="1133298"/>
                  </a:lnTo>
                  <a:lnTo>
                    <a:pt x="954669" y="1133284"/>
                  </a:lnTo>
                  <a:lnTo>
                    <a:pt x="954645" y="1133273"/>
                  </a:lnTo>
                  <a:lnTo>
                    <a:pt x="954611" y="1133259"/>
                  </a:lnTo>
                  <a:lnTo>
                    <a:pt x="954572" y="1133249"/>
                  </a:lnTo>
                  <a:lnTo>
                    <a:pt x="954532" y="1133225"/>
                  </a:lnTo>
                  <a:lnTo>
                    <a:pt x="954504" y="1133201"/>
                  </a:lnTo>
                  <a:lnTo>
                    <a:pt x="954490" y="1133193"/>
                  </a:lnTo>
                  <a:lnTo>
                    <a:pt x="954479" y="1133191"/>
                  </a:lnTo>
                  <a:lnTo>
                    <a:pt x="954458" y="1133189"/>
                  </a:lnTo>
                  <a:lnTo>
                    <a:pt x="954441" y="1133184"/>
                  </a:lnTo>
                  <a:lnTo>
                    <a:pt x="954422" y="1133165"/>
                  </a:lnTo>
                  <a:lnTo>
                    <a:pt x="954384" y="1133146"/>
                  </a:lnTo>
                  <a:lnTo>
                    <a:pt x="954366" y="1133137"/>
                  </a:lnTo>
                  <a:lnTo>
                    <a:pt x="954357" y="1133131"/>
                  </a:lnTo>
                  <a:lnTo>
                    <a:pt x="954357" y="1133124"/>
                  </a:lnTo>
                  <a:lnTo>
                    <a:pt x="954360" y="1133110"/>
                  </a:lnTo>
                  <a:lnTo>
                    <a:pt x="954389" y="1133086"/>
                  </a:lnTo>
                  <a:lnTo>
                    <a:pt x="954422" y="1133065"/>
                  </a:lnTo>
                  <a:lnTo>
                    <a:pt x="954457" y="1133046"/>
                  </a:lnTo>
                  <a:lnTo>
                    <a:pt x="954474" y="1133030"/>
                  </a:lnTo>
                  <a:lnTo>
                    <a:pt x="954479" y="1133012"/>
                  </a:lnTo>
                  <a:lnTo>
                    <a:pt x="954476" y="1132994"/>
                  </a:lnTo>
                  <a:lnTo>
                    <a:pt x="954458" y="1132968"/>
                  </a:lnTo>
                  <a:lnTo>
                    <a:pt x="954448" y="1132954"/>
                  </a:lnTo>
                  <a:lnTo>
                    <a:pt x="954448" y="1132941"/>
                  </a:lnTo>
                  <a:lnTo>
                    <a:pt x="954459" y="1132919"/>
                  </a:lnTo>
                  <a:lnTo>
                    <a:pt x="954463" y="1132901"/>
                  </a:lnTo>
                  <a:lnTo>
                    <a:pt x="954467" y="1132876"/>
                  </a:lnTo>
                  <a:lnTo>
                    <a:pt x="954460" y="1132852"/>
                  </a:lnTo>
                  <a:lnTo>
                    <a:pt x="954441" y="1132832"/>
                  </a:lnTo>
                  <a:lnTo>
                    <a:pt x="954419" y="1132804"/>
                  </a:lnTo>
                  <a:lnTo>
                    <a:pt x="954395" y="1132783"/>
                  </a:lnTo>
                  <a:lnTo>
                    <a:pt x="954369" y="1132763"/>
                  </a:lnTo>
                  <a:lnTo>
                    <a:pt x="954362" y="1132750"/>
                  </a:lnTo>
                  <a:lnTo>
                    <a:pt x="954361" y="1132732"/>
                  </a:lnTo>
                  <a:lnTo>
                    <a:pt x="954368" y="1132677"/>
                  </a:lnTo>
                  <a:lnTo>
                    <a:pt x="954383" y="1132612"/>
                  </a:lnTo>
                  <a:lnTo>
                    <a:pt x="954394" y="1132575"/>
                  </a:lnTo>
                  <a:lnTo>
                    <a:pt x="954403" y="1132553"/>
                  </a:lnTo>
                  <a:lnTo>
                    <a:pt x="954405" y="1132545"/>
                  </a:lnTo>
                  <a:lnTo>
                    <a:pt x="954400" y="1132539"/>
                  </a:lnTo>
                  <a:lnTo>
                    <a:pt x="954394" y="1132530"/>
                  </a:lnTo>
                  <a:lnTo>
                    <a:pt x="954365" y="1132507"/>
                  </a:lnTo>
                  <a:lnTo>
                    <a:pt x="954338" y="1132482"/>
                  </a:lnTo>
                  <a:lnTo>
                    <a:pt x="954313" y="1132456"/>
                  </a:lnTo>
                  <a:lnTo>
                    <a:pt x="954299" y="1132435"/>
                  </a:lnTo>
                  <a:lnTo>
                    <a:pt x="954280" y="1132423"/>
                  </a:lnTo>
                  <a:lnTo>
                    <a:pt x="954242" y="1132405"/>
                  </a:lnTo>
                  <a:lnTo>
                    <a:pt x="954215" y="1132395"/>
                  </a:lnTo>
                  <a:lnTo>
                    <a:pt x="954199" y="1132383"/>
                  </a:lnTo>
                  <a:lnTo>
                    <a:pt x="954190" y="1132370"/>
                  </a:lnTo>
                  <a:lnTo>
                    <a:pt x="954186" y="1132348"/>
                  </a:lnTo>
                  <a:lnTo>
                    <a:pt x="954172" y="1132327"/>
                  </a:lnTo>
                  <a:lnTo>
                    <a:pt x="954156" y="1132317"/>
                  </a:lnTo>
                  <a:lnTo>
                    <a:pt x="954143" y="1132307"/>
                  </a:lnTo>
                  <a:lnTo>
                    <a:pt x="954127" y="1132290"/>
                  </a:lnTo>
                  <a:lnTo>
                    <a:pt x="954094" y="1132272"/>
                  </a:lnTo>
                  <a:lnTo>
                    <a:pt x="954059" y="1132258"/>
                  </a:lnTo>
                  <a:lnTo>
                    <a:pt x="954016" y="1132250"/>
                  </a:lnTo>
                  <a:lnTo>
                    <a:pt x="953991" y="1132246"/>
                  </a:lnTo>
                  <a:lnTo>
                    <a:pt x="953965" y="1132244"/>
                  </a:lnTo>
                  <a:lnTo>
                    <a:pt x="953953" y="1132243"/>
                  </a:lnTo>
                  <a:lnTo>
                    <a:pt x="953948" y="1132243"/>
                  </a:lnTo>
                  <a:lnTo>
                    <a:pt x="953944" y="1132239"/>
                  </a:lnTo>
                  <a:lnTo>
                    <a:pt x="953944" y="1132207"/>
                  </a:lnTo>
                  <a:lnTo>
                    <a:pt x="953940" y="1132148"/>
                  </a:lnTo>
                  <a:lnTo>
                    <a:pt x="953941" y="1132132"/>
                  </a:lnTo>
                  <a:lnTo>
                    <a:pt x="953946" y="1132126"/>
                  </a:lnTo>
                  <a:lnTo>
                    <a:pt x="953967" y="1132118"/>
                  </a:lnTo>
                  <a:lnTo>
                    <a:pt x="953981" y="1132111"/>
                  </a:lnTo>
                  <a:lnTo>
                    <a:pt x="953991" y="1132098"/>
                  </a:lnTo>
                  <a:lnTo>
                    <a:pt x="953994" y="1132075"/>
                  </a:lnTo>
                  <a:lnTo>
                    <a:pt x="953984" y="1132051"/>
                  </a:lnTo>
                  <a:lnTo>
                    <a:pt x="953980" y="1132040"/>
                  </a:lnTo>
                  <a:lnTo>
                    <a:pt x="953982" y="1132033"/>
                  </a:lnTo>
                  <a:lnTo>
                    <a:pt x="953985" y="1132022"/>
                  </a:lnTo>
                  <a:lnTo>
                    <a:pt x="953997" y="1132009"/>
                  </a:lnTo>
                  <a:lnTo>
                    <a:pt x="954017" y="1131992"/>
                  </a:lnTo>
                  <a:lnTo>
                    <a:pt x="954048" y="1131973"/>
                  </a:lnTo>
                  <a:lnTo>
                    <a:pt x="954057" y="1131964"/>
                  </a:lnTo>
                  <a:lnTo>
                    <a:pt x="954060" y="1131960"/>
                  </a:lnTo>
                  <a:lnTo>
                    <a:pt x="954064" y="1131954"/>
                  </a:lnTo>
                  <a:lnTo>
                    <a:pt x="954066" y="1131948"/>
                  </a:lnTo>
                  <a:lnTo>
                    <a:pt x="954074" y="1131931"/>
                  </a:lnTo>
                  <a:lnTo>
                    <a:pt x="954084" y="1131918"/>
                  </a:lnTo>
                  <a:lnTo>
                    <a:pt x="954090" y="1131912"/>
                  </a:lnTo>
                  <a:lnTo>
                    <a:pt x="954095" y="1131904"/>
                  </a:lnTo>
                  <a:lnTo>
                    <a:pt x="954099" y="1131898"/>
                  </a:lnTo>
                  <a:lnTo>
                    <a:pt x="954105" y="1131889"/>
                  </a:lnTo>
                  <a:lnTo>
                    <a:pt x="954108" y="1131882"/>
                  </a:lnTo>
                  <a:lnTo>
                    <a:pt x="954108" y="1131874"/>
                  </a:lnTo>
                  <a:lnTo>
                    <a:pt x="954108" y="1131859"/>
                  </a:lnTo>
                  <a:lnTo>
                    <a:pt x="954108" y="1131844"/>
                  </a:lnTo>
                  <a:lnTo>
                    <a:pt x="954106" y="1131829"/>
                  </a:lnTo>
                  <a:lnTo>
                    <a:pt x="954112" y="1131804"/>
                  </a:lnTo>
                  <a:lnTo>
                    <a:pt x="954109" y="1131796"/>
                  </a:lnTo>
                  <a:lnTo>
                    <a:pt x="954106" y="1131792"/>
                  </a:lnTo>
                  <a:lnTo>
                    <a:pt x="954097" y="1131783"/>
                  </a:lnTo>
                  <a:lnTo>
                    <a:pt x="954084" y="1131770"/>
                  </a:lnTo>
                  <a:lnTo>
                    <a:pt x="954071" y="1131756"/>
                  </a:lnTo>
                  <a:lnTo>
                    <a:pt x="954058" y="1131742"/>
                  </a:lnTo>
                  <a:lnTo>
                    <a:pt x="954045" y="1131729"/>
                  </a:lnTo>
                  <a:lnTo>
                    <a:pt x="954030" y="1131718"/>
                  </a:lnTo>
                  <a:lnTo>
                    <a:pt x="954015" y="1131707"/>
                  </a:lnTo>
                  <a:lnTo>
                    <a:pt x="954009" y="1131704"/>
                  </a:lnTo>
                  <a:lnTo>
                    <a:pt x="954004" y="1131700"/>
                  </a:lnTo>
                  <a:lnTo>
                    <a:pt x="953998" y="1131697"/>
                  </a:lnTo>
                  <a:lnTo>
                    <a:pt x="954003" y="1131693"/>
                  </a:lnTo>
                  <a:lnTo>
                    <a:pt x="954007" y="1131690"/>
                  </a:lnTo>
                  <a:lnTo>
                    <a:pt x="954013" y="1131685"/>
                  </a:lnTo>
                  <a:lnTo>
                    <a:pt x="954017" y="1131681"/>
                  </a:lnTo>
                  <a:lnTo>
                    <a:pt x="954030" y="1131674"/>
                  </a:lnTo>
                  <a:lnTo>
                    <a:pt x="954045" y="1131659"/>
                  </a:lnTo>
                  <a:lnTo>
                    <a:pt x="954057" y="1131646"/>
                  </a:lnTo>
                  <a:lnTo>
                    <a:pt x="954069" y="1131632"/>
                  </a:lnTo>
                  <a:lnTo>
                    <a:pt x="954074" y="1131627"/>
                  </a:lnTo>
                  <a:lnTo>
                    <a:pt x="954084" y="1131621"/>
                  </a:lnTo>
                  <a:lnTo>
                    <a:pt x="954099" y="1131613"/>
                  </a:lnTo>
                  <a:lnTo>
                    <a:pt x="954114" y="1131607"/>
                  </a:lnTo>
                  <a:lnTo>
                    <a:pt x="954118" y="1131606"/>
                  </a:lnTo>
                  <a:lnTo>
                    <a:pt x="954128" y="1131599"/>
                  </a:lnTo>
                  <a:lnTo>
                    <a:pt x="954143" y="1131584"/>
                  </a:lnTo>
                  <a:lnTo>
                    <a:pt x="954156" y="1131569"/>
                  </a:lnTo>
                  <a:lnTo>
                    <a:pt x="954169" y="1131560"/>
                  </a:lnTo>
                  <a:lnTo>
                    <a:pt x="954178" y="1131554"/>
                  </a:lnTo>
                  <a:lnTo>
                    <a:pt x="954184" y="1131552"/>
                  </a:lnTo>
                  <a:lnTo>
                    <a:pt x="954199" y="1131546"/>
                  </a:lnTo>
                  <a:lnTo>
                    <a:pt x="954214" y="1131539"/>
                  </a:lnTo>
                  <a:lnTo>
                    <a:pt x="954229" y="1131535"/>
                  </a:lnTo>
                  <a:lnTo>
                    <a:pt x="954282" y="1131523"/>
                  </a:lnTo>
                  <a:lnTo>
                    <a:pt x="954286" y="1131521"/>
                  </a:lnTo>
                  <a:lnTo>
                    <a:pt x="954300" y="1131514"/>
                  </a:lnTo>
                  <a:lnTo>
                    <a:pt x="954304" y="1131512"/>
                  </a:lnTo>
                  <a:lnTo>
                    <a:pt x="954312" y="1131501"/>
                  </a:lnTo>
                  <a:lnTo>
                    <a:pt x="954315" y="1131492"/>
                  </a:lnTo>
                  <a:lnTo>
                    <a:pt x="954315" y="1131486"/>
                  </a:lnTo>
                  <a:lnTo>
                    <a:pt x="954315" y="1131471"/>
                  </a:lnTo>
                  <a:lnTo>
                    <a:pt x="954315" y="1131456"/>
                  </a:lnTo>
                  <a:lnTo>
                    <a:pt x="954317" y="1131441"/>
                  </a:lnTo>
                  <a:lnTo>
                    <a:pt x="954319" y="1131424"/>
                  </a:lnTo>
                  <a:lnTo>
                    <a:pt x="954322" y="1131410"/>
                  </a:lnTo>
                  <a:lnTo>
                    <a:pt x="954325" y="1131395"/>
                  </a:lnTo>
                  <a:lnTo>
                    <a:pt x="954329" y="1131382"/>
                  </a:lnTo>
                  <a:lnTo>
                    <a:pt x="954334" y="1131373"/>
                  </a:lnTo>
                  <a:lnTo>
                    <a:pt x="954337" y="1131365"/>
                  </a:lnTo>
                  <a:lnTo>
                    <a:pt x="954345" y="1131350"/>
                  </a:lnTo>
                  <a:lnTo>
                    <a:pt x="954350" y="1131342"/>
                  </a:lnTo>
                  <a:lnTo>
                    <a:pt x="954356" y="1131336"/>
                  </a:lnTo>
                  <a:lnTo>
                    <a:pt x="954361" y="1131331"/>
                  </a:lnTo>
                  <a:lnTo>
                    <a:pt x="954371" y="1131326"/>
                  </a:lnTo>
                  <a:lnTo>
                    <a:pt x="954379" y="1131326"/>
                  </a:lnTo>
                  <a:lnTo>
                    <a:pt x="954386" y="1131328"/>
                  </a:lnTo>
                  <a:lnTo>
                    <a:pt x="954401" y="1131333"/>
                  </a:lnTo>
                  <a:lnTo>
                    <a:pt x="954415" y="1131338"/>
                  </a:lnTo>
                  <a:lnTo>
                    <a:pt x="954430" y="1131348"/>
                  </a:lnTo>
                  <a:lnTo>
                    <a:pt x="954436" y="1131352"/>
                  </a:lnTo>
                  <a:lnTo>
                    <a:pt x="954445" y="1131354"/>
                  </a:lnTo>
                  <a:lnTo>
                    <a:pt x="954460" y="1131357"/>
                  </a:lnTo>
                  <a:lnTo>
                    <a:pt x="954475" y="1131361"/>
                  </a:lnTo>
                  <a:lnTo>
                    <a:pt x="954490" y="1131364"/>
                  </a:lnTo>
                  <a:lnTo>
                    <a:pt x="954505" y="1131366"/>
                  </a:lnTo>
                  <a:lnTo>
                    <a:pt x="954520" y="1131366"/>
                  </a:lnTo>
                  <a:lnTo>
                    <a:pt x="954526" y="1131366"/>
                  </a:lnTo>
                  <a:lnTo>
                    <a:pt x="954535" y="1131363"/>
                  </a:lnTo>
                  <a:lnTo>
                    <a:pt x="954540" y="1131363"/>
                  </a:lnTo>
                  <a:lnTo>
                    <a:pt x="954549" y="1131356"/>
                  </a:lnTo>
                  <a:lnTo>
                    <a:pt x="954561" y="1131342"/>
                  </a:lnTo>
                  <a:lnTo>
                    <a:pt x="954577" y="1131330"/>
                  </a:lnTo>
                  <a:lnTo>
                    <a:pt x="954583" y="1131327"/>
                  </a:lnTo>
                  <a:lnTo>
                    <a:pt x="954591" y="1131319"/>
                  </a:lnTo>
                  <a:lnTo>
                    <a:pt x="954606" y="1131306"/>
                  </a:lnTo>
                  <a:lnTo>
                    <a:pt x="954621" y="1131296"/>
                  </a:lnTo>
                  <a:lnTo>
                    <a:pt x="954636" y="1131285"/>
                  </a:lnTo>
                  <a:lnTo>
                    <a:pt x="954651" y="1131273"/>
                  </a:lnTo>
                  <a:lnTo>
                    <a:pt x="954662" y="1131266"/>
                  </a:lnTo>
                  <a:lnTo>
                    <a:pt x="954665" y="1131265"/>
                  </a:lnTo>
                  <a:lnTo>
                    <a:pt x="954669" y="1131262"/>
                  </a:lnTo>
                  <a:lnTo>
                    <a:pt x="954680" y="1131257"/>
                  </a:lnTo>
                  <a:lnTo>
                    <a:pt x="954695" y="1131250"/>
                  </a:lnTo>
                  <a:lnTo>
                    <a:pt x="954710" y="1131244"/>
                  </a:lnTo>
                  <a:lnTo>
                    <a:pt x="954720" y="1131240"/>
                  </a:lnTo>
                  <a:lnTo>
                    <a:pt x="954725" y="1131235"/>
                  </a:lnTo>
                  <a:lnTo>
                    <a:pt x="954740" y="1131227"/>
                  </a:lnTo>
                  <a:lnTo>
                    <a:pt x="954760" y="1131213"/>
                  </a:lnTo>
                  <a:lnTo>
                    <a:pt x="954770" y="1131209"/>
                  </a:lnTo>
                  <a:lnTo>
                    <a:pt x="954777" y="1131208"/>
                  </a:lnTo>
                  <a:lnTo>
                    <a:pt x="954795" y="1131206"/>
                  </a:lnTo>
                  <a:lnTo>
                    <a:pt x="954814" y="1131210"/>
                  </a:lnTo>
                  <a:lnTo>
                    <a:pt x="954825" y="1131212"/>
                  </a:lnTo>
                  <a:lnTo>
                    <a:pt x="954828" y="1131201"/>
                  </a:lnTo>
                  <a:lnTo>
                    <a:pt x="954830" y="1131192"/>
                  </a:lnTo>
                  <a:lnTo>
                    <a:pt x="954832" y="1131182"/>
                  </a:lnTo>
                  <a:lnTo>
                    <a:pt x="954834" y="1131175"/>
                  </a:lnTo>
                  <a:lnTo>
                    <a:pt x="954834" y="1131167"/>
                  </a:lnTo>
                  <a:lnTo>
                    <a:pt x="954836" y="1131163"/>
                  </a:lnTo>
                  <a:lnTo>
                    <a:pt x="954837" y="1131152"/>
                  </a:lnTo>
                  <a:lnTo>
                    <a:pt x="954838" y="1131137"/>
                  </a:lnTo>
                  <a:lnTo>
                    <a:pt x="954838" y="1131131"/>
                  </a:lnTo>
                  <a:lnTo>
                    <a:pt x="954841" y="1131122"/>
                  </a:lnTo>
                  <a:lnTo>
                    <a:pt x="954843" y="1131107"/>
                  </a:lnTo>
                  <a:lnTo>
                    <a:pt x="954850" y="1131092"/>
                  </a:lnTo>
                  <a:lnTo>
                    <a:pt x="954851" y="1131077"/>
                  </a:lnTo>
                  <a:lnTo>
                    <a:pt x="954851" y="1131069"/>
                  </a:lnTo>
                  <a:lnTo>
                    <a:pt x="954849" y="1131062"/>
                  </a:lnTo>
                  <a:lnTo>
                    <a:pt x="954849" y="1131051"/>
                  </a:lnTo>
                  <a:lnTo>
                    <a:pt x="954847" y="1131047"/>
                  </a:lnTo>
                  <a:lnTo>
                    <a:pt x="954843" y="1131032"/>
                  </a:lnTo>
                  <a:lnTo>
                    <a:pt x="954840" y="1131025"/>
                  </a:lnTo>
                  <a:lnTo>
                    <a:pt x="954839" y="1131017"/>
                  </a:lnTo>
                  <a:lnTo>
                    <a:pt x="954842" y="1131002"/>
                  </a:lnTo>
                  <a:lnTo>
                    <a:pt x="954849" y="1130987"/>
                  </a:lnTo>
                  <a:lnTo>
                    <a:pt x="954856" y="1130973"/>
                  </a:lnTo>
                  <a:lnTo>
                    <a:pt x="954862" y="1130961"/>
                  </a:lnTo>
                  <a:lnTo>
                    <a:pt x="954864" y="1130956"/>
                  </a:lnTo>
                  <a:lnTo>
                    <a:pt x="954864" y="1130941"/>
                  </a:lnTo>
                  <a:lnTo>
                    <a:pt x="954859" y="1130926"/>
                  </a:lnTo>
                  <a:lnTo>
                    <a:pt x="954852" y="1130915"/>
                  </a:lnTo>
                  <a:lnTo>
                    <a:pt x="954851" y="1130911"/>
                  </a:lnTo>
                  <a:lnTo>
                    <a:pt x="954847" y="1130907"/>
                  </a:lnTo>
                  <a:lnTo>
                    <a:pt x="954841" y="1130896"/>
                  </a:lnTo>
                  <a:lnTo>
                    <a:pt x="954831" y="1130881"/>
                  </a:lnTo>
                  <a:lnTo>
                    <a:pt x="954823" y="1130866"/>
                  </a:lnTo>
                  <a:lnTo>
                    <a:pt x="954819" y="1130857"/>
                  </a:lnTo>
                  <a:lnTo>
                    <a:pt x="954814" y="1130851"/>
                  </a:lnTo>
                  <a:lnTo>
                    <a:pt x="954808" y="1130841"/>
                  </a:lnTo>
                  <a:lnTo>
                    <a:pt x="954803" y="1130836"/>
                  </a:lnTo>
                  <a:lnTo>
                    <a:pt x="954790" y="1130822"/>
                  </a:lnTo>
                  <a:lnTo>
                    <a:pt x="954778" y="1130809"/>
                  </a:lnTo>
                  <a:lnTo>
                    <a:pt x="954769" y="1130795"/>
                  </a:lnTo>
                  <a:lnTo>
                    <a:pt x="954760" y="1130779"/>
                  </a:lnTo>
                  <a:lnTo>
                    <a:pt x="954750" y="1130765"/>
                  </a:lnTo>
                  <a:lnTo>
                    <a:pt x="954748" y="1130757"/>
                  </a:lnTo>
                  <a:lnTo>
                    <a:pt x="954749" y="1130750"/>
                  </a:lnTo>
                  <a:lnTo>
                    <a:pt x="954749" y="1130743"/>
                  </a:lnTo>
                  <a:lnTo>
                    <a:pt x="954749" y="1130729"/>
                  </a:lnTo>
                  <a:lnTo>
                    <a:pt x="954748" y="1130715"/>
                  </a:lnTo>
                  <a:lnTo>
                    <a:pt x="954746" y="1130704"/>
                  </a:lnTo>
                  <a:lnTo>
                    <a:pt x="954743" y="1130698"/>
                  </a:lnTo>
                  <a:lnTo>
                    <a:pt x="954738" y="1130693"/>
                  </a:lnTo>
                  <a:lnTo>
                    <a:pt x="954734" y="1130691"/>
                  </a:lnTo>
                  <a:lnTo>
                    <a:pt x="954724" y="1130686"/>
                  </a:lnTo>
                  <a:lnTo>
                    <a:pt x="954662" y="1130664"/>
                  </a:lnTo>
                  <a:lnTo>
                    <a:pt x="954647" y="1130657"/>
                  </a:lnTo>
                  <a:lnTo>
                    <a:pt x="954632" y="1130652"/>
                  </a:lnTo>
                  <a:lnTo>
                    <a:pt x="954618" y="1130647"/>
                  </a:lnTo>
                  <a:lnTo>
                    <a:pt x="954602" y="1130641"/>
                  </a:lnTo>
                  <a:lnTo>
                    <a:pt x="954587" y="1130637"/>
                  </a:lnTo>
                  <a:lnTo>
                    <a:pt x="954572" y="1130630"/>
                  </a:lnTo>
                  <a:lnTo>
                    <a:pt x="954557" y="1130625"/>
                  </a:lnTo>
                  <a:lnTo>
                    <a:pt x="954550" y="1130623"/>
                  </a:lnTo>
                  <a:lnTo>
                    <a:pt x="954544" y="1130618"/>
                  </a:lnTo>
                  <a:lnTo>
                    <a:pt x="954528" y="1130606"/>
                  </a:lnTo>
                  <a:lnTo>
                    <a:pt x="954513" y="1130596"/>
                  </a:lnTo>
                  <a:lnTo>
                    <a:pt x="954503" y="1130587"/>
                  </a:lnTo>
                  <a:lnTo>
                    <a:pt x="954499" y="1130585"/>
                  </a:lnTo>
                  <a:lnTo>
                    <a:pt x="954484" y="1130578"/>
                  </a:lnTo>
                  <a:lnTo>
                    <a:pt x="954468" y="1130570"/>
                  </a:lnTo>
                  <a:lnTo>
                    <a:pt x="954453" y="1130563"/>
                  </a:lnTo>
                  <a:lnTo>
                    <a:pt x="954438" y="1130554"/>
                  </a:lnTo>
                  <a:lnTo>
                    <a:pt x="954425" y="1130543"/>
                  </a:lnTo>
                  <a:lnTo>
                    <a:pt x="954412" y="1130528"/>
                  </a:lnTo>
                  <a:lnTo>
                    <a:pt x="954399" y="1130512"/>
                  </a:lnTo>
                  <a:lnTo>
                    <a:pt x="954395" y="1130508"/>
                  </a:lnTo>
                  <a:lnTo>
                    <a:pt x="954388" y="1130506"/>
                  </a:lnTo>
                  <a:lnTo>
                    <a:pt x="954385" y="1130504"/>
                  </a:lnTo>
                  <a:lnTo>
                    <a:pt x="954370" y="1130501"/>
                  </a:lnTo>
                  <a:lnTo>
                    <a:pt x="954355" y="1130498"/>
                  </a:lnTo>
                  <a:lnTo>
                    <a:pt x="954340" y="1130496"/>
                  </a:lnTo>
                  <a:lnTo>
                    <a:pt x="954329" y="1130496"/>
                  </a:lnTo>
                  <a:lnTo>
                    <a:pt x="954325" y="1130494"/>
                  </a:lnTo>
                  <a:lnTo>
                    <a:pt x="954310" y="1130489"/>
                  </a:lnTo>
                  <a:lnTo>
                    <a:pt x="954295" y="1130484"/>
                  </a:lnTo>
                  <a:lnTo>
                    <a:pt x="954280" y="1130479"/>
                  </a:lnTo>
                  <a:lnTo>
                    <a:pt x="954265" y="1130476"/>
                  </a:lnTo>
                  <a:lnTo>
                    <a:pt x="954258" y="1130476"/>
                  </a:lnTo>
                  <a:lnTo>
                    <a:pt x="954250" y="1130473"/>
                  </a:lnTo>
                  <a:lnTo>
                    <a:pt x="954235" y="1130472"/>
                  </a:lnTo>
                  <a:lnTo>
                    <a:pt x="954220" y="1130470"/>
                  </a:lnTo>
                  <a:lnTo>
                    <a:pt x="954205" y="1130468"/>
                  </a:lnTo>
                  <a:lnTo>
                    <a:pt x="954191" y="1130468"/>
                  </a:lnTo>
                  <a:lnTo>
                    <a:pt x="954176" y="1130464"/>
                  </a:lnTo>
                  <a:lnTo>
                    <a:pt x="954161" y="1130461"/>
                  </a:lnTo>
                  <a:lnTo>
                    <a:pt x="954145" y="1130459"/>
                  </a:lnTo>
                  <a:lnTo>
                    <a:pt x="954131" y="1130455"/>
                  </a:lnTo>
                  <a:lnTo>
                    <a:pt x="954116" y="1130453"/>
                  </a:lnTo>
                  <a:lnTo>
                    <a:pt x="954101" y="1130450"/>
                  </a:lnTo>
                  <a:lnTo>
                    <a:pt x="954086" y="1130447"/>
                  </a:lnTo>
                  <a:lnTo>
                    <a:pt x="954071" y="1130446"/>
                  </a:lnTo>
                  <a:lnTo>
                    <a:pt x="954061" y="1130444"/>
                  </a:lnTo>
                  <a:lnTo>
                    <a:pt x="954056" y="1130439"/>
                  </a:lnTo>
                  <a:lnTo>
                    <a:pt x="954045" y="1130424"/>
                  </a:lnTo>
                  <a:lnTo>
                    <a:pt x="954032" y="1130409"/>
                  </a:lnTo>
                  <a:lnTo>
                    <a:pt x="954022" y="1130395"/>
                  </a:lnTo>
                  <a:lnTo>
                    <a:pt x="954017" y="1130381"/>
                  </a:lnTo>
                  <a:lnTo>
                    <a:pt x="954012" y="1130365"/>
                  </a:lnTo>
                  <a:lnTo>
                    <a:pt x="954009" y="1130349"/>
                  </a:lnTo>
                  <a:lnTo>
                    <a:pt x="954007" y="1130342"/>
                  </a:lnTo>
                  <a:lnTo>
                    <a:pt x="954007" y="1130334"/>
                  </a:lnTo>
                  <a:lnTo>
                    <a:pt x="954004" y="1130319"/>
                  </a:lnTo>
                  <a:lnTo>
                    <a:pt x="953999" y="1130304"/>
                  </a:lnTo>
                  <a:lnTo>
                    <a:pt x="953993" y="1130292"/>
                  </a:lnTo>
                  <a:lnTo>
                    <a:pt x="953989" y="1130289"/>
                  </a:lnTo>
                  <a:lnTo>
                    <a:pt x="953978" y="1130274"/>
                  </a:lnTo>
                  <a:lnTo>
                    <a:pt x="953968" y="1130259"/>
                  </a:lnTo>
                  <a:lnTo>
                    <a:pt x="953963" y="1130244"/>
                  </a:lnTo>
                  <a:lnTo>
                    <a:pt x="953957" y="1130229"/>
                  </a:lnTo>
                  <a:lnTo>
                    <a:pt x="953952" y="1130214"/>
                  </a:lnTo>
                  <a:lnTo>
                    <a:pt x="953944" y="1130203"/>
                  </a:lnTo>
                  <a:lnTo>
                    <a:pt x="953940" y="1130200"/>
                  </a:lnTo>
                  <a:lnTo>
                    <a:pt x="953925" y="1130188"/>
                  </a:lnTo>
                  <a:lnTo>
                    <a:pt x="953910" y="1130182"/>
                  </a:lnTo>
                  <a:lnTo>
                    <a:pt x="953895" y="1130175"/>
                  </a:lnTo>
                  <a:lnTo>
                    <a:pt x="953880" y="1130163"/>
                  </a:lnTo>
                  <a:lnTo>
                    <a:pt x="953866" y="1130152"/>
                  </a:lnTo>
                  <a:lnTo>
                    <a:pt x="953852" y="1130137"/>
                  </a:lnTo>
                  <a:lnTo>
                    <a:pt x="953810" y="1130092"/>
                  </a:lnTo>
                  <a:lnTo>
                    <a:pt x="953807" y="1130082"/>
                  </a:lnTo>
                  <a:lnTo>
                    <a:pt x="953803" y="1130075"/>
                  </a:lnTo>
                  <a:lnTo>
                    <a:pt x="953796" y="1130060"/>
                  </a:lnTo>
                  <a:lnTo>
                    <a:pt x="953788" y="1130045"/>
                  </a:lnTo>
                  <a:lnTo>
                    <a:pt x="953785" y="1130030"/>
                  </a:lnTo>
                  <a:lnTo>
                    <a:pt x="953784" y="1130015"/>
                  </a:lnTo>
                  <a:lnTo>
                    <a:pt x="953786" y="1130000"/>
                  </a:lnTo>
                  <a:lnTo>
                    <a:pt x="953786" y="1129985"/>
                  </a:lnTo>
                  <a:lnTo>
                    <a:pt x="953783" y="1129970"/>
                  </a:lnTo>
                  <a:lnTo>
                    <a:pt x="953778" y="1129955"/>
                  </a:lnTo>
                  <a:lnTo>
                    <a:pt x="953770" y="1129940"/>
                  </a:lnTo>
                  <a:lnTo>
                    <a:pt x="953762" y="1129925"/>
                  </a:lnTo>
                  <a:lnTo>
                    <a:pt x="953753" y="1129910"/>
                  </a:lnTo>
                  <a:lnTo>
                    <a:pt x="953751" y="1129903"/>
                  </a:lnTo>
                  <a:lnTo>
                    <a:pt x="953749" y="1129895"/>
                  </a:lnTo>
                  <a:lnTo>
                    <a:pt x="953751" y="1129880"/>
                  </a:lnTo>
                  <a:lnTo>
                    <a:pt x="953757" y="1129865"/>
                  </a:lnTo>
                  <a:lnTo>
                    <a:pt x="953763" y="1129850"/>
                  </a:lnTo>
                  <a:lnTo>
                    <a:pt x="953767" y="1129842"/>
                  </a:lnTo>
                  <a:lnTo>
                    <a:pt x="953768" y="1129835"/>
                  </a:lnTo>
                  <a:lnTo>
                    <a:pt x="953772" y="1129822"/>
                  </a:lnTo>
                  <a:lnTo>
                    <a:pt x="953777" y="1129807"/>
                  </a:lnTo>
                  <a:lnTo>
                    <a:pt x="953780" y="1129790"/>
                  </a:lnTo>
                  <a:lnTo>
                    <a:pt x="953783" y="1129776"/>
                  </a:lnTo>
                  <a:lnTo>
                    <a:pt x="953794" y="1129758"/>
                  </a:lnTo>
                  <a:lnTo>
                    <a:pt x="953798" y="1129752"/>
                  </a:lnTo>
                  <a:lnTo>
                    <a:pt x="953801" y="1129747"/>
                  </a:lnTo>
                  <a:lnTo>
                    <a:pt x="953813" y="1129732"/>
                  </a:lnTo>
                  <a:lnTo>
                    <a:pt x="953824" y="1129717"/>
                  </a:lnTo>
                  <a:lnTo>
                    <a:pt x="953836" y="1129703"/>
                  </a:lnTo>
                  <a:lnTo>
                    <a:pt x="953843" y="1129695"/>
                  </a:lnTo>
                  <a:lnTo>
                    <a:pt x="953850" y="1129687"/>
                  </a:lnTo>
                  <a:lnTo>
                    <a:pt x="953844" y="1129680"/>
                  </a:lnTo>
                  <a:lnTo>
                    <a:pt x="953841" y="1129676"/>
                  </a:lnTo>
                  <a:lnTo>
                    <a:pt x="953838" y="1129672"/>
                  </a:lnTo>
                  <a:lnTo>
                    <a:pt x="953828" y="1129658"/>
                  </a:lnTo>
                  <a:lnTo>
                    <a:pt x="953815" y="1129643"/>
                  </a:lnTo>
                  <a:lnTo>
                    <a:pt x="953810" y="1129628"/>
                  </a:lnTo>
                  <a:lnTo>
                    <a:pt x="953811" y="1129612"/>
                  </a:lnTo>
                  <a:lnTo>
                    <a:pt x="953810" y="1129597"/>
                  </a:lnTo>
                  <a:lnTo>
                    <a:pt x="953810" y="1129593"/>
                  </a:lnTo>
                  <a:lnTo>
                    <a:pt x="953791" y="1129513"/>
                  </a:lnTo>
                  <a:lnTo>
                    <a:pt x="953791" y="1129508"/>
                  </a:lnTo>
                  <a:lnTo>
                    <a:pt x="953787" y="1129497"/>
                  </a:lnTo>
                  <a:lnTo>
                    <a:pt x="953784" y="1129493"/>
                  </a:lnTo>
                  <a:lnTo>
                    <a:pt x="953778" y="1129478"/>
                  </a:lnTo>
                  <a:lnTo>
                    <a:pt x="953774" y="1129471"/>
                  </a:lnTo>
                  <a:lnTo>
                    <a:pt x="953774" y="1129463"/>
                  </a:lnTo>
                  <a:lnTo>
                    <a:pt x="953772" y="1129448"/>
                  </a:lnTo>
                  <a:lnTo>
                    <a:pt x="953775" y="1129432"/>
                  </a:lnTo>
                  <a:lnTo>
                    <a:pt x="953784" y="1129418"/>
                  </a:lnTo>
                  <a:lnTo>
                    <a:pt x="953791" y="1129403"/>
                  </a:lnTo>
                  <a:lnTo>
                    <a:pt x="953799" y="1129388"/>
                  </a:lnTo>
                  <a:lnTo>
                    <a:pt x="953802" y="1129373"/>
                  </a:lnTo>
                  <a:lnTo>
                    <a:pt x="953804" y="1129357"/>
                  </a:lnTo>
                  <a:lnTo>
                    <a:pt x="953806" y="1129342"/>
                  </a:lnTo>
                  <a:lnTo>
                    <a:pt x="953806" y="1129333"/>
                  </a:lnTo>
                  <a:lnTo>
                    <a:pt x="953810" y="1129327"/>
                  </a:lnTo>
                  <a:lnTo>
                    <a:pt x="953815" y="1129312"/>
                  </a:lnTo>
                  <a:lnTo>
                    <a:pt x="953817" y="1129297"/>
                  </a:lnTo>
                  <a:lnTo>
                    <a:pt x="953817" y="1129282"/>
                  </a:lnTo>
                  <a:lnTo>
                    <a:pt x="953818" y="1129267"/>
                  </a:lnTo>
                  <a:lnTo>
                    <a:pt x="953825" y="1129252"/>
                  </a:lnTo>
                  <a:lnTo>
                    <a:pt x="953833" y="1129240"/>
                  </a:lnTo>
                  <a:lnTo>
                    <a:pt x="953845" y="1129223"/>
                  </a:lnTo>
                  <a:lnTo>
                    <a:pt x="953856" y="1129206"/>
                  </a:lnTo>
                  <a:lnTo>
                    <a:pt x="953863" y="1129193"/>
                  </a:lnTo>
                  <a:lnTo>
                    <a:pt x="953869" y="1129179"/>
                  </a:lnTo>
                  <a:lnTo>
                    <a:pt x="953875" y="1129167"/>
                  </a:lnTo>
                  <a:lnTo>
                    <a:pt x="953876" y="1129162"/>
                  </a:lnTo>
                  <a:lnTo>
                    <a:pt x="953879" y="1129147"/>
                  </a:lnTo>
                  <a:lnTo>
                    <a:pt x="953881" y="1129134"/>
                  </a:lnTo>
                  <a:lnTo>
                    <a:pt x="953884" y="1129117"/>
                  </a:lnTo>
                  <a:lnTo>
                    <a:pt x="953886" y="1129102"/>
                  </a:lnTo>
                  <a:lnTo>
                    <a:pt x="953891" y="1129094"/>
                  </a:lnTo>
                  <a:lnTo>
                    <a:pt x="953891" y="1129087"/>
                  </a:lnTo>
                  <a:lnTo>
                    <a:pt x="953891" y="1129078"/>
                  </a:lnTo>
                  <a:lnTo>
                    <a:pt x="953893" y="1129072"/>
                  </a:lnTo>
                  <a:lnTo>
                    <a:pt x="953896" y="1129065"/>
                  </a:lnTo>
                  <a:lnTo>
                    <a:pt x="953902" y="1129057"/>
                  </a:lnTo>
                  <a:lnTo>
                    <a:pt x="953912" y="1129043"/>
                  </a:lnTo>
                  <a:lnTo>
                    <a:pt x="953917" y="1129033"/>
                  </a:lnTo>
                  <a:lnTo>
                    <a:pt x="953918" y="1129027"/>
                  </a:lnTo>
                  <a:lnTo>
                    <a:pt x="953919" y="1129020"/>
                  </a:lnTo>
                  <a:lnTo>
                    <a:pt x="953918" y="1129011"/>
                  </a:lnTo>
                  <a:lnTo>
                    <a:pt x="953913" y="1128996"/>
                  </a:lnTo>
                  <a:lnTo>
                    <a:pt x="953913" y="1128987"/>
                  </a:lnTo>
                  <a:lnTo>
                    <a:pt x="953921" y="1128940"/>
                  </a:lnTo>
                  <a:lnTo>
                    <a:pt x="953923" y="1128935"/>
                  </a:lnTo>
                  <a:lnTo>
                    <a:pt x="953925" y="1128925"/>
                  </a:lnTo>
                  <a:lnTo>
                    <a:pt x="953928" y="1128920"/>
                  </a:lnTo>
                  <a:lnTo>
                    <a:pt x="953930" y="1128912"/>
                  </a:lnTo>
                  <a:lnTo>
                    <a:pt x="953934" y="1128905"/>
                  </a:lnTo>
                  <a:lnTo>
                    <a:pt x="953936" y="1128890"/>
                  </a:lnTo>
                  <a:lnTo>
                    <a:pt x="953935" y="1128875"/>
                  </a:lnTo>
                  <a:lnTo>
                    <a:pt x="953931" y="1128860"/>
                  </a:lnTo>
                  <a:lnTo>
                    <a:pt x="953931" y="1128853"/>
                  </a:lnTo>
                  <a:lnTo>
                    <a:pt x="953936" y="1128845"/>
                  </a:lnTo>
                  <a:lnTo>
                    <a:pt x="953949" y="1128830"/>
                  </a:lnTo>
                  <a:lnTo>
                    <a:pt x="953961" y="1128817"/>
                  </a:lnTo>
                  <a:lnTo>
                    <a:pt x="953967" y="1128808"/>
                  </a:lnTo>
                  <a:lnTo>
                    <a:pt x="953974" y="1128802"/>
                  </a:lnTo>
                  <a:lnTo>
                    <a:pt x="953987" y="1128787"/>
                  </a:lnTo>
                  <a:lnTo>
                    <a:pt x="953999" y="1128772"/>
                  </a:lnTo>
                  <a:lnTo>
                    <a:pt x="954011" y="1128758"/>
                  </a:lnTo>
                  <a:lnTo>
                    <a:pt x="954023" y="1128744"/>
                  </a:lnTo>
                  <a:lnTo>
                    <a:pt x="954033" y="1128729"/>
                  </a:lnTo>
                  <a:lnTo>
                    <a:pt x="954042" y="1128713"/>
                  </a:lnTo>
                  <a:lnTo>
                    <a:pt x="954050" y="1128698"/>
                  </a:lnTo>
                  <a:lnTo>
                    <a:pt x="954060" y="1128683"/>
                  </a:lnTo>
                  <a:lnTo>
                    <a:pt x="954071" y="1128668"/>
                  </a:lnTo>
                  <a:lnTo>
                    <a:pt x="954079" y="1128660"/>
                  </a:lnTo>
                  <a:lnTo>
                    <a:pt x="954082" y="1128654"/>
                  </a:lnTo>
                  <a:lnTo>
                    <a:pt x="954085" y="1128651"/>
                  </a:lnTo>
                  <a:lnTo>
                    <a:pt x="954091" y="1128639"/>
                  </a:lnTo>
                  <a:lnTo>
                    <a:pt x="954100" y="1128624"/>
                  </a:lnTo>
                  <a:lnTo>
                    <a:pt x="954105" y="1128610"/>
                  </a:lnTo>
                  <a:lnTo>
                    <a:pt x="954107" y="1128606"/>
                  </a:lnTo>
                  <a:lnTo>
                    <a:pt x="954108" y="1128595"/>
                  </a:lnTo>
                  <a:lnTo>
                    <a:pt x="954107" y="1128581"/>
                  </a:lnTo>
                  <a:lnTo>
                    <a:pt x="954105" y="1128574"/>
                  </a:lnTo>
                  <a:lnTo>
                    <a:pt x="954101" y="1128565"/>
                  </a:lnTo>
                  <a:lnTo>
                    <a:pt x="954096" y="1128556"/>
                  </a:lnTo>
                  <a:lnTo>
                    <a:pt x="954086" y="1128544"/>
                  </a:lnTo>
                  <a:lnTo>
                    <a:pt x="954079" y="1128534"/>
                  </a:lnTo>
                  <a:lnTo>
                    <a:pt x="954072" y="1128519"/>
                  </a:lnTo>
                  <a:lnTo>
                    <a:pt x="954068" y="1128501"/>
                  </a:lnTo>
                  <a:lnTo>
                    <a:pt x="954064" y="1128488"/>
                  </a:lnTo>
                  <a:lnTo>
                    <a:pt x="954060" y="1128473"/>
                  </a:lnTo>
                  <a:lnTo>
                    <a:pt x="954059" y="1128458"/>
                  </a:lnTo>
                  <a:lnTo>
                    <a:pt x="954058" y="1128447"/>
                  </a:lnTo>
                  <a:lnTo>
                    <a:pt x="954055" y="1128443"/>
                  </a:lnTo>
                  <a:lnTo>
                    <a:pt x="954051" y="1128428"/>
                  </a:lnTo>
                  <a:lnTo>
                    <a:pt x="954043" y="1128413"/>
                  </a:lnTo>
                  <a:lnTo>
                    <a:pt x="954040" y="1128408"/>
                  </a:lnTo>
                  <a:lnTo>
                    <a:pt x="954023" y="1128363"/>
                  </a:lnTo>
                  <a:lnTo>
                    <a:pt x="954022" y="1128354"/>
                  </a:lnTo>
                  <a:lnTo>
                    <a:pt x="954023" y="1128339"/>
                  </a:lnTo>
                  <a:lnTo>
                    <a:pt x="954024" y="1128324"/>
                  </a:lnTo>
                  <a:lnTo>
                    <a:pt x="954026" y="1128317"/>
                  </a:lnTo>
                  <a:lnTo>
                    <a:pt x="954027" y="1128307"/>
                  </a:lnTo>
                  <a:lnTo>
                    <a:pt x="954028" y="1128302"/>
                  </a:lnTo>
                  <a:lnTo>
                    <a:pt x="954028" y="1128294"/>
                  </a:lnTo>
                  <a:lnTo>
                    <a:pt x="954028" y="1128279"/>
                  </a:lnTo>
                  <a:lnTo>
                    <a:pt x="954027" y="1128270"/>
                  </a:lnTo>
                  <a:lnTo>
                    <a:pt x="954028" y="1128264"/>
                  </a:lnTo>
                  <a:lnTo>
                    <a:pt x="954024" y="1128249"/>
                  </a:lnTo>
                  <a:lnTo>
                    <a:pt x="954022" y="1128242"/>
                  </a:lnTo>
                  <a:lnTo>
                    <a:pt x="954022" y="1128234"/>
                  </a:lnTo>
                  <a:lnTo>
                    <a:pt x="954021" y="1128218"/>
                  </a:lnTo>
                  <a:lnTo>
                    <a:pt x="954019" y="1128203"/>
                  </a:lnTo>
                  <a:lnTo>
                    <a:pt x="954019" y="1128190"/>
                  </a:lnTo>
                  <a:lnTo>
                    <a:pt x="954018" y="1128173"/>
                  </a:lnTo>
                  <a:lnTo>
                    <a:pt x="954019" y="1128158"/>
                  </a:lnTo>
                  <a:lnTo>
                    <a:pt x="954021" y="1128143"/>
                  </a:lnTo>
                  <a:lnTo>
                    <a:pt x="954025" y="1128128"/>
                  </a:lnTo>
                  <a:lnTo>
                    <a:pt x="954026" y="1128117"/>
                  </a:lnTo>
                  <a:lnTo>
                    <a:pt x="954028" y="1128107"/>
                  </a:lnTo>
                  <a:lnTo>
                    <a:pt x="954031" y="1128098"/>
                  </a:lnTo>
                  <a:lnTo>
                    <a:pt x="954038" y="1128086"/>
                  </a:lnTo>
                  <a:lnTo>
                    <a:pt x="954043" y="1128074"/>
                  </a:lnTo>
                  <a:lnTo>
                    <a:pt x="954046" y="1128059"/>
                  </a:lnTo>
                  <a:lnTo>
                    <a:pt x="954047" y="1128054"/>
                  </a:lnTo>
                  <a:lnTo>
                    <a:pt x="954052" y="1128038"/>
                  </a:lnTo>
                  <a:lnTo>
                    <a:pt x="954053" y="1128022"/>
                  </a:lnTo>
                  <a:lnTo>
                    <a:pt x="954056" y="1128010"/>
                  </a:lnTo>
                  <a:lnTo>
                    <a:pt x="954056" y="1127993"/>
                  </a:lnTo>
                  <a:lnTo>
                    <a:pt x="954057" y="1127978"/>
                  </a:lnTo>
                  <a:lnTo>
                    <a:pt x="954056" y="1127971"/>
                  </a:lnTo>
                  <a:lnTo>
                    <a:pt x="954057" y="1127962"/>
                  </a:lnTo>
                  <a:lnTo>
                    <a:pt x="954059" y="1127947"/>
                  </a:lnTo>
                  <a:lnTo>
                    <a:pt x="954058" y="1127932"/>
                  </a:lnTo>
                  <a:lnTo>
                    <a:pt x="954059" y="1127917"/>
                  </a:lnTo>
                  <a:lnTo>
                    <a:pt x="954055" y="1127902"/>
                  </a:lnTo>
                  <a:lnTo>
                    <a:pt x="954053" y="1127894"/>
                  </a:lnTo>
                  <a:lnTo>
                    <a:pt x="954049" y="1127886"/>
                  </a:lnTo>
                  <a:lnTo>
                    <a:pt x="954043" y="1127877"/>
                  </a:lnTo>
                  <a:lnTo>
                    <a:pt x="954038" y="1127872"/>
                  </a:lnTo>
                  <a:lnTo>
                    <a:pt x="954024" y="1127858"/>
                  </a:lnTo>
                  <a:lnTo>
                    <a:pt x="954009" y="1127846"/>
                  </a:lnTo>
                  <a:lnTo>
                    <a:pt x="953995" y="1127833"/>
                  </a:lnTo>
                  <a:lnTo>
                    <a:pt x="953983" y="1127820"/>
                  </a:lnTo>
                  <a:lnTo>
                    <a:pt x="953976" y="1127811"/>
                  </a:lnTo>
                  <a:lnTo>
                    <a:pt x="953971" y="1127803"/>
                  </a:lnTo>
                  <a:lnTo>
                    <a:pt x="953965" y="1127799"/>
                  </a:lnTo>
                  <a:lnTo>
                    <a:pt x="953957" y="1127795"/>
                  </a:lnTo>
                  <a:lnTo>
                    <a:pt x="953949" y="1127794"/>
                  </a:lnTo>
                  <a:lnTo>
                    <a:pt x="953941" y="1127795"/>
                  </a:lnTo>
                  <a:lnTo>
                    <a:pt x="953926" y="1127799"/>
                  </a:lnTo>
                  <a:lnTo>
                    <a:pt x="953911" y="1127802"/>
                  </a:lnTo>
                  <a:lnTo>
                    <a:pt x="953896" y="1127807"/>
                  </a:lnTo>
                  <a:lnTo>
                    <a:pt x="953881" y="1127811"/>
                  </a:lnTo>
                  <a:lnTo>
                    <a:pt x="953868" y="1127815"/>
                  </a:lnTo>
                  <a:lnTo>
                    <a:pt x="953863" y="1127816"/>
                  </a:lnTo>
                  <a:lnTo>
                    <a:pt x="953852" y="1127820"/>
                  </a:lnTo>
                  <a:lnTo>
                    <a:pt x="953836" y="1127825"/>
                  </a:lnTo>
                  <a:lnTo>
                    <a:pt x="953822" y="1127830"/>
                  </a:lnTo>
                  <a:lnTo>
                    <a:pt x="953807" y="1127835"/>
                  </a:lnTo>
                  <a:lnTo>
                    <a:pt x="953792" y="1127839"/>
                  </a:lnTo>
                  <a:lnTo>
                    <a:pt x="953777" y="1127842"/>
                  </a:lnTo>
                  <a:lnTo>
                    <a:pt x="953762" y="1127843"/>
                  </a:lnTo>
                  <a:lnTo>
                    <a:pt x="953747" y="1127845"/>
                  </a:lnTo>
                  <a:lnTo>
                    <a:pt x="953733" y="1127850"/>
                  </a:lnTo>
                  <a:lnTo>
                    <a:pt x="953718" y="1127856"/>
                  </a:lnTo>
                  <a:lnTo>
                    <a:pt x="953703" y="1127862"/>
                  </a:lnTo>
                  <a:lnTo>
                    <a:pt x="953695" y="1127866"/>
                  </a:lnTo>
                  <a:lnTo>
                    <a:pt x="953688" y="1127867"/>
                  </a:lnTo>
                  <a:lnTo>
                    <a:pt x="953673" y="1127871"/>
                  </a:lnTo>
                  <a:lnTo>
                    <a:pt x="953658" y="1127873"/>
                  </a:lnTo>
                  <a:lnTo>
                    <a:pt x="953643" y="1127873"/>
                  </a:lnTo>
                  <a:lnTo>
                    <a:pt x="953628" y="1127873"/>
                  </a:lnTo>
                  <a:lnTo>
                    <a:pt x="953619" y="1127873"/>
                  </a:lnTo>
                  <a:lnTo>
                    <a:pt x="953613" y="1127871"/>
                  </a:lnTo>
                  <a:lnTo>
                    <a:pt x="953598" y="1127870"/>
                  </a:lnTo>
                  <a:lnTo>
                    <a:pt x="953583" y="1127867"/>
                  </a:lnTo>
                  <a:lnTo>
                    <a:pt x="953569" y="1127862"/>
                  </a:lnTo>
                  <a:lnTo>
                    <a:pt x="953554" y="1127854"/>
                  </a:lnTo>
                  <a:lnTo>
                    <a:pt x="953539" y="1127844"/>
                  </a:lnTo>
                  <a:lnTo>
                    <a:pt x="953465" y="1127790"/>
                  </a:lnTo>
                  <a:lnTo>
                    <a:pt x="953459" y="1127785"/>
                  </a:lnTo>
                  <a:lnTo>
                    <a:pt x="953454" y="1127779"/>
                  </a:lnTo>
                  <a:lnTo>
                    <a:pt x="953447" y="1127772"/>
                  </a:lnTo>
                  <a:lnTo>
                    <a:pt x="953439" y="1127770"/>
                  </a:lnTo>
                  <a:lnTo>
                    <a:pt x="953432" y="1127767"/>
                  </a:lnTo>
                  <a:lnTo>
                    <a:pt x="953425" y="1127766"/>
                  </a:lnTo>
                  <a:lnTo>
                    <a:pt x="953410" y="1127764"/>
                  </a:lnTo>
                  <a:lnTo>
                    <a:pt x="953399" y="1127761"/>
                  </a:lnTo>
                  <a:lnTo>
                    <a:pt x="953395" y="1127758"/>
                  </a:lnTo>
                  <a:lnTo>
                    <a:pt x="953380" y="1127752"/>
                  </a:lnTo>
                  <a:lnTo>
                    <a:pt x="953371" y="1127748"/>
                  </a:lnTo>
                  <a:lnTo>
                    <a:pt x="953365" y="1127743"/>
                  </a:lnTo>
                  <a:lnTo>
                    <a:pt x="953359" y="1127738"/>
                  </a:lnTo>
                  <a:lnTo>
                    <a:pt x="953354" y="1127731"/>
                  </a:lnTo>
                  <a:lnTo>
                    <a:pt x="953343" y="1127716"/>
                  </a:lnTo>
                  <a:lnTo>
                    <a:pt x="953332" y="1127701"/>
                  </a:lnTo>
                  <a:lnTo>
                    <a:pt x="953323" y="1127686"/>
                  </a:lnTo>
                  <a:lnTo>
                    <a:pt x="953308" y="1127672"/>
                  </a:lnTo>
                  <a:lnTo>
                    <a:pt x="953293" y="1127660"/>
                  </a:lnTo>
                  <a:lnTo>
                    <a:pt x="953279" y="1127648"/>
                  </a:lnTo>
                  <a:lnTo>
                    <a:pt x="953264" y="1127636"/>
                  </a:lnTo>
                  <a:lnTo>
                    <a:pt x="953249" y="1127622"/>
                  </a:lnTo>
                  <a:lnTo>
                    <a:pt x="953235" y="1127607"/>
                  </a:lnTo>
                  <a:lnTo>
                    <a:pt x="953221" y="1127592"/>
                  </a:lnTo>
                  <a:lnTo>
                    <a:pt x="953206" y="1127579"/>
                  </a:lnTo>
                  <a:lnTo>
                    <a:pt x="953191" y="1127568"/>
                  </a:lnTo>
                  <a:lnTo>
                    <a:pt x="953182" y="1127560"/>
                  </a:lnTo>
                  <a:lnTo>
                    <a:pt x="953178" y="1127554"/>
                  </a:lnTo>
                  <a:lnTo>
                    <a:pt x="953174" y="1127546"/>
                  </a:lnTo>
                  <a:lnTo>
                    <a:pt x="953167" y="1127541"/>
                  </a:lnTo>
                  <a:lnTo>
                    <a:pt x="953154" y="1127526"/>
                  </a:lnTo>
                  <a:lnTo>
                    <a:pt x="953141" y="1127511"/>
                  </a:lnTo>
                  <a:lnTo>
                    <a:pt x="953128" y="1127497"/>
                  </a:lnTo>
                  <a:lnTo>
                    <a:pt x="953113" y="1127488"/>
                  </a:lnTo>
                  <a:lnTo>
                    <a:pt x="953104" y="1127482"/>
                  </a:lnTo>
                  <a:lnTo>
                    <a:pt x="953098" y="1127479"/>
                  </a:lnTo>
                  <a:lnTo>
                    <a:pt x="953082" y="1127471"/>
                  </a:lnTo>
                  <a:lnTo>
                    <a:pt x="953076" y="1127468"/>
                  </a:lnTo>
                  <a:lnTo>
                    <a:pt x="953069" y="1127461"/>
                  </a:lnTo>
                  <a:lnTo>
                    <a:pt x="953054" y="1127448"/>
                  </a:lnTo>
                  <a:lnTo>
                    <a:pt x="953041" y="1127435"/>
                  </a:lnTo>
                  <a:lnTo>
                    <a:pt x="953033" y="1127428"/>
                  </a:lnTo>
                  <a:lnTo>
                    <a:pt x="953026" y="1127423"/>
                  </a:lnTo>
                  <a:lnTo>
                    <a:pt x="953017" y="1127417"/>
                  </a:lnTo>
                  <a:lnTo>
                    <a:pt x="953011" y="1127414"/>
                  </a:lnTo>
                  <a:lnTo>
                    <a:pt x="952995" y="1127407"/>
                  </a:lnTo>
                  <a:lnTo>
                    <a:pt x="952980" y="1127403"/>
                  </a:lnTo>
                  <a:lnTo>
                    <a:pt x="952971" y="1127400"/>
                  </a:lnTo>
                  <a:lnTo>
                    <a:pt x="952966" y="1127396"/>
                  </a:lnTo>
                  <a:lnTo>
                    <a:pt x="952951" y="1127386"/>
                  </a:lnTo>
                  <a:lnTo>
                    <a:pt x="952937" y="1127372"/>
                  </a:lnTo>
                  <a:lnTo>
                    <a:pt x="952924" y="1127357"/>
                  </a:lnTo>
                  <a:lnTo>
                    <a:pt x="952917" y="1127350"/>
                  </a:lnTo>
                  <a:lnTo>
                    <a:pt x="952908" y="1127345"/>
                  </a:lnTo>
                  <a:lnTo>
                    <a:pt x="952893" y="1127335"/>
                  </a:lnTo>
                  <a:lnTo>
                    <a:pt x="952879" y="1127327"/>
                  </a:lnTo>
                  <a:lnTo>
                    <a:pt x="952864" y="1127320"/>
                  </a:lnTo>
                  <a:lnTo>
                    <a:pt x="952850" y="1127313"/>
                  </a:lnTo>
                  <a:lnTo>
                    <a:pt x="952834" y="1127306"/>
                  </a:lnTo>
                  <a:lnTo>
                    <a:pt x="952819" y="1127301"/>
                  </a:lnTo>
                  <a:lnTo>
                    <a:pt x="952808" y="1127294"/>
                  </a:lnTo>
                  <a:lnTo>
                    <a:pt x="952804" y="1127293"/>
                  </a:lnTo>
                  <a:lnTo>
                    <a:pt x="952793" y="1127286"/>
                  </a:lnTo>
                  <a:lnTo>
                    <a:pt x="952789" y="1127285"/>
                  </a:lnTo>
                  <a:lnTo>
                    <a:pt x="952774" y="1127275"/>
                  </a:lnTo>
                  <a:lnTo>
                    <a:pt x="952759" y="1127268"/>
                  </a:lnTo>
                  <a:lnTo>
                    <a:pt x="952747" y="1127263"/>
                  </a:lnTo>
                  <a:lnTo>
                    <a:pt x="952744" y="1127260"/>
                  </a:lnTo>
                  <a:lnTo>
                    <a:pt x="952729" y="1127254"/>
                  </a:lnTo>
                  <a:lnTo>
                    <a:pt x="952714" y="1127247"/>
                  </a:lnTo>
                  <a:lnTo>
                    <a:pt x="952699" y="1127239"/>
                  </a:lnTo>
                  <a:lnTo>
                    <a:pt x="952684" y="1127231"/>
                  </a:lnTo>
                  <a:lnTo>
                    <a:pt x="952676" y="1127228"/>
                  </a:lnTo>
                  <a:lnTo>
                    <a:pt x="952671" y="1127224"/>
                  </a:lnTo>
                  <a:lnTo>
                    <a:pt x="952666" y="1127218"/>
                  </a:lnTo>
                  <a:lnTo>
                    <a:pt x="952660" y="1127212"/>
                  </a:lnTo>
                  <a:lnTo>
                    <a:pt x="952658" y="1127208"/>
                  </a:lnTo>
                  <a:lnTo>
                    <a:pt x="952651" y="1127199"/>
                  </a:lnTo>
                  <a:lnTo>
                    <a:pt x="952647" y="1127195"/>
                  </a:lnTo>
                  <a:lnTo>
                    <a:pt x="952634" y="1127182"/>
                  </a:lnTo>
                  <a:lnTo>
                    <a:pt x="952619" y="1127169"/>
                  </a:lnTo>
                  <a:lnTo>
                    <a:pt x="952604" y="1127156"/>
                  </a:lnTo>
                  <a:lnTo>
                    <a:pt x="952596" y="1127147"/>
                  </a:lnTo>
                  <a:lnTo>
                    <a:pt x="952589" y="1127144"/>
                  </a:lnTo>
                  <a:lnTo>
                    <a:pt x="952574" y="1127138"/>
                  </a:lnTo>
                  <a:lnTo>
                    <a:pt x="952559" y="1127132"/>
                  </a:lnTo>
                  <a:lnTo>
                    <a:pt x="952544" y="1127128"/>
                  </a:lnTo>
                  <a:lnTo>
                    <a:pt x="952528" y="1127124"/>
                  </a:lnTo>
                  <a:lnTo>
                    <a:pt x="952453" y="1127105"/>
                  </a:lnTo>
                  <a:lnTo>
                    <a:pt x="952437" y="1127102"/>
                  </a:lnTo>
                  <a:lnTo>
                    <a:pt x="952422" y="1127098"/>
                  </a:lnTo>
                  <a:lnTo>
                    <a:pt x="952414" y="1127094"/>
                  </a:lnTo>
                  <a:lnTo>
                    <a:pt x="952409" y="1127087"/>
                  </a:lnTo>
                  <a:lnTo>
                    <a:pt x="952367" y="1127011"/>
                  </a:lnTo>
                  <a:lnTo>
                    <a:pt x="952357" y="1126990"/>
                  </a:lnTo>
                  <a:lnTo>
                    <a:pt x="952347" y="1126982"/>
                  </a:lnTo>
                  <a:lnTo>
                    <a:pt x="952342" y="1126980"/>
                  </a:lnTo>
                  <a:lnTo>
                    <a:pt x="952335" y="1126977"/>
                  </a:lnTo>
                  <a:lnTo>
                    <a:pt x="952327" y="1126976"/>
                  </a:lnTo>
                  <a:lnTo>
                    <a:pt x="952322" y="1126975"/>
                  </a:lnTo>
                  <a:lnTo>
                    <a:pt x="952313" y="1126977"/>
                  </a:lnTo>
                  <a:lnTo>
                    <a:pt x="952298" y="1126980"/>
                  </a:lnTo>
                  <a:lnTo>
                    <a:pt x="952283" y="1126981"/>
                  </a:lnTo>
                  <a:lnTo>
                    <a:pt x="952268" y="1126979"/>
                  </a:lnTo>
                  <a:lnTo>
                    <a:pt x="952259" y="1126976"/>
                  </a:lnTo>
                  <a:lnTo>
                    <a:pt x="952253" y="1126972"/>
                  </a:lnTo>
                  <a:lnTo>
                    <a:pt x="952238" y="1126960"/>
                  </a:lnTo>
                  <a:lnTo>
                    <a:pt x="952223" y="1126946"/>
                  </a:lnTo>
                  <a:lnTo>
                    <a:pt x="952208" y="1126931"/>
                  </a:lnTo>
                  <a:lnTo>
                    <a:pt x="952193" y="1126922"/>
                  </a:lnTo>
                  <a:lnTo>
                    <a:pt x="952177" y="1126914"/>
                  </a:lnTo>
                  <a:lnTo>
                    <a:pt x="952155" y="1126909"/>
                  </a:lnTo>
                  <a:lnTo>
                    <a:pt x="952150" y="1126905"/>
                  </a:lnTo>
                  <a:lnTo>
                    <a:pt x="952147" y="1126895"/>
                  </a:lnTo>
                  <a:lnTo>
                    <a:pt x="952144" y="1126880"/>
                  </a:lnTo>
                  <a:lnTo>
                    <a:pt x="952138" y="1126826"/>
                  </a:lnTo>
                  <a:lnTo>
                    <a:pt x="952140" y="1126804"/>
                  </a:lnTo>
                  <a:lnTo>
                    <a:pt x="952135" y="1126781"/>
                  </a:lnTo>
                  <a:lnTo>
                    <a:pt x="952121" y="1126764"/>
                  </a:lnTo>
                  <a:lnTo>
                    <a:pt x="952106" y="1126742"/>
                  </a:lnTo>
                  <a:lnTo>
                    <a:pt x="952087" y="1126705"/>
                  </a:lnTo>
                  <a:lnTo>
                    <a:pt x="952081" y="1126684"/>
                  </a:lnTo>
                  <a:lnTo>
                    <a:pt x="952074" y="1126665"/>
                  </a:lnTo>
                  <a:lnTo>
                    <a:pt x="952068" y="1126655"/>
                  </a:lnTo>
                  <a:lnTo>
                    <a:pt x="952059" y="1126649"/>
                  </a:lnTo>
                  <a:lnTo>
                    <a:pt x="952053" y="1126642"/>
                  </a:lnTo>
                  <a:lnTo>
                    <a:pt x="952040" y="1126629"/>
                  </a:lnTo>
                  <a:lnTo>
                    <a:pt x="952034" y="1126621"/>
                  </a:lnTo>
                  <a:lnTo>
                    <a:pt x="952036" y="1126616"/>
                  </a:lnTo>
                  <a:lnTo>
                    <a:pt x="952040" y="1126609"/>
                  </a:lnTo>
                  <a:lnTo>
                    <a:pt x="952053" y="1126586"/>
                  </a:lnTo>
                  <a:lnTo>
                    <a:pt x="952059" y="1126570"/>
                  </a:lnTo>
                  <a:lnTo>
                    <a:pt x="952062" y="1126559"/>
                  </a:lnTo>
                  <a:lnTo>
                    <a:pt x="952063" y="1126551"/>
                  </a:lnTo>
                  <a:lnTo>
                    <a:pt x="952060" y="1126522"/>
                  </a:lnTo>
                  <a:lnTo>
                    <a:pt x="952056" y="1126504"/>
                  </a:lnTo>
                  <a:lnTo>
                    <a:pt x="952056" y="1126496"/>
                  </a:lnTo>
                  <a:lnTo>
                    <a:pt x="952052" y="1126474"/>
                  </a:lnTo>
                  <a:lnTo>
                    <a:pt x="952044" y="1126459"/>
                  </a:lnTo>
                  <a:lnTo>
                    <a:pt x="952031" y="1126436"/>
                  </a:lnTo>
                  <a:lnTo>
                    <a:pt x="952018" y="1126408"/>
                  </a:lnTo>
                  <a:lnTo>
                    <a:pt x="952008" y="1126389"/>
                  </a:lnTo>
                  <a:lnTo>
                    <a:pt x="952007" y="1126381"/>
                  </a:lnTo>
                  <a:lnTo>
                    <a:pt x="952009" y="1126374"/>
                  </a:lnTo>
                  <a:lnTo>
                    <a:pt x="952010" y="1126367"/>
                  </a:lnTo>
                  <a:lnTo>
                    <a:pt x="952014" y="1126359"/>
                  </a:lnTo>
                  <a:lnTo>
                    <a:pt x="952014" y="1126345"/>
                  </a:lnTo>
                  <a:lnTo>
                    <a:pt x="952013" y="1126336"/>
                  </a:lnTo>
                  <a:lnTo>
                    <a:pt x="952011" y="1126328"/>
                  </a:lnTo>
                  <a:lnTo>
                    <a:pt x="952004" y="1126317"/>
                  </a:lnTo>
                  <a:lnTo>
                    <a:pt x="951986" y="1126295"/>
                  </a:lnTo>
                  <a:lnTo>
                    <a:pt x="951971" y="1126263"/>
                  </a:lnTo>
                  <a:lnTo>
                    <a:pt x="951952" y="1126237"/>
                  </a:lnTo>
                  <a:lnTo>
                    <a:pt x="951939" y="1126216"/>
                  </a:lnTo>
                  <a:lnTo>
                    <a:pt x="951924" y="1126174"/>
                  </a:lnTo>
                  <a:lnTo>
                    <a:pt x="951912" y="1126151"/>
                  </a:lnTo>
                  <a:lnTo>
                    <a:pt x="951914" y="1126145"/>
                  </a:lnTo>
                  <a:lnTo>
                    <a:pt x="951922" y="1126136"/>
                  </a:lnTo>
                  <a:lnTo>
                    <a:pt x="951944" y="1126113"/>
                  </a:lnTo>
                  <a:lnTo>
                    <a:pt x="951963" y="1126085"/>
                  </a:lnTo>
                  <a:lnTo>
                    <a:pt x="951973" y="1126073"/>
                  </a:lnTo>
                  <a:lnTo>
                    <a:pt x="951977" y="1126064"/>
                  </a:lnTo>
                  <a:lnTo>
                    <a:pt x="951982" y="1126050"/>
                  </a:lnTo>
                  <a:lnTo>
                    <a:pt x="951992" y="1126039"/>
                  </a:lnTo>
                  <a:lnTo>
                    <a:pt x="951998" y="1126034"/>
                  </a:lnTo>
                  <a:lnTo>
                    <a:pt x="952039" y="1126015"/>
                  </a:lnTo>
                  <a:lnTo>
                    <a:pt x="952064" y="1126002"/>
                  </a:lnTo>
                  <a:lnTo>
                    <a:pt x="952095" y="1125977"/>
                  </a:lnTo>
                  <a:lnTo>
                    <a:pt x="952116" y="1125961"/>
                  </a:lnTo>
                  <a:lnTo>
                    <a:pt x="952133" y="1125941"/>
                  </a:lnTo>
                  <a:lnTo>
                    <a:pt x="952152" y="1125918"/>
                  </a:lnTo>
                  <a:lnTo>
                    <a:pt x="952164" y="1125907"/>
                  </a:lnTo>
                  <a:lnTo>
                    <a:pt x="952169" y="1125902"/>
                  </a:lnTo>
                  <a:lnTo>
                    <a:pt x="952170" y="1125897"/>
                  </a:lnTo>
                  <a:lnTo>
                    <a:pt x="952163" y="1125877"/>
                  </a:lnTo>
                  <a:lnTo>
                    <a:pt x="952159" y="1125862"/>
                  </a:lnTo>
                  <a:lnTo>
                    <a:pt x="952153" y="1125847"/>
                  </a:lnTo>
                  <a:lnTo>
                    <a:pt x="952142" y="1125820"/>
                  </a:lnTo>
                  <a:lnTo>
                    <a:pt x="952132" y="1125798"/>
                  </a:lnTo>
                  <a:lnTo>
                    <a:pt x="952108" y="1125753"/>
                  </a:lnTo>
                  <a:lnTo>
                    <a:pt x="952102" y="1125736"/>
                  </a:lnTo>
                  <a:lnTo>
                    <a:pt x="952101" y="1125725"/>
                  </a:lnTo>
                  <a:lnTo>
                    <a:pt x="952102" y="1125718"/>
                  </a:lnTo>
                  <a:lnTo>
                    <a:pt x="952104" y="1125711"/>
                  </a:lnTo>
                  <a:lnTo>
                    <a:pt x="952129" y="1125678"/>
                  </a:lnTo>
                  <a:lnTo>
                    <a:pt x="952139" y="1125655"/>
                  </a:lnTo>
                  <a:lnTo>
                    <a:pt x="952149" y="1125622"/>
                  </a:lnTo>
                  <a:lnTo>
                    <a:pt x="952160" y="1125590"/>
                  </a:lnTo>
                  <a:lnTo>
                    <a:pt x="952167" y="1125578"/>
                  </a:lnTo>
                  <a:lnTo>
                    <a:pt x="952180" y="1125567"/>
                  </a:lnTo>
                  <a:lnTo>
                    <a:pt x="952196" y="1125559"/>
                  </a:lnTo>
                  <a:lnTo>
                    <a:pt x="952213" y="1125554"/>
                  </a:lnTo>
                  <a:lnTo>
                    <a:pt x="952228" y="1125548"/>
                  </a:lnTo>
                  <a:lnTo>
                    <a:pt x="952242" y="1125544"/>
                  </a:lnTo>
                  <a:lnTo>
                    <a:pt x="952257" y="1125541"/>
                  </a:lnTo>
                  <a:lnTo>
                    <a:pt x="952272" y="1125538"/>
                  </a:lnTo>
                  <a:lnTo>
                    <a:pt x="952288" y="1125537"/>
                  </a:lnTo>
                  <a:lnTo>
                    <a:pt x="952300" y="1125536"/>
                  </a:lnTo>
                  <a:lnTo>
                    <a:pt x="952330" y="1125535"/>
                  </a:lnTo>
                  <a:lnTo>
                    <a:pt x="952331" y="1125518"/>
                  </a:lnTo>
                  <a:lnTo>
                    <a:pt x="952326" y="1125478"/>
                  </a:lnTo>
                  <a:lnTo>
                    <a:pt x="952324" y="1125453"/>
                  </a:lnTo>
                  <a:lnTo>
                    <a:pt x="952318" y="1125423"/>
                  </a:lnTo>
                  <a:lnTo>
                    <a:pt x="952314" y="1125382"/>
                  </a:lnTo>
                  <a:lnTo>
                    <a:pt x="952316" y="1125362"/>
                  </a:lnTo>
                  <a:lnTo>
                    <a:pt x="952317" y="1125352"/>
                  </a:lnTo>
                  <a:lnTo>
                    <a:pt x="952322" y="1125338"/>
                  </a:lnTo>
                  <a:lnTo>
                    <a:pt x="952331" y="1125324"/>
                  </a:lnTo>
                  <a:lnTo>
                    <a:pt x="952341" y="1125311"/>
                  </a:lnTo>
                  <a:lnTo>
                    <a:pt x="952344" y="1125305"/>
                  </a:lnTo>
                  <a:lnTo>
                    <a:pt x="952345" y="1125297"/>
                  </a:lnTo>
                  <a:lnTo>
                    <a:pt x="952345" y="1125287"/>
                  </a:lnTo>
                  <a:lnTo>
                    <a:pt x="952348" y="1125278"/>
                  </a:lnTo>
                  <a:lnTo>
                    <a:pt x="952355" y="1125266"/>
                  </a:lnTo>
                  <a:lnTo>
                    <a:pt x="952362" y="1125256"/>
                  </a:lnTo>
                  <a:lnTo>
                    <a:pt x="952365" y="1125251"/>
                  </a:lnTo>
                  <a:lnTo>
                    <a:pt x="952368" y="1125245"/>
                  </a:lnTo>
                  <a:lnTo>
                    <a:pt x="952369" y="1125238"/>
                  </a:lnTo>
                  <a:lnTo>
                    <a:pt x="952374" y="1125213"/>
                  </a:lnTo>
                  <a:lnTo>
                    <a:pt x="952377" y="1125200"/>
                  </a:lnTo>
                  <a:lnTo>
                    <a:pt x="952380" y="1125191"/>
                  </a:lnTo>
                  <a:lnTo>
                    <a:pt x="952382" y="1125186"/>
                  </a:lnTo>
                  <a:lnTo>
                    <a:pt x="952389" y="1125184"/>
                  </a:lnTo>
                  <a:lnTo>
                    <a:pt x="952397" y="1125184"/>
                  </a:lnTo>
                  <a:lnTo>
                    <a:pt x="952412" y="1125185"/>
                  </a:lnTo>
                  <a:lnTo>
                    <a:pt x="952427" y="1125183"/>
                  </a:lnTo>
                  <a:lnTo>
                    <a:pt x="952442" y="1125185"/>
                  </a:lnTo>
                  <a:lnTo>
                    <a:pt x="952457" y="1125186"/>
                  </a:lnTo>
                  <a:lnTo>
                    <a:pt x="952472" y="1125186"/>
                  </a:lnTo>
                  <a:lnTo>
                    <a:pt x="952487" y="1125186"/>
                  </a:lnTo>
                  <a:lnTo>
                    <a:pt x="952502" y="1125186"/>
                  </a:lnTo>
                  <a:lnTo>
                    <a:pt x="952510" y="1125185"/>
                  </a:lnTo>
                  <a:lnTo>
                    <a:pt x="952517" y="1125186"/>
                  </a:lnTo>
                  <a:lnTo>
                    <a:pt x="952531" y="1125188"/>
                  </a:lnTo>
                  <a:lnTo>
                    <a:pt x="952546" y="1125190"/>
                  </a:lnTo>
                  <a:lnTo>
                    <a:pt x="952561" y="1125193"/>
                  </a:lnTo>
                  <a:lnTo>
                    <a:pt x="952576" y="1125195"/>
                  </a:lnTo>
                  <a:lnTo>
                    <a:pt x="952591" y="1125197"/>
                  </a:lnTo>
                  <a:lnTo>
                    <a:pt x="952606" y="1125200"/>
                  </a:lnTo>
                  <a:lnTo>
                    <a:pt x="952619" y="1125203"/>
                  </a:lnTo>
                  <a:lnTo>
                    <a:pt x="952657" y="1125211"/>
                  </a:lnTo>
                  <a:lnTo>
                    <a:pt x="952666" y="1125214"/>
                  </a:lnTo>
                  <a:lnTo>
                    <a:pt x="952671" y="1125214"/>
                  </a:lnTo>
                  <a:lnTo>
                    <a:pt x="952686" y="1125213"/>
                  </a:lnTo>
                  <a:lnTo>
                    <a:pt x="952701" y="1125211"/>
                  </a:lnTo>
                  <a:lnTo>
                    <a:pt x="952709" y="1125210"/>
                  </a:lnTo>
                  <a:lnTo>
                    <a:pt x="952716" y="1125207"/>
                  </a:lnTo>
                  <a:lnTo>
                    <a:pt x="952731" y="1125200"/>
                  </a:lnTo>
                  <a:lnTo>
                    <a:pt x="952745" y="1125193"/>
                  </a:lnTo>
                  <a:lnTo>
                    <a:pt x="952760" y="1125187"/>
                  </a:lnTo>
                  <a:lnTo>
                    <a:pt x="952767" y="1125184"/>
                  </a:lnTo>
                  <a:lnTo>
                    <a:pt x="952775" y="1125183"/>
                  </a:lnTo>
                  <a:lnTo>
                    <a:pt x="952790" y="1125184"/>
                  </a:lnTo>
                  <a:lnTo>
                    <a:pt x="952805" y="1125182"/>
                  </a:lnTo>
                  <a:lnTo>
                    <a:pt x="952820" y="1125181"/>
                  </a:lnTo>
                  <a:lnTo>
                    <a:pt x="952835" y="1125182"/>
                  </a:lnTo>
                  <a:lnTo>
                    <a:pt x="952850" y="1125181"/>
                  </a:lnTo>
                  <a:lnTo>
                    <a:pt x="952865" y="1125180"/>
                  </a:lnTo>
                  <a:lnTo>
                    <a:pt x="952880" y="1125178"/>
                  </a:lnTo>
                  <a:lnTo>
                    <a:pt x="952896" y="1125177"/>
                  </a:lnTo>
                  <a:lnTo>
                    <a:pt x="952908" y="1125176"/>
                  </a:lnTo>
                  <a:lnTo>
                    <a:pt x="952924" y="1125176"/>
                  </a:lnTo>
                  <a:lnTo>
                    <a:pt x="952938" y="1125177"/>
                  </a:lnTo>
                  <a:lnTo>
                    <a:pt x="952954" y="1125179"/>
                  </a:lnTo>
                  <a:lnTo>
                    <a:pt x="952962" y="1125182"/>
                  </a:lnTo>
                  <a:lnTo>
                    <a:pt x="952977" y="1125187"/>
                  </a:lnTo>
                  <a:lnTo>
                    <a:pt x="952996" y="1125191"/>
                  </a:lnTo>
                  <a:lnTo>
                    <a:pt x="953014" y="1125192"/>
                  </a:lnTo>
                  <a:lnTo>
                    <a:pt x="953034" y="1125193"/>
                  </a:lnTo>
                  <a:lnTo>
                    <a:pt x="953041" y="1125194"/>
                  </a:lnTo>
                  <a:lnTo>
                    <a:pt x="953046" y="1125194"/>
                  </a:lnTo>
                  <a:lnTo>
                    <a:pt x="953049" y="1125191"/>
                  </a:lnTo>
                  <a:lnTo>
                    <a:pt x="953053" y="1125181"/>
                  </a:lnTo>
                  <a:lnTo>
                    <a:pt x="953062" y="1125163"/>
                  </a:lnTo>
                  <a:lnTo>
                    <a:pt x="953073" y="1125149"/>
                  </a:lnTo>
                  <a:lnTo>
                    <a:pt x="953079" y="1125141"/>
                  </a:lnTo>
                  <a:lnTo>
                    <a:pt x="953084" y="1125133"/>
                  </a:lnTo>
                  <a:lnTo>
                    <a:pt x="953087" y="1125128"/>
                  </a:lnTo>
                  <a:lnTo>
                    <a:pt x="953092" y="1125125"/>
                  </a:lnTo>
                  <a:lnTo>
                    <a:pt x="953101" y="1125122"/>
                  </a:lnTo>
                  <a:lnTo>
                    <a:pt x="953122" y="1125119"/>
                  </a:lnTo>
                  <a:lnTo>
                    <a:pt x="953137" y="1125114"/>
                  </a:lnTo>
                  <a:lnTo>
                    <a:pt x="953147" y="1125108"/>
                  </a:lnTo>
                  <a:lnTo>
                    <a:pt x="953156" y="1125096"/>
                  </a:lnTo>
                  <a:lnTo>
                    <a:pt x="953159" y="1125087"/>
                  </a:lnTo>
                  <a:lnTo>
                    <a:pt x="953159" y="1125080"/>
                  </a:lnTo>
                  <a:lnTo>
                    <a:pt x="953158" y="1125075"/>
                  </a:lnTo>
                  <a:lnTo>
                    <a:pt x="953151" y="1125061"/>
                  </a:lnTo>
                  <a:lnTo>
                    <a:pt x="953148" y="1125055"/>
                  </a:lnTo>
                  <a:lnTo>
                    <a:pt x="953141" y="1125040"/>
                  </a:lnTo>
                  <a:lnTo>
                    <a:pt x="953138" y="1125025"/>
                  </a:lnTo>
                  <a:lnTo>
                    <a:pt x="953141" y="1125010"/>
                  </a:lnTo>
                  <a:lnTo>
                    <a:pt x="953146" y="1125001"/>
                  </a:lnTo>
                  <a:lnTo>
                    <a:pt x="953147" y="1124995"/>
                  </a:lnTo>
                  <a:lnTo>
                    <a:pt x="953148" y="1124980"/>
                  </a:lnTo>
                  <a:lnTo>
                    <a:pt x="953157" y="1124969"/>
                  </a:lnTo>
                  <a:lnTo>
                    <a:pt x="953160" y="1124964"/>
                  </a:lnTo>
                  <a:lnTo>
                    <a:pt x="953160" y="1124957"/>
                  </a:lnTo>
                  <a:lnTo>
                    <a:pt x="953158" y="1124950"/>
                  </a:lnTo>
                  <a:lnTo>
                    <a:pt x="953155" y="1124935"/>
                  </a:lnTo>
                  <a:lnTo>
                    <a:pt x="953152" y="1124926"/>
                  </a:lnTo>
                  <a:lnTo>
                    <a:pt x="953152" y="1124920"/>
                  </a:lnTo>
                  <a:lnTo>
                    <a:pt x="953147" y="1124905"/>
                  </a:lnTo>
                  <a:lnTo>
                    <a:pt x="953142" y="1124890"/>
                  </a:lnTo>
                  <a:lnTo>
                    <a:pt x="953140" y="1124875"/>
                  </a:lnTo>
                  <a:lnTo>
                    <a:pt x="953137" y="1124860"/>
                  </a:lnTo>
                  <a:lnTo>
                    <a:pt x="953136" y="1124851"/>
                  </a:lnTo>
                  <a:lnTo>
                    <a:pt x="953117" y="1124806"/>
                  </a:lnTo>
                  <a:lnTo>
                    <a:pt x="953112" y="1124799"/>
                  </a:lnTo>
                  <a:lnTo>
                    <a:pt x="953111" y="1124791"/>
                  </a:lnTo>
                  <a:lnTo>
                    <a:pt x="953112" y="1124784"/>
                  </a:lnTo>
                  <a:lnTo>
                    <a:pt x="953115" y="1124776"/>
                  </a:lnTo>
                  <a:lnTo>
                    <a:pt x="953118" y="1124767"/>
                  </a:lnTo>
                  <a:lnTo>
                    <a:pt x="953121" y="1124760"/>
                  </a:lnTo>
                  <a:lnTo>
                    <a:pt x="953128" y="1124746"/>
                  </a:lnTo>
                  <a:lnTo>
                    <a:pt x="953137" y="1124731"/>
                  </a:lnTo>
                  <a:lnTo>
                    <a:pt x="953142" y="1124716"/>
                  </a:lnTo>
                  <a:lnTo>
                    <a:pt x="953145" y="1124701"/>
                  </a:lnTo>
                  <a:lnTo>
                    <a:pt x="953147" y="1124686"/>
                  </a:lnTo>
                  <a:lnTo>
                    <a:pt x="953152" y="1124669"/>
                  </a:lnTo>
                  <a:lnTo>
                    <a:pt x="953159" y="1124658"/>
                  </a:lnTo>
                  <a:lnTo>
                    <a:pt x="953176" y="1124644"/>
                  </a:lnTo>
                  <a:lnTo>
                    <a:pt x="953190" y="1124633"/>
                  </a:lnTo>
                  <a:lnTo>
                    <a:pt x="953199" y="1124628"/>
                  </a:lnTo>
                  <a:lnTo>
                    <a:pt x="953205" y="1124622"/>
                  </a:lnTo>
                  <a:lnTo>
                    <a:pt x="953210" y="1124609"/>
                  </a:lnTo>
                  <a:lnTo>
                    <a:pt x="953212" y="1124599"/>
                  </a:lnTo>
                  <a:lnTo>
                    <a:pt x="953217" y="1124592"/>
                  </a:lnTo>
                  <a:lnTo>
                    <a:pt x="953220" y="1124588"/>
                  </a:lnTo>
                  <a:lnTo>
                    <a:pt x="953222" y="1124585"/>
                  </a:lnTo>
                  <a:lnTo>
                    <a:pt x="953225" y="1124578"/>
                  </a:lnTo>
                  <a:lnTo>
                    <a:pt x="953230" y="1124563"/>
                  </a:lnTo>
                  <a:lnTo>
                    <a:pt x="953239" y="1124543"/>
                  </a:lnTo>
                  <a:lnTo>
                    <a:pt x="953250" y="1124508"/>
                  </a:lnTo>
                  <a:lnTo>
                    <a:pt x="953252" y="1124501"/>
                  </a:lnTo>
                  <a:lnTo>
                    <a:pt x="953257" y="1124486"/>
                  </a:lnTo>
                  <a:lnTo>
                    <a:pt x="953261" y="1124476"/>
                  </a:lnTo>
                  <a:lnTo>
                    <a:pt x="953265" y="1124471"/>
                  </a:lnTo>
                  <a:lnTo>
                    <a:pt x="953279" y="1124458"/>
                  </a:lnTo>
                  <a:lnTo>
                    <a:pt x="953287" y="1124449"/>
                  </a:lnTo>
                  <a:lnTo>
                    <a:pt x="953288" y="1124443"/>
                  </a:lnTo>
                  <a:lnTo>
                    <a:pt x="953291" y="1124428"/>
                  </a:lnTo>
                  <a:lnTo>
                    <a:pt x="953294" y="1124413"/>
                  </a:lnTo>
                  <a:lnTo>
                    <a:pt x="953297" y="1124398"/>
                  </a:lnTo>
                  <a:lnTo>
                    <a:pt x="953297" y="1124387"/>
                  </a:lnTo>
                  <a:lnTo>
                    <a:pt x="953294" y="1124382"/>
                  </a:lnTo>
                  <a:lnTo>
                    <a:pt x="953286" y="1124376"/>
                  </a:lnTo>
                  <a:lnTo>
                    <a:pt x="953281" y="1124375"/>
                  </a:lnTo>
                  <a:lnTo>
                    <a:pt x="953266" y="1124369"/>
                  </a:lnTo>
                  <a:lnTo>
                    <a:pt x="953251" y="1124361"/>
                  </a:lnTo>
                  <a:lnTo>
                    <a:pt x="953236" y="1124347"/>
                  </a:lnTo>
                  <a:lnTo>
                    <a:pt x="953232" y="1124338"/>
                  </a:lnTo>
                  <a:lnTo>
                    <a:pt x="953230" y="1124332"/>
                  </a:lnTo>
                  <a:lnTo>
                    <a:pt x="953228" y="1124325"/>
                  </a:lnTo>
                  <a:lnTo>
                    <a:pt x="953228" y="1124317"/>
                  </a:lnTo>
                  <a:lnTo>
                    <a:pt x="953227" y="1124303"/>
                  </a:lnTo>
                  <a:lnTo>
                    <a:pt x="953223" y="1124295"/>
                  </a:lnTo>
                  <a:lnTo>
                    <a:pt x="953217" y="1124287"/>
                  </a:lnTo>
                  <a:lnTo>
                    <a:pt x="953202" y="1124276"/>
                  </a:lnTo>
                  <a:lnTo>
                    <a:pt x="953187" y="1124265"/>
                  </a:lnTo>
                  <a:lnTo>
                    <a:pt x="953174" y="1124253"/>
                  </a:lnTo>
                  <a:lnTo>
                    <a:pt x="953161" y="1124241"/>
                  </a:lnTo>
                  <a:lnTo>
                    <a:pt x="953152" y="1124232"/>
                  </a:lnTo>
                  <a:lnTo>
                    <a:pt x="953149" y="1124226"/>
                  </a:lnTo>
                  <a:lnTo>
                    <a:pt x="953142" y="1124211"/>
                  </a:lnTo>
                  <a:lnTo>
                    <a:pt x="953138" y="1124196"/>
                  </a:lnTo>
                  <a:lnTo>
                    <a:pt x="953136" y="1124181"/>
                  </a:lnTo>
                  <a:lnTo>
                    <a:pt x="953135" y="1124166"/>
                  </a:lnTo>
                  <a:lnTo>
                    <a:pt x="953132" y="1124151"/>
                  </a:lnTo>
                  <a:lnTo>
                    <a:pt x="953127" y="1124136"/>
                  </a:lnTo>
                  <a:lnTo>
                    <a:pt x="953122" y="1124121"/>
                  </a:lnTo>
                  <a:lnTo>
                    <a:pt x="953117" y="1124108"/>
                  </a:lnTo>
                  <a:lnTo>
                    <a:pt x="953113" y="1124091"/>
                  </a:lnTo>
                  <a:lnTo>
                    <a:pt x="953109" y="1124076"/>
                  </a:lnTo>
                  <a:lnTo>
                    <a:pt x="953106" y="1124061"/>
                  </a:lnTo>
                  <a:lnTo>
                    <a:pt x="953108" y="1124046"/>
                  </a:lnTo>
                  <a:lnTo>
                    <a:pt x="953122" y="1124017"/>
                  </a:lnTo>
                  <a:lnTo>
                    <a:pt x="953127" y="1124011"/>
                  </a:lnTo>
                  <a:lnTo>
                    <a:pt x="953132" y="1124002"/>
                  </a:lnTo>
                  <a:lnTo>
                    <a:pt x="953137" y="1123994"/>
                  </a:lnTo>
                  <a:lnTo>
                    <a:pt x="953139" y="1123987"/>
                  </a:lnTo>
                  <a:lnTo>
                    <a:pt x="953143" y="1123976"/>
                  </a:lnTo>
                  <a:lnTo>
                    <a:pt x="953145" y="1123972"/>
                  </a:lnTo>
                  <a:lnTo>
                    <a:pt x="953147" y="1123966"/>
                  </a:lnTo>
                  <a:lnTo>
                    <a:pt x="953152" y="1123957"/>
                  </a:lnTo>
                  <a:lnTo>
                    <a:pt x="953158" y="1123942"/>
                  </a:lnTo>
                  <a:lnTo>
                    <a:pt x="953161" y="1123933"/>
                  </a:lnTo>
                  <a:lnTo>
                    <a:pt x="953161" y="1123927"/>
                  </a:lnTo>
                  <a:lnTo>
                    <a:pt x="953160" y="1123911"/>
                  </a:lnTo>
                  <a:lnTo>
                    <a:pt x="953160" y="1123905"/>
                  </a:lnTo>
                  <a:lnTo>
                    <a:pt x="953162" y="1123893"/>
                  </a:lnTo>
                  <a:lnTo>
                    <a:pt x="953165" y="1123878"/>
                  </a:lnTo>
                  <a:lnTo>
                    <a:pt x="953168" y="1123862"/>
                  </a:lnTo>
                  <a:lnTo>
                    <a:pt x="953168" y="1123856"/>
                  </a:lnTo>
                  <a:lnTo>
                    <a:pt x="953166" y="1123851"/>
                  </a:lnTo>
                  <a:lnTo>
                    <a:pt x="953159" y="1123844"/>
                  </a:lnTo>
                  <a:lnTo>
                    <a:pt x="953152" y="1123841"/>
                  </a:lnTo>
                  <a:lnTo>
                    <a:pt x="953144" y="1123835"/>
                  </a:lnTo>
                  <a:lnTo>
                    <a:pt x="953140" y="1123828"/>
                  </a:lnTo>
                  <a:lnTo>
                    <a:pt x="953134" y="1123818"/>
                  </a:lnTo>
                  <a:lnTo>
                    <a:pt x="953128" y="1123803"/>
                  </a:lnTo>
                  <a:lnTo>
                    <a:pt x="953123" y="1123793"/>
                  </a:lnTo>
                  <a:lnTo>
                    <a:pt x="953120" y="1123786"/>
                  </a:lnTo>
                  <a:lnTo>
                    <a:pt x="953119" y="1123771"/>
                  </a:lnTo>
                  <a:lnTo>
                    <a:pt x="953117" y="1123763"/>
                  </a:lnTo>
                  <a:lnTo>
                    <a:pt x="953091" y="1123708"/>
                  </a:lnTo>
                  <a:lnTo>
                    <a:pt x="953081" y="1123683"/>
                  </a:lnTo>
                  <a:lnTo>
                    <a:pt x="953073" y="1123667"/>
                  </a:lnTo>
                  <a:lnTo>
                    <a:pt x="953055" y="1123635"/>
                  </a:lnTo>
                  <a:lnTo>
                    <a:pt x="953047" y="1123618"/>
                  </a:lnTo>
                  <a:lnTo>
                    <a:pt x="953038" y="1123595"/>
                  </a:lnTo>
                  <a:lnTo>
                    <a:pt x="953036" y="1123589"/>
                  </a:lnTo>
                  <a:lnTo>
                    <a:pt x="953032" y="1123574"/>
                  </a:lnTo>
                  <a:lnTo>
                    <a:pt x="953028" y="1123565"/>
                  </a:lnTo>
                  <a:lnTo>
                    <a:pt x="953021" y="1123548"/>
                  </a:lnTo>
                  <a:lnTo>
                    <a:pt x="953018" y="1123544"/>
                  </a:lnTo>
                  <a:lnTo>
                    <a:pt x="953012" y="1123529"/>
                  </a:lnTo>
                  <a:lnTo>
                    <a:pt x="953007" y="1123514"/>
                  </a:lnTo>
                  <a:lnTo>
                    <a:pt x="953007" y="1123499"/>
                  </a:lnTo>
                  <a:lnTo>
                    <a:pt x="953007" y="1123484"/>
                  </a:lnTo>
                  <a:lnTo>
                    <a:pt x="953011" y="1123470"/>
                  </a:lnTo>
                  <a:lnTo>
                    <a:pt x="953012" y="1123451"/>
                  </a:lnTo>
                  <a:lnTo>
                    <a:pt x="953013" y="1123445"/>
                  </a:lnTo>
                  <a:lnTo>
                    <a:pt x="953008" y="1123439"/>
                  </a:lnTo>
                  <a:lnTo>
                    <a:pt x="953002" y="1123432"/>
                  </a:lnTo>
                  <a:lnTo>
                    <a:pt x="952998" y="1123423"/>
                  </a:lnTo>
                  <a:lnTo>
                    <a:pt x="952995" y="1123418"/>
                  </a:lnTo>
                  <a:lnTo>
                    <a:pt x="952983" y="1123412"/>
                  </a:lnTo>
                  <a:lnTo>
                    <a:pt x="952964" y="1123400"/>
                  </a:lnTo>
                  <a:lnTo>
                    <a:pt x="952958" y="1123395"/>
                  </a:lnTo>
                  <a:lnTo>
                    <a:pt x="952953" y="1123387"/>
                  </a:lnTo>
                  <a:lnTo>
                    <a:pt x="952944" y="1123372"/>
                  </a:lnTo>
                  <a:lnTo>
                    <a:pt x="952935" y="1123357"/>
                  </a:lnTo>
                  <a:lnTo>
                    <a:pt x="952927" y="1123342"/>
                  </a:lnTo>
                  <a:lnTo>
                    <a:pt x="952919" y="1123327"/>
                  </a:lnTo>
                  <a:lnTo>
                    <a:pt x="952903" y="1123289"/>
                  </a:lnTo>
                  <a:lnTo>
                    <a:pt x="952899" y="1123279"/>
                  </a:lnTo>
                  <a:lnTo>
                    <a:pt x="952895" y="1123264"/>
                  </a:lnTo>
                  <a:lnTo>
                    <a:pt x="952889" y="1123249"/>
                  </a:lnTo>
                  <a:lnTo>
                    <a:pt x="952885" y="1123234"/>
                  </a:lnTo>
                  <a:lnTo>
                    <a:pt x="952881" y="1123219"/>
                  </a:lnTo>
                  <a:lnTo>
                    <a:pt x="952879" y="1123212"/>
                  </a:lnTo>
                  <a:lnTo>
                    <a:pt x="952879" y="1123204"/>
                  </a:lnTo>
                  <a:lnTo>
                    <a:pt x="952880" y="1123198"/>
                  </a:lnTo>
                  <a:lnTo>
                    <a:pt x="952882" y="1123191"/>
                  </a:lnTo>
                  <a:lnTo>
                    <a:pt x="952884" y="1123174"/>
                  </a:lnTo>
                  <a:lnTo>
                    <a:pt x="952882" y="1123159"/>
                  </a:lnTo>
                  <a:lnTo>
                    <a:pt x="952878" y="1123145"/>
                  </a:lnTo>
                  <a:lnTo>
                    <a:pt x="952877" y="1123129"/>
                  </a:lnTo>
                  <a:lnTo>
                    <a:pt x="952875" y="1123113"/>
                  </a:lnTo>
                  <a:lnTo>
                    <a:pt x="952874" y="1123098"/>
                  </a:lnTo>
                  <a:lnTo>
                    <a:pt x="952872" y="1123083"/>
                  </a:lnTo>
                  <a:lnTo>
                    <a:pt x="952872" y="1123068"/>
                  </a:lnTo>
                  <a:lnTo>
                    <a:pt x="952873" y="1123053"/>
                  </a:lnTo>
                  <a:lnTo>
                    <a:pt x="952876" y="1123044"/>
                  </a:lnTo>
                  <a:lnTo>
                    <a:pt x="952876" y="1123038"/>
                  </a:lnTo>
                  <a:lnTo>
                    <a:pt x="952871" y="1123030"/>
                  </a:lnTo>
                  <a:lnTo>
                    <a:pt x="952865" y="1123023"/>
                  </a:lnTo>
                  <a:lnTo>
                    <a:pt x="952853" y="1123008"/>
                  </a:lnTo>
                  <a:lnTo>
                    <a:pt x="952848" y="1123000"/>
                  </a:lnTo>
                  <a:lnTo>
                    <a:pt x="952840" y="1122993"/>
                  </a:lnTo>
                  <a:lnTo>
                    <a:pt x="952837" y="1122987"/>
                  </a:lnTo>
                  <a:lnTo>
                    <a:pt x="952835" y="1122977"/>
                  </a:lnTo>
                  <a:lnTo>
                    <a:pt x="952838" y="1122961"/>
                  </a:lnTo>
                  <a:lnTo>
                    <a:pt x="952839" y="1122946"/>
                  </a:lnTo>
                  <a:lnTo>
                    <a:pt x="952839" y="1122940"/>
                  </a:lnTo>
                  <a:lnTo>
                    <a:pt x="952836" y="1122925"/>
                  </a:lnTo>
                  <a:lnTo>
                    <a:pt x="952829" y="1122902"/>
                  </a:lnTo>
                  <a:lnTo>
                    <a:pt x="952825" y="1122886"/>
                  </a:lnTo>
                  <a:lnTo>
                    <a:pt x="952821" y="1122874"/>
                  </a:lnTo>
                  <a:lnTo>
                    <a:pt x="952813" y="1122866"/>
                  </a:lnTo>
                  <a:lnTo>
                    <a:pt x="952803" y="1122853"/>
                  </a:lnTo>
                  <a:lnTo>
                    <a:pt x="952790" y="1122840"/>
                  </a:lnTo>
                  <a:lnTo>
                    <a:pt x="952762" y="1122815"/>
                  </a:lnTo>
                  <a:lnTo>
                    <a:pt x="952738" y="1122801"/>
                  </a:lnTo>
                  <a:lnTo>
                    <a:pt x="952732" y="1122796"/>
                  </a:lnTo>
                  <a:lnTo>
                    <a:pt x="952716" y="1122785"/>
                  </a:lnTo>
                  <a:lnTo>
                    <a:pt x="952698" y="1122767"/>
                  </a:lnTo>
                  <a:lnTo>
                    <a:pt x="952695" y="1122763"/>
                  </a:lnTo>
                  <a:lnTo>
                    <a:pt x="952693" y="1122758"/>
                  </a:lnTo>
                  <a:lnTo>
                    <a:pt x="952692" y="1122750"/>
                  </a:lnTo>
                  <a:lnTo>
                    <a:pt x="952692" y="1122743"/>
                  </a:lnTo>
                  <a:lnTo>
                    <a:pt x="952693" y="1122736"/>
                  </a:lnTo>
                  <a:lnTo>
                    <a:pt x="952693" y="1122732"/>
                  </a:lnTo>
                  <a:lnTo>
                    <a:pt x="952692" y="1122724"/>
                  </a:lnTo>
                  <a:lnTo>
                    <a:pt x="952691" y="1122711"/>
                  </a:lnTo>
                  <a:lnTo>
                    <a:pt x="952685" y="1122687"/>
                  </a:lnTo>
                  <a:lnTo>
                    <a:pt x="952669" y="1122662"/>
                  </a:lnTo>
                  <a:lnTo>
                    <a:pt x="952653" y="1122642"/>
                  </a:lnTo>
                  <a:lnTo>
                    <a:pt x="952653" y="1122634"/>
                  </a:lnTo>
                  <a:lnTo>
                    <a:pt x="952660" y="1122626"/>
                  </a:lnTo>
                  <a:lnTo>
                    <a:pt x="952665" y="1122619"/>
                  </a:lnTo>
                  <a:lnTo>
                    <a:pt x="952672" y="1122605"/>
                  </a:lnTo>
                  <a:lnTo>
                    <a:pt x="952670" y="1122595"/>
                  </a:lnTo>
                  <a:lnTo>
                    <a:pt x="952665" y="1122574"/>
                  </a:lnTo>
                  <a:lnTo>
                    <a:pt x="952661" y="1122559"/>
                  </a:lnTo>
                  <a:lnTo>
                    <a:pt x="952661" y="1122549"/>
                  </a:lnTo>
                  <a:lnTo>
                    <a:pt x="952660" y="1122543"/>
                  </a:lnTo>
                  <a:lnTo>
                    <a:pt x="952662" y="1122535"/>
                  </a:lnTo>
                  <a:lnTo>
                    <a:pt x="952667" y="1122520"/>
                  </a:lnTo>
                  <a:lnTo>
                    <a:pt x="952673" y="1122505"/>
                  </a:lnTo>
                  <a:lnTo>
                    <a:pt x="952678" y="1122492"/>
                  </a:lnTo>
                  <a:lnTo>
                    <a:pt x="952679" y="1122475"/>
                  </a:lnTo>
                  <a:lnTo>
                    <a:pt x="952680" y="1122470"/>
                  </a:lnTo>
                  <a:lnTo>
                    <a:pt x="952678" y="1122443"/>
                  </a:lnTo>
                  <a:lnTo>
                    <a:pt x="952676" y="1122434"/>
                  </a:lnTo>
                  <a:lnTo>
                    <a:pt x="952676" y="1122426"/>
                  </a:lnTo>
                  <a:lnTo>
                    <a:pt x="952674" y="1122420"/>
                  </a:lnTo>
                  <a:lnTo>
                    <a:pt x="952672" y="1122406"/>
                  </a:lnTo>
                  <a:lnTo>
                    <a:pt x="952670" y="1122386"/>
                  </a:lnTo>
                  <a:lnTo>
                    <a:pt x="952667" y="1122365"/>
                  </a:lnTo>
                  <a:lnTo>
                    <a:pt x="952662" y="1122328"/>
                  </a:lnTo>
                  <a:lnTo>
                    <a:pt x="952661" y="1122319"/>
                  </a:lnTo>
                  <a:lnTo>
                    <a:pt x="952659" y="1122314"/>
                  </a:lnTo>
                  <a:lnTo>
                    <a:pt x="952658" y="1122304"/>
                  </a:lnTo>
                  <a:lnTo>
                    <a:pt x="952656" y="1122293"/>
                  </a:lnTo>
                  <a:lnTo>
                    <a:pt x="952653" y="1122287"/>
                  </a:lnTo>
                  <a:lnTo>
                    <a:pt x="952646" y="1122279"/>
                  </a:lnTo>
                  <a:lnTo>
                    <a:pt x="952644" y="1122272"/>
                  </a:lnTo>
                  <a:lnTo>
                    <a:pt x="952639" y="1122261"/>
                  </a:lnTo>
                  <a:lnTo>
                    <a:pt x="952625" y="1122236"/>
                  </a:lnTo>
                  <a:lnTo>
                    <a:pt x="952616" y="1122229"/>
                  </a:lnTo>
                  <a:lnTo>
                    <a:pt x="952611" y="1122226"/>
                  </a:lnTo>
                  <a:lnTo>
                    <a:pt x="952603" y="1122222"/>
                  </a:lnTo>
                  <a:lnTo>
                    <a:pt x="952595" y="1122218"/>
                  </a:lnTo>
                  <a:lnTo>
                    <a:pt x="952585" y="1122216"/>
                  </a:lnTo>
                  <a:lnTo>
                    <a:pt x="952577" y="1122222"/>
                  </a:lnTo>
                  <a:lnTo>
                    <a:pt x="952572" y="1122225"/>
                  </a:lnTo>
                  <a:lnTo>
                    <a:pt x="952567" y="1122230"/>
                  </a:lnTo>
                  <a:lnTo>
                    <a:pt x="952562" y="1122231"/>
                  </a:lnTo>
                  <a:lnTo>
                    <a:pt x="952542" y="1122229"/>
                  </a:lnTo>
                  <a:lnTo>
                    <a:pt x="952525" y="1122229"/>
                  </a:lnTo>
                  <a:lnTo>
                    <a:pt x="952507" y="1122218"/>
                  </a:lnTo>
                  <a:lnTo>
                    <a:pt x="952501" y="1122213"/>
                  </a:lnTo>
                  <a:lnTo>
                    <a:pt x="952492" y="1122209"/>
                  </a:lnTo>
                  <a:lnTo>
                    <a:pt x="952477" y="1122209"/>
                  </a:lnTo>
                  <a:lnTo>
                    <a:pt x="952462" y="1122210"/>
                  </a:lnTo>
                  <a:lnTo>
                    <a:pt x="952447" y="1122214"/>
                  </a:lnTo>
                  <a:lnTo>
                    <a:pt x="952432" y="1122216"/>
                  </a:lnTo>
                  <a:lnTo>
                    <a:pt x="952417" y="1122219"/>
                  </a:lnTo>
                  <a:lnTo>
                    <a:pt x="952402" y="1122223"/>
                  </a:lnTo>
                  <a:lnTo>
                    <a:pt x="952387" y="1122226"/>
                  </a:lnTo>
                  <a:lnTo>
                    <a:pt x="952374" y="1122227"/>
                  </a:lnTo>
                  <a:lnTo>
                    <a:pt x="952365" y="1122226"/>
                  </a:lnTo>
                  <a:lnTo>
                    <a:pt x="952357" y="1122224"/>
                  </a:lnTo>
                  <a:lnTo>
                    <a:pt x="952343" y="1122222"/>
                  </a:lnTo>
                  <a:lnTo>
                    <a:pt x="952328" y="1122222"/>
                  </a:lnTo>
                  <a:lnTo>
                    <a:pt x="952313" y="1122224"/>
                  </a:lnTo>
                  <a:lnTo>
                    <a:pt x="952301" y="1122226"/>
                  </a:lnTo>
                  <a:lnTo>
                    <a:pt x="952282" y="1122234"/>
                  </a:lnTo>
                  <a:lnTo>
                    <a:pt x="952272" y="1122238"/>
                  </a:lnTo>
                  <a:lnTo>
                    <a:pt x="952245" y="1122255"/>
                  </a:lnTo>
                  <a:lnTo>
                    <a:pt x="952218" y="1122259"/>
                  </a:lnTo>
                  <a:lnTo>
                    <a:pt x="952207" y="1122259"/>
                  </a:lnTo>
                  <a:lnTo>
                    <a:pt x="952193" y="1122260"/>
                  </a:lnTo>
                  <a:lnTo>
                    <a:pt x="952179" y="1122260"/>
                  </a:lnTo>
                  <a:lnTo>
                    <a:pt x="952164" y="1122262"/>
                  </a:lnTo>
                  <a:lnTo>
                    <a:pt x="952149" y="1122262"/>
                  </a:lnTo>
                  <a:lnTo>
                    <a:pt x="952134" y="1122261"/>
                  </a:lnTo>
                  <a:lnTo>
                    <a:pt x="952119" y="1122259"/>
                  </a:lnTo>
                  <a:lnTo>
                    <a:pt x="952111" y="1122258"/>
                  </a:lnTo>
                  <a:lnTo>
                    <a:pt x="952104" y="1122255"/>
                  </a:lnTo>
                  <a:lnTo>
                    <a:pt x="952095" y="1122248"/>
                  </a:lnTo>
                  <a:lnTo>
                    <a:pt x="952090" y="1122240"/>
                  </a:lnTo>
                  <a:lnTo>
                    <a:pt x="952086" y="1122232"/>
                  </a:lnTo>
                  <a:lnTo>
                    <a:pt x="952082" y="1122229"/>
                  </a:lnTo>
                  <a:lnTo>
                    <a:pt x="952074" y="1122226"/>
                  </a:lnTo>
                  <a:lnTo>
                    <a:pt x="952068" y="1122223"/>
                  </a:lnTo>
                  <a:lnTo>
                    <a:pt x="952058" y="1122218"/>
                  </a:lnTo>
                  <a:lnTo>
                    <a:pt x="952045" y="1122218"/>
                  </a:lnTo>
                  <a:lnTo>
                    <a:pt x="952036" y="1122221"/>
                  </a:lnTo>
                  <a:lnTo>
                    <a:pt x="952026" y="1122226"/>
                  </a:lnTo>
                  <a:lnTo>
                    <a:pt x="952018" y="1122231"/>
                  </a:lnTo>
                  <a:lnTo>
                    <a:pt x="951983" y="1122256"/>
                  </a:lnTo>
                  <a:lnTo>
                    <a:pt x="951968" y="1122269"/>
                  </a:lnTo>
                  <a:lnTo>
                    <a:pt x="951948" y="1122286"/>
                  </a:lnTo>
                  <a:lnTo>
                    <a:pt x="951923" y="1122301"/>
                  </a:lnTo>
                  <a:lnTo>
                    <a:pt x="951895" y="1122317"/>
                  </a:lnTo>
                  <a:lnTo>
                    <a:pt x="951864" y="1122332"/>
                  </a:lnTo>
                  <a:lnTo>
                    <a:pt x="951836" y="1122343"/>
                  </a:lnTo>
                  <a:lnTo>
                    <a:pt x="951814" y="1122348"/>
                  </a:lnTo>
                  <a:lnTo>
                    <a:pt x="951805" y="1122346"/>
                  </a:lnTo>
                  <a:lnTo>
                    <a:pt x="951797" y="1122339"/>
                  </a:lnTo>
                  <a:lnTo>
                    <a:pt x="951781" y="1122333"/>
                  </a:lnTo>
                  <a:lnTo>
                    <a:pt x="951770" y="1122323"/>
                  </a:lnTo>
                  <a:lnTo>
                    <a:pt x="951758" y="1122313"/>
                  </a:lnTo>
                  <a:lnTo>
                    <a:pt x="951737" y="1122300"/>
                  </a:lnTo>
                  <a:lnTo>
                    <a:pt x="951725" y="1122296"/>
                  </a:lnTo>
                  <a:lnTo>
                    <a:pt x="951715" y="1122294"/>
                  </a:lnTo>
                  <a:lnTo>
                    <a:pt x="951708" y="1122295"/>
                  </a:lnTo>
                  <a:lnTo>
                    <a:pt x="951693" y="1122296"/>
                  </a:lnTo>
                  <a:lnTo>
                    <a:pt x="951678" y="1122298"/>
                  </a:lnTo>
                  <a:lnTo>
                    <a:pt x="951663" y="1122300"/>
                  </a:lnTo>
                  <a:lnTo>
                    <a:pt x="951648" y="1122302"/>
                  </a:lnTo>
                  <a:lnTo>
                    <a:pt x="951633" y="1122304"/>
                  </a:lnTo>
                  <a:lnTo>
                    <a:pt x="951618" y="1122305"/>
                  </a:lnTo>
                  <a:lnTo>
                    <a:pt x="951603" y="1122305"/>
                  </a:lnTo>
                  <a:lnTo>
                    <a:pt x="951588" y="1122306"/>
                  </a:lnTo>
                  <a:lnTo>
                    <a:pt x="951573" y="1122307"/>
                  </a:lnTo>
                  <a:lnTo>
                    <a:pt x="951559" y="1122310"/>
                  </a:lnTo>
                  <a:lnTo>
                    <a:pt x="951548" y="1122314"/>
                  </a:lnTo>
                  <a:lnTo>
                    <a:pt x="951543" y="1122317"/>
                  </a:lnTo>
                  <a:lnTo>
                    <a:pt x="951530" y="1122323"/>
                  </a:lnTo>
                  <a:lnTo>
                    <a:pt x="951521" y="1122323"/>
                  </a:lnTo>
                  <a:lnTo>
                    <a:pt x="951514" y="1122319"/>
                  </a:lnTo>
                  <a:lnTo>
                    <a:pt x="951506" y="1122317"/>
                  </a:lnTo>
                  <a:lnTo>
                    <a:pt x="951499" y="1122317"/>
                  </a:lnTo>
                  <a:lnTo>
                    <a:pt x="951484" y="1122319"/>
                  </a:lnTo>
                  <a:lnTo>
                    <a:pt x="951469" y="1122319"/>
                  </a:lnTo>
                  <a:lnTo>
                    <a:pt x="951463" y="1122319"/>
                  </a:lnTo>
                  <a:lnTo>
                    <a:pt x="951454" y="1122316"/>
                  </a:lnTo>
                  <a:lnTo>
                    <a:pt x="951439" y="1122313"/>
                  </a:lnTo>
                  <a:lnTo>
                    <a:pt x="951424" y="1122311"/>
                  </a:lnTo>
                  <a:lnTo>
                    <a:pt x="951409" y="1122307"/>
                  </a:lnTo>
                  <a:lnTo>
                    <a:pt x="951394" y="1122300"/>
                  </a:lnTo>
                  <a:lnTo>
                    <a:pt x="951379" y="1122294"/>
                  </a:lnTo>
                  <a:lnTo>
                    <a:pt x="951369" y="1122289"/>
                  </a:lnTo>
                  <a:lnTo>
                    <a:pt x="951364" y="1122288"/>
                  </a:lnTo>
                  <a:lnTo>
                    <a:pt x="951355" y="1122286"/>
                  </a:lnTo>
                  <a:lnTo>
                    <a:pt x="951349" y="1122285"/>
                  </a:lnTo>
                  <a:lnTo>
                    <a:pt x="951345" y="1122284"/>
                  </a:lnTo>
                  <a:lnTo>
                    <a:pt x="951340" y="1122281"/>
                  </a:lnTo>
                  <a:lnTo>
                    <a:pt x="951336" y="1122277"/>
                  </a:lnTo>
                  <a:lnTo>
                    <a:pt x="951331" y="1122272"/>
                  </a:lnTo>
                  <a:lnTo>
                    <a:pt x="951315" y="1122255"/>
                  </a:lnTo>
                  <a:lnTo>
                    <a:pt x="951300" y="1122240"/>
                  </a:lnTo>
                  <a:lnTo>
                    <a:pt x="951286" y="1122223"/>
                  </a:lnTo>
                  <a:lnTo>
                    <a:pt x="951276" y="1122207"/>
                  </a:lnTo>
                  <a:lnTo>
                    <a:pt x="951273" y="1122199"/>
                  </a:lnTo>
                  <a:lnTo>
                    <a:pt x="951266" y="1122187"/>
                  </a:lnTo>
                  <a:lnTo>
                    <a:pt x="951257" y="1122177"/>
                  </a:lnTo>
                  <a:lnTo>
                    <a:pt x="951242" y="1122161"/>
                  </a:lnTo>
                  <a:lnTo>
                    <a:pt x="951229" y="1122148"/>
                  </a:lnTo>
                  <a:lnTo>
                    <a:pt x="951216" y="1122135"/>
                  </a:lnTo>
                  <a:lnTo>
                    <a:pt x="951202" y="1122121"/>
                  </a:lnTo>
                  <a:lnTo>
                    <a:pt x="951187" y="1122107"/>
                  </a:lnTo>
                  <a:lnTo>
                    <a:pt x="951174" y="1122095"/>
                  </a:lnTo>
                  <a:lnTo>
                    <a:pt x="951161" y="1122082"/>
                  </a:lnTo>
                  <a:lnTo>
                    <a:pt x="951150" y="1122068"/>
                  </a:lnTo>
                  <a:lnTo>
                    <a:pt x="951138" y="1122055"/>
                  </a:lnTo>
                  <a:lnTo>
                    <a:pt x="951124" y="1122040"/>
                  </a:lnTo>
                  <a:lnTo>
                    <a:pt x="951110" y="1122027"/>
                  </a:lnTo>
                  <a:lnTo>
                    <a:pt x="951096" y="1122018"/>
                  </a:lnTo>
                  <a:lnTo>
                    <a:pt x="951080" y="1122010"/>
                  </a:lnTo>
                  <a:lnTo>
                    <a:pt x="951065" y="1122003"/>
                  </a:lnTo>
                  <a:lnTo>
                    <a:pt x="951050" y="1121998"/>
                  </a:lnTo>
                  <a:lnTo>
                    <a:pt x="951040" y="1121989"/>
                  </a:lnTo>
                  <a:lnTo>
                    <a:pt x="951039" y="1121984"/>
                  </a:lnTo>
                  <a:lnTo>
                    <a:pt x="951034" y="1121969"/>
                  </a:lnTo>
                  <a:lnTo>
                    <a:pt x="951030" y="1121958"/>
                  </a:lnTo>
                  <a:lnTo>
                    <a:pt x="951027" y="1121954"/>
                  </a:lnTo>
                  <a:lnTo>
                    <a:pt x="951023" y="1121948"/>
                  </a:lnTo>
                  <a:lnTo>
                    <a:pt x="951018" y="1121944"/>
                  </a:lnTo>
                  <a:lnTo>
                    <a:pt x="951014" y="1121942"/>
                  </a:lnTo>
                  <a:lnTo>
                    <a:pt x="950988" y="1121928"/>
                  </a:lnTo>
                  <a:lnTo>
                    <a:pt x="950984" y="1121924"/>
                  </a:lnTo>
                  <a:lnTo>
                    <a:pt x="950965" y="1121899"/>
                  </a:lnTo>
                  <a:lnTo>
                    <a:pt x="950923" y="1121853"/>
                  </a:lnTo>
                  <a:lnTo>
                    <a:pt x="950905" y="1121833"/>
                  </a:lnTo>
                  <a:lnTo>
                    <a:pt x="950881" y="1121805"/>
                  </a:lnTo>
                  <a:lnTo>
                    <a:pt x="950873" y="1121792"/>
                  </a:lnTo>
                  <a:lnTo>
                    <a:pt x="950872" y="1121787"/>
                  </a:lnTo>
                  <a:lnTo>
                    <a:pt x="950872" y="1121775"/>
                  </a:lnTo>
                  <a:lnTo>
                    <a:pt x="950871" y="1121768"/>
                  </a:lnTo>
                  <a:lnTo>
                    <a:pt x="950866" y="1121759"/>
                  </a:lnTo>
                  <a:lnTo>
                    <a:pt x="950859" y="1121751"/>
                  </a:lnTo>
                  <a:lnTo>
                    <a:pt x="950856" y="1121747"/>
                  </a:lnTo>
                  <a:lnTo>
                    <a:pt x="950845" y="1121733"/>
                  </a:lnTo>
                  <a:lnTo>
                    <a:pt x="950834" y="1121718"/>
                  </a:lnTo>
                  <a:lnTo>
                    <a:pt x="950824" y="1121703"/>
                  </a:lnTo>
                  <a:lnTo>
                    <a:pt x="950815" y="1121688"/>
                  </a:lnTo>
                  <a:lnTo>
                    <a:pt x="950813" y="1121683"/>
                  </a:lnTo>
                  <a:lnTo>
                    <a:pt x="950805" y="1121673"/>
                  </a:lnTo>
                  <a:lnTo>
                    <a:pt x="950791" y="1121659"/>
                  </a:lnTo>
                  <a:lnTo>
                    <a:pt x="950783" y="1121654"/>
                  </a:lnTo>
                  <a:lnTo>
                    <a:pt x="950776" y="1121652"/>
                  </a:lnTo>
                  <a:lnTo>
                    <a:pt x="950769" y="1121648"/>
                  </a:lnTo>
                  <a:lnTo>
                    <a:pt x="950768" y="1121628"/>
                  </a:lnTo>
                  <a:lnTo>
                    <a:pt x="950773" y="1121619"/>
                  </a:lnTo>
                  <a:lnTo>
                    <a:pt x="950779" y="1121613"/>
                  </a:lnTo>
                  <a:lnTo>
                    <a:pt x="950782" y="1121598"/>
                  </a:lnTo>
                  <a:lnTo>
                    <a:pt x="950782" y="1121588"/>
                  </a:lnTo>
                  <a:lnTo>
                    <a:pt x="950774" y="1121576"/>
                  </a:lnTo>
                  <a:lnTo>
                    <a:pt x="950775" y="1121570"/>
                  </a:lnTo>
                  <a:lnTo>
                    <a:pt x="950781" y="1121562"/>
                  </a:lnTo>
                  <a:lnTo>
                    <a:pt x="950788" y="1121554"/>
                  </a:lnTo>
                  <a:lnTo>
                    <a:pt x="950795" y="1121543"/>
                  </a:lnTo>
                  <a:lnTo>
                    <a:pt x="950801" y="1121528"/>
                  </a:lnTo>
                  <a:lnTo>
                    <a:pt x="950801" y="1121521"/>
                  </a:lnTo>
                  <a:lnTo>
                    <a:pt x="950798" y="1121506"/>
                  </a:lnTo>
                  <a:lnTo>
                    <a:pt x="950792" y="1121490"/>
                  </a:lnTo>
                  <a:lnTo>
                    <a:pt x="950787" y="1121483"/>
                  </a:lnTo>
                  <a:lnTo>
                    <a:pt x="950775" y="1121467"/>
                  </a:lnTo>
                  <a:lnTo>
                    <a:pt x="950764" y="1121450"/>
                  </a:lnTo>
                  <a:lnTo>
                    <a:pt x="950750" y="1121431"/>
                  </a:lnTo>
                  <a:lnTo>
                    <a:pt x="950740" y="1121409"/>
                  </a:lnTo>
                  <a:lnTo>
                    <a:pt x="950723" y="1121363"/>
                  </a:lnTo>
                  <a:lnTo>
                    <a:pt x="950710" y="1121330"/>
                  </a:lnTo>
                  <a:lnTo>
                    <a:pt x="950699" y="1121298"/>
                  </a:lnTo>
                  <a:lnTo>
                    <a:pt x="950692" y="1121284"/>
                  </a:lnTo>
                  <a:lnTo>
                    <a:pt x="950689" y="1121275"/>
                  </a:lnTo>
                  <a:lnTo>
                    <a:pt x="950688" y="1121270"/>
                  </a:lnTo>
                  <a:lnTo>
                    <a:pt x="950684" y="1121248"/>
                  </a:lnTo>
                  <a:lnTo>
                    <a:pt x="950685" y="1121206"/>
                  </a:lnTo>
                  <a:lnTo>
                    <a:pt x="950684" y="1121193"/>
                  </a:lnTo>
                  <a:lnTo>
                    <a:pt x="950683" y="1121176"/>
                  </a:lnTo>
                  <a:lnTo>
                    <a:pt x="950688" y="1121132"/>
                  </a:lnTo>
                  <a:lnTo>
                    <a:pt x="950689" y="1121122"/>
                  </a:lnTo>
                  <a:lnTo>
                    <a:pt x="950686" y="1121104"/>
                  </a:lnTo>
                  <a:lnTo>
                    <a:pt x="950682" y="1121096"/>
                  </a:lnTo>
                  <a:lnTo>
                    <a:pt x="950676" y="1121081"/>
                  </a:lnTo>
                  <a:lnTo>
                    <a:pt x="950658" y="1121060"/>
                  </a:lnTo>
                  <a:lnTo>
                    <a:pt x="950647" y="1121051"/>
                  </a:lnTo>
                  <a:lnTo>
                    <a:pt x="950642" y="1121046"/>
                  </a:lnTo>
                  <a:lnTo>
                    <a:pt x="950637" y="1121030"/>
                  </a:lnTo>
                  <a:lnTo>
                    <a:pt x="950629" y="1121004"/>
                  </a:lnTo>
                  <a:lnTo>
                    <a:pt x="950622" y="1120975"/>
                  </a:lnTo>
                  <a:lnTo>
                    <a:pt x="950621" y="1120963"/>
                  </a:lnTo>
                  <a:lnTo>
                    <a:pt x="950620" y="1120949"/>
                  </a:lnTo>
                  <a:lnTo>
                    <a:pt x="950626" y="1120935"/>
                  </a:lnTo>
                  <a:lnTo>
                    <a:pt x="950641" y="1120898"/>
                  </a:lnTo>
                  <a:lnTo>
                    <a:pt x="950643" y="1120880"/>
                  </a:lnTo>
                  <a:lnTo>
                    <a:pt x="950643" y="1120847"/>
                  </a:lnTo>
                  <a:lnTo>
                    <a:pt x="950640" y="1120832"/>
                  </a:lnTo>
                  <a:lnTo>
                    <a:pt x="950636" y="1120827"/>
                  </a:lnTo>
                  <a:lnTo>
                    <a:pt x="950636" y="1120823"/>
                  </a:lnTo>
                  <a:lnTo>
                    <a:pt x="950633" y="1120813"/>
                  </a:lnTo>
                  <a:lnTo>
                    <a:pt x="950631" y="1120798"/>
                  </a:lnTo>
                  <a:lnTo>
                    <a:pt x="950632" y="1120783"/>
                  </a:lnTo>
                  <a:lnTo>
                    <a:pt x="950630" y="1120768"/>
                  </a:lnTo>
                  <a:lnTo>
                    <a:pt x="950630" y="1120753"/>
                  </a:lnTo>
                  <a:lnTo>
                    <a:pt x="950630" y="1120738"/>
                  </a:lnTo>
                  <a:lnTo>
                    <a:pt x="950633" y="1120723"/>
                  </a:lnTo>
                  <a:lnTo>
                    <a:pt x="950636" y="1120708"/>
                  </a:lnTo>
                  <a:lnTo>
                    <a:pt x="950641" y="1120693"/>
                  </a:lnTo>
                  <a:lnTo>
                    <a:pt x="950642" y="1120685"/>
                  </a:lnTo>
                  <a:lnTo>
                    <a:pt x="950645" y="1120678"/>
                  </a:lnTo>
                  <a:lnTo>
                    <a:pt x="950650" y="1120673"/>
                  </a:lnTo>
                  <a:lnTo>
                    <a:pt x="950653" y="1120665"/>
                  </a:lnTo>
                  <a:lnTo>
                    <a:pt x="950648" y="1120649"/>
                  </a:lnTo>
                  <a:lnTo>
                    <a:pt x="950642" y="1120634"/>
                  </a:lnTo>
                  <a:lnTo>
                    <a:pt x="950640" y="1120619"/>
                  </a:lnTo>
                  <a:lnTo>
                    <a:pt x="950637" y="1120605"/>
                  </a:lnTo>
                  <a:lnTo>
                    <a:pt x="950633" y="1120589"/>
                  </a:lnTo>
                  <a:lnTo>
                    <a:pt x="950635" y="1120581"/>
                  </a:lnTo>
                  <a:lnTo>
                    <a:pt x="950635" y="1120572"/>
                  </a:lnTo>
                  <a:lnTo>
                    <a:pt x="950638" y="1120560"/>
                  </a:lnTo>
                  <a:lnTo>
                    <a:pt x="950635" y="1120548"/>
                  </a:lnTo>
                  <a:lnTo>
                    <a:pt x="950632" y="1120539"/>
                  </a:lnTo>
                  <a:lnTo>
                    <a:pt x="950627" y="1120524"/>
                  </a:lnTo>
                  <a:lnTo>
                    <a:pt x="950621" y="1120514"/>
                  </a:lnTo>
                  <a:lnTo>
                    <a:pt x="950614" y="1120498"/>
                  </a:lnTo>
                  <a:lnTo>
                    <a:pt x="950606" y="1120481"/>
                  </a:lnTo>
                  <a:lnTo>
                    <a:pt x="950591" y="1120471"/>
                  </a:lnTo>
                  <a:lnTo>
                    <a:pt x="950575" y="1120466"/>
                  </a:lnTo>
                  <a:lnTo>
                    <a:pt x="950559" y="1120464"/>
                  </a:lnTo>
                  <a:lnTo>
                    <a:pt x="950547" y="1120455"/>
                  </a:lnTo>
                  <a:lnTo>
                    <a:pt x="950540" y="1120449"/>
                  </a:lnTo>
                  <a:lnTo>
                    <a:pt x="950535" y="1120444"/>
                  </a:lnTo>
                  <a:lnTo>
                    <a:pt x="950530" y="1120437"/>
                  </a:lnTo>
                  <a:lnTo>
                    <a:pt x="950520" y="1120423"/>
                  </a:lnTo>
                  <a:lnTo>
                    <a:pt x="950511" y="1120409"/>
                  </a:lnTo>
                  <a:lnTo>
                    <a:pt x="950499" y="1120394"/>
                  </a:lnTo>
                  <a:lnTo>
                    <a:pt x="950485" y="1120381"/>
                  </a:lnTo>
                  <a:lnTo>
                    <a:pt x="950479" y="1120375"/>
                  </a:lnTo>
                  <a:lnTo>
                    <a:pt x="950475" y="1120367"/>
                  </a:lnTo>
                  <a:lnTo>
                    <a:pt x="950472" y="1120351"/>
                  </a:lnTo>
                  <a:lnTo>
                    <a:pt x="950470" y="1120339"/>
                  </a:lnTo>
                  <a:lnTo>
                    <a:pt x="950470" y="1120330"/>
                  </a:lnTo>
                  <a:lnTo>
                    <a:pt x="950470" y="1120317"/>
                  </a:lnTo>
                  <a:lnTo>
                    <a:pt x="950467" y="1120305"/>
                  </a:lnTo>
                  <a:lnTo>
                    <a:pt x="950465" y="1120291"/>
                  </a:lnTo>
                  <a:lnTo>
                    <a:pt x="950463" y="1120280"/>
                  </a:lnTo>
                  <a:lnTo>
                    <a:pt x="950460" y="1120261"/>
                  </a:lnTo>
                  <a:lnTo>
                    <a:pt x="950460" y="1120245"/>
                  </a:lnTo>
                  <a:lnTo>
                    <a:pt x="950463" y="1120236"/>
                  </a:lnTo>
                  <a:lnTo>
                    <a:pt x="950465" y="1120230"/>
                  </a:lnTo>
                  <a:lnTo>
                    <a:pt x="950471" y="1120215"/>
                  </a:lnTo>
                  <a:lnTo>
                    <a:pt x="950472" y="1120200"/>
                  </a:lnTo>
                  <a:lnTo>
                    <a:pt x="950473" y="1120185"/>
                  </a:lnTo>
                  <a:lnTo>
                    <a:pt x="950476" y="1120170"/>
                  </a:lnTo>
                  <a:lnTo>
                    <a:pt x="950479" y="1120155"/>
                  </a:lnTo>
                  <a:lnTo>
                    <a:pt x="950480" y="1120140"/>
                  </a:lnTo>
                  <a:lnTo>
                    <a:pt x="950482" y="1120126"/>
                  </a:lnTo>
                  <a:lnTo>
                    <a:pt x="950483" y="1120121"/>
                  </a:lnTo>
                  <a:lnTo>
                    <a:pt x="950485" y="1120116"/>
                  </a:lnTo>
                  <a:lnTo>
                    <a:pt x="950485" y="1120110"/>
                  </a:lnTo>
                  <a:lnTo>
                    <a:pt x="950490" y="1120095"/>
                  </a:lnTo>
                  <a:lnTo>
                    <a:pt x="950490" y="1120089"/>
                  </a:lnTo>
                  <a:lnTo>
                    <a:pt x="950493" y="1120080"/>
                  </a:lnTo>
                  <a:lnTo>
                    <a:pt x="950494" y="1120065"/>
                  </a:lnTo>
                  <a:lnTo>
                    <a:pt x="950494" y="1120049"/>
                  </a:lnTo>
                  <a:lnTo>
                    <a:pt x="950496" y="1120034"/>
                  </a:lnTo>
                  <a:lnTo>
                    <a:pt x="950496" y="1120028"/>
                  </a:lnTo>
                  <a:lnTo>
                    <a:pt x="950500" y="1120020"/>
                  </a:lnTo>
                  <a:lnTo>
                    <a:pt x="950508" y="1120004"/>
                  </a:lnTo>
                  <a:lnTo>
                    <a:pt x="950517" y="1119989"/>
                  </a:lnTo>
                  <a:lnTo>
                    <a:pt x="950520" y="1119983"/>
                  </a:lnTo>
                  <a:lnTo>
                    <a:pt x="950526" y="1119976"/>
                  </a:lnTo>
                  <a:lnTo>
                    <a:pt x="950527" y="1119959"/>
                  </a:lnTo>
                  <a:lnTo>
                    <a:pt x="950529" y="1119946"/>
                  </a:lnTo>
                  <a:lnTo>
                    <a:pt x="950531" y="1119935"/>
                  </a:lnTo>
                  <a:lnTo>
                    <a:pt x="950532" y="1119928"/>
                  </a:lnTo>
                  <a:lnTo>
                    <a:pt x="950534" y="1119914"/>
                  </a:lnTo>
                  <a:lnTo>
                    <a:pt x="950540" y="1119901"/>
                  </a:lnTo>
                  <a:lnTo>
                    <a:pt x="950550" y="1119894"/>
                  </a:lnTo>
                  <a:lnTo>
                    <a:pt x="950556" y="1119891"/>
                  </a:lnTo>
                  <a:lnTo>
                    <a:pt x="950561" y="1119888"/>
                  </a:lnTo>
                  <a:lnTo>
                    <a:pt x="950570" y="1119884"/>
                  </a:lnTo>
                  <a:lnTo>
                    <a:pt x="950585" y="1119886"/>
                  </a:lnTo>
                  <a:lnTo>
                    <a:pt x="950601" y="1119887"/>
                  </a:lnTo>
                  <a:lnTo>
                    <a:pt x="950621" y="1119887"/>
                  </a:lnTo>
                  <a:lnTo>
                    <a:pt x="950636" y="1119885"/>
                  </a:lnTo>
                  <a:lnTo>
                    <a:pt x="950653" y="1119882"/>
                  </a:lnTo>
                  <a:lnTo>
                    <a:pt x="950662" y="1119879"/>
                  </a:lnTo>
                  <a:lnTo>
                    <a:pt x="950675" y="1119876"/>
                  </a:lnTo>
                  <a:lnTo>
                    <a:pt x="950690" y="1119874"/>
                  </a:lnTo>
                  <a:lnTo>
                    <a:pt x="950705" y="1119871"/>
                  </a:lnTo>
                  <a:lnTo>
                    <a:pt x="950720" y="1119868"/>
                  </a:lnTo>
                  <a:lnTo>
                    <a:pt x="950735" y="1119864"/>
                  </a:lnTo>
                  <a:lnTo>
                    <a:pt x="950750" y="1119861"/>
                  </a:lnTo>
                  <a:lnTo>
                    <a:pt x="950764" y="1119856"/>
                  </a:lnTo>
                  <a:lnTo>
                    <a:pt x="950780" y="1119850"/>
                  </a:lnTo>
                  <a:lnTo>
                    <a:pt x="950790" y="1119846"/>
                  </a:lnTo>
                  <a:lnTo>
                    <a:pt x="950794" y="1119842"/>
                  </a:lnTo>
                  <a:lnTo>
                    <a:pt x="950810" y="1119834"/>
                  </a:lnTo>
                  <a:lnTo>
                    <a:pt x="950820" y="1119827"/>
                  </a:lnTo>
                  <a:lnTo>
                    <a:pt x="950822" y="1119823"/>
                  </a:lnTo>
                  <a:lnTo>
                    <a:pt x="950818" y="1119808"/>
                  </a:lnTo>
                  <a:lnTo>
                    <a:pt x="950818" y="1119795"/>
                  </a:lnTo>
                  <a:lnTo>
                    <a:pt x="950807" y="1119779"/>
                  </a:lnTo>
                  <a:lnTo>
                    <a:pt x="950793" y="1119765"/>
                  </a:lnTo>
                  <a:lnTo>
                    <a:pt x="950780" y="1119752"/>
                  </a:lnTo>
                  <a:lnTo>
                    <a:pt x="950764" y="1119737"/>
                  </a:lnTo>
                  <a:lnTo>
                    <a:pt x="950745" y="1119718"/>
                  </a:lnTo>
                  <a:lnTo>
                    <a:pt x="950742" y="1119712"/>
                  </a:lnTo>
                  <a:lnTo>
                    <a:pt x="950673" y="1119690"/>
                  </a:lnTo>
                  <a:lnTo>
                    <a:pt x="950805" y="1119284"/>
                  </a:lnTo>
                  <a:lnTo>
                    <a:pt x="950871" y="1118804"/>
                  </a:lnTo>
                  <a:lnTo>
                    <a:pt x="950819" y="1118265"/>
                  </a:lnTo>
                  <a:lnTo>
                    <a:pt x="950776" y="1117920"/>
                  </a:lnTo>
                  <a:lnTo>
                    <a:pt x="950812" y="1117683"/>
                  </a:lnTo>
                  <a:lnTo>
                    <a:pt x="951009" y="1117328"/>
                  </a:lnTo>
                  <a:lnTo>
                    <a:pt x="951113" y="1117147"/>
                  </a:lnTo>
                  <a:lnTo>
                    <a:pt x="951125" y="1117139"/>
                  </a:lnTo>
                  <a:lnTo>
                    <a:pt x="951308" y="1116740"/>
                  </a:lnTo>
                  <a:lnTo>
                    <a:pt x="951398" y="1116422"/>
                  </a:lnTo>
                  <a:lnTo>
                    <a:pt x="951502" y="1115915"/>
                  </a:lnTo>
                  <a:lnTo>
                    <a:pt x="951484" y="1115403"/>
                  </a:lnTo>
                  <a:lnTo>
                    <a:pt x="951408" y="1115064"/>
                  </a:lnTo>
                  <a:lnTo>
                    <a:pt x="951317" y="1114863"/>
                  </a:lnTo>
                  <a:lnTo>
                    <a:pt x="951273" y="1114803"/>
                  </a:lnTo>
                  <a:lnTo>
                    <a:pt x="951113" y="1114422"/>
                  </a:lnTo>
                  <a:lnTo>
                    <a:pt x="951009" y="1114061"/>
                  </a:lnTo>
                  <a:lnTo>
                    <a:pt x="950855" y="1113762"/>
                  </a:lnTo>
                  <a:lnTo>
                    <a:pt x="950843" y="1113751"/>
                  </a:lnTo>
                  <a:lnTo>
                    <a:pt x="950748" y="1113592"/>
                  </a:lnTo>
                  <a:lnTo>
                    <a:pt x="950591" y="1113387"/>
                  </a:lnTo>
                  <a:lnTo>
                    <a:pt x="950442" y="1113112"/>
                  </a:lnTo>
                  <a:lnTo>
                    <a:pt x="950441" y="1113037"/>
                  </a:lnTo>
                  <a:lnTo>
                    <a:pt x="950422" y="1112988"/>
                  </a:lnTo>
                  <a:lnTo>
                    <a:pt x="950225" y="1112757"/>
                  </a:lnTo>
                  <a:lnTo>
                    <a:pt x="949864" y="1112536"/>
                  </a:lnTo>
                  <a:lnTo>
                    <a:pt x="949589" y="1112428"/>
                  </a:lnTo>
                  <a:lnTo>
                    <a:pt x="949409" y="1112390"/>
                  </a:lnTo>
                  <a:lnTo>
                    <a:pt x="949252" y="1112369"/>
                  </a:lnTo>
                  <a:lnTo>
                    <a:pt x="949143" y="1112304"/>
                  </a:lnTo>
                  <a:lnTo>
                    <a:pt x="949019" y="1112077"/>
                  </a:lnTo>
                  <a:lnTo>
                    <a:pt x="948938" y="1111684"/>
                  </a:lnTo>
                  <a:lnTo>
                    <a:pt x="948867" y="1111204"/>
                  </a:lnTo>
                  <a:lnTo>
                    <a:pt x="948778" y="1111015"/>
                  </a:lnTo>
                  <a:lnTo>
                    <a:pt x="948587" y="1110881"/>
                  </a:lnTo>
                  <a:lnTo>
                    <a:pt x="948283" y="1110762"/>
                  </a:lnTo>
                  <a:lnTo>
                    <a:pt x="947927" y="1110784"/>
                  </a:lnTo>
                  <a:lnTo>
                    <a:pt x="947471" y="1110822"/>
                  </a:lnTo>
                  <a:lnTo>
                    <a:pt x="947370" y="1110909"/>
                  </a:lnTo>
                  <a:lnTo>
                    <a:pt x="947331" y="1111029"/>
                  </a:lnTo>
                  <a:lnTo>
                    <a:pt x="947324" y="1111226"/>
                  </a:lnTo>
                  <a:lnTo>
                    <a:pt x="947210" y="1111393"/>
                  </a:lnTo>
                  <a:lnTo>
                    <a:pt x="946935" y="1111441"/>
                  </a:lnTo>
                  <a:lnTo>
                    <a:pt x="946669" y="1111409"/>
                  </a:lnTo>
                  <a:lnTo>
                    <a:pt x="946544" y="1111369"/>
                  </a:lnTo>
                  <a:lnTo>
                    <a:pt x="946450" y="1111339"/>
                  </a:lnTo>
                  <a:lnTo>
                    <a:pt x="946156" y="1111134"/>
                  </a:lnTo>
                  <a:lnTo>
                    <a:pt x="945809" y="1110757"/>
                  </a:lnTo>
                  <a:lnTo>
                    <a:pt x="945676" y="1110460"/>
                  </a:lnTo>
                  <a:lnTo>
                    <a:pt x="945686" y="1110126"/>
                  </a:lnTo>
                  <a:lnTo>
                    <a:pt x="945824" y="1109695"/>
                  </a:lnTo>
                  <a:lnTo>
                    <a:pt x="945829" y="1109662"/>
                  </a:lnTo>
                  <a:lnTo>
                    <a:pt x="945947" y="1109312"/>
                  </a:lnTo>
                  <a:lnTo>
                    <a:pt x="946123" y="1108886"/>
                  </a:lnTo>
                  <a:lnTo>
                    <a:pt x="946137" y="1108628"/>
                  </a:lnTo>
                  <a:lnTo>
                    <a:pt x="946071" y="1108331"/>
                  </a:lnTo>
                  <a:lnTo>
                    <a:pt x="945843" y="1107976"/>
                  </a:lnTo>
                  <a:lnTo>
                    <a:pt x="945615" y="1107717"/>
                  </a:lnTo>
                  <a:lnTo>
                    <a:pt x="945392" y="1107474"/>
                  </a:lnTo>
                  <a:lnTo>
                    <a:pt x="945035" y="1107032"/>
                  </a:lnTo>
                  <a:lnTo>
                    <a:pt x="944732" y="1106881"/>
                  </a:lnTo>
                  <a:lnTo>
                    <a:pt x="944361" y="1106833"/>
                  </a:lnTo>
                  <a:lnTo>
                    <a:pt x="943958" y="1106736"/>
                  </a:lnTo>
                  <a:lnTo>
                    <a:pt x="943663" y="1106601"/>
                  </a:lnTo>
                  <a:lnTo>
                    <a:pt x="943530" y="1106412"/>
                  </a:lnTo>
                  <a:lnTo>
                    <a:pt x="943566" y="1106283"/>
                  </a:lnTo>
                  <a:lnTo>
                    <a:pt x="943741" y="1106197"/>
                  </a:lnTo>
                  <a:lnTo>
                    <a:pt x="943810" y="1105965"/>
                  </a:lnTo>
                  <a:lnTo>
                    <a:pt x="943953" y="1105852"/>
                  </a:lnTo>
                  <a:lnTo>
                    <a:pt x="943943" y="1105739"/>
                  </a:lnTo>
                  <a:lnTo>
                    <a:pt x="943701" y="1105518"/>
                  </a:lnTo>
                  <a:lnTo>
                    <a:pt x="943625" y="1105467"/>
                  </a:lnTo>
                  <a:lnTo>
                    <a:pt x="943530" y="1105478"/>
                  </a:lnTo>
                  <a:lnTo>
                    <a:pt x="943382" y="1105467"/>
                  </a:lnTo>
                  <a:lnTo>
                    <a:pt x="943185" y="1105363"/>
                  </a:lnTo>
                  <a:lnTo>
                    <a:pt x="943128" y="1105302"/>
                  </a:lnTo>
                  <a:lnTo>
                    <a:pt x="942932" y="1104903"/>
                  </a:lnTo>
                  <a:lnTo>
                    <a:pt x="942604" y="1104682"/>
                  </a:lnTo>
                  <a:lnTo>
                    <a:pt x="942353" y="1104343"/>
                  </a:lnTo>
                  <a:lnTo>
                    <a:pt x="942115" y="1103933"/>
                  </a:lnTo>
                  <a:lnTo>
                    <a:pt x="941982" y="1103782"/>
                  </a:lnTo>
                  <a:lnTo>
                    <a:pt x="941769" y="1103663"/>
                  </a:lnTo>
                  <a:lnTo>
                    <a:pt x="941375" y="1103669"/>
                  </a:lnTo>
                  <a:lnTo>
                    <a:pt x="941039" y="1103677"/>
                  </a:lnTo>
                  <a:lnTo>
                    <a:pt x="941023" y="1103683"/>
                  </a:lnTo>
                  <a:lnTo>
                    <a:pt x="940779" y="1103680"/>
                  </a:lnTo>
                  <a:lnTo>
                    <a:pt x="940472" y="1103723"/>
                  </a:lnTo>
                  <a:lnTo>
                    <a:pt x="940135" y="1103879"/>
                  </a:lnTo>
                  <a:lnTo>
                    <a:pt x="939760" y="1104170"/>
                  </a:lnTo>
                  <a:lnTo>
                    <a:pt x="939509" y="1104461"/>
                  </a:lnTo>
                  <a:lnTo>
                    <a:pt x="939433" y="1104817"/>
                  </a:lnTo>
                  <a:lnTo>
                    <a:pt x="939433" y="1105167"/>
                  </a:lnTo>
                  <a:lnTo>
                    <a:pt x="939371" y="1105237"/>
                  </a:lnTo>
                  <a:lnTo>
                    <a:pt x="939138" y="1105259"/>
                  </a:lnTo>
                  <a:lnTo>
                    <a:pt x="938884" y="1105217"/>
                  </a:lnTo>
                  <a:lnTo>
                    <a:pt x="938558" y="1105129"/>
                  </a:lnTo>
                  <a:lnTo>
                    <a:pt x="938296" y="1105111"/>
                  </a:lnTo>
                  <a:lnTo>
                    <a:pt x="937880" y="1105264"/>
                  </a:lnTo>
                  <a:lnTo>
                    <a:pt x="937571" y="1105264"/>
                  </a:lnTo>
                  <a:lnTo>
                    <a:pt x="937438" y="1105140"/>
                  </a:lnTo>
                  <a:lnTo>
                    <a:pt x="937239" y="1104488"/>
                  </a:lnTo>
                  <a:lnTo>
                    <a:pt x="937063" y="1103976"/>
                  </a:lnTo>
                  <a:lnTo>
                    <a:pt x="936917" y="1103741"/>
                  </a:lnTo>
                  <a:lnTo>
                    <a:pt x="936593" y="1103324"/>
                  </a:lnTo>
                  <a:lnTo>
                    <a:pt x="936289" y="1103070"/>
                  </a:lnTo>
                  <a:lnTo>
                    <a:pt x="936123" y="1103076"/>
                  </a:lnTo>
                  <a:lnTo>
                    <a:pt x="935881" y="1103135"/>
                  </a:lnTo>
                  <a:lnTo>
                    <a:pt x="935677" y="1103033"/>
                  </a:lnTo>
                  <a:lnTo>
                    <a:pt x="935606" y="1102898"/>
                  </a:lnTo>
                  <a:lnTo>
                    <a:pt x="935534" y="1102623"/>
                  </a:lnTo>
                  <a:lnTo>
                    <a:pt x="935401" y="1102386"/>
                  </a:lnTo>
                  <a:lnTo>
                    <a:pt x="935321" y="1102251"/>
                  </a:lnTo>
                  <a:lnTo>
                    <a:pt x="935340" y="1101965"/>
                  </a:lnTo>
                  <a:lnTo>
                    <a:pt x="935346" y="1101954"/>
                  </a:lnTo>
                  <a:lnTo>
                    <a:pt x="935430" y="1101804"/>
                  </a:lnTo>
                  <a:lnTo>
                    <a:pt x="935454" y="1101669"/>
                  </a:lnTo>
                  <a:lnTo>
                    <a:pt x="935451" y="1101644"/>
                  </a:lnTo>
                  <a:lnTo>
                    <a:pt x="935354" y="1101470"/>
                  </a:lnTo>
                  <a:lnTo>
                    <a:pt x="935173" y="1101281"/>
                  </a:lnTo>
                  <a:lnTo>
                    <a:pt x="935159" y="1101022"/>
                  </a:lnTo>
                  <a:lnTo>
                    <a:pt x="935188" y="1100742"/>
                  </a:lnTo>
                  <a:lnTo>
                    <a:pt x="935316" y="1100391"/>
                  </a:lnTo>
                  <a:lnTo>
                    <a:pt x="935302" y="1100144"/>
                  </a:lnTo>
                  <a:lnTo>
                    <a:pt x="935202" y="1099971"/>
                  </a:lnTo>
                  <a:lnTo>
                    <a:pt x="935197" y="1099658"/>
                  </a:lnTo>
                  <a:lnTo>
                    <a:pt x="935218" y="1099352"/>
                  </a:lnTo>
                  <a:lnTo>
                    <a:pt x="935209" y="1099334"/>
                  </a:lnTo>
                  <a:lnTo>
                    <a:pt x="935221" y="1099098"/>
                  </a:lnTo>
                  <a:lnTo>
                    <a:pt x="934927" y="1098726"/>
                  </a:lnTo>
                  <a:lnTo>
                    <a:pt x="934727" y="1098332"/>
                  </a:lnTo>
                  <a:lnTo>
                    <a:pt x="934566" y="1098014"/>
                  </a:lnTo>
                  <a:lnTo>
                    <a:pt x="934162" y="1097745"/>
                  </a:lnTo>
                  <a:lnTo>
                    <a:pt x="933645" y="1097664"/>
                  </a:lnTo>
                  <a:lnTo>
                    <a:pt x="933464" y="1097545"/>
                  </a:lnTo>
                  <a:lnTo>
                    <a:pt x="933421" y="1097324"/>
                  </a:lnTo>
                  <a:lnTo>
                    <a:pt x="933409" y="1097187"/>
                  </a:lnTo>
                  <a:lnTo>
                    <a:pt x="933422" y="1097143"/>
                  </a:lnTo>
                  <a:lnTo>
                    <a:pt x="933422" y="1097137"/>
                  </a:lnTo>
                  <a:lnTo>
                    <a:pt x="933348" y="1097021"/>
                  </a:lnTo>
                  <a:lnTo>
                    <a:pt x="933260" y="1096882"/>
                  </a:lnTo>
                  <a:lnTo>
                    <a:pt x="932942" y="1096834"/>
                  </a:lnTo>
                  <a:lnTo>
                    <a:pt x="932704" y="1096818"/>
                  </a:lnTo>
                  <a:lnTo>
                    <a:pt x="932571" y="1096683"/>
                  </a:lnTo>
                  <a:lnTo>
                    <a:pt x="932491" y="1096521"/>
                  </a:lnTo>
                  <a:lnTo>
                    <a:pt x="932424" y="1096322"/>
                  </a:lnTo>
                  <a:lnTo>
                    <a:pt x="932306" y="1096290"/>
                  </a:lnTo>
                  <a:lnTo>
                    <a:pt x="932116" y="1096295"/>
                  </a:lnTo>
                  <a:lnTo>
                    <a:pt x="931555" y="1096304"/>
                  </a:lnTo>
                  <a:lnTo>
                    <a:pt x="931450" y="1096278"/>
                  </a:lnTo>
                  <a:lnTo>
                    <a:pt x="931280" y="1096284"/>
                  </a:lnTo>
                  <a:lnTo>
                    <a:pt x="931099" y="1096543"/>
                  </a:lnTo>
                  <a:lnTo>
                    <a:pt x="930986" y="1096785"/>
                  </a:lnTo>
                  <a:lnTo>
                    <a:pt x="930858" y="1096983"/>
                  </a:lnTo>
                  <a:lnTo>
                    <a:pt x="930653" y="1097017"/>
                  </a:lnTo>
                  <a:lnTo>
                    <a:pt x="930273" y="1097033"/>
                  </a:lnTo>
                  <a:lnTo>
                    <a:pt x="930012" y="1097006"/>
                  </a:lnTo>
                  <a:lnTo>
                    <a:pt x="929889" y="1096942"/>
                  </a:lnTo>
                  <a:lnTo>
                    <a:pt x="929860" y="1096823"/>
                  </a:lnTo>
                  <a:lnTo>
                    <a:pt x="929879" y="1096635"/>
                  </a:lnTo>
                  <a:lnTo>
                    <a:pt x="929846" y="1096419"/>
                  </a:lnTo>
                  <a:lnTo>
                    <a:pt x="929718" y="1096225"/>
                  </a:lnTo>
                  <a:lnTo>
                    <a:pt x="929428" y="1095918"/>
                  </a:lnTo>
                  <a:lnTo>
                    <a:pt x="929214" y="1095794"/>
                  </a:lnTo>
                  <a:lnTo>
                    <a:pt x="929015" y="1095784"/>
                  </a:lnTo>
                  <a:lnTo>
                    <a:pt x="928763" y="1095885"/>
                  </a:lnTo>
                  <a:lnTo>
                    <a:pt x="928516" y="1096149"/>
                  </a:lnTo>
                  <a:lnTo>
                    <a:pt x="928265" y="1096548"/>
                  </a:lnTo>
                  <a:lnTo>
                    <a:pt x="928061" y="1096656"/>
                  </a:lnTo>
                  <a:lnTo>
                    <a:pt x="927790" y="1096829"/>
                  </a:lnTo>
                  <a:lnTo>
                    <a:pt x="927648" y="1097093"/>
                  </a:lnTo>
                  <a:lnTo>
                    <a:pt x="927529" y="1097308"/>
                  </a:lnTo>
                  <a:lnTo>
                    <a:pt x="927064" y="1097648"/>
                  </a:lnTo>
                  <a:lnTo>
                    <a:pt x="926831" y="1097890"/>
                  </a:lnTo>
                  <a:lnTo>
                    <a:pt x="926762" y="1097922"/>
                  </a:lnTo>
                  <a:lnTo>
                    <a:pt x="926739" y="1097914"/>
                  </a:lnTo>
                  <a:lnTo>
                    <a:pt x="926693" y="1097944"/>
                  </a:lnTo>
                  <a:lnTo>
                    <a:pt x="926498" y="1097944"/>
                  </a:lnTo>
                  <a:lnTo>
                    <a:pt x="926380" y="1097982"/>
                  </a:lnTo>
                  <a:lnTo>
                    <a:pt x="926332" y="1098095"/>
                  </a:lnTo>
                  <a:lnTo>
                    <a:pt x="926342" y="1098322"/>
                  </a:lnTo>
                  <a:lnTo>
                    <a:pt x="926337" y="1098801"/>
                  </a:lnTo>
                  <a:lnTo>
                    <a:pt x="926370" y="1099152"/>
                  </a:lnTo>
                  <a:lnTo>
                    <a:pt x="926370" y="1099257"/>
                  </a:lnTo>
                  <a:lnTo>
                    <a:pt x="926408" y="1099416"/>
                  </a:lnTo>
                  <a:lnTo>
                    <a:pt x="926584" y="1099669"/>
                  </a:lnTo>
                  <a:lnTo>
                    <a:pt x="926779" y="1099863"/>
                  </a:lnTo>
                  <a:lnTo>
                    <a:pt x="926878" y="1100052"/>
                  </a:lnTo>
                  <a:lnTo>
                    <a:pt x="926883" y="1100187"/>
                  </a:lnTo>
                  <a:lnTo>
                    <a:pt x="926845" y="1100305"/>
                  </a:lnTo>
                  <a:lnTo>
                    <a:pt x="926750" y="1100456"/>
                  </a:lnTo>
                  <a:lnTo>
                    <a:pt x="926565" y="1100629"/>
                  </a:lnTo>
                  <a:lnTo>
                    <a:pt x="926233" y="1100763"/>
                  </a:lnTo>
                  <a:lnTo>
                    <a:pt x="926071" y="1100887"/>
                  </a:lnTo>
                  <a:lnTo>
                    <a:pt x="926024" y="1101010"/>
                  </a:lnTo>
                  <a:lnTo>
                    <a:pt x="926064" y="1101157"/>
                  </a:lnTo>
                  <a:lnTo>
                    <a:pt x="926229" y="1101317"/>
                  </a:lnTo>
                  <a:lnTo>
                    <a:pt x="926242" y="1101329"/>
                  </a:lnTo>
                  <a:lnTo>
                    <a:pt x="926328" y="1101502"/>
                  </a:lnTo>
                  <a:lnTo>
                    <a:pt x="926328" y="1101653"/>
                  </a:lnTo>
                  <a:lnTo>
                    <a:pt x="926304" y="1101841"/>
                  </a:lnTo>
                  <a:lnTo>
                    <a:pt x="926204" y="1102111"/>
                  </a:lnTo>
                  <a:lnTo>
                    <a:pt x="926017" y="1102294"/>
                  </a:lnTo>
                  <a:lnTo>
                    <a:pt x="925791" y="1102440"/>
                  </a:lnTo>
                  <a:lnTo>
                    <a:pt x="925573" y="1102596"/>
                  </a:lnTo>
                  <a:lnTo>
                    <a:pt x="925421" y="1102779"/>
                  </a:lnTo>
                  <a:lnTo>
                    <a:pt x="925373" y="1102963"/>
                  </a:lnTo>
                  <a:lnTo>
                    <a:pt x="925459" y="1103281"/>
                  </a:lnTo>
                  <a:lnTo>
                    <a:pt x="925539" y="1103480"/>
                  </a:lnTo>
                  <a:lnTo>
                    <a:pt x="925677" y="1103663"/>
                  </a:lnTo>
                  <a:lnTo>
                    <a:pt x="925758" y="1103836"/>
                  </a:lnTo>
                  <a:lnTo>
                    <a:pt x="925753" y="1103992"/>
                  </a:lnTo>
                  <a:lnTo>
                    <a:pt x="925725" y="1104219"/>
                  </a:lnTo>
                  <a:lnTo>
                    <a:pt x="925763" y="1104423"/>
                  </a:lnTo>
                  <a:lnTo>
                    <a:pt x="925828" y="1104525"/>
                  </a:lnTo>
                  <a:lnTo>
                    <a:pt x="925935" y="1104572"/>
                  </a:lnTo>
                  <a:lnTo>
                    <a:pt x="925955" y="1104584"/>
                  </a:lnTo>
                  <a:lnTo>
                    <a:pt x="926152" y="1104736"/>
                  </a:lnTo>
                  <a:lnTo>
                    <a:pt x="926437" y="1104887"/>
                  </a:lnTo>
                  <a:lnTo>
                    <a:pt x="926655" y="1105022"/>
                  </a:lnTo>
                  <a:lnTo>
                    <a:pt x="926788" y="1105221"/>
                  </a:lnTo>
                  <a:lnTo>
                    <a:pt x="926788" y="1105340"/>
                  </a:lnTo>
                  <a:lnTo>
                    <a:pt x="926693" y="1105571"/>
                  </a:lnTo>
                  <a:lnTo>
                    <a:pt x="926503" y="1105782"/>
                  </a:lnTo>
                  <a:lnTo>
                    <a:pt x="926328" y="1105863"/>
                  </a:lnTo>
                  <a:lnTo>
                    <a:pt x="925976" y="1105873"/>
                  </a:lnTo>
                  <a:lnTo>
                    <a:pt x="925625" y="1105873"/>
                  </a:lnTo>
                  <a:lnTo>
                    <a:pt x="925364" y="1105960"/>
                  </a:lnTo>
                  <a:lnTo>
                    <a:pt x="925145" y="1106024"/>
                  </a:lnTo>
                  <a:lnTo>
                    <a:pt x="924941" y="1106159"/>
                  </a:lnTo>
                  <a:lnTo>
                    <a:pt x="924846" y="1106332"/>
                  </a:lnTo>
                  <a:lnTo>
                    <a:pt x="924851" y="1106569"/>
                  </a:lnTo>
                  <a:lnTo>
                    <a:pt x="925003" y="1106827"/>
                  </a:lnTo>
                  <a:lnTo>
                    <a:pt x="925178" y="1107129"/>
                  </a:lnTo>
                  <a:lnTo>
                    <a:pt x="925297" y="1107280"/>
                  </a:lnTo>
                  <a:lnTo>
                    <a:pt x="925283" y="1107372"/>
                  </a:lnTo>
                  <a:lnTo>
                    <a:pt x="925079" y="1107474"/>
                  </a:lnTo>
                  <a:lnTo>
                    <a:pt x="924984" y="1107577"/>
                  </a:lnTo>
                  <a:lnTo>
                    <a:pt x="924713" y="1107819"/>
                  </a:lnTo>
                  <a:lnTo>
                    <a:pt x="924518" y="1107819"/>
                  </a:lnTo>
                  <a:lnTo>
                    <a:pt x="924276" y="1107706"/>
                  </a:lnTo>
                  <a:lnTo>
                    <a:pt x="924015" y="1107544"/>
                  </a:lnTo>
                  <a:lnTo>
                    <a:pt x="923635" y="1107167"/>
                  </a:lnTo>
                  <a:lnTo>
                    <a:pt x="923417" y="1106935"/>
                  </a:lnTo>
                  <a:lnTo>
                    <a:pt x="923375" y="1106889"/>
                  </a:lnTo>
                  <a:lnTo>
                    <a:pt x="923113" y="1106757"/>
                  </a:lnTo>
                  <a:lnTo>
                    <a:pt x="922994" y="1106741"/>
                  </a:lnTo>
                  <a:lnTo>
                    <a:pt x="922804" y="1106849"/>
                  </a:lnTo>
                  <a:lnTo>
                    <a:pt x="922572" y="1107038"/>
                  </a:lnTo>
                  <a:lnTo>
                    <a:pt x="922320" y="1107307"/>
                  </a:lnTo>
                  <a:lnTo>
                    <a:pt x="922249" y="1107490"/>
                  </a:lnTo>
                  <a:lnTo>
                    <a:pt x="922258" y="1107652"/>
                  </a:lnTo>
                  <a:lnTo>
                    <a:pt x="922279" y="1107691"/>
                  </a:lnTo>
                  <a:lnTo>
                    <a:pt x="922303" y="1107773"/>
                  </a:lnTo>
                  <a:lnTo>
                    <a:pt x="922448" y="1107975"/>
                  </a:lnTo>
                  <a:lnTo>
                    <a:pt x="922543" y="1108159"/>
                  </a:lnTo>
                  <a:lnTo>
                    <a:pt x="922652" y="1108374"/>
                  </a:lnTo>
                  <a:lnTo>
                    <a:pt x="922743" y="1108590"/>
                  </a:lnTo>
                  <a:lnTo>
                    <a:pt x="922643" y="1108768"/>
                  </a:lnTo>
                  <a:lnTo>
                    <a:pt x="922472" y="1108892"/>
                  </a:lnTo>
                  <a:lnTo>
                    <a:pt x="921983" y="1109102"/>
                  </a:lnTo>
                  <a:lnTo>
                    <a:pt x="921518" y="1109296"/>
                  </a:lnTo>
                  <a:lnTo>
                    <a:pt x="921233" y="1109302"/>
                  </a:lnTo>
                  <a:lnTo>
                    <a:pt x="921086" y="1109183"/>
                  </a:lnTo>
                  <a:lnTo>
                    <a:pt x="920810" y="1109140"/>
                  </a:lnTo>
                  <a:lnTo>
                    <a:pt x="920592" y="1109129"/>
                  </a:lnTo>
                  <a:lnTo>
                    <a:pt x="920369" y="1109221"/>
                  </a:lnTo>
                  <a:lnTo>
                    <a:pt x="920274" y="1109388"/>
                  </a:lnTo>
                  <a:lnTo>
                    <a:pt x="920193" y="1109625"/>
                  </a:lnTo>
                  <a:lnTo>
                    <a:pt x="920179" y="1110029"/>
                  </a:lnTo>
                  <a:lnTo>
                    <a:pt x="920155" y="1110245"/>
                  </a:lnTo>
                  <a:lnTo>
                    <a:pt x="920217" y="1110471"/>
                  </a:lnTo>
                  <a:lnTo>
                    <a:pt x="920445" y="1110638"/>
                  </a:lnTo>
                  <a:lnTo>
                    <a:pt x="920677" y="1110811"/>
                  </a:lnTo>
                  <a:lnTo>
                    <a:pt x="920720" y="1110956"/>
                  </a:lnTo>
                  <a:lnTo>
                    <a:pt x="920706" y="1111231"/>
                  </a:lnTo>
                  <a:lnTo>
                    <a:pt x="920643" y="1111584"/>
                  </a:lnTo>
                  <a:lnTo>
                    <a:pt x="920587" y="1111775"/>
                  </a:lnTo>
                  <a:lnTo>
                    <a:pt x="920572" y="1111950"/>
                  </a:lnTo>
                  <a:lnTo>
                    <a:pt x="920567" y="1112163"/>
                  </a:lnTo>
                  <a:lnTo>
                    <a:pt x="920607" y="1112425"/>
                  </a:lnTo>
                  <a:lnTo>
                    <a:pt x="920569" y="1112618"/>
                  </a:lnTo>
                  <a:lnTo>
                    <a:pt x="920435" y="1112780"/>
                  </a:lnTo>
                  <a:lnTo>
                    <a:pt x="920191" y="1113138"/>
                  </a:lnTo>
                  <a:lnTo>
                    <a:pt x="919688" y="1113296"/>
                  </a:lnTo>
                  <a:lnTo>
                    <a:pt x="919492" y="1113403"/>
                  </a:lnTo>
                  <a:lnTo>
                    <a:pt x="919446" y="1113496"/>
                  </a:lnTo>
                  <a:lnTo>
                    <a:pt x="919419" y="1113588"/>
                  </a:lnTo>
                  <a:lnTo>
                    <a:pt x="919470" y="1113719"/>
                  </a:lnTo>
                  <a:lnTo>
                    <a:pt x="919529" y="1113844"/>
                  </a:lnTo>
                  <a:lnTo>
                    <a:pt x="919836" y="1114131"/>
                  </a:lnTo>
                  <a:lnTo>
                    <a:pt x="920019" y="1114311"/>
                  </a:lnTo>
                  <a:lnTo>
                    <a:pt x="920043" y="1114512"/>
                  </a:lnTo>
                  <a:lnTo>
                    <a:pt x="920016" y="1114720"/>
                  </a:lnTo>
                  <a:lnTo>
                    <a:pt x="919993" y="1114769"/>
                  </a:lnTo>
                  <a:lnTo>
                    <a:pt x="919803" y="1114909"/>
                  </a:lnTo>
                  <a:lnTo>
                    <a:pt x="919514" y="1115104"/>
                  </a:lnTo>
                  <a:lnTo>
                    <a:pt x="919005" y="1115445"/>
                  </a:lnTo>
                  <a:lnTo>
                    <a:pt x="918747" y="1115635"/>
                  </a:lnTo>
                  <a:lnTo>
                    <a:pt x="918641" y="1115852"/>
                  </a:lnTo>
                  <a:lnTo>
                    <a:pt x="918599" y="1116083"/>
                  </a:lnTo>
                  <a:lnTo>
                    <a:pt x="918602" y="1116568"/>
                  </a:lnTo>
                  <a:lnTo>
                    <a:pt x="918641" y="1116766"/>
                  </a:lnTo>
                  <a:lnTo>
                    <a:pt x="918701" y="1116913"/>
                  </a:lnTo>
                  <a:lnTo>
                    <a:pt x="918855" y="1117056"/>
                  </a:lnTo>
                  <a:lnTo>
                    <a:pt x="919144" y="1117156"/>
                  </a:lnTo>
                  <a:lnTo>
                    <a:pt x="919501" y="1117133"/>
                  </a:lnTo>
                  <a:lnTo>
                    <a:pt x="919882" y="1117058"/>
                  </a:lnTo>
                  <a:lnTo>
                    <a:pt x="920182" y="1117006"/>
                  </a:lnTo>
                  <a:lnTo>
                    <a:pt x="920598" y="1116896"/>
                  </a:lnTo>
                  <a:lnTo>
                    <a:pt x="921057" y="1116798"/>
                  </a:lnTo>
                  <a:lnTo>
                    <a:pt x="921272" y="1116761"/>
                  </a:lnTo>
                  <a:lnTo>
                    <a:pt x="921328" y="1116801"/>
                  </a:lnTo>
                  <a:lnTo>
                    <a:pt x="921352" y="1116858"/>
                  </a:lnTo>
                  <a:lnTo>
                    <a:pt x="921357" y="1116896"/>
                  </a:lnTo>
                  <a:lnTo>
                    <a:pt x="921320" y="1117049"/>
                  </a:lnTo>
                  <a:lnTo>
                    <a:pt x="921315" y="1117058"/>
                  </a:lnTo>
                  <a:lnTo>
                    <a:pt x="921303" y="1117106"/>
                  </a:lnTo>
                  <a:lnTo>
                    <a:pt x="921213" y="1117338"/>
                  </a:lnTo>
                  <a:lnTo>
                    <a:pt x="921153" y="1117569"/>
                  </a:lnTo>
                  <a:lnTo>
                    <a:pt x="921145" y="1117769"/>
                  </a:lnTo>
                  <a:lnTo>
                    <a:pt x="921202" y="1117946"/>
                  </a:lnTo>
                  <a:lnTo>
                    <a:pt x="921281" y="1118086"/>
                  </a:lnTo>
                  <a:lnTo>
                    <a:pt x="921396" y="1118224"/>
                  </a:lnTo>
                  <a:lnTo>
                    <a:pt x="921510" y="1118271"/>
                  </a:lnTo>
                  <a:lnTo>
                    <a:pt x="921731" y="1118309"/>
                  </a:lnTo>
                  <a:lnTo>
                    <a:pt x="921861" y="1118284"/>
                  </a:lnTo>
                  <a:lnTo>
                    <a:pt x="921978" y="1118309"/>
                  </a:lnTo>
                  <a:lnTo>
                    <a:pt x="922138" y="1118387"/>
                  </a:lnTo>
                  <a:lnTo>
                    <a:pt x="922410" y="1118629"/>
                  </a:lnTo>
                  <a:lnTo>
                    <a:pt x="922531" y="1118747"/>
                  </a:lnTo>
                  <a:lnTo>
                    <a:pt x="922608" y="1118902"/>
                  </a:lnTo>
                  <a:lnTo>
                    <a:pt x="922617" y="1119049"/>
                  </a:lnTo>
                  <a:lnTo>
                    <a:pt x="922586" y="1119175"/>
                  </a:lnTo>
                  <a:lnTo>
                    <a:pt x="922495" y="1119312"/>
                  </a:lnTo>
                  <a:lnTo>
                    <a:pt x="922269" y="1119527"/>
                  </a:lnTo>
                  <a:lnTo>
                    <a:pt x="922151" y="1119668"/>
                  </a:lnTo>
                  <a:lnTo>
                    <a:pt x="922101" y="1119712"/>
                  </a:lnTo>
                  <a:lnTo>
                    <a:pt x="921982" y="1119779"/>
                  </a:lnTo>
                  <a:lnTo>
                    <a:pt x="921840" y="1119879"/>
                  </a:lnTo>
                  <a:lnTo>
                    <a:pt x="921800" y="1119938"/>
                  </a:lnTo>
                  <a:lnTo>
                    <a:pt x="921760" y="1120055"/>
                  </a:lnTo>
                  <a:lnTo>
                    <a:pt x="921711" y="1120191"/>
                  </a:lnTo>
                  <a:lnTo>
                    <a:pt x="921711" y="1120239"/>
                  </a:lnTo>
                  <a:lnTo>
                    <a:pt x="921713" y="1120319"/>
                  </a:lnTo>
                  <a:lnTo>
                    <a:pt x="921680" y="1120394"/>
                  </a:lnTo>
                  <a:lnTo>
                    <a:pt x="921560" y="1120608"/>
                  </a:lnTo>
                  <a:lnTo>
                    <a:pt x="921486" y="1120696"/>
                  </a:lnTo>
                  <a:lnTo>
                    <a:pt x="921436" y="1120801"/>
                  </a:lnTo>
                  <a:lnTo>
                    <a:pt x="921418" y="1120851"/>
                  </a:lnTo>
                  <a:lnTo>
                    <a:pt x="921329" y="1121066"/>
                  </a:lnTo>
                  <a:lnTo>
                    <a:pt x="921306" y="1121171"/>
                  </a:lnTo>
                  <a:lnTo>
                    <a:pt x="921292" y="1121275"/>
                  </a:lnTo>
                  <a:lnTo>
                    <a:pt x="921269" y="1121508"/>
                  </a:lnTo>
                  <a:lnTo>
                    <a:pt x="921277" y="1121640"/>
                  </a:lnTo>
                  <a:lnTo>
                    <a:pt x="921312" y="1121847"/>
                  </a:lnTo>
                  <a:lnTo>
                    <a:pt x="921310" y="1121904"/>
                  </a:lnTo>
                  <a:lnTo>
                    <a:pt x="921303" y="1122014"/>
                  </a:lnTo>
                  <a:lnTo>
                    <a:pt x="921284" y="1122094"/>
                  </a:lnTo>
                  <a:lnTo>
                    <a:pt x="921213" y="1122251"/>
                  </a:lnTo>
                  <a:lnTo>
                    <a:pt x="921159" y="1122394"/>
                  </a:lnTo>
                  <a:lnTo>
                    <a:pt x="921148" y="1122450"/>
                  </a:lnTo>
                  <a:lnTo>
                    <a:pt x="921151" y="1122629"/>
                  </a:lnTo>
                  <a:lnTo>
                    <a:pt x="921176" y="1122720"/>
                  </a:lnTo>
                  <a:lnTo>
                    <a:pt x="921203" y="1122772"/>
                  </a:lnTo>
                  <a:lnTo>
                    <a:pt x="921289" y="1122858"/>
                  </a:lnTo>
                  <a:lnTo>
                    <a:pt x="921370" y="1122911"/>
                  </a:lnTo>
                  <a:lnTo>
                    <a:pt x="921579" y="1123025"/>
                  </a:lnTo>
                  <a:lnTo>
                    <a:pt x="921679" y="1123065"/>
                  </a:lnTo>
                  <a:lnTo>
                    <a:pt x="921773" y="1123103"/>
                  </a:lnTo>
                  <a:lnTo>
                    <a:pt x="921821" y="1123133"/>
                  </a:lnTo>
                  <a:lnTo>
                    <a:pt x="921843" y="1123155"/>
                  </a:lnTo>
                  <a:lnTo>
                    <a:pt x="921859" y="1123202"/>
                  </a:lnTo>
                  <a:lnTo>
                    <a:pt x="921850" y="1123221"/>
                  </a:lnTo>
                  <a:lnTo>
                    <a:pt x="921821" y="1123264"/>
                  </a:lnTo>
                  <a:lnTo>
                    <a:pt x="921736" y="1123312"/>
                  </a:lnTo>
                  <a:lnTo>
                    <a:pt x="921562" y="1123407"/>
                  </a:lnTo>
                  <a:lnTo>
                    <a:pt x="921446" y="1123480"/>
                  </a:lnTo>
                  <a:lnTo>
                    <a:pt x="921297" y="1123558"/>
                  </a:lnTo>
                  <a:lnTo>
                    <a:pt x="921164" y="1123607"/>
                  </a:lnTo>
                  <a:lnTo>
                    <a:pt x="921150" y="1123614"/>
                  </a:lnTo>
                  <a:lnTo>
                    <a:pt x="921098" y="1123637"/>
                  </a:lnTo>
                  <a:lnTo>
                    <a:pt x="921085" y="1123663"/>
                  </a:lnTo>
                  <a:lnTo>
                    <a:pt x="921088" y="1123693"/>
                  </a:lnTo>
                  <a:lnTo>
                    <a:pt x="921118" y="1123753"/>
                  </a:lnTo>
                  <a:lnTo>
                    <a:pt x="921242" y="1123920"/>
                  </a:lnTo>
                  <a:lnTo>
                    <a:pt x="921348" y="1124089"/>
                  </a:lnTo>
                  <a:lnTo>
                    <a:pt x="921412" y="1124181"/>
                  </a:lnTo>
                  <a:lnTo>
                    <a:pt x="921536" y="1124343"/>
                  </a:lnTo>
                  <a:lnTo>
                    <a:pt x="921585" y="1124432"/>
                  </a:lnTo>
                  <a:lnTo>
                    <a:pt x="921645" y="1124587"/>
                  </a:lnTo>
                  <a:lnTo>
                    <a:pt x="921651" y="1124675"/>
                  </a:lnTo>
                  <a:lnTo>
                    <a:pt x="921629" y="1124735"/>
                  </a:lnTo>
                  <a:lnTo>
                    <a:pt x="921591" y="1124802"/>
                  </a:lnTo>
                  <a:lnTo>
                    <a:pt x="921470" y="1124910"/>
                  </a:lnTo>
                  <a:lnTo>
                    <a:pt x="921363" y="1124992"/>
                  </a:lnTo>
                  <a:lnTo>
                    <a:pt x="921294" y="1125027"/>
                  </a:lnTo>
                  <a:lnTo>
                    <a:pt x="921178" y="1125070"/>
                  </a:lnTo>
                  <a:lnTo>
                    <a:pt x="921013" y="1125140"/>
                  </a:lnTo>
                  <a:lnTo>
                    <a:pt x="920920" y="1125185"/>
                  </a:lnTo>
                  <a:lnTo>
                    <a:pt x="920798" y="1125190"/>
                  </a:lnTo>
                  <a:lnTo>
                    <a:pt x="920660" y="1125183"/>
                  </a:lnTo>
                  <a:lnTo>
                    <a:pt x="920548" y="1125171"/>
                  </a:lnTo>
                  <a:lnTo>
                    <a:pt x="920477" y="1125110"/>
                  </a:lnTo>
                  <a:lnTo>
                    <a:pt x="920381" y="1125009"/>
                  </a:lnTo>
                  <a:lnTo>
                    <a:pt x="920254" y="1124939"/>
                  </a:lnTo>
                  <a:lnTo>
                    <a:pt x="920082" y="1124873"/>
                  </a:lnTo>
                  <a:lnTo>
                    <a:pt x="919958" y="1124850"/>
                  </a:lnTo>
                  <a:lnTo>
                    <a:pt x="919745" y="1124851"/>
                  </a:lnTo>
                  <a:lnTo>
                    <a:pt x="919562" y="1124885"/>
                  </a:lnTo>
                  <a:lnTo>
                    <a:pt x="919472" y="1124887"/>
                  </a:lnTo>
                  <a:lnTo>
                    <a:pt x="919363" y="1124882"/>
                  </a:lnTo>
                  <a:lnTo>
                    <a:pt x="919304" y="1124847"/>
                  </a:lnTo>
                  <a:lnTo>
                    <a:pt x="919265" y="1124800"/>
                  </a:lnTo>
                  <a:lnTo>
                    <a:pt x="919255" y="1124760"/>
                  </a:lnTo>
                  <a:lnTo>
                    <a:pt x="919254" y="1124750"/>
                  </a:lnTo>
                  <a:lnTo>
                    <a:pt x="919265" y="1124637"/>
                  </a:lnTo>
                  <a:lnTo>
                    <a:pt x="919267" y="1124620"/>
                  </a:lnTo>
                  <a:lnTo>
                    <a:pt x="919285" y="1124454"/>
                  </a:lnTo>
                  <a:lnTo>
                    <a:pt x="919296" y="1124327"/>
                  </a:lnTo>
                  <a:lnTo>
                    <a:pt x="919266" y="1124159"/>
                  </a:lnTo>
                  <a:lnTo>
                    <a:pt x="919211" y="1124024"/>
                  </a:lnTo>
                  <a:lnTo>
                    <a:pt x="919102" y="1123889"/>
                  </a:lnTo>
                  <a:lnTo>
                    <a:pt x="918973" y="1123779"/>
                  </a:lnTo>
                  <a:lnTo>
                    <a:pt x="918897" y="1123660"/>
                  </a:lnTo>
                  <a:lnTo>
                    <a:pt x="918846" y="1123528"/>
                  </a:lnTo>
                  <a:lnTo>
                    <a:pt x="918784" y="1123430"/>
                  </a:lnTo>
                  <a:lnTo>
                    <a:pt x="918722" y="1123391"/>
                  </a:lnTo>
                  <a:lnTo>
                    <a:pt x="918623" y="1123380"/>
                  </a:lnTo>
                  <a:lnTo>
                    <a:pt x="918479" y="1123405"/>
                  </a:lnTo>
                  <a:lnTo>
                    <a:pt x="918232" y="1123485"/>
                  </a:lnTo>
                  <a:lnTo>
                    <a:pt x="918176" y="1123505"/>
                  </a:lnTo>
                  <a:lnTo>
                    <a:pt x="917841" y="1123625"/>
                  </a:lnTo>
                  <a:lnTo>
                    <a:pt x="917615" y="1123728"/>
                  </a:lnTo>
                  <a:lnTo>
                    <a:pt x="917515" y="1123792"/>
                  </a:lnTo>
                  <a:lnTo>
                    <a:pt x="917421" y="1123873"/>
                  </a:lnTo>
                  <a:lnTo>
                    <a:pt x="917303" y="1123944"/>
                  </a:lnTo>
                  <a:lnTo>
                    <a:pt x="917264" y="1123962"/>
                  </a:lnTo>
                  <a:lnTo>
                    <a:pt x="917216" y="1123982"/>
                  </a:lnTo>
                  <a:lnTo>
                    <a:pt x="917093" y="1124002"/>
                  </a:lnTo>
                  <a:lnTo>
                    <a:pt x="916981" y="1124065"/>
                  </a:lnTo>
                  <a:lnTo>
                    <a:pt x="916805" y="1124194"/>
                  </a:lnTo>
                  <a:lnTo>
                    <a:pt x="916721" y="1124229"/>
                  </a:lnTo>
                  <a:lnTo>
                    <a:pt x="916610" y="1124281"/>
                  </a:lnTo>
                  <a:lnTo>
                    <a:pt x="916507" y="1124331"/>
                  </a:lnTo>
                  <a:lnTo>
                    <a:pt x="916462" y="1124360"/>
                  </a:lnTo>
                  <a:lnTo>
                    <a:pt x="916419" y="1124388"/>
                  </a:lnTo>
                  <a:lnTo>
                    <a:pt x="916347" y="1124461"/>
                  </a:lnTo>
                  <a:lnTo>
                    <a:pt x="916284" y="1124530"/>
                  </a:lnTo>
                  <a:lnTo>
                    <a:pt x="916216" y="1124619"/>
                  </a:lnTo>
                  <a:lnTo>
                    <a:pt x="916167" y="1124650"/>
                  </a:lnTo>
                  <a:lnTo>
                    <a:pt x="916043" y="1124766"/>
                  </a:lnTo>
                  <a:lnTo>
                    <a:pt x="915973" y="1124844"/>
                  </a:lnTo>
                  <a:lnTo>
                    <a:pt x="915898" y="1124939"/>
                  </a:lnTo>
                  <a:lnTo>
                    <a:pt x="915830" y="1124994"/>
                  </a:lnTo>
                  <a:lnTo>
                    <a:pt x="915753" y="1125055"/>
                  </a:lnTo>
                  <a:lnTo>
                    <a:pt x="915672" y="1125197"/>
                  </a:lnTo>
                  <a:lnTo>
                    <a:pt x="915646" y="1125253"/>
                  </a:lnTo>
                  <a:lnTo>
                    <a:pt x="915598" y="1125319"/>
                  </a:lnTo>
                  <a:lnTo>
                    <a:pt x="915592" y="1125328"/>
                  </a:lnTo>
                  <a:lnTo>
                    <a:pt x="915542" y="1125377"/>
                  </a:lnTo>
                  <a:lnTo>
                    <a:pt x="915442" y="1125464"/>
                  </a:lnTo>
                  <a:lnTo>
                    <a:pt x="915367" y="1125535"/>
                  </a:lnTo>
                  <a:lnTo>
                    <a:pt x="915281" y="1125597"/>
                  </a:lnTo>
                  <a:lnTo>
                    <a:pt x="915186" y="1125674"/>
                  </a:lnTo>
                  <a:lnTo>
                    <a:pt x="915173" y="1125685"/>
                  </a:lnTo>
                  <a:lnTo>
                    <a:pt x="915070" y="1125770"/>
                  </a:lnTo>
                  <a:lnTo>
                    <a:pt x="915019" y="1125808"/>
                  </a:lnTo>
                  <a:lnTo>
                    <a:pt x="914977" y="1125840"/>
                  </a:lnTo>
                  <a:lnTo>
                    <a:pt x="914885" y="1125909"/>
                  </a:lnTo>
                  <a:lnTo>
                    <a:pt x="914827" y="1125955"/>
                  </a:lnTo>
                  <a:lnTo>
                    <a:pt x="914766" y="1126002"/>
                  </a:lnTo>
                  <a:lnTo>
                    <a:pt x="914692" y="1126071"/>
                  </a:lnTo>
                  <a:lnTo>
                    <a:pt x="914606" y="1126170"/>
                  </a:lnTo>
                  <a:lnTo>
                    <a:pt x="914532" y="1126266"/>
                  </a:lnTo>
                  <a:lnTo>
                    <a:pt x="914492" y="1126314"/>
                  </a:lnTo>
                  <a:lnTo>
                    <a:pt x="914392" y="1126435"/>
                  </a:lnTo>
                  <a:lnTo>
                    <a:pt x="914339" y="1126494"/>
                  </a:lnTo>
                  <a:lnTo>
                    <a:pt x="914245" y="1126642"/>
                  </a:lnTo>
                  <a:lnTo>
                    <a:pt x="914180" y="1126741"/>
                  </a:lnTo>
                  <a:lnTo>
                    <a:pt x="914057" y="1126951"/>
                  </a:lnTo>
                  <a:lnTo>
                    <a:pt x="914024" y="1127005"/>
                  </a:lnTo>
                  <a:lnTo>
                    <a:pt x="914020" y="1127013"/>
                  </a:lnTo>
                  <a:lnTo>
                    <a:pt x="914010" y="1127029"/>
                  </a:lnTo>
                  <a:lnTo>
                    <a:pt x="913979" y="1127068"/>
                  </a:lnTo>
                  <a:lnTo>
                    <a:pt x="913957" y="1127090"/>
                  </a:lnTo>
                  <a:lnTo>
                    <a:pt x="913839" y="1127130"/>
                  </a:lnTo>
                  <a:lnTo>
                    <a:pt x="913747" y="1127149"/>
                  </a:lnTo>
                  <a:lnTo>
                    <a:pt x="913684" y="1127161"/>
                  </a:lnTo>
                  <a:lnTo>
                    <a:pt x="913592" y="1127214"/>
                  </a:lnTo>
                  <a:lnTo>
                    <a:pt x="913553" y="1127249"/>
                  </a:lnTo>
                  <a:lnTo>
                    <a:pt x="913450" y="1127303"/>
                  </a:lnTo>
                  <a:lnTo>
                    <a:pt x="913391" y="1127413"/>
                  </a:lnTo>
                  <a:lnTo>
                    <a:pt x="913358" y="1127563"/>
                  </a:lnTo>
                  <a:lnTo>
                    <a:pt x="913277" y="1127790"/>
                  </a:lnTo>
                  <a:lnTo>
                    <a:pt x="913218" y="1127881"/>
                  </a:lnTo>
                  <a:lnTo>
                    <a:pt x="913164" y="1127928"/>
                  </a:lnTo>
                  <a:lnTo>
                    <a:pt x="913088" y="1127981"/>
                  </a:lnTo>
                  <a:lnTo>
                    <a:pt x="912991" y="1128035"/>
                  </a:lnTo>
                  <a:lnTo>
                    <a:pt x="912847" y="1128098"/>
                  </a:lnTo>
                  <a:lnTo>
                    <a:pt x="912770" y="1128118"/>
                  </a:lnTo>
                  <a:lnTo>
                    <a:pt x="912610" y="1128136"/>
                  </a:lnTo>
                  <a:lnTo>
                    <a:pt x="912510" y="1128170"/>
                  </a:lnTo>
                  <a:lnTo>
                    <a:pt x="912433" y="1128190"/>
                  </a:lnTo>
                  <a:lnTo>
                    <a:pt x="912209" y="1128247"/>
                  </a:lnTo>
                  <a:lnTo>
                    <a:pt x="912121" y="1128304"/>
                  </a:lnTo>
                  <a:lnTo>
                    <a:pt x="912074" y="1128353"/>
                  </a:lnTo>
                  <a:lnTo>
                    <a:pt x="912036" y="1128404"/>
                  </a:lnTo>
                  <a:lnTo>
                    <a:pt x="912014" y="1128459"/>
                  </a:lnTo>
                  <a:lnTo>
                    <a:pt x="912006" y="1128528"/>
                  </a:lnTo>
                  <a:lnTo>
                    <a:pt x="911993" y="1128621"/>
                  </a:lnTo>
                  <a:lnTo>
                    <a:pt x="911983" y="1128732"/>
                  </a:lnTo>
                  <a:lnTo>
                    <a:pt x="911961" y="1128751"/>
                  </a:lnTo>
                  <a:lnTo>
                    <a:pt x="911826" y="1128852"/>
                  </a:lnTo>
                  <a:lnTo>
                    <a:pt x="911712" y="1128924"/>
                  </a:lnTo>
                  <a:lnTo>
                    <a:pt x="911647" y="1128962"/>
                  </a:lnTo>
                  <a:lnTo>
                    <a:pt x="911451" y="1129012"/>
                  </a:lnTo>
                  <a:lnTo>
                    <a:pt x="911361" y="1129029"/>
                  </a:lnTo>
                  <a:lnTo>
                    <a:pt x="911127" y="1129072"/>
                  </a:lnTo>
                  <a:lnTo>
                    <a:pt x="910983" y="1129133"/>
                  </a:lnTo>
                  <a:lnTo>
                    <a:pt x="910903" y="1129174"/>
                  </a:lnTo>
                  <a:lnTo>
                    <a:pt x="910747" y="1129211"/>
                  </a:lnTo>
                  <a:lnTo>
                    <a:pt x="910589" y="1129288"/>
                  </a:lnTo>
                  <a:lnTo>
                    <a:pt x="910555" y="1129327"/>
                  </a:lnTo>
                  <a:lnTo>
                    <a:pt x="910533" y="1129382"/>
                  </a:lnTo>
                  <a:lnTo>
                    <a:pt x="910527" y="1129484"/>
                  </a:lnTo>
                  <a:lnTo>
                    <a:pt x="910539" y="1129633"/>
                  </a:lnTo>
                  <a:lnTo>
                    <a:pt x="910578" y="1129882"/>
                  </a:lnTo>
                  <a:lnTo>
                    <a:pt x="910584" y="1130011"/>
                  </a:lnTo>
                  <a:lnTo>
                    <a:pt x="910586" y="1130243"/>
                  </a:lnTo>
                  <a:lnTo>
                    <a:pt x="910587" y="1130393"/>
                  </a:lnTo>
                  <a:lnTo>
                    <a:pt x="910595" y="1130471"/>
                  </a:lnTo>
                  <a:lnTo>
                    <a:pt x="910615" y="1130687"/>
                  </a:lnTo>
                  <a:lnTo>
                    <a:pt x="910604" y="1130784"/>
                  </a:lnTo>
                  <a:lnTo>
                    <a:pt x="910557" y="1130878"/>
                  </a:lnTo>
                  <a:lnTo>
                    <a:pt x="910472" y="1130985"/>
                  </a:lnTo>
                  <a:lnTo>
                    <a:pt x="910399" y="1131074"/>
                  </a:lnTo>
                  <a:lnTo>
                    <a:pt x="910310" y="1131129"/>
                  </a:lnTo>
                  <a:lnTo>
                    <a:pt x="910366" y="1130984"/>
                  </a:lnTo>
                  <a:lnTo>
                    <a:pt x="910382" y="1130899"/>
                  </a:lnTo>
                  <a:lnTo>
                    <a:pt x="910377" y="1130811"/>
                  </a:lnTo>
                  <a:lnTo>
                    <a:pt x="910340" y="1130690"/>
                  </a:lnTo>
                  <a:lnTo>
                    <a:pt x="910312" y="1130608"/>
                  </a:lnTo>
                  <a:lnTo>
                    <a:pt x="910136" y="1130235"/>
                  </a:lnTo>
                  <a:lnTo>
                    <a:pt x="910100" y="1130140"/>
                  </a:lnTo>
                  <a:lnTo>
                    <a:pt x="910045" y="1129978"/>
                  </a:lnTo>
                  <a:lnTo>
                    <a:pt x="910014" y="1129910"/>
                  </a:lnTo>
                  <a:lnTo>
                    <a:pt x="909960" y="1129813"/>
                  </a:lnTo>
                  <a:lnTo>
                    <a:pt x="909931" y="1129719"/>
                  </a:lnTo>
                  <a:lnTo>
                    <a:pt x="909880" y="1129587"/>
                  </a:lnTo>
                  <a:lnTo>
                    <a:pt x="909850" y="1129490"/>
                  </a:lnTo>
                  <a:lnTo>
                    <a:pt x="909836" y="1129427"/>
                  </a:lnTo>
                  <a:lnTo>
                    <a:pt x="909820" y="1129358"/>
                  </a:lnTo>
                  <a:lnTo>
                    <a:pt x="909797" y="1129281"/>
                  </a:lnTo>
                  <a:lnTo>
                    <a:pt x="909779" y="1129228"/>
                  </a:lnTo>
                  <a:lnTo>
                    <a:pt x="909740" y="1129143"/>
                  </a:lnTo>
                  <a:lnTo>
                    <a:pt x="909692" y="1129044"/>
                  </a:lnTo>
                  <a:lnTo>
                    <a:pt x="909562" y="1128849"/>
                  </a:lnTo>
                  <a:lnTo>
                    <a:pt x="909541" y="1128811"/>
                  </a:lnTo>
                  <a:lnTo>
                    <a:pt x="909503" y="1128751"/>
                  </a:lnTo>
                  <a:lnTo>
                    <a:pt x="909452" y="1128688"/>
                  </a:lnTo>
                  <a:lnTo>
                    <a:pt x="909368" y="1128590"/>
                  </a:lnTo>
                  <a:lnTo>
                    <a:pt x="909317" y="1128546"/>
                  </a:lnTo>
                  <a:lnTo>
                    <a:pt x="909245" y="1128498"/>
                  </a:lnTo>
                  <a:lnTo>
                    <a:pt x="909164" y="1128447"/>
                  </a:lnTo>
                  <a:lnTo>
                    <a:pt x="909089" y="1128379"/>
                  </a:lnTo>
                  <a:lnTo>
                    <a:pt x="909036" y="1128336"/>
                  </a:lnTo>
                  <a:lnTo>
                    <a:pt x="909018" y="1128322"/>
                  </a:lnTo>
                  <a:lnTo>
                    <a:pt x="908930" y="1128269"/>
                  </a:lnTo>
                  <a:lnTo>
                    <a:pt x="908853" y="1128185"/>
                  </a:lnTo>
                  <a:lnTo>
                    <a:pt x="908775" y="1128088"/>
                  </a:lnTo>
                  <a:lnTo>
                    <a:pt x="908730" y="1128003"/>
                  </a:lnTo>
                  <a:lnTo>
                    <a:pt x="908683" y="1127905"/>
                  </a:lnTo>
                  <a:lnTo>
                    <a:pt x="908663" y="1127843"/>
                  </a:lnTo>
                  <a:lnTo>
                    <a:pt x="908658" y="1127788"/>
                  </a:lnTo>
                  <a:lnTo>
                    <a:pt x="908665" y="1127713"/>
                  </a:lnTo>
                  <a:lnTo>
                    <a:pt x="908685" y="1127651"/>
                  </a:lnTo>
                  <a:lnTo>
                    <a:pt x="908700" y="1127581"/>
                  </a:lnTo>
                  <a:lnTo>
                    <a:pt x="908694" y="1127554"/>
                  </a:lnTo>
                  <a:lnTo>
                    <a:pt x="908682" y="1127546"/>
                  </a:lnTo>
                  <a:lnTo>
                    <a:pt x="908636" y="1127539"/>
                  </a:lnTo>
                  <a:lnTo>
                    <a:pt x="908491" y="1127525"/>
                  </a:lnTo>
                  <a:lnTo>
                    <a:pt x="908350" y="1127524"/>
                  </a:lnTo>
                  <a:lnTo>
                    <a:pt x="908263" y="1127542"/>
                  </a:lnTo>
                  <a:lnTo>
                    <a:pt x="908191" y="1127584"/>
                  </a:lnTo>
                  <a:lnTo>
                    <a:pt x="908133" y="1127638"/>
                  </a:lnTo>
                  <a:lnTo>
                    <a:pt x="908090" y="1127711"/>
                  </a:lnTo>
                  <a:lnTo>
                    <a:pt x="908055" y="1127787"/>
                  </a:lnTo>
                  <a:lnTo>
                    <a:pt x="908007" y="1127844"/>
                  </a:lnTo>
                  <a:lnTo>
                    <a:pt x="907947" y="1127911"/>
                  </a:lnTo>
                  <a:lnTo>
                    <a:pt x="907900" y="1127943"/>
                  </a:lnTo>
                  <a:lnTo>
                    <a:pt x="907845" y="1127965"/>
                  </a:lnTo>
                  <a:lnTo>
                    <a:pt x="907797" y="1127969"/>
                  </a:lnTo>
                  <a:lnTo>
                    <a:pt x="907770" y="1127967"/>
                  </a:lnTo>
                  <a:lnTo>
                    <a:pt x="907712" y="1127955"/>
                  </a:lnTo>
                  <a:lnTo>
                    <a:pt x="907662" y="1127919"/>
                  </a:lnTo>
                  <a:lnTo>
                    <a:pt x="907592" y="1127850"/>
                  </a:lnTo>
                  <a:lnTo>
                    <a:pt x="907539" y="1127814"/>
                  </a:lnTo>
                  <a:lnTo>
                    <a:pt x="907504" y="1127794"/>
                  </a:lnTo>
                  <a:lnTo>
                    <a:pt x="907458" y="1127776"/>
                  </a:lnTo>
                  <a:lnTo>
                    <a:pt x="907413" y="1127774"/>
                  </a:lnTo>
                  <a:lnTo>
                    <a:pt x="907378" y="1127777"/>
                  </a:lnTo>
                  <a:lnTo>
                    <a:pt x="907324" y="1127805"/>
                  </a:lnTo>
                  <a:lnTo>
                    <a:pt x="907249" y="1127867"/>
                  </a:lnTo>
                  <a:lnTo>
                    <a:pt x="907190" y="1127912"/>
                  </a:lnTo>
                  <a:lnTo>
                    <a:pt x="907054" y="1127988"/>
                  </a:lnTo>
                  <a:lnTo>
                    <a:pt x="907011" y="1128021"/>
                  </a:lnTo>
                  <a:lnTo>
                    <a:pt x="906917" y="1128072"/>
                  </a:lnTo>
                  <a:lnTo>
                    <a:pt x="906831" y="1128090"/>
                  </a:lnTo>
                  <a:lnTo>
                    <a:pt x="906815" y="1128090"/>
                  </a:lnTo>
                  <a:lnTo>
                    <a:pt x="906777" y="1128090"/>
                  </a:lnTo>
                  <a:lnTo>
                    <a:pt x="906773" y="1128089"/>
                  </a:lnTo>
                  <a:lnTo>
                    <a:pt x="906697" y="1128069"/>
                  </a:lnTo>
                  <a:lnTo>
                    <a:pt x="906647" y="1128037"/>
                  </a:lnTo>
                  <a:lnTo>
                    <a:pt x="906607" y="1127986"/>
                  </a:lnTo>
                  <a:lnTo>
                    <a:pt x="906551" y="1127866"/>
                  </a:lnTo>
                  <a:lnTo>
                    <a:pt x="906514" y="1127731"/>
                  </a:lnTo>
                  <a:lnTo>
                    <a:pt x="906477" y="1127608"/>
                  </a:lnTo>
                  <a:lnTo>
                    <a:pt x="906402" y="1127474"/>
                  </a:lnTo>
                  <a:lnTo>
                    <a:pt x="906303" y="1127341"/>
                  </a:lnTo>
                  <a:lnTo>
                    <a:pt x="906218" y="1127255"/>
                  </a:lnTo>
                  <a:lnTo>
                    <a:pt x="906100" y="1127116"/>
                  </a:lnTo>
                  <a:lnTo>
                    <a:pt x="906044" y="1127017"/>
                  </a:lnTo>
                  <a:lnTo>
                    <a:pt x="906042" y="1127013"/>
                  </a:lnTo>
                  <a:lnTo>
                    <a:pt x="906038" y="1127006"/>
                  </a:lnTo>
                  <a:lnTo>
                    <a:pt x="906011" y="1126953"/>
                  </a:lnTo>
                  <a:lnTo>
                    <a:pt x="906009" y="1126906"/>
                  </a:lnTo>
                  <a:lnTo>
                    <a:pt x="905999" y="1126779"/>
                  </a:lnTo>
                  <a:lnTo>
                    <a:pt x="905986" y="1126713"/>
                  </a:lnTo>
                  <a:lnTo>
                    <a:pt x="905906" y="1126572"/>
                  </a:lnTo>
                  <a:lnTo>
                    <a:pt x="905811" y="1126396"/>
                  </a:lnTo>
                  <a:lnTo>
                    <a:pt x="905727" y="1126244"/>
                  </a:lnTo>
                  <a:lnTo>
                    <a:pt x="905590" y="1126010"/>
                  </a:lnTo>
                  <a:lnTo>
                    <a:pt x="905505" y="1125901"/>
                  </a:lnTo>
                  <a:lnTo>
                    <a:pt x="905450" y="1125832"/>
                  </a:lnTo>
                  <a:lnTo>
                    <a:pt x="905384" y="1125771"/>
                  </a:lnTo>
                  <a:lnTo>
                    <a:pt x="905295" y="1125715"/>
                  </a:lnTo>
                  <a:lnTo>
                    <a:pt x="905195" y="1125673"/>
                  </a:lnTo>
                  <a:lnTo>
                    <a:pt x="905073" y="1125642"/>
                  </a:lnTo>
                  <a:lnTo>
                    <a:pt x="904999" y="1125625"/>
                  </a:lnTo>
                  <a:lnTo>
                    <a:pt x="904843" y="1125578"/>
                  </a:lnTo>
                  <a:lnTo>
                    <a:pt x="904696" y="1125511"/>
                  </a:lnTo>
                  <a:lnTo>
                    <a:pt x="904570" y="1125446"/>
                  </a:lnTo>
                  <a:lnTo>
                    <a:pt x="904491" y="1125408"/>
                  </a:lnTo>
                  <a:lnTo>
                    <a:pt x="904437" y="1125382"/>
                  </a:lnTo>
                  <a:lnTo>
                    <a:pt x="904364" y="1125338"/>
                  </a:lnTo>
                  <a:lnTo>
                    <a:pt x="904327" y="1125311"/>
                  </a:lnTo>
                  <a:lnTo>
                    <a:pt x="904294" y="1125279"/>
                  </a:lnTo>
                  <a:lnTo>
                    <a:pt x="904251" y="1125219"/>
                  </a:lnTo>
                  <a:lnTo>
                    <a:pt x="904196" y="1125146"/>
                  </a:lnTo>
                  <a:lnTo>
                    <a:pt x="904134" y="1125097"/>
                  </a:lnTo>
                  <a:lnTo>
                    <a:pt x="904089" y="1125066"/>
                  </a:lnTo>
                  <a:lnTo>
                    <a:pt x="904034" y="1125040"/>
                  </a:lnTo>
                  <a:lnTo>
                    <a:pt x="903986" y="1125027"/>
                  </a:lnTo>
                  <a:lnTo>
                    <a:pt x="903891" y="1125013"/>
                  </a:lnTo>
                  <a:lnTo>
                    <a:pt x="903812" y="1124988"/>
                  </a:lnTo>
                  <a:lnTo>
                    <a:pt x="903687" y="1124940"/>
                  </a:lnTo>
                  <a:lnTo>
                    <a:pt x="903614" y="1124909"/>
                  </a:lnTo>
                  <a:lnTo>
                    <a:pt x="903589" y="1124902"/>
                  </a:lnTo>
                  <a:lnTo>
                    <a:pt x="903552" y="1124902"/>
                  </a:lnTo>
                  <a:lnTo>
                    <a:pt x="903511" y="1124907"/>
                  </a:lnTo>
                  <a:lnTo>
                    <a:pt x="903488" y="1124907"/>
                  </a:lnTo>
                  <a:lnTo>
                    <a:pt x="903453" y="1124903"/>
                  </a:lnTo>
                  <a:lnTo>
                    <a:pt x="903418" y="1124894"/>
                  </a:lnTo>
                  <a:lnTo>
                    <a:pt x="903339" y="1124855"/>
                  </a:lnTo>
                  <a:lnTo>
                    <a:pt x="903288" y="1124835"/>
                  </a:lnTo>
                  <a:lnTo>
                    <a:pt x="903263" y="1124831"/>
                  </a:lnTo>
                  <a:lnTo>
                    <a:pt x="903173" y="1124840"/>
                  </a:lnTo>
                  <a:lnTo>
                    <a:pt x="903133" y="1124852"/>
                  </a:lnTo>
                  <a:lnTo>
                    <a:pt x="903057" y="1124886"/>
                  </a:lnTo>
                  <a:lnTo>
                    <a:pt x="903011" y="1124898"/>
                  </a:lnTo>
                  <a:lnTo>
                    <a:pt x="902940" y="1124908"/>
                  </a:lnTo>
                  <a:lnTo>
                    <a:pt x="902870" y="1124909"/>
                  </a:lnTo>
                  <a:lnTo>
                    <a:pt x="902787" y="1124908"/>
                  </a:lnTo>
                  <a:lnTo>
                    <a:pt x="902738" y="1124915"/>
                  </a:lnTo>
                  <a:lnTo>
                    <a:pt x="902627" y="1124935"/>
                  </a:lnTo>
                  <a:lnTo>
                    <a:pt x="902571" y="1124961"/>
                  </a:lnTo>
                  <a:lnTo>
                    <a:pt x="902513" y="1124999"/>
                  </a:lnTo>
                  <a:lnTo>
                    <a:pt x="902462" y="1125050"/>
                  </a:lnTo>
                  <a:lnTo>
                    <a:pt x="902382" y="1125148"/>
                  </a:lnTo>
                  <a:lnTo>
                    <a:pt x="902338" y="1125187"/>
                  </a:lnTo>
                  <a:lnTo>
                    <a:pt x="902300" y="1125212"/>
                  </a:lnTo>
                  <a:lnTo>
                    <a:pt x="902253" y="1125228"/>
                  </a:lnTo>
                  <a:lnTo>
                    <a:pt x="902207" y="1125236"/>
                  </a:lnTo>
                  <a:lnTo>
                    <a:pt x="902166" y="1125233"/>
                  </a:lnTo>
                  <a:lnTo>
                    <a:pt x="902131" y="1125217"/>
                  </a:lnTo>
                  <a:lnTo>
                    <a:pt x="901996" y="1125158"/>
                  </a:lnTo>
                  <a:lnTo>
                    <a:pt x="901938" y="1125124"/>
                  </a:lnTo>
                  <a:lnTo>
                    <a:pt x="901883" y="1125104"/>
                  </a:lnTo>
                  <a:lnTo>
                    <a:pt x="901798" y="1125104"/>
                  </a:lnTo>
                  <a:lnTo>
                    <a:pt x="901677" y="1125116"/>
                  </a:lnTo>
                  <a:lnTo>
                    <a:pt x="901625" y="1125132"/>
                  </a:lnTo>
                  <a:lnTo>
                    <a:pt x="901514" y="1125155"/>
                  </a:lnTo>
                  <a:lnTo>
                    <a:pt x="901446" y="1125162"/>
                  </a:lnTo>
                  <a:lnTo>
                    <a:pt x="901345" y="1125144"/>
                  </a:lnTo>
                  <a:lnTo>
                    <a:pt x="901220" y="1125111"/>
                  </a:lnTo>
                  <a:lnTo>
                    <a:pt x="901133" y="1125078"/>
                  </a:lnTo>
                  <a:lnTo>
                    <a:pt x="901018" y="1125013"/>
                  </a:lnTo>
                  <a:lnTo>
                    <a:pt x="900915" y="1124938"/>
                  </a:lnTo>
                  <a:lnTo>
                    <a:pt x="900830" y="1124845"/>
                  </a:lnTo>
                  <a:lnTo>
                    <a:pt x="900725" y="1124750"/>
                  </a:lnTo>
                  <a:lnTo>
                    <a:pt x="900612" y="1124658"/>
                  </a:lnTo>
                  <a:lnTo>
                    <a:pt x="900536" y="1124606"/>
                  </a:lnTo>
                  <a:lnTo>
                    <a:pt x="900471" y="1124568"/>
                  </a:lnTo>
                  <a:lnTo>
                    <a:pt x="900343" y="1124522"/>
                  </a:lnTo>
                  <a:lnTo>
                    <a:pt x="900238" y="1124469"/>
                  </a:lnTo>
                  <a:lnTo>
                    <a:pt x="900171" y="1124433"/>
                  </a:lnTo>
                  <a:lnTo>
                    <a:pt x="900097" y="1124424"/>
                  </a:lnTo>
                  <a:lnTo>
                    <a:pt x="900023" y="1124424"/>
                  </a:lnTo>
                  <a:lnTo>
                    <a:pt x="899930" y="1124429"/>
                  </a:lnTo>
                  <a:lnTo>
                    <a:pt x="899891" y="1124430"/>
                  </a:lnTo>
                  <a:lnTo>
                    <a:pt x="899841" y="1124413"/>
                  </a:lnTo>
                  <a:lnTo>
                    <a:pt x="899806" y="1124376"/>
                  </a:lnTo>
                  <a:lnTo>
                    <a:pt x="899738" y="1124237"/>
                  </a:lnTo>
                  <a:lnTo>
                    <a:pt x="899708" y="1124176"/>
                  </a:lnTo>
                  <a:lnTo>
                    <a:pt x="899630" y="1124022"/>
                  </a:lnTo>
                  <a:lnTo>
                    <a:pt x="899556" y="1123911"/>
                  </a:lnTo>
                  <a:lnTo>
                    <a:pt x="899487" y="1123824"/>
                  </a:lnTo>
                  <a:lnTo>
                    <a:pt x="899348" y="1123721"/>
                  </a:lnTo>
                  <a:lnTo>
                    <a:pt x="899251" y="1123683"/>
                  </a:lnTo>
                  <a:lnTo>
                    <a:pt x="899197" y="1123653"/>
                  </a:lnTo>
                  <a:lnTo>
                    <a:pt x="899156" y="1123613"/>
                  </a:lnTo>
                  <a:lnTo>
                    <a:pt x="899138" y="1123576"/>
                  </a:lnTo>
                  <a:lnTo>
                    <a:pt x="899128" y="1123522"/>
                  </a:lnTo>
                  <a:lnTo>
                    <a:pt x="899107" y="1123397"/>
                  </a:lnTo>
                  <a:lnTo>
                    <a:pt x="899099" y="1123315"/>
                  </a:lnTo>
                  <a:lnTo>
                    <a:pt x="899068" y="1123193"/>
                  </a:lnTo>
                  <a:lnTo>
                    <a:pt x="899038" y="1123041"/>
                  </a:lnTo>
                  <a:lnTo>
                    <a:pt x="899010" y="1122974"/>
                  </a:lnTo>
                  <a:lnTo>
                    <a:pt x="898953" y="1122892"/>
                  </a:lnTo>
                  <a:lnTo>
                    <a:pt x="898888" y="1122848"/>
                  </a:lnTo>
                  <a:lnTo>
                    <a:pt x="898750" y="1122788"/>
                  </a:lnTo>
                  <a:lnTo>
                    <a:pt x="898590" y="1122751"/>
                  </a:lnTo>
                  <a:lnTo>
                    <a:pt x="898423" y="1122718"/>
                  </a:lnTo>
                  <a:lnTo>
                    <a:pt x="898156" y="1122677"/>
                  </a:lnTo>
                  <a:lnTo>
                    <a:pt x="898004" y="1122679"/>
                  </a:lnTo>
                  <a:lnTo>
                    <a:pt x="897886" y="1122684"/>
                  </a:lnTo>
                  <a:lnTo>
                    <a:pt x="897811" y="1122678"/>
                  </a:lnTo>
                  <a:lnTo>
                    <a:pt x="897744" y="1122650"/>
                  </a:lnTo>
                  <a:lnTo>
                    <a:pt x="897628" y="1122577"/>
                  </a:lnTo>
                  <a:lnTo>
                    <a:pt x="897512" y="1122500"/>
                  </a:lnTo>
                  <a:lnTo>
                    <a:pt x="897413" y="1122395"/>
                  </a:lnTo>
                  <a:lnTo>
                    <a:pt x="897315" y="1122276"/>
                  </a:lnTo>
                  <a:lnTo>
                    <a:pt x="897231" y="1122164"/>
                  </a:lnTo>
                  <a:lnTo>
                    <a:pt x="897168" y="1122107"/>
                  </a:lnTo>
                  <a:lnTo>
                    <a:pt x="897128" y="1122072"/>
                  </a:lnTo>
                  <a:lnTo>
                    <a:pt x="897043" y="1122042"/>
                  </a:lnTo>
                  <a:lnTo>
                    <a:pt x="896896" y="1121993"/>
                  </a:lnTo>
                  <a:lnTo>
                    <a:pt x="896696" y="1121970"/>
                  </a:lnTo>
                  <a:lnTo>
                    <a:pt x="896552" y="1121942"/>
                  </a:lnTo>
                  <a:lnTo>
                    <a:pt x="896389" y="1121904"/>
                  </a:lnTo>
                  <a:lnTo>
                    <a:pt x="896298" y="1121865"/>
                  </a:lnTo>
                  <a:lnTo>
                    <a:pt x="896155" y="1121801"/>
                  </a:lnTo>
                  <a:lnTo>
                    <a:pt x="896063" y="1121735"/>
                  </a:lnTo>
                  <a:lnTo>
                    <a:pt x="895994" y="1121652"/>
                  </a:lnTo>
                  <a:lnTo>
                    <a:pt x="895945" y="1121594"/>
                  </a:lnTo>
                  <a:lnTo>
                    <a:pt x="895877" y="1121535"/>
                  </a:lnTo>
                  <a:lnTo>
                    <a:pt x="895836" y="1121509"/>
                  </a:lnTo>
                  <a:lnTo>
                    <a:pt x="895740" y="1121466"/>
                  </a:lnTo>
                  <a:lnTo>
                    <a:pt x="895640" y="1121419"/>
                  </a:lnTo>
                  <a:lnTo>
                    <a:pt x="895581" y="1121407"/>
                  </a:lnTo>
                  <a:lnTo>
                    <a:pt x="895520" y="1121413"/>
                  </a:lnTo>
                  <a:lnTo>
                    <a:pt x="895371" y="1121547"/>
                  </a:lnTo>
                  <a:lnTo>
                    <a:pt x="895292" y="1121608"/>
                  </a:lnTo>
                  <a:lnTo>
                    <a:pt x="895265" y="1121630"/>
                  </a:lnTo>
                  <a:lnTo>
                    <a:pt x="895215" y="1121661"/>
                  </a:lnTo>
                  <a:lnTo>
                    <a:pt x="895128" y="1121700"/>
                  </a:lnTo>
                  <a:lnTo>
                    <a:pt x="895027" y="1121751"/>
                  </a:lnTo>
                  <a:lnTo>
                    <a:pt x="894931" y="1121781"/>
                  </a:lnTo>
                  <a:lnTo>
                    <a:pt x="894841" y="1121794"/>
                  </a:lnTo>
                  <a:lnTo>
                    <a:pt x="894727" y="1121782"/>
                  </a:lnTo>
                  <a:lnTo>
                    <a:pt x="894600" y="1121762"/>
                  </a:lnTo>
                  <a:lnTo>
                    <a:pt x="894511" y="1121740"/>
                  </a:lnTo>
                  <a:lnTo>
                    <a:pt x="894423" y="1121681"/>
                  </a:lnTo>
                  <a:lnTo>
                    <a:pt x="894336" y="1121574"/>
                  </a:lnTo>
                  <a:lnTo>
                    <a:pt x="894275" y="1121496"/>
                  </a:lnTo>
                  <a:lnTo>
                    <a:pt x="894235" y="1121456"/>
                  </a:lnTo>
                  <a:lnTo>
                    <a:pt x="894175" y="1121396"/>
                  </a:lnTo>
                  <a:lnTo>
                    <a:pt x="894120" y="1121359"/>
                  </a:lnTo>
                  <a:lnTo>
                    <a:pt x="894006" y="1121286"/>
                  </a:lnTo>
                  <a:lnTo>
                    <a:pt x="893906" y="1121239"/>
                  </a:lnTo>
                  <a:lnTo>
                    <a:pt x="893818" y="1121185"/>
                  </a:lnTo>
                  <a:lnTo>
                    <a:pt x="893750" y="1121124"/>
                  </a:lnTo>
                  <a:lnTo>
                    <a:pt x="893702" y="1121078"/>
                  </a:lnTo>
                  <a:lnTo>
                    <a:pt x="893656" y="1121011"/>
                  </a:lnTo>
                  <a:lnTo>
                    <a:pt x="893558" y="1120896"/>
                  </a:lnTo>
                  <a:lnTo>
                    <a:pt x="893460" y="1120775"/>
                  </a:lnTo>
                  <a:lnTo>
                    <a:pt x="893409" y="1120683"/>
                  </a:lnTo>
                  <a:lnTo>
                    <a:pt x="893361" y="1120598"/>
                  </a:lnTo>
                  <a:lnTo>
                    <a:pt x="893331" y="1120520"/>
                  </a:lnTo>
                  <a:lnTo>
                    <a:pt x="893278" y="1120391"/>
                  </a:lnTo>
                  <a:lnTo>
                    <a:pt x="893239" y="1120282"/>
                  </a:lnTo>
                  <a:lnTo>
                    <a:pt x="893190" y="1120209"/>
                  </a:lnTo>
                  <a:lnTo>
                    <a:pt x="893165" y="1120186"/>
                  </a:lnTo>
                  <a:lnTo>
                    <a:pt x="893077" y="1120139"/>
                  </a:lnTo>
                  <a:lnTo>
                    <a:pt x="892959" y="1120097"/>
                  </a:lnTo>
                  <a:lnTo>
                    <a:pt x="892894" y="1120058"/>
                  </a:lnTo>
                  <a:lnTo>
                    <a:pt x="892835" y="1120005"/>
                  </a:lnTo>
                  <a:lnTo>
                    <a:pt x="892812" y="1119976"/>
                  </a:lnTo>
                  <a:lnTo>
                    <a:pt x="892739" y="1119817"/>
                  </a:lnTo>
                  <a:lnTo>
                    <a:pt x="892703" y="1119742"/>
                  </a:lnTo>
                  <a:lnTo>
                    <a:pt x="892684" y="1119712"/>
                  </a:lnTo>
                  <a:lnTo>
                    <a:pt x="892759" y="1119689"/>
                  </a:lnTo>
                  <a:lnTo>
                    <a:pt x="892726" y="1119481"/>
                  </a:lnTo>
                  <a:lnTo>
                    <a:pt x="892645" y="1119139"/>
                  </a:lnTo>
                  <a:lnTo>
                    <a:pt x="892535" y="1118822"/>
                  </a:lnTo>
                  <a:lnTo>
                    <a:pt x="892315" y="1118439"/>
                  </a:lnTo>
                  <a:lnTo>
                    <a:pt x="892021" y="1118155"/>
                  </a:lnTo>
                  <a:lnTo>
                    <a:pt x="891602" y="1117780"/>
                  </a:lnTo>
                  <a:lnTo>
                    <a:pt x="891389" y="1117688"/>
                  </a:lnTo>
                  <a:lnTo>
                    <a:pt x="891095" y="1117671"/>
                  </a:lnTo>
                  <a:lnTo>
                    <a:pt x="890890" y="1117588"/>
                  </a:lnTo>
                  <a:lnTo>
                    <a:pt x="890728" y="1117430"/>
                  </a:lnTo>
                  <a:lnTo>
                    <a:pt x="890640" y="1117088"/>
                  </a:lnTo>
                  <a:lnTo>
                    <a:pt x="890456" y="1116921"/>
                  </a:lnTo>
                  <a:lnTo>
                    <a:pt x="890251" y="1116821"/>
                  </a:lnTo>
                  <a:lnTo>
                    <a:pt x="889935" y="1116796"/>
                  </a:lnTo>
                  <a:lnTo>
                    <a:pt x="889499" y="1116826"/>
                  </a:lnTo>
                  <a:lnTo>
                    <a:pt x="889437" y="1116782"/>
                  </a:lnTo>
                  <a:lnTo>
                    <a:pt x="889423" y="1116782"/>
                  </a:lnTo>
                  <a:lnTo>
                    <a:pt x="889313" y="1116609"/>
                  </a:lnTo>
                  <a:lnTo>
                    <a:pt x="889179" y="1116418"/>
                  </a:lnTo>
                  <a:lnTo>
                    <a:pt x="889022" y="1116352"/>
                  </a:lnTo>
                  <a:lnTo>
                    <a:pt x="888966" y="1116339"/>
                  </a:lnTo>
                  <a:lnTo>
                    <a:pt x="888737" y="1116286"/>
                  </a:lnTo>
                  <a:lnTo>
                    <a:pt x="888675" y="1116280"/>
                  </a:lnTo>
                  <a:lnTo>
                    <a:pt x="888523" y="1116289"/>
                  </a:lnTo>
                  <a:lnTo>
                    <a:pt x="888506" y="1116296"/>
                  </a:lnTo>
                  <a:lnTo>
                    <a:pt x="888399" y="1116246"/>
                  </a:lnTo>
                  <a:lnTo>
                    <a:pt x="888207" y="1116200"/>
                  </a:lnTo>
                  <a:lnTo>
                    <a:pt x="888156" y="1116216"/>
                  </a:lnTo>
                  <a:lnTo>
                    <a:pt x="888062" y="1116246"/>
                  </a:lnTo>
                  <a:lnTo>
                    <a:pt x="887823" y="1116457"/>
                  </a:lnTo>
                  <a:lnTo>
                    <a:pt x="887620" y="1116748"/>
                  </a:lnTo>
                  <a:lnTo>
                    <a:pt x="887579" y="1116663"/>
                  </a:lnTo>
                  <a:lnTo>
                    <a:pt x="887524" y="1116571"/>
                  </a:lnTo>
                  <a:lnTo>
                    <a:pt x="887417" y="1116425"/>
                  </a:lnTo>
                  <a:lnTo>
                    <a:pt x="887303" y="1116278"/>
                  </a:lnTo>
                  <a:lnTo>
                    <a:pt x="886963" y="1115442"/>
                  </a:lnTo>
                  <a:lnTo>
                    <a:pt x="886955" y="1115307"/>
                  </a:lnTo>
                  <a:lnTo>
                    <a:pt x="886911" y="1114858"/>
                  </a:lnTo>
                  <a:lnTo>
                    <a:pt x="886852" y="1114583"/>
                  </a:lnTo>
                  <a:lnTo>
                    <a:pt x="886654" y="1114291"/>
                  </a:lnTo>
                  <a:lnTo>
                    <a:pt x="886294" y="1113624"/>
                  </a:lnTo>
                  <a:lnTo>
                    <a:pt x="885780" y="1113024"/>
                  </a:lnTo>
                  <a:lnTo>
                    <a:pt x="885588" y="1112888"/>
                  </a:lnTo>
                  <a:lnTo>
                    <a:pt x="885414" y="1112804"/>
                  </a:lnTo>
                  <a:lnTo>
                    <a:pt x="884885" y="1112604"/>
                  </a:lnTo>
                  <a:lnTo>
                    <a:pt x="884766" y="1112582"/>
                  </a:lnTo>
                  <a:lnTo>
                    <a:pt x="884384" y="1112615"/>
                  </a:lnTo>
                  <a:lnTo>
                    <a:pt x="884039" y="1112748"/>
                  </a:lnTo>
                  <a:lnTo>
                    <a:pt x="883701" y="1112907"/>
                  </a:lnTo>
                  <a:lnTo>
                    <a:pt x="883503" y="1112999"/>
                  </a:lnTo>
                  <a:lnTo>
                    <a:pt x="883491" y="1113031"/>
                  </a:lnTo>
                  <a:lnTo>
                    <a:pt x="883447" y="1113076"/>
                  </a:lnTo>
                  <a:lnTo>
                    <a:pt x="883428" y="1113165"/>
                  </a:lnTo>
                  <a:lnTo>
                    <a:pt x="883436" y="1113272"/>
                  </a:lnTo>
                  <a:lnTo>
                    <a:pt x="883615" y="1113636"/>
                  </a:lnTo>
                  <a:lnTo>
                    <a:pt x="883643" y="1113750"/>
                  </a:lnTo>
                  <a:lnTo>
                    <a:pt x="883620" y="1113883"/>
                  </a:lnTo>
                  <a:lnTo>
                    <a:pt x="883547" y="1114133"/>
                  </a:lnTo>
                  <a:lnTo>
                    <a:pt x="883451" y="1114249"/>
                  </a:lnTo>
                  <a:lnTo>
                    <a:pt x="882922" y="1114291"/>
                  </a:lnTo>
                  <a:lnTo>
                    <a:pt x="882342" y="1114291"/>
                  </a:lnTo>
                  <a:lnTo>
                    <a:pt x="882026" y="1114224"/>
                  </a:lnTo>
                  <a:lnTo>
                    <a:pt x="881900" y="1114161"/>
                  </a:lnTo>
                  <a:lnTo>
                    <a:pt x="881713" y="1114037"/>
                  </a:lnTo>
                  <a:lnTo>
                    <a:pt x="881585" y="1113978"/>
                  </a:lnTo>
                  <a:lnTo>
                    <a:pt x="881302" y="1113941"/>
                  </a:lnTo>
                  <a:lnTo>
                    <a:pt x="881057" y="1113953"/>
                  </a:lnTo>
                  <a:lnTo>
                    <a:pt x="880855" y="1113918"/>
                  </a:lnTo>
                  <a:lnTo>
                    <a:pt x="880513" y="1113780"/>
                  </a:lnTo>
                  <a:lnTo>
                    <a:pt x="880254" y="1113619"/>
                  </a:lnTo>
                  <a:lnTo>
                    <a:pt x="880074" y="1113536"/>
                  </a:lnTo>
                  <a:lnTo>
                    <a:pt x="879894" y="1113493"/>
                  </a:lnTo>
                  <a:lnTo>
                    <a:pt x="879650" y="1113402"/>
                  </a:lnTo>
                  <a:lnTo>
                    <a:pt x="879558" y="1113276"/>
                  </a:lnTo>
                  <a:lnTo>
                    <a:pt x="879448" y="1113035"/>
                  </a:lnTo>
                  <a:lnTo>
                    <a:pt x="879303" y="1112399"/>
                  </a:lnTo>
                  <a:lnTo>
                    <a:pt x="879305" y="1112377"/>
                  </a:lnTo>
                  <a:lnTo>
                    <a:pt x="879206" y="1112123"/>
                  </a:lnTo>
                  <a:lnTo>
                    <a:pt x="879051" y="1111556"/>
                  </a:lnTo>
                  <a:lnTo>
                    <a:pt x="879066" y="1110839"/>
                  </a:lnTo>
                  <a:lnTo>
                    <a:pt x="879095" y="1110230"/>
                  </a:lnTo>
                  <a:lnTo>
                    <a:pt x="878890" y="1109813"/>
                  </a:lnTo>
                  <a:lnTo>
                    <a:pt x="878669" y="1109555"/>
                  </a:lnTo>
                  <a:lnTo>
                    <a:pt x="878545" y="1109532"/>
                  </a:lnTo>
                  <a:lnTo>
                    <a:pt x="878461" y="1109537"/>
                  </a:lnTo>
                  <a:lnTo>
                    <a:pt x="877606" y="1109501"/>
                  </a:lnTo>
                  <a:lnTo>
                    <a:pt x="877012" y="1109578"/>
                  </a:lnTo>
                  <a:lnTo>
                    <a:pt x="876850" y="1109619"/>
                  </a:lnTo>
                  <a:lnTo>
                    <a:pt x="876566" y="1109737"/>
                  </a:lnTo>
                  <a:lnTo>
                    <a:pt x="876424" y="1109841"/>
                  </a:lnTo>
                  <a:lnTo>
                    <a:pt x="876106" y="1109972"/>
                  </a:lnTo>
                  <a:lnTo>
                    <a:pt x="875680" y="1110097"/>
                  </a:lnTo>
                  <a:lnTo>
                    <a:pt x="874762" y="1110180"/>
                  </a:lnTo>
                  <a:lnTo>
                    <a:pt x="874218" y="1110272"/>
                  </a:lnTo>
                  <a:lnTo>
                    <a:pt x="873432" y="1110314"/>
                  </a:lnTo>
                  <a:lnTo>
                    <a:pt x="872852" y="1110314"/>
                  </a:lnTo>
                  <a:lnTo>
                    <a:pt x="872839" y="1110312"/>
                  </a:lnTo>
                  <a:lnTo>
                    <a:pt x="872659" y="1110264"/>
                  </a:lnTo>
                  <a:lnTo>
                    <a:pt x="872338" y="1110239"/>
                  </a:lnTo>
                  <a:lnTo>
                    <a:pt x="871941" y="1110247"/>
                  </a:lnTo>
                  <a:lnTo>
                    <a:pt x="871706" y="1110297"/>
                  </a:lnTo>
                  <a:lnTo>
                    <a:pt x="871471" y="1110447"/>
                  </a:lnTo>
                  <a:lnTo>
                    <a:pt x="871177" y="1110797"/>
                  </a:lnTo>
                  <a:lnTo>
                    <a:pt x="870839" y="1110997"/>
                  </a:lnTo>
                  <a:lnTo>
                    <a:pt x="870531" y="1111089"/>
                  </a:lnTo>
                  <a:lnTo>
                    <a:pt x="869833" y="1111131"/>
                  </a:lnTo>
                  <a:lnTo>
                    <a:pt x="868981" y="1111164"/>
                  </a:lnTo>
                  <a:lnTo>
                    <a:pt x="868185" y="1110984"/>
                  </a:lnTo>
                  <a:lnTo>
                    <a:pt x="868101" y="1111019"/>
                  </a:lnTo>
                  <a:lnTo>
                    <a:pt x="868077" y="1111032"/>
                  </a:lnTo>
                  <a:lnTo>
                    <a:pt x="868008" y="1111061"/>
                  </a:lnTo>
                  <a:lnTo>
                    <a:pt x="867956" y="1111064"/>
                  </a:lnTo>
                  <a:lnTo>
                    <a:pt x="867887" y="1111054"/>
                  </a:lnTo>
                  <a:lnTo>
                    <a:pt x="867774" y="1111033"/>
                  </a:lnTo>
                  <a:lnTo>
                    <a:pt x="867582" y="1110978"/>
                  </a:lnTo>
                  <a:lnTo>
                    <a:pt x="867438" y="1110908"/>
                  </a:lnTo>
                  <a:lnTo>
                    <a:pt x="867389" y="1110874"/>
                  </a:lnTo>
                  <a:lnTo>
                    <a:pt x="867350" y="1110825"/>
                  </a:lnTo>
                  <a:lnTo>
                    <a:pt x="867281" y="1110710"/>
                  </a:lnTo>
                  <a:lnTo>
                    <a:pt x="867179" y="1110538"/>
                  </a:lnTo>
                  <a:lnTo>
                    <a:pt x="867135" y="1110503"/>
                  </a:lnTo>
                  <a:lnTo>
                    <a:pt x="867042" y="1110472"/>
                  </a:lnTo>
                  <a:lnTo>
                    <a:pt x="866933" y="1110421"/>
                  </a:lnTo>
                  <a:lnTo>
                    <a:pt x="866837" y="1110347"/>
                  </a:lnTo>
                  <a:lnTo>
                    <a:pt x="866803" y="1110295"/>
                  </a:lnTo>
                  <a:lnTo>
                    <a:pt x="866782" y="1110207"/>
                  </a:lnTo>
                  <a:lnTo>
                    <a:pt x="866731" y="1110078"/>
                  </a:lnTo>
                  <a:lnTo>
                    <a:pt x="866691" y="1110009"/>
                  </a:lnTo>
                  <a:lnTo>
                    <a:pt x="866635" y="1109940"/>
                  </a:lnTo>
                  <a:lnTo>
                    <a:pt x="866552" y="1109874"/>
                  </a:lnTo>
                  <a:lnTo>
                    <a:pt x="866466" y="1109783"/>
                  </a:lnTo>
                  <a:lnTo>
                    <a:pt x="866287" y="1109593"/>
                  </a:lnTo>
                  <a:lnTo>
                    <a:pt x="866152" y="1109459"/>
                  </a:lnTo>
                  <a:lnTo>
                    <a:pt x="865977" y="1109295"/>
                  </a:lnTo>
                  <a:lnTo>
                    <a:pt x="865914" y="1109254"/>
                  </a:lnTo>
                  <a:lnTo>
                    <a:pt x="865783" y="1109226"/>
                  </a:lnTo>
                  <a:lnTo>
                    <a:pt x="865612" y="1109192"/>
                  </a:lnTo>
                  <a:lnTo>
                    <a:pt x="865407" y="1109179"/>
                  </a:lnTo>
                  <a:lnTo>
                    <a:pt x="865250" y="1109156"/>
                  </a:lnTo>
                  <a:lnTo>
                    <a:pt x="865094" y="1109154"/>
                  </a:lnTo>
                  <a:lnTo>
                    <a:pt x="864939" y="1109157"/>
                  </a:lnTo>
                  <a:lnTo>
                    <a:pt x="864792" y="1109158"/>
                  </a:lnTo>
                  <a:lnTo>
                    <a:pt x="864734" y="1109147"/>
                  </a:lnTo>
                  <a:lnTo>
                    <a:pt x="864671" y="1109105"/>
                  </a:lnTo>
                  <a:lnTo>
                    <a:pt x="864600" y="1109046"/>
                  </a:lnTo>
                  <a:lnTo>
                    <a:pt x="864523" y="1108939"/>
                  </a:lnTo>
                  <a:lnTo>
                    <a:pt x="864471" y="1108837"/>
                  </a:lnTo>
                  <a:lnTo>
                    <a:pt x="864412" y="1108681"/>
                  </a:lnTo>
                  <a:lnTo>
                    <a:pt x="864380" y="1108482"/>
                  </a:lnTo>
                  <a:lnTo>
                    <a:pt x="864358" y="1108314"/>
                  </a:lnTo>
                  <a:lnTo>
                    <a:pt x="864342" y="1108135"/>
                  </a:lnTo>
                  <a:lnTo>
                    <a:pt x="864330" y="1108007"/>
                  </a:lnTo>
                  <a:lnTo>
                    <a:pt x="864316" y="1107939"/>
                  </a:lnTo>
                  <a:lnTo>
                    <a:pt x="864325" y="1107822"/>
                  </a:lnTo>
                  <a:lnTo>
                    <a:pt x="864337" y="1107633"/>
                  </a:lnTo>
                  <a:lnTo>
                    <a:pt x="864327" y="1107526"/>
                  </a:lnTo>
                  <a:lnTo>
                    <a:pt x="864291" y="1107432"/>
                  </a:lnTo>
                  <a:lnTo>
                    <a:pt x="864242" y="1107357"/>
                  </a:lnTo>
                  <a:lnTo>
                    <a:pt x="864197" y="1107304"/>
                  </a:lnTo>
                  <a:lnTo>
                    <a:pt x="864112" y="1107260"/>
                  </a:lnTo>
                  <a:lnTo>
                    <a:pt x="863989" y="1107209"/>
                  </a:lnTo>
                  <a:lnTo>
                    <a:pt x="863788" y="1107139"/>
                  </a:lnTo>
                  <a:lnTo>
                    <a:pt x="863691" y="1107081"/>
                  </a:lnTo>
                  <a:lnTo>
                    <a:pt x="863630" y="1107023"/>
                  </a:lnTo>
                  <a:lnTo>
                    <a:pt x="863551" y="1106904"/>
                  </a:lnTo>
                  <a:lnTo>
                    <a:pt x="863496" y="1106778"/>
                  </a:lnTo>
                  <a:lnTo>
                    <a:pt x="863449" y="1106717"/>
                  </a:lnTo>
                  <a:lnTo>
                    <a:pt x="863387" y="1106644"/>
                  </a:lnTo>
                  <a:lnTo>
                    <a:pt x="863319" y="1106584"/>
                  </a:lnTo>
                  <a:lnTo>
                    <a:pt x="863239" y="1106559"/>
                  </a:lnTo>
                  <a:lnTo>
                    <a:pt x="863191" y="1106558"/>
                  </a:lnTo>
                  <a:lnTo>
                    <a:pt x="863089" y="1106586"/>
                  </a:lnTo>
                  <a:lnTo>
                    <a:pt x="862979" y="1106648"/>
                  </a:lnTo>
                  <a:lnTo>
                    <a:pt x="862890" y="1106724"/>
                  </a:lnTo>
                  <a:lnTo>
                    <a:pt x="862758" y="1106786"/>
                  </a:lnTo>
                  <a:lnTo>
                    <a:pt x="862633" y="1106884"/>
                  </a:lnTo>
                  <a:lnTo>
                    <a:pt x="862523" y="1106978"/>
                  </a:lnTo>
                  <a:lnTo>
                    <a:pt x="862443" y="1107017"/>
                  </a:lnTo>
                  <a:lnTo>
                    <a:pt x="862404" y="1107027"/>
                  </a:lnTo>
                  <a:lnTo>
                    <a:pt x="862309" y="1106998"/>
                  </a:lnTo>
                  <a:lnTo>
                    <a:pt x="862046" y="1106889"/>
                  </a:lnTo>
                  <a:lnTo>
                    <a:pt x="861780" y="1106814"/>
                  </a:lnTo>
                  <a:lnTo>
                    <a:pt x="861537" y="1106736"/>
                  </a:lnTo>
                  <a:lnTo>
                    <a:pt x="861397" y="1106714"/>
                  </a:lnTo>
                  <a:lnTo>
                    <a:pt x="861319" y="1106739"/>
                  </a:lnTo>
                  <a:lnTo>
                    <a:pt x="861199" y="1106836"/>
                  </a:lnTo>
                  <a:lnTo>
                    <a:pt x="861048" y="1106968"/>
                  </a:lnTo>
                  <a:lnTo>
                    <a:pt x="860919" y="1107078"/>
                  </a:lnTo>
                  <a:lnTo>
                    <a:pt x="860809" y="1107164"/>
                  </a:lnTo>
                  <a:lnTo>
                    <a:pt x="860748" y="1107210"/>
                  </a:lnTo>
                  <a:lnTo>
                    <a:pt x="860617" y="1107294"/>
                  </a:lnTo>
                  <a:lnTo>
                    <a:pt x="860491" y="1107393"/>
                  </a:lnTo>
                  <a:lnTo>
                    <a:pt x="860368" y="1107478"/>
                  </a:lnTo>
                  <a:lnTo>
                    <a:pt x="860251" y="1107600"/>
                  </a:lnTo>
                  <a:lnTo>
                    <a:pt x="860168" y="1107679"/>
                  </a:lnTo>
                  <a:lnTo>
                    <a:pt x="860094" y="1107750"/>
                  </a:lnTo>
                  <a:lnTo>
                    <a:pt x="859991" y="1107824"/>
                  </a:lnTo>
                  <a:lnTo>
                    <a:pt x="859917" y="1107863"/>
                  </a:lnTo>
                  <a:lnTo>
                    <a:pt x="859843" y="1107870"/>
                  </a:lnTo>
                  <a:lnTo>
                    <a:pt x="859747" y="1107868"/>
                  </a:lnTo>
                  <a:lnTo>
                    <a:pt x="859682" y="1107852"/>
                  </a:lnTo>
                  <a:lnTo>
                    <a:pt x="859577" y="1107804"/>
                  </a:lnTo>
                  <a:lnTo>
                    <a:pt x="859480" y="1107769"/>
                  </a:lnTo>
                  <a:lnTo>
                    <a:pt x="859353" y="1107683"/>
                  </a:lnTo>
                  <a:lnTo>
                    <a:pt x="859243" y="1107601"/>
                  </a:lnTo>
                  <a:lnTo>
                    <a:pt x="859161" y="1107534"/>
                  </a:lnTo>
                  <a:lnTo>
                    <a:pt x="859078" y="1107491"/>
                  </a:lnTo>
                  <a:lnTo>
                    <a:pt x="859007" y="1107470"/>
                  </a:lnTo>
                  <a:lnTo>
                    <a:pt x="858915" y="1107476"/>
                  </a:lnTo>
                  <a:lnTo>
                    <a:pt x="858801" y="1107515"/>
                  </a:lnTo>
                  <a:lnTo>
                    <a:pt x="858638" y="1107557"/>
                  </a:lnTo>
                  <a:lnTo>
                    <a:pt x="858578" y="1107573"/>
                  </a:lnTo>
                  <a:lnTo>
                    <a:pt x="858538" y="1107583"/>
                  </a:lnTo>
                  <a:lnTo>
                    <a:pt x="858534" y="1107584"/>
                  </a:lnTo>
                  <a:lnTo>
                    <a:pt x="858468" y="1107593"/>
                  </a:lnTo>
                  <a:lnTo>
                    <a:pt x="858318" y="1107585"/>
                  </a:lnTo>
                  <a:lnTo>
                    <a:pt x="858181" y="1107573"/>
                  </a:lnTo>
                  <a:lnTo>
                    <a:pt x="858070" y="1107553"/>
                  </a:lnTo>
                  <a:lnTo>
                    <a:pt x="857969" y="1107552"/>
                  </a:lnTo>
                  <a:lnTo>
                    <a:pt x="857883" y="1107571"/>
                  </a:lnTo>
                  <a:lnTo>
                    <a:pt x="857769" y="1107637"/>
                  </a:lnTo>
                  <a:lnTo>
                    <a:pt x="857660" y="1107727"/>
                  </a:lnTo>
                  <a:lnTo>
                    <a:pt x="857603" y="1107758"/>
                  </a:lnTo>
                  <a:lnTo>
                    <a:pt x="857429" y="1107875"/>
                  </a:lnTo>
                  <a:lnTo>
                    <a:pt x="857304" y="1107924"/>
                  </a:lnTo>
                  <a:lnTo>
                    <a:pt x="857129" y="1107993"/>
                  </a:lnTo>
                  <a:lnTo>
                    <a:pt x="856884" y="1108069"/>
                  </a:lnTo>
                  <a:lnTo>
                    <a:pt x="856763" y="1108133"/>
                  </a:lnTo>
                  <a:lnTo>
                    <a:pt x="856633" y="1108188"/>
                  </a:lnTo>
                  <a:lnTo>
                    <a:pt x="856548" y="1108220"/>
                  </a:lnTo>
                  <a:lnTo>
                    <a:pt x="856425" y="1108251"/>
                  </a:lnTo>
                  <a:lnTo>
                    <a:pt x="856385" y="1108257"/>
                  </a:lnTo>
                  <a:lnTo>
                    <a:pt x="856310" y="1108266"/>
                  </a:lnTo>
                  <a:lnTo>
                    <a:pt x="856275" y="1108271"/>
                  </a:lnTo>
                  <a:lnTo>
                    <a:pt x="856135" y="1108277"/>
                  </a:lnTo>
                  <a:lnTo>
                    <a:pt x="856008" y="1108286"/>
                  </a:lnTo>
                  <a:lnTo>
                    <a:pt x="855999" y="1108290"/>
                  </a:lnTo>
                  <a:lnTo>
                    <a:pt x="855815" y="1108328"/>
                  </a:lnTo>
                  <a:lnTo>
                    <a:pt x="855718" y="1108355"/>
                  </a:lnTo>
                  <a:lnTo>
                    <a:pt x="855615" y="1108401"/>
                  </a:lnTo>
                  <a:lnTo>
                    <a:pt x="855511" y="1108453"/>
                  </a:lnTo>
                  <a:lnTo>
                    <a:pt x="855401" y="1108509"/>
                  </a:lnTo>
                  <a:lnTo>
                    <a:pt x="855291" y="1108561"/>
                  </a:lnTo>
                  <a:lnTo>
                    <a:pt x="855158" y="1108629"/>
                  </a:lnTo>
                  <a:lnTo>
                    <a:pt x="855019" y="1108719"/>
                  </a:lnTo>
                  <a:lnTo>
                    <a:pt x="854913" y="1108792"/>
                  </a:lnTo>
                  <a:lnTo>
                    <a:pt x="854810" y="1108866"/>
                  </a:lnTo>
                  <a:lnTo>
                    <a:pt x="854731" y="1108932"/>
                  </a:lnTo>
                  <a:lnTo>
                    <a:pt x="854627" y="1109009"/>
                  </a:lnTo>
                  <a:lnTo>
                    <a:pt x="854489" y="1109124"/>
                  </a:lnTo>
                  <a:lnTo>
                    <a:pt x="854376" y="1109206"/>
                  </a:lnTo>
                  <a:lnTo>
                    <a:pt x="854300" y="1109258"/>
                  </a:lnTo>
                  <a:lnTo>
                    <a:pt x="854173" y="1109330"/>
                  </a:lnTo>
                  <a:lnTo>
                    <a:pt x="854075" y="1109394"/>
                  </a:lnTo>
                  <a:lnTo>
                    <a:pt x="853955" y="1109475"/>
                  </a:lnTo>
                  <a:lnTo>
                    <a:pt x="853850" y="1109563"/>
                  </a:lnTo>
                  <a:lnTo>
                    <a:pt x="853747" y="1109627"/>
                  </a:lnTo>
                  <a:lnTo>
                    <a:pt x="853616" y="1109710"/>
                  </a:lnTo>
                  <a:lnTo>
                    <a:pt x="853502" y="1109770"/>
                  </a:lnTo>
                  <a:lnTo>
                    <a:pt x="853405" y="1109828"/>
                  </a:lnTo>
                  <a:lnTo>
                    <a:pt x="853300" y="1109888"/>
                  </a:lnTo>
                  <a:lnTo>
                    <a:pt x="853091" y="1110024"/>
                  </a:lnTo>
                  <a:lnTo>
                    <a:pt x="852916" y="1110110"/>
                  </a:lnTo>
                  <a:lnTo>
                    <a:pt x="852656" y="1110231"/>
                  </a:lnTo>
                  <a:lnTo>
                    <a:pt x="852535" y="1110293"/>
                  </a:lnTo>
                  <a:lnTo>
                    <a:pt x="852459" y="1110338"/>
                  </a:lnTo>
                  <a:lnTo>
                    <a:pt x="852297" y="1110426"/>
                  </a:lnTo>
                  <a:lnTo>
                    <a:pt x="852144" y="1110515"/>
                  </a:lnTo>
                  <a:lnTo>
                    <a:pt x="851992" y="1110600"/>
                  </a:lnTo>
                  <a:lnTo>
                    <a:pt x="851846" y="1110691"/>
                  </a:lnTo>
                  <a:lnTo>
                    <a:pt x="851681" y="1110758"/>
                  </a:lnTo>
                  <a:lnTo>
                    <a:pt x="851647" y="1110772"/>
                  </a:lnTo>
                  <a:lnTo>
                    <a:pt x="851598" y="1110791"/>
                  </a:lnTo>
                  <a:lnTo>
                    <a:pt x="851513" y="1110830"/>
                  </a:lnTo>
                  <a:lnTo>
                    <a:pt x="851379" y="1110909"/>
                  </a:lnTo>
                  <a:lnTo>
                    <a:pt x="851264" y="1110968"/>
                  </a:lnTo>
                  <a:lnTo>
                    <a:pt x="850977" y="1111140"/>
                  </a:lnTo>
                  <a:lnTo>
                    <a:pt x="850820" y="1111239"/>
                  </a:lnTo>
                  <a:lnTo>
                    <a:pt x="850642" y="1111347"/>
                  </a:lnTo>
                  <a:lnTo>
                    <a:pt x="850320" y="1111478"/>
                  </a:lnTo>
                  <a:lnTo>
                    <a:pt x="850270" y="1111498"/>
                  </a:lnTo>
                  <a:lnTo>
                    <a:pt x="850156" y="1111541"/>
                  </a:lnTo>
                  <a:lnTo>
                    <a:pt x="850065" y="1111581"/>
                  </a:lnTo>
                  <a:lnTo>
                    <a:pt x="849937" y="1111621"/>
                  </a:lnTo>
                  <a:lnTo>
                    <a:pt x="849758" y="1111683"/>
                  </a:lnTo>
                  <a:lnTo>
                    <a:pt x="849671" y="1111716"/>
                  </a:lnTo>
                  <a:lnTo>
                    <a:pt x="849547" y="1111741"/>
                  </a:lnTo>
                  <a:lnTo>
                    <a:pt x="849422" y="1111763"/>
                  </a:lnTo>
                  <a:lnTo>
                    <a:pt x="849276" y="1111786"/>
                  </a:lnTo>
                  <a:lnTo>
                    <a:pt x="849135" y="1111811"/>
                  </a:lnTo>
                  <a:lnTo>
                    <a:pt x="849126" y="1111812"/>
                  </a:lnTo>
                  <a:lnTo>
                    <a:pt x="849075" y="1111816"/>
                  </a:lnTo>
                  <a:lnTo>
                    <a:pt x="849015" y="1111832"/>
                  </a:lnTo>
                  <a:lnTo>
                    <a:pt x="848962" y="1111864"/>
                  </a:lnTo>
                  <a:lnTo>
                    <a:pt x="848894" y="1111921"/>
                  </a:lnTo>
                  <a:lnTo>
                    <a:pt x="848772" y="1111929"/>
                  </a:lnTo>
                  <a:lnTo>
                    <a:pt x="848640" y="1111924"/>
                  </a:lnTo>
                  <a:lnTo>
                    <a:pt x="848613" y="1111928"/>
                  </a:lnTo>
                  <a:lnTo>
                    <a:pt x="848500" y="1111971"/>
                  </a:lnTo>
                  <a:lnTo>
                    <a:pt x="848327" y="1112034"/>
                  </a:lnTo>
                  <a:lnTo>
                    <a:pt x="848202" y="1112082"/>
                  </a:lnTo>
                  <a:lnTo>
                    <a:pt x="847852" y="1112184"/>
                  </a:lnTo>
                  <a:lnTo>
                    <a:pt x="847616" y="1112247"/>
                  </a:lnTo>
                  <a:lnTo>
                    <a:pt x="847338" y="1112320"/>
                  </a:lnTo>
                  <a:lnTo>
                    <a:pt x="847175" y="1112346"/>
                  </a:lnTo>
                  <a:lnTo>
                    <a:pt x="846981" y="1112366"/>
                  </a:lnTo>
                  <a:lnTo>
                    <a:pt x="846860" y="1112370"/>
                  </a:lnTo>
                  <a:lnTo>
                    <a:pt x="846769" y="1112366"/>
                  </a:lnTo>
                  <a:lnTo>
                    <a:pt x="846651" y="1112376"/>
                  </a:lnTo>
                  <a:lnTo>
                    <a:pt x="846515" y="1112414"/>
                  </a:lnTo>
                  <a:lnTo>
                    <a:pt x="846342" y="1112502"/>
                  </a:lnTo>
                  <a:lnTo>
                    <a:pt x="846266" y="1112548"/>
                  </a:lnTo>
                  <a:lnTo>
                    <a:pt x="846124" y="1112634"/>
                  </a:lnTo>
                  <a:lnTo>
                    <a:pt x="846013" y="1112723"/>
                  </a:lnTo>
                  <a:lnTo>
                    <a:pt x="845869" y="1112839"/>
                  </a:lnTo>
                  <a:lnTo>
                    <a:pt x="845828" y="1112868"/>
                  </a:lnTo>
                  <a:lnTo>
                    <a:pt x="845761" y="1112915"/>
                  </a:lnTo>
                  <a:lnTo>
                    <a:pt x="845674" y="1112961"/>
                  </a:lnTo>
                  <a:lnTo>
                    <a:pt x="845457" y="1113033"/>
                  </a:lnTo>
                  <a:lnTo>
                    <a:pt x="845262" y="1113087"/>
                  </a:lnTo>
                  <a:lnTo>
                    <a:pt x="845129" y="1113127"/>
                  </a:lnTo>
                  <a:lnTo>
                    <a:pt x="845070" y="1113158"/>
                  </a:lnTo>
                  <a:lnTo>
                    <a:pt x="845007" y="1113214"/>
                  </a:lnTo>
                  <a:lnTo>
                    <a:pt x="844859" y="1113377"/>
                  </a:lnTo>
                  <a:lnTo>
                    <a:pt x="844710" y="1113532"/>
                  </a:lnTo>
                  <a:lnTo>
                    <a:pt x="844595" y="1113631"/>
                  </a:lnTo>
                  <a:lnTo>
                    <a:pt x="844514" y="1113687"/>
                  </a:lnTo>
                  <a:lnTo>
                    <a:pt x="844384" y="1113767"/>
                  </a:lnTo>
                  <a:lnTo>
                    <a:pt x="844287" y="1113885"/>
                  </a:lnTo>
                  <a:lnTo>
                    <a:pt x="844196" y="1114027"/>
                  </a:lnTo>
                  <a:lnTo>
                    <a:pt x="844077" y="1114240"/>
                  </a:lnTo>
                  <a:lnTo>
                    <a:pt x="843975" y="1114453"/>
                  </a:lnTo>
                  <a:lnTo>
                    <a:pt x="843850" y="1114748"/>
                  </a:lnTo>
                  <a:lnTo>
                    <a:pt x="843782" y="1114937"/>
                  </a:lnTo>
                  <a:lnTo>
                    <a:pt x="843752" y="1115036"/>
                  </a:lnTo>
                  <a:lnTo>
                    <a:pt x="843726" y="1115142"/>
                  </a:lnTo>
                  <a:lnTo>
                    <a:pt x="843721" y="1115216"/>
                  </a:lnTo>
                  <a:lnTo>
                    <a:pt x="843706" y="1115392"/>
                  </a:lnTo>
                  <a:lnTo>
                    <a:pt x="843681" y="1115594"/>
                  </a:lnTo>
                  <a:lnTo>
                    <a:pt x="843656" y="1115739"/>
                  </a:lnTo>
                  <a:lnTo>
                    <a:pt x="843613" y="1115895"/>
                  </a:lnTo>
                  <a:lnTo>
                    <a:pt x="843533" y="1116044"/>
                  </a:lnTo>
                  <a:lnTo>
                    <a:pt x="843459" y="1116227"/>
                  </a:lnTo>
                  <a:lnTo>
                    <a:pt x="843380" y="1116374"/>
                  </a:lnTo>
                  <a:lnTo>
                    <a:pt x="843292" y="1116572"/>
                  </a:lnTo>
                  <a:lnTo>
                    <a:pt x="843246" y="1116672"/>
                  </a:lnTo>
                  <a:lnTo>
                    <a:pt x="843226" y="1116733"/>
                  </a:lnTo>
                  <a:lnTo>
                    <a:pt x="843220" y="1116787"/>
                  </a:lnTo>
                  <a:lnTo>
                    <a:pt x="843239" y="1116943"/>
                  </a:lnTo>
                  <a:lnTo>
                    <a:pt x="843269" y="1117044"/>
                  </a:lnTo>
                  <a:lnTo>
                    <a:pt x="843284" y="1117108"/>
                  </a:lnTo>
                  <a:lnTo>
                    <a:pt x="843277" y="1117228"/>
                  </a:lnTo>
                  <a:lnTo>
                    <a:pt x="843257" y="1117365"/>
                  </a:lnTo>
                  <a:lnTo>
                    <a:pt x="843214" y="1117499"/>
                  </a:lnTo>
                  <a:lnTo>
                    <a:pt x="843132" y="1117692"/>
                  </a:lnTo>
                  <a:lnTo>
                    <a:pt x="843038" y="1117896"/>
                  </a:lnTo>
                  <a:lnTo>
                    <a:pt x="842958" y="1118045"/>
                  </a:lnTo>
                  <a:lnTo>
                    <a:pt x="842890" y="1118150"/>
                  </a:lnTo>
                  <a:lnTo>
                    <a:pt x="842709" y="1118353"/>
                  </a:lnTo>
                  <a:lnTo>
                    <a:pt x="842580" y="1118460"/>
                  </a:lnTo>
                  <a:lnTo>
                    <a:pt x="842415" y="1118584"/>
                  </a:lnTo>
                  <a:lnTo>
                    <a:pt x="842225" y="1118692"/>
                  </a:lnTo>
                  <a:lnTo>
                    <a:pt x="842125" y="1118749"/>
                  </a:lnTo>
                  <a:lnTo>
                    <a:pt x="842017" y="1118775"/>
                  </a:lnTo>
                  <a:lnTo>
                    <a:pt x="841912" y="1118819"/>
                  </a:lnTo>
                  <a:lnTo>
                    <a:pt x="841831" y="1118878"/>
                  </a:lnTo>
                  <a:lnTo>
                    <a:pt x="841714" y="1118967"/>
                  </a:lnTo>
                  <a:lnTo>
                    <a:pt x="841637" y="1119050"/>
                  </a:lnTo>
                  <a:lnTo>
                    <a:pt x="841554" y="1119162"/>
                  </a:lnTo>
                  <a:lnTo>
                    <a:pt x="841450" y="1119343"/>
                  </a:lnTo>
                  <a:lnTo>
                    <a:pt x="841349" y="1119514"/>
                  </a:lnTo>
                  <a:lnTo>
                    <a:pt x="841291" y="1119604"/>
                  </a:lnTo>
                  <a:lnTo>
                    <a:pt x="841233" y="1119712"/>
                  </a:lnTo>
                  <a:lnTo>
                    <a:pt x="841141" y="1119816"/>
                  </a:lnTo>
                  <a:lnTo>
                    <a:pt x="841047" y="1119922"/>
                  </a:lnTo>
                  <a:lnTo>
                    <a:pt x="840997" y="1119989"/>
                  </a:lnTo>
                  <a:lnTo>
                    <a:pt x="840980" y="1120026"/>
                  </a:lnTo>
                  <a:lnTo>
                    <a:pt x="840914" y="1120108"/>
                  </a:lnTo>
                  <a:lnTo>
                    <a:pt x="840818" y="1120236"/>
                  </a:lnTo>
                  <a:lnTo>
                    <a:pt x="840756" y="1120337"/>
                  </a:lnTo>
                  <a:lnTo>
                    <a:pt x="840692" y="1120424"/>
                  </a:lnTo>
                  <a:lnTo>
                    <a:pt x="840609" y="1120616"/>
                  </a:lnTo>
                  <a:lnTo>
                    <a:pt x="840521" y="1120732"/>
                  </a:lnTo>
                  <a:lnTo>
                    <a:pt x="840387" y="1120899"/>
                  </a:lnTo>
                  <a:lnTo>
                    <a:pt x="840384" y="1120904"/>
                  </a:lnTo>
                  <a:lnTo>
                    <a:pt x="840318" y="1120989"/>
                  </a:lnTo>
                  <a:lnTo>
                    <a:pt x="840252" y="1121103"/>
                  </a:lnTo>
                  <a:lnTo>
                    <a:pt x="840207" y="1121215"/>
                  </a:lnTo>
                  <a:lnTo>
                    <a:pt x="840132" y="1121373"/>
                  </a:lnTo>
                  <a:lnTo>
                    <a:pt x="840071" y="1121499"/>
                  </a:lnTo>
                  <a:lnTo>
                    <a:pt x="840026" y="1121610"/>
                  </a:lnTo>
                  <a:lnTo>
                    <a:pt x="839953" y="1121774"/>
                  </a:lnTo>
                  <a:lnTo>
                    <a:pt x="839893" y="1121860"/>
                  </a:lnTo>
                  <a:lnTo>
                    <a:pt x="839831" y="1121931"/>
                  </a:lnTo>
                  <a:lnTo>
                    <a:pt x="839775" y="1122005"/>
                  </a:lnTo>
                  <a:lnTo>
                    <a:pt x="839698" y="1122090"/>
                  </a:lnTo>
                  <a:lnTo>
                    <a:pt x="839604" y="1122201"/>
                  </a:lnTo>
                  <a:lnTo>
                    <a:pt x="839501" y="1122328"/>
                  </a:lnTo>
                  <a:lnTo>
                    <a:pt x="839443" y="1122423"/>
                  </a:lnTo>
                  <a:lnTo>
                    <a:pt x="839332" y="1122593"/>
                  </a:lnTo>
                  <a:lnTo>
                    <a:pt x="839308" y="1122622"/>
                  </a:lnTo>
                  <a:lnTo>
                    <a:pt x="839285" y="1122650"/>
                  </a:lnTo>
                  <a:lnTo>
                    <a:pt x="839251" y="1122690"/>
                  </a:lnTo>
                  <a:lnTo>
                    <a:pt x="839244" y="1122699"/>
                  </a:lnTo>
                  <a:lnTo>
                    <a:pt x="839148" y="1122823"/>
                  </a:lnTo>
                  <a:lnTo>
                    <a:pt x="839080" y="1122921"/>
                  </a:lnTo>
                  <a:lnTo>
                    <a:pt x="838962" y="1123070"/>
                  </a:lnTo>
                  <a:lnTo>
                    <a:pt x="838902" y="1123133"/>
                  </a:lnTo>
                  <a:lnTo>
                    <a:pt x="838820" y="1123217"/>
                  </a:lnTo>
                  <a:lnTo>
                    <a:pt x="838670" y="1123314"/>
                  </a:lnTo>
                  <a:lnTo>
                    <a:pt x="838500" y="1123402"/>
                  </a:lnTo>
                  <a:lnTo>
                    <a:pt x="838313" y="1123506"/>
                  </a:lnTo>
                  <a:lnTo>
                    <a:pt x="838220" y="1123568"/>
                  </a:lnTo>
                  <a:lnTo>
                    <a:pt x="838145" y="1123598"/>
                  </a:lnTo>
                  <a:lnTo>
                    <a:pt x="838119" y="1123606"/>
                  </a:lnTo>
                  <a:lnTo>
                    <a:pt x="838018" y="1123638"/>
                  </a:lnTo>
                  <a:lnTo>
                    <a:pt x="837878" y="1123699"/>
                  </a:lnTo>
                  <a:lnTo>
                    <a:pt x="837734" y="1123744"/>
                  </a:lnTo>
                  <a:lnTo>
                    <a:pt x="837613" y="1123799"/>
                  </a:lnTo>
                  <a:lnTo>
                    <a:pt x="837486" y="1123874"/>
                  </a:lnTo>
                  <a:lnTo>
                    <a:pt x="837371" y="1123916"/>
                  </a:lnTo>
                  <a:lnTo>
                    <a:pt x="837180" y="1123986"/>
                  </a:lnTo>
                  <a:lnTo>
                    <a:pt x="837041" y="1124026"/>
                  </a:lnTo>
                  <a:lnTo>
                    <a:pt x="836891" y="1124052"/>
                  </a:lnTo>
                  <a:lnTo>
                    <a:pt x="836794" y="1124093"/>
                  </a:lnTo>
                  <a:lnTo>
                    <a:pt x="836657" y="1124155"/>
                  </a:lnTo>
                  <a:lnTo>
                    <a:pt x="836471" y="1124228"/>
                  </a:lnTo>
                  <a:lnTo>
                    <a:pt x="836314" y="1124307"/>
                  </a:lnTo>
                  <a:lnTo>
                    <a:pt x="836306" y="1124310"/>
                  </a:lnTo>
                  <a:lnTo>
                    <a:pt x="836172" y="1124365"/>
                  </a:lnTo>
                  <a:lnTo>
                    <a:pt x="836078" y="1124404"/>
                  </a:lnTo>
                  <a:lnTo>
                    <a:pt x="835930" y="1124489"/>
                  </a:lnTo>
                  <a:lnTo>
                    <a:pt x="835806" y="1124578"/>
                  </a:lnTo>
                  <a:lnTo>
                    <a:pt x="835569" y="1124711"/>
                  </a:lnTo>
                  <a:lnTo>
                    <a:pt x="835325" y="1124836"/>
                  </a:lnTo>
                  <a:lnTo>
                    <a:pt x="835201" y="1124922"/>
                  </a:lnTo>
                  <a:lnTo>
                    <a:pt x="835057" y="1125004"/>
                  </a:lnTo>
                  <a:lnTo>
                    <a:pt x="834855" y="1125112"/>
                  </a:lnTo>
                  <a:lnTo>
                    <a:pt x="834521" y="1125305"/>
                  </a:lnTo>
                  <a:lnTo>
                    <a:pt x="834345" y="1125424"/>
                  </a:lnTo>
                  <a:lnTo>
                    <a:pt x="834133" y="1125549"/>
                  </a:lnTo>
                  <a:lnTo>
                    <a:pt x="833767" y="1125760"/>
                  </a:lnTo>
                  <a:lnTo>
                    <a:pt x="833639" y="1125829"/>
                  </a:lnTo>
                  <a:lnTo>
                    <a:pt x="833533" y="1125874"/>
                  </a:lnTo>
                  <a:lnTo>
                    <a:pt x="833398" y="1125916"/>
                  </a:lnTo>
                  <a:lnTo>
                    <a:pt x="833199" y="1126028"/>
                  </a:lnTo>
                  <a:lnTo>
                    <a:pt x="833046" y="1126138"/>
                  </a:lnTo>
                  <a:lnTo>
                    <a:pt x="832889" y="1126219"/>
                  </a:lnTo>
                  <a:lnTo>
                    <a:pt x="832712" y="1126346"/>
                  </a:lnTo>
                  <a:lnTo>
                    <a:pt x="832631" y="1126395"/>
                  </a:lnTo>
                  <a:lnTo>
                    <a:pt x="832386" y="1126522"/>
                  </a:lnTo>
                  <a:lnTo>
                    <a:pt x="832256" y="1126574"/>
                  </a:lnTo>
                  <a:lnTo>
                    <a:pt x="832138" y="1126618"/>
                  </a:lnTo>
                  <a:lnTo>
                    <a:pt x="831902" y="1126718"/>
                  </a:lnTo>
                  <a:lnTo>
                    <a:pt x="831747" y="1126766"/>
                  </a:lnTo>
                  <a:lnTo>
                    <a:pt x="831606" y="1126792"/>
                  </a:lnTo>
                  <a:lnTo>
                    <a:pt x="831459" y="1126822"/>
                  </a:lnTo>
                  <a:lnTo>
                    <a:pt x="831354" y="1126874"/>
                  </a:lnTo>
                  <a:lnTo>
                    <a:pt x="831177" y="1126942"/>
                  </a:lnTo>
                  <a:lnTo>
                    <a:pt x="831144" y="1126955"/>
                  </a:lnTo>
                  <a:lnTo>
                    <a:pt x="831071" y="1126986"/>
                  </a:lnTo>
                  <a:lnTo>
                    <a:pt x="830987" y="1127005"/>
                  </a:lnTo>
                  <a:lnTo>
                    <a:pt x="830972" y="1127008"/>
                  </a:lnTo>
                  <a:lnTo>
                    <a:pt x="830949" y="1127013"/>
                  </a:lnTo>
                  <a:lnTo>
                    <a:pt x="830819" y="1127037"/>
                  </a:lnTo>
                  <a:lnTo>
                    <a:pt x="830665" y="1127069"/>
                  </a:lnTo>
                  <a:lnTo>
                    <a:pt x="830531" y="1127095"/>
                  </a:lnTo>
                  <a:lnTo>
                    <a:pt x="830454" y="1127097"/>
                  </a:lnTo>
                  <a:lnTo>
                    <a:pt x="830348" y="1127102"/>
                  </a:lnTo>
                  <a:lnTo>
                    <a:pt x="830250" y="1127118"/>
                  </a:lnTo>
                  <a:lnTo>
                    <a:pt x="830224" y="1127124"/>
                  </a:lnTo>
                  <a:lnTo>
                    <a:pt x="830058" y="1127163"/>
                  </a:lnTo>
                  <a:lnTo>
                    <a:pt x="829892" y="1127208"/>
                  </a:lnTo>
                  <a:lnTo>
                    <a:pt x="829767" y="1127255"/>
                  </a:lnTo>
                  <a:lnTo>
                    <a:pt x="829726" y="1127270"/>
                  </a:lnTo>
                  <a:lnTo>
                    <a:pt x="829663" y="1127306"/>
                  </a:lnTo>
                  <a:lnTo>
                    <a:pt x="829638" y="1127323"/>
                  </a:lnTo>
                  <a:lnTo>
                    <a:pt x="829627" y="1127331"/>
                  </a:lnTo>
                  <a:lnTo>
                    <a:pt x="829598" y="1127350"/>
                  </a:lnTo>
                  <a:lnTo>
                    <a:pt x="829568" y="1127357"/>
                  </a:lnTo>
                  <a:lnTo>
                    <a:pt x="829537" y="1127377"/>
                  </a:lnTo>
                  <a:lnTo>
                    <a:pt x="829505" y="1127406"/>
                  </a:lnTo>
                  <a:lnTo>
                    <a:pt x="829482" y="1127461"/>
                  </a:lnTo>
                  <a:lnTo>
                    <a:pt x="829457" y="1127539"/>
                  </a:lnTo>
                  <a:lnTo>
                    <a:pt x="829439" y="1127568"/>
                  </a:lnTo>
                  <a:lnTo>
                    <a:pt x="829410" y="1127592"/>
                  </a:lnTo>
                  <a:lnTo>
                    <a:pt x="829364" y="1127612"/>
                  </a:lnTo>
                  <a:lnTo>
                    <a:pt x="829316" y="1127635"/>
                  </a:lnTo>
                  <a:lnTo>
                    <a:pt x="829264" y="1127677"/>
                  </a:lnTo>
                  <a:lnTo>
                    <a:pt x="829103" y="1127814"/>
                  </a:lnTo>
                  <a:lnTo>
                    <a:pt x="829023" y="1127886"/>
                  </a:lnTo>
                  <a:lnTo>
                    <a:pt x="828985" y="1127920"/>
                  </a:lnTo>
                  <a:lnTo>
                    <a:pt x="828850" y="1127999"/>
                  </a:lnTo>
                  <a:lnTo>
                    <a:pt x="828806" y="1128021"/>
                  </a:lnTo>
                  <a:lnTo>
                    <a:pt x="828708" y="1128039"/>
                  </a:lnTo>
                  <a:lnTo>
                    <a:pt x="828590" y="1128055"/>
                  </a:lnTo>
                  <a:lnTo>
                    <a:pt x="828512" y="1128068"/>
                  </a:lnTo>
                  <a:lnTo>
                    <a:pt x="828443" y="1128089"/>
                  </a:lnTo>
                  <a:lnTo>
                    <a:pt x="828347" y="1128120"/>
                  </a:lnTo>
                  <a:lnTo>
                    <a:pt x="828271" y="1128142"/>
                  </a:lnTo>
                  <a:lnTo>
                    <a:pt x="828211" y="1128174"/>
                  </a:lnTo>
                  <a:lnTo>
                    <a:pt x="828159" y="1128202"/>
                  </a:lnTo>
                  <a:lnTo>
                    <a:pt x="828100" y="1128215"/>
                  </a:lnTo>
                  <a:lnTo>
                    <a:pt x="827931" y="1128251"/>
                  </a:lnTo>
                  <a:lnTo>
                    <a:pt x="827828" y="1128266"/>
                  </a:lnTo>
                  <a:lnTo>
                    <a:pt x="827736" y="1128296"/>
                  </a:lnTo>
                  <a:lnTo>
                    <a:pt x="827664" y="1128302"/>
                  </a:lnTo>
                  <a:lnTo>
                    <a:pt x="827537" y="1128297"/>
                  </a:lnTo>
                  <a:lnTo>
                    <a:pt x="827479" y="1128284"/>
                  </a:lnTo>
                  <a:lnTo>
                    <a:pt x="827441" y="1128254"/>
                  </a:lnTo>
                  <a:lnTo>
                    <a:pt x="827371" y="1128242"/>
                  </a:lnTo>
                  <a:lnTo>
                    <a:pt x="827330" y="1128240"/>
                  </a:lnTo>
                  <a:lnTo>
                    <a:pt x="827295" y="1128238"/>
                  </a:lnTo>
                  <a:lnTo>
                    <a:pt x="827255" y="1128244"/>
                  </a:lnTo>
                  <a:lnTo>
                    <a:pt x="827229" y="1128254"/>
                  </a:lnTo>
                  <a:lnTo>
                    <a:pt x="827180" y="1128293"/>
                  </a:lnTo>
                  <a:lnTo>
                    <a:pt x="827083" y="1128369"/>
                  </a:lnTo>
                  <a:lnTo>
                    <a:pt x="827004" y="1128423"/>
                  </a:lnTo>
                  <a:lnTo>
                    <a:pt x="826974" y="1128433"/>
                  </a:lnTo>
                  <a:lnTo>
                    <a:pt x="826943" y="1128436"/>
                  </a:lnTo>
                  <a:lnTo>
                    <a:pt x="826918" y="1128431"/>
                  </a:lnTo>
                  <a:lnTo>
                    <a:pt x="826864" y="1128419"/>
                  </a:lnTo>
                  <a:lnTo>
                    <a:pt x="826760" y="1128375"/>
                  </a:lnTo>
                  <a:lnTo>
                    <a:pt x="826708" y="1128356"/>
                  </a:lnTo>
                  <a:lnTo>
                    <a:pt x="826659" y="1128347"/>
                  </a:lnTo>
                  <a:lnTo>
                    <a:pt x="826625" y="1128356"/>
                  </a:lnTo>
                  <a:lnTo>
                    <a:pt x="826561" y="1128375"/>
                  </a:lnTo>
                  <a:lnTo>
                    <a:pt x="826549" y="1128385"/>
                  </a:lnTo>
                  <a:lnTo>
                    <a:pt x="826491" y="1128435"/>
                  </a:lnTo>
                  <a:lnTo>
                    <a:pt x="826456" y="1128486"/>
                  </a:lnTo>
                  <a:lnTo>
                    <a:pt x="826416" y="1128553"/>
                  </a:lnTo>
                  <a:lnTo>
                    <a:pt x="826402" y="1128610"/>
                  </a:lnTo>
                  <a:lnTo>
                    <a:pt x="826382" y="1128674"/>
                  </a:lnTo>
                  <a:lnTo>
                    <a:pt x="826377" y="1128740"/>
                  </a:lnTo>
                  <a:lnTo>
                    <a:pt x="826382" y="1128825"/>
                  </a:lnTo>
                  <a:lnTo>
                    <a:pt x="826383" y="1128887"/>
                  </a:lnTo>
                  <a:lnTo>
                    <a:pt x="826375" y="1128933"/>
                  </a:lnTo>
                  <a:lnTo>
                    <a:pt x="826354" y="1128977"/>
                  </a:lnTo>
                  <a:lnTo>
                    <a:pt x="826329" y="1129012"/>
                  </a:lnTo>
                  <a:lnTo>
                    <a:pt x="826277" y="1129044"/>
                  </a:lnTo>
                  <a:lnTo>
                    <a:pt x="826227" y="1129063"/>
                  </a:lnTo>
                  <a:lnTo>
                    <a:pt x="826090" y="1129084"/>
                  </a:lnTo>
                  <a:lnTo>
                    <a:pt x="825982" y="1129110"/>
                  </a:lnTo>
                  <a:lnTo>
                    <a:pt x="825941" y="1129130"/>
                  </a:lnTo>
                  <a:lnTo>
                    <a:pt x="825896" y="1129176"/>
                  </a:lnTo>
                  <a:lnTo>
                    <a:pt x="825856" y="1129209"/>
                  </a:lnTo>
                  <a:lnTo>
                    <a:pt x="825807" y="1129246"/>
                  </a:lnTo>
                  <a:lnTo>
                    <a:pt x="825757" y="1129258"/>
                  </a:lnTo>
                  <a:lnTo>
                    <a:pt x="825736" y="1129259"/>
                  </a:lnTo>
                  <a:lnTo>
                    <a:pt x="825643" y="1129245"/>
                  </a:lnTo>
                  <a:lnTo>
                    <a:pt x="825556" y="1129218"/>
                  </a:lnTo>
                  <a:lnTo>
                    <a:pt x="825477" y="1129203"/>
                  </a:lnTo>
                  <a:lnTo>
                    <a:pt x="825360" y="1129179"/>
                  </a:lnTo>
                  <a:lnTo>
                    <a:pt x="825261" y="1129179"/>
                  </a:lnTo>
                  <a:lnTo>
                    <a:pt x="824966" y="1129154"/>
                  </a:lnTo>
                  <a:lnTo>
                    <a:pt x="824843" y="1129153"/>
                  </a:lnTo>
                  <a:lnTo>
                    <a:pt x="824781" y="1129140"/>
                  </a:lnTo>
                  <a:lnTo>
                    <a:pt x="824709" y="1129131"/>
                  </a:lnTo>
                  <a:lnTo>
                    <a:pt x="824611" y="1129123"/>
                  </a:lnTo>
                  <a:lnTo>
                    <a:pt x="824532" y="1129106"/>
                  </a:lnTo>
                  <a:lnTo>
                    <a:pt x="824466" y="1129087"/>
                  </a:lnTo>
                  <a:lnTo>
                    <a:pt x="824387" y="1129060"/>
                  </a:lnTo>
                  <a:lnTo>
                    <a:pt x="824337" y="1129036"/>
                  </a:lnTo>
                  <a:lnTo>
                    <a:pt x="824206" y="1128993"/>
                  </a:lnTo>
                  <a:lnTo>
                    <a:pt x="824114" y="1128978"/>
                  </a:lnTo>
                  <a:lnTo>
                    <a:pt x="824030" y="1128961"/>
                  </a:lnTo>
                  <a:lnTo>
                    <a:pt x="823898" y="1128951"/>
                  </a:lnTo>
                  <a:lnTo>
                    <a:pt x="823825" y="1128948"/>
                  </a:lnTo>
                  <a:lnTo>
                    <a:pt x="823703" y="1128957"/>
                  </a:lnTo>
                  <a:lnTo>
                    <a:pt x="823549" y="1128958"/>
                  </a:lnTo>
                  <a:lnTo>
                    <a:pt x="823425" y="1128957"/>
                  </a:lnTo>
                  <a:lnTo>
                    <a:pt x="823253" y="1128960"/>
                  </a:lnTo>
                  <a:lnTo>
                    <a:pt x="823153" y="1128963"/>
                  </a:lnTo>
                  <a:lnTo>
                    <a:pt x="823085" y="1128963"/>
                  </a:lnTo>
                  <a:lnTo>
                    <a:pt x="822979" y="1128949"/>
                  </a:lnTo>
                  <a:lnTo>
                    <a:pt x="822873" y="1128946"/>
                  </a:lnTo>
                  <a:lnTo>
                    <a:pt x="822823" y="1128942"/>
                  </a:lnTo>
                  <a:lnTo>
                    <a:pt x="822753" y="1128946"/>
                  </a:lnTo>
                  <a:lnTo>
                    <a:pt x="822709" y="1128956"/>
                  </a:lnTo>
                  <a:lnTo>
                    <a:pt x="822702" y="1128959"/>
                  </a:lnTo>
                  <a:lnTo>
                    <a:pt x="822684" y="1128966"/>
                  </a:lnTo>
                  <a:lnTo>
                    <a:pt x="822650" y="1129003"/>
                  </a:lnTo>
                  <a:lnTo>
                    <a:pt x="822611" y="1129073"/>
                  </a:lnTo>
                  <a:lnTo>
                    <a:pt x="822583" y="1129125"/>
                  </a:lnTo>
                  <a:lnTo>
                    <a:pt x="822546" y="1129174"/>
                  </a:lnTo>
                  <a:lnTo>
                    <a:pt x="822505" y="1129213"/>
                  </a:lnTo>
                  <a:lnTo>
                    <a:pt x="822464" y="1129238"/>
                  </a:lnTo>
                  <a:lnTo>
                    <a:pt x="822442" y="1129251"/>
                  </a:lnTo>
                  <a:lnTo>
                    <a:pt x="822409" y="1129271"/>
                  </a:lnTo>
                  <a:lnTo>
                    <a:pt x="822367" y="1129285"/>
                  </a:lnTo>
                  <a:lnTo>
                    <a:pt x="822312" y="1129295"/>
                  </a:lnTo>
                  <a:lnTo>
                    <a:pt x="822232" y="1129293"/>
                  </a:lnTo>
                  <a:lnTo>
                    <a:pt x="822122" y="1129279"/>
                  </a:lnTo>
                  <a:lnTo>
                    <a:pt x="822062" y="1129263"/>
                  </a:lnTo>
                  <a:lnTo>
                    <a:pt x="822015" y="1129256"/>
                  </a:lnTo>
                  <a:lnTo>
                    <a:pt x="821977" y="1129257"/>
                  </a:lnTo>
                  <a:lnTo>
                    <a:pt x="821931" y="1129265"/>
                  </a:lnTo>
                  <a:lnTo>
                    <a:pt x="821862" y="1129275"/>
                  </a:lnTo>
                  <a:lnTo>
                    <a:pt x="821818" y="1129286"/>
                  </a:lnTo>
                  <a:lnTo>
                    <a:pt x="821742" y="1129308"/>
                  </a:lnTo>
                  <a:lnTo>
                    <a:pt x="821647" y="1129331"/>
                  </a:lnTo>
                  <a:lnTo>
                    <a:pt x="821573" y="1129349"/>
                  </a:lnTo>
                  <a:lnTo>
                    <a:pt x="821480" y="1129382"/>
                  </a:lnTo>
                  <a:lnTo>
                    <a:pt x="821428" y="1129403"/>
                  </a:lnTo>
                  <a:lnTo>
                    <a:pt x="821372" y="1129444"/>
                  </a:lnTo>
                  <a:lnTo>
                    <a:pt x="821325" y="1129494"/>
                  </a:lnTo>
                  <a:lnTo>
                    <a:pt x="821268" y="1129537"/>
                  </a:lnTo>
                  <a:lnTo>
                    <a:pt x="821210" y="1129582"/>
                  </a:lnTo>
                  <a:lnTo>
                    <a:pt x="821125" y="1129619"/>
                  </a:lnTo>
                  <a:lnTo>
                    <a:pt x="821054" y="1129650"/>
                  </a:lnTo>
                  <a:lnTo>
                    <a:pt x="821031" y="1129655"/>
                  </a:lnTo>
                  <a:lnTo>
                    <a:pt x="821002" y="1129651"/>
                  </a:lnTo>
                  <a:lnTo>
                    <a:pt x="820934" y="1129626"/>
                  </a:lnTo>
                  <a:lnTo>
                    <a:pt x="820814" y="1129590"/>
                  </a:lnTo>
                  <a:lnTo>
                    <a:pt x="820730" y="1129550"/>
                  </a:lnTo>
                  <a:lnTo>
                    <a:pt x="820611" y="1129479"/>
                  </a:lnTo>
                  <a:lnTo>
                    <a:pt x="820506" y="1129417"/>
                  </a:lnTo>
                  <a:lnTo>
                    <a:pt x="820385" y="1129366"/>
                  </a:lnTo>
                  <a:lnTo>
                    <a:pt x="820313" y="1129334"/>
                  </a:lnTo>
                  <a:lnTo>
                    <a:pt x="820245" y="1129324"/>
                  </a:lnTo>
                  <a:lnTo>
                    <a:pt x="820189" y="1129323"/>
                  </a:lnTo>
                  <a:lnTo>
                    <a:pt x="820127" y="1129322"/>
                  </a:lnTo>
                  <a:lnTo>
                    <a:pt x="820066" y="1129326"/>
                  </a:lnTo>
                  <a:lnTo>
                    <a:pt x="820045" y="1129325"/>
                  </a:lnTo>
                  <a:lnTo>
                    <a:pt x="820041" y="1129324"/>
                  </a:lnTo>
                  <a:lnTo>
                    <a:pt x="819991" y="1129270"/>
                  </a:lnTo>
                  <a:lnTo>
                    <a:pt x="819985" y="1129264"/>
                  </a:lnTo>
                  <a:lnTo>
                    <a:pt x="819968" y="1129231"/>
                  </a:lnTo>
                  <a:lnTo>
                    <a:pt x="819950" y="1129211"/>
                  </a:lnTo>
                  <a:lnTo>
                    <a:pt x="819935" y="1129193"/>
                  </a:lnTo>
                  <a:lnTo>
                    <a:pt x="819917" y="1129149"/>
                  </a:lnTo>
                  <a:lnTo>
                    <a:pt x="819903" y="1129108"/>
                  </a:lnTo>
                  <a:lnTo>
                    <a:pt x="819906" y="1129035"/>
                  </a:lnTo>
                  <a:lnTo>
                    <a:pt x="819925" y="1128947"/>
                  </a:lnTo>
                  <a:lnTo>
                    <a:pt x="819951" y="1128882"/>
                  </a:lnTo>
                  <a:lnTo>
                    <a:pt x="819963" y="1128853"/>
                  </a:lnTo>
                  <a:lnTo>
                    <a:pt x="819991" y="1128803"/>
                  </a:lnTo>
                  <a:lnTo>
                    <a:pt x="820034" y="1128726"/>
                  </a:lnTo>
                  <a:lnTo>
                    <a:pt x="820049" y="1128671"/>
                  </a:lnTo>
                  <a:lnTo>
                    <a:pt x="820050" y="1128599"/>
                  </a:lnTo>
                  <a:lnTo>
                    <a:pt x="820032" y="1128566"/>
                  </a:lnTo>
                  <a:lnTo>
                    <a:pt x="820004" y="1128537"/>
                  </a:lnTo>
                  <a:lnTo>
                    <a:pt x="819991" y="1128533"/>
                  </a:lnTo>
                  <a:lnTo>
                    <a:pt x="819950" y="1128520"/>
                  </a:lnTo>
                  <a:lnTo>
                    <a:pt x="819925" y="1128512"/>
                  </a:lnTo>
                  <a:lnTo>
                    <a:pt x="819800" y="1128480"/>
                  </a:lnTo>
                  <a:lnTo>
                    <a:pt x="819682" y="1128475"/>
                  </a:lnTo>
                  <a:lnTo>
                    <a:pt x="819429" y="1128450"/>
                  </a:lnTo>
                  <a:lnTo>
                    <a:pt x="819351" y="1128437"/>
                  </a:lnTo>
                  <a:lnTo>
                    <a:pt x="819186" y="1128411"/>
                  </a:lnTo>
                  <a:lnTo>
                    <a:pt x="819124" y="1128409"/>
                  </a:lnTo>
                  <a:lnTo>
                    <a:pt x="819044" y="1128414"/>
                  </a:lnTo>
                  <a:lnTo>
                    <a:pt x="818870" y="1128388"/>
                  </a:lnTo>
                  <a:lnTo>
                    <a:pt x="818754" y="1128379"/>
                  </a:lnTo>
                  <a:lnTo>
                    <a:pt x="818632" y="1128367"/>
                  </a:lnTo>
                  <a:lnTo>
                    <a:pt x="818574" y="1128366"/>
                  </a:lnTo>
                  <a:lnTo>
                    <a:pt x="818511" y="1128371"/>
                  </a:lnTo>
                  <a:lnTo>
                    <a:pt x="818448" y="1128386"/>
                  </a:lnTo>
                  <a:lnTo>
                    <a:pt x="818238" y="1128455"/>
                  </a:lnTo>
                  <a:lnTo>
                    <a:pt x="818157" y="1128486"/>
                  </a:lnTo>
                  <a:lnTo>
                    <a:pt x="818081" y="1128529"/>
                  </a:lnTo>
                  <a:lnTo>
                    <a:pt x="818007" y="1128591"/>
                  </a:lnTo>
                  <a:lnTo>
                    <a:pt x="817925" y="1128650"/>
                  </a:lnTo>
                  <a:lnTo>
                    <a:pt x="817842" y="1128710"/>
                  </a:lnTo>
                  <a:lnTo>
                    <a:pt x="817698" y="1128801"/>
                  </a:lnTo>
                  <a:lnTo>
                    <a:pt x="817621" y="1128843"/>
                  </a:lnTo>
                  <a:lnTo>
                    <a:pt x="817576" y="1128877"/>
                  </a:lnTo>
                  <a:lnTo>
                    <a:pt x="817547" y="1128910"/>
                  </a:lnTo>
                  <a:lnTo>
                    <a:pt x="817539" y="1128940"/>
                  </a:lnTo>
                  <a:lnTo>
                    <a:pt x="817534" y="1129005"/>
                  </a:lnTo>
                  <a:lnTo>
                    <a:pt x="817539" y="1129061"/>
                  </a:lnTo>
                  <a:lnTo>
                    <a:pt x="817591" y="1129146"/>
                  </a:lnTo>
                  <a:lnTo>
                    <a:pt x="817609" y="1129204"/>
                  </a:lnTo>
                  <a:lnTo>
                    <a:pt x="817608" y="1129247"/>
                  </a:lnTo>
                  <a:lnTo>
                    <a:pt x="817577" y="1129341"/>
                  </a:lnTo>
                  <a:lnTo>
                    <a:pt x="817533" y="1129452"/>
                  </a:lnTo>
                  <a:lnTo>
                    <a:pt x="817484" y="1129549"/>
                  </a:lnTo>
                  <a:lnTo>
                    <a:pt x="817369" y="1129681"/>
                  </a:lnTo>
                  <a:lnTo>
                    <a:pt x="817302" y="1129726"/>
                  </a:lnTo>
                  <a:lnTo>
                    <a:pt x="817290" y="1129730"/>
                  </a:lnTo>
                  <a:lnTo>
                    <a:pt x="817234" y="1129748"/>
                  </a:lnTo>
                  <a:lnTo>
                    <a:pt x="817193" y="1129746"/>
                  </a:lnTo>
                  <a:lnTo>
                    <a:pt x="817145" y="1129730"/>
                  </a:lnTo>
                  <a:lnTo>
                    <a:pt x="817066" y="1129672"/>
                  </a:lnTo>
                  <a:lnTo>
                    <a:pt x="816999" y="1129650"/>
                  </a:lnTo>
                  <a:lnTo>
                    <a:pt x="816964" y="1129645"/>
                  </a:lnTo>
                  <a:lnTo>
                    <a:pt x="816926" y="1129648"/>
                  </a:lnTo>
                  <a:lnTo>
                    <a:pt x="816882" y="1129663"/>
                  </a:lnTo>
                  <a:lnTo>
                    <a:pt x="816864" y="1129671"/>
                  </a:lnTo>
                  <a:lnTo>
                    <a:pt x="816817" y="1129691"/>
                  </a:lnTo>
                  <a:lnTo>
                    <a:pt x="816758" y="1129748"/>
                  </a:lnTo>
                  <a:lnTo>
                    <a:pt x="816707" y="1129809"/>
                  </a:lnTo>
                  <a:lnTo>
                    <a:pt x="816657" y="1129857"/>
                  </a:lnTo>
                  <a:lnTo>
                    <a:pt x="816623" y="1129881"/>
                  </a:lnTo>
                  <a:lnTo>
                    <a:pt x="816542" y="1129904"/>
                  </a:lnTo>
                  <a:lnTo>
                    <a:pt x="816457" y="1129917"/>
                  </a:lnTo>
                  <a:lnTo>
                    <a:pt x="816392" y="1129917"/>
                  </a:lnTo>
                  <a:lnTo>
                    <a:pt x="816295" y="1129912"/>
                  </a:lnTo>
                  <a:lnTo>
                    <a:pt x="816186" y="1129905"/>
                  </a:lnTo>
                  <a:lnTo>
                    <a:pt x="816128" y="1129899"/>
                  </a:lnTo>
                  <a:lnTo>
                    <a:pt x="815992" y="1129886"/>
                  </a:lnTo>
                  <a:lnTo>
                    <a:pt x="815927" y="1129884"/>
                  </a:lnTo>
                  <a:lnTo>
                    <a:pt x="815898" y="1129886"/>
                  </a:lnTo>
                  <a:lnTo>
                    <a:pt x="815850" y="1129908"/>
                  </a:lnTo>
                  <a:lnTo>
                    <a:pt x="815798" y="1129942"/>
                  </a:lnTo>
                  <a:lnTo>
                    <a:pt x="815725" y="1129998"/>
                  </a:lnTo>
                  <a:lnTo>
                    <a:pt x="815660" y="1130056"/>
                  </a:lnTo>
                  <a:lnTo>
                    <a:pt x="815612" y="1130081"/>
                  </a:lnTo>
                  <a:lnTo>
                    <a:pt x="815568" y="1130095"/>
                  </a:lnTo>
                  <a:lnTo>
                    <a:pt x="815508" y="1130104"/>
                  </a:lnTo>
                  <a:lnTo>
                    <a:pt x="815429" y="1130100"/>
                  </a:lnTo>
                  <a:lnTo>
                    <a:pt x="815375" y="1130083"/>
                  </a:lnTo>
                  <a:lnTo>
                    <a:pt x="815289" y="1130077"/>
                  </a:lnTo>
                  <a:lnTo>
                    <a:pt x="815216" y="1130065"/>
                  </a:lnTo>
                  <a:lnTo>
                    <a:pt x="815158" y="1130064"/>
                  </a:lnTo>
                  <a:lnTo>
                    <a:pt x="815118" y="1130074"/>
                  </a:lnTo>
                  <a:lnTo>
                    <a:pt x="815068" y="1130105"/>
                  </a:lnTo>
                  <a:lnTo>
                    <a:pt x="815012" y="1130154"/>
                  </a:lnTo>
                  <a:lnTo>
                    <a:pt x="814924" y="1130235"/>
                  </a:lnTo>
                  <a:lnTo>
                    <a:pt x="814756" y="1130350"/>
                  </a:lnTo>
                  <a:lnTo>
                    <a:pt x="814661" y="1130421"/>
                  </a:lnTo>
                  <a:lnTo>
                    <a:pt x="814489" y="1130537"/>
                  </a:lnTo>
                  <a:lnTo>
                    <a:pt x="814391" y="1130595"/>
                  </a:lnTo>
                  <a:lnTo>
                    <a:pt x="814321" y="1130624"/>
                  </a:lnTo>
                  <a:lnTo>
                    <a:pt x="814209" y="1130676"/>
                  </a:lnTo>
                  <a:lnTo>
                    <a:pt x="814147" y="1130691"/>
                  </a:lnTo>
                  <a:lnTo>
                    <a:pt x="814054" y="1130716"/>
                  </a:lnTo>
                  <a:lnTo>
                    <a:pt x="814013" y="1130726"/>
                  </a:lnTo>
                  <a:lnTo>
                    <a:pt x="813891" y="1130734"/>
                  </a:lnTo>
                  <a:lnTo>
                    <a:pt x="813801" y="1130729"/>
                  </a:lnTo>
                  <a:lnTo>
                    <a:pt x="813738" y="1130729"/>
                  </a:lnTo>
                  <a:lnTo>
                    <a:pt x="813587" y="1130728"/>
                  </a:lnTo>
                  <a:lnTo>
                    <a:pt x="813532" y="1130733"/>
                  </a:lnTo>
                  <a:lnTo>
                    <a:pt x="813502" y="1130744"/>
                  </a:lnTo>
                  <a:lnTo>
                    <a:pt x="813440" y="1130776"/>
                  </a:lnTo>
                  <a:lnTo>
                    <a:pt x="813404" y="1130822"/>
                  </a:lnTo>
                  <a:lnTo>
                    <a:pt x="813335" y="1130936"/>
                  </a:lnTo>
                  <a:lnTo>
                    <a:pt x="813257" y="1131108"/>
                  </a:lnTo>
                  <a:lnTo>
                    <a:pt x="813225" y="1131170"/>
                  </a:lnTo>
                  <a:lnTo>
                    <a:pt x="813157" y="1131273"/>
                  </a:lnTo>
                  <a:lnTo>
                    <a:pt x="813095" y="1131335"/>
                  </a:lnTo>
                  <a:lnTo>
                    <a:pt x="813008" y="1131402"/>
                  </a:lnTo>
                  <a:lnTo>
                    <a:pt x="812939" y="1131446"/>
                  </a:lnTo>
                  <a:lnTo>
                    <a:pt x="812729" y="1131597"/>
                  </a:lnTo>
                  <a:lnTo>
                    <a:pt x="812626" y="1131655"/>
                  </a:lnTo>
                  <a:lnTo>
                    <a:pt x="812494" y="1131723"/>
                  </a:lnTo>
                  <a:lnTo>
                    <a:pt x="812399" y="1131748"/>
                  </a:lnTo>
                  <a:lnTo>
                    <a:pt x="812328" y="1131763"/>
                  </a:lnTo>
                  <a:lnTo>
                    <a:pt x="812219" y="1131796"/>
                  </a:lnTo>
                  <a:lnTo>
                    <a:pt x="812117" y="1131847"/>
                  </a:lnTo>
                  <a:lnTo>
                    <a:pt x="812076" y="1131870"/>
                  </a:lnTo>
                  <a:lnTo>
                    <a:pt x="811903" y="1131959"/>
                  </a:lnTo>
                  <a:lnTo>
                    <a:pt x="811876" y="1131969"/>
                  </a:lnTo>
                  <a:lnTo>
                    <a:pt x="811825" y="1131990"/>
                  </a:lnTo>
                  <a:lnTo>
                    <a:pt x="811771" y="1132020"/>
                  </a:lnTo>
                  <a:lnTo>
                    <a:pt x="811721" y="1132046"/>
                  </a:lnTo>
                  <a:lnTo>
                    <a:pt x="811701" y="1132057"/>
                  </a:lnTo>
                  <a:lnTo>
                    <a:pt x="811618" y="1132103"/>
                  </a:lnTo>
                  <a:lnTo>
                    <a:pt x="811545" y="1132144"/>
                  </a:lnTo>
                  <a:lnTo>
                    <a:pt x="811488" y="1132165"/>
                  </a:lnTo>
                  <a:lnTo>
                    <a:pt x="811377" y="1132226"/>
                  </a:lnTo>
                  <a:lnTo>
                    <a:pt x="811294" y="1132255"/>
                  </a:lnTo>
                  <a:lnTo>
                    <a:pt x="811220" y="1132271"/>
                  </a:lnTo>
                  <a:lnTo>
                    <a:pt x="811163" y="1132277"/>
                  </a:lnTo>
                  <a:lnTo>
                    <a:pt x="810991" y="1132289"/>
                  </a:lnTo>
                  <a:lnTo>
                    <a:pt x="810891" y="1132298"/>
                  </a:lnTo>
                  <a:lnTo>
                    <a:pt x="810640" y="1132310"/>
                  </a:lnTo>
                  <a:lnTo>
                    <a:pt x="810498" y="1132325"/>
                  </a:lnTo>
                  <a:lnTo>
                    <a:pt x="810414" y="1132334"/>
                  </a:lnTo>
                  <a:lnTo>
                    <a:pt x="810344" y="1132347"/>
                  </a:lnTo>
                  <a:lnTo>
                    <a:pt x="810302" y="1132352"/>
                  </a:lnTo>
                  <a:lnTo>
                    <a:pt x="810297" y="1132353"/>
                  </a:lnTo>
                  <a:lnTo>
                    <a:pt x="810209" y="1132347"/>
                  </a:lnTo>
                  <a:lnTo>
                    <a:pt x="810137" y="1132344"/>
                  </a:lnTo>
                  <a:lnTo>
                    <a:pt x="810093" y="1132347"/>
                  </a:lnTo>
                  <a:lnTo>
                    <a:pt x="810003" y="1132352"/>
                  </a:lnTo>
                  <a:lnTo>
                    <a:pt x="809876" y="1132389"/>
                  </a:lnTo>
                  <a:lnTo>
                    <a:pt x="809718" y="1132426"/>
                  </a:lnTo>
                  <a:lnTo>
                    <a:pt x="809594" y="1132465"/>
                  </a:lnTo>
                  <a:lnTo>
                    <a:pt x="809447" y="1132499"/>
                  </a:lnTo>
                  <a:lnTo>
                    <a:pt x="809375" y="1132503"/>
                  </a:lnTo>
                  <a:lnTo>
                    <a:pt x="809346" y="1132512"/>
                  </a:lnTo>
                  <a:lnTo>
                    <a:pt x="809320" y="1132530"/>
                  </a:lnTo>
                  <a:lnTo>
                    <a:pt x="809308" y="1132555"/>
                  </a:lnTo>
                  <a:lnTo>
                    <a:pt x="809310" y="1132596"/>
                  </a:lnTo>
                  <a:lnTo>
                    <a:pt x="809345" y="1132696"/>
                  </a:lnTo>
                  <a:lnTo>
                    <a:pt x="809370" y="1132792"/>
                  </a:lnTo>
                  <a:lnTo>
                    <a:pt x="809401" y="1132971"/>
                  </a:lnTo>
                  <a:lnTo>
                    <a:pt x="809446" y="1133128"/>
                  </a:lnTo>
                  <a:lnTo>
                    <a:pt x="809456" y="1133224"/>
                  </a:lnTo>
                  <a:lnTo>
                    <a:pt x="809460" y="1133284"/>
                  </a:lnTo>
                  <a:lnTo>
                    <a:pt x="809442" y="1133415"/>
                  </a:lnTo>
                  <a:lnTo>
                    <a:pt x="809419" y="1133538"/>
                  </a:lnTo>
                  <a:lnTo>
                    <a:pt x="809377" y="1133638"/>
                  </a:lnTo>
                  <a:lnTo>
                    <a:pt x="809335" y="1133705"/>
                  </a:lnTo>
                  <a:lnTo>
                    <a:pt x="809289" y="1133749"/>
                  </a:lnTo>
                  <a:lnTo>
                    <a:pt x="809255" y="1133773"/>
                  </a:lnTo>
                  <a:lnTo>
                    <a:pt x="809192" y="1133800"/>
                  </a:lnTo>
                  <a:lnTo>
                    <a:pt x="808991" y="1133896"/>
                  </a:lnTo>
                  <a:lnTo>
                    <a:pt x="808853" y="1133961"/>
                  </a:lnTo>
                  <a:lnTo>
                    <a:pt x="808654" y="1134028"/>
                  </a:lnTo>
                  <a:lnTo>
                    <a:pt x="808538" y="1134082"/>
                  </a:lnTo>
                  <a:lnTo>
                    <a:pt x="808371" y="1134136"/>
                  </a:lnTo>
                  <a:lnTo>
                    <a:pt x="808276" y="1134163"/>
                  </a:lnTo>
                  <a:lnTo>
                    <a:pt x="808173" y="1134182"/>
                  </a:lnTo>
                  <a:lnTo>
                    <a:pt x="808121" y="1134198"/>
                  </a:lnTo>
                  <a:lnTo>
                    <a:pt x="808071" y="1134228"/>
                  </a:lnTo>
                  <a:lnTo>
                    <a:pt x="808051" y="1134247"/>
                  </a:lnTo>
                  <a:lnTo>
                    <a:pt x="808042" y="1134270"/>
                  </a:lnTo>
                  <a:lnTo>
                    <a:pt x="808032" y="1134305"/>
                  </a:lnTo>
                  <a:lnTo>
                    <a:pt x="808029" y="1134316"/>
                  </a:lnTo>
                  <a:lnTo>
                    <a:pt x="808004" y="1134429"/>
                  </a:lnTo>
                  <a:lnTo>
                    <a:pt x="807951" y="1134560"/>
                  </a:lnTo>
                  <a:lnTo>
                    <a:pt x="807906" y="1134646"/>
                  </a:lnTo>
                  <a:lnTo>
                    <a:pt x="807848" y="1134735"/>
                  </a:lnTo>
                  <a:lnTo>
                    <a:pt x="807750" y="1134851"/>
                  </a:lnTo>
                  <a:lnTo>
                    <a:pt x="807714" y="1134906"/>
                  </a:lnTo>
                  <a:lnTo>
                    <a:pt x="807636" y="1135057"/>
                  </a:lnTo>
                  <a:lnTo>
                    <a:pt x="807580" y="1135133"/>
                  </a:lnTo>
                  <a:lnTo>
                    <a:pt x="807485" y="1135256"/>
                  </a:lnTo>
                  <a:lnTo>
                    <a:pt x="807342" y="1135406"/>
                  </a:lnTo>
                  <a:lnTo>
                    <a:pt x="807264" y="1135476"/>
                  </a:lnTo>
                  <a:lnTo>
                    <a:pt x="807256" y="1135484"/>
                  </a:lnTo>
                  <a:lnTo>
                    <a:pt x="807106" y="1135634"/>
                  </a:lnTo>
                  <a:lnTo>
                    <a:pt x="807033" y="1135731"/>
                  </a:lnTo>
                  <a:lnTo>
                    <a:pt x="806944" y="1135843"/>
                  </a:lnTo>
                  <a:lnTo>
                    <a:pt x="806855" y="1135961"/>
                  </a:lnTo>
                  <a:lnTo>
                    <a:pt x="806792" y="1136042"/>
                  </a:lnTo>
                  <a:lnTo>
                    <a:pt x="806678" y="1136174"/>
                  </a:lnTo>
                  <a:lnTo>
                    <a:pt x="806587" y="1136275"/>
                  </a:lnTo>
                  <a:lnTo>
                    <a:pt x="806488" y="1136351"/>
                  </a:lnTo>
                  <a:lnTo>
                    <a:pt x="806235" y="1136509"/>
                  </a:lnTo>
                  <a:lnTo>
                    <a:pt x="806152" y="1136564"/>
                  </a:lnTo>
                  <a:lnTo>
                    <a:pt x="806059" y="1136628"/>
                  </a:lnTo>
                  <a:lnTo>
                    <a:pt x="805984" y="1136675"/>
                  </a:lnTo>
                  <a:lnTo>
                    <a:pt x="805895" y="1136704"/>
                  </a:lnTo>
                  <a:lnTo>
                    <a:pt x="805723" y="1136759"/>
                  </a:lnTo>
                  <a:lnTo>
                    <a:pt x="805601" y="1136791"/>
                  </a:lnTo>
                  <a:lnTo>
                    <a:pt x="805462" y="1136820"/>
                  </a:lnTo>
                  <a:lnTo>
                    <a:pt x="805340" y="1136846"/>
                  </a:lnTo>
                  <a:lnTo>
                    <a:pt x="805069" y="1136934"/>
                  </a:lnTo>
                  <a:lnTo>
                    <a:pt x="804851" y="1137002"/>
                  </a:lnTo>
                  <a:lnTo>
                    <a:pt x="804691" y="1137041"/>
                  </a:lnTo>
                  <a:lnTo>
                    <a:pt x="804270" y="1137185"/>
                  </a:lnTo>
                  <a:lnTo>
                    <a:pt x="804127" y="1137244"/>
                  </a:lnTo>
                  <a:lnTo>
                    <a:pt x="804016" y="1137302"/>
                  </a:lnTo>
                  <a:lnTo>
                    <a:pt x="803832" y="1137386"/>
                  </a:lnTo>
                  <a:lnTo>
                    <a:pt x="803653" y="1137449"/>
                  </a:lnTo>
                  <a:lnTo>
                    <a:pt x="803515" y="1137501"/>
                  </a:lnTo>
                  <a:lnTo>
                    <a:pt x="803205" y="1137609"/>
                  </a:lnTo>
                  <a:lnTo>
                    <a:pt x="803142" y="1137631"/>
                  </a:lnTo>
                  <a:lnTo>
                    <a:pt x="802917" y="1137743"/>
                  </a:lnTo>
                  <a:lnTo>
                    <a:pt x="802393" y="1137999"/>
                  </a:lnTo>
                  <a:lnTo>
                    <a:pt x="802095" y="1138152"/>
                  </a:lnTo>
                  <a:lnTo>
                    <a:pt x="801901" y="1138263"/>
                  </a:lnTo>
                  <a:lnTo>
                    <a:pt x="801746" y="1138399"/>
                  </a:lnTo>
                  <a:lnTo>
                    <a:pt x="801637" y="1138509"/>
                  </a:lnTo>
                  <a:lnTo>
                    <a:pt x="801360" y="1138783"/>
                  </a:lnTo>
                  <a:lnTo>
                    <a:pt x="801265" y="1138901"/>
                  </a:lnTo>
                  <a:lnTo>
                    <a:pt x="801170" y="1139007"/>
                  </a:lnTo>
                  <a:lnTo>
                    <a:pt x="801074" y="1139116"/>
                  </a:lnTo>
                  <a:lnTo>
                    <a:pt x="801024" y="1139149"/>
                  </a:lnTo>
                  <a:lnTo>
                    <a:pt x="801017" y="1139154"/>
                  </a:lnTo>
                  <a:lnTo>
                    <a:pt x="800974" y="1139182"/>
                  </a:lnTo>
                  <a:lnTo>
                    <a:pt x="800910" y="1139225"/>
                  </a:lnTo>
                  <a:lnTo>
                    <a:pt x="800823" y="1139287"/>
                  </a:lnTo>
                  <a:lnTo>
                    <a:pt x="800820" y="1139283"/>
                  </a:lnTo>
                  <a:lnTo>
                    <a:pt x="800740" y="1139356"/>
                  </a:lnTo>
                  <a:lnTo>
                    <a:pt x="800696" y="1139406"/>
                  </a:lnTo>
                  <a:lnTo>
                    <a:pt x="800657" y="1139452"/>
                  </a:lnTo>
                  <a:lnTo>
                    <a:pt x="800632" y="1139481"/>
                  </a:lnTo>
                  <a:lnTo>
                    <a:pt x="800551" y="1139558"/>
                  </a:lnTo>
                  <a:lnTo>
                    <a:pt x="800489" y="1139628"/>
                  </a:lnTo>
                  <a:lnTo>
                    <a:pt x="800403" y="1139677"/>
                  </a:lnTo>
                  <a:lnTo>
                    <a:pt x="800309" y="1139774"/>
                  </a:lnTo>
                  <a:lnTo>
                    <a:pt x="800152" y="1139938"/>
                  </a:lnTo>
                  <a:lnTo>
                    <a:pt x="800046" y="1140018"/>
                  </a:lnTo>
                  <a:lnTo>
                    <a:pt x="799949" y="1140060"/>
                  </a:lnTo>
                  <a:lnTo>
                    <a:pt x="799782" y="1140090"/>
                  </a:lnTo>
                  <a:lnTo>
                    <a:pt x="799584" y="1140164"/>
                  </a:lnTo>
                  <a:lnTo>
                    <a:pt x="799453" y="1140224"/>
                  </a:lnTo>
                  <a:lnTo>
                    <a:pt x="799425" y="1140239"/>
                  </a:lnTo>
                  <a:lnTo>
                    <a:pt x="799331" y="1140288"/>
                  </a:lnTo>
                  <a:lnTo>
                    <a:pt x="799211" y="1140376"/>
                  </a:lnTo>
                  <a:lnTo>
                    <a:pt x="799041" y="1140523"/>
                  </a:lnTo>
                  <a:lnTo>
                    <a:pt x="798983" y="1140585"/>
                  </a:lnTo>
                  <a:lnTo>
                    <a:pt x="798827" y="1140754"/>
                  </a:lnTo>
                  <a:lnTo>
                    <a:pt x="798733" y="1140846"/>
                  </a:lnTo>
                  <a:lnTo>
                    <a:pt x="798655" y="1140923"/>
                  </a:lnTo>
                  <a:lnTo>
                    <a:pt x="798474" y="1141141"/>
                  </a:lnTo>
                  <a:lnTo>
                    <a:pt x="798339" y="1141291"/>
                  </a:lnTo>
                  <a:lnTo>
                    <a:pt x="798215" y="1141435"/>
                  </a:lnTo>
                  <a:lnTo>
                    <a:pt x="798058" y="1141606"/>
                  </a:lnTo>
                  <a:lnTo>
                    <a:pt x="798050" y="1141615"/>
                  </a:lnTo>
                  <a:lnTo>
                    <a:pt x="798004" y="1141665"/>
                  </a:lnTo>
                  <a:lnTo>
                    <a:pt x="797882" y="1141792"/>
                  </a:lnTo>
                  <a:lnTo>
                    <a:pt x="797782" y="1141913"/>
                  </a:lnTo>
                  <a:lnTo>
                    <a:pt x="797520" y="1142182"/>
                  </a:lnTo>
                  <a:lnTo>
                    <a:pt x="797400" y="1142285"/>
                  </a:lnTo>
                  <a:lnTo>
                    <a:pt x="797276" y="1142439"/>
                  </a:lnTo>
                  <a:lnTo>
                    <a:pt x="797010" y="1142767"/>
                  </a:lnTo>
                  <a:lnTo>
                    <a:pt x="796901" y="1142874"/>
                  </a:lnTo>
                  <a:lnTo>
                    <a:pt x="796777" y="1142971"/>
                  </a:lnTo>
                  <a:lnTo>
                    <a:pt x="796490" y="1143223"/>
                  </a:lnTo>
                  <a:lnTo>
                    <a:pt x="796375" y="1143333"/>
                  </a:lnTo>
                  <a:lnTo>
                    <a:pt x="796247" y="1143454"/>
                  </a:lnTo>
                  <a:lnTo>
                    <a:pt x="795976" y="1143630"/>
                  </a:lnTo>
                  <a:lnTo>
                    <a:pt x="795841" y="1143719"/>
                  </a:lnTo>
                  <a:lnTo>
                    <a:pt x="795662" y="1143827"/>
                  </a:lnTo>
                  <a:lnTo>
                    <a:pt x="795403" y="1144005"/>
                  </a:lnTo>
                  <a:lnTo>
                    <a:pt x="795276" y="1144141"/>
                  </a:lnTo>
                  <a:lnTo>
                    <a:pt x="795083" y="1144323"/>
                  </a:lnTo>
                  <a:lnTo>
                    <a:pt x="794874" y="1144520"/>
                  </a:lnTo>
                  <a:lnTo>
                    <a:pt x="794778" y="1144623"/>
                  </a:lnTo>
                  <a:lnTo>
                    <a:pt x="794683" y="1144709"/>
                  </a:lnTo>
                  <a:lnTo>
                    <a:pt x="794624" y="1144781"/>
                  </a:lnTo>
                  <a:lnTo>
                    <a:pt x="794464" y="1145014"/>
                  </a:lnTo>
                  <a:lnTo>
                    <a:pt x="794301" y="1145192"/>
                  </a:lnTo>
                  <a:lnTo>
                    <a:pt x="794195" y="1145303"/>
                  </a:lnTo>
                  <a:lnTo>
                    <a:pt x="793916" y="1145553"/>
                  </a:lnTo>
                  <a:lnTo>
                    <a:pt x="793764" y="1145681"/>
                  </a:lnTo>
                  <a:lnTo>
                    <a:pt x="793516" y="1145970"/>
                  </a:lnTo>
                  <a:lnTo>
                    <a:pt x="793412" y="1146099"/>
                  </a:lnTo>
                  <a:lnTo>
                    <a:pt x="793356" y="1146168"/>
                  </a:lnTo>
                  <a:lnTo>
                    <a:pt x="793292" y="1146246"/>
                  </a:lnTo>
                  <a:lnTo>
                    <a:pt x="793274" y="1146268"/>
                  </a:lnTo>
                  <a:lnTo>
                    <a:pt x="793089" y="1146494"/>
                  </a:lnTo>
                  <a:lnTo>
                    <a:pt x="792980" y="1146623"/>
                  </a:lnTo>
                  <a:lnTo>
                    <a:pt x="792728" y="1146912"/>
                  </a:lnTo>
                  <a:lnTo>
                    <a:pt x="792690" y="1146966"/>
                  </a:lnTo>
                  <a:lnTo>
                    <a:pt x="792611" y="1147082"/>
                  </a:lnTo>
                  <a:lnTo>
                    <a:pt x="792344" y="1147388"/>
                  </a:lnTo>
                  <a:lnTo>
                    <a:pt x="792188" y="1147561"/>
                  </a:lnTo>
                  <a:lnTo>
                    <a:pt x="792100" y="1147653"/>
                  </a:lnTo>
                  <a:lnTo>
                    <a:pt x="791827" y="1147921"/>
                  </a:lnTo>
                  <a:lnTo>
                    <a:pt x="791652" y="1148076"/>
                  </a:lnTo>
                  <a:lnTo>
                    <a:pt x="791389" y="1148404"/>
                  </a:lnTo>
                  <a:lnTo>
                    <a:pt x="791265" y="1148576"/>
                  </a:lnTo>
                  <a:lnTo>
                    <a:pt x="791172" y="1148701"/>
                  </a:lnTo>
                  <a:lnTo>
                    <a:pt x="791148" y="1148745"/>
                  </a:lnTo>
                  <a:lnTo>
                    <a:pt x="791144" y="1148752"/>
                  </a:lnTo>
                  <a:lnTo>
                    <a:pt x="791087" y="1148822"/>
                  </a:lnTo>
                  <a:lnTo>
                    <a:pt x="791071" y="1148838"/>
                  </a:lnTo>
                  <a:lnTo>
                    <a:pt x="791040" y="1148870"/>
                  </a:lnTo>
                  <a:lnTo>
                    <a:pt x="791014" y="1148910"/>
                  </a:lnTo>
                  <a:lnTo>
                    <a:pt x="791009" y="1148916"/>
                  </a:lnTo>
                  <a:lnTo>
                    <a:pt x="790998" y="1148934"/>
                  </a:lnTo>
                  <a:lnTo>
                    <a:pt x="790951" y="1148975"/>
                  </a:lnTo>
                  <a:lnTo>
                    <a:pt x="790915" y="1149019"/>
                  </a:lnTo>
                  <a:lnTo>
                    <a:pt x="790881" y="1149058"/>
                  </a:lnTo>
                  <a:lnTo>
                    <a:pt x="790753" y="1149214"/>
                  </a:lnTo>
                  <a:lnTo>
                    <a:pt x="790617" y="1149373"/>
                  </a:lnTo>
                  <a:lnTo>
                    <a:pt x="790480" y="1149514"/>
                  </a:lnTo>
                  <a:lnTo>
                    <a:pt x="790416" y="1149594"/>
                  </a:lnTo>
                  <a:lnTo>
                    <a:pt x="790327" y="1149728"/>
                  </a:lnTo>
                  <a:lnTo>
                    <a:pt x="790176" y="1149935"/>
                  </a:lnTo>
                  <a:lnTo>
                    <a:pt x="790093" y="1150056"/>
                  </a:lnTo>
                  <a:lnTo>
                    <a:pt x="789923" y="1150310"/>
                  </a:lnTo>
                  <a:lnTo>
                    <a:pt x="789844" y="1150426"/>
                  </a:lnTo>
                  <a:lnTo>
                    <a:pt x="789694" y="1150624"/>
                  </a:lnTo>
                  <a:lnTo>
                    <a:pt x="789627" y="1150699"/>
                  </a:lnTo>
                  <a:lnTo>
                    <a:pt x="789431" y="1150932"/>
                  </a:lnTo>
                  <a:lnTo>
                    <a:pt x="789339" y="1151023"/>
                  </a:lnTo>
                  <a:lnTo>
                    <a:pt x="788992" y="1151365"/>
                  </a:lnTo>
                  <a:lnTo>
                    <a:pt x="788861" y="1151498"/>
                  </a:lnTo>
                  <a:lnTo>
                    <a:pt x="788735" y="1151602"/>
                  </a:lnTo>
                  <a:lnTo>
                    <a:pt x="788445" y="1151927"/>
                  </a:lnTo>
                  <a:lnTo>
                    <a:pt x="788326" y="1152037"/>
                  </a:lnTo>
                  <a:lnTo>
                    <a:pt x="788195" y="1152184"/>
                  </a:lnTo>
                  <a:lnTo>
                    <a:pt x="787973" y="1152420"/>
                  </a:lnTo>
                  <a:lnTo>
                    <a:pt x="787867" y="1152551"/>
                  </a:lnTo>
                  <a:lnTo>
                    <a:pt x="787740" y="1152723"/>
                  </a:lnTo>
                  <a:lnTo>
                    <a:pt x="787439" y="1153100"/>
                  </a:lnTo>
                  <a:lnTo>
                    <a:pt x="787320" y="1153274"/>
                  </a:lnTo>
                  <a:lnTo>
                    <a:pt x="787230" y="1153421"/>
                  </a:lnTo>
                  <a:lnTo>
                    <a:pt x="786972" y="1153776"/>
                  </a:lnTo>
                  <a:lnTo>
                    <a:pt x="786882" y="1153886"/>
                  </a:lnTo>
                  <a:lnTo>
                    <a:pt x="786762" y="1154071"/>
                  </a:lnTo>
                  <a:lnTo>
                    <a:pt x="786504" y="1154372"/>
                  </a:lnTo>
                  <a:lnTo>
                    <a:pt x="786367" y="1154552"/>
                  </a:lnTo>
                  <a:lnTo>
                    <a:pt x="786249" y="1154697"/>
                  </a:lnTo>
                  <a:lnTo>
                    <a:pt x="786010" y="1155003"/>
                  </a:lnTo>
                  <a:lnTo>
                    <a:pt x="785907" y="1155171"/>
                  </a:lnTo>
                  <a:lnTo>
                    <a:pt x="785801" y="1155349"/>
                  </a:lnTo>
                  <a:lnTo>
                    <a:pt x="785559" y="1155710"/>
                  </a:lnTo>
                  <a:lnTo>
                    <a:pt x="785467" y="1155829"/>
                  </a:lnTo>
                  <a:lnTo>
                    <a:pt x="785347" y="1155994"/>
                  </a:lnTo>
                  <a:lnTo>
                    <a:pt x="785235" y="1156174"/>
                  </a:lnTo>
                  <a:lnTo>
                    <a:pt x="785216" y="1156207"/>
                  </a:lnTo>
                  <a:lnTo>
                    <a:pt x="785210" y="1156216"/>
                  </a:lnTo>
                  <a:lnTo>
                    <a:pt x="785208" y="1156221"/>
                  </a:lnTo>
                  <a:lnTo>
                    <a:pt x="785056" y="1156485"/>
                  </a:lnTo>
                  <a:lnTo>
                    <a:pt x="784935" y="1156747"/>
                  </a:lnTo>
                  <a:lnTo>
                    <a:pt x="784892" y="1156872"/>
                  </a:lnTo>
                  <a:lnTo>
                    <a:pt x="784839" y="1157167"/>
                  </a:lnTo>
                  <a:lnTo>
                    <a:pt x="784822" y="1157325"/>
                  </a:lnTo>
                  <a:lnTo>
                    <a:pt x="784827" y="1157428"/>
                  </a:lnTo>
                  <a:lnTo>
                    <a:pt x="784865" y="1157564"/>
                  </a:lnTo>
                  <a:lnTo>
                    <a:pt x="784960" y="1157802"/>
                  </a:lnTo>
                  <a:lnTo>
                    <a:pt x="785052" y="1157992"/>
                  </a:lnTo>
                  <a:lnTo>
                    <a:pt x="785098" y="1158091"/>
                  </a:lnTo>
                  <a:lnTo>
                    <a:pt x="785110" y="1158167"/>
                  </a:lnTo>
                  <a:lnTo>
                    <a:pt x="785113" y="1158241"/>
                  </a:lnTo>
                  <a:lnTo>
                    <a:pt x="785117" y="1158538"/>
                  </a:lnTo>
                  <a:lnTo>
                    <a:pt x="785109" y="1158818"/>
                  </a:lnTo>
                  <a:lnTo>
                    <a:pt x="785075" y="1159147"/>
                  </a:lnTo>
                  <a:lnTo>
                    <a:pt x="785075" y="1159485"/>
                  </a:lnTo>
                  <a:lnTo>
                    <a:pt x="785036" y="1159808"/>
                  </a:lnTo>
                  <a:lnTo>
                    <a:pt x="785014" y="1160042"/>
                  </a:lnTo>
                  <a:lnTo>
                    <a:pt x="784926" y="1160512"/>
                  </a:lnTo>
                  <a:lnTo>
                    <a:pt x="784878" y="1160783"/>
                  </a:lnTo>
                  <a:lnTo>
                    <a:pt x="784760" y="1161262"/>
                  </a:lnTo>
                  <a:lnTo>
                    <a:pt x="784695" y="1161512"/>
                  </a:lnTo>
                  <a:lnTo>
                    <a:pt x="784555" y="1161905"/>
                  </a:lnTo>
                  <a:lnTo>
                    <a:pt x="784498" y="1162018"/>
                  </a:lnTo>
                  <a:lnTo>
                    <a:pt x="784461" y="1162079"/>
                  </a:lnTo>
                  <a:lnTo>
                    <a:pt x="784367" y="1162199"/>
                  </a:lnTo>
                  <a:lnTo>
                    <a:pt x="784210" y="1162350"/>
                  </a:lnTo>
                  <a:lnTo>
                    <a:pt x="784091" y="1162425"/>
                  </a:lnTo>
                  <a:lnTo>
                    <a:pt x="783916" y="1162506"/>
                  </a:lnTo>
                  <a:lnTo>
                    <a:pt x="783580" y="1162610"/>
                  </a:lnTo>
                  <a:lnTo>
                    <a:pt x="783389" y="1162644"/>
                  </a:lnTo>
                  <a:lnTo>
                    <a:pt x="783057" y="1162700"/>
                  </a:lnTo>
                  <a:lnTo>
                    <a:pt x="782857" y="1162732"/>
                  </a:lnTo>
                  <a:lnTo>
                    <a:pt x="782726" y="1162754"/>
                  </a:lnTo>
                  <a:lnTo>
                    <a:pt x="782323" y="1162812"/>
                  </a:lnTo>
                  <a:lnTo>
                    <a:pt x="782141" y="1162837"/>
                  </a:lnTo>
                  <a:lnTo>
                    <a:pt x="781780" y="1162902"/>
                  </a:lnTo>
                  <a:lnTo>
                    <a:pt x="781535" y="1162944"/>
                  </a:lnTo>
                  <a:lnTo>
                    <a:pt x="781363" y="1162979"/>
                  </a:lnTo>
                  <a:lnTo>
                    <a:pt x="781053" y="1163043"/>
                  </a:lnTo>
                  <a:lnTo>
                    <a:pt x="780541" y="1163166"/>
                  </a:lnTo>
                  <a:lnTo>
                    <a:pt x="780338" y="1163235"/>
                  </a:lnTo>
                  <a:lnTo>
                    <a:pt x="780055" y="1163357"/>
                  </a:lnTo>
                  <a:lnTo>
                    <a:pt x="779967" y="1163417"/>
                  </a:lnTo>
                  <a:lnTo>
                    <a:pt x="779883" y="1163509"/>
                  </a:lnTo>
                  <a:lnTo>
                    <a:pt x="779876" y="1163517"/>
                  </a:lnTo>
                  <a:lnTo>
                    <a:pt x="779797" y="1163579"/>
                  </a:lnTo>
                  <a:lnTo>
                    <a:pt x="779621" y="1163701"/>
                  </a:lnTo>
                  <a:lnTo>
                    <a:pt x="779473" y="1163802"/>
                  </a:lnTo>
                  <a:lnTo>
                    <a:pt x="779429" y="1163840"/>
                  </a:lnTo>
                  <a:lnTo>
                    <a:pt x="779335" y="1163902"/>
                  </a:lnTo>
                  <a:lnTo>
                    <a:pt x="779264" y="1163938"/>
                  </a:lnTo>
                  <a:lnTo>
                    <a:pt x="779201" y="1163977"/>
                  </a:lnTo>
                  <a:lnTo>
                    <a:pt x="779152" y="1164019"/>
                  </a:lnTo>
                  <a:lnTo>
                    <a:pt x="779058" y="1164092"/>
                  </a:lnTo>
                  <a:lnTo>
                    <a:pt x="778992" y="1164145"/>
                  </a:lnTo>
                  <a:lnTo>
                    <a:pt x="778855" y="1164223"/>
                  </a:lnTo>
                  <a:lnTo>
                    <a:pt x="778701" y="1164311"/>
                  </a:lnTo>
                  <a:lnTo>
                    <a:pt x="778589" y="1164388"/>
                  </a:lnTo>
                  <a:lnTo>
                    <a:pt x="778514" y="1164425"/>
                  </a:lnTo>
                  <a:lnTo>
                    <a:pt x="778475" y="1164451"/>
                  </a:lnTo>
                  <a:lnTo>
                    <a:pt x="778294" y="1164554"/>
                  </a:lnTo>
                  <a:lnTo>
                    <a:pt x="778177" y="1164629"/>
                  </a:lnTo>
                  <a:lnTo>
                    <a:pt x="778040" y="1164701"/>
                  </a:lnTo>
                  <a:lnTo>
                    <a:pt x="777906" y="1164768"/>
                  </a:lnTo>
                  <a:lnTo>
                    <a:pt x="777768" y="1164861"/>
                  </a:lnTo>
                  <a:lnTo>
                    <a:pt x="777619" y="1164947"/>
                  </a:lnTo>
                  <a:lnTo>
                    <a:pt x="777521" y="1164989"/>
                  </a:lnTo>
                  <a:lnTo>
                    <a:pt x="777344" y="1165052"/>
                  </a:lnTo>
                  <a:lnTo>
                    <a:pt x="777167" y="1165122"/>
                  </a:lnTo>
                  <a:lnTo>
                    <a:pt x="777037" y="1165176"/>
                  </a:lnTo>
                  <a:lnTo>
                    <a:pt x="776907" y="1165228"/>
                  </a:lnTo>
                  <a:lnTo>
                    <a:pt x="776762" y="1165292"/>
                  </a:lnTo>
                  <a:lnTo>
                    <a:pt x="776490" y="1165410"/>
                  </a:lnTo>
                  <a:lnTo>
                    <a:pt x="776328" y="1165480"/>
                  </a:lnTo>
                  <a:lnTo>
                    <a:pt x="776212" y="1165535"/>
                  </a:lnTo>
                  <a:lnTo>
                    <a:pt x="775983" y="1165629"/>
                  </a:lnTo>
                  <a:lnTo>
                    <a:pt x="775894" y="1165661"/>
                  </a:lnTo>
                  <a:lnTo>
                    <a:pt x="775734" y="1165706"/>
                  </a:lnTo>
                  <a:lnTo>
                    <a:pt x="775595" y="1165746"/>
                  </a:lnTo>
                  <a:lnTo>
                    <a:pt x="775315" y="1165804"/>
                  </a:lnTo>
                  <a:lnTo>
                    <a:pt x="775209" y="1165827"/>
                  </a:lnTo>
                  <a:lnTo>
                    <a:pt x="775049" y="1165880"/>
                  </a:lnTo>
                  <a:lnTo>
                    <a:pt x="774980" y="1165899"/>
                  </a:lnTo>
                  <a:lnTo>
                    <a:pt x="774703" y="1165955"/>
                  </a:lnTo>
                  <a:lnTo>
                    <a:pt x="774547" y="1165984"/>
                  </a:lnTo>
                  <a:lnTo>
                    <a:pt x="774388" y="1166010"/>
                  </a:lnTo>
                  <a:lnTo>
                    <a:pt x="774005" y="1166070"/>
                  </a:lnTo>
                  <a:lnTo>
                    <a:pt x="773870" y="1166088"/>
                  </a:lnTo>
                  <a:lnTo>
                    <a:pt x="773750" y="1166109"/>
                  </a:lnTo>
                  <a:lnTo>
                    <a:pt x="773502" y="1166174"/>
                  </a:lnTo>
                  <a:lnTo>
                    <a:pt x="773392" y="1166207"/>
                  </a:lnTo>
                  <a:lnTo>
                    <a:pt x="773249" y="1166242"/>
                  </a:lnTo>
                  <a:lnTo>
                    <a:pt x="773126" y="1166269"/>
                  </a:lnTo>
                  <a:lnTo>
                    <a:pt x="773059" y="1166274"/>
                  </a:lnTo>
                  <a:lnTo>
                    <a:pt x="772799" y="1166320"/>
                  </a:lnTo>
                  <a:lnTo>
                    <a:pt x="772646" y="1166331"/>
                  </a:lnTo>
                  <a:lnTo>
                    <a:pt x="772523" y="1166341"/>
                  </a:lnTo>
                  <a:lnTo>
                    <a:pt x="772422" y="1166341"/>
                  </a:lnTo>
                  <a:lnTo>
                    <a:pt x="772245" y="1166352"/>
                  </a:lnTo>
                  <a:lnTo>
                    <a:pt x="772129" y="1166371"/>
                  </a:lnTo>
                  <a:lnTo>
                    <a:pt x="771990" y="1166398"/>
                  </a:lnTo>
                  <a:lnTo>
                    <a:pt x="771864" y="1166417"/>
                  </a:lnTo>
                  <a:lnTo>
                    <a:pt x="771778" y="1166425"/>
                  </a:lnTo>
                  <a:lnTo>
                    <a:pt x="771755" y="1166426"/>
                  </a:lnTo>
                  <a:lnTo>
                    <a:pt x="771715" y="1166427"/>
                  </a:lnTo>
                  <a:lnTo>
                    <a:pt x="771667" y="1166449"/>
                  </a:lnTo>
                  <a:lnTo>
                    <a:pt x="771557" y="1166484"/>
                  </a:lnTo>
                  <a:lnTo>
                    <a:pt x="771347" y="1166539"/>
                  </a:lnTo>
                  <a:lnTo>
                    <a:pt x="771335" y="1166539"/>
                  </a:lnTo>
                  <a:lnTo>
                    <a:pt x="771301" y="1166547"/>
                  </a:lnTo>
                  <a:lnTo>
                    <a:pt x="771243" y="1166562"/>
                  </a:lnTo>
                  <a:lnTo>
                    <a:pt x="771065" y="1166572"/>
                  </a:lnTo>
                  <a:lnTo>
                    <a:pt x="770927" y="1166573"/>
                  </a:lnTo>
                  <a:lnTo>
                    <a:pt x="770822" y="1166577"/>
                  </a:lnTo>
                  <a:lnTo>
                    <a:pt x="770714" y="1166587"/>
                  </a:lnTo>
                  <a:lnTo>
                    <a:pt x="770515" y="1166619"/>
                  </a:lnTo>
                  <a:lnTo>
                    <a:pt x="770359" y="1166641"/>
                  </a:lnTo>
                  <a:lnTo>
                    <a:pt x="770238" y="1166652"/>
                  </a:lnTo>
                  <a:lnTo>
                    <a:pt x="770103" y="1166674"/>
                  </a:lnTo>
                  <a:lnTo>
                    <a:pt x="770018" y="1166698"/>
                  </a:lnTo>
                  <a:lnTo>
                    <a:pt x="769789" y="1166704"/>
                  </a:lnTo>
                  <a:lnTo>
                    <a:pt x="769652" y="1166701"/>
                  </a:lnTo>
                  <a:lnTo>
                    <a:pt x="769500" y="1166702"/>
                  </a:lnTo>
                  <a:lnTo>
                    <a:pt x="769346" y="1166695"/>
                  </a:lnTo>
                  <a:lnTo>
                    <a:pt x="769229" y="1166701"/>
                  </a:lnTo>
                  <a:lnTo>
                    <a:pt x="768975" y="1166721"/>
                  </a:lnTo>
                  <a:lnTo>
                    <a:pt x="768849" y="1166733"/>
                  </a:lnTo>
                  <a:lnTo>
                    <a:pt x="768744" y="1166763"/>
                  </a:lnTo>
                  <a:lnTo>
                    <a:pt x="768682" y="1166773"/>
                  </a:lnTo>
                  <a:lnTo>
                    <a:pt x="768558" y="1166773"/>
                  </a:lnTo>
                  <a:lnTo>
                    <a:pt x="768410" y="1166759"/>
                  </a:lnTo>
                  <a:lnTo>
                    <a:pt x="768280" y="1166751"/>
                  </a:lnTo>
                  <a:lnTo>
                    <a:pt x="768082" y="1166726"/>
                  </a:lnTo>
                  <a:lnTo>
                    <a:pt x="767916" y="1166711"/>
                  </a:lnTo>
                  <a:lnTo>
                    <a:pt x="767745" y="1166696"/>
                  </a:lnTo>
                  <a:lnTo>
                    <a:pt x="767446" y="1166670"/>
                  </a:lnTo>
                  <a:lnTo>
                    <a:pt x="767288" y="1166659"/>
                  </a:lnTo>
                  <a:lnTo>
                    <a:pt x="767092" y="1166652"/>
                  </a:lnTo>
                  <a:lnTo>
                    <a:pt x="766769" y="1166654"/>
                  </a:lnTo>
                  <a:lnTo>
                    <a:pt x="766589" y="1166652"/>
                  </a:lnTo>
                  <a:lnTo>
                    <a:pt x="766308" y="1166672"/>
                  </a:lnTo>
                  <a:lnTo>
                    <a:pt x="766120" y="1166689"/>
                  </a:lnTo>
                  <a:lnTo>
                    <a:pt x="765984" y="1166702"/>
                  </a:lnTo>
                  <a:lnTo>
                    <a:pt x="765650" y="1166731"/>
                  </a:lnTo>
                  <a:lnTo>
                    <a:pt x="765455" y="1166763"/>
                  </a:lnTo>
                  <a:lnTo>
                    <a:pt x="765246" y="1166798"/>
                  </a:lnTo>
                  <a:lnTo>
                    <a:pt x="765017" y="1166843"/>
                  </a:lnTo>
                  <a:lnTo>
                    <a:pt x="764901" y="1166861"/>
                  </a:lnTo>
                  <a:lnTo>
                    <a:pt x="764759" y="1166886"/>
                  </a:lnTo>
                  <a:lnTo>
                    <a:pt x="764638" y="1166906"/>
                  </a:lnTo>
                  <a:lnTo>
                    <a:pt x="764386" y="1166934"/>
                  </a:lnTo>
                  <a:lnTo>
                    <a:pt x="764265" y="1166957"/>
                  </a:lnTo>
                  <a:lnTo>
                    <a:pt x="764145" y="1166978"/>
                  </a:lnTo>
                  <a:lnTo>
                    <a:pt x="764014" y="1167000"/>
                  </a:lnTo>
                  <a:lnTo>
                    <a:pt x="763786" y="1167029"/>
                  </a:lnTo>
                  <a:lnTo>
                    <a:pt x="763587" y="1167058"/>
                  </a:lnTo>
                  <a:lnTo>
                    <a:pt x="763442" y="1167068"/>
                  </a:lnTo>
                  <a:lnTo>
                    <a:pt x="763329" y="1167072"/>
                  </a:lnTo>
                  <a:lnTo>
                    <a:pt x="763047" y="1167110"/>
                  </a:lnTo>
                  <a:lnTo>
                    <a:pt x="762884" y="1167126"/>
                  </a:lnTo>
                  <a:lnTo>
                    <a:pt x="762769" y="1167135"/>
                  </a:lnTo>
                  <a:lnTo>
                    <a:pt x="762521" y="1167151"/>
                  </a:lnTo>
                  <a:lnTo>
                    <a:pt x="762350" y="1167159"/>
                  </a:lnTo>
                  <a:lnTo>
                    <a:pt x="762221" y="1167180"/>
                  </a:lnTo>
                  <a:lnTo>
                    <a:pt x="762108" y="1167200"/>
                  </a:lnTo>
                  <a:lnTo>
                    <a:pt x="762068" y="1167208"/>
                  </a:lnTo>
                  <a:lnTo>
                    <a:pt x="762005" y="1167219"/>
                  </a:lnTo>
                  <a:lnTo>
                    <a:pt x="761873" y="1167244"/>
                  </a:lnTo>
                  <a:lnTo>
                    <a:pt x="761706" y="1167275"/>
                  </a:lnTo>
                  <a:lnTo>
                    <a:pt x="761337" y="1167337"/>
                  </a:lnTo>
                  <a:lnTo>
                    <a:pt x="761144" y="1167362"/>
                  </a:lnTo>
                  <a:lnTo>
                    <a:pt x="761032" y="1167391"/>
                  </a:lnTo>
                  <a:lnTo>
                    <a:pt x="760749" y="1167463"/>
                  </a:lnTo>
                  <a:lnTo>
                    <a:pt x="760602" y="1167487"/>
                  </a:lnTo>
                  <a:lnTo>
                    <a:pt x="760459" y="1167515"/>
                  </a:lnTo>
                  <a:lnTo>
                    <a:pt x="760087" y="1167578"/>
                  </a:lnTo>
                  <a:lnTo>
                    <a:pt x="759943" y="1167601"/>
                  </a:lnTo>
                  <a:lnTo>
                    <a:pt x="759753" y="1167629"/>
                  </a:lnTo>
                  <a:lnTo>
                    <a:pt x="759482" y="1167664"/>
                  </a:lnTo>
                  <a:lnTo>
                    <a:pt x="759377" y="1167689"/>
                  </a:lnTo>
                  <a:lnTo>
                    <a:pt x="759265" y="1167720"/>
                  </a:lnTo>
                  <a:lnTo>
                    <a:pt x="758981" y="1167763"/>
                  </a:lnTo>
                  <a:lnTo>
                    <a:pt x="758812" y="1167784"/>
                  </a:lnTo>
                  <a:lnTo>
                    <a:pt x="758729" y="1167783"/>
                  </a:lnTo>
                  <a:lnTo>
                    <a:pt x="758613" y="1167797"/>
                  </a:lnTo>
                  <a:lnTo>
                    <a:pt x="758390" y="1167841"/>
                  </a:lnTo>
                  <a:lnTo>
                    <a:pt x="758221" y="1167884"/>
                  </a:lnTo>
                  <a:lnTo>
                    <a:pt x="758059" y="1167921"/>
                  </a:lnTo>
                  <a:lnTo>
                    <a:pt x="757822" y="1167971"/>
                  </a:lnTo>
                  <a:lnTo>
                    <a:pt x="757666" y="1167988"/>
                  </a:lnTo>
                  <a:lnTo>
                    <a:pt x="757565" y="1167991"/>
                  </a:lnTo>
                  <a:lnTo>
                    <a:pt x="757456" y="1167997"/>
                  </a:lnTo>
                  <a:lnTo>
                    <a:pt x="757129" y="1168025"/>
                  </a:lnTo>
                  <a:lnTo>
                    <a:pt x="756941" y="1168057"/>
                  </a:lnTo>
                  <a:lnTo>
                    <a:pt x="756769" y="1168102"/>
                  </a:lnTo>
                  <a:lnTo>
                    <a:pt x="756504" y="1168156"/>
                  </a:lnTo>
                  <a:lnTo>
                    <a:pt x="756358" y="1168178"/>
                  </a:lnTo>
                  <a:lnTo>
                    <a:pt x="756272" y="1168193"/>
                  </a:lnTo>
                  <a:lnTo>
                    <a:pt x="755975" y="1168258"/>
                  </a:lnTo>
                  <a:lnTo>
                    <a:pt x="755883" y="1168280"/>
                  </a:lnTo>
                  <a:lnTo>
                    <a:pt x="755694" y="1168307"/>
                  </a:lnTo>
                  <a:lnTo>
                    <a:pt x="755392" y="1168356"/>
                  </a:lnTo>
                  <a:lnTo>
                    <a:pt x="755235" y="1168368"/>
                  </a:lnTo>
                  <a:lnTo>
                    <a:pt x="755098" y="1168375"/>
                  </a:lnTo>
                  <a:lnTo>
                    <a:pt x="754745" y="1168376"/>
                  </a:lnTo>
                  <a:lnTo>
                    <a:pt x="754656" y="1168370"/>
                  </a:lnTo>
                  <a:lnTo>
                    <a:pt x="754456" y="1168326"/>
                  </a:lnTo>
                  <a:lnTo>
                    <a:pt x="754191" y="1168223"/>
                  </a:lnTo>
                  <a:lnTo>
                    <a:pt x="753967" y="1168131"/>
                  </a:lnTo>
                  <a:lnTo>
                    <a:pt x="753573" y="1167963"/>
                  </a:lnTo>
                  <a:lnTo>
                    <a:pt x="753403" y="1167898"/>
                  </a:lnTo>
                  <a:lnTo>
                    <a:pt x="753110" y="1167773"/>
                  </a:lnTo>
                  <a:lnTo>
                    <a:pt x="752960" y="1167720"/>
                  </a:lnTo>
                  <a:lnTo>
                    <a:pt x="752754" y="1167649"/>
                  </a:lnTo>
                  <a:lnTo>
                    <a:pt x="752617" y="1167598"/>
                  </a:lnTo>
                  <a:lnTo>
                    <a:pt x="752479" y="1167533"/>
                  </a:lnTo>
                  <a:lnTo>
                    <a:pt x="752461" y="1167523"/>
                  </a:lnTo>
                  <a:lnTo>
                    <a:pt x="752421" y="1167501"/>
                  </a:lnTo>
                  <a:lnTo>
                    <a:pt x="752354" y="1167485"/>
                  </a:lnTo>
                  <a:lnTo>
                    <a:pt x="752189" y="1167420"/>
                  </a:lnTo>
                  <a:lnTo>
                    <a:pt x="751970" y="1167333"/>
                  </a:lnTo>
                  <a:lnTo>
                    <a:pt x="751882" y="1167306"/>
                  </a:lnTo>
                  <a:lnTo>
                    <a:pt x="751817" y="1167279"/>
                  </a:lnTo>
                  <a:lnTo>
                    <a:pt x="751721" y="1167253"/>
                  </a:lnTo>
                  <a:lnTo>
                    <a:pt x="751549" y="1167204"/>
                  </a:lnTo>
                  <a:lnTo>
                    <a:pt x="751187" y="1167110"/>
                  </a:lnTo>
                  <a:lnTo>
                    <a:pt x="751044" y="1167077"/>
                  </a:lnTo>
                  <a:lnTo>
                    <a:pt x="750940" y="1167061"/>
                  </a:lnTo>
                  <a:lnTo>
                    <a:pt x="750868" y="1167045"/>
                  </a:lnTo>
                  <a:lnTo>
                    <a:pt x="750784" y="1167037"/>
                  </a:lnTo>
                  <a:lnTo>
                    <a:pt x="750622" y="1167034"/>
                  </a:lnTo>
                  <a:lnTo>
                    <a:pt x="750407" y="1167028"/>
                  </a:lnTo>
                  <a:lnTo>
                    <a:pt x="750274" y="1167022"/>
                  </a:lnTo>
                  <a:lnTo>
                    <a:pt x="749999" y="1166968"/>
                  </a:lnTo>
                  <a:lnTo>
                    <a:pt x="749784" y="1166945"/>
                  </a:lnTo>
                  <a:lnTo>
                    <a:pt x="749543" y="1166903"/>
                  </a:lnTo>
                  <a:lnTo>
                    <a:pt x="749330" y="1166875"/>
                  </a:lnTo>
                  <a:lnTo>
                    <a:pt x="749174" y="1166852"/>
                  </a:lnTo>
                  <a:lnTo>
                    <a:pt x="748954" y="1166812"/>
                  </a:lnTo>
                  <a:lnTo>
                    <a:pt x="748796" y="1166792"/>
                  </a:lnTo>
                  <a:lnTo>
                    <a:pt x="748691" y="1166784"/>
                  </a:lnTo>
                  <a:lnTo>
                    <a:pt x="748568" y="1166783"/>
                  </a:lnTo>
                  <a:lnTo>
                    <a:pt x="748346" y="1166782"/>
                  </a:lnTo>
                  <a:lnTo>
                    <a:pt x="748140" y="1166779"/>
                  </a:lnTo>
                  <a:lnTo>
                    <a:pt x="747977" y="1166776"/>
                  </a:lnTo>
                  <a:lnTo>
                    <a:pt x="747721" y="1166813"/>
                  </a:lnTo>
                  <a:lnTo>
                    <a:pt x="747578" y="1166834"/>
                  </a:lnTo>
                  <a:lnTo>
                    <a:pt x="747394" y="1166890"/>
                  </a:lnTo>
                  <a:lnTo>
                    <a:pt x="747158" y="1166951"/>
                  </a:lnTo>
                  <a:lnTo>
                    <a:pt x="747009" y="1167012"/>
                  </a:lnTo>
                  <a:lnTo>
                    <a:pt x="746874" y="1167079"/>
                  </a:lnTo>
                  <a:lnTo>
                    <a:pt x="746788" y="1167111"/>
                  </a:lnTo>
                  <a:lnTo>
                    <a:pt x="746577" y="1167188"/>
                  </a:lnTo>
                  <a:lnTo>
                    <a:pt x="746401" y="1167237"/>
                  </a:lnTo>
                  <a:lnTo>
                    <a:pt x="746239" y="1167289"/>
                  </a:lnTo>
                  <a:lnTo>
                    <a:pt x="746125" y="1167322"/>
                  </a:lnTo>
                  <a:lnTo>
                    <a:pt x="745961" y="1167382"/>
                  </a:lnTo>
                  <a:lnTo>
                    <a:pt x="745854" y="1167428"/>
                  </a:lnTo>
                  <a:lnTo>
                    <a:pt x="745754" y="1167500"/>
                  </a:lnTo>
                  <a:lnTo>
                    <a:pt x="745604" y="1167584"/>
                  </a:lnTo>
                  <a:lnTo>
                    <a:pt x="745446" y="1167704"/>
                  </a:lnTo>
                  <a:lnTo>
                    <a:pt x="745329" y="1167773"/>
                  </a:lnTo>
                  <a:lnTo>
                    <a:pt x="745224" y="1167820"/>
                  </a:lnTo>
                  <a:lnTo>
                    <a:pt x="745107" y="1167850"/>
                  </a:lnTo>
                  <a:lnTo>
                    <a:pt x="745016" y="1167880"/>
                  </a:lnTo>
                  <a:lnTo>
                    <a:pt x="744871" y="1167916"/>
                  </a:lnTo>
                  <a:lnTo>
                    <a:pt x="744760" y="1167931"/>
                  </a:lnTo>
                  <a:lnTo>
                    <a:pt x="744677" y="1167933"/>
                  </a:lnTo>
                  <a:lnTo>
                    <a:pt x="744504" y="1167943"/>
                  </a:lnTo>
                  <a:lnTo>
                    <a:pt x="744396" y="1167940"/>
                  </a:lnTo>
                  <a:lnTo>
                    <a:pt x="744341" y="1167929"/>
                  </a:lnTo>
                  <a:lnTo>
                    <a:pt x="744276" y="1167908"/>
                  </a:lnTo>
                  <a:lnTo>
                    <a:pt x="744163" y="1167853"/>
                  </a:lnTo>
                  <a:lnTo>
                    <a:pt x="744023" y="1167794"/>
                  </a:lnTo>
                  <a:lnTo>
                    <a:pt x="743846" y="1167698"/>
                  </a:lnTo>
                  <a:lnTo>
                    <a:pt x="743644" y="1167592"/>
                  </a:lnTo>
                  <a:lnTo>
                    <a:pt x="743447" y="1167488"/>
                  </a:lnTo>
                  <a:lnTo>
                    <a:pt x="743332" y="1167421"/>
                  </a:lnTo>
                  <a:lnTo>
                    <a:pt x="743136" y="1167333"/>
                  </a:lnTo>
                  <a:lnTo>
                    <a:pt x="742943" y="1167221"/>
                  </a:lnTo>
                  <a:lnTo>
                    <a:pt x="742814" y="1167164"/>
                  </a:lnTo>
                  <a:lnTo>
                    <a:pt x="742775" y="1167147"/>
                  </a:lnTo>
                  <a:lnTo>
                    <a:pt x="742766" y="1167143"/>
                  </a:lnTo>
                  <a:lnTo>
                    <a:pt x="742584" y="1167047"/>
                  </a:lnTo>
                  <a:lnTo>
                    <a:pt x="742392" y="1166963"/>
                  </a:lnTo>
                  <a:lnTo>
                    <a:pt x="742209" y="1166896"/>
                  </a:lnTo>
                  <a:lnTo>
                    <a:pt x="741965" y="1166786"/>
                  </a:lnTo>
                  <a:lnTo>
                    <a:pt x="741822" y="1166726"/>
                  </a:lnTo>
                  <a:lnTo>
                    <a:pt x="741711" y="1166674"/>
                  </a:lnTo>
                  <a:lnTo>
                    <a:pt x="741637" y="1166629"/>
                  </a:lnTo>
                  <a:lnTo>
                    <a:pt x="741457" y="1166543"/>
                  </a:lnTo>
                  <a:lnTo>
                    <a:pt x="741286" y="1166460"/>
                  </a:lnTo>
                  <a:lnTo>
                    <a:pt x="741099" y="1166356"/>
                  </a:lnTo>
                  <a:lnTo>
                    <a:pt x="740915" y="1166247"/>
                  </a:lnTo>
                  <a:lnTo>
                    <a:pt x="740695" y="1166129"/>
                  </a:lnTo>
                  <a:lnTo>
                    <a:pt x="740558" y="1166048"/>
                  </a:lnTo>
                  <a:lnTo>
                    <a:pt x="740424" y="1165953"/>
                  </a:lnTo>
                  <a:lnTo>
                    <a:pt x="740304" y="1165896"/>
                  </a:lnTo>
                  <a:lnTo>
                    <a:pt x="740139" y="1165811"/>
                  </a:lnTo>
                  <a:lnTo>
                    <a:pt x="739979" y="1165700"/>
                  </a:lnTo>
                  <a:lnTo>
                    <a:pt x="739836" y="1165591"/>
                  </a:lnTo>
                  <a:lnTo>
                    <a:pt x="739710" y="1165523"/>
                  </a:lnTo>
                  <a:lnTo>
                    <a:pt x="739639" y="1165488"/>
                  </a:lnTo>
                  <a:lnTo>
                    <a:pt x="739496" y="1165452"/>
                  </a:lnTo>
                  <a:lnTo>
                    <a:pt x="739264" y="1165414"/>
                  </a:lnTo>
                  <a:lnTo>
                    <a:pt x="739109" y="1165397"/>
                  </a:lnTo>
                  <a:lnTo>
                    <a:pt x="738834" y="1165384"/>
                  </a:lnTo>
                  <a:lnTo>
                    <a:pt x="738685" y="1165388"/>
                  </a:lnTo>
                  <a:lnTo>
                    <a:pt x="738516" y="1165401"/>
                  </a:lnTo>
                  <a:lnTo>
                    <a:pt x="738212" y="1165454"/>
                  </a:lnTo>
                  <a:lnTo>
                    <a:pt x="738097" y="1165462"/>
                  </a:lnTo>
                  <a:lnTo>
                    <a:pt x="737897" y="1165486"/>
                  </a:lnTo>
                  <a:lnTo>
                    <a:pt x="737675" y="1165511"/>
                  </a:lnTo>
                  <a:lnTo>
                    <a:pt x="737522" y="1165527"/>
                  </a:lnTo>
                  <a:lnTo>
                    <a:pt x="737336" y="1165559"/>
                  </a:lnTo>
                  <a:lnTo>
                    <a:pt x="737009" y="1165592"/>
                  </a:lnTo>
                  <a:lnTo>
                    <a:pt x="736842" y="1165613"/>
                  </a:lnTo>
                  <a:lnTo>
                    <a:pt x="736696" y="1165628"/>
                  </a:lnTo>
                  <a:lnTo>
                    <a:pt x="736347" y="1165661"/>
                  </a:lnTo>
                  <a:lnTo>
                    <a:pt x="736185" y="1165677"/>
                  </a:lnTo>
                  <a:lnTo>
                    <a:pt x="736059" y="1165695"/>
                  </a:lnTo>
                  <a:lnTo>
                    <a:pt x="735880" y="1165724"/>
                  </a:lnTo>
                  <a:lnTo>
                    <a:pt x="735767" y="1165750"/>
                  </a:lnTo>
                  <a:lnTo>
                    <a:pt x="735614" y="1165783"/>
                  </a:lnTo>
                  <a:lnTo>
                    <a:pt x="735329" y="1165838"/>
                  </a:lnTo>
                  <a:lnTo>
                    <a:pt x="735155" y="1165890"/>
                  </a:lnTo>
                  <a:lnTo>
                    <a:pt x="735032" y="1165935"/>
                  </a:lnTo>
                  <a:lnTo>
                    <a:pt x="734902" y="1165980"/>
                  </a:lnTo>
                  <a:lnTo>
                    <a:pt x="734692" y="1166057"/>
                  </a:lnTo>
                  <a:lnTo>
                    <a:pt x="734563" y="1166100"/>
                  </a:lnTo>
                  <a:lnTo>
                    <a:pt x="734431" y="1166139"/>
                  </a:lnTo>
                  <a:lnTo>
                    <a:pt x="734267" y="1166192"/>
                  </a:lnTo>
                  <a:lnTo>
                    <a:pt x="734090" y="1166249"/>
                  </a:lnTo>
                  <a:lnTo>
                    <a:pt x="733961" y="1166298"/>
                  </a:lnTo>
                  <a:lnTo>
                    <a:pt x="733832" y="1166341"/>
                  </a:lnTo>
                  <a:lnTo>
                    <a:pt x="733723" y="1166401"/>
                  </a:lnTo>
                  <a:lnTo>
                    <a:pt x="733491" y="1166545"/>
                  </a:lnTo>
                  <a:lnTo>
                    <a:pt x="733357" y="1166639"/>
                  </a:lnTo>
                  <a:lnTo>
                    <a:pt x="733290" y="1166684"/>
                  </a:lnTo>
                  <a:lnTo>
                    <a:pt x="733181" y="1166739"/>
                  </a:lnTo>
                  <a:lnTo>
                    <a:pt x="733166" y="1166746"/>
                  </a:lnTo>
                  <a:lnTo>
                    <a:pt x="733126" y="1166768"/>
                  </a:lnTo>
                  <a:lnTo>
                    <a:pt x="733025" y="1166784"/>
                  </a:lnTo>
                  <a:lnTo>
                    <a:pt x="732927" y="1166798"/>
                  </a:lnTo>
                  <a:lnTo>
                    <a:pt x="732839" y="1166818"/>
                  </a:lnTo>
                  <a:lnTo>
                    <a:pt x="732731" y="1166841"/>
                  </a:lnTo>
                  <a:lnTo>
                    <a:pt x="732594" y="1166879"/>
                  </a:lnTo>
                  <a:lnTo>
                    <a:pt x="732493" y="1166900"/>
                  </a:lnTo>
                  <a:lnTo>
                    <a:pt x="732383" y="1166932"/>
                  </a:lnTo>
                  <a:lnTo>
                    <a:pt x="732272" y="1166978"/>
                  </a:lnTo>
                  <a:lnTo>
                    <a:pt x="732188" y="1167017"/>
                  </a:lnTo>
                  <a:lnTo>
                    <a:pt x="732121" y="1167038"/>
                  </a:lnTo>
                  <a:lnTo>
                    <a:pt x="732010" y="1167073"/>
                  </a:lnTo>
                  <a:lnTo>
                    <a:pt x="731975" y="1167088"/>
                  </a:lnTo>
                  <a:lnTo>
                    <a:pt x="731871" y="1167114"/>
                  </a:lnTo>
                  <a:lnTo>
                    <a:pt x="731785" y="1167137"/>
                  </a:lnTo>
                  <a:lnTo>
                    <a:pt x="731517" y="1167210"/>
                  </a:lnTo>
                  <a:lnTo>
                    <a:pt x="731331" y="1167259"/>
                  </a:lnTo>
                  <a:lnTo>
                    <a:pt x="731216" y="1167292"/>
                  </a:lnTo>
                  <a:lnTo>
                    <a:pt x="731151" y="1167306"/>
                  </a:lnTo>
                  <a:lnTo>
                    <a:pt x="730890" y="1167355"/>
                  </a:lnTo>
                  <a:lnTo>
                    <a:pt x="730724" y="1167390"/>
                  </a:lnTo>
                  <a:lnTo>
                    <a:pt x="730627" y="1167409"/>
                  </a:lnTo>
                  <a:lnTo>
                    <a:pt x="730550" y="1167425"/>
                  </a:lnTo>
                  <a:lnTo>
                    <a:pt x="730414" y="1167459"/>
                  </a:lnTo>
                  <a:lnTo>
                    <a:pt x="730320" y="1167469"/>
                  </a:lnTo>
                  <a:lnTo>
                    <a:pt x="730230" y="1167480"/>
                  </a:lnTo>
                  <a:lnTo>
                    <a:pt x="730057" y="1167516"/>
                  </a:lnTo>
                  <a:lnTo>
                    <a:pt x="729984" y="1167537"/>
                  </a:lnTo>
                  <a:lnTo>
                    <a:pt x="729903" y="1167556"/>
                  </a:lnTo>
                  <a:lnTo>
                    <a:pt x="729716" y="1167615"/>
                  </a:lnTo>
                  <a:lnTo>
                    <a:pt x="729636" y="1167627"/>
                  </a:lnTo>
                  <a:lnTo>
                    <a:pt x="729581" y="1167636"/>
                  </a:lnTo>
                  <a:lnTo>
                    <a:pt x="729422" y="1167668"/>
                  </a:lnTo>
                  <a:lnTo>
                    <a:pt x="729327" y="1167683"/>
                  </a:lnTo>
                  <a:lnTo>
                    <a:pt x="729120" y="1167728"/>
                  </a:lnTo>
                  <a:lnTo>
                    <a:pt x="729019" y="1167746"/>
                  </a:lnTo>
                  <a:lnTo>
                    <a:pt x="728830" y="1167772"/>
                  </a:lnTo>
                  <a:lnTo>
                    <a:pt x="728743" y="1167785"/>
                  </a:lnTo>
                  <a:lnTo>
                    <a:pt x="728499" y="1167825"/>
                  </a:lnTo>
                  <a:lnTo>
                    <a:pt x="728270" y="1167869"/>
                  </a:lnTo>
                  <a:lnTo>
                    <a:pt x="728153" y="1167884"/>
                  </a:lnTo>
                  <a:lnTo>
                    <a:pt x="728021" y="1167910"/>
                  </a:lnTo>
                  <a:lnTo>
                    <a:pt x="727952" y="1167929"/>
                  </a:lnTo>
                  <a:lnTo>
                    <a:pt x="727835" y="1167959"/>
                  </a:lnTo>
                  <a:lnTo>
                    <a:pt x="727694" y="1168010"/>
                  </a:lnTo>
                  <a:lnTo>
                    <a:pt x="727600" y="1168035"/>
                  </a:lnTo>
                  <a:lnTo>
                    <a:pt x="727480" y="1168059"/>
                  </a:lnTo>
                  <a:lnTo>
                    <a:pt x="727376" y="1168068"/>
                  </a:lnTo>
                  <a:lnTo>
                    <a:pt x="727271" y="1168082"/>
                  </a:lnTo>
                  <a:lnTo>
                    <a:pt x="727144" y="1168098"/>
                  </a:lnTo>
                  <a:lnTo>
                    <a:pt x="727076" y="1168112"/>
                  </a:lnTo>
                  <a:lnTo>
                    <a:pt x="727008" y="1168130"/>
                  </a:lnTo>
                  <a:lnTo>
                    <a:pt x="726837" y="1168165"/>
                  </a:lnTo>
                  <a:lnTo>
                    <a:pt x="726758" y="1168187"/>
                  </a:lnTo>
                  <a:lnTo>
                    <a:pt x="726686" y="1168213"/>
                  </a:lnTo>
                  <a:lnTo>
                    <a:pt x="726526" y="1168259"/>
                  </a:lnTo>
                  <a:lnTo>
                    <a:pt x="726432" y="1168284"/>
                  </a:lnTo>
                  <a:lnTo>
                    <a:pt x="726225" y="1168331"/>
                  </a:lnTo>
                  <a:lnTo>
                    <a:pt x="726121" y="1168353"/>
                  </a:lnTo>
                  <a:lnTo>
                    <a:pt x="726070" y="1168362"/>
                  </a:lnTo>
                  <a:lnTo>
                    <a:pt x="725883" y="1168379"/>
                  </a:lnTo>
                  <a:lnTo>
                    <a:pt x="725784" y="1168389"/>
                  </a:lnTo>
                  <a:lnTo>
                    <a:pt x="725594" y="1168416"/>
                  </a:lnTo>
                  <a:lnTo>
                    <a:pt x="725501" y="1168435"/>
                  </a:lnTo>
                  <a:lnTo>
                    <a:pt x="725376" y="1168461"/>
                  </a:lnTo>
                  <a:lnTo>
                    <a:pt x="725287" y="1168479"/>
                  </a:lnTo>
                  <a:lnTo>
                    <a:pt x="725098" y="1168521"/>
                  </a:lnTo>
                  <a:lnTo>
                    <a:pt x="724980" y="1168545"/>
                  </a:lnTo>
                  <a:lnTo>
                    <a:pt x="724824" y="1168583"/>
                  </a:lnTo>
                  <a:lnTo>
                    <a:pt x="724722" y="1168601"/>
                  </a:lnTo>
                  <a:lnTo>
                    <a:pt x="724675" y="1168612"/>
                  </a:lnTo>
                  <a:lnTo>
                    <a:pt x="724578" y="1168642"/>
                  </a:lnTo>
                  <a:lnTo>
                    <a:pt x="724504" y="1168670"/>
                  </a:lnTo>
                  <a:lnTo>
                    <a:pt x="724451" y="1168693"/>
                  </a:lnTo>
                  <a:lnTo>
                    <a:pt x="724251" y="1168743"/>
                  </a:lnTo>
                  <a:lnTo>
                    <a:pt x="724155" y="1168765"/>
                  </a:lnTo>
                  <a:lnTo>
                    <a:pt x="723937" y="1168815"/>
                  </a:lnTo>
                  <a:lnTo>
                    <a:pt x="723837" y="1168841"/>
                  </a:lnTo>
                  <a:lnTo>
                    <a:pt x="723575" y="1168907"/>
                  </a:lnTo>
                  <a:lnTo>
                    <a:pt x="723519" y="1168925"/>
                  </a:lnTo>
                  <a:lnTo>
                    <a:pt x="723498" y="1168932"/>
                  </a:lnTo>
                  <a:lnTo>
                    <a:pt x="723480" y="1168936"/>
                  </a:lnTo>
                  <a:lnTo>
                    <a:pt x="723295" y="1168977"/>
                  </a:lnTo>
                  <a:lnTo>
                    <a:pt x="723224" y="1169003"/>
                  </a:lnTo>
                  <a:lnTo>
                    <a:pt x="722969" y="1169120"/>
                  </a:lnTo>
                  <a:lnTo>
                    <a:pt x="722902" y="1169157"/>
                  </a:lnTo>
                  <a:lnTo>
                    <a:pt x="722737" y="1169221"/>
                  </a:lnTo>
                  <a:lnTo>
                    <a:pt x="722629" y="1169268"/>
                  </a:lnTo>
                  <a:lnTo>
                    <a:pt x="722434" y="1169330"/>
                  </a:lnTo>
                  <a:lnTo>
                    <a:pt x="722345" y="1169350"/>
                  </a:lnTo>
                  <a:lnTo>
                    <a:pt x="722173" y="1169388"/>
                  </a:lnTo>
                  <a:lnTo>
                    <a:pt x="722103" y="1169400"/>
                  </a:lnTo>
                  <a:lnTo>
                    <a:pt x="722053" y="1169405"/>
                  </a:lnTo>
                  <a:lnTo>
                    <a:pt x="721910" y="1169425"/>
                  </a:lnTo>
                  <a:lnTo>
                    <a:pt x="721842" y="1169438"/>
                  </a:lnTo>
                  <a:lnTo>
                    <a:pt x="721759" y="1169462"/>
                  </a:lnTo>
                  <a:lnTo>
                    <a:pt x="721579" y="1169532"/>
                  </a:lnTo>
                  <a:lnTo>
                    <a:pt x="721502" y="1169565"/>
                  </a:lnTo>
                  <a:lnTo>
                    <a:pt x="721390" y="1169605"/>
                  </a:lnTo>
                  <a:lnTo>
                    <a:pt x="721264" y="1169638"/>
                  </a:lnTo>
                  <a:lnTo>
                    <a:pt x="721194" y="1169646"/>
                  </a:lnTo>
                  <a:lnTo>
                    <a:pt x="721049" y="1169658"/>
                  </a:lnTo>
                  <a:lnTo>
                    <a:pt x="720988" y="1169668"/>
                  </a:lnTo>
                  <a:lnTo>
                    <a:pt x="720913" y="1169684"/>
                  </a:lnTo>
                  <a:lnTo>
                    <a:pt x="720797" y="1169725"/>
                  </a:lnTo>
                  <a:lnTo>
                    <a:pt x="720702" y="1169761"/>
                  </a:lnTo>
                  <a:lnTo>
                    <a:pt x="720644" y="1169781"/>
                  </a:lnTo>
                  <a:lnTo>
                    <a:pt x="720554" y="1169797"/>
                  </a:lnTo>
                  <a:lnTo>
                    <a:pt x="720480" y="1169813"/>
                  </a:lnTo>
                  <a:lnTo>
                    <a:pt x="720305" y="1169861"/>
                  </a:lnTo>
                  <a:lnTo>
                    <a:pt x="720225" y="1169876"/>
                  </a:lnTo>
                  <a:lnTo>
                    <a:pt x="720149" y="1169885"/>
                  </a:lnTo>
                  <a:lnTo>
                    <a:pt x="720007" y="1169886"/>
                  </a:lnTo>
                  <a:lnTo>
                    <a:pt x="719935" y="1169874"/>
                  </a:lnTo>
                  <a:lnTo>
                    <a:pt x="719865" y="1169874"/>
                  </a:lnTo>
                  <a:lnTo>
                    <a:pt x="719709" y="1169887"/>
                  </a:lnTo>
                  <a:lnTo>
                    <a:pt x="719615" y="1169894"/>
                  </a:lnTo>
                  <a:lnTo>
                    <a:pt x="719370" y="1169891"/>
                  </a:lnTo>
                  <a:lnTo>
                    <a:pt x="719151" y="1169906"/>
                  </a:lnTo>
                  <a:lnTo>
                    <a:pt x="719054" y="1169915"/>
                  </a:lnTo>
                  <a:lnTo>
                    <a:pt x="718929" y="1169931"/>
                  </a:lnTo>
                  <a:lnTo>
                    <a:pt x="718801" y="1169933"/>
                  </a:lnTo>
                  <a:lnTo>
                    <a:pt x="718552" y="1169937"/>
                  </a:lnTo>
                  <a:lnTo>
                    <a:pt x="718446" y="1169935"/>
                  </a:lnTo>
                  <a:lnTo>
                    <a:pt x="718229" y="1169929"/>
                  </a:lnTo>
                  <a:lnTo>
                    <a:pt x="718131" y="1169918"/>
                  </a:lnTo>
                  <a:lnTo>
                    <a:pt x="718054" y="1169917"/>
                  </a:lnTo>
                  <a:lnTo>
                    <a:pt x="717898" y="1169904"/>
                  </a:lnTo>
                  <a:lnTo>
                    <a:pt x="717697" y="1169897"/>
                  </a:lnTo>
                  <a:lnTo>
                    <a:pt x="717670" y="1169895"/>
                  </a:lnTo>
                  <a:lnTo>
                    <a:pt x="717547" y="1169880"/>
                  </a:lnTo>
                  <a:lnTo>
                    <a:pt x="717434" y="1169865"/>
                  </a:lnTo>
                  <a:lnTo>
                    <a:pt x="717334" y="1169861"/>
                  </a:lnTo>
                  <a:lnTo>
                    <a:pt x="717211" y="1169853"/>
                  </a:lnTo>
                  <a:lnTo>
                    <a:pt x="717101" y="1169841"/>
                  </a:lnTo>
                  <a:lnTo>
                    <a:pt x="717139" y="1169788"/>
                  </a:lnTo>
                  <a:lnTo>
                    <a:pt x="717164" y="1169756"/>
                  </a:lnTo>
                  <a:lnTo>
                    <a:pt x="717207" y="1169705"/>
                  </a:lnTo>
                  <a:lnTo>
                    <a:pt x="717270" y="1169636"/>
                  </a:lnTo>
                  <a:lnTo>
                    <a:pt x="717378" y="1169530"/>
                  </a:lnTo>
                  <a:lnTo>
                    <a:pt x="717478" y="1169443"/>
                  </a:lnTo>
                  <a:lnTo>
                    <a:pt x="717547" y="1169384"/>
                  </a:lnTo>
                  <a:lnTo>
                    <a:pt x="717612" y="1169311"/>
                  </a:lnTo>
                  <a:lnTo>
                    <a:pt x="717672" y="1169239"/>
                  </a:lnTo>
                  <a:lnTo>
                    <a:pt x="717737" y="1169159"/>
                  </a:lnTo>
                  <a:lnTo>
                    <a:pt x="717810" y="1169047"/>
                  </a:lnTo>
                  <a:lnTo>
                    <a:pt x="717852" y="1168960"/>
                  </a:lnTo>
                  <a:lnTo>
                    <a:pt x="717878" y="1168882"/>
                  </a:lnTo>
                  <a:lnTo>
                    <a:pt x="717911" y="1168802"/>
                  </a:lnTo>
                  <a:lnTo>
                    <a:pt x="717962" y="1168647"/>
                  </a:lnTo>
                  <a:lnTo>
                    <a:pt x="717994" y="1168539"/>
                  </a:lnTo>
                  <a:lnTo>
                    <a:pt x="718026" y="1168399"/>
                  </a:lnTo>
                  <a:lnTo>
                    <a:pt x="718047" y="1168296"/>
                  </a:lnTo>
                  <a:lnTo>
                    <a:pt x="718089" y="1168091"/>
                  </a:lnTo>
                  <a:lnTo>
                    <a:pt x="718094" y="1168010"/>
                  </a:lnTo>
                  <a:lnTo>
                    <a:pt x="718096" y="1167929"/>
                  </a:lnTo>
                  <a:lnTo>
                    <a:pt x="718137" y="1167756"/>
                  </a:lnTo>
                  <a:lnTo>
                    <a:pt x="718158" y="1167638"/>
                  </a:lnTo>
                  <a:lnTo>
                    <a:pt x="718198" y="1167478"/>
                  </a:lnTo>
                  <a:lnTo>
                    <a:pt x="718220" y="1167347"/>
                  </a:lnTo>
                  <a:lnTo>
                    <a:pt x="718245" y="1167202"/>
                  </a:lnTo>
                  <a:lnTo>
                    <a:pt x="718256" y="1167086"/>
                  </a:lnTo>
                  <a:lnTo>
                    <a:pt x="718283" y="1166884"/>
                  </a:lnTo>
                  <a:lnTo>
                    <a:pt x="718287" y="1166747"/>
                  </a:lnTo>
                  <a:lnTo>
                    <a:pt x="718303" y="1166574"/>
                  </a:lnTo>
                  <a:lnTo>
                    <a:pt x="718295" y="1166442"/>
                  </a:lnTo>
                  <a:lnTo>
                    <a:pt x="718299" y="1166275"/>
                  </a:lnTo>
                  <a:lnTo>
                    <a:pt x="718300" y="1166159"/>
                  </a:lnTo>
                  <a:lnTo>
                    <a:pt x="718305" y="1166022"/>
                  </a:lnTo>
                  <a:lnTo>
                    <a:pt x="718313" y="1165945"/>
                  </a:lnTo>
                  <a:lnTo>
                    <a:pt x="718330" y="1165888"/>
                  </a:lnTo>
                  <a:lnTo>
                    <a:pt x="718353" y="1165822"/>
                  </a:lnTo>
                  <a:lnTo>
                    <a:pt x="718407" y="1165646"/>
                  </a:lnTo>
                  <a:lnTo>
                    <a:pt x="718436" y="1165537"/>
                  </a:lnTo>
                  <a:lnTo>
                    <a:pt x="718507" y="1165324"/>
                  </a:lnTo>
                  <a:lnTo>
                    <a:pt x="718538" y="1165217"/>
                  </a:lnTo>
                  <a:lnTo>
                    <a:pt x="718550" y="1165181"/>
                  </a:lnTo>
                  <a:lnTo>
                    <a:pt x="718573" y="1165048"/>
                  </a:lnTo>
                  <a:lnTo>
                    <a:pt x="718575" y="1164995"/>
                  </a:lnTo>
                  <a:lnTo>
                    <a:pt x="718560" y="1164922"/>
                  </a:lnTo>
                  <a:lnTo>
                    <a:pt x="718511" y="1164788"/>
                  </a:lnTo>
                  <a:lnTo>
                    <a:pt x="718461" y="1164707"/>
                  </a:lnTo>
                  <a:lnTo>
                    <a:pt x="718394" y="1164629"/>
                  </a:lnTo>
                  <a:lnTo>
                    <a:pt x="718327" y="1164558"/>
                  </a:lnTo>
                  <a:lnTo>
                    <a:pt x="718199" y="1164436"/>
                  </a:lnTo>
                  <a:lnTo>
                    <a:pt x="718094" y="1164367"/>
                  </a:lnTo>
                  <a:lnTo>
                    <a:pt x="717992" y="1164300"/>
                  </a:lnTo>
                  <a:lnTo>
                    <a:pt x="717919" y="1164258"/>
                  </a:lnTo>
                  <a:lnTo>
                    <a:pt x="717889" y="1164220"/>
                  </a:lnTo>
                  <a:lnTo>
                    <a:pt x="717870" y="1164188"/>
                  </a:lnTo>
                  <a:lnTo>
                    <a:pt x="717865" y="1164136"/>
                  </a:lnTo>
                  <a:lnTo>
                    <a:pt x="717865" y="1164112"/>
                  </a:lnTo>
                  <a:lnTo>
                    <a:pt x="717874" y="1164067"/>
                  </a:lnTo>
                  <a:lnTo>
                    <a:pt x="717881" y="1164030"/>
                  </a:lnTo>
                  <a:lnTo>
                    <a:pt x="717895" y="1163924"/>
                  </a:lnTo>
                  <a:lnTo>
                    <a:pt x="717905" y="1163880"/>
                  </a:lnTo>
                  <a:lnTo>
                    <a:pt x="717904" y="1163812"/>
                  </a:lnTo>
                  <a:lnTo>
                    <a:pt x="717893" y="1163732"/>
                  </a:lnTo>
                  <a:lnTo>
                    <a:pt x="717855" y="1163584"/>
                  </a:lnTo>
                  <a:lnTo>
                    <a:pt x="717859" y="1163517"/>
                  </a:lnTo>
                  <a:lnTo>
                    <a:pt x="717861" y="1163508"/>
                  </a:lnTo>
                  <a:lnTo>
                    <a:pt x="717867" y="1163471"/>
                  </a:lnTo>
                  <a:lnTo>
                    <a:pt x="717866" y="1163413"/>
                  </a:lnTo>
                  <a:lnTo>
                    <a:pt x="717856" y="1163368"/>
                  </a:lnTo>
                  <a:lnTo>
                    <a:pt x="717844" y="1163306"/>
                  </a:lnTo>
                  <a:lnTo>
                    <a:pt x="717811" y="1163255"/>
                  </a:lnTo>
                  <a:lnTo>
                    <a:pt x="717752" y="1163185"/>
                  </a:lnTo>
                  <a:lnTo>
                    <a:pt x="717707" y="1163125"/>
                  </a:lnTo>
                  <a:lnTo>
                    <a:pt x="717630" y="1163078"/>
                  </a:lnTo>
                  <a:lnTo>
                    <a:pt x="717568" y="1163073"/>
                  </a:lnTo>
                  <a:lnTo>
                    <a:pt x="717539" y="1163053"/>
                  </a:lnTo>
                  <a:lnTo>
                    <a:pt x="717510" y="1163009"/>
                  </a:lnTo>
                  <a:lnTo>
                    <a:pt x="717513" y="1162962"/>
                  </a:lnTo>
                  <a:lnTo>
                    <a:pt x="717515" y="1162935"/>
                  </a:lnTo>
                  <a:lnTo>
                    <a:pt x="717493" y="1162897"/>
                  </a:lnTo>
                  <a:lnTo>
                    <a:pt x="717422" y="1162870"/>
                  </a:lnTo>
                  <a:lnTo>
                    <a:pt x="717320" y="1162839"/>
                  </a:lnTo>
                  <a:lnTo>
                    <a:pt x="717262" y="1162823"/>
                  </a:lnTo>
                  <a:lnTo>
                    <a:pt x="717212" y="1162789"/>
                  </a:lnTo>
                  <a:lnTo>
                    <a:pt x="717162" y="1162734"/>
                  </a:lnTo>
                  <a:lnTo>
                    <a:pt x="717119" y="1162713"/>
                  </a:lnTo>
                  <a:lnTo>
                    <a:pt x="717045" y="1162699"/>
                  </a:lnTo>
                  <a:lnTo>
                    <a:pt x="716925" y="1162675"/>
                  </a:lnTo>
                  <a:lnTo>
                    <a:pt x="716885" y="1162657"/>
                  </a:lnTo>
                  <a:lnTo>
                    <a:pt x="716871" y="1162641"/>
                  </a:lnTo>
                  <a:lnTo>
                    <a:pt x="716863" y="1162610"/>
                  </a:lnTo>
                  <a:lnTo>
                    <a:pt x="716874" y="1162543"/>
                  </a:lnTo>
                  <a:lnTo>
                    <a:pt x="716880" y="1162470"/>
                  </a:lnTo>
                  <a:lnTo>
                    <a:pt x="716874" y="1162385"/>
                  </a:lnTo>
                  <a:lnTo>
                    <a:pt x="716861" y="1162322"/>
                  </a:lnTo>
                  <a:lnTo>
                    <a:pt x="716875" y="1162245"/>
                  </a:lnTo>
                  <a:lnTo>
                    <a:pt x="716916" y="1162156"/>
                  </a:lnTo>
                  <a:lnTo>
                    <a:pt x="716976" y="1162044"/>
                  </a:lnTo>
                  <a:lnTo>
                    <a:pt x="717024" y="1161984"/>
                  </a:lnTo>
                  <a:lnTo>
                    <a:pt x="717038" y="1161940"/>
                  </a:lnTo>
                  <a:lnTo>
                    <a:pt x="717040" y="1161893"/>
                  </a:lnTo>
                  <a:lnTo>
                    <a:pt x="717019" y="1161811"/>
                  </a:lnTo>
                  <a:lnTo>
                    <a:pt x="717001" y="1161697"/>
                  </a:lnTo>
                  <a:lnTo>
                    <a:pt x="716993" y="1161661"/>
                  </a:lnTo>
                  <a:lnTo>
                    <a:pt x="716979" y="1161643"/>
                  </a:lnTo>
                  <a:lnTo>
                    <a:pt x="716947" y="1161636"/>
                  </a:lnTo>
                  <a:lnTo>
                    <a:pt x="716909" y="1161636"/>
                  </a:lnTo>
                  <a:lnTo>
                    <a:pt x="716872" y="1161645"/>
                  </a:lnTo>
                  <a:lnTo>
                    <a:pt x="716823" y="1161631"/>
                  </a:lnTo>
                  <a:lnTo>
                    <a:pt x="716763" y="1161587"/>
                  </a:lnTo>
                  <a:lnTo>
                    <a:pt x="716700" y="1161526"/>
                  </a:lnTo>
                  <a:lnTo>
                    <a:pt x="716673" y="1161508"/>
                  </a:lnTo>
                  <a:lnTo>
                    <a:pt x="716638" y="1161513"/>
                  </a:lnTo>
                  <a:lnTo>
                    <a:pt x="716602" y="1161532"/>
                  </a:lnTo>
                  <a:lnTo>
                    <a:pt x="716561" y="1161527"/>
                  </a:lnTo>
                  <a:lnTo>
                    <a:pt x="716505" y="1161494"/>
                  </a:lnTo>
                  <a:lnTo>
                    <a:pt x="716387" y="1161415"/>
                  </a:lnTo>
                  <a:lnTo>
                    <a:pt x="716315" y="1161369"/>
                  </a:lnTo>
                  <a:lnTo>
                    <a:pt x="716245" y="1161337"/>
                  </a:lnTo>
                  <a:lnTo>
                    <a:pt x="716189" y="1161299"/>
                  </a:lnTo>
                  <a:lnTo>
                    <a:pt x="716097" y="1161233"/>
                  </a:lnTo>
                  <a:lnTo>
                    <a:pt x="716058" y="1161217"/>
                  </a:lnTo>
                  <a:lnTo>
                    <a:pt x="715990" y="1161212"/>
                  </a:lnTo>
                  <a:lnTo>
                    <a:pt x="715947" y="1161204"/>
                  </a:lnTo>
                  <a:lnTo>
                    <a:pt x="715911" y="1161171"/>
                  </a:lnTo>
                  <a:lnTo>
                    <a:pt x="715875" y="1161164"/>
                  </a:lnTo>
                  <a:lnTo>
                    <a:pt x="715830" y="1161183"/>
                  </a:lnTo>
                  <a:lnTo>
                    <a:pt x="715788" y="1161218"/>
                  </a:lnTo>
                  <a:lnTo>
                    <a:pt x="715754" y="1161223"/>
                  </a:lnTo>
                  <a:lnTo>
                    <a:pt x="715709" y="1161202"/>
                  </a:lnTo>
                  <a:lnTo>
                    <a:pt x="715668" y="1161193"/>
                  </a:lnTo>
                  <a:lnTo>
                    <a:pt x="715618" y="1161199"/>
                  </a:lnTo>
                  <a:lnTo>
                    <a:pt x="715582" y="1161190"/>
                  </a:lnTo>
                  <a:lnTo>
                    <a:pt x="715566" y="1161167"/>
                  </a:lnTo>
                  <a:lnTo>
                    <a:pt x="715564" y="1161108"/>
                  </a:lnTo>
                  <a:lnTo>
                    <a:pt x="715545" y="1161007"/>
                  </a:lnTo>
                  <a:lnTo>
                    <a:pt x="715509" y="1160927"/>
                  </a:lnTo>
                  <a:lnTo>
                    <a:pt x="715482" y="1160895"/>
                  </a:lnTo>
                  <a:lnTo>
                    <a:pt x="715414" y="1160856"/>
                  </a:lnTo>
                  <a:lnTo>
                    <a:pt x="715296" y="1160763"/>
                  </a:lnTo>
                  <a:lnTo>
                    <a:pt x="715276" y="1160719"/>
                  </a:lnTo>
                  <a:lnTo>
                    <a:pt x="715273" y="1160641"/>
                  </a:lnTo>
                  <a:lnTo>
                    <a:pt x="715308" y="1160525"/>
                  </a:lnTo>
                  <a:lnTo>
                    <a:pt x="715322" y="1160472"/>
                  </a:lnTo>
                  <a:lnTo>
                    <a:pt x="715322" y="1160443"/>
                  </a:lnTo>
                  <a:lnTo>
                    <a:pt x="715318" y="1160423"/>
                  </a:lnTo>
                  <a:lnTo>
                    <a:pt x="715293" y="1160394"/>
                  </a:lnTo>
                  <a:lnTo>
                    <a:pt x="715222" y="1160323"/>
                  </a:lnTo>
                  <a:lnTo>
                    <a:pt x="715178" y="1160245"/>
                  </a:lnTo>
                  <a:lnTo>
                    <a:pt x="715119" y="1160130"/>
                  </a:lnTo>
                  <a:lnTo>
                    <a:pt x="715053" y="1160010"/>
                  </a:lnTo>
                  <a:lnTo>
                    <a:pt x="715031" y="1159958"/>
                  </a:lnTo>
                  <a:lnTo>
                    <a:pt x="715026" y="1159892"/>
                  </a:lnTo>
                  <a:lnTo>
                    <a:pt x="715042" y="1159795"/>
                  </a:lnTo>
                  <a:lnTo>
                    <a:pt x="715064" y="1159655"/>
                  </a:lnTo>
                  <a:lnTo>
                    <a:pt x="715072" y="1159548"/>
                  </a:lnTo>
                  <a:lnTo>
                    <a:pt x="715066" y="1159466"/>
                  </a:lnTo>
                  <a:lnTo>
                    <a:pt x="715055" y="1159414"/>
                  </a:lnTo>
                  <a:lnTo>
                    <a:pt x="714993" y="1159326"/>
                  </a:lnTo>
                  <a:lnTo>
                    <a:pt x="714978" y="1159284"/>
                  </a:lnTo>
                  <a:lnTo>
                    <a:pt x="714980" y="1159241"/>
                  </a:lnTo>
                  <a:lnTo>
                    <a:pt x="714992" y="1159181"/>
                  </a:lnTo>
                  <a:lnTo>
                    <a:pt x="714993" y="1159119"/>
                  </a:lnTo>
                  <a:lnTo>
                    <a:pt x="714950" y="1159054"/>
                  </a:lnTo>
                  <a:lnTo>
                    <a:pt x="714908" y="1158993"/>
                  </a:lnTo>
                  <a:lnTo>
                    <a:pt x="714825" y="1158877"/>
                  </a:lnTo>
                  <a:lnTo>
                    <a:pt x="714732" y="1158733"/>
                  </a:lnTo>
                  <a:lnTo>
                    <a:pt x="714730" y="1158692"/>
                  </a:lnTo>
                  <a:lnTo>
                    <a:pt x="714742" y="1158630"/>
                  </a:lnTo>
                  <a:lnTo>
                    <a:pt x="714769" y="1158528"/>
                  </a:lnTo>
                  <a:lnTo>
                    <a:pt x="714822" y="1158426"/>
                  </a:lnTo>
                  <a:lnTo>
                    <a:pt x="714927" y="1158235"/>
                  </a:lnTo>
                  <a:lnTo>
                    <a:pt x="715011" y="1158142"/>
                  </a:lnTo>
                  <a:lnTo>
                    <a:pt x="715088" y="1158040"/>
                  </a:lnTo>
                  <a:lnTo>
                    <a:pt x="715143" y="1157961"/>
                  </a:lnTo>
                  <a:lnTo>
                    <a:pt x="715178" y="1157879"/>
                  </a:lnTo>
                  <a:lnTo>
                    <a:pt x="715272" y="1157587"/>
                  </a:lnTo>
                  <a:lnTo>
                    <a:pt x="715294" y="1157474"/>
                  </a:lnTo>
                  <a:lnTo>
                    <a:pt x="715292" y="1157402"/>
                  </a:lnTo>
                  <a:lnTo>
                    <a:pt x="715280" y="1157307"/>
                  </a:lnTo>
                  <a:lnTo>
                    <a:pt x="715276" y="1157251"/>
                  </a:lnTo>
                  <a:lnTo>
                    <a:pt x="715260" y="1157211"/>
                  </a:lnTo>
                  <a:lnTo>
                    <a:pt x="715224" y="1157161"/>
                  </a:lnTo>
                  <a:lnTo>
                    <a:pt x="715127" y="1157032"/>
                  </a:lnTo>
                  <a:lnTo>
                    <a:pt x="715125" y="1156999"/>
                  </a:lnTo>
                  <a:lnTo>
                    <a:pt x="715136" y="1156964"/>
                  </a:lnTo>
                  <a:lnTo>
                    <a:pt x="715162" y="1156946"/>
                  </a:lnTo>
                  <a:lnTo>
                    <a:pt x="715173" y="1156917"/>
                  </a:lnTo>
                  <a:lnTo>
                    <a:pt x="715165" y="1156877"/>
                  </a:lnTo>
                  <a:lnTo>
                    <a:pt x="715162" y="1156842"/>
                  </a:lnTo>
                  <a:lnTo>
                    <a:pt x="715170" y="1156781"/>
                  </a:lnTo>
                  <a:lnTo>
                    <a:pt x="715182" y="1156724"/>
                  </a:lnTo>
                  <a:lnTo>
                    <a:pt x="715178" y="1156692"/>
                  </a:lnTo>
                  <a:lnTo>
                    <a:pt x="715144" y="1156657"/>
                  </a:lnTo>
                  <a:lnTo>
                    <a:pt x="715076" y="1156625"/>
                  </a:lnTo>
                  <a:lnTo>
                    <a:pt x="715031" y="1156606"/>
                  </a:lnTo>
                  <a:lnTo>
                    <a:pt x="715009" y="1156580"/>
                  </a:lnTo>
                  <a:lnTo>
                    <a:pt x="714997" y="1156533"/>
                  </a:lnTo>
                  <a:lnTo>
                    <a:pt x="715008" y="1156471"/>
                  </a:lnTo>
                  <a:lnTo>
                    <a:pt x="715004" y="1156431"/>
                  </a:lnTo>
                  <a:lnTo>
                    <a:pt x="714972" y="1156385"/>
                  </a:lnTo>
                  <a:lnTo>
                    <a:pt x="714955" y="1156340"/>
                  </a:lnTo>
                  <a:lnTo>
                    <a:pt x="714954" y="1156297"/>
                  </a:lnTo>
                  <a:lnTo>
                    <a:pt x="714981" y="1156229"/>
                  </a:lnTo>
                  <a:lnTo>
                    <a:pt x="714982" y="1156216"/>
                  </a:lnTo>
                  <a:lnTo>
                    <a:pt x="714983" y="1156208"/>
                  </a:lnTo>
                  <a:lnTo>
                    <a:pt x="714987" y="1156167"/>
                  </a:lnTo>
                  <a:lnTo>
                    <a:pt x="714976" y="1156082"/>
                  </a:lnTo>
                  <a:lnTo>
                    <a:pt x="714992" y="1156020"/>
                  </a:lnTo>
                  <a:lnTo>
                    <a:pt x="715062" y="1155948"/>
                  </a:lnTo>
                  <a:lnTo>
                    <a:pt x="715191" y="1155827"/>
                  </a:lnTo>
                  <a:lnTo>
                    <a:pt x="715252" y="1155765"/>
                  </a:lnTo>
                  <a:lnTo>
                    <a:pt x="715298" y="1155708"/>
                  </a:lnTo>
                  <a:lnTo>
                    <a:pt x="715330" y="1155643"/>
                  </a:lnTo>
                  <a:lnTo>
                    <a:pt x="715331" y="1155584"/>
                  </a:lnTo>
                  <a:lnTo>
                    <a:pt x="715336" y="1155555"/>
                  </a:lnTo>
                  <a:lnTo>
                    <a:pt x="715347" y="1155530"/>
                  </a:lnTo>
                  <a:lnTo>
                    <a:pt x="715368" y="1155506"/>
                  </a:lnTo>
                  <a:lnTo>
                    <a:pt x="715429" y="1155493"/>
                  </a:lnTo>
                  <a:lnTo>
                    <a:pt x="715484" y="1155492"/>
                  </a:lnTo>
                  <a:lnTo>
                    <a:pt x="715559" y="1155486"/>
                  </a:lnTo>
                  <a:lnTo>
                    <a:pt x="715649" y="1155461"/>
                  </a:lnTo>
                  <a:lnTo>
                    <a:pt x="715751" y="1155419"/>
                  </a:lnTo>
                  <a:lnTo>
                    <a:pt x="715853" y="1155378"/>
                  </a:lnTo>
                  <a:lnTo>
                    <a:pt x="715911" y="1155348"/>
                  </a:lnTo>
                  <a:lnTo>
                    <a:pt x="715982" y="1155292"/>
                  </a:lnTo>
                  <a:lnTo>
                    <a:pt x="716043" y="1155257"/>
                  </a:lnTo>
                  <a:lnTo>
                    <a:pt x="716096" y="1155214"/>
                  </a:lnTo>
                  <a:lnTo>
                    <a:pt x="716132" y="1155172"/>
                  </a:lnTo>
                  <a:lnTo>
                    <a:pt x="716163" y="1155099"/>
                  </a:lnTo>
                  <a:lnTo>
                    <a:pt x="716191" y="1155011"/>
                  </a:lnTo>
                  <a:lnTo>
                    <a:pt x="716209" y="1154899"/>
                  </a:lnTo>
                  <a:lnTo>
                    <a:pt x="716214" y="1154815"/>
                  </a:lnTo>
                  <a:lnTo>
                    <a:pt x="716205" y="1154762"/>
                  </a:lnTo>
                  <a:lnTo>
                    <a:pt x="716174" y="1154706"/>
                  </a:lnTo>
                  <a:lnTo>
                    <a:pt x="716154" y="1154659"/>
                  </a:lnTo>
                  <a:lnTo>
                    <a:pt x="716164" y="1154601"/>
                  </a:lnTo>
                  <a:lnTo>
                    <a:pt x="716164" y="1154590"/>
                  </a:lnTo>
                  <a:lnTo>
                    <a:pt x="716205" y="1154537"/>
                  </a:lnTo>
                  <a:lnTo>
                    <a:pt x="716224" y="1154501"/>
                  </a:lnTo>
                  <a:lnTo>
                    <a:pt x="716251" y="1154407"/>
                  </a:lnTo>
                  <a:lnTo>
                    <a:pt x="716315" y="1154269"/>
                  </a:lnTo>
                  <a:lnTo>
                    <a:pt x="716380" y="1154183"/>
                  </a:lnTo>
                  <a:lnTo>
                    <a:pt x="716435" y="1154126"/>
                  </a:lnTo>
                  <a:lnTo>
                    <a:pt x="716473" y="1154104"/>
                  </a:lnTo>
                  <a:lnTo>
                    <a:pt x="716507" y="1154100"/>
                  </a:lnTo>
                  <a:lnTo>
                    <a:pt x="716535" y="1154100"/>
                  </a:lnTo>
                  <a:lnTo>
                    <a:pt x="716551" y="1154096"/>
                  </a:lnTo>
                  <a:lnTo>
                    <a:pt x="716564" y="1154074"/>
                  </a:lnTo>
                  <a:lnTo>
                    <a:pt x="716578" y="1153984"/>
                  </a:lnTo>
                  <a:lnTo>
                    <a:pt x="716587" y="1153884"/>
                  </a:lnTo>
                  <a:lnTo>
                    <a:pt x="716577" y="1153768"/>
                  </a:lnTo>
                  <a:lnTo>
                    <a:pt x="716583" y="1153645"/>
                  </a:lnTo>
                  <a:lnTo>
                    <a:pt x="716591" y="1153519"/>
                  </a:lnTo>
                  <a:lnTo>
                    <a:pt x="716618" y="1153407"/>
                  </a:lnTo>
                  <a:lnTo>
                    <a:pt x="716642" y="1153311"/>
                  </a:lnTo>
                  <a:lnTo>
                    <a:pt x="716645" y="1153222"/>
                  </a:lnTo>
                  <a:lnTo>
                    <a:pt x="716645" y="1153153"/>
                  </a:lnTo>
                  <a:lnTo>
                    <a:pt x="716636" y="1153104"/>
                  </a:lnTo>
                  <a:lnTo>
                    <a:pt x="716619" y="1153066"/>
                  </a:lnTo>
                  <a:lnTo>
                    <a:pt x="716517" y="1152939"/>
                  </a:lnTo>
                  <a:lnTo>
                    <a:pt x="716456" y="1152852"/>
                  </a:lnTo>
                  <a:lnTo>
                    <a:pt x="716407" y="1152794"/>
                  </a:lnTo>
                  <a:lnTo>
                    <a:pt x="716346" y="1152769"/>
                  </a:lnTo>
                  <a:lnTo>
                    <a:pt x="716263" y="1152752"/>
                  </a:lnTo>
                  <a:lnTo>
                    <a:pt x="716233" y="1152714"/>
                  </a:lnTo>
                  <a:lnTo>
                    <a:pt x="716200" y="1152669"/>
                  </a:lnTo>
                  <a:lnTo>
                    <a:pt x="716176" y="1152567"/>
                  </a:lnTo>
                  <a:lnTo>
                    <a:pt x="716154" y="1152480"/>
                  </a:lnTo>
                  <a:lnTo>
                    <a:pt x="716106" y="1152438"/>
                  </a:lnTo>
                  <a:lnTo>
                    <a:pt x="716054" y="1152438"/>
                  </a:lnTo>
                  <a:lnTo>
                    <a:pt x="715981" y="1152455"/>
                  </a:lnTo>
                  <a:lnTo>
                    <a:pt x="715898" y="1152455"/>
                  </a:lnTo>
                  <a:lnTo>
                    <a:pt x="715807" y="1152440"/>
                  </a:lnTo>
                  <a:lnTo>
                    <a:pt x="715689" y="1152384"/>
                  </a:lnTo>
                  <a:lnTo>
                    <a:pt x="715629" y="1152340"/>
                  </a:lnTo>
                  <a:lnTo>
                    <a:pt x="715586" y="1152331"/>
                  </a:lnTo>
                  <a:lnTo>
                    <a:pt x="715536" y="1152348"/>
                  </a:lnTo>
                  <a:lnTo>
                    <a:pt x="715470" y="1152365"/>
                  </a:lnTo>
                  <a:lnTo>
                    <a:pt x="715408" y="1152367"/>
                  </a:lnTo>
                  <a:lnTo>
                    <a:pt x="715347" y="1152360"/>
                  </a:lnTo>
                  <a:lnTo>
                    <a:pt x="715302" y="1152326"/>
                  </a:lnTo>
                  <a:lnTo>
                    <a:pt x="715282" y="1152261"/>
                  </a:lnTo>
                  <a:lnTo>
                    <a:pt x="715283" y="1152203"/>
                  </a:lnTo>
                  <a:lnTo>
                    <a:pt x="715306" y="1152161"/>
                  </a:lnTo>
                  <a:lnTo>
                    <a:pt x="715368" y="1152131"/>
                  </a:lnTo>
                  <a:lnTo>
                    <a:pt x="715454" y="1152092"/>
                  </a:lnTo>
                  <a:lnTo>
                    <a:pt x="715486" y="1152065"/>
                  </a:lnTo>
                  <a:lnTo>
                    <a:pt x="715505" y="1152029"/>
                  </a:lnTo>
                  <a:lnTo>
                    <a:pt x="715530" y="1151954"/>
                  </a:lnTo>
                  <a:lnTo>
                    <a:pt x="715550" y="1151902"/>
                  </a:lnTo>
                  <a:lnTo>
                    <a:pt x="715601" y="1151833"/>
                  </a:lnTo>
                  <a:lnTo>
                    <a:pt x="715630" y="1151774"/>
                  </a:lnTo>
                  <a:lnTo>
                    <a:pt x="715667" y="1151727"/>
                  </a:lnTo>
                  <a:lnTo>
                    <a:pt x="715688" y="1151695"/>
                  </a:lnTo>
                  <a:lnTo>
                    <a:pt x="715728" y="1151674"/>
                  </a:lnTo>
                  <a:lnTo>
                    <a:pt x="715792" y="1151664"/>
                  </a:lnTo>
                  <a:lnTo>
                    <a:pt x="715886" y="1151662"/>
                  </a:lnTo>
                  <a:lnTo>
                    <a:pt x="715977" y="1151639"/>
                  </a:lnTo>
                  <a:lnTo>
                    <a:pt x="716056" y="1151598"/>
                  </a:lnTo>
                  <a:lnTo>
                    <a:pt x="716107" y="1151594"/>
                  </a:lnTo>
                  <a:lnTo>
                    <a:pt x="716171" y="1151598"/>
                  </a:lnTo>
                  <a:lnTo>
                    <a:pt x="716230" y="1151575"/>
                  </a:lnTo>
                  <a:lnTo>
                    <a:pt x="716274" y="1151521"/>
                  </a:lnTo>
                  <a:lnTo>
                    <a:pt x="716320" y="1151424"/>
                  </a:lnTo>
                  <a:lnTo>
                    <a:pt x="716358" y="1151393"/>
                  </a:lnTo>
                  <a:lnTo>
                    <a:pt x="716399" y="1151380"/>
                  </a:lnTo>
                  <a:lnTo>
                    <a:pt x="716430" y="1151384"/>
                  </a:lnTo>
                  <a:lnTo>
                    <a:pt x="716490" y="1151409"/>
                  </a:lnTo>
                  <a:lnTo>
                    <a:pt x="716542" y="1151413"/>
                  </a:lnTo>
                  <a:lnTo>
                    <a:pt x="716580" y="1151397"/>
                  </a:lnTo>
                  <a:lnTo>
                    <a:pt x="716632" y="1151342"/>
                  </a:lnTo>
                  <a:lnTo>
                    <a:pt x="716665" y="1151328"/>
                  </a:lnTo>
                  <a:lnTo>
                    <a:pt x="716725" y="1151331"/>
                  </a:lnTo>
                  <a:lnTo>
                    <a:pt x="716759" y="1151346"/>
                  </a:lnTo>
                  <a:lnTo>
                    <a:pt x="716796" y="1151387"/>
                  </a:lnTo>
                  <a:lnTo>
                    <a:pt x="716831" y="1151444"/>
                  </a:lnTo>
                  <a:lnTo>
                    <a:pt x="716892" y="1151476"/>
                  </a:lnTo>
                  <a:lnTo>
                    <a:pt x="716941" y="1151526"/>
                  </a:lnTo>
                  <a:lnTo>
                    <a:pt x="717008" y="1151576"/>
                  </a:lnTo>
                  <a:lnTo>
                    <a:pt x="717088" y="1151609"/>
                  </a:lnTo>
                  <a:lnTo>
                    <a:pt x="717126" y="1151655"/>
                  </a:lnTo>
                  <a:lnTo>
                    <a:pt x="717166" y="1151675"/>
                  </a:lnTo>
                  <a:lnTo>
                    <a:pt x="717213" y="1151683"/>
                  </a:lnTo>
                  <a:lnTo>
                    <a:pt x="717293" y="1151677"/>
                  </a:lnTo>
                  <a:lnTo>
                    <a:pt x="717334" y="1151679"/>
                  </a:lnTo>
                  <a:lnTo>
                    <a:pt x="717380" y="1151687"/>
                  </a:lnTo>
                  <a:lnTo>
                    <a:pt x="717441" y="1151653"/>
                  </a:lnTo>
                  <a:lnTo>
                    <a:pt x="717476" y="1151645"/>
                  </a:lnTo>
                  <a:lnTo>
                    <a:pt x="717538" y="1151661"/>
                  </a:lnTo>
                  <a:lnTo>
                    <a:pt x="717609" y="1151698"/>
                  </a:lnTo>
                  <a:lnTo>
                    <a:pt x="717665" y="1151726"/>
                  </a:lnTo>
                  <a:lnTo>
                    <a:pt x="717746" y="1151723"/>
                  </a:lnTo>
                  <a:lnTo>
                    <a:pt x="717815" y="1151724"/>
                  </a:lnTo>
                  <a:lnTo>
                    <a:pt x="717856" y="1151710"/>
                  </a:lnTo>
                  <a:lnTo>
                    <a:pt x="717905" y="1151671"/>
                  </a:lnTo>
                  <a:lnTo>
                    <a:pt x="717959" y="1151651"/>
                  </a:lnTo>
                  <a:lnTo>
                    <a:pt x="718006" y="1151657"/>
                  </a:lnTo>
                  <a:lnTo>
                    <a:pt x="718079" y="1151688"/>
                  </a:lnTo>
                  <a:lnTo>
                    <a:pt x="718115" y="1151692"/>
                  </a:lnTo>
                  <a:lnTo>
                    <a:pt x="718184" y="1151671"/>
                  </a:lnTo>
                  <a:lnTo>
                    <a:pt x="718253" y="1151620"/>
                  </a:lnTo>
                  <a:lnTo>
                    <a:pt x="718306" y="1151596"/>
                  </a:lnTo>
                  <a:lnTo>
                    <a:pt x="718373" y="1151594"/>
                  </a:lnTo>
                  <a:lnTo>
                    <a:pt x="718422" y="1151585"/>
                  </a:lnTo>
                  <a:lnTo>
                    <a:pt x="718465" y="1151530"/>
                  </a:lnTo>
                  <a:lnTo>
                    <a:pt x="718497" y="1151493"/>
                  </a:lnTo>
                  <a:lnTo>
                    <a:pt x="718546" y="1151459"/>
                  </a:lnTo>
                  <a:lnTo>
                    <a:pt x="718566" y="1151438"/>
                  </a:lnTo>
                  <a:lnTo>
                    <a:pt x="718576" y="1151402"/>
                  </a:lnTo>
                  <a:lnTo>
                    <a:pt x="718583" y="1151365"/>
                  </a:lnTo>
                  <a:lnTo>
                    <a:pt x="718605" y="1151329"/>
                  </a:lnTo>
                  <a:lnTo>
                    <a:pt x="718614" y="1151303"/>
                  </a:lnTo>
                  <a:lnTo>
                    <a:pt x="718614" y="1151248"/>
                  </a:lnTo>
                  <a:lnTo>
                    <a:pt x="718613" y="1151163"/>
                  </a:lnTo>
                  <a:lnTo>
                    <a:pt x="718577" y="1151100"/>
                  </a:lnTo>
                  <a:lnTo>
                    <a:pt x="718564" y="1151049"/>
                  </a:lnTo>
                  <a:lnTo>
                    <a:pt x="718566" y="1150990"/>
                  </a:lnTo>
                  <a:lnTo>
                    <a:pt x="718559" y="1150950"/>
                  </a:lnTo>
                  <a:lnTo>
                    <a:pt x="718514" y="1150880"/>
                  </a:lnTo>
                  <a:lnTo>
                    <a:pt x="718448" y="1150745"/>
                  </a:lnTo>
                  <a:lnTo>
                    <a:pt x="718403" y="1150655"/>
                  </a:lnTo>
                  <a:lnTo>
                    <a:pt x="718345" y="1150505"/>
                  </a:lnTo>
                  <a:lnTo>
                    <a:pt x="718283" y="1150401"/>
                  </a:lnTo>
                  <a:lnTo>
                    <a:pt x="718194" y="1150223"/>
                  </a:lnTo>
                  <a:lnTo>
                    <a:pt x="718138" y="1150103"/>
                  </a:lnTo>
                  <a:lnTo>
                    <a:pt x="718053" y="1149924"/>
                  </a:lnTo>
                  <a:lnTo>
                    <a:pt x="717985" y="1149780"/>
                  </a:lnTo>
                  <a:lnTo>
                    <a:pt x="717837" y="1149478"/>
                  </a:lnTo>
                  <a:lnTo>
                    <a:pt x="717787" y="1149364"/>
                  </a:lnTo>
                  <a:lnTo>
                    <a:pt x="717672" y="1149140"/>
                  </a:lnTo>
                  <a:lnTo>
                    <a:pt x="717639" y="1149091"/>
                  </a:lnTo>
                  <a:lnTo>
                    <a:pt x="717553" y="1148955"/>
                  </a:lnTo>
                  <a:lnTo>
                    <a:pt x="717538" y="1148937"/>
                  </a:lnTo>
                  <a:lnTo>
                    <a:pt x="717526" y="1148914"/>
                  </a:lnTo>
                  <a:lnTo>
                    <a:pt x="717523" y="1148906"/>
                  </a:lnTo>
                  <a:lnTo>
                    <a:pt x="717508" y="1148856"/>
                  </a:lnTo>
                  <a:lnTo>
                    <a:pt x="717495" y="1148799"/>
                  </a:lnTo>
                  <a:lnTo>
                    <a:pt x="717421" y="1148676"/>
                  </a:lnTo>
                  <a:lnTo>
                    <a:pt x="717356" y="1148535"/>
                  </a:lnTo>
                  <a:lnTo>
                    <a:pt x="717286" y="1148419"/>
                  </a:lnTo>
                  <a:lnTo>
                    <a:pt x="717249" y="1148336"/>
                  </a:lnTo>
                  <a:lnTo>
                    <a:pt x="717186" y="1148190"/>
                  </a:lnTo>
                  <a:lnTo>
                    <a:pt x="717118" y="1148067"/>
                  </a:lnTo>
                  <a:lnTo>
                    <a:pt x="717070" y="1147961"/>
                  </a:lnTo>
                  <a:lnTo>
                    <a:pt x="717009" y="1147838"/>
                  </a:lnTo>
                  <a:lnTo>
                    <a:pt x="716946" y="1147716"/>
                  </a:lnTo>
                  <a:lnTo>
                    <a:pt x="716883" y="1147564"/>
                  </a:lnTo>
                  <a:lnTo>
                    <a:pt x="716852" y="1147499"/>
                  </a:lnTo>
                  <a:lnTo>
                    <a:pt x="716818" y="1147443"/>
                  </a:lnTo>
                  <a:lnTo>
                    <a:pt x="716786" y="1147403"/>
                  </a:lnTo>
                  <a:lnTo>
                    <a:pt x="716776" y="1147351"/>
                  </a:lnTo>
                  <a:lnTo>
                    <a:pt x="716723" y="1147231"/>
                  </a:lnTo>
                  <a:lnTo>
                    <a:pt x="716657" y="1147116"/>
                  </a:lnTo>
                  <a:lnTo>
                    <a:pt x="716597" y="1146994"/>
                  </a:lnTo>
                  <a:lnTo>
                    <a:pt x="716559" y="1146922"/>
                  </a:lnTo>
                  <a:lnTo>
                    <a:pt x="716513" y="1146820"/>
                  </a:lnTo>
                  <a:lnTo>
                    <a:pt x="716455" y="1146689"/>
                  </a:lnTo>
                  <a:lnTo>
                    <a:pt x="716406" y="1146581"/>
                  </a:lnTo>
                  <a:lnTo>
                    <a:pt x="716333" y="1146421"/>
                  </a:lnTo>
                  <a:lnTo>
                    <a:pt x="716292" y="1146328"/>
                  </a:lnTo>
                  <a:lnTo>
                    <a:pt x="716222" y="1146197"/>
                  </a:lnTo>
                  <a:lnTo>
                    <a:pt x="716170" y="1146083"/>
                  </a:lnTo>
                  <a:lnTo>
                    <a:pt x="716131" y="1146001"/>
                  </a:lnTo>
                  <a:lnTo>
                    <a:pt x="716071" y="1145896"/>
                  </a:lnTo>
                  <a:lnTo>
                    <a:pt x="716026" y="1145810"/>
                  </a:lnTo>
                  <a:lnTo>
                    <a:pt x="716009" y="1145756"/>
                  </a:lnTo>
                  <a:lnTo>
                    <a:pt x="715969" y="1145666"/>
                  </a:lnTo>
                  <a:lnTo>
                    <a:pt x="715918" y="1145570"/>
                  </a:lnTo>
                  <a:lnTo>
                    <a:pt x="715895" y="1145529"/>
                  </a:lnTo>
                  <a:lnTo>
                    <a:pt x="715839" y="1145392"/>
                  </a:lnTo>
                  <a:lnTo>
                    <a:pt x="715782" y="1145291"/>
                  </a:lnTo>
                  <a:lnTo>
                    <a:pt x="715707" y="1145128"/>
                  </a:lnTo>
                  <a:lnTo>
                    <a:pt x="715673" y="1145053"/>
                  </a:lnTo>
                  <a:lnTo>
                    <a:pt x="715589" y="1144879"/>
                  </a:lnTo>
                  <a:lnTo>
                    <a:pt x="715547" y="1144811"/>
                  </a:lnTo>
                  <a:lnTo>
                    <a:pt x="715515" y="1144718"/>
                  </a:lnTo>
                  <a:lnTo>
                    <a:pt x="715459" y="1144606"/>
                  </a:lnTo>
                  <a:lnTo>
                    <a:pt x="715434" y="1144538"/>
                  </a:lnTo>
                  <a:lnTo>
                    <a:pt x="715393" y="1144464"/>
                  </a:lnTo>
                  <a:lnTo>
                    <a:pt x="715372" y="1144425"/>
                  </a:lnTo>
                  <a:lnTo>
                    <a:pt x="715337" y="1144405"/>
                  </a:lnTo>
                  <a:lnTo>
                    <a:pt x="715216" y="1144348"/>
                  </a:lnTo>
                  <a:lnTo>
                    <a:pt x="715113" y="1144305"/>
                  </a:lnTo>
                  <a:lnTo>
                    <a:pt x="715032" y="1144255"/>
                  </a:lnTo>
                  <a:lnTo>
                    <a:pt x="714991" y="1144237"/>
                  </a:lnTo>
                  <a:lnTo>
                    <a:pt x="714939" y="1144232"/>
                  </a:lnTo>
                  <a:lnTo>
                    <a:pt x="714887" y="1144234"/>
                  </a:lnTo>
                  <a:lnTo>
                    <a:pt x="714854" y="1144231"/>
                  </a:lnTo>
                  <a:lnTo>
                    <a:pt x="714824" y="1144222"/>
                  </a:lnTo>
                  <a:lnTo>
                    <a:pt x="714785" y="1144207"/>
                  </a:lnTo>
                  <a:lnTo>
                    <a:pt x="714750" y="1144148"/>
                  </a:lnTo>
                  <a:lnTo>
                    <a:pt x="714671" y="1144026"/>
                  </a:lnTo>
                  <a:lnTo>
                    <a:pt x="714589" y="1143918"/>
                  </a:lnTo>
                  <a:lnTo>
                    <a:pt x="714574" y="1143894"/>
                  </a:lnTo>
                  <a:lnTo>
                    <a:pt x="714568" y="1143843"/>
                  </a:lnTo>
                  <a:lnTo>
                    <a:pt x="714572" y="1143812"/>
                  </a:lnTo>
                  <a:lnTo>
                    <a:pt x="714588" y="1143743"/>
                  </a:lnTo>
                  <a:lnTo>
                    <a:pt x="714583" y="1143672"/>
                  </a:lnTo>
                  <a:lnTo>
                    <a:pt x="714597" y="1143460"/>
                  </a:lnTo>
                  <a:lnTo>
                    <a:pt x="714613" y="1143379"/>
                  </a:lnTo>
                  <a:lnTo>
                    <a:pt x="714627" y="1143306"/>
                  </a:lnTo>
                  <a:lnTo>
                    <a:pt x="714630" y="1143276"/>
                  </a:lnTo>
                  <a:lnTo>
                    <a:pt x="714620" y="1143243"/>
                  </a:lnTo>
                  <a:lnTo>
                    <a:pt x="714591" y="1143208"/>
                  </a:lnTo>
                  <a:lnTo>
                    <a:pt x="714537" y="1143159"/>
                  </a:lnTo>
                  <a:lnTo>
                    <a:pt x="714514" y="1143125"/>
                  </a:lnTo>
                  <a:lnTo>
                    <a:pt x="714511" y="1143102"/>
                  </a:lnTo>
                  <a:lnTo>
                    <a:pt x="714525" y="1143033"/>
                  </a:lnTo>
                  <a:lnTo>
                    <a:pt x="714524" y="1143003"/>
                  </a:lnTo>
                  <a:lnTo>
                    <a:pt x="714515" y="1142973"/>
                  </a:lnTo>
                  <a:lnTo>
                    <a:pt x="714488" y="1142915"/>
                  </a:lnTo>
                  <a:lnTo>
                    <a:pt x="714447" y="1142832"/>
                  </a:lnTo>
                  <a:lnTo>
                    <a:pt x="714440" y="1142803"/>
                  </a:lnTo>
                  <a:lnTo>
                    <a:pt x="714440" y="1142777"/>
                  </a:lnTo>
                  <a:lnTo>
                    <a:pt x="714444" y="1142728"/>
                  </a:lnTo>
                  <a:lnTo>
                    <a:pt x="714463" y="1142661"/>
                  </a:lnTo>
                  <a:lnTo>
                    <a:pt x="714467" y="1142632"/>
                  </a:lnTo>
                  <a:lnTo>
                    <a:pt x="714469" y="1142606"/>
                  </a:lnTo>
                  <a:lnTo>
                    <a:pt x="714456" y="1142572"/>
                  </a:lnTo>
                  <a:lnTo>
                    <a:pt x="714436" y="1142542"/>
                  </a:lnTo>
                  <a:lnTo>
                    <a:pt x="714414" y="1142521"/>
                  </a:lnTo>
                  <a:lnTo>
                    <a:pt x="714378" y="1142506"/>
                  </a:lnTo>
                  <a:lnTo>
                    <a:pt x="714351" y="1142502"/>
                  </a:lnTo>
                  <a:lnTo>
                    <a:pt x="714303" y="1142518"/>
                  </a:lnTo>
                  <a:lnTo>
                    <a:pt x="714268" y="1142527"/>
                  </a:lnTo>
                  <a:lnTo>
                    <a:pt x="714233" y="1142524"/>
                  </a:lnTo>
                  <a:lnTo>
                    <a:pt x="714182" y="1142515"/>
                  </a:lnTo>
                  <a:lnTo>
                    <a:pt x="714157" y="1142517"/>
                  </a:lnTo>
                  <a:lnTo>
                    <a:pt x="714134" y="1142529"/>
                  </a:lnTo>
                  <a:lnTo>
                    <a:pt x="714078" y="1142579"/>
                  </a:lnTo>
                  <a:lnTo>
                    <a:pt x="713974" y="1142704"/>
                  </a:lnTo>
                  <a:lnTo>
                    <a:pt x="713925" y="1142786"/>
                  </a:lnTo>
                  <a:lnTo>
                    <a:pt x="713905" y="1142828"/>
                  </a:lnTo>
                  <a:lnTo>
                    <a:pt x="713872" y="1142902"/>
                  </a:lnTo>
                  <a:lnTo>
                    <a:pt x="713833" y="1142991"/>
                  </a:lnTo>
                  <a:lnTo>
                    <a:pt x="713832" y="1142995"/>
                  </a:lnTo>
                  <a:lnTo>
                    <a:pt x="713724" y="1143067"/>
                  </a:lnTo>
                  <a:lnTo>
                    <a:pt x="713604" y="1143134"/>
                  </a:lnTo>
                  <a:lnTo>
                    <a:pt x="713450" y="1143232"/>
                  </a:lnTo>
                  <a:lnTo>
                    <a:pt x="713187" y="1143353"/>
                  </a:lnTo>
                  <a:lnTo>
                    <a:pt x="712938" y="1143519"/>
                  </a:lnTo>
                  <a:lnTo>
                    <a:pt x="712395" y="1143873"/>
                  </a:lnTo>
                  <a:lnTo>
                    <a:pt x="712022" y="1144046"/>
                  </a:lnTo>
                  <a:lnTo>
                    <a:pt x="711659" y="1144137"/>
                  </a:lnTo>
                  <a:lnTo>
                    <a:pt x="711251" y="1144180"/>
                  </a:lnTo>
                  <a:lnTo>
                    <a:pt x="711091" y="1144185"/>
                  </a:lnTo>
                  <a:lnTo>
                    <a:pt x="710925" y="1144156"/>
                  </a:lnTo>
                  <a:lnTo>
                    <a:pt x="710327" y="1143850"/>
                  </a:lnTo>
                  <a:lnTo>
                    <a:pt x="710210" y="1143826"/>
                  </a:lnTo>
                  <a:lnTo>
                    <a:pt x="710071" y="1143832"/>
                  </a:lnTo>
                  <a:lnTo>
                    <a:pt x="709885" y="1143922"/>
                  </a:lnTo>
                  <a:lnTo>
                    <a:pt x="709558" y="1144118"/>
                  </a:lnTo>
                  <a:lnTo>
                    <a:pt x="709236" y="1144307"/>
                  </a:lnTo>
                  <a:lnTo>
                    <a:pt x="708889" y="1144382"/>
                  </a:lnTo>
                  <a:lnTo>
                    <a:pt x="708541" y="1144441"/>
                  </a:lnTo>
                  <a:lnTo>
                    <a:pt x="708010" y="1144538"/>
                  </a:lnTo>
                  <a:lnTo>
                    <a:pt x="707775" y="1144590"/>
                  </a:lnTo>
                  <a:lnTo>
                    <a:pt x="707480" y="1144710"/>
                  </a:lnTo>
                  <a:lnTo>
                    <a:pt x="706976" y="1144909"/>
                  </a:lnTo>
                  <a:lnTo>
                    <a:pt x="706860" y="1145007"/>
                  </a:lnTo>
                  <a:lnTo>
                    <a:pt x="706726" y="1145168"/>
                  </a:lnTo>
                  <a:lnTo>
                    <a:pt x="706598" y="1145266"/>
                  </a:lnTo>
                  <a:lnTo>
                    <a:pt x="706433" y="1145365"/>
                  </a:lnTo>
                  <a:lnTo>
                    <a:pt x="706303" y="1145405"/>
                  </a:lnTo>
                  <a:lnTo>
                    <a:pt x="706199" y="1145408"/>
                  </a:lnTo>
                  <a:lnTo>
                    <a:pt x="706030" y="1145379"/>
                  </a:lnTo>
                  <a:lnTo>
                    <a:pt x="705698" y="1145214"/>
                  </a:lnTo>
                  <a:lnTo>
                    <a:pt x="705545" y="1145200"/>
                  </a:lnTo>
                  <a:lnTo>
                    <a:pt x="705408" y="1145217"/>
                  </a:lnTo>
                  <a:lnTo>
                    <a:pt x="705156" y="1145245"/>
                  </a:lnTo>
                  <a:lnTo>
                    <a:pt x="704885" y="1145229"/>
                  </a:lnTo>
                  <a:lnTo>
                    <a:pt x="704857" y="1145188"/>
                  </a:lnTo>
                  <a:lnTo>
                    <a:pt x="704865" y="1145153"/>
                  </a:lnTo>
                  <a:lnTo>
                    <a:pt x="704912" y="1145112"/>
                  </a:lnTo>
                  <a:lnTo>
                    <a:pt x="705073" y="1145051"/>
                  </a:lnTo>
                  <a:lnTo>
                    <a:pt x="705126" y="1145031"/>
                  </a:lnTo>
                  <a:lnTo>
                    <a:pt x="705323" y="1144864"/>
                  </a:lnTo>
                  <a:lnTo>
                    <a:pt x="705657" y="1144480"/>
                  </a:lnTo>
                  <a:lnTo>
                    <a:pt x="705831" y="1144300"/>
                  </a:lnTo>
                  <a:lnTo>
                    <a:pt x="705828" y="1144225"/>
                  </a:lnTo>
                  <a:lnTo>
                    <a:pt x="705798" y="1144176"/>
                  </a:lnTo>
                  <a:lnTo>
                    <a:pt x="705415" y="1144035"/>
                  </a:lnTo>
                  <a:lnTo>
                    <a:pt x="704902" y="1143791"/>
                  </a:lnTo>
                  <a:lnTo>
                    <a:pt x="704547" y="1143613"/>
                  </a:lnTo>
                  <a:lnTo>
                    <a:pt x="704226" y="1143337"/>
                  </a:lnTo>
                  <a:lnTo>
                    <a:pt x="704186" y="1143313"/>
                  </a:lnTo>
                  <a:lnTo>
                    <a:pt x="703895" y="1143137"/>
                  </a:lnTo>
                  <a:lnTo>
                    <a:pt x="703444" y="1142865"/>
                  </a:lnTo>
                  <a:lnTo>
                    <a:pt x="703143" y="1142677"/>
                  </a:lnTo>
                  <a:lnTo>
                    <a:pt x="702988" y="1142664"/>
                  </a:lnTo>
                  <a:lnTo>
                    <a:pt x="702752" y="1142670"/>
                  </a:lnTo>
                  <a:lnTo>
                    <a:pt x="702501" y="1142634"/>
                  </a:lnTo>
                  <a:lnTo>
                    <a:pt x="702271" y="1142670"/>
                  </a:lnTo>
                  <a:lnTo>
                    <a:pt x="702142" y="1142686"/>
                  </a:lnTo>
                  <a:lnTo>
                    <a:pt x="702008" y="1142671"/>
                  </a:lnTo>
                  <a:lnTo>
                    <a:pt x="701781" y="1142571"/>
                  </a:lnTo>
                  <a:lnTo>
                    <a:pt x="701451" y="1142441"/>
                  </a:lnTo>
                  <a:lnTo>
                    <a:pt x="701251" y="1142266"/>
                  </a:lnTo>
                  <a:lnTo>
                    <a:pt x="701098" y="1142174"/>
                  </a:lnTo>
                  <a:lnTo>
                    <a:pt x="700856" y="1141959"/>
                  </a:lnTo>
                  <a:lnTo>
                    <a:pt x="700639" y="1141632"/>
                  </a:lnTo>
                  <a:lnTo>
                    <a:pt x="700627" y="1141615"/>
                  </a:lnTo>
                  <a:lnTo>
                    <a:pt x="700621" y="1141605"/>
                  </a:lnTo>
                  <a:lnTo>
                    <a:pt x="700447" y="1141350"/>
                  </a:lnTo>
                  <a:lnTo>
                    <a:pt x="700179" y="1141060"/>
                  </a:lnTo>
                  <a:lnTo>
                    <a:pt x="700125" y="1141047"/>
                  </a:lnTo>
                  <a:lnTo>
                    <a:pt x="699825" y="1141039"/>
                  </a:lnTo>
                  <a:lnTo>
                    <a:pt x="699560" y="1141001"/>
                  </a:lnTo>
                  <a:lnTo>
                    <a:pt x="699392" y="1140971"/>
                  </a:lnTo>
                  <a:lnTo>
                    <a:pt x="699352" y="1140923"/>
                  </a:lnTo>
                  <a:lnTo>
                    <a:pt x="699181" y="1140651"/>
                  </a:lnTo>
                  <a:lnTo>
                    <a:pt x="699116" y="1140438"/>
                  </a:lnTo>
                  <a:lnTo>
                    <a:pt x="698955" y="1140229"/>
                  </a:lnTo>
                  <a:lnTo>
                    <a:pt x="698927" y="1140123"/>
                  </a:lnTo>
                  <a:lnTo>
                    <a:pt x="698886" y="1139917"/>
                  </a:lnTo>
                  <a:lnTo>
                    <a:pt x="698857" y="1139877"/>
                  </a:lnTo>
                  <a:lnTo>
                    <a:pt x="698811" y="1139861"/>
                  </a:lnTo>
                  <a:lnTo>
                    <a:pt x="698741" y="1139852"/>
                  </a:lnTo>
                  <a:lnTo>
                    <a:pt x="698366" y="1139957"/>
                  </a:lnTo>
                  <a:lnTo>
                    <a:pt x="698242" y="1139953"/>
                  </a:lnTo>
                  <a:lnTo>
                    <a:pt x="698180" y="1139925"/>
                  </a:lnTo>
                  <a:lnTo>
                    <a:pt x="698161" y="1139845"/>
                  </a:lnTo>
                  <a:lnTo>
                    <a:pt x="698083" y="1139636"/>
                  </a:lnTo>
                  <a:lnTo>
                    <a:pt x="697982" y="1139453"/>
                  </a:lnTo>
                  <a:lnTo>
                    <a:pt x="697856" y="1139358"/>
                  </a:lnTo>
                  <a:lnTo>
                    <a:pt x="697765" y="1139316"/>
                  </a:lnTo>
                  <a:lnTo>
                    <a:pt x="697705" y="1139265"/>
                  </a:lnTo>
                  <a:lnTo>
                    <a:pt x="697703" y="1139250"/>
                  </a:lnTo>
                  <a:lnTo>
                    <a:pt x="697769" y="1139097"/>
                  </a:lnTo>
                  <a:lnTo>
                    <a:pt x="697769" y="1138915"/>
                  </a:lnTo>
                  <a:lnTo>
                    <a:pt x="697761" y="1138855"/>
                  </a:lnTo>
                  <a:lnTo>
                    <a:pt x="697661" y="1138742"/>
                  </a:lnTo>
                  <a:lnTo>
                    <a:pt x="697459" y="1138618"/>
                  </a:lnTo>
                  <a:lnTo>
                    <a:pt x="697320" y="1138491"/>
                  </a:lnTo>
                  <a:lnTo>
                    <a:pt x="697294" y="1138386"/>
                  </a:lnTo>
                  <a:lnTo>
                    <a:pt x="697327" y="1138311"/>
                  </a:lnTo>
                  <a:lnTo>
                    <a:pt x="697316" y="1138259"/>
                  </a:lnTo>
                  <a:lnTo>
                    <a:pt x="697183" y="1138179"/>
                  </a:lnTo>
                  <a:lnTo>
                    <a:pt x="697105" y="1138140"/>
                  </a:lnTo>
                  <a:lnTo>
                    <a:pt x="697096" y="1138081"/>
                  </a:lnTo>
                  <a:lnTo>
                    <a:pt x="697122" y="1137915"/>
                  </a:lnTo>
                  <a:lnTo>
                    <a:pt x="697228" y="1137721"/>
                  </a:lnTo>
                  <a:lnTo>
                    <a:pt x="697348" y="1137465"/>
                  </a:lnTo>
                  <a:lnTo>
                    <a:pt x="697496" y="1137358"/>
                  </a:lnTo>
                  <a:lnTo>
                    <a:pt x="697646" y="1137242"/>
                  </a:lnTo>
                  <a:lnTo>
                    <a:pt x="697777" y="1137061"/>
                  </a:lnTo>
                  <a:lnTo>
                    <a:pt x="697802" y="1137014"/>
                  </a:lnTo>
                  <a:lnTo>
                    <a:pt x="697806" y="1136959"/>
                  </a:lnTo>
                  <a:lnTo>
                    <a:pt x="697744" y="1136901"/>
                  </a:lnTo>
                  <a:lnTo>
                    <a:pt x="697623" y="1136791"/>
                  </a:lnTo>
                  <a:lnTo>
                    <a:pt x="697497" y="1136629"/>
                  </a:lnTo>
                  <a:lnTo>
                    <a:pt x="697398" y="1136518"/>
                  </a:lnTo>
                  <a:lnTo>
                    <a:pt x="697147" y="1136354"/>
                  </a:lnTo>
                  <a:lnTo>
                    <a:pt x="697067" y="1136262"/>
                  </a:lnTo>
                  <a:lnTo>
                    <a:pt x="696993" y="1136114"/>
                  </a:lnTo>
                  <a:lnTo>
                    <a:pt x="696988" y="1135898"/>
                  </a:lnTo>
                  <a:lnTo>
                    <a:pt x="696999" y="1135601"/>
                  </a:lnTo>
                  <a:lnTo>
                    <a:pt x="697126" y="1135401"/>
                  </a:lnTo>
                  <a:lnTo>
                    <a:pt x="697216" y="1135148"/>
                  </a:lnTo>
                  <a:lnTo>
                    <a:pt x="697273" y="1135055"/>
                  </a:lnTo>
                  <a:lnTo>
                    <a:pt x="697456" y="1134726"/>
                  </a:lnTo>
                  <a:lnTo>
                    <a:pt x="697498" y="1134679"/>
                  </a:lnTo>
                  <a:lnTo>
                    <a:pt x="697623" y="1134629"/>
                  </a:lnTo>
                  <a:lnTo>
                    <a:pt x="697738" y="1134519"/>
                  </a:lnTo>
                  <a:lnTo>
                    <a:pt x="697860" y="1134312"/>
                  </a:lnTo>
                  <a:lnTo>
                    <a:pt x="697871" y="1134304"/>
                  </a:lnTo>
                  <a:lnTo>
                    <a:pt x="697893" y="1134288"/>
                  </a:lnTo>
                  <a:lnTo>
                    <a:pt x="697928" y="1134266"/>
                  </a:lnTo>
                  <a:lnTo>
                    <a:pt x="697961" y="1134248"/>
                  </a:lnTo>
                  <a:lnTo>
                    <a:pt x="698035" y="1134213"/>
                  </a:lnTo>
                  <a:lnTo>
                    <a:pt x="698101" y="1134175"/>
                  </a:lnTo>
                  <a:lnTo>
                    <a:pt x="698143" y="1134141"/>
                  </a:lnTo>
                  <a:lnTo>
                    <a:pt x="698176" y="1134106"/>
                  </a:lnTo>
                  <a:lnTo>
                    <a:pt x="698203" y="1134069"/>
                  </a:lnTo>
                  <a:lnTo>
                    <a:pt x="698210" y="1134043"/>
                  </a:lnTo>
                  <a:lnTo>
                    <a:pt x="698219" y="1133995"/>
                  </a:lnTo>
                  <a:lnTo>
                    <a:pt x="698225" y="1133948"/>
                  </a:lnTo>
                  <a:lnTo>
                    <a:pt x="698238" y="1133902"/>
                  </a:lnTo>
                  <a:lnTo>
                    <a:pt x="698279" y="1133819"/>
                  </a:lnTo>
                  <a:lnTo>
                    <a:pt x="698329" y="1133754"/>
                  </a:lnTo>
                  <a:lnTo>
                    <a:pt x="698362" y="1133722"/>
                  </a:lnTo>
                  <a:lnTo>
                    <a:pt x="698402" y="1133695"/>
                  </a:lnTo>
                  <a:lnTo>
                    <a:pt x="698435" y="1133672"/>
                  </a:lnTo>
                  <a:lnTo>
                    <a:pt x="698488" y="1133643"/>
                  </a:lnTo>
                  <a:lnTo>
                    <a:pt x="698537" y="1133615"/>
                  </a:lnTo>
                  <a:lnTo>
                    <a:pt x="698562" y="1133593"/>
                  </a:lnTo>
                  <a:lnTo>
                    <a:pt x="698578" y="1133556"/>
                  </a:lnTo>
                  <a:lnTo>
                    <a:pt x="698587" y="1133514"/>
                  </a:lnTo>
                  <a:lnTo>
                    <a:pt x="698596" y="1133453"/>
                  </a:lnTo>
                  <a:lnTo>
                    <a:pt x="698611" y="1133395"/>
                  </a:lnTo>
                  <a:lnTo>
                    <a:pt x="698638" y="1133350"/>
                  </a:lnTo>
                  <a:lnTo>
                    <a:pt x="698661" y="1133326"/>
                  </a:lnTo>
                  <a:lnTo>
                    <a:pt x="698687" y="1133315"/>
                  </a:lnTo>
                  <a:lnTo>
                    <a:pt x="698738" y="1133304"/>
                  </a:lnTo>
                  <a:lnTo>
                    <a:pt x="698804" y="1133283"/>
                  </a:lnTo>
                  <a:lnTo>
                    <a:pt x="698868" y="1133273"/>
                  </a:lnTo>
                  <a:lnTo>
                    <a:pt x="698960" y="1133270"/>
                  </a:lnTo>
                  <a:lnTo>
                    <a:pt x="699003" y="1133266"/>
                  </a:lnTo>
                  <a:lnTo>
                    <a:pt x="699051" y="1133253"/>
                  </a:lnTo>
                  <a:lnTo>
                    <a:pt x="699132" y="1133201"/>
                  </a:lnTo>
                  <a:lnTo>
                    <a:pt x="699198" y="1133144"/>
                  </a:lnTo>
                  <a:lnTo>
                    <a:pt x="699240" y="1133087"/>
                  </a:lnTo>
                  <a:lnTo>
                    <a:pt x="699270" y="1133043"/>
                  </a:lnTo>
                  <a:lnTo>
                    <a:pt x="699324" y="1132976"/>
                  </a:lnTo>
                  <a:lnTo>
                    <a:pt x="699367" y="1132937"/>
                  </a:lnTo>
                  <a:lnTo>
                    <a:pt x="699417" y="1132899"/>
                  </a:lnTo>
                  <a:lnTo>
                    <a:pt x="699478" y="1132815"/>
                  </a:lnTo>
                  <a:lnTo>
                    <a:pt x="699527" y="1132727"/>
                  </a:lnTo>
                  <a:lnTo>
                    <a:pt x="699541" y="1132690"/>
                  </a:lnTo>
                  <a:lnTo>
                    <a:pt x="699545" y="1132632"/>
                  </a:lnTo>
                  <a:lnTo>
                    <a:pt x="699541" y="1132512"/>
                  </a:lnTo>
                  <a:lnTo>
                    <a:pt x="699536" y="1132459"/>
                  </a:lnTo>
                  <a:lnTo>
                    <a:pt x="699532" y="1132429"/>
                  </a:lnTo>
                  <a:lnTo>
                    <a:pt x="699520" y="1132404"/>
                  </a:lnTo>
                  <a:lnTo>
                    <a:pt x="699495" y="1132391"/>
                  </a:lnTo>
                  <a:lnTo>
                    <a:pt x="699447" y="1132371"/>
                  </a:lnTo>
                  <a:lnTo>
                    <a:pt x="699429" y="1132355"/>
                  </a:lnTo>
                  <a:lnTo>
                    <a:pt x="699371" y="1132298"/>
                  </a:lnTo>
                  <a:lnTo>
                    <a:pt x="699346" y="1132259"/>
                  </a:lnTo>
                  <a:lnTo>
                    <a:pt x="699338" y="1132235"/>
                  </a:lnTo>
                  <a:lnTo>
                    <a:pt x="699344" y="1132211"/>
                  </a:lnTo>
                  <a:lnTo>
                    <a:pt x="699364" y="1132193"/>
                  </a:lnTo>
                  <a:lnTo>
                    <a:pt x="699422" y="1132168"/>
                  </a:lnTo>
                  <a:lnTo>
                    <a:pt x="699591" y="1132141"/>
                  </a:lnTo>
                  <a:lnTo>
                    <a:pt x="699640" y="1132132"/>
                  </a:lnTo>
                  <a:lnTo>
                    <a:pt x="699654" y="1132117"/>
                  </a:lnTo>
                  <a:lnTo>
                    <a:pt x="699652" y="1132109"/>
                  </a:lnTo>
                  <a:lnTo>
                    <a:pt x="699630" y="1132030"/>
                  </a:lnTo>
                  <a:lnTo>
                    <a:pt x="699620" y="1132003"/>
                  </a:lnTo>
                  <a:lnTo>
                    <a:pt x="699625" y="1131993"/>
                  </a:lnTo>
                  <a:lnTo>
                    <a:pt x="699678" y="1131936"/>
                  </a:lnTo>
                  <a:lnTo>
                    <a:pt x="699725" y="1131900"/>
                  </a:lnTo>
                  <a:lnTo>
                    <a:pt x="699729" y="1131891"/>
                  </a:lnTo>
                  <a:lnTo>
                    <a:pt x="699705" y="1131830"/>
                  </a:lnTo>
                  <a:lnTo>
                    <a:pt x="699710" y="1131810"/>
                  </a:lnTo>
                  <a:lnTo>
                    <a:pt x="699734" y="1131770"/>
                  </a:lnTo>
                  <a:lnTo>
                    <a:pt x="699766" y="1131682"/>
                  </a:lnTo>
                  <a:lnTo>
                    <a:pt x="699780" y="1131663"/>
                  </a:lnTo>
                  <a:lnTo>
                    <a:pt x="699791" y="1131647"/>
                  </a:lnTo>
                  <a:lnTo>
                    <a:pt x="699803" y="1131611"/>
                  </a:lnTo>
                  <a:lnTo>
                    <a:pt x="699850" y="1131525"/>
                  </a:lnTo>
                  <a:lnTo>
                    <a:pt x="699865" y="1131479"/>
                  </a:lnTo>
                  <a:lnTo>
                    <a:pt x="699871" y="1131368"/>
                  </a:lnTo>
                  <a:lnTo>
                    <a:pt x="699899" y="1131293"/>
                  </a:lnTo>
                  <a:lnTo>
                    <a:pt x="699902" y="1131267"/>
                  </a:lnTo>
                  <a:lnTo>
                    <a:pt x="699898" y="1131252"/>
                  </a:lnTo>
                  <a:lnTo>
                    <a:pt x="699852" y="1131200"/>
                  </a:lnTo>
                  <a:lnTo>
                    <a:pt x="699815" y="1131126"/>
                  </a:lnTo>
                  <a:lnTo>
                    <a:pt x="699791" y="1131040"/>
                  </a:lnTo>
                  <a:lnTo>
                    <a:pt x="699783" y="1130989"/>
                  </a:lnTo>
                  <a:lnTo>
                    <a:pt x="699758" y="1130958"/>
                  </a:lnTo>
                  <a:lnTo>
                    <a:pt x="699749" y="1130896"/>
                  </a:lnTo>
                  <a:lnTo>
                    <a:pt x="699755" y="1130835"/>
                  </a:lnTo>
                  <a:lnTo>
                    <a:pt x="699761" y="1130809"/>
                  </a:lnTo>
                  <a:lnTo>
                    <a:pt x="699788" y="1130785"/>
                  </a:lnTo>
                  <a:lnTo>
                    <a:pt x="699814" y="1130760"/>
                  </a:lnTo>
                  <a:lnTo>
                    <a:pt x="699849" y="1130689"/>
                  </a:lnTo>
                  <a:lnTo>
                    <a:pt x="699881" y="1130651"/>
                  </a:lnTo>
                  <a:lnTo>
                    <a:pt x="699912" y="1130640"/>
                  </a:lnTo>
                  <a:lnTo>
                    <a:pt x="699958" y="1130614"/>
                  </a:lnTo>
                  <a:lnTo>
                    <a:pt x="700007" y="1130569"/>
                  </a:lnTo>
                  <a:lnTo>
                    <a:pt x="700017" y="1130552"/>
                  </a:lnTo>
                  <a:lnTo>
                    <a:pt x="700019" y="1130540"/>
                  </a:lnTo>
                  <a:lnTo>
                    <a:pt x="700014" y="1130515"/>
                  </a:lnTo>
                  <a:lnTo>
                    <a:pt x="700002" y="1130460"/>
                  </a:lnTo>
                  <a:lnTo>
                    <a:pt x="700006" y="1130449"/>
                  </a:lnTo>
                  <a:lnTo>
                    <a:pt x="700042" y="1130420"/>
                  </a:lnTo>
                  <a:lnTo>
                    <a:pt x="700051" y="1130402"/>
                  </a:lnTo>
                  <a:lnTo>
                    <a:pt x="700072" y="1130323"/>
                  </a:lnTo>
                  <a:lnTo>
                    <a:pt x="700063" y="1130288"/>
                  </a:lnTo>
                  <a:lnTo>
                    <a:pt x="700051" y="1130205"/>
                  </a:lnTo>
                  <a:lnTo>
                    <a:pt x="700061" y="1130151"/>
                  </a:lnTo>
                  <a:lnTo>
                    <a:pt x="700079" y="1130133"/>
                  </a:lnTo>
                  <a:lnTo>
                    <a:pt x="700129" y="1130108"/>
                  </a:lnTo>
                  <a:lnTo>
                    <a:pt x="700137" y="1130089"/>
                  </a:lnTo>
                  <a:lnTo>
                    <a:pt x="700131" y="1130021"/>
                  </a:lnTo>
                  <a:lnTo>
                    <a:pt x="700122" y="1129923"/>
                  </a:lnTo>
                  <a:lnTo>
                    <a:pt x="700132" y="1129833"/>
                  </a:lnTo>
                  <a:lnTo>
                    <a:pt x="700119" y="1129791"/>
                  </a:lnTo>
                  <a:lnTo>
                    <a:pt x="700091" y="1129769"/>
                  </a:lnTo>
                  <a:lnTo>
                    <a:pt x="700056" y="1129741"/>
                  </a:lnTo>
                  <a:lnTo>
                    <a:pt x="700026" y="1129696"/>
                  </a:lnTo>
                  <a:lnTo>
                    <a:pt x="699977" y="1129664"/>
                  </a:lnTo>
                  <a:lnTo>
                    <a:pt x="699947" y="1129644"/>
                  </a:lnTo>
                  <a:lnTo>
                    <a:pt x="699934" y="1129607"/>
                  </a:lnTo>
                  <a:lnTo>
                    <a:pt x="699921" y="1129559"/>
                  </a:lnTo>
                  <a:lnTo>
                    <a:pt x="699909" y="1129542"/>
                  </a:lnTo>
                  <a:lnTo>
                    <a:pt x="699904" y="1129496"/>
                  </a:lnTo>
                  <a:lnTo>
                    <a:pt x="699897" y="1129454"/>
                  </a:lnTo>
                  <a:lnTo>
                    <a:pt x="699864" y="1129410"/>
                  </a:lnTo>
                  <a:lnTo>
                    <a:pt x="699854" y="1129363"/>
                  </a:lnTo>
                  <a:lnTo>
                    <a:pt x="699853" y="1129259"/>
                  </a:lnTo>
                  <a:lnTo>
                    <a:pt x="699863" y="1129201"/>
                  </a:lnTo>
                  <a:lnTo>
                    <a:pt x="699868" y="1129169"/>
                  </a:lnTo>
                  <a:lnTo>
                    <a:pt x="699857" y="1129115"/>
                  </a:lnTo>
                  <a:lnTo>
                    <a:pt x="699801" y="1129036"/>
                  </a:lnTo>
                  <a:lnTo>
                    <a:pt x="699796" y="1129011"/>
                  </a:lnTo>
                  <a:lnTo>
                    <a:pt x="699803" y="1128978"/>
                  </a:lnTo>
                  <a:lnTo>
                    <a:pt x="699811" y="1128945"/>
                  </a:lnTo>
                  <a:lnTo>
                    <a:pt x="699791" y="1128874"/>
                  </a:lnTo>
                  <a:lnTo>
                    <a:pt x="699782" y="1128848"/>
                  </a:lnTo>
                  <a:lnTo>
                    <a:pt x="699790" y="1128818"/>
                  </a:lnTo>
                  <a:lnTo>
                    <a:pt x="699826" y="1128770"/>
                  </a:lnTo>
                  <a:lnTo>
                    <a:pt x="699825" y="1128755"/>
                  </a:lnTo>
                  <a:lnTo>
                    <a:pt x="699814" y="1128726"/>
                  </a:lnTo>
                  <a:lnTo>
                    <a:pt x="699788" y="1128703"/>
                  </a:lnTo>
                  <a:lnTo>
                    <a:pt x="699766" y="1128705"/>
                  </a:lnTo>
                  <a:lnTo>
                    <a:pt x="699741" y="1128695"/>
                  </a:lnTo>
                  <a:lnTo>
                    <a:pt x="699727" y="1128663"/>
                  </a:lnTo>
                  <a:lnTo>
                    <a:pt x="699705" y="1128541"/>
                  </a:lnTo>
                  <a:lnTo>
                    <a:pt x="699714" y="1128523"/>
                  </a:lnTo>
                  <a:lnTo>
                    <a:pt x="699755" y="1128466"/>
                  </a:lnTo>
                  <a:lnTo>
                    <a:pt x="699769" y="1128450"/>
                  </a:lnTo>
                  <a:lnTo>
                    <a:pt x="699769" y="1128442"/>
                  </a:lnTo>
                  <a:lnTo>
                    <a:pt x="699748" y="1128417"/>
                  </a:lnTo>
                  <a:lnTo>
                    <a:pt x="699718" y="1128329"/>
                  </a:lnTo>
                  <a:lnTo>
                    <a:pt x="699722" y="1128300"/>
                  </a:lnTo>
                  <a:lnTo>
                    <a:pt x="699730" y="1128278"/>
                  </a:lnTo>
                  <a:lnTo>
                    <a:pt x="699725" y="1128273"/>
                  </a:lnTo>
                  <a:lnTo>
                    <a:pt x="699709" y="1128276"/>
                  </a:lnTo>
                  <a:lnTo>
                    <a:pt x="699672" y="1128255"/>
                  </a:lnTo>
                  <a:lnTo>
                    <a:pt x="699623" y="1128190"/>
                  </a:lnTo>
                  <a:lnTo>
                    <a:pt x="699587" y="1128159"/>
                  </a:lnTo>
                  <a:lnTo>
                    <a:pt x="699564" y="1128126"/>
                  </a:lnTo>
                  <a:lnTo>
                    <a:pt x="699553" y="1128073"/>
                  </a:lnTo>
                  <a:lnTo>
                    <a:pt x="699542" y="1128049"/>
                  </a:lnTo>
                  <a:lnTo>
                    <a:pt x="699512" y="1128012"/>
                  </a:lnTo>
                  <a:lnTo>
                    <a:pt x="699454" y="1127971"/>
                  </a:lnTo>
                  <a:lnTo>
                    <a:pt x="699402" y="1127939"/>
                  </a:lnTo>
                  <a:lnTo>
                    <a:pt x="699383" y="1127910"/>
                  </a:lnTo>
                  <a:lnTo>
                    <a:pt x="699367" y="1127896"/>
                  </a:lnTo>
                  <a:lnTo>
                    <a:pt x="699238" y="1127841"/>
                  </a:lnTo>
                  <a:lnTo>
                    <a:pt x="699180" y="1127805"/>
                  </a:lnTo>
                  <a:lnTo>
                    <a:pt x="699142" y="1127764"/>
                  </a:lnTo>
                  <a:lnTo>
                    <a:pt x="699095" y="1127686"/>
                  </a:lnTo>
                  <a:lnTo>
                    <a:pt x="699079" y="1127659"/>
                  </a:lnTo>
                  <a:lnTo>
                    <a:pt x="699017" y="1127606"/>
                  </a:lnTo>
                  <a:lnTo>
                    <a:pt x="698975" y="1127540"/>
                  </a:lnTo>
                  <a:lnTo>
                    <a:pt x="698943" y="1127515"/>
                  </a:lnTo>
                  <a:lnTo>
                    <a:pt x="698909" y="1127508"/>
                  </a:lnTo>
                  <a:lnTo>
                    <a:pt x="698862" y="1127509"/>
                  </a:lnTo>
                  <a:lnTo>
                    <a:pt x="698731" y="1127451"/>
                  </a:lnTo>
                  <a:lnTo>
                    <a:pt x="698686" y="1127446"/>
                  </a:lnTo>
                  <a:lnTo>
                    <a:pt x="698604" y="1127449"/>
                  </a:lnTo>
                  <a:lnTo>
                    <a:pt x="698575" y="1127461"/>
                  </a:lnTo>
                  <a:lnTo>
                    <a:pt x="698471" y="1127485"/>
                  </a:lnTo>
                  <a:lnTo>
                    <a:pt x="698399" y="1127516"/>
                  </a:lnTo>
                  <a:lnTo>
                    <a:pt x="698381" y="1127555"/>
                  </a:lnTo>
                  <a:lnTo>
                    <a:pt x="698385" y="1127595"/>
                  </a:lnTo>
                  <a:lnTo>
                    <a:pt x="698368" y="1127629"/>
                  </a:lnTo>
                  <a:lnTo>
                    <a:pt x="698322" y="1127695"/>
                  </a:lnTo>
                  <a:lnTo>
                    <a:pt x="698307" y="1127702"/>
                  </a:lnTo>
                  <a:lnTo>
                    <a:pt x="698230" y="1127680"/>
                  </a:lnTo>
                  <a:lnTo>
                    <a:pt x="698106" y="1127647"/>
                  </a:lnTo>
                  <a:lnTo>
                    <a:pt x="698040" y="1127657"/>
                  </a:lnTo>
                  <a:lnTo>
                    <a:pt x="697933" y="1127688"/>
                  </a:lnTo>
                  <a:lnTo>
                    <a:pt x="697866" y="1127699"/>
                  </a:lnTo>
                  <a:lnTo>
                    <a:pt x="697859" y="1127705"/>
                  </a:lnTo>
                  <a:lnTo>
                    <a:pt x="697853" y="1127724"/>
                  </a:lnTo>
                  <a:lnTo>
                    <a:pt x="697834" y="1127783"/>
                  </a:lnTo>
                  <a:lnTo>
                    <a:pt x="697812" y="1127803"/>
                  </a:lnTo>
                  <a:lnTo>
                    <a:pt x="697795" y="1127809"/>
                  </a:lnTo>
                  <a:lnTo>
                    <a:pt x="697785" y="1127824"/>
                  </a:lnTo>
                  <a:lnTo>
                    <a:pt x="697775" y="1127839"/>
                  </a:lnTo>
                  <a:lnTo>
                    <a:pt x="697762" y="1127862"/>
                  </a:lnTo>
                  <a:lnTo>
                    <a:pt x="697690" y="1127923"/>
                  </a:lnTo>
                  <a:lnTo>
                    <a:pt x="697639" y="1127971"/>
                  </a:lnTo>
                  <a:lnTo>
                    <a:pt x="697612" y="1127977"/>
                  </a:lnTo>
                  <a:lnTo>
                    <a:pt x="697556" y="1127971"/>
                  </a:lnTo>
                  <a:lnTo>
                    <a:pt x="697499" y="1127963"/>
                  </a:lnTo>
                  <a:lnTo>
                    <a:pt x="697483" y="1127949"/>
                  </a:lnTo>
                  <a:lnTo>
                    <a:pt x="697441" y="1127873"/>
                  </a:lnTo>
                  <a:lnTo>
                    <a:pt x="697414" y="1127838"/>
                  </a:lnTo>
                  <a:lnTo>
                    <a:pt x="697364" y="1127799"/>
                  </a:lnTo>
                  <a:lnTo>
                    <a:pt x="697309" y="1127768"/>
                  </a:lnTo>
                  <a:lnTo>
                    <a:pt x="697252" y="1127718"/>
                  </a:lnTo>
                  <a:lnTo>
                    <a:pt x="697236" y="1127713"/>
                  </a:lnTo>
                  <a:lnTo>
                    <a:pt x="697176" y="1127720"/>
                  </a:lnTo>
                  <a:lnTo>
                    <a:pt x="697143" y="1127717"/>
                  </a:lnTo>
                  <a:lnTo>
                    <a:pt x="697066" y="1127666"/>
                  </a:lnTo>
                  <a:lnTo>
                    <a:pt x="697022" y="1127663"/>
                  </a:lnTo>
                  <a:lnTo>
                    <a:pt x="696940" y="1127660"/>
                  </a:lnTo>
                  <a:lnTo>
                    <a:pt x="696728" y="1127676"/>
                  </a:lnTo>
                  <a:lnTo>
                    <a:pt x="696694" y="1127670"/>
                  </a:lnTo>
                  <a:lnTo>
                    <a:pt x="696670" y="1127658"/>
                  </a:lnTo>
                  <a:lnTo>
                    <a:pt x="696642" y="1127657"/>
                  </a:lnTo>
                  <a:lnTo>
                    <a:pt x="696603" y="1127651"/>
                  </a:lnTo>
                  <a:lnTo>
                    <a:pt x="696570" y="1127626"/>
                  </a:lnTo>
                  <a:lnTo>
                    <a:pt x="696553" y="1127578"/>
                  </a:lnTo>
                  <a:lnTo>
                    <a:pt x="696521" y="1127512"/>
                  </a:lnTo>
                  <a:lnTo>
                    <a:pt x="696448" y="1127442"/>
                  </a:lnTo>
                  <a:lnTo>
                    <a:pt x="696404" y="1127409"/>
                  </a:lnTo>
                  <a:lnTo>
                    <a:pt x="696387" y="1127409"/>
                  </a:lnTo>
                  <a:lnTo>
                    <a:pt x="696351" y="1127440"/>
                  </a:lnTo>
                  <a:lnTo>
                    <a:pt x="696321" y="1127441"/>
                  </a:lnTo>
                  <a:lnTo>
                    <a:pt x="696296" y="1127430"/>
                  </a:lnTo>
                  <a:lnTo>
                    <a:pt x="696296" y="1127417"/>
                  </a:lnTo>
                  <a:lnTo>
                    <a:pt x="696313" y="1127384"/>
                  </a:lnTo>
                  <a:lnTo>
                    <a:pt x="696308" y="1127369"/>
                  </a:lnTo>
                  <a:lnTo>
                    <a:pt x="696271" y="1127346"/>
                  </a:lnTo>
                  <a:lnTo>
                    <a:pt x="696233" y="1127333"/>
                  </a:lnTo>
                  <a:lnTo>
                    <a:pt x="696157" y="1127332"/>
                  </a:lnTo>
                  <a:lnTo>
                    <a:pt x="696132" y="1127331"/>
                  </a:lnTo>
                  <a:lnTo>
                    <a:pt x="696102" y="1127322"/>
                  </a:lnTo>
                  <a:lnTo>
                    <a:pt x="696100" y="1127317"/>
                  </a:lnTo>
                  <a:lnTo>
                    <a:pt x="696119" y="1127302"/>
                  </a:lnTo>
                  <a:lnTo>
                    <a:pt x="696141" y="1127282"/>
                  </a:lnTo>
                  <a:lnTo>
                    <a:pt x="696147" y="1127266"/>
                  </a:lnTo>
                  <a:lnTo>
                    <a:pt x="696138" y="1127232"/>
                  </a:lnTo>
                  <a:lnTo>
                    <a:pt x="696132" y="1127185"/>
                  </a:lnTo>
                  <a:lnTo>
                    <a:pt x="696118" y="1127126"/>
                  </a:lnTo>
                  <a:lnTo>
                    <a:pt x="696122" y="1127118"/>
                  </a:lnTo>
                  <a:lnTo>
                    <a:pt x="696136" y="1127109"/>
                  </a:lnTo>
                  <a:lnTo>
                    <a:pt x="696186" y="1127092"/>
                  </a:lnTo>
                  <a:lnTo>
                    <a:pt x="696210" y="1127068"/>
                  </a:lnTo>
                  <a:lnTo>
                    <a:pt x="696243" y="1127012"/>
                  </a:lnTo>
                  <a:lnTo>
                    <a:pt x="696247" y="1127003"/>
                  </a:lnTo>
                  <a:lnTo>
                    <a:pt x="696282" y="1126914"/>
                  </a:lnTo>
                  <a:lnTo>
                    <a:pt x="696330" y="1126823"/>
                  </a:lnTo>
                  <a:lnTo>
                    <a:pt x="696356" y="1126779"/>
                  </a:lnTo>
                  <a:lnTo>
                    <a:pt x="696429" y="1126713"/>
                  </a:lnTo>
                  <a:lnTo>
                    <a:pt x="696464" y="1126675"/>
                  </a:lnTo>
                  <a:lnTo>
                    <a:pt x="696469" y="1126656"/>
                  </a:lnTo>
                  <a:lnTo>
                    <a:pt x="696468" y="1126642"/>
                  </a:lnTo>
                  <a:lnTo>
                    <a:pt x="696462" y="1126620"/>
                  </a:lnTo>
                  <a:lnTo>
                    <a:pt x="696448" y="1126586"/>
                  </a:lnTo>
                  <a:lnTo>
                    <a:pt x="696441" y="1126574"/>
                  </a:lnTo>
                  <a:lnTo>
                    <a:pt x="696451" y="1126515"/>
                  </a:lnTo>
                  <a:lnTo>
                    <a:pt x="696458" y="1126483"/>
                  </a:lnTo>
                  <a:lnTo>
                    <a:pt x="696484" y="1126466"/>
                  </a:lnTo>
                  <a:lnTo>
                    <a:pt x="696550" y="1126469"/>
                  </a:lnTo>
                  <a:lnTo>
                    <a:pt x="696581" y="1126460"/>
                  </a:lnTo>
                  <a:lnTo>
                    <a:pt x="696618" y="1126433"/>
                  </a:lnTo>
                  <a:lnTo>
                    <a:pt x="696631" y="1126394"/>
                  </a:lnTo>
                  <a:lnTo>
                    <a:pt x="696630" y="1126332"/>
                  </a:lnTo>
                  <a:lnTo>
                    <a:pt x="696620" y="1126308"/>
                  </a:lnTo>
                  <a:lnTo>
                    <a:pt x="696604" y="1126295"/>
                  </a:lnTo>
                  <a:lnTo>
                    <a:pt x="696593" y="1126273"/>
                  </a:lnTo>
                  <a:lnTo>
                    <a:pt x="696597" y="1126219"/>
                  </a:lnTo>
                  <a:lnTo>
                    <a:pt x="696668" y="1126067"/>
                  </a:lnTo>
                  <a:lnTo>
                    <a:pt x="696678" y="1126025"/>
                  </a:lnTo>
                  <a:lnTo>
                    <a:pt x="696702" y="1125997"/>
                  </a:lnTo>
                  <a:lnTo>
                    <a:pt x="696763" y="1125982"/>
                  </a:lnTo>
                  <a:lnTo>
                    <a:pt x="696774" y="1125967"/>
                  </a:lnTo>
                  <a:lnTo>
                    <a:pt x="696781" y="1125955"/>
                  </a:lnTo>
                  <a:lnTo>
                    <a:pt x="696829" y="1125951"/>
                  </a:lnTo>
                  <a:lnTo>
                    <a:pt x="696954" y="1125948"/>
                  </a:lnTo>
                  <a:lnTo>
                    <a:pt x="697027" y="1125909"/>
                  </a:lnTo>
                  <a:lnTo>
                    <a:pt x="697077" y="1125881"/>
                  </a:lnTo>
                  <a:lnTo>
                    <a:pt x="697106" y="1125801"/>
                  </a:lnTo>
                  <a:lnTo>
                    <a:pt x="697127" y="1125788"/>
                  </a:lnTo>
                  <a:lnTo>
                    <a:pt x="697191" y="1125776"/>
                  </a:lnTo>
                  <a:lnTo>
                    <a:pt x="697234" y="1125755"/>
                  </a:lnTo>
                  <a:lnTo>
                    <a:pt x="697283" y="1125704"/>
                  </a:lnTo>
                  <a:lnTo>
                    <a:pt x="697311" y="1125703"/>
                  </a:lnTo>
                  <a:lnTo>
                    <a:pt x="697366" y="1125722"/>
                  </a:lnTo>
                  <a:lnTo>
                    <a:pt x="697390" y="1125722"/>
                  </a:lnTo>
                  <a:lnTo>
                    <a:pt x="697412" y="1125690"/>
                  </a:lnTo>
                  <a:lnTo>
                    <a:pt x="697434" y="1125671"/>
                  </a:lnTo>
                  <a:lnTo>
                    <a:pt x="697454" y="1125672"/>
                  </a:lnTo>
                  <a:lnTo>
                    <a:pt x="697634" y="1125711"/>
                  </a:lnTo>
                  <a:lnTo>
                    <a:pt x="697752" y="1125734"/>
                  </a:lnTo>
                  <a:lnTo>
                    <a:pt x="697834" y="1125771"/>
                  </a:lnTo>
                  <a:lnTo>
                    <a:pt x="697871" y="1125804"/>
                  </a:lnTo>
                  <a:lnTo>
                    <a:pt x="697905" y="1125836"/>
                  </a:lnTo>
                  <a:lnTo>
                    <a:pt x="697936" y="1125864"/>
                  </a:lnTo>
                  <a:lnTo>
                    <a:pt x="697939" y="1125928"/>
                  </a:lnTo>
                  <a:lnTo>
                    <a:pt x="697949" y="1125969"/>
                  </a:lnTo>
                  <a:lnTo>
                    <a:pt x="697978" y="1126004"/>
                  </a:lnTo>
                  <a:lnTo>
                    <a:pt x="698009" y="1126031"/>
                  </a:lnTo>
                  <a:lnTo>
                    <a:pt x="698036" y="1126040"/>
                  </a:lnTo>
                  <a:lnTo>
                    <a:pt x="698116" y="1126084"/>
                  </a:lnTo>
                  <a:lnTo>
                    <a:pt x="698138" y="1126089"/>
                  </a:lnTo>
                  <a:lnTo>
                    <a:pt x="698155" y="1126080"/>
                  </a:lnTo>
                  <a:lnTo>
                    <a:pt x="698174" y="1126036"/>
                  </a:lnTo>
                  <a:lnTo>
                    <a:pt x="698193" y="1125995"/>
                  </a:lnTo>
                  <a:lnTo>
                    <a:pt x="698276" y="1125909"/>
                  </a:lnTo>
                  <a:lnTo>
                    <a:pt x="698285" y="1125891"/>
                  </a:lnTo>
                  <a:lnTo>
                    <a:pt x="698290" y="1125843"/>
                  </a:lnTo>
                  <a:lnTo>
                    <a:pt x="698297" y="1125832"/>
                  </a:lnTo>
                  <a:lnTo>
                    <a:pt x="698361" y="1125812"/>
                  </a:lnTo>
                  <a:lnTo>
                    <a:pt x="698376" y="1125799"/>
                  </a:lnTo>
                  <a:lnTo>
                    <a:pt x="698386" y="1125741"/>
                  </a:lnTo>
                  <a:lnTo>
                    <a:pt x="698393" y="1125722"/>
                  </a:lnTo>
                  <a:lnTo>
                    <a:pt x="698458" y="1125655"/>
                  </a:lnTo>
                  <a:lnTo>
                    <a:pt x="698467" y="1125652"/>
                  </a:lnTo>
                  <a:lnTo>
                    <a:pt x="698497" y="1125696"/>
                  </a:lnTo>
                  <a:lnTo>
                    <a:pt x="698581" y="1125782"/>
                  </a:lnTo>
                  <a:lnTo>
                    <a:pt x="698642" y="1125817"/>
                  </a:lnTo>
                  <a:lnTo>
                    <a:pt x="698720" y="1125849"/>
                  </a:lnTo>
                  <a:lnTo>
                    <a:pt x="698816" y="1125904"/>
                  </a:lnTo>
                  <a:lnTo>
                    <a:pt x="698840" y="1125913"/>
                  </a:lnTo>
                  <a:lnTo>
                    <a:pt x="698854" y="1125910"/>
                  </a:lnTo>
                  <a:lnTo>
                    <a:pt x="698888" y="1125874"/>
                  </a:lnTo>
                  <a:lnTo>
                    <a:pt x="698917" y="1125849"/>
                  </a:lnTo>
                  <a:lnTo>
                    <a:pt x="698967" y="1125786"/>
                  </a:lnTo>
                  <a:lnTo>
                    <a:pt x="698994" y="1125730"/>
                  </a:lnTo>
                  <a:lnTo>
                    <a:pt x="699015" y="1125712"/>
                  </a:lnTo>
                  <a:lnTo>
                    <a:pt x="699090" y="1125694"/>
                  </a:lnTo>
                  <a:lnTo>
                    <a:pt x="699123" y="1125674"/>
                  </a:lnTo>
                  <a:lnTo>
                    <a:pt x="699158" y="1125615"/>
                  </a:lnTo>
                  <a:lnTo>
                    <a:pt x="699207" y="1125537"/>
                  </a:lnTo>
                  <a:lnTo>
                    <a:pt x="699220" y="1125509"/>
                  </a:lnTo>
                  <a:lnTo>
                    <a:pt x="699230" y="1125462"/>
                  </a:lnTo>
                  <a:lnTo>
                    <a:pt x="699227" y="1125436"/>
                  </a:lnTo>
                  <a:lnTo>
                    <a:pt x="699205" y="1125393"/>
                  </a:lnTo>
                  <a:lnTo>
                    <a:pt x="699201" y="1125371"/>
                  </a:lnTo>
                  <a:lnTo>
                    <a:pt x="699228" y="1125308"/>
                  </a:lnTo>
                  <a:lnTo>
                    <a:pt x="699233" y="1125219"/>
                  </a:lnTo>
                  <a:lnTo>
                    <a:pt x="699228" y="1125203"/>
                  </a:lnTo>
                  <a:lnTo>
                    <a:pt x="699193" y="1125171"/>
                  </a:lnTo>
                  <a:lnTo>
                    <a:pt x="699182" y="1125148"/>
                  </a:lnTo>
                  <a:lnTo>
                    <a:pt x="699182" y="1125062"/>
                  </a:lnTo>
                  <a:lnTo>
                    <a:pt x="699201" y="1125017"/>
                  </a:lnTo>
                  <a:lnTo>
                    <a:pt x="699216" y="1124899"/>
                  </a:lnTo>
                  <a:lnTo>
                    <a:pt x="699195" y="1124818"/>
                  </a:lnTo>
                  <a:lnTo>
                    <a:pt x="699172" y="1124768"/>
                  </a:lnTo>
                  <a:lnTo>
                    <a:pt x="699161" y="1124756"/>
                  </a:lnTo>
                  <a:lnTo>
                    <a:pt x="699094" y="1124745"/>
                  </a:lnTo>
                  <a:lnTo>
                    <a:pt x="699084" y="1124730"/>
                  </a:lnTo>
                  <a:lnTo>
                    <a:pt x="699080" y="1124706"/>
                  </a:lnTo>
                  <a:lnTo>
                    <a:pt x="699076" y="1124691"/>
                  </a:lnTo>
                  <a:lnTo>
                    <a:pt x="699000" y="1124645"/>
                  </a:lnTo>
                  <a:lnTo>
                    <a:pt x="698960" y="1124613"/>
                  </a:lnTo>
                  <a:lnTo>
                    <a:pt x="698953" y="1124586"/>
                  </a:lnTo>
                  <a:lnTo>
                    <a:pt x="698960" y="1124502"/>
                  </a:lnTo>
                  <a:lnTo>
                    <a:pt x="698945" y="1124437"/>
                  </a:lnTo>
                  <a:lnTo>
                    <a:pt x="698907" y="1124377"/>
                  </a:lnTo>
                  <a:lnTo>
                    <a:pt x="698873" y="1124356"/>
                  </a:lnTo>
                  <a:lnTo>
                    <a:pt x="698781" y="1124336"/>
                  </a:lnTo>
                  <a:lnTo>
                    <a:pt x="698737" y="1124322"/>
                  </a:lnTo>
                  <a:lnTo>
                    <a:pt x="698722" y="1124302"/>
                  </a:lnTo>
                  <a:lnTo>
                    <a:pt x="698722" y="1124270"/>
                  </a:lnTo>
                  <a:lnTo>
                    <a:pt x="698714" y="1124248"/>
                  </a:lnTo>
                  <a:lnTo>
                    <a:pt x="698659" y="1124209"/>
                  </a:lnTo>
                  <a:lnTo>
                    <a:pt x="698608" y="1124186"/>
                  </a:lnTo>
                  <a:lnTo>
                    <a:pt x="698545" y="1124153"/>
                  </a:lnTo>
                  <a:lnTo>
                    <a:pt x="698490" y="1124113"/>
                  </a:lnTo>
                  <a:lnTo>
                    <a:pt x="698431" y="1124098"/>
                  </a:lnTo>
                  <a:lnTo>
                    <a:pt x="698387" y="1124080"/>
                  </a:lnTo>
                  <a:lnTo>
                    <a:pt x="698356" y="1124050"/>
                  </a:lnTo>
                  <a:lnTo>
                    <a:pt x="698299" y="1123960"/>
                  </a:lnTo>
                  <a:lnTo>
                    <a:pt x="698242" y="1123919"/>
                  </a:lnTo>
                  <a:lnTo>
                    <a:pt x="698183" y="1123879"/>
                  </a:lnTo>
                  <a:lnTo>
                    <a:pt x="698101" y="1123820"/>
                  </a:lnTo>
                  <a:lnTo>
                    <a:pt x="698067" y="1123766"/>
                  </a:lnTo>
                  <a:lnTo>
                    <a:pt x="698060" y="1123760"/>
                  </a:lnTo>
                  <a:lnTo>
                    <a:pt x="697959" y="1123772"/>
                  </a:lnTo>
                  <a:lnTo>
                    <a:pt x="697839" y="1123818"/>
                  </a:lnTo>
                  <a:lnTo>
                    <a:pt x="697744" y="1123830"/>
                  </a:lnTo>
                  <a:lnTo>
                    <a:pt x="697689" y="1123874"/>
                  </a:lnTo>
                  <a:lnTo>
                    <a:pt x="697655" y="1123884"/>
                  </a:lnTo>
                  <a:lnTo>
                    <a:pt x="697605" y="1123870"/>
                  </a:lnTo>
                  <a:lnTo>
                    <a:pt x="697557" y="1123847"/>
                  </a:lnTo>
                  <a:lnTo>
                    <a:pt x="697525" y="1123845"/>
                  </a:lnTo>
                  <a:lnTo>
                    <a:pt x="697452" y="1123889"/>
                  </a:lnTo>
                  <a:lnTo>
                    <a:pt x="697418" y="1123917"/>
                  </a:lnTo>
                  <a:lnTo>
                    <a:pt x="697380" y="1123975"/>
                  </a:lnTo>
                  <a:lnTo>
                    <a:pt x="697372" y="1124024"/>
                  </a:lnTo>
                  <a:lnTo>
                    <a:pt x="697367" y="1124042"/>
                  </a:lnTo>
                  <a:lnTo>
                    <a:pt x="697333" y="1124051"/>
                  </a:lnTo>
                  <a:lnTo>
                    <a:pt x="697277" y="1124075"/>
                  </a:lnTo>
                  <a:lnTo>
                    <a:pt x="697221" y="1124113"/>
                  </a:lnTo>
                  <a:lnTo>
                    <a:pt x="697196" y="1124160"/>
                  </a:lnTo>
                  <a:lnTo>
                    <a:pt x="697177" y="1124225"/>
                  </a:lnTo>
                  <a:lnTo>
                    <a:pt x="697171" y="1124229"/>
                  </a:lnTo>
                  <a:lnTo>
                    <a:pt x="697092" y="1124221"/>
                  </a:lnTo>
                  <a:lnTo>
                    <a:pt x="697026" y="1124246"/>
                  </a:lnTo>
                  <a:lnTo>
                    <a:pt x="697008" y="1124244"/>
                  </a:lnTo>
                  <a:lnTo>
                    <a:pt x="696977" y="1124205"/>
                  </a:lnTo>
                  <a:lnTo>
                    <a:pt x="696939" y="1124181"/>
                  </a:lnTo>
                  <a:lnTo>
                    <a:pt x="696889" y="1124171"/>
                  </a:lnTo>
                  <a:lnTo>
                    <a:pt x="696802" y="1124160"/>
                  </a:lnTo>
                  <a:lnTo>
                    <a:pt x="696741" y="1124161"/>
                  </a:lnTo>
                  <a:lnTo>
                    <a:pt x="696674" y="1124172"/>
                  </a:lnTo>
                  <a:lnTo>
                    <a:pt x="696649" y="1124162"/>
                  </a:lnTo>
                  <a:lnTo>
                    <a:pt x="696632" y="1124107"/>
                  </a:lnTo>
                  <a:lnTo>
                    <a:pt x="696607" y="1123973"/>
                  </a:lnTo>
                  <a:lnTo>
                    <a:pt x="696581" y="1123889"/>
                  </a:lnTo>
                  <a:lnTo>
                    <a:pt x="696581" y="1123853"/>
                  </a:lnTo>
                  <a:lnTo>
                    <a:pt x="696588" y="1123809"/>
                  </a:lnTo>
                  <a:lnTo>
                    <a:pt x="696574" y="1123772"/>
                  </a:lnTo>
                  <a:lnTo>
                    <a:pt x="696534" y="1123733"/>
                  </a:lnTo>
                  <a:lnTo>
                    <a:pt x="696504" y="1123700"/>
                  </a:lnTo>
                  <a:lnTo>
                    <a:pt x="696497" y="1123681"/>
                  </a:lnTo>
                  <a:lnTo>
                    <a:pt x="696495" y="1123620"/>
                  </a:lnTo>
                  <a:lnTo>
                    <a:pt x="696486" y="1123591"/>
                  </a:lnTo>
                  <a:lnTo>
                    <a:pt x="696449" y="1123541"/>
                  </a:lnTo>
                  <a:lnTo>
                    <a:pt x="696424" y="1123508"/>
                  </a:lnTo>
                  <a:lnTo>
                    <a:pt x="696418" y="1123474"/>
                  </a:lnTo>
                  <a:lnTo>
                    <a:pt x="696423" y="1123372"/>
                  </a:lnTo>
                  <a:lnTo>
                    <a:pt x="696429" y="1123349"/>
                  </a:lnTo>
                  <a:lnTo>
                    <a:pt x="696442" y="1123320"/>
                  </a:lnTo>
                  <a:lnTo>
                    <a:pt x="696442" y="1123307"/>
                  </a:lnTo>
                  <a:lnTo>
                    <a:pt x="696431" y="1123275"/>
                  </a:lnTo>
                  <a:lnTo>
                    <a:pt x="696406" y="1123251"/>
                  </a:lnTo>
                  <a:lnTo>
                    <a:pt x="696385" y="1123244"/>
                  </a:lnTo>
                  <a:lnTo>
                    <a:pt x="696253" y="1123242"/>
                  </a:lnTo>
                  <a:lnTo>
                    <a:pt x="696193" y="1123219"/>
                  </a:lnTo>
                  <a:lnTo>
                    <a:pt x="696170" y="1123219"/>
                  </a:lnTo>
                  <a:lnTo>
                    <a:pt x="696113" y="1123229"/>
                  </a:lnTo>
                  <a:lnTo>
                    <a:pt x="696071" y="1123230"/>
                  </a:lnTo>
                  <a:lnTo>
                    <a:pt x="696020" y="1123222"/>
                  </a:lnTo>
                  <a:lnTo>
                    <a:pt x="695989" y="1123202"/>
                  </a:lnTo>
                  <a:lnTo>
                    <a:pt x="695926" y="1123090"/>
                  </a:lnTo>
                  <a:lnTo>
                    <a:pt x="695900" y="1123062"/>
                  </a:lnTo>
                  <a:lnTo>
                    <a:pt x="695887" y="1123056"/>
                  </a:lnTo>
                  <a:lnTo>
                    <a:pt x="695872" y="1123056"/>
                  </a:lnTo>
                  <a:lnTo>
                    <a:pt x="695841" y="1123070"/>
                  </a:lnTo>
                  <a:lnTo>
                    <a:pt x="695814" y="1123094"/>
                  </a:lnTo>
                  <a:lnTo>
                    <a:pt x="695786" y="1123117"/>
                  </a:lnTo>
                  <a:lnTo>
                    <a:pt x="695733" y="1123114"/>
                  </a:lnTo>
                  <a:lnTo>
                    <a:pt x="695687" y="1123119"/>
                  </a:lnTo>
                  <a:lnTo>
                    <a:pt x="695666" y="1123120"/>
                  </a:lnTo>
                  <a:lnTo>
                    <a:pt x="695658" y="1123116"/>
                  </a:lnTo>
                  <a:lnTo>
                    <a:pt x="695595" y="1123069"/>
                  </a:lnTo>
                  <a:lnTo>
                    <a:pt x="695537" y="1123033"/>
                  </a:lnTo>
                  <a:lnTo>
                    <a:pt x="695510" y="1122999"/>
                  </a:lnTo>
                  <a:lnTo>
                    <a:pt x="695445" y="1122941"/>
                  </a:lnTo>
                  <a:lnTo>
                    <a:pt x="695342" y="1122871"/>
                  </a:lnTo>
                  <a:lnTo>
                    <a:pt x="695314" y="1122868"/>
                  </a:lnTo>
                  <a:lnTo>
                    <a:pt x="695295" y="1122857"/>
                  </a:lnTo>
                  <a:lnTo>
                    <a:pt x="695268" y="1122818"/>
                  </a:lnTo>
                  <a:lnTo>
                    <a:pt x="695236" y="1122781"/>
                  </a:lnTo>
                  <a:lnTo>
                    <a:pt x="695170" y="1122741"/>
                  </a:lnTo>
                  <a:lnTo>
                    <a:pt x="695152" y="1122723"/>
                  </a:lnTo>
                  <a:lnTo>
                    <a:pt x="695094" y="1122651"/>
                  </a:lnTo>
                  <a:lnTo>
                    <a:pt x="695057" y="1122615"/>
                  </a:lnTo>
                  <a:lnTo>
                    <a:pt x="695032" y="1122600"/>
                  </a:lnTo>
                  <a:lnTo>
                    <a:pt x="694985" y="1122546"/>
                  </a:lnTo>
                  <a:lnTo>
                    <a:pt x="694943" y="1122530"/>
                  </a:lnTo>
                  <a:lnTo>
                    <a:pt x="694891" y="1122526"/>
                  </a:lnTo>
                  <a:lnTo>
                    <a:pt x="694846" y="1122503"/>
                  </a:lnTo>
                  <a:lnTo>
                    <a:pt x="694820" y="1122497"/>
                  </a:lnTo>
                  <a:lnTo>
                    <a:pt x="694734" y="1122506"/>
                  </a:lnTo>
                  <a:lnTo>
                    <a:pt x="694625" y="1122516"/>
                  </a:lnTo>
                  <a:lnTo>
                    <a:pt x="694578" y="1122525"/>
                  </a:lnTo>
                  <a:lnTo>
                    <a:pt x="694538" y="1122533"/>
                  </a:lnTo>
                  <a:lnTo>
                    <a:pt x="694497" y="1122550"/>
                  </a:lnTo>
                  <a:lnTo>
                    <a:pt x="694456" y="1122554"/>
                  </a:lnTo>
                  <a:lnTo>
                    <a:pt x="694413" y="1122538"/>
                  </a:lnTo>
                  <a:lnTo>
                    <a:pt x="694373" y="1122493"/>
                  </a:lnTo>
                  <a:lnTo>
                    <a:pt x="694322" y="1122420"/>
                  </a:lnTo>
                  <a:lnTo>
                    <a:pt x="694222" y="1122352"/>
                  </a:lnTo>
                  <a:lnTo>
                    <a:pt x="694122" y="1122286"/>
                  </a:lnTo>
                  <a:lnTo>
                    <a:pt x="693966" y="1122210"/>
                  </a:lnTo>
                  <a:lnTo>
                    <a:pt x="693921" y="1122174"/>
                  </a:lnTo>
                  <a:lnTo>
                    <a:pt x="693906" y="1122131"/>
                  </a:lnTo>
                  <a:lnTo>
                    <a:pt x="693909" y="1122089"/>
                  </a:lnTo>
                  <a:lnTo>
                    <a:pt x="693937" y="1121994"/>
                  </a:lnTo>
                  <a:lnTo>
                    <a:pt x="693962" y="1121908"/>
                  </a:lnTo>
                  <a:lnTo>
                    <a:pt x="694024" y="1121788"/>
                  </a:lnTo>
                  <a:lnTo>
                    <a:pt x="694062" y="1121681"/>
                  </a:lnTo>
                  <a:lnTo>
                    <a:pt x="694101" y="1121540"/>
                  </a:lnTo>
                  <a:lnTo>
                    <a:pt x="694127" y="1121419"/>
                  </a:lnTo>
                  <a:lnTo>
                    <a:pt x="694156" y="1121359"/>
                  </a:lnTo>
                  <a:lnTo>
                    <a:pt x="694221" y="1121271"/>
                  </a:lnTo>
                  <a:lnTo>
                    <a:pt x="694221" y="1121252"/>
                  </a:lnTo>
                  <a:lnTo>
                    <a:pt x="694208" y="1121214"/>
                  </a:lnTo>
                  <a:lnTo>
                    <a:pt x="694167" y="1121138"/>
                  </a:lnTo>
                  <a:lnTo>
                    <a:pt x="694128" y="1121073"/>
                  </a:lnTo>
                  <a:lnTo>
                    <a:pt x="694093" y="1120919"/>
                  </a:lnTo>
                  <a:lnTo>
                    <a:pt x="694075" y="1120868"/>
                  </a:lnTo>
                  <a:lnTo>
                    <a:pt x="694028" y="1120811"/>
                  </a:lnTo>
                  <a:lnTo>
                    <a:pt x="693945" y="1120691"/>
                  </a:lnTo>
                  <a:lnTo>
                    <a:pt x="693862" y="1120631"/>
                  </a:lnTo>
                  <a:lnTo>
                    <a:pt x="693759" y="1120597"/>
                  </a:lnTo>
                  <a:lnTo>
                    <a:pt x="693663" y="1120603"/>
                  </a:lnTo>
                  <a:lnTo>
                    <a:pt x="693579" y="1120601"/>
                  </a:lnTo>
                  <a:lnTo>
                    <a:pt x="693561" y="1120592"/>
                  </a:lnTo>
                  <a:lnTo>
                    <a:pt x="693515" y="1120475"/>
                  </a:lnTo>
                  <a:lnTo>
                    <a:pt x="693497" y="1120389"/>
                  </a:lnTo>
                  <a:lnTo>
                    <a:pt x="693456" y="1120304"/>
                  </a:lnTo>
                  <a:lnTo>
                    <a:pt x="693413" y="1120174"/>
                  </a:lnTo>
                  <a:lnTo>
                    <a:pt x="693400" y="1120136"/>
                  </a:lnTo>
                  <a:lnTo>
                    <a:pt x="693361" y="1120083"/>
                  </a:lnTo>
                  <a:lnTo>
                    <a:pt x="693341" y="1120020"/>
                  </a:lnTo>
                  <a:lnTo>
                    <a:pt x="693334" y="1119926"/>
                  </a:lnTo>
                  <a:lnTo>
                    <a:pt x="693320" y="1119896"/>
                  </a:lnTo>
                  <a:lnTo>
                    <a:pt x="693267" y="1119861"/>
                  </a:lnTo>
                  <a:lnTo>
                    <a:pt x="693154" y="1119843"/>
                  </a:lnTo>
                  <a:lnTo>
                    <a:pt x="693140" y="1119830"/>
                  </a:lnTo>
                  <a:lnTo>
                    <a:pt x="693141" y="1119780"/>
                  </a:lnTo>
                  <a:lnTo>
                    <a:pt x="693152" y="1119738"/>
                  </a:lnTo>
                  <a:lnTo>
                    <a:pt x="693152" y="1119723"/>
                  </a:lnTo>
                  <a:lnTo>
                    <a:pt x="693142" y="1119711"/>
                  </a:lnTo>
                  <a:lnTo>
                    <a:pt x="693142" y="1119701"/>
                  </a:lnTo>
                  <a:lnTo>
                    <a:pt x="693142" y="1119687"/>
                  </a:lnTo>
                  <a:lnTo>
                    <a:pt x="693149" y="1119675"/>
                  </a:lnTo>
                  <a:lnTo>
                    <a:pt x="693158" y="1119666"/>
                  </a:lnTo>
                  <a:lnTo>
                    <a:pt x="693162" y="1119658"/>
                  </a:lnTo>
                  <a:lnTo>
                    <a:pt x="693161" y="1119637"/>
                  </a:lnTo>
                  <a:lnTo>
                    <a:pt x="693161" y="1119597"/>
                  </a:lnTo>
                  <a:lnTo>
                    <a:pt x="693163" y="1119578"/>
                  </a:lnTo>
                  <a:lnTo>
                    <a:pt x="693173" y="1119550"/>
                  </a:lnTo>
                  <a:lnTo>
                    <a:pt x="693189" y="1119500"/>
                  </a:lnTo>
                  <a:lnTo>
                    <a:pt x="693194" y="1119468"/>
                  </a:lnTo>
                  <a:lnTo>
                    <a:pt x="693195" y="1119457"/>
                  </a:lnTo>
                  <a:lnTo>
                    <a:pt x="693196" y="1119450"/>
                  </a:lnTo>
                  <a:lnTo>
                    <a:pt x="693193" y="1119447"/>
                  </a:lnTo>
                  <a:lnTo>
                    <a:pt x="693189" y="1119442"/>
                  </a:lnTo>
                  <a:lnTo>
                    <a:pt x="693179" y="1119437"/>
                  </a:lnTo>
                  <a:lnTo>
                    <a:pt x="693157" y="1119427"/>
                  </a:lnTo>
                  <a:lnTo>
                    <a:pt x="693117" y="1119416"/>
                  </a:lnTo>
                  <a:lnTo>
                    <a:pt x="693035" y="1119401"/>
                  </a:lnTo>
                  <a:lnTo>
                    <a:pt x="693020" y="1119401"/>
                  </a:lnTo>
                  <a:lnTo>
                    <a:pt x="692978" y="1119395"/>
                  </a:lnTo>
                  <a:lnTo>
                    <a:pt x="692942" y="1119391"/>
                  </a:lnTo>
                  <a:lnTo>
                    <a:pt x="692902" y="1119391"/>
                  </a:lnTo>
                  <a:lnTo>
                    <a:pt x="692886" y="1119388"/>
                  </a:lnTo>
                  <a:lnTo>
                    <a:pt x="692867" y="1119380"/>
                  </a:lnTo>
                  <a:lnTo>
                    <a:pt x="692845" y="1119363"/>
                  </a:lnTo>
                  <a:lnTo>
                    <a:pt x="692819" y="1119342"/>
                  </a:lnTo>
                  <a:lnTo>
                    <a:pt x="692811" y="1119334"/>
                  </a:lnTo>
                  <a:lnTo>
                    <a:pt x="692807" y="1119328"/>
                  </a:lnTo>
                  <a:lnTo>
                    <a:pt x="692801" y="1119328"/>
                  </a:lnTo>
                  <a:lnTo>
                    <a:pt x="692786" y="1119332"/>
                  </a:lnTo>
                  <a:lnTo>
                    <a:pt x="692759" y="1119341"/>
                  </a:lnTo>
                  <a:lnTo>
                    <a:pt x="692742" y="1119344"/>
                  </a:lnTo>
                  <a:lnTo>
                    <a:pt x="692698" y="1119336"/>
                  </a:lnTo>
                  <a:lnTo>
                    <a:pt x="692683" y="1119333"/>
                  </a:lnTo>
                  <a:lnTo>
                    <a:pt x="692647" y="1119319"/>
                  </a:lnTo>
                  <a:lnTo>
                    <a:pt x="692616" y="1119310"/>
                  </a:lnTo>
                  <a:lnTo>
                    <a:pt x="692588" y="1119293"/>
                  </a:lnTo>
                  <a:lnTo>
                    <a:pt x="692549" y="1119282"/>
                  </a:lnTo>
                  <a:lnTo>
                    <a:pt x="692539" y="1119281"/>
                  </a:lnTo>
                  <a:lnTo>
                    <a:pt x="692532" y="1119281"/>
                  </a:lnTo>
                  <a:lnTo>
                    <a:pt x="692518" y="1119283"/>
                  </a:lnTo>
                  <a:lnTo>
                    <a:pt x="692501" y="1119287"/>
                  </a:lnTo>
                  <a:lnTo>
                    <a:pt x="692456" y="1119288"/>
                  </a:lnTo>
                  <a:lnTo>
                    <a:pt x="692421" y="1119289"/>
                  </a:lnTo>
                  <a:lnTo>
                    <a:pt x="692412" y="1119292"/>
                  </a:lnTo>
                  <a:lnTo>
                    <a:pt x="692388" y="1119329"/>
                  </a:lnTo>
                  <a:lnTo>
                    <a:pt x="692362" y="1119359"/>
                  </a:lnTo>
                  <a:lnTo>
                    <a:pt x="692337" y="1119380"/>
                  </a:lnTo>
                  <a:lnTo>
                    <a:pt x="692316" y="1119404"/>
                  </a:lnTo>
                  <a:lnTo>
                    <a:pt x="692294" y="1119441"/>
                  </a:lnTo>
                  <a:lnTo>
                    <a:pt x="692282" y="1119465"/>
                  </a:lnTo>
                  <a:lnTo>
                    <a:pt x="692275" y="1119484"/>
                  </a:lnTo>
                  <a:lnTo>
                    <a:pt x="692262" y="1119501"/>
                  </a:lnTo>
                  <a:lnTo>
                    <a:pt x="692247" y="1119512"/>
                  </a:lnTo>
                  <a:lnTo>
                    <a:pt x="692217" y="1119549"/>
                  </a:lnTo>
                  <a:lnTo>
                    <a:pt x="692185" y="1119590"/>
                  </a:lnTo>
                  <a:lnTo>
                    <a:pt x="692169" y="1119607"/>
                  </a:lnTo>
                  <a:lnTo>
                    <a:pt x="692150" y="1119614"/>
                  </a:lnTo>
                  <a:lnTo>
                    <a:pt x="692135" y="1119614"/>
                  </a:lnTo>
                  <a:lnTo>
                    <a:pt x="692110" y="1119603"/>
                  </a:lnTo>
                  <a:lnTo>
                    <a:pt x="692071" y="1119589"/>
                  </a:lnTo>
                  <a:lnTo>
                    <a:pt x="692040" y="1119578"/>
                  </a:lnTo>
                  <a:lnTo>
                    <a:pt x="692000" y="1119554"/>
                  </a:lnTo>
                  <a:lnTo>
                    <a:pt x="691980" y="1119537"/>
                  </a:lnTo>
                  <a:lnTo>
                    <a:pt x="691960" y="1119515"/>
                  </a:lnTo>
                  <a:lnTo>
                    <a:pt x="691942" y="1119487"/>
                  </a:lnTo>
                  <a:lnTo>
                    <a:pt x="691925" y="1119458"/>
                  </a:lnTo>
                  <a:lnTo>
                    <a:pt x="691910" y="1119425"/>
                  </a:lnTo>
                  <a:lnTo>
                    <a:pt x="691895" y="1119374"/>
                  </a:lnTo>
                  <a:lnTo>
                    <a:pt x="691888" y="1119361"/>
                  </a:lnTo>
                  <a:lnTo>
                    <a:pt x="691877" y="1119336"/>
                  </a:lnTo>
                  <a:lnTo>
                    <a:pt x="691874" y="1119318"/>
                  </a:lnTo>
                  <a:lnTo>
                    <a:pt x="691871" y="1119305"/>
                  </a:lnTo>
                  <a:lnTo>
                    <a:pt x="691871" y="1119288"/>
                  </a:lnTo>
                  <a:lnTo>
                    <a:pt x="691875" y="1119266"/>
                  </a:lnTo>
                  <a:lnTo>
                    <a:pt x="691883" y="1119239"/>
                  </a:lnTo>
                  <a:lnTo>
                    <a:pt x="691894" y="1119223"/>
                  </a:lnTo>
                  <a:lnTo>
                    <a:pt x="691911" y="1119207"/>
                  </a:lnTo>
                  <a:lnTo>
                    <a:pt x="691928" y="1119186"/>
                  </a:lnTo>
                  <a:lnTo>
                    <a:pt x="691931" y="1119177"/>
                  </a:lnTo>
                  <a:lnTo>
                    <a:pt x="691931" y="1119159"/>
                  </a:lnTo>
                  <a:lnTo>
                    <a:pt x="691931" y="1119152"/>
                  </a:lnTo>
                  <a:lnTo>
                    <a:pt x="691916" y="1119137"/>
                  </a:lnTo>
                  <a:lnTo>
                    <a:pt x="691903" y="1119129"/>
                  </a:lnTo>
                  <a:lnTo>
                    <a:pt x="691880" y="1119114"/>
                  </a:lnTo>
                  <a:lnTo>
                    <a:pt x="691868" y="1119101"/>
                  </a:lnTo>
                  <a:lnTo>
                    <a:pt x="691858" y="1119089"/>
                  </a:lnTo>
                  <a:lnTo>
                    <a:pt x="691852" y="1119077"/>
                  </a:lnTo>
                  <a:lnTo>
                    <a:pt x="691847" y="1119062"/>
                  </a:lnTo>
                  <a:lnTo>
                    <a:pt x="691843" y="1119039"/>
                  </a:lnTo>
                  <a:lnTo>
                    <a:pt x="691839" y="1119030"/>
                  </a:lnTo>
                  <a:lnTo>
                    <a:pt x="691837" y="1119024"/>
                  </a:lnTo>
                  <a:lnTo>
                    <a:pt x="691829" y="1119022"/>
                  </a:lnTo>
                  <a:lnTo>
                    <a:pt x="691819" y="1119019"/>
                  </a:lnTo>
                  <a:lnTo>
                    <a:pt x="691805" y="1119019"/>
                  </a:lnTo>
                  <a:lnTo>
                    <a:pt x="691778" y="1119019"/>
                  </a:lnTo>
                  <a:lnTo>
                    <a:pt x="691766" y="1119019"/>
                  </a:lnTo>
                  <a:lnTo>
                    <a:pt x="691759" y="1119018"/>
                  </a:lnTo>
                  <a:lnTo>
                    <a:pt x="691751" y="1119015"/>
                  </a:lnTo>
                  <a:lnTo>
                    <a:pt x="691735" y="1119006"/>
                  </a:lnTo>
                  <a:lnTo>
                    <a:pt x="691701" y="1118987"/>
                  </a:lnTo>
                  <a:lnTo>
                    <a:pt x="691682" y="1118969"/>
                  </a:lnTo>
                  <a:lnTo>
                    <a:pt x="691657" y="1118941"/>
                  </a:lnTo>
                  <a:lnTo>
                    <a:pt x="691639" y="1118918"/>
                  </a:lnTo>
                  <a:lnTo>
                    <a:pt x="691629" y="1118904"/>
                  </a:lnTo>
                  <a:lnTo>
                    <a:pt x="691619" y="1118888"/>
                  </a:lnTo>
                  <a:lnTo>
                    <a:pt x="691605" y="1118868"/>
                  </a:lnTo>
                  <a:lnTo>
                    <a:pt x="691595" y="1118851"/>
                  </a:lnTo>
                  <a:lnTo>
                    <a:pt x="691590" y="1118846"/>
                  </a:lnTo>
                  <a:lnTo>
                    <a:pt x="691584" y="1118845"/>
                  </a:lnTo>
                  <a:lnTo>
                    <a:pt x="691576" y="1118845"/>
                  </a:lnTo>
                  <a:lnTo>
                    <a:pt x="691562" y="1118853"/>
                  </a:lnTo>
                  <a:lnTo>
                    <a:pt x="691548" y="1118859"/>
                  </a:lnTo>
                  <a:lnTo>
                    <a:pt x="691540" y="1118860"/>
                  </a:lnTo>
                  <a:lnTo>
                    <a:pt x="691512" y="1118861"/>
                  </a:lnTo>
                  <a:lnTo>
                    <a:pt x="691479" y="1118860"/>
                  </a:lnTo>
                  <a:lnTo>
                    <a:pt x="691458" y="1118857"/>
                  </a:lnTo>
                  <a:lnTo>
                    <a:pt x="691438" y="1118855"/>
                  </a:lnTo>
                  <a:lnTo>
                    <a:pt x="691428" y="1118853"/>
                  </a:lnTo>
                  <a:lnTo>
                    <a:pt x="691421" y="1118854"/>
                  </a:lnTo>
                  <a:lnTo>
                    <a:pt x="691415" y="1118861"/>
                  </a:lnTo>
                  <a:lnTo>
                    <a:pt x="691401" y="1118877"/>
                  </a:lnTo>
                  <a:lnTo>
                    <a:pt x="691349" y="1118899"/>
                  </a:lnTo>
                  <a:lnTo>
                    <a:pt x="691320" y="1118915"/>
                  </a:lnTo>
                  <a:lnTo>
                    <a:pt x="691289" y="1118931"/>
                  </a:lnTo>
                  <a:lnTo>
                    <a:pt x="691274" y="1118933"/>
                  </a:lnTo>
                  <a:lnTo>
                    <a:pt x="691268" y="1118933"/>
                  </a:lnTo>
                  <a:lnTo>
                    <a:pt x="691263" y="1118928"/>
                  </a:lnTo>
                  <a:lnTo>
                    <a:pt x="691244" y="1118914"/>
                  </a:lnTo>
                  <a:lnTo>
                    <a:pt x="691217" y="1118899"/>
                  </a:lnTo>
                  <a:lnTo>
                    <a:pt x="691193" y="1118881"/>
                  </a:lnTo>
                  <a:lnTo>
                    <a:pt x="691175" y="1118863"/>
                  </a:lnTo>
                  <a:lnTo>
                    <a:pt x="691164" y="1118856"/>
                  </a:lnTo>
                  <a:lnTo>
                    <a:pt x="691156" y="1118855"/>
                  </a:lnTo>
                  <a:lnTo>
                    <a:pt x="691126" y="1118861"/>
                  </a:lnTo>
                  <a:lnTo>
                    <a:pt x="691103" y="1118875"/>
                  </a:lnTo>
                  <a:lnTo>
                    <a:pt x="691075" y="1118888"/>
                  </a:lnTo>
                  <a:lnTo>
                    <a:pt x="691059" y="1118890"/>
                  </a:lnTo>
                  <a:lnTo>
                    <a:pt x="691035" y="1118884"/>
                  </a:lnTo>
                  <a:lnTo>
                    <a:pt x="690967" y="1118837"/>
                  </a:lnTo>
                  <a:lnTo>
                    <a:pt x="690957" y="1118827"/>
                  </a:lnTo>
                  <a:lnTo>
                    <a:pt x="690946" y="1118811"/>
                  </a:lnTo>
                  <a:lnTo>
                    <a:pt x="690938" y="1118792"/>
                  </a:lnTo>
                  <a:lnTo>
                    <a:pt x="690921" y="1118760"/>
                  </a:lnTo>
                  <a:lnTo>
                    <a:pt x="690909" y="1118740"/>
                  </a:lnTo>
                  <a:lnTo>
                    <a:pt x="690895" y="1118718"/>
                  </a:lnTo>
                  <a:lnTo>
                    <a:pt x="690884" y="1118706"/>
                  </a:lnTo>
                  <a:lnTo>
                    <a:pt x="690872" y="1118695"/>
                  </a:lnTo>
                  <a:lnTo>
                    <a:pt x="690847" y="1118676"/>
                  </a:lnTo>
                  <a:lnTo>
                    <a:pt x="690835" y="1118661"/>
                  </a:lnTo>
                  <a:lnTo>
                    <a:pt x="690820" y="1118643"/>
                  </a:lnTo>
                  <a:lnTo>
                    <a:pt x="690811" y="1118618"/>
                  </a:lnTo>
                  <a:lnTo>
                    <a:pt x="690806" y="1118597"/>
                  </a:lnTo>
                  <a:lnTo>
                    <a:pt x="690797" y="1118556"/>
                  </a:lnTo>
                  <a:lnTo>
                    <a:pt x="690788" y="1118540"/>
                  </a:lnTo>
                  <a:lnTo>
                    <a:pt x="690779" y="1118532"/>
                  </a:lnTo>
                  <a:lnTo>
                    <a:pt x="690763" y="1118525"/>
                  </a:lnTo>
                  <a:lnTo>
                    <a:pt x="690751" y="1118524"/>
                  </a:lnTo>
                  <a:lnTo>
                    <a:pt x="690694" y="1118527"/>
                  </a:lnTo>
                  <a:lnTo>
                    <a:pt x="690667" y="1118531"/>
                  </a:lnTo>
                  <a:lnTo>
                    <a:pt x="690658" y="1118529"/>
                  </a:lnTo>
                  <a:lnTo>
                    <a:pt x="690655" y="1118523"/>
                  </a:lnTo>
                  <a:lnTo>
                    <a:pt x="690642" y="1118493"/>
                  </a:lnTo>
                  <a:lnTo>
                    <a:pt x="690637" y="1118475"/>
                  </a:lnTo>
                  <a:lnTo>
                    <a:pt x="690624" y="1118450"/>
                  </a:lnTo>
                  <a:lnTo>
                    <a:pt x="690608" y="1118430"/>
                  </a:lnTo>
                  <a:lnTo>
                    <a:pt x="690592" y="1118406"/>
                  </a:lnTo>
                  <a:lnTo>
                    <a:pt x="690586" y="1118397"/>
                  </a:lnTo>
                  <a:lnTo>
                    <a:pt x="690582" y="1118395"/>
                  </a:lnTo>
                  <a:lnTo>
                    <a:pt x="690564" y="1118386"/>
                  </a:lnTo>
                  <a:lnTo>
                    <a:pt x="690528" y="1118377"/>
                  </a:lnTo>
                  <a:lnTo>
                    <a:pt x="690503" y="1118376"/>
                  </a:lnTo>
                  <a:lnTo>
                    <a:pt x="690441" y="1118377"/>
                  </a:lnTo>
                  <a:lnTo>
                    <a:pt x="690410" y="1118379"/>
                  </a:lnTo>
                  <a:lnTo>
                    <a:pt x="690334" y="1118375"/>
                  </a:lnTo>
                  <a:lnTo>
                    <a:pt x="690291" y="1118370"/>
                  </a:lnTo>
                  <a:lnTo>
                    <a:pt x="690238" y="1118367"/>
                  </a:lnTo>
                  <a:lnTo>
                    <a:pt x="690193" y="1118366"/>
                  </a:lnTo>
                  <a:lnTo>
                    <a:pt x="690149" y="1118365"/>
                  </a:lnTo>
                  <a:lnTo>
                    <a:pt x="690130" y="1118363"/>
                  </a:lnTo>
                  <a:lnTo>
                    <a:pt x="690112" y="1118359"/>
                  </a:lnTo>
                  <a:lnTo>
                    <a:pt x="690092" y="1118351"/>
                  </a:lnTo>
                  <a:lnTo>
                    <a:pt x="690059" y="1118339"/>
                  </a:lnTo>
                  <a:lnTo>
                    <a:pt x="690027" y="1118332"/>
                  </a:lnTo>
                  <a:lnTo>
                    <a:pt x="690007" y="1118322"/>
                  </a:lnTo>
                  <a:lnTo>
                    <a:pt x="689986" y="1118304"/>
                  </a:lnTo>
                  <a:lnTo>
                    <a:pt x="689970" y="1118283"/>
                  </a:lnTo>
                  <a:lnTo>
                    <a:pt x="689949" y="1118254"/>
                  </a:lnTo>
                  <a:lnTo>
                    <a:pt x="689930" y="1118225"/>
                  </a:lnTo>
                  <a:lnTo>
                    <a:pt x="689906" y="1118179"/>
                  </a:lnTo>
                  <a:lnTo>
                    <a:pt x="689900" y="1118170"/>
                  </a:lnTo>
                  <a:lnTo>
                    <a:pt x="689881" y="1118144"/>
                  </a:lnTo>
                  <a:lnTo>
                    <a:pt x="689865" y="1118125"/>
                  </a:lnTo>
                  <a:lnTo>
                    <a:pt x="689845" y="1118109"/>
                  </a:lnTo>
                  <a:lnTo>
                    <a:pt x="689825" y="1118098"/>
                  </a:lnTo>
                  <a:lnTo>
                    <a:pt x="689785" y="1118074"/>
                  </a:lnTo>
                  <a:lnTo>
                    <a:pt x="689747" y="1118059"/>
                  </a:lnTo>
                  <a:lnTo>
                    <a:pt x="689737" y="1118056"/>
                  </a:lnTo>
                  <a:lnTo>
                    <a:pt x="689723" y="1118053"/>
                  </a:lnTo>
                  <a:lnTo>
                    <a:pt x="689705" y="1118045"/>
                  </a:lnTo>
                  <a:lnTo>
                    <a:pt x="689688" y="1118033"/>
                  </a:lnTo>
                  <a:lnTo>
                    <a:pt x="689673" y="1118012"/>
                  </a:lnTo>
                  <a:lnTo>
                    <a:pt x="689657" y="1117988"/>
                  </a:lnTo>
                  <a:lnTo>
                    <a:pt x="689630" y="1117960"/>
                  </a:lnTo>
                  <a:lnTo>
                    <a:pt x="689618" y="1117952"/>
                  </a:lnTo>
                  <a:lnTo>
                    <a:pt x="689595" y="1117930"/>
                  </a:lnTo>
                  <a:lnTo>
                    <a:pt x="689562" y="1117907"/>
                  </a:lnTo>
                  <a:lnTo>
                    <a:pt x="689537" y="1117894"/>
                  </a:lnTo>
                  <a:lnTo>
                    <a:pt x="689501" y="1117872"/>
                  </a:lnTo>
                  <a:lnTo>
                    <a:pt x="689469" y="1117855"/>
                  </a:lnTo>
                  <a:lnTo>
                    <a:pt x="689451" y="1117842"/>
                  </a:lnTo>
                  <a:lnTo>
                    <a:pt x="689436" y="1117816"/>
                  </a:lnTo>
                  <a:lnTo>
                    <a:pt x="689423" y="1117791"/>
                  </a:lnTo>
                  <a:lnTo>
                    <a:pt x="689415" y="1117771"/>
                  </a:lnTo>
                  <a:lnTo>
                    <a:pt x="689397" y="1117744"/>
                  </a:lnTo>
                  <a:lnTo>
                    <a:pt x="689369" y="1117708"/>
                  </a:lnTo>
                  <a:lnTo>
                    <a:pt x="689357" y="1117695"/>
                  </a:lnTo>
                  <a:lnTo>
                    <a:pt x="689333" y="1117670"/>
                  </a:lnTo>
                  <a:lnTo>
                    <a:pt x="689298" y="1117634"/>
                  </a:lnTo>
                  <a:lnTo>
                    <a:pt x="689269" y="1117611"/>
                  </a:lnTo>
                  <a:lnTo>
                    <a:pt x="689239" y="1117589"/>
                  </a:lnTo>
                  <a:lnTo>
                    <a:pt x="689212" y="1117578"/>
                  </a:lnTo>
                  <a:lnTo>
                    <a:pt x="689197" y="1117579"/>
                  </a:lnTo>
                  <a:lnTo>
                    <a:pt x="689170" y="1117591"/>
                  </a:lnTo>
                  <a:lnTo>
                    <a:pt x="689141" y="1117608"/>
                  </a:lnTo>
                  <a:lnTo>
                    <a:pt x="689113" y="1117619"/>
                  </a:lnTo>
                  <a:lnTo>
                    <a:pt x="689077" y="1117618"/>
                  </a:lnTo>
                  <a:lnTo>
                    <a:pt x="689069" y="1117616"/>
                  </a:lnTo>
                  <a:lnTo>
                    <a:pt x="689042" y="1117610"/>
                  </a:lnTo>
                  <a:lnTo>
                    <a:pt x="689016" y="1117598"/>
                  </a:lnTo>
                  <a:lnTo>
                    <a:pt x="688985" y="1117587"/>
                  </a:lnTo>
                  <a:lnTo>
                    <a:pt x="688945" y="1117578"/>
                  </a:lnTo>
                  <a:lnTo>
                    <a:pt x="688915" y="1117580"/>
                  </a:lnTo>
                  <a:lnTo>
                    <a:pt x="688886" y="1117582"/>
                  </a:lnTo>
                  <a:lnTo>
                    <a:pt x="688842" y="1117581"/>
                  </a:lnTo>
                  <a:lnTo>
                    <a:pt x="688802" y="1117580"/>
                  </a:lnTo>
                  <a:lnTo>
                    <a:pt x="688761" y="1117584"/>
                  </a:lnTo>
                  <a:lnTo>
                    <a:pt x="688741" y="1117587"/>
                  </a:lnTo>
                  <a:lnTo>
                    <a:pt x="688726" y="1117596"/>
                  </a:lnTo>
                  <a:lnTo>
                    <a:pt x="688709" y="1117608"/>
                  </a:lnTo>
                  <a:lnTo>
                    <a:pt x="688690" y="1117615"/>
                  </a:lnTo>
                  <a:lnTo>
                    <a:pt x="688677" y="1117618"/>
                  </a:lnTo>
                  <a:lnTo>
                    <a:pt x="688662" y="1117617"/>
                  </a:lnTo>
                  <a:lnTo>
                    <a:pt x="688644" y="1117610"/>
                  </a:lnTo>
                  <a:lnTo>
                    <a:pt x="688598" y="1117588"/>
                  </a:lnTo>
                  <a:lnTo>
                    <a:pt x="688543" y="1117564"/>
                  </a:lnTo>
                  <a:lnTo>
                    <a:pt x="688496" y="1117547"/>
                  </a:lnTo>
                  <a:lnTo>
                    <a:pt x="688486" y="1117540"/>
                  </a:lnTo>
                  <a:lnTo>
                    <a:pt x="688477" y="1117528"/>
                  </a:lnTo>
                  <a:lnTo>
                    <a:pt x="688475" y="1117519"/>
                  </a:lnTo>
                  <a:lnTo>
                    <a:pt x="688476" y="1117502"/>
                  </a:lnTo>
                  <a:lnTo>
                    <a:pt x="688475" y="1117480"/>
                  </a:lnTo>
                  <a:lnTo>
                    <a:pt x="688471" y="1117450"/>
                  </a:lnTo>
                  <a:lnTo>
                    <a:pt x="688473" y="1117415"/>
                  </a:lnTo>
                  <a:lnTo>
                    <a:pt x="688475" y="1117388"/>
                  </a:lnTo>
                  <a:lnTo>
                    <a:pt x="688480" y="1117334"/>
                  </a:lnTo>
                  <a:lnTo>
                    <a:pt x="688479" y="1117307"/>
                  </a:lnTo>
                  <a:lnTo>
                    <a:pt x="688484" y="1117275"/>
                  </a:lnTo>
                  <a:lnTo>
                    <a:pt x="688491" y="1117265"/>
                  </a:lnTo>
                  <a:lnTo>
                    <a:pt x="688492" y="1117252"/>
                  </a:lnTo>
                  <a:lnTo>
                    <a:pt x="688493" y="1117244"/>
                  </a:lnTo>
                  <a:lnTo>
                    <a:pt x="688490" y="1117235"/>
                  </a:lnTo>
                  <a:lnTo>
                    <a:pt x="688489" y="1117228"/>
                  </a:lnTo>
                  <a:lnTo>
                    <a:pt x="688487" y="1117222"/>
                  </a:lnTo>
                  <a:lnTo>
                    <a:pt x="688480" y="1117213"/>
                  </a:lnTo>
                  <a:lnTo>
                    <a:pt x="688469" y="1117201"/>
                  </a:lnTo>
                  <a:lnTo>
                    <a:pt x="688460" y="1117183"/>
                  </a:lnTo>
                  <a:lnTo>
                    <a:pt x="688454" y="1117171"/>
                  </a:lnTo>
                  <a:lnTo>
                    <a:pt x="688454" y="1117156"/>
                  </a:lnTo>
                  <a:lnTo>
                    <a:pt x="688456" y="1117125"/>
                  </a:lnTo>
                  <a:lnTo>
                    <a:pt x="688465" y="1117090"/>
                  </a:lnTo>
                  <a:lnTo>
                    <a:pt x="688472" y="1117057"/>
                  </a:lnTo>
                  <a:lnTo>
                    <a:pt x="688486" y="1117032"/>
                  </a:lnTo>
                  <a:lnTo>
                    <a:pt x="688486" y="1117023"/>
                  </a:lnTo>
                  <a:lnTo>
                    <a:pt x="688483" y="1117015"/>
                  </a:lnTo>
                  <a:lnTo>
                    <a:pt x="688478" y="1117006"/>
                  </a:lnTo>
                  <a:lnTo>
                    <a:pt x="688456" y="1116991"/>
                  </a:lnTo>
                  <a:lnTo>
                    <a:pt x="688447" y="1116984"/>
                  </a:lnTo>
                  <a:lnTo>
                    <a:pt x="688434" y="1116976"/>
                  </a:lnTo>
                  <a:lnTo>
                    <a:pt x="688414" y="1116958"/>
                  </a:lnTo>
                  <a:lnTo>
                    <a:pt x="688386" y="1116928"/>
                  </a:lnTo>
                  <a:lnTo>
                    <a:pt x="688368" y="1116903"/>
                  </a:lnTo>
                  <a:lnTo>
                    <a:pt x="688339" y="1116873"/>
                  </a:lnTo>
                  <a:lnTo>
                    <a:pt x="688318" y="1116858"/>
                  </a:lnTo>
                  <a:lnTo>
                    <a:pt x="688308" y="1116854"/>
                  </a:lnTo>
                  <a:lnTo>
                    <a:pt x="688296" y="1116853"/>
                  </a:lnTo>
                  <a:lnTo>
                    <a:pt x="688276" y="1116850"/>
                  </a:lnTo>
                  <a:lnTo>
                    <a:pt x="688259" y="1116846"/>
                  </a:lnTo>
                  <a:lnTo>
                    <a:pt x="688246" y="1116843"/>
                  </a:lnTo>
                  <a:lnTo>
                    <a:pt x="688214" y="1116837"/>
                  </a:lnTo>
                  <a:lnTo>
                    <a:pt x="688190" y="1116837"/>
                  </a:lnTo>
                  <a:lnTo>
                    <a:pt x="688168" y="1116838"/>
                  </a:lnTo>
                  <a:lnTo>
                    <a:pt x="688150" y="1116841"/>
                  </a:lnTo>
                  <a:lnTo>
                    <a:pt x="688130" y="1116852"/>
                  </a:lnTo>
                  <a:lnTo>
                    <a:pt x="688116" y="1116864"/>
                  </a:lnTo>
                  <a:lnTo>
                    <a:pt x="688102" y="1116879"/>
                  </a:lnTo>
                  <a:lnTo>
                    <a:pt x="688080" y="1116897"/>
                  </a:lnTo>
                  <a:lnTo>
                    <a:pt x="688048" y="1116927"/>
                  </a:lnTo>
                  <a:lnTo>
                    <a:pt x="688035" y="1116941"/>
                  </a:lnTo>
                  <a:lnTo>
                    <a:pt x="688016" y="1116954"/>
                  </a:lnTo>
                  <a:lnTo>
                    <a:pt x="687977" y="1116981"/>
                  </a:lnTo>
                  <a:lnTo>
                    <a:pt x="687946" y="1116996"/>
                  </a:lnTo>
                  <a:lnTo>
                    <a:pt x="687926" y="1117007"/>
                  </a:lnTo>
                  <a:lnTo>
                    <a:pt x="687901" y="1117016"/>
                  </a:lnTo>
                  <a:lnTo>
                    <a:pt x="687888" y="1117018"/>
                  </a:lnTo>
                  <a:lnTo>
                    <a:pt x="687868" y="1117015"/>
                  </a:lnTo>
                  <a:lnTo>
                    <a:pt x="687856" y="1117011"/>
                  </a:lnTo>
                  <a:lnTo>
                    <a:pt x="687841" y="1117004"/>
                  </a:lnTo>
                  <a:lnTo>
                    <a:pt x="687800" y="1116980"/>
                  </a:lnTo>
                  <a:lnTo>
                    <a:pt x="687771" y="1116968"/>
                  </a:lnTo>
                  <a:lnTo>
                    <a:pt x="687743" y="1116967"/>
                  </a:lnTo>
                  <a:lnTo>
                    <a:pt x="687688" y="1116973"/>
                  </a:lnTo>
                  <a:lnTo>
                    <a:pt x="687659" y="1116979"/>
                  </a:lnTo>
                  <a:lnTo>
                    <a:pt x="687639" y="1116992"/>
                  </a:lnTo>
                  <a:lnTo>
                    <a:pt x="687615" y="1117006"/>
                  </a:lnTo>
                  <a:lnTo>
                    <a:pt x="687597" y="1117019"/>
                  </a:lnTo>
                  <a:lnTo>
                    <a:pt x="687589" y="1117020"/>
                  </a:lnTo>
                  <a:lnTo>
                    <a:pt x="687572" y="1117020"/>
                  </a:lnTo>
                  <a:lnTo>
                    <a:pt x="687546" y="1117012"/>
                  </a:lnTo>
                  <a:lnTo>
                    <a:pt x="687498" y="1116993"/>
                  </a:lnTo>
                  <a:lnTo>
                    <a:pt x="687476" y="1116984"/>
                  </a:lnTo>
                  <a:lnTo>
                    <a:pt x="687456" y="1116983"/>
                  </a:lnTo>
                  <a:lnTo>
                    <a:pt x="687431" y="1116985"/>
                  </a:lnTo>
                  <a:lnTo>
                    <a:pt x="687406" y="1116987"/>
                  </a:lnTo>
                  <a:lnTo>
                    <a:pt x="687356" y="1116997"/>
                  </a:lnTo>
                  <a:lnTo>
                    <a:pt x="687315" y="1117009"/>
                  </a:lnTo>
                  <a:lnTo>
                    <a:pt x="687269" y="1117024"/>
                  </a:lnTo>
                  <a:lnTo>
                    <a:pt x="687230" y="1117031"/>
                  </a:lnTo>
                  <a:lnTo>
                    <a:pt x="687191" y="1117047"/>
                  </a:lnTo>
                  <a:lnTo>
                    <a:pt x="687161" y="1117058"/>
                  </a:lnTo>
                  <a:lnTo>
                    <a:pt x="687157" y="1117066"/>
                  </a:lnTo>
                  <a:lnTo>
                    <a:pt x="687157" y="1117072"/>
                  </a:lnTo>
                  <a:lnTo>
                    <a:pt x="687161" y="1117088"/>
                  </a:lnTo>
                  <a:lnTo>
                    <a:pt x="687166" y="1117104"/>
                  </a:lnTo>
                  <a:lnTo>
                    <a:pt x="687177" y="1117138"/>
                  </a:lnTo>
                  <a:lnTo>
                    <a:pt x="687192" y="1117168"/>
                  </a:lnTo>
                  <a:lnTo>
                    <a:pt x="687203" y="1117201"/>
                  </a:lnTo>
                  <a:lnTo>
                    <a:pt x="687208" y="1117220"/>
                  </a:lnTo>
                  <a:lnTo>
                    <a:pt x="687203" y="1117235"/>
                  </a:lnTo>
                  <a:lnTo>
                    <a:pt x="687189" y="1117253"/>
                  </a:lnTo>
                  <a:lnTo>
                    <a:pt x="687172" y="1117267"/>
                  </a:lnTo>
                  <a:lnTo>
                    <a:pt x="687164" y="1117274"/>
                  </a:lnTo>
                  <a:lnTo>
                    <a:pt x="687151" y="1117285"/>
                  </a:lnTo>
                  <a:lnTo>
                    <a:pt x="687128" y="1117301"/>
                  </a:lnTo>
                  <a:lnTo>
                    <a:pt x="687111" y="1117319"/>
                  </a:lnTo>
                  <a:lnTo>
                    <a:pt x="687097" y="1117333"/>
                  </a:lnTo>
                  <a:lnTo>
                    <a:pt x="687086" y="1117355"/>
                  </a:lnTo>
                  <a:lnTo>
                    <a:pt x="687078" y="1117374"/>
                  </a:lnTo>
                  <a:lnTo>
                    <a:pt x="687071" y="1117396"/>
                  </a:lnTo>
                  <a:lnTo>
                    <a:pt x="687065" y="1117412"/>
                  </a:lnTo>
                  <a:lnTo>
                    <a:pt x="687065" y="1117437"/>
                  </a:lnTo>
                  <a:lnTo>
                    <a:pt x="687066" y="1117449"/>
                  </a:lnTo>
                  <a:lnTo>
                    <a:pt x="687082" y="1117465"/>
                  </a:lnTo>
                  <a:lnTo>
                    <a:pt x="687105" y="1117489"/>
                  </a:lnTo>
                  <a:lnTo>
                    <a:pt x="687131" y="1117510"/>
                  </a:lnTo>
                  <a:lnTo>
                    <a:pt x="687157" y="1117535"/>
                  </a:lnTo>
                  <a:lnTo>
                    <a:pt x="687172" y="1117551"/>
                  </a:lnTo>
                  <a:lnTo>
                    <a:pt x="687190" y="1117567"/>
                  </a:lnTo>
                  <a:lnTo>
                    <a:pt x="687229" y="1117602"/>
                  </a:lnTo>
                  <a:lnTo>
                    <a:pt x="687248" y="1117619"/>
                  </a:lnTo>
                  <a:lnTo>
                    <a:pt x="687264" y="1117636"/>
                  </a:lnTo>
                  <a:lnTo>
                    <a:pt x="687274" y="1117650"/>
                  </a:lnTo>
                  <a:lnTo>
                    <a:pt x="687284" y="1117664"/>
                  </a:lnTo>
                  <a:lnTo>
                    <a:pt x="687294" y="1117682"/>
                  </a:lnTo>
                  <a:lnTo>
                    <a:pt x="687297" y="1117693"/>
                  </a:lnTo>
                  <a:lnTo>
                    <a:pt x="687298" y="1117713"/>
                  </a:lnTo>
                  <a:lnTo>
                    <a:pt x="687301" y="1117744"/>
                  </a:lnTo>
                  <a:lnTo>
                    <a:pt x="687308" y="1117765"/>
                  </a:lnTo>
                  <a:lnTo>
                    <a:pt x="687309" y="1117791"/>
                  </a:lnTo>
                  <a:lnTo>
                    <a:pt x="687307" y="1117847"/>
                  </a:lnTo>
                  <a:lnTo>
                    <a:pt x="687306" y="1117873"/>
                  </a:lnTo>
                  <a:lnTo>
                    <a:pt x="687301" y="1117887"/>
                  </a:lnTo>
                  <a:lnTo>
                    <a:pt x="687285" y="1117897"/>
                  </a:lnTo>
                  <a:lnTo>
                    <a:pt x="687259" y="1117903"/>
                  </a:lnTo>
                  <a:lnTo>
                    <a:pt x="687243" y="1117915"/>
                  </a:lnTo>
                  <a:lnTo>
                    <a:pt x="687224" y="1117941"/>
                  </a:lnTo>
                  <a:lnTo>
                    <a:pt x="687209" y="1117953"/>
                  </a:lnTo>
                  <a:lnTo>
                    <a:pt x="687187" y="1117967"/>
                  </a:lnTo>
                  <a:lnTo>
                    <a:pt x="687152" y="1117980"/>
                  </a:lnTo>
                  <a:lnTo>
                    <a:pt x="687136" y="1117987"/>
                  </a:lnTo>
                  <a:lnTo>
                    <a:pt x="687133" y="1117997"/>
                  </a:lnTo>
                  <a:lnTo>
                    <a:pt x="687137" y="1118015"/>
                  </a:lnTo>
                  <a:lnTo>
                    <a:pt x="687149" y="1118041"/>
                  </a:lnTo>
                  <a:lnTo>
                    <a:pt x="687156" y="1118062"/>
                  </a:lnTo>
                  <a:lnTo>
                    <a:pt x="687158" y="1118073"/>
                  </a:lnTo>
                  <a:lnTo>
                    <a:pt x="687152" y="1118099"/>
                  </a:lnTo>
                  <a:lnTo>
                    <a:pt x="687142" y="1118116"/>
                  </a:lnTo>
                  <a:lnTo>
                    <a:pt x="687119" y="1118148"/>
                  </a:lnTo>
                  <a:lnTo>
                    <a:pt x="687111" y="1118167"/>
                  </a:lnTo>
                  <a:lnTo>
                    <a:pt x="687108" y="1118181"/>
                  </a:lnTo>
                  <a:lnTo>
                    <a:pt x="687107" y="1118218"/>
                  </a:lnTo>
                  <a:lnTo>
                    <a:pt x="687106" y="1118290"/>
                  </a:lnTo>
                  <a:lnTo>
                    <a:pt x="687107" y="1118321"/>
                  </a:lnTo>
                  <a:lnTo>
                    <a:pt x="687098" y="1118337"/>
                  </a:lnTo>
                  <a:lnTo>
                    <a:pt x="687080" y="1118351"/>
                  </a:lnTo>
                  <a:lnTo>
                    <a:pt x="687050" y="1118357"/>
                  </a:lnTo>
                  <a:lnTo>
                    <a:pt x="687022" y="1118372"/>
                  </a:lnTo>
                  <a:lnTo>
                    <a:pt x="687003" y="1118385"/>
                  </a:lnTo>
                  <a:lnTo>
                    <a:pt x="686983" y="1118390"/>
                  </a:lnTo>
                  <a:lnTo>
                    <a:pt x="686960" y="1118398"/>
                  </a:lnTo>
                  <a:lnTo>
                    <a:pt x="686940" y="1118415"/>
                  </a:lnTo>
                  <a:lnTo>
                    <a:pt x="686913" y="1118440"/>
                  </a:lnTo>
                  <a:lnTo>
                    <a:pt x="686886" y="1118462"/>
                  </a:lnTo>
                  <a:lnTo>
                    <a:pt x="686856" y="1118473"/>
                  </a:lnTo>
                  <a:lnTo>
                    <a:pt x="686831" y="1118482"/>
                  </a:lnTo>
                  <a:lnTo>
                    <a:pt x="686811" y="1118492"/>
                  </a:lnTo>
                  <a:lnTo>
                    <a:pt x="686795" y="1118501"/>
                  </a:lnTo>
                  <a:lnTo>
                    <a:pt x="686764" y="1118510"/>
                  </a:lnTo>
                  <a:lnTo>
                    <a:pt x="686754" y="1118510"/>
                  </a:lnTo>
                  <a:lnTo>
                    <a:pt x="686743" y="1118507"/>
                  </a:lnTo>
                  <a:lnTo>
                    <a:pt x="686727" y="1118494"/>
                  </a:lnTo>
                  <a:lnTo>
                    <a:pt x="686694" y="1118465"/>
                  </a:lnTo>
                  <a:lnTo>
                    <a:pt x="686665" y="1118441"/>
                  </a:lnTo>
                  <a:lnTo>
                    <a:pt x="686645" y="1118416"/>
                  </a:lnTo>
                  <a:lnTo>
                    <a:pt x="686629" y="1118396"/>
                  </a:lnTo>
                  <a:lnTo>
                    <a:pt x="686607" y="1118374"/>
                  </a:lnTo>
                  <a:lnTo>
                    <a:pt x="686601" y="1118370"/>
                  </a:lnTo>
                  <a:lnTo>
                    <a:pt x="686595" y="1118368"/>
                  </a:lnTo>
                  <a:lnTo>
                    <a:pt x="686585" y="1118368"/>
                  </a:lnTo>
                  <a:lnTo>
                    <a:pt x="686553" y="1118370"/>
                  </a:lnTo>
                  <a:lnTo>
                    <a:pt x="686533" y="1118377"/>
                  </a:lnTo>
                  <a:lnTo>
                    <a:pt x="686510" y="1118389"/>
                  </a:lnTo>
                  <a:lnTo>
                    <a:pt x="686492" y="1118404"/>
                  </a:lnTo>
                  <a:lnTo>
                    <a:pt x="686471" y="1118416"/>
                  </a:lnTo>
                  <a:lnTo>
                    <a:pt x="686449" y="1118430"/>
                  </a:lnTo>
                  <a:lnTo>
                    <a:pt x="686443" y="1118447"/>
                  </a:lnTo>
                  <a:lnTo>
                    <a:pt x="686440" y="1118463"/>
                  </a:lnTo>
                  <a:lnTo>
                    <a:pt x="686439" y="1118484"/>
                  </a:lnTo>
                  <a:lnTo>
                    <a:pt x="686436" y="1118499"/>
                  </a:lnTo>
                  <a:lnTo>
                    <a:pt x="686427" y="1118517"/>
                  </a:lnTo>
                  <a:lnTo>
                    <a:pt x="686410" y="1118531"/>
                  </a:lnTo>
                  <a:lnTo>
                    <a:pt x="686393" y="1118540"/>
                  </a:lnTo>
                  <a:lnTo>
                    <a:pt x="686380" y="1118549"/>
                  </a:lnTo>
                  <a:lnTo>
                    <a:pt x="686366" y="1118567"/>
                  </a:lnTo>
                  <a:lnTo>
                    <a:pt x="686356" y="1118584"/>
                  </a:lnTo>
                  <a:lnTo>
                    <a:pt x="686352" y="1118596"/>
                  </a:lnTo>
                  <a:lnTo>
                    <a:pt x="686344" y="1118616"/>
                  </a:lnTo>
                  <a:lnTo>
                    <a:pt x="686331" y="1118630"/>
                  </a:lnTo>
                  <a:lnTo>
                    <a:pt x="686304" y="1118652"/>
                  </a:lnTo>
                  <a:lnTo>
                    <a:pt x="686279" y="1118667"/>
                  </a:lnTo>
                  <a:lnTo>
                    <a:pt x="686263" y="1118678"/>
                  </a:lnTo>
                  <a:lnTo>
                    <a:pt x="686246" y="1118694"/>
                  </a:lnTo>
                  <a:lnTo>
                    <a:pt x="686219" y="1118721"/>
                  </a:lnTo>
                  <a:lnTo>
                    <a:pt x="686201" y="1118736"/>
                  </a:lnTo>
                  <a:lnTo>
                    <a:pt x="686161" y="1118765"/>
                  </a:lnTo>
                  <a:lnTo>
                    <a:pt x="686142" y="1118778"/>
                  </a:lnTo>
                  <a:lnTo>
                    <a:pt x="686139" y="1118787"/>
                  </a:lnTo>
                  <a:lnTo>
                    <a:pt x="686140" y="1118803"/>
                  </a:lnTo>
                  <a:lnTo>
                    <a:pt x="686148" y="1118819"/>
                  </a:lnTo>
                  <a:lnTo>
                    <a:pt x="686156" y="1118838"/>
                  </a:lnTo>
                  <a:lnTo>
                    <a:pt x="686159" y="1118857"/>
                  </a:lnTo>
                  <a:lnTo>
                    <a:pt x="686155" y="1118881"/>
                  </a:lnTo>
                  <a:lnTo>
                    <a:pt x="686152" y="1118913"/>
                  </a:lnTo>
                  <a:lnTo>
                    <a:pt x="686142" y="1118947"/>
                  </a:lnTo>
                  <a:lnTo>
                    <a:pt x="686138" y="1118972"/>
                  </a:lnTo>
                  <a:lnTo>
                    <a:pt x="686129" y="1118999"/>
                  </a:lnTo>
                  <a:lnTo>
                    <a:pt x="686119" y="1119029"/>
                  </a:lnTo>
                  <a:lnTo>
                    <a:pt x="686105" y="1119053"/>
                  </a:lnTo>
                  <a:lnTo>
                    <a:pt x="686084" y="1119082"/>
                  </a:lnTo>
                  <a:lnTo>
                    <a:pt x="686059" y="1119115"/>
                  </a:lnTo>
                  <a:lnTo>
                    <a:pt x="686044" y="1119133"/>
                  </a:lnTo>
                  <a:lnTo>
                    <a:pt x="686005" y="1119155"/>
                  </a:lnTo>
                  <a:lnTo>
                    <a:pt x="685987" y="1119162"/>
                  </a:lnTo>
                  <a:lnTo>
                    <a:pt x="685954" y="1119172"/>
                  </a:lnTo>
                  <a:lnTo>
                    <a:pt x="685913" y="1119187"/>
                  </a:lnTo>
                  <a:lnTo>
                    <a:pt x="685878" y="1119198"/>
                  </a:lnTo>
                  <a:lnTo>
                    <a:pt x="685842" y="1119204"/>
                  </a:lnTo>
                  <a:lnTo>
                    <a:pt x="685832" y="1119209"/>
                  </a:lnTo>
                  <a:lnTo>
                    <a:pt x="685827" y="1119215"/>
                  </a:lnTo>
                  <a:lnTo>
                    <a:pt x="685823" y="1119236"/>
                  </a:lnTo>
                  <a:lnTo>
                    <a:pt x="685817" y="1119266"/>
                  </a:lnTo>
                  <a:lnTo>
                    <a:pt x="685814" y="1119301"/>
                  </a:lnTo>
                  <a:lnTo>
                    <a:pt x="685811" y="1119321"/>
                  </a:lnTo>
                  <a:lnTo>
                    <a:pt x="685813" y="1119334"/>
                  </a:lnTo>
                  <a:lnTo>
                    <a:pt x="685826" y="1119357"/>
                  </a:lnTo>
                  <a:lnTo>
                    <a:pt x="685839" y="1119384"/>
                  </a:lnTo>
                  <a:lnTo>
                    <a:pt x="685849" y="1119415"/>
                  </a:lnTo>
                  <a:lnTo>
                    <a:pt x="685865" y="1119437"/>
                  </a:lnTo>
                  <a:lnTo>
                    <a:pt x="685872" y="1119457"/>
                  </a:lnTo>
                  <a:lnTo>
                    <a:pt x="685872" y="1119470"/>
                  </a:lnTo>
                  <a:lnTo>
                    <a:pt x="685866" y="1119508"/>
                  </a:lnTo>
                  <a:lnTo>
                    <a:pt x="685859" y="1119540"/>
                  </a:lnTo>
                  <a:lnTo>
                    <a:pt x="685845" y="1119573"/>
                  </a:lnTo>
                  <a:lnTo>
                    <a:pt x="685833" y="1119605"/>
                  </a:lnTo>
                  <a:lnTo>
                    <a:pt x="685825" y="1119616"/>
                  </a:lnTo>
                  <a:lnTo>
                    <a:pt x="685802" y="1119643"/>
                  </a:lnTo>
                  <a:lnTo>
                    <a:pt x="685792" y="1119662"/>
                  </a:lnTo>
                  <a:lnTo>
                    <a:pt x="685791" y="1119667"/>
                  </a:lnTo>
                  <a:lnTo>
                    <a:pt x="685792" y="1119673"/>
                  </a:lnTo>
                  <a:lnTo>
                    <a:pt x="685798" y="1119686"/>
                  </a:lnTo>
                  <a:lnTo>
                    <a:pt x="685804" y="1119696"/>
                  </a:lnTo>
                  <a:lnTo>
                    <a:pt x="685808" y="1119703"/>
                  </a:lnTo>
                  <a:lnTo>
                    <a:pt x="685812" y="1119712"/>
                  </a:lnTo>
                  <a:lnTo>
                    <a:pt x="685842" y="1119765"/>
                  </a:lnTo>
                  <a:lnTo>
                    <a:pt x="685842" y="1119769"/>
                  </a:lnTo>
                  <a:lnTo>
                    <a:pt x="685819" y="1119795"/>
                  </a:lnTo>
                  <a:lnTo>
                    <a:pt x="685816" y="1119844"/>
                  </a:lnTo>
                  <a:lnTo>
                    <a:pt x="685817" y="1119867"/>
                  </a:lnTo>
                  <a:lnTo>
                    <a:pt x="685820" y="1119926"/>
                  </a:lnTo>
                  <a:lnTo>
                    <a:pt x="685820" y="1119941"/>
                  </a:lnTo>
                  <a:lnTo>
                    <a:pt x="685809" y="1119964"/>
                  </a:lnTo>
                  <a:lnTo>
                    <a:pt x="685790" y="1120000"/>
                  </a:lnTo>
                  <a:lnTo>
                    <a:pt x="685791" y="1120025"/>
                  </a:lnTo>
                  <a:lnTo>
                    <a:pt x="685788" y="1120046"/>
                  </a:lnTo>
                  <a:lnTo>
                    <a:pt x="685774" y="1120063"/>
                  </a:lnTo>
                  <a:lnTo>
                    <a:pt x="685734" y="1120088"/>
                  </a:lnTo>
                  <a:lnTo>
                    <a:pt x="685733" y="1120099"/>
                  </a:lnTo>
                  <a:lnTo>
                    <a:pt x="685733" y="1120174"/>
                  </a:lnTo>
                  <a:lnTo>
                    <a:pt x="685728" y="1120186"/>
                  </a:lnTo>
                  <a:lnTo>
                    <a:pt x="685688" y="1120218"/>
                  </a:lnTo>
                  <a:lnTo>
                    <a:pt x="685622" y="1120252"/>
                  </a:lnTo>
                  <a:lnTo>
                    <a:pt x="685601" y="1120263"/>
                  </a:lnTo>
                  <a:lnTo>
                    <a:pt x="685548" y="1120269"/>
                  </a:lnTo>
                  <a:lnTo>
                    <a:pt x="685537" y="1120279"/>
                  </a:lnTo>
                  <a:lnTo>
                    <a:pt x="685526" y="1120298"/>
                  </a:lnTo>
                  <a:lnTo>
                    <a:pt x="685474" y="1120318"/>
                  </a:lnTo>
                  <a:lnTo>
                    <a:pt x="685404" y="1120304"/>
                  </a:lnTo>
                  <a:lnTo>
                    <a:pt x="685387" y="1120305"/>
                  </a:lnTo>
                  <a:lnTo>
                    <a:pt x="685373" y="1120316"/>
                  </a:lnTo>
                  <a:lnTo>
                    <a:pt x="685332" y="1120361"/>
                  </a:lnTo>
                  <a:lnTo>
                    <a:pt x="685328" y="1120373"/>
                  </a:lnTo>
                  <a:lnTo>
                    <a:pt x="685320" y="1120424"/>
                  </a:lnTo>
                  <a:lnTo>
                    <a:pt x="685308" y="1120464"/>
                  </a:lnTo>
                  <a:lnTo>
                    <a:pt x="685297" y="1120487"/>
                  </a:lnTo>
                  <a:lnTo>
                    <a:pt x="685274" y="1120516"/>
                  </a:lnTo>
                  <a:lnTo>
                    <a:pt x="685263" y="1120547"/>
                  </a:lnTo>
                  <a:lnTo>
                    <a:pt x="685258" y="1120577"/>
                  </a:lnTo>
                  <a:lnTo>
                    <a:pt x="685265" y="1120610"/>
                  </a:lnTo>
                  <a:lnTo>
                    <a:pt x="685269" y="1120641"/>
                  </a:lnTo>
                  <a:lnTo>
                    <a:pt x="685234" y="1120726"/>
                  </a:lnTo>
                  <a:lnTo>
                    <a:pt x="685190" y="1120799"/>
                  </a:lnTo>
                  <a:lnTo>
                    <a:pt x="685164" y="1120809"/>
                  </a:lnTo>
                  <a:lnTo>
                    <a:pt x="685145" y="1120801"/>
                  </a:lnTo>
                  <a:lnTo>
                    <a:pt x="685117" y="1120795"/>
                  </a:lnTo>
                  <a:lnTo>
                    <a:pt x="685092" y="1120796"/>
                  </a:lnTo>
                  <a:lnTo>
                    <a:pt x="685075" y="1120807"/>
                  </a:lnTo>
                  <a:lnTo>
                    <a:pt x="685021" y="1120882"/>
                  </a:lnTo>
                  <a:lnTo>
                    <a:pt x="684978" y="1120930"/>
                  </a:lnTo>
                  <a:lnTo>
                    <a:pt x="684931" y="1120963"/>
                  </a:lnTo>
                  <a:lnTo>
                    <a:pt x="684912" y="1120977"/>
                  </a:lnTo>
                  <a:lnTo>
                    <a:pt x="684893" y="1120986"/>
                  </a:lnTo>
                  <a:lnTo>
                    <a:pt x="684890" y="1120988"/>
                  </a:lnTo>
                  <a:lnTo>
                    <a:pt x="684873" y="1120985"/>
                  </a:lnTo>
                  <a:lnTo>
                    <a:pt x="684855" y="1120966"/>
                  </a:lnTo>
                  <a:lnTo>
                    <a:pt x="684829" y="1120909"/>
                  </a:lnTo>
                  <a:lnTo>
                    <a:pt x="684801" y="1120862"/>
                  </a:lnTo>
                  <a:lnTo>
                    <a:pt x="684772" y="1120834"/>
                  </a:lnTo>
                  <a:lnTo>
                    <a:pt x="684727" y="1120807"/>
                  </a:lnTo>
                  <a:lnTo>
                    <a:pt x="684654" y="1120777"/>
                  </a:lnTo>
                  <a:lnTo>
                    <a:pt x="684595" y="1120763"/>
                  </a:lnTo>
                  <a:lnTo>
                    <a:pt x="684558" y="1120766"/>
                  </a:lnTo>
                  <a:lnTo>
                    <a:pt x="684545" y="1120760"/>
                  </a:lnTo>
                  <a:lnTo>
                    <a:pt x="684523" y="1120742"/>
                  </a:lnTo>
                  <a:lnTo>
                    <a:pt x="684491" y="1120698"/>
                  </a:lnTo>
                  <a:lnTo>
                    <a:pt x="684446" y="1120677"/>
                  </a:lnTo>
                  <a:lnTo>
                    <a:pt x="684407" y="1120663"/>
                  </a:lnTo>
                  <a:lnTo>
                    <a:pt x="684384" y="1120645"/>
                  </a:lnTo>
                  <a:lnTo>
                    <a:pt x="684332" y="1120581"/>
                  </a:lnTo>
                  <a:lnTo>
                    <a:pt x="684295" y="1120548"/>
                  </a:lnTo>
                  <a:lnTo>
                    <a:pt x="684265" y="1120531"/>
                  </a:lnTo>
                  <a:lnTo>
                    <a:pt x="684234" y="1120528"/>
                  </a:lnTo>
                  <a:lnTo>
                    <a:pt x="684132" y="1120530"/>
                  </a:lnTo>
                  <a:lnTo>
                    <a:pt x="684104" y="1120522"/>
                  </a:lnTo>
                  <a:lnTo>
                    <a:pt x="684052" y="1120482"/>
                  </a:lnTo>
                  <a:lnTo>
                    <a:pt x="684022" y="1120445"/>
                  </a:lnTo>
                  <a:lnTo>
                    <a:pt x="684005" y="1120349"/>
                  </a:lnTo>
                  <a:lnTo>
                    <a:pt x="683986" y="1120295"/>
                  </a:lnTo>
                  <a:lnTo>
                    <a:pt x="683957" y="1120262"/>
                  </a:lnTo>
                  <a:lnTo>
                    <a:pt x="683904" y="1120193"/>
                  </a:lnTo>
                  <a:lnTo>
                    <a:pt x="683853" y="1120141"/>
                  </a:lnTo>
                  <a:lnTo>
                    <a:pt x="683836" y="1120139"/>
                  </a:lnTo>
                  <a:lnTo>
                    <a:pt x="683758" y="1120165"/>
                  </a:lnTo>
                  <a:lnTo>
                    <a:pt x="683717" y="1120170"/>
                  </a:lnTo>
                  <a:lnTo>
                    <a:pt x="683688" y="1120160"/>
                  </a:lnTo>
                  <a:lnTo>
                    <a:pt x="683617" y="1120119"/>
                  </a:lnTo>
                  <a:lnTo>
                    <a:pt x="683560" y="1120064"/>
                  </a:lnTo>
                  <a:lnTo>
                    <a:pt x="683548" y="1120061"/>
                  </a:lnTo>
                  <a:lnTo>
                    <a:pt x="683536" y="1120067"/>
                  </a:lnTo>
                  <a:lnTo>
                    <a:pt x="683522" y="1120103"/>
                  </a:lnTo>
                  <a:lnTo>
                    <a:pt x="683453" y="1120163"/>
                  </a:lnTo>
                  <a:lnTo>
                    <a:pt x="683432" y="1120175"/>
                  </a:lnTo>
                  <a:lnTo>
                    <a:pt x="683331" y="1120209"/>
                  </a:lnTo>
                  <a:lnTo>
                    <a:pt x="683277" y="1120271"/>
                  </a:lnTo>
                  <a:lnTo>
                    <a:pt x="683257" y="1120297"/>
                  </a:lnTo>
                  <a:lnTo>
                    <a:pt x="683192" y="1120321"/>
                  </a:lnTo>
                  <a:lnTo>
                    <a:pt x="683135" y="1120354"/>
                  </a:lnTo>
                  <a:lnTo>
                    <a:pt x="683113" y="1120358"/>
                  </a:lnTo>
                  <a:lnTo>
                    <a:pt x="683098" y="1120353"/>
                  </a:lnTo>
                  <a:lnTo>
                    <a:pt x="683034" y="1120323"/>
                  </a:lnTo>
                  <a:lnTo>
                    <a:pt x="683023" y="1120319"/>
                  </a:lnTo>
                  <a:lnTo>
                    <a:pt x="682950" y="1120315"/>
                  </a:lnTo>
                  <a:lnTo>
                    <a:pt x="682882" y="1120293"/>
                  </a:lnTo>
                  <a:lnTo>
                    <a:pt x="682822" y="1120292"/>
                  </a:lnTo>
                  <a:lnTo>
                    <a:pt x="682638" y="1120300"/>
                  </a:lnTo>
                  <a:lnTo>
                    <a:pt x="682596" y="1120306"/>
                  </a:lnTo>
                  <a:lnTo>
                    <a:pt x="682586" y="1120318"/>
                  </a:lnTo>
                  <a:lnTo>
                    <a:pt x="682579" y="1120339"/>
                  </a:lnTo>
                  <a:lnTo>
                    <a:pt x="682534" y="1120402"/>
                  </a:lnTo>
                  <a:lnTo>
                    <a:pt x="682504" y="1120466"/>
                  </a:lnTo>
                  <a:lnTo>
                    <a:pt x="682449" y="1120532"/>
                  </a:lnTo>
                  <a:lnTo>
                    <a:pt x="682437" y="1120573"/>
                  </a:lnTo>
                  <a:lnTo>
                    <a:pt x="682431" y="1120634"/>
                  </a:lnTo>
                  <a:lnTo>
                    <a:pt x="682418" y="1120663"/>
                  </a:lnTo>
                  <a:lnTo>
                    <a:pt x="682368" y="1120689"/>
                  </a:lnTo>
                  <a:lnTo>
                    <a:pt x="682308" y="1120711"/>
                  </a:lnTo>
                  <a:lnTo>
                    <a:pt x="682284" y="1120726"/>
                  </a:lnTo>
                  <a:lnTo>
                    <a:pt x="682251" y="1120761"/>
                  </a:lnTo>
                  <a:lnTo>
                    <a:pt x="682237" y="1120765"/>
                  </a:lnTo>
                  <a:lnTo>
                    <a:pt x="682155" y="1120776"/>
                  </a:lnTo>
                  <a:lnTo>
                    <a:pt x="682101" y="1120804"/>
                  </a:lnTo>
                  <a:lnTo>
                    <a:pt x="682043" y="1120844"/>
                  </a:lnTo>
                  <a:lnTo>
                    <a:pt x="681983" y="1120848"/>
                  </a:lnTo>
                  <a:lnTo>
                    <a:pt x="681858" y="1120848"/>
                  </a:lnTo>
                  <a:lnTo>
                    <a:pt x="681748" y="1120862"/>
                  </a:lnTo>
                  <a:lnTo>
                    <a:pt x="681577" y="1120887"/>
                  </a:lnTo>
                  <a:lnTo>
                    <a:pt x="681490" y="1120897"/>
                  </a:lnTo>
                  <a:lnTo>
                    <a:pt x="681451" y="1120893"/>
                  </a:lnTo>
                  <a:lnTo>
                    <a:pt x="681427" y="1120873"/>
                  </a:lnTo>
                  <a:lnTo>
                    <a:pt x="681409" y="1120872"/>
                  </a:lnTo>
                  <a:lnTo>
                    <a:pt x="681397" y="1120877"/>
                  </a:lnTo>
                  <a:lnTo>
                    <a:pt x="681390" y="1120888"/>
                  </a:lnTo>
                  <a:lnTo>
                    <a:pt x="681392" y="1120925"/>
                  </a:lnTo>
                  <a:lnTo>
                    <a:pt x="681402" y="1120970"/>
                  </a:lnTo>
                  <a:lnTo>
                    <a:pt x="681426" y="1121031"/>
                  </a:lnTo>
                  <a:lnTo>
                    <a:pt x="681485" y="1121156"/>
                  </a:lnTo>
                  <a:lnTo>
                    <a:pt x="681537" y="1121274"/>
                  </a:lnTo>
                  <a:lnTo>
                    <a:pt x="681580" y="1121400"/>
                  </a:lnTo>
                  <a:lnTo>
                    <a:pt x="681608" y="1121499"/>
                  </a:lnTo>
                  <a:lnTo>
                    <a:pt x="681631" y="1121602"/>
                  </a:lnTo>
                  <a:lnTo>
                    <a:pt x="681659" y="1121710"/>
                  </a:lnTo>
                  <a:lnTo>
                    <a:pt x="681680" y="1121795"/>
                  </a:lnTo>
                  <a:lnTo>
                    <a:pt x="681678" y="1121851"/>
                  </a:lnTo>
                  <a:lnTo>
                    <a:pt x="681670" y="1121918"/>
                  </a:lnTo>
                  <a:lnTo>
                    <a:pt x="681623" y="1122062"/>
                  </a:lnTo>
                  <a:lnTo>
                    <a:pt x="681563" y="1122177"/>
                  </a:lnTo>
                  <a:lnTo>
                    <a:pt x="681542" y="1122226"/>
                  </a:lnTo>
                  <a:lnTo>
                    <a:pt x="681488" y="1122294"/>
                  </a:lnTo>
                  <a:lnTo>
                    <a:pt x="681420" y="1122356"/>
                  </a:lnTo>
                  <a:lnTo>
                    <a:pt x="681278" y="1122462"/>
                  </a:lnTo>
                  <a:lnTo>
                    <a:pt x="681170" y="1122545"/>
                  </a:lnTo>
                  <a:lnTo>
                    <a:pt x="681100" y="1122595"/>
                  </a:lnTo>
                  <a:lnTo>
                    <a:pt x="681009" y="1122657"/>
                  </a:lnTo>
                  <a:lnTo>
                    <a:pt x="680911" y="1122722"/>
                  </a:lnTo>
                  <a:lnTo>
                    <a:pt x="680801" y="1122794"/>
                  </a:lnTo>
                  <a:lnTo>
                    <a:pt x="680747" y="1122813"/>
                  </a:lnTo>
                  <a:lnTo>
                    <a:pt x="680598" y="1122883"/>
                  </a:lnTo>
                  <a:lnTo>
                    <a:pt x="680391" y="1122979"/>
                  </a:lnTo>
                  <a:lnTo>
                    <a:pt x="680318" y="1123019"/>
                  </a:lnTo>
                  <a:lnTo>
                    <a:pt x="680282" y="1123060"/>
                  </a:lnTo>
                  <a:lnTo>
                    <a:pt x="680264" y="1123113"/>
                  </a:lnTo>
                  <a:lnTo>
                    <a:pt x="680198" y="1123286"/>
                  </a:lnTo>
                  <a:lnTo>
                    <a:pt x="680155" y="1123441"/>
                  </a:lnTo>
                  <a:lnTo>
                    <a:pt x="680144" y="1123495"/>
                  </a:lnTo>
                  <a:lnTo>
                    <a:pt x="680113" y="1123579"/>
                  </a:lnTo>
                  <a:lnTo>
                    <a:pt x="680086" y="1123600"/>
                  </a:lnTo>
                  <a:lnTo>
                    <a:pt x="680056" y="1123617"/>
                  </a:lnTo>
                  <a:lnTo>
                    <a:pt x="679990" y="1123678"/>
                  </a:lnTo>
                  <a:lnTo>
                    <a:pt x="679900" y="1123749"/>
                  </a:lnTo>
                  <a:lnTo>
                    <a:pt x="679706" y="1123867"/>
                  </a:lnTo>
                  <a:lnTo>
                    <a:pt x="679621" y="1123902"/>
                  </a:lnTo>
                  <a:lnTo>
                    <a:pt x="679573" y="1123928"/>
                  </a:lnTo>
                  <a:lnTo>
                    <a:pt x="679472" y="1123968"/>
                  </a:lnTo>
                  <a:lnTo>
                    <a:pt x="679378" y="1123997"/>
                  </a:lnTo>
                  <a:lnTo>
                    <a:pt x="679274" y="1124010"/>
                  </a:lnTo>
                  <a:lnTo>
                    <a:pt x="679207" y="1124009"/>
                  </a:lnTo>
                  <a:lnTo>
                    <a:pt x="679184" y="1124018"/>
                  </a:lnTo>
                  <a:lnTo>
                    <a:pt x="679118" y="1124061"/>
                  </a:lnTo>
                  <a:lnTo>
                    <a:pt x="679009" y="1124119"/>
                  </a:lnTo>
                  <a:lnTo>
                    <a:pt x="678913" y="1124187"/>
                  </a:lnTo>
                  <a:lnTo>
                    <a:pt x="678836" y="1124260"/>
                  </a:lnTo>
                  <a:lnTo>
                    <a:pt x="678720" y="1124362"/>
                  </a:lnTo>
                  <a:lnTo>
                    <a:pt x="678643" y="1124425"/>
                  </a:lnTo>
                  <a:lnTo>
                    <a:pt x="678576" y="1124462"/>
                  </a:lnTo>
                  <a:lnTo>
                    <a:pt x="678503" y="1124499"/>
                  </a:lnTo>
                  <a:lnTo>
                    <a:pt x="678417" y="1124556"/>
                  </a:lnTo>
                  <a:lnTo>
                    <a:pt x="678345" y="1124619"/>
                  </a:lnTo>
                  <a:lnTo>
                    <a:pt x="678288" y="1124684"/>
                  </a:lnTo>
                  <a:lnTo>
                    <a:pt x="678242" y="1124751"/>
                  </a:lnTo>
                  <a:lnTo>
                    <a:pt x="678225" y="1124791"/>
                  </a:lnTo>
                  <a:lnTo>
                    <a:pt x="678177" y="1124934"/>
                  </a:lnTo>
                  <a:lnTo>
                    <a:pt x="678130" y="1125083"/>
                  </a:lnTo>
                  <a:lnTo>
                    <a:pt x="678092" y="1125176"/>
                  </a:lnTo>
                  <a:lnTo>
                    <a:pt x="678072" y="1125274"/>
                  </a:lnTo>
                  <a:lnTo>
                    <a:pt x="678047" y="1125372"/>
                  </a:lnTo>
                  <a:lnTo>
                    <a:pt x="678032" y="1125437"/>
                  </a:lnTo>
                  <a:lnTo>
                    <a:pt x="678009" y="1125530"/>
                  </a:lnTo>
                  <a:lnTo>
                    <a:pt x="677992" y="1125573"/>
                  </a:lnTo>
                  <a:lnTo>
                    <a:pt x="677932" y="1125740"/>
                  </a:lnTo>
                  <a:lnTo>
                    <a:pt x="677918" y="1125771"/>
                  </a:lnTo>
                  <a:lnTo>
                    <a:pt x="677908" y="1125800"/>
                  </a:lnTo>
                  <a:lnTo>
                    <a:pt x="677830" y="1125938"/>
                  </a:lnTo>
                  <a:lnTo>
                    <a:pt x="677786" y="1125998"/>
                  </a:lnTo>
                  <a:lnTo>
                    <a:pt x="677770" y="1126009"/>
                  </a:lnTo>
                  <a:lnTo>
                    <a:pt x="677639" y="1126017"/>
                  </a:lnTo>
                  <a:lnTo>
                    <a:pt x="677310" y="1126026"/>
                  </a:lnTo>
                  <a:lnTo>
                    <a:pt x="677251" y="1126024"/>
                  </a:lnTo>
                  <a:lnTo>
                    <a:pt x="677143" y="1126004"/>
                  </a:lnTo>
                  <a:lnTo>
                    <a:pt x="676938" y="1125930"/>
                  </a:lnTo>
                  <a:lnTo>
                    <a:pt x="676633" y="1125834"/>
                  </a:lnTo>
                  <a:lnTo>
                    <a:pt x="676527" y="1125788"/>
                  </a:lnTo>
                  <a:lnTo>
                    <a:pt x="676515" y="1125787"/>
                  </a:lnTo>
                  <a:lnTo>
                    <a:pt x="676505" y="1125790"/>
                  </a:lnTo>
                  <a:lnTo>
                    <a:pt x="676486" y="1125802"/>
                  </a:lnTo>
                  <a:lnTo>
                    <a:pt x="676454" y="1125839"/>
                  </a:lnTo>
                  <a:lnTo>
                    <a:pt x="676423" y="1125866"/>
                  </a:lnTo>
                  <a:lnTo>
                    <a:pt x="676347" y="1125944"/>
                  </a:lnTo>
                  <a:lnTo>
                    <a:pt x="676270" y="1126016"/>
                  </a:lnTo>
                  <a:lnTo>
                    <a:pt x="676146" y="1126117"/>
                  </a:lnTo>
                  <a:lnTo>
                    <a:pt x="675989" y="1126270"/>
                  </a:lnTo>
                  <a:lnTo>
                    <a:pt x="675803" y="1126430"/>
                  </a:lnTo>
                  <a:lnTo>
                    <a:pt x="675685" y="1126502"/>
                  </a:lnTo>
                  <a:lnTo>
                    <a:pt x="675506" y="1126593"/>
                  </a:lnTo>
                  <a:lnTo>
                    <a:pt x="675422" y="1126645"/>
                  </a:lnTo>
                  <a:lnTo>
                    <a:pt x="675359" y="1126728"/>
                  </a:lnTo>
                  <a:lnTo>
                    <a:pt x="675288" y="1126834"/>
                  </a:lnTo>
                  <a:lnTo>
                    <a:pt x="675284" y="1126838"/>
                  </a:lnTo>
                  <a:lnTo>
                    <a:pt x="675245" y="1126878"/>
                  </a:lnTo>
                  <a:lnTo>
                    <a:pt x="675242" y="1126881"/>
                  </a:lnTo>
                  <a:lnTo>
                    <a:pt x="675222" y="1126898"/>
                  </a:lnTo>
                  <a:lnTo>
                    <a:pt x="675198" y="1126921"/>
                  </a:lnTo>
                  <a:lnTo>
                    <a:pt x="675179" y="1126939"/>
                  </a:lnTo>
                  <a:lnTo>
                    <a:pt x="675136" y="1126975"/>
                  </a:lnTo>
                  <a:lnTo>
                    <a:pt x="675120" y="1126993"/>
                  </a:lnTo>
                  <a:lnTo>
                    <a:pt x="675107" y="1127004"/>
                  </a:lnTo>
                  <a:lnTo>
                    <a:pt x="675100" y="1127011"/>
                  </a:lnTo>
                  <a:lnTo>
                    <a:pt x="675062" y="1127038"/>
                  </a:lnTo>
                  <a:lnTo>
                    <a:pt x="675040" y="1127054"/>
                  </a:lnTo>
                  <a:lnTo>
                    <a:pt x="675018" y="1127064"/>
                  </a:lnTo>
                  <a:lnTo>
                    <a:pt x="675003" y="1127071"/>
                  </a:lnTo>
                  <a:lnTo>
                    <a:pt x="674970" y="1127079"/>
                  </a:lnTo>
                  <a:lnTo>
                    <a:pt x="674949" y="1127083"/>
                  </a:lnTo>
                  <a:lnTo>
                    <a:pt x="674921" y="1127084"/>
                  </a:lnTo>
                  <a:lnTo>
                    <a:pt x="674870" y="1127087"/>
                  </a:lnTo>
                  <a:lnTo>
                    <a:pt x="674844" y="1127087"/>
                  </a:lnTo>
                  <a:lnTo>
                    <a:pt x="674819" y="1127087"/>
                  </a:lnTo>
                  <a:lnTo>
                    <a:pt x="674774" y="1127082"/>
                  </a:lnTo>
                  <a:lnTo>
                    <a:pt x="674749" y="1127081"/>
                  </a:lnTo>
                  <a:lnTo>
                    <a:pt x="674722" y="1127075"/>
                  </a:lnTo>
                  <a:lnTo>
                    <a:pt x="674671" y="1127071"/>
                  </a:lnTo>
                  <a:lnTo>
                    <a:pt x="674647" y="1127069"/>
                  </a:lnTo>
                  <a:lnTo>
                    <a:pt x="674621" y="1127065"/>
                  </a:lnTo>
                  <a:lnTo>
                    <a:pt x="674570" y="1127061"/>
                  </a:lnTo>
                  <a:lnTo>
                    <a:pt x="674541" y="1127057"/>
                  </a:lnTo>
                  <a:lnTo>
                    <a:pt x="674522" y="1127056"/>
                  </a:lnTo>
                  <a:lnTo>
                    <a:pt x="674472" y="1127052"/>
                  </a:lnTo>
                  <a:lnTo>
                    <a:pt x="674446" y="1127051"/>
                  </a:lnTo>
                  <a:lnTo>
                    <a:pt x="674418" y="1127047"/>
                  </a:lnTo>
                  <a:lnTo>
                    <a:pt x="674364" y="1127045"/>
                  </a:lnTo>
                  <a:lnTo>
                    <a:pt x="674331" y="1127043"/>
                  </a:lnTo>
                  <a:lnTo>
                    <a:pt x="674297" y="1127039"/>
                  </a:lnTo>
                  <a:lnTo>
                    <a:pt x="674236" y="1127035"/>
                  </a:lnTo>
                  <a:lnTo>
                    <a:pt x="674206" y="1127033"/>
                  </a:lnTo>
                  <a:lnTo>
                    <a:pt x="674176" y="1127034"/>
                  </a:lnTo>
                  <a:lnTo>
                    <a:pt x="674117" y="1127040"/>
                  </a:lnTo>
                  <a:lnTo>
                    <a:pt x="674088" y="1127047"/>
                  </a:lnTo>
                  <a:lnTo>
                    <a:pt x="674059" y="1127056"/>
                  </a:lnTo>
                  <a:lnTo>
                    <a:pt x="674001" y="1127069"/>
                  </a:lnTo>
                  <a:lnTo>
                    <a:pt x="673974" y="1127080"/>
                  </a:lnTo>
                  <a:lnTo>
                    <a:pt x="673949" y="1127090"/>
                  </a:lnTo>
                  <a:lnTo>
                    <a:pt x="673886" y="1127105"/>
                  </a:lnTo>
                  <a:lnTo>
                    <a:pt x="673852" y="1127113"/>
                  </a:lnTo>
                  <a:lnTo>
                    <a:pt x="673824" y="1127114"/>
                  </a:lnTo>
                  <a:lnTo>
                    <a:pt x="673798" y="1127118"/>
                  </a:lnTo>
                  <a:lnTo>
                    <a:pt x="673762" y="1127119"/>
                  </a:lnTo>
                  <a:lnTo>
                    <a:pt x="673717" y="1127119"/>
                  </a:lnTo>
                  <a:lnTo>
                    <a:pt x="673684" y="1127112"/>
                  </a:lnTo>
                  <a:lnTo>
                    <a:pt x="673618" y="1127097"/>
                  </a:lnTo>
                  <a:lnTo>
                    <a:pt x="673588" y="1127094"/>
                  </a:lnTo>
                  <a:lnTo>
                    <a:pt x="673554" y="1127083"/>
                  </a:lnTo>
                  <a:lnTo>
                    <a:pt x="673494" y="1127067"/>
                  </a:lnTo>
                  <a:lnTo>
                    <a:pt x="673464" y="1127059"/>
                  </a:lnTo>
                  <a:lnTo>
                    <a:pt x="673439" y="1127050"/>
                  </a:lnTo>
                  <a:lnTo>
                    <a:pt x="673384" y="1127032"/>
                  </a:lnTo>
                  <a:lnTo>
                    <a:pt x="673356" y="1127026"/>
                  </a:lnTo>
                  <a:lnTo>
                    <a:pt x="673338" y="1127013"/>
                  </a:lnTo>
                  <a:lnTo>
                    <a:pt x="673308" y="1127003"/>
                  </a:lnTo>
                  <a:lnTo>
                    <a:pt x="673285" y="1126995"/>
                  </a:lnTo>
                  <a:lnTo>
                    <a:pt x="673258" y="1126984"/>
                  </a:lnTo>
                  <a:lnTo>
                    <a:pt x="673232" y="1126966"/>
                  </a:lnTo>
                  <a:lnTo>
                    <a:pt x="673177" y="1126941"/>
                  </a:lnTo>
                  <a:lnTo>
                    <a:pt x="673148" y="1126928"/>
                  </a:lnTo>
                  <a:lnTo>
                    <a:pt x="673118" y="1126914"/>
                  </a:lnTo>
                  <a:lnTo>
                    <a:pt x="673065" y="1126893"/>
                  </a:lnTo>
                  <a:lnTo>
                    <a:pt x="673030" y="1126886"/>
                  </a:lnTo>
                  <a:lnTo>
                    <a:pt x="673005" y="1126870"/>
                  </a:lnTo>
                  <a:lnTo>
                    <a:pt x="672957" y="1126846"/>
                  </a:lnTo>
                  <a:lnTo>
                    <a:pt x="672936" y="1126838"/>
                  </a:lnTo>
                  <a:lnTo>
                    <a:pt x="672911" y="1126820"/>
                  </a:lnTo>
                  <a:lnTo>
                    <a:pt x="672870" y="1126803"/>
                  </a:lnTo>
                  <a:lnTo>
                    <a:pt x="672841" y="1126801"/>
                  </a:lnTo>
                  <a:lnTo>
                    <a:pt x="672819" y="1126795"/>
                  </a:lnTo>
                  <a:lnTo>
                    <a:pt x="672760" y="1126782"/>
                  </a:lnTo>
                  <a:lnTo>
                    <a:pt x="672734" y="1126779"/>
                  </a:lnTo>
                  <a:lnTo>
                    <a:pt x="672713" y="1126772"/>
                  </a:lnTo>
                  <a:lnTo>
                    <a:pt x="672661" y="1126757"/>
                  </a:lnTo>
                  <a:lnTo>
                    <a:pt x="672633" y="1126749"/>
                  </a:lnTo>
                  <a:lnTo>
                    <a:pt x="672614" y="1126741"/>
                  </a:lnTo>
                  <a:lnTo>
                    <a:pt x="672567" y="1126723"/>
                  </a:lnTo>
                  <a:lnTo>
                    <a:pt x="672545" y="1126718"/>
                  </a:lnTo>
                  <a:lnTo>
                    <a:pt x="672530" y="1126712"/>
                  </a:lnTo>
                  <a:lnTo>
                    <a:pt x="672490" y="1126702"/>
                  </a:lnTo>
                  <a:lnTo>
                    <a:pt x="672474" y="1126693"/>
                  </a:lnTo>
                  <a:lnTo>
                    <a:pt x="672461" y="1126688"/>
                  </a:lnTo>
                  <a:lnTo>
                    <a:pt x="672420" y="1126679"/>
                  </a:lnTo>
                  <a:lnTo>
                    <a:pt x="672397" y="1126675"/>
                  </a:lnTo>
                  <a:lnTo>
                    <a:pt x="672372" y="1126668"/>
                  </a:lnTo>
                  <a:lnTo>
                    <a:pt x="672313" y="1126663"/>
                  </a:lnTo>
                  <a:lnTo>
                    <a:pt x="672281" y="1126661"/>
                  </a:lnTo>
                  <a:lnTo>
                    <a:pt x="672253" y="1126656"/>
                  </a:lnTo>
                  <a:lnTo>
                    <a:pt x="672195" y="1126646"/>
                  </a:lnTo>
                  <a:lnTo>
                    <a:pt x="672166" y="1126641"/>
                  </a:lnTo>
                  <a:lnTo>
                    <a:pt x="672133" y="1126636"/>
                  </a:lnTo>
                  <a:lnTo>
                    <a:pt x="672073" y="1126630"/>
                  </a:lnTo>
                  <a:lnTo>
                    <a:pt x="672040" y="1126632"/>
                  </a:lnTo>
                  <a:lnTo>
                    <a:pt x="672008" y="1126626"/>
                  </a:lnTo>
                  <a:lnTo>
                    <a:pt x="671949" y="1126623"/>
                  </a:lnTo>
                  <a:lnTo>
                    <a:pt x="671921" y="1126622"/>
                  </a:lnTo>
                  <a:lnTo>
                    <a:pt x="671890" y="1126611"/>
                  </a:lnTo>
                  <a:lnTo>
                    <a:pt x="671835" y="1126588"/>
                  </a:lnTo>
                  <a:lnTo>
                    <a:pt x="671793" y="1126570"/>
                  </a:lnTo>
                  <a:lnTo>
                    <a:pt x="671751" y="1126542"/>
                  </a:lnTo>
                  <a:lnTo>
                    <a:pt x="671702" y="1126513"/>
                  </a:lnTo>
                  <a:lnTo>
                    <a:pt x="671674" y="1126498"/>
                  </a:lnTo>
                  <a:lnTo>
                    <a:pt x="671649" y="1126482"/>
                  </a:lnTo>
                  <a:lnTo>
                    <a:pt x="671603" y="1126452"/>
                  </a:lnTo>
                  <a:lnTo>
                    <a:pt x="671585" y="1126442"/>
                  </a:lnTo>
                  <a:lnTo>
                    <a:pt x="671528" y="1126410"/>
                  </a:lnTo>
                  <a:lnTo>
                    <a:pt x="671510" y="1126402"/>
                  </a:lnTo>
                  <a:lnTo>
                    <a:pt x="671492" y="1126392"/>
                  </a:lnTo>
                  <a:lnTo>
                    <a:pt x="671471" y="1126383"/>
                  </a:lnTo>
                  <a:lnTo>
                    <a:pt x="671448" y="1126365"/>
                  </a:lnTo>
                  <a:lnTo>
                    <a:pt x="671425" y="1126350"/>
                  </a:lnTo>
                  <a:lnTo>
                    <a:pt x="671404" y="1126343"/>
                  </a:lnTo>
                  <a:lnTo>
                    <a:pt x="671355" y="1126315"/>
                  </a:lnTo>
                  <a:lnTo>
                    <a:pt x="671333" y="1126303"/>
                  </a:lnTo>
                  <a:lnTo>
                    <a:pt x="671314" y="1126284"/>
                  </a:lnTo>
                  <a:lnTo>
                    <a:pt x="671270" y="1126248"/>
                  </a:lnTo>
                  <a:lnTo>
                    <a:pt x="671248" y="1126229"/>
                  </a:lnTo>
                  <a:lnTo>
                    <a:pt x="671227" y="1126208"/>
                  </a:lnTo>
                  <a:lnTo>
                    <a:pt x="671203" y="1126193"/>
                  </a:lnTo>
                  <a:lnTo>
                    <a:pt x="671170" y="1126175"/>
                  </a:lnTo>
                  <a:lnTo>
                    <a:pt x="671138" y="1126154"/>
                  </a:lnTo>
                  <a:lnTo>
                    <a:pt x="671105" y="1126145"/>
                  </a:lnTo>
                  <a:lnTo>
                    <a:pt x="671088" y="1126143"/>
                  </a:lnTo>
                  <a:lnTo>
                    <a:pt x="671052" y="1126143"/>
                  </a:lnTo>
                  <a:lnTo>
                    <a:pt x="671019" y="1126145"/>
                  </a:lnTo>
                  <a:lnTo>
                    <a:pt x="670990" y="1126147"/>
                  </a:lnTo>
                  <a:lnTo>
                    <a:pt x="670923" y="1126149"/>
                  </a:lnTo>
                  <a:lnTo>
                    <a:pt x="670886" y="1126147"/>
                  </a:lnTo>
                  <a:lnTo>
                    <a:pt x="670859" y="1126144"/>
                  </a:lnTo>
                  <a:lnTo>
                    <a:pt x="670806" y="1126150"/>
                  </a:lnTo>
                  <a:lnTo>
                    <a:pt x="670768" y="1126156"/>
                  </a:lnTo>
                  <a:lnTo>
                    <a:pt x="670736" y="1126155"/>
                  </a:lnTo>
                  <a:lnTo>
                    <a:pt x="670684" y="1126165"/>
                  </a:lnTo>
                  <a:lnTo>
                    <a:pt x="670657" y="1126176"/>
                  </a:lnTo>
                  <a:lnTo>
                    <a:pt x="670637" y="1126184"/>
                  </a:lnTo>
                  <a:lnTo>
                    <a:pt x="670584" y="1126201"/>
                  </a:lnTo>
                  <a:lnTo>
                    <a:pt x="670551" y="1126213"/>
                  </a:lnTo>
                  <a:lnTo>
                    <a:pt x="670524" y="1126217"/>
                  </a:lnTo>
                  <a:lnTo>
                    <a:pt x="670472" y="1126233"/>
                  </a:lnTo>
                  <a:lnTo>
                    <a:pt x="670446" y="1126243"/>
                  </a:lnTo>
                  <a:lnTo>
                    <a:pt x="670418" y="1126252"/>
                  </a:lnTo>
                  <a:lnTo>
                    <a:pt x="670377" y="1126269"/>
                  </a:lnTo>
                  <a:lnTo>
                    <a:pt x="670357" y="1126275"/>
                  </a:lnTo>
                  <a:lnTo>
                    <a:pt x="670347" y="1126279"/>
                  </a:lnTo>
                  <a:lnTo>
                    <a:pt x="670310" y="1126282"/>
                  </a:lnTo>
                  <a:lnTo>
                    <a:pt x="670289" y="1126277"/>
                  </a:lnTo>
                  <a:lnTo>
                    <a:pt x="670261" y="1126255"/>
                  </a:lnTo>
                  <a:lnTo>
                    <a:pt x="670248" y="1126235"/>
                  </a:lnTo>
                  <a:lnTo>
                    <a:pt x="670232" y="1126206"/>
                  </a:lnTo>
                  <a:lnTo>
                    <a:pt x="670213" y="1126186"/>
                  </a:lnTo>
                  <a:lnTo>
                    <a:pt x="670199" y="1126165"/>
                  </a:lnTo>
                  <a:lnTo>
                    <a:pt x="670188" y="1126144"/>
                  </a:lnTo>
                  <a:lnTo>
                    <a:pt x="670172" y="1126113"/>
                  </a:lnTo>
                  <a:lnTo>
                    <a:pt x="670153" y="1126080"/>
                  </a:lnTo>
                  <a:lnTo>
                    <a:pt x="670147" y="1126060"/>
                  </a:lnTo>
                  <a:lnTo>
                    <a:pt x="670131" y="1126020"/>
                  </a:lnTo>
                  <a:lnTo>
                    <a:pt x="670118" y="1125997"/>
                  </a:lnTo>
                  <a:lnTo>
                    <a:pt x="670106" y="1125970"/>
                  </a:lnTo>
                  <a:lnTo>
                    <a:pt x="670100" y="1125955"/>
                  </a:lnTo>
                  <a:lnTo>
                    <a:pt x="670088" y="1125922"/>
                  </a:lnTo>
                  <a:lnTo>
                    <a:pt x="670077" y="1125895"/>
                  </a:lnTo>
                  <a:lnTo>
                    <a:pt x="670059" y="1125864"/>
                  </a:lnTo>
                  <a:lnTo>
                    <a:pt x="670050" y="1125851"/>
                  </a:lnTo>
                  <a:lnTo>
                    <a:pt x="670033" y="1125820"/>
                  </a:lnTo>
                  <a:lnTo>
                    <a:pt x="670016" y="1125790"/>
                  </a:lnTo>
                  <a:lnTo>
                    <a:pt x="669997" y="1125757"/>
                  </a:lnTo>
                  <a:lnTo>
                    <a:pt x="669990" y="1125744"/>
                  </a:lnTo>
                  <a:lnTo>
                    <a:pt x="669970" y="1125713"/>
                  </a:lnTo>
                  <a:lnTo>
                    <a:pt x="669954" y="1125686"/>
                  </a:lnTo>
                  <a:lnTo>
                    <a:pt x="669937" y="1125664"/>
                  </a:lnTo>
                  <a:lnTo>
                    <a:pt x="669916" y="1125637"/>
                  </a:lnTo>
                  <a:lnTo>
                    <a:pt x="669881" y="1125602"/>
                  </a:lnTo>
                  <a:lnTo>
                    <a:pt x="669852" y="1125572"/>
                  </a:lnTo>
                  <a:lnTo>
                    <a:pt x="669841" y="1125559"/>
                  </a:lnTo>
                  <a:lnTo>
                    <a:pt x="669815" y="1125529"/>
                  </a:lnTo>
                  <a:lnTo>
                    <a:pt x="669786" y="1125500"/>
                  </a:lnTo>
                  <a:lnTo>
                    <a:pt x="669763" y="1125476"/>
                  </a:lnTo>
                  <a:lnTo>
                    <a:pt x="669737" y="1125438"/>
                  </a:lnTo>
                  <a:lnTo>
                    <a:pt x="669718" y="1125410"/>
                  </a:lnTo>
                  <a:lnTo>
                    <a:pt x="669710" y="1125395"/>
                  </a:lnTo>
                  <a:lnTo>
                    <a:pt x="669704" y="1125374"/>
                  </a:lnTo>
                  <a:lnTo>
                    <a:pt x="669691" y="1125351"/>
                  </a:lnTo>
                  <a:lnTo>
                    <a:pt x="669676" y="1125323"/>
                  </a:lnTo>
                  <a:lnTo>
                    <a:pt x="669657" y="1125308"/>
                  </a:lnTo>
                  <a:lnTo>
                    <a:pt x="669640" y="1125275"/>
                  </a:lnTo>
                  <a:lnTo>
                    <a:pt x="669631" y="1125248"/>
                  </a:lnTo>
                  <a:lnTo>
                    <a:pt x="669612" y="1125218"/>
                  </a:lnTo>
                  <a:lnTo>
                    <a:pt x="669605" y="1125196"/>
                  </a:lnTo>
                  <a:lnTo>
                    <a:pt x="669597" y="1125169"/>
                  </a:lnTo>
                  <a:lnTo>
                    <a:pt x="669590" y="1125142"/>
                  </a:lnTo>
                  <a:lnTo>
                    <a:pt x="669590" y="1125116"/>
                  </a:lnTo>
                  <a:lnTo>
                    <a:pt x="669586" y="1125094"/>
                  </a:lnTo>
                  <a:lnTo>
                    <a:pt x="669580" y="1125064"/>
                  </a:lnTo>
                  <a:lnTo>
                    <a:pt x="669570" y="1125030"/>
                  </a:lnTo>
                  <a:lnTo>
                    <a:pt x="669558" y="1125004"/>
                  </a:lnTo>
                  <a:lnTo>
                    <a:pt x="669550" y="1124984"/>
                  </a:lnTo>
                  <a:lnTo>
                    <a:pt x="669539" y="1124957"/>
                  </a:lnTo>
                  <a:lnTo>
                    <a:pt x="669531" y="1124930"/>
                  </a:lnTo>
                  <a:lnTo>
                    <a:pt x="669517" y="1124908"/>
                  </a:lnTo>
                  <a:lnTo>
                    <a:pt x="669509" y="1124885"/>
                  </a:lnTo>
                  <a:lnTo>
                    <a:pt x="669493" y="1124844"/>
                  </a:lnTo>
                  <a:lnTo>
                    <a:pt x="669484" y="1124817"/>
                  </a:lnTo>
                  <a:lnTo>
                    <a:pt x="669471" y="1124776"/>
                  </a:lnTo>
                  <a:lnTo>
                    <a:pt x="669458" y="1124740"/>
                  </a:lnTo>
                  <a:lnTo>
                    <a:pt x="669440" y="1124696"/>
                  </a:lnTo>
                  <a:lnTo>
                    <a:pt x="669428" y="1124662"/>
                  </a:lnTo>
                  <a:lnTo>
                    <a:pt x="669412" y="1124632"/>
                  </a:lnTo>
                  <a:lnTo>
                    <a:pt x="669393" y="1124593"/>
                  </a:lnTo>
                  <a:lnTo>
                    <a:pt x="669377" y="1124568"/>
                  </a:lnTo>
                  <a:lnTo>
                    <a:pt x="669349" y="1124546"/>
                  </a:lnTo>
                  <a:lnTo>
                    <a:pt x="669320" y="1124538"/>
                  </a:lnTo>
                  <a:lnTo>
                    <a:pt x="669292" y="1124537"/>
                  </a:lnTo>
                  <a:lnTo>
                    <a:pt x="669240" y="1124545"/>
                  </a:lnTo>
                  <a:lnTo>
                    <a:pt x="669198" y="1124556"/>
                  </a:lnTo>
                  <a:lnTo>
                    <a:pt x="669172" y="1124559"/>
                  </a:lnTo>
                  <a:lnTo>
                    <a:pt x="669146" y="1124551"/>
                  </a:lnTo>
                  <a:lnTo>
                    <a:pt x="669111" y="1124555"/>
                  </a:lnTo>
                  <a:lnTo>
                    <a:pt x="669077" y="1124561"/>
                  </a:lnTo>
                  <a:lnTo>
                    <a:pt x="669047" y="1124572"/>
                  </a:lnTo>
                  <a:lnTo>
                    <a:pt x="669023" y="1124583"/>
                  </a:lnTo>
                  <a:lnTo>
                    <a:pt x="668971" y="1124603"/>
                  </a:lnTo>
                  <a:lnTo>
                    <a:pt x="668928" y="1124620"/>
                  </a:lnTo>
                  <a:lnTo>
                    <a:pt x="668866" y="1124637"/>
                  </a:lnTo>
                  <a:lnTo>
                    <a:pt x="668823" y="1124651"/>
                  </a:lnTo>
                  <a:lnTo>
                    <a:pt x="668747" y="1124665"/>
                  </a:lnTo>
                  <a:lnTo>
                    <a:pt x="668713" y="1124678"/>
                  </a:lnTo>
                  <a:lnTo>
                    <a:pt x="668660" y="1124687"/>
                  </a:lnTo>
                  <a:lnTo>
                    <a:pt x="668612" y="1124697"/>
                  </a:lnTo>
                  <a:lnTo>
                    <a:pt x="668562" y="1124708"/>
                  </a:lnTo>
                  <a:lnTo>
                    <a:pt x="668548" y="1124713"/>
                  </a:lnTo>
                  <a:lnTo>
                    <a:pt x="668535" y="1124728"/>
                  </a:lnTo>
                  <a:lnTo>
                    <a:pt x="668539" y="1124696"/>
                  </a:lnTo>
                  <a:lnTo>
                    <a:pt x="668546" y="1124667"/>
                  </a:lnTo>
                  <a:lnTo>
                    <a:pt x="668547" y="1124628"/>
                  </a:lnTo>
                  <a:lnTo>
                    <a:pt x="668536" y="1124604"/>
                  </a:lnTo>
                  <a:lnTo>
                    <a:pt x="668532" y="1124579"/>
                  </a:lnTo>
                  <a:lnTo>
                    <a:pt x="668525" y="1124551"/>
                  </a:lnTo>
                  <a:lnTo>
                    <a:pt x="668518" y="1124524"/>
                  </a:lnTo>
                  <a:lnTo>
                    <a:pt x="668512" y="1124500"/>
                  </a:lnTo>
                  <a:lnTo>
                    <a:pt x="668512" y="1124482"/>
                  </a:lnTo>
                  <a:lnTo>
                    <a:pt x="668521" y="1124460"/>
                  </a:lnTo>
                  <a:lnTo>
                    <a:pt x="668521" y="1124435"/>
                  </a:lnTo>
                  <a:lnTo>
                    <a:pt x="668516" y="1124418"/>
                  </a:lnTo>
                  <a:lnTo>
                    <a:pt x="668495" y="1124373"/>
                  </a:lnTo>
                  <a:lnTo>
                    <a:pt x="668478" y="1124348"/>
                  </a:lnTo>
                  <a:lnTo>
                    <a:pt x="668460" y="1124321"/>
                  </a:lnTo>
                  <a:lnTo>
                    <a:pt x="668430" y="1124286"/>
                  </a:lnTo>
                  <a:lnTo>
                    <a:pt x="668405" y="1124265"/>
                  </a:lnTo>
                  <a:lnTo>
                    <a:pt x="668384" y="1124239"/>
                  </a:lnTo>
                  <a:lnTo>
                    <a:pt x="668367" y="1124225"/>
                  </a:lnTo>
                  <a:lnTo>
                    <a:pt x="668344" y="1124203"/>
                  </a:lnTo>
                  <a:lnTo>
                    <a:pt x="668326" y="1124184"/>
                  </a:lnTo>
                  <a:lnTo>
                    <a:pt x="668311" y="1124158"/>
                  </a:lnTo>
                  <a:lnTo>
                    <a:pt x="668304" y="1124145"/>
                  </a:lnTo>
                  <a:lnTo>
                    <a:pt x="668298" y="1124112"/>
                  </a:lnTo>
                  <a:lnTo>
                    <a:pt x="668287" y="1124059"/>
                  </a:lnTo>
                  <a:lnTo>
                    <a:pt x="668285" y="1124022"/>
                  </a:lnTo>
                  <a:lnTo>
                    <a:pt x="668282" y="1124003"/>
                  </a:lnTo>
                  <a:lnTo>
                    <a:pt x="668279" y="1123959"/>
                  </a:lnTo>
                  <a:lnTo>
                    <a:pt x="668274" y="1123930"/>
                  </a:lnTo>
                  <a:lnTo>
                    <a:pt x="668265" y="1123896"/>
                  </a:lnTo>
                  <a:lnTo>
                    <a:pt x="668260" y="1123868"/>
                  </a:lnTo>
                  <a:lnTo>
                    <a:pt x="668250" y="1123842"/>
                  </a:lnTo>
                  <a:lnTo>
                    <a:pt x="668237" y="1123815"/>
                  </a:lnTo>
                  <a:lnTo>
                    <a:pt x="668230" y="1123789"/>
                  </a:lnTo>
                  <a:lnTo>
                    <a:pt x="668224" y="1123775"/>
                  </a:lnTo>
                  <a:lnTo>
                    <a:pt x="668203" y="1123723"/>
                  </a:lnTo>
                  <a:lnTo>
                    <a:pt x="668191" y="1123696"/>
                  </a:lnTo>
                  <a:lnTo>
                    <a:pt x="668160" y="1123655"/>
                  </a:lnTo>
                  <a:lnTo>
                    <a:pt x="668130" y="1123618"/>
                  </a:lnTo>
                  <a:lnTo>
                    <a:pt x="668111" y="1123596"/>
                  </a:lnTo>
                  <a:lnTo>
                    <a:pt x="668082" y="1123547"/>
                  </a:lnTo>
                  <a:lnTo>
                    <a:pt x="668064" y="1123516"/>
                  </a:lnTo>
                  <a:lnTo>
                    <a:pt x="668035" y="1123461"/>
                  </a:lnTo>
                  <a:lnTo>
                    <a:pt x="668008" y="1123419"/>
                  </a:lnTo>
                  <a:lnTo>
                    <a:pt x="667995" y="1123396"/>
                  </a:lnTo>
                  <a:lnTo>
                    <a:pt x="667949" y="1123325"/>
                  </a:lnTo>
                  <a:lnTo>
                    <a:pt x="667931" y="1123296"/>
                  </a:lnTo>
                  <a:lnTo>
                    <a:pt x="667887" y="1123219"/>
                  </a:lnTo>
                  <a:lnTo>
                    <a:pt x="667844" y="1123156"/>
                  </a:lnTo>
                  <a:lnTo>
                    <a:pt x="667819" y="1123116"/>
                  </a:lnTo>
                  <a:lnTo>
                    <a:pt x="667789" y="1123073"/>
                  </a:lnTo>
                  <a:lnTo>
                    <a:pt x="667774" y="1123042"/>
                  </a:lnTo>
                  <a:lnTo>
                    <a:pt x="667753" y="1122988"/>
                  </a:lnTo>
                  <a:lnTo>
                    <a:pt x="667744" y="1122965"/>
                  </a:lnTo>
                  <a:lnTo>
                    <a:pt x="667714" y="1122892"/>
                  </a:lnTo>
                  <a:lnTo>
                    <a:pt x="667696" y="1122841"/>
                  </a:lnTo>
                  <a:lnTo>
                    <a:pt x="667672" y="1122791"/>
                  </a:lnTo>
                  <a:lnTo>
                    <a:pt x="667662" y="1122761"/>
                  </a:lnTo>
                  <a:lnTo>
                    <a:pt x="667634" y="1122691"/>
                  </a:lnTo>
                  <a:lnTo>
                    <a:pt x="667607" y="1122610"/>
                  </a:lnTo>
                  <a:lnTo>
                    <a:pt x="667596" y="1122565"/>
                  </a:lnTo>
                  <a:lnTo>
                    <a:pt x="667588" y="1122526"/>
                  </a:lnTo>
                  <a:lnTo>
                    <a:pt x="667583" y="1122491"/>
                  </a:lnTo>
                  <a:lnTo>
                    <a:pt x="667575" y="1122448"/>
                  </a:lnTo>
                  <a:lnTo>
                    <a:pt x="667569" y="1122403"/>
                  </a:lnTo>
                  <a:lnTo>
                    <a:pt x="667568" y="1122360"/>
                  </a:lnTo>
                  <a:lnTo>
                    <a:pt x="667573" y="1122325"/>
                  </a:lnTo>
                  <a:lnTo>
                    <a:pt x="667570" y="1122267"/>
                  </a:lnTo>
                  <a:lnTo>
                    <a:pt x="667562" y="1122245"/>
                  </a:lnTo>
                  <a:lnTo>
                    <a:pt x="667553" y="1122210"/>
                  </a:lnTo>
                  <a:lnTo>
                    <a:pt x="667539" y="1122173"/>
                  </a:lnTo>
                  <a:lnTo>
                    <a:pt x="667529" y="1122133"/>
                  </a:lnTo>
                  <a:lnTo>
                    <a:pt x="667517" y="1122093"/>
                  </a:lnTo>
                  <a:lnTo>
                    <a:pt x="667510" y="1122072"/>
                  </a:lnTo>
                  <a:lnTo>
                    <a:pt x="667494" y="1122015"/>
                  </a:lnTo>
                  <a:lnTo>
                    <a:pt x="667475" y="1121961"/>
                  </a:lnTo>
                  <a:lnTo>
                    <a:pt x="667470" y="1121935"/>
                  </a:lnTo>
                  <a:lnTo>
                    <a:pt x="667452" y="1121873"/>
                  </a:lnTo>
                  <a:lnTo>
                    <a:pt x="667437" y="1121836"/>
                  </a:lnTo>
                  <a:lnTo>
                    <a:pt x="667422" y="1121781"/>
                  </a:lnTo>
                  <a:lnTo>
                    <a:pt x="667405" y="1121722"/>
                  </a:lnTo>
                  <a:lnTo>
                    <a:pt x="667393" y="1121693"/>
                  </a:lnTo>
                  <a:lnTo>
                    <a:pt x="667389" y="1121667"/>
                  </a:lnTo>
                  <a:lnTo>
                    <a:pt x="667372" y="1121637"/>
                  </a:lnTo>
                  <a:lnTo>
                    <a:pt x="667362" y="1121611"/>
                  </a:lnTo>
                  <a:lnTo>
                    <a:pt x="667333" y="1121550"/>
                  </a:lnTo>
                  <a:lnTo>
                    <a:pt x="667322" y="1121518"/>
                  </a:lnTo>
                  <a:lnTo>
                    <a:pt x="667321" y="1121497"/>
                  </a:lnTo>
                  <a:lnTo>
                    <a:pt x="667318" y="1121449"/>
                  </a:lnTo>
                  <a:lnTo>
                    <a:pt x="667314" y="1121401"/>
                  </a:lnTo>
                  <a:lnTo>
                    <a:pt x="667314" y="1121357"/>
                  </a:lnTo>
                  <a:lnTo>
                    <a:pt x="667310" y="1121324"/>
                  </a:lnTo>
                  <a:lnTo>
                    <a:pt x="667306" y="1121279"/>
                  </a:lnTo>
                  <a:lnTo>
                    <a:pt x="667301" y="1121209"/>
                  </a:lnTo>
                  <a:lnTo>
                    <a:pt x="667297" y="1121166"/>
                  </a:lnTo>
                  <a:lnTo>
                    <a:pt x="667301" y="1121135"/>
                  </a:lnTo>
                  <a:lnTo>
                    <a:pt x="667306" y="1121099"/>
                  </a:lnTo>
                  <a:lnTo>
                    <a:pt x="667319" y="1121072"/>
                  </a:lnTo>
                  <a:lnTo>
                    <a:pt x="667334" y="1121032"/>
                  </a:lnTo>
                  <a:lnTo>
                    <a:pt x="667342" y="1120981"/>
                  </a:lnTo>
                  <a:lnTo>
                    <a:pt x="667341" y="1120921"/>
                  </a:lnTo>
                  <a:lnTo>
                    <a:pt x="667343" y="1120882"/>
                  </a:lnTo>
                  <a:lnTo>
                    <a:pt x="667348" y="1120833"/>
                  </a:lnTo>
                  <a:lnTo>
                    <a:pt x="667358" y="1120801"/>
                  </a:lnTo>
                  <a:lnTo>
                    <a:pt x="667380" y="1120734"/>
                  </a:lnTo>
                  <a:lnTo>
                    <a:pt x="667387" y="1120700"/>
                  </a:lnTo>
                  <a:lnTo>
                    <a:pt x="667388" y="1120636"/>
                  </a:lnTo>
                  <a:lnTo>
                    <a:pt x="667391" y="1120581"/>
                  </a:lnTo>
                  <a:lnTo>
                    <a:pt x="667397" y="1120556"/>
                  </a:lnTo>
                  <a:lnTo>
                    <a:pt x="667400" y="1120498"/>
                  </a:lnTo>
                  <a:lnTo>
                    <a:pt x="667407" y="1120452"/>
                  </a:lnTo>
                  <a:lnTo>
                    <a:pt x="667407" y="1120424"/>
                  </a:lnTo>
                  <a:lnTo>
                    <a:pt x="667392" y="1120388"/>
                  </a:lnTo>
                  <a:lnTo>
                    <a:pt x="667371" y="1120360"/>
                  </a:lnTo>
                  <a:lnTo>
                    <a:pt x="667360" y="1120328"/>
                  </a:lnTo>
                  <a:lnTo>
                    <a:pt x="667361" y="1120299"/>
                  </a:lnTo>
                  <a:lnTo>
                    <a:pt x="667368" y="1120280"/>
                  </a:lnTo>
                  <a:lnTo>
                    <a:pt x="667384" y="1120253"/>
                  </a:lnTo>
                  <a:lnTo>
                    <a:pt x="667416" y="1120213"/>
                  </a:lnTo>
                  <a:lnTo>
                    <a:pt x="667437" y="1120174"/>
                  </a:lnTo>
                  <a:lnTo>
                    <a:pt x="667457" y="1120141"/>
                  </a:lnTo>
                  <a:lnTo>
                    <a:pt x="667474" y="1120129"/>
                  </a:lnTo>
                  <a:lnTo>
                    <a:pt x="667519" y="1120091"/>
                  </a:lnTo>
                  <a:lnTo>
                    <a:pt x="667549" y="1120065"/>
                  </a:lnTo>
                  <a:lnTo>
                    <a:pt x="667579" y="1120044"/>
                  </a:lnTo>
                  <a:lnTo>
                    <a:pt x="667596" y="1120019"/>
                  </a:lnTo>
                  <a:lnTo>
                    <a:pt x="667616" y="1119996"/>
                  </a:lnTo>
                  <a:lnTo>
                    <a:pt x="667644" y="1119978"/>
                  </a:lnTo>
                  <a:lnTo>
                    <a:pt x="667655" y="1119950"/>
                  </a:lnTo>
                  <a:lnTo>
                    <a:pt x="667665" y="1119895"/>
                  </a:lnTo>
                  <a:lnTo>
                    <a:pt x="667672" y="1119840"/>
                  </a:lnTo>
                  <a:lnTo>
                    <a:pt x="667687" y="1119769"/>
                  </a:lnTo>
                  <a:lnTo>
                    <a:pt x="667697" y="1119710"/>
                  </a:lnTo>
                  <a:lnTo>
                    <a:pt x="667701" y="1119702"/>
                  </a:lnTo>
                  <a:lnTo>
                    <a:pt x="667724" y="1119660"/>
                  </a:lnTo>
                  <a:lnTo>
                    <a:pt x="667753" y="1119595"/>
                  </a:lnTo>
                  <a:lnTo>
                    <a:pt x="667810" y="1119453"/>
                  </a:lnTo>
                  <a:lnTo>
                    <a:pt x="667833" y="1119354"/>
                  </a:lnTo>
                  <a:lnTo>
                    <a:pt x="667835" y="1119226"/>
                  </a:lnTo>
                  <a:lnTo>
                    <a:pt x="667817" y="1119139"/>
                  </a:lnTo>
                  <a:lnTo>
                    <a:pt x="667813" y="1119131"/>
                  </a:lnTo>
                  <a:lnTo>
                    <a:pt x="667763" y="1119116"/>
                  </a:lnTo>
                  <a:lnTo>
                    <a:pt x="667656" y="1119107"/>
                  </a:lnTo>
                  <a:lnTo>
                    <a:pt x="667592" y="1119085"/>
                  </a:lnTo>
                  <a:lnTo>
                    <a:pt x="667563" y="1119062"/>
                  </a:lnTo>
                  <a:lnTo>
                    <a:pt x="667534" y="1119023"/>
                  </a:lnTo>
                  <a:lnTo>
                    <a:pt x="667508" y="1118946"/>
                  </a:lnTo>
                  <a:lnTo>
                    <a:pt x="667482" y="1118824"/>
                  </a:lnTo>
                  <a:lnTo>
                    <a:pt x="667476" y="1118718"/>
                  </a:lnTo>
                  <a:lnTo>
                    <a:pt x="667497" y="1118613"/>
                  </a:lnTo>
                  <a:lnTo>
                    <a:pt x="667529" y="1118558"/>
                  </a:lnTo>
                  <a:lnTo>
                    <a:pt x="667535" y="1118529"/>
                  </a:lnTo>
                  <a:lnTo>
                    <a:pt x="667531" y="1118448"/>
                  </a:lnTo>
                  <a:lnTo>
                    <a:pt x="667550" y="1118346"/>
                  </a:lnTo>
                  <a:lnTo>
                    <a:pt x="667552" y="1118328"/>
                  </a:lnTo>
                  <a:lnTo>
                    <a:pt x="667534" y="1118279"/>
                  </a:lnTo>
                  <a:lnTo>
                    <a:pt x="667532" y="1118257"/>
                  </a:lnTo>
                  <a:lnTo>
                    <a:pt x="667538" y="1118231"/>
                  </a:lnTo>
                  <a:lnTo>
                    <a:pt x="667622" y="1118123"/>
                  </a:lnTo>
                  <a:lnTo>
                    <a:pt x="667659" y="1118083"/>
                  </a:lnTo>
                  <a:lnTo>
                    <a:pt x="667668" y="1118052"/>
                  </a:lnTo>
                  <a:lnTo>
                    <a:pt x="667667" y="1117990"/>
                  </a:lnTo>
                  <a:lnTo>
                    <a:pt x="667644" y="1117946"/>
                  </a:lnTo>
                  <a:lnTo>
                    <a:pt x="667585" y="1117891"/>
                  </a:lnTo>
                  <a:lnTo>
                    <a:pt x="667468" y="1117775"/>
                  </a:lnTo>
                  <a:lnTo>
                    <a:pt x="667428" y="1117743"/>
                  </a:lnTo>
                  <a:lnTo>
                    <a:pt x="667349" y="1117707"/>
                  </a:lnTo>
                  <a:lnTo>
                    <a:pt x="667305" y="1117684"/>
                  </a:lnTo>
                  <a:lnTo>
                    <a:pt x="667293" y="1117686"/>
                  </a:lnTo>
                  <a:lnTo>
                    <a:pt x="667246" y="1117725"/>
                  </a:lnTo>
                  <a:lnTo>
                    <a:pt x="667191" y="1117754"/>
                  </a:lnTo>
                  <a:lnTo>
                    <a:pt x="667063" y="1117817"/>
                  </a:lnTo>
                  <a:lnTo>
                    <a:pt x="667037" y="1117824"/>
                  </a:lnTo>
                  <a:lnTo>
                    <a:pt x="666987" y="1117844"/>
                  </a:lnTo>
                  <a:lnTo>
                    <a:pt x="666929" y="1117856"/>
                  </a:lnTo>
                  <a:lnTo>
                    <a:pt x="666847" y="1117868"/>
                  </a:lnTo>
                  <a:lnTo>
                    <a:pt x="666821" y="1117879"/>
                  </a:lnTo>
                  <a:lnTo>
                    <a:pt x="666769" y="1117890"/>
                  </a:lnTo>
                  <a:lnTo>
                    <a:pt x="666757" y="1117886"/>
                  </a:lnTo>
                  <a:lnTo>
                    <a:pt x="666742" y="1117855"/>
                  </a:lnTo>
                  <a:lnTo>
                    <a:pt x="666715" y="1117770"/>
                  </a:lnTo>
                  <a:lnTo>
                    <a:pt x="666705" y="1117750"/>
                  </a:lnTo>
                  <a:lnTo>
                    <a:pt x="666677" y="1117729"/>
                  </a:lnTo>
                  <a:lnTo>
                    <a:pt x="666627" y="1117709"/>
                  </a:lnTo>
                  <a:lnTo>
                    <a:pt x="666596" y="1117694"/>
                  </a:lnTo>
                  <a:lnTo>
                    <a:pt x="666572" y="1117675"/>
                  </a:lnTo>
                  <a:lnTo>
                    <a:pt x="666543" y="1117645"/>
                  </a:lnTo>
                  <a:lnTo>
                    <a:pt x="666510" y="1117634"/>
                  </a:lnTo>
                  <a:lnTo>
                    <a:pt x="666410" y="1117605"/>
                  </a:lnTo>
                  <a:lnTo>
                    <a:pt x="666385" y="1117605"/>
                  </a:lnTo>
                  <a:lnTo>
                    <a:pt x="666357" y="1117616"/>
                  </a:lnTo>
                  <a:lnTo>
                    <a:pt x="666334" y="1117653"/>
                  </a:lnTo>
                  <a:lnTo>
                    <a:pt x="666306" y="1117713"/>
                  </a:lnTo>
                  <a:lnTo>
                    <a:pt x="666289" y="1117733"/>
                  </a:lnTo>
                  <a:lnTo>
                    <a:pt x="666227" y="1117761"/>
                  </a:lnTo>
                  <a:lnTo>
                    <a:pt x="666196" y="1117762"/>
                  </a:lnTo>
                  <a:lnTo>
                    <a:pt x="666165" y="1117750"/>
                  </a:lnTo>
                  <a:lnTo>
                    <a:pt x="666143" y="1117733"/>
                  </a:lnTo>
                  <a:lnTo>
                    <a:pt x="666112" y="1117702"/>
                  </a:lnTo>
                  <a:lnTo>
                    <a:pt x="666097" y="1117676"/>
                  </a:lnTo>
                  <a:lnTo>
                    <a:pt x="666072" y="1117646"/>
                  </a:lnTo>
                  <a:lnTo>
                    <a:pt x="666049" y="1117630"/>
                  </a:lnTo>
                  <a:lnTo>
                    <a:pt x="666031" y="1117599"/>
                  </a:lnTo>
                  <a:lnTo>
                    <a:pt x="666013" y="1117582"/>
                  </a:lnTo>
                  <a:lnTo>
                    <a:pt x="665963" y="1117562"/>
                  </a:lnTo>
                  <a:lnTo>
                    <a:pt x="665896" y="1117527"/>
                  </a:lnTo>
                  <a:lnTo>
                    <a:pt x="665856" y="1117515"/>
                  </a:lnTo>
                  <a:lnTo>
                    <a:pt x="665810" y="1117519"/>
                  </a:lnTo>
                  <a:lnTo>
                    <a:pt x="665797" y="1117517"/>
                  </a:lnTo>
                  <a:lnTo>
                    <a:pt x="665764" y="1117498"/>
                  </a:lnTo>
                  <a:lnTo>
                    <a:pt x="665750" y="1117495"/>
                  </a:lnTo>
                  <a:lnTo>
                    <a:pt x="665676" y="1117502"/>
                  </a:lnTo>
                  <a:lnTo>
                    <a:pt x="665654" y="1117500"/>
                  </a:lnTo>
                  <a:lnTo>
                    <a:pt x="665637" y="1117491"/>
                  </a:lnTo>
                  <a:lnTo>
                    <a:pt x="665620" y="1117482"/>
                  </a:lnTo>
                  <a:lnTo>
                    <a:pt x="665598" y="1117459"/>
                  </a:lnTo>
                  <a:lnTo>
                    <a:pt x="665595" y="1117455"/>
                  </a:lnTo>
                  <a:lnTo>
                    <a:pt x="665569" y="1117443"/>
                  </a:lnTo>
                  <a:lnTo>
                    <a:pt x="665523" y="1117440"/>
                  </a:lnTo>
                  <a:lnTo>
                    <a:pt x="665480" y="1117429"/>
                  </a:lnTo>
                  <a:lnTo>
                    <a:pt x="665417" y="1117395"/>
                  </a:lnTo>
                  <a:lnTo>
                    <a:pt x="665398" y="1117393"/>
                  </a:lnTo>
                  <a:lnTo>
                    <a:pt x="665364" y="1117395"/>
                  </a:lnTo>
                  <a:lnTo>
                    <a:pt x="665310" y="1117401"/>
                  </a:lnTo>
                  <a:lnTo>
                    <a:pt x="665277" y="1117402"/>
                  </a:lnTo>
                  <a:lnTo>
                    <a:pt x="665222" y="1117392"/>
                  </a:lnTo>
                  <a:lnTo>
                    <a:pt x="665195" y="1117383"/>
                  </a:lnTo>
                  <a:lnTo>
                    <a:pt x="665194" y="1117366"/>
                  </a:lnTo>
                  <a:lnTo>
                    <a:pt x="665194" y="1117317"/>
                  </a:lnTo>
                  <a:lnTo>
                    <a:pt x="665179" y="1117276"/>
                  </a:lnTo>
                  <a:lnTo>
                    <a:pt x="665169" y="1117245"/>
                  </a:lnTo>
                  <a:lnTo>
                    <a:pt x="665145" y="1117221"/>
                  </a:lnTo>
                  <a:lnTo>
                    <a:pt x="665114" y="1117202"/>
                  </a:lnTo>
                  <a:lnTo>
                    <a:pt x="665055" y="1117180"/>
                  </a:lnTo>
                  <a:lnTo>
                    <a:pt x="665023" y="1117178"/>
                  </a:lnTo>
                  <a:lnTo>
                    <a:pt x="664973" y="1117149"/>
                  </a:lnTo>
                  <a:lnTo>
                    <a:pt x="664931" y="1117101"/>
                  </a:lnTo>
                  <a:lnTo>
                    <a:pt x="664920" y="1117095"/>
                  </a:lnTo>
                  <a:lnTo>
                    <a:pt x="664880" y="1117084"/>
                  </a:lnTo>
                  <a:lnTo>
                    <a:pt x="664832" y="1117057"/>
                  </a:lnTo>
                  <a:lnTo>
                    <a:pt x="664779" y="1117024"/>
                  </a:lnTo>
                  <a:lnTo>
                    <a:pt x="664764" y="1117014"/>
                  </a:lnTo>
                  <a:lnTo>
                    <a:pt x="664724" y="1116991"/>
                  </a:lnTo>
                  <a:lnTo>
                    <a:pt x="664694" y="1116979"/>
                  </a:lnTo>
                  <a:lnTo>
                    <a:pt x="664674" y="1116963"/>
                  </a:lnTo>
                  <a:lnTo>
                    <a:pt x="664649" y="1116931"/>
                  </a:lnTo>
                  <a:lnTo>
                    <a:pt x="664645" y="1116913"/>
                  </a:lnTo>
                  <a:lnTo>
                    <a:pt x="664650" y="1116854"/>
                  </a:lnTo>
                  <a:lnTo>
                    <a:pt x="664647" y="1116794"/>
                  </a:lnTo>
                  <a:lnTo>
                    <a:pt x="664638" y="1116753"/>
                  </a:lnTo>
                  <a:lnTo>
                    <a:pt x="664635" y="1116718"/>
                  </a:lnTo>
                  <a:lnTo>
                    <a:pt x="664628" y="1116688"/>
                  </a:lnTo>
                  <a:lnTo>
                    <a:pt x="664619" y="1116678"/>
                  </a:lnTo>
                  <a:lnTo>
                    <a:pt x="664599" y="1116669"/>
                  </a:lnTo>
                  <a:lnTo>
                    <a:pt x="664574" y="1116668"/>
                  </a:lnTo>
                  <a:lnTo>
                    <a:pt x="664536" y="1116678"/>
                  </a:lnTo>
                  <a:lnTo>
                    <a:pt x="664512" y="1116682"/>
                  </a:lnTo>
                  <a:lnTo>
                    <a:pt x="664484" y="1116685"/>
                  </a:lnTo>
                  <a:lnTo>
                    <a:pt x="664458" y="1116677"/>
                  </a:lnTo>
                  <a:lnTo>
                    <a:pt x="664405" y="1116671"/>
                  </a:lnTo>
                  <a:lnTo>
                    <a:pt x="664266" y="1116669"/>
                  </a:lnTo>
                  <a:lnTo>
                    <a:pt x="664212" y="1116663"/>
                  </a:lnTo>
                  <a:lnTo>
                    <a:pt x="664171" y="1116654"/>
                  </a:lnTo>
                  <a:lnTo>
                    <a:pt x="664133" y="1116648"/>
                  </a:lnTo>
                  <a:lnTo>
                    <a:pt x="664072" y="1116647"/>
                  </a:lnTo>
                  <a:lnTo>
                    <a:pt x="664021" y="1116640"/>
                  </a:lnTo>
                  <a:lnTo>
                    <a:pt x="663991" y="1116646"/>
                  </a:lnTo>
                  <a:lnTo>
                    <a:pt x="663987" y="1116646"/>
                  </a:lnTo>
                  <a:lnTo>
                    <a:pt x="663945" y="1116653"/>
                  </a:lnTo>
                  <a:lnTo>
                    <a:pt x="663927" y="1116656"/>
                  </a:lnTo>
                  <a:lnTo>
                    <a:pt x="663904" y="1116651"/>
                  </a:lnTo>
                  <a:lnTo>
                    <a:pt x="663868" y="1116622"/>
                  </a:lnTo>
                  <a:lnTo>
                    <a:pt x="663844" y="1116614"/>
                  </a:lnTo>
                  <a:lnTo>
                    <a:pt x="663816" y="1116604"/>
                  </a:lnTo>
                  <a:lnTo>
                    <a:pt x="663801" y="1116591"/>
                  </a:lnTo>
                  <a:lnTo>
                    <a:pt x="663794" y="1116575"/>
                  </a:lnTo>
                  <a:lnTo>
                    <a:pt x="663785" y="1116548"/>
                  </a:lnTo>
                  <a:lnTo>
                    <a:pt x="663767" y="1116502"/>
                  </a:lnTo>
                  <a:lnTo>
                    <a:pt x="663750" y="1116481"/>
                  </a:lnTo>
                  <a:lnTo>
                    <a:pt x="663727" y="1116460"/>
                  </a:lnTo>
                  <a:lnTo>
                    <a:pt x="663697" y="1116422"/>
                  </a:lnTo>
                  <a:lnTo>
                    <a:pt x="663690" y="1116389"/>
                  </a:lnTo>
                  <a:lnTo>
                    <a:pt x="663688" y="1116334"/>
                  </a:lnTo>
                  <a:lnTo>
                    <a:pt x="663681" y="1116314"/>
                  </a:lnTo>
                  <a:lnTo>
                    <a:pt x="663662" y="1116299"/>
                  </a:lnTo>
                  <a:lnTo>
                    <a:pt x="663628" y="1116273"/>
                  </a:lnTo>
                  <a:lnTo>
                    <a:pt x="663606" y="1116257"/>
                  </a:lnTo>
                  <a:lnTo>
                    <a:pt x="663568" y="1116227"/>
                  </a:lnTo>
                  <a:lnTo>
                    <a:pt x="663558" y="1116227"/>
                  </a:lnTo>
                  <a:lnTo>
                    <a:pt x="663526" y="1116233"/>
                  </a:lnTo>
                  <a:lnTo>
                    <a:pt x="663503" y="1116225"/>
                  </a:lnTo>
                  <a:lnTo>
                    <a:pt x="663482" y="1116212"/>
                  </a:lnTo>
                  <a:lnTo>
                    <a:pt x="663442" y="1116199"/>
                  </a:lnTo>
                  <a:lnTo>
                    <a:pt x="663386" y="1116192"/>
                  </a:lnTo>
                  <a:lnTo>
                    <a:pt x="663358" y="1116196"/>
                  </a:lnTo>
                  <a:lnTo>
                    <a:pt x="663335" y="1116211"/>
                  </a:lnTo>
                  <a:lnTo>
                    <a:pt x="663223" y="1116252"/>
                  </a:lnTo>
                  <a:lnTo>
                    <a:pt x="663183" y="1116267"/>
                  </a:lnTo>
                  <a:lnTo>
                    <a:pt x="663108" y="1116302"/>
                  </a:lnTo>
                  <a:lnTo>
                    <a:pt x="663030" y="1116351"/>
                  </a:lnTo>
                  <a:lnTo>
                    <a:pt x="662982" y="1116382"/>
                  </a:lnTo>
                  <a:lnTo>
                    <a:pt x="662979" y="1116392"/>
                  </a:lnTo>
                  <a:lnTo>
                    <a:pt x="662984" y="1116400"/>
                  </a:lnTo>
                  <a:lnTo>
                    <a:pt x="663051" y="1116440"/>
                  </a:lnTo>
                  <a:lnTo>
                    <a:pt x="663081" y="1116465"/>
                  </a:lnTo>
                  <a:lnTo>
                    <a:pt x="663099" y="1116491"/>
                  </a:lnTo>
                  <a:lnTo>
                    <a:pt x="663125" y="1116538"/>
                  </a:lnTo>
                  <a:lnTo>
                    <a:pt x="663125" y="1116553"/>
                  </a:lnTo>
                  <a:lnTo>
                    <a:pt x="663120" y="1116559"/>
                  </a:lnTo>
                  <a:lnTo>
                    <a:pt x="663098" y="1116563"/>
                  </a:lnTo>
                  <a:lnTo>
                    <a:pt x="663080" y="1116575"/>
                  </a:lnTo>
                  <a:lnTo>
                    <a:pt x="663065" y="1116600"/>
                  </a:lnTo>
                  <a:lnTo>
                    <a:pt x="663033" y="1116667"/>
                  </a:lnTo>
                  <a:lnTo>
                    <a:pt x="663007" y="1116689"/>
                  </a:lnTo>
                  <a:lnTo>
                    <a:pt x="662943" y="1116721"/>
                  </a:lnTo>
                  <a:lnTo>
                    <a:pt x="662900" y="1116733"/>
                  </a:lnTo>
                  <a:lnTo>
                    <a:pt x="662851" y="1116733"/>
                  </a:lnTo>
                  <a:lnTo>
                    <a:pt x="662819" y="1116739"/>
                  </a:lnTo>
                  <a:lnTo>
                    <a:pt x="662721" y="1116747"/>
                  </a:lnTo>
                  <a:lnTo>
                    <a:pt x="662674" y="1116764"/>
                  </a:lnTo>
                  <a:lnTo>
                    <a:pt x="662609" y="1116801"/>
                  </a:lnTo>
                  <a:lnTo>
                    <a:pt x="662504" y="1116858"/>
                  </a:lnTo>
                  <a:lnTo>
                    <a:pt x="662481" y="1116879"/>
                  </a:lnTo>
                  <a:lnTo>
                    <a:pt x="662479" y="1116900"/>
                  </a:lnTo>
                  <a:lnTo>
                    <a:pt x="662487" y="1116951"/>
                  </a:lnTo>
                  <a:lnTo>
                    <a:pt x="662501" y="1117034"/>
                  </a:lnTo>
                  <a:lnTo>
                    <a:pt x="662495" y="1117059"/>
                  </a:lnTo>
                  <a:lnTo>
                    <a:pt x="662472" y="1117093"/>
                  </a:lnTo>
                  <a:lnTo>
                    <a:pt x="662453" y="1117129"/>
                  </a:lnTo>
                  <a:lnTo>
                    <a:pt x="662442" y="1117130"/>
                  </a:lnTo>
                  <a:lnTo>
                    <a:pt x="662393" y="1117116"/>
                  </a:lnTo>
                  <a:lnTo>
                    <a:pt x="662356" y="1117114"/>
                  </a:lnTo>
                  <a:lnTo>
                    <a:pt x="662326" y="1117131"/>
                  </a:lnTo>
                  <a:lnTo>
                    <a:pt x="662278" y="1117164"/>
                  </a:lnTo>
                  <a:lnTo>
                    <a:pt x="662225" y="1117196"/>
                  </a:lnTo>
                  <a:lnTo>
                    <a:pt x="662211" y="1117203"/>
                  </a:lnTo>
                  <a:lnTo>
                    <a:pt x="662172" y="1117232"/>
                  </a:lnTo>
                  <a:lnTo>
                    <a:pt x="662136" y="1117240"/>
                  </a:lnTo>
                  <a:lnTo>
                    <a:pt x="662076" y="1117242"/>
                  </a:lnTo>
                  <a:lnTo>
                    <a:pt x="662059" y="1117255"/>
                  </a:lnTo>
                  <a:lnTo>
                    <a:pt x="662037" y="1117266"/>
                  </a:lnTo>
                  <a:lnTo>
                    <a:pt x="662013" y="1117268"/>
                  </a:lnTo>
                  <a:lnTo>
                    <a:pt x="661964" y="1117235"/>
                  </a:lnTo>
                  <a:lnTo>
                    <a:pt x="661937" y="1117234"/>
                  </a:lnTo>
                  <a:lnTo>
                    <a:pt x="661887" y="1117242"/>
                  </a:lnTo>
                  <a:lnTo>
                    <a:pt x="661826" y="1117259"/>
                  </a:lnTo>
                  <a:lnTo>
                    <a:pt x="661736" y="1117299"/>
                  </a:lnTo>
                  <a:lnTo>
                    <a:pt x="661702" y="1117318"/>
                  </a:lnTo>
                  <a:lnTo>
                    <a:pt x="661676" y="1117342"/>
                  </a:lnTo>
                  <a:lnTo>
                    <a:pt x="661660" y="1117389"/>
                  </a:lnTo>
                  <a:lnTo>
                    <a:pt x="661639" y="1117412"/>
                  </a:lnTo>
                  <a:lnTo>
                    <a:pt x="661608" y="1117441"/>
                  </a:lnTo>
                  <a:lnTo>
                    <a:pt x="661581" y="1117458"/>
                  </a:lnTo>
                  <a:lnTo>
                    <a:pt x="661537" y="1117477"/>
                  </a:lnTo>
                  <a:lnTo>
                    <a:pt x="661482" y="1117497"/>
                  </a:lnTo>
                  <a:lnTo>
                    <a:pt x="661442" y="1117515"/>
                  </a:lnTo>
                  <a:lnTo>
                    <a:pt x="661403" y="1117526"/>
                  </a:lnTo>
                  <a:lnTo>
                    <a:pt x="661348" y="1117581"/>
                  </a:lnTo>
                  <a:lnTo>
                    <a:pt x="661315" y="1117616"/>
                  </a:lnTo>
                  <a:lnTo>
                    <a:pt x="661273" y="1117643"/>
                  </a:lnTo>
                  <a:lnTo>
                    <a:pt x="661232" y="1117652"/>
                  </a:lnTo>
                  <a:lnTo>
                    <a:pt x="661200" y="1117668"/>
                  </a:lnTo>
                  <a:lnTo>
                    <a:pt x="661172" y="1117668"/>
                  </a:lnTo>
                  <a:lnTo>
                    <a:pt x="661158" y="1117660"/>
                  </a:lnTo>
                  <a:lnTo>
                    <a:pt x="661123" y="1117621"/>
                  </a:lnTo>
                  <a:lnTo>
                    <a:pt x="661097" y="1117612"/>
                  </a:lnTo>
                  <a:lnTo>
                    <a:pt x="661090" y="1117615"/>
                  </a:lnTo>
                  <a:lnTo>
                    <a:pt x="661088" y="1117622"/>
                  </a:lnTo>
                  <a:lnTo>
                    <a:pt x="661083" y="1117653"/>
                  </a:lnTo>
                  <a:lnTo>
                    <a:pt x="661054" y="1117676"/>
                  </a:lnTo>
                  <a:lnTo>
                    <a:pt x="661024" y="1117684"/>
                  </a:lnTo>
                  <a:lnTo>
                    <a:pt x="660964" y="1117698"/>
                  </a:lnTo>
                  <a:lnTo>
                    <a:pt x="660894" y="1117714"/>
                  </a:lnTo>
                  <a:lnTo>
                    <a:pt x="660869" y="1117719"/>
                  </a:lnTo>
                  <a:lnTo>
                    <a:pt x="660856" y="1117714"/>
                  </a:lnTo>
                  <a:lnTo>
                    <a:pt x="660812" y="1117697"/>
                  </a:lnTo>
                  <a:lnTo>
                    <a:pt x="660767" y="1117672"/>
                  </a:lnTo>
                  <a:lnTo>
                    <a:pt x="660738" y="1117657"/>
                  </a:lnTo>
                  <a:lnTo>
                    <a:pt x="660710" y="1117651"/>
                  </a:lnTo>
                  <a:lnTo>
                    <a:pt x="660683" y="1117650"/>
                  </a:lnTo>
                  <a:lnTo>
                    <a:pt x="660614" y="1117652"/>
                  </a:lnTo>
                  <a:lnTo>
                    <a:pt x="660556" y="1117645"/>
                  </a:lnTo>
                  <a:lnTo>
                    <a:pt x="660511" y="1117639"/>
                  </a:lnTo>
                  <a:lnTo>
                    <a:pt x="660475" y="1117631"/>
                  </a:lnTo>
                  <a:lnTo>
                    <a:pt x="660424" y="1117637"/>
                  </a:lnTo>
                  <a:lnTo>
                    <a:pt x="660406" y="1117645"/>
                  </a:lnTo>
                  <a:lnTo>
                    <a:pt x="660388" y="1117673"/>
                  </a:lnTo>
                  <a:lnTo>
                    <a:pt x="660344" y="1117751"/>
                  </a:lnTo>
                  <a:lnTo>
                    <a:pt x="660311" y="1117791"/>
                  </a:lnTo>
                  <a:lnTo>
                    <a:pt x="660281" y="1117815"/>
                  </a:lnTo>
                  <a:lnTo>
                    <a:pt x="660251" y="1117832"/>
                  </a:lnTo>
                  <a:lnTo>
                    <a:pt x="660235" y="1117856"/>
                  </a:lnTo>
                  <a:lnTo>
                    <a:pt x="660164" y="1117943"/>
                  </a:lnTo>
                  <a:lnTo>
                    <a:pt x="660098" y="1118017"/>
                  </a:lnTo>
                  <a:lnTo>
                    <a:pt x="660022" y="1118083"/>
                  </a:lnTo>
                  <a:lnTo>
                    <a:pt x="659986" y="1118115"/>
                  </a:lnTo>
                  <a:lnTo>
                    <a:pt x="659957" y="1118158"/>
                  </a:lnTo>
                  <a:lnTo>
                    <a:pt x="659887" y="1118245"/>
                  </a:lnTo>
                  <a:lnTo>
                    <a:pt x="659833" y="1118293"/>
                  </a:lnTo>
                  <a:lnTo>
                    <a:pt x="659762" y="1118349"/>
                  </a:lnTo>
                  <a:lnTo>
                    <a:pt x="659690" y="1118399"/>
                  </a:lnTo>
                  <a:lnTo>
                    <a:pt x="659580" y="1118474"/>
                  </a:lnTo>
                  <a:lnTo>
                    <a:pt x="659490" y="1118542"/>
                  </a:lnTo>
                  <a:lnTo>
                    <a:pt x="659412" y="1118601"/>
                  </a:lnTo>
                  <a:lnTo>
                    <a:pt x="659343" y="1118676"/>
                  </a:lnTo>
                  <a:lnTo>
                    <a:pt x="659296" y="1118705"/>
                  </a:lnTo>
                  <a:lnTo>
                    <a:pt x="659261" y="1118716"/>
                  </a:lnTo>
                  <a:lnTo>
                    <a:pt x="659224" y="1118725"/>
                  </a:lnTo>
                  <a:lnTo>
                    <a:pt x="659201" y="1118722"/>
                  </a:lnTo>
                  <a:lnTo>
                    <a:pt x="659182" y="1118702"/>
                  </a:lnTo>
                  <a:lnTo>
                    <a:pt x="659130" y="1118624"/>
                  </a:lnTo>
                  <a:lnTo>
                    <a:pt x="659095" y="1118561"/>
                  </a:lnTo>
                  <a:lnTo>
                    <a:pt x="659086" y="1118520"/>
                  </a:lnTo>
                  <a:lnTo>
                    <a:pt x="659078" y="1118490"/>
                  </a:lnTo>
                  <a:lnTo>
                    <a:pt x="659023" y="1118424"/>
                  </a:lnTo>
                  <a:lnTo>
                    <a:pt x="658999" y="1118404"/>
                  </a:lnTo>
                  <a:lnTo>
                    <a:pt x="658983" y="1118398"/>
                  </a:lnTo>
                  <a:lnTo>
                    <a:pt x="658958" y="1118394"/>
                  </a:lnTo>
                  <a:lnTo>
                    <a:pt x="658914" y="1118394"/>
                  </a:lnTo>
                  <a:lnTo>
                    <a:pt x="658873" y="1118407"/>
                  </a:lnTo>
                  <a:lnTo>
                    <a:pt x="658868" y="1118406"/>
                  </a:lnTo>
                  <a:lnTo>
                    <a:pt x="658850" y="1118366"/>
                  </a:lnTo>
                  <a:lnTo>
                    <a:pt x="658817" y="1118321"/>
                  </a:lnTo>
                  <a:lnTo>
                    <a:pt x="658782" y="1118299"/>
                  </a:lnTo>
                  <a:lnTo>
                    <a:pt x="658763" y="1118282"/>
                  </a:lnTo>
                  <a:lnTo>
                    <a:pt x="658756" y="1118261"/>
                  </a:lnTo>
                  <a:lnTo>
                    <a:pt x="658746" y="1118218"/>
                  </a:lnTo>
                  <a:lnTo>
                    <a:pt x="658749" y="1118171"/>
                  </a:lnTo>
                  <a:lnTo>
                    <a:pt x="658749" y="1118163"/>
                  </a:lnTo>
                  <a:lnTo>
                    <a:pt x="658739" y="1118141"/>
                  </a:lnTo>
                  <a:lnTo>
                    <a:pt x="658735" y="1118105"/>
                  </a:lnTo>
                  <a:lnTo>
                    <a:pt x="658728" y="1118052"/>
                  </a:lnTo>
                  <a:lnTo>
                    <a:pt x="658700" y="1118025"/>
                  </a:lnTo>
                  <a:lnTo>
                    <a:pt x="658684" y="1118000"/>
                  </a:lnTo>
                  <a:lnTo>
                    <a:pt x="658663" y="1117968"/>
                  </a:lnTo>
                  <a:lnTo>
                    <a:pt x="658652" y="1117929"/>
                  </a:lnTo>
                  <a:lnTo>
                    <a:pt x="658627" y="1117904"/>
                  </a:lnTo>
                  <a:lnTo>
                    <a:pt x="658596" y="1117871"/>
                  </a:lnTo>
                  <a:lnTo>
                    <a:pt x="658543" y="1117806"/>
                  </a:lnTo>
                  <a:lnTo>
                    <a:pt x="658501" y="1117775"/>
                  </a:lnTo>
                  <a:lnTo>
                    <a:pt x="658469" y="1117729"/>
                  </a:lnTo>
                  <a:lnTo>
                    <a:pt x="658420" y="1117673"/>
                  </a:lnTo>
                  <a:lnTo>
                    <a:pt x="658372" y="1117649"/>
                  </a:lnTo>
                  <a:lnTo>
                    <a:pt x="658292" y="1117618"/>
                  </a:lnTo>
                  <a:lnTo>
                    <a:pt x="658263" y="1117604"/>
                  </a:lnTo>
                  <a:lnTo>
                    <a:pt x="658213" y="1117558"/>
                  </a:lnTo>
                  <a:lnTo>
                    <a:pt x="658181" y="1117542"/>
                  </a:lnTo>
                  <a:lnTo>
                    <a:pt x="658110" y="1117514"/>
                  </a:lnTo>
                  <a:lnTo>
                    <a:pt x="658082" y="1117496"/>
                  </a:lnTo>
                  <a:lnTo>
                    <a:pt x="658027" y="1117484"/>
                  </a:lnTo>
                  <a:lnTo>
                    <a:pt x="657986" y="1117476"/>
                  </a:lnTo>
                  <a:lnTo>
                    <a:pt x="657962" y="1117476"/>
                  </a:lnTo>
                  <a:lnTo>
                    <a:pt x="657939" y="1117482"/>
                  </a:lnTo>
                  <a:lnTo>
                    <a:pt x="657919" y="1117499"/>
                  </a:lnTo>
                  <a:lnTo>
                    <a:pt x="657891" y="1117502"/>
                  </a:lnTo>
                  <a:lnTo>
                    <a:pt x="657817" y="1117478"/>
                  </a:lnTo>
                  <a:lnTo>
                    <a:pt x="657750" y="1117447"/>
                  </a:lnTo>
                  <a:lnTo>
                    <a:pt x="657682" y="1117414"/>
                  </a:lnTo>
                  <a:lnTo>
                    <a:pt x="657654" y="1117410"/>
                  </a:lnTo>
                  <a:lnTo>
                    <a:pt x="657625" y="1117414"/>
                  </a:lnTo>
                  <a:lnTo>
                    <a:pt x="657604" y="1117421"/>
                  </a:lnTo>
                  <a:lnTo>
                    <a:pt x="657581" y="1117421"/>
                  </a:lnTo>
                  <a:lnTo>
                    <a:pt x="657494" y="1117399"/>
                  </a:lnTo>
                  <a:lnTo>
                    <a:pt x="657441" y="1117396"/>
                  </a:lnTo>
                  <a:lnTo>
                    <a:pt x="657394" y="1117377"/>
                  </a:lnTo>
                  <a:lnTo>
                    <a:pt x="657289" y="1117339"/>
                  </a:lnTo>
                  <a:lnTo>
                    <a:pt x="657262" y="1117336"/>
                  </a:lnTo>
                  <a:lnTo>
                    <a:pt x="657235" y="1117342"/>
                  </a:lnTo>
                  <a:lnTo>
                    <a:pt x="657202" y="1117347"/>
                  </a:lnTo>
                  <a:lnTo>
                    <a:pt x="657189" y="1117343"/>
                  </a:lnTo>
                  <a:lnTo>
                    <a:pt x="657164" y="1117305"/>
                  </a:lnTo>
                  <a:lnTo>
                    <a:pt x="657129" y="1117264"/>
                  </a:lnTo>
                  <a:lnTo>
                    <a:pt x="657031" y="1117146"/>
                  </a:lnTo>
                  <a:lnTo>
                    <a:pt x="656982" y="1117087"/>
                  </a:lnTo>
                  <a:lnTo>
                    <a:pt x="656943" y="1117066"/>
                  </a:lnTo>
                  <a:lnTo>
                    <a:pt x="656859" y="1117033"/>
                  </a:lnTo>
                  <a:lnTo>
                    <a:pt x="656787" y="1117002"/>
                  </a:lnTo>
                  <a:lnTo>
                    <a:pt x="656726" y="1116988"/>
                  </a:lnTo>
                  <a:lnTo>
                    <a:pt x="656674" y="1116988"/>
                  </a:lnTo>
                  <a:lnTo>
                    <a:pt x="656627" y="1116984"/>
                  </a:lnTo>
                  <a:lnTo>
                    <a:pt x="656615" y="1116979"/>
                  </a:lnTo>
                  <a:lnTo>
                    <a:pt x="656576" y="1116954"/>
                  </a:lnTo>
                  <a:lnTo>
                    <a:pt x="656489" y="1116922"/>
                  </a:lnTo>
                  <a:lnTo>
                    <a:pt x="656452" y="1116908"/>
                  </a:lnTo>
                  <a:lnTo>
                    <a:pt x="656370" y="1116866"/>
                  </a:lnTo>
                  <a:lnTo>
                    <a:pt x="656296" y="1116827"/>
                  </a:lnTo>
                  <a:lnTo>
                    <a:pt x="656247" y="1116797"/>
                  </a:lnTo>
                  <a:lnTo>
                    <a:pt x="656227" y="1116795"/>
                  </a:lnTo>
                  <a:lnTo>
                    <a:pt x="656191" y="1116806"/>
                  </a:lnTo>
                  <a:lnTo>
                    <a:pt x="656161" y="1116828"/>
                  </a:lnTo>
                  <a:lnTo>
                    <a:pt x="656128" y="1116853"/>
                  </a:lnTo>
                  <a:lnTo>
                    <a:pt x="656102" y="1116889"/>
                  </a:lnTo>
                  <a:lnTo>
                    <a:pt x="656078" y="1116920"/>
                  </a:lnTo>
                  <a:lnTo>
                    <a:pt x="656042" y="1116937"/>
                  </a:lnTo>
                  <a:lnTo>
                    <a:pt x="655990" y="1116967"/>
                  </a:lnTo>
                  <a:lnTo>
                    <a:pt x="655972" y="1116978"/>
                  </a:lnTo>
                  <a:lnTo>
                    <a:pt x="655951" y="1116988"/>
                  </a:lnTo>
                  <a:lnTo>
                    <a:pt x="655948" y="1116989"/>
                  </a:lnTo>
                  <a:lnTo>
                    <a:pt x="655906" y="1117014"/>
                  </a:lnTo>
                  <a:lnTo>
                    <a:pt x="655853" y="1117045"/>
                  </a:lnTo>
                  <a:lnTo>
                    <a:pt x="655832" y="1117067"/>
                  </a:lnTo>
                  <a:lnTo>
                    <a:pt x="655827" y="1117078"/>
                  </a:lnTo>
                  <a:lnTo>
                    <a:pt x="655828" y="1117095"/>
                  </a:lnTo>
                  <a:lnTo>
                    <a:pt x="655827" y="1117106"/>
                  </a:lnTo>
                  <a:lnTo>
                    <a:pt x="655803" y="1117118"/>
                  </a:lnTo>
                  <a:lnTo>
                    <a:pt x="655768" y="1117134"/>
                  </a:lnTo>
                  <a:lnTo>
                    <a:pt x="655729" y="1117149"/>
                  </a:lnTo>
                  <a:lnTo>
                    <a:pt x="655697" y="1117151"/>
                  </a:lnTo>
                  <a:lnTo>
                    <a:pt x="655671" y="1117153"/>
                  </a:lnTo>
                  <a:lnTo>
                    <a:pt x="655653" y="1117159"/>
                  </a:lnTo>
                  <a:lnTo>
                    <a:pt x="655645" y="1117169"/>
                  </a:lnTo>
                  <a:lnTo>
                    <a:pt x="655641" y="1117184"/>
                  </a:lnTo>
                  <a:lnTo>
                    <a:pt x="655635" y="1117197"/>
                  </a:lnTo>
                  <a:lnTo>
                    <a:pt x="655617" y="1117207"/>
                  </a:lnTo>
                  <a:lnTo>
                    <a:pt x="655574" y="1117231"/>
                  </a:lnTo>
                  <a:lnTo>
                    <a:pt x="655544" y="1117250"/>
                  </a:lnTo>
                  <a:lnTo>
                    <a:pt x="655529" y="1117270"/>
                  </a:lnTo>
                  <a:lnTo>
                    <a:pt x="655520" y="1117297"/>
                  </a:lnTo>
                  <a:lnTo>
                    <a:pt x="655515" y="1117349"/>
                  </a:lnTo>
                  <a:lnTo>
                    <a:pt x="655507" y="1117378"/>
                  </a:lnTo>
                  <a:lnTo>
                    <a:pt x="655490" y="1117401"/>
                  </a:lnTo>
                  <a:lnTo>
                    <a:pt x="655473" y="1117412"/>
                  </a:lnTo>
                  <a:lnTo>
                    <a:pt x="655425" y="1117444"/>
                  </a:lnTo>
                  <a:lnTo>
                    <a:pt x="655400" y="1117461"/>
                  </a:lnTo>
                  <a:lnTo>
                    <a:pt x="655374" y="1117465"/>
                  </a:lnTo>
                  <a:lnTo>
                    <a:pt x="655360" y="1117466"/>
                  </a:lnTo>
                  <a:lnTo>
                    <a:pt x="655336" y="1117458"/>
                  </a:lnTo>
                  <a:lnTo>
                    <a:pt x="655302" y="1117442"/>
                  </a:lnTo>
                  <a:lnTo>
                    <a:pt x="655284" y="1117440"/>
                  </a:lnTo>
                  <a:lnTo>
                    <a:pt x="655261" y="1117451"/>
                  </a:lnTo>
                  <a:lnTo>
                    <a:pt x="655214" y="1117475"/>
                  </a:lnTo>
                  <a:lnTo>
                    <a:pt x="655185" y="1117489"/>
                  </a:lnTo>
                  <a:lnTo>
                    <a:pt x="655155" y="1117498"/>
                  </a:lnTo>
                  <a:lnTo>
                    <a:pt x="655118" y="1117503"/>
                  </a:lnTo>
                  <a:lnTo>
                    <a:pt x="655075" y="1117519"/>
                  </a:lnTo>
                  <a:lnTo>
                    <a:pt x="655022" y="1117540"/>
                  </a:lnTo>
                  <a:lnTo>
                    <a:pt x="654988" y="1117547"/>
                  </a:lnTo>
                  <a:lnTo>
                    <a:pt x="654946" y="1117550"/>
                  </a:lnTo>
                  <a:lnTo>
                    <a:pt x="654906" y="1117551"/>
                  </a:lnTo>
                  <a:lnTo>
                    <a:pt x="654851" y="1117563"/>
                  </a:lnTo>
                  <a:lnTo>
                    <a:pt x="654806" y="1117574"/>
                  </a:lnTo>
                  <a:lnTo>
                    <a:pt x="654779" y="1117575"/>
                  </a:lnTo>
                  <a:lnTo>
                    <a:pt x="654747" y="1117568"/>
                  </a:lnTo>
                  <a:lnTo>
                    <a:pt x="654714" y="1117570"/>
                  </a:lnTo>
                  <a:lnTo>
                    <a:pt x="654694" y="1117572"/>
                  </a:lnTo>
                  <a:lnTo>
                    <a:pt x="654672" y="1117569"/>
                  </a:lnTo>
                  <a:lnTo>
                    <a:pt x="654641" y="1117566"/>
                  </a:lnTo>
                  <a:lnTo>
                    <a:pt x="654611" y="1117567"/>
                  </a:lnTo>
                  <a:lnTo>
                    <a:pt x="654579" y="1117572"/>
                  </a:lnTo>
                  <a:lnTo>
                    <a:pt x="654528" y="1117576"/>
                  </a:lnTo>
                  <a:lnTo>
                    <a:pt x="654487" y="1117582"/>
                  </a:lnTo>
                  <a:lnTo>
                    <a:pt x="654460" y="1117591"/>
                  </a:lnTo>
                  <a:lnTo>
                    <a:pt x="654428" y="1117609"/>
                  </a:lnTo>
                  <a:lnTo>
                    <a:pt x="654404" y="1117611"/>
                  </a:lnTo>
                  <a:lnTo>
                    <a:pt x="654385" y="1117611"/>
                  </a:lnTo>
                  <a:lnTo>
                    <a:pt x="654363" y="1117604"/>
                  </a:lnTo>
                  <a:lnTo>
                    <a:pt x="654323" y="1117603"/>
                  </a:lnTo>
                  <a:lnTo>
                    <a:pt x="654278" y="1117607"/>
                  </a:lnTo>
                  <a:lnTo>
                    <a:pt x="654247" y="1117613"/>
                  </a:lnTo>
                  <a:lnTo>
                    <a:pt x="654232" y="1117619"/>
                  </a:lnTo>
                  <a:lnTo>
                    <a:pt x="654216" y="1117617"/>
                  </a:lnTo>
                  <a:lnTo>
                    <a:pt x="654204" y="1117606"/>
                  </a:lnTo>
                  <a:lnTo>
                    <a:pt x="654183" y="1117585"/>
                  </a:lnTo>
                  <a:lnTo>
                    <a:pt x="654153" y="1117566"/>
                  </a:lnTo>
                  <a:lnTo>
                    <a:pt x="654125" y="1117551"/>
                  </a:lnTo>
                  <a:lnTo>
                    <a:pt x="654094" y="1117527"/>
                  </a:lnTo>
                  <a:lnTo>
                    <a:pt x="654069" y="1117501"/>
                  </a:lnTo>
                  <a:lnTo>
                    <a:pt x="654049" y="1117479"/>
                  </a:lnTo>
                  <a:lnTo>
                    <a:pt x="654016" y="1117428"/>
                  </a:lnTo>
                  <a:lnTo>
                    <a:pt x="653995" y="1117397"/>
                  </a:lnTo>
                  <a:lnTo>
                    <a:pt x="653938" y="1117338"/>
                  </a:lnTo>
                  <a:lnTo>
                    <a:pt x="653911" y="1117307"/>
                  </a:lnTo>
                  <a:lnTo>
                    <a:pt x="653899" y="1117285"/>
                  </a:lnTo>
                  <a:lnTo>
                    <a:pt x="653892" y="1117255"/>
                  </a:lnTo>
                  <a:lnTo>
                    <a:pt x="653885" y="1117224"/>
                  </a:lnTo>
                  <a:lnTo>
                    <a:pt x="653869" y="1117200"/>
                  </a:lnTo>
                  <a:lnTo>
                    <a:pt x="653856" y="1117170"/>
                  </a:lnTo>
                  <a:lnTo>
                    <a:pt x="653846" y="1117156"/>
                  </a:lnTo>
                  <a:lnTo>
                    <a:pt x="653835" y="1117140"/>
                  </a:lnTo>
                  <a:lnTo>
                    <a:pt x="653824" y="1117129"/>
                  </a:lnTo>
                  <a:lnTo>
                    <a:pt x="653797" y="1117108"/>
                  </a:lnTo>
                  <a:lnTo>
                    <a:pt x="653770" y="1117086"/>
                  </a:lnTo>
                  <a:lnTo>
                    <a:pt x="653739" y="1117056"/>
                  </a:lnTo>
                  <a:lnTo>
                    <a:pt x="653703" y="1117006"/>
                  </a:lnTo>
                  <a:lnTo>
                    <a:pt x="653691" y="1116994"/>
                  </a:lnTo>
                  <a:lnTo>
                    <a:pt x="653668" y="1116985"/>
                  </a:lnTo>
                  <a:lnTo>
                    <a:pt x="653642" y="1116969"/>
                  </a:lnTo>
                  <a:lnTo>
                    <a:pt x="653603" y="1116952"/>
                  </a:lnTo>
                  <a:lnTo>
                    <a:pt x="653557" y="1116937"/>
                  </a:lnTo>
                  <a:lnTo>
                    <a:pt x="653527" y="1116918"/>
                  </a:lnTo>
                  <a:lnTo>
                    <a:pt x="653498" y="1116900"/>
                  </a:lnTo>
                  <a:lnTo>
                    <a:pt x="653483" y="1116883"/>
                  </a:lnTo>
                  <a:lnTo>
                    <a:pt x="653462" y="1116860"/>
                  </a:lnTo>
                  <a:lnTo>
                    <a:pt x="653450" y="1116831"/>
                  </a:lnTo>
                  <a:lnTo>
                    <a:pt x="653437" y="1116807"/>
                  </a:lnTo>
                  <a:lnTo>
                    <a:pt x="653426" y="1116800"/>
                  </a:lnTo>
                  <a:lnTo>
                    <a:pt x="653399" y="1116788"/>
                  </a:lnTo>
                  <a:lnTo>
                    <a:pt x="653363" y="1116783"/>
                  </a:lnTo>
                  <a:lnTo>
                    <a:pt x="653331" y="1116781"/>
                  </a:lnTo>
                  <a:lnTo>
                    <a:pt x="653286" y="1116783"/>
                  </a:lnTo>
                  <a:lnTo>
                    <a:pt x="653250" y="1116778"/>
                  </a:lnTo>
                  <a:lnTo>
                    <a:pt x="653217" y="1116775"/>
                  </a:lnTo>
                  <a:lnTo>
                    <a:pt x="653189" y="1116761"/>
                  </a:lnTo>
                  <a:lnTo>
                    <a:pt x="653141" y="1116742"/>
                  </a:lnTo>
                  <a:lnTo>
                    <a:pt x="653099" y="1116728"/>
                  </a:lnTo>
                  <a:lnTo>
                    <a:pt x="653062" y="1116714"/>
                  </a:lnTo>
                  <a:lnTo>
                    <a:pt x="653031" y="1116708"/>
                  </a:lnTo>
                  <a:lnTo>
                    <a:pt x="652994" y="1116711"/>
                  </a:lnTo>
                  <a:lnTo>
                    <a:pt x="652954" y="1116721"/>
                  </a:lnTo>
                  <a:lnTo>
                    <a:pt x="652906" y="1116737"/>
                  </a:lnTo>
                  <a:lnTo>
                    <a:pt x="652870" y="1116749"/>
                  </a:lnTo>
                  <a:lnTo>
                    <a:pt x="652808" y="1116771"/>
                  </a:lnTo>
                  <a:lnTo>
                    <a:pt x="652765" y="1116791"/>
                  </a:lnTo>
                  <a:lnTo>
                    <a:pt x="652743" y="1116791"/>
                  </a:lnTo>
                  <a:lnTo>
                    <a:pt x="652726" y="1116789"/>
                  </a:lnTo>
                  <a:lnTo>
                    <a:pt x="652700" y="1116778"/>
                  </a:lnTo>
                  <a:lnTo>
                    <a:pt x="652679" y="1116763"/>
                  </a:lnTo>
                  <a:lnTo>
                    <a:pt x="652629" y="1116738"/>
                  </a:lnTo>
                  <a:lnTo>
                    <a:pt x="652564" y="1116692"/>
                  </a:lnTo>
                  <a:lnTo>
                    <a:pt x="652536" y="1116676"/>
                  </a:lnTo>
                  <a:lnTo>
                    <a:pt x="652503" y="1116668"/>
                  </a:lnTo>
                  <a:lnTo>
                    <a:pt x="652482" y="1116658"/>
                  </a:lnTo>
                  <a:lnTo>
                    <a:pt x="652450" y="1116638"/>
                  </a:lnTo>
                  <a:lnTo>
                    <a:pt x="652422" y="1116614"/>
                  </a:lnTo>
                  <a:lnTo>
                    <a:pt x="652401" y="1116595"/>
                  </a:lnTo>
                  <a:lnTo>
                    <a:pt x="652370" y="1116580"/>
                  </a:lnTo>
                  <a:lnTo>
                    <a:pt x="652346" y="1116580"/>
                  </a:lnTo>
                  <a:lnTo>
                    <a:pt x="652299" y="1116590"/>
                  </a:lnTo>
                  <a:lnTo>
                    <a:pt x="652209" y="1116621"/>
                  </a:lnTo>
                  <a:lnTo>
                    <a:pt x="652178" y="1116631"/>
                  </a:lnTo>
                  <a:lnTo>
                    <a:pt x="652144" y="1116644"/>
                  </a:lnTo>
                  <a:lnTo>
                    <a:pt x="652127" y="1116654"/>
                  </a:lnTo>
                  <a:lnTo>
                    <a:pt x="652111" y="1116675"/>
                  </a:lnTo>
                  <a:lnTo>
                    <a:pt x="652070" y="1116735"/>
                  </a:lnTo>
                  <a:lnTo>
                    <a:pt x="652056" y="1116760"/>
                  </a:lnTo>
                  <a:lnTo>
                    <a:pt x="652040" y="1116805"/>
                  </a:lnTo>
                  <a:lnTo>
                    <a:pt x="652014" y="1116828"/>
                  </a:lnTo>
                  <a:lnTo>
                    <a:pt x="651996" y="1116831"/>
                  </a:lnTo>
                  <a:lnTo>
                    <a:pt x="651977" y="1116828"/>
                  </a:lnTo>
                  <a:lnTo>
                    <a:pt x="651945" y="1116828"/>
                  </a:lnTo>
                  <a:lnTo>
                    <a:pt x="651908" y="1116839"/>
                  </a:lnTo>
                  <a:lnTo>
                    <a:pt x="651863" y="1116874"/>
                  </a:lnTo>
                  <a:lnTo>
                    <a:pt x="651814" y="1116904"/>
                  </a:lnTo>
                  <a:lnTo>
                    <a:pt x="651781" y="1116929"/>
                  </a:lnTo>
                  <a:lnTo>
                    <a:pt x="651747" y="1116958"/>
                  </a:lnTo>
                  <a:lnTo>
                    <a:pt x="651736" y="1116959"/>
                  </a:lnTo>
                  <a:lnTo>
                    <a:pt x="651710" y="1116960"/>
                  </a:lnTo>
                  <a:lnTo>
                    <a:pt x="651678" y="1116958"/>
                  </a:lnTo>
                  <a:lnTo>
                    <a:pt x="651586" y="1116953"/>
                  </a:lnTo>
                  <a:lnTo>
                    <a:pt x="651565" y="1116951"/>
                  </a:lnTo>
                  <a:lnTo>
                    <a:pt x="651539" y="1116949"/>
                  </a:lnTo>
                  <a:lnTo>
                    <a:pt x="651524" y="1116951"/>
                  </a:lnTo>
                  <a:lnTo>
                    <a:pt x="651484" y="1116964"/>
                  </a:lnTo>
                  <a:lnTo>
                    <a:pt x="651447" y="1116977"/>
                  </a:lnTo>
                  <a:lnTo>
                    <a:pt x="651382" y="1116995"/>
                  </a:lnTo>
                  <a:lnTo>
                    <a:pt x="651364" y="1116996"/>
                  </a:lnTo>
                  <a:lnTo>
                    <a:pt x="651343" y="1116990"/>
                  </a:lnTo>
                  <a:lnTo>
                    <a:pt x="651303" y="1116966"/>
                  </a:lnTo>
                  <a:lnTo>
                    <a:pt x="651273" y="1116953"/>
                  </a:lnTo>
                  <a:lnTo>
                    <a:pt x="651220" y="1116942"/>
                  </a:lnTo>
                  <a:lnTo>
                    <a:pt x="651185" y="1116923"/>
                  </a:lnTo>
                  <a:lnTo>
                    <a:pt x="651134" y="1116897"/>
                  </a:lnTo>
                  <a:lnTo>
                    <a:pt x="651106" y="1116872"/>
                  </a:lnTo>
                  <a:lnTo>
                    <a:pt x="651061" y="1116831"/>
                  </a:lnTo>
                  <a:lnTo>
                    <a:pt x="651040" y="1116796"/>
                  </a:lnTo>
                  <a:lnTo>
                    <a:pt x="651024" y="1116754"/>
                  </a:lnTo>
                  <a:lnTo>
                    <a:pt x="651009" y="1116722"/>
                  </a:lnTo>
                  <a:lnTo>
                    <a:pt x="650995" y="1116671"/>
                  </a:lnTo>
                  <a:lnTo>
                    <a:pt x="650993" y="1116643"/>
                  </a:lnTo>
                  <a:lnTo>
                    <a:pt x="650987" y="1116612"/>
                  </a:lnTo>
                  <a:lnTo>
                    <a:pt x="650975" y="1116566"/>
                  </a:lnTo>
                  <a:lnTo>
                    <a:pt x="650957" y="1116515"/>
                  </a:lnTo>
                  <a:lnTo>
                    <a:pt x="650915" y="1116416"/>
                  </a:lnTo>
                  <a:lnTo>
                    <a:pt x="650898" y="1116382"/>
                  </a:lnTo>
                  <a:lnTo>
                    <a:pt x="650888" y="1116350"/>
                  </a:lnTo>
                  <a:lnTo>
                    <a:pt x="650887" y="1116290"/>
                  </a:lnTo>
                  <a:lnTo>
                    <a:pt x="650887" y="1116235"/>
                  </a:lnTo>
                  <a:lnTo>
                    <a:pt x="650885" y="1116209"/>
                  </a:lnTo>
                  <a:lnTo>
                    <a:pt x="650881" y="1116194"/>
                  </a:lnTo>
                  <a:lnTo>
                    <a:pt x="650868" y="1116180"/>
                  </a:lnTo>
                  <a:lnTo>
                    <a:pt x="650843" y="1116168"/>
                  </a:lnTo>
                  <a:lnTo>
                    <a:pt x="650825" y="1116147"/>
                  </a:lnTo>
                  <a:lnTo>
                    <a:pt x="650812" y="1116131"/>
                  </a:lnTo>
                  <a:lnTo>
                    <a:pt x="650811" y="1116119"/>
                  </a:lnTo>
                  <a:lnTo>
                    <a:pt x="650807" y="1116083"/>
                  </a:lnTo>
                  <a:lnTo>
                    <a:pt x="650800" y="1116047"/>
                  </a:lnTo>
                  <a:lnTo>
                    <a:pt x="650797" y="1116027"/>
                  </a:lnTo>
                  <a:lnTo>
                    <a:pt x="650804" y="1115991"/>
                  </a:lnTo>
                  <a:lnTo>
                    <a:pt x="650803" y="1115963"/>
                  </a:lnTo>
                  <a:lnTo>
                    <a:pt x="650795" y="1115947"/>
                  </a:lnTo>
                  <a:lnTo>
                    <a:pt x="650770" y="1115926"/>
                  </a:lnTo>
                  <a:lnTo>
                    <a:pt x="650739" y="1115885"/>
                  </a:lnTo>
                  <a:lnTo>
                    <a:pt x="650723" y="1115850"/>
                  </a:lnTo>
                  <a:lnTo>
                    <a:pt x="650716" y="1115817"/>
                  </a:lnTo>
                  <a:lnTo>
                    <a:pt x="650703" y="1115768"/>
                  </a:lnTo>
                  <a:lnTo>
                    <a:pt x="650679" y="1115718"/>
                  </a:lnTo>
                  <a:lnTo>
                    <a:pt x="650661" y="1115663"/>
                  </a:lnTo>
                  <a:lnTo>
                    <a:pt x="650652" y="1115630"/>
                  </a:lnTo>
                  <a:lnTo>
                    <a:pt x="650647" y="1115592"/>
                  </a:lnTo>
                  <a:lnTo>
                    <a:pt x="650642" y="1115553"/>
                  </a:lnTo>
                  <a:lnTo>
                    <a:pt x="650629" y="1115512"/>
                  </a:lnTo>
                  <a:lnTo>
                    <a:pt x="650611" y="1115474"/>
                  </a:lnTo>
                  <a:lnTo>
                    <a:pt x="650602" y="1115461"/>
                  </a:lnTo>
                  <a:lnTo>
                    <a:pt x="650589" y="1115448"/>
                  </a:lnTo>
                  <a:lnTo>
                    <a:pt x="650567" y="1115439"/>
                  </a:lnTo>
                  <a:lnTo>
                    <a:pt x="650548" y="1115422"/>
                  </a:lnTo>
                  <a:lnTo>
                    <a:pt x="650529" y="1115407"/>
                  </a:lnTo>
                  <a:lnTo>
                    <a:pt x="650517" y="1115387"/>
                  </a:lnTo>
                  <a:lnTo>
                    <a:pt x="650507" y="1115364"/>
                  </a:lnTo>
                  <a:lnTo>
                    <a:pt x="650486" y="1115342"/>
                  </a:lnTo>
                  <a:lnTo>
                    <a:pt x="650477" y="1115333"/>
                  </a:lnTo>
                  <a:lnTo>
                    <a:pt x="650451" y="1115308"/>
                  </a:lnTo>
                  <a:lnTo>
                    <a:pt x="650426" y="1115284"/>
                  </a:lnTo>
                  <a:lnTo>
                    <a:pt x="650404" y="1115257"/>
                  </a:lnTo>
                  <a:lnTo>
                    <a:pt x="650387" y="1115224"/>
                  </a:lnTo>
                  <a:lnTo>
                    <a:pt x="650363" y="1115183"/>
                  </a:lnTo>
                  <a:lnTo>
                    <a:pt x="650351" y="1115161"/>
                  </a:lnTo>
                  <a:lnTo>
                    <a:pt x="650329" y="1115147"/>
                  </a:lnTo>
                  <a:lnTo>
                    <a:pt x="650305" y="1115108"/>
                  </a:lnTo>
                  <a:lnTo>
                    <a:pt x="650285" y="1115074"/>
                  </a:lnTo>
                  <a:lnTo>
                    <a:pt x="650270" y="1115063"/>
                  </a:lnTo>
                  <a:lnTo>
                    <a:pt x="650251" y="1115063"/>
                  </a:lnTo>
                  <a:lnTo>
                    <a:pt x="650212" y="1115081"/>
                  </a:lnTo>
                  <a:lnTo>
                    <a:pt x="650168" y="1115087"/>
                  </a:lnTo>
                  <a:lnTo>
                    <a:pt x="650131" y="1115086"/>
                  </a:lnTo>
                  <a:lnTo>
                    <a:pt x="650110" y="1115077"/>
                  </a:lnTo>
                  <a:lnTo>
                    <a:pt x="650072" y="1115047"/>
                  </a:lnTo>
                  <a:lnTo>
                    <a:pt x="650059" y="1115029"/>
                  </a:lnTo>
                  <a:lnTo>
                    <a:pt x="650029" y="1115005"/>
                  </a:lnTo>
                  <a:lnTo>
                    <a:pt x="649995" y="1114981"/>
                  </a:lnTo>
                  <a:lnTo>
                    <a:pt x="649983" y="1114963"/>
                  </a:lnTo>
                  <a:lnTo>
                    <a:pt x="649967" y="1114940"/>
                  </a:lnTo>
                  <a:lnTo>
                    <a:pt x="649954" y="1114927"/>
                  </a:lnTo>
                  <a:lnTo>
                    <a:pt x="649944" y="1114916"/>
                  </a:lnTo>
                  <a:lnTo>
                    <a:pt x="649922" y="1114899"/>
                  </a:lnTo>
                  <a:lnTo>
                    <a:pt x="649914" y="1114882"/>
                  </a:lnTo>
                  <a:lnTo>
                    <a:pt x="649903" y="1114848"/>
                  </a:lnTo>
                  <a:lnTo>
                    <a:pt x="649897" y="1114824"/>
                  </a:lnTo>
                  <a:lnTo>
                    <a:pt x="649886" y="1114810"/>
                  </a:lnTo>
                  <a:lnTo>
                    <a:pt x="649858" y="1114789"/>
                  </a:lnTo>
                  <a:lnTo>
                    <a:pt x="649833" y="1114765"/>
                  </a:lnTo>
                  <a:lnTo>
                    <a:pt x="649802" y="1114737"/>
                  </a:lnTo>
                  <a:lnTo>
                    <a:pt x="649757" y="1114699"/>
                  </a:lnTo>
                  <a:lnTo>
                    <a:pt x="649722" y="1114659"/>
                  </a:lnTo>
                  <a:lnTo>
                    <a:pt x="649680" y="1114614"/>
                  </a:lnTo>
                  <a:lnTo>
                    <a:pt x="649653" y="1114573"/>
                  </a:lnTo>
                  <a:lnTo>
                    <a:pt x="649624" y="1114538"/>
                  </a:lnTo>
                  <a:lnTo>
                    <a:pt x="649611" y="1114494"/>
                  </a:lnTo>
                  <a:lnTo>
                    <a:pt x="649599" y="1114457"/>
                  </a:lnTo>
                  <a:lnTo>
                    <a:pt x="649590" y="1114429"/>
                  </a:lnTo>
                  <a:lnTo>
                    <a:pt x="649563" y="1114376"/>
                  </a:lnTo>
                  <a:lnTo>
                    <a:pt x="649535" y="1114348"/>
                  </a:lnTo>
                  <a:lnTo>
                    <a:pt x="649519" y="1114323"/>
                  </a:lnTo>
                  <a:lnTo>
                    <a:pt x="649502" y="1114295"/>
                  </a:lnTo>
                  <a:lnTo>
                    <a:pt x="649484" y="1114255"/>
                  </a:lnTo>
                  <a:lnTo>
                    <a:pt x="649474" y="1114224"/>
                  </a:lnTo>
                  <a:lnTo>
                    <a:pt x="649460" y="1114197"/>
                  </a:lnTo>
                  <a:lnTo>
                    <a:pt x="649456" y="1114174"/>
                  </a:lnTo>
                  <a:lnTo>
                    <a:pt x="649447" y="1114144"/>
                  </a:lnTo>
                  <a:lnTo>
                    <a:pt x="649439" y="1114112"/>
                  </a:lnTo>
                  <a:lnTo>
                    <a:pt x="649423" y="1114078"/>
                  </a:lnTo>
                  <a:lnTo>
                    <a:pt x="649394" y="1114037"/>
                  </a:lnTo>
                  <a:lnTo>
                    <a:pt x="649375" y="1114017"/>
                  </a:lnTo>
                  <a:lnTo>
                    <a:pt x="649342" y="1113989"/>
                  </a:lnTo>
                  <a:lnTo>
                    <a:pt x="649301" y="1113948"/>
                  </a:lnTo>
                  <a:lnTo>
                    <a:pt x="649261" y="1113907"/>
                  </a:lnTo>
                  <a:lnTo>
                    <a:pt x="649233" y="1113874"/>
                  </a:lnTo>
                  <a:lnTo>
                    <a:pt x="649206" y="1113855"/>
                  </a:lnTo>
                  <a:lnTo>
                    <a:pt x="649180" y="1113825"/>
                  </a:lnTo>
                  <a:lnTo>
                    <a:pt x="649144" y="1113796"/>
                  </a:lnTo>
                  <a:lnTo>
                    <a:pt x="649077" y="1113760"/>
                  </a:lnTo>
                  <a:lnTo>
                    <a:pt x="649043" y="1113747"/>
                  </a:lnTo>
                  <a:lnTo>
                    <a:pt x="649015" y="1113738"/>
                  </a:lnTo>
                  <a:lnTo>
                    <a:pt x="648996" y="1113741"/>
                  </a:lnTo>
                  <a:lnTo>
                    <a:pt x="648966" y="1113748"/>
                  </a:lnTo>
                  <a:lnTo>
                    <a:pt x="648927" y="1113758"/>
                  </a:lnTo>
                  <a:lnTo>
                    <a:pt x="648901" y="1113768"/>
                  </a:lnTo>
                  <a:lnTo>
                    <a:pt x="648852" y="1113780"/>
                  </a:lnTo>
                  <a:lnTo>
                    <a:pt x="648780" y="1113799"/>
                  </a:lnTo>
                  <a:lnTo>
                    <a:pt x="648701" y="1113818"/>
                  </a:lnTo>
                  <a:lnTo>
                    <a:pt x="648619" y="1113836"/>
                  </a:lnTo>
                  <a:lnTo>
                    <a:pt x="648574" y="1113839"/>
                  </a:lnTo>
                  <a:lnTo>
                    <a:pt x="648500" y="1113834"/>
                  </a:lnTo>
                  <a:lnTo>
                    <a:pt x="648462" y="1113823"/>
                  </a:lnTo>
                  <a:lnTo>
                    <a:pt x="648400" y="1113810"/>
                  </a:lnTo>
                  <a:lnTo>
                    <a:pt x="648368" y="1113786"/>
                  </a:lnTo>
                  <a:lnTo>
                    <a:pt x="648346" y="1113764"/>
                  </a:lnTo>
                  <a:lnTo>
                    <a:pt x="648334" y="1113748"/>
                  </a:lnTo>
                  <a:lnTo>
                    <a:pt x="648318" y="1113729"/>
                  </a:lnTo>
                  <a:lnTo>
                    <a:pt x="648300" y="1113696"/>
                  </a:lnTo>
                  <a:lnTo>
                    <a:pt x="648282" y="1113672"/>
                  </a:lnTo>
                  <a:lnTo>
                    <a:pt x="648271" y="1113641"/>
                  </a:lnTo>
                  <a:lnTo>
                    <a:pt x="648265" y="1113613"/>
                  </a:lnTo>
                  <a:lnTo>
                    <a:pt x="648253" y="1113571"/>
                  </a:lnTo>
                  <a:lnTo>
                    <a:pt x="648240" y="1113547"/>
                  </a:lnTo>
                  <a:lnTo>
                    <a:pt x="648231" y="1113530"/>
                  </a:lnTo>
                  <a:lnTo>
                    <a:pt x="648213" y="1113513"/>
                  </a:lnTo>
                  <a:lnTo>
                    <a:pt x="648178" y="1113481"/>
                  </a:lnTo>
                  <a:lnTo>
                    <a:pt x="648168" y="1113451"/>
                  </a:lnTo>
                  <a:lnTo>
                    <a:pt x="648167" y="1113420"/>
                  </a:lnTo>
                  <a:lnTo>
                    <a:pt x="648165" y="1113390"/>
                  </a:lnTo>
                  <a:lnTo>
                    <a:pt x="648164" y="1113358"/>
                  </a:lnTo>
                  <a:lnTo>
                    <a:pt x="648155" y="1113291"/>
                  </a:lnTo>
                  <a:lnTo>
                    <a:pt x="648146" y="1113268"/>
                  </a:lnTo>
                  <a:lnTo>
                    <a:pt x="648134" y="1113253"/>
                  </a:lnTo>
                  <a:lnTo>
                    <a:pt x="648099" y="1113229"/>
                  </a:lnTo>
                  <a:lnTo>
                    <a:pt x="648074" y="1113207"/>
                  </a:lnTo>
                  <a:lnTo>
                    <a:pt x="648058" y="1113175"/>
                  </a:lnTo>
                  <a:lnTo>
                    <a:pt x="648057" y="1113161"/>
                  </a:lnTo>
                  <a:lnTo>
                    <a:pt x="648062" y="1113137"/>
                  </a:lnTo>
                  <a:lnTo>
                    <a:pt x="648083" y="1113091"/>
                  </a:lnTo>
                  <a:lnTo>
                    <a:pt x="648093" y="1113075"/>
                  </a:lnTo>
                  <a:lnTo>
                    <a:pt x="648105" y="1113057"/>
                  </a:lnTo>
                  <a:lnTo>
                    <a:pt x="648109" y="1113031"/>
                  </a:lnTo>
                  <a:lnTo>
                    <a:pt x="648113" y="1112992"/>
                  </a:lnTo>
                  <a:lnTo>
                    <a:pt x="648109" y="1112965"/>
                  </a:lnTo>
                  <a:lnTo>
                    <a:pt x="648102" y="1112916"/>
                  </a:lnTo>
                  <a:lnTo>
                    <a:pt x="648086" y="1112872"/>
                  </a:lnTo>
                  <a:lnTo>
                    <a:pt x="648071" y="1112836"/>
                  </a:lnTo>
                  <a:lnTo>
                    <a:pt x="648053" y="1112799"/>
                  </a:lnTo>
                  <a:lnTo>
                    <a:pt x="648043" y="1112787"/>
                  </a:lnTo>
                  <a:lnTo>
                    <a:pt x="648038" y="1112787"/>
                  </a:lnTo>
                  <a:lnTo>
                    <a:pt x="648033" y="1112788"/>
                  </a:lnTo>
                  <a:lnTo>
                    <a:pt x="648023" y="1112794"/>
                  </a:lnTo>
                  <a:lnTo>
                    <a:pt x="648000" y="1112813"/>
                  </a:lnTo>
                  <a:lnTo>
                    <a:pt x="647962" y="1112854"/>
                  </a:lnTo>
                  <a:lnTo>
                    <a:pt x="647932" y="1112874"/>
                  </a:lnTo>
                  <a:lnTo>
                    <a:pt x="647904" y="1112887"/>
                  </a:lnTo>
                  <a:lnTo>
                    <a:pt x="647877" y="1112894"/>
                  </a:lnTo>
                  <a:lnTo>
                    <a:pt x="647852" y="1112893"/>
                  </a:lnTo>
                  <a:lnTo>
                    <a:pt x="647822" y="1112885"/>
                  </a:lnTo>
                  <a:lnTo>
                    <a:pt x="647791" y="1112872"/>
                  </a:lnTo>
                  <a:lnTo>
                    <a:pt x="647755" y="1112857"/>
                  </a:lnTo>
                  <a:lnTo>
                    <a:pt x="647721" y="1112849"/>
                  </a:lnTo>
                  <a:lnTo>
                    <a:pt x="647695" y="1112848"/>
                  </a:lnTo>
                  <a:lnTo>
                    <a:pt x="647648" y="1112856"/>
                  </a:lnTo>
                  <a:lnTo>
                    <a:pt x="647609" y="1112855"/>
                  </a:lnTo>
                  <a:lnTo>
                    <a:pt x="647565" y="1112862"/>
                  </a:lnTo>
                  <a:lnTo>
                    <a:pt x="647542" y="1112869"/>
                  </a:lnTo>
                  <a:lnTo>
                    <a:pt x="647520" y="1112876"/>
                  </a:lnTo>
                  <a:lnTo>
                    <a:pt x="647493" y="1112887"/>
                  </a:lnTo>
                  <a:lnTo>
                    <a:pt x="647472" y="1112898"/>
                  </a:lnTo>
                  <a:lnTo>
                    <a:pt x="647445" y="1112915"/>
                  </a:lnTo>
                  <a:lnTo>
                    <a:pt x="647413" y="1112936"/>
                  </a:lnTo>
                  <a:lnTo>
                    <a:pt x="647385" y="1112952"/>
                  </a:lnTo>
                  <a:lnTo>
                    <a:pt x="647334" y="1112980"/>
                  </a:lnTo>
                  <a:lnTo>
                    <a:pt x="647277" y="1113012"/>
                  </a:lnTo>
                  <a:lnTo>
                    <a:pt x="647235" y="1113031"/>
                  </a:lnTo>
                  <a:lnTo>
                    <a:pt x="647187" y="1113048"/>
                  </a:lnTo>
                  <a:lnTo>
                    <a:pt x="647135" y="1113061"/>
                  </a:lnTo>
                  <a:lnTo>
                    <a:pt x="647088" y="1113072"/>
                  </a:lnTo>
                  <a:lnTo>
                    <a:pt x="647002" y="1113095"/>
                  </a:lnTo>
                  <a:lnTo>
                    <a:pt x="646962" y="1113101"/>
                  </a:lnTo>
                  <a:lnTo>
                    <a:pt x="646922" y="1113110"/>
                  </a:lnTo>
                  <a:lnTo>
                    <a:pt x="646878" y="1113119"/>
                  </a:lnTo>
                  <a:lnTo>
                    <a:pt x="646824" y="1113136"/>
                  </a:lnTo>
                  <a:lnTo>
                    <a:pt x="646752" y="1113155"/>
                  </a:lnTo>
                  <a:lnTo>
                    <a:pt x="646675" y="1113176"/>
                  </a:lnTo>
                  <a:lnTo>
                    <a:pt x="646647" y="1113177"/>
                  </a:lnTo>
                  <a:lnTo>
                    <a:pt x="646587" y="1113192"/>
                  </a:lnTo>
                  <a:lnTo>
                    <a:pt x="646556" y="1113200"/>
                  </a:lnTo>
                  <a:lnTo>
                    <a:pt x="646508" y="1113217"/>
                  </a:lnTo>
                  <a:lnTo>
                    <a:pt x="646461" y="1113234"/>
                  </a:lnTo>
                  <a:lnTo>
                    <a:pt x="646456" y="1113238"/>
                  </a:lnTo>
                  <a:lnTo>
                    <a:pt x="646445" y="1113238"/>
                  </a:lnTo>
                  <a:lnTo>
                    <a:pt x="646426" y="1113239"/>
                  </a:lnTo>
                  <a:lnTo>
                    <a:pt x="646387" y="1113236"/>
                  </a:lnTo>
                  <a:lnTo>
                    <a:pt x="646357" y="1113233"/>
                  </a:lnTo>
                  <a:lnTo>
                    <a:pt x="646344" y="1113229"/>
                  </a:lnTo>
                  <a:lnTo>
                    <a:pt x="646334" y="1113222"/>
                  </a:lnTo>
                  <a:lnTo>
                    <a:pt x="646331" y="1113216"/>
                  </a:lnTo>
                  <a:lnTo>
                    <a:pt x="646321" y="1113194"/>
                  </a:lnTo>
                  <a:lnTo>
                    <a:pt x="646317" y="1113179"/>
                  </a:lnTo>
                  <a:lnTo>
                    <a:pt x="646313" y="1113153"/>
                  </a:lnTo>
                  <a:lnTo>
                    <a:pt x="646309" y="1113113"/>
                  </a:lnTo>
                  <a:lnTo>
                    <a:pt x="646307" y="1113103"/>
                  </a:lnTo>
                  <a:lnTo>
                    <a:pt x="646305" y="1113097"/>
                  </a:lnTo>
                  <a:lnTo>
                    <a:pt x="646300" y="1113095"/>
                  </a:lnTo>
                  <a:lnTo>
                    <a:pt x="646282" y="1113097"/>
                  </a:lnTo>
                  <a:lnTo>
                    <a:pt x="646273" y="1113097"/>
                  </a:lnTo>
                  <a:lnTo>
                    <a:pt x="646252" y="1113096"/>
                  </a:lnTo>
                  <a:lnTo>
                    <a:pt x="646244" y="1113094"/>
                  </a:lnTo>
                  <a:lnTo>
                    <a:pt x="646225" y="1113090"/>
                  </a:lnTo>
                  <a:lnTo>
                    <a:pt x="646127" y="1113073"/>
                  </a:lnTo>
                  <a:lnTo>
                    <a:pt x="646086" y="1113070"/>
                  </a:lnTo>
                  <a:lnTo>
                    <a:pt x="646061" y="1113071"/>
                  </a:lnTo>
                  <a:lnTo>
                    <a:pt x="646021" y="1113087"/>
                  </a:lnTo>
                  <a:lnTo>
                    <a:pt x="645973" y="1113114"/>
                  </a:lnTo>
                  <a:lnTo>
                    <a:pt x="645912" y="1113132"/>
                  </a:lnTo>
                  <a:lnTo>
                    <a:pt x="645842" y="1113157"/>
                  </a:lnTo>
                  <a:lnTo>
                    <a:pt x="645734" y="1113194"/>
                  </a:lnTo>
                  <a:lnTo>
                    <a:pt x="645686" y="1113214"/>
                  </a:lnTo>
                  <a:lnTo>
                    <a:pt x="645625" y="1113237"/>
                  </a:lnTo>
                  <a:lnTo>
                    <a:pt x="645417" y="1113321"/>
                  </a:lnTo>
                  <a:lnTo>
                    <a:pt x="645396" y="1113333"/>
                  </a:lnTo>
                  <a:lnTo>
                    <a:pt x="645373" y="1113349"/>
                  </a:lnTo>
                  <a:lnTo>
                    <a:pt x="645361" y="1113360"/>
                  </a:lnTo>
                  <a:lnTo>
                    <a:pt x="645331" y="1113399"/>
                  </a:lnTo>
                  <a:lnTo>
                    <a:pt x="645306" y="1113419"/>
                  </a:lnTo>
                  <a:lnTo>
                    <a:pt x="645294" y="1113426"/>
                  </a:lnTo>
                  <a:lnTo>
                    <a:pt x="645272" y="1113431"/>
                  </a:lnTo>
                  <a:lnTo>
                    <a:pt x="645262" y="1113435"/>
                  </a:lnTo>
                  <a:lnTo>
                    <a:pt x="645245" y="1113437"/>
                  </a:lnTo>
                  <a:lnTo>
                    <a:pt x="645228" y="1113436"/>
                  </a:lnTo>
                  <a:lnTo>
                    <a:pt x="645218" y="1113434"/>
                  </a:lnTo>
                  <a:lnTo>
                    <a:pt x="645204" y="1113416"/>
                  </a:lnTo>
                  <a:lnTo>
                    <a:pt x="645184" y="1113379"/>
                  </a:lnTo>
                  <a:lnTo>
                    <a:pt x="645166" y="1113353"/>
                  </a:lnTo>
                  <a:lnTo>
                    <a:pt x="645130" y="1113319"/>
                  </a:lnTo>
                  <a:lnTo>
                    <a:pt x="645109" y="1113309"/>
                  </a:lnTo>
                  <a:lnTo>
                    <a:pt x="645079" y="1113293"/>
                  </a:lnTo>
                  <a:lnTo>
                    <a:pt x="645029" y="1113270"/>
                  </a:lnTo>
                  <a:lnTo>
                    <a:pt x="644984" y="1113253"/>
                  </a:lnTo>
                  <a:lnTo>
                    <a:pt x="644929" y="1113242"/>
                  </a:lnTo>
                  <a:lnTo>
                    <a:pt x="644852" y="1113222"/>
                  </a:lnTo>
                  <a:lnTo>
                    <a:pt x="644771" y="1113201"/>
                  </a:lnTo>
                  <a:lnTo>
                    <a:pt x="644730" y="1113189"/>
                  </a:lnTo>
                  <a:lnTo>
                    <a:pt x="644709" y="1113176"/>
                  </a:lnTo>
                  <a:lnTo>
                    <a:pt x="644687" y="1113162"/>
                  </a:lnTo>
                  <a:lnTo>
                    <a:pt x="644665" y="1113140"/>
                  </a:lnTo>
                  <a:lnTo>
                    <a:pt x="644646" y="1113117"/>
                  </a:lnTo>
                  <a:lnTo>
                    <a:pt x="644622" y="1113074"/>
                  </a:lnTo>
                  <a:lnTo>
                    <a:pt x="644605" y="1113030"/>
                  </a:lnTo>
                  <a:lnTo>
                    <a:pt x="644594" y="1113012"/>
                  </a:lnTo>
                  <a:lnTo>
                    <a:pt x="644584" y="1112997"/>
                  </a:lnTo>
                  <a:lnTo>
                    <a:pt x="644569" y="1112980"/>
                  </a:lnTo>
                  <a:lnTo>
                    <a:pt x="644546" y="1112953"/>
                  </a:lnTo>
                  <a:lnTo>
                    <a:pt x="644509" y="1112916"/>
                  </a:lnTo>
                  <a:lnTo>
                    <a:pt x="644481" y="1112894"/>
                  </a:lnTo>
                  <a:lnTo>
                    <a:pt x="644447" y="1112870"/>
                  </a:lnTo>
                  <a:lnTo>
                    <a:pt x="644402" y="1112838"/>
                  </a:lnTo>
                  <a:lnTo>
                    <a:pt x="644356" y="1112802"/>
                  </a:lnTo>
                  <a:lnTo>
                    <a:pt x="644292" y="1112755"/>
                  </a:lnTo>
                  <a:lnTo>
                    <a:pt x="644270" y="1112743"/>
                  </a:lnTo>
                  <a:lnTo>
                    <a:pt x="644176" y="1112708"/>
                  </a:lnTo>
                  <a:lnTo>
                    <a:pt x="644095" y="1112673"/>
                  </a:lnTo>
                  <a:lnTo>
                    <a:pt x="644026" y="1112650"/>
                  </a:lnTo>
                  <a:lnTo>
                    <a:pt x="643954" y="1112618"/>
                  </a:lnTo>
                  <a:lnTo>
                    <a:pt x="643848" y="1112572"/>
                  </a:lnTo>
                  <a:lnTo>
                    <a:pt x="643776" y="1112539"/>
                  </a:lnTo>
                  <a:lnTo>
                    <a:pt x="643723" y="1112512"/>
                  </a:lnTo>
                  <a:lnTo>
                    <a:pt x="643714" y="1112506"/>
                  </a:lnTo>
                  <a:lnTo>
                    <a:pt x="643712" y="1112499"/>
                  </a:lnTo>
                  <a:lnTo>
                    <a:pt x="643711" y="1112486"/>
                  </a:lnTo>
                  <a:lnTo>
                    <a:pt x="643711" y="1112471"/>
                  </a:lnTo>
                  <a:lnTo>
                    <a:pt x="643717" y="1112448"/>
                  </a:lnTo>
                  <a:lnTo>
                    <a:pt x="643735" y="1112409"/>
                  </a:lnTo>
                  <a:lnTo>
                    <a:pt x="643739" y="1112400"/>
                  </a:lnTo>
                  <a:lnTo>
                    <a:pt x="643752" y="1112364"/>
                  </a:lnTo>
                  <a:lnTo>
                    <a:pt x="643759" y="1112337"/>
                  </a:lnTo>
                  <a:lnTo>
                    <a:pt x="643779" y="1112290"/>
                  </a:lnTo>
                  <a:lnTo>
                    <a:pt x="643820" y="1112189"/>
                  </a:lnTo>
                  <a:lnTo>
                    <a:pt x="643831" y="1112159"/>
                  </a:lnTo>
                  <a:lnTo>
                    <a:pt x="643841" y="1112134"/>
                  </a:lnTo>
                  <a:lnTo>
                    <a:pt x="643841" y="1112122"/>
                  </a:lnTo>
                  <a:lnTo>
                    <a:pt x="643840" y="1112094"/>
                  </a:lnTo>
                  <a:lnTo>
                    <a:pt x="643839" y="1112067"/>
                  </a:lnTo>
                  <a:lnTo>
                    <a:pt x="643839" y="1112045"/>
                  </a:lnTo>
                  <a:lnTo>
                    <a:pt x="643824" y="1112004"/>
                  </a:lnTo>
                  <a:lnTo>
                    <a:pt x="643794" y="1111927"/>
                  </a:lnTo>
                  <a:lnTo>
                    <a:pt x="643780" y="1111903"/>
                  </a:lnTo>
                  <a:lnTo>
                    <a:pt x="643760" y="1111868"/>
                  </a:lnTo>
                  <a:lnTo>
                    <a:pt x="643745" y="1111849"/>
                  </a:lnTo>
                  <a:lnTo>
                    <a:pt x="643718" y="1111826"/>
                  </a:lnTo>
                  <a:lnTo>
                    <a:pt x="643692" y="1111811"/>
                  </a:lnTo>
                  <a:lnTo>
                    <a:pt x="643639" y="1111788"/>
                  </a:lnTo>
                  <a:lnTo>
                    <a:pt x="643594" y="1111770"/>
                  </a:lnTo>
                  <a:lnTo>
                    <a:pt x="643555" y="1111756"/>
                  </a:lnTo>
                  <a:lnTo>
                    <a:pt x="643502" y="1111727"/>
                  </a:lnTo>
                  <a:lnTo>
                    <a:pt x="643467" y="1111704"/>
                  </a:lnTo>
                  <a:lnTo>
                    <a:pt x="643388" y="1111668"/>
                  </a:lnTo>
                  <a:lnTo>
                    <a:pt x="643337" y="1111647"/>
                  </a:lnTo>
                  <a:lnTo>
                    <a:pt x="643302" y="1111632"/>
                  </a:lnTo>
                  <a:lnTo>
                    <a:pt x="643251" y="1111604"/>
                  </a:lnTo>
                  <a:lnTo>
                    <a:pt x="643207" y="1111584"/>
                  </a:lnTo>
                  <a:lnTo>
                    <a:pt x="643174" y="1111566"/>
                  </a:lnTo>
                  <a:lnTo>
                    <a:pt x="643142" y="1111543"/>
                  </a:lnTo>
                  <a:lnTo>
                    <a:pt x="643138" y="1111539"/>
                  </a:lnTo>
                  <a:lnTo>
                    <a:pt x="643121" y="1111526"/>
                  </a:lnTo>
                  <a:lnTo>
                    <a:pt x="643105" y="1111510"/>
                  </a:lnTo>
                  <a:lnTo>
                    <a:pt x="643094" y="1111486"/>
                  </a:lnTo>
                  <a:lnTo>
                    <a:pt x="643072" y="1111446"/>
                  </a:lnTo>
                  <a:lnTo>
                    <a:pt x="643058" y="1111421"/>
                  </a:lnTo>
                  <a:lnTo>
                    <a:pt x="643035" y="1111403"/>
                  </a:lnTo>
                  <a:lnTo>
                    <a:pt x="642999" y="1111375"/>
                  </a:lnTo>
                  <a:lnTo>
                    <a:pt x="642962" y="1111341"/>
                  </a:lnTo>
                  <a:lnTo>
                    <a:pt x="642921" y="1111308"/>
                  </a:lnTo>
                  <a:lnTo>
                    <a:pt x="642895" y="1111295"/>
                  </a:lnTo>
                  <a:lnTo>
                    <a:pt x="642869" y="1111288"/>
                  </a:lnTo>
                  <a:lnTo>
                    <a:pt x="642859" y="1111287"/>
                  </a:lnTo>
                  <a:lnTo>
                    <a:pt x="642834" y="1111295"/>
                  </a:lnTo>
                  <a:lnTo>
                    <a:pt x="642817" y="1111301"/>
                  </a:lnTo>
                  <a:lnTo>
                    <a:pt x="642789" y="1111315"/>
                  </a:lnTo>
                  <a:lnTo>
                    <a:pt x="642731" y="1111323"/>
                  </a:lnTo>
                  <a:lnTo>
                    <a:pt x="642705" y="1111322"/>
                  </a:lnTo>
                  <a:lnTo>
                    <a:pt x="642640" y="1111319"/>
                  </a:lnTo>
                  <a:lnTo>
                    <a:pt x="642619" y="1111312"/>
                  </a:lnTo>
                  <a:lnTo>
                    <a:pt x="642580" y="1111303"/>
                  </a:lnTo>
                  <a:lnTo>
                    <a:pt x="642545" y="1111286"/>
                  </a:lnTo>
                  <a:lnTo>
                    <a:pt x="642496" y="1111258"/>
                  </a:lnTo>
                  <a:lnTo>
                    <a:pt x="642466" y="1111247"/>
                  </a:lnTo>
                  <a:lnTo>
                    <a:pt x="642447" y="1111247"/>
                  </a:lnTo>
                  <a:lnTo>
                    <a:pt x="642419" y="1111249"/>
                  </a:lnTo>
                  <a:lnTo>
                    <a:pt x="642383" y="1111252"/>
                  </a:lnTo>
                  <a:lnTo>
                    <a:pt x="642346" y="1111255"/>
                  </a:lnTo>
                  <a:lnTo>
                    <a:pt x="642288" y="1111261"/>
                  </a:lnTo>
                  <a:lnTo>
                    <a:pt x="642241" y="1111256"/>
                  </a:lnTo>
                  <a:lnTo>
                    <a:pt x="642205" y="1111247"/>
                  </a:lnTo>
                  <a:lnTo>
                    <a:pt x="642141" y="1111233"/>
                  </a:lnTo>
                  <a:lnTo>
                    <a:pt x="642074" y="1111220"/>
                  </a:lnTo>
                  <a:lnTo>
                    <a:pt x="642000" y="1111210"/>
                  </a:lnTo>
                  <a:lnTo>
                    <a:pt x="641932" y="1111202"/>
                  </a:lnTo>
                  <a:lnTo>
                    <a:pt x="641868" y="1111203"/>
                  </a:lnTo>
                  <a:lnTo>
                    <a:pt x="641805" y="1111207"/>
                  </a:lnTo>
                  <a:lnTo>
                    <a:pt x="641764" y="1111211"/>
                  </a:lnTo>
                  <a:lnTo>
                    <a:pt x="641737" y="1111219"/>
                  </a:lnTo>
                  <a:lnTo>
                    <a:pt x="641679" y="1111215"/>
                  </a:lnTo>
                  <a:lnTo>
                    <a:pt x="641623" y="1111219"/>
                  </a:lnTo>
                  <a:lnTo>
                    <a:pt x="641571" y="1111225"/>
                  </a:lnTo>
                  <a:lnTo>
                    <a:pt x="641502" y="1111238"/>
                  </a:lnTo>
                  <a:lnTo>
                    <a:pt x="641461" y="1111248"/>
                  </a:lnTo>
                  <a:lnTo>
                    <a:pt x="641402" y="1111275"/>
                  </a:lnTo>
                  <a:lnTo>
                    <a:pt x="641375" y="1111293"/>
                  </a:lnTo>
                  <a:lnTo>
                    <a:pt x="641312" y="1111339"/>
                  </a:lnTo>
                  <a:lnTo>
                    <a:pt x="641283" y="1111362"/>
                  </a:lnTo>
                  <a:lnTo>
                    <a:pt x="641268" y="1111373"/>
                  </a:lnTo>
                  <a:lnTo>
                    <a:pt x="641256" y="1111380"/>
                  </a:lnTo>
                  <a:lnTo>
                    <a:pt x="641251" y="1111391"/>
                  </a:lnTo>
                  <a:lnTo>
                    <a:pt x="641251" y="1111398"/>
                  </a:lnTo>
                  <a:lnTo>
                    <a:pt x="641259" y="1111427"/>
                  </a:lnTo>
                  <a:lnTo>
                    <a:pt x="641261" y="1111455"/>
                  </a:lnTo>
                  <a:lnTo>
                    <a:pt x="641266" y="1111478"/>
                  </a:lnTo>
                  <a:lnTo>
                    <a:pt x="641282" y="1111507"/>
                  </a:lnTo>
                  <a:lnTo>
                    <a:pt x="641298" y="1111543"/>
                  </a:lnTo>
                  <a:lnTo>
                    <a:pt x="641326" y="1111596"/>
                  </a:lnTo>
                  <a:lnTo>
                    <a:pt x="641337" y="1111623"/>
                  </a:lnTo>
                  <a:lnTo>
                    <a:pt x="641343" y="1111646"/>
                  </a:lnTo>
                  <a:lnTo>
                    <a:pt x="641348" y="1111667"/>
                  </a:lnTo>
                  <a:lnTo>
                    <a:pt x="641351" y="1111684"/>
                  </a:lnTo>
                  <a:lnTo>
                    <a:pt x="641350" y="1111709"/>
                  </a:lnTo>
                  <a:lnTo>
                    <a:pt x="641356" y="1111734"/>
                  </a:lnTo>
                  <a:lnTo>
                    <a:pt x="641356" y="1111794"/>
                  </a:lnTo>
                  <a:lnTo>
                    <a:pt x="641357" y="1111801"/>
                  </a:lnTo>
                  <a:lnTo>
                    <a:pt x="641360" y="1111828"/>
                  </a:lnTo>
                  <a:lnTo>
                    <a:pt x="641366" y="1111849"/>
                  </a:lnTo>
                  <a:lnTo>
                    <a:pt x="641378" y="1111876"/>
                  </a:lnTo>
                  <a:lnTo>
                    <a:pt x="641406" y="1111927"/>
                  </a:lnTo>
                  <a:lnTo>
                    <a:pt x="641422" y="1111968"/>
                  </a:lnTo>
                  <a:lnTo>
                    <a:pt x="641433" y="1111996"/>
                  </a:lnTo>
                  <a:lnTo>
                    <a:pt x="641436" y="1112019"/>
                  </a:lnTo>
                  <a:lnTo>
                    <a:pt x="641437" y="1112033"/>
                  </a:lnTo>
                  <a:lnTo>
                    <a:pt x="641435" y="1112059"/>
                  </a:lnTo>
                  <a:lnTo>
                    <a:pt x="641422" y="1112088"/>
                  </a:lnTo>
                  <a:lnTo>
                    <a:pt x="641417" y="1112115"/>
                  </a:lnTo>
                  <a:lnTo>
                    <a:pt x="641413" y="1112146"/>
                  </a:lnTo>
                  <a:lnTo>
                    <a:pt x="641411" y="1112191"/>
                  </a:lnTo>
                  <a:lnTo>
                    <a:pt x="641408" y="1112271"/>
                  </a:lnTo>
                  <a:lnTo>
                    <a:pt x="641409" y="1112314"/>
                  </a:lnTo>
                  <a:lnTo>
                    <a:pt x="641412" y="1112357"/>
                  </a:lnTo>
                  <a:lnTo>
                    <a:pt x="641416" y="1112407"/>
                  </a:lnTo>
                  <a:lnTo>
                    <a:pt x="641407" y="1112427"/>
                  </a:lnTo>
                  <a:lnTo>
                    <a:pt x="641392" y="1112441"/>
                  </a:lnTo>
                  <a:lnTo>
                    <a:pt x="641373" y="1112455"/>
                  </a:lnTo>
                  <a:lnTo>
                    <a:pt x="641349" y="1112461"/>
                  </a:lnTo>
                  <a:lnTo>
                    <a:pt x="641291" y="1112474"/>
                  </a:lnTo>
                  <a:lnTo>
                    <a:pt x="641243" y="1112488"/>
                  </a:lnTo>
                  <a:lnTo>
                    <a:pt x="641202" y="1112509"/>
                  </a:lnTo>
                  <a:lnTo>
                    <a:pt x="641169" y="1112536"/>
                  </a:lnTo>
                  <a:lnTo>
                    <a:pt x="641124" y="1112578"/>
                  </a:lnTo>
                  <a:lnTo>
                    <a:pt x="641069" y="1112644"/>
                  </a:lnTo>
                  <a:lnTo>
                    <a:pt x="641029" y="1112718"/>
                  </a:lnTo>
                  <a:lnTo>
                    <a:pt x="641024" y="1112755"/>
                  </a:lnTo>
                  <a:lnTo>
                    <a:pt x="641006" y="1112815"/>
                  </a:lnTo>
                  <a:lnTo>
                    <a:pt x="640980" y="1112846"/>
                  </a:lnTo>
                  <a:lnTo>
                    <a:pt x="640962" y="1112874"/>
                  </a:lnTo>
                  <a:lnTo>
                    <a:pt x="640924" y="1112916"/>
                  </a:lnTo>
                  <a:lnTo>
                    <a:pt x="640877" y="1112959"/>
                  </a:lnTo>
                  <a:lnTo>
                    <a:pt x="640831" y="1113004"/>
                  </a:lnTo>
                  <a:lnTo>
                    <a:pt x="640799" y="1113034"/>
                  </a:lnTo>
                  <a:lnTo>
                    <a:pt x="640760" y="1113062"/>
                  </a:lnTo>
                  <a:lnTo>
                    <a:pt x="640740" y="1113110"/>
                  </a:lnTo>
                  <a:lnTo>
                    <a:pt x="640725" y="1113178"/>
                  </a:lnTo>
                  <a:lnTo>
                    <a:pt x="640693" y="1113225"/>
                  </a:lnTo>
                  <a:lnTo>
                    <a:pt x="640658" y="1113269"/>
                  </a:lnTo>
                  <a:lnTo>
                    <a:pt x="640630" y="1113300"/>
                  </a:lnTo>
                  <a:lnTo>
                    <a:pt x="640609" y="1113371"/>
                  </a:lnTo>
                  <a:lnTo>
                    <a:pt x="640611" y="1113411"/>
                  </a:lnTo>
                  <a:lnTo>
                    <a:pt x="640603" y="1113464"/>
                  </a:lnTo>
                  <a:lnTo>
                    <a:pt x="640581" y="1113480"/>
                  </a:lnTo>
                  <a:lnTo>
                    <a:pt x="640541" y="1113507"/>
                  </a:lnTo>
                  <a:lnTo>
                    <a:pt x="640529" y="1113510"/>
                  </a:lnTo>
                  <a:lnTo>
                    <a:pt x="640516" y="1113507"/>
                  </a:lnTo>
                  <a:lnTo>
                    <a:pt x="640502" y="1113495"/>
                  </a:lnTo>
                  <a:lnTo>
                    <a:pt x="640487" y="1113472"/>
                  </a:lnTo>
                  <a:lnTo>
                    <a:pt x="640471" y="1113436"/>
                  </a:lnTo>
                  <a:lnTo>
                    <a:pt x="640448" y="1113388"/>
                  </a:lnTo>
                  <a:lnTo>
                    <a:pt x="640423" y="1113335"/>
                  </a:lnTo>
                  <a:lnTo>
                    <a:pt x="640386" y="1113269"/>
                  </a:lnTo>
                  <a:lnTo>
                    <a:pt x="640366" y="1113232"/>
                  </a:lnTo>
                  <a:lnTo>
                    <a:pt x="640320" y="1113199"/>
                  </a:lnTo>
                  <a:lnTo>
                    <a:pt x="640282" y="1113180"/>
                  </a:lnTo>
                  <a:lnTo>
                    <a:pt x="640255" y="1113156"/>
                  </a:lnTo>
                  <a:lnTo>
                    <a:pt x="640237" y="1113143"/>
                  </a:lnTo>
                  <a:lnTo>
                    <a:pt x="640209" y="1113130"/>
                  </a:lnTo>
                  <a:lnTo>
                    <a:pt x="640160" y="1113100"/>
                  </a:lnTo>
                  <a:lnTo>
                    <a:pt x="640132" y="1113089"/>
                  </a:lnTo>
                  <a:lnTo>
                    <a:pt x="640091" y="1113088"/>
                  </a:lnTo>
                  <a:lnTo>
                    <a:pt x="640064" y="1113080"/>
                  </a:lnTo>
                  <a:lnTo>
                    <a:pt x="640039" y="1113053"/>
                  </a:lnTo>
                  <a:lnTo>
                    <a:pt x="640019" y="1113026"/>
                  </a:lnTo>
                  <a:lnTo>
                    <a:pt x="639985" y="1112979"/>
                  </a:lnTo>
                  <a:lnTo>
                    <a:pt x="639963" y="1112961"/>
                  </a:lnTo>
                  <a:lnTo>
                    <a:pt x="639923" y="1112942"/>
                  </a:lnTo>
                  <a:lnTo>
                    <a:pt x="639882" y="1112915"/>
                  </a:lnTo>
                  <a:lnTo>
                    <a:pt x="639850" y="1112892"/>
                  </a:lnTo>
                  <a:lnTo>
                    <a:pt x="639824" y="1112876"/>
                  </a:lnTo>
                  <a:lnTo>
                    <a:pt x="639804" y="1112875"/>
                  </a:lnTo>
                  <a:lnTo>
                    <a:pt x="639765" y="1112887"/>
                  </a:lnTo>
                  <a:lnTo>
                    <a:pt x="639709" y="1112905"/>
                  </a:lnTo>
                  <a:lnTo>
                    <a:pt x="639677" y="1112911"/>
                  </a:lnTo>
                  <a:lnTo>
                    <a:pt x="639660" y="1112910"/>
                  </a:lnTo>
                  <a:lnTo>
                    <a:pt x="639627" y="1112901"/>
                  </a:lnTo>
                  <a:lnTo>
                    <a:pt x="639571" y="1112883"/>
                  </a:lnTo>
                  <a:lnTo>
                    <a:pt x="639495" y="1112862"/>
                  </a:lnTo>
                  <a:lnTo>
                    <a:pt x="639428" y="1112847"/>
                  </a:lnTo>
                  <a:lnTo>
                    <a:pt x="639379" y="1112848"/>
                  </a:lnTo>
                  <a:lnTo>
                    <a:pt x="639313" y="1112874"/>
                  </a:lnTo>
                  <a:lnTo>
                    <a:pt x="639267" y="1112875"/>
                  </a:lnTo>
                  <a:lnTo>
                    <a:pt x="639227" y="1112878"/>
                  </a:lnTo>
                  <a:lnTo>
                    <a:pt x="639184" y="1112896"/>
                  </a:lnTo>
                  <a:lnTo>
                    <a:pt x="639154" y="1112900"/>
                  </a:lnTo>
                  <a:lnTo>
                    <a:pt x="639083" y="1112906"/>
                  </a:lnTo>
                  <a:lnTo>
                    <a:pt x="639013" y="1112937"/>
                  </a:lnTo>
                  <a:lnTo>
                    <a:pt x="638972" y="1112967"/>
                  </a:lnTo>
                  <a:lnTo>
                    <a:pt x="638946" y="1112993"/>
                  </a:lnTo>
                  <a:lnTo>
                    <a:pt x="638865" y="1113066"/>
                  </a:lnTo>
                  <a:lnTo>
                    <a:pt x="638840" y="1113075"/>
                  </a:lnTo>
                  <a:lnTo>
                    <a:pt x="638815" y="1113075"/>
                  </a:lnTo>
                  <a:lnTo>
                    <a:pt x="638774" y="1113075"/>
                  </a:lnTo>
                  <a:lnTo>
                    <a:pt x="638716" y="1113083"/>
                  </a:lnTo>
                  <a:lnTo>
                    <a:pt x="638694" y="1113096"/>
                  </a:lnTo>
                  <a:lnTo>
                    <a:pt x="638674" y="1113138"/>
                  </a:lnTo>
                  <a:lnTo>
                    <a:pt x="638639" y="1113175"/>
                  </a:lnTo>
                  <a:lnTo>
                    <a:pt x="638601" y="1113213"/>
                  </a:lnTo>
                  <a:lnTo>
                    <a:pt x="638589" y="1113243"/>
                  </a:lnTo>
                  <a:lnTo>
                    <a:pt x="638583" y="1113306"/>
                  </a:lnTo>
                  <a:lnTo>
                    <a:pt x="638552" y="1113378"/>
                  </a:lnTo>
                  <a:lnTo>
                    <a:pt x="638513" y="1113445"/>
                  </a:lnTo>
                  <a:lnTo>
                    <a:pt x="638437" y="1113506"/>
                  </a:lnTo>
                  <a:lnTo>
                    <a:pt x="638407" y="1113523"/>
                  </a:lnTo>
                  <a:lnTo>
                    <a:pt x="638389" y="1113542"/>
                  </a:lnTo>
                  <a:lnTo>
                    <a:pt x="638367" y="1113571"/>
                  </a:lnTo>
                  <a:lnTo>
                    <a:pt x="638361" y="1113613"/>
                  </a:lnTo>
                  <a:lnTo>
                    <a:pt x="638365" y="1113660"/>
                  </a:lnTo>
                  <a:lnTo>
                    <a:pt x="638361" y="1113713"/>
                  </a:lnTo>
                  <a:lnTo>
                    <a:pt x="638354" y="1113736"/>
                  </a:lnTo>
                  <a:lnTo>
                    <a:pt x="638332" y="1113749"/>
                  </a:lnTo>
                  <a:lnTo>
                    <a:pt x="638312" y="1113754"/>
                  </a:lnTo>
                  <a:lnTo>
                    <a:pt x="638282" y="1113755"/>
                  </a:lnTo>
                  <a:lnTo>
                    <a:pt x="638257" y="1113754"/>
                  </a:lnTo>
                  <a:lnTo>
                    <a:pt x="638218" y="1113748"/>
                  </a:lnTo>
                  <a:lnTo>
                    <a:pt x="638185" y="1113740"/>
                  </a:lnTo>
                  <a:lnTo>
                    <a:pt x="638131" y="1113717"/>
                  </a:lnTo>
                  <a:lnTo>
                    <a:pt x="638070" y="1113698"/>
                  </a:lnTo>
                  <a:lnTo>
                    <a:pt x="638017" y="1113694"/>
                  </a:lnTo>
                  <a:lnTo>
                    <a:pt x="637992" y="1113685"/>
                  </a:lnTo>
                  <a:lnTo>
                    <a:pt x="637968" y="1113666"/>
                  </a:lnTo>
                  <a:lnTo>
                    <a:pt x="637952" y="1113650"/>
                  </a:lnTo>
                  <a:lnTo>
                    <a:pt x="637929" y="1113621"/>
                  </a:lnTo>
                  <a:lnTo>
                    <a:pt x="637914" y="1113597"/>
                  </a:lnTo>
                  <a:lnTo>
                    <a:pt x="637884" y="1113569"/>
                  </a:lnTo>
                  <a:lnTo>
                    <a:pt x="637838" y="1113547"/>
                  </a:lnTo>
                  <a:lnTo>
                    <a:pt x="637802" y="1113546"/>
                  </a:lnTo>
                  <a:lnTo>
                    <a:pt x="637772" y="1113527"/>
                  </a:lnTo>
                  <a:lnTo>
                    <a:pt x="637753" y="1113498"/>
                  </a:lnTo>
                  <a:lnTo>
                    <a:pt x="637739" y="1113474"/>
                  </a:lnTo>
                  <a:lnTo>
                    <a:pt x="637703" y="1113461"/>
                  </a:lnTo>
                  <a:lnTo>
                    <a:pt x="637645" y="1113444"/>
                  </a:lnTo>
                  <a:lnTo>
                    <a:pt x="637601" y="1113419"/>
                  </a:lnTo>
                  <a:lnTo>
                    <a:pt x="637587" y="1113407"/>
                  </a:lnTo>
                  <a:lnTo>
                    <a:pt x="637581" y="1113396"/>
                  </a:lnTo>
                  <a:lnTo>
                    <a:pt x="637580" y="1113385"/>
                  </a:lnTo>
                  <a:lnTo>
                    <a:pt x="637580" y="1113372"/>
                  </a:lnTo>
                  <a:lnTo>
                    <a:pt x="637581" y="1113357"/>
                  </a:lnTo>
                  <a:lnTo>
                    <a:pt x="637588" y="1113338"/>
                  </a:lnTo>
                  <a:lnTo>
                    <a:pt x="637594" y="1113315"/>
                  </a:lnTo>
                  <a:lnTo>
                    <a:pt x="637608" y="1113288"/>
                  </a:lnTo>
                  <a:lnTo>
                    <a:pt x="637633" y="1113257"/>
                  </a:lnTo>
                  <a:lnTo>
                    <a:pt x="637672" y="1113226"/>
                  </a:lnTo>
                  <a:lnTo>
                    <a:pt x="637675" y="1113216"/>
                  </a:lnTo>
                  <a:lnTo>
                    <a:pt x="637674" y="1113206"/>
                  </a:lnTo>
                  <a:lnTo>
                    <a:pt x="637674" y="1113199"/>
                  </a:lnTo>
                  <a:lnTo>
                    <a:pt x="637669" y="1113183"/>
                  </a:lnTo>
                  <a:lnTo>
                    <a:pt x="637660" y="1113170"/>
                  </a:lnTo>
                  <a:lnTo>
                    <a:pt x="637644" y="1113150"/>
                  </a:lnTo>
                  <a:lnTo>
                    <a:pt x="637627" y="1113130"/>
                  </a:lnTo>
                  <a:lnTo>
                    <a:pt x="637622" y="1113122"/>
                  </a:lnTo>
                  <a:lnTo>
                    <a:pt x="637609" y="1113109"/>
                  </a:lnTo>
                  <a:lnTo>
                    <a:pt x="637605" y="1113090"/>
                  </a:lnTo>
                  <a:lnTo>
                    <a:pt x="637604" y="1113067"/>
                  </a:lnTo>
                  <a:lnTo>
                    <a:pt x="637611" y="1113028"/>
                  </a:lnTo>
                  <a:lnTo>
                    <a:pt x="637613" y="1112961"/>
                  </a:lnTo>
                  <a:lnTo>
                    <a:pt x="637616" y="1112916"/>
                  </a:lnTo>
                  <a:lnTo>
                    <a:pt x="637613" y="1112903"/>
                  </a:lnTo>
                  <a:lnTo>
                    <a:pt x="637599" y="1112886"/>
                  </a:lnTo>
                  <a:lnTo>
                    <a:pt x="637581" y="1112869"/>
                  </a:lnTo>
                  <a:lnTo>
                    <a:pt x="637549" y="1112841"/>
                  </a:lnTo>
                  <a:lnTo>
                    <a:pt x="637524" y="1112810"/>
                  </a:lnTo>
                  <a:lnTo>
                    <a:pt x="637486" y="1112763"/>
                  </a:lnTo>
                  <a:lnTo>
                    <a:pt x="637467" y="1112731"/>
                  </a:lnTo>
                  <a:lnTo>
                    <a:pt x="637453" y="1112701"/>
                  </a:lnTo>
                  <a:lnTo>
                    <a:pt x="637419" y="1112646"/>
                  </a:lnTo>
                  <a:lnTo>
                    <a:pt x="637393" y="1112613"/>
                  </a:lnTo>
                  <a:lnTo>
                    <a:pt x="637366" y="1112569"/>
                  </a:lnTo>
                  <a:lnTo>
                    <a:pt x="637337" y="1112504"/>
                  </a:lnTo>
                  <a:lnTo>
                    <a:pt x="637280" y="1112410"/>
                  </a:lnTo>
                  <a:lnTo>
                    <a:pt x="637277" y="1112402"/>
                  </a:lnTo>
                  <a:lnTo>
                    <a:pt x="637274" y="1112392"/>
                  </a:lnTo>
                  <a:lnTo>
                    <a:pt x="637263" y="1112378"/>
                  </a:lnTo>
                  <a:lnTo>
                    <a:pt x="637245" y="1112355"/>
                  </a:lnTo>
                  <a:lnTo>
                    <a:pt x="637218" y="1112322"/>
                  </a:lnTo>
                  <a:lnTo>
                    <a:pt x="637203" y="1112303"/>
                  </a:lnTo>
                  <a:lnTo>
                    <a:pt x="637197" y="1112299"/>
                  </a:lnTo>
                  <a:lnTo>
                    <a:pt x="637192" y="1112299"/>
                  </a:lnTo>
                  <a:lnTo>
                    <a:pt x="637173" y="1112299"/>
                  </a:lnTo>
                  <a:lnTo>
                    <a:pt x="637162" y="1112299"/>
                  </a:lnTo>
                  <a:lnTo>
                    <a:pt x="637153" y="1112302"/>
                  </a:lnTo>
                  <a:lnTo>
                    <a:pt x="637105" y="1112312"/>
                  </a:lnTo>
                  <a:lnTo>
                    <a:pt x="637076" y="1112316"/>
                  </a:lnTo>
                  <a:lnTo>
                    <a:pt x="637047" y="1112314"/>
                  </a:lnTo>
                  <a:lnTo>
                    <a:pt x="637011" y="1112307"/>
                  </a:lnTo>
                  <a:lnTo>
                    <a:pt x="636995" y="1112302"/>
                  </a:lnTo>
                  <a:lnTo>
                    <a:pt x="636978" y="1112302"/>
                  </a:lnTo>
                  <a:lnTo>
                    <a:pt x="636963" y="1112305"/>
                  </a:lnTo>
                  <a:lnTo>
                    <a:pt x="636950" y="1112306"/>
                  </a:lnTo>
                  <a:lnTo>
                    <a:pt x="636925" y="1112301"/>
                  </a:lnTo>
                  <a:lnTo>
                    <a:pt x="636908" y="1112302"/>
                  </a:lnTo>
                  <a:lnTo>
                    <a:pt x="636881" y="1112296"/>
                  </a:lnTo>
                  <a:lnTo>
                    <a:pt x="636858" y="1112291"/>
                  </a:lnTo>
                  <a:lnTo>
                    <a:pt x="636836" y="1112284"/>
                  </a:lnTo>
                  <a:lnTo>
                    <a:pt x="636824" y="1112283"/>
                  </a:lnTo>
                  <a:lnTo>
                    <a:pt x="636814" y="1112283"/>
                  </a:lnTo>
                  <a:lnTo>
                    <a:pt x="636805" y="1112286"/>
                  </a:lnTo>
                  <a:lnTo>
                    <a:pt x="636800" y="1112287"/>
                  </a:lnTo>
                  <a:lnTo>
                    <a:pt x="636791" y="1112287"/>
                  </a:lnTo>
                  <a:lnTo>
                    <a:pt x="636781" y="1112284"/>
                  </a:lnTo>
                  <a:lnTo>
                    <a:pt x="636766" y="1112269"/>
                  </a:lnTo>
                  <a:lnTo>
                    <a:pt x="636731" y="1112230"/>
                  </a:lnTo>
                  <a:lnTo>
                    <a:pt x="636696" y="1112181"/>
                  </a:lnTo>
                  <a:lnTo>
                    <a:pt x="636692" y="1112176"/>
                  </a:lnTo>
                  <a:lnTo>
                    <a:pt x="636676" y="1112153"/>
                  </a:lnTo>
                  <a:lnTo>
                    <a:pt x="636653" y="1112137"/>
                  </a:lnTo>
                  <a:lnTo>
                    <a:pt x="636629" y="1112103"/>
                  </a:lnTo>
                  <a:lnTo>
                    <a:pt x="636615" y="1112084"/>
                  </a:lnTo>
                  <a:lnTo>
                    <a:pt x="636596" y="1112062"/>
                  </a:lnTo>
                  <a:lnTo>
                    <a:pt x="636585" y="1112052"/>
                  </a:lnTo>
                  <a:lnTo>
                    <a:pt x="636570" y="1112045"/>
                  </a:lnTo>
                  <a:lnTo>
                    <a:pt x="636552" y="1112043"/>
                  </a:lnTo>
                  <a:lnTo>
                    <a:pt x="636545" y="1112041"/>
                  </a:lnTo>
                  <a:lnTo>
                    <a:pt x="636543" y="1112035"/>
                  </a:lnTo>
                  <a:lnTo>
                    <a:pt x="636545" y="1112020"/>
                  </a:lnTo>
                  <a:lnTo>
                    <a:pt x="636546" y="1112003"/>
                  </a:lnTo>
                  <a:lnTo>
                    <a:pt x="636548" y="1111974"/>
                  </a:lnTo>
                  <a:lnTo>
                    <a:pt x="636548" y="1111959"/>
                  </a:lnTo>
                  <a:lnTo>
                    <a:pt x="636543" y="1111932"/>
                  </a:lnTo>
                  <a:lnTo>
                    <a:pt x="636537" y="1111905"/>
                  </a:lnTo>
                  <a:lnTo>
                    <a:pt x="636528" y="1111881"/>
                  </a:lnTo>
                  <a:lnTo>
                    <a:pt x="636521" y="1111870"/>
                  </a:lnTo>
                  <a:lnTo>
                    <a:pt x="636506" y="1111853"/>
                  </a:lnTo>
                  <a:lnTo>
                    <a:pt x="636485" y="1111828"/>
                  </a:lnTo>
                  <a:lnTo>
                    <a:pt x="636462" y="1111808"/>
                  </a:lnTo>
                  <a:lnTo>
                    <a:pt x="636441" y="1111786"/>
                  </a:lnTo>
                  <a:lnTo>
                    <a:pt x="636418" y="1111769"/>
                  </a:lnTo>
                  <a:lnTo>
                    <a:pt x="636378" y="1111745"/>
                  </a:lnTo>
                  <a:lnTo>
                    <a:pt x="636349" y="1111729"/>
                  </a:lnTo>
                  <a:lnTo>
                    <a:pt x="636314" y="1111696"/>
                  </a:lnTo>
                  <a:lnTo>
                    <a:pt x="636284" y="1111669"/>
                  </a:lnTo>
                  <a:lnTo>
                    <a:pt x="636237" y="1111626"/>
                  </a:lnTo>
                  <a:lnTo>
                    <a:pt x="636218" y="1111609"/>
                  </a:lnTo>
                  <a:lnTo>
                    <a:pt x="636192" y="1111579"/>
                  </a:lnTo>
                  <a:lnTo>
                    <a:pt x="636173" y="1111564"/>
                  </a:lnTo>
                  <a:lnTo>
                    <a:pt x="636160" y="1111556"/>
                  </a:lnTo>
                  <a:lnTo>
                    <a:pt x="636126" y="1111543"/>
                  </a:lnTo>
                  <a:lnTo>
                    <a:pt x="636097" y="1111534"/>
                  </a:lnTo>
                  <a:lnTo>
                    <a:pt x="636077" y="1111529"/>
                  </a:lnTo>
                  <a:lnTo>
                    <a:pt x="636051" y="1111518"/>
                  </a:lnTo>
                  <a:lnTo>
                    <a:pt x="636017" y="1111501"/>
                  </a:lnTo>
                  <a:lnTo>
                    <a:pt x="635995" y="1111490"/>
                  </a:lnTo>
                  <a:lnTo>
                    <a:pt x="635969" y="1111469"/>
                  </a:lnTo>
                  <a:lnTo>
                    <a:pt x="635936" y="1111437"/>
                  </a:lnTo>
                  <a:lnTo>
                    <a:pt x="635915" y="1111420"/>
                  </a:lnTo>
                  <a:lnTo>
                    <a:pt x="635859" y="1111368"/>
                  </a:lnTo>
                  <a:lnTo>
                    <a:pt x="635827" y="1111339"/>
                  </a:lnTo>
                  <a:lnTo>
                    <a:pt x="635778" y="1111295"/>
                  </a:lnTo>
                  <a:lnTo>
                    <a:pt x="635748" y="1111270"/>
                  </a:lnTo>
                  <a:lnTo>
                    <a:pt x="635714" y="1111251"/>
                  </a:lnTo>
                  <a:lnTo>
                    <a:pt x="635699" y="1111249"/>
                  </a:lnTo>
                  <a:lnTo>
                    <a:pt x="635686" y="1111249"/>
                  </a:lnTo>
                  <a:lnTo>
                    <a:pt x="635677" y="1111250"/>
                  </a:lnTo>
                  <a:lnTo>
                    <a:pt x="635656" y="1111271"/>
                  </a:lnTo>
                  <a:lnTo>
                    <a:pt x="635628" y="1111296"/>
                  </a:lnTo>
                  <a:lnTo>
                    <a:pt x="635595" y="1111314"/>
                  </a:lnTo>
                  <a:lnTo>
                    <a:pt x="635552" y="1111333"/>
                  </a:lnTo>
                  <a:lnTo>
                    <a:pt x="635541" y="1111337"/>
                  </a:lnTo>
                  <a:lnTo>
                    <a:pt x="635516" y="1111341"/>
                  </a:lnTo>
                  <a:lnTo>
                    <a:pt x="635481" y="1111341"/>
                  </a:lnTo>
                  <a:lnTo>
                    <a:pt x="635436" y="1111341"/>
                  </a:lnTo>
                  <a:lnTo>
                    <a:pt x="635400" y="1111343"/>
                  </a:lnTo>
                  <a:lnTo>
                    <a:pt x="635347" y="1111358"/>
                  </a:lnTo>
                  <a:lnTo>
                    <a:pt x="635319" y="1111374"/>
                  </a:lnTo>
                  <a:lnTo>
                    <a:pt x="635293" y="1111383"/>
                  </a:lnTo>
                  <a:lnTo>
                    <a:pt x="635256" y="1111393"/>
                  </a:lnTo>
                  <a:lnTo>
                    <a:pt x="635232" y="1111399"/>
                  </a:lnTo>
                  <a:lnTo>
                    <a:pt x="635201" y="1111415"/>
                  </a:lnTo>
                  <a:lnTo>
                    <a:pt x="635160" y="1111436"/>
                  </a:lnTo>
                  <a:lnTo>
                    <a:pt x="635109" y="1111461"/>
                  </a:lnTo>
                  <a:lnTo>
                    <a:pt x="635087" y="1111476"/>
                  </a:lnTo>
                  <a:lnTo>
                    <a:pt x="635064" y="1111494"/>
                  </a:lnTo>
                  <a:lnTo>
                    <a:pt x="635028" y="1111521"/>
                  </a:lnTo>
                  <a:lnTo>
                    <a:pt x="635007" y="1111537"/>
                  </a:lnTo>
                  <a:lnTo>
                    <a:pt x="634981" y="1111553"/>
                  </a:lnTo>
                  <a:lnTo>
                    <a:pt x="634972" y="1111553"/>
                  </a:lnTo>
                  <a:lnTo>
                    <a:pt x="634967" y="1111552"/>
                  </a:lnTo>
                  <a:lnTo>
                    <a:pt x="634957" y="1111542"/>
                  </a:lnTo>
                  <a:lnTo>
                    <a:pt x="634938" y="1111520"/>
                  </a:lnTo>
                  <a:lnTo>
                    <a:pt x="634923" y="1111498"/>
                  </a:lnTo>
                  <a:lnTo>
                    <a:pt x="634893" y="1111459"/>
                  </a:lnTo>
                  <a:lnTo>
                    <a:pt x="634855" y="1111413"/>
                  </a:lnTo>
                  <a:lnTo>
                    <a:pt x="634820" y="1111383"/>
                  </a:lnTo>
                  <a:lnTo>
                    <a:pt x="634802" y="1111367"/>
                  </a:lnTo>
                  <a:lnTo>
                    <a:pt x="634777" y="1111353"/>
                  </a:lnTo>
                  <a:lnTo>
                    <a:pt x="634742" y="1111333"/>
                  </a:lnTo>
                  <a:lnTo>
                    <a:pt x="634717" y="1111324"/>
                  </a:lnTo>
                  <a:lnTo>
                    <a:pt x="634689" y="1111318"/>
                  </a:lnTo>
                  <a:lnTo>
                    <a:pt x="634658" y="1111315"/>
                  </a:lnTo>
                  <a:lnTo>
                    <a:pt x="634645" y="1111315"/>
                  </a:lnTo>
                  <a:lnTo>
                    <a:pt x="634631" y="1111317"/>
                  </a:lnTo>
                  <a:lnTo>
                    <a:pt x="634608" y="1111325"/>
                  </a:lnTo>
                  <a:lnTo>
                    <a:pt x="634581" y="1111335"/>
                  </a:lnTo>
                  <a:lnTo>
                    <a:pt x="634553" y="1111344"/>
                  </a:lnTo>
                  <a:lnTo>
                    <a:pt x="634531" y="1111356"/>
                  </a:lnTo>
                  <a:lnTo>
                    <a:pt x="634503" y="1111366"/>
                  </a:lnTo>
                  <a:lnTo>
                    <a:pt x="634475" y="1111372"/>
                  </a:lnTo>
                  <a:lnTo>
                    <a:pt x="634433" y="1111378"/>
                  </a:lnTo>
                  <a:lnTo>
                    <a:pt x="634409" y="1111381"/>
                  </a:lnTo>
                  <a:lnTo>
                    <a:pt x="634382" y="1111390"/>
                  </a:lnTo>
                  <a:lnTo>
                    <a:pt x="634367" y="1111398"/>
                  </a:lnTo>
                  <a:lnTo>
                    <a:pt x="634338" y="1111407"/>
                  </a:lnTo>
                  <a:lnTo>
                    <a:pt x="634290" y="1111420"/>
                  </a:lnTo>
                  <a:lnTo>
                    <a:pt x="634277" y="1111421"/>
                  </a:lnTo>
                  <a:lnTo>
                    <a:pt x="634258" y="1111422"/>
                  </a:lnTo>
                  <a:lnTo>
                    <a:pt x="634238" y="1111417"/>
                  </a:lnTo>
                  <a:lnTo>
                    <a:pt x="634226" y="1111413"/>
                  </a:lnTo>
                  <a:lnTo>
                    <a:pt x="634205" y="1111409"/>
                  </a:lnTo>
                  <a:lnTo>
                    <a:pt x="634178" y="1111407"/>
                  </a:lnTo>
                  <a:lnTo>
                    <a:pt x="634167" y="1111409"/>
                  </a:lnTo>
                  <a:lnTo>
                    <a:pt x="634154" y="1111417"/>
                  </a:lnTo>
                  <a:lnTo>
                    <a:pt x="634137" y="1111429"/>
                  </a:lnTo>
                  <a:lnTo>
                    <a:pt x="634114" y="1111440"/>
                  </a:lnTo>
                  <a:lnTo>
                    <a:pt x="634087" y="1111455"/>
                  </a:lnTo>
                  <a:lnTo>
                    <a:pt x="634070" y="1111465"/>
                  </a:lnTo>
                  <a:lnTo>
                    <a:pt x="634032" y="1111475"/>
                  </a:lnTo>
                  <a:lnTo>
                    <a:pt x="634000" y="1111484"/>
                  </a:lnTo>
                  <a:lnTo>
                    <a:pt x="633974" y="1111491"/>
                  </a:lnTo>
                  <a:lnTo>
                    <a:pt x="633933" y="1111494"/>
                  </a:lnTo>
                  <a:lnTo>
                    <a:pt x="633894" y="1111498"/>
                  </a:lnTo>
                  <a:lnTo>
                    <a:pt x="633856" y="1111499"/>
                  </a:lnTo>
                  <a:lnTo>
                    <a:pt x="633797" y="1111497"/>
                  </a:lnTo>
                  <a:lnTo>
                    <a:pt x="633727" y="1111491"/>
                  </a:lnTo>
                  <a:lnTo>
                    <a:pt x="633692" y="1111489"/>
                  </a:lnTo>
                  <a:lnTo>
                    <a:pt x="633664" y="1111489"/>
                  </a:lnTo>
                  <a:lnTo>
                    <a:pt x="633632" y="1111482"/>
                  </a:lnTo>
                  <a:lnTo>
                    <a:pt x="633604" y="1111471"/>
                  </a:lnTo>
                  <a:lnTo>
                    <a:pt x="633579" y="1111459"/>
                  </a:lnTo>
                  <a:lnTo>
                    <a:pt x="633553" y="1111444"/>
                  </a:lnTo>
                  <a:lnTo>
                    <a:pt x="633536" y="1111438"/>
                  </a:lnTo>
                  <a:lnTo>
                    <a:pt x="633525" y="1111436"/>
                  </a:lnTo>
                  <a:lnTo>
                    <a:pt x="633511" y="1111440"/>
                  </a:lnTo>
                  <a:lnTo>
                    <a:pt x="633481" y="1111449"/>
                  </a:lnTo>
                  <a:lnTo>
                    <a:pt x="633455" y="1111461"/>
                  </a:lnTo>
                  <a:lnTo>
                    <a:pt x="633433" y="1111472"/>
                  </a:lnTo>
                  <a:lnTo>
                    <a:pt x="633413" y="1111482"/>
                  </a:lnTo>
                  <a:lnTo>
                    <a:pt x="633383" y="1111499"/>
                  </a:lnTo>
                  <a:lnTo>
                    <a:pt x="633353" y="1111522"/>
                  </a:lnTo>
                  <a:lnTo>
                    <a:pt x="633319" y="1111549"/>
                  </a:lnTo>
                  <a:lnTo>
                    <a:pt x="633301" y="1111566"/>
                  </a:lnTo>
                  <a:lnTo>
                    <a:pt x="633284" y="1111583"/>
                  </a:lnTo>
                  <a:lnTo>
                    <a:pt x="633249" y="1111610"/>
                  </a:lnTo>
                  <a:lnTo>
                    <a:pt x="633235" y="1111625"/>
                  </a:lnTo>
                  <a:lnTo>
                    <a:pt x="633218" y="1111646"/>
                  </a:lnTo>
                  <a:lnTo>
                    <a:pt x="633201" y="1111659"/>
                  </a:lnTo>
                  <a:lnTo>
                    <a:pt x="633180" y="1111679"/>
                  </a:lnTo>
                  <a:lnTo>
                    <a:pt x="633166" y="1111694"/>
                  </a:lnTo>
                  <a:lnTo>
                    <a:pt x="633138" y="1111716"/>
                  </a:lnTo>
                  <a:lnTo>
                    <a:pt x="633097" y="1111752"/>
                  </a:lnTo>
                  <a:lnTo>
                    <a:pt x="633078" y="1111763"/>
                  </a:lnTo>
                  <a:lnTo>
                    <a:pt x="633057" y="1111776"/>
                  </a:lnTo>
                  <a:lnTo>
                    <a:pt x="633047" y="1111778"/>
                  </a:lnTo>
                  <a:lnTo>
                    <a:pt x="633031" y="1111777"/>
                  </a:lnTo>
                  <a:lnTo>
                    <a:pt x="633016" y="1111771"/>
                  </a:lnTo>
                  <a:lnTo>
                    <a:pt x="632993" y="1111757"/>
                  </a:lnTo>
                  <a:lnTo>
                    <a:pt x="632967" y="1111748"/>
                  </a:lnTo>
                  <a:lnTo>
                    <a:pt x="632941" y="1111735"/>
                  </a:lnTo>
                  <a:lnTo>
                    <a:pt x="632901" y="1111724"/>
                  </a:lnTo>
                  <a:lnTo>
                    <a:pt x="632870" y="1111711"/>
                  </a:lnTo>
                  <a:lnTo>
                    <a:pt x="632809" y="1111699"/>
                  </a:lnTo>
                  <a:lnTo>
                    <a:pt x="632770" y="1111697"/>
                  </a:lnTo>
                  <a:lnTo>
                    <a:pt x="632739" y="1111698"/>
                  </a:lnTo>
                  <a:lnTo>
                    <a:pt x="632717" y="1111702"/>
                  </a:lnTo>
                  <a:lnTo>
                    <a:pt x="632695" y="1111703"/>
                  </a:lnTo>
                  <a:lnTo>
                    <a:pt x="632677" y="1111700"/>
                  </a:lnTo>
                  <a:lnTo>
                    <a:pt x="632671" y="1111698"/>
                  </a:lnTo>
                  <a:lnTo>
                    <a:pt x="632666" y="1111691"/>
                  </a:lnTo>
                  <a:lnTo>
                    <a:pt x="632663" y="1111678"/>
                  </a:lnTo>
                  <a:lnTo>
                    <a:pt x="632662" y="1111645"/>
                  </a:lnTo>
                  <a:lnTo>
                    <a:pt x="632657" y="1111622"/>
                  </a:lnTo>
                  <a:lnTo>
                    <a:pt x="632657" y="1111577"/>
                  </a:lnTo>
                  <a:lnTo>
                    <a:pt x="632658" y="1111540"/>
                  </a:lnTo>
                  <a:lnTo>
                    <a:pt x="632655" y="1111516"/>
                  </a:lnTo>
                  <a:lnTo>
                    <a:pt x="632648" y="1111478"/>
                  </a:lnTo>
                  <a:lnTo>
                    <a:pt x="632646" y="1111458"/>
                  </a:lnTo>
                  <a:lnTo>
                    <a:pt x="632638" y="1111437"/>
                  </a:lnTo>
                  <a:lnTo>
                    <a:pt x="632624" y="1111417"/>
                  </a:lnTo>
                  <a:lnTo>
                    <a:pt x="632612" y="1111401"/>
                  </a:lnTo>
                  <a:lnTo>
                    <a:pt x="632592" y="1111377"/>
                  </a:lnTo>
                  <a:lnTo>
                    <a:pt x="632568" y="1111350"/>
                  </a:lnTo>
                  <a:lnTo>
                    <a:pt x="632545" y="1111335"/>
                  </a:lnTo>
                  <a:lnTo>
                    <a:pt x="632502" y="1111289"/>
                  </a:lnTo>
                  <a:lnTo>
                    <a:pt x="632464" y="1111253"/>
                  </a:lnTo>
                  <a:lnTo>
                    <a:pt x="632424" y="1111217"/>
                  </a:lnTo>
                  <a:lnTo>
                    <a:pt x="632402" y="1111195"/>
                  </a:lnTo>
                  <a:lnTo>
                    <a:pt x="632369" y="1111167"/>
                  </a:lnTo>
                  <a:lnTo>
                    <a:pt x="632325" y="1111129"/>
                  </a:lnTo>
                  <a:lnTo>
                    <a:pt x="632306" y="1111108"/>
                  </a:lnTo>
                  <a:lnTo>
                    <a:pt x="632301" y="1111100"/>
                  </a:lnTo>
                  <a:lnTo>
                    <a:pt x="632299" y="1111092"/>
                  </a:lnTo>
                  <a:lnTo>
                    <a:pt x="632299" y="1111082"/>
                  </a:lnTo>
                  <a:lnTo>
                    <a:pt x="632309" y="1111062"/>
                  </a:lnTo>
                  <a:lnTo>
                    <a:pt x="632329" y="1111036"/>
                  </a:lnTo>
                  <a:lnTo>
                    <a:pt x="632343" y="1111020"/>
                  </a:lnTo>
                  <a:lnTo>
                    <a:pt x="632355" y="1111001"/>
                  </a:lnTo>
                  <a:lnTo>
                    <a:pt x="632366" y="1110979"/>
                  </a:lnTo>
                  <a:lnTo>
                    <a:pt x="632367" y="1110963"/>
                  </a:lnTo>
                  <a:lnTo>
                    <a:pt x="632363" y="1110948"/>
                  </a:lnTo>
                  <a:lnTo>
                    <a:pt x="632354" y="1110934"/>
                  </a:lnTo>
                  <a:lnTo>
                    <a:pt x="632342" y="1110918"/>
                  </a:lnTo>
                  <a:lnTo>
                    <a:pt x="632322" y="1110902"/>
                  </a:lnTo>
                  <a:lnTo>
                    <a:pt x="632305" y="1110889"/>
                  </a:lnTo>
                  <a:lnTo>
                    <a:pt x="632274" y="1110868"/>
                  </a:lnTo>
                  <a:lnTo>
                    <a:pt x="632231" y="1110838"/>
                  </a:lnTo>
                  <a:lnTo>
                    <a:pt x="632205" y="1110814"/>
                  </a:lnTo>
                  <a:lnTo>
                    <a:pt x="632183" y="1110790"/>
                  </a:lnTo>
                  <a:lnTo>
                    <a:pt x="632163" y="1110766"/>
                  </a:lnTo>
                  <a:lnTo>
                    <a:pt x="632149" y="1110747"/>
                  </a:lnTo>
                  <a:lnTo>
                    <a:pt x="632135" y="1110723"/>
                  </a:lnTo>
                  <a:lnTo>
                    <a:pt x="632118" y="1110698"/>
                  </a:lnTo>
                  <a:lnTo>
                    <a:pt x="632085" y="1110666"/>
                  </a:lnTo>
                  <a:lnTo>
                    <a:pt x="632063" y="1110647"/>
                  </a:lnTo>
                  <a:lnTo>
                    <a:pt x="632040" y="1110628"/>
                  </a:lnTo>
                  <a:lnTo>
                    <a:pt x="632026" y="1110621"/>
                  </a:lnTo>
                  <a:lnTo>
                    <a:pt x="632009" y="1110614"/>
                  </a:lnTo>
                  <a:lnTo>
                    <a:pt x="631997" y="1110601"/>
                  </a:lnTo>
                  <a:lnTo>
                    <a:pt x="631990" y="1110587"/>
                  </a:lnTo>
                  <a:lnTo>
                    <a:pt x="631978" y="1110564"/>
                  </a:lnTo>
                  <a:lnTo>
                    <a:pt x="631967" y="1110544"/>
                  </a:lnTo>
                  <a:lnTo>
                    <a:pt x="631942" y="1110517"/>
                  </a:lnTo>
                  <a:lnTo>
                    <a:pt x="631929" y="1110503"/>
                  </a:lnTo>
                  <a:lnTo>
                    <a:pt x="631914" y="1110496"/>
                  </a:lnTo>
                  <a:lnTo>
                    <a:pt x="631906" y="1110495"/>
                  </a:lnTo>
                  <a:lnTo>
                    <a:pt x="631899" y="1110495"/>
                  </a:lnTo>
                  <a:lnTo>
                    <a:pt x="631887" y="1110503"/>
                  </a:lnTo>
                  <a:lnTo>
                    <a:pt x="631876" y="1110507"/>
                  </a:lnTo>
                  <a:lnTo>
                    <a:pt x="631849" y="1110509"/>
                  </a:lnTo>
                  <a:lnTo>
                    <a:pt x="631831" y="1110508"/>
                  </a:lnTo>
                  <a:lnTo>
                    <a:pt x="631819" y="1110505"/>
                  </a:lnTo>
                  <a:lnTo>
                    <a:pt x="631788" y="1110493"/>
                  </a:lnTo>
                  <a:lnTo>
                    <a:pt x="631767" y="1110484"/>
                  </a:lnTo>
                  <a:lnTo>
                    <a:pt x="631755" y="1110480"/>
                  </a:lnTo>
                  <a:lnTo>
                    <a:pt x="631749" y="1110474"/>
                  </a:lnTo>
                  <a:lnTo>
                    <a:pt x="631743" y="1110465"/>
                  </a:lnTo>
                  <a:lnTo>
                    <a:pt x="631740" y="1110453"/>
                  </a:lnTo>
                  <a:lnTo>
                    <a:pt x="631738" y="1110425"/>
                  </a:lnTo>
                  <a:lnTo>
                    <a:pt x="631732" y="1110400"/>
                  </a:lnTo>
                  <a:lnTo>
                    <a:pt x="631728" y="1110384"/>
                  </a:lnTo>
                  <a:lnTo>
                    <a:pt x="631719" y="1110368"/>
                  </a:lnTo>
                  <a:lnTo>
                    <a:pt x="631707" y="1110359"/>
                  </a:lnTo>
                  <a:lnTo>
                    <a:pt x="631688" y="1110346"/>
                  </a:lnTo>
                  <a:lnTo>
                    <a:pt x="631674" y="1110330"/>
                  </a:lnTo>
                  <a:lnTo>
                    <a:pt x="631670" y="1110324"/>
                  </a:lnTo>
                  <a:lnTo>
                    <a:pt x="631668" y="1110315"/>
                  </a:lnTo>
                  <a:lnTo>
                    <a:pt x="631667" y="1110298"/>
                  </a:lnTo>
                  <a:lnTo>
                    <a:pt x="631669" y="1110279"/>
                  </a:lnTo>
                  <a:lnTo>
                    <a:pt x="631667" y="1110258"/>
                  </a:lnTo>
                  <a:lnTo>
                    <a:pt x="631664" y="1110237"/>
                  </a:lnTo>
                  <a:lnTo>
                    <a:pt x="631663" y="1110228"/>
                  </a:lnTo>
                  <a:lnTo>
                    <a:pt x="631664" y="1110222"/>
                  </a:lnTo>
                  <a:lnTo>
                    <a:pt x="631672" y="1110206"/>
                  </a:lnTo>
                  <a:lnTo>
                    <a:pt x="631677" y="1110184"/>
                  </a:lnTo>
                  <a:lnTo>
                    <a:pt x="631679" y="1110169"/>
                  </a:lnTo>
                  <a:lnTo>
                    <a:pt x="631677" y="1110155"/>
                  </a:lnTo>
                  <a:lnTo>
                    <a:pt x="631672" y="1110137"/>
                  </a:lnTo>
                  <a:lnTo>
                    <a:pt x="631668" y="1110114"/>
                  </a:lnTo>
                  <a:lnTo>
                    <a:pt x="631659" y="1110096"/>
                  </a:lnTo>
                  <a:lnTo>
                    <a:pt x="631640" y="1110067"/>
                  </a:lnTo>
                  <a:lnTo>
                    <a:pt x="631630" y="1110043"/>
                  </a:lnTo>
                  <a:lnTo>
                    <a:pt x="631621" y="1110025"/>
                  </a:lnTo>
                  <a:lnTo>
                    <a:pt x="631607" y="1110004"/>
                  </a:lnTo>
                  <a:lnTo>
                    <a:pt x="631596" y="1109983"/>
                  </a:lnTo>
                  <a:lnTo>
                    <a:pt x="631578" y="1109961"/>
                  </a:lnTo>
                  <a:lnTo>
                    <a:pt x="631563" y="1109946"/>
                  </a:lnTo>
                  <a:lnTo>
                    <a:pt x="631541" y="1109925"/>
                  </a:lnTo>
                  <a:lnTo>
                    <a:pt x="631516" y="1109910"/>
                  </a:lnTo>
                  <a:lnTo>
                    <a:pt x="631494" y="1109898"/>
                  </a:lnTo>
                  <a:lnTo>
                    <a:pt x="631464" y="1109893"/>
                  </a:lnTo>
                  <a:lnTo>
                    <a:pt x="631438" y="1109892"/>
                  </a:lnTo>
                  <a:lnTo>
                    <a:pt x="631418" y="1109882"/>
                  </a:lnTo>
                  <a:lnTo>
                    <a:pt x="631403" y="1109873"/>
                  </a:lnTo>
                  <a:lnTo>
                    <a:pt x="631393" y="1109864"/>
                  </a:lnTo>
                  <a:lnTo>
                    <a:pt x="631380" y="1109843"/>
                  </a:lnTo>
                  <a:lnTo>
                    <a:pt x="631369" y="1109822"/>
                  </a:lnTo>
                  <a:lnTo>
                    <a:pt x="631350" y="1109789"/>
                  </a:lnTo>
                  <a:lnTo>
                    <a:pt x="631321" y="1109725"/>
                  </a:lnTo>
                  <a:lnTo>
                    <a:pt x="631299" y="1109682"/>
                  </a:lnTo>
                  <a:lnTo>
                    <a:pt x="631278" y="1109645"/>
                  </a:lnTo>
                  <a:lnTo>
                    <a:pt x="631267" y="1109629"/>
                  </a:lnTo>
                  <a:lnTo>
                    <a:pt x="631259" y="1109623"/>
                  </a:lnTo>
                  <a:lnTo>
                    <a:pt x="631250" y="1109621"/>
                  </a:lnTo>
                  <a:lnTo>
                    <a:pt x="631236" y="1109622"/>
                  </a:lnTo>
                  <a:lnTo>
                    <a:pt x="631217" y="1109625"/>
                  </a:lnTo>
                  <a:lnTo>
                    <a:pt x="631182" y="1109635"/>
                  </a:lnTo>
                  <a:lnTo>
                    <a:pt x="631158" y="1109642"/>
                  </a:lnTo>
                  <a:lnTo>
                    <a:pt x="631117" y="1109650"/>
                  </a:lnTo>
                  <a:lnTo>
                    <a:pt x="631085" y="1109662"/>
                  </a:lnTo>
                  <a:lnTo>
                    <a:pt x="631063" y="1109672"/>
                  </a:lnTo>
                  <a:lnTo>
                    <a:pt x="631034" y="1109693"/>
                  </a:lnTo>
                  <a:lnTo>
                    <a:pt x="631015" y="1109707"/>
                  </a:lnTo>
                  <a:lnTo>
                    <a:pt x="630998" y="1109724"/>
                  </a:lnTo>
                  <a:lnTo>
                    <a:pt x="630982" y="1109735"/>
                  </a:lnTo>
                  <a:lnTo>
                    <a:pt x="630955" y="1109743"/>
                  </a:lnTo>
                  <a:lnTo>
                    <a:pt x="630919" y="1109757"/>
                  </a:lnTo>
                  <a:lnTo>
                    <a:pt x="630896" y="1109763"/>
                  </a:lnTo>
                  <a:lnTo>
                    <a:pt x="630863" y="1109766"/>
                  </a:lnTo>
                  <a:lnTo>
                    <a:pt x="630837" y="1109769"/>
                  </a:lnTo>
                  <a:lnTo>
                    <a:pt x="630789" y="1109776"/>
                  </a:lnTo>
                  <a:lnTo>
                    <a:pt x="630758" y="1109781"/>
                  </a:lnTo>
                  <a:lnTo>
                    <a:pt x="630704" y="1109791"/>
                  </a:lnTo>
                  <a:lnTo>
                    <a:pt x="630662" y="1109802"/>
                  </a:lnTo>
                  <a:lnTo>
                    <a:pt x="630620" y="1109812"/>
                  </a:lnTo>
                  <a:lnTo>
                    <a:pt x="630583" y="1109822"/>
                  </a:lnTo>
                  <a:lnTo>
                    <a:pt x="630523" y="1109832"/>
                  </a:lnTo>
                  <a:lnTo>
                    <a:pt x="630481" y="1109841"/>
                  </a:lnTo>
                  <a:lnTo>
                    <a:pt x="630461" y="1109842"/>
                  </a:lnTo>
                  <a:lnTo>
                    <a:pt x="630442" y="1109839"/>
                  </a:lnTo>
                  <a:lnTo>
                    <a:pt x="630427" y="1109832"/>
                  </a:lnTo>
                  <a:lnTo>
                    <a:pt x="630412" y="1109818"/>
                  </a:lnTo>
                  <a:lnTo>
                    <a:pt x="630392" y="1109794"/>
                  </a:lnTo>
                  <a:lnTo>
                    <a:pt x="630379" y="1109780"/>
                  </a:lnTo>
                  <a:lnTo>
                    <a:pt x="630358" y="1109757"/>
                  </a:lnTo>
                  <a:lnTo>
                    <a:pt x="630338" y="1109733"/>
                  </a:lnTo>
                  <a:lnTo>
                    <a:pt x="630317" y="1109712"/>
                  </a:lnTo>
                  <a:lnTo>
                    <a:pt x="630288" y="1109689"/>
                  </a:lnTo>
                  <a:lnTo>
                    <a:pt x="630256" y="1109666"/>
                  </a:lnTo>
                  <a:lnTo>
                    <a:pt x="630238" y="1109650"/>
                  </a:lnTo>
                  <a:lnTo>
                    <a:pt x="630230" y="1109640"/>
                  </a:lnTo>
                  <a:lnTo>
                    <a:pt x="630220" y="1109620"/>
                  </a:lnTo>
                  <a:lnTo>
                    <a:pt x="630199" y="1109589"/>
                  </a:lnTo>
                  <a:lnTo>
                    <a:pt x="630176" y="1109551"/>
                  </a:lnTo>
                  <a:lnTo>
                    <a:pt x="630146" y="1109504"/>
                  </a:lnTo>
                  <a:lnTo>
                    <a:pt x="630131" y="1109472"/>
                  </a:lnTo>
                  <a:lnTo>
                    <a:pt x="630118" y="1109454"/>
                  </a:lnTo>
                  <a:lnTo>
                    <a:pt x="630094" y="1109404"/>
                  </a:lnTo>
                  <a:lnTo>
                    <a:pt x="630079" y="1109371"/>
                  </a:lnTo>
                  <a:lnTo>
                    <a:pt x="630060" y="1109331"/>
                  </a:lnTo>
                  <a:lnTo>
                    <a:pt x="630057" y="1109313"/>
                  </a:lnTo>
                  <a:lnTo>
                    <a:pt x="630052" y="1109295"/>
                  </a:lnTo>
                  <a:lnTo>
                    <a:pt x="630036" y="1109271"/>
                  </a:lnTo>
                  <a:lnTo>
                    <a:pt x="630020" y="1109250"/>
                  </a:lnTo>
                  <a:lnTo>
                    <a:pt x="630010" y="1109242"/>
                  </a:lnTo>
                  <a:lnTo>
                    <a:pt x="629989" y="1109230"/>
                  </a:lnTo>
                  <a:lnTo>
                    <a:pt x="629970" y="1109224"/>
                  </a:lnTo>
                  <a:lnTo>
                    <a:pt x="629938" y="1109218"/>
                  </a:lnTo>
                  <a:lnTo>
                    <a:pt x="629905" y="1109210"/>
                  </a:lnTo>
                  <a:lnTo>
                    <a:pt x="629872" y="1109199"/>
                  </a:lnTo>
                  <a:lnTo>
                    <a:pt x="629840" y="1109187"/>
                  </a:lnTo>
                  <a:lnTo>
                    <a:pt x="629810" y="1109179"/>
                  </a:lnTo>
                  <a:lnTo>
                    <a:pt x="629775" y="1109164"/>
                  </a:lnTo>
                  <a:lnTo>
                    <a:pt x="629749" y="1109156"/>
                  </a:lnTo>
                  <a:lnTo>
                    <a:pt x="629731" y="1109150"/>
                  </a:lnTo>
                  <a:lnTo>
                    <a:pt x="629703" y="1109148"/>
                  </a:lnTo>
                  <a:lnTo>
                    <a:pt x="629673" y="1109148"/>
                  </a:lnTo>
                  <a:lnTo>
                    <a:pt x="629612" y="1109149"/>
                  </a:lnTo>
                  <a:lnTo>
                    <a:pt x="629601" y="1109150"/>
                  </a:lnTo>
                  <a:lnTo>
                    <a:pt x="629597" y="1109151"/>
                  </a:lnTo>
                  <a:lnTo>
                    <a:pt x="629586" y="1109163"/>
                  </a:lnTo>
                  <a:lnTo>
                    <a:pt x="629550" y="1109196"/>
                  </a:lnTo>
                  <a:lnTo>
                    <a:pt x="629520" y="1109221"/>
                  </a:lnTo>
                  <a:lnTo>
                    <a:pt x="629494" y="1109240"/>
                  </a:lnTo>
                  <a:lnTo>
                    <a:pt x="629476" y="1109256"/>
                  </a:lnTo>
                  <a:lnTo>
                    <a:pt x="629457" y="1109268"/>
                  </a:lnTo>
                  <a:lnTo>
                    <a:pt x="629421" y="1109276"/>
                  </a:lnTo>
                  <a:lnTo>
                    <a:pt x="629398" y="1109280"/>
                  </a:lnTo>
                  <a:lnTo>
                    <a:pt x="629360" y="1109278"/>
                  </a:lnTo>
                  <a:lnTo>
                    <a:pt x="629332" y="1109268"/>
                  </a:lnTo>
                  <a:lnTo>
                    <a:pt x="629303" y="1109264"/>
                  </a:lnTo>
                  <a:lnTo>
                    <a:pt x="629295" y="1109265"/>
                  </a:lnTo>
                  <a:lnTo>
                    <a:pt x="629275" y="1109268"/>
                  </a:lnTo>
                  <a:lnTo>
                    <a:pt x="629249" y="1109281"/>
                  </a:lnTo>
                  <a:lnTo>
                    <a:pt x="629234" y="1109289"/>
                  </a:lnTo>
                  <a:lnTo>
                    <a:pt x="629221" y="1109296"/>
                  </a:lnTo>
                  <a:lnTo>
                    <a:pt x="629198" y="1109302"/>
                  </a:lnTo>
                  <a:lnTo>
                    <a:pt x="629178" y="1109303"/>
                  </a:lnTo>
                  <a:lnTo>
                    <a:pt x="629161" y="1109301"/>
                  </a:lnTo>
                  <a:lnTo>
                    <a:pt x="629150" y="1109294"/>
                  </a:lnTo>
                  <a:lnTo>
                    <a:pt x="629133" y="1109275"/>
                  </a:lnTo>
                  <a:lnTo>
                    <a:pt x="629113" y="1109246"/>
                  </a:lnTo>
                  <a:lnTo>
                    <a:pt x="629102" y="1109230"/>
                  </a:lnTo>
                  <a:lnTo>
                    <a:pt x="629071" y="1109193"/>
                  </a:lnTo>
                  <a:lnTo>
                    <a:pt x="629041" y="1109152"/>
                  </a:lnTo>
                  <a:lnTo>
                    <a:pt x="629021" y="1109128"/>
                  </a:lnTo>
                  <a:lnTo>
                    <a:pt x="629000" y="1109106"/>
                  </a:lnTo>
                  <a:lnTo>
                    <a:pt x="628981" y="1109085"/>
                  </a:lnTo>
                  <a:lnTo>
                    <a:pt x="628951" y="1109031"/>
                  </a:lnTo>
                  <a:lnTo>
                    <a:pt x="628923" y="1108979"/>
                  </a:lnTo>
                  <a:lnTo>
                    <a:pt x="628911" y="1108943"/>
                  </a:lnTo>
                  <a:lnTo>
                    <a:pt x="628900" y="1108922"/>
                  </a:lnTo>
                  <a:lnTo>
                    <a:pt x="628896" y="1108907"/>
                  </a:lnTo>
                  <a:lnTo>
                    <a:pt x="628894" y="1108883"/>
                  </a:lnTo>
                  <a:lnTo>
                    <a:pt x="628887" y="1108863"/>
                  </a:lnTo>
                  <a:lnTo>
                    <a:pt x="628874" y="1108840"/>
                  </a:lnTo>
                  <a:lnTo>
                    <a:pt x="628869" y="1108836"/>
                  </a:lnTo>
                  <a:lnTo>
                    <a:pt x="628862" y="1108835"/>
                  </a:lnTo>
                  <a:lnTo>
                    <a:pt x="628855" y="1108840"/>
                  </a:lnTo>
                  <a:lnTo>
                    <a:pt x="628840" y="1108848"/>
                  </a:lnTo>
                  <a:lnTo>
                    <a:pt x="628808" y="1108857"/>
                  </a:lnTo>
                  <a:lnTo>
                    <a:pt x="628782" y="1108862"/>
                  </a:lnTo>
                  <a:lnTo>
                    <a:pt x="628755" y="1108871"/>
                  </a:lnTo>
                  <a:lnTo>
                    <a:pt x="628721" y="1108885"/>
                  </a:lnTo>
                  <a:lnTo>
                    <a:pt x="628700" y="1108898"/>
                  </a:lnTo>
                  <a:lnTo>
                    <a:pt x="628689" y="1108911"/>
                  </a:lnTo>
                  <a:lnTo>
                    <a:pt x="628681" y="1108938"/>
                  </a:lnTo>
                  <a:lnTo>
                    <a:pt x="628674" y="1108960"/>
                  </a:lnTo>
                  <a:lnTo>
                    <a:pt x="628673" y="1108976"/>
                  </a:lnTo>
                  <a:lnTo>
                    <a:pt x="628667" y="1109010"/>
                  </a:lnTo>
                  <a:lnTo>
                    <a:pt x="628650" y="1109075"/>
                  </a:lnTo>
                  <a:lnTo>
                    <a:pt x="628640" y="1109136"/>
                  </a:lnTo>
                  <a:lnTo>
                    <a:pt x="628633" y="1109180"/>
                  </a:lnTo>
                  <a:lnTo>
                    <a:pt x="628628" y="1109208"/>
                  </a:lnTo>
                  <a:lnTo>
                    <a:pt x="628618" y="1109246"/>
                  </a:lnTo>
                  <a:lnTo>
                    <a:pt x="628601" y="1109291"/>
                  </a:lnTo>
                  <a:lnTo>
                    <a:pt x="628594" y="1109320"/>
                  </a:lnTo>
                  <a:lnTo>
                    <a:pt x="628589" y="1109342"/>
                  </a:lnTo>
                  <a:lnTo>
                    <a:pt x="628576" y="1109373"/>
                  </a:lnTo>
                  <a:lnTo>
                    <a:pt x="628551" y="1109419"/>
                  </a:lnTo>
                  <a:lnTo>
                    <a:pt x="628546" y="1109445"/>
                  </a:lnTo>
                  <a:lnTo>
                    <a:pt x="628541" y="1109455"/>
                  </a:lnTo>
                  <a:lnTo>
                    <a:pt x="628530" y="1109470"/>
                  </a:lnTo>
                  <a:lnTo>
                    <a:pt x="628509" y="1109489"/>
                  </a:lnTo>
                  <a:lnTo>
                    <a:pt x="628493" y="1109497"/>
                  </a:lnTo>
                  <a:lnTo>
                    <a:pt x="628466" y="1109513"/>
                  </a:lnTo>
                  <a:lnTo>
                    <a:pt x="628458" y="1109519"/>
                  </a:lnTo>
                  <a:lnTo>
                    <a:pt x="628452" y="1109529"/>
                  </a:lnTo>
                  <a:lnTo>
                    <a:pt x="628447" y="1109547"/>
                  </a:lnTo>
                  <a:lnTo>
                    <a:pt x="628446" y="1109592"/>
                  </a:lnTo>
                  <a:lnTo>
                    <a:pt x="628443" y="1109608"/>
                  </a:lnTo>
                  <a:lnTo>
                    <a:pt x="628433" y="1109629"/>
                  </a:lnTo>
                  <a:lnTo>
                    <a:pt x="628429" y="1109646"/>
                  </a:lnTo>
                  <a:lnTo>
                    <a:pt x="628425" y="1109652"/>
                  </a:lnTo>
                  <a:lnTo>
                    <a:pt x="628422" y="1109657"/>
                  </a:lnTo>
                  <a:lnTo>
                    <a:pt x="628414" y="1109664"/>
                  </a:lnTo>
                  <a:lnTo>
                    <a:pt x="628406" y="1109668"/>
                  </a:lnTo>
                  <a:lnTo>
                    <a:pt x="628396" y="1109670"/>
                  </a:lnTo>
                  <a:lnTo>
                    <a:pt x="628377" y="1109674"/>
                  </a:lnTo>
                  <a:lnTo>
                    <a:pt x="628365" y="1109678"/>
                  </a:lnTo>
                  <a:lnTo>
                    <a:pt x="628341" y="1109682"/>
                  </a:lnTo>
                  <a:lnTo>
                    <a:pt x="628302" y="1109686"/>
                  </a:lnTo>
                  <a:lnTo>
                    <a:pt x="628281" y="1109690"/>
                  </a:lnTo>
                  <a:lnTo>
                    <a:pt x="628251" y="1109698"/>
                  </a:lnTo>
                  <a:lnTo>
                    <a:pt x="628219" y="1109703"/>
                  </a:lnTo>
                  <a:lnTo>
                    <a:pt x="628191" y="1109713"/>
                  </a:lnTo>
                  <a:lnTo>
                    <a:pt x="628143" y="1109722"/>
                  </a:lnTo>
                  <a:lnTo>
                    <a:pt x="628121" y="1109726"/>
                  </a:lnTo>
                  <a:lnTo>
                    <a:pt x="628097" y="1109728"/>
                  </a:lnTo>
                  <a:lnTo>
                    <a:pt x="628088" y="1109732"/>
                  </a:lnTo>
                  <a:lnTo>
                    <a:pt x="628076" y="1109741"/>
                  </a:lnTo>
                  <a:lnTo>
                    <a:pt x="628070" y="1109749"/>
                  </a:lnTo>
                  <a:lnTo>
                    <a:pt x="628067" y="1109758"/>
                  </a:lnTo>
                  <a:lnTo>
                    <a:pt x="628063" y="1109783"/>
                  </a:lnTo>
                  <a:lnTo>
                    <a:pt x="628058" y="1109794"/>
                  </a:lnTo>
                  <a:lnTo>
                    <a:pt x="628051" y="1109803"/>
                  </a:lnTo>
                  <a:lnTo>
                    <a:pt x="628032" y="1109813"/>
                  </a:lnTo>
                  <a:lnTo>
                    <a:pt x="628010" y="1109819"/>
                  </a:lnTo>
                  <a:lnTo>
                    <a:pt x="627986" y="1109828"/>
                  </a:lnTo>
                  <a:lnTo>
                    <a:pt x="627968" y="1109838"/>
                  </a:lnTo>
                  <a:lnTo>
                    <a:pt x="627959" y="1109848"/>
                  </a:lnTo>
                  <a:lnTo>
                    <a:pt x="627951" y="1109863"/>
                  </a:lnTo>
                  <a:lnTo>
                    <a:pt x="627933" y="1109896"/>
                  </a:lnTo>
                  <a:lnTo>
                    <a:pt x="627922" y="1109911"/>
                  </a:lnTo>
                  <a:lnTo>
                    <a:pt x="627903" y="1109927"/>
                  </a:lnTo>
                  <a:lnTo>
                    <a:pt x="627882" y="1109938"/>
                  </a:lnTo>
                  <a:lnTo>
                    <a:pt x="627873" y="1109943"/>
                  </a:lnTo>
                  <a:lnTo>
                    <a:pt x="627861" y="1109945"/>
                  </a:lnTo>
                  <a:lnTo>
                    <a:pt x="627844" y="1109941"/>
                  </a:lnTo>
                  <a:lnTo>
                    <a:pt x="627796" y="1109928"/>
                  </a:lnTo>
                  <a:lnTo>
                    <a:pt x="627753" y="1109913"/>
                  </a:lnTo>
                  <a:lnTo>
                    <a:pt x="627714" y="1109892"/>
                  </a:lnTo>
                  <a:lnTo>
                    <a:pt x="627700" y="1109888"/>
                  </a:lnTo>
                  <a:lnTo>
                    <a:pt x="627697" y="1109891"/>
                  </a:lnTo>
                  <a:lnTo>
                    <a:pt x="627709" y="1109908"/>
                  </a:lnTo>
                  <a:lnTo>
                    <a:pt x="627725" y="1109937"/>
                  </a:lnTo>
                  <a:lnTo>
                    <a:pt x="627744" y="1109971"/>
                  </a:lnTo>
                  <a:lnTo>
                    <a:pt x="627757" y="1110001"/>
                  </a:lnTo>
                  <a:lnTo>
                    <a:pt x="627784" y="1110060"/>
                  </a:lnTo>
                  <a:lnTo>
                    <a:pt x="627793" y="1110081"/>
                  </a:lnTo>
                  <a:lnTo>
                    <a:pt x="627809" y="1110101"/>
                  </a:lnTo>
                  <a:lnTo>
                    <a:pt x="627836" y="1110126"/>
                  </a:lnTo>
                  <a:lnTo>
                    <a:pt x="627857" y="1110149"/>
                  </a:lnTo>
                  <a:lnTo>
                    <a:pt x="627867" y="1110165"/>
                  </a:lnTo>
                  <a:lnTo>
                    <a:pt x="627873" y="1110189"/>
                  </a:lnTo>
                  <a:lnTo>
                    <a:pt x="627880" y="1110227"/>
                  </a:lnTo>
                  <a:lnTo>
                    <a:pt x="627892" y="1110256"/>
                  </a:lnTo>
                  <a:lnTo>
                    <a:pt x="627900" y="1110270"/>
                  </a:lnTo>
                  <a:lnTo>
                    <a:pt x="627913" y="1110289"/>
                  </a:lnTo>
                  <a:lnTo>
                    <a:pt x="627928" y="1110313"/>
                  </a:lnTo>
                  <a:lnTo>
                    <a:pt x="627961" y="1110368"/>
                  </a:lnTo>
                  <a:lnTo>
                    <a:pt x="627979" y="1110398"/>
                  </a:lnTo>
                  <a:lnTo>
                    <a:pt x="627998" y="1110421"/>
                  </a:lnTo>
                  <a:lnTo>
                    <a:pt x="628009" y="1110432"/>
                  </a:lnTo>
                  <a:lnTo>
                    <a:pt x="628027" y="1110442"/>
                  </a:lnTo>
                  <a:lnTo>
                    <a:pt x="628050" y="1110454"/>
                  </a:lnTo>
                  <a:lnTo>
                    <a:pt x="628072" y="1110458"/>
                  </a:lnTo>
                  <a:lnTo>
                    <a:pt x="628106" y="1110462"/>
                  </a:lnTo>
                  <a:lnTo>
                    <a:pt x="628135" y="1110466"/>
                  </a:lnTo>
                  <a:lnTo>
                    <a:pt x="628149" y="1110469"/>
                  </a:lnTo>
                  <a:lnTo>
                    <a:pt x="628166" y="1110473"/>
                  </a:lnTo>
                  <a:lnTo>
                    <a:pt x="628183" y="1110479"/>
                  </a:lnTo>
                  <a:lnTo>
                    <a:pt x="628201" y="1110491"/>
                  </a:lnTo>
                  <a:lnTo>
                    <a:pt x="628227" y="1110517"/>
                  </a:lnTo>
                  <a:lnTo>
                    <a:pt x="628244" y="1110541"/>
                  </a:lnTo>
                  <a:lnTo>
                    <a:pt x="628254" y="1110565"/>
                  </a:lnTo>
                  <a:lnTo>
                    <a:pt x="628266" y="1110605"/>
                  </a:lnTo>
                  <a:lnTo>
                    <a:pt x="628290" y="1110655"/>
                  </a:lnTo>
                  <a:lnTo>
                    <a:pt x="628295" y="1110677"/>
                  </a:lnTo>
                  <a:lnTo>
                    <a:pt x="628293" y="1110701"/>
                  </a:lnTo>
                  <a:lnTo>
                    <a:pt x="628292" y="1110718"/>
                  </a:lnTo>
                  <a:lnTo>
                    <a:pt x="628286" y="1110731"/>
                  </a:lnTo>
                  <a:lnTo>
                    <a:pt x="628271" y="1110746"/>
                  </a:lnTo>
                  <a:lnTo>
                    <a:pt x="628261" y="1110754"/>
                  </a:lnTo>
                  <a:lnTo>
                    <a:pt x="628243" y="1110762"/>
                  </a:lnTo>
                  <a:lnTo>
                    <a:pt x="628223" y="1110767"/>
                  </a:lnTo>
                  <a:lnTo>
                    <a:pt x="628184" y="1110775"/>
                  </a:lnTo>
                  <a:lnTo>
                    <a:pt x="628173" y="1110781"/>
                  </a:lnTo>
                  <a:lnTo>
                    <a:pt x="628162" y="1110795"/>
                  </a:lnTo>
                  <a:lnTo>
                    <a:pt x="628154" y="1110812"/>
                  </a:lnTo>
                  <a:lnTo>
                    <a:pt x="628150" y="1110852"/>
                  </a:lnTo>
                  <a:lnTo>
                    <a:pt x="628144" y="1110871"/>
                  </a:lnTo>
                  <a:lnTo>
                    <a:pt x="628140" y="1110892"/>
                  </a:lnTo>
                  <a:lnTo>
                    <a:pt x="628132" y="1110905"/>
                  </a:lnTo>
                  <a:lnTo>
                    <a:pt x="628119" y="1110926"/>
                  </a:lnTo>
                  <a:lnTo>
                    <a:pt x="628104" y="1110941"/>
                  </a:lnTo>
                  <a:lnTo>
                    <a:pt x="628086" y="1110951"/>
                  </a:lnTo>
                  <a:lnTo>
                    <a:pt x="628053" y="1110980"/>
                  </a:lnTo>
                  <a:lnTo>
                    <a:pt x="628036" y="1110995"/>
                  </a:lnTo>
                  <a:lnTo>
                    <a:pt x="628017" y="1111006"/>
                  </a:lnTo>
                  <a:lnTo>
                    <a:pt x="627995" y="1111022"/>
                  </a:lnTo>
                  <a:lnTo>
                    <a:pt x="627969" y="1111041"/>
                  </a:lnTo>
                  <a:lnTo>
                    <a:pt x="627945" y="1111066"/>
                  </a:lnTo>
                  <a:lnTo>
                    <a:pt x="627920" y="1111097"/>
                  </a:lnTo>
                  <a:lnTo>
                    <a:pt x="627901" y="1111126"/>
                  </a:lnTo>
                  <a:lnTo>
                    <a:pt x="627886" y="1111144"/>
                  </a:lnTo>
                  <a:lnTo>
                    <a:pt x="627863" y="1111165"/>
                  </a:lnTo>
                  <a:lnTo>
                    <a:pt x="627842" y="1111180"/>
                  </a:lnTo>
                  <a:lnTo>
                    <a:pt x="627819" y="1111193"/>
                  </a:lnTo>
                  <a:lnTo>
                    <a:pt x="627797" y="1111207"/>
                  </a:lnTo>
                  <a:lnTo>
                    <a:pt x="627785" y="1111217"/>
                  </a:lnTo>
                  <a:lnTo>
                    <a:pt x="627768" y="1111236"/>
                  </a:lnTo>
                  <a:lnTo>
                    <a:pt x="627751" y="1111267"/>
                  </a:lnTo>
                  <a:lnTo>
                    <a:pt x="627732" y="1111289"/>
                  </a:lnTo>
                  <a:lnTo>
                    <a:pt x="627716" y="1111307"/>
                  </a:lnTo>
                  <a:lnTo>
                    <a:pt x="627704" y="1111314"/>
                  </a:lnTo>
                  <a:lnTo>
                    <a:pt x="627688" y="1111322"/>
                  </a:lnTo>
                  <a:lnTo>
                    <a:pt x="627669" y="1111324"/>
                  </a:lnTo>
                  <a:lnTo>
                    <a:pt x="627648" y="1111321"/>
                  </a:lnTo>
                  <a:lnTo>
                    <a:pt x="627619" y="1111318"/>
                  </a:lnTo>
                  <a:lnTo>
                    <a:pt x="627589" y="1111315"/>
                  </a:lnTo>
                  <a:lnTo>
                    <a:pt x="627562" y="1111320"/>
                  </a:lnTo>
                  <a:lnTo>
                    <a:pt x="627545" y="1111325"/>
                  </a:lnTo>
                  <a:lnTo>
                    <a:pt x="627528" y="1111339"/>
                  </a:lnTo>
                  <a:lnTo>
                    <a:pt x="627509" y="1111363"/>
                  </a:lnTo>
                  <a:lnTo>
                    <a:pt x="627498" y="1111381"/>
                  </a:lnTo>
                  <a:lnTo>
                    <a:pt x="627464" y="1111411"/>
                  </a:lnTo>
                  <a:lnTo>
                    <a:pt x="627433" y="1111433"/>
                  </a:lnTo>
                  <a:lnTo>
                    <a:pt x="627405" y="1111452"/>
                  </a:lnTo>
                  <a:lnTo>
                    <a:pt x="627373" y="1111473"/>
                  </a:lnTo>
                  <a:lnTo>
                    <a:pt x="627339" y="1111493"/>
                  </a:lnTo>
                  <a:lnTo>
                    <a:pt x="627323" y="1111507"/>
                  </a:lnTo>
                  <a:lnTo>
                    <a:pt x="627303" y="1111532"/>
                  </a:lnTo>
                  <a:lnTo>
                    <a:pt x="627292" y="1111543"/>
                  </a:lnTo>
                  <a:lnTo>
                    <a:pt x="627286" y="1111545"/>
                  </a:lnTo>
                  <a:lnTo>
                    <a:pt x="627276" y="1111545"/>
                  </a:lnTo>
                  <a:lnTo>
                    <a:pt x="627260" y="1111542"/>
                  </a:lnTo>
                  <a:lnTo>
                    <a:pt x="627250" y="1111540"/>
                  </a:lnTo>
                  <a:lnTo>
                    <a:pt x="627229" y="1111530"/>
                  </a:lnTo>
                  <a:lnTo>
                    <a:pt x="627204" y="1111518"/>
                  </a:lnTo>
                  <a:lnTo>
                    <a:pt x="627178" y="1111504"/>
                  </a:lnTo>
                  <a:lnTo>
                    <a:pt x="627157" y="1111493"/>
                  </a:lnTo>
                  <a:lnTo>
                    <a:pt x="627137" y="1111476"/>
                  </a:lnTo>
                  <a:lnTo>
                    <a:pt x="627125" y="1111465"/>
                  </a:lnTo>
                  <a:lnTo>
                    <a:pt x="627113" y="1111453"/>
                  </a:lnTo>
                  <a:lnTo>
                    <a:pt x="627107" y="1111443"/>
                  </a:lnTo>
                  <a:lnTo>
                    <a:pt x="627096" y="1111430"/>
                  </a:lnTo>
                  <a:lnTo>
                    <a:pt x="627089" y="1111427"/>
                  </a:lnTo>
                  <a:lnTo>
                    <a:pt x="627075" y="1111425"/>
                  </a:lnTo>
                  <a:lnTo>
                    <a:pt x="627047" y="1111423"/>
                  </a:lnTo>
                  <a:lnTo>
                    <a:pt x="627010" y="1111420"/>
                  </a:lnTo>
                  <a:lnTo>
                    <a:pt x="627006" y="1111420"/>
                  </a:lnTo>
                  <a:lnTo>
                    <a:pt x="626987" y="1111405"/>
                  </a:lnTo>
                  <a:lnTo>
                    <a:pt x="626979" y="1111396"/>
                  </a:lnTo>
                  <a:lnTo>
                    <a:pt x="626955" y="1111376"/>
                  </a:lnTo>
                  <a:lnTo>
                    <a:pt x="626942" y="1111368"/>
                  </a:lnTo>
                  <a:lnTo>
                    <a:pt x="626933" y="1111368"/>
                  </a:lnTo>
                  <a:lnTo>
                    <a:pt x="626923" y="1111370"/>
                  </a:lnTo>
                  <a:lnTo>
                    <a:pt x="626908" y="1111385"/>
                  </a:lnTo>
                  <a:lnTo>
                    <a:pt x="626888" y="1111413"/>
                  </a:lnTo>
                  <a:lnTo>
                    <a:pt x="626876" y="1111441"/>
                  </a:lnTo>
                  <a:lnTo>
                    <a:pt x="626862" y="1111460"/>
                  </a:lnTo>
                  <a:lnTo>
                    <a:pt x="626846" y="1111477"/>
                  </a:lnTo>
                  <a:lnTo>
                    <a:pt x="626831" y="1111493"/>
                  </a:lnTo>
                  <a:lnTo>
                    <a:pt x="626807" y="1111512"/>
                  </a:lnTo>
                  <a:lnTo>
                    <a:pt x="626790" y="1111521"/>
                  </a:lnTo>
                  <a:lnTo>
                    <a:pt x="626775" y="1111526"/>
                  </a:lnTo>
                  <a:lnTo>
                    <a:pt x="626767" y="1111527"/>
                  </a:lnTo>
                  <a:lnTo>
                    <a:pt x="626758" y="1111526"/>
                  </a:lnTo>
                  <a:lnTo>
                    <a:pt x="626745" y="1111521"/>
                  </a:lnTo>
                  <a:lnTo>
                    <a:pt x="626732" y="1111514"/>
                  </a:lnTo>
                  <a:lnTo>
                    <a:pt x="626722" y="1111512"/>
                  </a:lnTo>
                  <a:lnTo>
                    <a:pt x="626709" y="1111512"/>
                  </a:lnTo>
                  <a:lnTo>
                    <a:pt x="626700" y="1111519"/>
                  </a:lnTo>
                  <a:lnTo>
                    <a:pt x="626687" y="1111537"/>
                  </a:lnTo>
                  <a:lnTo>
                    <a:pt x="626677" y="1111546"/>
                  </a:lnTo>
                  <a:lnTo>
                    <a:pt x="626663" y="1111554"/>
                  </a:lnTo>
                  <a:lnTo>
                    <a:pt x="626652" y="1111559"/>
                  </a:lnTo>
                  <a:lnTo>
                    <a:pt x="626637" y="1111561"/>
                  </a:lnTo>
                  <a:lnTo>
                    <a:pt x="626613" y="1111573"/>
                  </a:lnTo>
                  <a:lnTo>
                    <a:pt x="626587" y="1111586"/>
                  </a:lnTo>
                  <a:lnTo>
                    <a:pt x="626579" y="1111596"/>
                  </a:lnTo>
                  <a:lnTo>
                    <a:pt x="626565" y="1111613"/>
                  </a:lnTo>
                  <a:lnTo>
                    <a:pt x="626554" y="1111636"/>
                  </a:lnTo>
                  <a:lnTo>
                    <a:pt x="626537" y="1111661"/>
                  </a:lnTo>
                  <a:lnTo>
                    <a:pt x="626529" y="1111677"/>
                  </a:lnTo>
                  <a:lnTo>
                    <a:pt x="626525" y="1111693"/>
                  </a:lnTo>
                  <a:lnTo>
                    <a:pt x="626522" y="1111720"/>
                  </a:lnTo>
                  <a:lnTo>
                    <a:pt x="626517" y="1111747"/>
                  </a:lnTo>
                  <a:lnTo>
                    <a:pt x="626511" y="1111756"/>
                  </a:lnTo>
                  <a:lnTo>
                    <a:pt x="626499" y="1111765"/>
                  </a:lnTo>
                  <a:lnTo>
                    <a:pt x="626480" y="1111771"/>
                  </a:lnTo>
                  <a:lnTo>
                    <a:pt x="626447" y="1111776"/>
                  </a:lnTo>
                  <a:lnTo>
                    <a:pt x="626405" y="1111777"/>
                  </a:lnTo>
                  <a:lnTo>
                    <a:pt x="626390" y="1111779"/>
                  </a:lnTo>
                  <a:lnTo>
                    <a:pt x="626371" y="1111790"/>
                  </a:lnTo>
                  <a:lnTo>
                    <a:pt x="626359" y="1111800"/>
                  </a:lnTo>
                  <a:lnTo>
                    <a:pt x="626343" y="1111811"/>
                  </a:lnTo>
                  <a:lnTo>
                    <a:pt x="626321" y="1111829"/>
                  </a:lnTo>
                  <a:lnTo>
                    <a:pt x="626306" y="1111837"/>
                  </a:lnTo>
                  <a:lnTo>
                    <a:pt x="626295" y="1111842"/>
                  </a:lnTo>
                  <a:lnTo>
                    <a:pt x="626290" y="1111848"/>
                  </a:lnTo>
                  <a:lnTo>
                    <a:pt x="626288" y="1111854"/>
                  </a:lnTo>
                  <a:lnTo>
                    <a:pt x="626285" y="1111873"/>
                  </a:lnTo>
                  <a:lnTo>
                    <a:pt x="626280" y="1111889"/>
                  </a:lnTo>
                  <a:lnTo>
                    <a:pt x="626274" y="1111904"/>
                  </a:lnTo>
                  <a:lnTo>
                    <a:pt x="626264" y="1111930"/>
                  </a:lnTo>
                  <a:lnTo>
                    <a:pt x="626251" y="1111948"/>
                  </a:lnTo>
                  <a:lnTo>
                    <a:pt x="626227" y="1111984"/>
                  </a:lnTo>
                  <a:lnTo>
                    <a:pt x="626197" y="1112018"/>
                  </a:lnTo>
                  <a:lnTo>
                    <a:pt x="626176" y="1112040"/>
                  </a:lnTo>
                  <a:lnTo>
                    <a:pt x="626156" y="1112059"/>
                  </a:lnTo>
                  <a:lnTo>
                    <a:pt x="626136" y="1112070"/>
                  </a:lnTo>
                  <a:lnTo>
                    <a:pt x="626112" y="1112081"/>
                  </a:lnTo>
                  <a:lnTo>
                    <a:pt x="626089" y="1112097"/>
                  </a:lnTo>
                  <a:lnTo>
                    <a:pt x="626071" y="1112111"/>
                  </a:lnTo>
                  <a:lnTo>
                    <a:pt x="626050" y="1112125"/>
                  </a:lnTo>
                  <a:lnTo>
                    <a:pt x="626034" y="1112134"/>
                  </a:lnTo>
                  <a:lnTo>
                    <a:pt x="626012" y="1112136"/>
                  </a:lnTo>
                  <a:lnTo>
                    <a:pt x="625983" y="1112140"/>
                  </a:lnTo>
                  <a:lnTo>
                    <a:pt x="625965" y="1112147"/>
                  </a:lnTo>
                  <a:lnTo>
                    <a:pt x="625931" y="1112165"/>
                  </a:lnTo>
                  <a:lnTo>
                    <a:pt x="625906" y="1112181"/>
                  </a:lnTo>
                  <a:lnTo>
                    <a:pt x="625893" y="1112193"/>
                  </a:lnTo>
                  <a:lnTo>
                    <a:pt x="625883" y="1112205"/>
                  </a:lnTo>
                  <a:lnTo>
                    <a:pt x="625872" y="1112220"/>
                  </a:lnTo>
                  <a:lnTo>
                    <a:pt x="625866" y="1112220"/>
                  </a:lnTo>
                  <a:lnTo>
                    <a:pt x="625856" y="1112217"/>
                  </a:lnTo>
                  <a:lnTo>
                    <a:pt x="625854" y="1112213"/>
                  </a:lnTo>
                  <a:lnTo>
                    <a:pt x="625846" y="1112199"/>
                  </a:lnTo>
                  <a:lnTo>
                    <a:pt x="625835" y="1112187"/>
                  </a:lnTo>
                  <a:lnTo>
                    <a:pt x="625827" y="1112178"/>
                  </a:lnTo>
                  <a:lnTo>
                    <a:pt x="625807" y="1112168"/>
                  </a:lnTo>
                  <a:lnTo>
                    <a:pt x="625787" y="1112158"/>
                  </a:lnTo>
                  <a:lnTo>
                    <a:pt x="625771" y="1112147"/>
                  </a:lnTo>
                  <a:lnTo>
                    <a:pt x="625760" y="1112136"/>
                  </a:lnTo>
                  <a:lnTo>
                    <a:pt x="625753" y="1112125"/>
                  </a:lnTo>
                  <a:lnTo>
                    <a:pt x="625751" y="1112117"/>
                  </a:lnTo>
                  <a:lnTo>
                    <a:pt x="625748" y="1112099"/>
                  </a:lnTo>
                  <a:lnTo>
                    <a:pt x="625748" y="1112080"/>
                  </a:lnTo>
                  <a:lnTo>
                    <a:pt x="625745" y="1112069"/>
                  </a:lnTo>
                  <a:lnTo>
                    <a:pt x="625740" y="1112062"/>
                  </a:lnTo>
                  <a:lnTo>
                    <a:pt x="625733" y="1112054"/>
                  </a:lnTo>
                  <a:lnTo>
                    <a:pt x="625724" y="1112048"/>
                  </a:lnTo>
                  <a:lnTo>
                    <a:pt x="625705" y="1112035"/>
                  </a:lnTo>
                  <a:lnTo>
                    <a:pt x="625683" y="1112024"/>
                  </a:lnTo>
                  <a:lnTo>
                    <a:pt x="625665" y="1112012"/>
                  </a:lnTo>
                  <a:lnTo>
                    <a:pt x="625653" y="1111999"/>
                  </a:lnTo>
                  <a:lnTo>
                    <a:pt x="625643" y="1111985"/>
                  </a:lnTo>
                  <a:lnTo>
                    <a:pt x="625637" y="1111975"/>
                  </a:lnTo>
                  <a:lnTo>
                    <a:pt x="625628" y="1111966"/>
                  </a:lnTo>
                  <a:lnTo>
                    <a:pt x="625618" y="1111960"/>
                  </a:lnTo>
                  <a:lnTo>
                    <a:pt x="625606" y="1111956"/>
                  </a:lnTo>
                  <a:lnTo>
                    <a:pt x="625590" y="1111954"/>
                  </a:lnTo>
                  <a:lnTo>
                    <a:pt x="625561" y="1111952"/>
                  </a:lnTo>
                  <a:lnTo>
                    <a:pt x="625551" y="1111948"/>
                  </a:lnTo>
                  <a:lnTo>
                    <a:pt x="625528" y="1111939"/>
                  </a:lnTo>
                  <a:lnTo>
                    <a:pt x="625499" y="1111924"/>
                  </a:lnTo>
                  <a:lnTo>
                    <a:pt x="625477" y="1111912"/>
                  </a:lnTo>
                  <a:lnTo>
                    <a:pt x="625459" y="1111898"/>
                  </a:lnTo>
                  <a:lnTo>
                    <a:pt x="625439" y="1111889"/>
                  </a:lnTo>
                  <a:lnTo>
                    <a:pt x="625426" y="1111886"/>
                  </a:lnTo>
                  <a:lnTo>
                    <a:pt x="625409" y="1111883"/>
                  </a:lnTo>
                  <a:lnTo>
                    <a:pt x="625388" y="1111884"/>
                  </a:lnTo>
                  <a:lnTo>
                    <a:pt x="625363" y="1111890"/>
                  </a:lnTo>
                  <a:lnTo>
                    <a:pt x="625339" y="1111893"/>
                  </a:lnTo>
                  <a:lnTo>
                    <a:pt x="625326" y="1111892"/>
                  </a:lnTo>
                  <a:lnTo>
                    <a:pt x="625318" y="1111889"/>
                  </a:lnTo>
                  <a:lnTo>
                    <a:pt x="625309" y="1111883"/>
                  </a:lnTo>
                  <a:lnTo>
                    <a:pt x="625288" y="1111865"/>
                  </a:lnTo>
                  <a:lnTo>
                    <a:pt x="625263" y="1111839"/>
                  </a:lnTo>
                  <a:lnTo>
                    <a:pt x="625245" y="1111826"/>
                  </a:lnTo>
                  <a:lnTo>
                    <a:pt x="625231" y="1111818"/>
                  </a:lnTo>
                  <a:lnTo>
                    <a:pt x="625214" y="1111813"/>
                  </a:lnTo>
                  <a:lnTo>
                    <a:pt x="625194" y="1111805"/>
                  </a:lnTo>
                  <a:lnTo>
                    <a:pt x="625174" y="1111796"/>
                  </a:lnTo>
                  <a:lnTo>
                    <a:pt x="625155" y="1111793"/>
                  </a:lnTo>
                  <a:lnTo>
                    <a:pt x="625142" y="1111792"/>
                  </a:lnTo>
                  <a:lnTo>
                    <a:pt x="625130" y="1111793"/>
                  </a:lnTo>
                  <a:lnTo>
                    <a:pt x="625096" y="1111801"/>
                  </a:lnTo>
                  <a:lnTo>
                    <a:pt x="625059" y="1111809"/>
                  </a:lnTo>
                  <a:lnTo>
                    <a:pt x="625017" y="1111817"/>
                  </a:lnTo>
                  <a:lnTo>
                    <a:pt x="625007" y="1111817"/>
                  </a:lnTo>
                  <a:lnTo>
                    <a:pt x="624987" y="1111811"/>
                  </a:lnTo>
                  <a:lnTo>
                    <a:pt x="624962" y="1111804"/>
                  </a:lnTo>
                  <a:lnTo>
                    <a:pt x="624918" y="1111783"/>
                  </a:lnTo>
                  <a:lnTo>
                    <a:pt x="624894" y="1111770"/>
                  </a:lnTo>
                  <a:lnTo>
                    <a:pt x="624875" y="1111762"/>
                  </a:lnTo>
                  <a:lnTo>
                    <a:pt x="624861" y="1111759"/>
                  </a:lnTo>
                  <a:lnTo>
                    <a:pt x="624846" y="1111759"/>
                  </a:lnTo>
                  <a:lnTo>
                    <a:pt x="624821" y="1111764"/>
                  </a:lnTo>
                  <a:lnTo>
                    <a:pt x="624800" y="1111769"/>
                  </a:lnTo>
                  <a:lnTo>
                    <a:pt x="624780" y="1111771"/>
                  </a:lnTo>
                  <a:lnTo>
                    <a:pt x="624766" y="1111770"/>
                  </a:lnTo>
                  <a:lnTo>
                    <a:pt x="624759" y="1111768"/>
                  </a:lnTo>
                  <a:lnTo>
                    <a:pt x="624733" y="1111757"/>
                  </a:lnTo>
                  <a:lnTo>
                    <a:pt x="624702" y="1111748"/>
                  </a:lnTo>
                  <a:lnTo>
                    <a:pt x="624686" y="1111738"/>
                  </a:lnTo>
                  <a:lnTo>
                    <a:pt x="624667" y="1111724"/>
                  </a:lnTo>
                  <a:lnTo>
                    <a:pt x="624639" y="1111709"/>
                  </a:lnTo>
                  <a:lnTo>
                    <a:pt x="624597" y="1111698"/>
                  </a:lnTo>
                  <a:lnTo>
                    <a:pt x="624572" y="1111688"/>
                  </a:lnTo>
                  <a:lnTo>
                    <a:pt x="624546" y="1111683"/>
                  </a:lnTo>
                  <a:lnTo>
                    <a:pt x="624512" y="1111672"/>
                  </a:lnTo>
                  <a:lnTo>
                    <a:pt x="624471" y="1111661"/>
                  </a:lnTo>
                  <a:lnTo>
                    <a:pt x="624455" y="1111657"/>
                  </a:lnTo>
                  <a:lnTo>
                    <a:pt x="624441" y="1111655"/>
                  </a:lnTo>
                  <a:lnTo>
                    <a:pt x="624430" y="1111655"/>
                  </a:lnTo>
                  <a:lnTo>
                    <a:pt x="624416" y="1111657"/>
                  </a:lnTo>
                  <a:lnTo>
                    <a:pt x="624406" y="1111663"/>
                  </a:lnTo>
                  <a:lnTo>
                    <a:pt x="624380" y="1111684"/>
                  </a:lnTo>
                  <a:lnTo>
                    <a:pt x="624364" y="1111695"/>
                  </a:lnTo>
                  <a:lnTo>
                    <a:pt x="624338" y="1111705"/>
                  </a:lnTo>
                  <a:lnTo>
                    <a:pt x="624296" y="1111719"/>
                  </a:lnTo>
                  <a:lnTo>
                    <a:pt x="624276" y="1111729"/>
                  </a:lnTo>
                  <a:lnTo>
                    <a:pt x="624240" y="1111740"/>
                  </a:lnTo>
                  <a:lnTo>
                    <a:pt x="624213" y="1111748"/>
                  </a:lnTo>
                  <a:lnTo>
                    <a:pt x="624186" y="1111761"/>
                  </a:lnTo>
                  <a:lnTo>
                    <a:pt x="624159" y="1111768"/>
                  </a:lnTo>
                  <a:lnTo>
                    <a:pt x="624138" y="1111777"/>
                  </a:lnTo>
                  <a:lnTo>
                    <a:pt x="624127" y="1111783"/>
                  </a:lnTo>
                  <a:lnTo>
                    <a:pt x="624115" y="1111792"/>
                  </a:lnTo>
                  <a:lnTo>
                    <a:pt x="624106" y="1111806"/>
                  </a:lnTo>
                  <a:lnTo>
                    <a:pt x="624101" y="1111824"/>
                  </a:lnTo>
                  <a:lnTo>
                    <a:pt x="624097" y="1111841"/>
                  </a:lnTo>
                  <a:lnTo>
                    <a:pt x="624087" y="1111863"/>
                  </a:lnTo>
                  <a:lnTo>
                    <a:pt x="624078" y="1111877"/>
                  </a:lnTo>
                  <a:lnTo>
                    <a:pt x="624068" y="1111894"/>
                  </a:lnTo>
                  <a:lnTo>
                    <a:pt x="624065" y="1111907"/>
                  </a:lnTo>
                  <a:lnTo>
                    <a:pt x="624065" y="1111922"/>
                  </a:lnTo>
                  <a:lnTo>
                    <a:pt x="624063" y="1111941"/>
                  </a:lnTo>
                  <a:lnTo>
                    <a:pt x="624059" y="1111954"/>
                  </a:lnTo>
                  <a:lnTo>
                    <a:pt x="624051" y="1111963"/>
                  </a:lnTo>
                  <a:lnTo>
                    <a:pt x="624043" y="1111973"/>
                  </a:lnTo>
                  <a:lnTo>
                    <a:pt x="624028" y="1111986"/>
                  </a:lnTo>
                  <a:lnTo>
                    <a:pt x="624016" y="1111996"/>
                  </a:lnTo>
                  <a:lnTo>
                    <a:pt x="624003" y="1112006"/>
                  </a:lnTo>
                  <a:lnTo>
                    <a:pt x="623980" y="1112020"/>
                  </a:lnTo>
                  <a:lnTo>
                    <a:pt x="623958" y="1112033"/>
                  </a:lnTo>
                  <a:lnTo>
                    <a:pt x="623948" y="1112043"/>
                  </a:lnTo>
                  <a:lnTo>
                    <a:pt x="623934" y="1112062"/>
                  </a:lnTo>
                  <a:lnTo>
                    <a:pt x="623916" y="1112093"/>
                  </a:lnTo>
                  <a:lnTo>
                    <a:pt x="623904" y="1112123"/>
                  </a:lnTo>
                  <a:lnTo>
                    <a:pt x="623893" y="1112145"/>
                  </a:lnTo>
                  <a:lnTo>
                    <a:pt x="623879" y="1112163"/>
                  </a:lnTo>
                  <a:lnTo>
                    <a:pt x="623865" y="1112177"/>
                  </a:lnTo>
                  <a:lnTo>
                    <a:pt x="623853" y="1112191"/>
                  </a:lnTo>
                  <a:lnTo>
                    <a:pt x="623841" y="1112203"/>
                  </a:lnTo>
                  <a:lnTo>
                    <a:pt x="623828" y="1112212"/>
                  </a:lnTo>
                  <a:lnTo>
                    <a:pt x="623817" y="1112213"/>
                  </a:lnTo>
                  <a:lnTo>
                    <a:pt x="623808" y="1112212"/>
                  </a:lnTo>
                  <a:lnTo>
                    <a:pt x="623792" y="1112206"/>
                  </a:lnTo>
                  <a:lnTo>
                    <a:pt x="623753" y="1112194"/>
                  </a:lnTo>
                  <a:lnTo>
                    <a:pt x="623736" y="1112190"/>
                  </a:lnTo>
                  <a:lnTo>
                    <a:pt x="623726" y="1112192"/>
                  </a:lnTo>
                  <a:lnTo>
                    <a:pt x="623720" y="1112195"/>
                  </a:lnTo>
                  <a:lnTo>
                    <a:pt x="623706" y="1112203"/>
                  </a:lnTo>
                  <a:lnTo>
                    <a:pt x="623688" y="1112210"/>
                  </a:lnTo>
                  <a:lnTo>
                    <a:pt x="623653" y="1112226"/>
                  </a:lnTo>
                  <a:lnTo>
                    <a:pt x="623636" y="1112227"/>
                  </a:lnTo>
                  <a:lnTo>
                    <a:pt x="623623" y="1112225"/>
                  </a:lnTo>
                  <a:lnTo>
                    <a:pt x="623609" y="1112220"/>
                  </a:lnTo>
                  <a:lnTo>
                    <a:pt x="623583" y="1112205"/>
                  </a:lnTo>
                  <a:lnTo>
                    <a:pt x="623559" y="1112183"/>
                  </a:lnTo>
                  <a:lnTo>
                    <a:pt x="623540" y="1112170"/>
                  </a:lnTo>
                  <a:lnTo>
                    <a:pt x="623525" y="1112158"/>
                  </a:lnTo>
                  <a:lnTo>
                    <a:pt x="623515" y="1112156"/>
                  </a:lnTo>
                  <a:lnTo>
                    <a:pt x="623510" y="1112156"/>
                  </a:lnTo>
                  <a:lnTo>
                    <a:pt x="623507" y="1112161"/>
                  </a:lnTo>
                  <a:lnTo>
                    <a:pt x="623503" y="1112172"/>
                  </a:lnTo>
                  <a:lnTo>
                    <a:pt x="623501" y="1112202"/>
                  </a:lnTo>
                  <a:lnTo>
                    <a:pt x="623498" y="1112247"/>
                  </a:lnTo>
                  <a:lnTo>
                    <a:pt x="623493" y="1112270"/>
                  </a:lnTo>
                  <a:lnTo>
                    <a:pt x="623491" y="1112280"/>
                  </a:lnTo>
                  <a:lnTo>
                    <a:pt x="623483" y="1112292"/>
                  </a:lnTo>
                  <a:lnTo>
                    <a:pt x="623466" y="1112304"/>
                  </a:lnTo>
                  <a:lnTo>
                    <a:pt x="623430" y="1112325"/>
                  </a:lnTo>
                  <a:lnTo>
                    <a:pt x="623404" y="1112333"/>
                  </a:lnTo>
                  <a:lnTo>
                    <a:pt x="623392" y="1112334"/>
                  </a:lnTo>
                  <a:lnTo>
                    <a:pt x="623380" y="1112330"/>
                  </a:lnTo>
                  <a:lnTo>
                    <a:pt x="623356" y="1112326"/>
                  </a:lnTo>
                  <a:lnTo>
                    <a:pt x="623315" y="1112319"/>
                  </a:lnTo>
                  <a:lnTo>
                    <a:pt x="623296" y="1112309"/>
                  </a:lnTo>
                  <a:lnTo>
                    <a:pt x="623282" y="1112299"/>
                  </a:lnTo>
                  <a:lnTo>
                    <a:pt x="623259" y="1112278"/>
                  </a:lnTo>
                  <a:lnTo>
                    <a:pt x="623229" y="1112253"/>
                  </a:lnTo>
                  <a:lnTo>
                    <a:pt x="623203" y="1112239"/>
                  </a:lnTo>
                  <a:lnTo>
                    <a:pt x="623189" y="1112238"/>
                  </a:lnTo>
                  <a:lnTo>
                    <a:pt x="623170" y="1112240"/>
                  </a:lnTo>
                  <a:lnTo>
                    <a:pt x="623141" y="1112250"/>
                  </a:lnTo>
                  <a:lnTo>
                    <a:pt x="623127" y="1112251"/>
                  </a:lnTo>
                  <a:lnTo>
                    <a:pt x="623111" y="1112249"/>
                  </a:lnTo>
                  <a:lnTo>
                    <a:pt x="623075" y="1112248"/>
                  </a:lnTo>
                  <a:lnTo>
                    <a:pt x="623026" y="1112242"/>
                  </a:lnTo>
                  <a:lnTo>
                    <a:pt x="623002" y="1112240"/>
                  </a:lnTo>
                  <a:lnTo>
                    <a:pt x="622948" y="1112240"/>
                  </a:lnTo>
                  <a:lnTo>
                    <a:pt x="622912" y="1112239"/>
                  </a:lnTo>
                  <a:lnTo>
                    <a:pt x="622845" y="1112241"/>
                  </a:lnTo>
                  <a:lnTo>
                    <a:pt x="622821" y="1112246"/>
                  </a:lnTo>
                  <a:lnTo>
                    <a:pt x="622794" y="1112248"/>
                  </a:lnTo>
                  <a:lnTo>
                    <a:pt x="622764" y="1112249"/>
                  </a:lnTo>
                  <a:lnTo>
                    <a:pt x="622749" y="1112251"/>
                  </a:lnTo>
                  <a:lnTo>
                    <a:pt x="622692" y="1112256"/>
                  </a:lnTo>
                  <a:lnTo>
                    <a:pt x="622638" y="1112262"/>
                  </a:lnTo>
                  <a:lnTo>
                    <a:pt x="622606" y="1112267"/>
                  </a:lnTo>
                  <a:lnTo>
                    <a:pt x="622576" y="1112273"/>
                  </a:lnTo>
                  <a:lnTo>
                    <a:pt x="622547" y="1112285"/>
                  </a:lnTo>
                  <a:lnTo>
                    <a:pt x="622514" y="1112302"/>
                  </a:lnTo>
                  <a:lnTo>
                    <a:pt x="622484" y="1112319"/>
                  </a:lnTo>
                  <a:lnTo>
                    <a:pt x="622453" y="1112341"/>
                  </a:lnTo>
                  <a:lnTo>
                    <a:pt x="622406" y="1112381"/>
                  </a:lnTo>
                  <a:lnTo>
                    <a:pt x="622387" y="1112398"/>
                  </a:lnTo>
                  <a:lnTo>
                    <a:pt x="622381" y="1112407"/>
                  </a:lnTo>
                  <a:lnTo>
                    <a:pt x="622367" y="1112411"/>
                  </a:lnTo>
                  <a:lnTo>
                    <a:pt x="622315" y="1112424"/>
                  </a:lnTo>
                  <a:lnTo>
                    <a:pt x="622285" y="1112437"/>
                  </a:lnTo>
                  <a:lnTo>
                    <a:pt x="622248" y="1112457"/>
                  </a:lnTo>
                  <a:lnTo>
                    <a:pt x="622227" y="1112485"/>
                  </a:lnTo>
                  <a:lnTo>
                    <a:pt x="622212" y="1112490"/>
                  </a:lnTo>
                  <a:lnTo>
                    <a:pt x="622170" y="1112470"/>
                  </a:lnTo>
                  <a:lnTo>
                    <a:pt x="622122" y="1112446"/>
                  </a:lnTo>
                  <a:lnTo>
                    <a:pt x="622060" y="1112411"/>
                  </a:lnTo>
                  <a:lnTo>
                    <a:pt x="622054" y="1112407"/>
                  </a:lnTo>
                  <a:lnTo>
                    <a:pt x="622049" y="1112406"/>
                  </a:lnTo>
                  <a:lnTo>
                    <a:pt x="622033" y="1112404"/>
                  </a:lnTo>
                  <a:lnTo>
                    <a:pt x="622025" y="1112403"/>
                  </a:lnTo>
                  <a:lnTo>
                    <a:pt x="622018" y="1112402"/>
                  </a:lnTo>
                  <a:lnTo>
                    <a:pt x="622011" y="1112403"/>
                  </a:lnTo>
                  <a:lnTo>
                    <a:pt x="622005" y="1112407"/>
                  </a:lnTo>
                  <a:lnTo>
                    <a:pt x="622001" y="1112411"/>
                  </a:lnTo>
                  <a:lnTo>
                    <a:pt x="621980" y="1112431"/>
                  </a:lnTo>
                  <a:lnTo>
                    <a:pt x="621950" y="1112442"/>
                  </a:lnTo>
                  <a:lnTo>
                    <a:pt x="621911" y="1112448"/>
                  </a:lnTo>
                  <a:lnTo>
                    <a:pt x="621876" y="1112441"/>
                  </a:lnTo>
                  <a:lnTo>
                    <a:pt x="621814" y="1112424"/>
                  </a:lnTo>
                  <a:lnTo>
                    <a:pt x="621778" y="1112411"/>
                  </a:lnTo>
                  <a:lnTo>
                    <a:pt x="621769" y="1112407"/>
                  </a:lnTo>
                  <a:lnTo>
                    <a:pt x="621763" y="1112400"/>
                  </a:lnTo>
                  <a:lnTo>
                    <a:pt x="621748" y="1112382"/>
                  </a:lnTo>
                  <a:lnTo>
                    <a:pt x="621735" y="1112368"/>
                  </a:lnTo>
                  <a:lnTo>
                    <a:pt x="621719" y="1112358"/>
                  </a:lnTo>
                  <a:lnTo>
                    <a:pt x="621699" y="1112348"/>
                  </a:lnTo>
                  <a:lnTo>
                    <a:pt x="621668" y="1112341"/>
                  </a:lnTo>
                  <a:lnTo>
                    <a:pt x="621635" y="1112333"/>
                  </a:lnTo>
                  <a:lnTo>
                    <a:pt x="621612" y="1112330"/>
                  </a:lnTo>
                  <a:lnTo>
                    <a:pt x="621598" y="1112330"/>
                  </a:lnTo>
                  <a:lnTo>
                    <a:pt x="621579" y="1112332"/>
                  </a:lnTo>
                  <a:lnTo>
                    <a:pt x="621560" y="1112341"/>
                  </a:lnTo>
                  <a:lnTo>
                    <a:pt x="621541" y="1112355"/>
                  </a:lnTo>
                  <a:lnTo>
                    <a:pt x="621528" y="1112365"/>
                  </a:lnTo>
                  <a:lnTo>
                    <a:pt x="621500" y="1112378"/>
                  </a:lnTo>
                  <a:lnTo>
                    <a:pt x="621473" y="1112386"/>
                  </a:lnTo>
                  <a:lnTo>
                    <a:pt x="621445" y="1112397"/>
                  </a:lnTo>
                  <a:lnTo>
                    <a:pt x="621438" y="1112400"/>
                  </a:lnTo>
                  <a:lnTo>
                    <a:pt x="621417" y="1112407"/>
                  </a:lnTo>
                  <a:lnTo>
                    <a:pt x="621414" y="1112411"/>
                  </a:lnTo>
                  <a:lnTo>
                    <a:pt x="621405" y="1112422"/>
                  </a:lnTo>
                  <a:lnTo>
                    <a:pt x="621387" y="1112428"/>
                  </a:lnTo>
                  <a:lnTo>
                    <a:pt x="621330" y="1112437"/>
                  </a:lnTo>
                  <a:lnTo>
                    <a:pt x="621263" y="1112476"/>
                  </a:lnTo>
                  <a:lnTo>
                    <a:pt x="621252" y="1112489"/>
                  </a:lnTo>
                  <a:lnTo>
                    <a:pt x="621248" y="1112518"/>
                  </a:lnTo>
                  <a:lnTo>
                    <a:pt x="621266" y="1112559"/>
                  </a:lnTo>
                  <a:lnTo>
                    <a:pt x="621295" y="1112609"/>
                  </a:lnTo>
                  <a:lnTo>
                    <a:pt x="621293" y="1112656"/>
                  </a:lnTo>
                  <a:lnTo>
                    <a:pt x="621290" y="1112688"/>
                  </a:lnTo>
                  <a:lnTo>
                    <a:pt x="621256" y="1112690"/>
                  </a:lnTo>
                  <a:lnTo>
                    <a:pt x="621202" y="1112687"/>
                  </a:lnTo>
                  <a:lnTo>
                    <a:pt x="621163" y="1112688"/>
                  </a:lnTo>
                  <a:lnTo>
                    <a:pt x="621123" y="1112717"/>
                  </a:lnTo>
                  <a:lnTo>
                    <a:pt x="621106" y="1112740"/>
                  </a:lnTo>
                  <a:lnTo>
                    <a:pt x="621078" y="1112789"/>
                  </a:lnTo>
                  <a:lnTo>
                    <a:pt x="621078" y="1112816"/>
                  </a:lnTo>
                  <a:lnTo>
                    <a:pt x="621083" y="1112849"/>
                  </a:lnTo>
                  <a:lnTo>
                    <a:pt x="621112" y="1112908"/>
                  </a:lnTo>
                  <a:lnTo>
                    <a:pt x="621148" y="1112964"/>
                  </a:lnTo>
                  <a:lnTo>
                    <a:pt x="621153" y="1113002"/>
                  </a:lnTo>
                  <a:lnTo>
                    <a:pt x="621127" y="1113043"/>
                  </a:lnTo>
                  <a:lnTo>
                    <a:pt x="621090" y="1113083"/>
                  </a:lnTo>
                  <a:lnTo>
                    <a:pt x="621062" y="1113093"/>
                  </a:lnTo>
                  <a:lnTo>
                    <a:pt x="621035" y="1113086"/>
                  </a:lnTo>
                  <a:lnTo>
                    <a:pt x="620987" y="1113064"/>
                  </a:lnTo>
                  <a:lnTo>
                    <a:pt x="620960" y="1113069"/>
                  </a:lnTo>
                  <a:lnTo>
                    <a:pt x="620947" y="1113087"/>
                  </a:lnTo>
                  <a:lnTo>
                    <a:pt x="620940" y="1113123"/>
                  </a:lnTo>
                  <a:lnTo>
                    <a:pt x="620933" y="1113160"/>
                  </a:lnTo>
                  <a:lnTo>
                    <a:pt x="620906" y="1113238"/>
                  </a:lnTo>
                  <a:lnTo>
                    <a:pt x="620868" y="1113314"/>
                  </a:lnTo>
                  <a:lnTo>
                    <a:pt x="620857" y="1113351"/>
                  </a:lnTo>
                  <a:lnTo>
                    <a:pt x="620839" y="1113369"/>
                  </a:lnTo>
                  <a:lnTo>
                    <a:pt x="620776" y="1113422"/>
                  </a:lnTo>
                  <a:lnTo>
                    <a:pt x="620696" y="1113469"/>
                  </a:lnTo>
                  <a:lnTo>
                    <a:pt x="620642" y="1113514"/>
                  </a:lnTo>
                  <a:lnTo>
                    <a:pt x="620583" y="1113561"/>
                  </a:lnTo>
                  <a:lnTo>
                    <a:pt x="620517" y="1113614"/>
                  </a:lnTo>
                  <a:lnTo>
                    <a:pt x="620463" y="1113667"/>
                  </a:lnTo>
                  <a:lnTo>
                    <a:pt x="620432" y="1113718"/>
                  </a:lnTo>
                  <a:lnTo>
                    <a:pt x="620414" y="1113752"/>
                  </a:lnTo>
                  <a:lnTo>
                    <a:pt x="620391" y="1113824"/>
                  </a:lnTo>
                  <a:lnTo>
                    <a:pt x="620387" y="1113865"/>
                  </a:lnTo>
                  <a:lnTo>
                    <a:pt x="620397" y="1113914"/>
                  </a:lnTo>
                  <a:lnTo>
                    <a:pt x="620380" y="1113973"/>
                  </a:lnTo>
                  <a:lnTo>
                    <a:pt x="620364" y="1114001"/>
                  </a:lnTo>
                  <a:lnTo>
                    <a:pt x="620324" y="1114074"/>
                  </a:lnTo>
                  <a:lnTo>
                    <a:pt x="620268" y="1114107"/>
                  </a:lnTo>
                  <a:lnTo>
                    <a:pt x="620238" y="1114137"/>
                  </a:lnTo>
                  <a:lnTo>
                    <a:pt x="620202" y="1114167"/>
                  </a:lnTo>
                  <a:lnTo>
                    <a:pt x="620187" y="1114210"/>
                  </a:lnTo>
                  <a:lnTo>
                    <a:pt x="620167" y="1114274"/>
                  </a:lnTo>
                  <a:lnTo>
                    <a:pt x="620150" y="1114344"/>
                  </a:lnTo>
                  <a:lnTo>
                    <a:pt x="620119" y="1114395"/>
                  </a:lnTo>
                  <a:lnTo>
                    <a:pt x="620092" y="1114450"/>
                  </a:lnTo>
                  <a:lnTo>
                    <a:pt x="620077" y="1114469"/>
                  </a:lnTo>
                  <a:lnTo>
                    <a:pt x="620057" y="1114483"/>
                  </a:lnTo>
                  <a:lnTo>
                    <a:pt x="620017" y="1114483"/>
                  </a:lnTo>
                  <a:lnTo>
                    <a:pt x="619969" y="1114494"/>
                  </a:lnTo>
                  <a:lnTo>
                    <a:pt x="619934" y="1114491"/>
                  </a:lnTo>
                  <a:lnTo>
                    <a:pt x="619880" y="1114468"/>
                  </a:lnTo>
                  <a:lnTo>
                    <a:pt x="619773" y="1114432"/>
                  </a:lnTo>
                  <a:lnTo>
                    <a:pt x="619740" y="1114420"/>
                  </a:lnTo>
                  <a:lnTo>
                    <a:pt x="619676" y="1114415"/>
                  </a:lnTo>
                  <a:lnTo>
                    <a:pt x="619625" y="1114435"/>
                  </a:lnTo>
                  <a:lnTo>
                    <a:pt x="619578" y="1114465"/>
                  </a:lnTo>
                  <a:lnTo>
                    <a:pt x="619520" y="1114475"/>
                  </a:lnTo>
                  <a:lnTo>
                    <a:pt x="619487" y="1114492"/>
                  </a:lnTo>
                  <a:lnTo>
                    <a:pt x="619452" y="1114523"/>
                  </a:lnTo>
                  <a:lnTo>
                    <a:pt x="619420" y="1114539"/>
                  </a:lnTo>
                  <a:lnTo>
                    <a:pt x="619400" y="1114546"/>
                  </a:lnTo>
                  <a:lnTo>
                    <a:pt x="619404" y="1114580"/>
                  </a:lnTo>
                  <a:lnTo>
                    <a:pt x="619409" y="1114599"/>
                  </a:lnTo>
                  <a:lnTo>
                    <a:pt x="619387" y="1114621"/>
                  </a:lnTo>
                  <a:lnTo>
                    <a:pt x="619349" y="1114663"/>
                  </a:lnTo>
                  <a:lnTo>
                    <a:pt x="619340" y="1114697"/>
                  </a:lnTo>
                  <a:lnTo>
                    <a:pt x="619340" y="1114757"/>
                  </a:lnTo>
                  <a:lnTo>
                    <a:pt x="619352" y="1114805"/>
                  </a:lnTo>
                  <a:lnTo>
                    <a:pt x="619361" y="1114837"/>
                  </a:lnTo>
                  <a:lnTo>
                    <a:pt x="619377" y="1114908"/>
                  </a:lnTo>
                  <a:lnTo>
                    <a:pt x="619379" y="1114952"/>
                  </a:lnTo>
                  <a:lnTo>
                    <a:pt x="619380" y="1114991"/>
                  </a:lnTo>
                  <a:lnTo>
                    <a:pt x="619411" y="1115038"/>
                  </a:lnTo>
                  <a:lnTo>
                    <a:pt x="619428" y="1115061"/>
                  </a:lnTo>
                  <a:lnTo>
                    <a:pt x="619426" y="1115081"/>
                  </a:lnTo>
                  <a:lnTo>
                    <a:pt x="619413" y="1115108"/>
                  </a:lnTo>
                  <a:lnTo>
                    <a:pt x="619394" y="1115129"/>
                  </a:lnTo>
                  <a:lnTo>
                    <a:pt x="619369" y="1115140"/>
                  </a:lnTo>
                  <a:lnTo>
                    <a:pt x="619325" y="1115141"/>
                  </a:lnTo>
                  <a:lnTo>
                    <a:pt x="619251" y="1115162"/>
                  </a:lnTo>
                  <a:lnTo>
                    <a:pt x="619189" y="1115210"/>
                  </a:lnTo>
                  <a:lnTo>
                    <a:pt x="619159" y="1115248"/>
                  </a:lnTo>
                  <a:lnTo>
                    <a:pt x="619128" y="1115292"/>
                  </a:lnTo>
                  <a:lnTo>
                    <a:pt x="619109" y="1115343"/>
                  </a:lnTo>
                  <a:lnTo>
                    <a:pt x="619119" y="1115394"/>
                  </a:lnTo>
                  <a:lnTo>
                    <a:pt x="619118" y="1115418"/>
                  </a:lnTo>
                  <a:lnTo>
                    <a:pt x="619117" y="1115425"/>
                  </a:lnTo>
                  <a:lnTo>
                    <a:pt x="619107" y="1115447"/>
                  </a:lnTo>
                  <a:lnTo>
                    <a:pt x="619055" y="1115469"/>
                  </a:lnTo>
                  <a:lnTo>
                    <a:pt x="619022" y="1115487"/>
                  </a:lnTo>
                  <a:lnTo>
                    <a:pt x="618960" y="1115533"/>
                  </a:lnTo>
                  <a:lnTo>
                    <a:pt x="618910" y="1115576"/>
                  </a:lnTo>
                  <a:lnTo>
                    <a:pt x="618889" y="1115602"/>
                  </a:lnTo>
                  <a:lnTo>
                    <a:pt x="618867" y="1115644"/>
                  </a:lnTo>
                  <a:lnTo>
                    <a:pt x="618839" y="1115691"/>
                  </a:lnTo>
                  <a:lnTo>
                    <a:pt x="618789" y="1115733"/>
                  </a:lnTo>
                  <a:lnTo>
                    <a:pt x="618748" y="1115792"/>
                  </a:lnTo>
                  <a:lnTo>
                    <a:pt x="618745" y="1115829"/>
                  </a:lnTo>
                  <a:lnTo>
                    <a:pt x="618734" y="1115887"/>
                  </a:lnTo>
                  <a:lnTo>
                    <a:pt x="618737" y="1115931"/>
                  </a:lnTo>
                  <a:lnTo>
                    <a:pt x="618749" y="1115969"/>
                  </a:lnTo>
                  <a:lnTo>
                    <a:pt x="618740" y="1115977"/>
                  </a:lnTo>
                  <a:lnTo>
                    <a:pt x="618726" y="1115972"/>
                  </a:lnTo>
                  <a:lnTo>
                    <a:pt x="618699" y="1115942"/>
                  </a:lnTo>
                  <a:lnTo>
                    <a:pt x="618639" y="1115879"/>
                  </a:lnTo>
                  <a:lnTo>
                    <a:pt x="618607" y="1115827"/>
                  </a:lnTo>
                  <a:lnTo>
                    <a:pt x="618564" y="1115779"/>
                  </a:lnTo>
                  <a:lnTo>
                    <a:pt x="618524" y="1115741"/>
                  </a:lnTo>
                  <a:lnTo>
                    <a:pt x="618507" y="1115740"/>
                  </a:lnTo>
                  <a:lnTo>
                    <a:pt x="618463" y="1115761"/>
                  </a:lnTo>
                  <a:lnTo>
                    <a:pt x="618407" y="1115783"/>
                  </a:lnTo>
                  <a:lnTo>
                    <a:pt x="618378" y="1115767"/>
                  </a:lnTo>
                  <a:lnTo>
                    <a:pt x="618342" y="1115735"/>
                  </a:lnTo>
                  <a:lnTo>
                    <a:pt x="618298" y="1115731"/>
                  </a:lnTo>
                  <a:lnTo>
                    <a:pt x="618230" y="1115734"/>
                  </a:lnTo>
                  <a:lnTo>
                    <a:pt x="618176" y="1115753"/>
                  </a:lnTo>
                  <a:lnTo>
                    <a:pt x="618143" y="1115755"/>
                  </a:lnTo>
                  <a:lnTo>
                    <a:pt x="618115" y="1115742"/>
                  </a:lnTo>
                  <a:lnTo>
                    <a:pt x="618086" y="1115699"/>
                  </a:lnTo>
                  <a:lnTo>
                    <a:pt x="618035" y="1115648"/>
                  </a:lnTo>
                  <a:lnTo>
                    <a:pt x="617943" y="1115615"/>
                  </a:lnTo>
                  <a:lnTo>
                    <a:pt x="617849" y="1115582"/>
                  </a:lnTo>
                  <a:lnTo>
                    <a:pt x="617826" y="1115582"/>
                  </a:lnTo>
                  <a:lnTo>
                    <a:pt x="617799" y="1115601"/>
                  </a:lnTo>
                  <a:lnTo>
                    <a:pt x="617754" y="1115622"/>
                  </a:lnTo>
                  <a:lnTo>
                    <a:pt x="617731" y="1115654"/>
                  </a:lnTo>
                  <a:lnTo>
                    <a:pt x="617699" y="1115704"/>
                  </a:lnTo>
                  <a:lnTo>
                    <a:pt x="617655" y="1115741"/>
                  </a:lnTo>
                  <a:lnTo>
                    <a:pt x="617651" y="1115776"/>
                  </a:lnTo>
                  <a:lnTo>
                    <a:pt x="617637" y="1115825"/>
                  </a:lnTo>
                  <a:lnTo>
                    <a:pt x="617613" y="1115850"/>
                  </a:lnTo>
                  <a:lnTo>
                    <a:pt x="617595" y="1115886"/>
                  </a:lnTo>
                  <a:lnTo>
                    <a:pt x="617585" y="1115931"/>
                  </a:lnTo>
                  <a:lnTo>
                    <a:pt x="617597" y="1115960"/>
                  </a:lnTo>
                  <a:lnTo>
                    <a:pt x="617610" y="1115998"/>
                  </a:lnTo>
                  <a:lnTo>
                    <a:pt x="617603" y="1116077"/>
                  </a:lnTo>
                  <a:lnTo>
                    <a:pt x="617606" y="1116130"/>
                  </a:lnTo>
                  <a:lnTo>
                    <a:pt x="617602" y="1116182"/>
                  </a:lnTo>
                  <a:lnTo>
                    <a:pt x="617591" y="1116195"/>
                  </a:lnTo>
                  <a:lnTo>
                    <a:pt x="617548" y="1116217"/>
                  </a:lnTo>
                  <a:lnTo>
                    <a:pt x="617494" y="1116228"/>
                  </a:lnTo>
                  <a:lnTo>
                    <a:pt x="617458" y="1116242"/>
                  </a:lnTo>
                  <a:lnTo>
                    <a:pt x="617441" y="1116261"/>
                  </a:lnTo>
                  <a:lnTo>
                    <a:pt x="617412" y="1116293"/>
                  </a:lnTo>
                  <a:lnTo>
                    <a:pt x="617358" y="1116341"/>
                  </a:lnTo>
                  <a:lnTo>
                    <a:pt x="617341" y="1116359"/>
                  </a:lnTo>
                  <a:lnTo>
                    <a:pt x="617332" y="1116379"/>
                  </a:lnTo>
                  <a:lnTo>
                    <a:pt x="617318" y="1116402"/>
                  </a:lnTo>
                  <a:lnTo>
                    <a:pt x="617289" y="1116429"/>
                  </a:lnTo>
                  <a:lnTo>
                    <a:pt x="617268" y="1116445"/>
                  </a:lnTo>
                  <a:lnTo>
                    <a:pt x="617240" y="1116481"/>
                  </a:lnTo>
                  <a:lnTo>
                    <a:pt x="617233" y="1116509"/>
                  </a:lnTo>
                  <a:lnTo>
                    <a:pt x="617234" y="1116537"/>
                  </a:lnTo>
                  <a:lnTo>
                    <a:pt x="617235" y="1116573"/>
                  </a:lnTo>
                  <a:lnTo>
                    <a:pt x="617237" y="1116607"/>
                  </a:lnTo>
                  <a:lnTo>
                    <a:pt x="617239" y="1116634"/>
                  </a:lnTo>
                  <a:lnTo>
                    <a:pt x="617226" y="1116666"/>
                  </a:lnTo>
                  <a:lnTo>
                    <a:pt x="617211" y="1116686"/>
                  </a:lnTo>
                  <a:lnTo>
                    <a:pt x="617187" y="1116692"/>
                  </a:lnTo>
                  <a:lnTo>
                    <a:pt x="617165" y="1116694"/>
                  </a:lnTo>
                  <a:lnTo>
                    <a:pt x="617123" y="1116695"/>
                  </a:lnTo>
                  <a:lnTo>
                    <a:pt x="617090" y="1116698"/>
                  </a:lnTo>
                  <a:lnTo>
                    <a:pt x="617068" y="1116707"/>
                  </a:lnTo>
                  <a:lnTo>
                    <a:pt x="617033" y="1116729"/>
                  </a:lnTo>
                  <a:lnTo>
                    <a:pt x="616995" y="1116774"/>
                  </a:lnTo>
                  <a:lnTo>
                    <a:pt x="616959" y="1116831"/>
                  </a:lnTo>
                  <a:lnTo>
                    <a:pt x="616929" y="1116879"/>
                  </a:lnTo>
                  <a:lnTo>
                    <a:pt x="616852" y="1116945"/>
                  </a:lnTo>
                  <a:lnTo>
                    <a:pt x="616824" y="1116963"/>
                  </a:lnTo>
                  <a:lnTo>
                    <a:pt x="616795" y="1116974"/>
                  </a:lnTo>
                  <a:lnTo>
                    <a:pt x="616744" y="1116967"/>
                  </a:lnTo>
                  <a:lnTo>
                    <a:pt x="616707" y="1116969"/>
                  </a:lnTo>
                  <a:lnTo>
                    <a:pt x="616676" y="1116980"/>
                  </a:lnTo>
                  <a:lnTo>
                    <a:pt x="616670" y="1116986"/>
                  </a:lnTo>
                  <a:lnTo>
                    <a:pt x="616667" y="1116990"/>
                  </a:lnTo>
                  <a:lnTo>
                    <a:pt x="616670" y="1117001"/>
                  </a:lnTo>
                  <a:lnTo>
                    <a:pt x="616682" y="1117013"/>
                  </a:lnTo>
                  <a:lnTo>
                    <a:pt x="616700" y="1117026"/>
                  </a:lnTo>
                  <a:lnTo>
                    <a:pt x="616719" y="1117052"/>
                  </a:lnTo>
                  <a:lnTo>
                    <a:pt x="616730" y="1117072"/>
                  </a:lnTo>
                  <a:lnTo>
                    <a:pt x="616742" y="1117123"/>
                  </a:lnTo>
                  <a:lnTo>
                    <a:pt x="616742" y="1117145"/>
                  </a:lnTo>
                  <a:lnTo>
                    <a:pt x="616736" y="1117168"/>
                  </a:lnTo>
                  <a:lnTo>
                    <a:pt x="616720" y="1117210"/>
                  </a:lnTo>
                  <a:lnTo>
                    <a:pt x="616697" y="1117247"/>
                  </a:lnTo>
                  <a:lnTo>
                    <a:pt x="616645" y="1117303"/>
                  </a:lnTo>
                  <a:lnTo>
                    <a:pt x="616615" y="1117333"/>
                  </a:lnTo>
                  <a:lnTo>
                    <a:pt x="616563" y="1117385"/>
                  </a:lnTo>
                  <a:lnTo>
                    <a:pt x="616532" y="1117422"/>
                  </a:lnTo>
                  <a:lnTo>
                    <a:pt x="616487" y="1117462"/>
                  </a:lnTo>
                  <a:lnTo>
                    <a:pt x="616428" y="1117501"/>
                  </a:lnTo>
                  <a:lnTo>
                    <a:pt x="616409" y="1117529"/>
                  </a:lnTo>
                  <a:lnTo>
                    <a:pt x="616397" y="1117571"/>
                  </a:lnTo>
                  <a:lnTo>
                    <a:pt x="616394" y="1117607"/>
                  </a:lnTo>
                  <a:lnTo>
                    <a:pt x="616398" y="1117636"/>
                  </a:lnTo>
                  <a:lnTo>
                    <a:pt x="616405" y="1117682"/>
                  </a:lnTo>
                  <a:lnTo>
                    <a:pt x="616415" y="1117724"/>
                  </a:lnTo>
                  <a:lnTo>
                    <a:pt x="616434" y="1117762"/>
                  </a:lnTo>
                  <a:lnTo>
                    <a:pt x="616451" y="1117792"/>
                  </a:lnTo>
                  <a:lnTo>
                    <a:pt x="616452" y="1117802"/>
                  </a:lnTo>
                  <a:lnTo>
                    <a:pt x="616433" y="1117796"/>
                  </a:lnTo>
                  <a:lnTo>
                    <a:pt x="616410" y="1117783"/>
                  </a:lnTo>
                  <a:lnTo>
                    <a:pt x="616377" y="1117776"/>
                  </a:lnTo>
                  <a:lnTo>
                    <a:pt x="616346" y="1117782"/>
                  </a:lnTo>
                  <a:lnTo>
                    <a:pt x="616299" y="1117805"/>
                  </a:lnTo>
                  <a:lnTo>
                    <a:pt x="616248" y="1117824"/>
                  </a:lnTo>
                  <a:lnTo>
                    <a:pt x="616205" y="1117832"/>
                  </a:lnTo>
                  <a:lnTo>
                    <a:pt x="616156" y="1117848"/>
                  </a:lnTo>
                  <a:lnTo>
                    <a:pt x="616131" y="1117889"/>
                  </a:lnTo>
                  <a:lnTo>
                    <a:pt x="616098" y="1117937"/>
                  </a:lnTo>
                  <a:lnTo>
                    <a:pt x="616086" y="1117973"/>
                  </a:lnTo>
                  <a:lnTo>
                    <a:pt x="616067" y="1118004"/>
                  </a:lnTo>
                  <a:lnTo>
                    <a:pt x="616055" y="1118046"/>
                  </a:lnTo>
                  <a:lnTo>
                    <a:pt x="616046" y="1118074"/>
                  </a:lnTo>
                  <a:lnTo>
                    <a:pt x="616029" y="1118083"/>
                  </a:lnTo>
                  <a:lnTo>
                    <a:pt x="615993" y="1118101"/>
                  </a:lnTo>
                  <a:lnTo>
                    <a:pt x="615913" y="1118125"/>
                  </a:lnTo>
                  <a:lnTo>
                    <a:pt x="615890" y="1118140"/>
                  </a:lnTo>
                  <a:lnTo>
                    <a:pt x="615874" y="1118164"/>
                  </a:lnTo>
                  <a:lnTo>
                    <a:pt x="615854" y="1118210"/>
                  </a:lnTo>
                  <a:lnTo>
                    <a:pt x="615844" y="1118250"/>
                  </a:lnTo>
                  <a:lnTo>
                    <a:pt x="615846" y="1118267"/>
                  </a:lnTo>
                  <a:lnTo>
                    <a:pt x="615872" y="1118292"/>
                  </a:lnTo>
                  <a:lnTo>
                    <a:pt x="615900" y="1118302"/>
                  </a:lnTo>
                  <a:lnTo>
                    <a:pt x="615954" y="1118315"/>
                  </a:lnTo>
                  <a:lnTo>
                    <a:pt x="615987" y="1118329"/>
                  </a:lnTo>
                  <a:lnTo>
                    <a:pt x="616005" y="1118349"/>
                  </a:lnTo>
                  <a:lnTo>
                    <a:pt x="616012" y="1118379"/>
                  </a:lnTo>
                  <a:lnTo>
                    <a:pt x="616012" y="1118409"/>
                  </a:lnTo>
                  <a:lnTo>
                    <a:pt x="616019" y="1118428"/>
                  </a:lnTo>
                  <a:lnTo>
                    <a:pt x="616049" y="1118485"/>
                  </a:lnTo>
                  <a:lnTo>
                    <a:pt x="616075" y="1118526"/>
                  </a:lnTo>
                  <a:lnTo>
                    <a:pt x="616096" y="1118553"/>
                  </a:lnTo>
                  <a:lnTo>
                    <a:pt x="616123" y="1118561"/>
                  </a:lnTo>
                  <a:lnTo>
                    <a:pt x="616165" y="1118565"/>
                  </a:lnTo>
                  <a:lnTo>
                    <a:pt x="616191" y="1118576"/>
                  </a:lnTo>
                  <a:lnTo>
                    <a:pt x="616200" y="1118590"/>
                  </a:lnTo>
                  <a:lnTo>
                    <a:pt x="616211" y="1118614"/>
                  </a:lnTo>
                  <a:lnTo>
                    <a:pt x="616240" y="1118645"/>
                  </a:lnTo>
                  <a:lnTo>
                    <a:pt x="616249" y="1118658"/>
                  </a:lnTo>
                  <a:lnTo>
                    <a:pt x="616263" y="1118697"/>
                  </a:lnTo>
                  <a:lnTo>
                    <a:pt x="616274" y="1118727"/>
                  </a:lnTo>
                  <a:lnTo>
                    <a:pt x="616275" y="1118744"/>
                  </a:lnTo>
                  <a:lnTo>
                    <a:pt x="616255" y="1118764"/>
                  </a:lnTo>
                  <a:lnTo>
                    <a:pt x="616231" y="1118794"/>
                  </a:lnTo>
                  <a:lnTo>
                    <a:pt x="616215" y="1118835"/>
                  </a:lnTo>
                  <a:lnTo>
                    <a:pt x="616209" y="1118881"/>
                  </a:lnTo>
                  <a:lnTo>
                    <a:pt x="616211" y="1118920"/>
                  </a:lnTo>
                  <a:lnTo>
                    <a:pt x="616202" y="1118985"/>
                  </a:lnTo>
                  <a:lnTo>
                    <a:pt x="616194" y="1119033"/>
                  </a:lnTo>
                  <a:lnTo>
                    <a:pt x="616182" y="1119058"/>
                  </a:lnTo>
                  <a:lnTo>
                    <a:pt x="616150" y="1119092"/>
                  </a:lnTo>
                  <a:lnTo>
                    <a:pt x="616099" y="1119115"/>
                  </a:lnTo>
                  <a:lnTo>
                    <a:pt x="616002" y="1119152"/>
                  </a:lnTo>
                  <a:lnTo>
                    <a:pt x="615958" y="1119168"/>
                  </a:lnTo>
                  <a:lnTo>
                    <a:pt x="615896" y="1119194"/>
                  </a:lnTo>
                  <a:lnTo>
                    <a:pt x="615835" y="1119223"/>
                  </a:lnTo>
                  <a:lnTo>
                    <a:pt x="615779" y="1119244"/>
                  </a:lnTo>
                  <a:lnTo>
                    <a:pt x="615745" y="1119262"/>
                  </a:lnTo>
                  <a:lnTo>
                    <a:pt x="615684" y="1119283"/>
                  </a:lnTo>
                  <a:lnTo>
                    <a:pt x="615629" y="1119301"/>
                  </a:lnTo>
                  <a:lnTo>
                    <a:pt x="615588" y="1119332"/>
                  </a:lnTo>
                  <a:lnTo>
                    <a:pt x="615559" y="1119362"/>
                  </a:lnTo>
                  <a:lnTo>
                    <a:pt x="615529" y="1119393"/>
                  </a:lnTo>
                  <a:lnTo>
                    <a:pt x="615517" y="1119406"/>
                  </a:lnTo>
                  <a:lnTo>
                    <a:pt x="615529" y="1119421"/>
                  </a:lnTo>
                  <a:lnTo>
                    <a:pt x="615554" y="1119450"/>
                  </a:lnTo>
                  <a:lnTo>
                    <a:pt x="615566" y="1119474"/>
                  </a:lnTo>
                  <a:lnTo>
                    <a:pt x="615575" y="1119494"/>
                  </a:lnTo>
                  <a:lnTo>
                    <a:pt x="615581" y="1119546"/>
                  </a:lnTo>
                  <a:lnTo>
                    <a:pt x="615581" y="1119582"/>
                  </a:lnTo>
                  <a:lnTo>
                    <a:pt x="615576" y="1119619"/>
                  </a:lnTo>
                  <a:lnTo>
                    <a:pt x="615573" y="1119667"/>
                  </a:lnTo>
                  <a:lnTo>
                    <a:pt x="615573" y="1119702"/>
                  </a:lnTo>
                  <a:lnTo>
                    <a:pt x="615572" y="1119711"/>
                  </a:lnTo>
                  <a:lnTo>
                    <a:pt x="615570" y="1119720"/>
                  </a:lnTo>
                  <a:lnTo>
                    <a:pt x="615569" y="1119743"/>
                  </a:lnTo>
                  <a:lnTo>
                    <a:pt x="615582" y="1119773"/>
                  </a:lnTo>
                  <a:lnTo>
                    <a:pt x="615595" y="1119798"/>
                  </a:lnTo>
                  <a:lnTo>
                    <a:pt x="615607" y="1119815"/>
                  </a:lnTo>
                  <a:lnTo>
                    <a:pt x="615613" y="1119827"/>
                  </a:lnTo>
                  <a:lnTo>
                    <a:pt x="615619" y="1119840"/>
                  </a:lnTo>
                  <a:lnTo>
                    <a:pt x="615620" y="1119846"/>
                  </a:lnTo>
                  <a:lnTo>
                    <a:pt x="615619" y="1119858"/>
                  </a:lnTo>
                  <a:lnTo>
                    <a:pt x="615606" y="1119871"/>
                  </a:lnTo>
                  <a:lnTo>
                    <a:pt x="615593" y="1119877"/>
                  </a:lnTo>
                  <a:lnTo>
                    <a:pt x="615577" y="1119890"/>
                  </a:lnTo>
                  <a:lnTo>
                    <a:pt x="615554" y="1119920"/>
                  </a:lnTo>
                  <a:lnTo>
                    <a:pt x="615547" y="1119935"/>
                  </a:lnTo>
                  <a:lnTo>
                    <a:pt x="615541" y="1119952"/>
                  </a:lnTo>
                  <a:lnTo>
                    <a:pt x="615541" y="1119968"/>
                  </a:lnTo>
                  <a:lnTo>
                    <a:pt x="615541" y="1119986"/>
                  </a:lnTo>
                  <a:lnTo>
                    <a:pt x="615548" y="1119997"/>
                  </a:lnTo>
                  <a:lnTo>
                    <a:pt x="615549" y="1120013"/>
                  </a:lnTo>
                  <a:lnTo>
                    <a:pt x="615547" y="1120028"/>
                  </a:lnTo>
                  <a:lnTo>
                    <a:pt x="615542" y="1120041"/>
                  </a:lnTo>
                  <a:lnTo>
                    <a:pt x="615538" y="1120052"/>
                  </a:lnTo>
                  <a:lnTo>
                    <a:pt x="615537" y="1120067"/>
                  </a:lnTo>
                  <a:lnTo>
                    <a:pt x="615537" y="1120098"/>
                  </a:lnTo>
                  <a:lnTo>
                    <a:pt x="615536" y="1120122"/>
                  </a:lnTo>
                  <a:lnTo>
                    <a:pt x="615535" y="1120133"/>
                  </a:lnTo>
                  <a:lnTo>
                    <a:pt x="615529" y="1120143"/>
                  </a:lnTo>
                  <a:lnTo>
                    <a:pt x="615516" y="1120148"/>
                  </a:lnTo>
                  <a:lnTo>
                    <a:pt x="615492" y="1120165"/>
                  </a:lnTo>
                  <a:lnTo>
                    <a:pt x="615479" y="1120187"/>
                  </a:lnTo>
                  <a:lnTo>
                    <a:pt x="615477" y="1120199"/>
                  </a:lnTo>
                  <a:lnTo>
                    <a:pt x="615478" y="1120212"/>
                  </a:lnTo>
                  <a:lnTo>
                    <a:pt x="615483" y="1120237"/>
                  </a:lnTo>
                  <a:lnTo>
                    <a:pt x="615494" y="1120260"/>
                  </a:lnTo>
                  <a:lnTo>
                    <a:pt x="615506" y="1120293"/>
                  </a:lnTo>
                  <a:lnTo>
                    <a:pt x="615510" y="1120307"/>
                  </a:lnTo>
                  <a:lnTo>
                    <a:pt x="615514" y="1120320"/>
                  </a:lnTo>
                  <a:lnTo>
                    <a:pt x="615513" y="1120330"/>
                  </a:lnTo>
                  <a:lnTo>
                    <a:pt x="615506" y="1120337"/>
                  </a:lnTo>
                  <a:lnTo>
                    <a:pt x="615490" y="1120341"/>
                  </a:lnTo>
                  <a:lnTo>
                    <a:pt x="615468" y="1120345"/>
                  </a:lnTo>
                  <a:lnTo>
                    <a:pt x="615451" y="1120365"/>
                  </a:lnTo>
                  <a:lnTo>
                    <a:pt x="615446" y="1120382"/>
                  </a:lnTo>
                  <a:lnTo>
                    <a:pt x="615446" y="1120394"/>
                  </a:lnTo>
                  <a:lnTo>
                    <a:pt x="615451" y="1120402"/>
                  </a:lnTo>
                  <a:lnTo>
                    <a:pt x="615458" y="1120420"/>
                  </a:lnTo>
                  <a:lnTo>
                    <a:pt x="615471" y="1120452"/>
                  </a:lnTo>
                  <a:lnTo>
                    <a:pt x="615485" y="1120494"/>
                  </a:lnTo>
                  <a:lnTo>
                    <a:pt x="615502" y="1120535"/>
                  </a:lnTo>
                  <a:lnTo>
                    <a:pt x="615516" y="1120571"/>
                  </a:lnTo>
                  <a:lnTo>
                    <a:pt x="615521" y="1120604"/>
                  </a:lnTo>
                  <a:lnTo>
                    <a:pt x="615523" y="1120633"/>
                  </a:lnTo>
                  <a:lnTo>
                    <a:pt x="615529" y="1120650"/>
                  </a:lnTo>
                  <a:lnTo>
                    <a:pt x="615538" y="1120676"/>
                  </a:lnTo>
                  <a:lnTo>
                    <a:pt x="615538" y="1120712"/>
                  </a:lnTo>
                  <a:lnTo>
                    <a:pt x="615533" y="1120729"/>
                  </a:lnTo>
                  <a:lnTo>
                    <a:pt x="615517" y="1120766"/>
                  </a:lnTo>
                  <a:lnTo>
                    <a:pt x="615501" y="1120794"/>
                  </a:lnTo>
                  <a:lnTo>
                    <a:pt x="615466" y="1120850"/>
                  </a:lnTo>
                  <a:lnTo>
                    <a:pt x="615412" y="1120899"/>
                  </a:lnTo>
                  <a:lnTo>
                    <a:pt x="615382" y="1120923"/>
                  </a:lnTo>
                  <a:lnTo>
                    <a:pt x="615355" y="1120954"/>
                  </a:lnTo>
                  <a:lnTo>
                    <a:pt x="615332" y="1120975"/>
                  </a:lnTo>
                  <a:lnTo>
                    <a:pt x="615310" y="1121006"/>
                  </a:lnTo>
                  <a:lnTo>
                    <a:pt x="615300" y="1121027"/>
                  </a:lnTo>
                  <a:lnTo>
                    <a:pt x="615289" y="1121062"/>
                  </a:lnTo>
                  <a:lnTo>
                    <a:pt x="615275" y="1121091"/>
                  </a:lnTo>
                  <a:lnTo>
                    <a:pt x="615247" y="1121128"/>
                  </a:lnTo>
                  <a:lnTo>
                    <a:pt x="615219" y="1121157"/>
                  </a:lnTo>
                  <a:lnTo>
                    <a:pt x="615193" y="1121178"/>
                  </a:lnTo>
                  <a:lnTo>
                    <a:pt x="615153" y="1121204"/>
                  </a:lnTo>
                  <a:lnTo>
                    <a:pt x="615094" y="1121240"/>
                  </a:lnTo>
                  <a:lnTo>
                    <a:pt x="615060" y="1121256"/>
                  </a:lnTo>
                  <a:lnTo>
                    <a:pt x="615023" y="1121271"/>
                  </a:lnTo>
                  <a:lnTo>
                    <a:pt x="615014" y="1121280"/>
                  </a:lnTo>
                  <a:lnTo>
                    <a:pt x="615012" y="1121287"/>
                  </a:lnTo>
                  <a:lnTo>
                    <a:pt x="615013" y="1121305"/>
                  </a:lnTo>
                  <a:lnTo>
                    <a:pt x="615018" y="1121319"/>
                  </a:lnTo>
                  <a:lnTo>
                    <a:pt x="615035" y="1121373"/>
                  </a:lnTo>
                  <a:lnTo>
                    <a:pt x="615040" y="1121383"/>
                  </a:lnTo>
                  <a:lnTo>
                    <a:pt x="615047" y="1121399"/>
                  </a:lnTo>
                  <a:lnTo>
                    <a:pt x="615047" y="1121409"/>
                  </a:lnTo>
                  <a:lnTo>
                    <a:pt x="615046" y="1121424"/>
                  </a:lnTo>
                  <a:lnTo>
                    <a:pt x="615043" y="1121440"/>
                  </a:lnTo>
                  <a:lnTo>
                    <a:pt x="615035" y="1121452"/>
                  </a:lnTo>
                  <a:lnTo>
                    <a:pt x="615030" y="1121479"/>
                  </a:lnTo>
                  <a:lnTo>
                    <a:pt x="615029" y="1121519"/>
                  </a:lnTo>
                  <a:lnTo>
                    <a:pt x="615025" y="1121543"/>
                  </a:lnTo>
                  <a:lnTo>
                    <a:pt x="615015" y="1121575"/>
                  </a:lnTo>
                  <a:lnTo>
                    <a:pt x="615011" y="1121621"/>
                  </a:lnTo>
                  <a:lnTo>
                    <a:pt x="615016" y="1121649"/>
                  </a:lnTo>
                  <a:lnTo>
                    <a:pt x="615023" y="1121675"/>
                  </a:lnTo>
                  <a:lnTo>
                    <a:pt x="615028" y="1121701"/>
                  </a:lnTo>
                  <a:lnTo>
                    <a:pt x="615031" y="1121710"/>
                  </a:lnTo>
                  <a:lnTo>
                    <a:pt x="615032" y="1121716"/>
                  </a:lnTo>
                  <a:lnTo>
                    <a:pt x="615032" y="1121722"/>
                  </a:lnTo>
                  <a:lnTo>
                    <a:pt x="615028" y="1121729"/>
                  </a:lnTo>
                  <a:lnTo>
                    <a:pt x="615014" y="1121741"/>
                  </a:lnTo>
                  <a:lnTo>
                    <a:pt x="614982" y="1121761"/>
                  </a:lnTo>
                  <a:lnTo>
                    <a:pt x="614942" y="1121779"/>
                  </a:lnTo>
                  <a:lnTo>
                    <a:pt x="614905" y="1121794"/>
                  </a:lnTo>
                  <a:lnTo>
                    <a:pt x="614867" y="1121816"/>
                  </a:lnTo>
                  <a:lnTo>
                    <a:pt x="614841" y="1121842"/>
                  </a:lnTo>
                  <a:lnTo>
                    <a:pt x="614832" y="1121867"/>
                  </a:lnTo>
                  <a:lnTo>
                    <a:pt x="614832" y="1121888"/>
                  </a:lnTo>
                  <a:lnTo>
                    <a:pt x="614835" y="1121915"/>
                  </a:lnTo>
                  <a:lnTo>
                    <a:pt x="614837" y="1121952"/>
                  </a:lnTo>
                  <a:lnTo>
                    <a:pt x="614835" y="1121981"/>
                  </a:lnTo>
                  <a:lnTo>
                    <a:pt x="614832" y="1121997"/>
                  </a:lnTo>
                  <a:lnTo>
                    <a:pt x="614818" y="1122017"/>
                  </a:lnTo>
                  <a:lnTo>
                    <a:pt x="614781" y="1122045"/>
                  </a:lnTo>
                  <a:lnTo>
                    <a:pt x="614756" y="1122062"/>
                  </a:lnTo>
                  <a:lnTo>
                    <a:pt x="614722" y="1122069"/>
                  </a:lnTo>
                  <a:lnTo>
                    <a:pt x="614694" y="1122073"/>
                  </a:lnTo>
                  <a:lnTo>
                    <a:pt x="614658" y="1122075"/>
                  </a:lnTo>
                  <a:lnTo>
                    <a:pt x="614621" y="1122081"/>
                  </a:lnTo>
                  <a:lnTo>
                    <a:pt x="614592" y="1122086"/>
                  </a:lnTo>
                  <a:lnTo>
                    <a:pt x="614567" y="1122096"/>
                  </a:lnTo>
                  <a:lnTo>
                    <a:pt x="614528" y="1122108"/>
                  </a:lnTo>
                  <a:lnTo>
                    <a:pt x="614508" y="1122111"/>
                  </a:lnTo>
                  <a:lnTo>
                    <a:pt x="614493" y="1122110"/>
                  </a:lnTo>
                  <a:lnTo>
                    <a:pt x="614478" y="1122108"/>
                  </a:lnTo>
                  <a:lnTo>
                    <a:pt x="614463" y="1122106"/>
                  </a:lnTo>
                  <a:lnTo>
                    <a:pt x="614441" y="1122101"/>
                  </a:lnTo>
                  <a:lnTo>
                    <a:pt x="614416" y="1122097"/>
                  </a:lnTo>
                  <a:lnTo>
                    <a:pt x="614385" y="1122101"/>
                  </a:lnTo>
                  <a:lnTo>
                    <a:pt x="614361" y="1122118"/>
                  </a:lnTo>
                  <a:lnTo>
                    <a:pt x="614311" y="1122148"/>
                  </a:lnTo>
                  <a:lnTo>
                    <a:pt x="614279" y="1122175"/>
                  </a:lnTo>
                  <a:lnTo>
                    <a:pt x="614251" y="1122205"/>
                  </a:lnTo>
                  <a:lnTo>
                    <a:pt x="614238" y="1122234"/>
                  </a:lnTo>
                  <a:lnTo>
                    <a:pt x="614193" y="1122332"/>
                  </a:lnTo>
                  <a:lnTo>
                    <a:pt x="614179" y="1122363"/>
                  </a:lnTo>
                  <a:lnTo>
                    <a:pt x="614165" y="1122404"/>
                  </a:lnTo>
                  <a:lnTo>
                    <a:pt x="614151" y="1122435"/>
                  </a:lnTo>
                  <a:lnTo>
                    <a:pt x="614134" y="1122494"/>
                  </a:lnTo>
                  <a:lnTo>
                    <a:pt x="614117" y="1122521"/>
                  </a:lnTo>
                  <a:lnTo>
                    <a:pt x="614088" y="1122551"/>
                  </a:lnTo>
                  <a:lnTo>
                    <a:pt x="614062" y="1122569"/>
                  </a:lnTo>
                  <a:lnTo>
                    <a:pt x="614026" y="1122599"/>
                  </a:lnTo>
                  <a:lnTo>
                    <a:pt x="614006" y="1122620"/>
                  </a:lnTo>
                  <a:lnTo>
                    <a:pt x="613989" y="1122651"/>
                  </a:lnTo>
                  <a:lnTo>
                    <a:pt x="613981" y="1122678"/>
                  </a:lnTo>
                  <a:lnTo>
                    <a:pt x="613977" y="1122710"/>
                  </a:lnTo>
                  <a:lnTo>
                    <a:pt x="613983" y="1122760"/>
                  </a:lnTo>
                  <a:lnTo>
                    <a:pt x="614003" y="1122809"/>
                  </a:lnTo>
                  <a:lnTo>
                    <a:pt x="614023" y="1122859"/>
                  </a:lnTo>
                  <a:lnTo>
                    <a:pt x="614038" y="1122894"/>
                  </a:lnTo>
                  <a:lnTo>
                    <a:pt x="614038" y="1122921"/>
                  </a:lnTo>
                  <a:lnTo>
                    <a:pt x="614032" y="1122944"/>
                  </a:lnTo>
                  <a:lnTo>
                    <a:pt x="614021" y="1122965"/>
                  </a:lnTo>
                  <a:lnTo>
                    <a:pt x="614005" y="1122983"/>
                  </a:lnTo>
                  <a:lnTo>
                    <a:pt x="613988" y="1122992"/>
                  </a:lnTo>
                  <a:lnTo>
                    <a:pt x="613955" y="1123006"/>
                  </a:lnTo>
                  <a:lnTo>
                    <a:pt x="613905" y="1123026"/>
                  </a:lnTo>
                  <a:lnTo>
                    <a:pt x="613878" y="1123046"/>
                  </a:lnTo>
                  <a:lnTo>
                    <a:pt x="613859" y="1123061"/>
                  </a:lnTo>
                  <a:lnTo>
                    <a:pt x="613833" y="1123079"/>
                  </a:lnTo>
                  <a:lnTo>
                    <a:pt x="613795" y="1123101"/>
                  </a:lnTo>
                  <a:lnTo>
                    <a:pt x="613759" y="1123124"/>
                  </a:lnTo>
                  <a:lnTo>
                    <a:pt x="613729" y="1123139"/>
                  </a:lnTo>
                  <a:lnTo>
                    <a:pt x="613701" y="1123143"/>
                  </a:lnTo>
                  <a:lnTo>
                    <a:pt x="613676" y="1123142"/>
                  </a:lnTo>
                  <a:lnTo>
                    <a:pt x="613632" y="1123142"/>
                  </a:lnTo>
                  <a:lnTo>
                    <a:pt x="613611" y="1123152"/>
                  </a:lnTo>
                  <a:lnTo>
                    <a:pt x="613591" y="1123162"/>
                  </a:lnTo>
                  <a:lnTo>
                    <a:pt x="613579" y="1123174"/>
                  </a:lnTo>
                  <a:lnTo>
                    <a:pt x="613566" y="1123184"/>
                  </a:lnTo>
                  <a:lnTo>
                    <a:pt x="613547" y="1123195"/>
                  </a:lnTo>
                  <a:lnTo>
                    <a:pt x="613510" y="1123217"/>
                  </a:lnTo>
                  <a:lnTo>
                    <a:pt x="613483" y="1123246"/>
                  </a:lnTo>
                  <a:lnTo>
                    <a:pt x="613474" y="1123260"/>
                  </a:lnTo>
                  <a:lnTo>
                    <a:pt x="613471" y="1123287"/>
                  </a:lnTo>
                  <a:lnTo>
                    <a:pt x="613460" y="1123334"/>
                  </a:lnTo>
                  <a:lnTo>
                    <a:pt x="613452" y="1123367"/>
                  </a:lnTo>
                  <a:lnTo>
                    <a:pt x="613439" y="1123405"/>
                  </a:lnTo>
                  <a:lnTo>
                    <a:pt x="613428" y="1123441"/>
                  </a:lnTo>
                  <a:lnTo>
                    <a:pt x="613428" y="1123462"/>
                  </a:lnTo>
                  <a:lnTo>
                    <a:pt x="613433" y="1123486"/>
                  </a:lnTo>
                  <a:lnTo>
                    <a:pt x="613460" y="1123552"/>
                  </a:lnTo>
                  <a:lnTo>
                    <a:pt x="613466" y="1123581"/>
                  </a:lnTo>
                  <a:lnTo>
                    <a:pt x="613467" y="1123617"/>
                  </a:lnTo>
                  <a:lnTo>
                    <a:pt x="613465" y="1123639"/>
                  </a:lnTo>
                  <a:lnTo>
                    <a:pt x="613453" y="1123684"/>
                  </a:lnTo>
                  <a:lnTo>
                    <a:pt x="613438" y="1123707"/>
                  </a:lnTo>
                  <a:lnTo>
                    <a:pt x="613408" y="1123732"/>
                  </a:lnTo>
                  <a:lnTo>
                    <a:pt x="613372" y="1123745"/>
                  </a:lnTo>
                  <a:lnTo>
                    <a:pt x="613344" y="1123764"/>
                  </a:lnTo>
                  <a:lnTo>
                    <a:pt x="613316" y="1123788"/>
                  </a:lnTo>
                  <a:lnTo>
                    <a:pt x="613278" y="1123821"/>
                  </a:lnTo>
                  <a:lnTo>
                    <a:pt x="613254" y="1123855"/>
                  </a:lnTo>
                  <a:lnTo>
                    <a:pt x="613229" y="1123910"/>
                  </a:lnTo>
                  <a:lnTo>
                    <a:pt x="613206" y="1123983"/>
                  </a:lnTo>
                  <a:lnTo>
                    <a:pt x="613187" y="1124039"/>
                  </a:lnTo>
                  <a:lnTo>
                    <a:pt x="613175" y="1124087"/>
                  </a:lnTo>
                  <a:lnTo>
                    <a:pt x="613165" y="1124178"/>
                  </a:lnTo>
                  <a:lnTo>
                    <a:pt x="613144" y="1124291"/>
                  </a:lnTo>
                  <a:lnTo>
                    <a:pt x="613143" y="1124359"/>
                  </a:lnTo>
                  <a:lnTo>
                    <a:pt x="613141" y="1124381"/>
                  </a:lnTo>
                  <a:lnTo>
                    <a:pt x="613145" y="1124407"/>
                  </a:lnTo>
                  <a:lnTo>
                    <a:pt x="613149" y="1124428"/>
                  </a:lnTo>
                  <a:lnTo>
                    <a:pt x="613152" y="1124456"/>
                  </a:lnTo>
                  <a:lnTo>
                    <a:pt x="613148" y="1124461"/>
                  </a:lnTo>
                  <a:lnTo>
                    <a:pt x="613131" y="1124463"/>
                  </a:lnTo>
                  <a:lnTo>
                    <a:pt x="613114" y="1124466"/>
                  </a:lnTo>
                  <a:lnTo>
                    <a:pt x="613097" y="1124470"/>
                  </a:lnTo>
                  <a:lnTo>
                    <a:pt x="613080" y="1124486"/>
                  </a:lnTo>
                  <a:lnTo>
                    <a:pt x="613059" y="1124504"/>
                  </a:lnTo>
                  <a:lnTo>
                    <a:pt x="613022" y="1124522"/>
                  </a:lnTo>
                  <a:lnTo>
                    <a:pt x="612974" y="1124547"/>
                  </a:lnTo>
                  <a:lnTo>
                    <a:pt x="612929" y="1124561"/>
                  </a:lnTo>
                  <a:lnTo>
                    <a:pt x="612882" y="1124596"/>
                  </a:lnTo>
                  <a:lnTo>
                    <a:pt x="612835" y="1124629"/>
                  </a:lnTo>
                  <a:lnTo>
                    <a:pt x="612817" y="1124648"/>
                  </a:lnTo>
                  <a:lnTo>
                    <a:pt x="612788" y="1124686"/>
                  </a:lnTo>
                  <a:lnTo>
                    <a:pt x="612769" y="1124710"/>
                  </a:lnTo>
                  <a:lnTo>
                    <a:pt x="612746" y="1124724"/>
                  </a:lnTo>
                  <a:lnTo>
                    <a:pt x="612718" y="1124737"/>
                  </a:lnTo>
                  <a:lnTo>
                    <a:pt x="612676" y="1124750"/>
                  </a:lnTo>
                  <a:lnTo>
                    <a:pt x="612629" y="1124771"/>
                  </a:lnTo>
                  <a:lnTo>
                    <a:pt x="612590" y="1124797"/>
                  </a:lnTo>
                  <a:lnTo>
                    <a:pt x="612569" y="1124815"/>
                  </a:lnTo>
                  <a:lnTo>
                    <a:pt x="612554" y="1124849"/>
                  </a:lnTo>
                  <a:lnTo>
                    <a:pt x="612529" y="1124906"/>
                  </a:lnTo>
                  <a:lnTo>
                    <a:pt x="612510" y="1124931"/>
                  </a:lnTo>
                  <a:lnTo>
                    <a:pt x="612478" y="1125011"/>
                  </a:lnTo>
                  <a:lnTo>
                    <a:pt x="612456" y="1125070"/>
                  </a:lnTo>
                  <a:lnTo>
                    <a:pt x="612441" y="1125108"/>
                  </a:lnTo>
                  <a:lnTo>
                    <a:pt x="612420" y="1125141"/>
                  </a:lnTo>
                  <a:lnTo>
                    <a:pt x="612376" y="1125233"/>
                  </a:lnTo>
                  <a:lnTo>
                    <a:pt x="612338" y="1125290"/>
                  </a:lnTo>
                  <a:lnTo>
                    <a:pt x="612320" y="1125303"/>
                  </a:lnTo>
                  <a:lnTo>
                    <a:pt x="612300" y="1125309"/>
                  </a:lnTo>
                  <a:lnTo>
                    <a:pt x="612269" y="1125307"/>
                  </a:lnTo>
                  <a:lnTo>
                    <a:pt x="612200" y="1125303"/>
                  </a:lnTo>
                  <a:lnTo>
                    <a:pt x="612105" y="1125308"/>
                  </a:lnTo>
                  <a:lnTo>
                    <a:pt x="612009" y="1125313"/>
                  </a:lnTo>
                  <a:lnTo>
                    <a:pt x="611958" y="1125325"/>
                  </a:lnTo>
                  <a:lnTo>
                    <a:pt x="611925" y="1125339"/>
                  </a:lnTo>
                  <a:lnTo>
                    <a:pt x="611877" y="1125364"/>
                  </a:lnTo>
                  <a:lnTo>
                    <a:pt x="611836" y="1125388"/>
                  </a:lnTo>
                  <a:lnTo>
                    <a:pt x="611804" y="1125421"/>
                  </a:lnTo>
                  <a:lnTo>
                    <a:pt x="611764" y="1125451"/>
                  </a:lnTo>
                  <a:lnTo>
                    <a:pt x="611718" y="1125472"/>
                  </a:lnTo>
                  <a:lnTo>
                    <a:pt x="611663" y="1125491"/>
                  </a:lnTo>
                  <a:lnTo>
                    <a:pt x="611634" y="1125507"/>
                  </a:lnTo>
                  <a:lnTo>
                    <a:pt x="611603" y="1125534"/>
                  </a:lnTo>
                  <a:lnTo>
                    <a:pt x="611589" y="1125553"/>
                  </a:lnTo>
                  <a:lnTo>
                    <a:pt x="611573" y="1125567"/>
                  </a:lnTo>
                  <a:lnTo>
                    <a:pt x="611553" y="1125577"/>
                  </a:lnTo>
                  <a:lnTo>
                    <a:pt x="611528" y="1125580"/>
                  </a:lnTo>
                  <a:lnTo>
                    <a:pt x="611488" y="1125580"/>
                  </a:lnTo>
                  <a:lnTo>
                    <a:pt x="611458" y="1125586"/>
                  </a:lnTo>
                  <a:lnTo>
                    <a:pt x="611431" y="1125598"/>
                  </a:lnTo>
                  <a:lnTo>
                    <a:pt x="611408" y="1125612"/>
                  </a:lnTo>
                  <a:lnTo>
                    <a:pt x="611378" y="1125637"/>
                  </a:lnTo>
                  <a:lnTo>
                    <a:pt x="611358" y="1125655"/>
                  </a:lnTo>
                  <a:lnTo>
                    <a:pt x="611335" y="1125661"/>
                  </a:lnTo>
                  <a:lnTo>
                    <a:pt x="611309" y="1125661"/>
                  </a:lnTo>
                  <a:lnTo>
                    <a:pt x="611276" y="1125655"/>
                  </a:lnTo>
                  <a:lnTo>
                    <a:pt x="611249" y="1125658"/>
                  </a:lnTo>
                  <a:lnTo>
                    <a:pt x="611210" y="1125668"/>
                  </a:lnTo>
                  <a:lnTo>
                    <a:pt x="611161" y="1125693"/>
                  </a:lnTo>
                  <a:lnTo>
                    <a:pt x="611103" y="1125731"/>
                  </a:lnTo>
                  <a:lnTo>
                    <a:pt x="611010" y="1125809"/>
                  </a:lnTo>
                  <a:lnTo>
                    <a:pt x="610970" y="1125844"/>
                  </a:lnTo>
                  <a:lnTo>
                    <a:pt x="610959" y="1125862"/>
                  </a:lnTo>
                  <a:lnTo>
                    <a:pt x="610945" y="1125907"/>
                  </a:lnTo>
                  <a:lnTo>
                    <a:pt x="610924" y="1125937"/>
                  </a:lnTo>
                  <a:lnTo>
                    <a:pt x="610890" y="1125983"/>
                  </a:lnTo>
                  <a:lnTo>
                    <a:pt x="610842" y="1126053"/>
                  </a:lnTo>
                  <a:lnTo>
                    <a:pt x="610821" y="1126097"/>
                  </a:lnTo>
                  <a:lnTo>
                    <a:pt x="610815" y="1126129"/>
                  </a:lnTo>
                  <a:lnTo>
                    <a:pt x="610806" y="1126136"/>
                  </a:lnTo>
                  <a:lnTo>
                    <a:pt x="610800" y="1126135"/>
                  </a:lnTo>
                  <a:lnTo>
                    <a:pt x="610784" y="1126125"/>
                  </a:lnTo>
                  <a:lnTo>
                    <a:pt x="610761" y="1126106"/>
                  </a:lnTo>
                  <a:lnTo>
                    <a:pt x="610719" y="1126092"/>
                  </a:lnTo>
                  <a:lnTo>
                    <a:pt x="610689" y="1126085"/>
                  </a:lnTo>
                  <a:lnTo>
                    <a:pt x="610624" y="1126091"/>
                  </a:lnTo>
                  <a:lnTo>
                    <a:pt x="610583" y="1126097"/>
                  </a:lnTo>
                  <a:lnTo>
                    <a:pt x="610540" y="1126110"/>
                  </a:lnTo>
                  <a:lnTo>
                    <a:pt x="610494" y="1126116"/>
                  </a:lnTo>
                  <a:lnTo>
                    <a:pt x="610464" y="1126119"/>
                  </a:lnTo>
                  <a:lnTo>
                    <a:pt x="610445" y="1126119"/>
                  </a:lnTo>
                  <a:lnTo>
                    <a:pt x="610425" y="1126115"/>
                  </a:lnTo>
                  <a:lnTo>
                    <a:pt x="610377" y="1126102"/>
                  </a:lnTo>
                  <a:lnTo>
                    <a:pt x="610331" y="1126095"/>
                  </a:lnTo>
                  <a:lnTo>
                    <a:pt x="610279" y="1126088"/>
                  </a:lnTo>
                  <a:lnTo>
                    <a:pt x="610227" y="1126090"/>
                  </a:lnTo>
                  <a:lnTo>
                    <a:pt x="610131" y="1126094"/>
                  </a:lnTo>
                  <a:lnTo>
                    <a:pt x="610087" y="1126093"/>
                  </a:lnTo>
                  <a:lnTo>
                    <a:pt x="610041" y="1126087"/>
                  </a:lnTo>
                  <a:lnTo>
                    <a:pt x="610000" y="1126078"/>
                  </a:lnTo>
                  <a:lnTo>
                    <a:pt x="609961" y="1126069"/>
                  </a:lnTo>
                  <a:lnTo>
                    <a:pt x="609926" y="1126060"/>
                  </a:lnTo>
                  <a:lnTo>
                    <a:pt x="609889" y="1126061"/>
                  </a:lnTo>
                  <a:lnTo>
                    <a:pt x="609866" y="1126067"/>
                  </a:lnTo>
                  <a:lnTo>
                    <a:pt x="609809" y="1126098"/>
                  </a:lnTo>
                  <a:lnTo>
                    <a:pt x="609773" y="1126115"/>
                  </a:lnTo>
                  <a:lnTo>
                    <a:pt x="609750" y="1126119"/>
                  </a:lnTo>
                  <a:lnTo>
                    <a:pt x="609726" y="1126119"/>
                  </a:lnTo>
                  <a:lnTo>
                    <a:pt x="609703" y="1126118"/>
                  </a:lnTo>
                  <a:lnTo>
                    <a:pt x="609670" y="1126122"/>
                  </a:lnTo>
                  <a:lnTo>
                    <a:pt x="609643" y="1126136"/>
                  </a:lnTo>
                  <a:lnTo>
                    <a:pt x="609604" y="1126169"/>
                  </a:lnTo>
                  <a:lnTo>
                    <a:pt x="609544" y="1126208"/>
                  </a:lnTo>
                  <a:lnTo>
                    <a:pt x="609500" y="1126235"/>
                  </a:lnTo>
                  <a:lnTo>
                    <a:pt x="609466" y="1126263"/>
                  </a:lnTo>
                  <a:lnTo>
                    <a:pt x="609434" y="1126293"/>
                  </a:lnTo>
                  <a:lnTo>
                    <a:pt x="609389" y="1126368"/>
                  </a:lnTo>
                  <a:lnTo>
                    <a:pt x="609370" y="1126404"/>
                  </a:lnTo>
                  <a:lnTo>
                    <a:pt x="609358" y="1126456"/>
                  </a:lnTo>
                  <a:lnTo>
                    <a:pt x="609338" y="1126530"/>
                  </a:lnTo>
                  <a:lnTo>
                    <a:pt x="609321" y="1126610"/>
                  </a:lnTo>
                  <a:lnTo>
                    <a:pt x="609303" y="1126650"/>
                  </a:lnTo>
                  <a:lnTo>
                    <a:pt x="609283" y="1126673"/>
                  </a:lnTo>
                  <a:lnTo>
                    <a:pt x="609243" y="1126705"/>
                  </a:lnTo>
                  <a:lnTo>
                    <a:pt x="609192" y="1126747"/>
                  </a:lnTo>
                  <a:lnTo>
                    <a:pt x="609159" y="1126772"/>
                  </a:lnTo>
                  <a:lnTo>
                    <a:pt x="609117" y="1126786"/>
                  </a:lnTo>
                  <a:lnTo>
                    <a:pt x="609017" y="1126815"/>
                  </a:lnTo>
                  <a:lnTo>
                    <a:pt x="608967" y="1126832"/>
                  </a:lnTo>
                  <a:lnTo>
                    <a:pt x="608933" y="1126849"/>
                  </a:lnTo>
                  <a:lnTo>
                    <a:pt x="608915" y="1126868"/>
                  </a:lnTo>
                  <a:lnTo>
                    <a:pt x="608896" y="1126893"/>
                  </a:lnTo>
                  <a:lnTo>
                    <a:pt x="608877" y="1126916"/>
                  </a:lnTo>
                  <a:lnTo>
                    <a:pt x="608850" y="1126955"/>
                  </a:lnTo>
                  <a:lnTo>
                    <a:pt x="608812" y="1127003"/>
                  </a:lnTo>
                  <a:lnTo>
                    <a:pt x="608806" y="1127012"/>
                  </a:lnTo>
                  <a:lnTo>
                    <a:pt x="608820" y="1127091"/>
                  </a:lnTo>
                  <a:lnTo>
                    <a:pt x="608827" y="1127219"/>
                  </a:lnTo>
                  <a:lnTo>
                    <a:pt x="608775" y="1127440"/>
                  </a:lnTo>
                  <a:lnTo>
                    <a:pt x="608731" y="1127551"/>
                  </a:lnTo>
                  <a:lnTo>
                    <a:pt x="608707" y="1127571"/>
                  </a:lnTo>
                  <a:lnTo>
                    <a:pt x="608593" y="1127712"/>
                  </a:lnTo>
                  <a:lnTo>
                    <a:pt x="608499" y="1127817"/>
                  </a:lnTo>
                  <a:lnTo>
                    <a:pt x="608446" y="1127870"/>
                  </a:lnTo>
                  <a:lnTo>
                    <a:pt x="608408" y="1127907"/>
                  </a:lnTo>
                  <a:lnTo>
                    <a:pt x="608353" y="1127973"/>
                  </a:lnTo>
                  <a:lnTo>
                    <a:pt x="608318" y="1128026"/>
                  </a:lnTo>
                  <a:lnTo>
                    <a:pt x="608261" y="1128080"/>
                  </a:lnTo>
                  <a:lnTo>
                    <a:pt x="608206" y="1128140"/>
                  </a:lnTo>
                  <a:lnTo>
                    <a:pt x="608172" y="1128161"/>
                  </a:lnTo>
                  <a:lnTo>
                    <a:pt x="608133" y="1128192"/>
                  </a:lnTo>
                  <a:lnTo>
                    <a:pt x="608083" y="1128244"/>
                  </a:lnTo>
                  <a:lnTo>
                    <a:pt x="608025" y="1128278"/>
                  </a:lnTo>
                  <a:lnTo>
                    <a:pt x="607950" y="1128294"/>
                  </a:lnTo>
                  <a:lnTo>
                    <a:pt x="607860" y="1128296"/>
                  </a:lnTo>
                  <a:lnTo>
                    <a:pt x="607754" y="1128279"/>
                  </a:lnTo>
                  <a:lnTo>
                    <a:pt x="607716" y="1128273"/>
                  </a:lnTo>
                  <a:lnTo>
                    <a:pt x="607711" y="1128273"/>
                  </a:lnTo>
                  <a:lnTo>
                    <a:pt x="607692" y="1128283"/>
                  </a:lnTo>
                  <a:lnTo>
                    <a:pt x="607670" y="1128294"/>
                  </a:lnTo>
                  <a:lnTo>
                    <a:pt x="607644" y="1128313"/>
                  </a:lnTo>
                  <a:lnTo>
                    <a:pt x="607616" y="1128329"/>
                  </a:lnTo>
                  <a:lnTo>
                    <a:pt x="607593" y="1128348"/>
                  </a:lnTo>
                  <a:lnTo>
                    <a:pt x="607555" y="1128378"/>
                  </a:lnTo>
                  <a:lnTo>
                    <a:pt x="607544" y="1128388"/>
                  </a:lnTo>
                  <a:lnTo>
                    <a:pt x="607532" y="1128391"/>
                  </a:lnTo>
                  <a:lnTo>
                    <a:pt x="607516" y="1128390"/>
                  </a:lnTo>
                  <a:lnTo>
                    <a:pt x="607498" y="1128390"/>
                  </a:lnTo>
                  <a:lnTo>
                    <a:pt x="607468" y="1128385"/>
                  </a:lnTo>
                  <a:lnTo>
                    <a:pt x="607428" y="1128378"/>
                  </a:lnTo>
                  <a:lnTo>
                    <a:pt x="607402" y="1128368"/>
                  </a:lnTo>
                  <a:lnTo>
                    <a:pt x="607381" y="1128359"/>
                  </a:lnTo>
                  <a:lnTo>
                    <a:pt x="607357" y="1128354"/>
                  </a:lnTo>
                  <a:lnTo>
                    <a:pt x="607342" y="1128347"/>
                  </a:lnTo>
                  <a:lnTo>
                    <a:pt x="607321" y="1128334"/>
                  </a:lnTo>
                  <a:lnTo>
                    <a:pt x="607300" y="1128327"/>
                  </a:lnTo>
                  <a:lnTo>
                    <a:pt x="607290" y="1128325"/>
                  </a:lnTo>
                  <a:lnTo>
                    <a:pt x="607277" y="1128325"/>
                  </a:lnTo>
                  <a:lnTo>
                    <a:pt x="607256" y="1128338"/>
                  </a:lnTo>
                  <a:lnTo>
                    <a:pt x="607235" y="1128344"/>
                  </a:lnTo>
                  <a:lnTo>
                    <a:pt x="607227" y="1128350"/>
                  </a:lnTo>
                  <a:lnTo>
                    <a:pt x="607221" y="1128358"/>
                  </a:lnTo>
                  <a:lnTo>
                    <a:pt x="607219" y="1128367"/>
                  </a:lnTo>
                  <a:lnTo>
                    <a:pt x="607219" y="1128375"/>
                  </a:lnTo>
                  <a:lnTo>
                    <a:pt x="607220" y="1128388"/>
                  </a:lnTo>
                  <a:lnTo>
                    <a:pt x="607220" y="1128409"/>
                  </a:lnTo>
                  <a:lnTo>
                    <a:pt x="607218" y="1128432"/>
                  </a:lnTo>
                  <a:lnTo>
                    <a:pt x="607193" y="1128479"/>
                  </a:lnTo>
                  <a:lnTo>
                    <a:pt x="607181" y="1128497"/>
                  </a:lnTo>
                  <a:lnTo>
                    <a:pt x="607163" y="1128518"/>
                  </a:lnTo>
                  <a:lnTo>
                    <a:pt x="607147" y="1128532"/>
                  </a:lnTo>
                  <a:lnTo>
                    <a:pt x="607136" y="1128550"/>
                  </a:lnTo>
                  <a:lnTo>
                    <a:pt x="607132" y="1128561"/>
                  </a:lnTo>
                  <a:lnTo>
                    <a:pt x="607129" y="1128572"/>
                  </a:lnTo>
                  <a:lnTo>
                    <a:pt x="607128" y="1128583"/>
                  </a:lnTo>
                  <a:lnTo>
                    <a:pt x="607129" y="1128591"/>
                  </a:lnTo>
                  <a:lnTo>
                    <a:pt x="607139" y="1128618"/>
                  </a:lnTo>
                  <a:lnTo>
                    <a:pt x="607148" y="1128644"/>
                  </a:lnTo>
                  <a:lnTo>
                    <a:pt x="607153" y="1128689"/>
                  </a:lnTo>
                  <a:lnTo>
                    <a:pt x="607159" y="1128731"/>
                  </a:lnTo>
                  <a:lnTo>
                    <a:pt x="607159" y="1128762"/>
                  </a:lnTo>
                  <a:lnTo>
                    <a:pt x="607154" y="1128793"/>
                  </a:lnTo>
                  <a:lnTo>
                    <a:pt x="607149" y="1128818"/>
                  </a:lnTo>
                  <a:lnTo>
                    <a:pt x="607143" y="1128835"/>
                  </a:lnTo>
                  <a:lnTo>
                    <a:pt x="607134" y="1128853"/>
                  </a:lnTo>
                  <a:lnTo>
                    <a:pt x="607121" y="1128870"/>
                  </a:lnTo>
                  <a:lnTo>
                    <a:pt x="607108" y="1128883"/>
                  </a:lnTo>
                  <a:lnTo>
                    <a:pt x="607089" y="1128900"/>
                  </a:lnTo>
                  <a:lnTo>
                    <a:pt x="607071" y="1128928"/>
                  </a:lnTo>
                  <a:lnTo>
                    <a:pt x="607051" y="1128961"/>
                  </a:lnTo>
                  <a:lnTo>
                    <a:pt x="607038" y="1128994"/>
                  </a:lnTo>
                  <a:lnTo>
                    <a:pt x="607037" y="1129012"/>
                  </a:lnTo>
                  <a:lnTo>
                    <a:pt x="607037" y="1129022"/>
                  </a:lnTo>
                  <a:lnTo>
                    <a:pt x="607039" y="1129033"/>
                  </a:lnTo>
                  <a:lnTo>
                    <a:pt x="607049" y="1129060"/>
                  </a:lnTo>
                  <a:lnTo>
                    <a:pt x="607061" y="1129099"/>
                  </a:lnTo>
                  <a:lnTo>
                    <a:pt x="607073" y="1129135"/>
                  </a:lnTo>
                  <a:lnTo>
                    <a:pt x="607083" y="1129174"/>
                  </a:lnTo>
                  <a:lnTo>
                    <a:pt x="607085" y="1129200"/>
                  </a:lnTo>
                  <a:lnTo>
                    <a:pt x="607087" y="1129211"/>
                  </a:lnTo>
                  <a:lnTo>
                    <a:pt x="607086" y="1129217"/>
                  </a:lnTo>
                  <a:lnTo>
                    <a:pt x="607083" y="1129222"/>
                  </a:lnTo>
                  <a:lnTo>
                    <a:pt x="607067" y="1129225"/>
                  </a:lnTo>
                  <a:lnTo>
                    <a:pt x="607046" y="1129226"/>
                  </a:lnTo>
                  <a:lnTo>
                    <a:pt x="607020" y="1129229"/>
                  </a:lnTo>
                  <a:lnTo>
                    <a:pt x="606998" y="1129234"/>
                  </a:lnTo>
                  <a:lnTo>
                    <a:pt x="606976" y="1129245"/>
                  </a:lnTo>
                  <a:lnTo>
                    <a:pt x="606952" y="1129259"/>
                  </a:lnTo>
                  <a:lnTo>
                    <a:pt x="606932" y="1129271"/>
                  </a:lnTo>
                  <a:lnTo>
                    <a:pt x="606904" y="1129285"/>
                  </a:lnTo>
                  <a:lnTo>
                    <a:pt x="606882" y="1129295"/>
                  </a:lnTo>
                  <a:lnTo>
                    <a:pt x="606859" y="1129299"/>
                  </a:lnTo>
                  <a:lnTo>
                    <a:pt x="606801" y="1129305"/>
                  </a:lnTo>
                  <a:lnTo>
                    <a:pt x="606783" y="1129311"/>
                  </a:lnTo>
                  <a:lnTo>
                    <a:pt x="606773" y="1129322"/>
                  </a:lnTo>
                  <a:lnTo>
                    <a:pt x="606766" y="1129340"/>
                  </a:lnTo>
                  <a:lnTo>
                    <a:pt x="606760" y="1129368"/>
                  </a:lnTo>
                  <a:lnTo>
                    <a:pt x="606757" y="1129384"/>
                  </a:lnTo>
                  <a:lnTo>
                    <a:pt x="606758" y="1129424"/>
                  </a:lnTo>
                  <a:lnTo>
                    <a:pt x="606761" y="1129473"/>
                  </a:lnTo>
                  <a:lnTo>
                    <a:pt x="606760" y="1129515"/>
                  </a:lnTo>
                  <a:lnTo>
                    <a:pt x="606759" y="1129524"/>
                  </a:lnTo>
                  <a:lnTo>
                    <a:pt x="606753" y="1129533"/>
                  </a:lnTo>
                  <a:lnTo>
                    <a:pt x="606739" y="1129542"/>
                  </a:lnTo>
                  <a:lnTo>
                    <a:pt x="606719" y="1129563"/>
                  </a:lnTo>
                  <a:lnTo>
                    <a:pt x="606710" y="1129575"/>
                  </a:lnTo>
                  <a:lnTo>
                    <a:pt x="606700" y="1129601"/>
                  </a:lnTo>
                  <a:lnTo>
                    <a:pt x="606694" y="1129620"/>
                  </a:lnTo>
                  <a:lnTo>
                    <a:pt x="606682" y="1129639"/>
                  </a:lnTo>
                  <a:lnTo>
                    <a:pt x="606665" y="1129676"/>
                  </a:lnTo>
                  <a:lnTo>
                    <a:pt x="606658" y="1129696"/>
                  </a:lnTo>
                  <a:lnTo>
                    <a:pt x="606638" y="1129740"/>
                  </a:lnTo>
                  <a:lnTo>
                    <a:pt x="606628" y="1129760"/>
                  </a:lnTo>
                  <a:lnTo>
                    <a:pt x="606624" y="1129771"/>
                  </a:lnTo>
                  <a:lnTo>
                    <a:pt x="606624" y="1129782"/>
                  </a:lnTo>
                  <a:lnTo>
                    <a:pt x="606628" y="1129796"/>
                  </a:lnTo>
                  <a:lnTo>
                    <a:pt x="606649" y="1129833"/>
                  </a:lnTo>
                  <a:lnTo>
                    <a:pt x="606654" y="1129857"/>
                  </a:lnTo>
                  <a:lnTo>
                    <a:pt x="606657" y="1129874"/>
                  </a:lnTo>
                  <a:lnTo>
                    <a:pt x="606655" y="1129886"/>
                  </a:lnTo>
                  <a:lnTo>
                    <a:pt x="606645" y="1129913"/>
                  </a:lnTo>
                  <a:lnTo>
                    <a:pt x="606643" y="1129955"/>
                  </a:lnTo>
                  <a:lnTo>
                    <a:pt x="606643" y="1129999"/>
                  </a:lnTo>
                  <a:lnTo>
                    <a:pt x="606640" y="1130052"/>
                  </a:lnTo>
                  <a:lnTo>
                    <a:pt x="606636" y="1130074"/>
                  </a:lnTo>
                  <a:lnTo>
                    <a:pt x="606629" y="1130086"/>
                  </a:lnTo>
                  <a:lnTo>
                    <a:pt x="606622" y="1130095"/>
                  </a:lnTo>
                  <a:lnTo>
                    <a:pt x="606602" y="1130114"/>
                  </a:lnTo>
                  <a:lnTo>
                    <a:pt x="606584" y="1130134"/>
                  </a:lnTo>
                  <a:lnTo>
                    <a:pt x="606567" y="1130148"/>
                  </a:lnTo>
                  <a:lnTo>
                    <a:pt x="606558" y="1130165"/>
                  </a:lnTo>
                  <a:lnTo>
                    <a:pt x="606551" y="1130188"/>
                  </a:lnTo>
                  <a:lnTo>
                    <a:pt x="606541" y="1130242"/>
                  </a:lnTo>
                  <a:lnTo>
                    <a:pt x="606532" y="1130293"/>
                  </a:lnTo>
                  <a:lnTo>
                    <a:pt x="606531" y="1130319"/>
                  </a:lnTo>
                  <a:lnTo>
                    <a:pt x="606533" y="1130332"/>
                  </a:lnTo>
                  <a:lnTo>
                    <a:pt x="606535" y="1130339"/>
                  </a:lnTo>
                  <a:lnTo>
                    <a:pt x="606542" y="1130349"/>
                  </a:lnTo>
                  <a:lnTo>
                    <a:pt x="606550" y="1130353"/>
                  </a:lnTo>
                  <a:lnTo>
                    <a:pt x="606575" y="1130353"/>
                  </a:lnTo>
                  <a:lnTo>
                    <a:pt x="606606" y="1130353"/>
                  </a:lnTo>
                  <a:lnTo>
                    <a:pt x="606629" y="1130355"/>
                  </a:lnTo>
                  <a:lnTo>
                    <a:pt x="606649" y="1130360"/>
                  </a:lnTo>
                  <a:lnTo>
                    <a:pt x="606668" y="1130368"/>
                  </a:lnTo>
                  <a:lnTo>
                    <a:pt x="606682" y="1130379"/>
                  </a:lnTo>
                  <a:lnTo>
                    <a:pt x="606696" y="1130402"/>
                  </a:lnTo>
                  <a:lnTo>
                    <a:pt x="606706" y="1130431"/>
                  </a:lnTo>
                  <a:lnTo>
                    <a:pt x="606711" y="1130456"/>
                  </a:lnTo>
                  <a:lnTo>
                    <a:pt x="606711" y="1130490"/>
                  </a:lnTo>
                  <a:lnTo>
                    <a:pt x="606713" y="1130507"/>
                  </a:lnTo>
                  <a:lnTo>
                    <a:pt x="606715" y="1130529"/>
                  </a:lnTo>
                  <a:lnTo>
                    <a:pt x="606721" y="1130590"/>
                  </a:lnTo>
                  <a:lnTo>
                    <a:pt x="606725" y="1130649"/>
                  </a:lnTo>
                  <a:lnTo>
                    <a:pt x="606730" y="1130677"/>
                  </a:lnTo>
                  <a:lnTo>
                    <a:pt x="606735" y="1130694"/>
                  </a:lnTo>
                  <a:lnTo>
                    <a:pt x="606739" y="1130706"/>
                  </a:lnTo>
                  <a:lnTo>
                    <a:pt x="606749" y="1130728"/>
                  </a:lnTo>
                  <a:lnTo>
                    <a:pt x="606770" y="1130760"/>
                  </a:lnTo>
                  <a:lnTo>
                    <a:pt x="606793" y="1130792"/>
                  </a:lnTo>
                  <a:lnTo>
                    <a:pt x="606807" y="1130807"/>
                  </a:lnTo>
                  <a:lnTo>
                    <a:pt x="606811" y="1130815"/>
                  </a:lnTo>
                  <a:lnTo>
                    <a:pt x="606810" y="1130826"/>
                  </a:lnTo>
                  <a:lnTo>
                    <a:pt x="606801" y="1130844"/>
                  </a:lnTo>
                  <a:lnTo>
                    <a:pt x="606790" y="1130856"/>
                  </a:lnTo>
                  <a:lnTo>
                    <a:pt x="606774" y="1130867"/>
                  </a:lnTo>
                  <a:lnTo>
                    <a:pt x="606754" y="1130876"/>
                  </a:lnTo>
                  <a:lnTo>
                    <a:pt x="606736" y="1130878"/>
                  </a:lnTo>
                  <a:lnTo>
                    <a:pt x="606710" y="1130890"/>
                  </a:lnTo>
                  <a:lnTo>
                    <a:pt x="606700" y="1130900"/>
                  </a:lnTo>
                  <a:lnTo>
                    <a:pt x="606691" y="1130915"/>
                  </a:lnTo>
                  <a:lnTo>
                    <a:pt x="606687" y="1130926"/>
                  </a:lnTo>
                  <a:lnTo>
                    <a:pt x="606679" y="1130943"/>
                  </a:lnTo>
                  <a:lnTo>
                    <a:pt x="606673" y="1130964"/>
                  </a:lnTo>
                  <a:lnTo>
                    <a:pt x="606672" y="1131021"/>
                  </a:lnTo>
                  <a:lnTo>
                    <a:pt x="606660" y="1131076"/>
                  </a:lnTo>
                  <a:lnTo>
                    <a:pt x="606642" y="1131160"/>
                  </a:lnTo>
                  <a:lnTo>
                    <a:pt x="606637" y="1131182"/>
                  </a:lnTo>
                  <a:lnTo>
                    <a:pt x="606637" y="1131193"/>
                  </a:lnTo>
                  <a:lnTo>
                    <a:pt x="606638" y="1131204"/>
                  </a:lnTo>
                  <a:lnTo>
                    <a:pt x="606647" y="1131226"/>
                  </a:lnTo>
                  <a:lnTo>
                    <a:pt x="606658" y="1131241"/>
                  </a:lnTo>
                  <a:lnTo>
                    <a:pt x="606667" y="1131247"/>
                  </a:lnTo>
                  <a:lnTo>
                    <a:pt x="606676" y="1131252"/>
                  </a:lnTo>
                  <a:lnTo>
                    <a:pt x="606695" y="1131256"/>
                  </a:lnTo>
                  <a:lnTo>
                    <a:pt x="606730" y="1131260"/>
                  </a:lnTo>
                  <a:lnTo>
                    <a:pt x="606750" y="1131265"/>
                  </a:lnTo>
                  <a:lnTo>
                    <a:pt x="606788" y="1131282"/>
                  </a:lnTo>
                  <a:lnTo>
                    <a:pt x="606805" y="1131292"/>
                  </a:lnTo>
                  <a:lnTo>
                    <a:pt x="606819" y="1131309"/>
                  </a:lnTo>
                  <a:lnTo>
                    <a:pt x="606833" y="1131322"/>
                  </a:lnTo>
                  <a:lnTo>
                    <a:pt x="606845" y="1131330"/>
                  </a:lnTo>
                  <a:lnTo>
                    <a:pt x="606872" y="1131336"/>
                  </a:lnTo>
                  <a:lnTo>
                    <a:pt x="606883" y="1131344"/>
                  </a:lnTo>
                  <a:lnTo>
                    <a:pt x="606888" y="1131350"/>
                  </a:lnTo>
                  <a:lnTo>
                    <a:pt x="606889" y="1131357"/>
                  </a:lnTo>
                  <a:lnTo>
                    <a:pt x="606888" y="1131376"/>
                  </a:lnTo>
                  <a:lnTo>
                    <a:pt x="606889" y="1131400"/>
                  </a:lnTo>
                  <a:lnTo>
                    <a:pt x="606899" y="1131424"/>
                  </a:lnTo>
                  <a:lnTo>
                    <a:pt x="606907" y="1131441"/>
                  </a:lnTo>
                  <a:lnTo>
                    <a:pt x="606919" y="1131463"/>
                  </a:lnTo>
                  <a:lnTo>
                    <a:pt x="606921" y="1131472"/>
                  </a:lnTo>
                  <a:lnTo>
                    <a:pt x="606921" y="1131481"/>
                  </a:lnTo>
                  <a:lnTo>
                    <a:pt x="606918" y="1131488"/>
                  </a:lnTo>
                  <a:lnTo>
                    <a:pt x="606911" y="1131494"/>
                  </a:lnTo>
                  <a:lnTo>
                    <a:pt x="606897" y="1131503"/>
                  </a:lnTo>
                  <a:lnTo>
                    <a:pt x="606869" y="1131512"/>
                  </a:lnTo>
                  <a:lnTo>
                    <a:pt x="606835" y="1131527"/>
                  </a:lnTo>
                  <a:lnTo>
                    <a:pt x="606821" y="1131539"/>
                  </a:lnTo>
                  <a:lnTo>
                    <a:pt x="606810" y="1131547"/>
                  </a:lnTo>
                  <a:lnTo>
                    <a:pt x="606792" y="1131564"/>
                  </a:lnTo>
                  <a:lnTo>
                    <a:pt x="606778" y="1131581"/>
                  </a:lnTo>
                  <a:lnTo>
                    <a:pt x="606767" y="1131597"/>
                  </a:lnTo>
                  <a:lnTo>
                    <a:pt x="606754" y="1131616"/>
                  </a:lnTo>
                  <a:lnTo>
                    <a:pt x="606740" y="1131633"/>
                  </a:lnTo>
                  <a:lnTo>
                    <a:pt x="606724" y="1131646"/>
                  </a:lnTo>
                  <a:lnTo>
                    <a:pt x="606709" y="1131660"/>
                  </a:lnTo>
                  <a:lnTo>
                    <a:pt x="606676" y="1131681"/>
                  </a:lnTo>
                  <a:lnTo>
                    <a:pt x="606636" y="1131702"/>
                  </a:lnTo>
                  <a:lnTo>
                    <a:pt x="606598" y="1131723"/>
                  </a:lnTo>
                  <a:lnTo>
                    <a:pt x="606579" y="1131742"/>
                  </a:lnTo>
                  <a:lnTo>
                    <a:pt x="606562" y="1131758"/>
                  </a:lnTo>
                  <a:lnTo>
                    <a:pt x="606551" y="1131773"/>
                  </a:lnTo>
                  <a:lnTo>
                    <a:pt x="606533" y="1131806"/>
                  </a:lnTo>
                  <a:lnTo>
                    <a:pt x="606518" y="1131829"/>
                  </a:lnTo>
                  <a:lnTo>
                    <a:pt x="606511" y="1131835"/>
                  </a:lnTo>
                  <a:lnTo>
                    <a:pt x="606492" y="1131839"/>
                  </a:lnTo>
                  <a:lnTo>
                    <a:pt x="606446" y="1131844"/>
                  </a:lnTo>
                  <a:lnTo>
                    <a:pt x="606409" y="1131845"/>
                  </a:lnTo>
                  <a:lnTo>
                    <a:pt x="606381" y="1131853"/>
                  </a:lnTo>
                  <a:lnTo>
                    <a:pt x="606351" y="1131858"/>
                  </a:lnTo>
                  <a:lnTo>
                    <a:pt x="606322" y="1131867"/>
                  </a:lnTo>
                  <a:lnTo>
                    <a:pt x="606302" y="1131866"/>
                  </a:lnTo>
                  <a:lnTo>
                    <a:pt x="606289" y="1131867"/>
                  </a:lnTo>
                  <a:lnTo>
                    <a:pt x="606272" y="1131875"/>
                  </a:lnTo>
                  <a:lnTo>
                    <a:pt x="606244" y="1131890"/>
                  </a:lnTo>
                  <a:lnTo>
                    <a:pt x="606212" y="1131902"/>
                  </a:lnTo>
                  <a:lnTo>
                    <a:pt x="606157" y="1131914"/>
                  </a:lnTo>
                  <a:lnTo>
                    <a:pt x="606111" y="1131927"/>
                  </a:lnTo>
                  <a:lnTo>
                    <a:pt x="606072" y="1131934"/>
                  </a:lnTo>
                  <a:lnTo>
                    <a:pt x="606057" y="1131940"/>
                  </a:lnTo>
                  <a:lnTo>
                    <a:pt x="606044" y="1131941"/>
                  </a:lnTo>
                  <a:lnTo>
                    <a:pt x="606027" y="1131940"/>
                  </a:lnTo>
                  <a:lnTo>
                    <a:pt x="605996" y="1131933"/>
                  </a:lnTo>
                  <a:lnTo>
                    <a:pt x="605973" y="1131925"/>
                  </a:lnTo>
                  <a:lnTo>
                    <a:pt x="605941" y="1131919"/>
                  </a:lnTo>
                  <a:lnTo>
                    <a:pt x="605899" y="1131917"/>
                  </a:lnTo>
                  <a:lnTo>
                    <a:pt x="605852" y="1131918"/>
                  </a:lnTo>
                  <a:lnTo>
                    <a:pt x="605803" y="1131921"/>
                  </a:lnTo>
                  <a:lnTo>
                    <a:pt x="605773" y="1131923"/>
                  </a:lnTo>
                  <a:lnTo>
                    <a:pt x="605722" y="1131926"/>
                  </a:lnTo>
                  <a:lnTo>
                    <a:pt x="605709" y="1131926"/>
                  </a:lnTo>
                  <a:lnTo>
                    <a:pt x="605691" y="1131932"/>
                  </a:lnTo>
                  <a:lnTo>
                    <a:pt x="605680" y="1131943"/>
                  </a:lnTo>
                  <a:lnTo>
                    <a:pt x="605671" y="1131956"/>
                  </a:lnTo>
                  <a:lnTo>
                    <a:pt x="605661" y="1131988"/>
                  </a:lnTo>
                  <a:lnTo>
                    <a:pt x="605652" y="1132010"/>
                  </a:lnTo>
                  <a:lnTo>
                    <a:pt x="605650" y="1132021"/>
                  </a:lnTo>
                  <a:lnTo>
                    <a:pt x="605648" y="1132035"/>
                  </a:lnTo>
                  <a:lnTo>
                    <a:pt x="605648" y="1132056"/>
                  </a:lnTo>
                  <a:lnTo>
                    <a:pt x="605649" y="1132082"/>
                  </a:lnTo>
                  <a:lnTo>
                    <a:pt x="605650" y="1132095"/>
                  </a:lnTo>
                  <a:lnTo>
                    <a:pt x="605648" y="1132112"/>
                  </a:lnTo>
                  <a:lnTo>
                    <a:pt x="605646" y="1132121"/>
                  </a:lnTo>
                  <a:lnTo>
                    <a:pt x="605632" y="1132166"/>
                  </a:lnTo>
                  <a:lnTo>
                    <a:pt x="605623" y="1132200"/>
                  </a:lnTo>
                  <a:lnTo>
                    <a:pt x="605607" y="1132256"/>
                  </a:lnTo>
                  <a:lnTo>
                    <a:pt x="605604" y="1132285"/>
                  </a:lnTo>
                  <a:lnTo>
                    <a:pt x="605591" y="1132357"/>
                  </a:lnTo>
                  <a:lnTo>
                    <a:pt x="605585" y="1132380"/>
                  </a:lnTo>
                  <a:lnTo>
                    <a:pt x="605575" y="1132398"/>
                  </a:lnTo>
                  <a:lnTo>
                    <a:pt x="605560" y="1132431"/>
                  </a:lnTo>
                  <a:lnTo>
                    <a:pt x="605552" y="1132458"/>
                  </a:lnTo>
                  <a:lnTo>
                    <a:pt x="605547" y="1132472"/>
                  </a:lnTo>
                  <a:lnTo>
                    <a:pt x="605544" y="1132489"/>
                  </a:lnTo>
                  <a:lnTo>
                    <a:pt x="605543" y="1132512"/>
                  </a:lnTo>
                  <a:lnTo>
                    <a:pt x="605539" y="1132540"/>
                  </a:lnTo>
                  <a:lnTo>
                    <a:pt x="605531" y="1132581"/>
                  </a:lnTo>
                  <a:lnTo>
                    <a:pt x="605528" y="1132605"/>
                  </a:lnTo>
                  <a:lnTo>
                    <a:pt x="605525" y="1132656"/>
                  </a:lnTo>
                  <a:lnTo>
                    <a:pt x="605523" y="1132693"/>
                  </a:lnTo>
                  <a:lnTo>
                    <a:pt x="605526" y="1132745"/>
                  </a:lnTo>
                  <a:lnTo>
                    <a:pt x="605528" y="1132783"/>
                  </a:lnTo>
                  <a:lnTo>
                    <a:pt x="605527" y="1132801"/>
                  </a:lnTo>
                  <a:lnTo>
                    <a:pt x="605526" y="1132809"/>
                  </a:lnTo>
                  <a:lnTo>
                    <a:pt x="605521" y="1132816"/>
                  </a:lnTo>
                  <a:lnTo>
                    <a:pt x="605512" y="1132823"/>
                  </a:lnTo>
                  <a:lnTo>
                    <a:pt x="605482" y="1132842"/>
                  </a:lnTo>
                  <a:lnTo>
                    <a:pt x="605444" y="1132858"/>
                  </a:lnTo>
                  <a:lnTo>
                    <a:pt x="605405" y="1132874"/>
                  </a:lnTo>
                  <a:lnTo>
                    <a:pt x="605386" y="1132882"/>
                  </a:lnTo>
                  <a:lnTo>
                    <a:pt x="605371" y="1132892"/>
                  </a:lnTo>
                  <a:lnTo>
                    <a:pt x="605353" y="1132908"/>
                  </a:lnTo>
                  <a:lnTo>
                    <a:pt x="605332" y="1132932"/>
                  </a:lnTo>
                  <a:lnTo>
                    <a:pt x="605307" y="1132972"/>
                  </a:lnTo>
                  <a:lnTo>
                    <a:pt x="605296" y="1132986"/>
                  </a:lnTo>
                  <a:lnTo>
                    <a:pt x="605283" y="1132999"/>
                  </a:lnTo>
                  <a:lnTo>
                    <a:pt x="605273" y="1133007"/>
                  </a:lnTo>
                  <a:lnTo>
                    <a:pt x="605252" y="1133026"/>
                  </a:lnTo>
                  <a:lnTo>
                    <a:pt x="605214" y="1133060"/>
                  </a:lnTo>
                  <a:lnTo>
                    <a:pt x="605185" y="1133077"/>
                  </a:lnTo>
                  <a:lnTo>
                    <a:pt x="605158" y="1133094"/>
                  </a:lnTo>
                  <a:lnTo>
                    <a:pt x="605154" y="1133098"/>
                  </a:lnTo>
                  <a:lnTo>
                    <a:pt x="605151" y="1133102"/>
                  </a:lnTo>
                  <a:lnTo>
                    <a:pt x="605153" y="1133117"/>
                  </a:lnTo>
                  <a:lnTo>
                    <a:pt x="605154" y="1133130"/>
                  </a:lnTo>
                  <a:lnTo>
                    <a:pt x="605168" y="1133174"/>
                  </a:lnTo>
                  <a:lnTo>
                    <a:pt x="605175" y="1133195"/>
                  </a:lnTo>
                  <a:lnTo>
                    <a:pt x="605184" y="1133236"/>
                  </a:lnTo>
                  <a:lnTo>
                    <a:pt x="605189" y="1133288"/>
                  </a:lnTo>
                  <a:lnTo>
                    <a:pt x="605192" y="1133335"/>
                  </a:lnTo>
                  <a:lnTo>
                    <a:pt x="605197" y="1133374"/>
                  </a:lnTo>
                  <a:lnTo>
                    <a:pt x="605197" y="1133410"/>
                  </a:lnTo>
                  <a:lnTo>
                    <a:pt x="605197" y="1133416"/>
                  </a:lnTo>
                  <a:lnTo>
                    <a:pt x="605185" y="1133424"/>
                  </a:lnTo>
                  <a:lnTo>
                    <a:pt x="605172" y="1133427"/>
                  </a:lnTo>
                  <a:lnTo>
                    <a:pt x="605138" y="1133441"/>
                  </a:lnTo>
                  <a:lnTo>
                    <a:pt x="605125" y="1133443"/>
                  </a:lnTo>
                  <a:lnTo>
                    <a:pt x="605107" y="1133452"/>
                  </a:lnTo>
                  <a:lnTo>
                    <a:pt x="605085" y="1133468"/>
                  </a:lnTo>
                  <a:lnTo>
                    <a:pt x="605048" y="1133497"/>
                  </a:lnTo>
                  <a:lnTo>
                    <a:pt x="605025" y="1133513"/>
                  </a:lnTo>
                  <a:lnTo>
                    <a:pt x="605002" y="1133530"/>
                  </a:lnTo>
                  <a:lnTo>
                    <a:pt x="604987" y="1133540"/>
                  </a:lnTo>
                  <a:lnTo>
                    <a:pt x="604960" y="1133571"/>
                  </a:lnTo>
                  <a:lnTo>
                    <a:pt x="604930" y="1133608"/>
                  </a:lnTo>
                  <a:lnTo>
                    <a:pt x="604914" y="1133627"/>
                  </a:lnTo>
                  <a:lnTo>
                    <a:pt x="604910" y="1133641"/>
                  </a:lnTo>
                  <a:lnTo>
                    <a:pt x="604909" y="1133654"/>
                  </a:lnTo>
                  <a:lnTo>
                    <a:pt x="604909" y="1133663"/>
                  </a:lnTo>
                  <a:lnTo>
                    <a:pt x="604915" y="1133677"/>
                  </a:lnTo>
                  <a:lnTo>
                    <a:pt x="604919" y="1133691"/>
                  </a:lnTo>
                  <a:lnTo>
                    <a:pt x="604923" y="1133700"/>
                  </a:lnTo>
                  <a:lnTo>
                    <a:pt x="604930" y="1133710"/>
                  </a:lnTo>
                  <a:lnTo>
                    <a:pt x="604952" y="1133728"/>
                  </a:lnTo>
                  <a:lnTo>
                    <a:pt x="604964" y="1133745"/>
                  </a:lnTo>
                  <a:lnTo>
                    <a:pt x="604973" y="1133772"/>
                  </a:lnTo>
                  <a:lnTo>
                    <a:pt x="604982" y="1133800"/>
                  </a:lnTo>
                  <a:lnTo>
                    <a:pt x="604990" y="1133825"/>
                  </a:lnTo>
                  <a:lnTo>
                    <a:pt x="605002" y="1133847"/>
                  </a:lnTo>
                  <a:lnTo>
                    <a:pt x="605013" y="1133862"/>
                  </a:lnTo>
                  <a:lnTo>
                    <a:pt x="605026" y="1133873"/>
                  </a:lnTo>
                  <a:lnTo>
                    <a:pt x="605039" y="1133884"/>
                  </a:lnTo>
                  <a:lnTo>
                    <a:pt x="605069" y="1133912"/>
                  </a:lnTo>
                  <a:lnTo>
                    <a:pt x="605084" y="1133929"/>
                  </a:lnTo>
                  <a:lnTo>
                    <a:pt x="605094" y="1133944"/>
                  </a:lnTo>
                  <a:lnTo>
                    <a:pt x="605109" y="1133972"/>
                  </a:lnTo>
                  <a:lnTo>
                    <a:pt x="605111" y="1133980"/>
                  </a:lnTo>
                  <a:lnTo>
                    <a:pt x="605111" y="1133984"/>
                  </a:lnTo>
                  <a:lnTo>
                    <a:pt x="605108" y="1133988"/>
                  </a:lnTo>
                  <a:lnTo>
                    <a:pt x="605101" y="1133993"/>
                  </a:lnTo>
                  <a:lnTo>
                    <a:pt x="605085" y="1134000"/>
                  </a:lnTo>
                  <a:lnTo>
                    <a:pt x="605070" y="1134001"/>
                  </a:lnTo>
                  <a:lnTo>
                    <a:pt x="605051" y="1134006"/>
                  </a:lnTo>
                  <a:lnTo>
                    <a:pt x="605010" y="1134023"/>
                  </a:lnTo>
                  <a:lnTo>
                    <a:pt x="604969" y="1134038"/>
                  </a:lnTo>
                  <a:lnTo>
                    <a:pt x="604937" y="1134049"/>
                  </a:lnTo>
                  <a:lnTo>
                    <a:pt x="604911" y="1134054"/>
                  </a:lnTo>
                  <a:lnTo>
                    <a:pt x="604858" y="1134068"/>
                  </a:lnTo>
                  <a:lnTo>
                    <a:pt x="604827" y="1134077"/>
                  </a:lnTo>
                  <a:lnTo>
                    <a:pt x="604798" y="1134090"/>
                  </a:lnTo>
                  <a:lnTo>
                    <a:pt x="604777" y="1134108"/>
                  </a:lnTo>
                  <a:lnTo>
                    <a:pt x="604760" y="1134125"/>
                  </a:lnTo>
                  <a:lnTo>
                    <a:pt x="604736" y="1134156"/>
                  </a:lnTo>
                  <a:lnTo>
                    <a:pt x="604711" y="1134192"/>
                  </a:lnTo>
                  <a:lnTo>
                    <a:pt x="604688" y="1134222"/>
                  </a:lnTo>
                  <a:lnTo>
                    <a:pt x="604669" y="1134254"/>
                  </a:lnTo>
                  <a:lnTo>
                    <a:pt x="604659" y="1134276"/>
                  </a:lnTo>
                  <a:lnTo>
                    <a:pt x="604652" y="1134303"/>
                  </a:lnTo>
                  <a:lnTo>
                    <a:pt x="604650" y="1134311"/>
                  </a:lnTo>
                  <a:lnTo>
                    <a:pt x="604644" y="1134314"/>
                  </a:lnTo>
                  <a:lnTo>
                    <a:pt x="604632" y="1134319"/>
                  </a:lnTo>
                  <a:lnTo>
                    <a:pt x="604608" y="1134323"/>
                  </a:lnTo>
                  <a:lnTo>
                    <a:pt x="604548" y="1134338"/>
                  </a:lnTo>
                  <a:lnTo>
                    <a:pt x="604528" y="1134340"/>
                  </a:lnTo>
                  <a:lnTo>
                    <a:pt x="604494" y="1134339"/>
                  </a:lnTo>
                  <a:lnTo>
                    <a:pt x="604462" y="1134337"/>
                  </a:lnTo>
                  <a:lnTo>
                    <a:pt x="604441" y="1134336"/>
                  </a:lnTo>
                  <a:lnTo>
                    <a:pt x="604425" y="1134338"/>
                  </a:lnTo>
                  <a:lnTo>
                    <a:pt x="604419" y="1134343"/>
                  </a:lnTo>
                  <a:lnTo>
                    <a:pt x="604409" y="1134356"/>
                  </a:lnTo>
                  <a:lnTo>
                    <a:pt x="604403" y="1134378"/>
                  </a:lnTo>
                  <a:lnTo>
                    <a:pt x="604404" y="1134404"/>
                  </a:lnTo>
                  <a:lnTo>
                    <a:pt x="604400" y="1134416"/>
                  </a:lnTo>
                  <a:lnTo>
                    <a:pt x="604388" y="1134438"/>
                  </a:lnTo>
                  <a:lnTo>
                    <a:pt x="604351" y="1134470"/>
                  </a:lnTo>
                  <a:lnTo>
                    <a:pt x="604305" y="1134507"/>
                  </a:lnTo>
                  <a:lnTo>
                    <a:pt x="604291" y="1134518"/>
                  </a:lnTo>
                  <a:lnTo>
                    <a:pt x="604272" y="1134531"/>
                  </a:lnTo>
                  <a:lnTo>
                    <a:pt x="604246" y="1134560"/>
                  </a:lnTo>
                  <a:lnTo>
                    <a:pt x="604228" y="1134578"/>
                  </a:lnTo>
                  <a:lnTo>
                    <a:pt x="604191" y="1134618"/>
                  </a:lnTo>
                  <a:lnTo>
                    <a:pt x="604162" y="1134646"/>
                  </a:lnTo>
                  <a:lnTo>
                    <a:pt x="604143" y="1134672"/>
                  </a:lnTo>
                  <a:lnTo>
                    <a:pt x="604125" y="1134688"/>
                  </a:lnTo>
                  <a:lnTo>
                    <a:pt x="604104" y="1134708"/>
                  </a:lnTo>
                  <a:lnTo>
                    <a:pt x="604057" y="1134749"/>
                  </a:lnTo>
                  <a:lnTo>
                    <a:pt x="604030" y="1134767"/>
                  </a:lnTo>
                  <a:lnTo>
                    <a:pt x="604001" y="1134778"/>
                  </a:lnTo>
                  <a:lnTo>
                    <a:pt x="603964" y="1134783"/>
                  </a:lnTo>
                  <a:lnTo>
                    <a:pt x="603948" y="1134786"/>
                  </a:lnTo>
                  <a:lnTo>
                    <a:pt x="603923" y="1134790"/>
                  </a:lnTo>
                  <a:lnTo>
                    <a:pt x="603896" y="1134803"/>
                  </a:lnTo>
                  <a:lnTo>
                    <a:pt x="603873" y="1134822"/>
                  </a:lnTo>
                  <a:lnTo>
                    <a:pt x="603856" y="1134834"/>
                  </a:lnTo>
                  <a:lnTo>
                    <a:pt x="603802" y="1134889"/>
                  </a:lnTo>
                  <a:lnTo>
                    <a:pt x="603778" y="1134924"/>
                  </a:lnTo>
                  <a:lnTo>
                    <a:pt x="603756" y="1134964"/>
                  </a:lnTo>
                  <a:lnTo>
                    <a:pt x="603744" y="1134992"/>
                  </a:lnTo>
                  <a:lnTo>
                    <a:pt x="603715" y="1135027"/>
                  </a:lnTo>
                  <a:lnTo>
                    <a:pt x="603694" y="1135053"/>
                  </a:lnTo>
                  <a:lnTo>
                    <a:pt x="603660" y="1135092"/>
                  </a:lnTo>
                  <a:lnTo>
                    <a:pt x="603623" y="1135136"/>
                  </a:lnTo>
                  <a:lnTo>
                    <a:pt x="603601" y="1135162"/>
                  </a:lnTo>
                  <a:lnTo>
                    <a:pt x="603579" y="1135187"/>
                  </a:lnTo>
                  <a:lnTo>
                    <a:pt x="603552" y="1135223"/>
                  </a:lnTo>
                  <a:lnTo>
                    <a:pt x="603531" y="1135253"/>
                  </a:lnTo>
                  <a:lnTo>
                    <a:pt x="603519" y="1135271"/>
                  </a:lnTo>
                  <a:lnTo>
                    <a:pt x="603515" y="1135284"/>
                  </a:lnTo>
                  <a:lnTo>
                    <a:pt x="603515" y="1135300"/>
                  </a:lnTo>
                  <a:lnTo>
                    <a:pt x="603518" y="1135330"/>
                  </a:lnTo>
                  <a:lnTo>
                    <a:pt x="603524" y="1135347"/>
                  </a:lnTo>
                  <a:lnTo>
                    <a:pt x="603535" y="1135365"/>
                  </a:lnTo>
                  <a:lnTo>
                    <a:pt x="603556" y="1135388"/>
                  </a:lnTo>
                  <a:lnTo>
                    <a:pt x="603587" y="1135408"/>
                  </a:lnTo>
                  <a:lnTo>
                    <a:pt x="603606" y="1135425"/>
                  </a:lnTo>
                  <a:lnTo>
                    <a:pt x="603611" y="1135434"/>
                  </a:lnTo>
                  <a:lnTo>
                    <a:pt x="603613" y="1135442"/>
                  </a:lnTo>
                  <a:lnTo>
                    <a:pt x="603613" y="1135452"/>
                  </a:lnTo>
                  <a:lnTo>
                    <a:pt x="603607" y="1135467"/>
                  </a:lnTo>
                  <a:lnTo>
                    <a:pt x="603585" y="1135520"/>
                  </a:lnTo>
                  <a:lnTo>
                    <a:pt x="603562" y="1135561"/>
                  </a:lnTo>
                  <a:lnTo>
                    <a:pt x="603546" y="1135595"/>
                  </a:lnTo>
                  <a:lnTo>
                    <a:pt x="603529" y="1135625"/>
                  </a:lnTo>
                  <a:lnTo>
                    <a:pt x="603523" y="1135637"/>
                  </a:lnTo>
                  <a:lnTo>
                    <a:pt x="603514" y="1135641"/>
                  </a:lnTo>
                  <a:lnTo>
                    <a:pt x="603489" y="1135643"/>
                  </a:lnTo>
                  <a:lnTo>
                    <a:pt x="603470" y="1135644"/>
                  </a:lnTo>
                  <a:lnTo>
                    <a:pt x="603455" y="1135649"/>
                  </a:lnTo>
                  <a:lnTo>
                    <a:pt x="603428" y="1135661"/>
                  </a:lnTo>
                  <a:lnTo>
                    <a:pt x="603408" y="1135668"/>
                  </a:lnTo>
                  <a:lnTo>
                    <a:pt x="603382" y="1135678"/>
                  </a:lnTo>
                  <a:lnTo>
                    <a:pt x="603300" y="1135718"/>
                  </a:lnTo>
                  <a:lnTo>
                    <a:pt x="603254" y="1135742"/>
                  </a:lnTo>
                  <a:lnTo>
                    <a:pt x="603217" y="1135756"/>
                  </a:lnTo>
                  <a:lnTo>
                    <a:pt x="603186" y="1135761"/>
                  </a:lnTo>
                  <a:lnTo>
                    <a:pt x="603147" y="1135766"/>
                  </a:lnTo>
                  <a:lnTo>
                    <a:pt x="603110" y="1135779"/>
                  </a:lnTo>
                  <a:lnTo>
                    <a:pt x="603083" y="1135797"/>
                  </a:lnTo>
                  <a:lnTo>
                    <a:pt x="603064" y="1135817"/>
                  </a:lnTo>
                  <a:lnTo>
                    <a:pt x="603063" y="1135826"/>
                  </a:lnTo>
                  <a:lnTo>
                    <a:pt x="603063" y="1135836"/>
                  </a:lnTo>
                  <a:lnTo>
                    <a:pt x="603070" y="1135859"/>
                  </a:lnTo>
                  <a:lnTo>
                    <a:pt x="603102" y="1135903"/>
                  </a:lnTo>
                  <a:lnTo>
                    <a:pt x="603143" y="1135935"/>
                  </a:lnTo>
                  <a:lnTo>
                    <a:pt x="603168" y="1135954"/>
                  </a:lnTo>
                  <a:lnTo>
                    <a:pt x="603174" y="1135975"/>
                  </a:lnTo>
                  <a:lnTo>
                    <a:pt x="603174" y="1136030"/>
                  </a:lnTo>
                  <a:lnTo>
                    <a:pt x="603174" y="1136072"/>
                  </a:lnTo>
                  <a:lnTo>
                    <a:pt x="603174" y="1136118"/>
                  </a:lnTo>
                  <a:lnTo>
                    <a:pt x="603173" y="1136151"/>
                  </a:lnTo>
                  <a:lnTo>
                    <a:pt x="603159" y="1136185"/>
                  </a:lnTo>
                  <a:lnTo>
                    <a:pt x="603146" y="1136212"/>
                  </a:lnTo>
                  <a:lnTo>
                    <a:pt x="603140" y="1136238"/>
                  </a:lnTo>
                  <a:lnTo>
                    <a:pt x="603135" y="1136270"/>
                  </a:lnTo>
                  <a:lnTo>
                    <a:pt x="603117" y="1136332"/>
                  </a:lnTo>
                  <a:lnTo>
                    <a:pt x="603099" y="1136377"/>
                  </a:lnTo>
                  <a:lnTo>
                    <a:pt x="603086" y="1136419"/>
                  </a:lnTo>
                  <a:lnTo>
                    <a:pt x="603069" y="1136451"/>
                  </a:lnTo>
                  <a:lnTo>
                    <a:pt x="603029" y="1136526"/>
                  </a:lnTo>
                  <a:lnTo>
                    <a:pt x="603011" y="1136567"/>
                  </a:lnTo>
                  <a:lnTo>
                    <a:pt x="603001" y="1136581"/>
                  </a:lnTo>
                  <a:lnTo>
                    <a:pt x="602992" y="1136587"/>
                  </a:lnTo>
                  <a:lnTo>
                    <a:pt x="602977" y="1136593"/>
                  </a:lnTo>
                  <a:lnTo>
                    <a:pt x="602958" y="1136594"/>
                  </a:lnTo>
                  <a:lnTo>
                    <a:pt x="602949" y="1136596"/>
                  </a:lnTo>
                  <a:lnTo>
                    <a:pt x="602947" y="1136601"/>
                  </a:lnTo>
                  <a:lnTo>
                    <a:pt x="602950" y="1136606"/>
                  </a:lnTo>
                  <a:lnTo>
                    <a:pt x="602958" y="1136613"/>
                  </a:lnTo>
                  <a:lnTo>
                    <a:pt x="603025" y="1136653"/>
                  </a:lnTo>
                  <a:lnTo>
                    <a:pt x="603056" y="1136669"/>
                  </a:lnTo>
                  <a:lnTo>
                    <a:pt x="603094" y="1136685"/>
                  </a:lnTo>
                  <a:lnTo>
                    <a:pt x="603116" y="1136704"/>
                  </a:lnTo>
                  <a:lnTo>
                    <a:pt x="603148" y="1136738"/>
                  </a:lnTo>
                  <a:lnTo>
                    <a:pt x="603182" y="1136785"/>
                  </a:lnTo>
                  <a:lnTo>
                    <a:pt x="603204" y="1136815"/>
                  </a:lnTo>
                  <a:lnTo>
                    <a:pt x="603234" y="1136862"/>
                  </a:lnTo>
                  <a:lnTo>
                    <a:pt x="603250" y="1136885"/>
                  </a:lnTo>
                  <a:lnTo>
                    <a:pt x="603270" y="1136908"/>
                  </a:lnTo>
                  <a:lnTo>
                    <a:pt x="603286" y="1136919"/>
                  </a:lnTo>
                  <a:lnTo>
                    <a:pt x="603308" y="1136922"/>
                  </a:lnTo>
                  <a:lnTo>
                    <a:pt x="603333" y="1136921"/>
                  </a:lnTo>
                  <a:lnTo>
                    <a:pt x="603366" y="1136912"/>
                  </a:lnTo>
                  <a:lnTo>
                    <a:pt x="603386" y="1136910"/>
                  </a:lnTo>
                  <a:lnTo>
                    <a:pt x="603412" y="1136912"/>
                  </a:lnTo>
                  <a:lnTo>
                    <a:pt x="603447" y="1136925"/>
                  </a:lnTo>
                  <a:lnTo>
                    <a:pt x="603465" y="1136938"/>
                  </a:lnTo>
                  <a:lnTo>
                    <a:pt x="603484" y="1136961"/>
                  </a:lnTo>
                  <a:lnTo>
                    <a:pt x="603499" y="1136994"/>
                  </a:lnTo>
                  <a:lnTo>
                    <a:pt x="603512" y="1137013"/>
                  </a:lnTo>
                  <a:lnTo>
                    <a:pt x="603528" y="1137031"/>
                  </a:lnTo>
                  <a:lnTo>
                    <a:pt x="603556" y="1137047"/>
                  </a:lnTo>
                  <a:lnTo>
                    <a:pt x="603594" y="1137065"/>
                  </a:lnTo>
                  <a:lnTo>
                    <a:pt x="603648" y="1137081"/>
                  </a:lnTo>
                  <a:lnTo>
                    <a:pt x="603675" y="1137089"/>
                  </a:lnTo>
                  <a:lnTo>
                    <a:pt x="603679" y="1137095"/>
                  </a:lnTo>
                  <a:lnTo>
                    <a:pt x="603680" y="1137104"/>
                  </a:lnTo>
                  <a:lnTo>
                    <a:pt x="603679" y="1137120"/>
                  </a:lnTo>
                  <a:lnTo>
                    <a:pt x="603679" y="1137134"/>
                  </a:lnTo>
                  <a:lnTo>
                    <a:pt x="603686" y="1137151"/>
                  </a:lnTo>
                  <a:lnTo>
                    <a:pt x="603708" y="1137183"/>
                  </a:lnTo>
                  <a:lnTo>
                    <a:pt x="603740" y="1137215"/>
                  </a:lnTo>
                  <a:lnTo>
                    <a:pt x="603773" y="1137246"/>
                  </a:lnTo>
                  <a:lnTo>
                    <a:pt x="603814" y="1137284"/>
                  </a:lnTo>
                  <a:lnTo>
                    <a:pt x="603823" y="1137297"/>
                  </a:lnTo>
                  <a:lnTo>
                    <a:pt x="603833" y="1137314"/>
                  </a:lnTo>
                  <a:lnTo>
                    <a:pt x="603837" y="1137348"/>
                  </a:lnTo>
                  <a:lnTo>
                    <a:pt x="603834" y="1137370"/>
                  </a:lnTo>
                  <a:lnTo>
                    <a:pt x="603828" y="1137385"/>
                  </a:lnTo>
                  <a:lnTo>
                    <a:pt x="603812" y="1137403"/>
                  </a:lnTo>
                  <a:lnTo>
                    <a:pt x="603801" y="1137416"/>
                  </a:lnTo>
                  <a:lnTo>
                    <a:pt x="603795" y="1137426"/>
                  </a:lnTo>
                  <a:lnTo>
                    <a:pt x="603794" y="1137436"/>
                  </a:lnTo>
                  <a:lnTo>
                    <a:pt x="603794" y="1137447"/>
                  </a:lnTo>
                  <a:lnTo>
                    <a:pt x="603803" y="1137463"/>
                  </a:lnTo>
                  <a:lnTo>
                    <a:pt x="603829" y="1137484"/>
                  </a:lnTo>
                  <a:lnTo>
                    <a:pt x="603891" y="1137520"/>
                  </a:lnTo>
                  <a:lnTo>
                    <a:pt x="603935" y="1137554"/>
                  </a:lnTo>
                  <a:lnTo>
                    <a:pt x="603969" y="1137589"/>
                  </a:lnTo>
                  <a:lnTo>
                    <a:pt x="603995" y="1137615"/>
                  </a:lnTo>
                  <a:lnTo>
                    <a:pt x="604000" y="1137630"/>
                  </a:lnTo>
                  <a:lnTo>
                    <a:pt x="603998" y="1137648"/>
                  </a:lnTo>
                  <a:lnTo>
                    <a:pt x="603994" y="1137663"/>
                  </a:lnTo>
                  <a:lnTo>
                    <a:pt x="603970" y="1137701"/>
                  </a:lnTo>
                  <a:lnTo>
                    <a:pt x="603947" y="1137722"/>
                  </a:lnTo>
                  <a:lnTo>
                    <a:pt x="603924" y="1137747"/>
                  </a:lnTo>
                  <a:lnTo>
                    <a:pt x="603906" y="1137767"/>
                  </a:lnTo>
                  <a:lnTo>
                    <a:pt x="603880" y="1137789"/>
                  </a:lnTo>
                  <a:lnTo>
                    <a:pt x="603873" y="1137802"/>
                  </a:lnTo>
                  <a:lnTo>
                    <a:pt x="603875" y="1137811"/>
                  </a:lnTo>
                  <a:lnTo>
                    <a:pt x="603892" y="1137830"/>
                  </a:lnTo>
                  <a:lnTo>
                    <a:pt x="603930" y="1137866"/>
                  </a:lnTo>
                  <a:lnTo>
                    <a:pt x="603959" y="1137892"/>
                  </a:lnTo>
                  <a:lnTo>
                    <a:pt x="604025" y="1137915"/>
                  </a:lnTo>
                  <a:lnTo>
                    <a:pt x="604090" y="1137942"/>
                  </a:lnTo>
                  <a:lnTo>
                    <a:pt x="604134" y="1137953"/>
                  </a:lnTo>
                  <a:lnTo>
                    <a:pt x="604159" y="1137954"/>
                  </a:lnTo>
                  <a:lnTo>
                    <a:pt x="604180" y="1137959"/>
                  </a:lnTo>
                  <a:lnTo>
                    <a:pt x="604214" y="1137969"/>
                  </a:lnTo>
                  <a:lnTo>
                    <a:pt x="604238" y="1137984"/>
                  </a:lnTo>
                  <a:lnTo>
                    <a:pt x="604279" y="1138013"/>
                  </a:lnTo>
                  <a:lnTo>
                    <a:pt x="604308" y="1138041"/>
                  </a:lnTo>
                  <a:lnTo>
                    <a:pt x="604320" y="1138069"/>
                  </a:lnTo>
                  <a:lnTo>
                    <a:pt x="604324" y="1138091"/>
                  </a:lnTo>
                  <a:lnTo>
                    <a:pt x="604326" y="1138140"/>
                  </a:lnTo>
                  <a:lnTo>
                    <a:pt x="604328" y="1138164"/>
                  </a:lnTo>
                  <a:lnTo>
                    <a:pt x="604327" y="1138181"/>
                  </a:lnTo>
                  <a:lnTo>
                    <a:pt x="604326" y="1138219"/>
                  </a:lnTo>
                  <a:lnTo>
                    <a:pt x="604332" y="1138244"/>
                  </a:lnTo>
                  <a:lnTo>
                    <a:pt x="604343" y="1138279"/>
                  </a:lnTo>
                  <a:lnTo>
                    <a:pt x="604352" y="1138308"/>
                  </a:lnTo>
                  <a:lnTo>
                    <a:pt x="604356" y="1138330"/>
                  </a:lnTo>
                  <a:lnTo>
                    <a:pt x="604352" y="1138337"/>
                  </a:lnTo>
                  <a:lnTo>
                    <a:pt x="604339" y="1138351"/>
                  </a:lnTo>
                  <a:lnTo>
                    <a:pt x="604321" y="1138370"/>
                  </a:lnTo>
                  <a:lnTo>
                    <a:pt x="604302" y="1138384"/>
                  </a:lnTo>
                  <a:lnTo>
                    <a:pt x="604254" y="1138415"/>
                  </a:lnTo>
                  <a:lnTo>
                    <a:pt x="604230" y="1138432"/>
                  </a:lnTo>
                  <a:lnTo>
                    <a:pt x="604216" y="1138453"/>
                  </a:lnTo>
                  <a:lnTo>
                    <a:pt x="604205" y="1138471"/>
                  </a:lnTo>
                  <a:lnTo>
                    <a:pt x="604202" y="1138485"/>
                  </a:lnTo>
                  <a:lnTo>
                    <a:pt x="604201" y="1138501"/>
                  </a:lnTo>
                  <a:lnTo>
                    <a:pt x="604198" y="1138563"/>
                  </a:lnTo>
                  <a:lnTo>
                    <a:pt x="604197" y="1138586"/>
                  </a:lnTo>
                  <a:lnTo>
                    <a:pt x="604200" y="1138613"/>
                  </a:lnTo>
                  <a:lnTo>
                    <a:pt x="604197" y="1138632"/>
                  </a:lnTo>
                  <a:lnTo>
                    <a:pt x="604190" y="1138650"/>
                  </a:lnTo>
                  <a:lnTo>
                    <a:pt x="604183" y="1138667"/>
                  </a:lnTo>
                  <a:lnTo>
                    <a:pt x="604173" y="1138681"/>
                  </a:lnTo>
                  <a:lnTo>
                    <a:pt x="604156" y="1138696"/>
                  </a:lnTo>
                  <a:lnTo>
                    <a:pt x="604110" y="1138729"/>
                  </a:lnTo>
                  <a:lnTo>
                    <a:pt x="604087" y="1138742"/>
                  </a:lnTo>
                  <a:lnTo>
                    <a:pt x="604064" y="1138754"/>
                  </a:lnTo>
                  <a:lnTo>
                    <a:pt x="604049" y="1138761"/>
                  </a:lnTo>
                  <a:lnTo>
                    <a:pt x="604036" y="1138771"/>
                  </a:lnTo>
                  <a:lnTo>
                    <a:pt x="604032" y="1138777"/>
                  </a:lnTo>
                  <a:lnTo>
                    <a:pt x="604024" y="1138792"/>
                  </a:lnTo>
                  <a:lnTo>
                    <a:pt x="604011" y="1138825"/>
                  </a:lnTo>
                  <a:lnTo>
                    <a:pt x="604003" y="1138847"/>
                  </a:lnTo>
                  <a:lnTo>
                    <a:pt x="603992" y="1138874"/>
                  </a:lnTo>
                  <a:lnTo>
                    <a:pt x="603976" y="1138904"/>
                  </a:lnTo>
                  <a:lnTo>
                    <a:pt x="603976" y="1138915"/>
                  </a:lnTo>
                  <a:lnTo>
                    <a:pt x="603975" y="1138926"/>
                  </a:lnTo>
                  <a:lnTo>
                    <a:pt x="603979" y="1138940"/>
                  </a:lnTo>
                  <a:lnTo>
                    <a:pt x="603988" y="1138961"/>
                  </a:lnTo>
                  <a:lnTo>
                    <a:pt x="603988" y="1138971"/>
                  </a:lnTo>
                  <a:lnTo>
                    <a:pt x="603988" y="1138987"/>
                  </a:lnTo>
                  <a:lnTo>
                    <a:pt x="603983" y="1138995"/>
                  </a:lnTo>
                  <a:lnTo>
                    <a:pt x="603947" y="1139041"/>
                  </a:lnTo>
                  <a:lnTo>
                    <a:pt x="603935" y="1139063"/>
                  </a:lnTo>
                  <a:lnTo>
                    <a:pt x="603930" y="1139078"/>
                  </a:lnTo>
                  <a:lnTo>
                    <a:pt x="603922" y="1139091"/>
                  </a:lnTo>
                  <a:lnTo>
                    <a:pt x="603910" y="1139104"/>
                  </a:lnTo>
                  <a:lnTo>
                    <a:pt x="603896" y="1139120"/>
                  </a:lnTo>
                  <a:lnTo>
                    <a:pt x="603873" y="1139132"/>
                  </a:lnTo>
                  <a:lnTo>
                    <a:pt x="603849" y="1139148"/>
                  </a:lnTo>
                  <a:lnTo>
                    <a:pt x="603811" y="1139167"/>
                  </a:lnTo>
                  <a:lnTo>
                    <a:pt x="603791" y="1139178"/>
                  </a:lnTo>
                  <a:lnTo>
                    <a:pt x="603769" y="1139186"/>
                  </a:lnTo>
                  <a:lnTo>
                    <a:pt x="603728" y="1139192"/>
                  </a:lnTo>
                  <a:lnTo>
                    <a:pt x="603682" y="1139200"/>
                  </a:lnTo>
                  <a:lnTo>
                    <a:pt x="603652" y="1139214"/>
                  </a:lnTo>
                  <a:lnTo>
                    <a:pt x="603605" y="1139231"/>
                  </a:lnTo>
                  <a:lnTo>
                    <a:pt x="603571" y="1139243"/>
                  </a:lnTo>
                  <a:lnTo>
                    <a:pt x="603522" y="1139254"/>
                  </a:lnTo>
                  <a:lnTo>
                    <a:pt x="603485" y="1139260"/>
                  </a:lnTo>
                  <a:lnTo>
                    <a:pt x="603441" y="1139262"/>
                  </a:lnTo>
                  <a:lnTo>
                    <a:pt x="603385" y="1139266"/>
                  </a:lnTo>
                  <a:lnTo>
                    <a:pt x="603363" y="1139271"/>
                  </a:lnTo>
                  <a:lnTo>
                    <a:pt x="603344" y="1139278"/>
                  </a:lnTo>
                  <a:lnTo>
                    <a:pt x="603337" y="1139286"/>
                  </a:lnTo>
                  <a:lnTo>
                    <a:pt x="603334" y="1139308"/>
                  </a:lnTo>
                  <a:lnTo>
                    <a:pt x="603329" y="1139333"/>
                  </a:lnTo>
                  <a:lnTo>
                    <a:pt x="603319" y="1139355"/>
                  </a:lnTo>
                  <a:lnTo>
                    <a:pt x="603299" y="1139386"/>
                  </a:lnTo>
                  <a:lnTo>
                    <a:pt x="603280" y="1139407"/>
                  </a:lnTo>
                  <a:lnTo>
                    <a:pt x="603258" y="1139426"/>
                  </a:lnTo>
                  <a:lnTo>
                    <a:pt x="603243" y="1139440"/>
                  </a:lnTo>
                  <a:lnTo>
                    <a:pt x="603236" y="1139452"/>
                  </a:lnTo>
                  <a:lnTo>
                    <a:pt x="603220" y="1139506"/>
                  </a:lnTo>
                  <a:lnTo>
                    <a:pt x="603210" y="1139532"/>
                  </a:lnTo>
                  <a:lnTo>
                    <a:pt x="603194" y="1139571"/>
                  </a:lnTo>
                  <a:lnTo>
                    <a:pt x="603179" y="1139592"/>
                  </a:lnTo>
                  <a:lnTo>
                    <a:pt x="603151" y="1139615"/>
                  </a:lnTo>
                  <a:lnTo>
                    <a:pt x="603116" y="1139637"/>
                  </a:lnTo>
                  <a:lnTo>
                    <a:pt x="603091" y="1139661"/>
                  </a:lnTo>
                  <a:lnTo>
                    <a:pt x="603055" y="1139692"/>
                  </a:lnTo>
                  <a:lnTo>
                    <a:pt x="603025" y="1139719"/>
                  </a:lnTo>
                  <a:lnTo>
                    <a:pt x="603007" y="1139730"/>
                  </a:lnTo>
                  <a:lnTo>
                    <a:pt x="602978" y="1139735"/>
                  </a:lnTo>
                  <a:lnTo>
                    <a:pt x="602919" y="1139742"/>
                  </a:lnTo>
                  <a:lnTo>
                    <a:pt x="602864" y="1139753"/>
                  </a:lnTo>
                  <a:lnTo>
                    <a:pt x="602815" y="1139765"/>
                  </a:lnTo>
                  <a:lnTo>
                    <a:pt x="602739" y="1139788"/>
                  </a:lnTo>
                  <a:lnTo>
                    <a:pt x="602710" y="1139794"/>
                  </a:lnTo>
                  <a:lnTo>
                    <a:pt x="602687" y="1139797"/>
                  </a:lnTo>
                  <a:lnTo>
                    <a:pt x="602678" y="1139797"/>
                  </a:lnTo>
                  <a:lnTo>
                    <a:pt x="602663" y="1139790"/>
                  </a:lnTo>
                  <a:lnTo>
                    <a:pt x="602623" y="1139754"/>
                  </a:lnTo>
                  <a:lnTo>
                    <a:pt x="602576" y="1139712"/>
                  </a:lnTo>
                  <a:lnTo>
                    <a:pt x="602564" y="1139698"/>
                  </a:lnTo>
                  <a:lnTo>
                    <a:pt x="602555" y="1139692"/>
                  </a:lnTo>
                  <a:lnTo>
                    <a:pt x="602546" y="1139688"/>
                  </a:lnTo>
                  <a:lnTo>
                    <a:pt x="602538" y="1139688"/>
                  </a:lnTo>
                  <a:lnTo>
                    <a:pt x="602518" y="1139695"/>
                  </a:lnTo>
                  <a:lnTo>
                    <a:pt x="602491" y="1139715"/>
                  </a:lnTo>
                  <a:lnTo>
                    <a:pt x="602441" y="1139756"/>
                  </a:lnTo>
                  <a:lnTo>
                    <a:pt x="602415" y="1139788"/>
                  </a:lnTo>
                  <a:lnTo>
                    <a:pt x="602386" y="1139823"/>
                  </a:lnTo>
                  <a:lnTo>
                    <a:pt x="602370" y="1139838"/>
                  </a:lnTo>
                  <a:lnTo>
                    <a:pt x="602350" y="1139851"/>
                  </a:lnTo>
                  <a:lnTo>
                    <a:pt x="602328" y="1139859"/>
                  </a:lnTo>
                  <a:lnTo>
                    <a:pt x="602290" y="1139875"/>
                  </a:lnTo>
                  <a:lnTo>
                    <a:pt x="602284" y="1139888"/>
                  </a:lnTo>
                  <a:lnTo>
                    <a:pt x="602275" y="1139909"/>
                  </a:lnTo>
                  <a:lnTo>
                    <a:pt x="602265" y="1139931"/>
                  </a:lnTo>
                  <a:lnTo>
                    <a:pt x="602252" y="1139953"/>
                  </a:lnTo>
                  <a:lnTo>
                    <a:pt x="602230" y="1139976"/>
                  </a:lnTo>
                  <a:lnTo>
                    <a:pt x="602202" y="1140002"/>
                  </a:lnTo>
                  <a:lnTo>
                    <a:pt x="602183" y="1140023"/>
                  </a:lnTo>
                  <a:lnTo>
                    <a:pt x="602162" y="1140047"/>
                  </a:lnTo>
                  <a:lnTo>
                    <a:pt x="602158" y="1140057"/>
                  </a:lnTo>
                  <a:lnTo>
                    <a:pt x="602158" y="1140069"/>
                  </a:lnTo>
                  <a:lnTo>
                    <a:pt x="602172" y="1140098"/>
                  </a:lnTo>
                  <a:lnTo>
                    <a:pt x="602194" y="1140144"/>
                  </a:lnTo>
                  <a:lnTo>
                    <a:pt x="602206" y="1140174"/>
                  </a:lnTo>
                  <a:lnTo>
                    <a:pt x="602217" y="1140188"/>
                  </a:lnTo>
                  <a:lnTo>
                    <a:pt x="602219" y="1140196"/>
                  </a:lnTo>
                  <a:lnTo>
                    <a:pt x="602217" y="1140207"/>
                  </a:lnTo>
                  <a:lnTo>
                    <a:pt x="602209" y="1140218"/>
                  </a:lnTo>
                  <a:lnTo>
                    <a:pt x="602190" y="1140235"/>
                  </a:lnTo>
                  <a:lnTo>
                    <a:pt x="602153" y="1140271"/>
                  </a:lnTo>
                  <a:lnTo>
                    <a:pt x="602108" y="1140313"/>
                  </a:lnTo>
                  <a:lnTo>
                    <a:pt x="602097" y="1140331"/>
                  </a:lnTo>
                  <a:lnTo>
                    <a:pt x="602092" y="1140347"/>
                  </a:lnTo>
                  <a:lnTo>
                    <a:pt x="602086" y="1140371"/>
                  </a:lnTo>
                  <a:lnTo>
                    <a:pt x="602074" y="1140414"/>
                  </a:lnTo>
                  <a:lnTo>
                    <a:pt x="602065" y="1140456"/>
                  </a:lnTo>
                  <a:lnTo>
                    <a:pt x="602064" y="1140478"/>
                  </a:lnTo>
                  <a:lnTo>
                    <a:pt x="602059" y="1140523"/>
                  </a:lnTo>
                  <a:lnTo>
                    <a:pt x="602054" y="1140559"/>
                  </a:lnTo>
                  <a:lnTo>
                    <a:pt x="602053" y="1140569"/>
                  </a:lnTo>
                  <a:lnTo>
                    <a:pt x="602055" y="1140578"/>
                  </a:lnTo>
                  <a:lnTo>
                    <a:pt x="602081" y="1140596"/>
                  </a:lnTo>
                  <a:lnTo>
                    <a:pt x="602138" y="1140650"/>
                  </a:lnTo>
                  <a:lnTo>
                    <a:pt x="602170" y="1140689"/>
                  </a:lnTo>
                  <a:lnTo>
                    <a:pt x="602192" y="1140702"/>
                  </a:lnTo>
                  <a:lnTo>
                    <a:pt x="602217" y="1140705"/>
                  </a:lnTo>
                  <a:lnTo>
                    <a:pt x="602274" y="1140721"/>
                  </a:lnTo>
                  <a:lnTo>
                    <a:pt x="602304" y="1140739"/>
                  </a:lnTo>
                  <a:lnTo>
                    <a:pt x="602314" y="1140755"/>
                  </a:lnTo>
                  <a:lnTo>
                    <a:pt x="602323" y="1140774"/>
                  </a:lnTo>
                  <a:lnTo>
                    <a:pt x="602324" y="1140790"/>
                  </a:lnTo>
                  <a:lnTo>
                    <a:pt x="602317" y="1140831"/>
                  </a:lnTo>
                  <a:lnTo>
                    <a:pt x="602301" y="1140869"/>
                  </a:lnTo>
                  <a:lnTo>
                    <a:pt x="602269" y="1140924"/>
                  </a:lnTo>
                  <a:lnTo>
                    <a:pt x="602249" y="1140950"/>
                  </a:lnTo>
                  <a:lnTo>
                    <a:pt x="602222" y="1140989"/>
                  </a:lnTo>
                  <a:lnTo>
                    <a:pt x="602194" y="1141015"/>
                  </a:lnTo>
                  <a:lnTo>
                    <a:pt x="602186" y="1141030"/>
                  </a:lnTo>
                  <a:lnTo>
                    <a:pt x="602185" y="1141046"/>
                  </a:lnTo>
                  <a:lnTo>
                    <a:pt x="602188" y="1141068"/>
                  </a:lnTo>
                  <a:lnTo>
                    <a:pt x="602200" y="1141099"/>
                  </a:lnTo>
                  <a:lnTo>
                    <a:pt x="602216" y="1141131"/>
                  </a:lnTo>
                  <a:lnTo>
                    <a:pt x="602217" y="1141147"/>
                  </a:lnTo>
                  <a:lnTo>
                    <a:pt x="602217" y="1141159"/>
                  </a:lnTo>
                  <a:lnTo>
                    <a:pt x="602213" y="1141172"/>
                  </a:lnTo>
                  <a:lnTo>
                    <a:pt x="602206" y="1141182"/>
                  </a:lnTo>
                  <a:lnTo>
                    <a:pt x="602180" y="1141202"/>
                  </a:lnTo>
                  <a:lnTo>
                    <a:pt x="602164" y="1141219"/>
                  </a:lnTo>
                  <a:lnTo>
                    <a:pt x="602152" y="1141240"/>
                  </a:lnTo>
                  <a:lnTo>
                    <a:pt x="602140" y="1141269"/>
                  </a:lnTo>
                  <a:lnTo>
                    <a:pt x="602134" y="1141286"/>
                  </a:lnTo>
                  <a:lnTo>
                    <a:pt x="602117" y="1141327"/>
                  </a:lnTo>
                  <a:lnTo>
                    <a:pt x="602099" y="1141358"/>
                  </a:lnTo>
                  <a:lnTo>
                    <a:pt x="602059" y="1141388"/>
                  </a:lnTo>
                  <a:lnTo>
                    <a:pt x="602035" y="1141404"/>
                  </a:lnTo>
                  <a:lnTo>
                    <a:pt x="601988" y="1141421"/>
                  </a:lnTo>
                  <a:lnTo>
                    <a:pt x="601914" y="1141448"/>
                  </a:lnTo>
                  <a:lnTo>
                    <a:pt x="601873" y="1141456"/>
                  </a:lnTo>
                  <a:lnTo>
                    <a:pt x="601826" y="1141469"/>
                  </a:lnTo>
                  <a:lnTo>
                    <a:pt x="601808" y="1141481"/>
                  </a:lnTo>
                  <a:lnTo>
                    <a:pt x="601791" y="1141493"/>
                  </a:lnTo>
                  <a:lnTo>
                    <a:pt x="601785" y="1141501"/>
                  </a:lnTo>
                  <a:lnTo>
                    <a:pt x="601780" y="1141525"/>
                  </a:lnTo>
                  <a:lnTo>
                    <a:pt x="601796" y="1141557"/>
                  </a:lnTo>
                  <a:lnTo>
                    <a:pt x="601905" y="1141580"/>
                  </a:lnTo>
                  <a:lnTo>
                    <a:pt x="602029" y="1141604"/>
                  </a:lnTo>
                  <a:lnTo>
                    <a:pt x="602072" y="1141612"/>
                  </a:lnTo>
                  <a:lnTo>
                    <a:pt x="602077" y="1141615"/>
                  </a:lnTo>
                  <a:lnTo>
                    <a:pt x="602178" y="1141661"/>
                  </a:lnTo>
                  <a:lnTo>
                    <a:pt x="602264" y="1141740"/>
                  </a:lnTo>
                  <a:lnTo>
                    <a:pt x="602312" y="1141807"/>
                  </a:lnTo>
                  <a:lnTo>
                    <a:pt x="602366" y="1141894"/>
                  </a:lnTo>
                  <a:lnTo>
                    <a:pt x="602423" y="1141979"/>
                  </a:lnTo>
                  <a:lnTo>
                    <a:pt x="602505" y="1142306"/>
                  </a:lnTo>
                  <a:lnTo>
                    <a:pt x="602567" y="1142514"/>
                  </a:lnTo>
                  <a:lnTo>
                    <a:pt x="602649" y="1142723"/>
                  </a:lnTo>
                  <a:lnTo>
                    <a:pt x="602708" y="1142857"/>
                  </a:lnTo>
                  <a:lnTo>
                    <a:pt x="602774" y="1143032"/>
                  </a:lnTo>
                  <a:lnTo>
                    <a:pt x="602803" y="1143162"/>
                  </a:lnTo>
                  <a:lnTo>
                    <a:pt x="602799" y="1143243"/>
                  </a:lnTo>
                  <a:lnTo>
                    <a:pt x="602761" y="1143384"/>
                  </a:lnTo>
                  <a:lnTo>
                    <a:pt x="602744" y="1143458"/>
                  </a:lnTo>
                  <a:lnTo>
                    <a:pt x="602745" y="1143586"/>
                  </a:lnTo>
                  <a:lnTo>
                    <a:pt x="602746" y="1143737"/>
                  </a:lnTo>
                  <a:lnTo>
                    <a:pt x="602715" y="1144004"/>
                  </a:lnTo>
                  <a:lnTo>
                    <a:pt x="602699" y="1144106"/>
                  </a:lnTo>
                  <a:lnTo>
                    <a:pt x="602678" y="1144214"/>
                  </a:lnTo>
                  <a:lnTo>
                    <a:pt x="602665" y="1144284"/>
                  </a:lnTo>
                  <a:lnTo>
                    <a:pt x="602676" y="1144335"/>
                  </a:lnTo>
                  <a:lnTo>
                    <a:pt x="602738" y="1144411"/>
                  </a:lnTo>
                  <a:lnTo>
                    <a:pt x="602819" y="1144483"/>
                  </a:lnTo>
                  <a:lnTo>
                    <a:pt x="602914" y="1144562"/>
                  </a:lnTo>
                  <a:lnTo>
                    <a:pt x="602991" y="1144635"/>
                  </a:lnTo>
                  <a:lnTo>
                    <a:pt x="603155" y="1144735"/>
                  </a:lnTo>
                  <a:lnTo>
                    <a:pt x="603225" y="1144785"/>
                  </a:lnTo>
                  <a:lnTo>
                    <a:pt x="603358" y="1144880"/>
                  </a:lnTo>
                  <a:lnTo>
                    <a:pt x="603452" y="1144933"/>
                  </a:lnTo>
                  <a:lnTo>
                    <a:pt x="603518" y="1144990"/>
                  </a:lnTo>
                  <a:lnTo>
                    <a:pt x="603566" y="1145033"/>
                  </a:lnTo>
                  <a:lnTo>
                    <a:pt x="603574" y="1145063"/>
                  </a:lnTo>
                  <a:lnTo>
                    <a:pt x="603586" y="1145127"/>
                  </a:lnTo>
                  <a:lnTo>
                    <a:pt x="603592" y="1145174"/>
                  </a:lnTo>
                  <a:lnTo>
                    <a:pt x="603596" y="1145234"/>
                  </a:lnTo>
                  <a:lnTo>
                    <a:pt x="603594" y="1145319"/>
                  </a:lnTo>
                  <a:lnTo>
                    <a:pt x="603577" y="1145500"/>
                  </a:lnTo>
                  <a:lnTo>
                    <a:pt x="603570" y="1145593"/>
                  </a:lnTo>
                  <a:lnTo>
                    <a:pt x="603559" y="1145723"/>
                  </a:lnTo>
                  <a:lnTo>
                    <a:pt x="603545" y="1145797"/>
                  </a:lnTo>
                  <a:lnTo>
                    <a:pt x="603526" y="1145876"/>
                  </a:lnTo>
                  <a:lnTo>
                    <a:pt x="603511" y="1145943"/>
                  </a:lnTo>
                  <a:lnTo>
                    <a:pt x="603503" y="1145973"/>
                  </a:lnTo>
                  <a:lnTo>
                    <a:pt x="603486" y="1146019"/>
                  </a:lnTo>
                  <a:lnTo>
                    <a:pt x="603460" y="1146102"/>
                  </a:lnTo>
                  <a:lnTo>
                    <a:pt x="603430" y="1146190"/>
                  </a:lnTo>
                  <a:lnTo>
                    <a:pt x="603407" y="1146256"/>
                  </a:lnTo>
                  <a:lnTo>
                    <a:pt x="603376" y="1146339"/>
                  </a:lnTo>
                  <a:lnTo>
                    <a:pt x="603347" y="1146447"/>
                  </a:lnTo>
                  <a:lnTo>
                    <a:pt x="603327" y="1146535"/>
                  </a:lnTo>
                  <a:lnTo>
                    <a:pt x="603317" y="1146595"/>
                  </a:lnTo>
                  <a:lnTo>
                    <a:pt x="603297" y="1146704"/>
                  </a:lnTo>
                  <a:lnTo>
                    <a:pt x="603286" y="1146758"/>
                  </a:lnTo>
                  <a:lnTo>
                    <a:pt x="603266" y="1146812"/>
                  </a:lnTo>
                  <a:lnTo>
                    <a:pt x="603241" y="1146868"/>
                  </a:lnTo>
                  <a:lnTo>
                    <a:pt x="603192" y="1146949"/>
                  </a:lnTo>
                  <a:lnTo>
                    <a:pt x="603150" y="1147007"/>
                  </a:lnTo>
                  <a:lnTo>
                    <a:pt x="603100" y="1147084"/>
                  </a:lnTo>
                  <a:lnTo>
                    <a:pt x="603058" y="1147152"/>
                  </a:lnTo>
                  <a:lnTo>
                    <a:pt x="603024" y="1147216"/>
                  </a:lnTo>
                  <a:lnTo>
                    <a:pt x="602991" y="1147277"/>
                  </a:lnTo>
                  <a:lnTo>
                    <a:pt x="602953" y="1147344"/>
                  </a:lnTo>
                  <a:lnTo>
                    <a:pt x="602916" y="1147394"/>
                  </a:lnTo>
                  <a:lnTo>
                    <a:pt x="602867" y="1147471"/>
                  </a:lnTo>
                  <a:lnTo>
                    <a:pt x="602794" y="1147570"/>
                  </a:lnTo>
                  <a:lnTo>
                    <a:pt x="602735" y="1147655"/>
                  </a:lnTo>
                  <a:lnTo>
                    <a:pt x="602678" y="1147740"/>
                  </a:lnTo>
                  <a:lnTo>
                    <a:pt x="602642" y="1147794"/>
                  </a:lnTo>
                  <a:lnTo>
                    <a:pt x="602607" y="1147861"/>
                  </a:lnTo>
                  <a:lnTo>
                    <a:pt x="602588" y="1147906"/>
                  </a:lnTo>
                  <a:lnTo>
                    <a:pt x="602569" y="1147975"/>
                  </a:lnTo>
                  <a:lnTo>
                    <a:pt x="602547" y="1148067"/>
                  </a:lnTo>
                  <a:lnTo>
                    <a:pt x="602535" y="1148139"/>
                  </a:lnTo>
                  <a:lnTo>
                    <a:pt x="602507" y="1148244"/>
                  </a:lnTo>
                  <a:lnTo>
                    <a:pt x="602475" y="1148343"/>
                  </a:lnTo>
                  <a:lnTo>
                    <a:pt x="602448" y="1148409"/>
                  </a:lnTo>
                  <a:lnTo>
                    <a:pt x="602419" y="1148479"/>
                  </a:lnTo>
                  <a:lnTo>
                    <a:pt x="602394" y="1148555"/>
                  </a:lnTo>
                  <a:lnTo>
                    <a:pt x="602374" y="1148642"/>
                  </a:lnTo>
                  <a:lnTo>
                    <a:pt x="602353" y="1148724"/>
                  </a:lnTo>
                  <a:lnTo>
                    <a:pt x="602335" y="1148796"/>
                  </a:lnTo>
                  <a:lnTo>
                    <a:pt x="602313" y="1148865"/>
                  </a:lnTo>
                  <a:lnTo>
                    <a:pt x="602306" y="1148884"/>
                  </a:lnTo>
                  <a:lnTo>
                    <a:pt x="602302" y="1148905"/>
                  </a:lnTo>
                  <a:lnTo>
                    <a:pt x="602300" y="1148914"/>
                  </a:lnTo>
                  <a:lnTo>
                    <a:pt x="602284" y="1149012"/>
                  </a:lnTo>
                  <a:lnTo>
                    <a:pt x="602281" y="1149054"/>
                  </a:lnTo>
                  <a:lnTo>
                    <a:pt x="602264" y="1149111"/>
                  </a:lnTo>
                  <a:lnTo>
                    <a:pt x="602242" y="1149161"/>
                  </a:lnTo>
                  <a:lnTo>
                    <a:pt x="602214" y="1149205"/>
                  </a:lnTo>
                  <a:lnTo>
                    <a:pt x="602169" y="1149268"/>
                  </a:lnTo>
                  <a:lnTo>
                    <a:pt x="602121" y="1149339"/>
                  </a:lnTo>
                  <a:lnTo>
                    <a:pt x="602073" y="1149405"/>
                  </a:lnTo>
                  <a:lnTo>
                    <a:pt x="602019" y="1149489"/>
                  </a:lnTo>
                  <a:lnTo>
                    <a:pt x="601991" y="1149548"/>
                  </a:lnTo>
                  <a:lnTo>
                    <a:pt x="601943" y="1149635"/>
                  </a:lnTo>
                  <a:lnTo>
                    <a:pt x="601889" y="1149748"/>
                  </a:lnTo>
                  <a:lnTo>
                    <a:pt x="601864" y="1149791"/>
                  </a:lnTo>
                  <a:lnTo>
                    <a:pt x="601819" y="1149866"/>
                  </a:lnTo>
                  <a:lnTo>
                    <a:pt x="601785" y="1149916"/>
                  </a:lnTo>
                  <a:lnTo>
                    <a:pt x="601728" y="1149975"/>
                  </a:lnTo>
                  <a:lnTo>
                    <a:pt x="601659" y="1150021"/>
                  </a:lnTo>
                  <a:lnTo>
                    <a:pt x="601606" y="1150057"/>
                  </a:lnTo>
                  <a:lnTo>
                    <a:pt x="601571" y="1150086"/>
                  </a:lnTo>
                  <a:lnTo>
                    <a:pt x="601536" y="1150121"/>
                  </a:lnTo>
                  <a:lnTo>
                    <a:pt x="601480" y="1150194"/>
                  </a:lnTo>
                  <a:lnTo>
                    <a:pt x="601430" y="1150252"/>
                  </a:lnTo>
                  <a:lnTo>
                    <a:pt x="601389" y="1150307"/>
                  </a:lnTo>
                  <a:lnTo>
                    <a:pt x="601354" y="1150377"/>
                  </a:lnTo>
                  <a:lnTo>
                    <a:pt x="601325" y="1150446"/>
                  </a:lnTo>
                  <a:lnTo>
                    <a:pt x="601297" y="1150500"/>
                  </a:lnTo>
                  <a:lnTo>
                    <a:pt x="601244" y="1150606"/>
                  </a:lnTo>
                  <a:lnTo>
                    <a:pt x="601210" y="1150670"/>
                  </a:lnTo>
                  <a:lnTo>
                    <a:pt x="601156" y="1150735"/>
                  </a:lnTo>
                  <a:lnTo>
                    <a:pt x="601095" y="1150797"/>
                  </a:lnTo>
                  <a:lnTo>
                    <a:pt x="601008" y="1150901"/>
                  </a:lnTo>
                  <a:lnTo>
                    <a:pt x="600913" y="1151005"/>
                  </a:lnTo>
                  <a:lnTo>
                    <a:pt x="600834" y="1151071"/>
                  </a:lnTo>
                  <a:lnTo>
                    <a:pt x="600726" y="1151136"/>
                  </a:lnTo>
                  <a:lnTo>
                    <a:pt x="600652" y="1151173"/>
                  </a:lnTo>
                  <a:lnTo>
                    <a:pt x="600512" y="1151245"/>
                  </a:lnTo>
                  <a:lnTo>
                    <a:pt x="600414" y="1151283"/>
                  </a:lnTo>
                  <a:lnTo>
                    <a:pt x="600316" y="1151321"/>
                  </a:lnTo>
                  <a:lnTo>
                    <a:pt x="600233" y="1151354"/>
                  </a:lnTo>
                  <a:lnTo>
                    <a:pt x="600140" y="1151390"/>
                  </a:lnTo>
                  <a:lnTo>
                    <a:pt x="600035" y="1151449"/>
                  </a:lnTo>
                  <a:lnTo>
                    <a:pt x="599963" y="1151498"/>
                  </a:lnTo>
                  <a:lnTo>
                    <a:pt x="599907" y="1151546"/>
                  </a:lnTo>
                  <a:lnTo>
                    <a:pt x="599813" y="1151630"/>
                  </a:lnTo>
                  <a:lnTo>
                    <a:pt x="599752" y="1151681"/>
                  </a:lnTo>
                  <a:lnTo>
                    <a:pt x="599700" y="1151726"/>
                  </a:lnTo>
                  <a:lnTo>
                    <a:pt x="599614" y="1151807"/>
                  </a:lnTo>
                  <a:lnTo>
                    <a:pt x="599526" y="1151885"/>
                  </a:lnTo>
                  <a:lnTo>
                    <a:pt x="599438" y="1151956"/>
                  </a:lnTo>
                  <a:lnTo>
                    <a:pt x="599313" y="1152048"/>
                  </a:lnTo>
                  <a:lnTo>
                    <a:pt x="599268" y="1152082"/>
                  </a:lnTo>
                  <a:lnTo>
                    <a:pt x="599219" y="1152104"/>
                  </a:lnTo>
                  <a:lnTo>
                    <a:pt x="599149" y="1152126"/>
                  </a:lnTo>
                  <a:lnTo>
                    <a:pt x="599074" y="1152159"/>
                  </a:lnTo>
                  <a:lnTo>
                    <a:pt x="598993" y="1152223"/>
                  </a:lnTo>
                  <a:lnTo>
                    <a:pt x="598952" y="1152251"/>
                  </a:lnTo>
                  <a:lnTo>
                    <a:pt x="598937" y="1152263"/>
                  </a:lnTo>
                  <a:lnTo>
                    <a:pt x="598930" y="1152273"/>
                  </a:lnTo>
                  <a:lnTo>
                    <a:pt x="598931" y="1152281"/>
                  </a:lnTo>
                  <a:lnTo>
                    <a:pt x="598933" y="1152306"/>
                  </a:lnTo>
                  <a:lnTo>
                    <a:pt x="598936" y="1152382"/>
                  </a:lnTo>
                  <a:lnTo>
                    <a:pt x="598931" y="1152441"/>
                  </a:lnTo>
                  <a:lnTo>
                    <a:pt x="598922" y="1152512"/>
                  </a:lnTo>
                  <a:lnTo>
                    <a:pt x="598901" y="1152650"/>
                  </a:lnTo>
                  <a:lnTo>
                    <a:pt x="598885" y="1152749"/>
                  </a:lnTo>
                  <a:lnTo>
                    <a:pt x="598862" y="1152862"/>
                  </a:lnTo>
                  <a:lnTo>
                    <a:pt x="598855" y="1152905"/>
                  </a:lnTo>
                  <a:lnTo>
                    <a:pt x="598850" y="1152943"/>
                  </a:lnTo>
                  <a:lnTo>
                    <a:pt x="598849" y="1152980"/>
                  </a:lnTo>
                  <a:lnTo>
                    <a:pt x="598854" y="1153029"/>
                  </a:lnTo>
                  <a:lnTo>
                    <a:pt x="598852" y="1153121"/>
                  </a:lnTo>
                  <a:lnTo>
                    <a:pt x="598845" y="1153276"/>
                  </a:lnTo>
                  <a:lnTo>
                    <a:pt x="598842" y="1153383"/>
                  </a:lnTo>
                  <a:lnTo>
                    <a:pt x="598827" y="1153511"/>
                  </a:lnTo>
                  <a:lnTo>
                    <a:pt x="598821" y="1153584"/>
                  </a:lnTo>
                  <a:lnTo>
                    <a:pt x="598817" y="1153647"/>
                  </a:lnTo>
                  <a:lnTo>
                    <a:pt x="598805" y="1153728"/>
                  </a:lnTo>
                  <a:lnTo>
                    <a:pt x="598784" y="1153809"/>
                  </a:lnTo>
                  <a:lnTo>
                    <a:pt x="598762" y="1153917"/>
                  </a:lnTo>
                  <a:lnTo>
                    <a:pt x="598760" y="1153964"/>
                  </a:lnTo>
                  <a:lnTo>
                    <a:pt x="598758" y="1153994"/>
                  </a:lnTo>
                  <a:lnTo>
                    <a:pt x="598748" y="1154042"/>
                  </a:lnTo>
                  <a:lnTo>
                    <a:pt x="598726" y="1154096"/>
                  </a:lnTo>
                  <a:lnTo>
                    <a:pt x="598713" y="1154143"/>
                  </a:lnTo>
                  <a:lnTo>
                    <a:pt x="598701" y="1154169"/>
                  </a:lnTo>
                  <a:lnTo>
                    <a:pt x="598671" y="1154194"/>
                  </a:lnTo>
                  <a:lnTo>
                    <a:pt x="598612" y="1154210"/>
                  </a:lnTo>
                  <a:lnTo>
                    <a:pt x="598552" y="1154225"/>
                  </a:lnTo>
                  <a:lnTo>
                    <a:pt x="598437" y="1154221"/>
                  </a:lnTo>
                  <a:lnTo>
                    <a:pt x="598351" y="1154218"/>
                  </a:lnTo>
                  <a:lnTo>
                    <a:pt x="598303" y="1154224"/>
                  </a:lnTo>
                  <a:lnTo>
                    <a:pt x="598243" y="1154238"/>
                  </a:lnTo>
                  <a:lnTo>
                    <a:pt x="598176" y="1154261"/>
                  </a:lnTo>
                  <a:lnTo>
                    <a:pt x="598117" y="1154274"/>
                  </a:lnTo>
                  <a:lnTo>
                    <a:pt x="598107" y="1154275"/>
                  </a:lnTo>
                  <a:lnTo>
                    <a:pt x="598069" y="1154278"/>
                  </a:lnTo>
                  <a:lnTo>
                    <a:pt x="598064" y="1154279"/>
                  </a:lnTo>
                  <a:lnTo>
                    <a:pt x="598027" y="1154281"/>
                  </a:lnTo>
                  <a:lnTo>
                    <a:pt x="598005" y="1154280"/>
                  </a:lnTo>
                  <a:lnTo>
                    <a:pt x="597981" y="1154277"/>
                  </a:lnTo>
                  <a:lnTo>
                    <a:pt x="597949" y="1154267"/>
                  </a:lnTo>
                  <a:lnTo>
                    <a:pt x="597875" y="1154240"/>
                  </a:lnTo>
                  <a:lnTo>
                    <a:pt x="597840" y="1154219"/>
                  </a:lnTo>
                  <a:lnTo>
                    <a:pt x="597802" y="1154188"/>
                  </a:lnTo>
                  <a:lnTo>
                    <a:pt x="597768" y="1154145"/>
                  </a:lnTo>
                  <a:lnTo>
                    <a:pt x="597742" y="1154115"/>
                  </a:lnTo>
                  <a:lnTo>
                    <a:pt x="597711" y="1154087"/>
                  </a:lnTo>
                  <a:lnTo>
                    <a:pt x="597678" y="1154061"/>
                  </a:lnTo>
                  <a:lnTo>
                    <a:pt x="597625" y="1153996"/>
                  </a:lnTo>
                  <a:lnTo>
                    <a:pt x="597561" y="1153916"/>
                  </a:lnTo>
                  <a:lnTo>
                    <a:pt x="597519" y="1153851"/>
                  </a:lnTo>
                  <a:lnTo>
                    <a:pt x="597469" y="1153776"/>
                  </a:lnTo>
                  <a:lnTo>
                    <a:pt x="597422" y="1153679"/>
                  </a:lnTo>
                  <a:lnTo>
                    <a:pt x="597395" y="1153631"/>
                  </a:lnTo>
                  <a:lnTo>
                    <a:pt x="597374" y="1153587"/>
                  </a:lnTo>
                  <a:lnTo>
                    <a:pt x="597310" y="1153522"/>
                  </a:lnTo>
                  <a:lnTo>
                    <a:pt x="597263" y="1153458"/>
                  </a:lnTo>
                  <a:lnTo>
                    <a:pt x="597230" y="1153411"/>
                  </a:lnTo>
                  <a:lnTo>
                    <a:pt x="597194" y="1153350"/>
                  </a:lnTo>
                  <a:lnTo>
                    <a:pt x="597170" y="1153324"/>
                  </a:lnTo>
                  <a:lnTo>
                    <a:pt x="597128" y="1153285"/>
                  </a:lnTo>
                  <a:lnTo>
                    <a:pt x="597075" y="1153264"/>
                  </a:lnTo>
                  <a:lnTo>
                    <a:pt x="597030" y="1153232"/>
                  </a:lnTo>
                  <a:lnTo>
                    <a:pt x="596952" y="1153170"/>
                  </a:lnTo>
                  <a:lnTo>
                    <a:pt x="596903" y="1153117"/>
                  </a:lnTo>
                  <a:lnTo>
                    <a:pt x="596860" y="1153053"/>
                  </a:lnTo>
                  <a:lnTo>
                    <a:pt x="596811" y="1152991"/>
                  </a:lnTo>
                  <a:lnTo>
                    <a:pt x="596740" y="1152900"/>
                  </a:lnTo>
                  <a:lnTo>
                    <a:pt x="596669" y="1152811"/>
                  </a:lnTo>
                  <a:lnTo>
                    <a:pt x="596620" y="1152734"/>
                  </a:lnTo>
                  <a:lnTo>
                    <a:pt x="596586" y="1152689"/>
                  </a:lnTo>
                  <a:lnTo>
                    <a:pt x="596529" y="1152630"/>
                  </a:lnTo>
                  <a:lnTo>
                    <a:pt x="596475" y="1152556"/>
                  </a:lnTo>
                  <a:lnTo>
                    <a:pt x="596410" y="1152498"/>
                  </a:lnTo>
                  <a:lnTo>
                    <a:pt x="596353" y="1152440"/>
                  </a:lnTo>
                  <a:lnTo>
                    <a:pt x="596307" y="1152402"/>
                  </a:lnTo>
                  <a:lnTo>
                    <a:pt x="596248" y="1152353"/>
                  </a:lnTo>
                  <a:lnTo>
                    <a:pt x="596157" y="1152278"/>
                  </a:lnTo>
                  <a:lnTo>
                    <a:pt x="596119" y="1152249"/>
                  </a:lnTo>
                  <a:lnTo>
                    <a:pt x="596063" y="1152208"/>
                  </a:lnTo>
                  <a:lnTo>
                    <a:pt x="596002" y="1152155"/>
                  </a:lnTo>
                  <a:lnTo>
                    <a:pt x="595962" y="1152114"/>
                  </a:lnTo>
                  <a:lnTo>
                    <a:pt x="595911" y="1152069"/>
                  </a:lnTo>
                  <a:lnTo>
                    <a:pt x="595883" y="1152038"/>
                  </a:lnTo>
                  <a:lnTo>
                    <a:pt x="595855" y="1152012"/>
                  </a:lnTo>
                  <a:lnTo>
                    <a:pt x="595802" y="1151977"/>
                  </a:lnTo>
                  <a:lnTo>
                    <a:pt x="595774" y="1151963"/>
                  </a:lnTo>
                  <a:lnTo>
                    <a:pt x="595741" y="1151947"/>
                  </a:lnTo>
                  <a:lnTo>
                    <a:pt x="595708" y="1151929"/>
                  </a:lnTo>
                  <a:lnTo>
                    <a:pt x="595678" y="1151904"/>
                  </a:lnTo>
                  <a:lnTo>
                    <a:pt x="595629" y="1151862"/>
                  </a:lnTo>
                  <a:lnTo>
                    <a:pt x="595592" y="1151832"/>
                  </a:lnTo>
                  <a:lnTo>
                    <a:pt x="595542" y="1151815"/>
                  </a:lnTo>
                  <a:lnTo>
                    <a:pt x="595507" y="1151807"/>
                  </a:lnTo>
                  <a:lnTo>
                    <a:pt x="595448" y="1151792"/>
                  </a:lnTo>
                  <a:lnTo>
                    <a:pt x="595400" y="1151777"/>
                  </a:lnTo>
                  <a:lnTo>
                    <a:pt x="595330" y="1151755"/>
                  </a:lnTo>
                  <a:lnTo>
                    <a:pt x="595255" y="1151731"/>
                  </a:lnTo>
                  <a:lnTo>
                    <a:pt x="595194" y="1151706"/>
                  </a:lnTo>
                  <a:lnTo>
                    <a:pt x="595136" y="1151675"/>
                  </a:lnTo>
                  <a:lnTo>
                    <a:pt x="595095" y="1151656"/>
                  </a:lnTo>
                  <a:lnTo>
                    <a:pt x="595044" y="1151639"/>
                  </a:lnTo>
                  <a:lnTo>
                    <a:pt x="594972" y="1151619"/>
                  </a:lnTo>
                  <a:lnTo>
                    <a:pt x="594902" y="1151602"/>
                  </a:lnTo>
                  <a:lnTo>
                    <a:pt x="594837" y="1151583"/>
                  </a:lnTo>
                  <a:lnTo>
                    <a:pt x="594775" y="1151563"/>
                  </a:lnTo>
                  <a:lnTo>
                    <a:pt x="594731" y="1151558"/>
                  </a:lnTo>
                  <a:lnTo>
                    <a:pt x="594689" y="1151550"/>
                  </a:lnTo>
                  <a:lnTo>
                    <a:pt x="594662" y="1151539"/>
                  </a:lnTo>
                  <a:lnTo>
                    <a:pt x="594653" y="1151527"/>
                  </a:lnTo>
                  <a:lnTo>
                    <a:pt x="594652" y="1151502"/>
                  </a:lnTo>
                  <a:lnTo>
                    <a:pt x="594659" y="1151484"/>
                  </a:lnTo>
                  <a:lnTo>
                    <a:pt x="594682" y="1151450"/>
                  </a:lnTo>
                  <a:lnTo>
                    <a:pt x="594704" y="1151398"/>
                  </a:lnTo>
                  <a:lnTo>
                    <a:pt x="594723" y="1151360"/>
                  </a:lnTo>
                  <a:lnTo>
                    <a:pt x="594769" y="1151249"/>
                  </a:lnTo>
                  <a:lnTo>
                    <a:pt x="594795" y="1151194"/>
                  </a:lnTo>
                  <a:lnTo>
                    <a:pt x="594821" y="1151152"/>
                  </a:lnTo>
                  <a:lnTo>
                    <a:pt x="594856" y="1151035"/>
                  </a:lnTo>
                  <a:lnTo>
                    <a:pt x="594883" y="1150984"/>
                  </a:lnTo>
                  <a:lnTo>
                    <a:pt x="594914" y="1150920"/>
                  </a:lnTo>
                  <a:lnTo>
                    <a:pt x="594949" y="1150838"/>
                  </a:lnTo>
                  <a:lnTo>
                    <a:pt x="595017" y="1150721"/>
                  </a:lnTo>
                  <a:lnTo>
                    <a:pt x="595045" y="1150646"/>
                  </a:lnTo>
                  <a:lnTo>
                    <a:pt x="595063" y="1150562"/>
                  </a:lnTo>
                  <a:lnTo>
                    <a:pt x="595081" y="1150482"/>
                  </a:lnTo>
                  <a:lnTo>
                    <a:pt x="595093" y="1150439"/>
                  </a:lnTo>
                  <a:lnTo>
                    <a:pt x="595118" y="1150354"/>
                  </a:lnTo>
                  <a:lnTo>
                    <a:pt x="595167" y="1150216"/>
                  </a:lnTo>
                  <a:lnTo>
                    <a:pt x="595183" y="1150153"/>
                  </a:lnTo>
                  <a:lnTo>
                    <a:pt x="595192" y="1150107"/>
                  </a:lnTo>
                  <a:lnTo>
                    <a:pt x="595194" y="1150036"/>
                  </a:lnTo>
                  <a:lnTo>
                    <a:pt x="595190" y="1149983"/>
                  </a:lnTo>
                  <a:lnTo>
                    <a:pt x="595181" y="1149937"/>
                  </a:lnTo>
                  <a:lnTo>
                    <a:pt x="595154" y="1149872"/>
                  </a:lnTo>
                  <a:lnTo>
                    <a:pt x="595129" y="1149834"/>
                  </a:lnTo>
                  <a:lnTo>
                    <a:pt x="595091" y="1149780"/>
                  </a:lnTo>
                  <a:lnTo>
                    <a:pt x="595069" y="1149745"/>
                  </a:lnTo>
                  <a:lnTo>
                    <a:pt x="595051" y="1149706"/>
                  </a:lnTo>
                  <a:lnTo>
                    <a:pt x="595030" y="1149637"/>
                  </a:lnTo>
                  <a:lnTo>
                    <a:pt x="595010" y="1149561"/>
                  </a:lnTo>
                  <a:lnTo>
                    <a:pt x="594995" y="1149529"/>
                  </a:lnTo>
                  <a:lnTo>
                    <a:pt x="594918" y="1149427"/>
                  </a:lnTo>
                  <a:lnTo>
                    <a:pt x="594887" y="1149397"/>
                  </a:lnTo>
                  <a:lnTo>
                    <a:pt x="594839" y="1149362"/>
                  </a:lnTo>
                  <a:lnTo>
                    <a:pt x="594793" y="1149333"/>
                  </a:lnTo>
                  <a:lnTo>
                    <a:pt x="594768" y="1149315"/>
                  </a:lnTo>
                  <a:lnTo>
                    <a:pt x="594739" y="1149286"/>
                  </a:lnTo>
                  <a:lnTo>
                    <a:pt x="594712" y="1149244"/>
                  </a:lnTo>
                  <a:lnTo>
                    <a:pt x="594672" y="1149196"/>
                  </a:lnTo>
                  <a:lnTo>
                    <a:pt x="594626" y="1149159"/>
                  </a:lnTo>
                  <a:lnTo>
                    <a:pt x="594584" y="1149124"/>
                  </a:lnTo>
                  <a:lnTo>
                    <a:pt x="594525" y="1149059"/>
                  </a:lnTo>
                  <a:lnTo>
                    <a:pt x="594497" y="1149025"/>
                  </a:lnTo>
                  <a:lnTo>
                    <a:pt x="594452" y="1149000"/>
                  </a:lnTo>
                  <a:lnTo>
                    <a:pt x="594409" y="1148977"/>
                  </a:lnTo>
                  <a:lnTo>
                    <a:pt x="594337" y="1148956"/>
                  </a:lnTo>
                  <a:lnTo>
                    <a:pt x="594247" y="1148940"/>
                  </a:lnTo>
                  <a:lnTo>
                    <a:pt x="594218" y="1148938"/>
                  </a:lnTo>
                  <a:lnTo>
                    <a:pt x="594085" y="1148932"/>
                  </a:lnTo>
                  <a:lnTo>
                    <a:pt x="594046" y="1148922"/>
                  </a:lnTo>
                  <a:lnTo>
                    <a:pt x="594036" y="1148915"/>
                  </a:lnTo>
                  <a:lnTo>
                    <a:pt x="594032" y="1148913"/>
                  </a:lnTo>
                  <a:lnTo>
                    <a:pt x="594029" y="1148905"/>
                  </a:lnTo>
                  <a:lnTo>
                    <a:pt x="594017" y="1148876"/>
                  </a:lnTo>
                  <a:lnTo>
                    <a:pt x="594005" y="1148846"/>
                  </a:lnTo>
                  <a:lnTo>
                    <a:pt x="593994" y="1148804"/>
                  </a:lnTo>
                  <a:lnTo>
                    <a:pt x="593991" y="1148773"/>
                  </a:lnTo>
                  <a:lnTo>
                    <a:pt x="593979" y="1148749"/>
                  </a:lnTo>
                  <a:lnTo>
                    <a:pt x="593964" y="1148735"/>
                  </a:lnTo>
                  <a:lnTo>
                    <a:pt x="593955" y="1148724"/>
                  </a:lnTo>
                  <a:lnTo>
                    <a:pt x="593952" y="1148695"/>
                  </a:lnTo>
                  <a:lnTo>
                    <a:pt x="593949" y="1148665"/>
                  </a:lnTo>
                  <a:lnTo>
                    <a:pt x="593946" y="1148653"/>
                  </a:lnTo>
                  <a:lnTo>
                    <a:pt x="593938" y="1148644"/>
                  </a:lnTo>
                  <a:lnTo>
                    <a:pt x="593928" y="1148637"/>
                  </a:lnTo>
                  <a:lnTo>
                    <a:pt x="593905" y="1148625"/>
                  </a:lnTo>
                  <a:lnTo>
                    <a:pt x="593860" y="1148605"/>
                  </a:lnTo>
                  <a:lnTo>
                    <a:pt x="593805" y="1148578"/>
                  </a:lnTo>
                  <a:lnTo>
                    <a:pt x="593739" y="1148550"/>
                  </a:lnTo>
                  <a:lnTo>
                    <a:pt x="593716" y="1148544"/>
                  </a:lnTo>
                  <a:lnTo>
                    <a:pt x="593690" y="1148544"/>
                  </a:lnTo>
                  <a:lnTo>
                    <a:pt x="593665" y="1148539"/>
                  </a:lnTo>
                  <a:lnTo>
                    <a:pt x="593646" y="1148523"/>
                  </a:lnTo>
                  <a:lnTo>
                    <a:pt x="593630" y="1148508"/>
                  </a:lnTo>
                  <a:lnTo>
                    <a:pt x="593593" y="1148461"/>
                  </a:lnTo>
                  <a:lnTo>
                    <a:pt x="593560" y="1148427"/>
                  </a:lnTo>
                  <a:lnTo>
                    <a:pt x="593540" y="1148394"/>
                  </a:lnTo>
                  <a:lnTo>
                    <a:pt x="593530" y="1148371"/>
                  </a:lnTo>
                  <a:lnTo>
                    <a:pt x="593528" y="1148360"/>
                  </a:lnTo>
                  <a:lnTo>
                    <a:pt x="593529" y="1148348"/>
                  </a:lnTo>
                  <a:lnTo>
                    <a:pt x="593545" y="1148314"/>
                  </a:lnTo>
                  <a:lnTo>
                    <a:pt x="593562" y="1148284"/>
                  </a:lnTo>
                  <a:lnTo>
                    <a:pt x="593595" y="1148243"/>
                  </a:lnTo>
                  <a:lnTo>
                    <a:pt x="593611" y="1148209"/>
                  </a:lnTo>
                  <a:lnTo>
                    <a:pt x="593628" y="1148162"/>
                  </a:lnTo>
                  <a:lnTo>
                    <a:pt x="593633" y="1148146"/>
                  </a:lnTo>
                  <a:lnTo>
                    <a:pt x="593632" y="1148139"/>
                  </a:lnTo>
                  <a:lnTo>
                    <a:pt x="593626" y="1148135"/>
                  </a:lnTo>
                  <a:lnTo>
                    <a:pt x="593596" y="1148131"/>
                  </a:lnTo>
                  <a:lnTo>
                    <a:pt x="593549" y="1148124"/>
                  </a:lnTo>
                  <a:lnTo>
                    <a:pt x="593518" y="1148113"/>
                  </a:lnTo>
                  <a:lnTo>
                    <a:pt x="593501" y="1148100"/>
                  </a:lnTo>
                  <a:lnTo>
                    <a:pt x="593474" y="1148078"/>
                  </a:lnTo>
                  <a:lnTo>
                    <a:pt x="593450" y="1148047"/>
                  </a:lnTo>
                  <a:lnTo>
                    <a:pt x="593440" y="1148028"/>
                  </a:lnTo>
                  <a:lnTo>
                    <a:pt x="593440" y="1148019"/>
                  </a:lnTo>
                  <a:lnTo>
                    <a:pt x="593456" y="1148012"/>
                  </a:lnTo>
                  <a:lnTo>
                    <a:pt x="593482" y="1147990"/>
                  </a:lnTo>
                  <a:lnTo>
                    <a:pt x="593492" y="1147976"/>
                  </a:lnTo>
                  <a:lnTo>
                    <a:pt x="593497" y="1147956"/>
                  </a:lnTo>
                  <a:lnTo>
                    <a:pt x="593499" y="1147939"/>
                  </a:lnTo>
                  <a:lnTo>
                    <a:pt x="593502" y="1147903"/>
                  </a:lnTo>
                  <a:lnTo>
                    <a:pt x="593515" y="1147850"/>
                  </a:lnTo>
                  <a:lnTo>
                    <a:pt x="593512" y="1147826"/>
                  </a:lnTo>
                  <a:lnTo>
                    <a:pt x="593507" y="1147787"/>
                  </a:lnTo>
                  <a:lnTo>
                    <a:pt x="593490" y="1147731"/>
                  </a:lnTo>
                  <a:lnTo>
                    <a:pt x="593489" y="1147704"/>
                  </a:lnTo>
                  <a:lnTo>
                    <a:pt x="593482" y="1147702"/>
                  </a:lnTo>
                  <a:lnTo>
                    <a:pt x="593464" y="1147712"/>
                  </a:lnTo>
                  <a:lnTo>
                    <a:pt x="593435" y="1147712"/>
                  </a:lnTo>
                  <a:lnTo>
                    <a:pt x="593413" y="1147715"/>
                  </a:lnTo>
                  <a:lnTo>
                    <a:pt x="593342" y="1147727"/>
                  </a:lnTo>
                  <a:lnTo>
                    <a:pt x="593310" y="1147727"/>
                  </a:lnTo>
                  <a:lnTo>
                    <a:pt x="593293" y="1147721"/>
                  </a:lnTo>
                  <a:lnTo>
                    <a:pt x="593270" y="1147687"/>
                  </a:lnTo>
                  <a:lnTo>
                    <a:pt x="593265" y="1147657"/>
                  </a:lnTo>
                  <a:lnTo>
                    <a:pt x="593259" y="1147647"/>
                  </a:lnTo>
                  <a:lnTo>
                    <a:pt x="593248" y="1147641"/>
                  </a:lnTo>
                  <a:lnTo>
                    <a:pt x="593216" y="1147631"/>
                  </a:lnTo>
                  <a:lnTo>
                    <a:pt x="593185" y="1147613"/>
                  </a:lnTo>
                  <a:lnTo>
                    <a:pt x="593174" y="1147597"/>
                  </a:lnTo>
                  <a:lnTo>
                    <a:pt x="593165" y="1147565"/>
                  </a:lnTo>
                  <a:lnTo>
                    <a:pt x="593161" y="1147552"/>
                  </a:lnTo>
                  <a:lnTo>
                    <a:pt x="593154" y="1147546"/>
                  </a:lnTo>
                  <a:lnTo>
                    <a:pt x="593147" y="1147550"/>
                  </a:lnTo>
                  <a:lnTo>
                    <a:pt x="593139" y="1147557"/>
                  </a:lnTo>
                  <a:lnTo>
                    <a:pt x="593125" y="1147558"/>
                  </a:lnTo>
                  <a:lnTo>
                    <a:pt x="593090" y="1147558"/>
                  </a:lnTo>
                  <a:lnTo>
                    <a:pt x="593057" y="1147555"/>
                  </a:lnTo>
                  <a:lnTo>
                    <a:pt x="593039" y="1147543"/>
                  </a:lnTo>
                  <a:lnTo>
                    <a:pt x="592993" y="1147509"/>
                  </a:lnTo>
                  <a:lnTo>
                    <a:pt x="592933" y="1147475"/>
                  </a:lnTo>
                  <a:lnTo>
                    <a:pt x="592906" y="1147452"/>
                  </a:lnTo>
                  <a:lnTo>
                    <a:pt x="592881" y="1147433"/>
                  </a:lnTo>
                  <a:lnTo>
                    <a:pt x="592864" y="1147410"/>
                  </a:lnTo>
                  <a:lnTo>
                    <a:pt x="592837" y="1147371"/>
                  </a:lnTo>
                  <a:lnTo>
                    <a:pt x="592796" y="1147331"/>
                  </a:lnTo>
                  <a:lnTo>
                    <a:pt x="592783" y="1147313"/>
                  </a:lnTo>
                  <a:lnTo>
                    <a:pt x="592781" y="1147302"/>
                  </a:lnTo>
                  <a:lnTo>
                    <a:pt x="592784" y="1147284"/>
                  </a:lnTo>
                  <a:lnTo>
                    <a:pt x="592792" y="1147250"/>
                  </a:lnTo>
                  <a:lnTo>
                    <a:pt x="592796" y="1147219"/>
                  </a:lnTo>
                  <a:lnTo>
                    <a:pt x="592809" y="1147169"/>
                  </a:lnTo>
                  <a:lnTo>
                    <a:pt x="592810" y="1147153"/>
                  </a:lnTo>
                  <a:lnTo>
                    <a:pt x="592806" y="1147140"/>
                  </a:lnTo>
                  <a:lnTo>
                    <a:pt x="592796" y="1147122"/>
                  </a:lnTo>
                  <a:lnTo>
                    <a:pt x="592788" y="1147109"/>
                  </a:lnTo>
                  <a:lnTo>
                    <a:pt x="592787" y="1147091"/>
                  </a:lnTo>
                  <a:lnTo>
                    <a:pt x="592793" y="1147062"/>
                  </a:lnTo>
                  <a:lnTo>
                    <a:pt x="592801" y="1147014"/>
                  </a:lnTo>
                  <a:lnTo>
                    <a:pt x="592821" y="1146973"/>
                  </a:lnTo>
                  <a:lnTo>
                    <a:pt x="592832" y="1146949"/>
                  </a:lnTo>
                  <a:lnTo>
                    <a:pt x="592835" y="1146927"/>
                  </a:lnTo>
                  <a:lnTo>
                    <a:pt x="592835" y="1146901"/>
                  </a:lnTo>
                  <a:lnTo>
                    <a:pt x="592833" y="1146876"/>
                  </a:lnTo>
                  <a:lnTo>
                    <a:pt x="592826" y="1146864"/>
                  </a:lnTo>
                  <a:lnTo>
                    <a:pt x="592798" y="1146843"/>
                  </a:lnTo>
                  <a:lnTo>
                    <a:pt x="592768" y="1146817"/>
                  </a:lnTo>
                  <a:lnTo>
                    <a:pt x="592750" y="1146790"/>
                  </a:lnTo>
                  <a:lnTo>
                    <a:pt x="592745" y="1146776"/>
                  </a:lnTo>
                  <a:lnTo>
                    <a:pt x="592741" y="1146759"/>
                  </a:lnTo>
                  <a:lnTo>
                    <a:pt x="592743" y="1146745"/>
                  </a:lnTo>
                  <a:lnTo>
                    <a:pt x="592752" y="1146701"/>
                  </a:lnTo>
                  <a:lnTo>
                    <a:pt x="592754" y="1146669"/>
                  </a:lnTo>
                  <a:lnTo>
                    <a:pt x="592742" y="1146650"/>
                  </a:lnTo>
                  <a:lnTo>
                    <a:pt x="592737" y="1146629"/>
                  </a:lnTo>
                  <a:lnTo>
                    <a:pt x="592719" y="1146600"/>
                  </a:lnTo>
                  <a:lnTo>
                    <a:pt x="592712" y="1146594"/>
                  </a:lnTo>
                  <a:lnTo>
                    <a:pt x="592704" y="1146592"/>
                  </a:lnTo>
                  <a:lnTo>
                    <a:pt x="592696" y="1146593"/>
                  </a:lnTo>
                  <a:lnTo>
                    <a:pt x="592687" y="1146603"/>
                  </a:lnTo>
                  <a:lnTo>
                    <a:pt x="592660" y="1146618"/>
                  </a:lnTo>
                  <a:lnTo>
                    <a:pt x="592634" y="1146628"/>
                  </a:lnTo>
                  <a:lnTo>
                    <a:pt x="592571" y="1146645"/>
                  </a:lnTo>
                  <a:lnTo>
                    <a:pt x="592524" y="1146657"/>
                  </a:lnTo>
                  <a:lnTo>
                    <a:pt x="592509" y="1146660"/>
                  </a:lnTo>
                  <a:lnTo>
                    <a:pt x="592495" y="1146658"/>
                  </a:lnTo>
                  <a:lnTo>
                    <a:pt x="592481" y="1146648"/>
                  </a:lnTo>
                  <a:lnTo>
                    <a:pt x="592465" y="1146643"/>
                  </a:lnTo>
                  <a:lnTo>
                    <a:pt x="592449" y="1146642"/>
                  </a:lnTo>
                  <a:lnTo>
                    <a:pt x="592415" y="1146648"/>
                  </a:lnTo>
                  <a:lnTo>
                    <a:pt x="592384" y="1146664"/>
                  </a:lnTo>
                  <a:lnTo>
                    <a:pt x="592337" y="1146680"/>
                  </a:lnTo>
                  <a:lnTo>
                    <a:pt x="592288" y="1146683"/>
                  </a:lnTo>
                  <a:lnTo>
                    <a:pt x="592268" y="1146682"/>
                  </a:lnTo>
                  <a:lnTo>
                    <a:pt x="592249" y="1146671"/>
                  </a:lnTo>
                  <a:lnTo>
                    <a:pt x="592230" y="1146650"/>
                  </a:lnTo>
                  <a:lnTo>
                    <a:pt x="592206" y="1146637"/>
                  </a:lnTo>
                  <a:lnTo>
                    <a:pt x="592196" y="1146635"/>
                  </a:lnTo>
                  <a:lnTo>
                    <a:pt x="592178" y="1146635"/>
                  </a:lnTo>
                  <a:lnTo>
                    <a:pt x="592164" y="1146635"/>
                  </a:lnTo>
                  <a:lnTo>
                    <a:pt x="592153" y="1146633"/>
                  </a:lnTo>
                  <a:lnTo>
                    <a:pt x="592138" y="1146631"/>
                  </a:lnTo>
                  <a:lnTo>
                    <a:pt x="592120" y="1146636"/>
                  </a:lnTo>
                  <a:lnTo>
                    <a:pt x="592108" y="1146645"/>
                  </a:lnTo>
                  <a:lnTo>
                    <a:pt x="592071" y="1146674"/>
                  </a:lnTo>
                  <a:lnTo>
                    <a:pt x="592043" y="1146684"/>
                  </a:lnTo>
                  <a:lnTo>
                    <a:pt x="592019" y="1146693"/>
                  </a:lnTo>
                  <a:lnTo>
                    <a:pt x="591999" y="1146704"/>
                  </a:lnTo>
                  <a:lnTo>
                    <a:pt x="591979" y="1146743"/>
                  </a:lnTo>
                  <a:lnTo>
                    <a:pt x="591964" y="1146771"/>
                  </a:lnTo>
                  <a:lnTo>
                    <a:pt x="591949" y="1146793"/>
                  </a:lnTo>
                  <a:lnTo>
                    <a:pt x="591919" y="1146806"/>
                  </a:lnTo>
                  <a:lnTo>
                    <a:pt x="591845" y="1146873"/>
                  </a:lnTo>
                  <a:lnTo>
                    <a:pt x="591832" y="1146880"/>
                  </a:lnTo>
                  <a:lnTo>
                    <a:pt x="591821" y="1146880"/>
                  </a:lnTo>
                  <a:lnTo>
                    <a:pt x="591816" y="1146876"/>
                  </a:lnTo>
                  <a:lnTo>
                    <a:pt x="591813" y="1146850"/>
                  </a:lnTo>
                  <a:lnTo>
                    <a:pt x="591808" y="1146830"/>
                  </a:lnTo>
                  <a:lnTo>
                    <a:pt x="591793" y="1146781"/>
                  </a:lnTo>
                  <a:lnTo>
                    <a:pt x="591782" y="1146756"/>
                  </a:lnTo>
                  <a:lnTo>
                    <a:pt x="591765" y="1146744"/>
                  </a:lnTo>
                  <a:lnTo>
                    <a:pt x="591750" y="1146741"/>
                  </a:lnTo>
                  <a:lnTo>
                    <a:pt x="591737" y="1146743"/>
                  </a:lnTo>
                  <a:lnTo>
                    <a:pt x="591721" y="1146743"/>
                  </a:lnTo>
                  <a:lnTo>
                    <a:pt x="591708" y="1146737"/>
                  </a:lnTo>
                  <a:lnTo>
                    <a:pt x="591662" y="1146689"/>
                  </a:lnTo>
                  <a:lnTo>
                    <a:pt x="591598" y="1146631"/>
                  </a:lnTo>
                  <a:lnTo>
                    <a:pt x="591548" y="1146596"/>
                  </a:lnTo>
                  <a:lnTo>
                    <a:pt x="591533" y="1146581"/>
                  </a:lnTo>
                  <a:lnTo>
                    <a:pt x="591533" y="1146573"/>
                  </a:lnTo>
                  <a:lnTo>
                    <a:pt x="591538" y="1146562"/>
                  </a:lnTo>
                  <a:lnTo>
                    <a:pt x="591543" y="1146556"/>
                  </a:lnTo>
                  <a:lnTo>
                    <a:pt x="591551" y="1146543"/>
                  </a:lnTo>
                  <a:lnTo>
                    <a:pt x="591552" y="1146532"/>
                  </a:lnTo>
                  <a:lnTo>
                    <a:pt x="591552" y="1146516"/>
                  </a:lnTo>
                  <a:lnTo>
                    <a:pt x="591553" y="1146465"/>
                  </a:lnTo>
                  <a:lnTo>
                    <a:pt x="591551" y="1146445"/>
                  </a:lnTo>
                  <a:lnTo>
                    <a:pt x="591543" y="1146433"/>
                  </a:lnTo>
                  <a:lnTo>
                    <a:pt x="591536" y="1146427"/>
                  </a:lnTo>
                  <a:lnTo>
                    <a:pt x="591503" y="1146417"/>
                  </a:lnTo>
                  <a:lnTo>
                    <a:pt x="591467" y="1146413"/>
                  </a:lnTo>
                  <a:lnTo>
                    <a:pt x="591419" y="1146416"/>
                  </a:lnTo>
                  <a:lnTo>
                    <a:pt x="591380" y="1146415"/>
                  </a:lnTo>
                  <a:lnTo>
                    <a:pt x="591352" y="1146408"/>
                  </a:lnTo>
                  <a:lnTo>
                    <a:pt x="591337" y="1146399"/>
                  </a:lnTo>
                  <a:lnTo>
                    <a:pt x="591322" y="1146380"/>
                  </a:lnTo>
                  <a:lnTo>
                    <a:pt x="591294" y="1146347"/>
                  </a:lnTo>
                  <a:lnTo>
                    <a:pt x="591243" y="1146314"/>
                  </a:lnTo>
                  <a:lnTo>
                    <a:pt x="591205" y="1146288"/>
                  </a:lnTo>
                  <a:lnTo>
                    <a:pt x="591186" y="1146269"/>
                  </a:lnTo>
                  <a:lnTo>
                    <a:pt x="591174" y="1146244"/>
                  </a:lnTo>
                  <a:lnTo>
                    <a:pt x="591168" y="1146212"/>
                  </a:lnTo>
                  <a:lnTo>
                    <a:pt x="591165" y="1146167"/>
                  </a:lnTo>
                  <a:lnTo>
                    <a:pt x="591163" y="1146145"/>
                  </a:lnTo>
                  <a:lnTo>
                    <a:pt x="591155" y="1146108"/>
                  </a:lnTo>
                  <a:lnTo>
                    <a:pt x="591155" y="1146066"/>
                  </a:lnTo>
                  <a:lnTo>
                    <a:pt x="591142" y="1145991"/>
                  </a:lnTo>
                  <a:lnTo>
                    <a:pt x="591131" y="1145945"/>
                  </a:lnTo>
                  <a:lnTo>
                    <a:pt x="591127" y="1145923"/>
                  </a:lnTo>
                  <a:lnTo>
                    <a:pt x="591128" y="1145908"/>
                  </a:lnTo>
                  <a:lnTo>
                    <a:pt x="591132" y="1145896"/>
                  </a:lnTo>
                  <a:lnTo>
                    <a:pt x="591146" y="1145863"/>
                  </a:lnTo>
                  <a:lnTo>
                    <a:pt x="591151" y="1145842"/>
                  </a:lnTo>
                  <a:lnTo>
                    <a:pt x="591152" y="1145826"/>
                  </a:lnTo>
                  <a:lnTo>
                    <a:pt x="591151" y="1145815"/>
                  </a:lnTo>
                  <a:lnTo>
                    <a:pt x="591151" y="1145802"/>
                  </a:lnTo>
                  <a:lnTo>
                    <a:pt x="591155" y="1145791"/>
                  </a:lnTo>
                  <a:lnTo>
                    <a:pt x="591167" y="1145762"/>
                  </a:lnTo>
                  <a:lnTo>
                    <a:pt x="591157" y="1145754"/>
                  </a:lnTo>
                  <a:lnTo>
                    <a:pt x="591145" y="1145755"/>
                  </a:lnTo>
                  <a:lnTo>
                    <a:pt x="591123" y="1145760"/>
                  </a:lnTo>
                  <a:lnTo>
                    <a:pt x="591094" y="1145767"/>
                  </a:lnTo>
                  <a:lnTo>
                    <a:pt x="591077" y="1145768"/>
                  </a:lnTo>
                  <a:lnTo>
                    <a:pt x="591063" y="1145763"/>
                  </a:lnTo>
                  <a:lnTo>
                    <a:pt x="591053" y="1145760"/>
                  </a:lnTo>
                  <a:lnTo>
                    <a:pt x="591034" y="1145760"/>
                  </a:lnTo>
                  <a:lnTo>
                    <a:pt x="591009" y="1145752"/>
                  </a:lnTo>
                  <a:lnTo>
                    <a:pt x="590992" y="1145751"/>
                  </a:lnTo>
                  <a:lnTo>
                    <a:pt x="590965" y="1145753"/>
                  </a:lnTo>
                  <a:lnTo>
                    <a:pt x="590923" y="1145761"/>
                  </a:lnTo>
                  <a:lnTo>
                    <a:pt x="590869" y="1145763"/>
                  </a:lnTo>
                  <a:lnTo>
                    <a:pt x="590804" y="1145760"/>
                  </a:lnTo>
                  <a:lnTo>
                    <a:pt x="590767" y="1145757"/>
                  </a:lnTo>
                  <a:lnTo>
                    <a:pt x="590744" y="1145767"/>
                  </a:lnTo>
                  <a:lnTo>
                    <a:pt x="590706" y="1145783"/>
                  </a:lnTo>
                  <a:lnTo>
                    <a:pt x="590670" y="1145796"/>
                  </a:lnTo>
                  <a:lnTo>
                    <a:pt x="590659" y="1145795"/>
                  </a:lnTo>
                  <a:lnTo>
                    <a:pt x="590641" y="1145784"/>
                  </a:lnTo>
                  <a:lnTo>
                    <a:pt x="590629" y="1145764"/>
                  </a:lnTo>
                  <a:lnTo>
                    <a:pt x="590617" y="1145741"/>
                  </a:lnTo>
                  <a:lnTo>
                    <a:pt x="590582" y="1145706"/>
                  </a:lnTo>
                  <a:lnTo>
                    <a:pt x="590576" y="1145692"/>
                  </a:lnTo>
                  <a:lnTo>
                    <a:pt x="590577" y="1145677"/>
                  </a:lnTo>
                  <a:lnTo>
                    <a:pt x="590583" y="1145641"/>
                  </a:lnTo>
                  <a:lnTo>
                    <a:pt x="590591" y="1145601"/>
                  </a:lnTo>
                  <a:lnTo>
                    <a:pt x="590606" y="1145564"/>
                  </a:lnTo>
                  <a:lnTo>
                    <a:pt x="590621" y="1145533"/>
                  </a:lnTo>
                  <a:lnTo>
                    <a:pt x="590629" y="1145519"/>
                  </a:lnTo>
                  <a:lnTo>
                    <a:pt x="590629" y="1145502"/>
                  </a:lnTo>
                  <a:lnTo>
                    <a:pt x="590625" y="1145482"/>
                  </a:lnTo>
                  <a:lnTo>
                    <a:pt x="590613" y="1145457"/>
                  </a:lnTo>
                  <a:lnTo>
                    <a:pt x="590587" y="1145405"/>
                  </a:lnTo>
                  <a:lnTo>
                    <a:pt x="590559" y="1145361"/>
                  </a:lnTo>
                  <a:lnTo>
                    <a:pt x="590532" y="1145333"/>
                  </a:lnTo>
                  <a:lnTo>
                    <a:pt x="590530" y="1145327"/>
                  </a:lnTo>
                  <a:lnTo>
                    <a:pt x="590530" y="1145318"/>
                  </a:lnTo>
                  <a:lnTo>
                    <a:pt x="590546" y="1145294"/>
                  </a:lnTo>
                  <a:lnTo>
                    <a:pt x="590561" y="1145259"/>
                  </a:lnTo>
                  <a:lnTo>
                    <a:pt x="590579" y="1145227"/>
                  </a:lnTo>
                  <a:lnTo>
                    <a:pt x="590592" y="1145211"/>
                  </a:lnTo>
                  <a:lnTo>
                    <a:pt x="590617" y="1145138"/>
                  </a:lnTo>
                  <a:lnTo>
                    <a:pt x="590624" y="1145117"/>
                  </a:lnTo>
                  <a:lnTo>
                    <a:pt x="590626" y="1145100"/>
                  </a:lnTo>
                  <a:lnTo>
                    <a:pt x="590630" y="1145073"/>
                  </a:lnTo>
                  <a:lnTo>
                    <a:pt x="590636" y="1145053"/>
                  </a:lnTo>
                  <a:lnTo>
                    <a:pt x="590646" y="1145036"/>
                  </a:lnTo>
                  <a:lnTo>
                    <a:pt x="590662" y="1145017"/>
                  </a:lnTo>
                  <a:lnTo>
                    <a:pt x="590696" y="1144963"/>
                  </a:lnTo>
                  <a:lnTo>
                    <a:pt x="590703" y="1144951"/>
                  </a:lnTo>
                  <a:lnTo>
                    <a:pt x="590701" y="1144947"/>
                  </a:lnTo>
                  <a:lnTo>
                    <a:pt x="590691" y="1144945"/>
                  </a:lnTo>
                  <a:lnTo>
                    <a:pt x="590657" y="1144948"/>
                  </a:lnTo>
                  <a:lnTo>
                    <a:pt x="590632" y="1144946"/>
                  </a:lnTo>
                  <a:lnTo>
                    <a:pt x="590609" y="1144945"/>
                  </a:lnTo>
                  <a:lnTo>
                    <a:pt x="590556" y="1144925"/>
                  </a:lnTo>
                  <a:lnTo>
                    <a:pt x="590544" y="1144923"/>
                  </a:lnTo>
                  <a:lnTo>
                    <a:pt x="590529" y="1144926"/>
                  </a:lnTo>
                  <a:lnTo>
                    <a:pt x="590516" y="1144932"/>
                  </a:lnTo>
                  <a:lnTo>
                    <a:pt x="590496" y="1144953"/>
                  </a:lnTo>
                  <a:lnTo>
                    <a:pt x="590476" y="1144971"/>
                  </a:lnTo>
                  <a:lnTo>
                    <a:pt x="590435" y="1144991"/>
                  </a:lnTo>
                  <a:lnTo>
                    <a:pt x="590411" y="1145001"/>
                  </a:lnTo>
                  <a:lnTo>
                    <a:pt x="590385" y="1144998"/>
                  </a:lnTo>
                  <a:lnTo>
                    <a:pt x="590374" y="1144991"/>
                  </a:lnTo>
                  <a:lnTo>
                    <a:pt x="590369" y="1144981"/>
                  </a:lnTo>
                  <a:lnTo>
                    <a:pt x="590366" y="1144968"/>
                  </a:lnTo>
                  <a:lnTo>
                    <a:pt x="590366" y="1144953"/>
                  </a:lnTo>
                  <a:lnTo>
                    <a:pt x="590364" y="1144935"/>
                  </a:lnTo>
                  <a:lnTo>
                    <a:pt x="590350" y="1144908"/>
                  </a:lnTo>
                  <a:lnTo>
                    <a:pt x="590349" y="1144891"/>
                  </a:lnTo>
                  <a:lnTo>
                    <a:pt x="590351" y="1144869"/>
                  </a:lnTo>
                  <a:lnTo>
                    <a:pt x="590352" y="1144828"/>
                  </a:lnTo>
                  <a:lnTo>
                    <a:pt x="590349" y="1144817"/>
                  </a:lnTo>
                  <a:lnTo>
                    <a:pt x="590340" y="1144809"/>
                  </a:lnTo>
                  <a:lnTo>
                    <a:pt x="590321" y="1144802"/>
                  </a:lnTo>
                  <a:lnTo>
                    <a:pt x="590300" y="1144802"/>
                  </a:lnTo>
                  <a:lnTo>
                    <a:pt x="590252" y="1144804"/>
                  </a:lnTo>
                  <a:lnTo>
                    <a:pt x="590229" y="1144803"/>
                  </a:lnTo>
                  <a:lnTo>
                    <a:pt x="590214" y="1144798"/>
                  </a:lnTo>
                  <a:lnTo>
                    <a:pt x="590198" y="1144782"/>
                  </a:lnTo>
                  <a:lnTo>
                    <a:pt x="590178" y="1144757"/>
                  </a:lnTo>
                  <a:lnTo>
                    <a:pt x="590157" y="1144732"/>
                  </a:lnTo>
                  <a:lnTo>
                    <a:pt x="590147" y="1144705"/>
                  </a:lnTo>
                  <a:lnTo>
                    <a:pt x="590137" y="1144669"/>
                  </a:lnTo>
                  <a:lnTo>
                    <a:pt x="590135" y="1144649"/>
                  </a:lnTo>
                  <a:lnTo>
                    <a:pt x="590139" y="1144634"/>
                  </a:lnTo>
                  <a:lnTo>
                    <a:pt x="590144" y="1144603"/>
                  </a:lnTo>
                  <a:lnTo>
                    <a:pt x="590144" y="1144586"/>
                  </a:lnTo>
                  <a:lnTo>
                    <a:pt x="590139" y="1144570"/>
                  </a:lnTo>
                  <a:lnTo>
                    <a:pt x="590127" y="1144556"/>
                  </a:lnTo>
                  <a:lnTo>
                    <a:pt x="590118" y="1144540"/>
                  </a:lnTo>
                  <a:lnTo>
                    <a:pt x="590104" y="1144503"/>
                  </a:lnTo>
                  <a:lnTo>
                    <a:pt x="590083" y="1144435"/>
                  </a:lnTo>
                  <a:lnTo>
                    <a:pt x="590073" y="1144406"/>
                  </a:lnTo>
                  <a:lnTo>
                    <a:pt x="590062" y="1144393"/>
                  </a:lnTo>
                  <a:lnTo>
                    <a:pt x="590040" y="1144379"/>
                  </a:lnTo>
                  <a:lnTo>
                    <a:pt x="590026" y="1144364"/>
                  </a:lnTo>
                  <a:lnTo>
                    <a:pt x="590019" y="1144349"/>
                  </a:lnTo>
                  <a:lnTo>
                    <a:pt x="590015" y="1144330"/>
                  </a:lnTo>
                  <a:lnTo>
                    <a:pt x="590016" y="1144318"/>
                  </a:lnTo>
                  <a:lnTo>
                    <a:pt x="590027" y="1144295"/>
                  </a:lnTo>
                  <a:lnTo>
                    <a:pt x="590037" y="1144287"/>
                  </a:lnTo>
                  <a:lnTo>
                    <a:pt x="590050" y="1144283"/>
                  </a:lnTo>
                  <a:lnTo>
                    <a:pt x="590076" y="1144274"/>
                  </a:lnTo>
                  <a:lnTo>
                    <a:pt x="590094" y="1144264"/>
                  </a:lnTo>
                  <a:lnTo>
                    <a:pt x="590104" y="1144248"/>
                  </a:lnTo>
                  <a:lnTo>
                    <a:pt x="590107" y="1144232"/>
                  </a:lnTo>
                  <a:lnTo>
                    <a:pt x="590104" y="1144211"/>
                  </a:lnTo>
                  <a:lnTo>
                    <a:pt x="590097" y="1144194"/>
                  </a:lnTo>
                  <a:lnTo>
                    <a:pt x="590078" y="1144164"/>
                  </a:lnTo>
                  <a:lnTo>
                    <a:pt x="590070" y="1144137"/>
                  </a:lnTo>
                  <a:lnTo>
                    <a:pt x="590071" y="1144107"/>
                  </a:lnTo>
                  <a:lnTo>
                    <a:pt x="590071" y="1144095"/>
                  </a:lnTo>
                  <a:lnTo>
                    <a:pt x="590072" y="1144077"/>
                  </a:lnTo>
                  <a:lnTo>
                    <a:pt x="590072" y="1144049"/>
                  </a:lnTo>
                  <a:lnTo>
                    <a:pt x="590070" y="1144031"/>
                  </a:lnTo>
                  <a:lnTo>
                    <a:pt x="590066" y="1144017"/>
                  </a:lnTo>
                  <a:lnTo>
                    <a:pt x="590052" y="1143998"/>
                  </a:lnTo>
                  <a:lnTo>
                    <a:pt x="590037" y="1143979"/>
                  </a:lnTo>
                  <a:lnTo>
                    <a:pt x="590031" y="1143972"/>
                  </a:lnTo>
                  <a:lnTo>
                    <a:pt x="590015" y="1143940"/>
                  </a:lnTo>
                  <a:lnTo>
                    <a:pt x="590007" y="1143935"/>
                  </a:lnTo>
                  <a:lnTo>
                    <a:pt x="589992" y="1143930"/>
                  </a:lnTo>
                  <a:lnTo>
                    <a:pt x="589948" y="1143930"/>
                  </a:lnTo>
                  <a:lnTo>
                    <a:pt x="589898" y="1143921"/>
                  </a:lnTo>
                  <a:lnTo>
                    <a:pt x="589851" y="1143901"/>
                  </a:lnTo>
                  <a:lnTo>
                    <a:pt x="589842" y="1143894"/>
                  </a:lnTo>
                  <a:lnTo>
                    <a:pt x="589840" y="1143882"/>
                  </a:lnTo>
                  <a:lnTo>
                    <a:pt x="589843" y="1143869"/>
                  </a:lnTo>
                  <a:lnTo>
                    <a:pt x="589847" y="1143842"/>
                  </a:lnTo>
                  <a:lnTo>
                    <a:pt x="589859" y="1143810"/>
                  </a:lnTo>
                  <a:lnTo>
                    <a:pt x="589873" y="1143789"/>
                  </a:lnTo>
                  <a:lnTo>
                    <a:pt x="589873" y="1143777"/>
                  </a:lnTo>
                  <a:lnTo>
                    <a:pt x="589871" y="1143770"/>
                  </a:lnTo>
                  <a:lnTo>
                    <a:pt x="589862" y="1143763"/>
                  </a:lnTo>
                  <a:lnTo>
                    <a:pt x="589830" y="1143749"/>
                  </a:lnTo>
                  <a:lnTo>
                    <a:pt x="589796" y="1143736"/>
                  </a:lnTo>
                  <a:lnTo>
                    <a:pt x="589772" y="1143726"/>
                  </a:lnTo>
                  <a:lnTo>
                    <a:pt x="589731" y="1143719"/>
                  </a:lnTo>
                  <a:lnTo>
                    <a:pt x="589706" y="1143715"/>
                  </a:lnTo>
                  <a:lnTo>
                    <a:pt x="589703" y="1143710"/>
                  </a:lnTo>
                  <a:lnTo>
                    <a:pt x="589701" y="1143702"/>
                  </a:lnTo>
                  <a:lnTo>
                    <a:pt x="589701" y="1143677"/>
                  </a:lnTo>
                  <a:lnTo>
                    <a:pt x="589689" y="1143653"/>
                  </a:lnTo>
                  <a:lnTo>
                    <a:pt x="589689" y="1143623"/>
                  </a:lnTo>
                  <a:lnTo>
                    <a:pt x="589689" y="1143582"/>
                  </a:lnTo>
                  <a:lnTo>
                    <a:pt x="589692" y="1143522"/>
                  </a:lnTo>
                  <a:lnTo>
                    <a:pt x="589692" y="1143510"/>
                  </a:lnTo>
                  <a:lnTo>
                    <a:pt x="589694" y="1143498"/>
                  </a:lnTo>
                  <a:lnTo>
                    <a:pt x="589705" y="1143481"/>
                  </a:lnTo>
                  <a:lnTo>
                    <a:pt x="589718" y="1143460"/>
                  </a:lnTo>
                  <a:lnTo>
                    <a:pt x="589725" y="1143430"/>
                  </a:lnTo>
                  <a:lnTo>
                    <a:pt x="589727" y="1143419"/>
                  </a:lnTo>
                  <a:lnTo>
                    <a:pt x="589725" y="1143412"/>
                  </a:lnTo>
                  <a:lnTo>
                    <a:pt x="589709" y="1143410"/>
                  </a:lnTo>
                  <a:lnTo>
                    <a:pt x="589693" y="1143400"/>
                  </a:lnTo>
                  <a:lnTo>
                    <a:pt x="589682" y="1143380"/>
                  </a:lnTo>
                  <a:lnTo>
                    <a:pt x="589653" y="1143353"/>
                  </a:lnTo>
                  <a:lnTo>
                    <a:pt x="589633" y="1143331"/>
                  </a:lnTo>
                  <a:lnTo>
                    <a:pt x="589595" y="1143294"/>
                  </a:lnTo>
                  <a:lnTo>
                    <a:pt x="589563" y="1143270"/>
                  </a:lnTo>
                  <a:lnTo>
                    <a:pt x="589543" y="1143244"/>
                  </a:lnTo>
                  <a:lnTo>
                    <a:pt x="589535" y="1143235"/>
                  </a:lnTo>
                  <a:lnTo>
                    <a:pt x="589535" y="1143226"/>
                  </a:lnTo>
                  <a:lnTo>
                    <a:pt x="589537" y="1143208"/>
                  </a:lnTo>
                  <a:lnTo>
                    <a:pt x="589537" y="1143193"/>
                  </a:lnTo>
                  <a:lnTo>
                    <a:pt x="589536" y="1143180"/>
                  </a:lnTo>
                  <a:lnTo>
                    <a:pt x="589529" y="1143167"/>
                  </a:lnTo>
                  <a:lnTo>
                    <a:pt x="589521" y="1143145"/>
                  </a:lnTo>
                  <a:lnTo>
                    <a:pt x="589522" y="1143136"/>
                  </a:lnTo>
                  <a:lnTo>
                    <a:pt x="589521" y="1143112"/>
                  </a:lnTo>
                  <a:lnTo>
                    <a:pt x="589517" y="1143092"/>
                  </a:lnTo>
                  <a:lnTo>
                    <a:pt x="589504" y="1143057"/>
                  </a:lnTo>
                  <a:lnTo>
                    <a:pt x="589493" y="1143034"/>
                  </a:lnTo>
                  <a:lnTo>
                    <a:pt x="589481" y="1143015"/>
                  </a:lnTo>
                  <a:lnTo>
                    <a:pt x="589460" y="1143002"/>
                  </a:lnTo>
                  <a:lnTo>
                    <a:pt x="589452" y="1142991"/>
                  </a:lnTo>
                  <a:lnTo>
                    <a:pt x="589451" y="1142970"/>
                  </a:lnTo>
                  <a:lnTo>
                    <a:pt x="589456" y="1142960"/>
                  </a:lnTo>
                  <a:lnTo>
                    <a:pt x="589465" y="1142951"/>
                  </a:lnTo>
                  <a:lnTo>
                    <a:pt x="589469" y="1142934"/>
                  </a:lnTo>
                  <a:lnTo>
                    <a:pt x="589474" y="1142913"/>
                  </a:lnTo>
                  <a:lnTo>
                    <a:pt x="589483" y="1142892"/>
                  </a:lnTo>
                  <a:lnTo>
                    <a:pt x="589498" y="1142871"/>
                  </a:lnTo>
                  <a:lnTo>
                    <a:pt x="589512" y="1142857"/>
                  </a:lnTo>
                  <a:lnTo>
                    <a:pt x="589536" y="1142840"/>
                  </a:lnTo>
                  <a:lnTo>
                    <a:pt x="589562" y="1142819"/>
                  </a:lnTo>
                  <a:lnTo>
                    <a:pt x="589575" y="1142806"/>
                  </a:lnTo>
                  <a:lnTo>
                    <a:pt x="589593" y="1142794"/>
                  </a:lnTo>
                  <a:lnTo>
                    <a:pt x="589620" y="1142779"/>
                  </a:lnTo>
                  <a:lnTo>
                    <a:pt x="589647" y="1142766"/>
                  </a:lnTo>
                  <a:lnTo>
                    <a:pt x="589670" y="1142749"/>
                  </a:lnTo>
                  <a:lnTo>
                    <a:pt x="589691" y="1142720"/>
                  </a:lnTo>
                  <a:lnTo>
                    <a:pt x="589705" y="1142699"/>
                  </a:lnTo>
                  <a:lnTo>
                    <a:pt x="589707" y="1142692"/>
                  </a:lnTo>
                  <a:lnTo>
                    <a:pt x="589705" y="1142679"/>
                  </a:lnTo>
                  <a:lnTo>
                    <a:pt x="589699" y="1142658"/>
                  </a:lnTo>
                  <a:lnTo>
                    <a:pt x="589698" y="1142648"/>
                  </a:lnTo>
                  <a:lnTo>
                    <a:pt x="589698" y="1142634"/>
                  </a:lnTo>
                  <a:lnTo>
                    <a:pt x="589700" y="1142620"/>
                  </a:lnTo>
                  <a:lnTo>
                    <a:pt x="589698" y="1142606"/>
                  </a:lnTo>
                  <a:lnTo>
                    <a:pt x="589692" y="1142589"/>
                  </a:lnTo>
                  <a:lnTo>
                    <a:pt x="589677" y="1142570"/>
                  </a:lnTo>
                  <a:lnTo>
                    <a:pt x="589646" y="1142523"/>
                  </a:lnTo>
                  <a:lnTo>
                    <a:pt x="589622" y="1142492"/>
                  </a:lnTo>
                  <a:lnTo>
                    <a:pt x="589603" y="1142456"/>
                  </a:lnTo>
                  <a:lnTo>
                    <a:pt x="589593" y="1142420"/>
                  </a:lnTo>
                  <a:lnTo>
                    <a:pt x="589593" y="1142410"/>
                  </a:lnTo>
                  <a:lnTo>
                    <a:pt x="589596" y="1142401"/>
                  </a:lnTo>
                  <a:lnTo>
                    <a:pt x="589611" y="1142389"/>
                  </a:lnTo>
                  <a:lnTo>
                    <a:pt x="589632" y="1142378"/>
                  </a:lnTo>
                  <a:lnTo>
                    <a:pt x="589654" y="1142364"/>
                  </a:lnTo>
                  <a:lnTo>
                    <a:pt x="589693" y="1142317"/>
                  </a:lnTo>
                  <a:lnTo>
                    <a:pt x="589723" y="1142277"/>
                  </a:lnTo>
                  <a:lnTo>
                    <a:pt x="589745" y="1142246"/>
                  </a:lnTo>
                  <a:lnTo>
                    <a:pt x="589759" y="1142228"/>
                  </a:lnTo>
                  <a:lnTo>
                    <a:pt x="589773" y="1142203"/>
                  </a:lnTo>
                  <a:lnTo>
                    <a:pt x="589791" y="1142181"/>
                  </a:lnTo>
                  <a:lnTo>
                    <a:pt x="589805" y="1142167"/>
                  </a:lnTo>
                  <a:lnTo>
                    <a:pt x="589812" y="1142158"/>
                  </a:lnTo>
                  <a:lnTo>
                    <a:pt x="589831" y="1142140"/>
                  </a:lnTo>
                  <a:lnTo>
                    <a:pt x="589835" y="1142122"/>
                  </a:lnTo>
                  <a:lnTo>
                    <a:pt x="589832" y="1142113"/>
                  </a:lnTo>
                  <a:lnTo>
                    <a:pt x="589819" y="1142109"/>
                  </a:lnTo>
                  <a:lnTo>
                    <a:pt x="589799" y="1142099"/>
                  </a:lnTo>
                  <a:lnTo>
                    <a:pt x="589788" y="1142086"/>
                  </a:lnTo>
                  <a:lnTo>
                    <a:pt x="589787" y="1142077"/>
                  </a:lnTo>
                  <a:lnTo>
                    <a:pt x="589787" y="1142065"/>
                  </a:lnTo>
                  <a:lnTo>
                    <a:pt x="589790" y="1142050"/>
                  </a:lnTo>
                  <a:lnTo>
                    <a:pt x="589787" y="1142039"/>
                  </a:lnTo>
                  <a:lnTo>
                    <a:pt x="589779" y="1142022"/>
                  </a:lnTo>
                  <a:lnTo>
                    <a:pt x="589770" y="1141998"/>
                  </a:lnTo>
                  <a:lnTo>
                    <a:pt x="589767" y="1141987"/>
                  </a:lnTo>
                  <a:lnTo>
                    <a:pt x="589768" y="1141977"/>
                  </a:lnTo>
                  <a:lnTo>
                    <a:pt x="589777" y="1141968"/>
                  </a:lnTo>
                  <a:lnTo>
                    <a:pt x="589779" y="1141953"/>
                  </a:lnTo>
                  <a:lnTo>
                    <a:pt x="589772" y="1141920"/>
                  </a:lnTo>
                  <a:lnTo>
                    <a:pt x="589760" y="1141887"/>
                  </a:lnTo>
                  <a:lnTo>
                    <a:pt x="589742" y="1141862"/>
                  </a:lnTo>
                  <a:lnTo>
                    <a:pt x="589717" y="1141835"/>
                  </a:lnTo>
                  <a:lnTo>
                    <a:pt x="589684" y="1141811"/>
                  </a:lnTo>
                  <a:lnTo>
                    <a:pt x="589671" y="1141800"/>
                  </a:lnTo>
                  <a:lnTo>
                    <a:pt x="589671" y="1141788"/>
                  </a:lnTo>
                  <a:lnTo>
                    <a:pt x="589676" y="1141776"/>
                  </a:lnTo>
                  <a:lnTo>
                    <a:pt x="589698" y="1141733"/>
                  </a:lnTo>
                  <a:lnTo>
                    <a:pt x="589701" y="1141722"/>
                  </a:lnTo>
                  <a:lnTo>
                    <a:pt x="589698" y="1141693"/>
                  </a:lnTo>
                  <a:lnTo>
                    <a:pt x="589695" y="1141662"/>
                  </a:lnTo>
                  <a:lnTo>
                    <a:pt x="589695" y="1141646"/>
                  </a:lnTo>
                  <a:lnTo>
                    <a:pt x="589698" y="1141633"/>
                  </a:lnTo>
                  <a:lnTo>
                    <a:pt x="589702" y="1141614"/>
                  </a:lnTo>
                  <a:lnTo>
                    <a:pt x="589703" y="1141605"/>
                  </a:lnTo>
                  <a:lnTo>
                    <a:pt x="589704" y="1141595"/>
                  </a:lnTo>
                  <a:lnTo>
                    <a:pt x="589708" y="1141581"/>
                  </a:lnTo>
                  <a:lnTo>
                    <a:pt x="589721" y="1141564"/>
                  </a:lnTo>
                  <a:lnTo>
                    <a:pt x="589756" y="1141534"/>
                  </a:lnTo>
                  <a:lnTo>
                    <a:pt x="589771" y="1141523"/>
                  </a:lnTo>
                  <a:lnTo>
                    <a:pt x="589800" y="1141509"/>
                  </a:lnTo>
                  <a:lnTo>
                    <a:pt x="589819" y="1141484"/>
                  </a:lnTo>
                  <a:lnTo>
                    <a:pt x="589829" y="1141471"/>
                  </a:lnTo>
                  <a:lnTo>
                    <a:pt x="589837" y="1141457"/>
                  </a:lnTo>
                  <a:lnTo>
                    <a:pt x="589841" y="1141446"/>
                  </a:lnTo>
                  <a:lnTo>
                    <a:pt x="589841" y="1141434"/>
                  </a:lnTo>
                  <a:lnTo>
                    <a:pt x="589823" y="1141392"/>
                  </a:lnTo>
                  <a:lnTo>
                    <a:pt x="589806" y="1141361"/>
                  </a:lnTo>
                  <a:lnTo>
                    <a:pt x="589804" y="1141344"/>
                  </a:lnTo>
                  <a:lnTo>
                    <a:pt x="589804" y="1141322"/>
                  </a:lnTo>
                  <a:lnTo>
                    <a:pt x="589809" y="1141291"/>
                  </a:lnTo>
                  <a:lnTo>
                    <a:pt x="589826" y="1141239"/>
                  </a:lnTo>
                  <a:lnTo>
                    <a:pt x="589843" y="1141185"/>
                  </a:lnTo>
                  <a:lnTo>
                    <a:pt x="589854" y="1141148"/>
                  </a:lnTo>
                  <a:lnTo>
                    <a:pt x="589862" y="1141128"/>
                  </a:lnTo>
                  <a:lnTo>
                    <a:pt x="589869" y="1141113"/>
                  </a:lnTo>
                  <a:lnTo>
                    <a:pt x="589877" y="1141104"/>
                  </a:lnTo>
                  <a:lnTo>
                    <a:pt x="589887" y="1141093"/>
                  </a:lnTo>
                  <a:lnTo>
                    <a:pt x="589903" y="1141084"/>
                  </a:lnTo>
                  <a:lnTo>
                    <a:pt x="589922" y="1141081"/>
                  </a:lnTo>
                  <a:lnTo>
                    <a:pt x="589932" y="1141072"/>
                  </a:lnTo>
                  <a:lnTo>
                    <a:pt x="589941" y="1141062"/>
                  </a:lnTo>
                  <a:lnTo>
                    <a:pt x="589950" y="1141037"/>
                  </a:lnTo>
                  <a:lnTo>
                    <a:pt x="589955" y="1141018"/>
                  </a:lnTo>
                  <a:lnTo>
                    <a:pt x="589958" y="1140995"/>
                  </a:lnTo>
                  <a:lnTo>
                    <a:pt x="589962" y="1140977"/>
                  </a:lnTo>
                  <a:lnTo>
                    <a:pt x="589968" y="1140959"/>
                  </a:lnTo>
                  <a:lnTo>
                    <a:pt x="589974" y="1140951"/>
                  </a:lnTo>
                  <a:lnTo>
                    <a:pt x="589988" y="1140943"/>
                  </a:lnTo>
                  <a:lnTo>
                    <a:pt x="589995" y="1140936"/>
                  </a:lnTo>
                  <a:lnTo>
                    <a:pt x="589996" y="1140928"/>
                  </a:lnTo>
                  <a:lnTo>
                    <a:pt x="589984" y="1140918"/>
                  </a:lnTo>
                  <a:lnTo>
                    <a:pt x="589956" y="1140896"/>
                  </a:lnTo>
                  <a:lnTo>
                    <a:pt x="589936" y="1140879"/>
                  </a:lnTo>
                  <a:lnTo>
                    <a:pt x="589927" y="1140862"/>
                  </a:lnTo>
                  <a:lnTo>
                    <a:pt x="589920" y="1140850"/>
                  </a:lnTo>
                  <a:lnTo>
                    <a:pt x="589919" y="1140826"/>
                  </a:lnTo>
                  <a:lnTo>
                    <a:pt x="589919" y="1140801"/>
                  </a:lnTo>
                  <a:lnTo>
                    <a:pt x="589919" y="1140771"/>
                  </a:lnTo>
                  <a:lnTo>
                    <a:pt x="589919" y="1140748"/>
                  </a:lnTo>
                  <a:lnTo>
                    <a:pt x="589913" y="1140710"/>
                  </a:lnTo>
                  <a:lnTo>
                    <a:pt x="589906" y="1140680"/>
                  </a:lnTo>
                  <a:lnTo>
                    <a:pt x="589904" y="1140667"/>
                  </a:lnTo>
                  <a:lnTo>
                    <a:pt x="589905" y="1140653"/>
                  </a:lnTo>
                  <a:lnTo>
                    <a:pt x="589919" y="1140632"/>
                  </a:lnTo>
                  <a:lnTo>
                    <a:pt x="589932" y="1140618"/>
                  </a:lnTo>
                  <a:lnTo>
                    <a:pt x="589942" y="1140614"/>
                  </a:lnTo>
                  <a:lnTo>
                    <a:pt x="589967" y="1140610"/>
                  </a:lnTo>
                  <a:lnTo>
                    <a:pt x="589992" y="1140605"/>
                  </a:lnTo>
                  <a:lnTo>
                    <a:pt x="590012" y="1140602"/>
                  </a:lnTo>
                  <a:lnTo>
                    <a:pt x="590028" y="1140593"/>
                  </a:lnTo>
                  <a:lnTo>
                    <a:pt x="590042" y="1140582"/>
                  </a:lnTo>
                  <a:lnTo>
                    <a:pt x="590060" y="1140563"/>
                  </a:lnTo>
                  <a:lnTo>
                    <a:pt x="590074" y="1140548"/>
                  </a:lnTo>
                  <a:lnTo>
                    <a:pt x="590075" y="1140532"/>
                  </a:lnTo>
                  <a:lnTo>
                    <a:pt x="590069" y="1140515"/>
                  </a:lnTo>
                  <a:lnTo>
                    <a:pt x="590062" y="1140500"/>
                  </a:lnTo>
                  <a:lnTo>
                    <a:pt x="590047" y="1140471"/>
                  </a:lnTo>
                  <a:lnTo>
                    <a:pt x="590046" y="1140461"/>
                  </a:lnTo>
                  <a:lnTo>
                    <a:pt x="590052" y="1140451"/>
                  </a:lnTo>
                  <a:lnTo>
                    <a:pt x="590064" y="1140443"/>
                  </a:lnTo>
                  <a:lnTo>
                    <a:pt x="590072" y="1140434"/>
                  </a:lnTo>
                  <a:lnTo>
                    <a:pt x="590076" y="1140417"/>
                  </a:lnTo>
                  <a:lnTo>
                    <a:pt x="590079" y="1140407"/>
                  </a:lnTo>
                  <a:lnTo>
                    <a:pt x="590078" y="1140391"/>
                  </a:lnTo>
                  <a:lnTo>
                    <a:pt x="590072" y="1140369"/>
                  </a:lnTo>
                  <a:lnTo>
                    <a:pt x="590060" y="1140312"/>
                  </a:lnTo>
                  <a:lnTo>
                    <a:pt x="590053" y="1140290"/>
                  </a:lnTo>
                  <a:lnTo>
                    <a:pt x="590040" y="1140258"/>
                  </a:lnTo>
                  <a:lnTo>
                    <a:pt x="590017" y="1140237"/>
                  </a:lnTo>
                  <a:lnTo>
                    <a:pt x="590006" y="1140234"/>
                  </a:lnTo>
                  <a:lnTo>
                    <a:pt x="589989" y="1140235"/>
                  </a:lnTo>
                  <a:lnTo>
                    <a:pt x="589951" y="1140246"/>
                  </a:lnTo>
                  <a:lnTo>
                    <a:pt x="589907" y="1140262"/>
                  </a:lnTo>
                  <a:lnTo>
                    <a:pt x="589858" y="1140277"/>
                  </a:lnTo>
                  <a:lnTo>
                    <a:pt x="589815" y="1140282"/>
                  </a:lnTo>
                  <a:lnTo>
                    <a:pt x="589771" y="1140282"/>
                  </a:lnTo>
                  <a:lnTo>
                    <a:pt x="589742" y="1140295"/>
                  </a:lnTo>
                  <a:lnTo>
                    <a:pt x="589705" y="1140336"/>
                  </a:lnTo>
                  <a:lnTo>
                    <a:pt x="589693" y="1140340"/>
                  </a:lnTo>
                  <a:lnTo>
                    <a:pt x="589680" y="1140336"/>
                  </a:lnTo>
                  <a:lnTo>
                    <a:pt x="589665" y="1140327"/>
                  </a:lnTo>
                  <a:lnTo>
                    <a:pt x="589631" y="1140300"/>
                  </a:lnTo>
                  <a:lnTo>
                    <a:pt x="589593" y="1140279"/>
                  </a:lnTo>
                  <a:lnTo>
                    <a:pt x="589545" y="1140258"/>
                  </a:lnTo>
                  <a:lnTo>
                    <a:pt x="589500" y="1140241"/>
                  </a:lnTo>
                  <a:lnTo>
                    <a:pt x="589468" y="1140219"/>
                  </a:lnTo>
                  <a:lnTo>
                    <a:pt x="589456" y="1140203"/>
                  </a:lnTo>
                  <a:lnTo>
                    <a:pt x="589444" y="1140170"/>
                  </a:lnTo>
                  <a:lnTo>
                    <a:pt x="589431" y="1140134"/>
                  </a:lnTo>
                  <a:lnTo>
                    <a:pt x="589419" y="1140077"/>
                  </a:lnTo>
                  <a:lnTo>
                    <a:pt x="589404" y="1140030"/>
                  </a:lnTo>
                  <a:lnTo>
                    <a:pt x="589387" y="1140005"/>
                  </a:lnTo>
                  <a:lnTo>
                    <a:pt x="589358" y="1139974"/>
                  </a:lnTo>
                  <a:lnTo>
                    <a:pt x="589337" y="1139951"/>
                  </a:lnTo>
                  <a:lnTo>
                    <a:pt x="589330" y="1139937"/>
                  </a:lnTo>
                  <a:lnTo>
                    <a:pt x="589327" y="1139886"/>
                  </a:lnTo>
                  <a:lnTo>
                    <a:pt x="589326" y="1139871"/>
                  </a:lnTo>
                  <a:lnTo>
                    <a:pt x="589320" y="1139856"/>
                  </a:lnTo>
                  <a:lnTo>
                    <a:pt x="589304" y="1139840"/>
                  </a:lnTo>
                  <a:lnTo>
                    <a:pt x="589303" y="1139832"/>
                  </a:lnTo>
                  <a:lnTo>
                    <a:pt x="589309" y="1139824"/>
                  </a:lnTo>
                  <a:lnTo>
                    <a:pt x="589321" y="1139811"/>
                  </a:lnTo>
                  <a:lnTo>
                    <a:pt x="589325" y="1139798"/>
                  </a:lnTo>
                  <a:lnTo>
                    <a:pt x="589328" y="1139785"/>
                  </a:lnTo>
                  <a:lnTo>
                    <a:pt x="589329" y="1139768"/>
                  </a:lnTo>
                  <a:lnTo>
                    <a:pt x="589330" y="1139750"/>
                  </a:lnTo>
                  <a:lnTo>
                    <a:pt x="589344" y="1139725"/>
                  </a:lnTo>
                  <a:lnTo>
                    <a:pt x="589365" y="1139702"/>
                  </a:lnTo>
                  <a:lnTo>
                    <a:pt x="589382" y="1139689"/>
                  </a:lnTo>
                  <a:lnTo>
                    <a:pt x="589382" y="1139680"/>
                  </a:lnTo>
                  <a:lnTo>
                    <a:pt x="589378" y="1139668"/>
                  </a:lnTo>
                  <a:lnTo>
                    <a:pt x="589362" y="1139645"/>
                  </a:lnTo>
                  <a:lnTo>
                    <a:pt x="589337" y="1139605"/>
                  </a:lnTo>
                  <a:lnTo>
                    <a:pt x="589315" y="1139558"/>
                  </a:lnTo>
                  <a:lnTo>
                    <a:pt x="589305" y="1139534"/>
                  </a:lnTo>
                  <a:lnTo>
                    <a:pt x="589294" y="1139486"/>
                  </a:lnTo>
                  <a:lnTo>
                    <a:pt x="589293" y="1139468"/>
                  </a:lnTo>
                  <a:lnTo>
                    <a:pt x="589298" y="1139440"/>
                  </a:lnTo>
                  <a:lnTo>
                    <a:pt x="589323" y="1139375"/>
                  </a:lnTo>
                  <a:lnTo>
                    <a:pt x="589335" y="1139340"/>
                  </a:lnTo>
                  <a:lnTo>
                    <a:pt x="589340" y="1139310"/>
                  </a:lnTo>
                  <a:lnTo>
                    <a:pt x="589337" y="1139286"/>
                  </a:lnTo>
                  <a:lnTo>
                    <a:pt x="589318" y="1139225"/>
                  </a:lnTo>
                  <a:lnTo>
                    <a:pt x="589309" y="1139195"/>
                  </a:lnTo>
                  <a:lnTo>
                    <a:pt x="589292" y="1139152"/>
                  </a:lnTo>
                  <a:lnTo>
                    <a:pt x="589258" y="1139094"/>
                  </a:lnTo>
                  <a:lnTo>
                    <a:pt x="589229" y="1139062"/>
                  </a:lnTo>
                  <a:lnTo>
                    <a:pt x="589176" y="1139024"/>
                  </a:lnTo>
                  <a:lnTo>
                    <a:pt x="589121" y="1138986"/>
                  </a:lnTo>
                  <a:lnTo>
                    <a:pt x="589102" y="1138961"/>
                  </a:lnTo>
                  <a:lnTo>
                    <a:pt x="589078" y="1138908"/>
                  </a:lnTo>
                  <a:lnTo>
                    <a:pt x="589068" y="1138891"/>
                  </a:lnTo>
                  <a:lnTo>
                    <a:pt x="589046" y="1138872"/>
                  </a:lnTo>
                  <a:lnTo>
                    <a:pt x="588987" y="1138836"/>
                  </a:lnTo>
                  <a:lnTo>
                    <a:pt x="588956" y="1138812"/>
                  </a:lnTo>
                  <a:lnTo>
                    <a:pt x="588946" y="1138796"/>
                  </a:lnTo>
                  <a:lnTo>
                    <a:pt x="588943" y="1138780"/>
                  </a:lnTo>
                  <a:lnTo>
                    <a:pt x="588941" y="1138758"/>
                  </a:lnTo>
                  <a:lnTo>
                    <a:pt x="588946" y="1138715"/>
                  </a:lnTo>
                  <a:lnTo>
                    <a:pt x="588957" y="1138690"/>
                  </a:lnTo>
                  <a:lnTo>
                    <a:pt x="588980" y="1138651"/>
                  </a:lnTo>
                  <a:lnTo>
                    <a:pt x="588993" y="1138637"/>
                  </a:lnTo>
                  <a:lnTo>
                    <a:pt x="589010" y="1138622"/>
                  </a:lnTo>
                  <a:lnTo>
                    <a:pt x="589034" y="1138588"/>
                  </a:lnTo>
                  <a:lnTo>
                    <a:pt x="589081" y="1138549"/>
                  </a:lnTo>
                  <a:lnTo>
                    <a:pt x="589104" y="1138529"/>
                  </a:lnTo>
                  <a:lnTo>
                    <a:pt x="589133" y="1138512"/>
                  </a:lnTo>
                  <a:lnTo>
                    <a:pt x="589146" y="1138503"/>
                  </a:lnTo>
                  <a:lnTo>
                    <a:pt x="589155" y="1138489"/>
                  </a:lnTo>
                  <a:lnTo>
                    <a:pt x="589163" y="1138480"/>
                  </a:lnTo>
                  <a:lnTo>
                    <a:pt x="589172" y="1138474"/>
                  </a:lnTo>
                  <a:lnTo>
                    <a:pt x="589182" y="1138470"/>
                  </a:lnTo>
                  <a:lnTo>
                    <a:pt x="589191" y="1138473"/>
                  </a:lnTo>
                  <a:lnTo>
                    <a:pt x="589208" y="1138481"/>
                  </a:lnTo>
                  <a:lnTo>
                    <a:pt x="589236" y="1138489"/>
                  </a:lnTo>
                  <a:lnTo>
                    <a:pt x="589320" y="1138509"/>
                  </a:lnTo>
                  <a:lnTo>
                    <a:pt x="589360" y="1138524"/>
                  </a:lnTo>
                  <a:lnTo>
                    <a:pt x="589382" y="1138529"/>
                  </a:lnTo>
                  <a:lnTo>
                    <a:pt x="589401" y="1138529"/>
                  </a:lnTo>
                  <a:lnTo>
                    <a:pt x="589426" y="1138525"/>
                  </a:lnTo>
                  <a:lnTo>
                    <a:pt x="589442" y="1138525"/>
                  </a:lnTo>
                  <a:lnTo>
                    <a:pt x="589475" y="1138528"/>
                  </a:lnTo>
                  <a:lnTo>
                    <a:pt x="589519" y="1138541"/>
                  </a:lnTo>
                  <a:lnTo>
                    <a:pt x="589590" y="1138551"/>
                  </a:lnTo>
                  <a:lnTo>
                    <a:pt x="589623" y="1138554"/>
                  </a:lnTo>
                  <a:lnTo>
                    <a:pt x="589632" y="1138550"/>
                  </a:lnTo>
                  <a:lnTo>
                    <a:pt x="589640" y="1138538"/>
                  </a:lnTo>
                  <a:lnTo>
                    <a:pt x="589643" y="1138525"/>
                  </a:lnTo>
                  <a:lnTo>
                    <a:pt x="589652" y="1138496"/>
                  </a:lnTo>
                  <a:lnTo>
                    <a:pt x="589665" y="1138472"/>
                  </a:lnTo>
                  <a:lnTo>
                    <a:pt x="589682" y="1138449"/>
                  </a:lnTo>
                  <a:lnTo>
                    <a:pt x="589702" y="1138424"/>
                  </a:lnTo>
                  <a:lnTo>
                    <a:pt x="589715" y="1138415"/>
                  </a:lnTo>
                  <a:lnTo>
                    <a:pt x="589735" y="1138406"/>
                  </a:lnTo>
                  <a:lnTo>
                    <a:pt x="589771" y="1138396"/>
                  </a:lnTo>
                  <a:lnTo>
                    <a:pt x="589814" y="1138373"/>
                  </a:lnTo>
                  <a:lnTo>
                    <a:pt x="589852" y="1138352"/>
                  </a:lnTo>
                  <a:lnTo>
                    <a:pt x="589877" y="1138343"/>
                  </a:lnTo>
                  <a:lnTo>
                    <a:pt x="589892" y="1138339"/>
                  </a:lnTo>
                  <a:lnTo>
                    <a:pt x="589910" y="1138339"/>
                  </a:lnTo>
                  <a:lnTo>
                    <a:pt x="589927" y="1138336"/>
                  </a:lnTo>
                  <a:lnTo>
                    <a:pt x="589947" y="1138327"/>
                  </a:lnTo>
                  <a:lnTo>
                    <a:pt x="589959" y="1138318"/>
                  </a:lnTo>
                  <a:lnTo>
                    <a:pt x="589970" y="1138315"/>
                  </a:lnTo>
                  <a:lnTo>
                    <a:pt x="589984" y="1138319"/>
                  </a:lnTo>
                  <a:lnTo>
                    <a:pt x="590002" y="1138329"/>
                  </a:lnTo>
                  <a:lnTo>
                    <a:pt x="590007" y="1138328"/>
                  </a:lnTo>
                  <a:lnTo>
                    <a:pt x="590007" y="1138318"/>
                  </a:lnTo>
                  <a:lnTo>
                    <a:pt x="590003" y="1138278"/>
                  </a:lnTo>
                  <a:lnTo>
                    <a:pt x="590003" y="1138243"/>
                  </a:lnTo>
                  <a:lnTo>
                    <a:pt x="590003" y="1138200"/>
                  </a:lnTo>
                  <a:lnTo>
                    <a:pt x="590003" y="1138148"/>
                  </a:lnTo>
                  <a:lnTo>
                    <a:pt x="590001" y="1138115"/>
                  </a:lnTo>
                  <a:lnTo>
                    <a:pt x="589994" y="1138087"/>
                  </a:lnTo>
                  <a:lnTo>
                    <a:pt x="589986" y="1138072"/>
                  </a:lnTo>
                  <a:lnTo>
                    <a:pt x="589965" y="1138024"/>
                  </a:lnTo>
                  <a:lnTo>
                    <a:pt x="589932" y="1137980"/>
                  </a:lnTo>
                  <a:lnTo>
                    <a:pt x="589891" y="1137910"/>
                  </a:lnTo>
                  <a:lnTo>
                    <a:pt x="589890" y="1137896"/>
                  </a:lnTo>
                  <a:lnTo>
                    <a:pt x="589892" y="1137891"/>
                  </a:lnTo>
                  <a:lnTo>
                    <a:pt x="589904" y="1137891"/>
                  </a:lnTo>
                  <a:lnTo>
                    <a:pt x="589927" y="1137890"/>
                  </a:lnTo>
                  <a:lnTo>
                    <a:pt x="589950" y="1137881"/>
                  </a:lnTo>
                  <a:lnTo>
                    <a:pt x="589978" y="1137859"/>
                  </a:lnTo>
                  <a:lnTo>
                    <a:pt x="589997" y="1137837"/>
                  </a:lnTo>
                  <a:lnTo>
                    <a:pt x="590016" y="1137812"/>
                  </a:lnTo>
                  <a:lnTo>
                    <a:pt x="590051" y="1137754"/>
                  </a:lnTo>
                  <a:lnTo>
                    <a:pt x="590077" y="1137712"/>
                  </a:lnTo>
                  <a:lnTo>
                    <a:pt x="590098" y="1137685"/>
                  </a:lnTo>
                  <a:lnTo>
                    <a:pt x="590118" y="1137661"/>
                  </a:lnTo>
                  <a:lnTo>
                    <a:pt x="590127" y="1137652"/>
                  </a:lnTo>
                  <a:lnTo>
                    <a:pt x="590145" y="1137641"/>
                  </a:lnTo>
                  <a:lnTo>
                    <a:pt x="590169" y="1137628"/>
                  </a:lnTo>
                  <a:lnTo>
                    <a:pt x="590202" y="1137619"/>
                  </a:lnTo>
                  <a:lnTo>
                    <a:pt x="590235" y="1137606"/>
                  </a:lnTo>
                  <a:lnTo>
                    <a:pt x="590253" y="1137593"/>
                  </a:lnTo>
                  <a:lnTo>
                    <a:pt x="590274" y="1137577"/>
                  </a:lnTo>
                  <a:lnTo>
                    <a:pt x="590292" y="1137565"/>
                  </a:lnTo>
                  <a:lnTo>
                    <a:pt x="590330" y="1137546"/>
                  </a:lnTo>
                  <a:lnTo>
                    <a:pt x="590364" y="1137532"/>
                  </a:lnTo>
                  <a:lnTo>
                    <a:pt x="590402" y="1137514"/>
                  </a:lnTo>
                  <a:lnTo>
                    <a:pt x="590442" y="1137497"/>
                  </a:lnTo>
                  <a:lnTo>
                    <a:pt x="590490" y="1137484"/>
                  </a:lnTo>
                  <a:lnTo>
                    <a:pt x="590523" y="1137472"/>
                  </a:lnTo>
                  <a:lnTo>
                    <a:pt x="590527" y="1137461"/>
                  </a:lnTo>
                  <a:lnTo>
                    <a:pt x="590530" y="1137441"/>
                  </a:lnTo>
                  <a:lnTo>
                    <a:pt x="590539" y="1137420"/>
                  </a:lnTo>
                  <a:lnTo>
                    <a:pt x="590556" y="1137395"/>
                  </a:lnTo>
                  <a:lnTo>
                    <a:pt x="590572" y="1137368"/>
                  </a:lnTo>
                  <a:lnTo>
                    <a:pt x="590592" y="1137315"/>
                  </a:lnTo>
                  <a:lnTo>
                    <a:pt x="590603" y="1137292"/>
                  </a:lnTo>
                  <a:lnTo>
                    <a:pt x="590614" y="1137241"/>
                  </a:lnTo>
                  <a:lnTo>
                    <a:pt x="590617" y="1137214"/>
                  </a:lnTo>
                  <a:lnTo>
                    <a:pt x="590620" y="1137191"/>
                  </a:lnTo>
                  <a:lnTo>
                    <a:pt x="590639" y="1137150"/>
                  </a:lnTo>
                  <a:lnTo>
                    <a:pt x="590649" y="1137138"/>
                  </a:lnTo>
                  <a:lnTo>
                    <a:pt x="590662" y="1137127"/>
                  </a:lnTo>
                  <a:lnTo>
                    <a:pt x="590694" y="1137109"/>
                  </a:lnTo>
                  <a:lnTo>
                    <a:pt x="590697" y="1137100"/>
                  </a:lnTo>
                  <a:lnTo>
                    <a:pt x="590694" y="1137091"/>
                  </a:lnTo>
                  <a:lnTo>
                    <a:pt x="590688" y="1137077"/>
                  </a:lnTo>
                  <a:lnTo>
                    <a:pt x="590659" y="1137042"/>
                  </a:lnTo>
                  <a:lnTo>
                    <a:pt x="590637" y="1136998"/>
                  </a:lnTo>
                  <a:lnTo>
                    <a:pt x="590627" y="1136980"/>
                  </a:lnTo>
                  <a:lnTo>
                    <a:pt x="590617" y="1136947"/>
                  </a:lnTo>
                  <a:lnTo>
                    <a:pt x="590610" y="1136919"/>
                  </a:lnTo>
                  <a:lnTo>
                    <a:pt x="590604" y="1136891"/>
                  </a:lnTo>
                  <a:lnTo>
                    <a:pt x="590588" y="1136856"/>
                  </a:lnTo>
                  <a:lnTo>
                    <a:pt x="590580" y="1136846"/>
                  </a:lnTo>
                  <a:lnTo>
                    <a:pt x="590582" y="1136833"/>
                  </a:lnTo>
                  <a:lnTo>
                    <a:pt x="590593" y="1136810"/>
                  </a:lnTo>
                  <a:lnTo>
                    <a:pt x="590612" y="1136782"/>
                  </a:lnTo>
                  <a:lnTo>
                    <a:pt x="590620" y="1136766"/>
                  </a:lnTo>
                  <a:lnTo>
                    <a:pt x="590624" y="1136750"/>
                  </a:lnTo>
                  <a:lnTo>
                    <a:pt x="590633" y="1136686"/>
                  </a:lnTo>
                  <a:lnTo>
                    <a:pt x="590640" y="1136661"/>
                  </a:lnTo>
                  <a:lnTo>
                    <a:pt x="590646" y="1136633"/>
                  </a:lnTo>
                  <a:lnTo>
                    <a:pt x="590652" y="1136619"/>
                  </a:lnTo>
                  <a:lnTo>
                    <a:pt x="590661" y="1136607"/>
                  </a:lnTo>
                  <a:lnTo>
                    <a:pt x="590673" y="1136600"/>
                  </a:lnTo>
                  <a:lnTo>
                    <a:pt x="590688" y="1136594"/>
                  </a:lnTo>
                  <a:lnTo>
                    <a:pt x="590709" y="1136587"/>
                  </a:lnTo>
                  <a:lnTo>
                    <a:pt x="590718" y="1136578"/>
                  </a:lnTo>
                  <a:lnTo>
                    <a:pt x="590721" y="1136571"/>
                  </a:lnTo>
                  <a:lnTo>
                    <a:pt x="590726" y="1136528"/>
                  </a:lnTo>
                  <a:lnTo>
                    <a:pt x="590726" y="1136510"/>
                  </a:lnTo>
                  <a:lnTo>
                    <a:pt x="590731" y="1136486"/>
                  </a:lnTo>
                  <a:lnTo>
                    <a:pt x="590749" y="1136449"/>
                  </a:lnTo>
                  <a:lnTo>
                    <a:pt x="590772" y="1136416"/>
                  </a:lnTo>
                  <a:lnTo>
                    <a:pt x="590787" y="1136388"/>
                  </a:lnTo>
                  <a:lnTo>
                    <a:pt x="590787" y="1136381"/>
                  </a:lnTo>
                  <a:lnTo>
                    <a:pt x="590784" y="1136372"/>
                  </a:lnTo>
                  <a:lnTo>
                    <a:pt x="590761" y="1136353"/>
                  </a:lnTo>
                  <a:lnTo>
                    <a:pt x="590747" y="1136336"/>
                  </a:lnTo>
                  <a:lnTo>
                    <a:pt x="590735" y="1136316"/>
                  </a:lnTo>
                  <a:lnTo>
                    <a:pt x="590721" y="1136308"/>
                  </a:lnTo>
                  <a:lnTo>
                    <a:pt x="590706" y="1136302"/>
                  </a:lnTo>
                  <a:lnTo>
                    <a:pt x="590689" y="1136293"/>
                  </a:lnTo>
                  <a:lnTo>
                    <a:pt x="590680" y="1136283"/>
                  </a:lnTo>
                  <a:lnTo>
                    <a:pt x="590670" y="1136257"/>
                  </a:lnTo>
                  <a:lnTo>
                    <a:pt x="590661" y="1136240"/>
                  </a:lnTo>
                  <a:lnTo>
                    <a:pt x="590653" y="1136236"/>
                  </a:lnTo>
                  <a:lnTo>
                    <a:pt x="590639" y="1136235"/>
                  </a:lnTo>
                  <a:lnTo>
                    <a:pt x="590624" y="1136237"/>
                  </a:lnTo>
                  <a:lnTo>
                    <a:pt x="590607" y="1136238"/>
                  </a:lnTo>
                  <a:lnTo>
                    <a:pt x="590593" y="1136235"/>
                  </a:lnTo>
                  <a:lnTo>
                    <a:pt x="590579" y="1136228"/>
                  </a:lnTo>
                  <a:lnTo>
                    <a:pt x="590557" y="1136208"/>
                  </a:lnTo>
                  <a:lnTo>
                    <a:pt x="590531" y="1136179"/>
                  </a:lnTo>
                  <a:lnTo>
                    <a:pt x="590522" y="1136167"/>
                  </a:lnTo>
                  <a:lnTo>
                    <a:pt x="590521" y="1136151"/>
                  </a:lnTo>
                  <a:lnTo>
                    <a:pt x="590521" y="1136135"/>
                  </a:lnTo>
                  <a:lnTo>
                    <a:pt x="590530" y="1136101"/>
                  </a:lnTo>
                  <a:lnTo>
                    <a:pt x="590549" y="1136045"/>
                  </a:lnTo>
                  <a:lnTo>
                    <a:pt x="590559" y="1136011"/>
                  </a:lnTo>
                  <a:lnTo>
                    <a:pt x="590572" y="1135973"/>
                  </a:lnTo>
                  <a:lnTo>
                    <a:pt x="590591" y="1135924"/>
                  </a:lnTo>
                  <a:lnTo>
                    <a:pt x="590604" y="1135907"/>
                  </a:lnTo>
                  <a:lnTo>
                    <a:pt x="590625" y="1135891"/>
                  </a:lnTo>
                  <a:lnTo>
                    <a:pt x="590638" y="1135880"/>
                  </a:lnTo>
                  <a:lnTo>
                    <a:pt x="590646" y="1135861"/>
                  </a:lnTo>
                  <a:lnTo>
                    <a:pt x="590654" y="1135832"/>
                  </a:lnTo>
                  <a:lnTo>
                    <a:pt x="590653" y="1135807"/>
                  </a:lnTo>
                  <a:lnTo>
                    <a:pt x="590646" y="1135765"/>
                  </a:lnTo>
                  <a:lnTo>
                    <a:pt x="590638" y="1135730"/>
                  </a:lnTo>
                  <a:lnTo>
                    <a:pt x="590638" y="1135721"/>
                  </a:lnTo>
                  <a:lnTo>
                    <a:pt x="590655" y="1135700"/>
                  </a:lnTo>
                  <a:lnTo>
                    <a:pt x="590677" y="1135680"/>
                  </a:lnTo>
                  <a:lnTo>
                    <a:pt x="590704" y="1135658"/>
                  </a:lnTo>
                  <a:lnTo>
                    <a:pt x="590740" y="1135635"/>
                  </a:lnTo>
                  <a:lnTo>
                    <a:pt x="590762" y="1135614"/>
                  </a:lnTo>
                  <a:lnTo>
                    <a:pt x="590768" y="1135606"/>
                  </a:lnTo>
                  <a:lnTo>
                    <a:pt x="590770" y="1135600"/>
                  </a:lnTo>
                  <a:lnTo>
                    <a:pt x="590765" y="1135579"/>
                  </a:lnTo>
                  <a:lnTo>
                    <a:pt x="590767" y="1135563"/>
                  </a:lnTo>
                  <a:lnTo>
                    <a:pt x="590776" y="1135539"/>
                  </a:lnTo>
                  <a:lnTo>
                    <a:pt x="590781" y="1135515"/>
                  </a:lnTo>
                  <a:lnTo>
                    <a:pt x="590794" y="1135497"/>
                  </a:lnTo>
                  <a:lnTo>
                    <a:pt x="590815" y="1135471"/>
                  </a:lnTo>
                  <a:lnTo>
                    <a:pt x="590835" y="1135452"/>
                  </a:lnTo>
                  <a:lnTo>
                    <a:pt x="590851" y="1135433"/>
                  </a:lnTo>
                  <a:lnTo>
                    <a:pt x="590856" y="1135421"/>
                  </a:lnTo>
                  <a:lnTo>
                    <a:pt x="590856" y="1135413"/>
                  </a:lnTo>
                  <a:lnTo>
                    <a:pt x="590863" y="1135392"/>
                  </a:lnTo>
                  <a:lnTo>
                    <a:pt x="590875" y="1135357"/>
                  </a:lnTo>
                  <a:lnTo>
                    <a:pt x="590883" y="1135334"/>
                  </a:lnTo>
                  <a:lnTo>
                    <a:pt x="590894" y="1135295"/>
                  </a:lnTo>
                  <a:lnTo>
                    <a:pt x="590901" y="1135255"/>
                  </a:lnTo>
                  <a:lnTo>
                    <a:pt x="590911" y="1135221"/>
                  </a:lnTo>
                  <a:lnTo>
                    <a:pt x="590931" y="1135193"/>
                  </a:lnTo>
                  <a:lnTo>
                    <a:pt x="590947" y="1135167"/>
                  </a:lnTo>
                  <a:lnTo>
                    <a:pt x="590967" y="1135141"/>
                  </a:lnTo>
                  <a:lnTo>
                    <a:pt x="590976" y="1135130"/>
                  </a:lnTo>
                  <a:lnTo>
                    <a:pt x="590987" y="1135130"/>
                  </a:lnTo>
                  <a:lnTo>
                    <a:pt x="590997" y="1135135"/>
                  </a:lnTo>
                  <a:lnTo>
                    <a:pt x="591007" y="1135144"/>
                  </a:lnTo>
                  <a:lnTo>
                    <a:pt x="591018" y="1135149"/>
                  </a:lnTo>
                  <a:lnTo>
                    <a:pt x="591031" y="1135151"/>
                  </a:lnTo>
                  <a:lnTo>
                    <a:pt x="591065" y="1135154"/>
                  </a:lnTo>
                  <a:lnTo>
                    <a:pt x="591086" y="1135162"/>
                  </a:lnTo>
                  <a:lnTo>
                    <a:pt x="591115" y="1135174"/>
                  </a:lnTo>
                  <a:lnTo>
                    <a:pt x="591141" y="1135190"/>
                  </a:lnTo>
                  <a:lnTo>
                    <a:pt x="591143" y="1135198"/>
                  </a:lnTo>
                  <a:lnTo>
                    <a:pt x="591142" y="1135216"/>
                  </a:lnTo>
                  <a:lnTo>
                    <a:pt x="591145" y="1135231"/>
                  </a:lnTo>
                  <a:lnTo>
                    <a:pt x="591169" y="1135263"/>
                  </a:lnTo>
                  <a:lnTo>
                    <a:pt x="591201" y="1135302"/>
                  </a:lnTo>
                  <a:lnTo>
                    <a:pt x="591216" y="1135310"/>
                  </a:lnTo>
                  <a:lnTo>
                    <a:pt x="591235" y="1135310"/>
                  </a:lnTo>
                  <a:lnTo>
                    <a:pt x="591264" y="1135302"/>
                  </a:lnTo>
                  <a:lnTo>
                    <a:pt x="591282" y="1135290"/>
                  </a:lnTo>
                  <a:lnTo>
                    <a:pt x="591297" y="1135272"/>
                  </a:lnTo>
                  <a:lnTo>
                    <a:pt x="591311" y="1135244"/>
                  </a:lnTo>
                  <a:lnTo>
                    <a:pt x="591331" y="1135215"/>
                  </a:lnTo>
                  <a:lnTo>
                    <a:pt x="591340" y="1135206"/>
                  </a:lnTo>
                  <a:lnTo>
                    <a:pt x="591363" y="1135196"/>
                  </a:lnTo>
                  <a:lnTo>
                    <a:pt x="591388" y="1135190"/>
                  </a:lnTo>
                  <a:lnTo>
                    <a:pt x="591441" y="1135189"/>
                  </a:lnTo>
                  <a:lnTo>
                    <a:pt x="591481" y="1135187"/>
                  </a:lnTo>
                  <a:lnTo>
                    <a:pt x="591516" y="1135175"/>
                  </a:lnTo>
                  <a:lnTo>
                    <a:pt x="591552" y="1135159"/>
                  </a:lnTo>
                  <a:lnTo>
                    <a:pt x="591579" y="1135146"/>
                  </a:lnTo>
                  <a:lnTo>
                    <a:pt x="591589" y="1135134"/>
                  </a:lnTo>
                  <a:lnTo>
                    <a:pt x="591598" y="1135115"/>
                  </a:lnTo>
                  <a:lnTo>
                    <a:pt x="591604" y="1135104"/>
                  </a:lnTo>
                  <a:lnTo>
                    <a:pt x="591611" y="1135089"/>
                  </a:lnTo>
                  <a:lnTo>
                    <a:pt x="591628" y="1135067"/>
                  </a:lnTo>
                  <a:lnTo>
                    <a:pt x="591653" y="1135040"/>
                  </a:lnTo>
                  <a:lnTo>
                    <a:pt x="591673" y="1135025"/>
                  </a:lnTo>
                  <a:lnTo>
                    <a:pt x="591686" y="1135014"/>
                  </a:lnTo>
                  <a:lnTo>
                    <a:pt x="591694" y="1135011"/>
                  </a:lnTo>
                  <a:lnTo>
                    <a:pt x="591715" y="1135002"/>
                  </a:lnTo>
                  <a:lnTo>
                    <a:pt x="591726" y="1134995"/>
                  </a:lnTo>
                  <a:lnTo>
                    <a:pt x="591735" y="1134985"/>
                  </a:lnTo>
                  <a:lnTo>
                    <a:pt x="591748" y="1134966"/>
                  </a:lnTo>
                  <a:lnTo>
                    <a:pt x="591759" y="1134945"/>
                  </a:lnTo>
                  <a:lnTo>
                    <a:pt x="591762" y="1134934"/>
                  </a:lnTo>
                  <a:lnTo>
                    <a:pt x="591761" y="1134922"/>
                  </a:lnTo>
                  <a:lnTo>
                    <a:pt x="591756" y="1134909"/>
                  </a:lnTo>
                  <a:lnTo>
                    <a:pt x="591743" y="1134896"/>
                  </a:lnTo>
                  <a:lnTo>
                    <a:pt x="591736" y="1134872"/>
                  </a:lnTo>
                  <a:lnTo>
                    <a:pt x="591736" y="1134861"/>
                  </a:lnTo>
                  <a:lnTo>
                    <a:pt x="591738" y="1134851"/>
                  </a:lnTo>
                  <a:lnTo>
                    <a:pt x="591742" y="1134846"/>
                  </a:lnTo>
                  <a:lnTo>
                    <a:pt x="591747" y="1134845"/>
                  </a:lnTo>
                  <a:lnTo>
                    <a:pt x="591758" y="1134845"/>
                  </a:lnTo>
                  <a:lnTo>
                    <a:pt x="591775" y="1134843"/>
                  </a:lnTo>
                  <a:lnTo>
                    <a:pt x="591798" y="1134829"/>
                  </a:lnTo>
                  <a:lnTo>
                    <a:pt x="591829" y="1134796"/>
                  </a:lnTo>
                  <a:lnTo>
                    <a:pt x="591842" y="1134782"/>
                  </a:lnTo>
                  <a:lnTo>
                    <a:pt x="591849" y="1134771"/>
                  </a:lnTo>
                  <a:lnTo>
                    <a:pt x="591858" y="1134743"/>
                  </a:lnTo>
                  <a:lnTo>
                    <a:pt x="591866" y="1134718"/>
                  </a:lnTo>
                  <a:lnTo>
                    <a:pt x="591869" y="1134711"/>
                  </a:lnTo>
                  <a:lnTo>
                    <a:pt x="591884" y="1134695"/>
                  </a:lnTo>
                  <a:lnTo>
                    <a:pt x="591904" y="1134676"/>
                  </a:lnTo>
                  <a:lnTo>
                    <a:pt x="591946" y="1134642"/>
                  </a:lnTo>
                  <a:lnTo>
                    <a:pt x="591975" y="1134615"/>
                  </a:lnTo>
                  <a:lnTo>
                    <a:pt x="592003" y="1134598"/>
                  </a:lnTo>
                  <a:lnTo>
                    <a:pt x="592021" y="1134576"/>
                  </a:lnTo>
                  <a:lnTo>
                    <a:pt x="592034" y="1134556"/>
                  </a:lnTo>
                  <a:lnTo>
                    <a:pt x="592058" y="1134511"/>
                  </a:lnTo>
                  <a:lnTo>
                    <a:pt x="592087" y="1134473"/>
                  </a:lnTo>
                  <a:lnTo>
                    <a:pt x="592121" y="1134427"/>
                  </a:lnTo>
                  <a:lnTo>
                    <a:pt x="592155" y="1134369"/>
                  </a:lnTo>
                  <a:lnTo>
                    <a:pt x="592191" y="1134312"/>
                  </a:lnTo>
                  <a:lnTo>
                    <a:pt x="592195" y="1134303"/>
                  </a:lnTo>
                  <a:lnTo>
                    <a:pt x="592209" y="1134262"/>
                  </a:lnTo>
                  <a:lnTo>
                    <a:pt x="592216" y="1134250"/>
                  </a:lnTo>
                  <a:lnTo>
                    <a:pt x="592229" y="1134229"/>
                  </a:lnTo>
                  <a:lnTo>
                    <a:pt x="592235" y="1134220"/>
                  </a:lnTo>
                  <a:lnTo>
                    <a:pt x="592238" y="1134212"/>
                  </a:lnTo>
                  <a:lnTo>
                    <a:pt x="592238" y="1134202"/>
                  </a:lnTo>
                  <a:lnTo>
                    <a:pt x="592237" y="1134188"/>
                  </a:lnTo>
                  <a:lnTo>
                    <a:pt x="592226" y="1134152"/>
                  </a:lnTo>
                  <a:lnTo>
                    <a:pt x="592223" y="1134139"/>
                  </a:lnTo>
                  <a:lnTo>
                    <a:pt x="592215" y="1134116"/>
                  </a:lnTo>
                  <a:lnTo>
                    <a:pt x="592208" y="1134093"/>
                  </a:lnTo>
                  <a:lnTo>
                    <a:pt x="592205" y="1134066"/>
                  </a:lnTo>
                  <a:lnTo>
                    <a:pt x="592206" y="1134019"/>
                  </a:lnTo>
                  <a:lnTo>
                    <a:pt x="592206" y="1133977"/>
                  </a:lnTo>
                  <a:lnTo>
                    <a:pt x="592211" y="1133914"/>
                  </a:lnTo>
                  <a:lnTo>
                    <a:pt x="592210" y="1133895"/>
                  </a:lnTo>
                  <a:lnTo>
                    <a:pt x="592210" y="1133889"/>
                  </a:lnTo>
                  <a:lnTo>
                    <a:pt x="592208" y="1133882"/>
                  </a:lnTo>
                  <a:lnTo>
                    <a:pt x="592203" y="1133878"/>
                  </a:lnTo>
                  <a:lnTo>
                    <a:pt x="592194" y="1133875"/>
                  </a:lnTo>
                  <a:lnTo>
                    <a:pt x="592171" y="1133872"/>
                  </a:lnTo>
                  <a:lnTo>
                    <a:pt x="592145" y="1133865"/>
                  </a:lnTo>
                  <a:lnTo>
                    <a:pt x="592137" y="1133864"/>
                  </a:lnTo>
                  <a:lnTo>
                    <a:pt x="592126" y="1133859"/>
                  </a:lnTo>
                  <a:lnTo>
                    <a:pt x="592116" y="1133848"/>
                  </a:lnTo>
                  <a:lnTo>
                    <a:pt x="592100" y="1133822"/>
                  </a:lnTo>
                  <a:lnTo>
                    <a:pt x="592084" y="1133792"/>
                  </a:lnTo>
                  <a:lnTo>
                    <a:pt x="592077" y="1133773"/>
                  </a:lnTo>
                  <a:lnTo>
                    <a:pt x="592075" y="1133754"/>
                  </a:lnTo>
                  <a:lnTo>
                    <a:pt x="592074" y="1133731"/>
                  </a:lnTo>
                  <a:lnTo>
                    <a:pt x="592076" y="1133711"/>
                  </a:lnTo>
                  <a:lnTo>
                    <a:pt x="592076" y="1133703"/>
                  </a:lnTo>
                  <a:lnTo>
                    <a:pt x="592073" y="1133698"/>
                  </a:lnTo>
                  <a:lnTo>
                    <a:pt x="592055" y="1133689"/>
                  </a:lnTo>
                  <a:lnTo>
                    <a:pt x="592039" y="1133681"/>
                  </a:lnTo>
                  <a:lnTo>
                    <a:pt x="592017" y="1133666"/>
                  </a:lnTo>
                  <a:lnTo>
                    <a:pt x="592001" y="1133649"/>
                  </a:lnTo>
                  <a:lnTo>
                    <a:pt x="591986" y="1133626"/>
                  </a:lnTo>
                  <a:lnTo>
                    <a:pt x="591984" y="1133619"/>
                  </a:lnTo>
                  <a:lnTo>
                    <a:pt x="591980" y="1133596"/>
                  </a:lnTo>
                  <a:lnTo>
                    <a:pt x="591981" y="1133579"/>
                  </a:lnTo>
                  <a:lnTo>
                    <a:pt x="591985" y="1133529"/>
                  </a:lnTo>
                  <a:lnTo>
                    <a:pt x="591988" y="1133500"/>
                  </a:lnTo>
                  <a:lnTo>
                    <a:pt x="591993" y="1133477"/>
                  </a:lnTo>
                  <a:lnTo>
                    <a:pt x="592004" y="1133447"/>
                  </a:lnTo>
                  <a:lnTo>
                    <a:pt x="592014" y="1133430"/>
                  </a:lnTo>
                  <a:lnTo>
                    <a:pt x="592029" y="1133415"/>
                  </a:lnTo>
                  <a:lnTo>
                    <a:pt x="592047" y="1133398"/>
                  </a:lnTo>
                  <a:lnTo>
                    <a:pt x="592061" y="1133381"/>
                  </a:lnTo>
                  <a:lnTo>
                    <a:pt x="592068" y="1133370"/>
                  </a:lnTo>
                  <a:lnTo>
                    <a:pt x="592079" y="1133346"/>
                  </a:lnTo>
                  <a:lnTo>
                    <a:pt x="592091" y="1133320"/>
                  </a:lnTo>
                  <a:lnTo>
                    <a:pt x="592110" y="1133276"/>
                  </a:lnTo>
                  <a:lnTo>
                    <a:pt x="592118" y="1133254"/>
                  </a:lnTo>
                  <a:lnTo>
                    <a:pt x="592128" y="1133242"/>
                  </a:lnTo>
                  <a:lnTo>
                    <a:pt x="592138" y="1133227"/>
                  </a:lnTo>
                  <a:lnTo>
                    <a:pt x="592148" y="1133216"/>
                  </a:lnTo>
                  <a:lnTo>
                    <a:pt x="592161" y="1133206"/>
                  </a:lnTo>
                  <a:lnTo>
                    <a:pt x="592172" y="1133191"/>
                  </a:lnTo>
                  <a:lnTo>
                    <a:pt x="592189" y="1133156"/>
                  </a:lnTo>
                  <a:lnTo>
                    <a:pt x="592198" y="1133139"/>
                  </a:lnTo>
                  <a:lnTo>
                    <a:pt x="592205" y="1133119"/>
                  </a:lnTo>
                  <a:lnTo>
                    <a:pt x="592209" y="1133109"/>
                  </a:lnTo>
                  <a:lnTo>
                    <a:pt x="592209" y="1133102"/>
                  </a:lnTo>
                  <a:lnTo>
                    <a:pt x="592205" y="1133089"/>
                  </a:lnTo>
                  <a:lnTo>
                    <a:pt x="592200" y="1133064"/>
                  </a:lnTo>
                  <a:lnTo>
                    <a:pt x="592197" y="1133049"/>
                  </a:lnTo>
                  <a:lnTo>
                    <a:pt x="592193" y="1133033"/>
                  </a:lnTo>
                  <a:lnTo>
                    <a:pt x="592189" y="1133017"/>
                  </a:lnTo>
                  <a:lnTo>
                    <a:pt x="592178" y="1132995"/>
                  </a:lnTo>
                  <a:lnTo>
                    <a:pt x="592168" y="1132981"/>
                  </a:lnTo>
                  <a:lnTo>
                    <a:pt x="592162" y="1132949"/>
                  </a:lnTo>
                  <a:lnTo>
                    <a:pt x="592150" y="1132907"/>
                  </a:lnTo>
                  <a:lnTo>
                    <a:pt x="592144" y="1132885"/>
                  </a:lnTo>
                  <a:lnTo>
                    <a:pt x="592136" y="1132860"/>
                  </a:lnTo>
                  <a:lnTo>
                    <a:pt x="592128" y="1132846"/>
                  </a:lnTo>
                  <a:lnTo>
                    <a:pt x="592112" y="1132835"/>
                  </a:lnTo>
                  <a:lnTo>
                    <a:pt x="592081" y="1132823"/>
                  </a:lnTo>
                  <a:lnTo>
                    <a:pt x="592064" y="1132811"/>
                  </a:lnTo>
                  <a:lnTo>
                    <a:pt x="592053" y="1132799"/>
                  </a:lnTo>
                  <a:lnTo>
                    <a:pt x="592045" y="1132774"/>
                  </a:lnTo>
                  <a:lnTo>
                    <a:pt x="592039" y="1132752"/>
                  </a:lnTo>
                  <a:lnTo>
                    <a:pt x="592029" y="1132717"/>
                  </a:lnTo>
                  <a:lnTo>
                    <a:pt x="592022" y="1132695"/>
                  </a:lnTo>
                  <a:lnTo>
                    <a:pt x="592016" y="1132683"/>
                  </a:lnTo>
                  <a:lnTo>
                    <a:pt x="592012" y="1132676"/>
                  </a:lnTo>
                  <a:lnTo>
                    <a:pt x="592005" y="1132673"/>
                  </a:lnTo>
                  <a:lnTo>
                    <a:pt x="591993" y="1132672"/>
                  </a:lnTo>
                  <a:lnTo>
                    <a:pt x="591976" y="1132674"/>
                  </a:lnTo>
                  <a:lnTo>
                    <a:pt x="591960" y="1132674"/>
                  </a:lnTo>
                  <a:lnTo>
                    <a:pt x="591948" y="1132673"/>
                  </a:lnTo>
                  <a:lnTo>
                    <a:pt x="591934" y="1132669"/>
                  </a:lnTo>
                  <a:lnTo>
                    <a:pt x="591921" y="1132661"/>
                  </a:lnTo>
                  <a:lnTo>
                    <a:pt x="591896" y="1132652"/>
                  </a:lnTo>
                  <a:lnTo>
                    <a:pt x="591862" y="1132644"/>
                  </a:lnTo>
                  <a:lnTo>
                    <a:pt x="591849" y="1132637"/>
                  </a:lnTo>
                  <a:lnTo>
                    <a:pt x="591844" y="1132632"/>
                  </a:lnTo>
                  <a:lnTo>
                    <a:pt x="591841" y="1132625"/>
                  </a:lnTo>
                  <a:lnTo>
                    <a:pt x="591840" y="1132604"/>
                  </a:lnTo>
                  <a:lnTo>
                    <a:pt x="591841" y="1132567"/>
                  </a:lnTo>
                  <a:lnTo>
                    <a:pt x="591845" y="1132541"/>
                  </a:lnTo>
                  <a:lnTo>
                    <a:pt x="591848" y="1132526"/>
                  </a:lnTo>
                  <a:lnTo>
                    <a:pt x="591855" y="1132509"/>
                  </a:lnTo>
                  <a:lnTo>
                    <a:pt x="591868" y="1132490"/>
                  </a:lnTo>
                  <a:lnTo>
                    <a:pt x="591877" y="1132472"/>
                  </a:lnTo>
                  <a:lnTo>
                    <a:pt x="591883" y="1132450"/>
                  </a:lnTo>
                  <a:lnTo>
                    <a:pt x="591886" y="1132427"/>
                  </a:lnTo>
                  <a:lnTo>
                    <a:pt x="591892" y="1132387"/>
                  </a:lnTo>
                  <a:lnTo>
                    <a:pt x="591900" y="1132354"/>
                  </a:lnTo>
                  <a:lnTo>
                    <a:pt x="591913" y="1132332"/>
                  </a:lnTo>
                  <a:lnTo>
                    <a:pt x="591924" y="1132310"/>
                  </a:lnTo>
                  <a:lnTo>
                    <a:pt x="591938" y="1132297"/>
                  </a:lnTo>
                  <a:lnTo>
                    <a:pt x="591983" y="1132281"/>
                  </a:lnTo>
                  <a:lnTo>
                    <a:pt x="592022" y="1132274"/>
                  </a:lnTo>
                  <a:lnTo>
                    <a:pt x="592055" y="1132267"/>
                  </a:lnTo>
                  <a:lnTo>
                    <a:pt x="592073" y="1132267"/>
                  </a:lnTo>
                  <a:lnTo>
                    <a:pt x="592093" y="1132261"/>
                  </a:lnTo>
                  <a:lnTo>
                    <a:pt x="592123" y="1132250"/>
                  </a:lnTo>
                  <a:lnTo>
                    <a:pt x="592146" y="1132243"/>
                  </a:lnTo>
                  <a:lnTo>
                    <a:pt x="592172" y="1132239"/>
                  </a:lnTo>
                  <a:lnTo>
                    <a:pt x="592208" y="1132223"/>
                  </a:lnTo>
                  <a:lnTo>
                    <a:pt x="592244" y="1132208"/>
                  </a:lnTo>
                  <a:lnTo>
                    <a:pt x="592272" y="1132192"/>
                  </a:lnTo>
                  <a:lnTo>
                    <a:pt x="592308" y="1132176"/>
                  </a:lnTo>
                  <a:lnTo>
                    <a:pt x="592332" y="1132171"/>
                  </a:lnTo>
                  <a:lnTo>
                    <a:pt x="592353" y="1132171"/>
                  </a:lnTo>
                  <a:lnTo>
                    <a:pt x="592366" y="1132172"/>
                  </a:lnTo>
                  <a:lnTo>
                    <a:pt x="592402" y="1132178"/>
                  </a:lnTo>
                  <a:lnTo>
                    <a:pt x="592419" y="1132178"/>
                  </a:lnTo>
                  <a:lnTo>
                    <a:pt x="592430" y="1132174"/>
                  </a:lnTo>
                  <a:lnTo>
                    <a:pt x="592439" y="1132166"/>
                  </a:lnTo>
                  <a:lnTo>
                    <a:pt x="592451" y="1132153"/>
                  </a:lnTo>
                  <a:lnTo>
                    <a:pt x="592465" y="1132124"/>
                  </a:lnTo>
                  <a:lnTo>
                    <a:pt x="592471" y="1132116"/>
                  </a:lnTo>
                  <a:lnTo>
                    <a:pt x="592478" y="1132109"/>
                  </a:lnTo>
                  <a:lnTo>
                    <a:pt x="592487" y="1132104"/>
                  </a:lnTo>
                  <a:lnTo>
                    <a:pt x="592510" y="1132099"/>
                  </a:lnTo>
                  <a:lnTo>
                    <a:pt x="592535" y="1132092"/>
                  </a:lnTo>
                  <a:lnTo>
                    <a:pt x="592552" y="1132081"/>
                  </a:lnTo>
                  <a:lnTo>
                    <a:pt x="592558" y="1132074"/>
                  </a:lnTo>
                  <a:lnTo>
                    <a:pt x="592563" y="1132058"/>
                  </a:lnTo>
                  <a:lnTo>
                    <a:pt x="592565" y="1132050"/>
                  </a:lnTo>
                  <a:lnTo>
                    <a:pt x="592564" y="1132037"/>
                  </a:lnTo>
                  <a:lnTo>
                    <a:pt x="592561" y="1132023"/>
                  </a:lnTo>
                  <a:lnTo>
                    <a:pt x="592554" y="1132006"/>
                  </a:lnTo>
                  <a:lnTo>
                    <a:pt x="592546" y="1131989"/>
                  </a:lnTo>
                  <a:lnTo>
                    <a:pt x="592526" y="1131967"/>
                  </a:lnTo>
                  <a:lnTo>
                    <a:pt x="592510" y="1131948"/>
                  </a:lnTo>
                  <a:lnTo>
                    <a:pt x="592494" y="1131929"/>
                  </a:lnTo>
                  <a:lnTo>
                    <a:pt x="592490" y="1131922"/>
                  </a:lnTo>
                  <a:lnTo>
                    <a:pt x="592488" y="1131913"/>
                  </a:lnTo>
                  <a:lnTo>
                    <a:pt x="592489" y="1131904"/>
                  </a:lnTo>
                  <a:lnTo>
                    <a:pt x="592506" y="1131873"/>
                  </a:lnTo>
                  <a:lnTo>
                    <a:pt x="592526" y="1131850"/>
                  </a:lnTo>
                  <a:lnTo>
                    <a:pt x="592538" y="1131835"/>
                  </a:lnTo>
                  <a:lnTo>
                    <a:pt x="592541" y="1131825"/>
                  </a:lnTo>
                  <a:lnTo>
                    <a:pt x="592541" y="1131811"/>
                  </a:lnTo>
                  <a:lnTo>
                    <a:pt x="592535" y="1131790"/>
                  </a:lnTo>
                  <a:lnTo>
                    <a:pt x="592529" y="1131768"/>
                  </a:lnTo>
                  <a:lnTo>
                    <a:pt x="592529" y="1131751"/>
                  </a:lnTo>
                  <a:lnTo>
                    <a:pt x="592531" y="1131735"/>
                  </a:lnTo>
                  <a:lnTo>
                    <a:pt x="592540" y="1131718"/>
                  </a:lnTo>
                  <a:lnTo>
                    <a:pt x="592557" y="1131686"/>
                  </a:lnTo>
                  <a:lnTo>
                    <a:pt x="592577" y="1131660"/>
                  </a:lnTo>
                  <a:lnTo>
                    <a:pt x="592601" y="1131627"/>
                  </a:lnTo>
                  <a:lnTo>
                    <a:pt x="592611" y="1131605"/>
                  </a:lnTo>
                  <a:lnTo>
                    <a:pt x="592613" y="1131596"/>
                  </a:lnTo>
                  <a:lnTo>
                    <a:pt x="592613" y="1131578"/>
                  </a:lnTo>
                  <a:lnTo>
                    <a:pt x="592611" y="1131564"/>
                  </a:lnTo>
                  <a:lnTo>
                    <a:pt x="592603" y="1131546"/>
                  </a:lnTo>
                  <a:lnTo>
                    <a:pt x="592593" y="1131520"/>
                  </a:lnTo>
                  <a:lnTo>
                    <a:pt x="592585" y="1131493"/>
                  </a:lnTo>
                  <a:lnTo>
                    <a:pt x="592579" y="1131477"/>
                  </a:lnTo>
                  <a:lnTo>
                    <a:pt x="592579" y="1131459"/>
                  </a:lnTo>
                  <a:lnTo>
                    <a:pt x="592580" y="1131444"/>
                  </a:lnTo>
                  <a:lnTo>
                    <a:pt x="592588" y="1131423"/>
                  </a:lnTo>
                  <a:lnTo>
                    <a:pt x="592604" y="1131398"/>
                  </a:lnTo>
                  <a:lnTo>
                    <a:pt x="592619" y="1131387"/>
                  </a:lnTo>
                  <a:lnTo>
                    <a:pt x="592630" y="1131377"/>
                  </a:lnTo>
                  <a:lnTo>
                    <a:pt x="592650" y="1131365"/>
                  </a:lnTo>
                  <a:lnTo>
                    <a:pt x="592666" y="1131351"/>
                  </a:lnTo>
                  <a:lnTo>
                    <a:pt x="592675" y="1131338"/>
                  </a:lnTo>
                  <a:lnTo>
                    <a:pt x="592676" y="1131323"/>
                  </a:lnTo>
                  <a:lnTo>
                    <a:pt x="592675" y="1131303"/>
                  </a:lnTo>
                  <a:lnTo>
                    <a:pt x="592669" y="1131283"/>
                  </a:lnTo>
                  <a:lnTo>
                    <a:pt x="592667" y="1131264"/>
                  </a:lnTo>
                  <a:lnTo>
                    <a:pt x="592669" y="1131245"/>
                  </a:lnTo>
                  <a:lnTo>
                    <a:pt x="592671" y="1131224"/>
                  </a:lnTo>
                  <a:lnTo>
                    <a:pt x="592678" y="1131184"/>
                  </a:lnTo>
                  <a:lnTo>
                    <a:pt x="592683" y="1131165"/>
                  </a:lnTo>
                  <a:lnTo>
                    <a:pt x="592691" y="1131151"/>
                  </a:lnTo>
                  <a:lnTo>
                    <a:pt x="592705" y="1131134"/>
                  </a:lnTo>
                  <a:lnTo>
                    <a:pt x="592728" y="1131111"/>
                  </a:lnTo>
                  <a:lnTo>
                    <a:pt x="592746" y="1131094"/>
                  </a:lnTo>
                  <a:lnTo>
                    <a:pt x="592769" y="1131079"/>
                  </a:lnTo>
                  <a:lnTo>
                    <a:pt x="592813" y="1131056"/>
                  </a:lnTo>
                  <a:lnTo>
                    <a:pt x="592835" y="1131038"/>
                  </a:lnTo>
                  <a:lnTo>
                    <a:pt x="592871" y="1131013"/>
                  </a:lnTo>
                  <a:lnTo>
                    <a:pt x="592885" y="1131003"/>
                  </a:lnTo>
                  <a:lnTo>
                    <a:pt x="592892" y="1130996"/>
                  </a:lnTo>
                  <a:lnTo>
                    <a:pt x="592897" y="1130990"/>
                  </a:lnTo>
                  <a:lnTo>
                    <a:pt x="592899" y="1130984"/>
                  </a:lnTo>
                  <a:lnTo>
                    <a:pt x="592896" y="1130973"/>
                  </a:lnTo>
                  <a:lnTo>
                    <a:pt x="592890" y="1130948"/>
                  </a:lnTo>
                  <a:lnTo>
                    <a:pt x="592885" y="1130934"/>
                  </a:lnTo>
                  <a:lnTo>
                    <a:pt x="592871" y="1130918"/>
                  </a:lnTo>
                  <a:lnTo>
                    <a:pt x="592862" y="1130910"/>
                  </a:lnTo>
                  <a:lnTo>
                    <a:pt x="592847" y="1130899"/>
                  </a:lnTo>
                  <a:lnTo>
                    <a:pt x="592840" y="1130891"/>
                  </a:lnTo>
                  <a:lnTo>
                    <a:pt x="592833" y="1130877"/>
                  </a:lnTo>
                  <a:lnTo>
                    <a:pt x="592831" y="1130853"/>
                  </a:lnTo>
                  <a:lnTo>
                    <a:pt x="592833" y="1130841"/>
                  </a:lnTo>
                  <a:lnTo>
                    <a:pt x="592840" y="1130828"/>
                  </a:lnTo>
                  <a:lnTo>
                    <a:pt x="592846" y="1130815"/>
                  </a:lnTo>
                  <a:lnTo>
                    <a:pt x="592849" y="1130802"/>
                  </a:lnTo>
                  <a:lnTo>
                    <a:pt x="592851" y="1130790"/>
                  </a:lnTo>
                  <a:lnTo>
                    <a:pt x="592852" y="1130776"/>
                  </a:lnTo>
                  <a:lnTo>
                    <a:pt x="592848" y="1130759"/>
                  </a:lnTo>
                  <a:lnTo>
                    <a:pt x="592841" y="1130737"/>
                  </a:lnTo>
                  <a:lnTo>
                    <a:pt x="592830" y="1130711"/>
                  </a:lnTo>
                  <a:lnTo>
                    <a:pt x="592825" y="1130700"/>
                  </a:lnTo>
                  <a:lnTo>
                    <a:pt x="592810" y="1130667"/>
                  </a:lnTo>
                  <a:lnTo>
                    <a:pt x="592796" y="1130636"/>
                  </a:lnTo>
                  <a:lnTo>
                    <a:pt x="592782" y="1130606"/>
                  </a:lnTo>
                  <a:lnTo>
                    <a:pt x="592767" y="1130564"/>
                  </a:lnTo>
                  <a:lnTo>
                    <a:pt x="592745" y="1130514"/>
                  </a:lnTo>
                  <a:lnTo>
                    <a:pt x="592735" y="1130496"/>
                  </a:lnTo>
                  <a:lnTo>
                    <a:pt x="592723" y="1130482"/>
                  </a:lnTo>
                  <a:lnTo>
                    <a:pt x="592706" y="1130468"/>
                  </a:lnTo>
                  <a:lnTo>
                    <a:pt x="592683" y="1130457"/>
                  </a:lnTo>
                  <a:lnTo>
                    <a:pt x="592662" y="1130455"/>
                  </a:lnTo>
                  <a:lnTo>
                    <a:pt x="592653" y="1130455"/>
                  </a:lnTo>
                  <a:lnTo>
                    <a:pt x="592630" y="1130465"/>
                  </a:lnTo>
                  <a:lnTo>
                    <a:pt x="592609" y="1130477"/>
                  </a:lnTo>
                  <a:lnTo>
                    <a:pt x="592585" y="1130492"/>
                  </a:lnTo>
                  <a:lnTo>
                    <a:pt x="592556" y="1130521"/>
                  </a:lnTo>
                  <a:lnTo>
                    <a:pt x="592543" y="1130535"/>
                  </a:lnTo>
                  <a:lnTo>
                    <a:pt x="592537" y="1130535"/>
                  </a:lnTo>
                  <a:lnTo>
                    <a:pt x="592533" y="1130531"/>
                  </a:lnTo>
                  <a:lnTo>
                    <a:pt x="592530" y="1130512"/>
                  </a:lnTo>
                  <a:lnTo>
                    <a:pt x="592529" y="1130497"/>
                  </a:lnTo>
                  <a:lnTo>
                    <a:pt x="592522" y="1130482"/>
                  </a:lnTo>
                  <a:lnTo>
                    <a:pt x="592515" y="1130469"/>
                  </a:lnTo>
                  <a:lnTo>
                    <a:pt x="592502" y="1130449"/>
                  </a:lnTo>
                  <a:lnTo>
                    <a:pt x="592498" y="1130437"/>
                  </a:lnTo>
                  <a:lnTo>
                    <a:pt x="592493" y="1130414"/>
                  </a:lnTo>
                  <a:lnTo>
                    <a:pt x="592494" y="1130393"/>
                  </a:lnTo>
                  <a:lnTo>
                    <a:pt x="592495" y="1130370"/>
                  </a:lnTo>
                  <a:lnTo>
                    <a:pt x="592495" y="1130356"/>
                  </a:lnTo>
                  <a:lnTo>
                    <a:pt x="592491" y="1130340"/>
                  </a:lnTo>
                  <a:lnTo>
                    <a:pt x="592481" y="1130322"/>
                  </a:lnTo>
                  <a:lnTo>
                    <a:pt x="592472" y="1130305"/>
                  </a:lnTo>
                  <a:lnTo>
                    <a:pt x="592469" y="1130293"/>
                  </a:lnTo>
                  <a:lnTo>
                    <a:pt x="592469" y="1130276"/>
                  </a:lnTo>
                  <a:lnTo>
                    <a:pt x="592475" y="1130250"/>
                  </a:lnTo>
                  <a:lnTo>
                    <a:pt x="592487" y="1130219"/>
                  </a:lnTo>
                  <a:lnTo>
                    <a:pt x="592499" y="1130191"/>
                  </a:lnTo>
                  <a:lnTo>
                    <a:pt x="592505" y="1130165"/>
                  </a:lnTo>
                  <a:lnTo>
                    <a:pt x="592506" y="1130146"/>
                  </a:lnTo>
                  <a:lnTo>
                    <a:pt x="592504" y="1130126"/>
                  </a:lnTo>
                  <a:lnTo>
                    <a:pt x="592502" y="1130121"/>
                  </a:lnTo>
                  <a:lnTo>
                    <a:pt x="592495" y="1130111"/>
                  </a:lnTo>
                  <a:lnTo>
                    <a:pt x="592492" y="1130104"/>
                  </a:lnTo>
                  <a:lnTo>
                    <a:pt x="592491" y="1130096"/>
                  </a:lnTo>
                  <a:lnTo>
                    <a:pt x="592490" y="1130084"/>
                  </a:lnTo>
                  <a:lnTo>
                    <a:pt x="592488" y="1130064"/>
                  </a:lnTo>
                  <a:lnTo>
                    <a:pt x="592483" y="1130046"/>
                  </a:lnTo>
                  <a:lnTo>
                    <a:pt x="592476" y="1130026"/>
                  </a:lnTo>
                  <a:lnTo>
                    <a:pt x="592469" y="1130013"/>
                  </a:lnTo>
                  <a:lnTo>
                    <a:pt x="592457" y="1129998"/>
                  </a:lnTo>
                  <a:lnTo>
                    <a:pt x="592449" y="1129980"/>
                  </a:lnTo>
                  <a:lnTo>
                    <a:pt x="592448" y="1129969"/>
                  </a:lnTo>
                  <a:lnTo>
                    <a:pt x="592447" y="1129949"/>
                  </a:lnTo>
                  <a:lnTo>
                    <a:pt x="592450" y="1129933"/>
                  </a:lnTo>
                  <a:lnTo>
                    <a:pt x="592456" y="1129920"/>
                  </a:lnTo>
                  <a:lnTo>
                    <a:pt x="592466" y="1129905"/>
                  </a:lnTo>
                  <a:lnTo>
                    <a:pt x="592469" y="1129889"/>
                  </a:lnTo>
                  <a:lnTo>
                    <a:pt x="592470" y="1129867"/>
                  </a:lnTo>
                  <a:lnTo>
                    <a:pt x="592471" y="1129852"/>
                  </a:lnTo>
                  <a:lnTo>
                    <a:pt x="592469" y="1129833"/>
                  </a:lnTo>
                  <a:lnTo>
                    <a:pt x="592464" y="1129816"/>
                  </a:lnTo>
                  <a:lnTo>
                    <a:pt x="592462" y="1129797"/>
                  </a:lnTo>
                  <a:lnTo>
                    <a:pt x="592463" y="1129778"/>
                  </a:lnTo>
                  <a:lnTo>
                    <a:pt x="592465" y="1129766"/>
                  </a:lnTo>
                  <a:lnTo>
                    <a:pt x="592467" y="1129752"/>
                  </a:lnTo>
                  <a:lnTo>
                    <a:pt x="592473" y="1129743"/>
                  </a:lnTo>
                  <a:lnTo>
                    <a:pt x="592480" y="1129734"/>
                  </a:lnTo>
                  <a:lnTo>
                    <a:pt x="592496" y="1129723"/>
                  </a:lnTo>
                  <a:lnTo>
                    <a:pt x="592514" y="1129712"/>
                  </a:lnTo>
                  <a:lnTo>
                    <a:pt x="592530" y="1129701"/>
                  </a:lnTo>
                  <a:lnTo>
                    <a:pt x="592546" y="1129692"/>
                  </a:lnTo>
                  <a:lnTo>
                    <a:pt x="592550" y="1129686"/>
                  </a:lnTo>
                  <a:lnTo>
                    <a:pt x="592551" y="1129678"/>
                  </a:lnTo>
                  <a:lnTo>
                    <a:pt x="592551" y="1129669"/>
                  </a:lnTo>
                  <a:lnTo>
                    <a:pt x="592546" y="1129653"/>
                  </a:lnTo>
                  <a:lnTo>
                    <a:pt x="592535" y="1129631"/>
                  </a:lnTo>
                  <a:lnTo>
                    <a:pt x="592534" y="1129624"/>
                  </a:lnTo>
                  <a:lnTo>
                    <a:pt x="592535" y="1129614"/>
                  </a:lnTo>
                  <a:lnTo>
                    <a:pt x="592542" y="1129590"/>
                  </a:lnTo>
                  <a:lnTo>
                    <a:pt x="592544" y="1129543"/>
                  </a:lnTo>
                  <a:lnTo>
                    <a:pt x="592541" y="1129522"/>
                  </a:lnTo>
                  <a:lnTo>
                    <a:pt x="592531" y="1129502"/>
                  </a:lnTo>
                  <a:lnTo>
                    <a:pt x="592513" y="1129472"/>
                  </a:lnTo>
                  <a:lnTo>
                    <a:pt x="592507" y="1129460"/>
                  </a:lnTo>
                  <a:lnTo>
                    <a:pt x="592506" y="1129453"/>
                  </a:lnTo>
                  <a:lnTo>
                    <a:pt x="592507" y="1129432"/>
                  </a:lnTo>
                  <a:lnTo>
                    <a:pt x="592510" y="1129402"/>
                  </a:lnTo>
                  <a:lnTo>
                    <a:pt x="592512" y="1129364"/>
                  </a:lnTo>
                  <a:lnTo>
                    <a:pt x="592515" y="1129336"/>
                  </a:lnTo>
                  <a:lnTo>
                    <a:pt x="592515" y="1129289"/>
                  </a:lnTo>
                  <a:lnTo>
                    <a:pt x="592511" y="1129275"/>
                  </a:lnTo>
                  <a:lnTo>
                    <a:pt x="592504" y="1129265"/>
                  </a:lnTo>
                  <a:lnTo>
                    <a:pt x="592495" y="1129256"/>
                  </a:lnTo>
                  <a:lnTo>
                    <a:pt x="592490" y="1129250"/>
                  </a:lnTo>
                  <a:lnTo>
                    <a:pt x="592489" y="1129244"/>
                  </a:lnTo>
                  <a:lnTo>
                    <a:pt x="592491" y="1129232"/>
                  </a:lnTo>
                  <a:lnTo>
                    <a:pt x="592499" y="1129210"/>
                  </a:lnTo>
                  <a:lnTo>
                    <a:pt x="592514" y="1129174"/>
                  </a:lnTo>
                  <a:lnTo>
                    <a:pt x="592521" y="1129152"/>
                  </a:lnTo>
                  <a:lnTo>
                    <a:pt x="592526" y="1129135"/>
                  </a:lnTo>
                  <a:lnTo>
                    <a:pt x="592534" y="1129116"/>
                  </a:lnTo>
                  <a:lnTo>
                    <a:pt x="592554" y="1129081"/>
                  </a:lnTo>
                  <a:lnTo>
                    <a:pt x="592571" y="1129047"/>
                  </a:lnTo>
                  <a:lnTo>
                    <a:pt x="592584" y="1129026"/>
                  </a:lnTo>
                  <a:lnTo>
                    <a:pt x="592606" y="1128989"/>
                  </a:lnTo>
                  <a:lnTo>
                    <a:pt x="592618" y="1128965"/>
                  </a:lnTo>
                  <a:lnTo>
                    <a:pt x="592626" y="1128947"/>
                  </a:lnTo>
                  <a:lnTo>
                    <a:pt x="592646" y="1128901"/>
                  </a:lnTo>
                  <a:lnTo>
                    <a:pt x="592656" y="1128860"/>
                  </a:lnTo>
                  <a:lnTo>
                    <a:pt x="592672" y="1128835"/>
                  </a:lnTo>
                  <a:lnTo>
                    <a:pt x="592681" y="1128811"/>
                  </a:lnTo>
                  <a:lnTo>
                    <a:pt x="592683" y="1128798"/>
                  </a:lnTo>
                  <a:lnTo>
                    <a:pt x="592680" y="1128786"/>
                  </a:lnTo>
                  <a:lnTo>
                    <a:pt x="592676" y="1128776"/>
                  </a:lnTo>
                  <a:lnTo>
                    <a:pt x="592670" y="1128766"/>
                  </a:lnTo>
                  <a:lnTo>
                    <a:pt x="592667" y="1128756"/>
                  </a:lnTo>
                  <a:lnTo>
                    <a:pt x="592666" y="1128744"/>
                  </a:lnTo>
                  <a:lnTo>
                    <a:pt x="592668" y="1128715"/>
                  </a:lnTo>
                  <a:lnTo>
                    <a:pt x="592677" y="1128671"/>
                  </a:lnTo>
                  <a:lnTo>
                    <a:pt x="592682" y="1128643"/>
                  </a:lnTo>
                  <a:lnTo>
                    <a:pt x="592684" y="1128633"/>
                  </a:lnTo>
                  <a:lnTo>
                    <a:pt x="592685" y="1128623"/>
                  </a:lnTo>
                  <a:lnTo>
                    <a:pt x="592681" y="1128607"/>
                  </a:lnTo>
                  <a:lnTo>
                    <a:pt x="592679" y="1128577"/>
                  </a:lnTo>
                  <a:lnTo>
                    <a:pt x="592679" y="1128553"/>
                  </a:lnTo>
                  <a:lnTo>
                    <a:pt x="592682" y="1128535"/>
                  </a:lnTo>
                  <a:lnTo>
                    <a:pt x="592692" y="1128516"/>
                  </a:lnTo>
                  <a:lnTo>
                    <a:pt x="592718" y="1128488"/>
                  </a:lnTo>
                  <a:lnTo>
                    <a:pt x="592727" y="1128483"/>
                  </a:lnTo>
                  <a:lnTo>
                    <a:pt x="592735" y="1128476"/>
                  </a:lnTo>
                  <a:lnTo>
                    <a:pt x="592740" y="1128468"/>
                  </a:lnTo>
                  <a:lnTo>
                    <a:pt x="592740" y="1128462"/>
                  </a:lnTo>
                  <a:lnTo>
                    <a:pt x="592738" y="1128453"/>
                  </a:lnTo>
                  <a:lnTo>
                    <a:pt x="592728" y="1128439"/>
                  </a:lnTo>
                  <a:lnTo>
                    <a:pt x="592709" y="1128419"/>
                  </a:lnTo>
                  <a:lnTo>
                    <a:pt x="592691" y="1128388"/>
                  </a:lnTo>
                  <a:lnTo>
                    <a:pt x="592687" y="1128372"/>
                  </a:lnTo>
                  <a:lnTo>
                    <a:pt x="592688" y="1128357"/>
                  </a:lnTo>
                  <a:lnTo>
                    <a:pt x="592692" y="1128346"/>
                  </a:lnTo>
                  <a:lnTo>
                    <a:pt x="592703" y="1128336"/>
                  </a:lnTo>
                  <a:lnTo>
                    <a:pt x="592708" y="1128328"/>
                  </a:lnTo>
                  <a:lnTo>
                    <a:pt x="592710" y="1128320"/>
                  </a:lnTo>
                  <a:lnTo>
                    <a:pt x="592710" y="1128312"/>
                  </a:lnTo>
                  <a:lnTo>
                    <a:pt x="592708" y="1128303"/>
                  </a:lnTo>
                  <a:lnTo>
                    <a:pt x="592700" y="1128292"/>
                  </a:lnTo>
                  <a:lnTo>
                    <a:pt x="592688" y="1128282"/>
                  </a:lnTo>
                  <a:lnTo>
                    <a:pt x="592667" y="1128266"/>
                  </a:lnTo>
                  <a:lnTo>
                    <a:pt x="592658" y="1128258"/>
                  </a:lnTo>
                  <a:lnTo>
                    <a:pt x="592654" y="1128252"/>
                  </a:lnTo>
                  <a:lnTo>
                    <a:pt x="592654" y="1128246"/>
                  </a:lnTo>
                  <a:lnTo>
                    <a:pt x="592655" y="1128231"/>
                  </a:lnTo>
                  <a:lnTo>
                    <a:pt x="592663" y="1128211"/>
                  </a:lnTo>
                  <a:lnTo>
                    <a:pt x="592673" y="1128190"/>
                  </a:lnTo>
                  <a:lnTo>
                    <a:pt x="592676" y="1128154"/>
                  </a:lnTo>
                  <a:lnTo>
                    <a:pt x="592676" y="1128122"/>
                  </a:lnTo>
                  <a:lnTo>
                    <a:pt x="592674" y="1128110"/>
                  </a:lnTo>
                  <a:lnTo>
                    <a:pt x="592671" y="1128090"/>
                  </a:lnTo>
                  <a:lnTo>
                    <a:pt x="592665" y="1128035"/>
                  </a:lnTo>
                  <a:lnTo>
                    <a:pt x="592660" y="1128007"/>
                  </a:lnTo>
                  <a:lnTo>
                    <a:pt x="592657" y="1127976"/>
                  </a:lnTo>
                  <a:lnTo>
                    <a:pt x="592652" y="1127953"/>
                  </a:lnTo>
                  <a:lnTo>
                    <a:pt x="592649" y="1127934"/>
                  </a:lnTo>
                  <a:lnTo>
                    <a:pt x="592637" y="1127904"/>
                  </a:lnTo>
                  <a:lnTo>
                    <a:pt x="592624" y="1127874"/>
                  </a:lnTo>
                  <a:lnTo>
                    <a:pt x="592611" y="1127856"/>
                  </a:lnTo>
                  <a:lnTo>
                    <a:pt x="592594" y="1127832"/>
                  </a:lnTo>
                  <a:lnTo>
                    <a:pt x="592581" y="1127812"/>
                  </a:lnTo>
                  <a:lnTo>
                    <a:pt x="592579" y="1127803"/>
                  </a:lnTo>
                  <a:lnTo>
                    <a:pt x="592580" y="1127797"/>
                  </a:lnTo>
                  <a:lnTo>
                    <a:pt x="592592" y="1127783"/>
                  </a:lnTo>
                  <a:lnTo>
                    <a:pt x="592609" y="1127768"/>
                  </a:lnTo>
                  <a:lnTo>
                    <a:pt x="592633" y="1127747"/>
                  </a:lnTo>
                  <a:lnTo>
                    <a:pt x="592649" y="1127734"/>
                  </a:lnTo>
                  <a:lnTo>
                    <a:pt x="592662" y="1127717"/>
                  </a:lnTo>
                  <a:lnTo>
                    <a:pt x="592691" y="1127688"/>
                  </a:lnTo>
                  <a:lnTo>
                    <a:pt x="592714" y="1127671"/>
                  </a:lnTo>
                  <a:lnTo>
                    <a:pt x="592736" y="1127657"/>
                  </a:lnTo>
                  <a:lnTo>
                    <a:pt x="592765" y="1127629"/>
                  </a:lnTo>
                  <a:lnTo>
                    <a:pt x="592782" y="1127613"/>
                  </a:lnTo>
                  <a:lnTo>
                    <a:pt x="592793" y="1127605"/>
                  </a:lnTo>
                  <a:lnTo>
                    <a:pt x="592809" y="1127599"/>
                  </a:lnTo>
                  <a:lnTo>
                    <a:pt x="592827" y="1127595"/>
                  </a:lnTo>
                  <a:lnTo>
                    <a:pt x="592841" y="1127591"/>
                  </a:lnTo>
                  <a:lnTo>
                    <a:pt x="592858" y="1127582"/>
                  </a:lnTo>
                  <a:lnTo>
                    <a:pt x="592882" y="1127564"/>
                  </a:lnTo>
                  <a:lnTo>
                    <a:pt x="592917" y="1127537"/>
                  </a:lnTo>
                  <a:lnTo>
                    <a:pt x="592945" y="1127515"/>
                  </a:lnTo>
                  <a:lnTo>
                    <a:pt x="592977" y="1127491"/>
                  </a:lnTo>
                  <a:lnTo>
                    <a:pt x="593029" y="1127460"/>
                  </a:lnTo>
                  <a:lnTo>
                    <a:pt x="593048" y="1127450"/>
                  </a:lnTo>
                  <a:lnTo>
                    <a:pt x="593060" y="1127436"/>
                  </a:lnTo>
                  <a:lnTo>
                    <a:pt x="593070" y="1127415"/>
                  </a:lnTo>
                  <a:lnTo>
                    <a:pt x="593084" y="1127403"/>
                  </a:lnTo>
                  <a:lnTo>
                    <a:pt x="593094" y="1127388"/>
                  </a:lnTo>
                  <a:lnTo>
                    <a:pt x="593103" y="1127366"/>
                  </a:lnTo>
                  <a:lnTo>
                    <a:pt x="593116" y="1127354"/>
                  </a:lnTo>
                  <a:lnTo>
                    <a:pt x="593132" y="1127343"/>
                  </a:lnTo>
                  <a:lnTo>
                    <a:pt x="593147" y="1127334"/>
                  </a:lnTo>
                  <a:lnTo>
                    <a:pt x="593168" y="1127319"/>
                  </a:lnTo>
                  <a:lnTo>
                    <a:pt x="593196" y="1127305"/>
                  </a:lnTo>
                  <a:lnTo>
                    <a:pt x="593230" y="1127291"/>
                  </a:lnTo>
                  <a:lnTo>
                    <a:pt x="593255" y="1127279"/>
                  </a:lnTo>
                  <a:lnTo>
                    <a:pt x="593274" y="1127268"/>
                  </a:lnTo>
                  <a:lnTo>
                    <a:pt x="593311" y="1127239"/>
                  </a:lnTo>
                  <a:lnTo>
                    <a:pt x="593325" y="1127232"/>
                  </a:lnTo>
                  <a:lnTo>
                    <a:pt x="593351" y="1127228"/>
                  </a:lnTo>
                  <a:lnTo>
                    <a:pt x="593390" y="1127220"/>
                  </a:lnTo>
                  <a:lnTo>
                    <a:pt x="593404" y="1127211"/>
                  </a:lnTo>
                  <a:lnTo>
                    <a:pt x="593416" y="1127199"/>
                  </a:lnTo>
                  <a:lnTo>
                    <a:pt x="593451" y="1127182"/>
                  </a:lnTo>
                  <a:lnTo>
                    <a:pt x="593467" y="1127171"/>
                  </a:lnTo>
                  <a:lnTo>
                    <a:pt x="593474" y="1127161"/>
                  </a:lnTo>
                  <a:lnTo>
                    <a:pt x="593475" y="1127146"/>
                  </a:lnTo>
                  <a:lnTo>
                    <a:pt x="593472" y="1127134"/>
                  </a:lnTo>
                  <a:lnTo>
                    <a:pt x="593470" y="1127108"/>
                  </a:lnTo>
                  <a:lnTo>
                    <a:pt x="593472" y="1127091"/>
                  </a:lnTo>
                  <a:lnTo>
                    <a:pt x="593479" y="1127069"/>
                  </a:lnTo>
                  <a:lnTo>
                    <a:pt x="593495" y="1127037"/>
                  </a:lnTo>
                  <a:lnTo>
                    <a:pt x="593517" y="1127011"/>
                  </a:lnTo>
                  <a:lnTo>
                    <a:pt x="593522" y="1127002"/>
                  </a:lnTo>
                  <a:lnTo>
                    <a:pt x="593535" y="1126970"/>
                  </a:lnTo>
                  <a:lnTo>
                    <a:pt x="593547" y="1126948"/>
                  </a:lnTo>
                  <a:lnTo>
                    <a:pt x="593554" y="1126935"/>
                  </a:lnTo>
                  <a:lnTo>
                    <a:pt x="593554" y="1126913"/>
                  </a:lnTo>
                  <a:lnTo>
                    <a:pt x="593555" y="1126880"/>
                  </a:lnTo>
                  <a:lnTo>
                    <a:pt x="593554" y="1126855"/>
                  </a:lnTo>
                  <a:lnTo>
                    <a:pt x="593550" y="1126841"/>
                  </a:lnTo>
                  <a:lnTo>
                    <a:pt x="593542" y="1126812"/>
                  </a:lnTo>
                  <a:lnTo>
                    <a:pt x="593537" y="1126797"/>
                  </a:lnTo>
                  <a:lnTo>
                    <a:pt x="593525" y="1126782"/>
                  </a:lnTo>
                  <a:lnTo>
                    <a:pt x="593510" y="1126756"/>
                  </a:lnTo>
                  <a:lnTo>
                    <a:pt x="593500" y="1126743"/>
                  </a:lnTo>
                  <a:lnTo>
                    <a:pt x="593489" y="1126733"/>
                  </a:lnTo>
                  <a:lnTo>
                    <a:pt x="593482" y="1126719"/>
                  </a:lnTo>
                  <a:lnTo>
                    <a:pt x="593473" y="1126703"/>
                  </a:lnTo>
                  <a:lnTo>
                    <a:pt x="593468" y="1126690"/>
                  </a:lnTo>
                  <a:lnTo>
                    <a:pt x="593467" y="1126681"/>
                  </a:lnTo>
                  <a:lnTo>
                    <a:pt x="593469" y="1126670"/>
                  </a:lnTo>
                  <a:lnTo>
                    <a:pt x="593479" y="1126641"/>
                  </a:lnTo>
                  <a:lnTo>
                    <a:pt x="593484" y="1126625"/>
                  </a:lnTo>
                  <a:lnTo>
                    <a:pt x="593491" y="1126587"/>
                  </a:lnTo>
                  <a:lnTo>
                    <a:pt x="593492" y="1126568"/>
                  </a:lnTo>
                  <a:lnTo>
                    <a:pt x="593491" y="1126556"/>
                  </a:lnTo>
                  <a:lnTo>
                    <a:pt x="593488" y="1126540"/>
                  </a:lnTo>
                  <a:lnTo>
                    <a:pt x="593486" y="1126514"/>
                  </a:lnTo>
                  <a:lnTo>
                    <a:pt x="593486" y="1126505"/>
                  </a:lnTo>
                  <a:lnTo>
                    <a:pt x="593491" y="1126486"/>
                  </a:lnTo>
                  <a:lnTo>
                    <a:pt x="593501" y="1126473"/>
                  </a:lnTo>
                  <a:lnTo>
                    <a:pt x="593511" y="1126461"/>
                  </a:lnTo>
                  <a:lnTo>
                    <a:pt x="593524" y="1126436"/>
                  </a:lnTo>
                  <a:lnTo>
                    <a:pt x="593525" y="1126415"/>
                  </a:lnTo>
                  <a:lnTo>
                    <a:pt x="593524" y="1126396"/>
                  </a:lnTo>
                  <a:lnTo>
                    <a:pt x="593517" y="1126369"/>
                  </a:lnTo>
                  <a:lnTo>
                    <a:pt x="593517" y="1126345"/>
                  </a:lnTo>
                  <a:lnTo>
                    <a:pt x="593515" y="1126317"/>
                  </a:lnTo>
                  <a:lnTo>
                    <a:pt x="593514" y="1126296"/>
                  </a:lnTo>
                  <a:lnTo>
                    <a:pt x="593515" y="1126276"/>
                  </a:lnTo>
                  <a:lnTo>
                    <a:pt x="593518" y="1126254"/>
                  </a:lnTo>
                  <a:lnTo>
                    <a:pt x="593525" y="1126237"/>
                  </a:lnTo>
                  <a:lnTo>
                    <a:pt x="593541" y="1126221"/>
                  </a:lnTo>
                  <a:lnTo>
                    <a:pt x="593565" y="1126206"/>
                  </a:lnTo>
                  <a:lnTo>
                    <a:pt x="593601" y="1126190"/>
                  </a:lnTo>
                  <a:lnTo>
                    <a:pt x="593629" y="1126165"/>
                  </a:lnTo>
                  <a:lnTo>
                    <a:pt x="593650" y="1126141"/>
                  </a:lnTo>
                  <a:lnTo>
                    <a:pt x="593665" y="1126124"/>
                  </a:lnTo>
                  <a:lnTo>
                    <a:pt x="593691" y="1126089"/>
                  </a:lnTo>
                  <a:lnTo>
                    <a:pt x="593717" y="1126060"/>
                  </a:lnTo>
                  <a:lnTo>
                    <a:pt x="593738" y="1126037"/>
                  </a:lnTo>
                  <a:lnTo>
                    <a:pt x="593757" y="1126015"/>
                  </a:lnTo>
                  <a:lnTo>
                    <a:pt x="593769" y="1125996"/>
                  </a:lnTo>
                  <a:lnTo>
                    <a:pt x="593768" y="1125986"/>
                  </a:lnTo>
                  <a:lnTo>
                    <a:pt x="593765" y="1125974"/>
                  </a:lnTo>
                  <a:lnTo>
                    <a:pt x="593759" y="1125950"/>
                  </a:lnTo>
                  <a:lnTo>
                    <a:pt x="593749" y="1125931"/>
                  </a:lnTo>
                  <a:lnTo>
                    <a:pt x="593739" y="1125913"/>
                  </a:lnTo>
                  <a:lnTo>
                    <a:pt x="593725" y="1125894"/>
                  </a:lnTo>
                  <a:lnTo>
                    <a:pt x="593702" y="1125856"/>
                  </a:lnTo>
                  <a:lnTo>
                    <a:pt x="593684" y="1125819"/>
                  </a:lnTo>
                  <a:lnTo>
                    <a:pt x="593676" y="1125800"/>
                  </a:lnTo>
                  <a:lnTo>
                    <a:pt x="593668" y="1125783"/>
                  </a:lnTo>
                  <a:lnTo>
                    <a:pt x="593659" y="1125771"/>
                  </a:lnTo>
                  <a:lnTo>
                    <a:pt x="593656" y="1125764"/>
                  </a:lnTo>
                  <a:lnTo>
                    <a:pt x="593640" y="1125750"/>
                  </a:lnTo>
                  <a:lnTo>
                    <a:pt x="593605" y="1125716"/>
                  </a:lnTo>
                  <a:lnTo>
                    <a:pt x="593575" y="1125697"/>
                  </a:lnTo>
                  <a:lnTo>
                    <a:pt x="593560" y="1125681"/>
                  </a:lnTo>
                  <a:lnTo>
                    <a:pt x="593550" y="1125668"/>
                  </a:lnTo>
                  <a:lnTo>
                    <a:pt x="593515" y="1125622"/>
                  </a:lnTo>
                  <a:lnTo>
                    <a:pt x="593494" y="1125597"/>
                  </a:lnTo>
                  <a:lnTo>
                    <a:pt x="593470" y="1125572"/>
                  </a:lnTo>
                  <a:lnTo>
                    <a:pt x="593457" y="1125556"/>
                  </a:lnTo>
                  <a:lnTo>
                    <a:pt x="593448" y="1125530"/>
                  </a:lnTo>
                  <a:lnTo>
                    <a:pt x="593432" y="1125480"/>
                  </a:lnTo>
                  <a:lnTo>
                    <a:pt x="593425" y="1125439"/>
                  </a:lnTo>
                  <a:lnTo>
                    <a:pt x="593416" y="1125393"/>
                  </a:lnTo>
                  <a:lnTo>
                    <a:pt x="593415" y="1125353"/>
                  </a:lnTo>
                  <a:lnTo>
                    <a:pt x="593416" y="1125320"/>
                  </a:lnTo>
                  <a:lnTo>
                    <a:pt x="593414" y="1125283"/>
                  </a:lnTo>
                  <a:lnTo>
                    <a:pt x="593411" y="1125257"/>
                  </a:lnTo>
                  <a:lnTo>
                    <a:pt x="593409" y="1125237"/>
                  </a:lnTo>
                  <a:lnTo>
                    <a:pt x="593403" y="1125215"/>
                  </a:lnTo>
                  <a:lnTo>
                    <a:pt x="593393" y="1125201"/>
                  </a:lnTo>
                  <a:lnTo>
                    <a:pt x="593377" y="1125144"/>
                  </a:lnTo>
                  <a:lnTo>
                    <a:pt x="593377" y="1125120"/>
                  </a:lnTo>
                  <a:lnTo>
                    <a:pt x="593377" y="1125102"/>
                  </a:lnTo>
                  <a:lnTo>
                    <a:pt x="593381" y="1125085"/>
                  </a:lnTo>
                  <a:lnTo>
                    <a:pt x="593388" y="1125066"/>
                  </a:lnTo>
                  <a:lnTo>
                    <a:pt x="593395" y="1125048"/>
                  </a:lnTo>
                  <a:lnTo>
                    <a:pt x="593398" y="1125026"/>
                  </a:lnTo>
                  <a:lnTo>
                    <a:pt x="593398" y="1125008"/>
                  </a:lnTo>
                  <a:lnTo>
                    <a:pt x="593399" y="1124982"/>
                  </a:lnTo>
                  <a:lnTo>
                    <a:pt x="593402" y="1124959"/>
                  </a:lnTo>
                  <a:lnTo>
                    <a:pt x="593407" y="1124945"/>
                  </a:lnTo>
                  <a:lnTo>
                    <a:pt x="593415" y="1124926"/>
                  </a:lnTo>
                  <a:lnTo>
                    <a:pt x="593442" y="1124890"/>
                  </a:lnTo>
                  <a:lnTo>
                    <a:pt x="593462" y="1124868"/>
                  </a:lnTo>
                  <a:lnTo>
                    <a:pt x="593472" y="1124852"/>
                  </a:lnTo>
                  <a:lnTo>
                    <a:pt x="593477" y="1124834"/>
                  </a:lnTo>
                  <a:lnTo>
                    <a:pt x="593477" y="1124818"/>
                  </a:lnTo>
                  <a:lnTo>
                    <a:pt x="593477" y="1124796"/>
                  </a:lnTo>
                  <a:lnTo>
                    <a:pt x="593468" y="1124764"/>
                  </a:lnTo>
                  <a:lnTo>
                    <a:pt x="593464" y="1124729"/>
                  </a:lnTo>
                  <a:lnTo>
                    <a:pt x="593467" y="1124710"/>
                  </a:lnTo>
                  <a:lnTo>
                    <a:pt x="593471" y="1124682"/>
                  </a:lnTo>
                  <a:lnTo>
                    <a:pt x="593476" y="1124668"/>
                  </a:lnTo>
                  <a:lnTo>
                    <a:pt x="593487" y="1124647"/>
                  </a:lnTo>
                  <a:lnTo>
                    <a:pt x="593507" y="1124624"/>
                  </a:lnTo>
                  <a:lnTo>
                    <a:pt x="593517" y="1124605"/>
                  </a:lnTo>
                  <a:lnTo>
                    <a:pt x="593520" y="1124585"/>
                  </a:lnTo>
                  <a:lnTo>
                    <a:pt x="593521" y="1124564"/>
                  </a:lnTo>
                  <a:lnTo>
                    <a:pt x="593530" y="1124540"/>
                  </a:lnTo>
                  <a:lnTo>
                    <a:pt x="593535" y="1124516"/>
                  </a:lnTo>
                  <a:lnTo>
                    <a:pt x="593537" y="1124493"/>
                  </a:lnTo>
                  <a:lnTo>
                    <a:pt x="593538" y="1124484"/>
                  </a:lnTo>
                  <a:lnTo>
                    <a:pt x="593538" y="1124476"/>
                  </a:lnTo>
                  <a:lnTo>
                    <a:pt x="593535" y="1124462"/>
                  </a:lnTo>
                  <a:lnTo>
                    <a:pt x="593522" y="1124446"/>
                  </a:lnTo>
                  <a:lnTo>
                    <a:pt x="593506" y="1124428"/>
                  </a:lnTo>
                  <a:lnTo>
                    <a:pt x="593484" y="1124406"/>
                  </a:lnTo>
                  <a:lnTo>
                    <a:pt x="593454" y="1124380"/>
                  </a:lnTo>
                  <a:lnTo>
                    <a:pt x="593421" y="1124354"/>
                  </a:lnTo>
                  <a:lnTo>
                    <a:pt x="593398" y="1124335"/>
                  </a:lnTo>
                  <a:lnTo>
                    <a:pt x="593369" y="1124323"/>
                  </a:lnTo>
                  <a:lnTo>
                    <a:pt x="593351" y="1124314"/>
                  </a:lnTo>
                  <a:lnTo>
                    <a:pt x="593338" y="1124301"/>
                  </a:lnTo>
                  <a:lnTo>
                    <a:pt x="593321" y="1124287"/>
                  </a:lnTo>
                  <a:lnTo>
                    <a:pt x="593302" y="1124267"/>
                  </a:lnTo>
                  <a:lnTo>
                    <a:pt x="593283" y="1124249"/>
                  </a:lnTo>
                  <a:lnTo>
                    <a:pt x="593245" y="1124221"/>
                  </a:lnTo>
                  <a:lnTo>
                    <a:pt x="593205" y="1124196"/>
                  </a:lnTo>
                  <a:lnTo>
                    <a:pt x="593179" y="1124166"/>
                  </a:lnTo>
                  <a:lnTo>
                    <a:pt x="593165" y="1124148"/>
                  </a:lnTo>
                  <a:lnTo>
                    <a:pt x="593147" y="1124129"/>
                  </a:lnTo>
                  <a:lnTo>
                    <a:pt x="593134" y="1124120"/>
                  </a:lnTo>
                  <a:lnTo>
                    <a:pt x="593131" y="1124107"/>
                  </a:lnTo>
                  <a:lnTo>
                    <a:pt x="593136" y="1124092"/>
                  </a:lnTo>
                  <a:lnTo>
                    <a:pt x="593143" y="1124065"/>
                  </a:lnTo>
                  <a:lnTo>
                    <a:pt x="593144" y="1124046"/>
                  </a:lnTo>
                  <a:lnTo>
                    <a:pt x="593148" y="1124007"/>
                  </a:lnTo>
                  <a:lnTo>
                    <a:pt x="593147" y="1123981"/>
                  </a:lnTo>
                  <a:lnTo>
                    <a:pt x="593142" y="1123963"/>
                  </a:lnTo>
                  <a:lnTo>
                    <a:pt x="593132" y="1123944"/>
                  </a:lnTo>
                  <a:lnTo>
                    <a:pt x="593120" y="1123916"/>
                  </a:lnTo>
                  <a:lnTo>
                    <a:pt x="593107" y="1123893"/>
                  </a:lnTo>
                  <a:lnTo>
                    <a:pt x="593094" y="1123879"/>
                  </a:lnTo>
                  <a:lnTo>
                    <a:pt x="593078" y="1123854"/>
                  </a:lnTo>
                  <a:lnTo>
                    <a:pt x="593069" y="1123842"/>
                  </a:lnTo>
                  <a:lnTo>
                    <a:pt x="593061" y="1123828"/>
                  </a:lnTo>
                  <a:lnTo>
                    <a:pt x="593050" y="1123798"/>
                  </a:lnTo>
                  <a:lnTo>
                    <a:pt x="593047" y="1123775"/>
                  </a:lnTo>
                  <a:lnTo>
                    <a:pt x="593047" y="1123750"/>
                  </a:lnTo>
                  <a:lnTo>
                    <a:pt x="593048" y="1123714"/>
                  </a:lnTo>
                  <a:lnTo>
                    <a:pt x="593070" y="1123644"/>
                  </a:lnTo>
                  <a:lnTo>
                    <a:pt x="593070" y="1123623"/>
                  </a:lnTo>
                  <a:lnTo>
                    <a:pt x="593067" y="1123612"/>
                  </a:lnTo>
                  <a:lnTo>
                    <a:pt x="593060" y="1123599"/>
                  </a:lnTo>
                  <a:lnTo>
                    <a:pt x="593048" y="1123579"/>
                  </a:lnTo>
                  <a:lnTo>
                    <a:pt x="593031" y="1123558"/>
                  </a:lnTo>
                  <a:lnTo>
                    <a:pt x="593022" y="1123536"/>
                  </a:lnTo>
                  <a:lnTo>
                    <a:pt x="593022" y="1123521"/>
                  </a:lnTo>
                  <a:lnTo>
                    <a:pt x="593025" y="1123505"/>
                  </a:lnTo>
                  <a:lnTo>
                    <a:pt x="593031" y="1123484"/>
                  </a:lnTo>
                  <a:lnTo>
                    <a:pt x="593053" y="1123441"/>
                  </a:lnTo>
                  <a:lnTo>
                    <a:pt x="593061" y="1123426"/>
                  </a:lnTo>
                  <a:lnTo>
                    <a:pt x="593061" y="1123416"/>
                  </a:lnTo>
                  <a:lnTo>
                    <a:pt x="593058" y="1123407"/>
                  </a:lnTo>
                  <a:lnTo>
                    <a:pt x="593051" y="1123399"/>
                  </a:lnTo>
                  <a:lnTo>
                    <a:pt x="593025" y="1123382"/>
                  </a:lnTo>
                  <a:lnTo>
                    <a:pt x="592982" y="1123348"/>
                  </a:lnTo>
                  <a:lnTo>
                    <a:pt x="592961" y="1123327"/>
                  </a:lnTo>
                  <a:lnTo>
                    <a:pt x="592943" y="1123290"/>
                  </a:lnTo>
                  <a:lnTo>
                    <a:pt x="592926" y="1123267"/>
                  </a:lnTo>
                  <a:lnTo>
                    <a:pt x="592914" y="1123253"/>
                  </a:lnTo>
                  <a:lnTo>
                    <a:pt x="592898" y="1123242"/>
                  </a:lnTo>
                  <a:lnTo>
                    <a:pt x="592881" y="1123232"/>
                  </a:lnTo>
                  <a:lnTo>
                    <a:pt x="592865" y="1123219"/>
                  </a:lnTo>
                  <a:lnTo>
                    <a:pt x="592846" y="1123201"/>
                  </a:lnTo>
                  <a:lnTo>
                    <a:pt x="592822" y="1123169"/>
                  </a:lnTo>
                  <a:lnTo>
                    <a:pt x="592810" y="1123143"/>
                  </a:lnTo>
                  <a:lnTo>
                    <a:pt x="592805" y="1123121"/>
                  </a:lnTo>
                  <a:lnTo>
                    <a:pt x="592806" y="1123096"/>
                  </a:lnTo>
                  <a:lnTo>
                    <a:pt x="592808" y="1123073"/>
                  </a:lnTo>
                  <a:lnTo>
                    <a:pt x="592809" y="1123055"/>
                  </a:lnTo>
                  <a:lnTo>
                    <a:pt x="592808" y="1123050"/>
                  </a:lnTo>
                  <a:lnTo>
                    <a:pt x="592804" y="1123040"/>
                  </a:lnTo>
                  <a:lnTo>
                    <a:pt x="592793" y="1123031"/>
                  </a:lnTo>
                  <a:lnTo>
                    <a:pt x="592775" y="1123020"/>
                  </a:lnTo>
                  <a:lnTo>
                    <a:pt x="592757" y="1123008"/>
                  </a:lnTo>
                  <a:lnTo>
                    <a:pt x="592745" y="1122998"/>
                  </a:lnTo>
                  <a:lnTo>
                    <a:pt x="592728" y="1122968"/>
                  </a:lnTo>
                  <a:lnTo>
                    <a:pt x="592722" y="1122953"/>
                  </a:lnTo>
                  <a:lnTo>
                    <a:pt x="592718" y="1122939"/>
                  </a:lnTo>
                  <a:lnTo>
                    <a:pt x="592708" y="1122925"/>
                  </a:lnTo>
                  <a:lnTo>
                    <a:pt x="592697" y="1122918"/>
                  </a:lnTo>
                  <a:lnTo>
                    <a:pt x="592687" y="1122915"/>
                  </a:lnTo>
                  <a:lnTo>
                    <a:pt x="592675" y="1122920"/>
                  </a:lnTo>
                  <a:lnTo>
                    <a:pt x="592646" y="1122929"/>
                  </a:lnTo>
                  <a:lnTo>
                    <a:pt x="592606" y="1122943"/>
                  </a:lnTo>
                  <a:lnTo>
                    <a:pt x="592565" y="1122949"/>
                  </a:lnTo>
                  <a:lnTo>
                    <a:pt x="592486" y="1122955"/>
                  </a:lnTo>
                  <a:lnTo>
                    <a:pt x="592449" y="1122962"/>
                  </a:lnTo>
                  <a:lnTo>
                    <a:pt x="592423" y="1122962"/>
                  </a:lnTo>
                  <a:lnTo>
                    <a:pt x="592402" y="1122962"/>
                  </a:lnTo>
                  <a:lnTo>
                    <a:pt x="592382" y="1122960"/>
                  </a:lnTo>
                  <a:lnTo>
                    <a:pt x="592356" y="1122951"/>
                  </a:lnTo>
                  <a:lnTo>
                    <a:pt x="592334" y="1122943"/>
                  </a:lnTo>
                  <a:lnTo>
                    <a:pt x="592308" y="1122932"/>
                  </a:lnTo>
                  <a:lnTo>
                    <a:pt x="592277" y="1122906"/>
                  </a:lnTo>
                  <a:lnTo>
                    <a:pt x="592263" y="1122895"/>
                  </a:lnTo>
                  <a:lnTo>
                    <a:pt x="592238" y="1122884"/>
                  </a:lnTo>
                  <a:lnTo>
                    <a:pt x="592205" y="1122877"/>
                  </a:lnTo>
                  <a:lnTo>
                    <a:pt x="592181" y="1122876"/>
                  </a:lnTo>
                  <a:lnTo>
                    <a:pt x="592133" y="1122875"/>
                  </a:lnTo>
                  <a:lnTo>
                    <a:pt x="592109" y="1122875"/>
                  </a:lnTo>
                  <a:lnTo>
                    <a:pt x="592088" y="1122875"/>
                  </a:lnTo>
                  <a:lnTo>
                    <a:pt x="592071" y="1122869"/>
                  </a:lnTo>
                  <a:lnTo>
                    <a:pt x="592044" y="1122860"/>
                  </a:lnTo>
                  <a:lnTo>
                    <a:pt x="592022" y="1122851"/>
                  </a:lnTo>
                  <a:lnTo>
                    <a:pt x="591999" y="1122845"/>
                  </a:lnTo>
                  <a:lnTo>
                    <a:pt x="591976" y="1122840"/>
                  </a:lnTo>
                  <a:lnTo>
                    <a:pt x="591958" y="1122836"/>
                  </a:lnTo>
                  <a:lnTo>
                    <a:pt x="591932" y="1122830"/>
                  </a:lnTo>
                  <a:lnTo>
                    <a:pt x="591906" y="1122830"/>
                  </a:lnTo>
                  <a:lnTo>
                    <a:pt x="591885" y="1122830"/>
                  </a:lnTo>
                  <a:lnTo>
                    <a:pt x="591854" y="1122834"/>
                  </a:lnTo>
                  <a:lnTo>
                    <a:pt x="591826" y="1122835"/>
                  </a:lnTo>
                  <a:lnTo>
                    <a:pt x="591796" y="1122839"/>
                  </a:lnTo>
                  <a:lnTo>
                    <a:pt x="591790" y="1122839"/>
                  </a:lnTo>
                  <a:lnTo>
                    <a:pt x="591787" y="1122833"/>
                  </a:lnTo>
                  <a:lnTo>
                    <a:pt x="591788" y="1122816"/>
                  </a:lnTo>
                  <a:lnTo>
                    <a:pt x="591800" y="1122777"/>
                  </a:lnTo>
                  <a:lnTo>
                    <a:pt x="591812" y="1122738"/>
                  </a:lnTo>
                  <a:lnTo>
                    <a:pt x="591816" y="1122698"/>
                  </a:lnTo>
                  <a:lnTo>
                    <a:pt x="591818" y="1122668"/>
                  </a:lnTo>
                  <a:lnTo>
                    <a:pt x="591817" y="1122642"/>
                  </a:lnTo>
                  <a:lnTo>
                    <a:pt x="591815" y="1122615"/>
                  </a:lnTo>
                  <a:lnTo>
                    <a:pt x="591811" y="1122571"/>
                  </a:lnTo>
                  <a:lnTo>
                    <a:pt x="591808" y="1122544"/>
                  </a:lnTo>
                  <a:lnTo>
                    <a:pt x="591808" y="1122531"/>
                  </a:lnTo>
                  <a:lnTo>
                    <a:pt x="591814" y="1122504"/>
                  </a:lnTo>
                  <a:lnTo>
                    <a:pt x="591823" y="1122450"/>
                  </a:lnTo>
                  <a:lnTo>
                    <a:pt x="591827" y="1122415"/>
                  </a:lnTo>
                  <a:lnTo>
                    <a:pt x="591839" y="1122384"/>
                  </a:lnTo>
                  <a:lnTo>
                    <a:pt x="591855" y="1122353"/>
                  </a:lnTo>
                  <a:lnTo>
                    <a:pt x="591863" y="1122331"/>
                  </a:lnTo>
                  <a:lnTo>
                    <a:pt x="591877" y="1122310"/>
                  </a:lnTo>
                  <a:lnTo>
                    <a:pt x="591878" y="1122300"/>
                  </a:lnTo>
                  <a:lnTo>
                    <a:pt x="591878" y="1122289"/>
                  </a:lnTo>
                  <a:lnTo>
                    <a:pt x="591876" y="1122272"/>
                  </a:lnTo>
                  <a:lnTo>
                    <a:pt x="591875" y="1122254"/>
                  </a:lnTo>
                  <a:lnTo>
                    <a:pt x="591878" y="1122236"/>
                  </a:lnTo>
                  <a:lnTo>
                    <a:pt x="591886" y="1122222"/>
                  </a:lnTo>
                  <a:lnTo>
                    <a:pt x="591916" y="1122197"/>
                  </a:lnTo>
                  <a:lnTo>
                    <a:pt x="591939" y="1122176"/>
                  </a:lnTo>
                  <a:lnTo>
                    <a:pt x="591959" y="1122152"/>
                  </a:lnTo>
                  <a:lnTo>
                    <a:pt x="591963" y="1122141"/>
                  </a:lnTo>
                  <a:lnTo>
                    <a:pt x="591964" y="1122127"/>
                  </a:lnTo>
                  <a:lnTo>
                    <a:pt x="591964" y="1122106"/>
                  </a:lnTo>
                  <a:lnTo>
                    <a:pt x="591966" y="1122091"/>
                  </a:lnTo>
                  <a:lnTo>
                    <a:pt x="591966" y="1122052"/>
                  </a:lnTo>
                  <a:lnTo>
                    <a:pt x="591964" y="1121980"/>
                  </a:lnTo>
                  <a:lnTo>
                    <a:pt x="591966" y="1121958"/>
                  </a:lnTo>
                  <a:lnTo>
                    <a:pt x="591969" y="1121939"/>
                  </a:lnTo>
                  <a:lnTo>
                    <a:pt x="591974" y="1121912"/>
                  </a:lnTo>
                  <a:lnTo>
                    <a:pt x="591979" y="1121862"/>
                  </a:lnTo>
                  <a:lnTo>
                    <a:pt x="591987" y="1121842"/>
                  </a:lnTo>
                  <a:lnTo>
                    <a:pt x="592000" y="1121814"/>
                  </a:lnTo>
                  <a:lnTo>
                    <a:pt x="592018" y="1121791"/>
                  </a:lnTo>
                  <a:lnTo>
                    <a:pt x="592024" y="1121779"/>
                  </a:lnTo>
                  <a:lnTo>
                    <a:pt x="592025" y="1121773"/>
                  </a:lnTo>
                  <a:lnTo>
                    <a:pt x="592020" y="1121763"/>
                  </a:lnTo>
                  <a:lnTo>
                    <a:pt x="592010" y="1121736"/>
                  </a:lnTo>
                  <a:lnTo>
                    <a:pt x="592002" y="1121708"/>
                  </a:lnTo>
                  <a:lnTo>
                    <a:pt x="592000" y="1121687"/>
                  </a:lnTo>
                  <a:lnTo>
                    <a:pt x="592001" y="1121644"/>
                  </a:lnTo>
                  <a:lnTo>
                    <a:pt x="592001" y="1121620"/>
                  </a:lnTo>
                  <a:lnTo>
                    <a:pt x="592001" y="1121602"/>
                  </a:lnTo>
                  <a:lnTo>
                    <a:pt x="591996" y="1121584"/>
                  </a:lnTo>
                  <a:lnTo>
                    <a:pt x="591991" y="1121570"/>
                  </a:lnTo>
                  <a:lnTo>
                    <a:pt x="591990" y="1121541"/>
                  </a:lnTo>
                  <a:lnTo>
                    <a:pt x="591987" y="1121507"/>
                  </a:lnTo>
                  <a:lnTo>
                    <a:pt x="591983" y="1121487"/>
                  </a:lnTo>
                  <a:lnTo>
                    <a:pt x="591980" y="1121464"/>
                  </a:lnTo>
                  <a:lnTo>
                    <a:pt x="591981" y="1121448"/>
                  </a:lnTo>
                  <a:lnTo>
                    <a:pt x="591983" y="1121425"/>
                  </a:lnTo>
                  <a:lnTo>
                    <a:pt x="591984" y="1121400"/>
                  </a:lnTo>
                  <a:lnTo>
                    <a:pt x="591990" y="1121372"/>
                  </a:lnTo>
                  <a:lnTo>
                    <a:pt x="591993" y="1121348"/>
                  </a:lnTo>
                  <a:lnTo>
                    <a:pt x="591993" y="1121338"/>
                  </a:lnTo>
                  <a:lnTo>
                    <a:pt x="591986" y="1121312"/>
                  </a:lnTo>
                  <a:lnTo>
                    <a:pt x="591963" y="1121196"/>
                  </a:lnTo>
                  <a:lnTo>
                    <a:pt x="591949" y="1121163"/>
                  </a:lnTo>
                  <a:lnTo>
                    <a:pt x="591937" y="1121130"/>
                  </a:lnTo>
                  <a:lnTo>
                    <a:pt x="591934" y="1121111"/>
                  </a:lnTo>
                  <a:lnTo>
                    <a:pt x="591933" y="1121104"/>
                  </a:lnTo>
                  <a:lnTo>
                    <a:pt x="591933" y="1121096"/>
                  </a:lnTo>
                  <a:lnTo>
                    <a:pt x="591933" y="1121086"/>
                  </a:lnTo>
                  <a:lnTo>
                    <a:pt x="591936" y="1121077"/>
                  </a:lnTo>
                  <a:lnTo>
                    <a:pt x="591954" y="1121056"/>
                  </a:lnTo>
                  <a:lnTo>
                    <a:pt x="591975" y="1121043"/>
                  </a:lnTo>
                  <a:lnTo>
                    <a:pt x="591986" y="1121031"/>
                  </a:lnTo>
                  <a:lnTo>
                    <a:pt x="591987" y="1121017"/>
                  </a:lnTo>
                  <a:lnTo>
                    <a:pt x="591986" y="1121004"/>
                  </a:lnTo>
                  <a:lnTo>
                    <a:pt x="591985" y="1120979"/>
                  </a:lnTo>
                  <a:lnTo>
                    <a:pt x="591975" y="1120948"/>
                  </a:lnTo>
                  <a:lnTo>
                    <a:pt x="591963" y="1120918"/>
                  </a:lnTo>
                  <a:lnTo>
                    <a:pt x="591963" y="1120911"/>
                  </a:lnTo>
                  <a:lnTo>
                    <a:pt x="591967" y="1120901"/>
                  </a:lnTo>
                  <a:lnTo>
                    <a:pt x="591997" y="1120871"/>
                  </a:lnTo>
                  <a:lnTo>
                    <a:pt x="592008" y="1120853"/>
                  </a:lnTo>
                  <a:lnTo>
                    <a:pt x="592015" y="1120834"/>
                  </a:lnTo>
                  <a:lnTo>
                    <a:pt x="592018" y="1120814"/>
                  </a:lnTo>
                  <a:lnTo>
                    <a:pt x="592016" y="1120789"/>
                  </a:lnTo>
                  <a:lnTo>
                    <a:pt x="592012" y="1120771"/>
                  </a:lnTo>
                  <a:lnTo>
                    <a:pt x="591984" y="1120669"/>
                  </a:lnTo>
                  <a:lnTo>
                    <a:pt x="591970" y="1120611"/>
                  </a:lnTo>
                  <a:lnTo>
                    <a:pt x="591960" y="1120560"/>
                  </a:lnTo>
                  <a:lnTo>
                    <a:pt x="591957" y="1120542"/>
                  </a:lnTo>
                  <a:lnTo>
                    <a:pt x="591957" y="1120514"/>
                  </a:lnTo>
                  <a:lnTo>
                    <a:pt x="591963" y="1120481"/>
                  </a:lnTo>
                  <a:lnTo>
                    <a:pt x="591978" y="1120435"/>
                  </a:lnTo>
                  <a:lnTo>
                    <a:pt x="592004" y="1120377"/>
                  </a:lnTo>
                  <a:lnTo>
                    <a:pt x="592013" y="1120356"/>
                  </a:lnTo>
                  <a:lnTo>
                    <a:pt x="592019" y="1120335"/>
                  </a:lnTo>
                  <a:lnTo>
                    <a:pt x="592019" y="1120322"/>
                  </a:lnTo>
                  <a:lnTo>
                    <a:pt x="591996" y="1120285"/>
                  </a:lnTo>
                  <a:lnTo>
                    <a:pt x="591979" y="1120258"/>
                  </a:lnTo>
                  <a:lnTo>
                    <a:pt x="591963" y="1120213"/>
                  </a:lnTo>
                  <a:lnTo>
                    <a:pt x="591946" y="1120173"/>
                  </a:lnTo>
                  <a:lnTo>
                    <a:pt x="591938" y="1120139"/>
                  </a:lnTo>
                  <a:lnTo>
                    <a:pt x="591918" y="1120085"/>
                  </a:lnTo>
                  <a:lnTo>
                    <a:pt x="591904" y="1120039"/>
                  </a:lnTo>
                  <a:lnTo>
                    <a:pt x="591897" y="1120010"/>
                  </a:lnTo>
                  <a:lnTo>
                    <a:pt x="591897" y="1120005"/>
                  </a:lnTo>
                  <a:lnTo>
                    <a:pt x="591896" y="1119978"/>
                  </a:lnTo>
                  <a:lnTo>
                    <a:pt x="591896" y="1119956"/>
                  </a:lnTo>
                  <a:lnTo>
                    <a:pt x="591896" y="1119949"/>
                  </a:lnTo>
                  <a:lnTo>
                    <a:pt x="591897" y="1119939"/>
                  </a:lnTo>
                  <a:lnTo>
                    <a:pt x="591897" y="1119929"/>
                  </a:lnTo>
                  <a:lnTo>
                    <a:pt x="591899" y="1119920"/>
                  </a:lnTo>
                  <a:lnTo>
                    <a:pt x="591909" y="1119908"/>
                  </a:lnTo>
                  <a:lnTo>
                    <a:pt x="591911" y="1119894"/>
                  </a:lnTo>
                  <a:lnTo>
                    <a:pt x="591911" y="1119885"/>
                  </a:lnTo>
                  <a:lnTo>
                    <a:pt x="591905" y="1119875"/>
                  </a:lnTo>
                  <a:lnTo>
                    <a:pt x="591876" y="1119839"/>
                  </a:lnTo>
                  <a:lnTo>
                    <a:pt x="591855" y="1119819"/>
                  </a:lnTo>
                  <a:lnTo>
                    <a:pt x="591836" y="1119799"/>
                  </a:lnTo>
                  <a:lnTo>
                    <a:pt x="591821" y="1119776"/>
                  </a:lnTo>
                  <a:lnTo>
                    <a:pt x="591799" y="1119743"/>
                  </a:lnTo>
                  <a:lnTo>
                    <a:pt x="591765" y="1119718"/>
                  </a:lnTo>
                  <a:lnTo>
                    <a:pt x="591746" y="1119712"/>
                  </a:lnTo>
                  <a:lnTo>
                    <a:pt x="591737" y="1119709"/>
                  </a:lnTo>
                  <a:lnTo>
                    <a:pt x="591728" y="1119699"/>
                  </a:lnTo>
                  <a:lnTo>
                    <a:pt x="591689" y="1119679"/>
                  </a:lnTo>
                  <a:lnTo>
                    <a:pt x="591626" y="1119649"/>
                  </a:lnTo>
                  <a:lnTo>
                    <a:pt x="591619" y="1119639"/>
                  </a:lnTo>
                  <a:lnTo>
                    <a:pt x="591619" y="1119619"/>
                  </a:lnTo>
                  <a:lnTo>
                    <a:pt x="591621" y="1119610"/>
                  </a:lnTo>
                  <a:lnTo>
                    <a:pt x="591629" y="1119596"/>
                  </a:lnTo>
                  <a:lnTo>
                    <a:pt x="591651" y="1119566"/>
                  </a:lnTo>
                  <a:lnTo>
                    <a:pt x="591675" y="1119537"/>
                  </a:lnTo>
                  <a:lnTo>
                    <a:pt x="591698" y="1119494"/>
                  </a:lnTo>
                  <a:lnTo>
                    <a:pt x="591706" y="1119464"/>
                  </a:lnTo>
                  <a:lnTo>
                    <a:pt x="591710" y="1119416"/>
                  </a:lnTo>
                  <a:lnTo>
                    <a:pt x="591723" y="1119346"/>
                  </a:lnTo>
                  <a:lnTo>
                    <a:pt x="591755" y="1119215"/>
                  </a:lnTo>
                  <a:lnTo>
                    <a:pt x="591760" y="1119184"/>
                  </a:lnTo>
                  <a:lnTo>
                    <a:pt x="591761" y="1119152"/>
                  </a:lnTo>
                  <a:lnTo>
                    <a:pt x="591764" y="1119082"/>
                  </a:lnTo>
                  <a:lnTo>
                    <a:pt x="591762" y="1119061"/>
                  </a:lnTo>
                  <a:lnTo>
                    <a:pt x="591755" y="1119048"/>
                  </a:lnTo>
                  <a:lnTo>
                    <a:pt x="591730" y="1119029"/>
                  </a:lnTo>
                  <a:lnTo>
                    <a:pt x="591692" y="1119013"/>
                  </a:lnTo>
                  <a:lnTo>
                    <a:pt x="591638" y="1118993"/>
                  </a:lnTo>
                  <a:lnTo>
                    <a:pt x="591554" y="1118968"/>
                  </a:lnTo>
                  <a:lnTo>
                    <a:pt x="591506" y="1118946"/>
                  </a:lnTo>
                  <a:lnTo>
                    <a:pt x="591466" y="1118918"/>
                  </a:lnTo>
                  <a:lnTo>
                    <a:pt x="591426" y="1118882"/>
                  </a:lnTo>
                  <a:lnTo>
                    <a:pt x="591371" y="1118852"/>
                  </a:lnTo>
                  <a:lnTo>
                    <a:pt x="591332" y="1118828"/>
                  </a:lnTo>
                  <a:lnTo>
                    <a:pt x="591266" y="1118794"/>
                  </a:lnTo>
                  <a:lnTo>
                    <a:pt x="591212" y="1118770"/>
                  </a:lnTo>
                  <a:lnTo>
                    <a:pt x="591161" y="1118752"/>
                  </a:lnTo>
                  <a:lnTo>
                    <a:pt x="591136" y="1118748"/>
                  </a:lnTo>
                  <a:lnTo>
                    <a:pt x="591119" y="1118750"/>
                  </a:lnTo>
                  <a:lnTo>
                    <a:pt x="591060" y="1118774"/>
                  </a:lnTo>
                  <a:lnTo>
                    <a:pt x="591032" y="1118780"/>
                  </a:lnTo>
                  <a:lnTo>
                    <a:pt x="591005" y="1118778"/>
                  </a:lnTo>
                  <a:lnTo>
                    <a:pt x="590968" y="1118769"/>
                  </a:lnTo>
                  <a:lnTo>
                    <a:pt x="590954" y="1118759"/>
                  </a:lnTo>
                  <a:lnTo>
                    <a:pt x="590936" y="1118742"/>
                  </a:lnTo>
                  <a:lnTo>
                    <a:pt x="590923" y="1118733"/>
                  </a:lnTo>
                  <a:lnTo>
                    <a:pt x="590891" y="1118693"/>
                  </a:lnTo>
                  <a:lnTo>
                    <a:pt x="590861" y="1118658"/>
                  </a:lnTo>
                  <a:lnTo>
                    <a:pt x="590841" y="1118643"/>
                  </a:lnTo>
                  <a:lnTo>
                    <a:pt x="590806" y="1118627"/>
                  </a:lnTo>
                  <a:lnTo>
                    <a:pt x="590781" y="1118608"/>
                  </a:lnTo>
                  <a:lnTo>
                    <a:pt x="590748" y="1118558"/>
                  </a:lnTo>
                  <a:lnTo>
                    <a:pt x="590727" y="1118529"/>
                  </a:lnTo>
                  <a:lnTo>
                    <a:pt x="590700" y="1118508"/>
                  </a:lnTo>
                  <a:lnTo>
                    <a:pt x="590661" y="1118473"/>
                  </a:lnTo>
                  <a:lnTo>
                    <a:pt x="590636" y="1118454"/>
                  </a:lnTo>
                  <a:lnTo>
                    <a:pt x="590599" y="1118442"/>
                  </a:lnTo>
                  <a:lnTo>
                    <a:pt x="590553" y="1118422"/>
                  </a:lnTo>
                  <a:lnTo>
                    <a:pt x="590522" y="1118400"/>
                  </a:lnTo>
                  <a:lnTo>
                    <a:pt x="590488" y="1118359"/>
                  </a:lnTo>
                  <a:lnTo>
                    <a:pt x="590456" y="1118311"/>
                  </a:lnTo>
                  <a:lnTo>
                    <a:pt x="590433" y="1118253"/>
                  </a:lnTo>
                  <a:lnTo>
                    <a:pt x="590412" y="1118210"/>
                  </a:lnTo>
                  <a:lnTo>
                    <a:pt x="590371" y="1118137"/>
                  </a:lnTo>
                  <a:lnTo>
                    <a:pt x="590349" y="1118094"/>
                  </a:lnTo>
                  <a:lnTo>
                    <a:pt x="590320" y="1118046"/>
                  </a:lnTo>
                  <a:lnTo>
                    <a:pt x="590298" y="1117998"/>
                  </a:lnTo>
                  <a:lnTo>
                    <a:pt x="590274" y="1117959"/>
                  </a:lnTo>
                  <a:lnTo>
                    <a:pt x="590252" y="1117930"/>
                  </a:lnTo>
                  <a:lnTo>
                    <a:pt x="590224" y="1117897"/>
                  </a:lnTo>
                  <a:lnTo>
                    <a:pt x="590185" y="1117862"/>
                  </a:lnTo>
                  <a:lnTo>
                    <a:pt x="590141" y="1117823"/>
                  </a:lnTo>
                  <a:lnTo>
                    <a:pt x="590118" y="1117804"/>
                  </a:lnTo>
                  <a:lnTo>
                    <a:pt x="590108" y="1117783"/>
                  </a:lnTo>
                  <a:lnTo>
                    <a:pt x="590097" y="1117721"/>
                  </a:lnTo>
                  <a:lnTo>
                    <a:pt x="590089" y="1117681"/>
                  </a:lnTo>
                  <a:lnTo>
                    <a:pt x="590084" y="1117642"/>
                  </a:lnTo>
                  <a:lnTo>
                    <a:pt x="590076" y="1117620"/>
                  </a:lnTo>
                  <a:lnTo>
                    <a:pt x="590054" y="1117591"/>
                  </a:lnTo>
                  <a:lnTo>
                    <a:pt x="590028" y="1117568"/>
                  </a:lnTo>
                  <a:lnTo>
                    <a:pt x="589993" y="1117547"/>
                  </a:lnTo>
                  <a:lnTo>
                    <a:pt x="589954" y="1117539"/>
                  </a:lnTo>
                  <a:lnTo>
                    <a:pt x="589933" y="1117536"/>
                  </a:lnTo>
                  <a:lnTo>
                    <a:pt x="589905" y="1117534"/>
                  </a:lnTo>
                  <a:lnTo>
                    <a:pt x="589852" y="1117533"/>
                  </a:lnTo>
                  <a:lnTo>
                    <a:pt x="589822" y="1117527"/>
                  </a:lnTo>
                  <a:lnTo>
                    <a:pt x="589791" y="1117521"/>
                  </a:lnTo>
                  <a:lnTo>
                    <a:pt x="589774" y="1117512"/>
                  </a:lnTo>
                  <a:lnTo>
                    <a:pt x="589758" y="1117499"/>
                  </a:lnTo>
                  <a:lnTo>
                    <a:pt x="589731" y="1117474"/>
                  </a:lnTo>
                  <a:lnTo>
                    <a:pt x="589711" y="1117455"/>
                  </a:lnTo>
                  <a:lnTo>
                    <a:pt x="589692" y="1117442"/>
                  </a:lnTo>
                  <a:lnTo>
                    <a:pt x="589669" y="1117432"/>
                  </a:lnTo>
                  <a:lnTo>
                    <a:pt x="589603" y="1117409"/>
                  </a:lnTo>
                  <a:lnTo>
                    <a:pt x="589539" y="1117384"/>
                  </a:lnTo>
                  <a:lnTo>
                    <a:pt x="589476" y="1117355"/>
                  </a:lnTo>
                  <a:lnTo>
                    <a:pt x="589456" y="1117347"/>
                  </a:lnTo>
                  <a:lnTo>
                    <a:pt x="589442" y="1117348"/>
                  </a:lnTo>
                  <a:lnTo>
                    <a:pt x="589426" y="1117356"/>
                  </a:lnTo>
                  <a:lnTo>
                    <a:pt x="589399" y="1117358"/>
                  </a:lnTo>
                  <a:lnTo>
                    <a:pt x="589372" y="1117356"/>
                  </a:lnTo>
                  <a:lnTo>
                    <a:pt x="589352" y="1117344"/>
                  </a:lnTo>
                  <a:lnTo>
                    <a:pt x="589330" y="1117311"/>
                  </a:lnTo>
                  <a:lnTo>
                    <a:pt x="589318" y="1117278"/>
                  </a:lnTo>
                  <a:lnTo>
                    <a:pt x="589296" y="1117220"/>
                  </a:lnTo>
                  <a:lnTo>
                    <a:pt x="589268" y="1117138"/>
                  </a:lnTo>
                  <a:lnTo>
                    <a:pt x="589259" y="1117097"/>
                  </a:lnTo>
                  <a:lnTo>
                    <a:pt x="589233" y="1117037"/>
                  </a:lnTo>
                  <a:lnTo>
                    <a:pt x="589182" y="1116938"/>
                  </a:lnTo>
                  <a:lnTo>
                    <a:pt x="589158" y="1116901"/>
                  </a:lnTo>
                  <a:lnTo>
                    <a:pt x="589127" y="1116856"/>
                  </a:lnTo>
                  <a:lnTo>
                    <a:pt x="589076" y="1116778"/>
                  </a:lnTo>
                  <a:lnTo>
                    <a:pt x="589024" y="1116710"/>
                  </a:lnTo>
                  <a:lnTo>
                    <a:pt x="588973" y="1116655"/>
                  </a:lnTo>
                  <a:lnTo>
                    <a:pt x="588926" y="1116616"/>
                  </a:lnTo>
                  <a:lnTo>
                    <a:pt x="588877" y="1116574"/>
                  </a:lnTo>
                  <a:lnTo>
                    <a:pt x="588803" y="1116509"/>
                  </a:lnTo>
                  <a:lnTo>
                    <a:pt x="588777" y="1116483"/>
                  </a:lnTo>
                  <a:lnTo>
                    <a:pt x="588744" y="1116447"/>
                  </a:lnTo>
                  <a:lnTo>
                    <a:pt x="588714" y="1116416"/>
                  </a:lnTo>
                  <a:lnTo>
                    <a:pt x="588683" y="1116374"/>
                  </a:lnTo>
                  <a:lnTo>
                    <a:pt x="588659" y="1116330"/>
                  </a:lnTo>
                  <a:lnTo>
                    <a:pt x="588640" y="1116311"/>
                  </a:lnTo>
                  <a:lnTo>
                    <a:pt x="588625" y="1116302"/>
                  </a:lnTo>
                  <a:lnTo>
                    <a:pt x="588581" y="1116289"/>
                  </a:lnTo>
                  <a:lnTo>
                    <a:pt x="588530" y="1116281"/>
                  </a:lnTo>
                  <a:lnTo>
                    <a:pt x="588460" y="1116273"/>
                  </a:lnTo>
                  <a:lnTo>
                    <a:pt x="588422" y="1116272"/>
                  </a:lnTo>
                  <a:lnTo>
                    <a:pt x="588416" y="1116272"/>
                  </a:lnTo>
                  <a:lnTo>
                    <a:pt x="588377" y="1116282"/>
                  </a:lnTo>
                  <a:lnTo>
                    <a:pt x="588290" y="1116319"/>
                  </a:lnTo>
                  <a:lnTo>
                    <a:pt x="588157" y="1116369"/>
                  </a:lnTo>
                  <a:lnTo>
                    <a:pt x="588022" y="1116381"/>
                  </a:lnTo>
                  <a:lnTo>
                    <a:pt x="587902" y="1116414"/>
                  </a:lnTo>
                  <a:lnTo>
                    <a:pt x="587860" y="1116438"/>
                  </a:lnTo>
                  <a:lnTo>
                    <a:pt x="587824" y="1116493"/>
                  </a:lnTo>
                  <a:lnTo>
                    <a:pt x="587805" y="1116513"/>
                  </a:lnTo>
                  <a:lnTo>
                    <a:pt x="587787" y="1116525"/>
                  </a:lnTo>
                  <a:lnTo>
                    <a:pt x="587755" y="1116525"/>
                  </a:lnTo>
                  <a:lnTo>
                    <a:pt x="587704" y="1116506"/>
                  </a:lnTo>
                  <a:lnTo>
                    <a:pt x="587540" y="1116453"/>
                  </a:lnTo>
                  <a:lnTo>
                    <a:pt x="587167" y="1116351"/>
                  </a:lnTo>
                  <a:lnTo>
                    <a:pt x="586925" y="1116308"/>
                  </a:lnTo>
                  <a:lnTo>
                    <a:pt x="586822" y="1116299"/>
                  </a:lnTo>
                  <a:lnTo>
                    <a:pt x="586756" y="1116315"/>
                  </a:lnTo>
                  <a:lnTo>
                    <a:pt x="586581" y="1116334"/>
                  </a:lnTo>
                  <a:lnTo>
                    <a:pt x="586496" y="1116337"/>
                  </a:lnTo>
                  <a:lnTo>
                    <a:pt x="586311" y="1116322"/>
                  </a:lnTo>
                  <a:lnTo>
                    <a:pt x="586189" y="1116302"/>
                  </a:lnTo>
                  <a:lnTo>
                    <a:pt x="586107" y="1116307"/>
                  </a:lnTo>
                  <a:lnTo>
                    <a:pt x="586021" y="1116325"/>
                  </a:lnTo>
                  <a:lnTo>
                    <a:pt x="585929" y="1116348"/>
                  </a:lnTo>
                  <a:lnTo>
                    <a:pt x="585855" y="1116356"/>
                  </a:lnTo>
                  <a:lnTo>
                    <a:pt x="585785" y="1116381"/>
                  </a:lnTo>
                  <a:lnTo>
                    <a:pt x="585753" y="1116412"/>
                  </a:lnTo>
                  <a:lnTo>
                    <a:pt x="585708" y="1116485"/>
                  </a:lnTo>
                  <a:lnTo>
                    <a:pt x="585694" y="1116561"/>
                  </a:lnTo>
                  <a:lnTo>
                    <a:pt x="585671" y="1116585"/>
                  </a:lnTo>
                  <a:lnTo>
                    <a:pt x="585636" y="1116585"/>
                  </a:lnTo>
                  <a:lnTo>
                    <a:pt x="585612" y="1116572"/>
                  </a:lnTo>
                  <a:lnTo>
                    <a:pt x="585505" y="1116556"/>
                  </a:lnTo>
                  <a:lnTo>
                    <a:pt x="585448" y="1116536"/>
                  </a:lnTo>
                  <a:lnTo>
                    <a:pt x="585358" y="1116489"/>
                  </a:lnTo>
                  <a:lnTo>
                    <a:pt x="585296" y="1116443"/>
                  </a:lnTo>
                  <a:lnTo>
                    <a:pt x="585230" y="1116380"/>
                  </a:lnTo>
                  <a:lnTo>
                    <a:pt x="585214" y="1116361"/>
                  </a:lnTo>
                  <a:lnTo>
                    <a:pt x="585202" y="1116321"/>
                  </a:lnTo>
                  <a:lnTo>
                    <a:pt x="585200" y="1116169"/>
                  </a:lnTo>
                  <a:lnTo>
                    <a:pt x="585213" y="1116095"/>
                  </a:lnTo>
                  <a:lnTo>
                    <a:pt x="585204" y="1116033"/>
                  </a:lnTo>
                  <a:lnTo>
                    <a:pt x="585171" y="1115933"/>
                  </a:lnTo>
                  <a:lnTo>
                    <a:pt x="585146" y="1115869"/>
                  </a:lnTo>
                  <a:lnTo>
                    <a:pt x="585126" y="1115844"/>
                  </a:lnTo>
                  <a:lnTo>
                    <a:pt x="585042" y="1115778"/>
                  </a:lnTo>
                  <a:lnTo>
                    <a:pt x="584979" y="1115754"/>
                  </a:lnTo>
                  <a:lnTo>
                    <a:pt x="584928" y="1115747"/>
                  </a:lnTo>
                  <a:lnTo>
                    <a:pt x="584889" y="1115739"/>
                  </a:lnTo>
                  <a:lnTo>
                    <a:pt x="584856" y="1115718"/>
                  </a:lnTo>
                  <a:lnTo>
                    <a:pt x="584810" y="1115652"/>
                  </a:lnTo>
                  <a:lnTo>
                    <a:pt x="584754" y="1115583"/>
                  </a:lnTo>
                  <a:lnTo>
                    <a:pt x="584669" y="1115508"/>
                  </a:lnTo>
                  <a:lnTo>
                    <a:pt x="584595" y="1115470"/>
                  </a:lnTo>
                  <a:lnTo>
                    <a:pt x="584534" y="1115430"/>
                  </a:lnTo>
                  <a:lnTo>
                    <a:pt x="584482" y="1115385"/>
                  </a:lnTo>
                  <a:lnTo>
                    <a:pt x="584440" y="1115335"/>
                  </a:lnTo>
                  <a:lnTo>
                    <a:pt x="584403" y="1115270"/>
                  </a:lnTo>
                  <a:lnTo>
                    <a:pt x="584358" y="1115112"/>
                  </a:lnTo>
                  <a:lnTo>
                    <a:pt x="584333" y="1115032"/>
                  </a:lnTo>
                  <a:lnTo>
                    <a:pt x="584280" y="1114917"/>
                  </a:lnTo>
                  <a:lnTo>
                    <a:pt x="584185" y="1114684"/>
                  </a:lnTo>
                  <a:lnTo>
                    <a:pt x="584124" y="1114582"/>
                  </a:lnTo>
                  <a:lnTo>
                    <a:pt x="584075" y="1114557"/>
                  </a:lnTo>
                  <a:lnTo>
                    <a:pt x="584044" y="1114560"/>
                  </a:lnTo>
                  <a:lnTo>
                    <a:pt x="583988" y="1114587"/>
                  </a:lnTo>
                  <a:lnTo>
                    <a:pt x="583920" y="1114651"/>
                  </a:lnTo>
                  <a:lnTo>
                    <a:pt x="583856" y="1114706"/>
                  </a:lnTo>
                  <a:lnTo>
                    <a:pt x="583751" y="1114774"/>
                  </a:lnTo>
                  <a:lnTo>
                    <a:pt x="583666" y="1114805"/>
                  </a:lnTo>
                  <a:lnTo>
                    <a:pt x="583535" y="1114842"/>
                  </a:lnTo>
                  <a:lnTo>
                    <a:pt x="583481" y="1114871"/>
                  </a:lnTo>
                  <a:lnTo>
                    <a:pt x="583461" y="1114887"/>
                  </a:lnTo>
                  <a:lnTo>
                    <a:pt x="583425" y="1114942"/>
                  </a:lnTo>
                  <a:lnTo>
                    <a:pt x="583424" y="1114972"/>
                  </a:lnTo>
                  <a:lnTo>
                    <a:pt x="583429" y="1115034"/>
                  </a:lnTo>
                  <a:lnTo>
                    <a:pt x="583440" y="1115135"/>
                  </a:lnTo>
                  <a:lnTo>
                    <a:pt x="583452" y="1115257"/>
                  </a:lnTo>
                  <a:lnTo>
                    <a:pt x="583449" y="1115356"/>
                  </a:lnTo>
                  <a:lnTo>
                    <a:pt x="583441" y="1115392"/>
                  </a:lnTo>
                  <a:lnTo>
                    <a:pt x="583414" y="1115410"/>
                  </a:lnTo>
                  <a:lnTo>
                    <a:pt x="583370" y="1115417"/>
                  </a:lnTo>
                  <a:lnTo>
                    <a:pt x="583191" y="1115409"/>
                  </a:lnTo>
                  <a:lnTo>
                    <a:pt x="583025" y="1115415"/>
                  </a:lnTo>
                  <a:lnTo>
                    <a:pt x="582938" y="1115425"/>
                  </a:lnTo>
                  <a:lnTo>
                    <a:pt x="582885" y="1115439"/>
                  </a:lnTo>
                  <a:lnTo>
                    <a:pt x="582860" y="1115445"/>
                  </a:lnTo>
                  <a:lnTo>
                    <a:pt x="582848" y="1115460"/>
                  </a:lnTo>
                  <a:lnTo>
                    <a:pt x="582837" y="1115491"/>
                  </a:lnTo>
                  <a:lnTo>
                    <a:pt x="582808" y="1115531"/>
                  </a:lnTo>
                  <a:lnTo>
                    <a:pt x="582761" y="1115584"/>
                  </a:lnTo>
                  <a:lnTo>
                    <a:pt x="582739" y="1115658"/>
                  </a:lnTo>
                  <a:lnTo>
                    <a:pt x="582731" y="1115721"/>
                  </a:lnTo>
                  <a:lnTo>
                    <a:pt x="582764" y="1115783"/>
                  </a:lnTo>
                  <a:lnTo>
                    <a:pt x="582769" y="1115800"/>
                  </a:lnTo>
                  <a:lnTo>
                    <a:pt x="582733" y="1115817"/>
                  </a:lnTo>
                  <a:lnTo>
                    <a:pt x="582697" y="1115823"/>
                  </a:lnTo>
                  <a:lnTo>
                    <a:pt x="582632" y="1115826"/>
                  </a:lnTo>
                  <a:lnTo>
                    <a:pt x="582499" y="1115816"/>
                  </a:lnTo>
                  <a:lnTo>
                    <a:pt x="582387" y="1115807"/>
                  </a:lnTo>
                  <a:lnTo>
                    <a:pt x="582331" y="1115828"/>
                  </a:lnTo>
                  <a:lnTo>
                    <a:pt x="582208" y="1115879"/>
                  </a:lnTo>
                  <a:lnTo>
                    <a:pt x="582186" y="1115892"/>
                  </a:lnTo>
                  <a:lnTo>
                    <a:pt x="582165" y="1115927"/>
                  </a:lnTo>
                  <a:lnTo>
                    <a:pt x="582138" y="1115973"/>
                  </a:lnTo>
                  <a:lnTo>
                    <a:pt x="582117" y="1116013"/>
                  </a:lnTo>
                  <a:lnTo>
                    <a:pt x="582054" y="1116028"/>
                  </a:lnTo>
                  <a:lnTo>
                    <a:pt x="581981" y="1116042"/>
                  </a:lnTo>
                  <a:lnTo>
                    <a:pt x="581921" y="1116028"/>
                  </a:lnTo>
                  <a:lnTo>
                    <a:pt x="581812" y="1116005"/>
                  </a:lnTo>
                  <a:lnTo>
                    <a:pt x="581723" y="1115992"/>
                  </a:lnTo>
                  <a:lnTo>
                    <a:pt x="581705" y="1115980"/>
                  </a:lnTo>
                  <a:lnTo>
                    <a:pt x="581670" y="1115928"/>
                  </a:lnTo>
                  <a:lnTo>
                    <a:pt x="581588" y="1115829"/>
                  </a:lnTo>
                  <a:lnTo>
                    <a:pt x="581532" y="1115777"/>
                  </a:lnTo>
                  <a:lnTo>
                    <a:pt x="581475" y="1115735"/>
                  </a:lnTo>
                  <a:lnTo>
                    <a:pt x="581444" y="1115724"/>
                  </a:lnTo>
                  <a:lnTo>
                    <a:pt x="581416" y="1115729"/>
                  </a:lnTo>
                  <a:lnTo>
                    <a:pt x="581312" y="1115768"/>
                  </a:lnTo>
                  <a:lnTo>
                    <a:pt x="581265" y="1115801"/>
                  </a:lnTo>
                  <a:lnTo>
                    <a:pt x="581231" y="1115839"/>
                  </a:lnTo>
                  <a:lnTo>
                    <a:pt x="581202" y="1115879"/>
                  </a:lnTo>
                  <a:lnTo>
                    <a:pt x="581193" y="1115918"/>
                  </a:lnTo>
                  <a:lnTo>
                    <a:pt x="581142" y="1115978"/>
                  </a:lnTo>
                  <a:lnTo>
                    <a:pt x="581108" y="1116008"/>
                  </a:lnTo>
                  <a:lnTo>
                    <a:pt x="581043" y="1116026"/>
                  </a:lnTo>
                  <a:lnTo>
                    <a:pt x="580998" y="1116043"/>
                  </a:lnTo>
                  <a:lnTo>
                    <a:pt x="580933" y="1116063"/>
                  </a:lnTo>
                  <a:lnTo>
                    <a:pt x="580882" y="1116102"/>
                  </a:lnTo>
                  <a:lnTo>
                    <a:pt x="580882" y="1116109"/>
                  </a:lnTo>
                  <a:lnTo>
                    <a:pt x="580899" y="1116160"/>
                  </a:lnTo>
                  <a:lnTo>
                    <a:pt x="580926" y="1116262"/>
                  </a:lnTo>
                  <a:lnTo>
                    <a:pt x="580981" y="1116363"/>
                  </a:lnTo>
                  <a:lnTo>
                    <a:pt x="581001" y="1116395"/>
                  </a:lnTo>
                  <a:lnTo>
                    <a:pt x="581006" y="1116426"/>
                  </a:lnTo>
                  <a:lnTo>
                    <a:pt x="581001" y="1116444"/>
                  </a:lnTo>
                  <a:lnTo>
                    <a:pt x="580980" y="1116489"/>
                  </a:lnTo>
                  <a:lnTo>
                    <a:pt x="580955" y="1116541"/>
                  </a:lnTo>
                  <a:lnTo>
                    <a:pt x="580919" y="1116663"/>
                  </a:lnTo>
                  <a:lnTo>
                    <a:pt x="580910" y="1116711"/>
                  </a:lnTo>
                  <a:lnTo>
                    <a:pt x="580906" y="1116779"/>
                  </a:lnTo>
                  <a:lnTo>
                    <a:pt x="580910" y="1116819"/>
                  </a:lnTo>
                  <a:lnTo>
                    <a:pt x="580927" y="1116866"/>
                  </a:lnTo>
                  <a:lnTo>
                    <a:pt x="580971" y="1116922"/>
                  </a:lnTo>
                  <a:lnTo>
                    <a:pt x="581008" y="1116951"/>
                  </a:lnTo>
                  <a:lnTo>
                    <a:pt x="581023" y="1116969"/>
                  </a:lnTo>
                  <a:lnTo>
                    <a:pt x="581021" y="1116983"/>
                  </a:lnTo>
                  <a:lnTo>
                    <a:pt x="581009" y="1117003"/>
                  </a:lnTo>
                  <a:lnTo>
                    <a:pt x="580986" y="1117029"/>
                  </a:lnTo>
                  <a:lnTo>
                    <a:pt x="580918" y="1117076"/>
                  </a:lnTo>
                  <a:lnTo>
                    <a:pt x="580872" y="1117111"/>
                  </a:lnTo>
                  <a:lnTo>
                    <a:pt x="580853" y="1117138"/>
                  </a:lnTo>
                  <a:lnTo>
                    <a:pt x="580843" y="1117198"/>
                  </a:lnTo>
                  <a:lnTo>
                    <a:pt x="580845" y="1117240"/>
                  </a:lnTo>
                  <a:lnTo>
                    <a:pt x="580848" y="1117294"/>
                  </a:lnTo>
                  <a:lnTo>
                    <a:pt x="580836" y="1117333"/>
                  </a:lnTo>
                  <a:lnTo>
                    <a:pt x="580817" y="1117378"/>
                  </a:lnTo>
                  <a:lnTo>
                    <a:pt x="580801" y="1117398"/>
                  </a:lnTo>
                  <a:lnTo>
                    <a:pt x="580765" y="1117465"/>
                  </a:lnTo>
                  <a:lnTo>
                    <a:pt x="580759" y="1117501"/>
                  </a:lnTo>
                  <a:lnTo>
                    <a:pt x="580736" y="1117565"/>
                  </a:lnTo>
                  <a:lnTo>
                    <a:pt x="580719" y="1117624"/>
                  </a:lnTo>
                  <a:lnTo>
                    <a:pt x="580717" y="1117663"/>
                  </a:lnTo>
                  <a:lnTo>
                    <a:pt x="580729" y="1117751"/>
                  </a:lnTo>
                  <a:lnTo>
                    <a:pt x="580749" y="1117837"/>
                  </a:lnTo>
                  <a:lnTo>
                    <a:pt x="580783" y="1117927"/>
                  </a:lnTo>
                  <a:lnTo>
                    <a:pt x="580813" y="1117987"/>
                  </a:lnTo>
                  <a:lnTo>
                    <a:pt x="580812" y="1118003"/>
                  </a:lnTo>
                  <a:lnTo>
                    <a:pt x="580807" y="1118014"/>
                  </a:lnTo>
                  <a:lnTo>
                    <a:pt x="580773" y="1118041"/>
                  </a:lnTo>
                  <a:lnTo>
                    <a:pt x="580712" y="1118088"/>
                  </a:lnTo>
                  <a:lnTo>
                    <a:pt x="580654" y="1118139"/>
                  </a:lnTo>
                  <a:lnTo>
                    <a:pt x="580578" y="1118213"/>
                  </a:lnTo>
                  <a:lnTo>
                    <a:pt x="580532" y="1118241"/>
                  </a:lnTo>
                  <a:lnTo>
                    <a:pt x="580510" y="1118245"/>
                  </a:lnTo>
                  <a:lnTo>
                    <a:pt x="580407" y="1118238"/>
                  </a:lnTo>
                  <a:lnTo>
                    <a:pt x="580284" y="1118239"/>
                  </a:lnTo>
                  <a:lnTo>
                    <a:pt x="580224" y="1118235"/>
                  </a:lnTo>
                  <a:lnTo>
                    <a:pt x="580180" y="1118216"/>
                  </a:lnTo>
                  <a:lnTo>
                    <a:pt x="580108" y="1118222"/>
                  </a:lnTo>
                  <a:lnTo>
                    <a:pt x="580080" y="1118217"/>
                  </a:lnTo>
                  <a:lnTo>
                    <a:pt x="580055" y="1118199"/>
                  </a:lnTo>
                  <a:lnTo>
                    <a:pt x="580013" y="1118146"/>
                  </a:lnTo>
                  <a:lnTo>
                    <a:pt x="580004" y="1118123"/>
                  </a:lnTo>
                  <a:lnTo>
                    <a:pt x="579985" y="1118073"/>
                  </a:lnTo>
                  <a:lnTo>
                    <a:pt x="579952" y="1118053"/>
                  </a:lnTo>
                  <a:lnTo>
                    <a:pt x="579900" y="1118046"/>
                  </a:lnTo>
                  <a:lnTo>
                    <a:pt x="579849" y="1118050"/>
                  </a:lnTo>
                  <a:lnTo>
                    <a:pt x="579809" y="1118081"/>
                  </a:lnTo>
                  <a:lnTo>
                    <a:pt x="579771" y="1118121"/>
                  </a:lnTo>
                  <a:lnTo>
                    <a:pt x="579737" y="1118162"/>
                  </a:lnTo>
                  <a:lnTo>
                    <a:pt x="579719" y="1118165"/>
                  </a:lnTo>
                  <a:lnTo>
                    <a:pt x="579692" y="1118161"/>
                  </a:lnTo>
                  <a:lnTo>
                    <a:pt x="579668" y="1118134"/>
                  </a:lnTo>
                  <a:lnTo>
                    <a:pt x="579654" y="1118059"/>
                  </a:lnTo>
                  <a:lnTo>
                    <a:pt x="579621" y="1117927"/>
                  </a:lnTo>
                  <a:lnTo>
                    <a:pt x="579603" y="1117888"/>
                  </a:lnTo>
                  <a:lnTo>
                    <a:pt x="579578" y="1117858"/>
                  </a:lnTo>
                  <a:lnTo>
                    <a:pt x="579558" y="1117803"/>
                  </a:lnTo>
                  <a:lnTo>
                    <a:pt x="579553" y="1117792"/>
                  </a:lnTo>
                  <a:lnTo>
                    <a:pt x="579500" y="1117816"/>
                  </a:lnTo>
                  <a:lnTo>
                    <a:pt x="579446" y="1117825"/>
                  </a:lnTo>
                  <a:lnTo>
                    <a:pt x="579385" y="1117837"/>
                  </a:lnTo>
                  <a:lnTo>
                    <a:pt x="579253" y="1117869"/>
                  </a:lnTo>
                  <a:lnTo>
                    <a:pt x="579199" y="1117892"/>
                  </a:lnTo>
                  <a:lnTo>
                    <a:pt x="579194" y="1117891"/>
                  </a:lnTo>
                  <a:lnTo>
                    <a:pt x="579183" y="1117852"/>
                  </a:lnTo>
                  <a:lnTo>
                    <a:pt x="579162" y="1117824"/>
                  </a:lnTo>
                  <a:lnTo>
                    <a:pt x="579129" y="1117797"/>
                  </a:lnTo>
                  <a:lnTo>
                    <a:pt x="579093" y="1117734"/>
                  </a:lnTo>
                  <a:lnTo>
                    <a:pt x="579039" y="1117666"/>
                  </a:lnTo>
                  <a:lnTo>
                    <a:pt x="578996" y="1117611"/>
                  </a:lnTo>
                  <a:lnTo>
                    <a:pt x="578956" y="1117568"/>
                  </a:lnTo>
                  <a:lnTo>
                    <a:pt x="578940" y="1117561"/>
                  </a:lnTo>
                  <a:lnTo>
                    <a:pt x="578917" y="1117564"/>
                  </a:lnTo>
                  <a:lnTo>
                    <a:pt x="578871" y="1117594"/>
                  </a:lnTo>
                  <a:lnTo>
                    <a:pt x="578846" y="1117600"/>
                  </a:lnTo>
                  <a:lnTo>
                    <a:pt x="578837" y="1117600"/>
                  </a:lnTo>
                  <a:lnTo>
                    <a:pt x="578813" y="1117598"/>
                  </a:lnTo>
                  <a:lnTo>
                    <a:pt x="578775" y="1117594"/>
                  </a:lnTo>
                  <a:lnTo>
                    <a:pt x="578769" y="1117594"/>
                  </a:lnTo>
                  <a:lnTo>
                    <a:pt x="578719" y="1117584"/>
                  </a:lnTo>
                  <a:lnTo>
                    <a:pt x="578632" y="1117602"/>
                  </a:lnTo>
                  <a:lnTo>
                    <a:pt x="578565" y="1117616"/>
                  </a:lnTo>
                  <a:lnTo>
                    <a:pt x="578497" y="1117621"/>
                  </a:lnTo>
                  <a:lnTo>
                    <a:pt x="578473" y="1117630"/>
                  </a:lnTo>
                  <a:lnTo>
                    <a:pt x="578417" y="1117671"/>
                  </a:lnTo>
                  <a:lnTo>
                    <a:pt x="578363" y="1117722"/>
                  </a:lnTo>
                  <a:lnTo>
                    <a:pt x="578339" y="1117731"/>
                  </a:lnTo>
                  <a:lnTo>
                    <a:pt x="578250" y="1117738"/>
                  </a:lnTo>
                  <a:lnTo>
                    <a:pt x="578170" y="1117762"/>
                  </a:lnTo>
                  <a:lnTo>
                    <a:pt x="578107" y="1117794"/>
                  </a:lnTo>
                  <a:lnTo>
                    <a:pt x="578056" y="1117837"/>
                  </a:lnTo>
                  <a:lnTo>
                    <a:pt x="577989" y="1117915"/>
                  </a:lnTo>
                  <a:lnTo>
                    <a:pt x="577938" y="1117949"/>
                  </a:lnTo>
                  <a:lnTo>
                    <a:pt x="577860" y="1117984"/>
                  </a:lnTo>
                  <a:lnTo>
                    <a:pt x="577743" y="1118019"/>
                  </a:lnTo>
                  <a:lnTo>
                    <a:pt x="577689" y="1118047"/>
                  </a:lnTo>
                  <a:lnTo>
                    <a:pt x="577666" y="1118060"/>
                  </a:lnTo>
                  <a:lnTo>
                    <a:pt x="577638" y="1118101"/>
                  </a:lnTo>
                  <a:lnTo>
                    <a:pt x="577627" y="1118138"/>
                  </a:lnTo>
                  <a:lnTo>
                    <a:pt x="577632" y="1118154"/>
                  </a:lnTo>
                  <a:lnTo>
                    <a:pt x="577674" y="1118209"/>
                  </a:lnTo>
                  <a:lnTo>
                    <a:pt x="577720" y="1118238"/>
                  </a:lnTo>
                  <a:lnTo>
                    <a:pt x="577762" y="1118261"/>
                  </a:lnTo>
                  <a:lnTo>
                    <a:pt x="577795" y="1118302"/>
                  </a:lnTo>
                  <a:lnTo>
                    <a:pt x="577797" y="1118357"/>
                  </a:lnTo>
                  <a:lnTo>
                    <a:pt x="577794" y="1118387"/>
                  </a:lnTo>
                  <a:lnTo>
                    <a:pt x="577771" y="1118435"/>
                  </a:lnTo>
                  <a:lnTo>
                    <a:pt x="577752" y="1118486"/>
                  </a:lnTo>
                  <a:lnTo>
                    <a:pt x="577739" y="1118509"/>
                  </a:lnTo>
                  <a:lnTo>
                    <a:pt x="577729" y="1118587"/>
                  </a:lnTo>
                  <a:lnTo>
                    <a:pt x="577717" y="1118625"/>
                  </a:lnTo>
                  <a:lnTo>
                    <a:pt x="577684" y="1118656"/>
                  </a:lnTo>
                  <a:lnTo>
                    <a:pt x="577653" y="1118726"/>
                  </a:lnTo>
                  <a:lnTo>
                    <a:pt x="577618" y="1118789"/>
                  </a:lnTo>
                  <a:lnTo>
                    <a:pt x="577558" y="1118899"/>
                  </a:lnTo>
                  <a:lnTo>
                    <a:pt x="577550" y="1118931"/>
                  </a:lnTo>
                  <a:lnTo>
                    <a:pt x="577546" y="1118973"/>
                  </a:lnTo>
                  <a:lnTo>
                    <a:pt x="577539" y="1118978"/>
                  </a:lnTo>
                  <a:lnTo>
                    <a:pt x="577520" y="1118978"/>
                  </a:lnTo>
                  <a:lnTo>
                    <a:pt x="577451" y="1118972"/>
                  </a:lnTo>
                  <a:lnTo>
                    <a:pt x="577350" y="1118982"/>
                  </a:lnTo>
                  <a:lnTo>
                    <a:pt x="577308" y="1119002"/>
                  </a:lnTo>
                  <a:lnTo>
                    <a:pt x="577293" y="1119019"/>
                  </a:lnTo>
                  <a:lnTo>
                    <a:pt x="577270" y="1119057"/>
                  </a:lnTo>
                  <a:lnTo>
                    <a:pt x="577229" y="1119033"/>
                  </a:lnTo>
                  <a:lnTo>
                    <a:pt x="577167" y="1119020"/>
                  </a:lnTo>
                  <a:lnTo>
                    <a:pt x="577089" y="1119015"/>
                  </a:lnTo>
                  <a:lnTo>
                    <a:pt x="577077" y="1119020"/>
                  </a:lnTo>
                  <a:lnTo>
                    <a:pt x="577046" y="1119036"/>
                  </a:lnTo>
                  <a:lnTo>
                    <a:pt x="577035" y="1119046"/>
                  </a:lnTo>
                  <a:lnTo>
                    <a:pt x="577009" y="1119102"/>
                  </a:lnTo>
                  <a:lnTo>
                    <a:pt x="576961" y="1119120"/>
                  </a:lnTo>
                  <a:lnTo>
                    <a:pt x="576891" y="1119155"/>
                  </a:lnTo>
                  <a:lnTo>
                    <a:pt x="576764" y="1119196"/>
                  </a:lnTo>
                  <a:lnTo>
                    <a:pt x="576705" y="1119223"/>
                  </a:lnTo>
                  <a:lnTo>
                    <a:pt x="576645" y="1119280"/>
                  </a:lnTo>
                  <a:lnTo>
                    <a:pt x="576571" y="1119309"/>
                  </a:lnTo>
                  <a:lnTo>
                    <a:pt x="576508" y="1119327"/>
                  </a:lnTo>
                  <a:lnTo>
                    <a:pt x="576439" y="1119337"/>
                  </a:lnTo>
                  <a:lnTo>
                    <a:pt x="576365" y="1119358"/>
                  </a:lnTo>
                  <a:lnTo>
                    <a:pt x="576281" y="1119379"/>
                  </a:lnTo>
                  <a:lnTo>
                    <a:pt x="576249" y="1119381"/>
                  </a:lnTo>
                  <a:lnTo>
                    <a:pt x="576229" y="1119380"/>
                  </a:lnTo>
                  <a:lnTo>
                    <a:pt x="576183" y="1119340"/>
                  </a:lnTo>
                  <a:lnTo>
                    <a:pt x="576142" y="1119323"/>
                  </a:lnTo>
                  <a:lnTo>
                    <a:pt x="576114" y="1119321"/>
                  </a:lnTo>
                  <a:lnTo>
                    <a:pt x="576108" y="1119324"/>
                  </a:lnTo>
                  <a:lnTo>
                    <a:pt x="576107" y="1119337"/>
                  </a:lnTo>
                  <a:lnTo>
                    <a:pt x="576098" y="1119361"/>
                  </a:lnTo>
                  <a:lnTo>
                    <a:pt x="576057" y="1119403"/>
                  </a:lnTo>
                  <a:lnTo>
                    <a:pt x="576020" y="1119427"/>
                  </a:lnTo>
                  <a:lnTo>
                    <a:pt x="575990" y="1119476"/>
                  </a:lnTo>
                  <a:lnTo>
                    <a:pt x="575949" y="1119541"/>
                  </a:lnTo>
                  <a:lnTo>
                    <a:pt x="575917" y="1119569"/>
                  </a:lnTo>
                  <a:lnTo>
                    <a:pt x="575852" y="1119635"/>
                  </a:lnTo>
                  <a:lnTo>
                    <a:pt x="575819" y="1119658"/>
                  </a:lnTo>
                  <a:lnTo>
                    <a:pt x="575780" y="1119667"/>
                  </a:lnTo>
                  <a:lnTo>
                    <a:pt x="575713" y="1119679"/>
                  </a:lnTo>
                  <a:lnTo>
                    <a:pt x="575668" y="1119689"/>
                  </a:lnTo>
                  <a:lnTo>
                    <a:pt x="575619" y="1119691"/>
                  </a:lnTo>
                  <a:lnTo>
                    <a:pt x="575603" y="1119693"/>
                  </a:lnTo>
                  <a:lnTo>
                    <a:pt x="575593" y="1119696"/>
                  </a:lnTo>
                  <a:lnTo>
                    <a:pt x="575590" y="1119701"/>
                  </a:lnTo>
                  <a:lnTo>
                    <a:pt x="575585" y="1119709"/>
                  </a:lnTo>
                  <a:lnTo>
                    <a:pt x="575582" y="1119712"/>
                  </a:lnTo>
                  <a:lnTo>
                    <a:pt x="575534" y="1119762"/>
                  </a:lnTo>
                  <a:lnTo>
                    <a:pt x="575513" y="1119805"/>
                  </a:lnTo>
                  <a:lnTo>
                    <a:pt x="575512" y="1119815"/>
                  </a:lnTo>
                  <a:lnTo>
                    <a:pt x="575503" y="1119828"/>
                  </a:lnTo>
                  <a:lnTo>
                    <a:pt x="575488" y="1119892"/>
                  </a:lnTo>
                  <a:lnTo>
                    <a:pt x="575477" y="1119939"/>
                  </a:lnTo>
                  <a:lnTo>
                    <a:pt x="575473" y="1120006"/>
                  </a:lnTo>
                  <a:lnTo>
                    <a:pt x="575465" y="1120067"/>
                  </a:lnTo>
                  <a:lnTo>
                    <a:pt x="575450" y="1120118"/>
                  </a:lnTo>
                  <a:lnTo>
                    <a:pt x="575429" y="1120211"/>
                  </a:lnTo>
                  <a:lnTo>
                    <a:pt x="575420" y="1120260"/>
                  </a:lnTo>
                  <a:lnTo>
                    <a:pt x="575417" y="1120304"/>
                  </a:lnTo>
                  <a:lnTo>
                    <a:pt x="575427" y="1120367"/>
                  </a:lnTo>
                  <a:lnTo>
                    <a:pt x="575453" y="1120403"/>
                  </a:lnTo>
                  <a:lnTo>
                    <a:pt x="575478" y="1120432"/>
                  </a:lnTo>
                  <a:lnTo>
                    <a:pt x="575484" y="1120446"/>
                  </a:lnTo>
                  <a:lnTo>
                    <a:pt x="575469" y="1120458"/>
                  </a:lnTo>
                  <a:lnTo>
                    <a:pt x="575417" y="1120473"/>
                  </a:lnTo>
                  <a:lnTo>
                    <a:pt x="575368" y="1120489"/>
                  </a:lnTo>
                  <a:lnTo>
                    <a:pt x="575324" y="1120496"/>
                  </a:lnTo>
                  <a:lnTo>
                    <a:pt x="575275" y="1120526"/>
                  </a:lnTo>
                  <a:lnTo>
                    <a:pt x="575251" y="1120541"/>
                  </a:lnTo>
                  <a:lnTo>
                    <a:pt x="575230" y="1120544"/>
                  </a:lnTo>
                  <a:lnTo>
                    <a:pt x="575183" y="1120534"/>
                  </a:lnTo>
                  <a:lnTo>
                    <a:pt x="575144" y="1120524"/>
                  </a:lnTo>
                  <a:lnTo>
                    <a:pt x="575118" y="1120523"/>
                  </a:lnTo>
                  <a:lnTo>
                    <a:pt x="575090" y="1120526"/>
                  </a:lnTo>
                  <a:lnTo>
                    <a:pt x="575050" y="1120545"/>
                  </a:lnTo>
                  <a:lnTo>
                    <a:pt x="575019" y="1120563"/>
                  </a:lnTo>
                  <a:lnTo>
                    <a:pt x="574980" y="1120605"/>
                  </a:lnTo>
                  <a:lnTo>
                    <a:pt x="574955" y="1120662"/>
                  </a:lnTo>
                  <a:lnTo>
                    <a:pt x="574952" y="1120691"/>
                  </a:lnTo>
                  <a:lnTo>
                    <a:pt x="574958" y="1120721"/>
                  </a:lnTo>
                  <a:lnTo>
                    <a:pt x="574961" y="1120743"/>
                  </a:lnTo>
                  <a:lnTo>
                    <a:pt x="574956" y="1120748"/>
                  </a:lnTo>
                  <a:lnTo>
                    <a:pt x="574940" y="1120726"/>
                  </a:lnTo>
                  <a:lnTo>
                    <a:pt x="574903" y="1120700"/>
                  </a:lnTo>
                  <a:lnTo>
                    <a:pt x="574864" y="1120671"/>
                  </a:lnTo>
                  <a:lnTo>
                    <a:pt x="574836" y="1120652"/>
                  </a:lnTo>
                  <a:lnTo>
                    <a:pt x="574810" y="1120651"/>
                  </a:lnTo>
                  <a:lnTo>
                    <a:pt x="574770" y="1120657"/>
                  </a:lnTo>
                  <a:lnTo>
                    <a:pt x="574720" y="1120676"/>
                  </a:lnTo>
                  <a:lnTo>
                    <a:pt x="574648" y="1120703"/>
                  </a:lnTo>
                  <a:lnTo>
                    <a:pt x="574616" y="1120714"/>
                  </a:lnTo>
                  <a:lnTo>
                    <a:pt x="574567" y="1120729"/>
                  </a:lnTo>
                  <a:lnTo>
                    <a:pt x="574539" y="1120729"/>
                  </a:lnTo>
                  <a:lnTo>
                    <a:pt x="574522" y="1120720"/>
                  </a:lnTo>
                  <a:lnTo>
                    <a:pt x="574496" y="1120675"/>
                  </a:lnTo>
                  <a:lnTo>
                    <a:pt x="574468" y="1120617"/>
                  </a:lnTo>
                  <a:lnTo>
                    <a:pt x="574450" y="1120585"/>
                  </a:lnTo>
                  <a:lnTo>
                    <a:pt x="574434" y="1120571"/>
                  </a:lnTo>
                  <a:lnTo>
                    <a:pt x="574395" y="1120558"/>
                  </a:lnTo>
                  <a:lnTo>
                    <a:pt x="574369" y="1120549"/>
                  </a:lnTo>
                  <a:lnTo>
                    <a:pt x="574353" y="1120524"/>
                  </a:lnTo>
                  <a:lnTo>
                    <a:pt x="574327" y="1120510"/>
                  </a:lnTo>
                  <a:lnTo>
                    <a:pt x="574303" y="1120501"/>
                  </a:lnTo>
                  <a:lnTo>
                    <a:pt x="574264" y="1120494"/>
                  </a:lnTo>
                  <a:lnTo>
                    <a:pt x="574226" y="1120483"/>
                  </a:lnTo>
                  <a:lnTo>
                    <a:pt x="574198" y="1120464"/>
                  </a:lnTo>
                  <a:lnTo>
                    <a:pt x="574168" y="1120433"/>
                  </a:lnTo>
                  <a:lnTo>
                    <a:pt x="574148" y="1120397"/>
                  </a:lnTo>
                  <a:lnTo>
                    <a:pt x="574111" y="1120321"/>
                  </a:lnTo>
                  <a:lnTo>
                    <a:pt x="574085" y="1120274"/>
                  </a:lnTo>
                  <a:lnTo>
                    <a:pt x="574069" y="1120238"/>
                  </a:lnTo>
                  <a:lnTo>
                    <a:pt x="574047" y="1120218"/>
                  </a:lnTo>
                  <a:lnTo>
                    <a:pt x="574000" y="1120195"/>
                  </a:lnTo>
                  <a:lnTo>
                    <a:pt x="573954" y="1120174"/>
                  </a:lnTo>
                  <a:lnTo>
                    <a:pt x="573915" y="1120149"/>
                  </a:lnTo>
                  <a:lnTo>
                    <a:pt x="573893" y="1120143"/>
                  </a:lnTo>
                  <a:lnTo>
                    <a:pt x="573870" y="1120143"/>
                  </a:lnTo>
                  <a:lnTo>
                    <a:pt x="573831" y="1120163"/>
                  </a:lnTo>
                  <a:lnTo>
                    <a:pt x="573795" y="1120186"/>
                  </a:lnTo>
                  <a:lnTo>
                    <a:pt x="573767" y="1120187"/>
                  </a:lnTo>
                  <a:lnTo>
                    <a:pt x="573731" y="1120186"/>
                  </a:lnTo>
                  <a:lnTo>
                    <a:pt x="573693" y="1120179"/>
                  </a:lnTo>
                  <a:lnTo>
                    <a:pt x="573655" y="1120170"/>
                  </a:lnTo>
                  <a:lnTo>
                    <a:pt x="573631" y="1120170"/>
                  </a:lnTo>
                  <a:lnTo>
                    <a:pt x="573608" y="1120177"/>
                  </a:lnTo>
                  <a:lnTo>
                    <a:pt x="573503" y="1120226"/>
                  </a:lnTo>
                  <a:lnTo>
                    <a:pt x="573455" y="1120229"/>
                  </a:lnTo>
                  <a:lnTo>
                    <a:pt x="573403" y="1120230"/>
                  </a:lnTo>
                  <a:lnTo>
                    <a:pt x="573347" y="1120233"/>
                  </a:lnTo>
                  <a:lnTo>
                    <a:pt x="573301" y="1120248"/>
                  </a:lnTo>
                  <a:lnTo>
                    <a:pt x="573225" y="1120260"/>
                  </a:lnTo>
                  <a:lnTo>
                    <a:pt x="573178" y="1120269"/>
                  </a:lnTo>
                  <a:lnTo>
                    <a:pt x="573113" y="1120278"/>
                  </a:lnTo>
                  <a:lnTo>
                    <a:pt x="573057" y="1120292"/>
                  </a:lnTo>
                  <a:lnTo>
                    <a:pt x="573020" y="1120305"/>
                  </a:lnTo>
                  <a:lnTo>
                    <a:pt x="572986" y="1120315"/>
                  </a:lnTo>
                  <a:lnTo>
                    <a:pt x="572944" y="1120317"/>
                  </a:lnTo>
                  <a:lnTo>
                    <a:pt x="572877" y="1120307"/>
                  </a:lnTo>
                  <a:lnTo>
                    <a:pt x="572805" y="1120295"/>
                  </a:lnTo>
                  <a:lnTo>
                    <a:pt x="572755" y="1120294"/>
                  </a:lnTo>
                  <a:lnTo>
                    <a:pt x="572710" y="1120294"/>
                  </a:lnTo>
                  <a:lnTo>
                    <a:pt x="572667" y="1120299"/>
                  </a:lnTo>
                  <a:lnTo>
                    <a:pt x="572652" y="1120308"/>
                  </a:lnTo>
                  <a:lnTo>
                    <a:pt x="572640" y="1120330"/>
                  </a:lnTo>
                  <a:lnTo>
                    <a:pt x="572623" y="1120345"/>
                  </a:lnTo>
                  <a:lnTo>
                    <a:pt x="572602" y="1120355"/>
                  </a:lnTo>
                  <a:lnTo>
                    <a:pt x="572493" y="1120387"/>
                  </a:lnTo>
                  <a:lnTo>
                    <a:pt x="572461" y="1120397"/>
                  </a:lnTo>
                  <a:lnTo>
                    <a:pt x="572458" y="1120412"/>
                  </a:lnTo>
                  <a:lnTo>
                    <a:pt x="572457" y="1120464"/>
                  </a:lnTo>
                  <a:lnTo>
                    <a:pt x="572445" y="1120490"/>
                  </a:lnTo>
                  <a:lnTo>
                    <a:pt x="572421" y="1120527"/>
                  </a:lnTo>
                  <a:lnTo>
                    <a:pt x="572397" y="1120597"/>
                  </a:lnTo>
                  <a:lnTo>
                    <a:pt x="572380" y="1120642"/>
                  </a:lnTo>
                  <a:lnTo>
                    <a:pt x="572358" y="1120701"/>
                  </a:lnTo>
                  <a:lnTo>
                    <a:pt x="572344" y="1120721"/>
                  </a:lnTo>
                  <a:lnTo>
                    <a:pt x="572323" y="1120729"/>
                  </a:lnTo>
                  <a:lnTo>
                    <a:pt x="572281" y="1120734"/>
                  </a:lnTo>
                  <a:lnTo>
                    <a:pt x="572221" y="1120751"/>
                  </a:lnTo>
                  <a:lnTo>
                    <a:pt x="572157" y="1120758"/>
                  </a:lnTo>
                  <a:lnTo>
                    <a:pt x="572125" y="1120745"/>
                  </a:lnTo>
                  <a:lnTo>
                    <a:pt x="572093" y="1120715"/>
                  </a:lnTo>
                  <a:lnTo>
                    <a:pt x="572043" y="1120673"/>
                  </a:lnTo>
                  <a:lnTo>
                    <a:pt x="571994" y="1120642"/>
                  </a:lnTo>
                  <a:lnTo>
                    <a:pt x="571924" y="1120620"/>
                  </a:lnTo>
                  <a:lnTo>
                    <a:pt x="571860" y="1120613"/>
                  </a:lnTo>
                  <a:lnTo>
                    <a:pt x="571821" y="1120616"/>
                  </a:lnTo>
                  <a:lnTo>
                    <a:pt x="571783" y="1120630"/>
                  </a:lnTo>
                  <a:lnTo>
                    <a:pt x="571721" y="1120668"/>
                  </a:lnTo>
                  <a:lnTo>
                    <a:pt x="571685" y="1120691"/>
                  </a:lnTo>
                  <a:lnTo>
                    <a:pt x="571666" y="1120712"/>
                  </a:lnTo>
                  <a:lnTo>
                    <a:pt x="571649" y="1120757"/>
                  </a:lnTo>
                  <a:lnTo>
                    <a:pt x="571637" y="1120799"/>
                  </a:lnTo>
                  <a:lnTo>
                    <a:pt x="571628" y="1120842"/>
                  </a:lnTo>
                  <a:lnTo>
                    <a:pt x="571606" y="1120887"/>
                  </a:lnTo>
                  <a:lnTo>
                    <a:pt x="571581" y="1120923"/>
                  </a:lnTo>
                  <a:lnTo>
                    <a:pt x="571551" y="1120973"/>
                  </a:lnTo>
                  <a:lnTo>
                    <a:pt x="571526" y="1120995"/>
                  </a:lnTo>
                  <a:lnTo>
                    <a:pt x="571489" y="1121021"/>
                  </a:lnTo>
                  <a:lnTo>
                    <a:pt x="571416" y="1121073"/>
                  </a:lnTo>
                  <a:lnTo>
                    <a:pt x="571359" y="1121093"/>
                  </a:lnTo>
                  <a:lnTo>
                    <a:pt x="571275" y="1121120"/>
                  </a:lnTo>
                  <a:lnTo>
                    <a:pt x="571213" y="1121142"/>
                  </a:lnTo>
                  <a:lnTo>
                    <a:pt x="571175" y="1121173"/>
                  </a:lnTo>
                  <a:lnTo>
                    <a:pt x="571101" y="1121213"/>
                  </a:lnTo>
                  <a:lnTo>
                    <a:pt x="571049" y="1121211"/>
                  </a:lnTo>
                  <a:lnTo>
                    <a:pt x="570989" y="1121175"/>
                  </a:lnTo>
                  <a:lnTo>
                    <a:pt x="570941" y="1121153"/>
                  </a:lnTo>
                  <a:lnTo>
                    <a:pt x="570911" y="1121159"/>
                  </a:lnTo>
                  <a:lnTo>
                    <a:pt x="570882" y="1121189"/>
                  </a:lnTo>
                  <a:lnTo>
                    <a:pt x="570851" y="1121213"/>
                  </a:lnTo>
                  <a:lnTo>
                    <a:pt x="570826" y="1121216"/>
                  </a:lnTo>
                  <a:lnTo>
                    <a:pt x="570753" y="1121202"/>
                  </a:lnTo>
                  <a:lnTo>
                    <a:pt x="570715" y="1121203"/>
                  </a:lnTo>
                  <a:lnTo>
                    <a:pt x="570670" y="1121215"/>
                  </a:lnTo>
                  <a:lnTo>
                    <a:pt x="570635" y="1121212"/>
                  </a:lnTo>
                  <a:lnTo>
                    <a:pt x="570567" y="1121190"/>
                  </a:lnTo>
                  <a:lnTo>
                    <a:pt x="570523" y="1121172"/>
                  </a:lnTo>
                  <a:lnTo>
                    <a:pt x="570496" y="1121177"/>
                  </a:lnTo>
                  <a:lnTo>
                    <a:pt x="570476" y="1121195"/>
                  </a:lnTo>
                  <a:lnTo>
                    <a:pt x="570430" y="1121270"/>
                  </a:lnTo>
                  <a:lnTo>
                    <a:pt x="570400" y="1121332"/>
                  </a:lnTo>
                  <a:lnTo>
                    <a:pt x="570359" y="1121436"/>
                  </a:lnTo>
                  <a:lnTo>
                    <a:pt x="570340" y="1121470"/>
                  </a:lnTo>
                  <a:lnTo>
                    <a:pt x="570335" y="1121519"/>
                  </a:lnTo>
                  <a:lnTo>
                    <a:pt x="570317" y="1121574"/>
                  </a:lnTo>
                  <a:lnTo>
                    <a:pt x="570300" y="1121603"/>
                  </a:lnTo>
                  <a:lnTo>
                    <a:pt x="570264" y="1121632"/>
                  </a:lnTo>
                  <a:lnTo>
                    <a:pt x="570236" y="1121651"/>
                  </a:lnTo>
                  <a:lnTo>
                    <a:pt x="570199" y="1121670"/>
                  </a:lnTo>
                  <a:lnTo>
                    <a:pt x="570165" y="1121676"/>
                  </a:lnTo>
                  <a:lnTo>
                    <a:pt x="570115" y="1121680"/>
                  </a:lnTo>
                  <a:lnTo>
                    <a:pt x="570074" y="1121688"/>
                  </a:lnTo>
                  <a:lnTo>
                    <a:pt x="570050" y="1121691"/>
                  </a:lnTo>
                  <a:lnTo>
                    <a:pt x="570023" y="1121703"/>
                  </a:lnTo>
                  <a:lnTo>
                    <a:pt x="569993" y="1121721"/>
                  </a:lnTo>
                  <a:lnTo>
                    <a:pt x="569970" y="1121718"/>
                  </a:lnTo>
                  <a:lnTo>
                    <a:pt x="569929" y="1121696"/>
                  </a:lnTo>
                  <a:lnTo>
                    <a:pt x="569896" y="1121669"/>
                  </a:lnTo>
                  <a:lnTo>
                    <a:pt x="569828" y="1121624"/>
                  </a:lnTo>
                  <a:lnTo>
                    <a:pt x="569793" y="1121584"/>
                  </a:lnTo>
                  <a:lnTo>
                    <a:pt x="569772" y="1121558"/>
                  </a:lnTo>
                  <a:lnTo>
                    <a:pt x="569748" y="1121558"/>
                  </a:lnTo>
                  <a:lnTo>
                    <a:pt x="569725" y="1121568"/>
                  </a:lnTo>
                  <a:lnTo>
                    <a:pt x="569677" y="1121586"/>
                  </a:lnTo>
                  <a:lnTo>
                    <a:pt x="569641" y="1121601"/>
                  </a:lnTo>
                  <a:lnTo>
                    <a:pt x="569628" y="1121626"/>
                  </a:lnTo>
                  <a:lnTo>
                    <a:pt x="569618" y="1121692"/>
                  </a:lnTo>
                  <a:lnTo>
                    <a:pt x="569617" y="1121750"/>
                  </a:lnTo>
                  <a:lnTo>
                    <a:pt x="569605" y="1121806"/>
                  </a:lnTo>
                  <a:lnTo>
                    <a:pt x="569579" y="1121891"/>
                  </a:lnTo>
                  <a:lnTo>
                    <a:pt x="569567" y="1121922"/>
                  </a:lnTo>
                  <a:lnTo>
                    <a:pt x="569533" y="1121993"/>
                  </a:lnTo>
                  <a:lnTo>
                    <a:pt x="569508" y="1122044"/>
                  </a:lnTo>
                  <a:lnTo>
                    <a:pt x="569496" y="1122055"/>
                  </a:lnTo>
                  <a:lnTo>
                    <a:pt x="569459" y="1122050"/>
                  </a:lnTo>
                  <a:lnTo>
                    <a:pt x="569427" y="1122053"/>
                  </a:lnTo>
                  <a:lnTo>
                    <a:pt x="569371" y="1122064"/>
                  </a:lnTo>
                  <a:lnTo>
                    <a:pt x="569320" y="1122099"/>
                  </a:lnTo>
                  <a:lnTo>
                    <a:pt x="569275" y="1122147"/>
                  </a:lnTo>
                  <a:lnTo>
                    <a:pt x="569228" y="1122190"/>
                  </a:lnTo>
                  <a:lnTo>
                    <a:pt x="569182" y="1122223"/>
                  </a:lnTo>
                  <a:lnTo>
                    <a:pt x="569166" y="1122225"/>
                  </a:lnTo>
                  <a:lnTo>
                    <a:pt x="569157" y="1122152"/>
                  </a:lnTo>
                  <a:lnTo>
                    <a:pt x="569150" y="1122064"/>
                  </a:lnTo>
                  <a:lnTo>
                    <a:pt x="569141" y="1122000"/>
                  </a:lnTo>
                  <a:lnTo>
                    <a:pt x="569128" y="1121950"/>
                  </a:lnTo>
                  <a:lnTo>
                    <a:pt x="569122" y="1121923"/>
                  </a:lnTo>
                  <a:lnTo>
                    <a:pt x="569091" y="1121750"/>
                  </a:lnTo>
                  <a:lnTo>
                    <a:pt x="569048" y="1121671"/>
                  </a:lnTo>
                  <a:lnTo>
                    <a:pt x="569003" y="1121635"/>
                  </a:lnTo>
                  <a:lnTo>
                    <a:pt x="568914" y="1121570"/>
                  </a:lnTo>
                  <a:lnTo>
                    <a:pt x="568875" y="1121533"/>
                  </a:lnTo>
                  <a:lnTo>
                    <a:pt x="568842" y="1121485"/>
                  </a:lnTo>
                  <a:lnTo>
                    <a:pt x="568803" y="1121397"/>
                  </a:lnTo>
                  <a:lnTo>
                    <a:pt x="568784" y="1121332"/>
                  </a:lnTo>
                  <a:lnTo>
                    <a:pt x="568749" y="1121204"/>
                  </a:lnTo>
                  <a:lnTo>
                    <a:pt x="568726" y="1121131"/>
                  </a:lnTo>
                  <a:lnTo>
                    <a:pt x="568703" y="1121062"/>
                  </a:lnTo>
                  <a:lnTo>
                    <a:pt x="568673" y="1120983"/>
                  </a:lnTo>
                  <a:lnTo>
                    <a:pt x="568663" y="1120969"/>
                  </a:lnTo>
                  <a:lnTo>
                    <a:pt x="568646" y="1120978"/>
                  </a:lnTo>
                  <a:lnTo>
                    <a:pt x="568632" y="1120992"/>
                  </a:lnTo>
                  <a:lnTo>
                    <a:pt x="568606" y="1121021"/>
                  </a:lnTo>
                  <a:lnTo>
                    <a:pt x="568578" y="1121050"/>
                  </a:lnTo>
                  <a:lnTo>
                    <a:pt x="568544" y="1121089"/>
                  </a:lnTo>
                  <a:lnTo>
                    <a:pt x="568490" y="1121118"/>
                  </a:lnTo>
                  <a:lnTo>
                    <a:pt x="568457" y="1121138"/>
                  </a:lnTo>
                  <a:lnTo>
                    <a:pt x="568433" y="1121163"/>
                  </a:lnTo>
                  <a:lnTo>
                    <a:pt x="568387" y="1121210"/>
                  </a:lnTo>
                  <a:lnTo>
                    <a:pt x="568326" y="1121301"/>
                  </a:lnTo>
                  <a:lnTo>
                    <a:pt x="568292" y="1121360"/>
                  </a:lnTo>
                  <a:lnTo>
                    <a:pt x="568239" y="1121440"/>
                  </a:lnTo>
                  <a:lnTo>
                    <a:pt x="568214" y="1121470"/>
                  </a:lnTo>
                  <a:lnTo>
                    <a:pt x="568177" y="1121499"/>
                  </a:lnTo>
                  <a:lnTo>
                    <a:pt x="568135" y="1121506"/>
                  </a:lnTo>
                  <a:lnTo>
                    <a:pt x="568097" y="1121502"/>
                  </a:lnTo>
                  <a:lnTo>
                    <a:pt x="568054" y="1121483"/>
                  </a:lnTo>
                  <a:lnTo>
                    <a:pt x="567932" y="1121420"/>
                  </a:lnTo>
                  <a:lnTo>
                    <a:pt x="567868" y="1121370"/>
                  </a:lnTo>
                  <a:lnTo>
                    <a:pt x="567809" y="1121319"/>
                  </a:lnTo>
                  <a:lnTo>
                    <a:pt x="567746" y="1121266"/>
                  </a:lnTo>
                  <a:lnTo>
                    <a:pt x="567710" y="1121223"/>
                  </a:lnTo>
                  <a:lnTo>
                    <a:pt x="567698" y="1121223"/>
                  </a:lnTo>
                  <a:lnTo>
                    <a:pt x="567693" y="1121240"/>
                  </a:lnTo>
                  <a:lnTo>
                    <a:pt x="567683" y="1121278"/>
                  </a:lnTo>
                  <a:lnTo>
                    <a:pt x="567656" y="1121349"/>
                  </a:lnTo>
                  <a:lnTo>
                    <a:pt x="567632" y="1121396"/>
                  </a:lnTo>
                  <a:lnTo>
                    <a:pt x="567583" y="1121501"/>
                  </a:lnTo>
                  <a:lnTo>
                    <a:pt x="567564" y="1121557"/>
                  </a:lnTo>
                  <a:lnTo>
                    <a:pt x="567542" y="1121663"/>
                  </a:lnTo>
                  <a:lnTo>
                    <a:pt x="567538" y="1121723"/>
                  </a:lnTo>
                  <a:lnTo>
                    <a:pt x="567528" y="1121793"/>
                  </a:lnTo>
                  <a:lnTo>
                    <a:pt x="567527" y="1121832"/>
                  </a:lnTo>
                  <a:lnTo>
                    <a:pt x="567520" y="1121888"/>
                  </a:lnTo>
                  <a:lnTo>
                    <a:pt x="567483" y="1121963"/>
                  </a:lnTo>
                  <a:lnTo>
                    <a:pt x="567434" y="1122012"/>
                  </a:lnTo>
                  <a:lnTo>
                    <a:pt x="567359" y="1122085"/>
                  </a:lnTo>
                  <a:lnTo>
                    <a:pt x="567318" y="1122117"/>
                  </a:lnTo>
                  <a:lnTo>
                    <a:pt x="567271" y="1122153"/>
                  </a:lnTo>
                  <a:lnTo>
                    <a:pt x="567237" y="1122166"/>
                  </a:lnTo>
                  <a:lnTo>
                    <a:pt x="567215" y="1122166"/>
                  </a:lnTo>
                  <a:lnTo>
                    <a:pt x="567185" y="1122160"/>
                  </a:lnTo>
                  <a:lnTo>
                    <a:pt x="567127" y="1122145"/>
                  </a:lnTo>
                  <a:lnTo>
                    <a:pt x="567031" y="1122126"/>
                  </a:lnTo>
                  <a:lnTo>
                    <a:pt x="566987" y="1122130"/>
                  </a:lnTo>
                  <a:lnTo>
                    <a:pt x="566926" y="1122150"/>
                  </a:lnTo>
                  <a:lnTo>
                    <a:pt x="566845" y="1122173"/>
                  </a:lnTo>
                  <a:lnTo>
                    <a:pt x="566764" y="1122182"/>
                  </a:lnTo>
                  <a:lnTo>
                    <a:pt x="566722" y="1122178"/>
                  </a:lnTo>
                  <a:lnTo>
                    <a:pt x="566672" y="1122165"/>
                  </a:lnTo>
                  <a:lnTo>
                    <a:pt x="566625" y="1122140"/>
                  </a:lnTo>
                  <a:lnTo>
                    <a:pt x="566576" y="1122112"/>
                  </a:lnTo>
                  <a:lnTo>
                    <a:pt x="566534" y="1122083"/>
                  </a:lnTo>
                  <a:lnTo>
                    <a:pt x="566502" y="1122035"/>
                  </a:lnTo>
                  <a:lnTo>
                    <a:pt x="566467" y="1121982"/>
                  </a:lnTo>
                  <a:lnTo>
                    <a:pt x="566435" y="1121945"/>
                  </a:lnTo>
                  <a:lnTo>
                    <a:pt x="566395" y="1121906"/>
                  </a:lnTo>
                  <a:lnTo>
                    <a:pt x="566365" y="1121886"/>
                  </a:lnTo>
                  <a:lnTo>
                    <a:pt x="566324" y="1121872"/>
                  </a:lnTo>
                  <a:lnTo>
                    <a:pt x="566250" y="1121843"/>
                  </a:lnTo>
                  <a:lnTo>
                    <a:pt x="566190" y="1121820"/>
                  </a:lnTo>
                  <a:lnTo>
                    <a:pt x="566131" y="1121801"/>
                  </a:lnTo>
                  <a:lnTo>
                    <a:pt x="566101" y="1121786"/>
                  </a:lnTo>
                  <a:lnTo>
                    <a:pt x="566039" y="1121742"/>
                  </a:lnTo>
                  <a:lnTo>
                    <a:pt x="565991" y="1121712"/>
                  </a:lnTo>
                  <a:lnTo>
                    <a:pt x="565947" y="1121690"/>
                  </a:lnTo>
                  <a:lnTo>
                    <a:pt x="565915" y="1121662"/>
                  </a:lnTo>
                  <a:lnTo>
                    <a:pt x="565891" y="1121644"/>
                  </a:lnTo>
                  <a:lnTo>
                    <a:pt x="565862" y="1121629"/>
                  </a:lnTo>
                  <a:lnTo>
                    <a:pt x="565822" y="1121595"/>
                  </a:lnTo>
                  <a:lnTo>
                    <a:pt x="565790" y="1121554"/>
                  </a:lnTo>
                  <a:lnTo>
                    <a:pt x="565778" y="1121528"/>
                  </a:lnTo>
                  <a:lnTo>
                    <a:pt x="565771" y="1121527"/>
                  </a:lnTo>
                  <a:lnTo>
                    <a:pt x="565760" y="1121526"/>
                  </a:lnTo>
                  <a:lnTo>
                    <a:pt x="565717" y="1121540"/>
                  </a:lnTo>
                  <a:lnTo>
                    <a:pt x="565648" y="1121547"/>
                  </a:lnTo>
                  <a:lnTo>
                    <a:pt x="565522" y="1121550"/>
                  </a:lnTo>
                  <a:lnTo>
                    <a:pt x="565459" y="1121551"/>
                  </a:lnTo>
                  <a:lnTo>
                    <a:pt x="565411" y="1121540"/>
                  </a:lnTo>
                  <a:lnTo>
                    <a:pt x="565372" y="1121518"/>
                  </a:lnTo>
                  <a:lnTo>
                    <a:pt x="565317" y="1121482"/>
                  </a:lnTo>
                  <a:lnTo>
                    <a:pt x="565210" y="1121419"/>
                  </a:lnTo>
                  <a:lnTo>
                    <a:pt x="565178" y="1121379"/>
                  </a:lnTo>
                  <a:lnTo>
                    <a:pt x="565137" y="1121320"/>
                  </a:lnTo>
                  <a:lnTo>
                    <a:pt x="565111" y="1121276"/>
                  </a:lnTo>
                  <a:lnTo>
                    <a:pt x="565101" y="1121273"/>
                  </a:lnTo>
                  <a:lnTo>
                    <a:pt x="565080" y="1121286"/>
                  </a:lnTo>
                  <a:lnTo>
                    <a:pt x="565059" y="1121307"/>
                  </a:lnTo>
                  <a:lnTo>
                    <a:pt x="565024" y="1121345"/>
                  </a:lnTo>
                  <a:lnTo>
                    <a:pt x="565011" y="1121376"/>
                  </a:lnTo>
                  <a:lnTo>
                    <a:pt x="565000" y="1121398"/>
                  </a:lnTo>
                  <a:lnTo>
                    <a:pt x="564954" y="1121439"/>
                  </a:lnTo>
                  <a:lnTo>
                    <a:pt x="564913" y="1121468"/>
                  </a:lnTo>
                  <a:lnTo>
                    <a:pt x="564870" y="1121513"/>
                  </a:lnTo>
                  <a:lnTo>
                    <a:pt x="564844" y="1121550"/>
                  </a:lnTo>
                  <a:lnTo>
                    <a:pt x="564795" y="1121600"/>
                  </a:lnTo>
                  <a:lnTo>
                    <a:pt x="564753" y="1121632"/>
                  </a:lnTo>
                  <a:lnTo>
                    <a:pt x="564729" y="1121668"/>
                  </a:lnTo>
                  <a:lnTo>
                    <a:pt x="564716" y="1121703"/>
                  </a:lnTo>
                  <a:lnTo>
                    <a:pt x="564695" y="1121746"/>
                  </a:lnTo>
                  <a:lnTo>
                    <a:pt x="564618" y="1121808"/>
                  </a:lnTo>
                  <a:lnTo>
                    <a:pt x="564573" y="1121841"/>
                  </a:lnTo>
                  <a:lnTo>
                    <a:pt x="564497" y="1121880"/>
                  </a:lnTo>
                  <a:lnTo>
                    <a:pt x="564459" y="1121898"/>
                  </a:lnTo>
                  <a:lnTo>
                    <a:pt x="564461" y="1121910"/>
                  </a:lnTo>
                  <a:lnTo>
                    <a:pt x="564479" y="1121922"/>
                  </a:lnTo>
                  <a:lnTo>
                    <a:pt x="564508" y="1121943"/>
                  </a:lnTo>
                  <a:lnTo>
                    <a:pt x="564556" y="1121986"/>
                  </a:lnTo>
                  <a:lnTo>
                    <a:pt x="564581" y="1122006"/>
                  </a:lnTo>
                  <a:lnTo>
                    <a:pt x="564624" y="1122027"/>
                  </a:lnTo>
                  <a:lnTo>
                    <a:pt x="564644" y="1122045"/>
                  </a:lnTo>
                  <a:lnTo>
                    <a:pt x="564674" y="1122075"/>
                  </a:lnTo>
                  <a:lnTo>
                    <a:pt x="564692" y="1122109"/>
                  </a:lnTo>
                  <a:lnTo>
                    <a:pt x="564694" y="1122130"/>
                  </a:lnTo>
                  <a:lnTo>
                    <a:pt x="564695" y="1122174"/>
                  </a:lnTo>
                  <a:lnTo>
                    <a:pt x="564699" y="1122203"/>
                  </a:lnTo>
                  <a:lnTo>
                    <a:pt x="564720" y="1122247"/>
                  </a:lnTo>
                  <a:lnTo>
                    <a:pt x="564736" y="1122275"/>
                  </a:lnTo>
                  <a:lnTo>
                    <a:pt x="564753" y="1122326"/>
                  </a:lnTo>
                  <a:lnTo>
                    <a:pt x="564767" y="1122383"/>
                  </a:lnTo>
                  <a:lnTo>
                    <a:pt x="564775" y="1122421"/>
                  </a:lnTo>
                  <a:lnTo>
                    <a:pt x="564791" y="1122459"/>
                  </a:lnTo>
                  <a:lnTo>
                    <a:pt x="564750" y="1122479"/>
                  </a:lnTo>
                  <a:lnTo>
                    <a:pt x="564697" y="1122505"/>
                  </a:lnTo>
                  <a:lnTo>
                    <a:pt x="564632" y="1122542"/>
                  </a:lnTo>
                  <a:lnTo>
                    <a:pt x="564574" y="1122579"/>
                  </a:lnTo>
                  <a:lnTo>
                    <a:pt x="564547" y="1122610"/>
                  </a:lnTo>
                  <a:lnTo>
                    <a:pt x="564519" y="1122667"/>
                  </a:lnTo>
                  <a:lnTo>
                    <a:pt x="564497" y="1122734"/>
                  </a:lnTo>
                  <a:lnTo>
                    <a:pt x="564493" y="1122782"/>
                  </a:lnTo>
                  <a:lnTo>
                    <a:pt x="564501" y="1122841"/>
                  </a:lnTo>
                  <a:lnTo>
                    <a:pt x="564501" y="1122875"/>
                  </a:lnTo>
                  <a:lnTo>
                    <a:pt x="564486" y="1122904"/>
                  </a:lnTo>
                  <a:lnTo>
                    <a:pt x="564465" y="1122928"/>
                  </a:lnTo>
                  <a:lnTo>
                    <a:pt x="564383" y="1122965"/>
                  </a:lnTo>
                  <a:lnTo>
                    <a:pt x="564311" y="1122994"/>
                  </a:lnTo>
                  <a:lnTo>
                    <a:pt x="564261" y="1123022"/>
                  </a:lnTo>
                  <a:lnTo>
                    <a:pt x="564213" y="1123048"/>
                  </a:lnTo>
                  <a:lnTo>
                    <a:pt x="564180" y="1123074"/>
                  </a:lnTo>
                  <a:lnTo>
                    <a:pt x="564123" y="1123148"/>
                  </a:lnTo>
                  <a:lnTo>
                    <a:pt x="564091" y="1123203"/>
                  </a:lnTo>
                  <a:lnTo>
                    <a:pt x="564055" y="1123257"/>
                  </a:lnTo>
                  <a:lnTo>
                    <a:pt x="564034" y="1123299"/>
                  </a:lnTo>
                  <a:lnTo>
                    <a:pt x="564035" y="1123324"/>
                  </a:lnTo>
                  <a:lnTo>
                    <a:pt x="564043" y="1123352"/>
                  </a:lnTo>
                  <a:lnTo>
                    <a:pt x="564059" y="1123380"/>
                  </a:lnTo>
                  <a:lnTo>
                    <a:pt x="564077" y="1123410"/>
                  </a:lnTo>
                  <a:lnTo>
                    <a:pt x="564110" y="1123454"/>
                  </a:lnTo>
                  <a:lnTo>
                    <a:pt x="564132" y="1123485"/>
                  </a:lnTo>
                  <a:lnTo>
                    <a:pt x="564153" y="1123521"/>
                  </a:lnTo>
                  <a:lnTo>
                    <a:pt x="564167" y="1123564"/>
                  </a:lnTo>
                  <a:lnTo>
                    <a:pt x="564178" y="1123628"/>
                  </a:lnTo>
                  <a:lnTo>
                    <a:pt x="564179" y="1123662"/>
                  </a:lnTo>
                  <a:lnTo>
                    <a:pt x="564178" y="1123714"/>
                  </a:lnTo>
                  <a:lnTo>
                    <a:pt x="564180" y="1123736"/>
                  </a:lnTo>
                  <a:lnTo>
                    <a:pt x="564202" y="1123763"/>
                  </a:lnTo>
                  <a:lnTo>
                    <a:pt x="564230" y="1123797"/>
                  </a:lnTo>
                  <a:lnTo>
                    <a:pt x="564255" y="1123830"/>
                  </a:lnTo>
                  <a:lnTo>
                    <a:pt x="564277" y="1123861"/>
                  </a:lnTo>
                  <a:lnTo>
                    <a:pt x="564321" y="1123930"/>
                  </a:lnTo>
                  <a:lnTo>
                    <a:pt x="564341" y="1123951"/>
                  </a:lnTo>
                  <a:lnTo>
                    <a:pt x="564370" y="1123966"/>
                  </a:lnTo>
                  <a:lnTo>
                    <a:pt x="564398" y="1123979"/>
                  </a:lnTo>
                  <a:lnTo>
                    <a:pt x="564407" y="1123995"/>
                  </a:lnTo>
                  <a:lnTo>
                    <a:pt x="564422" y="1124030"/>
                  </a:lnTo>
                  <a:lnTo>
                    <a:pt x="564449" y="1124066"/>
                  </a:lnTo>
                  <a:lnTo>
                    <a:pt x="564473" y="1124099"/>
                  </a:lnTo>
                  <a:lnTo>
                    <a:pt x="564493" y="1124135"/>
                  </a:lnTo>
                  <a:lnTo>
                    <a:pt x="564510" y="1124156"/>
                  </a:lnTo>
                  <a:lnTo>
                    <a:pt x="564536" y="1124170"/>
                  </a:lnTo>
                  <a:lnTo>
                    <a:pt x="564567" y="1124181"/>
                  </a:lnTo>
                  <a:lnTo>
                    <a:pt x="564594" y="1124193"/>
                  </a:lnTo>
                  <a:lnTo>
                    <a:pt x="564599" y="1124203"/>
                  </a:lnTo>
                  <a:lnTo>
                    <a:pt x="564629" y="1124243"/>
                  </a:lnTo>
                  <a:lnTo>
                    <a:pt x="564643" y="1124264"/>
                  </a:lnTo>
                  <a:lnTo>
                    <a:pt x="564670" y="1124318"/>
                  </a:lnTo>
                  <a:lnTo>
                    <a:pt x="564698" y="1124357"/>
                  </a:lnTo>
                  <a:lnTo>
                    <a:pt x="564728" y="1124409"/>
                  </a:lnTo>
                  <a:lnTo>
                    <a:pt x="564743" y="1124436"/>
                  </a:lnTo>
                  <a:lnTo>
                    <a:pt x="564759" y="1124473"/>
                  </a:lnTo>
                  <a:lnTo>
                    <a:pt x="564786" y="1124516"/>
                  </a:lnTo>
                  <a:lnTo>
                    <a:pt x="564801" y="1124541"/>
                  </a:lnTo>
                  <a:lnTo>
                    <a:pt x="564827" y="1124559"/>
                  </a:lnTo>
                  <a:lnTo>
                    <a:pt x="564843" y="1124578"/>
                  </a:lnTo>
                  <a:lnTo>
                    <a:pt x="564840" y="1124614"/>
                  </a:lnTo>
                  <a:lnTo>
                    <a:pt x="564827" y="1124645"/>
                  </a:lnTo>
                  <a:lnTo>
                    <a:pt x="564804" y="1124674"/>
                  </a:lnTo>
                  <a:lnTo>
                    <a:pt x="564779" y="1124702"/>
                  </a:lnTo>
                  <a:lnTo>
                    <a:pt x="564770" y="1124762"/>
                  </a:lnTo>
                  <a:lnTo>
                    <a:pt x="564760" y="1124801"/>
                  </a:lnTo>
                  <a:lnTo>
                    <a:pt x="564734" y="1124845"/>
                  </a:lnTo>
                  <a:lnTo>
                    <a:pt x="564722" y="1124883"/>
                  </a:lnTo>
                  <a:lnTo>
                    <a:pt x="564716" y="1124910"/>
                  </a:lnTo>
                  <a:lnTo>
                    <a:pt x="564652" y="1124923"/>
                  </a:lnTo>
                  <a:lnTo>
                    <a:pt x="564629" y="1124924"/>
                  </a:lnTo>
                  <a:lnTo>
                    <a:pt x="564608" y="1124925"/>
                  </a:lnTo>
                  <a:lnTo>
                    <a:pt x="564584" y="1124922"/>
                  </a:lnTo>
                  <a:lnTo>
                    <a:pt x="564554" y="1124916"/>
                  </a:lnTo>
                  <a:lnTo>
                    <a:pt x="564532" y="1124910"/>
                  </a:lnTo>
                  <a:lnTo>
                    <a:pt x="564512" y="1124904"/>
                  </a:lnTo>
                  <a:lnTo>
                    <a:pt x="564502" y="1124902"/>
                  </a:lnTo>
                  <a:lnTo>
                    <a:pt x="564480" y="1124898"/>
                  </a:lnTo>
                  <a:lnTo>
                    <a:pt x="564466" y="1124896"/>
                  </a:lnTo>
                  <a:lnTo>
                    <a:pt x="564443" y="1124895"/>
                  </a:lnTo>
                  <a:lnTo>
                    <a:pt x="564429" y="1124895"/>
                  </a:lnTo>
                  <a:lnTo>
                    <a:pt x="564411" y="1124901"/>
                  </a:lnTo>
                  <a:lnTo>
                    <a:pt x="564396" y="1124907"/>
                  </a:lnTo>
                  <a:lnTo>
                    <a:pt x="564380" y="1124921"/>
                  </a:lnTo>
                  <a:lnTo>
                    <a:pt x="564367" y="1124934"/>
                  </a:lnTo>
                  <a:lnTo>
                    <a:pt x="564356" y="1124946"/>
                  </a:lnTo>
                  <a:lnTo>
                    <a:pt x="564331" y="1124974"/>
                  </a:lnTo>
                  <a:lnTo>
                    <a:pt x="564317" y="1124989"/>
                  </a:lnTo>
                  <a:lnTo>
                    <a:pt x="564303" y="1125005"/>
                  </a:lnTo>
                  <a:lnTo>
                    <a:pt x="564278" y="1125029"/>
                  </a:lnTo>
                  <a:lnTo>
                    <a:pt x="564260" y="1125046"/>
                  </a:lnTo>
                  <a:lnTo>
                    <a:pt x="564245" y="1125058"/>
                  </a:lnTo>
                  <a:lnTo>
                    <a:pt x="564210" y="1125096"/>
                  </a:lnTo>
                  <a:lnTo>
                    <a:pt x="564196" y="1125112"/>
                  </a:lnTo>
                  <a:lnTo>
                    <a:pt x="564154" y="1125150"/>
                  </a:lnTo>
                  <a:lnTo>
                    <a:pt x="564138" y="1125165"/>
                  </a:lnTo>
                  <a:lnTo>
                    <a:pt x="564131" y="1125173"/>
                  </a:lnTo>
                  <a:lnTo>
                    <a:pt x="564110" y="1125200"/>
                  </a:lnTo>
                  <a:lnTo>
                    <a:pt x="564096" y="1125219"/>
                  </a:lnTo>
                  <a:lnTo>
                    <a:pt x="564091" y="1125228"/>
                  </a:lnTo>
                  <a:lnTo>
                    <a:pt x="564068" y="1125265"/>
                  </a:lnTo>
                  <a:lnTo>
                    <a:pt x="564059" y="1125279"/>
                  </a:lnTo>
                  <a:lnTo>
                    <a:pt x="564029" y="1125321"/>
                  </a:lnTo>
                  <a:lnTo>
                    <a:pt x="564016" y="1125338"/>
                  </a:lnTo>
                  <a:lnTo>
                    <a:pt x="563987" y="1125371"/>
                  </a:lnTo>
                  <a:lnTo>
                    <a:pt x="563973" y="1125387"/>
                  </a:lnTo>
                  <a:lnTo>
                    <a:pt x="563964" y="1125397"/>
                  </a:lnTo>
                  <a:lnTo>
                    <a:pt x="563931" y="1125431"/>
                  </a:lnTo>
                  <a:lnTo>
                    <a:pt x="563916" y="1125445"/>
                  </a:lnTo>
                  <a:lnTo>
                    <a:pt x="563908" y="1125451"/>
                  </a:lnTo>
                  <a:lnTo>
                    <a:pt x="563877" y="1125476"/>
                  </a:lnTo>
                  <a:lnTo>
                    <a:pt x="563859" y="1125484"/>
                  </a:lnTo>
                  <a:lnTo>
                    <a:pt x="563842" y="1125490"/>
                  </a:lnTo>
                  <a:lnTo>
                    <a:pt x="563831" y="1125493"/>
                  </a:lnTo>
                  <a:lnTo>
                    <a:pt x="563799" y="1125500"/>
                  </a:lnTo>
                  <a:lnTo>
                    <a:pt x="563779" y="1125503"/>
                  </a:lnTo>
                  <a:lnTo>
                    <a:pt x="563760" y="1125507"/>
                  </a:lnTo>
                  <a:lnTo>
                    <a:pt x="563709" y="1125515"/>
                  </a:lnTo>
                  <a:lnTo>
                    <a:pt x="563683" y="1125521"/>
                  </a:lnTo>
                  <a:lnTo>
                    <a:pt x="563677" y="1125522"/>
                  </a:lnTo>
                  <a:lnTo>
                    <a:pt x="563635" y="1125527"/>
                  </a:lnTo>
                  <a:lnTo>
                    <a:pt x="563608" y="1125530"/>
                  </a:lnTo>
                  <a:lnTo>
                    <a:pt x="563584" y="1125531"/>
                  </a:lnTo>
                  <a:lnTo>
                    <a:pt x="563566" y="1125531"/>
                  </a:lnTo>
                  <a:lnTo>
                    <a:pt x="563536" y="1125530"/>
                  </a:lnTo>
                  <a:lnTo>
                    <a:pt x="563516" y="1125527"/>
                  </a:lnTo>
                  <a:lnTo>
                    <a:pt x="563496" y="1125524"/>
                  </a:lnTo>
                  <a:lnTo>
                    <a:pt x="563487" y="1125522"/>
                  </a:lnTo>
                  <a:lnTo>
                    <a:pt x="563461" y="1125519"/>
                  </a:lnTo>
                  <a:lnTo>
                    <a:pt x="563448" y="1125517"/>
                  </a:lnTo>
                  <a:lnTo>
                    <a:pt x="563431" y="1125518"/>
                  </a:lnTo>
                  <a:lnTo>
                    <a:pt x="563412" y="1125522"/>
                  </a:lnTo>
                  <a:lnTo>
                    <a:pt x="563371" y="1125531"/>
                  </a:lnTo>
                  <a:lnTo>
                    <a:pt x="563350" y="1125535"/>
                  </a:lnTo>
                  <a:lnTo>
                    <a:pt x="563334" y="1125537"/>
                  </a:lnTo>
                  <a:lnTo>
                    <a:pt x="563285" y="1125541"/>
                  </a:lnTo>
                  <a:lnTo>
                    <a:pt x="563267" y="1125543"/>
                  </a:lnTo>
                  <a:lnTo>
                    <a:pt x="563256" y="1125545"/>
                  </a:lnTo>
                  <a:lnTo>
                    <a:pt x="563225" y="1125546"/>
                  </a:lnTo>
                  <a:lnTo>
                    <a:pt x="563210" y="1125545"/>
                  </a:lnTo>
                  <a:lnTo>
                    <a:pt x="563201" y="1125542"/>
                  </a:lnTo>
                  <a:lnTo>
                    <a:pt x="563186" y="1125532"/>
                  </a:lnTo>
                  <a:lnTo>
                    <a:pt x="563179" y="1125526"/>
                  </a:lnTo>
                  <a:lnTo>
                    <a:pt x="563156" y="1125502"/>
                  </a:lnTo>
                  <a:lnTo>
                    <a:pt x="563140" y="1125489"/>
                  </a:lnTo>
                  <a:lnTo>
                    <a:pt x="563124" y="1125477"/>
                  </a:lnTo>
                  <a:lnTo>
                    <a:pt x="563094" y="1125455"/>
                  </a:lnTo>
                  <a:lnTo>
                    <a:pt x="563076" y="1125440"/>
                  </a:lnTo>
                  <a:lnTo>
                    <a:pt x="563059" y="1125426"/>
                  </a:lnTo>
                  <a:lnTo>
                    <a:pt x="563052" y="1125419"/>
                  </a:lnTo>
                  <a:lnTo>
                    <a:pt x="563033" y="1125401"/>
                  </a:lnTo>
                  <a:lnTo>
                    <a:pt x="563027" y="1125393"/>
                  </a:lnTo>
                  <a:lnTo>
                    <a:pt x="563021" y="1125383"/>
                  </a:lnTo>
                  <a:lnTo>
                    <a:pt x="563018" y="1125374"/>
                  </a:lnTo>
                  <a:lnTo>
                    <a:pt x="563015" y="1125363"/>
                  </a:lnTo>
                  <a:lnTo>
                    <a:pt x="563009" y="1125336"/>
                  </a:lnTo>
                  <a:lnTo>
                    <a:pt x="563001" y="1125311"/>
                  </a:lnTo>
                  <a:lnTo>
                    <a:pt x="562999" y="1125305"/>
                  </a:lnTo>
                  <a:lnTo>
                    <a:pt x="562989" y="1125272"/>
                  </a:lnTo>
                  <a:lnTo>
                    <a:pt x="562982" y="1125253"/>
                  </a:lnTo>
                  <a:lnTo>
                    <a:pt x="562977" y="1125229"/>
                  </a:lnTo>
                  <a:lnTo>
                    <a:pt x="562975" y="1125214"/>
                  </a:lnTo>
                  <a:lnTo>
                    <a:pt x="562975" y="1125199"/>
                  </a:lnTo>
                  <a:lnTo>
                    <a:pt x="562975" y="1125166"/>
                  </a:lnTo>
                  <a:lnTo>
                    <a:pt x="562976" y="1125142"/>
                  </a:lnTo>
                  <a:lnTo>
                    <a:pt x="562976" y="1125107"/>
                  </a:lnTo>
                  <a:lnTo>
                    <a:pt x="562976" y="1125085"/>
                  </a:lnTo>
                  <a:lnTo>
                    <a:pt x="562972" y="1125044"/>
                  </a:lnTo>
                  <a:lnTo>
                    <a:pt x="562970" y="1125027"/>
                  </a:lnTo>
                  <a:lnTo>
                    <a:pt x="562964" y="1124983"/>
                  </a:lnTo>
                  <a:lnTo>
                    <a:pt x="562962" y="1124968"/>
                  </a:lnTo>
                  <a:lnTo>
                    <a:pt x="562959" y="1124932"/>
                  </a:lnTo>
                  <a:lnTo>
                    <a:pt x="562958" y="1124915"/>
                  </a:lnTo>
                  <a:lnTo>
                    <a:pt x="562954" y="1124869"/>
                  </a:lnTo>
                  <a:lnTo>
                    <a:pt x="562952" y="1124855"/>
                  </a:lnTo>
                  <a:lnTo>
                    <a:pt x="562950" y="1124808"/>
                  </a:lnTo>
                  <a:lnTo>
                    <a:pt x="562948" y="1124762"/>
                  </a:lnTo>
                  <a:lnTo>
                    <a:pt x="562948" y="1124743"/>
                  </a:lnTo>
                  <a:lnTo>
                    <a:pt x="562945" y="1124695"/>
                  </a:lnTo>
                  <a:lnTo>
                    <a:pt x="562940" y="1124659"/>
                  </a:lnTo>
                  <a:lnTo>
                    <a:pt x="562933" y="1124635"/>
                  </a:lnTo>
                  <a:lnTo>
                    <a:pt x="562921" y="1124596"/>
                  </a:lnTo>
                  <a:lnTo>
                    <a:pt x="562914" y="1124576"/>
                  </a:lnTo>
                  <a:lnTo>
                    <a:pt x="562904" y="1124548"/>
                  </a:lnTo>
                  <a:lnTo>
                    <a:pt x="562896" y="1124528"/>
                  </a:lnTo>
                  <a:lnTo>
                    <a:pt x="562889" y="1124514"/>
                  </a:lnTo>
                  <a:lnTo>
                    <a:pt x="562880" y="1124495"/>
                  </a:lnTo>
                  <a:lnTo>
                    <a:pt x="562872" y="1124484"/>
                  </a:lnTo>
                  <a:lnTo>
                    <a:pt x="562860" y="1124472"/>
                  </a:lnTo>
                  <a:lnTo>
                    <a:pt x="562849" y="1124462"/>
                  </a:lnTo>
                  <a:lnTo>
                    <a:pt x="562844" y="1124457"/>
                  </a:lnTo>
                  <a:lnTo>
                    <a:pt x="562823" y="1124443"/>
                  </a:lnTo>
                  <a:lnTo>
                    <a:pt x="562810" y="1124434"/>
                  </a:lnTo>
                  <a:lnTo>
                    <a:pt x="562797" y="1124426"/>
                  </a:lnTo>
                  <a:lnTo>
                    <a:pt x="562789" y="1124420"/>
                  </a:lnTo>
                  <a:lnTo>
                    <a:pt x="562783" y="1124415"/>
                  </a:lnTo>
                  <a:lnTo>
                    <a:pt x="562779" y="1124411"/>
                  </a:lnTo>
                  <a:lnTo>
                    <a:pt x="562776" y="1124404"/>
                  </a:lnTo>
                  <a:lnTo>
                    <a:pt x="562775" y="1124396"/>
                  </a:lnTo>
                  <a:lnTo>
                    <a:pt x="562779" y="1124383"/>
                  </a:lnTo>
                  <a:lnTo>
                    <a:pt x="562788" y="1124367"/>
                  </a:lnTo>
                  <a:lnTo>
                    <a:pt x="562791" y="1124357"/>
                  </a:lnTo>
                  <a:lnTo>
                    <a:pt x="562791" y="1124349"/>
                  </a:lnTo>
                  <a:lnTo>
                    <a:pt x="562787" y="1124341"/>
                  </a:lnTo>
                  <a:lnTo>
                    <a:pt x="562776" y="1124330"/>
                  </a:lnTo>
                  <a:lnTo>
                    <a:pt x="562758" y="1124316"/>
                  </a:lnTo>
                  <a:lnTo>
                    <a:pt x="562736" y="1124298"/>
                  </a:lnTo>
                  <a:lnTo>
                    <a:pt x="562721" y="1124290"/>
                  </a:lnTo>
                  <a:lnTo>
                    <a:pt x="562711" y="1124285"/>
                  </a:lnTo>
                  <a:lnTo>
                    <a:pt x="562697" y="1124283"/>
                  </a:lnTo>
                  <a:lnTo>
                    <a:pt x="562673" y="1124283"/>
                  </a:lnTo>
                  <a:lnTo>
                    <a:pt x="562652" y="1124283"/>
                  </a:lnTo>
                  <a:lnTo>
                    <a:pt x="562588" y="1124286"/>
                  </a:lnTo>
                  <a:lnTo>
                    <a:pt x="562573" y="1124285"/>
                  </a:lnTo>
                  <a:lnTo>
                    <a:pt x="562564" y="1124285"/>
                  </a:lnTo>
                  <a:lnTo>
                    <a:pt x="562548" y="1124280"/>
                  </a:lnTo>
                  <a:lnTo>
                    <a:pt x="562532" y="1124277"/>
                  </a:lnTo>
                  <a:lnTo>
                    <a:pt x="562516" y="1124276"/>
                  </a:lnTo>
                  <a:lnTo>
                    <a:pt x="562507" y="1124277"/>
                  </a:lnTo>
                  <a:lnTo>
                    <a:pt x="562499" y="1124281"/>
                  </a:lnTo>
                  <a:lnTo>
                    <a:pt x="562491" y="1124288"/>
                  </a:lnTo>
                  <a:lnTo>
                    <a:pt x="562471" y="1124312"/>
                  </a:lnTo>
                  <a:lnTo>
                    <a:pt x="562463" y="1124319"/>
                  </a:lnTo>
                  <a:lnTo>
                    <a:pt x="562454" y="1124325"/>
                  </a:lnTo>
                  <a:lnTo>
                    <a:pt x="562433" y="1124332"/>
                  </a:lnTo>
                  <a:lnTo>
                    <a:pt x="562416" y="1124339"/>
                  </a:lnTo>
                  <a:lnTo>
                    <a:pt x="562384" y="1124350"/>
                  </a:lnTo>
                  <a:lnTo>
                    <a:pt x="562366" y="1124357"/>
                  </a:lnTo>
                  <a:lnTo>
                    <a:pt x="562353" y="1124360"/>
                  </a:lnTo>
                  <a:lnTo>
                    <a:pt x="562340" y="1124361"/>
                  </a:lnTo>
                  <a:lnTo>
                    <a:pt x="562319" y="1124361"/>
                  </a:lnTo>
                  <a:lnTo>
                    <a:pt x="562303" y="1124356"/>
                  </a:lnTo>
                  <a:lnTo>
                    <a:pt x="562296" y="1124356"/>
                  </a:lnTo>
                  <a:lnTo>
                    <a:pt x="562281" y="1124359"/>
                  </a:lnTo>
                  <a:lnTo>
                    <a:pt x="562269" y="1124365"/>
                  </a:lnTo>
                  <a:lnTo>
                    <a:pt x="562247" y="1124380"/>
                  </a:lnTo>
                  <a:lnTo>
                    <a:pt x="562235" y="1124392"/>
                  </a:lnTo>
                  <a:lnTo>
                    <a:pt x="562225" y="1124405"/>
                  </a:lnTo>
                  <a:lnTo>
                    <a:pt x="562204" y="1124432"/>
                  </a:lnTo>
                  <a:lnTo>
                    <a:pt x="562190" y="1124452"/>
                  </a:lnTo>
                  <a:lnTo>
                    <a:pt x="562179" y="1124466"/>
                  </a:lnTo>
                  <a:lnTo>
                    <a:pt x="562158" y="1124493"/>
                  </a:lnTo>
                  <a:lnTo>
                    <a:pt x="562147" y="1124505"/>
                  </a:lnTo>
                  <a:lnTo>
                    <a:pt x="562133" y="1124517"/>
                  </a:lnTo>
                  <a:lnTo>
                    <a:pt x="562124" y="1124525"/>
                  </a:lnTo>
                  <a:lnTo>
                    <a:pt x="562102" y="1124544"/>
                  </a:lnTo>
                  <a:lnTo>
                    <a:pt x="562090" y="1124560"/>
                  </a:lnTo>
                  <a:lnTo>
                    <a:pt x="562082" y="1124571"/>
                  </a:lnTo>
                  <a:lnTo>
                    <a:pt x="562053" y="1124615"/>
                  </a:lnTo>
                  <a:lnTo>
                    <a:pt x="562042" y="1124632"/>
                  </a:lnTo>
                  <a:lnTo>
                    <a:pt x="562019" y="1124664"/>
                  </a:lnTo>
                  <a:lnTo>
                    <a:pt x="562011" y="1124674"/>
                  </a:lnTo>
                  <a:lnTo>
                    <a:pt x="562001" y="1124680"/>
                  </a:lnTo>
                  <a:lnTo>
                    <a:pt x="561993" y="1124682"/>
                  </a:lnTo>
                  <a:lnTo>
                    <a:pt x="561977" y="1124681"/>
                  </a:lnTo>
                  <a:lnTo>
                    <a:pt x="561954" y="1124678"/>
                  </a:lnTo>
                  <a:lnTo>
                    <a:pt x="561932" y="1124671"/>
                  </a:lnTo>
                  <a:lnTo>
                    <a:pt x="561909" y="1124662"/>
                  </a:lnTo>
                  <a:lnTo>
                    <a:pt x="561895" y="1124655"/>
                  </a:lnTo>
                  <a:lnTo>
                    <a:pt x="561868" y="1124640"/>
                  </a:lnTo>
                  <a:lnTo>
                    <a:pt x="561852" y="1124634"/>
                  </a:lnTo>
                  <a:lnTo>
                    <a:pt x="561834" y="1124629"/>
                  </a:lnTo>
                  <a:lnTo>
                    <a:pt x="561821" y="1124627"/>
                  </a:lnTo>
                  <a:lnTo>
                    <a:pt x="561791" y="1124620"/>
                  </a:lnTo>
                  <a:lnTo>
                    <a:pt x="561766" y="1124614"/>
                  </a:lnTo>
                  <a:lnTo>
                    <a:pt x="561748" y="1124608"/>
                  </a:lnTo>
                  <a:lnTo>
                    <a:pt x="561739" y="1124604"/>
                  </a:lnTo>
                  <a:lnTo>
                    <a:pt x="561726" y="1124595"/>
                  </a:lnTo>
                  <a:lnTo>
                    <a:pt x="561720" y="1124586"/>
                  </a:lnTo>
                  <a:lnTo>
                    <a:pt x="561717" y="1124578"/>
                  </a:lnTo>
                  <a:lnTo>
                    <a:pt x="561716" y="1124564"/>
                  </a:lnTo>
                  <a:lnTo>
                    <a:pt x="561715" y="1124549"/>
                  </a:lnTo>
                  <a:lnTo>
                    <a:pt x="561712" y="1124540"/>
                  </a:lnTo>
                  <a:lnTo>
                    <a:pt x="561701" y="1124523"/>
                  </a:lnTo>
                  <a:lnTo>
                    <a:pt x="561693" y="1124510"/>
                  </a:lnTo>
                  <a:lnTo>
                    <a:pt x="561679" y="1124499"/>
                  </a:lnTo>
                  <a:lnTo>
                    <a:pt x="561664" y="1124491"/>
                  </a:lnTo>
                  <a:lnTo>
                    <a:pt x="561655" y="1124484"/>
                  </a:lnTo>
                  <a:lnTo>
                    <a:pt x="561640" y="1124469"/>
                  </a:lnTo>
                  <a:lnTo>
                    <a:pt x="561636" y="1124461"/>
                  </a:lnTo>
                  <a:lnTo>
                    <a:pt x="561631" y="1124450"/>
                  </a:lnTo>
                  <a:lnTo>
                    <a:pt x="561626" y="1124436"/>
                  </a:lnTo>
                  <a:lnTo>
                    <a:pt x="561624" y="1124415"/>
                  </a:lnTo>
                  <a:lnTo>
                    <a:pt x="561623" y="1124408"/>
                  </a:lnTo>
                  <a:lnTo>
                    <a:pt x="561617" y="1124395"/>
                  </a:lnTo>
                  <a:lnTo>
                    <a:pt x="561607" y="1124378"/>
                  </a:lnTo>
                  <a:lnTo>
                    <a:pt x="561589" y="1124351"/>
                  </a:lnTo>
                  <a:lnTo>
                    <a:pt x="561583" y="1124333"/>
                  </a:lnTo>
                  <a:lnTo>
                    <a:pt x="561579" y="1124321"/>
                  </a:lnTo>
                  <a:lnTo>
                    <a:pt x="561576" y="1124301"/>
                  </a:lnTo>
                  <a:lnTo>
                    <a:pt x="561576" y="1124281"/>
                  </a:lnTo>
                  <a:lnTo>
                    <a:pt x="561576" y="1124261"/>
                  </a:lnTo>
                  <a:lnTo>
                    <a:pt x="561576" y="1124246"/>
                  </a:lnTo>
                  <a:lnTo>
                    <a:pt x="561573" y="1124242"/>
                  </a:lnTo>
                  <a:lnTo>
                    <a:pt x="561561" y="1124238"/>
                  </a:lnTo>
                  <a:lnTo>
                    <a:pt x="561535" y="1124238"/>
                  </a:lnTo>
                  <a:lnTo>
                    <a:pt x="561510" y="1124237"/>
                  </a:lnTo>
                  <a:lnTo>
                    <a:pt x="561481" y="1124234"/>
                  </a:lnTo>
                  <a:lnTo>
                    <a:pt x="561470" y="1124230"/>
                  </a:lnTo>
                  <a:lnTo>
                    <a:pt x="561456" y="1124222"/>
                  </a:lnTo>
                  <a:lnTo>
                    <a:pt x="561439" y="1124211"/>
                  </a:lnTo>
                  <a:lnTo>
                    <a:pt x="561406" y="1124196"/>
                  </a:lnTo>
                  <a:lnTo>
                    <a:pt x="561373" y="1124179"/>
                  </a:lnTo>
                  <a:lnTo>
                    <a:pt x="561355" y="1124169"/>
                  </a:lnTo>
                  <a:lnTo>
                    <a:pt x="561328" y="1124157"/>
                  </a:lnTo>
                  <a:lnTo>
                    <a:pt x="561303" y="1124145"/>
                  </a:lnTo>
                  <a:lnTo>
                    <a:pt x="561284" y="1124138"/>
                  </a:lnTo>
                  <a:lnTo>
                    <a:pt x="561259" y="1124127"/>
                  </a:lnTo>
                  <a:lnTo>
                    <a:pt x="561244" y="1124123"/>
                  </a:lnTo>
                  <a:lnTo>
                    <a:pt x="561224" y="1124117"/>
                  </a:lnTo>
                  <a:lnTo>
                    <a:pt x="561208" y="1124114"/>
                  </a:lnTo>
                  <a:lnTo>
                    <a:pt x="561193" y="1124112"/>
                  </a:lnTo>
                  <a:lnTo>
                    <a:pt x="561170" y="1124113"/>
                  </a:lnTo>
                  <a:lnTo>
                    <a:pt x="561149" y="1124111"/>
                  </a:lnTo>
                  <a:lnTo>
                    <a:pt x="561133" y="1124108"/>
                  </a:lnTo>
                  <a:lnTo>
                    <a:pt x="561110" y="1124102"/>
                  </a:lnTo>
                  <a:lnTo>
                    <a:pt x="561098" y="1124096"/>
                  </a:lnTo>
                  <a:lnTo>
                    <a:pt x="561079" y="1124084"/>
                  </a:lnTo>
                  <a:lnTo>
                    <a:pt x="561060" y="1124070"/>
                  </a:lnTo>
                  <a:lnTo>
                    <a:pt x="561043" y="1124057"/>
                  </a:lnTo>
                  <a:lnTo>
                    <a:pt x="561032" y="1124047"/>
                  </a:lnTo>
                  <a:lnTo>
                    <a:pt x="561019" y="1124035"/>
                  </a:lnTo>
                  <a:lnTo>
                    <a:pt x="561006" y="1124019"/>
                  </a:lnTo>
                  <a:lnTo>
                    <a:pt x="560992" y="1124000"/>
                  </a:lnTo>
                  <a:lnTo>
                    <a:pt x="560975" y="1123976"/>
                  </a:lnTo>
                  <a:lnTo>
                    <a:pt x="560966" y="1123962"/>
                  </a:lnTo>
                  <a:lnTo>
                    <a:pt x="560952" y="1123944"/>
                  </a:lnTo>
                  <a:lnTo>
                    <a:pt x="560940" y="1123928"/>
                  </a:lnTo>
                  <a:lnTo>
                    <a:pt x="560931" y="1123917"/>
                  </a:lnTo>
                  <a:lnTo>
                    <a:pt x="560921" y="1123907"/>
                  </a:lnTo>
                  <a:lnTo>
                    <a:pt x="560909" y="1123897"/>
                  </a:lnTo>
                  <a:lnTo>
                    <a:pt x="560892" y="1123886"/>
                  </a:lnTo>
                  <a:lnTo>
                    <a:pt x="560877" y="1123879"/>
                  </a:lnTo>
                  <a:lnTo>
                    <a:pt x="560866" y="1123875"/>
                  </a:lnTo>
                  <a:lnTo>
                    <a:pt x="560849" y="1123872"/>
                  </a:lnTo>
                  <a:lnTo>
                    <a:pt x="560819" y="1123867"/>
                  </a:lnTo>
                  <a:lnTo>
                    <a:pt x="560799" y="1123862"/>
                  </a:lnTo>
                  <a:lnTo>
                    <a:pt x="560778" y="1123859"/>
                  </a:lnTo>
                  <a:lnTo>
                    <a:pt x="560767" y="1123856"/>
                  </a:lnTo>
                  <a:lnTo>
                    <a:pt x="560736" y="1123852"/>
                  </a:lnTo>
                  <a:lnTo>
                    <a:pt x="560710" y="1123846"/>
                  </a:lnTo>
                  <a:lnTo>
                    <a:pt x="560694" y="1123842"/>
                  </a:lnTo>
                  <a:lnTo>
                    <a:pt x="560661" y="1123836"/>
                  </a:lnTo>
                  <a:lnTo>
                    <a:pt x="560640" y="1123833"/>
                  </a:lnTo>
                  <a:lnTo>
                    <a:pt x="560625" y="1123830"/>
                  </a:lnTo>
                  <a:lnTo>
                    <a:pt x="560594" y="1123831"/>
                  </a:lnTo>
                  <a:lnTo>
                    <a:pt x="560576" y="1123833"/>
                  </a:lnTo>
                  <a:lnTo>
                    <a:pt x="560563" y="1123838"/>
                  </a:lnTo>
                  <a:lnTo>
                    <a:pt x="560550" y="1123847"/>
                  </a:lnTo>
                  <a:lnTo>
                    <a:pt x="560526" y="1123870"/>
                  </a:lnTo>
                  <a:lnTo>
                    <a:pt x="560518" y="1123878"/>
                  </a:lnTo>
                  <a:lnTo>
                    <a:pt x="560507" y="1123897"/>
                  </a:lnTo>
                  <a:lnTo>
                    <a:pt x="560496" y="1123924"/>
                  </a:lnTo>
                  <a:lnTo>
                    <a:pt x="560492" y="1123945"/>
                  </a:lnTo>
                  <a:lnTo>
                    <a:pt x="560484" y="1123977"/>
                  </a:lnTo>
                  <a:lnTo>
                    <a:pt x="560477" y="1123990"/>
                  </a:lnTo>
                  <a:lnTo>
                    <a:pt x="560468" y="1124003"/>
                  </a:lnTo>
                  <a:lnTo>
                    <a:pt x="560444" y="1124031"/>
                  </a:lnTo>
                  <a:lnTo>
                    <a:pt x="560429" y="1124050"/>
                  </a:lnTo>
                  <a:lnTo>
                    <a:pt x="560421" y="1124061"/>
                  </a:lnTo>
                  <a:lnTo>
                    <a:pt x="560392" y="1124101"/>
                  </a:lnTo>
                  <a:lnTo>
                    <a:pt x="560383" y="1124115"/>
                  </a:lnTo>
                  <a:lnTo>
                    <a:pt x="560361" y="1124150"/>
                  </a:lnTo>
                  <a:lnTo>
                    <a:pt x="560355" y="1124163"/>
                  </a:lnTo>
                  <a:lnTo>
                    <a:pt x="560352" y="1124173"/>
                  </a:lnTo>
                  <a:lnTo>
                    <a:pt x="560348" y="1124194"/>
                  </a:lnTo>
                  <a:lnTo>
                    <a:pt x="560346" y="1124212"/>
                  </a:lnTo>
                  <a:lnTo>
                    <a:pt x="560347" y="1124229"/>
                  </a:lnTo>
                  <a:lnTo>
                    <a:pt x="560346" y="1124241"/>
                  </a:lnTo>
                  <a:lnTo>
                    <a:pt x="560343" y="1124245"/>
                  </a:lnTo>
                  <a:lnTo>
                    <a:pt x="560338" y="1124245"/>
                  </a:lnTo>
                  <a:lnTo>
                    <a:pt x="560331" y="1124243"/>
                  </a:lnTo>
                  <a:lnTo>
                    <a:pt x="560314" y="1124232"/>
                  </a:lnTo>
                  <a:lnTo>
                    <a:pt x="560298" y="1124225"/>
                  </a:lnTo>
                  <a:lnTo>
                    <a:pt x="560281" y="1124222"/>
                  </a:lnTo>
                  <a:lnTo>
                    <a:pt x="560261" y="1124218"/>
                  </a:lnTo>
                  <a:lnTo>
                    <a:pt x="560247" y="1124213"/>
                  </a:lnTo>
                  <a:lnTo>
                    <a:pt x="560235" y="1124207"/>
                  </a:lnTo>
                  <a:lnTo>
                    <a:pt x="560217" y="1124194"/>
                  </a:lnTo>
                  <a:lnTo>
                    <a:pt x="560204" y="1124181"/>
                  </a:lnTo>
                  <a:lnTo>
                    <a:pt x="560186" y="1124164"/>
                  </a:lnTo>
                  <a:lnTo>
                    <a:pt x="560174" y="1124157"/>
                  </a:lnTo>
                  <a:lnTo>
                    <a:pt x="560161" y="1124153"/>
                  </a:lnTo>
                  <a:lnTo>
                    <a:pt x="560142" y="1124150"/>
                  </a:lnTo>
                  <a:lnTo>
                    <a:pt x="560107" y="1124149"/>
                  </a:lnTo>
                  <a:lnTo>
                    <a:pt x="560078" y="1124152"/>
                  </a:lnTo>
                  <a:lnTo>
                    <a:pt x="560060" y="1124152"/>
                  </a:lnTo>
                  <a:lnTo>
                    <a:pt x="560002" y="1124153"/>
                  </a:lnTo>
                  <a:lnTo>
                    <a:pt x="559950" y="1124157"/>
                  </a:lnTo>
                  <a:lnTo>
                    <a:pt x="559924" y="1124162"/>
                  </a:lnTo>
                  <a:lnTo>
                    <a:pt x="559904" y="1124164"/>
                  </a:lnTo>
                  <a:lnTo>
                    <a:pt x="559885" y="1124165"/>
                  </a:lnTo>
                  <a:lnTo>
                    <a:pt x="559860" y="1124162"/>
                  </a:lnTo>
                  <a:lnTo>
                    <a:pt x="559837" y="1124156"/>
                  </a:lnTo>
                  <a:lnTo>
                    <a:pt x="559818" y="1124151"/>
                  </a:lnTo>
                  <a:lnTo>
                    <a:pt x="559807" y="1124149"/>
                  </a:lnTo>
                  <a:lnTo>
                    <a:pt x="559784" y="1124146"/>
                  </a:lnTo>
                  <a:lnTo>
                    <a:pt x="559760" y="1124143"/>
                  </a:lnTo>
                  <a:lnTo>
                    <a:pt x="559744" y="1124143"/>
                  </a:lnTo>
                  <a:lnTo>
                    <a:pt x="559731" y="1124146"/>
                  </a:lnTo>
                  <a:lnTo>
                    <a:pt x="559705" y="1124152"/>
                  </a:lnTo>
                  <a:lnTo>
                    <a:pt x="559685" y="1124158"/>
                  </a:lnTo>
                  <a:lnTo>
                    <a:pt x="559668" y="1124161"/>
                  </a:lnTo>
                  <a:lnTo>
                    <a:pt x="559656" y="1124162"/>
                  </a:lnTo>
                  <a:lnTo>
                    <a:pt x="559632" y="1124160"/>
                  </a:lnTo>
                  <a:lnTo>
                    <a:pt x="559617" y="1124163"/>
                  </a:lnTo>
                  <a:lnTo>
                    <a:pt x="559599" y="1124167"/>
                  </a:lnTo>
                  <a:lnTo>
                    <a:pt x="559583" y="1124175"/>
                  </a:lnTo>
                  <a:lnTo>
                    <a:pt x="559536" y="1124196"/>
                  </a:lnTo>
                  <a:lnTo>
                    <a:pt x="559519" y="1124206"/>
                  </a:lnTo>
                  <a:lnTo>
                    <a:pt x="559481" y="1124222"/>
                  </a:lnTo>
                  <a:lnTo>
                    <a:pt x="559468" y="1124228"/>
                  </a:lnTo>
                  <a:lnTo>
                    <a:pt x="559463" y="1124230"/>
                  </a:lnTo>
                  <a:lnTo>
                    <a:pt x="559453" y="1124237"/>
                  </a:lnTo>
                  <a:lnTo>
                    <a:pt x="559443" y="1124247"/>
                  </a:lnTo>
                  <a:lnTo>
                    <a:pt x="559428" y="1124265"/>
                  </a:lnTo>
                  <a:lnTo>
                    <a:pt x="559419" y="1124279"/>
                  </a:lnTo>
                  <a:lnTo>
                    <a:pt x="559412" y="1124295"/>
                  </a:lnTo>
                  <a:lnTo>
                    <a:pt x="559400" y="1124319"/>
                  </a:lnTo>
                  <a:lnTo>
                    <a:pt x="559392" y="1124330"/>
                  </a:lnTo>
                  <a:lnTo>
                    <a:pt x="559377" y="1124345"/>
                  </a:lnTo>
                  <a:lnTo>
                    <a:pt x="559362" y="1124359"/>
                  </a:lnTo>
                  <a:lnTo>
                    <a:pt x="559343" y="1124374"/>
                  </a:lnTo>
                  <a:lnTo>
                    <a:pt x="559332" y="1124381"/>
                  </a:lnTo>
                  <a:lnTo>
                    <a:pt x="559315" y="1124395"/>
                  </a:lnTo>
                  <a:lnTo>
                    <a:pt x="559294" y="1124407"/>
                  </a:lnTo>
                  <a:lnTo>
                    <a:pt x="559263" y="1124427"/>
                  </a:lnTo>
                  <a:lnTo>
                    <a:pt x="559244" y="1124440"/>
                  </a:lnTo>
                  <a:lnTo>
                    <a:pt x="559224" y="1124456"/>
                  </a:lnTo>
                  <a:lnTo>
                    <a:pt x="559188" y="1124486"/>
                  </a:lnTo>
                  <a:lnTo>
                    <a:pt x="559168" y="1124504"/>
                  </a:lnTo>
                  <a:lnTo>
                    <a:pt x="559128" y="1124539"/>
                  </a:lnTo>
                  <a:lnTo>
                    <a:pt x="559108" y="1124555"/>
                  </a:lnTo>
                  <a:lnTo>
                    <a:pt x="559065" y="1124589"/>
                  </a:lnTo>
                  <a:lnTo>
                    <a:pt x="559045" y="1124605"/>
                  </a:lnTo>
                  <a:lnTo>
                    <a:pt x="559027" y="1124619"/>
                  </a:lnTo>
                  <a:lnTo>
                    <a:pt x="559001" y="1124634"/>
                  </a:lnTo>
                  <a:lnTo>
                    <a:pt x="558988" y="1124640"/>
                  </a:lnTo>
                  <a:lnTo>
                    <a:pt x="558967" y="1124649"/>
                  </a:lnTo>
                  <a:lnTo>
                    <a:pt x="558945" y="1124657"/>
                  </a:lnTo>
                  <a:lnTo>
                    <a:pt x="558926" y="1124664"/>
                  </a:lnTo>
                  <a:lnTo>
                    <a:pt x="558912" y="1124670"/>
                  </a:lnTo>
                  <a:lnTo>
                    <a:pt x="558897" y="1124682"/>
                  </a:lnTo>
                  <a:lnTo>
                    <a:pt x="558889" y="1124685"/>
                  </a:lnTo>
                  <a:lnTo>
                    <a:pt x="558884" y="1124686"/>
                  </a:lnTo>
                  <a:lnTo>
                    <a:pt x="558879" y="1124684"/>
                  </a:lnTo>
                  <a:lnTo>
                    <a:pt x="558875" y="1124680"/>
                  </a:lnTo>
                  <a:lnTo>
                    <a:pt x="558868" y="1124673"/>
                  </a:lnTo>
                  <a:lnTo>
                    <a:pt x="558851" y="1124657"/>
                  </a:lnTo>
                  <a:lnTo>
                    <a:pt x="558841" y="1124649"/>
                  </a:lnTo>
                  <a:lnTo>
                    <a:pt x="558825" y="1124636"/>
                  </a:lnTo>
                  <a:lnTo>
                    <a:pt x="558802" y="1124624"/>
                  </a:lnTo>
                  <a:lnTo>
                    <a:pt x="558772" y="1124611"/>
                  </a:lnTo>
                  <a:lnTo>
                    <a:pt x="558750" y="1124600"/>
                  </a:lnTo>
                  <a:lnTo>
                    <a:pt x="558730" y="1124590"/>
                  </a:lnTo>
                  <a:lnTo>
                    <a:pt x="558706" y="1124575"/>
                  </a:lnTo>
                  <a:lnTo>
                    <a:pt x="558695" y="1124567"/>
                  </a:lnTo>
                  <a:lnTo>
                    <a:pt x="558679" y="1124557"/>
                  </a:lnTo>
                  <a:lnTo>
                    <a:pt x="558673" y="1124554"/>
                  </a:lnTo>
                  <a:lnTo>
                    <a:pt x="558669" y="1124554"/>
                  </a:lnTo>
                  <a:lnTo>
                    <a:pt x="558665" y="1124556"/>
                  </a:lnTo>
                  <a:lnTo>
                    <a:pt x="558658" y="1124561"/>
                  </a:lnTo>
                  <a:lnTo>
                    <a:pt x="558647" y="1124563"/>
                  </a:lnTo>
                  <a:lnTo>
                    <a:pt x="558630" y="1124561"/>
                  </a:lnTo>
                  <a:lnTo>
                    <a:pt x="558614" y="1124559"/>
                  </a:lnTo>
                  <a:lnTo>
                    <a:pt x="558595" y="1124555"/>
                  </a:lnTo>
                  <a:lnTo>
                    <a:pt x="558577" y="1124548"/>
                  </a:lnTo>
                  <a:lnTo>
                    <a:pt x="558555" y="1124537"/>
                  </a:lnTo>
                  <a:lnTo>
                    <a:pt x="558540" y="1124527"/>
                  </a:lnTo>
                  <a:lnTo>
                    <a:pt x="558519" y="1124514"/>
                  </a:lnTo>
                  <a:lnTo>
                    <a:pt x="558482" y="1124494"/>
                  </a:lnTo>
                  <a:lnTo>
                    <a:pt x="558463" y="1124485"/>
                  </a:lnTo>
                  <a:lnTo>
                    <a:pt x="558448" y="1124476"/>
                  </a:lnTo>
                  <a:lnTo>
                    <a:pt x="558414" y="1124457"/>
                  </a:lnTo>
                  <a:lnTo>
                    <a:pt x="558402" y="1124452"/>
                  </a:lnTo>
                  <a:lnTo>
                    <a:pt x="558384" y="1124446"/>
                  </a:lnTo>
                  <a:lnTo>
                    <a:pt x="558362" y="1124442"/>
                  </a:lnTo>
                  <a:lnTo>
                    <a:pt x="558337" y="1124437"/>
                  </a:lnTo>
                  <a:lnTo>
                    <a:pt x="558330" y="1124435"/>
                  </a:lnTo>
                  <a:lnTo>
                    <a:pt x="558310" y="1124426"/>
                  </a:lnTo>
                  <a:lnTo>
                    <a:pt x="558301" y="1124424"/>
                  </a:lnTo>
                  <a:lnTo>
                    <a:pt x="558294" y="1124424"/>
                  </a:lnTo>
                  <a:lnTo>
                    <a:pt x="558285" y="1124428"/>
                  </a:lnTo>
                  <a:lnTo>
                    <a:pt x="558274" y="1124431"/>
                  </a:lnTo>
                  <a:lnTo>
                    <a:pt x="558263" y="1124430"/>
                  </a:lnTo>
                  <a:lnTo>
                    <a:pt x="558255" y="1124427"/>
                  </a:lnTo>
                  <a:lnTo>
                    <a:pt x="558240" y="1124420"/>
                  </a:lnTo>
                  <a:lnTo>
                    <a:pt x="558222" y="1124409"/>
                  </a:lnTo>
                  <a:lnTo>
                    <a:pt x="558207" y="1124396"/>
                  </a:lnTo>
                  <a:lnTo>
                    <a:pt x="558188" y="1124379"/>
                  </a:lnTo>
                  <a:lnTo>
                    <a:pt x="558172" y="1124365"/>
                  </a:lnTo>
                  <a:lnTo>
                    <a:pt x="558150" y="1124350"/>
                  </a:lnTo>
                  <a:lnTo>
                    <a:pt x="558135" y="1124338"/>
                  </a:lnTo>
                  <a:lnTo>
                    <a:pt x="558126" y="1124324"/>
                  </a:lnTo>
                  <a:lnTo>
                    <a:pt x="558120" y="1124313"/>
                  </a:lnTo>
                  <a:lnTo>
                    <a:pt x="558113" y="1124299"/>
                  </a:lnTo>
                  <a:lnTo>
                    <a:pt x="558097" y="1124267"/>
                  </a:lnTo>
                  <a:lnTo>
                    <a:pt x="558091" y="1124252"/>
                  </a:lnTo>
                  <a:lnTo>
                    <a:pt x="558087" y="1124244"/>
                  </a:lnTo>
                  <a:lnTo>
                    <a:pt x="558087" y="1124233"/>
                  </a:lnTo>
                  <a:lnTo>
                    <a:pt x="558088" y="1124205"/>
                  </a:lnTo>
                  <a:lnTo>
                    <a:pt x="558087" y="1124195"/>
                  </a:lnTo>
                  <a:lnTo>
                    <a:pt x="558086" y="1124190"/>
                  </a:lnTo>
                  <a:lnTo>
                    <a:pt x="558079" y="1124181"/>
                  </a:lnTo>
                  <a:lnTo>
                    <a:pt x="558064" y="1124168"/>
                  </a:lnTo>
                  <a:lnTo>
                    <a:pt x="558052" y="1124157"/>
                  </a:lnTo>
                  <a:lnTo>
                    <a:pt x="558042" y="1124147"/>
                  </a:lnTo>
                  <a:lnTo>
                    <a:pt x="558027" y="1124128"/>
                  </a:lnTo>
                  <a:lnTo>
                    <a:pt x="558022" y="1124115"/>
                  </a:lnTo>
                  <a:lnTo>
                    <a:pt x="558013" y="1124097"/>
                  </a:lnTo>
                  <a:lnTo>
                    <a:pt x="558006" y="1124076"/>
                  </a:lnTo>
                  <a:lnTo>
                    <a:pt x="557998" y="1124056"/>
                  </a:lnTo>
                  <a:lnTo>
                    <a:pt x="557990" y="1124037"/>
                  </a:lnTo>
                  <a:lnTo>
                    <a:pt x="557976" y="1124016"/>
                  </a:lnTo>
                  <a:lnTo>
                    <a:pt x="557954" y="1123986"/>
                  </a:lnTo>
                  <a:lnTo>
                    <a:pt x="557945" y="1123973"/>
                  </a:lnTo>
                  <a:lnTo>
                    <a:pt x="557935" y="1123957"/>
                  </a:lnTo>
                  <a:lnTo>
                    <a:pt x="557915" y="1123925"/>
                  </a:lnTo>
                  <a:lnTo>
                    <a:pt x="557907" y="1123909"/>
                  </a:lnTo>
                  <a:lnTo>
                    <a:pt x="557897" y="1123891"/>
                  </a:lnTo>
                  <a:lnTo>
                    <a:pt x="557882" y="1123861"/>
                  </a:lnTo>
                  <a:lnTo>
                    <a:pt x="557875" y="1123843"/>
                  </a:lnTo>
                  <a:lnTo>
                    <a:pt x="557869" y="1123831"/>
                  </a:lnTo>
                  <a:lnTo>
                    <a:pt x="557853" y="1123810"/>
                  </a:lnTo>
                  <a:lnTo>
                    <a:pt x="557849" y="1123805"/>
                  </a:lnTo>
                  <a:lnTo>
                    <a:pt x="557838" y="1123797"/>
                  </a:lnTo>
                  <a:lnTo>
                    <a:pt x="557821" y="1123786"/>
                  </a:lnTo>
                  <a:lnTo>
                    <a:pt x="557806" y="1123777"/>
                  </a:lnTo>
                  <a:lnTo>
                    <a:pt x="557801" y="1123769"/>
                  </a:lnTo>
                  <a:lnTo>
                    <a:pt x="557801" y="1123758"/>
                  </a:lnTo>
                  <a:lnTo>
                    <a:pt x="557798" y="1123746"/>
                  </a:lnTo>
                  <a:lnTo>
                    <a:pt x="557794" y="1123736"/>
                  </a:lnTo>
                  <a:lnTo>
                    <a:pt x="557788" y="1123724"/>
                  </a:lnTo>
                  <a:lnTo>
                    <a:pt x="557778" y="1123716"/>
                  </a:lnTo>
                  <a:lnTo>
                    <a:pt x="557766" y="1123709"/>
                  </a:lnTo>
                  <a:lnTo>
                    <a:pt x="557755" y="1123702"/>
                  </a:lnTo>
                  <a:lnTo>
                    <a:pt x="557738" y="1123691"/>
                  </a:lnTo>
                  <a:lnTo>
                    <a:pt x="557725" y="1123682"/>
                  </a:lnTo>
                  <a:lnTo>
                    <a:pt x="557711" y="1123673"/>
                  </a:lnTo>
                  <a:lnTo>
                    <a:pt x="557702" y="1123669"/>
                  </a:lnTo>
                  <a:lnTo>
                    <a:pt x="557693" y="1123670"/>
                  </a:lnTo>
                  <a:lnTo>
                    <a:pt x="557677" y="1123674"/>
                  </a:lnTo>
                  <a:lnTo>
                    <a:pt x="557649" y="1123679"/>
                  </a:lnTo>
                  <a:lnTo>
                    <a:pt x="557624" y="1123680"/>
                  </a:lnTo>
                  <a:lnTo>
                    <a:pt x="557607" y="1123677"/>
                  </a:lnTo>
                  <a:lnTo>
                    <a:pt x="557585" y="1123671"/>
                  </a:lnTo>
                  <a:lnTo>
                    <a:pt x="557572" y="1123664"/>
                  </a:lnTo>
                  <a:lnTo>
                    <a:pt x="557562" y="1123662"/>
                  </a:lnTo>
                  <a:lnTo>
                    <a:pt x="557541" y="1123661"/>
                  </a:lnTo>
                  <a:lnTo>
                    <a:pt x="557520" y="1123664"/>
                  </a:lnTo>
                  <a:lnTo>
                    <a:pt x="557503" y="1123666"/>
                  </a:lnTo>
                  <a:lnTo>
                    <a:pt x="557469" y="1123667"/>
                  </a:lnTo>
                  <a:lnTo>
                    <a:pt x="557442" y="1123665"/>
                  </a:lnTo>
                  <a:lnTo>
                    <a:pt x="557412" y="1123660"/>
                  </a:lnTo>
                  <a:lnTo>
                    <a:pt x="557367" y="1123654"/>
                  </a:lnTo>
                  <a:lnTo>
                    <a:pt x="557344" y="1123653"/>
                  </a:lnTo>
                  <a:lnTo>
                    <a:pt x="557319" y="1123653"/>
                  </a:lnTo>
                  <a:lnTo>
                    <a:pt x="557297" y="1123655"/>
                  </a:lnTo>
                  <a:lnTo>
                    <a:pt x="557283" y="1123657"/>
                  </a:lnTo>
                  <a:lnTo>
                    <a:pt x="557259" y="1123661"/>
                  </a:lnTo>
                  <a:lnTo>
                    <a:pt x="557240" y="1123661"/>
                  </a:lnTo>
                  <a:lnTo>
                    <a:pt x="557222" y="1123666"/>
                  </a:lnTo>
                  <a:lnTo>
                    <a:pt x="557217" y="1123664"/>
                  </a:lnTo>
                  <a:lnTo>
                    <a:pt x="557212" y="1123658"/>
                  </a:lnTo>
                  <a:lnTo>
                    <a:pt x="557205" y="1123651"/>
                  </a:lnTo>
                  <a:lnTo>
                    <a:pt x="557191" y="1123647"/>
                  </a:lnTo>
                  <a:lnTo>
                    <a:pt x="557171" y="1123643"/>
                  </a:lnTo>
                  <a:lnTo>
                    <a:pt x="557147" y="1123635"/>
                  </a:lnTo>
                  <a:lnTo>
                    <a:pt x="557126" y="1123628"/>
                  </a:lnTo>
                  <a:lnTo>
                    <a:pt x="557101" y="1123618"/>
                  </a:lnTo>
                  <a:lnTo>
                    <a:pt x="557072" y="1123603"/>
                  </a:lnTo>
                  <a:lnTo>
                    <a:pt x="557056" y="1123591"/>
                  </a:lnTo>
                  <a:lnTo>
                    <a:pt x="557042" y="1123579"/>
                  </a:lnTo>
                  <a:lnTo>
                    <a:pt x="557029" y="1123562"/>
                  </a:lnTo>
                  <a:lnTo>
                    <a:pt x="557014" y="1123540"/>
                  </a:lnTo>
                  <a:lnTo>
                    <a:pt x="557007" y="1123523"/>
                  </a:lnTo>
                  <a:lnTo>
                    <a:pt x="556992" y="1123485"/>
                  </a:lnTo>
                  <a:lnTo>
                    <a:pt x="556987" y="1123465"/>
                  </a:lnTo>
                  <a:lnTo>
                    <a:pt x="556969" y="1123433"/>
                  </a:lnTo>
                  <a:lnTo>
                    <a:pt x="556956" y="1123410"/>
                  </a:lnTo>
                  <a:lnTo>
                    <a:pt x="556931" y="1123373"/>
                  </a:lnTo>
                  <a:lnTo>
                    <a:pt x="556920" y="1123356"/>
                  </a:lnTo>
                  <a:lnTo>
                    <a:pt x="556907" y="1123341"/>
                  </a:lnTo>
                  <a:lnTo>
                    <a:pt x="556880" y="1123319"/>
                  </a:lnTo>
                  <a:lnTo>
                    <a:pt x="556863" y="1123309"/>
                  </a:lnTo>
                  <a:lnTo>
                    <a:pt x="556848" y="1123303"/>
                  </a:lnTo>
                  <a:lnTo>
                    <a:pt x="556835" y="1123302"/>
                  </a:lnTo>
                  <a:lnTo>
                    <a:pt x="556823" y="1123303"/>
                  </a:lnTo>
                  <a:lnTo>
                    <a:pt x="556805" y="1123308"/>
                  </a:lnTo>
                  <a:lnTo>
                    <a:pt x="556785" y="1123314"/>
                  </a:lnTo>
                  <a:lnTo>
                    <a:pt x="556759" y="1123320"/>
                  </a:lnTo>
                  <a:lnTo>
                    <a:pt x="556734" y="1123325"/>
                  </a:lnTo>
                  <a:lnTo>
                    <a:pt x="556706" y="1123329"/>
                  </a:lnTo>
                  <a:lnTo>
                    <a:pt x="556685" y="1123331"/>
                  </a:lnTo>
                  <a:lnTo>
                    <a:pt x="556668" y="1123335"/>
                  </a:lnTo>
                  <a:lnTo>
                    <a:pt x="556657" y="1123337"/>
                  </a:lnTo>
                  <a:lnTo>
                    <a:pt x="556641" y="1123340"/>
                  </a:lnTo>
                  <a:lnTo>
                    <a:pt x="556617" y="1123342"/>
                  </a:lnTo>
                  <a:lnTo>
                    <a:pt x="556591" y="1123344"/>
                  </a:lnTo>
                  <a:lnTo>
                    <a:pt x="556576" y="1123347"/>
                  </a:lnTo>
                  <a:lnTo>
                    <a:pt x="556562" y="1123351"/>
                  </a:lnTo>
                  <a:lnTo>
                    <a:pt x="556548" y="1123355"/>
                  </a:lnTo>
                  <a:lnTo>
                    <a:pt x="556535" y="1123357"/>
                  </a:lnTo>
                  <a:lnTo>
                    <a:pt x="556512" y="1123368"/>
                  </a:lnTo>
                  <a:lnTo>
                    <a:pt x="556496" y="1123373"/>
                  </a:lnTo>
                  <a:lnTo>
                    <a:pt x="556474" y="1123377"/>
                  </a:lnTo>
                  <a:lnTo>
                    <a:pt x="556446" y="1123382"/>
                  </a:lnTo>
                  <a:lnTo>
                    <a:pt x="556430" y="1123385"/>
                  </a:lnTo>
                  <a:lnTo>
                    <a:pt x="556407" y="1123390"/>
                  </a:lnTo>
                  <a:lnTo>
                    <a:pt x="556367" y="1123398"/>
                  </a:lnTo>
                  <a:lnTo>
                    <a:pt x="556333" y="1123403"/>
                  </a:lnTo>
                  <a:lnTo>
                    <a:pt x="556304" y="1123405"/>
                  </a:lnTo>
                  <a:lnTo>
                    <a:pt x="556288" y="1123406"/>
                  </a:lnTo>
                  <a:lnTo>
                    <a:pt x="556282" y="1123405"/>
                  </a:lnTo>
                  <a:lnTo>
                    <a:pt x="556276" y="1123401"/>
                  </a:lnTo>
                  <a:lnTo>
                    <a:pt x="556267" y="1123388"/>
                  </a:lnTo>
                  <a:lnTo>
                    <a:pt x="556258" y="1123371"/>
                  </a:lnTo>
                  <a:lnTo>
                    <a:pt x="556245" y="1123355"/>
                  </a:lnTo>
                  <a:lnTo>
                    <a:pt x="556237" y="1123348"/>
                  </a:lnTo>
                  <a:lnTo>
                    <a:pt x="556232" y="1123346"/>
                  </a:lnTo>
                  <a:lnTo>
                    <a:pt x="556218" y="1123343"/>
                  </a:lnTo>
                  <a:lnTo>
                    <a:pt x="556193" y="1123342"/>
                  </a:lnTo>
                  <a:lnTo>
                    <a:pt x="556163" y="1123339"/>
                  </a:lnTo>
                  <a:lnTo>
                    <a:pt x="556151" y="1123339"/>
                  </a:lnTo>
                  <a:lnTo>
                    <a:pt x="556137" y="1123341"/>
                  </a:lnTo>
                  <a:lnTo>
                    <a:pt x="556125" y="1123344"/>
                  </a:lnTo>
                  <a:lnTo>
                    <a:pt x="556108" y="1123350"/>
                  </a:lnTo>
                  <a:lnTo>
                    <a:pt x="556095" y="1123358"/>
                  </a:lnTo>
                  <a:lnTo>
                    <a:pt x="556077" y="1123369"/>
                  </a:lnTo>
                  <a:lnTo>
                    <a:pt x="556059" y="1123377"/>
                  </a:lnTo>
                  <a:lnTo>
                    <a:pt x="556044" y="1123380"/>
                  </a:lnTo>
                  <a:lnTo>
                    <a:pt x="556024" y="1123382"/>
                  </a:lnTo>
                  <a:lnTo>
                    <a:pt x="556006" y="1123381"/>
                  </a:lnTo>
                  <a:lnTo>
                    <a:pt x="555985" y="1123380"/>
                  </a:lnTo>
                  <a:lnTo>
                    <a:pt x="555970" y="1123376"/>
                  </a:lnTo>
                  <a:lnTo>
                    <a:pt x="555952" y="1123370"/>
                  </a:lnTo>
                  <a:lnTo>
                    <a:pt x="555936" y="1123364"/>
                  </a:lnTo>
                  <a:lnTo>
                    <a:pt x="555926" y="1123362"/>
                  </a:lnTo>
                  <a:lnTo>
                    <a:pt x="555920" y="1123363"/>
                  </a:lnTo>
                  <a:lnTo>
                    <a:pt x="555914" y="1123366"/>
                  </a:lnTo>
                  <a:lnTo>
                    <a:pt x="555901" y="1123375"/>
                  </a:lnTo>
                  <a:lnTo>
                    <a:pt x="555883" y="1123389"/>
                  </a:lnTo>
                  <a:lnTo>
                    <a:pt x="555865" y="1123400"/>
                  </a:lnTo>
                  <a:lnTo>
                    <a:pt x="555861" y="1123403"/>
                  </a:lnTo>
                  <a:lnTo>
                    <a:pt x="555824" y="1123423"/>
                  </a:lnTo>
                  <a:lnTo>
                    <a:pt x="555813" y="1123429"/>
                  </a:lnTo>
                  <a:lnTo>
                    <a:pt x="555797" y="1123437"/>
                  </a:lnTo>
                  <a:lnTo>
                    <a:pt x="555779" y="1123445"/>
                  </a:lnTo>
                  <a:lnTo>
                    <a:pt x="555765" y="1123454"/>
                  </a:lnTo>
                  <a:lnTo>
                    <a:pt x="555750" y="1123467"/>
                  </a:lnTo>
                  <a:lnTo>
                    <a:pt x="555744" y="1123477"/>
                  </a:lnTo>
                  <a:lnTo>
                    <a:pt x="555734" y="1123490"/>
                  </a:lnTo>
                  <a:lnTo>
                    <a:pt x="555723" y="1123508"/>
                  </a:lnTo>
                  <a:lnTo>
                    <a:pt x="555713" y="1123526"/>
                  </a:lnTo>
                  <a:lnTo>
                    <a:pt x="555705" y="1123533"/>
                  </a:lnTo>
                  <a:lnTo>
                    <a:pt x="555695" y="1123539"/>
                  </a:lnTo>
                  <a:lnTo>
                    <a:pt x="555667" y="1123555"/>
                  </a:lnTo>
                  <a:lnTo>
                    <a:pt x="555632" y="1123577"/>
                  </a:lnTo>
                  <a:lnTo>
                    <a:pt x="555616" y="1123587"/>
                  </a:lnTo>
                  <a:lnTo>
                    <a:pt x="555597" y="1123597"/>
                  </a:lnTo>
                  <a:lnTo>
                    <a:pt x="555588" y="1123601"/>
                  </a:lnTo>
                  <a:lnTo>
                    <a:pt x="555579" y="1123600"/>
                  </a:lnTo>
                  <a:lnTo>
                    <a:pt x="555570" y="1123597"/>
                  </a:lnTo>
                  <a:lnTo>
                    <a:pt x="555562" y="1123594"/>
                  </a:lnTo>
                  <a:lnTo>
                    <a:pt x="555546" y="1123592"/>
                  </a:lnTo>
                  <a:lnTo>
                    <a:pt x="555524" y="1123593"/>
                  </a:lnTo>
                  <a:lnTo>
                    <a:pt x="555495" y="1123597"/>
                  </a:lnTo>
                  <a:lnTo>
                    <a:pt x="555476" y="1123601"/>
                  </a:lnTo>
                  <a:lnTo>
                    <a:pt x="555411" y="1123616"/>
                  </a:lnTo>
                  <a:lnTo>
                    <a:pt x="555385" y="1123621"/>
                  </a:lnTo>
                  <a:lnTo>
                    <a:pt x="555338" y="1123629"/>
                  </a:lnTo>
                  <a:lnTo>
                    <a:pt x="555317" y="1123633"/>
                  </a:lnTo>
                  <a:lnTo>
                    <a:pt x="555273" y="1123642"/>
                  </a:lnTo>
                  <a:lnTo>
                    <a:pt x="555260" y="1123644"/>
                  </a:lnTo>
                  <a:lnTo>
                    <a:pt x="555235" y="1123649"/>
                  </a:lnTo>
                  <a:lnTo>
                    <a:pt x="555196" y="1123654"/>
                  </a:lnTo>
                  <a:lnTo>
                    <a:pt x="555179" y="1123653"/>
                  </a:lnTo>
                  <a:lnTo>
                    <a:pt x="555164" y="1123650"/>
                  </a:lnTo>
                  <a:lnTo>
                    <a:pt x="555155" y="1123645"/>
                  </a:lnTo>
                  <a:lnTo>
                    <a:pt x="555128" y="1123630"/>
                  </a:lnTo>
                  <a:lnTo>
                    <a:pt x="555111" y="1123622"/>
                  </a:lnTo>
                  <a:lnTo>
                    <a:pt x="555084" y="1123610"/>
                  </a:lnTo>
                  <a:lnTo>
                    <a:pt x="555069" y="1123602"/>
                  </a:lnTo>
                  <a:lnTo>
                    <a:pt x="555049" y="1123585"/>
                  </a:lnTo>
                  <a:lnTo>
                    <a:pt x="555031" y="1123567"/>
                  </a:lnTo>
                  <a:lnTo>
                    <a:pt x="555017" y="1123554"/>
                  </a:lnTo>
                  <a:lnTo>
                    <a:pt x="555004" y="1123546"/>
                  </a:lnTo>
                  <a:lnTo>
                    <a:pt x="554993" y="1123543"/>
                  </a:lnTo>
                  <a:lnTo>
                    <a:pt x="554977" y="1123540"/>
                  </a:lnTo>
                  <a:lnTo>
                    <a:pt x="554960" y="1123535"/>
                  </a:lnTo>
                  <a:lnTo>
                    <a:pt x="554939" y="1123529"/>
                  </a:lnTo>
                  <a:lnTo>
                    <a:pt x="554897" y="1123514"/>
                  </a:lnTo>
                  <a:lnTo>
                    <a:pt x="554869" y="1123505"/>
                  </a:lnTo>
                  <a:lnTo>
                    <a:pt x="554827" y="1123494"/>
                  </a:lnTo>
                  <a:lnTo>
                    <a:pt x="554805" y="1123485"/>
                  </a:lnTo>
                  <a:lnTo>
                    <a:pt x="554781" y="1123473"/>
                  </a:lnTo>
                  <a:lnTo>
                    <a:pt x="554754" y="1123465"/>
                  </a:lnTo>
                  <a:lnTo>
                    <a:pt x="554736" y="1123462"/>
                  </a:lnTo>
                  <a:lnTo>
                    <a:pt x="554709" y="1123461"/>
                  </a:lnTo>
                  <a:lnTo>
                    <a:pt x="554691" y="1123465"/>
                  </a:lnTo>
                  <a:lnTo>
                    <a:pt x="554680" y="1123467"/>
                  </a:lnTo>
                  <a:lnTo>
                    <a:pt x="554662" y="1123475"/>
                  </a:lnTo>
                  <a:lnTo>
                    <a:pt x="554612" y="1123492"/>
                  </a:lnTo>
                  <a:lnTo>
                    <a:pt x="554595" y="1123499"/>
                  </a:lnTo>
                  <a:lnTo>
                    <a:pt x="554583" y="1123501"/>
                  </a:lnTo>
                  <a:lnTo>
                    <a:pt x="554568" y="1123504"/>
                  </a:lnTo>
                  <a:lnTo>
                    <a:pt x="554540" y="1123510"/>
                  </a:lnTo>
                  <a:lnTo>
                    <a:pt x="554528" y="1123513"/>
                  </a:lnTo>
                  <a:lnTo>
                    <a:pt x="554517" y="1123518"/>
                  </a:lnTo>
                  <a:lnTo>
                    <a:pt x="554500" y="1123526"/>
                  </a:lnTo>
                  <a:lnTo>
                    <a:pt x="554468" y="1123545"/>
                  </a:lnTo>
                  <a:lnTo>
                    <a:pt x="554444" y="1123558"/>
                  </a:lnTo>
                  <a:lnTo>
                    <a:pt x="554395" y="1123583"/>
                  </a:lnTo>
                  <a:lnTo>
                    <a:pt x="554371" y="1123595"/>
                  </a:lnTo>
                  <a:lnTo>
                    <a:pt x="554354" y="1123603"/>
                  </a:lnTo>
                  <a:lnTo>
                    <a:pt x="554329" y="1123612"/>
                  </a:lnTo>
                  <a:lnTo>
                    <a:pt x="554321" y="1123613"/>
                  </a:lnTo>
                  <a:lnTo>
                    <a:pt x="554313" y="1123612"/>
                  </a:lnTo>
                  <a:lnTo>
                    <a:pt x="554301" y="1123607"/>
                  </a:lnTo>
                  <a:lnTo>
                    <a:pt x="554285" y="1123596"/>
                  </a:lnTo>
                  <a:lnTo>
                    <a:pt x="554273" y="1123583"/>
                  </a:lnTo>
                  <a:lnTo>
                    <a:pt x="554265" y="1123572"/>
                  </a:lnTo>
                  <a:lnTo>
                    <a:pt x="554251" y="1123549"/>
                  </a:lnTo>
                  <a:lnTo>
                    <a:pt x="554248" y="1123541"/>
                  </a:lnTo>
                  <a:lnTo>
                    <a:pt x="554242" y="1123523"/>
                  </a:lnTo>
                  <a:lnTo>
                    <a:pt x="554233" y="1123484"/>
                  </a:lnTo>
                  <a:lnTo>
                    <a:pt x="554228" y="1123466"/>
                  </a:lnTo>
                  <a:lnTo>
                    <a:pt x="554223" y="1123433"/>
                  </a:lnTo>
                  <a:lnTo>
                    <a:pt x="554223" y="1123421"/>
                  </a:lnTo>
                  <a:lnTo>
                    <a:pt x="554221" y="1123400"/>
                  </a:lnTo>
                  <a:lnTo>
                    <a:pt x="554223" y="1123374"/>
                  </a:lnTo>
                  <a:lnTo>
                    <a:pt x="554224" y="1123364"/>
                  </a:lnTo>
                  <a:lnTo>
                    <a:pt x="554224" y="1123346"/>
                  </a:lnTo>
                  <a:lnTo>
                    <a:pt x="554223" y="1123330"/>
                  </a:lnTo>
                  <a:lnTo>
                    <a:pt x="554217" y="1123313"/>
                  </a:lnTo>
                  <a:lnTo>
                    <a:pt x="554212" y="1123302"/>
                  </a:lnTo>
                  <a:lnTo>
                    <a:pt x="554199" y="1123285"/>
                  </a:lnTo>
                  <a:lnTo>
                    <a:pt x="554172" y="1123258"/>
                  </a:lnTo>
                  <a:lnTo>
                    <a:pt x="554162" y="1123248"/>
                  </a:lnTo>
                  <a:lnTo>
                    <a:pt x="554145" y="1123233"/>
                  </a:lnTo>
                  <a:lnTo>
                    <a:pt x="554130" y="1123216"/>
                  </a:lnTo>
                  <a:lnTo>
                    <a:pt x="554118" y="1123197"/>
                  </a:lnTo>
                  <a:lnTo>
                    <a:pt x="554105" y="1123174"/>
                  </a:lnTo>
                  <a:lnTo>
                    <a:pt x="554099" y="1123159"/>
                  </a:lnTo>
                  <a:lnTo>
                    <a:pt x="554096" y="1123139"/>
                  </a:lnTo>
                  <a:lnTo>
                    <a:pt x="554096" y="1123126"/>
                  </a:lnTo>
                  <a:lnTo>
                    <a:pt x="554097" y="1123112"/>
                  </a:lnTo>
                  <a:lnTo>
                    <a:pt x="554104" y="1123079"/>
                  </a:lnTo>
                  <a:lnTo>
                    <a:pt x="554105" y="1123068"/>
                  </a:lnTo>
                  <a:lnTo>
                    <a:pt x="554105" y="1123061"/>
                  </a:lnTo>
                  <a:lnTo>
                    <a:pt x="554102" y="1123053"/>
                  </a:lnTo>
                  <a:lnTo>
                    <a:pt x="554089" y="1123035"/>
                  </a:lnTo>
                  <a:lnTo>
                    <a:pt x="554075" y="1123020"/>
                  </a:lnTo>
                  <a:lnTo>
                    <a:pt x="554060" y="1123004"/>
                  </a:lnTo>
                  <a:lnTo>
                    <a:pt x="554032" y="1122977"/>
                  </a:lnTo>
                  <a:lnTo>
                    <a:pt x="554019" y="1122964"/>
                  </a:lnTo>
                  <a:lnTo>
                    <a:pt x="554005" y="1122946"/>
                  </a:lnTo>
                  <a:lnTo>
                    <a:pt x="553984" y="1122921"/>
                  </a:lnTo>
                  <a:lnTo>
                    <a:pt x="553974" y="1122907"/>
                  </a:lnTo>
                  <a:lnTo>
                    <a:pt x="553961" y="1122888"/>
                  </a:lnTo>
                  <a:lnTo>
                    <a:pt x="553948" y="1122875"/>
                  </a:lnTo>
                  <a:lnTo>
                    <a:pt x="553930" y="1122864"/>
                  </a:lnTo>
                  <a:lnTo>
                    <a:pt x="553915" y="1122858"/>
                  </a:lnTo>
                  <a:lnTo>
                    <a:pt x="553895" y="1122853"/>
                  </a:lnTo>
                  <a:lnTo>
                    <a:pt x="553876" y="1122850"/>
                  </a:lnTo>
                  <a:lnTo>
                    <a:pt x="553866" y="1122848"/>
                  </a:lnTo>
                  <a:lnTo>
                    <a:pt x="553864" y="1122844"/>
                  </a:lnTo>
                  <a:lnTo>
                    <a:pt x="553866" y="1122833"/>
                  </a:lnTo>
                  <a:lnTo>
                    <a:pt x="553870" y="1122814"/>
                  </a:lnTo>
                  <a:lnTo>
                    <a:pt x="553875" y="1122805"/>
                  </a:lnTo>
                  <a:lnTo>
                    <a:pt x="553885" y="1122788"/>
                  </a:lnTo>
                  <a:lnTo>
                    <a:pt x="553910" y="1122757"/>
                  </a:lnTo>
                  <a:lnTo>
                    <a:pt x="553921" y="1122746"/>
                  </a:lnTo>
                  <a:lnTo>
                    <a:pt x="553936" y="1122732"/>
                  </a:lnTo>
                  <a:lnTo>
                    <a:pt x="553963" y="1122701"/>
                  </a:lnTo>
                  <a:lnTo>
                    <a:pt x="553975" y="1122687"/>
                  </a:lnTo>
                  <a:lnTo>
                    <a:pt x="553988" y="1122667"/>
                  </a:lnTo>
                  <a:lnTo>
                    <a:pt x="553996" y="1122653"/>
                  </a:lnTo>
                  <a:lnTo>
                    <a:pt x="554001" y="1122641"/>
                  </a:lnTo>
                  <a:lnTo>
                    <a:pt x="554008" y="1122623"/>
                  </a:lnTo>
                  <a:lnTo>
                    <a:pt x="554025" y="1122589"/>
                  </a:lnTo>
                  <a:lnTo>
                    <a:pt x="554029" y="1122581"/>
                  </a:lnTo>
                  <a:lnTo>
                    <a:pt x="554036" y="1122567"/>
                  </a:lnTo>
                  <a:lnTo>
                    <a:pt x="554049" y="1122529"/>
                  </a:lnTo>
                  <a:lnTo>
                    <a:pt x="554053" y="1122513"/>
                  </a:lnTo>
                  <a:lnTo>
                    <a:pt x="554058" y="1122495"/>
                  </a:lnTo>
                  <a:lnTo>
                    <a:pt x="554061" y="1122469"/>
                  </a:lnTo>
                  <a:lnTo>
                    <a:pt x="554060" y="1122457"/>
                  </a:lnTo>
                  <a:lnTo>
                    <a:pt x="554058" y="1122442"/>
                  </a:lnTo>
                  <a:lnTo>
                    <a:pt x="554055" y="1122430"/>
                  </a:lnTo>
                  <a:lnTo>
                    <a:pt x="554043" y="1122411"/>
                  </a:lnTo>
                  <a:lnTo>
                    <a:pt x="554032" y="1122395"/>
                  </a:lnTo>
                  <a:lnTo>
                    <a:pt x="554023" y="1122381"/>
                  </a:lnTo>
                  <a:lnTo>
                    <a:pt x="554019" y="1122374"/>
                  </a:lnTo>
                  <a:lnTo>
                    <a:pt x="554014" y="1122353"/>
                  </a:lnTo>
                  <a:lnTo>
                    <a:pt x="554013" y="1122337"/>
                  </a:lnTo>
                  <a:lnTo>
                    <a:pt x="554011" y="1122296"/>
                  </a:lnTo>
                  <a:lnTo>
                    <a:pt x="554011" y="1122281"/>
                  </a:lnTo>
                  <a:lnTo>
                    <a:pt x="554014" y="1122247"/>
                  </a:lnTo>
                  <a:lnTo>
                    <a:pt x="554015" y="1122235"/>
                  </a:lnTo>
                  <a:lnTo>
                    <a:pt x="554014" y="1122227"/>
                  </a:lnTo>
                  <a:lnTo>
                    <a:pt x="554013" y="1122219"/>
                  </a:lnTo>
                  <a:lnTo>
                    <a:pt x="554008" y="1122207"/>
                  </a:lnTo>
                  <a:lnTo>
                    <a:pt x="553999" y="1122191"/>
                  </a:lnTo>
                  <a:lnTo>
                    <a:pt x="553994" y="1122182"/>
                  </a:lnTo>
                  <a:lnTo>
                    <a:pt x="553990" y="1122169"/>
                  </a:lnTo>
                  <a:lnTo>
                    <a:pt x="553989" y="1122156"/>
                  </a:lnTo>
                  <a:lnTo>
                    <a:pt x="553988" y="1122137"/>
                  </a:lnTo>
                  <a:lnTo>
                    <a:pt x="553989" y="1122129"/>
                  </a:lnTo>
                  <a:lnTo>
                    <a:pt x="553992" y="1122121"/>
                  </a:lnTo>
                  <a:lnTo>
                    <a:pt x="553997" y="1122103"/>
                  </a:lnTo>
                  <a:lnTo>
                    <a:pt x="554002" y="1122088"/>
                  </a:lnTo>
                  <a:lnTo>
                    <a:pt x="554002" y="1122073"/>
                  </a:lnTo>
                  <a:lnTo>
                    <a:pt x="554000" y="1122058"/>
                  </a:lnTo>
                  <a:lnTo>
                    <a:pt x="553994" y="1122040"/>
                  </a:lnTo>
                  <a:lnTo>
                    <a:pt x="553984" y="1122018"/>
                  </a:lnTo>
                  <a:lnTo>
                    <a:pt x="553976" y="1122002"/>
                  </a:lnTo>
                  <a:lnTo>
                    <a:pt x="553966" y="1121990"/>
                  </a:lnTo>
                  <a:lnTo>
                    <a:pt x="553953" y="1121980"/>
                  </a:lnTo>
                  <a:lnTo>
                    <a:pt x="553937" y="1121975"/>
                  </a:lnTo>
                  <a:lnTo>
                    <a:pt x="553920" y="1121973"/>
                  </a:lnTo>
                  <a:lnTo>
                    <a:pt x="553862" y="1121971"/>
                  </a:lnTo>
                  <a:lnTo>
                    <a:pt x="553844" y="1121971"/>
                  </a:lnTo>
                  <a:lnTo>
                    <a:pt x="553788" y="1121972"/>
                  </a:lnTo>
                  <a:lnTo>
                    <a:pt x="553776" y="1121973"/>
                  </a:lnTo>
                  <a:lnTo>
                    <a:pt x="553750" y="1121976"/>
                  </a:lnTo>
                  <a:lnTo>
                    <a:pt x="553712" y="1121983"/>
                  </a:lnTo>
                  <a:lnTo>
                    <a:pt x="553692" y="1121989"/>
                  </a:lnTo>
                  <a:lnTo>
                    <a:pt x="553668" y="1122000"/>
                  </a:lnTo>
                  <a:lnTo>
                    <a:pt x="553641" y="1122016"/>
                  </a:lnTo>
                  <a:lnTo>
                    <a:pt x="553629" y="1122027"/>
                  </a:lnTo>
                  <a:lnTo>
                    <a:pt x="553619" y="1122039"/>
                  </a:lnTo>
                  <a:lnTo>
                    <a:pt x="553616" y="1122052"/>
                  </a:lnTo>
                  <a:lnTo>
                    <a:pt x="553614" y="1122065"/>
                  </a:lnTo>
                  <a:lnTo>
                    <a:pt x="553608" y="1122069"/>
                  </a:lnTo>
                  <a:lnTo>
                    <a:pt x="553602" y="1122071"/>
                  </a:lnTo>
                  <a:lnTo>
                    <a:pt x="553590" y="1122070"/>
                  </a:lnTo>
                  <a:lnTo>
                    <a:pt x="553575" y="1122067"/>
                  </a:lnTo>
                  <a:lnTo>
                    <a:pt x="553568" y="1122065"/>
                  </a:lnTo>
                  <a:lnTo>
                    <a:pt x="553555" y="1122058"/>
                  </a:lnTo>
                  <a:lnTo>
                    <a:pt x="553545" y="1122050"/>
                  </a:lnTo>
                  <a:lnTo>
                    <a:pt x="553528" y="1122036"/>
                  </a:lnTo>
                  <a:lnTo>
                    <a:pt x="553497" y="1122009"/>
                  </a:lnTo>
                  <a:lnTo>
                    <a:pt x="553480" y="1121994"/>
                  </a:lnTo>
                  <a:lnTo>
                    <a:pt x="553430" y="1121962"/>
                  </a:lnTo>
                  <a:lnTo>
                    <a:pt x="553407" y="1121944"/>
                  </a:lnTo>
                  <a:lnTo>
                    <a:pt x="553385" y="1121928"/>
                  </a:lnTo>
                  <a:lnTo>
                    <a:pt x="553361" y="1121911"/>
                  </a:lnTo>
                  <a:lnTo>
                    <a:pt x="553355" y="1121910"/>
                  </a:lnTo>
                  <a:lnTo>
                    <a:pt x="553347" y="1121911"/>
                  </a:lnTo>
                  <a:lnTo>
                    <a:pt x="553333" y="1121915"/>
                  </a:lnTo>
                  <a:lnTo>
                    <a:pt x="553326" y="1121915"/>
                  </a:lnTo>
                  <a:lnTo>
                    <a:pt x="553318" y="1121915"/>
                  </a:lnTo>
                  <a:lnTo>
                    <a:pt x="553310" y="1121911"/>
                  </a:lnTo>
                  <a:lnTo>
                    <a:pt x="553297" y="1121903"/>
                  </a:lnTo>
                  <a:lnTo>
                    <a:pt x="553282" y="1121897"/>
                  </a:lnTo>
                  <a:lnTo>
                    <a:pt x="553259" y="1121889"/>
                  </a:lnTo>
                  <a:lnTo>
                    <a:pt x="553212" y="1121875"/>
                  </a:lnTo>
                  <a:lnTo>
                    <a:pt x="553192" y="1121871"/>
                  </a:lnTo>
                  <a:lnTo>
                    <a:pt x="553168" y="1121865"/>
                  </a:lnTo>
                  <a:lnTo>
                    <a:pt x="553135" y="1121851"/>
                  </a:lnTo>
                  <a:lnTo>
                    <a:pt x="553109" y="1121838"/>
                  </a:lnTo>
                  <a:lnTo>
                    <a:pt x="553071" y="1121816"/>
                  </a:lnTo>
                  <a:lnTo>
                    <a:pt x="553053" y="1121806"/>
                  </a:lnTo>
                  <a:lnTo>
                    <a:pt x="553026" y="1121795"/>
                  </a:lnTo>
                  <a:lnTo>
                    <a:pt x="553002" y="1121787"/>
                  </a:lnTo>
                  <a:lnTo>
                    <a:pt x="552995" y="1121787"/>
                  </a:lnTo>
                  <a:lnTo>
                    <a:pt x="552991" y="1121790"/>
                  </a:lnTo>
                  <a:lnTo>
                    <a:pt x="552989" y="1121795"/>
                  </a:lnTo>
                  <a:lnTo>
                    <a:pt x="552989" y="1121803"/>
                  </a:lnTo>
                  <a:lnTo>
                    <a:pt x="552991" y="1121816"/>
                  </a:lnTo>
                  <a:lnTo>
                    <a:pt x="553000" y="1121843"/>
                  </a:lnTo>
                  <a:lnTo>
                    <a:pt x="553003" y="1121856"/>
                  </a:lnTo>
                  <a:lnTo>
                    <a:pt x="553005" y="1121876"/>
                  </a:lnTo>
                  <a:lnTo>
                    <a:pt x="553004" y="1121889"/>
                  </a:lnTo>
                  <a:lnTo>
                    <a:pt x="552997" y="1121904"/>
                  </a:lnTo>
                  <a:lnTo>
                    <a:pt x="552992" y="1121913"/>
                  </a:lnTo>
                  <a:lnTo>
                    <a:pt x="552979" y="1121928"/>
                  </a:lnTo>
                  <a:lnTo>
                    <a:pt x="552943" y="1121961"/>
                  </a:lnTo>
                  <a:lnTo>
                    <a:pt x="552927" y="1121976"/>
                  </a:lnTo>
                  <a:lnTo>
                    <a:pt x="552911" y="1121992"/>
                  </a:lnTo>
                  <a:lnTo>
                    <a:pt x="552894" y="1122012"/>
                  </a:lnTo>
                  <a:lnTo>
                    <a:pt x="552888" y="1122021"/>
                  </a:lnTo>
                  <a:lnTo>
                    <a:pt x="552885" y="1122033"/>
                  </a:lnTo>
                  <a:lnTo>
                    <a:pt x="552885" y="1122047"/>
                  </a:lnTo>
                  <a:lnTo>
                    <a:pt x="552886" y="1122071"/>
                  </a:lnTo>
                  <a:lnTo>
                    <a:pt x="552884" y="1122088"/>
                  </a:lnTo>
                  <a:lnTo>
                    <a:pt x="552880" y="1122101"/>
                  </a:lnTo>
                  <a:lnTo>
                    <a:pt x="552876" y="1122112"/>
                  </a:lnTo>
                  <a:lnTo>
                    <a:pt x="552872" y="1122126"/>
                  </a:lnTo>
                  <a:lnTo>
                    <a:pt x="552869" y="1122140"/>
                  </a:lnTo>
                  <a:lnTo>
                    <a:pt x="552863" y="1122162"/>
                  </a:lnTo>
                  <a:lnTo>
                    <a:pt x="552856" y="1122183"/>
                  </a:lnTo>
                  <a:lnTo>
                    <a:pt x="552849" y="1122194"/>
                  </a:lnTo>
                  <a:lnTo>
                    <a:pt x="552841" y="1122204"/>
                  </a:lnTo>
                  <a:lnTo>
                    <a:pt x="552828" y="1122222"/>
                  </a:lnTo>
                  <a:lnTo>
                    <a:pt x="552822" y="1122236"/>
                  </a:lnTo>
                  <a:lnTo>
                    <a:pt x="552818" y="1122244"/>
                  </a:lnTo>
                  <a:lnTo>
                    <a:pt x="552812" y="1122270"/>
                  </a:lnTo>
                  <a:lnTo>
                    <a:pt x="552807" y="1122294"/>
                  </a:lnTo>
                  <a:lnTo>
                    <a:pt x="552803" y="1122308"/>
                  </a:lnTo>
                  <a:lnTo>
                    <a:pt x="552798" y="1122318"/>
                  </a:lnTo>
                  <a:lnTo>
                    <a:pt x="552778" y="1122354"/>
                  </a:lnTo>
                  <a:lnTo>
                    <a:pt x="552767" y="1122375"/>
                  </a:lnTo>
                  <a:lnTo>
                    <a:pt x="552753" y="1122409"/>
                  </a:lnTo>
                  <a:lnTo>
                    <a:pt x="552744" y="1122431"/>
                  </a:lnTo>
                  <a:lnTo>
                    <a:pt x="552733" y="1122469"/>
                  </a:lnTo>
                  <a:lnTo>
                    <a:pt x="552726" y="1122494"/>
                  </a:lnTo>
                  <a:lnTo>
                    <a:pt x="552720" y="1122525"/>
                  </a:lnTo>
                  <a:lnTo>
                    <a:pt x="552716" y="1122546"/>
                  </a:lnTo>
                  <a:lnTo>
                    <a:pt x="552715" y="1122567"/>
                  </a:lnTo>
                  <a:lnTo>
                    <a:pt x="552717" y="1122582"/>
                  </a:lnTo>
                  <a:lnTo>
                    <a:pt x="552719" y="1122591"/>
                  </a:lnTo>
                  <a:lnTo>
                    <a:pt x="552723" y="1122598"/>
                  </a:lnTo>
                  <a:lnTo>
                    <a:pt x="552729" y="1122604"/>
                  </a:lnTo>
                  <a:lnTo>
                    <a:pt x="552742" y="1122612"/>
                  </a:lnTo>
                  <a:lnTo>
                    <a:pt x="552759" y="1122621"/>
                  </a:lnTo>
                  <a:lnTo>
                    <a:pt x="552779" y="1122638"/>
                  </a:lnTo>
                  <a:lnTo>
                    <a:pt x="552787" y="1122646"/>
                  </a:lnTo>
                  <a:lnTo>
                    <a:pt x="552798" y="1122660"/>
                  </a:lnTo>
                  <a:lnTo>
                    <a:pt x="552816" y="1122699"/>
                  </a:lnTo>
                  <a:lnTo>
                    <a:pt x="552824" y="1122722"/>
                  </a:lnTo>
                  <a:lnTo>
                    <a:pt x="552828" y="1122755"/>
                  </a:lnTo>
                  <a:lnTo>
                    <a:pt x="552828" y="1122778"/>
                  </a:lnTo>
                  <a:lnTo>
                    <a:pt x="552823" y="1122809"/>
                  </a:lnTo>
                  <a:lnTo>
                    <a:pt x="552822" y="1122818"/>
                  </a:lnTo>
                  <a:lnTo>
                    <a:pt x="552817" y="1122837"/>
                  </a:lnTo>
                  <a:lnTo>
                    <a:pt x="552806" y="1122866"/>
                  </a:lnTo>
                  <a:lnTo>
                    <a:pt x="552800" y="1122884"/>
                  </a:lnTo>
                  <a:lnTo>
                    <a:pt x="552784" y="1122924"/>
                  </a:lnTo>
                  <a:lnTo>
                    <a:pt x="552776" y="1122943"/>
                  </a:lnTo>
                  <a:lnTo>
                    <a:pt x="552762" y="1122977"/>
                  </a:lnTo>
                  <a:lnTo>
                    <a:pt x="552757" y="1122996"/>
                  </a:lnTo>
                  <a:lnTo>
                    <a:pt x="552756" y="1123011"/>
                  </a:lnTo>
                  <a:lnTo>
                    <a:pt x="552756" y="1123031"/>
                  </a:lnTo>
                  <a:lnTo>
                    <a:pt x="552757" y="1123043"/>
                  </a:lnTo>
                  <a:lnTo>
                    <a:pt x="552759" y="1123055"/>
                  </a:lnTo>
                  <a:lnTo>
                    <a:pt x="552763" y="1123085"/>
                  </a:lnTo>
                  <a:lnTo>
                    <a:pt x="552762" y="1123101"/>
                  </a:lnTo>
                  <a:lnTo>
                    <a:pt x="552761" y="1123119"/>
                  </a:lnTo>
                  <a:lnTo>
                    <a:pt x="552755" y="1123144"/>
                  </a:lnTo>
                  <a:lnTo>
                    <a:pt x="552750" y="1123161"/>
                  </a:lnTo>
                  <a:lnTo>
                    <a:pt x="552737" y="1123201"/>
                  </a:lnTo>
                  <a:lnTo>
                    <a:pt x="552731" y="1123212"/>
                  </a:lnTo>
                  <a:lnTo>
                    <a:pt x="552725" y="1123221"/>
                  </a:lnTo>
                  <a:lnTo>
                    <a:pt x="552718" y="1123230"/>
                  </a:lnTo>
                  <a:lnTo>
                    <a:pt x="552707" y="1123237"/>
                  </a:lnTo>
                  <a:lnTo>
                    <a:pt x="552692" y="1123244"/>
                  </a:lnTo>
                  <a:lnTo>
                    <a:pt x="552671" y="1123249"/>
                  </a:lnTo>
                  <a:lnTo>
                    <a:pt x="552651" y="1123255"/>
                  </a:lnTo>
                  <a:lnTo>
                    <a:pt x="552633" y="1123258"/>
                  </a:lnTo>
                  <a:lnTo>
                    <a:pt x="552615" y="1123258"/>
                  </a:lnTo>
                  <a:lnTo>
                    <a:pt x="552598" y="1123256"/>
                  </a:lnTo>
                  <a:lnTo>
                    <a:pt x="552589" y="1123254"/>
                  </a:lnTo>
                  <a:lnTo>
                    <a:pt x="552578" y="1123249"/>
                  </a:lnTo>
                  <a:lnTo>
                    <a:pt x="552564" y="1123241"/>
                  </a:lnTo>
                  <a:lnTo>
                    <a:pt x="552557" y="1123234"/>
                  </a:lnTo>
                  <a:lnTo>
                    <a:pt x="552550" y="1123223"/>
                  </a:lnTo>
                  <a:lnTo>
                    <a:pt x="552539" y="1123196"/>
                  </a:lnTo>
                  <a:lnTo>
                    <a:pt x="552531" y="1123179"/>
                  </a:lnTo>
                  <a:lnTo>
                    <a:pt x="552522" y="1123154"/>
                  </a:lnTo>
                  <a:lnTo>
                    <a:pt x="552516" y="1123146"/>
                  </a:lnTo>
                  <a:lnTo>
                    <a:pt x="552510" y="1123141"/>
                  </a:lnTo>
                  <a:lnTo>
                    <a:pt x="552496" y="1123140"/>
                  </a:lnTo>
                  <a:lnTo>
                    <a:pt x="552490" y="1123141"/>
                  </a:lnTo>
                  <a:lnTo>
                    <a:pt x="552481" y="1123146"/>
                  </a:lnTo>
                  <a:lnTo>
                    <a:pt x="552463" y="1123157"/>
                  </a:lnTo>
                  <a:lnTo>
                    <a:pt x="552449" y="1123166"/>
                  </a:lnTo>
                  <a:lnTo>
                    <a:pt x="552434" y="1123172"/>
                  </a:lnTo>
                  <a:lnTo>
                    <a:pt x="552419" y="1123171"/>
                  </a:lnTo>
                  <a:lnTo>
                    <a:pt x="552403" y="1123166"/>
                  </a:lnTo>
                  <a:lnTo>
                    <a:pt x="552386" y="1123158"/>
                  </a:lnTo>
                  <a:lnTo>
                    <a:pt x="552347" y="1123147"/>
                  </a:lnTo>
                  <a:lnTo>
                    <a:pt x="552336" y="1123145"/>
                  </a:lnTo>
                  <a:lnTo>
                    <a:pt x="552318" y="1123144"/>
                  </a:lnTo>
                  <a:lnTo>
                    <a:pt x="552300" y="1123146"/>
                  </a:lnTo>
                  <a:lnTo>
                    <a:pt x="552286" y="1123152"/>
                  </a:lnTo>
                  <a:lnTo>
                    <a:pt x="552270" y="1123163"/>
                  </a:lnTo>
                  <a:lnTo>
                    <a:pt x="552263" y="1123171"/>
                  </a:lnTo>
                  <a:lnTo>
                    <a:pt x="552252" y="1123182"/>
                  </a:lnTo>
                  <a:lnTo>
                    <a:pt x="552239" y="1123193"/>
                  </a:lnTo>
                  <a:lnTo>
                    <a:pt x="552208" y="1123221"/>
                  </a:lnTo>
                  <a:lnTo>
                    <a:pt x="552198" y="1123231"/>
                  </a:lnTo>
                  <a:lnTo>
                    <a:pt x="552183" y="1123247"/>
                  </a:lnTo>
                  <a:lnTo>
                    <a:pt x="552150" y="1123277"/>
                  </a:lnTo>
                  <a:lnTo>
                    <a:pt x="552136" y="1123291"/>
                  </a:lnTo>
                  <a:lnTo>
                    <a:pt x="552121" y="1123308"/>
                  </a:lnTo>
                  <a:lnTo>
                    <a:pt x="552102" y="1123335"/>
                  </a:lnTo>
                  <a:lnTo>
                    <a:pt x="552094" y="1123348"/>
                  </a:lnTo>
                  <a:lnTo>
                    <a:pt x="552084" y="1123366"/>
                  </a:lnTo>
                  <a:lnTo>
                    <a:pt x="552072" y="1123390"/>
                  </a:lnTo>
                  <a:lnTo>
                    <a:pt x="552064" y="1123402"/>
                  </a:lnTo>
                  <a:lnTo>
                    <a:pt x="552054" y="1123419"/>
                  </a:lnTo>
                  <a:lnTo>
                    <a:pt x="552046" y="1123429"/>
                  </a:lnTo>
                  <a:lnTo>
                    <a:pt x="552037" y="1123436"/>
                  </a:lnTo>
                  <a:lnTo>
                    <a:pt x="552019" y="1123443"/>
                  </a:lnTo>
                  <a:lnTo>
                    <a:pt x="552005" y="1123450"/>
                  </a:lnTo>
                  <a:lnTo>
                    <a:pt x="551992" y="1123462"/>
                  </a:lnTo>
                  <a:lnTo>
                    <a:pt x="551986" y="1123475"/>
                  </a:lnTo>
                  <a:lnTo>
                    <a:pt x="551983" y="1123487"/>
                  </a:lnTo>
                  <a:lnTo>
                    <a:pt x="551983" y="1123500"/>
                  </a:lnTo>
                  <a:lnTo>
                    <a:pt x="551984" y="1123505"/>
                  </a:lnTo>
                  <a:lnTo>
                    <a:pt x="551989" y="1123514"/>
                  </a:lnTo>
                  <a:lnTo>
                    <a:pt x="551999" y="1123527"/>
                  </a:lnTo>
                  <a:lnTo>
                    <a:pt x="552004" y="1123534"/>
                  </a:lnTo>
                  <a:lnTo>
                    <a:pt x="552007" y="1123542"/>
                  </a:lnTo>
                  <a:lnTo>
                    <a:pt x="552006" y="1123560"/>
                  </a:lnTo>
                  <a:lnTo>
                    <a:pt x="552003" y="1123571"/>
                  </a:lnTo>
                  <a:lnTo>
                    <a:pt x="551999" y="1123579"/>
                  </a:lnTo>
                  <a:lnTo>
                    <a:pt x="551990" y="1123591"/>
                  </a:lnTo>
                  <a:lnTo>
                    <a:pt x="551980" y="1123614"/>
                  </a:lnTo>
                  <a:lnTo>
                    <a:pt x="551977" y="1123622"/>
                  </a:lnTo>
                  <a:lnTo>
                    <a:pt x="551968" y="1123638"/>
                  </a:lnTo>
                  <a:lnTo>
                    <a:pt x="551960" y="1123653"/>
                  </a:lnTo>
                  <a:lnTo>
                    <a:pt x="551947" y="1123671"/>
                  </a:lnTo>
                  <a:lnTo>
                    <a:pt x="551942" y="1123678"/>
                  </a:lnTo>
                  <a:lnTo>
                    <a:pt x="551933" y="1123693"/>
                  </a:lnTo>
                  <a:lnTo>
                    <a:pt x="551925" y="1123700"/>
                  </a:lnTo>
                  <a:lnTo>
                    <a:pt x="551912" y="1123710"/>
                  </a:lnTo>
                  <a:lnTo>
                    <a:pt x="551887" y="1123725"/>
                  </a:lnTo>
                  <a:lnTo>
                    <a:pt x="551869" y="1123734"/>
                  </a:lnTo>
                  <a:lnTo>
                    <a:pt x="551851" y="1123744"/>
                  </a:lnTo>
                  <a:lnTo>
                    <a:pt x="551817" y="1123764"/>
                  </a:lnTo>
                  <a:lnTo>
                    <a:pt x="551810" y="1123768"/>
                  </a:lnTo>
                  <a:lnTo>
                    <a:pt x="551797" y="1123775"/>
                  </a:lnTo>
                  <a:lnTo>
                    <a:pt x="551779" y="1123785"/>
                  </a:lnTo>
                  <a:lnTo>
                    <a:pt x="551760" y="1123792"/>
                  </a:lnTo>
                  <a:lnTo>
                    <a:pt x="551739" y="1123802"/>
                  </a:lnTo>
                  <a:lnTo>
                    <a:pt x="551723" y="1123808"/>
                  </a:lnTo>
                  <a:lnTo>
                    <a:pt x="551710" y="1123810"/>
                  </a:lnTo>
                  <a:lnTo>
                    <a:pt x="551692" y="1123809"/>
                  </a:lnTo>
                  <a:lnTo>
                    <a:pt x="551681" y="1123810"/>
                  </a:lnTo>
                  <a:lnTo>
                    <a:pt x="551668" y="1123818"/>
                  </a:lnTo>
                  <a:lnTo>
                    <a:pt x="551654" y="1123830"/>
                  </a:lnTo>
                  <a:lnTo>
                    <a:pt x="551635" y="1123845"/>
                  </a:lnTo>
                  <a:lnTo>
                    <a:pt x="551602" y="1123874"/>
                  </a:lnTo>
                  <a:lnTo>
                    <a:pt x="551593" y="1123882"/>
                  </a:lnTo>
                  <a:lnTo>
                    <a:pt x="551575" y="1123904"/>
                  </a:lnTo>
                  <a:lnTo>
                    <a:pt x="551555" y="1123929"/>
                  </a:lnTo>
                  <a:lnTo>
                    <a:pt x="551546" y="1123941"/>
                  </a:lnTo>
                  <a:lnTo>
                    <a:pt x="551537" y="1123951"/>
                  </a:lnTo>
                  <a:lnTo>
                    <a:pt x="551528" y="1123958"/>
                  </a:lnTo>
                  <a:lnTo>
                    <a:pt x="551516" y="1123962"/>
                  </a:lnTo>
                  <a:lnTo>
                    <a:pt x="551505" y="1123967"/>
                  </a:lnTo>
                  <a:lnTo>
                    <a:pt x="551482" y="1123973"/>
                  </a:lnTo>
                  <a:lnTo>
                    <a:pt x="551473" y="1123975"/>
                  </a:lnTo>
                  <a:lnTo>
                    <a:pt x="551461" y="1123980"/>
                  </a:lnTo>
                  <a:lnTo>
                    <a:pt x="551441" y="1123987"/>
                  </a:lnTo>
                  <a:lnTo>
                    <a:pt x="551428" y="1123990"/>
                  </a:lnTo>
                  <a:lnTo>
                    <a:pt x="551406" y="1123993"/>
                  </a:lnTo>
                  <a:lnTo>
                    <a:pt x="551393" y="1123997"/>
                  </a:lnTo>
                  <a:lnTo>
                    <a:pt x="551379" y="1124002"/>
                  </a:lnTo>
                  <a:lnTo>
                    <a:pt x="551363" y="1124010"/>
                  </a:lnTo>
                  <a:lnTo>
                    <a:pt x="551327" y="1124029"/>
                  </a:lnTo>
                  <a:lnTo>
                    <a:pt x="551312" y="1124041"/>
                  </a:lnTo>
                  <a:lnTo>
                    <a:pt x="551290" y="1124055"/>
                  </a:lnTo>
                  <a:lnTo>
                    <a:pt x="551275" y="1124062"/>
                  </a:lnTo>
                  <a:lnTo>
                    <a:pt x="551252" y="1124068"/>
                  </a:lnTo>
                  <a:lnTo>
                    <a:pt x="551239" y="1124069"/>
                  </a:lnTo>
                  <a:lnTo>
                    <a:pt x="551223" y="1124073"/>
                  </a:lnTo>
                  <a:lnTo>
                    <a:pt x="551205" y="1124084"/>
                  </a:lnTo>
                  <a:lnTo>
                    <a:pt x="551179" y="1124107"/>
                  </a:lnTo>
                  <a:lnTo>
                    <a:pt x="551169" y="1124119"/>
                  </a:lnTo>
                  <a:lnTo>
                    <a:pt x="551163" y="1124132"/>
                  </a:lnTo>
                  <a:lnTo>
                    <a:pt x="551161" y="1124143"/>
                  </a:lnTo>
                  <a:lnTo>
                    <a:pt x="551161" y="1124167"/>
                  </a:lnTo>
                  <a:lnTo>
                    <a:pt x="551160" y="1124182"/>
                  </a:lnTo>
                  <a:lnTo>
                    <a:pt x="551157" y="1124195"/>
                  </a:lnTo>
                  <a:lnTo>
                    <a:pt x="551147" y="1124223"/>
                  </a:lnTo>
                  <a:lnTo>
                    <a:pt x="551142" y="1124240"/>
                  </a:lnTo>
                  <a:lnTo>
                    <a:pt x="551137" y="1124259"/>
                  </a:lnTo>
                  <a:lnTo>
                    <a:pt x="551135" y="1124279"/>
                  </a:lnTo>
                  <a:lnTo>
                    <a:pt x="551134" y="1124287"/>
                  </a:lnTo>
                  <a:lnTo>
                    <a:pt x="551129" y="1124305"/>
                  </a:lnTo>
                  <a:lnTo>
                    <a:pt x="551122" y="1124322"/>
                  </a:lnTo>
                  <a:lnTo>
                    <a:pt x="551117" y="1124341"/>
                  </a:lnTo>
                  <a:lnTo>
                    <a:pt x="551113" y="1124366"/>
                  </a:lnTo>
                  <a:lnTo>
                    <a:pt x="551110" y="1124396"/>
                  </a:lnTo>
                  <a:lnTo>
                    <a:pt x="551105" y="1124414"/>
                  </a:lnTo>
                  <a:lnTo>
                    <a:pt x="551101" y="1124425"/>
                  </a:lnTo>
                  <a:lnTo>
                    <a:pt x="551089" y="1124445"/>
                  </a:lnTo>
                  <a:lnTo>
                    <a:pt x="551080" y="1124458"/>
                  </a:lnTo>
                  <a:lnTo>
                    <a:pt x="551071" y="1124467"/>
                  </a:lnTo>
                  <a:lnTo>
                    <a:pt x="551059" y="1124475"/>
                  </a:lnTo>
                  <a:lnTo>
                    <a:pt x="551037" y="1124487"/>
                  </a:lnTo>
                  <a:lnTo>
                    <a:pt x="551025" y="1124497"/>
                  </a:lnTo>
                  <a:lnTo>
                    <a:pt x="551020" y="1124503"/>
                  </a:lnTo>
                  <a:lnTo>
                    <a:pt x="551009" y="1124525"/>
                  </a:lnTo>
                  <a:lnTo>
                    <a:pt x="550997" y="1124555"/>
                  </a:lnTo>
                  <a:lnTo>
                    <a:pt x="550992" y="1124569"/>
                  </a:lnTo>
                  <a:lnTo>
                    <a:pt x="550990" y="1124586"/>
                  </a:lnTo>
                  <a:lnTo>
                    <a:pt x="550987" y="1124610"/>
                  </a:lnTo>
                  <a:lnTo>
                    <a:pt x="550984" y="1124619"/>
                  </a:lnTo>
                  <a:lnTo>
                    <a:pt x="550981" y="1124628"/>
                  </a:lnTo>
                  <a:lnTo>
                    <a:pt x="550974" y="1124642"/>
                  </a:lnTo>
                  <a:lnTo>
                    <a:pt x="550958" y="1124671"/>
                  </a:lnTo>
                  <a:lnTo>
                    <a:pt x="550945" y="1124692"/>
                  </a:lnTo>
                  <a:lnTo>
                    <a:pt x="550931" y="1124720"/>
                  </a:lnTo>
                  <a:lnTo>
                    <a:pt x="550926" y="1124731"/>
                  </a:lnTo>
                  <a:lnTo>
                    <a:pt x="550918" y="1124748"/>
                  </a:lnTo>
                  <a:lnTo>
                    <a:pt x="550914" y="1124774"/>
                  </a:lnTo>
                  <a:lnTo>
                    <a:pt x="550912" y="1124786"/>
                  </a:lnTo>
                  <a:lnTo>
                    <a:pt x="550912" y="1124801"/>
                  </a:lnTo>
                  <a:lnTo>
                    <a:pt x="550913" y="1124815"/>
                  </a:lnTo>
                  <a:lnTo>
                    <a:pt x="550915" y="1124832"/>
                  </a:lnTo>
                  <a:lnTo>
                    <a:pt x="550913" y="1124849"/>
                  </a:lnTo>
                  <a:lnTo>
                    <a:pt x="550909" y="1124863"/>
                  </a:lnTo>
                  <a:lnTo>
                    <a:pt x="550898" y="1124889"/>
                  </a:lnTo>
                  <a:lnTo>
                    <a:pt x="550889" y="1124909"/>
                  </a:lnTo>
                  <a:lnTo>
                    <a:pt x="550872" y="1124947"/>
                  </a:lnTo>
                  <a:lnTo>
                    <a:pt x="550864" y="1124964"/>
                  </a:lnTo>
                  <a:lnTo>
                    <a:pt x="550849" y="1125001"/>
                  </a:lnTo>
                  <a:lnTo>
                    <a:pt x="550840" y="1125017"/>
                  </a:lnTo>
                  <a:lnTo>
                    <a:pt x="550826" y="1125042"/>
                  </a:lnTo>
                  <a:lnTo>
                    <a:pt x="550816" y="1125071"/>
                  </a:lnTo>
                  <a:lnTo>
                    <a:pt x="550813" y="1125086"/>
                  </a:lnTo>
                  <a:lnTo>
                    <a:pt x="550811" y="1125114"/>
                  </a:lnTo>
                  <a:lnTo>
                    <a:pt x="550813" y="1125129"/>
                  </a:lnTo>
                  <a:lnTo>
                    <a:pt x="550817" y="1125139"/>
                  </a:lnTo>
                  <a:lnTo>
                    <a:pt x="550824" y="1125155"/>
                  </a:lnTo>
                  <a:lnTo>
                    <a:pt x="550842" y="1125181"/>
                  </a:lnTo>
                  <a:lnTo>
                    <a:pt x="550858" y="1125200"/>
                  </a:lnTo>
                  <a:lnTo>
                    <a:pt x="550889" y="1125243"/>
                  </a:lnTo>
                  <a:lnTo>
                    <a:pt x="550898" y="1125255"/>
                  </a:lnTo>
                  <a:lnTo>
                    <a:pt x="550925" y="1125297"/>
                  </a:lnTo>
                  <a:lnTo>
                    <a:pt x="550932" y="1125312"/>
                  </a:lnTo>
                  <a:lnTo>
                    <a:pt x="550934" y="1125328"/>
                  </a:lnTo>
                  <a:lnTo>
                    <a:pt x="550932" y="1125356"/>
                  </a:lnTo>
                  <a:lnTo>
                    <a:pt x="550927" y="1125370"/>
                  </a:lnTo>
                  <a:lnTo>
                    <a:pt x="550921" y="1125385"/>
                  </a:lnTo>
                  <a:lnTo>
                    <a:pt x="550905" y="1125413"/>
                  </a:lnTo>
                  <a:lnTo>
                    <a:pt x="550892" y="1125439"/>
                  </a:lnTo>
                  <a:lnTo>
                    <a:pt x="550886" y="1125459"/>
                  </a:lnTo>
                  <a:lnTo>
                    <a:pt x="550885" y="1125493"/>
                  </a:lnTo>
                  <a:lnTo>
                    <a:pt x="550888" y="1125508"/>
                  </a:lnTo>
                  <a:lnTo>
                    <a:pt x="550894" y="1125533"/>
                  </a:lnTo>
                  <a:lnTo>
                    <a:pt x="550896" y="1125545"/>
                  </a:lnTo>
                  <a:lnTo>
                    <a:pt x="550896" y="1125555"/>
                  </a:lnTo>
                  <a:lnTo>
                    <a:pt x="550897" y="1125565"/>
                  </a:lnTo>
                  <a:lnTo>
                    <a:pt x="550908" y="1125580"/>
                  </a:lnTo>
                  <a:lnTo>
                    <a:pt x="550919" y="1125588"/>
                  </a:lnTo>
                  <a:lnTo>
                    <a:pt x="550929" y="1125595"/>
                  </a:lnTo>
                  <a:lnTo>
                    <a:pt x="550923" y="1125599"/>
                  </a:lnTo>
                  <a:lnTo>
                    <a:pt x="550908" y="1125599"/>
                  </a:lnTo>
                  <a:lnTo>
                    <a:pt x="550891" y="1125602"/>
                  </a:lnTo>
                  <a:lnTo>
                    <a:pt x="550876" y="1125607"/>
                  </a:lnTo>
                  <a:lnTo>
                    <a:pt x="550859" y="1125614"/>
                  </a:lnTo>
                  <a:lnTo>
                    <a:pt x="550842" y="1125622"/>
                  </a:lnTo>
                  <a:lnTo>
                    <a:pt x="550834" y="1125628"/>
                  </a:lnTo>
                  <a:lnTo>
                    <a:pt x="550815" y="1125642"/>
                  </a:lnTo>
                  <a:lnTo>
                    <a:pt x="550795" y="1125657"/>
                  </a:lnTo>
                  <a:lnTo>
                    <a:pt x="550768" y="1125680"/>
                  </a:lnTo>
                  <a:lnTo>
                    <a:pt x="550760" y="1125687"/>
                  </a:lnTo>
                  <a:lnTo>
                    <a:pt x="550744" y="1125697"/>
                  </a:lnTo>
                  <a:lnTo>
                    <a:pt x="550722" y="1125711"/>
                  </a:lnTo>
                  <a:lnTo>
                    <a:pt x="550692" y="1125728"/>
                  </a:lnTo>
                  <a:lnTo>
                    <a:pt x="550686" y="1125732"/>
                  </a:lnTo>
                  <a:lnTo>
                    <a:pt x="550669" y="1125743"/>
                  </a:lnTo>
                  <a:lnTo>
                    <a:pt x="550646" y="1125758"/>
                  </a:lnTo>
                  <a:lnTo>
                    <a:pt x="550616" y="1125775"/>
                  </a:lnTo>
                  <a:lnTo>
                    <a:pt x="550598" y="1125784"/>
                  </a:lnTo>
                  <a:lnTo>
                    <a:pt x="550581" y="1125792"/>
                  </a:lnTo>
                  <a:lnTo>
                    <a:pt x="550568" y="1125798"/>
                  </a:lnTo>
                  <a:lnTo>
                    <a:pt x="550549" y="1125804"/>
                  </a:lnTo>
                  <a:lnTo>
                    <a:pt x="550537" y="1125809"/>
                  </a:lnTo>
                  <a:lnTo>
                    <a:pt x="550521" y="1125817"/>
                  </a:lnTo>
                  <a:lnTo>
                    <a:pt x="550508" y="1125825"/>
                  </a:lnTo>
                  <a:lnTo>
                    <a:pt x="550494" y="1125837"/>
                  </a:lnTo>
                  <a:lnTo>
                    <a:pt x="550473" y="1125856"/>
                  </a:lnTo>
                  <a:lnTo>
                    <a:pt x="550464" y="1125866"/>
                  </a:lnTo>
                  <a:lnTo>
                    <a:pt x="550453" y="1125879"/>
                  </a:lnTo>
                  <a:lnTo>
                    <a:pt x="550446" y="1125891"/>
                  </a:lnTo>
                  <a:lnTo>
                    <a:pt x="550433" y="1125918"/>
                  </a:lnTo>
                  <a:lnTo>
                    <a:pt x="550426" y="1125936"/>
                  </a:lnTo>
                  <a:lnTo>
                    <a:pt x="550420" y="1125954"/>
                  </a:lnTo>
                  <a:lnTo>
                    <a:pt x="550414" y="1125971"/>
                  </a:lnTo>
                  <a:lnTo>
                    <a:pt x="550411" y="1125984"/>
                  </a:lnTo>
                  <a:lnTo>
                    <a:pt x="550404" y="1126006"/>
                  </a:lnTo>
                  <a:lnTo>
                    <a:pt x="550395" y="1126031"/>
                  </a:lnTo>
                  <a:lnTo>
                    <a:pt x="550391" y="1126041"/>
                  </a:lnTo>
                  <a:lnTo>
                    <a:pt x="550382" y="1126057"/>
                  </a:lnTo>
                  <a:lnTo>
                    <a:pt x="550371" y="1126072"/>
                  </a:lnTo>
                  <a:lnTo>
                    <a:pt x="550357" y="1126092"/>
                  </a:lnTo>
                  <a:lnTo>
                    <a:pt x="550351" y="1126102"/>
                  </a:lnTo>
                  <a:lnTo>
                    <a:pt x="550342" y="1126116"/>
                  </a:lnTo>
                  <a:lnTo>
                    <a:pt x="550332" y="1126134"/>
                  </a:lnTo>
                  <a:lnTo>
                    <a:pt x="550321" y="1126155"/>
                  </a:lnTo>
                  <a:lnTo>
                    <a:pt x="550314" y="1126175"/>
                  </a:lnTo>
                  <a:lnTo>
                    <a:pt x="550305" y="1126194"/>
                  </a:lnTo>
                  <a:lnTo>
                    <a:pt x="550295" y="1126212"/>
                  </a:lnTo>
                  <a:lnTo>
                    <a:pt x="550289" y="1126223"/>
                  </a:lnTo>
                  <a:lnTo>
                    <a:pt x="550280" y="1126239"/>
                  </a:lnTo>
                  <a:lnTo>
                    <a:pt x="550268" y="1126255"/>
                  </a:lnTo>
                  <a:lnTo>
                    <a:pt x="550252" y="1126273"/>
                  </a:lnTo>
                  <a:lnTo>
                    <a:pt x="550240" y="1126286"/>
                  </a:lnTo>
                  <a:lnTo>
                    <a:pt x="550230" y="1126293"/>
                  </a:lnTo>
                  <a:lnTo>
                    <a:pt x="550220" y="1126301"/>
                  </a:lnTo>
                  <a:lnTo>
                    <a:pt x="550213" y="1126310"/>
                  </a:lnTo>
                  <a:lnTo>
                    <a:pt x="550199" y="1126332"/>
                  </a:lnTo>
                  <a:lnTo>
                    <a:pt x="550190" y="1126345"/>
                  </a:lnTo>
                  <a:lnTo>
                    <a:pt x="550184" y="1126360"/>
                  </a:lnTo>
                  <a:lnTo>
                    <a:pt x="550177" y="1126374"/>
                  </a:lnTo>
                  <a:lnTo>
                    <a:pt x="550173" y="1126383"/>
                  </a:lnTo>
                  <a:lnTo>
                    <a:pt x="550169" y="1126392"/>
                  </a:lnTo>
                  <a:lnTo>
                    <a:pt x="550164" y="1126408"/>
                  </a:lnTo>
                  <a:lnTo>
                    <a:pt x="550160" y="1126426"/>
                  </a:lnTo>
                  <a:lnTo>
                    <a:pt x="550156" y="1126454"/>
                  </a:lnTo>
                  <a:lnTo>
                    <a:pt x="550152" y="1126481"/>
                  </a:lnTo>
                  <a:lnTo>
                    <a:pt x="550147" y="1126511"/>
                  </a:lnTo>
                  <a:lnTo>
                    <a:pt x="550143" y="1126527"/>
                  </a:lnTo>
                  <a:lnTo>
                    <a:pt x="550138" y="1126549"/>
                  </a:lnTo>
                  <a:lnTo>
                    <a:pt x="550127" y="1126578"/>
                  </a:lnTo>
                  <a:lnTo>
                    <a:pt x="550122" y="1126596"/>
                  </a:lnTo>
                  <a:lnTo>
                    <a:pt x="550118" y="1126617"/>
                  </a:lnTo>
                  <a:lnTo>
                    <a:pt x="550115" y="1126625"/>
                  </a:lnTo>
                  <a:lnTo>
                    <a:pt x="550106" y="1126636"/>
                  </a:lnTo>
                  <a:lnTo>
                    <a:pt x="550087" y="1126651"/>
                  </a:lnTo>
                  <a:lnTo>
                    <a:pt x="550075" y="1126663"/>
                  </a:lnTo>
                  <a:lnTo>
                    <a:pt x="550072" y="1126669"/>
                  </a:lnTo>
                  <a:lnTo>
                    <a:pt x="550063" y="1126697"/>
                  </a:lnTo>
                  <a:lnTo>
                    <a:pt x="550059" y="1126710"/>
                  </a:lnTo>
                  <a:lnTo>
                    <a:pt x="550048" y="1126735"/>
                  </a:lnTo>
                  <a:lnTo>
                    <a:pt x="550034" y="1126767"/>
                  </a:lnTo>
                  <a:lnTo>
                    <a:pt x="550027" y="1126792"/>
                  </a:lnTo>
                  <a:lnTo>
                    <a:pt x="550022" y="1126810"/>
                  </a:lnTo>
                  <a:lnTo>
                    <a:pt x="550018" y="1126847"/>
                  </a:lnTo>
                  <a:lnTo>
                    <a:pt x="550014" y="1126880"/>
                  </a:lnTo>
                  <a:lnTo>
                    <a:pt x="549999" y="1126897"/>
                  </a:lnTo>
                  <a:lnTo>
                    <a:pt x="549978" y="1126919"/>
                  </a:lnTo>
                  <a:lnTo>
                    <a:pt x="549958" y="1126932"/>
                  </a:lnTo>
                  <a:lnTo>
                    <a:pt x="549917" y="1126944"/>
                  </a:lnTo>
                  <a:lnTo>
                    <a:pt x="549893" y="1126947"/>
                  </a:lnTo>
                  <a:lnTo>
                    <a:pt x="549871" y="1126947"/>
                  </a:lnTo>
                  <a:lnTo>
                    <a:pt x="549851" y="1126946"/>
                  </a:lnTo>
                  <a:lnTo>
                    <a:pt x="549834" y="1126940"/>
                  </a:lnTo>
                  <a:lnTo>
                    <a:pt x="549827" y="1126939"/>
                  </a:lnTo>
                  <a:lnTo>
                    <a:pt x="549796" y="1126930"/>
                  </a:lnTo>
                  <a:lnTo>
                    <a:pt x="549745" y="1126914"/>
                  </a:lnTo>
                  <a:lnTo>
                    <a:pt x="549695" y="1126897"/>
                  </a:lnTo>
                  <a:lnTo>
                    <a:pt x="549683" y="1126895"/>
                  </a:lnTo>
                  <a:lnTo>
                    <a:pt x="549667" y="1126896"/>
                  </a:lnTo>
                  <a:lnTo>
                    <a:pt x="549641" y="1126904"/>
                  </a:lnTo>
                  <a:lnTo>
                    <a:pt x="549631" y="1126911"/>
                  </a:lnTo>
                  <a:lnTo>
                    <a:pt x="549614" y="1126924"/>
                  </a:lnTo>
                  <a:lnTo>
                    <a:pt x="549596" y="1126948"/>
                  </a:lnTo>
                  <a:lnTo>
                    <a:pt x="549585" y="1126969"/>
                  </a:lnTo>
                  <a:lnTo>
                    <a:pt x="549576" y="1126988"/>
                  </a:lnTo>
                  <a:lnTo>
                    <a:pt x="549571" y="1126997"/>
                  </a:lnTo>
                  <a:lnTo>
                    <a:pt x="549569" y="1127003"/>
                  </a:lnTo>
                  <a:lnTo>
                    <a:pt x="549565" y="1127012"/>
                  </a:lnTo>
                  <a:lnTo>
                    <a:pt x="549561" y="1127021"/>
                  </a:lnTo>
                  <a:lnTo>
                    <a:pt x="549557" y="1127029"/>
                  </a:lnTo>
                  <a:lnTo>
                    <a:pt x="549538" y="1127075"/>
                  </a:lnTo>
                  <a:lnTo>
                    <a:pt x="549532" y="1127090"/>
                  </a:lnTo>
                  <a:lnTo>
                    <a:pt x="549531" y="1127106"/>
                  </a:lnTo>
                  <a:lnTo>
                    <a:pt x="549537" y="1127135"/>
                  </a:lnTo>
                  <a:lnTo>
                    <a:pt x="549535" y="1127148"/>
                  </a:lnTo>
                  <a:lnTo>
                    <a:pt x="549531" y="1127158"/>
                  </a:lnTo>
                  <a:lnTo>
                    <a:pt x="549511" y="1127181"/>
                  </a:lnTo>
                  <a:lnTo>
                    <a:pt x="549486" y="1127213"/>
                  </a:lnTo>
                  <a:lnTo>
                    <a:pt x="549461" y="1127249"/>
                  </a:lnTo>
                  <a:lnTo>
                    <a:pt x="549455" y="1127258"/>
                  </a:lnTo>
                  <a:lnTo>
                    <a:pt x="549434" y="1127285"/>
                  </a:lnTo>
                  <a:lnTo>
                    <a:pt x="549405" y="1127318"/>
                  </a:lnTo>
                  <a:lnTo>
                    <a:pt x="549382" y="1127341"/>
                  </a:lnTo>
                  <a:lnTo>
                    <a:pt x="549370" y="1127357"/>
                  </a:lnTo>
                  <a:lnTo>
                    <a:pt x="549366" y="1127377"/>
                  </a:lnTo>
                  <a:lnTo>
                    <a:pt x="549361" y="1127389"/>
                  </a:lnTo>
                  <a:lnTo>
                    <a:pt x="549345" y="1127403"/>
                  </a:lnTo>
                  <a:lnTo>
                    <a:pt x="549329" y="1127416"/>
                  </a:lnTo>
                  <a:lnTo>
                    <a:pt x="549307" y="1127438"/>
                  </a:lnTo>
                  <a:lnTo>
                    <a:pt x="549295" y="1127457"/>
                  </a:lnTo>
                  <a:lnTo>
                    <a:pt x="549289" y="1127474"/>
                  </a:lnTo>
                  <a:lnTo>
                    <a:pt x="549273" y="1127534"/>
                  </a:lnTo>
                  <a:lnTo>
                    <a:pt x="549260" y="1127565"/>
                  </a:lnTo>
                  <a:lnTo>
                    <a:pt x="549250" y="1127585"/>
                  </a:lnTo>
                  <a:lnTo>
                    <a:pt x="549238" y="1127601"/>
                  </a:lnTo>
                  <a:lnTo>
                    <a:pt x="549226" y="1127625"/>
                  </a:lnTo>
                  <a:lnTo>
                    <a:pt x="549224" y="1127649"/>
                  </a:lnTo>
                  <a:lnTo>
                    <a:pt x="549224" y="1127691"/>
                  </a:lnTo>
                  <a:lnTo>
                    <a:pt x="549230" y="1127709"/>
                  </a:lnTo>
                  <a:lnTo>
                    <a:pt x="549254" y="1127759"/>
                  </a:lnTo>
                  <a:lnTo>
                    <a:pt x="549264" y="1127782"/>
                  </a:lnTo>
                  <a:lnTo>
                    <a:pt x="549277" y="1127825"/>
                  </a:lnTo>
                  <a:lnTo>
                    <a:pt x="549292" y="1127881"/>
                  </a:lnTo>
                  <a:lnTo>
                    <a:pt x="549301" y="1127914"/>
                  </a:lnTo>
                  <a:lnTo>
                    <a:pt x="549308" y="1127941"/>
                  </a:lnTo>
                  <a:lnTo>
                    <a:pt x="549302" y="1127947"/>
                  </a:lnTo>
                  <a:lnTo>
                    <a:pt x="549270" y="1127965"/>
                  </a:lnTo>
                  <a:lnTo>
                    <a:pt x="549246" y="1127983"/>
                  </a:lnTo>
                  <a:lnTo>
                    <a:pt x="549235" y="1127995"/>
                  </a:lnTo>
                  <a:lnTo>
                    <a:pt x="549223" y="1128016"/>
                  </a:lnTo>
                  <a:lnTo>
                    <a:pt x="549211" y="1128066"/>
                  </a:lnTo>
                  <a:lnTo>
                    <a:pt x="549202" y="1128085"/>
                  </a:lnTo>
                  <a:lnTo>
                    <a:pt x="549190" y="1128098"/>
                  </a:lnTo>
                  <a:lnTo>
                    <a:pt x="549175" y="1128102"/>
                  </a:lnTo>
                  <a:lnTo>
                    <a:pt x="549143" y="1128108"/>
                  </a:lnTo>
                  <a:lnTo>
                    <a:pt x="549122" y="1128117"/>
                  </a:lnTo>
                  <a:lnTo>
                    <a:pt x="549109" y="1128127"/>
                  </a:lnTo>
                  <a:lnTo>
                    <a:pt x="549097" y="1128150"/>
                  </a:lnTo>
                  <a:lnTo>
                    <a:pt x="549087" y="1128159"/>
                  </a:lnTo>
                  <a:lnTo>
                    <a:pt x="549062" y="1128179"/>
                  </a:lnTo>
                  <a:lnTo>
                    <a:pt x="549048" y="1128190"/>
                  </a:lnTo>
                  <a:lnTo>
                    <a:pt x="549036" y="1128198"/>
                  </a:lnTo>
                  <a:lnTo>
                    <a:pt x="549009" y="1128213"/>
                  </a:lnTo>
                  <a:lnTo>
                    <a:pt x="548992" y="1128218"/>
                  </a:lnTo>
                  <a:lnTo>
                    <a:pt x="548971" y="1128221"/>
                  </a:lnTo>
                  <a:lnTo>
                    <a:pt x="548938" y="1128219"/>
                  </a:lnTo>
                  <a:lnTo>
                    <a:pt x="548930" y="1128220"/>
                  </a:lnTo>
                  <a:lnTo>
                    <a:pt x="548919" y="1128224"/>
                  </a:lnTo>
                  <a:lnTo>
                    <a:pt x="548911" y="1128236"/>
                  </a:lnTo>
                  <a:lnTo>
                    <a:pt x="548891" y="1128262"/>
                  </a:lnTo>
                  <a:lnTo>
                    <a:pt x="548874" y="1128270"/>
                  </a:lnTo>
                  <a:lnTo>
                    <a:pt x="548848" y="1128273"/>
                  </a:lnTo>
                  <a:lnTo>
                    <a:pt x="548816" y="1128265"/>
                  </a:lnTo>
                  <a:lnTo>
                    <a:pt x="548787" y="1128255"/>
                  </a:lnTo>
                  <a:lnTo>
                    <a:pt x="548754" y="1128237"/>
                  </a:lnTo>
                  <a:lnTo>
                    <a:pt x="548731" y="1128225"/>
                  </a:lnTo>
                  <a:lnTo>
                    <a:pt x="548700" y="1128204"/>
                  </a:lnTo>
                  <a:lnTo>
                    <a:pt x="548682" y="1128187"/>
                  </a:lnTo>
                  <a:lnTo>
                    <a:pt x="548669" y="1128171"/>
                  </a:lnTo>
                  <a:lnTo>
                    <a:pt x="548653" y="1128152"/>
                  </a:lnTo>
                  <a:lnTo>
                    <a:pt x="548643" y="1128133"/>
                  </a:lnTo>
                  <a:lnTo>
                    <a:pt x="548632" y="1128121"/>
                  </a:lnTo>
                  <a:lnTo>
                    <a:pt x="548620" y="1128116"/>
                  </a:lnTo>
                  <a:lnTo>
                    <a:pt x="548587" y="1128103"/>
                  </a:lnTo>
                  <a:lnTo>
                    <a:pt x="548555" y="1128092"/>
                  </a:lnTo>
                  <a:lnTo>
                    <a:pt x="548516" y="1128078"/>
                  </a:lnTo>
                  <a:lnTo>
                    <a:pt x="548485" y="1128065"/>
                  </a:lnTo>
                  <a:lnTo>
                    <a:pt x="548454" y="1128053"/>
                  </a:lnTo>
                  <a:lnTo>
                    <a:pt x="548418" y="1128045"/>
                  </a:lnTo>
                  <a:lnTo>
                    <a:pt x="548395" y="1128040"/>
                  </a:lnTo>
                  <a:lnTo>
                    <a:pt x="548379" y="1128031"/>
                  </a:lnTo>
                  <a:lnTo>
                    <a:pt x="548358" y="1128018"/>
                  </a:lnTo>
                  <a:lnTo>
                    <a:pt x="548310" y="1128001"/>
                  </a:lnTo>
                  <a:lnTo>
                    <a:pt x="548270" y="1127990"/>
                  </a:lnTo>
                  <a:lnTo>
                    <a:pt x="548243" y="1127982"/>
                  </a:lnTo>
                  <a:lnTo>
                    <a:pt x="548207" y="1127982"/>
                  </a:lnTo>
                  <a:lnTo>
                    <a:pt x="548182" y="1127989"/>
                  </a:lnTo>
                  <a:lnTo>
                    <a:pt x="548134" y="1128010"/>
                  </a:lnTo>
                  <a:lnTo>
                    <a:pt x="548087" y="1128038"/>
                  </a:lnTo>
                  <a:lnTo>
                    <a:pt x="548068" y="1128047"/>
                  </a:lnTo>
                  <a:lnTo>
                    <a:pt x="548048" y="1128050"/>
                  </a:lnTo>
                  <a:lnTo>
                    <a:pt x="548030" y="1128044"/>
                  </a:lnTo>
                  <a:lnTo>
                    <a:pt x="548005" y="1128024"/>
                  </a:lnTo>
                  <a:lnTo>
                    <a:pt x="547986" y="1128014"/>
                  </a:lnTo>
                  <a:lnTo>
                    <a:pt x="547956" y="1128002"/>
                  </a:lnTo>
                  <a:lnTo>
                    <a:pt x="547921" y="1127991"/>
                  </a:lnTo>
                  <a:lnTo>
                    <a:pt x="547893" y="1127978"/>
                  </a:lnTo>
                  <a:lnTo>
                    <a:pt x="547865" y="1127962"/>
                  </a:lnTo>
                  <a:lnTo>
                    <a:pt x="547855" y="1127956"/>
                  </a:lnTo>
                  <a:lnTo>
                    <a:pt x="547848" y="1127957"/>
                  </a:lnTo>
                  <a:lnTo>
                    <a:pt x="547838" y="1127959"/>
                  </a:lnTo>
                  <a:lnTo>
                    <a:pt x="547798" y="1127981"/>
                  </a:lnTo>
                  <a:lnTo>
                    <a:pt x="547763" y="1127998"/>
                  </a:lnTo>
                  <a:lnTo>
                    <a:pt x="547723" y="1128014"/>
                  </a:lnTo>
                  <a:lnTo>
                    <a:pt x="547672" y="1128021"/>
                  </a:lnTo>
                  <a:lnTo>
                    <a:pt x="547642" y="1128023"/>
                  </a:lnTo>
                  <a:lnTo>
                    <a:pt x="547615" y="1128019"/>
                  </a:lnTo>
                  <a:lnTo>
                    <a:pt x="547586" y="1128012"/>
                  </a:lnTo>
                  <a:lnTo>
                    <a:pt x="547546" y="1127992"/>
                  </a:lnTo>
                  <a:lnTo>
                    <a:pt x="547529" y="1127981"/>
                  </a:lnTo>
                  <a:lnTo>
                    <a:pt x="547512" y="1127967"/>
                  </a:lnTo>
                  <a:lnTo>
                    <a:pt x="547497" y="1127958"/>
                  </a:lnTo>
                  <a:lnTo>
                    <a:pt x="547479" y="1127954"/>
                  </a:lnTo>
                  <a:lnTo>
                    <a:pt x="547433" y="1127948"/>
                  </a:lnTo>
                  <a:lnTo>
                    <a:pt x="547385" y="1127949"/>
                  </a:lnTo>
                  <a:lnTo>
                    <a:pt x="547347" y="1127951"/>
                  </a:lnTo>
                  <a:lnTo>
                    <a:pt x="547313" y="1127958"/>
                  </a:lnTo>
                  <a:lnTo>
                    <a:pt x="547279" y="1127968"/>
                  </a:lnTo>
                  <a:lnTo>
                    <a:pt x="547259" y="1127977"/>
                  </a:lnTo>
                  <a:lnTo>
                    <a:pt x="547237" y="1128000"/>
                  </a:lnTo>
                  <a:lnTo>
                    <a:pt x="547215" y="1128024"/>
                  </a:lnTo>
                  <a:lnTo>
                    <a:pt x="547206" y="1128028"/>
                  </a:lnTo>
                  <a:lnTo>
                    <a:pt x="547192" y="1128030"/>
                  </a:lnTo>
                  <a:lnTo>
                    <a:pt x="547175" y="1128034"/>
                  </a:lnTo>
                  <a:lnTo>
                    <a:pt x="547161" y="1128047"/>
                  </a:lnTo>
                  <a:lnTo>
                    <a:pt x="547151" y="1128063"/>
                  </a:lnTo>
                  <a:lnTo>
                    <a:pt x="547143" y="1128067"/>
                  </a:lnTo>
                  <a:lnTo>
                    <a:pt x="547137" y="1128067"/>
                  </a:lnTo>
                  <a:lnTo>
                    <a:pt x="547125" y="1128065"/>
                  </a:lnTo>
                  <a:lnTo>
                    <a:pt x="547102" y="1128061"/>
                  </a:lnTo>
                  <a:lnTo>
                    <a:pt x="547092" y="1128061"/>
                  </a:lnTo>
                  <a:lnTo>
                    <a:pt x="547068" y="1128067"/>
                  </a:lnTo>
                  <a:lnTo>
                    <a:pt x="547052" y="1128071"/>
                  </a:lnTo>
                  <a:lnTo>
                    <a:pt x="547041" y="1128071"/>
                  </a:lnTo>
                  <a:lnTo>
                    <a:pt x="547033" y="1128069"/>
                  </a:lnTo>
                  <a:lnTo>
                    <a:pt x="547016" y="1128049"/>
                  </a:lnTo>
                  <a:lnTo>
                    <a:pt x="547002" y="1128041"/>
                  </a:lnTo>
                  <a:lnTo>
                    <a:pt x="546984" y="1128033"/>
                  </a:lnTo>
                  <a:lnTo>
                    <a:pt x="546974" y="1128031"/>
                  </a:lnTo>
                  <a:lnTo>
                    <a:pt x="546963" y="1128033"/>
                  </a:lnTo>
                  <a:lnTo>
                    <a:pt x="546951" y="1128038"/>
                  </a:lnTo>
                  <a:lnTo>
                    <a:pt x="546939" y="1128049"/>
                  </a:lnTo>
                  <a:lnTo>
                    <a:pt x="546929" y="1128064"/>
                  </a:lnTo>
                  <a:lnTo>
                    <a:pt x="546925" y="1128107"/>
                  </a:lnTo>
                  <a:lnTo>
                    <a:pt x="546923" y="1128113"/>
                  </a:lnTo>
                  <a:lnTo>
                    <a:pt x="546907" y="1128131"/>
                  </a:lnTo>
                  <a:lnTo>
                    <a:pt x="546885" y="1128148"/>
                  </a:lnTo>
                  <a:lnTo>
                    <a:pt x="546864" y="1128164"/>
                  </a:lnTo>
                  <a:lnTo>
                    <a:pt x="546843" y="1128173"/>
                  </a:lnTo>
                  <a:lnTo>
                    <a:pt x="546824" y="1128175"/>
                  </a:lnTo>
                  <a:lnTo>
                    <a:pt x="546804" y="1128175"/>
                  </a:lnTo>
                  <a:lnTo>
                    <a:pt x="546768" y="1128168"/>
                  </a:lnTo>
                  <a:lnTo>
                    <a:pt x="546726" y="1128161"/>
                  </a:lnTo>
                  <a:lnTo>
                    <a:pt x="546690" y="1128160"/>
                  </a:lnTo>
                  <a:lnTo>
                    <a:pt x="546660" y="1128163"/>
                  </a:lnTo>
                  <a:lnTo>
                    <a:pt x="546631" y="1128169"/>
                  </a:lnTo>
                  <a:lnTo>
                    <a:pt x="546609" y="1128177"/>
                  </a:lnTo>
                  <a:lnTo>
                    <a:pt x="546593" y="1128192"/>
                  </a:lnTo>
                  <a:lnTo>
                    <a:pt x="546581" y="1128207"/>
                  </a:lnTo>
                  <a:lnTo>
                    <a:pt x="546572" y="1128178"/>
                  </a:lnTo>
                  <a:lnTo>
                    <a:pt x="546562" y="1128158"/>
                  </a:lnTo>
                  <a:lnTo>
                    <a:pt x="546543" y="1128131"/>
                  </a:lnTo>
                  <a:lnTo>
                    <a:pt x="546532" y="1128114"/>
                  </a:lnTo>
                  <a:lnTo>
                    <a:pt x="546527" y="1128092"/>
                  </a:lnTo>
                  <a:lnTo>
                    <a:pt x="546528" y="1128077"/>
                  </a:lnTo>
                  <a:lnTo>
                    <a:pt x="546533" y="1128058"/>
                  </a:lnTo>
                  <a:lnTo>
                    <a:pt x="546552" y="1128024"/>
                  </a:lnTo>
                  <a:lnTo>
                    <a:pt x="546567" y="1127996"/>
                  </a:lnTo>
                  <a:lnTo>
                    <a:pt x="546575" y="1127971"/>
                  </a:lnTo>
                  <a:lnTo>
                    <a:pt x="546577" y="1127957"/>
                  </a:lnTo>
                  <a:lnTo>
                    <a:pt x="546574" y="1127940"/>
                  </a:lnTo>
                  <a:lnTo>
                    <a:pt x="546561" y="1127917"/>
                  </a:lnTo>
                  <a:lnTo>
                    <a:pt x="546546" y="1127903"/>
                  </a:lnTo>
                  <a:lnTo>
                    <a:pt x="546515" y="1127886"/>
                  </a:lnTo>
                  <a:lnTo>
                    <a:pt x="546504" y="1127875"/>
                  </a:lnTo>
                  <a:lnTo>
                    <a:pt x="546499" y="1127866"/>
                  </a:lnTo>
                  <a:lnTo>
                    <a:pt x="546497" y="1127858"/>
                  </a:lnTo>
                  <a:lnTo>
                    <a:pt x="546499" y="1127822"/>
                  </a:lnTo>
                  <a:lnTo>
                    <a:pt x="546490" y="1127779"/>
                  </a:lnTo>
                  <a:lnTo>
                    <a:pt x="546484" y="1127750"/>
                  </a:lnTo>
                  <a:lnTo>
                    <a:pt x="546484" y="1127733"/>
                  </a:lnTo>
                  <a:lnTo>
                    <a:pt x="546486" y="1127722"/>
                  </a:lnTo>
                  <a:lnTo>
                    <a:pt x="546492" y="1127708"/>
                  </a:lnTo>
                  <a:lnTo>
                    <a:pt x="546507" y="1127686"/>
                  </a:lnTo>
                  <a:lnTo>
                    <a:pt x="546524" y="1127663"/>
                  </a:lnTo>
                  <a:lnTo>
                    <a:pt x="546542" y="1127637"/>
                  </a:lnTo>
                  <a:lnTo>
                    <a:pt x="546553" y="1127623"/>
                  </a:lnTo>
                  <a:lnTo>
                    <a:pt x="546554" y="1127615"/>
                  </a:lnTo>
                  <a:lnTo>
                    <a:pt x="546554" y="1127608"/>
                  </a:lnTo>
                  <a:lnTo>
                    <a:pt x="546549" y="1127602"/>
                  </a:lnTo>
                  <a:lnTo>
                    <a:pt x="546531" y="1127590"/>
                  </a:lnTo>
                  <a:lnTo>
                    <a:pt x="546523" y="1127581"/>
                  </a:lnTo>
                  <a:lnTo>
                    <a:pt x="546505" y="1127556"/>
                  </a:lnTo>
                  <a:lnTo>
                    <a:pt x="546481" y="1127525"/>
                  </a:lnTo>
                  <a:lnTo>
                    <a:pt x="546474" y="1127511"/>
                  </a:lnTo>
                  <a:lnTo>
                    <a:pt x="546473" y="1127503"/>
                  </a:lnTo>
                  <a:lnTo>
                    <a:pt x="546475" y="1127492"/>
                  </a:lnTo>
                  <a:lnTo>
                    <a:pt x="546488" y="1127469"/>
                  </a:lnTo>
                  <a:lnTo>
                    <a:pt x="546503" y="1127449"/>
                  </a:lnTo>
                  <a:lnTo>
                    <a:pt x="546529" y="1127415"/>
                  </a:lnTo>
                  <a:lnTo>
                    <a:pt x="546549" y="1127393"/>
                  </a:lnTo>
                  <a:lnTo>
                    <a:pt x="546567" y="1127373"/>
                  </a:lnTo>
                  <a:lnTo>
                    <a:pt x="546583" y="1127348"/>
                  </a:lnTo>
                  <a:lnTo>
                    <a:pt x="546594" y="1127328"/>
                  </a:lnTo>
                  <a:lnTo>
                    <a:pt x="546603" y="1127309"/>
                  </a:lnTo>
                  <a:lnTo>
                    <a:pt x="546609" y="1127296"/>
                  </a:lnTo>
                  <a:lnTo>
                    <a:pt x="546621" y="1127277"/>
                  </a:lnTo>
                  <a:lnTo>
                    <a:pt x="546637" y="1127258"/>
                  </a:lnTo>
                  <a:lnTo>
                    <a:pt x="546651" y="1127244"/>
                  </a:lnTo>
                  <a:lnTo>
                    <a:pt x="546670" y="1127231"/>
                  </a:lnTo>
                  <a:lnTo>
                    <a:pt x="546705" y="1127202"/>
                  </a:lnTo>
                  <a:lnTo>
                    <a:pt x="546719" y="1127190"/>
                  </a:lnTo>
                  <a:lnTo>
                    <a:pt x="546730" y="1127176"/>
                  </a:lnTo>
                  <a:lnTo>
                    <a:pt x="546734" y="1127163"/>
                  </a:lnTo>
                  <a:lnTo>
                    <a:pt x="546733" y="1127145"/>
                  </a:lnTo>
                  <a:lnTo>
                    <a:pt x="546729" y="1127126"/>
                  </a:lnTo>
                  <a:lnTo>
                    <a:pt x="546722" y="1127103"/>
                  </a:lnTo>
                  <a:lnTo>
                    <a:pt x="546719" y="1127090"/>
                  </a:lnTo>
                  <a:lnTo>
                    <a:pt x="546719" y="1127078"/>
                  </a:lnTo>
                  <a:lnTo>
                    <a:pt x="546721" y="1127051"/>
                  </a:lnTo>
                  <a:lnTo>
                    <a:pt x="546721" y="1127028"/>
                  </a:lnTo>
                  <a:lnTo>
                    <a:pt x="546721" y="1127011"/>
                  </a:lnTo>
                  <a:lnTo>
                    <a:pt x="546722" y="1127001"/>
                  </a:lnTo>
                  <a:lnTo>
                    <a:pt x="546724" y="1126995"/>
                  </a:lnTo>
                  <a:lnTo>
                    <a:pt x="546731" y="1126975"/>
                  </a:lnTo>
                  <a:lnTo>
                    <a:pt x="546735" y="1126954"/>
                  </a:lnTo>
                  <a:lnTo>
                    <a:pt x="546735" y="1126944"/>
                  </a:lnTo>
                  <a:lnTo>
                    <a:pt x="546733" y="1126935"/>
                  </a:lnTo>
                  <a:lnTo>
                    <a:pt x="546724" y="1126929"/>
                  </a:lnTo>
                  <a:lnTo>
                    <a:pt x="546703" y="1126921"/>
                  </a:lnTo>
                  <a:lnTo>
                    <a:pt x="546655" y="1126917"/>
                  </a:lnTo>
                  <a:lnTo>
                    <a:pt x="546635" y="1126914"/>
                  </a:lnTo>
                  <a:lnTo>
                    <a:pt x="546619" y="1126909"/>
                  </a:lnTo>
                  <a:lnTo>
                    <a:pt x="546593" y="1126892"/>
                  </a:lnTo>
                  <a:lnTo>
                    <a:pt x="546569" y="1126879"/>
                  </a:lnTo>
                  <a:lnTo>
                    <a:pt x="546555" y="1126877"/>
                  </a:lnTo>
                  <a:lnTo>
                    <a:pt x="546546" y="1126877"/>
                  </a:lnTo>
                  <a:lnTo>
                    <a:pt x="546531" y="1126881"/>
                  </a:lnTo>
                  <a:lnTo>
                    <a:pt x="546510" y="1126897"/>
                  </a:lnTo>
                  <a:lnTo>
                    <a:pt x="546488" y="1126910"/>
                  </a:lnTo>
                  <a:lnTo>
                    <a:pt x="546470" y="1126916"/>
                  </a:lnTo>
                  <a:lnTo>
                    <a:pt x="546459" y="1126917"/>
                  </a:lnTo>
                  <a:lnTo>
                    <a:pt x="546445" y="1126915"/>
                  </a:lnTo>
                  <a:lnTo>
                    <a:pt x="546428" y="1126910"/>
                  </a:lnTo>
                  <a:lnTo>
                    <a:pt x="546377" y="1126889"/>
                  </a:lnTo>
                  <a:lnTo>
                    <a:pt x="546356" y="1126883"/>
                  </a:lnTo>
                  <a:lnTo>
                    <a:pt x="546334" y="1126881"/>
                  </a:lnTo>
                  <a:lnTo>
                    <a:pt x="546323" y="1126881"/>
                  </a:lnTo>
                  <a:lnTo>
                    <a:pt x="546300" y="1126888"/>
                  </a:lnTo>
                  <a:lnTo>
                    <a:pt x="546266" y="1126896"/>
                  </a:lnTo>
                  <a:lnTo>
                    <a:pt x="546221" y="1126905"/>
                  </a:lnTo>
                  <a:lnTo>
                    <a:pt x="546201" y="1126908"/>
                  </a:lnTo>
                  <a:lnTo>
                    <a:pt x="546144" y="1126909"/>
                  </a:lnTo>
                  <a:lnTo>
                    <a:pt x="546122" y="1126913"/>
                  </a:lnTo>
                  <a:lnTo>
                    <a:pt x="546079" y="1126923"/>
                  </a:lnTo>
                  <a:lnTo>
                    <a:pt x="546032" y="1126929"/>
                  </a:lnTo>
                  <a:lnTo>
                    <a:pt x="546019" y="1126931"/>
                  </a:lnTo>
                  <a:lnTo>
                    <a:pt x="545993" y="1126944"/>
                  </a:lnTo>
                  <a:lnTo>
                    <a:pt x="545918" y="1126982"/>
                  </a:lnTo>
                  <a:lnTo>
                    <a:pt x="545874" y="1127002"/>
                  </a:lnTo>
                  <a:lnTo>
                    <a:pt x="545862" y="1127004"/>
                  </a:lnTo>
                  <a:lnTo>
                    <a:pt x="545850" y="1127003"/>
                  </a:lnTo>
                  <a:lnTo>
                    <a:pt x="545844" y="1127001"/>
                  </a:lnTo>
                  <a:lnTo>
                    <a:pt x="545822" y="1126994"/>
                  </a:lnTo>
                  <a:lnTo>
                    <a:pt x="545779" y="1126973"/>
                  </a:lnTo>
                  <a:lnTo>
                    <a:pt x="545748" y="1126961"/>
                  </a:lnTo>
                  <a:lnTo>
                    <a:pt x="545723" y="1126955"/>
                  </a:lnTo>
                  <a:lnTo>
                    <a:pt x="545693" y="1126951"/>
                  </a:lnTo>
                  <a:lnTo>
                    <a:pt x="545601" y="1126954"/>
                  </a:lnTo>
                  <a:lnTo>
                    <a:pt x="545541" y="1126958"/>
                  </a:lnTo>
                  <a:lnTo>
                    <a:pt x="545515" y="1126960"/>
                  </a:lnTo>
                  <a:lnTo>
                    <a:pt x="545459" y="1126973"/>
                  </a:lnTo>
                  <a:lnTo>
                    <a:pt x="545437" y="1126979"/>
                  </a:lnTo>
                  <a:lnTo>
                    <a:pt x="545422" y="1126986"/>
                  </a:lnTo>
                  <a:lnTo>
                    <a:pt x="545416" y="1126991"/>
                  </a:lnTo>
                  <a:lnTo>
                    <a:pt x="545403" y="1127001"/>
                  </a:lnTo>
                  <a:lnTo>
                    <a:pt x="545393" y="1127009"/>
                  </a:lnTo>
                  <a:lnTo>
                    <a:pt x="545388" y="1127013"/>
                  </a:lnTo>
                  <a:lnTo>
                    <a:pt x="545380" y="1127018"/>
                  </a:lnTo>
                  <a:lnTo>
                    <a:pt x="545367" y="1127027"/>
                  </a:lnTo>
                  <a:lnTo>
                    <a:pt x="545340" y="1127040"/>
                  </a:lnTo>
                  <a:lnTo>
                    <a:pt x="545313" y="1127052"/>
                  </a:lnTo>
                  <a:lnTo>
                    <a:pt x="545308" y="1127056"/>
                  </a:lnTo>
                  <a:lnTo>
                    <a:pt x="545302" y="1127067"/>
                  </a:lnTo>
                  <a:lnTo>
                    <a:pt x="545298" y="1127099"/>
                  </a:lnTo>
                  <a:lnTo>
                    <a:pt x="545296" y="1127141"/>
                  </a:lnTo>
                  <a:lnTo>
                    <a:pt x="545296" y="1127183"/>
                  </a:lnTo>
                  <a:lnTo>
                    <a:pt x="545295" y="1127230"/>
                  </a:lnTo>
                  <a:lnTo>
                    <a:pt x="545298" y="1127278"/>
                  </a:lnTo>
                  <a:lnTo>
                    <a:pt x="545300" y="1127337"/>
                  </a:lnTo>
                  <a:lnTo>
                    <a:pt x="545299" y="1127355"/>
                  </a:lnTo>
                  <a:lnTo>
                    <a:pt x="545295" y="1127360"/>
                  </a:lnTo>
                  <a:lnTo>
                    <a:pt x="545279" y="1127376"/>
                  </a:lnTo>
                  <a:lnTo>
                    <a:pt x="545274" y="1127384"/>
                  </a:lnTo>
                  <a:lnTo>
                    <a:pt x="545267" y="1127407"/>
                  </a:lnTo>
                  <a:lnTo>
                    <a:pt x="545258" y="1127436"/>
                  </a:lnTo>
                  <a:lnTo>
                    <a:pt x="545254" y="1127441"/>
                  </a:lnTo>
                  <a:lnTo>
                    <a:pt x="545234" y="1127443"/>
                  </a:lnTo>
                  <a:lnTo>
                    <a:pt x="545202" y="1127444"/>
                  </a:lnTo>
                  <a:lnTo>
                    <a:pt x="545190" y="1127446"/>
                  </a:lnTo>
                  <a:lnTo>
                    <a:pt x="545180" y="1127455"/>
                  </a:lnTo>
                  <a:lnTo>
                    <a:pt x="545158" y="1127475"/>
                  </a:lnTo>
                  <a:lnTo>
                    <a:pt x="545137" y="1127503"/>
                  </a:lnTo>
                  <a:lnTo>
                    <a:pt x="545110" y="1127543"/>
                  </a:lnTo>
                  <a:lnTo>
                    <a:pt x="545104" y="1127547"/>
                  </a:lnTo>
                  <a:lnTo>
                    <a:pt x="545084" y="1127548"/>
                  </a:lnTo>
                  <a:lnTo>
                    <a:pt x="545055" y="1127544"/>
                  </a:lnTo>
                  <a:lnTo>
                    <a:pt x="544983" y="1127533"/>
                  </a:lnTo>
                  <a:lnTo>
                    <a:pt x="544944" y="1127526"/>
                  </a:lnTo>
                  <a:lnTo>
                    <a:pt x="544926" y="1127527"/>
                  </a:lnTo>
                  <a:lnTo>
                    <a:pt x="544908" y="1127537"/>
                  </a:lnTo>
                  <a:lnTo>
                    <a:pt x="544886" y="1127557"/>
                  </a:lnTo>
                  <a:lnTo>
                    <a:pt x="544865" y="1127571"/>
                  </a:lnTo>
                  <a:lnTo>
                    <a:pt x="544842" y="1127581"/>
                  </a:lnTo>
                  <a:lnTo>
                    <a:pt x="544797" y="1127592"/>
                  </a:lnTo>
                  <a:lnTo>
                    <a:pt x="544783" y="1127597"/>
                  </a:lnTo>
                  <a:lnTo>
                    <a:pt x="544761" y="1127617"/>
                  </a:lnTo>
                  <a:lnTo>
                    <a:pt x="544742" y="1127632"/>
                  </a:lnTo>
                  <a:lnTo>
                    <a:pt x="544727" y="1127639"/>
                  </a:lnTo>
                  <a:lnTo>
                    <a:pt x="544705" y="1127649"/>
                  </a:lnTo>
                  <a:lnTo>
                    <a:pt x="544684" y="1127664"/>
                  </a:lnTo>
                  <a:lnTo>
                    <a:pt x="544674" y="1127674"/>
                  </a:lnTo>
                  <a:lnTo>
                    <a:pt x="544658" y="1127703"/>
                  </a:lnTo>
                  <a:lnTo>
                    <a:pt x="544637" y="1127741"/>
                  </a:lnTo>
                  <a:lnTo>
                    <a:pt x="544624" y="1127763"/>
                  </a:lnTo>
                  <a:lnTo>
                    <a:pt x="544608" y="1127801"/>
                  </a:lnTo>
                  <a:lnTo>
                    <a:pt x="544594" y="1127836"/>
                  </a:lnTo>
                  <a:lnTo>
                    <a:pt x="544586" y="1127855"/>
                  </a:lnTo>
                  <a:lnTo>
                    <a:pt x="544584" y="1127878"/>
                  </a:lnTo>
                  <a:lnTo>
                    <a:pt x="544575" y="1127937"/>
                  </a:lnTo>
                  <a:lnTo>
                    <a:pt x="544569" y="1127968"/>
                  </a:lnTo>
                  <a:lnTo>
                    <a:pt x="544559" y="1127985"/>
                  </a:lnTo>
                  <a:lnTo>
                    <a:pt x="544537" y="1128005"/>
                  </a:lnTo>
                  <a:lnTo>
                    <a:pt x="544508" y="1128030"/>
                  </a:lnTo>
                  <a:lnTo>
                    <a:pt x="544502" y="1128033"/>
                  </a:lnTo>
                  <a:lnTo>
                    <a:pt x="544493" y="1128034"/>
                  </a:lnTo>
                  <a:lnTo>
                    <a:pt x="544481" y="1128031"/>
                  </a:lnTo>
                  <a:lnTo>
                    <a:pt x="544463" y="1128015"/>
                  </a:lnTo>
                  <a:lnTo>
                    <a:pt x="544445" y="1127986"/>
                  </a:lnTo>
                  <a:lnTo>
                    <a:pt x="544432" y="1127967"/>
                  </a:lnTo>
                  <a:lnTo>
                    <a:pt x="544423" y="1127947"/>
                  </a:lnTo>
                  <a:lnTo>
                    <a:pt x="544414" y="1127924"/>
                  </a:lnTo>
                  <a:lnTo>
                    <a:pt x="544408" y="1127898"/>
                  </a:lnTo>
                  <a:lnTo>
                    <a:pt x="544405" y="1127871"/>
                  </a:lnTo>
                  <a:lnTo>
                    <a:pt x="544398" y="1127848"/>
                  </a:lnTo>
                  <a:lnTo>
                    <a:pt x="544383" y="1127814"/>
                  </a:lnTo>
                  <a:lnTo>
                    <a:pt x="544373" y="1127799"/>
                  </a:lnTo>
                  <a:lnTo>
                    <a:pt x="544362" y="1127789"/>
                  </a:lnTo>
                  <a:lnTo>
                    <a:pt x="544344" y="1127780"/>
                  </a:lnTo>
                  <a:lnTo>
                    <a:pt x="544333" y="1127774"/>
                  </a:lnTo>
                  <a:lnTo>
                    <a:pt x="544325" y="1127764"/>
                  </a:lnTo>
                  <a:lnTo>
                    <a:pt x="544313" y="1127746"/>
                  </a:lnTo>
                  <a:lnTo>
                    <a:pt x="544298" y="1127720"/>
                  </a:lnTo>
                  <a:lnTo>
                    <a:pt x="544282" y="1127703"/>
                  </a:lnTo>
                  <a:lnTo>
                    <a:pt x="544261" y="1127688"/>
                  </a:lnTo>
                  <a:lnTo>
                    <a:pt x="544238" y="1127676"/>
                  </a:lnTo>
                  <a:lnTo>
                    <a:pt x="544215" y="1127661"/>
                  </a:lnTo>
                  <a:lnTo>
                    <a:pt x="544187" y="1127645"/>
                  </a:lnTo>
                  <a:lnTo>
                    <a:pt x="544162" y="1127633"/>
                  </a:lnTo>
                  <a:lnTo>
                    <a:pt x="544153" y="1127626"/>
                  </a:lnTo>
                  <a:lnTo>
                    <a:pt x="544147" y="1127602"/>
                  </a:lnTo>
                  <a:lnTo>
                    <a:pt x="544142" y="1127589"/>
                  </a:lnTo>
                  <a:lnTo>
                    <a:pt x="544132" y="1127579"/>
                  </a:lnTo>
                  <a:lnTo>
                    <a:pt x="544112" y="1127568"/>
                  </a:lnTo>
                  <a:lnTo>
                    <a:pt x="544057" y="1127554"/>
                  </a:lnTo>
                  <a:lnTo>
                    <a:pt x="543997" y="1127544"/>
                  </a:lnTo>
                  <a:lnTo>
                    <a:pt x="543970" y="1127540"/>
                  </a:lnTo>
                  <a:lnTo>
                    <a:pt x="543916" y="1127540"/>
                  </a:lnTo>
                  <a:lnTo>
                    <a:pt x="543864" y="1127544"/>
                  </a:lnTo>
                  <a:lnTo>
                    <a:pt x="543851" y="1127547"/>
                  </a:lnTo>
                  <a:lnTo>
                    <a:pt x="543832" y="1127559"/>
                  </a:lnTo>
                  <a:lnTo>
                    <a:pt x="543809" y="1127581"/>
                  </a:lnTo>
                  <a:lnTo>
                    <a:pt x="543800" y="1127588"/>
                  </a:lnTo>
                  <a:lnTo>
                    <a:pt x="543775" y="1127602"/>
                  </a:lnTo>
                  <a:lnTo>
                    <a:pt x="543735" y="1127619"/>
                  </a:lnTo>
                  <a:lnTo>
                    <a:pt x="543709" y="1127626"/>
                  </a:lnTo>
                  <a:lnTo>
                    <a:pt x="543696" y="1127628"/>
                  </a:lnTo>
                  <a:lnTo>
                    <a:pt x="543681" y="1127625"/>
                  </a:lnTo>
                  <a:lnTo>
                    <a:pt x="543651" y="1127605"/>
                  </a:lnTo>
                  <a:lnTo>
                    <a:pt x="543633" y="1127594"/>
                  </a:lnTo>
                  <a:lnTo>
                    <a:pt x="543625" y="1127589"/>
                  </a:lnTo>
                  <a:lnTo>
                    <a:pt x="543623" y="1127585"/>
                  </a:lnTo>
                  <a:lnTo>
                    <a:pt x="543623" y="1127580"/>
                  </a:lnTo>
                  <a:lnTo>
                    <a:pt x="543629" y="1127564"/>
                  </a:lnTo>
                  <a:lnTo>
                    <a:pt x="543635" y="1127542"/>
                  </a:lnTo>
                  <a:lnTo>
                    <a:pt x="543638" y="1127523"/>
                  </a:lnTo>
                  <a:lnTo>
                    <a:pt x="543640" y="1127485"/>
                  </a:lnTo>
                  <a:lnTo>
                    <a:pt x="543637" y="1127441"/>
                  </a:lnTo>
                  <a:lnTo>
                    <a:pt x="543632" y="1127407"/>
                  </a:lnTo>
                  <a:lnTo>
                    <a:pt x="543625" y="1127378"/>
                  </a:lnTo>
                  <a:lnTo>
                    <a:pt x="543619" y="1127358"/>
                  </a:lnTo>
                  <a:lnTo>
                    <a:pt x="543615" y="1127340"/>
                  </a:lnTo>
                  <a:lnTo>
                    <a:pt x="543613" y="1127323"/>
                  </a:lnTo>
                  <a:lnTo>
                    <a:pt x="543615" y="1127301"/>
                  </a:lnTo>
                  <a:lnTo>
                    <a:pt x="543619" y="1127279"/>
                  </a:lnTo>
                  <a:lnTo>
                    <a:pt x="543627" y="1127260"/>
                  </a:lnTo>
                  <a:lnTo>
                    <a:pt x="543640" y="1127234"/>
                  </a:lnTo>
                  <a:lnTo>
                    <a:pt x="543656" y="1127207"/>
                  </a:lnTo>
                  <a:lnTo>
                    <a:pt x="543674" y="1127178"/>
                  </a:lnTo>
                  <a:lnTo>
                    <a:pt x="543680" y="1127158"/>
                  </a:lnTo>
                  <a:lnTo>
                    <a:pt x="543687" y="1127123"/>
                  </a:lnTo>
                  <a:lnTo>
                    <a:pt x="543689" y="1127088"/>
                  </a:lnTo>
                  <a:lnTo>
                    <a:pt x="543691" y="1127053"/>
                  </a:lnTo>
                  <a:lnTo>
                    <a:pt x="543691" y="1127046"/>
                  </a:lnTo>
                  <a:lnTo>
                    <a:pt x="543693" y="1127027"/>
                  </a:lnTo>
                  <a:lnTo>
                    <a:pt x="543692" y="1127022"/>
                  </a:lnTo>
                  <a:lnTo>
                    <a:pt x="543693" y="1127011"/>
                  </a:lnTo>
                  <a:lnTo>
                    <a:pt x="543694" y="1127001"/>
                  </a:lnTo>
                  <a:lnTo>
                    <a:pt x="543695" y="1126992"/>
                  </a:lnTo>
                  <a:lnTo>
                    <a:pt x="543695" y="1126977"/>
                  </a:lnTo>
                  <a:lnTo>
                    <a:pt x="543700" y="1126910"/>
                  </a:lnTo>
                  <a:lnTo>
                    <a:pt x="543700" y="1126869"/>
                  </a:lnTo>
                  <a:lnTo>
                    <a:pt x="543696" y="1126821"/>
                  </a:lnTo>
                  <a:lnTo>
                    <a:pt x="543692" y="1126804"/>
                  </a:lnTo>
                  <a:lnTo>
                    <a:pt x="543687" y="1126790"/>
                  </a:lnTo>
                  <a:lnTo>
                    <a:pt x="543658" y="1126776"/>
                  </a:lnTo>
                  <a:lnTo>
                    <a:pt x="543630" y="1126750"/>
                  </a:lnTo>
                  <a:lnTo>
                    <a:pt x="543613" y="1126728"/>
                  </a:lnTo>
                  <a:lnTo>
                    <a:pt x="543597" y="1126701"/>
                  </a:lnTo>
                  <a:lnTo>
                    <a:pt x="543586" y="1126679"/>
                  </a:lnTo>
                  <a:lnTo>
                    <a:pt x="543581" y="1126655"/>
                  </a:lnTo>
                  <a:lnTo>
                    <a:pt x="543575" y="1126623"/>
                  </a:lnTo>
                  <a:lnTo>
                    <a:pt x="543564" y="1126556"/>
                  </a:lnTo>
                  <a:lnTo>
                    <a:pt x="543546" y="1126465"/>
                  </a:lnTo>
                  <a:lnTo>
                    <a:pt x="543541" y="1126419"/>
                  </a:lnTo>
                  <a:lnTo>
                    <a:pt x="543539" y="1126411"/>
                  </a:lnTo>
                  <a:lnTo>
                    <a:pt x="543542" y="1126373"/>
                  </a:lnTo>
                  <a:lnTo>
                    <a:pt x="543545" y="1126341"/>
                  </a:lnTo>
                  <a:lnTo>
                    <a:pt x="543541" y="1126327"/>
                  </a:lnTo>
                  <a:lnTo>
                    <a:pt x="543522" y="1126299"/>
                  </a:lnTo>
                  <a:lnTo>
                    <a:pt x="543505" y="1126269"/>
                  </a:lnTo>
                  <a:lnTo>
                    <a:pt x="543501" y="1126253"/>
                  </a:lnTo>
                  <a:lnTo>
                    <a:pt x="543501" y="1126233"/>
                  </a:lnTo>
                  <a:lnTo>
                    <a:pt x="543503" y="1126203"/>
                  </a:lnTo>
                  <a:lnTo>
                    <a:pt x="543510" y="1126163"/>
                  </a:lnTo>
                  <a:lnTo>
                    <a:pt x="543516" y="1126131"/>
                  </a:lnTo>
                  <a:lnTo>
                    <a:pt x="543514" y="1126123"/>
                  </a:lnTo>
                  <a:lnTo>
                    <a:pt x="543504" y="1126114"/>
                  </a:lnTo>
                  <a:lnTo>
                    <a:pt x="543473" y="1126101"/>
                  </a:lnTo>
                  <a:lnTo>
                    <a:pt x="543452" y="1126089"/>
                  </a:lnTo>
                  <a:lnTo>
                    <a:pt x="543418" y="1126068"/>
                  </a:lnTo>
                  <a:lnTo>
                    <a:pt x="543399" y="1126055"/>
                  </a:lnTo>
                  <a:lnTo>
                    <a:pt x="543388" y="1126036"/>
                  </a:lnTo>
                  <a:lnTo>
                    <a:pt x="543373" y="1126006"/>
                  </a:lnTo>
                  <a:lnTo>
                    <a:pt x="543359" y="1125983"/>
                  </a:lnTo>
                  <a:lnTo>
                    <a:pt x="543346" y="1125966"/>
                  </a:lnTo>
                  <a:lnTo>
                    <a:pt x="543329" y="1125951"/>
                  </a:lnTo>
                  <a:lnTo>
                    <a:pt x="543321" y="1125943"/>
                  </a:lnTo>
                  <a:lnTo>
                    <a:pt x="543316" y="1125929"/>
                  </a:lnTo>
                  <a:lnTo>
                    <a:pt x="543311" y="1125894"/>
                  </a:lnTo>
                  <a:lnTo>
                    <a:pt x="543292" y="1125849"/>
                  </a:lnTo>
                  <a:lnTo>
                    <a:pt x="543275" y="1125816"/>
                  </a:lnTo>
                  <a:lnTo>
                    <a:pt x="543261" y="1125789"/>
                  </a:lnTo>
                  <a:lnTo>
                    <a:pt x="543245" y="1125767"/>
                  </a:lnTo>
                  <a:lnTo>
                    <a:pt x="543223" y="1125750"/>
                  </a:lnTo>
                  <a:lnTo>
                    <a:pt x="543208" y="1125744"/>
                  </a:lnTo>
                  <a:lnTo>
                    <a:pt x="543172" y="1125742"/>
                  </a:lnTo>
                  <a:lnTo>
                    <a:pt x="543131" y="1125744"/>
                  </a:lnTo>
                  <a:lnTo>
                    <a:pt x="543112" y="1125749"/>
                  </a:lnTo>
                  <a:lnTo>
                    <a:pt x="543078" y="1125761"/>
                  </a:lnTo>
                  <a:lnTo>
                    <a:pt x="543028" y="1125773"/>
                  </a:lnTo>
                  <a:lnTo>
                    <a:pt x="542979" y="1125784"/>
                  </a:lnTo>
                  <a:lnTo>
                    <a:pt x="542955" y="1125786"/>
                  </a:lnTo>
                  <a:lnTo>
                    <a:pt x="542938" y="1125785"/>
                  </a:lnTo>
                  <a:lnTo>
                    <a:pt x="542923" y="1125778"/>
                  </a:lnTo>
                  <a:lnTo>
                    <a:pt x="542911" y="1125765"/>
                  </a:lnTo>
                  <a:lnTo>
                    <a:pt x="542904" y="1125755"/>
                  </a:lnTo>
                  <a:lnTo>
                    <a:pt x="542893" y="1125728"/>
                  </a:lnTo>
                  <a:lnTo>
                    <a:pt x="542879" y="1125697"/>
                  </a:lnTo>
                  <a:lnTo>
                    <a:pt x="542866" y="1125680"/>
                  </a:lnTo>
                  <a:lnTo>
                    <a:pt x="542828" y="1125658"/>
                  </a:lnTo>
                  <a:lnTo>
                    <a:pt x="542787" y="1125636"/>
                  </a:lnTo>
                  <a:lnTo>
                    <a:pt x="542743" y="1125616"/>
                  </a:lnTo>
                  <a:lnTo>
                    <a:pt x="542675" y="1125592"/>
                  </a:lnTo>
                  <a:lnTo>
                    <a:pt x="542657" y="1125583"/>
                  </a:lnTo>
                  <a:lnTo>
                    <a:pt x="542645" y="1125575"/>
                  </a:lnTo>
                  <a:lnTo>
                    <a:pt x="542630" y="1125557"/>
                  </a:lnTo>
                  <a:lnTo>
                    <a:pt x="542615" y="1125544"/>
                  </a:lnTo>
                  <a:lnTo>
                    <a:pt x="542594" y="1125539"/>
                  </a:lnTo>
                  <a:lnTo>
                    <a:pt x="542502" y="1125542"/>
                  </a:lnTo>
                  <a:lnTo>
                    <a:pt x="542493" y="1125546"/>
                  </a:lnTo>
                  <a:lnTo>
                    <a:pt x="542481" y="1125567"/>
                  </a:lnTo>
                  <a:lnTo>
                    <a:pt x="542475" y="1125570"/>
                  </a:lnTo>
                  <a:lnTo>
                    <a:pt x="542459" y="1125569"/>
                  </a:lnTo>
                  <a:lnTo>
                    <a:pt x="542435" y="1125556"/>
                  </a:lnTo>
                  <a:lnTo>
                    <a:pt x="542422" y="1125553"/>
                  </a:lnTo>
                  <a:lnTo>
                    <a:pt x="542407" y="1125554"/>
                  </a:lnTo>
                  <a:lnTo>
                    <a:pt x="542369" y="1125571"/>
                  </a:lnTo>
                  <a:lnTo>
                    <a:pt x="542342" y="1125581"/>
                  </a:lnTo>
                  <a:lnTo>
                    <a:pt x="542315" y="1125584"/>
                  </a:lnTo>
                  <a:lnTo>
                    <a:pt x="542294" y="1125588"/>
                  </a:lnTo>
                  <a:lnTo>
                    <a:pt x="542261" y="1125605"/>
                  </a:lnTo>
                  <a:lnTo>
                    <a:pt x="542220" y="1125614"/>
                  </a:lnTo>
                  <a:lnTo>
                    <a:pt x="542203" y="1125620"/>
                  </a:lnTo>
                  <a:lnTo>
                    <a:pt x="542197" y="1125626"/>
                  </a:lnTo>
                  <a:lnTo>
                    <a:pt x="542188" y="1125663"/>
                  </a:lnTo>
                  <a:lnTo>
                    <a:pt x="542182" y="1125712"/>
                  </a:lnTo>
                  <a:lnTo>
                    <a:pt x="542173" y="1125746"/>
                  </a:lnTo>
                  <a:lnTo>
                    <a:pt x="542167" y="1125771"/>
                  </a:lnTo>
                  <a:lnTo>
                    <a:pt x="542160" y="1125798"/>
                  </a:lnTo>
                  <a:lnTo>
                    <a:pt x="542154" y="1125838"/>
                  </a:lnTo>
                  <a:lnTo>
                    <a:pt x="542152" y="1125890"/>
                  </a:lnTo>
                  <a:lnTo>
                    <a:pt x="542149" y="1125910"/>
                  </a:lnTo>
                  <a:lnTo>
                    <a:pt x="542139" y="1125932"/>
                  </a:lnTo>
                  <a:lnTo>
                    <a:pt x="542125" y="1125962"/>
                  </a:lnTo>
                  <a:lnTo>
                    <a:pt x="542115" y="1125979"/>
                  </a:lnTo>
                  <a:lnTo>
                    <a:pt x="542091" y="1126024"/>
                  </a:lnTo>
                  <a:lnTo>
                    <a:pt x="542071" y="1126067"/>
                  </a:lnTo>
                  <a:lnTo>
                    <a:pt x="542052" y="1126106"/>
                  </a:lnTo>
                  <a:lnTo>
                    <a:pt x="542038" y="1126141"/>
                  </a:lnTo>
                  <a:lnTo>
                    <a:pt x="542028" y="1126155"/>
                  </a:lnTo>
                  <a:lnTo>
                    <a:pt x="541995" y="1126185"/>
                  </a:lnTo>
                  <a:lnTo>
                    <a:pt x="541968" y="1126211"/>
                  </a:lnTo>
                  <a:lnTo>
                    <a:pt x="541935" y="1126242"/>
                  </a:lnTo>
                  <a:lnTo>
                    <a:pt x="541917" y="1126268"/>
                  </a:lnTo>
                  <a:lnTo>
                    <a:pt x="541904" y="1126286"/>
                  </a:lnTo>
                  <a:lnTo>
                    <a:pt x="541887" y="1126314"/>
                  </a:lnTo>
                  <a:lnTo>
                    <a:pt x="541874" y="1126343"/>
                  </a:lnTo>
                  <a:lnTo>
                    <a:pt x="541861" y="1126367"/>
                  </a:lnTo>
                  <a:lnTo>
                    <a:pt x="541847" y="1126380"/>
                  </a:lnTo>
                  <a:lnTo>
                    <a:pt x="541832" y="1126392"/>
                  </a:lnTo>
                  <a:lnTo>
                    <a:pt x="541808" y="1126408"/>
                  </a:lnTo>
                  <a:lnTo>
                    <a:pt x="541785" y="1126418"/>
                  </a:lnTo>
                  <a:lnTo>
                    <a:pt x="541767" y="1126425"/>
                  </a:lnTo>
                  <a:lnTo>
                    <a:pt x="541752" y="1126442"/>
                  </a:lnTo>
                  <a:lnTo>
                    <a:pt x="541738" y="1126456"/>
                  </a:lnTo>
                  <a:lnTo>
                    <a:pt x="541721" y="1126465"/>
                  </a:lnTo>
                  <a:lnTo>
                    <a:pt x="541706" y="1126472"/>
                  </a:lnTo>
                  <a:lnTo>
                    <a:pt x="541687" y="1126488"/>
                  </a:lnTo>
                  <a:lnTo>
                    <a:pt x="541671" y="1126511"/>
                  </a:lnTo>
                  <a:lnTo>
                    <a:pt x="541658" y="1126537"/>
                  </a:lnTo>
                  <a:lnTo>
                    <a:pt x="541655" y="1126555"/>
                  </a:lnTo>
                  <a:lnTo>
                    <a:pt x="541650" y="1126560"/>
                  </a:lnTo>
                  <a:lnTo>
                    <a:pt x="541645" y="1126563"/>
                  </a:lnTo>
                  <a:lnTo>
                    <a:pt x="541635" y="1126565"/>
                  </a:lnTo>
                  <a:lnTo>
                    <a:pt x="541622" y="1126570"/>
                  </a:lnTo>
                  <a:lnTo>
                    <a:pt x="541581" y="1126592"/>
                  </a:lnTo>
                  <a:lnTo>
                    <a:pt x="541567" y="1126597"/>
                  </a:lnTo>
                  <a:lnTo>
                    <a:pt x="541555" y="1126598"/>
                  </a:lnTo>
                  <a:lnTo>
                    <a:pt x="541538" y="1126595"/>
                  </a:lnTo>
                  <a:lnTo>
                    <a:pt x="541523" y="1126585"/>
                  </a:lnTo>
                  <a:lnTo>
                    <a:pt x="541509" y="1126574"/>
                  </a:lnTo>
                  <a:lnTo>
                    <a:pt x="541500" y="1126561"/>
                  </a:lnTo>
                  <a:lnTo>
                    <a:pt x="541489" y="1126539"/>
                  </a:lnTo>
                  <a:lnTo>
                    <a:pt x="541477" y="1126522"/>
                  </a:lnTo>
                  <a:lnTo>
                    <a:pt x="541447" y="1126497"/>
                  </a:lnTo>
                  <a:lnTo>
                    <a:pt x="541423" y="1126483"/>
                  </a:lnTo>
                  <a:lnTo>
                    <a:pt x="541403" y="1126474"/>
                  </a:lnTo>
                  <a:lnTo>
                    <a:pt x="541388" y="1126470"/>
                  </a:lnTo>
                  <a:lnTo>
                    <a:pt x="541368" y="1126474"/>
                  </a:lnTo>
                  <a:lnTo>
                    <a:pt x="541335" y="1126493"/>
                  </a:lnTo>
                  <a:lnTo>
                    <a:pt x="541314" y="1126500"/>
                  </a:lnTo>
                  <a:lnTo>
                    <a:pt x="541274" y="1126502"/>
                  </a:lnTo>
                  <a:lnTo>
                    <a:pt x="541245" y="1126500"/>
                  </a:lnTo>
                  <a:lnTo>
                    <a:pt x="541231" y="1126503"/>
                  </a:lnTo>
                  <a:lnTo>
                    <a:pt x="541202" y="1126523"/>
                  </a:lnTo>
                  <a:lnTo>
                    <a:pt x="541171" y="1126540"/>
                  </a:lnTo>
                  <a:lnTo>
                    <a:pt x="541130" y="1126560"/>
                  </a:lnTo>
                  <a:lnTo>
                    <a:pt x="541112" y="1126566"/>
                  </a:lnTo>
                  <a:lnTo>
                    <a:pt x="540991" y="1126570"/>
                  </a:lnTo>
                  <a:lnTo>
                    <a:pt x="540975" y="1126568"/>
                  </a:lnTo>
                  <a:lnTo>
                    <a:pt x="540938" y="1126549"/>
                  </a:lnTo>
                  <a:lnTo>
                    <a:pt x="540881" y="1126522"/>
                  </a:lnTo>
                  <a:lnTo>
                    <a:pt x="540846" y="1126510"/>
                  </a:lnTo>
                  <a:lnTo>
                    <a:pt x="540838" y="1126506"/>
                  </a:lnTo>
                  <a:lnTo>
                    <a:pt x="540811" y="1126486"/>
                  </a:lnTo>
                  <a:lnTo>
                    <a:pt x="540788" y="1126467"/>
                  </a:lnTo>
                  <a:lnTo>
                    <a:pt x="540768" y="1126456"/>
                  </a:lnTo>
                  <a:lnTo>
                    <a:pt x="540735" y="1126449"/>
                  </a:lnTo>
                  <a:lnTo>
                    <a:pt x="540721" y="1126450"/>
                  </a:lnTo>
                  <a:lnTo>
                    <a:pt x="540696" y="1126459"/>
                  </a:lnTo>
                  <a:lnTo>
                    <a:pt x="540663" y="1126459"/>
                  </a:lnTo>
                  <a:lnTo>
                    <a:pt x="540612" y="1126452"/>
                  </a:lnTo>
                  <a:lnTo>
                    <a:pt x="540587" y="1126446"/>
                  </a:lnTo>
                  <a:lnTo>
                    <a:pt x="540558" y="1126434"/>
                  </a:lnTo>
                  <a:lnTo>
                    <a:pt x="540527" y="1126419"/>
                  </a:lnTo>
                  <a:lnTo>
                    <a:pt x="540514" y="1126415"/>
                  </a:lnTo>
                  <a:lnTo>
                    <a:pt x="540504" y="1126416"/>
                  </a:lnTo>
                  <a:lnTo>
                    <a:pt x="540481" y="1126434"/>
                  </a:lnTo>
                  <a:lnTo>
                    <a:pt x="540458" y="1126457"/>
                  </a:lnTo>
                  <a:lnTo>
                    <a:pt x="540437" y="1126468"/>
                  </a:lnTo>
                  <a:lnTo>
                    <a:pt x="540406" y="1126484"/>
                  </a:lnTo>
                  <a:lnTo>
                    <a:pt x="540381" y="1126494"/>
                  </a:lnTo>
                  <a:lnTo>
                    <a:pt x="540367" y="1126494"/>
                  </a:lnTo>
                  <a:lnTo>
                    <a:pt x="540346" y="1126488"/>
                  </a:lnTo>
                  <a:lnTo>
                    <a:pt x="540336" y="1126484"/>
                  </a:lnTo>
                  <a:lnTo>
                    <a:pt x="540307" y="1126470"/>
                  </a:lnTo>
                  <a:lnTo>
                    <a:pt x="540276" y="1126461"/>
                  </a:lnTo>
                  <a:lnTo>
                    <a:pt x="540251" y="1126458"/>
                  </a:lnTo>
                  <a:lnTo>
                    <a:pt x="540226" y="1126461"/>
                  </a:lnTo>
                  <a:lnTo>
                    <a:pt x="540207" y="1126469"/>
                  </a:lnTo>
                  <a:lnTo>
                    <a:pt x="540186" y="1126445"/>
                  </a:lnTo>
                  <a:lnTo>
                    <a:pt x="540178" y="1126445"/>
                  </a:lnTo>
                  <a:lnTo>
                    <a:pt x="540171" y="1126446"/>
                  </a:lnTo>
                  <a:lnTo>
                    <a:pt x="540167" y="1126448"/>
                  </a:lnTo>
                  <a:lnTo>
                    <a:pt x="540163" y="1126451"/>
                  </a:lnTo>
                  <a:lnTo>
                    <a:pt x="540159" y="1126456"/>
                  </a:lnTo>
                  <a:lnTo>
                    <a:pt x="540156" y="1126461"/>
                  </a:lnTo>
                  <a:lnTo>
                    <a:pt x="540153" y="1126467"/>
                  </a:lnTo>
                  <a:lnTo>
                    <a:pt x="540152" y="1126471"/>
                  </a:lnTo>
                  <a:lnTo>
                    <a:pt x="540150" y="1126477"/>
                  </a:lnTo>
                  <a:lnTo>
                    <a:pt x="540147" y="1126483"/>
                  </a:lnTo>
                  <a:lnTo>
                    <a:pt x="540146" y="1126488"/>
                  </a:lnTo>
                  <a:lnTo>
                    <a:pt x="540144" y="1126493"/>
                  </a:lnTo>
                  <a:lnTo>
                    <a:pt x="540141" y="1126497"/>
                  </a:lnTo>
                  <a:lnTo>
                    <a:pt x="540136" y="1126500"/>
                  </a:lnTo>
                  <a:lnTo>
                    <a:pt x="540132" y="1126500"/>
                  </a:lnTo>
                  <a:lnTo>
                    <a:pt x="540128" y="1126500"/>
                  </a:lnTo>
                  <a:lnTo>
                    <a:pt x="540123" y="1126498"/>
                  </a:lnTo>
                  <a:lnTo>
                    <a:pt x="540115" y="1126497"/>
                  </a:lnTo>
                  <a:lnTo>
                    <a:pt x="540109" y="1126496"/>
                  </a:lnTo>
                  <a:lnTo>
                    <a:pt x="540103" y="1126497"/>
                  </a:lnTo>
                  <a:lnTo>
                    <a:pt x="540096" y="1126499"/>
                  </a:lnTo>
                  <a:lnTo>
                    <a:pt x="540087" y="1126501"/>
                  </a:lnTo>
                  <a:lnTo>
                    <a:pt x="540074" y="1126505"/>
                  </a:lnTo>
                  <a:lnTo>
                    <a:pt x="540065" y="1126505"/>
                  </a:lnTo>
                  <a:lnTo>
                    <a:pt x="540050" y="1126504"/>
                  </a:lnTo>
                  <a:lnTo>
                    <a:pt x="540038" y="1126504"/>
                  </a:lnTo>
                  <a:lnTo>
                    <a:pt x="540025" y="1126507"/>
                  </a:lnTo>
                  <a:lnTo>
                    <a:pt x="540013" y="1126513"/>
                  </a:lnTo>
                  <a:lnTo>
                    <a:pt x="539997" y="1126521"/>
                  </a:lnTo>
                  <a:lnTo>
                    <a:pt x="539979" y="1126530"/>
                  </a:lnTo>
                  <a:lnTo>
                    <a:pt x="539971" y="1126536"/>
                  </a:lnTo>
                  <a:lnTo>
                    <a:pt x="539964" y="1126540"/>
                  </a:lnTo>
                  <a:lnTo>
                    <a:pt x="539950" y="1126546"/>
                  </a:lnTo>
                  <a:lnTo>
                    <a:pt x="539937" y="1126548"/>
                  </a:lnTo>
                  <a:lnTo>
                    <a:pt x="539931" y="1126547"/>
                  </a:lnTo>
                  <a:lnTo>
                    <a:pt x="539922" y="1126546"/>
                  </a:lnTo>
                  <a:lnTo>
                    <a:pt x="539909" y="1126542"/>
                  </a:lnTo>
                  <a:lnTo>
                    <a:pt x="539884" y="1126530"/>
                  </a:lnTo>
                  <a:lnTo>
                    <a:pt x="539854" y="1126517"/>
                  </a:lnTo>
                  <a:lnTo>
                    <a:pt x="539827" y="1126503"/>
                  </a:lnTo>
                  <a:lnTo>
                    <a:pt x="539823" y="1126500"/>
                  </a:lnTo>
                  <a:lnTo>
                    <a:pt x="539819" y="1126495"/>
                  </a:lnTo>
                  <a:lnTo>
                    <a:pt x="539816" y="1126484"/>
                  </a:lnTo>
                  <a:lnTo>
                    <a:pt x="539813" y="1126459"/>
                  </a:lnTo>
                  <a:lnTo>
                    <a:pt x="539811" y="1126452"/>
                  </a:lnTo>
                  <a:lnTo>
                    <a:pt x="539806" y="1126448"/>
                  </a:lnTo>
                  <a:lnTo>
                    <a:pt x="539800" y="1126448"/>
                  </a:lnTo>
                  <a:lnTo>
                    <a:pt x="539789" y="1126452"/>
                  </a:lnTo>
                  <a:lnTo>
                    <a:pt x="539768" y="1126462"/>
                  </a:lnTo>
                  <a:lnTo>
                    <a:pt x="539758" y="1126466"/>
                  </a:lnTo>
                  <a:lnTo>
                    <a:pt x="539744" y="1126473"/>
                  </a:lnTo>
                  <a:lnTo>
                    <a:pt x="539727" y="1126482"/>
                  </a:lnTo>
                  <a:lnTo>
                    <a:pt x="539715" y="1126491"/>
                  </a:lnTo>
                  <a:lnTo>
                    <a:pt x="539703" y="1126500"/>
                  </a:lnTo>
                  <a:lnTo>
                    <a:pt x="539683" y="1126515"/>
                  </a:lnTo>
                  <a:lnTo>
                    <a:pt x="539672" y="1126523"/>
                  </a:lnTo>
                  <a:lnTo>
                    <a:pt x="539663" y="1126530"/>
                  </a:lnTo>
                  <a:lnTo>
                    <a:pt x="539648" y="1126538"/>
                  </a:lnTo>
                  <a:lnTo>
                    <a:pt x="539625" y="1126550"/>
                  </a:lnTo>
                  <a:lnTo>
                    <a:pt x="539610" y="1126557"/>
                  </a:lnTo>
                  <a:lnTo>
                    <a:pt x="539599" y="1126561"/>
                  </a:lnTo>
                  <a:lnTo>
                    <a:pt x="539592" y="1126565"/>
                  </a:lnTo>
                  <a:lnTo>
                    <a:pt x="539584" y="1126568"/>
                  </a:lnTo>
                  <a:lnTo>
                    <a:pt x="539579" y="1126569"/>
                  </a:lnTo>
                  <a:lnTo>
                    <a:pt x="539558" y="1126572"/>
                  </a:lnTo>
                  <a:lnTo>
                    <a:pt x="539544" y="1126577"/>
                  </a:lnTo>
                  <a:lnTo>
                    <a:pt x="539532" y="1126583"/>
                  </a:lnTo>
                  <a:lnTo>
                    <a:pt x="539506" y="1126596"/>
                  </a:lnTo>
                  <a:lnTo>
                    <a:pt x="539488" y="1126608"/>
                  </a:lnTo>
                  <a:lnTo>
                    <a:pt x="539482" y="1126614"/>
                  </a:lnTo>
                  <a:lnTo>
                    <a:pt x="539471" y="1126625"/>
                  </a:lnTo>
                  <a:lnTo>
                    <a:pt x="539459" y="1126641"/>
                  </a:lnTo>
                  <a:lnTo>
                    <a:pt x="539449" y="1126656"/>
                  </a:lnTo>
                  <a:lnTo>
                    <a:pt x="539442" y="1126672"/>
                  </a:lnTo>
                  <a:lnTo>
                    <a:pt x="539435" y="1126682"/>
                  </a:lnTo>
                  <a:lnTo>
                    <a:pt x="539427" y="1126685"/>
                  </a:lnTo>
                  <a:lnTo>
                    <a:pt x="539412" y="1126688"/>
                  </a:lnTo>
                  <a:lnTo>
                    <a:pt x="539394" y="1126694"/>
                  </a:lnTo>
                  <a:lnTo>
                    <a:pt x="539370" y="1126702"/>
                  </a:lnTo>
                  <a:lnTo>
                    <a:pt x="539348" y="1126707"/>
                  </a:lnTo>
                  <a:lnTo>
                    <a:pt x="539332" y="1126712"/>
                  </a:lnTo>
                  <a:lnTo>
                    <a:pt x="539306" y="1126720"/>
                  </a:lnTo>
                  <a:lnTo>
                    <a:pt x="539283" y="1126729"/>
                  </a:lnTo>
                  <a:lnTo>
                    <a:pt x="539273" y="1126735"/>
                  </a:lnTo>
                  <a:lnTo>
                    <a:pt x="539266" y="1126744"/>
                  </a:lnTo>
                  <a:lnTo>
                    <a:pt x="539260" y="1126758"/>
                  </a:lnTo>
                  <a:lnTo>
                    <a:pt x="539256" y="1126771"/>
                  </a:lnTo>
                  <a:lnTo>
                    <a:pt x="539249" y="1126793"/>
                  </a:lnTo>
                  <a:lnTo>
                    <a:pt x="539228" y="1126853"/>
                  </a:lnTo>
                  <a:lnTo>
                    <a:pt x="539220" y="1126875"/>
                  </a:lnTo>
                  <a:lnTo>
                    <a:pt x="539216" y="1126884"/>
                  </a:lnTo>
                  <a:lnTo>
                    <a:pt x="539210" y="1126895"/>
                  </a:lnTo>
                  <a:lnTo>
                    <a:pt x="539206" y="1126899"/>
                  </a:lnTo>
                  <a:lnTo>
                    <a:pt x="539196" y="1126902"/>
                  </a:lnTo>
                  <a:lnTo>
                    <a:pt x="539189" y="1126904"/>
                  </a:lnTo>
                  <a:lnTo>
                    <a:pt x="539177" y="1126909"/>
                  </a:lnTo>
                  <a:lnTo>
                    <a:pt x="539164" y="1126914"/>
                  </a:lnTo>
                  <a:lnTo>
                    <a:pt x="539154" y="1126919"/>
                  </a:lnTo>
                  <a:lnTo>
                    <a:pt x="539140" y="1126926"/>
                  </a:lnTo>
                  <a:lnTo>
                    <a:pt x="539132" y="1126932"/>
                  </a:lnTo>
                  <a:lnTo>
                    <a:pt x="539121" y="1126942"/>
                  </a:lnTo>
                  <a:lnTo>
                    <a:pt x="539117" y="1126945"/>
                  </a:lnTo>
                  <a:lnTo>
                    <a:pt x="539112" y="1126949"/>
                  </a:lnTo>
                  <a:lnTo>
                    <a:pt x="539109" y="1126952"/>
                  </a:lnTo>
                  <a:lnTo>
                    <a:pt x="539095" y="1126956"/>
                  </a:lnTo>
                  <a:lnTo>
                    <a:pt x="539081" y="1126960"/>
                  </a:lnTo>
                  <a:lnTo>
                    <a:pt x="539066" y="1126966"/>
                  </a:lnTo>
                  <a:lnTo>
                    <a:pt x="539054" y="1126973"/>
                  </a:lnTo>
                  <a:lnTo>
                    <a:pt x="539042" y="1126983"/>
                  </a:lnTo>
                  <a:lnTo>
                    <a:pt x="539033" y="1126993"/>
                  </a:lnTo>
                  <a:lnTo>
                    <a:pt x="539022" y="1127006"/>
                  </a:lnTo>
                  <a:lnTo>
                    <a:pt x="539018" y="1127010"/>
                  </a:lnTo>
                  <a:lnTo>
                    <a:pt x="539008" y="1127017"/>
                  </a:lnTo>
                  <a:lnTo>
                    <a:pt x="538989" y="1127032"/>
                  </a:lnTo>
                  <a:lnTo>
                    <a:pt x="538968" y="1127047"/>
                  </a:lnTo>
                  <a:lnTo>
                    <a:pt x="538961" y="1127052"/>
                  </a:lnTo>
                  <a:lnTo>
                    <a:pt x="538943" y="1127063"/>
                  </a:lnTo>
                  <a:lnTo>
                    <a:pt x="538938" y="1127066"/>
                  </a:lnTo>
                  <a:lnTo>
                    <a:pt x="538919" y="1127078"/>
                  </a:lnTo>
                  <a:lnTo>
                    <a:pt x="538908" y="1127086"/>
                  </a:lnTo>
                  <a:lnTo>
                    <a:pt x="538900" y="1127094"/>
                  </a:lnTo>
                  <a:lnTo>
                    <a:pt x="538885" y="1127106"/>
                  </a:lnTo>
                  <a:lnTo>
                    <a:pt x="538871" y="1127118"/>
                  </a:lnTo>
                  <a:lnTo>
                    <a:pt x="538851" y="1127136"/>
                  </a:lnTo>
                  <a:lnTo>
                    <a:pt x="538830" y="1127152"/>
                  </a:lnTo>
                  <a:lnTo>
                    <a:pt x="538809" y="1127168"/>
                  </a:lnTo>
                  <a:lnTo>
                    <a:pt x="538791" y="1127179"/>
                  </a:lnTo>
                  <a:lnTo>
                    <a:pt x="538762" y="1127194"/>
                  </a:lnTo>
                  <a:lnTo>
                    <a:pt x="538740" y="1127205"/>
                  </a:lnTo>
                  <a:lnTo>
                    <a:pt x="538726" y="1127214"/>
                  </a:lnTo>
                  <a:lnTo>
                    <a:pt x="538711" y="1127226"/>
                  </a:lnTo>
                  <a:lnTo>
                    <a:pt x="538696" y="1127241"/>
                  </a:lnTo>
                  <a:lnTo>
                    <a:pt x="538677" y="1127266"/>
                  </a:lnTo>
                  <a:lnTo>
                    <a:pt x="538661" y="1127286"/>
                  </a:lnTo>
                  <a:lnTo>
                    <a:pt x="538641" y="1127309"/>
                  </a:lnTo>
                  <a:lnTo>
                    <a:pt x="538637" y="1127314"/>
                  </a:lnTo>
                  <a:lnTo>
                    <a:pt x="538622" y="1127328"/>
                  </a:lnTo>
                  <a:lnTo>
                    <a:pt x="538604" y="1127340"/>
                  </a:lnTo>
                  <a:lnTo>
                    <a:pt x="538588" y="1127351"/>
                  </a:lnTo>
                  <a:lnTo>
                    <a:pt x="538567" y="1127361"/>
                  </a:lnTo>
                  <a:lnTo>
                    <a:pt x="538562" y="1127362"/>
                  </a:lnTo>
                  <a:lnTo>
                    <a:pt x="538550" y="1127366"/>
                  </a:lnTo>
                  <a:lnTo>
                    <a:pt x="538534" y="1127372"/>
                  </a:lnTo>
                  <a:lnTo>
                    <a:pt x="538517" y="1127381"/>
                  </a:lnTo>
                  <a:lnTo>
                    <a:pt x="538494" y="1127389"/>
                  </a:lnTo>
                  <a:lnTo>
                    <a:pt x="538479" y="1127395"/>
                  </a:lnTo>
                  <a:lnTo>
                    <a:pt x="538458" y="1127403"/>
                  </a:lnTo>
                  <a:lnTo>
                    <a:pt x="538437" y="1127416"/>
                  </a:lnTo>
                  <a:lnTo>
                    <a:pt x="538415" y="1127430"/>
                  </a:lnTo>
                  <a:lnTo>
                    <a:pt x="538396" y="1127442"/>
                  </a:lnTo>
                  <a:lnTo>
                    <a:pt x="538380" y="1127449"/>
                  </a:lnTo>
                  <a:lnTo>
                    <a:pt x="538356" y="1127458"/>
                  </a:lnTo>
                  <a:lnTo>
                    <a:pt x="538325" y="1127469"/>
                  </a:lnTo>
                  <a:lnTo>
                    <a:pt x="538298" y="1127479"/>
                  </a:lnTo>
                  <a:lnTo>
                    <a:pt x="538289" y="1127483"/>
                  </a:lnTo>
                  <a:lnTo>
                    <a:pt x="538278" y="1127487"/>
                  </a:lnTo>
                  <a:lnTo>
                    <a:pt x="538268" y="1127492"/>
                  </a:lnTo>
                  <a:lnTo>
                    <a:pt x="538257" y="1127494"/>
                  </a:lnTo>
                  <a:lnTo>
                    <a:pt x="538247" y="1127493"/>
                  </a:lnTo>
                  <a:lnTo>
                    <a:pt x="538220" y="1127488"/>
                  </a:lnTo>
                  <a:lnTo>
                    <a:pt x="538196" y="1127484"/>
                  </a:lnTo>
                  <a:lnTo>
                    <a:pt x="538172" y="1127479"/>
                  </a:lnTo>
                  <a:lnTo>
                    <a:pt x="538146" y="1127472"/>
                  </a:lnTo>
                  <a:lnTo>
                    <a:pt x="538123" y="1127466"/>
                  </a:lnTo>
                  <a:lnTo>
                    <a:pt x="538106" y="1127462"/>
                  </a:lnTo>
                  <a:lnTo>
                    <a:pt x="538097" y="1127460"/>
                  </a:lnTo>
                  <a:lnTo>
                    <a:pt x="538093" y="1127460"/>
                  </a:lnTo>
                  <a:lnTo>
                    <a:pt x="538084" y="1127456"/>
                  </a:lnTo>
                  <a:lnTo>
                    <a:pt x="538077" y="1127454"/>
                  </a:lnTo>
                  <a:lnTo>
                    <a:pt x="538061" y="1127444"/>
                  </a:lnTo>
                  <a:lnTo>
                    <a:pt x="538056" y="1127442"/>
                  </a:lnTo>
                  <a:lnTo>
                    <a:pt x="538041" y="1127435"/>
                  </a:lnTo>
                  <a:lnTo>
                    <a:pt x="538026" y="1127427"/>
                  </a:lnTo>
                  <a:lnTo>
                    <a:pt x="538021" y="1127426"/>
                  </a:lnTo>
                  <a:lnTo>
                    <a:pt x="538013" y="1127425"/>
                  </a:lnTo>
                  <a:lnTo>
                    <a:pt x="538007" y="1127425"/>
                  </a:lnTo>
                  <a:lnTo>
                    <a:pt x="538000" y="1127422"/>
                  </a:lnTo>
                  <a:lnTo>
                    <a:pt x="537993" y="1127420"/>
                  </a:lnTo>
                  <a:lnTo>
                    <a:pt x="537987" y="1127418"/>
                  </a:lnTo>
                  <a:lnTo>
                    <a:pt x="537983" y="1127416"/>
                  </a:lnTo>
                  <a:lnTo>
                    <a:pt x="537979" y="1127415"/>
                  </a:lnTo>
                  <a:lnTo>
                    <a:pt x="537974" y="1127413"/>
                  </a:lnTo>
                  <a:lnTo>
                    <a:pt x="537968" y="1127411"/>
                  </a:lnTo>
                  <a:lnTo>
                    <a:pt x="537961" y="1127409"/>
                  </a:lnTo>
                  <a:lnTo>
                    <a:pt x="537937" y="1127401"/>
                  </a:lnTo>
                  <a:lnTo>
                    <a:pt x="537903" y="1127384"/>
                  </a:lnTo>
                  <a:lnTo>
                    <a:pt x="537879" y="1127373"/>
                  </a:lnTo>
                  <a:lnTo>
                    <a:pt x="537849" y="1127361"/>
                  </a:lnTo>
                  <a:lnTo>
                    <a:pt x="537842" y="1127359"/>
                  </a:lnTo>
                  <a:lnTo>
                    <a:pt x="537836" y="1127357"/>
                  </a:lnTo>
                  <a:lnTo>
                    <a:pt x="537830" y="1127355"/>
                  </a:lnTo>
                  <a:lnTo>
                    <a:pt x="537801" y="1127348"/>
                  </a:lnTo>
                  <a:lnTo>
                    <a:pt x="537775" y="1127339"/>
                  </a:lnTo>
                  <a:lnTo>
                    <a:pt x="537761" y="1127333"/>
                  </a:lnTo>
                  <a:lnTo>
                    <a:pt x="537742" y="1127323"/>
                  </a:lnTo>
                  <a:lnTo>
                    <a:pt x="537712" y="1127308"/>
                  </a:lnTo>
                  <a:lnTo>
                    <a:pt x="537690" y="1127298"/>
                  </a:lnTo>
                  <a:lnTo>
                    <a:pt x="537679" y="1127293"/>
                  </a:lnTo>
                  <a:lnTo>
                    <a:pt x="537669" y="1127287"/>
                  </a:lnTo>
                  <a:lnTo>
                    <a:pt x="537661" y="1127281"/>
                  </a:lnTo>
                  <a:lnTo>
                    <a:pt x="537655" y="1127278"/>
                  </a:lnTo>
                  <a:lnTo>
                    <a:pt x="537649" y="1127275"/>
                  </a:lnTo>
                  <a:lnTo>
                    <a:pt x="537635" y="1127269"/>
                  </a:lnTo>
                  <a:lnTo>
                    <a:pt x="537628" y="1127267"/>
                  </a:lnTo>
                  <a:lnTo>
                    <a:pt x="537620" y="1127264"/>
                  </a:lnTo>
                  <a:lnTo>
                    <a:pt x="537613" y="1127262"/>
                  </a:lnTo>
                  <a:lnTo>
                    <a:pt x="537607" y="1127260"/>
                  </a:lnTo>
                  <a:lnTo>
                    <a:pt x="537596" y="1127256"/>
                  </a:lnTo>
                  <a:lnTo>
                    <a:pt x="537586" y="1127251"/>
                  </a:lnTo>
                  <a:lnTo>
                    <a:pt x="537578" y="1127247"/>
                  </a:lnTo>
                  <a:lnTo>
                    <a:pt x="537560" y="1127240"/>
                  </a:lnTo>
                  <a:lnTo>
                    <a:pt x="537551" y="1127236"/>
                  </a:lnTo>
                  <a:lnTo>
                    <a:pt x="537526" y="1127227"/>
                  </a:lnTo>
                  <a:lnTo>
                    <a:pt x="537508" y="1127221"/>
                  </a:lnTo>
                  <a:lnTo>
                    <a:pt x="537497" y="1127215"/>
                  </a:lnTo>
                  <a:lnTo>
                    <a:pt x="537489" y="1127208"/>
                  </a:lnTo>
                  <a:lnTo>
                    <a:pt x="537485" y="1127205"/>
                  </a:lnTo>
                  <a:lnTo>
                    <a:pt x="537477" y="1127199"/>
                  </a:lnTo>
                  <a:lnTo>
                    <a:pt x="537468" y="1127196"/>
                  </a:lnTo>
                  <a:lnTo>
                    <a:pt x="537462" y="1127194"/>
                  </a:lnTo>
                  <a:lnTo>
                    <a:pt x="537451" y="1127189"/>
                  </a:lnTo>
                  <a:lnTo>
                    <a:pt x="537444" y="1127185"/>
                  </a:lnTo>
                  <a:lnTo>
                    <a:pt x="537438" y="1127182"/>
                  </a:lnTo>
                  <a:lnTo>
                    <a:pt x="537429" y="1127179"/>
                  </a:lnTo>
                  <a:lnTo>
                    <a:pt x="537420" y="1127177"/>
                  </a:lnTo>
                  <a:lnTo>
                    <a:pt x="537411" y="1127175"/>
                  </a:lnTo>
                  <a:lnTo>
                    <a:pt x="537406" y="1127174"/>
                  </a:lnTo>
                  <a:lnTo>
                    <a:pt x="537392" y="1127172"/>
                  </a:lnTo>
                  <a:lnTo>
                    <a:pt x="537378" y="1127171"/>
                  </a:lnTo>
                  <a:lnTo>
                    <a:pt x="537366" y="1127170"/>
                  </a:lnTo>
                  <a:lnTo>
                    <a:pt x="537358" y="1127166"/>
                  </a:lnTo>
                  <a:lnTo>
                    <a:pt x="537353" y="1127160"/>
                  </a:lnTo>
                  <a:lnTo>
                    <a:pt x="537348" y="1127153"/>
                  </a:lnTo>
                  <a:lnTo>
                    <a:pt x="537343" y="1127145"/>
                  </a:lnTo>
                  <a:lnTo>
                    <a:pt x="537338" y="1127140"/>
                  </a:lnTo>
                  <a:lnTo>
                    <a:pt x="537327" y="1127134"/>
                  </a:lnTo>
                  <a:lnTo>
                    <a:pt x="537308" y="1127127"/>
                  </a:lnTo>
                  <a:lnTo>
                    <a:pt x="537296" y="1127123"/>
                  </a:lnTo>
                  <a:lnTo>
                    <a:pt x="537285" y="1127119"/>
                  </a:lnTo>
                  <a:lnTo>
                    <a:pt x="537271" y="1127115"/>
                  </a:lnTo>
                  <a:lnTo>
                    <a:pt x="537266" y="1127113"/>
                  </a:lnTo>
                  <a:lnTo>
                    <a:pt x="537261" y="1127111"/>
                  </a:lnTo>
                  <a:lnTo>
                    <a:pt x="537249" y="1127106"/>
                  </a:lnTo>
                  <a:lnTo>
                    <a:pt x="537235" y="1127100"/>
                  </a:lnTo>
                  <a:lnTo>
                    <a:pt x="537223" y="1127092"/>
                  </a:lnTo>
                  <a:lnTo>
                    <a:pt x="537210" y="1127086"/>
                  </a:lnTo>
                  <a:lnTo>
                    <a:pt x="537196" y="1127082"/>
                  </a:lnTo>
                  <a:lnTo>
                    <a:pt x="537186" y="1127080"/>
                  </a:lnTo>
                  <a:lnTo>
                    <a:pt x="537176" y="1127080"/>
                  </a:lnTo>
                  <a:lnTo>
                    <a:pt x="537167" y="1127081"/>
                  </a:lnTo>
                  <a:lnTo>
                    <a:pt x="537157" y="1127082"/>
                  </a:lnTo>
                  <a:lnTo>
                    <a:pt x="537147" y="1127080"/>
                  </a:lnTo>
                  <a:lnTo>
                    <a:pt x="537129" y="1127074"/>
                  </a:lnTo>
                  <a:lnTo>
                    <a:pt x="537110" y="1127069"/>
                  </a:lnTo>
                  <a:lnTo>
                    <a:pt x="537099" y="1127065"/>
                  </a:lnTo>
                  <a:lnTo>
                    <a:pt x="537088" y="1127063"/>
                  </a:lnTo>
                  <a:lnTo>
                    <a:pt x="537083" y="1127062"/>
                  </a:lnTo>
                  <a:lnTo>
                    <a:pt x="537078" y="1127062"/>
                  </a:lnTo>
                  <a:lnTo>
                    <a:pt x="537073" y="1127063"/>
                  </a:lnTo>
                  <a:lnTo>
                    <a:pt x="537063" y="1127068"/>
                  </a:lnTo>
                  <a:lnTo>
                    <a:pt x="537056" y="1127070"/>
                  </a:lnTo>
                  <a:lnTo>
                    <a:pt x="537049" y="1127070"/>
                  </a:lnTo>
                  <a:lnTo>
                    <a:pt x="537037" y="1127071"/>
                  </a:lnTo>
                  <a:lnTo>
                    <a:pt x="537022" y="1127071"/>
                  </a:lnTo>
                  <a:lnTo>
                    <a:pt x="537011" y="1127071"/>
                  </a:lnTo>
                  <a:lnTo>
                    <a:pt x="537003" y="1127070"/>
                  </a:lnTo>
                  <a:lnTo>
                    <a:pt x="536997" y="1127068"/>
                  </a:lnTo>
                  <a:lnTo>
                    <a:pt x="536989" y="1127064"/>
                  </a:lnTo>
                  <a:lnTo>
                    <a:pt x="536984" y="1127062"/>
                  </a:lnTo>
                  <a:lnTo>
                    <a:pt x="536979" y="1127059"/>
                  </a:lnTo>
                  <a:lnTo>
                    <a:pt x="536970" y="1127054"/>
                  </a:lnTo>
                  <a:lnTo>
                    <a:pt x="536965" y="1127053"/>
                  </a:lnTo>
                  <a:lnTo>
                    <a:pt x="536959" y="1127050"/>
                  </a:lnTo>
                  <a:lnTo>
                    <a:pt x="536952" y="1127046"/>
                  </a:lnTo>
                  <a:lnTo>
                    <a:pt x="536946" y="1127042"/>
                  </a:lnTo>
                  <a:lnTo>
                    <a:pt x="536943" y="1127040"/>
                  </a:lnTo>
                  <a:lnTo>
                    <a:pt x="536939" y="1127038"/>
                  </a:lnTo>
                  <a:lnTo>
                    <a:pt x="536935" y="1127037"/>
                  </a:lnTo>
                  <a:lnTo>
                    <a:pt x="536930" y="1127036"/>
                  </a:lnTo>
                  <a:lnTo>
                    <a:pt x="536922" y="1127035"/>
                  </a:lnTo>
                  <a:lnTo>
                    <a:pt x="536914" y="1127034"/>
                  </a:lnTo>
                  <a:lnTo>
                    <a:pt x="536904" y="1127033"/>
                  </a:lnTo>
                  <a:lnTo>
                    <a:pt x="536894" y="1127032"/>
                  </a:lnTo>
                  <a:lnTo>
                    <a:pt x="536887" y="1127031"/>
                  </a:lnTo>
                  <a:lnTo>
                    <a:pt x="536875" y="1127029"/>
                  </a:lnTo>
                  <a:lnTo>
                    <a:pt x="536862" y="1127027"/>
                  </a:lnTo>
                  <a:lnTo>
                    <a:pt x="536853" y="1127025"/>
                  </a:lnTo>
                  <a:lnTo>
                    <a:pt x="536837" y="1127022"/>
                  </a:lnTo>
                  <a:lnTo>
                    <a:pt x="536829" y="1127020"/>
                  </a:lnTo>
                  <a:lnTo>
                    <a:pt x="536824" y="1127018"/>
                  </a:lnTo>
                  <a:lnTo>
                    <a:pt x="536817" y="1127015"/>
                  </a:lnTo>
                  <a:lnTo>
                    <a:pt x="536812" y="1127011"/>
                  </a:lnTo>
                  <a:lnTo>
                    <a:pt x="536807" y="1127008"/>
                  </a:lnTo>
                  <a:lnTo>
                    <a:pt x="536801" y="1127004"/>
                  </a:lnTo>
                  <a:lnTo>
                    <a:pt x="536794" y="1127002"/>
                  </a:lnTo>
                  <a:lnTo>
                    <a:pt x="536788" y="1127000"/>
                  </a:lnTo>
                  <a:lnTo>
                    <a:pt x="536784" y="1127000"/>
                  </a:lnTo>
                  <a:lnTo>
                    <a:pt x="536762" y="1126996"/>
                  </a:lnTo>
                  <a:lnTo>
                    <a:pt x="536753" y="1126996"/>
                  </a:lnTo>
                  <a:lnTo>
                    <a:pt x="536744" y="1126995"/>
                  </a:lnTo>
                  <a:lnTo>
                    <a:pt x="536734" y="1126995"/>
                  </a:lnTo>
                  <a:lnTo>
                    <a:pt x="536730" y="1126995"/>
                  </a:lnTo>
                  <a:lnTo>
                    <a:pt x="536696" y="1126995"/>
                  </a:lnTo>
                  <a:lnTo>
                    <a:pt x="536641" y="1126994"/>
                  </a:lnTo>
                  <a:lnTo>
                    <a:pt x="536579" y="1126992"/>
                  </a:lnTo>
                  <a:lnTo>
                    <a:pt x="536548" y="1126991"/>
                  </a:lnTo>
                  <a:lnTo>
                    <a:pt x="536534" y="1126991"/>
                  </a:lnTo>
                  <a:lnTo>
                    <a:pt x="536517" y="1126991"/>
                  </a:lnTo>
                  <a:lnTo>
                    <a:pt x="536500" y="1126992"/>
                  </a:lnTo>
                  <a:lnTo>
                    <a:pt x="536485" y="1126992"/>
                  </a:lnTo>
                  <a:lnTo>
                    <a:pt x="536470" y="1126991"/>
                  </a:lnTo>
                  <a:lnTo>
                    <a:pt x="536460" y="1126988"/>
                  </a:lnTo>
                  <a:lnTo>
                    <a:pt x="536456" y="1126986"/>
                  </a:lnTo>
                  <a:lnTo>
                    <a:pt x="536448" y="1126981"/>
                  </a:lnTo>
                  <a:lnTo>
                    <a:pt x="536443" y="1126976"/>
                  </a:lnTo>
                  <a:lnTo>
                    <a:pt x="536452" y="1126960"/>
                  </a:lnTo>
                  <a:lnTo>
                    <a:pt x="536454" y="1126953"/>
                  </a:lnTo>
                  <a:lnTo>
                    <a:pt x="536459" y="1126941"/>
                  </a:lnTo>
                  <a:lnTo>
                    <a:pt x="536462" y="1126932"/>
                  </a:lnTo>
                  <a:lnTo>
                    <a:pt x="536469" y="1126915"/>
                  </a:lnTo>
                  <a:lnTo>
                    <a:pt x="536474" y="1126903"/>
                  </a:lnTo>
                  <a:lnTo>
                    <a:pt x="536477" y="1126897"/>
                  </a:lnTo>
                  <a:lnTo>
                    <a:pt x="536481" y="1126891"/>
                  </a:lnTo>
                  <a:lnTo>
                    <a:pt x="536486" y="1126885"/>
                  </a:lnTo>
                  <a:lnTo>
                    <a:pt x="536489" y="1126881"/>
                  </a:lnTo>
                  <a:lnTo>
                    <a:pt x="536494" y="1126876"/>
                  </a:lnTo>
                  <a:lnTo>
                    <a:pt x="536497" y="1126871"/>
                  </a:lnTo>
                  <a:lnTo>
                    <a:pt x="536499" y="1126864"/>
                  </a:lnTo>
                  <a:lnTo>
                    <a:pt x="536502" y="1126859"/>
                  </a:lnTo>
                  <a:lnTo>
                    <a:pt x="536507" y="1126852"/>
                  </a:lnTo>
                  <a:lnTo>
                    <a:pt x="536512" y="1126848"/>
                  </a:lnTo>
                  <a:lnTo>
                    <a:pt x="536517" y="1126844"/>
                  </a:lnTo>
                  <a:lnTo>
                    <a:pt x="536523" y="1126839"/>
                  </a:lnTo>
                  <a:lnTo>
                    <a:pt x="536528" y="1126836"/>
                  </a:lnTo>
                  <a:lnTo>
                    <a:pt x="536533" y="1126834"/>
                  </a:lnTo>
                  <a:lnTo>
                    <a:pt x="536552" y="1126828"/>
                  </a:lnTo>
                  <a:lnTo>
                    <a:pt x="536559" y="1126824"/>
                  </a:lnTo>
                  <a:lnTo>
                    <a:pt x="536568" y="1126820"/>
                  </a:lnTo>
                  <a:lnTo>
                    <a:pt x="536581" y="1126812"/>
                  </a:lnTo>
                  <a:lnTo>
                    <a:pt x="536589" y="1126809"/>
                  </a:lnTo>
                  <a:lnTo>
                    <a:pt x="536592" y="1126808"/>
                  </a:lnTo>
                  <a:lnTo>
                    <a:pt x="536601" y="1126807"/>
                  </a:lnTo>
                  <a:lnTo>
                    <a:pt x="536606" y="1126806"/>
                  </a:lnTo>
                  <a:lnTo>
                    <a:pt x="536613" y="1126803"/>
                  </a:lnTo>
                  <a:lnTo>
                    <a:pt x="536620" y="1126797"/>
                  </a:lnTo>
                  <a:lnTo>
                    <a:pt x="536626" y="1126791"/>
                  </a:lnTo>
                  <a:lnTo>
                    <a:pt x="536630" y="1126788"/>
                  </a:lnTo>
                  <a:lnTo>
                    <a:pt x="536634" y="1126784"/>
                  </a:lnTo>
                  <a:lnTo>
                    <a:pt x="536639" y="1126781"/>
                  </a:lnTo>
                  <a:lnTo>
                    <a:pt x="536648" y="1126776"/>
                  </a:lnTo>
                  <a:lnTo>
                    <a:pt x="536659" y="1126771"/>
                  </a:lnTo>
                  <a:lnTo>
                    <a:pt x="536670" y="1126768"/>
                  </a:lnTo>
                  <a:lnTo>
                    <a:pt x="536685" y="1126763"/>
                  </a:lnTo>
                  <a:lnTo>
                    <a:pt x="536703" y="1126760"/>
                  </a:lnTo>
                  <a:lnTo>
                    <a:pt x="536713" y="1126760"/>
                  </a:lnTo>
                  <a:lnTo>
                    <a:pt x="536722" y="1126759"/>
                  </a:lnTo>
                  <a:lnTo>
                    <a:pt x="536738" y="1126758"/>
                  </a:lnTo>
                  <a:lnTo>
                    <a:pt x="536746" y="1126757"/>
                  </a:lnTo>
                  <a:lnTo>
                    <a:pt x="536763" y="1126755"/>
                  </a:lnTo>
                  <a:lnTo>
                    <a:pt x="536775" y="1126752"/>
                  </a:lnTo>
                  <a:lnTo>
                    <a:pt x="536787" y="1126749"/>
                  </a:lnTo>
                  <a:lnTo>
                    <a:pt x="536815" y="1126740"/>
                  </a:lnTo>
                  <a:lnTo>
                    <a:pt x="536822" y="1126739"/>
                  </a:lnTo>
                  <a:lnTo>
                    <a:pt x="536828" y="1126738"/>
                  </a:lnTo>
                  <a:lnTo>
                    <a:pt x="536838" y="1126736"/>
                  </a:lnTo>
                  <a:lnTo>
                    <a:pt x="536852" y="1126735"/>
                  </a:lnTo>
                  <a:lnTo>
                    <a:pt x="536865" y="1126735"/>
                  </a:lnTo>
                  <a:lnTo>
                    <a:pt x="536884" y="1126733"/>
                  </a:lnTo>
                  <a:lnTo>
                    <a:pt x="536903" y="1126730"/>
                  </a:lnTo>
                  <a:lnTo>
                    <a:pt x="536916" y="1126727"/>
                  </a:lnTo>
                  <a:lnTo>
                    <a:pt x="536930" y="1126723"/>
                  </a:lnTo>
                  <a:lnTo>
                    <a:pt x="536946" y="1126719"/>
                  </a:lnTo>
                  <a:lnTo>
                    <a:pt x="536970" y="1126711"/>
                  </a:lnTo>
                  <a:lnTo>
                    <a:pt x="536977" y="1126709"/>
                  </a:lnTo>
                  <a:lnTo>
                    <a:pt x="536981" y="1126708"/>
                  </a:lnTo>
                  <a:lnTo>
                    <a:pt x="536991" y="1126704"/>
                  </a:lnTo>
                  <a:lnTo>
                    <a:pt x="537003" y="1126700"/>
                  </a:lnTo>
                  <a:lnTo>
                    <a:pt x="537014" y="1126694"/>
                  </a:lnTo>
                  <a:lnTo>
                    <a:pt x="537039" y="1126681"/>
                  </a:lnTo>
                  <a:lnTo>
                    <a:pt x="537048" y="1126677"/>
                  </a:lnTo>
                  <a:lnTo>
                    <a:pt x="537054" y="1126676"/>
                  </a:lnTo>
                  <a:lnTo>
                    <a:pt x="537062" y="1126675"/>
                  </a:lnTo>
                  <a:lnTo>
                    <a:pt x="537072" y="1126675"/>
                  </a:lnTo>
                  <a:lnTo>
                    <a:pt x="537090" y="1126676"/>
                  </a:lnTo>
                  <a:lnTo>
                    <a:pt x="537098" y="1126676"/>
                  </a:lnTo>
                  <a:lnTo>
                    <a:pt x="537106" y="1126676"/>
                  </a:lnTo>
                  <a:lnTo>
                    <a:pt x="537117" y="1126675"/>
                  </a:lnTo>
                  <a:lnTo>
                    <a:pt x="537126" y="1126674"/>
                  </a:lnTo>
                  <a:lnTo>
                    <a:pt x="537149" y="1126670"/>
                  </a:lnTo>
                  <a:lnTo>
                    <a:pt x="537164" y="1126668"/>
                  </a:lnTo>
                  <a:lnTo>
                    <a:pt x="537173" y="1126667"/>
                  </a:lnTo>
                  <a:lnTo>
                    <a:pt x="537183" y="1126668"/>
                  </a:lnTo>
                  <a:lnTo>
                    <a:pt x="537194" y="1126669"/>
                  </a:lnTo>
                  <a:lnTo>
                    <a:pt x="537225" y="1126672"/>
                  </a:lnTo>
                  <a:lnTo>
                    <a:pt x="537231" y="1126673"/>
                  </a:lnTo>
                  <a:lnTo>
                    <a:pt x="537261" y="1126681"/>
                  </a:lnTo>
                  <a:lnTo>
                    <a:pt x="537271" y="1126684"/>
                  </a:lnTo>
                  <a:lnTo>
                    <a:pt x="537293" y="1126694"/>
                  </a:lnTo>
                  <a:lnTo>
                    <a:pt x="537313" y="1126701"/>
                  </a:lnTo>
                  <a:lnTo>
                    <a:pt x="537355" y="1126710"/>
                  </a:lnTo>
                  <a:lnTo>
                    <a:pt x="537363" y="1126711"/>
                  </a:lnTo>
                  <a:lnTo>
                    <a:pt x="537397" y="1126698"/>
                  </a:lnTo>
                  <a:lnTo>
                    <a:pt x="537451" y="1126679"/>
                  </a:lnTo>
                  <a:lnTo>
                    <a:pt x="537460" y="1126676"/>
                  </a:lnTo>
                  <a:lnTo>
                    <a:pt x="537496" y="1126666"/>
                  </a:lnTo>
                  <a:lnTo>
                    <a:pt x="537500" y="1126664"/>
                  </a:lnTo>
                  <a:lnTo>
                    <a:pt x="537540" y="1126646"/>
                  </a:lnTo>
                  <a:lnTo>
                    <a:pt x="537543" y="1126639"/>
                  </a:lnTo>
                  <a:lnTo>
                    <a:pt x="537547" y="1126627"/>
                  </a:lnTo>
                  <a:lnTo>
                    <a:pt x="537550" y="1126623"/>
                  </a:lnTo>
                  <a:lnTo>
                    <a:pt x="537556" y="1126615"/>
                  </a:lnTo>
                  <a:lnTo>
                    <a:pt x="537561" y="1126609"/>
                  </a:lnTo>
                  <a:lnTo>
                    <a:pt x="537563" y="1126604"/>
                  </a:lnTo>
                  <a:lnTo>
                    <a:pt x="537566" y="1126598"/>
                  </a:lnTo>
                  <a:lnTo>
                    <a:pt x="537566" y="1126591"/>
                  </a:lnTo>
                  <a:lnTo>
                    <a:pt x="537565" y="1126577"/>
                  </a:lnTo>
                  <a:lnTo>
                    <a:pt x="537565" y="1126569"/>
                  </a:lnTo>
                  <a:lnTo>
                    <a:pt x="537567" y="1126562"/>
                  </a:lnTo>
                  <a:lnTo>
                    <a:pt x="537572" y="1126549"/>
                  </a:lnTo>
                  <a:lnTo>
                    <a:pt x="537579" y="1126535"/>
                  </a:lnTo>
                  <a:lnTo>
                    <a:pt x="537588" y="1126521"/>
                  </a:lnTo>
                  <a:lnTo>
                    <a:pt x="537597" y="1126504"/>
                  </a:lnTo>
                  <a:lnTo>
                    <a:pt x="537608" y="1126483"/>
                  </a:lnTo>
                  <a:lnTo>
                    <a:pt x="537612" y="1126473"/>
                  </a:lnTo>
                  <a:lnTo>
                    <a:pt x="537615" y="1126462"/>
                  </a:lnTo>
                  <a:lnTo>
                    <a:pt x="537616" y="1126455"/>
                  </a:lnTo>
                  <a:lnTo>
                    <a:pt x="537615" y="1126450"/>
                  </a:lnTo>
                  <a:lnTo>
                    <a:pt x="537614" y="1126442"/>
                  </a:lnTo>
                  <a:lnTo>
                    <a:pt x="537611" y="1126434"/>
                  </a:lnTo>
                  <a:lnTo>
                    <a:pt x="537608" y="1126427"/>
                  </a:lnTo>
                  <a:lnTo>
                    <a:pt x="537599" y="1126414"/>
                  </a:lnTo>
                  <a:lnTo>
                    <a:pt x="537593" y="1126405"/>
                  </a:lnTo>
                  <a:lnTo>
                    <a:pt x="537584" y="1126393"/>
                  </a:lnTo>
                  <a:lnTo>
                    <a:pt x="537581" y="1126387"/>
                  </a:lnTo>
                  <a:lnTo>
                    <a:pt x="537578" y="1126381"/>
                  </a:lnTo>
                  <a:lnTo>
                    <a:pt x="537574" y="1126371"/>
                  </a:lnTo>
                  <a:lnTo>
                    <a:pt x="537569" y="1126363"/>
                  </a:lnTo>
                  <a:lnTo>
                    <a:pt x="537564" y="1126355"/>
                  </a:lnTo>
                  <a:lnTo>
                    <a:pt x="537557" y="1126349"/>
                  </a:lnTo>
                  <a:lnTo>
                    <a:pt x="537552" y="1126345"/>
                  </a:lnTo>
                  <a:lnTo>
                    <a:pt x="537545" y="1126339"/>
                  </a:lnTo>
                  <a:lnTo>
                    <a:pt x="537542" y="1126333"/>
                  </a:lnTo>
                  <a:lnTo>
                    <a:pt x="537538" y="1126323"/>
                  </a:lnTo>
                  <a:lnTo>
                    <a:pt x="537536" y="1126319"/>
                  </a:lnTo>
                  <a:lnTo>
                    <a:pt x="537533" y="1126312"/>
                  </a:lnTo>
                  <a:lnTo>
                    <a:pt x="537530" y="1126306"/>
                  </a:lnTo>
                  <a:lnTo>
                    <a:pt x="537523" y="1126295"/>
                  </a:lnTo>
                  <a:lnTo>
                    <a:pt x="537520" y="1126291"/>
                  </a:lnTo>
                  <a:lnTo>
                    <a:pt x="537516" y="1126285"/>
                  </a:lnTo>
                  <a:lnTo>
                    <a:pt x="537512" y="1126278"/>
                  </a:lnTo>
                  <a:lnTo>
                    <a:pt x="537508" y="1126273"/>
                  </a:lnTo>
                  <a:lnTo>
                    <a:pt x="537497" y="1126258"/>
                  </a:lnTo>
                  <a:lnTo>
                    <a:pt x="537493" y="1126255"/>
                  </a:lnTo>
                  <a:lnTo>
                    <a:pt x="537485" y="1126248"/>
                  </a:lnTo>
                  <a:lnTo>
                    <a:pt x="537478" y="1126243"/>
                  </a:lnTo>
                  <a:lnTo>
                    <a:pt x="537469" y="1126239"/>
                  </a:lnTo>
                  <a:lnTo>
                    <a:pt x="537464" y="1126237"/>
                  </a:lnTo>
                  <a:lnTo>
                    <a:pt x="537459" y="1126235"/>
                  </a:lnTo>
                  <a:lnTo>
                    <a:pt x="537449" y="1126230"/>
                  </a:lnTo>
                  <a:lnTo>
                    <a:pt x="537442" y="1126226"/>
                  </a:lnTo>
                  <a:lnTo>
                    <a:pt x="537437" y="1126222"/>
                  </a:lnTo>
                  <a:lnTo>
                    <a:pt x="537429" y="1126216"/>
                  </a:lnTo>
                  <a:lnTo>
                    <a:pt x="537421" y="1126208"/>
                  </a:lnTo>
                  <a:lnTo>
                    <a:pt x="537417" y="1126205"/>
                  </a:lnTo>
                  <a:lnTo>
                    <a:pt x="537412" y="1126203"/>
                  </a:lnTo>
                  <a:lnTo>
                    <a:pt x="537405" y="1126202"/>
                  </a:lnTo>
                  <a:lnTo>
                    <a:pt x="537400" y="1126203"/>
                  </a:lnTo>
                  <a:lnTo>
                    <a:pt x="537393" y="1126203"/>
                  </a:lnTo>
                  <a:lnTo>
                    <a:pt x="537381" y="1126196"/>
                  </a:lnTo>
                  <a:lnTo>
                    <a:pt x="537370" y="1126189"/>
                  </a:lnTo>
                  <a:lnTo>
                    <a:pt x="537358" y="1126181"/>
                  </a:lnTo>
                  <a:lnTo>
                    <a:pt x="537353" y="1126176"/>
                  </a:lnTo>
                  <a:lnTo>
                    <a:pt x="537350" y="1126170"/>
                  </a:lnTo>
                  <a:lnTo>
                    <a:pt x="537351" y="1126161"/>
                  </a:lnTo>
                  <a:lnTo>
                    <a:pt x="537354" y="1126150"/>
                  </a:lnTo>
                  <a:lnTo>
                    <a:pt x="537356" y="1126140"/>
                  </a:lnTo>
                  <a:lnTo>
                    <a:pt x="537354" y="1126128"/>
                  </a:lnTo>
                  <a:lnTo>
                    <a:pt x="537348" y="1126108"/>
                  </a:lnTo>
                  <a:lnTo>
                    <a:pt x="537346" y="1126102"/>
                  </a:lnTo>
                  <a:lnTo>
                    <a:pt x="537341" y="1126090"/>
                  </a:lnTo>
                  <a:lnTo>
                    <a:pt x="537337" y="1126080"/>
                  </a:lnTo>
                  <a:lnTo>
                    <a:pt x="537333" y="1126069"/>
                  </a:lnTo>
                  <a:lnTo>
                    <a:pt x="537332" y="1126063"/>
                  </a:lnTo>
                  <a:lnTo>
                    <a:pt x="537332" y="1126056"/>
                  </a:lnTo>
                  <a:lnTo>
                    <a:pt x="537333" y="1126025"/>
                  </a:lnTo>
                  <a:lnTo>
                    <a:pt x="537333" y="1125995"/>
                  </a:lnTo>
                  <a:lnTo>
                    <a:pt x="537332" y="1125978"/>
                  </a:lnTo>
                  <a:lnTo>
                    <a:pt x="537331" y="1125957"/>
                  </a:lnTo>
                  <a:lnTo>
                    <a:pt x="537330" y="1125936"/>
                  </a:lnTo>
                  <a:lnTo>
                    <a:pt x="537329" y="1125924"/>
                  </a:lnTo>
                  <a:lnTo>
                    <a:pt x="537327" y="1125915"/>
                  </a:lnTo>
                  <a:lnTo>
                    <a:pt x="537326" y="1125910"/>
                  </a:lnTo>
                  <a:lnTo>
                    <a:pt x="537324" y="1125904"/>
                  </a:lnTo>
                  <a:lnTo>
                    <a:pt x="537315" y="1125889"/>
                  </a:lnTo>
                  <a:lnTo>
                    <a:pt x="537305" y="1125870"/>
                  </a:lnTo>
                  <a:lnTo>
                    <a:pt x="537299" y="1125859"/>
                  </a:lnTo>
                  <a:lnTo>
                    <a:pt x="537294" y="1125856"/>
                  </a:lnTo>
                  <a:lnTo>
                    <a:pt x="537290" y="1125854"/>
                  </a:lnTo>
                  <a:lnTo>
                    <a:pt x="537280" y="1125851"/>
                  </a:lnTo>
                  <a:lnTo>
                    <a:pt x="537275" y="1125850"/>
                  </a:lnTo>
                  <a:lnTo>
                    <a:pt x="537267" y="1125848"/>
                  </a:lnTo>
                  <a:lnTo>
                    <a:pt x="537263" y="1125847"/>
                  </a:lnTo>
                  <a:lnTo>
                    <a:pt x="537258" y="1125846"/>
                  </a:lnTo>
                  <a:lnTo>
                    <a:pt x="537248" y="1125843"/>
                  </a:lnTo>
                  <a:lnTo>
                    <a:pt x="537230" y="1125839"/>
                  </a:lnTo>
                  <a:lnTo>
                    <a:pt x="537215" y="1125835"/>
                  </a:lnTo>
                  <a:lnTo>
                    <a:pt x="537210" y="1125834"/>
                  </a:lnTo>
                  <a:lnTo>
                    <a:pt x="537206" y="1125833"/>
                  </a:lnTo>
                  <a:lnTo>
                    <a:pt x="537200" y="1125832"/>
                  </a:lnTo>
                  <a:lnTo>
                    <a:pt x="537195" y="1125832"/>
                  </a:lnTo>
                  <a:lnTo>
                    <a:pt x="537182" y="1125833"/>
                  </a:lnTo>
                  <a:lnTo>
                    <a:pt x="537159" y="1125836"/>
                  </a:lnTo>
                  <a:lnTo>
                    <a:pt x="537140" y="1125837"/>
                  </a:lnTo>
                  <a:lnTo>
                    <a:pt x="537132" y="1125838"/>
                  </a:lnTo>
                  <a:lnTo>
                    <a:pt x="537128" y="1125838"/>
                  </a:lnTo>
                  <a:lnTo>
                    <a:pt x="537120" y="1125837"/>
                  </a:lnTo>
                  <a:lnTo>
                    <a:pt x="537113" y="1125836"/>
                  </a:lnTo>
                  <a:lnTo>
                    <a:pt x="537105" y="1125833"/>
                  </a:lnTo>
                  <a:lnTo>
                    <a:pt x="537101" y="1125831"/>
                  </a:lnTo>
                  <a:lnTo>
                    <a:pt x="537097" y="1125829"/>
                  </a:lnTo>
                  <a:lnTo>
                    <a:pt x="537088" y="1125825"/>
                  </a:lnTo>
                  <a:lnTo>
                    <a:pt x="537083" y="1125822"/>
                  </a:lnTo>
                  <a:lnTo>
                    <a:pt x="537076" y="1125815"/>
                  </a:lnTo>
                  <a:lnTo>
                    <a:pt x="537073" y="1125812"/>
                  </a:lnTo>
                  <a:lnTo>
                    <a:pt x="537069" y="1125807"/>
                  </a:lnTo>
                  <a:lnTo>
                    <a:pt x="537066" y="1125803"/>
                  </a:lnTo>
                  <a:lnTo>
                    <a:pt x="537064" y="1125798"/>
                  </a:lnTo>
                  <a:lnTo>
                    <a:pt x="537062" y="1125794"/>
                  </a:lnTo>
                  <a:lnTo>
                    <a:pt x="537059" y="1125789"/>
                  </a:lnTo>
                  <a:lnTo>
                    <a:pt x="537056" y="1125781"/>
                  </a:lnTo>
                  <a:lnTo>
                    <a:pt x="537055" y="1125771"/>
                  </a:lnTo>
                  <a:lnTo>
                    <a:pt x="537057" y="1125759"/>
                  </a:lnTo>
                  <a:lnTo>
                    <a:pt x="537059" y="1125751"/>
                  </a:lnTo>
                  <a:lnTo>
                    <a:pt x="537058" y="1125743"/>
                  </a:lnTo>
                  <a:lnTo>
                    <a:pt x="537054" y="1125736"/>
                  </a:lnTo>
                  <a:lnTo>
                    <a:pt x="537048" y="1125727"/>
                  </a:lnTo>
                  <a:lnTo>
                    <a:pt x="537044" y="1125724"/>
                  </a:lnTo>
                  <a:lnTo>
                    <a:pt x="537039" y="1125722"/>
                  </a:lnTo>
                  <a:lnTo>
                    <a:pt x="537034" y="1125722"/>
                  </a:lnTo>
                  <a:lnTo>
                    <a:pt x="537029" y="1125727"/>
                  </a:lnTo>
                  <a:lnTo>
                    <a:pt x="537025" y="1125732"/>
                  </a:lnTo>
                  <a:lnTo>
                    <a:pt x="537021" y="1125738"/>
                  </a:lnTo>
                  <a:lnTo>
                    <a:pt x="537016" y="1125746"/>
                  </a:lnTo>
                  <a:lnTo>
                    <a:pt x="537012" y="1125754"/>
                  </a:lnTo>
                  <a:lnTo>
                    <a:pt x="537010" y="1125761"/>
                  </a:lnTo>
                  <a:lnTo>
                    <a:pt x="537007" y="1125768"/>
                  </a:lnTo>
                  <a:lnTo>
                    <a:pt x="537002" y="1125779"/>
                  </a:lnTo>
                  <a:lnTo>
                    <a:pt x="536998" y="1125786"/>
                  </a:lnTo>
                  <a:lnTo>
                    <a:pt x="536995" y="1125792"/>
                  </a:lnTo>
                  <a:lnTo>
                    <a:pt x="536990" y="1125800"/>
                  </a:lnTo>
                  <a:lnTo>
                    <a:pt x="536982" y="1125814"/>
                  </a:lnTo>
                  <a:lnTo>
                    <a:pt x="536977" y="1125821"/>
                  </a:lnTo>
                  <a:lnTo>
                    <a:pt x="536973" y="1125826"/>
                  </a:lnTo>
                  <a:lnTo>
                    <a:pt x="536969" y="1125830"/>
                  </a:lnTo>
                  <a:lnTo>
                    <a:pt x="536965" y="1125833"/>
                  </a:lnTo>
                  <a:lnTo>
                    <a:pt x="536944" y="1125848"/>
                  </a:lnTo>
                  <a:lnTo>
                    <a:pt x="536938" y="1125853"/>
                  </a:lnTo>
                  <a:lnTo>
                    <a:pt x="536932" y="1125857"/>
                  </a:lnTo>
                  <a:lnTo>
                    <a:pt x="536922" y="1125865"/>
                  </a:lnTo>
                  <a:lnTo>
                    <a:pt x="536912" y="1125872"/>
                  </a:lnTo>
                  <a:lnTo>
                    <a:pt x="536909" y="1125875"/>
                  </a:lnTo>
                  <a:lnTo>
                    <a:pt x="536905" y="1125878"/>
                  </a:lnTo>
                  <a:lnTo>
                    <a:pt x="536901" y="1125881"/>
                  </a:lnTo>
                  <a:lnTo>
                    <a:pt x="536894" y="1125885"/>
                  </a:lnTo>
                  <a:lnTo>
                    <a:pt x="536890" y="1125887"/>
                  </a:lnTo>
                  <a:lnTo>
                    <a:pt x="536882" y="1125891"/>
                  </a:lnTo>
                  <a:lnTo>
                    <a:pt x="536869" y="1125900"/>
                  </a:lnTo>
                  <a:lnTo>
                    <a:pt x="536864" y="1125903"/>
                  </a:lnTo>
                  <a:lnTo>
                    <a:pt x="536859" y="1125905"/>
                  </a:lnTo>
                  <a:lnTo>
                    <a:pt x="536855" y="1125906"/>
                  </a:lnTo>
                  <a:lnTo>
                    <a:pt x="536851" y="1125907"/>
                  </a:lnTo>
                  <a:lnTo>
                    <a:pt x="536846" y="1125909"/>
                  </a:lnTo>
                  <a:lnTo>
                    <a:pt x="536838" y="1125910"/>
                  </a:lnTo>
                  <a:lnTo>
                    <a:pt x="536817" y="1125916"/>
                  </a:lnTo>
                  <a:lnTo>
                    <a:pt x="536785" y="1125922"/>
                  </a:lnTo>
                  <a:lnTo>
                    <a:pt x="536774" y="1125925"/>
                  </a:lnTo>
                  <a:lnTo>
                    <a:pt x="536764" y="1125927"/>
                  </a:lnTo>
                  <a:lnTo>
                    <a:pt x="536736" y="1125931"/>
                  </a:lnTo>
                  <a:lnTo>
                    <a:pt x="536704" y="1125935"/>
                  </a:lnTo>
                  <a:lnTo>
                    <a:pt x="536691" y="1125950"/>
                  </a:lnTo>
                  <a:lnTo>
                    <a:pt x="536686" y="1125956"/>
                  </a:lnTo>
                  <a:lnTo>
                    <a:pt x="536681" y="1125961"/>
                  </a:lnTo>
                  <a:lnTo>
                    <a:pt x="536676" y="1125966"/>
                  </a:lnTo>
                  <a:lnTo>
                    <a:pt x="536670" y="1125973"/>
                  </a:lnTo>
                  <a:lnTo>
                    <a:pt x="536665" y="1125978"/>
                  </a:lnTo>
                  <a:lnTo>
                    <a:pt x="536660" y="1125984"/>
                  </a:lnTo>
                  <a:lnTo>
                    <a:pt x="536655" y="1125989"/>
                  </a:lnTo>
                  <a:lnTo>
                    <a:pt x="536651" y="1125993"/>
                  </a:lnTo>
                  <a:lnTo>
                    <a:pt x="536645" y="1125998"/>
                  </a:lnTo>
                  <a:lnTo>
                    <a:pt x="536640" y="1126003"/>
                  </a:lnTo>
                  <a:lnTo>
                    <a:pt x="536632" y="1126010"/>
                  </a:lnTo>
                  <a:lnTo>
                    <a:pt x="536625" y="1126016"/>
                  </a:lnTo>
                  <a:lnTo>
                    <a:pt x="536607" y="1126030"/>
                  </a:lnTo>
                  <a:lnTo>
                    <a:pt x="536594" y="1126041"/>
                  </a:lnTo>
                  <a:lnTo>
                    <a:pt x="536587" y="1126048"/>
                  </a:lnTo>
                  <a:lnTo>
                    <a:pt x="536579" y="1126054"/>
                  </a:lnTo>
                  <a:lnTo>
                    <a:pt x="536572" y="1126062"/>
                  </a:lnTo>
                  <a:lnTo>
                    <a:pt x="536568" y="1126067"/>
                  </a:lnTo>
                  <a:lnTo>
                    <a:pt x="536555" y="1126077"/>
                  </a:lnTo>
                  <a:lnTo>
                    <a:pt x="536551" y="1126079"/>
                  </a:lnTo>
                  <a:lnTo>
                    <a:pt x="536546" y="1126083"/>
                  </a:lnTo>
                  <a:lnTo>
                    <a:pt x="536538" y="1126091"/>
                  </a:lnTo>
                  <a:lnTo>
                    <a:pt x="536534" y="1126095"/>
                  </a:lnTo>
                  <a:lnTo>
                    <a:pt x="536527" y="1126103"/>
                  </a:lnTo>
                  <a:lnTo>
                    <a:pt x="536517" y="1126113"/>
                  </a:lnTo>
                  <a:lnTo>
                    <a:pt x="536512" y="1126119"/>
                  </a:lnTo>
                  <a:lnTo>
                    <a:pt x="536502" y="1126132"/>
                  </a:lnTo>
                  <a:lnTo>
                    <a:pt x="536495" y="1126141"/>
                  </a:lnTo>
                  <a:lnTo>
                    <a:pt x="536489" y="1126150"/>
                  </a:lnTo>
                  <a:lnTo>
                    <a:pt x="536484" y="1126158"/>
                  </a:lnTo>
                  <a:lnTo>
                    <a:pt x="536479" y="1126164"/>
                  </a:lnTo>
                  <a:lnTo>
                    <a:pt x="536474" y="1126171"/>
                  </a:lnTo>
                  <a:lnTo>
                    <a:pt x="536467" y="1126177"/>
                  </a:lnTo>
                  <a:lnTo>
                    <a:pt x="536460" y="1126183"/>
                  </a:lnTo>
                  <a:lnTo>
                    <a:pt x="536455" y="1126187"/>
                  </a:lnTo>
                  <a:lnTo>
                    <a:pt x="536448" y="1126192"/>
                  </a:lnTo>
                  <a:lnTo>
                    <a:pt x="536444" y="1126195"/>
                  </a:lnTo>
                  <a:lnTo>
                    <a:pt x="536429" y="1126201"/>
                  </a:lnTo>
                  <a:lnTo>
                    <a:pt x="536415" y="1126205"/>
                  </a:lnTo>
                  <a:lnTo>
                    <a:pt x="536408" y="1126206"/>
                  </a:lnTo>
                  <a:lnTo>
                    <a:pt x="536393" y="1126206"/>
                  </a:lnTo>
                  <a:lnTo>
                    <a:pt x="536380" y="1126205"/>
                  </a:lnTo>
                  <a:lnTo>
                    <a:pt x="536371" y="1126204"/>
                  </a:lnTo>
                  <a:lnTo>
                    <a:pt x="536350" y="1126203"/>
                  </a:lnTo>
                  <a:lnTo>
                    <a:pt x="536317" y="1126203"/>
                  </a:lnTo>
                  <a:lnTo>
                    <a:pt x="536295" y="1126204"/>
                  </a:lnTo>
                  <a:lnTo>
                    <a:pt x="536274" y="1126206"/>
                  </a:lnTo>
                  <a:lnTo>
                    <a:pt x="536260" y="1126209"/>
                  </a:lnTo>
                  <a:lnTo>
                    <a:pt x="536253" y="1126212"/>
                  </a:lnTo>
                  <a:lnTo>
                    <a:pt x="536248" y="1126214"/>
                  </a:lnTo>
                  <a:lnTo>
                    <a:pt x="536244" y="1126216"/>
                  </a:lnTo>
                  <a:lnTo>
                    <a:pt x="536240" y="1126218"/>
                  </a:lnTo>
                  <a:lnTo>
                    <a:pt x="536235" y="1126222"/>
                  </a:lnTo>
                  <a:lnTo>
                    <a:pt x="536228" y="1126227"/>
                  </a:lnTo>
                  <a:lnTo>
                    <a:pt x="536222" y="1126232"/>
                  </a:lnTo>
                  <a:lnTo>
                    <a:pt x="536216" y="1126238"/>
                  </a:lnTo>
                  <a:lnTo>
                    <a:pt x="536211" y="1126244"/>
                  </a:lnTo>
                  <a:lnTo>
                    <a:pt x="536207" y="1126247"/>
                  </a:lnTo>
                  <a:lnTo>
                    <a:pt x="536200" y="1126253"/>
                  </a:lnTo>
                  <a:lnTo>
                    <a:pt x="536192" y="1126258"/>
                  </a:lnTo>
                  <a:lnTo>
                    <a:pt x="536186" y="1126262"/>
                  </a:lnTo>
                  <a:lnTo>
                    <a:pt x="536165" y="1126272"/>
                  </a:lnTo>
                  <a:lnTo>
                    <a:pt x="536155" y="1126275"/>
                  </a:lnTo>
                  <a:lnTo>
                    <a:pt x="536150" y="1126277"/>
                  </a:lnTo>
                  <a:lnTo>
                    <a:pt x="536146" y="1126278"/>
                  </a:lnTo>
                  <a:lnTo>
                    <a:pt x="536136" y="1126281"/>
                  </a:lnTo>
                  <a:lnTo>
                    <a:pt x="536125" y="1126285"/>
                  </a:lnTo>
                  <a:lnTo>
                    <a:pt x="536120" y="1126288"/>
                  </a:lnTo>
                  <a:lnTo>
                    <a:pt x="536112" y="1126292"/>
                  </a:lnTo>
                  <a:lnTo>
                    <a:pt x="536093" y="1126299"/>
                  </a:lnTo>
                  <a:lnTo>
                    <a:pt x="536081" y="1126304"/>
                  </a:lnTo>
                  <a:lnTo>
                    <a:pt x="536062" y="1126312"/>
                  </a:lnTo>
                  <a:lnTo>
                    <a:pt x="536045" y="1126321"/>
                  </a:lnTo>
                  <a:lnTo>
                    <a:pt x="536019" y="1126333"/>
                  </a:lnTo>
                  <a:lnTo>
                    <a:pt x="535996" y="1126345"/>
                  </a:lnTo>
                  <a:lnTo>
                    <a:pt x="535986" y="1126348"/>
                  </a:lnTo>
                  <a:lnTo>
                    <a:pt x="535980" y="1126348"/>
                  </a:lnTo>
                  <a:lnTo>
                    <a:pt x="535975" y="1126348"/>
                  </a:lnTo>
                  <a:lnTo>
                    <a:pt x="535970" y="1126346"/>
                  </a:lnTo>
                  <a:lnTo>
                    <a:pt x="535964" y="1126343"/>
                  </a:lnTo>
                  <a:lnTo>
                    <a:pt x="535960" y="1126342"/>
                  </a:lnTo>
                  <a:lnTo>
                    <a:pt x="535953" y="1126340"/>
                  </a:lnTo>
                  <a:lnTo>
                    <a:pt x="535947" y="1126337"/>
                  </a:lnTo>
                  <a:lnTo>
                    <a:pt x="535936" y="1126334"/>
                  </a:lnTo>
                  <a:lnTo>
                    <a:pt x="535925" y="1126331"/>
                  </a:lnTo>
                  <a:lnTo>
                    <a:pt x="535919" y="1126330"/>
                  </a:lnTo>
                  <a:lnTo>
                    <a:pt x="535913" y="1126329"/>
                  </a:lnTo>
                  <a:lnTo>
                    <a:pt x="535904" y="1126329"/>
                  </a:lnTo>
                  <a:lnTo>
                    <a:pt x="535898" y="1126329"/>
                  </a:lnTo>
                  <a:lnTo>
                    <a:pt x="535893" y="1126329"/>
                  </a:lnTo>
                  <a:lnTo>
                    <a:pt x="535883" y="1126330"/>
                  </a:lnTo>
                  <a:lnTo>
                    <a:pt x="535876" y="1126331"/>
                  </a:lnTo>
                  <a:lnTo>
                    <a:pt x="535848" y="1126331"/>
                  </a:lnTo>
                  <a:lnTo>
                    <a:pt x="535841" y="1126330"/>
                  </a:lnTo>
                  <a:lnTo>
                    <a:pt x="535836" y="1126331"/>
                  </a:lnTo>
                  <a:lnTo>
                    <a:pt x="535830" y="1126332"/>
                  </a:lnTo>
                  <a:lnTo>
                    <a:pt x="535822" y="1126334"/>
                  </a:lnTo>
                  <a:lnTo>
                    <a:pt x="535813" y="1126337"/>
                  </a:lnTo>
                  <a:lnTo>
                    <a:pt x="535806" y="1126340"/>
                  </a:lnTo>
                  <a:lnTo>
                    <a:pt x="535788" y="1126347"/>
                  </a:lnTo>
                  <a:lnTo>
                    <a:pt x="535781" y="1126350"/>
                  </a:lnTo>
                  <a:lnTo>
                    <a:pt x="535772" y="1126356"/>
                  </a:lnTo>
                  <a:lnTo>
                    <a:pt x="535762" y="1126363"/>
                  </a:lnTo>
                  <a:lnTo>
                    <a:pt x="535750" y="1126370"/>
                  </a:lnTo>
                  <a:lnTo>
                    <a:pt x="535733" y="1126381"/>
                  </a:lnTo>
                  <a:lnTo>
                    <a:pt x="535728" y="1126384"/>
                  </a:lnTo>
                  <a:lnTo>
                    <a:pt x="535717" y="1126386"/>
                  </a:lnTo>
                  <a:lnTo>
                    <a:pt x="535708" y="1126388"/>
                  </a:lnTo>
                  <a:lnTo>
                    <a:pt x="535699" y="1126388"/>
                  </a:lnTo>
                  <a:lnTo>
                    <a:pt x="535693" y="1126389"/>
                  </a:lnTo>
                  <a:lnTo>
                    <a:pt x="535685" y="1126390"/>
                  </a:lnTo>
                  <a:lnTo>
                    <a:pt x="535681" y="1126390"/>
                  </a:lnTo>
                  <a:lnTo>
                    <a:pt x="535673" y="1126391"/>
                  </a:lnTo>
                  <a:lnTo>
                    <a:pt x="535663" y="1126393"/>
                  </a:lnTo>
                  <a:lnTo>
                    <a:pt x="535655" y="1126396"/>
                  </a:lnTo>
                  <a:lnTo>
                    <a:pt x="535650" y="1126398"/>
                  </a:lnTo>
                  <a:lnTo>
                    <a:pt x="535646" y="1126401"/>
                  </a:lnTo>
                  <a:lnTo>
                    <a:pt x="535642" y="1126406"/>
                  </a:lnTo>
                  <a:lnTo>
                    <a:pt x="535637" y="1126412"/>
                  </a:lnTo>
                  <a:lnTo>
                    <a:pt x="535634" y="1126416"/>
                  </a:lnTo>
                  <a:lnTo>
                    <a:pt x="535629" y="1126422"/>
                  </a:lnTo>
                  <a:lnTo>
                    <a:pt x="535623" y="1126429"/>
                  </a:lnTo>
                  <a:lnTo>
                    <a:pt x="535617" y="1126434"/>
                  </a:lnTo>
                  <a:lnTo>
                    <a:pt x="535613" y="1126436"/>
                  </a:lnTo>
                  <a:lnTo>
                    <a:pt x="535606" y="1126439"/>
                  </a:lnTo>
                  <a:lnTo>
                    <a:pt x="535592" y="1126446"/>
                  </a:lnTo>
                  <a:lnTo>
                    <a:pt x="535586" y="1126450"/>
                  </a:lnTo>
                  <a:lnTo>
                    <a:pt x="535577" y="1126456"/>
                  </a:lnTo>
                  <a:lnTo>
                    <a:pt x="535569" y="1126460"/>
                  </a:lnTo>
                  <a:lnTo>
                    <a:pt x="535561" y="1126461"/>
                  </a:lnTo>
                  <a:lnTo>
                    <a:pt x="535555" y="1126460"/>
                  </a:lnTo>
                  <a:lnTo>
                    <a:pt x="535548" y="1126459"/>
                  </a:lnTo>
                  <a:lnTo>
                    <a:pt x="535537" y="1126456"/>
                  </a:lnTo>
                  <a:lnTo>
                    <a:pt x="535526" y="1126454"/>
                  </a:lnTo>
                  <a:lnTo>
                    <a:pt x="535518" y="1126453"/>
                  </a:lnTo>
                  <a:lnTo>
                    <a:pt x="535512" y="1126455"/>
                  </a:lnTo>
                  <a:lnTo>
                    <a:pt x="535507" y="1126456"/>
                  </a:lnTo>
                  <a:lnTo>
                    <a:pt x="535503" y="1126458"/>
                  </a:lnTo>
                  <a:lnTo>
                    <a:pt x="535498" y="1126460"/>
                  </a:lnTo>
                  <a:lnTo>
                    <a:pt x="535490" y="1126463"/>
                  </a:lnTo>
                  <a:lnTo>
                    <a:pt x="535486" y="1126464"/>
                  </a:lnTo>
                  <a:lnTo>
                    <a:pt x="535479" y="1126466"/>
                  </a:lnTo>
                  <a:lnTo>
                    <a:pt x="535473" y="1126467"/>
                  </a:lnTo>
                  <a:lnTo>
                    <a:pt x="535458" y="1126465"/>
                  </a:lnTo>
                  <a:lnTo>
                    <a:pt x="535441" y="1126463"/>
                  </a:lnTo>
                  <a:lnTo>
                    <a:pt x="535436" y="1126463"/>
                  </a:lnTo>
                  <a:lnTo>
                    <a:pt x="535429" y="1126464"/>
                  </a:lnTo>
                  <a:lnTo>
                    <a:pt x="535420" y="1126464"/>
                  </a:lnTo>
                  <a:lnTo>
                    <a:pt x="535413" y="1126466"/>
                  </a:lnTo>
                  <a:lnTo>
                    <a:pt x="535403" y="1126469"/>
                  </a:lnTo>
                  <a:lnTo>
                    <a:pt x="535390" y="1126474"/>
                  </a:lnTo>
                  <a:lnTo>
                    <a:pt x="535377" y="1126479"/>
                  </a:lnTo>
                  <a:lnTo>
                    <a:pt x="535367" y="1126483"/>
                  </a:lnTo>
                  <a:lnTo>
                    <a:pt x="535357" y="1126486"/>
                  </a:lnTo>
                  <a:lnTo>
                    <a:pt x="535345" y="1126489"/>
                  </a:lnTo>
                  <a:lnTo>
                    <a:pt x="535336" y="1126492"/>
                  </a:lnTo>
                  <a:lnTo>
                    <a:pt x="535312" y="1126499"/>
                  </a:lnTo>
                  <a:lnTo>
                    <a:pt x="535299" y="1126504"/>
                  </a:lnTo>
                  <a:lnTo>
                    <a:pt x="535293" y="1126507"/>
                  </a:lnTo>
                  <a:lnTo>
                    <a:pt x="535288" y="1126511"/>
                  </a:lnTo>
                  <a:lnTo>
                    <a:pt x="535283" y="1126516"/>
                  </a:lnTo>
                  <a:lnTo>
                    <a:pt x="535277" y="1126522"/>
                  </a:lnTo>
                  <a:lnTo>
                    <a:pt x="535263" y="1126533"/>
                  </a:lnTo>
                  <a:lnTo>
                    <a:pt x="535258" y="1126539"/>
                  </a:lnTo>
                  <a:lnTo>
                    <a:pt x="535256" y="1126543"/>
                  </a:lnTo>
                  <a:lnTo>
                    <a:pt x="535253" y="1126552"/>
                  </a:lnTo>
                  <a:lnTo>
                    <a:pt x="535250" y="1126560"/>
                  </a:lnTo>
                  <a:lnTo>
                    <a:pt x="535242" y="1126581"/>
                  </a:lnTo>
                  <a:lnTo>
                    <a:pt x="535238" y="1126588"/>
                  </a:lnTo>
                  <a:lnTo>
                    <a:pt x="535234" y="1126594"/>
                  </a:lnTo>
                  <a:lnTo>
                    <a:pt x="535230" y="1126598"/>
                  </a:lnTo>
                  <a:lnTo>
                    <a:pt x="535218" y="1126607"/>
                  </a:lnTo>
                  <a:lnTo>
                    <a:pt x="535214" y="1126609"/>
                  </a:lnTo>
                  <a:lnTo>
                    <a:pt x="535210" y="1126613"/>
                  </a:lnTo>
                  <a:lnTo>
                    <a:pt x="535202" y="1126620"/>
                  </a:lnTo>
                  <a:lnTo>
                    <a:pt x="535196" y="1126626"/>
                  </a:lnTo>
                  <a:lnTo>
                    <a:pt x="535189" y="1126634"/>
                  </a:lnTo>
                  <a:lnTo>
                    <a:pt x="535185" y="1126639"/>
                  </a:lnTo>
                  <a:lnTo>
                    <a:pt x="535177" y="1126650"/>
                  </a:lnTo>
                  <a:lnTo>
                    <a:pt x="535173" y="1126656"/>
                  </a:lnTo>
                  <a:lnTo>
                    <a:pt x="535169" y="1126666"/>
                  </a:lnTo>
                  <a:lnTo>
                    <a:pt x="535163" y="1126678"/>
                  </a:lnTo>
                  <a:lnTo>
                    <a:pt x="535159" y="1126689"/>
                  </a:lnTo>
                  <a:lnTo>
                    <a:pt x="535152" y="1126704"/>
                  </a:lnTo>
                  <a:lnTo>
                    <a:pt x="535147" y="1126716"/>
                  </a:lnTo>
                  <a:lnTo>
                    <a:pt x="535140" y="1126732"/>
                  </a:lnTo>
                  <a:lnTo>
                    <a:pt x="535132" y="1126748"/>
                  </a:lnTo>
                  <a:lnTo>
                    <a:pt x="535126" y="1126761"/>
                  </a:lnTo>
                  <a:lnTo>
                    <a:pt x="535119" y="1126772"/>
                  </a:lnTo>
                  <a:lnTo>
                    <a:pt x="535111" y="1126784"/>
                  </a:lnTo>
                  <a:lnTo>
                    <a:pt x="535107" y="1126790"/>
                  </a:lnTo>
                  <a:lnTo>
                    <a:pt x="535102" y="1126798"/>
                  </a:lnTo>
                  <a:lnTo>
                    <a:pt x="535098" y="1126804"/>
                  </a:lnTo>
                  <a:lnTo>
                    <a:pt x="535096" y="1126808"/>
                  </a:lnTo>
                  <a:lnTo>
                    <a:pt x="535091" y="1126813"/>
                  </a:lnTo>
                  <a:lnTo>
                    <a:pt x="535087" y="1126818"/>
                  </a:lnTo>
                  <a:lnTo>
                    <a:pt x="535081" y="1126824"/>
                  </a:lnTo>
                  <a:lnTo>
                    <a:pt x="535077" y="1126826"/>
                  </a:lnTo>
                  <a:lnTo>
                    <a:pt x="535072" y="1126829"/>
                  </a:lnTo>
                  <a:lnTo>
                    <a:pt x="535068" y="1126831"/>
                  </a:lnTo>
                  <a:lnTo>
                    <a:pt x="535063" y="1126834"/>
                  </a:lnTo>
                  <a:lnTo>
                    <a:pt x="535054" y="1126837"/>
                  </a:lnTo>
                  <a:lnTo>
                    <a:pt x="535049" y="1126839"/>
                  </a:lnTo>
                  <a:lnTo>
                    <a:pt x="535041" y="1126841"/>
                  </a:lnTo>
                  <a:lnTo>
                    <a:pt x="535036" y="1126842"/>
                  </a:lnTo>
                  <a:lnTo>
                    <a:pt x="535030" y="1126845"/>
                  </a:lnTo>
                  <a:lnTo>
                    <a:pt x="535023" y="1126849"/>
                  </a:lnTo>
                  <a:lnTo>
                    <a:pt x="535019" y="1126852"/>
                  </a:lnTo>
                  <a:lnTo>
                    <a:pt x="535015" y="1126856"/>
                  </a:lnTo>
                  <a:lnTo>
                    <a:pt x="535009" y="1126861"/>
                  </a:lnTo>
                  <a:lnTo>
                    <a:pt x="535003" y="1126866"/>
                  </a:lnTo>
                  <a:lnTo>
                    <a:pt x="534993" y="1126872"/>
                  </a:lnTo>
                  <a:lnTo>
                    <a:pt x="534983" y="1126881"/>
                  </a:lnTo>
                  <a:lnTo>
                    <a:pt x="534976" y="1126889"/>
                  </a:lnTo>
                  <a:lnTo>
                    <a:pt x="534971" y="1126897"/>
                  </a:lnTo>
                  <a:lnTo>
                    <a:pt x="534967" y="1126903"/>
                  </a:lnTo>
                  <a:lnTo>
                    <a:pt x="534960" y="1126918"/>
                  </a:lnTo>
                  <a:lnTo>
                    <a:pt x="534954" y="1126929"/>
                  </a:lnTo>
                  <a:lnTo>
                    <a:pt x="534946" y="1126945"/>
                  </a:lnTo>
                  <a:lnTo>
                    <a:pt x="534936" y="1126958"/>
                  </a:lnTo>
                  <a:lnTo>
                    <a:pt x="534931" y="1126965"/>
                  </a:lnTo>
                  <a:lnTo>
                    <a:pt x="534925" y="1126977"/>
                  </a:lnTo>
                  <a:lnTo>
                    <a:pt x="534917" y="1126989"/>
                  </a:lnTo>
                  <a:lnTo>
                    <a:pt x="534914" y="1126994"/>
                  </a:lnTo>
                  <a:lnTo>
                    <a:pt x="534912" y="1126999"/>
                  </a:lnTo>
                  <a:lnTo>
                    <a:pt x="534909" y="1127005"/>
                  </a:lnTo>
                  <a:lnTo>
                    <a:pt x="534906" y="1127010"/>
                  </a:lnTo>
                  <a:lnTo>
                    <a:pt x="534904" y="1127014"/>
                  </a:lnTo>
                  <a:lnTo>
                    <a:pt x="534901" y="1127018"/>
                  </a:lnTo>
                  <a:lnTo>
                    <a:pt x="534898" y="1127023"/>
                  </a:lnTo>
                  <a:lnTo>
                    <a:pt x="534893" y="1127028"/>
                  </a:lnTo>
                  <a:lnTo>
                    <a:pt x="534888" y="1127034"/>
                  </a:lnTo>
                  <a:lnTo>
                    <a:pt x="534885" y="1127042"/>
                  </a:lnTo>
                  <a:lnTo>
                    <a:pt x="534884" y="1127046"/>
                  </a:lnTo>
                  <a:lnTo>
                    <a:pt x="534881" y="1127055"/>
                  </a:lnTo>
                  <a:lnTo>
                    <a:pt x="534880" y="1127063"/>
                  </a:lnTo>
                  <a:lnTo>
                    <a:pt x="534875" y="1127079"/>
                  </a:lnTo>
                  <a:lnTo>
                    <a:pt x="534871" y="1127091"/>
                  </a:lnTo>
                  <a:lnTo>
                    <a:pt x="534864" y="1127106"/>
                  </a:lnTo>
                  <a:lnTo>
                    <a:pt x="534858" y="1127121"/>
                  </a:lnTo>
                  <a:lnTo>
                    <a:pt x="534849" y="1127138"/>
                  </a:lnTo>
                  <a:lnTo>
                    <a:pt x="534842" y="1127154"/>
                  </a:lnTo>
                  <a:lnTo>
                    <a:pt x="534836" y="1127169"/>
                  </a:lnTo>
                  <a:lnTo>
                    <a:pt x="534829" y="1127180"/>
                  </a:lnTo>
                  <a:lnTo>
                    <a:pt x="534825" y="1127186"/>
                  </a:lnTo>
                  <a:lnTo>
                    <a:pt x="534823" y="1127189"/>
                  </a:lnTo>
                  <a:lnTo>
                    <a:pt x="534820" y="1127196"/>
                  </a:lnTo>
                  <a:lnTo>
                    <a:pt x="534813" y="1127207"/>
                  </a:lnTo>
                  <a:lnTo>
                    <a:pt x="534808" y="1127212"/>
                  </a:lnTo>
                  <a:lnTo>
                    <a:pt x="534803" y="1127215"/>
                  </a:lnTo>
                  <a:lnTo>
                    <a:pt x="534798" y="1127216"/>
                  </a:lnTo>
                  <a:lnTo>
                    <a:pt x="534788" y="1127219"/>
                  </a:lnTo>
                  <a:lnTo>
                    <a:pt x="534778" y="1127221"/>
                  </a:lnTo>
                  <a:lnTo>
                    <a:pt x="534770" y="1127223"/>
                  </a:lnTo>
                  <a:lnTo>
                    <a:pt x="534760" y="1127227"/>
                  </a:lnTo>
                  <a:lnTo>
                    <a:pt x="534750" y="1127231"/>
                  </a:lnTo>
                  <a:lnTo>
                    <a:pt x="534737" y="1127238"/>
                  </a:lnTo>
                  <a:lnTo>
                    <a:pt x="534719" y="1127245"/>
                  </a:lnTo>
                  <a:lnTo>
                    <a:pt x="534714" y="1127247"/>
                  </a:lnTo>
                  <a:lnTo>
                    <a:pt x="534710" y="1127250"/>
                  </a:lnTo>
                  <a:lnTo>
                    <a:pt x="534700" y="1127253"/>
                  </a:lnTo>
                  <a:lnTo>
                    <a:pt x="534693" y="1127255"/>
                  </a:lnTo>
                  <a:lnTo>
                    <a:pt x="534688" y="1127256"/>
                  </a:lnTo>
                  <a:lnTo>
                    <a:pt x="534681" y="1127250"/>
                  </a:lnTo>
                  <a:lnTo>
                    <a:pt x="534675" y="1127247"/>
                  </a:lnTo>
                  <a:lnTo>
                    <a:pt x="534667" y="1127245"/>
                  </a:lnTo>
                  <a:lnTo>
                    <a:pt x="534659" y="1127245"/>
                  </a:lnTo>
                  <a:lnTo>
                    <a:pt x="534653" y="1127247"/>
                  </a:lnTo>
                  <a:lnTo>
                    <a:pt x="534647" y="1127249"/>
                  </a:lnTo>
                  <a:lnTo>
                    <a:pt x="534640" y="1127251"/>
                  </a:lnTo>
                  <a:lnTo>
                    <a:pt x="534625" y="1127256"/>
                  </a:lnTo>
                  <a:lnTo>
                    <a:pt x="534613" y="1127260"/>
                  </a:lnTo>
                  <a:lnTo>
                    <a:pt x="534600" y="1127265"/>
                  </a:lnTo>
                  <a:lnTo>
                    <a:pt x="534590" y="1127269"/>
                  </a:lnTo>
                  <a:lnTo>
                    <a:pt x="534582" y="1127272"/>
                  </a:lnTo>
                  <a:lnTo>
                    <a:pt x="534575" y="1127273"/>
                  </a:lnTo>
                  <a:lnTo>
                    <a:pt x="534566" y="1127274"/>
                  </a:lnTo>
                  <a:lnTo>
                    <a:pt x="534558" y="1127275"/>
                  </a:lnTo>
                  <a:lnTo>
                    <a:pt x="534551" y="1127274"/>
                  </a:lnTo>
                  <a:lnTo>
                    <a:pt x="534542" y="1127273"/>
                  </a:lnTo>
                  <a:lnTo>
                    <a:pt x="534535" y="1127273"/>
                  </a:lnTo>
                  <a:lnTo>
                    <a:pt x="534522" y="1127272"/>
                  </a:lnTo>
                  <a:lnTo>
                    <a:pt x="534512" y="1127270"/>
                  </a:lnTo>
                  <a:lnTo>
                    <a:pt x="534505" y="1127268"/>
                  </a:lnTo>
                  <a:lnTo>
                    <a:pt x="534501" y="1127265"/>
                  </a:lnTo>
                  <a:lnTo>
                    <a:pt x="534492" y="1127259"/>
                  </a:lnTo>
                  <a:lnTo>
                    <a:pt x="534486" y="1127257"/>
                  </a:lnTo>
                  <a:lnTo>
                    <a:pt x="534474" y="1127252"/>
                  </a:lnTo>
                  <a:lnTo>
                    <a:pt x="534459" y="1127245"/>
                  </a:lnTo>
                  <a:lnTo>
                    <a:pt x="534453" y="1127242"/>
                  </a:lnTo>
                  <a:lnTo>
                    <a:pt x="534435" y="1127230"/>
                  </a:lnTo>
                  <a:lnTo>
                    <a:pt x="534430" y="1127225"/>
                  </a:lnTo>
                  <a:lnTo>
                    <a:pt x="534428" y="1127219"/>
                  </a:lnTo>
                  <a:lnTo>
                    <a:pt x="534426" y="1127215"/>
                  </a:lnTo>
                  <a:lnTo>
                    <a:pt x="534424" y="1127211"/>
                  </a:lnTo>
                  <a:lnTo>
                    <a:pt x="534422" y="1127207"/>
                  </a:lnTo>
                  <a:lnTo>
                    <a:pt x="534418" y="1127203"/>
                  </a:lnTo>
                  <a:lnTo>
                    <a:pt x="534416" y="1127200"/>
                  </a:lnTo>
                  <a:lnTo>
                    <a:pt x="534412" y="1127197"/>
                  </a:lnTo>
                  <a:lnTo>
                    <a:pt x="534409" y="1127194"/>
                  </a:lnTo>
                  <a:lnTo>
                    <a:pt x="534405" y="1127190"/>
                  </a:lnTo>
                  <a:lnTo>
                    <a:pt x="534400" y="1127185"/>
                  </a:lnTo>
                  <a:lnTo>
                    <a:pt x="534396" y="1127181"/>
                  </a:lnTo>
                  <a:lnTo>
                    <a:pt x="534392" y="1127177"/>
                  </a:lnTo>
                  <a:lnTo>
                    <a:pt x="534388" y="1127173"/>
                  </a:lnTo>
                  <a:lnTo>
                    <a:pt x="534383" y="1127168"/>
                  </a:lnTo>
                  <a:lnTo>
                    <a:pt x="534379" y="1127164"/>
                  </a:lnTo>
                  <a:lnTo>
                    <a:pt x="534375" y="1127160"/>
                  </a:lnTo>
                  <a:lnTo>
                    <a:pt x="534370" y="1127157"/>
                  </a:lnTo>
                  <a:lnTo>
                    <a:pt x="534362" y="1127154"/>
                  </a:lnTo>
                  <a:lnTo>
                    <a:pt x="534355" y="1127151"/>
                  </a:lnTo>
                  <a:lnTo>
                    <a:pt x="534345" y="1127147"/>
                  </a:lnTo>
                  <a:lnTo>
                    <a:pt x="534333" y="1127142"/>
                  </a:lnTo>
                  <a:lnTo>
                    <a:pt x="534327" y="1127140"/>
                  </a:lnTo>
                  <a:lnTo>
                    <a:pt x="534322" y="1127140"/>
                  </a:lnTo>
                  <a:lnTo>
                    <a:pt x="534318" y="1127140"/>
                  </a:lnTo>
                  <a:lnTo>
                    <a:pt x="534314" y="1127141"/>
                  </a:lnTo>
                  <a:lnTo>
                    <a:pt x="534308" y="1127147"/>
                  </a:lnTo>
                  <a:lnTo>
                    <a:pt x="534304" y="1127152"/>
                  </a:lnTo>
                  <a:lnTo>
                    <a:pt x="534300" y="1127156"/>
                  </a:lnTo>
                  <a:lnTo>
                    <a:pt x="534294" y="1127165"/>
                  </a:lnTo>
                  <a:lnTo>
                    <a:pt x="534290" y="1127174"/>
                  </a:lnTo>
                  <a:lnTo>
                    <a:pt x="534288" y="1127179"/>
                  </a:lnTo>
                  <a:lnTo>
                    <a:pt x="534286" y="1127185"/>
                  </a:lnTo>
                  <a:lnTo>
                    <a:pt x="534280" y="1127192"/>
                  </a:lnTo>
                  <a:lnTo>
                    <a:pt x="534271" y="1127204"/>
                  </a:lnTo>
                  <a:lnTo>
                    <a:pt x="534264" y="1127209"/>
                  </a:lnTo>
                  <a:lnTo>
                    <a:pt x="534260" y="1127211"/>
                  </a:lnTo>
                  <a:lnTo>
                    <a:pt x="534249" y="1127219"/>
                  </a:lnTo>
                  <a:lnTo>
                    <a:pt x="534236" y="1127228"/>
                  </a:lnTo>
                  <a:lnTo>
                    <a:pt x="534224" y="1127237"/>
                  </a:lnTo>
                  <a:lnTo>
                    <a:pt x="534218" y="1127241"/>
                  </a:lnTo>
                  <a:lnTo>
                    <a:pt x="534211" y="1127242"/>
                  </a:lnTo>
                  <a:lnTo>
                    <a:pt x="534203" y="1127242"/>
                  </a:lnTo>
                  <a:lnTo>
                    <a:pt x="534186" y="1127241"/>
                  </a:lnTo>
                  <a:lnTo>
                    <a:pt x="534165" y="1127240"/>
                  </a:lnTo>
                  <a:lnTo>
                    <a:pt x="534149" y="1127238"/>
                  </a:lnTo>
                  <a:lnTo>
                    <a:pt x="534127" y="1127236"/>
                  </a:lnTo>
                  <a:lnTo>
                    <a:pt x="534122" y="1127235"/>
                  </a:lnTo>
                  <a:lnTo>
                    <a:pt x="534112" y="1127234"/>
                  </a:lnTo>
                  <a:lnTo>
                    <a:pt x="534106" y="1127233"/>
                  </a:lnTo>
                  <a:lnTo>
                    <a:pt x="534093" y="1127230"/>
                  </a:lnTo>
                  <a:lnTo>
                    <a:pt x="534086" y="1127228"/>
                  </a:lnTo>
                  <a:lnTo>
                    <a:pt x="534071" y="1127222"/>
                  </a:lnTo>
                  <a:lnTo>
                    <a:pt x="534056" y="1127214"/>
                  </a:lnTo>
                  <a:lnTo>
                    <a:pt x="534043" y="1127207"/>
                  </a:lnTo>
                  <a:lnTo>
                    <a:pt x="534036" y="1127204"/>
                  </a:lnTo>
                  <a:lnTo>
                    <a:pt x="534028" y="1127201"/>
                  </a:lnTo>
                  <a:lnTo>
                    <a:pt x="534002" y="1127195"/>
                  </a:lnTo>
                  <a:lnTo>
                    <a:pt x="533997" y="1127194"/>
                  </a:lnTo>
                  <a:lnTo>
                    <a:pt x="533993" y="1127193"/>
                  </a:lnTo>
                  <a:lnTo>
                    <a:pt x="533984" y="1127191"/>
                  </a:lnTo>
                  <a:lnTo>
                    <a:pt x="533979" y="1127190"/>
                  </a:lnTo>
                  <a:lnTo>
                    <a:pt x="533973" y="1127188"/>
                  </a:lnTo>
                  <a:lnTo>
                    <a:pt x="533963" y="1127182"/>
                  </a:lnTo>
                  <a:lnTo>
                    <a:pt x="533959" y="1127179"/>
                  </a:lnTo>
                  <a:lnTo>
                    <a:pt x="533944" y="1127165"/>
                  </a:lnTo>
                  <a:lnTo>
                    <a:pt x="533937" y="1127160"/>
                  </a:lnTo>
                  <a:lnTo>
                    <a:pt x="533933" y="1127156"/>
                  </a:lnTo>
                  <a:lnTo>
                    <a:pt x="533930" y="1127151"/>
                  </a:lnTo>
                  <a:lnTo>
                    <a:pt x="533926" y="1127151"/>
                  </a:lnTo>
                  <a:lnTo>
                    <a:pt x="533924" y="1127155"/>
                  </a:lnTo>
                  <a:lnTo>
                    <a:pt x="533924" y="1127160"/>
                  </a:lnTo>
                  <a:lnTo>
                    <a:pt x="533926" y="1127170"/>
                  </a:lnTo>
                  <a:lnTo>
                    <a:pt x="533926" y="1127182"/>
                  </a:lnTo>
                  <a:lnTo>
                    <a:pt x="533923" y="1127193"/>
                  </a:lnTo>
                  <a:lnTo>
                    <a:pt x="533919" y="1127198"/>
                  </a:lnTo>
                  <a:lnTo>
                    <a:pt x="533906" y="1127212"/>
                  </a:lnTo>
                  <a:lnTo>
                    <a:pt x="533886" y="1127230"/>
                  </a:lnTo>
                  <a:lnTo>
                    <a:pt x="533881" y="1127234"/>
                  </a:lnTo>
                  <a:lnTo>
                    <a:pt x="533872" y="1127241"/>
                  </a:lnTo>
                  <a:lnTo>
                    <a:pt x="533854" y="1127248"/>
                  </a:lnTo>
                  <a:lnTo>
                    <a:pt x="533836" y="1127251"/>
                  </a:lnTo>
                  <a:lnTo>
                    <a:pt x="533823" y="1127251"/>
                  </a:lnTo>
                  <a:lnTo>
                    <a:pt x="533813" y="1127249"/>
                  </a:lnTo>
                  <a:lnTo>
                    <a:pt x="533804" y="1127246"/>
                  </a:lnTo>
                  <a:lnTo>
                    <a:pt x="533798" y="1127244"/>
                  </a:lnTo>
                  <a:lnTo>
                    <a:pt x="533783" y="1127240"/>
                  </a:lnTo>
                  <a:lnTo>
                    <a:pt x="533767" y="1127238"/>
                  </a:lnTo>
                  <a:lnTo>
                    <a:pt x="533760" y="1127238"/>
                  </a:lnTo>
                  <a:lnTo>
                    <a:pt x="533754" y="1127238"/>
                  </a:lnTo>
                  <a:lnTo>
                    <a:pt x="533739" y="1127240"/>
                  </a:lnTo>
                  <a:lnTo>
                    <a:pt x="533729" y="1127242"/>
                  </a:lnTo>
                  <a:lnTo>
                    <a:pt x="533696" y="1127259"/>
                  </a:lnTo>
                  <a:lnTo>
                    <a:pt x="533684" y="1127265"/>
                  </a:lnTo>
                  <a:lnTo>
                    <a:pt x="533675" y="1127267"/>
                  </a:lnTo>
                  <a:lnTo>
                    <a:pt x="533671" y="1127268"/>
                  </a:lnTo>
                  <a:lnTo>
                    <a:pt x="533648" y="1127272"/>
                  </a:lnTo>
                  <a:lnTo>
                    <a:pt x="533626" y="1127277"/>
                  </a:lnTo>
                  <a:lnTo>
                    <a:pt x="533611" y="1127279"/>
                  </a:lnTo>
                  <a:lnTo>
                    <a:pt x="533605" y="1127280"/>
                  </a:lnTo>
                  <a:lnTo>
                    <a:pt x="533591" y="1127283"/>
                  </a:lnTo>
                  <a:lnTo>
                    <a:pt x="533570" y="1127285"/>
                  </a:lnTo>
                  <a:lnTo>
                    <a:pt x="533538" y="1127284"/>
                  </a:lnTo>
                  <a:lnTo>
                    <a:pt x="533530" y="1127283"/>
                  </a:lnTo>
                  <a:lnTo>
                    <a:pt x="533521" y="1127283"/>
                  </a:lnTo>
                  <a:lnTo>
                    <a:pt x="533512" y="1127283"/>
                  </a:lnTo>
                  <a:lnTo>
                    <a:pt x="533498" y="1127287"/>
                  </a:lnTo>
                  <a:lnTo>
                    <a:pt x="533482" y="1127292"/>
                  </a:lnTo>
                  <a:lnTo>
                    <a:pt x="533465" y="1127297"/>
                  </a:lnTo>
                  <a:lnTo>
                    <a:pt x="533461" y="1127300"/>
                  </a:lnTo>
                  <a:lnTo>
                    <a:pt x="533460" y="1127306"/>
                  </a:lnTo>
                  <a:lnTo>
                    <a:pt x="533460" y="1127319"/>
                  </a:lnTo>
                  <a:lnTo>
                    <a:pt x="533457" y="1127325"/>
                  </a:lnTo>
                  <a:lnTo>
                    <a:pt x="533450" y="1127328"/>
                  </a:lnTo>
                  <a:lnTo>
                    <a:pt x="533444" y="1127327"/>
                  </a:lnTo>
                  <a:lnTo>
                    <a:pt x="533439" y="1127325"/>
                  </a:lnTo>
                  <a:lnTo>
                    <a:pt x="533435" y="1127322"/>
                  </a:lnTo>
                  <a:lnTo>
                    <a:pt x="533424" y="1127313"/>
                  </a:lnTo>
                  <a:lnTo>
                    <a:pt x="533414" y="1127307"/>
                  </a:lnTo>
                  <a:lnTo>
                    <a:pt x="533401" y="1127296"/>
                  </a:lnTo>
                  <a:lnTo>
                    <a:pt x="533389" y="1127290"/>
                  </a:lnTo>
                  <a:lnTo>
                    <a:pt x="533382" y="1127284"/>
                  </a:lnTo>
                  <a:lnTo>
                    <a:pt x="533374" y="1127283"/>
                  </a:lnTo>
                  <a:lnTo>
                    <a:pt x="533370" y="1127292"/>
                  </a:lnTo>
                  <a:lnTo>
                    <a:pt x="533367" y="1127299"/>
                  </a:lnTo>
                  <a:lnTo>
                    <a:pt x="533359" y="1127305"/>
                  </a:lnTo>
                  <a:lnTo>
                    <a:pt x="533353" y="1127309"/>
                  </a:lnTo>
                  <a:lnTo>
                    <a:pt x="533346" y="1127317"/>
                  </a:lnTo>
                  <a:lnTo>
                    <a:pt x="533335" y="1127318"/>
                  </a:lnTo>
                  <a:lnTo>
                    <a:pt x="533324" y="1127320"/>
                  </a:lnTo>
                  <a:lnTo>
                    <a:pt x="533316" y="1127320"/>
                  </a:lnTo>
                  <a:lnTo>
                    <a:pt x="533309" y="1127320"/>
                  </a:lnTo>
                  <a:lnTo>
                    <a:pt x="533301" y="1127321"/>
                  </a:lnTo>
                  <a:lnTo>
                    <a:pt x="533295" y="1127320"/>
                  </a:lnTo>
                  <a:lnTo>
                    <a:pt x="533290" y="1127320"/>
                  </a:lnTo>
                  <a:lnTo>
                    <a:pt x="533266" y="1127316"/>
                  </a:lnTo>
                  <a:lnTo>
                    <a:pt x="533253" y="1127314"/>
                  </a:lnTo>
                  <a:lnTo>
                    <a:pt x="533246" y="1127314"/>
                  </a:lnTo>
                  <a:lnTo>
                    <a:pt x="533238" y="1127315"/>
                  </a:lnTo>
                  <a:lnTo>
                    <a:pt x="533231" y="1127317"/>
                  </a:lnTo>
                  <a:lnTo>
                    <a:pt x="533223" y="1127321"/>
                  </a:lnTo>
                  <a:lnTo>
                    <a:pt x="533215" y="1127327"/>
                  </a:lnTo>
                  <a:lnTo>
                    <a:pt x="533210" y="1127331"/>
                  </a:lnTo>
                  <a:lnTo>
                    <a:pt x="533203" y="1127335"/>
                  </a:lnTo>
                  <a:lnTo>
                    <a:pt x="533200" y="1127339"/>
                  </a:lnTo>
                  <a:lnTo>
                    <a:pt x="533195" y="1127339"/>
                  </a:lnTo>
                  <a:lnTo>
                    <a:pt x="533184" y="1127338"/>
                  </a:lnTo>
                  <a:lnTo>
                    <a:pt x="533178" y="1127336"/>
                  </a:lnTo>
                  <a:lnTo>
                    <a:pt x="533168" y="1127335"/>
                  </a:lnTo>
                  <a:lnTo>
                    <a:pt x="533162" y="1127335"/>
                  </a:lnTo>
                  <a:lnTo>
                    <a:pt x="533152" y="1127321"/>
                  </a:lnTo>
                  <a:lnTo>
                    <a:pt x="533149" y="1127315"/>
                  </a:lnTo>
                  <a:lnTo>
                    <a:pt x="533147" y="1127304"/>
                  </a:lnTo>
                  <a:lnTo>
                    <a:pt x="533146" y="1127298"/>
                  </a:lnTo>
                  <a:lnTo>
                    <a:pt x="533144" y="1127289"/>
                  </a:lnTo>
                  <a:lnTo>
                    <a:pt x="533141" y="1127282"/>
                  </a:lnTo>
                  <a:lnTo>
                    <a:pt x="533137" y="1127273"/>
                  </a:lnTo>
                  <a:lnTo>
                    <a:pt x="533136" y="1127265"/>
                  </a:lnTo>
                  <a:lnTo>
                    <a:pt x="533132" y="1127256"/>
                  </a:lnTo>
                  <a:lnTo>
                    <a:pt x="533127" y="1127251"/>
                  </a:lnTo>
                  <a:lnTo>
                    <a:pt x="533119" y="1127245"/>
                  </a:lnTo>
                  <a:lnTo>
                    <a:pt x="533115" y="1127243"/>
                  </a:lnTo>
                  <a:lnTo>
                    <a:pt x="533107" y="1127237"/>
                  </a:lnTo>
                  <a:lnTo>
                    <a:pt x="533100" y="1127231"/>
                  </a:lnTo>
                  <a:lnTo>
                    <a:pt x="533095" y="1127227"/>
                  </a:lnTo>
                  <a:lnTo>
                    <a:pt x="533092" y="1127223"/>
                  </a:lnTo>
                  <a:lnTo>
                    <a:pt x="533088" y="1127219"/>
                  </a:lnTo>
                  <a:lnTo>
                    <a:pt x="533083" y="1127216"/>
                  </a:lnTo>
                  <a:lnTo>
                    <a:pt x="533079" y="1127213"/>
                  </a:lnTo>
                  <a:lnTo>
                    <a:pt x="533071" y="1127211"/>
                  </a:lnTo>
                  <a:lnTo>
                    <a:pt x="533053" y="1127203"/>
                  </a:lnTo>
                  <a:lnTo>
                    <a:pt x="533046" y="1127199"/>
                  </a:lnTo>
                  <a:lnTo>
                    <a:pt x="533042" y="1127193"/>
                  </a:lnTo>
                  <a:lnTo>
                    <a:pt x="533036" y="1127189"/>
                  </a:lnTo>
                  <a:lnTo>
                    <a:pt x="533026" y="1127183"/>
                  </a:lnTo>
                  <a:lnTo>
                    <a:pt x="533017" y="1127177"/>
                  </a:lnTo>
                  <a:lnTo>
                    <a:pt x="533009" y="1127172"/>
                  </a:lnTo>
                  <a:lnTo>
                    <a:pt x="533004" y="1127168"/>
                  </a:lnTo>
                  <a:lnTo>
                    <a:pt x="532999" y="1127165"/>
                  </a:lnTo>
                  <a:lnTo>
                    <a:pt x="532992" y="1127161"/>
                  </a:lnTo>
                  <a:lnTo>
                    <a:pt x="532983" y="1127158"/>
                  </a:lnTo>
                  <a:lnTo>
                    <a:pt x="532975" y="1127154"/>
                  </a:lnTo>
                  <a:lnTo>
                    <a:pt x="532968" y="1127151"/>
                  </a:lnTo>
                  <a:lnTo>
                    <a:pt x="532964" y="1127148"/>
                  </a:lnTo>
                  <a:lnTo>
                    <a:pt x="532960" y="1127144"/>
                  </a:lnTo>
                  <a:lnTo>
                    <a:pt x="532954" y="1127139"/>
                  </a:lnTo>
                  <a:lnTo>
                    <a:pt x="532949" y="1127137"/>
                  </a:lnTo>
                  <a:lnTo>
                    <a:pt x="532943" y="1127135"/>
                  </a:lnTo>
                  <a:lnTo>
                    <a:pt x="532933" y="1127132"/>
                  </a:lnTo>
                  <a:lnTo>
                    <a:pt x="532923" y="1127127"/>
                  </a:lnTo>
                  <a:lnTo>
                    <a:pt x="532916" y="1127124"/>
                  </a:lnTo>
                  <a:lnTo>
                    <a:pt x="532907" y="1127119"/>
                  </a:lnTo>
                  <a:lnTo>
                    <a:pt x="532898" y="1127114"/>
                  </a:lnTo>
                  <a:lnTo>
                    <a:pt x="532887" y="1127109"/>
                  </a:lnTo>
                  <a:lnTo>
                    <a:pt x="532882" y="1127105"/>
                  </a:lnTo>
                  <a:lnTo>
                    <a:pt x="532877" y="1127098"/>
                  </a:lnTo>
                  <a:lnTo>
                    <a:pt x="532872" y="1127091"/>
                  </a:lnTo>
                  <a:lnTo>
                    <a:pt x="532869" y="1127085"/>
                  </a:lnTo>
                  <a:lnTo>
                    <a:pt x="532865" y="1127078"/>
                  </a:lnTo>
                  <a:lnTo>
                    <a:pt x="532862" y="1127072"/>
                  </a:lnTo>
                  <a:lnTo>
                    <a:pt x="532860" y="1127067"/>
                  </a:lnTo>
                  <a:lnTo>
                    <a:pt x="532856" y="1127059"/>
                  </a:lnTo>
                  <a:lnTo>
                    <a:pt x="532853" y="1127053"/>
                  </a:lnTo>
                  <a:lnTo>
                    <a:pt x="532849" y="1127049"/>
                  </a:lnTo>
                  <a:lnTo>
                    <a:pt x="532835" y="1127039"/>
                  </a:lnTo>
                  <a:lnTo>
                    <a:pt x="532828" y="1127033"/>
                  </a:lnTo>
                  <a:lnTo>
                    <a:pt x="532822" y="1127028"/>
                  </a:lnTo>
                  <a:lnTo>
                    <a:pt x="532815" y="1127025"/>
                  </a:lnTo>
                  <a:lnTo>
                    <a:pt x="532806" y="1127023"/>
                  </a:lnTo>
                  <a:lnTo>
                    <a:pt x="532793" y="1127021"/>
                  </a:lnTo>
                  <a:lnTo>
                    <a:pt x="532784" y="1127021"/>
                  </a:lnTo>
                  <a:lnTo>
                    <a:pt x="532773" y="1127019"/>
                  </a:lnTo>
                  <a:lnTo>
                    <a:pt x="532767" y="1127017"/>
                  </a:lnTo>
                  <a:lnTo>
                    <a:pt x="532758" y="1127016"/>
                  </a:lnTo>
                  <a:lnTo>
                    <a:pt x="532750" y="1127014"/>
                  </a:lnTo>
                  <a:lnTo>
                    <a:pt x="532742" y="1127014"/>
                  </a:lnTo>
                  <a:lnTo>
                    <a:pt x="532731" y="1127014"/>
                  </a:lnTo>
                  <a:lnTo>
                    <a:pt x="532725" y="1127014"/>
                  </a:lnTo>
                  <a:lnTo>
                    <a:pt x="532719" y="1127012"/>
                  </a:lnTo>
                  <a:lnTo>
                    <a:pt x="532715" y="1127005"/>
                  </a:lnTo>
                  <a:lnTo>
                    <a:pt x="532709" y="1126995"/>
                  </a:lnTo>
                  <a:lnTo>
                    <a:pt x="532701" y="1126984"/>
                  </a:lnTo>
                  <a:lnTo>
                    <a:pt x="532697" y="1126980"/>
                  </a:lnTo>
                  <a:lnTo>
                    <a:pt x="532694" y="1126976"/>
                  </a:lnTo>
                  <a:lnTo>
                    <a:pt x="532691" y="1126973"/>
                  </a:lnTo>
                  <a:lnTo>
                    <a:pt x="532686" y="1126970"/>
                  </a:lnTo>
                  <a:lnTo>
                    <a:pt x="532679" y="1126965"/>
                  </a:lnTo>
                  <a:lnTo>
                    <a:pt x="532667" y="1126954"/>
                  </a:lnTo>
                  <a:lnTo>
                    <a:pt x="532664" y="1126950"/>
                  </a:lnTo>
                  <a:lnTo>
                    <a:pt x="532662" y="1126946"/>
                  </a:lnTo>
                  <a:lnTo>
                    <a:pt x="532655" y="1126939"/>
                  </a:lnTo>
                  <a:lnTo>
                    <a:pt x="532647" y="1126928"/>
                  </a:lnTo>
                  <a:lnTo>
                    <a:pt x="532642" y="1126918"/>
                  </a:lnTo>
                  <a:lnTo>
                    <a:pt x="532640" y="1126912"/>
                  </a:lnTo>
                  <a:lnTo>
                    <a:pt x="532638" y="1126903"/>
                  </a:lnTo>
                  <a:lnTo>
                    <a:pt x="532637" y="1126897"/>
                  </a:lnTo>
                  <a:lnTo>
                    <a:pt x="532636" y="1126889"/>
                  </a:lnTo>
                  <a:lnTo>
                    <a:pt x="532633" y="1126876"/>
                  </a:lnTo>
                  <a:lnTo>
                    <a:pt x="532631" y="1126865"/>
                  </a:lnTo>
                  <a:lnTo>
                    <a:pt x="532630" y="1126856"/>
                  </a:lnTo>
                  <a:lnTo>
                    <a:pt x="532630" y="1126849"/>
                  </a:lnTo>
                  <a:lnTo>
                    <a:pt x="532632" y="1126841"/>
                  </a:lnTo>
                  <a:lnTo>
                    <a:pt x="532636" y="1126834"/>
                  </a:lnTo>
                  <a:lnTo>
                    <a:pt x="532641" y="1126818"/>
                  </a:lnTo>
                  <a:lnTo>
                    <a:pt x="532643" y="1126808"/>
                  </a:lnTo>
                  <a:lnTo>
                    <a:pt x="532647" y="1126797"/>
                  </a:lnTo>
                  <a:lnTo>
                    <a:pt x="532648" y="1126791"/>
                  </a:lnTo>
                  <a:lnTo>
                    <a:pt x="532647" y="1126783"/>
                  </a:lnTo>
                  <a:lnTo>
                    <a:pt x="532644" y="1126776"/>
                  </a:lnTo>
                  <a:lnTo>
                    <a:pt x="532639" y="1126767"/>
                  </a:lnTo>
                  <a:lnTo>
                    <a:pt x="532633" y="1126758"/>
                  </a:lnTo>
                  <a:lnTo>
                    <a:pt x="532625" y="1126749"/>
                  </a:lnTo>
                  <a:lnTo>
                    <a:pt x="532622" y="1126745"/>
                  </a:lnTo>
                  <a:lnTo>
                    <a:pt x="532620" y="1126740"/>
                  </a:lnTo>
                  <a:lnTo>
                    <a:pt x="532619" y="1126728"/>
                  </a:lnTo>
                  <a:lnTo>
                    <a:pt x="532620" y="1126715"/>
                  </a:lnTo>
                  <a:lnTo>
                    <a:pt x="532621" y="1126698"/>
                  </a:lnTo>
                  <a:lnTo>
                    <a:pt x="532620" y="1126677"/>
                  </a:lnTo>
                  <a:lnTo>
                    <a:pt x="532620" y="1126648"/>
                  </a:lnTo>
                  <a:lnTo>
                    <a:pt x="532622" y="1126628"/>
                  </a:lnTo>
                  <a:lnTo>
                    <a:pt x="532624" y="1126609"/>
                  </a:lnTo>
                  <a:lnTo>
                    <a:pt x="532625" y="1126601"/>
                  </a:lnTo>
                  <a:lnTo>
                    <a:pt x="532626" y="1126589"/>
                  </a:lnTo>
                  <a:lnTo>
                    <a:pt x="532626" y="1126583"/>
                  </a:lnTo>
                  <a:lnTo>
                    <a:pt x="532625" y="1126577"/>
                  </a:lnTo>
                  <a:lnTo>
                    <a:pt x="532624" y="1126572"/>
                  </a:lnTo>
                  <a:lnTo>
                    <a:pt x="532621" y="1126569"/>
                  </a:lnTo>
                  <a:lnTo>
                    <a:pt x="532615" y="1126567"/>
                  </a:lnTo>
                  <a:lnTo>
                    <a:pt x="532608" y="1126565"/>
                  </a:lnTo>
                  <a:lnTo>
                    <a:pt x="532601" y="1126563"/>
                  </a:lnTo>
                  <a:lnTo>
                    <a:pt x="532595" y="1126561"/>
                  </a:lnTo>
                  <a:lnTo>
                    <a:pt x="532589" y="1126561"/>
                  </a:lnTo>
                  <a:lnTo>
                    <a:pt x="532581" y="1126561"/>
                  </a:lnTo>
                  <a:lnTo>
                    <a:pt x="532572" y="1126564"/>
                  </a:lnTo>
                  <a:lnTo>
                    <a:pt x="532564" y="1126565"/>
                  </a:lnTo>
                  <a:lnTo>
                    <a:pt x="532547" y="1126571"/>
                  </a:lnTo>
                  <a:lnTo>
                    <a:pt x="532534" y="1126577"/>
                  </a:lnTo>
                  <a:lnTo>
                    <a:pt x="532519" y="1126584"/>
                  </a:lnTo>
                  <a:lnTo>
                    <a:pt x="532512" y="1126586"/>
                  </a:lnTo>
                  <a:lnTo>
                    <a:pt x="532506" y="1126586"/>
                  </a:lnTo>
                  <a:lnTo>
                    <a:pt x="532498" y="1126584"/>
                  </a:lnTo>
                  <a:lnTo>
                    <a:pt x="532490" y="1126582"/>
                  </a:lnTo>
                  <a:lnTo>
                    <a:pt x="532485" y="1126579"/>
                  </a:lnTo>
                  <a:lnTo>
                    <a:pt x="532475" y="1126573"/>
                  </a:lnTo>
                  <a:lnTo>
                    <a:pt x="532468" y="1126570"/>
                  </a:lnTo>
                  <a:lnTo>
                    <a:pt x="532457" y="1126567"/>
                  </a:lnTo>
                  <a:lnTo>
                    <a:pt x="532449" y="1126564"/>
                  </a:lnTo>
                  <a:lnTo>
                    <a:pt x="532441" y="1126562"/>
                  </a:lnTo>
                  <a:lnTo>
                    <a:pt x="532433" y="1126561"/>
                  </a:lnTo>
                  <a:lnTo>
                    <a:pt x="532423" y="1126560"/>
                  </a:lnTo>
                  <a:lnTo>
                    <a:pt x="532412" y="1126559"/>
                  </a:lnTo>
                  <a:lnTo>
                    <a:pt x="532391" y="1126556"/>
                  </a:lnTo>
                  <a:lnTo>
                    <a:pt x="532379" y="1126555"/>
                  </a:lnTo>
                  <a:lnTo>
                    <a:pt x="532373" y="1126553"/>
                  </a:lnTo>
                  <a:lnTo>
                    <a:pt x="532362" y="1126551"/>
                  </a:lnTo>
                  <a:lnTo>
                    <a:pt x="532348" y="1126549"/>
                  </a:lnTo>
                  <a:lnTo>
                    <a:pt x="532341" y="1126547"/>
                  </a:lnTo>
                  <a:lnTo>
                    <a:pt x="532333" y="1126547"/>
                  </a:lnTo>
                  <a:lnTo>
                    <a:pt x="532316" y="1126545"/>
                  </a:lnTo>
                  <a:lnTo>
                    <a:pt x="532300" y="1126542"/>
                  </a:lnTo>
                  <a:lnTo>
                    <a:pt x="532290" y="1126539"/>
                  </a:lnTo>
                  <a:lnTo>
                    <a:pt x="532283" y="1126537"/>
                  </a:lnTo>
                  <a:lnTo>
                    <a:pt x="532277" y="1126538"/>
                  </a:lnTo>
                  <a:lnTo>
                    <a:pt x="532271" y="1126540"/>
                  </a:lnTo>
                  <a:lnTo>
                    <a:pt x="532266" y="1126541"/>
                  </a:lnTo>
                  <a:lnTo>
                    <a:pt x="532256" y="1126546"/>
                  </a:lnTo>
                  <a:lnTo>
                    <a:pt x="532249" y="1126550"/>
                  </a:lnTo>
                  <a:lnTo>
                    <a:pt x="532238" y="1126556"/>
                  </a:lnTo>
                  <a:lnTo>
                    <a:pt x="532222" y="1126560"/>
                  </a:lnTo>
                  <a:lnTo>
                    <a:pt x="532211" y="1126559"/>
                  </a:lnTo>
                  <a:lnTo>
                    <a:pt x="532197" y="1126556"/>
                  </a:lnTo>
                  <a:lnTo>
                    <a:pt x="532193" y="1126555"/>
                  </a:lnTo>
                  <a:lnTo>
                    <a:pt x="532186" y="1126552"/>
                  </a:lnTo>
                  <a:lnTo>
                    <a:pt x="532180" y="1126549"/>
                  </a:lnTo>
                  <a:lnTo>
                    <a:pt x="532176" y="1126547"/>
                  </a:lnTo>
                  <a:lnTo>
                    <a:pt x="532168" y="1126543"/>
                  </a:lnTo>
                  <a:lnTo>
                    <a:pt x="532151" y="1126532"/>
                  </a:lnTo>
                  <a:lnTo>
                    <a:pt x="532141" y="1126526"/>
                  </a:lnTo>
                  <a:lnTo>
                    <a:pt x="532137" y="1126523"/>
                  </a:lnTo>
                  <a:lnTo>
                    <a:pt x="532131" y="1126518"/>
                  </a:lnTo>
                  <a:lnTo>
                    <a:pt x="532126" y="1126515"/>
                  </a:lnTo>
                  <a:lnTo>
                    <a:pt x="532122" y="1126511"/>
                  </a:lnTo>
                  <a:lnTo>
                    <a:pt x="532118" y="1126506"/>
                  </a:lnTo>
                  <a:lnTo>
                    <a:pt x="532110" y="1126503"/>
                  </a:lnTo>
                  <a:lnTo>
                    <a:pt x="532104" y="1126500"/>
                  </a:lnTo>
                  <a:lnTo>
                    <a:pt x="532099" y="1126495"/>
                  </a:lnTo>
                  <a:lnTo>
                    <a:pt x="532093" y="1126490"/>
                  </a:lnTo>
                  <a:lnTo>
                    <a:pt x="532082" y="1126484"/>
                  </a:lnTo>
                  <a:lnTo>
                    <a:pt x="532078" y="1126482"/>
                  </a:lnTo>
                  <a:lnTo>
                    <a:pt x="532073" y="1126479"/>
                  </a:lnTo>
                  <a:lnTo>
                    <a:pt x="532068" y="1126477"/>
                  </a:lnTo>
                  <a:lnTo>
                    <a:pt x="532063" y="1126475"/>
                  </a:lnTo>
                  <a:lnTo>
                    <a:pt x="532055" y="1126474"/>
                  </a:lnTo>
                  <a:lnTo>
                    <a:pt x="532044" y="1126472"/>
                  </a:lnTo>
                  <a:lnTo>
                    <a:pt x="532038" y="1126471"/>
                  </a:lnTo>
                  <a:lnTo>
                    <a:pt x="532032" y="1126471"/>
                  </a:lnTo>
                  <a:lnTo>
                    <a:pt x="532028" y="1126471"/>
                  </a:lnTo>
                  <a:lnTo>
                    <a:pt x="532021" y="1126471"/>
                  </a:lnTo>
                  <a:lnTo>
                    <a:pt x="532013" y="1126468"/>
                  </a:lnTo>
                  <a:lnTo>
                    <a:pt x="532006" y="1126466"/>
                  </a:lnTo>
                  <a:lnTo>
                    <a:pt x="531995" y="1126459"/>
                  </a:lnTo>
                  <a:lnTo>
                    <a:pt x="531988" y="1126456"/>
                  </a:lnTo>
                  <a:lnTo>
                    <a:pt x="531983" y="1126456"/>
                  </a:lnTo>
                  <a:lnTo>
                    <a:pt x="531978" y="1126457"/>
                  </a:lnTo>
                  <a:lnTo>
                    <a:pt x="531974" y="1126462"/>
                  </a:lnTo>
                  <a:lnTo>
                    <a:pt x="531971" y="1126465"/>
                  </a:lnTo>
                  <a:lnTo>
                    <a:pt x="531965" y="1126468"/>
                  </a:lnTo>
                  <a:lnTo>
                    <a:pt x="531961" y="1126475"/>
                  </a:lnTo>
                  <a:lnTo>
                    <a:pt x="531958" y="1126481"/>
                  </a:lnTo>
                  <a:lnTo>
                    <a:pt x="531954" y="1126487"/>
                  </a:lnTo>
                  <a:lnTo>
                    <a:pt x="531949" y="1126489"/>
                  </a:lnTo>
                  <a:lnTo>
                    <a:pt x="531939" y="1126494"/>
                  </a:lnTo>
                  <a:lnTo>
                    <a:pt x="531928" y="1126498"/>
                  </a:lnTo>
                  <a:lnTo>
                    <a:pt x="531916" y="1126502"/>
                  </a:lnTo>
                  <a:lnTo>
                    <a:pt x="531910" y="1126505"/>
                  </a:lnTo>
                  <a:lnTo>
                    <a:pt x="531905" y="1126508"/>
                  </a:lnTo>
                  <a:lnTo>
                    <a:pt x="531900" y="1126511"/>
                  </a:lnTo>
                  <a:lnTo>
                    <a:pt x="531894" y="1126514"/>
                  </a:lnTo>
                  <a:lnTo>
                    <a:pt x="531888" y="1126516"/>
                  </a:lnTo>
                  <a:lnTo>
                    <a:pt x="531879" y="1126515"/>
                  </a:lnTo>
                  <a:lnTo>
                    <a:pt x="531868" y="1126511"/>
                  </a:lnTo>
                  <a:lnTo>
                    <a:pt x="531864" y="1126509"/>
                  </a:lnTo>
                  <a:lnTo>
                    <a:pt x="531859" y="1126508"/>
                  </a:lnTo>
                  <a:lnTo>
                    <a:pt x="531849" y="1126506"/>
                  </a:lnTo>
                  <a:lnTo>
                    <a:pt x="531843" y="1126505"/>
                  </a:lnTo>
                  <a:lnTo>
                    <a:pt x="531835" y="1126504"/>
                  </a:lnTo>
                  <a:lnTo>
                    <a:pt x="531827" y="1126502"/>
                  </a:lnTo>
                  <a:lnTo>
                    <a:pt x="531820" y="1126498"/>
                  </a:lnTo>
                  <a:lnTo>
                    <a:pt x="531809" y="1126491"/>
                  </a:lnTo>
                  <a:lnTo>
                    <a:pt x="531801" y="1126485"/>
                  </a:lnTo>
                  <a:lnTo>
                    <a:pt x="531796" y="1126480"/>
                  </a:lnTo>
                  <a:lnTo>
                    <a:pt x="531792" y="1126477"/>
                  </a:lnTo>
                  <a:lnTo>
                    <a:pt x="531786" y="1126474"/>
                  </a:lnTo>
                  <a:lnTo>
                    <a:pt x="531780" y="1126473"/>
                  </a:lnTo>
                  <a:lnTo>
                    <a:pt x="531775" y="1126471"/>
                  </a:lnTo>
                  <a:lnTo>
                    <a:pt x="531768" y="1126468"/>
                  </a:lnTo>
                  <a:lnTo>
                    <a:pt x="531762" y="1126465"/>
                  </a:lnTo>
                  <a:lnTo>
                    <a:pt x="531755" y="1126462"/>
                  </a:lnTo>
                  <a:lnTo>
                    <a:pt x="531745" y="1126456"/>
                  </a:lnTo>
                  <a:lnTo>
                    <a:pt x="531728" y="1126451"/>
                  </a:lnTo>
                  <a:lnTo>
                    <a:pt x="531714" y="1126448"/>
                  </a:lnTo>
                  <a:lnTo>
                    <a:pt x="531708" y="1126447"/>
                  </a:lnTo>
                  <a:lnTo>
                    <a:pt x="531685" y="1126448"/>
                  </a:lnTo>
                  <a:lnTo>
                    <a:pt x="531670" y="1126449"/>
                  </a:lnTo>
                  <a:lnTo>
                    <a:pt x="531659" y="1126448"/>
                  </a:lnTo>
                  <a:lnTo>
                    <a:pt x="531642" y="1126445"/>
                  </a:lnTo>
                  <a:lnTo>
                    <a:pt x="531625" y="1126441"/>
                  </a:lnTo>
                  <a:lnTo>
                    <a:pt x="531606" y="1126435"/>
                  </a:lnTo>
                  <a:lnTo>
                    <a:pt x="531596" y="1126431"/>
                  </a:lnTo>
                  <a:lnTo>
                    <a:pt x="531585" y="1126427"/>
                  </a:lnTo>
                  <a:lnTo>
                    <a:pt x="531568" y="1126420"/>
                  </a:lnTo>
                  <a:lnTo>
                    <a:pt x="531550" y="1126412"/>
                  </a:lnTo>
                  <a:lnTo>
                    <a:pt x="531536" y="1126405"/>
                  </a:lnTo>
                  <a:lnTo>
                    <a:pt x="531516" y="1126395"/>
                  </a:lnTo>
                  <a:lnTo>
                    <a:pt x="531506" y="1126391"/>
                  </a:lnTo>
                  <a:lnTo>
                    <a:pt x="531494" y="1126385"/>
                  </a:lnTo>
                  <a:lnTo>
                    <a:pt x="531480" y="1126377"/>
                  </a:lnTo>
                  <a:lnTo>
                    <a:pt x="531460" y="1126366"/>
                  </a:lnTo>
                  <a:lnTo>
                    <a:pt x="531454" y="1126363"/>
                  </a:lnTo>
                  <a:lnTo>
                    <a:pt x="531448" y="1126361"/>
                  </a:lnTo>
                  <a:lnTo>
                    <a:pt x="531438" y="1126358"/>
                  </a:lnTo>
                  <a:lnTo>
                    <a:pt x="531428" y="1126356"/>
                  </a:lnTo>
                  <a:lnTo>
                    <a:pt x="531422" y="1126356"/>
                  </a:lnTo>
                  <a:lnTo>
                    <a:pt x="531406" y="1126354"/>
                  </a:lnTo>
                  <a:lnTo>
                    <a:pt x="531387" y="1126355"/>
                  </a:lnTo>
                  <a:lnTo>
                    <a:pt x="531378" y="1126355"/>
                  </a:lnTo>
                  <a:lnTo>
                    <a:pt x="531371" y="1126356"/>
                  </a:lnTo>
                  <a:lnTo>
                    <a:pt x="531363" y="1126356"/>
                  </a:lnTo>
                  <a:lnTo>
                    <a:pt x="531352" y="1126353"/>
                  </a:lnTo>
                  <a:lnTo>
                    <a:pt x="531344" y="1126350"/>
                  </a:lnTo>
                  <a:lnTo>
                    <a:pt x="531314" y="1126338"/>
                  </a:lnTo>
                  <a:lnTo>
                    <a:pt x="531282" y="1126322"/>
                  </a:lnTo>
                  <a:lnTo>
                    <a:pt x="531261" y="1126315"/>
                  </a:lnTo>
                  <a:lnTo>
                    <a:pt x="531251" y="1126310"/>
                  </a:lnTo>
                  <a:lnTo>
                    <a:pt x="531240" y="1126301"/>
                  </a:lnTo>
                  <a:lnTo>
                    <a:pt x="531220" y="1126287"/>
                  </a:lnTo>
                  <a:lnTo>
                    <a:pt x="531212" y="1126280"/>
                  </a:lnTo>
                  <a:lnTo>
                    <a:pt x="531204" y="1126275"/>
                  </a:lnTo>
                  <a:lnTo>
                    <a:pt x="531196" y="1126270"/>
                  </a:lnTo>
                  <a:lnTo>
                    <a:pt x="531190" y="1126264"/>
                  </a:lnTo>
                  <a:lnTo>
                    <a:pt x="531186" y="1126262"/>
                  </a:lnTo>
                  <a:lnTo>
                    <a:pt x="531182" y="1126260"/>
                  </a:lnTo>
                  <a:lnTo>
                    <a:pt x="531167" y="1126257"/>
                  </a:lnTo>
                  <a:lnTo>
                    <a:pt x="531163" y="1126256"/>
                  </a:lnTo>
                  <a:lnTo>
                    <a:pt x="531157" y="1126255"/>
                  </a:lnTo>
                  <a:lnTo>
                    <a:pt x="531151" y="1126254"/>
                  </a:lnTo>
                  <a:lnTo>
                    <a:pt x="531146" y="1126254"/>
                  </a:lnTo>
                  <a:lnTo>
                    <a:pt x="531141" y="1126255"/>
                  </a:lnTo>
                  <a:lnTo>
                    <a:pt x="531136" y="1126258"/>
                  </a:lnTo>
                  <a:lnTo>
                    <a:pt x="531128" y="1126261"/>
                  </a:lnTo>
                  <a:lnTo>
                    <a:pt x="531124" y="1126263"/>
                  </a:lnTo>
                  <a:lnTo>
                    <a:pt x="531116" y="1126270"/>
                  </a:lnTo>
                  <a:lnTo>
                    <a:pt x="531106" y="1126280"/>
                  </a:lnTo>
                  <a:lnTo>
                    <a:pt x="531101" y="1126284"/>
                  </a:lnTo>
                  <a:lnTo>
                    <a:pt x="531097" y="1126286"/>
                  </a:lnTo>
                  <a:lnTo>
                    <a:pt x="531093" y="1126288"/>
                  </a:lnTo>
                  <a:lnTo>
                    <a:pt x="531087" y="1126290"/>
                  </a:lnTo>
                  <a:lnTo>
                    <a:pt x="531079" y="1126291"/>
                  </a:lnTo>
                  <a:lnTo>
                    <a:pt x="531075" y="1126291"/>
                  </a:lnTo>
                  <a:lnTo>
                    <a:pt x="531066" y="1126290"/>
                  </a:lnTo>
                  <a:lnTo>
                    <a:pt x="531058" y="1126289"/>
                  </a:lnTo>
                  <a:lnTo>
                    <a:pt x="531053" y="1126287"/>
                  </a:lnTo>
                  <a:lnTo>
                    <a:pt x="531049" y="1126285"/>
                  </a:lnTo>
                  <a:lnTo>
                    <a:pt x="531042" y="1126279"/>
                  </a:lnTo>
                  <a:lnTo>
                    <a:pt x="531038" y="1126275"/>
                  </a:lnTo>
                  <a:lnTo>
                    <a:pt x="531034" y="1126272"/>
                  </a:lnTo>
                  <a:lnTo>
                    <a:pt x="531021" y="1126265"/>
                  </a:lnTo>
                  <a:lnTo>
                    <a:pt x="531005" y="1126255"/>
                  </a:lnTo>
                  <a:lnTo>
                    <a:pt x="530986" y="1126246"/>
                  </a:lnTo>
                  <a:lnTo>
                    <a:pt x="530972" y="1126240"/>
                  </a:lnTo>
                  <a:lnTo>
                    <a:pt x="530965" y="1126238"/>
                  </a:lnTo>
                  <a:lnTo>
                    <a:pt x="530958" y="1126238"/>
                  </a:lnTo>
                  <a:lnTo>
                    <a:pt x="530954" y="1126238"/>
                  </a:lnTo>
                  <a:lnTo>
                    <a:pt x="530948" y="1126239"/>
                  </a:lnTo>
                  <a:lnTo>
                    <a:pt x="530942" y="1126240"/>
                  </a:lnTo>
                  <a:lnTo>
                    <a:pt x="530932" y="1126243"/>
                  </a:lnTo>
                  <a:lnTo>
                    <a:pt x="530921" y="1126246"/>
                  </a:lnTo>
                  <a:lnTo>
                    <a:pt x="530908" y="1126251"/>
                  </a:lnTo>
                  <a:lnTo>
                    <a:pt x="530904" y="1126252"/>
                  </a:lnTo>
                  <a:lnTo>
                    <a:pt x="530898" y="1126254"/>
                  </a:lnTo>
                  <a:lnTo>
                    <a:pt x="530892" y="1126256"/>
                  </a:lnTo>
                  <a:lnTo>
                    <a:pt x="530882" y="1126260"/>
                  </a:lnTo>
                  <a:lnTo>
                    <a:pt x="530876" y="1126262"/>
                  </a:lnTo>
                  <a:lnTo>
                    <a:pt x="530860" y="1126268"/>
                  </a:lnTo>
                  <a:lnTo>
                    <a:pt x="530854" y="1126271"/>
                  </a:lnTo>
                  <a:lnTo>
                    <a:pt x="530850" y="1126274"/>
                  </a:lnTo>
                  <a:lnTo>
                    <a:pt x="530846" y="1126278"/>
                  </a:lnTo>
                  <a:lnTo>
                    <a:pt x="530842" y="1126283"/>
                  </a:lnTo>
                  <a:lnTo>
                    <a:pt x="530837" y="1126290"/>
                  </a:lnTo>
                  <a:lnTo>
                    <a:pt x="530827" y="1126299"/>
                  </a:lnTo>
                  <a:lnTo>
                    <a:pt x="530823" y="1126303"/>
                  </a:lnTo>
                  <a:lnTo>
                    <a:pt x="530817" y="1126308"/>
                  </a:lnTo>
                  <a:lnTo>
                    <a:pt x="530810" y="1126315"/>
                  </a:lnTo>
                  <a:lnTo>
                    <a:pt x="530807" y="1126323"/>
                  </a:lnTo>
                  <a:lnTo>
                    <a:pt x="530804" y="1126330"/>
                  </a:lnTo>
                  <a:lnTo>
                    <a:pt x="530803" y="1126336"/>
                  </a:lnTo>
                  <a:lnTo>
                    <a:pt x="530801" y="1126344"/>
                  </a:lnTo>
                  <a:lnTo>
                    <a:pt x="530799" y="1126353"/>
                  </a:lnTo>
                  <a:lnTo>
                    <a:pt x="530796" y="1126368"/>
                  </a:lnTo>
                  <a:lnTo>
                    <a:pt x="530793" y="1126374"/>
                  </a:lnTo>
                  <a:lnTo>
                    <a:pt x="530788" y="1126381"/>
                  </a:lnTo>
                  <a:lnTo>
                    <a:pt x="530781" y="1126386"/>
                  </a:lnTo>
                  <a:lnTo>
                    <a:pt x="530775" y="1126388"/>
                  </a:lnTo>
                  <a:lnTo>
                    <a:pt x="530769" y="1126389"/>
                  </a:lnTo>
                  <a:lnTo>
                    <a:pt x="530764" y="1126390"/>
                  </a:lnTo>
                  <a:lnTo>
                    <a:pt x="530760" y="1126393"/>
                  </a:lnTo>
                  <a:lnTo>
                    <a:pt x="530750" y="1126404"/>
                  </a:lnTo>
                  <a:lnTo>
                    <a:pt x="530746" y="1126408"/>
                  </a:lnTo>
                  <a:lnTo>
                    <a:pt x="530739" y="1126415"/>
                  </a:lnTo>
                  <a:lnTo>
                    <a:pt x="530733" y="1126423"/>
                  </a:lnTo>
                  <a:lnTo>
                    <a:pt x="530725" y="1126434"/>
                  </a:lnTo>
                  <a:lnTo>
                    <a:pt x="530721" y="1126439"/>
                  </a:lnTo>
                  <a:lnTo>
                    <a:pt x="530716" y="1126446"/>
                  </a:lnTo>
                  <a:lnTo>
                    <a:pt x="530712" y="1126452"/>
                  </a:lnTo>
                  <a:lnTo>
                    <a:pt x="530707" y="1126463"/>
                  </a:lnTo>
                  <a:lnTo>
                    <a:pt x="530704" y="1126469"/>
                  </a:lnTo>
                  <a:lnTo>
                    <a:pt x="530700" y="1126473"/>
                  </a:lnTo>
                  <a:lnTo>
                    <a:pt x="530694" y="1126478"/>
                  </a:lnTo>
                  <a:lnTo>
                    <a:pt x="530687" y="1126483"/>
                  </a:lnTo>
                  <a:lnTo>
                    <a:pt x="530681" y="1126488"/>
                  </a:lnTo>
                  <a:lnTo>
                    <a:pt x="530670" y="1126496"/>
                  </a:lnTo>
                  <a:lnTo>
                    <a:pt x="530649" y="1126510"/>
                  </a:lnTo>
                  <a:lnTo>
                    <a:pt x="530643" y="1126515"/>
                  </a:lnTo>
                  <a:lnTo>
                    <a:pt x="530635" y="1126518"/>
                  </a:lnTo>
                  <a:lnTo>
                    <a:pt x="530631" y="1126519"/>
                  </a:lnTo>
                  <a:lnTo>
                    <a:pt x="530625" y="1126519"/>
                  </a:lnTo>
                  <a:lnTo>
                    <a:pt x="530618" y="1126520"/>
                  </a:lnTo>
                  <a:lnTo>
                    <a:pt x="530613" y="1126522"/>
                  </a:lnTo>
                  <a:lnTo>
                    <a:pt x="530603" y="1126525"/>
                  </a:lnTo>
                  <a:lnTo>
                    <a:pt x="530594" y="1126533"/>
                  </a:lnTo>
                  <a:lnTo>
                    <a:pt x="530587" y="1126540"/>
                  </a:lnTo>
                  <a:lnTo>
                    <a:pt x="530579" y="1126549"/>
                  </a:lnTo>
                  <a:lnTo>
                    <a:pt x="530565" y="1126561"/>
                  </a:lnTo>
                  <a:lnTo>
                    <a:pt x="530559" y="1126567"/>
                  </a:lnTo>
                  <a:lnTo>
                    <a:pt x="530554" y="1126572"/>
                  </a:lnTo>
                  <a:lnTo>
                    <a:pt x="530549" y="1126575"/>
                  </a:lnTo>
                  <a:lnTo>
                    <a:pt x="530542" y="1126579"/>
                  </a:lnTo>
                  <a:lnTo>
                    <a:pt x="530534" y="1126583"/>
                  </a:lnTo>
                  <a:lnTo>
                    <a:pt x="530528" y="1126583"/>
                  </a:lnTo>
                  <a:lnTo>
                    <a:pt x="530518" y="1126583"/>
                  </a:lnTo>
                  <a:lnTo>
                    <a:pt x="530515" y="1126582"/>
                  </a:lnTo>
                  <a:lnTo>
                    <a:pt x="530509" y="1126579"/>
                  </a:lnTo>
                  <a:lnTo>
                    <a:pt x="530503" y="1126575"/>
                  </a:lnTo>
                  <a:lnTo>
                    <a:pt x="530499" y="1126573"/>
                  </a:lnTo>
                  <a:lnTo>
                    <a:pt x="530489" y="1126568"/>
                  </a:lnTo>
                  <a:lnTo>
                    <a:pt x="530478" y="1126564"/>
                  </a:lnTo>
                  <a:lnTo>
                    <a:pt x="530474" y="1126562"/>
                  </a:lnTo>
                  <a:lnTo>
                    <a:pt x="530469" y="1126562"/>
                  </a:lnTo>
                  <a:lnTo>
                    <a:pt x="530464" y="1126563"/>
                  </a:lnTo>
                  <a:lnTo>
                    <a:pt x="530455" y="1126565"/>
                  </a:lnTo>
                  <a:lnTo>
                    <a:pt x="530450" y="1126566"/>
                  </a:lnTo>
                  <a:lnTo>
                    <a:pt x="530443" y="1126565"/>
                  </a:lnTo>
                  <a:lnTo>
                    <a:pt x="530430" y="1126563"/>
                  </a:lnTo>
                  <a:lnTo>
                    <a:pt x="530413" y="1126559"/>
                  </a:lnTo>
                  <a:lnTo>
                    <a:pt x="530407" y="1126560"/>
                  </a:lnTo>
                  <a:lnTo>
                    <a:pt x="530402" y="1126562"/>
                  </a:lnTo>
                  <a:lnTo>
                    <a:pt x="530377" y="1126575"/>
                  </a:lnTo>
                  <a:lnTo>
                    <a:pt x="530359" y="1126586"/>
                  </a:lnTo>
                  <a:lnTo>
                    <a:pt x="530345" y="1126593"/>
                  </a:lnTo>
                  <a:lnTo>
                    <a:pt x="530338" y="1126596"/>
                  </a:lnTo>
                  <a:lnTo>
                    <a:pt x="530331" y="1126599"/>
                  </a:lnTo>
                  <a:lnTo>
                    <a:pt x="530310" y="1126604"/>
                  </a:lnTo>
                  <a:lnTo>
                    <a:pt x="530300" y="1126606"/>
                  </a:lnTo>
                  <a:lnTo>
                    <a:pt x="530295" y="1126607"/>
                  </a:lnTo>
                  <a:lnTo>
                    <a:pt x="530288" y="1126610"/>
                  </a:lnTo>
                  <a:lnTo>
                    <a:pt x="530269" y="1126620"/>
                  </a:lnTo>
                  <a:lnTo>
                    <a:pt x="530243" y="1126632"/>
                  </a:lnTo>
                  <a:lnTo>
                    <a:pt x="530210" y="1126653"/>
                  </a:lnTo>
                  <a:lnTo>
                    <a:pt x="530194" y="1126663"/>
                  </a:lnTo>
                  <a:lnTo>
                    <a:pt x="530188" y="1126666"/>
                  </a:lnTo>
                  <a:lnTo>
                    <a:pt x="530175" y="1126670"/>
                  </a:lnTo>
                  <a:lnTo>
                    <a:pt x="530155" y="1126678"/>
                  </a:lnTo>
                  <a:lnTo>
                    <a:pt x="530144" y="1126683"/>
                  </a:lnTo>
                  <a:lnTo>
                    <a:pt x="530126" y="1126695"/>
                  </a:lnTo>
                  <a:lnTo>
                    <a:pt x="530110" y="1126707"/>
                  </a:lnTo>
                  <a:lnTo>
                    <a:pt x="530106" y="1126711"/>
                  </a:lnTo>
                  <a:lnTo>
                    <a:pt x="530100" y="1126718"/>
                  </a:lnTo>
                  <a:lnTo>
                    <a:pt x="530094" y="1126726"/>
                  </a:lnTo>
                  <a:lnTo>
                    <a:pt x="530081" y="1126758"/>
                  </a:lnTo>
                  <a:lnTo>
                    <a:pt x="530068" y="1126790"/>
                  </a:lnTo>
                  <a:lnTo>
                    <a:pt x="530061" y="1126807"/>
                  </a:lnTo>
                  <a:lnTo>
                    <a:pt x="530058" y="1126813"/>
                  </a:lnTo>
                  <a:lnTo>
                    <a:pt x="530056" y="1126822"/>
                  </a:lnTo>
                  <a:lnTo>
                    <a:pt x="530055" y="1126830"/>
                  </a:lnTo>
                  <a:lnTo>
                    <a:pt x="530055" y="1126843"/>
                  </a:lnTo>
                  <a:lnTo>
                    <a:pt x="530053" y="1126858"/>
                  </a:lnTo>
                  <a:lnTo>
                    <a:pt x="530053" y="1126863"/>
                  </a:lnTo>
                  <a:lnTo>
                    <a:pt x="530052" y="1126871"/>
                  </a:lnTo>
                  <a:lnTo>
                    <a:pt x="530049" y="1126880"/>
                  </a:lnTo>
                  <a:lnTo>
                    <a:pt x="530042" y="1126896"/>
                  </a:lnTo>
                  <a:lnTo>
                    <a:pt x="530036" y="1126909"/>
                  </a:lnTo>
                  <a:lnTo>
                    <a:pt x="530023" y="1126933"/>
                  </a:lnTo>
                  <a:lnTo>
                    <a:pt x="530015" y="1126950"/>
                  </a:lnTo>
                  <a:lnTo>
                    <a:pt x="530013" y="1126955"/>
                  </a:lnTo>
                  <a:lnTo>
                    <a:pt x="530012" y="1126960"/>
                  </a:lnTo>
                  <a:lnTo>
                    <a:pt x="530010" y="1126996"/>
                  </a:lnTo>
                  <a:lnTo>
                    <a:pt x="530009" y="1127004"/>
                  </a:lnTo>
                  <a:lnTo>
                    <a:pt x="530006" y="1127011"/>
                  </a:lnTo>
                  <a:lnTo>
                    <a:pt x="530001" y="1127018"/>
                  </a:lnTo>
                  <a:lnTo>
                    <a:pt x="529987" y="1127032"/>
                  </a:lnTo>
                  <a:lnTo>
                    <a:pt x="529979" y="1127040"/>
                  </a:lnTo>
                  <a:lnTo>
                    <a:pt x="529971" y="1127044"/>
                  </a:lnTo>
                  <a:lnTo>
                    <a:pt x="529960" y="1127048"/>
                  </a:lnTo>
                  <a:lnTo>
                    <a:pt x="529951" y="1127051"/>
                  </a:lnTo>
                  <a:lnTo>
                    <a:pt x="529941" y="1127055"/>
                  </a:lnTo>
                  <a:lnTo>
                    <a:pt x="529933" y="1127060"/>
                  </a:lnTo>
                  <a:lnTo>
                    <a:pt x="529929" y="1127062"/>
                  </a:lnTo>
                  <a:lnTo>
                    <a:pt x="529923" y="1127070"/>
                  </a:lnTo>
                  <a:lnTo>
                    <a:pt x="529915" y="1127080"/>
                  </a:lnTo>
                  <a:lnTo>
                    <a:pt x="529905" y="1127093"/>
                  </a:lnTo>
                  <a:lnTo>
                    <a:pt x="529896" y="1127105"/>
                  </a:lnTo>
                  <a:lnTo>
                    <a:pt x="529879" y="1127123"/>
                  </a:lnTo>
                  <a:lnTo>
                    <a:pt x="529871" y="1127133"/>
                  </a:lnTo>
                  <a:lnTo>
                    <a:pt x="529863" y="1127139"/>
                  </a:lnTo>
                  <a:lnTo>
                    <a:pt x="529854" y="1127148"/>
                  </a:lnTo>
                  <a:lnTo>
                    <a:pt x="529842" y="1127160"/>
                  </a:lnTo>
                  <a:lnTo>
                    <a:pt x="529834" y="1127171"/>
                  </a:lnTo>
                  <a:lnTo>
                    <a:pt x="529821" y="1127185"/>
                  </a:lnTo>
                  <a:lnTo>
                    <a:pt x="529810" y="1127200"/>
                  </a:lnTo>
                  <a:lnTo>
                    <a:pt x="529800" y="1127212"/>
                  </a:lnTo>
                  <a:lnTo>
                    <a:pt x="529788" y="1127227"/>
                  </a:lnTo>
                  <a:lnTo>
                    <a:pt x="529768" y="1127249"/>
                  </a:lnTo>
                  <a:lnTo>
                    <a:pt x="529750" y="1127269"/>
                  </a:lnTo>
                  <a:lnTo>
                    <a:pt x="529738" y="1127283"/>
                  </a:lnTo>
                  <a:lnTo>
                    <a:pt x="529726" y="1127301"/>
                  </a:lnTo>
                  <a:lnTo>
                    <a:pt x="529718" y="1127312"/>
                  </a:lnTo>
                  <a:lnTo>
                    <a:pt x="529710" y="1127326"/>
                  </a:lnTo>
                  <a:lnTo>
                    <a:pt x="529706" y="1127338"/>
                  </a:lnTo>
                  <a:lnTo>
                    <a:pt x="529704" y="1127353"/>
                  </a:lnTo>
                  <a:lnTo>
                    <a:pt x="529700" y="1127377"/>
                  </a:lnTo>
                  <a:lnTo>
                    <a:pt x="529696" y="1127399"/>
                  </a:lnTo>
                  <a:lnTo>
                    <a:pt x="529689" y="1127436"/>
                  </a:lnTo>
                  <a:lnTo>
                    <a:pt x="529685" y="1127452"/>
                  </a:lnTo>
                  <a:lnTo>
                    <a:pt x="529676" y="1127474"/>
                  </a:lnTo>
                  <a:lnTo>
                    <a:pt x="529674" y="1127480"/>
                  </a:lnTo>
                  <a:lnTo>
                    <a:pt x="529671" y="1127488"/>
                  </a:lnTo>
                  <a:lnTo>
                    <a:pt x="529667" y="1127495"/>
                  </a:lnTo>
                  <a:lnTo>
                    <a:pt x="529664" y="1127500"/>
                  </a:lnTo>
                  <a:lnTo>
                    <a:pt x="529659" y="1127506"/>
                  </a:lnTo>
                  <a:lnTo>
                    <a:pt x="529654" y="1127511"/>
                  </a:lnTo>
                  <a:lnTo>
                    <a:pt x="529650" y="1127516"/>
                  </a:lnTo>
                  <a:lnTo>
                    <a:pt x="529647" y="1127519"/>
                  </a:lnTo>
                  <a:lnTo>
                    <a:pt x="529642" y="1127527"/>
                  </a:lnTo>
                  <a:lnTo>
                    <a:pt x="529638" y="1127534"/>
                  </a:lnTo>
                  <a:lnTo>
                    <a:pt x="529635" y="1127539"/>
                  </a:lnTo>
                  <a:lnTo>
                    <a:pt x="529631" y="1127545"/>
                  </a:lnTo>
                  <a:lnTo>
                    <a:pt x="529629" y="1127551"/>
                  </a:lnTo>
                  <a:lnTo>
                    <a:pt x="529627" y="1127559"/>
                  </a:lnTo>
                  <a:lnTo>
                    <a:pt x="529624" y="1127564"/>
                  </a:lnTo>
                  <a:lnTo>
                    <a:pt x="529620" y="1127572"/>
                  </a:lnTo>
                  <a:lnTo>
                    <a:pt x="529615" y="1127577"/>
                  </a:lnTo>
                  <a:lnTo>
                    <a:pt x="529611" y="1127582"/>
                  </a:lnTo>
                  <a:lnTo>
                    <a:pt x="529607" y="1127588"/>
                  </a:lnTo>
                  <a:lnTo>
                    <a:pt x="529604" y="1127595"/>
                  </a:lnTo>
                  <a:lnTo>
                    <a:pt x="529603" y="1127601"/>
                  </a:lnTo>
                  <a:lnTo>
                    <a:pt x="529603" y="1127606"/>
                  </a:lnTo>
                  <a:lnTo>
                    <a:pt x="529603" y="1127612"/>
                  </a:lnTo>
                  <a:lnTo>
                    <a:pt x="529600" y="1127616"/>
                  </a:lnTo>
                  <a:lnTo>
                    <a:pt x="529589" y="1127608"/>
                  </a:lnTo>
                  <a:lnTo>
                    <a:pt x="529581" y="1127599"/>
                  </a:lnTo>
                  <a:lnTo>
                    <a:pt x="529571" y="1127586"/>
                  </a:lnTo>
                  <a:lnTo>
                    <a:pt x="529566" y="1127578"/>
                  </a:lnTo>
                  <a:lnTo>
                    <a:pt x="529561" y="1127570"/>
                  </a:lnTo>
                  <a:lnTo>
                    <a:pt x="529558" y="1127563"/>
                  </a:lnTo>
                  <a:lnTo>
                    <a:pt x="529552" y="1127551"/>
                  </a:lnTo>
                  <a:lnTo>
                    <a:pt x="529543" y="1127532"/>
                  </a:lnTo>
                  <a:lnTo>
                    <a:pt x="529539" y="1127521"/>
                  </a:lnTo>
                  <a:lnTo>
                    <a:pt x="529535" y="1127509"/>
                  </a:lnTo>
                  <a:lnTo>
                    <a:pt x="529532" y="1127495"/>
                  </a:lnTo>
                  <a:lnTo>
                    <a:pt x="529531" y="1127488"/>
                  </a:lnTo>
                  <a:lnTo>
                    <a:pt x="529527" y="1127483"/>
                  </a:lnTo>
                  <a:lnTo>
                    <a:pt x="529521" y="1127481"/>
                  </a:lnTo>
                  <a:lnTo>
                    <a:pt x="529514" y="1127481"/>
                  </a:lnTo>
                  <a:lnTo>
                    <a:pt x="529483" y="1127487"/>
                  </a:lnTo>
                  <a:lnTo>
                    <a:pt x="529447" y="1127494"/>
                  </a:lnTo>
                  <a:lnTo>
                    <a:pt x="529440" y="1127495"/>
                  </a:lnTo>
                  <a:lnTo>
                    <a:pt x="529426" y="1127497"/>
                  </a:lnTo>
                  <a:lnTo>
                    <a:pt x="529420" y="1127497"/>
                  </a:lnTo>
                  <a:lnTo>
                    <a:pt x="529400" y="1127499"/>
                  </a:lnTo>
                  <a:lnTo>
                    <a:pt x="529391" y="1127500"/>
                  </a:lnTo>
                  <a:lnTo>
                    <a:pt x="529387" y="1127499"/>
                  </a:lnTo>
                  <a:lnTo>
                    <a:pt x="529384" y="1127497"/>
                  </a:lnTo>
                  <a:lnTo>
                    <a:pt x="529375" y="1127484"/>
                  </a:lnTo>
                  <a:lnTo>
                    <a:pt x="529370" y="1127476"/>
                  </a:lnTo>
                  <a:lnTo>
                    <a:pt x="529362" y="1127466"/>
                  </a:lnTo>
                  <a:lnTo>
                    <a:pt x="529354" y="1127460"/>
                  </a:lnTo>
                  <a:lnTo>
                    <a:pt x="529345" y="1127452"/>
                  </a:lnTo>
                  <a:lnTo>
                    <a:pt x="529337" y="1127449"/>
                  </a:lnTo>
                  <a:lnTo>
                    <a:pt x="529330" y="1127447"/>
                  </a:lnTo>
                  <a:lnTo>
                    <a:pt x="529315" y="1127446"/>
                  </a:lnTo>
                  <a:lnTo>
                    <a:pt x="529294" y="1127446"/>
                  </a:lnTo>
                  <a:lnTo>
                    <a:pt x="529271" y="1127446"/>
                  </a:lnTo>
                  <a:lnTo>
                    <a:pt x="529250" y="1127446"/>
                  </a:lnTo>
                  <a:lnTo>
                    <a:pt x="529246" y="1127446"/>
                  </a:lnTo>
                  <a:lnTo>
                    <a:pt x="529242" y="1127446"/>
                  </a:lnTo>
                  <a:lnTo>
                    <a:pt x="529237" y="1127446"/>
                  </a:lnTo>
                  <a:lnTo>
                    <a:pt x="529231" y="1127447"/>
                  </a:lnTo>
                  <a:lnTo>
                    <a:pt x="529223" y="1127451"/>
                  </a:lnTo>
                  <a:lnTo>
                    <a:pt x="529214" y="1127456"/>
                  </a:lnTo>
                  <a:lnTo>
                    <a:pt x="529201" y="1127462"/>
                  </a:lnTo>
                  <a:lnTo>
                    <a:pt x="529189" y="1127468"/>
                  </a:lnTo>
                  <a:lnTo>
                    <a:pt x="529182" y="1127470"/>
                  </a:lnTo>
                  <a:lnTo>
                    <a:pt x="529172" y="1127473"/>
                  </a:lnTo>
                  <a:lnTo>
                    <a:pt x="529156" y="1127476"/>
                  </a:lnTo>
                  <a:lnTo>
                    <a:pt x="529145" y="1127480"/>
                  </a:lnTo>
                  <a:lnTo>
                    <a:pt x="529135" y="1127484"/>
                  </a:lnTo>
                  <a:lnTo>
                    <a:pt x="529129" y="1127486"/>
                  </a:lnTo>
                  <a:lnTo>
                    <a:pt x="529115" y="1127488"/>
                  </a:lnTo>
                  <a:lnTo>
                    <a:pt x="529106" y="1127489"/>
                  </a:lnTo>
                  <a:lnTo>
                    <a:pt x="529081" y="1127493"/>
                  </a:lnTo>
                  <a:lnTo>
                    <a:pt x="529049" y="1127496"/>
                  </a:lnTo>
                  <a:lnTo>
                    <a:pt x="529030" y="1127496"/>
                  </a:lnTo>
                  <a:lnTo>
                    <a:pt x="529009" y="1127496"/>
                  </a:lnTo>
                  <a:lnTo>
                    <a:pt x="529005" y="1127496"/>
                  </a:lnTo>
                  <a:lnTo>
                    <a:pt x="528996" y="1127497"/>
                  </a:lnTo>
                  <a:lnTo>
                    <a:pt x="528992" y="1127498"/>
                  </a:lnTo>
                  <a:lnTo>
                    <a:pt x="528983" y="1127502"/>
                  </a:lnTo>
                  <a:lnTo>
                    <a:pt x="528966" y="1127510"/>
                  </a:lnTo>
                  <a:lnTo>
                    <a:pt x="528959" y="1127513"/>
                  </a:lnTo>
                  <a:lnTo>
                    <a:pt x="528950" y="1127516"/>
                  </a:lnTo>
                  <a:lnTo>
                    <a:pt x="528943" y="1127517"/>
                  </a:lnTo>
                  <a:lnTo>
                    <a:pt x="528927" y="1127518"/>
                  </a:lnTo>
                  <a:lnTo>
                    <a:pt x="528904" y="1127516"/>
                  </a:lnTo>
                  <a:lnTo>
                    <a:pt x="528895" y="1127515"/>
                  </a:lnTo>
                  <a:lnTo>
                    <a:pt x="528890" y="1127514"/>
                  </a:lnTo>
                  <a:lnTo>
                    <a:pt x="528885" y="1127514"/>
                  </a:lnTo>
                  <a:lnTo>
                    <a:pt x="528880" y="1127513"/>
                  </a:lnTo>
                  <a:lnTo>
                    <a:pt x="528871" y="1127513"/>
                  </a:lnTo>
                  <a:lnTo>
                    <a:pt x="528863" y="1127514"/>
                  </a:lnTo>
                  <a:lnTo>
                    <a:pt x="528854" y="1127518"/>
                  </a:lnTo>
                  <a:lnTo>
                    <a:pt x="528849" y="1127520"/>
                  </a:lnTo>
                  <a:lnTo>
                    <a:pt x="528835" y="1127527"/>
                  </a:lnTo>
                  <a:lnTo>
                    <a:pt x="528822" y="1127532"/>
                  </a:lnTo>
                  <a:lnTo>
                    <a:pt x="528813" y="1127533"/>
                  </a:lnTo>
                  <a:lnTo>
                    <a:pt x="528803" y="1127534"/>
                  </a:lnTo>
                  <a:lnTo>
                    <a:pt x="528796" y="1127534"/>
                  </a:lnTo>
                  <a:lnTo>
                    <a:pt x="528789" y="1127532"/>
                  </a:lnTo>
                  <a:lnTo>
                    <a:pt x="528783" y="1127529"/>
                  </a:lnTo>
                  <a:lnTo>
                    <a:pt x="528776" y="1127525"/>
                  </a:lnTo>
                  <a:lnTo>
                    <a:pt x="528769" y="1127520"/>
                  </a:lnTo>
                  <a:lnTo>
                    <a:pt x="528759" y="1127514"/>
                  </a:lnTo>
                  <a:lnTo>
                    <a:pt x="528748" y="1127509"/>
                  </a:lnTo>
                  <a:lnTo>
                    <a:pt x="528742" y="1127506"/>
                  </a:lnTo>
                  <a:lnTo>
                    <a:pt x="528737" y="1127505"/>
                  </a:lnTo>
                  <a:lnTo>
                    <a:pt x="528719" y="1127497"/>
                  </a:lnTo>
                  <a:lnTo>
                    <a:pt x="528712" y="1127494"/>
                  </a:lnTo>
                  <a:lnTo>
                    <a:pt x="528706" y="1127492"/>
                  </a:lnTo>
                  <a:lnTo>
                    <a:pt x="528702" y="1127492"/>
                  </a:lnTo>
                  <a:lnTo>
                    <a:pt x="528696" y="1127493"/>
                  </a:lnTo>
                  <a:lnTo>
                    <a:pt x="528682" y="1127496"/>
                  </a:lnTo>
                  <a:lnTo>
                    <a:pt x="528667" y="1127501"/>
                  </a:lnTo>
                  <a:lnTo>
                    <a:pt x="528654" y="1127504"/>
                  </a:lnTo>
                  <a:lnTo>
                    <a:pt x="528644" y="1127505"/>
                  </a:lnTo>
                  <a:lnTo>
                    <a:pt x="528638" y="1127506"/>
                  </a:lnTo>
                  <a:lnTo>
                    <a:pt x="528633" y="1127507"/>
                  </a:lnTo>
                  <a:lnTo>
                    <a:pt x="528629" y="1127507"/>
                  </a:lnTo>
                  <a:lnTo>
                    <a:pt x="528623" y="1127504"/>
                  </a:lnTo>
                  <a:lnTo>
                    <a:pt x="528617" y="1127502"/>
                  </a:lnTo>
                  <a:lnTo>
                    <a:pt x="528609" y="1127500"/>
                  </a:lnTo>
                  <a:lnTo>
                    <a:pt x="528603" y="1127498"/>
                  </a:lnTo>
                  <a:lnTo>
                    <a:pt x="528596" y="1127497"/>
                  </a:lnTo>
                  <a:lnTo>
                    <a:pt x="528589" y="1127499"/>
                  </a:lnTo>
                  <a:lnTo>
                    <a:pt x="528584" y="1127501"/>
                  </a:lnTo>
                  <a:lnTo>
                    <a:pt x="528580" y="1127505"/>
                  </a:lnTo>
                  <a:lnTo>
                    <a:pt x="528575" y="1127505"/>
                  </a:lnTo>
                  <a:lnTo>
                    <a:pt x="528570" y="1127504"/>
                  </a:lnTo>
                  <a:lnTo>
                    <a:pt x="528566" y="1127504"/>
                  </a:lnTo>
                  <a:lnTo>
                    <a:pt x="528557" y="1127504"/>
                  </a:lnTo>
                  <a:lnTo>
                    <a:pt x="528551" y="1127503"/>
                  </a:lnTo>
                  <a:lnTo>
                    <a:pt x="528544" y="1127502"/>
                  </a:lnTo>
                  <a:lnTo>
                    <a:pt x="528537" y="1127501"/>
                  </a:lnTo>
                  <a:lnTo>
                    <a:pt x="528529" y="1127501"/>
                  </a:lnTo>
                  <a:lnTo>
                    <a:pt x="528523" y="1127502"/>
                  </a:lnTo>
                  <a:lnTo>
                    <a:pt x="528520" y="1127504"/>
                  </a:lnTo>
                  <a:lnTo>
                    <a:pt x="528515" y="1127507"/>
                  </a:lnTo>
                  <a:lnTo>
                    <a:pt x="528510" y="1127511"/>
                  </a:lnTo>
                  <a:lnTo>
                    <a:pt x="528505" y="1127517"/>
                  </a:lnTo>
                  <a:lnTo>
                    <a:pt x="528503" y="1127523"/>
                  </a:lnTo>
                  <a:lnTo>
                    <a:pt x="528503" y="1127531"/>
                  </a:lnTo>
                  <a:lnTo>
                    <a:pt x="528505" y="1127539"/>
                  </a:lnTo>
                  <a:lnTo>
                    <a:pt x="528497" y="1127540"/>
                  </a:lnTo>
                  <a:lnTo>
                    <a:pt x="528491" y="1127541"/>
                  </a:lnTo>
                  <a:lnTo>
                    <a:pt x="528483" y="1127542"/>
                  </a:lnTo>
                  <a:lnTo>
                    <a:pt x="528476" y="1127545"/>
                  </a:lnTo>
                  <a:lnTo>
                    <a:pt x="528473" y="1127548"/>
                  </a:lnTo>
                  <a:lnTo>
                    <a:pt x="528468" y="1127552"/>
                  </a:lnTo>
                  <a:lnTo>
                    <a:pt x="528464" y="1127556"/>
                  </a:lnTo>
                  <a:lnTo>
                    <a:pt x="528461" y="1127560"/>
                  </a:lnTo>
                  <a:lnTo>
                    <a:pt x="528456" y="1127564"/>
                  </a:lnTo>
                  <a:lnTo>
                    <a:pt x="528448" y="1127569"/>
                  </a:lnTo>
                  <a:lnTo>
                    <a:pt x="528442" y="1127572"/>
                  </a:lnTo>
                  <a:lnTo>
                    <a:pt x="528436" y="1127575"/>
                  </a:lnTo>
                  <a:lnTo>
                    <a:pt x="528431" y="1127576"/>
                  </a:lnTo>
                  <a:lnTo>
                    <a:pt x="528413" y="1127580"/>
                  </a:lnTo>
                  <a:lnTo>
                    <a:pt x="528379" y="1127584"/>
                  </a:lnTo>
                  <a:lnTo>
                    <a:pt x="528356" y="1127587"/>
                  </a:lnTo>
                  <a:lnTo>
                    <a:pt x="528341" y="1127589"/>
                  </a:lnTo>
                  <a:lnTo>
                    <a:pt x="528331" y="1127590"/>
                  </a:lnTo>
                  <a:lnTo>
                    <a:pt x="528320" y="1127589"/>
                  </a:lnTo>
                  <a:lnTo>
                    <a:pt x="528294" y="1127586"/>
                  </a:lnTo>
                  <a:lnTo>
                    <a:pt x="528254" y="1127580"/>
                  </a:lnTo>
                  <a:lnTo>
                    <a:pt x="528240" y="1127579"/>
                  </a:lnTo>
                  <a:lnTo>
                    <a:pt x="528234" y="1127579"/>
                  </a:lnTo>
                  <a:lnTo>
                    <a:pt x="528224" y="1127579"/>
                  </a:lnTo>
                  <a:lnTo>
                    <a:pt x="528208" y="1127579"/>
                  </a:lnTo>
                  <a:lnTo>
                    <a:pt x="528191" y="1127579"/>
                  </a:lnTo>
                  <a:lnTo>
                    <a:pt x="528179" y="1127578"/>
                  </a:lnTo>
                  <a:lnTo>
                    <a:pt x="528173" y="1127577"/>
                  </a:lnTo>
                  <a:lnTo>
                    <a:pt x="528167" y="1127576"/>
                  </a:lnTo>
                  <a:lnTo>
                    <a:pt x="528160" y="1127575"/>
                  </a:lnTo>
                  <a:lnTo>
                    <a:pt x="528146" y="1127572"/>
                  </a:lnTo>
                  <a:lnTo>
                    <a:pt x="528142" y="1127571"/>
                  </a:lnTo>
                  <a:lnTo>
                    <a:pt x="528136" y="1127570"/>
                  </a:lnTo>
                  <a:lnTo>
                    <a:pt x="528125" y="1127567"/>
                  </a:lnTo>
                  <a:lnTo>
                    <a:pt x="528103" y="1127559"/>
                  </a:lnTo>
                  <a:lnTo>
                    <a:pt x="528097" y="1127557"/>
                  </a:lnTo>
                  <a:lnTo>
                    <a:pt x="528083" y="1127547"/>
                  </a:lnTo>
                  <a:lnTo>
                    <a:pt x="528074" y="1127540"/>
                  </a:lnTo>
                  <a:lnTo>
                    <a:pt x="528065" y="1127533"/>
                  </a:lnTo>
                  <a:lnTo>
                    <a:pt x="528057" y="1127526"/>
                  </a:lnTo>
                  <a:lnTo>
                    <a:pt x="528048" y="1127521"/>
                  </a:lnTo>
                  <a:lnTo>
                    <a:pt x="528035" y="1127514"/>
                  </a:lnTo>
                  <a:lnTo>
                    <a:pt x="528027" y="1127508"/>
                  </a:lnTo>
                  <a:lnTo>
                    <a:pt x="528019" y="1127502"/>
                  </a:lnTo>
                  <a:lnTo>
                    <a:pt x="528014" y="1127499"/>
                  </a:lnTo>
                  <a:lnTo>
                    <a:pt x="528006" y="1127495"/>
                  </a:lnTo>
                  <a:lnTo>
                    <a:pt x="527997" y="1127491"/>
                  </a:lnTo>
                  <a:lnTo>
                    <a:pt x="527991" y="1127487"/>
                  </a:lnTo>
                  <a:lnTo>
                    <a:pt x="527983" y="1127482"/>
                  </a:lnTo>
                  <a:lnTo>
                    <a:pt x="527978" y="1127478"/>
                  </a:lnTo>
                  <a:lnTo>
                    <a:pt x="527972" y="1127475"/>
                  </a:lnTo>
                  <a:lnTo>
                    <a:pt x="527965" y="1127472"/>
                  </a:lnTo>
                  <a:lnTo>
                    <a:pt x="527959" y="1127469"/>
                  </a:lnTo>
                  <a:lnTo>
                    <a:pt x="527953" y="1127466"/>
                  </a:lnTo>
                  <a:lnTo>
                    <a:pt x="527949" y="1127467"/>
                  </a:lnTo>
                  <a:lnTo>
                    <a:pt x="527941" y="1127467"/>
                  </a:lnTo>
                  <a:lnTo>
                    <a:pt x="527934" y="1127468"/>
                  </a:lnTo>
                  <a:lnTo>
                    <a:pt x="527931" y="1127471"/>
                  </a:lnTo>
                  <a:lnTo>
                    <a:pt x="527929" y="1127476"/>
                  </a:lnTo>
                  <a:lnTo>
                    <a:pt x="527928" y="1127481"/>
                  </a:lnTo>
                  <a:lnTo>
                    <a:pt x="527928" y="1127486"/>
                  </a:lnTo>
                  <a:lnTo>
                    <a:pt x="527927" y="1127492"/>
                  </a:lnTo>
                  <a:lnTo>
                    <a:pt x="527924" y="1127500"/>
                  </a:lnTo>
                  <a:lnTo>
                    <a:pt x="527920" y="1127506"/>
                  </a:lnTo>
                  <a:lnTo>
                    <a:pt x="527915" y="1127513"/>
                  </a:lnTo>
                  <a:lnTo>
                    <a:pt x="527909" y="1127517"/>
                  </a:lnTo>
                  <a:lnTo>
                    <a:pt x="527902" y="1127522"/>
                  </a:lnTo>
                  <a:lnTo>
                    <a:pt x="527897" y="1127525"/>
                  </a:lnTo>
                  <a:lnTo>
                    <a:pt x="527887" y="1127530"/>
                  </a:lnTo>
                  <a:lnTo>
                    <a:pt x="527879" y="1127533"/>
                  </a:lnTo>
                  <a:lnTo>
                    <a:pt x="527875" y="1127534"/>
                  </a:lnTo>
                  <a:lnTo>
                    <a:pt x="527867" y="1127536"/>
                  </a:lnTo>
                  <a:lnTo>
                    <a:pt x="527861" y="1127538"/>
                  </a:lnTo>
                  <a:lnTo>
                    <a:pt x="527853" y="1127539"/>
                  </a:lnTo>
                  <a:lnTo>
                    <a:pt x="527846" y="1127540"/>
                  </a:lnTo>
                  <a:lnTo>
                    <a:pt x="527842" y="1127541"/>
                  </a:lnTo>
                  <a:lnTo>
                    <a:pt x="527834" y="1127543"/>
                  </a:lnTo>
                  <a:lnTo>
                    <a:pt x="527829" y="1127544"/>
                  </a:lnTo>
                  <a:lnTo>
                    <a:pt x="527823" y="1127544"/>
                  </a:lnTo>
                  <a:lnTo>
                    <a:pt x="527817" y="1127545"/>
                  </a:lnTo>
                  <a:lnTo>
                    <a:pt x="527811" y="1127546"/>
                  </a:lnTo>
                  <a:lnTo>
                    <a:pt x="527806" y="1127546"/>
                  </a:lnTo>
                  <a:lnTo>
                    <a:pt x="527800" y="1127547"/>
                  </a:lnTo>
                  <a:lnTo>
                    <a:pt x="527794" y="1127547"/>
                  </a:lnTo>
                  <a:lnTo>
                    <a:pt x="527788" y="1127547"/>
                  </a:lnTo>
                  <a:lnTo>
                    <a:pt x="527782" y="1127548"/>
                  </a:lnTo>
                  <a:lnTo>
                    <a:pt x="527774" y="1127549"/>
                  </a:lnTo>
                  <a:lnTo>
                    <a:pt x="527766" y="1127550"/>
                  </a:lnTo>
                  <a:lnTo>
                    <a:pt x="527758" y="1127551"/>
                  </a:lnTo>
                  <a:lnTo>
                    <a:pt x="527752" y="1127551"/>
                  </a:lnTo>
                  <a:lnTo>
                    <a:pt x="527746" y="1127551"/>
                  </a:lnTo>
                  <a:lnTo>
                    <a:pt x="527742" y="1127551"/>
                  </a:lnTo>
                  <a:lnTo>
                    <a:pt x="527728" y="1127551"/>
                  </a:lnTo>
                  <a:lnTo>
                    <a:pt x="527720" y="1127552"/>
                  </a:lnTo>
                  <a:lnTo>
                    <a:pt x="527714" y="1127553"/>
                  </a:lnTo>
                  <a:lnTo>
                    <a:pt x="527699" y="1127557"/>
                  </a:lnTo>
                  <a:lnTo>
                    <a:pt x="527692" y="1127559"/>
                  </a:lnTo>
                  <a:lnTo>
                    <a:pt x="527685" y="1127559"/>
                  </a:lnTo>
                  <a:lnTo>
                    <a:pt x="527680" y="1127558"/>
                  </a:lnTo>
                  <a:lnTo>
                    <a:pt x="527672" y="1127556"/>
                  </a:lnTo>
                  <a:lnTo>
                    <a:pt x="527667" y="1127554"/>
                  </a:lnTo>
                  <a:lnTo>
                    <a:pt x="527660" y="1127553"/>
                  </a:lnTo>
                  <a:lnTo>
                    <a:pt x="527643" y="1127552"/>
                  </a:lnTo>
                  <a:lnTo>
                    <a:pt x="527631" y="1127552"/>
                  </a:lnTo>
                  <a:lnTo>
                    <a:pt x="527594" y="1127551"/>
                  </a:lnTo>
                  <a:lnTo>
                    <a:pt x="527560" y="1127551"/>
                  </a:lnTo>
                  <a:lnTo>
                    <a:pt x="527543" y="1127551"/>
                  </a:lnTo>
                  <a:lnTo>
                    <a:pt x="527537" y="1127549"/>
                  </a:lnTo>
                  <a:lnTo>
                    <a:pt x="527530" y="1127548"/>
                  </a:lnTo>
                  <a:lnTo>
                    <a:pt x="527525" y="1127545"/>
                  </a:lnTo>
                  <a:lnTo>
                    <a:pt x="527518" y="1127541"/>
                  </a:lnTo>
                  <a:lnTo>
                    <a:pt x="527512" y="1127536"/>
                  </a:lnTo>
                  <a:lnTo>
                    <a:pt x="527504" y="1127528"/>
                  </a:lnTo>
                  <a:lnTo>
                    <a:pt x="527498" y="1127520"/>
                  </a:lnTo>
                  <a:lnTo>
                    <a:pt x="527495" y="1127515"/>
                  </a:lnTo>
                  <a:lnTo>
                    <a:pt x="527493" y="1127511"/>
                  </a:lnTo>
                  <a:lnTo>
                    <a:pt x="527488" y="1127508"/>
                  </a:lnTo>
                  <a:lnTo>
                    <a:pt x="527481" y="1127508"/>
                  </a:lnTo>
                  <a:lnTo>
                    <a:pt x="527475" y="1127508"/>
                  </a:lnTo>
                  <a:lnTo>
                    <a:pt x="527469" y="1127509"/>
                  </a:lnTo>
                  <a:lnTo>
                    <a:pt x="527461" y="1127510"/>
                  </a:lnTo>
                  <a:lnTo>
                    <a:pt x="527455" y="1127510"/>
                  </a:lnTo>
                  <a:lnTo>
                    <a:pt x="527450" y="1127510"/>
                  </a:lnTo>
                  <a:lnTo>
                    <a:pt x="527442" y="1127510"/>
                  </a:lnTo>
                  <a:lnTo>
                    <a:pt x="527428" y="1127509"/>
                  </a:lnTo>
                  <a:lnTo>
                    <a:pt x="527415" y="1127508"/>
                  </a:lnTo>
                  <a:lnTo>
                    <a:pt x="527397" y="1127507"/>
                  </a:lnTo>
                  <a:lnTo>
                    <a:pt x="527381" y="1127505"/>
                  </a:lnTo>
                  <a:lnTo>
                    <a:pt x="527369" y="1127504"/>
                  </a:lnTo>
                  <a:lnTo>
                    <a:pt x="527356" y="1127502"/>
                  </a:lnTo>
                  <a:lnTo>
                    <a:pt x="527344" y="1127501"/>
                  </a:lnTo>
                  <a:lnTo>
                    <a:pt x="527330" y="1127497"/>
                  </a:lnTo>
                  <a:lnTo>
                    <a:pt x="527323" y="1127495"/>
                  </a:lnTo>
                  <a:lnTo>
                    <a:pt x="527317" y="1127491"/>
                  </a:lnTo>
                  <a:lnTo>
                    <a:pt x="527313" y="1127489"/>
                  </a:lnTo>
                  <a:lnTo>
                    <a:pt x="527307" y="1127482"/>
                  </a:lnTo>
                  <a:lnTo>
                    <a:pt x="527299" y="1127473"/>
                  </a:lnTo>
                  <a:lnTo>
                    <a:pt x="527295" y="1127468"/>
                  </a:lnTo>
                  <a:lnTo>
                    <a:pt x="527287" y="1127461"/>
                  </a:lnTo>
                  <a:lnTo>
                    <a:pt x="527284" y="1127458"/>
                  </a:lnTo>
                  <a:lnTo>
                    <a:pt x="527279" y="1127455"/>
                  </a:lnTo>
                  <a:lnTo>
                    <a:pt x="527272" y="1127450"/>
                  </a:lnTo>
                  <a:lnTo>
                    <a:pt x="527262" y="1127445"/>
                  </a:lnTo>
                  <a:lnTo>
                    <a:pt x="527256" y="1127441"/>
                  </a:lnTo>
                  <a:lnTo>
                    <a:pt x="527248" y="1127438"/>
                  </a:lnTo>
                  <a:lnTo>
                    <a:pt x="527241" y="1127435"/>
                  </a:lnTo>
                  <a:lnTo>
                    <a:pt x="527233" y="1127434"/>
                  </a:lnTo>
                  <a:lnTo>
                    <a:pt x="527224" y="1127433"/>
                  </a:lnTo>
                  <a:lnTo>
                    <a:pt x="527218" y="1127433"/>
                  </a:lnTo>
                  <a:lnTo>
                    <a:pt x="527212" y="1127433"/>
                  </a:lnTo>
                  <a:lnTo>
                    <a:pt x="527207" y="1127434"/>
                  </a:lnTo>
                  <a:lnTo>
                    <a:pt x="527200" y="1127436"/>
                  </a:lnTo>
                  <a:lnTo>
                    <a:pt x="527194" y="1127436"/>
                  </a:lnTo>
                  <a:lnTo>
                    <a:pt x="527187" y="1127436"/>
                  </a:lnTo>
                  <a:lnTo>
                    <a:pt x="527181" y="1127436"/>
                  </a:lnTo>
                  <a:lnTo>
                    <a:pt x="527176" y="1127436"/>
                  </a:lnTo>
                  <a:lnTo>
                    <a:pt x="527171" y="1127438"/>
                  </a:lnTo>
                  <a:lnTo>
                    <a:pt x="527165" y="1127437"/>
                  </a:lnTo>
                  <a:lnTo>
                    <a:pt x="527158" y="1127435"/>
                  </a:lnTo>
                  <a:lnTo>
                    <a:pt x="527152" y="1127433"/>
                  </a:lnTo>
                  <a:lnTo>
                    <a:pt x="527145" y="1127431"/>
                  </a:lnTo>
                  <a:lnTo>
                    <a:pt x="527139" y="1127429"/>
                  </a:lnTo>
                  <a:lnTo>
                    <a:pt x="527134" y="1127427"/>
                  </a:lnTo>
                  <a:lnTo>
                    <a:pt x="527127" y="1127424"/>
                  </a:lnTo>
                  <a:lnTo>
                    <a:pt x="527121" y="1127422"/>
                  </a:lnTo>
                  <a:lnTo>
                    <a:pt x="527113" y="1127420"/>
                  </a:lnTo>
                  <a:lnTo>
                    <a:pt x="527106" y="1127418"/>
                  </a:lnTo>
                  <a:lnTo>
                    <a:pt x="527097" y="1127416"/>
                  </a:lnTo>
                  <a:lnTo>
                    <a:pt x="527090" y="1127414"/>
                  </a:lnTo>
                  <a:lnTo>
                    <a:pt x="527080" y="1127409"/>
                  </a:lnTo>
                  <a:lnTo>
                    <a:pt x="527076" y="1127406"/>
                  </a:lnTo>
                  <a:lnTo>
                    <a:pt x="527071" y="1127403"/>
                  </a:lnTo>
                  <a:lnTo>
                    <a:pt x="527066" y="1127400"/>
                  </a:lnTo>
                  <a:lnTo>
                    <a:pt x="527062" y="1127399"/>
                  </a:lnTo>
                  <a:lnTo>
                    <a:pt x="527055" y="1127397"/>
                  </a:lnTo>
                  <a:lnTo>
                    <a:pt x="527050" y="1127395"/>
                  </a:lnTo>
                  <a:lnTo>
                    <a:pt x="527043" y="1127393"/>
                  </a:lnTo>
                  <a:lnTo>
                    <a:pt x="527038" y="1127391"/>
                  </a:lnTo>
                  <a:lnTo>
                    <a:pt x="527033" y="1127390"/>
                  </a:lnTo>
                  <a:lnTo>
                    <a:pt x="527025" y="1127389"/>
                  </a:lnTo>
                  <a:lnTo>
                    <a:pt x="527018" y="1127390"/>
                  </a:lnTo>
                  <a:lnTo>
                    <a:pt x="527012" y="1127391"/>
                  </a:lnTo>
                  <a:lnTo>
                    <a:pt x="527002" y="1127392"/>
                  </a:lnTo>
                  <a:lnTo>
                    <a:pt x="526995" y="1127393"/>
                  </a:lnTo>
                  <a:lnTo>
                    <a:pt x="526989" y="1127394"/>
                  </a:lnTo>
                  <a:lnTo>
                    <a:pt x="526982" y="1127395"/>
                  </a:lnTo>
                  <a:lnTo>
                    <a:pt x="526976" y="1127395"/>
                  </a:lnTo>
                  <a:lnTo>
                    <a:pt x="526970" y="1127393"/>
                  </a:lnTo>
                  <a:lnTo>
                    <a:pt x="526964" y="1127391"/>
                  </a:lnTo>
                  <a:lnTo>
                    <a:pt x="526959" y="1127390"/>
                  </a:lnTo>
                  <a:lnTo>
                    <a:pt x="526954" y="1127390"/>
                  </a:lnTo>
                  <a:lnTo>
                    <a:pt x="526949" y="1127390"/>
                  </a:lnTo>
                  <a:lnTo>
                    <a:pt x="526943" y="1127388"/>
                  </a:lnTo>
                  <a:lnTo>
                    <a:pt x="526939" y="1127384"/>
                  </a:lnTo>
                  <a:lnTo>
                    <a:pt x="526933" y="1127380"/>
                  </a:lnTo>
                  <a:lnTo>
                    <a:pt x="526927" y="1127376"/>
                  </a:lnTo>
                  <a:lnTo>
                    <a:pt x="526921" y="1127371"/>
                  </a:lnTo>
                  <a:lnTo>
                    <a:pt x="526915" y="1127367"/>
                  </a:lnTo>
                  <a:lnTo>
                    <a:pt x="526905" y="1127358"/>
                  </a:lnTo>
                  <a:lnTo>
                    <a:pt x="526899" y="1127351"/>
                  </a:lnTo>
                  <a:lnTo>
                    <a:pt x="526893" y="1127345"/>
                  </a:lnTo>
                  <a:lnTo>
                    <a:pt x="526887" y="1127338"/>
                  </a:lnTo>
                  <a:lnTo>
                    <a:pt x="526882" y="1127332"/>
                  </a:lnTo>
                  <a:lnTo>
                    <a:pt x="526879" y="1127328"/>
                  </a:lnTo>
                  <a:lnTo>
                    <a:pt x="526877" y="1127323"/>
                  </a:lnTo>
                  <a:lnTo>
                    <a:pt x="526877" y="1127317"/>
                  </a:lnTo>
                  <a:lnTo>
                    <a:pt x="526877" y="1127310"/>
                  </a:lnTo>
                  <a:lnTo>
                    <a:pt x="526877" y="1127294"/>
                  </a:lnTo>
                  <a:lnTo>
                    <a:pt x="526876" y="1127285"/>
                  </a:lnTo>
                  <a:lnTo>
                    <a:pt x="526875" y="1127277"/>
                  </a:lnTo>
                  <a:lnTo>
                    <a:pt x="526872" y="1127269"/>
                  </a:lnTo>
                  <a:lnTo>
                    <a:pt x="526865" y="1127255"/>
                  </a:lnTo>
                  <a:lnTo>
                    <a:pt x="526858" y="1127243"/>
                  </a:lnTo>
                  <a:lnTo>
                    <a:pt x="526854" y="1127237"/>
                  </a:lnTo>
                  <a:lnTo>
                    <a:pt x="526844" y="1127221"/>
                  </a:lnTo>
                  <a:lnTo>
                    <a:pt x="526841" y="1127217"/>
                  </a:lnTo>
                  <a:lnTo>
                    <a:pt x="526829" y="1127201"/>
                  </a:lnTo>
                  <a:lnTo>
                    <a:pt x="526822" y="1127190"/>
                  </a:lnTo>
                  <a:lnTo>
                    <a:pt x="526814" y="1127181"/>
                  </a:lnTo>
                  <a:lnTo>
                    <a:pt x="526810" y="1127176"/>
                  </a:lnTo>
                  <a:lnTo>
                    <a:pt x="526804" y="1127169"/>
                  </a:lnTo>
                  <a:lnTo>
                    <a:pt x="526800" y="1127165"/>
                  </a:lnTo>
                  <a:lnTo>
                    <a:pt x="526796" y="1127160"/>
                  </a:lnTo>
                  <a:lnTo>
                    <a:pt x="526790" y="1127156"/>
                  </a:lnTo>
                  <a:lnTo>
                    <a:pt x="526778" y="1127151"/>
                  </a:lnTo>
                  <a:lnTo>
                    <a:pt x="526770" y="1127146"/>
                  </a:lnTo>
                  <a:lnTo>
                    <a:pt x="526760" y="1127140"/>
                  </a:lnTo>
                  <a:lnTo>
                    <a:pt x="526744" y="1127132"/>
                  </a:lnTo>
                  <a:lnTo>
                    <a:pt x="526736" y="1127127"/>
                  </a:lnTo>
                  <a:lnTo>
                    <a:pt x="526725" y="1127118"/>
                  </a:lnTo>
                  <a:lnTo>
                    <a:pt x="526714" y="1127109"/>
                  </a:lnTo>
                  <a:lnTo>
                    <a:pt x="526701" y="1127102"/>
                  </a:lnTo>
                  <a:lnTo>
                    <a:pt x="526687" y="1127093"/>
                  </a:lnTo>
                  <a:lnTo>
                    <a:pt x="526676" y="1127088"/>
                  </a:lnTo>
                  <a:lnTo>
                    <a:pt x="526668" y="1127083"/>
                  </a:lnTo>
                  <a:lnTo>
                    <a:pt x="526649" y="1127071"/>
                  </a:lnTo>
                  <a:lnTo>
                    <a:pt x="526637" y="1127066"/>
                  </a:lnTo>
                  <a:lnTo>
                    <a:pt x="526621" y="1127058"/>
                  </a:lnTo>
                  <a:lnTo>
                    <a:pt x="526610" y="1127052"/>
                  </a:lnTo>
                  <a:lnTo>
                    <a:pt x="526582" y="1127040"/>
                  </a:lnTo>
                  <a:lnTo>
                    <a:pt x="526573" y="1127036"/>
                  </a:lnTo>
                  <a:lnTo>
                    <a:pt x="526565" y="1127032"/>
                  </a:lnTo>
                  <a:lnTo>
                    <a:pt x="526558" y="1127028"/>
                  </a:lnTo>
                  <a:lnTo>
                    <a:pt x="526551" y="1127023"/>
                  </a:lnTo>
                  <a:lnTo>
                    <a:pt x="526544" y="1127019"/>
                  </a:lnTo>
                  <a:lnTo>
                    <a:pt x="526538" y="1127014"/>
                  </a:lnTo>
                  <a:lnTo>
                    <a:pt x="526534" y="1127010"/>
                  </a:lnTo>
                  <a:lnTo>
                    <a:pt x="526527" y="1127004"/>
                  </a:lnTo>
                  <a:lnTo>
                    <a:pt x="526517" y="1126992"/>
                  </a:lnTo>
                  <a:lnTo>
                    <a:pt x="526511" y="1126986"/>
                  </a:lnTo>
                  <a:lnTo>
                    <a:pt x="526498" y="1126974"/>
                  </a:lnTo>
                  <a:lnTo>
                    <a:pt x="526486" y="1126966"/>
                  </a:lnTo>
                  <a:lnTo>
                    <a:pt x="526475" y="1126959"/>
                  </a:lnTo>
                  <a:lnTo>
                    <a:pt x="526454" y="1126948"/>
                  </a:lnTo>
                  <a:lnTo>
                    <a:pt x="526448" y="1126946"/>
                  </a:lnTo>
                  <a:lnTo>
                    <a:pt x="526442" y="1126943"/>
                  </a:lnTo>
                  <a:lnTo>
                    <a:pt x="526432" y="1126940"/>
                  </a:lnTo>
                  <a:lnTo>
                    <a:pt x="526425" y="1126939"/>
                  </a:lnTo>
                  <a:lnTo>
                    <a:pt x="526417" y="1126936"/>
                  </a:lnTo>
                  <a:lnTo>
                    <a:pt x="526411" y="1126933"/>
                  </a:lnTo>
                  <a:lnTo>
                    <a:pt x="526406" y="1126925"/>
                  </a:lnTo>
                  <a:lnTo>
                    <a:pt x="526402" y="1126919"/>
                  </a:lnTo>
                  <a:lnTo>
                    <a:pt x="526391" y="1126903"/>
                  </a:lnTo>
                  <a:lnTo>
                    <a:pt x="526377" y="1126888"/>
                  </a:lnTo>
                  <a:lnTo>
                    <a:pt x="526374" y="1126884"/>
                  </a:lnTo>
                  <a:lnTo>
                    <a:pt x="526365" y="1126875"/>
                  </a:lnTo>
                  <a:lnTo>
                    <a:pt x="526354" y="1126863"/>
                  </a:lnTo>
                  <a:lnTo>
                    <a:pt x="526340" y="1126853"/>
                  </a:lnTo>
                  <a:lnTo>
                    <a:pt x="526334" y="1126849"/>
                  </a:lnTo>
                  <a:lnTo>
                    <a:pt x="526329" y="1126845"/>
                  </a:lnTo>
                  <a:lnTo>
                    <a:pt x="526320" y="1126840"/>
                  </a:lnTo>
                  <a:lnTo>
                    <a:pt x="526316" y="1126837"/>
                  </a:lnTo>
                  <a:lnTo>
                    <a:pt x="526308" y="1126834"/>
                  </a:lnTo>
                  <a:lnTo>
                    <a:pt x="526302" y="1126832"/>
                  </a:lnTo>
                  <a:lnTo>
                    <a:pt x="526272" y="1126828"/>
                  </a:lnTo>
                  <a:lnTo>
                    <a:pt x="526247" y="1126826"/>
                  </a:lnTo>
                  <a:lnTo>
                    <a:pt x="526240" y="1126825"/>
                  </a:lnTo>
                  <a:lnTo>
                    <a:pt x="526229" y="1126825"/>
                  </a:lnTo>
                  <a:lnTo>
                    <a:pt x="526221" y="1126825"/>
                  </a:lnTo>
                  <a:lnTo>
                    <a:pt x="526206" y="1126826"/>
                  </a:lnTo>
                  <a:lnTo>
                    <a:pt x="526190" y="1126829"/>
                  </a:lnTo>
                  <a:lnTo>
                    <a:pt x="526178" y="1126830"/>
                  </a:lnTo>
                  <a:lnTo>
                    <a:pt x="526163" y="1126830"/>
                  </a:lnTo>
                  <a:lnTo>
                    <a:pt x="526140" y="1126829"/>
                  </a:lnTo>
                  <a:lnTo>
                    <a:pt x="526119" y="1126827"/>
                  </a:lnTo>
                  <a:lnTo>
                    <a:pt x="526102" y="1126827"/>
                  </a:lnTo>
                  <a:lnTo>
                    <a:pt x="526095" y="1126827"/>
                  </a:lnTo>
                  <a:lnTo>
                    <a:pt x="526086" y="1126828"/>
                  </a:lnTo>
                  <a:lnTo>
                    <a:pt x="526075" y="1126829"/>
                  </a:lnTo>
                  <a:lnTo>
                    <a:pt x="526066" y="1126830"/>
                  </a:lnTo>
                  <a:lnTo>
                    <a:pt x="526056" y="1126832"/>
                  </a:lnTo>
                  <a:lnTo>
                    <a:pt x="526039" y="1126838"/>
                  </a:lnTo>
                  <a:lnTo>
                    <a:pt x="526009" y="1126848"/>
                  </a:lnTo>
                  <a:lnTo>
                    <a:pt x="525999" y="1126851"/>
                  </a:lnTo>
                  <a:lnTo>
                    <a:pt x="525973" y="1126859"/>
                  </a:lnTo>
                  <a:lnTo>
                    <a:pt x="525942" y="1126869"/>
                  </a:lnTo>
                  <a:lnTo>
                    <a:pt x="525921" y="1126876"/>
                  </a:lnTo>
                  <a:lnTo>
                    <a:pt x="525917" y="1126877"/>
                  </a:lnTo>
                  <a:lnTo>
                    <a:pt x="525898" y="1126883"/>
                  </a:lnTo>
                  <a:lnTo>
                    <a:pt x="525875" y="1126891"/>
                  </a:lnTo>
                  <a:lnTo>
                    <a:pt x="525865" y="1126895"/>
                  </a:lnTo>
                  <a:lnTo>
                    <a:pt x="525852" y="1126901"/>
                  </a:lnTo>
                  <a:lnTo>
                    <a:pt x="525837" y="1126907"/>
                  </a:lnTo>
                  <a:lnTo>
                    <a:pt x="525827" y="1126913"/>
                  </a:lnTo>
                  <a:lnTo>
                    <a:pt x="525810" y="1126924"/>
                  </a:lnTo>
                  <a:lnTo>
                    <a:pt x="525798" y="1126933"/>
                  </a:lnTo>
                  <a:lnTo>
                    <a:pt x="525790" y="1126940"/>
                  </a:lnTo>
                  <a:lnTo>
                    <a:pt x="525787" y="1126943"/>
                  </a:lnTo>
                  <a:lnTo>
                    <a:pt x="525783" y="1126948"/>
                  </a:lnTo>
                  <a:lnTo>
                    <a:pt x="525779" y="1126954"/>
                  </a:lnTo>
                  <a:lnTo>
                    <a:pt x="525775" y="1126964"/>
                  </a:lnTo>
                  <a:lnTo>
                    <a:pt x="525771" y="1126973"/>
                  </a:lnTo>
                  <a:lnTo>
                    <a:pt x="525767" y="1126976"/>
                  </a:lnTo>
                  <a:lnTo>
                    <a:pt x="525765" y="1126970"/>
                  </a:lnTo>
                  <a:lnTo>
                    <a:pt x="525766" y="1126959"/>
                  </a:lnTo>
                  <a:lnTo>
                    <a:pt x="525766" y="1126940"/>
                  </a:lnTo>
                  <a:lnTo>
                    <a:pt x="525766" y="1126920"/>
                  </a:lnTo>
                  <a:lnTo>
                    <a:pt x="525764" y="1126907"/>
                  </a:lnTo>
                  <a:lnTo>
                    <a:pt x="525762" y="1126902"/>
                  </a:lnTo>
                  <a:lnTo>
                    <a:pt x="525758" y="1126895"/>
                  </a:lnTo>
                  <a:lnTo>
                    <a:pt x="525755" y="1126889"/>
                  </a:lnTo>
                  <a:lnTo>
                    <a:pt x="525750" y="1126884"/>
                  </a:lnTo>
                  <a:lnTo>
                    <a:pt x="525742" y="1126878"/>
                  </a:lnTo>
                  <a:lnTo>
                    <a:pt x="525730" y="1126869"/>
                  </a:lnTo>
                  <a:lnTo>
                    <a:pt x="525719" y="1126861"/>
                  </a:lnTo>
                  <a:lnTo>
                    <a:pt x="525709" y="1126852"/>
                  </a:lnTo>
                  <a:lnTo>
                    <a:pt x="525701" y="1126844"/>
                  </a:lnTo>
                  <a:lnTo>
                    <a:pt x="525693" y="1126836"/>
                  </a:lnTo>
                  <a:lnTo>
                    <a:pt x="525684" y="1126823"/>
                  </a:lnTo>
                  <a:lnTo>
                    <a:pt x="525669" y="1126808"/>
                  </a:lnTo>
                  <a:lnTo>
                    <a:pt x="525655" y="1126796"/>
                  </a:lnTo>
                  <a:lnTo>
                    <a:pt x="525646" y="1126787"/>
                  </a:lnTo>
                  <a:lnTo>
                    <a:pt x="525635" y="1126778"/>
                  </a:lnTo>
                  <a:lnTo>
                    <a:pt x="525624" y="1126769"/>
                  </a:lnTo>
                  <a:lnTo>
                    <a:pt x="525610" y="1126759"/>
                  </a:lnTo>
                  <a:lnTo>
                    <a:pt x="525598" y="1126752"/>
                  </a:lnTo>
                  <a:lnTo>
                    <a:pt x="525586" y="1126745"/>
                  </a:lnTo>
                  <a:lnTo>
                    <a:pt x="525578" y="1126742"/>
                  </a:lnTo>
                  <a:lnTo>
                    <a:pt x="525559" y="1126733"/>
                  </a:lnTo>
                  <a:lnTo>
                    <a:pt x="525529" y="1126721"/>
                  </a:lnTo>
                  <a:lnTo>
                    <a:pt x="525492" y="1126706"/>
                  </a:lnTo>
                  <a:lnTo>
                    <a:pt x="525479" y="1126700"/>
                  </a:lnTo>
                  <a:lnTo>
                    <a:pt x="525470" y="1126698"/>
                  </a:lnTo>
                  <a:lnTo>
                    <a:pt x="525461" y="1126697"/>
                  </a:lnTo>
                  <a:lnTo>
                    <a:pt x="525456" y="1126697"/>
                  </a:lnTo>
                  <a:lnTo>
                    <a:pt x="525446" y="1126700"/>
                  </a:lnTo>
                  <a:lnTo>
                    <a:pt x="525427" y="1126706"/>
                  </a:lnTo>
                  <a:lnTo>
                    <a:pt x="525416" y="1126710"/>
                  </a:lnTo>
                  <a:lnTo>
                    <a:pt x="525410" y="1126712"/>
                  </a:lnTo>
                  <a:lnTo>
                    <a:pt x="525404" y="1126713"/>
                  </a:lnTo>
                  <a:lnTo>
                    <a:pt x="525399" y="1126713"/>
                  </a:lnTo>
                  <a:lnTo>
                    <a:pt x="525395" y="1126713"/>
                  </a:lnTo>
                  <a:lnTo>
                    <a:pt x="525390" y="1126712"/>
                  </a:lnTo>
                  <a:lnTo>
                    <a:pt x="525385" y="1126710"/>
                  </a:lnTo>
                  <a:lnTo>
                    <a:pt x="525379" y="1126707"/>
                  </a:lnTo>
                  <a:lnTo>
                    <a:pt x="525375" y="1126704"/>
                  </a:lnTo>
                  <a:lnTo>
                    <a:pt x="525369" y="1126700"/>
                  </a:lnTo>
                  <a:lnTo>
                    <a:pt x="525364" y="1126695"/>
                  </a:lnTo>
                  <a:lnTo>
                    <a:pt x="525361" y="1126689"/>
                  </a:lnTo>
                  <a:lnTo>
                    <a:pt x="525351" y="1126673"/>
                  </a:lnTo>
                  <a:lnTo>
                    <a:pt x="525342" y="1126655"/>
                  </a:lnTo>
                  <a:lnTo>
                    <a:pt x="525333" y="1126637"/>
                  </a:lnTo>
                  <a:lnTo>
                    <a:pt x="525330" y="1126630"/>
                  </a:lnTo>
                  <a:lnTo>
                    <a:pt x="525325" y="1126619"/>
                  </a:lnTo>
                  <a:lnTo>
                    <a:pt x="525319" y="1126610"/>
                  </a:lnTo>
                  <a:lnTo>
                    <a:pt x="525312" y="1126601"/>
                  </a:lnTo>
                  <a:lnTo>
                    <a:pt x="525306" y="1126592"/>
                  </a:lnTo>
                  <a:lnTo>
                    <a:pt x="525298" y="1126581"/>
                  </a:lnTo>
                  <a:lnTo>
                    <a:pt x="525294" y="1126575"/>
                  </a:lnTo>
                  <a:lnTo>
                    <a:pt x="525290" y="1126570"/>
                  </a:lnTo>
                  <a:lnTo>
                    <a:pt x="525283" y="1126563"/>
                  </a:lnTo>
                  <a:lnTo>
                    <a:pt x="525271" y="1126554"/>
                  </a:lnTo>
                  <a:lnTo>
                    <a:pt x="525258" y="1126541"/>
                  </a:lnTo>
                  <a:lnTo>
                    <a:pt x="525248" y="1126532"/>
                  </a:lnTo>
                  <a:lnTo>
                    <a:pt x="525243" y="1126527"/>
                  </a:lnTo>
                  <a:lnTo>
                    <a:pt x="525237" y="1126521"/>
                  </a:lnTo>
                  <a:lnTo>
                    <a:pt x="525230" y="1126513"/>
                  </a:lnTo>
                  <a:lnTo>
                    <a:pt x="525223" y="1126504"/>
                  </a:lnTo>
                  <a:lnTo>
                    <a:pt x="525218" y="1126498"/>
                  </a:lnTo>
                  <a:lnTo>
                    <a:pt x="525214" y="1126490"/>
                  </a:lnTo>
                  <a:lnTo>
                    <a:pt x="525207" y="1126480"/>
                  </a:lnTo>
                  <a:lnTo>
                    <a:pt x="525204" y="1126472"/>
                  </a:lnTo>
                  <a:lnTo>
                    <a:pt x="525201" y="1126464"/>
                  </a:lnTo>
                  <a:lnTo>
                    <a:pt x="525196" y="1126456"/>
                  </a:lnTo>
                  <a:lnTo>
                    <a:pt x="525191" y="1126446"/>
                  </a:lnTo>
                  <a:lnTo>
                    <a:pt x="525180" y="1126428"/>
                  </a:lnTo>
                  <a:lnTo>
                    <a:pt x="525177" y="1126423"/>
                  </a:lnTo>
                  <a:lnTo>
                    <a:pt x="525171" y="1126414"/>
                  </a:lnTo>
                  <a:lnTo>
                    <a:pt x="525165" y="1126405"/>
                  </a:lnTo>
                  <a:lnTo>
                    <a:pt x="525160" y="1126395"/>
                  </a:lnTo>
                  <a:lnTo>
                    <a:pt x="525156" y="1126388"/>
                  </a:lnTo>
                  <a:lnTo>
                    <a:pt x="525151" y="1126374"/>
                  </a:lnTo>
                  <a:lnTo>
                    <a:pt x="525148" y="1126363"/>
                  </a:lnTo>
                  <a:lnTo>
                    <a:pt x="525146" y="1126355"/>
                  </a:lnTo>
                  <a:lnTo>
                    <a:pt x="525144" y="1126345"/>
                  </a:lnTo>
                  <a:lnTo>
                    <a:pt x="525143" y="1126326"/>
                  </a:lnTo>
                  <a:lnTo>
                    <a:pt x="525143" y="1126318"/>
                  </a:lnTo>
                  <a:lnTo>
                    <a:pt x="525142" y="1126307"/>
                  </a:lnTo>
                  <a:lnTo>
                    <a:pt x="525144" y="1126275"/>
                  </a:lnTo>
                  <a:lnTo>
                    <a:pt x="525145" y="1126248"/>
                  </a:lnTo>
                  <a:lnTo>
                    <a:pt x="525145" y="1126236"/>
                  </a:lnTo>
                  <a:lnTo>
                    <a:pt x="525143" y="1126226"/>
                  </a:lnTo>
                  <a:lnTo>
                    <a:pt x="525141" y="1126220"/>
                  </a:lnTo>
                  <a:lnTo>
                    <a:pt x="525139" y="1126214"/>
                  </a:lnTo>
                  <a:lnTo>
                    <a:pt x="525133" y="1126201"/>
                  </a:lnTo>
                  <a:lnTo>
                    <a:pt x="525130" y="1126196"/>
                  </a:lnTo>
                  <a:lnTo>
                    <a:pt x="525120" y="1126174"/>
                  </a:lnTo>
                  <a:lnTo>
                    <a:pt x="525116" y="1126165"/>
                  </a:lnTo>
                  <a:lnTo>
                    <a:pt x="525108" y="1126148"/>
                  </a:lnTo>
                  <a:lnTo>
                    <a:pt x="525101" y="1126133"/>
                  </a:lnTo>
                  <a:lnTo>
                    <a:pt x="525095" y="1126121"/>
                  </a:lnTo>
                  <a:lnTo>
                    <a:pt x="525089" y="1126107"/>
                  </a:lnTo>
                  <a:lnTo>
                    <a:pt x="525081" y="1126092"/>
                  </a:lnTo>
                  <a:lnTo>
                    <a:pt x="525076" y="1126081"/>
                  </a:lnTo>
                  <a:lnTo>
                    <a:pt x="525074" y="1126076"/>
                  </a:lnTo>
                  <a:lnTo>
                    <a:pt x="525073" y="1126069"/>
                  </a:lnTo>
                  <a:lnTo>
                    <a:pt x="525074" y="1126063"/>
                  </a:lnTo>
                  <a:lnTo>
                    <a:pt x="525077" y="1126049"/>
                  </a:lnTo>
                  <a:lnTo>
                    <a:pt x="525085" y="1126021"/>
                  </a:lnTo>
                  <a:lnTo>
                    <a:pt x="525087" y="1126007"/>
                  </a:lnTo>
                  <a:lnTo>
                    <a:pt x="525091" y="1125987"/>
                  </a:lnTo>
                  <a:lnTo>
                    <a:pt x="525092" y="1125978"/>
                  </a:lnTo>
                  <a:lnTo>
                    <a:pt x="525094" y="1125969"/>
                  </a:lnTo>
                  <a:lnTo>
                    <a:pt x="525094" y="1125963"/>
                  </a:lnTo>
                  <a:lnTo>
                    <a:pt x="525095" y="1125958"/>
                  </a:lnTo>
                  <a:lnTo>
                    <a:pt x="525096" y="1125944"/>
                  </a:lnTo>
                  <a:lnTo>
                    <a:pt x="525096" y="1125920"/>
                  </a:lnTo>
                  <a:lnTo>
                    <a:pt x="525095" y="1125912"/>
                  </a:lnTo>
                  <a:lnTo>
                    <a:pt x="525095" y="1125905"/>
                  </a:lnTo>
                  <a:lnTo>
                    <a:pt x="525095" y="1125894"/>
                  </a:lnTo>
                  <a:lnTo>
                    <a:pt x="525094" y="1125888"/>
                  </a:lnTo>
                  <a:lnTo>
                    <a:pt x="525090" y="1125870"/>
                  </a:lnTo>
                  <a:lnTo>
                    <a:pt x="525086" y="1125851"/>
                  </a:lnTo>
                  <a:lnTo>
                    <a:pt x="525083" y="1125840"/>
                  </a:lnTo>
                  <a:lnTo>
                    <a:pt x="525082" y="1125834"/>
                  </a:lnTo>
                  <a:lnTo>
                    <a:pt x="525079" y="1125819"/>
                  </a:lnTo>
                  <a:lnTo>
                    <a:pt x="525076" y="1125809"/>
                  </a:lnTo>
                  <a:lnTo>
                    <a:pt x="525074" y="1125800"/>
                  </a:lnTo>
                  <a:lnTo>
                    <a:pt x="525074" y="1125778"/>
                  </a:lnTo>
                  <a:lnTo>
                    <a:pt x="525073" y="1125764"/>
                  </a:lnTo>
                  <a:lnTo>
                    <a:pt x="525075" y="1125744"/>
                  </a:lnTo>
                  <a:lnTo>
                    <a:pt x="525077" y="1125722"/>
                  </a:lnTo>
                  <a:lnTo>
                    <a:pt x="525076" y="1125703"/>
                  </a:lnTo>
                  <a:lnTo>
                    <a:pt x="525076" y="1125682"/>
                  </a:lnTo>
                  <a:lnTo>
                    <a:pt x="525075" y="1125662"/>
                  </a:lnTo>
                  <a:lnTo>
                    <a:pt x="525074" y="1125652"/>
                  </a:lnTo>
                  <a:lnTo>
                    <a:pt x="525072" y="1125633"/>
                  </a:lnTo>
                  <a:lnTo>
                    <a:pt x="525070" y="1125625"/>
                  </a:lnTo>
                  <a:lnTo>
                    <a:pt x="525069" y="1125618"/>
                  </a:lnTo>
                  <a:lnTo>
                    <a:pt x="525068" y="1125611"/>
                  </a:lnTo>
                  <a:lnTo>
                    <a:pt x="525064" y="1125601"/>
                  </a:lnTo>
                  <a:lnTo>
                    <a:pt x="525059" y="1125590"/>
                  </a:lnTo>
                  <a:lnTo>
                    <a:pt x="525053" y="1125576"/>
                  </a:lnTo>
                  <a:lnTo>
                    <a:pt x="525048" y="1125559"/>
                  </a:lnTo>
                  <a:lnTo>
                    <a:pt x="525047" y="1125551"/>
                  </a:lnTo>
                  <a:lnTo>
                    <a:pt x="525046" y="1125544"/>
                  </a:lnTo>
                  <a:lnTo>
                    <a:pt x="525044" y="1125534"/>
                  </a:lnTo>
                  <a:lnTo>
                    <a:pt x="525042" y="1125529"/>
                  </a:lnTo>
                  <a:lnTo>
                    <a:pt x="525041" y="1125522"/>
                  </a:lnTo>
                  <a:lnTo>
                    <a:pt x="525041" y="1125510"/>
                  </a:lnTo>
                  <a:lnTo>
                    <a:pt x="525041" y="1125484"/>
                  </a:lnTo>
                  <a:lnTo>
                    <a:pt x="525044" y="1125456"/>
                  </a:lnTo>
                  <a:lnTo>
                    <a:pt x="525046" y="1125430"/>
                  </a:lnTo>
                  <a:lnTo>
                    <a:pt x="525049" y="1125403"/>
                  </a:lnTo>
                  <a:lnTo>
                    <a:pt x="525051" y="1125376"/>
                  </a:lnTo>
                  <a:lnTo>
                    <a:pt x="525052" y="1125349"/>
                  </a:lnTo>
                  <a:lnTo>
                    <a:pt x="525053" y="1125336"/>
                  </a:lnTo>
                  <a:lnTo>
                    <a:pt x="525053" y="1125323"/>
                  </a:lnTo>
                  <a:lnTo>
                    <a:pt x="525053" y="1125308"/>
                  </a:lnTo>
                  <a:lnTo>
                    <a:pt x="525051" y="1125286"/>
                  </a:lnTo>
                  <a:lnTo>
                    <a:pt x="525051" y="1125279"/>
                  </a:lnTo>
                  <a:lnTo>
                    <a:pt x="525049" y="1125261"/>
                  </a:lnTo>
                  <a:lnTo>
                    <a:pt x="525047" y="1125248"/>
                  </a:lnTo>
                  <a:lnTo>
                    <a:pt x="525047" y="1125241"/>
                  </a:lnTo>
                  <a:lnTo>
                    <a:pt x="525046" y="1125233"/>
                  </a:lnTo>
                  <a:lnTo>
                    <a:pt x="525044" y="1125226"/>
                  </a:lnTo>
                  <a:lnTo>
                    <a:pt x="525041" y="1125219"/>
                  </a:lnTo>
                  <a:lnTo>
                    <a:pt x="525039" y="1125214"/>
                  </a:lnTo>
                  <a:lnTo>
                    <a:pt x="525035" y="1125204"/>
                  </a:lnTo>
                  <a:lnTo>
                    <a:pt x="525032" y="1125198"/>
                  </a:lnTo>
                  <a:lnTo>
                    <a:pt x="525029" y="1125192"/>
                  </a:lnTo>
                  <a:lnTo>
                    <a:pt x="525024" y="1125183"/>
                  </a:lnTo>
                  <a:lnTo>
                    <a:pt x="525011" y="1125163"/>
                  </a:lnTo>
                  <a:lnTo>
                    <a:pt x="525002" y="1125150"/>
                  </a:lnTo>
                  <a:lnTo>
                    <a:pt x="524994" y="1125138"/>
                  </a:lnTo>
                  <a:lnTo>
                    <a:pt x="524989" y="1125132"/>
                  </a:lnTo>
                  <a:lnTo>
                    <a:pt x="524974" y="1125112"/>
                  </a:lnTo>
                  <a:lnTo>
                    <a:pt x="524954" y="1125085"/>
                  </a:lnTo>
                  <a:lnTo>
                    <a:pt x="524943" y="1125069"/>
                  </a:lnTo>
                  <a:lnTo>
                    <a:pt x="524935" y="1125060"/>
                  </a:lnTo>
                  <a:lnTo>
                    <a:pt x="524931" y="1125056"/>
                  </a:lnTo>
                  <a:lnTo>
                    <a:pt x="524927" y="1125053"/>
                  </a:lnTo>
                  <a:lnTo>
                    <a:pt x="524920" y="1125050"/>
                  </a:lnTo>
                  <a:lnTo>
                    <a:pt x="524911" y="1125047"/>
                  </a:lnTo>
                  <a:lnTo>
                    <a:pt x="524902" y="1125045"/>
                  </a:lnTo>
                  <a:lnTo>
                    <a:pt x="524869" y="1125042"/>
                  </a:lnTo>
                  <a:lnTo>
                    <a:pt x="524856" y="1125043"/>
                  </a:lnTo>
                  <a:lnTo>
                    <a:pt x="524836" y="1125042"/>
                  </a:lnTo>
                  <a:lnTo>
                    <a:pt x="524828" y="1125042"/>
                  </a:lnTo>
                  <a:lnTo>
                    <a:pt x="524821" y="1125041"/>
                  </a:lnTo>
                  <a:lnTo>
                    <a:pt x="524814" y="1125039"/>
                  </a:lnTo>
                  <a:lnTo>
                    <a:pt x="524803" y="1125036"/>
                  </a:lnTo>
                  <a:lnTo>
                    <a:pt x="524792" y="1125034"/>
                  </a:lnTo>
                  <a:lnTo>
                    <a:pt x="524782" y="1125031"/>
                  </a:lnTo>
                  <a:lnTo>
                    <a:pt x="524768" y="1125027"/>
                  </a:lnTo>
                  <a:lnTo>
                    <a:pt x="524754" y="1125023"/>
                  </a:lnTo>
                  <a:lnTo>
                    <a:pt x="524739" y="1125019"/>
                  </a:lnTo>
                  <a:lnTo>
                    <a:pt x="524724" y="1125016"/>
                  </a:lnTo>
                  <a:lnTo>
                    <a:pt x="524706" y="1125013"/>
                  </a:lnTo>
                  <a:lnTo>
                    <a:pt x="524692" y="1125011"/>
                  </a:lnTo>
                  <a:lnTo>
                    <a:pt x="524674" y="1125009"/>
                  </a:lnTo>
                  <a:lnTo>
                    <a:pt x="524659" y="1125006"/>
                  </a:lnTo>
                  <a:lnTo>
                    <a:pt x="524641" y="1125003"/>
                  </a:lnTo>
                  <a:lnTo>
                    <a:pt x="524630" y="1125001"/>
                  </a:lnTo>
                  <a:lnTo>
                    <a:pt x="524622" y="1125000"/>
                  </a:lnTo>
                  <a:lnTo>
                    <a:pt x="524618" y="1124998"/>
                  </a:lnTo>
                  <a:lnTo>
                    <a:pt x="524613" y="1124996"/>
                  </a:lnTo>
                  <a:lnTo>
                    <a:pt x="524605" y="1124992"/>
                  </a:lnTo>
                  <a:lnTo>
                    <a:pt x="524584" y="1124982"/>
                  </a:lnTo>
                  <a:lnTo>
                    <a:pt x="524574" y="1124977"/>
                  </a:lnTo>
                  <a:lnTo>
                    <a:pt x="524561" y="1124972"/>
                  </a:lnTo>
                  <a:lnTo>
                    <a:pt x="524551" y="1124969"/>
                  </a:lnTo>
                  <a:lnTo>
                    <a:pt x="524539" y="1124966"/>
                  </a:lnTo>
                  <a:lnTo>
                    <a:pt x="524528" y="1124964"/>
                  </a:lnTo>
                  <a:lnTo>
                    <a:pt x="524515" y="1124963"/>
                  </a:lnTo>
                  <a:lnTo>
                    <a:pt x="524505" y="1124961"/>
                  </a:lnTo>
                  <a:lnTo>
                    <a:pt x="524495" y="1124958"/>
                  </a:lnTo>
                  <a:lnTo>
                    <a:pt x="524485" y="1124955"/>
                  </a:lnTo>
                  <a:lnTo>
                    <a:pt x="524474" y="1124950"/>
                  </a:lnTo>
                  <a:lnTo>
                    <a:pt x="524465" y="1124946"/>
                  </a:lnTo>
                  <a:lnTo>
                    <a:pt x="524461" y="1124944"/>
                  </a:lnTo>
                  <a:lnTo>
                    <a:pt x="524453" y="1124937"/>
                  </a:lnTo>
                  <a:lnTo>
                    <a:pt x="524446" y="1124929"/>
                  </a:lnTo>
                  <a:lnTo>
                    <a:pt x="524438" y="1124920"/>
                  </a:lnTo>
                  <a:lnTo>
                    <a:pt x="524426" y="1124911"/>
                  </a:lnTo>
                  <a:lnTo>
                    <a:pt x="524419" y="1124903"/>
                  </a:lnTo>
                  <a:lnTo>
                    <a:pt x="524413" y="1124895"/>
                  </a:lnTo>
                  <a:lnTo>
                    <a:pt x="524404" y="1124884"/>
                  </a:lnTo>
                  <a:lnTo>
                    <a:pt x="524396" y="1124876"/>
                  </a:lnTo>
                  <a:lnTo>
                    <a:pt x="524387" y="1124871"/>
                  </a:lnTo>
                  <a:lnTo>
                    <a:pt x="524369" y="1124865"/>
                  </a:lnTo>
                  <a:lnTo>
                    <a:pt x="524350" y="1124860"/>
                  </a:lnTo>
                  <a:lnTo>
                    <a:pt x="524339" y="1124854"/>
                  </a:lnTo>
                  <a:lnTo>
                    <a:pt x="524328" y="1124844"/>
                  </a:lnTo>
                  <a:lnTo>
                    <a:pt x="524322" y="1124834"/>
                  </a:lnTo>
                  <a:lnTo>
                    <a:pt x="524313" y="1124821"/>
                  </a:lnTo>
                  <a:lnTo>
                    <a:pt x="524306" y="1124808"/>
                  </a:lnTo>
                  <a:lnTo>
                    <a:pt x="524302" y="1124800"/>
                  </a:lnTo>
                  <a:lnTo>
                    <a:pt x="524300" y="1124795"/>
                  </a:lnTo>
                  <a:lnTo>
                    <a:pt x="524297" y="1124785"/>
                  </a:lnTo>
                  <a:lnTo>
                    <a:pt x="524294" y="1124778"/>
                  </a:lnTo>
                  <a:lnTo>
                    <a:pt x="524293" y="1124772"/>
                  </a:lnTo>
                  <a:lnTo>
                    <a:pt x="524290" y="1124764"/>
                  </a:lnTo>
                  <a:lnTo>
                    <a:pt x="524288" y="1124756"/>
                  </a:lnTo>
                  <a:lnTo>
                    <a:pt x="524286" y="1124746"/>
                  </a:lnTo>
                  <a:lnTo>
                    <a:pt x="524285" y="1124738"/>
                  </a:lnTo>
                  <a:lnTo>
                    <a:pt x="524285" y="1124729"/>
                  </a:lnTo>
                  <a:lnTo>
                    <a:pt x="524285" y="1124719"/>
                  </a:lnTo>
                  <a:lnTo>
                    <a:pt x="524285" y="1124711"/>
                  </a:lnTo>
                  <a:lnTo>
                    <a:pt x="524287" y="1124691"/>
                  </a:lnTo>
                  <a:lnTo>
                    <a:pt x="524289" y="1124669"/>
                  </a:lnTo>
                  <a:lnTo>
                    <a:pt x="524290" y="1124662"/>
                  </a:lnTo>
                  <a:lnTo>
                    <a:pt x="524292" y="1124653"/>
                  </a:lnTo>
                  <a:lnTo>
                    <a:pt x="524293" y="1124647"/>
                  </a:lnTo>
                  <a:lnTo>
                    <a:pt x="524299" y="1124625"/>
                  </a:lnTo>
                  <a:lnTo>
                    <a:pt x="524301" y="1124614"/>
                  </a:lnTo>
                  <a:lnTo>
                    <a:pt x="524304" y="1124603"/>
                  </a:lnTo>
                  <a:lnTo>
                    <a:pt x="524306" y="1124598"/>
                  </a:lnTo>
                  <a:lnTo>
                    <a:pt x="524310" y="1124583"/>
                  </a:lnTo>
                  <a:lnTo>
                    <a:pt x="524316" y="1124567"/>
                  </a:lnTo>
                  <a:lnTo>
                    <a:pt x="524322" y="1124554"/>
                  </a:lnTo>
                  <a:lnTo>
                    <a:pt x="524329" y="1124543"/>
                  </a:lnTo>
                  <a:lnTo>
                    <a:pt x="524329" y="1124536"/>
                  </a:lnTo>
                  <a:lnTo>
                    <a:pt x="524326" y="1124531"/>
                  </a:lnTo>
                  <a:lnTo>
                    <a:pt x="524316" y="1124523"/>
                  </a:lnTo>
                  <a:lnTo>
                    <a:pt x="524302" y="1124513"/>
                  </a:lnTo>
                  <a:lnTo>
                    <a:pt x="524296" y="1124509"/>
                  </a:lnTo>
                  <a:lnTo>
                    <a:pt x="524282" y="1124501"/>
                  </a:lnTo>
                  <a:lnTo>
                    <a:pt x="524271" y="1124494"/>
                  </a:lnTo>
                  <a:lnTo>
                    <a:pt x="524260" y="1124489"/>
                  </a:lnTo>
                  <a:lnTo>
                    <a:pt x="524252" y="1124485"/>
                  </a:lnTo>
                  <a:lnTo>
                    <a:pt x="524242" y="1124479"/>
                  </a:lnTo>
                  <a:lnTo>
                    <a:pt x="524233" y="1124474"/>
                  </a:lnTo>
                  <a:lnTo>
                    <a:pt x="524227" y="1124470"/>
                  </a:lnTo>
                  <a:lnTo>
                    <a:pt x="524223" y="1124466"/>
                  </a:lnTo>
                  <a:lnTo>
                    <a:pt x="524217" y="1124460"/>
                  </a:lnTo>
                  <a:lnTo>
                    <a:pt x="524208" y="1124451"/>
                  </a:lnTo>
                  <a:lnTo>
                    <a:pt x="524202" y="1124444"/>
                  </a:lnTo>
                  <a:lnTo>
                    <a:pt x="524197" y="1124438"/>
                  </a:lnTo>
                  <a:lnTo>
                    <a:pt x="524190" y="1124427"/>
                  </a:lnTo>
                  <a:lnTo>
                    <a:pt x="524185" y="1124419"/>
                  </a:lnTo>
                  <a:lnTo>
                    <a:pt x="524181" y="1124411"/>
                  </a:lnTo>
                  <a:lnTo>
                    <a:pt x="524169" y="1124386"/>
                  </a:lnTo>
                  <a:lnTo>
                    <a:pt x="524162" y="1124368"/>
                  </a:lnTo>
                  <a:lnTo>
                    <a:pt x="524153" y="1124345"/>
                  </a:lnTo>
                  <a:lnTo>
                    <a:pt x="524147" y="1124330"/>
                  </a:lnTo>
                  <a:lnTo>
                    <a:pt x="524138" y="1124303"/>
                  </a:lnTo>
                  <a:lnTo>
                    <a:pt x="524131" y="1124281"/>
                  </a:lnTo>
                  <a:lnTo>
                    <a:pt x="524125" y="1124262"/>
                  </a:lnTo>
                  <a:lnTo>
                    <a:pt x="524120" y="1124245"/>
                  </a:lnTo>
                  <a:lnTo>
                    <a:pt x="524117" y="1124238"/>
                  </a:lnTo>
                  <a:lnTo>
                    <a:pt x="524114" y="1124229"/>
                  </a:lnTo>
                  <a:lnTo>
                    <a:pt x="524109" y="1124220"/>
                  </a:lnTo>
                  <a:lnTo>
                    <a:pt x="524102" y="1124206"/>
                  </a:lnTo>
                  <a:lnTo>
                    <a:pt x="524085" y="1124178"/>
                  </a:lnTo>
                  <a:lnTo>
                    <a:pt x="524079" y="1124167"/>
                  </a:lnTo>
                  <a:lnTo>
                    <a:pt x="524064" y="1124137"/>
                  </a:lnTo>
                  <a:lnTo>
                    <a:pt x="524056" y="1124119"/>
                  </a:lnTo>
                  <a:lnTo>
                    <a:pt x="524045" y="1124096"/>
                  </a:lnTo>
                  <a:lnTo>
                    <a:pt x="524041" y="1124088"/>
                  </a:lnTo>
                  <a:lnTo>
                    <a:pt x="524031" y="1124067"/>
                  </a:lnTo>
                  <a:lnTo>
                    <a:pt x="524023" y="1124055"/>
                  </a:lnTo>
                  <a:lnTo>
                    <a:pt x="524018" y="1124048"/>
                  </a:lnTo>
                  <a:lnTo>
                    <a:pt x="524012" y="1124041"/>
                  </a:lnTo>
                  <a:lnTo>
                    <a:pt x="524004" y="1124033"/>
                  </a:lnTo>
                  <a:lnTo>
                    <a:pt x="523993" y="1124024"/>
                  </a:lnTo>
                  <a:lnTo>
                    <a:pt x="523983" y="1124017"/>
                  </a:lnTo>
                  <a:lnTo>
                    <a:pt x="523977" y="1124012"/>
                  </a:lnTo>
                  <a:lnTo>
                    <a:pt x="523956" y="1123999"/>
                  </a:lnTo>
                  <a:lnTo>
                    <a:pt x="523943" y="1123991"/>
                  </a:lnTo>
                  <a:lnTo>
                    <a:pt x="523932" y="1123983"/>
                  </a:lnTo>
                  <a:lnTo>
                    <a:pt x="523927" y="1123980"/>
                  </a:lnTo>
                  <a:lnTo>
                    <a:pt x="523921" y="1123975"/>
                  </a:lnTo>
                  <a:lnTo>
                    <a:pt x="523917" y="1123972"/>
                  </a:lnTo>
                  <a:lnTo>
                    <a:pt x="523910" y="1123966"/>
                  </a:lnTo>
                  <a:lnTo>
                    <a:pt x="523905" y="1123961"/>
                  </a:lnTo>
                  <a:lnTo>
                    <a:pt x="523900" y="1123957"/>
                  </a:lnTo>
                  <a:lnTo>
                    <a:pt x="523898" y="1123953"/>
                  </a:lnTo>
                  <a:lnTo>
                    <a:pt x="523896" y="1123948"/>
                  </a:lnTo>
                  <a:lnTo>
                    <a:pt x="523893" y="1123939"/>
                  </a:lnTo>
                  <a:lnTo>
                    <a:pt x="523890" y="1123925"/>
                  </a:lnTo>
                  <a:lnTo>
                    <a:pt x="523888" y="1123914"/>
                  </a:lnTo>
                  <a:lnTo>
                    <a:pt x="523886" y="1123898"/>
                  </a:lnTo>
                  <a:lnTo>
                    <a:pt x="523886" y="1123877"/>
                  </a:lnTo>
                  <a:lnTo>
                    <a:pt x="523887" y="1123869"/>
                  </a:lnTo>
                  <a:lnTo>
                    <a:pt x="523888" y="1123858"/>
                  </a:lnTo>
                  <a:lnTo>
                    <a:pt x="523889" y="1123842"/>
                  </a:lnTo>
                  <a:lnTo>
                    <a:pt x="523890" y="1123830"/>
                  </a:lnTo>
                  <a:lnTo>
                    <a:pt x="523889" y="1123815"/>
                  </a:lnTo>
                  <a:lnTo>
                    <a:pt x="523885" y="1123789"/>
                  </a:lnTo>
                  <a:lnTo>
                    <a:pt x="523882" y="1123777"/>
                  </a:lnTo>
                  <a:lnTo>
                    <a:pt x="523877" y="1123754"/>
                  </a:lnTo>
                  <a:lnTo>
                    <a:pt x="523873" y="1123738"/>
                  </a:lnTo>
                  <a:lnTo>
                    <a:pt x="523869" y="1123723"/>
                  </a:lnTo>
                  <a:lnTo>
                    <a:pt x="523868" y="1123717"/>
                  </a:lnTo>
                  <a:lnTo>
                    <a:pt x="523868" y="1123711"/>
                  </a:lnTo>
                  <a:lnTo>
                    <a:pt x="523870" y="1123704"/>
                  </a:lnTo>
                  <a:lnTo>
                    <a:pt x="523873" y="1123696"/>
                  </a:lnTo>
                  <a:lnTo>
                    <a:pt x="523888" y="1123656"/>
                  </a:lnTo>
                  <a:lnTo>
                    <a:pt x="523895" y="1123632"/>
                  </a:lnTo>
                  <a:lnTo>
                    <a:pt x="523901" y="1123615"/>
                  </a:lnTo>
                  <a:lnTo>
                    <a:pt x="523912" y="1123575"/>
                  </a:lnTo>
                  <a:lnTo>
                    <a:pt x="523921" y="1123536"/>
                  </a:lnTo>
                  <a:lnTo>
                    <a:pt x="523927" y="1123508"/>
                  </a:lnTo>
                  <a:lnTo>
                    <a:pt x="523931" y="1123493"/>
                  </a:lnTo>
                  <a:lnTo>
                    <a:pt x="523933" y="1123487"/>
                  </a:lnTo>
                  <a:lnTo>
                    <a:pt x="523936" y="1123480"/>
                  </a:lnTo>
                  <a:lnTo>
                    <a:pt x="523938" y="1123471"/>
                  </a:lnTo>
                  <a:lnTo>
                    <a:pt x="523938" y="1123465"/>
                  </a:lnTo>
                  <a:lnTo>
                    <a:pt x="523937" y="1123459"/>
                  </a:lnTo>
                  <a:lnTo>
                    <a:pt x="523933" y="1123452"/>
                  </a:lnTo>
                  <a:lnTo>
                    <a:pt x="523924" y="1123431"/>
                  </a:lnTo>
                  <a:lnTo>
                    <a:pt x="523919" y="1123421"/>
                  </a:lnTo>
                  <a:lnTo>
                    <a:pt x="523913" y="1123408"/>
                  </a:lnTo>
                  <a:lnTo>
                    <a:pt x="523910" y="1123400"/>
                  </a:lnTo>
                  <a:lnTo>
                    <a:pt x="523903" y="1123387"/>
                  </a:lnTo>
                  <a:lnTo>
                    <a:pt x="523899" y="1123381"/>
                  </a:lnTo>
                  <a:lnTo>
                    <a:pt x="523894" y="1123376"/>
                  </a:lnTo>
                  <a:lnTo>
                    <a:pt x="523885" y="1123368"/>
                  </a:lnTo>
                  <a:lnTo>
                    <a:pt x="523882" y="1123365"/>
                  </a:lnTo>
                  <a:lnTo>
                    <a:pt x="523863" y="1123349"/>
                  </a:lnTo>
                  <a:lnTo>
                    <a:pt x="523847" y="1123336"/>
                  </a:lnTo>
                  <a:lnTo>
                    <a:pt x="523843" y="1123332"/>
                  </a:lnTo>
                  <a:lnTo>
                    <a:pt x="523836" y="1123326"/>
                  </a:lnTo>
                  <a:lnTo>
                    <a:pt x="523829" y="1123320"/>
                  </a:lnTo>
                  <a:lnTo>
                    <a:pt x="523811" y="1123305"/>
                  </a:lnTo>
                  <a:lnTo>
                    <a:pt x="523786" y="1123285"/>
                  </a:lnTo>
                  <a:lnTo>
                    <a:pt x="523776" y="1123277"/>
                  </a:lnTo>
                  <a:lnTo>
                    <a:pt x="523751" y="1123256"/>
                  </a:lnTo>
                  <a:lnTo>
                    <a:pt x="523737" y="1123245"/>
                  </a:lnTo>
                  <a:lnTo>
                    <a:pt x="523729" y="1123239"/>
                  </a:lnTo>
                  <a:lnTo>
                    <a:pt x="523711" y="1123225"/>
                  </a:lnTo>
                  <a:lnTo>
                    <a:pt x="523687" y="1123208"/>
                  </a:lnTo>
                  <a:lnTo>
                    <a:pt x="523677" y="1123201"/>
                  </a:lnTo>
                  <a:lnTo>
                    <a:pt x="523659" y="1123188"/>
                  </a:lnTo>
                  <a:lnTo>
                    <a:pt x="523637" y="1123175"/>
                  </a:lnTo>
                  <a:lnTo>
                    <a:pt x="523619" y="1123164"/>
                  </a:lnTo>
                  <a:lnTo>
                    <a:pt x="523602" y="1123153"/>
                  </a:lnTo>
                  <a:lnTo>
                    <a:pt x="523587" y="1123143"/>
                  </a:lnTo>
                  <a:lnTo>
                    <a:pt x="523577" y="1123136"/>
                  </a:lnTo>
                  <a:lnTo>
                    <a:pt x="523556" y="1123121"/>
                  </a:lnTo>
                  <a:lnTo>
                    <a:pt x="523537" y="1123109"/>
                  </a:lnTo>
                  <a:lnTo>
                    <a:pt x="523526" y="1123102"/>
                  </a:lnTo>
                  <a:lnTo>
                    <a:pt x="523514" y="1123094"/>
                  </a:lnTo>
                  <a:lnTo>
                    <a:pt x="523500" y="1123085"/>
                  </a:lnTo>
                  <a:lnTo>
                    <a:pt x="523488" y="1123074"/>
                  </a:lnTo>
                  <a:lnTo>
                    <a:pt x="523461" y="1123053"/>
                  </a:lnTo>
                  <a:lnTo>
                    <a:pt x="523448" y="1123042"/>
                  </a:lnTo>
                  <a:lnTo>
                    <a:pt x="523438" y="1123036"/>
                  </a:lnTo>
                  <a:lnTo>
                    <a:pt x="523429" y="1123032"/>
                  </a:lnTo>
                  <a:lnTo>
                    <a:pt x="523408" y="1123023"/>
                  </a:lnTo>
                  <a:lnTo>
                    <a:pt x="523388" y="1123015"/>
                  </a:lnTo>
                  <a:lnTo>
                    <a:pt x="523373" y="1123011"/>
                  </a:lnTo>
                  <a:lnTo>
                    <a:pt x="523355" y="1123007"/>
                  </a:lnTo>
                  <a:lnTo>
                    <a:pt x="523338" y="1123005"/>
                  </a:lnTo>
                  <a:lnTo>
                    <a:pt x="523329" y="1123004"/>
                  </a:lnTo>
                  <a:lnTo>
                    <a:pt x="523321" y="1123003"/>
                  </a:lnTo>
                  <a:lnTo>
                    <a:pt x="523311" y="1123000"/>
                  </a:lnTo>
                  <a:lnTo>
                    <a:pt x="523303" y="1122997"/>
                  </a:lnTo>
                  <a:lnTo>
                    <a:pt x="523296" y="1122995"/>
                  </a:lnTo>
                  <a:lnTo>
                    <a:pt x="523286" y="1122989"/>
                  </a:lnTo>
                  <a:lnTo>
                    <a:pt x="523268" y="1122979"/>
                  </a:lnTo>
                  <a:lnTo>
                    <a:pt x="523253" y="1122970"/>
                  </a:lnTo>
                  <a:lnTo>
                    <a:pt x="523245" y="1122966"/>
                  </a:lnTo>
                  <a:lnTo>
                    <a:pt x="523235" y="1122963"/>
                  </a:lnTo>
                  <a:lnTo>
                    <a:pt x="523226" y="1122961"/>
                  </a:lnTo>
                  <a:lnTo>
                    <a:pt x="523215" y="1122960"/>
                  </a:lnTo>
                  <a:lnTo>
                    <a:pt x="523209" y="1122960"/>
                  </a:lnTo>
                  <a:lnTo>
                    <a:pt x="523198" y="1122959"/>
                  </a:lnTo>
                  <a:lnTo>
                    <a:pt x="523184" y="1122959"/>
                  </a:lnTo>
                  <a:lnTo>
                    <a:pt x="523175" y="1122958"/>
                  </a:lnTo>
                  <a:lnTo>
                    <a:pt x="523169" y="1122956"/>
                  </a:lnTo>
                  <a:lnTo>
                    <a:pt x="523165" y="1122955"/>
                  </a:lnTo>
                  <a:lnTo>
                    <a:pt x="523158" y="1122952"/>
                  </a:lnTo>
                  <a:lnTo>
                    <a:pt x="523146" y="1122946"/>
                  </a:lnTo>
                  <a:lnTo>
                    <a:pt x="523139" y="1122943"/>
                  </a:lnTo>
                  <a:lnTo>
                    <a:pt x="523131" y="1122941"/>
                  </a:lnTo>
                  <a:lnTo>
                    <a:pt x="523117" y="1122940"/>
                  </a:lnTo>
                  <a:lnTo>
                    <a:pt x="523102" y="1122936"/>
                  </a:lnTo>
                  <a:lnTo>
                    <a:pt x="523087" y="1122932"/>
                  </a:lnTo>
                  <a:lnTo>
                    <a:pt x="523078" y="1122931"/>
                  </a:lnTo>
                  <a:lnTo>
                    <a:pt x="523066" y="1122931"/>
                  </a:lnTo>
                  <a:lnTo>
                    <a:pt x="523047" y="1122932"/>
                  </a:lnTo>
                  <a:lnTo>
                    <a:pt x="523033" y="1122933"/>
                  </a:lnTo>
                  <a:lnTo>
                    <a:pt x="523017" y="1122934"/>
                  </a:lnTo>
                  <a:lnTo>
                    <a:pt x="523013" y="1122934"/>
                  </a:lnTo>
                  <a:lnTo>
                    <a:pt x="523005" y="1122935"/>
                  </a:lnTo>
                  <a:lnTo>
                    <a:pt x="522996" y="1122937"/>
                  </a:lnTo>
                  <a:lnTo>
                    <a:pt x="522983" y="1122940"/>
                  </a:lnTo>
                  <a:lnTo>
                    <a:pt x="522977" y="1122939"/>
                  </a:lnTo>
                  <a:lnTo>
                    <a:pt x="522967" y="1122937"/>
                  </a:lnTo>
                  <a:lnTo>
                    <a:pt x="522959" y="1122935"/>
                  </a:lnTo>
                  <a:lnTo>
                    <a:pt x="522954" y="1122932"/>
                  </a:lnTo>
                  <a:lnTo>
                    <a:pt x="522947" y="1122927"/>
                  </a:lnTo>
                  <a:lnTo>
                    <a:pt x="522941" y="1122921"/>
                  </a:lnTo>
                  <a:lnTo>
                    <a:pt x="522934" y="1122914"/>
                  </a:lnTo>
                  <a:lnTo>
                    <a:pt x="522927" y="1122903"/>
                  </a:lnTo>
                  <a:lnTo>
                    <a:pt x="522920" y="1122890"/>
                  </a:lnTo>
                  <a:lnTo>
                    <a:pt x="522915" y="1122878"/>
                  </a:lnTo>
                  <a:lnTo>
                    <a:pt x="522909" y="1122862"/>
                  </a:lnTo>
                  <a:lnTo>
                    <a:pt x="522900" y="1122845"/>
                  </a:lnTo>
                  <a:lnTo>
                    <a:pt x="522887" y="1122820"/>
                  </a:lnTo>
                  <a:lnTo>
                    <a:pt x="522879" y="1122802"/>
                  </a:lnTo>
                  <a:lnTo>
                    <a:pt x="522871" y="1122784"/>
                  </a:lnTo>
                  <a:lnTo>
                    <a:pt x="522868" y="1122778"/>
                  </a:lnTo>
                  <a:lnTo>
                    <a:pt x="522860" y="1122755"/>
                  </a:lnTo>
                  <a:lnTo>
                    <a:pt x="522855" y="1122736"/>
                  </a:lnTo>
                  <a:lnTo>
                    <a:pt x="522851" y="1122726"/>
                  </a:lnTo>
                  <a:lnTo>
                    <a:pt x="522849" y="1122715"/>
                  </a:lnTo>
                  <a:lnTo>
                    <a:pt x="522847" y="1122701"/>
                  </a:lnTo>
                  <a:lnTo>
                    <a:pt x="522841" y="1122673"/>
                  </a:lnTo>
                  <a:lnTo>
                    <a:pt x="522840" y="1122662"/>
                  </a:lnTo>
                  <a:lnTo>
                    <a:pt x="522840" y="1122651"/>
                  </a:lnTo>
                  <a:lnTo>
                    <a:pt x="522839" y="1122645"/>
                  </a:lnTo>
                  <a:lnTo>
                    <a:pt x="522838" y="1122633"/>
                  </a:lnTo>
                  <a:lnTo>
                    <a:pt x="522838" y="1122618"/>
                  </a:lnTo>
                  <a:lnTo>
                    <a:pt x="522838" y="1122613"/>
                  </a:lnTo>
                  <a:lnTo>
                    <a:pt x="522839" y="1122604"/>
                  </a:lnTo>
                  <a:lnTo>
                    <a:pt x="522839" y="1122597"/>
                  </a:lnTo>
                  <a:lnTo>
                    <a:pt x="522838" y="1122587"/>
                  </a:lnTo>
                  <a:lnTo>
                    <a:pt x="522836" y="1122583"/>
                  </a:lnTo>
                  <a:lnTo>
                    <a:pt x="522831" y="1122578"/>
                  </a:lnTo>
                  <a:lnTo>
                    <a:pt x="522823" y="1122573"/>
                  </a:lnTo>
                  <a:lnTo>
                    <a:pt x="522817" y="1122570"/>
                  </a:lnTo>
                  <a:lnTo>
                    <a:pt x="522805" y="1122564"/>
                  </a:lnTo>
                  <a:lnTo>
                    <a:pt x="522795" y="1122559"/>
                  </a:lnTo>
                  <a:lnTo>
                    <a:pt x="522788" y="1122554"/>
                  </a:lnTo>
                  <a:lnTo>
                    <a:pt x="522782" y="1122549"/>
                  </a:lnTo>
                  <a:lnTo>
                    <a:pt x="522777" y="1122545"/>
                  </a:lnTo>
                  <a:lnTo>
                    <a:pt x="522774" y="1122541"/>
                  </a:lnTo>
                  <a:lnTo>
                    <a:pt x="522772" y="1122537"/>
                  </a:lnTo>
                  <a:lnTo>
                    <a:pt x="522769" y="1122528"/>
                  </a:lnTo>
                  <a:lnTo>
                    <a:pt x="522766" y="1122519"/>
                  </a:lnTo>
                  <a:lnTo>
                    <a:pt x="522762" y="1122512"/>
                  </a:lnTo>
                  <a:lnTo>
                    <a:pt x="522758" y="1122507"/>
                  </a:lnTo>
                  <a:lnTo>
                    <a:pt x="522753" y="1122502"/>
                  </a:lnTo>
                  <a:lnTo>
                    <a:pt x="522747" y="1122499"/>
                  </a:lnTo>
                  <a:lnTo>
                    <a:pt x="522739" y="1122495"/>
                  </a:lnTo>
                  <a:lnTo>
                    <a:pt x="522734" y="1122494"/>
                  </a:lnTo>
                  <a:lnTo>
                    <a:pt x="522723" y="1122490"/>
                  </a:lnTo>
                  <a:lnTo>
                    <a:pt x="522714" y="1122486"/>
                  </a:lnTo>
                  <a:lnTo>
                    <a:pt x="522707" y="1122483"/>
                  </a:lnTo>
                  <a:lnTo>
                    <a:pt x="522703" y="1122479"/>
                  </a:lnTo>
                  <a:lnTo>
                    <a:pt x="522699" y="1122476"/>
                  </a:lnTo>
                  <a:lnTo>
                    <a:pt x="522694" y="1122471"/>
                  </a:lnTo>
                  <a:lnTo>
                    <a:pt x="522691" y="1122467"/>
                  </a:lnTo>
                  <a:lnTo>
                    <a:pt x="522685" y="1122456"/>
                  </a:lnTo>
                  <a:lnTo>
                    <a:pt x="522681" y="1122449"/>
                  </a:lnTo>
                  <a:lnTo>
                    <a:pt x="522676" y="1122440"/>
                  </a:lnTo>
                  <a:lnTo>
                    <a:pt x="522671" y="1122430"/>
                  </a:lnTo>
                  <a:lnTo>
                    <a:pt x="522665" y="1122421"/>
                  </a:lnTo>
                  <a:lnTo>
                    <a:pt x="522657" y="1122408"/>
                  </a:lnTo>
                  <a:lnTo>
                    <a:pt x="522641" y="1122387"/>
                  </a:lnTo>
                  <a:lnTo>
                    <a:pt x="522633" y="1122373"/>
                  </a:lnTo>
                  <a:lnTo>
                    <a:pt x="522621" y="1122353"/>
                  </a:lnTo>
                  <a:lnTo>
                    <a:pt x="522613" y="1122337"/>
                  </a:lnTo>
                  <a:lnTo>
                    <a:pt x="522604" y="1122320"/>
                  </a:lnTo>
                  <a:lnTo>
                    <a:pt x="522600" y="1122310"/>
                  </a:lnTo>
                  <a:lnTo>
                    <a:pt x="522594" y="1122298"/>
                  </a:lnTo>
                  <a:lnTo>
                    <a:pt x="522589" y="1122287"/>
                  </a:lnTo>
                  <a:lnTo>
                    <a:pt x="522587" y="1122281"/>
                  </a:lnTo>
                  <a:lnTo>
                    <a:pt x="522586" y="1122277"/>
                  </a:lnTo>
                  <a:lnTo>
                    <a:pt x="522583" y="1122268"/>
                  </a:lnTo>
                  <a:lnTo>
                    <a:pt x="522578" y="1122252"/>
                  </a:lnTo>
                  <a:lnTo>
                    <a:pt x="522574" y="1122239"/>
                  </a:lnTo>
                  <a:lnTo>
                    <a:pt x="522572" y="1122229"/>
                  </a:lnTo>
                  <a:lnTo>
                    <a:pt x="522570" y="1122221"/>
                  </a:lnTo>
                  <a:lnTo>
                    <a:pt x="522568" y="1122205"/>
                  </a:lnTo>
                  <a:lnTo>
                    <a:pt x="522566" y="1122194"/>
                  </a:lnTo>
                  <a:lnTo>
                    <a:pt x="522564" y="1122180"/>
                  </a:lnTo>
                  <a:lnTo>
                    <a:pt x="522562" y="1122164"/>
                  </a:lnTo>
                  <a:lnTo>
                    <a:pt x="522561" y="1122158"/>
                  </a:lnTo>
                  <a:lnTo>
                    <a:pt x="522559" y="1122150"/>
                  </a:lnTo>
                  <a:lnTo>
                    <a:pt x="522557" y="1122143"/>
                  </a:lnTo>
                  <a:lnTo>
                    <a:pt x="522555" y="1122136"/>
                  </a:lnTo>
                  <a:lnTo>
                    <a:pt x="522551" y="1122129"/>
                  </a:lnTo>
                  <a:lnTo>
                    <a:pt x="522547" y="1122120"/>
                  </a:lnTo>
                  <a:lnTo>
                    <a:pt x="522543" y="1122113"/>
                  </a:lnTo>
                  <a:lnTo>
                    <a:pt x="522541" y="1122108"/>
                  </a:lnTo>
                  <a:lnTo>
                    <a:pt x="522528" y="1122087"/>
                  </a:lnTo>
                  <a:lnTo>
                    <a:pt x="522519" y="1122073"/>
                  </a:lnTo>
                  <a:lnTo>
                    <a:pt x="522504" y="1122052"/>
                  </a:lnTo>
                  <a:lnTo>
                    <a:pt x="522491" y="1122034"/>
                  </a:lnTo>
                  <a:lnTo>
                    <a:pt x="522483" y="1122023"/>
                  </a:lnTo>
                  <a:lnTo>
                    <a:pt x="522478" y="1122016"/>
                  </a:lnTo>
                  <a:lnTo>
                    <a:pt x="522472" y="1122007"/>
                  </a:lnTo>
                  <a:lnTo>
                    <a:pt x="522466" y="1121996"/>
                  </a:lnTo>
                  <a:lnTo>
                    <a:pt x="522456" y="1121980"/>
                  </a:lnTo>
                  <a:lnTo>
                    <a:pt x="522450" y="1121970"/>
                  </a:lnTo>
                  <a:lnTo>
                    <a:pt x="522444" y="1121962"/>
                  </a:lnTo>
                  <a:lnTo>
                    <a:pt x="522441" y="1121956"/>
                  </a:lnTo>
                  <a:lnTo>
                    <a:pt x="522434" y="1121947"/>
                  </a:lnTo>
                  <a:lnTo>
                    <a:pt x="522430" y="1121939"/>
                  </a:lnTo>
                  <a:lnTo>
                    <a:pt x="522419" y="1121920"/>
                  </a:lnTo>
                  <a:lnTo>
                    <a:pt x="522413" y="1121910"/>
                  </a:lnTo>
                  <a:lnTo>
                    <a:pt x="522410" y="1121906"/>
                  </a:lnTo>
                  <a:lnTo>
                    <a:pt x="522406" y="1121899"/>
                  </a:lnTo>
                  <a:lnTo>
                    <a:pt x="522401" y="1121889"/>
                  </a:lnTo>
                  <a:lnTo>
                    <a:pt x="522397" y="1121882"/>
                  </a:lnTo>
                  <a:lnTo>
                    <a:pt x="522392" y="1121878"/>
                  </a:lnTo>
                  <a:lnTo>
                    <a:pt x="522388" y="1121875"/>
                  </a:lnTo>
                  <a:lnTo>
                    <a:pt x="522383" y="1121874"/>
                  </a:lnTo>
                  <a:lnTo>
                    <a:pt x="522365" y="1121871"/>
                  </a:lnTo>
                  <a:lnTo>
                    <a:pt x="522352" y="1121869"/>
                  </a:lnTo>
                  <a:lnTo>
                    <a:pt x="522339" y="1121868"/>
                  </a:lnTo>
                  <a:lnTo>
                    <a:pt x="522332" y="1121868"/>
                  </a:lnTo>
                  <a:lnTo>
                    <a:pt x="522313" y="1121868"/>
                  </a:lnTo>
                  <a:lnTo>
                    <a:pt x="522296" y="1121868"/>
                  </a:lnTo>
                  <a:lnTo>
                    <a:pt x="522287" y="1121868"/>
                  </a:lnTo>
                  <a:lnTo>
                    <a:pt x="522271" y="1121870"/>
                  </a:lnTo>
                  <a:lnTo>
                    <a:pt x="522261" y="1121870"/>
                  </a:lnTo>
                  <a:lnTo>
                    <a:pt x="522257" y="1121871"/>
                  </a:lnTo>
                  <a:lnTo>
                    <a:pt x="522251" y="1121872"/>
                  </a:lnTo>
                  <a:lnTo>
                    <a:pt x="522246" y="1121873"/>
                  </a:lnTo>
                  <a:lnTo>
                    <a:pt x="522238" y="1121875"/>
                  </a:lnTo>
                  <a:lnTo>
                    <a:pt x="522232" y="1121878"/>
                  </a:lnTo>
                  <a:lnTo>
                    <a:pt x="522224" y="1121883"/>
                  </a:lnTo>
                  <a:lnTo>
                    <a:pt x="522208" y="1121895"/>
                  </a:lnTo>
                  <a:lnTo>
                    <a:pt x="522203" y="1121898"/>
                  </a:lnTo>
                  <a:lnTo>
                    <a:pt x="522194" y="1121904"/>
                  </a:lnTo>
                  <a:lnTo>
                    <a:pt x="522184" y="1121910"/>
                  </a:lnTo>
                  <a:lnTo>
                    <a:pt x="522179" y="1121912"/>
                  </a:lnTo>
                  <a:lnTo>
                    <a:pt x="522174" y="1121913"/>
                  </a:lnTo>
                  <a:lnTo>
                    <a:pt x="522169" y="1121914"/>
                  </a:lnTo>
                  <a:lnTo>
                    <a:pt x="522156" y="1121914"/>
                  </a:lnTo>
                  <a:lnTo>
                    <a:pt x="522144" y="1121913"/>
                  </a:lnTo>
                  <a:lnTo>
                    <a:pt x="522130" y="1121912"/>
                  </a:lnTo>
                  <a:lnTo>
                    <a:pt x="522118" y="1121910"/>
                  </a:lnTo>
                  <a:lnTo>
                    <a:pt x="522104" y="1121909"/>
                  </a:lnTo>
                  <a:lnTo>
                    <a:pt x="522092" y="1121907"/>
                  </a:lnTo>
                  <a:lnTo>
                    <a:pt x="522078" y="1121905"/>
                  </a:lnTo>
                  <a:lnTo>
                    <a:pt x="522067" y="1121903"/>
                  </a:lnTo>
                  <a:lnTo>
                    <a:pt x="522052" y="1121900"/>
                  </a:lnTo>
                  <a:lnTo>
                    <a:pt x="522042" y="1121898"/>
                  </a:lnTo>
                  <a:lnTo>
                    <a:pt x="522027" y="1121894"/>
                  </a:lnTo>
                  <a:lnTo>
                    <a:pt x="522013" y="1121892"/>
                  </a:lnTo>
                  <a:lnTo>
                    <a:pt x="522001" y="1121892"/>
                  </a:lnTo>
                  <a:lnTo>
                    <a:pt x="521989" y="1121892"/>
                  </a:lnTo>
                  <a:lnTo>
                    <a:pt x="521974" y="1121893"/>
                  </a:lnTo>
                  <a:lnTo>
                    <a:pt x="521959" y="1121894"/>
                  </a:lnTo>
                  <a:lnTo>
                    <a:pt x="521941" y="1121895"/>
                  </a:lnTo>
                  <a:lnTo>
                    <a:pt x="521921" y="1121896"/>
                  </a:lnTo>
                  <a:lnTo>
                    <a:pt x="521895" y="1121894"/>
                  </a:lnTo>
                  <a:lnTo>
                    <a:pt x="521873" y="1121893"/>
                  </a:lnTo>
                  <a:lnTo>
                    <a:pt x="521858" y="1121892"/>
                  </a:lnTo>
                  <a:lnTo>
                    <a:pt x="521854" y="1121892"/>
                  </a:lnTo>
                  <a:lnTo>
                    <a:pt x="521849" y="1121892"/>
                  </a:lnTo>
                  <a:lnTo>
                    <a:pt x="521843" y="1121893"/>
                  </a:lnTo>
                  <a:lnTo>
                    <a:pt x="521838" y="1121894"/>
                  </a:lnTo>
                  <a:lnTo>
                    <a:pt x="521827" y="1121897"/>
                  </a:lnTo>
                  <a:lnTo>
                    <a:pt x="521818" y="1121900"/>
                  </a:lnTo>
                  <a:lnTo>
                    <a:pt x="521813" y="1121900"/>
                  </a:lnTo>
                  <a:lnTo>
                    <a:pt x="521807" y="1121900"/>
                  </a:lnTo>
                  <a:lnTo>
                    <a:pt x="521800" y="1121900"/>
                  </a:lnTo>
                  <a:lnTo>
                    <a:pt x="521792" y="1121898"/>
                  </a:lnTo>
                  <a:lnTo>
                    <a:pt x="521786" y="1121895"/>
                  </a:lnTo>
                  <a:lnTo>
                    <a:pt x="521780" y="1121892"/>
                  </a:lnTo>
                  <a:lnTo>
                    <a:pt x="521776" y="1121889"/>
                  </a:lnTo>
                  <a:lnTo>
                    <a:pt x="521770" y="1121884"/>
                  </a:lnTo>
                  <a:lnTo>
                    <a:pt x="521765" y="1121877"/>
                  </a:lnTo>
                  <a:lnTo>
                    <a:pt x="521756" y="1121867"/>
                  </a:lnTo>
                  <a:lnTo>
                    <a:pt x="521746" y="1121857"/>
                  </a:lnTo>
                  <a:lnTo>
                    <a:pt x="521740" y="1121851"/>
                  </a:lnTo>
                  <a:lnTo>
                    <a:pt x="521733" y="1121844"/>
                  </a:lnTo>
                  <a:lnTo>
                    <a:pt x="521724" y="1121836"/>
                  </a:lnTo>
                  <a:lnTo>
                    <a:pt x="521717" y="1121831"/>
                  </a:lnTo>
                  <a:lnTo>
                    <a:pt x="521712" y="1121828"/>
                  </a:lnTo>
                  <a:lnTo>
                    <a:pt x="521701" y="1121820"/>
                  </a:lnTo>
                  <a:lnTo>
                    <a:pt x="521694" y="1121815"/>
                  </a:lnTo>
                  <a:lnTo>
                    <a:pt x="521683" y="1121807"/>
                  </a:lnTo>
                  <a:lnTo>
                    <a:pt x="521677" y="1121802"/>
                  </a:lnTo>
                  <a:lnTo>
                    <a:pt x="521672" y="1121797"/>
                  </a:lnTo>
                  <a:lnTo>
                    <a:pt x="521663" y="1121789"/>
                  </a:lnTo>
                  <a:lnTo>
                    <a:pt x="521650" y="1121776"/>
                  </a:lnTo>
                  <a:lnTo>
                    <a:pt x="521640" y="1121766"/>
                  </a:lnTo>
                  <a:lnTo>
                    <a:pt x="521628" y="1121755"/>
                  </a:lnTo>
                  <a:lnTo>
                    <a:pt x="521619" y="1121745"/>
                  </a:lnTo>
                  <a:lnTo>
                    <a:pt x="521613" y="1121738"/>
                  </a:lnTo>
                  <a:lnTo>
                    <a:pt x="521609" y="1121733"/>
                  </a:lnTo>
                  <a:lnTo>
                    <a:pt x="521606" y="1121728"/>
                  </a:lnTo>
                  <a:lnTo>
                    <a:pt x="521601" y="1121721"/>
                  </a:lnTo>
                  <a:lnTo>
                    <a:pt x="521596" y="1121716"/>
                  </a:lnTo>
                  <a:lnTo>
                    <a:pt x="521589" y="1121713"/>
                  </a:lnTo>
                  <a:lnTo>
                    <a:pt x="521581" y="1121705"/>
                  </a:lnTo>
                  <a:lnTo>
                    <a:pt x="521571" y="1121692"/>
                  </a:lnTo>
                  <a:lnTo>
                    <a:pt x="521566" y="1121681"/>
                  </a:lnTo>
                  <a:lnTo>
                    <a:pt x="521559" y="1121667"/>
                  </a:lnTo>
                  <a:lnTo>
                    <a:pt x="521550" y="1121652"/>
                  </a:lnTo>
                  <a:lnTo>
                    <a:pt x="521544" y="1121641"/>
                  </a:lnTo>
                  <a:lnTo>
                    <a:pt x="521539" y="1121629"/>
                  </a:lnTo>
                  <a:lnTo>
                    <a:pt x="521533" y="1121616"/>
                  </a:lnTo>
                  <a:lnTo>
                    <a:pt x="521526" y="1121598"/>
                  </a:lnTo>
                  <a:lnTo>
                    <a:pt x="521521" y="1121583"/>
                  </a:lnTo>
                  <a:lnTo>
                    <a:pt x="521518" y="1121575"/>
                  </a:lnTo>
                  <a:lnTo>
                    <a:pt x="521512" y="1121569"/>
                  </a:lnTo>
                  <a:lnTo>
                    <a:pt x="521506" y="1121562"/>
                  </a:lnTo>
                  <a:lnTo>
                    <a:pt x="521502" y="1121559"/>
                  </a:lnTo>
                  <a:lnTo>
                    <a:pt x="521497" y="1121557"/>
                  </a:lnTo>
                  <a:lnTo>
                    <a:pt x="521491" y="1121556"/>
                  </a:lnTo>
                  <a:lnTo>
                    <a:pt x="521486" y="1121556"/>
                  </a:lnTo>
                  <a:lnTo>
                    <a:pt x="521481" y="1121557"/>
                  </a:lnTo>
                  <a:lnTo>
                    <a:pt x="521476" y="1121560"/>
                  </a:lnTo>
                  <a:lnTo>
                    <a:pt x="521470" y="1121563"/>
                  </a:lnTo>
                  <a:lnTo>
                    <a:pt x="521457" y="1121571"/>
                  </a:lnTo>
                  <a:lnTo>
                    <a:pt x="521445" y="1121580"/>
                  </a:lnTo>
                  <a:lnTo>
                    <a:pt x="521430" y="1121592"/>
                  </a:lnTo>
                  <a:lnTo>
                    <a:pt x="521422" y="1121597"/>
                  </a:lnTo>
                  <a:lnTo>
                    <a:pt x="521404" y="1121612"/>
                  </a:lnTo>
                  <a:lnTo>
                    <a:pt x="521397" y="1121616"/>
                  </a:lnTo>
                  <a:lnTo>
                    <a:pt x="521379" y="1121633"/>
                  </a:lnTo>
                  <a:lnTo>
                    <a:pt x="521374" y="1121637"/>
                  </a:lnTo>
                  <a:lnTo>
                    <a:pt x="521356" y="1121653"/>
                  </a:lnTo>
                  <a:lnTo>
                    <a:pt x="521345" y="1121662"/>
                  </a:lnTo>
                  <a:lnTo>
                    <a:pt x="521334" y="1121674"/>
                  </a:lnTo>
                  <a:lnTo>
                    <a:pt x="521320" y="1121686"/>
                  </a:lnTo>
                  <a:lnTo>
                    <a:pt x="521310" y="1121695"/>
                  </a:lnTo>
                  <a:lnTo>
                    <a:pt x="521302" y="1121701"/>
                  </a:lnTo>
                  <a:lnTo>
                    <a:pt x="521292" y="1121710"/>
                  </a:lnTo>
                  <a:lnTo>
                    <a:pt x="521285" y="1121715"/>
                  </a:lnTo>
                  <a:lnTo>
                    <a:pt x="521273" y="1121722"/>
                  </a:lnTo>
                  <a:lnTo>
                    <a:pt x="521259" y="1121729"/>
                  </a:lnTo>
                  <a:lnTo>
                    <a:pt x="521246" y="1121735"/>
                  </a:lnTo>
                  <a:lnTo>
                    <a:pt x="521232" y="1121740"/>
                  </a:lnTo>
                  <a:lnTo>
                    <a:pt x="521227" y="1121741"/>
                  </a:lnTo>
                  <a:lnTo>
                    <a:pt x="521223" y="1121743"/>
                  </a:lnTo>
                  <a:lnTo>
                    <a:pt x="521206" y="1121748"/>
                  </a:lnTo>
                  <a:lnTo>
                    <a:pt x="521189" y="1121752"/>
                  </a:lnTo>
                  <a:lnTo>
                    <a:pt x="521179" y="1121753"/>
                  </a:lnTo>
                  <a:lnTo>
                    <a:pt x="521174" y="1121753"/>
                  </a:lnTo>
                  <a:lnTo>
                    <a:pt x="521153" y="1121753"/>
                  </a:lnTo>
                  <a:lnTo>
                    <a:pt x="521148" y="1121753"/>
                  </a:lnTo>
                  <a:lnTo>
                    <a:pt x="521127" y="1121752"/>
                  </a:lnTo>
                  <a:lnTo>
                    <a:pt x="521119" y="1121751"/>
                  </a:lnTo>
                  <a:lnTo>
                    <a:pt x="521101" y="1121750"/>
                  </a:lnTo>
                  <a:lnTo>
                    <a:pt x="521086" y="1121748"/>
                  </a:lnTo>
                  <a:lnTo>
                    <a:pt x="521075" y="1121745"/>
                  </a:lnTo>
                  <a:lnTo>
                    <a:pt x="521070" y="1121745"/>
                  </a:lnTo>
                  <a:lnTo>
                    <a:pt x="521063" y="1121743"/>
                  </a:lnTo>
                  <a:lnTo>
                    <a:pt x="521055" y="1121741"/>
                  </a:lnTo>
                  <a:lnTo>
                    <a:pt x="521047" y="1121739"/>
                  </a:lnTo>
                  <a:lnTo>
                    <a:pt x="521042" y="1121737"/>
                  </a:lnTo>
                  <a:lnTo>
                    <a:pt x="521036" y="1121734"/>
                  </a:lnTo>
                  <a:lnTo>
                    <a:pt x="521031" y="1121731"/>
                  </a:lnTo>
                  <a:lnTo>
                    <a:pt x="521023" y="1121726"/>
                  </a:lnTo>
                  <a:lnTo>
                    <a:pt x="521015" y="1121720"/>
                  </a:lnTo>
                  <a:lnTo>
                    <a:pt x="521001" y="1121710"/>
                  </a:lnTo>
                  <a:lnTo>
                    <a:pt x="520996" y="1121707"/>
                  </a:lnTo>
                  <a:lnTo>
                    <a:pt x="520992" y="1121704"/>
                  </a:lnTo>
                  <a:lnTo>
                    <a:pt x="520984" y="1121699"/>
                  </a:lnTo>
                  <a:lnTo>
                    <a:pt x="520974" y="1121696"/>
                  </a:lnTo>
                  <a:lnTo>
                    <a:pt x="520969" y="1121695"/>
                  </a:lnTo>
                  <a:lnTo>
                    <a:pt x="520963" y="1121694"/>
                  </a:lnTo>
                  <a:lnTo>
                    <a:pt x="520954" y="1121693"/>
                  </a:lnTo>
                  <a:lnTo>
                    <a:pt x="520944" y="1121693"/>
                  </a:lnTo>
                  <a:lnTo>
                    <a:pt x="520933" y="1121693"/>
                  </a:lnTo>
                  <a:lnTo>
                    <a:pt x="520919" y="1121695"/>
                  </a:lnTo>
                  <a:lnTo>
                    <a:pt x="520909" y="1121697"/>
                  </a:lnTo>
                  <a:lnTo>
                    <a:pt x="520901" y="1121699"/>
                  </a:lnTo>
                  <a:lnTo>
                    <a:pt x="520894" y="1121701"/>
                  </a:lnTo>
                  <a:lnTo>
                    <a:pt x="520887" y="1121702"/>
                  </a:lnTo>
                  <a:lnTo>
                    <a:pt x="520861" y="1121700"/>
                  </a:lnTo>
                  <a:lnTo>
                    <a:pt x="520856" y="1121700"/>
                  </a:lnTo>
                  <a:lnTo>
                    <a:pt x="520832" y="1121699"/>
                  </a:lnTo>
                  <a:lnTo>
                    <a:pt x="520803" y="1121699"/>
                  </a:lnTo>
                  <a:lnTo>
                    <a:pt x="520792" y="1121699"/>
                  </a:lnTo>
                  <a:lnTo>
                    <a:pt x="520787" y="1121699"/>
                  </a:lnTo>
                  <a:lnTo>
                    <a:pt x="520773" y="1121699"/>
                  </a:lnTo>
                  <a:lnTo>
                    <a:pt x="520754" y="1121700"/>
                  </a:lnTo>
                  <a:lnTo>
                    <a:pt x="520736" y="1121700"/>
                  </a:lnTo>
                  <a:lnTo>
                    <a:pt x="520722" y="1121700"/>
                  </a:lnTo>
                  <a:lnTo>
                    <a:pt x="520716" y="1121699"/>
                  </a:lnTo>
                  <a:lnTo>
                    <a:pt x="520710" y="1121698"/>
                  </a:lnTo>
                  <a:lnTo>
                    <a:pt x="520703" y="1121697"/>
                  </a:lnTo>
                  <a:lnTo>
                    <a:pt x="520695" y="1121695"/>
                  </a:lnTo>
                  <a:lnTo>
                    <a:pt x="520689" y="1121694"/>
                  </a:lnTo>
                  <a:lnTo>
                    <a:pt x="520683" y="1121693"/>
                  </a:lnTo>
                  <a:lnTo>
                    <a:pt x="520680" y="1121692"/>
                  </a:lnTo>
                  <a:lnTo>
                    <a:pt x="520672" y="1121690"/>
                  </a:lnTo>
                  <a:lnTo>
                    <a:pt x="520660" y="1121687"/>
                  </a:lnTo>
                  <a:lnTo>
                    <a:pt x="520650" y="1121685"/>
                  </a:lnTo>
                  <a:lnTo>
                    <a:pt x="520642" y="1121684"/>
                  </a:lnTo>
                  <a:lnTo>
                    <a:pt x="520632" y="1121683"/>
                  </a:lnTo>
                  <a:lnTo>
                    <a:pt x="520623" y="1121682"/>
                  </a:lnTo>
                  <a:lnTo>
                    <a:pt x="520619" y="1121683"/>
                  </a:lnTo>
                  <a:lnTo>
                    <a:pt x="520612" y="1121685"/>
                  </a:lnTo>
                  <a:lnTo>
                    <a:pt x="520604" y="1121689"/>
                  </a:lnTo>
                  <a:lnTo>
                    <a:pt x="520599" y="1121693"/>
                  </a:lnTo>
                  <a:lnTo>
                    <a:pt x="520591" y="1121699"/>
                  </a:lnTo>
                  <a:lnTo>
                    <a:pt x="520581" y="1121706"/>
                  </a:lnTo>
                  <a:lnTo>
                    <a:pt x="520573" y="1121713"/>
                  </a:lnTo>
                  <a:lnTo>
                    <a:pt x="520564" y="1121721"/>
                  </a:lnTo>
                  <a:lnTo>
                    <a:pt x="520557" y="1121729"/>
                  </a:lnTo>
                  <a:lnTo>
                    <a:pt x="520550" y="1121737"/>
                  </a:lnTo>
                  <a:lnTo>
                    <a:pt x="520541" y="1121745"/>
                  </a:lnTo>
                  <a:lnTo>
                    <a:pt x="520533" y="1121751"/>
                  </a:lnTo>
                  <a:lnTo>
                    <a:pt x="520526" y="1121758"/>
                  </a:lnTo>
                  <a:lnTo>
                    <a:pt x="520518" y="1121767"/>
                  </a:lnTo>
                  <a:lnTo>
                    <a:pt x="520511" y="1121774"/>
                  </a:lnTo>
                  <a:lnTo>
                    <a:pt x="520504" y="1121781"/>
                  </a:lnTo>
                  <a:lnTo>
                    <a:pt x="520498" y="1121787"/>
                  </a:lnTo>
                  <a:lnTo>
                    <a:pt x="520487" y="1121795"/>
                  </a:lnTo>
                  <a:lnTo>
                    <a:pt x="520479" y="1121800"/>
                  </a:lnTo>
                  <a:lnTo>
                    <a:pt x="520470" y="1121808"/>
                  </a:lnTo>
                  <a:lnTo>
                    <a:pt x="520459" y="1121817"/>
                  </a:lnTo>
                  <a:lnTo>
                    <a:pt x="520451" y="1121825"/>
                  </a:lnTo>
                  <a:lnTo>
                    <a:pt x="520442" y="1121835"/>
                  </a:lnTo>
                  <a:lnTo>
                    <a:pt x="520433" y="1121846"/>
                  </a:lnTo>
                  <a:lnTo>
                    <a:pt x="520428" y="1121852"/>
                  </a:lnTo>
                  <a:lnTo>
                    <a:pt x="520423" y="1121857"/>
                  </a:lnTo>
                  <a:lnTo>
                    <a:pt x="520416" y="1121861"/>
                  </a:lnTo>
                  <a:lnTo>
                    <a:pt x="520409" y="1121864"/>
                  </a:lnTo>
                  <a:lnTo>
                    <a:pt x="520399" y="1121867"/>
                  </a:lnTo>
                  <a:lnTo>
                    <a:pt x="520390" y="1121870"/>
                  </a:lnTo>
                  <a:lnTo>
                    <a:pt x="520381" y="1121874"/>
                  </a:lnTo>
                  <a:lnTo>
                    <a:pt x="520371" y="1121877"/>
                  </a:lnTo>
                  <a:lnTo>
                    <a:pt x="520357" y="1121880"/>
                  </a:lnTo>
                  <a:lnTo>
                    <a:pt x="520348" y="1121885"/>
                  </a:lnTo>
                  <a:lnTo>
                    <a:pt x="520341" y="1121887"/>
                  </a:lnTo>
                  <a:lnTo>
                    <a:pt x="520334" y="1121889"/>
                  </a:lnTo>
                  <a:lnTo>
                    <a:pt x="520328" y="1121892"/>
                  </a:lnTo>
                  <a:lnTo>
                    <a:pt x="520321" y="1121894"/>
                  </a:lnTo>
                  <a:lnTo>
                    <a:pt x="520311" y="1121897"/>
                  </a:lnTo>
                  <a:lnTo>
                    <a:pt x="520306" y="1121898"/>
                  </a:lnTo>
                  <a:lnTo>
                    <a:pt x="520299" y="1121898"/>
                  </a:lnTo>
                  <a:lnTo>
                    <a:pt x="520292" y="1121900"/>
                  </a:lnTo>
                  <a:lnTo>
                    <a:pt x="520287" y="1121902"/>
                  </a:lnTo>
                  <a:lnTo>
                    <a:pt x="520282" y="1121904"/>
                  </a:lnTo>
                  <a:lnTo>
                    <a:pt x="520278" y="1121907"/>
                  </a:lnTo>
                  <a:lnTo>
                    <a:pt x="520271" y="1121911"/>
                  </a:lnTo>
                  <a:lnTo>
                    <a:pt x="520264" y="1121916"/>
                  </a:lnTo>
                  <a:lnTo>
                    <a:pt x="520260" y="1121919"/>
                  </a:lnTo>
                  <a:lnTo>
                    <a:pt x="520254" y="1121922"/>
                  </a:lnTo>
                  <a:lnTo>
                    <a:pt x="520246" y="1121926"/>
                  </a:lnTo>
                  <a:lnTo>
                    <a:pt x="520237" y="1121928"/>
                  </a:lnTo>
                  <a:lnTo>
                    <a:pt x="520230" y="1121927"/>
                  </a:lnTo>
                  <a:lnTo>
                    <a:pt x="520224" y="1121924"/>
                  </a:lnTo>
                  <a:lnTo>
                    <a:pt x="520220" y="1121921"/>
                  </a:lnTo>
                  <a:lnTo>
                    <a:pt x="520211" y="1121915"/>
                  </a:lnTo>
                  <a:lnTo>
                    <a:pt x="520204" y="1121911"/>
                  </a:lnTo>
                  <a:lnTo>
                    <a:pt x="520200" y="1121909"/>
                  </a:lnTo>
                  <a:lnTo>
                    <a:pt x="520193" y="1121905"/>
                  </a:lnTo>
                  <a:lnTo>
                    <a:pt x="520180" y="1121894"/>
                  </a:lnTo>
                  <a:lnTo>
                    <a:pt x="520172" y="1121888"/>
                  </a:lnTo>
                  <a:lnTo>
                    <a:pt x="520157" y="1121877"/>
                  </a:lnTo>
                  <a:lnTo>
                    <a:pt x="520154" y="1121874"/>
                  </a:lnTo>
                  <a:lnTo>
                    <a:pt x="520143" y="1121867"/>
                  </a:lnTo>
                  <a:lnTo>
                    <a:pt x="520140" y="1121865"/>
                  </a:lnTo>
                  <a:lnTo>
                    <a:pt x="520133" y="1121861"/>
                  </a:lnTo>
                  <a:lnTo>
                    <a:pt x="520124" y="1121857"/>
                  </a:lnTo>
                  <a:lnTo>
                    <a:pt x="520118" y="1121854"/>
                  </a:lnTo>
                  <a:lnTo>
                    <a:pt x="520104" y="1121849"/>
                  </a:lnTo>
                  <a:lnTo>
                    <a:pt x="520098" y="1121847"/>
                  </a:lnTo>
                  <a:lnTo>
                    <a:pt x="520092" y="1121845"/>
                  </a:lnTo>
                  <a:lnTo>
                    <a:pt x="520085" y="1121842"/>
                  </a:lnTo>
                  <a:lnTo>
                    <a:pt x="520067" y="1121836"/>
                  </a:lnTo>
                  <a:lnTo>
                    <a:pt x="520061" y="1121834"/>
                  </a:lnTo>
                  <a:lnTo>
                    <a:pt x="520047" y="1121828"/>
                  </a:lnTo>
                  <a:lnTo>
                    <a:pt x="520039" y="1121825"/>
                  </a:lnTo>
                  <a:lnTo>
                    <a:pt x="520035" y="1121823"/>
                  </a:lnTo>
                  <a:lnTo>
                    <a:pt x="520030" y="1121821"/>
                  </a:lnTo>
                  <a:lnTo>
                    <a:pt x="520025" y="1121819"/>
                  </a:lnTo>
                  <a:lnTo>
                    <a:pt x="520010" y="1121811"/>
                  </a:lnTo>
                  <a:lnTo>
                    <a:pt x="520004" y="1121808"/>
                  </a:lnTo>
                  <a:lnTo>
                    <a:pt x="519991" y="1121800"/>
                  </a:lnTo>
                  <a:lnTo>
                    <a:pt x="519986" y="1121797"/>
                  </a:lnTo>
                  <a:lnTo>
                    <a:pt x="519973" y="1121789"/>
                  </a:lnTo>
                  <a:lnTo>
                    <a:pt x="519969" y="1121787"/>
                  </a:lnTo>
                  <a:lnTo>
                    <a:pt x="519964" y="1121784"/>
                  </a:lnTo>
                  <a:lnTo>
                    <a:pt x="519952" y="1121778"/>
                  </a:lnTo>
                  <a:lnTo>
                    <a:pt x="519947" y="1121775"/>
                  </a:lnTo>
                  <a:lnTo>
                    <a:pt x="519933" y="1121767"/>
                  </a:lnTo>
                  <a:lnTo>
                    <a:pt x="519927" y="1121763"/>
                  </a:lnTo>
                  <a:lnTo>
                    <a:pt x="519916" y="1121755"/>
                  </a:lnTo>
                  <a:lnTo>
                    <a:pt x="519900" y="1121740"/>
                  </a:lnTo>
                  <a:lnTo>
                    <a:pt x="519896" y="1121737"/>
                  </a:lnTo>
                  <a:lnTo>
                    <a:pt x="519891" y="1121733"/>
                  </a:lnTo>
                  <a:lnTo>
                    <a:pt x="519883" y="1121728"/>
                  </a:lnTo>
                  <a:lnTo>
                    <a:pt x="519879" y="1121725"/>
                  </a:lnTo>
                  <a:lnTo>
                    <a:pt x="519873" y="1121722"/>
                  </a:lnTo>
                  <a:lnTo>
                    <a:pt x="519863" y="1121718"/>
                  </a:lnTo>
                  <a:lnTo>
                    <a:pt x="519854" y="1121715"/>
                  </a:lnTo>
                  <a:lnTo>
                    <a:pt x="519841" y="1121711"/>
                  </a:lnTo>
                  <a:lnTo>
                    <a:pt x="519826" y="1121707"/>
                  </a:lnTo>
                  <a:lnTo>
                    <a:pt x="519820" y="1121706"/>
                  </a:lnTo>
                  <a:lnTo>
                    <a:pt x="519814" y="1121705"/>
                  </a:lnTo>
                  <a:lnTo>
                    <a:pt x="519809" y="1121704"/>
                  </a:lnTo>
                  <a:lnTo>
                    <a:pt x="519805" y="1121703"/>
                  </a:lnTo>
                  <a:lnTo>
                    <a:pt x="519789" y="1121699"/>
                  </a:lnTo>
                  <a:lnTo>
                    <a:pt x="519781" y="1121696"/>
                  </a:lnTo>
                  <a:lnTo>
                    <a:pt x="519775" y="1121693"/>
                  </a:lnTo>
                  <a:lnTo>
                    <a:pt x="519769" y="1121688"/>
                  </a:lnTo>
                  <a:lnTo>
                    <a:pt x="519758" y="1121681"/>
                  </a:lnTo>
                  <a:lnTo>
                    <a:pt x="519752" y="1121678"/>
                  </a:lnTo>
                  <a:lnTo>
                    <a:pt x="519748" y="1121676"/>
                  </a:lnTo>
                  <a:lnTo>
                    <a:pt x="519739" y="1121673"/>
                  </a:lnTo>
                  <a:lnTo>
                    <a:pt x="519726" y="1121671"/>
                  </a:lnTo>
                  <a:lnTo>
                    <a:pt x="519719" y="1121670"/>
                  </a:lnTo>
                  <a:lnTo>
                    <a:pt x="519709" y="1121672"/>
                  </a:lnTo>
                  <a:lnTo>
                    <a:pt x="519696" y="1121676"/>
                  </a:lnTo>
                  <a:lnTo>
                    <a:pt x="519685" y="1121680"/>
                  </a:lnTo>
                  <a:lnTo>
                    <a:pt x="519676" y="1121683"/>
                  </a:lnTo>
                  <a:lnTo>
                    <a:pt x="519667" y="1121685"/>
                  </a:lnTo>
                  <a:lnTo>
                    <a:pt x="519655" y="1121685"/>
                  </a:lnTo>
                  <a:lnTo>
                    <a:pt x="519643" y="1121688"/>
                  </a:lnTo>
                  <a:lnTo>
                    <a:pt x="519632" y="1121688"/>
                  </a:lnTo>
                  <a:lnTo>
                    <a:pt x="519623" y="1121686"/>
                  </a:lnTo>
                  <a:lnTo>
                    <a:pt x="519613" y="1121684"/>
                  </a:lnTo>
                  <a:lnTo>
                    <a:pt x="519603" y="1121681"/>
                  </a:lnTo>
                  <a:lnTo>
                    <a:pt x="519589" y="1121677"/>
                  </a:lnTo>
                  <a:lnTo>
                    <a:pt x="519576" y="1121675"/>
                  </a:lnTo>
                  <a:lnTo>
                    <a:pt x="519572" y="1121671"/>
                  </a:lnTo>
                  <a:lnTo>
                    <a:pt x="519560" y="1121662"/>
                  </a:lnTo>
                  <a:lnTo>
                    <a:pt x="519554" y="1121657"/>
                  </a:lnTo>
                  <a:lnTo>
                    <a:pt x="519548" y="1121655"/>
                  </a:lnTo>
                  <a:lnTo>
                    <a:pt x="519544" y="1121655"/>
                  </a:lnTo>
                  <a:lnTo>
                    <a:pt x="519540" y="1121655"/>
                  </a:lnTo>
                  <a:lnTo>
                    <a:pt x="519526" y="1121655"/>
                  </a:lnTo>
                  <a:lnTo>
                    <a:pt x="519516" y="1121656"/>
                  </a:lnTo>
                  <a:lnTo>
                    <a:pt x="519506" y="1121656"/>
                  </a:lnTo>
                  <a:lnTo>
                    <a:pt x="519499" y="1121655"/>
                  </a:lnTo>
                  <a:lnTo>
                    <a:pt x="519491" y="1121654"/>
                  </a:lnTo>
                  <a:lnTo>
                    <a:pt x="519487" y="1121653"/>
                  </a:lnTo>
                  <a:lnTo>
                    <a:pt x="519480" y="1121651"/>
                  </a:lnTo>
                  <a:lnTo>
                    <a:pt x="519467" y="1121648"/>
                  </a:lnTo>
                  <a:lnTo>
                    <a:pt x="519448" y="1121642"/>
                  </a:lnTo>
                  <a:lnTo>
                    <a:pt x="519443" y="1121641"/>
                  </a:lnTo>
                  <a:lnTo>
                    <a:pt x="519431" y="1121638"/>
                  </a:lnTo>
                  <a:lnTo>
                    <a:pt x="519426" y="1121637"/>
                  </a:lnTo>
                  <a:lnTo>
                    <a:pt x="519419" y="1121635"/>
                  </a:lnTo>
                  <a:lnTo>
                    <a:pt x="519411" y="1121633"/>
                  </a:lnTo>
                  <a:lnTo>
                    <a:pt x="519405" y="1121632"/>
                  </a:lnTo>
                  <a:lnTo>
                    <a:pt x="519393" y="1121630"/>
                  </a:lnTo>
                  <a:lnTo>
                    <a:pt x="519387" y="1121629"/>
                  </a:lnTo>
                  <a:lnTo>
                    <a:pt x="519365" y="1121627"/>
                  </a:lnTo>
                  <a:lnTo>
                    <a:pt x="519358" y="1121626"/>
                  </a:lnTo>
                  <a:lnTo>
                    <a:pt x="519347" y="1121626"/>
                  </a:lnTo>
                  <a:lnTo>
                    <a:pt x="519336" y="1121626"/>
                  </a:lnTo>
                  <a:lnTo>
                    <a:pt x="519327" y="1121626"/>
                  </a:lnTo>
                  <a:lnTo>
                    <a:pt x="519316" y="1121625"/>
                  </a:lnTo>
                  <a:lnTo>
                    <a:pt x="519302" y="1121625"/>
                  </a:lnTo>
                  <a:lnTo>
                    <a:pt x="519290" y="1121624"/>
                  </a:lnTo>
                  <a:lnTo>
                    <a:pt x="519278" y="1121623"/>
                  </a:lnTo>
                  <a:lnTo>
                    <a:pt x="519272" y="1121622"/>
                  </a:lnTo>
                  <a:lnTo>
                    <a:pt x="519266" y="1121622"/>
                  </a:lnTo>
                  <a:lnTo>
                    <a:pt x="519260" y="1121622"/>
                  </a:lnTo>
                  <a:lnTo>
                    <a:pt x="519251" y="1121621"/>
                  </a:lnTo>
                  <a:lnTo>
                    <a:pt x="519240" y="1121621"/>
                  </a:lnTo>
                  <a:lnTo>
                    <a:pt x="519230" y="1121621"/>
                  </a:lnTo>
                  <a:lnTo>
                    <a:pt x="519220" y="1121621"/>
                  </a:lnTo>
                  <a:lnTo>
                    <a:pt x="519206" y="1121622"/>
                  </a:lnTo>
                  <a:lnTo>
                    <a:pt x="519196" y="1121621"/>
                  </a:lnTo>
                  <a:lnTo>
                    <a:pt x="519191" y="1121620"/>
                  </a:lnTo>
                  <a:lnTo>
                    <a:pt x="519182" y="1121618"/>
                  </a:lnTo>
                  <a:lnTo>
                    <a:pt x="519172" y="1121614"/>
                  </a:lnTo>
                  <a:lnTo>
                    <a:pt x="519158" y="1121612"/>
                  </a:lnTo>
                  <a:lnTo>
                    <a:pt x="519145" y="1121611"/>
                  </a:lnTo>
                  <a:lnTo>
                    <a:pt x="519141" y="1121611"/>
                  </a:lnTo>
                  <a:lnTo>
                    <a:pt x="519135" y="1121612"/>
                  </a:lnTo>
                  <a:lnTo>
                    <a:pt x="519127" y="1121611"/>
                  </a:lnTo>
                  <a:lnTo>
                    <a:pt x="519118" y="1121611"/>
                  </a:lnTo>
                  <a:lnTo>
                    <a:pt x="519101" y="1121608"/>
                  </a:lnTo>
                  <a:lnTo>
                    <a:pt x="519085" y="1121606"/>
                  </a:lnTo>
                  <a:lnTo>
                    <a:pt x="519064" y="1121606"/>
                  </a:lnTo>
                  <a:lnTo>
                    <a:pt x="519048" y="1121606"/>
                  </a:lnTo>
                  <a:lnTo>
                    <a:pt x="519034" y="1121607"/>
                  </a:lnTo>
                  <a:lnTo>
                    <a:pt x="519017" y="1121608"/>
                  </a:lnTo>
                  <a:lnTo>
                    <a:pt x="519005" y="1121609"/>
                  </a:lnTo>
                  <a:lnTo>
                    <a:pt x="518993" y="1121609"/>
                  </a:lnTo>
                  <a:lnTo>
                    <a:pt x="518984" y="1121608"/>
                  </a:lnTo>
                  <a:lnTo>
                    <a:pt x="518977" y="1121606"/>
                  </a:lnTo>
                  <a:lnTo>
                    <a:pt x="518969" y="1121605"/>
                  </a:lnTo>
                  <a:lnTo>
                    <a:pt x="518960" y="1121602"/>
                  </a:lnTo>
                  <a:lnTo>
                    <a:pt x="518948" y="1121598"/>
                  </a:lnTo>
                  <a:lnTo>
                    <a:pt x="518940" y="1121596"/>
                  </a:lnTo>
                  <a:lnTo>
                    <a:pt x="518931" y="1121592"/>
                  </a:lnTo>
                  <a:lnTo>
                    <a:pt x="518925" y="1121590"/>
                  </a:lnTo>
                  <a:lnTo>
                    <a:pt x="518913" y="1121588"/>
                  </a:lnTo>
                  <a:lnTo>
                    <a:pt x="518906" y="1121586"/>
                  </a:lnTo>
                  <a:lnTo>
                    <a:pt x="518899" y="1121585"/>
                  </a:lnTo>
                  <a:lnTo>
                    <a:pt x="518892" y="1121581"/>
                  </a:lnTo>
                  <a:lnTo>
                    <a:pt x="518883" y="1121575"/>
                  </a:lnTo>
                  <a:lnTo>
                    <a:pt x="518877" y="1121571"/>
                  </a:lnTo>
                  <a:lnTo>
                    <a:pt x="518869" y="1121567"/>
                  </a:lnTo>
                  <a:lnTo>
                    <a:pt x="518859" y="1121562"/>
                  </a:lnTo>
                  <a:lnTo>
                    <a:pt x="518849" y="1121556"/>
                  </a:lnTo>
                  <a:lnTo>
                    <a:pt x="518841" y="1121552"/>
                  </a:lnTo>
                  <a:lnTo>
                    <a:pt x="518831" y="1121546"/>
                  </a:lnTo>
                  <a:lnTo>
                    <a:pt x="518823" y="1121543"/>
                  </a:lnTo>
                  <a:lnTo>
                    <a:pt x="518817" y="1121540"/>
                  </a:lnTo>
                  <a:lnTo>
                    <a:pt x="518808" y="1121538"/>
                  </a:lnTo>
                  <a:lnTo>
                    <a:pt x="518800" y="1121537"/>
                  </a:lnTo>
                  <a:lnTo>
                    <a:pt x="518785" y="1121534"/>
                  </a:lnTo>
                  <a:lnTo>
                    <a:pt x="518774" y="1121532"/>
                  </a:lnTo>
                  <a:lnTo>
                    <a:pt x="518762" y="1121530"/>
                  </a:lnTo>
                  <a:lnTo>
                    <a:pt x="518756" y="1121528"/>
                  </a:lnTo>
                  <a:lnTo>
                    <a:pt x="518749" y="1121527"/>
                  </a:lnTo>
                  <a:lnTo>
                    <a:pt x="518740" y="1121524"/>
                  </a:lnTo>
                  <a:lnTo>
                    <a:pt x="518734" y="1121522"/>
                  </a:lnTo>
                  <a:lnTo>
                    <a:pt x="518725" y="1121523"/>
                  </a:lnTo>
                  <a:lnTo>
                    <a:pt x="518721" y="1121523"/>
                  </a:lnTo>
                  <a:lnTo>
                    <a:pt x="518714" y="1121525"/>
                  </a:lnTo>
                  <a:lnTo>
                    <a:pt x="518706" y="1121526"/>
                  </a:lnTo>
                  <a:lnTo>
                    <a:pt x="518694" y="1121529"/>
                  </a:lnTo>
                  <a:lnTo>
                    <a:pt x="518684" y="1121529"/>
                  </a:lnTo>
                  <a:lnTo>
                    <a:pt x="518678" y="1121523"/>
                  </a:lnTo>
                  <a:lnTo>
                    <a:pt x="518674" y="1121517"/>
                  </a:lnTo>
                  <a:lnTo>
                    <a:pt x="518669" y="1121509"/>
                  </a:lnTo>
                  <a:lnTo>
                    <a:pt x="518666" y="1121505"/>
                  </a:lnTo>
                  <a:lnTo>
                    <a:pt x="518659" y="1121498"/>
                  </a:lnTo>
                  <a:lnTo>
                    <a:pt x="518655" y="1121494"/>
                  </a:lnTo>
                  <a:lnTo>
                    <a:pt x="518651" y="1121491"/>
                  </a:lnTo>
                  <a:lnTo>
                    <a:pt x="518647" y="1121488"/>
                  </a:lnTo>
                  <a:lnTo>
                    <a:pt x="518642" y="1121484"/>
                  </a:lnTo>
                  <a:lnTo>
                    <a:pt x="518635" y="1121475"/>
                  </a:lnTo>
                  <a:lnTo>
                    <a:pt x="518628" y="1121469"/>
                  </a:lnTo>
                  <a:lnTo>
                    <a:pt x="518625" y="1121466"/>
                  </a:lnTo>
                  <a:lnTo>
                    <a:pt x="518619" y="1121463"/>
                  </a:lnTo>
                  <a:lnTo>
                    <a:pt x="518614" y="1121459"/>
                  </a:lnTo>
                  <a:lnTo>
                    <a:pt x="518608" y="1121456"/>
                  </a:lnTo>
                  <a:lnTo>
                    <a:pt x="518600" y="1121452"/>
                  </a:lnTo>
                  <a:lnTo>
                    <a:pt x="518596" y="1121450"/>
                  </a:lnTo>
                  <a:lnTo>
                    <a:pt x="518586" y="1121445"/>
                  </a:lnTo>
                  <a:lnTo>
                    <a:pt x="518577" y="1121442"/>
                  </a:lnTo>
                  <a:lnTo>
                    <a:pt x="518566" y="1121440"/>
                  </a:lnTo>
                  <a:lnTo>
                    <a:pt x="518561" y="1121439"/>
                  </a:lnTo>
                  <a:lnTo>
                    <a:pt x="518556" y="1121437"/>
                  </a:lnTo>
                  <a:lnTo>
                    <a:pt x="518551" y="1121433"/>
                  </a:lnTo>
                  <a:lnTo>
                    <a:pt x="518542" y="1121427"/>
                  </a:lnTo>
                  <a:lnTo>
                    <a:pt x="518531" y="1121422"/>
                  </a:lnTo>
                  <a:lnTo>
                    <a:pt x="518521" y="1121417"/>
                  </a:lnTo>
                  <a:lnTo>
                    <a:pt x="518513" y="1121412"/>
                  </a:lnTo>
                  <a:lnTo>
                    <a:pt x="518506" y="1121409"/>
                  </a:lnTo>
                  <a:lnTo>
                    <a:pt x="518493" y="1121406"/>
                  </a:lnTo>
                  <a:lnTo>
                    <a:pt x="518483" y="1121402"/>
                  </a:lnTo>
                  <a:lnTo>
                    <a:pt x="518477" y="1121399"/>
                  </a:lnTo>
                  <a:lnTo>
                    <a:pt x="518467" y="1121393"/>
                  </a:lnTo>
                  <a:lnTo>
                    <a:pt x="518460" y="1121389"/>
                  </a:lnTo>
                  <a:lnTo>
                    <a:pt x="518450" y="1121387"/>
                  </a:lnTo>
                  <a:lnTo>
                    <a:pt x="518438" y="1121387"/>
                  </a:lnTo>
                  <a:lnTo>
                    <a:pt x="518424" y="1121387"/>
                  </a:lnTo>
                  <a:lnTo>
                    <a:pt x="518410" y="1121387"/>
                  </a:lnTo>
                  <a:lnTo>
                    <a:pt x="518400" y="1121386"/>
                  </a:lnTo>
                  <a:lnTo>
                    <a:pt x="518383" y="1121384"/>
                  </a:lnTo>
                  <a:lnTo>
                    <a:pt x="518371" y="1121382"/>
                  </a:lnTo>
                  <a:lnTo>
                    <a:pt x="518362" y="1121379"/>
                  </a:lnTo>
                  <a:lnTo>
                    <a:pt x="518348" y="1121374"/>
                  </a:lnTo>
                  <a:lnTo>
                    <a:pt x="518340" y="1121371"/>
                  </a:lnTo>
                  <a:lnTo>
                    <a:pt x="518331" y="1121365"/>
                  </a:lnTo>
                  <a:lnTo>
                    <a:pt x="518326" y="1121361"/>
                  </a:lnTo>
                  <a:lnTo>
                    <a:pt x="518320" y="1121355"/>
                  </a:lnTo>
                  <a:lnTo>
                    <a:pt x="518317" y="1121347"/>
                  </a:lnTo>
                  <a:lnTo>
                    <a:pt x="518313" y="1121336"/>
                  </a:lnTo>
                  <a:lnTo>
                    <a:pt x="518310" y="1121324"/>
                  </a:lnTo>
                  <a:lnTo>
                    <a:pt x="518306" y="1121309"/>
                  </a:lnTo>
                  <a:lnTo>
                    <a:pt x="518304" y="1121303"/>
                  </a:lnTo>
                  <a:lnTo>
                    <a:pt x="518299" y="1121283"/>
                  </a:lnTo>
                  <a:lnTo>
                    <a:pt x="518295" y="1121271"/>
                  </a:lnTo>
                  <a:lnTo>
                    <a:pt x="518293" y="1121262"/>
                  </a:lnTo>
                  <a:lnTo>
                    <a:pt x="518292" y="1121256"/>
                  </a:lnTo>
                  <a:lnTo>
                    <a:pt x="518291" y="1121247"/>
                  </a:lnTo>
                  <a:lnTo>
                    <a:pt x="518290" y="1121235"/>
                  </a:lnTo>
                  <a:lnTo>
                    <a:pt x="518291" y="1121223"/>
                  </a:lnTo>
                  <a:lnTo>
                    <a:pt x="518293" y="1121205"/>
                  </a:lnTo>
                  <a:lnTo>
                    <a:pt x="518294" y="1121200"/>
                  </a:lnTo>
                  <a:lnTo>
                    <a:pt x="518296" y="1121191"/>
                  </a:lnTo>
                  <a:lnTo>
                    <a:pt x="518299" y="1121179"/>
                  </a:lnTo>
                  <a:lnTo>
                    <a:pt x="518301" y="1121168"/>
                  </a:lnTo>
                  <a:lnTo>
                    <a:pt x="518305" y="1121130"/>
                  </a:lnTo>
                  <a:lnTo>
                    <a:pt x="518308" y="1121099"/>
                  </a:lnTo>
                  <a:lnTo>
                    <a:pt x="518309" y="1121080"/>
                  </a:lnTo>
                  <a:lnTo>
                    <a:pt x="518310" y="1121057"/>
                  </a:lnTo>
                  <a:lnTo>
                    <a:pt x="518309" y="1121052"/>
                  </a:lnTo>
                  <a:lnTo>
                    <a:pt x="518308" y="1121044"/>
                  </a:lnTo>
                  <a:lnTo>
                    <a:pt x="518307" y="1121036"/>
                  </a:lnTo>
                  <a:lnTo>
                    <a:pt x="518307" y="1121029"/>
                  </a:lnTo>
                  <a:lnTo>
                    <a:pt x="518306" y="1121022"/>
                  </a:lnTo>
                  <a:lnTo>
                    <a:pt x="518304" y="1121011"/>
                  </a:lnTo>
                  <a:lnTo>
                    <a:pt x="518303" y="1121000"/>
                  </a:lnTo>
                  <a:lnTo>
                    <a:pt x="518302" y="1120994"/>
                  </a:lnTo>
                  <a:lnTo>
                    <a:pt x="518299" y="1120982"/>
                  </a:lnTo>
                  <a:lnTo>
                    <a:pt x="518298" y="1120972"/>
                  </a:lnTo>
                  <a:lnTo>
                    <a:pt x="518298" y="1120965"/>
                  </a:lnTo>
                  <a:lnTo>
                    <a:pt x="518299" y="1120956"/>
                  </a:lnTo>
                  <a:lnTo>
                    <a:pt x="518301" y="1120945"/>
                  </a:lnTo>
                  <a:lnTo>
                    <a:pt x="518305" y="1120935"/>
                  </a:lnTo>
                  <a:lnTo>
                    <a:pt x="518310" y="1120921"/>
                  </a:lnTo>
                  <a:lnTo>
                    <a:pt x="518312" y="1120916"/>
                  </a:lnTo>
                  <a:lnTo>
                    <a:pt x="518315" y="1120908"/>
                  </a:lnTo>
                  <a:lnTo>
                    <a:pt x="518318" y="1120897"/>
                  </a:lnTo>
                  <a:lnTo>
                    <a:pt x="518322" y="1120887"/>
                  </a:lnTo>
                  <a:lnTo>
                    <a:pt x="518324" y="1120877"/>
                  </a:lnTo>
                  <a:lnTo>
                    <a:pt x="518327" y="1120870"/>
                  </a:lnTo>
                  <a:lnTo>
                    <a:pt x="518330" y="1120858"/>
                  </a:lnTo>
                  <a:lnTo>
                    <a:pt x="518332" y="1120850"/>
                  </a:lnTo>
                  <a:lnTo>
                    <a:pt x="518334" y="1120841"/>
                  </a:lnTo>
                  <a:lnTo>
                    <a:pt x="518336" y="1120830"/>
                  </a:lnTo>
                  <a:lnTo>
                    <a:pt x="518336" y="1120824"/>
                  </a:lnTo>
                  <a:lnTo>
                    <a:pt x="518336" y="1120819"/>
                  </a:lnTo>
                  <a:lnTo>
                    <a:pt x="518336" y="1120808"/>
                  </a:lnTo>
                  <a:lnTo>
                    <a:pt x="518336" y="1120800"/>
                  </a:lnTo>
                  <a:lnTo>
                    <a:pt x="518335" y="1120790"/>
                  </a:lnTo>
                  <a:lnTo>
                    <a:pt x="518332" y="1120780"/>
                  </a:lnTo>
                  <a:lnTo>
                    <a:pt x="518330" y="1120771"/>
                  </a:lnTo>
                  <a:lnTo>
                    <a:pt x="518328" y="1120758"/>
                  </a:lnTo>
                  <a:lnTo>
                    <a:pt x="518327" y="1120740"/>
                  </a:lnTo>
                  <a:lnTo>
                    <a:pt x="518327" y="1120730"/>
                  </a:lnTo>
                  <a:lnTo>
                    <a:pt x="518327" y="1120723"/>
                  </a:lnTo>
                  <a:lnTo>
                    <a:pt x="518327" y="1120718"/>
                  </a:lnTo>
                  <a:lnTo>
                    <a:pt x="518325" y="1120710"/>
                  </a:lnTo>
                  <a:lnTo>
                    <a:pt x="518323" y="1120701"/>
                  </a:lnTo>
                  <a:lnTo>
                    <a:pt x="518320" y="1120690"/>
                  </a:lnTo>
                  <a:lnTo>
                    <a:pt x="518319" y="1120685"/>
                  </a:lnTo>
                  <a:lnTo>
                    <a:pt x="518317" y="1120680"/>
                  </a:lnTo>
                  <a:lnTo>
                    <a:pt x="518310" y="1120669"/>
                  </a:lnTo>
                  <a:lnTo>
                    <a:pt x="518304" y="1120659"/>
                  </a:lnTo>
                  <a:lnTo>
                    <a:pt x="518300" y="1120654"/>
                  </a:lnTo>
                  <a:lnTo>
                    <a:pt x="518297" y="1120648"/>
                  </a:lnTo>
                  <a:lnTo>
                    <a:pt x="518289" y="1120638"/>
                  </a:lnTo>
                  <a:lnTo>
                    <a:pt x="518286" y="1120632"/>
                  </a:lnTo>
                  <a:lnTo>
                    <a:pt x="518283" y="1120628"/>
                  </a:lnTo>
                  <a:lnTo>
                    <a:pt x="518276" y="1120617"/>
                  </a:lnTo>
                  <a:lnTo>
                    <a:pt x="518270" y="1120608"/>
                  </a:lnTo>
                  <a:lnTo>
                    <a:pt x="518262" y="1120597"/>
                  </a:lnTo>
                  <a:lnTo>
                    <a:pt x="518255" y="1120587"/>
                  </a:lnTo>
                  <a:lnTo>
                    <a:pt x="518245" y="1120576"/>
                  </a:lnTo>
                  <a:lnTo>
                    <a:pt x="518237" y="1120565"/>
                  </a:lnTo>
                  <a:lnTo>
                    <a:pt x="518230" y="1120557"/>
                  </a:lnTo>
                  <a:lnTo>
                    <a:pt x="518225" y="1120551"/>
                  </a:lnTo>
                  <a:lnTo>
                    <a:pt x="518214" y="1120541"/>
                  </a:lnTo>
                  <a:lnTo>
                    <a:pt x="518197" y="1120524"/>
                  </a:lnTo>
                  <a:lnTo>
                    <a:pt x="518188" y="1120514"/>
                  </a:lnTo>
                  <a:lnTo>
                    <a:pt x="518184" y="1120508"/>
                  </a:lnTo>
                  <a:lnTo>
                    <a:pt x="518181" y="1120502"/>
                  </a:lnTo>
                  <a:lnTo>
                    <a:pt x="518178" y="1120496"/>
                  </a:lnTo>
                  <a:lnTo>
                    <a:pt x="518175" y="1120491"/>
                  </a:lnTo>
                  <a:lnTo>
                    <a:pt x="518171" y="1120484"/>
                  </a:lnTo>
                  <a:lnTo>
                    <a:pt x="518166" y="1120479"/>
                  </a:lnTo>
                  <a:lnTo>
                    <a:pt x="518162" y="1120476"/>
                  </a:lnTo>
                  <a:lnTo>
                    <a:pt x="518158" y="1120474"/>
                  </a:lnTo>
                  <a:lnTo>
                    <a:pt x="518153" y="1120472"/>
                  </a:lnTo>
                  <a:lnTo>
                    <a:pt x="518149" y="1120470"/>
                  </a:lnTo>
                  <a:lnTo>
                    <a:pt x="518145" y="1120470"/>
                  </a:lnTo>
                  <a:lnTo>
                    <a:pt x="518139" y="1120469"/>
                  </a:lnTo>
                  <a:lnTo>
                    <a:pt x="518131" y="1120467"/>
                  </a:lnTo>
                  <a:lnTo>
                    <a:pt x="518125" y="1120466"/>
                  </a:lnTo>
                  <a:lnTo>
                    <a:pt x="518121" y="1120464"/>
                  </a:lnTo>
                  <a:lnTo>
                    <a:pt x="518114" y="1120461"/>
                  </a:lnTo>
                  <a:lnTo>
                    <a:pt x="518109" y="1120459"/>
                  </a:lnTo>
                  <a:lnTo>
                    <a:pt x="518104" y="1120458"/>
                  </a:lnTo>
                  <a:lnTo>
                    <a:pt x="518096" y="1120456"/>
                  </a:lnTo>
                  <a:lnTo>
                    <a:pt x="518091" y="1120455"/>
                  </a:lnTo>
                  <a:lnTo>
                    <a:pt x="518078" y="1120450"/>
                  </a:lnTo>
                  <a:lnTo>
                    <a:pt x="518059" y="1120436"/>
                  </a:lnTo>
                  <a:lnTo>
                    <a:pt x="518053" y="1120431"/>
                  </a:lnTo>
                  <a:lnTo>
                    <a:pt x="518044" y="1120422"/>
                  </a:lnTo>
                  <a:lnTo>
                    <a:pt x="518040" y="1120413"/>
                  </a:lnTo>
                  <a:lnTo>
                    <a:pt x="518036" y="1120403"/>
                  </a:lnTo>
                  <a:lnTo>
                    <a:pt x="518035" y="1120399"/>
                  </a:lnTo>
                  <a:lnTo>
                    <a:pt x="518032" y="1120391"/>
                  </a:lnTo>
                  <a:lnTo>
                    <a:pt x="518031" y="1120382"/>
                  </a:lnTo>
                  <a:lnTo>
                    <a:pt x="518028" y="1120370"/>
                  </a:lnTo>
                  <a:lnTo>
                    <a:pt x="518028" y="1120363"/>
                  </a:lnTo>
                  <a:lnTo>
                    <a:pt x="518027" y="1120352"/>
                  </a:lnTo>
                  <a:lnTo>
                    <a:pt x="518025" y="1120342"/>
                  </a:lnTo>
                  <a:lnTo>
                    <a:pt x="518025" y="1120336"/>
                  </a:lnTo>
                  <a:lnTo>
                    <a:pt x="518024" y="1120331"/>
                  </a:lnTo>
                  <a:lnTo>
                    <a:pt x="518023" y="1120324"/>
                  </a:lnTo>
                  <a:lnTo>
                    <a:pt x="518021" y="1120315"/>
                  </a:lnTo>
                  <a:lnTo>
                    <a:pt x="518020" y="1120309"/>
                  </a:lnTo>
                  <a:lnTo>
                    <a:pt x="518018" y="1120298"/>
                  </a:lnTo>
                  <a:lnTo>
                    <a:pt x="518016" y="1120289"/>
                  </a:lnTo>
                  <a:lnTo>
                    <a:pt x="518015" y="1120285"/>
                  </a:lnTo>
                  <a:lnTo>
                    <a:pt x="518015" y="1120280"/>
                  </a:lnTo>
                  <a:lnTo>
                    <a:pt x="518012" y="1120262"/>
                  </a:lnTo>
                  <a:lnTo>
                    <a:pt x="518011" y="1120253"/>
                  </a:lnTo>
                  <a:lnTo>
                    <a:pt x="518009" y="1120245"/>
                  </a:lnTo>
                  <a:lnTo>
                    <a:pt x="518006" y="1120239"/>
                  </a:lnTo>
                  <a:lnTo>
                    <a:pt x="518002" y="1120237"/>
                  </a:lnTo>
                  <a:lnTo>
                    <a:pt x="517997" y="1120236"/>
                  </a:lnTo>
                  <a:lnTo>
                    <a:pt x="517991" y="1120234"/>
                  </a:lnTo>
                  <a:lnTo>
                    <a:pt x="517983" y="1120233"/>
                  </a:lnTo>
                  <a:lnTo>
                    <a:pt x="517977" y="1120232"/>
                  </a:lnTo>
                  <a:lnTo>
                    <a:pt x="517970" y="1120231"/>
                  </a:lnTo>
                  <a:lnTo>
                    <a:pt x="517964" y="1120230"/>
                  </a:lnTo>
                  <a:lnTo>
                    <a:pt x="517956" y="1120228"/>
                  </a:lnTo>
                  <a:lnTo>
                    <a:pt x="517951" y="1120227"/>
                  </a:lnTo>
                  <a:lnTo>
                    <a:pt x="517941" y="1120225"/>
                  </a:lnTo>
                  <a:lnTo>
                    <a:pt x="517925" y="1120221"/>
                  </a:lnTo>
                  <a:lnTo>
                    <a:pt x="517915" y="1120218"/>
                  </a:lnTo>
                  <a:lnTo>
                    <a:pt x="517903" y="1120215"/>
                  </a:lnTo>
                  <a:lnTo>
                    <a:pt x="517890" y="1120212"/>
                  </a:lnTo>
                  <a:lnTo>
                    <a:pt x="517873" y="1120207"/>
                  </a:lnTo>
                  <a:lnTo>
                    <a:pt x="517869" y="1120206"/>
                  </a:lnTo>
                  <a:lnTo>
                    <a:pt x="517859" y="1120203"/>
                  </a:lnTo>
                  <a:lnTo>
                    <a:pt x="517853" y="1120202"/>
                  </a:lnTo>
                  <a:lnTo>
                    <a:pt x="517847" y="1120200"/>
                  </a:lnTo>
                  <a:lnTo>
                    <a:pt x="517839" y="1120199"/>
                  </a:lnTo>
                  <a:lnTo>
                    <a:pt x="517832" y="1120198"/>
                  </a:lnTo>
                  <a:lnTo>
                    <a:pt x="517824" y="1120197"/>
                  </a:lnTo>
                  <a:lnTo>
                    <a:pt x="517817" y="1120197"/>
                  </a:lnTo>
                  <a:lnTo>
                    <a:pt x="517810" y="1120197"/>
                  </a:lnTo>
                  <a:lnTo>
                    <a:pt x="517803" y="1120198"/>
                  </a:lnTo>
                  <a:lnTo>
                    <a:pt x="517786" y="1120199"/>
                  </a:lnTo>
                  <a:lnTo>
                    <a:pt x="517776" y="1120200"/>
                  </a:lnTo>
                  <a:lnTo>
                    <a:pt x="517769" y="1120201"/>
                  </a:lnTo>
                  <a:lnTo>
                    <a:pt x="517762" y="1120202"/>
                  </a:lnTo>
                  <a:lnTo>
                    <a:pt x="517757" y="1120202"/>
                  </a:lnTo>
                  <a:lnTo>
                    <a:pt x="517745" y="1120201"/>
                  </a:lnTo>
                  <a:lnTo>
                    <a:pt x="517732" y="1120201"/>
                  </a:lnTo>
                  <a:lnTo>
                    <a:pt x="517727" y="1120200"/>
                  </a:lnTo>
                  <a:lnTo>
                    <a:pt x="517718" y="1120199"/>
                  </a:lnTo>
                  <a:lnTo>
                    <a:pt x="517714" y="1120198"/>
                  </a:lnTo>
                  <a:lnTo>
                    <a:pt x="517704" y="1120196"/>
                  </a:lnTo>
                  <a:lnTo>
                    <a:pt x="517697" y="1120194"/>
                  </a:lnTo>
                  <a:lnTo>
                    <a:pt x="517693" y="1120192"/>
                  </a:lnTo>
                  <a:lnTo>
                    <a:pt x="517687" y="1120188"/>
                  </a:lnTo>
                  <a:lnTo>
                    <a:pt x="517680" y="1120181"/>
                  </a:lnTo>
                  <a:lnTo>
                    <a:pt x="517673" y="1120173"/>
                  </a:lnTo>
                  <a:lnTo>
                    <a:pt x="517668" y="1120168"/>
                  </a:lnTo>
                  <a:lnTo>
                    <a:pt x="517665" y="1120163"/>
                  </a:lnTo>
                  <a:lnTo>
                    <a:pt x="517659" y="1120152"/>
                  </a:lnTo>
                  <a:lnTo>
                    <a:pt x="517655" y="1120141"/>
                  </a:lnTo>
                  <a:lnTo>
                    <a:pt x="517651" y="1120135"/>
                  </a:lnTo>
                  <a:lnTo>
                    <a:pt x="517646" y="1120130"/>
                  </a:lnTo>
                  <a:lnTo>
                    <a:pt x="517642" y="1120126"/>
                  </a:lnTo>
                  <a:lnTo>
                    <a:pt x="517634" y="1120120"/>
                  </a:lnTo>
                  <a:lnTo>
                    <a:pt x="517629" y="1120117"/>
                  </a:lnTo>
                  <a:lnTo>
                    <a:pt x="517620" y="1120113"/>
                  </a:lnTo>
                  <a:lnTo>
                    <a:pt x="517617" y="1120111"/>
                  </a:lnTo>
                  <a:lnTo>
                    <a:pt x="517611" y="1120108"/>
                  </a:lnTo>
                  <a:lnTo>
                    <a:pt x="517604" y="1120105"/>
                  </a:lnTo>
                  <a:lnTo>
                    <a:pt x="517599" y="1120103"/>
                  </a:lnTo>
                  <a:lnTo>
                    <a:pt x="517593" y="1120100"/>
                  </a:lnTo>
                  <a:lnTo>
                    <a:pt x="517587" y="1120099"/>
                  </a:lnTo>
                  <a:lnTo>
                    <a:pt x="517579" y="1120096"/>
                  </a:lnTo>
                  <a:lnTo>
                    <a:pt x="517574" y="1120095"/>
                  </a:lnTo>
                  <a:lnTo>
                    <a:pt x="517567" y="1120094"/>
                  </a:lnTo>
                  <a:lnTo>
                    <a:pt x="517555" y="1120093"/>
                  </a:lnTo>
                  <a:lnTo>
                    <a:pt x="517542" y="1120093"/>
                  </a:lnTo>
                  <a:lnTo>
                    <a:pt x="517536" y="1120092"/>
                  </a:lnTo>
                  <a:lnTo>
                    <a:pt x="517529" y="1120092"/>
                  </a:lnTo>
                  <a:lnTo>
                    <a:pt x="517516" y="1120091"/>
                  </a:lnTo>
                  <a:lnTo>
                    <a:pt x="517503" y="1120090"/>
                  </a:lnTo>
                  <a:lnTo>
                    <a:pt x="517498" y="1120090"/>
                  </a:lnTo>
                  <a:lnTo>
                    <a:pt x="517490" y="1120089"/>
                  </a:lnTo>
                  <a:lnTo>
                    <a:pt x="517482" y="1120088"/>
                  </a:lnTo>
                  <a:lnTo>
                    <a:pt x="517478" y="1120087"/>
                  </a:lnTo>
                  <a:lnTo>
                    <a:pt x="517469" y="1120084"/>
                  </a:lnTo>
                  <a:lnTo>
                    <a:pt x="517461" y="1120081"/>
                  </a:lnTo>
                  <a:lnTo>
                    <a:pt x="517457" y="1120079"/>
                  </a:lnTo>
                  <a:lnTo>
                    <a:pt x="517452" y="1120076"/>
                  </a:lnTo>
                  <a:lnTo>
                    <a:pt x="517443" y="1120069"/>
                  </a:lnTo>
                  <a:lnTo>
                    <a:pt x="517439" y="1120065"/>
                  </a:lnTo>
                  <a:lnTo>
                    <a:pt x="517433" y="1120059"/>
                  </a:lnTo>
                  <a:lnTo>
                    <a:pt x="517426" y="1120052"/>
                  </a:lnTo>
                  <a:lnTo>
                    <a:pt x="517420" y="1120048"/>
                  </a:lnTo>
                  <a:lnTo>
                    <a:pt x="517409" y="1120042"/>
                  </a:lnTo>
                  <a:lnTo>
                    <a:pt x="517404" y="1120039"/>
                  </a:lnTo>
                  <a:lnTo>
                    <a:pt x="517395" y="1120035"/>
                  </a:lnTo>
                  <a:lnTo>
                    <a:pt x="517382" y="1120030"/>
                  </a:lnTo>
                  <a:lnTo>
                    <a:pt x="517378" y="1120029"/>
                  </a:lnTo>
                  <a:lnTo>
                    <a:pt x="517367" y="1120026"/>
                  </a:lnTo>
                  <a:lnTo>
                    <a:pt x="517356" y="1120023"/>
                  </a:lnTo>
                  <a:lnTo>
                    <a:pt x="517351" y="1120022"/>
                  </a:lnTo>
                  <a:lnTo>
                    <a:pt x="517341" y="1120020"/>
                  </a:lnTo>
                  <a:lnTo>
                    <a:pt x="517334" y="1120018"/>
                  </a:lnTo>
                  <a:lnTo>
                    <a:pt x="517328" y="1120016"/>
                  </a:lnTo>
                  <a:lnTo>
                    <a:pt x="517322" y="1120015"/>
                  </a:lnTo>
                  <a:lnTo>
                    <a:pt x="517315" y="1120013"/>
                  </a:lnTo>
                  <a:lnTo>
                    <a:pt x="517309" y="1120012"/>
                  </a:lnTo>
                  <a:lnTo>
                    <a:pt x="517302" y="1120010"/>
                  </a:lnTo>
                  <a:lnTo>
                    <a:pt x="517297" y="1120009"/>
                  </a:lnTo>
                  <a:lnTo>
                    <a:pt x="517289" y="1120008"/>
                  </a:lnTo>
                  <a:lnTo>
                    <a:pt x="517282" y="1120006"/>
                  </a:lnTo>
                  <a:lnTo>
                    <a:pt x="517270" y="1120004"/>
                  </a:lnTo>
                  <a:lnTo>
                    <a:pt x="517262" y="1120003"/>
                  </a:lnTo>
                  <a:lnTo>
                    <a:pt x="517247" y="1120002"/>
                  </a:lnTo>
                  <a:lnTo>
                    <a:pt x="517235" y="1120002"/>
                  </a:lnTo>
                  <a:lnTo>
                    <a:pt x="517228" y="1120002"/>
                  </a:lnTo>
                  <a:lnTo>
                    <a:pt x="517221" y="1120002"/>
                  </a:lnTo>
                  <a:lnTo>
                    <a:pt x="517217" y="1120001"/>
                  </a:lnTo>
                  <a:lnTo>
                    <a:pt x="517209" y="1120000"/>
                  </a:lnTo>
                  <a:lnTo>
                    <a:pt x="517203" y="1119999"/>
                  </a:lnTo>
                  <a:lnTo>
                    <a:pt x="517195" y="1119998"/>
                  </a:lnTo>
                  <a:lnTo>
                    <a:pt x="517182" y="1119995"/>
                  </a:lnTo>
                  <a:lnTo>
                    <a:pt x="517176" y="1119993"/>
                  </a:lnTo>
                  <a:lnTo>
                    <a:pt x="517167" y="1119990"/>
                  </a:lnTo>
                  <a:lnTo>
                    <a:pt x="517151" y="1119986"/>
                  </a:lnTo>
                  <a:lnTo>
                    <a:pt x="517142" y="1119983"/>
                  </a:lnTo>
                  <a:lnTo>
                    <a:pt x="517137" y="1119982"/>
                  </a:lnTo>
                  <a:lnTo>
                    <a:pt x="517116" y="1119975"/>
                  </a:lnTo>
                  <a:lnTo>
                    <a:pt x="517111" y="1119974"/>
                  </a:lnTo>
                  <a:lnTo>
                    <a:pt x="517107" y="1119974"/>
                  </a:lnTo>
                  <a:lnTo>
                    <a:pt x="517102" y="1119974"/>
                  </a:lnTo>
                  <a:lnTo>
                    <a:pt x="517095" y="1119974"/>
                  </a:lnTo>
                  <a:lnTo>
                    <a:pt x="517090" y="1119975"/>
                  </a:lnTo>
                  <a:lnTo>
                    <a:pt x="517084" y="1119975"/>
                  </a:lnTo>
                  <a:lnTo>
                    <a:pt x="517075" y="1119977"/>
                  </a:lnTo>
                  <a:lnTo>
                    <a:pt x="517068" y="1119978"/>
                  </a:lnTo>
                  <a:lnTo>
                    <a:pt x="517062" y="1119978"/>
                  </a:lnTo>
                  <a:lnTo>
                    <a:pt x="517055" y="1119978"/>
                  </a:lnTo>
                  <a:lnTo>
                    <a:pt x="517044" y="1119978"/>
                  </a:lnTo>
                  <a:lnTo>
                    <a:pt x="517037" y="1119977"/>
                  </a:lnTo>
                  <a:lnTo>
                    <a:pt x="517032" y="1119976"/>
                  </a:lnTo>
                  <a:lnTo>
                    <a:pt x="517025" y="1119974"/>
                  </a:lnTo>
                  <a:lnTo>
                    <a:pt x="517019" y="1119971"/>
                  </a:lnTo>
                  <a:lnTo>
                    <a:pt x="517008" y="1119966"/>
                  </a:lnTo>
                  <a:lnTo>
                    <a:pt x="516996" y="1119962"/>
                  </a:lnTo>
                  <a:lnTo>
                    <a:pt x="516988" y="1119958"/>
                  </a:lnTo>
                  <a:lnTo>
                    <a:pt x="516984" y="1119956"/>
                  </a:lnTo>
                  <a:lnTo>
                    <a:pt x="516980" y="1119954"/>
                  </a:lnTo>
                  <a:lnTo>
                    <a:pt x="516969" y="1119948"/>
                  </a:lnTo>
                  <a:lnTo>
                    <a:pt x="516956" y="1119942"/>
                  </a:lnTo>
                  <a:lnTo>
                    <a:pt x="516948" y="1119939"/>
                  </a:lnTo>
                  <a:lnTo>
                    <a:pt x="516943" y="1119936"/>
                  </a:lnTo>
                  <a:lnTo>
                    <a:pt x="516929" y="1119930"/>
                  </a:lnTo>
                  <a:lnTo>
                    <a:pt x="516922" y="1119927"/>
                  </a:lnTo>
                  <a:lnTo>
                    <a:pt x="516891" y="1119917"/>
                  </a:lnTo>
                  <a:lnTo>
                    <a:pt x="516867" y="1119908"/>
                  </a:lnTo>
                  <a:lnTo>
                    <a:pt x="516855" y="1119905"/>
                  </a:lnTo>
                  <a:lnTo>
                    <a:pt x="516833" y="1119899"/>
                  </a:lnTo>
                  <a:lnTo>
                    <a:pt x="516806" y="1119892"/>
                  </a:lnTo>
                  <a:lnTo>
                    <a:pt x="516779" y="1119886"/>
                  </a:lnTo>
                  <a:lnTo>
                    <a:pt x="516750" y="1119876"/>
                  </a:lnTo>
                  <a:lnTo>
                    <a:pt x="516737" y="1119873"/>
                  </a:lnTo>
                  <a:lnTo>
                    <a:pt x="516733" y="1119872"/>
                  </a:lnTo>
                  <a:lnTo>
                    <a:pt x="516722" y="1119869"/>
                  </a:lnTo>
                  <a:lnTo>
                    <a:pt x="516715" y="1119867"/>
                  </a:lnTo>
                  <a:lnTo>
                    <a:pt x="516708" y="1119866"/>
                  </a:lnTo>
                  <a:lnTo>
                    <a:pt x="516699" y="1119865"/>
                  </a:lnTo>
                  <a:lnTo>
                    <a:pt x="516694" y="1119865"/>
                  </a:lnTo>
                  <a:lnTo>
                    <a:pt x="516685" y="1119864"/>
                  </a:lnTo>
                  <a:lnTo>
                    <a:pt x="516671" y="1119864"/>
                  </a:lnTo>
                  <a:lnTo>
                    <a:pt x="516659" y="1119863"/>
                  </a:lnTo>
                  <a:lnTo>
                    <a:pt x="516644" y="1119861"/>
                  </a:lnTo>
                  <a:lnTo>
                    <a:pt x="516638" y="1119860"/>
                  </a:lnTo>
                  <a:lnTo>
                    <a:pt x="516632" y="1119859"/>
                  </a:lnTo>
                  <a:lnTo>
                    <a:pt x="516628" y="1119858"/>
                  </a:lnTo>
                  <a:lnTo>
                    <a:pt x="516623" y="1119856"/>
                  </a:lnTo>
                  <a:lnTo>
                    <a:pt x="516618" y="1119852"/>
                  </a:lnTo>
                  <a:lnTo>
                    <a:pt x="516614" y="1119848"/>
                  </a:lnTo>
                  <a:lnTo>
                    <a:pt x="516612" y="1119841"/>
                  </a:lnTo>
                  <a:lnTo>
                    <a:pt x="516610" y="1119835"/>
                  </a:lnTo>
                  <a:lnTo>
                    <a:pt x="516609" y="1119830"/>
                  </a:lnTo>
                  <a:lnTo>
                    <a:pt x="516606" y="1119818"/>
                  </a:lnTo>
                  <a:lnTo>
                    <a:pt x="516604" y="1119806"/>
                  </a:lnTo>
                  <a:lnTo>
                    <a:pt x="516601" y="1119787"/>
                  </a:lnTo>
                  <a:lnTo>
                    <a:pt x="516600" y="1119766"/>
                  </a:lnTo>
                  <a:lnTo>
                    <a:pt x="516599" y="1119759"/>
                  </a:lnTo>
                  <a:lnTo>
                    <a:pt x="516598" y="1119753"/>
                  </a:lnTo>
                  <a:lnTo>
                    <a:pt x="516597" y="1119742"/>
                  </a:lnTo>
                  <a:lnTo>
                    <a:pt x="516597" y="1119719"/>
                  </a:lnTo>
                  <a:lnTo>
                    <a:pt x="516595" y="1119710"/>
                  </a:lnTo>
                  <a:lnTo>
                    <a:pt x="516593" y="1119703"/>
                  </a:lnTo>
                  <a:lnTo>
                    <a:pt x="516588" y="1119699"/>
                  </a:lnTo>
                  <a:lnTo>
                    <a:pt x="516584" y="1119698"/>
                  </a:lnTo>
                  <a:lnTo>
                    <a:pt x="516569" y="1119694"/>
                  </a:lnTo>
                  <a:lnTo>
                    <a:pt x="516563" y="1119693"/>
                  </a:lnTo>
                  <a:lnTo>
                    <a:pt x="516551" y="1119691"/>
                  </a:lnTo>
                  <a:lnTo>
                    <a:pt x="516537" y="1119688"/>
                  </a:lnTo>
                  <a:lnTo>
                    <a:pt x="516533" y="1119687"/>
                  </a:lnTo>
                  <a:lnTo>
                    <a:pt x="516525" y="1119685"/>
                  </a:lnTo>
                  <a:lnTo>
                    <a:pt x="516517" y="1119683"/>
                  </a:lnTo>
                  <a:lnTo>
                    <a:pt x="516509" y="1119681"/>
                  </a:lnTo>
                  <a:lnTo>
                    <a:pt x="516502" y="1119679"/>
                  </a:lnTo>
                  <a:lnTo>
                    <a:pt x="516497" y="1119677"/>
                  </a:lnTo>
                  <a:lnTo>
                    <a:pt x="516491" y="1119675"/>
                  </a:lnTo>
                  <a:lnTo>
                    <a:pt x="516483" y="1119672"/>
                  </a:lnTo>
                  <a:lnTo>
                    <a:pt x="516477" y="1119669"/>
                  </a:lnTo>
                  <a:lnTo>
                    <a:pt x="516467" y="1119664"/>
                  </a:lnTo>
                  <a:lnTo>
                    <a:pt x="516454" y="1119657"/>
                  </a:lnTo>
                  <a:lnTo>
                    <a:pt x="516441" y="1119650"/>
                  </a:lnTo>
                  <a:lnTo>
                    <a:pt x="516436" y="1119647"/>
                  </a:lnTo>
                  <a:lnTo>
                    <a:pt x="516425" y="1119643"/>
                  </a:lnTo>
                  <a:lnTo>
                    <a:pt x="516418" y="1119639"/>
                  </a:lnTo>
                  <a:lnTo>
                    <a:pt x="516409" y="1119635"/>
                  </a:lnTo>
                  <a:lnTo>
                    <a:pt x="516401" y="1119631"/>
                  </a:lnTo>
                  <a:lnTo>
                    <a:pt x="516396" y="1119629"/>
                  </a:lnTo>
                  <a:lnTo>
                    <a:pt x="516387" y="1119624"/>
                  </a:lnTo>
                  <a:lnTo>
                    <a:pt x="516376" y="1119617"/>
                  </a:lnTo>
                  <a:lnTo>
                    <a:pt x="516371" y="1119614"/>
                  </a:lnTo>
                  <a:lnTo>
                    <a:pt x="516365" y="1119609"/>
                  </a:lnTo>
                  <a:lnTo>
                    <a:pt x="516358" y="1119604"/>
                  </a:lnTo>
                  <a:lnTo>
                    <a:pt x="516353" y="1119600"/>
                  </a:lnTo>
                  <a:lnTo>
                    <a:pt x="516348" y="1119595"/>
                  </a:lnTo>
                  <a:lnTo>
                    <a:pt x="516344" y="1119592"/>
                  </a:lnTo>
                  <a:lnTo>
                    <a:pt x="516339" y="1119586"/>
                  </a:lnTo>
                  <a:lnTo>
                    <a:pt x="516332" y="1119577"/>
                  </a:lnTo>
                  <a:lnTo>
                    <a:pt x="516325" y="1119569"/>
                  </a:lnTo>
                  <a:lnTo>
                    <a:pt x="516319" y="1119561"/>
                  </a:lnTo>
                  <a:lnTo>
                    <a:pt x="516314" y="1119555"/>
                  </a:lnTo>
                  <a:lnTo>
                    <a:pt x="516310" y="1119549"/>
                  </a:lnTo>
                  <a:lnTo>
                    <a:pt x="516300" y="1119540"/>
                  </a:lnTo>
                  <a:lnTo>
                    <a:pt x="516291" y="1119530"/>
                  </a:lnTo>
                  <a:lnTo>
                    <a:pt x="516287" y="1119525"/>
                  </a:lnTo>
                  <a:lnTo>
                    <a:pt x="516281" y="1119515"/>
                  </a:lnTo>
                  <a:lnTo>
                    <a:pt x="516278" y="1119509"/>
                  </a:lnTo>
                  <a:lnTo>
                    <a:pt x="516274" y="1119503"/>
                  </a:lnTo>
                  <a:lnTo>
                    <a:pt x="516272" y="1119499"/>
                  </a:lnTo>
                  <a:lnTo>
                    <a:pt x="516269" y="1119490"/>
                  </a:lnTo>
                  <a:lnTo>
                    <a:pt x="516266" y="1119484"/>
                  </a:lnTo>
                  <a:lnTo>
                    <a:pt x="516263" y="1119476"/>
                  </a:lnTo>
                  <a:lnTo>
                    <a:pt x="516261" y="1119471"/>
                  </a:lnTo>
                  <a:lnTo>
                    <a:pt x="516260" y="1119467"/>
                  </a:lnTo>
                  <a:lnTo>
                    <a:pt x="516257" y="1119459"/>
                  </a:lnTo>
                  <a:lnTo>
                    <a:pt x="516246" y="1119438"/>
                  </a:lnTo>
                  <a:lnTo>
                    <a:pt x="516244" y="1119434"/>
                  </a:lnTo>
                  <a:lnTo>
                    <a:pt x="516240" y="1119428"/>
                  </a:lnTo>
                  <a:lnTo>
                    <a:pt x="516236" y="1119422"/>
                  </a:lnTo>
                  <a:lnTo>
                    <a:pt x="516232" y="1119418"/>
                  </a:lnTo>
                  <a:lnTo>
                    <a:pt x="516229" y="1119414"/>
                  </a:lnTo>
                  <a:lnTo>
                    <a:pt x="516224" y="1119409"/>
                  </a:lnTo>
                  <a:lnTo>
                    <a:pt x="516216" y="1119404"/>
                  </a:lnTo>
                  <a:lnTo>
                    <a:pt x="516209" y="1119400"/>
                  </a:lnTo>
                  <a:lnTo>
                    <a:pt x="516204" y="1119397"/>
                  </a:lnTo>
                  <a:lnTo>
                    <a:pt x="516199" y="1119394"/>
                  </a:lnTo>
                  <a:lnTo>
                    <a:pt x="516194" y="1119392"/>
                  </a:lnTo>
                  <a:lnTo>
                    <a:pt x="516189" y="1119390"/>
                  </a:lnTo>
                  <a:lnTo>
                    <a:pt x="516180" y="1119384"/>
                  </a:lnTo>
                  <a:lnTo>
                    <a:pt x="516165" y="1119374"/>
                  </a:lnTo>
                  <a:lnTo>
                    <a:pt x="516157" y="1119368"/>
                  </a:lnTo>
                  <a:lnTo>
                    <a:pt x="516150" y="1119363"/>
                  </a:lnTo>
                  <a:lnTo>
                    <a:pt x="516144" y="1119358"/>
                  </a:lnTo>
                  <a:lnTo>
                    <a:pt x="516134" y="1119349"/>
                  </a:lnTo>
                  <a:lnTo>
                    <a:pt x="516127" y="1119342"/>
                  </a:lnTo>
                  <a:lnTo>
                    <a:pt x="516111" y="1119324"/>
                  </a:lnTo>
                  <a:lnTo>
                    <a:pt x="516100" y="1119312"/>
                  </a:lnTo>
                  <a:lnTo>
                    <a:pt x="516094" y="1119305"/>
                  </a:lnTo>
                  <a:lnTo>
                    <a:pt x="516088" y="1119298"/>
                  </a:lnTo>
                  <a:lnTo>
                    <a:pt x="516082" y="1119290"/>
                  </a:lnTo>
                  <a:lnTo>
                    <a:pt x="516078" y="1119285"/>
                  </a:lnTo>
                  <a:lnTo>
                    <a:pt x="516073" y="1119281"/>
                  </a:lnTo>
                  <a:lnTo>
                    <a:pt x="516068" y="1119277"/>
                  </a:lnTo>
                  <a:lnTo>
                    <a:pt x="516060" y="1119272"/>
                  </a:lnTo>
                  <a:lnTo>
                    <a:pt x="516055" y="1119270"/>
                  </a:lnTo>
                  <a:lnTo>
                    <a:pt x="516050" y="1119268"/>
                  </a:lnTo>
                  <a:lnTo>
                    <a:pt x="516046" y="1119267"/>
                  </a:lnTo>
                  <a:lnTo>
                    <a:pt x="516038" y="1119265"/>
                  </a:lnTo>
                  <a:lnTo>
                    <a:pt x="516029" y="1119264"/>
                  </a:lnTo>
                  <a:lnTo>
                    <a:pt x="516017" y="1119262"/>
                  </a:lnTo>
                  <a:lnTo>
                    <a:pt x="516009" y="1119260"/>
                  </a:lnTo>
                  <a:lnTo>
                    <a:pt x="516002" y="1119257"/>
                  </a:lnTo>
                  <a:lnTo>
                    <a:pt x="515996" y="1119253"/>
                  </a:lnTo>
                  <a:lnTo>
                    <a:pt x="515993" y="1119248"/>
                  </a:lnTo>
                  <a:lnTo>
                    <a:pt x="515990" y="1119243"/>
                  </a:lnTo>
                  <a:lnTo>
                    <a:pt x="515982" y="1119227"/>
                  </a:lnTo>
                  <a:lnTo>
                    <a:pt x="515979" y="1119219"/>
                  </a:lnTo>
                  <a:lnTo>
                    <a:pt x="515973" y="1119207"/>
                  </a:lnTo>
                  <a:lnTo>
                    <a:pt x="515970" y="1119201"/>
                  </a:lnTo>
                  <a:lnTo>
                    <a:pt x="515967" y="1119193"/>
                  </a:lnTo>
                  <a:lnTo>
                    <a:pt x="515956" y="1119174"/>
                  </a:lnTo>
                  <a:lnTo>
                    <a:pt x="515952" y="1119167"/>
                  </a:lnTo>
                  <a:lnTo>
                    <a:pt x="515940" y="1119151"/>
                  </a:lnTo>
                  <a:lnTo>
                    <a:pt x="515937" y="1119146"/>
                  </a:lnTo>
                  <a:lnTo>
                    <a:pt x="515930" y="1119136"/>
                  </a:lnTo>
                  <a:lnTo>
                    <a:pt x="515923" y="1119123"/>
                  </a:lnTo>
                  <a:lnTo>
                    <a:pt x="515918" y="1119112"/>
                  </a:lnTo>
                  <a:lnTo>
                    <a:pt x="515914" y="1119099"/>
                  </a:lnTo>
                  <a:lnTo>
                    <a:pt x="515911" y="1119092"/>
                  </a:lnTo>
                  <a:lnTo>
                    <a:pt x="515909" y="1119085"/>
                  </a:lnTo>
                  <a:lnTo>
                    <a:pt x="515908" y="1119080"/>
                  </a:lnTo>
                  <a:lnTo>
                    <a:pt x="515907" y="1119075"/>
                  </a:lnTo>
                  <a:lnTo>
                    <a:pt x="515907" y="1119063"/>
                  </a:lnTo>
                  <a:lnTo>
                    <a:pt x="515907" y="1119057"/>
                  </a:lnTo>
                  <a:lnTo>
                    <a:pt x="515907" y="1119051"/>
                  </a:lnTo>
                  <a:lnTo>
                    <a:pt x="515910" y="1119037"/>
                  </a:lnTo>
                  <a:lnTo>
                    <a:pt x="515916" y="1119019"/>
                  </a:lnTo>
                  <a:lnTo>
                    <a:pt x="515919" y="1119010"/>
                  </a:lnTo>
                  <a:lnTo>
                    <a:pt x="515922" y="1118999"/>
                  </a:lnTo>
                  <a:lnTo>
                    <a:pt x="515926" y="1118990"/>
                  </a:lnTo>
                  <a:lnTo>
                    <a:pt x="515934" y="1118974"/>
                  </a:lnTo>
                  <a:lnTo>
                    <a:pt x="515939" y="1118966"/>
                  </a:lnTo>
                  <a:lnTo>
                    <a:pt x="515946" y="1118950"/>
                  </a:lnTo>
                  <a:lnTo>
                    <a:pt x="515948" y="1118946"/>
                  </a:lnTo>
                  <a:lnTo>
                    <a:pt x="515951" y="1118941"/>
                  </a:lnTo>
                  <a:lnTo>
                    <a:pt x="515956" y="1118933"/>
                  </a:lnTo>
                  <a:lnTo>
                    <a:pt x="515964" y="1118925"/>
                  </a:lnTo>
                  <a:lnTo>
                    <a:pt x="515970" y="1118916"/>
                  </a:lnTo>
                  <a:lnTo>
                    <a:pt x="515972" y="1118911"/>
                  </a:lnTo>
                  <a:lnTo>
                    <a:pt x="515976" y="1118900"/>
                  </a:lnTo>
                  <a:lnTo>
                    <a:pt x="515977" y="1118896"/>
                  </a:lnTo>
                  <a:lnTo>
                    <a:pt x="515981" y="1118875"/>
                  </a:lnTo>
                  <a:lnTo>
                    <a:pt x="515984" y="1118851"/>
                  </a:lnTo>
                  <a:lnTo>
                    <a:pt x="515984" y="1118842"/>
                  </a:lnTo>
                  <a:lnTo>
                    <a:pt x="515985" y="1118829"/>
                  </a:lnTo>
                  <a:lnTo>
                    <a:pt x="515985" y="1118824"/>
                  </a:lnTo>
                  <a:lnTo>
                    <a:pt x="515984" y="1118819"/>
                  </a:lnTo>
                  <a:lnTo>
                    <a:pt x="515982" y="1118813"/>
                  </a:lnTo>
                  <a:lnTo>
                    <a:pt x="515978" y="1118797"/>
                  </a:lnTo>
                  <a:lnTo>
                    <a:pt x="515975" y="1118785"/>
                  </a:lnTo>
                  <a:lnTo>
                    <a:pt x="515973" y="1118776"/>
                  </a:lnTo>
                  <a:lnTo>
                    <a:pt x="515972" y="1118771"/>
                  </a:lnTo>
                  <a:lnTo>
                    <a:pt x="515969" y="1118764"/>
                  </a:lnTo>
                  <a:lnTo>
                    <a:pt x="515967" y="1118758"/>
                  </a:lnTo>
                  <a:lnTo>
                    <a:pt x="515963" y="1118751"/>
                  </a:lnTo>
                  <a:lnTo>
                    <a:pt x="515961" y="1118747"/>
                  </a:lnTo>
                  <a:lnTo>
                    <a:pt x="515958" y="1118743"/>
                  </a:lnTo>
                  <a:lnTo>
                    <a:pt x="515954" y="1118738"/>
                  </a:lnTo>
                  <a:lnTo>
                    <a:pt x="515950" y="1118734"/>
                  </a:lnTo>
                  <a:lnTo>
                    <a:pt x="515943" y="1118728"/>
                  </a:lnTo>
                  <a:lnTo>
                    <a:pt x="515932" y="1118720"/>
                  </a:lnTo>
                  <a:lnTo>
                    <a:pt x="515923" y="1118714"/>
                  </a:lnTo>
                  <a:lnTo>
                    <a:pt x="515915" y="1118709"/>
                  </a:lnTo>
                  <a:lnTo>
                    <a:pt x="515907" y="1118704"/>
                  </a:lnTo>
                  <a:lnTo>
                    <a:pt x="515902" y="1118701"/>
                  </a:lnTo>
                  <a:lnTo>
                    <a:pt x="515891" y="1118695"/>
                  </a:lnTo>
                  <a:lnTo>
                    <a:pt x="515873" y="1118687"/>
                  </a:lnTo>
                  <a:lnTo>
                    <a:pt x="515867" y="1118685"/>
                  </a:lnTo>
                  <a:lnTo>
                    <a:pt x="515861" y="1118681"/>
                  </a:lnTo>
                  <a:lnTo>
                    <a:pt x="515857" y="1118679"/>
                  </a:lnTo>
                  <a:lnTo>
                    <a:pt x="515850" y="1118676"/>
                  </a:lnTo>
                  <a:lnTo>
                    <a:pt x="515843" y="1118671"/>
                  </a:lnTo>
                  <a:lnTo>
                    <a:pt x="515838" y="1118667"/>
                  </a:lnTo>
                  <a:lnTo>
                    <a:pt x="515832" y="1118662"/>
                  </a:lnTo>
                  <a:lnTo>
                    <a:pt x="515822" y="1118652"/>
                  </a:lnTo>
                  <a:lnTo>
                    <a:pt x="515807" y="1118638"/>
                  </a:lnTo>
                  <a:lnTo>
                    <a:pt x="515799" y="1118630"/>
                  </a:lnTo>
                  <a:lnTo>
                    <a:pt x="515794" y="1118625"/>
                  </a:lnTo>
                  <a:lnTo>
                    <a:pt x="515788" y="1118619"/>
                  </a:lnTo>
                  <a:lnTo>
                    <a:pt x="515783" y="1118616"/>
                  </a:lnTo>
                  <a:lnTo>
                    <a:pt x="515776" y="1118611"/>
                  </a:lnTo>
                  <a:lnTo>
                    <a:pt x="515772" y="1118608"/>
                  </a:lnTo>
                  <a:lnTo>
                    <a:pt x="515766" y="1118605"/>
                  </a:lnTo>
                  <a:lnTo>
                    <a:pt x="515753" y="1118600"/>
                  </a:lnTo>
                  <a:lnTo>
                    <a:pt x="515746" y="1118599"/>
                  </a:lnTo>
                  <a:lnTo>
                    <a:pt x="515724" y="1118598"/>
                  </a:lnTo>
                  <a:lnTo>
                    <a:pt x="515715" y="1118598"/>
                  </a:lnTo>
                  <a:lnTo>
                    <a:pt x="515706" y="1118598"/>
                  </a:lnTo>
                  <a:lnTo>
                    <a:pt x="515683" y="1118595"/>
                  </a:lnTo>
                  <a:lnTo>
                    <a:pt x="515674" y="1118595"/>
                  </a:lnTo>
                  <a:lnTo>
                    <a:pt x="515666" y="1118593"/>
                  </a:lnTo>
                  <a:lnTo>
                    <a:pt x="515659" y="1118592"/>
                  </a:lnTo>
                  <a:lnTo>
                    <a:pt x="515650" y="1118591"/>
                  </a:lnTo>
                  <a:lnTo>
                    <a:pt x="515643" y="1118589"/>
                  </a:lnTo>
                  <a:lnTo>
                    <a:pt x="515637" y="1118587"/>
                  </a:lnTo>
                  <a:lnTo>
                    <a:pt x="515627" y="1118584"/>
                  </a:lnTo>
                  <a:lnTo>
                    <a:pt x="515614" y="1118581"/>
                  </a:lnTo>
                  <a:lnTo>
                    <a:pt x="515596" y="1118574"/>
                  </a:lnTo>
                  <a:lnTo>
                    <a:pt x="515590" y="1118573"/>
                  </a:lnTo>
                  <a:lnTo>
                    <a:pt x="515580" y="1118571"/>
                  </a:lnTo>
                  <a:lnTo>
                    <a:pt x="515564" y="1118568"/>
                  </a:lnTo>
                  <a:lnTo>
                    <a:pt x="515555" y="1118566"/>
                  </a:lnTo>
                  <a:lnTo>
                    <a:pt x="515545" y="1118564"/>
                  </a:lnTo>
                  <a:lnTo>
                    <a:pt x="515541" y="1118563"/>
                  </a:lnTo>
                  <a:lnTo>
                    <a:pt x="515535" y="1118561"/>
                  </a:lnTo>
                  <a:lnTo>
                    <a:pt x="515528" y="1118559"/>
                  </a:lnTo>
                  <a:lnTo>
                    <a:pt x="515523" y="1118557"/>
                  </a:lnTo>
                  <a:lnTo>
                    <a:pt x="515519" y="1118555"/>
                  </a:lnTo>
                  <a:lnTo>
                    <a:pt x="515513" y="1118552"/>
                  </a:lnTo>
                  <a:lnTo>
                    <a:pt x="515506" y="1118548"/>
                  </a:lnTo>
                  <a:lnTo>
                    <a:pt x="515493" y="1118539"/>
                  </a:lnTo>
                  <a:lnTo>
                    <a:pt x="515487" y="1118536"/>
                  </a:lnTo>
                  <a:lnTo>
                    <a:pt x="515481" y="1118533"/>
                  </a:lnTo>
                  <a:lnTo>
                    <a:pt x="515476" y="1118531"/>
                  </a:lnTo>
                  <a:lnTo>
                    <a:pt x="515472" y="1118529"/>
                  </a:lnTo>
                  <a:lnTo>
                    <a:pt x="515467" y="1118528"/>
                  </a:lnTo>
                  <a:lnTo>
                    <a:pt x="515462" y="1118528"/>
                  </a:lnTo>
                  <a:lnTo>
                    <a:pt x="515454" y="1118528"/>
                  </a:lnTo>
                  <a:lnTo>
                    <a:pt x="515447" y="1118528"/>
                  </a:lnTo>
                  <a:lnTo>
                    <a:pt x="515430" y="1118530"/>
                  </a:lnTo>
                  <a:lnTo>
                    <a:pt x="515425" y="1118530"/>
                  </a:lnTo>
                  <a:lnTo>
                    <a:pt x="515420" y="1118531"/>
                  </a:lnTo>
                  <a:lnTo>
                    <a:pt x="515410" y="1118533"/>
                  </a:lnTo>
                  <a:lnTo>
                    <a:pt x="515402" y="1118535"/>
                  </a:lnTo>
                  <a:lnTo>
                    <a:pt x="515395" y="1118535"/>
                  </a:lnTo>
                  <a:lnTo>
                    <a:pt x="515387" y="1118535"/>
                  </a:lnTo>
                  <a:lnTo>
                    <a:pt x="515370" y="1118534"/>
                  </a:lnTo>
                  <a:lnTo>
                    <a:pt x="515364" y="1118533"/>
                  </a:lnTo>
                  <a:lnTo>
                    <a:pt x="515355" y="1118532"/>
                  </a:lnTo>
                  <a:lnTo>
                    <a:pt x="515347" y="1118531"/>
                  </a:lnTo>
                  <a:lnTo>
                    <a:pt x="515341" y="1118530"/>
                  </a:lnTo>
                  <a:lnTo>
                    <a:pt x="515334" y="1118528"/>
                  </a:lnTo>
                  <a:lnTo>
                    <a:pt x="515328" y="1118525"/>
                  </a:lnTo>
                  <a:lnTo>
                    <a:pt x="515321" y="1118521"/>
                  </a:lnTo>
                  <a:lnTo>
                    <a:pt x="515305" y="1118512"/>
                  </a:lnTo>
                  <a:lnTo>
                    <a:pt x="515295" y="1118504"/>
                  </a:lnTo>
                  <a:lnTo>
                    <a:pt x="515291" y="1118501"/>
                  </a:lnTo>
                  <a:lnTo>
                    <a:pt x="515280" y="1118488"/>
                  </a:lnTo>
                  <a:lnTo>
                    <a:pt x="515275" y="1118484"/>
                  </a:lnTo>
                  <a:lnTo>
                    <a:pt x="515269" y="1118485"/>
                  </a:lnTo>
                  <a:lnTo>
                    <a:pt x="515259" y="1118486"/>
                  </a:lnTo>
                  <a:lnTo>
                    <a:pt x="515247" y="1118487"/>
                  </a:lnTo>
                  <a:lnTo>
                    <a:pt x="515236" y="1118489"/>
                  </a:lnTo>
                  <a:lnTo>
                    <a:pt x="515218" y="1118493"/>
                  </a:lnTo>
                  <a:lnTo>
                    <a:pt x="515206" y="1118495"/>
                  </a:lnTo>
                  <a:lnTo>
                    <a:pt x="515195" y="1118497"/>
                  </a:lnTo>
                  <a:lnTo>
                    <a:pt x="515184" y="1118500"/>
                  </a:lnTo>
                  <a:lnTo>
                    <a:pt x="515173" y="1118503"/>
                  </a:lnTo>
                  <a:lnTo>
                    <a:pt x="515158" y="1118509"/>
                  </a:lnTo>
                  <a:lnTo>
                    <a:pt x="515145" y="1118517"/>
                  </a:lnTo>
                  <a:lnTo>
                    <a:pt x="515138" y="1118521"/>
                  </a:lnTo>
                  <a:lnTo>
                    <a:pt x="515130" y="1118529"/>
                  </a:lnTo>
                  <a:lnTo>
                    <a:pt x="515119" y="1118536"/>
                  </a:lnTo>
                  <a:lnTo>
                    <a:pt x="515107" y="1118542"/>
                  </a:lnTo>
                  <a:lnTo>
                    <a:pt x="515098" y="1118548"/>
                  </a:lnTo>
                  <a:lnTo>
                    <a:pt x="515090" y="1118553"/>
                  </a:lnTo>
                  <a:lnTo>
                    <a:pt x="515080" y="1118564"/>
                  </a:lnTo>
                  <a:lnTo>
                    <a:pt x="515068" y="1118577"/>
                  </a:lnTo>
                  <a:lnTo>
                    <a:pt x="515055" y="1118588"/>
                  </a:lnTo>
                  <a:lnTo>
                    <a:pt x="515044" y="1118596"/>
                  </a:lnTo>
                  <a:lnTo>
                    <a:pt x="515032" y="1118612"/>
                  </a:lnTo>
                  <a:lnTo>
                    <a:pt x="515021" y="1118626"/>
                  </a:lnTo>
                  <a:lnTo>
                    <a:pt x="515018" y="1118635"/>
                  </a:lnTo>
                  <a:lnTo>
                    <a:pt x="515017" y="1118640"/>
                  </a:lnTo>
                  <a:lnTo>
                    <a:pt x="515017" y="1118647"/>
                  </a:lnTo>
                  <a:lnTo>
                    <a:pt x="515020" y="1118657"/>
                  </a:lnTo>
                  <a:lnTo>
                    <a:pt x="515023" y="1118673"/>
                  </a:lnTo>
                  <a:lnTo>
                    <a:pt x="515024" y="1118683"/>
                  </a:lnTo>
                  <a:lnTo>
                    <a:pt x="515023" y="1118688"/>
                  </a:lnTo>
                  <a:lnTo>
                    <a:pt x="515023" y="1118703"/>
                  </a:lnTo>
                  <a:lnTo>
                    <a:pt x="515023" y="1118709"/>
                  </a:lnTo>
                  <a:lnTo>
                    <a:pt x="515024" y="1118728"/>
                  </a:lnTo>
                  <a:lnTo>
                    <a:pt x="515025" y="1118752"/>
                  </a:lnTo>
                  <a:lnTo>
                    <a:pt x="515026" y="1118768"/>
                  </a:lnTo>
                  <a:lnTo>
                    <a:pt x="515026" y="1118774"/>
                  </a:lnTo>
                  <a:lnTo>
                    <a:pt x="515026" y="1118788"/>
                  </a:lnTo>
                  <a:lnTo>
                    <a:pt x="515027" y="1118795"/>
                  </a:lnTo>
                  <a:lnTo>
                    <a:pt x="515027" y="1118799"/>
                  </a:lnTo>
                  <a:lnTo>
                    <a:pt x="515024" y="1118809"/>
                  </a:lnTo>
                  <a:lnTo>
                    <a:pt x="515022" y="1118819"/>
                  </a:lnTo>
                  <a:lnTo>
                    <a:pt x="515017" y="1118828"/>
                  </a:lnTo>
                  <a:lnTo>
                    <a:pt x="515015" y="1118832"/>
                  </a:lnTo>
                  <a:lnTo>
                    <a:pt x="515011" y="1118838"/>
                  </a:lnTo>
                  <a:lnTo>
                    <a:pt x="515008" y="1118842"/>
                  </a:lnTo>
                  <a:lnTo>
                    <a:pt x="515002" y="1118851"/>
                  </a:lnTo>
                  <a:lnTo>
                    <a:pt x="514997" y="1118857"/>
                  </a:lnTo>
                  <a:lnTo>
                    <a:pt x="514992" y="1118861"/>
                  </a:lnTo>
                  <a:lnTo>
                    <a:pt x="514987" y="1118864"/>
                  </a:lnTo>
                  <a:lnTo>
                    <a:pt x="514979" y="1118869"/>
                  </a:lnTo>
                  <a:lnTo>
                    <a:pt x="514971" y="1118875"/>
                  </a:lnTo>
                  <a:lnTo>
                    <a:pt x="514959" y="1118881"/>
                  </a:lnTo>
                  <a:lnTo>
                    <a:pt x="514947" y="1118887"/>
                  </a:lnTo>
                  <a:lnTo>
                    <a:pt x="514938" y="1118889"/>
                  </a:lnTo>
                  <a:lnTo>
                    <a:pt x="514930" y="1118892"/>
                  </a:lnTo>
                  <a:lnTo>
                    <a:pt x="514924" y="1118893"/>
                  </a:lnTo>
                  <a:lnTo>
                    <a:pt x="514916" y="1118894"/>
                  </a:lnTo>
                  <a:lnTo>
                    <a:pt x="514906" y="1118894"/>
                  </a:lnTo>
                  <a:lnTo>
                    <a:pt x="514895" y="1118895"/>
                  </a:lnTo>
                  <a:lnTo>
                    <a:pt x="514888" y="1118894"/>
                  </a:lnTo>
                  <a:lnTo>
                    <a:pt x="514884" y="1118893"/>
                  </a:lnTo>
                  <a:lnTo>
                    <a:pt x="514879" y="1118893"/>
                  </a:lnTo>
                  <a:lnTo>
                    <a:pt x="514874" y="1118891"/>
                  </a:lnTo>
                  <a:lnTo>
                    <a:pt x="514870" y="1118890"/>
                  </a:lnTo>
                  <a:lnTo>
                    <a:pt x="514862" y="1118888"/>
                  </a:lnTo>
                  <a:lnTo>
                    <a:pt x="514856" y="1118888"/>
                  </a:lnTo>
                  <a:lnTo>
                    <a:pt x="514850" y="1118888"/>
                  </a:lnTo>
                  <a:lnTo>
                    <a:pt x="514845" y="1118889"/>
                  </a:lnTo>
                  <a:lnTo>
                    <a:pt x="514840" y="1118892"/>
                  </a:lnTo>
                  <a:lnTo>
                    <a:pt x="514836" y="1118895"/>
                  </a:lnTo>
                  <a:lnTo>
                    <a:pt x="514834" y="1118898"/>
                  </a:lnTo>
                  <a:lnTo>
                    <a:pt x="514830" y="1118902"/>
                  </a:lnTo>
                  <a:lnTo>
                    <a:pt x="514825" y="1118908"/>
                  </a:lnTo>
                  <a:lnTo>
                    <a:pt x="514820" y="1118916"/>
                  </a:lnTo>
                  <a:lnTo>
                    <a:pt x="514815" y="1118925"/>
                  </a:lnTo>
                  <a:lnTo>
                    <a:pt x="514811" y="1118931"/>
                  </a:lnTo>
                  <a:lnTo>
                    <a:pt x="514807" y="1118937"/>
                  </a:lnTo>
                  <a:lnTo>
                    <a:pt x="514804" y="1118940"/>
                  </a:lnTo>
                  <a:lnTo>
                    <a:pt x="514799" y="1118944"/>
                  </a:lnTo>
                  <a:lnTo>
                    <a:pt x="514792" y="1118949"/>
                  </a:lnTo>
                  <a:lnTo>
                    <a:pt x="514787" y="1118952"/>
                  </a:lnTo>
                  <a:lnTo>
                    <a:pt x="514782" y="1118954"/>
                  </a:lnTo>
                  <a:lnTo>
                    <a:pt x="514777" y="1118956"/>
                  </a:lnTo>
                  <a:lnTo>
                    <a:pt x="514771" y="1118957"/>
                  </a:lnTo>
                  <a:lnTo>
                    <a:pt x="514763" y="1118958"/>
                  </a:lnTo>
                  <a:lnTo>
                    <a:pt x="514755" y="1118959"/>
                  </a:lnTo>
                  <a:lnTo>
                    <a:pt x="514746" y="1118959"/>
                  </a:lnTo>
                  <a:lnTo>
                    <a:pt x="514739" y="1118958"/>
                  </a:lnTo>
                  <a:lnTo>
                    <a:pt x="514720" y="1118956"/>
                  </a:lnTo>
                  <a:lnTo>
                    <a:pt x="514707" y="1118954"/>
                  </a:lnTo>
                  <a:lnTo>
                    <a:pt x="514691" y="1118954"/>
                  </a:lnTo>
                  <a:lnTo>
                    <a:pt x="514684" y="1118955"/>
                  </a:lnTo>
                  <a:lnTo>
                    <a:pt x="514677" y="1118957"/>
                  </a:lnTo>
                  <a:lnTo>
                    <a:pt x="514670" y="1118961"/>
                  </a:lnTo>
                  <a:lnTo>
                    <a:pt x="514664" y="1118968"/>
                  </a:lnTo>
                  <a:lnTo>
                    <a:pt x="514661" y="1118973"/>
                  </a:lnTo>
                  <a:lnTo>
                    <a:pt x="514654" y="1118985"/>
                  </a:lnTo>
                  <a:lnTo>
                    <a:pt x="514650" y="1118993"/>
                  </a:lnTo>
                  <a:lnTo>
                    <a:pt x="514642" y="1119008"/>
                  </a:lnTo>
                  <a:lnTo>
                    <a:pt x="514637" y="1119018"/>
                  </a:lnTo>
                  <a:lnTo>
                    <a:pt x="514627" y="1119035"/>
                  </a:lnTo>
                  <a:lnTo>
                    <a:pt x="514621" y="1119042"/>
                  </a:lnTo>
                  <a:lnTo>
                    <a:pt x="514616" y="1119046"/>
                  </a:lnTo>
                  <a:lnTo>
                    <a:pt x="514611" y="1119048"/>
                  </a:lnTo>
                  <a:lnTo>
                    <a:pt x="514602" y="1119052"/>
                  </a:lnTo>
                  <a:lnTo>
                    <a:pt x="514595" y="1119053"/>
                  </a:lnTo>
                  <a:lnTo>
                    <a:pt x="514590" y="1119054"/>
                  </a:lnTo>
                  <a:lnTo>
                    <a:pt x="514585" y="1119054"/>
                  </a:lnTo>
                  <a:lnTo>
                    <a:pt x="514577" y="1119054"/>
                  </a:lnTo>
                  <a:lnTo>
                    <a:pt x="514563" y="1119053"/>
                  </a:lnTo>
                  <a:lnTo>
                    <a:pt x="514530" y="1119052"/>
                  </a:lnTo>
                  <a:lnTo>
                    <a:pt x="514497" y="1119051"/>
                  </a:lnTo>
                  <a:lnTo>
                    <a:pt x="514464" y="1119051"/>
                  </a:lnTo>
                  <a:lnTo>
                    <a:pt x="514432" y="1119050"/>
                  </a:lnTo>
                  <a:lnTo>
                    <a:pt x="514393" y="1119049"/>
                  </a:lnTo>
                  <a:lnTo>
                    <a:pt x="514367" y="1119047"/>
                  </a:lnTo>
                  <a:lnTo>
                    <a:pt x="514334" y="1119046"/>
                  </a:lnTo>
                  <a:lnTo>
                    <a:pt x="514302" y="1119046"/>
                  </a:lnTo>
                  <a:lnTo>
                    <a:pt x="514280" y="1119045"/>
                  </a:lnTo>
                  <a:lnTo>
                    <a:pt x="514272" y="1119044"/>
                  </a:lnTo>
                  <a:lnTo>
                    <a:pt x="514267" y="1119040"/>
                  </a:lnTo>
                  <a:lnTo>
                    <a:pt x="514261" y="1119034"/>
                  </a:lnTo>
                  <a:lnTo>
                    <a:pt x="514248" y="1119018"/>
                  </a:lnTo>
                  <a:lnTo>
                    <a:pt x="514236" y="1119005"/>
                  </a:lnTo>
                  <a:lnTo>
                    <a:pt x="514225" y="1118992"/>
                  </a:lnTo>
                  <a:lnTo>
                    <a:pt x="514221" y="1118987"/>
                  </a:lnTo>
                  <a:lnTo>
                    <a:pt x="514212" y="1118978"/>
                  </a:lnTo>
                  <a:lnTo>
                    <a:pt x="514209" y="1118975"/>
                  </a:lnTo>
                  <a:lnTo>
                    <a:pt x="514205" y="1118971"/>
                  </a:lnTo>
                  <a:lnTo>
                    <a:pt x="514198" y="1118963"/>
                  </a:lnTo>
                  <a:lnTo>
                    <a:pt x="514193" y="1118957"/>
                  </a:lnTo>
                  <a:lnTo>
                    <a:pt x="514187" y="1118951"/>
                  </a:lnTo>
                  <a:lnTo>
                    <a:pt x="514180" y="1118945"/>
                  </a:lnTo>
                  <a:lnTo>
                    <a:pt x="514175" y="1118941"/>
                  </a:lnTo>
                  <a:lnTo>
                    <a:pt x="514170" y="1118938"/>
                  </a:lnTo>
                  <a:lnTo>
                    <a:pt x="514163" y="1118934"/>
                  </a:lnTo>
                  <a:lnTo>
                    <a:pt x="514158" y="1118932"/>
                  </a:lnTo>
                  <a:lnTo>
                    <a:pt x="514153" y="1118930"/>
                  </a:lnTo>
                  <a:lnTo>
                    <a:pt x="514148" y="1118929"/>
                  </a:lnTo>
                  <a:lnTo>
                    <a:pt x="514143" y="1118928"/>
                  </a:lnTo>
                  <a:lnTo>
                    <a:pt x="514137" y="1118928"/>
                  </a:lnTo>
                  <a:lnTo>
                    <a:pt x="514126" y="1118928"/>
                  </a:lnTo>
                  <a:lnTo>
                    <a:pt x="514119" y="1118930"/>
                  </a:lnTo>
                  <a:lnTo>
                    <a:pt x="514111" y="1118929"/>
                  </a:lnTo>
                  <a:lnTo>
                    <a:pt x="514094" y="1118926"/>
                  </a:lnTo>
                  <a:lnTo>
                    <a:pt x="514079" y="1118925"/>
                  </a:lnTo>
                  <a:lnTo>
                    <a:pt x="514064" y="1118922"/>
                  </a:lnTo>
                  <a:lnTo>
                    <a:pt x="514047" y="1118917"/>
                  </a:lnTo>
                  <a:lnTo>
                    <a:pt x="514038" y="1118912"/>
                  </a:lnTo>
                  <a:lnTo>
                    <a:pt x="514029" y="1118907"/>
                  </a:lnTo>
                  <a:lnTo>
                    <a:pt x="514006" y="1118895"/>
                  </a:lnTo>
                  <a:lnTo>
                    <a:pt x="513990" y="1118886"/>
                  </a:lnTo>
                  <a:lnTo>
                    <a:pt x="513974" y="1118877"/>
                  </a:lnTo>
                  <a:lnTo>
                    <a:pt x="513968" y="1118873"/>
                  </a:lnTo>
                  <a:lnTo>
                    <a:pt x="513956" y="1118866"/>
                  </a:lnTo>
                  <a:lnTo>
                    <a:pt x="513941" y="1118857"/>
                  </a:lnTo>
                  <a:lnTo>
                    <a:pt x="513933" y="1118854"/>
                  </a:lnTo>
                  <a:lnTo>
                    <a:pt x="513922" y="1118851"/>
                  </a:lnTo>
                  <a:lnTo>
                    <a:pt x="513910" y="1118847"/>
                  </a:lnTo>
                  <a:lnTo>
                    <a:pt x="513902" y="1118845"/>
                  </a:lnTo>
                  <a:lnTo>
                    <a:pt x="513893" y="1118843"/>
                  </a:lnTo>
                  <a:lnTo>
                    <a:pt x="513883" y="1118842"/>
                  </a:lnTo>
                  <a:lnTo>
                    <a:pt x="513877" y="1118841"/>
                  </a:lnTo>
                  <a:lnTo>
                    <a:pt x="513863" y="1118841"/>
                  </a:lnTo>
                  <a:lnTo>
                    <a:pt x="513854" y="1118840"/>
                  </a:lnTo>
                  <a:lnTo>
                    <a:pt x="513844" y="1118841"/>
                  </a:lnTo>
                  <a:lnTo>
                    <a:pt x="513839" y="1118841"/>
                  </a:lnTo>
                  <a:lnTo>
                    <a:pt x="513832" y="1118842"/>
                  </a:lnTo>
                  <a:lnTo>
                    <a:pt x="513812" y="1118847"/>
                  </a:lnTo>
                  <a:lnTo>
                    <a:pt x="513805" y="1118849"/>
                  </a:lnTo>
                  <a:lnTo>
                    <a:pt x="513790" y="1118853"/>
                  </a:lnTo>
                  <a:lnTo>
                    <a:pt x="513779" y="1118856"/>
                  </a:lnTo>
                  <a:lnTo>
                    <a:pt x="513769" y="1118858"/>
                  </a:lnTo>
                  <a:lnTo>
                    <a:pt x="513760" y="1118859"/>
                  </a:lnTo>
                  <a:lnTo>
                    <a:pt x="513749" y="1118860"/>
                  </a:lnTo>
                  <a:lnTo>
                    <a:pt x="513743" y="1118862"/>
                  </a:lnTo>
                  <a:lnTo>
                    <a:pt x="513735" y="1118865"/>
                  </a:lnTo>
                  <a:lnTo>
                    <a:pt x="513730" y="1118867"/>
                  </a:lnTo>
                  <a:lnTo>
                    <a:pt x="513721" y="1118871"/>
                  </a:lnTo>
                  <a:lnTo>
                    <a:pt x="513706" y="1118880"/>
                  </a:lnTo>
                  <a:lnTo>
                    <a:pt x="513699" y="1118883"/>
                  </a:lnTo>
                  <a:lnTo>
                    <a:pt x="513692" y="1118885"/>
                  </a:lnTo>
                  <a:lnTo>
                    <a:pt x="513681" y="1118886"/>
                  </a:lnTo>
                  <a:lnTo>
                    <a:pt x="513665" y="1118889"/>
                  </a:lnTo>
                  <a:lnTo>
                    <a:pt x="513648" y="1118891"/>
                  </a:lnTo>
                  <a:lnTo>
                    <a:pt x="513629" y="1118893"/>
                  </a:lnTo>
                  <a:lnTo>
                    <a:pt x="513613" y="1118892"/>
                  </a:lnTo>
                  <a:lnTo>
                    <a:pt x="513607" y="1118891"/>
                  </a:lnTo>
                  <a:lnTo>
                    <a:pt x="513601" y="1118888"/>
                  </a:lnTo>
                  <a:lnTo>
                    <a:pt x="513594" y="1118885"/>
                  </a:lnTo>
                  <a:lnTo>
                    <a:pt x="513583" y="1118879"/>
                  </a:lnTo>
                  <a:lnTo>
                    <a:pt x="513579" y="1118877"/>
                  </a:lnTo>
                  <a:lnTo>
                    <a:pt x="513571" y="1118873"/>
                  </a:lnTo>
                  <a:lnTo>
                    <a:pt x="513564" y="1118869"/>
                  </a:lnTo>
                  <a:lnTo>
                    <a:pt x="513557" y="1118865"/>
                  </a:lnTo>
                  <a:lnTo>
                    <a:pt x="513552" y="1118862"/>
                  </a:lnTo>
                  <a:lnTo>
                    <a:pt x="513540" y="1118853"/>
                  </a:lnTo>
                  <a:lnTo>
                    <a:pt x="513528" y="1118845"/>
                  </a:lnTo>
                  <a:lnTo>
                    <a:pt x="513518" y="1118838"/>
                  </a:lnTo>
                  <a:lnTo>
                    <a:pt x="513499" y="1118825"/>
                  </a:lnTo>
                  <a:lnTo>
                    <a:pt x="513488" y="1118817"/>
                  </a:lnTo>
                  <a:lnTo>
                    <a:pt x="513484" y="1118815"/>
                  </a:lnTo>
                  <a:lnTo>
                    <a:pt x="513476" y="1118808"/>
                  </a:lnTo>
                  <a:lnTo>
                    <a:pt x="513457" y="1118792"/>
                  </a:lnTo>
                  <a:lnTo>
                    <a:pt x="513445" y="1118781"/>
                  </a:lnTo>
                  <a:lnTo>
                    <a:pt x="513429" y="1118766"/>
                  </a:lnTo>
                  <a:lnTo>
                    <a:pt x="513418" y="1118755"/>
                  </a:lnTo>
                  <a:lnTo>
                    <a:pt x="513409" y="1118747"/>
                  </a:lnTo>
                  <a:lnTo>
                    <a:pt x="513402" y="1118740"/>
                  </a:lnTo>
                  <a:lnTo>
                    <a:pt x="513394" y="1118734"/>
                  </a:lnTo>
                  <a:lnTo>
                    <a:pt x="513384" y="1118726"/>
                  </a:lnTo>
                  <a:lnTo>
                    <a:pt x="513379" y="1118721"/>
                  </a:lnTo>
                  <a:lnTo>
                    <a:pt x="513368" y="1118714"/>
                  </a:lnTo>
                  <a:lnTo>
                    <a:pt x="513365" y="1118712"/>
                  </a:lnTo>
                  <a:lnTo>
                    <a:pt x="513359" y="1118709"/>
                  </a:lnTo>
                  <a:lnTo>
                    <a:pt x="513355" y="1118708"/>
                  </a:lnTo>
                  <a:lnTo>
                    <a:pt x="513349" y="1118708"/>
                  </a:lnTo>
                  <a:lnTo>
                    <a:pt x="513338" y="1118707"/>
                  </a:lnTo>
                  <a:lnTo>
                    <a:pt x="513330" y="1118707"/>
                  </a:lnTo>
                  <a:lnTo>
                    <a:pt x="513320" y="1118707"/>
                  </a:lnTo>
                  <a:lnTo>
                    <a:pt x="513304" y="1118708"/>
                  </a:lnTo>
                  <a:lnTo>
                    <a:pt x="513292" y="1118709"/>
                  </a:lnTo>
                  <a:lnTo>
                    <a:pt x="513277" y="1118710"/>
                  </a:lnTo>
                  <a:lnTo>
                    <a:pt x="513272" y="1118711"/>
                  </a:lnTo>
                  <a:lnTo>
                    <a:pt x="513264" y="1118713"/>
                  </a:lnTo>
                  <a:lnTo>
                    <a:pt x="513255" y="1118715"/>
                  </a:lnTo>
                  <a:lnTo>
                    <a:pt x="513246" y="1118717"/>
                  </a:lnTo>
                  <a:lnTo>
                    <a:pt x="513239" y="1118719"/>
                  </a:lnTo>
                  <a:lnTo>
                    <a:pt x="513226" y="1118723"/>
                  </a:lnTo>
                  <a:lnTo>
                    <a:pt x="513197" y="1118732"/>
                  </a:lnTo>
                  <a:lnTo>
                    <a:pt x="513183" y="1118737"/>
                  </a:lnTo>
                  <a:lnTo>
                    <a:pt x="513173" y="1118740"/>
                  </a:lnTo>
                  <a:lnTo>
                    <a:pt x="513161" y="1118744"/>
                  </a:lnTo>
                  <a:lnTo>
                    <a:pt x="513148" y="1118748"/>
                  </a:lnTo>
                  <a:lnTo>
                    <a:pt x="513136" y="1118752"/>
                  </a:lnTo>
                  <a:lnTo>
                    <a:pt x="513119" y="1118758"/>
                  </a:lnTo>
                  <a:lnTo>
                    <a:pt x="513103" y="1118763"/>
                  </a:lnTo>
                  <a:lnTo>
                    <a:pt x="513096" y="1118765"/>
                  </a:lnTo>
                  <a:lnTo>
                    <a:pt x="513076" y="1118773"/>
                  </a:lnTo>
                  <a:lnTo>
                    <a:pt x="513069" y="1118776"/>
                  </a:lnTo>
                  <a:lnTo>
                    <a:pt x="513058" y="1118781"/>
                  </a:lnTo>
                  <a:lnTo>
                    <a:pt x="513044" y="1118786"/>
                  </a:lnTo>
                  <a:lnTo>
                    <a:pt x="513027" y="1118792"/>
                  </a:lnTo>
                  <a:lnTo>
                    <a:pt x="513023" y="1118793"/>
                  </a:lnTo>
                  <a:lnTo>
                    <a:pt x="513011" y="1118797"/>
                  </a:lnTo>
                  <a:lnTo>
                    <a:pt x="513003" y="1118799"/>
                  </a:lnTo>
                  <a:lnTo>
                    <a:pt x="512993" y="1118801"/>
                  </a:lnTo>
                  <a:lnTo>
                    <a:pt x="512987" y="1118802"/>
                  </a:lnTo>
                  <a:lnTo>
                    <a:pt x="512979" y="1118805"/>
                  </a:lnTo>
                  <a:lnTo>
                    <a:pt x="512971" y="1118808"/>
                  </a:lnTo>
                  <a:lnTo>
                    <a:pt x="512961" y="1118811"/>
                  </a:lnTo>
                  <a:lnTo>
                    <a:pt x="512954" y="1118814"/>
                  </a:lnTo>
                  <a:lnTo>
                    <a:pt x="512949" y="1118815"/>
                  </a:lnTo>
                  <a:lnTo>
                    <a:pt x="512943" y="1118818"/>
                  </a:lnTo>
                  <a:lnTo>
                    <a:pt x="512938" y="1118820"/>
                  </a:lnTo>
                  <a:lnTo>
                    <a:pt x="512929" y="1118825"/>
                  </a:lnTo>
                  <a:lnTo>
                    <a:pt x="512922" y="1118828"/>
                  </a:lnTo>
                  <a:lnTo>
                    <a:pt x="512914" y="1118833"/>
                  </a:lnTo>
                  <a:lnTo>
                    <a:pt x="512908" y="1118838"/>
                  </a:lnTo>
                  <a:lnTo>
                    <a:pt x="512900" y="1118844"/>
                  </a:lnTo>
                  <a:lnTo>
                    <a:pt x="512890" y="1118851"/>
                  </a:lnTo>
                  <a:lnTo>
                    <a:pt x="512882" y="1118858"/>
                  </a:lnTo>
                  <a:lnTo>
                    <a:pt x="512875" y="1118863"/>
                  </a:lnTo>
                  <a:lnTo>
                    <a:pt x="512869" y="1118866"/>
                  </a:lnTo>
                  <a:lnTo>
                    <a:pt x="512865" y="1118868"/>
                  </a:lnTo>
                  <a:lnTo>
                    <a:pt x="512859" y="1118870"/>
                  </a:lnTo>
                  <a:lnTo>
                    <a:pt x="512851" y="1118873"/>
                  </a:lnTo>
                  <a:lnTo>
                    <a:pt x="512830" y="1118879"/>
                  </a:lnTo>
                  <a:lnTo>
                    <a:pt x="512825" y="1118881"/>
                  </a:lnTo>
                  <a:lnTo>
                    <a:pt x="512812" y="1118885"/>
                  </a:lnTo>
                  <a:lnTo>
                    <a:pt x="512808" y="1118887"/>
                  </a:lnTo>
                  <a:lnTo>
                    <a:pt x="512793" y="1118893"/>
                  </a:lnTo>
                  <a:lnTo>
                    <a:pt x="512789" y="1118888"/>
                  </a:lnTo>
                  <a:lnTo>
                    <a:pt x="512783" y="1118880"/>
                  </a:lnTo>
                  <a:lnTo>
                    <a:pt x="512776" y="1118871"/>
                  </a:lnTo>
                  <a:lnTo>
                    <a:pt x="512763" y="1118855"/>
                  </a:lnTo>
                  <a:lnTo>
                    <a:pt x="512756" y="1118847"/>
                  </a:lnTo>
                  <a:lnTo>
                    <a:pt x="512749" y="1118840"/>
                  </a:lnTo>
                  <a:lnTo>
                    <a:pt x="512740" y="1118830"/>
                  </a:lnTo>
                  <a:lnTo>
                    <a:pt x="512732" y="1118820"/>
                  </a:lnTo>
                  <a:lnTo>
                    <a:pt x="512720" y="1118805"/>
                  </a:lnTo>
                  <a:lnTo>
                    <a:pt x="512715" y="1118798"/>
                  </a:lnTo>
                  <a:lnTo>
                    <a:pt x="512702" y="1118780"/>
                  </a:lnTo>
                  <a:lnTo>
                    <a:pt x="512695" y="1118769"/>
                  </a:lnTo>
                  <a:lnTo>
                    <a:pt x="512686" y="1118754"/>
                  </a:lnTo>
                  <a:lnTo>
                    <a:pt x="512682" y="1118747"/>
                  </a:lnTo>
                  <a:lnTo>
                    <a:pt x="512672" y="1118729"/>
                  </a:lnTo>
                  <a:lnTo>
                    <a:pt x="512666" y="1118717"/>
                  </a:lnTo>
                  <a:lnTo>
                    <a:pt x="512658" y="1118703"/>
                  </a:lnTo>
                  <a:lnTo>
                    <a:pt x="512650" y="1118690"/>
                  </a:lnTo>
                  <a:lnTo>
                    <a:pt x="512643" y="1118678"/>
                  </a:lnTo>
                  <a:lnTo>
                    <a:pt x="512638" y="1118673"/>
                  </a:lnTo>
                  <a:lnTo>
                    <a:pt x="512632" y="1118668"/>
                  </a:lnTo>
                  <a:lnTo>
                    <a:pt x="512627" y="1118667"/>
                  </a:lnTo>
                  <a:lnTo>
                    <a:pt x="512619" y="1118665"/>
                  </a:lnTo>
                  <a:lnTo>
                    <a:pt x="512611" y="1118663"/>
                  </a:lnTo>
                  <a:lnTo>
                    <a:pt x="512606" y="1118663"/>
                  </a:lnTo>
                  <a:lnTo>
                    <a:pt x="512602" y="1118661"/>
                  </a:lnTo>
                  <a:lnTo>
                    <a:pt x="512597" y="1118660"/>
                  </a:lnTo>
                  <a:lnTo>
                    <a:pt x="512592" y="1118657"/>
                  </a:lnTo>
                  <a:lnTo>
                    <a:pt x="512587" y="1118655"/>
                  </a:lnTo>
                  <a:lnTo>
                    <a:pt x="512583" y="1118653"/>
                  </a:lnTo>
                  <a:lnTo>
                    <a:pt x="512578" y="1118651"/>
                  </a:lnTo>
                  <a:lnTo>
                    <a:pt x="512571" y="1118646"/>
                  </a:lnTo>
                  <a:lnTo>
                    <a:pt x="512565" y="1118641"/>
                  </a:lnTo>
                  <a:lnTo>
                    <a:pt x="512560" y="1118638"/>
                  </a:lnTo>
                  <a:lnTo>
                    <a:pt x="512552" y="1118632"/>
                  </a:lnTo>
                  <a:lnTo>
                    <a:pt x="512546" y="1118627"/>
                  </a:lnTo>
                  <a:lnTo>
                    <a:pt x="512537" y="1118620"/>
                  </a:lnTo>
                  <a:lnTo>
                    <a:pt x="512529" y="1118614"/>
                  </a:lnTo>
                  <a:lnTo>
                    <a:pt x="512523" y="1118611"/>
                  </a:lnTo>
                  <a:lnTo>
                    <a:pt x="512515" y="1118607"/>
                  </a:lnTo>
                  <a:lnTo>
                    <a:pt x="512511" y="1118604"/>
                  </a:lnTo>
                  <a:lnTo>
                    <a:pt x="512507" y="1118602"/>
                  </a:lnTo>
                  <a:lnTo>
                    <a:pt x="512484" y="1118590"/>
                  </a:lnTo>
                  <a:lnTo>
                    <a:pt x="512459" y="1118578"/>
                  </a:lnTo>
                  <a:lnTo>
                    <a:pt x="512446" y="1118571"/>
                  </a:lnTo>
                  <a:lnTo>
                    <a:pt x="512434" y="1118566"/>
                  </a:lnTo>
                  <a:lnTo>
                    <a:pt x="512417" y="1118557"/>
                  </a:lnTo>
                  <a:lnTo>
                    <a:pt x="512413" y="1118556"/>
                  </a:lnTo>
                  <a:lnTo>
                    <a:pt x="512407" y="1118552"/>
                  </a:lnTo>
                  <a:lnTo>
                    <a:pt x="512399" y="1118547"/>
                  </a:lnTo>
                  <a:lnTo>
                    <a:pt x="512391" y="1118542"/>
                  </a:lnTo>
                  <a:lnTo>
                    <a:pt x="512384" y="1118536"/>
                  </a:lnTo>
                  <a:lnTo>
                    <a:pt x="512378" y="1118531"/>
                  </a:lnTo>
                  <a:lnTo>
                    <a:pt x="512374" y="1118526"/>
                  </a:lnTo>
                  <a:lnTo>
                    <a:pt x="512374" y="1118519"/>
                  </a:lnTo>
                  <a:lnTo>
                    <a:pt x="512376" y="1118512"/>
                  </a:lnTo>
                  <a:lnTo>
                    <a:pt x="512378" y="1118505"/>
                  </a:lnTo>
                  <a:lnTo>
                    <a:pt x="512382" y="1118494"/>
                  </a:lnTo>
                  <a:lnTo>
                    <a:pt x="512386" y="1118485"/>
                  </a:lnTo>
                  <a:lnTo>
                    <a:pt x="512396" y="1118460"/>
                  </a:lnTo>
                  <a:lnTo>
                    <a:pt x="512400" y="1118453"/>
                  </a:lnTo>
                  <a:lnTo>
                    <a:pt x="512404" y="1118443"/>
                  </a:lnTo>
                  <a:lnTo>
                    <a:pt x="512408" y="1118427"/>
                  </a:lnTo>
                  <a:lnTo>
                    <a:pt x="512409" y="1118420"/>
                  </a:lnTo>
                  <a:lnTo>
                    <a:pt x="512410" y="1118411"/>
                  </a:lnTo>
                  <a:lnTo>
                    <a:pt x="512412" y="1118393"/>
                  </a:lnTo>
                  <a:lnTo>
                    <a:pt x="512411" y="1118379"/>
                  </a:lnTo>
                  <a:lnTo>
                    <a:pt x="512410" y="1118370"/>
                  </a:lnTo>
                  <a:lnTo>
                    <a:pt x="512409" y="1118361"/>
                  </a:lnTo>
                  <a:lnTo>
                    <a:pt x="512407" y="1118348"/>
                  </a:lnTo>
                  <a:lnTo>
                    <a:pt x="512405" y="1118338"/>
                  </a:lnTo>
                  <a:lnTo>
                    <a:pt x="512402" y="1118333"/>
                  </a:lnTo>
                  <a:lnTo>
                    <a:pt x="512398" y="1118327"/>
                  </a:lnTo>
                  <a:lnTo>
                    <a:pt x="512395" y="1118323"/>
                  </a:lnTo>
                  <a:lnTo>
                    <a:pt x="512391" y="1118319"/>
                  </a:lnTo>
                  <a:lnTo>
                    <a:pt x="512385" y="1118315"/>
                  </a:lnTo>
                  <a:lnTo>
                    <a:pt x="512376" y="1118310"/>
                  </a:lnTo>
                  <a:lnTo>
                    <a:pt x="512368" y="1118306"/>
                  </a:lnTo>
                  <a:lnTo>
                    <a:pt x="512356" y="1118300"/>
                  </a:lnTo>
                  <a:lnTo>
                    <a:pt x="512348" y="1118298"/>
                  </a:lnTo>
                  <a:lnTo>
                    <a:pt x="512341" y="1118294"/>
                  </a:lnTo>
                  <a:lnTo>
                    <a:pt x="512334" y="1118290"/>
                  </a:lnTo>
                  <a:lnTo>
                    <a:pt x="512330" y="1118288"/>
                  </a:lnTo>
                  <a:lnTo>
                    <a:pt x="512327" y="1118285"/>
                  </a:lnTo>
                  <a:lnTo>
                    <a:pt x="512323" y="1118282"/>
                  </a:lnTo>
                  <a:lnTo>
                    <a:pt x="512320" y="1118278"/>
                  </a:lnTo>
                  <a:lnTo>
                    <a:pt x="512313" y="1118269"/>
                  </a:lnTo>
                  <a:lnTo>
                    <a:pt x="512305" y="1118257"/>
                  </a:lnTo>
                  <a:lnTo>
                    <a:pt x="512291" y="1118236"/>
                  </a:lnTo>
                  <a:lnTo>
                    <a:pt x="512279" y="1118218"/>
                  </a:lnTo>
                  <a:lnTo>
                    <a:pt x="512270" y="1118202"/>
                  </a:lnTo>
                  <a:lnTo>
                    <a:pt x="512266" y="1118198"/>
                  </a:lnTo>
                  <a:lnTo>
                    <a:pt x="512263" y="1118192"/>
                  </a:lnTo>
                  <a:lnTo>
                    <a:pt x="512260" y="1118188"/>
                  </a:lnTo>
                  <a:lnTo>
                    <a:pt x="512259" y="1118184"/>
                  </a:lnTo>
                  <a:lnTo>
                    <a:pt x="512257" y="1118179"/>
                  </a:lnTo>
                  <a:lnTo>
                    <a:pt x="512256" y="1118168"/>
                  </a:lnTo>
                  <a:lnTo>
                    <a:pt x="512252" y="1118155"/>
                  </a:lnTo>
                  <a:lnTo>
                    <a:pt x="512251" y="1118148"/>
                  </a:lnTo>
                  <a:lnTo>
                    <a:pt x="512248" y="1118141"/>
                  </a:lnTo>
                  <a:lnTo>
                    <a:pt x="512243" y="1118134"/>
                  </a:lnTo>
                  <a:lnTo>
                    <a:pt x="512236" y="1118129"/>
                  </a:lnTo>
                  <a:lnTo>
                    <a:pt x="512229" y="1118124"/>
                  </a:lnTo>
                  <a:lnTo>
                    <a:pt x="512224" y="1118121"/>
                  </a:lnTo>
                  <a:lnTo>
                    <a:pt x="512216" y="1118112"/>
                  </a:lnTo>
                  <a:lnTo>
                    <a:pt x="512204" y="1118100"/>
                  </a:lnTo>
                  <a:lnTo>
                    <a:pt x="512198" y="1118092"/>
                  </a:lnTo>
                  <a:lnTo>
                    <a:pt x="512191" y="1118084"/>
                  </a:lnTo>
                  <a:lnTo>
                    <a:pt x="512185" y="1118078"/>
                  </a:lnTo>
                  <a:lnTo>
                    <a:pt x="512181" y="1118073"/>
                  </a:lnTo>
                  <a:lnTo>
                    <a:pt x="512173" y="1118067"/>
                  </a:lnTo>
                  <a:lnTo>
                    <a:pt x="512168" y="1118063"/>
                  </a:lnTo>
                  <a:lnTo>
                    <a:pt x="512163" y="1118060"/>
                  </a:lnTo>
                  <a:lnTo>
                    <a:pt x="512158" y="1118059"/>
                  </a:lnTo>
                  <a:lnTo>
                    <a:pt x="512152" y="1118059"/>
                  </a:lnTo>
                  <a:lnTo>
                    <a:pt x="512144" y="1118059"/>
                  </a:lnTo>
                  <a:lnTo>
                    <a:pt x="512139" y="1118061"/>
                  </a:lnTo>
                  <a:lnTo>
                    <a:pt x="512129" y="1118065"/>
                  </a:lnTo>
                  <a:lnTo>
                    <a:pt x="512116" y="1118071"/>
                  </a:lnTo>
                  <a:lnTo>
                    <a:pt x="512097" y="1118080"/>
                  </a:lnTo>
                  <a:lnTo>
                    <a:pt x="512082" y="1118087"/>
                  </a:lnTo>
                  <a:lnTo>
                    <a:pt x="512078" y="1118089"/>
                  </a:lnTo>
                  <a:lnTo>
                    <a:pt x="512070" y="1118091"/>
                  </a:lnTo>
                  <a:lnTo>
                    <a:pt x="512063" y="1118088"/>
                  </a:lnTo>
                  <a:lnTo>
                    <a:pt x="512058" y="1118086"/>
                  </a:lnTo>
                  <a:lnTo>
                    <a:pt x="512054" y="1118084"/>
                  </a:lnTo>
                  <a:lnTo>
                    <a:pt x="512049" y="1118082"/>
                  </a:lnTo>
                  <a:lnTo>
                    <a:pt x="512044" y="1118082"/>
                  </a:lnTo>
                  <a:lnTo>
                    <a:pt x="512025" y="1118083"/>
                  </a:lnTo>
                  <a:lnTo>
                    <a:pt x="512001" y="1118085"/>
                  </a:lnTo>
                  <a:lnTo>
                    <a:pt x="511990" y="1118085"/>
                  </a:lnTo>
                  <a:lnTo>
                    <a:pt x="511981" y="1118085"/>
                  </a:lnTo>
                  <a:lnTo>
                    <a:pt x="511976" y="1118084"/>
                  </a:lnTo>
                  <a:lnTo>
                    <a:pt x="511971" y="1118084"/>
                  </a:lnTo>
                  <a:lnTo>
                    <a:pt x="511964" y="1118083"/>
                  </a:lnTo>
                  <a:lnTo>
                    <a:pt x="511958" y="1118082"/>
                  </a:lnTo>
                  <a:lnTo>
                    <a:pt x="511949" y="1118083"/>
                  </a:lnTo>
                  <a:lnTo>
                    <a:pt x="511944" y="1118083"/>
                  </a:lnTo>
                  <a:lnTo>
                    <a:pt x="511937" y="1118085"/>
                  </a:lnTo>
                  <a:lnTo>
                    <a:pt x="511933" y="1118086"/>
                  </a:lnTo>
                  <a:lnTo>
                    <a:pt x="511915" y="1118091"/>
                  </a:lnTo>
                  <a:lnTo>
                    <a:pt x="511904" y="1118094"/>
                  </a:lnTo>
                  <a:lnTo>
                    <a:pt x="511896" y="1118097"/>
                  </a:lnTo>
                  <a:lnTo>
                    <a:pt x="511873" y="1118102"/>
                  </a:lnTo>
                  <a:lnTo>
                    <a:pt x="511850" y="1118108"/>
                  </a:lnTo>
                  <a:lnTo>
                    <a:pt x="511826" y="1118113"/>
                  </a:lnTo>
                  <a:lnTo>
                    <a:pt x="511820" y="1118114"/>
                  </a:lnTo>
                  <a:lnTo>
                    <a:pt x="511814" y="1118116"/>
                  </a:lnTo>
                  <a:lnTo>
                    <a:pt x="511805" y="1118120"/>
                  </a:lnTo>
                  <a:lnTo>
                    <a:pt x="511783" y="1118128"/>
                  </a:lnTo>
                  <a:lnTo>
                    <a:pt x="511777" y="1118131"/>
                  </a:lnTo>
                  <a:lnTo>
                    <a:pt x="511740" y="1118144"/>
                  </a:lnTo>
                  <a:lnTo>
                    <a:pt x="511717" y="1118153"/>
                  </a:lnTo>
                  <a:lnTo>
                    <a:pt x="511697" y="1118160"/>
                  </a:lnTo>
                  <a:lnTo>
                    <a:pt x="511682" y="1118165"/>
                  </a:lnTo>
                  <a:lnTo>
                    <a:pt x="511670" y="1118170"/>
                  </a:lnTo>
                  <a:lnTo>
                    <a:pt x="511664" y="1118171"/>
                  </a:lnTo>
                  <a:lnTo>
                    <a:pt x="511659" y="1118172"/>
                  </a:lnTo>
                  <a:lnTo>
                    <a:pt x="511654" y="1118172"/>
                  </a:lnTo>
                  <a:lnTo>
                    <a:pt x="511636" y="1118171"/>
                  </a:lnTo>
                  <a:lnTo>
                    <a:pt x="511622" y="1118171"/>
                  </a:lnTo>
                  <a:lnTo>
                    <a:pt x="511609" y="1118172"/>
                  </a:lnTo>
                  <a:lnTo>
                    <a:pt x="511603" y="1118172"/>
                  </a:lnTo>
                  <a:lnTo>
                    <a:pt x="511598" y="1118174"/>
                  </a:lnTo>
                  <a:lnTo>
                    <a:pt x="511593" y="1118177"/>
                  </a:lnTo>
                  <a:lnTo>
                    <a:pt x="511581" y="1118187"/>
                  </a:lnTo>
                  <a:lnTo>
                    <a:pt x="511576" y="1118182"/>
                  </a:lnTo>
                  <a:lnTo>
                    <a:pt x="511571" y="1118176"/>
                  </a:lnTo>
                  <a:lnTo>
                    <a:pt x="511568" y="1118173"/>
                  </a:lnTo>
                  <a:lnTo>
                    <a:pt x="511557" y="1118168"/>
                  </a:lnTo>
                  <a:lnTo>
                    <a:pt x="511552" y="1118166"/>
                  </a:lnTo>
                  <a:lnTo>
                    <a:pt x="511547" y="1118164"/>
                  </a:lnTo>
                  <a:lnTo>
                    <a:pt x="511535" y="1118160"/>
                  </a:lnTo>
                  <a:lnTo>
                    <a:pt x="511526" y="1118156"/>
                  </a:lnTo>
                  <a:lnTo>
                    <a:pt x="511519" y="1118154"/>
                  </a:lnTo>
                  <a:lnTo>
                    <a:pt x="511509" y="1118149"/>
                  </a:lnTo>
                  <a:lnTo>
                    <a:pt x="511502" y="1118146"/>
                  </a:lnTo>
                  <a:lnTo>
                    <a:pt x="511494" y="1118141"/>
                  </a:lnTo>
                  <a:lnTo>
                    <a:pt x="511488" y="1118138"/>
                  </a:lnTo>
                  <a:lnTo>
                    <a:pt x="511476" y="1118132"/>
                  </a:lnTo>
                  <a:lnTo>
                    <a:pt x="511466" y="1118126"/>
                  </a:lnTo>
                  <a:lnTo>
                    <a:pt x="511463" y="1118124"/>
                  </a:lnTo>
                  <a:lnTo>
                    <a:pt x="511455" y="1118120"/>
                  </a:lnTo>
                  <a:lnTo>
                    <a:pt x="511450" y="1118116"/>
                  </a:lnTo>
                  <a:lnTo>
                    <a:pt x="511441" y="1118110"/>
                  </a:lnTo>
                  <a:lnTo>
                    <a:pt x="511433" y="1118104"/>
                  </a:lnTo>
                  <a:lnTo>
                    <a:pt x="511422" y="1118098"/>
                  </a:lnTo>
                  <a:lnTo>
                    <a:pt x="511413" y="1118092"/>
                  </a:lnTo>
                  <a:lnTo>
                    <a:pt x="511408" y="1118089"/>
                  </a:lnTo>
                  <a:lnTo>
                    <a:pt x="511402" y="1118084"/>
                  </a:lnTo>
                  <a:lnTo>
                    <a:pt x="511395" y="1118078"/>
                  </a:lnTo>
                  <a:lnTo>
                    <a:pt x="511388" y="1118071"/>
                  </a:lnTo>
                  <a:lnTo>
                    <a:pt x="511377" y="1118060"/>
                  </a:lnTo>
                  <a:lnTo>
                    <a:pt x="511367" y="1118051"/>
                  </a:lnTo>
                  <a:lnTo>
                    <a:pt x="511353" y="1118039"/>
                  </a:lnTo>
                  <a:lnTo>
                    <a:pt x="511337" y="1118024"/>
                  </a:lnTo>
                  <a:lnTo>
                    <a:pt x="511324" y="1118011"/>
                  </a:lnTo>
                  <a:lnTo>
                    <a:pt x="511316" y="1118005"/>
                  </a:lnTo>
                  <a:lnTo>
                    <a:pt x="511312" y="1118002"/>
                  </a:lnTo>
                  <a:lnTo>
                    <a:pt x="511307" y="1117998"/>
                  </a:lnTo>
                  <a:lnTo>
                    <a:pt x="511301" y="1117992"/>
                  </a:lnTo>
                  <a:lnTo>
                    <a:pt x="511298" y="1117989"/>
                  </a:lnTo>
                  <a:lnTo>
                    <a:pt x="511293" y="1117984"/>
                  </a:lnTo>
                  <a:lnTo>
                    <a:pt x="511284" y="1117975"/>
                  </a:lnTo>
                  <a:lnTo>
                    <a:pt x="511274" y="1117966"/>
                  </a:lnTo>
                  <a:lnTo>
                    <a:pt x="511267" y="1117959"/>
                  </a:lnTo>
                  <a:lnTo>
                    <a:pt x="511261" y="1117949"/>
                  </a:lnTo>
                  <a:lnTo>
                    <a:pt x="511257" y="1117942"/>
                  </a:lnTo>
                  <a:lnTo>
                    <a:pt x="511253" y="1117931"/>
                  </a:lnTo>
                  <a:lnTo>
                    <a:pt x="511250" y="1117919"/>
                  </a:lnTo>
                  <a:lnTo>
                    <a:pt x="511248" y="1117910"/>
                  </a:lnTo>
                  <a:lnTo>
                    <a:pt x="511246" y="1117901"/>
                  </a:lnTo>
                  <a:lnTo>
                    <a:pt x="511242" y="1117892"/>
                  </a:lnTo>
                  <a:lnTo>
                    <a:pt x="511237" y="1117875"/>
                  </a:lnTo>
                  <a:lnTo>
                    <a:pt x="511235" y="1117861"/>
                  </a:lnTo>
                  <a:lnTo>
                    <a:pt x="511233" y="1117848"/>
                  </a:lnTo>
                  <a:lnTo>
                    <a:pt x="511230" y="1117830"/>
                  </a:lnTo>
                  <a:lnTo>
                    <a:pt x="511227" y="1117812"/>
                  </a:lnTo>
                  <a:lnTo>
                    <a:pt x="511224" y="1117802"/>
                  </a:lnTo>
                  <a:lnTo>
                    <a:pt x="511216" y="1117788"/>
                  </a:lnTo>
                  <a:lnTo>
                    <a:pt x="511209" y="1117773"/>
                  </a:lnTo>
                  <a:lnTo>
                    <a:pt x="511205" y="1117759"/>
                  </a:lnTo>
                  <a:lnTo>
                    <a:pt x="511201" y="1117742"/>
                  </a:lnTo>
                  <a:lnTo>
                    <a:pt x="511198" y="1117721"/>
                  </a:lnTo>
                  <a:lnTo>
                    <a:pt x="511199" y="1117703"/>
                  </a:lnTo>
                  <a:lnTo>
                    <a:pt x="511198" y="1117669"/>
                  </a:lnTo>
                  <a:lnTo>
                    <a:pt x="511199" y="1117636"/>
                  </a:lnTo>
                  <a:lnTo>
                    <a:pt x="511199" y="1117619"/>
                  </a:lnTo>
                  <a:lnTo>
                    <a:pt x="511203" y="1117595"/>
                  </a:lnTo>
                  <a:lnTo>
                    <a:pt x="511206" y="1117572"/>
                  </a:lnTo>
                  <a:lnTo>
                    <a:pt x="511210" y="1117550"/>
                  </a:lnTo>
                  <a:lnTo>
                    <a:pt x="511213" y="1117534"/>
                  </a:lnTo>
                  <a:lnTo>
                    <a:pt x="511216" y="1117516"/>
                  </a:lnTo>
                  <a:lnTo>
                    <a:pt x="511221" y="1117502"/>
                  </a:lnTo>
                  <a:lnTo>
                    <a:pt x="511226" y="1117492"/>
                  </a:lnTo>
                  <a:lnTo>
                    <a:pt x="511231" y="1117487"/>
                  </a:lnTo>
                  <a:lnTo>
                    <a:pt x="511238" y="1117481"/>
                  </a:lnTo>
                  <a:lnTo>
                    <a:pt x="511246" y="1117477"/>
                  </a:lnTo>
                  <a:lnTo>
                    <a:pt x="511250" y="1117472"/>
                  </a:lnTo>
                  <a:lnTo>
                    <a:pt x="511260" y="1117455"/>
                  </a:lnTo>
                  <a:lnTo>
                    <a:pt x="511267" y="1117442"/>
                  </a:lnTo>
                  <a:lnTo>
                    <a:pt x="511278" y="1117420"/>
                  </a:lnTo>
                  <a:lnTo>
                    <a:pt x="511284" y="1117409"/>
                  </a:lnTo>
                  <a:lnTo>
                    <a:pt x="511293" y="1117389"/>
                  </a:lnTo>
                  <a:lnTo>
                    <a:pt x="511296" y="1117382"/>
                  </a:lnTo>
                  <a:lnTo>
                    <a:pt x="511299" y="1117374"/>
                  </a:lnTo>
                  <a:lnTo>
                    <a:pt x="511306" y="1117355"/>
                  </a:lnTo>
                  <a:lnTo>
                    <a:pt x="511312" y="1117338"/>
                  </a:lnTo>
                  <a:lnTo>
                    <a:pt x="511317" y="1117322"/>
                  </a:lnTo>
                  <a:lnTo>
                    <a:pt x="511323" y="1117304"/>
                  </a:lnTo>
                  <a:lnTo>
                    <a:pt x="511328" y="1117288"/>
                  </a:lnTo>
                  <a:lnTo>
                    <a:pt x="511329" y="1117282"/>
                  </a:lnTo>
                  <a:lnTo>
                    <a:pt x="511331" y="1117272"/>
                  </a:lnTo>
                  <a:lnTo>
                    <a:pt x="511335" y="1117255"/>
                  </a:lnTo>
                  <a:lnTo>
                    <a:pt x="511336" y="1117250"/>
                  </a:lnTo>
                  <a:lnTo>
                    <a:pt x="511336" y="1117243"/>
                  </a:lnTo>
                  <a:lnTo>
                    <a:pt x="511338" y="1117220"/>
                  </a:lnTo>
                  <a:lnTo>
                    <a:pt x="511340" y="1117186"/>
                  </a:lnTo>
                  <a:lnTo>
                    <a:pt x="511342" y="1117152"/>
                  </a:lnTo>
                  <a:lnTo>
                    <a:pt x="511344" y="1117119"/>
                  </a:lnTo>
                  <a:lnTo>
                    <a:pt x="511346" y="1117094"/>
                  </a:lnTo>
                  <a:lnTo>
                    <a:pt x="511346" y="1117084"/>
                  </a:lnTo>
                  <a:lnTo>
                    <a:pt x="511348" y="1117068"/>
                  </a:lnTo>
                  <a:lnTo>
                    <a:pt x="511348" y="1117057"/>
                  </a:lnTo>
                  <a:lnTo>
                    <a:pt x="511348" y="1117050"/>
                  </a:lnTo>
                  <a:lnTo>
                    <a:pt x="511349" y="1117039"/>
                  </a:lnTo>
                  <a:lnTo>
                    <a:pt x="511351" y="1117017"/>
                  </a:lnTo>
                  <a:lnTo>
                    <a:pt x="511352" y="1116998"/>
                  </a:lnTo>
                  <a:lnTo>
                    <a:pt x="511352" y="1116981"/>
                  </a:lnTo>
                  <a:lnTo>
                    <a:pt x="511354" y="1116966"/>
                  </a:lnTo>
                  <a:lnTo>
                    <a:pt x="511355" y="1116957"/>
                  </a:lnTo>
                  <a:lnTo>
                    <a:pt x="511357" y="1116950"/>
                  </a:lnTo>
                  <a:lnTo>
                    <a:pt x="511359" y="1116942"/>
                  </a:lnTo>
                  <a:lnTo>
                    <a:pt x="511362" y="1116928"/>
                  </a:lnTo>
                  <a:lnTo>
                    <a:pt x="511366" y="1116915"/>
                  </a:lnTo>
                  <a:lnTo>
                    <a:pt x="511369" y="1116904"/>
                  </a:lnTo>
                  <a:lnTo>
                    <a:pt x="511373" y="1116890"/>
                  </a:lnTo>
                  <a:lnTo>
                    <a:pt x="511377" y="1116881"/>
                  </a:lnTo>
                  <a:lnTo>
                    <a:pt x="511378" y="1116876"/>
                  </a:lnTo>
                  <a:lnTo>
                    <a:pt x="511386" y="1116862"/>
                  </a:lnTo>
                  <a:lnTo>
                    <a:pt x="511393" y="1116847"/>
                  </a:lnTo>
                  <a:lnTo>
                    <a:pt x="511404" y="1116835"/>
                  </a:lnTo>
                  <a:lnTo>
                    <a:pt x="511415" y="1116820"/>
                  </a:lnTo>
                  <a:lnTo>
                    <a:pt x="511424" y="1116806"/>
                  </a:lnTo>
                  <a:lnTo>
                    <a:pt x="511432" y="1116791"/>
                  </a:lnTo>
                  <a:lnTo>
                    <a:pt x="511437" y="1116779"/>
                  </a:lnTo>
                  <a:lnTo>
                    <a:pt x="511442" y="1116766"/>
                  </a:lnTo>
                  <a:lnTo>
                    <a:pt x="511449" y="1116749"/>
                  </a:lnTo>
                  <a:lnTo>
                    <a:pt x="511459" y="1116727"/>
                  </a:lnTo>
                  <a:lnTo>
                    <a:pt x="511469" y="1116707"/>
                  </a:lnTo>
                  <a:lnTo>
                    <a:pt x="511477" y="1116696"/>
                  </a:lnTo>
                  <a:lnTo>
                    <a:pt x="511485" y="1116689"/>
                  </a:lnTo>
                  <a:lnTo>
                    <a:pt x="511490" y="1116685"/>
                  </a:lnTo>
                  <a:lnTo>
                    <a:pt x="511497" y="1116680"/>
                  </a:lnTo>
                  <a:lnTo>
                    <a:pt x="511510" y="1116674"/>
                  </a:lnTo>
                  <a:lnTo>
                    <a:pt x="511522" y="1116667"/>
                  </a:lnTo>
                  <a:lnTo>
                    <a:pt x="511547" y="1116655"/>
                  </a:lnTo>
                  <a:lnTo>
                    <a:pt x="511559" y="1116650"/>
                  </a:lnTo>
                  <a:lnTo>
                    <a:pt x="511569" y="1116646"/>
                  </a:lnTo>
                  <a:lnTo>
                    <a:pt x="511591" y="1116638"/>
                  </a:lnTo>
                  <a:lnTo>
                    <a:pt x="511608" y="1116631"/>
                  </a:lnTo>
                  <a:lnTo>
                    <a:pt x="511620" y="1116626"/>
                  </a:lnTo>
                  <a:lnTo>
                    <a:pt x="511635" y="1116618"/>
                  </a:lnTo>
                  <a:lnTo>
                    <a:pt x="511641" y="1116615"/>
                  </a:lnTo>
                  <a:lnTo>
                    <a:pt x="511653" y="1116609"/>
                  </a:lnTo>
                  <a:lnTo>
                    <a:pt x="511662" y="1116604"/>
                  </a:lnTo>
                  <a:lnTo>
                    <a:pt x="511669" y="1116599"/>
                  </a:lnTo>
                  <a:lnTo>
                    <a:pt x="511681" y="1116592"/>
                  </a:lnTo>
                  <a:lnTo>
                    <a:pt x="511703" y="1116576"/>
                  </a:lnTo>
                  <a:lnTo>
                    <a:pt x="511725" y="1116559"/>
                  </a:lnTo>
                  <a:lnTo>
                    <a:pt x="511741" y="1116548"/>
                  </a:lnTo>
                  <a:lnTo>
                    <a:pt x="511751" y="1116540"/>
                  </a:lnTo>
                  <a:lnTo>
                    <a:pt x="511768" y="1116526"/>
                  </a:lnTo>
                  <a:lnTo>
                    <a:pt x="511774" y="1116522"/>
                  </a:lnTo>
                  <a:lnTo>
                    <a:pt x="511780" y="1116516"/>
                  </a:lnTo>
                  <a:lnTo>
                    <a:pt x="511786" y="1116511"/>
                  </a:lnTo>
                  <a:lnTo>
                    <a:pt x="511793" y="1116504"/>
                  </a:lnTo>
                  <a:lnTo>
                    <a:pt x="511797" y="1116500"/>
                  </a:lnTo>
                  <a:lnTo>
                    <a:pt x="511801" y="1116493"/>
                  </a:lnTo>
                  <a:lnTo>
                    <a:pt x="511804" y="1116489"/>
                  </a:lnTo>
                  <a:lnTo>
                    <a:pt x="511807" y="1116483"/>
                  </a:lnTo>
                  <a:lnTo>
                    <a:pt x="511809" y="1116477"/>
                  </a:lnTo>
                  <a:lnTo>
                    <a:pt x="511812" y="1116469"/>
                  </a:lnTo>
                  <a:lnTo>
                    <a:pt x="511814" y="1116463"/>
                  </a:lnTo>
                  <a:lnTo>
                    <a:pt x="511815" y="1116456"/>
                  </a:lnTo>
                  <a:lnTo>
                    <a:pt x="511815" y="1116449"/>
                  </a:lnTo>
                  <a:lnTo>
                    <a:pt x="511811" y="1116445"/>
                  </a:lnTo>
                  <a:lnTo>
                    <a:pt x="511807" y="1116441"/>
                  </a:lnTo>
                  <a:lnTo>
                    <a:pt x="511802" y="1116436"/>
                  </a:lnTo>
                  <a:lnTo>
                    <a:pt x="511794" y="1116428"/>
                  </a:lnTo>
                  <a:lnTo>
                    <a:pt x="511786" y="1116422"/>
                  </a:lnTo>
                  <a:lnTo>
                    <a:pt x="511772" y="1116409"/>
                  </a:lnTo>
                  <a:lnTo>
                    <a:pt x="511749" y="1116390"/>
                  </a:lnTo>
                  <a:lnTo>
                    <a:pt x="511735" y="1116378"/>
                  </a:lnTo>
                  <a:lnTo>
                    <a:pt x="511724" y="1116368"/>
                  </a:lnTo>
                  <a:lnTo>
                    <a:pt x="511714" y="1116359"/>
                  </a:lnTo>
                  <a:lnTo>
                    <a:pt x="511707" y="1116352"/>
                  </a:lnTo>
                  <a:lnTo>
                    <a:pt x="511696" y="1116340"/>
                  </a:lnTo>
                  <a:lnTo>
                    <a:pt x="511690" y="1116334"/>
                  </a:lnTo>
                  <a:lnTo>
                    <a:pt x="511683" y="1116329"/>
                  </a:lnTo>
                  <a:lnTo>
                    <a:pt x="511672" y="1116321"/>
                  </a:lnTo>
                  <a:lnTo>
                    <a:pt x="511666" y="1116318"/>
                  </a:lnTo>
                  <a:lnTo>
                    <a:pt x="511659" y="1116315"/>
                  </a:lnTo>
                  <a:lnTo>
                    <a:pt x="511646" y="1116308"/>
                  </a:lnTo>
                  <a:lnTo>
                    <a:pt x="511627" y="1116299"/>
                  </a:lnTo>
                  <a:lnTo>
                    <a:pt x="511619" y="1116294"/>
                  </a:lnTo>
                  <a:lnTo>
                    <a:pt x="511606" y="1116290"/>
                  </a:lnTo>
                  <a:lnTo>
                    <a:pt x="511583" y="1116282"/>
                  </a:lnTo>
                  <a:lnTo>
                    <a:pt x="511578" y="1116280"/>
                  </a:lnTo>
                  <a:lnTo>
                    <a:pt x="511564" y="1116276"/>
                  </a:lnTo>
                  <a:lnTo>
                    <a:pt x="511552" y="1116273"/>
                  </a:lnTo>
                  <a:lnTo>
                    <a:pt x="511544" y="1116271"/>
                  </a:lnTo>
                  <a:lnTo>
                    <a:pt x="511535" y="1116269"/>
                  </a:lnTo>
                  <a:lnTo>
                    <a:pt x="511530" y="1116268"/>
                  </a:lnTo>
                  <a:lnTo>
                    <a:pt x="511519" y="1116267"/>
                  </a:lnTo>
                  <a:lnTo>
                    <a:pt x="511495" y="1116264"/>
                  </a:lnTo>
                  <a:lnTo>
                    <a:pt x="511489" y="1116263"/>
                  </a:lnTo>
                  <a:lnTo>
                    <a:pt x="511480" y="1116262"/>
                  </a:lnTo>
                  <a:lnTo>
                    <a:pt x="511472" y="1116261"/>
                  </a:lnTo>
                  <a:lnTo>
                    <a:pt x="511463" y="1116259"/>
                  </a:lnTo>
                  <a:lnTo>
                    <a:pt x="511454" y="1116256"/>
                  </a:lnTo>
                  <a:lnTo>
                    <a:pt x="511442" y="1116253"/>
                  </a:lnTo>
                  <a:lnTo>
                    <a:pt x="511423" y="1116247"/>
                  </a:lnTo>
                  <a:lnTo>
                    <a:pt x="511405" y="1116242"/>
                  </a:lnTo>
                  <a:lnTo>
                    <a:pt x="511392" y="1116239"/>
                  </a:lnTo>
                  <a:lnTo>
                    <a:pt x="511379" y="1116235"/>
                  </a:lnTo>
                  <a:lnTo>
                    <a:pt x="511370" y="1116233"/>
                  </a:lnTo>
                  <a:lnTo>
                    <a:pt x="511360" y="1116230"/>
                  </a:lnTo>
                  <a:lnTo>
                    <a:pt x="511352" y="1116228"/>
                  </a:lnTo>
                  <a:lnTo>
                    <a:pt x="511346" y="1116225"/>
                  </a:lnTo>
                  <a:lnTo>
                    <a:pt x="511341" y="1116223"/>
                  </a:lnTo>
                  <a:lnTo>
                    <a:pt x="511336" y="1116221"/>
                  </a:lnTo>
                  <a:lnTo>
                    <a:pt x="511332" y="1116217"/>
                  </a:lnTo>
                  <a:lnTo>
                    <a:pt x="511327" y="1116214"/>
                  </a:lnTo>
                  <a:lnTo>
                    <a:pt x="511320" y="1116208"/>
                  </a:lnTo>
                  <a:lnTo>
                    <a:pt x="511314" y="1116202"/>
                  </a:lnTo>
                  <a:lnTo>
                    <a:pt x="511309" y="1116196"/>
                  </a:lnTo>
                  <a:lnTo>
                    <a:pt x="511301" y="1116188"/>
                  </a:lnTo>
                  <a:lnTo>
                    <a:pt x="511294" y="1116180"/>
                  </a:lnTo>
                  <a:lnTo>
                    <a:pt x="511287" y="1116172"/>
                  </a:lnTo>
                  <a:lnTo>
                    <a:pt x="511282" y="1116166"/>
                  </a:lnTo>
                  <a:lnTo>
                    <a:pt x="511277" y="1116160"/>
                  </a:lnTo>
                  <a:lnTo>
                    <a:pt x="511272" y="1116153"/>
                  </a:lnTo>
                  <a:lnTo>
                    <a:pt x="511268" y="1116148"/>
                  </a:lnTo>
                  <a:lnTo>
                    <a:pt x="511264" y="1116142"/>
                  </a:lnTo>
                  <a:lnTo>
                    <a:pt x="511260" y="1116135"/>
                  </a:lnTo>
                  <a:lnTo>
                    <a:pt x="511256" y="1116125"/>
                  </a:lnTo>
                  <a:lnTo>
                    <a:pt x="511252" y="1116116"/>
                  </a:lnTo>
                  <a:lnTo>
                    <a:pt x="511248" y="1116108"/>
                  </a:lnTo>
                  <a:lnTo>
                    <a:pt x="511246" y="1116101"/>
                  </a:lnTo>
                  <a:lnTo>
                    <a:pt x="511241" y="1116093"/>
                  </a:lnTo>
                  <a:lnTo>
                    <a:pt x="511234" y="1116083"/>
                  </a:lnTo>
                  <a:lnTo>
                    <a:pt x="511231" y="1116078"/>
                  </a:lnTo>
                  <a:lnTo>
                    <a:pt x="511228" y="1116073"/>
                  </a:lnTo>
                  <a:lnTo>
                    <a:pt x="511226" y="1116067"/>
                  </a:lnTo>
                  <a:lnTo>
                    <a:pt x="511225" y="1116062"/>
                  </a:lnTo>
                  <a:lnTo>
                    <a:pt x="511222" y="1116055"/>
                  </a:lnTo>
                  <a:lnTo>
                    <a:pt x="511217" y="1116046"/>
                  </a:lnTo>
                  <a:lnTo>
                    <a:pt x="511211" y="1116037"/>
                  </a:lnTo>
                  <a:lnTo>
                    <a:pt x="511207" y="1116031"/>
                  </a:lnTo>
                  <a:lnTo>
                    <a:pt x="511201" y="1116027"/>
                  </a:lnTo>
                  <a:lnTo>
                    <a:pt x="511194" y="1116022"/>
                  </a:lnTo>
                  <a:lnTo>
                    <a:pt x="511187" y="1116019"/>
                  </a:lnTo>
                  <a:lnTo>
                    <a:pt x="511180" y="1116016"/>
                  </a:lnTo>
                  <a:lnTo>
                    <a:pt x="511170" y="1116011"/>
                  </a:lnTo>
                  <a:lnTo>
                    <a:pt x="511163" y="1116008"/>
                  </a:lnTo>
                  <a:lnTo>
                    <a:pt x="511156" y="1116002"/>
                  </a:lnTo>
                  <a:lnTo>
                    <a:pt x="511150" y="1115998"/>
                  </a:lnTo>
                  <a:lnTo>
                    <a:pt x="511144" y="1115993"/>
                  </a:lnTo>
                  <a:lnTo>
                    <a:pt x="511142" y="1115989"/>
                  </a:lnTo>
                  <a:lnTo>
                    <a:pt x="511140" y="1115981"/>
                  </a:lnTo>
                  <a:lnTo>
                    <a:pt x="511138" y="1115973"/>
                  </a:lnTo>
                  <a:lnTo>
                    <a:pt x="511137" y="1115964"/>
                  </a:lnTo>
                  <a:lnTo>
                    <a:pt x="511137" y="1115960"/>
                  </a:lnTo>
                  <a:lnTo>
                    <a:pt x="511137" y="1115955"/>
                  </a:lnTo>
                  <a:lnTo>
                    <a:pt x="511136" y="1115949"/>
                  </a:lnTo>
                  <a:lnTo>
                    <a:pt x="511136" y="1115943"/>
                  </a:lnTo>
                  <a:lnTo>
                    <a:pt x="511135" y="1115937"/>
                  </a:lnTo>
                  <a:lnTo>
                    <a:pt x="511135" y="1115928"/>
                  </a:lnTo>
                  <a:lnTo>
                    <a:pt x="511135" y="1115918"/>
                  </a:lnTo>
                  <a:lnTo>
                    <a:pt x="511136" y="1115906"/>
                  </a:lnTo>
                  <a:lnTo>
                    <a:pt x="511137" y="1115896"/>
                  </a:lnTo>
                  <a:lnTo>
                    <a:pt x="511137" y="1115888"/>
                  </a:lnTo>
                  <a:lnTo>
                    <a:pt x="511137" y="1115881"/>
                  </a:lnTo>
                  <a:lnTo>
                    <a:pt x="511137" y="1115873"/>
                  </a:lnTo>
                  <a:lnTo>
                    <a:pt x="511138" y="1115866"/>
                  </a:lnTo>
                  <a:lnTo>
                    <a:pt x="511138" y="1115858"/>
                  </a:lnTo>
                  <a:lnTo>
                    <a:pt x="511137" y="1115848"/>
                  </a:lnTo>
                  <a:lnTo>
                    <a:pt x="511136" y="1115841"/>
                  </a:lnTo>
                  <a:lnTo>
                    <a:pt x="511135" y="1115835"/>
                  </a:lnTo>
                  <a:lnTo>
                    <a:pt x="511136" y="1115829"/>
                  </a:lnTo>
                  <a:lnTo>
                    <a:pt x="511138" y="1115825"/>
                  </a:lnTo>
                  <a:lnTo>
                    <a:pt x="511143" y="1115819"/>
                  </a:lnTo>
                  <a:lnTo>
                    <a:pt x="511147" y="1115810"/>
                  </a:lnTo>
                  <a:lnTo>
                    <a:pt x="511150" y="1115804"/>
                  </a:lnTo>
                  <a:lnTo>
                    <a:pt x="511155" y="1115792"/>
                  </a:lnTo>
                  <a:lnTo>
                    <a:pt x="511156" y="1115786"/>
                  </a:lnTo>
                  <a:lnTo>
                    <a:pt x="511158" y="1115776"/>
                  </a:lnTo>
                  <a:lnTo>
                    <a:pt x="511156" y="1115765"/>
                  </a:lnTo>
                  <a:lnTo>
                    <a:pt x="511151" y="1115758"/>
                  </a:lnTo>
                  <a:lnTo>
                    <a:pt x="511150" y="1115754"/>
                  </a:lnTo>
                  <a:lnTo>
                    <a:pt x="511150" y="1115748"/>
                  </a:lnTo>
                  <a:lnTo>
                    <a:pt x="511151" y="1115739"/>
                  </a:lnTo>
                  <a:lnTo>
                    <a:pt x="511151" y="1115731"/>
                  </a:lnTo>
                  <a:lnTo>
                    <a:pt x="511153" y="1115722"/>
                  </a:lnTo>
                  <a:lnTo>
                    <a:pt x="511155" y="1115712"/>
                  </a:lnTo>
                  <a:lnTo>
                    <a:pt x="511157" y="1115705"/>
                  </a:lnTo>
                  <a:lnTo>
                    <a:pt x="511159" y="1115693"/>
                  </a:lnTo>
                  <a:lnTo>
                    <a:pt x="511161" y="1115684"/>
                  </a:lnTo>
                  <a:lnTo>
                    <a:pt x="511162" y="1115676"/>
                  </a:lnTo>
                  <a:lnTo>
                    <a:pt x="511162" y="1115670"/>
                  </a:lnTo>
                  <a:lnTo>
                    <a:pt x="511162" y="1115664"/>
                  </a:lnTo>
                  <a:lnTo>
                    <a:pt x="511162" y="1115659"/>
                  </a:lnTo>
                  <a:lnTo>
                    <a:pt x="511161" y="1115652"/>
                  </a:lnTo>
                  <a:lnTo>
                    <a:pt x="511162" y="1115646"/>
                  </a:lnTo>
                  <a:lnTo>
                    <a:pt x="511165" y="1115640"/>
                  </a:lnTo>
                  <a:lnTo>
                    <a:pt x="511167" y="1115634"/>
                  </a:lnTo>
                  <a:lnTo>
                    <a:pt x="511171" y="1115625"/>
                  </a:lnTo>
                  <a:lnTo>
                    <a:pt x="511173" y="1115618"/>
                  </a:lnTo>
                  <a:lnTo>
                    <a:pt x="511178" y="1115609"/>
                  </a:lnTo>
                  <a:lnTo>
                    <a:pt x="511182" y="1115601"/>
                  </a:lnTo>
                  <a:lnTo>
                    <a:pt x="511183" y="1115596"/>
                  </a:lnTo>
                  <a:lnTo>
                    <a:pt x="511184" y="1115589"/>
                  </a:lnTo>
                  <a:lnTo>
                    <a:pt x="511184" y="1115581"/>
                  </a:lnTo>
                  <a:lnTo>
                    <a:pt x="511183" y="1115572"/>
                  </a:lnTo>
                  <a:lnTo>
                    <a:pt x="511180" y="1115564"/>
                  </a:lnTo>
                  <a:lnTo>
                    <a:pt x="511176" y="1115557"/>
                  </a:lnTo>
                  <a:lnTo>
                    <a:pt x="511159" y="1115537"/>
                  </a:lnTo>
                  <a:lnTo>
                    <a:pt x="511141" y="1115522"/>
                  </a:lnTo>
                  <a:lnTo>
                    <a:pt x="511129" y="1115516"/>
                  </a:lnTo>
                  <a:lnTo>
                    <a:pt x="511115" y="1115511"/>
                  </a:lnTo>
                  <a:lnTo>
                    <a:pt x="511106" y="1115503"/>
                  </a:lnTo>
                  <a:lnTo>
                    <a:pt x="511102" y="1115493"/>
                  </a:lnTo>
                  <a:lnTo>
                    <a:pt x="511094" y="1115466"/>
                  </a:lnTo>
                  <a:lnTo>
                    <a:pt x="511092" y="1115460"/>
                  </a:lnTo>
                  <a:lnTo>
                    <a:pt x="511087" y="1115451"/>
                  </a:lnTo>
                  <a:lnTo>
                    <a:pt x="511082" y="1115445"/>
                  </a:lnTo>
                  <a:lnTo>
                    <a:pt x="511072" y="1115438"/>
                  </a:lnTo>
                  <a:lnTo>
                    <a:pt x="511061" y="1115433"/>
                  </a:lnTo>
                  <a:lnTo>
                    <a:pt x="511051" y="1115431"/>
                  </a:lnTo>
                  <a:lnTo>
                    <a:pt x="511044" y="1115430"/>
                  </a:lnTo>
                  <a:lnTo>
                    <a:pt x="511027" y="1115432"/>
                  </a:lnTo>
                  <a:lnTo>
                    <a:pt x="511013" y="1115432"/>
                  </a:lnTo>
                  <a:lnTo>
                    <a:pt x="510999" y="1115432"/>
                  </a:lnTo>
                  <a:lnTo>
                    <a:pt x="510982" y="1115432"/>
                  </a:lnTo>
                  <a:lnTo>
                    <a:pt x="510978" y="1115431"/>
                  </a:lnTo>
                  <a:lnTo>
                    <a:pt x="510973" y="1115431"/>
                  </a:lnTo>
                  <a:lnTo>
                    <a:pt x="510967" y="1115429"/>
                  </a:lnTo>
                  <a:lnTo>
                    <a:pt x="510951" y="1115424"/>
                  </a:lnTo>
                  <a:lnTo>
                    <a:pt x="510947" y="1115421"/>
                  </a:lnTo>
                  <a:lnTo>
                    <a:pt x="510943" y="1115417"/>
                  </a:lnTo>
                  <a:lnTo>
                    <a:pt x="510939" y="1115412"/>
                  </a:lnTo>
                  <a:lnTo>
                    <a:pt x="510937" y="1115408"/>
                  </a:lnTo>
                  <a:lnTo>
                    <a:pt x="510929" y="1115392"/>
                  </a:lnTo>
                  <a:lnTo>
                    <a:pt x="510911" y="1115355"/>
                  </a:lnTo>
                  <a:lnTo>
                    <a:pt x="510901" y="1115335"/>
                  </a:lnTo>
                  <a:lnTo>
                    <a:pt x="510893" y="1115320"/>
                  </a:lnTo>
                  <a:lnTo>
                    <a:pt x="510889" y="1115312"/>
                  </a:lnTo>
                  <a:lnTo>
                    <a:pt x="510882" y="1115302"/>
                  </a:lnTo>
                  <a:lnTo>
                    <a:pt x="510876" y="1115295"/>
                  </a:lnTo>
                  <a:lnTo>
                    <a:pt x="510869" y="1115285"/>
                  </a:lnTo>
                  <a:lnTo>
                    <a:pt x="510855" y="1115265"/>
                  </a:lnTo>
                  <a:lnTo>
                    <a:pt x="510839" y="1115242"/>
                  </a:lnTo>
                  <a:lnTo>
                    <a:pt x="510820" y="1115214"/>
                  </a:lnTo>
                  <a:lnTo>
                    <a:pt x="510808" y="1115191"/>
                  </a:lnTo>
                  <a:lnTo>
                    <a:pt x="510800" y="1115184"/>
                  </a:lnTo>
                  <a:lnTo>
                    <a:pt x="510791" y="1115183"/>
                  </a:lnTo>
                  <a:lnTo>
                    <a:pt x="510779" y="1115184"/>
                  </a:lnTo>
                  <a:lnTo>
                    <a:pt x="510765" y="1115186"/>
                  </a:lnTo>
                  <a:lnTo>
                    <a:pt x="510739" y="1115193"/>
                  </a:lnTo>
                  <a:lnTo>
                    <a:pt x="510731" y="1115195"/>
                  </a:lnTo>
                  <a:lnTo>
                    <a:pt x="510713" y="1115199"/>
                  </a:lnTo>
                  <a:lnTo>
                    <a:pt x="510702" y="1115203"/>
                  </a:lnTo>
                  <a:lnTo>
                    <a:pt x="510691" y="1115206"/>
                  </a:lnTo>
                  <a:lnTo>
                    <a:pt x="510684" y="1115205"/>
                  </a:lnTo>
                  <a:lnTo>
                    <a:pt x="510670" y="1115200"/>
                  </a:lnTo>
                  <a:lnTo>
                    <a:pt x="510657" y="1115195"/>
                  </a:lnTo>
                  <a:lnTo>
                    <a:pt x="510642" y="1115190"/>
                  </a:lnTo>
                  <a:lnTo>
                    <a:pt x="510638" y="1115189"/>
                  </a:lnTo>
                  <a:lnTo>
                    <a:pt x="510622" y="1115186"/>
                  </a:lnTo>
                  <a:lnTo>
                    <a:pt x="510616" y="1115185"/>
                  </a:lnTo>
                  <a:lnTo>
                    <a:pt x="510600" y="1115185"/>
                  </a:lnTo>
                  <a:lnTo>
                    <a:pt x="510560" y="1115185"/>
                  </a:lnTo>
                  <a:lnTo>
                    <a:pt x="510547" y="1115185"/>
                  </a:lnTo>
                  <a:lnTo>
                    <a:pt x="510538" y="1115185"/>
                  </a:lnTo>
                  <a:lnTo>
                    <a:pt x="510532" y="1115185"/>
                  </a:lnTo>
                  <a:lnTo>
                    <a:pt x="510525" y="1115186"/>
                  </a:lnTo>
                  <a:lnTo>
                    <a:pt x="510491" y="1115191"/>
                  </a:lnTo>
                  <a:lnTo>
                    <a:pt x="510476" y="1115193"/>
                  </a:lnTo>
                  <a:lnTo>
                    <a:pt x="510463" y="1115194"/>
                  </a:lnTo>
                  <a:lnTo>
                    <a:pt x="510448" y="1115195"/>
                  </a:lnTo>
                  <a:lnTo>
                    <a:pt x="510433" y="1115194"/>
                  </a:lnTo>
                  <a:lnTo>
                    <a:pt x="510417" y="1115193"/>
                  </a:lnTo>
                  <a:lnTo>
                    <a:pt x="510378" y="1115190"/>
                  </a:lnTo>
                  <a:lnTo>
                    <a:pt x="510360" y="1115189"/>
                  </a:lnTo>
                  <a:lnTo>
                    <a:pt x="510349" y="1115188"/>
                  </a:lnTo>
                  <a:lnTo>
                    <a:pt x="510337" y="1115186"/>
                  </a:lnTo>
                  <a:lnTo>
                    <a:pt x="510333" y="1115186"/>
                  </a:lnTo>
                  <a:lnTo>
                    <a:pt x="510327" y="1115185"/>
                  </a:lnTo>
                  <a:lnTo>
                    <a:pt x="510319" y="1115184"/>
                  </a:lnTo>
                  <a:lnTo>
                    <a:pt x="510312" y="1115182"/>
                  </a:lnTo>
                  <a:lnTo>
                    <a:pt x="510308" y="1115180"/>
                  </a:lnTo>
                  <a:lnTo>
                    <a:pt x="510303" y="1115178"/>
                  </a:lnTo>
                  <a:lnTo>
                    <a:pt x="510297" y="1115175"/>
                  </a:lnTo>
                  <a:lnTo>
                    <a:pt x="510291" y="1115172"/>
                  </a:lnTo>
                  <a:lnTo>
                    <a:pt x="510284" y="1115167"/>
                  </a:lnTo>
                  <a:lnTo>
                    <a:pt x="510281" y="1115164"/>
                  </a:lnTo>
                  <a:lnTo>
                    <a:pt x="510268" y="1115153"/>
                  </a:lnTo>
                  <a:lnTo>
                    <a:pt x="510249" y="1115137"/>
                  </a:lnTo>
                  <a:lnTo>
                    <a:pt x="510228" y="1115119"/>
                  </a:lnTo>
                  <a:lnTo>
                    <a:pt x="510209" y="1115103"/>
                  </a:lnTo>
                  <a:lnTo>
                    <a:pt x="510196" y="1115092"/>
                  </a:lnTo>
                  <a:lnTo>
                    <a:pt x="510189" y="1115087"/>
                  </a:lnTo>
                  <a:lnTo>
                    <a:pt x="510183" y="1115082"/>
                  </a:lnTo>
                  <a:lnTo>
                    <a:pt x="510170" y="1115076"/>
                  </a:lnTo>
                  <a:lnTo>
                    <a:pt x="510156" y="1115071"/>
                  </a:lnTo>
                  <a:lnTo>
                    <a:pt x="510137" y="1115067"/>
                  </a:lnTo>
                  <a:lnTo>
                    <a:pt x="510112" y="1115062"/>
                  </a:lnTo>
                  <a:lnTo>
                    <a:pt x="510090" y="1115057"/>
                  </a:lnTo>
                  <a:lnTo>
                    <a:pt x="510062" y="1115054"/>
                  </a:lnTo>
                  <a:lnTo>
                    <a:pt x="510040" y="1115049"/>
                  </a:lnTo>
                  <a:lnTo>
                    <a:pt x="510018" y="1115043"/>
                  </a:lnTo>
                  <a:lnTo>
                    <a:pt x="509970" y="1115030"/>
                  </a:lnTo>
                  <a:lnTo>
                    <a:pt x="509965" y="1115028"/>
                  </a:lnTo>
                  <a:lnTo>
                    <a:pt x="509959" y="1115026"/>
                  </a:lnTo>
                  <a:lnTo>
                    <a:pt x="509949" y="1115022"/>
                  </a:lnTo>
                  <a:lnTo>
                    <a:pt x="509918" y="1115013"/>
                  </a:lnTo>
                  <a:lnTo>
                    <a:pt x="509912" y="1115012"/>
                  </a:lnTo>
                  <a:lnTo>
                    <a:pt x="509908" y="1115011"/>
                  </a:lnTo>
                  <a:lnTo>
                    <a:pt x="509903" y="1115011"/>
                  </a:lnTo>
                  <a:lnTo>
                    <a:pt x="509899" y="1115011"/>
                  </a:lnTo>
                  <a:lnTo>
                    <a:pt x="509890" y="1115014"/>
                  </a:lnTo>
                  <a:lnTo>
                    <a:pt x="509880" y="1115018"/>
                  </a:lnTo>
                  <a:lnTo>
                    <a:pt x="509868" y="1115023"/>
                  </a:lnTo>
                  <a:lnTo>
                    <a:pt x="509841" y="1115037"/>
                  </a:lnTo>
                  <a:lnTo>
                    <a:pt x="509827" y="1115043"/>
                  </a:lnTo>
                  <a:lnTo>
                    <a:pt x="509810" y="1115051"/>
                  </a:lnTo>
                  <a:lnTo>
                    <a:pt x="509794" y="1115058"/>
                  </a:lnTo>
                  <a:lnTo>
                    <a:pt x="509787" y="1115061"/>
                  </a:lnTo>
                  <a:lnTo>
                    <a:pt x="509783" y="1115062"/>
                  </a:lnTo>
                  <a:lnTo>
                    <a:pt x="509778" y="1115063"/>
                  </a:lnTo>
                  <a:lnTo>
                    <a:pt x="509764" y="1115063"/>
                  </a:lnTo>
                  <a:lnTo>
                    <a:pt x="509760" y="1115063"/>
                  </a:lnTo>
                  <a:lnTo>
                    <a:pt x="509725" y="1115063"/>
                  </a:lnTo>
                  <a:lnTo>
                    <a:pt x="509713" y="1115063"/>
                  </a:lnTo>
                  <a:lnTo>
                    <a:pt x="509705" y="1115064"/>
                  </a:lnTo>
                  <a:lnTo>
                    <a:pt x="509697" y="1115064"/>
                  </a:lnTo>
                  <a:lnTo>
                    <a:pt x="509689" y="1115065"/>
                  </a:lnTo>
                  <a:lnTo>
                    <a:pt x="509681" y="1115067"/>
                  </a:lnTo>
                  <a:lnTo>
                    <a:pt x="509641" y="1115076"/>
                  </a:lnTo>
                  <a:lnTo>
                    <a:pt x="509630" y="1115078"/>
                  </a:lnTo>
                  <a:lnTo>
                    <a:pt x="509619" y="1115080"/>
                  </a:lnTo>
                  <a:lnTo>
                    <a:pt x="509615" y="1115080"/>
                  </a:lnTo>
                  <a:lnTo>
                    <a:pt x="509610" y="1115080"/>
                  </a:lnTo>
                  <a:lnTo>
                    <a:pt x="509604" y="1115080"/>
                  </a:lnTo>
                  <a:lnTo>
                    <a:pt x="509596" y="1115079"/>
                  </a:lnTo>
                  <a:lnTo>
                    <a:pt x="509576" y="1115076"/>
                  </a:lnTo>
                  <a:lnTo>
                    <a:pt x="509570" y="1115075"/>
                  </a:lnTo>
                  <a:lnTo>
                    <a:pt x="509561" y="1115074"/>
                  </a:lnTo>
                  <a:lnTo>
                    <a:pt x="509555" y="1115072"/>
                  </a:lnTo>
                  <a:lnTo>
                    <a:pt x="509549" y="1115067"/>
                  </a:lnTo>
                  <a:lnTo>
                    <a:pt x="509547" y="1115063"/>
                  </a:lnTo>
                  <a:lnTo>
                    <a:pt x="509544" y="1115059"/>
                  </a:lnTo>
                  <a:lnTo>
                    <a:pt x="509537" y="1115049"/>
                  </a:lnTo>
                  <a:lnTo>
                    <a:pt x="509533" y="1115044"/>
                  </a:lnTo>
                  <a:lnTo>
                    <a:pt x="509528" y="1115040"/>
                  </a:lnTo>
                  <a:lnTo>
                    <a:pt x="509523" y="1115037"/>
                  </a:lnTo>
                  <a:lnTo>
                    <a:pt x="509516" y="1115034"/>
                  </a:lnTo>
                  <a:lnTo>
                    <a:pt x="509509" y="1115032"/>
                  </a:lnTo>
                  <a:lnTo>
                    <a:pt x="509505" y="1115032"/>
                  </a:lnTo>
                  <a:lnTo>
                    <a:pt x="509488" y="1115033"/>
                  </a:lnTo>
                  <a:lnTo>
                    <a:pt x="509480" y="1115033"/>
                  </a:lnTo>
                  <a:lnTo>
                    <a:pt x="509474" y="1115033"/>
                  </a:lnTo>
                  <a:lnTo>
                    <a:pt x="509469" y="1115033"/>
                  </a:lnTo>
                  <a:lnTo>
                    <a:pt x="509465" y="1115032"/>
                  </a:lnTo>
                  <a:lnTo>
                    <a:pt x="509460" y="1115031"/>
                  </a:lnTo>
                  <a:lnTo>
                    <a:pt x="509424" y="1115023"/>
                  </a:lnTo>
                  <a:lnTo>
                    <a:pt x="509418" y="1115022"/>
                  </a:lnTo>
                  <a:lnTo>
                    <a:pt x="509411" y="1115021"/>
                  </a:lnTo>
                  <a:lnTo>
                    <a:pt x="509405" y="1115021"/>
                  </a:lnTo>
                  <a:lnTo>
                    <a:pt x="509399" y="1115022"/>
                  </a:lnTo>
                  <a:lnTo>
                    <a:pt x="509392" y="1115023"/>
                  </a:lnTo>
                  <a:lnTo>
                    <a:pt x="509384" y="1115025"/>
                  </a:lnTo>
                  <a:lnTo>
                    <a:pt x="509378" y="1115027"/>
                  </a:lnTo>
                  <a:lnTo>
                    <a:pt x="509374" y="1115027"/>
                  </a:lnTo>
                  <a:lnTo>
                    <a:pt x="509368" y="1115027"/>
                  </a:lnTo>
                  <a:lnTo>
                    <a:pt x="509360" y="1115027"/>
                  </a:lnTo>
                  <a:lnTo>
                    <a:pt x="509346" y="1115025"/>
                  </a:lnTo>
                  <a:lnTo>
                    <a:pt x="509334" y="1115023"/>
                  </a:lnTo>
                  <a:lnTo>
                    <a:pt x="509327" y="1115021"/>
                  </a:lnTo>
                  <a:lnTo>
                    <a:pt x="509306" y="1115014"/>
                  </a:lnTo>
                  <a:lnTo>
                    <a:pt x="509300" y="1115013"/>
                  </a:lnTo>
                  <a:lnTo>
                    <a:pt x="509294" y="1115012"/>
                  </a:lnTo>
                  <a:lnTo>
                    <a:pt x="509275" y="1115010"/>
                  </a:lnTo>
                  <a:lnTo>
                    <a:pt x="509193" y="1115004"/>
                  </a:lnTo>
                  <a:lnTo>
                    <a:pt x="509172" y="1115002"/>
                  </a:lnTo>
                  <a:lnTo>
                    <a:pt x="509132" y="1115000"/>
                  </a:lnTo>
                  <a:lnTo>
                    <a:pt x="509113" y="1114999"/>
                  </a:lnTo>
                  <a:lnTo>
                    <a:pt x="509099" y="1114997"/>
                  </a:lnTo>
                  <a:lnTo>
                    <a:pt x="509087" y="1114996"/>
                  </a:lnTo>
                  <a:lnTo>
                    <a:pt x="509070" y="1114993"/>
                  </a:lnTo>
                  <a:lnTo>
                    <a:pt x="509048" y="1114987"/>
                  </a:lnTo>
                  <a:lnTo>
                    <a:pt x="509015" y="1114979"/>
                  </a:lnTo>
                  <a:lnTo>
                    <a:pt x="509004" y="1114977"/>
                  </a:lnTo>
                  <a:lnTo>
                    <a:pt x="508992" y="1114975"/>
                  </a:lnTo>
                  <a:lnTo>
                    <a:pt x="508967" y="1114971"/>
                  </a:lnTo>
                  <a:lnTo>
                    <a:pt x="508948" y="1114970"/>
                  </a:lnTo>
                  <a:lnTo>
                    <a:pt x="508940" y="1114969"/>
                  </a:lnTo>
                  <a:lnTo>
                    <a:pt x="508932" y="1114969"/>
                  </a:lnTo>
                  <a:lnTo>
                    <a:pt x="508923" y="1114969"/>
                  </a:lnTo>
                  <a:lnTo>
                    <a:pt x="508917" y="1114969"/>
                  </a:lnTo>
                  <a:lnTo>
                    <a:pt x="508912" y="1114970"/>
                  </a:lnTo>
                  <a:lnTo>
                    <a:pt x="508908" y="1114971"/>
                  </a:lnTo>
                  <a:lnTo>
                    <a:pt x="508899" y="1114973"/>
                  </a:lnTo>
                  <a:lnTo>
                    <a:pt x="508889" y="1114977"/>
                  </a:lnTo>
                  <a:lnTo>
                    <a:pt x="508881" y="1114980"/>
                  </a:lnTo>
                  <a:lnTo>
                    <a:pt x="508872" y="1114983"/>
                  </a:lnTo>
                  <a:lnTo>
                    <a:pt x="508864" y="1114987"/>
                  </a:lnTo>
                  <a:lnTo>
                    <a:pt x="508856" y="1114991"/>
                  </a:lnTo>
                  <a:lnTo>
                    <a:pt x="508844" y="1114997"/>
                  </a:lnTo>
                  <a:lnTo>
                    <a:pt x="508833" y="1115003"/>
                  </a:lnTo>
                  <a:lnTo>
                    <a:pt x="508813" y="1115016"/>
                  </a:lnTo>
                  <a:lnTo>
                    <a:pt x="508779" y="1115036"/>
                  </a:lnTo>
                  <a:lnTo>
                    <a:pt x="508768" y="1115044"/>
                  </a:lnTo>
                  <a:lnTo>
                    <a:pt x="508757" y="1115051"/>
                  </a:lnTo>
                  <a:lnTo>
                    <a:pt x="508707" y="1115086"/>
                  </a:lnTo>
                  <a:lnTo>
                    <a:pt x="508686" y="1115100"/>
                  </a:lnTo>
                  <a:lnTo>
                    <a:pt x="508676" y="1115106"/>
                  </a:lnTo>
                  <a:lnTo>
                    <a:pt x="508664" y="1115113"/>
                  </a:lnTo>
                  <a:lnTo>
                    <a:pt x="508630" y="1115131"/>
                  </a:lnTo>
                  <a:lnTo>
                    <a:pt x="508623" y="1115136"/>
                  </a:lnTo>
                  <a:lnTo>
                    <a:pt x="508618" y="1115139"/>
                  </a:lnTo>
                  <a:lnTo>
                    <a:pt x="508612" y="1115143"/>
                  </a:lnTo>
                  <a:lnTo>
                    <a:pt x="508606" y="1115148"/>
                  </a:lnTo>
                  <a:lnTo>
                    <a:pt x="508589" y="1115162"/>
                  </a:lnTo>
                  <a:lnTo>
                    <a:pt x="508576" y="1115175"/>
                  </a:lnTo>
                  <a:lnTo>
                    <a:pt x="508562" y="1115189"/>
                  </a:lnTo>
                  <a:lnTo>
                    <a:pt x="508558" y="1115192"/>
                  </a:lnTo>
                  <a:lnTo>
                    <a:pt x="508551" y="1115198"/>
                  </a:lnTo>
                  <a:lnTo>
                    <a:pt x="508545" y="1115201"/>
                  </a:lnTo>
                  <a:lnTo>
                    <a:pt x="508538" y="1115205"/>
                  </a:lnTo>
                  <a:lnTo>
                    <a:pt x="508530" y="1115207"/>
                  </a:lnTo>
                  <a:lnTo>
                    <a:pt x="508521" y="1115210"/>
                  </a:lnTo>
                  <a:lnTo>
                    <a:pt x="508512" y="1115212"/>
                  </a:lnTo>
                  <a:lnTo>
                    <a:pt x="508487" y="1115216"/>
                  </a:lnTo>
                  <a:lnTo>
                    <a:pt x="508477" y="1115218"/>
                  </a:lnTo>
                  <a:lnTo>
                    <a:pt x="508470" y="1115219"/>
                  </a:lnTo>
                  <a:lnTo>
                    <a:pt x="508465" y="1115220"/>
                  </a:lnTo>
                  <a:lnTo>
                    <a:pt x="508458" y="1115220"/>
                  </a:lnTo>
                  <a:lnTo>
                    <a:pt x="508451" y="1115218"/>
                  </a:lnTo>
                  <a:lnTo>
                    <a:pt x="508443" y="1115216"/>
                  </a:lnTo>
                  <a:lnTo>
                    <a:pt x="508437" y="1115215"/>
                  </a:lnTo>
                  <a:lnTo>
                    <a:pt x="508431" y="1115214"/>
                  </a:lnTo>
                  <a:lnTo>
                    <a:pt x="508423" y="1115214"/>
                  </a:lnTo>
                  <a:lnTo>
                    <a:pt x="508419" y="1115214"/>
                  </a:lnTo>
                  <a:lnTo>
                    <a:pt x="508414" y="1115216"/>
                  </a:lnTo>
                  <a:lnTo>
                    <a:pt x="508404" y="1115219"/>
                  </a:lnTo>
                  <a:lnTo>
                    <a:pt x="508398" y="1115221"/>
                  </a:lnTo>
                  <a:lnTo>
                    <a:pt x="508393" y="1115223"/>
                  </a:lnTo>
                  <a:lnTo>
                    <a:pt x="508386" y="1115226"/>
                  </a:lnTo>
                  <a:lnTo>
                    <a:pt x="508372" y="1115234"/>
                  </a:lnTo>
                  <a:lnTo>
                    <a:pt x="508366" y="1115238"/>
                  </a:lnTo>
                  <a:lnTo>
                    <a:pt x="508360" y="1115240"/>
                  </a:lnTo>
                  <a:lnTo>
                    <a:pt x="508354" y="1115240"/>
                  </a:lnTo>
                  <a:lnTo>
                    <a:pt x="508348" y="1115239"/>
                  </a:lnTo>
                  <a:lnTo>
                    <a:pt x="508344" y="1115239"/>
                  </a:lnTo>
                  <a:lnTo>
                    <a:pt x="508338" y="1115237"/>
                  </a:lnTo>
                  <a:lnTo>
                    <a:pt x="508321" y="1115232"/>
                  </a:lnTo>
                  <a:lnTo>
                    <a:pt x="508315" y="1115230"/>
                  </a:lnTo>
                  <a:lnTo>
                    <a:pt x="508307" y="1115229"/>
                  </a:lnTo>
                  <a:lnTo>
                    <a:pt x="508301" y="1115228"/>
                  </a:lnTo>
                  <a:lnTo>
                    <a:pt x="508296" y="1115229"/>
                  </a:lnTo>
                  <a:lnTo>
                    <a:pt x="508292" y="1115230"/>
                  </a:lnTo>
                  <a:lnTo>
                    <a:pt x="508285" y="1115232"/>
                  </a:lnTo>
                  <a:lnTo>
                    <a:pt x="508280" y="1115234"/>
                  </a:lnTo>
                  <a:lnTo>
                    <a:pt x="508268" y="1115241"/>
                  </a:lnTo>
                  <a:lnTo>
                    <a:pt x="508246" y="1115254"/>
                  </a:lnTo>
                  <a:lnTo>
                    <a:pt x="508241" y="1115256"/>
                  </a:lnTo>
                  <a:lnTo>
                    <a:pt x="508235" y="1115258"/>
                  </a:lnTo>
                  <a:lnTo>
                    <a:pt x="508207" y="1115266"/>
                  </a:lnTo>
                  <a:lnTo>
                    <a:pt x="508165" y="1115279"/>
                  </a:lnTo>
                  <a:lnTo>
                    <a:pt x="508149" y="1115282"/>
                  </a:lnTo>
                  <a:lnTo>
                    <a:pt x="508139" y="1115284"/>
                  </a:lnTo>
                  <a:lnTo>
                    <a:pt x="508131" y="1115286"/>
                  </a:lnTo>
                  <a:lnTo>
                    <a:pt x="508125" y="1115288"/>
                  </a:lnTo>
                  <a:lnTo>
                    <a:pt x="508120" y="1115291"/>
                  </a:lnTo>
                  <a:lnTo>
                    <a:pt x="508113" y="1115294"/>
                  </a:lnTo>
                  <a:lnTo>
                    <a:pt x="508104" y="1115298"/>
                  </a:lnTo>
                  <a:lnTo>
                    <a:pt x="508097" y="1115303"/>
                  </a:lnTo>
                  <a:lnTo>
                    <a:pt x="508090" y="1115307"/>
                  </a:lnTo>
                  <a:lnTo>
                    <a:pt x="508053" y="1115332"/>
                  </a:lnTo>
                  <a:lnTo>
                    <a:pt x="508036" y="1115344"/>
                  </a:lnTo>
                  <a:lnTo>
                    <a:pt x="508002" y="1115369"/>
                  </a:lnTo>
                  <a:lnTo>
                    <a:pt x="507957" y="1115399"/>
                  </a:lnTo>
                  <a:lnTo>
                    <a:pt x="507943" y="1115409"/>
                  </a:lnTo>
                  <a:lnTo>
                    <a:pt x="507938" y="1115412"/>
                  </a:lnTo>
                  <a:lnTo>
                    <a:pt x="507929" y="1115420"/>
                  </a:lnTo>
                  <a:lnTo>
                    <a:pt x="507920" y="1115428"/>
                  </a:lnTo>
                  <a:lnTo>
                    <a:pt x="507914" y="1115433"/>
                  </a:lnTo>
                  <a:lnTo>
                    <a:pt x="507907" y="1115441"/>
                  </a:lnTo>
                  <a:lnTo>
                    <a:pt x="507898" y="1115449"/>
                  </a:lnTo>
                  <a:lnTo>
                    <a:pt x="507891" y="1115457"/>
                  </a:lnTo>
                  <a:lnTo>
                    <a:pt x="507883" y="1115467"/>
                  </a:lnTo>
                  <a:lnTo>
                    <a:pt x="507876" y="1115476"/>
                  </a:lnTo>
                  <a:lnTo>
                    <a:pt x="507873" y="1115480"/>
                  </a:lnTo>
                  <a:lnTo>
                    <a:pt x="507870" y="1115484"/>
                  </a:lnTo>
                  <a:lnTo>
                    <a:pt x="507865" y="1115490"/>
                  </a:lnTo>
                  <a:lnTo>
                    <a:pt x="507859" y="1115500"/>
                  </a:lnTo>
                  <a:lnTo>
                    <a:pt x="507852" y="1115512"/>
                  </a:lnTo>
                  <a:lnTo>
                    <a:pt x="507845" y="1115523"/>
                  </a:lnTo>
                  <a:lnTo>
                    <a:pt x="507840" y="1115532"/>
                  </a:lnTo>
                  <a:lnTo>
                    <a:pt x="507835" y="1115542"/>
                  </a:lnTo>
                  <a:lnTo>
                    <a:pt x="507832" y="1115549"/>
                  </a:lnTo>
                  <a:lnTo>
                    <a:pt x="507829" y="1115555"/>
                  </a:lnTo>
                  <a:lnTo>
                    <a:pt x="507824" y="1115569"/>
                  </a:lnTo>
                  <a:lnTo>
                    <a:pt x="507821" y="1115579"/>
                  </a:lnTo>
                  <a:lnTo>
                    <a:pt x="507818" y="1115591"/>
                  </a:lnTo>
                  <a:lnTo>
                    <a:pt x="507812" y="1115614"/>
                  </a:lnTo>
                  <a:lnTo>
                    <a:pt x="507812" y="1115628"/>
                  </a:lnTo>
                  <a:lnTo>
                    <a:pt x="507812" y="1115636"/>
                  </a:lnTo>
                  <a:lnTo>
                    <a:pt x="507811" y="1115641"/>
                  </a:lnTo>
                  <a:lnTo>
                    <a:pt x="507810" y="1115648"/>
                  </a:lnTo>
                  <a:lnTo>
                    <a:pt x="507807" y="1115656"/>
                  </a:lnTo>
                  <a:lnTo>
                    <a:pt x="507797" y="1115684"/>
                  </a:lnTo>
                  <a:lnTo>
                    <a:pt x="507789" y="1115706"/>
                  </a:lnTo>
                  <a:lnTo>
                    <a:pt x="507785" y="1115717"/>
                  </a:lnTo>
                  <a:lnTo>
                    <a:pt x="507782" y="1115728"/>
                  </a:lnTo>
                  <a:lnTo>
                    <a:pt x="507780" y="1115735"/>
                  </a:lnTo>
                  <a:lnTo>
                    <a:pt x="507779" y="1115743"/>
                  </a:lnTo>
                  <a:lnTo>
                    <a:pt x="507779" y="1115749"/>
                  </a:lnTo>
                  <a:lnTo>
                    <a:pt x="507781" y="1115763"/>
                  </a:lnTo>
                  <a:lnTo>
                    <a:pt x="507783" y="1115773"/>
                  </a:lnTo>
                  <a:lnTo>
                    <a:pt x="507789" y="1115791"/>
                  </a:lnTo>
                  <a:lnTo>
                    <a:pt x="507790" y="1115796"/>
                  </a:lnTo>
                  <a:lnTo>
                    <a:pt x="507791" y="1115801"/>
                  </a:lnTo>
                  <a:lnTo>
                    <a:pt x="507790" y="1115809"/>
                  </a:lnTo>
                  <a:lnTo>
                    <a:pt x="507789" y="1115816"/>
                  </a:lnTo>
                  <a:lnTo>
                    <a:pt x="507788" y="1115821"/>
                  </a:lnTo>
                  <a:lnTo>
                    <a:pt x="507786" y="1115826"/>
                  </a:lnTo>
                  <a:lnTo>
                    <a:pt x="507783" y="1115831"/>
                  </a:lnTo>
                  <a:lnTo>
                    <a:pt x="507772" y="1115850"/>
                  </a:lnTo>
                  <a:lnTo>
                    <a:pt x="507770" y="1115857"/>
                  </a:lnTo>
                  <a:lnTo>
                    <a:pt x="507770" y="1115862"/>
                  </a:lnTo>
                  <a:lnTo>
                    <a:pt x="507771" y="1115866"/>
                  </a:lnTo>
                  <a:lnTo>
                    <a:pt x="507773" y="1115873"/>
                  </a:lnTo>
                  <a:lnTo>
                    <a:pt x="507776" y="1115880"/>
                  </a:lnTo>
                  <a:lnTo>
                    <a:pt x="507782" y="1115893"/>
                  </a:lnTo>
                  <a:lnTo>
                    <a:pt x="507784" y="1115899"/>
                  </a:lnTo>
                  <a:lnTo>
                    <a:pt x="507785" y="1115906"/>
                  </a:lnTo>
                  <a:lnTo>
                    <a:pt x="507786" y="1115911"/>
                  </a:lnTo>
                  <a:lnTo>
                    <a:pt x="507785" y="1115916"/>
                  </a:lnTo>
                  <a:lnTo>
                    <a:pt x="507784" y="1115923"/>
                  </a:lnTo>
                  <a:lnTo>
                    <a:pt x="507782" y="1115929"/>
                  </a:lnTo>
                  <a:lnTo>
                    <a:pt x="507781" y="1115935"/>
                  </a:lnTo>
                  <a:lnTo>
                    <a:pt x="507779" y="1115940"/>
                  </a:lnTo>
                  <a:lnTo>
                    <a:pt x="507776" y="1115944"/>
                  </a:lnTo>
                  <a:lnTo>
                    <a:pt x="507773" y="1115950"/>
                  </a:lnTo>
                  <a:lnTo>
                    <a:pt x="507763" y="1115963"/>
                  </a:lnTo>
                  <a:lnTo>
                    <a:pt x="507756" y="1115973"/>
                  </a:lnTo>
                  <a:lnTo>
                    <a:pt x="507749" y="1115983"/>
                  </a:lnTo>
                  <a:lnTo>
                    <a:pt x="507742" y="1115994"/>
                  </a:lnTo>
                  <a:lnTo>
                    <a:pt x="507728" y="1116019"/>
                  </a:lnTo>
                  <a:lnTo>
                    <a:pt x="507722" y="1116032"/>
                  </a:lnTo>
                  <a:lnTo>
                    <a:pt x="507708" y="1116059"/>
                  </a:lnTo>
                  <a:lnTo>
                    <a:pt x="507705" y="1116066"/>
                  </a:lnTo>
                  <a:lnTo>
                    <a:pt x="507703" y="1116071"/>
                  </a:lnTo>
                  <a:lnTo>
                    <a:pt x="507701" y="1116076"/>
                  </a:lnTo>
                  <a:lnTo>
                    <a:pt x="507700" y="1116081"/>
                  </a:lnTo>
                  <a:lnTo>
                    <a:pt x="507699" y="1116085"/>
                  </a:lnTo>
                  <a:lnTo>
                    <a:pt x="507698" y="1116090"/>
                  </a:lnTo>
                  <a:lnTo>
                    <a:pt x="507698" y="1116099"/>
                  </a:lnTo>
                  <a:lnTo>
                    <a:pt x="507698" y="1116126"/>
                  </a:lnTo>
                  <a:lnTo>
                    <a:pt x="507698" y="1116149"/>
                  </a:lnTo>
                  <a:lnTo>
                    <a:pt x="507697" y="1116155"/>
                  </a:lnTo>
                  <a:lnTo>
                    <a:pt x="507697" y="1116161"/>
                  </a:lnTo>
                  <a:lnTo>
                    <a:pt x="507694" y="1116168"/>
                  </a:lnTo>
                  <a:lnTo>
                    <a:pt x="507674" y="1116186"/>
                  </a:lnTo>
                  <a:lnTo>
                    <a:pt x="507665" y="1116195"/>
                  </a:lnTo>
                  <a:lnTo>
                    <a:pt x="507651" y="1116205"/>
                  </a:lnTo>
                  <a:lnTo>
                    <a:pt x="507618" y="1116232"/>
                  </a:lnTo>
                  <a:lnTo>
                    <a:pt x="507590" y="1116255"/>
                  </a:lnTo>
                  <a:lnTo>
                    <a:pt x="507579" y="1116264"/>
                  </a:lnTo>
                  <a:lnTo>
                    <a:pt x="507566" y="1116273"/>
                  </a:lnTo>
                  <a:lnTo>
                    <a:pt x="507530" y="1116299"/>
                  </a:lnTo>
                  <a:lnTo>
                    <a:pt x="507521" y="1116306"/>
                  </a:lnTo>
                  <a:lnTo>
                    <a:pt x="507514" y="1116311"/>
                  </a:lnTo>
                  <a:lnTo>
                    <a:pt x="507508" y="1116316"/>
                  </a:lnTo>
                  <a:lnTo>
                    <a:pt x="507503" y="1116321"/>
                  </a:lnTo>
                  <a:lnTo>
                    <a:pt x="507479" y="1116346"/>
                  </a:lnTo>
                  <a:lnTo>
                    <a:pt x="507467" y="1116357"/>
                  </a:lnTo>
                  <a:lnTo>
                    <a:pt x="507443" y="1116380"/>
                  </a:lnTo>
                  <a:lnTo>
                    <a:pt x="507418" y="1116404"/>
                  </a:lnTo>
                  <a:lnTo>
                    <a:pt x="507409" y="1116412"/>
                  </a:lnTo>
                  <a:lnTo>
                    <a:pt x="507402" y="1116418"/>
                  </a:lnTo>
                  <a:lnTo>
                    <a:pt x="507387" y="1116429"/>
                  </a:lnTo>
                  <a:lnTo>
                    <a:pt x="507383" y="1116431"/>
                  </a:lnTo>
                  <a:lnTo>
                    <a:pt x="507378" y="1116433"/>
                  </a:lnTo>
                  <a:lnTo>
                    <a:pt x="507373" y="1116435"/>
                  </a:lnTo>
                  <a:lnTo>
                    <a:pt x="507359" y="1116438"/>
                  </a:lnTo>
                  <a:lnTo>
                    <a:pt x="507350" y="1116439"/>
                  </a:lnTo>
                  <a:lnTo>
                    <a:pt x="507342" y="1116439"/>
                  </a:lnTo>
                  <a:lnTo>
                    <a:pt x="507296" y="1116441"/>
                  </a:lnTo>
                  <a:lnTo>
                    <a:pt x="507253" y="1116443"/>
                  </a:lnTo>
                  <a:lnTo>
                    <a:pt x="507242" y="1116444"/>
                  </a:lnTo>
                  <a:lnTo>
                    <a:pt x="507231" y="1116445"/>
                  </a:lnTo>
                  <a:lnTo>
                    <a:pt x="507188" y="1116451"/>
                  </a:lnTo>
                  <a:lnTo>
                    <a:pt x="507175" y="1116454"/>
                  </a:lnTo>
                  <a:lnTo>
                    <a:pt x="507157" y="1116458"/>
                  </a:lnTo>
                  <a:lnTo>
                    <a:pt x="507126" y="1116466"/>
                  </a:lnTo>
                  <a:lnTo>
                    <a:pt x="507117" y="1116468"/>
                  </a:lnTo>
                  <a:lnTo>
                    <a:pt x="507106" y="1116469"/>
                  </a:lnTo>
                  <a:lnTo>
                    <a:pt x="507087" y="1116471"/>
                  </a:lnTo>
                  <a:lnTo>
                    <a:pt x="507067" y="1116474"/>
                  </a:lnTo>
                  <a:lnTo>
                    <a:pt x="507056" y="1116475"/>
                  </a:lnTo>
                  <a:lnTo>
                    <a:pt x="507045" y="1116477"/>
                  </a:lnTo>
                  <a:lnTo>
                    <a:pt x="507041" y="1116478"/>
                  </a:lnTo>
                  <a:lnTo>
                    <a:pt x="507034" y="1116479"/>
                  </a:lnTo>
                  <a:lnTo>
                    <a:pt x="507025" y="1116482"/>
                  </a:lnTo>
                  <a:lnTo>
                    <a:pt x="507015" y="1116484"/>
                  </a:lnTo>
                  <a:lnTo>
                    <a:pt x="507007" y="1116487"/>
                  </a:lnTo>
                  <a:lnTo>
                    <a:pt x="507000" y="1116490"/>
                  </a:lnTo>
                  <a:lnTo>
                    <a:pt x="506992" y="1116493"/>
                  </a:lnTo>
                  <a:lnTo>
                    <a:pt x="506981" y="1116499"/>
                  </a:lnTo>
                  <a:lnTo>
                    <a:pt x="506972" y="1116504"/>
                  </a:lnTo>
                  <a:lnTo>
                    <a:pt x="506936" y="1116529"/>
                  </a:lnTo>
                  <a:lnTo>
                    <a:pt x="506914" y="1116545"/>
                  </a:lnTo>
                  <a:lnTo>
                    <a:pt x="506891" y="1116561"/>
                  </a:lnTo>
                  <a:lnTo>
                    <a:pt x="506870" y="1116577"/>
                  </a:lnTo>
                  <a:lnTo>
                    <a:pt x="506861" y="1116584"/>
                  </a:lnTo>
                  <a:lnTo>
                    <a:pt x="506856" y="1116589"/>
                  </a:lnTo>
                  <a:lnTo>
                    <a:pt x="506847" y="1116598"/>
                  </a:lnTo>
                  <a:lnTo>
                    <a:pt x="506838" y="1116607"/>
                  </a:lnTo>
                  <a:lnTo>
                    <a:pt x="506833" y="1116613"/>
                  </a:lnTo>
                  <a:lnTo>
                    <a:pt x="506825" y="1116624"/>
                  </a:lnTo>
                  <a:lnTo>
                    <a:pt x="506820" y="1116627"/>
                  </a:lnTo>
                  <a:lnTo>
                    <a:pt x="506815" y="1116627"/>
                  </a:lnTo>
                  <a:lnTo>
                    <a:pt x="506810" y="1116625"/>
                  </a:lnTo>
                  <a:lnTo>
                    <a:pt x="506801" y="1116622"/>
                  </a:lnTo>
                  <a:lnTo>
                    <a:pt x="506790" y="1116619"/>
                  </a:lnTo>
                  <a:lnTo>
                    <a:pt x="506779" y="1116615"/>
                  </a:lnTo>
                  <a:lnTo>
                    <a:pt x="506770" y="1116611"/>
                  </a:lnTo>
                  <a:lnTo>
                    <a:pt x="506761" y="1116607"/>
                  </a:lnTo>
                  <a:lnTo>
                    <a:pt x="506751" y="1116603"/>
                  </a:lnTo>
                  <a:lnTo>
                    <a:pt x="506735" y="1116595"/>
                  </a:lnTo>
                  <a:lnTo>
                    <a:pt x="506727" y="1116590"/>
                  </a:lnTo>
                  <a:lnTo>
                    <a:pt x="506716" y="1116584"/>
                  </a:lnTo>
                  <a:lnTo>
                    <a:pt x="506705" y="1116579"/>
                  </a:lnTo>
                  <a:lnTo>
                    <a:pt x="506633" y="1116540"/>
                  </a:lnTo>
                  <a:lnTo>
                    <a:pt x="506616" y="1116531"/>
                  </a:lnTo>
                  <a:lnTo>
                    <a:pt x="506608" y="1116527"/>
                  </a:lnTo>
                  <a:lnTo>
                    <a:pt x="506599" y="1116524"/>
                  </a:lnTo>
                  <a:lnTo>
                    <a:pt x="506559" y="1116508"/>
                  </a:lnTo>
                  <a:lnTo>
                    <a:pt x="506551" y="1116505"/>
                  </a:lnTo>
                  <a:lnTo>
                    <a:pt x="506544" y="1116501"/>
                  </a:lnTo>
                  <a:lnTo>
                    <a:pt x="506537" y="1116498"/>
                  </a:lnTo>
                  <a:lnTo>
                    <a:pt x="506530" y="1116493"/>
                  </a:lnTo>
                  <a:lnTo>
                    <a:pt x="506498" y="1116475"/>
                  </a:lnTo>
                  <a:lnTo>
                    <a:pt x="506489" y="1116469"/>
                  </a:lnTo>
                  <a:lnTo>
                    <a:pt x="506481" y="1116466"/>
                  </a:lnTo>
                  <a:lnTo>
                    <a:pt x="506476" y="1116464"/>
                  </a:lnTo>
                  <a:lnTo>
                    <a:pt x="506469" y="1116462"/>
                  </a:lnTo>
                  <a:lnTo>
                    <a:pt x="506457" y="1116460"/>
                  </a:lnTo>
                  <a:lnTo>
                    <a:pt x="506441" y="1116457"/>
                  </a:lnTo>
                  <a:lnTo>
                    <a:pt x="506420" y="1116453"/>
                  </a:lnTo>
                  <a:lnTo>
                    <a:pt x="506400" y="1116450"/>
                  </a:lnTo>
                  <a:lnTo>
                    <a:pt x="506364" y="1116443"/>
                  </a:lnTo>
                  <a:lnTo>
                    <a:pt x="506353" y="1116442"/>
                  </a:lnTo>
                  <a:lnTo>
                    <a:pt x="506342" y="1116440"/>
                  </a:lnTo>
                  <a:lnTo>
                    <a:pt x="506318" y="1116438"/>
                  </a:lnTo>
                  <a:lnTo>
                    <a:pt x="506305" y="1116437"/>
                  </a:lnTo>
                  <a:lnTo>
                    <a:pt x="506296" y="1116436"/>
                  </a:lnTo>
                  <a:lnTo>
                    <a:pt x="506290" y="1116436"/>
                  </a:lnTo>
                  <a:lnTo>
                    <a:pt x="506285" y="1116437"/>
                  </a:lnTo>
                  <a:lnTo>
                    <a:pt x="506278" y="1116438"/>
                  </a:lnTo>
                  <a:lnTo>
                    <a:pt x="506260" y="1116443"/>
                  </a:lnTo>
                  <a:lnTo>
                    <a:pt x="506228" y="1116452"/>
                  </a:lnTo>
                  <a:lnTo>
                    <a:pt x="506206" y="1116458"/>
                  </a:lnTo>
                  <a:lnTo>
                    <a:pt x="506193" y="1116461"/>
                  </a:lnTo>
                  <a:lnTo>
                    <a:pt x="506183" y="1116463"/>
                  </a:lnTo>
                  <a:lnTo>
                    <a:pt x="506173" y="1116465"/>
                  </a:lnTo>
                  <a:lnTo>
                    <a:pt x="506163" y="1116466"/>
                  </a:lnTo>
                  <a:lnTo>
                    <a:pt x="506146" y="1116468"/>
                  </a:lnTo>
                  <a:lnTo>
                    <a:pt x="506138" y="1116469"/>
                  </a:lnTo>
                  <a:lnTo>
                    <a:pt x="506129" y="1116471"/>
                  </a:lnTo>
                  <a:lnTo>
                    <a:pt x="506122" y="1116473"/>
                  </a:lnTo>
                  <a:lnTo>
                    <a:pt x="506100" y="1116479"/>
                  </a:lnTo>
                  <a:lnTo>
                    <a:pt x="506084" y="1116483"/>
                  </a:lnTo>
                  <a:lnTo>
                    <a:pt x="506056" y="1116491"/>
                  </a:lnTo>
                  <a:lnTo>
                    <a:pt x="506044" y="1116494"/>
                  </a:lnTo>
                  <a:lnTo>
                    <a:pt x="506039" y="1116495"/>
                  </a:lnTo>
                  <a:lnTo>
                    <a:pt x="506033" y="1116496"/>
                  </a:lnTo>
                  <a:lnTo>
                    <a:pt x="506028" y="1116496"/>
                  </a:lnTo>
                  <a:lnTo>
                    <a:pt x="506017" y="1116493"/>
                  </a:lnTo>
                  <a:lnTo>
                    <a:pt x="505998" y="1116487"/>
                  </a:lnTo>
                  <a:lnTo>
                    <a:pt x="505991" y="1116486"/>
                  </a:lnTo>
                  <a:lnTo>
                    <a:pt x="505985" y="1116485"/>
                  </a:lnTo>
                  <a:lnTo>
                    <a:pt x="505977" y="1116483"/>
                  </a:lnTo>
                  <a:lnTo>
                    <a:pt x="505951" y="1116481"/>
                  </a:lnTo>
                  <a:lnTo>
                    <a:pt x="505944" y="1116480"/>
                  </a:lnTo>
                  <a:lnTo>
                    <a:pt x="505939" y="1116479"/>
                  </a:lnTo>
                  <a:lnTo>
                    <a:pt x="505935" y="1116477"/>
                  </a:lnTo>
                  <a:lnTo>
                    <a:pt x="505926" y="1116473"/>
                  </a:lnTo>
                  <a:lnTo>
                    <a:pt x="505914" y="1116466"/>
                  </a:lnTo>
                  <a:lnTo>
                    <a:pt x="505905" y="1116461"/>
                  </a:lnTo>
                  <a:lnTo>
                    <a:pt x="505872" y="1116442"/>
                  </a:lnTo>
                  <a:lnTo>
                    <a:pt x="505853" y="1116430"/>
                  </a:lnTo>
                  <a:lnTo>
                    <a:pt x="505826" y="1116413"/>
                  </a:lnTo>
                  <a:lnTo>
                    <a:pt x="505806" y="1116400"/>
                  </a:lnTo>
                  <a:lnTo>
                    <a:pt x="505793" y="1116392"/>
                  </a:lnTo>
                  <a:lnTo>
                    <a:pt x="505787" y="1116388"/>
                  </a:lnTo>
                  <a:lnTo>
                    <a:pt x="505783" y="1116384"/>
                  </a:lnTo>
                  <a:lnTo>
                    <a:pt x="505780" y="1116381"/>
                  </a:lnTo>
                  <a:lnTo>
                    <a:pt x="505776" y="1116376"/>
                  </a:lnTo>
                  <a:lnTo>
                    <a:pt x="505772" y="1116368"/>
                  </a:lnTo>
                  <a:lnTo>
                    <a:pt x="505758" y="1116344"/>
                  </a:lnTo>
                  <a:lnTo>
                    <a:pt x="505754" y="1116337"/>
                  </a:lnTo>
                  <a:lnTo>
                    <a:pt x="505738" y="1116307"/>
                  </a:lnTo>
                  <a:lnTo>
                    <a:pt x="505735" y="1116303"/>
                  </a:lnTo>
                  <a:lnTo>
                    <a:pt x="505718" y="1116274"/>
                  </a:lnTo>
                  <a:lnTo>
                    <a:pt x="505710" y="1116262"/>
                  </a:lnTo>
                  <a:lnTo>
                    <a:pt x="505704" y="1116251"/>
                  </a:lnTo>
                  <a:lnTo>
                    <a:pt x="505697" y="1116240"/>
                  </a:lnTo>
                  <a:lnTo>
                    <a:pt x="505688" y="1116228"/>
                  </a:lnTo>
                  <a:lnTo>
                    <a:pt x="505679" y="1116216"/>
                  </a:lnTo>
                  <a:lnTo>
                    <a:pt x="505660" y="1116190"/>
                  </a:lnTo>
                  <a:lnTo>
                    <a:pt x="505649" y="1116175"/>
                  </a:lnTo>
                  <a:lnTo>
                    <a:pt x="505642" y="1116164"/>
                  </a:lnTo>
                  <a:lnTo>
                    <a:pt x="505634" y="1116152"/>
                  </a:lnTo>
                  <a:lnTo>
                    <a:pt x="505627" y="1116141"/>
                  </a:lnTo>
                  <a:lnTo>
                    <a:pt x="505623" y="1116133"/>
                  </a:lnTo>
                  <a:lnTo>
                    <a:pt x="505619" y="1116126"/>
                  </a:lnTo>
                  <a:lnTo>
                    <a:pt x="505617" y="1116119"/>
                  </a:lnTo>
                  <a:lnTo>
                    <a:pt x="505615" y="1116111"/>
                  </a:lnTo>
                  <a:lnTo>
                    <a:pt x="505612" y="1116099"/>
                  </a:lnTo>
                  <a:lnTo>
                    <a:pt x="505610" y="1116091"/>
                  </a:lnTo>
                  <a:lnTo>
                    <a:pt x="505609" y="1116082"/>
                  </a:lnTo>
                  <a:lnTo>
                    <a:pt x="505607" y="1116065"/>
                  </a:lnTo>
                  <a:lnTo>
                    <a:pt x="505604" y="1116042"/>
                  </a:lnTo>
                  <a:lnTo>
                    <a:pt x="505603" y="1116033"/>
                  </a:lnTo>
                  <a:lnTo>
                    <a:pt x="505603" y="1116025"/>
                  </a:lnTo>
                  <a:lnTo>
                    <a:pt x="505601" y="1116003"/>
                  </a:lnTo>
                  <a:lnTo>
                    <a:pt x="505600" y="1115998"/>
                  </a:lnTo>
                  <a:lnTo>
                    <a:pt x="505599" y="1115993"/>
                  </a:lnTo>
                  <a:lnTo>
                    <a:pt x="505596" y="1115982"/>
                  </a:lnTo>
                  <a:lnTo>
                    <a:pt x="505592" y="1115972"/>
                  </a:lnTo>
                  <a:lnTo>
                    <a:pt x="505586" y="1115958"/>
                  </a:lnTo>
                  <a:lnTo>
                    <a:pt x="505574" y="1115929"/>
                  </a:lnTo>
                  <a:lnTo>
                    <a:pt x="505569" y="1115917"/>
                  </a:lnTo>
                  <a:lnTo>
                    <a:pt x="505566" y="1115908"/>
                  </a:lnTo>
                  <a:lnTo>
                    <a:pt x="505562" y="1115898"/>
                  </a:lnTo>
                  <a:lnTo>
                    <a:pt x="505560" y="1115889"/>
                  </a:lnTo>
                  <a:lnTo>
                    <a:pt x="505559" y="1115882"/>
                  </a:lnTo>
                  <a:lnTo>
                    <a:pt x="505560" y="1115876"/>
                  </a:lnTo>
                  <a:lnTo>
                    <a:pt x="505562" y="1115871"/>
                  </a:lnTo>
                  <a:lnTo>
                    <a:pt x="505565" y="1115868"/>
                  </a:lnTo>
                  <a:lnTo>
                    <a:pt x="505568" y="1115865"/>
                  </a:lnTo>
                  <a:lnTo>
                    <a:pt x="505573" y="1115861"/>
                  </a:lnTo>
                  <a:lnTo>
                    <a:pt x="505589" y="1115850"/>
                  </a:lnTo>
                  <a:lnTo>
                    <a:pt x="505600" y="1115841"/>
                  </a:lnTo>
                  <a:lnTo>
                    <a:pt x="505614" y="1115832"/>
                  </a:lnTo>
                  <a:lnTo>
                    <a:pt x="505624" y="1115826"/>
                  </a:lnTo>
                  <a:lnTo>
                    <a:pt x="505634" y="1115820"/>
                  </a:lnTo>
                  <a:lnTo>
                    <a:pt x="505638" y="1115818"/>
                  </a:lnTo>
                  <a:lnTo>
                    <a:pt x="505651" y="1115810"/>
                  </a:lnTo>
                  <a:lnTo>
                    <a:pt x="505688" y="1115790"/>
                  </a:lnTo>
                  <a:lnTo>
                    <a:pt x="505724" y="1115770"/>
                  </a:lnTo>
                  <a:lnTo>
                    <a:pt x="505732" y="1115765"/>
                  </a:lnTo>
                  <a:lnTo>
                    <a:pt x="505739" y="1115760"/>
                  </a:lnTo>
                  <a:lnTo>
                    <a:pt x="505743" y="1115757"/>
                  </a:lnTo>
                  <a:lnTo>
                    <a:pt x="505746" y="1115753"/>
                  </a:lnTo>
                  <a:lnTo>
                    <a:pt x="505756" y="1115742"/>
                  </a:lnTo>
                  <a:lnTo>
                    <a:pt x="505764" y="1115732"/>
                  </a:lnTo>
                  <a:lnTo>
                    <a:pt x="505768" y="1115725"/>
                  </a:lnTo>
                  <a:lnTo>
                    <a:pt x="505771" y="1115721"/>
                  </a:lnTo>
                  <a:lnTo>
                    <a:pt x="505773" y="1115712"/>
                  </a:lnTo>
                  <a:lnTo>
                    <a:pt x="505775" y="1115703"/>
                  </a:lnTo>
                  <a:lnTo>
                    <a:pt x="505777" y="1115695"/>
                  </a:lnTo>
                  <a:lnTo>
                    <a:pt x="505777" y="1115687"/>
                  </a:lnTo>
                  <a:lnTo>
                    <a:pt x="505776" y="1115683"/>
                  </a:lnTo>
                  <a:lnTo>
                    <a:pt x="505774" y="1115676"/>
                  </a:lnTo>
                  <a:lnTo>
                    <a:pt x="505771" y="1115666"/>
                  </a:lnTo>
                  <a:lnTo>
                    <a:pt x="505764" y="1115647"/>
                  </a:lnTo>
                  <a:lnTo>
                    <a:pt x="505749" y="1115610"/>
                  </a:lnTo>
                  <a:lnTo>
                    <a:pt x="505741" y="1115588"/>
                  </a:lnTo>
                  <a:lnTo>
                    <a:pt x="505732" y="1115562"/>
                  </a:lnTo>
                  <a:lnTo>
                    <a:pt x="505714" y="1115506"/>
                  </a:lnTo>
                  <a:lnTo>
                    <a:pt x="505711" y="1115497"/>
                  </a:lnTo>
                  <a:lnTo>
                    <a:pt x="505708" y="1115491"/>
                  </a:lnTo>
                  <a:lnTo>
                    <a:pt x="505705" y="1115484"/>
                  </a:lnTo>
                  <a:lnTo>
                    <a:pt x="505701" y="1115477"/>
                  </a:lnTo>
                  <a:lnTo>
                    <a:pt x="505697" y="1115470"/>
                  </a:lnTo>
                  <a:lnTo>
                    <a:pt x="505693" y="1115463"/>
                  </a:lnTo>
                  <a:lnTo>
                    <a:pt x="505687" y="1115454"/>
                  </a:lnTo>
                  <a:lnTo>
                    <a:pt x="505676" y="1115440"/>
                  </a:lnTo>
                  <a:lnTo>
                    <a:pt x="505667" y="1115428"/>
                  </a:lnTo>
                  <a:lnTo>
                    <a:pt x="505661" y="1115425"/>
                  </a:lnTo>
                  <a:lnTo>
                    <a:pt x="505652" y="1115418"/>
                  </a:lnTo>
                  <a:lnTo>
                    <a:pt x="505647" y="1115411"/>
                  </a:lnTo>
                  <a:lnTo>
                    <a:pt x="505642" y="1115406"/>
                  </a:lnTo>
                  <a:lnTo>
                    <a:pt x="505638" y="1115395"/>
                  </a:lnTo>
                  <a:lnTo>
                    <a:pt x="505636" y="1115385"/>
                  </a:lnTo>
                  <a:lnTo>
                    <a:pt x="505637" y="1115377"/>
                  </a:lnTo>
                  <a:lnTo>
                    <a:pt x="505639" y="1115362"/>
                  </a:lnTo>
                  <a:lnTo>
                    <a:pt x="505640" y="1115352"/>
                  </a:lnTo>
                  <a:lnTo>
                    <a:pt x="505639" y="1115345"/>
                  </a:lnTo>
                  <a:lnTo>
                    <a:pt x="505634" y="1115337"/>
                  </a:lnTo>
                  <a:lnTo>
                    <a:pt x="505625" y="1115324"/>
                  </a:lnTo>
                  <a:lnTo>
                    <a:pt x="505614" y="1115313"/>
                  </a:lnTo>
                  <a:lnTo>
                    <a:pt x="505600" y="1115302"/>
                  </a:lnTo>
                  <a:lnTo>
                    <a:pt x="505587" y="1115294"/>
                  </a:lnTo>
                  <a:lnTo>
                    <a:pt x="505580" y="1115290"/>
                  </a:lnTo>
                  <a:lnTo>
                    <a:pt x="505570" y="1115282"/>
                  </a:lnTo>
                  <a:lnTo>
                    <a:pt x="505561" y="1115274"/>
                  </a:lnTo>
                  <a:lnTo>
                    <a:pt x="505555" y="1115269"/>
                  </a:lnTo>
                  <a:lnTo>
                    <a:pt x="505549" y="1115263"/>
                  </a:lnTo>
                  <a:lnTo>
                    <a:pt x="505530" y="1115236"/>
                  </a:lnTo>
                  <a:lnTo>
                    <a:pt x="505523" y="1115233"/>
                  </a:lnTo>
                  <a:lnTo>
                    <a:pt x="505506" y="1115228"/>
                  </a:lnTo>
                  <a:lnTo>
                    <a:pt x="505461" y="1115218"/>
                  </a:lnTo>
                  <a:lnTo>
                    <a:pt x="505382" y="1115202"/>
                  </a:lnTo>
                  <a:lnTo>
                    <a:pt x="505313" y="1115188"/>
                  </a:lnTo>
                  <a:lnTo>
                    <a:pt x="505301" y="1115185"/>
                  </a:lnTo>
                  <a:lnTo>
                    <a:pt x="505291" y="1115183"/>
                  </a:lnTo>
                  <a:lnTo>
                    <a:pt x="505249" y="1115170"/>
                  </a:lnTo>
                  <a:lnTo>
                    <a:pt x="505241" y="1115169"/>
                  </a:lnTo>
                  <a:lnTo>
                    <a:pt x="505206" y="1115164"/>
                  </a:lnTo>
                  <a:lnTo>
                    <a:pt x="505149" y="1115156"/>
                  </a:lnTo>
                  <a:lnTo>
                    <a:pt x="505061" y="1115148"/>
                  </a:lnTo>
                  <a:lnTo>
                    <a:pt x="505053" y="1115147"/>
                  </a:lnTo>
                  <a:lnTo>
                    <a:pt x="505036" y="1115146"/>
                  </a:lnTo>
                  <a:lnTo>
                    <a:pt x="505011" y="1114992"/>
                  </a:lnTo>
                  <a:lnTo>
                    <a:pt x="505011" y="1114984"/>
                  </a:lnTo>
                  <a:lnTo>
                    <a:pt x="505011" y="1114976"/>
                  </a:lnTo>
                  <a:lnTo>
                    <a:pt x="504955" y="1114955"/>
                  </a:lnTo>
                  <a:lnTo>
                    <a:pt x="504877" y="1114924"/>
                  </a:lnTo>
                  <a:lnTo>
                    <a:pt x="504848" y="1114913"/>
                  </a:lnTo>
                  <a:lnTo>
                    <a:pt x="504761" y="1114883"/>
                  </a:lnTo>
                  <a:lnTo>
                    <a:pt x="504704" y="1114863"/>
                  </a:lnTo>
                  <a:lnTo>
                    <a:pt x="504672" y="1114851"/>
                  </a:lnTo>
                  <a:lnTo>
                    <a:pt x="504661" y="1114847"/>
                  </a:lnTo>
                  <a:lnTo>
                    <a:pt x="504653" y="1114843"/>
                  </a:lnTo>
                  <a:lnTo>
                    <a:pt x="504643" y="1114838"/>
                  </a:lnTo>
                  <a:lnTo>
                    <a:pt x="504631" y="1114832"/>
                  </a:lnTo>
                  <a:lnTo>
                    <a:pt x="504617" y="1114822"/>
                  </a:lnTo>
                  <a:lnTo>
                    <a:pt x="504613" y="1114819"/>
                  </a:lnTo>
                  <a:lnTo>
                    <a:pt x="504609" y="1114816"/>
                  </a:lnTo>
                  <a:lnTo>
                    <a:pt x="504602" y="1114810"/>
                  </a:lnTo>
                  <a:lnTo>
                    <a:pt x="504590" y="1114798"/>
                  </a:lnTo>
                  <a:lnTo>
                    <a:pt x="504585" y="1114791"/>
                  </a:lnTo>
                  <a:lnTo>
                    <a:pt x="504572" y="1114775"/>
                  </a:lnTo>
                  <a:lnTo>
                    <a:pt x="504567" y="1114770"/>
                  </a:lnTo>
                  <a:lnTo>
                    <a:pt x="504563" y="1114767"/>
                  </a:lnTo>
                  <a:lnTo>
                    <a:pt x="504559" y="1114765"/>
                  </a:lnTo>
                  <a:lnTo>
                    <a:pt x="504553" y="1114763"/>
                  </a:lnTo>
                  <a:lnTo>
                    <a:pt x="504504" y="1114760"/>
                  </a:lnTo>
                  <a:lnTo>
                    <a:pt x="504482" y="1114759"/>
                  </a:lnTo>
                  <a:lnTo>
                    <a:pt x="504478" y="1114760"/>
                  </a:lnTo>
                  <a:lnTo>
                    <a:pt x="504474" y="1114764"/>
                  </a:lnTo>
                  <a:lnTo>
                    <a:pt x="504471" y="1114768"/>
                  </a:lnTo>
                  <a:lnTo>
                    <a:pt x="504466" y="1114775"/>
                  </a:lnTo>
                  <a:lnTo>
                    <a:pt x="504451" y="1114799"/>
                  </a:lnTo>
                  <a:lnTo>
                    <a:pt x="504442" y="1114812"/>
                  </a:lnTo>
                  <a:lnTo>
                    <a:pt x="504433" y="1114824"/>
                  </a:lnTo>
                  <a:lnTo>
                    <a:pt x="504423" y="1114836"/>
                  </a:lnTo>
                  <a:lnTo>
                    <a:pt x="504418" y="1114842"/>
                  </a:lnTo>
                  <a:lnTo>
                    <a:pt x="504412" y="1114849"/>
                  </a:lnTo>
                  <a:lnTo>
                    <a:pt x="504405" y="1114856"/>
                  </a:lnTo>
                  <a:lnTo>
                    <a:pt x="504401" y="1114860"/>
                  </a:lnTo>
                  <a:lnTo>
                    <a:pt x="504397" y="1114863"/>
                  </a:lnTo>
                  <a:lnTo>
                    <a:pt x="504391" y="1114867"/>
                  </a:lnTo>
                  <a:lnTo>
                    <a:pt x="504385" y="1114869"/>
                  </a:lnTo>
                  <a:lnTo>
                    <a:pt x="504379" y="1114868"/>
                  </a:lnTo>
                  <a:lnTo>
                    <a:pt x="504372" y="1114867"/>
                  </a:lnTo>
                  <a:lnTo>
                    <a:pt x="504353" y="1114861"/>
                  </a:lnTo>
                  <a:lnTo>
                    <a:pt x="504345" y="1114859"/>
                  </a:lnTo>
                  <a:lnTo>
                    <a:pt x="504322" y="1114851"/>
                  </a:lnTo>
                  <a:lnTo>
                    <a:pt x="504309" y="1114846"/>
                  </a:lnTo>
                  <a:lnTo>
                    <a:pt x="504296" y="1114840"/>
                  </a:lnTo>
                  <a:lnTo>
                    <a:pt x="504285" y="1114834"/>
                  </a:lnTo>
                  <a:lnTo>
                    <a:pt x="504281" y="1114832"/>
                  </a:lnTo>
                  <a:lnTo>
                    <a:pt x="504254" y="1114818"/>
                  </a:lnTo>
                  <a:lnTo>
                    <a:pt x="504248" y="1114821"/>
                  </a:lnTo>
                  <a:lnTo>
                    <a:pt x="504228" y="1114857"/>
                  </a:lnTo>
                  <a:lnTo>
                    <a:pt x="504223" y="1114865"/>
                  </a:lnTo>
                  <a:lnTo>
                    <a:pt x="504219" y="1114871"/>
                  </a:lnTo>
                  <a:lnTo>
                    <a:pt x="504215" y="1114877"/>
                  </a:lnTo>
                  <a:lnTo>
                    <a:pt x="504206" y="1114886"/>
                  </a:lnTo>
                  <a:lnTo>
                    <a:pt x="504199" y="1114893"/>
                  </a:lnTo>
                  <a:lnTo>
                    <a:pt x="504194" y="1114898"/>
                  </a:lnTo>
                  <a:lnTo>
                    <a:pt x="504188" y="1114902"/>
                  </a:lnTo>
                  <a:lnTo>
                    <a:pt x="504181" y="1114906"/>
                  </a:lnTo>
                  <a:lnTo>
                    <a:pt x="504173" y="1114909"/>
                  </a:lnTo>
                  <a:lnTo>
                    <a:pt x="504166" y="1114912"/>
                  </a:lnTo>
                  <a:lnTo>
                    <a:pt x="504160" y="1114913"/>
                  </a:lnTo>
                  <a:lnTo>
                    <a:pt x="504151" y="1114915"/>
                  </a:lnTo>
                  <a:lnTo>
                    <a:pt x="504126" y="1114918"/>
                  </a:lnTo>
                  <a:lnTo>
                    <a:pt x="504109" y="1114925"/>
                  </a:lnTo>
                  <a:lnTo>
                    <a:pt x="504096" y="1114932"/>
                  </a:lnTo>
                  <a:lnTo>
                    <a:pt x="504083" y="1114939"/>
                  </a:lnTo>
                  <a:lnTo>
                    <a:pt x="504068" y="1114948"/>
                  </a:lnTo>
                  <a:lnTo>
                    <a:pt x="504057" y="1114955"/>
                  </a:lnTo>
                  <a:lnTo>
                    <a:pt x="504048" y="1114962"/>
                  </a:lnTo>
                  <a:lnTo>
                    <a:pt x="504038" y="1114970"/>
                  </a:lnTo>
                  <a:lnTo>
                    <a:pt x="504031" y="1114977"/>
                  </a:lnTo>
                  <a:lnTo>
                    <a:pt x="504026" y="1114982"/>
                  </a:lnTo>
                  <a:lnTo>
                    <a:pt x="504021" y="1114988"/>
                  </a:lnTo>
                  <a:lnTo>
                    <a:pt x="504015" y="1114996"/>
                  </a:lnTo>
                  <a:lnTo>
                    <a:pt x="504011" y="1115002"/>
                  </a:lnTo>
                  <a:lnTo>
                    <a:pt x="504008" y="1115008"/>
                  </a:lnTo>
                  <a:lnTo>
                    <a:pt x="504006" y="1115013"/>
                  </a:lnTo>
                  <a:lnTo>
                    <a:pt x="504006" y="1115021"/>
                  </a:lnTo>
                  <a:lnTo>
                    <a:pt x="504011" y="1115029"/>
                  </a:lnTo>
                  <a:lnTo>
                    <a:pt x="504015" y="1115037"/>
                  </a:lnTo>
                  <a:lnTo>
                    <a:pt x="504017" y="1115044"/>
                  </a:lnTo>
                  <a:lnTo>
                    <a:pt x="504019" y="1115053"/>
                  </a:lnTo>
                  <a:lnTo>
                    <a:pt x="504021" y="1115064"/>
                  </a:lnTo>
                  <a:lnTo>
                    <a:pt x="504022" y="1115075"/>
                  </a:lnTo>
                  <a:lnTo>
                    <a:pt x="504023" y="1115086"/>
                  </a:lnTo>
                  <a:lnTo>
                    <a:pt x="504023" y="1115097"/>
                  </a:lnTo>
                  <a:lnTo>
                    <a:pt x="504023" y="1115106"/>
                  </a:lnTo>
                  <a:lnTo>
                    <a:pt x="504022" y="1115113"/>
                  </a:lnTo>
                  <a:lnTo>
                    <a:pt x="504021" y="1115118"/>
                  </a:lnTo>
                  <a:lnTo>
                    <a:pt x="504011" y="1115138"/>
                  </a:lnTo>
                  <a:lnTo>
                    <a:pt x="503994" y="1115154"/>
                  </a:lnTo>
                  <a:lnTo>
                    <a:pt x="503980" y="1115167"/>
                  </a:lnTo>
                  <a:lnTo>
                    <a:pt x="503964" y="1115182"/>
                  </a:lnTo>
                  <a:lnTo>
                    <a:pt x="503956" y="1115196"/>
                  </a:lnTo>
                  <a:lnTo>
                    <a:pt x="503953" y="1115210"/>
                  </a:lnTo>
                  <a:lnTo>
                    <a:pt x="503952" y="1115226"/>
                  </a:lnTo>
                  <a:lnTo>
                    <a:pt x="503958" y="1115239"/>
                  </a:lnTo>
                  <a:lnTo>
                    <a:pt x="503968" y="1115258"/>
                  </a:lnTo>
                  <a:lnTo>
                    <a:pt x="503975" y="1115271"/>
                  </a:lnTo>
                  <a:lnTo>
                    <a:pt x="503982" y="1115282"/>
                  </a:lnTo>
                  <a:lnTo>
                    <a:pt x="503992" y="1115291"/>
                  </a:lnTo>
                  <a:lnTo>
                    <a:pt x="503998" y="1115296"/>
                  </a:lnTo>
                  <a:lnTo>
                    <a:pt x="504003" y="1115302"/>
                  </a:lnTo>
                  <a:lnTo>
                    <a:pt x="504009" y="1115310"/>
                  </a:lnTo>
                  <a:lnTo>
                    <a:pt x="504014" y="1115317"/>
                  </a:lnTo>
                  <a:lnTo>
                    <a:pt x="504022" y="1115327"/>
                  </a:lnTo>
                  <a:lnTo>
                    <a:pt x="504028" y="1115334"/>
                  </a:lnTo>
                  <a:lnTo>
                    <a:pt x="504033" y="1115341"/>
                  </a:lnTo>
                  <a:lnTo>
                    <a:pt x="504037" y="1115348"/>
                  </a:lnTo>
                  <a:lnTo>
                    <a:pt x="504042" y="1115356"/>
                  </a:lnTo>
                  <a:lnTo>
                    <a:pt x="504045" y="1115361"/>
                  </a:lnTo>
                  <a:lnTo>
                    <a:pt x="504050" y="1115367"/>
                  </a:lnTo>
                  <a:lnTo>
                    <a:pt x="504059" y="1115379"/>
                  </a:lnTo>
                  <a:lnTo>
                    <a:pt x="504071" y="1115393"/>
                  </a:lnTo>
                  <a:lnTo>
                    <a:pt x="504079" y="1115404"/>
                  </a:lnTo>
                  <a:lnTo>
                    <a:pt x="504088" y="1115418"/>
                  </a:lnTo>
                  <a:lnTo>
                    <a:pt x="504099" y="1115433"/>
                  </a:lnTo>
                  <a:lnTo>
                    <a:pt x="504106" y="1115446"/>
                  </a:lnTo>
                  <a:lnTo>
                    <a:pt x="504112" y="1115457"/>
                  </a:lnTo>
                  <a:lnTo>
                    <a:pt x="504116" y="1115466"/>
                  </a:lnTo>
                  <a:lnTo>
                    <a:pt x="504119" y="1115473"/>
                  </a:lnTo>
                  <a:lnTo>
                    <a:pt x="504121" y="1115481"/>
                  </a:lnTo>
                  <a:lnTo>
                    <a:pt x="504127" y="1115500"/>
                  </a:lnTo>
                  <a:lnTo>
                    <a:pt x="504130" y="1115507"/>
                  </a:lnTo>
                  <a:lnTo>
                    <a:pt x="504134" y="1115515"/>
                  </a:lnTo>
                  <a:lnTo>
                    <a:pt x="504139" y="1115522"/>
                  </a:lnTo>
                  <a:lnTo>
                    <a:pt x="504157" y="1115549"/>
                  </a:lnTo>
                  <a:lnTo>
                    <a:pt x="504161" y="1115555"/>
                  </a:lnTo>
                  <a:lnTo>
                    <a:pt x="504163" y="1115560"/>
                  </a:lnTo>
                  <a:lnTo>
                    <a:pt x="504166" y="1115568"/>
                  </a:lnTo>
                  <a:lnTo>
                    <a:pt x="504178" y="1115605"/>
                  </a:lnTo>
                  <a:lnTo>
                    <a:pt x="504179" y="1115615"/>
                  </a:lnTo>
                  <a:lnTo>
                    <a:pt x="504177" y="1115625"/>
                  </a:lnTo>
                  <a:lnTo>
                    <a:pt x="504173" y="1115645"/>
                  </a:lnTo>
                  <a:lnTo>
                    <a:pt x="504172" y="1115653"/>
                  </a:lnTo>
                  <a:lnTo>
                    <a:pt x="504174" y="1115667"/>
                  </a:lnTo>
                  <a:lnTo>
                    <a:pt x="504178" y="1115680"/>
                  </a:lnTo>
                  <a:lnTo>
                    <a:pt x="504181" y="1115698"/>
                  </a:lnTo>
                  <a:lnTo>
                    <a:pt x="504181" y="1115707"/>
                  </a:lnTo>
                  <a:lnTo>
                    <a:pt x="504175" y="1115713"/>
                  </a:lnTo>
                  <a:lnTo>
                    <a:pt x="504169" y="1115721"/>
                  </a:lnTo>
                  <a:lnTo>
                    <a:pt x="504160" y="1115732"/>
                  </a:lnTo>
                  <a:lnTo>
                    <a:pt x="504150" y="1115747"/>
                  </a:lnTo>
                  <a:lnTo>
                    <a:pt x="504140" y="1115762"/>
                  </a:lnTo>
                  <a:lnTo>
                    <a:pt x="504131" y="1115775"/>
                  </a:lnTo>
                  <a:lnTo>
                    <a:pt x="504123" y="1115789"/>
                  </a:lnTo>
                  <a:lnTo>
                    <a:pt x="504116" y="1115800"/>
                  </a:lnTo>
                  <a:lnTo>
                    <a:pt x="504112" y="1115805"/>
                  </a:lnTo>
                  <a:lnTo>
                    <a:pt x="504109" y="1115817"/>
                  </a:lnTo>
                  <a:lnTo>
                    <a:pt x="504106" y="1115825"/>
                  </a:lnTo>
                  <a:lnTo>
                    <a:pt x="504105" y="1115839"/>
                  </a:lnTo>
                  <a:lnTo>
                    <a:pt x="504104" y="1115856"/>
                  </a:lnTo>
                  <a:lnTo>
                    <a:pt x="504104" y="1115870"/>
                  </a:lnTo>
                  <a:lnTo>
                    <a:pt x="504104" y="1115879"/>
                  </a:lnTo>
                  <a:lnTo>
                    <a:pt x="504102" y="1115893"/>
                  </a:lnTo>
                  <a:lnTo>
                    <a:pt x="504099" y="1115903"/>
                  </a:lnTo>
                  <a:lnTo>
                    <a:pt x="504094" y="1115915"/>
                  </a:lnTo>
                  <a:lnTo>
                    <a:pt x="504090" y="1115923"/>
                  </a:lnTo>
                  <a:lnTo>
                    <a:pt x="504084" y="1115932"/>
                  </a:lnTo>
                  <a:lnTo>
                    <a:pt x="504073" y="1115941"/>
                  </a:lnTo>
                  <a:lnTo>
                    <a:pt x="504063" y="1115949"/>
                  </a:lnTo>
                  <a:lnTo>
                    <a:pt x="504049" y="1115961"/>
                  </a:lnTo>
                  <a:lnTo>
                    <a:pt x="504032" y="1115970"/>
                  </a:lnTo>
                  <a:lnTo>
                    <a:pt x="504016" y="1115976"/>
                  </a:lnTo>
                  <a:lnTo>
                    <a:pt x="504003" y="1115982"/>
                  </a:lnTo>
                  <a:lnTo>
                    <a:pt x="503988" y="1115990"/>
                  </a:lnTo>
                  <a:lnTo>
                    <a:pt x="503981" y="1115995"/>
                  </a:lnTo>
                  <a:lnTo>
                    <a:pt x="503969" y="1116004"/>
                  </a:lnTo>
                  <a:lnTo>
                    <a:pt x="503961" y="1116011"/>
                  </a:lnTo>
                  <a:lnTo>
                    <a:pt x="503956" y="1116021"/>
                  </a:lnTo>
                  <a:lnTo>
                    <a:pt x="503953" y="1116029"/>
                  </a:lnTo>
                  <a:lnTo>
                    <a:pt x="503954" y="1116034"/>
                  </a:lnTo>
                  <a:lnTo>
                    <a:pt x="503955" y="1116039"/>
                  </a:lnTo>
                  <a:lnTo>
                    <a:pt x="503948" y="1116043"/>
                  </a:lnTo>
                  <a:lnTo>
                    <a:pt x="503938" y="1116050"/>
                  </a:lnTo>
                  <a:lnTo>
                    <a:pt x="503927" y="1116063"/>
                  </a:lnTo>
                  <a:lnTo>
                    <a:pt x="503917" y="1116075"/>
                  </a:lnTo>
                  <a:lnTo>
                    <a:pt x="503907" y="1116090"/>
                  </a:lnTo>
                  <a:lnTo>
                    <a:pt x="503900" y="1116101"/>
                  </a:lnTo>
                  <a:lnTo>
                    <a:pt x="503896" y="1116113"/>
                  </a:lnTo>
                  <a:lnTo>
                    <a:pt x="503892" y="1116127"/>
                  </a:lnTo>
                  <a:lnTo>
                    <a:pt x="503890" y="1116140"/>
                  </a:lnTo>
                  <a:lnTo>
                    <a:pt x="503888" y="1116151"/>
                  </a:lnTo>
                  <a:lnTo>
                    <a:pt x="503887" y="1116163"/>
                  </a:lnTo>
                  <a:lnTo>
                    <a:pt x="503885" y="1116172"/>
                  </a:lnTo>
                  <a:lnTo>
                    <a:pt x="503883" y="1116181"/>
                  </a:lnTo>
                  <a:lnTo>
                    <a:pt x="503882" y="1116188"/>
                  </a:lnTo>
                  <a:lnTo>
                    <a:pt x="503882" y="1116198"/>
                  </a:lnTo>
                  <a:lnTo>
                    <a:pt x="503881" y="1116209"/>
                  </a:lnTo>
                  <a:lnTo>
                    <a:pt x="503880" y="1116214"/>
                  </a:lnTo>
                  <a:lnTo>
                    <a:pt x="503876" y="1116227"/>
                  </a:lnTo>
                  <a:lnTo>
                    <a:pt x="503871" y="1116238"/>
                  </a:lnTo>
                  <a:lnTo>
                    <a:pt x="503869" y="1116247"/>
                  </a:lnTo>
                  <a:lnTo>
                    <a:pt x="503868" y="1116257"/>
                  </a:lnTo>
                  <a:lnTo>
                    <a:pt x="503867" y="1116265"/>
                  </a:lnTo>
                  <a:lnTo>
                    <a:pt x="503865" y="1116272"/>
                  </a:lnTo>
                  <a:lnTo>
                    <a:pt x="503861" y="1116282"/>
                  </a:lnTo>
                  <a:lnTo>
                    <a:pt x="503860" y="1116291"/>
                  </a:lnTo>
                  <a:lnTo>
                    <a:pt x="503860" y="1116298"/>
                  </a:lnTo>
                  <a:lnTo>
                    <a:pt x="503861" y="1116307"/>
                  </a:lnTo>
                  <a:lnTo>
                    <a:pt x="503862" y="1116315"/>
                  </a:lnTo>
                  <a:lnTo>
                    <a:pt x="503865" y="1116321"/>
                  </a:lnTo>
                  <a:lnTo>
                    <a:pt x="503868" y="1116324"/>
                  </a:lnTo>
                  <a:lnTo>
                    <a:pt x="503878" y="1116331"/>
                  </a:lnTo>
                  <a:lnTo>
                    <a:pt x="503886" y="1116336"/>
                  </a:lnTo>
                  <a:lnTo>
                    <a:pt x="503890" y="1116340"/>
                  </a:lnTo>
                  <a:lnTo>
                    <a:pt x="503895" y="1116344"/>
                  </a:lnTo>
                  <a:lnTo>
                    <a:pt x="503901" y="1116348"/>
                  </a:lnTo>
                  <a:lnTo>
                    <a:pt x="503907" y="1116351"/>
                  </a:lnTo>
                  <a:lnTo>
                    <a:pt x="503915" y="1116356"/>
                  </a:lnTo>
                  <a:lnTo>
                    <a:pt x="503920" y="1116360"/>
                  </a:lnTo>
                  <a:lnTo>
                    <a:pt x="503927" y="1116366"/>
                  </a:lnTo>
                  <a:lnTo>
                    <a:pt x="503932" y="1116369"/>
                  </a:lnTo>
                  <a:lnTo>
                    <a:pt x="503937" y="1116372"/>
                  </a:lnTo>
                  <a:lnTo>
                    <a:pt x="503943" y="1116375"/>
                  </a:lnTo>
                  <a:lnTo>
                    <a:pt x="503950" y="1116379"/>
                  </a:lnTo>
                  <a:lnTo>
                    <a:pt x="503954" y="1116383"/>
                  </a:lnTo>
                  <a:lnTo>
                    <a:pt x="503955" y="1116388"/>
                  </a:lnTo>
                  <a:lnTo>
                    <a:pt x="503957" y="1116397"/>
                  </a:lnTo>
                  <a:lnTo>
                    <a:pt x="503960" y="1116412"/>
                  </a:lnTo>
                  <a:lnTo>
                    <a:pt x="503961" y="1116421"/>
                  </a:lnTo>
                  <a:lnTo>
                    <a:pt x="503962" y="1116427"/>
                  </a:lnTo>
                  <a:lnTo>
                    <a:pt x="503966" y="1116439"/>
                  </a:lnTo>
                  <a:lnTo>
                    <a:pt x="503973" y="1116452"/>
                  </a:lnTo>
                  <a:lnTo>
                    <a:pt x="503983" y="1116471"/>
                  </a:lnTo>
                  <a:lnTo>
                    <a:pt x="503988" y="1116482"/>
                  </a:lnTo>
                  <a:lnTo>
                    <a:pt x="503993" y="1116489"/>
                  </a:lnTo>
                  <a:lnTo>
                    <a:pt x="503999" y="1116497"/>
                  </a:lnTo>
                  <a:lnTo>
                    <a:pt x="504004" y="1116502"/>
                  </a:lnTo>
                  <a:lnTo>
                    <a:pt x="504017" y="1116513"/>
                  </a:lnTo>
                  <a:lnTo>
                    <a:pt x="504029" y="1116521"/>
                  </a:lnTo>
                  <a:lnTo>
                    <a:pt x="504061" y="1116537"/>
                  </a:lnTo>
                  <a:lnTo>
                    <a:pt x="504087" y="1116547"/>
                  </a:lnTo>
                  <a:lnTo>
                    <a:pt x="504104" y="1116556"/>
                  </a:lnTo>
                  <a:lnTo>
                    <a:pt x="504110" y="1116559"/>
                  </a:lnTo>
                  <a:lnTo>
                    <a:pt x="504119" y="1116567"/>
                  </a:lnTo>
                  <a:lnTo>
                    <a:pt x="504126" y="1116573"/>
                  </a:lnTo>
                  <a:lnTo>
                    <a:pt x="504133" y="1116580"/>
                  </a:lnTo>
                  <a:lnTo>
                    <a:pt x="504136" y="1116585"/>
                  </a:lnTo>
                  <a:lnTo>
                    <a:pt x="504144" y="1116598"/>
                  </a:lnTo>
                  <a:lnTo>
                    <a:pt x="504147" y="1116603"/>
                  </a:lnTo>
                  <a:lnTo>
                    <a:pt x="504149" y="1116610"/>
                  </a:lnTo>
                  <a:lnTo>
                    <a:pt x="504151" y="1116619"/>
                  </a:lnTo>
                  <a:lnTo>
                    <a:pt x="504151" y="1116627"/>
                  </a:lnTo>
                  <a:lnTo>
                    <a:pt x="504150" y="1116634"/>
                  </a:lnTo>
                  <a:lnTo>
                    <a:pt x="504148" y="1116639"/>
                  </a:lnTo>
                  <a:lnTo>
                    <a:pt x="504146" y="1116644"/>
                  </a:lnTo>
                  <a:lnTo>
                    <a:pt x="504143" y="1116649"/>
                  </a:lnTo>
                  <a:lnTo>
                    <a:pt x="504128" y="1116670"/>
                  </a:lnTo>
                  <a:lnTo>
                    <a:pt x="504119" y="1116684"/>
                  </a:lnTo>
                  <a:lnTo>
                    <a:pt x="504098" y="1116714"/>
                  </a:lnTo>
                  <a:lnTo>
                    <a:pt x="504071" y="1116756"/>
                  </a:lnTo>
                  <a:lnTo>
                    <a:pt x="504067" y="1116760"/>
                  </a:lnTo>
                  <a:lnTo>
                    <a:pt x="504055" y="1116772"/>
                  </a:lnTo>
                  <a:lnTo>
                    <a:pt x="504051" y="1116775"/>
                  </a:lnTo>
                  <a:lnTo>
                    <a:pt x="504047" y="1116780"/>
                  </a:lnTo>
                  <a:lnTo>
                    <a:pt x="504043" y="1116785"/>
                  </a:lnTo>
                  <a:lnTo>
                    <a:pt x="504038" y="1116800"/>
                  </a:lnTo>
                  <a:lnTo>
                    <a:pt x="504035" y="1116805"/>
                  </a:lnTo>
                  <a:lnTo>
                    <a:pt x="504030" y="1116811"/>
                  </a:lnTo>
                  <a:lnTo>
                    <a:pt x="504025" y="1116815"/>
                  </a:lnTo>
                  <a:lnTo>
                    <a:pt x="504021" y="1116818"/>
                  </a:lnTo>
                  <a:lnTo>
                    <a:pt x="504007" y="1116829"/>
                  </a:lnTo>
                  <a:lnTo>
                    <a:pt x="503976" y="1116852"/>
                  </a:lnTo>
                  <a:lnTo>
                    <a:pt x="503955" y="1116867"/>
                  </a:lnTo>
                  <a:lnTo>
                    <a:pt x="503943" y="1116875"/>
                  </a:lnTo>
                  <a:lnTo>
                    <a:pt x="503933" y="1116880"/>
                  </a:lnTo>
                  <a:lnTo>
                    <a:pt x="503924" y="1116885"/>
                  </a:lnTo>
                  <a:lnTo>
                    <a:pt x="503897" y="1116898"/>
                  </a:lnTo>
                  <a:lnTo>
                    <a:pt x="503893" y="1116900"/>
                  </a:lnTo>
                  <a:lnTo>
                    <a:pt x="503889" y="1116903"/>
                  </a:lnTo>
                  <a:lnTo>
                    <a:pt x="503880" y="1116907"/>
                  </a:lnTo>
                  <a:lnTo>
                    <a:pt x="503869" y="1116914"/>
                  </a:lnTo>
                  <a:lnTo>
                    <a:pt x="503859" y="1116922"/>
                  </a:lnTo>
                  <a:lnTo>
                    <a:pt x="503851" y="1116927"/>
                  </a:lnTo>
                  <a:lnTo>
                    <a:pt x="503839" y="1116936"/>
                  </a:lnTo>
                  <a:lnTo>
                    <a:pt x="503832" y="1116942"/>
                  </a:lnTo>
                  <a:lnTo>
                    <a:pt x="503829" y="1116946"/>
                  </a:lnTo>
                  <a:lnTo>
                    <a:pt x="503826" y="1116951"/>
                  </a:lnTo>
                  <a:lnTo>
                    <a:pt x="503825" y="1116957"/>
                  </a:lnTo>
                  <a:lnTo>
                    <a:pt x="503821" y="1116967"/>
                  </a:lnTo>
                  <a:lnTo>
                    <a:pt x="503818" y="1116976"/>
                  </a:lnTo>
                  <a:lnTo>
                    <a:pt x="503817" y="1116986"/>
                  </a:lnTo>
                  <a:lnTo>
                    <a:pt x="503818" y="1116994"/>
                  </a:lnTo>
                  <a:lnTo>
                    <a:pt x="503819" y="1117001"/>
                  </a:lnTo>
                  <a:lnTo>
                    <a:pt x="503821" y="1117012"/>
                  </a:lnTo>
                  <a:lnTo>
                    <a:pt x="503821" y="1117021"/>
                  </a:lnTo>
                  <a:lnTo>
                    <a:pt x="503820" y="1117032"/>
                  </a:lnTo>
                  <a:lnTo>
                    <a:pt x="503818" y="1117040"/>
                  </a:lnTo>
                  <a:lnTo>
                    <a:pt x="503813" y="1117051"/>
                  </a:lnTo>
                  <a:lnTo>
                    <a:pt x="503805" y="1117062"/>
                  </a:lnTo>
                  <a:lnTo>
                    <a:pt x="503801" y="1117071"/>
                  </a:lnTo>
                  <a:lnTo>
                    <a:pt x="503797" y="1117081"/>
                  </a:lnTo>
                  <a:lnTo>
                    <a:pt x="503791" y="1117098"/>
                  </a:lnTo>
                  <a:lnTo>
                    <a:pt x="503784" y="1117116"/>
                  </a:lnTo>
                  <a:lnTo>
                    <a:pt x="503780" y="1117131"/>
                  </a:lnTo>
                  <a:lnTo>
                    <a:pt x="503775" y="1117147"/>
                  </a:lnTo>
                  <a:lnTo>
                    <a:pt x="503768" y="1117167"/>
                  </a:lnTo>
                  <a:lnTo>
                    <a:pt x="503764" y="1117182"/>
                  </a:lnTo>
                  <a:lnTo>
                    <a:pt x="503758" y="1117198"/>
                  </a:lnTo>
                  <a:lnTo>
                    <a:pt x="503751" y="1117214"/>
                  </a:lnTo>
                  <a:lnTo>
                    <a:pt x="503741" y="1117231"/>
                  </a:lnTo>
                  <a:lnTo>
                    <a:pt x="503735" y="1117236"/>
                  </a:lnTo>
                  <a:lnTo>
                    <a:pt x="503730" y="1117241"/>
                  </a:lnTo>
                  <a:lnTo>
                    <a:pt x="503722" y="1117247"/>
                  </a:lnTo>
                  <a:lnTo>
                    <a:pt x="503711" y="1117256"/>
                  </a:lnTo>
                  <a:lnTo>
                    <a:pt x="503701" y="1117263"/>
                  </a:lnTo>
                  <a:lnTo>
                    <a:pt x="503646" y="1117300"/>
                  </a:lnTo>
                  <a:lnTo>
                    <a:pt x="503617" y="1117319"/>
                  </a:lnTo>
                  <a:lnTo>
                    <a:pt x="503611" y="1117323"/>
                  </a:lnTo>
                  <a:lnTo>
                    <a:pt x="503608" y="1117328"/>
                  </a:lnTo>
                  <a:lnTo>
                    <a:pt x="503605" y="1117335"/>
                  </a:lnTo>
                  <a:lnTo>
                    <a:pt x="503603" y="1117349"/>
                  </a:lnTo>
                  <a:lnTo>
                    <a:pt x="503599" y="1117373"/>
                  </a:lnTo>
                  <a:lnTo>
                    <a:pt x="503598" y="1117381"/>
                  </a:lnTo>
                  <a:lnTo>
                    <a:pt x="503595" y="1117388"/>
                  </a:lnTo>
                  <a:lnTo>
                    <a:pt x="503591" y="1117396"/>
                  </a:lnTo>
                  <a:lnTo>
                    <a:pt x="503587" y="1117402"/>
                  </a:lnTo>
                  <a:lnTo>
                    <a:pt x="503579" y="1117409"/>
                  </a:lnTo>
                  <a:lnTo>
                    <a:pt x="503567" y="1117419"/>
                  </a:lnTo>
                  <a:lnTo>
                    <a:pt x="503549" y="1117432"/>
                  </a:lnTo>
                  <a:lnTo>
                    <a:pt x="503542" y="1117438"/>
                  </a:lnTo>
                  <a:lnTo>
                    <a:pt x="503534" y="1117445"/>
                  </a:lnTo>
                  <a:lnTo>
                    <a:pt x="503520" y="1117459"/>
                  </a:lnTo>
                  <a:lnTo>
                    <a:pt x="503517" y="1117462"/>
                  </a:lnTo>
                  <a:lnTo>
                    <a:pt x="503514" y="1117466"/>
                  </a:lnTo>
                  <a:lnTo>
                    <a:pt x="503507" y="1117472"/>
                  </a:lnTo>
                  <a:lnTo>
                    <a:pt x="503500" y="1117477"/>
                  </a:lnTo>
                  <a:lnTo>
                    <a:pt x="503494" y="1117480"/>
                  </a:lnTo>
                  <a:lnTo>
                    <a:pt x="503489" y="1117481"/>
                  </a:lnTo>
                  <a:lnTo>
                    <a:pt x="503485" y="1117480"/>
                  </a:lnTo>
                  <a:lnTo>
                    <a:pt x="503479" y="1117479"/>
                  </a:lnTo>
                  <a:lnTo>
                    <a:pt x="503472" y="1117477"/>
                  </a:lnTo>
                  <a:lnTo>
                    <a:pt x="503449" y="1117470"/>
                  </a:lnTo>
                  <a:lnTo>
                    <a:pt x="503440" y="1117467"/>
                  </a:lnTo>
                  <a:lnTo>
                    <a:pt x="503432" y="1117464"/>
                  </a:lnTo>
                  <a:lnTo>
                    <a:pt x="503426" y="1117463"/>
                  </a:lnTo>
                  <a:lnTo>
                    <a:pt x="503422" y="1117462"/>
                  </a:lnTo>
                  <a:lnTo>
                    <a:pt x="503417" y="1117461"/>
                  </a:lnTo>
                  <a:lnTo>
                    <a:pt x="503412" y="1117461"/>
                  </a:lnTo>
                  <a:lnTo>
                    <a:pt x="503403" y="1117460"/>
                  </a:lnTo>
                  <a:lnTo>
                    <a:pt x="503395" y="1117461"/>
                  </a:lnTo>
                  <a:lnTo>
                    <a:pt x="503385" y="1117461"/>
                  </a:lnTo>
                  <a:lnTo>
                    <a:pt x="503371" y="1117463"/>
                  </a:lnTo>
                  <a:lnTo>
                    <a:pt x="503365" y="1117463"/>
                  </a:lnTo>
                  <a:lnTo>
                    <a:pt x="503351" y="1117464"/>
                  </a:lnTo>
                  <a:lnTo>
                    <a:pt x="503298" y="1117462"/>
                  </a:lnTo>
                  <a:lnTo>
                    <a:pt x="503286" y="1117461"/>
                  </a:lnTo>
                  <a:lnTo>
                    <a:pt x="503264" y="1117460"/>
                  </a:lnTo>
                  <a:lnTo>
                    <a:pt x="503255" y="1117459"/>
                  </a:lnTo>
                  <a:lnTo>
                    <a:pt x="503250" y="1117460"/>
                  </a:lnTo>
                  <a:lnTo>
                    <a:pt x="503235" y="1117464"/>
                  </a:lnTo>
                  <a:lnTo>
                    <a:pt x="503228" y="1117465"/>
                  </a:lnTo>
                  <a:lnTo>
                    <a:pt x="503222" y="1117466"/>
                  </a:lnTo>
                  <a:lnTo>
                    <a:pt x="503215" y="1117467"/>
                  </a:lnTo>
                  <a:lnTo>
                    <a:pt x="503212" y="1117467"/>
                  </a:lnTo>
                  <a:lnTo>
                    <a:pt x="503199" y="1117467"/>
                  </a:lnTo>
                  <a:lnTo>
                    <a:pt x="503186" y="1117467"/>
                  </a:lnTo>
                  <a:lnTo>
                    <a:pt x="503171" y="1117467"/>
                  </a:lnTo>
                  <a:lnTo>
                    <a:pt x="503136" y="1117465"/>
                  </a:lnTo>
                  <a:lnTo>
                    <a:pt x="503129" y="1117465"/>
                  </a:lnTo>
                  <a:lnTo>
                    <a:pt x="503123" y="1117466"/>
                  </a:lnTo>
                  <a:lnTo>
                    <a:pt x="503117" y="1117467"/>
                  </a:lnTo>
                  <a:lnTo>
                    <a:pt x="503112" y="1117468"/>
                  </a:lnTo>
                  <a:lnTo>
                    <a:pt x="503107" y="1117469"/>
                  </a:lnTo>
                  <a:lnTo>
                    <a:pt x="503077" y="1117478"/>
                  </a:lnTo>
                  <a:lnTo>
                    <a:pt x="503071" y="1117479"/>
                  </a:lnTo>
                  <a:lnTo>
                    <a:pt x="503065" y="1117480"/>
                  </a:lnTo>
                  <a:lnTo>
                    <a:pt x="503060" y="1117481"/>
                  </a:lnTo>
                  <a:lnTo>
                    <a:pt x="503055" y="1117481"/>
                  </a:lnTo>
                  <a:lnTo>
                    <a:pt x="503044" y="1117481"/>
                  </a:lnTo>
                  <a:lnTo>
                    <a:pt x="503038" y="1117481"/>
                  </a:lnTo>
                  <a:lnTo>
                    <a:pt x="503030" y="1117481"/>
                  </a:lnTo>
                  <a:lnTo>
                    <a:pt x="503019" y="1117481"/>
                  </a:lnTo>
                  <a:lnTo>
                    <a:pt x="502988" y="1117480"/>
                  </a:lnTo>
                  <a:lnTo>
                    <a:pt x="502981" y="1117483"/>
                  </a:lnTo>
                  <a:lnTo>
                    <a:pt x="502978" y="1117490"/>
                  </a:lnTo>
                  <a:lnTo>
                    <a:pt x="502977" y="1117495"/>
                  </a:lnTo>
                  <a:lnTo>
                    <a:pt x="502966" y="1117544"/>
                  </a:lnTo>
                  <a:lnTo>
                    <a:pt x="502964" y="1117553"/>
                  </a:lnTo>
                  <a:lnTo>
                    <a:pt x="502963" y="1117558"/>
                  </a:lnTo>
                  <a:lnTo>
                    <a:pt x="502961" y="1117562"/>
                  </a:lnTo>
                  <a:lnTo>
                    <a:pt x="502959" y="1117568"/>
                  </a:lnTo>
                  <a:lnTo>
                    <a:pt x="502953" y="1117575"/>
                  </a:lnTo>
                  <a:lnTo>
                    <a:pt x="502946" y="1117578"/>
                  </a:lnTo>
                  <a:lnTo>
                    <a:pt x="502937" y="1117582"/>
                  </a:lnTo>
                  <a:lnTo>
                    <a:pt x="502923" y="1117584"/>
                  </a:lnTo>
                  <a:lnTo>
                    <a:pt x="502918" y="1117587"/>
                  </a:lnTo>
                  <a:lnTo>
                    <a:pt x="502911" y="1117594"/>
                  </a:lnTo>
                  <a:lnTo>
                    <a:pt x="502908" y="1117600"/>
                  </a:lnTo>
                  <a:lnTo>
                    <a:pt x="502904" y="1117606"/>
                  </a:lnTo>
                  <a:lnTo>
                    <a:pt x="502900" y="1117614"/>
                  </a:lnTo>
                  <a:lnTo>
                    <a:pt x="502895" y="1117623"/>
                  </a:lnTo>
                  <a:lnTo>
                    <a:pt x="502890" y="1117634"/>
                  </a:lnTo>
                  <a:lnTo>
                    <a:pt x="502884" y="1117645"/>
                  </a:lnTo>
                  <a:lnTo>
                    <a:pt x="502876" y="1117659"/>
                  </a:lnTo>
                  <a:lnTo>
                    <a:pt x="502870" y="1117671"/>
                  </a:lnTo>
                  <a:lnTo>
                    <a:pt x="502866" y="1117680"/>
                  </a:lnTo>
                  <a:lnTo>
                    <a:pt x="502863" y="1117686"/>
                  </a:lnTo>
                  <a:lnTo>
                    <a:pt x="502862" y="1117694"/>
                  </a:lnTo>
                  <a:lnTo>
                    <a:pt x="502860" y="1117706"/>
                  </a:lnTo>
                  <a:lnTo>
                    <a:pt x="502860" y="1117711"/>
                  </a:lnTo>
                  <a:lnTo>
                    <a:pt x="502862" y="1117719"/>
                  </a:lnTo>
                  <a:lnTo>
                    <a:pt x="502865" y="1117726"/>
                  </a:lnTo>
                  <a:lnTo>
                    <a:pt x="502869" y="1117734"/>
                  </a:lnTo>
                  <a:lnTo>
                    <a:pt x="502874" y="1117745"/>
                  </a:lnTo>
                  <a:lnTo>
                    <a:pt x="502878" y="1117751"/>
                  </a:lnTo>
                  <a:lnTo>
                    <a:pt x="502887" y="1117758"/>
                  </a:lnTo>
                  <a:lnTo>
                    <a:pt x="502896" y="1117766"/>
                  </a:lnTo>
                  <a:lnTo>
                    <a:pt x="502901" y="1117775"/>
                  </a:lnTo>
                  <a:lnTo>
                    <a:pt x="502906" y="1117787"/>
                  </a:lnTo>
                  <a:lnTo>
                    <a:pt x="502908" y="1117794"/>
                  </a:lnTo>
                  <a:lnTo>
                    <a:pt x="502909" y="1117799"/>
                  </a:lnTo>
                  <a:lnTo>
                    <a:pt x="502909" y="1117804"/>
                  </a:lnTo>
                  <a:lnTo>
                    <a:pt x="502909" y="1117814"/>
                  </a:lnTo>
                  <a:lnTo>
                    <a:pt x="502907" y="1117822"/>
                  </a:lnTo>
                  <a:lnTo>
                    <a:pt x="502904" y="1117830"/>
                  </a:lnTo>
                  <a:lnTo>
                    <a:pt x="502901" y="1117840"/>
                  </a:lnTo>
                  <a:lnTo>
                    <a:pt x="502897" y="1117848"/>
                  </a:lnTo>
                  <a:lnTo>
                    <a:pt x="502894" y="1117857"/>
                  </a:lnTo>
                  <a:lnTo>
                    <a:pt x="502892" y="1117866"/>
                  </a:lnTo>
                  <a:lnTo>
                    <a:pt x="502890" y="1117881"/>
                  </a:lnTo>
                  <a:lnTo>
                    <a:pt x="502889" y="1117893"/>
                  </a:lnTo>
                  <a:lnTo>
                    <a:pt x="502887" y="1117909"/>
                  </a:lnTo>
                  <a:lnTo>
                    <a:pt x="502885" y="1117917"/>
                  </a:lnTo>
                  <a:lnTo>
                    <a:pt x="502882" y="1117925"/>
                  </a:lnTo>
                  <a:lnTo>
                    <a:pt x="502880" y="1117935"/>
                  </a:lnTo>
                  <a:lnTo>
                    <a:pt x="502879" y="1117942"/>
                  </a:lnTo>
                  <a:lnTo>
                    <a:pt x="502879" y="1117947"/>
                  </a:lnTo>
                  <a:lnTo>
                    <a:pt x="502881" y="1117952"/>
                  </a:lnTo>
                  <a:lnTo>
                    <a:pt x="502885" y="1117959"/>
                  </a:lnTo>
                  <a:lnTo>
                    <a:pt x="502889" y="1117966"/>
                  </a:lnTo>
                  <a:lnTo>
                    <a:pt x="502891" y="1117972"/>
                  </a:lnTo>
                  <a:lnTo>
                    <a:pt x="502893" y="1117982"/>
                  </a:lnTo>
                  <a:lnTo>
                    <a:pt x="502898" y="1117996"/>
                  </a:lnTo>
                  <a:lnTo>
                    <a:pt x="502903" y="1118007"/>
                  </a:lnTo>
                  <a:lnTo>
                    <a:pt x="502905" y="1118016"/>
                  </a:lnTo>
                  <a:lnTo>
                    <a:pt x="502904" y="1118020"/>
                  </a:lnTo>
                  <a:lnTo>
                    <a:pt x="502902" y="1118025"/>
                  </a:lnTo>
                  <a:lnTo>
                    <a:pt x="502900" y="1118032"/>
                  </a:lnTo>
                  <a:lnTo>
                    <a:pt x="502895" y="1118041"/>
                  </a:lnTo>
                  <a:lnTo>
                    <a:pt x="502888" y="1118054"/>
                  </a:lnTo>
                  <a:lnTo>
                    <a:pt x="502884" y="1118060"/>
                  </a:lnTo>
                  <a:lnTo>
                    <a:pt x="502882" y="1118066"/>
                  </a:lnTo>
                  <a:lnTo>
                    <a:pt x="502874" y="1118090"/>
                  </a:lnTo>
                  <a:lnTo>
                    <a:pt x="502871" y="1118098"/>
                  </a:lnTo>
                  <a:lnTo>
                    <a:pt x="502868" y="1118104"/>
                  </a:lnTo>
                  <a:lnTo>
                    <a:pt x="502861" y="1118116"/>
                  </a:lnTo>
                  <a:lnTo>
                    <a:pt x="502859" y="1118120"/>
                  </a:lnTo>
                  <a:lnTo>
                    <a:pt x="502857" y="1118128"/>
                  </a:lnTo>
                  <a:lnTo>
                    <a:pt x="502858" y="1118134"/>
                  </a:lnTo>
                  <a:lnTo>
                    <a:pt x="502862" y="1118152"/>
                  </a:lnTo>
                  <a:lnTo>
                    <a:pt x="502864" y="1118160"/>
                  </a:lnTo>
                  <a:lnTo>
                    <a:pt x="502863" y="1118166"/>
                  </a:lnTo>
                  <a:lnTo>
                    <a:pt x="502861" y="1118178"/>
                  </a:lnTo>
                  <a:lnTo>
                    <a:pt x="502858" y="1118191"/>
                  </a:lnTo>
                  <a:lnTo>
                    <a:pt x="502850" y="1118224"/>
                  </a:lnTo>
                  <a:lnTo>
                    <a:pt x="502847" y="1118234"/>
                  </a:lnTo>
                  <a:lnTo>
                    <a:pt x="502844" y="1118242"/>
                  </a:lnTo>
                  <a:lnTo>
                    <a:pt x="502841" y="1118248"/>
                  </a:lnTo>
                  <a:lnTo>
                    <a:pt x="502838" y="1118251"/>
                  </a:lnTo>
                  <a:lnTo>
                    <a:pt x="502833" y="1118256"/>
                  </a:lnTo>
                  <a:lnTo>
                    <a:pt x="502817" y="1118269"/>
                  </a:lnTo>
                  <a:lnTo>
                    <a:pt x="502810" y="1118276"/>
                  </a:lnTo>
                  <a:lnTo>
                    <a:pt x="502804" y="1118280"/>
                  </a:lnTo>
                  <a:lnTo>
                    <a:pt x="502795" y="1118285"/>
                  </a:lnTo>
                  <a:lnTo>
                    <a:pt x="502788" y="1118291"/>
                  </a:lnTo>
                  <a:lnTo>
                    <a:pt x="502783" y="1118296"/>
                  </a:lnTo>
                  <a:lnTo>
                    <a:pt x="502776" y="1118306"/>
                  </a:lnTo>
                  <a:lnTo>
                    <a:pt x="502770" y="1118314"/>
                  </a:lnTo>
                  <a:lnTo>
                    <a:pt x="502767" y="1118322"/>
                  </a:lnTo>
                  <a:lnTo>
                    <a:pt x="502765" y="1118331"/>
                  </a:lnTo>
                  <a:lnTo>
                    <a:pt x="502765" y="1118345"/>
                  </a:lnTo>
                  <a:lnTo>
                    <a:pt x="502764" y="1118356"/>
                  </a:lnTo>
                  <a:lnTo>
                    <a:pt x="502764" y="1118363"/>
                  </a:lnTo>
                  <a:lnTo>
                    <a:pt x="502766" y="1118372"/>
                  </a:lnTo>
                  <a:lnTo>
                    <a:pt x="502768" y="1118384"/>
                  </a:lnTo>
                  <a:lnTo>
                    <a:pt x="502771" y="1118393"/>
                  </a:lnTo>
                  <a:lnTo>
                    <a:pt x="502774" y="1118404"/>
                  </a:lnTo>
                  <a:lnTo>
                    <a:pt x="502778" y="1118413"/>
                  </a:lnTo>
                  <a:lnTo>
                    <a:pt x="502783" y="1118423"/>
                  </a:lnTo>
                  <a:lnTo>
                    <a:pt x="502790" y="1118436"/>
                  </a:lnTo>
                  <a:lnTo>
                    <a:pt x="502798" y="1118453"/>
                  </a:lnTo>
                  <a:lnTo>
                    <a:pt x="502809" y="1118469"/>
                  </a:lnTo>
                  <a:lnTo>
                    <a:pt x="502818" y="1118482"/>
                  </a:lnTo>
                  <a:lnTo>
                    <a:pt x="502819" y="1118489"/>
                  </a:lnTo>
                  <a:lnTo>
                    <a:pt x="502820" y="1118498"/>
                  </a:lnTo>
                  <a:lnTo>
                    <a:pt x="502817" y="1118511"/>
                  </a:lnTo>
                  <a:lnTo>
                    <a:pt x="502811" y="1118524"/>
                  </a:lnTo>
                  <a:lnTo>
                    <a:pt x="502796" y="1118536"/>
                  </a:lnTo>
                  <a:lnTo>
                    <a:pt x="502787" y="1118543"/>
                  </a:lnTo>
                  <a:lnTo>
                    <a:pt x="502784" y="1118546"/>
                  </a:lnTo>
                  <a:lnTo>
                    <a:pt x="502767" y="1118560"/>
                  </a:lnTo>
                  <a:lnTo>
                    <a:pt x="502761" y="1118566"/>
                  </a:lnTo>
                  <a:lnTo>
                    <a:pt x="502757" y="1118571"/>
                  </a:lnTo>
                  <a:lnTo>
                    <a:pt x="502752" y="1118576"/>
                  </a:lnTo>
                  <a:lnTo>
                    <a:pt x="502747" y="1118581"/>
                  </a:lnTo>
                  <a:lnTo>
                    <a:pt x="502742" y="1118588"/>
                  </a:lnTo>
                  <a:lnTo>
                    <a:pt x="502739" y="1118593"/>
                  </a:lnTo>
                  <a:lnTo>
                    <a:pt x="502722" y="1118634"/>
                  </a:lnTo>
                  <a:lnTo>
                    <a:pt x="502719" y="1118641"/>
                  </a:lnTo>
                  <a:lnTo>
                    <a:pt x="502716" y="1118646"/>
                  </a:lnTo>
                  <a:lnTo>
                    <a:pt x="502713" y="1118651"/>
                  </a:lnTo>
                  <a:lnTo>
                    <a:pt x="502709" y="1118656"/>
                  </a:lnTo>
                  <a:lnTo>
                    <a:pt x="502703" y="1118663"/>
                  </a:lnTo>
                  <a:lnTo>
                    <a:pt x="502700" y="1118666"/>
                  </a:lnTo>
                  <a:lnTo>
                    <a:pt x="502696" y="1118669"/>
                  </a:lnTo>
                  <a:lnTo>
                    <a:pt x="502692" y="1118672"/>
                  </a:lnTo>
                  <a:lnTo>
                    <a:pt x="502681" y="1118679"/>
                  </a:lnTo>
                  <a:lnTo>
                    <a:pt x="502668" y="1118686"/>
                  </a:lnTo>
                  <a:lnTo>
                    <a:pt x="502663" y="1118688"/>
                  </a:lnTo>
                  <a:lnTo>
                    <a:pt x="502659" y="1118690"/>
                  </a:lnTo>
                  <a:lnTo>
                    <a:pt x="502651" y="1118692"/>
                  </a:lnTo>
                  <a:lnTo>
                    <a:pt x="502642" y="1118694"/>
                  </a:lnTo>
                  <a:lnTo>
                    <a:pt x="502635" y="1118695"/>
                  </a:lnTo>
                  <a:lnTo>
                    <a:pt x="502618" y="1118698"/>
                  </a:lnTo>
                  <a:lnTo>
                    <a:pt x="502604" y="1118700"/>
                  </a:lnTo>
                  <a:lnTo>
                    <a:pt x="502581" y="1118705"/>
                  </a:lnTo>
                  <a:lnTo>
                    <a:pt x="502566" y="1118708"/>
                  </a:lnTo>
                  <a:lnTo>
                    <a:pt x="502558" y="1118710"/>
                  </a:lnTo>
                  <a:lnTo>
                    <a:pt x="502552" y="1118713"/>
                  </a:lnTo>
                  <a:lnTo>
                    <a:pt x="502546" y="1118716"/>
                  </a:lnTo>
                  <a:lnTo>
                    <a:pt x="502539" y="1118720"/>
                  </a:lnTo>
                  <a:lnTo>
                    <a:pt x="502536" y="1118722"/>
                  </a:lnTo>
                  <a:lnTo>
                    <a:pt x="502532" y="1118725"/>
                  </a:lnTo>
                  <a:lnTo>
                    <a:pt x="502526" y="1118732"/>
                  </a:lnTo>
                  <a:lnTo>
                    <a:pt x="502521" y="1118738"/>
                  </a:lnTo>
                  <a:lnTo>
                    <a:pt x="502514" y="1118747"/>
                  </a:lnTo>
                  <a:lnTo>
                    <a:pt x="502496" y="1118771"/>
                  </a:lnTo>
                  <a:lnTo>
                    <a:pt x="502491" y="1118777"/>
                  </a:lnTo>
                  <a:lnTo>
                    <a:pt x="502485" y="1118784"/>
                  </a:lnTo>
                  <a:lnTo>
                    <a:pt x="502461" y="1118809"/>
                  </a:lnTo>
                  <a:lnTo>
                    <a:pt x="502453" y="1118819"/>
                  </a:lnTo>
                  <a:lnTo>
                    <a:pt x="502447" y="1118826"/>
                  </a:lnTo>
                  <a:lnTo>
                    <a:pt x="502441" y="1118835"/>
                  </a:lnTo>
                  <a:lnTo>
                    <a:pt x="502433" y="1118846"/>
                  </a:lnTo>
                  <a:lnTo>
                    <a:pt x="502430" y="1118851"/>
                  </a:lnTo>
                  <a:lnTo>
                    <a:pt x="502428" y="1118857"/>
                  </a:lnTo>
                  <a:lnTo>
                    <a:pt x="502426" y="1118864"/>
                  </a:lnTo>
                  <a:lnTo>
                    <a:pt x="502424" y="1118871"/>
                  </a:lnTo>
                  <a:lnTo>
                    <a:pt x="502422" y="1118879"/>
                  </a:lnTo>
                  <a:lnTo>
                    <a:pt x="502421" y="1118887"/>
                  </a:lnTo>
                  <a:lnTo>
                    <a:pt x="502420" y="1118900"/>
                  </a:lnTo>
                  <a:lnTo>
                    <a:pt x="502420" y="1118907"/>
                  </a:lnTo>
                  <a:lnTo>
                    <a:pt x="502420" y="1118914"/>
                  </a:lnTo>
                  <a:lnTo>
                    <a:pt x="502423" y="1118921"/>
                  </a:lnTo>
                  <a:lnTo>
                    <a:pt x="502426" y="1118925"/>
                  </a:lnTo>
                  <a:lnTo>
                    <a:pt x="502429" y="1118929"/>
                  </a:lnTo>
                  <a:lnTo>
                    <a:pt x="502443" y="1118943"/>
                  </a:lnTo>
                  <a:lnTo>
                    <a:pt x="502449" y="1118950"/>
                  </a:lnTo>
                  <a:lnTo>
                    <a:pt x="502451" y="1118954"/>
                  </a:lnTo>
                  <a:lnTo>
                    <a:pt x="502454" y="1118958"/>
                  </a:lnTo>
                  <a:lnTo>
                    <a:pt x="502456" y="1118965"/>
                  </a:lnTo>
                  <a:lnTo>
                    <a:pt x="502456" y="1118970"/>
                  </a:lnTo>
                  <a:lnTo>
                    <a:pt x="502457" y="1118975"/>
                  </a:lnTo>
                  <a:lnTo>
                    <a:pt x="502456" y="1118980"/>
                  </a:lnTo>
                  <a:lnTo>
                    <a:pt x="502454" y="1119015"/>
                  </a:lnTo>
                  <a:lnTo>
                    <a:pt x="502451" y="1119024"/>
                  </a:lnTo>
                  <a:lnTo>
                    <a:pt x="502447" y="1119033"/>
                  </a:lnTo>
                  <a:lnTo>
                    <a:pt x="502442" y="1119040"/>
                  </a:lnTo>
                  <a:lnTo>
                    <a:pt x="502440" y="1119044"/>
                  </a:lnTo>
                  <a:lnTo>
                    <a:pt x="502438" y="1119049"/>
                  </a:lnTo>
                  <a:lnTo>
                    <a:pt x="502437" y="1119055"/>
                  </a:lnTo>
                  <a:lnTo>
                    <a:pt x="502436" y="1119060"/>
                  </a:lnTo>
                  <a:lnTo>
                    <a:pt x="502432" y="1119066"/>
                  </a:lnTo>
                  <a:lnTo>
                    <a:pt x="502424" y="1119076"/>
                  </a:lnTo>
                  <a:lnTo>
                    <a:pt x="502415" y="1119086"/>
                  </a:lnTo>
                  <a:lnTo>
                    <a:pt x="502407" y="1119093"/>
                  </a:lnTo>
                  <a:lnTo>
                    <a:pt x="502402" y="1119100"/>
                  </a:lnTo>
                  <a:lnTo>
                    <a:pt x="502399" y="1119105"/>
                  </a:lnTo>
                  <a:lnTo>
                    <a:pt x="502398" y="1119110"/>
                  </a:lnTo>
                  <a:lnTo>
                    <a:pt x="502397" y="1119119"/>
                  </a:lnTo>
                  <a:lnTo>
                    <a:pt x="502397" y="1119128"/>
                  </a:lnTo>
                  <a:lnTo>
                    <a:pt x="502396" y="1119136"/>
                  </a:lnTo>
                  <a:lnTo>
                    <a:pt x="502393" y="1119143"/>
                  </a:lnTo>
                  <a:lnTo>
                    <a:pt x="502391" y="1119148"/>
                  </a:lnTo>
                  <a:lnTo>
                    <a:pt x="502390" y="1119154"/>
                  </a:lnTo>
                  <a:lnTo>
                    <a:pt x="502389" y="1119160"/>
                  </a:lnTo>
                  <a:lnTo>
                    <a:pt x="502388" y="1119170"/>
                  </a:lnTo>
                  <a:lnTo>
                    <a:pt x="502387" y="1119180"/>
                  </a:lnTo>
                  <a:lnTo>
                    <a:pt x="502386" y="1119190"/>
                  </a:lnTo>
                  <a:lnTo>
                    <a:pt x="502383" y="1119198"/>
                  </a:lnTo>
                  <a:lnTo>
                    <a:pt x="502379" y="1119206"/>
                  </a:lnTo>
                  <a:lnTo>
                    <a:pt x="502374" y="1119216"/>
                  </a:lnTo>
                  <a:lnTo>
                    <a:pt x="502368" y="1119224"/>
                  </a:lnTo>
                  <a:lnTo>
                    <a:pt x="502367" y="1119229"/>
                  </a:lnTo>
                  <a:lnTo>
                    <a:pt x="502367" y="1119234"/>
                  </a:lnTo>
                  <a:lnTo>
                    <a:pt x="502368" y="1119246"/>
                  </a:lnTo>
                  <a:lnTo>
                    <a:pt x="502368" y="1119256"/>
                  </a:lnTo>
                  <a:lnTo>
                    <a:pt x="502368" y="1119262"/>
                  </a:lnTo>
                  <a:lnTo>
                    <a:pt x="502368" y="1119268"/>
                  </a:lnTo>
                  <a:lnTo>
                    <a:pt x="502370" y="1119275"/>
                  </a:lnTo>
                  <a:lnTo>
                    <a:pt x="502372" y="1119285"/>
                  </a:lnTo>
                  <a:lnTo>
                    <a:pt x="502374" y="1119294"/>
                  </a:lnTo>
                  <a:lnTo>
                    <a:pt x="502373" y="1119301"/>
                  </a:lnTo>
                  <a:lnTo>
                    <a:pt x="502372" y="1119311"/>
                  </a:lnTo>
                  <a:lnTo>
                    <a:pt x="502371" y="1119319"/>
                  </a:lnTo>
                  <a:lnTo>
                    <a:pt x="502370" y="1119325"/>
                  </a:lnTo>
                  <a:lnTo>
                    <a:pt x="502367" y="1119333"/>
                  </a:lnTo>
                  <a:lnTo>
                    <a:pt x="502357" y="1119360"/>
                  </a:lnTo>
                  <a:lnTo>
                    <a:pt x="502356" y="1119364"/>
                  </a:lnTo>
                  <a:lnTo>
                    <a:pt x="502356" y="1119371"/>
                  </a:lnTo>
                  <a:lnTo>
                    <a:pt x="502357" y="1119385"/>
                  </a:lnTo>
                  <a:lnTo>
                    <a:pt x="502359" y="1119396"/>
                  </a:lnTo>
                  <a:lnTo>
                    <a:pt x="502360" y="1119408"/>
                  </a:lnTo>
                  <a:lnTo>
                    <a:pt x="502360" y="1119422"/>
                  </a:lnTo>
                  <a:lnTo>
                    <a:pt x="502361" y="1119431"/>
                  </a:lnTo>
                  <a:lnTo>
                    <a:pt x="502361" y="1119443"/>
                  </a:lnTo>
                  <a:lnTo>
                    <a:pt x="502360" y="1119452"/>
                  </a:lnTo>
                  <a:lnTo>
                    <a:pt x="502360" y="1119459"/>
                  </a:lnTo>
                  <a:lnTo>
                    <a:pt x="502358" y="1119469"/>
                  </a:lnTo>
                  <a:lnTo>
                    <a:pt x="502356" y="1119480"/>
                  </a:lnTo>
                  <a:lnTo>
                    <a:pt x="502349" y="1119505"/>
                  </a:lnTo>
                  <a:lnTo>
                    <a:pt x="502345" y="1119522"/>
                  </a:lnTo>
                  <a:lnTo>
                    <a:pt x="502344" y="1119527"/>
                  </a:lnTo>
                  <a:lnTo>
                    <a:pt x="502340" y="1119535"/>
                  </a:lnTo>
                  <a:lnTo>
                    <a:pt x="502337" y="1119542"/>
                  </a:lnTo>
                  <a:lnTo>
                    <a:pt x="502334" y="1119549"/>
                  </a:lnTo>
                  <a:lnTo>
                    <a:pt x="502330" y="1119554"/>
                  </a:lnTo>
                  <a:lnTo>
                    <a:pt x="502324" y="1119560"/>
                  </a:lnTo>
                  <a:lnTo>
                    <a:pt x="502319" y="1119562"/>
                  </a:lnTo>
                  <a:lnTo>
                    <a:pt x="502313" y="1119566"/>
                  </a:lnTo>
                  <a:lnTo>
                    <a:pt x="502306" y="1119569"/>
                  </a:lnTo>
                  <a:lnTo>
                    <a:pt x="502294" y="1119574"/>
                  </a:lnTo>
                  <a:lnTo>
                    <a:pt x="502286" y="1119577"/>
                  </a:lnTo>
                  <a:lnTo>
                    <a:pt x="502282" y="1119579"/>
                  </a:lnTo>
                  <a:lnTo>
                    <a:pt x="502258" y="1119588"/>
                  </a:lnTo>
                  <a:lnTo>
                    <a:pt x="502241" y="1119596"/>
                  </a:lnTo>
                  <a:lnTo>
                    <a:pt x="502231" y="1119601"/>
                  </a:lnTo>
                  <a:lnTo>
                    <a:pt x="502219" y="1119606"/>
                  </a:lnTo>
                  <a:lnTo>
                    <a:pt x="502212" y="1119610"/>
                  </a:lnTo>
                  <a:lnTo>
                    <a:pt x="502206" y="1119615"/>
                  </a:lnTo>
                  <a:lnTo>
                    <a:pt x="502199" y="1119621"/>
                  </a:lnTo>
                  <a:lnTo>
                    <a:pt x="502193" y="1119626"/>
                  </a:lnTo>
                  <a:lnTo>
                    <a:pt x="502188" y="1119630"/>
                  </a:lnTo>
                  <a:lnTo>
                    <a:pt x="502185" y="1119634"/>
                  </a:lnTo>
                  <a:lnTo>
                    <a:pt x="502182" y="1119639"/>
                  </a:lnTo>
                  <a:lnTo>
                    <a:pt x="502182" y="1119645"/>
                  </a:lnTo>
                  <a:lnTo>
                    <a:pt x="502183" y="1119652"/>
                  </a:lnTo>
                  <a:lnTo>
                    <a:pt x="502184" y="1119658"/>
                  </a:lnTo>
                  <a:lnTo>
                    <a:pt x="502187" y="1119667"/>
                  </a:lnTo>
                  <a:lnTo>
                    <a:pt x="502190" y="1119677"/>
                  </a:lnTo>
                  <a:lnTo>
                    <a:pt x="502195" y="1119690"/>
                  </a:lnTo>
                  <a:lnTo>
                    <a:pt x="502198" y="1119696"/>
                  </a:lnTo>
                  <a:lnTo>
                    <a:pt x="502200" y="1119701"/>
                  </a:lnTo>
                  <a:lnTo>
                    <a:pt x="502203" y="1119709"/>
                  </a:lnTo>
                  <a:lnTo>
                    <a:pt x="502206" y="1119720"/>
                  </a:lnTo>
                  <a:lnTo>
                    <a:pt x="502209" y="1119737"/>
                  </a:lnTo>
                  <a:lnTo>
                    <a:pt x="502211" y="1119752"/>
                  </a:lnTo>
                  <a:lnTo>
                    <a:pt x="502211" y="1119767"/>
                  </a:lnTo>
                  <a:lnTo>
                    <a:pt x="502210" y="1119784"/>
                  </a:lnTo>
                  <a:lnTo>
                    <a:pt x="502210" y="1119792"/>
                  </a:lnTo>
                  <a:lnTo>
                    <a:pt x="502209" y="1119829"/>
                  </a:lnTo>
                  <a:lnTo>
                    <a:pt x="502208" y="1119843"/>
                  </a:lnTo>
                  <a:lnTo>
                    <a:pt x="502207" y="1119866"/>
                  </a:lnTo>
                  <a:lnTo>
                    <a:pt x="502206" y="1119873"/>
                  </a:lnTo>
                  <a:lnTo>
                    <a:pt x="502205" y="1119882"/>
                  </a:lnTo>
                  <a:lnTo>
                    <a:pt x="502203" y="1119893"/>
                  </a:lnTo>
                  <a:lnTo>
                    <a:pt x="502200" y="1119911"/>
                  </a:lnTo>
                  <a:lnTo>
                    <a:pt x="502198" y="1119920"/>
                  </a:lnTo>
                  <a:lnTo>
                    <a:pt x="502197" y="1119927"/>
                  </a:lnTo>
                  <a:lnTo>
                    <a:pt x="502196" y="1119936"/>
                  </a:lnTo>
                  <a:lnTo>
                    <a:pt x="502194" y="1119961"/>
                  </a:lnTo>
                  <a:lnTo>
                    <a:pt x="502192" y="1119982"/>
                  </a:lnTo>
                  <a:lnTo>
                    <a:pt x="502192" y="1119995"/>
                  </a:lnTo>
                  <a:lnTo>
                    <a:pt x="502191" y="1120002"/>
                  </a:lnTo>
                  <a:lnTo>
                    <a:pt x="502192" y="1120010"/>
                  </a:lnTo>
                  <a:lnTo>
                    <a:pt x="502192" y="1120022"/>
                  </a:lnTo>
                  <a:lnTo>
                    <a:pt x="502190" y="1120031"/>
                  </a:lnTo>
                  <a:lnTo>
                    <a:pt x="502186" y="1120041"/>
                  </a:lnTo>
                  <a:lnTo>
                    <a:pt x="502181" y="1120053"/>
                  </a:lnTo>
                  <a:lnTo>
                    <a:pt x="502176" y="1120065"/>
                  </a:lnTo>
                  <a:lnTo>
                    <a:pt x="502175" y="1120073"/>
                  </a:lnTo>
                  <a:lnTo>
                    <a:pt x="502175" y="1120082"/>
                  </a:lnTo>
                  <a:lnTo>
                    <a:pt x="502176" y="1120089"/>
                  </a:lnTo>
                  <a:lnTo>
                    <a:pt x="502177" y="1120095"/>
                  </a:lnTo>
                  <a:lnTo>
                    <a:pt x="502179" y="1120101"/>
                  </a:lnTo>
                  <a:lnTo>
                    <a:pt x="502182" y="1120109"/>
                  </a:lnTo>
                  <a:lnTo>
                    <a:pt x="502187" y="1120119"/>
                  </a:lnTo>
                  <a:lnTo>
                    <a:pt x="502190" y="1120129"/>
                  </a:lnTo>
                  <a:lnTo>
                    <a:pt x="502192" y="1120134"/>
                  </a:lnTo>
                  <a:lnTo>
                    <a:pt x="502192" y="1120140"/>
                  </a:lnTo>
                  <a:lnTo>
                    <a:pt x="502186" y="1120150"/>
                  </a:lnTo>
                  <a:lnTo>
                    <a:pt x="502169" y="1120173"/>
                  </a:lnTo>
                  <a:lnTo>
                    <a:pt x="502165" y="1120179"/>
                  </a:lnTo>
                  <a:lnTo>
                    <a:pt x="502163" y="1120183"/>
                  </a:lnTo>
                  <a:lnTo>
                    <a:pt x="502160" y="1120188"/>
                  </a:lnTo>
                  <a:lnTo>
                    <a:pt x="502156" y="1120195"/>
                  </a:lnTo>
                  <a:lnTo>
                    <a:pt x="502154" y="1120201"/>
                  </a:lnTo>
                  <a:lnTo>
                    <a:pt x="502153" y="1120206"/>
                  </a:lnTo>
                  <a:lnTo>
                    <a:pt x="502152" y="1120213"/>
                  </a:lnTo>
                  <a:lnTo>
                    <a:pt x="502150" y="1120218"/>
                  </a:lnTo>
                  <a:lnTo>
                    <a:pt x="502146" y="1120222"/>
                  </a:lnTo>
                  <a:lnTo>
                    <a:pt x="502138" y="1120227"/>
                  </a:lnTo>
                  <a:lnTo>
                    <a:pt x="502134" y="1120232"/>
                  </a:lnTo>
                  <a:lnTo>
                    <a:pt x="502132" y="1120238"/>
                  </a:lnTo>
                  <a:lnTo>
                    <a:pt x="502132" y="1120244"/>
                  </a:lnTo>
                  <a:lnTo>
                    <a:pt x="502129" y="1120249"/>
                  </a:lnTo>
                  <a:lnTo>
                    <a:pt x="502124" y="1120255"/>
                  </a:lnTo>
                  <a:lnTo>
                    <a:pt x="502118" y="1120262"/>
                  </a:lnTo>
                  <a:lnTo>
                    <a:pt x="502106" y="1120276"/>
                  </a:lnTo>
                  <a:lnTo>
                    <a:pt x="502105" y="1120282"/>
                  </a:lnTo>
                  <a:lnTo>
                    <a:pt x="502104" y="1120295"/>
                  </a:lnTo>
                  <a:lnTo>
                    <a:pt x="502104" y="1120328"/>
                  </a:lnTo>
                  <a:lnTo>
                    <a:pt x="502103" y="1120338"/>
                  </a:lnTo>
                  <a:lnTo>
                    <a:pt x="502102" y="1120350"/>
                  </a:lnTo>
                  <a:lnTo>
                    <a:pt x="502100" y="1120361"/>
                  </a:lnTo>
                  <a:lnTo>
                    <a:pt x="502099" y="1120373"/>
                  </a:lnTo>
                  <a:lnTo>
                    <a:pt x="502099" y="1120382"/>
                  </a:lnTo>
                  <a:lnTo>
                    <a:pt x="502099" y="1120388"/>
                  </a:lnTo>
                  <a:lnTo>
                    <a:pt x="502101" y="1120394"/>
                  </a:lnTo>
                  <a:lnTo>
                    <a:pt x="502106" y="1120412"/>
                  </a:lnTo>
                  <a:lnTo>
                    <a:pt x="502109" y="1120425"/>
                  </a:lnTo>
                  <a:lnTo>
                    <a:pt x="502110" y="1120436"/>
                  </a:lnTo>
                  <a:lnTo>
                    <a:pt x="502109" y="1120449"/>
                  </a:lnTo>
                  <a:lnTo>
                    <a:pt x="502107" y="1120456"/>
                  </a:lnTo>
                  <a:lnTo>
                    <a:pt x="502107" y="1120464"/>
                  </a:lnTo>
                  <a:lnTo>
                    <a:pt x="502108" y="1120471"/>
                  </a:lnTo>
                  <a:lnTo>
                    <a:pt x="502109" y="1120477"/>
                  </a:lnTo>
                  <a:lnTo>
                    <a:pt x="502113" y="1120485"/>
                  </a:lnTo>
                  <a:lnTo>
                    <a:pt x="502115" y="1120495"/>
                  </a:lnTo>
                  <a:lnTo>
                    <a:pt x="502118" y="1120512"/>
                  </a:lnTo>
                  <a:lnTo>
                    <a:pt x="502121" y="1120521"/>
                  </a:lnTo>
                  <a:lnTo>
                    <a:pt x="502124" y="1120530"/>
                  </a:lnTo>
                  <a:lnTo>
                    <a:pt x="502126" y="1120535"/>
                  </a:lnTo>
                  <a:lnTo>
                    <a:pt x="502130" y="1120552"/>
                  </a:lnTo>
                  <a:lnTo>
                    <a:pt x="502131" y="1120557"/>
                  </a:lnTo>
                  <a:lnTo>
                    <a:pt x="502133" y="1120564"/>
                  </a:lnTo>
                  <a:lnTo>
                    <a:pt x="502135" y="1120571"/>
                  </a:lnTo>
                  <a:lnTo>
                    <a:pt x="502136" y="1120578"/>
                  </a:lnTo>
                  <a:lnTo>
                    <a:pt x="502139" y="1120586"/>
                  </a:lnTo>
                  <a:lnTo>
                    <a:pt x="502142" y="1120593"/>
                  </a:lnTo>
                  <a:lnTo>
                    <a:pt x="502145" y="1120598"/>
                  </a:lnTo>
                  <a:lnTo>
                    <a:pt x="502155" y="1120621"/>
                  </a:lnTo>
                  <a:lnTo>
                    <a:pt x="502160" y="1120632"/>
                  </a:lnTo>
                  <a:lnTo>
                    <a:pt x="502167" y="1120648"/>
                  </a:lnTo>
                  <a:lnTo>
                    <a:pt x="502175" y="1120665"/>
                  </a:lnTo>
                  <a:lnTo>
                    <a:pt x="502182" y="1120681"/>
                  </a:lnTo>
                  <a:lnTo>
                    <a:pt x="502187" y="1120689"/>
                  </a:lnTo>
                  <a:lnTo>
                    <a:pt x="502193" y="1120695"/>
                  </a:lnTo>
                  <a:lnTo>
                    <a:pt x="502199" y="1120700"/>
                  </a:lnTo>
                  <a:lnTo>
                    <a:pt x="502216" y="1120712"/>
                  </a:lnTo>
                  <a:lnTo>
                    <a:pt x="502220" y="1120715"/>
                  </a:lnTo>
                  <a:lnTo>
                    <a:pt x="502230" y="1120723"/>
                  </a:lnTo>
                  <a:lnTo>
                    <a:pt x="502240" y="1120731"/>
                  </a:lnTo>
                  <a:lnTo>
                    <a:pt x="502244" y="1120734"/>
                  </a:lnTo>
                  <a:lnTo>
                    <a:pt x="502273" y="1120760"/>
                  </a:lnTo>
                  <a:lnTo>
                    <a:pt x="502279" y="1120766"/>
                  </a:lnTo>
                  <a:lnTo>
                    <a:pt x="502287" y="1120774"/>
                  </a:lnTo>
                  <a:lnTo>
                    <a:pt x="502290" y="1120779"/>
                  </a:lnTo>
                  <a:lnTo>
                    <a:pt x="502296" y="1120786"/>
                  </a:lnTo>
                  <a:lnTo>
                    <a:pt x="502301" y="1120790"/>
                  </a:lnTo>
                  <a:lnTo>
                    <a:pt x="502306" y="1120794"/>
                  </a:lnTo>
                  <a:lnTo>
                    <a:pt x="502312" y="1120797"/>
                  </a:lnTo>
                  <a:lnTo>
                    <a:pt x="502321" y="1120802"/>
                  </a:lnTo>
                  <a:lnTo>
                    <a:pt x="502329" y="1120804"/>
                  </a:lnTo>
                  <a:lnTo>
                    <a:pt x="502337" y="1120806"/>
                  </a:lnTo>
                  <a:lnTo>
                    <a:pt x="502344" y="1120809"/>
                  </a:lnTo>
                  <a:lnTo>
                    <a:pt x="502352" y="1120812"/>
                  </a:lnTo>
                  <a:lnTo>
                    <a:pt x="502359" y="1120815"/>
                  </a:lnTo>
                  <a:lnTo>
                    <a:pt x="502363" y="1120816"/>
                  </a:lnTo>
                  <a:lnTo>
                    <a:pt x="502372" y="1120819"/>
                  </a:lnTo>
                  <a:lnTo>
                    <a:pt x="502363" y="1120828"/>
                  </a:lnTo>
                  <a:lnTo>
                    <a:pt x="502353" y="1120834"/>
                  </a:lnTo>
                  <a:lnTo>
                    <a:pt x="502345" y="1120840"/>
                  </a:lnTo>
                  <a:lnTo>
                    <a:pt x="502337" y="1120852"/>
                  </a:lnTo>
                  <a:lnTo>
                    <a:pt x="502333" y="1120859"/>
                  </a:lnTo>
                  <a:lnTo>
                    <a:pt x="502329" y="1120866"/>
                  </a:lnTo>
                  <a:lnTo>
                    <a:pt x="502325" y="1120875"/>
                  </a:lnTo>
                  <a:lnTo>
                    <a:pt x="502321" y="1120885"/>
                  </a:lnTo>
                  <a:lnTo>
                    <a:pt x="502316" y="1120898"/>
                  </a:lnTo>
                  <a:lnTo>
                    <a:pt x="502311" y="1120913"/>
                  </a:lnTo>
                  <a:lnTo>
                    <a:pt x="502305" y="1120928"/>
                  </a:lnTo>
                  <a:lnTo>
                    <a:pt x="502299" y="1120941"/>
                  </a:lnTo>
                  <a:lnTo>
                    <a:pt x="502291" y="1120955"/>
                  </a:lnTo>
                  <a:lnTo>
                    <a:pt x="502288" y="1120960"/>
                  </a:lnTo>
                  <a:lnTo>
                    <a:pt x="502282" y="1120967"/>
                  </a:lnTo>
                  <a:lnTo>
                    <a:pt x="502269" y="1120982"/>
                  </a:lnTo>
                  <a:lnTo>
                    <a:pt x="502263" y="1120989"/>
                  </a:lnTo>
                  <a:lnTo>
                    <a:pt x="502252" y="1121001"/>
                  </a:lnTo>
                  <a:lnTo>
                    <a:pt x="502243" y="1121010"/>
                  </a:lnTo>
                  <a:lnTo>
                    <a:pt x="502237" y="1121015"/>
                  </a:lnTo>
                  <a:lnTo>
                    <a:pt x="502229" y="1121020"/>
                  </a:lnTo>
                  <a:lnTo>
                    <a:pt x="502217" y="1121025"/>
                  </a:lnTo>
                  <a:lnTo>
                    <a:pt x="502207" y="1121028"/>
                  </a:lnTo>
                  <a:lnTo>
                    <a:pt x="502195" y="1121030"/>
                  </a:lnTo>
                  <a:lnTo>
                    <a:pt x="502176" y="1121032"/>
                  </a:lnTo>
                  <a:lnTo>
                    <a:pt x="502153" y="1121034"/>
                  </a:lnTo>
                  <a:lnTo>
                    <a:pt x="502130" y="1121036"/>
                  </a:lnTo>
                  <a:lnTo>
                    <a:pt x="502110" y="1121039"/>
                  </a:lnTo>
                  <a:lnTo>
                    <a:pt x="502101" y="1121041"/>
                  </a:lnTo>
                  <a:lnTo>
                    <a:pt x="502092" y="1121045"/>
                  </a:lnTo>
                  <a:lnTo>
                    <a:pt x="502086" y="1121049"/>
                  </a:lnTo>
                  <a:lnTo>
                    <a:pt x="502082" y="1121053"/>
                  </a:lnTo>
                  <a:lnTo>
                    <a:pt x="502078" y="1121058"/>
                  </a:lnTo>
                  <a:lnTo>
                    <a:pt x="502073" y="1121065"/>
                  </a:lnTo>
                  <a:lnTo>
                    <a:pt x="502070" y="1121071"/>
                  </a:lnTo>
                  <a:lnTo>
                    <a:pt x="502066" y="1121079"/>
                  </a:lnTo>
                  <a:lnTo>
                    <a:pt x="502062" y="1121088"/>
                  </a:lnTo>
                  <a:lnTo>
                    <a:pt x="502059" y="1121096"/>
                  </a:lnTo>
                  <a:lnTo>
                    <a:pt x="502055" y="1121111"/>
                  </a:lnTo>
                  <a:lnTo>
                    <a:pt x="502054" y="1121119"/>
                  </a:lnTo>
                  <a:lnTo>
                    <a:pt x="502053" y="1121124"/>
                  </a:lnTo>
                  <a:lnTo>
                    <a:pt x="502055" y="1121131"/>
                  </a:lnTo>
                  <a:lnTo>
                    <a:pt x="502061" y="1121143"/>
                  </a:lnTo>
                  <a:lnTo>
                    <a:pt x="502067" y="1121158"/>
                  </a:lnTo>
                  <a:lnTo>
                    <a:pt x="502069" y="1121163"/>
                  </a:lnTo>
                  <a:lnTo>
                    <a:pt x="502078" y="1121192"/>
                  </a:lnTo>
                  <a:lnTo>
                    <a:pt x="502081" y="1121199"/>
                  </a:lnTo>
                  <a:lnTo>
                    <a:pt x="502083" y="1121209"/>
                  </a:lnTo>
                  <a:lnTo>
                    <a:pt x="502085" y="1121227"/>
                  </a:lnTo>
                  <a:lnTo>
                    <a:pt x="502089" y="1121253"/>
                  </a:lnTo>
                  <a:lnTo>
                    <a:pt x="502090" y="1121276"/>
                  </a:lnTo>
                  <a:lnTo>
                    <a:pt x="502089" y="1121285"/>
                  </a:lnTo>
                  <a:lnTo>
                    <a:pt x="502088" y="1121298"/>
                  </a:lnTo>
                  <a:lnTo>
                    <a:pt x="502086" y="1121310"/>
                  </a:lnTo>
                  <a:lnTo>
                    <a:pt x="502085" y="1121321"/>
                  </a:lnTo>
                  <a:lnTo>
                    <a:pt x="502084" y="1121329"/>
                  </a:lnTo>
                  <a:lnTo>
                    <a:pt x="502086" y="1121337"/>
                  </a:lnTo>
                  <a:lnTo>
                    <a:pt x="502088" y="1121346"/>
                  </a:lnTo>
                  <a:lnTo>
                    <a:pt x="502091" y="1121358"/>
                  </a:lnTo>
                  <a:lnTo>
                    <a:pt x="502093" y="1121368"/>
                  </a:lnTo>
                  <a:lnTo>
                    <a:pt x="502094" y="1121377"/>
                  </a:lnTo>
                  <a:lnTo>
                    <a:pt x="502093" y="1121387"/>
                  </a:lnTo>
                  <a:lnTo>
                    <a:pt x="502092" y="1121398"/>
                  </a:lnTo>
                  <a:lnTo>
                    <a:pt x="502092" y="1121407"/>
                  </a:lnTo>
                  <a:lnTo>
                    <a:pt x="502091" y="1121417"/>
                  </a:lnTo>
                  <a:lnTo>
                    <a:pt x="502090" y="1121422"/>
                  </a:lnTo>
                  <a:lnTo>
                    <a:pt x="502090" y="1121431"/>
                  </a:lnTo>
                  <a:lnTo>
                    <a:pt x="502090" y="1121438"/>
                  </a:lnTo>
                  <a:lnTo>
                    <a:pt x="502092" y="1121446"/>
                  </a:lnTo>
                  <a:lnTo>
                    <a:pt x="502099" y="1121453"/>
                  </a:lnTo>
                  <a:lnTo>
                    <a:pt x="502108" y="1121458"/>
                  </a:lnTo>
                  <a:lnTo>
                    <a:pt x="502120" y="1121466"/>
                  </a:lnTo>
                  <a:lnTo>
                    <a:pt x="502123" y="1121469"/>
                  </a:lnTo>
                  <a:lnTo>
                    <a:pt x="502127" y="1121480"/>
                  </a:lnTo>
                  <a:lnTo>
                    <a:pt x="502134" y="1121490"/>
                  </a:lnTo>
                  <a:lnTo>
                    <a:pt x="502146" y="1121512"/>
                  </a:lnTo>
                  <a:lnTo>
                    <a:pt x="502156" y="1121525"/>
                  </a:lnTo>
                  <a:lnTo>
                    <a:pt x="502163" y="1121534"/>
                  </a:lnTo>
                  <a:lnTo>
                    <a:pt x="502170" y="1121540"/>
                  </a:lnTo>
                  <a:lnTo>
                    <a:pt x="502177" y="1121547"/>
                  </a:lnTo>
                  <a:lnTo>
                    <a:pt x="502185" y="1121552"/>
                  </a:lnTo>
                  <a:lnTo>
                    <a:pt x="502194" y="1121558"/>
                  </a:lnTo>
                  <a:lnTo>
                    <a:pt x="502199" y="1121560"/>
                  </a:lnTo>
                  <a:lnTo>
                    <a:pt x="502204" y="1121565"/>
                  </a:lnTo>
                  <a:lnTo>
                    <a:pt x="502206" y="1121573"/>
                  </a:lnTo>
                  <a:lnTo>
                    <a:pt x="502205" y="1121579"/>
                  </a:lnTo>
                  <a:lnTo>
                    <a:pt x="502201" y="1121586"/>
                  </a:lnTo>
                  <a:lnTo>
                    <a:pt x="502195" y="1121594"/>
                  </a:lnTo>
                  <a:lnTo>
                    <a:pt x="502190" y="1121599"/>
                  </a:lnTo>
                  <a:lnTo>
                    <a:pt x="502184" y="1121602"/>
                  </a:lnTo>
                  <a:lnTo>
                    <a:pt x="502180" y="1121603"/>
                  </a:lnTo>
                  <a:lnTo>
                    <a:pt x="502174" y="1121603"/>
                  </a:lnTo>
                  <a:lnTo>
                    <a:pt x="502168" y="1121601"/>
                  </a:lnTo>
                  <a:lnTo>
                    <a:pt x="502159" y="1121593"/>
                  </a:lnTo>
                  <a:lnTo>
                    <a:pt x="502151" y="1121584"/>
                  </a:lnTo>
                  <a:lnTo>
                    <a:pt x="502135" y="1121571"/>
                  </a:lnTo>
                  <a:lnTo>
                    <a:pt x="502129" y="1121568"/>
                  </a:lnTo>
                  <a:lnTo>
                    <a:pt x="502122" y="1121567"/>
                  </a:lnTo>
                  <a:lnTo>
                    <a:pt x="502107" y="1121568"/>
                  </a:lnTo>
                  <a:lnTo>
                    <a:pt x="502087" y="1121570"/>
                  </a:lnTo>
                  <a:lnTo>
                    <a:pt x="502075" y="1121571"/>
                  </a:lnTo>
                  <a:lnTo>
                    <a:pt x="502063" y="1121573"/>
                  </a:lnTo>
                  <a:lnTo>
                    <a:pt x="502053" y="1121573"/>
                  </a:lnTo>
                  <a:lnTo>
                    <a:pt x="502035" y="1121575"/>
                  </a:lnTo>
                  <a:lnTo>
                    <a:pt x="502019" y="1121577"/>
                  </a:lnTo>
                  <a:lnTo>
                    <a:pt x="501976" y="1121580"/>
                  </a:lnTo>
                  <a:lnTo>
                    <a:pt x="501968" y="1121581"/>
                  </a:lnTo>
                  <a:lnTo>
                    <a:pt x="501948" y="1121582"/>
                  </a:lnTo>
                  <a:lnTo>
                    <a:pt x="501931" y="1121582"/>
                  </a:lnTo>
                  <a:lnTo>
                    <a:pt x="501903" y="1121580"/>
                  </a:lnTo>
                  <a:lnTo>
                    <a:pt x="501880" y="1121579"/>
                  </a:lnTo>
                  <a:lnTo>
                    <a:pt x="501863" y="1121581"/>
                  </a:lnTo>
                  <a:lnTo>
                    <a:pt x="501847" y="1121586"/>
                  </a:lnTo>
                  <a:lnTo>
                    <a:pt x="501837" y="1121589"/>
                  </a:lnTo>
                  <a:lnTo>
                    <a:pt x="501826" y="1121591"/>
                  </a:lnTo>
                  <a:lnTo>
                    <a:pt x="501809" y="1121592"/>
                  </a:lnTo>
                  <a:lnTo>
                    <a:pt x="501794" y="1121592"/>
                  </a:lnTo>
                  <a:lnTo>
                    <a:pt x="501775" y="1121592"/>
                  </a:lnTo>
                  <a:lnTo>
                    <a:pt x="501758" y="1121594"/>
                  </a:lnTo>
                  <a:lnTo>
                    <a:pt x="501742" y="1121597"/>
                  </a:lnTo>
                  <a:lnTo>
                    <a:pt x="501730" y="1121599"/>
                  </a:lnTo>
                  <a:lnTo>
                    <a:pt x="501717" y="1121600"/>
                  </a:lnTo>
                  <a:lnTo>
                    <a:pt x="501703" y="1121600"/>
                  </a:lnTo>
                  <a:lnTo>
                    <a:pt x="501687" y="1121602"/>
                  </a:lnTo>
                  <a:lnTo>
                    <a:pt x="501676" y="1121602"/>
                  </a:lnTo>
                  <a:lnTo>
                    <a:pt x="501658" y="1121602"/>
                  </a:lnTo>
                  <a:lnTo>
                    <a:pt x="501645" y="1121602"/>
                  </a:lnTo>
                  <a:lnTo>
                    <a:pt x="501634" y="1121602"/>
                  </a:lnTo>
                  <a:lnTo>
                    <a:pt x="501622" y="1121602"/>
                  </a:lnTo>
                  <a:lnTo>
                    <a:pt x="501614" y="1121603"/>
                  </a:lnTo>
                  <a:lnTo>
                    <a:pt x="501604" y="1121605"/>
                  </a:lnTo>
                  <a:lnTo>
                    <a:pt x="501599" y="1121606"/>
                  </a:lnTo>
                  <a:lnTo>
                    <a:pt x="501593" y="1121609"/>
                  </a:lnTo>
                  <a:lnTo>
                    <a:pt x="501584" y="1121610"/>
                  </a:lnTo>
                  <a:lnTo>
                    <a:pt x="501579" y="1121610"/>
                  </a:lnTo>
                  <a:lnTo>
                    <a:pt x="501569" y="1121607"/>
                  </a:lnTo>
                  <a:lnTo>
                    <a:pt x="501559" y="1121605"/>
                  </a:lnTo>
                  <a:lnTo>
                    <a:pt x="501549" y="1121602"/>
                  </a:lnTo>
                  <a:lnTo>
                    <a:pt x="501534" y="1121600"/>
                  </a:lnTo>
                  <a:lnTo>
                    <a:pt x="501525" y="1121597"/>
                  </a:lnTo>
                  <a:lnTo>
                    <a:pt x="501518" y="1121593"/>
                  </a:lnTo>
                  <a:lnTo>
                    <a:pt x="501507" y="1121586"/>
                  </a:lnTo>
                  <a:lnTo>
                    <a:pt x="501500" y="1121585"/>
                  </a:lnTo>
                  <a:lnTo>
                    <a:pt x="501493" y="1121588"/>
                  </a:lnTo>
                  <a:lnTo>
                    <a:pt x="501484" y="1121598"/>
                  </a:lnTo>
                  <a:lnTo>
                    <a:pt x="501459" y="1121624"/>
                  </a:lnTo>
                  <a:lnTo>
                    <a:pt x="501440" y="1121643"/>
                  </a:lnTo>
                  <a:lnTo>
                    <a:pt x="501424" y="1121658"/>
                  </a:lnTo>
                  <a:lnTo>
                    <a:pt x="501414" y="1121665"/>
                  </a:lnTo>
                  <a:lnTo>
                    <a:pt x="501389" y="1121676"/>
                  </a:lnTo>
                  <a:lnTo>
                    <a:pt x="501379" y="1121682"/>
                  </a:lnTo>
                  <a:lnTo>
                    <a:pt x="501371" y="1121686"/>
                  </a:lnTo>
                  <a:lnTo>
                    <a:pt x="501368" y="1121691"/>
                  </a:lnTo>
                  <a:lnTo>
                    <a:pt x="501365" y="1121695"/>
                  </a:lnTo>
                  <a:lnTo>
                    <a:pt x="501362" y="1121714"/>
                  </a:lnTo>
                  <a:lnTo>
                    <a:pt x="501360" y="1121739"/>
                  </a:lnTo>
                  <a:lnTo>
                    <a:pt x="501359" y="1121756"/>
                  </a:lnTo>
                  <a:lnTo>
                    <a:pt x="501356" y="1121763"/>
                  </a:lnTo>
                  <a:lnTo>
                    <a:pt x="501353" y="1121771"/>
                  </a:lnTo>
                  <a:lnTo>
                    <a:pt x="501346" y="1121776"/>
                  </a:lnTo>
                  <a:lnTo>
                    <a:pt x="501334" y="1121777"/>
                  </a:lnTo>
                  <a:lnTo>
                    <a:pt x="501312" y="1121776"/>
                  </a:lnTo>
                  <a:lnTo>
                    <a:pt x="501288" y="1121778"/>
                  </a:lnTo>
                  <a:lnTo>
                    <a:pt x="501266" y="1121781"/>
                  </a:lnTo>
                  <a:lnTo>
                    <a:pt x="501250" y="1121786"/>
                  </a:lnTo>
                  <a:lnTo>
                    <a:pt x="501229" y="1121797"/>
                  </a:lnTo>
                  <a:lnTo>
                    <a:pt x="501215" y="1121802"/>
                  </a:lnTo>
                  <a:lnTo>
                    <a:pt x="501199" y="1121809"/>
                  </a:lnTo>
                  <a:lnTo>
                    <a:pt x="501185" y="1121811"/>
                  </a:lnTo>
                  <a:lnTo>
                    <a:pt x="501172" y="1121812"/>
                  </a:lnTo>
                  <a:lnTo>
                    <a:pt x="501153" y="1121812"/>
                  </a:lnTo>
                  <a:lnTo>
                    <a:pt x="501122" y="1121817"/>
                  </a:lnTo>
                  <a:lnTo>
                    <a:pt x="501098" y="1121823"/>
                  </a:lnTo>
                  <a:lnTo>
                    <a:pt x="501083" y="1121828"/>
                  </a:lnTo>
                  <a:lnTo>
                    <a:pt x="501052" y="1121842"/>
                  </a:lnTo>
                  <a:lnTo>
                    <a:pt x="501031" y="1121853"/>
                  </a:lnTo>
                  <a:lnTo>
                    <a:pt x="501017" y="1121861"/>
                  </a:lnTo>
                  <a:lnTo>
                    <a:pt x="500989" y="1121882"/>
                  </a:lnTo>
                  <a:lnTo>
                    <a:pt x="500961" y="1121905"/>
                  </a:lnTo>
                  <a:lnTo>
                    <a:pt x="500952" y="1121914"/>
                  </a:lnTo>
                  <a:lnTo>
                    <a:pt x="500935" y="1121932"/>
                  </a:lnTo>
                  <a:lnTo>
                    <a:pt x="500929" y="1121938"/>
                  </a:lnTo>
                  <a:lnTo>
                    <a:pt x="500909" y="1121964"/>
                  </a:lnTo>
                  <a:lnTo>
                    <a:pt x="500900" y="1121978"/>
                  </a:lnTo>
                  <a:lnTo>
                    <a:pt x="500898" y="1121982"/>
                  </a:lnTo>
                  <a:lnTo>
                    <a:pt x="500893" y="1121985"/>
                  </a:lnTo>
                  <a:lnTo>
                    <a:pt x="500886" y="1121986"/>
                  </a:lnTo>
                  <a:lnTo>
                    <a:pt x="500877" y="1121984"/>
                  </a:lnTo>
                  <a:lnTo>
                    <a:pt x="500870" y="1121982"/>
                  </a:lnTo>
                  <a:lnTo>
                    <a:pt x="500865" y="1121980"/>
                  </a:lnTo>
                  <a:lnTo>
                    <a:pt x="500856" y="1121977"/>
                  </a:lnTo>
                  <a:lnTo>
                    <a:pt x="500834" y="1121973"/>
                  </a:lnTo>
                  <a:lnTo>
                    <a:pt x="500818" y="1121971"/>
                  </a:lnTo>
                  <a:lnTo>
                    <a:pt x="500785" y="1121970"/>
                  </a:lnTo>
                  <a:lnTo>
                    <a:pt x="500756" y="1121972"/>
                  </a:lnTo>
                  <a:lnTo>
                    <a:pt x="500738" y="1121973"/>
                  </a:lnTo>
                  <a:lnTo>
                    <a:pt x="500700" y="1121980"/>
                  </a:lnTo>
                  <a:lnTo>
                    <a:pt x="500694" y="1121980"/>
                  </a:lnTo>
                  <a:lnTo>
                    <a:pt x="500680" y="1121982"/>
                  </a:lnTo>
                  <a:lnTo>
                    <a:pt x="500670" y="1121982"/>
                  </a:lnTo>
                  <a:lnTo>
                    <a:pt x="500657" y="1121979"/>
                  </a:lnTo>
                  <a:lnTo>
                    <a:pt x="500643" y="1121973"/>
                  </a:lnTo>
                  <a:lnTo>
                    <a:pt x="500628" y="1121967"/>
                  </a:lnTo>
                  <a:lnTo>
                    <a:pt x="500623" y="1121965"/>
                  </a:lnTo>
                  <a:lnTo>
                    <a:pt x="500615" y="1121966"/>
                  </a:lnTo>
                  <a:lnTo>
                    <a:pt x="500602" y="1121972"/>
                  </a:lnTo>
                  <a:lnTo>
                    <a:pt x="500579" y="1121984"/>
                  </a:lnTo>
                  <a:lnTo>
                    <a:pt x="500574" y="1121987"/>
                  </a:lnTo>
                  <a:lnTo>
                    <a:pt x="500566" y="1121993"/>
                  </a:lnTo>
                  <a:lnTo>
                    <a:pt x="500541" y="1122008"/>
                  </a:lnTo>
                  <a:lnTo>
                    <a:pt x="500533" y="1122013"/>
                  </a:lnTo>
                  <a:lnTo>
                    <a:pt x="500518" y="1122020"/>
                  </a:lnTo>
                  <a:lnTo>
                    <a:pt x="500508" y="1122024"/>
                  </a:lnTo>
                  <a:lnTo>
                    <a:pt x="500498" y="1122027"/>
                  </a:lnTo>
                  <a:lnTo>
                    <a:pt x="500489" y="1122029"/>
                  </a:lnTo>
                  <a:lnTo>
                    <a:pt x="500482" y="1122031"/>
                  </a:lnTo>
                  <a:lnTo>
                    <a:pt x="500472" y="1122033"/>
                  </a:lnTo>
                  <a:lnTo>
                    <a:pt x="500454" y="1122040"/>
                  </a:lnTo>
                  <a:lnTo>
                    <a:pt x="500436" y="1122049"/>
                  </a:lnTo>
                  <a:lnTo>
                    <a:pt x="500418" y="1122060"/>
                  </a:lnTo>
                  <a:lnTo>
                    <a:pt x="500403" y="1122074"/>
                  </a:lnTo>
                  <a:lnTo>
                    <a:pt x="500397" y="1122084"/>
                  </a:lnTo>
                  <a:lnTo>
                    <a:pt x="500394" y="1122089"/>
                  </a:lnTo>
                  <a:lnTo>
                    <a:pt x="500387" y="1122104"/>
                  </a:lnTo>
                  <a:lnTo>
                    <a:pt x="500380" y="1122124"/>
                  </a:lnTo>
                  <a:lnTo>
                    <a:pt x="500376" y="1122133"/>
                  </a:lnTo>
                  <a:lnTo>
                    <a:pt x="500369" y="1122147"/>
                  </a:lnTo>
                  <a:lnTo>
                    <a:pt x="500356" y="1122181"/>
                  </a:lnTo>
                  <a:lnTo>
                    <a:pt x="500355" y="1122186"/>
                  </a:lnTo>
                  <a:lnTo>
                    <a:pt x="500350" y="1122196"/>
                  </a:lnTo>
                  <a:lnTo>
                    <a:pt x="500342" y="1122216"/>
                  </a:lnTo>
                  <a:lnTo>
                    <a:pt x="500331" y="1122237"/>
                  </a:lnTo>
                  <a:lnTo>
                    <a:pt x="500325" y="1122246"/>
                  </a:lnTo>
                  <a:lnTo>
                    <a:pt x="500316" y="1122266"/>
                  </a:lnTo>
                  <a:lnTo>
                    <a:pt x="500311" y="1122279"/>
                  </a:lnTo>
                  <a:lnTo>
                    <a:pt x="500311" y="1122289"/>
                  </a:lnTo>
                  <a:lnTo>
                    <a:pt x="500315" y="1122300"/>
                  </a:lnTo>
                  <a:lnTo>
                    <a:pt x="500324" y="1122317"/>
                  </a:lnTo>
                  <a:lnTo>
                    <a:pt x="500329" y="1122326"/>
                  </a:lnTo>
                  <a:lnTo>
                    <a:pt x="500336" y="1122335"/>
                  </a:lnTo>
                  <a:lnTo>
                    <a:pt x="500344" y="1122345"/>
                  </a:lnTo>
                  <a:lnTo>
                    <a:pt x="500365" y="1122373"/>
                  </a:lnTo>
                  <a:lnTo>
                    <a:pt x="500372" y="1122384"/>
                  </a:lnTo>
                  <a:lnTo>
                    <a:pt x="500388" y="1122407"/>
                  </a:lnTo>
                  <a:lnTo>
                    <a:pt x="500402" y="1122426"/>
                  </a:lnTo>
                  <a:lnTo>
                    <a:pt x="500412" y="1122446"/>
                  </a:lnTo>
                  <a:lnTo>
                    <a:pt x="500425" y="1122469"/>
                  </a:lnTo>
                  <a:lnTo>
                    <a:pt x="500428" y="1122476"/>
                  </a:lnTo>
                  <a:lnTo>
                    <a:pt x="500434" y="1122485"/>
                  </a:lnTo>
                  <a:lnTo>
                    <a:pt x="500438" y="1122490"/>
                  </a:lnTo>
                  <a:lnTo>
                    <a:pt x="500443" y="1122500"/>
                  </a:lnTo>
                  <a:lnTo>
                    <a:pt x="500445" y="1122507"/>
                  </a:lnTo>
                  <a:lnTo>
                    <a:pt x="500446" y="1122516"/>
                  </a:lnTo>
                  <a:lnTo>
                    <a:pt x="500447" y="1122521"/>
                  </a:lnTo>
                  <a:lnTo>
                    <a:pt x="500446" y="1122535"/>
                  </a:lnTo>
                  <a:lnTo>
                    <a:pt x="500446" y="1122562"/>
                  </a:lnTo>
                  <a:lnTo>
                    <a:pt x="500441" y="1122619"/>
                  </a:lnTo>
                  <a:lnTo>
                    <a:pt x="500440" y="1122642"/>
                  </a:lnTo>
                  <a:lnTo>
                    <a:pt x="500439" y="1122655"/>
                  </a:lnTo>
                  <a:lnTo>
                    <a:pt x="500439" y="1122669"/>
                  </a:lnTo>
                  <a:lnTo>
                    <a:pt x="500439" y="1122685"/>
                  </a:lnTo>
                  <a:lnTo>
                    <a:pt x="500440" y="1122700"/>
                  </a:lnTo>
                  <a:lnTo>
                    <a:pt x="500443" y="1122722"/>
                  </a:lnTo>
                  <a:lnTo>
                    <a:pt x="500445" y="1122738"/>
                  </a:lnTo>
                  <a:lnTo>
                    <a:pt x="500445" y="1122755"/>
                  </a:lnTo>
                  <a:lnTo>
                    <a:pt x="500444" y="1122761"/>
                  </a:lnTo>
                  <a:lnTo>
                    <a:pt x="500442" y="1122767"/>
                  </a:lnTo>
                  <a:lnTo>
                    <a:pt x="500426" y="1122773"/>
                  </a:lnTo>
                  <a:lnTo>
                    <a:pt x="500418" y="1122776"/>
                  </a:lnTo>
                  <a:lnTo>
                    <a:pt x="500401" y="1122781"/>
                  </a:lnTo>
                  <a:lnTo>
                    <a:pt x="500388" y="1122786"/>
                  </a:lnTo>
                  <a:lnTo>
                    <a:pt x="500375" y="1122792"/>
                  </a:lnTo>
                  <a:lnTo>
                    <a:pt x="500365" y="1122797"/>
                  </a:lnTo>
                  <a:lnTo>
                    <a:pt x="500358" y="1122803"/>
                  </a:lnTo>
                  <a:lnTo>
                    <a:pt x="500350" y="1122812"/>
                  </a:lnTo>
                  <a:lnTo>
                    <a:pt x="500337" y="1122827"/>
                  </a:lnTo>
                  <a:lnTo>
                    <a:pt x="500325" y="1122843"/>
                  </a:lnTo>
                  <a:lnTo>
                    <a:pt x="500313" y="1122859"/>
                  </a:lnTo>
                  <a:lnTo>
                    <a:pt x="500295" y="1122880"/>
                  </a:lnTo>
                  <a:lnTo>
                    <a:pt x="500276" y="1122898"/>
                  </a:lnTo>
                  <a:lnTo>
                    <a:pt x="500259" y="1122912"/>
                  </a:lnTo>
                  <a:lnTo>
                    <a:pt x="500237" y="1122929"/>
                  </a:lnTo>
                  <a:lnTo>
                    <a:pt x="500209" y="1122950"/>
                  </a:lnTo>
                  <a:lnTo>
                    <a:pt x="500191" y="1122966"/>
                  </a:lnTo>
                  <a:lnTo>
                    <a:pt x="500175" y="1122984"/>
                  </a:lnTo>
                  <a:lnTo>
                    <a:pt x="500156" y="1123001"/>
                  </a:lnTo>
                  <a:lnTo>
                    <a:pt x="500140" y="1123017"/>
                  </a:lnTo>
                  <a:lnTo>
                    <a:pt x="500127" y="1123030"/>
                  </a:lnTo>
                  <a:lnTo>
                    <a:pt x="500107" y="1123046"/>
                  </a:lnTo>
                  <a:lnTo>
                    <a:pt x="500104" y="1123049"/>
                  </a:lnTo>
                  <a:lnTo>
                    <a:pt x="500098" y="1123054"/>
                  </a:lnTo>
                  <a:lnTo>
                    <a:pt x="500089" y="1123064"/>
                  </a:lnTo>
                  <a:lnTo>
                    <a:pt x="500058" y="1123094"/>
                  </a:lnTo>
                  <a:lnTo>
                    <a:pt x="500040" y="1123113"/>
                  </a:lnTo>
                  <a:lnTo>
                    <a:pt x="500025" y="1123133"/>
                  </a:lnTo>
                  <a:lnTo>
                    <a:pt x="500004" y="1123157"/>
                  </a:lnTo>
                  <a:lnTo>
                    <a:pt x="499979" y="1123193"/>
                  </a:lnTo>
                  <a:lnTo>
                    <a:pt x="499970" y="1123206"/>
                  </a:lnTo>
                  <a:lnTo>
                    <a:pt x="499965" y="1123213"/>
                  </a:lnTo>
                  <a:lnTo>
                    <a:pt x="499961" y="1123220"/>
                  </a:lnTo>
                  <a:lnTo>
                    <a:pt x="499958" y="1123225"/>
                  </a:lnTo>
                  <a:lnTo>
                    <a:pt x="499949" y="1123242"/>
                  </a:lnTo>
                  <a:lnTo>
                    <a:pt x="499942" y="1123259"/>
                  </a:lnTo>
                  <a:lnTo>
                    <a:pt x="499933" y="1123283"/>
                  </a:lnTo>
                  <a:lnTo>
                    <a:pt x="499931" y="1123287"/>
                  </a:lnTo>
                  <a:lnTo>
                    <a:pt x="499929" y="1123296"/>
                  </a:lnTo>
                  <a:lnTo>
                    <a:pt x="499922" y="1123318"/>
                  </a:lnTo>
                  <a:lnTo>
                    <a:pt x="499917" y="1123341"/>
                  </a:lnTo>
                  <a:lnTo>
                    <a:pt x="499913" y="1123370"/>
                  </a:lnTo>
                  <a:lnTo>
                    <a:pt x="499910" y="1123383"/>
                  </a:lnTo>
                  <a:lnTo>
                    <a:pt x="499904" y="1123399"/>
                  </a:lnTo>
                  <a:lnTo>
                    <a:pt x="499901" y="1123402"/>
                  </a:lnTo>
                  <a:lnTo>
                    <a:pt x="499896" y="1123409"/>
                  </a:lnTo>
                  <a:lnTo>
                    <a:pt x="499889" y="1123416"/>
                  </a:lnTo>
                  <a:lnTo>
                    <a:pt x="499878" y="1123421"/>
                  </a:lnTo>
                  <a:lnTo>
                    <a:pt x="499865" y="1123424"/>
                  </a:lnTo>
                  <a:lnTo>
                    <a:pt x="499856" y="1123425"/>
                  </a:lnTo>
                  <a:lnTo>
                    <a:pt x="499836" y="1123428"/>
                  </a:lnTo>
                  <a:lnTo>
                    <a:pt x="499807" y="1123428"/>
                  </a:lnTo>
                  <a:lnTo>
                    <a:pt x="499771" y="1123430"/>
                  </a:lnTo>
                  <a:lnTo>
                    <a:pt x="499749" y="1123433"/>
                  </a:lnTo>
                  <a:lnTo>
                    <a:pt x="499724" y="1123438"/>
                  </a:lnTo>
                  <a:lnTo>
                    <a:pt x="499717" y="1123440"/>
                  </a:lnTo>
                  <a:lnTo>
                    <a:pt x="499710" y="1123442"/>
                  </a:lnTo>
                  <a:lnTo>
                    <a:pt x="499704" y="1123444"/>
                  </a:lnTo>
                  <a:lnTo>
                    <a:pt x="499695" y="1123447"/>
                  </a:lnTo>
                  <a:lnTo>
                    <a:pt x="499680" y="1123453"/>
                  </a:lnTo>
                  <a:lnTo>
                    <a:pt x="499655" y="1123469"/>
                  </a:lnTo>
                  <a:lnTo>
                    <a:pt x="499642" y="1123479"/>
                  </a:lnTo>
                  <a:lnTo>
                    <a:pt x="499633" y="1123485"/>
                  </a:lnTo>
                  <a:lnTo>
                    <a:pt x="499620" y="1123492"/>
                  </a:lnTo>
                  <a:lnTo>
                    <a:pt x="499597" y="1123501"/>
                  </a:lnTo>
                  <a:lnTo>
                    <a:pt x="499586" y="1123505"/>
                  </a:lnTo>
                  <a:lnTo>
                    <a:pt x="499556" y="1123520"/>
                  </a:lnTo>
                  <a:lnTo>
                    <a:pt x="499536" y="1123531"/>
                  </a:lnTo>
                  <a:lnTo>
                    <a:pt x="499528" y="1123537"/>
                  </a:lnTo>
                  <a:lnTo>
                    <a:pt x="499517" y="1123545"/>
                  </a:lnTo>
                  <a:lnTo>
                    <a:pt x="499508" y="1123553"/>
                  </a:lnTo>
                  <a:lnTo>
                    <a:pt x="499500" y="1123558"/>
                  </a:lnTo>
                  <a:lnTo>
                    <a:pt x="499492" y="1123561"/>
                  </a:lnTo>
                  <a:lnTo>
                    <a:pt x="499480" y="1123566"/>
                  </a:lnTo>
                  <a:lnTo>
                    <a:pt x="499473" y="1123571"/>
                  </a:lnTo>
                  <a:lnTo>
                    <a:pt x="499467" y="1123576"/>
                  </a:lnTo>
                  <a:lnTo>
                    <a:pt x="499464" y="1123583"/>
                  </a:lnTo>
                  <a:lnTo>
                    <a:pt x="499461" y="1123593"/>
                  </a:lnTo>
                  <a:lnTo>
                    <a:pt x="499458" y="1123603"/>
                  </a:lnTo>
                  <a:lnTo>
                    <a:pt x="499456" y="1123612"/>
                  </a:lnTo>
                  <a:lnTo>
                    <a:pt x="499451" y="1123621"/>
                  </a:lnTo>
                  <a:lnTo>
                    <a:pt x="499437" y="1123637"/>
                  </a:lnTo>
                  <a:lnTo>
                    <a:pt x="499425" y="1123651"/>
                  </a:lnTo>
                  <a:lnTo>
                    <a:pt x="499419" y="1123658"/>
                  </a:lnTo>
                  <a:lnTo>
                    <a:pt x="499415" y="1123666"/>
                  </a:lnTo>
                  <a:lnTo>
                    <a:pt x="499414" y="1123684"/>
                  </a:lnTo>
                  <a:lnTo>
                    <a:pt x="499412" y="1123702"/>
                  </a:lnTo>
                  <a:lnTo>
                    <a:pt x="499410" y="1123721"/>
                  </a:lnTo>
                  <a:lnTo>
                    <a:pt x="499408" y="1123732"/>
                  </a:lnTo>
                  <a:lnTo>
                    <a:pt x="499406" y="1123744"/>
                  </a:lnTo>
                  <a:lnTo>
                    <a:pt x="499404" y="1123753"/>
                  </a:lnTo>
                  <a:lnTo>
                    <a:pt x="499401" y="1123766"/>
                  </a:lnTo>
                  <a:lnTo>
                    <a:pt x="499391" y="1123790"/>
                  </a:lnTo>
                  <a:lnTo>
                    <a:pt x="499386" y="1123798"/>
                  </a:lnTo>
                  <a:lnTo>
                    <a:pt x="499381" y="1123802"/>
                  </a:lnTo>
                  <a:lnTo>
                    <a:pt x="499378" y="1123804"/>
                  </a:lnTo>
                  <a:lnTo>
                    <a:pt x="499371" y="1123798"/>
                  </a:lnTo>
                  <a:lnTo>
                    <a:pt x="499355" y="1123783"/>
                  </a:lnTo>
                  <a:lnTo>
                    <a:pt x="499332" y="1123766"/>
                  </a:lnTo>
                  <a:lnTo>
                    <a:pt x="499320" y="1123761"/>
                  </a:lnTo>
                  <a:lnTo>
                    <a:pt x="499304" y="1123752"/>
                  </a:lnTo>
                  <a:lnTo>
                    <a:pt x="499299" y="1123750"/>
                  </a:lnTo>
                  <a:lnTo>
                    <a:pt x="499276" y="1123741"/>
                  </a:lnTo>
                  <a:lnTo>
                    <a:pt x="499258" y="1123739"/>
                  </a:lnTo>
                  <a:lnTo>
                    <a:pt x="499245" y="1123737"/>
                  </a:lnTo>
                  <a:lnTo>
                    <a:pt x="499234" y="1123735"/>
                  </a:lnTo>
                  <a:lnTo>
                    <a:pt x="499182" y="1123729"/>
                  </a:lnTo>
                  <a:lnTo>
                    <a:pt x="499155" y="1123727"/>
                  </a:lnTo>
                  <a:lnTo>
                    <a:pt x="499146" y="1123725"/>
                  </a:lnTo>
                  <a:lnTo>
                    <a:pt x="499112" y="1123717"/>
                  </a:lnTo>
                  <a:lnTo>
                    <a:pt x="499070" y="1123706"/>
                  </a:lnTo>
                  <a:lnTo>
                    <a:pt x="499054" y="1123704"/>
                  </a:lnTo>
                  <a:lnTo>
                    <a:pt x="499023" y="1123700"/>
                  </a:lnTo>
                  <a:lnTo>
                    <a:pt x="499019" y="1123700"/>
                  </a:lnTo>
                  <a:lnTo>
                    <a:pt x="498990" y="1123692"/>
                  </a:lnTo>
                  <a:lnTo>
                    <a:pt x="498973" y="1123689"/>
                  </a:lnTo>
                  <a:lnTo>
                    <a:pt x="498961" y="1123686"/>
                  </a:lnTo>
                  <a:lnTo>
                    <a:pt x="498933" y="1123677"/>
                  </a:lnTo>
                  <a:lnTo>
                    <a:pt x="498920" y="1123674"/>
                  </a:lnTo>
                  <a:lnTo>
                    <a:pt x="498906" y="1123669"/>
                  </a:lnTo>
                  <a:lnTo>
                    <a:pt x="498888" y="1123665"/>
                  </a:lnTo>
                  <a:lnTo>
                    <a:pt x="498875" y="1123664"/>
                  </a:lnTo>
                  <a:lnTo>
                    <a:pt x="498859" y="1123664"/>
                  </a:lnTo>
                  <a:lnTo>
                    <a:pt x="498839" y="1123668"/>
                  </a:lnTo>
                  <a:lnTo>
                    <a:pt x="498816" y="1123673"/>
                  </a:lnTo>
                  <a:lnTo>
                    <a:pt x="498809" y="1123675"/>
                  </a:lnTo>
                  <a:lnTo>
                    <a:pt x="498793" y="1123680"/>
                  </a:lnTo>
                  <a:lnTo>
                    <a:pt x="498784" y="1123683"/>
                  </a:lnTo>
                  <a:lnTo>
                    <a:pt x="498777" y="1123685"/>
                  </a:lnTo>
                  <a:lnTo>
                    <a:pt x="498761" y="1123691"/>
                  </a:lnTo>
                  <a:lnTo>
                    <a:pt x="498739" y="1123697"/>
                  </a:lnTo>
                  <a:lnTo>
                    <a:pt x="498726" y="1123701"/>
                  </a:lnTo>
                  <a:lnTo>
                    <a:pt x="498712" y="1123703"/>
                  </a:lnTo>
                  <a:lnTo>
                    <a:pt x="498695" y="1123704"/>
                  </a:lnTo>
                  <a:lnTo>
                    <a:pt x="498673" y="1123702"/>
                  </a:lnTo>
                  <a:lnTo>
                    <a:pt x="498665" y="1123702"/>
                  </a:lnTo>
                  <a:lnTo>
                    <a:pt x="498645" y="1123700"/>
                  </a:lnTo>
                  <a:lnTo>
                    <a:pt x="498634" y="1123699"/>
                  </a:lnTo>
                  <a:lnTo>
                    <a:pt x="498621" y="1123698"/>
                  </a:lnTo>
                  <a:lnTo>
                    <a:pt x="498599" y="1123697"/>
                  </a:lnTo>
                  <a:lnTo>
                    <a:pt x="498572" y="1123696"/>
                  </a:lnTo>
                  <a:lnTo>
                    <a:pt x="498550" y="1123697"/>
                  </a:lnTo>
                  <a:lnTo>
                    <a:pt x="498541" y="1123699"/>
                  </a:lnTo>
                  <a:lnTo>
                    <a:pt x="498526" y="1123702"/>
                  </a:lnTo>
                  <a:lnTo>
                    <a:pt x="498504" y="1123707"/>
                  </a:lnTo>
                  <a:lnTo>
                    <a:pt x="498478" y="1123712"/>
                  </a:lnTo>
                  <a:lnTo>
                    <a:pt x="498457" y="1123715"/>
                  </a:lnTo>
                  <a:lnTo>
                    <a:pt x="498432" y="1123719"/>
                  </a:lnTo>
                  <a:lnTo>
                    <a:pt x="498415" y="1123722"/>
                  </a:lnTo>
                  <a:lnTo>
                    <a:pt x="498409" y="1123723"/>
                  </a:lnTo>
                  <a:lnTo>
                    <a:pt x="498390" y="1123726"/>
                  </a:lnTo>
                  <a:lnTo>
                    <a:pt x="498374" y="1123730"/>
                  </a:lnTo>
                  <a:lnTo>
                    <a:pt x="498353" y="1123735"/>
                  </a:lnTo>
                  <a:lnTo>
                    <a:pt x="498340" y="1123739"/>
                  </a:lnTo>
                  <a:lnTo>
                    <a:pt x="498326" y="1123744"/>
                  </a:lnTo>
                  <a:lnTo>
                    <a:pt x="498294" y="1123755"/>
                  </a:lnTo>
                  <a:lnTo>
                    <a:pt x="498280" y="1123762"/>
                  </a:lnTo>
                  <a:lnTo>
                    <a:pt x="498275" y="1123764"/>
                  </a:lnTo>
                  <a:lnTo>
                    <a:pt x="498246" y="1123780"/>
                  </a:lnTo>
                  <a:lnTo>
                    <a:pt x="498219" y="1123795"/>
                  </a:lnTo>
                  <a:lnTo>
                    <a:pt x="498214" y="1123797"/>
                  </a:lnTo>
                  <a:lnTo>
                    <a:pt x="498205" y="1123802"/>
                  </a:lnTo>
                  <a:lnTo>
                    <a:pt x="498190" y="1123809"/>
                  </a:lnTo>
                  <a:lnTo>
                    <a:pt x="498181" y="1123811"/>
                  </a:lnTo>
                  <a:lnTo>
                    <a:pt x="498173" y="1123808"/>
                  </a:lnTo>
                  <a:lnTo>
                    <a:pt x="498168" y="1123805"/>
                  </a:lnTo>
                  <a:lnTo>
                    <a:pt x="498163" y="1123802"/>
                  </a:lnTo>
                  <a:lnTo>
                    <a:pt x="498158" y="1123799"/>
                  </a:lnTo>
                  <a:lnTo>
                    <a:pt x="498153" y="1123795"/>
                  </a:lnTo>
                  <a:lnTo>
                    <a:pt x="498148" y="1123788"/>
                  </a:lnTo>
                  <a:lnTo>
                    <a:pt x="498141" y="1123782"/>
                  </a:lnTo>
                  <a:lnTo>
                    <a:pt x="498132" y="1123776"/>
                  </a:lnTo>
                  <a:lnTo>
                    <a:pt x="498127" y="1123773"/>
                  </a:lnTo>
                  <a:lnTo>
                    <a:pt x="498122" y="1123768"/>
                  </a:lnTo>
                  <a:lnTo>
                    <a:pt x="498120" y="1123761"/>
                  </a:lnTo>
                  <a:lnTo>
                    <a:pt x="498118" y="1123747"/>
                  </a:lnTo>
                  <a:lnTo>
                    <a:pt x="498114" y="1123734"/>
                  </a:lnTo>
                  <a:lnTo>
                    <a:pt x="498110" y="1123723"/>
                  </a:lnTo>
                  <a:lnTo>
                    <a:pt x="498102" y="1123707"/>
                  </a:lnTo>
                  <a:lnTo>
                    <a:pt x="498098" y="1123696"/>
                  </a:lnTo>
                  <a:lnTo>
                    <a:pt x="498095" y="1123681"/>
                  </a:lnTo>
                  <a:lnTo>
                    <a:pt x="498093" y="1123675"/>
                  </a:lnTo>
                  <a:lnTo>
                    <a:pt x="498088" y="1123654"/>
                  </a:lnTo>
                  <a:lnTo>
                    <a:pt x="498074" y="1123630"/>
                  </a:lnTo>
                  <a:lnTo>
                    <a:pt x="498064" y="1123617"/>
                  </a:lnTo>
                  <a:lnTo>
                    <a:pt x="498055" y="1123609"/>
                  </a:lnTo>
                  <a:lnTo>
                    <a:pt x="498032" y="1123588"/>
                  </a:lnTo>
                  <a:lnTo>
                    <a:pt x="498013" y="1123568"/>
                  </a:lnTo>
                  <a:lnTo>
                    <a:pt x="498002" y="1123554"/>
                  </a:lnTo>
                  <a:lnTo>
                    <a:pt x="497993" y="1123541"/>
                  </a:lnTo>
                  <a:lnTo>
                    <a:pt x="497991" y="1123536"/>
                  </a:lnTo>
                  <a:lnTo>
                    <a:pt x="497988" y="1123531"/>
                  </a:lnTo>
                  <a:lnTo>
                    <a:pt x="497987" y="1123526"/>
                  </a:lnTo>
                  <a:lnTo>
                    <a:pt x="497986" y="1123520"/>
                  </a:lnTo>
                  <a:lnTo>
                    <a:pt x="497986" y="1123509"/>
                  </a:lnTo>
                  <a:lnTo>
                    <a:pt x="497989" y="1123488"/>
                  </a:lnTo>
                  <a:lnTo>
                    <a:pt x="497991" y="1123469"/>
                  </a:lnTo>
                  <a:lnTo>
                    <a:pt x="497990" y="1123455"/>
                  </a:lnTo>
                  <a:lnTo>
                    <a:pt x="497990" y="1123450"/>
                  </a:lnTo>
                  <a:lnTo>
                    <a:pt x="497989" y="1123442"/>
                  </a:lnTo>
                  <a:lnTo>
                    <a:pt x="497982" y="1123406"/>
                  </a:lnTo>
                  <a:lnTo>
                    <a:pt x="497981" y="1123401"/>
                  </a:lnTo>
                  <a:lnTo>
                    <a:pt x="497974" y="1123387"/>
                  </a:lnTo>
                  <a:lnTo>
                    <a:pt x="497967" y="1123377"/>
                  </a:lnTo>
                  <a:lnTo>
                    <a:pt x="497962" y="1123369"/>
                  </a:lnTo>
                  <a:lnTo>
                    <a:pt x="497958" y="1123366"/>
                  </a:lnTo>
                  <a:lnTo>
                    <a:pt x="497942" y="1123350"/>
                  </a:lnTo>
                  <a:lnTo>
                    <a:pt x="497921" y="1123330"/>
                  </a:lnTo>
                  <a:lnTo>
                    <a:pt x="497903" y="1123315"/>
                  </a:lnTo>
                  <a:lnTo>
                    <a:pt x="497884" y="1123293"/>
                  </a:lnTo>
                  <a:lnTo>
                    <a:pt x="497870" y="1123281"/>
                  </a:lnTo>
                  <a:lnTo>
                    <a:pt x="497854" y="1123270"/>
                  </a:lnTo>
                  <a:lnTo>
                    <a:pt x="497833" y="1123256"/>
                  </a:lnTo>
                  <a:lnTo>
                    <a:pt x="497811" y="1123237"/>
                  </a:lnTo>
                  <a:lnTo>
                    <a:pt x="497800" y="1123229"/>
                  </a:lnTo>
                  <a:lnTo>
                    <a:pt x="497782" y="1123216"/>
                  </a:lnTo>
                  <a:lnTo>
                    <a:pt x="497763" y="1123199"/>
                  </a:lnTo>
                  <a:lnTo>
                    <a:pt x="497753" y="1123186"/>
                  </a:lnTo>
                  <a:lnTo>
                    <a:pt x="497739" y="1123161"/>
                  </a:lnTo>
                  <a:lnTo>
                    <a:pt x="497730" y="1123143"/>
                  </a:lnTo>
                  <a:lnTo>
                    <a:pt x="497724" y="1123129"/>
                  </a:lnTo>
                  <a:lnTo>
                    <a:pt x="497717" y="1123115"/>
                  </a:lnTo>
                  <a:lnTo>
                    <a:pt x="497699" y="1123087"/>
                  </a:lnTo>
                  <a:lnTo>
                    <a:pt x="497696" y="1123082"/>
                  </a:lnTo>
                  <a:lnTo>
                    <a:pt x="497683" y="1123068"/>
                  </a:lnTo>
                  <a:lnTo>
                    <a:pt x="497669" y="1123054"/>
                  </a:lnTo>
                  <a:lnTo>
                    <a:pt x="497665" y="1123051"/>
                  </a:lnTo>
                  <a:lnTo>
                    <a:pt x="497656" y="1123042"/>
                  </a:lnTo>
                  <a:lnTo>
                    <a:pt x="497625" y="1123021"/>
                  </a:lnTo>
                  <a:lnTo>
                    <a:pt x="497613" y="1123014"/>
                  </a:lnTo>
                  <a:lnTo>
                    <a:pt x="497603" y="1123007"/>
                  </a:lnTo>
                  <a:lnTo>
                    <a:pt x="497594" y="1123002"/>
                  </a:lnTo>
                  <a:lnTo>
                    <a:pt x="497576" y="1122993"/>
                  </a:lnTo>
                  <a:lnTo>
                    <a:pt x="497534" y="1122981"/>
                  </a:lnTo>
                  <a:lnTo>
                    <a:pt x="497513" y="1122974"/>
                  </a:lnTo>
                  <a:lnTo>
                    <a:pt x="497487" y="1122968"/>
                  </a:lnTo>
                  <a:lnTo>
                    <a:pt x="497438" y="1122956"/>
                  </a:lnTo>
                  <a:lnTo>
                    <a:pt x="497422" y="1122951"/>
                  </a:lnTo>
                  <a:lnTo>
                    <a:pt x="497408" y="1122951"/>
                  </a:lnTo>
                  <a:lnTo>
                    <a:pt x="497397" y="1122951"/>
                  </a:lnTo>
                  <a:lnTo>
                    <a:pt x="497386" y="1122953"/>
                  </a:lnTo>
                  <a:lnTo>
                    <a:pt x="497382" y="1122951"/>
                  </a:lnTo>
                  <a:lnTo>
                    <a:pt x="497377" y="1122946"/>
                  </a:lnTo>
                  <a:lnTo>
                    <a:pt x="497373" y="1122938"/>
                  </a:lnTo>
                  <a:lnTo>
                    <a:pt x="497365" y="1122923"/>
                  </a:lnTo>
                  <a:lnTo>
                    <a:pt x="497359" y="1122909"/>
                  </a:lnTo>
                  <a:lnTo>
                    <a:pt x="497358" y="1122900"/>
                  </a:lnTo>
                  <a:lnTo>
                    <a:pt x="497358" y="1122889"/>
                  </a:lnTo>
                  <a:lnTo>
                    <a:pt x="497359" y="1122880"/>
                  </a:lnTo>
                  <a:lnTo>
                    <a:pt x="497352" y="1122867"/>
                  </a:lnTo>
                  <a:lnTo>
                    <a:pt x="497341" y="1122855"/>
                  </a:lnTo>
                  <a:lnTo>
                    <a:pt x="497329" y="1122842"/>
                  </a:lnTo>
                  <a:lnTo>
                    <a:pt x="497319" y="1122831"/>
                  </a:lnTo>
                  <a:lnTo>
                    <a:pt x="497305" y="1122813"/>
                  </a:lnTo>
                  <a:lnTo>
                    <a:pt x="497288" y="1122789"/>
                  </a:lnTo>
                  <a:lnTo>
                    <a:pt x="497277" y="1122768"/>
                  </a:lnTo>
                  <a:lnTo>
                    <a:pt x="497268" y="1122750"/>
                  </a:lnTo>
                  <a:lnTo>
                    <a:pt x="497265" y="1122741"/>
                  </a:lnTo>
                  <a:lnTo>
                    <a:pt x="497261" y="1122727"/>
                  </a:lnTo>
                  <a:lnTo>
                    <a:pt x="497255" y="1122715"/>
                  </a:lnTo>
                  <a:lnTo>
                    <a:pt x="497249" y="1122704"/>
                  </a:lnTo>
                  <a:lnTo>
                    <a:pt x="497241" y="1122692"/>
                  </a:lnTo>
                  <a:lnTo>
                    <a:pt x="497234" y="1122685"/>
                  </a:lnTo>
                  <a:lnTo>
                    <a:pt x="497226" y="1122676"/>
                  </a:lnTo>
                  <a:lnTo>
                    <a:pt x="497216" y="1122669"/>
                  </a:lnTo>
                  <a:lnTo>
                    <a:pt x="497205" y="1122663"/>
                  </a:lnTo>
                  <a:lnTo>
                    <a:pt x="497193" y="1122658"/>
                  </a:lnTo>
                  <a:lnTo>
                    <a:pt x="497183" y="1122654"/>
                  </a:lnTo>
                  <a:lnTo>
                    <a:pt x="497176" y="1122648"/>
                  </a:lnTo>
                  <a:lnTo>
                    <a:pt x="497169" y="1122641"/>
                  </a:lnTo>
                  <a:lnTo>
                    <a:pt x="497161" y="1122631"/>
                  </a:lnTo>
                  <a:lnTo>
                    <a:pt x="497154" y="1122622"/>
                  </a:lnTo>
                  <a:lnTo>
                    <a:pt x="497146" y="1122610"/>
                  </a:lnTo>
                  <a:lnTo>
                    <a:pt x="497140" y="1122600"/>
                  </a:lnTo>
                  <a:lnTo>
                    <a:pt x="497135" y="1122593"/>
                  </a:lnTo>
                  <a:lnTo>
                    <a:pt x="497122" y="1122575"/>
                  </a:lnTo>
                  <a:lnTo>
                    <a:pt x="497103" y="1122554"/>
                  </a:lnTo>
                  <a:lnTo>
                    <a:pt x="497092" y="1122540"/>
                  </a:lnTo>
                  <a:lnTo>
                    <a:pt x="497087" y="1122531"/>
                  </a:lnTo>
                  <a:lnTo>
                    <a:pt x="497079" y="1122510"/>
                  </a:lnTo>
                  <a:lnTo>
                    <a:pt x="497073" y="1122492"/>
                  </a:lnTo>
                  <a:lnTo>
                    <a:pt x="497070" y="1122483"/>
                  </a:lnTo>
                  <a:lnTo>
                    <a:pt x="497067" y="1122475"/>
                  </a:lnTo>
                  <a:lnTo>
                    <a:pt x="497058" y="1122459"/>
                  </a:lnTo>
                  <a:lnTo>
                    <a:pt x="497049" y="1122442"/>
                  </a:lnTo>
                  <a:lnTo>
                    <a:pt x="497035" y="1122427"/>
                  </a:lnTo>
                  <a:lnTo>
                    <a:pt x="497025" y="1122420"/>
                  </a:lnTo>
                  <a:lnTo>
                    <a:pt x="497013" y="1122416"/>
                  </a:lnTo>
                  <a:lnTo>
                    <a:pt x="497008" y="1122414"/>
                  </a:lnTo>
                  <a:lnTo>
                    <a:pt x="496985" y="1122411"/>
                  </a:lnTo>
                  <a:lnTo>
                    <a:pt x="496955" y="1122408"/>
                  </a:lnTo>
                  <a:lnTo>
                    <a:pt x="496944" y="1122406"/>
                  </a:lnTo>
                  <a:lnTo>
                    <a:pt x="496938" y="1122405"/>
                  </a:lnTo>
                  <a:lnTo>
                    <a:pt x="496910" y="1122400"/>
                  </a:lnTo>
                  <a:lnTo>
                    <a:pt x="496887" y="1122394"/>
                  </a:lnTo>
                  <a:lnTo>
                    <a:pt x="496881" y="1122391"/>
                  </a:lnTo>
                  <a:lnTo>
                    <a:pt x="496862" y="1122384"/>
                  </a:lnTo>
                  <a:lnTo>
                    <a:pt x="496847" y="1122378"/>
                  </a:lnTo>
                  <a:lnTo>
                    <a:pt x="496833" y="1122373"/>
                  </a:lnTo>
                  <a:lnTo>
                    <a:pt x="496810" y="1122360"/>
                  </a:lnTo>
                  <a:lnTo>
                    <a:pt x="496805" y="1122358"/>
                  </a:lnTo>
                  <a:lnTo>
                    <a:pt x="496792" y="1122351"/>
                  </a:lnTo>
                  <a:lnTo>
                    <a:pt x="496773" y="1122342"/>
                  </a:lnTo>
                  <a:lnTo>
                    <a:pt x="496755" y="1122338"/>
                  </a:lnTo>
                  <a:lnTo>
                    <a:pt x="496740" y="1122334"/>
                  </a:lnTo>
                  <a:lnTo>
                    <a:pt x="496718" y="1122326"/>
                  </a:lnTo>
                  <a:lnTo>
                    <a:pt x="496694" y="1122314"/>
                  </a:lnTo>
                  <a:lnTo>
                    <a:pt x="496682" y="1122308"/>
                  </a:lnTo>
                  <a:lnTo>
                    <a:pt x="496672" y="1122303"/>
                  </a:lnTo>
                  <a:lnTo>
                    <a:pt x="496665" y="1122299"/>
                  </a:lnTo>
                  <a:lnTo>
                    <a:pt x="496644" y="1122294"/>
                  </a:lnTo>
                  <a:lnTo>
                    <a:pt x="496624" y="1122290"/>
                  </a:lnTo>
                  <a:lnTo>
                    <a:pt x="496584" y="1122288"/>
                  </a:lnTo>
                  <a:lnTo>
                    <a:pt x="496558" y="1122289"/>
                  </a:lnTo>
                  <a:lnTo>
                    <a:pt x="496552" y="1122289"/>
                  </a:lnTo>
                  <a:lnTo>
                    <a:pt x="496532" y="1122290"/>
                  </a:lnTo>
                  <a:lnTo>
                    <a:pt x="496519" y="1122292"/>
                  </a:lnTo>
                  <a:lnTo>
                    <a:pt x="496486" y="1122294"/>
                  </a:lnTo>
                  <a:lnTo>
                    <a:pt x="496460" y="1122298"/>
                  </a:lnTo>
                  <a:lnTo>
                    <a:pt x="496442" y="1122299"/>
                  </a:lnTo>
                  <a:lnTo>
                    <a:pt x="496428" y="1122299"/>
                  </a:lnTo>
                  <a:lnTo>
                    <a:pt x="496417" y="1122300"/>
                  </a:lnTo>
                  <a:lnTo>
                    <a:pt x="496402" y="1122302"/>
                  </a:lnTo>
                  <a:lnTo>
                    <a:pt x="496387" y="1122305"/>
                  </a:lnTo>
                  <a:lnTo>
                    <a:pt x="496372" y="1122309"/>
                  </a:lnTo>
                  <a:lnTo>
                    <a:pt x="496359" y="1122311"/>
                  </a:lnTo>
                  <a:lnTo>
                    <a:pt x="496349" y="1122311"/>
                  </a:lnTo>
                  <a:lnTo>
                    <a:pt x="496338" y="1122308"/>
                  </a:lnTo>
                  <a:lnTo>
                    <a:pt x="496311" y="1122299"/>
                  </a:lnTo>
                  <a:lnTo>
                    <a:pt x="496297" y="1122295"/>
                  </a:lnTo>
                  <a:lnTo>
                    <a:pt x="496269" y="1122288"/>
                  </a:lnTo>
                  <a:lnTo>
                    <a:pt x="496247" y="1122285"/>
                  </a:lnTo>
                  <a:lnTo>
                    <a:pt x="496224" y="1122282"/>
                  </a:lnTo>
                  <a:lnTo>
                    <a:pt x="496199" y="1122282"/>
                  </a:lnTo>
                  <a:lnTo>
                    <a:pt x="496174" y="1122285"/>
                  </a:lnTo>
                  <a:lnTo>
                    <a:pt x="496169" y="1122285"/>
                  </a:lnTo>
                  <a:lnTo>
                    <a:pt x="496147" y="1122286"/>
                  </a:lnTo>
                  <a:lnTo>
                    <a:pt x="496091" y="1122290"/>
                  </a:lnTo>
                  <a:lnTo>
                    <a:pt x="496062" y="1122293"/>
                  </a:lnTo>
                  <a:lnTo>
                    <a:pt x="496047" y="1122295"/>
                  </a:lnTo>
                  <a:lnTo>
                    <a:pt x="496042" y="1122297"/>
                  </a:lnTo>
                  <a:lnTo>
                    <a:pt x="496031" y="1122300"/>
                  </a:lnTo>
                  <a:lnTo>
                    <a:pt x="496025" y="1122302"/>
                  </a:lnTo>
                  <a:lnTo>
                    <a:pt x="495990" y="1122316"/>
                  </a:lnTo>
                  <a:lnTo>
                    <a:pt x="495980" y="1122321"/>
                  </a:lnTo>
                  <a:lnTo>
                    <a:pt x="495972" y="1122325"/>
                  </a:lnTo>
                  <a:lnTo>
                    <a:pt x="495967" y="1122327"/>
                  </a:lnTo>
                  <a:lnTo>
                    <a:pt x="495961" y="1122330"/>
                  </a:lnTo>
                  <a:lnTo>
                    <a:pt x="495926" y="1122348"/>
                  </a:lnTo>
                  <a:lnTo>
                    <a:pt x="495909" y="1122359"/>
                  </a:lnTo>
                  <a:lnTo>
                    <a:pt x="495871" y="1122379"/>
                  </a:lnTo>
                  <a:lnTo>
                    <a:pt x="495862" y="1122383"/>
                  </a:lnTo>
                  <a:lnTo>
                    <a:pt x="495849" y="1122389"/>
                  </a:lnTo>
                  <a:lnTo>
                    <a:pt x="495843" y="1122390"/>
                  </a:lnTo>
                  <a:lnTo>
                    <a:pt x="495831" y="1122392"/>
                  </a:lnTo>
                  <a:lnTo>
                    <a:pt x="495810" y="1122394"/>
                  </a:lnTo>
                  <a:lnTo>
                    <a:pt x="495797" y="1122396"/>
                  </a:lnTo>
                  <a:lnTo>
                    <a:pt x="495785" y="1122403"/>
                  </a:lnTo>
                  <a:lnTo>
                    <a:pt x="495779" y="1122409"/>
                  </a:lnTo>
                  <a:lnTo>
                    <a:pt x="495771" y="1122421"/>
                  </a:lnTo>
                  <a:lnTo>
                    <a:pt x="495763" y="1122432"/>
                  </a:lnTo>
                  <a:lnTo>
                    <a:pt x="495756" y="1122437"/>
                  </a:lnTo>
                  <a:lnTo>
                    <a:pt x="495746" y="1122441"/>
                  </a:lnTo>
                  <a:lnTo>
                    <a:pt x="495734" y="1122446"/>
                  </a:lnTo>
                  <a:lnTo>
                    <a:pt x="495721" y="1122451"/>
                  </a:lnTo>
                  <a:lnTo>
                    <a:pt x="495709" y="1122449"/>
                  </a:lnTo>
                  <a:lnTo>
                    <a:pt x="495701" y="1122446"/>
                  </a:lnTo>
                  <a:lnTo>
                    <a:pt x="495693" y="1122441"/>
                  </a:lnTo>
                  <a:lnTo>
                    <a:pt x="495685" y="1122434"/>
                  </a:lnTo>
                  <a:lnTo>
                    <a:pt x="495678" y="1122424"/>
                  </a:lnTo>
                  <a:lnTo>
                    <a:pt x="495668" y="1122407"/>
                  </a:lnTo>
                  <a:lnTo>
                    <a:pt x="495657" y="1122391"/>
                  </a:lnTo>
                  <a:lnTo>
                    <a:pt x="495648" y="1122378"/>
                  </a:lnTo>
                  <a:lnTo>
                    <a:pt x="495638" y="1122367"/>
                  </a:lnTo>
                  <a:lnTo>
                    <a:pt x="495631" y="1122359"/>
                  </a:lnTo>
                  <a:lnTo>
                    <a:pt x="495625" y="1122345"/>
                  </a:lnTo>
                  <a:lnTo>
                    <a:pt x="495619" y="1122334"/>
                  </a:lnTo>
                  <a:lnTo>
                    <a:pt x="495612" y="1122326"/>
                  </a:lnTo>
                  <a:lnTo>
                    <a:pt x="495605" y="1122321"/>
                  </a:lnTo>
                  <a:lnTo>
                    <a:pt x="495596" y="1122315"/>
                  </a:lnTo>
                  <a:lnTo>
                    <a:pt x="495588" y="1122309"/>
                  </a:lnTo>
                  <a:lnTo>
                    <a:pt x="495583" y="1122301"/>
                  </a:lnTo>
                  <a:lnTo>
                    <a:pt x="495575" y="1122284"/>
                  </a:lnTo>
                  <a:lnTo>
                    <a:pt x="495565" y="1122262"/>
                  </a:lnTo>
                  <a:lnTo>
                    <a:pt x="495560" y="1122251"/>
                  </a:lnTo>
                  <a:lnTo>
                    <a:pt x="495553" y="1122238"/>
                  </a:lnTo>
                  <a:lnTo>
                    <a:pt x="495542" y="1122223"/>
                  </a:lnTo>
                  <a:lnTo>
                    <a:pt x="495528" y="1122206"/>
                  </a:lnTo>
                  <a:lnTo>
                    <a:pt x="495513" y="1122189"/>
                  </a:lnTo>
                  <a:lnTo>
                    <a:pt x="495498" y="1122169"/>
                  </a:lnTo>
                  <a:lnTo>
                    <a:pt x="495495" y="1122163"/>
                  </a:lnTo>
                  <a:lnTo>
                    <a:pt x="495490" y="1122149"/>
                  </a:lnTo>
                  <a:lnTo>
                    <a:pt x="495485" y="1122132"/>
                  </a:lnTo>
                  <a:lnTo>
                    <a:pt x="495484" y="1122123"/>
                  </a:lnTo>
                  <a:lnTo>
                    <a:pt x="495481" y="1122105"/>
                  </a:lnTo>
                  <a:lnTo>
                    <a:pt x="495479" y="1122085"/>
                  </a:lnTo>
                  <a:lnTo>
                    <a:pt x="495476" y="1122069"/>
                  </a:lnTo>
                  <a:lnTo>
                    <a:pt x="495470" y="1122046"/>
                  </a:lnTo>
                  <a:lnTo>
                    <a:pt x="495457" y="1122024"/>
                  </a:lnTo>
                  <a:lnTo>
                    <a:pt x="495439" y="1121999"/>
                  </a:lnTo>
                  <a:lnTo>
                    <a:pt x="495424" y="1121983"/>
                  </a:lnTo>
                  <a:lnTo>
                    <a:pt x="495406" y="1121975"/>
                  </a:lnTo>
                  <a:lnTo>
                    <a:pt x="495391" y="1121971"/>
                  </a:lnTo>
                  <a:lnTo>
                    <a:pt x="495366" y="1121964"/>
                  </a:lnTo>
                  <a:lnTo>
                    <a:pt x="495330" y="1121954"/>
                  </a:lnTo>
                  <a:lnTo>
                    <a:pt x="495310" y="1121945"/>
                  </a:lnTo>
                  <a:lnTo>
                    <a:pt x="495283" y="1121934"/>
                  </a:lnTo>
                  <a:lnTo>
                    <a:pt x="495256" y="1121925"/>
                  </a:lnTo>
                  <a:lnTo>
                    <a:pt x="495282" y="1121911"/>
                  </a:lnTo>
                  <a:lnTo>
                    <a:pt x="495304" y="1121894"/>
                  </a:lnTo>
                  <a:lnTo>
                    <a:pt x="495332" y="1121866"/>
                  </a:lnTo>
                  <a:lnTo>
                    <a:pt x="495355" y="1121840"/>
                  </a:lnTo>
                  <a:lnTo>
                    <a:pt x="495380" y="1121816"/>
                  </a:lnTo>
                  <a:lnTo>
                    <a:pt x="495387" y="1121809"/>
                  </a:lnTo>
                  <a:lnTo>
                    <a:pt x="495395" y="1121796"/>
                  </a:lnTo>
                  <a:lnTo>
                    <a:pt x="495400" y="1121787"/>
                  </a:lnTo>
                  <a:lnTo>
                    <a:pt x="495402" y="1121782"/>
                  </a:lnTo>
                  <a:lnTo>
                    <a:pt x="495405" y="1121766"/>
                  </a:lnTo>
                  <a:lnTo>
                    <a:pt x="495405" y="1121754"/>
                  </a:lnTo>
                  <a:lnTo>
                    <a:pt x="495404" y="1121737"/>
                  </a:lnTo>
                  <a:lnTo>
                    <a:pt x="495401" y="1121720"/>
                  </a:lnTo>
                  <a:lnTo>
                    <a:pt x="495398" y="1121711"/>
                  </a:lnTo>
                  <a:lnTo>
                    <a:pt x="495387" y="1121691"/>
                  </a:lnTo>
                  <a:lnTo>
                    <a:pt x="495379" y="1121678"/>
                  </a:lnTo>
                  <a:lnTo>
                    <a:pt x="495373" y="1121669"/>
                  </a:lnTo>
                  <a:lnTo>
                    <a:pt x="495364" y="1121660"/>
                  </a:lnTo>
                  <a:lnTo>
                    <a:pt x="495354" y="1121652"/>
                  </a:lnTo>
                  <a:lnTo>
                    <a:pt x="495346" y="1121646"/>
                  </a:lnTo>
                  <a:lnTo>
                    <a:pt x="495337" y="1121641"/>
                  </a:lnTo>
                  <a:lnTo>
                    <a:pt x="495326" y="1121634"/>
                  </a:lnTo>
                  <a:lnTo>
                    <a:pt x="495316" y="1121628"/>
                  </a:lnTo>
                  <a:lnTo>
                    <a:pt x="495307" y="1121621"/>
                  </a:lnTo>
                  <a:lnTo>
                    <a:pt x="495300" y="1121611"/>
                  </a:lnTo>
                  <a:lnTo>
                    <a:pt x="495291" y="1121598"/>
                  </a:lnTo>
                  <a:lnTo>
                    <a:pt x="495282" y="1121579"/>
                  </a:lnTo>
                  <a:lnTo>
                    <a:pt x="495274" y="1121557"/>
                  </a:lnTo>
                  <a:lnTo>
                    <a:pt x="495267" y="1121535"/>
                  </a:lnTo>
                  <a:lnTo>
                    <a:pt x="495263" y="1121513"/>
                  </a:lnTo>
                  <a:lnTo>
                    <a:pt x="495259" y="1121500"/>
                  </a:lnTo>
                  <a:lnTo>
                    <a:pt x="495255" y="1121475"/>
                  </a:lnTo>
                  <a:lnTo>
                    <a:pt x="495250" y="1121454"/>
                  </a:lnTo>
                  <a:lnTo>
                    <a:pt x="495244" y="1121425"/>
                  </a:lnTo>
                  <a:lnTo>
                    <a:pt x="495241" y="1121416"/>
                  </a:lnTo>
                  <a:lnTo>
                    <a:pt x="495236" y="1121404"/>
                  </a:lnTo>
                  <a:lnTo>
                    <a:pt x="495230" y="1121397"/>
                  </a:lnTo>
                  <a:lnTo>
                    <a:pt x="495225" y="1121384"/>
                  </a:lnTo>
                  <a:lnTo>
                    <a:pt x="495224" y="1121375"/>
                  </a:lnTo>
                  <a:lnTo>
                    <a:pt x="495224" y="1121360"/>
                  </a:lnTo>
                  <a:lnTo>
                    <a:pt x="495225" y="1121344"/>
                  </a:lnTo>
                  <a:lnTo>
                    <a:pt x="495229" y="1121322"/>
                  </a:lnTo>
                  <a:lnTo>
                    <a:pt x="495236" y="1121300"/>
                  </a:lnTo>
                  <a:lnTo>
                    <a:pt x="495245" y="1121278"/>
                  </a:lnTo>
                  <a:lnTo>
                    <a:pt x="495250" y="1121261"/>
                  </a:lnTo>
                  <a:lnTo>
                    <a:pt x="495252" y="1121248"/>
                  </a:lnTo>
                  <a:lnTo>
                    <a:pt x="495252" y="1121241"/>
                  </a:lnTo>
                  <a:lnTo>
                    <a:pt x="495250" y="1121231"/>
                  </a:lnTo>
                  <a:lnTo>
                    <a:pt x="495247" y="1121224"/>
                  </a:lnTo>
                  <a:lnTo>
                    <a:pt x="495240" y="1121213"/>
                  </a:lnTo>
                  <a:lnTo>
                    <a:pt x="495236" y="1121213"/>
                  </a:lnTo>
                  <a:lnTo>
                    <a:pt x="495204" y="1121249"/>
                  </a:lnTo>
                  <a:lnTo>
                    <a:pt x="495179" y="1121282"/>
                  </a:lnTo>
                  <a:lnTo>
                    <a:pt x="495158" y="1121308"/>
                  </a:lnTo>
                  <a:lnTo>
                    <a:pt x="495148" y="1121319"/>
                  </a:lnTo>
                  <a:lnTo>
                    <a:pt x="495129" y="1121343"/>
                  </a:lnTo>
                  <a:lnTo>
                    <a:pt x="495107" y="1121368"/>
                  </a:lnTo>
                  <a:lnTo>
                    <a:pt x="495079" y="1121404"/>
                  </a:lnTo>
                  <a:lnTo>
                    <a:pt x="495067" y="1121418"/>
                  </a:lnTo>
                  <a:lnTo>
                    <a:pt x="495041" y="1121450"/>
                  </a:lnTo>
                  <a:lnTo>
                    <a:pt x="495024" y="1121470"/>
                  </a:lnTo>
                  <a:lnTo>
                    <a:pt x="494992" y="1121510"/>
                  </a:lnTo>
                  <a:lnTo>
                    <a:pt x="494923" y="1121594"/>
                  </a:lnTo>
                  <a:lnTo>
                    <a:pt x="494911" y="1121608"/>
                  </a:lnTo>
                  <a:lnTo>
                    <a:pt x="494885" y="1121640"/>
                  </a:lnTo>
                  <a:lnTo>
                    <a:pt x="494866" y="1121663"/>
                  </a:lnTo>
                  <a:lnTo>
                    <a:pt x="494846" y="1121689"/>
                  </a:lnTo>
                  <a:lnTo>
                    <a:pt x="494832" y="1121704"/>
                  </a:lnTo>
                  <a:lnTo>
                    <a:pt x="494812" y="1121729"/>
                  </a:lnTo>
                  <a:lnTo>
                    <a:pt x="494796" y="1121747"/>
                  </a:lnTo>
                  <a:lnTo>
                    <a:pt x="494770" y="1121778"/>
                  </a:lnTo>
                  <a:lnTo>
                    <a:pt x="494758" y="1121795"/>
                  </a:lnTo>
                  <a:lnTo>
                    <a:pt x="494751" y="1121803"/>
                  </a:lnTo>
                  <a:lnTo>
                    <a:pt x="494729" y="1121828"/>
                  </a:lnTo>
                  <a:lnTo>
                    <a:pt x="494726" y="1121832"/>
                  </a:lnTo>
                  <a:lnTo>
                    <a:pt x="494718" y="1121841"/>
                  </a:lnTo>
                  <a:lnTo>
                    <a:pt x="494709" y="1121854"/>
                  </a:lnTo>
                  <a:lnTo>
                    <a:pt x="494701" y="1121864"/>
                  </a:lnTo>
                  <a:lnTo>
                    <a:pt x="494687" y="1121880"/>
                  </a:lnTo>
                  <a:lnTo>
                    <a:pt x="494683" y="1121885"/>
                  </a:lnTo>
                  <a:lnTo>
                    <a:pt x="494679" y="1121890"/>
                  </a:lnTo>
                  <a:lnTo>
                    <a:pt x="494673" y="1121897"/>
                  </a:lnTo>
                  <a:lnTo>
                    <a:pt x="494667" y="1121904"/>
                  </a:lnTo>
                  <a:lnTo>
                    <a:pt x="494636" y="1121943"/>
                  </a:lnTo>
                  <a:lnTo>
                    <a:pt x="494616" y="1121968"/>
                  </a:lnTo>
                  <a:lnTo>
                    <a:pt x="494609" y="1121977"/>
                  </a:lnTo>
                  <a:lnTo>
                    <a:pt x="494605" y="1121981"/>
                  </a:lnTo>
                  <a:lnTo>
                    <a:pt x="494600" y="1121984"/>
                  </a:lnTo>
                  <a:lnTo>
                    <a:pt x="494587" y="1121983"/>
                  </a:lnTo>
                  <a:lnTo>
                    <a:pt x="494561" y="1121972"/>
                  </a:lnTo>
                  <a:lnTo>
                    <a:pt x="494545" y="1121967"/>
                  </a:lnTo>
                  <a:lnTo>
                    <a:pt x="494527" y="1121963"/>
                  </a:lnTo>
                  <a:lnTo>
                    <a:pt x="494509" y="1121960"/>
                  </a:lnTo>
                  <a:lnTo>
                    <a:pt x="494484" y="1121960"/>
                  </a:lnTo>
                  <a:lnTo>
                    <a:pt x="494466" y="1121961"/>
                  </a:lnTo>
                  <a:lnTo>
                    <a:pt x="494452" y="1121961"/>
                  </a:lnTo>
                  <a:lnTo>
                    <a:pt x="494431" y="1121959"/>
                  </a:lnTo>
                  <a:lnTo>
                    <a:pt x="494416" y="1121957"/>
                  </a:lnTo>
                  <a:lnTo>
                    <a:pt x="494407" y="1121954"/>
                  </a:lnTo>
                  <a:lnTo>
                    <a:pt x="494401" y="1121951"/>
                  </a:lnTo>
                  <a:lnTo>
                    <a:pt x="494391" y="1121944"/>
                  </a:lnTo>
                  <a:lnTo>
                    <a:pt x="494382" y="1121938"/>
                  </a:lnTo>
                  <a:lnTo>
                    <a:pt x="494376" y="1121931"/>
                  </a:lnTo>
                  <a:lnTo>
                    <a:pt x="494373" y="1121926"/>
                  </a:lnTo>
                  <a:lnTo>
                    <a:pt x="494370" y="1121917"/>
                  </a:lnTo>
                  <a:lnTo>
                    <a:pt x="494367" y="1121908"/>
                  </a:lnTo>
                  <a:lnTo>
                    <a:pt x="494365" y="1121903"/>
                  </a:lnTo>
                  <a:lnTo>
                    <a:pt x="494361" y="1121896"/>
                  </a:lnTo>
                  <a:lnTo>
                    <a:pt x="494355" y="1121890"/>
                  </a:lnTo>
                  <a:lnTo>
                    <a:pt x="494351" y="1121886"/>
                  </a:lnTo>
                  <a:lnTo>
                    <a:pt x="494342" y="1121880"/>
                  </a:lnTo>
                  <a:lnTo>
                    <a:pt x="494334" y="1121872"/>
                  </a:lnTo>
                  <a:lnTo>
                    <a:pt x="494332" y="1121868"/>
                  </a:lnTo>
                  <a:lnTo>
                    <a:pt x="494331" y="1121860"/>
                  </a:lnTo>
                  <a:lnTo>
                    <a:pt x="494332" y="1121853"/>
                  </a:lnTo>
                  <a:lnTo>
                    <a:pt x="494333" y="1121842"/>
                  </a:lnTo>
                  <a:lnTo>
                    <a:pt x="494334" y="1121832"/>
                  </a:lnTo>
                  <a:lnTo>
                    <a:pt x="494331" y="1121825"/>
                  </a:lnTo>
                  <a:lnTo>
                    <a:pt x="494327" y="1121819"/>
                  </a:lnTo>
                  <a:lnTo>
                    <a:pt x="494322" y="1121814"/>
                  </a:lnTo>
                  <a:lnTo>
                    <a:pt x="494315" y="1121810"/>
                  </a:lnTo>
                  <a:lnTo>
                    <a:pt x="494308" y="1121808"/>
                  </a:lnTo>
                  <a:lnTo>
                    <a:pt x="494299" y="1121809"/>
                  </a:lnTo>
                  <a:lnTo>
                    <a:pt x="494287" y="1121810"/>
                  </a:lnTo>
                  <a:lnTo>
                    <a:pt x="494280" y="1121809"/>
                  </a:lnTo>
                  <a:lnTo>
                    <a:pt x="494274" y="1121806"/>
                  </a:lnTo>
                  <a:lnTo>
                    <a:pt x="494268" y="1121801"/>
                  </a:lnTo>
                  <a:lnTo>
                    <a:pt x="494264" y="1121796"/>
                  </a:lnTo>
                  <a:lnTo>
                    <a:pt x="494258" y="1121789"/>
                  </a:lnTo>
                  <a:lnTo>
                    <a:pt x="494253" y="1121779"/>
                  </a:lnTo>
                  <a:lnTo>
                    <a:pt x="494248" y="1121767"/>
                  </a:lnTo>
                  <a:lnTo>
                    <a:pt x="494243" y="1121756"/>
                  </a:lnTo>
                  <a:lnTo>
                    <a:pt x="494235" y="1121745"/>
                  </a:lnTo>
                  <a:lnTo>
                    <a:pt x="494227" y="1121738"/>
                  </a:lnTo>
                  <a:lnTo>
                    <a:pt x="494214" y="1121732"/>
                  </a:lnTo>
                  <a:lnTo>
                    <a:pt x="494208" y="1121727"/>
                  </a:lnTo>
                  <a:lnTo>
                    <a:pt x="494203" y="1121721"/>
                  </a:lnTo>
                  <a:lnTo>
                    <a:pt x="494199" y="1121711"/>
                  </a:lnTo>
                  <a:lnTo>
                    <a:pt x="494195" y="1121701"/>
                  </a:lnTo>
                  <a:lnTo>
                    <a:pt x="494189" y="1121682"/>
                  </a:lnTo>
                  <a:lnTo>
                    <a:pt x="494184" y="1121668"/>
                  </a:lnTo>
                  <a:lnTo>
                    <a:pt x="494178" y="1121655"/>
                  </a:lnTo>
                  <a:lnTo>
                    <a:pt x="494170" y="1121647"/>
                  </a:lnTo>
                  <a:lnTo>
                    <a:pt x="494160" y="1121643"/>
                  </a:lnTo>
                  <a:lnTo>
                    <a:pt x="494151" y="1121641"/>
                  </a:lnTo>
                  <a:lnTo>
                    <a:pt x="494145" y="1121642"/>
                  </a:lnTo>
                  <a:lnTo>
                    <a:pt x="494139" y="1121644"/>
                  </a:lnTo>
                  <a:lnTo>
                    <a:pt x="494118" y="1121652"/>
                  </a:lnTo>
                  <a:lnTo>
                    <a:pt x="494102" y="1121657"/>
                  </a:lnTo>
                  <a:lnTo>
                    <a:pt x="494095" y="1121658"/>
                  </a:lnTo>
                  <a:lnTo>
                    <a:pt x="494078" y="1121659"/>
                  </a:lnTo>
                  <a:lnTo>
                    <a:pt x="494069" y="1121660"/>
                  </a:lnTo>
                  <a:lnTo>
                    <a:pt x="494051" y="1121657"/>
                  </a:lnTo>
                  <a:lnTo>
                    <a:pt x="494046" y="1121654"/>
                  </a:lnTo>
                  <a:lnTo>
                    <a:pt x="494041" y="1121652"/>
                  </a:lnTo>
                  <a:lnTo>
                    <a:pt x="494033" y="1121647"/>
                  </a:lnTo>
                  <a:lnTo>
                    <a:pt x="494021" y="1121641"/>
                  </a:lnTo>
                  <a:lnTo>
                    <a:pt x="494019" y="1121627"/>
                  </a:lnTo>
                  <a:lnTo>
                    <a:pt x="494017" y="1121613"/>
                  </a:lnTo>
                  <a:lnTo>
                    <a:pt x="494015" y="1121605"/>
                  </a:lnTo>
                  <a:lnTo>
                    <a:pt x="494010" y="1121594"/>
                  </a:lnTo>
                  <a:lnTo>
                    <a:pt x="494001" y="1121577"/>
                  </a:lnTo>
                  <a:lnTo>
                    <a:pt x="493990" y="1121554"/>
                  </a:lnTo>
                  <a:lnTo>
                    <a:pt x="493986" y="1121544"/>
                  </a:lnTo>
                  <a:lnTo>
                    <a:pt x="493977" y="1121527"/>
                  </a:lnTo>
                  <a:lnTo>
                    <a:pt x="493972" y="1121517"/>
                  </a:lnTo>
                  <a:lnTo>
                    <a:pt x="493966" y="1121503"/>
                  </a:lnTo>
                  <a:lnTo>
                    <a:pt x="493962" y="1121495"/>
                  </a:lnTo>
                  <a:lnTo>
                    <a:pt x="493956" y="1121489"/>
                  </a:lnTo>
                  <a:lnTo>
                    <a:pt x="493950" y="1121483"/>
                  </a:lnTo>
                  <a:lnTo>
                    <a:pt x="493943" y="1121476"/>
                  </a:lnTo>
                  <a:lnTo>
                    <a:pt x="493932" y="1121467"/>
                  </a:lnTo>
                  <a:lnTo>
                    <a:pt x="493923" y="1121460"/>
                  </a:lnTo>
                  <a:lnTo>
                    <a:pt x="493913" y="1121454"/>
                  </a:lnTo>
                  <a:lnTo>
                    <a:pt x="493898" y="1121448"/>
                  </a:lnTo>
                  <a:lnTo>
                    <a:pt x="493889" y="1121445"/>
                  </a:lnTo>
                  <a:lnTo>
                    <a:pt x="493879" y="1121440"/>
                  </a:lnTo>
                  <a:lnTo>
                    <a:pt x="493873" y="1121437"/>
                  </a:lnTo>
                  <a:lnTo>
                    <a:pt x="493873" y="1121431"/>
                  </a:lnTo>
                  <a:lnTo>
                    <a:pt x="493873" y="1121424"/>
                  </a:lnTo>
                  <a:lnTo>
                    <a:pt x="493873" y="1121415"/>
                  </a:lnTo>
                  <a:lnTo>
                    <a:pt x="493872" y="1121406"/>
                  </a:lnTo>
                  <a:lnTo>
                    <a:pt x="493872" y="1121393"/>
                  </a:lnTo>
                  <a:lnTo>
                    <a:pt x="493872" y="1121382"/>
                  </a:lnTo>
                  <a:lnTo>
                    <a:pt x="493872" y="1121370"/>
                  </a:lnTo>
                  <a:lnTo>
                    <a:pt x="493872" y="1121359"/>
                  </a:lnTo>
                  <a:lnTo>
                    <a:pt x="493873" y="1121351"/>
                  </a:lnTo>
                  <a:lnTo>
                    <a:pt x="493874" y="1121342"/>
                  </a:lnTo>
                  <a:lnTo>
                    <a:pt x="493875" y="1121332"/>
                  </a:lnTo>
                  <a:lnTo>
                    <a:pt x="493875" y="1121324"/>
                  </a:lnTo>
                  <a:lnTo>
                    <a:pt x="493876" y="1121314"/>
                  </a:lnTo>
                  <a:lnTo>
                    <a:pt x="493877" y="1121307"/>
                  </a:lnTo>
                  <a:lnTo>
                    <a:pt x="493881" y="1121284"/>
                  </a:lnTo>
                  <a:lnTo>
                    <a:pt x="493882" y="1121261"/>
                  </a:lnTo>
                  <a:lnTo>
                    <a:pt x="493882" y="1121246"/>
                  </a:lnTo>
                  <a:lnTo>
                    <a:pt x="493880" y="1121225"/>
                  </a:lnTo>
                  <a:lnTo>
                    <a:pt x="493876" y="1121199"/>
                  </a:lnTo>
                  <a:lnTo>
                    <a:pt x="493874" y="1121183"/>
                  </a:lnTo>
                  <a:lnTo>
                    <a:pt x="493872" y="1121177"/>
                  </a:lnTo>
                  <a:lnTo>
                    <a:pt x="493869" y="1121169"/>
                  </a:lnTo>
                  <a:lnTo>
                    <a:pt x="493867" y="1121164"/>
                  </a:lnTo>
                  <a:lnTo>
                    <a:pt x="493866" y="1121158"/>
                  </a:lnTo>
                  <a:lnTo>
                    <a:pt x="493866" y="1121147"/>
                  </a:lnTo>
                  <a:lnTo>
                    <a:pt x="493865" y="1121134"/>
                  </a:lnTo>
                  <a:lnTo>
                    <a:pt x="493863" y="1121125"/>
                  </a:lnTo>
                  <a:lnTo>
                    <a:pt x="493861" y="1121121"/>
                  </a:lnTo>
                  <a:lnTo>
                    <a:pt x="493858" y="1121112"/>
                  </a:lnTo>
                  <a:lnTo>
                    <a:pt x="493852" y="1121100"/>
                  </a:lnTo>
                  <a:lnTo>
                    <a:pt x="493845" y="1121084"/>
                  </a:lnTo>
                  <a:lnTo>
                    <a:pt x="493836" y="1121069"/>
                  </a:lnTo>
                  <a:lnTo>
                    <a:pt x="493832" y="1121064"/>
                  </a:lnTo>
                  <a:lnTo>
                    <a:pt x="493827" y="1121056"/>
                  </a:lnTo>
                  <a:lnTo>
                    <a:pt x="493820" y="1121049"/>
                  </a:lnTo>
                  <a:lnTo>
                    <a:pt x="493811" y="1121038"/>
                  </a:lnTo>
                  <a:lnTo>
                    <a:pt x="493801" y="1121029"/>
                  </a:lnTo>
                  <a:lnTo>
                    <a:pt x="493792" y="1121020"/>
                  </a:lnTo>
                  <a:lnTo>
                    <a:pt x="493783" y="1121012"/>
                  </a:lnTo>
                  <a:lnTo>
                    <a:pt x="493777" y="1121007"/>
                  </a:lnTo>
                  <a:lnTo>
                    <a:pt x="493766" y="1120996"/>
                  </a:lnTo>
                  <a:lnTo>
                    <a:pt x="493761" y="1120991"/>
                  </a:lnTo>
                  <a:lnTo>
                    <a:pt x="493757" y="1120987"/>
                  </a:lnTo>
                  <a:lnTo>
                    <a:pt x="493753" y="1120982"/>
                  </a:lnTo>
                  <a:lnTo>
                    <a:pt x="493750" y="1120977"/>
                  </a:lnTo>
                  <a:lnTo>
                    <a:pt x="493748" y="1120972"/>
                  </a:lnTo>
                  <a:lnTo>
                    <a:pt x="493748" y="1120966"/>
                  </a:lnTo>
                  <a:lnTo>
                    <a:pt x="493747" y="1120956"/>
                  </a:lnTo>
                  <a:lnTo>
                    <a:pt x="493746" y="1120943"/>
                  </a:lnTo>
                  <a:lnTo>
                    <a:pt x="493746" y="1120937"/>
                  </a:lnTo>
                  <a:lnTo>
                    <a:pt x="493744" y="1120928"/>
                  </a:lnTo>
                  <a:lnTo>
                    <a:pt x="493743" y="1120924"/>
                  </a:lnTo>
                  <a:lnTo>
                    <a:pt x="493741" y="1120916"/>
                  </a:lnTo>
                  <a:lnTo>
                    <a:pt x="493738" y="1120910"/>
                  </a:lnTo>
                  <a:lnTo>
                    <a:pt x="493732" y="1120902"/>
                  </a:lnTo>
                  <a:lnTo>
                    <a:pt x="493727" y="1120897"/>
                  </a:lnTo>
                  <a:lnTo>
                    <a:pt x="493721" y="1120892"/>
                  </a:lnTo>
                  <a:lnTo>
                    <a:pt x="493714" y="1120886"/>
                  </a:lnTo>
                  <a:lnTo>
                    <a:pt x="493707" y="1120880"/>
                  </a:lnTo>
                  <a:lnTo>
                    <a:pt x="493700" y="1120873"/>
                  </a:lnTo>
                  <a:lnTo>
                    <a:pt x="493693" y="1120865"/>
                  </a:lnTo>
                  <a:lnTo>
                    <a:pt x="493688" y="1120859"/>
                  </a:lnTo>
                  <a:lnTo>
                    <a:pt x="493682" y="1120848"/>
                  </a:lnTo>
                  <a:lnTo>
                    <a:pt x="493678" y="1120842"/>
                  </a:lnTo>
                  <a:lnTo>
                    <a:pt x="493672" y="1120833"/>
                  </a:lnTo>
                  <a:lnTo>
                    <a:pt x="493665" y="1120826"/>
                  </a:lnTo>
                  <a:lnTo>
                    <a:pt x="493659" y="1120820"/>
                  </a:lnTo>
                  <a:lnTo>
                    <a:pt x="493651" y="1120813"/>
                  </a:lnTo>
                  <a:lnTo>
                    <a:pt x="493643" y="1120808"/>
                  </a:lnTo>
                  <a:lnTo>
                    <a:pt x="493634" y="1120803"/>
                  </a:lnTo>
                  <a:lnTo>
                    <a:pt x="493625" y="1120799"/>
                  </a:lnTo>
                  <a:lnTo>
                    <a:pt x="493613" y="1120792"/>
                  </a:lnTo>
                  <a:lnTo>
                    <a:pt x="493606" y="1120787"/>
                  </a:lnTo>
                  <a:lnTo>
                    <a:pt x="493599" y="1120782"/>
                  </a:lnTo>
                  <a:lnTo>
                    <a:pt x="493591" y="1120774"/>
                  </a:lnTo>
                  <a:lnTo>
                    <a:pt x="493584" y="1120767"/>
                  </a:lnTo>
                  <a:lnTo>
                    <a:pt x="493574" y="1120760"/>
                  </a:lnTo>
                  <a:lnTo>
                    <a:pt x="493563" y="1120751"/>
                  </a:lnTo>
                  <a:lnTo>
                    <a:pt x="493547" y="1120738"/>
                  </a:lnTo>
                  <a:lnTo>
                    <a:pt x="493537" y="1120729"/>
                  </a:lnTo>
                  <a:lnTo>
                    <a:pt x="493531" y="1120724"/>
                  </a:lnTo>
                  <a:lnTo>
                    <a:pt x="493521" y="1120715"/>
                  </a:lnTo>
                  <a:lnTo>
                    <a:pt x="493515" y="1120710"/>
                  </a:lnTo>
                  <a:lnTo>
                    <a:pt x="493503" y="1120702"/>
                  </a:lnTo>
                  <a:lnTo>
                    <a:pt x="493489" y="1120693"/>
                  </a:lnTo>
                  <a:lnTo>
                    <a:pt x="493478" y="1120685"/>
                  </a:lnTo>
                  <a:lnTo>
                    <a:pt x="493466" y="1120676"/>
                  </a:lnTo>
                  <a:lnTo>
                    <a:pt x="493455" y="1120670"/>
                  </a:lnTo>
                  <a:lnTo>
                    <a:pt x="493447" y="1120668"/>
                  </a:lnTo>
                  <a:lnTo>
                    <a:pt x="493436" y="1120666"/>
                  </a:lnTo>
                  <a:lnTo>
                    <a:pt x="493430" y="1120668"/>
                  </a:lnTo>
                  <a:lnTo>
                    <a:pt x="493424" y="1120671"/>
                  </a:lnTo>
                  <a:lnTo>
                    <a:pt x="493418" y="1120675"/>
                  </a:lnTo>
                  <a:lnTo>
                    <a:pt x="493410" y="1120680"/>
                  </a:lnTo>
                  <a:lnTo>
                    <a:pt x="493403" y="1120682"/>
                  </a:lnTo>
                  <a:lnTo>
                    <a:pt x="493393" y="1120683"/>
                  </a:lnTo>
                  <a:lnTo>
                    <a:pt x="493384" y="1120684"/>
                  </a:lnTo>
                  <a:lnTo>
                    <a:pt x="493375" y="1120686"/>
                  </a:lnTo>
                  <a:lnTo>
                    <a:pt x="493369" y="1120691"/>
                  </a:lnTo>
                  <a:lnTo>
                    <a:pt x="493362" y="1120697"/>
                  </a:lnTo>
                  <a:lnTo>
                    <a:pt x="493352" y="1120704"/>
                  </a:lnTo>
                  <a:lnTo>
                    <a:pt x="493345" y="1120708"/>
                  </a:lnTo>
                  <a:lnTo>
                    <a:pt x="493338" y="1120710"/>
                  </a:lnTo>
                  <a:lnTo>
                    <a:pt x="493324" y="1120718"/>
                  </a:lnTo>
                  <a:lnTo>
                    <a:pt x="493320" y="1120719"/>
                  </a:lnTo>
                  <a:lnTo>
                    <a:pt x="493314" y="1120720"/>
                  </a:lnTo>
                  <a:lnTo>
                    <a:pt x="493308" y="1120720"/>
                  </a:lnTo>
                  <a:lnTo>
                    <a:pt x="493303" y="1120720"/>
                  </a:lnTo>
                  <a:lnTo>
                    <a:pt x="493297" y="1120718"/>
                  </a:lnTo>
                  <a:lnTo>
                    <a:pt x="493289" y="1120716"/>
                  </a:lnTo>
                  <a:lnTo>
                    <a:pt x="493281" y="1120714"/>
                  </a:lnTo>
                  <a:lnTo>
                    <a:pt x="493273" y="1120713"/>
                  </a:lnTo>
                  <a:lnTo>
                    <a:pt x="493263" y="1120714"/>
                  </a:lnTo>
                  <a:lnTo>
                    <a:pt x="493256" y="1120714"/>
                  </a:lnTo>
                  <a:lnTo>
                    <a:pt x="493246" y="1120716"/>
                  </a:lnTo>
                  <a:lnTo>
                    <a:pt x="493235" y="1120716"/>
                  </a:lnTo>
                  <a:lnTo>
                    <a:pt x="493226" y="1120716"/>
                  </a:lnTo>
                  <a:lnTo>
                    <a:pt x="493219" y="1120717"/>
                  </a:lnTo>
                  <a:lnTo>
                    <a:pt x="493210" y="1120718"/>
                  </a:lnTo>
                  <a:lnTo>
                    <a:pt x="493193" y="1120720"/>
                  </a:lnTo>
                  <a:lnTo>
                    <a:pt x="493186" y="1120720"/>
                  </a:lnTo>
                  <a:lnTo>
                    <a:pt x="493180" y="1120721"/>
                  </a:lnTo>
                  <a:lnTo>
                    <a:pt x="493171" y="1120722"/>
                  </a:lnTo>
                  <a:lnTo>
                    <a:pt x="493160" y="1120724"/>
                  </a:lnTo>
                  <a:lnTo>
                    <a:pt x="493151" y="1120725"/>
                  </a:lnTo>
                  <a:lnTo>
                    <a:pt x="493145" y="1120726"/>
                  </a:lnTo>
                  <a:lnTo>
                    <a:pt x="493140" y="1120725"/>
                  </a:lnTo>
                  <a:lnTo>
                    <a:pt x="493134" y="1120724"/>
                  </a:lnTo>
                  <a:lnTo>
                    <a:pt x="493128" y="1120722"/>
                  </a:lnTo>
                  <a:lnTo>
                    <a:pt x="493122" y="1120720"/>
                  </a:lnTo>
                  <a:lnTo>
                    <a:pt x="493115" y="1120716"/>
                  </a:lnTo>
                  <a:lnTo>
                    <a:pt x="493106" y="1120712"/>
                  </a:lnTo>
                  <a:lnTo>
                    <a:pt x="493099" y="1120707"/>
                  </a:lnTo>
                  <a:lnTo>
                    <a:pt x="493093" y="1120702"/>
                  </a:lnTo>
                  <a:lnTo>
                    <a:pt x="493087" y="1120696"/>
                  </a:lnTo>
                  <a:lnTo>
                    <a:pt x="493081" y="1120690"/>
                  </a:lnTo>
                  <a:lnTo>
                    <a:pt x="493075" y="1120683"/>
                  </a:lnTo>
                  <a:lnTo>
                    <a:pt x="493069" y="1120677"/>
                  </a:lnTo>
                  <a:lnTo>
                    <a:pt x="493065" y="1120672"/>
                  </a:lnTo>
                  <a:lnTo>
                    <a:pt x="493060" y="1120665"/>
                  </a:lnTo>
                  <a:lnTo>
                    <a:pt x="493056" y="1120662"/>
                  </a:lnTo>
                  <a:lnTo>
                    <a:pt x="493049" y="1120659"/>
                  </a:lnTo>
                  <a:lnTo>
                    <a:pt x="493044" y="1120657"/>
                  </a:lnTo>
                  <a:lnTo>
                    <a:pt x="493038" y="1120654"/>
                  </a:lnTo>
                  <a:lnTo>
                    <a:pt x="493034" y="1120654"/>
                  </a:lnTo>
                  <a:lnTo>
                    <a:pt x="493029" y="1120653"/>
                  </a:lnTo>
                  <a:lnTo>
                    <a:pt x="493024" y="1120654"/>
                  </a:lnTo>
                  <a:lnTo>
                    <a:pt x="493018" y="1120654"/>
                  </a:lnTo>
                  <a:lnTo>
                    <a:pt x="493013" y="1120653"/>
                  </a:lnTo>
                  <a:lnTo>
                    <a:pt x="493004" y="1120651"/>
                  </a:lnTo>
                  <a:lnTo>
                    <a:pt x="492997" y="1120650"/>
                  </a:lnTo>
                  <a:lnTo>
                    <a:pt x="492990" y="1120651"/>
                  </a:lnTo>
                  <a:lnTo>
                    <a:pt x="492981" y="1120653"/>
                  </a:lnTo>
                  <a:lnTo>
                    <a:pt x="492969" y="1120657"/>
                  </a:lnTo>
                  <a:lnTo>
                    <a:pt x="492958" y="1120660"/>
                  </a:lnTo>
                  <a:lnTo>
                    <a:pt x="492948" y="1120660"/>
                  </a:lnTo>
                  <a:lnTo>
                    <a:pt x="492933" y="1120660"/>
                  </a:lnTo>
                  <a:lnTo>
                    <a:pt x="492919" y="1120657"/>
                  </a:lnTo>
                  <a:lnTo>
                    <a:pt x="492912" y="1120655"/>
                  </a:lnTo>
                  <a:lnTo>
                    <a:pt x="492899" y="1120653"/>
                  </a:lnTo>
                  <a:lnTo>
                    <a:pt x="492888" y="1120647"/>
                  </a:lnTo>
                  <a:lnTo>
                    <a:pt x="492876" y="1120640"/>
                  </a:lnTo>
                  <a:lnTo>
                    <a:pt x="492865" y="1120633"/>
                  </a:lnTo>
                  <a:lnTo>
                    <a:pt x="492846" y="1120625"/>
                  </a:lnTo>
                  <a:lnTo>
                    <a:pt x="492838" y="1120622"/>
                  </a:lnTo>
                  <a:lnTo>
                    <a:pt x="492828" y="1120617"/>
                  </a:lnTo>
                  <a:lnTo>
                    <a:pt x="492818" y="1120613"/>
                  </a:lnTo>
                  <a:lnTo>
                    <a:pt x="492809" y="1120609"/>
                  </a:lnTo>
                  <a:lnTo>
                    <a:pt x="492799" y="1120603"/>
                  </a:lnTo>
                  <a:lnTo>
                    <a:pt x="492791" y="1120601"/>
                  </a:lnTo>
                  <a:lnTo>
                    <a:pt x="492784" y="1120600"/>
                  </a:lnTo>
                  <a:lnTo>
                    <a:pt x="492775" y="1120601"/>
                  </a:lnTo>
                  <a:lnTo>
                    <a:pt x="492766" y="1120601"/>
                  </a:lnTo>
                  <a:lnTo>
                    <a:pt x="492756" y="1120603"/>
                  </a:lnTo>
                  <a:lnTo>
                    <a:pt x="492744" y="1120603"/>
                  </a:lnTo>
                  <a:lnTo>
                    <a:pt x="492733" y="1120605"/>
                  </a:lnTo>
                  <a:lnTo>
                    <a:pt x="492726" y="1120604"/>
                  </a:lnTo>
                  <a:lnTo>
                    <a:pt x="492718" y="1120602"/>
                  </a:lnTo>
                  <a:lnTo>
                    <a:pt x="492703" y="1120598"/>
                  </a:lnTo>
                  <a:lnTo>
                    <a:pt x="492698" y="1120597"/>
                  </a:lnTo>
                  <a:lnTo>
                    <a:pt x="492689" y="1120593"/>
                  </a:lnTo>
                  <a:lnTo>
                    <a:pt x="492680" y="1120588"/>
                  </a:lnTo>
                  <a:lnTo>
                    <a:pt x="492675" y="1120586"/>
                  </a:lnTo>
                  <a:lnTo>
                    <a:pt x="492667" y="1120585"/>
                  </a:lnTo>
                  <a:lnTo>
                    <a:pt x="492657" y="1120586"/>
                  </a:lnTo>
                  <a:lnTo>
                    <a:pt x="492647" y="1120587"/>
                  </a:lnTo>
                  <a:lnTo>
                    <a:pt x="492640" y="1120587"/>
                  </a:lnTo>
                  <a:lnTo>
                    <a:pt x="492631" y="1120585"/>
                  </a:lnTo>
                  <a:lnTo>
                    <a:pt x="492621" y="1120581"/>
                  </a:lnTo>
                  <a:lnTo>
                    <a:pt x="492613" y="1120578"/>
                  </a:lnTo>
                  <a:lnTo>
                    <a:pt x="492607" y="1120579"/>
                  </a:lnTo>
                  <a:lnTo>
                    <a:pt x="492602" y="1120583"/>
                  </a:lnTo>
                  <a:lnTo>
                    <a:pt x="492595" y="1120587"/>
                  </a:lnTo>
                  <a:lnTo>
                    <a:pt x="492588" y="1120590"/>
                  </a:lnTo>
                  <a:lnTo>
                    <a:pt x="492579" y="1120594"/>
                  </a:lnTo>
                  <a:lnTo>
                    <a:pt x="492574" y="1120595"/>
                  </a:lnTo>
                  <a:lnTo>
                    <a:pt x="492570" y="1120595"/>
                  </a:lnTo>
                  <a:lnTo>
                    <a:pt x="492561" y="1120594"/>
                  </a:lnTo>
                  <a:lnTo>
                    <a:pt x="492557" y="1120594"/>
                  </a:lnTo>
                  <a:lnTo>
                    <a:pt x="492551" y="1120594"/>
                  </a:lnTo>
                  <a:lnTo>
                    <a:pt x="492545" y="1120595"/>
                  </a:lnTo>
                  <a:lnTo>
                    <a:pt x="492540" y="1120595"/>
                  </a:lnTo>
                  <a:lnTo>
                    <a:pt x="492536" y="1120597"/>
                  </a:lnTo>
                  <a:lnTo>
                    <a:pt x="492529" y="1120599"/>
                  </a:lnTo>
                  <a:lnTo>
                    <a:pt x="492518" y="1120604"/>
                  </a:lnTo>
                  <a:lnTo>
                    <a:pt x="492504" y="1120611"/>
                  </a:lnTo>
                  <a:lnTo>
                    <a:pt x="492488" y="1120618"/>
                  </a:lnTo>
                  <a:lnTo>
                    <a:pt x="492478" y="1120623"/>
                  </a:lnTo>
                  <a:lnTo>
                    <a:pt x="492464" y="1120629"/>
                  </a:lnTo>
                  <a:lnTo>
                    <a:pt x="492449" y="1120635"/>
                  </a:lnTo>
                  <a:lnTo>
                    <a:pt x="492436" y="1120641"/>
                  </a:lnTo>
                  <a:lnTo>
                    <a:pt x="492430" y="1120642"/>
                  </a:lnTo>
                  <a:lnTo>
                    <a:pt x="492426" y="1120643"/>
                  </a:lnTo>
                  <a:lnTo>
                    <a:pt x="492417" y="1120643"/>
                  </a:lnTo>
                  <a:lnTo>
                    <a:pt x="492406" y="1120643"/>
                  </a:lnTo>
                  <a:lnTo>
                    <a:pt x="492395" y="1120642"/>
                  </a:lnTo>
                  <a:lnTo>
                    <a:pt x="492384" y="1120640"/>
                  </a:lnTo>
                  <a:lnTo>
                    <a:pt x="492376" y="1120638"/>
                  </a:lnTo>
                  <a:lnTo>
                    <a:pt x="492365" y="1120638"/>
                  </a:lnTo>
                  <a:lnTo>
                    <a:pt x="492356" y="1120639"/>
                  </a:lnTo>
                  <a:lnTo>
                    <a:pt x="492346" y="1120642"/>
                  </a:lnTo>
                  <a:lnTo>
                    <a:pt x="492335" y="1120648"/>
                  </a:lnTo>
                  <a:lnTo>
                    <a:pt x="492322" y="1120654"/>
                  </a:lnTo>
                  <a:lnTo>
                    <a:pt x="492309" y="1120662"/>
                  </a:lnTo>
                  <a:lnTo>
                    <a:pt x="492296" y="1120668"/>
                  </a:lnTo>
                  <a:lnTo>
                    <a:pt x="492285" y="1120673"/>
                  </a:lnTo>
                  <a:lnTo>
                    <a:pt x="492277" y="1120674"/>
                  </a:lnTo>
                  <a:lnTo>
                    <a:pt x="492273" y="1120675"/>
                  </a:lnTo>
                  <a:lnTo>
                    <a:pt x="492260" y="1120675"/>
                  </a:lnTo>
                  <a:lnTo>
                    <a:pt x="492244" y="1120674"/>
                  </a:lnTo>
                  <a:lnTo>
                    <a:pt x="492228" y="1120670"/>
                  </a:lnTo>
                  <a:lnTo>
                    <a:pt x="492209" y="1120666"/>
                  </a:lnTo>
                  <a:lnTo>
                    <a:pt x="492193" y="1120664"/>
                  </a:lnTo>
                  <a:lnTo>
                    <a:pt x="492177" y="1120662"/>
                  </a:lnTo>
                  <a:lnTo>
                    <a:pt x="492167" y="1120659"/>
                  </a:lnTo>
                  <a:lnTo>
                    <a:pt x="492153" y="1120656"/>
                  </a:lnTo>
                  <a:lnTo>
                    <a:pt x="492140" y="1120655"/>
                  </a:lnTo>
                  <a:lnTo>
                    <a:pt x="492134" y="1120657"/>
                  </a:lnTo>
                  <a:lnTo>
                    <a:pt x="492130" y="1120661"/>
                  </a:lnTo>
                  <a:lnTo>
                    <a:pt x="492125" y="1120667"/>
                  </a:lnTo>
                  <a:lnTo>
                    <a:pt x="492120" y="1120675"/>
                  </a:lnTo>
                  <a:lnTo>
                    <a:pt x="492111" y="1120682"/>
                  </a:lnTo>
                  <a:lnTo>
                    <a:pt x="492102" y="1120685"/>
                  </a:lnTo>
                  <a:lnTo>
                    <a:pt x="492097" y="1120686"/>
                  </a:lnTo>
                  <a:lnTo>
                    <a:pt x="492093" y="1120686"/>
                  </a:lnTo>
                  <a:lnTo>
                    <a:pt x="492079" y="1120683"/>
                  </a:lnTo>
                  <a:lnTo>
                    <a:pt x="492057" y="1120680"/>
                  </a:lnTo>
                  <a:lnTo>
                    <a:pt x="492047" y="1120680"/>
                  </a:lnTo>
                  <a:lnTo>
                    <a:pt x="492041" y="1120683"/>
                  </a:lnTo>
                  <a:lnTo>
                    <a:pt x="492036" y="1120689"/>
                  </a:lnTo>
                  <a:lnTo>
                    <a:pt x="492032" y="1120699"/>
                  </a:lnTo>
                  <a:lnTo>
                    <a:pt x="492028" y="1120711"/>
                  </a:lnTo>
                  <a:lnTo>
                    <a:pt x="492023" y="1120719"/>
                  </a:lnTo>
                  <a:lnTo>
                    <a:pt x="492013" y="1120730"/>
                  </a:lnTo>
                  <a:lnTo>
                    <a:pt x="492007" y="1120735"/>
                  </a:lnTo>
                  <a:lnTo>
                    <a:pt x="491999" y="1120738"/>
                  </a:lnTo>
                  <a:lnTo>
                    <a:pt x="491992" y="1120738"/>
                  </a:lnTo>
                  <a:lnTo>
                    <a:pt x="491976" y="1120738"/>
                  </a:lnTo>
                  <a:lnTo>
                    <a:pt x="491965" y="1120743"/>
                  </a:lnTo>
                  <a:lnTo>
                    <a:pt x="491959" y="1120748"/>
                  </a:lnTo>
                  <a:lnTo>
                    <a:pt x="491952" y="1120753"/>
                  </a:lnTo>
                  <a:lnTo>
                    <a:pt x="491943" y="1120753"/>
                  </a:lnTo>
                  <a:lnTo>
                    <a:pt x="491907" y="1120750"/>
                  </a:lnTo>
                  <a:lnTo>
                    <a:pt x="491876" y="1120752"/>
                  </a:lnTo>
                  <a:lnTo>
                    <a:pt x="491844" y="1120760"/>
                  </a:lnTo>
                  <a:lnTo>
                    <a:pt x="491832" y="1120764"/>
                  </a:lnTo>
                  <a:lnTo>
                    <a:pt x="491789" y="1120789"/>
                  </a:lnTo>
                  <a:lnTo>
                    <a:pt x="491750" y="1120809"/>
                  </a:lnTo>
                  <a:lnTo>
                    <a:pt x="491722" y="1120823"/>
                  </a:lnTo>
                  <a:lnTo>
                    <a:pt x="491711" y="1120826"/>
                  </a:lnTo>
                  <a:lnTo>
                    <a:pt x="491684" y="1120832"/>
                  </a:lnTo>
                  <a:lnTo>
                    <a:pt x="491648" y="1120834"/>
                  </a:lnTo>
                  <a:lnTo>
                    <a:pt x="491635" y="1120834"/>
                  </a:lnTo>
                  <a:lnTo>
                    <a:pt x="491618" y="1120830"/>
                  </a:lnTo>
                  <a:lnTo>
                    <a:pt x="491596" y="1120818"/>
                  </a:lnTo>
                  <a:lnTo>
                    <a:pt x="491579" y="1120808"/>
                  </a:lnTo>
                  <a:lnTo>
                    <a:pt x="491570" y="1120803"/>
                  </a:lnTo>
                  <a:lnTo>
                    <a:pt x="491566" y="1120801"/>
                  </a:lnTo>
                  <a:lnTo>
                    <a:pt x="491561" y="1120800"/>
                  </a:lnTo>
                  <a:lnTo>
                    <a:pt x="491555" y="1120800"/>
                  </a:lnTo>
                  <a:lnTo>
                    <a:pt x="491549" y="1120799"/>
                  </a:lnTo>
                  <a:lnTo>
                    <a:pt x="491544" y="1120798"/>
                  </a:lnTo>
                  <a:lnTo>
                    <a:pt x="491539" y="1120798"/>
                  </a:lnTo>
                  <a:lnTo>
                    <a:pt x="491532" y="1120798"/>
                  </a:lnTo>
                  <a:lnTo>
                    <a:pt x="491525" y="1120801"/>
                  </a:lnTo>
                  <a:lnTo>
                    <a:pt x="491516" y="1120804"/>
                  </a:lnTo>
                  <a:lnTo>
                    <a:pt x="491503" y="1120809"/>
                  </a:lnTo>
                  <a:lnTo>
                    <a:pt x="491489" y="1120816"/>
                  </a:lnTo>
                  <a:lnTo>
                    <a:pt x="491474" y="1120823"/>
                  </a:lnTo>
                  <a:lnTo>
                    <a:pt x="491463" y="1120825"/>
                  </a:lnTo>
                  <a:lnTo>
                    <a:pt x="491436" y="1120828"/>
                  </a:lnTo>
                  <a:lnTo>
                    <a:pt x="491430" y="1120829"/>
                  </a:lnTo>
                  <a:lnTo>
                    <a:pt x="491410" y="1120830"/>
                  </a:lnTo>
                  <a:lnTo>
                    <a:pt x="491395" y="1120831"/>
                  </a:lnTo>
                  <a:lnTo>
                    <a:pt x="491383" y="1120833"/>
                  </a:lnTo>
                  <a:lnTo>
                    <a:pt x="491378" y="1120832"/>
                  </a:lnTo>
                  <a:lnTo>
                    <a:pt x="491369" y="1120832"/>
                  </a:lnTo>
                  <a:lnTo>
                    <a:pt x="491355" y="1120830"/>
                  </a:lnTo>
                  <a:lnTo>
                    <a:pt x="491346" y="1120828"/>
                  </a:lnTo>
                  <a:lnTo>
                    <a:pt x="491332" y="1120824"/>
                  </a:lnTo>
                  <a:lnTo>
                    <a:pt x="491320" y="1120818"/>
                  </a:lnTo>
                  <a:lnTo>
                    <a:pt x="491314" y="1120815"/>
                  </a:lnTo>
                  <a:lnTo>
                    <a:pt x="491305" y="1120810"/>
                  </a:lnTo>
                  <a:lnTo>
                    <a:pt x="491299" y="1120805"/>
                  </a:lnTo>
                  <a:lnTo>
                    <a:pt x="491294" y="1120799"/>
                  </a:lnTo>
                  <a:lnTo>
                    <a:pt x="491288" y="1120791"/>
                  </a:lnTo>
                  <a:lnTo>
                    <a:pt x="491282" y="1120778"/>
                  </a:lnTo>
                  <a:lnTo>
                    <a:pt x="491277" y="1120767"/>
                  </a:lnTo>
                  <a:lnTo>
                    <a:pt x="491271" y="1120754"/>
                  </a:lnTo>
                  <a:lnTo>
                    <a:pt x="491265" y="1120745"/>
                  </a:lnTo>
                  <a:lnTo>
                    <a:pt x="491253" y="1120732"/>
                  </a:lnTo>
                  <a:lnTo>
                    <a:pt x="491245" y="1120723"/>
                  </a:lnTo>
                  <a:lnTo>
                    <a:pt x="491241" y="1120720"/>
                  </a:lnTo>
                  <a:lnTo>
                    <a:pt x="491233" y="1120712"/>
                  </a:lnTo>
                  <a:lnTo>
                    <a:pt x="491225" y="1120702"/>
                  </a:lnTo>
                  <a:lnTo>
                    <a:pt x="491202" y="1120677"/>
                  </a:lnTo>
                  <a:lnTo>
                    <a:pt x="491192" y="1120667"/>
                  </a:lnTo>
                  <a:lnTo>
                    <a:pt x="491184" y="1120661"/>
                  </a:lnTo>
                  <a:lnTo>
                    <a:pt x="491171" y="1120654"/>
                  </a:lnTo>
                  <a:lnTo>
                    <a:pt x="491162" y="1120650"/>
                  </a:lnTo>
                  <a:lnTo>
                    <a:pt x="491145" y="1120645"/>
                  </a:lnTo>
                  <a:lnTo>
                    <a:pt x="491128" y="1120641"/>
                  </a:lnTo>
                  <a:lnTo>
                    <a:pt x="491118" y="1120637"/>
                  </a:lnTo>
                  <a:lnTo>
                    <a:pt x="491109" y="1120631"/>
                  </a:lnTo>
                  <a:lnTo>
                    <a:pt x="491102" y="1120625"/>
                  </a:lnTo>
                  <a:lnTo>
                    <a:pt x="491092" y="1120617"/>
                  </a:lnTo>
                  <a:lnTo>
                    <a:pt x="491087" y="1120611"/>
                  </a:lnTo>
                  <a:lnTo>
                    <a:pt x="491083" y="1120602"/>
                  </a:lnTo>
                  <a:lnTo>
                    <a:pt x="491079" y="1120593"/>
                  </a:lnTo>
                  <a:lnTo>
                    <a:pt x="491076" y="1120581"/>
                  </a:lnTo>
                  <a:lnTo>
                    <a:pt x="491071" y="1120568"/>
                  </a:lnTo>
                  <a:lnTo>
                    <a:pt x="491067" y="1120560"/>
                  </a:lnTo>
                  <a:lnTo>
                    <a:pt x="491063" y="1120556"/>
                  </a:lnTo>
                  <a:lnTo>
                    <a:pt x="491056" y="1120550"/>
                  </a:lnTo>
                  <a:lnTo>
                    <a:pt x="491050" y="1120546"/>
                  </a:lnTo>
                  <a:lnTo>
                    <a:pt x="491045" y="1120541"/>
                  </a:lnTo>
                  <a:lnTo>
                    <a:pt x="491041" y="1120536"/>
                  </a:lnTo>
                  <a:lnTo>
                    <a:pt x="491039" y="1120528"/>
                  </a:lnTo>
                  <a:lnTo>
                    <a:pt x="491037" y="1120520"/>
                  </a:lnTo>
                  <a:lnTo>
                    <a:pt x="491036" y="1120512"/>
                  </a:lnTo>
                  <a:lnTo>
                    <a:pt x="491037" y="1120500"/>
                  </a:lnTo>
                  <a:lnTo>
                    <a:pt x="491038" y="1120487"/>
                  </a:lnTo>
                  <a:lnTo>
                    <a:pt x="491038" y="1120471"/>
                  </a:lnTo>
                  <a:lnTo>
                    <a:pt x="491038" y="1120455"/>
                  </a:lnTo>
                  <a:lnTo>
                    <a:pt x="491037" y="1120451"/>
                  </a:lnTo>
                  <a:lnTo>
                    <a:pt x="491033" y="1120447"/>
                  </a:lnTo>
                  <a:lnTo>
                    <a:pt x="491024" y="1120444"/>
                  </a:lnTo>
                  <a:lnTo>
                    <a:pt x="491016" y="1120440"/>
                  </a:lnTo>
                  <a:lnTo>
                    <a:pt x="491010" y="1120435"/>
                  </a:lnTo>
                  <a:lnTo>
                    <a:pt x="491004" y="1120428"/>
                  </a:lnTo>
                  <a:lnTo>
                    <a:pt x="490999" y="1120419"/>
                  </a:lnTo>
                  <a:lnTo>
                    <a:pt x="490995" y="1120410"/>
                  </a:lnTo>
                  <a:lnTo>
                    <a:pt x="490991" y="1120400"/>
                  </a:lnTo>
                  <a:lnTo>
                    <a:pt x="490986" y="1120387"/>
                  </a:lnTo>
                  <a:lnTo>
                    <a:pt x="490982" y="1120376"/>
                  </a:lnTo>
                  <a:lnTo>
                    <a:pt x="490979" y="1120363"/>
                  </a:lnTo>
                  <a:lnTo>
                    <a:pt x="490978" y="1120351"/>
                  </a:lnTo>
                  <a:lnTo>
                    <a:pt x="490978" y="1120345"/>
                  </a:lnTo>
                  <a:lnTo>
                    <a:pt x="490979" y="1120336"/>
                  </a:lnTo>
                  <a:lnTo>
                    <a:pt x="490981" y="1120327"/>
                  </a:lnTo>
                  <a:lnTo>
                    <a:pt x="490982" y="1120317"/>
                  </a:lnTo>
                  <a:lnTo>
                    <a:pt x="490985" y="1120304"/>
                  </a:lnTo>
                  <a:lnTo>
                    <a:pt x="490985" y="1120294"/>
                  </a:lnTo>
                  <a:lnTo>
                    <a:pt x="490985" y="1120287"/>
                  </a:lnTo>
                  <a:lnTo>
                    <a:pt x="490985" y="1120282"/>
                  </a:lnTo>
                  <a:lnTo>
                    <a:pt x="490984" y="1120265"/>
                  </a:lnTo>
                  <a:lnTo>
                    <a:pt x="490983" y="1120252"/>
                  </a:lnTo>
                  <a:lnTo>
                    <a:pt x="490982" y="1120243"/>
                  </a:lnTo>
                  <a:lnTo>
                    <a:pt x="490980" y="1120234"/>
                  </a:lnTo>
                  <a:lnTo>
                    <a:pt x="490978" y="1120227"/>
                  </a:lnTo>
                  <a:lnTo>
                    <a:pt x="490971" y="1120213"/>
                  </a:lnTo>
                  <a:lnTo>
                    <a:pt x="490967" y="1120206"/>
                  </a:lnTo>
                  <a:lnTo>
                    <a:pt x="490965" y="1120201"/>
                  </a:lnTo>
                  <a:lnTo>
                    <a:pt x="490962" y="1120194"/>
                  </a:lnTo>
                  <a:lnTo>
                    <a:pt x="490958" y="1120182"/>
                  </a:lnTo>
                  <a:lnTo>
                    <a:pt x="490954" y="1120171"/>
                  </a:lnTo>
                  <a:lnTo>
                    <a:pt x="490951" y="1120157"/>
                  </a:lnTo>
                  <a:lnTo>
                    <a:pt x="490949" y="1120146"/>
                  </a:lnTo>
                  <a:lnTo>
                    <a:pt x="490947" y="1120138"/>
                  </a:lnTo>
                  <a:lnTo>
                    <a:pt x="490944" y="1120129"/>
                  </a:lnTo>
                  <a:lnTo>
                    <a:pt x="490940" y="1120117"/>
                  </a:lnTo>
                  <a:lnTo>
                    <a:pt x="490935" y="1120107"/>
                  </a:lnTo>
                  <a:lnTo>
                    <a:pt x="490931" y="1120098"/>
                  </a:lnTo>
                  <a:lnTo>
                    <a:pt x="490928" y="1120090"/>
                  </a:lnTo>
                  <a:lnTo>
                    <a:pt x="490923" y="1120085"/>
                  </a:lnTo>
                  <a:lnTo>
                    <a:pt x="490918" y="1120081"/>
                  </a:lnTo>
                  <a:lnTo>
                    <a:pt x="490912" y="1120075"/>
                  </a:lnTo>
                  <a:lnTo>
                    <a:pt x="490904" y="1120071"/>
                  </a:lnTo>
                  <a:lnTo>
                    <a:pt x="490899" y="1120064"/>
                  </a:lnTo>
                  <a:lnTo>
                    <a:pt x="490898" y="1120056"/>
                  </a:lnTo>
                  <a:lnTo>
                    <a:pt x="490899" y="1120046"/>
                  </a:lnTo>
                  <a:lnTo>
                    <a:pt x="490900" y="1120035"/>
                  </a:lnTo>
                  <a:lnTo>
                    <a:pt x="490901" y="1120021"/>
                  </a:lnTo>
                  <a:lnTo>
                    <a:pt x="490903" y="1120007"/>
                  </a:lnTo>
                  <a:lnTo>
                    <a:pt x="490905" y="1119998"/>
                  </a:lnTo>
                  <a:lnTo>
                    <a:pt x="490902" y="1119986"/>
                  </a:lnTo>
                  <a:lnTo>
                    <a:pt x="490900" y="1119975"/>
                  </a:lnTo>
                  <a:lnTo>
                    <a:pt x="490898" y="1119965"/>
                  </a:lnTo>
                  <a:lnTo>
                    <a:pt x="490895" y="1119953"/>
                  </a:lnTo>
                  <a:lnTo>
                    <a:pt x="490893" y="1119942"/>
                  </a:lnTo>
                  <a:lnTo>
                    <a:pt x="490891" y="1119934"/>
                  </a:lnTo>
                  <a:lnTo>
                    <a:pt x="490890" y="1119926"/>
                  </a:lnTo>
                  <a:lnTo>
                    <a:pt x="490889" y="1119917"/>
                  </a:lnTo>
                  <a:lnTo>
                    <a:pt x="490889" y="1119902"/>
                  </a:lnTo>
                  <a:lnTo>
                    <a:pt x="490888" y="1119891"/>
                  </a:lnTo>
                  <a:lnTo>
                    <a:pt x="490884" y="1119885"/>
                  </a:lnTo>
                  <a:lnTo>
                    <a:pt x="490877" y="1119878"/>
                  </a:lnTo>
                  <a:lnTo>
                    <a:pt x="490873" y="1119873"/>
                  </a:lnTo>
                  <a:lnTo>
                    <a:pt x="490869" y="1119866"/>
                  </a:lnTo>
                  <a:lnTo>
                    <a:pt x="490867" y="1119857"/>
                  </a:lnTo>
                  <a:lnTo>
                    <a:pt x="490866" y="1119848"/>
                  </a:lnTo>
                  <a:lnTo>
                    <a:pt x="490866" y="1119833"/>
                  </a:lnTo>
                  <a:lnTo>
                    <a:pt x="490867" y="1119820"/>
                  </a:lnTo>
                  <a:lnTo>
                    <a:pt x="490867" y="1119803"/>
                  </a:lnTo>
                  <a:lnTo>
                    <a:pt x="490868" y="1119794"/>
                  </a:lnTo>
                  <a:lnTo>
                    <a:pt x="490871" y="1119774"/>
                  </a:lnTo>
                  <a:lnTo>
                    <a:pt x="490873" y="1119762"/>
                  </a:lnTo>
                  <a:lnTo>
                    <a:pt x="490876" y="1119750"/>
                  </a:lnTo>
                  <a:lnTo>
                    <a:pt x="490880" y="1119734"/>
                  </a:lnTo>
                  <a:lnTo>
                    <a:pt x="490884" y="1119717"/>
                  </a:lnTo>
                  <a:lnTo>
                    <a:pt x="490885" y="1119711"/>
                  </a:lnTo>
                  <a:lnTo>
                    <a:pt x="490887" y="1119704"/>
                  </a:lnTo>
                  <a:lnTo>
                    <a:pt x="490889" y="1119692"/>
                  </a:lnTo>
                  <a:lnTo>
                    <a:pt x="490894" y="1119664"/>
                  </a:lnTo>
                  <a:lnTo>
                    <a:pt x="490894" y="1119647"/>
                  </a:lnTo>
                  <a:lnTo>
                    <a:pt x="490893" y="1119631"/>
                  </a:lnTo>
                  <a:lnTo>
                    <a:pt x="490892" y="1119616"/>
                  </a:lnTo>
                  <a:lnTo>
                    <a:pt x="490892" y="1119599"/>
                  </a:lnTo>
                  <a:lnTo>
                    <a:pt x="490894" y="1119578"/>
                  </a:lnTo>
                  <a:lnTo>
                    <a:pt x="490896" y="1119561"/>
                  </a:lnTo>
                  <a:lnTo>
                    <a:pt x="490895" y="1119548"/>
                  </a:lnTo>
                  <a:lnTo>
                    <a:pt x="490894" y="1119538"/>
                  </a:lnTo>
                  <a:lnTo>
                    <a:pt x="490891" y="1119527"/>
                  </a:lnTo>
                  <a:lnTo>
                    <a:pt x="490886" y="1119512"/>
                  </a:lnTo>
                  <a:lnTo>
                    <a:pt x="490880" y="1119491"/>
                  </a:lnTo>
                  <a:lnTo>
                    <a:pt x="490874" y="1119474"/>
                  </a:lnTo>
                  <a:lnTo>
                    <a:pt x="490867" y="1119463"/>
                  </a:lnTo>
                  <a:lnTo>
                    <a:pt x="490855" y="1119453"/>
                  </a:lnTo>
                  <a:lnTo>
                    <a:pt x="490850" y="1119449"/>
                  </a:lnTo>
                  <a:lnTo>
                    <a:pt x="490846" y="1119437"/>
                  </a:lnTo>
                  <a:lnTo>
                    <a:pt x="490844" y="1119423"/>
                  </a:lnTo>
                  <a:lnTo>
                    <a:pt x="490842" y="1119401"/>
                  </a:lnTo>
                  <a:lnTo>
                    <a:pt x="490842" y="1119384"/>
                  </a:lnTo>
                  <a:lnTo>
                    <a:pt x="490840" y="1119372"/>
                  </a:lnTo>
                  <a:lnTo>
                    <a:pt x="490839" y="1119367"/>
                  </a:lnTo>
                  <a:lnTo>
                    <a:pt x="490834" y="1119360"/>
                  </a:lnTo>
                  <a:lnTo>
                    <a:pt x="490828" y="1119355"/>
                  </a:lnTo>
                  <a:lnTo>
                    <a:pt x="490820" y="1119347"/>
                  </a:lnTo>
                  <a:lnTo>
                    <a:pt x="490816" y="1119341"/>
                  </a:lnTo>
                  <a:lnTo>
                    <a:pt x="490812" y="1119333"/>
                  </a:lnTo>
                  <a:lnTo>
                    <a:pt x="490807" y="1119311"/>
                  </a:lnTo>
                  <a:lnTo>
                    <a:pt x="490801" y="1119283"/>
                  </a:lnTo>
                  <a:lnTo>
                    <a:pt x="490798" y="1119266"/>
                  </a:lnTo>
                  <a:lnTo>
                    <a:pt x="490797" y="1119259"/>
                  </a:lnTo>
                  <a:lnTo>
                    <a:pt x="490795" y="1119236"/>
                  </a:lnTo>
                  <a:lnTo>
                    <a:pt x="490794" y="1119229"/>
                  </a:lnTo>
                  <a:lnTo>
                    <a:pt x="490789" y="1119220"/>
                  </a:lnTo>
                  <a:lnTo>
                    <a:pt x="490782" y="1119205"/>
                  </a:lnTo>
                  <a:lnTo>
                    <a:pt x="490780" y="1119198"/>
                  </a:lnTo>
                  <a:lnTo>
                    <a:pt x="490779" y="1119193"/>
                  </a:lnTo>
                  <a:lnTo>
                    <a:pt x="490780" y="1119188"/>
                  </a:lnTo>
                  <a:lnTo>
                    <a:pt x="490787" y="1119174"/>
                  </a:lnTo>
                  <a:lnTo>
                    <a:pt x="490796" y="1119159"/>
                  </a:lnTo>
                  <a:lnTo>
                    <a:pt x="490800" y="1119145"/>
                  </a:lnTo>
                  <a:lnTo>
                    <a:pt x="490804" y="1119128"/>
                  </a:lnTo>
                  <a:lnTo>
                    <a:pt x="490805" y="1119116"/>
                  </a:lnTo>
                  <a:lnTo>
                    <a:pt x="490804" y="1119104"/>
                  </a:lnTo>
                  <a:lnTo>
                    <a:pt x="490805" y="1119097"/>
                  </a:lnTo>
                  <a:lnTo>
                    <a:pt x="490806" y="1119083"/>
                  </a:lnTo>
                  <a:lnTo>
                    <a:pt x="490808" y="1119059"/>
                  </a:lnTo>
                  <a:lnTo>
                    <a:pt x="490812" y="1119039"/>
                  </a:lnTo>
                  <a:lnTo>
                    <a:pt x="490815" y="1119029"/>
                  </a:lnTo>
                  <a:lnTo>
                    <a:pt x="490820" y="1119019"/>
                  </a:lnTo>
                  <a:lnTo>
                    <a:pt x="490822" y="1119009"/>
                  </a:lnTo>
                  <a:lnTo>
                    <a:pt x="490823" y="1118997"/>
                  </a:lnTo>
                  <a:lnTo>
                    <a:pt x="490825" y="1118986"/>
                  </a:lnTo>
                  <a:lnTo>
                    <a:pt x="490827" y="1118968"/>
                  </a:lnTo>
                  <a:lnTo>
                    <a:pt x="490828" y="1118954"/>
                  </a:lnTo>
                  <a:lnTo>
                    <a:pt x="490827" y="1118943"/>
                  </a:lnTo>
                  <a:lnTo>
                    <a:pt x="490827" y="1118933"/>
                  </a:lnTo>
                  <a:lnTo>
                    <a:pt x="490826" y="1118921"/>
                  </a:lnTo>
                  <a:lnTo>
                    <a:pt x="490826" y="1118904"/>
                  </a:lnTo>
                  <a:lnTo>
                    <a:pt x="490826" y="1118894"/>
                  </a:lnTo>
                  <a:lnTo>
                    <a:pt x="490826" y="1118885"/>
                  </a:lnTo>
                  <a:lnTo>
                    <a:pt x="490823" y="1118880"/>
                  </a:lnTo>
                  <a:lnTo>
                    <a:pt x="490819" y="1118867"/>
                  </a:lnTo>
                  <a:lnTo>
                    <a:pt x="490814" y="1118856"/>
                  </a:lnTo>
                  <a:lnTo>
                    <a:pt x="490811" y="1118850"/>
                  </a:lnTo>
                  <a:lnTo>
                    <a:pt x="490811" y="1118842"/>
                  </a:lnTo>
                  <a:lnTo>
                    <a:pt x="490812" y="1118835"/>
                  </a:lnTo>
                  <a:lnTo>
                    <a:pt x="490814" y="1118826"/>
                  </a:lnTo>
                  <a:lnTo>
                    <a:pt x="490820" y="1118812"/>
                  </a:lnTo>
                  <a:lnTo>
                    <a:pt x="490823" y="1118797"/>
                  </a:lnTo>
                  <a:lnTo>
                    <a:pt x="490824" y="1118781"/>
                  </a:lnTo>
                  <a:lnTo>
                    <a:pt x="490823" y="1118763"/>
                  </a:lnTo>
                  <a:lnTo>
                    <a:pt x="490820" y="1118747"/>
                  </a:lnTo>
                  <a:lnTo>
                    <a:pt x="490818" y="1118734"/>
                  </a:lnTo>
                  <a:lnTo>
                    <a:pt x="490815" y="1118708"/>
                  </a:lnTo>
                  <a:lnTo>
                    <a:pt x="490812" y="1118691"/>
                  </a:lnTo>
                  <a:lnTo>
                    <a:pt x="490812" y="1118686"/>
                  </a:lnTo>
                  <a:lnTo>
                    <a:pt x="490814" y="1118682"/>
                  </a:lnTo>
                  <a:lnTo>
                    <a:pt x="490825" y="1118673"/>
                  </a:lnTo>
                  <a:lnTo>
                    <a:pt x="490838" y="1118661"/>
                  </a:lnTo>
                  <a:lnTo>
                    <a:pt x="490847" y="1118656"/>
                  </a:lnTo>
                  <a:lnTo>
                    <a:pt x="490860" y="1118653"/>
                  </a:lnTo>
                  <a:lnTo>
                    <a:pt x="490871" y="1118648"/>
                  </a:lnTo>
                  <a:lnTo>
                    <a:pt x="490877" y="1118641"/>
                  </a:lnTo>
                  <a:lnTo>
                    <a:pt x="490882" y="1118633"/>
                  </a:lnTo>
                  <a:lnTo>
                    <a:pt x="490883" y="1118620"/>
                  </a:lnTo>
                  <a:lnTo>
                    <a:pt x="490884" y="1118608"/>
                  </a:lnTo>
                  <a:lnTo>
                    <a:pt x="490887" y="1118599"/>
                  </a:lnTo>
                  <a:lnTo>
                    <a:pt x="490892" y="1118590"/>
                  </a:lnTo>
                  <a:lnTo>
                    <a:pt x="490901" y="1118578"/>
                  </a:lnTo>
                  <a:lnTo>
                    <a:pt x="490909" y="1118570"/>
                  </a:lnTo>
                  <a:lnTo>
                    <a:pt x="490915" y="1118564"/>
                  </a:lnTo>
                  <a:lnTo>
                    <a:pt x="490918" y="1118559"/>
                  </a:lnTo>
                  <a:lnTo>
                    <a:pt x="490923" y="1118540"/>
                  </a:lnTo>
                  <a:lnTo>
                    <a:pt x="490927" y="1118528"/>
                  </a:lnTo>
                  <a:lnTo>
                    <a:pt x="490930" y="1118518"/>
                  </a:lnTo>
                  <a:lnTo>
                    <a:pt x="490934" y="1118513"/>
                  </a:lnTo>
                  <a:lnTo>
                    <a:pt x="490946" y="1118507"/>
                  </a:lnTo>
                  <a:lnTo>
                    <a:pt x="490961" y="1118501"/>
                  </a:lnTo>
                  <a:lnTo>
                    <a:pt x="490971" y="1118493"/>
                  </a:lnTo>
                  <a:lnTo>
                    <a:pt x="490983" y="1118482"/>
                  </a:lnTo>
                  <a:lnTo>
                    <a:pt x="490990" y="1118471"/>
                  </a:lnTo>
                  <a:lnTo>
                    <a:pt x="490993" y="1118461"/>
                  </a:lnTo>
                  <a:lnTo>
                    <a:pt x="490997" y="1118447"/>
                  </a:lnTo>
                  <a:lnTo>
                    <a:pt x="491000" y="1118433"/>
                  </a:lnTo>
                  <a:lnTo>
                    <a:pt x="491000" y="1118418"/>
                  </a:lnTo>
                  <a:lnTo>
                    <a:pt x="491000" y="1118410"/>
                  </a:lnTo>
                  <a:lnTo>
                    <a:pt x="490999" y="1118402"/>
                  </a:lnTo>
                  <a:lnTo>
                    <a:pt x="491000" y="1118388"/>
                  </a:lnTo>
                  <a:lnTo>
                    <a:pt x="491001" y="1118374"/>
                  </a:lnTo>
                  <a:lnTo>
                    <a:pt x="491000" y="1118361"/>
                  </a:lnTo>
                  <a:lnTo>
                    <a:pt x="490997" y="1118350"/>
                  </a:lnTo>
                  <a:lnTo>
                    <a:pt x="490992" y="1118343"/>
                  </a:lnTo>
                  <a:lnTo>
                    <a:pt x="490986" y="1118334"/>
                  </a:lnTo>
                  <a:lnTo>
                    <a:pt x="490985" y="1118328"/>
                  </a:lnTo>
                  <a:lnTo>
                    <a:pt x="490987" y="1118318"/>
                  </a:lnTo>
                  <a:lnTo>
                    <a:pt x="490989" y="1118309"/>
                  </a:lnTo>
                  <a:lnTo>
                    <a:pt x="490989" y="1118293"/>
                  </a:lnTo>
                  <a:lnTo>
                    <a:pt x="490987" y="1118285"/>
                  </a:lnTo>
                  <a:lnTo>
                    <a:pt x="490980" y="1118270"/>
                  </a:lnTo>
                  <a:lnTo>
                    <a:pt x="490972" y="1118261"/>
                  </a:lnTo>
                  <a:lnTo>
                    <a:pt x="490969" y="1118256"/>
                  </a:lnTo>
                  <a:lnTo>
                    <a:pt x="490963" y="1118248"/>
                  </a:lnTo>
                  <a:lnTo>
                    <a:pt x="490961" y="1118238"/>
                  </a:lnTo>
                  <a:lnTo>
                    <a:pt x="490961" y="1118225"/>
                  </a:lnTo>
                  <a:lnTo>
                    <a:pt x="490961" y="1118215"/>
                  </a:lnTo>
                  <a:lnTo>
                    <a:pt x="490959" y="1118207"/>
                  </a:lnTo>
                  <a:lnTo>
                    <a:pt x="490952" y="1118203"/>
                  </a:lnTo>
                  <a:lnTo>
                    <a:pt x="490933" y="1118195"/>
                  </a:lnTo>
                  <a:lnTo>
                    <a:pt x="490918" y="1118188"/>
                  </a:lnTo>
                  <a:lnTo>
                    <a:pt x="490902" y="1118184"/>
                  </a:lnTo>
                  <a:lnTo>
                    <a:pt x="490876" y="1118181"/>
                  </a:lnTo>
                  <a:lnTo>
                    <a:pt x="490868" y="1118180"/>
                  </a:lnTo>
                  <a:lnTo>
                    <a:pt x="490852" y="1118178"/>
                  </a:lnTo>
                  <a:lnTo>
                    <a:pt x="490837" y="1118176"/>
                  </a:lnTo>
                  <a:lnTo>
                    <a:pt x="490816" y="1118154"/>
                  </a:lnTo>
                  <a:lnTo>
                    <a:pt x="490812" y="1118150"/>
                  </a:lnTo>
                  <a:lnTo>
                    <a:pt x="490799" y="1118138"/>
                  </a:lnTo>
                  <a:lnTo>
                    <a:pt x="490789" y="1118129"/>
                  </a:lnTo>
                  <a:lnTo>
                    <a:pt x="490779" y="1118118"/>
                  </a:lnTo>
                  <a:lnTo>
                    <a:pt x="490764" y="1118101"/>
                  </a:lnTo>
                  <a:lnTo>
                    <a:pt x="490747" y="1118080"/>
                  </a:lnTo>
                  <a:lnTo>
                    <a:pt x="490742" y="1118072"/>
                  </a:lnTo>
                  <a:lnTo>
                    <a:pt x="490736" y="1118059"/>
                  </a:lnTo>
                  <a:lnTo>
                    <a:pt x="490734" y="1118049"/>
                  </a:lnTo>
                  <a:lnTo>
                    <a:pt x="490732" y="1118035"/>
                  </a:lnTo>
                  <a:lnTo>
                    <a:pt x="490730" y="1118021"/>
                  </a:lnTo>
                  <a:lnTo>
                    <a:pt x="490727" y="1118011"/>
                  </a:lnTo>
                  <a:lnTo>
                    <a:pt x="490720" y="1117989"/>
                  </a:lnTo>
                  <a:lnTo>
                    <a:pt x="490713" y="1117970"/>
                  </a:lnTo>
                  <a:lnTo>
                    <a:pt x="490709" y="1117960"/>
                  </a:lnTo>
                  <a:lnTo>
                    <a:pt x="490703" y="1117941"/>
                  </a:lnTo>
                  <a:lnTo>
                    <a:pt x="490693" y="1117918"/>
                  </a:lnTo>
                  <a:lnTo>
                    <a:pt x="490688" y="1117903"/>
                  </a:lnTo>
                  <a:lnTo>
                    <a:pt x="490689" y="1117897"/>
                  </a:lnTo>
                  <a:lnTo>
                    <a:pt x="490692" y="1117882"/>
                  </a:lnTo>
                  <a:lnTo>
                    <a:pt x="490698" y="1117860"/>
                  </a:lnTo>
                  <a:lnTo>
                    <a:pt x="490702" y="1117846"/>
                  </a:lnTo>
                  <a:lnTo>
                    <a:pt x="490706" y="1117833"/>
                  </a:lnTo>
                  <a:lnTo>
                    <a:pt x="490707" y="1117828"/>
                  </a:lnTo>
                  <a:lnTo>
                    <a:pt x="490708" y="1117822"/>
                  </a:lnTo>
                  <a:lnTo>
                    <a:pt x="490709" y="1117816"/>
                  </a:lnTo>
                  <a:lnTo>
                    <a:pt x="490709" y="1117808"/>
                  </a:lnTo>
                  <a:lnTo>
                    <a:pt x="490704" y="1117799"/>
                  </a:lnTo>
                  <a:lnTo>
                    <a:pt x="490700" y="1117790"/>
                  </a:lnTo>
                  <a:lnTo>
                    <a:pt x="490697" y="1117779"/>
                  </a:lnTo>
                  <a:lnTo>
                    <a:pt x="490695" y="1117767"/>
                  </a:lnTo>
                  <a:lnTo>
                    <a:pt x="490694" y="1117761"/>
                  </a:lnTo>
                  <a:lnTo>
                    <a:pt x="490690" y="1117753"/>
                  </a:lnTo>
                  <a:lnTo>
                    <a:pt x="490678" y="1117741"/>
                  </a:lnTo>
                  <a:lnTo>
                    <a:pt x="490672" y="1117736"/>
                  </a:lnTo>
                  <a:lnTo>
                    <a:pt x="490663" y="1117721"/>
                  </a:lnTo>
                  <a:lnTo>
                    <a:pt x="490658" y="1117716"/>
                  </a:lnTo>
                  <a:lnTo>
                    <a:pt x="490650" y="1117711"/>
                  </a:lnTo>
                  <a:lnTo>
                    <a:pt x="490638" y="1117699"/>
                  </a:lnTo>
                  <a:lnTo>
                    <a:pt x="490634" y="1117693"/>
                  </a:lnTo>
                  <a:lnTo>
                    <a:pt x="490622" y="1117677"/>
                  </a:lnTo>
                  <a:lnTo>
                    <a:pt x="490617" y="1117669"/>
                  </a:lnTo>
                  <a:lnTo>
                    <a:pt x="490611" y="1117660"/>
                  </a:lnTo>
                  <a:lnTo>
                    <a:pt x="490625" y="1117631"/>
                  </a:lnTo>
                  <a:lnTo>
                    <a:pt x="490632" y="1117619"/>
                  </a:lnTo>
                  <a:lnTo>
                    <a:pt x="490639" y="1117610"/>
                  </a:lnTo>
                  <a:lnTo>
                    <a:pt x="490644" y="1117601"/>
                  </a:lnTo>
                  <a:lnTo>
                    <a:pt x="490651" y="1117587"/>
                  </a:lnTo>
                  <a:lnTo>
                    <a:pt x="490656" y="1117577"/>
                  </a:lnTo>
                  <a:lnTo>
                    <a:pt x="490661" y="1117563"/>
                  </a:lnTo>
                  <a:lnTo>
                    <a:pt x="490664" y="1117548"/>
                  </a:lnTo>
                  <a:lnTo>
                    <a:pt x="490670" y="1117530"/>
                  </a:lnTo>
                  <a:lnTo>
                    <a:pt x="490672" y="1117524"/>
                  </a:lnTo>
                  <a:lnTo>
                    <a:pt x="490674" y="1117519"/>
                  </a:lnTo>
                  <a:lnTo>
                    <a:pt x="490676" y="1117509"/>
                  </a:lnTo>
                  <a:lnTo>
                    <a:pt x="490676" y="1117498"/>
                  </a:lnTo>
                  <a:lnTo>
                    <a:pt x="490676" y="1117491"/>
                  </a:lnTo>
                  <a:lnTo>
                    <a:pt x="490673" y="1117481"/>
                  </a:lnTo>
                  <a:lnTo>
                    <a:pt x="490669" y="1117464"/>
                  </a:lnTo>
                  <a:lnTo>
                    <a:pt x="490666" y="1117449"/>
                  </a:lnTo>
                  <a:lnTo>
                    <a:pt x="490663" y="1117439"/>
                  </a:lnTo>
                  <a:lnTo>
                    <a:pt x="490660" y="1117427"/>
                  </a:lnTo>
                  <a:lnTo>
                    <a:pt x="490656" y="1117418"/>
                  </a:lnTo>
                  <a:lnTo>
                    <a:pt x="490653" y="1117411"/>
                  </a:lnTo>
                  <a:lnTo>
                    <a:pt x="490649" y="1117403"/>
                  </a:lnTo>
                  <a:lnTo>
                    <a:pt x="490640" y="1117392"/>
                  </a:lnTo>
                  <a:lnTo>
                    <a:pt x="490630" y="1117377"/>
                  </a:lnTo>
                  <a:lnTo>
                    <a:pt x="490623" y="1117366"/>
                  </a:lnTo>
                  <a:lnTo>
                    <a:pt x="490614" y="1117354"/>
                  </a:lnTo>
                  <a:lnTo>
                    <a:pt x="490607" y="1117342"/>
                  </a:lnTo>
                  <a:lnTo>
                    <a:pt x="490602" y="1117335"/>
                  </a:lnTo>
                  <a:lnTo>
                    <a:pt x="490592" y="1117323"/>
                  </a:lnTo>
                  <a:lnTo>
                    <a:pt x="490586" y="1117317"/>
                  </a:lnTo>
                  <a:lnTo>
                    <a:pt x="490578" y="1117313"/>
                  </a:lnTo>
                  <a:lnTo>
                    <a:pt x="490568" y="1117311"/>
                  </a:lnTo>
                  <a:lnTo>
                    <a:pt x="490543" y="1117299"/>
                  </a:lnTo>
                  <a:lnTo>
                    <a:pt x="490538" y="1117293"/>
                  </a:lnTo>
                  <a:lnTo>
                    <a:pt x="490533" y="1117284"/>
                  </a:lnTo>
                  <a:lnTo>
                    <a:pt x="490526" y="1117261"/>
                  </a:lnTo>
                  <a:lnTo>
                    <a:pt x="490523" y="1117244"/>
                  </a:lnTo>
                  <a:lnTo>
                    <a:pt x="490520" y="1117235"/>
                  </a:lnTo>
                  <a:lnTo>
                    <a:pt x="490517" y="1117230"/>
                  </a:lnTo>
                  <a:lnTo>
                    <a:pt x="490506" y="1117204"/>
                  </a:lnTo>
                  <a:lnTo>
                    <a:pt x="490502" y="1117193"/>
                  </a:lnTo>
                  <a:lnTo>
                    <a:pt x="490495" y="1117179"/>
                  </a:lnTo>
                  <a:lnTo>
                    <a:pt x="490492" y="1117174"/>
                  </a:lnTo>
                  <a:lnTo>
                    <a:pt x="490484" y="1117167"/>
                  </a:lnTo>
                  <a:lnTo>
                    <a:pt x="490480" y="1117162"/>
                  </a:lnTo>
                  <a:lnTo>
                    <a:pt x="490472" y="1117146"/>
                  </a:lnTo>
                  <a:lnTo>
                    <a:pt x="490470" y="1117140"/>
                  </a:lnTo>
                  <a:lnTo>
                    <a:pt x="490467" y="1117132"/>
                  </a:lnTo>
                  <a:lnTo>
                    <a:pt x="490467" y="1117120"/>
                  </a:lnTo>
                  <a:lnTo>
                    <a:pt x="490467" y="1117108"/>
                  </a:lnTo>
                  <a:lnTo>
                    <a:pt x="490469" y="1117087"/>
                  </a:lnTo>
                  <a:lnTo>
                    <a:pt x="490468" y="1117070"/>
                  </a:lnTo>
                  <a:lnTo>
                    <a:pt x="490468" y="1117060"/>
                  </a:lnTo>
                  <a:lnTo>
                    <a:pt x="490468" y="1117055"/>
                  </a:lnTo>
                  <a:lnTo>
                    <a:pt x="490469" y="1117040"/>
                  </a:lnTo>
                  <a:lnTo>
                    <a:pt x="490468" y="1117031"/>
                  </a:lnTo>
                  <a:lnTo>
                    <a:pt x="490460" y="1117008"/>
                  </a:lnTo>
                  <a:lnTo>
                    <a:pt x="490455" y="1116996"/>
                  </a:lnTo>
                  <a:lnTo>
                    <a:pt x="490442" y="1116973"/>
                  </a:lnTo>
                  <a:lnTo>
                    <a:pt x="490438" y="1116967"/>
                  </a:lnTo>
                  <a:lnTo>
                    <a:pt x="490435" y="1116963"/>
                  </a:lnTo>
                  <a:lnTo>
                    <a:pt x="490426" y="1116942"/>
                  </a:lnTo>
                  <a:lnTo>
                    <a:pt x="490418" y="1116927"/>
                  </a:lnTo>
                  <a:lnTo>
                    <a:pt x="490409" y="1116908"/>
                  </a:lnTo>
                  <a:lnTo>
                    <a:pt x="490406" y="1116903"/>
                  </a:lnTo>
                  <a:lnTo>
                    <a:pt x="490401" y="1116885"/>
                  </a:lnTo>
                  <a:lnTo>
                    <a:pt x="490397" y="1116876"/>
                  </a:lnTo>
                  <a:lnTo>
                    <a:pt x="490395" y="1116861"/>
                  </a:lnTo>
                  <a:lnTo>
                    <a:pt x="490394" y="1116852"/>
                  </a:lnTo>
                  <a:lnTo>
                    <a:pt x="490393" y="1116842"/>
                  </a:lnTo>
                  <a:lnTo>
                    <a:pt x="490396" y="1116833"/>
                  </a:lnTo>
                  <a:lnTo>
                    <a:pt x="490396" y="1116828"/>
                  </a:lnTo>
                  <a:lnTo>
                    <a:pt x="490399" y="1116818"/>
                  </a:lnTo>
                  <a:lnTo>
                    <a:pt x="490400" y="1116810"/>
                  </a:lnTo>
                  <a:lnTo>
                    <a:pt x="490403" y="1116798"/>
                  </a:lnTo>
                  <a:lnTo>
                    <a:pt x="490406" y="1116783"/>
                  </a:lnTo>
                  <a:lnTo>
                    <a:pt x="490408" y="1116769"/>
                  </a:lnTo>
                  <a:lnTo>
                    <a:pt x="490411" y="1116758"/>
                  </a:lnTo>
                  <a:lnTo>
                    <a:pt x="490414" y="1116745"/>
                  </a:lnTo>
                  <a:lnTo>
                    <a:pt x="490416" y="1116738"/>
                  </a:lnTo>
                  <a:lnTo>
                    <a:pt x="490416" y="1116726"/>
                  </a:lnTo>
                  <a:lnTo>
                    <a:pt x="490415" y="1116715"/>
                  </a:lnTo>
                  <a:lnTo>
                    <a:pt x="490413" y="1116707"/>
                  </a:lnTo>
                  <a:lnTo>
                    <a:pt x="490406" y="1116688"/>
                  </a:lnTo>
                  <a:lnTo>
                    <a:pt x="490396" y="1116664"/>
                  </a:lnTo>
                  <a:lnTo>
                    <a:pt x="490389" y="1116646"/>
                  </a:lnTo>
                  <a:lnTo>
                    <a:pt x="490386" y="1116638"/>
                  </a:lnTo>
                  <a:lnTo>
                    <a:pt x="490387" y="1116632"/>
                  </a:lnTo>
                  <a:lnTo>
                    <a:pt x="490387" y="1116619"/>
                  </a:lnTo>
                  <a:lnTo>
                    <a:pt x="490391" y="1116605"/>
                  </a:lnTo>
                  <a:lnTo>
                    <a:pt x="490394" y="1116594"/>
                  </a:lnTo>
                  <a:lnTo>
                    <a:pt x="490395" y="1116584"/>
                  </a:lnTo>
                  <a:lnTo>
                    <a:pt x="490396" y="1116572"/>
                  </a:lnTo>
                  <a:lnTo>
                    <a:pt x="490397" y="1116561"/>
                  </a:lnTo>
                  <a:lnTo>
                    <a:pt x="490395" y="1116549"/>
                  </a:lnTo>
                  <a:lnTo>
                    <a:pt x="490394" y="1116535"/>
                  </a:lnTo>
                  <a:lnTo>
                    <a:pt x="490391" y="1116528"/>
                  </a:lnTo>
                  <a:lnTo>
                    <a:pt x="490386" y="1116523"/>
                  </a:lnTo>
                  <a:lnTo>
                    <a:pt x="490376" y="1116516"/>
                  </a:lnTo>
                  <a:lnTo>
                    <a:pt x="490366" y="1116510"/>
                  </a:lnTo>
                  <a:lnTo>
                    <a:pt x="490360" y="1116503"/>
                  </a:lnTo>
                  <a:lnTo>
                    <a:pt x="490353" y="1116493"/>
                  </a:lnTo>
                  <a:lnTo>
                    <a:pt x="490350" y="1116483"/>
                  </a:lnTo>
                  <a:lnTo>
                    <a:pt x="490343" y="1116458"/>
                  </a:lnTo>
                  <a:lnTo>
                    <a:pt x="490339" y="1116449"/>
                  </a:lnTo>
                  <a:lnTo>
                    <a:pt x="490331" y="1116431"/>
                  </a:lnTo>
                  <a:lnTo>
                    <a:pt x="490326" y="1116421"/>
                  </a:lnTo>
                  <a:lnTo>
                    <a:pt x="490324" y="1116417"/>
                  </a:lnTo>
                  <a:lnTo>
                    <a:pt x="490316" y="1116404"/>
                  </a:lnTo>
                  <a:lnTo>
                    <a:pt x="490304" y="1116393"/>
                  </a:lnTo>
                  <a:lnTo>
                    <a:pt x="490298" y="1116388"/>
                  </a:lnTo>
                  <a:lnTo>
                    <a:pt x="490292" y="1116387"/>
                  </a:lnTo>
                  <a:lnTo>
                    <a:pt x="490285" y="1116386"/>
                  </a:lnTo>
                  <a:lnTo>
                    <a:pt x="490278" y="1116383"/>
                  </a:lnTo>
                  <a:lnTo>
                    <a:pt x="490273" y="1116377"/>
                  </a:lnTo>
                  <a:lnTo>
                    <a:pt x="490266" y="1116369"/>
                  </a:lnTo>
                  <a:lnTo>
                    <a:pt x="490258" y="1116358"/>
                  </a:lnTo>
                  <a:lnTo>
                    <a:pt x="490254" y="1116350"/>
                  </a:lnTo>
                  <a:lnTo>
                    <a:pt x="490251" y="1116337"/>
                  </a:lnTo>
                  <a:lnTo>
                    <a:pt x="490244" y="1116311"/>
                  </a:lnTo>
                  <a:lnTo>
                    <a:pt x="490242" y="1116297"/>
                  </a:lnTo>
                  <a:lnTo>
                    <a:pt x="490240" y="1116284"/>
                  </a:lnTo>
                  <a:lnTo>
                    <a:pt x="490239" y="1116278"/>
                  </a:lnTo>
                  <a:lnTo>
                    <a:pt x="490239" y="1116242"/>
                  </a:lnTo>
                  <a:lnTo>
                    <a:pt x="490237" y="1116229"/>
                  </a:lnTo>
                  <a:lnTo>
                    <a:pt x="490234" y="1116214"/>
                  </a:lnTo>
                  <a:lnTo>
                    <a:pt x="490228" y="1116198"/>
                  </a:lnTo>
                  <a:lnTo>
                    <a:pt x="490223" y="1116187"/>
                  </a:lnTo>
                  <a:lnTo>
                    <a:pt x="490218" y="1116180"/>
                  </a:lnTo>
                  <a:lnTo>
                    <a:pt x="490211" y="1116171"/>
                  </a:lnTo>
                  <a:lnTo>
                    <a:pt x="490209" y="1116167"/>
                  </a:lnTo>
                  <a:lnTo>
                    <a:pt x="490208" y="1116160"/>
                  </a:lnTo>
                  <a:lnTo>
                    <a:pt x="490209" y="1116150"/>
                  </a:lnTo>
                  <a:lnTo>
                    <a:pt x="490211" y="1116140"/>
                  </a:lnTo>
                  <a:lnTo>
                    <a:pt x="490208" y="1116130"/>
                  </a:lnTo>
                  <a:lnTo>
                    <a:pt x="490205" y="1116121"/>
                  </a:lnTo>
                  <a:lnTo>
                    <a:pt x="490202" y="1116110"/>
                  </a:lnTo>
                  <a:lnTo>
                    <a:pt x="490200" y="1116103"/>
                  </a:lnTo>
                  <a:lnTo>
                    <a:pt x="490198" y="1116095"/>
                  </a:lnTo>
                  <a:lnTo>
                    <a:pt x="490197" y="1116083"/>
                  </a:lnTo>
                  <a:lnTo>
                    <a:pt x="490195" y="1116069"/>
                  </a:lnTo>
                  <a:lnTo>
                    <a:pt x="490193" y="1116057"/>
                  </a:lnTo>
                  <a:lnTo>
                    <a:pt x="490192" y="1116049"/>
                  </a:lnTo>
                  <a:lnTo>
                    <a:pt x="490187" y="1116034"/>
                  </a:lnTo>
                  <a:lnTo>
                    <a:pt x="490183" y="1116026"/>
                  </a:lnTo>
                  <a:lnTo>
                    <a:pt x="490182" y="1116019"/>
                  </a:lnTo>
                  <a:lnTo>
                    <a:pt x="490182" y="1116011"/>
                  </a:lnTo>
                  <a:lnTo>
                    <a:pt x="490183" y="1116005"/>
                  </a:lnTo>
                  <a:lnTo>
                    <a:pt x="490185" y="1115998"/>
                  </a:lnTo>
                  <a:lnTo>
                    <a:pt x="490191" y="1115992"/>
                  </a:lnTo>
                  <a:lnTo>
                    <a:pt x="490198" y="1115982"/>
                  </a:lnTo>
                  <a:lnTo>
                    <a:pt x="490208" y="1115973"/>
                  </a:lnTo>
                  <a:lnTo>
                    <a:pt x="490216" y="1115966"/>
                  </a:lnTo>
                  <a:lnTo>
                    <a:pt x="490227" y="1115955"/>
                  </a:lnTo>
                  <a:lnTo>
                    <a:pt x="490235" y="1115947"/>
                  </a:lnTo>
                  <a:lnTo>
                    <a:pt x="490240" y="1115937"/>
                  </a:lnTo>
                  <a:lnTo>
                    <a:pt x="490244" y="1115923"/>
                  </a:lnTo>
                  <a:lnTo>
                    <a:pt x="490248" y="1115902"/>
                  </a:lnTo>
                  <a:lnTo>
                    <a:pt x="490251" y="1115893"/>
                  </a:lnTo>
                  <a:lnTo>
                    <a:pt x="490259" y="1115872"/>
                  </a:lnTo>
                  <a:lnTo>
                    <a:pt x="490263" y="1115864"/>
                  </a:lnTo>
                  <a:lnTo>
                    <a:pt x="490267" y="1115855"/>
                  </a:lnTo>
                  <a:lnTo>
                    <a:pt x="490273" y="1115847"/>
                  </a:lnTo>
                  <a:lnTo>
                    <a:pt x="490280" y="1115840"/>
                  </a:lnTo>
                  <a:lnTo>
                    <a:pt x="490291" y="1115835"/>
                  </a:lnTo>
                  <a:lnTo>
                    <a:pt x="490303" y="1115834"/>
                  </a:lnTo>
                  <a:lnTo>
                    <a:pt x="490310" y="1115830"/>
                  </a:lnTo>
                  <a:lnTo>
                    <a:pt x="490317" y="1115823"/>
                  </a:lnTo>
                  <a:lnTo>
                    <a:pt x="490324" y="1115812"/>
                  </a:lnTo>
                  <a:lnTo>
                    <a:pt x="490328" y="1115802"/>
                  </a:lnTo>
                  <a:lnTo>
                    <a:pt x="490332" y="1115792"/>
                  </a:lnTo>
                  <a:lnTo>
                    <a:pt x="490333" y="1115783"/>
                  </a:lnTo>
                  <a:lnTo>
                    <a:pt x="490332" y="1115776"/>
                  </a:lnTo>
                  <a:lnTo>
                    <a:pt x="490328" y="1115768"/>
                  </a:lnTo>
                  <a:lnTo>
                    <a:pt x="490323" y="1115762"/>
                  </a:lnTo>
                  <a:lnTo>
                    <a:pt x="490320" y="1115757"/>
                  </a:lnTo>
                  <a:lnTo>
                    <a:pt x="490317" y="1115751"/>
                  </a:lnTo>
                  <a:lnTo>
                    <a:pt x="490314" y="1115741"/>
                  </a:lnTo>
                  <a:lnTo>
                    <a:pt x="490311" y="1115732"/>
                  </a:lnTo>
                  <a:lnTo>
                    <a:pt x="490307" y="1115720"/>
                  </a:lnTo>
                  <a:lnTo>
                    <a:pt x="490304" y="1115712"/>
                  </a:lnTo>
                  <a:lnTo>
                    <a:pt x="490302" y="1115700"/>
                  </a:lnTo>
                  <a:lnTo>
                    <a:pt x="490301" y="1115691"/>
                  </a:lnTo>
                  <a:lnTo>
                    <a:pt x="490299" y="1115681"/>
                  </a:lnTo>
                  <a:lnTo>
                    <a:pt x="490298" y="1115675"/>
                  </a:lnTo>
                  <a:lnTo>
                    <a:pt x="490296" y="1115666"/>
                  </a:lnTo>
                  <a:lnTo>
                    <a:pt x="490295" y="1115658"/>
                  </a:lnTo>
                  <a:lnTo>
                    <a:pt x="490293" y="1115651"/>
                  </a:lnTo>
                  <a:lnTo>
                    <a:pt x="490291" y="1115640"/>
                  </a:lnTo>
                  <a:lnTo>
                    <a:pt x="490291" y="1115633"/>
                  </a:lnTo>
                  <a:lnTo>
                    <a:pt x="490292" y="1115623"/>
                  </a:lnTo>
                  <a:lnTo>
                    <a:pt x="490293" y="1115615"/>
                  </a:lnTo>
                  <a:lnTo>
                    <a:pt x="490295" y="1115607"/>
                  </a:lnTo>
                  <a:lnTo>
                    <a:pt x="490298" y="1115598"/>
                  </a:lnTo>
                  <a:lnTo>
                    <a:pt x="490301" y="1115593"/>
                  </a:lnTo>
                  <a:lnTo>
                    <a:pt x="490306" y="1115588"/>
                  </a:lnTo>
                  <a:lnTo>
                    <a:pt x="490313" y="1115584"/>
                  </a:lnTo>
                  <a:lnTo>
                    <a:pt x="490329" y="1115575"/>
                  </a:lnTo>
                  <a:lnTo>
                    <a:pt x="490358" y="1115553"/>
                  </a:lnTo>
                  <a:lnTo>
                    <a:pt x="490370" y="1115544"/>
                  </a:lnTo>
                  <a:lnTo>
                    <a:pt x="490374" y="1115543"/>
                  </a:lnTo>
                  <a:lnTo>
                    <a:pt x="490380" y="1115541"/>
                  </a:lnTo>
                  <a:lnTo>
                    <a:pt x="490386" y="1115539"/>
                  </a:lnTo>
                  <a:lnTo>
                    <a:pt x="490394" y="1115537"/>
                  </a:lnTo>
                  <a:lnTo>
                    <a:pt x="490403" y="1115536"/>
                  </a:lnTo>
                  <a:lnTo>
                    <a:pt x="490418" y="1115535"/>
                  </a:lnTo>
                  <a:lnTo>
                    <a:pt x="490433" y="1115534"/>
                  </a:lnTo>
                  <a:lnTo>
                    <a:pt x="490442" y="1115533"/>
                  </a:lnTo>
                  <a:lnTo>
                    <a:pt x="490453" y="1115530"/>
                  </a:lnTo>
                  <a:lnTo>
                    <a:pt x="490473" y="1115529"/>
                  </a:lnTo>
                  <a:lnTo>
                    <a:pt x="490494" y="1115529"/>
                  </a:lnTo>
                  <a:lnTo>
                    <a:pt x="490510" y="1115528"/>
                  </a:lnTo>
                  <a:lnTo>
                    <a:pt x="490531" y="1115528"/>
                  </a:lnTo>
                  <a:lnTo>
                    <a:pt x="490549" y="1115528"/>
                  </a:lnTo>
                  <a:lnTo>
                    <a:pt x="490567" y="1115528"/>
                  </a:lnTo>
                  <a:lnTo>
                    <a:pt x="490586" y="1115528"/>
                  </a:lnTo>
                  <a:lnTo>
                    <a:pt x="490606" y="1115528"/>
                  </a:lnTo>
                  <a:lnTo>
                    <a:pt x="490620" y="1115527"/>
                  </a:lnTo>
                  <a:lnTo>
                    <a:pt x="490625" y="1115527"/>
                  </a:lnTo>
                  <a:lnTo>
                    <a:pt x="490631" y="1115527"/>
                  </a:lnTo>
                  <a:lnTo>
                    <a:pt x="490638" y="1115527"/>
                  </a:lnTo>
                  <a:lnTo>
                    <a:pt x="490644" y="1115526"/>
                  </a:lnTo>
                  <a:lnTo>
                    <a:pt x="490648" y="1115526"/>
                  </a:lnTo>
                  <a:lnTo>
                    <a:pt x="490657" y="1115526"/>
                  </a:lnTo>
                  <a:lnTo>
                    <a:pt x="490667" y="1115527"/>
                  </a:lnTo>
                  <a:lnTo>
                    <a:pt x="490674" y="1115530"/>
                  </a:lnTo>
                  <a:lnTo>
                    <a:pt x="490681" y="1115532"/>
                  </a:lnTo>
                  <a:lnTo>
                    <a:pt x="490686" y="1115533"/>
                  </a:lnTo>
                  <a:lnTo>
                    <a:pt x="490694" y="1115535"/>
                  </a:lnTo>
                  <a:lnTo>
                    <a:pt x="490701" y="1115535"/>
                  </a:lnTo>
                  <a:lnTo>
                    <a:pt x="490709" y="1115533"/>
                  </a:lnTo>
                  <a:lnTo>
                    <a:pt x="490713" y="1115533"/>
                  </a:lnTo>
                  <a:lnTo>
                    <a:pt x="490733" y="1115538"/>
                  </a:lnTo>
                  <a:lnTo>
                    <a:pt x="490742" y="1115539"/>
                  </a:lnTo>
                  <a:lnTo>
                    <a:pt x="490758" y="1115542"/>
                  </a:lnTo>
                  <a:lnTo>
                    <a:pt x="490770" y="1115542"/>
                  </a:lnTo>
                  <a:lnTo>
                    <a:pt x="490784" y="1115542"/>
                  </a:lnTo>
                  <a:lnTo>
                    <a:pt x="490806" y="1115537"/>
                  </a:lnTo>
                  <a:lnTo>
                    <a:pt x="490818" y="1115532"/>
                  </a:lnTo>
                  <a:lnTo>
                    <a:pt x="490828" y="1115530"/>
                  </a:lnTo>
                  <a:lnTo>
                    <a:pt x="490838" y="1115529"/>
                  </a:lnTo>
                  <a:lnTo>
                    <a:pt x="490849" y="1115528"/>
                  </a:lnTo>
                  <a:lnTo>
                    <a:pt x="490861" y="1115525"/>
                  </a:lnTo>
                  <a:lnTo>
                    <a:pt x="490868" y="1115519"/>
                  </a:lnTo>
                  <a:lnTo>
                    <a:pt x="490872" y="1115516"/>
                  </a:lnTo>
                  <a:lnTo>
                    <a:pt x="490876" y="1115512"/>
                  </a:lnTo>
                  <a:lnTo>
                    <a:pt x="490882" y="1115511"/>
                  </a:lnTo>
                  <a:lnTo>
                    <a:pt x="490891" y="1115510"/>
                  </a:lnTo>
                  <a:lnTo>
                    <a:pt x="490890" y="1115503"/>
                  </a:lnTo>
                  <a:lnTo>
                    <a:pt x="490889" y="1115487"/>
                  </a:lnTo>
                  <a:lnTo>
                    <a:pt x="490890" y="1115469"/>
                  </a:lnTo>
                  <a:lnTo>
                    <a:pt x="490891" y="1115452"/>
                  </a:lnTo>
                  <a:lnTo>
                    <a:pt x="490892" y="1115439"/>
                  </a:lnTo>
                  <a:lnTo>
                    <a:pt x="490892" y="1115425"/>
                  </a:lnTo>
                  <a:lnTo>
                    <a:pt x="490891" y="1115420"/>
                  </a:lnTo>
                  <a:lnTo>
                    <a:pt x="490888" y="1115409"/>
                  </a:lnTo>
                  <a:lnTo>
                    <a:pt x="490886" y="1115400"/>
                  </a:lnTo>
                  <a:lnTo>
                    <a:pt x="490884" y="1115394"/>
                  </a:lnTo>
                  <a:lnTo>
                    <a:pt x="490882" y="1115388"/>
                  </a:lnTo>
                  <a:lnTo>
                    <a:pt x="490881" y="1115382"/>
                  </a:lnTo>
                  <a:lnTo>
                    <a:pt x="490876" y="1115375"/>
                  </a:lnTo>
                  <a:lnTo>
                    <a:pt x="490873" y="1115368"/>
                  </a:lnTo>
                  <a:lnTo>
                    <a:pt x="490868" y="1115353"/>
                  </a:lnTo>
                  <a:lnTo>
                    <a:pt x="490866" y="1115341"/>
                  </a:lnTo>
                  <a:lnTo>
                    <a:pt x="490865" y="1115325"/>
                  </a:lnTo>
                  <a:lnTo>
                    <a:pt x="490864" y="1115317"/>
                  </a:lnTo>
                  <a:lnTo>
                    <a:pt x="490860" y="1115311"/>
                  </a:lnTo>
                  <a:lnTo>
                    <a:pt x="490856" y="1115306"/>
                  </a:lnTo>
                  <a:lnTo>
                    <a:pt x="490846" y="1115293"/>
                  </a:lnTo>
                  <a:lnTo>
                    <a:pt x="490841" y="1115286"/>
                  </a:lnTo>
                  <a:lnTo>
                    <a:pt x="490836" y="1115270"/>
                  </a:lnTo>
                  <a:lnTo>
                    <a:pt x="490831" y="1115259"/>
                  </a:lnTo>
                  <a:lnTo>
                    <a:pt x="490828" y="1115248"/>
                  </a:lnTo>
                  <a:lnTo>
                    <a:pt x="490824" y="1115228"/>
                  </a:lnTo>
                  <a:lnTo>
                    <a:pt x="490821" y="1115209"/>
                  </a:lnTo>
                  <a:lnTo>
                    <a:pt x="490819" y="1115195"/>
                  </a:lnTo>
                  <a:lnTo>
                    <a:pt x="490812" y="1115176"/>
                  </a:lnTo>
                  <a:lnTo>
                    <a:pt x="490809" y="1115168"/>
                  </a:lnTo>
                  <a:lnTo>
                    <a:pt x="490804" y="1115150"/>
                  </a:lnTo>
                  <a:lnTo>
                    <a:pt x="490802" y="1115139"/>
                  </a:lnTo>
                  <a:lnTo>
                    <a:pt x="490803" y="1115130"/>
                  </a:lnTo>
                  <a:lnTo>
                    <a:pt x="490804" y="1115120"/>
                  </a:lnTo>
                  <a:lnTo>
                    <a:pt x="490806" y="1115110"/>
                  </a:lnTo>
                  <a:lnTo>
                    <a:pt x="490806" y="1115098"/>
                  </a:lnTo>
                  <a:lnTo>
                    <a:pt x="490804" y="1115091"/>
                  </a:lnTo>
                  <a:lnTo>
                    <a:pt x="490801" y="1115086"/>
                  </a:lnTo>
                  <a:lnTo>
                    <a:pt x="490796" y="1115078"/>
                  </a:lnTo>
                  <a:lnTo>
                    <a:pt x="490786" y="1115068"/>
                  </a:lnTo>
                  <a:lnTo>
                    <a:pt x="490780" y="1115059"/>
                  </a:lnTo>
                  <a:lnTo>
                    <a:pt x="490777" y="1115053"/>
                  </a:lnTo>
                  <a:lnTo>
                    <a:pt x="490776" y="1115048"/>
                  </a:lnTo>
                  <a:lnTo>
                    <a:pt x="490774" y="1115040"/>
                  </a:lnTo>
                  <a:lnTo>
                    <a:pt x="490770" y="1115030"/>
                  </a:lnTo>
                  <a:lnTo>
                    <a:pt x="490767" y="1115021"/>
                  </a:lnTo>
                  <a:lnTo>
                    <a:pt x="490763" y="1115014"/>
                  </a:lnTo>
                  <a:lnTo>
                    <a:pt x="490760" y="1115009"/>
                  </a:lnTo>
                  <a:lnTo>
                    <a:pt x="490753" y="1115002"/>
                  </a:lnTo>
                  <a:lnTo>
                    <a:pt x="490747" y="1114993"/>
                  </a:lnTo>
                  <a:lnTo>
                    <a:pt x="490742" y="1114986"/>
                  </a:lnTo>
                  <a:lnTo>
                    <a:pt x="490741" y="1114981"/>
                  </a:lnTo>
                  <a:lnTo>
                    <a:pt x="490739" y="1114971"/>
                  </a:lnTo>
                  <a:lnTo>
                    <a:pt x="490738" y="1114963"/>
                  </a:lnTo>
                  <a:lnTo>
                    <a:pt x="490738" y="1114958"/>
                  </a:lnTo>
                  <a:lnTo>
                    <a:pt x="490737" y="1114945"/>
                  </a:lnTo>
                  <a:lnTo>
                    <a:pt x="490738" y="1114936"/>
                  </a:lnTo>
                  <a:lnTo>
                    <a:pt x="490739" y="1114932"/>
                  </a:lnTo>
                  <a:lnTo>
                    <a:pt x="490742" y="1114919"/>
                  </a:lnTo>
                  <a:lnTo>
                    <a:pt x="490744" y="1114914"/>
                  </a:lnTo>
                  <a:lnTo>
                    <a:pt x="490749" y="1114905"/>
                  </a:lnTo>
                  <a:lnTo>
                    <a:pt x="490767" y="1114878"/>
                  </a:lnTo>
                  <a:lnTo>
                    <a:pt x="490780" y="1114857"/>
                  </a:lnTo>
                  <a:lnTo>
                    <a:pt x="490782" y="1114852"/>
                  </a:lnTo>
                  <a:lnTo>
                    <a:pt x="490784" y="1114845"/>
                  </a:lnTo>
                  <a:lnTo>
                    <a:pt x="490781" y="1114838"/>
                  </a:lnTo>
                  <a:lnTo>
                    <a:pt x="490775" y="1114830"/>
                  </a:lnTo>
                  <a:lnTo>
                    <a:pt x="490767" y="1114820"/>
                  </a:lnTo>
                  <a:lnTo>
                    <a:pt x="490763" y="1114815"/>
                  </a:lnTo>
                  <a:lnTo>
                    <a:pt x="490758" y="1114806"/>
                  </a:lnTo>
                  <a:lnTo>
                    <a:pt x="490756" y="1114798"/>
                  </a:lnTo>
                  <a:lnTo>
                    <a:pt x="490754" y="1114789"/>
                  </a:lnTo>
                  <a:lnTo>
                    <a:pt x="490752" y="1114778"/>
                  </a:lnTo>
                  <a:lnTo>
                    <a:pt x="490751" y="1114763"/>
                  </a:lnTo>
                  <a:lnTo>
                    <a:pt x="490748" y="1114746"/>
                  </a:lnTo>
                  <a:lnTo>
                    <a:pt x="490746" y="1114737"/>
                  </a:lnTo>
                  <a:lnTo>
                    <a:pt x="490745" y="1114731"/>
                  </a:lnTo>
                  <a:lnTo>
                    <a:pt x="490742" y="1114726"/>
                  </a:lnTo>
                  <a:lnTo>
                    <a:pt x="490738" y="1114720"/>
                  </a:lnTo>
                  <a:lnTo>
                    <a:pt x="490735" y="1114716"/>
                  </a:lnTo>
                  <a:lnTo>
                    <a:pt x="490733" y="1114712"/>
                  </a:lnTo>
                  <a:lnTo>
                    <a:pt x="490731" y="1114705"/>
                  </a:lnTo>
                  <a:lnTo>
                    <a:pt x="490729" y="1114697"/>
                  </a:lnTo>
                  <a:lnTo>
                    <a:pt x="490726" y="1114692"/>
                  </a:lnTo>
                  <a:lnTo>
                    <a:pt x="490722" y="1114687"/>
                  </a:lnTo>
                  <a:lnTo>
                    <a:pt x="490714" y="1114678"/>
                  </a:lnTo>
                  <a:lnTo>
                    <a:pt x="490702" y="1114668"/>
                  </a:lnTo>
                  <a:lnTo>
                    <a:pt x="490692" y="1114657"/>
                  </a:lnTo>
                  <a:lnTo>
                    <a:pt x="490684" y="1114647"/>
                  </a:lnTo>
                  <a:lnTo>
                    <a:pt x="490679" y="1114638"/>
                  </a:lnTo>
                  <a:lnTo>
                    <a:pt x="490676" y="1114633"/>
                  </a:lnTo>
                  <a:lnTo>
                    <a:pt x="490673" y="1114627"/>
                  </a:lnTo>
                  <a:lnTo>
                    <a:pt x="490668" y="1114623"/>
                  </a:lnTo>
                  <a:lnTo>
                    <a:pt x="490665" y="1114621"/>
                  </a:lnTo>
                  <a:lnTo>
                    <a:pt x="490656" y="1114620"/>
                  </a:lnTo>
                  <a:lnTo>
                    <a:pt x="490649" y="1114620"/>
                  </a:lnTo>
                  <a:lnTo>
                    <a:pt x="490642" y="1114619"/>
                  </a:lnTo>
                  <a:lnTo>
                    <a:pt x="490636" y="1114617"/>
                  </a:lnTo>
                  <a:lnTo>
                    <a:pt x="490633" y="1114616"/>
                  </a:lnTo>
                  <a:lnTo>
                    <a:pt x="490624" y="1114610"/>
                  </a:lnTo>
                  <a:lnTo>
                    <a:pt x="490616" y="1114605"/>
                  </a:lnTo>
                  <a:lnTo>
                    <a:pt x="490606" y="1114596"/>
                  </a:lnTo>
                  <a:lnTo>
                    <a:pt x="490598" y="1114583"/>
                  </a:lnTo>
                  <a:lnTo>
                    <a:pt x="490589" y="1114574"/>
                  </a:lnTo>
                  <a:lnTo>
                    <a:pt x="490583" y="1114567"/>
                  </a:lnTo>
                  <a:lnTo>
                    <a:pt x="490576" y="1114560"/>
                  </a:lnTo>
                  <a:lnTo>
                    <a:pt x="490570" y="1114556"/>
                  </a:lnTo>
                  <a:lnTo>
                    <a:pt x="490565" y="1114550"/>
                  </a:lnTo>
                  <a:lnTo>
                    <a:pt x="490563" y="1114544"/>
                  </a:lnTo>
                  <a:lnTo>
                    <a:pt x="490560" y="1114530"/>
                  </a:lnTo>
                  <a:lnTo>
                    <a:pt x="490559" y="1114521"/>
                  </a:lnTo>
                  <a:lnTo>
                    <a:pt x="490556" y="1114513"/>
                  </a:lnTo>
                  <a:lnTo>
                    <a:pt x="490554" y="1114508"/>
                  </a:lnTo>
                  <a:lnTo>
                    <a:pt x="490551" y="1114498"/>
                  </a:lnTo>
                  <a:lnTo>
                    <a:pt x="490544" y="1114485"/>
                  </a:lnTo>
                  <a:lnTo>
                    <a:pt x="490539" y="1114475"/>
                  </a:lnTo>
                  <a:lnTo>
                    <a:pt x="490537" y="1114470"/>
                  </a:lnTo>
                  <a:lnTo>
                    <a:pt x="490535" y="1114465"/>
                  </a:lnTo>
                  <a:lnTo>
                    <a:pt x="490532" y="1114454"/>
                  </a:lnTo>
                  <a:lnTo>
                    <a:pt x="490527" y="1114436"/>
                  </a:lnTo>
                  <a:lnTo>
                    <a:pt x="490526" y="1114426"/>
                  </a:lnTo>
                  <a:lnTo>
                    <a:pt x="490527" y="1114416"/>
                  </a:lnTo>
                  <a:lnTo>
                    <a:pt x="490530" y="1114403"/>
                  </a:lnTo>
                  <a:lnTo>
                    <a:pt x="490534" y="1114388"/>
                  </a:lnTo>
                  <a:lnTo>
                    <a:pt x="490537" y="1114372"/>
                  </a:lnTo>
                  <a:lnTo>
                    <a:pt x="490535" y="1114361"/>
                  </a:lnTo>
                  <a:lnTo>
                    <a:pt x="490531" y="1114352"/>
                  </a:lnTo>
                  <a:lnTo>
                    <a:pt x="490518" y="1114334"/>
                  </a:lnTo>
                  <a:lnTo>
                    <a:pt x="490506" y="1114309"/>
                  </a:lnTo>
                  <a:lnTo>
                    <a:pt x="490497" y="1114293"/>
                  </a:lnTo>
                  <a:lnTo>
                    <a:pt x="490494" y="1114289"/>
                  </a:lnTo>
                  <a:lnTo>
                    <a:pt x="490482" y="1114272"/>
                  </a:lnTo>
                  <a:lnTo>
                    <a:pt x="490472" y="1114259"/>
                  </a:lnTo>
                  <a:lnTo>
                    <a:pt x="490469" y="1114255"/>
                  </a:lnTo>
                  <a:lnTo>
                    <a:pt x="490459" y="1114247"/>
                  </a:lnTo>
                  <a:lnTo>
                    <a:pt x="490452" y="1114236"/>
                  </a:lnTo>
                  <a:lnTo>
                    <a:pt x="490449" y="1114224"/>
                  </a:lnTo>
                  <a:lnTo>
                    <a:pt x="490444" y="1114209"/>
                  </a:lnTo>
                  <a:lnTo>
                    <a:pt x="490439" y="1114196"/>
                  </a:lnTo>
                  <a:lnTo>
                    <a:pt x="490437" y="1114191"/>
                  </a:lnTo>
                  <a:lnTo>
                    <a:pt x="490435" y="1114184"/>
                  </a:lnTo>
                  <a:lnTo>
                    <a:pt x="490434" y="1114180"/>
                  </a:lnTo>
                  <a:lnTo>
                    <a:pt x="490431" y="1114176"/>
                  </a:lnTo>
                  <a:lnTo>
                    <a:pt x="490428" y="1114172"/>
                  </a:lnTo>
                  <a:lnTo>
                    <a:pt x="490425" y="1114167"/>
                  </a:lnTo>
                  <a:lnTo>
                    <a:pt x="490421" y="1114159"/>
                  </a:lnTo>
                  <a:lnTo>
                    <a:pt x="490419" y="1114152"/>
                  </a:lnTo>
                  <a:lnTo>
                    <a:pt x="490415" y="1114133"/>
                  </a:lnTo>
                  <a:lnTo>
                    <a:pt x="490410" y="1114125"/>
                  </a:lnTo>
                  <a:lnTo>
                    <a:pt x="490400" y="1114115"/>
                  </a:lnTo>
                  <a:lnTo>
                    <a:pt x="490392" y="1114108"/>
                  </a:lnTo>
                  <a:lnTo>
                    <a:pt x="490380" y="1114098"/>
                  </a:lnTo>
                  <a:lnTo>
                    <a:pt x="490374" y="1114096"/>
                  </a:lnTo>
                  <a:lnTo>
                    <a:pt x="490365" y="1114094"/>
                  </a:lnTo>
                  <a:lnTo>
                    <a:pt x="490351" y="1114093"/>
                  </a:lnTo>
                  <a:lnTo>
                    <a:pt x="490340" y="1114091"/>
                  </a:lnTo>
                  <a:lnTo>
                    <a:pt x="490334" y="1114088"/>
                  </a:lnTo>
                  <a:lnTo>
                    <a:pt x="490329" y="1114083"/>
                  </a:lnTo>
                  <a:lnTo>
                    <a:pt x="490317" y="1114071"/>
                  </a:lnTo>
                  <a:lnTo>
                    <a:pt x="490308" y="1114058"/>
                  </a:lnTo>
                  <a:lnTo>
                    <a:pt x="490301" y="1114044"/>
                  </a:lnTo>
                  <a:lnTo>
                    <a:pt x="490295" y="1114029"/>
                  </a:lnTo>
                  <a:lnTo>
                    <a:pt x="490292" y="1114019"/>
                  </a:lnTo>
                  <a:lnTo>
                    <a:pt x="490289" y="1114002"/>
                  </a:lnTo>
                  <a:lnTo>
                    <a:pt x="490285" y="1113984"/>
                  </a:lnTo>
                  <a:lnTo>
                    <a:pt x="490280" y="1113963"/>
                  </a:lnTo>
                  <a:lnTo>
                    <a:pt x="490276" y="1113944"/>
                  </a:lnTo>
                  <a:lnTo>
                    <a:pt x="490270" y="1113931"/>
                  </a:lnTo>
                  <a:lnTo>
                    <a:pt x="490263" y="1113914"/>
                  </a:lnTo>
                  <a:lnTo>
                    <a:pt x="490260" y="1113909"/>
                  </a:lnTo>
                  <a:lnTo>
                    <a:pt x="490256" y="1113903"/>
                  </a:lnTo>
                  <a:lnTo>
                    <a:pt x="490241" y="1113884"/>
                  </a:lnTo>
                  <a:lnTo>
                    <a:pt x="490228" y="1113874"/>
                  </a:lnTo>
                  <a:lnTo>
                    <a:pt x="490223" y="1113870"/>
                  </a:lnTo>
                  <a:lnTo>
                    <a:pt x="490211" y="1113864"/>
                  </a:lnTo>
                  <a:lnTo>
                    <a:pt x="490199" y="1113858"/>
                  </a:lnTo>
                  <a:lnTo>
                    <a:pt x="490183" y="1113850"/>
                  </a:lnTo>
                  <a:lnTo>
                    <a:pt x="490179" y="1113849"/>
                  </a:lnTo>
                  <a:lnTo>
                    <a:pt x="490171" y="1113848"/>
                  </a:lnTo>
                  <a:lnTo>
                    <a:pt x="490159" y="1113847"/>
                  </a:lnTo>
                  <a:lnTo>
                    <a:pt x="490143" y="1113846"/>
                  </a:lnTo>
                  <a:lnTo>
                    <a:pt x="490130" y="1113845"/>
                  </a:lnTo>
                  <a:lnTo>
                    <a:pt x="490112" y="1113844"/>
                  </a:lnTo>
                  <a:lnTo>
                    <a:pt x="490104" y="1113843"/>
                  </a:lnTo>
                  <a:lnTo>
                    <a:pt x="490086" y="1113842"/>
                  </a:lnTo>
                  <a:lnTo>
                    <a:pt x="490074" y="1113841"/>
                  </a:lnTo>
                  <a:lnTo>
                    <a:pt x="490060" y="1113841"/>
                  </a:lnTo>
                  <a:lnTo>
                    <a:pt x="490055" y="1113839"/>
                  </a:lnTo>
                  <a:lnTo>
                    <a:pt x="490053" y="1113833"/>
                  </a:lnTo>
                  <a:lnTo>
                    <a:pt x="490044" y="1113799"/>
                  </a:lnTo>
                  <a:lnTo>
                    <a:pt x="490041" y="1113793"/>
                  </a:lnTo>
                  <a:lnTo>
                    <a:pt x="490033" y="1113781"/>
                  </a:lnTo>
                  <a:lnTo>
                    <a:pt x="490025" y="1113767"/>
                  </a:lnTo>
                  <a:lnTo>
                    <a:pt x="490015" y="1113753"/>
                  </a:lnTo>
                  <a:lnTo>
                    <a:pt x="490012" y="1113749"/>
                  </a:lnTo>
                  <a:lnTo>
                    <a:pt x="490009" y="1113746"/>
                  </a:lnTo>
                  <a:lnTo>
                    <a:pt x="490001" y="1113739"/>
                  </a:lnTo>
                  <a:lnTo>
                    <a:pt x="489986" y="1113725"/>
                  </a:lnTo>
                  <a:lnTo>
                    <a:pt x="489974" y="1113715"/>
                  </a:lnTo>
                  <a:lnTo>
                    <a:pt x="489958" y="1113702"/>
                  </a:lnTo>
                  <a:lnTo>
                    <a:pt x="489941" y="1113688"/>
                  </a:lnTo>
                  <a:lnTo>
                    <a:pt x="489933" y="1113678"/>
                  </a:lnTo>
                  <a:lnTo>
                    <a:pt x="489929" y="1113672"/>
                  </a:lnTo>
                  <a:lnTo>
                    <a:pt x="489922" y="1113662"/>
                  </a:lnTo>
                  <a:lnTo>
                    <a:pt x="489918" y="1113653"/>
                  </a:lnTo>
                  <a:lnTo>
                    <a:pt x="489915" y="1113646"/>
                  </a:lnTo>
                  <a:lnTo>
                    <a:pt x="489913" y="1113641"/>
                  </a:lnTo>
                  <a:lnTo>
                    <a:pt x="489910" y="1113634"/>
                  </a:lnTo>
                  <a:lnTo>
                    <a:pt x="489908" y="1113630"/>
                  </a:lnTo>
                  <a:lnTo>
                    <a:pt x="489906" y="1113624"/>
                  </a:lnTo>
                  <a:lnTo>
                    <a:pt x="489905" y="1113615"/>
                  </a:lnTo>
                  <a:lnTo>
                    <a:pt x="489905" y="1113609"/>
                  </a:lnTo>
                  <a:lnTo>
                    <a:pt x="489905" y="1113603"/>
                  </a:lnTo>
                  <a:lnTo>
                    <a:pt x="489906" y="1113597"/>
                  </a:lnTo>
                  <a:lnTo>
                    <a:pt x="489910" y="1113578"/>
                  </a:lnTo>
                  <a:lnTo>
                    <a:pt x="489912" y="1113561"/>
                  </a:lnTo>
                  <a:lnTo>
                    <a:pt x="489913" y="1113546"/>
                  </a:lnTo>
                  <a:lnTo>
                    <a:pt x="489913" y="1113530"/>
                  </a:lnTo>
                  <a:lnTo>
                    <a:pt x="489913" y="1113514"/>
                  </a:lnTo>
                  <a:lnTo>
                    <a:pt x="489914" y="1113496"/>
                  </a:lnTo>
                  <a:lnTo>
                    <a:pt x="489915" y="1113476"/>
                  </a:lnTo>
                  <a:lnTo>
                    <a:pt x="489915" y="1113450"/>
                  </a:lnTo>
                  <a:lnTo>
                    <a:pt x="489914" y="1113435"/>
                  </a:lnTo>
                  <a:lnTo>
                    <a:pt x="489913" y="1113424"/>
                  </a:lnTo>
                  <a:lnTo>
                    <a:pt x="489912" y="1113411"/>
                  </a:lnTo>
                  <a:lnTo>
                    <a:pt x="489910" y="1113398"/>
                  </a:lnTo>
                  <a:lnTo>
                    <a:pt x="489908" y="1113382"/>
                  </a:lnTo>
                  <a:lnTo>
                    <a:pt x="489905" y="1113371"/>
                  </a:lnTo>
                  <a:lnTo>
                    <a:pt x="489904" y="1113357"/>
                  </a:lnTo>
                  <a:lnTo>
                    <a:pt x="489901" y="1113330"/>
                  </a:lnTo>
                  <a:lnTo>
                    <a:pt x="489899" y="1113309"/>
                  </a:lnTo>
                  <a:lnTo>
                    <a:pt x="489898" y="1113289"/>
                  </a:lnTo>
                  <a:lnTo>
                    <a:pt x="489897" y="1113284"/>
                  </a:lnTo>
                  <a:lnTo>
                    <a:pt x="489897" y="1113264"/>
                  </a:lnTo>
                  <a:lnTo>
                    <a:pt x="489894" y="1113252"/>
                  </a:lnTo>
                  <a:lnTo>
                    <a:pt x="489890" y="1113244"/>
                  </a:lnTo>
                  <a:lnTo>
                    <a:pt x="489882" y="1113231"/>
                  </a:lnTo>
                  <a:lnTo>
                    <a:pt x="489874" y="1113216"/>
                  </a:lnTo>
                  <a:lnTo>
                    <a:pt x="489870" y="1113207"/>
                  </a:lnTo>
                  <a:lnTo>
                    <a:pt x="489863" y="1113187"/>
                  </a:lnTo>
                  <a:lnTo>
                    <a:pt x="489862" y="1113169"/>
                  </a:lnTo>
                  <a:lnTo>
                    <a:pt x="489862" y="1113149"/>
                  </a:lnTo>
                  <a:lnTo>
                    <a:pt x="489860" y="1113127"/>
                  </a:lnTo>
                  <a:lnTo>
                    <a:pt x="489858" y="1113107"/>
                  </a:lnTo>
                  <a:lnTo>
                    <a:pt x="489855" y="1113094"/>
                  </a:lnTo>
                  <a:lnTo>
                    <a:pt x="489852" y="1113077"/>
                  </a:lnTo>
                  <a:lnTo>
                    <a:pt x="489848" y="1113067"/>
                  </a:lnTo>
                  <a:lnTo>
                    <a:pt x="489850" y="1113058"/>
                  </a:lnTo>
                  <a:lnTo>
                    <a:pt x="489855" y="1113054"/>
                  </a:lnTo>
                  <a:lnTo>
                    <a:pt x="489861" y="1113048"/>
                  </a:lnTo>
                  <a:lnTo>
                    <a:pt x="489870" y="1113042"/>
                  </a:lnTo>
                  <a:lnTo>
                    <a:pt x="489882" y="1113030"/>
                  </a:lnTo>
                  <a:lnTo>
                    <a:pt x="489896" y="1113019"/>
                  </a:lnTo>
                  <a:lnTo>
                    <a:pt x="489919" y="1113001"/>
                  </a:lnTo>
                  <a:lnTo>
                    <a:pt x="489928" y="1112992"/>
                  </a:lnTo>
                  <a:lnTo>
                    <a:pt x="489926" y="1112985"/>
                  </a:lnTo>
                  <a:lnTo>
                    <a:pt x="489923" y="1112975"/>
                  </a:lnTo>
                  <a:lnTo>
                    <a:pt x="489922" y="1112966"/>
                  </a:lnTo>
                  <a:lnTo>
                    <a:pt x="489921" y="1112949"/>
                  </a:lnTo>
                  <a:lnTo>
                    <a:pt x="489920" y="1112934"/>
                  </a:lnTo>
                  <a:lnTo>
                    <a:pt x="489923" y="1112917"/>
                  </a:lnTo>
                  <a:lnTo>
                    <a:pt x="489925" y="1112903"/>
                  </a:lnTo>
                  <a:lnTo>
                    <a:pt x="489927" y="1112894"/>
                  </a:lnTo>
                  <a:lnTo>
                    <a:pt x="489932" y="1112888"/>
                  </a:lnTo>
                  <a:lnTo>
                    <a:pt x="489937" y="1112875"/>
                  </a:lnTo>
                  <a:lnTo>
                    <a:pt x="489938" y="1112868"/>
                  </a:lnTo>
                  <a:lnTo>
                    <a:pt x="489936" y="1112862"/>
                  </a:lnTo>
                  <a:lnTo>
                    <a:pt x="489930" y="1112858"/>
                  </a:lnTo>
                  <a:lnTo>
                    <a:pt x="489924" y="1112856"/>
                  </a:lnTo>
                  <a:lnTo>
                    <a:pt x="489920" y="1112854"/>
                  </a:lnTo>
                  <a:lnTo>
                    <a:pt x="489906" y="1112847"/>
                  </a:lnTo>
                  <a:lnTo>
                    <a:pt x="489901" y="1112843"/>
                  </a:lnTo>
                  <a:lnTo>
                    <a:pt x="489890" y="1112833"/>
                  </a:lnTo>
                  <a:lnTo>
                    <a:pt x="489870" y="1112820"/>
                  </a:lnTo>
                  <a:lnTo>
                    <a:pt x="489865" y="1112817"/>
                  </a:lnTo>
                  <a:lnTo>
                    <a:pt x="489859" y="1112813"/>
                  </a:lnTo>
                  <a:lnTo>
                    <a:pt x="489852" y="1112809"/>
                  </a:lnTo>
                  <a:lnTo>
                    <a:pt x="489836" y="1112796"/>
                  </a:lnTo>
                  <a:lnTo>
                    <a:pt x="489828" y="1112792"/>
                  </a:lnTo>
                  <a:lnTo>
                    <a:pt x="489824" y="1112786"/>
                  </a:lnTo>
                  <a:lnTo>
                    <a:pt x="489819" y="1112771"/>
                  </a:lnTo>
                  <a:lnTo>
                    <a:pt x="489816" y="1112765"/>
                  </a:lnTo>
                  <a:lnTo>
                    <a:pt x="489808" y="1112752"/>
                  </a:lnTo>
                  <a:lnTo>
                    <a:pt x="489801" y="1112736"/>
                  </a:lnTo>
                  <a:lnTo>
                    <a:pt x="489792" y="1112722"/>
                  </a:lnTo>
                  <a:lnTo>
                    <a:pt x="489783" y="1112707"/>
                  </a:lnTo>
                  <a:lnTo>
                    <a:pt x="489776" y="1112700"/>
                  </a:lnTo>
                  <a:lnTo>
                    <a:pt x="489770" y="1112698"/>
                  </a:lnTo>
                  <a:lnTo>
                    <a:pt x="489757" y="1112696"/>
                  </a:lnTo>
                  <a:lnTo>
                    <a:pt x="489743" y="1112693"/>
                  </a:lnTo>
                  <a:lnTo>
                    <a:pt x="489732" y="1112689"/>
                  </a:lnTo>
                  <a:lnTo>
                    <a:pt x="489726" y="1112685"/>
                  </a:lnTo>
                  <a:lnTo>
                    <a:pt x="489720" y="1112680"/>
                  </a:lnTo>
                  <a:lnTo>
                    <a:pt x="489718" y="1112675"/>
                  </a:lnTo>
                  <a:lnTo>
                    <a:pt x="489715" y="1112669"/>
                  </a:lnTo>
                  <a:lnTo>
                    <a:pt x="489715" y="1112659"/>
                  </a:lnTo>
                  <a:lnTo>
                    <a:pt x="489717" y="1112650"/>
                  </a:lnTo>
                  <a:lnTo>
                    <a:pt x="489722" y="1112640"/>
                  </a:lnTo>
                  <a:lnTo>
                    <a:pt x="489724" y="1112632"/>
                  </a:lnTo>
                  <a:lnTo>
                    <a:pt x="489722" y="1112626"/>
                  </a:lnTo>
                  <a:lnTo>
                    <a:pt x="489717" y="1112618"/>
                  </a:lnTo>
                  <a:lnTo>
                    <a:pt x="489714" y="1112611"/>
                  </a:lnTo>
                  <a:lnTo>
                    <a:pt x="489712" y="1112598"/>
                  </a:lnTo>
                  <a:lnTo>
                    <a:pt x="489711" y="1112582"/>
                  </a:lnTo>
                  <a:lnTo>
                    <a:pt x="489709" y="1112565"/>
                  </a:lnTo>
                  <a:lnTo>
                    <a:pt x="489705" y="1112552"/>
                  </a:lnTo>
                  <a:lnTo>
                    <a:pt x="489702" y="1112529"/>
                  </a:lnTo>
                  <a:lnTo>
                    <a:pt x="489701" y="1112511"/>
                  </a:lnTo>
                  <a:lnTo>
                    <a:pt x="489700" y="1112504"/>
                  </a:lnTo>
                  <a:lnTo>
                    <a:pt x="489699" y="1112493"/>
                  </a:lnTo>
                  <a:lnTo>
                    <a:pt x="489699" y="1112480"/>
                  </a:lnTo>
                  <a:lnTo>
                    <a:pt x="489699" y="1112469"/>
                  </a:lnTo>
                  <a:lnTo>
                    <a:pt x="489699" y="1112461"/>
                  </a:lnTo>
                  <a:lnTo>
                    <a:pt x="489701" y="1112457"/>
                  </a:lnTo>
                  <a:lnTo>
                    <a:pt x="489704" y="1112453"/>
                  </a:lnTo>
                  <a:lnTo>
                    <a:pt x="489712" y="1112444"/>
                  </a:lnTo>
                  <a:lnTo>
                    <a:pt x="489717" y="1112441"/>
                  </a:lnTo>
                  <a:lnTo>
                    <a:pt x="489721" y="1112434"/>
                  </a:lnTo>
                  <a:lnTo>
                    <a:pt x="489723" y="1112427"/>
                  </a:lnTo>
                  <a:lnTo>
                    <a:pt x="489723" y="1112418"/>
                  </a:lnTo>
                  <a:lnTo>
                    <a:pt x="489722" y="1112411"/>
                  </a:lnTo>
                  <a:lnTo>
                    <a:pt x="489717" y="1112408"/>
                  </a:lnTo>
                  <a:lnTo>
                    <a:pt x="489709" y="1112406"/>
                  </a:lnTo>
                  <a:lnTo>
                    <a:pt x="489705" y="1112404"/>
                  </a:lnTo>
                  <a:lnTo>
                    <a:pt x="489701" y="1112402"/>
                  </a:lnTo>
                  <a:lnTo>
                    <a:pt x="489694" y="1112394"/>
                  </a:lnTo>
                  <a:lnTo>
                    <a:pt x="489688" y="1112388"/>
                  </a:lnTo>
                  <a:lnTo>
                    <a:pt x="489684" y="1112385"/>
                  </a:lnTo>
                  <a:lnTo>
                    <a:pt x="489678" y="1112380"/>
                  </a:lnTo>
                  <a:lnTo>
                    <a:pt x="489670" y="1112375"/>
                  </a:lnTo>
                  <a:lnTo>
                    <a:pt x="489658" y="1112364"/>
                  </a:lnTo>
                  <a:lnTo>
                    <a:pt x="489648" y="1112360"/>
                  </a:lnTo>
                  <a:lnTo>
                    <a:pt x="489638" y="1112359"/>
                  </a:lnTo>
                  <a:lnTo>
                    <a:pt x="489627" y="1112357"/>
                  </a:lnTo>
                  <a:lnTo>
                    <a:pt x="489622" y="1112355"/>
                  </a:lnTo>
                  <a:lnTo>
                    <a:pt x="489612" y="1112346"/>
                  </a:lnTo>
                  <a:lnTo>
                    <a:pt x="489609" y="1112341"/>
                  </a:lnTo>
                  <a:lnTo>
                    <a:pt x="489604" y="1112332"/>
                  </a:lnTo>
                  <a:lnTo>
                    <a:pt x="489595" y="1112321"/>
                  </a:lnTo>
                  <a:lnTo>
                    <a:pt x="489592" y="1112313"/>
                  </a:lnTo>
                  <a:lnTo>
                    <a:pt x="489591" y="1112302"/>
                  </a:lnTo>
                  <a:lnTo>
                    <a:pt x="489589" y="1112294"/>
                  </a:lnTo>
                  <a:lnTo>
                    <a:pt x="489588" y="1112284"/>
                  </a:lnTo>
                  <a:lnTo>
                    <a:pt x="489587" y="1112274"/>
                  </a:lnTo>
                  <a:lnTo>
                    <a:pt x="489586" y="1112262"/>
                  </a:lnTo>
                  <a:lnTo>
                    <a:pt x="489585" y="1112253"/>
                  </a:lnTo>
                  <a:lnTo>
                    <a:pt x="489585" y="1112242"/>
                  </a:lnTo>
                  <a:lnTo>
                    <a:pt x="489586" y="1112226"/>
                  </a:lnTo>
                  <a:lnTo>
                    <a:pt x="489586" y="1112218"/>
                  </a:lnTo>
                  <a:lnTo>
                    <a:pt x="489588" y="1112201"/>
                  </a:lnTo>
                  <a:lnTo>
                    <a:pt x="489589" y="1112191"/>
                  </a:lnTo>
                  <a:lnTo>
                    <a:pt x="489590" y="1112184"/>
                  </a:lnTo>
                  <a:lnTo>
                    <a:pt x="489593" y="1112174"/>
                  </a:lnTo>
                  <a:lnTo>
                    <a:pt x="489595" y="1112166"/>
                  </a:lnTo>
                  <a:lnTo>
                    <a:pt x="489598" y="1112157"/>
                  </a:lnTo>
                  <a:lnTo>
                    <a:pt x="489601" y="1112147"/>
                  </a:lnTo>
                  <a:lnTo>
                    <a:pt x="489602" y="1112137"/>
                  </a:lnTo>
                  <a:lnTo>
                    <a:pt x="489604" y="1112127"/>
                  </a:lnTo>
                  <a:lnTo>
                    <a:pt x="489596" y="1112120"/>
                  </a:lnTo>
                  <a:lnTo>
                    <a:pt x="489581" y="1112114"/>
                  </a:lnTo>
                  <a:lnTo>
                    <a:pt x="489563" y="1112109"/>
                  </a:lnTo>
                  <a:lnTo>
                    <a:pt x="489558" y="1112107"/>
                  </a:lnTo>
                  <a:lnTo>
                    <a:pt x="489551" y="1112105"/>
                  </a:lnTo>
                  <a:lnTo>
                    <a:pt x="489545" y="1112104"/>
                  </a:lnTo>
                  <a:lnTo>
                    <a:pt x="489538" y="1112100"/>
                  </a:lnTo>
                  <a:lnTo>
                    <a:pt x="489519" y="1112093"/>
                  </a:lnTo>
                  <a:lnTo>
                    <a:pt x="489502" y="1112086"/>
                  </a:lnTo>
                  <a:lnTo>
                    <a:pt x="489492" y="1112089"/>
                  </a:lnTo>
                  <a:lnTo>
                    <a:pt x="489480" y="1112095"/>
                  </a:lnTo>
                  <a:lnTo>
                    <a:pt x="489464" y="1112103"/>
                  </a:lnTo>
                  <a:lnTo>
                    <a:pt x="489447" y="1112111"/>
                  </a:lnTo>
                  <a:lnTo>
                    <a:pt x="489424" y="1112121"/>
                  </a:lnTo>
                  <a:lnTo>
                    <a:pt x="489404" y="1112130"/>
                  </a:lnTo>
                  <a:lnTo>
                    <a:pt x="489399" y="1112132"/>
                  </a:lnTo>
                  <a:lnTo>
                    <a:pt x="489376" y="1112148"/>
                  </a:lnTo>
                  <a:lnTo>
                    <a:pt x="489366" y="1112156"/>
                  </a:lnTo>
                  <a:lnTo>
                    <a:pt x="489355" y="1112167"/>
                  </a:lnTo>
                  <a:lnTo>
                    <a:pt x="489351" y="1112170"/>
                  </a:lnTo>
                  <a:lnTo>
                    <a:pt x="489344" y="1112176"/>
                  </a:lnTo>
                  <a:lnTo>
                    <a:pt x="489335" y="1112182"/>
                  </a:lnTo>
                  <a:lnTo>
                    <a:pt x="489330" y="1112184"/>
                  </a:lnTo>
                  <a:lnTo>
                    <a:pt x="489323" y="1112186"/>
                  </a:lnTo>
                  <a:lnTo>
                    <a:pt x="489316" y="1112187"/>
                  </a:lnTo>
                  <a:lnTo>
                    <a:pt x="489298" y="1112189"/>
                  </a:lnTo>
                  <a:lnTo>
                    <a:pt x="489287" y="1112190"/>
                  </a:lnTo>
                  <a:lnTo>
                    <a:pt x="489279" y="1112191"/>
                  </a:lnTo>
                  <a:lnTo>
                    <a:pt x="489266" y="1112194"/>
                  </a:lnTo>
                  <a:lnTo>
                    <a:pt x="489254" y="1112197"/>
                  </a:lnTo>
                  <a:lnTo>
                    <a:pt x="489238" y="1112202"/>
                  </a:lnTo>
                  <a:lnTo>
                    <a:pt x="489213" y="1112211"/>
                  </a:lnTo>
                  <a:lnTo>
                    <a:pt x="489179" y="1112218"/>
                  </a:lnTo>
                  <a:lnTo>
                    <a:pt x="489175" y="1112219"/>
                  </a:lnTo>
                  <a:lnTo>
                    <a:pt x="489145" y="1112224"/>
                  </a:lnTo>
                  <a:lnTo>
                    <a:pt x="489139" y="1112226"/>
                  </a:lnTo>
                  <a:lnTo>
                    <a:pt x="489128" y="1112232"/>
                  </a:lnTo>
                  <a:lnTo>
                    <a:pt x="489118" y="1112238"/>
                  </a:lnTo>
                  <a:lnTo>
                    <a:pt x="489108" y="1112245"/>
                  </a:lnTo>
                  <a:lnTo>
                    <a:pt x="489099" y="1112250"/>
                  </a:lnTo>
                  <a:lnTo>
                    <a:pt x="489093" y="1112256"/>
                  </a:lnTo>
                  <a:lnTo>
                    <a:pt x="489085" y="1112263"/>
                  </a:lnTo>
                  <a:lnTo>
                    <a:pt x="489081" y="1112266"/>
                  </a:lnTo>
                  <a:lnTo>
                    <a:pt x="489075" y="1112272"/>
                  </a:lnTo>
                  <a:lnTo>
                    <a:pt x="489066" y="1112278"/>
                  </a:lnTo>
                  <a:lnTo>
                    <a:pt x="489059" y="1112281"/>
                  </a:lnTo>
                  <a:lnTo>
                    <a:pt x="489053" y="1112282"/>
                  </a:lnTo>
                  <a:lnTo>
                    <a:pt x="489047" y="1112283"/>
                  </a:lnTo>
                  <a:lnTo>
                    <a:pt x="489037" y="1112284"/>
                  </a:lnTo>
                  <a:lnTo>
                    <a:pt x="489032" y="1112286"/>
                  </a:lnTo>
                  <a:lnTo>
                    <a:pt x="489031" y="1112293"/>
                  </a:lnTo>
                  <a:lnTo>
                    <a:pt x="489031" y="1112298"/>
                  </a:lnTo>
                  <a:lnTo>
                    <a:pt x="489031" y="1112306"/>
                  </a:lnTo>
                  <a:lnTo>
                    <a:pt x="489032" y="1112316"/>
                  </a:lnTo>
                  <a:lnTo>
                    <a:pt x="489033" y="1112324"/>
                  </a:lnTo>
                  <a:lnTo>
                    <a:pt x="489035" y="1112332"/>
                  </a:lnTo>
                  <a:lnTo>
                    <a:pt x="489036" y="1112340"/>
                  </a:lnTo>
                  <a:lnTo>
                    <a:pt x="489039" y="1112349"/>
                  </a:lnTo>
                  <a:lnTo>
                    <a:pt x="489041" y="1112356"/>
                  </a:lnTo>
                  <a:lnTo>
                    <a:pt x="489042" y="1112365"/>
                  </a:lnTo>
                  <a:lnTo>
                    <a:pt x="489044" y="1112381"/>
                  </a:lnTo>
                  <a:lnTo>
                    <a:pt x="489045" y="1112396"/>
                  </a:lnTo>
                  <a:lnTo>
                    <a:pt x="489045" y="1112407"/>
                  </a:lnTo>
                  <a:lnTo>
                    <a:pt x="489047" y="1112414"/>
                  </a:lnTo>
                  <a:lnTo>
                    <a:pt x="489047" y="1112423"/>
                  </a:lnTo>
                  <a:lnTo>
                    <a:pt x="489048" y="1112439"/>
                  </a:lnTo>
                  <a:lnTo>
                    <a:pt x="489048" y="1112447"/>
                  </a:lnTo>
                  <a:lnTo>
                    <a:pt x="489048" y="1112455"/>
                  </a:lnTo>
                  <a:lnTo>
                    <a:pt x="489048" y="1112463"/>
                  </a:lnTo>
                  <a:lnTo>
                    <a:pt x="489049" y="1112471"/>
                  </a:lnTo>
                  <a:lnTo>
                    <a:pt x="489051" y="1112478"/>
                  </a:lnTo>
                  <a:lnTo>
                    <a:pt x="489054" y="1112490"/>
                  </a:lnTo>
                  <a:lnTo>
                    <a:pt x="489057" y="1112501"/>
                  </a:lnTo>
                  <a:lnTo>
                    <a:pt x="489064" y="1112510"/>
                  </a:lnTo>
                  <a:lnTo>
                    <a:pt x="489069" y="1112515"/>
                  </a:lnTo>
                  <a:lnTo>
                    <a:pt x="489072" y="1112520"/>
                  </a:lnTo>
                  <a:lnTo>
                    <a:pt x="489076" y="1112527"/>
                  </a:lnTo>
                  <a:lnTo>
                    <a:pt x="489081" y="1112537"/>
                  </a:lnTo>
                  <a:lnTo>
                    <a:pt x="489084" y="1112543"/>
                  </a:lnTo>
                  <a:lnTo>
                    <a:pt x="489087" y="1112548"/>
                  </a:lnTo>
                  <a:lnTo>
                    <a:pt x="489092" y="1112556"/>
                  </a:lnTo>
                  <a:lnTo>
                    <a:pt x="489094" y="1112561"/>
                  </a:lnTo>
                  <a:lnTo>
                    <a:pt x="489096" y="1112568"/>
                  </a:lnTo>
                  <a:lnTo>
                    <a:pt x="489097" y="1112577"/>
                  </a:lnTo>
                  <a:lnTo>
                    <a:pt x="489098" y="1112583"/>
                  </a:lnTo>
                  <a:lnTo>
                    <a:pt x="489099" y="1112588"/>
                  </a:lnTo>
                  <a:lnTo>
                    <a:pt x="489101" y="1112594"/>
                  </a:lnTo>
                  <a:lnTo>
                    <a:pt x="489106" y="1112610"/>
                  </a:lnTo>
                  <a:lnTo>
                    <a:pt x="489108" y="1112624"/>
                  </a:lnTo>
                  <a:lnTo>
                    <a:pt x="489109" y="1112633"/>
                  </a:lnTo>
                  <a:lnTo>
                    <a:pt x="489112" y="1112645"/>
                  </a:lnTo>
                  <a:lnTo>
                    <a:pt x="489115" y="1112667"/>
                  </a:lnTo>
                  <a:lnTo>
                    <a:pt x="489116" y="1112679"/>
                  </a:lnTo>
                  <a:lnTo>
                    <a:pt x="489115" y="1112688"/>
                  </a:lnTo>
                  <a:lnTo>
                    <a:pt x="489114" y="1112703"/>
                  </a:lnTo>
                  <a:lnTo>
                    <a:pt x="489116" y="1112710"/>
                  </a:lnTo>
                  <a:lnTo>
                    <a:pt x="489117" y="1112716"/>
                  </a:lnTo>
                  <a:lnTo>
                    <a:pt x="489120" y="1112724"/>
                  </a:lnTo>
                  <a:lnTo>
                    <a:pt x="489124" y="1112729"/>
                  </a:lnTo>
                  <a:lnTo>
                    <a:pt x="489131" y="1112736"/>
                  </a:lnTo>
                  <a:lnTo>
                    <a:pt x="489135" y="1112742"/>
                  </a:lnTo>
                  <a:lnTo>
                    <a:pt x="489138" y="1112750"/>
                  </a:lnTo>
                  <a:lnTo>
                    <a:pt x="489141" y="1112757"/>
                  </a:lnTo>
                  <a:lnTo>
                    <a:pt x="489143" y="1112769"/>
                  </a:lnTo>
                  <a:lnTo>
                    <a:pt x="489141" y="1112774"/>
                  </a:lnTo>
                  <a:lnTo>
                    <a:pt x="489137" y="1112779"/>
                  </a:lnTo>
                  <a:lnTo>
                    <a:pt x="489135" y="1112783"/>
                  </a:lnTo>
                  <a:lnTo>
                    <a:pt x="489131" y="1112789"/>
                  </a:lnTo>
                  <a:lnTo>
                    <a:pt x="489123" y="1112799"/>
                  </a:lnTo>
                  <a:lnTo>
                    <a:pt x="489118" y="1112803"/>
                  </a:lnTo>
                  <a:lnTo>
                    <a:pt x="489112" y="1112807"/>
                  </a:lnTo>
                  <a:lnTo>
                    <a:pt x="489104" y="1112811"/>
                  </a:lnTo>
                  <a:lnTo>
                    <a:pt x="489100" y="1112812"/>
                  </a:lnTo>
                  <a:lnTo>
                    <a:pt x="489095" y="1112816"/>
                  </a:lnTo>
                  <a:lnTo>
                    <a:pt x="489090" y="1112822"/>
                  </a:lnTo>
                  <a:lnTo>
                    <a:pt x="489086" y="1112827"/>
                  </a:lnTo>
                  <a:lnTo>
                    <a:pt x="489085" y="1112832"/>
                  </a:lnTo>
                  <a:lnTo>
                    <a:pt x="489084" y="1112837"/>
                  </a:lnTo>
                  <a:lnTo>
                    <a:pt x="489083" y="1112844"/>
                  </a:lnTo>
                  <a:lnTo>
                    <a:pt x="489082" y="1112853"/>
                  </a:lnTo>
                  <a:lnTo>
                    <a:pt x="489080" y="1112862"/>
                  </a:lnTo>
                  <a:lnTo>
                    <a:pt x="489079" y="1112875"/>
                  </a:lnTo>
                  <a:lnTo>
                    <a:pt x="489080" y="1112883"/>
                  </a:lnTo>
                  <a:lnTo>
                    <a:pt x="489082" y="1112889"/>
                  </a:lnTo>
                  <a:lnTo>
                    <a:pt x="489084" y="1112893"/>
                  </a:lnTo>
                  <a:lnTo>
                    <a:pt x="489086" y="1112899"/>
                  </a:lnTo>
                  <a:lnTo>
                    <a:pt x="489089" y="1112905"/>
                  </a:lnTo>
                  <a:lnTo>
                    <a:pt x="489092" y="1112912"/>
                  </a:lnTo>
                  <a:lnTo>
                    <a:pt x="489097" y="1112922"/>
                  </a:lnTo>
                  <a:lnTo>
                    <a:pt x="489100" y="1112929"/>
                  </a:lnTo>
                  <a:lnTo>
                    <a:pt x="489102" y="1112934"/>
                  </a:lnTo>
                  <a:lnTo>
                    <a:pt x="489104" y="1112939"/>
                  </a:lnTo>
                  <a:lnTo>
                    <a:pt x="489106" y="1112945"/>
                  </a:lnTo>
                  <a:lnTo>
                    <a:pt x="489108" y="1112952"/>
                  </a:lnTo>
                  <a:lnTo>
                    <a:pt x="489110" y="1112957"/>
                  </a:lnTo>
                  <a:lnTo>
                    <a:pt x="489111" y="1112970"/>
                  </a:lnTo>
                  <a:lnTo>
                    <a:pt x="489112" y="1112978"/>
                  </a:lnTo>
                  <a:lnTo>
                    <a:pt x="489117" y="1112984"/>
                  </a:lnTo>
                  <a:lnTo>
                    <a:pt x="489120" y="1112987"/>
                  </a:lnTo>
                  <a:lnTo>
                    <a:pt x="489126" y="1112990"/>
                  </a:lnTo>
                  <a:lnTo>
                    <a:pt x="489137" y="1112995"/>
                  </a:lnTo>
                  <a:lnTo>
                    <a:pt x="489154" y="1113002"/>
                  </a:lnTo>
                  <a:lnTo>
                    <a:pt x="489158" y="1113008"/>
                  </a:lnTo>
                  <a:lnTo>
                    <a:pt x="489159" y="1113015"/>
                  </a:lnTo>
                  <a:lnTo>
                    <a:pt x="489161" y="1113022"/>
                  </a:lnTo>
                  <a:lnTo>
                    <a:pt x="489161" y="1113029"/>
                  </a:lnTo>
                  <a:lnTo>
                    <a:pt x="489164" y="1113036"/>
                  </a:lnTo>
                  <a:lnTo>
                    <a:pt x="489170" y="1113047"/>
                  </a:lnTo>
                  <a:lnTo>
                    <a:pt x="489176" y="1113057"/>
                  </a:lnTo>
                  <a:lnTo>
                    <a:pt x="489178" y="1113063"/>
                  </a:lnTo>
                  <a:lnTo>
                    <a:pt x="489180" y="1113072"/>
                  </a:lnTo>
                  <a:lnTo>
                    <a:pt x="489180" y="1113084"/>
                  </a:lnTo>
                  <a:lnTo>
                    <a:pt x="489180" y="1113094"/>
                  </a:lnTo>
                  <a:lnTo>
                    <a:pt x="489180" y="1113104"/>
                  </a:lnTo>
                  <a:lnTo>
                    <a:pt x="489182" y="1113110"/>
                  </a:lnTo>
                  <a:lnTo>
                    <a:pt x="489187" y="1113119"/>
                  </a:lnTo>
                  <a:lnTo>
                    <a:pt x="489191" y="1113126"/>
                  </a:lnTo>
                  <a:lnTo>
                    <a:pt x="489195" y="1113131"/>
                  </a:lnTo>
                  <a:lnTo>
                    <a:pt x="489202" y="1113140"/>
                  </a:lnTo>
                  <a:lnTo>
                    <a:pt x="489207" y="1113150"/>
                  </a:lnTo>
                  <a:lnTo>
                    <a:pt x="489211" y="1113157"/>
                  </a:lnTo>
                  <a:lnTo>
                    <a:pt x="489213" y="1113162"/>
                  </a:lnTo>
                  <a:lnTo>
                    <a:pt x="489217" y="1113167"/>
                  </a:lnTo>
                  <a:lnTo>
                    <a:pt x="489216" y="1113175"/>
                  </a:lnTo>
                  <a:lnTo>
                    <a:pt x="489211" y="1113181"/>
                  </a:lnTo>
                  <a:lnTo>
                    <a:pt x="489205" y="1113185"/>
                  </a:lnTo>
                  <a:lnTo>
                    <a:pt x="489202" y="1113188"/>
                  </a:lnTo>
                  <a:lnTo>
                    <a:pt x="489201" y="1113194"/>
                  </a:lnTo>
                  <a:lnTo>
                    <a:pt x="489201" y="1113199"/>
                  </a:lnTo>
                  <a:lnTo>
                    <a:pt x="489200" y="1113204"/>
                  </a:lnTo>
                  <a:lnTo>
                    <a:pt x="489198" y="1113211"/>
                  </a:lnTo>
                  <a:lnTo>
                    <a:pt x="489198" y="1113218"/>
                  </a:lnTo>
                  <a:lnTo>
                    <a:pt x="489200" y="1113227"/>
                  </a:lnTo>
                  <a:lnTo>
                    <a:pt x="489203" y="1113242"/>
                  </a:lnTo>
                  <a:lnTo>
                    <a:pt x="489204" y="1113252"/>
                  </a:lnTo>
                  <a:lnTo>
                    <a:pt x="489204" y="1113260"/>
                  </a:lnTo>
                  <a:lnTo>
                    <a:pt x="489203" y="1113269"/>
                  </a:lnTo>
                  <a:lnTo>
                    <a:pt x="489200" y="1113280"/>
                  </a:lnTo>
                  <a:lnTo>
                    <a:pt x="489202" y="1113288"/>
                  </a:lnTo>
                  <a:lnTo>
                    <a:pt x="489204" y="1113293"/>
                  </a:lnTo>
                  <a:lnTo>
                    <a:pt x="489208" y="1113301"/>
                  </a:lnTo>
                  <a:lnTo>
                    <a:pt x="489210" y="1113310"/>
                  </a:lnTo>
                  <a:lnTo>
                    <a:pt x="489210" y="1113320"/>
                  </a:lnTo>
                  <a:lnTo>
                    <a:pt x="489209" y="1113332"/>
                  </a:lnTo>
                  <a:lnTo>
                    <a:pt x="489206" y="1113346"/>
                  </a:lnTo>
                  <a:lnTo>
                    <a:pt x="489204" y="1113353"/>
                  </a:lnTo>
                  <a:lnTo>
                    <a:pt x="489195" y="1113378"/>
                  </a:lnTo>
                  <a:lnTo>
                    <a:pt x="489193" y="1113388"/>
                  </a:lnTo>
                  <a:lnTo>
                    <a:pt x="489190" y="1113402"/>
                  </a:lnTo>
                  <a:lnTo>
                    <a:pt x="489190" y="1113410"/>
                  </a:lnTo>
                  <a:lnTo>
                    <a:pt x="489189" y="1113415"/>
                  </a:lnTo>
                  <a:lnTo>
                    <a:pt x="489192" y="1113426"/>
                  </a:lnTo>
                  <a:lnTo>
                    <a:pt x="489195" y="1113435"/>
                  </a:lnTo>
                  <a:lnTo>
                    <a:pt x="489197" y="1113440"/>
                  </a:lnTo>
                  <a:lnTo>
                    <a:pt x="489206" y="1113446"/>
                  </a:lnTo>
                  <a:lnTo>
                    <a:pt x="489214" y="1113454"/>
                  </a:lnTo>
                  <a:lnTo>
                    <a:pt x="489227" y="1113466"/>
                  </a:lnTo>
                  <a:lnTo>
                    <a:pt x="489232" y="1113473"/>
                  </a:lnTo>
                  <a:lnTo>
                    <a:pt x="489241" y="1113484"/>
                  </a:lnTo>
                  <a:lnTo>
                    <a:pt x="489246" y="1113491"/>
                  </a:lnTo>
                  <a:lnTo>
                    <a:pt x="489251" y="1113501"/>
                  </a:lnTo>
                  <a:lnTo>
                    <a:pt x="489255" y="1113507"/>
                  </a:lnTo>
                  <a:lnTo>
                    <a:pt x="489260" y="1113514"/>
                  </a:lnTo>
                  <a:lnTo>
                    <a:pt x="489261" y="1113520"/>
                  </a:lnTo>
                  <a:lnTo>
                    <a:pt x="489261" y="1113528"/>
                  </a:lnTo>
                  <a:lnTo>
                    <a:pt x="489264" y="1113540"/>
                  </a:lnTo>
                  <a:lnTo>
                    <a:pt x="489267" y="1113546"/>
                  </a:lnTo>
                  <a:lnTo>
                    <a:pt x="489280" y="1113558"/>
                  </a:lnTo>
                  <a:lnTo>
                    <a:pt x="489286" y="1113561"/>
                  </a:lnTo>
                  <a:lnTo>
                    <a:pt x="489287" y="1113567"/>
                  </a:lnTo>
                  <a:lnTo>
                    <a:pt x="489287" y="1113573"/>
                  </a:lnTo>
                  <a:lnTo>
                    <a:pt x="489058" y="1113498"/>
                  </a:lnTo>
                  <a:lnTo>
                    <a:pt x="489041" y="1113505"/>
                  </a:lnTo>
                  <a:lnTo>
                    <a:pt x="489027" y="1113510"/>
                  </a:lnTo>
                  <a:lnTo>
                    <a:pt x="489019" y="1113512"/>
                  </a:lnTo>
                  <a:lnTo>
                    <a:pt x="489011" y="1113516"/>
                  </a:lnTo>
                  <a:lnTo>
                    <a:pt x="489000" y="1113520"/>
                  </a:lnTo>
                  <a:lnTo>
                    <a:pt x="488996" y="1113522"/>
                  </a:lnTo>
                  <a:lnTo>
                    <a:pt x="488990" y="1113525"/>
                  </a:lnTo>
                  <a:lnTo>
                    <a:pt x="488980" y="1113529"/>
                  </a:lnTo>
                  <a:lnTo>
                    <a:pt x="488970" y="1113535"/>
                  </a:lnTo>
                  <a:lnTo>
                    <a:pt x="488965" y="1113538"/>
                  </a:lnTo>
                  <a:lnTo>
                    <a:pt x="488955" y="1113543"/>
                  </a:lnTo>
                  <a:lnTo>
                    <a:pt x="488947" y="1113546"/>
                  </a:lnTo>
                  <a:lnTo>
                    <a:pt x="488922" y="1113552"/>
                  </a:lnTo>
                  <a:lnTo>
                    <a:pt x="488913" y="1113554"/>
                  </a:lnTo>
                  <a:lnTo>
                    <a:pt x="488907" y="1113557"/>
                  </a:lnTo>
                  <a:lnTo>
                    <a:pt x="488896" y="1113561"/>
                  </a:lnTo>
                  <a:lnTo>
                    <a:pt x="488854" y="1113583"/>
                  </a:lnTo>
                  <a:lnTo>
                    <a:pt x="488837" y="1113588"/>
                  </a:lnTo>
                  <a:lnTo>
                    <a:pt x="488822" y="1113590"/>
                  </a:lnTo>
                  <a:lnTo>
                    <a:pt x="488801" y="1113598"/>
                  </a:lnTo>
                  <a:lnTo>
                    <a:pt x="488794" y="1113602"/>
                  </a:lnTo>
                  <a:lnTo>
                    <a:pt x="488776" y="1113615"/>
                  </a:lnTo>
                  <a:lnTo>
                    <a:pt x="488768" y="1113621"/>
                  </a:lnTo>
                  <a:lnTo>
                    <a:pt x="488762" y="1113625"/>
                  </a:lnTo>
                  <a:lnTo>
                    <a:pt x="488750" y="1113634"/>
                  </a:lnTo>
                  <a:lnTo>
                    <a:pt x="488744" y="1113637"/>
                  </a:lnTo>
                  <a:lnTo>
                    <a:pt x="488729" y="1113645"/>
                  </a:lnTo>
                  <a:lnTo>
                    <a:pt x="488721" y="1113649"/>
                  </a:lnTo>
                  <a:lnTo>
                    <a:pt x="488715" y="1113653"/>
                  </a:lnTo>
                  <a:lnTo>
                    <a:pt x="488709" y="1113654"/>
                  </a:lnTo>
                  <a:lnTo>
                    <a:pt x="488690" y="1113657"/>
                  </a:lnTo>
                  <a:lnTo>
                    <a:pt x="488675" y="1113662"/>
                  </a:lnTo>
                  <a:lnTo>
                    <a:pt x="488664" y="1113662"/>
                  </a:lnTo>
                  <a:lnTo>
                    <a:pt x="488657" y="1113655"/>
                  </a:lnTo>
                  <a:lnTo>
                    <a:pt x="488650" y="1113645"/>
                  </a:lnTo>
                  <a:lnTo>
                    <a:pt x="488646" y="1113640"/>
                  </a:lnTo>
                  <a:lnTo>
                    <a:pt x="488639" y="1113637"/>
                  </a:lnTo>
                  <a:lnTo>
                    <a:pt x="488628" y="1113633"/>
                  </a:lnTo>
                  <a:lnTo>
                    <a:pt x="488617" y="1113630"/>
                  </a:lnTo>
                  <a:lnTo>
                    <a:pt x="488607" y="1113629"/>
                  </a:lnTo>
                  <a:lnTo>
                    <a:pt x="488587" y="1113628"/>
                  </a:lnTo>
                  <a:lnTo>
                    <a:pt x="488571" y="1113627"/>
                  </a:lnTo>
                  <a:lnTo>
                    <a:pt x="488566" y="1113628"/>
                  </a:lnTo>
                  <a:lnTo>
                    <a:pt x="488558" y="1113629"/>
                  </a:lnTo>
                  <a:lnTo>
                    <a:pt x="488548" y="1113631"/>
                  </a:lnTo>
                  <a:lnTo>
                    <a:pt x="488539" y="1113634"/>
                  </a:lnTo>
                  <a:lnTo>
                    <a:pt x="488531" y="1113637"/>
                  </a:lnTo>
                  <a:lnTo>
                    <a:pt x="488514" y="1113645"/>
                  </a:lnTo>
                  <a:lnTo>
                    <a:pt x="488509" y="1113647"/>
                  </a:lnTo>
                  <a:lnTo>
                    <a:pt x="488500" y="1113651"/>
                  </a:lnTo>
                  <a:lnTo>
                    <a:pt x="488487" y="1113661"/>
                  </a:lnTo>
                  <a:lnTo>
                    <a:pt x="488481" y="1113665"/>
                  </a:lnTo>
                  <a:lnTo>
                    <a:pt x="488469" y="1113673"/>
                  </a:lnTo>
                  <a:lnTo>
                    <a:pt x="488456" y="1113683"/>
                  </a:lnTo>
                  <a:lnTo>
                    <a:pt x="488435" y="1113700"/>
                  </a:lnTo>
                  <a:lnTo>
                    <a:pt x="488423" y="1113710"/>
                  </a:lnTo>
                  <a:lnTo>
                    <a:pt x="488407" y="1113724"/>
                  </a:lnTo>
                  <a:lnTo>
                    <a:pt x="488386" y="1113741"/>
                  </a:lnTo>
                  <a:lnTo>
                    <a:pt x="488362" y="1113759"/>
                  </a:lnTo>
                  <a:lnTo>
                    <a:pt x="488346" y="1113773"/>
                  </a:lnTo>
                  <a:lnTo>
                    <a:pt x="488340" y="1113779"/>
                  </a:lnTo>
                  <a:lnTo>
                    <a:pt x="488327" y="1113790"/>
                  </a:lnTo>
                  <a:lnTo>
                    <a:pt x="488317" y="1113801"/>
                  </a:lnTo>
                  <a:lnTo>
                    <a:pt x="488307" y="1113816"/>
                  </a:lnTo>
                  <a:lnTo>
                    <a:pt x="488302" y="1113826"/>
                  </a:lnTo>
                  <a:lnTo>
                    <a:pt x="488298" y="1113834"/>
                  </a:lnTo>
                  <a:lnTo>
                    <a:pt x="488287" y="1113854"/>
                  </a:lnTo>
                  <a:lnTo>
                    <a:pt x="488282" y="1113863"/>
                  </a:lnTo>
                  <a:lnTo>
                    <a:pt x="488278" y="1113870"/>
                  </a:lnTo>
                  <a:lnTo>
                    <a:pt x="488271" y="1113879"/>
                  </a:lnTo>
                  <a:lnTo>
                    <a:pt x="488266" y="1113885"/>
                  </a:lnTo>
                  <a:lnTo>
                    <a:pt x="488255" y="1113898"/>
                  </a:lnTo>
                  <a:lnTo>
                    <a:pt x="488234" y="1113923"/>
                  </a:lnTo>
                  <a:lnTo>
                    <a:pt x="488203" y="1113961"/>
                  </a:lnTo>
                  <a:lnTo>
                    <a:pt x="488188" y="1113982"/>
                  </a:lnTo>
                  <a:lnTo>
                    <a:pt x="488180" y="1113992"/>
                  </a:lnTo>
                  <a:lnTo>
                    <a:pt x="488174" y="1113996"/>
                  </a:lnTo>
                  <a:lnTo>
                    <a:pt x="488142" y="1114013"/>
                  </a:lnTo>
                  <a:lnTo>
                    <a:pt x="488133" y="1114017"/>
                  </a:lnTo>
                  <a:lnTo>
                    <a:pt x="488121" y="1114021"/>
                  </a:lnTo>
                  <a:lnTo>
                    <a:pt x="488105" y="1114026"/>
                  </a:lnTo>
                  <a:lnTo>
                    <a:pt x="488097" y="1114028"/>
                  </a:lnTo>
                  <a:lnTo>
                    <a:pt x="488080" y="1114028"/>
                  </a:lnTo>
                  <a:lnTo>
                    <a:pt x="488065" y="1114026"/>
                  </a:lnTo>
                  <a:lnTo>
                    <a:pt x="488047" y="1114023"/>
                  </a:lnTo>
                  <a:lnTo>
                    <a:pt x="488040" y="1114024"/>
                  </a:lnTo>
                  <a:lnTo>
                    <a:pt x="488030" y="1114025"/>
                  </a:lnTo>
                  <a:lnTo>
                    <a:pt x="488016" y="1114028"/>
                  </a:lnTo>
                  <a:lnTo>
                    <a:pt x="488009" y="1114031"/>
                  </a:lnTo>
                  <a:lnTo>
                    <a:pt x="488001" y="1114033"/>
                  </a:lnTo>
                  <a:lnTo>
                    <a:pt x="487994" y="1114036"/>
                  </a:lnTo>
                  <a:lnTo>
                    <a:pt x="487988" y="1114037"/>
                  </a:lnTo>
                  <a:lnTo>
                    <a:pt x="487983" y="1114038"/>
                  </a:lnTo>
                  <a:lnTo>
                    <a:pt x="487975" y="1114041"/>
                  </a:lnTo>
                  <a:lnTo>
                    <a:pt x="487965" y="1114043"/>
                  </a:lnTo>
                  <a:lnTo>
                    <a:pt x="487960" y="1114045"/>
                  </a:lnTo>
                  <a:lnTo>
                    <a:pt x="487955" y="1114047"/>
                  </a:lnTo>
                  <a:lnTo>
                    <a:pt x="487946" y="1114052"/>
                  </a:lnTo>
                  <a:lnTo>
                    <a:pt x="487937" y="1114056"/>
                  </a:lnTo>
                  <a:lnTo>
                    <a:pt x="487924" y="1114062"/>
                  </a:lnTo>
                  <a:lnTo>
                    <a:pt x="487917" y="1114067"/>
                  </a:lnTo>
                  <a:lnTo>
                    <a:pt x="487906" y="1114074"/>
                  </a:lnTo>
                  <a:lnTo>
                    <a:pt x="487901" y="1114079"/>
                  </a:lnTo>
                  <a:lnTo>
                    <a:pt x="487898" y="1114082"/>
                  </a:lnTo>
                  <a:lnTo>
                    <a:pt x="487892" y="1114089"/>
                  </a:lnTo>
                  <a:lnTo>
                    <a:pt x="487885" y="1114098"/>
                  </a:lnTo>
                  <a:lnTo>
                    <a:pt x="487877" y="1114109"/>
                  </a:lnTo>
                  <a:lnTo>
                    <a:pt x="487871" y="1114117"/>
                  </a:lnTo>
                  <a:lnTo>
                    <a:pt x="487865" y="1114124"/>
                  </a:lnTo>
                  <a:lnTo>
                    <a:pt x="487859" y="1114130"/>
                  </a:lnTo>
                  <a:lnTo>
                    <a:pt x="487850" y="1114140"/>
                  </a:lnTo>
                  <a:lnTo>
                    <a:pt x="487846" y="1114144"/>
                  </a:lnTo>
                  <a:lnTo>
                    <a:pt x="487839" y="1114148"/>
                  </a:lnTo>
                  <a:lnTo>
                    <a:pt x="487835" y="1114151"/>
                  </a:lnTo>
                  <a:lnTo>
                    <a:pt x="487825" y="1114156"/>
                  </a:lnTo>
                  <a:lnTo>
                    <a:pt x="487821" y="1114158"/>
                  </a:lnTo>
                  <a:lnTo>
                    <a:pt x="487812" y="1114165"/>
                  </a:lnTo>
                  <a:lnTo>
                    <a:pt x="487801" y="1114176"/>
                  </a:lnTo>
                  <a:lnTo>
                    <a:pt x="487798" y="1114180"/>
                  </a:lnTo>
                  <a:lnTo>
                    <a:pt x="487795" y="1114186"/>
                  </a:lnTo>
                  <a:lnTo>
                    <a:pt x="487792" y="1114193"/>
                  </a:lnTo>
                  <a:lnTo>
                    <a:pt x="487781" y="1114223"/>
                  </a:lnTo>
                  <a:lnTo>
                    <a:pt x="487777" y="1114236"/>
                  </a:lnTo>
                  <a:lnTo>
                    <a:pt x="487774" y="1114243"/>
                  </a:lnTo>
                  <a:lnTo>
                    <a:pt x="487772" y="1114250"/>
                  </a:lnTo>
                  <a:lnTo>
                    <a:pt x="487772" y="1114260"/>
                  </a:lnTo>
                  <a:lnTo>
                    <a:pt x="487771" y="1114266"/>
                  </a:lnTo>
                  <a:lnTo>
                    <a:pt x="487771" y="1114274"/>
                  </a:lnTo>
                  <a:lnTo>
                    <a:pt x="487771" y="1114280"/>
                  </a:lnTo>
                  <a:lnTo>
                    <a:pt x="487773" y="1114284"/>
                  </a:lnTo>
                  <a:lnTo>
                    <a:pt x="487777" y="1114289"/>
                  </a:lnTo>
                  <a:lnTo>
                    <a:pt x="487782" y="1114297"/>
                  </a:lnTo>
                  <a:lnTo>
                    <a:pt x="487789" y="1114309"/>
                  </a:lnTo>
                  <a:lnTo>
                    <a:pt x="487793" y="1114321"/>
                  </a:lnTo>
                  <a:lnTo>
                    <a:pt x="487794" y="1114327"/>
                  </a:lnTo>
                  <a:lnTo>
                    <a:pt x="487796" y="1114340"/>
                  </a:lnTo>
                  <a:lnTo>
                    <a:pt x="487796" y="1114348"/>
                  </a:lnTo>
                  <a:lnTo>
                    <a:pt x="487796" y="1114358"/>
                  </a:lnTo>
                  <a:lnTo>
                    <a:pt x="487796" y="1114364"/>
                  </a:lnTo>
                  <a:lnTo>
                    <a:pt x="487795" y="1114374"/>
                  </a:lnTo>
                  <a:lnTo>
                    <a:pt x="487794" y="1114382"/>
                  </a:lnTo>
                  <a:lnTo>
                    <a:pt x="487791" y="1114393"/>
                  </a:lnTo>
                  <a:lnTo>
                    <a:pt x="487789" y="1114398"/>
                  </a:lnTo>
                  <a:lnTo>
                    <a:pt x="487788" y="1114405"/>
                  </a:lnTo>
                  <a:lnTo>
                    <a:pt x="487788" y="1114414"/>
                  </a:lnTo>
                  <a:lnTo>
                    <a:pt x="487787" y="1114427"/>
                  </a:lnTo>
                  <a:lnTo>
                    <a:pt x="487788" y="1114434"/>
                  </a:lnTo>
                  <a:lnTo>
                    <a:pt x="487787" y="1114446"/>
                  </a:lnTo>
                  <a:lnTo>
                    <a:pt x="487784" y="1114457"/>
                  </a:lnTo>
                  <a:lnTo>
                    <a:pt x="487781" y="1114463"/>
                  </a:lnTo>
                  <a:lnTo>
                    <a:pt x="487773" y="1114469"/>
                  </a:lnTo>
                  <a:lnTo>
                    <a:pt x="487770" y="1114471"/>
                  </a:lnTo>
                  <a:lnTo>
                    <a:pt x="487765" y="1114475"/>
                  </a:lnTo>
                  <a:lnTo>
                    <a:pt x="487761" y="1114480"/>
                  </a:lnTo>
                  <a:lnTo>
                    <a:pt x="487757" y="1114486"/>
                  </a:lnTo>
                  <a:lnTo>
                    <a:pt x="487754" y="1114490"/>
                  </a:lnTo>
                  <a:lnTo>
                    <a:pt x="487749" y="1114498"/>
                  </a:lnTo>
                  <a:lnTo>
                    <a:pt x="487738" y="1114521"/>
                  </a:lnTo>
                  <a:lnTo>
                    <a:pt x="487735" y="1114534"/>
                  </a:lnTo>
                  <a:lnTo>
                    <a:pt x="487734" y="1114539"/>
                  </a:lnTo>
                  <a:lnTo>
                    <a:pt x="487729" y="1114556"/>
                  </a:lnTo>
                  <a:lnTo>
                    <a:pt x="487722" y="1114558"/>
                  </a:lnTo>
                  <a:lnTo>
                    <a:pt x="487709" y="1114557"/>
                  </a:lnTo>
                  <a:lnTo>
                    <a:pt x="487703" y="1114554"/>
                  </a:lnTo>
                  <a:lnTo>
                    <a:pt x="487696" y="1114551"/>
                  </a:lnTo>
                  <a:lnTo>
                    <a:pt x="487689" y="1114548"/>
                  </a:lnTo>
                  <a:lnTo>
                    <a:pt x="487676" y="1114536"/>
                  </a:lnTo>
                  <a:lnTo>
                    <a:pt x="487669" y="1114530"/>
                  </a:lnTo>
                  <a:lnTo>
                    <a:pt x="487663" y="1114528"/>
                  </a:lnTo>
                  <a:lnTo>
                    <a:pt x="487646" y="1114525"/>
                  </a:lnTo>
                  <a:lnTo>
                    <a:pt x="487639" y="1114524"/>
                  </a:lnTo>
                  <a:lnTo>
                    <a:pt x="487633" y="1114523"/>
                  </a:lnTo>
                  <a:lnTo>
                    <a:pt x="487625" y="1114522"/>
                  </a:lnTo>
                  <a:lnTo>
                    <a:pt x="487618" y="1114522"/>
                  </a:lnTo>
                  <a:lnTo>
                    <a:pt x="487596" y="1114524"/>
                  </a:lnTo>
                  <a:lnTo>
                    <a:pt x="487591" y="1114526"/>
                  </a:lnTo>
                  <a:lnTo>
                    <a:pt x="487579" y="1114530"/>
                  </a:lnTo>
                  <a:lnTo>
                    <a:pt x="487568" y="1114533"/>
                  </a:lnTo>
                  <a:lnTo>
                    <a:pt x="487563" y="1114534"/>
                  </a:lnTo>
                  <a:lnTo>
                    <a:pt x="487546" y="1114537"/>
                  </a:lnTo>
                  <a:lnTo>
                    <a:pt x="487540" y="1114538"/>
                  </a:lnTo>
                  <a:lnTo>
                    <a:pt x="487525" y="1114542"/>
                  </a:lnTo>
                  <a:lnTo>
                    <a:pt x="487516" y="1114545"/>
                  </a:lnTo>
                  <a:lnTo>
                    <a:pt x="487506" y="1114546"/>
                  </a:lnTo>
                  <a:lnTo>
                    <a:pt x="487499" y="1114546"/>
                  </a:lnTo>
                  <a:lnTo>
                    <a:pt x="487494" y="1114545"/>
                  </a:lnTo>
                  <a:lnTo>
                    <a:pt x="487488" y="1114546"/>
                  </a:lnTo>
                  <a:lnTo>
                    <a:pt x="487480" y="1114548"/>
                  </a:lnTo>
                  <a:lnTo>
                    <a:pt x="487474" y="1114549"/>
                  </a:lnTo>
                  <a:lnTo>
                    <a:pt x="487465" y="1114550"/>
                  </a:lnTo>
                  <a:lnTo>
                    <a:pt x="487457" y="1114552"/>
                  </a:lnTo>
                  <a:lnTo>
                    <a:pt x="487453" y="1114553"/>
                  </a:lnTo>
                  <a:lnTo>
                    <a:pt x="487447" y="1114555"/>
                  </a:lnTo>
                  <a:lnTo>
                    <a:pt x="487443" y="1114558"/>
                  </a:lnTo>
                  <a:lnTo>
                    <a:pt x="487436" y="1114563"/>
                  </a:lnTo>
                  <a:lnTo>
                    <a:pt x="487434" y="1114567"/>
                  </a:lnTo>
                  <a:lnTo>
                    <a:pt x="487431" y="1114572"/>
                  </a:lnTo>
                  <a:lnTo>
                    <a:pt x="487430" y="1114576"/>
                  </a:lnTo>
                  <a:lnTo>
                    <a:pt x="487427" y="1114584"/>
                  </a:lnTo>
                  <a:lnTo>
                    <a:pt x="487424" y="1114594"/>
                  </a:lnTo>
                  <a:lnTo>
                    <a:pt x="487422" y="1114601"/>
                  </a:lnTo>
                  <a:lnTo>
                    <a:pt x="487421" y="1114607"/>
                  </a:lnTo>
                  <a:lnTo>
                    <a:pt x="487419" y="1114615"/>
                  </a:lnTo>
                  <a:lnTo>
                    <a:pt x="487418" y="1114621"/>
                  </a:lnTo>
                  <a:lnTo>
                    <a:pt x="487418" y="1114627"/>
                  </a:lnTo>
                  <a:lnTo>
                    <a:pt x="487417" y="1114637"/>
                  </a:lnTo>
                  <a:lnTo>
                    <a:pt x="487417" y="1114644"/>
                  </a:lnTo>
                  <a:lnTo>
                    <a:pt x="487418" y="1114650"/>
                  </a:lnTo>
                  <a:lnTo>
                    <a:pt x="487420" y="1114658"/>
                  </a:lnTo>
                  <a:lnTo>
                    <a:pt x="487424" y="1114663"/>
                  </a:lnTo>
                  <a:lnTo>
                    <a:pt x="487428" y="1114669"/>
                  </a:lnTo>
                  <a:lnTo>
                    <a:pt x="487431" y="1114674"/>
                  </a:lnTo>
                  <a:lnTo>
                    <a:pt x="487433" y="1114679"/>
                  </a:lnTo>
                  <a:lnTo>
                    <a:pt x="487435" y="1114686"/>
                  </a:lnTo>
                  <a:lnTo>
                    <a:pt x="487435" y="1114694"/>
                  </a:lnTo>
                  <a:lnTo>
                    <a:pt x="487435" y="1114706"/>
                  </a:lnTo>
                  <a:lnTo>
                    <a:pt x="487435" y="1114712"/>
                  </a:lnTo>
                  <a:lnTo>
                    <a:pt x="487434" y="1114739"/>
                  </a:lnTo>
                  <a:lnTo>
                    <a:pt x="487435" y="1114749"/>
                  </a:lnTo>
                  <a:lnTo>
                    <a:pt x="487437" y="1114758"/>
                  </a:lnTo>
                  <a:lnTo>
                    <a:pt x="487438" y="1114774"/>
                  </a:lnTo>
                  <a:lnTo>
                    <a:pt x="487439" y="1114787"/>
                  </a:lnTo>
                  <a:lnTo>
                    <a:pt x="487440" y="1114796"/>
                  </a:lnTo>
                  <a:lnTo>
                    <a:pt x="487441" y="1114812"/>
                  </a:lnTo>
                  <a:lnTo>
                    <a:pt x="487442" y="1114826"/>
                  </a:lnTo>
                  <a:lnTo>
                    <a:pt x="487442" y="1114831"/>
                  </a:lnTo>
                  <a:lnTo>
                    <a:pt x="487441" y="1114838"/>
                  </a:lnTo>
                  <a:lnTo>
                    <a:pt x="487439" y="1114844"/>
                  </a:lnTo>
                  <a:lnTo>
                    <a:pt x="487436" y="1114856"/>
                  </a:lnTo>
                  <a:lnTo>
                    <a:pt x="487431" y="1114867"/>
                  </a:lnTo>
                  <a:lnTo>
                    <a:pt x="487428" y="1114874"/>
                  </a:lnTo>
                  <a:lnTo>
                    <a:pt x="487424" y="1114882"/>
                  </a:lnTo>
                  <a:lnTo>
                    <a:pt x="487418" y="1114897"/>
                  </a:lnTo>
                  <a:lnTo>
                    <a:pt x="487409" y="1114915"/>
                  </a:lnTo>
                  <a:lnTo>
                    <a:pt x="487407" y="1114918"/>
                  </a:lnTo>
                  <a:lnTo>
                    <a:pt x="487397" y="1114938"/>
                  </a:lnTo>
                  <a:lnTo>
                    <a:pt x="487393" y="1114945"/>
                  </a:lnTo>
                  <a:lnTo>
                    <a:pt x="487390" y="1114950"/>
                  </a:lnTo>
                  <a:lnTo>
                    <a:pt x="487386" y="1114956"/>
                  </a:lnTo>
                  <a:lnTo>
                    <a:pt x="487385" y="1114962"/>
                  </a:lnTo>
                  <a:lnTo>
                    <a:pt x="487384" y="1114969"/>
                  </a:lnTo>
                  <a:lnTo>
                    <a:pt x="487383" y="1114977"/>
                  </a:lnTo>
                  <a:lnTo>
                    <a:pt x="487384" y="1114986"/>
                  </a:lnTo>
                  <a:lnTo>
                    <a:pt x="487386" y="1114995"/>
                  </a:lnTo>
                  <a:lnTo>
                    <a:pt x="487388" y="1115001"/>
                  </a:lnTo>
                  <a:lnTo>
                    <a:pt x="487394" y="1115010"/>
                  </a:lnTo>
                  <a:lnTo>
                    <a:pt x="487406" y="1115025"/>
                  </a:lnTo>
                  <a:lnTo>
                    <a:pt x="487413" y="1115034"/>
                  </a:lnTo>
                  <a:lnTo>
                    <a:pt x="487418" y="1115041"/>
                  </a:lnTo>
                  <a:lnTo>
                    <a:pt x="487422" y="1115047"/>
                  </a:lnTo>
                  <a:lnTo>
                    <a:pt x="487432" y="1115057"/>
                  </a:lnTo>
                  <a:lnTo>
                    <a:pt x="487436" y="1115061"/>
                  </a:lnTo>
                  <a:lnTo>
                    <a:pt x="487430" y="1115065"/>
                  </a:lnTo>
                  <a:lnTo>
                    <a:pt x="487422" y="1115066"/>
                  </a:lnTo>
                  <a:lnTo>
                    <a:pt x="487412" y="1115068"/>
                  </a:lnTo>
                  <a:lnTo>
                    <a:pt x="487403" y="1115069"/>
                  </a:lnTo>
                  <a:lnTo>
                    <a:pt x="487392" y="1115070"/>
                  </a:lnTo>
                  <a:lnTo>
                    <a:pt x="487382" y="1115071"/>
                  </a:lnTo>
                  <a:lnTo>
                    <a:pt x="487375" y="1115073"/>
                  </a:lnTo>
                  <a:lnTo>
                    <a:pt x="487371" y="1115075"/>
                  </a:lnTo>
                  <a:lnTo>
                    <a:pt x="487366" y="1115078"/>
                  </a:lnTo>
                  <a:lnTo>
                    <a:pt x="487362" y="1115088"/>
                  </a:lnTo>
                  <a:lnTo>
                    <a:pt x="487360" y="1115095"/>
                  </a:lnTo>
                  <a:lnTo>
                    <a:pt x="487360" y="1115102"/>
                  </a:lnTo>
                  <a:lnTo>
                    <a:pt x="487358" y="1115110"/>
                  </a:lnTo>
                  <a:lnTo>
                    <a:pt x="487358" y="1115116"/>
                  </a:lnTo>
                  <a:lnTo>
                    <a:pt x="487357" y="1115124"/>
                  </a:lnTo>
                  <a:lnTo>
                    <a:pt x="487356" y="1115131"/>
                  </a:lnTo>
                  <a:lnTo>
                    <a:pt x="487355" y="1115138"/>
                  </a:lnTo>
                  <a:lnTo>
                    <a:pt x="487355" y="1115151"/>
                  </a:lnTo>
                  <a:lnTo>
                    <a:pt x="487356" y="1115156"/>
                  </a:lnTo>
                  <a:lnTo>
                    <a:pt x="487358" y="1115167"/>
                  </a:lnTo>
                  <a:lnTo>
                    <a:pt x="487359" y="1115173"/>
                  </a:lnTo>
                  <a:lnTo>
                    <a:pt x="487359" y="1115180"/>
                  </a:lnTo>
                  <a:lnTo>
                    <a:pt x="487358" y="1115194"/>
                  </a:lnTo>
                  <a:lnTo>
                    <a:pt x="487358" y="1115208"/>
                  </a:lnTo>
                  <a:lnTo>
                    <a:pt x="487356" y="1115226"/>
                  </a:lnTo>
                  <a:lnTo>
                    <a:pt x="487355" y="1115244"/>
                  </a:lnTo>
                  <a:lnTo>
                    <a:pt x="487355" y="1115252"/>
                  </a:lnTo>
                  <a:lnTo>
                    <a:pt x="487355" y="1115259"/>
                  </a:lnTo>
                  <a:lnTo>
                    <a:pt x="487354" y="1115264"/>
                  </a:lnTo>
                  <a:lnTo>
                    <a:pt x="487351" y="1115272"/>
                  </a:lnTo>
                  <a:lnTo>
                    <a:pt x="487348" y="1115281"/>
                  </a:lnTo>
                  <a:lnTo>
                    <a:pt x="487344" y="1115287"/>
                  </a:lnTo>
                  <a:lnTo>
                    <a:pt x="487339" y="1115295"/>
                  </a:lnTo>
                  <a:lnTo>
                    <a:pt x="487333" y="1115305"/>
                  </a:lnTo>
                  <a:lnTo>
                    <a:pt x="487327" y="1115310"/>
                  </a:lnTo>
                  <a:lnTo>
                    <a:pt x="487321" y="1115315"/>
                  </a:lnTo>
                  <a:lnTo>
                    <a:pt x="487309" y="1115324"/>
                  </a:lnTo>
                  <a:lnTo>
                    <a:pt x="487305" y="1115325"/>
                  </a:lnTo>
                  <a:lnTo>
                    <a:pt x="487302" y="1115326"/>
                  </a:lnTo>
                  <a:lnTo>
                    <a:pt x="487278" y="1115331"/>
                  </a:lnTo>
                  <a:lnTo>
                    <a:pt x="487263" y="1115335"/>
                  </a:lnTo>
                  <a:lnTo>
                    <a:pt x="487257" y="1115336"/>
                  </a:lnTo>
                  <a:lnTo>
                    <a:pt x="487249" y="1115337"/>
                  </a:lnTo>
                  <a:lnTo>
                    <a:pt x="487241" y="1115337"/>
                  </a:lnTo>
                  <a:lnTo>
                    <a:pt x="487237" y="1115339"/>
                  </a:lnTo>
                  <a:lnTo>
                    <a:pt x="487230" y="1115342"/>
                  </a:lnTo>
                  <a:lnTo>
                    <a:pt x="487223" y="1115346"/>
                  </a:lnTo>
                  <a:lnTo>
                    <a:pt x="487216" y="1115352"/>
                  </a:lnTo>
                  <a:lnTo>
                    <a:pt x="487211" y="1115356"/>
                  </a:lnTo>
                  <a:lnTo>
                    <a:pt x="487207" y="1115359"/>
                  </a:lnTo>
                  <a:lnTo>
                    <a:pt x="487203" y="1115366"/>
                  </a:lnTo>
                  <a:lnTo>
                    <a:pt x="487198" y="1115375"/>
                  </a:lnTo>
                  <a:lnTo>
                    <a:pt x="487186" y="1115394"/>
                  </a:lnTo>
                  <a:lnTo>
                    <a:pt x="487179" y="1115405"/>
                  </a:lnTo>
                  <a:lnTo>
                    <a:pt x="487176" y="1115410"/>
                  </a:lnTo>
                  <a:lnTo>
                    <a:pt x="487168" y="1115424"/>
                  </a:lnTo>
                  <a:lnTo>
                    <a:pt x="487156" y="1115455"/>
                  </a:lnTo>
                  <a:lnTo>
                    <a:pt x="487153" y="1115464"/>
                  </a:lnTo>
                  <a:lnTo>
                    <a:pt x="487151" y="1115472"/>
                  </a:lnTo>
                  <a:lnTo>
                    <a:pt x="487149" y="1115478"/>
                  </a:lnTo>
                  <a:lnTo>
                    <a:pt x="487145" y="1115486"/>
                  </a:lnTo>
                  <a:lnTo>
                    <a:pt x="487131" y="1115510"/>
                  </a:lnTo>
                  <a:lnTo>
                    <a:pt x="487128" y="1115514"/>
                  </a:lnTo>
                  <a:lnTo>
                    <a:pt x="487125" y="1115518"/>
                  </a:lnTo>
                  <a:lnTo>
                    <a:pt x="487122" y="1115523"/>
                  </a:lnTo>
                  <a:lnTo>
                    <a:pt x="487117" y="1115531"/>
                  </a:lnTo>
                  <a:lnTo>
                    <a:pt x="487113" y="1115537"/>
                  </a:lnTo>
                  <a:lnTo>
                    <a:pt x="487109" y="1115542"/>
                  </a:lnTo>
                  <a:lnTo>
                    <a:pt x="487104" y="1115548"/>
                  </a:lnTo>
                  <a:lnTo>
                    <a:pt x="487101" y="1115552"/>
                  </a:lnTo>
                  <a:lnTo>
                    <a:pt x="487092" y="1115560"/>
                  </a:lnTo>
                  <a:lnTo>
                    <a:pt x="487078" y="1115564"/>
                  </a:lnTo>
                  <a:lnTo>
                    <a:pt x="487069" y="1115567"/>
                  </a:lnTo>
                  <a:lnTo>
                    <a:pt x="487063" y="1115568"/>
                  </a:lnTo>
                  <a:lnTo>
                    <a:pt x="487057" y="1115570"/>
                  </a:lnTo>
                  <a:lnTo>
                    <a:pt x="487048" y="1115571"/>
                  </a:lnTo>
                  <a:lnTo>
                    <a:pt x="487037" y="1115572"/>
                  </a:lnTo>
                  <a:lnTo>
                    <a:pt x="487033" y="1115573"/>
                  </a:lnTo>
                  <a:lnTo>
                    <a:pt x="487029" y="1115574"/>
                  </a:lnTo>
                  <a:lnTo>
                    <a:pt x="487021" y="1115578"/>
                  </a:lnTo>
                  <a:lnTo>
                    <a:pt x="487015" y="1115583"/>
                  </a:lnTo>
                  <a:lnTo>
                    <a:pt x="486997" y="1115592"/>
                  </a:lnTo>
                  <a:lnTo>
                    <a:pt x="486993" y="1115593"/>
                  </a:lnTo>
                  <a:lnTo>
                    <a:pt x="486989" y="1115595"/>
                  </a:lnTo>
                  <a:lnTo>
                    <a:pt x="486980" y="1115601"/>
                  </a:lnTo>
                  <a:lnTo>
                    <a:pt x="486972" y="1115605"/>
                  </a:lnTo>
                  <a:lnTo>
                    <a:pt x="486967" y="1115609"/>
                  </a:lnTo>
                  <a:lnTo>
                    <a:pt x="486958" y="1115616"/>
                  </a:lnTo>
                  <a:lnTo>
                    <a:pt x="486951" y="1115622"/>
                  </a:lnTo>
                  <a:lnTo>
                    <a:pt x="486941" y="1115631"/>
                  </a:lnTo>
                  <a:lnTo>
                    <a:pt x="486934" y="1115636"/>
                  </a:lnTo>
                  <a:lnTo>
                    <a:pt x="486925" y="1115644"/>
                  </a:lnTo>
                  <a:lnTo>
                    <a:pt x="486921" y="1115647"/>
                  </a:lnTo>
                  <a:lnTo>
                    <a:pt x="486917" y="1115651"/>
                  </a:lnTo>
                  <a:lnTo>
                    <a:pt x="486913" y="1115656"/>
                  </a:lnTo>
                  <a:lnTo>
                    <a:pt x="486907" y="1115665"/>
                  </a:lnTo>
                  <a:lnTo>
                    <a:pt x="486898" y="1115672"/>
                  </a:lnTo>
                  <a:lnTo>
                    <a:pt x="486891" y="1115677"/>
                  </a:lnTo>
                  <a:lnTo>
                    <a:pt x="486880" y="1115682"/>
                  </a:lnTo>
                  <a:lnTo>
                    <a:pt x="486876" y="1115688"/>
                  </a:lnTo>
                  <a:lnTo>
                    <a:pt x="486872" y="1115697"/>
                  </a:lnTo>
                  <a:lnTo>
                    <a:pt x="486869" y="1115706"/>
                  </a:lnTo>
                  <a:lnTo>
                    <a:pt x="486864" y="1115712"/>
                  </a:lnTo>
                  <a:lnTo>
                    <a:pt x="486858" y="1115716"/>
                  </a:lnTo>
                  <a:lnTo>
                    <a:pt x="486836" y="1115709"/>
                  </a:lnTo>
                  <a:lnTo>
                    <a:pt x="486827" y="1115705"/>
                  </a:lnTo>
                  <a:lnTo>
                    <a:pt x="486817" y="1115697"/>
                  </a:lnTo>
                  <a:lnTo>
                    <a:pt x="486806" y="1115692"/>
                  </a:lnTo>
                  <a:lnTo>
                    <a:pt x="486796" y="1115688"/>
                  </a:lnTo>
                  <a:lnTo>
                    <a:pt x="486789" y="1115686"/>
                  </a:lnTo>
                  <a:lnTo>
                    <a:pt x="486783" y="1115685"/>
                  </a:lnTo>
                  <a:lnTo>
                    <a:pt x="486773" y="1115685"/>
                  </a:lnTo>
                  <a:lnTo>
                    <a:pt x="486767" y="1115685"/>
                  </a:lnTo>
                  <a:lnTo>
                    <a:pt x="486759" y="1115687"/>
                  </a:lnTo>
                  <a:lnTo>
                    <a:pt x="486750" y="1115687"/>
                  </a:lnTo>
                  <a:lnTo>
                    <a:pt x="486743" y="1115687"/>
                  </a:lnTo>
                  <a:lnTo>
                    <a:pt x="486737" y="1115686"/>
                  </a:lnTo>
                  <a:lnTo>
                    <a:pt x="486730" y="1115684"/>
                  </a:lnTo>
                  <a:lnTo>
                    <a:pt x="486724" y="1115682"/>
                  </a:lnTo>
                  <a:lnTo>
                    <a:pt x="486718" y="1115680"/>
                  </a:lnTo>
                  <a:lnTo>
                    <a:pt x="486711" y="1115677"/>
                  </a:lnTo>
                  <a:lnTo>
                    <a:pt x="486703" y="1115675"/>
                  </a:lnTo>
                  <a:lnTo>
                    <a:pt x="486694" y="1115674"/>
                  </a:lnTo>
                  <a:lnTo>
                    <a:pt x="486687" y="1115673"/>
                  </a:lnTo>
                  <a:lnTo>
                    <a:pt x="486680" y="1115673"/>
                  </a:lnTo>
                  <a:lnTo>
                    <a:pt x="486675" y="1115673"/>
                  </a:lnTo>
                  <a:lnTo>
                    <a:pt x="486668" y="1115675"/>
                  </a:lnTo>
                  <a:lnTo>
                    <a:pt x="486663" y="1115678"/>
                  </a:lnTo>
                  <a:lnTo>
                    <a:pt x="486659" y="1115678"/>
                  </a:lnTo>
                  <a:lnTo>
                    <a:pt x="486654" y="1115679"/>
                  </a:lnTo>
                  <a:lnTo>
                    <a:pt x="486649" y="1115679"/>
                  </a:lnTo>
                  <a:lnTo>
                    <a:pt x="486644" y="1115679"/>
                  </a:lnTo>
                  <a:lnTo>
                    <a:pt x="486639" y="1115678"/>
                  </a:lnTo>
                  <a:lnTo>
                    <a:pt x="486632" y="1115678"/>
                  </a:lnTo>
                  <a:lnTo>
                    <a:pt x="486624" y="1115681"/>
                  </a:lnTo>
                  <a:lnTo>
                    <a:pt x="486610" y="1115686"/>
                  </a:lnTo>
                  <a:lnTo>
                    <a:pt x="486601" y="1115690"/>
                  </a:lnTo>
                  <a:lnTo>
                    <a:pt x="486596" y="1115692"/>
                  </a:lnTo>
                  <a:lnTo>
                    <a:pt x="486590" y="1115695"/>
                  </a:lnTo>
                  <a:lnTo>
                    <a:pt x="486581" y="1115698"/>
                  </a:lnTo>
                  <a:lnTo>
                    <a:pt x="486575" y="1115698"/>
                  </a:lnTo>
                  <a:lnTo>
                    <a:pt x="486568" y="1115696"/>
                  </a:lnTo>
                  <a:lnTo>
                    <a:pt x="486562" y="1115695"/>
                  </a:lnTo>
                  <a:lnTo>
                    <a:pt x="486555" y="1115694"/>
                  </a:lnTo>
                  <a:lnTo>
                    <a:pt x="486547" y="1115692"/>
                  </a:lnTo>
                  <a:lnTo>
                    <a:pt x="486541" y="1115689"/>
                  </a:lnTo>
                  <a:lnTo>
                    <a:pt x="486535" y="1115685"/>
                  </a:lnTo>
                  <a:lnTo>
                    <a:pt x="486529" y="1115676"/>
                  </a:lnTo>
                  <a:lnTo>
                    <a:pt x="486523" y="1115670"/>
                  </a:lnTo>
                  <a:lnTo>
                    <a:pt x="486517" y="1115663"/>
                  </a:lnTo>
                  <a:lnTo>
                    <a:pt x="486510" y="1115656"/>
                  </a:lnTo>
                  <a:lnTo>
                    <a:pt x="486506" y="1115651"/>
                  </a:lnTo>
                  <a:lnTo>
                    <a:pt x="486498" y="1115639"/>
                  </a:lnTo>
                  <a:lnTo>
                    <a:pt x="486492" y="1115629"/>
                  </a:lnTo>
                  <a:lnTo>
                    <a:pt x="486487" y="1115620"/>
                  </a:lnTo>
                  <a:lnTo>
                    <a:pt x="486482" y="1115613"/>
                  </a:lnTo>
                  <a:lnTo>
                    <a:pt x="486477" y="1115609"/>
                  </a:lnTo>
                  <a:lnTo>
                    <a:pt x="486473" y="1115608"/>
                  </a:lnTo>
                  <a:lnTo>
                    <a:pt x="486465" y="1115606"/>
                  </a:lnTo>
                  <a:lnTo>
                    <a:pt x="486458" y="1115605"/>
                  </a:lnTo>
                  <a:lnTo>
                    <a:pt x="486454" y="1115605"/>
                  </a:lnTo>
                  <a:lnTo>
                    <a:pt x="486448" y="1115606"/>
                  </a:lnTo>
                  <a:lnTo>
                    <a:pt x="486443" y="1115608"/>
                  </a:lnTo>
                  <a:lnTo>
                    <a:pt x="486427" y="1115614"/>
                  </a:lnTo>
                  <a:lnTo>
                    <a:pt x="486408" y="1115621"/>
                  </a:lnTo>
                  <a:lnTo>
                    <a:pt x="486396" y="1115624"/>
                  </a:lnTo>
                  <a:lnTo>
                    <a:pt x="486384" y="1115626"/>
                  </a:lnTo>
                  <a:lnTo>
                    <a:pt x="486373" y="1115631"/>
                  </a:lnTo>
                  <a:lnTo>
                    <a:pt x="486363" y="1115634"/>
                  </a:lnTo>
                  <a:lnTo>
                    <a:pt x="486351" y="1115636"/>
                  </a:lnTo>
                  <a:lnTo>
                    <a:pt x="486342" y="1115638"/>
                  </a:lnTo>
                  <a:lnTo>
                    <a:pt x="486337" y="1115639"/>
                  </a:lnTo>
                  <a:lnTo>
                    <a:pt x="486330" y="1115638"/>
                  </a:lnTo>
                  <a:lnTo>
                    <a:pt x="486324" y="1115636"/>
                  </a:lnTo>
                  <a:lnTo>
                    <a:pt x="486319" y="1115633"/>
                  </a:lnTo>
                  <a:lnTo>
                    <a:pt x="486311" y="1115623"/>
                  </a:lnTo>
                  <a:lnTo>
                    <a:pt x="486307" y="1115619"/>
                  </a:lnTo>
                  <a:lnTo>
                    <a:pt x="486293" y="1115600"/>
                  </a:lnTo>
                  <a:lnTo>
                    <a:pt x="486287" y="1115591"/>
                  </a:lnTo>
                  <a:lnTo>
                    <a:pt x="486285" y="1115586"/>
                  </a:lnTo>
                  <a:lnTo>
                    <a:pt x="486280" y="1115577"/>
                  </a:lnTo>
                  <a:lnTo>
                    <a:pt x="486277" y="1115571"/>
                  </a:lnTo>
                  <a:lnTo>
                    <a:pt x="486271" y="1115565"/>
                  </a:lnTo>
                  <a:lnTo>
                    <a:pt x="486264" y="1115561"/>
                  </a:lnTo>
                  <a:lnTo>
                    <a:pt x="486253" y="1115556"/>
                  </a:lnTo>
                  <a:lnTo>
                    <a:pt x="486243" y="1115551"/>
                  </a:lnTo>
                  <a:lnTo>
                    <a:pt x="486236" y="1115547"/>
                  </a:lnTo>
                  <a:lnTo>
                    <a:pt x="486222" y="1115540"/>
                  </a:lnTo>
                  <a:lnTo>
                    <a:pt x="486217" y="1115536"/>
                  </a:lnTo>
                  <a:lnTo>
                    <a:pt x="486212" y="1115534"/>
                  </a:lnTo>
                  <a:lnTo>
                    <a:pt x="486208" y="1115531"/>
                  </a:lnTo>
                  <a:lnTo>
                    <a:pt x="486201" y="1115526"/>
                  </a:lnTo>
                  <a:lnTo>
                    <a:pt x="486194" y="1115521"/>
                  </a:lnTo>
                  <a:lnTo>
                    <a:pt x="486187" y="1115519"/>
                  </a:lnTo>
                  <a:lnTo>
                    <a:pt x="486180" y="1115516"/>
                  </a:lnTo>
                  <a:lnTo>
                    <a:pt x="486171" y="1115513"/>
                  </a:lnTo>
                  <a:lnTo>
                    <a:pt x="486164" y="1115508"/>
                  </a:lnTo>
                  <a:lnTo>
                    <a:pt x="486157" y="1115500"/>
                  </a:lnTo>
                  <a:lnTo>
                    <a:pt x="486149" y="1115490"/>
                  </a:lnTo>
                  <a:lnTo>
                    <a:pt x="486146" y="1115487"/>
                  </a:lnTo>
                  <a:lnTo>
                    <a:pt x="486140" y="1115483"/>
                  </a:lnTo>
                  <a:lnTo>
                    <a:pt x="486133" y="1115481"/>
                  </a:lnTo>
                  <a:lnTo>
                    <a:pt x="486123" y="1115480"/>
                  </a:lnTo>
                  <a:lnTo>
                    <a:pt x="486119" y="1115479"/>
                  </a:lnTo>
                  <a:lnTo>
                    <a:pt x="486109" y="1115478"/>
                  </a:lnTo>
                  <a:lnTo>
                    <a:pt x="486101" y="1115477"/>
                  </a:lnTo>
                  <a:lnTo>
                    <a:pt x="486095" y="1115477"/>
                  </a:lnTo>
                  <a:lnTo>
                    <a:pt x="486089" y="1115477"/>
                  </a:lnTo>
                  <a:lnTo>
                    <a:pt x="486082" y="1115477"/>
                  </a:lnTo>
                  <a:lnTo>
                    <a:pt x="486075" y="1115476"/>
                  </a:lnTo>
                  <a:lnTo>
                    <a:pt x="486068" y="1115473"/>
                  </a:lnTo>
                  <a:lnTo>
                    <a:pt x="486058" y="1115470"/>
                  </a:lnTo>
                  <a:lnTo>
                    <a:pt x="486051" y="1115467"/>
                  </a:lnTo>
                  <a:lnTo>
                    <a:pt x="486045" y="1115465"/>
                  </a:lnTo>
                  <a:lnTo>
                    <a:pt x="486035" y="1115463"/>
                  </a:lnTo>
                  <a:lnTo>
                    <a:pt x="486028" y="1115462"/>
                  </a:lnTo>
                  <a:lnTo>
                    <a:pt x="486022" y="1115461"/>
                  </a:lnTo>
                  <a:lnTo>
                    <a:pt x="486013" y="1115459"/>
                  </a:lnTo>
                  <a:lnTo>
                    <a:pt x="486006" y="1115457"/>
                  </a:lnTo>
                  <a:lnTo>
                    <a:pt x="485997" y="1115454"/>
                  </a:lnTo>
                  <a:lnTo>
                    <a:pt x="485989" y="1115453"/>
                  </a:lnTo>
                  <a:lnTo>
                    <a:pt x="485979" y="1115451"/>
                  </a:lnTo>
                  <a:lnTo>
                    <a:pt x="485971" y="1115449"/>
                  </a:lnTo>
                  <a:lnTo>
                    <a:pt x="485955" y="1115445"/>
                  </a:lnTo>
                  <a:lnTo>
                    <a:pt x="485945" y="1115443"/>
                  </a:lnTo>
                  <a:lnTo>
                    <a:pt x="485936" y="1115440"/>
                  </a:lnTo>
                  <a:lnTo>
                    <a:pt x="485925" y="1115438"/>
                  </a:lnTo>
                  <a:lnTo>
                    <a:pt x="485917" y="1115436"/>
                  </a:lnTo>
                  <a:lnTo>
                    <a:pt x="485906" y="1115434"/>
                  </a:lnTo>
                  <a:lnTo>
                    <a:pt x="485896" y="1115433"/>
                  </a:lnTo>
                  <a:lnTo>
                    <a:pt x="485886" y="1115431"/>
                  </a:lnTo>
                  <a:lnTo>
                    <a:pt x="485879" y="1115429"/>
                  </a:lnTo>
                  <a:lnTo>
                    <a:pt x="485872" y="1115427"/>
                  </a:lnTo>
                  <a:lnTo>
                    <a:pt x="485863" y="1115426"/>
                  </a:lnTo>
                  <a:lnTo>
                    <a:pt x="485854" y="1115428"/>
                  </a:lnTo>
                  <a:lnTo>
                    <a:pt x="485845" y="1115432"/>
                  </a:lnTo>
                  <a:lnTo>
                    <a:pt x="485840" y="1115436"/>
                  </a:lnTo>
                  <a:lnTo>
                    <a:pt x="485836" y="1115442"/>
                  </a:lnTo>
                  <a:lnTo>
                    <a:pt x="485832" y="1115449"/>
                  </a:lnTo>
                  <a:lnTo>
                    <a:pt x="485831" y="1115457"/>
                  </a:lnTo>
                  <a:lnTo>
                    <a:pt x="485830" y="1115464"/>
                  </a:lnTo>
                  <a:lnTo>
                    <a:pt x="485829" y="1115477"/>
                  </a:lnTo>
                  <a:lnTo>
                    <a:pt x="485827" y="1115483"/>
                  </a:lnTo>
                  <a:lnTo>
                    <a:pt x="485823" y="1115489"/>
                  </a:lnTo>
                  <a:lnTo>
                    <a:pt x="485816" y="1115497"/>
                  </a:lnTo>
                  <a:lnTo>
                    <a:pt x="485810" y="1115503"/>
                  </a:lnTo>
                  <a:lnTo>
                    <a:pt x="485803" y="1115511"/>
                  </a:lnTo>
                  <a:lnTo>
                    <a:pt x="485795" y="1115520"/>
                  </a:lnTo>
                  <a:lnTo>
                    <a:pt x="485788" y="1115527"/>
                  </a:lnTo>
                  <a:lnTo>
                    <a:pt x="485771" y="1115542"/>
                  </a:lnTo>
                  <a:lnTo>
                    <a:pt x="485765" y="1115554"/>
                  </a:lnTo>
                  <a:lnTo>
                    <a:pt x="485761" y="1115565"/>
                  </a:lnTo>
                  <a:lnTo>
                    <a:pt x="485759" y="1115575"/>
                  </a:lnTo>
                  <a:lnTo>
                    <a:pt x="485754" y="1115581"/>
                  </a:lnTo>
                  <a:lnTo>
                    <a:pt x="485744" y="1115582"/>
                  </a:lnTo>
                  <a:lnTo>
                    <a:pt x="485737" y="1115582"/>
                  </a:lnTo>
                  <a:lnTo>
                    <a:pt x="485731" y="1115584"/>
                  </a:lnTo>
                  <a:lnTo>
                    <a:pt x="485724" y="1115586"/>
                  </a:lnTo>
                  <a:lnTo>
                    <a:pt x="485718" y="1115589"/>
                  </a:lnTo>
                  <a:lnTo>
                    <a:pt x="485709" y="1115593"/>
                  </a:lnTo>
                  <a:lnTo>
                    <a:pt x="485703" y="1115595"/>
                  </a:lnTo>
                  <a:lnTo>
                    <a:pt x="485698" y="1115596"/>
                  </a:lnTo>
                  <a:lnTo>
                    <a:pt x="485692" y="1115598"/>
                  </a:lnTo>
                  <a:lnTo>
                    <a:pt x="485684" y="1115600"/>
                  </a:lnTo>
                  <a:lnTo>
                    <a:pt x="485676" y="1115603"/>
                  </a:lnTo>
                  <a:lnTo>
                    <a:pt x="485667" y="1115605"/>
                  </a:lnTo>
                  <a:lnTo>
                    <a:pt x="485658" y="1115609"/>
                  </a:lnTo>
                  <a:lnTo>
                    <a:pt x="485651" y="1115613"/>
                  </a:lnTo>
                  <a:lnTo>
                    <a:pt x="485647" y="1115615"/>
                  </a:lnTo>
                  <a:lnTo>
                    <a:pt x="485644" y="1115618"/>
                  </a:lnTo>
                  <a:lnTo>
                    <a:pt x="485638" y="1115622"/>
                  </a:lnTo>
                  <a:lnTo>
                    <a:pt x="485634" y="1115626"/>
                  </a:lnTo>
                  <a:lnTo>
                    <a:pt x="485628" y="1115631"/>
                  </a:lnTo>
                  <a:lnTo>
                    <a:pt x="485619" y="1115636"/>
                  </a:lnTo>
                  <a:lnTo>
                    <a:pt x="485614" y="1115639"/>
                  </a:lnTo>
                  <a:lnTo>
                    <a:pt x="485611" y="1115641"/>
                  </a:lnTo>
                  <a:lnTo>
                    <a:pt x="485603" y="1115644"/>
                  </a:lnTo>
                  <a:lnTo>
                    <a:pt x="485597" y="1115647"/>
                  </a:lnTo>
                  <a:lnTo>
                    <a:pt x="485592" y="1115652"/>
                  </a:lnTo>
                  <a:lnTo>
                    <a:pt x="485586" y="1115656"/>
                  </a:lnTo>
                  <a:lnTo>
                    <a:pt x="485579" y="1115659"/>
                  </a:lnTo>
                  <a:lnTo>
                    <a:pt x="485569" y="1115665"/>
                  </a:lnTo>
                  <a:lnTo>
                    <a:pt x="485561" y="1115670"/>
                  </a:lnTo>
                  <a:lnTo>
                    <a:pt x="485557" y="1115672"/>
                  </a:lnTo>
                  <a:lnTo>
                    <a:pt x="485551" y="1115677"/>
                  </a:lnTo>
                  <a:lnTo>
                    <a:pt x="485545" y="1115682"/>
                  </a:lnTo>
                  <a:lnTo>
                    <a:pt x="485537" y="1115688"/>
                  </a:lnTo>
                  <a:lnTo>
                    <a:pt x="485531" y="1115695"/>
                  </a:lnTo>
                  <a:lnTo>
                    <a:pt x="485525" y="1115701"/>
                  </a:lnTo>
                  <a:lnTo>
                    <a:pt x="485517" y="1115705"/>
                  </a:lnTo>
                  <a:lnTo>
                    <a:pt x="485509" y="1115713"/>
                  </a:lnTo>
                  <a:lnTo>
                    <a:pt x="485502" y="1115717"/>
                  </a:lnTo>
                  <a:lnTo>
                    <a:pt x="485494" y="1115719"/>
                  </a:lnTo>
                  <a:lnTo>
                    <a:pt x="485483" y="1115722"/>
                  </a:lnTo>
                  <a:lnTo>
                    <a:pt x="485481" y="1115727"/>
                  </a:lnTo>
                  <a:lnTo>
                    <a:pt x="485488" y="1115729"/>
                  </a:lnTo>
                  <a:lnTo>
                    <a:pt x="485495" y="1115730"/>
                  </a:lnTo>
                  <a:lnTo>
                    <a:pt x="485500" y="1115731"/>
                  </a:lnTo>
                  <a:lnTo>
                    <a:pt x="485506" y="1115733"/>
                  </a:lnTo>
                  <a:lnTo>
                    <a:pt x="485510" y="1115736"/>
                  </a:lnTo>
                  <a:lnTo>
                    <a:pt x="485516" y="1115743"/>
                  </a:lnTo>
                  <a:lnTo>
                    <a:pt x="485521" y="1115748"/>
                  </a:lnTo>
                  <a:lnTo>
                    <a:pt x="485527" y="1115753"/>
                  </a:lnTo>
                  <a:lnTo>
                    <a:pt x="485530" y="1115756"/>
                  </a:lnTo>
                  <a:lnTo>
                    <a:pt x="485534" y="1115761"/>
                  </a:lnTo>
                  <a:lnTo>
                    <a:pt x="485536" y="1115766"/>
                  </a:lnTo>
                  <a:lnTo>
                    <a:pt x="485539" y="1115771"/>
                  </a:lnTo>
                  <a:lnTo>
                    <a:pt x="485542" y="1115777"/>
                  </a:lnTo>
                  <a:lnTo>
                    <a:pt x="485545" y="1115782"/>
                  </a:lnTo>
                  <a:lnTo>
                    <a:pt x="485546" y="1115787"/>
                  </a:lnTo>
                  <a:lnTo>
                    <a:pt x="485547" y="1115792"/>
                  </a:lnTo>
                  <a:lnTo>
                    <a:pt x="485550" y="1115798"/>
                  </a:lnTo>
                  <a:lnTo>
                    <a:pt x="485554" y="1115804"/>
                  </a:lnTo>
                  <a:lnTo>
                    <a:pt x="485560" y="1115811"/>
                  </a:lnTo>
                  <a:lnTo>
                    <a:pt x="485562" y="1115815"/>
                  </a:lnTo>
                  <a:lnTo>
                    <a:pt x="485563" y="1115821"/>
                  </a:lnTo>
                  <a:lnTo>
                    <a:pt x="485563" y="1115827"/>
                  </a:lnTo>
                  <a:lnTo>
                    <a:pt x="485561" y="1115839"/>
                  </a:lnTo>
                  <a:lnTo>
                    <a:pt x="485559" y="1115848"/>
                  </a:lnTo>
                  <a:lnTo>
                    <a:pt x="485555" y="1115860"/>
                  </a:lnTo>
                  <a:lnTo>
                    <a:pt x="485553" y="1115871"/>
                  </a:lnTo>
                  <a:lnTo>
                    <a:pt x="485551" y="1115883"/>
                  </a:lnTo>
                  <a:lnTo>
                    <a:pt x="485549" y="1115894"/>
                  </a:lnTo>
                  <a:lnTo>
                    <a:pt x="485548" y="1115903"/>
                  </a:lnTo>
                  <a:lnTo>
                    <a:pt x="485547" y="1115913"/>
                  </a:lnTo>
                  <a:lnTo>
                    <a:pt x="485548" y="1115918"/>
                  </a:lnTo>
                  <a:lnTo>
                    <a:pt x="485548" y="1115929"/>
                  </a:lnTo>
                  <a:lnTo>
                    <a:pt x="485548" y="1115936"/>
                  </a:lnTo>
                  <a:lnTo>
                    <a:pt x="485548" y="1115944"/>
                  </a:lnTo>
                  <a:lnTo>
                    <a:pt x="485547" y="1115951"/>
                  </a:lnTo>
                  <a:lnTo>
                    <a:pt x="485547" y="1115956"/>
                  </a:lnTo>
                  <a:lnTo>
                    <a:pt x="485548" y="1115961"/>
                  </a:lnTo>
                  <a:lnTo>
                    <a:pt x="485550" y="1115967"/>
                  </a:lnTo>
                  <a:lnTo>
                    <a:pt x="485551" y="1115973"/>
                  </a:lnTo>
                  <a:lnTo>
                    <a:pt x="485554" y="1115981"/>
                  </a:lnTo>
                  <a:lnTo>
                    <a:pt x="485557" y="1115988"/>
                  </a:lnTo>
                  <a:lnTo>
                    <a:pt x="485560" y="1115997"/>
                  </a:lnTo>
                  <a:lnTo>
                    <a:pt x="485562" y="1116004"/>
                  </a:lnTo>
                  <a:lnTo>
                    <a:pt x="485565" y="1116010"/>
                  </a:lnTo>
                  <a:lnTo>
                    <a:pt x="485569" y="1116015"/>
                  </a:lnTo>
                  <a:lnTo>
                    <a:pt x="485572" y="1116021"/>
                  </a:lnTo>
                  <a:lnTo>
                    <a:pt x="485574" y="1116027"/>
                  </a:lnTo>
                  <a:lnTo>
                    <a:pt x="485577" y="1116033"/>
                  </a:lnTo>
                  <a:lnTo>
                    <a:pt x="485580" y="1116036"/>
                  </a:lnTo>
                  <a:lnTo>
                    <a:pt x="485586" y="1116042"/>
                  </a:lnTo>
                  <a:lnTo>
                    <a:pt x="485593" y="1116058"/>
                  </a:lnTo>
                  <a:lnTo>
                    <a:pt x="485596" y="1116068"/>
                  </a:lnTo>
                  <a:lnTo>
                    <a:pt x="485595" y="1116074"/>
                  </a:lnTo>
                  <a:lnTo>
                    <a:pt x="485591" y="1116081"/>
                  </a:lnTo>
                  <a:lnTo>
                    <a:pt x="485586" y="1116087"/>
                  </a:lnTo>
                  <a:lnTo>
                    <a:pt x="485579" y="1116099"/>
                  </a:lnTo>
                  <a:lnTo>
                    <a:pt x="485572" y="1116116"/>
                  </a:lnTo>
                  <a:lnTo>
                    <a:pt x="485571" y="1116130"/>
                  </a:lnTo>
                  <a:lnTo>
                    <a:pt x="485573" y="1116137"/>
                  </a:lnTo>
                  <a:lnTo>
                    <a:pt x="485574" y="1116144"/>
                  </a:lnTo>
                  <a:lnTo>
                    <a:pt x="485578" y="1116153"/>
                  </a:lnTo>
                  <a:lnTo>
                    <a:pt x="485581" y="1116163"/>
                  </a:lnTo>
                  <a:lnTo>
                    <a:pt x="485586" y="1116177"/>
                  </a:lnTo>
                  <a:lnTo>
                    <a:pt x="485587" y="1116184"/>
                  </a:lnTo>
                  <a:lnTo>
                    <a:pt x="485590" y="1116200"/>
                  </a:lnTo>
                  <a:lnTo>
                    <a:pt x="485592" y="1116207"/>
                  </a:lnTo>
                  <a:lnTo>
                    <a:pt x="485595" y="1116214"/>
                  </a:lnTo>
                  <a:lnTo>
                    <a:pt x="485596" y="1116220"/>
                  </a:lnTo>
                  <a:lnTo>
                    <a:pt x="485595" y="1116229"/>
                  </a:lnTo>
                  <a:lnTo>
                    <a:pt x="485594" y="1116234"/>
                  </a:lnTo>
                  <a:lnTo>
                    <a:pt x="485593" y="1116249"/>
                  </a:lnTo>
                  <a:lnTo>
                    <a:pt x="485593" y="1116254"/>
                  </a:lnTo>
                  <a:lnTo>
                    <a:pt x="485597" y="1116274"/>
                  </a:lnTo>
                  <a:lnTo>
                    <a:pt x="485600" y="1116283"/>
                  </a:lnTo>
                  <a:lnTo>
                    <a:pt x="485603" y="1116293"/>
                  </a:lnTo>
                  <a:lnTo>
                    <a:pt x="485608" y="1116300"/>
                  </a:lnTo>
                  <a:lnTo>
                    <a:pt x="485614" y="1116311"/>
                  </a:lnTo>
                  <a:lnTo>
                    <a:pt x="485620" y="1116322"/>
                  </a:lnTo>
                  <a:lnTo>
                    <a:pt x="485629" y="1116340"/>
                  </a:lnTo>
                  <a:lnTo>
                    <a:pt x="485638" y="1116356"/>
                  </a:lnTo>
                  <a:lnTo>
                    <a:pt x="485644" y="1116366"/>
                  </a:lnTo>
                  <a:lnTo>
                    <a:pt x="485647" y="1116371"/>
                  </a:lnTo>
                  <a:lnTo>
                    <a:pt x="485650" y="1116377"/>
                  </a:lnTo>
                  <a:lnTo>
                    <a:pt x="485655" y="1116382"/>
                  </a:lnTo>
                  <a:lnTo>
                    <a:pt x="485660" y="1116388"/>
                  </a:lnTo>
                  <a:lnTo>
                    <a:pt x="485666" y="1116396"/>
                  </a:lnTo>
                  <a:lnTo>
                    <a:pt x="485674" y="1116406"/>
                  </a:lnTo>
                  <a:lnTo>
                    <a:pt x="485677" y="1116412"/>
                  </a:lnTo>
                  <a:lnTo>
                    <a:pt x="485678" y="1116417"/>
                  </a:lnTo>
                  <a:lnTo>
                    <a:pt x="485679" y="1116427"/>
                  </a:lnTo>
                  <a:lnTo>
                    <a:pt x="485680" y="1116439"/>
                  </a:lnTo>
                  <a:lnTo>
                    <a:pt x="485679" y="1116452"/>
                  </a:lnTo>
                  <a:lnTo>
                    <a:pt x="485680" y="1116463"/>
                  </a:lnTo>
                  <a:lnTo>
                    <a:pt x="485681" y="1116471"/>
                  </a:lnTo>
                  <a:lnTo>
                    <a:pt x="485683" y="1116481"/>
                  </a:lnTo>
                  <a:lnTo>
                    <a:pt x="485684" y="1116488"/>
                  </a:lnTo>
                  <a:lnTo>
                    <a:pt x="485686" y="1116495"/>
                  </a:lnTo>
                  <a:lnTo>
                    <a:pt x="485698" y="1116501"/>
                  </a:lnTo>
                  <a:lnTo>
                    <a:pt x="485702" y="1116504"/>
                  </a:lnTo>
                  <a:lnTo>
                    <a:pt x="485711" y="1116512"/>
                  </a:lnTo>
                  <a:lnTo>
                    <a:pt x="485716" y="1116516"/>
                  </a:lnTo>
                  <a:lnTo>
                    <a:pt x="485730" y="1116522"/>
                  </a:lnTo>
                  <a:lnTo>
                    <a:pt x="485749" y="1116527"/>
                  </a:lnTo>
                  <a:lnTo>
                    <a:pt x="485750" y="1116531"/>
                  </a:lnTo>
                  <a:lnTo>
                    <a:pt x="485754" y="1116539"/>
                  </a:lnTo>
                  <a:lnTo>
                    <a:pt x="485756" y="1116543"/>
                  </a:lnTo>
                  <a:lnTo>
                    <a:pt x="485759" y="1116549"/>
                  </a:lnTo>
                  <a:lnTo>
                    <a:pt x="485760" y="1116554"/>
                  </a:lnTo>
                  <a:lnTo>
                    <a:pt x="485761" y="1116560"/>
                  </a:lnTo>
                  <a:lnTo>
                    <a:pt x="485763" y="1116571"/>
                  </a:lnTo>
                  <a:lnTo>
                    <a:pt x="485764" y="1116576"/>
                  </a:lnTo>
                  <a:lnTo>
                    <a:pt x="485767" y="1116580"/>
                  </a:lnTo>
                  <a:lnTo>
                    <a:pt x="485769" y="1116584"/>
                  </a:lnTo>
                  <a:lnTo>
                    <a:pt x="485775" y="1116593"/>
                  </a:lnTo>
                  <a:lnTo>
                    <a:pt x="485778" y="1116599"/>
                  </a:lnTo>
                  <a:lnTo>
                    <a:pt x="485785" y="1116611"/>
                  </a:lnTo>
                  <a:lnTo>
                    <a:pt x="485792" y="1116621"/>
                  </a:lnTo>
                  <a:lnTo>
                    <a:pt x="485800" y="1116633"/>
                  </a:lnTo>
                  <a:lnTo>
                    <a:pt x="485803" y="1116636"/>
                  </a:lnTo>
                  <a:lnTo>
                    <a:pt x="485810" y="1116639"/>
                  </a:lnTo>
                  <a:lnTo>
                    <a:pt x="485817" y="1116645"/>
                  </a:lnTo>
                  <a:lnTo>
                    <a:pt x="485821" y="1116652"/>
                  </a:lnTo>
                  <a:lnTo>
                    <a:pt x="485826" y="1116661"/>
                  </a:lnTo>
                  <a:lnTo>
                    <a:pt x="485829" y="1116668"/>
                  </a:lnTo>
                  <a:lnTo>
                    <a:pt x="485832" y="1116675"/>
                  </a:lnTo>
                  <a:lnTo>
                    <a:pt x="485841" y="1116700"/>
                  </a:lnTo>
                  <a:lnTo>
                    <a:pt x="485846" y="1116714"/>
                  </a:lnTo>
                  <a:lnTo>
                    <a:pt x="485850" y="1116726"/>
                  </a:lnTo>
                  <a:lnTo>
                    <a:pt x="485857" y="1116738"/>
                  </a:lnTo>
                  <a:lnTo>
                    <a:pt x="485861" y="1116744"/>
                  </a:lnTo>
                  <a:lnTo>
                    <a:pt x="485867" y="1116754"/>
                  </a:lnTo>
                  <a:lnTo>
                    <a:pt x="485869" y="1116760"/>
                  </a:lnTo>
                  <a:lnTo>
                    <a:pt x="485872" y="1116771"/>
                  </a:lnTo>
                  <a:lnTo>
                    <a:pt x="485876" y="1116781"/>
                  </a:lnTo>
                  <a:lnTo>
                    <a:pt x="485877" y="1116787"/>
                  </a:lnTo>
                  <a:lnTo>
                    <a:pt x="485880" y="1116795"/>
                  </a:lnTo>
                  <a:lnTo>
                    <a:pt x="485883" y="1116802"/>
                  </a:lnTo>
                  <a:lnTo>
                    <a:pt x="485884" y="1116807"/>
                  </a:lnTo>
                  <a:lnTo>
                    <a:pt x="485888" y="1116817"/>
                  </a:lnTo>
                  <a:lnTo>
                    <a:pt x="485890" y="1116822"/>
                  </a:lnTo>
                  <a:lnTo>
                    <a:pt x="485892" y="1116826"/>
                  </a:lnTo>
                  <a:lnTo>
                    <a:pt x="485894" y="1116830"/>
                  </a:lnTo>
                  <a:lnTo>
                    <a:pt x="485897" y="1116837"/>
                  </a:lnTo>
                  <a:lnTo>
                    <a:pt x="485903" y="1116849"/>
                  </a:lnTo>
                  <a:lnTo>
                    <a:pt x="485906" y="1116855"/>
                  </a:lnTo>
                  <a:lnTo>
                    <a:pt x="485909" y="1116864"/>
                  </a:lnTo>
                  <a:lnTo>
                    <a:pt x="485911" y="1116875"/>
                  </a:lnTo>
                  <a:lnTo>
                    <a:pt x="485913" y="1116882"/>
                  </a:lnTo>
                  <a:lnTo>
                    <a:pt x="485915" y="1116896"/>
                  </a:lnTo>
                  <a:lnTo>
                    <a:pt x="485918" y="1116916"/>
                  </a:lnTo>
                  <a:lnTo>
                    <a:pt x="485920" y="1116924"/>
                  </a:lnTo>
                  <a:lnTo>
                    <a:pt x="485922" y="1116934"/>
                  </a:lnTo>
                  <a:lnTo>
                    <a:pt x="485924" y="1116941"/>
                  </a:lnTo>
                  <a:lnTo>
                    <a:pt x="485927" y="1116946"/>
                  </a:lnTo>
                  <a:lnTo>
                    <a:pt x="485934" y="1116951"/>
                  </a:lnTo>
                  <a:lnTo>
                    <a:pt x="485938" y="1116954"/>
                  </a:lnTo>
                  <a:lnTo>
                    <a:pt x="485941" y="1116958"/>
                  </a:lnTo>
                  <a:lnTo>
                    <a:pt x="485943" y="1116962"/>
                  </a:lnTo>
                  <a:lnTo>
                    <a:pt x="485949" y="1116971"/>
                  </a:lnTo>
                  <a:lnTo>
                    <a:pt x="485953" y="1116975"/>
                  </a:lnTo>
                  <a:lnTo>
                    <a:pt x="485959" y="1116982"/>
                  </a:lnTo>
                  <a:lnTo>
                    <a:pt x="485963" y="1116987"/>
                  </a:lnTo>
                  <a:lnTo>
                    <a:pt x="485967" y="1116991"/>
                  </a:lnTo>
                  <a:lnTo>
                    <a:pt x="485972" y="1116999"/>
                  </a:lnTo>
                  <a:lnTo>
                    <a:pt x="485972" y="1117007"/>
                  </a:lnTo>
                  <a:lnTo>
                    <a:pt x="485971" y="1117014"/>
                  </a:lnTo>
                  <a:lnTo>
                    <a:pt x="485970" y="1117021"/>
                  </a:lnTo>
                  <a:lnTo>
                    <a:pt x="485965" y="1117030"/>
                  </a:lnTo>
                  <a:lnTo>
                    <a:pt x="485962" y="1117037"/>
                  </a:lnTo>
                  <a:lnTo>
                    <a:pt x="485958" y="1117045"/>
                  </a:lnTo>
                  <a:lnTo>
                    <a:pt x="485952" y="1117054"/>
                  </a:lnTo>
                  <a:lnTo>
                    <a:pt x="485941" y="1117064"/>
                  </a:lnTo>
                  <a:lnTo>
                    <a:pt x="485937" y="1117069"/>
                  </a:lnTo>
                  <a:lnTo>
                    <a:pt x="485930" y="1117075"/>
                  </a:lnTo>
                  <a:lnTo>
                    <a:pt x="485919" y="1117083"/>
                  </a:lnTo>
                  <a:lnTo>
                    <a:pt x="485907" y="1117091"/>
                  </a:lnTo>
                  <a:lnTo>
                    <a:pt x="485895" y="1117097"/>
                  </a:lnTo>
                  <a:lnTo>
                    <a:pt x="485888" y="1117101"/>
                  </a:lnTo>
                  <a:lnTo>
                    <a:pt x="485876" y="1117108"/>
                  </a:lnTo>
                  <a:lnTo>
                    <a:pt x="485869" y="1117111"/>
                  </a:lnTo>
                  <a:lnTo>
                    <a:pt x="485862" y="1117110"/>
                  </a:lnTo>
                  <a:lnTo>
                    <a:pt x="485852" y="1117107"/>
                  </a:lnTo>
                  <a:lnTo>
                    <a:pt x="485842" y="1117105"/>
                  </a:lnTo>
                  <a:lnTo>
                    <a:pt x="485838" y="1117105"/>
                  </a:lnTo>
                  <a:lnTo>
                    <a:pt x="485834" y="1117106"/>
                  </a:lnTo>
                  <a:lnTo>
                    <a:pt x="485827" y="1117117"/>
                  </a:lnTo>
                  <a:lnTo>
                    <a:pt x="485812" y="1117137"/>
                  </a:lnTo>
                  <a:lnTo>
                    <a:pt x="485802" y="1117149"/>
                  </a:lnTo>
                  <a:lnTo>
                    <a:pt x="485794" y="1117157"/>
                  </a:lnTo>
                  <a:lnTo>
                    <a:pt x="485789" y="1117161"/>
                  </a:lnTo>
                  <a:lnTo>
                    <a:pt x="485771" y="1117171"/>
                  </a:lnTo>
                  <a:lnTo>
                    <a:pt x="485764" y="1117174"/>
                  </a:lnTo>
                  <a:lnTo>
                    <a:pt x="485756" y="1117176"/>
                  </a:lnTo>
                  <a:lnTo>
                    <a:pt x="485756" y="1117191"/>
                  </a:lnTo>
                  <a:lnTo>
                    <a:pt x="485756" y="1117199"/>
                  </a:lnTo>
                  <a:lnTo>
                    <a:pt x="485751" y="1117227"/>
                  </a:lnTo>
                  <a:lnTo>
                    <a:pt x="485750" y="1117237"/>
                  </a:lnTo>
                  <a:lnTo>
                    <a:pt x="485749" y="1117249"/>
                  </a:lnTo>
                  <a:lnTo>
                    <a:pt x="485746" y="1117260"/>
                  </a:lnTo>
                  <a:lnTo>
                    <a:pt x="485745" y="1117267"/>
                  </a:lnTo>
                  <a:lnTo>
                    <a:pt x="485742" y="1117275"/>
                  </a:lnTo>
                  <a:lnTo>
                    <a:pt x="485741" y="1117283"/>
                  </a:lnTo>
                  <a:lnTo>
                    <a:pt x="485739" y="1117296"/>
                  </a:lnTo>
                  <a:lnTo>
                    <a:pt x="485738" y="1117307"/>
                  </a:lnTo>
                  <a:lnTo>
                    <a:pt x="485740" y="1117318"/>
                  </a:lnTo>
                  <a:lnTo>
                    <a:pt x="485740" y="1117326"/>
                  </a:lnTo>
                  <a:lnTo>
                    <a:pt x="485739" y="1117334"/>
                  </a:lnTo>
                  <a:lnTo>
                    <a:pt x="485738" y="1117353"/>
                  </a:lnTo>
                  <a:lnTo>
                    <a:pt x="485735" y="1117363"/>
                  </a:lnTo>
                  <a:lnTo>
                    <a:pt x="485730" y="1117374"/>
                  </a:lnTo>
                  <a:lnTo>
                    <a:pt x="485724" y="1117391"/>
                  </a:lnTo>
                  <a:lnTo>
                    <a:pt x="485721" y="1117404"/>
                  </a:lnTo>
                  <a:lnTo>
                    <a:pt x="485723" y="1117410"/>
                  </a:lnTo>
                  <a:lnTo>
                    <a:pt x="485727" y="1117413"/>
                  </a:lnTo>
                  <a:lnTo>
                    <a:pt x="485735" y="1117421"/>
                  </a:lnTo>
                  <a:lnTo>
                    <a:pt x="485742" y="1117431"/>
                  </a:lnTo>
                  <a:lnTo>
                    <a:pt x="485748" y="1117441"/>
                  </a:lnTo>
                  <a:lnTo>
                    <a:pt x="485753" y="1117451"/>
                  </a:lnTo>
                  <a:lnTo>
                    <a:pt x="485755" y="1117462"/>
                  </a:lnTo>
                  <a:lnTo>
                    <a:pt x="485757" y="1117468"/>
                  </a:lnTo>
                  <a:lnTo>
                    <a:pt x="485758" y="1117475"/>
                  </a:lnTo>
                  <a:lnTo>
                    <a:pt x="485757" y="1117481"/>
                  </a:lnTo>
                  <a:lnTo>
                    <a:pt x="485755" y="1117487"/>
                  </a:lnTo>
                  <a:lnTo>
                    <a:pt x="485754" y="1117499"/>
                  </a:lnTo>
                  <a:lnTo>
                    <a:pt x="485752" y="1117506"/>
                  </a:lnTo>
                  <a:lnTo>
                    <a:pt x="485743" y="1117512"/>
                  </a:lnTo>
                  <a:lnTo>
                    <a:pt x="485735" y="1117515"/>
                  </a:lnTo>
                  <a:lnTo>
                    <a:pt x="485726" y="1117519"/>
                  </a:lnTo>
                  <a:lnTo>
                    <a:pt x="485715" y="1117523"/>
                  </a:lnTo>
                  <a:lnTo>
                    <a:pt x="485705" y="1117528"/>
                  </a:lnTo>
                  <a:lnTo>
                    <a:pt x="485698" y="1117531"/>
                  </a:lnTo>
                  <a:lnTo>
                    <a:pt x="485692" y="1117537"/>
                  </a:lnTo>
                  <a:lnTo>
                    <a:pt x="485689" y="1117542"/>
                  </a:lnTo>
                  <a:lnTo>
                    <a:pt x="485684" y="1117550"/>
                  </a:lnTo>
                  <a:lnTo>
                    <a:pt x="485682" y="1117556"/>
                  </a:lnTo>
                  <a:lnTo>
                    <a:pt x="485680" y="1117562"/>
                  </a:lnTo>
                  <a:lnTo>
                    <a:pt x="485681" y="1117574"/>
                  </a:lnTo>
                  <a:lnTo>
                    <a:pt x="485682" y="1117580"/>
                  </a:lnTo>
                  <a:lnTo>
                    <a:pt x="485685" y="1117584"/>
                  </a:lnTo>
                  <a:lnTo>
                    <a:pt x="485688" y="1117590"/>
                  </a:lnTo>
                  <a:lnTo>
                    <a:pt x="485694" y="1117597"/>
                  </a:lnTo>
                  <a:lnTo>
                    <a:pt x="485697" y="1117602"/>
                  </a:lnTo>
                  <a:lnTo>
                    <a:pt x="485702" y="1117609"/>
                  </a:lnTo>
                  <a:lnTo>
                    <a:pt x="485707" y="1117614"/>
                  </a:lnTo>
                  <a:lnTo>
                    <a:pt x="485714" y="1117617"/>
                  </a:lnTo>
                  <a:lnTo>
                    <a:pt x="485717" y="1117619"/>
                  </a:lnTo>
                  <a:lnTo>
                    <a:pt x="485722" y="1117625"/>
                  </a:lnTo>
                  <a:lnTo>
                    <a:pt x="485727" y="1117632"/>
                  </a:lnTo>
                  <a:lnTo>
                    <a:pt x="485730" y="1117637"/>
                  </a:lnTo>
                  <a:lnTo>
                    <a:pt x="485732" y="1117642"/>
                  </a:lnTo>
                  <a:lnTo>
                    <a:pt x="485732" y="1117648"/>
                  </a:lnTo>
                  <a:lnTo>
                    <a:pt x="485734" y="1117658"/>
                  </a:lnTo>
                  <a:lnTo>
                    <a:pt x="485735" y="1117671"/>
                  </a:lnTo>
                  <a:lnTo>
                    <a:pt x="485736" y="1117681"/>
                  </a:lnTo>
                  <a:lnTo>
                    <a:pt x="485737" y="1117695"/>
                  </a:lnTo>
                  <a:lnTo>
                    <a:pt x="485738" y="1117701"/>
                  </a:lnTo>
                  <a:lnTo>
                    <a:pt x="485738" y="1117706"/>
                  </a:lnTo>
                  <a:lnTo>
                    <a:pt x="485738" y="1117712"/>
                  </a:lnTo>
                  <a:lnTo>
                    <a:pt x="485739" y="1117720"/>
                  </a:lnTo>
                  <a:lnTo>
                    <a:pt x="485740" y="1117729"/>
                  </a:lnTo>
                  <a:lnTo>
                    <a:pt x="485740" y="1117736"/>
                  </a:lnTo>
                  <a:lnTo>
                    <a:pt x="485741" y="1117744"/>
                  </a:lnTo>
                  <a:lnTo>
                    <a:pt x="485742" y="1117751"/>
                  </a:lnTo>
                  <a:lnTo>
                    <a:pt x="485744" y="1117762"/>
                  </a:lnTo>
                  <a:lnTo>
                    <a:pt x="485744" y="1117768"/>
                  </a:lnTo>
                  <a:lnTo>
                    <a:pt x="485744" y="1117780"/>
                  </a:lnTo>
                  <a:lnTo>
                    <a:pt x="485743" y="1117788"/>
                  </a:lnTo>
                  <a:lnTo>
                    <a:pt x="485743" y="1117794"/>
                  </a:lnTo>
                  <a:lnTo>
                    <a:pt x="485743" y="1117803"/>
                  </a:lnTo>
                  <a:lnTo>
                    <a:pt x="485743" y="1117815"/>
                  </a:lnTo>
                  <a:lnTo>
                    <a:pt x="485744" y="1117826"/>
                  </a:lnTo>
                  <a:lnTo>
                    <a:pt x="485748" y="1117836"/>
                  </a:lnTo>
                  <a:lnTo>
                    <a:pt x="485748" y="1117845"/>
                  </a:lnTo>
                  <a:lnTo>
                    <a:pt x="485746" y="1117854"/>
                  </a:lnTo>
                  <a:lnTo>
                    <a:pt x="485739" y="1117863"/>
                  </a:lnTo>
                  <a:lnTo>
                    <a:pt x="485733" y="1117874"/>
                  </a:lnTo>
                  <a:lnTo>
                    <a:pt x="485731" y="1117884"/>
                  </a:lnTo>
                  <a:lnTo>
                    <a:pt x="485725" y="1117892"/>
                  </a:lnTo>
                  <a:lnTo>
                    <a:pt x="485715" y="1117899"/>
                  </a:lnTo>
                  <a:lnTo>
                    <a:pt x="485711" y="1117901"/>
                  </a:lnTo>
                  <a:lnTo>
                    <a:pt x="485705" y="1117907"/>
                  </a:lnTo>
                  <a:lnTo>
                    <a:pt x="485699" y="1117915"/>
                  </a:lnTo>
                  <a:lnTo>
                    <a:pt x="485692" y="1117925"/>
                  </a:lnTo>
                  <a:lnTo>
                    <a:pt x="485688" y="1117934"/>
                  </a:lnTo>
                  <a:lnTo>
                    <a:pt x="485686" y="1117940"/>
                  </a:lnTo>
                  <a:lnTo>
                    <a:pt x="485685" y="1117945"/>
                  </a:lnTo>
                  <a:lnTo>
                    <a:pt x="485686" y="1117957"/>
                  </a:lnTo>
                  <a:lnTo>
                    <a:pt x="485685" y="1117964"/>
                  </a:lnTo>
                  <a:lnTo>
                    <a:pt x="485683" y="1117976"/>
                  </a:lnTo>
                  <a:lnTo>
                    <a:pt x="485683" y="1117981"/>
                  </a:lnTo>
                  <a:lnTo>
                    <a:pt x="485685" y="1117987"/>
                  </a:lnTo>
                  <a:lnTo>
                    <a:pt x="485687" y="1117993"/>
                  </a:lnTo>
                  <a:lnTo>
                    <a:pt x="485689" y="1118000"/>
                  </a:lnTo>
                  <a:lnTo>
                    <a:pt x="485692" y="1118007"/>
                  </a:lnTo>
                  <a:lnTo>
                    <a:pt x="485701" y="1118019"/>
                  </a:lnTo>
                  <a:lnTo>
                    <a:pt x="485705" y="1118025"/>
                  </a:lnTo>
                  <a:lnTo>
                    <a:pt x="485709" y="1118032"/>
                  </a:lnTo>
                  <a:lnTo>
                    <a:pt x="485710" y="1118038"/>
                  </a:lnTo>
                  <a:lnTo>
                    <a:pt x="485711" y="1118045"/>
                  </a:lnTo>
                  <a:lnTo>
                    <a:pt x="485711" y="1118050"/>
                  </a:lnTo>
                  <a:lnTo>
                    <a:pt x="485713" y="1118057"/>
                  </a:lnTo>
                  <a:lnTo>
                    <a:pt x="485715" y="1118063"/>
                  </a:lnTo>
                  <a:lnTo>
                    <a:pt x="485720" y="1118071"/>
                  </a:lnTo>
                  <a:lnTo>
                    <a:pt x="485725" y="1118080"/>
                  </a:lnTo>
                  <a:lnTo>
                    <a:pt x="485728" y="1118089"/>
                  </a:lnTo>
                  <a:lnTo>
                    <a:pt x="485734" y="1118100"/>
                  </a:lnTo>
                  <a:lnTo>
                    <a:pt x="485736" y="1118109"/>
                  </a:lnTo>
                  <a:lnTo>
                    <a:pt x="485741" y="1118118"/>
                  </a:lnTo>
                  <a:lnTo>
                    <a:pt x="485747" y="1118123"/>
                  </a:lnTo>
                  <a:lnTo>
                    <a:pt x="485755" y="1118128"/>
                  </a:lnTo>
                  <a:lnTo>
                    <a:pt x="485763" y="1118131"/>
                  </a:lnTo>
                  <a:lnTo>
                    <a:pt x="485768" y="1118133"/>
                  </a:lnTo>
                  <a:lnTo>
                    <a:pt x="485773" y="1118137"/>
                  </a:lnTo>
                  <a:lnTo>
                    <a:pt x="485776" y="1118141"/>
                  </a:lnTo>
                  <a:lnTo>
                    <a:pt x="485781" y="1118148"/>
                  </a:lnTo>
                  <a:lnTo>
                    <a:pt x="485785" y="1118166"/>
                  </a:lnTo>
                  <a:lnTo>
                    <a:pt x="485788" y="1118178"/>
                  </a:lnTo>
                  <a:lnTo>
                    <a:pt x="485791" y="1118192"/>
                  </a:lnTo>
                  <a:lnTo>
                    <a:pt x="485794" y="1118201"/>
                  </a:lnTo>
                  <a:lnTo>
                    <a:pt x="485799" y="1118212"/>
                  </a:lnTo>
                  <a:lnTo>
                    <a:pt x="485802" y="1118221"/>
                  </a:lnTo>
                  <a:lnTo>
                    <a:pt x="485808" y="1118237"/>
                  </a:lnTo>
                  <a:lnTo>
                    <a:pt x="485809" y="1118241"/>
                  </a:lnTo>
                  <a:lnTo>
                    <a:pt x="485810" y="1118246"/>
                  </a:lnTo>
                  <a:lnTo>
                    <a:pt x="485807" y="1118258"/>
                  </a:lnTo>
                  <a:lnTo>
                    <a:pt x="485803" y="1118268"/>
                  </a:lnTo>
                  <a:lnTo>
                    <a:pt x="485799" y="1118283"/>
                  </a:lnTo>
                  <a:lnTo>
                    <a:pt x="485797" y="1118288"/>
                  </a:lnTo>
                  <a:lnTo>
                    <a:pt x="485790" y="1118297"/>
                  </a:lnTo>
                  <a:lnTo>
                    <a:pt x="485781" y="1118308"/>
                  </a:lnTo>
                  <a:lnTo>
                    <a:pt x="485773" y="1118324"/>
                  </a:lnTo>
                  <a:lnTo>
                    <a:pt x="485764" y="1118338"/>
                  </a:lnTo>
                  <a:lnTo>
                    <a:pt x="485753" y="1118351"/>
                  </a:lnTo>
                  <a:lnTo>
                    <a:pt x="485749" y="1118356"/>
                  </a:lnTo>
                  <a:lnTo>
                    <a:pt x="485743" y="1118364"/>
                  </a:lnTo>
                  <a:lnTo>
                    <a:pt x="485740" y="1118369"/>
                  </a:lnTo>
                  <a:lnTo>
                    <a:pt x="485738" y="1118377"/>
                  </a:lnTo>
                  <a:lnTo>
                    <a:pt x="485737" y="1118385"/>
                  </a:lnTo>
                  <a:lnTo>
                    <a:pt x="485737" y="1118393"/>
                  </a:lnTo>
                  <a:lnTo>
                    <a:pt x="485738" y="1118401"/>
                  </a:lnTo>
                  <a:lnTo>
                    <a:pt x="485738" y="1118409"/>
                  </a:lnTo>
                  <a:lnTo>
                    <a:pt x="485738" y="1118415"/>
                  </a:lnTo>
                  <a:lnTo>
                    <a:pt x="485736" y="1118424"/>
                  </a:lnTo>
                  <a:lnTo>
                    <a:pt x="485733" y="1118441"/>
                  </a:lnTo>
                  <a:lnTo>
                    <a:pt x="485730" y="1118450"/>
                  </a:lnTo>
                  <a:lnTo>
                    <a:pt x="485726" y="1118461"/>
                  </a:lnTo>
                  <a:lnTo>
                    <a:pt x="485720" y="1118470"/>
                  </a:lnTo>
                  <a:lnTo>
                    <a:pt x="485713" y="1118471"/>
                  </a:lnTo>
                  <a:lnTo>
                    <a:pt x="485706" y="1118471"/>
                  </a:lnTo>
                  <a:lnTo>
                    <a:pt x="485697" y="1118471"/>
                  </a:lnTo>
                  <a:lnTo>
                    <a:pt x="485691" y="1118472"/>
                  </a:lnTo>
                  <a:lnTo>
                    <a:pt x="485685" y="1118476"/>
                  </a:lnTo>
                  <a:lnTo>
                    <a:pt x="485681" y="1118483"/>
                  </a:lnTo>
                  <a:lnTo>
                    <a:pt x="485676" y="1118500"/>
                  </a:lnTo>
                  <a:lnTo>
                    <a:pt x="485674" y="1118509"/>
                  </a:lnTo>
                  <a:lnTo>
                    <a:pt x="485670" y="1118518"/>
                  </a:lnTo>
                  <a:lnTo>
                    <a:pt x="485666" y="1118524"/>
                  </a:lnTo>
                  <a:lnTo>
                    <a:pt x="485657" y="1118536"/>
                  </a:lnTo>
                  <a:lnTo>
                    <a:pt x="485650" y="1118542"/>
                  </a:lnTo>
                  <a:lnTo>
                    <a:pt x="485642" y="1118548"/>
                  </a:lnTo>
                  <a:lnTo>
                    <a:pt x="485625" y="1118557"/>
                  </a:lnTo>
                  <a:lnTo>
                    <a:pt x="485609" y="1118569"/>
                  </a:lnTo>
                  <a:lnTo>
                    <a:pt x="485598" y="1118579"/>
                  </a:lnTo>
                  <a:lnTo>
                    <a:pt x="485588" y="1118588"/>
                  </a:lnTo>
                  <a:lnTo>
                    <a:pt x="485578" y="1118596"/>
                  </a:lnTo>
                  <a:lnTo>
                    <a:pt x="485574" y="1118597"/>
                  </a:lnTo>
                  <a:lnTo>
                    <a:pt x="485569" y="1118600"/>
                  </a:lnTo>
                  <a:lnTo>
                    <a:pt x="485564" y="1118604"/>
                  </a:lnTo>
                  <a:lnTo>
                    <a:pt x="485551" y="1118617"/>
                  </a:lnTo>
                  <a:lnTo>
                    <a:pt x="485548" y="1118620"/>
                  </a:lnTo>
                  <a:lnTo>
                    <a:pt x="485541" y="1118633"/>
                  </a:lnTo>
                  <a:lnTo>
                    <a:pt x="485536" y="1118637"/>
                  </a:lnTo>
                  <a:lnTo>
                    <a:pt x="485523" y="1118647"/>
                  </a:lnTo>
                  <a:lnTo>
                    <a:pt x="485510" y="1118655"/>
                  </a:lnTo>
                  <a:lnTo>
                    <a:pt x="485499" y="1118661"/>
                  </a:lnTo>
                  <a:lnTo>
                    <a:pt x="485488" y="1118667"/>
                  </a:lnTo>
                  <a:lnTo>
                    <a:pt x="485480" y="1118674"/>
                  </a:lnTo>
                  <a:lnTo>
                    <a:pt x="485473" y="1118679"/>
                  </a:lnTo>
                  <a:lnTo>
                    <a:pt x="485468" y="1118689"/>
                  </a:lnTo>
                  <a:lnTo>
                    <a:pt x="485465" y="1118696"/>
                  </a:lnTo>
                  <a:lnTo>
                    <a:pt x="485460" y="1118701"/>
                  </a:lnTo>
                  <a:lnTo>
                    <a:pt x="485456" y="1118705"/>
                  </a:lnTo>
                  <a:lnTo>
                    <a:pt x="485451" y="1118707"/>
                  </a:lnTo>
                  <a:lnTo>
                    <a:pt x="485434" y="1118715"/>
                  </a:lnTo>
                  <a:lnTo>
                    <a:pt x="485423" y="1118718"/>
                  </a:lnTo>
                  <a:lnTo>
                    <a:pt x="485416" y="1118719"/>
                  </a:lnTo>
                  <a:lnTo>
                    <a:pt x="485406" y="1118720"/>
                  </a:lnTo>
                  <a:lnTo>
                    <a:pt x="485399" y="1118721"/>
                  </a:lnTo>
                  <a:lnTo>
                    <a:pt x="485386" y="1118728"/>
                  </a:lnTo>
                  <a:lnTo>
                    <a:pt x="485378" y="1118734"/>
                  </a:lnTo>
                  <a:lnTo>
                    <a:pt x="485376" y="1118742"/>
                  </a:lnTo>
                  <a:lnTo>
                    <a:pt x="485377" y="1118757"/>
                  </a:lnTo>
                  <a:lnTo>
                    <a:pt x="485377" y="1118762"/>
                  </a:lnTo>
                  <a:lnTo>
                    <a:pt x="485376" y="1118770"/>
                  </a:lnTo>
                  <a:lnTo>
                    <a:pt x="485374" y="1118779"/>
                  </a:lnTo>
                  <a:lnTo>
                    <a:pt x="485377" y="1118797"/>
                  </a:lnTo>
                  <a:lnTo>
                    <a:pt x="485379" y="1118806"/>
                  </a:lnTo>
                  <a:lnTo>
                    <a:pt x="485381" y="1118821"/>
                  </a:lnTo>
                  <a:lnTo>
                    <a:pt x="485385" y="1118834"/>
                  </a:lnTo>
                  <a:lnTo>
                    <a:pt x="485390" y="1118843"/>
                  </a:lnTo>
                  <a:lnTo>
                    <a:pt x="485394" y="1118851"/>
                  </a:lnTo>
                  <a:lnTo>
                    <a:pt x="485395" y="1118861"/>
                  </a:lnTo>
                  <a:lnTo>
                    <a:pt x="485398" y="1118881"/>
                  </a:lnTo>
                  <a:lnTo>
                    <a:pt x="485401" y="1118899"/>
                  </a:lnTo>
                  <a:lnTo>
                    <a:pt x="485406" y="1118904"/>
                  </a:lnTo>
                  <a:lnTo>
                    <a:pt x="485410" y="1118911"/>
                  </a:lnTo>
                  <a:lnTo>
                    <a:pt x="485414" y="1118918"/>
                  </a:lnTo>
                  <a:lnTo>
                    <a:pt x="485419" y="1118927"/>
                  </a:lnTo>
                  <a:lnTo>
                    <a:pt x="485423" y="1118936"/>
                  </a:lnTo>
                  <a:lnTo>
                    <a:pt x="485425" y="1118943"/>
                  </a:lnTo>
                  <a:lnTo>
                    <a:pt x="485425" y="1118949"/>
                  </a:lnTo>
                  <a:lnTo>
                    <a:pt x="485425" y="1118958"/>
                  </a:lnTo>
                  <a:lnTo>
                    <a:pt x="485423" y="1118967"/>
                  </a:lnTo>
                  <a:lnTo>
                    <a:pt x="485425" y="1118990"/>
                  </a:lnTo>
                  <a:lnTo>
                    <a:pt x="485426" y="1118996"/>
                  </a:lnTo>
                  <a:lnTo>
                    <a:pt x="485432" y="1119007"/>
                  </a:lnTo>
                  <a:lnTo>
                    <a:pt x="485436" y="1119017"/>
                  </a:lnTo>
                  <a:lnTo>
                    <a:pt x="485445" y="1119031"/>
                  </a:lnTo>
                  <a:lnTo>
                    <a:pt x="485448" y="1119035"/>
                  </a:lnTo>
                  <a:lnTo>
                    <a:pt x="485452" y="1119042"/>
                  </a:lnTo>
                  <a:lnTo>
                    <a:pt x="485455" y="1119051"/>
                  </a:lnTo>
                  <a:lnTo>
                    <a:pt x="485459" y="1119062"/>
                  </a:lnTo>
                  <a:lnTo>
                    <a:pt x="485462" y="1119072"/>
                  </a:lnTo>
                  <a:lnTo>
                    <a:pt x="485467" y="1119083"/>
                  </a:lnTo>
                  <a:lnTo>
                    <a:pt x="485470" y="1119089"/>
                  </a:lnTo>
                  <a:lnTo>
                    <a:pt x="485474" y="1119096"/>
                  </a:lnTo>
                  <a:lnTo>
                    <a:pt x="485481" y="1119109"/>
                  </a:lnTo>
                  <a:lnTo>
                    <a:pt x="485486" y="1119114"/>
                  </a:lnTo>
                  <a:lnTo>
                    <a:pt x="485492" y="1119120"/>
                  </a:lnTo>
                  <a:lnTo>
                    <a:pt x="485498" y="1119127"/>
                  </a:lnTo>
                  <a:lnTo>
                    <a:pt x="485503" y="1119133"/>
                  </a:lnTo>
                  <a:lnTo>
                    <a:pt x="485506" y="1119136"/>
                  </a:lnTo>
                  <a:lnTo>
                    <a:pt x="485508" y="1119142"/>
                  </a:lnTo>
                  <a:lnTo>
                    <a:pt x="485510" y="1119146"/>
                  </a:lnTo>
                  <a:lnTo>
                    <a:pt x="485518" y="1119157"/>
                  </a:lnTo>
                  <a:lnTo>
                    <a:pt x="485530" y="1119168"/>
                  </a:lnTo>
                  <a:lnTo>
                    <a:pt x="485543" y="1119177"/>
                  </a:lnTo>
                  <a:lnTo>
                    <a:pt x="485550" y="1119185"/>
                  </a:lnTo>
                  <a:lnTo>
                    <a:pt x="485557" y="1119188"/>
                  </a:lnTo>
                  <a:lnTo>
                    <a:pt x="485572" y="1119192"/>
                  </a:lnTo>
                  <a:lnTo>
                    <a:pt x="485592" y="1119194"/>
                  </a:lnTo>
                  <a:lnTo>
                    <a:pt x="485597" y="1119195"/>
                  </a:lnTo>
                  <a:lnTo>
                    <a:pt x="485602" y="1119198"/>
                  </a:lnTo>
                  <a:lnTo>
                    <a:pt x="485606" y="1119202"/>
                  </a:lnTo>
                  <a:lnTo>
                    <a:pt x="485613" y="1119215"/>
                  </a:lnTo>
                  <a:lnTo>
                    <a:pt x="485623" y="1119243"/>
                  </a:lnTo>
                  <a:lnTo>
                    <a:pt x="485635" y="1119273"/>
                  </a:lnTo>
                  <a:lnTo>
                    <a:pt x="485638" y="1119284"/>
                  </a:lnTo>
                  <a:lnTo>
                    <a:pt x="485641" y="1119294"/>
                  </a:lnTo>
                  <a:lnTo>
                    <a:pt x="485644" y="1119304"/>
                  </a:lnTo>
                  <a:lnTo>
                    <a:pt x="485648" y="1119315"/>
                  </a:lnTo>
                  <a:lnTo>
                    <a:pt x="485652" y="1119326"/>
                  </a:lnTo>
                  <a:lnTo>
                    <a:pt x="485655" y="1119331"/>
                  </a:lnTo>
                  <a:lnTo>
                    <a:pt x="485658" y="1119335"/>
                  </a:lnTo>
                  <a:lnTo>
                    <a:pt x="485663" y="1119343"/>
                  </a:lnTo>
                  <a:lnTo>
                    <a:pt x="485671" y="1119351"/>
                  </a:lnTo>
                  <a:lnTo>
                    <a:pt x="485679" y="1119361"/>
                  </a:lnTo>
                  <a:lnTo>
                    <a:pt x="485686" y="1119372"/>
                  </a:lnTo>
                  <a:lnTo>
                    <a:pt x="485691" y="1119380"/>
                  </a:lnTo>
                  <a:lnTo>
                    <a:pt x="485697" y="1119387"/>
                  </a:lnTo>
                  <a:lnTo>
                    <a:pt x="485704" y="1119396"/>
                  </a:lnTo>
                  <a:lnTo>
                    <a:pt x="485710" y="1119407"/>
                  </a:lnTo>
                  <a:lnTo>
                    <a:pt x="485715" y="1119416"/>
                  </a:lnTo>
                  <a:lnTo>
                    <a:pt x="485726" y="1119434"/>
                  </a:lnTo>
                  <a:lnTo>
                    <a:pt x="485741" y="1119452"/>
                  </a:lnTo>
                  <a:lnTo>
                    <a:pt x="485748" y="1119459"/>
                  </a:lnTo>
                  <a:lnTo>
                    <a:pt x="485753" y="1119463"/>
                  </a:lnTo>
                  <a:lnTo>
                    <a:pt x="485758" y="1119463"/>
                  </a:lnTo>
                  <a:lnTo>
                    <a:pt x="485765" y="1119464"/>
                  </a:lnTo>
                  <a:lnTo>
                    <a:pt x="485772" y="1119464"/>
                  </a:lnTo>
                  <a:lnTo>
                    <a:pt x="485778" y="1119465"/>
                  </a:lnTo>
                  <a:lnTo>
                    <a:pt x="485785" y="1119466"/>
                  </a:lnTo>
                  <a:lnTo>
                    <a:pt x="485793" y="1119468"/>
                  </a:lnTo>
                  <a:lnTo>
                    <a:pt x="485802" y="1119473"/>
                  </a:lnTo>
                  <a:lnTo>
                    <a:pt x="485807" y="1119476"/>
                  </a:lnTo>
                  <a:lnTo>
                    <a:pt x="485813" y="1119479"/>
                  </a:lnTo>
                  <a:lnTo>
                    <a:pt x="485819" y="1119482"/>
                  </a:lnTo>
                  <a:lnTo>
                    <a:pt x="485825" y="1119486"/>
                  </a:lnTo>
                  <a:lnTo>
                    <a:pt x="485832" y="1119491"/>
                  </a:lnTo>
                  <a:lnTo>
                    <a:pt x="485838" y="1119495"/>
                  </a:lnTo>
                  <a:lnTo>
                    <a:pt x="485845" y="1119498"/>
                  </a:lnTo>
                  <a:lnTo>
                    <a:pt x="485849" y="1119501"/>
                  </a:lnTo>
                  <a:lnTo>
                    <a:pt x="485853" y="1119505"/>
                  </a:lnTo>
                  <a:lnTo>
                    <a:pt x="485855" y="1119509"/>
                  </a:lnTo>
                  <a:lnTo>
                    <a:pt x="485859" y="1119519"/>
                  </a:lnTo>
                  <a:lnTo>
                    <a:pt x="485862" y="1119529"/>
                  </a:lnTo>
                  <a:lnTo>
                    <a:pt x="485863" y="1119539"/>
                  </a:lnTo>
                  <a:lnTo>
                    <a:pt x="485865" y="1119550"/>
                  </a:lnTo>
                  <a:lnTo>
                    <a:pt x="485867" y="1119557"/>
                  </a:lnTo>
                  <a:lnTo>
                    <a:pt x="485871" y="1119565"/>
                  </a:lnTo>
                  <a:lnTo>
                    <a:pt x="485871" y="1119570"/>
                  </a:lnTo>
                  <a:lnTo>
                    <a:pt x="485871" y="1119576"/>
                  </a:lnTo>
                  <a:lnTo>
                    <a:pt x="485873" y="1119588"/>
                  </a:lnTo>
                  <a:lnTo>
                    <a:pt x="485876" y="1119594"/>
                  </a:lnTo>
                  <a:lnTo>
                    <a:pt x="485882" y="1119610"/>
                  </a:lnTo>
                  <a:lnTo>
                    <a:pt x="485885" y="1119616"/>
                  </a:lnTo>
                  <a:lnTo>
                    <a:pt x="485890" y="1119626"/>
                  </a:lnTo>
                  <a:lnTo>
                    <a:pt x="485893" y="1119633"/>
                  </a:lnTo>
                  <a:lnTo>
                    <a:pt x="485895" y="1119654"/>
                  </a:lnTo>
                  <a:lnTo>
                    <a:pt x="485897" y="1119662"/>
                  </a:lnTo>
                  <a:lnTo>
                    <a:pt x="485904" y="1119685"/>
                  </a:lnTo>
                  <a:lnTo>
                    <a:pt x="485908" y="1119693"/>
                  </a:lnTo>
                  <a:lnTo>
                    <a:pt x="485912" y="1119700"/>
                  </a:lnTo>
                  <a:lnTo>
                    <a:pt x="485916" y="1119700"/>
                  </a:lnTo>
                  <a:lnTo>
                    <a:pt x="485925" y="1119699"/>
                  </a:lnTo>
                  <a:lnTo>
                    <a:pt x="485933" y="1119699"/>
                  </a:lnTo>
                  <a:lnTo>
                    <a:pt x="485948" y="1119700"/>
                  </a:lnTo>
                  <a:lnTo>
                    <a:pt x="485961" y="1119701"/>
                  </a:lnTo>
                  <a:lnTo>
                    <a:pt x="485966" y="1119703"/>
                  </a:lnTo>
                  <a:lnTo>
                    <a:pt x="485972" y="1119704"/>
                  </a:lnTo>
                  <a:lnTo>
                    <a:pt x="485977" y="1119709"/>
                  </a:lnTo>
                  <a:lnTo>
                    <a:pt x="485980" y="1119713"/>
                  </a:lnTo>
                  <a:lnTo>
                    <a:pt x="485982" y="1119723"/>
                  </a:lnTo>
                  <a:lnTo>
                    <a:pt x="485984" y="1119729"/>
                  </a:lnTo>
                  <a:lnTo>
                    <a:pt x="485991" y="1119739"/>
                  </a:lnTo>
                  <a:lnTo>
                    <a:pt x="485995" y="1119748"/>
                  </a:lnTo>
                  <a:lnTo>
                    <a:pt x="485996" y="1119753"/>
                  </a:lnTo>
                  <a:lnTo>
                    <a:pt x="485997" y="1119759"/>
                  </a:lnTo>
                  <a:lnTo>
                    <a:pt x="485999" y="1119764"/>
                  </a:lnTo>
                  <a:lnTo>
                    <a:pt x="486000" y="1119769"/>
                  </a:lnTo>
                  <a:lnTo>
                    <a:pt x="486002" y="1119773"/>
                  </a:lnTo>
                  <a:lnTo>
                    <a:pt x="486010" y="1119790"/>
                  </a:lnTo>
                  <a:lnTo>
                    <a:pt x="486014" y="1119799"/>
                  </a:lnTo>
                  <a:lnTo>
                    <a:pt x="486014" y="1119806"/>
                  </a:lnTo>
                  <a:lnTo>
                    <a:pt x="486013" y="1119811"/>
                  </a:lnTo>
                  <a:lnTo>
                    <a:pt x="486009" y="1119827"/>
                  </a:lnTo>
                  <a:lnTo>
                    <a:pt x="486008" y="1119833"/>
                  </a:lnTo>
                  <a:lnTo>
                    <a:pt x="486005" y="1119847"/>
                  </a:lnTo>
                  <a:lnTo>
                    <a:pt x="486000" y="1119859"/>
                  </a:lnTo>
                  <a:lnTo>
                    <a:pt x="486015" y="1119869"/>
                  </a:lnTo>
                  <a:lnTo>
                    <a:pt x="486026" y="1119878"/>
                  </a:lnTo>
                  <a:lnTo>
                    <a:pt x="486030" y="1119881"/>
                  </a:lnTo>
                  <a:lnTo>
                    <a:pt x="486035" y="1119886"/>
                  </a:lnTo>
                  <a:lnTo>
                    <a:pt x="486038" y="1119891"/>
                  </a:lnTo>
                  <a:lnTo>
                    <a:pt x="486041" y="1119899"/>
                  </a:lnTo>
                  <a:lnTo>
                    <a:pt x="486043" y="1119905"/>
                  </a:lnTo>
                  <a:lnTo>
                    <a:pt x="486047" y="1119914"/>
                  </a:lnTo>
                  <a:lnTo>
                    <a:pt x="486051" y="1119922"/>
                  </a:lnTo>
                  <a:lnTo>
                    <a:pt x="486054" y="1119926"/>
                  </a:lnTo>
                  <a:lnTo>
                    <a:pt x="486057" y="1119934"/>
                  </a:lnTo>
                  <a:lnTo>
                    <a:pt x="486061" y="1119940"/>
                  </a:lnTo>
                  <a:lnTo>
                    <a:pt x="486066" y="1119949"/>
                  </a:lnTo>
                  <a:lnTo>
                    <a:pt x="486070" y="1119958"/>
                  </a:lnTo>
                  <a:lnTo>
                    <a:pt x="486076" y="1119968"/>
                  </a:lnTo>
                  <a:lnTo>
                    <a:pt x="486082" y="1119978"/>
                  </a:lnTo>
                  <a:lnTo>
                    <a:pt x="486084" y="1119983"/>
                  </a:lnTo>
                  <a:lnTo>
                    <a:pt x="486088" y="1119984"/>
                  </a:lnTo>
                  <a:lnTo>
                    <a:pt x="486098" y="1119983"/>
                  </a:lnTo>
                  <a:lnTo>
                    <a:pt x="486109" y="1119983"/>
                  </a:lnTo>
                  <a:lnTo>
                    <a:pt x="486116" y="1119984"/>
                  </a:lnTo>
                  <a:lnTo>
                    <a:pt x="486121" y="1119986"/>
                  </a:lnTo>
                  <a:lnTo>
                    <a:pt x="486127" y="1119989"/>
                  </a:lnTo>
                  <a:lnTo>
                    <a:pt x="486132" y="1119994"/>
                  </a:lnTo>
                  <a:lnTo>
                    <a:pt x="486136" y="1119999"/>
                  </a:lnTo>
                  <a:lnTo>
                    <a:pt x="486141" y="1120005"/>
                  </a:lnTo>
                  <a:lnTo>
                    <a:pt x="486143" y="1120010"/>
                  </a:lnTo>
                  <a:lnTo>
                    <a:pt x="486143" y="1120017"/>
                  </a:lnTo>
                  <a:lnTo>
                    <a:pt x="486144" y="1120026"/>
                  </a:lnTo>
                  <a:lnTo>
                    <a:pt x="486145" y="1120035"/>
                  </a:lnTo>
                  <a:lnTo>
                    <a:pt x="486146" y="1120042"/>
                  </a:lnTo>
                  <a:lnTo>
                    <a:pt x="486148" y="1120050"/>
                  </a:lnTo>
                  <a:lnTo>
                    <a:pt x="486155" y="1120075"/>
                  </a:lnTo>
                  <a:lnTo>
                    <a:pt x="486158" y="1120097"/>
                  </a:lnTo>
                  <a:lnTo>
                    <a:pt x="486160" y="1120105"/>
                  </a:lnTo>
                  <a:lnTo>
                    <a:pt x="486162" y="1120111"/>
                  </a:lnTo>
                  <a:lnTo>
                    <a:pt x="486165" y="1120118"/>
                  </a:lnTo>
                  <a:lnTo>
                    <a:pt x="486169" y="1120123"/>
                  </a:lnTo>
                  <a:lnTo>
                    <a:pt x="486173" y="1120127"/>
                  </a:lnTo>
                  <a:lnTo>
                    <a:pt x="486178" y="1120133"/>
                  </a:lnTo>
                  <a:lnTo>
                    <a:pt x="486183" y="1120142"/>
                  </a:lnTo>
                  <a:lnTo>
                    <a:pt x="486186" y="1120147"/>
                  </a:lnTo>
                  <a:lnTo>
                    <a:pt x="486190" y="1120157"/>
                  </a:lnTo>
                  <a:lnTo>
                    <a:pt x="486200" y="1120174"/>
                  </a:lnTo>
                  <a:lnTo>
                    <a:pt x="486202" y="1120179"/>
                  </a:lnTo>
                  <a:lnTo>
                    <a:pt x="486204" y="1120186"/>
                  </a:lnTo>
                  <a:lnTo>
                    <a:pt x="486213" y="1120190"/>
                  </a:lnTo>
                  <a:lnTo>
                    <a:pt x="486222" y="1120193"/>
                  </a:lnTo>
                  <a:lnTo>
                    <a:pt x="486231" y="1120196"/>
                  </a:lnTo>
                  <a:lnTo>
                    <a:pt x="486236" y="1120198"/>
                  </a:lnTo>
                  <a:lnTo>
                    <a:pt x="486239" y="1120203"/>
                  </a:lnTo>
                  <a:lnTo>
                    <a:pt x="486241" y="1120210"/>
                  </a:lnTo>
                  <a:lnTo>
                    <a:pt x="486239" y="1120220"/>
                  </a:lnTo>
                  <a:lnTo>
                    <a:pt x="486237" y="1120232"/>
                  </a:lnTo>
                  <a:lnTo>
                    <a:pt x="486234" y="1120246"/>
                  </a:lnTo>
                  <a:lnTo>
                    <a:pt x="486233" y="1120252"/>
                  </a:lnTo>
                  <a:lnTo>
                    <a:pt x="486233" y="1120263"/>
                  </a:lnTo>
                  <a:lnTo>
                    <a:pt x="486233" y="1120273"/>
                  </a:lnTo>
                  <a:lnTo>
                    <a:pt x="486233" y="1120282"/>
                  </a:lnTo>
                  <a:lnTo>
                    <a:pt x="486235" y="1120291"/>
                  </a:lnTo>
                  <a:lnTo>
                    <a:pt x="486238" y="1120296"/>
                  </a:lnTo>
                  <a:lnTo>
                    <a:pt x="486242" y="1120302"/>
                  </a:lnTo>
                  <a:lnTo>
                    <a:pt x="486246" y="1120306"/>
                  </a:lnTo>
                  <a:lnTo>
                    <a:pt x="486253" y="1120314"/>
                  </a:lnTo>
                  <a:lnTo>
                    <a:pt x="486258" y="1120319"/>
                  </a:lnTo>
                  <a:lnTo>
                    <a:pt x="486262" y="1120324"/>
                  </a:lnTo>
                  <a:lnTo>
                    <a:pt x="486271" y="1120335"/>
                  </a:lnTo>
                  <a:lnTo>
                    <a:pt x="486278" y="1120342"/>
                  </a:lnTo>
                  <a:lnTo>
                    <a:pt x="486284" y="1120349"/>
                  </a:lnTo>
                  <a:lnTo>
                    <a:pt x="486287" y="1120354"/>
                  </a:lnTo>
                  <a:lnTo>
                    <a:pt x="486290" y="1120362"/>
                  </a:lnTo>
                  <a:lnTo>
                    <a:pt x="486291" y="1120376"/>
                  </a:lnTo>
                  <a:lnTo>
                    <a:pt x="486292" y="1120385"/>
                  </a:lnTo>
                  <a:lnTo>
                    <a:pt x="486294" y="1120392"/>
                  </a:lnTo>
                  <a:lnTo>
                    <a:pt x="486295" y="1120400"/>
                  </a:lnTo>
                  <a:lnTo>
                    <a:pt x="486297" y="1120407"/>
                  </a:lnTo>
                  <a:lnTo>
                    <a:pt x="486300" y="1120413"/>
                  </a:lnTo>
                  <a:lnTo>
                    <a:pt x="486308" y="1120417"/>
                  </a:lnTo>
                  <a:lnTo>
                    <a:pt x="486312" y="1120419"/>
                  </a:lnTo>
                  <a:lnTo>
                    <a:pt x="486317" y="1120424"/>
                  </a:lnTo>
                  <a:lnTo>
                    <a:pt x="486321" y="1120432"/>
                  </a:lnTo>
                  <a:lnTo>
                    <a:pt x="486322" y="1120437"/>
                  </a:lnTo>
                  <a:lnTo>
                    <a:pt x="486321" y="1120442"/>
                  </a:lnTo>
                  <a:lnTo>
                    <a:pt x="486319" y="1120458"/>
                  </a:lnTo>
                  <a:lnTo>
                    <a:pt x="486315" y="1120473"/>
                  </a:lnTo>
                  <a:lnTo>
                    <a:pt x="486313" y="1120480"/>
                  </a:lnTo>
                  <a:lnTo>
                    <a:pt x="486313" y="1120489"/>
                  </a:lnTo>
                  <a:lnTo>
                    <a:pt x="486313" y="1120502"/>
                  </a:lnTo>
                  <a:lnTo>
                    <a:pt x="486313" y="1120507"/>
                  </a:lnTo>
                  <a:lnTo>
                    <a:pt x="486314" y="1120525"/>
                  </a:lnTo>
                  <a:lnTo>
                    <a:pt x="486313" y="1120536"/>
                  </a:lnTo>
                  <a:lnTo>
                    <a:pt x="486314" y="1120548"/>
                  </a:lnTo>
                  <a:lnTo>
                    <a:pt x="486316" y="1120557"/>
                  </a:lnTo>
                  <a:lnTo>
                    <a:pt x="486327" y="1120581"/>
                  </a:lnTo>
                  <a:lnTo>
                    <a:pt x="486333" y="1120593"/>
                  </a:lnTo>
                  <a:lnTo>
                    <a:pt x="486334" y="1120598"/>
                  </a:lnTo>
                  <a:lnTo>
                    <a:pt x="486335" y="1120603"/>
                  </a:lnTo>
                  <a:lnTo>
                    <a:pt x="486335" y="1120613"/>
                  </a:lnTo>
                  <a:lnTo>
                    <a:pt x="486338" y="1120633"/>
                  </a:lnTo>
                  <a:lnTo>
                    <a:pt x="486341" y="1120645"/>
                  </a:lnTo>
                  <a:lnTo>
                    <a:pt x="486344" y="1120651"/>
                  </a:lnTo>
                  <a:lnTo>
                    <a:pt x="486353" y="1120667"/>
                  </a:lnTo>
                  <a:lnTo>
                    <a:pt x="486357" y="1120676"/>
                  </a:lnTo>
                  <a:lnTo>
                    <a:pt x="486359" y="1120686"/>
                  </a:lnTo>
                  <a:lnTo>
                    <a:pt x="486360" y="1120706"/>
                  </a:lnTo>
                  <a:lnTo>
                    <a:pt x="486364" y="1120725"/>
                  </a:lnTo>
                  <a:lnTo>
                    <a:pt x="486367" y="1120740"/>
                  </a:lnTo>
                  <a:lnTo>
                    <a:pt x="486370" y="1120763"/>
                  </a:lnTo>
                  <a:lnTo>
                    <a:pt x="486371" y="1120768"/>
                  </a:lnTo>
                  <a:lnTo>
                    <a:pt x="486372" y="1120776"/>
                  </a:lnTo>
                  <a:lnTo>
                    <a:pt x="486373" y="1120783"/>
                  </a:lnTo>
                  <a:lnTo>
                    <a:pt x="486374" y="1120793"/>
                  </a:lnTo>
                  <a:lnTo>
                    <a:pt x="486375" y="1120801"/>
                  </a:lnTo>
                  <a:lnTo>
                    <a:pt x="486377" y="1120809"/>
                  </a:lnTo>
                  <a:lnTo>
                    <a:pt x="486379" y="1120821"/>
                  </a:lnTo>
                  <a:lnTo>
                    <a:pt x="486382" y="1120833"/>
                  </a:lnTo>
                  <a:lnTo>
                    <a:pt x="486386" y="1120845"/>
                  </a:lnTo>
                  <a:lnTo>
                    <a:pt x="486386" y="1120853"/>
                  </a:lnTo>
                  <a:lnTo>
                    <a:pt x="486386" y="1120859"/>
                  </a:lnTo>
                  <a:lnTo>
                    <a:pt x="486388" y="1120878"/>
                  </a:lnTo>
                  <a:lnTo>
                    <a:pt x="486389" y="1120886"/>
                  </a:lnTo>
                  <a:lnTo>
                    <a:pt x="486390" y="1120898"/>
                  </a:lnTo>
                  <a:lnTo>
                    <a:pt x="486392" y="1120905"/>
                  </a:lnTo>
                  <a:lnTo>
                    <a:pt x="486394" y="1120917"/>
                  </a:lnTo>
                  <a:lnTo>
                    <a:pt x="486395" y="1120921"/>
                  </a:lnTo>
                  <a:lnTo>
                    <a:pt x="486397" y="1120929"/>
                  </a:lnTo>
                  <a:lnTo>
                    <a:pt x="486399" y="1120939"/>
                  </a:lnTo>
                  <a:lnTo>
                    <a:pt x="486399" y="1120948"/>
                  </a:lnTo>
                  <a:lnTo>
                    <a:pt x="486398" y="1120959"/>
                  </a:lnTo>
                  <a:lnTo>
                    <a:pt x="486398" y="1120980"/>
                  </a:lnTo>
                  <a:lnTo>
                    <a:pt x="486400" y="1120994"/>
                  </a:lnTo>
                  <a:lnTo>
                    <a:pt x="486402" y="1121002"/>
                  </a:lnTo>
                  <a:lnTo>
                    <a:pt x="486403" y="1121007"/>
                  </a:lnTo>
                  <a:lnTo>
                    <a:pt x="486406" y="1121013"/>
                  </a:lnTo>
                  <a:lnTo>
                    <a:pt x="486409" y="1121021"/>
                  </a:lnTo>
                  <a:lnTo>
                    <a:pt x="486413" y="1121031"/>
                  </a:lnTo>
                  <a:lnTo>
                    <a:pt x="486416" y="1121039"/>
                  </a:lnTo>
                  <a:lnTo>
                    <a:pt x="486420" y="1121051"/>
                  </a:lnTo>
                  <a:lnTo>
                    <a:pt x="486425" y="1121062"/>
                  </a:lnTo>
                  <a:lnTo>
                    <a:pt x="486431" y="1121076"/>
                  </a:lnTo>
                  <a:lnTo>
                    <a:pt x="486434" y="1121083"/>
                  </a:lnTo>
                  <a:lnTo>
                    <a:pt x="486437" y="1121090"/>
                  </a:lnTo>
                  <a:lnTo>
                    <a:pt x="486441" y="1121098"/>
                  </a:lnTo>
                  <a:lnTo>
                    <a:pt x="486444" y="1121104"/>
                  </a:lnTo>
                  <a:lnTo>
                    <a:pt x="486448" y="1121110"/>
                  </a:lnTo>
                  <a:lnTo>
                    <a:pt x="486456" y="1121116"/>
                  </a:lnTo>
                  <a:lnTo>
                    <a:pt x="486462" y="1121123"/>
                  </a:lnTo>
                  <a:lnTo>
                    <a:pt x="486471" y="1121136"/>
                  </a:lnTo>
                  <a:lnTo>
                    <a:pt x="486475" y="1121143"/>
                  </a:lnTo>
                  <a:lnTo>
                    <a:pt x="486477" y="1121147"/>
                  </a:lnTo>
                  <a:lnTo>
                    <a:pt x="486478" y="1121155"/>
                  </a:lnTo>
                  <a:lnTo>
                    <a:pt x="486478" y="1121161"/>
                  </a:lnTo>
                  <a:lnTo>
                    <a:pt x="486478" y="1121167"/>
                  </a:lnTo>
                  <a:lnTo>
                    <a:pt x="486478" y="1121176"/>
                  </a:lnTo>
                  <a:lnTo>
                    <a:pt x="486477" y="1121188"/>
                  </a:lnTo>
                  <a:lnTo>
                    <a:pt x="486477" y="1121198"/>
                  </a:lnTo>
                  <a:lnTo>
                    <a:pt x="486477" y="1121205"/>
                  </a:lnTo>
                  <a:lnTo>
                    <a:pt x="486479" y="1121211"/>
                  </a:lnTo>
                  <a:lnTo>
                    <a:pt x="486485" y="1121217"/>
                  </a:lnTo>
                  <a:lnTo>
                    <a:pt x="486499" y="1121226"/>
                  </a:lnTo>
                  <a:lnTo>
                    <a:pt x="486506" y="1121232"/>
                  </a:lnTo>
                  <a:lnTo>
                    <a:pt x="486512" y="1121238"/>
                  </a:lnTo>
                  <a:lnTo>
                    <a:pt x="486516" y="1121244"/>
                  </a:lnTo>
                  <a:lnTo>
                    <a:pt x="486517" y="1121250"/>
                  </a:lnTo>
                  <a:lnTo>
                    <a:pt x="486517" y="1121257"/>
                  </a:lnTo>
                  <a:lnTo>
                    <a:pt x="486518" y="1121264"/>
                  </a:lnTo>
                  <a:lnTo>
                    <a:pt x="486520" y="1121271"/>
                  </a:lnTo>
                  <a:lnTo>
                    <a:pt x="486521" y="1121277"/>
                  </a:lnTo>
                  <a:lnTo>
                    <a:pt x="486522" y="1121282"/>
                  </a:lnTo>
                  <a:lnTo>
                    <a:pt x="486522" y="1121288"/>
                  </a:lnTo>
                  <a:lnTo>
                    <a:pt x="486521" y="1121296"/>
                  </a:lnTo>
                  <a:lnTo>
                    <a:pt x="486520" y="1121306"/>
                  </a:lnTo>
                  <a:lnTo>
                    <a:pt x="486519" y="1121319"/>
                  </a:lnTo>
                  <a:lnTo>
                    <a:pt x="486517" y="1121330"/>
                  </a:lnTo>
                  <a:lnTo>
                    <a:pt x="486515" y="1121337"/>
                  </a:lnTo>
                  <a:lnTo>
                    <a:pt x="486513" y="1121344"/>
                  </a:lnTo>
                  <a:lnTo>
                    <a:pt x="486514" y="1121350"/>
                  </a:lnTo>
                  <a:lnTo>
                    <a:pt x="486516" y="1121357"/>
                  </a:lnTo>
                  <a:lnTo>
                    <a:pt x="486518" y="1121361"/>
                  </a:lnTo>
                  <a:lnTo>
                    <a:pt x="486524" y="1121371"/>
                  </a:lnTo>
                  <a:lnTo>
                    <a:pt x="486527" y="1121378"/>
                  </a:lnTo>
                  <a:lnTo>
                    <a:pt x="486529" y="1121383"/>
                  </a:lnTo>
                  <a:lnTo>
                    <a:pt x="486532" y="1121394"/>
                  </a:lnTo>
                  <a:lnTo>
                    <a:pt x="486534" y="1121399"/>
                  </a:lnTo>
                  <a:lnTo>
                    <a:pt x="486533" y="1121404"/>
                  </a:lnTo>
                  <a:lnTo>
                    <a:pt x="486531" y="1121410"/>
                  </a:lnTo>
                  <a:lnTo>
                    <a:pt x="486526" y="1121418"/>
                  </a:lnTo>
                  <a:lnTo>
                    <a:pt x="486519" y="1121427"/>
                  </a:lnTo>
                  <a:lnTo>
                    <a:pt x="486513" y="1121436"/>
                  </a:lnTo>
                  <a:lnTo>
                    <a:pt x="486509" y="1121442"/>
                  </a:lnTo>
                  <a:lnTo>
                    <a:pt x="486506" y="1121447"/>
                  </a:lnTo>
                  <a:lnTo>
                    <a:pt x="486502" y="1121459"/>
                  </a:lnTo>
                  <a:lnTo>
                    <a:pt x="486499" y="1121465"/>
                  </a:lnTo>
                  <a:lnTo>
                    <a:pt x="486496" y="1121471"/>
                  </a:lnTo>
                  <a:lnTo>
                    <a:pt x="486491" y="1121480"/>
                  </a:lnTo>
                  <a:lnTo>
                    <a:pt x="486485" y="1121490"/>
                  </a:lnTo>
                  <a:lnTo>
                    <a:pt x="486481" y="1121500"/>
                  </a:lnTo>
                  <a:lnTo>
                    <a:pt x="486480" y="1121504"/>
                  </a:lnTo>
                  <a:lnTo>
                    <a:pt x="486482" y="1121509"/>
                  </a:lnTo>
                  <a:lnTo>
                    <a:pt x="486487" y="1121514"/>
                  </a:lnTo>
                  <a:lnTo>
                    <a:pt x="486491" y="1121519"/>
                  </a:lnTo>
                  <a:lnTo>
                    <a:pt x="486497" y="1121526"/>
                  </a:lnTo>
                  <a:lnTo>
                    <a:pt x="486504" y="1121533"/>
                  </a:lnTo>
                  <a:lnTo>
                    <a:pt x="486511" y="1121539"/>
                  </a:lnTo>
                  <a:lnTo>
                    <a:pt x="486515" y="1121544"/>
                  </a:lnTo>
                  <a:lnTo>
                    <a:pt x="486515" y="1121550"/>
                  </a:lnTo>
                  <a:lnTo>
                    <a:pt x="486514" y="1121555"/>
                  </a:lnTo>
                  <a:lnTo>
                    <a:pt x="486512" y="1121560"/>
                  </a:lnTo>
                  <a:lnTo>
                    <a:pt x="486506" y="1121569"/>
                  </a:lnTo>
                  <a:lnTo>
                    <a:pt x="486495" y="1121584"/>
                  </a:lnTo>
                  <a:lnTo>
                    <a:pt x="486490" y="1121592"/>
                  </a:lnTo>
                  <a:lnTo>
                    <a:pt x="486485" y="1121596"/>
                  </a:lnTo>
                  <a:lnTo>
                    <a:pt x="486479" y="1121602"/>
                  </a:lnTo>
                  <a:lnTo>
                    <a:pt x="486469" y="1121609"/>
                  </a:lnTo>
                  <a:lnTo>
                    <a:pt x="486463" y="1121613"/>
                  </a:lnTo>
                  <a:lnTo>
                    <a:pt x="486458" y="1121616"/>
                  </a:lnTo>
                  <a:lnTo>
                    <a:pt x="486452" y="1121621"/>
                  </a:lnTo>
                  <a:lnTo>
                    <a:pt x="486447" y="1121627"/>
                  </a:lnTo>
                  <a:lnTo>
                    <a:pt x="486445" y="1121633"/>
                  </a:lnTo>
                  <a:lnTo>
                    <a:pt x="486444" y="1121639"/>
                  </a:lnTo>
                  <a:lnTo>
                    <a:pt x="486448" y="1121651"/>
                  </a:lnTo>
                  <a:lnTo>
                    <a:pt x="486450" y="1121660"/>
                  </a:lnTo>
                  <a:lnTo>
                    <a:pt x="486451" y="1121667"/>
                  </a:lnTo>
                  <a:lnTo>
                    <a:pt x="486452" y="1121678"/>
                  </a:lnTo>
                  <a:lnTo>
                    <a:pt x="486453" y="1121683"/>
                  </a:lnTo>
                  <a:lnTo>
                    <a:pt x="486457" y="1121688"/>
                  </a:lnTo>
                  <a:lnTo>
                    <a:pt x="486463" y="1121693"/>
                  </a:lnTo>
                  <a:lnTo>
                    <a:pt x="486470" y="1121697"/>
                  </a:lnTo>
                  <a:lnTo>
                    <a:pt x="486478" y="1121700"/>
                  </a:lnTo>
                  <a:lnTo>
                    <a:pt x="486483" y="1121702"/>
                  </a:lnTo>
                  <a:lnTo>
                    <a:pt x="486488" y="1121703"/>
                  </a:lnTo>
                  <a:lnTo>
                    <a:pt x="486496" y="1121704"/>
                  </a:lnTo>
                  <a:lnTo>
                    <a:pt x="486501" y="1121705"/>
                  </a:lnTo>
                  <a:lnTo>
                    <a:pt x="486504" y="1121706"/>
                  </a:lnTo>
                  <a:lnTo>
                    <a:pt x="486514" y="1121716"/>
                  </a:lnTo>
                  <a:lnTo>
                    <a:pt x="486519" y="1121723"/>
                  </a:lnTo>
                  <a:lnTo>
                    <a:pt x="486523" y="1121731"/>
                  </a:lnTo>
                  <a:lnTo>
                    <a:pt x="486526" y="1121738"/>
                  </a:lnTo>
                  <a:lnTo>
                    <a:pt x="486528" y="1121743"/>
                  </a:lnTo>
                  <a:lnTo>
                    <a:pt x="486530" y="1121749"/>
                  </a:lnTo>
                  <a:lnTo>
                    <a:pt x="486532" y="1121755"/>
                  </a:lnTo>
                  <a:lnTo>
                    <a:pt x="486534" y="1121760"/>
                  </a:lnTo>
                  <a:lnTo>
                    <a:pt x="486536" y="1121765"/>
                  </a:lnTo>
                  <a:lnTo>
                    <a:pt x="486539" y="1121772"/>
                  </a:lnTo>
                  <a:lnTo>
                    <a:pt x="486541" y="1121778"/>
                  </a:lnTo>
                  <a:lnTo>
                    <a:pt x="486543" y="1121786"/>
                  </a:lnTo>
                  <a:lnTo>
                    <a:pt x="486546" y="1121793"/>
                  </a:lnTo>
                  <a:lnTo>
                    <a:pt x="486548" y="1121800"/>
                  </a:lnTo>
                  <a:lnTo>
                    <a:pt x="486551" y="1121806"/>
                  </a:lnTo>
                  <a:lnTo>
                    <a:pt x="486556" y="1121812"/>
                  </a:lnTo>
                  <a:lnTo>
                    <a:pt x="486563" y="1121819"/>
                  </a:lnTo>
                  <a:lnTo>
                    <a:pt x="486567" y="1121822"/>
                  </a:lnTo>
                  <a:lnTo>
                    <a:pt x="486571" y="1121825"/>
                  </a:lnTo>
                  <a:lnTo>
                    <a:pt x="486575" y="1121827"/>
                  </a:lnTo>
                  <a:lnTo>
                    <a:pt x="486579" y="1121831"/>
                  </a:lnTo>
                  <a:lnTo>
                    <a:pt x="486584" y="1121836"/>
                  </a:lnTo>
                  <a:lnTo>
                    <a:pt x="486589" y="1121844"/>
                  </a:lnTo>
                  <a:lnTo>
                    <a:pt x="486594" y="1121854"/>
                  </a:lnTo>
                  <a:lnTo>
                    <a:pt x="486598" y="1121861"/>
                  </a:lnTo>
                  <a:lnTo>
                    <a:pt x="486602" y="1121867"/>
                  </a:lnTo>
                  <a:lnTo>
                    <a:pt x="486607" y="1121872"/>
                  </a:lnTo>
                  <a:lnTo>
                    <a:pt x="486612" y="1121877"/>
                  </a:lnTo>
                  <a:lnTo>
                    <a:pt x="486617" y="1121880"/>
                  </a:lnTo>
                  <a:lnTo>
                    <a:pt x="486621" y="1121884"/>
                  </a:lnTo>
                  <a:lnTo>
                    <a:pt x="486627" y="1121888"/>
                  </a:lnTo>
                  <a:lnTo>
                    <a:pt x="486631" y="1121890"/>
                  </a:lnTo>
                  <a:lnTo>
                    <a:pt x="486635" y="1121891"/>
                  </a:lnTo>
                  <a:lnTo>
                    <a:pt x="486640" y="1121892"/>
                  </a:lnTo>
                  <a:lnTo>
                    <a:pt x="486645" y="1121895"/>
                  </a:lnTo>
                  <a:lnTo>
                    <a:pt x="486651" y="1121899"/>
                  </a:lnTo>
                  <a:lnTo>
                    <a:pt x="486655" y="1121903"/>
                  </a:lnTo>
                  <a:lnTo>
                    <a:pt x="486662" y="1121909"/>
                  </a:lnTo>
                  <a:lnTo>
                    <a:pt x="486668" y="1121914"/>
                  </a:lnTo>
                  <a:lnTo>
                    <a:pt x="486672" y="1121920"/>
                  </a:lnTo>
                  <a:lnTo>
                    <a:pt x="486677" y="1121926"/>
                  </a:lnTo>
                  <a:lnTo>
                    <a:pt x="486682" y="1121934"/>
                  </a:lnTo>
                  <a:lnTo>
                    <a:pt x="486685" y="1121937"/>
                  </a:lnTo>
                  <a:lnTo>
                    <a:pt x="486690" y="1121942"/>
                  </a:lnTo>
                  <a:lnTo>
                    <a:pt x="486696" y="1121947"/>
                  </a:lnTo>
                  <a:lnTo>
                    <a:pt x="486701" y="1121952"/>
                  </a:lnTo>
                  <a:lnTo>
                    <a:pt x="486706" y="1121954"/>
                  </a:lnTo>
                  <a:lnTo>
                    <a:pt x="486714" y="1121957"/>
                  </a:lnTo>
                  <a:lnTo>
                    <a:pt x="486719" y="1121961"/>
                  </a:lnTo>
                  <a:lnTo>
                    <a:pt x="486722" y="1121966"/>
                  </a:lnTo>
                  <a:lnTo>
                    <a:pt x="486723" y="1121971"/>
                  </a:lnTo>
                  <a:lnTo>
                    <a:pt x="486725" y="1121982"/>
                  </a:lnTo>
                  <a:lnTo>
                    <a:pt x="486725" y="1121987"/>
                  </a:lnTo>
                  <a:lnTo>
                    <a:pt x="486726" y="1121993"/>
                  </a:lnTo>
                  <a:lnTo>
                    <a:pt x="486728" y="1121999"/>
                  </a:lnTo>
                  <a:lnTo>
                    <a:pt x="486732" y="1122009"/>
                  </a:lnTo>
                  <a:lnTo>
                    <a:pt x="486734" y="1122017"/>
                  </a:lnTo>
                  <a:lnTo>
                    <a:pt x="486737" y="1122026"/>
                  </a:lnTo>
                  <a:lnTo>
                    <a:pt x="486740" y="1122032"/>
                  </a:lnTo>
                  <a:lnTo>
                    <a:pt x="486742" y="1122039"/>
                  </a:lnTo>
                  <a:lnTo>
                    <a:pt x="486747" y="1122047"/>
                  </a:lnTo>
                  <a:lnTo>
                    <a:pt x="486752" y="1122057"/>
                  </a:lnTo>
                  <a:lnTo>
                    <a:pt x="486758" y="1122067"/>
                  </a:lnTo>
                  <a:lnTo>
                    <a:pt x="486763" y="1122076"/>
                  </a:lnTo>
                  <a:lnTo>
                    <a:pt x="486770" y="1122090"/>
                  </a:lnTo>
                  <a:lnTo>
                    <a:pt x="486778" y="1122102"/>
                  </a:lnTo>
                  <a:lnTo>
                    <a:pt x="486784" y="1122116"/>
                  </a:lnTo>
                  <a:lnTo>
                    <a:pt x="486787" y="1122122"/>
                  </a:lnTo>
                  <a:lnTo>
                    <a:pt x="486791" y="1122125"/>
                  </a:lnTo>
                  <a:lnTo>
                    <a:pt x="486797" y="1122125"/>
                  </a:lnTo>
                  <a:lnTo>
                    <a:pt x="486803" y="1122124"/>
                  </a:lnTo>
                  <a:lnTo>
                    <a:pt x="486809" y="1122125"/>
                  </a:lnTo>
                  <a:lnTo>
                    <a:pt x="486815" y="1122126"/>
                  </a:lnTo>
                  <a:lnTo>
                    <a:pt x="486823" y="1122128"/>
                  </a:lnTo>
                  <a:lnTo>
                    <a:pt x="486834" y="1122132"/>
                  </a:lnTo>
                  <a:lnTo>
                    <a:pt x="486842" y="1122136"/>
                  </a:lnTo>
                  <a:lnTo>
                    <a:pt x="486850" y="1122141"/>
                  </a:lnTo>
                  <a:lnTo>
                    <a:pt x="486855" y="1122143"/>
                  </a:lnTo>
                  <a:lnTo>
                    <a:pt x="486861" y="1122147"/>
                  </a:lnTo>
                  <a:lnTo>
                    <a:pt x="486867" y="1122149"/>
                  </a:lnTo>
                  <a:lnTo>
                    <a:pt x="486874" y="1122152"/>
                  </a:lnTo>
                  <a:lnTo>
                    <a:pt x="486878" y="1122155"/>
                  </a:lnTo>
                  <a:lnTo>
                    <a:pt x="486882" y="1122158"/>
                  </a:lnTo>
                  <a:lnTo>
                    <a:pt x="486886" y="1122163"/>
                  </a:lnTo>
                  <a:lnTo>
                    <a:pt x="486890" y="1122167"/>
                  </a:lnTo>
                  <a:lnTo>
                    <a:pt x="486895" y="1122170"/>
                  </a:lnTo>
                  <a:lnTo>
                    <a:pt x="486906" y="1122176"/>
                  </a:lnTo>
                  <a:lnTo>
                    <a:pt x="486920" y="1122183"/>
                  </a:lnTo>
                  <a:lnTo>
                    <a:pt x="486926" y="1122185"/>
                  </a:lnTo>
                  <a:lnTo>
                    <a:pt x="486943" y="1122190"/>
                  </a:lnTo>
                  <a:lnTo>
                    <a:pt x="486950" y="1122193"/>
                  </a:lnTo>
                  <a:lnTo>
                    <a:pt x="486954" y="1122195"/>
                  </a:lnTo>
                  <a:lnTo>
                    <a:pt x="486960" y="1122198"/>
                  </a:lnTo>
                  <a:lnTo>
                    <a:pt x="486967" y="1122204"/>
                  </a:lnTo>
                  <a:lnTo>
                    <a:pt x="486976" y="1122212"/>
                  </a:lnTo>
                  <a:lnTo>
                    <a:pt x="486981" y="1122217"/>
                  </a:lnTo>
                  <a:lnTo>
                    <a:pt x="486985" y="1122222"/>
                  </a:lnTo>
                  <a:lnTo>
                    <a:pt x="486992" y="1122236"/>
                  </a:lnTo>
                  <a:lnTo>
                    <a:pt x="486996" y="1122241"/>
                  </a:lnTo>
                  <a:lnTo>
                    <a:pt x="487003" y="1122247"/>
                  </a:lnTo>
                  <a:lnTo>
                    <a:pt x="487008" y="1122250"/>
                  </a:lnTo>
                  <a:lnTo>
                    <a:pt x="487012" y="1122253"/>
                  </a:lnTo>
                  <a:lnTo>
                    <a:pt x="487018" y="1122256"/>
                  </a:lnTo>
                  <a:lnTo>
                    <a:pt x="487026" y="1122260"/>
                  </a:lnTo>
                  <a:lnTo>
                    <a:pt x="487034" y="1122261"/>
                  </a:lnTo>
                  <a:lnTo>
                    <a:pt x="487042" y="1122262"/>
                  </a:lnTo>
                  <a:lnTo>
                    <a:pt x="487061" y="1122263"/>
                  </a:lnTo>
                  <a:lnTo>
                    <a:pt x="487074" y="1122264"/>
                  </a:lnTo>
                  <a:lnTo>
                    <a:pt x="487079" y="1122265"/>
                  </a:lnTo>
                  <a:lnTo>
                    <a:pt x="487085" y="1122265"/>
                  </a:lnTo>
                  <a:lnTo>
                    <a:pt x="487087" y="1122276"/>
                  </a:lnTo>
                  <a:lnTo>
                    <a:pt x="487088" y="1122295"/>
                  </a:lnTo>
                  <a:lnTo>
                    <a:pt x="487090" y="1122314"/>
                  </a:lnTo>
                  <a:lnTo>
                    <a:pt x="487091" y="1122327"/>
                  </a:lnTo>
                  <a:lnTo>
                    <a:pt x="487093" y="1122342"/>
                  </a:lnTo>
                  <a:lnTo>
                    <a:pt x="487094" y="1122355"/>
                  </a:lnTo>
                  <a:lnTo>
                    <a:pt x="487096" y="1122372"/>
                  </a:lnTo>
                  <a:lnTo>
                    <a:pt x="487097" y="1122380"/>
                  </a:lnTo>
                  <a:lnTo>
                    <a:pt x="487099" y="1122384"/>
                  </a:lnTo>
                  <a:lnTo>
                    <a:pt x="487102" y="1122386"/>
                  </a:lnTo>
                  <a:lnTo>
                    <a:pt x="487109" y="1122390"/>
                  </a:lnTo>
                  <a:lnTo>
                    <a:pt x="487114" y="1122394"/>
                  </a:lnTo>
                  <a:lnTo>
                    <a:pt x="487119" y="1122398"/>
                  </a:lnTo>
                  <a:lnTo>
                    <a:pt x="487123" y="1122402"/>
                  </a:lnTo>
                  <a:lnTo>
                    <a:pt x="487129" y="1122409"/>
                  </a:lnTo>
                  <a:lnTo>
                    <a:pt x="487135" y="1122415"/>
                  </a:lnTo>
                  <a:lnTo>
                    <a:pt x="487139" y="1122427"/>
                  </a:lnTo>
                  <a:lnTo>
                    <a:pt x="487145" y="1122441"/>
                  </a:lnTo>
                  <a:lnTo>
                    <a:pt x="487150" y="1122450"/>
                  </a:lnTo>
                  <a:lnTo>
                    <a:pt x="487154" y="1122454"/>
                  </a:lnTo>
                  <a:lnTo>
                    <a:pt x="487162" y="1122462"/>
                  </a:lnTo>
                  <a:lnTo>
                    <a:pt x="487165" y="1122466"/>
                  </a:lnTo>
                  <a:lnTo>
                    <a:pt x="487170" y="1122470"/>
                  </a:lnTo>
                  <a:lnTo>
                    <a:pt x="487171" y="1122476"/>
                  </a:lnTo>
                  <a:lnTo>
                    <a:pt x="487173" y="1122486"/>
                  </a:lnTo>
                  <a:lnTo>
                    <a:pt x="487173" y="1122493"/>
                  </a:lnTo>
                  <a:lnTo>
                    <a:pt x="487172" y="1122502"/>
                  </a:lnTo>
                  <a:lnTo>
                    <a:pt x="487170" y="1122508"/>
                  </a:lnTo>
                  <a:lnTo>
                    <a:pt x="487168" y="1122514"/>
                  </a:lnTo>
                  <a:lnTo>
                    <a:pt x="487165" y="1122521"/>
                  </a:lnTo>
                  <a:lnTo>
                    <a:pt x="487163" y="1122528"/>
                  </a:lnTo>
                  <a:lnTo>
                    <a:pt x="487162" y="1122539"/>
                  </a:lnTo>
                  <a:lnTo>
                    <a:pt x="487162" y="1122550"/>
                  </a:lnTo>
                  <a:lnTo>
                    <a:pt x="487163" y="1122561"/>
                  </a:lnTo>
                  <a:lnTo>
                    <a:pt x="487166" y="1122573"/>
                  </a:lnTo>
                  <a:lnTo>
                    <a:pt x="487168" y="1122578"/>
                  </a:lnTo>
                  <a:lnTo>
                    <a:pt x="487171" y="1122584"/>
                  </a:lnTo>
                  <a:lnTo>
                    <a:pt x="487177" y="1122592"/>
                  </a:lnTo>
                  <a:lnTo>
                    <a:pt x="487183" y="1122605"/>
                  </a:lnTo>
                  <a:lnTo>
                    <a:pt x="487187" y="1122616"/>
                  </a:lnTo>
                  <a:lnTo>
                    <a:pt x="487186" y="1122622"/>
                  </a:lnTo>
                  <a:lnTo>
                    <a:pt x="487181" y="1122633"/>
                  </a:lnTo>
                  <a:lnTo>
                    <a:pt x="487177" y="1122640"/>
                  </a:lnTo>
                  <a:lnTo>
                    <a:pt x="487172" y="1122645"/>
                  </a:lnTo>
                  <a:lnTo>
                    <a:pt x="487169" y="1122649"/>
                  </a:lnTo>
                  <a:lnTo>
                    <a:pt x="487162" y="1122657"/>
                  </a:lnTo>
                  <a:lnTo>
                    <a:pt x="487155" y="1122667"/>
                  </a:lnTo>
                  <a:lnTo>
                    <a:pt x="487150" y="1122673"/>
                  </a:lnTo>
                  <a:lnTo>
                    <a:pt x="487144" y="1122677"/>
                  </a:lnTo>
                  <a:lnTo>
                    <a:pt x="487137" y="1122680"/>
                  </a:lnTo>
                  <a:lnTo>
                    <a:pt x="487131" y="1122682"/>
                  </a:lnTo>
                  <a:lnTo>
                    <a:pt x="487128" y="1122685"/>
                  </a:lnTo>
                  <a:lnTo>
                    <a:pt x="487125" y="1122689"/>
                  </a:lnTo>
                  <a:lnTo>
                    <a:pt x="487122" y="1122695"/>
                  </a:lnTo>
                  <a:lnTo>
                    <a:pt x="487118" y="1122708"/>
                  </a:lnTo>
                  <a:lnTo>
                    <a:pt x="487113" y="1122720"/>
                  </a:lnTo>
                  <a:lnTo>
                    <a:pt x="487110" y="1122731"/>
                  </a:lnTo>
                  <a:lnTo>
                    <a:pt x="487107" y="1122740"/>
                  </a:lnTo>
                  <a:lnTo>
                    <a:pt x="487105" y="1122748"/>
                  </a:lnTo>
                  <a:lnTo>
                    <a:pt x="487102" y="1122759"/>
                  </a:lnTo>
                  <a:lnTo>
                    <a:pt x="487100" y="1122769"/>
                  </a:lnTo>
                  <a:lnTo>
                    <a:pt x="487096" y="1122781"/>
                  </a:lnTo>
                  <a:lnTo>
                    <a:pt x="487091" y="1122795"/>
                  </a:lnTo>
                  <a:lnTo>
                    <a:pt x="487086" y="1122808"/>
                  </a:lnTo>
                  <a:lnTo>
                    <a:pt x="487084" y="1122814"/>
                  </a:lnTo>
                  <a:lnTo>
                    <a:pt x="487083" y="1122819"/>
                  </a:lnTo>
                  <a:lnTo>
                    <a:pt x="487082" y="1122831"/>
                  </a:lnTo>
                  <a:lnTo>
                    <a:pt x="487083" y="1122845"/>
                  </a:lnTo>
                  <a:lnTo>
                    <a:pt x="487084" y="1122854"/>
                  </a:lnTo>
                  <a:lnTo>
                    <a:pt x="487085" y="1122865"/>
                  </a:lnTo>
                  <a:lnTo>
                    <a:pt x="487086" y="1122872"/>
                  </a:lnTo>
                  <a:lnTo>
                    <a:pt x="487086" y="1122882"/>
                  </a:lnTo>
                  <a:lnTo>
                    <a:pt x="487086" y="1122889"/>
                  </a:lnTo>
                  <a:lnTo>
                    <a:pt x="487084" y="1122895"/>
                  </a:lnTo>
                  <a:lnTo>
                    <a:pt x="487080" y="1122897"/>
                  </a:lnTo>
                  <a:lnTo>
                    <a:pt x="487064" y="1122902"/>
                  </a:lnTo>
                  <a:lnTo>
                    <a:pt x="487048" y="1122906"/>
                  </a:lnTo>
                  <a:lnTo>
                    <a:pt x="487033" y="1122913"/>
                  </a:lnTo>
                  <a:lnTo>
                    <a:pt x="487026" y="1122915"/>
                  </a:lnTo>
                  <a:lnTo>
                    <a:pt x="487021" y="1122916"/>
                  </a:lnTo>
                  <a:lnTo>
                    <a:pt x="487016" y="1122916"/>
                  </a:lnTo>
                  <a:lnTo>
                    <a:pt x="487008" y="1122914"/>
                  </a:lnTo>
                  <a:lnTo>
                    <a:pt x="487000" y="1122913"/>
                  </a:lnTo>
                  <a:lnTo>
                    <a:pt x="486996" y="1122912"/>
                  </a:lnTo>
                  <a:lnTo>
                    <a:pt x="486992" y="1122912"/>
                  </a:lnTo>
                  <a:lnTo>
                    <a:pt x="486968" y="1122910"/>
                  </a:lnTo>
                  <a:lnTo>
                    <a:pt x="486955" y="1122908"/>
                  </a:lnTo>
                  <a:lnTo>
                    <a:pt x="486947" y="1122907"/>
                  </a:lnTo>
                  <a:lnTo>
                    <a:pt x="486942" y="1122906"/>
                  </a:lnTo>
                  <a:lnTo>
                    <a:pt x="486934" y="1122906"/>
                  </a:lnTo>
                  <a:lnTo>
                    <a:pt x="486918" y="1122904"/>
                  </a:lnTo>
                  <a:lnTo>
                    <a:pt x="486912" y="1122902"/>
                  </a:lnTo>
                  <a:lnTo>
                    <a:pt x="486903" y="1122899"/>
                  </a:lnTo>
                  <a:lnTo>
                    <a:pt x="486889" y="1122896"/>
                  </a:lnTo>
                  <a:lnTo>
                    <a:pt x="486873" y="1122894"/>
                  </a:lnTo>
                  <a:lnTo>
                    <a:pt x="486865" y="1122893"/>
                  </a:lnTo>
                  <a:lnTo>
                    <a:pt x="486856" y="1122892"/>
                  </a:lnTo>
                  <a:lnTo>
                    <a:pt x="486850" y="1122895"/>
                  </a:lnTo>
                  <a:lnTo>
                    <a:pt x="486846" y="1122898"/>
                  </a:lnTo>
                  <a:lnTo>
                    <a:pt x="486841" y="1122901"/>
                  </a:lnTo>
                  <a:lnTo>
                    <a:pt x="486830" y="1122909"/>
                  </a:lnTo>
                  <a:lnTo>
                    <a:pt x="486819" y="1122916"/>
                  </a:lnTo>
                  <a:lnTo>
                    <a:pt x="486804" y="1122921"/>
                  </a:lnTo>
                  <a:lnTo>
                    <a:pt x="486791" y="1122925"/>
                  </a:lnTo>
                  <a:lnTo>
                    <a:pt x="486783" y="1122928"/>
                  </a:lnTo>
                  <a:lnTo>
                    <a:pt x="486778" y="1122930"/>
                  </a:lnTo>
                  <a:lnTo>
                    <a:pt x="486772" y="1122934"/>
                  </a:lnTo>
                  <a:lnTo>
                    <a:pt x="486767" y="1122935"/>
                  </a:lnTo>
                  <a:lnTo>
                    <a:pt x="486760" y="1122936"/>
                  </a:lnTo>
                  <a:lnTo>
                    <a:pt x="486756" y="1122937"/>
                  </a:lnTo>
                  <a:lnTo>
                    <a:pt x="486751" y="1122939"/>
                  </a:lnTo>
                  <a:lnTo>
                    <a:pt x="486747" y="1122941"/>
                  </a:lnTo>
                  <a:lnTo>
                    <a:pt x="486741" y="1122943"/>
                  </a:lnTo>
                  <a:lnTo>
                    <a:pt x="486733" y="1122945"/>
                  </a:lnTo>
                  <a:lnTo>
                    <a:pt x="486726" y="1122946"/>
                  </a:lnTo>
                  <a:lnTo>
                    <a:pt x="486720" y="1122946"/>
                  </a:lnTo>
                  <a:lnTo>
                    <a:pt x="486702" y="1122943"/>
                  </a:lnTo>
                  <a:lnTo>
                    <a:pt x="486695" y="1122943"/>
                  </a:lnTo>
                  <a:lnTo>
                    <a:pt x="486687" y="1122944"/>
                  </a:lnTo>
                  <a:lnTo>
                    <a:pt x="486680" y="1122946"/>
                  </a:lnTo>
                  <a:lnTo>
                    <a:pt x="486675" y="1122948"/>
                  </a:lnTo>
                  <a:lnTo>
                    <a:pt x="486670" y="1122951"/>
                  </a:lnTo>
                  <a:lnTo>
                    <a:pt x="486659" y="1122959"/>
                  </a:lnTo>
                  <a:lnTo>
                    <a:pt x="486651" y="1122964"/>
                  </a:lnTo>
                  <a:lnTo>
                    <a:pt x="486640" y="1122973"/>
                  </a:lnTo>
                  <a:lnTo>
                    <a:pt x="486633" y="1122977"/>
                  </a:lnTo>
                  <a:lnTo>
                    <a:pt x="486625" y="1122980"/>
                  </a:lnTo>
                  <a:lnTo>
                    <a:pt x="486607" y="1122987"/>
                  </a:lnTo>
                  <a:lnTo>
                    <a:pt x="486590" y="1122992"/>
                  </a:lnTo>
                  <a:lnTo>
                    <a:pt x="486577" y="1122997"/>
                  </a:lnTo>
                  <a:lnTo>
                    <a:pt x="486570" y="1123000"/>
                  </a:lnTo>
                  <a:lnTo>
                    <a:pt x="486564" y="1123003"/>
                  </a:lnTo>
                  <a:lnTo>
                    <a:pt x="486556" y="1123007"/>
                  </a:lnTo>
                  <a:lnTo>
                    <a:pt x="486544" y="1123014"/>
                  </a:lnTo>
                  <a:lnTo>
                    <a:pt x="486539" y="1123018"/>
                  </a:lnTo>
                  <a:lnTo>
                    <a:pt x="486535" y="1123020"/>
                  </a:lnTo>
                  <a:lnTo>
                    <a:pt x="486530" y="1123021"/>
                  </a:lnTo>
                  <a:lnTo>
                    <a:pt x="486525" y="1123021"/>
                  </a:lnTo>
                  <a:lnTo>
                    <a:pt x="486520" y="1123021"/>
                  </a:lnTo>
                  <a:lnTo>
                    <a:pt x="486514" y="1123021"/>
                  </a:lnTo>
                  <a:lnTo>
                    <a:pt x="486508" y="1123020"/>
                  </a:lnTo>
                  <a:lnTo>
                    <a:pt x="486502" y="1123017"/>
                  </a:lnTo>
                  <a:lnTo>
                    <a:pt x="486498" y="1123015"/>
                  </a:lnTo>
                  <a:lnTo>
                    <a:pt x="486487" y="1123008"/>
                  </a:lnTo>
                  <a:lnTo>
                    <a:pt x="486477" y="1123003"/>
                  </a:lnTo>
                  <a:lnTo>
                    <a:pt x="486466" y="1122999"/>
                  </a:lnTo>
                  <a:lnTo>
                    <a:pt x="486448" y="1122993"/>
                  </a:lnTo>
                  <a:lnTo>
                    <a:pt x="486444" y="1122992"/>
                  </a:lnTo>
                  <a:lnTo>
                    <a:pt x="486440" y="1122992"/>
                  </a:lnTo>
                  <a:lnTo>
                    <a:pt x="486434" y="1122992"/>
                  </a:lnTo>
                  <a:lnTo>
                    <a:pt x="486425" y="1122993"/>
                  </a:lnTo>
                  <a:lnTo>
                    <a:pt x="486402" y="1122994"/>
                  </a:lnTo>
                  <a:lnTo>
                    <a:pt x="486398" y="1122994"/>
                  </a:lnTo>
                  <a:lnTo>
                    <a:pt x="486386" y="1122995"/>
                  </a:lnTo>
                  <a:lnTo>
                    <a:pt x="486370" y="1122997"/>
                  </a:lnTo>
                  <a:lnTo>
                    <a:pt x="486345" y="1122999"/>
                  </a:lnTo>
                  <a:lnTo>
                    <a:pt x="486336" y="1122999"/>
                  </a:lnTo>
                  <a:lnTo>
                    <a:pt x="486327" y="1123001"/>
                  </a:lnTo>
                  <a:lnTo>
                    <a:pt x="486322" y="1123004"/>
                  </a:lnTo>
                  <a:lnTo>
                    <a:pt x="486317" y="1123007"/>
                  </a:lnTo>
                  <a:lnTo>
                    <a:pt x="486300" y="1123021"/>
                  </a:lnTo>
                  <a:lnTo>
                    <a:pt x="486290" y="1123028"/>
                  </a:lnTo>
                  <a:lnTo>
                    <a:pt x="486278" y="1123035"/>
                  </a:lnTo>
                  <a:lnTo>
                    <a:pt x="486272" y="1123041"/>
                  </a:lnTo>
                  <a:lnTo>
                    <a:pt x="486264" y="1123051"/>
                  </a:lnTo>
                  <a:lnTo>
                    <a:pt x="486255" y="1123064"/>
                  </a:lnTo>
                  <a:lnTo>
                    <a:pt x="486249" y="1123072"/>
                  </a:lnTo>
                  <a:lnTo>
                    <a:pt x="486243" y="1123079"/>
                  </a:lnTo>
                  <a:lnTo>
                    <a:pt x="486237" y="1123085"/>
                  </a:lnTo>
                  <a:lnTo>
                    <a:pt x="486232" y="1123088"/>
                  </a:lnTo>
                  <a:lnTo>
                    <a:pt x="486228" y="1123089"/>
                  </a:lnTo>
                  <a:lnTo>
                    <a:pt x="486221" y="1123088"/>
                  </a:lnTo>
                  <a:lnTo>
                    <a:pt x="486213" y="1123087"/>
                  </a:lnTo>
                  <a:lnTo>
                    <a:pt x="486188" y="1123083"/>
                  </a:lnTo>
                  <a:lnTo>
                    <a:pt x="486178" y="1123083"/>
                  </a:lnTo>
                  <a:lnTo>
                    <a:pt x="486166" y="1123082"/>
                  </a:lnTo>
                  <a:lnTo>
                    <a:pt x="486152" y="1123083"/>
                  </a:lnTo>
                  <a:lnTo>
                    <a:pt x="486139" y="1123085"/>
                  </a:lnTo>
                  <a:lnTo>
                    <a:pt x="486134" y="1123086"/>
                  </a:lnTo>
                  <a:lnTo>
                    <a:pt x="486129" y="1123087"/>
                  </a:lnTo>
                  <a:lnTo>
                    <a:pt x="486105" y="1123098"/>
                  </a:lnTo>
                  <a:lnTo>
                    <a:pt x="486099" y="1123101"/>
                  </a:lnTo>
                  <a:lnTo>
                    <a:pt x="486090" y="1123104"/>
                  </a:lnTo>
                  <a:lnTo>
                    <a:pt x="486076" y="1123109"/>
                  </a:lnTo>
                  <a:lnTo>
                    <a:pt x="486065" y="1123115"/>
                  </a:lnTo>
                  <a:lnTo>
                    <a:pt x="486053" y="1123122"/>
                  </a:lnTo>
                  <a:lnTo>
                    <a:pt x="486043" y="1123128"/>
                  </a:lnTo>
                  <a:lnTo>
                    <a:pt x="486037" y="1123135"/>
                  </a:lnTo>
                  <a:lnTo>
                    <a:pt x="486034" y="1123139"/>
                  </a:lnTo>
                  <a:lnTo>
                    <a:pt x="486013" y="1123161"/>
                  </a:lnTo>
                  <a:lnTo>
                    <a:pt x="486008" y="1123166"/>
                  </a:lnTo>
                  <a:lnTo>
                    <a:pt x="486002" y="1123169"/>
                  </a:lnTo>
                  <a:lnTo>
                    <a:pt x="485995" y="1123170"/>
                  </a:lnTo>
                  <a:lnTo>
                    <a:pt x="485983" y="1123170"/>
                  </a:lnTo>
                  <a:lnTo>
                    <a:pt x="485976" y="1123171"/>
                  </a:lnTo>
                  <a:lnTo>
                    <a:pt x="485968" y="1123170"/>
                  </a:lnTo>
                  <a:lnTo>
                    <a:pt x="485958" y="1123170"/>
                  </a:lnTo>
                  <a:lnTo>
                    <a:pt x="485950" y="1123169"/>
                  </a:lnTo>
                  <a:lnTo>
                    <a:pt x="485945" y="1123168"/>
                  </a:lnTo>
                  <a:lnTo>
                    <a:pt x="485941" y="1123174"/>
                  </a:lnTo>
                  <a:lnTo>
                    <a:pt x="485936" y="1123177"/>
                  </a:lnTo>
                  <a:lnTo>
                    <a:pt x="485933" y="1123178"/>
                  </a:lnTo>
                  <a:lnTo>
                    <a:pt x="485929" y="1123180"/>
                  </a:lnTo>
                  <a:lnTo>
                    <a:pt x="485918" y="1123185"/>
                  </a:lnTo>
                  <a:lnTo>
                    <a:pt x="485907" y="1123191"/>
                  </a:lnTo>
                  <a:lnTo>
                    <a:pt x="485901" y="1123194"/>
                  </a:lnTo>
                  <a:lnTo>
                    <a:pt x="485894" y="1123197"/>
                  </a:lnTo>
                  <a:lnTo>
                    <a:pt x="485883" y="1123198"/>
                  </a:lnTo>
                  <a:lnTo>
                    <a:pt x="485863" y="1123198"/>
                  </a:lnTo>
                  <a:lnTo>
                    <a:pt x="485851" y="1123198"/>
                  </a:lnTo>
                  <a:lnTo>
                    <a:pt x="485841" y="1123199"/>
                  </a:lnTo>
                  <a:lnTo>
                    <a:pt x="485834" y="1123201"/>
                  </a:lnTo>
                  <a:lnTo>
                    <a:pt x="485825" y="1123206"/>
                  </a:lnTo>
                  <a:lnTo>
                    <a:pt x="485818" y="1123213"/>
                  </a:lnTo>
                  <a:lnTo>
                    <a:pt x="485813" y="1123216"/>
                  </a:lnTo>
                  <a:lnTo>
                    <a:pt x="485807" y="1123218"/>
                  </a:lnTo>
                  <a:lnTo>
                    <a:pt x="485797" y="1123222"/>
                  </a:lnTo>
                  <a:lnTo>
                    <a:pt x="485788" y="1123226"/>
                  </a:lnTo>
                  <a:lnTo>
                    <a:pt x="485783" y="1123229"/>
                  </a:lnTo>
                  <a:lnTo>
                    <a:pt x="485777" y="1123234"/>
                  </a:lnTo>
                  <a:lnTo>
                    <a:pt x="485771" y="1123241"/>
                  </a:lnTo>
                  <a:lnTo>
                    <a:pt x="485769" y="1123248"/>
                  </a:lnTo>
                  <a:lnTo>
                    <a:pt x="485766" y="1123255"/>
                  </a:lnTo>
                  <a:lnTo>
                    <a:pt x="485763" y="1123260"/>
                  </a:lnTo>
                  <a:lnTo>
                    <a:pt x="485758" y="1123265"/>
                  </a:lnTo>
                  <a:lnTo>
                    <a:pt x="485748" y="1123273"/>
                  </a:lnTo>
                  <a:lnTo>
                    <a:pt x="485743" y="1123277"/>
                  </a:lnTo>
                  <a:lnTo>
                    <a:pt x="485737" y="1123285"/>
                  </a:lnTo>
                  <a:lnTo>
                    <a:pt x="485732" y="1123293"/>
                  </a:lnTo>
                  <a:lnTo>
                    <a:pt x="485726" y="1123303"/>
                  </a:lnTo>
                  <a:lnTo>
                    <a:pt x="485720" y="1123311"/>
                  </a:lnTo>
                  <a:lnTo>
                    <a:pt x="485711" y="1123326"/>
                  </a:lnTo>
                  <a:lnTo>
                    <a:pt x="485706" y="1123334"/>
                  </a:lnTo>
                  <a:lnTo>
                    <a:pt x="485703" y="1123337"/>
                  </a:lnTo>
                  <a:lnTo>
                    <a:pt x="485699" y="1123339"/>
                  </a:lnTo>
                  <a:lnTo>
                    <a:pt x="485694" y="1123341"/>
                  </a:lnTo>
                  <a:lnTo>
                    <a:pt x="485687" y="1123343"/>
                  </a:lnTo>
                  <a:lnTo>
                    <a:pt x="485680" y="1123347"/>
                  </a:lnTo>
                  <a:lnTo>
                    <a:pt x="485673" y="1123349"/>
                  </a:lnTo>
                  <a:lnTo>
                    <a:pt x="485663" y="1123353"/>
                  </a:lnTo>
                  <a:lnTo>
                    <a:pt x="485655" y="1123356"/>
                  </a:lnTo>
                  <a:lnTo>
                    <a:pt x="485648" y="1123359"/>
                  </a:lnTo>
                  <a:lnTo>
                    <a:pt x="485640" y="1123362"/>
                  </a:lnTo>
                  <a:lnTo>
                    <a:pt x="485629" y="1123366"/>
                  </a:lnTo>
                  <a:lnTo>
                    <a:pt x="485613" y="1123372"/>
                  </a:lnTo>
                  <a:lnTo>
                    <a:pt x="485607" y="1123374"/>
                  </a:lnTo>
                  <a:lnTo>
                    <a:pt x="485597" y="1123379"/>
                  </a:lnTo>
                  <a:lnTo>
                    <a:pt x="485588" y="1123384"/>
                  </a:lnTo>
                  <a:lnTo>
                    <a:pt x="485572" y="1123392"/>
                  </a:lnTo>
                  <a:lnTo>
                    <a:pt x="485561" y="1123398"/>
                  </a:lnTo>
                  <a:lnTo>
                    <a:pt x="485556" y="1123401"/>
                  </a:lnTo>
                  <a:lnTo>
                    <a:pt x="485545" y="1123407"/>
                  </a:lnTo>
                  <a:lnTo>
                    <a:pt x="485530" y="1123415"/>
                  </a:lnTo>
                  <a:lnTo>
                    <a:pt x="485516" y="1123422"/>
                  </a:lnTo>
                  <a:lnTo>
                    <a:pt x="485505" y="1123426"/>
                  </a:lnTo>
                  <a:lnTo>
                    <a:pt x="485493" y="1123431"/>
                  </a:lnTo>
                  <a:lnTo>
                    <a:pt x="485488" y="1123433"/>
                  </a:lnTo>
                  <a:lnTo>
                    <a:pt x="485462" y="1123440"/>
                  </a:lnTo>
                  <a:lnTo>
                    <a:pt x="485454" y="1123442"/>
                  </a:lnTo>
                  <a:lnTo>
                    <a:pt x="485445" y="1123447"/>
                  </a:lnTo>
                  <a:lnTo>
                    <a:pt x="485421" y="1123457"/>
                  </a:lnTo>
                  <a:lnTo>
                    <a:pt x="485390" y="1123464"/>
                  </a:lnTo>
                  <a:lnTo>
                    <a:pt x="485380" y="1123468"/>
                  </a:lnTo>
                  <a:lnTo>
                    <a:pt x="485373" y="1123473"/>
                  </a:lnTo>
                  <a:lnTo>
                    <a:pt x="485370" y="1123475"/>
                  </a:lnTo>
                  <a:lnTo>
                    <a:pt x="485367" y="1123482"/>
                  </a:lnTo>
                  <a:lnTo>
                    <a:pt x="485365" y="1123490"/>
                  </a:lnTo>
                  <a:lnTo>
                    <a:pt x="485361" y="1123502"/>
                  </a:lnTo>
                  <a:lnTo>
                    <a:pt x="485356" y="1123508"/>
                  </a:lnTo>
                  <a:lnTo>
                    <a:pt x="485349" y="1123510"/>
                  </a:lnTo>
                  <a:lnTo>
                    <a:pt x="485335" y="1123511"/>
                  </a:lnTo>
                  <a:lnTo>
                    <a:pt x="485316" y="1123514"/>
                  </a:lnTo>
                  <a:lnTo>
                    <a:pt x="485306" y="1123514"/>
                  </a:lnTo>
                  <a:lnTo>
                    <a:pt x="485298" y="1123514"/>
                  </a:lnTo>
                  <a:lnTo>
                    <a:pt x="485284" y="1123513"/>
                  </a:lnTo>
                  <a:lnTo>
                    <a:pt x="485272" y="1123513"/>
                  </a:lnTo>
                  <a:lnTo>
                    <a:pt x="485265" y="1123516"/>
                  </a:lnTo>
                  <a:lnTo>
                    <a:pt x="485261" y="1123520"/>
                  </a:lnTo>
                  <a:lnTo>
                    <a:pt x="485258" y="1123524"/>
                  </a:lnTo>
                  <a:lnTo>
                    <a:pt x="485249" y="1123538"/>
                  </a:lnTo>
                  <a:lnTo>
                    <a:pt x="485244" y="1123547"/>
                  </a:lnTo>
                  <a:lnTo>
                    <a:pt x="485240" y="1123557"/>
                  </a:lnTo>
                  <a:lnTo>
                    <a:pt x="485238" y="1123566"/>
                  </a:lnTo>
                  <a:lnTo>
                    <a:pt x="485235" y="1123577"/>
                  </a:lnTo>
                  <a:lnTo>
                    <a:pt x="485233" y="1123585"/>
                  </a:lnTo>
                  <a:lnTo>
                    <a:pt x="485229" y="1123591"/>
                  </a:lnTo>
                  <a:lnTo>
                    <a:pt x="485226" y="1123595"/>
                  </a:lnTo>
                  <a:lnTo>
                    <a:pt x="485223" y="1123597"/>
                  </a:lnTo>
                  <a:lnTo>
                    <a:pt x="485219" y="1123599"/>
                  </a:lnTo>
                  <a:lnTo>
                    <a:pt x="485212" y="1123602"/>
                  </a:lnTo>
                  <a:lnTo>
                    <a:pt x="485194" y="1123607"/>
                  </a:lnTo>
                  <a:lnTo>
                    <a:pt x="485173" y="1123613"/>
                  </a:lnTo>
                  <a:lnTo>
                    <a:pt x="485152" y="1123617"/>
                  </a:lnTo>
                  <a:lnTo>
                    <a:pt x="485147" y="1123617"/>
                  </a:lnTo>
                  <a:lnTo>
                    <a:pt x="485141" y="1123615"/>
                  </a:lnTo>
                  <a:lnTo>
                    <a:pt x="485108" y="1123604"/>
                  </a:lnTo>
                  <a:lnTo>
                    <a:pt x="485094" y="1123598"/>
                  </a:lnTo>
                  <a:lnTo>
                    <a:pt x="485087" y="1123596"/>
                  </a:lnTo>
                  <a:lnTo>
                    <a:pt x="485079" y="1123595"/>
                  </a:lnTo>
                  <a:lnTo>
                    <a:pt x="485074" y="1123595"/>
                  </a:lnTo>
                  <a:lnTo>
                    <a:pt x="485062" y="1123596"/>
                  </a:lnTo>
                  <a:lnTo>
                    <a:pt x="485051" y="1123596"/>
                  </a:lnTo>
                  <a:lnTo>
                    <a:pt x="485034" y="1123597"/>
                  </a:lnTo>
                  <a:lnTo>
                    <a:pt x="485014" y="1123598"/>
                  </a:lnTo>
                  <a:lnTo>
                    <a:pt x="484995" y="1123599"/>
                  </a:lnTo>
                  <a:lnTo>
                    <a:pt x="484985" y="1123602"/>
                  </a:lnTo>
                  <a:lnTo>
                    <a:pt x="484977" y="1123604"/>
                  </a:lnTo>
                  <a:lnTo>
                    <a:pt x="484966" y="1123605"/>
                  </a:lnTo>
                  <a:lnTo>
                    <a:pt x="484949" y="1123605"/>
                  </a:lnTo>
                  <a:lnTo>
                    <a:pt x="484942" y="1123604"/>
                  </a:lnTo>
                  <a:lnTo>
                    <a:pt x="484936" y="1123602"/>
                  </a:lnTo>
                  <a:lnTo>
                    <a:pt x="484928" y="1123598"/>
                  </a:lnTo>
                  <a:lnTo>
                    <a:pt x="484920" y="1123594"/>
                  </a:lnTo>
                  <a:lnTo>
                    <a:pt x="484915" y="1123591"/>
                  </a:lnTo>
                  <a:lnTo>
                    <a:pt x="484909" y="1123586"/>
                  </a:lnTo>
                  <a:lnTo>
                    <a:pt x="484903" y="1123581"/>
                  </a:lnTo>
                  <a:lnTo>
                    <a:pt x="484899" y="1123584"/>
                  </a:lnTo>
                  <a:lnTo>
                    <a:pt x="484893" y="1123591"/>
                  </a:lnTo>
                  <a:lnTo>
                    <a:pt x="484887" y="1123598"/>
                  </a:lnTo>
                  <a:lnTo>
                    <a:pt x="484883" y="1123603"/>
                  </a:lnTo>
                  <a:lnTo>
                    <a:pt x="484879" y="1123607"/>
                  </a:lnTo>
                  <a:lnTo>
                    <a:pt x="484875" y="1123609"/>
                  </a:lnTo>
                  <a:lnTo>
                    <a:pt x="484869" y="1123615"/>
                  </a:lnTo>
                  <a:lnTo>
                    <a:pt x="484863" y="1123623"/>
                  </a:lnTo>
                  <a:lnTo>
                    <a:pt x="484861" y="1123627"/>
                  </a:lnTo>
                  <a:lnTo>
                    <a:pt x="484858" y="1123635"/>
                  </a:lnTo>
                  <a:lnTo>
                    <a:pt x="484858" y="1123641"/>
                  </a:lnTo>
                  <a:lnTo>
                    <a:pt x="484859" y="1123648"/>
                  </a:lnTo>
                  <a:lnTo>
                    <a:pt x="484861" y="1123654"/>
                  </a:lnTo>
                  <a:lnTo>
                    <a:pt x="484865" y="1123661"/>
                  </a:lnTo>
                  <a:lnTo>
                    <a:pt x="484872" y="1123675"/>
                  </a:lnTo>
                  <a:lnTo>
                    <a:pt x="484877" y="1123686"/>
                  </a:lnTo>
                  <a:lnTo>
                    <a:pt x="484881" y="1123691"/>
                  </a:lnTo>
                  <a:lnTo>
                    <a:pt x="484886" y="1123698"/>
                  </a:lnTo>
                  <a:lnTo>
                    <a:pt x="484892" y="1123704"/>
                  </a:lnTo>
                  <a:lnTo>
                    <a:pt x="484899" y="1123711"/>
                  </a:lnTo>
                  <a:lnTo>
                    <a:pt x="484903" y="1123715"/>
                  </a:lnTo>
                  <a:lnTo>
                    <a:pt x="484916" y="1123726"/>
                  </a:lnTo>
                  <a:lnTo>
                    <a:pt x="484923" y="1123732"/>
                  </a:lnTo>
                  <a:lnTo>
                    <a:pt x="484928" y="1123737"/>
                  </a:lnTo>
                  <a:lnTo>
                    <a:pt x="484935" y="1123746"/>
                  </a:lnTo>
                  <a:lnTo>
                    <a:pt x="484944" y="1123756"/>
                  </a:lnTo>
                  <a:lnTo>
                    <a:pt x="484953" y="1123769"/>
                  </a:lnTo>
                  <a:lnTo>
                    <a:pt x="484968" y="1123782"/>
                  </a:lnTo>
                  <a:lnTo>
                    <a:pt x="484972" y="1123786"/>
                  </a:lnTo>
                  <a:lnTo>
                    <a:pt x="484977" y="1123793"/>
                  </a:lnTo>
                  <a:lnTo>
                    <a:pt x="484981" y="1123801"/>
                  </a:lnTo>
                  <a:lnTo>
                    <a:pt x="484983" y="1123808"/>
                  </a:lnTo>
                  <a:lnTo>
                    <a:pt x="484984" y="1123814"/>
                  </a:lnTo>
                  <a:lnTo>
                    <a:pt x="484984" y="1123823"/>
                  </a:lnTo>
                  <a:lnTo>
                    <a:pt x="484985" y="1123834"/>
                  </a:lnTo>
                  <a:lnTo>
                    <a:pt x="484987" y="1123848"/>
                  </a:lnTo>
                  <a:lnTo>
                    <a:pt x="484987" y="1123854"/>
                  </a:lnTo>
                  <a:lnTo>
                    <a:pt x="484986" y="1123861"/>
                  </a:lnTo>
                  <a:lnTo>
                    <a:pt x="484966" y="1123868"/>
                  </a:lnTo>
                  <a:lnTo>
                    <a:pt x="484958" y="1123871"/>
                  </a:lnTo>
                  <a:lnTo>
                    <a:pt x="484951" y="1123874"/>
                  </a:lnTo>
                  <a:lnTo>
                    <a:pt x="484942" y="1123878"/>
                  </a:lnTo>
                  <a:lnTo>
                    <a:pt x="484935" y="1123881"/>
                  </a:lnTo>
                  <a:lnTo>
                    <a:pt x="484924" y="1123883"/>
                  </a:lnTo>
                  <a:lnTo>
                    <a:pt x="484918" y="1123886"/>
                  </a:lnTo>
                  <a:lnTo>
                    <a:pt x="484911" y="1123889"/>
                  </a:lnTo>
                  <a:lnTo>
                    <a:pt x="484902" y="1123894"/>
                  </a:lnTo>
                  <a:lnTo>
                    <a:pt x="484890" y="1123905"/>
                  </a:lnTo>
                  <a:lnTo>
                    <a:pt x="484876" y="1123915"/>
                  </a:lnTo>
                  <a:lnTo>
                    <a:pt x="484869" y="1123921"/>
                  </a:lnTo>
                  <a:lnTo>
                    <a:pt x="484857" y="1123931"/>
                  </a:lnTo>
                  <a:lnTo>
                    <a:pt x="484852" y="1123940"/>
                  </a:lnTo>
                  <a:lnTo>
                    <a:pt x="484848" y="1123947"/>
                  </a:lnTo>
                  <a:lnTo>
                    <a:pt x="484844" y="1123966"/>
                  </a:lnTo>
                  <a:lnTo>
                    <a:pt x="484837" y="1123981"/>
                  </a:lnTo>
                  <a:lnTo>
                    <a:pt x="484830" y="1123996"/>
                  </a:lnTo>
                  <a:lnTo>
                    <a:pt x="484826" y="1124003"/>
                  </a:lnTo>
                  <a:lnTo>
                    <a:pt x="484821" y="1124012"/>
                  </a:lnTo>
                  <a:lnTo>
                    <a:pt x="484816" y="1124022"/>
                  </a:lnTo>
                  <a:lnTo>
                    <a:pt x="484813" y="1124030"/>
                  </a:lnTo>
                  <a:lnTo>
                    <a:pt x="484812" y="1124038"/>
                  </a:lnTo>
                  <a:lnTo>
                    <a:pt x="484813" y="1124050"/>
                  </a:lnTo>
                  <a:lnTo>
                    <a:pt x="484815" y="1124059"/>
                  </a:lnTo>
                  <a:lnTo>
                    <a:pt x="484821" y="1124074"/>
                  </a:lnTo>
                  <a:lnTo>
                    <a:pt x="484827" y="1124085"/>
                  </a:lnTo>
                  <a:lnTo>
                    <a:pt x="484831" y="1124095"/>
                  </a:lnTo>
                  <a:lnTo>
                    <a:pt x="484833" y="1124101"/>
                  </a:lnTo>
                  <a:lnTo>
                    <a:pt x="484834" y="1124107"/>
                  </a:lnTo>
                  <a:lnTo>
                    <a:pt x="484834" y="1124115"/>
                  </a:lnTo>
                  <a:lnTo>
                    <a:pt x="484834" y="1124130"/>
                  </a:lnTo>
                  <a:lnTo>
                    <a:pt x="484829" y="1124131"/>
                  </a:lnTo>
                  <a:lnTo>
                    <a:pt x="484819" y="1124127"/>
                  </a:lnTo>
                  <a:lnTo>
                    <a:pt x="484804" y="1124118"/>
                  </a:lnTo>
                  <a:lnTo>
                    <a:pt x="484789" y="1124109"/>
                  </a:lnTo>
                  <a:lnTo>
                    <a:pt x="484769" y="1124097"/>
                  </a:lnTo>
                  <a:lnTo>
                    <a:pt x="484753" y="1124084"/>
                  </a:lnTo>
                  <a:lnTo>
                    <a:pt x="484738" y="1124070"/>
                  </a:lnTo>
                  <a:lnTo>
                    <a:pt x="484732" y="1124063"/>
                  </a:lnTo>
                  <a:lnTo>
                    <a:pt x="484726" y="1124056"/>
                  </a:lnTo>
                  <a:lnTo>
                    <a:pt x="484717" y="1124047"/>
                  </a:lnTo>
                  <a:lnTo>
                    <a:pt x="484709" y="1124038"/>
                  </a:lnTo>
                  <a:lnTo>
                    <a:pt x="484697" y="1124029"/>
                  </a:lnTo>
                  <a:lnTo>
                    <a:pt x="484683" y="1124019"/>
                  </a:lnTo>
                  <a:lnTo>
                    <a:pt x="484678" y="1124016"/>
                  </a:lnTo>
                  <a:lnTo>
                    <a:pt x="484672" y="1124011"/>
                  </a:lnTo>
                  <a:lnTo>
                    <a:pt x="484667" y="1124007"/>
                  </a:lnTo>
                  <a:lnTo>
                    <a:pt x="484655" y="1124001"/>
                  </a:lnTo>
                  <a:lnTo>
                    <a:pt x="484643" y="1123996"/>
                  </a:lnTo>
                  <a:lnTo>
                    <a:pt x="484631" y="1123991"/>
                  </a:lnTo>
                  <a:lnTo>
                    <a:pt x="484626" y="1123989"/>
                  </a:lnTo>
                  <a:lnTo>
                    <a:pt x="484608" y="1123981"/>
                  </a:lnTo>
                  <a:lnTo>
                    <a:pt x="484591" y="1123971"/>
                  </a:lnTo>
                  <a:lnTo>
                    <a:pt x="484576" y="1123963"/>
                  </a:lnTo>
                  <a:lnTo>
                    <a:pt x="484570" y="1123961"/>
                  </a:lnTo>
                  <a:lnTo>
                    <a:pt x="484560" y="1123958"/>
                  </a:lnTo>
                  <a:lnTo>
                    <a:pt x="484540" y="1123953"/>
                  </a:lnTo>
                  <a:lnTo>
                    <a:pt x="484529" y="1123950"/>
                  </a:lnTo>
                  <a:lnTo>
                    <a:pt x="484522" y="1123946"/>
                  </a:lnTo>
                  <a:lnTo>
                    <a:pt x="484504" y="1123937"/>
                  </a:lnTo>
                  <a:lnTo>
                    <a:pt x="484491" y="1123932"/>
                  </a:lnTo>
                  <a:lnTo>
                    <a:pt x="484476" y="1123929"/>
                  </a:lnTo>
                  <a:lnTo>
                    <a:pt x="484463" y="1123927"/>
                  </a:lnTo>
                  <a:lnTo>
                    <a:pt x="484454" y="1123926"/>
                  </a:lnTo>
                  <a:lnTo>
                    <a:pt x="484447" y="1123925"/>
                  </a:lnTo>
                  <a:lnTo>
                    <a:pt x="484429" y="1123922"/>
                  </a:lnTo>
                  <a:lnTo>
                    <a:pt x="484412" y="1123920"/>
                  </a:lnTo>
                  <a:lnTo>
                    <a:pt x="484402" y="1123919"/>
                  </a:lnTo>
                  <a:lnTo>
                    <a:pt x="484391" y="1123919"/>
                  </a:lnTo>
                  <a:lnTo>
                    <a:pt x="484373" y="1123918"/>
                  </a:lnTo>
                  <a:lnTo>
                    <a:pt x="484369" y="1123917"/>
                  </a:lnTo>
                  <a:lnTo>
                    <a:pt x="484362" y="1123914"/>
                  </a:lnTo>
                  <a:lnTo>
                    <a:pt x="484354" y="1123914"/>
                  </a:lnTo>
                  <a:lnTo>
                    <a:pt x="484345" y="1123915"/>
                  </a:lnTo>
                  <a:lnTo>
                    <a:pt x="484339" y="1123915"/>
                  </a:lnTo>
                  <a:lnTo>
                    <a:pt x="484333" y="1123913"/>
                  </a:lnTo>
                  <a:lnTo>
                    <a:pt x="484322" y="1123910"/>
                  </a:lnTo>
                  <a:lnTo>
                    <a:pt x="484312" y="1123905"/>
                  </a:lnTo>
                  <a:lnTo>
                    <a:pt x="484306" y="1123904"/>
                  </a:lnTo>
                  <a:lnTo>
                    <a:pt x="484297" y="1123902"/>
                  </a:lnTo>
                  <a:lnTo>
                    <a:pt x="484289" y="1123899"/>
                  </a:lnTo>
                  <a:lnTo>
                    <a:pt x="484280" y="1123896"/>
                  </a:lnTo>
                  <a:lnTo>
                    <a:pt x="484266" y="1123893"/>
                  </a:lnTo>
                  <a:lnTo>
                    <a:pt x="484254" y="1123891"/>
                  </a:lnTo>
                  <a:lnTo>
                    <a:pt x="484240" y="1123888"/>
                  </a:lnTo>
                  <a:lnTo>
                    <a:pt x="484224" y="1123886"/>
                  </a:lnTo>
                  <a:lnTo>
                    <a:pt x="484217" y="1123885"/>
                  </a:lnTo>
                  <a:lnTo>
                    <a:pt x="484207" y="1123871"/>
                  </a:lnTo>
                  <a:lnTo>
                    <a:pt x="484202" y="1123863"/>
                  </a:lnTo>
                  <a:lnTo>
                    <a:pt x="484198" y="1123858"/>
                  </a:lnTo>
                  <a:lnTo>
                    <a:pt x="484196" y="1123853"/>
                  </a:lnTo>
                  <a:lnTo>
                    <a:pt x="484188" y="1123841"/>
                  </a:lnTo>
                  <a:lnTo>
                    <a:pt x="484179" y="1123829"/>
                  </a:lnTo>
                  <a:lnTo>
                    <a:pt x="484173" y="1123821"/>
                  </a:lnTo>
                  <a:lnTo>
                    <a:pt x="484166" y="1123812"/>
                  </a:lnTo>
                  <a:lnTo>
                    <a:pt x="484159" y="1123804"/>
                  </a:lnTo>
                  <a:lnTo>
                    <a:pt x="484153" y="1123798"/>
                  </a:lnTo>
                  <a:lnTo>
                    <a:pt x="484148" y="1123794"/>
                  </a:lnTo>
                  <a:lnTo>
                    <a:pt x="484143" y="1123791"/>
                  </a:lnTo>
                  <a:lnTo>
                    <a:pt x="484138" y="1123789"/>
                  </a:lnTo>
                  <a:lnTo>
                    <a:pt x="484134" y="1123787"/>
                  </a:lnTo>
                  <a:lnTo>
                    <a:pt x="484130" y="1123786"/>
                  </a:lnTo>
                  <a:lnTo>
                    <a:pt x="484125" y="1123785"/>
                  </a:lnTo>
                  <a:lnTo>
                    <a:pt x="484120" y="1123784"/>
                  </a:lnTo>
                  <a:lnTo>
                    <a:pt x="484115" y="1123784"/>
                  </a:lnTo>
                  <a:lnTo>
                    <a:pt x="484110" y="1123784"/>
                  </a:lnTo>
                  <a:lnTo>
                    <a:pt x="484104" y="1123784"/>
                  </a:lnTo>
                  <a:lnTo>
                    <a:pt x="484099" y="1123784"/>
                  </a:lnTo>
                  <a:lnTo>
                    <a:pt x="484094" y="1123786"/>
                  </a:lnTo>
                  <a:lnTo>
                    <a:pt x="484089" y="1123787"/>
                  </a:lnTo>
                  <a:lnTo>
                    <a:pt x="484084" y="1123789"/>
                  </a:lnTo>
                  <a:lnTo>
                    <a:pt x="484080" y="1123791"/>
                  </a:lnTo>
                  <a:lnTo>
                    <a:pt x="484076" y="1123793"/>
                  </a:lnTo>
                  <a:lnTo>
                    <a:pt x="484059" y="1123803"/>
                  </a:lnTo>
                  <a:lnTo>
                    <a:pt x="484054" y="1123805"/>
                  </a:lnTo>
                  <a:lnTo>
                    <a:pt x="484048" y="1123808"/>
                  </a:lnTo>
                  <a:lnTo>
                    <a:pt x="484042" y="1123810"/>
                  </a:lnTo>
                  <a:lnTo>
                    <a:pt x="484037" y="1123811"/>
                  </a:lnTo>
                  <a:lnTo>
                    <a:pt x="484033" y="1123811"/>
                  </a:lnTo>
                  <a:lnTo>
                    <a:pt x="484027" y="1123811"/>
                  </a:lnTo>
                  <a:lnTo>
                    <a:pt x="484021" y="1123809"/>
                  </a:lnTo>
                  <a:lnTo>
                    <a:pt x="484009" y="1123803"/>
                  </a:lnTo>
                  <a:lnTo>
                    <a:pt x="484004" y="1123801"/>
                  </a:lnTo>
                  <a:lnTo>
                    <a:pt x="483997" y="1123799"/>
                  </a:lnTo>
                  <a:lnTo>
                    <a:pt x="483992" y="1123800"/>
                  </a:lnTo>
                  <a:lnTo>
                    <a:pt x="483987" y="1123801"/>
                  </a:lnTo>
                  <a:lnTo>
                    <a:pt x="483982" y="1123803"/>
                  </a:lnTo>
                  <a:lnTo>
                    <a:pt x="483977" y="1123805"/>
                  </a:lnTo>
                  <a:lnTo>
                    <a:pt x="483971" y="1123809"/>
                  </a:lnTo>
                  <a:lnTo>
                    <a:pt x="483965" y="1123813"/>
                  </a:lnTo>
                  <a:lnTo>
                    <a:pt x="483962" y="1123817"/>
                  </a:lnTo>
                  <a:lnTo>
                    <a:pt x="483956" y="1123824"/>
                  </a:lnTo>
                  <a:lnTo>
                    <a:pt x="483950" y="1123829"/>
                  </a:lnTo>
                  <a:lnTo>
                    <a:pt x="483945" y="1123831"/>
                  </a:lnTo>
                  <a:lnTo>
                    <a:pt x="483940" y="1123832"/>
                  </a:lnTo>
                  <a:lnTo>
                    <a:pt x="483918" y="1123833"/>
                  </a:lnTo>
                  <a:lnTo>
                    <a:pt x="483910" y="1123833"/>
                  </a:lnTo>
                  <a:lnTo>
                    <a:pt x="483904" y="1123834"/>
                  </a:lnTo>
                  <a:lnTo>
                    <a:pt x="483898" y="1123835"/>
                  </a:lnTo>
                  <a:lnTo>
                    <a:pt x="483892" y="1123837"/>
                  </a:lnTo>
                  <a:lnTo>
                    <a:pt x="483887" y="1123839"/>
                  </a:lnTo>
                  <a:lnTo>
                    <a:pt x="483881" y="1123841"/>
                  </a:lnTo>
                  <a:lnTo>
                    <a:pt x="483877" y="1123844"/>
                  </a:lnTo>
                  <a:lnTo>
                    <a:pt x="483873" y="1123847"/>
                  </a:lnTo>
                  <a:lnTo>
                    <a:pt x="483868" y="1123851"/>
                  </a:lnTo>
                  <a:lnTo>
                    <a:pt x="483863" y="1123857"/>
                  </a:lnTo>
                  <a:lnTo>
                    <a:pt x="483860" y="1123862"/>
                  </a:lnTo>
                  <a:lnTo>
                    <a:pt x="483858" y="1123866"/>
                  </a:lnTo>
                  <a:lnTo>
                    <a:pt x="483857" y="1123870"/>
                  </a:lnTo>
                  <a:lnTo>
                    <a:pt x="483852" y="1123884"/>
                  </a:lnTo>
                  <a:lnTo>
                    <a:pt x="483850" y="1123889"/>
                  </a:lnTo>
                  <a:lnTo>
                    <a:pt x="483847" y="1123893"/>
                  </a:lnTo>
                  <a:lnTo>
                    <a:pt x="483844" y="1123896"/>
                  </a:lnTo>
                  <a:lnTo>
                    <a:pt x="483840" y="1123899"/>
                  </a:lnTo>
                  <a:lnTo>
                    <a:pt x="483835" y="1123902"/>
                  </a:lnTo>
                  <a:lnTo>
                    <a:pt x="483829" y="1123904"/>
                  </a:lnTo>
                  <a:lnTo>
                    <a:pt x="483820" y="1123905"/>
                  </a:lnTo>
                  <a:lnTo>
                    <a:pt x="483808" y="1123907"/>
                  </a:lnTo>
                  <a:lnTo>
                    <a:pt x="483801" y="1123907"/>
                  </a:lnTo>
                  <a:lnTo>
                    <a:pt x="483795" y="1123906"/>
                  </a:lnTo>
                  <a:lnTo>
                    <a:pt x="483788" y="1123904"/>
                  </a:lnTo>
                  <a:lnTo>
                    <a:pt x="483778" y="1123901"/>
                  </a:lnTo>
                  <a:lnTo>
                    <a:pt x="483774" y="1123900"/>
                  </a:lnTo>
                  <a:lnTo>
                    <a:pt x="483770" y="1123898"/>
                  </a:lnTo>
                  <a:lnTo>
                    <a:pt x="483765" y="1123896"/>
                  </a:lnTo>
                  <a:lnTo>
                    <a:pt x="483752" y="1123892"/>
                  </a:lnTo>
                  <a:lnTo>
                    <a:pt x="483732" y="1123887"/>
                  </a:lnTo>
                  <a:lnTo>
                    <a:pt x="483708" y="1123881"/>
                  </a:lnTo>
                  <a:lnTo>
                    <a:pt x="483700" y="1123879"/>
                  </a:lnTo>
                  <a:lnTo>
                    <a:pt x="483688" y="1123876"/>
                  </a:lnTo>
                  <a:lnTo>
                    <a:pt x="483683" y="1123875"/>
                  </a:lnTo>
                  <a:lnTo>
                    <a:pt x="483675" y="1123872"/>
                  </a:lnTo>
                  <a:lnTo>
                    <a:pt x="483659" y="1123865"/>
                  </a:lnTo>
                  <a:lnTo>
                    <a:pt x="483654" y="1123862"/>
                  </a:lnTo>
                  <a:lnTo>
                    <a:pt x="483627" y="1123850"/>
                  </a:lnTo>
                  <a:lnTo>
                    <a:pt x="483603" y="1123834"/>
                  </a:lnTo>
                  <a:lnTo>
                    <a:pt x="483598" y="1123832"/>
                  </a:lnTo>
                  <a:lnTo>
                    <a:pt x="483586" y="1123826"/>
                  </a:lnTo>
                  <a:lnTo>
                    <a:pt x="483580" y="1123823"/>
                  </a:lnTo>
                  <a:lnTo>
                    <a:pt x="483574" y="1123820"/>
                  </a:lnTo>
                  <a:lnTo>
                    <a:pt x="483568" y="1123818"/>
                  </a:lnTo>
                  <a:lnTo>
                    <a:pt x="483556" y="1123815"/>
                  </a:lnTo>
                  <a:lnTo>
                    <a:pt x="483544" y="1123812"/>
                  </a:lnTo>
                  <a:lnTo>
                    <a:pt x="483530" y="1123808"/>
                  </a:lnTo>
                  <a:lnTo>
                    <a:pt x="483515" y="1123803"/>
                  </a:lnTo>
                  <a:lnTo>
                    <a:pt x="483495" y="1123795"/>
                  </a:lnTo>
                  <a:lnTo>
                    <a:pt x="483477" y="1123786"/>
                  </a:lnTo>
                  <a:lnTo>
                    <a:pt x="483463" y="1123779"/>
                  </a:lnTo>
                  <a:lnTo>
                    <a:pt x="483441" y="1123769"/>
                  </a:lnTo>
                  <a:lnTo>
                    <a:pt x="483432" y="1123766"/>
                  </a:lnTo>
                  <a:lnTo>
                    <a:pt x="483409" y="1123757"/>
                  </a:lnTo>
                  <a:lnTo>
                    <a:pt x="483389" y="1123750"/>
                  </a:lnTo>
                  <a:lnTo>
                    <a:pt x="483384" y="1123748"/>
                  </a:lnTo>
                  <a:lnTo>
                    <a:pt x="483378" y="1123747"/>
                  </a:lnTo>
                  <a:lnTo>
                    <a:pt x="483367" y="1123744"/>
                  </a:lnTo>
                  <a:lnTo>
                    <a:pt x="483355" y="1123742"/>
                  </a:lnTo>
                  <a:lnTo>
                    <a:pt x="483349" y="1123741"/>
                  </a:lnTo>
                  <a:lnTo>
                    <a:pt x="483344" y="1123740"/>
                  </a:lnTo>
                  <a:lnTo>
                    <a:pt x="483338" y="1123740"/>
                  </a:lnTo>
                  <a:lnTo>
                    <a:pt x="483326" y="1123739"/>
                  </a:lnTo>
                  <a:lnTo>
                    <a:pt x="483315" y="1123739"/>
                  </a:lnTo>
                  <a:lnTo>
                    <a:pt x="483302" y="1123740"/>
                  </a:lnTo>
                  <a:lnTo>
                    <a:pt x="483282" y="1123742"/>
                  </a:lnTo>
                  <a:lnTo>
                    <a:pt x="483275" y="1123743"/>
                  </a:lnTo>
                  <a:lnTo>
                    <a:pt x="483268" y="1123744"/>
                  </a:lnTo>
                  <a:lnTo>
                    <a:pt x="483261" y="1123746"/>
                  </a:lnTo>
                  <a:lnTo>
                    <a:pt x="483252" y="1123749"/>
                  </a:lnTo>
                  <a:lnTo>
                    <a:pt x="483239" y="1123754"/>
                  </a:lnTo>
                  <a:lnTo>
                    <a:pt x="483203" y="1123752"/>
                  </a:lnTo>
                  <a:lnTo>
                    <a:pt x="483193" y="1123751"/>
                  </a:lnTo>
                  <a:lnTo>
                    <a:pt x="483185" y="1123750"/>
                  </a:lnTo>
                  <a:lnTo>
                    <a:pt x="483178" y="1123749"/>
                  </a:lnTo>
                  <a:lnTo>
                    <a:pt x="483168" y="1123746"/>
                  </a:lnTo>
                  <a:lnTo>
                    <a:pt x="483161" y="1123744"/>
                  </a:lnTo>
                  <a:lnTo>
                    <a:pt x="483156" y="1123742"/>
                  </a:lnTo>
                  <a:lnTo>
                    <a:pt x="483149" y="1123739"/>
                  </a:lnTo>
                  <a:lnTo>
                    <a:pt x="483136" y="1123733"/>
                  </a:lnTo>
                  <a:lnTo>
                    <a:pt x="483129" y="1123730"/>
                  </a:lnTo>
                  <a:lnTo>
                    <a:pt x="483123" y="1123727"/>
                  </a:lnTo>
                  <a:lnTo>
                    <a:pt x="483118" y="1123723"/>
                  </a:lnTo>
                  <a:lnTo>
                    <a:pt x="483113" y="1123720"/>
                  </a:lnTo>
                  <a:lnTo>
                    <a:pt x="483108" y="1123716"/>
                  </a:lnTo>
                  <a:lnTo>
                    <a:pt x="483096" y="1123703"/>
                  </a:lnTo>
                  <a:lnTo>
                    <a:pt x="483092" y="1123699"/>
                  </a:lnTo>
                  <a:lnTo>
                    <a:pt x="483084" y="1123691"/>
                  </a:lnTo>
                  <a:lnTo>
                    <a:pt x="483071" y="1123681"/>
                  </a:lnTo>
                  <a:lnTo>
                    <a:pt x="483067" y="1123677"/>
                  </a:lnTo>
                  <a:lnTo>
                    <a:pt x="483061" y="1123670"/>
                  </a:lnTo>
                  <a:lnTo>
                    <a:pt x="483054" y="1123663"/>
                  </a:lnTo>
                  <a:lnTo>
                    <a:pt x="483051" y="1123660"/>
                  </a:lnTo>
                  <a:lnTo>
                    <a:pt x="483049" y="1123656"/>
                  </a:lnTo>
                  <a:lnTo>
                    <a:pt x="483046" y="1123652"/>
                  </a:lnTo>
                  <a:lnTo>
                    <a:pt x="483039" y="1123634"/>
                  </a:lnTo>
                  <a:lnTo>
                    <a:pt x="483035" y="1123628"/>
                  </a:lnTo>
                  <a:lnTo>
                    <a:pt x="483031" y="1123624"/>
                  </a:lnTo>
                  <a:lnTo>
                    <a:pt x="483023" y="1123617"/>
                  </a:lnTo>
                  <a:lnTo>
                    <a:pt x="483017" y="1123611"/>
                  </a:lnTo>
                  <a:lnTo>
                    <a:pt x="483007" y="1123601"/>
                  </a:lnTo>
                  <a:lnTo>
                    <a:pt x="483001" y="1123595"/>
                  </a:lnTo>
                  <a:lnTo>
                    <a:pt x="482993" y="1123590"/>
                  </a:lnTo>
                  <a:lnTo>
                    <a:pt x="482986" y="1123587"/>
                  </a:lnTo>
                  <a:lnTo>
                    <a:pt x="482983" y="1123584"/>
                  </a:lnTo>
                  <a:lnTo>
                    <a:pt x="482975" y="1123579"/>
                  </a:lnTo>
                  <a:lnTo>
                    <a:pt x="482967" y="1123572"/>
                  </a:lnTo>
                  <a:lnTo>
                    <a:pt x="482959" y="1123564"/>
                  </a:lnTo>
                  <a:lnTo>
                    <a:pt x="482952" y="1123558"/>
                  </a:lnTo>
                  <a:lnTo>
                    <a:pt x="482945" y="1123549"/>
                  </a:lnTo>
                  <a:lnTo>
                    <a:pt x="482937" y="1123540"/>
                  </a:lnTo>
                  <a:lnTo>
                    <a:pt x="482931" y="1123531"/>
                  </a:lnTo>
                  <a:lnTo>
                    <a:pt x="482923" y="1123522"/>
                  </a:lnTo>
                  <a:lnTo>
                    <a:pt x="482915" y="1123513"/>
                  </a:lnTo>
                  <a:lnTo>
                    <a:pt x="482911" y="1123508"/>
                  </a:lnTo>
                  <a:lnTo>
                    <a:pt x="482900" y="1123496"/>
                  </a:lnTo>
                  <a:lnTo>
                    <a:pt x="482891" y="1123486"/>
                  </a:lnTo>
                  <a:lnTo>
                    <a:pt x="482881" y="1123477"/>
                  </a:lnTo>
                  <a:lnTo>
                    <a:pt x="482870" y="1123469"/>
                  </a:lnTo>
                  <a:lnTo>
                    <a:pt x="482864" y="1123466"/>
                  </a:lnTo>
                  <a:lnTo>
                    <a:pt x="482853" y="1123460"/>
                  </a:lnTo>
                  <a:lnTo>
                    <a:pt x="482843" y="1123453"/>
                  </a:lnTo>
                  <a:lnTo>
                    <a:pt x="482835" y="1123448"/>
                  </a:lnTo>
                  <a:lnTo>
                    <a:pt x="482829" y="1123443"/>
                  </a:lnTo>
                  <a:lnTo>
                    <a:pt x="482807" y="1123426"/>
                  </a:lnTo>
                  <a:lnTo>
                    <a:pt x="482801" y="1123424"/>
                  </a:lnTo>
                  <a:lnTo>
                    <a:pt x="482792" y="1123428"/>
                  </a:lnTo>
                  <a:lnTo>
                    <a:pt x="482785" y="1123432"/>
                  </a:lnTo>
                  <a:lnTo>
                    <a:pt x="482774" y="1123440"/>
                  </a:lnTo>
                  <a:lnTo>
                    <a:pt x="482766" y="1123447"/>
                  </a:lnTo>
                  <a:lnTo>
                    <a:pt x="482758" y="1123455"/>
                  </a:lnTo>
                  <a:lnTo>
                    <a:pt x="482753" y="1123460"/>
                  </a:lnTo>
                  <a:lnTo>
                    <a:pt x="482750" y="1123463"/>
                  </a:lnTo>
                  <a:lnTo>
                    <a:pt x="482746" y="1123469"/>
                  </a:lnTo>
                  <a:lnTo>
                    <a:pt x="482739" y="1123477"/>
                  </a:lnTo>
                  <a:lnTo>
                    <a:pt x="482728" y="1123485"/>
                  </a:lnTo>
                  <a:lnTo>
                    <a:pt x="482719" y="1123488"/>
                  </a:lnTo>
                  <a:lnTo>
                    <a:pt x="482707" y="1123491"/>
                  </a:lnTo>
                  <a:lnTo>
                    <a:pt x="482686" y="1123494"/>
                  </a:lnTo>
                  <a:lnTo>
                    <a:pt x="482668" y="1123496"/>
                  </a:lnTo>
                  <a:lnTo>
                    <a:pt x="482647" y="1123497"/>
                  </a:lnTo>
                  <a:lnTo>
                    <a:pt x="482632" y="1123499"/>
                  </a:lnTo>
                  <a:lnTo>
                    <a:pt x="482610" y="1123501"/>
                  </a:lnTo>
                  <a:lnTo>
                    <a:pt x="482603" y="1123503"/>
                  </a:lnTo>
                  <a:lnTo>
                    <a:pt x="482597" y="1123504"/>
                  </a:lnTo>
                  <a:lnTo>
                    <a:pt x="482590" y="1123507"/>
                  </a:lnTo>
                  <a:lnTo>
                    <a:pt x="482584" y="1123511"/>
                  </a:lnTo>
                  <a:lnTo>
                    <a:pt x="482579" y="1123515"/>
                  </a:lnTo>
                  <a:lnTo>
                    <a:pt x="482572" y="1123522"/>
                  </a:lnTo>
                  <a:lnTo>
                    <a:pt x="482565" y="1123530"/>
                  </a:lnTo>
                  <a:lnTo>
                    <a:pt x="482556" y="1123542"/>
                  </a:lnTo>
                  <a:lnTo>
                    <a:pt x="482546" y="1123550"/>
                  </a:lnTo>
                  <a:lnTo>
                    <a:pt x="482535" y="1123553"/>
                  </a:lnTo>
                  <a:lnTo>
                    <a:pt x="482529" y="1123555"/>
                  </a:lnTo>
                  <a:lnTo>
                    <a:pt x="482516" y="1123560"/>
                  </a:lnTo>
                  <a:lnTo>
                    <a:pt x="482504" y="1123564"/>
                  </a:lnTo>
                  <a:lnTo>
                    <a:pt x="482491" y="1123569"/>
                  </a:lnTo>
                  <a:lnTo>
                    <a:pt x="482484" y="1123572"/>
                  </a:lnTo>
                  <a:lnTo>
                    <a:pt x="482476" y="1123577"/>
                  </a:lnTo>
                  <a:lnTo>
                    <a:pt x="482472" y="1123579"/>
                  </a:lnTo>
                  <a:lnTo>
                    <a:pt x="482465" y="1123582"/>
                  </a:lnTo>
                  <a:lnTo>
                    <a:pt x="482459" y="1123584"/>
                  </a:lnTo>
                  <a:lnTo>
                    <a:pt x="482454" y="1123586"/>
                  </a:lnTo>
                  <a:lnTo>
                    <a:pt x="482447" y="1123586"/>
                  </a:lnTo>
                  <a:lnTo>
                    <a:pt x="482440" y="1123587"/>
                  </a:lnTo>
                  <a:lnTo>
                    <a:pt x="482426" y="1123591"/>
                  </a:lnTo>
                  <a:lnTo>
                    <a:pt x="482413" y="1123593"/>
                  </a:lnTo>
                  <a:lnTo>
                    <a:pt x="482402" y="1123595"/>
                  </a:lnTo>
                  <a:lnTo>
                    <a:pt x="482390" y="1123596"/>
                  </a:lnTo>
                  <a:lnTo>
                    <a:pt x="482386" y="1123597"/>
                  </a:lnTo>
                  <a:lnTo>
                    <a:pt x="482368" y="1123601"/>
                  </a:lnTo>
                  <a:lnTo>
                    <a:pt x="482356" y="1123604"/>
                  </a:lnTo>
                  <a:lnTo>
                    <a:pt x="482352" y="1123606"/>
                  </a:lnTo>
                  <a:lnTo>
                    <a:pt x="482338" y="1123610"/>
                  </a:lnTo>
                  <a:lnTo>
                    <a:pt x="482331" y="1123608"/>
                  </a:lnTo>
                  <a:lnTo>
                    <a:pt x="482320" y="1123608"/>
                  </a:lnTo>
                  <a:lnTo>
                    <a:pt x="482313" y="1123609"/>
                  </a:lnTo>
                  <a:lnTo>
                    <a:pt x="482307" y="1123609"/>
                  </a:lnTo>
                  <a:lnTo>
                    <a:pt x="482302" y="1123605"/>
                  </a:lnTo>
                  <a:lnTo>
                    <a:pt x="482296" y="1123599"/>
                  </a:lnTo>
                  <a:lnTo>
                    <a:pt x="482294" y="1123592"/>
                  </a:lnTo>
                  <a:lnTo>
                    <a:pt x="482291" y="1123583"/>
                  </a:lnTo>
                  <a:lnTo>
                    <a:pt x="482290" y="1123572"/>
                  </a:lnTo>
                  <a:lnTo>
                    <a:pt x="482288" y="1123563"/>
                  </a:lnTo>
                  <a:lnTo>
                    <a:pt x="482287" y="1123554"/>
                  </a:lnTo>
                  <a:lnTo>
                    <a:pt x="482285" y="1123548"/>
                  </a:lnTo>
                  <a:lnTo>
                    <a:pt x="482280" y="1123544"/>
                  </a:lnTo>
                  <a:lnTo>
                    <a:pt x="482271" y="1123539"/>
                  </a:lnTo>
                  <a:lnTo>
                    <a:pt x="482256" y="1123531"/>
                  </a:lnTo>
                  <a:lnTo>
                    <a:pt x="482248" y="1123526"/>
                  </a:lnTo>
                  <a:lnTo>
                    <a:pt x="482239" y="1123519"/>
                  </a:lnTo>
                  <a:lnTo>
                    <a:pt x="482232" y="1123514"/>
                  </a:lnTo>
                  <a:lnTo>
                    <a:pt x="482223" y="1123506"/>
                  </a:lnTo>
                  <a:lnTo>
                    <a:pt x="482216" y="1123500"/>
                  </a:lnTo>
                  <a:lnTo>
                    <a:pt x="482211" y="1123495"/>
                  </a:lnTo>
                  <a:lnTo>
                    <a:pt x="482204" y="1123487"/>
                  </a:lnTo>
                  <a:lnTo>
                    <a:pt x="482200" y="1123480"/>
                  </a:lnTo>
                  <a:lnTo>
                    <a:pt x="482193" y="1123469"/>
                  </a:lnTo>
                  <a:lnTo>
                    <a:pt x="482187" y="1123460"/>
                  </a:lnTo>
                  <a:lnTo>
                    <a:pt x="482181" y="1123454"/>
                  </a:lnTo>
                  <a:lnTo>
                    <a:pt x="482173" y="1123444"/>
                  </a:lnTo>
                  <a:lnTo>
                    <a:pt x="482168" y="1123439"/>
                  </a:lnTo>
                  <a:lnTo>
                    <a:pt x="482162" y="1123434"/>
                  </a:lnTo>
                  <a:lnTo>
                    <a:pt x="482152" y="1123429"/>
                  </a:lnTo>
                  <a:lnTo>
                    <a:pt x="482143" y="1123426"/>
                  </a:lnTo>
                  <a:lnTo>
                    <a:pt x="482135" y="1123424"/>
                  </a:lnTo>
                  <a:lnTo>
                    <a:pt x="482130" y="1123424"/>
                  </a:lnTo>
                  <a:lnTo>
                    <a:pt x="482121" y="1123424"/>
                  </a:lnTo>
                  <a:lnTo>
                    <a:pt x="482115" y="1123424"/>
                  </a:lnTo>
                  <a:lnTo>
                    <a:pt x="482109" y="1123424"/>
                  </a:lnTo>
                  <a:lnTo>
                    <a:pt x="482101" y="1123425"/>
                  </a:lnTo>
                  <a:lnTo>
                    <a:pt x="482092" y="1123427"/>
                  </a:lnTo>
                  <a:lnTo>
                    <a:pt x="482086" y="1123430"/>
                  </a:lnTo>
                  <a:lnTo>
                    <a:pt x="482082" y="1123430"/>
                  </a:lnTo>
                  <a:lnTo>
                    <a:pt x="482072" y="1123430"/>
                  </a:lnTo>
                  <a:lnTo>
                    <a:pt x="482065" y="1123429"/>
                  </a:lnTo>
                  <a:lnTo>
                    <a:pt x="482058" y="1123427"/>
                  </a:lnTo>
                  <a:lnTo>
                    <a:pt x="482048" y="1123421"/>
                  </a:lnTo>
                  <a:lnTo>
                    <a:pt x="482038" y="1123418"/>
                  </a:lnTo>
                  <a:lnTo>
                    <a:pt x="482030" y="1123413"/>
                  </a:lnTo>
                  <a:lnTo>
                    <a:pt x="482019" y="1123408"/>
                  </a:lnTo>
                  <a:lnTo>
                    <a:pt x="482010" y="1123403"/>
                  </a:lnTo>
                  <a:lnTo>
                    <a:pt x="482002" y="1123398"/>
                  </a:lnTo>
                  <a:lnTo>
                    <a:pt x="481992" y="1123394"/>
                  </a:lnTo>
                  <a:lnTo>
                    <a:pt x="481985" y="1123389"/>
                  </a:lnTo>
                  <a:lnTo>
                    <a:pt x="481974" y="1123381"/>
                  </a:lnTo>
                  <a:lnTo>
                    <a:pt x="481964" y="1123375"/>
                  </a:lnTo>
                  <a:lnTo>
                    <a:pt x="481957" y="1123371"/>
                  </a:lnTo>
                  <a:lnTo>
                    <a:pt x="481949" y="1123367"/>
                  </a:lnTo>
                  <a:lnTo>
                    <a:pt x="481941" y="1123365"/>
                  </a:lnTo>
                  <a:lnTo>
                    <a:pt x="481932" y="1123364"/>
                  </a:lnTo>
                  <a:lnTo>
                    <a:pt x="481925" y="1123365"/>
                  </a:lnTo>
                  <a:lnTo>
                    <a:pt x="481916" y="1123366"/>
                  </a:lnTo>
                  <a:lnTo>
                    <a:pt x="481906" y="1123365"/>
                  </a:lnTo>
                  <a:lnTo>
                    <a:pt x="481901" y="1123359"/>
                  </a:lnTo>
                  <a:lnTo>
                    <a:pt x="481897" y="1123355"/>
                  </a:lnTo>
                  <a:lnTo>
                    <a:pt x="481889" y="1123346"/>
                  </a:lnTo>
                  <a:lnTo>
                    <a:pt x="481881" y="1123338"/>
                  </a:lnTo>
                  <a:lnTo>
                    <a:pt x="481876" y="1123333"/>
                  </a:lnTo>
                  <a:lnTo>
                    <a:pt x="481872" y="1123328"/>
                  </a:lnTo>
                  <a:lnTo>
                    <a:pt x="481868" y="1123325"/>
                  </a:lnTo>
                  <a:lnTo>
                    <a:pt x="481864" y="1123321"/>
                  </a:lnTo>
                  <a:lnTo>
                    <a:pt x="481857" y="1123316"/>
                  </a:lnTo>
                  <a:lnTo>
                    <a:pt x="481850" y="1123308"/>
                  </a:lnTo>
                  <a:lnTo>
                    <a:pt x="481846" y="1123300"/>
                  </a:lnTo>
                  <a:lnTo>
                    <a:pt x="481842" y="1123293"/>
                  </a:lnTo>
                  <a:lnTo>
                    <a:pt x="481838" y="1123285"/>
                  </a:lnTo>
                  <a:lnTo>
                    <a:pt x="481833" y="1123279"/>
                  </a:lnTo>
                  <a:lnTo>
                    <a:pt x="481827" y="1123273"/>
                  </a:lnTo>
                  <a:lnTo>
                    <a:pt x="481818" y="1123267"/>
                  </a:lnTo>
                  <a:lnTo>
                    <a:pt x="481811" y="1123264"/>
                  </a:lnTo>
                  <a:lnTo>
                    <a:pt x="481802" y="1123262"/>
                  </a:lnTo>
                  <a:lnTo>
                    <a:pt x="481795" y="1123260"/>
                  </a:lnTo>
                  <a:lnTo>
                    <a:pt x="481786" y="1123259"/>
                  </a:lnTo>
                  <a:lnTo>
                    <a:pt x="481778" y="1123259"/>
                  </a:lnTo>
                  <a:lnTo>
                    <a:pt x="481771" y="1123258"/>
                  </a:lnTo>
                  <a:lnTo>
                    <a:pt x="481759" y="1123258"/>
                  </a:lnTo>
                  <a:lnTo>
                    <a:pt x="481754" y="1123258"/>
                  </a:lnTo>
                  <a:lnTo>
                    <a:pt x="481746" y="1123258"/>
                  </a:lnTo>
                  <a:lnTo>
                    <a:pt x="481737" y="1123257"/>
                  </a:lnTo>
                  <a:lnTo>
                    <a:pt x="481724" y="1123253"/>
                  </a:lnTo>
                  <a:lnTo>
                    <a:pt x="481718" y="1123250"/>
                  </a:lnTo>
                  <a:lnTo>
                    <a:pt x="481708" y="1123246"/>
                  </a:lnTo>
                  <a:lnTo>
                    <a:pt x="481699" y="1123240"/>
                  </a:lnTo>
                  <a:lnTo>
                    <a:pt x="481693" y="1123236"/>
                  </a:lnTo>
                  <a:lnTo>
                    <a:pt x="481687" y="1123230"/>
                  </a:lnTo>
                  <a:lnTo>
                    <a:pt x="481682" y="1123226"/>
                  </a:lnTo>
                  <a:lnTo>
                    <a:pt x="481677" y="1123222"/>
                  </a:lnTo>
                  <a:lnTo>
                    <a:pt x="481672" y="1123220"/>
                  </a:lnTo>
                  <a:lnTo>
                    <a:pt x="481668" y="1123217"/>
                  </a:lnTo>
                  <a:lnTo>
                    <a:pt x="481663" y="1123216"/>
                  </a:lnTo>
                  <a:lnTo>
                    <a:pt x="481656" y="1123214"/>
                  </a:lnTo>
                  <a:lnTo>
                    <a:pt x="481649" y="1123211"/>
                  </a:lnTo>
                  <a:lnTo>
                    <a:pt x="481643" y="1123207"/>
                  </a:lnTo>
                  <a:lnTo>
                    <a:pt x="481634" y="1123199"/>
                  </a:lnTo>
                  <a:lnTo>
                    <a:pt x="481630" y="1123195"/>
                  </a:lnTo>
                  <a:lnTo>
                    <a:pt x="481625" y="1123190"/>
                  </a:lnTo>
                  <a:lnTo>
                    <a:pt x="481620" y="1123186"/>
                  </a:lnTo>
                  <a:lnTo>
                    <a:pt x="481616" y="1123182"/>
                  </a:lnTo>
                  <a:lnTo>
                    <a:pt x="481608" y="1123176"/>
                  </a:lnTo>
                  <a:lnTo>
                    <a:pt x="481603" y="1123171"/>
                  </a:lnTo>
                  <a:lnTo>
                    <a:pt x="481598" y="1123165"/>
                  </a:lnTo>
                  <a:lnTo>
                    <a:pt x="481593" y="1123159"/>
                  </a:lnTo>
                  <a:lnTo>
                    <a:pt x="481588" y="1123153"/>
                  </a:lnTo>
                  <a:lnTo>
                    <a:pt x="481581" y="1123145"/>
                  </a:lnTo>
                  <a:lnTo>
                    <a:pt x="481575" y="1123138"/>
                  </a:lnTo>
                  <a:lnTo>
                    <a:pt x="481569" y="1123133"/>
                  </a:lnTo>
                  <a:lnTo>
                    <a:pt x="481559" y="1123123"/>
                  </a:lnTo>
                  <a:lnTo>
                    <a:pt x="481555" y="1123119"/>
                  </a:lnTo>
                  <a:lnTo>
                    <a:pt x="481551" y="1123116"/>
                  </a:lnTo>
                  <a:lnTo>
                    <a:pt x="481545" y="1123108"/>
                  </a:lnTo>
                  <a:lnTo>
                    <a:pt x="481537" y="1123096"/>
                  </a:lnTo>
                  <a:lnTo>
                    <a:pt x="481532" y="1123088"/>
                  </a:lnTo>
                  <a:lnTo>
                    <a:pt x="481528" y="1123081"/>
                  </a:lnTo>
                  <a:lnTo>
                    <a:pt x="481522" y="1123073"/>
                  </a:lnTo>
                  <a:lnTo>
                    <a:pt x="481518" y="1123066"/>
                  </a:lnTo>
                  <a:lnTo>
                    <a:pt x="481514" y="1123060"/>
                  </a:lnTo>
                  <a:lnTo>
                    <a:pt x="481510" y="1123055"/>
                  </a:lnTo>
                  <a:lnTo>
                    <a:pt x="481504" y="1123051"/>
                  </a:lnTo>
                  <a:lnTo>
                    <a:pt x="481498" y="1123048"/>
                  </a:lnTo>
                  <a:lnTo>
                    <a:pt x="481494" y="1123047"/>
                  </a:lnTo>
                  <a:lnTo>
                    <a:pt x="481487" y="1123045"/>
                  </a:lnTo>
                  <a:lnTo>
                    <a:pt x="481480" y="1123042"/>
                  </a:lnTo>
                  <a:lnTo>
                    <a:pt x="481475" y="1123040"/>
                  </a:lnTo>
                  <a:lnTo>
                    <a:pt x="481469" y="1123037"/>
                  </a:lnTo>
                  <a:lnTo>
                    <a:pt x="481463" y="1123034"/>
                  </a:lnTo>
                  <a:lnTo>
                    <a:pt x="481454" y="1123029"/>
                  </a:lnTo>
                  <a:lnTo>
                    <a:pt x="481447" y="1123025"/>
                  </a:lnTo>
                  <a:lnTo>
                    <a:pt x="481442" y="1123021"/>
                  </a:lnTo>
                  <a:lnTo>
                    <a:pt x="481437" y="1123018"/>
                  </a:lnTo>
                  <a:lnTo>
                    <a:pt x="481432" y="1123013"/>
                  </a:lnTo>
                  <a:lnTo>
                    <a:pt x="481428" y="1123009"/>
                  </a:lnTo>
                  <a:lnTo>
                    <a:pt x="481422" y="1123002"/>
                  </a:lnTo>
                  <a:lnTo>
                    <a:pt x="481417" y="1122997"/>
                  </a:lnTo>
                  <a:lnTo>
                    <a:pt x="481413" y="1122992"/>
                  </a:lnTo>
                  <a:lnTo>
                    <a:pt x="481408" y="1122985"/>
                  </a:lnTo>
                  <a:lnTo>
                    <a:pt x="481403" y="1122979"/>
                  </a:lnTo>
                  <a:lnTo>
                    <a:pt x="481399" y="1122974"/>
                  </a:lnTo>
                  <a:lnTo>
                    <a:pt x="481395" y="1122971"/>
                  </a:lnTo>
                  <a:lnTo>
                    <a:pt x="481391" y="1122969"/>
                  </a:lnTo>
                  <a:lnTo>
                    <a:pt x="481386" y="1122968"/>
                  </a:lnTo>
                  <a:lnTo>
                    <a:pt x="481379" y="1122968"/>
                  </a:lnTo>
                  <a:lnTo>
                    <a:pt x="481366" y="1122968"/>
                  </a:lnTo>
                  <a:lnTo>
                    <a:pt x="481357" y="1122968"/>
                  </a:lnTo>
                  <a:lnTo>
                    <a:pt x="481348" y="1122966"/>
                  </a:lnTo>
                  <a:lnTo>
                    <a:pt x="481340" y="1122965"/>
                  </a:lnTo>
                  <a:lnTo>
                    <a:pt x="481334" y="1122963"/>
                  </a:lnTo>
                  <a:lnTo>
                    <a:pt x="481326" y="1122960"/>
                  </a:lnTo>
                  <a:lnTo>
                    <a:pt x="481319" y="1122956"/>
                  </a:lnTo>
                  <a:lnTo>
                    <a:pt x="481311" y="1122952"/>
                  </a:lnTo>
                  <a:lnTo>
                    <a:pt x="481306" y="1122947"/>
                  </a:lnTo>
                  <a:lnTo>
                    <a:pt x="481300" y="1122940"/>
                  </a:lnTo>
                  <a:lnTo>
                    <a:pt x="481295" y="1122935"/>
                  </a:lnTo>
                  <a:lnTo>
                    <a:pt x="481290" y="1122927"/>
                  </a:lnTo>
                  <a:lnTo>
                    <a:pt x="481286" y="1122921"/>
                  </a:lnTo>
                  <a:lnTo>
                    <a:pt x="481280" y="1122912"/>
                  </a:lnTo>
                  <a:lnTo>
                    <a:pt x="481276" y="1122904"/>
                  </a:lnTo>
                  <a:lnTo>
                    <a:pt x="481273" y="1122899"/>
                  </a:lnTo>
                  <a:lnTo>
                    <a:pt x="481269" y="1122892"/>
                  </a:lnTo>
                  <a:lnTo>
                    <a:pt x="481265" y="1122887"/>
                  </a:lnTo>
                  <a:lnTo>
                    <a:pt x="481261" y="1122880"/>
                  </a:lnTo>
                  <a:lnTo>
                    <a:pt x="481255" y="1122872"/>
                  </a:lnTo>
                  <a:lnTo>
                    <a:pt x="481251" y="1122864"/>
                  </a:lnTo>
                  <a:lnTo>
                    <a:pt x="481246" y="1122858"/>
                  </a:lnTo>
                  <a:lnTo>
                    <a:pt x="481240" y="1122850"/>
                  </a:lnTo>
                  <a:lnTo>
                    <a:pt x="481233" y="1122841"/>
                  </a:lnTo>
                  <a:lnTo>
                    <a:pt x="481230" y="1122837"/>
                  </a:lnTo>
                  <a:lnTo>
                    <a:pt x="481226" y="1122833"/>
                  </a:lnTo>
                  <a:lnTo>
                    <a:pt x="481220" y="1122824"/>
                  </a:lnTo>
                  <a:lnTo>
                    <a:pt x="481212" y="1122815"/>
                  </a:lnTo>
                  <a:lnTo>
                    <a:pt x="481203" y="1122807"/>
                  </a:lnTo>
                  <a:lnTo>
                    <a:pt x="481196" y="1122800"/>
                  </a:lnTo>
                  <a:lnTo>
                    <a:pt x="481192" y="1122796"/>
                  </a:lnTo>
                  <a:lnTo>
                    <a:pt x="481185" y="1122790"/>
                  </a:lnTo>
                  <a:lnTo>
                    <a:pt x="481178" y="1122782"/>
                  </a:lnTo>
                  <a:lnTo>
                    <a:pt x="481171" y="1122774"/>
                  </a:lnTo>
                  <a:lnTo>
                    <a:pt x="481166" y="1122767"/>
                  </a:lnTo>
                  <a:lnTo>
                    <a:pt x="481162" y="1122762"/>
                  </a:lnTo>
                  <a:lnTo>
                    <a:pt x="481157" y="1122756"/>
                  </a:lnTo>
                  <a:lnTo>
                    <a:pt x="481151" y="1122750"/>
                  </a:lnTo>
                  <a:lnTo>
                    <a:pt x="481146" y="1122745"/>
                  </a:lnTo>
                  <a:lnTo>
                    <a:pt x="481139" y="1122738"/>
                  </a:lnTo>
                  <a:lnTo>
                    <a:pt x="481134" y="1122735"/>
                  </a:lnTo>
                  <a:lnTo>
                    <a:pt x="481129" y="1122731"/>
                  </a:lnTo>
                  <a:lnTo>
                    <a:pt x="481124" y="1122727"/>
                  </a:lnTo>
                  <a:lnTo>
                    <a:pt x="481118" y="1122725"/>
                  </a:lnTo>
                  <a:lnTo>
                    <a:pt x="481111" y="1122722"/>
                  </a:lnTo>
                  <a:lnTo>
                    <a:pt x="481101" y="1122719"/>
                  </a:lnTo>
                  <a:lnTo>
                    <a:pt x="481094" y="1122717"/>
                  </a:lnTo>
                  <a:lnTo>
                    <a:pt x="481088" y="1122714"/>
                  </a:lnTo>
                  <a:lnTo>
                    <a:pt x="481081" y="1122711"/>
                  </a:lnTo>
                  <a:lnTo>
                    <a:pt x="481076" y="1122707"/>
                  </a:lnTo>
                  <a:lnTo>
                    <a:pt x="481071" y="1122702"/>
                  </a:lnTo>
                  <a:lnTo>
                    <a:pt x="481065" y="1122694"/>
                  </a:lnTo>
                  <a:lnTo>
                    <a:pt x="481058" y="1122683"/>
                  </a:lnTo>
                  <a:lnTo>
                    <a:pt x="481048" y="1122671"/>
                  </a:lnTo>
                  <a:lnTo>
                    <a:pt x="481043" y="1122667"/>
                  </a:lnTo>
                  <a:lnTo>
                    <a:pt x="481030" y="1122655"/>
                  </a:lnTo>
                  <a:lnTo>
                    <a:pt x="481016" y="1122646"/>
                  </a:lnTo>
                  <a:lnTo>
                    <a:pt x="481008" y="1122639"/>
                  </a:lnTo>
                  <a:lnTo>
                    <a:pt x="481001" y="1122635"/>
                  </a:lnTo>
                  <a:lnTo>
                    <a:pt x="480995" y="1122634"/>
                  </a:lnTo>
                  <a:lnTo>
                    <a:pt x="480989" y="1122634"/>
                  </a:lnTo>
                  <a:lnTo>
                    <a:pt x="480968" y="1122635"/>
                  </a:lnTo>
                  <a:lnTo>
                    <a:pt x="480955" y="1122635"/>
                  </a:lnTo>
                  <a:lnTo>
                    <a:pt x="480947" y="1122633"/>
                  </a:lnTo>
                  <a:lnTo>
                    <a:pt x="480939" y="1122630"/>
                  </a:lnTo>
                  <a:lnTo>
                    <a:pt x="480932" y="1122627"/>
                  </a:lnTo>
                  <a:lnTo>
                    <a:pt x="480921" y="1122620"/>
                  </a:lnTo>
                  <a:lnTo>
                    <a:pt x="480914" y="1122616"/>
                  </a:lnTo>
                  <a:lnTo>
                    <a:pt x="480903" y="1122609"/>
                  </a:lnTo>
                  <a:lnTo>
                    <a:pt x="480899" y="1122607"/>
                  </a:lnTo>
                  <a:lnTo>
                    <a:pt x="480894" y="1122607"/>
                  </a:lnTo>
                  <a:lnTo>
                    <a:pt x="480886" y="1122605"/>
                  </a:lnTo>
                  <a:lnTo>
                    <a:pt x="480879" y="1122604"/>
                  </a:lnTo>
                  <a:lnTo>
                    <a:pt x="480868" y="1122602"/>
                  </a:lnTo>
                  <a:lnTo>
                    <a:pt x="480860" y="1122602"/>
                  </a:lnTo>
                  <a:lnTo>
                    <a:pt x="480851" y="1122601"/>
                  </a:lnTo>
                  <a:lnTo>
                    <a:pt x="480846" y="1122601"/>
                  </a:lnTo>
                  <a:lnTo>
                    <a:pt x="480840" y="1122599"/>
                  </a:lnTo>
                  <a:lnTo>
                    <a:pt x="480831" y="1122595"/>
                  </a:lnTo>
                  <a:lnTo>
                    <a:pt x="480826" y="1122593"/>
                  </a:lnTo>
                  <a:lnTo>
                    <a:pt x="480820" y="1122589"/>
                  </a:lnTo>
                  <a:lnTo>
                    <a:pt x="480816" y="1122585"/>
                  </a:lnTo>
                  <a:lnTo>
                    <a:pt x="480803" y="1122573"/>
                  </a:lnTo>
                  <a:lnTo>
                    <a:pt x="480796" y="1122565"/>
                  </a:lnTo>
                  <a:lnTo>
                    <a:pt x="480790" y="1122556"/>
                  </a:lnTo>
                  <a:lnTo>
                    <a:pt x="480785" y="1122549"/>
                  </a:lnTo>
                  <a:lnTo>
                    <a:pt x="480779" y="1122542"/>
                  </a:lnTo>
                  <a:lnTo>
                    <a:pt x="480774" y="1122537"/>
                  </a:lnTo>
                  <a:lnTo>
                    <a:pt x="480768" y="1122530"/>
                  </a:lnTo>
                  <a:lnTo>
                    <a:pt x="480762" y="1122525"/>
                  </a:lnTo>
                  <a:lnTo>
                    <a:pt x="480757" y="1122520"/>
                  </a:lnTo>
                  <a:lnTo>
                    <a:pt x="480750" y="1122515"/>
                  </a:lnTo>
                  <a:lnTo>
                    <a:pt x="480742" y="1122511"/>
                  </a:lnTo>
                  <a:lnTo>
                    <a:pt x="480731" y="1122506"/>
                  </a:lnTo>
                  <a:lnTo>
                    <a:pt x="480717" y="1122499"/>
                  </a:lnTo>
                  <a:lnTo>
                    <a:pt x="480706" y="1122494"/>
                  </a:lnTo>
                  <a:lnTo>
                    <a:pt x="480702" y="1122492"/>
                  </a:lnTo>
                  <a:lnTo>
                    <a:pt x="480696" y="1122490"/>
                  </a:lnTo>
                  <a:lnTo>
                    <a:pt x="480692" y="1122487"/>
                  </a:lnTo>
                  <a:lnTo>
                    <a:pt x="480688" y="1122485"/>
                  </a:lnTo>
                  <a:lnTo>
                    <a:pt x="480680" y="1122478"/>
                  </a:lnTo>
                  <a:lnTo>
                    <a:pt x="480671" y="1122471"/>
                  </a:lnTo>
                  <a:lnTo>
                    <a:pt x="480665" y="1122468"/>
                  </a:lnTo>
                  <a:lnTo>
                    <a:pt x="480661" y="1122465"/>
                  </a:lnTo>
                  <a:lnTo>
                    <a:pt x="480656" y="1122464"/>
                  </a:lnTo>
                  <a:lnTo>
                    <a:pt x="480650" y="1122463"/>
                  </a:lnTo>
                  <a:lnTo>
                    <a:pt x="480645" y="1122464"/>
                  </a:lnTo>
                  <a:lnTo>
                    <a:pt x="480640" y="1122466"/>
                  </a:lnTo>
                  <a:lnTo>
                    <a:pt x="480635" y="1122469"/>
                  </a:lnTo>
                  <a:lnTo>
                    <a:pt x="480630" y="1122470"/>
                  </a:lnTo>
                  <a:lnTo>
                    <a:pt x="480623" y="1122471"/>
                  </a:lnTo>
                  <a:lnTo>
                    <a:pt x="480616" y="1122470"/>
                  </a:lnTo>
                  <a:lnTo>
                    <a:pt x="480612" y="1122467"/>
                  </a:lnTo>
                  <a:lnTo>
                    <a:pt x="480608" y="1122463"/>
                  </a:lnTo>
                  <a:lnTo>
                    <a:pt x="480602" y="1122455"/>
                  </a:lnTo>
                  <a:lnTo>
                    <a:pt x="480597" y="1122446"/>
                  </a:lnTo>
                  <a:lnTo>
                    <a:pt x="480593" y="1122437"/>
                  </a:lnTo>
                  <a:lnTo>
                    <a:pt x="480590" y="1122433"/>
                  </a:lnTo>
                  <a:lnTo>
                    <a:pt x="480585" y="1122422"/>
                  </a:lnTo>
                  <a:lnTo>
                    <a:pt x="480578" y="1122410"/>
                  </a:lnTo>
                  <a:lnTo>
                    <a:pt x="480572" y="1122402"/>
                  </a:lnTo>
                  <a:lnTo>
                    <a:pt x="480566" y="1122396"/>
                  </a:lnTo>
                  <a:lnTo>
                    <a:pt x="480561" y="1122391"/>
                  </a:lnTo>
                  <a:lnTo>
                    <a:pt x="480555" y="1122387"/>
                  </a:lnTo>
                  <a:lnTo>
                    <a:pt x="480550" y="1122383"/>
                  </a:lnTo>
                  <a:lnTo>
                    <a:pt x="480543" y="1122380"/>
                  </a:lnTo>
                  <a:lnTo>
                    <a:pt x="480537" y="1122378"/>
                  </a:lnTo>
                  <a:lnTo>
                    <a:pt x="480532" y="1122378"/>
                  </a:lnTo>
                  <a:lnTo>
                    <a:pt x="480524" y="1122380"/>
                  </a:lnTo>
                  <a:lnTo>
                    <a:pt x="480519" y="1122381"/>
                  </a:lnTo>
                  <a:lnTo>
                    <a:pt x="480513" y="1122381"/>
                  </a:lnTo>
                  <a:lnTo>
                    <a:pt x="480505" y="1122377"/>
                  </a:lnTo>
                  <a:lnTo>
                    <a:pt x="480499" y="1122375"/>
                  </a:lnTo>
                  <a:lnTo>
                    <a:pt x="480492" y="1122372"/>
                  </a:lnTo>
                  <a:lnTo>
                    <a:pt x="480487" y="1122371"/>
                  </a:lnTo>
                  <a:lnTo>
                    <a:pt x="480481" y="1122372"/>
                  </a:lnTo>
                  <a:lnTo>
                    <a:pt x="480474" y="1122373"/>
                  </a:lnTo>
                  <a:lnTo>
                    <a:pt x="480467" y="1122375"/>
                  </a:lnTo>
                  <a:lnTo>
                    <a:pt x="480456" y="1122377"/>
                  </a:lnTo>
                  <a:lnTo>
                    <a:pt x="480450" y="1122377"/>
                  </a:lnTo>
                  <a:lnTo>
                    <a:pt x="480443" y="1122377"/>
                  </a:lnTo>
                  <a:lnTo>
                    <a:pt x="480435" y="1122376"/>
                  </a:lnTo>
                  <a:lnTo>
                    <a:pt x="480428" y="1122373"/>
                  </a:lnTo>
                  <a:lnTo>
                    <a:pt x="480421" y="1122369"/>
                  </a:lnTo>
                  <a:lnTo>
                    <a:pt x="480413" y="1122364"/>
                  </a:lnTo>
                  <a:lnTo>
                    <a:pt x="480406" y="1122359"/>
                  </a:lnTo>
                  <a:lnTo>
                    <a:pt x="480399" y="1122354"/>
                  </a:lnTo>
                  <a:lnTo>
                    <a:pt x="480393" y="1122349"/>
                  </a:lnTo>
                  <a:lnTo>
                    <a:pt x="480387" y="1122344"/>
                  </a:lnTo>
                  <a:lnTo>
                    <a:pt x="480382" y="1122338"/>
                  </a:lnTo>
                  <a:lnTo>
                    <a:pt x="480376" y="1122331"/>
                  </a:lnTo>
                  <a:lnTo>
                    <a:pt x="480368" y="1122327"/>
                  </a:lnTo>
                  <a:lnTo>
                    <a:pt x="480361" y="1122322"/>
                  </a:lnTo>
                  <a:lnTo>
                    <a:pt x="480351" y="1122317"/>
                  </a:lnTo>
                  <a:lnTo>
                    <a:pt x="480344" y="1122312"/>
                  </a:lnTo>
                  <a:lnTo>
                    <a:pt x="480336" y="1122307"/>
                  </a:lnTo>
                  <a:lnTo>
                    <a:pt x="480332" y="1122303"/>
                  </a:lnTo>
                  <a:lnTo>
                    <a:pt x="480325" y="1122295"/>
                  </a:lnTo>
                  <a:lnTo>
                    <a:pt x="480320" y="1122289"/>
                  </a:lnTo>
                  <a:lnTo>
                    <a:pt x="480315" y="1122284"/>
                  </a:lnTo>
                  <a:lnTo>
                    <a:pt x="480309" y="1122278"/>
                  </a:lnTo>
                  <a:lnTo>
                    <a:pt x="480303" y="1122274"/>
                  </a:lnTo>
                  <a:lnTo>
                    <a:pt x="480299" y="1122271"/>
                  </a:lnTo>
                  <a:lnTo>
                    <a:pt x="480290" y="1122265"/>
                  </a:lnTo>
                  <a:lnTo>
                    <a:pt x="480285" y="1122263"/>
                  </a:lnTo>
                  <a:lnTo>
                    <a:pt x="480284" y="1122255"/>
                  </a:lnTo>
                  <a:lnTo>
                    <a:pt x="480286" y="1122251"/>
                  </a:lnTo>
                  <a:lnTo>
                    <a:pt x="480291" y="1122238"/>
                  </a:lnTo>
                  <a:lnTo>
                    <a:pt x="480297" y="1122226"/>
                  </a:lnTo>
                  <a:lnTo>
                    <a:pt x="480302" y="1122218"/>
                  </a:lnTo>
                  <a:lnTo>
                    <a:pt x="480307" y="1122210"/>
                  </a:lnTo>
                  <a:lnTo>
                    <a:pt x="480312" y="1122204"/>
                  </a:lnTo>
                  <a:lnTo>
                    <a:pt x="480316" y="1122199"/>
                  </a:lnTo>
                  <a:lnTo>
                    <a:pt x="480329" y="1122184"/>
                  </a:lnTo>
                  <a:lnTo>
                    <a:pt x="480337" y="1122175"/>
                  </a:lnTo>
                  <a:lnTo>
                    <a:pt x="480349" y="1122163"/>
                  </a:lnTo>
                  <a:lnTo>
                    <a:pt x="480359" y="1122153"/>
                  </a:lnTo>
                  <a:lnTo>
                    <a:pt x="480364" y="1122147"/>
                  </a:lnTo>
                  <a:lnTo>
                    <a:pt x="480379" y="1122132"/>
                  </a:lnTo>
                  <a:lnTo>
                    <a:pt x="480387" y="1122124"/>
                  </a:lnTo>
                  <a:lnTo>
                    <a:pt x="480395" y="1122116"/>
                  </a:lnTo>
                  <a:lnTo>
                    <a:pt x="480403" y="1122108"/>
                  </a:lnTo>
                  <a:lnTo>
                    <a:pt x="480410" y="1122101"/>
                  </a:lnTo>
                  <a:lnTo>
                    <a:pt x="480418" y="1122094"/>
                  </a:lnTo>
                  <a:lnTo>
                    <a:pt x="480423" y="1122088"/>
                  </a:lnTo>
                  <a:lnTo>
                    <a:pt x="480428" y="1122081"/>
                  </a:lnTo>
                  <a:lnTo>
                    <a:pt x="480433" y="1122074"/>
                  </a:lnTo>
                  <a:lnTo>
                    <a:pt x="480441" y="1122058"/>
                  </a:lnTo>
                  <a:lnTo>
                    <a:pt x="480444" y="1122052"/>
                  </a:lnTo>
                  <a:lnTo>
                    <a:pt x="480453" y="1122036"/>
                  </a:lnTo>
                  <a:lnTo>
                    <a:pt x="480458" y="1122026"/>
                  </a:lnTo>
                  <a:lnTo>
                    <a:pt x="480461" y="1122019"/>
                  </a:lnTo>
                  <a:lnTo>
                    <a:pt x="480463" y="1122014"/>
                  </a:lnTo>
                  <a:lnTo>
                    <a:pt x="480465" y="1122007"/>
                  </a:lnTo>
                  <a:lnTo>
                    <a:pt x="480469" y="1122000"/>
                  </a:lnTo>
                  <a:lnTo>
                    <a:pt x="480473" y="1121989"/>
                  </a:lnTo>
                  <a:lnTo>
                    <a:pt x="480477" y="1121983"/>
                  </a:lnTo>
                  <a:lnTo>
                    <a:pt x="480482" y="1121972"/>
                  </a:lnTo>
                  <a:lnTo>
                    <a:pt x="480487" y="1121961"/>
                  </a:lnTo>
                  <a:lnTo>
                    <a:pt x="480490" y="1121954"/>
                  </a:lnTo>
                  <a:lnTo>
                    <a:pt x="480491" y="1121945"/>
                  </a:lnTo>
                  <a:lnTo>
                    <a:pt x="480492" y="1121932"/>
                  </a:lnTo>
                  <a:lnTo>
                    <a:pt x="480492" y="1121922"/>
                  </a:lnTo>
                  <a:lnTo>
                    <a:pt x="480493" y="1121910"/>
                  </a:lnTo>
                  <a:lnTo>
                    <a:pt x="480494" y="1121900"/>
                  </a:lnTo>
                  <a:lnTo>
                    <a:pt x="480495" y="1121891"/>
                  </a:lnTo>
                  <a:lnTo>
                    <a:pt x="480497" y="1121881"/>
                  </a:lnTo>
                  <a:lnTo>
                    <a:pt x="480500" y="1121874"/>
                  </a:lnTo>
                  <a:lnTo>
                    <a:pt x="480504" y="1121866"/>
                  </a:lnTo>
                  <a:lnTo>
                    <a:pt x="480510" y="1121854"/>
                  </a:lnTo>
                  <a:lnTo>
                    <a:pt x="480518" y="1121840"/>
                  </a:lnTo>
                  <a:lnTo>
                    <a:pt x="480521" y="1121834"/>
                  </a:lnTo>
                  <a:lnTo>
                    <a:pt x="480527" y="1121821"/>
                  </a:lnTo>
                  <a:lnTo>
                    <a:pt x="480529" y="1121816"/>
                  </a:lnTo>
                  <a:lnTo>
                    <a:pt x="480535" y="1121801"/>
                  </a:lnTo>
                  <a:lnTo>
                    <a:pt x="480540" y="1121790"/>
                  </a:lnTo>
                  <a:lnTo>
                    <a:pt x="480548" y="1121765"/>
                  </a:lnTo>
                  <a:lnTo>
                    <a:pt x="480554" y="1121750"/>
                  </a:lnTo>
                  <a:lnTo>
                    <a:pt x="480560" y="1121732"/>
                  </a:lnTo>
                  <a:lnTo>
                    <a:pt x="480562" y="1121722"/>
                  </a:lnTo>
                  <a:lnTo>
                    <a:pt x="480566" y="1121702"/>
                  </a:lnTo>
                  <a:lnTo>
                    <a:pt x="480569" y="1121690"/>
                  </a:lnTo>
                  <a:lnTo>
                    <a:pt x="480571" y="1121681"/>
                  </a:lnTo>
                  <a:lnTo>
                    <a:pt x="480575" y="1121671"/>
                  </a:lnTo>
                  <a:lnTo>
                    <a:pt x="480577" y="1121667"/>
                  </a:lnTo>
                  <a:lnTo>
                    <a:pt x="480582" y="1121660"/>
                  </a:lnTo>
                  <a:lnTo>
                    <a:pt x="480589" y="1121652"/>
                  </a:lnTo>
                  <a:lnTo>
                    <a:pt x="480596" y="1121646"/>
                  </a:lnTo>
                  <a:lnTo>
                    <a:pt x="480601" y="1121642"/>
                  </a:lnTo>
                  <a:lnTo>
                    <a:pt x="480608" y="1121639"/>
                  </a:lnTo>
                  <a:lnTo>
                    <a:pt x="480622" y="1121636"/>
                  </a:lnTo>
                  <a:lnTo>
                    <a:pt x="480635" y="1121633"/>
                  </a:lnTo>
                  <a:lnTo>
                    <a:pt x="480643" y="1121631"/>
                  </a:lnTo>
                  <a:lnTo>
                    <a:pt x="480651" y="1121627"/>
                  </a:lnTo>
                  <a:lnTo>
                    <a:pt x="480656" y="1121624"/>
                  </a:lnTo>
                  <a:lnTo>
                    <a:pt x="480660" y="1121618"/>
                  </a:lnTo>
                  <a:lnTo>
                    <a:pt x="480661" y="1121606"/>
                  </a:lnTo>
                  <a:lnTo>
                    <a:pt x="480660" y="1121602"/>
                  </a:lnTo>
                  <a:lnTo>
                    <a:pt x="480658" y="1121594"/>
                  </a:lnTo>
                  <a:lnTo>
                    <a:pt x="480656" y="1121589"/>
                  </a:lnTo>
                  <a:lnTo>
                    <a:pt x="480654" y="1121582"/>
                  </a:lnTo>
                  <a:lnTo>
                    <a:pt x="480651" y="1121572"/>
                  </a:lnTo>
                  <a:lnTo>
                    <a:pt x="480652" y="1121563"/>
                  </a:lnTo>
                  <a:lnTo>
                    <a:pt x="480655" y="1121556"/>
                  </a:lnTo>
                  <a:lnTo>
                    <a:pt x="480658" y="1121552"/>
                  </a:lnTo>
                  <a:lnTo>
                    <a:pt x="480667" y="1121543"/>
                  </a:lnTo>
                  <a:lnTo>
                    <a:pt x="480677" y="1121533"/>
                  </a:lnTo>
                  <a:lnTo>
                    <a:pt x="480681" y="1121527"/>
                  </a:lnTo>
                  <a:lnTo>
                    <a:pt x="480684" y="1121520"/>
                  </a:lnTo>
                  <a:lnTo>
                    <a:pt x="480686" y="1121513"/>
                  </a:lnTo>
                  <a:lnTo>
                    <a:pt x="480687" y="1121508"/>
                  </a:lnTo>
                  <a:lnTo>
                    <a:pt x="480688" y="1121499"/>
                  </a:lnTo>
                  <a:lnTo>
                    <a:pt x="480687" y="1121491"/>
                  </a:lnTo>
                  <a:lnTo>
                    <a:pt x="480685" y="1121484"/>
                  </a:lnTo>
                  <a:lnTo>
                    <a:pt x="480683" y="1121477"/>
                  </a:lnTo>
                  <a:lnTo>
                    <a:pt x="480679" y="1121469"/>
                  </a:lnTo>
                  <a:lnTo>
                    <a:pt x="480677" y="1121464"/>
                  </a:lnTo>
                  <a:lnTo>
                    <a:pt x="480675" y="1121459"/>
                  </a:lnTo>
                  <a:lnTo>
                    <a:pt x="480672" y="1121453"/>
                  </a:lnTo>
                  <a:lnTo>
                    <a:pt x="480669" y="1121447"/>
                  </a:lnTo>
                  <a:lnTo>
                    <a:pt x="480666" y="1121440"/>
                  </a:lnTo>
                  <a:lnTo>
                    <a:pt x="480665" y="1121430"/>
                  </a:lnTo>
                  <a:lnTo>
                    <a:pt x="480665" y="1121421"/>
                  </a:lnTo>
                  <a:lnTo>
                    <a:pt x="480666" y="1121415"/>
                  </a:lnTo>
                  <a:lnTo>
                    <a:pt x="480671" y="1121403"/>
                  </a:lnTo>
                  <a:lnTo>
                    <a:pt x="480673" y="1121398"/>
                  </a:lnTo>
                  <a:lnTo>
                    <a:pt x="480677" y="1121389"/>
                  </a:lnTo>
                  <a:lnTo>
                    <a:pt x="480685" y="1121375"/>
                  </a:lnTo>
                  <a:lnTo>
                    <a:pt x="480688" y="1121370"/>
                  </a:lnTo>
                  <a:lnTo>
                    <a:pt x="480693" y="1121361"/>
                  </a:lnTo>
                  <a:lnTo>
                    <a:pt x="480695" y="1121356"/>
                  </a:lnTo>
                  <a:lnTo>
                    <a:pt x="480699" y="1121344"/>
                  </a:lnTo>
                  <a:lnTo>
                    <a:pt x="480705" y="1121320"/>
                  </a:lnTo>
                  <a:lnTo>
                    <a:pt x="480705" y="1121314"/>
                  </a:lnTo>
                  <a:lnTo>
                    <a:pt x="480704" y="1121302"/>
                  </a:lnTo>
                  <a:lnTo>
                    <a:pt x="480703" y="1121290"/>
                  </a:lnTo>
                  <a:lnTo>
                    <a:pt x="480702" y="1121275"/>
                  </a:lnTo>
                  <a:lnTo>
                    <a:pt x="480702" y="1121263"/>
                  </a:lnTo>
                  <a:lnTo>
                    <a:pt x="480702" y="1121254"/>
                  </a:lnTo>
                  <a:lnTo>
                    <a:pt x="480703" y="1121240"/>
                  </a:lnTo>
                  <a:lnTo>
                    <a:pt x="480704" y="1121223"/>
                  </a:lnTo>
                  <a:lnTo>
                    <a:pt x="480704" y="1121217"/>
                  </a:lnTo>
                  <a:lnTo>
                    <a:pt x="480705" y="1121212"/>
                  </a:lnTo>
                  <a:lnTo>
                    <a:pt x="480706" y="1121205"/>
                  </a:lnTo>
                  <a:lnTo>
                    <a:pt x="480711" y="1121193"/>
                  </a:lnTo>
                  <a:lnTo>
                    <a:pt x="480718" y="1121176"/>
                  </a:lnTo>
                  <a:lnTo>
                    <a:pt x="480723" y="1121163"/>
                  </a:lnTo>
                  <a:lnTo>
                    <a:pt x="480729" y="1121150"/>
                  </a:lnTo>
                  <a:lnTo>
                    <a:pt x="480732" y="1121142"/>
                  </a:lnTo>
                  <a:lnTo>
                    <a:pt x="480735" y="1121136"/>
                  </a:lnTo>
                  <a:lnTo>
                    <a:pt x="480740" y="1121124"/>
                  </a:lnTo>
                  <a:lnTo>
                    <a:pt x="480743" y="1121115"/>
                  </a:lnTo>
                  <a:lnTo>
                    <a:pt x="480746" y="1121108"/>
                  </a:lnTo>
                  <a:lnTo>
                    <a:pt x="480751" y="1121099"/>
                  </a:lnTo>
                  <a:lnTo>
                    <a:pt x="480753" y="1121095"/>
                  </a:lnTo>
                  <a:lnTo>
                    <a:pt x="480755" y="1121091"/>
                  </a:lnTo>
                  <a:lnTo>
                    <a:pt x="480761" y="1121077"/>
                  </a:lnTo>
                  <a:lnTo>
                    <a:pt x="480767" y="1121065"/>
                  </a:lnTo>
                  <a:lnTo>
                    <a:pt x="480771" y="1121060"/>
                  </a:lnTo>
                  <a:lnTo>
                    <a:pt x="480776" y="1121050"/>
                  </a:lnTo>
                  <a:lnTo>
                    <a:pt x="480781" y="1121040"/>
                  </a:lnTo>
                  <a:lnTo>
                    <a:pt x="480785" y="1121033"/>
                  </a:lnTo>
                  <a:lnTo>
                    <a:pt x="480789" y="1121028"/>
                  </a:lnTo>
                  <a:lnTo>
                    <a:pt x="480794" y="1121023"/>
                  </a:lnTo>
                  <a:lnTo>
                    <a:pt x="480799" y="1121019"/>
                  </a:lnTo>
                  <a:lnTo>
                    <a:pt x="480811" y="1121007"/>
                  </a:lnTo>
                  <a:lnTo>
                    <a:pt x="480819" y="1121001"/>
                  </a:lnTo>
                  <a:lnTo>
                    <a:pt x="480832" y="1120991"/>
                  </a:lnTo>
                  <a:lnTo>
                    <a:pt x="480838" y="1120985"/>
                  </a:lnTo>
                  <a:lnTo>
                    <a:pt x="480842" y="1120982"/>
                  </a:lnTo>
                  <a:lnTo>
                    <a:pt x="480851" y="1120975"/>
                  </a:lnTo>
                  <a:lnTo>
                    <a:pt x="480863" y="1120965"/>
                  </a:lnTo>
                  <a:lnTo>
                    <a:pt x="480869" y="1120959"/>
                  </a:lnTo>
                  <a:lnTo>
                    <a:pt x="480876" y="1120951"/>
                  </a:lnTo>
                  <a:lnTo>
                    <a:pt x="480883" y="1120945"/>
                  </a:lnTo>
                  <a:lnTo>
                    <a:pt x="480895" y="1120932"/>
                  </a:lnTo>
                  <a:lnTo>
                    <a:pt x="480899" y="1120929"/>
                  </a:lnTo>
                  <a:lnTo>
                    <a:pt x="480904" y="1120925"/>
                  </a:lnTo>
                  <a:lnTo>
                    <a:pt x="480909" y="1120919"/>
                  </a:lnTo>
                  <a:lnTo>
                    <a:pt x="480913" y="1120911"/>
                  </a:lnTo>
                  <a:lnTo>
                    <a:pt x="480916" y="1120905"/>
                  </a:lnTo>
                  <a:lnTo>
                    <a:pt x="480918" y="1120897"/>
                  </a:lnTo>
                  <a:lnTo>
                    <a:pt x="480919" y="1120887"/>
                  </a:lnTo>
                  <a:lnTo>
                    <a:pt x="480920" y="1120871"/>
                  </a:lnTo>
                  <a:lnTo>
                    <a:pt x="480921" y="1120861"/>
                  </a:lnTo>
                  <a:lnTo>
                    <a:pt x="480921" y="1120856"/>
                  </a:lnTo>
                  <a:lnTo>
                    <a:pt x="480925" y="1120845"/>
                  </a:lnTo>
                  <a:lnTo>
                    <a:pt x="480928" y="1120839"/>
                  </a:lnTo>
                  <a:lnTo>
                    <a:pt x="480941" y="1120818"/>
                  </a:lnTo>
                  <a:lnTo>
                    <a:pt x="480950" y="1120804"/>
                  </a:lnTo>
                  <a:lnTo>
                    <a:pt x="480956" y="1120795"/>
                  </a:lnTo>
                  <a:lnTo>
                    <a:pt x="480967" y="1120776"/>
                  </a:lnTo>
                  <a:lnTo>
                    <a:pt x="480973" y="1120769"/>
                  </a:lnTo>
                  <a:lnTo>
                    <a:pt x="480984" y="1120759"/>
                  </a:lnTo>
                  <a:lnTo>
                    <a:pt x="480992" y="1120751"/>
                  </a:lnTo>
                  <a:lnTo>
                    <a:pt x="481001" y="1120743"/>
                  </a:lnTo>
                  <a:lnTo>
                    <a:pt x="481008" y="1120739"/>
                  </a:lnTo>
                  <a:lnTo>
                    <a:pt x="481027" y="1120729"/>
                  </a:lnTo>
                  <a:lnTo>
                    <a:pt x="481032" y="1120727"/>
                  </a:lnTo>
                  <a:lnTo>
                    <a:pt x="481036" y="1120724"/>
                  </a:lnTo>
                  <a:lnTo>
                    <a:pt x="481047" y="1120715"/>
                  </a:lnTo>
                  <a:lnTo>
                    <a:pt x="481054" y="1120709"/>
                  </a:lnTo>
                  <a:lnTo>
                    <a:pt x="481060" y="1120704"/>
                  </a:lnTo>
                  <a:lnTo>
                    <a:pt x="481066" y="1120698"/>
                  </a:lnTo>
                  <a:lnTo>
                    <a:pt x="481073" y="1120692"/>
                  </a:lnTo>
                  <a:lnTo>
                    <a:pt x="481077" y="1120688"/>
                  </a:lnTo>
                  <a:lnTo>
                    <a:pt x="481084" y="1120680"/>
                  </a:lnTo>
                  <a:lnTo>
                    <a:pt x="481087" y="1120676"/>
                  </a:lnTo>
                  <a:lnTo>
                    <a:pt x="481089" y="1120673"/>
                  </a:lnTo>
                  <a:lnTo>
                    <a:pt x="481096" y="1120661"/>
                  </a:lnTo>
                  <a:lnTo>
                    <a:pt x="481110" y="1120632"/>
                  </a:lnTo>
                  <a:lnTo>
                    <a:pt x="481115" y="1120624"/>
                  </a:lnTo>
                  <a:lnTo>
                    <a:pt x="481126" y="1120604"/>
                  </a:lnTo>
                  <a:lnTo>
                    <a:pt x="481132" y="1120594"/>
                  </a:lnTo>
                  <a:lnTo>
                    <a:pt x="481136" y="1120589"/>
                  </a:lnTo>
                  <a:lnTo>
                    <a:pt x="481150" y="1120575"/>
                  </a:lnTo>
                  <a:lnTo>
                    <a:pt x="481159" y="1120565"/>
                  </a:lnTo>
                  <a:lnTo>
                    <a:pt x="481165" y="1120558"/>
                  </a:lnTo>
                  <a:lnTo>
                    <a:pt x="481171" y="1120552"/>
                  </a:lnTo>
                  <a:lnTo>
                    <a:pt x="481179" y="1120542"/>
                  </a:lnTo>
                  <a:lnTo>
                    <a:pt x="481183" y="1120537"/>
                  </a:lnTo>
                  <a:lnTo>
                    <a:pt x="481205" y="1120502"/>
                  </a:lnTo>
                  <a:lnTo>
                    <a:pt x="481210" y="1120498"/>
                  </a:lnTo>
                  <a:lnTo>
                    <a:pt x="481237" y="1120482"/>
                  </a:lnTo>
                  <a:lnTo>
                    <a:pt x="481244" y="1120478"/>
                  </a:lnTo>
                  <a:lnTo>
                    <a:pt x="481260" y="1120467"/>
                  </a:lnTo>
                  <a:lnTo>
                    <a:pt x="481263" y="1120464"/>
                  </a:lnTo>
                  <a:lnTo>
                    <a:pt x="481268" y="1120459"/>
                  </a:lnTo>
                  <a:lnTo>
                    <a:pt x="481285" y="1120441"/>
                  </a:lnTo>
                  <a:lnTo>
                    <a:pt x="481298" y="1120426"/>
                  </a:lnTo>
                  <a:lnTo>
                    <a:pt x="481303" y="1120420"/>
                  </a:lnTo>
                  <a:lnTo>
                    <a:pt x="481313" y="1120409"/>
                  </a:lnTo>
                  <a:lnTo>
                    <a:pt x="481325" y="1120396"/>
                  </a:lnTo>
                  <a:lnTo>
                    <a:pt x="481336" y="1120385"/>
                  </a:lnTo>
                  <a:lnTo>
                    <a:pt x="481347" y="1120373"/>
                  </a:lnTo>
                  <a:lnTo>
                    <a:pt x="481351" y="1120368"/>
                  </a:lnTo>
                  <a:lnTo>
                    <a:pt x="481356" y="1120361"/>
                  </a:lnTo>
                  <a:lnTo>
                    <a:pt x="481363" y="1120354"/>
                  </a:lnTo>
                  <a:lnTo>
                    <a:pt x="481370" y="1120346"/>
                  </a:lnTo>
                  <a:lnTo>
                    <a:pt x="481378" y="1120339"/>
                  </a:lnTo>
                  <a:lnTo>
                    <a:pt x="481384" y="1120333"/>
                  </a:lnTo>
                  <a:lnTo>
                    <a:pt x="481388" y="1120329"/>
                  </a:lnTo>
                  <a:lnTo>
                    <a:pt x="481392" y="1120325"/>
                  </a:lnTo>
                  <a:lnTo>
                    <a:pt x="481396" y="1120320"/>
                  </a:lnTo>
                  <a:lnTo>
                    <a:pt x="481399" y="1120316"/>
                  </a:lnTo>
                  <a:lnTo>
                    <a:pt x="481402" y="1120312"/>
                  </a:lnTo>
                  <a:lnTo>
                    <a:pt x="481405" y="1120305"/>
                  </a:lnTo>
                  <a:lnTo>
                    <a:pt x="481416" y="1120284"/>
                  </a:lnTo>
                  <a:lnTo>
                    <a:pt x="481422" y="1120275"/>
                  </a:lnTo>
                  <a:lnTo>
                    <a:pt x="481428" y="1120269"/>
                  </a:lnTo>
                  <a:lnTo>
                    <a:pt x="481432" y="1120266"/>
                  </a:lnTo>
                  <a:lnTo>
                    <a:pt x="481439" y="1120261"/>
                  </a:lnTo>
                  <a:lnTo>
                    <a:pt x="481444" y="1120257"/>
                  </a:lnTo>
                  <a:lnTo>
                    <a:pt x="481445" y="1120247"/>
                  </a:lnTo>
                  <a:lnTo>
                    <a:pt x="481446" y="1120240"/>
                  </a:lnTo>
                  <a:lnTo>
                    <a:pt x="481452" y="1120224"/>
                  </a:lnTo>
                  <a:lnTo>
                    <a:pt x="481456" y="1120213"/>
                  </a:lnTo>
                  <a:lnTo>
                    <a:pt x="481461" y="1120203"/>
                  </a:lnTo>
                  <a:lnTo>
                    <a:pt x="481464" y="1120197"/>
                  </a:lnTo>
                  <a:lnTo>
                    <a:pt x="481466" y="1120191"/>
                  </a:lnTo>
                  <a:lnTo>
                    <a:pt x="481468" y="1120182"/>
                  </a:lnTo>
                  <a:lnTo>
                    <a:pt x="481470" y="1120172"/>
                  </a:lnTo>
                  <a:lnTo>
                    <a:pt x="481472" y="1120160"/>
                  </a:lnTo>
                  <a:lnTo>
                    <a:pt x="481474" y="1120150"/>
                  </a:lnTo>
                  <a:lnTo>
                    <a:pt x="481474" y="1120144"/>
                  </a:lnTo>
                  <a:lnTo>
                    <a:pt x="481473" y="1120138"/>
                  </a:lnTo>
                  <a:lnTo>
                    <a:pt x="481472" y="1120132"/>
                  </a:lnTo>
                  <a:lnTo>
                    <a:pt x="481469" y="1120126"/>
                  </a:lnTo>
                  <a:lnTo>
                    <a:pt x="481464" y="1120117"/>
                  </a:lnTo>
                  <a:lnTo>
                    <a:pt x="481461" y="1120111"/>
                  </a:lnTo>
                  <a:lnTo>
                    <a:pt x="481458" y="1120104"/>
                  </a:lnTo>
                  <a:lnTo>
                    <a:pt x="481457" y="1120099"/>
                  </a:lnTo>
                  <a:lnTo>
                    <a:pt x="481458" y="1120094"/>
                  </a:lnTo>
                  <a:lnTo>
                    <a:pt x="481460" y="1120089"/>
                  </a:lnTo>
                  <a:lnTo>
                    <a:pt x="481463" y="1120083"/>
                  </a:lnTo>
                  <a:lnTo>
                    <a:pt x="481466" y="1120077"/>
                  </a:lnTo>
                  <a:lnTo>
                    <a:pt x="481467" y="1120071"/>
                  </a:lnTo>
                  <a:lnTo>
                    <a:pt x="481466" y="1120063"/>
                  </a:lnTo>
                  <a:lnTo>
                    <a:pt x="481463" y="1120057"/>
                  </a:lnTo>
                  <a:lnTo>
                    <a:pt x="481459" y="1120051"/>
                  </a:lnTo>
                  <a:lnTo>
                    <a:pt x="481453" y="1120041"/>
                  </a:lnTo>
                  <a:lnTo>
                    <a:pt x="481447" y="1120035"/>
                  </a:lnTo>
                  <a:lnTo>
                    <a:pt x="481438" y="1120026"/>
                  </a:lnTo>
                  <a:lnTo>
                    <a:pt x="481431" y="1120017"/>
                  </a:lnTo>
                  <a:lnTo>
                    <a:pt x="481424" y="1120009"/>
                  </a:lnTo>
                  <a:lnTo>
                    <a:pt x="481420" y="1120004"/>
                  </a:lnTo>
                  <a:lnTo>
                    <a:pt x="481416" y="1119999"/>
                  </a:lnTo>
                  <a:lnTo>
                    <a:pt x="481413" y="1119990"/>
                  </a:lnTo>
                  <a:lnTo>
                    <a:pt x="481408" y="1119979"/>
                  </a:lnTo>
                  <a:lnTo>
                    <a:pt x="481406" y="1119970"/>
                  </a:lnTo>
                  <a:lnTo>
                    <a:pt x="481403" y="1119960"/>
                  </a:lnTo>
                  <a:lnTo>
                    <a:pt x="481401" y="1119952"/>
                  </a:lnTo>
                  <a:lnTo>
                    <a:pt x="481399" y="1119944"/>
                  </a:lnTo>
                  <a:lnTo>
                    <a:pt x="481399" y="1119935"/>
                  </a:lnTo>
                  <a:lnTo>
                    <a:pt x="481400" y="1119925"/>
                  </a:lnTo>
                  <a:lnTo>
                    <a:pt x="481401" y="1119919"/>
                  </a:lnTo>
                  <a:lnTo>
                    <a:pt x="481403" y="1119912"/>
                  </a:lnTo>
                  <a:lnTo>
                    <a:pt x="481408" y="1119897"/>
                  </a:lnTo>
                  <a:lnTo>
                    <a:pt x="481411" y="1119888"/>
                  </a:lnTo>
                  <a:lnTo>
                    <a:pt x="481414" y="1119881"/>
                  </a:lnTo>
                  <a:lnTo>
                    <a:pt x="481415" y="1119874"/>
                  </a:lnTo>
                  <a:lnTo>
                    <a:pt x="481413" y="1119867"/>
                  </a:lnTo>
                  <a:lnTo>
                    <a:pt x="481408" y="1119857"/>
                  </a:lnTo>
                  <a:lnTo>
                    <a:pt x="481405" y="1119851"/>
                  </a:lnTo>
                  <a:lnTo>
                    <a:pt x="481401" y="1119846"/>
                  </a:lnTo>
                  <a:lnTo>
                    <a:pt x="481397" y="1119842"/>
                  </a:lnTo>
                  <a:lnTo>
                    <a:pt x="481389" y="1119832"/>
                  </a:lnTo>
                  <a:lnTo>
                    <a:pt x="481386" y="1119828"/>
                  </a:lnTo>
                  <a:lnTo>
                    <a:pt x="481382" y="1119823"/>
                  </a:lnTo>
                  <a:lnTo>
                    <a:pt x="481379" y="1119820"/>
                  </a:lnTo>
                  <a:lnTo>
                    <a:pt x="481376" y="1119817"/>
                  </a:lnTo>
                  <a:lnTo>
                    <a:pt x="481369" y="1119812"/>
                  </a:lnTo>
                  <a:lnTo>
                    <a:pt x="481363" y="1119806"/>
                  </a:lnTo>
                  <a:lnTo>
                    <a:pt x="481355" y="1119799"/>
                  </a:lnTo>
                  <a:lnTo>
                    <a:pt x="481347" y="1119792"/>
                  </a:lnTo>
                  <a:lnTo>
                    <a:pt x="481341" y="1119786"/>
                  </a:lnTo>
                  <a:lnTo>
                    <a:pt x="481336" y="1119781"/>
                  </a:lnTo>
                  <a:lnTo>
                    <a:pt x="481330" y="1119774"/>
                  </a:lnTo>
                  <a:lnTo>
                    <a:pt x="481327" y="1119769"/>
                  </a:lnTo>
                  <a:lnTo>
                    <a:pt x="481327" y="1119762"/>
                  </a:lnTo>
                  <a:lnTo>
                    <a:pt x="481326" y="1119753"/>
                  </a:lnTo>
                  <a:lnTo>
                    <a:pt x="481323" y="1119745"/>
                  </a:lnTo>
                  <a:lnTo>
                    <a:pt x="481321" y="1119740"/>
                  </a:lnTo>
                  <a:lnTo>
                    <a:pt x="481317" y="1119733"/>
                  </a:lnTo>
                  <a:lnTo>
                    <a:pt x="481314" y="1119727"/>
                  </a:lnTo>
                  <a:lnTo>
                    <a:pt x="481309" y="1119720"/>
                  </a:lnTo>
                  <a:lnTo>
                    <a:pt x="481305" y="1119711"/>
                  </a:lnTo>
                  <a:lnTo>
                    <a:pt x="481300" y="1119700"/>
                  </a:lnTo>
                  <a:lnTo>
                    <a:pt x="481298" y="1119694"/>
                  </a:lnTo>
                  <a:lnTo>
                    <a:pt x="481296" y="1119687"/>
                  </a:lnTo>
                  <a:lnTo>
                    <a:pt x="481295" y="1119681"/>
                  </a:lnTo>
                  <a:lnTo>
                    <a:pt x="481293" y="1119673"/>
                  </a:lnTo>
                  <a:lnTo>
                    <a:pt x="481284" y="1119672"/>
                  </a:lnTo>
                  <a:lnTo>
                    <a:pt x="481278" y="1119673"/>
                  </a:lnTo>
                  <a:lnTo>
                    <a:pt x="481274" y="1119675"/>
                  </a:lnTo>
                  <a:lnTo>
                    <a:pt x="481269" y="1119677"/>
                  </a:lnTo>
                  <a:lnTo>
                    <a:pt x="481262" y="1119682"/>
                  </a:lnTo>
                  <a:lnTo>
                    <a:pt x="481253" y="1119685"/>
                  </a:lnTo>
                  <a:lnTo>
                    <a:pt x="481246" y="1119687"/>
                  </a:lnTo>
                  <a:lnTo>
                    <a:pt x="481241" y="1119687"/>
                  </a:lnTo>
                  <a:lnTo>
                    <a:pt x="481233" y="1119686"/>
                  </a:lnTo>
                  <a:lnTo>
                    <a:pt x="481223" y="1119686"/>
                  </a:lnTo>
                  <a:lnTo>
                    <a:pt x="481212" y="1119685"/>
                  </a:lnTo>
                  <a:lnTo>
                    <a:pt x="481206" y="1119685"/>
                  </a:lnTo>
                  <a:lnTo>
                    <a:pt x="481200" y="1119686"/>
                  </a:lnTo>
                  <a:lnTo>
                    <a:pt x="481191" y="1119687"/>
                  </a:lnTo>
                  <a:lnTo>
                    <a:pt x="481185" y="1119689"/>
                  </a:lnTo>
                  <a:lnTo>
                    <a:pt x="481181" y="1119690"/>
                  </a:lnTo>
                  <a:lnTo>
                    <a:pt x="481176" y="1119694"/>
                  </a:lnTo>
                  <a:lnTo>
                    <a:pt x="481172" y="1119696"/>
                  </a:lnTo>
                  <a:lnTo>
                    <a:pt x="481168" y="1119697"/>
                  </a:lnTo>
                  <a:lnTo>
                    <a:pt x="481161" y="1119699"/>
                  </a:lnTo>
                  <a:lnTo>
                    <a:pt x="481152" y="1119699"/>
                  </a:lnTo>
                  <a:lnTo>
                    <a:pt x="481143" y="1119699"/>
                  </a:lnTo>
                  <a:lnTo>
                    <a:pt x="481136" y="1119699"/>
                  </a:lnTo>
                  <a:lnTo>
                    <a:pt x="481128" y="1119700"/>
                  </a:lnTo>
                  <a:lnTo>
                    <a:pt x="481123" y="1119702"/>
                  </a:lnTo>
                  <a:lnTo>
                    <a:pt x="481118" y="1119706"/>
                  </a:lnTo>
                  <a:lnTo>
                    <a:pt x="481112" y="1119709"/>
                  </a:lnTo>
                  <a:lnTo>
                    <a:pt x="481108" y="1119711"/>
                  </a:lnTo>
                  <a:lnTo>
                    <a:pt x="481104" y="1119714"/>
                  </a:lnTo>
                  <a:lnTo>
                    <a:pt x="481094" y="1119722"/>
                  </a:lnTo>
                  <a:lnTo>
                    <a:pt x="481087" y="1119726"/>
                  </a:lnTo>
                  <a:lnTo>
                    <a:pt x="481080" y="1119730"/>
                  </a:lnTo>
                  <a:lnTo>
                    <a:pt x="481074" y="1119737"/>
                  </a:lnTo>
                  <a:lnTo>
                    <a:pt x="481068" y="1119739"/>
                  </a:lnTo>
                  <a:lnTo>
                    <a:pt x="481059" y="1119739"/>
                  </a:lnTo>
                  <a:lnTo>
                    <a:pt x="481054" y="1119738"/>
                  </a:lnTo>
                  <a:lnTo>
                    <a:pt x="481049" y="1119738"/>
                  </a:lnTo>
                  <a:lnTo>
                    <a:pt x="481045" y="1119736"/>
                  </a:lnTo>
                  <a:lnTo>
                    <a:pt x="481038" y="1119731"/>
                  </a:lnTo>
                  <a:lnTo>
                    <a:pt x="481029" y="1119725"/>
                  </a:lnTo>
                  <a:lnTo>
                    <a:pt x="481021" y="1119721"/>
                  </a:lnTo>
                  <a:lnTo>
                    <a:pt x="481018" y="1119716"/>
                  </a:lnTo>
                  <a:lnTo>
                    <a:pt x="481016" y="1119710"/>
                  </a:lnTo>
                  <a:lnTo>
                    <a:pt x="481015" y="1119703"/>
                  </a:lnTo>
                  <a:lnTo>
                    <a:pt x="481015" y="1119697"/>
                  </a:lnTo>
                  <a:lnTo>
                    <a:pt x="481013" y="1119692"/>
                  </a:lnTo>
                  <a:lnTo>
                    <a:pt x="481008" y="1119687"/>
                  </a:lnTo>
                  <a:lnTo>
                    <a:pt x="481003" y="1119682"/>
                  </a:lnTo>
                  <a:lnTo>
                    <a:pt x="480996" y="1119677"/>
                  </a:lnTo>
                  <a:lnTo>
                    <a:pt x="480991" y="1119674"/>
                  </a:lnTo>
                  <a:lnTo>
                    <a:pt x="480981" y="1119671"/>
                  </a:lnTo>
                  <a:lnTo>
                    <a:pt x="480972" y="1119668"/>
                  </a:lnTo>
                  <a:lnTo>
                    <a:pt x="480962" y="1119663"/>
                  </a:lnTo>
                  <a:lnTo>
                    <a:pt x="480953" y="1119658"/>
                  </a:lnTo>
                  <a:lnTo>
                    <a:pt x="480949" y="1119654"/>
                  </a:lnTo>
                  <a:lnTo>
                    <a:pt x="480942" y="1119649"/>
                  </a:lnTo>
                  <a:lnTo>
                    <a:pt x="480934" y="1119643"/>
                  </a:lnTo>
                  <a:lnTo>
                    <a:pt x="480926" y="1119639"/>
                  </a:lnTo>
                  <a:lnTo>
                    <a:pt x="480919" y="1119636"/>
                  </a:lnTo>
                  <a:lnTo>
                    <a:pt x="480915" y="1119634"/>
                  </a:lnTo>
                  <a:lnTo>
                    <a:pt x="480909" y="1119632"/>
                  </a:lnTo>
                  <a:lnTo>
                    <a:pt x="480902" y="1119627"/>
                  </a:lnTo>
                  <a:lnTo>
                    <a:pt x="480897" y="1119622"/>
                  </a:lnTo>
                  <a:lnTo>
                    <a:pt x="480883" y="1119611"/>
                  </a:lnTo>
                  <a:lnTo>
                    <a:pt x="480879" y="1119607"/>
                  </a:lnTo>
                  <a:lnTo>
                    <a:pt x="480876" y="1119600"/>
                  </a:lnTo>
                  <a:lnTo>
                    <a:pt x="480874" y="1119593"/>
                  </a:lnTo>
                  <a:lnTo>
                    <a:pt x="480872" y="1119587"/>
                  </a:lnTo>
                  <a:lnTo>
                    <a:pt x="480871" y="1119582"/>
                  </a:lnTo>
                  <a:lnTo>
                    <a:pt x="480868" y="1119569"/>
                  </a:lnTo>
                  <a:lnTo>
                    <a:pt x="480867" y="1119562"/>
                  </a:lnTo>
                  <a:lnTo>
                    <a:pt x="480867" y="1119553"/>
                  </a:lnTo>
                  <a:lnTo>
                    <a:pt x="480867" y="1119545"/>
                  </a:lnTo>
                  <a:lnTo>
                    <a:pt x="480865" y="1119540"/>
                  </a:lnTo>
                  <a:lnTo>
                    <a:pt x="480859" y="1119530"/>
                  </a:lnTo>
                  <a:lnTo>
                    <a:pt x="480852" y="1119520"/>
                  </a:lnTo>
                  <a:lnTo>
                    <a:pt x="480843" y="1119512"/>
                  </a:lnTo>
                  <a:lnTo>
                    <a:pt x="480839" y="1119506"/>
                  </a:lnTo>
                  <a:lnTo>
                    <a:pt x="480837" y="1119501"/>
                  </a:lnTo>
                  <a:lnTo>
                    <a:pt x="480834" y="1119494"/>
                  </a:lnTo>
                  <a:lnTo>
                    <a:pt x="480831" y="1119490"/>
                  </a:lnTo>
                  <a:lnTo>
                    <a:pt x="480827" y="1119483"/>
                  </a:lnTo>
                  <a:lnTo>
                    <a:pt x="480825" y="1119479"/>
                  </a:lnTo>
                  <a:lnTo>
                    <a:pt x="480819" y="1119471"/>
                  </a:lnTo>
                  <a:lnTo>
                    <a:pt x="480810" y="1119461"/>
                  </a:lnTo>
                  <a:lnTo>
                    <a:pt x="480801" y="1119452"/>
                  </a:lnTo>
                  <a:lnTo>
                    <a:pt x="480795" y="1119445"/>
                  </a:lnTo>
                  <a:lnTo>
                    <a:pt x="480790" y="1119439"/>
                  </a:lnTo>
                  <a:lnTo>
                    <a:pt x="480786" y="1119431"/>
                  </a:lnTo>
                  <a:lnTo>
                    <a:pt x="480780" y="1119425"/>
                  </a:lnTo>
                  <a:lnTo>
                    <a:pt x="480773" y="1119415"/>
                  </a:lnTo>
                  <a:lnTo>
                    <a:pt x="480769" y="1119412"/>
                  </a:lnTo>
                  <a:lnTo>
                    <a:pt x="480762" y="1119407"/>
                  </a:lnTo>
                  <a:lnTo>
                    <a:pt x="480753" y="1119403"/>
                  </a:lnTo>
                  <a:lnTo>
                    <a:pt x="480746" y="1119400"/>
                  </a:lnTo>
                  <a:lnTo>
                    <a:pt x="480735" y="1119397"/>
                  </a:lnTo>
                  <a:lnTo>
                    <a:pt x="480725" y="1119393"/>
                  </a:lnTo>
                  <a:lnTo>
                    <a:pt x="480722" y="1119390"/>
                  </a:lnTo>
                  <a:lnTo>
                    <a:pt x="480717" y="1119386"/>
                  </a:lnTo>
                  <a:lnTo>
                    <a:pt x="480714" y="1119382"/>
                  </a:lnTo>
                  <a:lnTo>
                    <a:pt x="480709" y="1119375"/>
                  </a:lnTo>
                  <a:lnTo>
                    <a:pt x="480701" y="1119366"/>
                  </a:lnTo>
                  <a:lnTo>
                    <a:pt x="480695" y="1119360"/>
                  </a:lnTo>
                  <a:lnTo>
                    <a:pt x="480688" y="1119351"/>
                  </a:lnTo>
                  <a:lnTo>
                    <a:pt x="480682" y="1119343"/>
                  </a:lnTo>
                  <a:lnTo>
                    <a:pt x="480677" y="1119333"/>
                  </a:lnTo>
                  <a:lnTo>
                    <a:pt x="480674" y="1119328"/>
                  </a:lnTo>
                  <a:lnTo>
                    <a:pt x="480666" y="1119310"/>
                  </a:lnTo>
                  <a:lnTo>
                    <a:pt x="480660" y="1119295"/>
                  </a:lnTo>
                  <a:lnTo>
                    <a:pt x="480657" y="1119292"/>
                  </a:lnTo>
                  <a:lnTo>
                    <a:pt x="480652" y="1119288"/>
                  </a:lnTo>
                  <a:lnTo>
                    <a:pt x="480647" y="1119284"/>
                  </a:lnTo>
                  <a:lnTo>
                    <a:pt x="480640" y="1119278"/>
                  </a:lnTo>
                  <a:lnTo>
                    <a:pt x="480634" y="1119268"/>
                  </a:lnTo>
                  <a:lnTo>
                    <a:pt x="480624" y="1119253"/>
                  </a:lnTo>
                  <a:lnTo>
                    <a:pt x="480621" y="1119246"/>
                  </a:lnTo>
                  <a:lnTo>
                    <a:pt x="480618" y="1119237"/>
                  </a:lnTo>
                  <a:lnTo>
                    <a:pt x="480613" y="1119220"/>
                  </a:lnTo>
                  <a:lnTo>
                    <a:pt x="480609" y="1119213"/>
                  </a:lnTo>
                  <a:lnTo>
                    <a:pt x="480605" y="1119203"/>
                  </a:lnTo>
                  <a:lnTo>
                    <a:pt x="480601" y="1119195"/>
                  </a:lnTo>
                  <a:lnTo>
                    <a:pt x="480595" y="1119187"/>
                  </a:lnTo>
                  <a:lnTo>
                    <a:pt x="480589" y="1119179"/>
                  </a:lnTo>
                  <a:lnTo>
                    <a:pt x="480579" y="1119165"/>
                  </a:lnTo>
                  <a:lnTo>
                    <a:pt x="480575" y="1119160"/>
                  </a:lnTo>
                  <a:lnTo>
                    <a:pt x="480569" y="1119155"/>
                  </a:lnTo>
                  <a:lnTo>
                    <a:pt x="480552" y="1119142"/>
                  </a:lnTo>
                  <a:lnTo>
                    <a:pt x="480542" y="1119135"/>
                  </a:lnTo>
                  <a:lnTo>
                    <a:pt x="480535" y="1119130"/>
                  </a:lnTo>
                  <a:lnTo>
                    <a:pt x="480530" y="1119125"/>
                  </a:lnTo>
                  <a:lnTo>
                    <a:pt x="480528" y="1119121"/>
                  </a:lnTo>
                  <a:lnTo>
                    <a:pt x="480521" y="1119111"/>
                  </a:lnTo>
                  <a:lnTo>
                    <a:pt x="480514" y="1119104"/>
                  </a:lnTo>
                  <a:lnTo>
                    <a:pt x="480511" y="1119100"/>
                  </a:lnTo>
                  <a:lnTo>
                    <a:pt x="480503" y="1119093"/>
                  </a:lnTo>
                  <a:lnTo>
                    <a:pt x="480496" y="1119090"/>
                  </a:lnTo>
                  <a:lnTo>
                    <a:pt x="480488" y="1119086"/>
                  </a:lnTo>
                  <a:lnTo>
                    <a:pt x="480478" y="1119079"/>
                  </a:lnTo>
                  <a:lnTo>
                    <a:pt x="480466" y="1119070"/>
                  </a:lnTo>
                  <a:lnTo>
                    <a:pt x="480457" y="1119061"/>
                  </a:lnTo>
                  <a:lnTo>
                    <a:pt x="480451" y="1119054"/>
                  </a:lnTo>
                  <a:lnTo>
                    <a:pt x="480447" y="1119050"/>
                  </a:lnTo>
                  <a:lnTo>
                    <a:pt x="480441" y="1119047"/>
                  </a:lnTo>
                  <a:lnTo>
                    <a:pt x="480428" y="1119046"/>
                  </a:lnTo>
                  <a:lnTo>
                    <a:pt x="480420" y="1119045"/>
                  </a:lnTo>
                  <a:lnTo>
                    <a:pt x="480410" y="1119043"/>
                  </a:lnTo>
                  <a:lnTo>
                    <a:pt x="480400" y="1119040"/>
                  </a:lnTo>
                  <a:lnTo>
                    <a:pt x="480392" y="1119036"/>
                  </a:lnTo>
                  <a:lnTo>
                    <a:pt x="480384" y="1119032"/>
                  </a:lnTo>
                  <a:lnTo>
                    <a:pt x="480376" y="1119026"/>
                  </a:lnTo>
                  <a:lnTo>
                    <a:pt x="480370" y="1119021"/>
                  </a:lnTo>
                  <a:lnTo>
                    <a:pt x="480364" y="1119015"/>
                  </a:lnTo>
                  <a:lnTo>
                    <a:pt x="480357" y="1119007"/>
                  </a:lnTo>
                  <a:lnTo>
                    <a:pt x="480349" y="1118996"/>
                  </a:lnTo>
                  <a:lnTo>
                    <a:pt x="480341" y="1118984"/>
                  </a:lnTo>
                  <a:lnTo>
                    <a:pt x="480331" y="1118968"/>
                  </a:lnTo>
                  <a:lnTo>
                    <a:pt x="480327" y="1118959"/>
                  </a:lnTo>
                  <a:lnTo>
                    <a:pt x="480322" y="1118951"/>
                  </a:lnTo>
                  <a:lnTo>
                    <a:pt x="480317" y="1118946"/>
                  </a:lnTo>
                  <a:lnTo>
                    <a:pt x="480312" y="1118941"/>
                  </a:lnTo>
                  <a:lnTo>
                    <a:pt x="480301" y="1118932"/>
                  </a:lnTo>
                  <a:lnTo>
                    <a:pt x="480295" y="1118925"/>
                  </a:lnTo>
                  <a:lnTo>
                    <a:pt x="480291" y="1118922"/>
                  </a:lnTo>
                  <a:lnTo>
                    <a:pt x="480286" y="1118919"/>
                  </a:lnTo>
                  <a:lnTo>
                    <a:pt x="480281" y="1118916"/>
                  </a:lnTo>
                  <a:lnTo>
                    <a:pt x="480270" y="1118912"/>
                  </a:lnTo>
                  <a:lnTo>
                    <a:pt x="480263" y="1118908"/>
                  </a:lnTo>
                  <a:lnTo>
                    <a:pt x="480258" y="1118904"/>
                  </a:lnTo>
                  <a:lnTo>
                    <a:pt x="480250" y="1118896"/>
                  </a:lnTo>
                  <a:lnTo>
                    <a:pt x="480241" y="1118885"/>
                  </a:lnTo>
                  <a:lnTo>
                    <a:pt x="480233" y="1118876"/>
                  </a:lnTo>
                  <a:lnTo>
                    <a:pt x="480225" y="1118869"/>
                  </a:lnTo>
                  <a:lnTo>
                    <a:pt x="480220" y="1118864"/>
                  </a:lnTo>
                  <a:lnTo>
                    <a:pt x="480215" y="1118861"/>
                  </a:lnTo>
                  <a:lnTo>
                    <a:pt x="480206" y="1118856"/>
                  </a:lnTo>
                  <a:lnTo>
                    <a:pt x="480199" y="1118853"/>
                  </a:lnTo>
                  <a:lnTo>
                    <a:pt x="480184" y="1118843"/>
                  </a:lnTo>
                  <a:lnTo>
                    <a:pt x="480176" y="1118837"/>
                  </a:lnTo>
                  <a:lnTo>
                    <a:pt x="480163" y="1118825"/>
                  </a:lnTo>
                  <a:lnTo>
                    <a:pt x="480157" y="1118817"/>
                  </a:lnTo>
                  <a:lnTo>
                    <a:pt x="480153" y="1118809"/>
                  </a:lnTo>
                  <a:lnTo>
                    <a:pt x="480149" y="1118800"/>
                  </a:lnTo>
                  <a:lnTo>
                    <a:pt x="480147" y="1118794"/>
                  </a:lnTo>
                  <a:lnTo>
                    <a:pt x="480143" y="1118791"/>
                  </a:lnTo>
                  <a:lnTo>
                    <a:pt x="480130" y="1118782"/>
                  </a:lnTo>
                  <a:lnTo>
                    <a:pt x="480123" y="1118776"/>
                  </a:lnTo>
                  <a:lnTo>
                    <a:pt x="480100" y="1118758"/>
                  </a:lnTo>
                  <a:lnTo>
                    <a:pt x="480079" y="1118744"/>
                  </a:lnTo>
                  <a:lnTo>
                    <a:pt x="480033" y="1118720"/>
                  </a:lnTo>
                  <a:lnTo>
                    <a:pt x="480018" y="1118712"/>
                  </a:lnTo>
                  <a:lnTo>
                    <a:pt x="479995" y="1118704"/>
                  </a:lnTo>
                  <a:lnTo>
                    <a:pt x="479987" y="1118699"/>
                  </a:lnTo>
                  <a:lnTo>
                    <a:pt x="479979" y="1118692"/>
                  </a:lnTo>
                  <a:lnTo>
                    <a:pt x="479968" y="1118682"/>
                  </a:lnTo>
                  <a:lnTo>
                    <a:pt x="479957" y="1118675"/>
                  </a:lnTo>
                  <a:lnTo>
                    <a:pt x="479941" y="1118669"/>
                  </a:lnTo>
                  <a:lnTo>
                    <a:pt x="479919" y="1118656"/>
                  </a:lnTo>
                  <a:lnTo>
                    <a:pt x="479907" y="1118649"/>
                  </a:lnTo>
                  <a:lnTo>
                    <a:pt x="479898" y="1118643"/>
                  </a:lnTo>
                  <a:lnTo>
                    <a:pt x="479890" y="1118639"/>
                  </a:lnTo>
                  <a:lnTo>
                    <a:pt x="479884" y="1118638"/>
                  </a:lnTo>
                  <a:lnTo>
                    <a:pt x="479877" y="1118640"/>
                  </a:lnTo>
                  <a:lnTo>
                    <a:pt x="479871" y="1118642"/>
                  </a:lnTo>
                  <a:lnTo>
                    <a:pt x="479866" y="1118647"/>
                  </a:lnTo>
                  <a:lnTo>
                    <a:pt x="479858" y="1118654"/>
                  </a:lnTo>
                  <a:lnTo>
                    <a:pt x="479848" y="1118664"/>
                  </a:lnTo>
                  <a:lnTo>
                    <a:pt x="479816" y="1118691"/>
                  </a:lnTo>
                  <a:lnTo>
                    <a:pt x="479804" y="1118697"/>
                  </a:lnTo>
                  <a:lnTo>
                    <a:pt x="479793" y="1118699"/>
                  </a:lnTo>
                  <a:lnTo>
                    <a:pt x="479787" y="1118699"/>
                  </a:lnTo>
                  <a:lnTo>
                    <a:pt x="479782" y="1118699"/>
                  </a:lnTo>
                  <a:lnTo>
                    <a:pt x="479775" y="1118694"/>
                  </a:lnTo>
                  <a:lnTo>
                    <a:pt x="479764" y="1118680"/>
                  </a:lnTo>
                  <a:lnTo>
                    <a:pt x="479752" y="1118663"/>
                  </a:lnTo>
                  <a:lnTo>
                    <a:pt x="479744" y="1118655"/>
                  </a:lnTo>
                  <a:lnTo>
                    <a:pt x="479736" y="1118645"/>
                  </a:lnTo>
                  <a:lnTo>
                    <a:pt x="479725" y="1118626"/>
                  </a:lnTo>
                  <a:lnTo>
                    <a:pt x="479713" y="1118610"/>
                  </a:lnTo>
                  <a:lnTo>
                    <a:pt x="479701" y="1118590"/>
                  </a:lnTo>
                  <a:lnTo>
                    <a:pt x="479688" y="1118558"/>
                  </a:lnTo>
                  <a:lnTo>
                    <a:pt x="479683" y="1118544"/>
                  </a:lnTo>
                  <a:lnTo>
                    <a:pt x="479677" y="1118533"/>
                  </a:lnTo>
                  <a:lnTo>
                    <a:pt x="479675" y="1118528"/>
                  </a:lnTo>
                  <a:lnTo>
                    <a:pt x="479665" y="1118515"/>
                  </a:lnTo>
                  <a:lnTo>
                    <a:pt x="479650" y="1118498"/>
                  </a:lnTo>
                  <a:lnTo>
                    <a:pt x="479644" y="1118490"/>
                  </a:lnTo>
                  <a:lnTo>
                    <a:pt x="479638" y="1118482"/>
                  </a:lnTo>
                  <a:lnTo>
                    <a:pt x="479635" y="1118476"/>
                  </a:lnTo>
                  <a:lnTo>
                    <a:pt x="479617" y="1118439"/>
                  </a:lnTo>
                  <a:lnTo>
                    <a:pt x="479614" y="1118432"/>
                  </a:lnTo>
                  <a:lnTo>
                    <a:pt x="479607" y="1118419"/>
                  </a:lnTo>
                  <a:lnTo>
                    <a:pt x="479601" y="1118411"/>
                  </a:lnTo>
                  <a:lnTo>
                    <a:pt x="479594" y="1118405"/>
                  </a:lnTo>
                  <a:lnTo>
                    <a:pt x="479585" y="1118398"/>
                  </a:lnTo>
                  <a:lnTo>
                    <a:pt x="479565" y="1118384"/>
                  </a:lnTo>
                  <a:lnTo>
                    <a:pt x="479559" y="1118380"/>
                  </a:lnTo>
                  <a:lnTo>
                    <a:pt x="479530" y="1118359"/>
                  </a:lnTo>
                  <a:lnTo>
                    <a:pt x="479522" y="1118354"/>
                  </a:lnTo>
                  <a:lnTo>
                    <a:pt x="479514" y="1118349"/>
                  </a:lnTo>
                  <a:lnTo>
                    <a:pt x="479507" y="1118342"/>
                  </a:lnTo>
                  <a:lnTo>
                    <a:pt x="479487" y="1118308"/>
                  </a:lnTo>
                  <a:lnTo>
                    <a:pt x="479466" y="1118280"/>
                  </a:lnTo>
                  <a:lnTo>
                    <a:pt x="479433" y="1118239"/>
                  </a:lnTo>
                  <a:lnTo>
                    <a:pt x="479431" y="1118233"/>
                  </a:lnTo>
                  <a:lnTo>
                    <a:pt x="479426" y="1118209"/>
                  </a:lnTo>
                  <a:lnTo>
                    <a:pt x="479416" y="1118181"/>
                  </a:lnTo>
                  <a:lnTo>
                    <a:pt x="479398" y="1118143"/>
                  </a:lnTo>
                  <a:lnTo>
                    <a:pt x="479373" y="1118096"/>
                  </a:lnTo>
                  <a:lnTo>
                    <a:pt x="479331" y="1118020"/>
                  </a:lnTo>
                  <a:lnTo>
                    <a:pt x="479323" y="1118001"/>
                  </a:lnTo>
                  <a:lnTo>
                    <a:pt x="479313" y="1117967"/>
                  </a:lnTo>
                  <a:lnTo>
                    <a:pt x="479288" y="1117904"/>
                  </a:lnTo>
                  <a:lnTo>
                    <a:pt x="479270" y="1117858"/>
                  </a:lnTo>
                  <a:lnTo>
                    <a:pt x="479255" y="1117830"/>
                  </a:lnTo>
                  <a:lnTo>
                    <a:pt x="479249" y="1117815"/>
                  </a:lnTo>
                  <a:lnTo>
                    <a:pt x="479244" y="1117801"/>
                  </a:lnTo>
                  <a:lnTo>
                    <a:pt x="479239" y="1117794"/>
                  </a:lnTo>
                  <a:lnTo>
                    <a:pt x="479228" y="1117779"/>
                  </a:lnTo>
                  <a:lnTo>
                    <a:pt x="479215" y="1117764"/>
                  </a:lnTo>
                  <a:lnTo>
                    <a:pt x="479186" y="1117740"/>
                  </a:lnTo>
                  <a:lnTo>
                    <a:pt x="479148" y="1117719"/>
                  </a:lnTo>
                  <a:lnTo>
                    <a:pt x="479124" y="1117689"/>
                  </a:lnTo>
                  <a:lnTo>
                    <a:pt x="479094" y="1117659"/>
                  </a:lnTo>
                  <a:lnTo>
                    <a:pt x="479077" y="1117628"/>
                  </a:lnTo>
                  <a:lnTo>
                    <a:pt x="479058" y="1117571"/>
                  </a:lnTo>
                  <a:lnTo>
                    <a:pt x="479040" y="1117546"/>
                  </a:lnTo>
                  <a:lnTo>
                    <a:pt x="479029" y="1117537"/>
                  </a:lnTo>
                  <a:lnTo>
                    <a:pt x="479020" y="1117533"/>
                  </a:lnTo>
                  <a:lnTo>
                    <a:pt x="479013" y="1117531"/>
                  </a:lnTo>
                  <a:lnTo>
                    <a:pt x="478955" y="1117528"/>
                  </a:lnTo>
                  <a:lnTo>
                    <a:pt x="478903" y="1117530"/>
                  </a:lnTo>
                  <a:lnTo>
                    <a:pt x="478898" y="1117530"/>
                  </a:lnTo>
                  <a:lnTo>
                    <a:pt x="478894" y="1117530"/>
                  </a:lnTo>
                  <a:lnTo>
                    <a:pt x="478881" y="1117528"/>
                  </a:lnTo>
                  <a:lnTo>
                    <a:pt x="478856" y="1117526"/>
                  </a:lnTo>
                  <a:lnTo>
                    <a:pt x="478846" y="1117526"/>
                  </a:lnTo>
                  <a:lnTo>
                    <a:pt x="478838" y="1117525"/>
                  </a:lnTo>
                  <a:lnTo>
                    <a:pt x="478833" y="1117525"/>
                  </a:lnTo>
                  <a:lnTo>
                    <a:pt x="478816" y="1117524"/>
                  </a:lnTo>
                  <a:lnTo>
                    <a:pt x="478812" y="1117524"/>
                  </a:lnTo>
                  <a:lnTo>
                    <a:pt x="478808" y="1117524"/>
                  </a:lnTo>
                  <a:lnTo>
                    <a:pt x="478802" y="1117524"/>
                  </a:lnTo>
                  <a:lnTo>
                    <a:pt x="478794" y="1117525"/>
                  </a:lnTo>
                  <a:lnTo>
                    <a:pt x="478790" y="1117524"/>
                  </a:lnTo>
                  <a:lnTo>
                    <a:pt x="478783" y="1117522"/>
                  </a:lnTo>
                  <a:lnTo>
                    <a:pt x="478778" y="1117519"/>
                  </a:lnTo>
                  <a:lnTo>
                    <a:pt x="478773" y="1117516"/>
                  </a:lnTo>
                  <a:lnTo>
                    <a:pt x="478766" y="1117510"/>
                  </a:lnTo>
                  <a:lnTo>
                    <a:pt x="478762" y="1117507"/>
                  </a:lnTo>
                  <a:lnTo>
                    <a:pt x="478751" y="1117496"/>
                  </a:lnTo>
                  <a:lnTo>
                    <a:pt x="478744" y="1117489"/>
                  </a:lnTo>
                  <a:lnTo>
                    <a:pt x="478738" y="1117483"/>
                  </a:lnTo>
                  <a:lnTo>
                    <a:pt x="478728" y="1117475"/>
                  </a:lnTo>
                  <a:lnTo>
                    <a:pt x="478720" y="1117470"/>
                  </a:lnTo>
                  <a:lnTo>
                    <a:pt x="478711" y="1117465"/>
                  </a:lnTo>
                  <a:lnTo>
                    <a:pt x="478704" y="1117462"/>
                  </a:lnTo>
                  <a:lnTo>
                    <a:pt x="478699" y="1117461"/>
                  </a:lnTo>
                  <a:lnTo>
                    <a:pt x="478691" y="1117461"/>
                  </a:lnTo>
                  <a:lnTo>
                    <a:pt x="478679" y="1117460"/>
                  </a:lnTo>
                  <a:lnTo>
                    <a:pt x="478667" y="1117459"/>
                  </a:lnTo>
                  <a:lnTo>
                    <a:pt x="478653" y="1117458"/>
                  </a:lnTo>
                  <a:lnTo>
                    <a:pt x="478642" y="1117456"/>
                  </a:lnTo>
                  <a:lnTo>
                    <a:pt x="478633" y="1117455"/>
                  </a:lnTo>
                  <a:lnTo>
                    <a:pt x="478625" y="1117454"/>
                  </a:lnTo>
                  <a:lnTo>
                    <a:pt x="478619" y="1117452"/>
                  </a:lnTo>
                  <a:lnTo>
                    <a:pt x="478614" y="1117449"/>
                  </a:lnTo>
                  <a:lnTo>
                    <a:pt x="478604" y="1117439"/>
                  </a:lnTo>
                  <a:lnTo>
                    <a:pt x="478592" y="1117432"/>
                  </a:lnTo>
                  <a:lnTo>
                    <a:pt x="478586" y="1117426"/>
                  </a:lnTo>
                  <a:lnTo>
                    <a:pt x="478574" y="1117415"/>
                  </a:lnTo>
                  <a:lnTo>
                    <a:pt x="478563" y="1117406"/>
                  </a:lnTo>
                  <a:lnTo>
                    <a:pt x="478556" y="1117402"/>
                  </a:lnTo>
                  <a:lnTo>
                    <a:pt x="478546" y="1117398"/>
                  </a:lnTo>
                  <a:lnTo>
                    <a:pt x="478540" y="1117396"/>
                  </a:lnTo>
                  <a:lnTo>
                    <a:pt x="478534" y="1117395"/>
                  </a:lnTo>
                  <a:lnTo>
                    <a:pt x="478510" y="1117390"/>
                  </a:lnTo>
                  <a:lnTo>
                    <a:pt x="478488" y="1117388"/>
                  </a:lnTo>
                  <a:lnTo>
                    <a:pt x="478484" y="1117387"/>
                  </a:lnTo>
                  <a:lnTo>
                    <a:pt x="478480" y="1117382"/>
                  </a:lnTo>
                  <a:lnTo>
                    <a:pt x="478474" y="1117374"/>
                  </a:lnTo>
                  <a:lnTo>
                    <a:pt x="478469" y="1117367"/>
                  </a:lnTo>
                  <a:lnTo>
                    <a:pt x="478457" y="1117355"/>
                  </a:lnTo>
                  <a:lnTo>
                    <a:pt x="478447" y="1117345"/>
                  </a:lnTo>
                  <a:lnTo>
                    <a:pt x="478443" y="1117341"/>
                  </a:lnTo>
                  <a:lnTo>
                    <a:pt x="478440" y="1117336"/>
                  </a:lnTo>
                  <a:lnTo>
                    <a:pt x="478437" y="1117330"/>
                  </a:lnTo>
                  <a:lnTo>
                    <a:pt x="478434" y="1117322"/>
                  </a:lnTo>
                  <a:lnTo>
                    <a:pt x="478431" y="1117316"/>
                  </a:lnTo>
                  <a:lnTo>
                    <a:pt x="478430" y="1117311"/>
                  </a:lnTo>
                  <a:lnTo>
                    <a:pt x="478429" y="1117304"/>
                  </a:lnTo>
                  <a:lnTo>
                    <a:pt x="478429" y="1117296"/>
                  </a:lnTo>
                  <a:lnTo>
                    <a:pt x="478428" y="1117287"/>
                  </a:lnTo>
                  <a:lnTo>
                    <a:pt x="478428" y="1117281"/>
                  </a:lnTo>
                  <a:lnTo>
                    <a:pt x="478427" y="1117273"/>
                  </a:lnTo>
                  <a:lnTo>
                    <a:pt x="478426" y="1117262"/>
                  </a:lnTo>
                  <a:lnTo>
                    <a:pt x="478424" y="1117254"/>
                  </a:lnTo>
                  <a:lnTo>
                    <a:pt x="478422" y="1117248"/>
                  </a:lnTo>
                  <a:lnTo>
                    <a:pt x="478421" y="1117241"/>
                  </a:lnTo>
                  <a:lnTo>
                    <a:pt x="478421" y="1117234"/>
                  </a:lnTo>
                  <a:lnTo>
                    <a:pt x="478426" y="1117223"/>
                  </a:lnTo>
                  <a:lnTo>
                    <a:pt x="478428" y="1117216"/>
                  </a:lnTo>
                  <a:lnTo>
                    <a:pt x="478428" y="1117210"/>
                  </a:lnTo>
                  <a:lnTo>
                    <a:pt x="478426" y="1117202"/>
                  </a:lnTo>
                  <a:lnTo>
                    <a:pt x="478424" y="1117196"/>
                  </a:lnTo>
                  <a:lnTo>
                    <a:pt x="478422" y="1117191"/>
                  </a:lnTo>
                  <a:lnTo>
                    <a:pt x="478420" y="1117183"/>
                  </a:lnTo>
                  <a:lnTo>
                    <a:pt x="478419" y="1117177"/>
                  </a:lnTo>
                  <a:lnTo>
                    <a:pt x="478417" y="1117163"/>
                  </a:lnTo>
                  <a:lnTo>
                    <a:pt x="478415" y="1117155"/>
                  </a:lnTo>
                  <a:lnTo>
                    <a:pt x="478414" y="1117149"/>
                  </a:lnTo>
                  <a:lnTo>
                    <a:pt x="478413" y="1117141"/>
                  </a:lnTo>
                  <a:lnTo>
                    <a:pt x="478413" y="1117136"/>
                  </a:lnTo>
                  <a:lnTo>
                    <a:pt x="478413" y="1117132"/>
                  </a:lnTo>
                  <a:lnTo>
                    <a:pt x="478415" y="1117127"/>
                  </a:lnTo>
                  <a:lnTo>
                    <a:pt x="478418" y="1117121"/>
                  </a:lnTo>
                  <a:lnTo>
                    <a:pt x="478422" y="1117116"/>
                  </a:lnTo>
                  <a:lnTo>
                    <a:pt x="478427" y="1117112"/>
                  </a:lnTo>
                  <a:lnTo>
                    <a:pt x="478435" y="1117107"/>
                  </a:lnTo>
                  <a:lnTo>
                    <a:pt x="478440" y="1117103"/>
                  </a:lnTo>
                  <a:lnTo>
                    <a:pt x="478447" y="1117097"/>
                  </a:lnTo>
                  <a:lnTo>
                    <a:pt x="478451" y="1117090"/>
                  </a:lnTo>
                  <a:lnTo>
                    <a:pt x="478452" y="1117082"/>
                  </a:lnTo>
                  <a:lnTo>
                    <a:pt x="478452" y="1117072"/>
                  </a:lnTo>
                  <a:lnTo>
                    <a:pt x="478451" y="1117058"/>
                  </a:lnTo>
                  <a:lnTo>
                    <a:pt x="478450" y="1117041"/>
                  </a:lnTo>
                  <a:lnTo>
                    <a:pt x="478450" y="1117034"/>
                  </a:lnTo>
                  <a:lnTo>
                    <a:pt x="478450" y="1117025"/>
                  </a:lnTo>
                  <a:lnTo>
                    <a:pt x="478450" y="1117017"/>
                  </a:lnTo>
                  <a:lnTo>
                    <a:pt x="478450" y="1117006"/>
                  </a:lnTo>
                  <a:lnTo>
                    <a:pt x="478451" y="1116998"/>
                  </a:lnTo>
                  <a:lnTo>
                    <a:pt x="478450" y="1116993"/>
                  </a:lnTo>
                  <a:lnTo>
                    <a:pt x="478447" y="1116988"/>
                  </a:lnTo>
                  <a:lnTo>
                    <a:pt x="478443" y="1116984"/>
                  </a:lnTo>
                  <a:lnTo>
                    <a:pt x="478438" y="1116978"/>
                  </a:lnTo>
                  <a:lnTo>
                    <a:pt x="478430" y="1116971"/>
                  </a:lnTo>
                  <a:lnTo>
                    <a:pt x="478421" y="1116963"/>
                  </a:lnTo>
                  <a:lnTo>
                    <a:pt x="478416" y="1116958"/>
                  </a:lnTo>
                  <a:lnTo>
                    <a:pt x="478413" y="1116953"/>
                  </a:lnTo>
                  <a:lnTo>
                    <a:pt x="478411" y="1116945"/>
                  </a:lnTo>
                  <a:lnTo>
                    <a:pt x="478410" y="1116939"/>
                  </a:lnTo>
                  <a:lnTo>
                    <a:pt x="478408" y="1116933"/>
                  </a:lnTo>
                  <a:lnTo>
                    <a:pt x="478405" y="1116928"/>
                  </a:lnTo>
                  <a:lnTo>
                    <a:pt x="478401" y="1116919"/>
                  </a:lnTo>
                  <a:lnTo>
                    <a:pt x="478394" y="1116907"/>
                  </a:lnTo>
                  <a:lnTo>
                    <a:pt x="478390" y="1116896"/>
                  </a:lnTo>
                  <a:lnTo>
                    <a:pt x="478385" y="1116885"/>
                  </a:lnTo>
                  <a:lnTo>
                    <a:pt x="478379" y="1116873"/>
                  </a:lnTo>
                  <a:lnTo>
                    <a:pt x="478374" y="1116863"/>
                  </a:lnTo>
                  <a:lnTo>
                    <a:pt x="478371" y="1116855"/>
                  </a:lnTo>
                  <a:lnTo>
                    <a:pt x="478364" y="1116850"/>
                  </a:lnTo>
                  <a:lnTo>
                    <a:pt x="478357" y="1116847"/>
                  </a:lnTo>
                  <a:lnTo>
                    <a:pt x="478351" y="1116846"/>
                  </a:lnTo>
                  <a:lnTo>
                    <a:pt x="478343" y="1116840"/>
                  </a:lnTo>
                  <a:lnTo>
                    <a:pt x="478336" y="1116835"/>
                  </a:lnTo>
                  <a:lnTo>
                    <a:pt x="478328" y="1116827"/>
                  </a:lnTo>
                  <a:lnTo>
                    <a:pt x="478322" y="1116821"/>
                  </a:lnTo>
                  <a:lnTo>
                    <a:pt x="478313" y="1116811"/>
                  </a:lnTo>
                  <a:lnTo>
                    <a:pt x="478306" y="1116804"/>
                  </a:lnTo>
                  <a:lnTo>
                    <a:pt x="478296" y="1116793"/>
                  </a:lnTo>
                  <a:lnTo>
                    <a:pt x="478286" y="1116784"/>
                  </a:lnTo>
                  <a:lnTo>
                    <a:pt x="478281" y="1116779"/>
                  </a:lnTo>
                  <a:lnTo>
                    <a:pt x="478277" y="1116774"/>
                  </a:lnTo>
                  <a:lnTo>
                    <a:pt x="478275" y="1116770"/>
                  </a:lnTo>
                  <a:lnTo>
                    <a:pt x="478273" y="1116764"/>
                  </a:lnTo>
                  <a:lnTo>
                    <a:pt x="478272" y="1116759"/>
                  </a:lnTo>
                  <a:lnTo>
                    <a:pt x="478272" y="1116752"/>
                  </a:lnTo>
                  <a:lnTo>
                    <a:pt x="478274" y="1116743"/>
                  </a:lnTo>
                  <a:lnTo>
                    <a:pt x="478275" y="1116736"/>
                  </a:lnTo>
                  <a:lnTo>
                    <a:pt x="478277" y="1116729"/>
                  </a:lnTo>
                  <a:lnTo>
                    <a:pt x="478279" y="1116718"/>
                  </a:lnTo>
                  <a:lnTo>
                    <a:pt x="478282" y="1116700"/>
                  </a:lnTo>
                  <a:lnTo>
                    <a:pt x="478283" y="1116692"/>
                  </a:lnTo>
                  <a:lnTo>
                    <a:pt x="478284" y="1116686"/>
                  </a:lnTo>
                  <a:lnTo>
                    <a:pt x="478284" y="1116678"/>
                  </a:lnTo>
                  <a:lnTo>
                    <a:pt x="478283" y="1116671"/>
                  </a:lnTo>
                  <a:lnTo>
                    <a:pt x="478283" y="1116665"/>
                  </a:lnTo>
                  <a:lnTo>
                    <a:pt x="478282" y="1116657"/>
                  </a:lnTo>
                  <a:lnTo>
                    <a:pt x="478280" y="1116647"/>
                  </a:lnTo>
                  <a:lnTo>
                    <a:pt x="478279" y="1116638"/>
                  </a:lnTo>
                  <a:lnTo>
                    <a:pt x="478278" y="1116629"/>
                  </a:lnTo>
                  <a:lnTo>
                    <a:pt x="478277" y="1116624"/>
                  </a:lnTo>
                  <a:lnTo>
                    <a:pt x="478276" y="1116618"/>
                  </a:lnTo>
                  <a:lnTo>
                    <a:pt x="478275" y="1116612"/>
                  </a:lnTo>
                  <a:lnTo>
                    <a:pt x="478272" y="1116604"/>
                  </a:lnTo>
                  <a:lnTo>
                    <a:pt x="478271" y="1116595"/>
                  </a:lnTo>
                  <a:lnTo>
                    <a:pt x="478270" y="1116587"/>
                  </a:lnTo>
                  <a:lnTo>
                    <a:pt x="478270" y="1116580"/>
                  </a:lnTo>
                  <a:lnTo>
                    <a:pt x="478270" y="1116573"/>
                  </a:lnTo>
                  <a:lnTo>
                    <a:pt x="478269" y="1116565"/>
                  </a:lnTo>
                  <a:lnTo>
                    <a:pt x="478269" y="1116559"/>
                  </a:lnTo>
                  <a:lnTo>
                    <a:pt x="478268" y="1116552"/>
                  </a:lnTo>
                  <a:lnTo>
                    <a:pt x="478268" y="1116547"/>
                  </a:lnTo>
                  <a:lnTo>
                    <a:pt x="478267" y="1116539"/>
                  </a:lnTo>
                  <a:lnTo>
                    <a:pt x="478266" y="1116531"/>
                  </a:lnTo>
                  <a:lnTo>
                    <a:pt x="478268" y="1116520"/>
                  </a:lnTo>
                  <a:lnTo>
                    <a:pt x="478271" y="1116508"/>
                  </a:lnTo>
                  <a:lnTo>
                    <a:pt x="478273" y="1116499"/>
                  </a:lnTo>
                  <a:lnTo>
                    <a:pt x="478275" y="1116493"/>
                  </a:lnTo>
                  <a:lnTo>
                    <a:pt x="478278" y="1116478"/>
                  </a:lnTo>
                  <a:lnTo>
                    <a:pt x="478278" y="1116470"/>
                  </a:lnTo>
                  <a:lnTo>
                    <a:pt x="478283" y="1116445"/>
                  </a:lnTo>
                  <a:lnTo>
                    <a:pt x="478284" y="1116437"/>
                  </a:lnTo>
                  <a:lnTo>
                    <a:pt x="478283" y="1116432"/>
                  </a:lnTo>
                  <a:lnTo>
                    <a:pt x="478281" y="1116426"/>
                  </a:lnTo>
                  <a:lnTo>
                    <a:pt x="478276" y="1116421"/>
                  </a:lnTo>
                  <a:lnTo>
                    <a:pt x="478271" y="1116419"/>
                  </a:lnTo>
                  <a:lnTo>
                    <a:pt x="478266" y="1116418"/>
                  </a:lnTo>
                  <a:lnTo>
                    <a:pt x="478261" y="1116415"/>
                  </a:lnTo>
                  <a:lnTo>
                    <a:pt x="478262" y="1116409"/>
                  </a:lnTo>
                  <a:lnTo>
                    <a:pt x="478265" y="1116402"/>
                  </a:lnTo>
                  <a:lnTo>
                    <a:pt x="478274" y="1116393"/>
                  </a:lnTo>
                  <a:lnTo>
                    <a:pt x="478280" y="1116389"/>
                  </a:lnTo>
                  <a:lnTo>
                    <a:pt x="478290" y="1116382"/>
                  </a:lnTo>
                  <a:lnTo>
                    <a:pt x="478307" y="1116373"/>
                  </a:lnTo>
                  <a:lnTo>
                    <a:pt x="478326" y="1116363"/>
                  </a:lnTo>
                  <a:lnTo>
                    <a:pt x="478344" y="1116355"/>
                  </a:lnTo>
                  <a:lnTo>
                    <a:pt x="478354" y="1116351"/>
                  </a:lnTo>
                  <a:lnTo>
                    <a:pt x="478363" y="1116349"/>
                  </a:lnTo>
                  <a:lnTo>
                    <a:pt x="478371" y="1116347"/>
                  </a:lnTo>
                  <a:lnTo>
                    <a:pt x="478383" y="1116346"/>
                  </a:lnTo>
                  <a:lnTo>
                    <a:pt x="478391" y="1116345"/>
                  </a:lnTo>
                  <a:lnTo>
                    <a:pt x="478398" y="1116344"/>
                  </a:lnTo>
                  <a:lnTo>
                    <a:pt x="478405" y="1116342"/>
                  </a:lnTo>
                  <a:lnTo>
                    <a:pt x="478410" y="1116340"/>
                  </a:lnTo>
                  <a:lnTo>
                    <a:pt x="478417" y="1116336"/>
                  </a:lnTo>
                  <a:lnTo>
                    <a:pt x="478424" y="1116331"/>
                  </a:lnTo>
                  <a:lnTo>
                    <a:pt x="478427" y="1116327"/>
                  </a:lnTo>
                  <a:lnTo>
                    <a:pt x="478430" y="1116322"/>
                  </a:lnTo>
                  <a:lnTo>
                    <a:pt x="478431" y="1116316"/>
                  </a:lnTo>
                  <a:lnTo>
                    <a:pt x="478432" y="1116310"/>
                  </a:lnTo>
                  <a:lnTo>
                    <a:pt x="478434" y="1116303"/>
                  </a:lnTo>
                  <a:lnTo>
                    <a:pt x="478438" y="1116293"/>
                  </a:lnTo>
                  <a:lnTo>
                    <a:pt x="478443" y="1116284"/>
                  </a:lnTo>
                  <a:lnTo>
                    <a:pt x="478448" y="1116273"/>
                  </a:lnTo>
                  <a:lnTo>
                    <a:pt x="478451" y="1116264"/>
                  </a:lnTo>
                  <a:lnTo>
                    <a:pt x="478456" y="1116254"/>
                  </a:lnTo>
                  <a:lnTo>
                    <a:pt x="478460" y="1116243"/>
                  </a:lnTo>
                  <a:lnTo>
                    <a:pt x="478459" y="1116230"/>
                  </a:lnTo>
                  <a:lnTo>
                    <a:pt x="478459" y="1116223"/>
                  </a:lnTo>
                  <a:lnTo>
                    <a:pt x="478458" y="1116214"/>
                  </a:lnTo>
                  <a:lnTo>
                    <a:pt x="478457" y="1116208"/>
                  </a:lnTo>
                  <a:lnTo>
                    <a:pt x="478455" y="1116198"/>
                  </a:lnTo>
                  <a:lnTo>
                    <a:pt x="478453" y="1116193"/>
                  </a:lnTo>
                  <a:lnTo>
                    <a:pt x="478452" y="1116187"/>
                  </a:lnTo>
                  <a:lnTo>
                    <a:pt x="478452" y="1116181"/>
                  </a:lnTo>
                  <a:lnTo>
                    <a:pt x="478452" y="1116173"/>
                  </a:lnTo>
                  <a:lnTo>
                    <a:pt x="478451" y="1116168"/>
                  </a:lnTo>
                  <a:lnTo>
                    <a:pt x="478451" y="1116159"/>
                  </a:lnTo>
                  <a:lnTo>
                    <a:pt x="478451" y="1116148"/>
                  </a:lnTo>
                  <a:lnTo>
                    <a:pt x="478452" y="1116141"/>
                  </a:lnTo>
                  <a:lnTo>
                    <a:pt x="478451" y="1116135"/>
                  </a:lnTo>
                  <a:lnTo>
                    <a:pt x="478450" y="1116130"/>
                  </a:lnTo>
                  <a:lnTo>
                    <a:pt x="478450" y="1116125"/>
                  </a:lnTo>
                  <a:lnTo>
                    <a:pt x="478453" y="1116118"/>
                  </a:lnTo>
                  <a:lnTo>
                    <a:pt x="478458" y="1116111"/>
                  </a:lnTo>
                  <a:lnTo>
                    <a:pt x="478462" y="1116105"/>
                  </a:lnTo>
                  <a:lnTo>
                    <a:pt x="478465" y="1116099"/>
                  </a:lnTo>
                  <a:lnTo>
                    <a:pt x="478467" y="1116092"/>
                  </a:lnTo>
                  <a:lnTo>
                    <a:pt x="478469" y="1116085"/>
                  </a:lnTo>
                  <a:lnTo>
                    <a:pt x="478469" y="1116077"/>
                  </a:lnTo>
                  <a:lnTo>
                    <a:pt x="478467" y="1116067"/>
                  </a:lnTo>
                  <a:lnTo>
                    <a:pt x="478465" y="1116059"/>
                  </a:lnTo>
                  <a:lnTo>
                    <a:pt x="478464" y="1116053"/>
                  </a:lnTo>
                  <a:lnTo>
                    <a:pt x="478459" y="1116047"/>
                  </a:lnTo>
                  <a:lnTo>
                    <a:pt x="478452" y="1116034"/>
                  </a:lnTo>
                  <a:lnTo>
                    <a:pt x="478449" y="1116027"/>
                  </a:lnTo>
                  <a:lnTo>
                    <a:pt x="478448" y="1116021"/>
                  </a:lnTo>
                  <a:lnTo>
                    <a:pt x="478448" y="1116012"/>
                  </a:lnTo>
                  <a:lnTo>
                    <a:pt x="478449" y="1116003"/>
                  </a:lnTo>
                  <a:lnTo>
                    <a:pt x="478449" y="1115993"/>
                  </a:lnTo>
                  <a:lnTo>
                    <a:pt x="478449" y="1115984"/>
                  </a:lnTo>
                  <a:lnTo>
                    <a:pt x="478450" y="1115978"/>
                  </a:lnTo>
                  <a:lnTo>
                    <a:pt x="478451" y="1115973"/>
                  </a:lnTo>
                  <a:lnTo>
                    <a:pt x="478455" y="1115960"/>
                  </a:lnTo>
                  <a:lnTo>
                    <a:pt x="478456" y="1115954"/>
                  </a:lnTo>
                  <a:lnTo>
                    <a:pt x="478459" y="1115943"/>
                  </a:lnTo>
                  <a:lnTo>
                    <a:pt x="478460" y="1115934"/>
                  </a:lnTo>
                  <a:lnTo>
                    <a:pt x="478462" y="1115927"/>
                  </a:lnTo>
                  <a:lnTo>
                    <a:pt x="478465" y="1115920"/>
                  </a:lnTo>
                  <a:lnTo>
                    <a:pt x="478467" y="1115915"/>
                  </a:lnTo>
                  <a:lnTo>
                    <a:pt x="478471" y="1115910"/>
                  </a:lnTo>
                  <a:lnTo>
                    <a:pt x="478478" y="1115905"/>
                  </a:lnTo>
                  <a:lnTo>
                    <a:pt x="478483" y="1115901"/>
                  </a:lnTo>
                  <a:lnTo>
                    <a:pt x="478494" y="1115895"/>
                  </a:lnTo>
                  <a:lnTo>
                    <a:pt x="478503" y="1115890"/>
                  </a:lnTo>
                  <a:lnTo>
                    <a:pt x="478508" y="1115886"/>
                  </a:lnTo>
                  <a:lnTo>
                    <a:pt x="478513" y="1115880"/>
                  </a:lnTo>
                  <a:lnTo>
                    <a:pt x="478517" y="1115875"/>
                  </a:lnTo>
                  <a:lnTo>
                    <a:pt x="478520" y="1115870"/>
                  </a:lnTo>
                  <a:lnTo>
                    <a:pt x="478524" y="1115866"/>
                  </a:lnTo>
                  <a:lnTo>
                    <a:pt x="478529" y="1115863"/>
                  </a:lnTo>
                  <a:lnTo>
                    <a:pt x="478536" y="1115856"/>
                  </a:lnTo>
                  <a:lnTo>
                    <a:pt x="478544" y="1115850"/>
                  </a:lnTo>
                  <a:lnTo>
                    <a:pt x="478551" y="1115845"/>
                  </a:lnTo>
                  <a:lnTo>
                    <a:pt x="478554" y="1115841"/>
                  </a:lnTo>
                  <a:lnTo>
                    <a:pt x="478558" y="1115832"/>
                  </a:lnTo>
                  <a:lnTo>
                    <a:pt x="478561" y="1115820"/>
                  </a:lnTo>
                  <a:lnTo>
                    <a:pt x="478565" y="1115807"/>
                  </a:lnTo>
                  <a:lnTo>
                    <a:pt x="478567" y="1115800"/>
                  </a:lnTo>
                  <a:lnTo>
                    <a:pt x="478564" y="1115797"/>
                  </a:lnTo>
                  <a:lnTo>
                    <a:pt x="478560" y="1115793"/>
                  </a:lnTo>
                  <a:lnTo>
                    <a:pt x="478554" y="1115788"/>
                  </a:lnTo>
                  <a:lnTo>
                    <a:pt x="478547" y="1115781"/>
                  </a:lnTo>
                  <a:lnTo>
                    <a:pt x="478542" y="1115776"/>
                  </a:lnTo>
                  <a:lnTo>
                    <a:pt x="478536" y="1115772"/>
                  </a:lnTo>
                  <a:lnTo>
                    <a:pt x="478528" y="1115766"/>
                  </a:lnTo>
                  <a:lnTo>
                    <a:pt x="478521" y="1115759"/>
                  </a:lnTo>
                  <a:lnTo>
                    <a:pt x="478517" y="1115754"/>
                  </a:lnTo>
                  <a:lnTo>
                    <a:pt x="478515" y="1115746"/>
                  </a:lnTo>
                  <a:lnTo>
                    <a:pt x="478513" y="1115741"/>
                  </a:lnTo>
                  <a:lnTo>
                    <a:pt x="478512" y="1115735"/>
                  </a:lnTo>
                  <a:lnTo>
                    <a:pt x="478510" y="1115729"/>
                  </a:lnTo>
                  <a:lnTo>
                    <a:pt x="478507" y="1115720"/>
                  </a:lnTo>
                  <a:lnTo>
                    <a:pt x="478504" y="1115713"/>
                  </a:lnTo>
                  <a:lnTo>
                    <a:pt x="478501" y="1115701"/>
                  </a:lnTo>
                  <a:lnTo>
                    <a:pt x="478498" y="1115688"/>
                  </a:lnTo>
                  <a:lnTo>
                    <a:pt x="478497" y="1115681"/>
                  </a:lnTo>
                  <a:lnTo>
                    <a:pt x="478494" y="1115674"/>
                  </a:lnTo>
                  <a:lnTo>
                    <a:pt x="478492" y="1115669"/>
                  </a:lnTo>
                  <a:lnTo>
                    <a:pt x="478490" y="1115664"/>
                  </a:lnTo>
                  <a:lnTo>
                    <a:pt x="478485" y="1115658"/>
                  </a:lnTo>
                  <a:lnTo>
                    <a:pt x="478473" y="1115648"/>
                  </a:lnTo>
                  <a:lnTo>
                    <a:pt x="478469" y="1115642"/>
                  </a:lnTo>
                  <a:lnTo>
                    <a:pt x="478468" y="1115636"/>
                  </a:lnTo>
                  <a:lnTo>
                    <a:pt x="478464" y="1115629"/>
                  </a:lnTo>
                  <a:lnTo>
                    <a:pt x="478459" y="1115618"/>
                  </a:lnTo>
                  <a:lnTo>
                    <a:pt x="478453" y="1115606"/>
                  </a:lnTo>
                  <a:lnTo>
                    <a:pt x="478450" y="1115598"/>
                  </a:lnTo>
                  <a:lnTo>
                    <a:pt x="478449" y="1115591"/>
                  </a:lnTo>
                  <a:lnTo>
                    <a:pt x="478449" y="1115586"/>
                  </a:lnTo>
                  <a:lnTo>
                    <a:pt x="478451" y="1115575"/>
                  </a:lnTo>
                  <a:lnTo>
                    <a:pt x="478452" y="1115568"/>
                  </a:lnTo>
                  <a:lnTo>
                    <a:pt x="478453" y="1115563"/>
                  </a:lnTo>
                  <a:lnTo>
                    <a:pt x="478453" y="1115558"/>
                  </a:lnTo>
                  <a:lnTo>
                    <a:pt x="478453" y="1115548"/>
                  </a:lnTo>
                  <a:lnTo>
                    <a:pt x="478452" y="1115543"/>
                  </a:lnTo>
                  <a:lnTo>
                    <a:pt x="478449" y="1115539"/>
                  </a:lnTo>
                  <a:lnTo>
                    <a:pt x="478444" y="1115535"/>
                  </a:lnTo>
                  <a:lnTo>
                    <a:pt x="478437" y="1115529"/>
                  </a:lnTo>
                  <a:lnTo>
                    <a:pt x="478433" y="1115526"/>
                  </a:lnTo>
                  <a:lnTo>
                    <a:pt x="478429" y="1115522"/>
                  </a:lnTo>
                  <a:lnTo>
                    <a:pt x="478425" y="1115517"/>
                  </a:lnTo>
                  <a:lnTo>
                    <a:pt x="478422" y="1115510"/>
                  </a:lnTo>
                  <a:lnTo>
                    <a:pt x="478419" y="1115505"/>
                  </a:lnTo>
                  <a:lnTo>
                    <a:pt x="478412" y="1115491"/>
                  </a:lnTo>
                  <a:lnTo>
                    <a:pt x="478407" y="1115482"/>
                  </a:lnTo>
                  <a:lnTo>
                    <a:pt x="478402" y="1115474"/>
                  </a:lnTo>
                  <a:lnTo>
                    <a:pt x="478398" y="1115466"/>
                  </a:lnTo>
                  <a:lnTo>
                    <a:pt x="478396" y="1115461"/>
                  </a:lnTo>
                  <a:lnTo>
                    <a:pt x="478391" y="1115439"/>
                  </a:lnTo>
                  <a:lnTo>
                    <a:pt x="478389" y="1115427"/>
                  </a:lnTo>
                  <a:lnTo>
                    <a:pt x="478388" y="1115420"/>
                  </a:lnTo>
                  <a:lnTo>
                    <a:pt x="478387" y="1115412"/>
                  </a:lnTo>
                  <a:lnTo>
                    <a:pt x="478388" y="1115406"/>
                  </a:lnTo>
                  <a:lnTo>
                    <a:pt x="478389" y="1115401"/>
                  </a:lnTo>
                  <a:lnTo>
                    <a:pt x="478393" y="1115396"/>
                  </a:lnTo>
                  <a:lnTo>
                    <a:pt x="478402" y="1115381"/>
                  </a:lnTo>
                  <a:lnTo>
                    <a:pt x="478408" y="1115370"/>
                  </a:lnTo>
                  <a:lnTo>
                    <a:pt x="478414" y="1115353"/>
                  </a:lnTo>
                  <a:lnTo>
                    <a:pt x="478419" y="1115338"/>
                  </a:lnTo>
                  <a:lnTo>
                    <a:pt x="478420" y="1115329"/>
                  </a:lnTo>
                  <a:lnTo>
                    <a:pt x="478420" y="1115310"/>
                  </a:lnTo>
                  <a:lnTo>
                    <a:pt x="478420" y="1115302"/>
                  </a:lnTo>
                  <a:lnTo>
                    <a:pt x="478422" y="1115295"/>
                  </a:lnTo>
                  <a:lnTo>
                    <a:pt x="478422" y="1115289"/>
                  </a:lnTo>
                  <a:lnTo>
                    <a:pt x="478418" y="1115277"/>
                  </a:lnTo>
                  <a:lnTo>
                    <a:pt x="478415" y="1115267"/>
                  </a:lnTo>
                  <a:lnTo>
                    <a:pt x="478412" y="1115253"/>
                  </a:lnTo>
                  <a:lnTo>
                    <a:pt x="478409" y="1115245"/>
                  </a:lnTo>
                  <a:lnTo>
                    <a:pt x="478405" y="1115239"/>
                  </a:lnTo>
                  <a:lnTo>
                    <a:pt x="478400" y="1115234"/>
                  </a:lnTo>
                  <a:lnTo>
                    <a:pt x="478397" y="1115227"/>
                  </a:lnTo>
                  <a:lnTo>
                    <a:pt x="478398" y="1115219"/>
                  </a:lnTo>
                  <a:lnTo>
                    <a:pt x="478399" y="1115214"/>
                  </a:lnTo>
                  <a:lnTo>
                    <a:pt x="478401" y="1115209"/>
                  </a:lnTo>
                  <a:lnTo>
                    <a:pt x="478404" y="1115203"/>
                  </a:lnTo>
                  <a:lnTo>
                    <a:pt x="478410" y="1115195"/>
                  </a:lnTo>
                  <a:lnTo>
                    <a:pt x="478417" y="1115182"/>
                  </a:lnTo>
                  <a:lnTo>
                    <a:pt x="478419" y="1115177"/>
                  </a:lnTo>
                  <a:lnTo>
                    <a:pt x="478421" y="1115172"/>
                  </a:lnTo>
                  <a:lnTo>
                    <a:pt x="478421" y="1115166"/>
                  </a:lnTo>
                  <a:lnTo>
                    <a:pt x="478418" y="1115158"/>
                  </a:lnTo>
                  <a:lnTo>
                    <a:pt x="478413" y="1115150"/>
                  </a:lnTo>
                  <a:lnTo>
                    <a:pt x="478403" y="1115133"/>
                  </a:lnTo>
                  <a:lnTo>
                    <a:pt x="478399" y="1115125"/>
                  </a:lnTo>
                  <a:lnTo>
                    <a:pt x="478395" y="1115117"/>
                  </a:lnTo>
                  <a:lnTo>
                    <a:pt x="478392" y="1115107"/>
                  </a:lnTo>
                  <a:lnTo>
                    <a:pt x="478387" y="1115084"/>
                  </a:lnTo>
                  <a:lnTo>
                    <a:pt x="478385" y="1115077"/>
                  </a:lnTo>
                  <a:lnTo>
                    <a:pt x="478381" y="1115057"/>
                  </a:lnTo>
                  <a:lnTo>
                    <a:pt x="478373" y="1115034"/>
                  </a:lnTo>
                  <a:lnTo>
                    <a:pt x="478364" y="1115013"/>
                  </a:lnTo>
                  <a:lnTo>
                    <a:pt x="478362" y="1115007"/>
                  </a:lnTo>
                  <a:lnTo>
                    <a:pt x="478359" y="1114998"/>
                  </a:lnTo>
                  <a:lnTo>
                    <a:pt x="478358" y="1114991"/>
                  </a:lnTo>
                  <a:lnTo>
                    <a:pt x="478355" y="1114980"/>
                  </a:lnTo>
                  <a:lnTo>
                    <a:pt x="478353" y="1114969"/>
                  </a:lnTo>
                  <a:lnTo>
                    <a:pt x="478351" y="1114963"/>
                  </a:lnTo>
                  <a:lnTo>
                    <a:pt x="478350" y="1114954"/>
                  </a:lnTo>
                  <a:lnTo>
                    <a:pt x="478346" y="1114941"/>
                  </a:lnTo>
                  <a:lnTo>
                    <a:pt x="478341" y="1114926"/>
                  </a:lnTo>
                  <a:lnTo>
                    <a:pt x="478337" y="1114916"/>
                  </a:lnTo>
                  <a:lnTo>
                    <a:pt x="478333" y="1114911"/>
                  </a:lnTo>
                  <a:lnTo>
                    <a:pt x="478322" y="1114898"/>
                  </a:lnTo>
                  <a:lnTo>
                    <a:pt x="478309" y="1114884"/>
                  </a:lnTo>
                  <a:lnTo>
                    <a:pt x="478302" y="1114878"/>
                  </a:lnTo>
                  <a:lnTo>
                    <a:pt x="478294" y="1114871"/>
                  </a:lnTo>
                  <a:lnTo>
                    <a:pt x="478286" y="1114866"/>
                  </a:lnTo>
                  <a:lnTo>
                    <a:pt x="478278" y="1114860"/>
                  </a:lnTo>
                  <a:lnTo>
                    <a:pt x="478269" y="1114855"/>
                  </a:lnTo>
                  <a:lnTo>
                    <a:pt x="478261" y="1114849"/>
                  </a:lnTo>
                  <a:lnTo>
                    <a:pt x="478250" y="1114842"/>
                  </a:lnTo>
                  <a:lnTo>
                    <a:pt x="478242" y="1114837"/>
                  </a:lnTo>
                  <a:lnTo>
                    <a:pt x="478233" y="1114833"/>
                  </a:lnTo>
                  <a:lnTo>
                    <a:pt x="478227" y="1114828"/>
                  </a:lnTo>
                  <a:lnTo>
                    <a:pt x="478219" y="1114823"/>
                  </a:lnTo>
                  <a:lnTo>
                    <a:pt x="478211" y="1114817"/>
                  </a:lnTo>
                  <a:lnTo>
                    <a:pt x="478203" y="1114810"/>
                  </a:lnTo>
                  <a:lnTo>
                    <a:pt x="478194" y="1114804"/>
                  </a:lnTo>
                  <a:lnTo>
                    <a:pt x="478186" y="1114799"/>
                  </a:lnTo>
                  <a:lnTo>
                    <a:pt x="478182" y="1114797"/>
                  </a:lnTo>
                  <a:lnTo>
                    <a:pt x="478178" y="1114794"/>
                  </a:lnTo>
                  <a:lnTo>
                    <a:pt x="478171" y="1114792"/>
                  </a:lnTo>
                  <a:lnTo>
                    <a:pt x="478160" y="1114789"/>
                  </a:lnTo>
                  <a:lnTo>
                    <a:pt x="478153" y="1114787"/>
                  </a:lnTo>
                  <a:lnTo>
                    <a:pt x="478146" y="1114786"/>
                  </a:lnTo>
                  <a:lnTo>
                    <a:pt x="478138" y="1114786"/>
                  </a:lnTo>
                  <a:lnTo>
                    <a:pt x="478129" y="1114787"/>
                  </a:lnTo>
                  <a:lnTo>
                    <a:pt x="478120" y="1114786"/>
                  </a:lnTo>
                  <a:lnTo>
                    <a:pt x="478111" y="1114782"/>
                  </a:lnTo>
                  <a:lnTo>
                    <a:pt x="478104" y="1114777"/>
                  </a:lnTo>
                  <a:lnTo>
                    <a:pt x="478096" y="1114772"/>
                  </a:lnTo>
                  <a:lnTo>
                    <a:pt x="478091" y="1114768"/>
                  </a:lnTo>
                  <a:lnTo>
                    <a:pt x="478084" y="1114764"/>
                  </a:lnTo>
                  <a:lnTo>
                    <a:pt x="478078" y="1114762"/>
                  </a:lnTo>
                  <a:lnTo>
                    <a:pt x="478071" y="1114757"/>
                  </a:lnTo>
                  <a:lnTo>
                    <a:pt x="478058" y="1114746"/>
                  </a:lnTo>
                  <a:lnTo>
                    <a:pt x="478046" y="1114736"/>
                  </a:lnTo>
                  <a:lnTo>
                    <a:pt x="478036" y="1114725"/>
                  </a:lnTo>
                  <a:lnTo>
                    <a:pt x="478025" y="1114712"/>
                  </a:lnTo>
                  <a:lnTo>
                    <a:pt x="478020" y="1114704"/>
                  </a:lnTo>
                  <a:lnTo>
                    <a:pt x="478018" y="1114699"/>
                  </a:lnTo>
                  <a:lnTo>
                    <a:pt x="478018" y="1114694"/>
                  </a:lnTo>
                  <a:lnTo>
                    <a:pt x="478018" y="1114676"/>
                  </a:lnTo>
                  <a:lnTo>
                    <a:pt x="478018" y="1114665"/>
                  </a:lnTo>
                  <a:lnTo>
                    <a:pt x="478017" y="1114655"/>
                  </a:lnTo>
                  <a:lnTo>
                    <a:pt x="478016" y="1114646"/>
                  </a:lnTo>
                  <a:lnTo>
                    <a:pt x="478016" y="1114639"/>
                  </a:lnTo>
                  <a:lnTo>
                    <a:pt x="478012" y="1114633"/>
                  </a:lnTo>
                  <a:lnTo>
                    <a:pt x="478008" y="1114629"/>
                  </a:lnTo>
                  <a:lnTo>
                    <a:pt x="478000" y="1114624"/>
                  </a:lnTo>
                  <a:lnTo>
                    <a:pt x="477993" y="1114621"/>
                  </a:lnTo>
                  <a:lnTo>
                    <a:pt x="477977" y="1114617"/>
                  </a:lnTo>
                  <a:lnTo>
                    <a:pt x="477962" y="1114614"/>
                  </a:lnTo>
                  <a:lnTo>
                    <a:pt x="477947" y="1114611"/>
                  </a:lnTo>
                  <a:lnTo>
                    <a:pt x="477938" y="1114609"/>
                  </a:lnTo>
                  <a:lnTo>
                    <a:pt x="477931" y="1114608"/>
                  </a:lnTo>
                  <a:lnTo>
                    <a:pt x="477923" y="1114606"/>
                  </a:lnTo>
                  <a:lnTo>
                    <a:pt x="477904" y="1114600"/>
                  </a:lnTo>
                  <a:lnTo>
                    <a:pt x="477890" y="1114594"/>
                  </a:lnTo>
                  <a:lnTo>
                    <a:pt x="477870" y="1114587"/>
                  </a:lnTo>
                  <a:lnTo>
                    <a:pt x="477863" y="1114585"/>
                  </a:lnTo>
                  <a:lnTo>
                    <a:pt x="477854" y="1114583"/>
                  </a:lnTo>
                  <a:lnTo>
                    <a:pt x="477846" y="1114582"/>
                  </a:lnTo>
                  <a:lnTo>
                    <a:pt x="477838" y="1114582"/>
                  </a:lnTo>
                  <a:lnTo>
                    <a:pt x="477831" y="1114582"/>
                  </a:lnTo>
                  <a:lnTo>
                    <a:pt x="477821" y="1114582"/>
                  </a:lnTo>
                  <a:lnTo>
                    <a:pt x="477808" y="1114580"/>
                  </a:lnTo>
                  <a:lnTo>
                    <a:pt x="477799" y="1114579"/>
                  </a:lnTo>
                  <a:lnTo>
                    <a:pt x="477794" y="1114578"/>
                  </a:lnTo>
                  <a:lnTo>
                    <a:pt x="477785" y="1114578"/>
                  </a:lnTo>
                  <a:lnTo>
                    <a:pt x="477780" y="1114578"/>
                  </a:lnTo>
                  <a:lnTo>
                    <a:pt x="477774" y="1114579"/>
                  </a:lnTo>
                  <a:lnTo>
                    <a:pt x="477765" y="1114580"/>
                  </a:lnTo>
                  <a:lnTo>
                    <a:pt x="477759" y="1114582"/>
                  </a:lnTo>
                  <a:lnTo>
                    <a:pt x="477754" y="1114585"/>
                  </a:lnTo>
                  <a:lnTo>
                    <a:pt x="477750" y="1114590"/>
                  </a:lnTo>
                  <a:lnTo>
                    <a:pt x="477746" y="1114593"/>
                  </a:lnTo>
                  <a:lnTo>
                    <a:pt x="477742" y="1114594"/>
                  </a:lnTo>
                  <a:lnTo>
                    <a:pt x="477736" y="1114594"/>
                  </a:lnTo>
                  <a:lnTo>
                    <a:pt x="477730" y="1114593"/>
                  </a:lnTo>
                  <a:lnTo>
                    <a:pt x="477723" y="1114592"/>
                  </a:lnTo>
                  <a:lnTo>
                    <a:pt x="477712" y="1114588"/>
                  </a:lnTo>
                  <a:lnTo>
                    <a:pt x="477708" y="1114587"/>
                  </a:lnTo>
                  <a:lnTo>
                    <a:pt x="477702" y="1114585"/>
                  </a:lnTo>
                  <a:lnTo>
                    <a:pt x="477693" y="1114584"/>
                  </a:lnTo>
                  <a:lnTo>
                    <a:pt x="477687" y="1114584"/>
                  </a:lnTo>
                  <a:lnTo>
                    <a:pt x="477679" y="1114584"/>
                  </a:lnTo>
                  <a:lnTo>
                    <a:pt x="477671" y="1114585"/>
                  </a:lnTo>
                  <a:lnTo>
                    <a:pt x="477663" y="1114586"/>
                  </a:lnTo>
                  <a:lnTo>
                    <a:pt x="477656" y="1114588"/>
                  </a:lnTo>
                  <a:lnTo>
                    <a:pt x="477650" y="1114588"/>
                  </a:lnTo>
                  <a:lnTo>
                    <a:pt x="477644" y="1114588"/>
                  </a:lnTo>
                  <a:lnTo>
                    <a:pt x="477634" y="1114588"/>
                  </a:lnTo>
                  <a:lnTo>
                    <a:pt x="477627" y="1114587"/>
                  </a:lnTo>
                  <a:lnTo>
                    <a:pt x="477620" y="1114587"/>
                  </a:lnTo>
                  <a:lnTo>
                    <a:pt x="477612" y="1114585"/>
                  </a:lnTo>
                  <a:lnTo>
                    <a:pt x="477605" y="1114585"/>
                  </a:lnTo>
                  <a:lnTo>
                    <a:pt x="477600" y="1114584"/>
                  </a:lnTo>
                  <a:lnTo>
                    <a:pt x="477593" y="1114582"/>
                  </a:lnTo>
                  <a:lnTo>
                    <a:pt x="477587" y="1114581"/>
                  </a:lnTo>
                  <a:lnTo>
                    <a:pt x="477581" y="1114578"/>
                  </a:lnTo>
                  <a:lnTo>
                    <a:pt x="477576" y="1114575"/>
                  </a:lnTo>
                  <a:lnTo>
                    <a:pt x="477571" y="1114571"/>
                  </a:lnTo>
                  <a:lnTo>
                    <a:pt x="477563" y="1114564"/>
                  </a:lnTo>
                  <a:lnTo>
                    <a:pt x="477554" y="1114552"/>
                  </a:lnTo>
                  <a:lnTo>
                    <a:pt x="477547" y="1114545"/>
                  </a:lnTo>
                  <a:lnTo>
                    <a:pt x="477542" y="1114539"/>
                  </a:lnTo>
                  <a:lnTo>
                    <a:pt x="477535" y="1114533"/>
                  </a:lnTo>
                  <a:lnTo>
                    <a:pt x="477531" y="1114530"/>
                  </a:lnTo>
                  <a:lnTo>
                    <a:pt x="477527" y="1114526"/>
                  </a:lnTo>
                  <a:lnTo>
                    <a:pt x="477522" y="1114522"/>
                  </a:lnTo>
                  <a:lnTo>
                    <a:pt x="477514" y="1114517"/>
                  </a:lnTo>
                  <a:lnTo>
                    <a:pt x="477506" y="1114513"/>
                  </a:lnTo>
                  <a:lnTo>
                    <a:pt x="477500" y="1114508"/>
                  </a:lnTo>
                  <a:lnTo>
                    <a:pt x="477494" y="1114503"/>
                  </a:lnTo>
                  <a:lnTo>
                    <a:pt x="477490" y="1114498"/>
                  </a:lnTo>
                  <a:lnTo>
                    <a:pt x="477477" y="1114486"/>
                  </a:lnTo>
                  <a:lnTo>
                    <a:pt x="477472" y="1114482"/>
                  </a:lnTo>
                  <a:lnTo>
                    <a:pt x="477461" y="1114473"/>
                  </a:lnTo>
                  <a:lnTo>
                    <a:pt x="477452" y="1114468"/>
                  </a:lnTo>
                  <a:lnTo>
                    <a:pt x="477448" y="1114464"/>
                  </a:lnTo>
                  <a:lnTo>
                    <a:pt x="477434" y="1114447"/>
                  </a:lnTo>
                  <a:lnTo>
                    <a:pt x="477429" y="1114440"/>
                  </a:lnTo>
                  <a:lnTo>
                    <a:pt x="477418" y="1114432"/>
                  </a:lnTo>
                  <a:lnTo>
                    <a:pt x="477401" y="1114422"/>
                  </a:lnTo>
                  <a:lnTo>
                    <a:pt x="477395" y="1114417"/>
                  </a:lnTo>
                  <a:lnTo>
                    <a:pt x="477382" y="1114406"/>
                  </a:lnTo>
                  <a:lnTo>
                    <a:pt x="477368" y="1114393"/>
                  </a:lnTo>
                  <a:lnTo>
                    <a:pt x="477352" y="1114378"/>
                  </a:lnTo>
                  <a:lnTo>
                    <a:pt x="477335" y="1114361"/>
                  </a:lnTo>
                  <a:lnTo>
                    <a:pt x="477320" y="1114345"/>
                  </a:lnTo>
                  <a:lnTo>
                    <a:pt x="477315" y="1114340"/>
                  </a:lnTo>
                  <a:lnTo>
                    <a:pt x="477303" y="1114329"/>
                  </a:lnTo>
                  <a:lnTo>
                    <a:pt x="477287" y="1114317"/>
                  </a:lnTo>
                  <a:lnTo>
                    <a:pt x="477280" y="1114309"/>
                  </a:lnTo>
                  <a:lnTo>
                    <a:pt x="477272" y="1114299"/>
                  </a:lnTo>
                  <a:lnTo>
                    <a:pt x="477268" y="1114293"/>
                  </a:lnTo>
                  <a:lnTo>
                    <a:pt x="477267" y="1114286"/>
                  </a:lnTo>
                  <a:lnTo>
                    <a:pt x="477265" y="1114273"/>
                  </a:lnTo>
                  <a:lnTo>
                    <a:pt x="477264" y="1114260"/>
                  </a:lnTo>
                  <a:lnTo>
                    <a:pt x="477263" y="1114255"/>
                  </a:lnTo>
                  <a:lnTo>
                    <a:pt x="477260" y="1114246"/>
                  </a:lnTo>
                  <a:lnTo>
                    <a:pt x="477258" y="1114241"/>
                  </a:lnTo>
                  <a:lnTo>
                    <a:pt x="477256" y="1114232"/>
                  </a:lnTo>
                  <a:lnTo>
                    <a:pt x="477254" y="1114226"/>
                  </a:lnTo>
                  <a:lnTo>
                    <a:pt x="477253" y="1114214"/>
                  </a:lnTo>
                  <a:lnTo>
                    <a:pt x="477252" y="1114202"/>
                  </a:lnTo>
                  <a:lnTo>
                    <a:pt x="477251" y="1114194"/>
                  </a:lnTo>
                  <a:lnTo>
                    <a:pt x="477250" y="1114188"/>
                  </a:lnTo>
                  <a:lnTo>
                    <a:pt x="477249" y="1114178"/>
                  </a:lnTo>
                  <a:lnTo>
                    <a:pt x="477248" y="1114170"/>
                  </a:lnTo>
                  <a:lnTo>
                    <a:pt x="477248" y="1114164"/>
                  </a:lnTo>
                  <a:lnTo>
                    <a:pt x="477245" y="1114148"/>
                  </a:lnTo>
                  <a:lnTo>
                    <a:pt x="477242" y="1114136"/>
                  </a:lnTo>
                  <a:lnTo>
                    <a:pt x="477239" y="1114123"/>
                  </a:lnTo>
                  <a:lnTo>
                    <a:pt x="477237" y="1114111"/>
                  </a:lnTo>
                  <a:lnTo>
                    <a:pt x="477235" y="1114099"/>
                  </a:lnTo>
                  <a:lnTo>
                    <a:pt x="477233" y="1114094"/>
                  </a:lnTo>
                  <a:lnTo>
                    <a:pt x="477231" y="1114089"/>
                  </a:lnTo>
                  <a:lnTo>
                    <a:pt x="477229" y="1114082"/>
                  </a:lnTo>
                  <a:lnTo>
                    <a:pt x="477230" y="1114072"/>
                  </a:lnTo>
                  <a:lnTo>
                    <a:pt x="477232" y="1114058"/>
                  </a:lnTo>
                  <a:lnTo>
                    <a:pt x="477233" y="1114053"/>
                  </a:lnTo>
                  <a:lnTo>
                    <a:pt x="477234" y="1114048"/>
                  </a:lnTo>
                  <a:lnTo>
                    <a:pt x="477241" y="1114030"/>
                  </a:lnTo>
                  <a:lnTo>
                    <a:pt x="477249" y="1114016"/>
                  </a:lnTo>
                  <a:lnTo>
                    <a:pt x="477252" y="1114012"/>
                  </a:lnTo>
                  <a:lnTo>
                    <a:pt x="477262" y="1114006"/>
                  </a:lnTo>
                  <a:lnTo>
                    <a:pt x="477267" y="1114001"/>
                  </a:lnTo>
                  <a:lnTo>
                    <a:pt x="477270" y="1113997"/>
                  </a:lnTo>
                  <a:lnTo>
                    <a:pt x="477274" y="1113987"/>
                  </a:lnTo>
                  <a:lnTo>
                    <a:pt x="477276" y="1113980"/>
                  </a:lnTo>
                  <a:lnTo>
                    <a:pt x="477278" y="1113971"/>
                  </a:lnTo>
                  <a:lnTo>
                    <a:pt x="477280" y="1113962"/>
                  </a:lnTo>
                  <a:lnTo>
                    <a:pt x="477280" y="1113956"/>
                  </a:lnTo>
                  <a:lnTo>
                    <a:pt x="477280" y="1113951"/>
                  </a:lnTo>
                  <a:lnTo>
                    <a:pt x="477277" y="1113944"/>
                  </a:lnTo>
                  <a:lnTo>
                    <a:pt x="477273" y="1113934"/>
                  </a:lnTo>
                  <a:lnTo>
                    <a:pt x="477267" y="1113920"/>
                  </a:lnTo>
                  <a:lnTo>
                    <a:pt x="477263" y="1113911"/>
                  </a:lnTo>
                  <a:lnTo>
                    <a:pt x="477258" y="1113897"/>
                  </a:lnTo>
                  <a:lnTo>
                    <a:pt x="477254" y="1113887"/>
                  </a:lnTo>
                  <a:lnTo>
                    <a:pt x="477249" y="1113874"/>
                  </a:lnTo>
                  <a:lnTo>
                    <a:pt x="477248" y="1113869"/>
                  </a:lnTo>
                  <a:lnTo>
                    <a:pt x="477247" y="1113863"/>
                  </a:lnTo>
                  <a:lnTo>
                    <a:pt x="477247" y="1113856"/>
                  </a:lnTo>
                  <a:lnTo>
                    <a:pt x="477248" y="1113846"/>
                  </a:lnTo>
                  <a:lnTo>
                    <a:pt x="477250" y="1113833"/>
                  </a:lnTo>
                  <a:lnTo>
                    <a:pt x="477252" y="1113820"/>
                  </a:lnTo>
                  <a:lnTo>
                    <a:pt x="477253" y="1113808"/>
                  </a:lnTo>
                  <a:lnTo>
                    <a:pt x="477254" y="1113798"/>
                  </a:lnTo>
                  <a:lnTo>
                    <a:pt x="477256" y="1113784"/>
                  </a:lnTo>
                  <a:lnTo>
                    <a:pt x="477258" y="1113770"/>
                  </a:lnTo>
                  <a:lnTo>
                    <a:pt x="477260" y="1113758"/>
                  </a:lnTo>
                  <a:lnTo>
                    <a:pt x="477261" y="1113746"/>
                  </a:lnTo>
                  <a:lnTo>
                    <a:pt x="477261" y="1113741"/>
                  </a:lnTo>
                  <a:lnTo>
                    <a:pt x="477261" y="1113728"/>
                  </a:lnTo>
                  <a:lnTo>
                    <a:pt x="477261" y="1113719"/>
                  </a:lnTo>
                  <a:lnTo>
                    <a:pt x="477261" y="1113711"/>
                  </a:lnTo>
                  <a:lnTo>
                    <a:pt x="477262" y="1113706"/>
                  </a:lnTo>
                  <a:lnTo>
                    <a:pt x="477263" y="1113696"/>
                  </a:lnTo>
                  <a:lnTo>
                    <a:pt x="477264" y="1113688"/>
                  </a:lnTo>
                  <a:lnTo>
                    <a:pt x="477266" y="1113681"/>
                  </a:lnTo>
                  <a:lnTo>
                    <a:pt x="477270" y="1113674"/>
                  </a:lnTo>
                  <a:lnTo>
                    <a:pt x="477273" y="1113667"/>
                  </a:lnTo>
                  <a:lnTo>
                    <a:pt x="477275" y="1113662"/>
                  </a:lnTo>
                  <a:lnTo>
                    <a:pt x="477277" y="1113656"/>
                  </a:lnTo>
                  <a:lnTo>
                    <a:pt x="477279" y="1113649"/>
                  </a:lnTo>
                  <a:lnTo>
                    <a:pt x="477281" y="1113641"/>
                  </a:lnTo>
                  <a:lnTo>
                    <a:pt x="477283" y="1113633"/>
                  </a:lnTo>
                  <a:lnTo>
                    <a:pt x="477285" y="1113625"/>
                  </a:lnTo>
                  <a:lnTo>
                    <a:pt x="477288" y="1113614"/>
                  </a:lnTo>
                  <a:lnTo>
                    <a:pt x="477289" y="1113605"/>
                  </a:lnTo>
                  <a:lnTo>
                    <a:pt x="477291" y="1113595"/>
                  </a:lnTo>
                  <a:lnTo>
                    <a:pt x="477293" y="1113587"/>
                  </a:lnTo>
                  <a:lnTo>
                    <a:pt x="477293" y="1113577"/>
                  </a:lnTo>
                  <a:lnTo>
                    <a:pt x="477292" y="1113569"/>
                  </a:lnTo>
                  <a:lnTo>
                    <a:pt x="477292" y="1113562"/>
                  </a:lnTo>
                  <a:lnTo>
                    <a:pt x="477293" y="1113556"/>
                  </a:lnTo>
                  <a:lnTo>
                    <a:pt x="477294" y="1113551"/>
                  </a:lnTo>
                  <a:lnTo>
                    <a:pt x="477302" y="1113531"/>
                  </a:lnTo>
                  <a:lnTo>
                    <a:pt x="477313" y="1113509"/>
                  </a:lnTo>
                  <a:lnTo>
                    <a:pt x="477321" y="1113494"/>
                  </a:lnTo>
                  <a:lnTo>
                    <a:pt x="477327" y="1113485"/>
                  </a:lnTo>
                  <a:lnTo>
                    <a:pt x="477335" y="1113472"/>
                  </a:lnTo>
                  <a:lnTo>
                    <a:pt x="477340" y="1113463"/>
                  </a:lnTo>
                  <a:lnTo>
                    <a:pt x="477345" y="1113451"/>
                  </a:lnTo>
                  <a:lnTo>
                    <a:pt x="477348" y="1113442"/>
                  </a:lnTo>
                  <a:lnTo>
                    <a:pt x="477349" y="1113436"/>
                  </a:lnTo>
                  <a:lnTo>
                    <a:pt x="477349" y="1113427"/>
                  </a:lnTo>
                  <a:lnTo>
                    <a:pt x="477349" y="1113421"/>
                  </a:lnTo>
                  <a:lnTo>
                    <a:pt x="477348" y="1113415"/>
                  </a:lnTo>
                  <a:lnTo>
                    <a:pt x="477346" y="1113410"/>
                  </a:lnTo>
                  <a:lnTo>
                    <a:pt x="477344" y="1113405"/>
                  </a:lnTo>
                  <a:lnTo>
                    <a:pt x="477342" y="1113400"/>
                  </a:lnTo>
                  <a:lnTo>
                    <a:pt x="477337" y="1113387"/>
                  </a:lnTo>
                  <a:lnTo>
                    <a:pt x="477335" y="1113381"/>
                  </a:lnTo>
                  <a:lnTo>
                    <a:pt x="477332" y="1113371"/>
                  </a:lnTo>
                  <a:lnTo>
                    <a:pt x="477330" y="1113366"/>
                  </a:lnTo>
                  <a:lnTo>
                    <a:pt x="477328" y="1113357"/>
                  </a:lnTo>
                  <a:lnTo>
                    <a:pt x="477327" y="1113352"/>
                  </a:lnTo>
                  <a:lnTo>
                    <a:pt x="477325" y="1113347"/>
                  </a:lnTo>
                  <a:lnTo>
                    <a:pt x="477322" y="1113342"/>
                  </a:lnTo>
                  <a:lnTo>
                    <a:pt x="477315" y="1113335"/>
                  </a:lnTo>
                  <a:lnTo>
                    <a:pt x="477309" y="1113330"/>
                  </a:lnTo>
                  <a:lnTo>
                    <a:pt x="477303" y="1113323"/>
                  </a:lnTo>
                  <a:lnTo>
                    <a:pt x="477294" y="1113315"/>
                  </a:lnTo>
                  <a:lnTo>
                    <a:pt x="477284" y="1113306"/>
                  </a:lnTo>
                  <a:lnTo>
                    <a:pt x="477277" y="1113301"/>
                  </a:lnTo>
                  <a:lnTo>
                    <a:pt x="477267" y="1113296"/>
                  </a:lnTo>
                  <a:lnTo>
                    <a:pt x="477259" y="1113293"/>
                  </a:lnTo>
                  <a:lnTo>
                    <a:pt x="477246" y="1113290"/>
                  </a:lnTo>
                  <a:lnTo>
                    <a:pt x="477237" y="1113286"/>
                  </a:lnTo>
                  <a:lnTo>
                    <a:pt x="477225" y="1113282"/>
                  </a:lnTo>
                  <a:lnTo>
                    <a:pt x="477213" y="1113278"/>
                  </a:lnTo>
                  <a:lnTo>
                    <a:pt x="477209" y="1113277"/>
                  </a:lnTo>
                  <a:lnTo>
                    <a:pt x="477202" y="1113276"/>
                  </a:lnTo>
                  <a:lnTo>
                    <a:pt x="477189" y="1113275"/>
                  </a:lnTo>
                  <a:lnTo>
                    <a:pt x="477181" y="1113274"/>
                  </a:lnTo>
                  <a:lnTo>
                    <a:pt x="477177" y="1113272"/>
                  </a:lnTo>
                  <a:lnTo>
                    <a:pt x="477169" y="1113268"/>
                  </a:lnTo>
                  <a:lnTo>
                    <a:pt x="477163" y="1113265"/>
                  </a:lnTo>
                  <a:lnTo>
                    <a:pt x="477157" y="1113262"/>
                  </a:lnTo>
                  <a:lnTo>
                    <a:pt x="477150" y="1113258"/>
                  </a:lnTo>
                  <a:lnTo>
                    <a:pt x="477142" y="1113254"/>
                  </a:lnTo>
                  <a:lnTo>
                    <a:pt x="477132" y="1113248"/>
                  </a:lnTo>
                  <a:lnTo>
                    <a:pt x="477125" y="1113243"/>
                  </a:lnTo>
                  <a:lnTo>
                    <a:pt x="477120" y="1113240"/>
                  </a:lnTo>
                  <a:lnTo>
                    <a:pt x="477113" y="1113234"/>
                  </a:lnTo>
                  <a:lnTo>
                    <a:pt x="477108" y="1113229"/>
                  </a:lnTo>
                  <a:lnTo>
                    <a:pt x="477103" y="1113223"/>
                  </a:lnTo>
                  <a:lnTo>
                    <a:pt x="477098" y="1113215"/>
                  </a:lnTo>
                  <a:lnTo>
                    <a:pt x="477093" y="1113205"/>
                  </a:lnTo>
                  <a:lnTo>
                    <a:pt x="477088" y="1113199"/>
                  </a:lnTo>
                  <a:lnTo>
                    <a:pt x="477083" y="1113194"/>
                  </a:lnTo>
                  <a:lnTo>
                    <a:pt x="477079" y="1113192"/>
                  </a:lnTo>
                  <a:lnTo>
                    <a:pt x="477074" y="1113192"/>
                  </a:lnTo>
                  <a:lnTo>
                    <a:pt x="477066" y="1113191"/>
                  </a:lnTo>
                  <a:lnTo>
                    <a:pt x="477058" y="1113191"/>
                  </a:lnTo>
                  <a:lnTo>
                    <a:pt x="477053" y="1113189"/>
                  </a:lnTo>
                  <a:lnTo>
                    <a:pt x="477043" y="1113182"/>
                  </a:lnTo>
                  <a:lnTo>
                    <a:pt x="477037" y="1113178"/>
                  </a:lnTo>
                  <a:lnTo>
                    <a:pt x="477032" y="1113172"/>
                  </a:lnTo>
                  <a:lnTo>
                    <a:pt x="477013" y="1113155"/>
                  </a:lnTo>
                  <a:lnTo>
                    <a:pt x="477004" y="1113150"/>
                  </a:lnTo>
                  <a:lnTo>
                    <a:pt x="476995" y="1113145"/>
                  </a:lnTo>
                  <a:lnTo>
                    <a:pt x="476986" y="1113140"/>
                  </a:lnTo>
                  <a:lnTo>
                    <a:pt x="476982" y="1113137"/>
                  </a:lnTo>
                  <a:lnTo>
                    <a:pt x="476978" y="1113133"/>
                  </a:lnTo>
                  <a:lnTo>
                    <a:pt x="476973" y="1113126"/>
                  </a:lnTo>
                  <a:lnTo>
                    <a:pt x="476966" y="1113116"/>
                  </a:lnTo>
                  <a:lnTo>
                    <a:pt x="476960" y="1113106"/>
                  </a:lnTo>
                  <a:lnTo>
                    <a:pt x="476954" y="1113098"/>
                  </a:lnTo>
                  <a:lnTo>
                    <a:pt x="476947" y="1113087"/>
                  </a:lnTo>
                  <a:lnTo>
                    <a:pt x="476942" y="1113080"/>
                  </a:lnTo>
                  <a:lnTo>
                    <a:pt x="476934" y="1113070"/>
                  </a:lnTo>
                  <a:lnTo>
                    <a:pt x="476924" y="1113057"/>
                  </a:lnTo>
                  <a:lnTo>
                    <a:pt x="476918" y="1113050"/>
                  </a:lnTo>
                  <a:lnTo>
                    <a:pt x="476913" y="1113041"/>
                  </a:lnTo>
                  <a:lnTo>
                    <a:pt x="476910" y="1113036"/>
                  </a:lnTo>
                  <a:lnTo>
                    <a:pt x="476908" y="1113028"/>
                  </a:lnTo>
                  <a:lnTo>
                    <a:pt x="476907" y="1113019"/>
                  </a:lnTo>
                  <a:lnTo>
                    <a:pt x="476906" y="1113005"/>
                  </a:lnTo>
                  <a:lnTo>
                    <a:pt x="476905" y="1112998"/>
                  </a:lnTo>
                  <a:lnTo>
                    <a:pt x="476903" y="1112993"/>
                  </a:lnTo>
                  <a:lnTo>
                    <a:pt x="476895" y="1112987"/>
                  </a:lnTo>
                  <a:lnTo>
                    <a:pt x="476890" y="1112984"/>
                  </a:lnTo>
                  <a:lnTo>
                    <a:pt x="476884" y="1112980"/>
                  </a:lnTo>
                  <a:lnTo>
                    <a:pt x="476878" y="1112975"/>
                  </a:lnTo>
                  <a:lnTo>
                    <a:pt x="476873" y="1112970"/>
                  </a:lnTo>
                  <a:lnTo>
                    <a:pt x="476869" y="1112964"/>
                  </a:lnTo>
                  <a:lnTo>
                    <a:pt x="476867" y="1112959"/>
                  </a:lnTo>
                  <a:lnTo>
                    <a:pt x="476865" y="1112952"/>
                  </a:lnTo>
                  <a:lnTo>
                    <a:pt x="476865" y="1112945"/>
                  </a:lnTo>
                  <a:lnTo>
                    <a:pt x="476865" y="1112933"/>
                  </a:lnTo>
                  <a:lnTo>
                    <a:pt x="476865" y="1112927"/>
                  </a:lnTo>
                  <a:lnTo>
                    <a:pt x="476865" y="1112922"/>
                  </a:lnTo>
                  <a:lnTo>
                    <a:pt x="476868" y="1112911"/>
                  </a:lnTo>
                  <a:lnTo>
                    <a:pt x="476870" y="1112906"/>
                  </a:lnTo>
                  <a:lnTo>
                    <a:pt x="476872" y="1112897"/>
                  </a:lnTo>
                  <a:lnTo>
                    <a:pt x="476875" y="1112889"/>
                  </a:lnTo>
                  <a:lnTo>
                    <a:pt x="476878" y="1112879"/>
                  </a:lnTo>
                  <a:lnTo>
                    <a:pt x="476880" y="1112872"/>
                  </a:lnTo>
                  <a:lnTo>
                    <a:pt x="476880" y="1112867"/>
                  </a:lnTo>
                  <a:lnTo>
                    <a:pt x="476881" y="1112862"/>
                  </a:lnTo>
                  <a:lnTo>
                    <a:pt x="476880" y="1112854"/>
                  </a:lnTo>
                  <a:lnTo>
                    <a:pt x="476879" y="1112850"/>
                  </a:lnTo>
                  <a:lnTo>
                    <a:pt x="476877" y="1112844"/>
                  </a:lnTo>
                  <a:lnTo>
                    <a:pt x="476874" y="1112837"/>
                  </a:lnTo>
                  <a:lnTo>
                    <a:pt x="476864" y="1112811"/>
                  </a:lnTo>
                  <a:lnTo>
                    <a:pt x="476862" y="1112802"/>
                  </a:lnTo>
                  <a:lnTo>
                    <a:pt x="476860" y="1112795"/>
                  </a:lnTo>
                  <a:lnTo>
                    <a:pt x="476859" y="1112785"/>
                  </a:lnTo>
                  <a:lnTo>
                    <a:pt x="476859" y="1112777"/>
                  </a:lnTo>
                  <a:lnTo>
                    <a:pt x="476859" y="1112771"/>
                  </a:lnTo>
                  <a:lnTo>
                    <a:pt x="476860" y="1112762"/>
                  </a:lnTo>
                  <a:lnTo>
                    <a:pt x="476862" y="1112754"/>
                  </a:lnTo>
                  <a:lnTo>
                    <a:pt x="476864" y="1112746"/>
                  </a:lnTo>
                  <a:lnTo>
                    <a:pt x="476864" y="1112737"/>
                  </a:lnTo>
                  <a:lnTo>
                    <a:pt x="476864" y="1112729"/>
                  </a:lnTo>
                  <a:lnTo>
                    <a:pt x="476863" y="1112718"/>
                  </a:lnTo>
                  <a:lnTo>
                    <a:pt x="476862" y="1112711"/>
                  </a:lnTo>
                  <a:lnTo>
                    <a:pt x="476860" y="1112703"/>
                  </a:lnTo>
                  <a:lnTo>
                    <a:pt x="476857" y="1112697"/>
                  </a:lnTo>
                  <a:lnTo>
                    <a:pt x="476852" y="1112679"/>
                  </a:lnTo>
                  <a:lnTo>
                    <a:pt x="476850" y="1112672"/>
                  </a:lnTo>
                  <a:lnTo>
                    <a:pt x="476848" y="1112666"/>
                  </a:lnTo>
                  <a:lnTo>
                    <a:pt x="476845" y="1112660"/>
                  </a:lnTo>
                  <a:lnTo>
                    <a:pt x="476841" y="1112656"/>
                  </a:lnTo>
                  <a:lnTo>
                    <a:pt x="476836" y="1112654"/>
                  </a:lnTo>
                  <a:lnTo>
                    <a:pt x="476831" y="1112652"/>
                  </a:lnTo>
                  <a:lnTo>
                    <a:pt x="476824" y="1112651"/>
                  </a:lnTo>
                  <a:lnTo>
                    <a:pt x="476816" y="1112651"/>
                  </a:lnTo>
                  <a:lnTo>
                    <a:pt x="476809" y="1112650"/>
                  </a:lnTo>
                  <a:lnTo>
                    <a:pt x="476800" y="1112650"/>
                  </a:lnTo>
                  <a:lnTo>
                    <a:pt x="476795" y="1112650"/>
                  </a:lnTo>
                  <a:lnTo>
                    <a:pt x="476789" y="1112652"/>
                  </a:lnTo>
                  <a:lnTo>
                    <a:pt x="476783" y="1112653"/>
                  </a:lnTo>
                  <a:lnTo>
                    <a:pt x="476778" y="1112654"/>
                  </a:lnTo>
                  <a:lnTo>
                    <a:pt x="476774" y="1112654"/>
                  </a:lnTo>
                  <a:lnTo>
                    <a:pt x="476767" y="1112653"/>
                  </a:lnTo>
                  <a:lnTo>
                    <a:pt x="476761" y="1112650"/>
                  </a:lnTo>
                  <a:lnTo>
                    <a:pt x="476758" y="1112647"/>
                  </a:lnTo>
                  <a:lnTo>
                    <a:pt x="476753" y="1112642"/>
                  </a:lnTo>
                  <a:lnTo>
                    <a:pt x="476747" y="1112637"/>
                  </a:lnTo>
                  <a:lnTo>
                    <a:pt x="476744" y="1112633"/>
                  </a:lnTo>
                  <a:lnTo>
                    <a:pt x="476740" y="1112628"/>
                  </a:lnTo>
                  <a:lnTo>
                    <a:pt x="476737" y="1112624"/>
                  </a:lnTo>
                  <a:lnTo>
                    <a:pt x="476730" y="1112619"/>
                  </a:lnTo>
                  <a:lnTo>
                    <a:pt x="476724" y="1112611"/>
                  </a:lnTo>
                  <a:lnTo>
                    <a:pt x="476717" y="1112602"/>
                  </a:lnTo>
                  <a:lnTo>
                    <a:pt x="476712" y="1112598"/>
                  </a:lnTo>
                  <a:lnTo>
                    <a:pt x="476706" y="1112597"/>
                  </a:lnTo>
                  <a:lnTo>
                    <a:pt x="476695" y="1112593"/>
                  </a:lnTo>
                  <a:lnTo>
                    <a:pt x="476676" y="1112583"/>
                  </a:lnTo>
                  <a:lnTo>
                    <a:pt x="476663" y="1112578"/>
                  </a:lnTo>
                  <a:lnTo>
                    <a:pt x="476658" y="1112577"/>
                  </a:lnTo>
                  <a:lnTo>
                    <a:pt x="476651" y="1112574"/>
                  </a:lnTo>
                  <a:lnTo>
                    <a:pt x="476646" y="1112569"/>
                  </a:lnTo>
                  <a:lnTo>
                    <a:pt x="476643" y="1112566"/>
                  </a:lnTo>
                  <a:lnTo>
                    <a:pt x="476641" y="1112557"/>
                  </a:lnTo>
                  <a:lnTo>
                    <a:pt x="476638" y="1112547"/>
                  </a:lnTo>
                  <a:lnTo>
                    <a:pt x="476633" y="1112532"/>
                  </a:lnTo>
                  <a:lnTo>
                    <a:pt x="476629" y="1112520"/>
                  </a:lnTo>
                  <a:lnTo>
                    <a:pt x="476626" y="1112510"/>
                  </a:lnTo>
                  <a:lnTo>
                    <a:pt x="476622" y="1112501"/>
                  </a:lnTo>
                  <a:lnTo>
                    <a:pt x="476620" y="1112495"/>
                  </a:lnTo>
                  <a:lnTo>
                    <a:pt x="476617" y="1112490"/>
                  </a:lnTo>
                  <a:lnTo>
                    <a:pt x="476613" y="1112482"/>
                  </a:lnTo>
                  <a:lnTo>
                    <a:pt x="476606" y="1112470"/>
                  </a:lnTo>
                  <a:lnTo>
                    <a:pt x="476601" y="1112465"/>
                  </a:lnTo>
                  <a:lnTo>
                    <a:pt x="476597" y="1112459"/>
                  </a:lnTo>
                  <a:lnTo>
                    <a:pt x="476590" y="1112453"/>
                  </a:lnTo>
                  <a:lnTo>
                    <a:pt x="476578" y="1112443"/>
                  </a:lnTo>
                  <a:lnTo>
                    <a:pt x="476572" y="1112438"/>
                  </a:lnTo>
                  <a:lnTo>
                    <a:pt x="476560" y="1112426"/>
                  </a:lnTo>
                  <a:lnTo>
                    <a:pt x="476554" y="1112420"/>
                  </a:lnTo>
                  <a:lnTo>
                    <a:pt x="476549" y="1112414"/>
                  </a:lnTo>
                  <a:lnTo>
                    <a:pt x="476545" y="1112408"/>
                  </a:lnTo>
                  <a:lnTo>
                    <a:pt x="476540" y="1112402"/>
                  </a:lnTo>
                  <a:lnTo>
                    <a:pt x="476537" y="1112397"/>
                  </a:lnTo>
                  <a:lnTo>
                    <a:pt x="476534" y="1112392"/>
                  </a:lnTo>
                  <a:lnTo>
                    <a:pt x="476531" y="1112388"/>
                  </a:lnTo>
                  <a:lnTo>
                    <a:pt x="476530" y="1112383"/>
                  </a:lnTo>
                  <a:lnTo>
                    <a:pt x="476528" y="1112378"/>
                  </a:lnTo>
                  <a:lnTo>
                    <a:pt x="476525" y="1112365"/>
                  </a:lnTo>
                  <a:lnTo>
                    <a:pt x="476523" y="1112353"/>
                  </a:lnTo>
                  <a:lnTo>
                    <a:pt x="476521" y="1112346"/>
                  </a:lnTo>
                  <a:lnTo>
                    <a:pt x="476518" y="1112334"/>
                  </a:lnTo>
                  <a:lnTo>
                    <a:pt x="476513" y="1112321"/>
                  </a:lnTo>
                  <a:lnTo>
                    <a:pt x="476507" y="1112303"/>
                  </a:lnTo>
                  <a:lnTo>
                    <a:pt x="476502" y="1112290"/>
                  </a:lnTo>
                  <a:lnTo>
                    <a:pt x="476499" y="1112281"/>
                  </a:lnTo>
                  <a:lnTo>
                    <a:pt x="476497" y="1112272"/>
                  </a:lnTo>
                  <a:lnTo>
                    <a:pt x="476496" y="1112267"/>
                  </a:lnTo>
                  <a:lnTo>
                    <a:pt x="476495" y="1112254"/>
                  </a:lnTo>
                  <a:lnTo>
                    <a:pt x="476492" y="1112237"/>
                  </a:lnTo>
                  <a:lnTo>
                    <a:pt x="476490" y="1112220"/>
                  </a:lnTo>
                  <a:lnTo>
                    <a:pt x="476488" y="1112207"/>
                  </a:lnTo>
                  <a:lnTo>
                    <a:pt x="476485" y="1112191"/>
                  </a:lnTo>
                  <a:lnTo>
                    <a:pt x="476484" y="1112180"/>
                  </a:lnTo>
                  <a:lnTo>
                    <a:pt x="476483" y="1112159"/>
                  </a:lnTo>
                  <a:lnTo>
                    <a:pt x="476481" y="1112147"/>
                  </a:lnTo>
                  <a:lnTo>
                    <a:pt x="476481" y="1112135"/>
                  </a:lnTo>
                  <a:lnTo>
                    <a:pt x="476479" y="1112106"/>
                  </a:lnTo>
                  <a:lnTo>
                    <a:pt x="476479" y="1112081"/>
                  </a:lnTo>
                  <a:lnTo>
                    <a:pt x="476479" y="1112057"/>
                  </a:lnTo>
                  <a:lnTo>
                    <a:pt x="476478" y="1112042"/>
                  </a:lnTo>
                  <a:lnTo>
                    <a:pt x="476477" y="1112032"/>
                  </a:lnTo>
                  <a:lnTo>
                    <a:pt x="476475" y="1112002"/>
                  </a:lnTo>
                  <a:lnTo>
                    <a:pt x="476474" y="1111974"/>
                  </a:lnTo>
                  <a:lnTo>
                    <a:pt x="476474" y="1111958"/>
                  </a:lnTo>
                  <a:lnTo>
                    <a:pt x="476473" y="1111930"/>
                  </a:lnTo>
                  <a:lnTo>
                    <a:pt x="476474" y="1111916"/>
                  </a:lnTo>
                  <a:lnTo>
                    <a:pt x="476476" y="1111900"/>
                  </a:lnTo>
                  <a:lnTo>
                    <a:pt x="476476" y="1111885"/>
                  </a:lnTo>
                  <a:lnTo>
                    <a:pt x="476474" y="1111859"/>
                  </a:lnTo>
                  <a:lnTo>
                    <a:pt x="476473" y="1111843"/>
                  </a:lnTo>
                  <a:lnTo>
                    <a:pt x="476471" y="1111824"/>
                  </a:lnTo>
                  <a:lnTo>
                    <a:pt x="476469" y="1111811"/>
                  </a:lnTo>
                  <a:lnTo>
                    <a:pt x="476466" y="1111788"/>
                  </a:lnTo>
                  <a:lnTo>
                    <a:pt x="476462" y="1111764"/>
                  </a:lnTo>
                  <a:lnTo>
                    <a:pt x="476457" y="1111745"/>
                  </a:lnTo>
                  <a:lnTo>
                    <a:pt x="476455" y="1111737"/>
                  </a:lnTo>
                  <a:lnTo>
                    <a:pt x="476449" y="1111709"/>
                  </a:lnTo>
                  <a:lnTo>
                    <a:pt x="476443" y="1111686"/>
                  </a:lnTo>
                  <a:lnTo>
                    <a:pt x="476440" y="1111675"/>
                  </a:lnTo>
                  <a:lnTo>
                    <a:pt x="476436" y="1111672"/>
                  </a:lnTo>
                  <a:lnTo>
                    <a:pt x="476428" y="1111678"/>
                  </a:lnTo>
                  <a:lnTo>
                    <a:pt x="476419" y="1111685"/>
                  </a:lnTo>
                  <a:lnTo>
                    <a:pt x="476411" y="1111690"/>
                  </a:lnTo>
                  <a:lnTo>
                    <a:pt x="476402" y="1111693"/>
                  </a:lnTo>
                  <a:lnTo>
                    <a:pt x="476392" y="1111695"/>
                  </a:lnTo>
                  <a:lnTo>
                    <a:pt x="476382" y="1111696"/>
                  </a:lnTo>
                  <a:lnTo>
                    <a:pt x="476365" y="1111698"/>
                  </a:lnTo>
                  <a:lnTo>
                    <a:pt x="476355" y="1111698"/>
                  </a:lnTo>
                  <a:lnTo>
                    <a:pt x="476325" y="1111700"/>
                  </a:lnTo>
                  <a:lnTo>
                    <a:pt x="476313" y="1111702"/>
                  </a:lnTo>
                  <a:lnTo>
                    <a:pt x="476298" y="1111703"/>
                  </a:lnTo>
                  <a:lnTo>
                    <a:pt x="476279" y="1111702"/>
                  </a:lnTo>
                  <a:lnTo>
                    <a:pt x="476262" y="1111700"/>
                  </a:lnTo>
                  <a:lnTo>
                    <a:pt x="476255" y="1111699"/>
                  </a:lnTo>
                  <a:lnTo>
                    <a:pt x="476241" y="1111695"/>
                  </a:lnTo>
                  <a:lnTo>
                    <a:pt x="476231" y="1111692"/>
                  </a:lnTo>
                  <a:lnTo>
                    <a:pt x="476219" y="1111687"/>
                  </a:lnTo>
                  <a:lnTo>
                    <a:pt x="476207" y="1111683"/>
                  </a:lnTo>
                  <a:lnTo>
                    <a:pt x="476191" y="1111674"/>
                  </a:lnTo>
                  <a:lnTo>
                    <a:pt x="476178" y="1111668"/>
                  </a:lnTo>
                  <a:lnTo>
                    <a:pt x="476156" y="1111660"/>
                  </a:lnTo>
                  <a:lnTo>
                    <a:pt x="476128" y="1111651"/>
                  </a:lnTo>
                  <a:lnTo>
                    <a:pt x="476119" y="1111648"/>
                  </a:lnTo>
                  <a:lnTo>
                    <a:pt x="476110" y="1111646"/>
                  </a:lnTo>
                  <a:lnTo>
                    <a:pt x="476099" y="1111647"/>
                  </a:lnTo>
                  <a:lnTo>
                    <a:pt x="476086" y="1111651"/>
                  </a:lnTo>
                  <a:lnTo>
                    <a:pt x="476073" y="1111656"/>
                  </a:lnTo>
                  <a:lnTo>
                    <a:pt x="476062" y="1111663"/>
                  </a:lnTo>
                  <a:lnTo>
                    <a:pt x="476057" y="1111667"/>
                  </a:lnTo>
                  <a:lnTo>
                    <a:pt x="476047" y="1111673"/>
                  </a:lnTo>
                  <a:lnTo>
                    <a:pt x="476038" y="1111677"/>
                  </a:lnTo>
                  <a:lnTo>
                    <a:pt x="476031" y="1111680"/>
                  </a:lnTo>
                  <a:lnTo>
                    <a:pt x="476023" y="1111682"/>
                  </a:lnTo>
                  <a:lnTo>
                    <a:pt x="476012" y="1111681"/>
                  </a:lnTo>
                  <a:lnTo>
                    <a:pt x="476002" y="1111680"/>
                  </a:lnTo>
                  <a:lnTo>
                    <a:pt x="475984" y="1111674"/>
                  </a:lnTo>
                  <a:lnTo>
                    <a:pt x="475972" y="1111669"/>
                  </a:lnTo>
                  <a:lnTo>
                    <a:pt x="475957" y="1111664"/>
                  </a:lnTo>
                  <a:lnTo>
                    <a:pt x="475942" y="1111661"/>
                  </a:lnTo>
                  <a:lnTo>
                    <a:pt x="475919" y="1111653"/>
                  </a:lnTo>
                  <a:lnTo>
                    <a:pt x="475889" y="1111645"/>
                  </a:lnTo>
                  <a:lnTo>
                    <a:pt x="475876" y="1111642"/>
                  </a:lnTo>
                  <a:lnTo>
                    <a:pt x="475865" y="1111640"/>
                  </a:lnTo>
                  <a:lnTo>
                    <a:pt x="475858" y="1111640"/>
                  </a:lnTo>
                  <a:lnTo>
                    <a:pt x="475846" y="1111642"/>
                  </a:lnTo>
                  <a:lnTo>
                    <a:pt x="475836" y="1111647"/>
                  </a:lnTo>
                  <a:lnTo>
                    <a:pt x="475825" y="1111653"/>
                  </a:lnTo>
                  <a:lnTo>
                    <a:pt x="475814" y="1111658"/>
                  </a:lnTo>
                  <a:lnTo>
                    <a:pt x="475803" y="1111661"/>
                  </a:lnTo>
                  <a:lnTo>
                    <a:pt x="475786" y="1111660"/>
                  </a:lnTo>
                  <a:lnTo>
                    <a:pt x="475774" y="1111658"/>
                  </a:lnTo>
                  <a:lnTo>
                    <a:pt x="475757" y="1111655"/>
                  </a:lnTo>
                  <a:lnTo>
                    <a:pt x="475751" y="1111653"/>
                  </a:lnTo>
                  <a:lnTo>
                    <a:pt x="475740" y="1111649"/>
                  </a:lnTo>
                  <a:lnTo>
                    <a:pt x="475728" y="1111644"/>
                  </a:lnTo>
                  <a:lnTo>
                    <a:pt x="475713" y="1111639"/>
                  </a:lnTo>
                  <a:lnTo>
                    <a:pt x="475701" y="1111634"/>
                  </a:lnTo>
                  <a:lnTo>
                    <a:pt x="475690" y="1111628"/>
                  </a:lnTo>
                  <a:lnTo>
                    <a:pt x="475673" y="1111617"/>
                  </a:lnTo>
                  <a:lnTo>
                    <a:pt x="475659" y="1111607"/>
                  </a:lnTo>
                  <a:lnTo>
                    <a:pt x="475640" y="1111594"/>
                  </a:lnTo>
                  <a:lnTo>
                    <a:pt x="475619" y="1111581"/>
                  </a:lnTo>
                  <a:lnTo>
                    <a:pt x="475597" y="1111565"/>
                  </a:lnTo>
                  <a:lnTo>
                    <a:pt x="475575" y="1111548"/>
                  </a:lnTo>
                  <a:lnTo>
                    <a:pt x="475562" y="1111538"/>
                  </a:lnTo>
                  <a:lnTo>
                    <a:pt x="475546" y="1111523"/>
                  </a:lnTo>
                  <a:lnTo>
                    <a:pt x="475524" y="1111502"/>
                  </a:lnTo>
                  <a:lnTo>
                    <a:pt x="475505" y="1111481"/>
                  </a:lnTo>
                  <a:lnTo>
                    <a:pt x="475486" y="1111463"/>
                  </a:lnTo>
                  <a:lnTo>
                    <a:pt x="475479" y="1111456"/>
                  </a:lnTo>
                  <a:lnTo>
                    <a:pt x="475470" y="1111451"/>
                  </a:lnTo>
                  <a:lnTo>
                    <a:pt x="475460" y="1111445"/>
                  </a:lnTo>
                  <a:lnTo>
                    <a:pt x="475450" y="1111441"/>
                  </a:lnTo>
                  <a:lnTo>
                    <a:pt x="475441" y="1111437"/>
                  </a:lnTo>
                  <a:lnTo>
                    <a:pt x="475433" y="1111432"/>
                  </a:lnTo>
                  <a:lnTo>
                    <a:pt x="475426" y="1111425"/>
                  </a:lnTo>
                  <a:lnTo>
                    <a:pt x="475414" y="1111414"/>
                  </a:lnTo>
                  <a:lnTo>
                    <a:pt x="475406" y="1111404"/>
                  </a:lnTo>
                  <a:lnTo>
                    <a:pt x="475400" y="1111397"/>
                  </a:lnTo>
                  <a:lnTo>
                    <a:pt x="475394" y="1111388"/>
                  </a:lnTo>
                  <a:lnTo>
                    <a:pt x="475386" y="1111372"/>
                  </a:lnTo>
                  <a:lnTo>
                    <a:pt x="475379" y="1111360"/>
                  </a:lnTo>
                  <a:lnTo>
                    <a:pt x="475374" y="1111348"/>
                  </a:lnTo>
                  <a:lnTo>
                    <a:pt x="475369" y="1111338"/>
                  </a:lnTo>
                  <a:lnTo>
                    <a:pt x="475363" y="1111332"/>
                  </a:lnTo>
                  <a:lnTo>
                    <a:pt x="475355" y="1111324"/>
                  </a:lnTo>
                  <a:lnTo>
                    <a:pt x="475346" y="1111317"/>
                  </a:lnTo>
                  <a:lnTo>
                    <a:pt x="475341" y="1111313"/>
                  </a:lnTo>
                  <a:lnTo>
                    <a:pt x="475330" y="1111306"/>
                  </a:lnTo>
                  <a:lnTo>
                    <a:pt x="475321" y="1111300"/>
                  </a:lnTo>
                  <a:lnTo>
                    <a:pt x="475310" y="1111292"/>
                  </a:lnTo>
                  <a:lnTo>
                    <a:pt x="475295" y="1111280"/>
                  </a:lnTo>
                  <a:lnTo>
                    <a:pt x="475286" y="1111273"/>
                  </a:lnTo>
                  <a:lnTo>
                    <a:pt x="475275" y="1111262"/>
                  </a:lnTo>
                  <a:lnTo>
                    <a:pt x="475266" y="1111253"/>
                  </a:lnTo>
                  <a:lnTo>
                    <a:pt x="475254" y="1111237"/>
                  </a:lnTo>
                  <a:lnTo>
                    <a:pt x="475247" y="1111226"/>
                  </a:lnTo>
                  <a:lnTo>
                    <a:pt x="475242" y="1111218"/>
                  </a:lnTo>
                  <a:lnTo>
                    <a:pt x="475238" y="1111208"/>
                  </a:lnTo>
                  <a:lnTo>
                    <a:pt x="475235" y="1111198"/>
                  </a:lnTo>
                  <a:lnTo>
                    <a:pt x="475231" y="1111182"/>
                  </a:lnTo>
                  <a:lnTo>
                    <a:pt x="475226" y="1111164"/>
                  </a:lnTo>
                  <a:lnTo>
                    <a:pt x="475224" y="1111155"/>
                  </a:lnTo>
                  <a:lnTo>
                    <a:pt x="475217" y="1111143"/>
                  </a:lnTo>
                  <a:lnTo>
                    <a:pt x="475207" y="1111125"/>
                  </a:lnTo>
                  <a:lnTo>
                    <a:pt x="475200" y="1111112"/>
                  </a:lnTo>
                  <a:lnTo>
                    <a:pt x="475195" y="1111099"/>
                  </a:lnTo>
                  <a:lnTo>
                    <a:pt x="475190" y="1111086"/>
                  </a:lnTo>
                  <a:lnTo>
                    <a:pt x="475185" y="1111073"/>
                  </a:lnTo>
                  <a:lnTo>
                    <a:pt x="475181" y="1111061"/>
                  </a:lnTo>
                  <a:lnTo>
                    <a:pt x="475178" y="1111054"/>
                  </a:lnTo>
                  <a:lnTo>
                    <a:pt x="475174" y="1111043"/>
                  </a:lnTo>
                  <a:lnTo>
                    <a:pt x="475171" y="1111032"/>
                  </a:lnTo>
                  <a:lnTo>
                    <a:pt x="475168" y="1111017"/>
                  </a:lnTo>
                  <a:lnTo>
                    <a:pt x="475165" y="1111007"/>
                  </a:lnTo>
                  <a:lnTo>
                    <a:pt x="475164" y="1110993"/>
                  </a:lnTo>
                  <a:lnTo>
                    <a:pt x="475164" y="1110983"/>
                  </a:lnTo>
                  <a:lnTo>
                    <a:pt x="475164" y="1110970"/>
                  </a:lnTo>
                  <a:lnTo>
                    <a:pt x="475163" y="1110954"/>
                  </a:lnTo>
                  <a:lnTo>
                    <a:pt x="475162" y="1110938"/>
                  </a:lnTo>
                  <a:lnTo>
                    <a:pt x="475161" y="1110920"/>
                  </a:lnTo>
                  <a:lnTo>
                    <a:pt x="475161" y="1110903"/>
                  </a:lnTo>
                  <a:lnTo>
                    <a:pt x="475160" y="1110892"/>
                  </a:lnTo>
                  <a:lnTo>
                    <a:pt x="475162" y="1110879"/>
                  </a:lnTo>
                  <a:lnTo>
                    <a:pt x="475166" y="1110871"/>
                  </a:lnTo>
                  <a:lnTo>
                    <a:pt x="475174" y="1110857"/>
                  </a:lnTo>
                  <a:lnTo>
                    <a:pt x="475179" y="1110851"/>
                  </a:lnTo>
                  <a:lnTo>
                    <a:pt x="475187" y="1110846"/>
                  </a:lnTo>
                  <a:lnTo>
                    <a:pt x="475190" y="1110841"/>
                  </a:lnTo>
                  <a:lnTo>
                    <a:pt x="475187" y="1110836"/>
                  </a:lnTo>
                  <a:lnTo>
                    <a:pt x="475182" y="1110833"/>
                  </a:lnTo>
                  <a:lnTo>
                    <a:pt x="475173" y="1110832"/>
                  </a:lnTo>
                  <a:lnTo>
                    <a:pt x="475164" y="1110830"/>
                  </a:lnTo>
                  <a:lnTo>
                    <a:pt x="475153" y="1110829"/>
                  </a:lnTo>
                  <a:lnTo>
                    <a:pt x="475142" y="1110828"/>
                  </a:lnTo>
                  <a:lnTo>
                    <a:pt x="475132" y="1110828"/>
                  </a:lnTo>
                  <a:lnTo>
                    <a:pt x="475123" y="1110829"/>
                  </a:lnTo>
                  <a:lnTo>
                    <a:pt x="475116" y="1110830"/>
                  </a:lnTo>
                  <a:lnTo>
                    <a:pt x="475100" y="1110834"/>
                  </a:lnTo>
                  <a:lnTo>
                    <a:pt x="475081" y="1110839"/>
                  </a:lnTo>
                  <a:lnTo>
                    <a:pt x="475073" y="1110843"/>
                  </a:lnTo>
                  <a:lnTo>
                    <a:pt x="475064" y="1110848"/>
                  </a:lnTo>
                  <a:lnTo>
                    <a:pt x="475051" y="1110858"/>
                  </a:lnTo>
                  <a:lnTo>
                    <a:pt x="475046" y="1110862"/>
                  </a:lnTo>
                  <a:lnTo>
                    <a:pt x="475040" y="1110866"/>
                  </a:lnTo>
                  <a:lnTo>
                    <a:pt x="475032" y="1110871"/>
                  </a:lnTo>
                  <a:lnTo>
                    <a:pt x="475021" y="1110877"/>
                  </a:lnTo>
                  <a:lnTo>
                    <a:pt x="475010" y="1110882"/>
                  </a:lnTo>
                  <a:lnTo>
                    <a:pt x="475005" y="1110884"/>
                  </a:lnTo>
                  <a:lnTo>
                    <a:pt x="475001" y="1110889"/>
                  </a:lnTo>
                  <a:lnTo>
                    <a:pt x="474997" y="1110895"/>
                  </a:lnTo>
                  <a:lnTo>
                    <a:pt x="474994" y="1110905"/>
                  </a:lnTo>
                  <a:lnTo>
                    <a:pt x="474991" y="1110915"/>
                  </a:lnTo>
                  <a:lnTo>
                    <a:pt x="474986" y="1110922"/>
                  </a:lnTo>
                  <a:lnTo>
                    <a:pt x="474984" y="1110926"/>
                  </a:lnTo>
                  <a:lnTo>
                    <a:pt x="474976" y="1110937"/>
                  </a:lnTo>
                  <a:lnTo>
                    <a:pt x="474967" y="1110947"/>
                  </a:lnTo>
                  <a:lnTo>
                    <a:pt x="474957" y="1110960"/>
                  </a:lnTo>
                  <a:lnTo>
                    <a:pt x="474953" y="1110964"/>
                  </a:lnTo>
                  <a:lnTo>
                    <a:pt x="474939" y="1110981"/>
                  </a:lnTo>
                  <a:lnTo>
                    <a:pt x="474932" y="1110988"/>
                  </a:lnTo>
                  <a:lnTo>
                    <a:pt x="474922" y="1111000"/>
                  </a:lnTo>
                  <a:lnTo>
                    <a:pt x="474905" y="1111015"/>
                  </a:lnTo>
                  <a:lnTo>
                    <a:pt x="474901" y="1111019"/>
                  </a:lnTo>
                  <a:lnTo>
                    <a:pt x="474887" y="1111032"/>
                  </a:lnTo>
                  <a:lnTo>
                    <a:pt x="474880" y="1111037"/>
                  </a:lnTo>
                  <a:lnTo>
                    <a:pt x="474874" y="1111043"/>
                  </a:lnTo>
                  <a:lnTo>
                    <a:pt x="474867" y="1111045"/>
                  </a:lnTo>
                  <a:lnTo>
                    <a:pt x="474859" y="1111044"/>
                  </a:lnTo>
                  <a:lnTo>
                    <a:pt x="474845" y="1111040"/>
                  </a:lnTo>
                  <a:lnTo>
                    <a:pt x="474825" y="1111035"/>
                  </a:lnTo>
                  <a:lnTo>
                    <a:pt x="474813" y="1111033"/>
                  </a:lnTo>
                  <a:lnTo>
                    <a:pt x="474807" y="1111032"/>
                  </a:lnTo>
                  <a:lnTo>
                    <a:pt x="474795" y="1111032"/>
                  </a:lnTo>
                  <a:lnTo>
                    <a:pt x="474781" y="1111032"/>
                  </a:lnTo>
                  <a:lnTo>
                    <a:pt x="474763" y="1111035"/>
                  </a:lnTo>
                  <a:lnTo>
                    <a:pt x="474747" y="1111039"/>
                  </a:lnTo>
                  <a:lnTo>
                    <a:pt x="474727" y="1111046"/>
                  </a:lnTo>
                  <a:lnTo>
                    <a:pt x="474702" y="1111058"/>
                  </a:lnTo>
                  <a:lnTo>
                    <a:pt x="474682" y="1111069"/>
                  </a:lnTo>
                  <a:lnTo>
                    <a:pt x="474644" y="1111092"/>
                  </a:lnTo>
                  <a:lnTo>
                    <a:pt x="474617" y="1111108"/>
                  </a:lnTo>
                  <a:lnTo>
                    <a:pt x="474612" y="1111111"/>
                  </a:lnTo>
                  <a:lnTo>
                    <a:pt x="474602" y="1111118"/>
                  </a:lnTo>
                  <a:lnTo>
                    <a:pt x="474583" y="1111131"/>
                  </a:lnTo>
                  <a:lnTo>
                    <a:pt x="474580" y="1111134"/>
                  </a:lnTo>
                  <a:lnTo>
                    <a:pt x="474574" y="1111138"/>
                  </a:lnTo>
                  <a:lnTo>
                    <a:pt x="474576" y="1111132"/>
                  </a:lnTo>
                  <a:lnTo>
                    <a:pt x="474577" y="1111127"/>
                  </a:lnTo>
                  <a:lnTo>
                    <a:pt x="474578" y="1111115"/>
                  </a:lnTo>
                  <a:lnTo>
                    <a:pt x="474579" y="1111106"/>
                  </a:lnTo>
                  <a:lnTo>
                    <a:pt x="474579" y="1111095"/>
                  </a:lnTo>
                  <a:lnTo>
                    <a:pt x="474578" y="1111086"/>
                  </a:lnTo>
                  <a:lnTo>
                    <a:pt x="474574" y="1111076"/>
                  </a:lnTo>
                  <a:lnTo>
                    <a:pt x="474567" y="1111065"/>
                  </a:lnTo>
                  <a:lnTo>
                    <a:pt x="474561" y="1111059"/>
                  </a:lnTo>
                  <a:lnTo>
                    <a:pt x="474555" y="1111053"/>
                  </a:lnTo>
                  <a:lnTo>
                    <a:pt x="474544" y="1111045"/>
                  </a:lnTo>
                  <a:lnTo>
                    <a:pt x="474535" y="1111037"/>
                  </a:lnTo>
                  <a:lnTo>
                    <a:pt x="474525" y="1111030"/>
                  </a:lnTo>
                  <a:lnTo>
                    <a:pt x="474517" y="1111025"/>
                  </a:lnTo>
                  <a:lnTo>
                    <a:pt x="474507" y="1111018"/>
                  </a:lnTo>
                  <a:lnTo>
                    <a:pt x="474496" y="1111011"/>
                  </a:lnTo>
                  <a:lnTo>
                    <a:pt x="474487" y="1111005"/>
                  </a:lnTo>
                  <a:lnTo>
                    <a:pt x="474477" y="1111000"/>
                  </a:lnTo>
                  <a:lnTo>
                    <a:pt x="474465" y="1110994"/>
                  </a:lnTo>
                  <a:lnTo>
                    <a:pt x="474457" y="1110990"/>
                  </a:lnTo>
                  <a:lnTo>
                    <a:pt x="474440" y="1110984"/>
                  </a:lnTo>
                  <a:lnTo>
                    <a:pt x="474416" y="1110977"/>
                  </a:lnTo>
                  <a:lnTo>
                    <a:pt x="474399" y="1110971"/>
                  </a:lnTo>
                  <a:lnTo>
                    <a:pt x="474388" y="1110965"/>
                  </a:lnTo>
                  <a:lnTo>
                    <a:pt x="474378" y="1110957"/>
                  </a:lnTo>
                  <a:lnTo>
                    <a:pt x="474371" y="1110952"/>
                  </a:lnTo>
                  <a:lnTo>
                    <a:pt x="474361" y="1110942"/>
                  </a:lnTo>
                  <a:lnTo>
                    <a:pt x="474352" y="1110929"/>
                  </a:lnTo>
                  <a:lnTo>
                    <a:pt x="474335" y="1110907"/>
                  </a:lnTo>
                  <a:lnTo>
                    <a:pt x="474325" y="1110898"/>
                  </a:lnTo>
                  <a:lnTo>
                    <a:pt x="474317" y="1110891"/>
                  </a:lnTo>
                  <a:lnTo>
                    <a:pt x="474309" y="1110885"/>
                  </a:lnTo>
                  <a:lnTo>
                    <a:pt x="474295" y="1110877"/>
                  </a:lnTo>
                  <a:lnTo>
                    <a:pt x="474278" y="1110867"/>
                  </a:lnTo>
                  <a:lnTo>
                    <a:pt x="474251" y="1110853"/>
                  </a:lnTo>
                  <a:lnTo>
                    <a:pt x="474221" y="1110840"/>
                  </a:lnTo>
                  <a:lnTo>
                    <a:pt x="474197" y="1110830"/>
                  </a:lnTo>
                  <a:lnTo>
                    <a:pt x="474178" y="1110824"/>
                  </a:lnTo>
                  <a:lnTo>
                    <a:pt x="474152" y="1110814"/>
                  </a:lnTo>
                  <a:lnTo>
                    <a:pt x="474138" y="1110809"/>
                  </a:lnTo>
                  <a:lnTo>
                    <a:pt x="474123" y="1110806"/>
                  </a:lnTo>
                  <a:lnTo>
                    <a:pt x="474107" y="1110800"/>
                  </a:lnTo>
                  <a:lnTo>
                    <a:pt x="474093" y="1110792"/>
                  </a:lnTo>
                  <a:lnTo>
                    <a:pt x="474079" y="1110785"/>
                  </a:lnTo>
                  <a:lnTo>
                    <a:pt x="474066" y="1110778"/>
                  </a:lnTo>
                  <a:lnTo>
                    <a:pt x="474054" y="1110771"/>
                  </a:lnTo>
                  <a:lnTo>
                    <a:pt x="474043" y="1110765"/>
                  </a:lnTo>
                  <a:lnTo>
                    <a:pt x="474027" y="1110759"/>
                  </a:lnTo>
                  <a:lnTo>
                    <a:pt x="474010" y="1110754"/>
                  </a:lnTo>
                  <a:lnTo>
                    <a:pt x="473989" y="1110749"/>
                  </a:lnTo>
                  <a:lnTo>
                    <a:pt x="473981" y="1110746"/>
                  </a:lnTo>
                  <a:lnTo>
                    <a:pt x="473968" y="1110743"/>
                  </a:lnTo>
                  <a:lnTo>
                    <a:pt x="473958" y="1110739"/>
                  </a:lnTo>
                  <a:lnTo>
                    <a:pt x="473950" y="1110735"/>
                  </a:lnTo>
                  <a:lnTo>
                    <a:pt x="473941" y="1110730"/>
                  </a:lnTo>
                  <a:lnTo>
                    <a:pt x="473932" y="1110723"/>
                  </a:lnTo>
                  <a:lnTo>
                    <a:pt x="473926" y="1110717"/>
                  </a:lnTo>
                  <a:lnTo>
                    <a:pt x="473920" y="1110707"/>
                  </a:lnTo>
                  <a:lnTo>
                    <a:pt x="473916" y="1110699"/>
                  </a:lnTo>
                  <a:lnTo>
                    <a:pt x="473913" y="1110689"/>
                  </a:lnTo>
                  <a:lnTo>
                    <a:pt x="473911" y="1110675"/>
                  </a:lnTo>
                  <a:lnTo>
                    <a:pt x="473911" y="1110670"/>
                  </a:lnTo>
                  <a:lnTo>
                    <a:pt x="473910" y="1110652"/>
                  </a:lnTo>
                  <a:lnTo>
                    <a:pt x="473909" y="1110640"/>
                  </a:lnTo>
                  <a:lnTo>
                    <a:pt x="473906" y="1110633"/>
                  </a:lnTo>
                  <a:lnTo>
                    <a:pt x="473900" y="1110625"/>
                  </a:lnTo>
                  <a:lnTo>
                    <a:pt x="473891" y="1110619"/>
                  </a:lnTo>
                  <a:lnTo>
                    <a:pt x="473884" y="1110615"/>
                  </a:lnTo>
                  <a:lnTo>
                    <a:pt x="473869" y="1110612"/>
                  </a:lnTo>
                  <a:lnTo>
                    <a:pt x="473851" y="1110611"/>
                  </a:lnTo>
                  <a:lnTo>
                    <a:pt x="473831" y="1110610"/>
                  </a:lnTo>
                  <a:lnTo>
                    <a:pt x="473815" y="1110611"/>
                  </a:lnTo>
                  <a:lnTo>
                    <a:pt x="473797" y="1110612"/>
                  </a:lnTo>
                  <a:lnTo>
                    <a:pt x="473780" y="1110614"/>
                  </a:lnTo>
                  <a:lnTo>
                    <a:pt x="473763" y="1110615"/>
                  </a:lnTo>
                  <a:lnTo>
                    <a:pt x="473747" y="1110617"/>
                  </a:lnTo>
                  <a:lnTo>
                    <a:pt x="473734" y="1110619"/>
                  </a:lnTo>
                  <a:lnTo>
                    <a:pt x="473720" y="1110620"/>
                  </a:lnTo>
                  <a:lnTo>
                    <a:pt x="473706" y="1110621"/>
                  </a:lnTo>
                  <a:lnTo>
                    <a:pt x="473696" y="1110621"/>
                  </a:lnTo>
                  <a:lnTo>
                    <a:pt x="473687" y="1110619"/>
                  </a:lnTo>
                  <a:lnTo>
                    <a:pt x="473679" y="1110617"/>
                  </a:lnTo>
                  <a:lnTo>
                    <a:pt x="473670" y="1110613"/>
                  </a:lnTo>
                  <a:lnTo>
                    <a:pt x="473663" y="1110610"/>
                  </a:lnTo>
                  <a:lnTo>
                    <a:pt x="473655" y="1110603"/>
                  </a:lnTo>
                  <a:lnTo>
                    <a:pt x="473649" y="1110596"/>
                  </a:lnTo>
                  <a:lnTo>
                    <a:pt x="473643" y="1110587"/>
                  </a:lnTo>
                  <a:lnTo>
                    <a:pt x="473640" y="1110579"/>
                  </a:lnTo>
                  <a:lnTo>
                    <a:pt x="473637" y="1110565"/>
                  </a:lnTo>
                  <a:lnTo>
                    <a:pt x="473633" y="1110543"/>
                  </a:lnTo>
                  <a:lnTo>
                    <a:pt x="473631" y="1110532"/>
                  </a:lnTo>
                  <a:lnTo>
                    <a:pt x="473628" y="1110523"/>
                  </a:lnTo>
                  <a:lnTo>
                    <a:pt x="473624" y="1110516"/>
                  </a:lnTo>
                  <a:lnTo>
                    <a:pt x="473617" y="1110509"/>
                  </a:lnTo>
                  <a:lnTo>
                    <a:pt x="473608" y="1110505"/>
                  </a:lnTo>
                  <a:lnTo>
                    <a:pt x="473602" y="1110501"/>
                  </a:lnTo>
                  <a:lnTo>
                    <a:pt x="473593" y="1110495"/>
                  </a:lnTo>
                  <a:lnTo>
                    <a:pt x="473585" y="1110489"/>
                  </a:lnTo>
                  <a:lnTo>
                    <a:pt x="473579" y="1110482"/>
                  </a:lnTo>
                  <a:lnTo>
                    <a:pt x="473573" y="1110474"/>
                  </a:lnTo>
                  <a:lnTo>
                    <a:pt x="473571" y="1110467"/>
                  </a:lnTo>
                  <a:lnTo>
                    <a:pt x="473572" y="1110450"/>
                  </a:lnTo>
                  <a:lnTo>
                    <a:pt x="473574" y="1110438"/>
                  </a:lnTo>
                  <a:lnTo>
                    <a:pt x="473576" y="1110431"/>
                  </a:lnTo>
                  <a:lnTo>
                    <a:pt x="473581" y="1110423"/>
                  </a:lnTo>
                  <a:lnTo>
                    <a:pt x="473589" y="1110409"/>
                  </a:lnTo>
                  <a:lnTo>
                    <a:pt x="473600" y="1110393"/>
                  </a:lnTo>
                  <a:lnTo>
                    <a:pt x="473610" y="1110377"/>
                  </a:lnTo>
                  <a:lnTo>
                    <a:pt x="473620" y="1110363"/>
                  </a:lnTo>
                  <a:lnTo>
                    <a:pt x="473633" y="1110345"/>
                  </a:lnTo>
                  <a:lnTo>
                    <a:pt x="473641" y="1110331"/>
                  </a:lnTo>
                  <a:lnTo>
                    <a:pt x="473644" y="1110321"/>
                  </a:lnTo>
                  <a:lnTo>
                    <a:pt x="473647" y="1110305"/>
                  </a:lnTo>
                  <a:lnTo>
                    <a:pt x="473646" y="1110286"/>
                  </a:lnTo>
                  <a:lnTo>
                    <a:pt x="473645" y="1110279"/>
                  </a:lnTo>
                  <a:lnTo>
                    <a:pt x="473639" y="1110267"/>
                  </a:lnTo>
                  <a:lnTo>
                    <a:pt x="473631" y="1110254"/>
                  </a:lnTo>
                  <a:lnTo>
                    <a:pt x="473625" y="1110246"/>
                  </a:lnTo>
                  <a:lnTo>
                    <a:pt x="473610" y="1110230"/>
                  </a:lnTo>
                  <a:lnTo>
                    <a:pt x="473588" y="1110210"/>
                  </a:lnTo>
                  <a:lnTo>
                    <a:pt x="473570" y="1110193"/>
                  </a:lnTo>
                  <a:lnTo>
                    <a:pt x="473559" y="1110181"/>
                  </a:lnTo>
                  <a:lnTo>
                    <a:pt x="473551" y="1110173"/>
                  </a:lnTo>
                  <a:lnTo>
                    <a:pt x="473548" y="1110167"/>
                  </a:lnTo>
                  <a:lnTo>
                    <a:pt x="473543" y="1110162"/>
                  </a:lnTo>
                  <a:lnTo>
                    <a:pt x="473537" y="1110154"/>
                  </a:lnTo>
                  <a:lnTo>
                    <a:pt x="473530" y="1110145"/>
                  </a:lnTo>
                  <a:lnTo>
                    <a:pt x="473525" y="1110134"/>
                  </a:lnTo>
                  <a:lnTo>
                    <a:pt x="473517" y="1110123"/>
                  </a:lnTo>
                  <a:lnTo>
                    <a:pt x="473511" y="1110114"/>
                  </a:lnTo>
                  <a:lnTo>
                    <a:pt x="473506" y="1110105"/>
                  </a:lnTo>
                  <a:lnTo>
                    <a:pt x="473501" y="1110098"/>
                  </a:lnTo>
                  <a:lnTo>
                    <a:pt x="473495" y="1110092"/>
                  </a:lnTo>
                  <a:lnTo>
                    <a:pt x="473491" y="1110089"/>
                  </a:lnTo>
                  <a:lnTo>
                    <a:pt x="473482" y="1110083"/>
                  </a:lnTo>
                  <a:lnTo>
                    <a:pt x="473474" y="1110077"/>
                  </a:lnTo>
                  <a:lnTo>
                    <a:pt x="473457" y="1110067"/>
                  </a:lnTo>
                  <a:lnTo>
                    <a:pt x="473445" y="1110061"/>
                  </a:lnTo>
                  <a:lnTo>
                    <a:pt x="473437" y="1110057"/>
                  </a:lnTo>
                  <a:lnTo>
                    <a:pt x="473426" y="1110052"/>
                  </a:lnTo>
                  <a:lnTo>
                    <a:pt x="473417" y="1110048"/>
                  </a:lnTo>
                  <a:lnTo>
                    <a:pt x="473410" y="1110044"/>
                  </a:lnTo>
                  <a:lnTo>
                    <a:pt x="473403" y="1110040"/>
                  </a:lnTo>
                  <a:lnTo>
                    <a:pt x="473398" y="1110036"/>
                  </a:lnTo>
                  <a:lnTo>
                    <a:pt x="473390" y="1110031"/>
                  </a:lnTo>
                  <a:lnTo>
                    <a:pt x="473384" y="1110026"/>
                  </a:lnTo>
                  <a:lnTo>
                    <a:pt x="473367" y="1110013"/>
                  </a:lnTo>
                  <a:lnTo>
                    <a:pt x="473358" y="1110005"/>
                  </a:lnTo>
                  <a:lnTo>
                    <a:pt x="473353" y="1110000"/>
                  </a:lnTo>
                  <a:lnTo>
                    <a:pt x="473347" y="1109996"/>
                  </a:lnTo>
                  <a:lnTo>
                    <a:pt x="473339" y="1109987"/>
                  </a:lnTo>
                  <a:lnTo>
                    <a:pt x="473327" y="1109979"/>
                  </a:lnTo>
                  <a:lnTo>
                    <a:pt x="473320" y="1109971"/>
                  </a:lnTo>
                  <a:lnTo>
                    <a:pt x="473311" y="1109961"/>
                  </a:lnTo>
                  <a:lnTo>
                    <a:pt x="473299" y="1109948"/>
                  </a:lnTo>
                  <a:lnTo>
                    <a:pt x="473294" y="1109942"/>
                  </a:lnTo>
                  <a:lnTo>
                    <a:pt x="473290" y="1109937"/>
                  </a:lnTo>
                  <a:lnTo>
                    <a:pt x="473288" y="1109933"/>
                  </a:lnTo>
                  <a:lnTo>
                    <a:pt x="473282" y="1109922"/>
                  </a:lnTo>
                  <a:lnTo>
                    <a:pt x="473279" y="1109918"/>
                  </a:lnTo>
                  <a:lnTo>
                    <a:pt x="473273" y="1109903"/>
                  </a:lnTo>
                  <a:lnTo>
                    <a:pt x="473267" y="1109890"/>
                  </a:lnTo>
                  <a:lnTo>
                    <a:pt x="473260" y="1109874"/>
                  </a:lnTo>
                  <a:lnTo>
                    <a:pt x="473256" y="1109867"/>
                  </a:lnTo>
                  <a:lnTo>
                    <a:pt x="473250" y="1109860"/>
                  </a:lnTo>
                  <a:lnTo>
                    <a:pt x="473243" y="1109847"/>
                  </a:lnTo>
                  <a:lnTo>
                    <a:pt x="473239" y="1109841"/>
                  </a:lnTo>
                  <a:lnTo>
                    <a:pt x="473234" y="1109833"/>
                  </a:lnTo>
                  <a:lnTo>
                    <a:pt x="473231" y="1109829"/>
                  </a:lnTo>
                  <a:lnTo>
                    <a:pt x="473222" y="1109818"/>
                  </a:lnTo>
                  <a:lnTo>
                    <a:pt x="473211" y="1109803"/>
                  </a:lnTo>
                  <a:lnTo>
                    <a:pt x="473199" y="1109788"/>
                  </a:lnTo>
                  <a:lnTo>
                    <a:pt x="473194" y="1109782"/>
                  </a:lnTo>
                  <a:lnTo>
                    <a:pt x="473187" y="1109772"/>
                  </a:lnTo>
                  <a:lnTo>
                    <a:pt x="473180" y="1109767"/>
                  </a:lnTo>
                  <a:lnTo>
                    <a:pt x="473174" y="1109764"/>
                  </a:lnTo>
                  <a:lnTo>
                    <a:pt x="473167" y="1109763"/>
                  </a:lnTo>
                  <a:lnTo>
                    <a:pt x="473160" y="1109764"/>
                  </a:lnTo>
                  <a:lnTo>
                    <a:pt x="473148" y="1109767"/>
                  </a:lnTo>
                  <a:lnTo>
                    <a:pt x="473137" y="1109769"/>
                  </a:lnTo>
                  <a:lnTo>
                    <a:pt x="473128" y="1109771"/>
                  </a:lnTo>
                  <a:lnTo>
                    <a:pt x="473124" y="1109771"/>
                  </a:lnTo>
                  <a:lnTo>
                    <a:pt x="473114" y="1109773"/>
                  </a:lnTo>
                  <a:lnTo>
                    <a:pt x="473103" y="1109774"/>
                  </a:lnTo>
                  <a:lnTo>
                    <a:pt x="473092" y="1109774"/>
                  </a:lnTo>
                  <a:lnTo>
                    <a:pt x="473086" y="1109773"/>
                  </a:lnTo>
                  <a:lnTo>
                    <a:pt x="473075" y="1109769"/>
                  </a:lnTo>
                  <a:lnTo>
                    <a:pt x="473063" y="1109766"/>
                  </a:lnTo>
                  <a:lnTo>
                    <a:pt x="473049" y="1109762"/>
                  </a:lnTo>
                  <a:lnTo>
                    <a:pt x="473037" y="1109758"/>
                  </a:lnTo>
                  <a:lnTo>
                    <a:pt x="473019" y="1109753"/>
                  </a:lnTo>
                  <a:lnTo>
                    <a:pt x="473007" y="1109749"/>
                  </a:lnTo>
                  <a:lnTo>
                    <a:pt x="472987" y="1109745"/>
                  </a:lnTo>
                  <a:lnTo>
                    <a:pt x="472975" y="1109742"/>
                  </a:lnTo>
                  <a:lnTo>
                    <a:pt x="472956" y="1109737"/>
                  </a:lnTo>
                  <a:lnTo>
                    <a:pt x="472944" y="1109733"/>
                  </a:lnTo>
                  <a:lnTo>
                    <a:pt x="472935" y="1109722"/>
                  </a:lnTo>
                  <a:lnTo>
                    <a:pt x="472929" y="1109714"/>
                  </a:lnTo>
                  <a:lnTo>
                    <a:pt x="472916" y="1109700"/>
                  </a:lnTo>
                  <a:lnTo>
                    <a:pt x="472904" y="1109687"/>
                  </a:lnTo>
                  <a:lnTo>
                    <a:pt x="472898" y="1109681"/>
                  </a:lnTo>
                  <a:lnTo>
                    <a:pt x="472885" y="1109660"/>
                  </a:lnTo>
                  <a:lnTo>
                    <a:pt x="472881" y="1109651"/>
                  </a:lnTo>
                  <a:lnTo>
                    <a:pt x="472874" y="1109640"/>
                  </a:lnTo>
                  <a:lnTo>
                    <a:pt x="472870" y="1109631"/>
                  </a:lnTo>
                  <a:lnTo>
                    <a:pt x="472868" y="1109623"/>
                  </a:lnTo>
                  <a:lnTo>
                    <a:pt x="472868" y="1109610"/>
                  </a:lnTo>
                  <a:lnTo>
                    <a:pt x="472865" y="1109605"/>
                  </a:lnTo>
                  <a:lnTo>
                    <a:pt x="472858" y="1109600"/>
                  </a:lnTo>
                  <a:lnTo>
                    <a:pt x="472855" y="1109595"/>
                  </a:lnTo>
                  <a:lnTo>
                    <a:pt x="472852" y="1109589"/>
                  </a:lnTo>
                  <a:lnTo>
                    <a:pt x="472849" y="1109576"/>
                  </a:lnTo>
                  <a:lnTo>
                    <a:pt x="472848" y="1109567"/>
                  </a:lnTo>
                  <a:lnTo>
                    <a:pt x="472850" y="1109561"/>
                  </a:lnTo>
                  <a:lnTo>
                    <a:pt x="472851" y="1109552"/>
                  </a:lnTo>
                  <a:lnTo>
                    <a:pt x="472852" y="1109531"/>
                  </a:lnTo>
                  <a:lnTo>
                    <a:pt x="472849" y="1109522"/>
                  </a:lnTo>
                  <a:lnTo>
                    <a:pt x="472813" y="1109465"/>
                  </a:lnTo>
                  <a:lnTo>
                    <a:pt x="472808" y="1109448"/>
                  </a:lnTo>
                  <a:lnTo>
                    <a:pt x="472805" y="1109441"/>
                  </a:lnTo>
                  <a:lnTo>
                    <a:pt x="472802" y="1109437"/>
                  </a:lnTo>
                  <a:lnTo>
                    <a:pt x="472798" y="1109433"/>
                  </a:lnTo>
                  <a:lnTo>
                    <a:pt x="472793" y="1109430"/>
                  </a:lnTo>
                  <a:lnTo>
                    <a:pt x="472788" y="1109427"/>
                  </a:lnTo>
                  <a:lnTo>
                    <a:pt x="472775" y="1109419"/>
                  </a:lnTo>
                  <a:lnTo>
                    <a:pt x="472753" y="1109411"/>
                  </a:lnTo>
                  <a:lnTo>
                    <a:pt x="472739" y="1109405"/>
                  </a:lnTo>
                  <a:lnTo>
                    <a:pt x="472730" y="1109401"/>
                  </a:lnTo>
                  <a:lnTo>
                    <a:pt x="472708" y="1109387"/>
                  </a:lnTo>
                  <a:lnTo>
                    <a:pt x="472692" y="1109376"/>
                  </a:lnTo>
                  <a:lnTo>
                    <a:pt x="472675" y="1109365"/>
                  </a:lnTo>
                  <a:lnTo>
                    <a:pt x="472661" y="1109356"/>
                  </a:lnTo>
                  <a:lnTo>
                    <a:pt x="472657" y="1109354"/>
                  </a:lnTo>
                  <a:lnTo>
                    <a:pt x="472649" y="1109350"/>
                  </a:lnTo>
                  <a:lnTo>
                    <a:pt x="472642" y="1109345"/>
                  </a:lnTo>
                  <a:lnTo>
                    <a:pt x="472633" y="1109335"/>
                  </a:lnTo>
                  <a:lnTo>
                    <a:pt x="472622" y="1109323"/>
                  </a:lnTo>
                  <a:lnTo>
                    <a:pt x="472614" y="1109313"/>
                  </a:lnTo>
                  <a:lnTo>
                    <a:pt x="472611" y="1109308"/>
                  </a:lnTo>
                  <a:lnTo>
                    <a:pt x="472602" y="1109293"/>
                  </a:lnTo>
                  <a:lnTo>
                    <a:pt x="472598" y="1109284"/>
                  </a:lnTo>
                  <a:lnTo>
                    <a:pt x="472594" y="1109273"/>
                  </a:lnTo>
                  <a:lnTo>
                    <a:pt x="472586" y="1109257"/>
                  </a:lnTo>
                  <a:lnTo>
                    <a:pt x="472581" y="1109239"/>
                  </a:lnTo>
                  <a:lnTo>
                    <a:pt x="472577" y="1109222"/>
                  </a:lnTo>
                  <a:lnTo>
                    <a:pt x="472575" y="1109203"/>
                  </a:lnTo>
                  <a:lnTo>
                    <a:pt x="472572" y="1109176"/>
                  </a:lnTo>
                  <a:lnTo>
                    <a:pt x="472570" y="1109154"/>
                  </a:lnTo>
                  <a:lnTo>
                    <a:pt x="472569" y="1109147"/>
                  </a:lnTo>
                  <a:lnTo>
                    <a:pt x="472567" y="1109136"/>
                  </a:lnTo>
                  <a:lnTo>
                    <a:pt x="472565" y="1109124"/>
                  </a:lnTo>
                  <a:lnTo>
                    <a:pt x="472563" y="1109110"/>
                  </a:lnTo>
                  <a:lnTo>
                    <a:pt x="472562" y="1109105"/>
                  </a:lnTo>
                  <a:lnTo>
                    <a:pt x="472555" y="1109050"/>
                  </a:lnTo>
                  <a:lnTo>
                    <a:pt x="472553" y="1109036"/>
                  </a:lnTo>
                  <a:lnTo>
                    <a:pt x="472549" y="1109019"/>
                  </a:lnTo>
                  <a:lnTo>
                    <a:pt x="472543" y="1108994"/>
                  </a:lnTo>
                  <a:lnTo>
                    <a:pt x="472541" y="1108985"/>
                  </a:lnTo>
                  <a:lnTo>
                    <a:pt x="472542" y="1108971"/>
                  </a:lnTo>
                  <a:lnTo>
                    <a:pt x="472543" y="1108961"/>
                  </a:lnTo>
                  <a:lnTo>
                    <a:pt x="472548" y="1108950"/>
                  </a:lnTo>
                  <a:lnTo>
                    <a:pt x="472551" y="1108937"/>
                  </a:lnTo>
                  <a:lnTo>
                    <a:pt x="472552" y="1108927"/>
                  </a:lnTo>
                  <a:lnTo>
                    <a:pt x="472551" y="1108912"/>
                  </a:lnTo>
                  <a:lnTo>
                    <a:pt x="472551" y="1108898"/>
                  </a:lnTo>
                  <a:lnTo>
                    <a:pt x="472551" y="1108885"/>
                  </a:lnTo>
                  <a:lnTo>
                    <a:pt x="472553" y="1108872"/>
                  </a:lnTo>
                  <a:lnTo>
                    <a:pt x="472557" y="1108859"/>
                  </a:lnTo>
                  <a:lnTo>
                    <a:pt x="472569" y="1108841"/>
                  </a:lnTo>
                  <a:lnTo>
                    <a:pt x="472574" y="1108830"/>
                  </a:lnTo>
                  <a:lnTo>
                    <a:pt x="472583" y="1108808"/>
                  </a:lnTo>
                  <a:lnTo>
                    <a:pt x="472584" y="1108804"/>
                  </a:lnTo>
                  <a:lnTo>
                    <a:pt x="472578" y="1108796"/>
                  </a:lnTo>
                  <a:lnTo>
                    <a:pt x="472571" y="1108785"/>
                  </a:lnTo>
                  <a:lnTo>
                    <a:pt x="472563" y="1108768"/>
                  </a:lnTo>
                  <a:lnTo>
                    <a:pt x="472562" y="1108762"/>
                  </a:lnTo>
                  <a:lnTo>
                    <a:pt x="472559" y="1108752"/>
                  </a:lnTo>
                  <a:lnTo>
                    <a:pt x="472558" y="1108740"/>
                  </a:lnTo>
                  <a:lnTo>
                    <a:pt x="472556" y="1108718"/>
                  </a:lnTo>
                  <a:lnTo>
                    <a:pt x="472553" y="1108705"/>
                  </a:lnTo>
                  <a:lnTo>
                    <a:pt x="472549" y="1108693"/>
                  </a:lnTo>
                  <a:lnTo>
                    <a:pt x="472546" y="1108684"/>
                  </a:lnTo>
                  <a:lnTo>
                    <a:pt x="472539" y="1108672"/>
                  </a:lnTo>
                  <a:lnTo>
                    <a:pt x="472524" y="1108643"/>
                  </a:lnTo>
                  <a:lnTo>
                    <a:pt x="472512" y="1108620"/>
                  </a:lnTo>
                  <a:lnTo>
                    <a:pt x="472503" y="1108607"/>
                  </a:lnTo>
                  <a:lnTo>
                    <a:pt x="472490" y="1108591"/>
                  </a:lnTo>
                  <a:lnTo>
                    <a:pt x="472480" y="1108581"/>
                  </a:lnTo>
                  <a:lnTo>
                    <a:pt x="472474" y="1108574"/>
                  </a:lnTo>
                  <a:lnTo>
                    <a:pt x="472462" y="1108564"/>
                  </a:lnTo>
                  <a:lnTo>
                    <a:pt x="472438" y="1108546"/>
                  </a:lnTo>
                  <a:lnTo>
                    <a:pt x="472422" y="1108531"/>
                  </a:lnTo>
                  <a:lnTo>
                    <a:pt x="472406" y="1108519"/>
                  </a:lnTo>
                  <a:lnTo>
                    <a:pt x="472399" y="1108513"/>
                  </a:lnTo>
                  <a:lnTo>
                    <a:pt x="472392" y="1108507"/>
                  </a:lnTo>
                  <a:lnTo>
                    <a:pt x="472381" y="1108496"/>
                  </a:lnTo>
                  <a:lnTo>
                    <a:pt x="472374" y="1108487"/>
                  </a:lnTo>
                  <a:lnTo>
                    <a:pt x="472372" y="1108482"/>
                  </a:lnTo>
                  <a:lnTo>
                    <a:pt x="472370" y="1108471"/>
                  </a:lnTo>
                  <a:lnTo>
                    <a:pt x="472366" y="1108441"/>
                  </a:lnTo>
                  <a:lnTo>
                    <a:pt x="472366" y="1108429"/>
                  </a:lnTo>
                  <a:lnTo>
                    <a:pt x="472367" y="1108418"/>
                  </a:lnTo>
                  <a:lnTo>
                    <a:pt x="472369" y="1108399"/>
                  </a:lnTo>
                  <a:lnTo>
                    <a:pt x="472369" y="1108391"/>
                  </a:lnTo>
                  <a:lnTo>
                    <a:pt x="472367" y="1108379"/>
                  </a:lnTo>
                  <a:lnTo>
                    <a:pt x="472365" y="1108370"/>
                  </a:lnTo>
                  <a:lnTo>
                    <a:pt x="472358" y="1108346"/>
                  </a:lnTo>
                  <a:lnTo>
                    <a:pt x="472353" y="1108325"/>
                  </a:lnTo>
                  <a:lnTo>
                    <a:pt x="472352" y="1108309"/>
                  </a:lnTo>
                  <a:lnTo>
                    <a:pt x="472349" y="1108287"/>
                  </a:lnTo>
                  <a:lnTo>
                    <a:pt x="472349" y="1108270"/>
                  </a:lnTo>
                  <a:lnTo>
                    <a:pt x="472350" y="1108253"/>
                  </a:lnTo>
                  <a:lnTo>
                    <a:pt x="472350" y="1108237"/>
                  </a:lnTo>
                  <a:lnTo>
                    <a:pt x="472350" y="1108222"/>
                  </a:lnTo>
                  <a:lnTo>
                    <a:pt x="472349" y="1108199"/>
                  </a:lnTo>
                  <a:lnTo>
                    <a:pt x="472348" y="1108187"/>
                  </a:lnTo>
                  <a:lnTo>
                    <a:pt x="472347" y="1108179"/>
                  </a:lnTo>
                  <a:lnTo>
                    <a:pt x="472347" y="1108169"/>
                  </a:lnTo>
                  <a:lnTo>
                    <a:pt x="472347" y="1108153"/>
                  </a:lnTo>
                  <a:lnTo>
                    <a:pt x="472347" y="1108141"/>
                  </a:lnTo>
                  <a:lnTo>
                    <a:pt x="472346" y="1108115"/>
                  </a:lnTo>
                  <a:lnTo>
                    <a:pt x="472345" y="1108107"/>
                  </a:lnTo>
                  <a:lnTo>
                    <a:pt x="472341" y="1108088"/>
                  </a:lnTo>
                  <a:lnTo>
                    <a:pt x="472339" y="1108074"/>
                  </a:lnTo>
                  <a:lnTo>
                    <a:pt x="472337" y="1108053"/>
                  </a:lnTo>
                  <a:lnTo>
                    <a:pt x="472335" y="1108026"/>
                  </a:lnTo>
                  <a:lnTo>
                    <a:pt x="472334" y="1108019"/>
                  </a:lnTo>
                  <a:lnTo>
                    <a:pt x="472333" y="1108014"/>
                  </a:lnTo>
                  <a:lnTo>
                    <a:pt x="472332" y="1108004"/>
                  </a:lnTo>
                  <a:lnTo>
                    <a:pt x="472333" y="1107993"/>
                  </a:lnTo>
                  <a:lnTo>
                    <a:pt x="472336" y="1107983"/>
                  </a:lnTo>
                  <a:lnTo>
                    <a:pt x="472344" y="1107968"/>
                  </a:lnTo>
                  <a:lnTo>
                    <a:pt x="472351" y="1107956"/>
                  </a:lnTo>
                  <a:lnTo>
                    <a:pt x="472357" y="1107936"/>
                  </a:lnTo>
                  <a:lnTo>
                    <a:pt x="472362" y="1107906"/>
                  </a:lnTo>
                  <a:lnTo>
                    <a:pt x="472364" y="1107870"/>
                  </a:lnTo>
                  <a:lnTo>
                    <a:pt x="472362" y="1107854"/>
                  </a:lnTo>
                  <a:lnTo>
                    <a:pt x="472358" y="1107839"/>
                  </a:lnTo>
                  <a:lnTo>
                    <a:pt x="472351" y="1107815"/>
                  </a:lnTo>
                  <a:lnTo>
                    <a:pt x="472346" y="1107801"/>
                  </a:lnTo>
                  <a:lnTo>
                    <a:pt x="472337" y="1107780"/>
                  </a:lnTo>
                  <a:lnTo>
                    <a:pt x="472329" y="1107764"/>
                  </a:lnTo>
                  <a:lnTo>
                    <a:pt x="472320" y="1107746"/>
                  </a:lnTo>
                  <a:lnTo>
                    <a:pt x="472316" y="1107742"/>
                  </a:lnTo>
                  <a:lnTo>
                    <a:pt x="472306" y="1107735"/>
                  </a:lnTo>
                  <a:lnTo>
                    <a:pt x="472299" y="1107730"/>
                  </a:lnTo>
                  <a:lnTo>
                    <a:pt x="472286" y="1107717"/>
                  </a:lnTo>
                  <a:lnTo>
                    <a:pt x="472267" y="1107694"/>
                  </a:lnTo>
                  <a:lnTo>
                    <a:pt x="472246" y="1107667"/>
                  </a:lnTo>
                  <a:lnTo>
                    <a:pt x="472237" y="1107654"/>
                  </a:lnTo>
                  <a:lnTo>
                    <a:pt x="472228" y="1107636"/>
                  </a:lnTo>
                  <a:lnTo>
                    <a:pt x="472221" y="1107618"/>
                  </a:lnTo>
                  <a:lnTo>
                    <a:pt x="472211" y="1107591"/>
                  </a:lnTo>
                  <a:lnTo>
                    <a:pt x="472208" y="1107578"/>
                  </a:lnTo>
                  <a:lnTo>
                    <a:pt x="472205" y="1107566"/>
                  </a:lnTo>
                  <a:lnTo>
                    <a:pt x="472203" y="1107554"/>
                  </a:lnTo>
                  <a:lnTo>
                    <a:pt x="472201" y="1107529"/>
                  </a:lnTo>
                  <a:lnTo>
                    <a:pt x="472200" y="1107513"/>
                  </a:lnTo>
                  <a:lnTo>
                    <a:pt x="472201" y="1107496"/>
                  </a:lnTo>
                  <a:lnTo>
                    <a:pt x="472203" y="1107468"/>
                  </a:lnTo>
                  <a:lnTo>
                    <a:pt x="472203" y="1107456"/>
                  </a:lnTo>
                  <a:lnTo>
                    <a:pt x="472205" y="1107434"/>
                  </a:lnTo>
                  <a:lnTo>
                    <a:pt x="472204" y="1107424"/>
                  </a:lnTo>
                  <a:lnTo>
                    <a:pt x="472197" y="1107404"/>
                  </a:lnTo>
                  <a:lnTo>
                    <a:pt x="472187" y="1107386"/>
                  </a:lnTo>
                  <a:lnTo>
                    <a:pt x="472186" y="1107378"/>
                  </a:lnTo>
                  <a:lnTo>
                    <a:pt x="472189" y="1107344"/>
                  </a:lnTo>
                  <a:lnTo>
                    <a:pt x="472190" y="1107331"/>
                  </a:lnTo>
                  <a:lnTo>
                    <a:pt x="472189" y="1107298"/>
                  </a:lnTo>
                  <a:lnTo>
                    <a:pt x="472186" y="1107282"/>
                  </a:lnTo>
                  <a:lnTo>
                    <a:pt x="472184" y="1107274"/>
                  </a:lnTo>
                  <a:lnTo>
                    <a:pt x="472177" y="1107261"/>
                  </a:lnTo>
                  <a:lnTo>
                    <a:pt x="472167" y="1107249"/>
                  </a:lnTo>
                  <a:lnTo>
                    <a:pt x="472157" y="1107236"/>
                  </a:lnTo>
                  <a:lnTo>
                    <a:pt x="472138" y="1107219"/>
                  </a:lnTo>
                  <a:lnTo>
                    <a:pt x="472124" y="1107198"/>
                  </a:lnTo>
                  <a:lnTo>
                    <a:pt x="472108" y="1107178"/>
                  </a:lnTo>
                  <a:lnTo>
                    <a:pt x="472096" y="1107158"/>
                  </a:lnTo>
                  <a:lnTo>
                    <a:pt x="472089" y="1107139"/>
                  </a:lnTo>
                  <a:lnTo>
                    <a:pt x="472084" y="1107119"/>
                  </a:lnTo>
                  <a:lnTo>
                    <a:pt x="472080" y="1107095"/>
                  </a:lnTo>
                  <a:lnTo>
                    <a:pt x="472075" y="1107076"/>
                  </a:lnTo>
                  <a:lnTo>
                    <a:pt x="472073" y="1107064"/>
                  </a:lnTo>
                  <a:lnTo>
                    <a:pt x="472068" y="1107054"/>
                  </a:lnTo>
                  <a:lnTo>
                    <a:pt x="472063" y="1107047"/>
                  </a:lnTo>
                  <a:lnTo>
                    <a:pt x="472053" y="1107039"/>
                  </a:lnTo>
                  <a:lnTo>
                    <a:pt x="472043" y="1107031"/>
                  </a:lnTo>
                  <a:lnTo>
                    <a:pt x="472034" y="1107025"/>
                  </a:lnTo>
                  <a:lnTo>
                    <a:pt x="472012" y="1107011"/>
                  </a:lnTo>
                  <a:lnTo>
                    <a:pt x="471996" y="1106997"/>
                  </a:lnTo>
                  <a:lnTo>
                    <a:pt x="471986" y="1106989"/>
                  </a:lnTo>
                  <a:lnTo>
                    <a:pt x="471979" y="1106980"/>
                  </a:lnTo>
                  <a:lnTo>
                    <a:pt x="471976" y="1106975"/>
                  </a:lnTo>
                  <a:lnTo>
                    <a:pt x="471976" y="1106969"/>
                  </a:lnTo>
                  <a:lnTo>
                    <a:pt x="471976" y="1106962"/>
                  </a:lnTo>
                  <a:lnTo>
                    <a:pt x="471978" y="1106956"/>
                  </a:lnTo>
                  <a:lnTo>
                    <a:pt x="471984" y="1106945"/>
                  </a:lnTo>
                  <a:lnTo>
                    <a:pt x="471989" y="1106935"/>
                  </a:lnTo>
                  <a:lnTo>
                    <a:pt x="471994" y="1106922"/>
                  </a:lnTo>
                  <a:lnTo>
                    <a:pt x="471996" y="1106908"/>
                  </a:lnTo>
                  <a:lnTo>
                    <a:pt x="471993" y="1106878"/>
                  </a:lnTo>
                  <a:lnTo>
                    <a:pt x="471992" y="1106862"/>
                  </a:lnTo>
                  <a:lnTo>
                    <a:pt x="471989" y="1106849"/>
                  </a:lnTo>
                  <a:lnTo>
                    <a:pt x="471985" y="1106833"/>
                  </a:lnTo>
                  <a:lnTo>
                    <a:pt x="471983" y="1106826"/>
                  </a:lnTo>
                  <a:lnTo>
                    <a:pt x="471983" y="1106822"/>
                  </a:lnTo>
                  <a:lnTo>
                    <a:pt x="471985" y="1106817"/>
                  </a:lnTo>
                  <a:lnTo>
                    <a:pt x="471998" y="1106803"/>
                  </a:lnTo>
                  <a:lnTo>
                    <a:pt x="472014" y="1106785"/>
                  </a:lnTo>
                  <a:lnTo>
                    <a:pt x="472035" y="1106751"/>
                  </a:lnTo>
                  <a:lnTo>
                    <a:pt x="472051" y="1106723"/>
                  </a:lnTo>
                  <a:lnTo>
                    <a:pt x="472071" y="1106687"/>
                  </a:lnTo>
                  <a:lnTo>
                    <a:pt x="472087" y="1106661"/>
                  </a:lnTo>
                  <a:lnTo>
                    <a:pt x="472097" y="1106648"/>
                  </a:lnTo>
                  <a:lnTo>
                    <a:pt x="472117" y="1106623"/>
                  </a:lnTo>
                  <a:lnTo>
                    <a:pt x="472122" y="1106614"/>
                  </a:lnTo>
                  <a:lnTo>
                    <a:pt x="472124" y="1106608"/>
                  </a:lnTo>
                  <a:lnTo>
                    <a:pt x="472125" y="1106601"/>
                  </a:lnTo>
                  <a:lnTo>
                    <a:pt x="472110" y="1106580"/>
                  </a:lnTo>
                  <a:lnTo>
                    <a:pt x="472107" y="1106577"/>
                  </a:lnTo>
                  <a:lnTo>
                    <a:pt x="472101" y="1106566"/>
                  </a:lnTo>
                  <a:lnTo>
                    <a:pt x="472099" y="1106561"/>
                  </a:lnTo>
                  <a:lnTo>
                    <a:pt x="472089" y="1106539"/>
                  </a:lnTo>
                  <a:lnTo>
                    <a:pt x="472085" y="1106530"/>
                  </a:lnTo>
                  <a:lnTo>
                    <a:pt x="472081" y="1106511"/>
                  </a:lnTo>
                  <a:lnTo>
                    <a:pt x="472080" y="1106501"/>
                  </a:lnTo>
                  <a:lnTo>
                    <a:pt x="472081" y="1106487"/>
                  </a:lnTo>
                  <a:lnTo>
                    <a:pt x="472085" y="1106477"/>
                  </a:lnTo>
                  <a:lnTo>
                    <a:pt x="472093" y="1106462"/>
                  </a:lnTo>
                  <a:lnTo>
                    <a:pt x="472101" y="1106437"/>
                  </a:lnTo>
                  <a:lnTo>
                    <a:pt x="472107" y="1106415"/>
                  </a:lnTo>
                  <a:lnTo>
                    <a:pt x="472106" y="1106403"/>
                  </a:lnTo>
                  <a:lnTo>
                    <a:pt x="472105" y="1106393"/>
                  </a:lnTo>
                  <a:lnTo>
                    <a:pt x="472103" y="1106384"/>
                  </a:lnTo>
                  <a:lnTo>
                    <a:pt x="472102" y="1106373"/>
                  </a:lnTo>
                  <a:lnTo>
                    <a:pt x="472100" y="1106364"/>
                  </a:lnTo>
                  <a:lnTo>
                    <a:pt x="472097" y="1106355"/>
                  </a:lnTo>
                  <a:lnTo>
                    <a:pt x="472099" y="1106340"/>
                  </a:lnTo>
                  <a:lnTo>
                    <a:pt x="472099" y="1106328"/>
                  </a:lnTo>
                  <a:lnTo>
                    <a:pt x="472097" y="1106322"/>
                  </a:lnTo>
                  <a:lnTo>
                    <a:pt x="472092" y="1106305"/>
                  </a:lnTo>
                  <a:lnTo>
                    <a:pt x="472086" y="1106291"/>
                  </a:lnTo>
                  <a:lnTo>
                    <a:pt x="472085" y="1106281"/>
                  </a:lnTo>
                  <a:lnTo>
                    <a:pt x="472090" y="1106269"/>
                  </a:lnTo>
                  <a:lnTo>
                    <a:pt x="472093" y="1106264"/>
                  </a:lnTo>
                  <a:lnTo>
                    <a:pt x="472098" y="1106259"/>
                  </a:lnTo>
                  <a:lnTo>
                    <a:pt x="472106" y="1106246"/>
                  </a:lnTo>
                  <a:lnTo>
                    <a:pt x="472112" y="1106237"/>
                  </a:lnTo>
                  <a:lnTo>
                    <a:pt x="472119" y="1106226"/>
                  </a:lnTo>
                  <a:lnTo>
                    <a:pt x="472126" y="1106220"/>
                  </a:lnTo>
                  <a:lnTo>
                    <a:pt x="472132" y="1106209"/>
                  </a:lnTo>
                  <a:lnTo>
                    <a:pt x="472137" y="1106200"/>
                  </a:lnTo>
                  <a:lnTo>
                    <a:pt x="472139" y="1106194"/>
                  </a:lnTo>
                  <a:lnTo>
                    <a:pt x="472141" y="1106180"/>
                  </a:lnTo>
                  <a:lnTo>
                    <a:pt x="472141" y="1106170"/>
                  </a:lnTo>
                  <a:lnTo>
                    <a:pt x="472144" y="1106155"/>
                  </a:lnTo>
                  <a:lnTo>
                    <a:pt x="472143" y="1106145"/>
                  </a:lnTo>
                  <a:lnTo>
                    <a:pt x="472140" y="1106136"/>
                  </a:lnTo>
                  <a:lnTo>
                    <a:pt x="472138" y="1106122"/>
                  </a:lnTo>
                  <a:lnTo>
                    <a:pt x="472135" y="1106113"/>
                  </a:lnTo>
                  <a:lnTo>
                    <a:pt x="472133" y="1106101"/>
                  </a:lnTo>
                  <a:lnTo>
                    <a:pt x="472133" y="1106093"/>
                  </a:lnTo>
                  <a:lnTo>
                    <a:pt x="472132" y="1106079"/>
                  </a:lnTo>
                  <a:lnTo>
                    <a:pt x="472132" y="1106059"/>
                  </a:lnTo>
                  <a:lnTo>
                    <a:pt x="472130" y="1106047"/>
                  </a:lnTo>
                  <a:lnTo>
                    <a:pt x="472128" y="1106040"/>
                  </a:lnTo>
                  <a:lnTo>
                    <a:pt x="472127" y="1106034"/>
                  </a:lnTo>
                  <a:lnTo>
                    <a:pt x="472124" y="1106028"/>
                  </a:lnTo>
                  <a:lnTo>
                    <a:pt x="472122" y="1106023"/>
                  </a:lnTo>
                  <a:lnTo>
                    <a:pt x="472120" y="1106018"/>
                  </a:lnTo>
                  <a:lnTo>
                    <a:pt x="472120" y="1106001"/>
                  </a:lnTo>
                  <a:lnTo>
                    <a:pt x="472122" y="1105995"/>
                  </a:lnTo>
                  <a:lnTo>
                    <a:pt x="472121" y="1105982"/>
                  </a:lnTo>
                  <a:lnTo>
                    <a:pt x="472120" y="1105943"/>
                  </a:lnTo>
                  <a:lnTo>
                    <a:pt x="472120" y="1105932"/>
                  </a:lnTo>
                  <a:lnTo>
                    <a:pt x="472126" y="1105916"/>
                  </a:lnTo>
                  <a:lnTo>
                    <a:pt x="472130" y="1105906"/>
                  </a:lnTo>
                  <a:lnTo>
                    <a:pt x="472132" y="1105892"/>
                  </a:lnTo>
                  <a:lnTo>
                    <a:pt x="472135" y="1105879"/>
                  </a:lnTo>
                  <a:lnTo>
                    <a:pt x="472139" y="1105826"/>
                  </a:lnTo>
                  <a:lnTo>
                    <a:pt x="472139" y="1105818"/>
                  </a:lnTo>
                  <a:lnTo>
                    <a:pt x="472140" y="1105809"/>
                  </a:lnTo>
                  <a:lnTo>
                    <a:pt x="472142" y="1105802"/>
                  </a:lnTo>
                  <a:lnTo>
                    <a:pt x="472142" y="1105797"/>
                  </a:lnTo>
                  <a:lnTo>
                    <a:pt x="472141" y="1105790"/>
                  </a:lnTo>
                  <a:lnTo>
                    <a:pt x="472144" y="1105781"/>
                  </a:lnTo>
                  <a:lnTo>
                    <a:pt x="472143" y="1105770"/>
                  </a:lnTo>
                  <a:lnTo>
                    <a:pt x="472137" y="1105740"/>
                  </a:lnTo>
                  <a:lnTo>
                    <a:pt x="472133" y="1105722"/>
                  </a:lnTo>
                  <a:lnTo>
                    <a:pt x="472124" y="1105709"/>
                  </a:lnTo>
                  <a:lnTo>
                    <a:pt x="472122" y="1105704"/>
                  </a:lnTo>
                  <a:lnTo>
                    <a:pt x="472118" y="1105693"/>
                  </a:lnTo>
                  <a:lnTo>
                    <a:pt x="472116" y="1105686"/>
                  </a:lnTo>
                  <a:lnTo>
                    <a:pt x="472111" y="1105675"/>
                  </a:lnTo>
                  <a:lnTo>
                    <a:pt x="472102" y="1105665"/>
                  </a:lnTo>
                  <a:lnTo>
                    <a:pt x="472098" y="1105654"/>
                  </a:lnTo>
                  <a:lnTo>
                    <a:pt x="472096" y="1105643"/>
                  </a:lnTo>
                  <a:lnTo>
                    <a:pt x="472095" y="1105638"/>
                  </a:lnTo>
                  <a:lnTo>
                    <a:pt x="472095" y="1105627"/>
                  </a:lnTo>
                  <a:lnTo>
                    <a:pt x="472094" y="1105615"/>
                  </a:lnTo>
                  <a:lnTo>
                    <a:pt x="472095" y="1105607"/>
                  </a:lnTo>
                  <a:lnTo>
                    <a:pt x="472094" y="1105593"/>
                  </a:lnTo>
                  <a:lnTo>
                    <a:pt x="472091" y="1105584"/>
                  </a:lnTo>
                  <a:lnTo>
                    <a:pt x="472090" y="1105569"/>
                  </a:lnTo>
                  <a:lnTo>
                    <a:pt x="472089" y="1105561"/>
                  </a:lnTo>
                  <a:lnTo>
                    <a:pt x="472077" y="1105543"/>
                  </a:lnTo>
                  <a:lnTo>
                    <a:pt x="472069" y="1105536"/>
                  </a:lnTo>
                  <a:lnTo>
                    <a:pt x="472059" y="1105530"/>
                  </a:lnTo>
                  <a:lnTo>
                    <a:pt x="472048" y="1105522"/>
                  </a:lnTo>
                  <a:lnTo>
                    <a:pt x="472040" y="1105518"/>
                  </a:lnTo>
                  <a:lnTo>
                    <a:pt x="472032" y="1105511"/>
                  </a:lnTo>
                  <a:lnTo>
                    <a:pt x="472023" y="1105503"/>
                  </a:lnTo>
                  <a:lnTo>
                    <a:pt x="472015" y="1105494"/>
                  </a:lnTo>
                  <a:lnTo>
                    <a:pt x="472007" y="1105486"/>
                  </a:lnTo>
                  <a:lnTo>
                    <a:pt x="471999" y="1105478"/>
                  </a:lnTo>
                  <a:lnTo>
                    <a:pt x="471992" y="1105474"/>
                  </a:lnTo>
                  <a:lnTo>
                    <a:pt x="471983" y="1105471"/>
                  </a:lnTo>
                  <a:lnTo>
                    <a:pt x="471968" y="1105464"/>
                  </a:lnTo>
                  <a:lnTo>
                    <a:pt x="471956" y="1105458"/>
                  </a:lnTo>
                  <a:lnTo>
                    <a:pt x="471938" y="1105449"/>
                  </a:lnTo>
                  <a:lnTo>
                    <a:pt x="471928" y="1105445"/>
                  </a:lnTo>
                  <a:lnTo>
                    <a:pt x="471916" y="1105441"/>
                  </a:lnTo>
                  <a:lnTo>
                    <a:pt x="471908" y="1105436"/>
                  </a:lnTo>
                  <a:lnTo>
                    <a:pt x="471898" y="1105427"/>
                  </a:lnTo>
                  <a:lnTo>
                    <a:pt x="471891" y="1105421"/>
                  </a:lnTo>
                  <a:lnTo>
                    <a:pt x="471880" y="1105411"/>
                  </a:lnTo>
                  <a:lnTo>
                    <a:pt x="471868" y="1105404"/>
                  </a:lnTo>
                  <a:lnTo>
                    <a:pt x="471849" y="1105391"/>
                  </a:lnTo>
                  <a:lnTo>
                    <a:pt x="471843" y="1105387"/>
                  </a:lnTo>
                  <a:lnTo>
                    <a:pt x="471832" y="1105382"/>
                  </a:lnTo>
                  <a:lnTo>
                    <a:pt x="471819" y="1105377"/>
                  </a:lnTo>
                  <a:lnTo>
                    <a:pt x="471808" y="1105373"/>
                  </a:lnTo>
                  <a:lnTo>
                    <a:pt x="471793" y="1105365"/>
                  </a:lnTo>
                  <a:lnTo>
                    <a:pt x="471781" y="1105357"/>
                  </a:lnTo>
                  <a:lnTo>
                    <a:pt x="471767" y="1105348"/>
                  </a:lnTo>
                  <a:lnTo>
                    <a:pt x="471750" y="1105334"/>
                  </a:lnTo>
                  <a:lnTo>
                    <a:pt x="471747" y="1105328"/>
                  </a:lnTo>
                  <a:lnTo>
                    <a:pt x="471748" y="1105317"/>
                  </a:lnTo>
                  <a:lnTo>
                    <a:pt x="471749" y="1105310"/>
                  </a:lnTo>
                  <a:lnTo>
                    <a:pt x="471750" y="1105300"/>
                  </a:lnTo>
                  <a:lnTo>
                    <a:pt x="471750" y="1105291"/>
                  </a:lnTo>
                  <a:lnTo>
                    <a:pt x="471751" y="1105284"/>
                  </a:lnTo>
                  <a:lnTo>
                    <a:pt x="471756" y="1105269"/>
                  </a:lnTo>
                  <a:lnTo>
                    <a:pt x="471761" y="1105255"/>
                  </a:lnTo>
                  <a:lnTo>
                    <a:pt x="471766" y="1105235"/>
                  </a:lnTo>
                  <a:lnTo>
                    <a:pt x="471770" y="1105216"/>
                  </a:lnTo>
                  <a:lnTo>
                    <a:pt x="471773" y="1105205"/>
                  </a:lnTo>
                  <a:lnTo>
                    <a:pt x="471778" y="1105195"/>
                  </a:lnTo>
                  <a:lnTo>
                    <a:pt x="471782" y="1105184"/>
                  </a:lnTo>
                  <a:lnTo>
                    <a:pt x="471786" y="1105176"/>
                  </a:lnTo>
                  <a:lnTo>
                    <a:pt x="471791" y="1105168"/>
                  </a:lnTo>
                  <a:lnTo>
                    <a:pt x="471795" y="1105156"/>
                  </a:lnTo>
                  <a:lnTo>
                    <a:pt x="471800" y="1105146"/>
                  </a:lnTo>
                  <a:lnTo>
                    <a:pt x="471803" y="1105141"/>
                  </a:lnTo>
                  <a:lnTo>
                    <a:pt x="471806" y="1105136"/>
                  </a:lnTo>
                  <a:lnTo>
                    <a:pt x="471812" y="1105130"/>
                  </a:lnTo>
                  <a:lnTo>
                    <a:pt x="471818" y="1105123"/>
                  </a:lnTo>
                  <a:lnTo>
                    <a:pt x="471825" y="1105109"/>
                  </a:lnTo>
                  <a:lnTo>
                    <a:pt x="471827" y="1105105"/>
                  </a:lnTo>
                  <a:lnTo>
                    <a:pt x="471828" y="1105099"/>
                  </a:lnTo>
                  <a:lnTo>
                    <a:pt x="471832" y="1105092"/>
                  </a:lnTo>
                  <a:lnTo>
                    <a:pt x="471836" y="1105086"/>
                  </a:lnTo>
                  <a:lnTo>
                    <a:pt x="471848" y="1105077"/>
                  </a:lnTo>
                  <a:lnTo>
                    <a:pt x="471861" y="1105067"/>
                  </a:lnTo>
                  <a:lnTo>
                    <a:pt x="471873" y="1105056"/>
                  </a:lnTo>
                  <a:lnTo>
                    <a:pt x="471882" y="1105046"/>
                  </a:lnTo>
                  <a:lnTo>
                    <a:pt x="471893" y="1105034"/>
                  </a:lnTo>
                  <a:lnTo>
                    <a:pt x="471909" y="1105018"/>
                  </a:lnTo>
                  <a:lnTo>
                    <a:pt x="471926" y="1105003"/>
                  </a:lnTo>
                  <a:lnTo>
                    <a:pt x="471937" y="1104993"/>
                  </a:lnTo>
                  <a:lnTo>
                    <a:pt x="471945" y="1104984"/>
                  </a:lnTo>
                  <a:lnTo>
                    <a:pt x="471954" y="1104969"/>
                  </a:lnTo>
                  <a:lnTo>
                    <a:pt x="471959" y="1104939"/>
                  </a:lnTo>
                  <a:lnTo>
                    <a:pt x="471961" y="1104932"/>
                  </a:lnTo>
                  <a:lnTo>
                    <a:pt x="471962" y="1104915"/>
                  </a:lnTo>
                  <a:lnTo>
                    <a:pt x="471961" y="1104903"/>
                  </a:lnTo>
                  <a:lnTo>
                    <a:pt x="471960" y="1104896"/>
                  </a:lnTo>
                  <a:lnTo>
                    <a:pt x="471958" y="1104887"/>
                  </a:lnTo>
                  <a:lnTo>
                    <a:pt x="471957" y="1104879"/>
                  </a:lnTo>
                  <a:lnTo>
                    <a:pt x="471956" y="1104873"/>
                  </a:lnTo>
                  <a:lnTo>
                    <a:pt x="471955" y="1104866"/>
                  </a:lnTo>
                  <a:lnTo>
                    <a:pt x="471953" y="1104860"/>
                  </a:lnTo>
                  <a:lnTo>
                    <a:pt x="471951" y="1104853"/>
                  </a:lnTo>
                  <a:lnTo>
                    <a:pt x="471948" y="1104847"/>
                  </a:lnTo>
                  <a:lnTo>
                    <a:pt x="471944" y="1104841"/>
                  </a:lnTo>
                  <a:lnTo>
                    <a:pt x="471940" y="1104835"/>
                  </a:lnTo>
                  <a:lnTo>
                    <a:pt x="471934" y="1104829"/>
                  </a:lnTo>
                  <a:lnTo>
                    <a:pt x="471929" y="1104822"/>
                  </a:lnTo>
                  <a:lnTo>
                    <a:pt x="471923" y="1104814"/>
                  </a:lnTo>
                  <a:lnTo>
                    <a:pt x="471919" y="1104809"/>
                  </a:lnTo>
                  <a:lnTo>
                    <a:pt x="471912" y="1104804"/>
                  </a:lnTo>
                  <a:lnTo>
                    <a:pt x="471900" y="1104795"/>
                  </a:lnTo>
                  <a:lnTo>
                    <a:pt x="471886" y="1104783"/>
                  </a:lnTo>
                  <a:lnTo>
                    <a:pt x="471877" y="1104774"/>
                  </a:lnTo>
                  <a:lnTo>
                    <a:pt x="471858" y="1104752"/>
                  </a:lnTo>
                  <a:lnTo>
                    <a:pt x="471845" y="1104739"/>
                  </a:lnTo>
                  <a:lnTo>
                    <a:pt x="471825" y="1104723"/>
                  </a:lnTo>
                  <a:lnTo>
                    <a:pt x="471801" y="1104709"/>
                  </a:lnTo>
                  <a:lnTo>
                    <a:pt x="471793" y="1104703"/>
                  </a:lnTo>
                  <a:lnTo>
                    <a:pt x="471791" y="1104699"/>
                  </a:lnTo>
                  <a:lnTo>
                    <a:pt x="471791" y="1104689"/>
                  </a:lnTo>
                  <a:lnTo>
                    <a:pt x="471790" y="1104670"/>
                  </a:lnTo>
                  <a:lnTo>
                    <a:pt x="471789" y="1104647"/>
                  </a:lnTo>
                  <a:lnTo>
                    <a:pt x="471789" y="1104626"/>
                  </a:lnTo>
                  <a:lnTo>
                    <a:pt x="471789" y="1104619"/>
                  </a:lnTo>
                  <a:lnTo>
                    <a:pt x="471793" y="1104598"/>
                  </a:lnTo>
                  <a:lnTo>
                    <a:pt x="471796" y="1104585"/>
                  </a:lnTo>
                  <a:lnTo>
                    <a:pt x="471796" y="1104564"/>
                  </a:lnTo>
                  <a:lnTo>
                    <a:pt x="471796" y="1104559"/>
                  </a:lnTo>
                  <a:lnTo>
                    <a:pt x="471795" y="1104547"/>
                  </a:lnTo>
                  <a:lnTo>
                    <a:pt x="471792" y="1104536"/>
                  </a:lnTo>
                  <a:lnTo>
                    <a:pt x="471785" y="1104520"/>
                  </a:lnTo>
                  <a:lnTo>
                    <a:pt x="471771" y="1104502"/>
                  </a:lnTo>
                  <a:lnTo>
                    <a:pt x="471748" y="1104483"/>
                  </a:lnTo>
                  <a:lnTo>
                    <a:pt x="471726" y="1104463"/>
                  </a:lnTo>
                  <a:lnTo>
                    <a:pt x="471721" y="1104455"/>
                  </a:lnTo>
                  <a:lnTo>
                    <a:pt x="471717" y="1104439"/>
                  </a:lnTo>
                  <a:lnTo>
                    <a:pt x="471716" y="1104431"/>
                  </a:lnTo>
                  <a:lnTo>
                    <a:pt x="471716" y="1104419"/>
                  </a:lnTo>
                  <a:lnTo>
                    <a:pt x="471718" y="1104410"/>
                  </a:lnTo>
                  <a:lnTo>
                    <a:pt x="471721" y="1104390"/>
                  </a:lnTo>
                  <a:lnTo>
                    <a:pt x="471721" y="1104381"/>
                  </a:lnTo>
                  <a:lnTo>
                    <a:pt x="471720" y="1104375"/>
                  </a:lnTo>
                  <a:lnTo>
                    <a:pt x="471719" y="1104369"/>
                  </a:lnTo>
                  <a:lnTo>
                    <a:pt x="471717" y="1104359"/>
                  </a:lnTo>
                  <a:lnTo>
                    <a:pt x="471715" y="1104354"/>
                  </a:lnTo>
                  <a:lnTo>
                    <a:pt x="471712" y="1104348"/>
                  </a:lnTo>
                  <a:lnTo>
                    <a:pt x="471709" y="1104337"/>
                  </a:lnTo>
                  <a:lnTo>
                    <a:pt x="471706" y="1104328"/>
                  </a:lnTo>
                  <a:lnTo>
                    <a:pt x="471702" y="1104323"/>
                  </a:lnTo>
                  <a:lnTo>
                    <a:pt x="471699" y="1104318"/>
                  </a:lnTo>
                  <a:lnTo>
                    <a:pt x="471693" y="1104311"/>
                  </a:lnTo>
                  <a:lnTo>
                    <a:pt x="471676" y="1104297"/>
                  </a:lnTo>
                  <a:lnTo>
                    <a:pt x="471666" y="1104288"/>
                  </a:lnTo>
                  <a:lnTo>
                    <a:pt x="471643" y="1104279"/>
                  </a:lnTo>
                  <a:lnTo>
                    <a:pt x="471622" y="1104273"/>
                  </a:lnTo>
                  <a:lnTo>
                    <a:pt x="471617" y="1104272"/>
                  </a:lnTo>
                  <a:lnTo>
                    <a:pt x="471608" y="1104269"/>
                  </a:lnTo>
                  <a:lnTo>
                    <a:pt x="471603" y="1104268"/>
                  </a:lnTo>
                  <a:lnTo>
                    <a:pt x="471591" y="1104266"/>
                  </a:lnTo>
                  <a:lnTo>
                    <a:pt x="471586" y="1104264"/>
                  </a:lnTo>
                  <a:lnTo>
                    <a:pt x="471573" y="1104260"/>
                  </a:lnTo>
                  <a:lnTo>
                    <a:pt x="471562" y="1104253"/>
                  </a:lnTo>
                  <a:lnTo>
                    <a:pt x="471552" y="1104245"/>
                  </a:lnTo>
                  <a:lnTo>
                    <a:pt x="471546" y="1104240"/>
                  </a:lnTo>
                  <a:lnTo>
                    <a:pt x="471544" y="1104236"/>
                  </a:lnTo>
                  <a:lnTo>
                    <a:pt x="471544" y="1104230"/>
                  </a:lnTo>
                  <a:lnTo>
                    <a:pt x="471545" y="1104222"/>
                  </a:lnTo>
                  <a:lnTo>
                    <a:pt x="471548" y="1104209"/>
                  </a:lnTo>
                  <a:lnTo>
                    <a:pt x="471549" y="1104201"/>
                  </a:lnTo>
                  <a:lnTo>
                    <a:pt x="471550" y="1104195"/>
                  </a:lnTo>
                  <a:lnTo>
                    <a:pt x="471550" y="1104188"/>
                  </a:lnTo>
                  <a:lnTo>
                    <a:pt x="471550" y="1104182"/>
                  </a:lnTo>
                  <a:lnTo>
                    <a:pt x="471550" y="1104172"/>
                  </a:lnTo>
                  <a:lnTo>
                    <a:pt x="471550" y="1104163"/>
                  </a:lnTo>
                  <a:lnTo>
                    <a:pt x="471549" y="1104154"/>
                  </a:lnTo>
                  <a:lnTo>
                    <a:pt x="471549" y="1104145"/>
                  </a:lnTo>
                  <a:lnTo>
                    <a:pt x="471548" y="1104135"/>
                  </a:lnTo>
                  <a:lnTo>
                    <a:pt x="471547" y="1104126"/>
                  </a:lnTo>
                  <a:lnTo>
                    <a:pt x="471545" y="1104119"/>
                  </a:lnTo>
                  <a:lnTo>
                    <a:pt x="471544" y="1104113"/>
                  </a:lnTo>
                  <a:lnTo>
                    <a:pt x="471542" y="1104109"/>
                  </a:lnTo>
                  <a:lnTo>
                    <a:pt x="471539" y="1104103"/>
                  </a:lnTo>
                  <a:lnTo>
                    <a:pt x="471538" y="1104097"/>
                  </a:lnTo>
                  <a:lnTo>
                    <a:pt x="471537" y="1104091"/>
                  </a:lnTo>
                  <a:lnTo>
                    <a:pt x="471535" y="1104082"/>
                  </a:lnTo>
                  <a:lnTo>
                    <a:pt x="471532" y="1104074"/>
                  </a:lnTo>
                  <a:lnTo>
                    <a:pt x="471528" y="1104066"/>
                  </a:lnTo>
                  <a:lnTo>
                    <a:pt x="471515" y="1104054"/>
                  </a:lnTo>
                  <a:lnTo>
                    <a:pt x="471507" y="1104046"/>
                  </a:lnTo>
                  <a:lnTo>
                    <a:pt x="471502" y="1104033"/>
                  </a:lnTo>
                  <a:lnTo>
                    <a:pt x="471500" y="1104026"/>
                  </a:lnTo>
                  <a:lnTo>
                    <a:pt x="471497" y="1104015"/>
                  </a:lnTo>
                  <a:lnTo>
                    <a:pt x="471496" y="1104004"/>
                  </a:lnTo>
                  <a:lnTo>
                    <a:pt x="471490" y="1103991"/>
                  </a:lnTo>
                  <a:lnTo>
                    <a:pt x="471484" y="1103980"/>
                  </a:lnTo>
                  <a:lnTo>
                    <a:pt x="471477" y="1103965"/>
                  </a:lnTo>
                  <a:lnTo>
                    <a:pt x="471467" y="1103945"/>
                  </a:lnTo>
                  <a:lnTo>
                    <a:pt x="471470" y="1103940"/>
                  </a:lnTo>
                  <a:lnTo>
                    <a:pt x="471473" y="1103935"/>
                  </a:lnTo>
                  <a:lnTo>
                    <a:pt x="471481" y="1103920"/>
                  </a:lnTo>
                  <a:lnTo>
                    <a:pt x="471490" y="1103900"/>
                  </a:lnTo>
                  <a:lnTo>
                    <a:pt x="471494" y="1103891"/>
                  </a:lnTo>
                  <a:lnTo>
                    <a:pt x="471498" y="1103877"/>
                  </a:lnTo>
                  <a:lnTo>
                    <a:pt x="471500" y="1103868"/>
                  </a:lnTo>
                  <a:lnTo>
                    <a:pt x="471499" y="1103860"/>
                  </a:lnTo>
                  <a:lnTo>
                    <a:pt x="471498" y="1103847"/>
                  </a:lnTo>
                  <a:lnTo>
                    <a:pt x="471496" y="1103839"/>
                  </a:lnTo>
                  <a:lnTo>
                    <a:pt x="471490" y="1103825"/>
                  </a:lnTo>
                  <a:lnTo>
                    <a:pt x="471487" y="1103818"/>
                  </a:lnTo>
                  <a:lnTo>
                    <a:pt x="471482" y="1103796"/>
                  </a:lnTo>
                  <a:lnTo>
                    <a:pt x="471477" y="1103780"/>
                  </a:lnTo>
                  <a:lnTo>
                    <a:pt x="471468" y="1103755"/>
                  </a:lnTo>
                  <a:lnTo>
                    <a:pt x="471454" y="1103718"/>
                  </a:lnTo>
                  <a:lnTo>
                    <a:pt x="471448" y="1103703"/>
                  </a:lnTo>
                  <a:lnTo>
                    <a:pt x="471446" y="1103692"/>
                  </a:lnTo>
                  <a:lnTo>
                    <a:pt x="471444" y="1103686"/>
                  </a:lnTo>
                  <a:lnTo>
                    <a:pt x="471437" y="1103655"/>
                  </a:lnTo>
                  <a:lnTo>
                    <a:pt x="471434" y="1103646"/>
                  </a:lnTo>
                  <a:lnTo>
                    <a:pt x="471433" y="1103633"/>
                  </a:lnTo>
                  <a:lnTo>
                    <a:pt x="471432" y="1103627"/>
                  </a:lnTo>
                  <a:lnTo>
                    <a:pt x="471431" y="1103621"/>
                  </a:lnTo>
                  <a:lnTo>
                    <a:pt x="471430" y="1103600"/>
                  </a:lnTo>
                  <a:lnTo>
                    <a:pt x="471429" y="1103595"/>
                  </a:lnTo>
                  <a:lnTo>
                    <a:pt x="471430" y="1103584"/>
                  </a:lnTo>
                  <a:lnTo>
                    <a:pt x="471434" y="1103560"/>
                  </a:lnTo>
                  <a:lnTo>
                    <a:pt x="471436" y="1103555"/>
                  </a:lnTo>
                  <a:lnTo>
                    <a:pt x="471440" y="1103541"/>
                  </a:lnTo>
                  <a:lnTo>
                    <a:pt x="471445" y="1103532"/>
                  </a:lnTo>
                  <a:lnTo>
                    <a:pt x="471448" y="1103526"/>
                  </a:lnTo>
                  <a:lnTo>
                    <a:pt x="471453" y="1103520"/>
                  </a:lnTo>
                  <a:lnTo>
                    <a:pt x="471460" y="1103514"/>
                  </a:lnTo>
                  <a:lnTo>
                    <a:pt x="471476" y="1103506"/>
                  </a:lnTo>
                  <a:lnTo>
                    <a:pt x="471487" y="1103501"/>
                  </a:lnTo>
                  <a:lnTo>
                    <a:pt x="471497" y="1103493"/>
                  </a:lnTo>
                  <a:lnTo>
                    <a:pt x="471513" y="1103474"/>
                  </a:lnTo>
                  <a:lnTo>
                    <a:pt x="471524" y="1103461"/>
                  </a:lnTo>
                  <a:lnTo>
                    <a:pt x="471529" y="1103455"/>
                  </a:lnTo>
                  <a:lnTo>
                    <a:pt x="471540" y="1103443"/>
                  </a:lnTo>
                  <a:lnTo>
                    <a:pt x="471568" y="1103414"/>
                  </a:lnTo>
                  <a:lnTo>
                    <a:pt x="471574" y="1103407"/>
                  </a:lnTo>
                  <a:lnTo>
                    <a:pt x="471580" y="1103399"/>
                  </a:lnTo>
                  <a:lnTo>
                    <a:pt x="471588" y="1103389"/>
                  </a:lnTo>
                  <a:lnTo>
                    <a:pt x="471592" y="1103381"/>
                  </a:lnTo>
                  <a:lnTo>
                    <a:pt x="471584" y="1103378"/>
                  </a:lnTo>
                  <a:lnTo>
                    <a:pt x="471573" y="1103374"/>
                  </a:lnTo>
                  <a:lnTo>
                    <a:pt x="471555" y="1103368"/>
                  </a:lnTo>
                  <a:lnTo>
                    <a:pt x="471520" y="1103352"/>
                  </a:lnTo>
                  <a:lnTo>
                    <a:pt x="471516" y="1103351"/>
                  </a:lnTo>
                  <a:lnTo>
                    <a:pt x="471486" y="1103340"/>
                  </a:lnTo>
                  <a:lnTo>
                    <a:pt x="471436" y="1103320"/>
                  </a:lnTo>
                  <a:lnTo>
                    <a:pt x="471415" y="1103308"/>
                  </a:lnTo>
                  <a:lnTo>
                    <a:pt x="471405" y="1103302"/>
                  </a:lnTo>
                  <a:lnTo>
                    <a:pt x="471398" y="1103296"/>
                  </a:lnTo>
                  <a:lnTo>
                    <a:pt x="471384" y="1103280"/>
                  </a:lnTo>
                  <a:lnTo>
                    <a:pt x="471369" y="1103258"/>
                  </a:lnTo>
                  <a:lnTo>
                    <a:pt x="471362" y="1103247"/>
                  </a:lnTo>
                  <a:lnTo>
                    <a:pt x="471350" y="1103237"/>
                  </a:lnTo>
                  <a:lnTo>
                    <a:pt x="471341" y="1103230"/>
                  </a:lnTo>
                  <a:lnTo>
                    <a:pt x="471325" y="1103213"/>
                  </a:lnTo>
                  <a:lnTo>
                    <a:pt x="471312" y="1103196"/>
                  </a:lnTo>
                  <a:lnTo>
                    <a:pt x="471296" y="1103166"/>
                  </a:lnTo>
                  <a:lnTo>
                    <a:pt x="471294" y="1103161"/>
                  </a:lnTo>
                  <a:lnTo>
                    <a:pt x="471291" y="1103155"/>
                  </a:lnTo>
                  <a:lnTo>
                    <a:pt x="471287" y="1103149"/>
                  </a:lnTo>
                  <a:lnTo>
                    <a:pt x="471282" y="1103133"/>
                  </a:lnTo>
                  <a:lnTo>
                    <a:pt x="471277" y="1103118"/>
                  </a:lnTo>
                  <a:lnTo>
                    <a:pt x="471272" y="1103101"/>
                  </a:lnTo>
                  <a:lnTo>
                    <a:pt x="471269" y="1103091"/>
                  </a:lnTo>
                  <a:lnTo>
                    <a:pt x="471266" y="1103083"/>
                  </a:lnTo>
                  <a:lnTo>
                    <a:pt x="471262" y="1103071"/>
                  </a:lnTo>
                  <a:lnTo>
                    <a:pt x="471258" y="1103056"/>
                  </a:lnTo>
                  <a:lnTo>
                    <a:pt x="471254" y="1103047"/>
                  </a:lnTo>
                  <a:lnTo>
                    <a:pt x="471248" y="1103039"/>
                  </a:lnTo>
                  <a:lnTo>
                    <a:pt x="471239" y="1103029"/>
                  </a:lnTo>
                  <a:lnTo>
                    <a:pt x="471221" y="1103017"/>
                  </a:lnTo>
                  <a:lnTo>
                    <a:pt x="471212" y="1103010"/>
                  </a:lnTo>
                  <a:lnTo>
                    <a:pt x="471203" y="1102998"/>
                  </a:lnTo>
                  <a:lnTo>
                    <a:pt x="471200" y="1102993"/>
                  </a:lnTo>
                  <a:lnTo>
                    <a:pt x="471198" y="1102985"/>
                  </a:lnTo>
                  <a:lnTo>
                    <a:pt x="471195" y="1102974"/>
                  </a:lnTo>
                  <a:lnTo>
                    <a:pt x="471190" y="1102962"/>
                  </a:lnTo>
                  <a:lnTo>
                    <a:pt x="471182" y="1102950"/>
                  </a:lnTo>
                  <a:lnTo>
                    <a:pt x="471174" y="1102940"/>
                  </a:lnTo>
                  <a:lnTo>
                    <a:pt x="471163" y="1102928"/>
                  </a:lnTo>
                  <a:lnTo>
                    <a:pt x="471152" y="1102918"/>
                  </a:lnTo>
                  <a:lnTo>
                    <a:pt x="471144" y="1102909"/>
                  </a:lnTo>
                  <a:lnTo>
                    <a:pt x="471141" y="1102902"/>
                  </a:lnTo>
                  <a:lnTo>
                    <a:pt x="471137" y="1102894"/>
                  </a:lnTo>
                  <a:lnTo>
                    <a:pt x="471135" y="1102888"/>
                  </a:lnTo>
                  <a:lnTo>
                    <a:pt x="471136" y="1102875"/>
                  </a:lnTo>
                  <a:lnTo>
                    <a:pt x="471138" y="1102865"/>
                  </a:lnTo>
                  <a:lnTo>
                    <a:pt x="471142" y="1102852"/>
                  </a:lnTo>
                  <a:lnTo>
                    <a:pt x="471145" y="1102845"/>
                  </a:lnTo>
                  <a:lnTo>
                    <a:pt x="471148" y="1102838"/>
                  </a:lnTo>
                  <a:lnTo>
                    <a:pt x="471158" y="1102818"/>
                  </a:lnTo>
                  <a:lnTo>
                    <a:pt x="471136" y="1102823"/>
                  </a:lnTo>
                  <a:lnTo>
                    <a:pt x="471112" y="1102828"/>
                  </a:lnTo>
                  <a:lnTo>
                    <a:pt x="471092" y="1102832"/>
                  </a:lnTo>
                  <a:lnTo>
                    <a:pt x="471085" y="1102834"/>
                  </a:lnTo>
                  <a:lnTo>
                    <a:pt x="471065" y="1102840"/>
                  </a:lnTo>
                  <a:lnTo>
                    <a:pt x="471047" y="1102844"/>
                  </a:lnTo>
                  <a:lnTo>
                    <a:pt x="471032" y="1102845"/>
                  </a:lnTo>
                  <a:lnTo>
                    <a:pt x="471013" y="1102843"/>
                  </a:lnTo>
                  <a:lnTo>
                    <a:pt x="470992" y="1102843"/>
                  </a:lnTo>
                  <a:lnTo>
                    <a:pt x="470966" y="1102845"/>
                  </a:lnTo>
                  <a:lnTo>
                    <a:pt x="470940" y="1102848"/>
                  </a:lnTo>
                  <a:lnTo>
                    <a:pt x="470920" y="1102853"/>
                  </a:lnTo>
                  <a:lnTo>
                    <a:pt x="470913" y="1102855"/>
                  </a:lnTo>
                  <a:lnTo>
                    <a:pt x="470902" y="1102861"/>
                  </a:lnTo>
                  <a:lnTo>
                    <a:pt x="470892" y="1102867"/>
                  </a:lnTo>
                  <a:lnTo>
                    <a:pt x="470885" y="1102869"/>
                  </a:lnTo>
                  <a:lnTo>
                    <a:pt x="470876" y="1102870"/>
                  </a:lnTo>
                  <a:lnTo>
                    <a:pt x="470867" y="1102871"/>
                  </a:lnTo>
                  <a:lnTo>
                    <a:pt x="470863" y="1102871"/>
                  </a:lnTo>
                  <a:lnTo>
                    <a:pt x="470851" y="1102872"/>
                  </a:lnTo>
                  <a:lnTo>
                    <a:pt x="470827" y="1102878"/>
                  </a:lnTo>
                  <a:lnTo>
                    <a:pt x="470813" y="1102884"/>
                  </a:lnTo>
                  <a:lnTo>
                    <a:pt x="470798" y="1102890"/>
                  </a:lnTo>
                  <a:lnTo>
                    <a:pt x="470784" y="1102898"/>
                  </a:lnTo>
                  <a:lnTo>
                    <a:pt x="470776" y="1102899"/>
                  </a:lnTo>
                  <a:lnTo>
                    <a:pt x="470769" y="1102899"/>
                  </a:lnTo>
                  <a:lnTo>
                    <a:pt x="470762" y="1102897"/>
                  </a:lnTo>
                  <a:lnTo>
                    <a:pt x="470754" y="1102895"/>
                  </a:lnTo>
                  <a:lnTo>
                    <a:pt x="470738" y="1102885"/>
                  </a:lnTo>
                  <a:lnTo>
                    <a:pt x="470725" y="1102878"/>
                  </a:lnTo>
                  <a:lnTo>
                    <a:pt x="470702" y="1102872"/>
                  </a:lnTo>
                  <a:lnTo>
                    <a:pt x="470687" y="1102868"/>
                  </a:lnTo>
                  <a:lnTo>
                    <a:pt x="470655" y="1102860"/>
                  </a:lnTo>
                  <a:lnTo>
                    <a:pt x="470620" y="1102851"/>
                  </a:lnTo>
                  <a:lnTo>
                    <a:pt x="470610" y="1102848"/>
                  </a:lnTo>
                  <a:lnTo>
                    <a:pt x="470593" y="1102845"/>
                  </a:lnTo>
                  <a:lnTo>
                    <a:pt x="470555" y="1102843"/>
                  </a:lnTo>
                  <a:lnTo>
                    <a:pt x="470537" y="1102844"/>
                  </a:lnTo>
                  <a:lnTo>
                    <a:pt x="470528" y="1102846"/>
                  </a:lnTo>
                  <a:lnTo>
                    <a:pt x="470508" y="1102851"/>
                  </a:lnTo>
                  <a:lnTo>
                    <a:pt x="470504" y="1102853"/>
                  </a:lnTo>
                  <a:lnTo>
                    <a:pt x="470499" y="1102860"/>
                  </a:lnTo>
                  <a:lnTo>
                    <a:pt x="470491" y="1102874"/>
                  </a:lnTo>
                  <a:lnTo>
                    <a:pt x="470485" y="1102882"/>
                  </a:lnTo>
                  <a:lnTo>
                    <a:pt x="470476" y="1102889"/>
                  </a:lnTo>
                  <a:lnTo>
                    <a:pt x="470472" y="1102891"/>
                  </a:lnTo>
                  <a:lnTo>
                    <a:pt x="470454" y="1102892"/>
                  </a:lnTo>
                  <a:lnTo>
                    <a:pt x="470418" y="1102894"/>
                  </a:lnTo>
                  <a:lnTo>
                    <a:pt x="470390" y="1102897"/>
                  </a:lnTo>
                  <a:lnTo>
                    <a:pt x="470373" y="1102901"/>
                  </a:lnTo>
                  <a:lnTo>
                    <a:pt x="470357" y="1102905"/>
                  </a:lnTo>
                  <a:lnTo>
                    <a:pt x="470339" y="1102909"/>
                  </a:lnTo>
                  <a:lnTo>
                    <a:pt x="470324" y="1102910"/>
                  </a:lnTo>
                  <a:lnTo>
                    <a:pt x="470308" y="1102910"/>
                  </a:lnTo>
                  <a:lnTo>
                    <a:pt x="470297" y="1102908"/>
                  </a:lnTo>
                  <a:lnTo>
                    <a:pt x="470292" y="1102909"/>
                  </a:lnTo>
                  <a:lnTo>
                    <a:pt x="470286" y="1102914"/>
                  </a:lnTo>
                  <a:lnTo>
                    <a:pt x="470277" y="1102924"/>
                  </a:lnTo>
                  <a:lnTo>
                    <a:pt x="470270" y="1102930"/>
                  </a:lnTo>
                  <a:lnTo>
                    <a:pt x="470261" y="1102934"/>
                  </a:lnTo>
                  <a:lnTo>
                    <a:pt x="470251" y="1102938"/>
                  </a:lnTo>
                  <a:lnTo>
                    <a:pt x="470243" y="1102943"/>
                  </a:lnTo>
                  <a:lnTo>
                    <a:pt x="470225" y="1102955"/>
                  </a:lnTo>
                  <a:lnTo>
                    <a:pt x="470218" y="1102957"/>
                  </a:lnTo>
                  <a:lnTo>
                    <a:pt x="470210" y="1102958"/>
                  </a:lnTo>
                  <a:lnTo>
                    <a:pt x="470190" y="1102959"/>
                  </a:lnTo>
                  <a:lnTo>
                    <a:pt x="470180" y="1102960"/>
                  </a:lnTo>
                  <a:lnTo>
                    <a:pt x="470174" y="1102962"/>
                  </a:lnTo>
                  <a:lnTo>
                    <a:pt x="470169" y="1102963"/>
                  </a:lnTo>
                  <a:lnTo>
                    <a:pt x="470155" y="1102970"/>
                  </a:lnTo>
                  <a:lnTo>
                    <a:pt x="470143" y="1102974"/>
                  </a:lnTo>
                  <a:lnTo>
                    <a:pt x="470126" y="1102977"/>
                  </a:lnTo>
                  <a:lnTo>
                    <a:pt x="470113" y="1102978"/>
                  </a:lnTo>
                  <a:lnTo>
                    <a:pt x="470106" y="1102976"/>
                  </a:lnTo>
                  <a:lnTo>
                    <a:pt x="470100" y="1102971"/>
                  </a:lnTo>
                  <a:lnTo>
                    <a:pt x="470199" y="1104578"/>
                  </a:lnTo>
                  <a:lnTo>
                    <a:pt x="470193" y="1104578"/>
                  </a:lnTo>
                  <a:lnTo>
                    <a:pt x="470179" y="1104577"/>
                  </a:lnTo>
                  <a:lnTo>
                    <a:pt x="470163" y="1104572"/>
                  </a:lnTo>
                  <a:lnTo>
                    <a:pt x="470152" y="1104568"/>
                  </a:lnTo>
                  <a:lnTo>
                    <a:pt x="470127" y="1104557"/>
                  </a:lnTo>
                  <a:lnTo>
                    <a:pt x="470112" y="1104549"/>
                  </a:lnTo>
                  <a:lnTo>
                    <a:pt x="470099" y="1104540"/>
                  </a:lnTo>
                  <a:lnTo>
                    <a:pt x="470077" y="1104528"/>
                  </a:lnTo>
                  <a:lnTo>
                    <a:pt x="470060" y="1104518"/>
                  </a:lnTo>
                  <a:lnTo>
                    <a:pt x="470048" y="1104510"/>
                  </a:lnTo>
                  <a:lnTo>
                    <a:pt x="470041" y="1104502"/>
                  </a:lnTo>
                  <a:lnTo>
                    <a:pt x="470037" y="1104496"/>
                  </a:lnTo>
                  <a:lnTo>
                    <a:pt x="470032" y="1104490"/>
                  </a:lnTo>
                  <a:lnTo>
                    <a:pt x="470026" y="1104473"/>
                  </a:lnTo>
                  <a:lnTo>
                    <a:pt x="470019" y="1104453"/>
                  </a:lnTo>
                  <a:lnTo>
                    <a:pt x="470017" y="1104446"/>
                  </a:lnTo>
                  <a:lnTo>
                    <a:pt x="470014" y="1104441"/>
                  </a:lnTo>
                  <a:lnTo>
                    <a:pt x="470006" y="1104435"/>
                  </a:lnTo>
                  <a:lnTo>
                    <a:pt x="469994" y="1104431"/>
                  </a:lnTo>
                  <a:lnTo>
                    <a:pt x="469979" y="1104429"/>
                  </a:lnTo>
                  <a:lnTo>
                    <a:pt x="469947" y="1104424"/>
                  </a:lnTo>
                  <a:lnTo>
                    <a:pt x="469928" y="1104424"/>
                  </a:lnTo>
                  <a:lnTo>
                    <a:pt x="469915" y="1104421"/>
                  </a:lnTo>
                  <a:lnTo>
                    <a:pt x="469898" y="1104416"/>
                  </a:lnTo>
                  <a:lnTo>
                    <a:pt x="469869" y="1104404"/>
                  </a:lnTo>
                  <a:lnTo>
                    <a:pt x="469838" y="1104392"/>
                  </a:lnTo>
                  <a:lnTo>
                    <a:pt x="469824" y="1104385"/>
                  </a:lnTo>
                  <a:lnTo>
                    <a:pt x="469817" y="1104380"/>
                  </a:lnTo>
                  <a:lnTo>
                    <a:pt x="469811" y="1104376"/>
                  </a:lnTo>
                  <a:lnTo>
                    <a:pt x="469804" y="1104375"/>
                  </a:lnTo>
                  <a:lnTo>
                    <a:pt x="469794" y="1104376"/>
                  </a:lnTo>
                  <a:lnTo>
                    <a:pt x="469779" y="1104385"/>
                  </a:lnTo>
                  <a:lnTo>
                    <a:pt x="469767" y="1104390"/>
                  </a:lnTo>
                  <a:lnTo>
                    <a:pt x="469749" y="1104395"/>
                  </a:lnTo>
                  <a:lnTo>
                    <a:pt x="469728" y="1104399"/>
                  </a:lnTo>
                  <a:lnTo>
                    <a:pt x="469687" y="1104401"/>
                  </a:lnTo>
                  <a:lnTo>
                    <a:pt x="469657" y="1104404"/>
                  </a:lnTo>
                  <a:lnTo>
                    <a:pt x="469647" y="1104406"/>
                  </a:lnTo>
                  <a:lnTo>
                    <a:pt x="469634" y="1104412"/>
                  </a:lnTo>
                  <a:lnTo>
                    <a:pt x="469619" y="1104419"/>
                  </a:lnTo>
                  <a:lnTo>
                    <a:pt x="469594" y="1104426"/>
                  </a:lnTo>
                  <a:lnTo>
                    <a:pt x="469571" y="1104432"/>
                  </a:lnTo>
                  <a:lnTo>
                    <a:pt x="469556" y="1104438"/>
                  </a:lnTo>
                  <a:lnTo>
                    <a:pt x="469541" y="1104445"/>
                  </a:lnTo>
                  <a:lnTo>
                    <a:pt x="469526" y="1104450"/>
                  </a:lnTo>
                  <a:lnTo>
                    <a:pt x="469509" y="1104456"/>
                  </a:lnTo>
                  <a:lnTo>
                    <a:pt x="469498" y="1104460"/>
                  </a:lnTo>
                  <a:lnTo>
                    <a:pt x="469473" y="1104469"/>
                  </a:lnTo>
                  <a:lnTo>
                    <a:pt x="469433" y="1104484"/>
                  </a:lnTo>
                  <a:lnTo>
                    <a:pt x="469426" y="1104487"/>
                  </a:lnTo>
                  <a:lnTo>
                    <a:pt x="469409" y="1104487"/>
                  </a:lnTo>
                  <a:lnTo>
                    <a:pt x="469402" y="1104490"/>
                  </a:lnTo>
                  <a:lnTo>
                    <a:pt x="469416" y="1104504"/>
                  </a:lnTo>
                  <a:lnTo>
                    <a:pt x="469425" y="1104515"/>
                  </a:lnTo>
                  <a:lnTo>
                    <a:pt x="469441" y="1104536"/>
                  </a:lnTo>
                  <a:lnTo>
                    <a:pt x="469444" y="1104541"/>
                  </a:lnTo>
                  <a:lnTo>
                    <a:pt x="469449" y="1104549"/>
                  </a:lnTo>
                  <a:lnTo>
                    <a:pt x="469453" y="1104560"/>
                  </a:lnTo>
                  <a:lnTo>
                    <a:pt x="469454" y="1104566"/>
                  </a:lnTo>
                  <a:lnTo>
                    <a:pt x="469454" y="1104580"/>
                  </a:lnTo>
                  <a:lnTo>
                    <a:pt x="469453" y="1104587"/>
                  </a:lnTo>
                  <a:lnTo>
                    <a:pt x="469447" y="1104600"/>
                  </a:lnTo>
                  <a:lnTo>
                    <a:pt x="469430" y="1104637"/>
                  </a:lnTo>
                  <a:lnTo>
                    <a:pt x="469425" y="1104649"/>
                  </a:lnTo>
                  <a:lnTo>
                    <a:pt x="469419" y="1104659"/>
                  </a:lnTo>
                  <a:lnTo>
                    <a:pt x="469410" y="1104677"/>
                  </a:lnTo>
                  <a:lnTo>
                    <a:pt x="469408" y="1104686"/>
                  </a:lnTo>
                  <a:lnTo>
                    <a:pt x="469405" y="1104698"/>
                  </a:lnTo>
                  <a:lnTo>
                    <a:pt x="469402" y="1104717"/>
                  </a:lnTo>
                  <a:lnTo>
                    <a:pt x="469400" y="1104731"/>
                  </a:lnTo>
                  <a:lnTo>
                    <a:pt x="469401" y="1104738"/>
                  </a:lnTo>
                  <a:lnTo>
                    <a:pt x="469403" y="1104742"/>
                  </a:lnTo>
                  <a:lnTo>
                    <a:pt x="469408" y="1104756"/>
                  </a:lnTo>
                  <a:lnTo>
                    <a:pt x="469417" y="1104782"/>
                  </a:lnTo>
                  <a:lnTo>
                    <a:pt x="469424" y="1104811"/>
                  </a:lnTo>
                  <a:lnTo>
                    <a:pt x="469427" y="1104826"/>
                  </a:lnTo>
                  <a:lnTo>
                    <a:pt x="469426" y="1104848"/>
                  </a:lnTo>
                  <a:lnTo>
                    <a:pt x="469423" y="1104870"/>
                  </a:lnTo>
                  <a:lnTo>
                    <a:pt x="469417" y="1104891"/>
                  </a:lnTo>
                  <a:lnTo>
                    <a:pt x="469414" y="1104904"/>
                  </a:lnTo>
                  <a:lnTo>
                    <a:pt x="469413" y="1104917"/>
                  </a:lnTo>
                  <a:lnTo>
                    <a:pt x="469412" y="1104931"/>
                  </a:lnTo>
                  <a:lnTo>
                    <a:pt x="469410" y="1104947"/>
                  </a:lnTo>
                  <a:lnTo>
                    <a:pt x="469404" y="1104960"/>
                  </a:lnTo>
                  <a:lnTo>
                    <a:pt x="469400" y="1104973"/>
                  </a:lnTo>
                  <a:lnTo>
                    <a:pt x="469394" y="1105000"/>
                  </a:lnTo>
                  <a:lnTo>
                    <a:pt x="469385" y="1105027"/>
                  </a:lnTo>
                  <a:lnTo>
                    <a:pt x="469374" y="1105052"/>
                  </a:lnTo>
                  <a:lnTo>
                    <a:pt x="469371" y="1105058"/>
                  </a:lnTo>
                  <a:lnTo>
                    <a:pt x="469362" y="1105074"/>
                  </a:lnTo>
                  <a:lnTo>
                    <a:pt x="469357" y="1105084"/>
                  </a:lnTo>
                  <a:lnTo>
                    <a:pt x="469359" y="1105092"/>
                  </a:lnTo>
                  <a:lnTo>
                    <a:pt x="469364" y="1105108"/>
                  </a:lnTo>
                  <a:lnTo>
                    <a:pt x="469368" y="1105122"/>
                  </a:lnTo>
                  <a:lnTo>
                    <a:pt x="469376" y="1105141"/>
                  </a:lnTo>
                  <a:lnTo>
                    <a:pt x="469384" y="1105163"/>
                  </a:lnTo>
                  <a:lnTo>
                    <a:pt x="469386" y="1105180"/>
                  </a:lnTo>
                  <a:lnTo>
                    <a:pt x="469386" y="1105192"/>
                  </a:lnTo>
                  <a:lnTo>
                    <a:pt x="469385" y="1105201"/>
                  </a:lnTo>
                  <a:lnTo>
                    <a:pt x="469381" y="1105210"/>
                  </a:lnTo>
                  <a:lnTo>
                    <a:pt x="469375" y="1105217"/>
                  </a:lnTo>
                  <a:lnTo>
                    <a:pt x="469368" y="1105223"/>
                  </a:lnTo>
                  <a:lnTo>
                    <a:pt x="469360" y="1105230"/>
                  </a:lnTo>
                  <a:lnTo>
                    <a:pt x="469342" y="1105246"/>
                  </a:lnTo>
                  <a:lnTo>
                    <a:pt x="469339" y="1105250"/>
                  </a:lnTo>
                  <a:lnTo>
                    <a:pt x="469330" y="1105261"/>
                  </a:lnTo>
                  <a:lnTo>
                    <a:pt x="469319" y="1105273"/>
                  </a:lnTo>
                  <a:lnTo>
                    <a:pt x="469314" y="1105282"/>
                  </a:lnTo>
                  <a:lnTo>
                    <a:pt x="469310" y="1105293"/>
                  </a:lnTo>
                  <a:lnTo>
                    <a:pt x="469305" y="1105305"/>
                  </a:lnTo>
                  <a:lnTo>
                    <a:pt x="469298" y="1105317"/>
                  </a:lnTo>
                  <a:lnTo>
                    <a:pt x="469294" y="1105326"/>
                  </a:lnTo>
                  <a:lnTo>
                    <a:pt x="469292" y="1105334"/>
                  </a:lnTo>
                  <a:lnTo>
                    <a:pt x="469291" y="1105344"/>
                  </a:lnTo>
                  <a:lnTo>
                    <a:pt x="469290" y="1105358"/>
                  </a:lnTo>
                  <a:lnTo>
                    <a:pt x="469289" y="1105369"/>
                  </a:lnTo>
                  <a:lnTo>
                    <a:pt x="469285" y="1105378"/>
                  </a:lnTo>
                  <a:lnTo>
                    <a:pt x="469278" y="1105390"/>
                  </a:lnTo>
                  <a:lnTo>
                    <a:pt x="469269" y="1105402"/>
                  </a:lnTo>
                  <a:lnTo>
                    <a:pt x="469266" y="1105409"/>
                  </a:lnTo>
                  <a:lnTo>
                    <a:pt x="469263" y="1105419"/>
                  </a:lnTo>
                  <a:lnTo>
                    <a:pt x="469261" y="1105434"/>
                  </a:lnTo>
                  <a:lnTo>
                    <a:pt x="469258" y="1105444"/>
                  </a:lnTo>
                  <a:lnTo>
                    <a:pt x="469252" y="1105453"/>
                  </a:lnTo>
                  <a:lnTo>
                    <a:pt x="469243" y="1105460"/>
                  </a:lnTo>
                  <a:lnTo>
                    <a:pt x="469232" y="1105466"/>
                  </a:lnTo>
                  <a:lnTo>
                    <a:pt x="469227" y="1105468"/>
                  </a:lnTo>
                  <a:lnTo>
                    <a:pt x="469217" y="1105469"/>
                  </a:lnTo>
                  <a:lnTo>
                    <a:pt x="469208" y="1105470"/>
                  </a:lnTo>
                  <a:lnTo>
                    <a:pt x="469197" y="1105470"/>
                  </a:lnTo>
                  <a:lnTo>
                    <a:pt x="469188" y="1105468"/>
                  </a:lnTo>
                  <a:lnTo>
                    <a:pt x="469175" y="1105465"/>
                  </a:lnTo>
                  <a:lnTo>
                    <a:pt x="469169" y="1105466"/>
                  </a:lnTo>
                  <a:lnTo>
                    <a:pt x="469162" y="1105469"/>
                  </a:lnTo>
                  <a:lnTo>
                    <a:pt x="469154" y="1105474"/>
                  </a:lnTo>
                  <a:lnTo>
                    <a:pt x="469144" y="1105485"/>
                  </a:lnTo>
                  <a:lnTo>
                    <a:pt x="469142" y="1105489"/>
                  </a:lnTo>
                  <a:lnTo>
                    <a:pt x="469138" y="1105495"/>
                  </a:lnTo>
                  <a:lnTo>
                    <a:pt x="469134" y="1105500"/>
                  </a:lnTo>
                  <a:lnTo>
                    <a:pt x="469129" y="1105505"/>
                  </a:lnTo>
                  <a:lnTo>
                    <a:pt x="469112" y="1105511"/>
                  </a:lnTo>
                  <a:lnTo>
                    <a:pt x="469092" y="1105518"/>
                  </a:lnTo>
                  <a:lnTo>
                    <a:pt x="469083" y="1105525"/>
                  </a:lnTo>
                  <a:lnTo>
                    <a:pt x="469080" y="1105530"/>
                  </a:lnTo>
                  <a:lnTo>
                    <a:pt x="469078" y="1105535"/>
                  </a:lnTo>
                  <a:lnTo>
                    <a:pt x="469076" y="1105548"/>
                  </a:lnTo>
                  <a:lnTo>
                    <a:pt x="469072" y="1105569"/>
                  </a:lnTo>
                  <a:lnTo>
                    <a:pt x="469069" y="1105586"/>
                  </a:lnTo>
                  <a:lnTo>
                    <a:pt x="469064" y="1105602"/>
                  </a:lnTo>
                  <a:lnTo>
                    <a:pt x="469056" y="1105621"/>
                  </a:lnTo>
                  <a:lnTo>
                    <a:pt x="469050" y="1105633"/>
                  </a:lnTo>
                  <a:lnTo>
                    <a:pt x="469047" y="1105643"/>
                  </a:lnTo>
                  <a:lnTo>
                    <a:pt x="469044" y="1105651"/>
                  </a:lnTo>
                  <a:lnTo>
                    <a:pt x="469037" y="1105665"/>
                  </a:lnTo>
                  <a:lnTo>
                    <a:pt x="469029" y="1105677"/>
                  </a:lnTo>
                  <a:lnTo>
                    <a:pt x="469020" y="1105687"/>
                  </a:lnTo>
                  <a:lnTo>
                    <a:pt x="469008" y="1105695"/>
                  </a:lnTo>
                  <a:lnTo>
                    <a:pt x="468993" y="1105706"/>
                  </a:lnTo>
                  <a:lnTo>
                    <a:pt x="468984" y="1105715"/>
                  </a:lnTo>
                  <a:lnTo>
                    <a:pt x="468979" y="1105721"/>
                  </a:lnTo>
                  <a:lnTo>
                    <a:pt x="468973" y="1105728"/>
                  </a:lnTo>
                  <a:lnTo>
                    <a:pt x="468962" y="1105747"/>
                  </a:lnTo>
                  <a:lnTo>
                    <a:pt x="468950" y="1105769"/>
                  </a:lnTo>
                  <a:lnTo>
                    <a:pt x="468939" y="1105797"/>
                  </a:lnTo>
                  <a:lnTo>
                    <a:pt x="468936" y="1105808"/>
                  </a:lnTo>
                  <a:lnTo>
                    <a:pt x="468933" y="1105819"/>
                  </a:lnTo>
                  <a:lnTo>
                    <a:pt x="468930" y="1105828"/>
                  </a:lnTo>
                  <a:lnTo>
                    <a:pt x="468927" y="1105846"/>
                  </a:lnTo>
                  <a:lnTo>
                    <a:pt x="468926" y="1105859"/>
                  </a:lnTo>
                  <a:lnTo>
                    <a:pt x="468926" y="1105865"/>
                  </a:lnTo>
                  <a:lnTo>
                    <a:pt x="468928" y="1105878"/>
                  </a:lnTo>
                  <a:lnTo>
                    <a:pt x="468930" y="1105884"/>
                  </a:lnTo>
                  <a:lnTo>
                    <a:pt x="468937" y="1105892"/>
                  </a:lnTo>
                  <a:lnTo>
                    <a:pt x="468951" y="1105910"/>
                  </a:lnTo>
                  <a:lnTo>
                    <a:pt x="468961" y="1105922"/>
                  </a:lnTo>
                  <a:lnTo>
                    <a:pt x="468971" y="1105937"/>
                  </a:lnTo>
                  <a:lnTo>
                    <a:pt x="468979" y="1105950"/>
                  </a:lnTo>
                  <a:lnTo>
                    <a:pt x="468989" y="1105965"/>
                  </a:lnTo>
                  <a:lnTo>
                    <a:pt x="468998" y="1105977"/>
                  </a:lnTo>
                  <a:lnTo>
                    <a:pt x="469012" y="1105993"/>
                  </a:lnTo>
                  <a:lnTo>
                    <a:pt x="469016" y="1105999"/>
                  </a:lnTo>
                  <a:lnTo>
                    <a:pt x="469022" y="1106011"/>
                  </a:lnTo>
                  <a:lnTo>
                    <a:pt x="469036" y="1106041"/>
                  </a:lnTo>
                  <a:lnTo>
                    <a:pt x="469054" y="1106076"/>
                  </a:lnTo>
                  <a:lnTo>
                    <a:pt x="469063" y="1106092"/>
                  </a:lnTo>
                  <a:lnTo>
                    <a:pt x="469080" y="1106119"/>
                  </a:lnTo>
                  <a:lnTo>
                    <a:pt x="469085" y="1106125"/>
                  </a:lnTo>
                  <a:lnTo>
                    <a:pt x="469091" y="1106133"/>
                  </a:lnTo>
                  <a:lnTo>
                    <a:pt x="469101" y="1106147"/>
                  </a:lnTo>
                  <a:lnTo>
                    <a:pt x="469110" y="1106157"/>
                  </a:lnTo>
                  <a:lnTo>
                    <a:pt x="469121" y="1106165"/>
                  </a:lnTo>
                  <a:lnTo>
                    <a:pt x="469135" y="1106174"/>
                  </a:lnTo>
                  <a:lnTo>
                    <a:pt x="469143" y="1106182"/>
                  </a:lnTo>
                  <a:lnTo>
                    <a:pt x="469151" y="1106192"/>
                  </a:lnTo>
                  <a:lnTo>
                    <a:pt x="469152" y="1106196"/>
                  </a:lnTo>
                  <a:lnTo>
                    <a:pt x="469155" y="1106201"/>
                  </a:lnTo>
                  <a:lnTo>
                    <a:pt x="469162" y="1106210"/>
                  </a:lnTo>
                  <a:lnTo>
                    <a:pt x="469187" y="1106238"/>
                  </a:lnTo>
                  <a:lnTo>
                    <a:pt x="469198" y="1106252"/>
                  </a:lnTo>
                  <a:lnTo>
                    <a:pt x="469221" y="1106283"/>
                  </a:lnTo>
                  <a:lnTo>
                    <a:pt x="469238" y="1106307"/>
                  </a:lnTo>
                  <a:lnTo>
                    <a:pt x="469246" y="1106321"/>
                  </a:lnTo>
                  <a:lnTo>
                    <a:pt x="469249" y="1106328"/>
                  </a:lnTo>
                  <a:lnTo>
                    <a:pt x="469252" y="1106340"/>
                  </a:lnTo>
                  <a:lnTo>
                    <a:pt x="469253" y="1106352"/>
                  </a:lnTo>
                  <a:lnTo>
                    <a:pt x="469256" y="1106381"/>
                  </a:lnTo>
                  <a:lnTo>
                    <a:pt x="469261" y="1106403"/>
                  </a:lnTo>
                  <a:lnTo>
                    <a:pt x="469264" y="1106412"/>
                  </a:lnTo>
                  <a:lnTo>
                    <a:pt x="469271" y="1106431"/>
                  </a:lnTo>
                  <a:lnTo>
                    <a:pt x="469253" y="1106449"/>
                  </a:lnTo>
                  <a:lnTo>
                    <a:pt x="469217" y="1106483"/>
                  </a:lnTo>
                  <a:lnTo>
                    <a:pt x="469203" y="1106496"/>
                  </a:lnTo>
                  <a:lnTo>
                    <a:pt x="469167" y="1106526"/>
                  </a:lnTo>
                  <a:lnTo>
                    <a:pt x="469154" y="1106536"/>
                  </a:lnTo>
                  <a:lnTo>
                    <a:pt x="469141" y="1106548"/>
                  </a:lnTo>
                  <a:lnTo>
                    <a:pt x="469121" y="1106568"/>
                  </a:lnTo>
                  <a:lnTo>
                    <a:pt x="469105" y="1106580"/>
                  </a:lnTo>
                  <a:lnTo>
                    <a:pt x="469089" y="1106588"/>
                  </a:lnTo>
                  <a:lnTo>
                    <a:pt x="469079" y="1106593"/>
                  </a:lnTo>
                  <a:lnTo>
                    <a:pt x="469059" y="1106604"/>
                  </a:lnTo>
                  <a:lnTo>
                    <a:pt x="469032" y="1106621"/>
                  </a:lnTo>
                  <a:lnTo>
                    <a:pt x="469013" y="1106637"/>
                  </a:lnTo>
                  <a:lnTo>
                    <a:pt x="468992" y="1106659"/>
                  </a:lnTo>
                  <a:lnTo>
                    <a:pt x="468974" y="1106682"/>
                  </a:lnTo>
                  <a:lnTo>
                    <a:pt x="468961" y="1106698"/>
                  </a:lnTo>
                  <a:lnTo>
                    <a:pt x="468953" y="1106707"/>
                  </a:lnTo>
                  <a:lnTo>
                    <a:pt x="468942" y="1106718"/>
                  </a:lnTo>
                  <a:lnTo>
                    <a:pt x="468901" y="1106748"/>
                  </a:lnTo>
                  <a:lnTo>
                    <a:pt x="468883" y="1106762"/>
                  </a:lnTo>
                  <a:lnTo>
                    <a:pt x="468875" y="1106771"/>
                  </a:lnTo>
                  <a:lnTo>
                    <a:pt x="468868" y="1106783"/>
                  </a:lnTo>
                  <a:lnTo>
                    <a:pt x="468860" y="1106799"/>
                  </a:lnTo>
                  <a:lnTo>
                    <a:pt x="468842" y="1106847"/>
                  </a:lnTo>
                  <a:lnTo>
                    <a:pt x="468829" y="1106884"/>
                  </a:lnTo>
                  <a:lnTo>
                    <a:pt x="468820" y="1106901"/>
                  </a:lnTo>
                  <a:lnTo>
                    <a:pt x="468798" y="1106923"/>
                  </a:lnTo>
                  <a:lnTo>
                    <a:pt x="468790" y="1106929"/>
                  </a:lnTo>
                  <a:lnTo>
                    <a:pt x="468780" y="1106937"/>
                  </a:lnTo>
                  <a:lnTo>
                    <a:pt x="468763" y="1106948"/>
                  </a:lnTo>
                  <a:lnTo>
                    <a:pt x="468734" y="1106961"/>
                  </a:lnTo>
                  <a:lnTo>
                    <a:pt x="468729" y="1106963"/>
                  </a:lnTo>
                  <a:lnTo>
                    <a:pt x="468712" y="1106969"/>
                  </a:lnTo>
                  <a:lnTo>
                    <a:pt x="468696" y="1106972"/>
                  </a:lnTo>
                  <a:lnTo>
                    <a:pt x="468680" y="1106974"/>
                  </a:lnTo>
                  <a:lnTo>
                    <a:pt x="468672" y="1106976"/>
                  </a:lnTo>
                  <a:lnTo>
                    <a:pt x="468658" y="1106977"/>
                  </a:lnTo>
                  <a:lnTo>
                    <a:pt x="468645" y="1106977"/>
                  </a:lnTo>
                  <a:lnTo>
                    <a:pt x="468628" y="1106979"/>
                  </a:lnTo>
                  <a:lnTo>
                    <a:pt x="468622" y="1106981"/>
                  </a:lnTo>
                  <a:lnTo>
                    <a:pt x="468621" y="1106985"/>
                  </a:lnTo>
                  <a:lnTo>
                    <a:pt x="468618" y="1106991"/>
                  </a:lnTo>
                  <a:lnTo>
                    <a:pt x="468617" y="1106998"/>
                  </a:lnTo>
                  <a:lnTo>
                    <a:pt x="468618" y="1107007"/>
                  </a:lnTo>
                  <a:lnTo>
                    <a:pt x="468623" y="1107020"/>
                  </a:lnTo>
                  <a:lnTo>
                    <a:pt x="468621" y="1107033"/>
                  </a:lnTo>
                  <a:lnTo>
                    <a:pt x="468611" y="1107065"/>
                  </a:lnTo>
                  <a:lnTo>
                    <a:pt x="468602" y="1107100"/>
                  </a:lnTo>
                  <a:lnTo>
                    <a:pt x="468599" y="1107113"/>
                  </a:lnTo>
                  <a:lnTo>
                    <a:pt x="468597" y="1107121"/>
                  </a:lnTo>
                  <a:lnTo>
                    <a:pt x="468595" y="1107138"/>
                  </a:lnTo>
                  <a:lnTo>
                    <a:pt x="468594" y="1107142"/>
                  </a:lnTo>
                  <a:lnTo>
                    <a:pt x="468594" y="1107154"/>
                  </a:lnTo>
                  <a:lnTo>
                    <a:pt x="468583" y="1107181"/>
                  </a:lnTo>
                  <a:lnTo>
                    <a:pt x="468581" y="1107186"/>
                  </a:lnTo>
                  <a:lnTo>
                    <a:pt x="468575" y="1107199"/>
                  </a:lnTo>
                  <a:lnTo>
                    <a:pt x="468564" y="1107221"/>
                  </a:lnTo>
                  <a:lnTo>
                    <a:pt x="468553" y="1107242"/>
                  </a:lnTo>
                  <a:lnTo>
                    <a:pt x="468545" y="1107262"/>
                  </a:lnTo>
                  <a:lnTo>
                    <a:pt x="468541" y="1107272"/>
                  </a:lnTo>
                  <a:lnTo>
                    <a:pt x="468531" y="1107290"/>
                  </a:lnTo>
                  <a:lnTo>
                    <a:pt x="468519" y="1107306"/>
                  </a:lnTo>
                  <a:lnTo>
                    <a:pt x="468514" y="1107313"/>
                  </a:lnTo>
                  <a:lnTo>
                    <a:pt x="468511" y="1107318"/>
                  </a:lnTo>
                  <a:lnTo>
                    <a:pt x="468509" y="1107325"/>
                  </a:lnTo>
                  <a:lnTo>
                    <a:pt x="468508" y="1107343"/>
                  </a:lnTo>
                  <a:lnTo>
                    <a:pt x="468507" y="1107362"/>
                  </a:lnTo>
                  <a:lnTo>
                    <a:pt x="468504" y="1107372"/>
                  </a:lnTo>
                  <a:lnTo>
                    <a:pt x="468500" y="1107382"/>
                  </a:lnTo>
                  <a:lnTo>
                    <a:pt x="468493" y="1107398"/>
                  </a:lnTo>
                  <a:lnTo>
                    <a:pt x="468491" y="1107403"/>
                  </a:lnTo>
                  <a:lnTo>
                    <a:pt x="468476" y="1107417"/>
                  </a:lnTo>
                  <a:lnTo>
                    <a:pt x="468465" y="1107425"/>
                  </a:lnTo>
                  <a:lnTo>
                    <a:pt x="468457" y="1107432"/>
                  </a:lnTo>
                  <a:lnTo>
                    <a:pt x="468446" y="1107440"/>
                  </a:lnTo>
                  <a:lnTo>
                    <a:pt x="468437" y="1107447"/>
                  </a:lnTo>
                  <a:lnTo>
                    <a:pt x="468430" y="1107452"/>
                  </a:lnTo>
                  <a:lnTo>
                    <a:pt x="468424" y="1107458"/>
                  </a:lnTo>
                  <a:lnTo>
                    <a:pt x="468419" y="1107464"/>
                  </a:lnTo>
                  <a:lnTo>
                    <a:pt x="468413" y="1107472"/>
                  </a:lnTo>
                  <a:lnTo>
                    <a:pt x="468409" y="1107478"/>
                  </a:lnTo>
                  <a:lnTo>
                    <a:pt x="468403" y="1107486"/>
                  </a:lnTo>
                  <a:lnTo>
                    <a:pt x="468399" y="1107494"/>
                  </a:lnTo>
                  <a:lnTo>
                    <a:pt x="468395" y="1107503"/>
                  </a:lnTo>
                  <a:lnTo>
                    <a:pt x="468391" y="1107514"/>
                  </a:lnTo>
                  <a:lnTo>
                    <a:pt x="468389" y="1107523"/>
                  </a:lnTo>
                  <a:lnTo>
                    <a:pt x="468388" y="1107529"/>
                  </a:lnTo>
                  <a:lnTo>
                    <a:pt x="468384" y="1107542"/>
                  </a:lnTo>
                  <a:lnTo>
                    <a:pt x="468381" y="1107554"/>
                  </a:lnTo>
                  <a:lnTo>
                    <a:pt x="468375" y="1107567"/>
                  </a:lnTo>
                  <a:lnTo>
                    <a:pt x="468368" y="1107578"/>
                  </a:lnTo>
                  <a:lnTo>
                    <a:pt x="468360" y="1107588"/>
                  </a:lnTo>
                  <a:lnTo>
                    <a:pt x="468357" y="1107595"/>
                  </a:lnTo>
                  <a:lnTo>
                    <a:pt x="468354" y="1107605"/>
                  </a:lnTo>
                  <a:lnTo>
                    <a:pt x="468348" y="1107618"/>
                  </a:lnTo>
                  <a:lnTo>
                    <a:pt x="468343" y="1107625"/>
                  </a:lnTo>
                  <a:lnTo>
                    <a:pt x="468337" y="1107634"/>
                  </a:lnTo>
                  <a:lnTo>
                    <a:pt x="468327" y="1107644"/>
                  </a:lnTo>
                  <a:lnTo>
                    <a:pt x="468320" y="1107653"/>
                  </a:lnTo>
                  <a:lnTo>
                    <a:pt x="468316" y="1107662"/>
                  </a:lnTo>
                  <a:lnTo>
                    <a:pt x="468311" y="1107671"/>
                  </a:lnTo>
                  <a:lnTo>
                    <a:pt x="468306" y="1107682"/>
                  </a:lnTo>
                  <a:lnTo>
                    <a:pt x="468303" y="1107691"/>
                  </a:lnTo>
                  <a:lnTo>
                    <a:pt x="468297" y="1107698"/>
                  </a:lnTo>
                  <a:lnTo>
                    <a:pt x="468292" y="1107706"/>
                  </a:lnTo>
                  <a:lnTo>
                    <a:pt x="468290" y="1107712"/>
                  </a:lnTo>
                  <a:lnTo>
                    <a:pt x="468289" y="1107720"/>
                  </a:lnTo>
                  <a:lnTo>
                    <a:pt x="468287" y="1107733"/>
                  </a:lnTo>
                  <a:lnTo>
                    <a:pt x="468285" y="1107741"/>
                  </a:lnTo>
                  <a:lnTo>
                    <a:pt x="468275" y="1107746"/>
                  </a:lnTo>
                  <a:lnTo>
                    <a:pt x="468263" y="1107750"/>
                  </a:lnTo>
                  <a:lnTo>
                    <a:pt x="468251" y="1107754"/>
                  </a:lnTo>
                  <a:lnTo>
                    <a:pt x="468241" y="1107758"/>
                  </a:lnTo>
                  <a:lnTo>
                    <a:pt x="468226" y="1107765"/>
                  </a:lnTo>
                  <a:lnTo>
                    <a:pt x="468212" y="1107772"/>
                  </a:lnTo>
                  <a:lnTo>
                    <a:pt x="468200" y="1107778"/>
                  </a:lnTo>
                  <a:lnTo>
                    <a:pt x="468189" y="1107785"/>
                  </a:lnTo>
                  <a:lnTo>
                    <a:pt x="468177" y="1107791"/>
                  </a:lnTo>
                  <a:lnTo>
                    <a:pt x="468166" y="1107795"/>
                  </a:lnTo>
                  <a:lnTo>
                    <a:pt x="468152" y="1107802"/>
                  </a:lnTo>
                  <a:lnTo>
                    <a:pt x="468140" y="1107807"/>
                  </a:lnTo>
                  <a:lnTo>
                    <a:pt x="468125" y="1107814"/>
                  </a:lnTo>
                  <a:lnTo>
                    <a:pt x="468112" y="1107820"/>
                  </a:lnTo>
                  <a:lnTo>
                    <a:pt x="468102" y="1107824"/>
                  </a:lnTo>
                  <a:lnTo>
                    <a:pt x="468096" y="1107825"/>
                  </a:lnTo>
                  <a:lnTo>
                    <a:pt x="468076" y="1107828"/>
                  </a:lnTo>
                  <a:lnTo>
                    <a:pt x="468060" y="1107832"/>
                  </a:lnTo>
                  <a:lnTo>
                    <a:pt x="468047" y="1107836"/>
                  </a:lnTo>
                  <a:lnTo>
                    <a:pt x="468037" y="1107839"/>
                  </a:lnTo>
                  <a:lnTo>
                    <a:pt x="468031" y="1107841"/>
                  </a:lnTo>
                  <a:lnTo>
                    <a:pt x="468028" y="1107845"/>
                  </a:lnTo>
                  <a:lnTo>
                    <a:pt x="468024" y="1107852"/>
                  </a:lnTo>
                  <a:lnTo>
                    <a:pt x="468016" y="1107872"/>
                  </a:lnTo>
                  <a:lnTo>
                    <a:pt x="468011" y="1107891"/>
                  </a:lnTo>
                  <a:lnTo>
                    <a:pt x="468005" y="1107911"/>
                  </a:lnTo>
                  <a:lnTo>
                    <a:pt x="467998" y="1107922"/>
                  </a:lnTo>
                  <a:lnTo>
                    <a:pt x="467992" y="1107928"/>
                  </a:lnTo>
                  <a:lnTo>
                    <a:pt x="467980" y="1107935"/>
                  </a:lnTo>
                  <a:lnTo>
                    <a:pt x="467965" y="1107940"/>
                  </a:lnTo>
                  <a:lnTo>
                    <a:pt x="467951" y="1107946"/>
                  </a:lnTo>
                  <a:lnTo>
                    <a:pt x="467940" y="1107951"/>
                  </a:lnTo>
                  <a:lnTo>
                    <a:pt x="467932" y="1107958"/>
                  </a:lnTo>
                  <a:lnTo>
                    <a:pt x="467927" y="1107967"/>
                  </a:lnTo>
                  <a:lnTo>
                    <a:pt x="467927" y="1107971"/>
                  </a:lnTo>
                  <a:lnTo>
                    <a:pt x="467928" y="1107977"/>
                  </a:lnTo>
                  <a:lnTo>
                    <a:pt x="467929" y="1107995"/>
                  </a:lnTo>
                  <a:lnTo>
                    <a:pt x="467929" y="1108013"/>
                  </a:lnTo>
                  <a:lnTo>
                    <a:pt x="467929" y="1108023"/>
                  </a:lnTo>
                  <a:lnTo>
                    <a:pt x="467928" y="1108029"/>
                  </a:lnTo>
                  <a:lnTo>
                    <a:pt x="467922" y="1108036"/>
                  </a:lnTo>
                  <a:lnTo>
                    <a:pt x="467914" y="1108045"/>
                  </a:lnTo>
                  <a:lnTo>
                    <a:pt x="467909" y="1108051"/>
                  </a:lnTo>
                  <a:lnTo>
                    <a:pt x="467906" y="1108060"/>
                  </a:lnTo>
                  <a:lnTo>
                    <a:pt x="467904" y="1108070"/>
                  </a:lnTo>
                  <a:lnTo>
                    <a:pt x="467904" y="1108077"/>
                  </a:lnTo>
                  <a:lnTo>
                    <a:pt x="467902" y="1108084"/>
                  </a:lnTo>
                  <a:lnTo>
                    <a:pt x="467900" y="1108090"/>
                  </a:lnTo>
                  <a:lnTo>
                    <a:pt x="467898" y="1108095"/>
                  </a:lnTo>
                  <a:lnTo>
                    <a:pt x="467895" y="1108098"/>
                  </a:lnTo>
                  <a:lnTo>
                    <a:pt x="467892" y="1108101"/>
                  </a:lnTo>
                  <a:lnTo>
                    <a:pt x="467887" y="1108104"/>
                  </a:lnTo>
                  <a:lnTo>
                    <a:pt x="467879" y="1108109"/>
                  </a:lnTo>
                  <a:lnTo>
                    <a:pt x="467869" y="1108112"/>
                  </a:lnTo>
                  <a:lnTo>
                    <a:pt x="467863" y="1108115"/>
                  </a:lnTo>
                  <a:lnTo>
                    <a:pt x="467856" y="1108120"/>
                  </a:lnTo>
                  <a:lnTo>
                    <a:pt x="467846" y="1108130"/>
                  </a:lnTo>
                  <a:lnTo>
                    <a:pt x="467833" y="1108138"/>
                  </a:lnTo>
                  <a:lnTo>
                    <a:pt x="467826" y="1108141"/>
                  </a:lnTo>
                  <a:lnTo>
                    <a:pt x="467815" y="1108145"/>
                  </a:lnTo>
                  <a:lnTo>
                    <a:pt x="467807" y="1108147"/>
                  </a:lnTo>
                  <a:lnTo>
                    <a:pt x="467797" y="1108148"/>
                  </a:lnTo>
                  <a:lnTo>
                    <a:pt x="467782" y="1108149"/>
                  </a:lnTo>
                  <a:lnTo>
                    <a:pt x="467760" y="1108149"/>
                  </a:lnTo>
                  <a:lnTo>
                    <a:pt x="467753" y="1108148"/>
                  </a:lnTo>
                  <a:lnTo>
                    <a:pt x="467744" y="1108145"/>
                  </a:lnTo>
                  <a:lnTo>
                    <a:pt x="467733" y="1108146"/>
                  </a:lnTo>
                  <a:lnTo>
                    <a:pt x="467721" y="1108147"/>
                  </a:lnTo>
                  <a:lnTo>
                    <a:pt x="467714" y="1108152"/>
                  </a:lnTo>
                  <a:lnTo>
                    <a:pt x="467708" y="1108157"/>
                  </a:lnTo>
                  <a:lnTo>
                    <a:pt x="467702" y="1108166"/>
                  </a:lnTo>
                  <a:lnTo>
                    <a:pt x="467697" y="1108175"/>
                  </a:lnTo>
                  <a:lnTo>
                    <a:pt x="467689" y="1108189"/>
                  </a:lnTo>
                  <a:lnTo>
                    <a:pt x="467683" y="1108199"/>
                  </a:lnTo>
                  <a:lnTo>
                    <a:pt x="467680" y="1108205"/>
                  </a:lnTo>
                  <a:lnTo>
                    <a:pt x="467675" y="1108209"/>
                  </a:lnTo>
                  <a:lnTo>
                    <a:pt x="467671" y="1108215"/>
                  </a:lnTo>
                  <a:lnTo>
                    <a:pt x="467666" y="1108222"/>
                  </a:lnTo>
                  <a:lnTo>
                    <a:pt x="467662" y="1108229"/>
                  </a:lnTo>
                  <a:lnTo>
                    <a:pt x="467657" y="1108238"/>
                  </a:lnTo>
                  <a:lnTo>
                    <a:pt x="467650" y="1108251"/>
                  </a:lnTo>
                  <a:lnTo>
                    <a:pt x="467643" y="1108261"/>
                  </a:lnTo>
                  <a:lnTo>
                    <a:pt x="467637" y="1108268"/>
                  </a:lnTo>
                  <a:lnTo>
                    <a:pt x="467631" y="1108273"/>
                  </a:lnTo>
                  <a:lnTo>
                    <a:pt x="467626" y="1108276"/>
                  </a:lnTo>
                  <a:lnTo>
                    <a:pt x="467622" y="1108278"/>
                  </a:lnTo>
                  <a:lnTo>
                    <a:pt x="467615" y="1108279"/>
                  </a:lnTo>
                  <a:lnTo>
                    <a:pt x="467606" y="1108280"/>
                  </a:lnTo>
                  <a:lnTo>
                    <a:pt x="467593" y="1108283"/>
                  </a:lnTo>
                  <a:lnTo>
                    <a:pt x="467573" y="1108290"/>
                  </a:lnTo>
                  <a:lnTo>
                    <a:pt x="467562" y="1108293"/>
                  </a:lnTo>
                  <a:lnTo>
                    <a:pt x="467538" y="1108302"/>
                  </a:lnTo>
                  <a:lnTo>
                    <a:pt x="467522" y="1108308"/>
                  </a:lnTo>
                  <a:lnTo>
                    <a:pt x="467513" y="1108312"/>
                  </a:lnTo>
                  <a:lnTo>
                    <a:pt x="467506" y="1108315"/>
                  </a:lnTo>
                  <a:lnTo>
                    <a:pt x="467494" y="1108321"/>
                  </a:lnTo>
                  <a:lnTo>
                    <a:pt x="467483" y="1108326"/>
                  </a:lnTo>
                  <a:lnTo>
                    <a:pt x="467470" y="1108330"/>
                  </a:lnTo>
                  <a:lnTo>
                    <a:pt x="467452" y="1108336"/>
                  </a:lnTo>
                  <a:lnTo>
                    <a:pt x="467444" y="1108339"/>
                  </a:lnTo>
                  <a:lnTo>
                    <a:pt x="467435" y="1108341"/>
                  </a:lnTo>
                  <a:lnTo>
                    <a:pt x="467417" y="1108345"/>
                  </a:lnTo>
                  <a:lnTo>
                    <a:pt x="467406" y="1108350"/>
                  </a:lnTo>
                  <a:lnTo>
                    <a:pt x="467397" y="1108355"/>
                  </a:lnTo>
                  <a:lnTo>
                    <a:pt x="467388" y="1108361"/>
                  </a:lnTo>
                  <a:lnTo>
                    <a:pt x="467379" y="1108367"/>
                  </a:lnTo>
                  <a:lnTo>
                    <a:pt x="467366" y="1108379"/>
                  </a:lnTo>
                  <a:lnTo>
                    <a:pt x="467362" y="1108382"/>
                  </a:lnTo>
                  <a:lnTo>
                    <a:pt x="467353" y="1108388"/>
                  </a:lnTo>
                  <a:lnTo>
                    <a:pt x="467341" y="1108397"/>
                  </a:lnTo>
                  <a:lnTo>
                    <a:pt x="467327" y="1108405"/>
                  </a:lnTo>
                  <a:lnTo>
                    <a:pt x="467314" y="1108412"/>
                  </a:lnTo>
                  <a:lnTo>
                    <a:pt x="467302" y="1108418"/>
                  </a:lnTo>
                  <a:lnTo>
                    <a:pt x="467283" y="1108427"/>
                  </a:lnTo>
                  <a:lnTo>
                    <a:pt x="467271" y="1108432"/>
                  </a:lnTo>
                  <a:lnTo>
                    <a:pt x="467262" y="1108437"/>
                  </a:lnTo>
                  <a:lnTo>
                    <a:pt x="467245" y="1108449"/>
                  </a:lnTo>
                  <a:lnTo>
                    <a:pt x="467234" y="1108457"/>
                  </a:lnTo>
                  <a:lnTo>
                    <a:pt x="467221" y="1108465"/>
                  </a:lnTo>
                  <a:lnTo>
                    <a:pt x="467211" y="1108471"/>
                  </a:lnTo>
                  <a:lnTo>
                    <a:pt x="467188" y="1108481"/>
                  </a:lnTo>
                  <a:lnTo>
                    <a:pt x="467178" y="1108485"/>
                  </a:lnTo>
                  <a:lnTo>
                    <a:pt x="467171" y="1108487"/>
                  </a:lnTo>
                  <a:lnTo>
                    <a:pt x="467159" y="1108488"/>
                  </a:lnTo>
                  <a:lnTo>
                    <a:pt x="467133" y="1108486"/>
                  </a:lnTo>
                  <a:lnTo>
                    <a:pt x="467118" y="1108486"/>
                  </a:lnTo>
                  <a:lnTo>
                    <a:pt x="467112" y="1108483"/>
                  </a:lnTo>
                  <a:lnTo>
                    <a:pt x="467110" y="1108474"/>
                  </a:lnTo>
                  <a:lnTo>
                    <a:pt x="467110" y="1108468"/>
                  </a:lnTo>
                  <a:lnTo>
                    <a:pt x="467108" y="1108448"/>
                  </a:lnTo>
                  <a:lnTo>
                    <a:pt x="467107" y="1108432"/>
                  </a:lnTo>
                  <a:lnTo>
                    <a:pt x="467105" y="1108418"/>
                  </a:lnTo>
                  <a:lnTo>
                    <a:pt x="467102" y="1108398"/>
                  </a:lnTo>
                  <a:lnTo>
                    <a:pt x="467101" y="1108384"/>
                  </a:lnTo>
                  <a:lnTo>
                    <a:pt x="467100" y="1108379"/>
                  </a:lnTo>
                  <a:lnTo>
                    <a:pt x="467099" y="1108366"/>
                  </a:lnTo>
                  <a:lnTo>
                    <a:pt x="467099" y="1108340"/>
                  </a:lnTo>
                  <a:lnTo>
                    <a:pt x="467099" y="1108330"/>
                  </a:lnTo>
                  <a:lnTo>
                    <a:pt x="467099" y="1108320"/>
                  </a:lnTo>
                  <a:lnTo>
                    <a:pt x="467099" y="1108300"/>
                  </a:lnTo>
                  <a:lnTo>
                    <a:pt x="467099" y="1108289"/>
                  </a:lnTo>
                  <a:lnTo>
                    <a:pt x="467099" y="1108281"/>
                  </a:lnTo>
                  <a:lnTo>
                    <a:pt x="467098" y="1108261"/>
                  </a:lnTo>
                  <a:lnTo>
                    <a:pt x="467097" y="1108252"/>
                  </a:lnTo>
                  <a:lnTo>
                    <a:pt x="467095" y="1108237"/>
                  </a:lnTo>
                  <a:lnTo>
                    <a:pt x="467092" y="1108223"/>
                  </a:lnTo>
                  <a:lnTo>
                    <a:pt x="467089" y="1108214"/>
                  </a:lnTo>
                  <a:lnTo>
                    <a:pt x="467086" y="1108208"/>
                  </a:lnTo>
                  <a:lnTo>
                    <a:pt x="467081" y="1108203"/>
                  </a:lnTo>
                  <a:lnTo>
                    <a:pt x="467076" y="1108198"/>
                  </a:lnTo>
                  <a:lnTo>
                    <a:pt x="467068" y="1108195"/>
                  </a:lnTo>
                  <a:lnTo>
                    <a:pt x="467056" y="1108191"/>
                  </a:lnTo>
                  <a:lnTo>
                    <a:pt x="467042" y="1108186"/>
                  </a:lnTo>
                  <a:lnTo>
                    <a:pt x="467033" y="1108184"/>
                  </a:lnTo>
                  <a:lnTo>
                    <a:pt x="467025" y="1108182"/>
                  </a:lnTo>
                  <a:lnTo>
                    <a:pt x="467018" y="1108180"/>
                  </a:lnTo>
                  <a:lnTo>
                    <a:pt x="467010" y="1108177"/>
                  </a:lnTo>
                  <a:lnTo>
                    <a:pt x="467003" y="1108172"/>
                  </a:lnTo>
                  <a:lnTo>
                    <a:pt x="466995" y="1108165"/>
                  </a:lnTo>
                  <a:lnTo>
                    <a:pt x="466991" y="1108159"/>
                  </a:lnTo>
                  <a:lnTo>
                    <a:pt x="466987" y="1108150"/>
                  </a:lnTo>
                  <a:lnTo>
                    <a:pt x="466984" y="1108140"/>
                  </a:lnTo>
                  <a:lnTo>
                    <a:pt x="466978" y="1108118"/>
                  </a:lnTo>
                  <a:lnTo>
                    <a:pt x="466974" y="1108105"/>
                  </a:lnTo>
                  <a:lnTo>
                    <a:pt x="466973" y="1108096"/>
                  </a:lnTo>
                  <a:lnTo>
                    <a:pt x="466971" y="1108080"/>
                  </a:lnTo>
                  <a:lnTo>
                    <a:pt x="466970" y="1108063"/>
                  </a:lnTo>
                  <a:lnTo>
                    <a:pt x="466970" y="1108056"/>
                  </a:lnTo>
                  <a:lnTo>
                    <a:pt x="466969" y="1108044"/>
                  </a:lnTo>
                  <a:lnTo>
                    <a:pt x="466968" y="1108036"/>
                  </a:lnTo>
                  <a:lnTo>
                    <a:pt x="466967" y="1108028"/>
                  </a:lnTo>
                  <a:lnTo>
                    <a:pt x="466962" y="1108019"/>
                  </a:lnTo>
                  <a:lnTo>
                    <a:pt x="466953" y="1108006"/>
                  </a:lnTo>
                  <a:lnTo>
                    <a:pt x="466940" y="1107988"/>
                  </a:lnTo>
                  <a:lnTo>
                    <a:pt x="466925" y="1107964"/>
                  </a:lnTo>
                  <a:lnTo>
                    <a:pt x="466917" y="1107950"/>
                  </a:lnTo>
                  <a:lnTo>
                    <a:pt x="466913" y="1107940"/>
                  </a:lnTo>
                  <a:lnTo>
                    <a:pt x="466912" y="1107932"/>
                  </a:lnTo>
                  <a:lnTo>
                    <a:pt x="466911" y="1107919"/>
                  </a:lnTo>
                  <a:lnTo>
                    <a:pt x="466909" y="1107895"/>
                  </a:lnTo>
                  <a:lnTo>
                    <a:pt x="466908" y="1107881"/>
                  </a:lnTo>
                  <a:lnTo>
                    <a:pt x="466906" y="1107853"/>
                  </a:lnTo>
                  <a:lnTo>
                    <a:pt x="466903" y="1107817"/>
                  </a:lnTo>
                  <a:lnTo>
                    <a:pt x="466902" y="1107805"/>
                  </a:lnTo>
                  <a:lnTo>
                    <a:pt x="466900" y="1107786"/>
                  </a:lnTo>
                  <a:lnTo>
                    <a:pt x="466896" y="1107760"/>
                  </a:lnTo>
                  <a:lnTo>
                    <a:pt x="466894" y="1107741"/>
                  </a:lnTo>
                  <a:lnTo>
                    <a:pt x="466889" y="1107718"/>
                  </a:lnTo>
                  <a:lnTo>
                    <a:pt x="466888" y="1107711"/>
                  </a:lnTo>
                  <a:lnTo>
                    <a:pt x="466885" y="1107694"/>
                  </a:lnTo>
                  <a:lnTo>
                    <a:pt x="466883" y="1107680"/>
                  </a:lnTo>
                  <a:lnTo>
                    <a:pt x="466882" y="1107673"/>
                  </a:lnTo>
                  <a:lnTo>
                    <a:pt x="466879" y="1107665"/>
                  </a:lnTo>
                  <a:lnTo>
                    <a:pt x="466869" y="1107650"/>
                  </a:lnTo>
                  <a:lnTo>
                    <a:pt x="466865" y="1107644"/>
                  </a:lnTo>
                  <a:lnTo>
                    <a:pt x="466856" y="1107625"/>
                  </a:lnTo>
                  <a:lnTo>
                    <a:pt x="466847" y="1107607"/>
                  </a:lnTo>
                  <a:lnTo>
                    <a:pt x="466846" y="1107599"/>
                  </a:lnTo>
                  <a:lnTo>
                    <a:pt x="466845" y="1107593"/>
                  </a:lnTo>
                  <a:lnTo>
                    <a:pt x="466843" y="1107582"/>
                  </a:lnTo>
                  <a:lnTo>
                    <a:pt x="466840" y="1107573"/>
                  </a:lnTo>
                  <a:lnTo>
                    <a:pt x="466833" y="1107538"/>
                  </a:lnTo>
                  <a:lnTo>
                    <a:pt x="466827" y="1107513"/>
                  </a:lnTo>
                  <a:lnTo>
                    <a:pt x="466821" y="1107493"/>
                  </a:lnTo>
                  <a:lnTo>
                    <a:pt x="466819" y="1107484"/>
                  </a:lnTo>
                  <a:lnTo>
                    <a:pt x="466816" y="1107468"/>
                  </a:lnTo>
                  <a:lnTo>
                    <a:pt x="466813" y="1107445"/>
                  </a:lnTo>
                  <a:lnTo>
                    <a:pt x="466810" y="1107427"/>
                  </a:lnTo>
                  <a:lnTo>
                    <a:pt x="466807" y="1107411"/>
                  </a:lnTo>
                  <a:lnTo>
                    <a:pt x="466803" y="1107396"/>
                  </a:lnTo>
                  <a:lnTo>
                    <a:pt x="466800" y="1107386"/>
                  </a:lnTo>
                  <a:lnTo>
                    <a:pt x="466800" y="1107378"/>
                  </a:lnTo>
                  <a:lnTo>
                    <a:pt x="466801" y="1107349"/>
                  </a:lnTo>
                  <a:lnTo>
                    <a:pt x="466801" y="1107329"/>
                  </a:lnTo>
                  <a:lnTo>
                    <a:pt x="466803" y="1107311"/>
                  </a:lnTo>
                  <a:lnTo>
                    <a:pt x="466803" y="1107301"/>
                  </a:lnTo>
                  <a:lnTo>
                    <a:pt x="466803" y="1107287"/>
                  </a:lnTo>
                  <a:lnTo>
                    <a:pt x="466806" y="1107279"/>
                  </a:lnTo>
                  <a:lnTo>
                    <a:pt x="466810" y="1107271"/>
                  </a:lnTo>
                  <a:lnTo>
                    <a:pt x="466817" y="1107260"/>
                  </a:lnTo>
                  <a:lnTo>
                    <a:pt x="466820" y="1107251"/>
                  </a:lnTo>
                  <a:lnTo>
                    <a:pt x="466821" y="1107244"/>
                  </a:lnTo>
                  <a:lnTo>
                    <a:pt x="466819" y="1107228"/>
                  </a:lnTo>
                  <a:lnTo>
                    <a:pt x="466816" y="1107202"/>
                  </a:lnTo>
                  <a:lnTo>
                    <a:pt x="466815" y="1107189"/>
                  </a:lnTo>
                  <a:lnTo>
                    <a:pt x="466809" y="1107175"/>
                  </a:lnTo>
                  <a:lnTo>
                    <a:pt x="466806" y="1107167"/>
                  </a:lnTo>
                  <a:lnTo>
                    <a:pt x="466802" y="1107158"/>
                  </a:lnTo>
                  <a:lnTo>
                    <a:pt x="466800" y="1107143"/>
                  </a:lnTo>
                  <a:lnTo>
                    <a:pt x="466798" y="1107130"/>
                  </a:lnTo>
                  <a:lnTo>
                    <a:pt x="466798" y="1107117"/>
                  </a:lnTo>
                  <a:lnTo>
                    <a:pt x="466800" y="1107107"/>
                  </a:lnTo>
                  <a:lnTo>
                    <a:pt x="466803" y="1107092"/>
                  </a:lnTo>
                  <a:lnTo>
                    <a:pt x="466804" y="1107075"/>
                  </a:lnTo>
                  <a:lnTo>
                    <a:pt x="466804" y="1107067"/>
                  </a:lnTo>
                  <a:lnTo>
                    <a:pt x="466801" y="1107060"/>
                  </a:lnTo>
                  <a:lnTo>
                    <a:pt x="466799" y="1107052"/>
                  </a:lnTo>
                  <a:lnTo>
                    <a:pt x="466798" y="1107040"/>
                  </a:lnTo>
                  <a:lnTo>
                    <a:pt x="466796" y="1107028"/>
                  </a:lnTo>
                  <a:lnTo>
                    <a:pt x="466794" y="1107022"/>
                  </a:lnTo>
                  <a:lnTo>
                    <a:pt x="466790" y="1107016"/>
                  </a:lnTo>
                  <a:lnTo>
                    <a:pt x="466771" y="1106998"/>
                  </a:lnTo>
                  <a:lnTo>
                    <a:pt x="466761" y="1106987"/>
                  </a:lnTo>
                  <a:lnTo>
                    <a:pt x="466758" y="1106983"/>
                  </a:lnTo>
                  <a:lnTo>
                    <a:pt x="466755" y="1106979"/>
                  </a:lnTo>
                  <a:lnTo>
                    <a:pt x="466753" y="1106974"/>
                  </a:lnTo>
                  <a:lnTo>
                    <a:pt x="466749" y="1106960"/>
                  </a:lnTo>
                  <a:lnTo>
                    <a:pt x="466743" y="1106930"/>
                  </a:lnTo>
                  <a:lnTo>
                    <a:pt x="466737" y="1106904"/>
                  </a:lnTo>
                  <a:lnTo>
                    <a:pt x="466734" y="1106895"/>
                  </a:lnTo>
                  <a:lnTo>
                    <a:pt x="466733" y="1106884"/>
                  </a:lnTo>
                  <a:lnTo>
                    <a:pt x="466732" y="1106873"/>
                  </a:lnTo>
                  <a:lnTo>
                    <a:pt x="466732" y="1106863"/>
                  </a:lnTo>
                  <a:lnTo>
                    <a:pt x="466733" y="1106856"/>
                  </a:lnTo>
                  <a:lnTo>
                    <a:pt x="466731" y="1106837"/>
                  </a:lnTo>
                  <a:lnTo>
                    <a:pt x="466731" y="1106832"/>
                  </a:lnTo>
                  <a:lnTo>
                    <a:pt x="466730" y="1106825"/>
                  </a:lnTo>
                  <a:lnTo>
                    <a:pt x="466727" y="1106813"/>
                  </a:lnTo>
                  <a:lnTo>
                    <a:pt x="466724" y="1106803"/>
                  </a:lnTo>
                  <a:lnTo>
                    <a:pt x="466724" y="1106785"/>
                  </a:lnTo>
                  <a:lnTo>
                    <a:pt x="466726" y="1106770"/>
                  </a:lnTo>
                  <a:lnTo>
                    <a:pt x="466727" y="1106764"/>
                  </a:lnTo>
                  <a:lnTo>
                    <a:pt x="466728" y="1106756"/>
                  </a:lnTo>
                  <a:lnTo>
                    <a:pt x="466728" y="1106749"/>
                  </a:lnTo>
                  <a:lnTo>
                    <a:pt x="466727" y="1106743"/>
                  </a:lnTo>
                  <a:lnTo>
                    <a:pt x="466724" y="1106731"/>
                  </a:lnTo>
                  <a:lnTo>
                    <a:pt x="466720" y="1106715"/>
                  </a:lnTo>
                  <a:lnTo>
                    <a:pt x="466719" y="1106709"/>
                  </a:lnTo>
                  <a:lnTo>
                    <a:pt x="466719" y="1106702"/>
                  </a:lnTo>
                  <a:lnTo>
                    <a:pt x="466720" y="1106695"/>
                  </a:lnTo>
                  <a:lnTo>
                    <a:pt x="466722" y="1106688"/>
                  </a:lnTo>
                  <a:lnTo>
                    <a:pt x="466723" y="1106682"/>
                  </a:lnTo>
                  <a:lnTo>
                    <a:pt x="466724" y="1106673"/>
                  </a:lnTo>
                  <a:lnTo>
                    <a:pt x="466727" y="1106637"/>
                  </a:lnTo>
                  <a:lnTo>
                    <a:pt x="466727" y="1106623"/>
                  </a:lnTo>
                  <a:lnTo>
                    <a:pt x="466729" y="1106604"/>
                  </a:lnTo>
                  <a:lnTo>
                    <a:pt x="466732" y="1106593"/>
                  </a:lnTo>
                  <a:lnTo>
                    <a:pt x="466737" y="1106582"/>
                  </a:lnTo>
                  <a:lnTo>
                    <a:pt x="466746" y="1106571"/>
                  </a:lnTo>
                  <a:lnTo>
                    <a:pt x="466751" y="1106564"/>
                  </a:lnTo>
                  <a:lnTo>
                    <a:pt x="466765" y="1106549"/>
                  </a:lnTo>
                  <a:lnTo>
                    <a:pt x="466789" y="1106525"/>
                  </a:lnTo>
                  <a:lnTo>
                    <a:pt x="466812" y="1106505"/>
                  </a:lnTo>
                  <a:lnTo>
                    <a:pt x="466823" y="1106494"/>
                  </a:lnTo>
                  <a:lnTo>
                    <a:pt x="466833" y="1106482"/>
                  </a:lnTo>
                  <a:lnTo>
                    <a:pt x="466849" y="1106462"/>
                  </a:lnTo>
                  <a:lnTo>
                    <a:pt x="466871" y="1106438"/>
                  </a:lnTo>
                  <a:lnTo>
                    <a:pt x="466878" y="1106428"/>
                  </a:lnTo>
                  <a:lnTo>
                    <a:pt x="466884" y="1106420"/>
                  </a:lnTo>
                  <a:lnTo>
                    <a:pt x="466887" y="1106412"/>
                  </a:lnTo>
                  <a:lnTo>
                    <a:pt x="466889" y="1106401"/>
                  </a:lnTo>
                  <a:lnTo>
                    <a:pt x="466888" y="1106395"/>
                  </a:lnTo>
                  <a:lnTo>
                    <a:pt x="466874" y="1106394"/>
                  </a:lnTo>
                  <a:lnTo>
                    <a:pt x="466859" y="1106390"/>
                  </a:lnTo>
                  <a:lnTo>
                    <a:pt x="466841" y="1106384"/>
                  </a:lnTo>
                  <a:lnTo>
                    <a:pt x="466820" y="1106375"/>
                  </a:lnTo>
                  <a:lnTo>
                    <a:pt x="466807" y="1106370"/>
                  </a:lnTo>
                  <a:lnTo>
                    <a:pt x="466804" y="1106368"/>
                  </a:lnTo>
                  <a:lnTo>
                    <a:pt x="466792" y="1106362"/>
                  </a:lnTo>
                  <a:lnTo>
                    <a:pt x="466781" y="1106353"/>
                  </a:lnTo>
                  <a:lnTo>
                    <a:pt x="466769" y="1106344"/>
                  </a:lnTo>
                  <a:lnTo>
                    <a:pt x="466757" y="1106333"/>
                  </a:lnTo>
                  <a:lnTo>
                    <a:pt x="466746" y="1106324"/>
                  </a:lnTo>
                  <a:lnTo>
                    <a:pt x="466737" y="1106318"/>
                  </a:lnTo>
                  <a:lnTo>
                    <a:pt x="466731" y="1106313"/>
                  </a:lnTo>
                  <a:lnTo>
                    <a:pt x="466726" y="1106310"/>
                  </a:lnTo>
                  <a:lnTo>
                    <a:pt x="466720" y="1106306"/>
                  </a:lnTo>
                  <a:lnTo>
                    <a:pt x="466705" y="1106297"/>
                  </a:lnTo>
                  <a:lnTo>
                    <a:pt x="466694" y="1106290"/>
                  </a:lnTo>
                  <a:lnTo>
                    <a:pt x="466670" y="1106276"/>
                  </a:lnTo>
                  <a:lnTo>
                    <a:pt x="466663" y="1106272"/>
                  </a:lnTo>
                  <a:lnTo>
                    <a:pt x="466652" y="1106268"/>
                  </a:lnTo>
                  <a:lnTo>
                    <a:pt x="466637" y="1106266"/>
                  </a:lnTo>
                  <a:lnTo>
                    <a:pt x="466612" y="1106266"/>
                  </a:lnTo>
                  <a:lnTo>
                    <a:pt x="466593" y="1106263"/>
                  </a:lnTo>
                  <a:lnTo>
                    <a:pt x="466581" y="1106261"/>
                  </a:lnTo>
                  <a:lnTo>
                    <a:pt x="466571" y="1106257"/>
                  </a:lnTo>
                  <a:lnTo>
                    <a:pt x="466551" y="1106250"/>
                  </a:lnTo>
                  <a:lnTo>
                    <a:pt x="466528" y="1106244"/>
                  </a:lnTo>
                  <a:lnTo>
                    <a:pt x="466494" y="1106238"/>
                  </a:lnTo>
                  <a:lnTo>
                    <a:pt x="466483" y="1106236"/>
                  </a:lnTo>
                  <a:lnTo>
                    <a:pt x="466472" y="1106235"/>
                  </a:lnTo>
                  <a:lnTo>
                    <a:pt x="466446" y="1106232"/>
                  </a:lnTo>
                  <a:lnTo>
                    <a:pt x="466431" y="1106231"/>
                  </a:lnTo>
                  <a:lnTo>
                    <a:pt x="466422" y="1106231"/>
                  </a:lnTo>
                  <a:lnTo>
                    <a:pt x="466414" y="1106231"/>
                  </a:lnTo>
                  <a:lnTo>
                    <a:pt x="466397" y="1106232"/>
                  </a:lnTo>
                  <a:lnTo>
                    <a:pt x="466385" y="1106233"/>
                  </a:lnTo>
                  <a:lnTo>
                    <a:pt x="466367" y="1106235"/>
                  </a:lnTo>
                  <a:lnTo>
                    <a:pt x="466360" y="1106236"/>
                  </a:lnTo>
                  <a:lnTo>
                    <a:pt x="466347" y="1106240"/>
                  </a:lnTo>
                  <a:lnTo>
                    <a:pt x="466325" y="1106250"/>
                  </a:lnTo>
                  <a:lnTo>
                    <a:pt x="466304" y="1106261"/>
                  </a:lnTo>
                  <a:lnTo>
                    <a:pt x="466276" y="1106279"/>
                  </a:lnTo>
                  <a:lnTo>
                    <a:pt x="466253" y="1106289"/>
                  </a:lnTo>
                  <a:lnTo>
                    <a:pt x="466239" y="1106292"/>
                  </a:lnTo>
                  <a:lnTo>
                    <a:pt x="466231" y="1106294"/>
                  </a:lnTo>
                  <a:lnTo>
                    <a:pt x="466223" y="1106301"/>
                  </a:lnTo>
                  <a:lnTo>
                    <a:pt x="466206" y="1106317"/>
                  </a:lnTo>
                  <a:lnTo>
                    <a:pt x="466186" y="1106334"/>
                  </a:lnTo>
                  <a:lnTo>
                    <a:pt x="466174" y="1106343"/>
                  </a:lnTo>
                  <a:lnTo>
                    <a:pt x="466164" y="1106348"/>
                  </a:lnTo>
                  <a:lnTo>
                    <a:pt x="466156" y="1106350"/>
                  </a:lnTo>
                  <a:lnTo>
                    <a:pt x="466148" y="1106351"/>
                  </a:lnTo>
                  <a:lnTo>
                    <a:pt x="466133" y="1106350"/>
                  </a:lnTo>
                  <a:lnTo>
                    <a:pt x="466121" y="1106348"/>
                  </a:lnTo>
                  <a:lnTo>
                    <a:pt x="466111" y="1106344"/>
                  </a:lnTo>
                  <a:lnTo>
                    <a:pt x="466096" y="1106334"/>
                  </a:lnTo>
                  <a:lnTo>
                    <a:pt x="466090" y="1106328"/>
                  </a:lnTo>
                  <a:lnTo>
                    <a:pt x="466084" y="1106322"/>
                  </a:lnTo>
                  <a:lnTo>
                    <a:pt x="466079" y="1106314"/>
                  </a:lnTo>
                  <a:lnTo>
                    <a:pt x="466073" y="1106302"/>
                  </a:lnTo>
                  <a:lnTo>
                    <a:pt x="466069" y="1106291"/>
                  </a:lnTo>
                  <a:lnTo>
                    <a:pt x="466062" y="1106267"/>
                  </a:lnTo>
                  <a:lnTo>
                    <a:pt x="466060" y="1106258"/>
                  </a:lnTo>
                  <a:lnTo>
                    <a:pt x="466056" y="1106250"/>
                  </a:lnTo>
                  <a:lnTo>
                    <a:pt x="466052" y="1106241"/>
                  </a:lnTo>
                  <a:lnTo>
                    <a:pt x="466045" y="1106230"/>
                  </a:lnTo>
                  <a:lnTo>
                    <a:pt x="466037" y="1106220"/>
                  </a:lnTo>
                  <a:lnTo>
                    <a:pt x="466029" y="1106210"/>
                  </a:lnTo>
                  <a:lnTo>
                    <a:pt x="466018" y="1106201"/>
                  </a:lnTo>
                  <a:lnTo>
                    <a:pt x="466014" y="1106197"/>
                  </a:lnTo>
                  <a:lnTo>
                    <a:pt x="466008" y="1106194"/>
                  </a:lnTo>
                  <a:lnTo>
                    <a:pt x="466002" y="1106190"/>
                  </a:lnTo>
                  <a:lnTo>
                    <a:pt x="465989" y="1106184"/>
                  </a:lnTo>
                  <a:lnTo>
                    <a:pt x="465971" y="1106177"/>
                  </a:lnTo>
                  <a:lnTo>
                    <a:pt x="465960" y="1106173"/>
                  </a:lnTo>
                  <a:lnTo>
                    <a:pt x="465946" y="1106170"/>
                  </a:lnTo>
                  <a:lnTo>
                    <a:pt x="465929" y="1106168"/>
                  </a:lnTo>
                  <a:lnTo>
                    <a:pt x="465918" y="1106166"/>
                  </a:lnTo>
                  <a:lnTo>
                    <a:pt x="465901" y="1106165"/>
                  </a:lnTo>
                  <a:lnTo>
                    <a:pt x="465890" y="1106166"/>
                  </a:lnTo>
                  <a:lnTo>
                    <a:pt x="465879" y="1106166"/>
                  </a:lnTo>
                  <a:lnTo>
                    <a:pt x="465858" y="1106169"/>
                  </a:lnTo>
                  <a:lnTo>
                    <a:pt x="465837" y="1106174"/>
                  </a:lnTo>
                  <a:lnTo>
                    <a:pt x="465830" y="1106176"/>
                  </a:lnTo>
                  <a:lnTo>
                    <a:pt x="465817" y="1106179"/>
                  </a:lnTo>
                  <a:lnTo>
                    <a:pt x="465813" y="1106180"/>
                  </a:lnTo>
                  <a:lnTo>
                    <a:pt x="465809" y="1106180"/>
                  </a:lnTo>
                  <a:lnTo>
                    <a:pt x="465798" y="1106181"/>
                  </a:lnTo>
                  <a:lnTo>
                    <a:pt x="465788" y="1106180"/>
                  </a:lnTo>
                  <a:lnTo>
                    <a:pt x="465775" y="1106179"/>
                  </a:lnTo>
                  <a:lnTo>
                    <a:pt x="465765" y="1106180"/>
                  </a:lnTo>
                  <a:lnTo>
                    <a:pt x="465746" y="1106183"/>
                  </a:lnTo>
                  <a:lnTo>
                    <a:pt x="465742" y="1106184"/>
                  </a:lnTo>
                  <a:lnTo>
                    <a:pt x="465733" y="1106189"/>
                  </a:lnTo>
                  <a:lnTo>
                    <a:pt x="465727" y="1106191"/>
                  </a:lnTo>
                  <a:lnTo>
                    <a:pt x="465714" y="1106198"/>
                  </a:lnTo>
                  <a:lnTo>
                    <a:pt x="465703" y="1106204"/>
                  </a:lnTo>
                  <a:lnTo>
                    <a:pt x="465695" y="1106208"/>
                  </a:lnTo>
                  <a:lnTo>
                    <a:pt x="465687" y="1106211"/>
                  </a:lnTo>
                  <a:lnTo>
                    <a:pt x="465679" y="1106213"/>
                  </a:lnTo>
                  <a:lnTo>
                    <a:pt x="465673" y="1106214"/>
                  </a:lnTo>
                  <a:lnTo>
                    <a:pt x="465664" y="1106213"/>
                  </a:lnTo>
                  <a:lnTo>
                    <a:pt x="465656" y="1106211"/>
                  </a:lnTo>
                  <a:lnTo>
                    <a:pt x="465640" y="1106206"/>
                  </a:lnTo>
                  <a:lnTo>
                    <a:pt x="465630" y="1106200"/>
                  </a:lnTo>
                  <a:lnTo>
                    <a:pt x="465621" y="1106194"/>
                  </a:lnTo>
                  <a:lnTo>
                    <a:pt x="465616" y="1106188"/>
                  </a:lnTo>
                  <a:lnTo>
                    <a:pt x="465606" y="1106175"/>
                  </a:lnTo>
                  <a:lnTo>
                    <a:pt x="465597" y="1106167"/>
                  </a:lnTo>
                  <a:lnTo>
                    <a:pt x="465589" y="1106162"/>
                  </a:lnTo>
                  <a:lnTo>
                    <a:pt x="465581" y="1106159"/>
                  </a:lnTo>
                  <a:lnTo>
                    <a:pt x="465575" y="1106157"/>
                  </a:lnTo>
                  <a:lnTo>
                    <a:pt x="465568" y="1106155"/>
                  </a:lnTo>
                  <a:lnTo>
                    <a:pt x="465558" y="1106155"/>
                  </a:lnTo>
                  <a:lnTo>
                    <a:pt x="465551" y="1106155"/>
                  </a:lnTo>
                  <a:lnTo>
                    <a:pt x="465535" y="1106159"/>
                  </a:lnTo>
                  <a:lnTo>
                    <a:pt x="465517" y="1106167"/>
                  </a:lnTo>
                  <a:lnTo>
                    <a:pt x="465502" y="1106172"/>
                  </a:lnTo>
                  <a:lnTo>
                    <a:pt x="465490" y="1106174"/>
                  </a:lnTo>
                  <a:lnTo>
                    <a:pt x="465478" y="1106174"/>
                  </a:lnTo>
                  <a:lnTo>
                    <a:pt x="465470" y="1106175"/>
                  </a:lnTo>
                  <a:lnTo>
                    <a:pt x="465454" y="1106175"/>
                  </a:lnTo>
                  <a:lnTo>
                    <a:pt x="465437" y="1106174"/>
                  </a:lnTo>
                  <a:lnTo>
                    <a:pt x="465425" y="1106173"/>
                  </a:lnTo>
                  <a:lnTo>
                    <a:pt x="465412" y="1106172"/>
                  </a:lnTo>
                  <a:lnTo>
                    <a:pt x="465401" y="1106172"/>
                  </a:lnTo>
                  <a:lnTo>
                    <a:pt x="465387" y="1106172"/>
                  </a:lnTo>
                  <a:lnTo>
                    <a:pt x="465379" y="1106172"/>
                  </a:lnTo>
                  <a:lnTo>
                    <a:pt x="465368" y="1106172"/>
                  </a:lnTo>
                  <a:lnTo>
                    <a:pt x="465362" y="1106171"/>
                  </a:lnTo>
                  <a:lnTo>
                    <a:pt x="465351" y="1106170"/>
                  </a:lnTo>
                  <a:lnTo>
                    <a:pt x="465343" y="1106168"/>
                  </a:lnTo>
                  <a:lnTo>
                    <a:pt x="465337" y="1106165"/>
                  </a:lnTo>
                  <a:lnTo>
                    <a:pt x="465331" y="1106160"/>
                  </a:lnTo>
                  <a:lnTo>
                    <a:pt x="465326" y="1106154"/>
                  </a:lnTo>
                  <a:lnTo>
                    <a:pt x="465321" y="1106145"/>
                  </a:lnTo>
                  <a:lnTo>
                    <a:pt x="465318" y="1106140"/>
                  </a:lnTo>
                  <a:lnTo>
                    <a:pt x="465315" y="1106135"/>
                  </a:lnTo>
                  <a:lnTo>
                    <a:pt x="465312" y="1106131"/>
                  </a:lnTo>
                  <a:lnTo>
                    <a:pt x="465304" y="1106125"/>
                  </a:lnTo>
                  <a:lnTo>
                    <a:pt x="465298" y="1106124"/>
                  </a:lnTo>
                  <a:lnTo>
                    <a:pt x="465289" y="1106125"/>
                  </a:lnTo>
                  <a:lnTo>
                    <a:pt x="465275" y="1106126"/>
                  </a:lnTo>
                  <a:lnTo>
                    <a:pt x="465265" y="1106124"/>
                  </a:lnTo>
                  <a:lnTo>
                    <a:pt x="465254" y="1106120"/>
                  </a:lnTo>
                  <a:lnTo>
                    <a:pt x="465247" y="1106117"/>
                  </a:lnTo>
                  <a:lnTo>
                    <a:pt x="465243" y="1106114"/>
                  </a:lnTo>
                  <a:lnTo>
                    <a:pt x="465235" y="1106109"/>
                  </a:lnTo>
                  <a:lnTo>
                    <a:pt x="465222" y="1106100"/>
                  </a:lnTo>
                  <a:lnTo>
                    <a:pt x="465196" y="1106081"/>
                  </a:lnTo>
                  <a:lnTo>
                    <a:pt x="465178" y="1106071"/>
                  </a:lnTo>
                  <a:lnTo>
                    <a:pt x="465171" y="1106067"/>
                  </a:lnTo>
                  <a:lnTo>
                    <a:pt x="465166" y="1106065"/>
                  </a:lnTo>
                  <a:lnTo>
                    <a:pt x="465162" y="1106063"/>
                  </a:lnTo>
                  <a:lnTo>
                    <a:pt x="465151" y="1106062"/>
                  </a:lnTo>
                  <a:lnTo>
                    <a:pt x="465147" y="1106060"/>
                  </a:lnTo>
                  <a:lnTo>
                    <a:pt x="465143" y="1106058"/>
                  </a:lnTo>
                  <a:lnTo>
                    <a:pt x="465125" y="1106047"/>
                  </a:lnTo>
                  <a:lnTo>
                    <a:pt x="465097" y="1106032"/>
                  </a:lnTo>
                  <a:lnTo>
                    <a:pt x="465061" y="1106013"/>
                  </a:lnTo>
                  <a:lnTo>
                    <a:pt x="465034" y="1106001"/>
                  </a:lnTo>
                  <a:lnTo>
                    <a:pt x="465027" y="1105997"/>
                  </a:lnTo>
                  <a:lnTo>
                    <a:pt x="465020" y="1105993"/>
                  </a:lnTo>
                  <a:lnTo>
                    <a:pt x="465010" y="1105988"/>
                  </a:lnTo>
                  <a:lnTo>
                    <a:pt x="465003" y="1105984"/>
                  </a:lnTo>
                  <a:lnTo>
                    <a:pt x="464996" y="1105982"/>
                  </a:lnTo>
                  <a:lnTo>
                    <a:pt x="464987" y="1105980"/>
                  </a:lnTo>
                  <a:lnTo>
                    <a:pt x="464976" y="1105978"/>
                  </a:lnTo>
                  <a:lnTo>
                    <a:pt x="464962" y="1105976"/>
                  </a:lnTo>
                  <a:lnTo>
                    <a:pt x="464940" y="1105973"/>
                  </a:lnTo>
                  <a:lnTo>
                    <a:pt x="464932" y="1105972"/>
                  </a:lnTo>
                  <a:lnTo>
                    <a:pt x="464924" y="1105970"/>
                  </a:lnTo>
                  <a:lnTo>
                    <a:pt x="464916" y="1105967"/>
                  </a:lnTo>
                  <a:lnTo>
                    <a:pt x="464886" y="1105955"/>
                  </a:lnTo>
                  <a:lnTo>
                    <a:pt x="464860" y="1105944"/>
                  </a:lnTo>
                  <a:lnTo>
                    <a:pt x="464836" y="1105935"/>
                  </a:lnTo>
                  <a:lnTo>
                    <a:pt x="464829" y="1105931"/>
                  </a:lnTo>
                  <a:lnTo>
                    <a:pt x="464822" y="1105927"/>
                  </a:lnTo>
                  <a:lnTo>
                    <a:pt x="464817" y="1105924"/>
                  </a:lnTo>
                  <a:lnTo>
                    <a:pt x="464812" y="1105917"/>
                  </a:lnTo>
                  <a:lnTo>
                    <a:pt x="464805" y="1105907"/>
                  </a:lnTo>
                  <a:lnTo>
                    <a:pt x="464798" y="1105892"/>
                  </a:lnTo>
                  <a:lnTo>
                    <a:pt x="464792" y="1105885"/>
                  </a:lnTo>
                  <a:lnTo>
                    <a:pt x="464779" y="1105869"/>
                  </a:lnTo>
                  <a:lnTo>
                    <a:pt x="464767" y="1105858"/>
                  </a:lnTo>
                  <a:lnTo>
                    <a:pt x="464750" y="1105843"/>
                  </a:lnTo>
                  <a:lnTo>
                    <a:pt x="464735" y="1105828"/>
                  </a:lnTo>
                  <a:lnTo>
                    <a:pt x="464727" y="1105818"/>
                  </a:lnTo>
                  <a:lnTo>
                    <a:pt x="464716" y="1105803"/>
                  </a:lnTo>
                  <a:lnTo>
                    <a:pt x="464704" y="1105791"/>
                  </a:lnTo>
                  <a:lnTo>
                    <a:pt x="464697" y="1105786"/>
                  </a:lnTo>
                  <a:lnTo>
                    <a:pt x="464684" y="1105778"/>
                  </a:lnTo>
                  <a:lnTo>
                    <a:pt x="464673" y="1105773"/>
                  </a:lnTo>
                  <a:lnTo>
                    <a:pt x="464655" y="1105765"/>
                  </a:lnTo>
                  <a:lnTo>
                    <a:pt x="464647" y="1105762"/>
                  </a:lnTo>
                  <a:lnTo>
                    <a:pt x="464636" y="1105759"/>
                  </a:lnTo>
                  <a:lnTo>
                    <a:pt x="464627" y="1105757"/>
                  </a:lnTo>
                  <a:lnTo>
                    <a:pt x="464617" y="1105754"/>
                  </a:lnTo>
                  <a:lnTo>
                    <a:pt x="464602" y="1105752"/>
                  </a:lnTo>
                  <a:lnTo>
                    <a:pt x="464592" y="1105750"/>
                  </a:lnTo>
                  <a:lnTo>
                    <a:pt x="464585" y="1105749"/>
                  </a:lnTo>
                  <a:lnTo>
                    <a:pt x="464577" y="1105746"/>
                  </a:lnTo>
                  <a:lnTo>
                    <a:pt x="464570" y="1105742"/>
                  </a:lnTo>
                  <a:lnTo>
                    <a:pt x="464556" y="1105735"/>
                  </a:lnTo>
                  <a:lnTo>
                    <a:pt x="464512" y="1105711"/>
                  </a:lnTo>
                  <a:lnTo>
                    <a:pt x="464482" y="1105694"/>
                  </a:lnTo>
                  <a:lnTo>
                    <a:pt x="464467" y="1105685"/>
                  </a:lnTo>
                  <a:lnTo>
                    <a:pt x="464459" y="1105680"/>
                  </a:lnTo>
                  <a:lnTo>
                    <a:pt x="464446" y="1105669"/>
                  </a:lnTo>
                  <a:lnTo>
                    <a:pt x="464435" y="1105662"/>
                  </a:lnTo>
                  <a:lnTo>
                    <a:pt x="464420" y="1105653"/>
                  </a:lnTo>
                  <a:lnTo>
                    <a:pt x="464415" y="1105650"/>
                  </a:lnTo>
                  <a:lnTo>
                    <a:pt x="464409" y="1105647"/>
                  </a:lnTo>
                  <a:lnTo>
                    <a:pt x="464401" y="1105642"/>
                  </a:lnTo>
                  <a:lnTo>
                    <a:pt x="464396" y="1105636"/>
                  </a:lnTo>
                  <a:lnTo>
                    <a:pt x="464393" y="1105632"/>
                  </a:lnTo>
                  <a:lnTo>
                    <a:pt x="464392" y="1105627"/>
                  </a:lnTo>
                  <a:lnTo>
                    <a:pt x="464388" y="1105612"/>
                  </a:lnTo>
                  <a:lnTo>
                    <a:pt x="464385" y="1105606"/>
                  </a:lnTo>
                  <a:lnTo>
                    <a:pt x="464382" y="1105599"/>
                  </a:lnTo>
                  <a:lnTo>
                    <a:pt x="464378" y="1105593"/>
                  </a:lnTo>
                  <a:lnTo>
                    <a:pt x="464371" y="1105587"/>
                  </a:lnTo>
                  <a:lnTo>
                    <a:pt x="464367" y="1105583"/>
                  </a:lnTo>
                  <a:lnTo>
                    <a:pt x="464361" y="1105578"/>
                  </a:lnTo>
                  <a:lnTo>
                    <a:pt x="464346" y="1105569"/>
                  </a:lnTo>
                  <a:lnTo>
                    <a:pt x="464336" y="1105563"/>
                  </a:lnTo>
                  <a:lnTo>
                    <a:pt x="464316" y="1105551"/>
                  </a:lnTo>
                  <a:lnTo>
                    <a:pt x="464297" y="1105539"/>
                  </a:lnTo>
                  <a:lnTo>
                    <a:pt x="464280" y="1105530"/>
                  </a:lnTo>
                  <a:lnTo>
                    <a:pt x="464270" y="1105523"/>
                  </a:lnTo>
                  <a:lnTo>
                    <a:pt x="464266" y="1105519"/>
                  </a:lnTo>
                  <a:lnTo>
                    <a:pt x="464259" y="1105513"/>
                  </a:lnTo>
                  <a:lnTo>
                    <a:pt x="464247" y="1105503"/>
                  </a:lnTo>
                  <a:lnTo>
                    <a:pt x="464236" y="1105496"/>
                  </a:lnTo>
                  <a:lnTo>
                    <a:pt x="464226" y="1105490"/>
                  </a:lnTo>
                  <a:lnTo>
                    <a:pt x="464218" y="1105486"/>
                  </a:lnTo>
                  <a:lnTo>
                    <a:pt x="464194" y="1105475"/>
                  </a:lnTo>
                  <a:lnTo>
                    <a:pt x="464183" y="1105470"/>
                  </a:lnTo>
                  <a:lnTo>
                    <a:pt x="464167" y="1105463"/>
                  </a:lnTo>
                  <a:lnTo>
                    <a:pt x="464151" y="1105453"/>
                  </a:lnTo>
                  <a:lnTo>
                    <a:pt x="464136" y="1105443"/>
                  </a:lnTo>
                  <a:lnTo>
                    <a:pt x="464127" y="1105438"/>
                  </a:lnTo>
                  <a:lnTo>
                    <a:pt x="464118" y="1105433"/>
                  </a:lnTo>
                  <a:lnTo>
                    <a:pt x="464100" y="1105426"/>
                  </a:lnTo>
                  <a:lnTo>
                    <a:pt x="464086" y="1105420"/>
                  </a:lnTo>
                  <a:lnTo>
                    <a:pt x="464074" y="1105415"/>
                  </a:lnTo>
                  <a:lnTo>
                    <a:pt x="464062" y="1105408"/>
                  </a:lnTo>
                  <a:lnTo>
                    <a:pt x="464043" y="1105395"/>
                  </a:lnTo>
                  <a:lnTo>
                    <a:pt x="464037" y="1105390"/>
                  </a:lnTo>
                  <a:lnTo>
                    <a:pt x="464026" y="1105381"/>
                  </a:lnTo>
                  <a:lnTo>
                    <a:pt x="464009" y="1105367"/>
                  </a:lnTo>
                  <a:lnTo>
                    <a:pt x="463993" y="1105357"/>
                  </a:lnTo>
                  <a:lnTo>
                    <a:pt x="463981" y="1105349"/>
                  </a:lnTo>
                  <a:lnTo>
                    <a:pt x="463968" y="1105338"/>
                  </a:lnTo>
                  <a:lnTo>
                    <a:pt x="463961" y="1105334"/>
                  </a:lnTo>
                  <a:lnTo>
                    <a:pt x="463951" y="1105329"/>
                  </a:lnTo>
                  <a:lnTo>
                    <a:pt x="463934" y="1105323"/>
                  </a:lnTo>
                  <a:lnTo>
                    <a:pt x="463930" y="1105321"/>
                  </a:lnTo>
                  <a:lnTo>
                    <a:pt x="463917" y="1105318"/>
                  </a:lnTo>
                  <a:lnTo>
                    <a:pt x="463891" y="1105314"/>
                  </a:lnTo>
                  <a:lnTo>
                    <a:pt x="463879" y="1105313"/>
                  </a:lnTo>
                  <a:lnTo>
                    <a:pt x="463866" y="1105311"/>
                  </a:lnTo>
                  <a:lnTo>
                    <a:pt x="463860" y="1105309"/>
                  </a:lnTo>
                  <a:lnTo>
                    <a:pt x="463833" y="1105297"/>
                  </a:lnTo>
                  <a:lnTo>
                    <a:pt x="463815" y="1105288"/>
                  </a:lnTo>
                  <a:lnTo>
                    <a:pt x="463802" y="1105283"/>
                  </a:lnTo>
                  <a:lnTo>
                    <a:pt x="463793" y="1105280"/>
                  </a:lnTo>
                  <a:lnTo>
                    <a:pt x="463785" y="1105274"/>
                  </a:lnTo>
                  <a:lnTo>
                    <a:pt x="463779" y="1105268"/>
                  </a:lnTo>
                  <a:lnTo>
                    <a:pt x="463770" y="1105261"/>
                  </a:lnTo>
                  <a:lnTo>
                    <a:pt x="463761" y="1105255"/>
                  </a:lnTo>
                  <a:lnTo>
                    <a:pt x="463750" y="1105249"/>
                  </a:lnTo>
                  <a:lnTo>
                    <a:pt x="463739" y="1105245"/>
                  </a:lnTo>
                  <a:lnTo>
                    <a:pt x="463727" y="1105240"/>
                  </a:lnTo>
                  <a:lnTo>
                    <a:pt x="463715" y="1105234"/>
                  </a:lnTo>
                  <a:lnTo>
                    <a:pt x="463706" y="1105232"/>
                  </a:lnTo>
                  <a:lnTo>
                    <a:pt x="463699" y="1105231"/>
                  </a:lnTo>
                  <a:lnTo>
                    <a:pt x="463682" y="1105232"/>
                  </a:lnTo>
                  <a:lnTo>
                    <a:pt x="463662" y="1105234"/>
                  </a:lnTo>
                  <a:lnTo>
                    <a:pt x="463647" y="1105233"/>
                  </a:lnTo>
                  <a:lnTo>
                    <a:pt x="463633" y="1105232"/>
                  </a:lnTo>
                  <a:lnTo>
                    <a:pt x="463626" y="1105232"/>
                  </a:lnTo>
                  <a:lnTo>
                    <a:pt x="463618" y="1105231"/>
                  </a:lnTo>
                  <a:lnTo>
                    <a:pt x="463604" y="1105229"/>
                  </a:lnTo>
                  <a:lnTo>
                    <a:pt x="463586" y="1105226"/>
                  </a:lnTo>
                  <a:lnTo>
                    <a:pt x="463576" y="1105224"/>
                  </a:lnTo>
                  <a:lnTo>
                    <a:pt x="463570" y="1105222"/>
                  </a:lnTo>
                  <a:lnTo>
                    <a:pt x="463563" y="1105219"/>
                  </a:lnTo>
                  <a:lnTo>
                    <a:pt x="463548" y="1105218"/>
                  </a:lnTo>
                  <a:lnTo>
                    <a:pt x="463536" y="1105215"/>
                  </a:lnTo>
                  <a:lnTo>
                    <a:pt x="463510" y="1105204"/>
                  </a:lnTo>
                  <a:lnTo>
                    <a:pt x="463502" y="1105200"/>
                  </a:lnTo>
                  <a:lnTo>
                    <a:pt x="463485" y="1105194"/>
                  </a:lnTo>
                  <a:lnTo>
                    <a:pt x="463467" y="1105190"/>
                  </a:lnTo>
                  <a:lnTo>
                    <a:pt x="463458" y="1105188"/>
                  </a:lnTo>
                  <a:lnTo>
                    <a:pt x="463443" y="1105188"/>
                  </a:lnTo>
                  <a:lnTo>
                    <a:pt x="463434" y="1105190"/>
                  </a:lnTo>
                  <a:lnTo>
                    <a:pt x="463427" y="1105191"/>
                  </a:lnTo>
                  <a:lnTo>
                    <a:pt x="463421" y="1105191"/>
                  </a:lnTo>
                  <a:lnTo>
                    <a:pt x="463409" y="1105183"/>
                  </a:lnTo>
                  <a:lnTo>
                    <a:pt x="463394" y="1105171"/>
                  </a:lnTo>
                  <a:lnTo>
                    <a:pt x="463378" y="1105160"/>
                  </a:lnTo>
                  <a:lnTo>
                    <a:pt x="463370" y="1105153"/>
                  </a:lnTo>
                  <a:lnTo>
                    <a:pt x="463363" y="1105148"/>
                  </a:lnTo>
                  <a:lnTo>
                    <a:pt x="463353" y="1105142"/>
                  </a:lnTo>
                  <a:lnTo>
                    <a:pt x="463348" y="1105140"/>
                  </a:lnTo>
                  <a:lnTo>
                    <a:pt x="463342" y="1105137"/>
                  </a:lnTo>
                  <a:lnTo>
                    <a:pt x="463329" y="1105134"/>
                  </a:lnTo>
                  <a:lnTo>
                    <a:pt x="463320" y="1105131"/>
                  </a:lnTo>
                  <a:lnTo>
                    <a:pt x="463298" y="1105127"/>
                  </a:lnTo>
                  <a:lnTo>
                    <a:pt x="463281" y="1105123"/>
                  </a:lnTo>
                  <a:lnTo>
                    <a:pt x="463271" y="1105120"/>
                  </a:lnTo>
                  <a:lnTo>
                    <a:pt x="463265" y="1105119"/>
                  </a:lnTo>
                  <a:lnTo>
                    <a:pt x="463258" y="1105117"/>
                  </a:lnTo>
                  <a:lnTo>
                    <a:pt x="463246" y="1105116"/>
                  </a:lnTo>
                  <a:lnTo>
                    <a:pt x="463228" y="1105114"/>
                  </a:lnTo>
                  <a:lnTo>
                    <a:pt x="463214" y="1105112"/>
                  </a:lnTo>
                  <a:lnTo>
                    <a:pt x="463203" y="1105110"/>
                  </a:lnTo>
                  <a:lnTo>
                    <a:pt x="463193" y="1105107"/>
                  </a:lnTo>
                  <a:lnTo>
                    <a:pt x="463186" y="1105104"/>
                  </a:lnTo>
                  <a:lnTo>
                    <a:pt x="463169" y="1105098"/>
                  </a:lnTo>
                  <a:lnTo>
                    <a:pt x="463157" y="1105093"/>
                  </a:lnTo>
                  <a:lnTo>
                    <a:pt x="463151" y="1105092"/>
                  </a:lnTo>
                  <a:lnTo>
                    <a:pt x="463142" y="1105090"/>
                  </a:lnTo>
                  <a:lnTo>
                    <a:pt x="463127" y="1105089"/>
                  </a:lnTo>
                  <a:lnTo>
                    <a:pt x="463109" y="1105089"/>
                  </a:lnTo>
                  <a:lnTo>
                    <a:pt x="463100" y="1105090"/>
                  </a:lnTo>
                  <a:lnTo>
                    <a:pt x="463096" y="1105091"/>
                  </a:lnTo>
                  <a:lnTo>
                    <a:pt x="463091" y="1105093"/>
                  </a:lnTo>
                  <a:lnTo>
                    <a:pt x="463076" y="1105101"/>
                  </a:lnTo>
                  <a:lnTo>
                    <a:pt x="463062" y="1105110"/>
                  </a:lnTo>
                  <a:lnTo>
                    <a:pt x="463048" y="1105120"/>
                  </a:lnTo>
                  <a:lnTo>
                    <a:pt x="463034" y="1105127"/>
                  </a:lnTo>
                  <a:lnTo>
                    <a:pt x="463026" y="1105131"/>
                  </a:lnTo>
                  <a:lnTo>
                    <a:pt x="463012" y="1105137"/>
                  </a:lnTo>
                  <a:lnTo>
                    <a:pt x="463006" y="1105139"/>
                  </a:lnTo>
                  <a:lnTo>
                    <a:pt x="462998" y="1105140"/>
                  </a:lnTo>
                  <a:lnTo>
                    <a:pt x="462992" y="1105140"/>
                  </a:lnTo>
                  <a:lnTo>
                    <a:pt x="462983" y="1105140"/>
                  </a:lnTo>
                  <a:lnTo>
                    <a:pt x="462973" y="1105142"/>
                  </a:lnTo>
                  <a:lnTo>
                    <a:pt x="462965" y="1105143"/>
                  </a:lnTo>
                  <a:lnTo>
                    <a:pt x="462955" y="1105146"/>
                  </a:lnTo>
                  <a:lnTo>
                    <a:pt x="462945" y="1105149"/>
                  </a:lnTo>
                  <a:lnTo>
                    <a:pt x="462936" y="1105150"/>
                  </a:lnTo>
                  <a:lnTo>
                    <a:pt x="462921" y="1105151"/>
                  </a:lnTo>
                  <a:lnTo>
                    <a:pt x="462902" y="1105153"/>
                  </a:lnTo>
                  <a:lnTo>
                    <a:pt x="462881" y="1105154"/>
                  </a:lnTo>
                  <a:lnTo>
                    <a:pt x="462867" y="1105154"/>
                  </a:lnTo>
                  <a:lnTo>
                    <a:pt x="462854" y="1105154"/>
                  </a:lnTo>
                  <a:lnTo>
                    <a:pt x="462844" y="1105154"/>
                  </a:lnTo>
                  <a:lnTo>
                    <a:pt x="462831" y="1105154"/>
                  </a:lnTo>
                  <a:lnTo>
                    <a:pt x="462825" y="1105155"/>
                  </a:lnTo>
                  <a:lnTo>
                    <a:pt x="462820" y="1105155"/>
                  </a:lnTo>
                  <a:lnTo>
                    <a:pt x="462806" y="1105157"/>
                  </a:lnTo>
                  <a:lnTo>
                    <a:pt x="462795" y="1105159"/>
                  </a:lnTo>
                  <a:lnTo>
                    <a:pt x="462772" y="1105164"/>
                  </a:lnTo>
                  <a:lnTo>
                    <a:pt x="462762" y="1105167"/>
                  </a:lnTo>
                  <a:lnTo>
                    <a:pt x="462748" y="1105171"/>
                  </a:lnTo>
                  <a:lnTo>
                    <a:pt x="462734" y="1105176"/>
                  </a:lnTo>
                  <a:lnTo>
                    <a:pt x="462705" y="1105185"/>
                  </a:lnTo>
                  <a:lnTo>
                    <a:pt x="462699" y="1105188"/>
                  </a:lnTo>
                  <a:lnTo>
                    <a:pt x="462682" y="1105196"/>
                  </a:lnTo>
                  <a:lnTo>
                    <a:pt x="462675" y="1105199"/>
                  </a:lnTo>
                  <a:lnTo>
                    <a:pt x="462661" y="1105204"/>
                  </a:lnTo>
                  <a:lnTo>
                    <a:pt x="462650" y="1105208"/>
                  </a:lnTo>
                  <a:lnTo>
                    <a:pt x="462642" y="1105211"/>
                  </a:lnTo>
                  <a:lnTo>
                    <a:pt x="462638" y="1105212"/>
                  </a:lnTo>
                  <a:lnTo>
                    <a:pt x="462633" y="1105212"/>
                  </a:lnTo>
                  <a:lnTo>
                    <a:pt x="462622" y="1105210"/>
                  </a:lnTo>
                  <a:lnTo>
                    <a:pt x="462614" y="1105208"/>
                  </a:lnTo>
                  <a:lnTo>
                    <a:pt x="462608" y="1105207"/>
                  </a:lnTo>
                  <a:lnTo>
                    <a:pt x="462604" y="1105206"/>
                  </a:lnTo>
                  <a:lnTo>
                    <a:pt x="462599" y="1105207"/>
                  </a:lnTo>
                  <a:lnTo>
                    <a:pt x="462589" y="1105208"/>
                  </a:lnTo>
                  <a:lnTo>
                    <a:pt x="462579" y="1105209"/>
                  </a:lnTo>
                  <a:lnTo>
                    <a:pt x="462569" y="1105210"/>
                  </a:lnTo>
                  <a:lnTo>
                    <a:pt x="462561" y="1105211"/>
                  </a:lnTo>
                  <a:lnTo>
                    <a:pt x="462555" y="1105214"/>
                  </a:lnTo>
                  <a:lnTo>
                    <a:pt x="462549" y="1105216"/>
                  </a:lnTo>
                  <a:lnTo>
                    <a:pt x="462544" y="1105218"/>
                  </a:lnTo>
                  <a:lnTo>
                    <a:pt x="462535" y="1105216"/>
                  </a:lnTo>
                  <a:lnTo>
                    <a:pt x="462530" y="1105215"/>
                  </a:lnTo>
                  <a:lnTo>
                    <a:pt x="462524" y="1105214"/>
                  </a:lnTo>
                  <a:lnTo>
                    <a:pt x="462519" y="1105212"/>
                  </a:lnTo>
                  <a:lnTo>
                    <a:pt x="462508" y="1105210"/>
                  </a:lnTo>
                  <a:lnTo>
                    <a:pt x="462501" y="1105207"/>
                  </a:lnTo>
                  <a:lnTo>
                    <a:pt x="462495" y="1105203"/>
                  </a:lnTo>
                  <a:lnTo>
                    <a:pt x="462487" y="1105196"/>
                  </a:lnTo>
                  <a:lnTo>
                    <a:pt x="462482" y="1105193"/>
                  </a:lnTo>
                  <a:lnTo>
                    <a:pt x="462476" y="1105187"/>
                  </a:lnTo>
                  <a:lnTo>
                    <a:pt x="462469" y="1105181"/>
                  </a:lnTo>
                  <a:lnTo>
                    <a:pt x="462464" y="1105178"/>
                  </a:lnTo>
                  <a:lnTo>
                    <a:pt x="462459" y="1105174"/>
                  </a:lnTo>
                  <a:lnTo>
                    <a:pt x="462452" y="1105169"/>
                  </a:lnTo>
                  <a:lnTo>
                    <a:pt x="462445" y="1105163"/>
                  </a:lnTo>
                  <a:lnTo>
                    <a:pt x="462440" y="1105156"/>
                  </a:lnTo>
                  <a:lnTo>
                    <a:pt x="462435" y="1105151"/>
                  </a:lnTo>
                  <a:lnTo>
                    <a:pt x="462431" y="1105148"/>
                  </a:lnTo>
                  <a:lnTo>
                    <a:pt x="462426" y="1105143"/>
                  </a:lnTo>
                  <a:lnTo>
                    <a:pt x="462417" y="1105138"/>
                  </a:lnTo>
                  <a:lnTo>
                    <a:pt x="462413" y="1105135"/>
                  </a:lnTo>
                  <a:lnTo>
                    <a:pt x="462408" y="1105133"/>
                  </a:lnTo>
                  <a:lnTo>
                    <a:pt x="462403" y="1105131"/>
                  </a:lnTo>
                  <a:lnTo>
                    <a:pt x="462393" y="1105127"/>
                  </a:lnTo>
                  <a:lnTo>
                    <a:pt x="462387" y="1105125"/>
                  </a:lnTo>
                  <a:lnTo>
                    <a:pt x="462381" y="1105124"/>
                  </a:lnTo>
                  <a:lnTo>
                    <a:pt x="462375" y="1105123"/>
                  </a:lnTo>
                  <a:lnTo>
                    <a:pt x="462368" y="1105123"/>
                  </a:lnTo>
                  <a:lnTo>
                    <a:pt x="462361" y="1105124"/>
                  </a:lnTo>
                  <a:lnTo>
                    <a:pt x="462347" y="1105124"/>
                  </a:lnTo>
                  <a:lnTo>
                    <a:pt x="462341" y="1105125"/>
                  </a:lnTo>
                  <a:lnTo>
                    <a:pt x="462335" y="1105126"/>
                  </a:lnTo>
                  <a:lnTo>
                    <a:pt x="462331" y="1105127"/>
                  </a:lnTo>
                  <a:lnTo>
                    <a:pt x="462322" y="1105130"/>
                  </a:lnTo>
                  <a:lnTo>
                    <a:pt x="462318" y="1105132"/>
                  </a:lnTo>
                  <a:lnTo>
                    <a:pt x="462313" y="1105133"/>
                  </a:lnTo>
                  <a:lnTo>
                    <a:pt x="462308" y="1105133"/>
                  </a:lnTo>
                  <a:lnTo>
                    <a:pt x="462302" y="1105133"/>
                  </a:lnTo>
                  <a:lnTo>
                    <a:pt x="462290" y="1105133"/>
                  </a:lnTo>
                  <a:lnTo>
                    <a:pt x="462280" y="1105132"/>
                  </a:lnTo>
                  <a:lnTo>
                    <a:pt x="462274" y="1105130"/>
                  </a:lnTo>
                  <a:lnTo>
                    <a:pt x="462263" y="1105129"/>
                  </a:lnTo>
                  <a:lnTo>
                    <a:pt x="462257" y="1105126"/>
                  </a:lnTo>
                  <a:lnTo>
                    <a:pt x="462248" y="1105123"/>
                  </a:lnTo>
                  <a:lnTo>
                    <a:pt x="462235" y="1105120"/>
                  </a:lnTo>
                  <a:lnTo>
                    <a:pt x="462231" y="1105119"/>
                  </a:lnTo>
                  <a:lnTo>
                    <a:pt x="462227" y="1105119"/>
                  </a:lnTo>
                  <a:lnTo>
                    <a:pt x="462222" y="1105120"/>
                  </a:lnTo>
                  <a:lnTo>
                    <a:pt x="462218" y="1105121"/>
                  </a:lnTo>
                  <a:lnTo>
                    <a:pt x="462208" y="1105124"/>
                  </a:lnTo>
                  <a:lnTo>
                    <a:pt x="462203" y="1105125"/>
                  </a:lnTo>
                  <a:lnTo>
                    <a:pt x="462198" y="1105126"/>
                  </a:lnTo>
                  <a:lnTo>
                    <a:pt x="462191" y="1105126"/>
                  </a:lnTo>
                  <a:lnTo>
                    <a:pt x="462184" y="1105127"/>
                  </a:lnTo>
                  <a:lnTo>
                    <a:pt x="462168" y="1105127"/>
                  </a:lnTo>
                  <a:lnTo>
                    <a:pt x="462161" y="1105127"/>
                  </a:lnTo>
                  <a:lnTo>
                    <a:pt x="462153" y="1105127"/>
                  </a:lnTo>
                  <a:lnTo>
                    <a:pt x="462145" y="1105127"/>
                  </a:lnTo>
                  <a:lnTo>
                    <a:pt x="462130" y="1105126"/>
                  </a:lnTo>
                  <a:lnTo>
                    <a:pt x="462116" y="1105125"/>
                  </a:lnTo>
                  <a:lnTo>
                    <a:pt x="462107" y="1105125"/>
                  </a:lnTo>
                  <a:lnTo>
                    <a:pt x="462100" y="1105125"/>
                  </a:lnTo>
                  <a:lnTo>
                    <a:pt x="462093" y="1105124"/>
                  </a:lnTo>
                  <a:lnTo>
                    <a:pt x="462063" y="1105115"/>
                  </a:lnTo>
                  <a:lnTo>
                    <a:pt x="462052" y="1105113"/>
                  </a:lnTo>
                  <a:lnTo>
                    <a:pt x="462044" y="1105111"/>
                  </a:lnTo>
                  <a:lnTo>
                    <a:pt x="462029" y="1105109"/>
                  </a:lnTo>
                  <a:lnTo>
                    <a:pt x="462023" y="1105108"/>
                  </a:lnTo>
                  <a:lnTo>
                    <a:pt x="462015" y="1105106"/>
                  </a:lnTo>
                  <a:lnTo>
                    <a:pt x="461969" y="1105097"/>
                  </a:lnTo>
                  <a:lnTo>
                    <a:pt x="461935" y="1105092"/>
                  </a:lnTo>
                  <a:lnTo>
                    <a:pt x="461931" y="1105092"/>
                  </a:lnTo>
                  <a:lnTo>
                    <a:pt x="461926" y="1105092"/>
                  </a:lnTo>
                  <a:lnTo>
                    <a:pt x="461918" y="1105091"/>
                  </a:lnTo>
                  <a:lnTo>
                    <a:pt x="461909" y="1105092"/>
                  </a:lnTo>
                  <a:lnTo>
                    <a:pt x="461901" y="1105091"/>
                  </a:lnTo>
                  <a:lnTo>
                    <a:pt x="461895" y="1105090"/>
                  </a:lnTo>
                  <a:lnTo>
                    <a:pt x="461885" y="1105089"/>
                  </a:lnTo>
                  <a:lnTo>
                    <a:pt x="461876" y="1105088"/>
                  </a:lnTo>
                  <a:lnTo>
                    <a:pt x="461869" y="1105086"/>
                  </a:lnTo>
                  <a:lnTo>
                    <a:pt x="461859" y="1105082"/>
                  </a:lnTo>
                  <a:lnTo>
                    <a:pt x="461853" y="1105077"/>
                  </a:lnTo>
                  <a:lnTo>
                    <a:pt x="461848" y="1105073"/>
                  </a:lnTo>
                  <a:lnTo>
                    <a:pt x="461841" y="1105068"/>
                  </a:lnTo>
                  <a:lnTo>
                    <a:pt x="461832" y="1105065"/>
                  </a:lnTo>
                  <a:lnTo>
                    <a:pt x="461826" y="1105064"/>
                  </a:lnTo>
                  <a:lnTo>
                    <a:pt x="461814" y="1105063"/>
                  </a:lnTo>
                  <a:lnTo>
                    <a:pt x="461805" y="1105063"/>
                  </a:lnTo>
                  <a:lnTo>
                    <a:pt x="461799" y="1105062"/>
                  </a:lnTo>
                  <a:lnTo>
                    <a:pt x="461789" y="1105060"/>
                  </a:lnTo>
                  <a:lnTo>
                    <a:pt x="461783" y="1105059"/>
                  </a:lnTo>
                  <a:lnTo>
                    <a:pt x="461762" y="1105053"/>
                  </a:lnTo>
                  <a:lnTo>
                    <a:pt x="461751" y="1105050"/>
                  </a:lnTo>
                  <a:lnTo>
                    <a:pt x="461741" y="1105046"/>
                  </a:lnTo>
                  <a:lnTo>
                    <a:pt x="461736" y="1105044"/>
                  </a:lnTo>
                  <a:lnTo>
                    <a:pt x="461731" y="1105042"/>
                  </a:lnTo>
                  <a:lnTo>
                    <a:pt x="461727" y="1105038"/>
                  </a:lnTo>
                  <a:lnTo>
                    <a:pt x="461721" y="1105032"/>
                  </a:lnTo>
                  <a:lnTo>
                    <a:pt x="461714" y="1105025"/>
                  </a:lnTo>
                  <a:lnTo>
                    <a:pt x="461709" y="1105019"/>
                  </a:lnTo>
                  <a:lnTo>
                    <a:pt x="461677" y="1105008"/>
                  </a:lnTo>
                  <a:lnTo>
                    <a:pt x="461670" y="1105005"/>
                  </a:lnTo>
                  <a:lnTo>
                    <a:pt x="461665" y="1105005"/>
                  </a:lnTo>
                  <a:lnTo>
                    <a:pt x="461658" y="1105004"/>
                  </a:lnTo>
                  <a:lnTo>
                    <a:pt x="461654" y="1105004"/>
                  </a:lnTo>
                  <a:lnTo>
                    <a:pt x="461648" y="1105004"/>
                  </a:lnTo>
                  <a:lnTo>
                    <a:pt x="461641" y="1105002"/>
                  </a:lnTo>
                  <a:lnTo>
                    <a:pt x="461634" y="1105000"/>
                  </a:lnTo>
                  <a:lnTo>
                    <a:pt x="461628" y="1104999"/>
                  </a:lnTo>
                  <a:lnTo>
                    <a:pt x="461624" y="1104999"/>
                  </a:lnTo>
                  <a:lnTo>
                    <a:pt x="461602" y="1104998"/>
                  </a:lnTo>
                  <a:lnTo>
                    <a:pt x="461583" y="1104996"/>
                  </a:lnTo>
                  <a:lnTo>
                    <a:pt x="461562" y="1104994"/>
                  </a:lnTo>
                  <a:lnTo>
                    <a:pt x="461550" y="1104989"/>
                  </a:lnTo>
                  <a:lnTo>
                    <a:pt x="461538" y="1104982"/>
                  </a:lnTo>
                  <a:lnTo>
                    <a:pt x="461534" y="1104979"/>
                  </a:lnTo>
                  <a:lnTo>
                    <a:pt x="461529" y="1104976"/>
                  </a:lnTo>
                  <a:lnTo>
                    <a:pt x="461524" y="1104974"/>
                  </a:lnTo>
                  <a:lnTo>
                    <a:pt x="461519" y="1104972"/>
                  </a:lnTo>
                  <a:lnTo>
                    <a:pt x="461480" y="1104963"/>
                  </a:lnTo>
                  <a:lnTo>
                    <a:pt x="461474" y="1104962"/>
                  </a:lnTo>
                  <a:lnTo>
                    <a:pt x="461465" y="1104961"/>
                  </a:lnTo>
                  <a:lnTo>
                    <a:pt x="461459" y="1104961"/>
                  </a:lnTo>
                  <a:lnTo>
                    <a:pt x="461452" y="1104961"/>
                  </a:lnTo>
                  <a:lnTo>
                    <a:pt x="461431" y="1104962"/>
                  </a:lnTo>
                  <a:lnTo>
                    <a:pt x="461411" y="1104962"/>
                  </a:lnTo>
                  <a:lnTo>
                    <a:pt x="461392" y="1104964"/>
                  </a:lnTo>
                  <a:lnTo>
                    <a:pt x="461378" y="1104967"/>
                  </a:lnTo>
                  <a:lnTo>
                    <a:pt x="461362" y="1104972"/>
                  </a:lnTo>
                  <a:lnTo>
                    <a:pt x="461348" y="1104977"/>
                  </a:lnTo>
                  <a:lnTo>
                    <a:pt x="461336" y="1104980"/>
                  </a:lnTo>
                  <a:lnTo>
                    <a:pt x="461322" y="1104981"/>
                  </a:lnTo>
                  <a:lnTo>
                    <a:pt x="461305" y="1104982"/>
                  </a:lnTo>
                  <a:lnTo>
                    <a:pt x="461299" y="1104984"/>
                  </a:lnTo>
                  <a:lnTo>
                    <a:pt x="461285" y="1104985"/>
                  </a:lnTo>
                  <a:lnTo>
                    <a:pt x="461275" y="1104986"/>
                  </a:lnTo>
                  <a:lnTo>
                    <a:pt x="461261" y="1104987"/>
                  </a:lnTo>
                  <a:lnTo>
                    <a:pt x="461254" y="1104988"/>
                  </a:lnTo>
                  <a:lnTo>
                    <a:pt x="461249" y="1104989"/>
                  </a:lnTo>
                  <a:lnTo>
                    <a:pt x="461240" y="1104993"/>
                  </a:lnTo>
                  <a:lnTo>
                    <a:pt x="461235" y="1104997"/>
                  </a:lnTo>
                  <a:lnTo>
                    <a:pt x="461228" y="1105003"/>
                  </a:lnTo>
                  <a:lnTo>
                    <a:pt x="461221" y="1105009"/>
                  </a:lnTo>
                  <a:lnTo>
                    <a:pt x="461209" y="1105014"/>
                  </a:lnTo>
                  <a:lnTo>
                    <a:pt x="461198" y="1105018"/>
                  </a:lnTo>
                  <a:lnTo>
                    <a:pt x="461182" y="1105020"/>
                  </a:lnTo>
                  <a:lnTo>
                    <a:pt x="461170" y="1105022"/>
                  </a:lnTo>
                  <a:lnTo>
                    <a:pt x="461161" y="1105022"/>
                  </a:lnTo>
                  <a:lnTo>
                    <a:pt x="461139" y="1105025"/>
                  </a:lnTo>
                  <a:lnTo>
                    <a:pt x="461132" y="1105026"/>
                  </a:lnTo>
                  <a:lnTo>
                    <a:pt x="461125" y="1105028"/>
                  </a:lnTo>
                  <a:lnTo>
                    <a:pt x="461119" y="1105029"/>
                  </a:lnTo>
                  <a:lnTo>
                    <a:pt x="461104" y="1105029"/>
                  </a:lnTo>
                  <a:lnTo>
                    <a:pt x="461097" y="1105030"/>
                  </a:lnTo>
                  <a:lnTo>
                    <a:pt x="461085" y="1105033"/>
                  </a:lnTo>
                  <a:lnTo>
                    <a:pt x="461073" y="1105035"/>
                  </a:lnTo>
                  <a:lnTo>
                    <a:pt x="461066" y="1105036"/>
                  </a:lnTo>
                  <a:lnTo>
                    <a:pt x="461048" y="1105038"/>
                  </a:lnTo>
                  <a:lnTo>
                    <a:pt x="461040" y="1105039"/>
                  </a:lnTo>
                  <a:lnTo>
                    <a:pt x="461033" y="1105039"/>
                  </a:lnTo>
                  <a:lnTo>
                    <a:pt x="461020" y="1105039"/>
                  </a:lnTo>
                  <a:lnTo>
                    <a:pt x="461009" y="1105038"/>
                  </a:lnTo>
                  <a:lnTo>
                    <a:pt x="460999" y="1105037"/>
                  </a:lnTo>
                  <a:lnTo>
                    <a:pt x="460982" y="1105032"/>
                  </a:lnTo>
                  <a:lnTo>
                    <a:pt x="460967" y="1105028"/>
                  </a:lnTo>
                  <a:lnTo>
                    <a:pt x="460960" y="1105025"/>
                  </a:lnTo>
                  <a:lnTo>
                    <a:pt x="460951" y="1105023"/>
                  </a:lnTo>
                  <a:lnTo>
                    <a:pt x="460934" y="1105021"/>
                  </a:lnTo>
                  <a:lnTo>
                    <a:pt x="460930" y="1105021"/>
                  </a:lnTo>
                  <a:lnTo>
                    <a:pt x="460920" y="1105021"/>
                  </a:lnTo>
                  <a:lnTo>
                    <a:pt x="460909" y="1105021"/>
                  </a:lnTo>
                  <a:lnTo>
                    <a:pt x="460892" y="1105022"/>
                  </a:lnTo>
                  <a:lnTo>
                    <a:pt x="460864" y="1105022"/>
                  </a:lnTo>
                  <a:lnTo>
                    <a:pt x="460856" y="1105022"/>
                  </a:lnTo>
                  <a:lnTo>
                    <a:pt x="460845" y="1105023"/>
                  </a:lnTo>
                  <a:lnTo>
                    <a:pt x="460835" y="1105023"/>
                  </a:lnTo>
                  <a:lnTo>
                    <a:pt x="460797" y="1105023"/>
                  </a:lnTo>
                  <a:lnTo>
                    <a:pt x="460793" y="1105023"/>
                  </a:lnTo>
                  <a:lnTo>
                    <a:pt x="460788" y="1105024"/>
                  </a:lnTo>
                  <a:lnTo>
                    <a:pt x="460781" y="1105024"/>
                  </a:lnTo>
                  <a:lnTo>
                    <a:pt x="460766" y="1105025"/>
                  </a:lnTo>
                  <a:lnTo>
                    <a:pt x="460754" y="1105028"/>
                  </a:lnTo>
                  <a:lnTo>
                    <a:pt x="460750" y="1105030"/>
                  </a:lnTo>
                  <a:lnTo>
                    <a:pt x="460744" y="1105032"/>
                  </a:lnTo>
                  <a:lnTo>
                    <a:pt x="460738" y="1105035"/>
                  </a:lnTo>
                  <a:lnTo>
                    <a:pt x="460734" y="1105035"/>
                  </a:lnTo>
                  <a:lnTo>
                    <a:pt x="460722" y="1105033"/>
                  </a:lnTo>
                  <a:lnTo>
                    <a:pt x="460715" y="1105030"/>
                  </a:lnTo>
                  <a:lnTo>
                    <a:pt x="460711" y="1105029"/>
                  </a:lnTo>
                  <a:lnTo>
                    <a:pt x="460706" y="1105027"/>
                  </a:lnTo>
                  <a:lnTo>
                    <a:pt x="460698" y="1105026"/>
                  </a:lnTo>
                  <a:lnTo>
                    <a:pt x="460691" y="1105026"/>
                  </a:lnTo>
                  <a:lnTo>
                    <a:pt x="460687" y="1105027"/>
                  </a:lnTo>
                  <a:lnTo>
                    <a:pt x="460683" y="1105028"/>
                  </a:lnTo>
                  <a:lnTo>
                    <a:pt x="460676" y="1105030"/>
                  </a:lnTo>
                  <a:lnTo>
                    <a:pt x="460661" y="1105031"/>
                  </a:lnTo>
                  <a:lnTo>
                    <a:pt x="460626" y="1105034"/>
                  </a:lnTo>
                  <a:lnTo>
                    <a:pt x="460617" y="1105034"/>
                  </a:lnTo>
                  <a:lnTo>
                    <a:pt x="460602" y="1105041"/>
                  </a:lnTo>
                  <a:lnTo>
                    <a:pt x="460598" y="1105042"/>
                  </a:lnTo>
                  <a:lnTo>
                    <a:pt x="460590" y="1105045"/>
                  </a:lnTo>
                  <a:lnTo>
                    <a:pt x="460576" y="1105050"/>
                  </a:lnTo>
                  <a:lnTo>
                    <a:pt x="460565" y="1105055"/>
                  </a:lnTo>
                  <a:lnTo>
                    <a:pt x="460560" y="1105057"/>
                  </a:lnTo>
                  <a:lnTo>
                    <a:pt x="460550" y="1105063"/>
                  </a:lnTo>
                  <a:lnTo>
                    <a:pt x="460539" y="1105068"/>
                  </a:lnTo>
                  <a:lnTo>
                    <a:pt x="460523" y="1105077"/>
                  </a:lnTo>
                  <a:lnTo>
                    <a:pt x="460515" y="1105082"/>
                  </a:lnTo>
                  <a:lnTo>
                    <a:pt x="460509" y="1105086"/>
                  </a:lnTo>
                  <a:lnTo>
                    <a:pt x="460501" y="1105092"/>
                  </a:lnTo>
                  <a:lnTo>
                    <a:pt x="460497" y="1105095"/>
                  </a:lnTo>
                  <a:lnTo>
                    <a:pt x="460493" y="1105097"/>
                  </a:lnTo>
                  <a:lnTo>
                    <a:pt x="460482" y="1105101"/>
                  </a:lnTo>
                  <a:lnTo>
                    <a:pt x="460478" y="1105104"/>
                  </a:lnTo>
                  <a:lnTo>
                    <a:pt x="460474" y="1105107"/>
                  </a:lnTo>
                  <a:lnTo>
                    <a:pt x="460470" y="1105111"/>
                  </a:lnTo>
                  <a:lnTo>
                    <a:pt x="460465" y="1105118"/>
                  </a:lnTo>
                  <a:lnTo>
                    <a:pt x="460460" y="1105125"/>
                  </a:lnTo>
                  <a:lnTo>
                    <a:pt x="460452" y="1105139"/>
                  </a:lnTo>
                  <a:lnTo>
                    <a:pt x="460445" y="1105149"/>
                  </a:lnTo>
                  <a:lnTo>
                    <a:pt x="460436" y="1105158"/>
                  </a:lnTo>
                  <a:lnTo>
                    <a:pt x="460428" y="1105167"/>
                  </a:lnTo>
                  <a:lnTo>
                    <a:pt x="460422" y="1105173"/>
                  </a:lnTo>
                  <a:lnTo>
                    <a:pt x="460411" y="1105180"/>
                  </a:lnTo>
                  <a:lnTo>
                    <a:pt x="460401" y="1105189"/>
                  </a:lnTo>
                  <a:lnTo>
                    <a:pt x="460392" y="1105196"/>
                  </a:lnTo>
                  <a:lnTo>
                    <a:pt x="460384" y="1105201"/>
                  </a:lnTo>
                  <a:lnTo>
                    <a:pt x="460379" y="1105203"/>
                  </a:lnTo>
                  <a:lnTo>
                    <a:pt x="460376" y="1105206"/>
                  </a:lnTo>
                  <a:lnTo>
                    <a:pt x="460372" y="1105208"/>
                  </a:lnTo>
                  <a:lnTo>
                    <a:pt x="460369" y="1105212"/>
                  </a:lnTo>
                  <a:lnTo>
                    <a:pt x="460366" y="1105216"/>
                  </a:lnTo>
                  <a:lnTo>
                    <a:pt x="460360" y="1105221"/>
                  </a:lnTo>
                  <a:lnTo>
                    <a:pt x="460356" y="1105224"/>
                  </a:lnTo>
                  <a:lnTo>
                    <a:pt x="460350" y="1105227"/>
                  </a:lnTo>
                  <a:lnTo>
                    <a:pt x="460340" y="1105232"/>
                  </a:lnTo>
                  <a:lnTo>
                    <a:pt x="460332" y="1105235"/>
                  </a:lnTo>
                  <a:lnTo>
                    <a:pt x="460321" y="1105239"/>
                  </a:lnTo>
                  <a:lnTo>
                    <a:pt x="460315" y="1105241"/>
                  </a:lnTo>
                  <a:lnTo>
                    <a:pt x="460307" y="1105246"/>
                  </a:lnTo>
                  <a:lnTo>
                    <a:pt x="460298" y="1105250"/>
                  </a:lnTo>
                  <a:lnTo>
                    <a:pt x="460292" y="1105252"/>
                  </a:lnTo>
                  <a:lnTo>
                    <a:pt x="460283" y="1105253"/>
                  </a:lnTo>
                  <a:lnTo>
                    <a:pt x="460276" y="1105253"/>
                  </a:lnTo>
                  <a:lnTo>
                    <a:pt x="460268" y="1105253"/>
                  </a:lnTo>
                  <a:lnTo>
                    <a:pt x="460258" y="1105251"/>
                  </a:lnTo>
                  <a:lnTo>
                    <a:pt x="460248" y="1105249"/>
                  </a:lnTo>
                  <a:lnTo>
                    <a:pt x="460243" y="1105248"/>
                  </a:lnTo>
                  <a:lnTo>
                    <a:pt x="460234" y="1105246"/>
                  </a:lnTo>
                  <a:lnTo>
                    <a:pt x="460222" y="1105243"/>
                  </a:lnTo>
                  <a:lnTo>
                    <a:pt x="460212" y="1105242"/>
                  </a:lnTo>
                  <a:lnTo>
                    <a:pt x="460193" y="1105240"/>
                  </a:lnTo>
                  <a:lnTo>
                    <a:pt x="460181" y="1105240"/>
                  </a:lnTo>
                  <a:lnTo>
                    <a:pt x="460168" y="1105240"/>
                  </a:lnTo>
                  <a:lnTo>
                    <a:pt x="460159" y="1105240"/>
                  </a:lnTo>
                  <a:lnTo>
                    <a:pt x="460139" y="1105242"/>
                  </a:lnTo>
                  <a:lnTo>
                    <a:pt x="460114" y="1105247"/>
                  </a:lnTo>
                  <a:lnTo>
                    <a:pt x="460091" y="1105251"/>
                  </a:lnTo>
                  <a:lnTo>
                    <a:pt x="460077" y="1105256"/>
                  </a:lnTo>
                  <a:lnTo>
                    <a:pt x="460064" y="1105260"/>
                  </a:lnTo>
                  <a:lnTo>
                    <a:pt x="460053" y="1105263"/>
                  </a:lnTo>
                  <a:lnTo>
                    <a:pt x="460038" y="1105267"/>
                  </a:lnTo>
                  <a:lnTo>
                    <a:pt x="460022" y="1105271"/>
                  </a:lnTo>
                  <a:lnTo>
                    <a:pt x="460010" y="1105274"/>
                  </a:lnTo>
                  <a:lnTo>
                    <a:pt x="460002" y="1105277"/>
                  </a:lnTo>
                  <a:lnTo>
                    <a:pt x="459997" y="1105279"/>
                  </a:lnTo>
                  <a:lnTo>
                    <a:pt x="459989" y="1105283"/>
                  </a:lnTo>
                  <a:lnTo>
                    <a:pt x="459981" y="1105288"/>
                  </a:lnTo>
                  <a:lnTo>
                    <a:pt x="459972" y="1105293"/>
                  </a:lnTo>
                  <a:lnTo>
                    <a:pt x="459964" y="1105298"/>
                  </a:lnTo>
                  <a:lnTo>
                    <a:pt x="459959" y="1105300"/>
                  </a:lnTo>
                  <a:lnTo>
                    <a:pt x="459952" y="1105305"/>
                  </a:lnTo>
                  <a:lnTo>
                    <a:pt x="459946" y="1105310"/>
                  </a:lnTo>
                  <a:lnTo>
                    <a:pt x="459935" y="1105319"/>
                  </a:lnTo>
                  <a:lnTo>
                    <a:pt x="459926" y="1105325"/>
                  </a:lnTo>
                  <a:lnTo>
                    <a:pt x="459920" y="1105330"/>
                  </a:lnTo>
                  <a:lnTo>
                    <a:pt x="459912" y="1105334"/>
                  </a:lnTo>
                  <a:lnTo>
                    <a:pt x="459904" y="1105338"/>
                  </a:lnTo>
                  <a:lnTo>
                    <a:pt x="459896" y="1105341"/>
                  </a:lnTo>
                  <a:lnTo>
                    <a:pt x="459888" y="1105345"/>
                  </a:lnTo>
                  <a:lnTo>
                    <a:pt x="459879" y="1105351"/>
                  </a:lnTo>
                  <a:lnTo>
                    <a:pt x="459865" y="1105361"/>
                  </a:lnTo>
                  <a:lnTo>
                    <a:pt x="459850" y="1105371"/>
                  </a:lnTo>
                  <a:lnTo>
                    <a:pt x="459844" y="1105375"/>
                  </a:lnTo>
                  <a:lnTo>
                    <a:pt x="459835" y="1105379"/>
                  </a:lnTo>
                  <a:lnTo>
                    <a:pt x="459826" y="1105382"/>
                  </a:lnTo>
                  <a:lnTo>
                    <a:pt x="459816" y="1105384"/>
                  </a:lnTo>
                  <a:lnTo>
                    <a:pt x="459808" y="1105385"/>
                  </a:lnTo>
                  <a:lnTo>
                    <a:pt x="459802" y="1105384"/>
                  </a:lnTo>
                  <a:lnTo>
                    <a:pt x="459773" y="1105376"/>
                  </a:lnTo>
                  <a:lnTo>
                    <a:pt x="459769" y="1105375"/>
                  </a:lnTo>
                  <a:lnTo>
                    <a:pt x="459765" y="1105375"/>
                  </a:lnTo>
                  <a:lnTo>
                    <a:pt x="459759" y="1105374"/>
                  </a:lnTo>
                  <a:lnTo>
                    <a:pt x="459753" y="1105374"/>
                  </a:lnTo>
                  <a:lnTo>
                    <a:pt x="459746" y="1105376"/>
                  </a:lnTo>
                  <a:lnTo>
                    <a:pt x="459741" y="1105378"/>
                  </a:lnTo>
                  <a:lnTo>
                    <a:pt x="459735" y="1105382"/>
                  </a:lnTo>
                  <a:lnTo>
                    <a:pt x="459730" y="1105387"/>
                  </a:lnTo>
                  <a:lnTo>
                    <a:pt x="459726" y="1105391"/>
                  </a:lnTo>
                  <a:lnTo>
                    <a:pt x="459720" y="1105399"/>
                  </a:lnTo>
                  <a:lnTo>
                    <a:pt x="459710" y="1105411"/>
                  </a:lnTo>
                  <a:lnTo>
                    <a:pt x="459702" y="1105422"/>
                  </a:lnTo>
                  <a:lnTo>
                    <a:pt x="459698" y="1105427"/>
                  </a:lnTo>
                  <a:lnTo>
                    <a:pt x="459693" y="1105435"/>
                  </a:lnTo>
                  <a:lnTo>
                    <a:pt x="459685" y="1105447"/>
                  </a:lnTo>
                  <a:lnTo>
                    <a:pt x="459680" y="1105454"/>
                  </a:lnTo>
                  <a:lnTo>
                    <a:pt x="459677" y="1105458"/>
                  </a:lnTo>
                  <a:lnTo>
                    <a:pt x="459673" y="1105464"/>
                  </a:lnTo>
                  <a:lnTo>
                    <a:pt x="459670" y="1105472"/>
                  </a:lnTo>
                  <a:lnTo>
                    <a:pt x="459669" y="1105481"/>
                  </a:lnTo>
                  <a:lnTo>
                    <a:pt x="459667" y="1105489"/>
                  </a:lnTo>
                  <a:lnTo>
                    <a:pt x="459665" y="1105497"/>
                  </a:lnTo>
                  <a:lnTo>
                    <a:pt x="459661" y="1105510"/>
                  </a:lnTo>
                  <a:lnTo>
                    <a:pt x="459659" y="1105515"/>
                  </a:lnTo>
                  <a:lnTo>
                    <a:pt x="459656" y="1105531"/>
                  </a:lnTo>
                  <a:lnTo>
                    <a:pt x="459654" y="1105541"/>
                  </a:lnTo>
                  <a:lnTo>
                    <a:pt x="459652" y="1105549"/>
                  </a:lnTo>
                  <a:lnTo>
                    <a:pt x="459652" y="1105557"/>
                  </a:lnTo>
                  <a:lnTo>
                    <a:pt x="459652" y="1105561"/>
                  </a:lnTo>
                  <a:lnTo>
                    <a:pt x="459653" y="1105572"/>
                  </a:lnTo>
                  <a:lnTo>
                    <a:pt x="459655" y="1105580"/>
                  </a:lnTo>
                  <a:lnTo>
                    <a:pt x="459656" y="1105593"/>
                  </a:lnTo>
                  <a:lnTo>
                    <a:pt x="459659" y="1105609"/>
                  </a:lnTo>
                  <a:lnTo>
                    <a:pt x="459659" y="1105617"/>
                  </a:lnTo>
                  <a:lnTo>
                    <a:pt x="459661" y="1105626"/>
                  </a:lnTo>
                  <a:lnTo>
                    <a:pt x="459664" y="1105641"/>
                  </a:lnTo>
                  <a:lnTo>
                    <a:pt x="459666" y="1105652"/>
                  </a:lnTo>
                  <a:lnTo>
                    <a:pt x="459667" y="1105671"/>
                  </a:lnTo>
                  <a:lnTo>
                    <a:pt x="459668" y="1105679"/>
                  </a:lnTo>
                  <a:lnTo>
                    <a:pt x="459670" y="1105686"/>
                  </a:lnTo>
                  <a:lnTo>
                    <a:pt x="459672" y="1105697"/>
                  </a:lnTo>
                  <a:lnTo>
                    <a:pt x="459673" y="1105702"/>
                  </a:lnTo>
                  <a:lnTo>
                    <a:pt x="459675" y="1105706"/>
                  </a:lnTo>
                  <a:lnTo>
                    <a:pt x="459677" y="1105711"/>
                  </a:lnTo>
                  <a:lnTo>
                    <a:pt x="459679" y="1105715"/>
                  </a:lnTo>
                  <a:lnTo>
                    <a:pt x="459681" y="1105721"/>
                  </a:lnTo>
                  <a:lnTo>
                    <a:pt x="459682" y="1105730"/>
                  </a:lnTo>
                  <a:lnTo>
                    <a:pt x="459682" y="1105744"/>
                  </a:lnTo>
                  <a:lnTo>
                    <a:pt x="459684" y="1105754"/>
                  </a:lnTo>
                  <a:lnTo>
                    <a:pt x="459687" y="1105765"/>
                  </a:lnTo>
                  <a:lnTo>
                    <a:pt x="459689" y="1105778"/>
                  </a:lnTo>
                  <a:lnTo>
                    <a:pt x="459691" y="1105787"/>
                  </a:lnTo>
                  <a:lnTo>
                    <a:pt x="459693" y="1105794"/>
                  </a:lnTo>
                  <a:lnTo>
                    <a:pt x="459694" y="1105801"/>
                  </a:lnTo>
                  <a:lnTo>
                    <a:pt x="459693" y="1105816"/>
                  </a:lnTo>
                  <a:lnTo>
                    <a:pt x="459692" y="1105829"/>
                  </a:lnTo>
                  <a:lnTo>
                    <a:pt x="459691" y="1105841"/>
                  </a:lnTo>
                  <a:lnTo>
                    <a:pt x="459691" y="1105857"/>
                  </a:lnTo>
                  <a:lnTo>
                    <a:pt x="459690" y="1105873"/>
                  </a:lnTo>
                  <a:lnTo>
                    <a:pt x="459689" y="1105885"/>
                  </a:lnTo>
                  <a:lnTo>
                    <a:pt x="459688" y="1105894"/>
                  </a:lnTo>
                  <a:lnTo>
                    <a:pt x="459687" y="1105902"/>
                  </a:lnTo>
                  <a:lnTo>
                    <a:pt x="459685" y="1105918"/>
                  </a:lnTo>
                  <a:lnTo>
                    <a:pt x="459682" y="1105934"/>
                  </a:lnTo>
                  <a:lnTo>
                    <a:pt x="459679" y="1105954"/>
                  </a:lnTo>
                  <a:lnTo>
                    <a:pt x="459676" y="1105976"/>
                  </a:lnTo>
                  <a:lnTo>
                    <a:pt x="459675" y="1105982"/>
                  </a:lnTo>
                  <a:lnTo>
                    <a:pt x="459673" y="1105996"/>
                  </a:lnTo>
                  <a:lnTo>
                    <a:pt x="459671" y="1106009"/>
                  </a:lnTo>
                  <a:lnTo>
                    <a:pt x="459670" y="1106016"/>
                  </a:lnTo>
                  <a:lnTo>
                    <a:pt x="459669" y="1106025"/>
                  </a:lnTo>
                  <a:lnTo>
                    <a:pt x="459667" y="1106030"/>
                  </a:lnTo>
                  <a:lnTo>
                    <a:pt x="459666" y="1106035"/>
                  </a:lnTo>
                  <a:lnTo>
                    <a:pt x="459661" y="1106047"/>
                  </a:lnTo>
                  <a:lnTo>
                    <a:pt x="459655" y="1106061"/>
                  </a:lnTo>
                  <a:lnTo>
                    <a:pt x="459650" y="1106073"/>
                  </a:lnTo>
                  <a:lnTo>
                    <a:pt x="459648" y="1106079"/>
                  </a:lnTo>
                  <a:lnTo>
                    <a:pt x="459644" y="1106093"/>
                  </a:lnTo>
                  <a:lnTo>
                    <a:pt x="459642" y="1106103"/>
                  </a:lnTo>
                  <a:lnTo>
                    <a:pt x="459640" y="1106109"/>
                  </a:lnTo>
                  <a:lnTo>
                    <a:pt x="459638" y="1106115"/>
                  </a:lnTo>
                  <a:lnTo>
                    <a:pt x="459634" y="1106125"/>
                  </a:lnTo>
                  <a:lnTo>
                    <a:pt x="459632" y="1106132"/>
                  </a:lnTo>
                  <a:lnTo>
                    <a:pt x="459627" y="1106148"/>
                  </a:lnTo>
                  <a:lnTo>
                    <a:pt x="459625" y="1106156"/>
                  </a:lnTo>
                  <a:lnTo>
                    <a:pt x="459623" y="1106170"/>
                  </a:lnTo>
                  <a:lnTo>
                    <a:pt x="459621" y="1106177"/>
                  </a:lnTo>
                  <a:lnTo>
                    <a:pt x="459618" y="1106186"/>
                  </a:lnTo>
                  <a:lnTo>
                    <a:pt x="459615" y="1106192"/>
                  </a:lnTo>
                  <a:lnTo>
                    <a:pt x="459613" y="1106197"/>
                  </a:lnTo>
                  <a:lnTo>
                    <a:pt x="459608" y="1106206"/>
                  </a:lnTo>
                  <a:lnTo>
                    <a:pt x="459599" y="1106218"/>
                  </a:lnTo>
                  <a:lnTo>
                    <a:pt x="459595" y="1106222"/>
                  </a:lnTo>
                  <a:lnTo>
                    <a:pt x="459590" y="1106226"/>
                  </a:lnTo>
                  <a:lnTo>
                    <a:pt x="459586" y="1106229"/>
                  </a:lnTo>
                  <a:lnTo>
                    <a:pt x="459578" y="1106233"/>
                  </a:lnTo>
                  <a:lnTo>
                    <a:pt x="459571" y="1106236"/>
                  </a:lnTo>
                  <a:lnTo>
                    <a:pt x="459565" y="1106239"/>
                  </a:lnTo>
                  <a:lnTo>
                    <a:pt x="459558" y="1106240"/>
                  </a:lnTo>
                  <a:lnTo>
                    <a:pt x="459543" y="1106244"/>
                  </a:lnTo>
                  <a:lnTo>
                    <a:pt x="459538" y="1106246"/>
                  </a:lnTo>
                  <a:lnTo>
                    <a:pt x="459533" y="1106248"/>
                  </a:lnTo>
                  <a:lnTo>
                    <a:pt x="459524" y="1106253"/>
                  </a:lnTo>
                  <a:lnTo>
                    <a:pt x="459517" y="1106257"/>
                  </a:lnTo>
                  <a:lnTo>
                    <a:pt x="459510" y="1106263"/>
                  </a:lnTo>
                  <a:lnTo>
                    <a:pt x="459506" y="1106268"/>
                  </a:lnTo>
                  <a:lnTo>
                    <a:pt x="459501" y="1106274"/>
                  </a:lnTo>
                  <a:lnTo>
                    <a:pt x="459498" y="1106279"/>
                  </a:lnTo>
                  <a:lnTo>
                    <a:pt x="459495" y="1106285"/>
                  </a:lnTo>
                  <a:lnTo>
                    <a:pt x="459492" y="1106294"/>
                  </a:lnTo>
                  <a:lnTo>
                    <a:pt x="459490" y="1106299"/>
                  </a:lnTo>
                  <a:lnTo>
                    <a:pt x="459486" y="1106310"/>
                  </a:lnTo>
                  <a:lnTo>
                    <a:pt x="459481" y="1106323"/>
                  </a:lnTo>
                  <a:lnTo>
                    <a:pt x="459477" y="1106331"/>
                  </a:lnTo>
                  <a:lnTo>
                    <a:pt x="459472" y="1106336"/>
                  </a:lnTo>
                  <a:lnTo>
                    <a:pt x="459463" y="1106343"/>
                  </a:lnTo>
                  <a:lnTo>
                    <a:pt x="459454" y="1106350"/>
                  </a:lnTo>
                  <a:lnTo>
                    <a:pt x="459443" y="1106357"/>
                  </a:lnTo>
                  <a:lnTo>
                    <a:pt x="459430" y="1106365"/>
                  </a:lnTo>
                  <a:lnTo>
                    <a:pt x="459425" y="1106368"/>
                  </a:lnTo>
                  <a:lnTo>
                    <a:pt x="459420" y="1106372"/>
                  </a:lnTo>
                  <a:lnTo>
                    <a:pt x="459415" y="1106376"/>
                  </a:lnTo>
                  <a:lnTo>
                    <a:pt x="459411" y="1106381"/>
                  </a:lnTo>
                  <a:lnTo>
                    <a:pt x="459404" y="1106389"/>
                  </a:lnTo>
                  <a:lnTo>
                    <a:pt x="459400" y="1106395"/>
                  </a:lnTo>
                  <a:lnTo>
                    <a:pt x="459395" y="1106401"/>
                  </a:lnTo>
                  <a:lnTo>
                    <a:pt x="459388" y="1106408"/>
                  </a:lnTo>
                  <a:lnTo>
                    <a:pt x="459382" y="1106414"/>
                  </a:lnTo>
                  <a:lnTo>
                    <a:pt x="459374" y="1106421"/>
                  </a:lnTo>
                  <a:lnTo>
                    <a:pt x="459366" y="1106430"/>
                  </a:lnTo>
                  <a:lnTo>
                    <a:pt x="459355" y="1106439"/>
                  </a:lnTo>
                  <a:lnTo>
                    <a:pt x="459341" y="1106450"/>
                  </a:lnTo>
                  <a:lnTo>
                    <a:pt x="459334" y="1106456"/>
                  </a:lnTo>
                  <a:lnTo>
                    <a:pt x="459319" y="1106467"/>
                  </a:lnTo>
                  <a:lnTo>
                    <a:pt x="459311" y="1106474"/>
                  </a:lnTo>
                  <a:lnTo>
                    <a:pt x="459305" y="1106479"/>
                  </a:lnTo>
                  <a:lnTo>
                    <a:pt x="459296" y="1106487"/>
                  </a:lnTo>
                  <a:lnTo>
                    <a:pt x="459289" y="1106491"/>
                  </a:lnTo>
                  <a:lnTo>
                    <a:pt x="459281" y="1106497"/>
                  </a:lnTo>
                  <a:lnTo>
                    <a:pt x="459266" y="1106505"/>
                  </a:lnTo>
                  <a:lnTo>
                    <a:pt x="459255" y="1106512"/>
                  </a:lnTo>
                  <a:lnTo>
                    <a:pt x="459241" y="1106520"/>
                  </a:lnTo>
                  <a:lnTo>
                    <a:pt x="459231" y="1106525"/>
                  </a:lnTo>
                  <a:lnTo>
                    <a:pt x="459221" y="1106531"/>
                  </a:lnTo>
                  <a:lnTo>
                    <a:pt x="459217" y="1106534"/>
                  </a:lnTo>
                  <a:lnTo>
                    <a:pt x="459205" y="1106546"/>
                  </a:lnTo>
                  <a:lnTo>
                    <a:pt x="459201" y="1106550"/>
                  </a:lnTo>
                  <a:lnTo>
                    <a:pt x="459194" y="1106557"/>
                  </a:lnTo>
                  <a:lnTo>
                    <a:pt x="459181" y="1106579"/>
                  </a:lnTo>
                  <a:lnTo>
                    <a:pt x="459178" y="1106584"/>
                  </a:lnTo>
                  <a:lnTo>
                    <a:pt x="459173" y="1106588"/>
                  </a:lnTo>
                  <a:lnTo>
                    <a:pt x="459167" y="1106593"/>
                  </a:lnTo>
                  <a:lnTo>
                    <a:pt x="459160" y="1106597"/>
                  </a:lnTo>
                  <a:lnTo>
                    <a:pt x="459154" y="1106602"/>
                  </a:lnTo>
                  <a:lnTo>
                    <a:pt x="459144" y="1106605"/>
                  </a:lnTo>
                  <a:lnTo>
                    <a:pt x="459135" y="1106608"/>
                  </a:lnTo>
                  <a:lnTo>
                    <a:pt x="459127" y="1106611"/>
                  </a:lnTo>
                  <a:lnTo>
                    <a:pt x="459113" y="1106616"/>
                  </a:lnTo>
                  <a:lnTo>
                    <a:pt x="459103" y="1106619"/>
                  </a:lnTo>
                  <a:lnTo>
                    <a:pt x="459097" y="1106621"/>
                  </a:lnTo>
                  <a:lnTo>
                    <a:pt x="459092" y="1106623"/>
                  </a:lnTo>
                  <a:lnTo>
                    <a:pt x="459088" y="1106626"/>
                  </a:lnTo>
                  <a:lnTo>
                    <a:pt x="459079" y="1106632"/>
                  </a:lnTo>
                  <a:lnTo>
                    <a:pt x="459075" y="1106635"/>
                  </a:lnTo>
                  <a:lnTo>
                    <a:pt x="459067" y="1106643"/>
                  </a:lnTo>
                  <a:lnTo>
                    <a:pt x="459058" y="1106653"/>
                  </a:lnTo>
                  <a:lnTo>
                    <a:pt x="459051" y="1106663"/>
                  </a:lnTo>
                  <a:lnTo>
                    <a:pt x="459047" y="1106671"/>
                  </a:lnTo>
                  <a:lnTo>
                    <a:pt x="459045" y="1106676"/>
                  </a:lnTo>
                  <a:lnTo>
                    <a:pt x="459042" y="1106684"/>
                  </a:lnTo>
                  <a:lnTo>
                    <a:pt x="459041" y="1106692"/>
                  </a:lnTo>
                  <a:lnTo>
                    <a:pt x="459041" y="1106698"/>
                  </a:lnTo>
                  <a:lnTo>
                    <a:pt x="459044" y="1106715"/>
                  </a:lnTo>
                  <a:lnTo>
                    <a:pt x="459046" y="1106727"/>
                  </a:lnTo>
                  <a:lnTo>
                    <a:pt x="459048" y="1106732"/>
                  </a:lnTo>
                  <a:lnTo>
                    <a:pt x="459048" y="1106737"/>
                  </a:lnTo>
                  <a:lnTo>
                    <a:pt x="459047" y="1106744"/>
                  </a:lnTo>
                  <a:lnTo>
                    <a:pt x="459043" y="1106761"/>
                  </a:lnTo>
                  <a:lnTo>
                    <a:pt x="459039" y="1106781"/>
                  </a:lnTo>
                  <a:lnTo>
                    <a:pt x="459029" y="1106818"/>
                  </a:lnTo>
                  <a:lnTo>
                    <a:pt x="459028" y="1106824"/>
                  </a:lnTo>
                  <a:lnTo>
                    <a:pt x="459025" y="1106829"/>
                  </a:lnTo>
                  <a:lnTo>
                    <a:pt x="459013" y="1106839"/>
                  </a:lnTo>
                  <a:lnTo>
                    <a:pt x="459007" y="1106843"/>
                  </a:lnTo>
                  <a:lnTo>
                    <a:pt x="459001" y="1106849"/>
                  </a:lnTo>
                  <a:lnTo>
                    <a:pt x="458983" y="1106868"/>
                  </a:lnTo>
                  <a:lnTo>
                    <a:pt x="458977" y="1106874"/>
                  </a:lnTo>
                  <a:lnTo>
                    <a:pt x="458972" y="1106881"/>
                  </a:lnTo>
                  <a:lnTo>
                    <a:pt x="458960" y="1106898"/>
                  </a:lnTo>
                  <a:lnTo>
                    <a:pt x="458952" y="1106905"/>
                  </a:lnTo>
                  <a:lnTo>
                    <a:pt x="458946" y="1106912"/>
                  </a:lnTo>
                  <a:lnTo>
                    <a:pt x="458938" y="1106918"/>
                  </a:lnTo>
                  <a:lnTo>
                    <a:pt x="458933" y="1106925"/>
                  </a:lnTo>
                  <a:lnTo>
                    <a:pt x="458929" y="1106931"/>
                  </a:lnTo>
                  <a:lnTo>
                    <a:pt x="458925" y="1106940"/>
                  </a:lnTo>
                  <a:lnTo>
                    <a:pt x="458921" y="1106948"/>
                  </a:lnTo>
                  <a:lnTo>
                    <a:pt x="458915" y="1106958"/>
                  </a:lnTo>
                  <a:lnTo>
                    <a:pt x="458911" y="1106965"/>
                  </a:lnTo>
                  <a:lnTo>
                    <a:pt x="458907" y="1106972"/>
                  </a:lnTo>
                  <a:lnTo>
                    <a:pt x="458900" y="1106988"/>
                  </a:lnTo>
                  <a:lnTo>
                    <a:pt x="458892" y="1107002"/>
                  </a:lnTo>
                  <a:lnTo>
                    <a:pt x="458886" y="1107014"/>
                  </a:lnTo>
                  <a:lnTo>
                    <a:pt x="458881" y="1107024"/>
                  </a:lnTo>
                  <a:lnTo>
                    <a:pt x="458876" y="1107034"/>
                  </a:lnTo>
                  <a:lnTo>
                    <a:pt x="458871" y="1107041"/>
                  </a:lnTo>
                  <a:lnTo>
                    <a:pt x="458865" y="1107048"/>
                  </a:lnTo>
                  <a:lnTo>
                    <a:pt x="458859" y="1107055"/>
                  </a:lnTo>
                  <a:lnTo>
                    <a:pt x="458852" y="1107062"/>
                  </a:lnTo>
                  <a:lnTo>
                    <a:pt x="458844" y="1107069"/>
                  </a:lnTo>
                  <a:lnTo>
                    <a:pt x="458835" y="1107077"/>
                  </a:lnTo>
                  <a:lnTo>
                    <a:pt x="458827" y="1107083"/>
                  </a:lnTo>
                  <a:lnTo>
                    <a:pt x="458820" y="1107087"/>
                  </a:lnTo>
                  <a:lnTo>
                    <a:pt x="458814" y="1107089"/>
                  </a:lnTo>
                  <a:lnTo>
                    <a:pt x="458809" y="1107090"/>
                  </a:lnTo>
                  <a:lnTo>
                    <a:pt x="458802" y="1107092"/>
                  </a:lnTo>
                  <a:lnTo>
                    <a:pt x="458794" y="1107094"/>
                  </a:lnTo>
                  <a:lnTo>
                    <a:pt x="458783" y="1107098"/>
                  </a:lnTo>
                  <a:lnTo>
                    <a:pt x="458775" y="1107101"/>
                  </a:lnTo>
                  <a:lnTo>
                    <a:pt x="458765" y="1107104"/>
                  </a:lnTo>
                  <a:lnTo>
                    <a:pt x="458755" y="1107108"/>
                  </a:lnTo>
                  <a:lnTo>
                    <a:pt x="458747" y="1107112"/>
                  </a:lnTo>
                  <a:lnTo>
                    <a:pt x="458740" y="1107116"/>
                  </a:lnTo>
                  <a:lnTo>
                    <a:pt x="458730" y="1107123"/>
                  </a:lnTo>
                  <a:lnTo>
                    <a:pt x="458721" y="1107128"/>
                  </a:lnTo>
                  <a:lnTo>
                    <a:pt x="458711" y="1107135"/>
                  </a:lnTo>
                  <a:lnTo>
                    <a:pt x="458698" y="1107143"/>
                  </a:lnTo>
                  <a:lnTo>
                    <a:pt x="458684" y="1107153"/>
                  </a:lnTo>
                  <a:lnTo>
                    <a:pt x="458672" y="1107161"/>
                  </a:lnTo>
                  <a:lnTo>
                    <a:pt x="458660" y="1107169"/>
                  </a:lnTo>
                  <a:lnTo>
                    <a:pt x="458656" y="1107174"/>
                  </a:lnTo>
                  <a:lnTo>
                    <a:pt x="458651" y="1107181"/>
                  </a:lnTo>
                  <a:lnTo>
                    <a:pt x="458645" y="1107188"/>
                  </a:lnTo>
                  <a:lnTo>
                    <a:pt x="458641" y="1107195"/>
                  </a:lnTo>
                  <a:lnTo>
                    <a:pt x="458640" y="1107200"/>
                  </a:lnTo>
                  <a:lnTo>
                    <a:pt x="458639" y="1107207"/>
                  </a:lnTo>
                  <a:lnTo>
                    <a:pt x="458639" y="1107213"/>
                  </a:lnTo>
                  <a:lnTo>
                    <a:pt x="458637" y="1107221"/>
                  </a:lnTo>
                  <a:lnTo>
                    <a:pt x="458635" y="1107229"/>
                  </a:lnTo>
                  <a:lnTo>
                    <a:pt x="458631" y="1107235"/>
                  </a:lnTo>
                  <a:lnTo>
                    <a:pt x="458625" y="1107242"/>
                  </a:lnTo>
                  <a:lnTo>
                    <a:pt x="458620" y="1107247"/>
                  </a:lnTo>
                  <a:lnTo>
                    <a:pt x="458615" y="1107251"/>
                  </a:lnTo>
                  <a:lnTo>
                    <a:pt x="458609" y="1107256"/>
                  </a:lnTo>
                  <a:lnTo>
                    <a:pt x="458605" y="1107259"/>
                  </a:lnTo>
                  <a:lnTo>
                    <a:pt x="458601" y="1107262"/>
                  </a:lnTo>
                  <a:lnTo>
                    <a:pt x="458592" y="1107269"/>
                  </a:lnTo>
                  <a:lnTo>
                    <a:pt x="458588" y="1107272"/>
                  </a:lnTo>
                  <a:lnTo>
                    <a:pt x="458579" y="1107275"/>
                  </a:lnTo>
                  <a:lnTo>
                    <a:pt x="458574" y="1107277"/>
                  </a:lnTo>
                  <a:lnTo>
                    <a:pt x="458563" y="1107282"/>
                  </a:lnTo>
                  <a:lnTo>
                    <a:pt x="458558" y="1107286"/>
                  </a:lnTo>
                  <a:lnTo>
                    <a:pt x="458551" y="1107294"/>
                  </a:lnTo>
                  <a:lnTo>
                    <a:pt x="458547" y="1107299"/>
                  </a:lnTo>
                  <a:lnTo>
                    <a:pt x="458540" y="1107306"/>
                  </a:lnTo>
                  <a:lnTo>
                    <a:pt x="458530" y="1107313"/>
                  </a:lnTo>
                  <a:lnTo>
                    <a:pt x="458523" y="1107319"/>
                  </a:lnTo>
                  <a:lnTo>
                    <a:pt x="458518" y="1107321"/>
                  </a:lnTo>
                  <a:lnTo>
                    <a:pt x="458512" y="1107324"/>
                  </a:lnTo>
                  <a:lnTo>
                    <a:pt x="458507" y="1107325"/>
                  </a:lnTo>
                  <a:lnTo>
                    <a:pt x="458501" y="1107328"/>
                  </a:lnTo>
                  <a:lnTo>
                    <a:pt x="458497" y="1107331"/>
                  </a:lnTo>
                  <a:lnTo>
                    <a:pt x="458494" y="1107334"/>
                  </a:lnTo>
                  <a:lnTo>
                    <a:pt x="458490" y="1107338"/>
                  </a:lnTo>
                  <a:lnTo>
                    <a:pt x="458484" y="1107345"/>
                  </a:lnTo>
                  <a:lnTo>
                    <a:pt x="458479" y="1107350"/>
                  </a:lnTo>
                  <a:lnTo>
                    <a:pt x="458471" y="1107355"/>
                  </a:lnTo>
                  <a:lnTo>
                    <a:pt x="458463" y="1107360"/>
                  </a:lnTo>
                  <a:lnTo>
                    <a:pt x="458455" y="1107365"/>
                  </a:lnTo>
                  <a:lnTo>
                    <a:pt x="458448" y="1107370"/>
                  </a:lnTo>
                  <a:lnTo>
                    <a:pt x="458444" y="1107373"/>
                  </a:lnTo>
                  <a:lnTo>
                    <a:pt x="458439" y="1107379"/>
                  </a:lnTo>
                  <a:lnTo>
                    <a:pt x="458434" y="1107384"/>
                  </a:lnTo>
                  <a:lnTo>
                    <a:pt x="458432" y="1107388"/>
                  </a:lnTo>
                  <a:lnTo>
                    <a:pt x="458428" y="1107394"/>
                  </a:lnTo>
                  <a:lnTo>
                    <a:pt x="458421" y="1107406"/>
                  </a:lnTo>
                  <a:lnTo>
                    <a:pt x="458418" y="1107412"/>
                  </a:lnTo>
                  <a:lnTo>
                    <a:pt x="458416" y="1107416"/>
                  </a:lnTo>
                  <a:lnTo>
                    <a:pt x="458412" y="1107424"/>
                  </a:lnTo>
                  <a:lnTo>
                    <a:pt x="458407" y="1107431"/>
                  </a:lnTo>
                  <a:lnTo>
                    <a:pt x="458402" y="1107438"/>
                  </a:lnTo>
                  <a:lnTo>
                    <a:pt x="458396" y="1107442"/>
                  </a:lnTo>
                  <a:lnTo>
                    <a:pt x="458387" y="1107447"/>
                  </a:lnTo>
                  <a:lnTo>
                    <a:pt x="458381" y="1107451"/>
                  </a:lnTo>
                  <a:lnTo>
                    <a:pt x="458375" y="1107453"/>
                  </a:lnTo>
                  <a:lnTo>
                    <a:pt x="458369" y="1107456"/>
                  </a:lnTo>
                  <a:lnTo>
                    <a:pt x="458363" y="1107459"/>
                  </a:lnTo>
                  <a:lnTo>
                    <a:pt x="458359" y="1107461"/>
                  </a:lnTo>
                  <a:lnTo>
                    <a:pt x="458349" y="1107466"/>
                  </a:lnTo>
                  <a:lnTo>
                    <a:pt x="458338" y="1107473"/>
                  </a:lnTo>
                  <a:lnTo>
                    <a:pt x="458333" y="1107478"/>
                  </a:lnTo>
                  <a:lnTo>
                    <a:pt x="458327" y="1107483"/>
                  </a:lnTo>
                  <a:lnTo>
                    <a:pt x="458320" y="1107488"/>
                  </a:lnTo>
                  <a:lnTo>
                    <a:pt x="458316" y="1107493"/>
                  </a:lnTo>
                  <a:lnTo>
                    <a:pt x="458309" y="1107500"/>
                  </a:lnTo>
                  <a:lnTo>
                    <a:pt x="458303" y="1107505"/>
                  </a:lnTo>
                  <a:lnTo>
                    <a:pt x="458299" y="1107508"/>
                  </a:lnTo>
                  <a:lnTo>
                    <a:pt x="458292" y="1107512"/>
                  </a:lnTo>
                  <a:lnTo>
                    <a:pt x="458287" y="1107514"/>
                  </a:lnTo>
                  <a:lnTo>
                    <a:pt x="458281" y="1107517"/>
                  </a:lnTo>
                  <a:lnTo>
                    <a:pt x="458275" y="1107520"/>
                  </a:lnTo>
                  <a:lnTo>
                    <a:pt x="458265" y="1107519"/>
                  </a:lnTo>
                  <a:lnTo>
                    <a:pt x="458268" y="1107515"/>
                  </a:lnTo>
                  <a:lnTo>
                    <a:pt x="458270" y="1107510"/>
                  </a:lnTo>
                  <a:lnTo>
                    <a:pt x="458271" y="1107499"/>
                  </a:lnTo>
                  <a:lnTo>
                    <a:pt x="458270" y="1107492"/>
                  </a:lnTo>
                  <a:lnTo>
                    <a:pt x="458268" y="1107482"/>
                  </a:lnTo>
                  <a:lnTo>
                    <a:pt x="458262" y="1107470"/>
                  </a:lnTo>
                  <a:lnTo>
                    <a:pt x="458258" y="1107461"/>
                  </a:lnTo>
                  <a:lnTo>
                    <a:pt x="458255" y="1107454"/>
                  </a:lnTo>
                  <a:lnTo>
                    <a:pt x="458253" y="1107444"/>
                  </a:lnTo>
                  <a:lnTo>
                    <a:pt x="458252" y="1107431"/>
                  </a:lnTo>
                  <a:lnTo>
                    <a:pt x="458250" y="1107419"/>
                  </a:lnTo>
                  <a:lnTo>
                    <a:pt x="458249" y="1107410"/>
                  </a:lnTo>
                  <a:lnTo>
                    <a:pt x="458244" y="1107402"/>
                  </a:lnTo>
                  <a:lnTo>
                    <a:pt x="458242" y="1107397"/>
                  </a:lnTo>
                  <a:lnTo>
                    <a:pt x="458239" y="1107393"/>
                  </a:lnTo>
                  <a:lnTo>
                    <a:pt x="458234" y="1107381"/>
                  </a:lnTo>
                  <a:lnTo>
                    <a:pt x="458233" y="1107375"/>
                  </a:lnTo>
                  <a:lnTo>
                    <a:pt x="458231" y="1107370"/>
                  </a:lnTo>
                  <a:lnTo>
                    <a:pt x="458227" y="1107358"/>
                  </a:lnTo>
                  <a:lnTo>
                    <a:pt x="458225" y="1107352"/>
                  </a:lnTo>
                  <a:lnTo>
                    <a:pt x="458222" y="1107347"/>
                  </a:lnTo>
                  <a:lnTo>
                    <a:pt x="458218" y="1107339"/>
                  </a:lnTo>
                  <a:lnTo>
                    <a:pt x="458209" y="1107328"/>
                  </a:lnTo>
                  <a:lnTo>
                    <a:pt x="458203" y="1107322"/>
                  </a:lnTo>
                  <a:lnTo>
                    <a:pt x="458194" y="1107316"/>
                  </a:lnTo>
                  <a:lnTo>
                    <a:pt x="458187" y="1107311"/>
                  </a:lnTo>
                  <a:lnTo>
                    <a:pt x="458173" y="1107302"/>
                  </a:lnTo>
                  <a:lnTo>
                    <a:pt x="458168" y="1107298"/>
                  </a:lnTo>
                  <a:lnTo>
                    <a:pt x="458163" y="1107295"/>
                  </a:lnTo>
                  <a:lnTo>
                    <a:pt x="458153" y="1107289"/>
                  </a:lnTo>
                  <a:lnTo>
                    <a:pt x="458149" y="1107286"/>
                  </a:lnTo>
                  <a:lnTo>
                    <a:pt x="458142" y="1107281"/>
                  </a:lnTo>
                  <a:lnTo>
                    <a:pt x="458137" y="1107277"/>
                  </a:lnTo>
                  <a:lnTo>
                    <a:pt x="458133" y="1107272"/>
                  </a:lnTo>
                  <a:lnTo>
                    <a:pt x="458128" y="1107266"/>
                  </a:lnTo>
                  <a:lnTo>
                    <a:pt x="458123" y="1107262"/>
                  </a:lnTo>
                  <a:lnTo>
                    <a:pt x="458119" y="1107260"/>
                  </a:lnTo>
                  <a:lnTo>
                    <a:pt x="458115" y="1107257"/>
                  </a:lnTo>
                  <a:lnTo>
                    <a:pt x="458110" y="1107255"/>
                  </a:lnTo>
                  <a:lnTo>
                    <a:pt x="458103" y="1107252"/>
                  </a:lnTo>
                  <a:lnTo>
                    <a:pt x="458096" y="1107249"/>
                  </a:lnTo>
                  <a:lnTo>
                    <a:pt x="458091" y="1107247"/>
                  </a:lnTo>
                  <a:lnTo>
                    <a:pt x="458083" y="1107246"/>
                  </a:lnTo>
                  <a:lnTo>
                    <a:pt x="458078" y="1107244"/>
                  </a:lnTo>
                  <a:lnTo>
                    <a:pt x="458071" y="1107242"/>
                  </a:lnTo>
                  <a:lnTo>
                    <a:pt x="458067" y="1107240"/>
                  </a:lnTo>
                  <a:lnTo>
                    <a:pt x="458059" y="1107235"/>
                  </a:lnTo>
                  <a:lnTo>
                    <a:pt x="458055" y="1107231"/>
                  </a:lnTo>
                  <a:lnTo>
                    <a:pt x="458048" y="1107226"/>
                  </a:lnTo>
                  <a:lnTo>
                    <a:pt x="458038" y="1107216"/>
                  </a:lnTo>
                  <a:lnTo>
                    <a:pt x="458027" y="1107213"/>
                  </a:lnTo>
                  <a:lnTo>
                    <a:pt x="458019" y="1107211"/>
                  </a:lnTo>
                  <a:lnTo>
                    <a:pt x="457998" y="1107206"/>
                  </a:lnTo>
                  <a:lnTo>
                    <a:pt x="457985" y="1107202"/>
                  </a:lnTo>
                  <a:lnTo>
                    <a:pt x="457977" y="1107200"/>
                  </a:lnTo>
                  <a:lnTo>
                    <a:pt x="457962" y="1107195"/>
                  </a:lnTo>
                  <a:lnTo>
                    <a:pt x="457955" y="1107193"/>
                  </a:lnTo>
                  <a:lnTo>
                    <a:pt x="457951" y="1107192"/>
                  </a:lnTo>
                  <a:lnTo>
                    <a:pt x="457942" y="1107191"/>
                  </a:lnTo>
                  <a:lnTo>
                    <a:pt x="457930" y="1107189"/>
                  </a:lnTo>
                  <a:lnTo>
                    <a:pt x="457924" y="1107188"/>
                  </a:lnTo>
                  <a:lnTo>
                    <a:pt x="457915" y="1107185"/>
                  </a:lnTo>
                  <a:lnTo>
                    <a:pt x="457909" y="1107183"/>
                  </a:lnTo>
                  <a:lnTo>
                    <a:pt x="457902" y="1107183"/>
                  </a:lnTo>
                  <a:lnTo>
                    <a:pt x="457885" y="1107181"/>
                  </a:lnTo>
                  <a:lnTo>
                    <a:pt x="457879" y="1107182"/>
                  </a:lnTo>
                  <a:lnTo>
                    <a:pt x="457863" y="1107185"/>
                  </a:lnTo>
                  <a:lnTo>
                    <a:pt x="457858" y="1107186"/>
                  </a:lnTo>
                  <a:lnTo>
                    <a:pt x="457852" y="1107187"/>
                  </a:lnTo>
                  <a:lnTo>
                    <a:pt x="457836" y="1107188"/>
                  </a:lnTo>
                  <a:lnTo>
                    <a:pt x="457829" y="1107187"/>
                  </a:lnTo>
                  <a:lnTo>
                    <a:pt x="457820" y="1107186"/>
                  </a:lnTo>
                  <a:lnTo>
                    <a:pt x="457813" y="1107185"/>
                  </a:lnTo>
                  <a:lnTo>
                    <a:pt x="457804" y="1107185"/>
                  </a:lnTo>
                  <a:lnTo>
                    <a:pt x="457785" y="1107193"/>
                  </a:lnTo>
                  <a:lnTo>
                    <a:pt x="457779" y="1107196"/>
                  </a:lnTo>
                  <a:lnTo>
                    <a:pt x="457766" y="1107200"/>
                  </a:lnTo>
                  <a:lnTo>
                    <a:pt x="457759" y="1107202"/>
                  </a:lnTo>
                  <a:lnTo>
                    <a:pt x="457753" y="1107202"/>
                  </a:lnTo>
                  <a:lnTo>
                    <a:pt x="457740" y="1107201"/>
                  </a:lnTo>
                  <a:lnTo>
                    <a:pt x="457733" y="1107201"/>
                  </a:lnTo>
                  <a:lnTo>
                    <a:pt x="457727" y="1107202"/>
                  </a:lnTo>
                  <a:lnTo>
                    <a:pt x="457719" y="1107203"/>
                  </a:lnTo>
                  <a:lnTo>
                    <a:pt x="457715" y="1107204"/>
                  </a:lnTo>
                  <a:lnTo>
                    <a:pt x="457710" y="1107205"/>
                  </a:lnTo>
                  <a:lnTo>
                    <a:pt x="457701" y="1107206"/>
                  </a:lnTo>
                  <a:lnTo>
                    <a:pt x="457693" y="1107206"/>
                  </a:lnTo>
                  <a:lnTo>
                    <a:pt x="457686" y="1107206"/>
                  </a:lnTo>
                  <a:lnTo>
                    <a:pt x="457682" y="1107204"/>
                  </a:lnTo>
                  <a:lnTo>
                    <a:pt x="457677" y="1107201"/>
                  </a:lnTo>
                  <a:lnTo>
                    <a:pt x="457667" y="1107193"/>
                  </a:lnTo>
                  <a:lnTo>
                    <a:pt x="457662" y="1107191"/>
                  </a:lnTo>
                  <a:lnTo>
                    <a:pt x="457658" y="1107189"/>
                  </a:lnTo>
                  <a:lnTo>
                    <a:pt x="457652" y="1107189"/>
                  </a:lnTo>
                  <a:lnTo>
                    <a:pt x="457647" y="1107189"/>
                  </a:lnTo>
                  <a:lnTo>
                    <a:pt x="457640" y="1107191"/>
                  </a:lnTo>
                  <a:lnTo>
                    <a:pt x="457626" y="1107196"/>
                  </a:lnTo>
                  <a:lnTo>
                    <a:pt x="457621" y="1107196"/>
                  </a:lnTo>
                  <a:lnTo>
                    <a:pt x="457608" y="1107196"/>
                  </a:lnTo>
                  <a:lnTo>
                    <a:pt x="457602" y="1107196"/>
                  </a:lnTo>
                  <a:lnTo>
                    <a:pt x="457596" y="1107194"/>
                  </a:lnTo>
                  <a:lnTo>
                    <a:pt x="457590" y="1107191"/>
                  </a:lnTo>
                  <a:lnTo>
                    <a:pt x="457584" y="1107187"/>
                  </a:lnTo>
                  <a:lnTo>
                    <a:pt x="457575" y="1107184"/>
                  </a:lnTo>
                  <a:lnTo>
                    <a:pt x="457570" y="1107183"/>
                  </a:lnTo>
                  <a:lnTo>
                    <a:pt x="457553" y="1107180"/>
                  </a:lnTo>
                  <a:lnTo>
                    <a:pt x="457544" y="1107178"/>
                  </a:lnTo>
                  <a:lnTo>
                    <a:pt x="457536" y="1107177"/>
                  </a:lnTo>
                  <a:lnTo>
                    <a:pt x="457528" y="1107175"/>
                  </a:lnTo>
                  <a:lnTo>
                    <a:pt x="457518" y="1107172"/>
                  </a:lnTo>
                  <a:lnTo>
                    <a:pt x="457511" y="1107169"/>
                  </a:lnTo>
                  <a:lnTo>
                    <a:pt x="457505" y="1107168"/>
                  </a:lnTo>
                  <a:lnTo>
                    <a:pt x="457495" y="1107166"/>
                  </a:lnTo>
                  <a:lnTo>
                    <a:pt x="457487" y="1107165"/>
                  </a:lnTo>
                  <a:lnTo>
                    <a:pt x="457469" y="1107163"/>
                  </a:lnTo>
                  <a:lnTo>
                    <a:pt x="457457" y="1107161"/>
                  </a:lnTo>
                  <a:lnTo>
                    <a:pt x="457450" y="1107160"/>
                  </a:lnTo>
                  <a:lnTo>
                    <a:pt x="457433" y="1107154"/>
                  </a:lnTo>
                  <a:lnTo>
                    <a:pt x="457426" y="1107152"/>
                  </a:lnTo>
                  <a:lnTo>
                    <a:pt x="457422" y="1107151"/>
                  </a:lnTo>
                  <a:lnTo>
                    <a:pt x="457416" y="1107149"/>
                  </a:lnTo>
                  <a:lnTo>
                    <a:pt x="457412" y="1107149"/>
                  </a:lnTo>
                  <a:lnTo>
                    <a:pt x="457406" y="1107150"/>
                  </a:lnTo>
                  <a:lnTo>
                    <a:pt x="457398" y="1107151"/>
                  </a:lnTo>
                  <a:lnTo>
                    <a:pt x="457385" y="1107156"/>
                  </a:lnTo>
                  <a:lnTo>
                    <a:pt x="457376" y="1107159"/>
                  </a:lnTo>
                  <a:lnTo>
                    <a:pt x="457369" y="1107162"/>
                  </a:lnTo>
                  <a:lnTo>
                    <a:pt x="457361" y="1107164"/>
                  </a:lnTo>
                  <a:lnTo>
                    <a:pt x="457357" y="1107165"/>
                  </a:lnTo>
                  <a:lnTo>
                    <a:pt x="457348" y="1107166"/>
                  </a:lnTo>
                  <a:lnTo>
                    <a:pt x="457343" y="1107166"/>
                  </a:lnTo>
                  <a:lnTo>
                    <a:pt x="457336" y="1107164"/>
                  </a:lnTo>
                  <a:lnTo>
                    <a:pt x="457326" y="1107162"/>
                  </a:lnTo>
                  <a:lnTo>
                    <a:pt x="457316" y="1107160"/>
                  </a:lnTo>
                  <a:lnTo>
                    <a:pt x="457309" y="1107158"/>
                  </a:lnTo>
                  <a:lnTo>
                    <a:pt x="457302" y="1107156"/>
                  </a:lnTo>
                  <a:lnTo>
                    <a:pt x="457292" y="1107153"/>
                  </a:lnTo>
                  <a:lnTo>
                    <a:pt x="457283" y="1107150"/>
                  </a:lnTo>
                  <a:lnTo>
                    <a:pt x="457274" y="1107147"/>
                  </a:lnTo>
                  <a:lnTo>
                    <a:pt x="457268" y="1107145"/>
                  </a:lnTo>
                  <a:lnTo>
                    <a:pt x="457263" y="1107142"/>
                  </a:lnTo>
                  <a:lnTo>
                    <a:pt x="457258" y="1107138"/>
                  </a:lnTo>
                  <a:lnTo>
                    <a:pt x="457251" y="1107131"/>
                  </a:lnTo>
                  <a:lnTo>
                    <a:pt x="457247" y="1107129"/>
                  </a:lnTo>
                  <a:lnTo>
                    <a:pt x="457243" y="1107125"/>
                  </a:lnTo>
                  <a:lnTo>
                    <a:pt x="457238" y="1107122"/>
                  </a:lnTo>
                  <a:lnTo>
                    <a:pt x="457233" y="1107120"/>
                  </a:lnTo>
                  <a:lnTo>
                    <a:pt x="457225" y="1107118"/>
                  </a:lnTo>
                  <a:lnTo>
                    <a:pt x="457218" y="1107118"/>
                  </a:lnTo>
                  <a:lnTo>
                    <a:pt x="457211" y="1107117"/>
                  </a:lnTo>
                  <a:lnTo>
                    <a:pt x="457206" y="1107116"/>
                  </a:lnTo>
                  <a:lnTo>
                    <a:pt x="457200" y="1107114"/>
                  </a:lnTo>
                  <a:lnTo>
                    <a:pt x="457189" y="1107109"/>
                  </a:lnTo>
                  <a:lnTo>
                    <a:pt x="457181" y="1107106"/>
                  </a:lnTo>
                  <a:lnTo>
                    <a:pt x="457174" y="1107106"/>
                  </a:lnTo>
                  <a:lnTo>
                    <a:pt x="457169" y="1107106"/>
                  </a:lnTo>
                  <a:lnTo>
                    <a:pt x="457163" y="1107104"/>
                  </a:lnTo>
                  <a:lnTo>
                    <a:pt x="457159" y="1107100"/>
                  </a:lnTo>
                  <a:lnTo>
                    <a:pt x="457156" y="1107095"/>
                  </a:lnTo>
                  <a:lnTo>
                    <a:pt x="457155" y="1107088"/>
                  </a:lnTo>
                  <a:lnTo>
                    <a:pt x="457153" y="1107083"/>
                  </a:lnTo>
                  <a:lnTo>
                    <a:pt x="457151" y="1107078"/>
                  </a:lnTo>
                  <a:lnTo>
                    <a:pt x="457145" y="1107071"/>
                  </a:lnTo>
                  <a:lnTo>
                    <a:pt x="457139" y="1107066"/>
                  </a:lnTo>
                  <a:lnTo>
                    <a:pt x="457130" y="1107058"/>
                  </a:lnTo>
                  <a:lnTo>
                    <a:pt x="457124" y="1107052"/>
                  </a:lnTo>
                  <a:lnTo>
                    <a:pt x="457120" y="1107046"/>
                  </a:lnTo>
                  <a:lnTo>
                    <a:pt x="457118" y="1107038"/>
                  </a:lnTo>
                  <a:lnTo>
                    <a:pt x="457113" y="1107026"/>
                  </a:lnTo>
                  <a:lnTo>
                    <a:pt x="457110" y="1107016"/>
                  </a:lnTo>
                  <a:lnTo>
                    <a:pt x="457108" y="1107005"/>
                  </a:lnTo>
                  <a:lnTo>
                    <a:pt x="457107" y="1106999"/>
                  </a:lnTo>
                  <a:lnTo>
                    <a:pt x="457106" y="1106987"/>
                  </a:lnTo>
                  <a:lnTo>
                    <a:pt x="457105" y="1106979"/>
                  </a:lnTo>
                  <a:lnTo>
                    <a:pt x="457104" y="1106965"/>
                  </a:lnTo>
                  <a:lnTo>
                    <a:pt x="457104" y="1106958"/>
                  </a:lnTo>
                  <a:lnTo>
                    <a:pt x="457105" y="1106952"/>
                  </a:lnTo>
                  <a:lnTo>
                    <a:pt x="457109" y="1106940"/>
                  </a:lnTo>
                  <a:lnTo>
                    <a:pt x="457114" y="1106932"/>
                  </a:lnTo>
                  <a:lnTo>
                    <a:pt x="457121" y="1106925"/>
                  </a:lnTo>
                  <a:lnTo>
                    <a:pt x="457126" y="1106920"/>
                  </a:lnTo>
                  <a:lnTo>
                    <a:pt x="457133" y="1106913"/>
                  </a:lnTo>
                  <a:lnTo>
                    <a:pt x="457137" y="1106906"/>
                  </a:lnTo>
                  <a:lnTo>
                    <a:pt x="457141" y="1106900"/>
                  </a:lnTo>
                  <a:lnTo>
                    <a:pt x="457145" y="1106891"/>
                  </a:lnTo>
                  <a:lnTo>
                    <a:pt x="457147" y="1106884"/>
                  </a:lnTo>
                  <a:lnTo>
                    <a:pt x="457149" y="1106878"/>
                  </a:lnTo>
                  <a:lnTo>
                    <a:pt x="457149" y="1106873"/>
                  </a:lnTo>
                  <a:lnTo>
                    <a:pt x="457148" y="1106867"/>
                  </a:lnTo>
                  <a:lnTo>
                    <a:pt x="457146" y="1106860"/>
                  </a:lnTo>
                  <a:lnTo>
                    <a:pt x="457145" y="1106854"/>
                  </a:lnTo>
                  <a:lnTo>
                    <a:pt x="457145" y="1106848"/>
                  </a:lnTo>
                  <a:lnTo>
                    <a:pt x="457146" y="1106838"/>
                  </a:lnTo>
                  <a:lnTo>
                    <a:pt x="457146" y="1106830"/>
                  </a:lnTo>
                  <a:lnTo>
                    <a:pt x="457147" y="1106822"/>
                  </a:lnTo>
                  <a:lnTo>
                    <a:pt x="457147" y="1106816"/>
                  </a:lnTo>
                  <a:lnTo>
                    <a:pt x="457147" y="1106811"/>
                  </a:lnTo>
                  <a:lnTo>
                    <a:pt x="457145" y="1106804"/>
                  </a:lnTo>
                  <a:lnTo>
                    <a:pt x="457144" y="1106792"/>
                  </a:lnTo>
                  <a:lnTo>
                    <a:pt x="457144" y="1106788"/>
                  </a:lnTo>
                  <a:lnTo>
                    <a:pt x="457144" y="1106781"/>
                  </a:lnTo>
                  <a:lnTo>
                    <a:pt x="457144" y="1106769"/>
                  </a:lnTo>
                  <a:lnTo>
                    <a:pt x="457143" y="1106746"/>
                  </a:lnTo>
                  <a:lnTo>
                    <a:pt x="457143" y="1106742"/>
                  </a:lnTo>
                  <a:lnTo>
                    <a:pt x="457142" y="1106733"/>
                  </a:lnTo>
                  <a:lnTo>
                    <a:pt x="457141" y="1106727"/>
                  </a:lnTo>
                  <a:lnTo>
                    <a:pt x="457140" y="1106722"/>
                  </a:lnTo>
                  <a:lnTo>
                    <a:pt x="457140" y="1106713"/>
                  </a:lnTo>
                  <a:lnTo>
                    <a:pt x="457142" y="1106705"/>
                  </a:lnTo>
                  <a:lnTo>
                    <a:pt x="457146" y="1106698"/>
                  </a:lnTo>
                  <a:lnTo>
                    <a:pt x="457150" y="1106692"/>
                  </a:lnTo>
                  <a:lnTo>
                    <a:pt x="457154" y="1106687"/>
                  </a:lnTo>
                  <a:lnTo>
                    <a:pt x="457158" y="1106679"/>
                  </a:lnTo>
                  <a:lnTo>
                    <a:pt x="457158" y="1106673"/>
                  </a:lnTo>
                  <a:lnTo>
                    <a:pt x="457158" y="1106669"/>
                  </a:lnTo>
                  <a:lnTo>
                    <a:pt x="457156" y="1106664"/>
                  </a:lnTo>
                  <a:lnTo>
                    <a:pt x="457154" y="1106660"/>
                  </a:lnTo>
                  <a:lnTo>
                    <a:pt x="457151" y="1106656"/>
                  </a:lnTo>
                  <a:lnTo>
                    <a:pt x="457147" y="1106652"/>
                  </a:lnTo>
                  <a:lnTo>
                    <a:pt x="457143" y="1106649"/>
                  </a:lnTo>
                  <a:lnTo>
                    <a:pt x="457139" y="1106644"/>
                  </a:lnTo>
                  <a:lnTo>
                    <a:pt x="457136" y="1106639"/>
                  </a:lnTo>
                  <a:lnTo>
                    <a:pt x="457135" y="1106634"/>
                  </a:lnTo>
                  <a:lnTo>
                    <a:pt x="457135" y="1106628"/>
                  </a:lnTo>
                  <a:lnTo>
                    <a:pt x="457137" y="1106622"/>
                  </a:lnTo>
                  <a:lnTo>
                    <a:pt x="457144" y="1106604"/>
                  </a:lnTo>
                  <a:lnTo>
                    <a:pt x="457146" y="1106597"/>
                  </a:lnTo>
                  <a:lnTo>
                    <a:pt x="457146" y="1106592"/>
                  </a:lnTo>
                  <a:lnTo>
                    <a:pt x="457147" y="1106583"/>
                  </a:lnTo>
                  <a:lnTo>
                    <a:pt x="457147" y="1106575"/>
                  </a:lnTo>
                  <a:lnTo>
                    <a:pt x="457148" y="1106569"/>
                  </a:lnTo>
                  <a:lnTo>
                    <a:pt x="457149" y="1106562"/>
                  </a:lnTo>
                  <a:lnTo>
                    <a:pt x="457148" y="1106545"/>
                  </a:lnTo>
                  <a:lnTo>
                    <a:pt x="457147" y="1106538"/>
                  </a:lnTo>
                  <a:lnTo>
                    <a:pt x="457147" y="1106533"/>
                  </a:lnTo>
                  <a:lnTo>
                    <a:pt x="457144" y="1106522"/>
                  </a:lnTo>
                  <a:lnTo>
                    <a:pt x="457144" y="1106515"/>
                  </a:lnTo>
                  <a:lnTo>
                    <a:pt x="457144" y="1106508"/>
                  </a:lnTo>
                  <a:lnTo>
                    <a:pt x="457145" y="1106498"/>
                  </a:lnTo>
                  <a:lnTo>
                    <a:pt x="457145" y="1106492"/>
                  </a:lnTo>
                  <a:lnTo>
                    <a:pt x="457139" y="1106488"/>
                  </a:lnTo>
                  <a:lnTo>
                    <a:pt x="457130" y="1106485"/>
                  </a:lnTo>
                  <a:lnTo>
                    <a:pt x="457124" y="1106483"/>
                  </a:lnTo>
                  <a:lnTo>
                    <a:pt x="457115" y="1106480"/>
                  </a:lnTo>
                  <a:lnTo>
                    <a:pt x="457104" y="1106476"/>
                  </a:lnTo>
                  <a:lnTo>
                    <a:pt x="457099" y="1106475"/>
                  </a:lnTo>
                  <a:lnTo>
                    <a:pt x="457094" y="1106474"/>
                  </a:lnTo>
                  <a:lnTo>
                    <a:pt x="457088" y="1106473"/>
                  </a:lnTo>
                  <a:lnTo>
                    <a:pt x="457081" y="1106472"/>
                  </a:lnTo>
                  <a:lnTo>
                    <a:pt x="457074" y="1106471"/>
                  </a:lnTo>
                  <a:lnTo>
                    <a:pt x="457066" y="1106472"/>
                  </a:lnTo>
                  <a:lnTo>
                    <a:pt x="457059" y="1106474"/>
                  </a:lnTo>
                  <a:lnTo>
                    <a:pt x="457052" y="1106476"/>
                  </a:lnTo>
                  <a:lnTo>
                    <a:pt x="457044" y="1106477"/>
                  </a:lnTo>
                  <a:lnTo>
                    <a:pt x="457038" y="1106477"/>
                  </a:lnTo>
                  <a:lnTo>
                    <a:pt x="457030" y="1106477"/>
                  </a:lnTo>
                  <a:lnTo>
                    <a:pt x="457016" y="1106475"/>
                  </a:lnTo>
                  <a:lnTo>
                    <a:pt x="457005" y="1106474"/>
                  </a:lnTo>
                  <a:lnTo>
                    <a:pt x="456995" y="1106472"/>
                  </a:lnTo>
                  <a:lnTo>
                    <a:pt x="456986" y="1106469"/>
                  </a:lnTo>
                  <a:lnTo>
                    <a:pt x="456978" y="1106466"/>
                  </a:lnTo>
                  <a:lnTo>
                    <a:pt x="456971" y="1106464"/>
                  </a:lnTo>
                  <a:lnTo>
                    <a:pt x="456957" y="1106460"/>
                  </a:lnTo>
                  <a:lnTo>
                    <a:pt x="456947" y="1106458"/>
                  </a:lnTo>
                  <a:lnTo>
                    <a:pt x="456939" y="1106455"/>
                  </a:lnTo>
                  <a:lnTo>
                    <a:pt x="456928" y="1106451"/>
                  </a:lnTo>
                  <a:lnTo>
                    <a:pt x="456917" y="1106446"/>
                  </a:lnTo>
                  <a:lnTo>
                    <a:pt x="456905" y="1106438"/>
                  </a:lnTo>
                  <a:lnTo>
                    <a:pt x="456898" y="1106434"/>
                  </a:lnTo>
                  <a:lnTo>
                    <a:pt x="456887" y="1106427"/>
                  </a:lnTo>
                  <a:lnTo>
                    <a:pt x="456875" y="1106420"/>
                  </a:lnTo>
                  <a:lnTo>
                    <a:pt x="456868" y="1106417"/>
                  </a:lnTo>
                  <a:lnTo>
                    <a:pt x="456857" y="1106414"/>
                  </a:lnTo>
                  <a:lnTo>
                    <a:pt x="456849" y="1106413"/>
                  </a:lnTo>
                  <a:lnTo>
                    <a:pt x="456840" y="1106411"/>
                  </a:lnTo>
                  <a:lnTo>
                    <a:pt x="456834" y="1106408"/>
                  </a:lnTo>
                  <a:lnTo>
                    <a:pt x="456828" y="1106408"/>
                  </a:lnTo>
                  <a:lnTo>
                    <a:pt x="456822" y="1106408"/>
                  </a:lnTo>
                  <a:lnTo>
                    <a:pt x="456813" y="1106409"/>
                  </a:lnTo>
                  <a:lnTo>
                    <a:pt x="456807" y="1106412"/>
                  </a:lnTo>
                  <a:lnTo>
                    <a:pt x="456799" y="1106419"/>
                  </a:lnTo>
                  <a:lnTo>
                    <a:pt x="456789" y="1106426"/>
                  </a:lnTo>
                  <a:lnTo>
                    <a:pt x="456782" y="1106430"/>
                  </a:lnTo>
                  <a:lnTo>
                    <a:pt x="456766" y="1106439"/>
                  </a:lnTo>
                  <a:lnTo>
                    <a:pt x="456758" y="1106444"/>
                  </a:lnTo>
                  <a:lnTo>
                    <a:pt x="456753" y="1106446"/>
                  </a:lnTo>
                  <a:lnTo>
                    <a:pt x="456746" y="1106448"/>
                  </a:lnTo>
                  <a:lnTo>
                    <a:pt x="456735" y="1106451"/>
                  </a:lnTo>
                  <a:lnTo>
                    <a:pt x="456724" y="1106455"/>
                  </a:lnTo>
                  <a:lnTo>
                    <a:pt x="456713" y="1106458"/>
                  </a:lnTo>
                  <a:lnTo>
                    <a:pt x="456707" y="1106460"/>
                  </a:lnTo>
                  <a:lnTo>
                    <a:pt x="456693" y="1106462"/>
                  </a:lnTo>
                  <a:lnTo>
                    <a:pt x="456687" y="1106464"/>
                  </a:lnTo>
                  <a:lnTo>
                    <a:pt x="456683" y="1106465"/>
                  </a:lnTo>
                  <a:lnTo>
                    <a:pt x="456674" y="1106469"/>
                  </a:lnTo>
                  <a:lnTo>
                    <a:pt x="456667" y="1106474"/>
                  </a:lnTo>
                  <a:lnTo>
                    <a:pt x="456662" y="1106478"/>
                  </a:lnTo>
                  <a:lnTo>
                    <a:pt x="456654" y="1106486"/>
                  </a:lnTo>
                  <a:lnTo>
                    <a:pt x="456639" y="1106503"/>
                  </a:lnTo>
                  <a:lnTo>
                    <a:pt x="456634" y="1106508"/>
                  </a:lnTo>
                  <a:lnTo>
                    <a:pt x="456625" y="1106513"/>
                  </a:lnTo>
                  <a:lnTo>
                    <a:pt x="456618" y="1106517"/>
                  </a:lnTo>
                  <a:lnTo>
                    <a:pt x="456611" y="1106521"/>
                  </a:lnTo>
                  <a:lnTo>
                    <a:pt x="456600" y="1106526"/>
                  </a:lnTo>
                  <a:lnTo>
                    <a:pt x="456587" y="1106531"/>
                  </a:lnTo>
                  <a:lnTo>
                    <a:pt x="456545" y="1106556"/>
                  </a:lnTo>
                  <a:lnTo>
                    <a:pt x="456539" y="1106560"/>
                  </a:lnTo>
                  <a:lnTo>
                    <a:pt x="456530" y="1106564"/>
                  </a:lnTo>
                  <a:lnTo>
                    <a:pt x="456522" y="1106568"/>
                  </a:lnTo>
                  <a:lnTo>
                    <a:pt x="456514" y="1106571"/>
                  </a:lnTo>
                  <a:lnTo>
                    <a:pt x="456504" y="1106573"/>
                  </a:lnTo>
                  <a:lnTo>
                    <a:pt x="456499" y="1106573"/>
                  </a:lnTo>
                  <a:lnTo>
                    <a:pt x="456494" y="1106574"/>
                  </a:lnTo>
                  <a:lnTo>
                    <a:pt x="456473" y="1106577"/>
                  </a:lnTo>
                  <a:lnTo>
                    <a:pt x="456463" y="1106578"/>
                  </a:lnTo>
                  <a:lnTo>
                    <a:pt x="456452" y="1106579"/>
                  </a:lnTo>
                  <a:lnTo>
                    <a:pt x="456447" y="1106579"/>
                  </a:lnTo>
                  <a:lnTo>
                    <a:pt x="456439" y="1106579"/>
                  </a:lnTo>
                  <a:lnTo>
                    <a:pt x="456434" y="1106579"/>
                  </a:lnTo>
                  <a:lnTo>
                    <a:pt x="456428" y="1106578"/>
                  </a:lnTo>
                  <a:lnTo>
                    <a:pt x="456422" y="1106577"/>
                  </a:lnTo>
                  <a:lnTo>
                    <a:pt x="456415" y="1106576"/>
                  </a:lnTo>
                  <a:lnTo>
                    <a:pt x="456409" y="1106577"/>
                  </a:lnTo>
                  <a:lnTo>
                    <a:pt x="456403" y="1106579"/>
                  </a:lnTo>
                  <a:lnTo>
                    <a:pt x="456396" y="1106583"/>
                  </a:lnTo>
                  <a:lnTo>
                    <a:pt x="456390" y="1106590"/>
                  </a:lnTo>
                  <a:lnTo>
                    <a:pt x="456385" y="1106599"/>
                  </a:lnTo>
                  <a:lnTo>
                    <a:pt x="456381" y="1106604"/>
                  </a:lnTo>
                  <a:lnTo>
                    <a:pt x="456377" y="1106608"/>
                  </a:lnTo>
                  <a:lnTo>
                    <a:pt x="456373" y="1106610"/>
                  </a:lnTo>
                  <a:lnTo>
                    <a:pt x="456369" y="1106611"/>
                  </a:lnTo>
                  <a:lnTo>
                    <a:pt x="456362" y="1106613"/>
                  </a:lnTo>
                  <a:lnTo>
                    <a:pt x="456353" y="1106615"/>
                  </a:lnTo>
                  <a:lnTo>
                    <a:pt x="456344" y="1106617"/>
                  </a:lnTo>
                  <a:lnTo>
                    <a:pt x="456335" y="1106618"/>
                  </a:lnTo>
                  <a:lnTo>
                    <a:pt x="456326" y="1106619"/>
                  </a:lnTo>
                  <a:lnTo>
                    <a:pt x="456317" y="1106619"/>
                  </a:lnTo>
                  <a:lnTo>
                    <a:pt x="456308" y="1106619"/>
                  </a:lnTo>
                  <a:lnTo>
                    <a:pt x="456299" y="1106619"/>
                  </a:lnTo>
                  <a:lnTo>
                    <a:pt x="456288" y="1106619"/>
                  </a:lnTo>
                  <a:lnTo>
                    <a:pt x="456279" y="1106619"/>
                  </a:lnTo>
                  <a:lnTo>
                    <a:pt x="456271" y="1106619"/>
                  </a:lnTo>
                  <a:lnTo>
                    <a:pt x="456265" y="1106619"/>
                  </a:lnTo>
                  <a:lnTo>
                    <a:pt x="456257" y="1106622"/>
                  </a:lnTo>
                  <a:lnTo>
                    <a:pt x="456254" y="1106624"/>
                  </a:lnTo>
                  <a:lnTo>
                    <a:pt x="456249" y="1106628"/>
                  </a:lnTo>
                  <a:lnTo>
                    <a:pt x="456244" y="1106635"/>
                  </a:lnTo>
                  <a:lnTo>
                    <a:pt x="456240" y="1106639"/>
                  </a:lnTo>
                  <a:lnTo>
                    <a:pt x="456237" y="1106643"/>
                  </a:lnTo>
                  <a:lnTo>
                    <a:pt x="456229" y="1106649"/>
                  </a:lnTo>
                  <a:lnTo>
                    <a:pt x="456223" y="1106653"/>
                  </a:lnTo>
                  <a:lnTo>
                    <a:pt x="456218" y="1106656"/>
                  </a:lnTo>
                  <a:lnTo>
                    <a:pt x="456213" y="1106660"/>
                  </a:lnTo>
                  <a:lnTo>
                    <a:pt x="456210" y="1106663"/>
                  </a:lnTo>
                  <a:lnTo>
                    <a:pt x="456201" y="1106674"/>
                  </a:lnTo>
                  <a:lnTo>
                    <a:pt x="456186" y="1106689"/>
                  </a:lnTo>
                  <a:lnTo>
                    <a:pt x="456180" y="1106695"/>
                  </a:lnTo>
                  <a:lnTo>
                    <a:pt x="456166" y="1106715"/>
                  </a:lnTo>
                  <a:lnTo>
                    <a:pt x="456157" y="1106730"/>
                  </a:lnTo>
                  <a:lnTo>
                    <a:pt x="456154" y="1106735"/>
                  </a:lnTo>
                  <a:lnTo>
                    <a:pt x="456152" y="1106740"/>
                  </a:lnTo>
                  <a:lnTo>
                    <a:pt x="456147" y="1106754"/>
                  </a:lnTo>
                  <a:lnTo>
                    <a:pt x="456144" y="1106763"/>
                  </a:lnTo>
                  <a:lnTo>
                    <a:pt x="456141" y="1106768"/>
                  </a:lnTo>
                  <a:lnTo>
                    <a:pt x="456136" y="1106772"/>
                  </a:lnTo>
                  <a:lnTo>
                    <a:pt x="456127" y="1106777"/>
                  </a:lnTo>
                  <a:lnTo>
                    <a:pt x="456118" y="1106783"/>
                  </a:lnTo>
                  <a:lnTo>
                    <a:pt x="456112" y="1106786"/>
                  </a:lnTo>
                  <a:lnTo>
                    <a:pt x="456108" y="1106788"/>
                  </a:lnTo>
                  <a:lnTo>
                    <a:pt x="456098" y="1106793"/>
                  </a:lnTo>
                  <a:lnTo>
                    <a:pt x="456091" y="1106796"/>
                  </a:lnTo>
                  <a:lnTo>
                    <a:pt x="456084" y="1106796"/>
                  </a:lnTo>
                  <a:lnTo>
                    <a:pt x="456078" y="1106795"/>
                  </a:lnTo>
                  <a:lnTo>
                    <a:pt x="456074" y="1106794"/>
                  </a:lnTo>
                  <a:lnTo>
                    <a:pt x="456070" y="1106794"/>
                  </a:lnTo>
                  <a:lnTo>
                    <a:pt x="456064" y="1106793"/>
                  </a:lnTo>
                  <a:lnTo>
                    <a:pt x="456059" y="1106793"/>
                  </a:lnTo>
                  <a:lnTo>
                    <a:pt x="456053" y="1106794"/>
                  </a:lnTo>
                  <a:lnTo>
                    <a:pt x="456047" y="1106797"/>
                  </a:lnTo>
                  <a:lnTo>
                    <a:pt x="456043" y="1106800"/>
                  </a:lnTo>
                  <a:lnTo>
                    <a:pt x="456035" y="1106805"/>
                  </a:lnTo>
                  <a:lnTo>
                    <a:pt x="456023" y="1106812"/>
                  </a:lnTo>
                  <a:lnTo>
                    <a:pt x="456015" y="1106818"/>
                  </a:lnTo>
                  <a:lnTo>
                    <a:pt x="456007" y="1106824"/>
                  </a:lnTo>
                  <a:lnTo>
                    <a:pt x="455998" y="1106828"/>
                  </a:lnTo>
                  <a:lnTo>
                    <a:pt x="455993" y="1106831"/>
                  </a:lnTo>
                  <a:lnTo>
                    <a:pt x="455989" y="1106836"/>
                  </a:lnTo>
                  <a:lnTo>
                    <a:pt x="455985" y="1106840"/>
                  </a:lnTo>
                  <a:lnTo>
                    <a:pt x="455982" y="1106842"/>
                  </a:lnTo>
                  <a:lnTo>
                    <a:pt x="455975" y="1106842"/>
                  </a:lnTo>
                  <a:lnTo>
                    <a:pt x="455968" y="1106842"/>
                  </a:lnTo>
                  <a:lnTo>
                    <a:pt x="455963" y="1106842"/>
                  </a:lnTo>
                  <a:lnTo>
                    <a:pt x="455957" y="1106843"/>
                  </a:lnTo>
                  <a:lnTo>
                    <a:pt x="455950" y="1106844"/>
                  </a:lnTo>
                  <a:lnTo>
                    <a:pt x="455942" y="1106847"/>
                  </a:lnTo>
                  <a:lnTo>
                    <a:pt x="455920" y="1106853"/>
                  </a:lnTo>
                  <a:lnTo>
                    <a:pt x="455904" y="1106857"/>
                  </a:lnTo>
                  <a:lnTo>
                    <a:pt x="455894" y="1106861"/>
                  </a:lnTo>
                  <a:lnTo>
                    <a:pt x="455889" y="1106863"/>
                  </a:lnTo>
                  <a:lnTo>
                    <a:pt x="455862" y="1106874"/>
                  </a:lnTo>
                  <a:lnTo>
                    <a:pt x="455837" y="1106883"/>
                  </a:lnTo>
                  <a:lnTo>
                    <a:pt x="455829" y="1106886"/>
                  </a:lnTo>
                  <a:lnTo>
                    <a:pt x="455822" y="1106889"/>
                  </a:lnTo>
                  <a:lnTo>
                    <a:pt x="455808" y="1106897"/>
                  </a:lnTo>
                  <a:lnTo>
                    <a:pt x="455800" y="1106900"/>
                  </a:lnTo>
                  <a:lnTo>
                    <a:pt x="455796" y="1106902"/>
                  </a:lnTo>
                  <a:lnTo>
                    <a:pt x="455787" y="1106907"/>
                  </a:lnTo>
                  <a:lnTo>
                    <a:pt x="455781" y="1106910"/>
                  </a:lnTo>
                  <a:lnTo>
                    <a:pt x="455770" y="1106915"/>
                  </a:lnTo>
                  <a:lnTo>
                    <a:pt x="455763" y="1106917"/>
                  </a:lnTo>
                  <a:lnTo>
                    <a:pt x="455758" y="1106919"/>
                  </a:lnTo>
                  <a:lnTo>
                    <a:pt x="455752" y="1106920"/>
                  </a:lnTo>
                  <a:lnTo>
                    <a:pt x="455747" y="1106920"/>
                  </a:lnTo>
                  <a:lnTo>
                    <a:pt x="455741" y="1106921"/>
                  </a:lnTo>
                  <a:lnTo>
                    <a:pt x="455731" y="1106922"/>
                  </a:lnTo>
                  <a:lnTo>
                    <a:pt x="455723" y="1106922"/>
                  </a:lnTo>
                  <a:lnTo>
                    <a:pt x="455713" y="1106922"/>
                  </a:lnTo>
                  <a:lnTo>
                    <a:pt x="455701" y="1106922"/>
                  </a:lnTo>
                  <a:lnTo>
                    <a:pt x="455694" y="1106921"/>
                  </a:lnTo>
                  <a:lnTo>
                    <a:pt x="455685" y="1106921"/>
                  </a:lnTo>
                  <a:lnTo>
                    <a:pt x="455680" y="1106922"/>
                  </a:lnTo>
                  <a:lnTo>
                    <a:pt x="455675" y="1106924"/>
                  </a:lnTo>
                  <a:lnTo>
                    <a:pt x="455671" y="1106925"/>
                  </a:lnTo>
                  <a:lnTo>
                    <a:pt x="455665" y="1106929"/>
                  </a:lnTo>
                  <a:lnTo>
                    <a:pt x="455659" y="1106932"/>
                  </a:lnTo>
                  <a:lnTo>
                    <a:pt x="455654" y="1106935"/>
                  </a:lnTo>
                  <a:lnTo>
                    <a:pt x="455646" y="1106939"/>
                  </a:lnTo>
                  <a:lnTo>
                    <a:pt x="455642" y="1106941"/>
                  </a:lnTo>
                  <a:lnTo>
                    <a:pt x="455627" y="1106949"/>
                  </a:lnTo>
                  <a:lnTo>
                    <a:pt x="455619" y="1106952"/>
                  </a:lnTo>
                  <a:lnTo>
                    <a:pt x="455582" y="1106965"/>
                  </a:lnTo>
                  <a:lnTo>
                    <a:pt x="455573" y="1106968"/>
                  </a:lnTo>
                  <a:lnTo>
                    <a:pt x="455568" y="1106969"/>
                  </a:lnTo>
                  <a:lnTo>
                    <a:pt x="455563" y="1106968"/>
                  </a:lnTo>
                  <a:lnTo>
                    <a:pt x="455554" y="1106964"/>
                  </a:lnTo>
                  <a:lnTo>
                    <a:pt x="455547" y="1106961"/>
                  </a:lnTo>
                  <a:lnTo>
                    <a:pt x="455536" y="1106954"/>
                  </a:lnTo>
                  <a:lnTo>
                    <a:pt x="455530" y="1106950"/>
                  </a:lnTo>
                  <a:lnTo>
                    <a:pt x="455522" y="1106948"/>
                  </a:lnTo>
                  <a:lnTo>
                    <a:pt x="455518" y="1106947"/>
                  </a:lnTo>
                  <a:lnTo>
                    <a:pt x="455514" y="1106947"/>
                  </a:lnTo>
                  <a:lnTo>
                    <a:pt x="455510" y="1106948"/>
                  </a:lnTo>
                  <a:lnTo>
                    <a:pt x="455505" y="1106950"/>
                  </a:lnTo>
                  <a:lnTo>
                    <a:pt x="455500" y="1106953"/>
                  </a:lnTo>
                  <a:lnTo>
                    <a:pt x="455492" y="1106960"/>
                  </a:lnTo>
                  <a:lnTo>
                    <a:pt x="455484" y="1106965"/>
                  </a:lnTo>
                  <a:lnTo>
                    <a:pt x="455477" y="1106971"/>
                  </a:lnTo>
                  <a:lnTo>
                    <a:pt x="455469" y="1106977"/>
                  </a:lnTo>
                  <a:lnTo>
                    <a:pt x="455460" y="1106985"/>
                  </a:lnTo>
                  <a:lnTo>
                    <a:pt x="455454" y="1106989"/>
                  </a:lnTo>
                  <a:lnTo>
                    <a:pt x="455447" y="1106994"/>
                  </a:lnTo>
                  <a:lnTo>
                    <a:pt x="455438" y="1106998"/>
                  </a:lnTo>
                  <a:lnTo>
                    <a:pt x="455429" y="1107002"/>
                  </a:lnTo>
                  <a:lnTo>
                    <a:pt x="455421" y="1107005"/>
                  </a:lnTo>
                  <a:lnTo>
                    <a:pt x="455411" y="1107009"/>
                  </a:lnTo>
                  <a:lnTo>
                    <a:pt x="455402" y="1107012"/>
                  </a:lnTo>
                  <a:lnTo>
                    <a:pt x="455393" y="1107016"/>
                  </a:lnTo>
                  <a:lnTo>
                    <a:pt x="455384" y="1107018"/>
                  </a:lnTo>
                  <a:lnTo>
                    <a:pt x="455377" y="1107019"/>
                  </a:lnTo>
                  <a:lnTo>
                    <a:pt x="455371" y="1107020"/>
                  </a:lnTo>
                  <a:lnTo>
                    <a:pt x="455367" y="1107020"/>
                  </a:lnTo>
                  <a:lnTo>
                    <a:pt x="455362" y="1107019"/>
                  </a:lnTo>
                  <a:lnTo>
                    <a:pt x="455355" y="1107015"/>
                  </a:lnTo>
                  <a:lnTo>
                    <a:pt x="455344" y="1107008"/>
                  </a:lnTo>
                  <a:lnTo>
                    <a:pt x="455337" y="1107006"/>
                  </a:lnTo>
                  <a:lnTo>
                    <a:pt x="455333" y="1107006"/>
                  </a:lnTo>
                  <a:lnTo>
                    <a:pt x="455325" y="1107007"/>
                  </a:lnTo>
                  <a:lnTo>
                    <a:pt x="455316" y="1107007"/>
                  </a:lnTo>
                  <a:lnTo>
                    <a:pt x="455308" y="1107008"/>
                  </a:lnTo>
                  <a:lnTo>
                    <a:pt x="455298" y="1107008"/>
                  </a:lnTo>
                  <a:lnTo>
                    <a:pt x="455287" y="1107008"/>
                  </a:lnTo>
                  <a:lnTo>
                    <a:pt x="455281" y="1107007"/>
                  </a:lnTo>
                  <a:lnTo>
                    <a:pt x="455276" y="1107006"/>
                  </a:lnTo>
                  <a:lnTo>
                    <a:pt x="455267" y="1107004"/>
                  </a:lnTo>
                  <a:lnTo>
                    <a:pt x="455260" y="1107001"/>
                  </a:lnTo>
                  <a:lnTo>
                    <a:pt x="455254" y="1106999"/>
                  </a:lnTo>
                  <a:lnTo>
                    <a:pt x="455248" y="1106995"/>
                  </a:lnTo>
                  <a:lnTo>
                    <a:pt x="455243" y="1106992"/>
                  </a:lnTo>
                  <a:lnTo>
                    <a:pt x="455237" y="1106989"/>
                  </a:lnTo>
                  <a:lnTo>
                    <a:pt x="455230" y="1106987"/>
                  </a:lnTo>
                  <a:lnTo>
                    <a:pt x="455226" y="1106986"/>
                  </a:lnTo>
                  <a:lnTo>
                    <a:pt x="455221" y="1106984"/>
                  </a:lnTo>
                  <a:lnTo>
                    <a:pt x="455208" y="1106978"/>
                  </a:lnTo>
                  <a:lnTo>
                    <a:pt x="455200" y="1106973"/>
                  </a:lnTo>
                  <a:lnTo>
                    <a:pt x="455195" y="1106973"/>
                  </a:lnTo>
                  <a:lnTo>
                    <a:pt x="455190" y="1106977"/>
                  </a:lnTo>
                  <a:lnTo>
                    <a:pt x="455186" y="1106982"/>
                  </a:lnTo>
                  <a:lnTo>
                    <a:pt x="455183" y="1106985"/>
                  </a:lnTo>
                  <a:lnTo>
                    <a:pt x="455180" y="1106989"/>
                  </a:lnTo>
                  <a:lnTo>
                    <a:pt x="455178" y="1106993"/>
                  </a:lnTo>
                  <a:lnTo>
                    <a:pt x="455174" y="1107000"/>
                  </a:lnTo>
                  <a:lnTo>
                    <a:pt x="455171" y="1107006"/>
                  </a:lnTo>
                  <a:lnTo>
                    <a:pt x="455167" y="1107010"/>
                  </a:lnTo>
                  <a:lnTo>
                    <a:pt x="455159" y="1107014"/>
                  </a:lnTo>
                  <a:lnTo>
                    <a:pt x="455151" y="1107018"/>
                  </a:lnTo>
                  <a:lnTo>
                    <a:pt x="455144" y="1107020"/>
                  </a:lnTo>
                  <a:lnTo>
                    <a:pt x="455139" y="1107023"/>
                  </a:lnTo>
                  <a:lnTo>
                    <a:pt x="455132" y="1107024"/>
                  </a:lnTo>
                  <a:lnTo>
                    <a:pt x="455128" y="1107025"/>
                  </a:lnTo>
                  <a:lnTo>
                    <a:pt x="455122" y="1107027"/>
                  </a:lnTo>
                  <a:lnTo>
                    <a:pt x="455115" y="1107030"/>
                  </a:lnTo>
                  <a:lnTo>
                    <a:pt x="455111" y="1107031"/>
                  </a:lnTo>
                  <a:lnTo>
                    <a:pt x="455104" y="1107031"/>
                  </a:lnTo>
                  <a:lnTo>
                    <a:pt x="455100" y="1107030"/>
                  </a:lnTo>
                  <a:lnTo>
                    <a:pt x="455095" y="1107029"/>
                  </a:lnTo>
                  <a:lnTo>
                    <a:pt x="455090" y="1107029"/>
                  </a:lnTo>
                  <a:lnTo>
                    <a:pt x="455080" y="1107032"/>
                  </a:lnTo>
                  <a:lnTo>
                    <a:pt x="455074" y="1107035"/>
                  </a:lnTo>
                  <a:lnTo>
                    <a:pt x="455070" y="1107038"/>
                  </a:lnTo>
                  <a:lnTo>
                    <a:pt x="455066" y="1107041"/>
                  </a:lnTo>
                  <a:lnTo>
                    <a:pt x="455062" y="1107047"/>
                  </a:lnTo>
                  <a:lnTo>
                    <a:pt x="455057" y="1107057"/>
                  </a:lnTo>
                  <a:lnTo>
                    <a:pt x="455054" y="1107065"/>
                  </a:lnTo>
                  <a:lnTo>
                    <a:pt x="455049" y="1107072"/>
                  </a:lnTo>
                  <a:lnTo>
                    <a:pt x="455046" y="1107076"/>
                  </a:lnTo>
                  <a:lnTo>
                    <a:pt x="455043" y="1107082"/>
                  </a:lnTo>
                  <a:lnTo>
                    <a:pt x="455040" y="1107086"/>
                  </a:lnTo>
                  <a:lnTo>
                    <a:pt x="455036" y="1107094"/>
                  </a:lnTo>
                  <a:lnTo>
                    <a:pt x="455032" y="1107100"/>
                  </a:lnTo>
                  <a:lnTo>
                    <a:pt x="455028" y="1107105"/>
                  </a:lnTo>
                  <a:lnTo>
                    <a:pt x="455024" y="1107109"/>
                  </a:lnTo>
                  <a:lnTo>
                    <a:pt x="455019" y="1107113"/>
                  </a:lnTo>
                  <a:lnTo>
                    <a:pt x="455013" y="1107118"/>
                  </a:lnTo>
                  <a:lnTo>
                    <a:pt x="455002" y="1107126"/>
                  </a:lnTo>
                  <a:lnTo>
                    <a:pt x="454997" y="1107125"/>
                  </a:lnTo>
                  <a:lnTo>
                    <a:pt x="454993" y="1107121"/>
                  </a:lnTo>
                  <a:lnTo>
                    <a:pt x="454988" y="1107117"/>
                  </a:lnTo>
                  <a:lnTo>
                    <a:pt x="454976" y="1107115"/>
                  </a:lnTo>
                  <a:lnTo>
                    <a:pt x="454962" y="1107115"/>
                  </a:lnTo>
                  <a:lnTo>
                    <a:pt x="454952" y="1107116"/>
                  </a:lnTo>
                  <a:lnTo>
                    <a:pt x="454945" y="1107116"/>
                  </a:lnTo>
                  <a:lnTo>
                    <a:pt x="454935" y="1107118"/>
                  </a:lnTo>
                  <a:lnTo>
                    <a:pt x="454928" y="1107118"/>
                  </a:lnTo>
                  <a:lnTo>
                    <a:pt x="454923" y="1107118"/>
                  </a:lnTo>
                  <a:lnTo>
                    <a:pt x="454916" y="1107118"/>
                  </a:lnTo>
                  <a:lnTo>
                    <a:pt x="454910" y="1107117"/>
                  </a:lnTo>
                  <a:lnTo>
                    <a:pt x="454905" y="1107116"/>
                  </a:lnTo>
                  <a:lnTo>
                    <a:pt x="454898" y="1107113"/>
                  </a:lnTo>
                  <a:lnTo>
                    <a:pt x="454891" y="1107112"/>
                  </a:lnTo>
                  <a:lnTo>
                    <a:pt x="454867" y="1107112"/>
                  </a:lnTo>
                  <a:lnTo>
                    <a:pt x="454623" y="1107116"/>
                  </a:lnTo>
                  <a:lnTo>
                    <a:pt x="454575" y="1107116"/>
                  </a:lnTo>
                  <a:lnTo>
                    <a:pt x="454504" y="1107117"/>
                  </a:lnTo>
                  <a:lnTo>
                    <a:pt x="454450" y="1107118"/>
                  </a:lnTo>
                  <a:lnTo>
                    <a:pt x="454435" y="1107119"/>
                  </a:lnTo>
                  <a:lnTo>
                    <a:pt x="454278" y="1107121"/>
                  </a:lnTo>
                  <a:lnTo>
                    <a:pt x="454258" y="1107121"/>
                  </a:lnTo>
                  <a:lnTo>
                    <a:pt x="454254" y="1107118"/>
                  </a:lnTo>
                  <a:lnTo>
                    <a:pt x="454242" y="1107097"/>
                  </a:lnTo>
                  <a:lnTo>
                    <a:pt x="454239" y="1107091"/>
                  </a:lnTo>
                  <a:lnTo>
                    <a:pt x="454236" y="1107085"/>
                  </a:lnTo>
                  <a:lnTo>
                    <a:pt x="454234" y="1107072"/>
                  </a:lnTo>
                  <a:lnTo>
                    <a:pt x="454232" y="1107062"/>
                  </a:lnTo>
                  <a:lnTo>
                    <a:pt x="454229" y="1107054"/>
                  </a:lnTo>
                  <a:lnTo>
                    <a:pt x="454228" y="1107047"/>
                  </a:lnTo>
                  <a:lnTo>
                    <a:pt x="454224" y="1107033"/>
                  </a:lnTo>
                  <a:lnTo>
                    <a:pt x="454224" y="1107028"/>
                  </a:lnTo>
                  <a:lnTo>
                    <a:pt x="454223" y="1107023"/>
                  </a:lnTo>
                  <a:lnTo>
                    <a:pt x="454229" y="1107017"/>
                  </a:lnTo>
                  <a:lnTo>
                    <a:pt x="454235" y="1107013"/>
                  </a:lnTo>
                  <a:lnTo>
                    <a:pt x="454242" y="1107008"/>
                  </a:lnTo>
                  <a:lnTo>
                    <a:pt x="454247" y="1107004"/>
                  </a:lnTo>
                  <a:lnTo>
                    <a:pt x="454258" y="1106996"/>
                  </a:lnTo>
                  <a:lnTo>
                    <a:pt x="454262" y="1106989"/>
                  </a:lnTo>
                  <a:lnTo>
                    <a:pt x="454265" y="1106983"/>
                  </a:lnTo>
                  <a:lnTo>
                    <a:pt x="454267" y="1106977"/>
                  </a:lnTo>
                  <a:lnTo>
                    <a:pt x="454268" y="1106971"/>
                  </a:lnTo>
                  <a:lnTo>
                    <a:pt x="454270" y="1106965"/>
                  </a:lnTo>
                  <a:lnTo>
                    <a:pt x="454274" y="1106955"/>
                  </a:lnTo>
                  <a:lnTo>
                    <a:pt x="454276" y="1106946"/>
                  </a:lnTo>
                  <a:lnTo>
                    <a:pt x="454278" y="1106938"/>
                  </a:lnTo>
                  <a:lnTo>
                    <a:pt x="454279" y="1106931"/>
                  </a:lnTo>
                  <a:lnTo>
                    <a:pt x="454276" y="1106925"/>
                  </a:lnTo>
                  <a:lnTo>
                    <a:pt x="454269" y="1106917"/>
                  </a:lnTo>
                  <a:lnTo>
                    <a:pt x="454263" y="1106910"/>
                  </a:lnTo>
                  <a:lnTo>
                    <a:pt x="454260" y="1106906"/>
                  </a:lnTo>
                  <a:lnTo>
                    <a:pt x="454258" y="1106898"/>
                  </a:lnTo>
                  <a:lnTo>
                    <a:pt x="454258" y="1106889"/>
                  </a:lnTo>
                  <a:lnTo>
                    <a:pt x="454258" y="1106881"/>
                  </a:lnTo>
                  <a:lnTo>
                    <a:pt x="454259" y="1106868"/>
                  </a:lnTo>
                  <a:lnTo>
                    <a:pt x="454260" y="1106858"/>
                  </a:lnTo>
                  <a:lnTo>
                    <a:pt x="454259" y="1106847"/>
                  </a:lnTo>
                  <a:lnTo>
                    <a:pt x="454258" y="1106842"/>
                  </a:lnTo>
                  <a:lnTo>
                    <a:pt x="454259" y="1106831"/>
                  </a:lnTo>
                  <a:lnTo>
                    <a:pt x="454257" y="1106821"/>
                  </a:lnTo>
                  <a:lnTo>
                    <a:pt x="454257" y="1106816"/>
                  </a:lnTo>
                  <a:lnTo>
                    <a:pt x="454256" y="1106812"/>
                  </a:lnTo>
                  <a:lnTo>
                    <a:pt x="454253" y="1106808"/>
                  </a:lnTo>
                  <a:lnTo>
                    <a:pt x="454250" y="1106805"/>
                  </a:lnTo>
                  <a:lnTo>
                    <a:pt x="454242" y="1106799"/>
                  </a:lnTo>
                  <a:lnTo>
                    <a:pt x="454236" y="1106793"/>
                  </a:lnTo>
                  <a:lnTo>
                    <a:pt x="454227" y="1106786"/>
                  </a:lnTo>
                  <a:lnTo>
                    <a:pt x="454222" y="1106782"/>
                  </a:lnTo>
                  <a:lnTo>
                    <a:pt x="454213" y="1106775"/>
                  </a:lnTo>
                  <a:lnTo>
                    <a:pt x="454207" y="1106768"/>
                  </a:lnTo>
                  <a:lnTo>
                    <a:pt x="454202" y="1106760"/>
                  </a:lnTo>
                  <a:lnTo>
                    <a:pt x="454190" y="1106747"/>
                  </a:lnTo>
                  <a:lnTo>
                    <a:pt x="454175" y="1106732"/>
                  </a:lnTo>
                  <a:lnTo>
                    <a:pt x="454172" y="1106729"/>
                  </a:lnTo>
                  <a:lnTo>
                    <a:pt x="454167" y="1106722"/>
                  </a:lnTo>
                  <a:lnTo>
                    <a:pt x="454161" y="1106715"/>
                  </a:lnTo>
                  <a:lnTo>
                    <a:pt x="454156" y="1106707"/>
                  </a:lnTo>
                  <a:lnTo>
                    <a:pt x="454148" y="1106696"/>
                  </a:lnTo>
                  <a:lnTo>
                    <a:pt x="454143" y="1106692"/>
                  </a:lnTo>
                  <a:lnTo>
                    <a:pt x="454132" y="1106683"/>
                  </a:lnTo>
                  <a:lnTo>
                    <a:pt x="454127" y="1106679"/>
                  </a:lnTo>
                  <a:lnTo>
                    <a:pt x="454108" y="1106668"/>
                  </a:lnTo>
                  <a:lnTo>
                    <a:pt x="454099" y="1106662"/>
                  </a:lnTo>
                  <a:lnTo>
                    <a:pt x="454093" y="1106660"/>
                  </a:lnTo>
                  <a:lnTo>
                    <a:pt x="454084" y="1106659"/>
                  </a:lnTo>
                  <a:lnTo>
                    <a:pt x="454071" y="1106659"/>
                  </a:lnTo>
                  <a:lnTo>
                    <a:pt x="454060" y="1106658"/>
                  </a:lnTo>
                  <a:lnTo>
                    <a:pt x="454045" y="1106659"/>
                  </a:lnTo>
                  <a:lnTo>
                    <a:pt x="454035" y="1106658"/>
                  </a:lnTo>
                  <a:lnTo>
                    <a:pt x="454029" y="1106657"/>
                  </a:lnTo>
                  <a:lnTo>
                    <a:pt x="454020" y="1106660"/>
                  </a:lnTo>
                  <a:lnTo>
                    <a:pt x="454016" y="1106662"/>
                  </a:lnTo>
                  <a:lnTo>
                    <a:pt x="454008" y="1106663"/>
                  </a:lnTo>
                  <a:lnTo>
                    <a:pt x="454003" y="1106662"/>
                  </a:lnTo>
                  <a:lnTo>
                    <a:pt x="453995" y="1106662"/>
                  </a:lnTo>
                  <a:lnTo>
                    <a:pt x="453987" y="1106661"/>
                  </a:lnTo>
                  <a:lnTo>
                    <a:pt x="453971" y="1106664"/>
                  </a:lnTo>
                  <a:lnTo>
                    <a:pt x="453964" y="1106666"/>
                  </a:lnTo>
                  <a:lnTo>
                    <a:pt x="453960" y="1106667"/>
                  </a:lnTo>
                  <a:lnTo>
                    <a:pt x="453955" y="1106671"/>
                  </a:lnTo>
                  <a:lnTo>
                    <a:pt x="453951" y="1106676"/>
                  </a:lnTo>
                  <a:lnTo>
                    <a:pt x="453948" y="1106682"/>
                  </a:lnTo>
                  <a:lnTo>
                    <a:pt x="453945" y="1106688"/>
                  </a:lnTo>
                  <a:lnTo>
                    <a:pt x="453941" y="1106692"/>
                  </a:lnTo>
                  <a:lnTo>
                    <a:pt x="453934" y="1106701"/>
                  </a:lnTo>
                  <a:lnTo>
                    <a:pt x="453923" y="1106711"/>
                  </a:lnTo>
                  <a:lnTo>
                    <a:pt x="453919" y="1106716"/>
                  </a:lnTo>
                  <a:lnTo>
                    <a:pt x="453914" y="1106722"/>
                  </a:lnTo>
                  <a:lnTo>
                    <a:pt x="453911" y="1106725"/>
                  </a:lnTo>
                  <a:lnTo>
                    <a:pt x="453899" y="1106729"/>
                  </a:lnTo>
                  <a:lnTo>
                    <a:pt x="453885" y="1106732"/>
                  </a:lnTo>
                  <a:lnTo>
                    <a:pt x="453877" y="1106734"/>
                  </a:lnTo>
                  <a:lnTo>
                    <a:pt x="453862" y="1106737"/>
                  </a:lnTo>
                  <a:lnTo>
                    <a:pt x="453847" y="1106739"/>
                  </a:lnTo>
                  <a:lnTo>
                    <a:pt x="453836" y="1106740"/>
                  </a:lnTo>
                  <a:lnTo>
                    <a:pt x="453827" y="1106741"/>
                  </a:lnTo>
                  <a:lnTo>
                    <a:pt x="453815" y="1106743"/>
                  </a:lnTo>
                  <a:lnTo>
                    <a:pt x="453811" y="1106745"/>
                  </a:lnTo>
                  <a:lnTo>
                    <a:pt x="453806" y="1106748"/>
                  </a:lnTo>
                  <a:lnTo>
                    <a:pt x="453800" y="1106754"/>
                  </a:lnTo>
                  <a:lnTo>
                    <a:pt x="453794" y="1106760"/>
                  </a:lnTo>
                  <a:lnTo>
                    <a:pt x="453788" y="1106768"/>
                  </a:lnTo>
                  <a:lnTo>
                    <a:pt x="453783" y="1106772"/>
                  </a:lnTo>
                  <a:lnTo>
                    <a:pt x="453772" y="1106775"/>
                  </a:lnTo>
                  <a:lnTo>
                    <a:pt x="453763" y="1106780"/>
                  </a:lnTo>
                  <a:lnTo>
                    <a:pt x="453740" y="1106807"/>
                  </a:lnTo>
                  <a:lnTo>
                    <a:pt x="453734" y="1106816"/>
                  </a:lnTo>
                  <a:lnTo>
                    <a:pt x="453728" y="1106824"/>
                  </a:lnTo>
                  <a:lnTo>
                    <a:pt x="453716" y="1106844"/>
                  </a:lnTo>
                  <a:lnTo>
                    <a:pt x="453707" y="1106852"/>
                  </a:lnTo>
                  <a:lnTo>
                    <a:pt x="453701" y="1106853"/>
                  </a:lnTo>
                  <a:lnTo>
                    <a:pt x="453689" y="1106856"/>
                  </a:lnTo>
                  <a:lnTo>
                    <a:pt x="453683" y="1106857"/>
                  </a:lnTo>
                  <a:lnTo>
                    <a:pt x="453671" y="1106860"/>
                  </a:lnTo>
                  <a:lnTo>
                    <a:pt x="453557" y="1106897"/>
                  </a:lnTo>
                  <a:lnTo>
                    <a:pt x="453552" y="1106887"/>
                  </a:lnTo>
                  <a:lnTo>
                    <a:pt x="453549" y="1106881"/>
                  </a:lnTo>
                  <a:lnTo>
                    <a:pt x="453546" y="1106875"/>
                  </a:lnTo>
                  <a:lnTo>
                    <a:pt x="453544" y="1106869"/>
                  </a:lnTo>
                  <a:lnTo>
                    <a:pt x="453543" y="1106858"/>
                  </a:lnTo>
                  <a:lnTo>
                    <a:pt x="453543" y="1106853"/>
                  </a:lnTo>
                  <a:lnTo>
                    <a:pt x="453544" y="1106845"/>
                  </a:lnTo>
                  <a:lnTo>
                    <a:pt x="453544" y="1106838"/>
                  </a:lnTo>
                  <a:lnTo>
                    <a:pt x="453544" y="1106831"/>
                  </a:lnTo>
                  <a:lnTo>
                    <a:pt x="453543" y="1106824"/>
                  </a:lnTo>
                  <a:lnTo>
                    <a:pt x="453536" y="1106807"/>
                  </a:lnTo>
                  <a:lnTo>
                    <a:pt x="453534" y="1106800"/>
                  </a:lnTo>
                  <a:lnTo>
                    <a:pt x="453533" y="1106795"/>
                  </a:lnTo>
                  <a:lnTo>
                    <a:pt x="453532" y="1106790"/>
                  </a:lnTo>
                  <a:lnTo>
                    <a:pt x="453532" y="1106778"/>
                  </a:lnTo>
                  <a:lnTo>
                    <a:pt x="453532" y="1106763"/>
                  </a:lnTo>
                  <a:lnTo>
                    <a:pt x="453531" y="1106757"/>
                  </a:lnTo>
                  <a:lnTo>
                    <a:pt x="453522" y="1106734"/>
                  </a:lnTo>
                  <a:lnTo>
                    <a:pt x="453520" y="1106730"/>
                  </a:lnTo>
                  <a:lnTo>
                    <a:pt x="453515" y="1106719"/>
                  </a:lnTo>
                  <a:lnTo>
                    <a:pt x="453512" y="1106709"/>
                  </a:lnTo>
                  <a:lnTo>
                    <a:pt x="453511" y="1106704"/>
                  </a:lnTo>
                  <a:lnTo>
                    <a:pt x="453510" y="1106699"/>
                  </a:lnTo>
                  <a:lnTo>
                    <a:pt x="453508" y="1106692"/>
                  </a:lnTo>
                  <a:lnTo>
                    <a:pt x="453505" y="1106688"/>
                  </a:lnTo>
                  <a:lnTo>
                    <a:pt x="453503" y="1106683"/>
                  </a:lnTo>
                  <a:lnTo>
                    <a:pt x="453499" y="1106679"/>
                  </a:lnTo>
                  <a:lnTo>
                    <a:pt x="453495" y="1106674"/>
                  </a:lnTo>
                  <a:lnTo>
                    <a:pt x="453492" y="1106670"/>
                  </a:lnTo>
                  <a:lnTo>
                    <a:pt x="453489" y="1106666"/>
                  </a:lnTo>
                  <a:lnTo>
                    <a:pt x="453486" y="1106660"/>
                  </a:lnTo>
                  <a:lnTo>
                    <a:pt x="453483" y="1106655"/>
                  </a:lnTo>
                  <a:lnTo>
                    <a:pt x="453479" y="1106648"/>
                  </a:lnTo>
                  <a:lnTo>
                    <a:pt x="453475" y="1106640"/>
                  </a:lnTo>
                  <a:lnTo>
                    <a:pt x="453471" y="1106635"/>
                  </a:lnTo>
                  <a:lnTo>
                    <a:pt x="453467" y="1106628"/>
                  </a:lnTo>
                  <a:lnTo>
                    <a:pt x="453462" y="1106622"/>
                  </a:lnTo>
                  <a:lnTo>
                    <a:pt x="453457" y="1106618"/>
                  </a:lnTo>
                  <a:lnTo>
                    <a:pt x="453453" y="1106615"/>
                  </a:lnTo>
                  <a:lnTo>
                    <a:pt x="453448" y="1106612"/>
                  </a:lnTo>
                  <a:lnTo>
                    <a:pt x="453442" y="1106607"/>
                  </a:lnTo>
                  <a:lnTo>
                    <a:pt x="453437" y="1106603"/>
                  </a:lnTo>
                  <a:lnTo>
                    <a:pt x="453433" y="1106599"/>
                  </a:lnTo>
                  <a:lnTo>
                    <a:pt x="453429" y="1106595"/>
                  </a:lnTo>
                  <a:lnTo>
                    <a:pt x="453425" y="1106589"/>
                  </a:lnTo>
                  <a:lnTo>
                    <a:pt x="453422" y="1106585"/>
                  </a:lnTo>
                  <a:lnTo>
                    <a:pt x="453417" y="1106579"/>
                  </a:lnTo>
                  <a:lnTo>
                    <a:pt x="453414" y="1106575"/>
                  </a:lnTo>
                  <a:lnTo>
                    <a:pt x="453410" y="1106571"/>
                  </a:lnTo>
                  <a:lnTo>
                    <a:pt x="453404" y="1106566"/>
                  </a:lnTo>
                  <a:lnTo>
                    <a:pt x="453398" y="1106562"/>
                  </a:lnTo>
                  <a:lnTo>
                    <a:pt x="453392" y="1106557"/>
                  </a:lnTo>
                  <a:lnTo>
                    <a:pt x="453387" y="1106555"/>
                  </a:lnTo>
                  <a:lnTo>
                    <a:pt x="453380" y="1106553"/>
                  </a:lnTo>
                  <a:lnTo>
                    <a:pt x="453373" y="1106549"/>
                  </a:lnTo>
                  <a:lnTo>
                    <a:pt x="453365" y="1106541"/>
                  </a:lnTo>
                  <a:lnTo>
                    <a:pt x="453358" y="1106537"/>
                  </a:lnTo>
                  <a:lnTo>
                    <a:pt x="453353" y="1106534"/>
                  </a:lnTo>
                  <a:lnTo>
                    <a:pt x="453349" y="1106531"/>
                  </a:lnTo>
                  <a:lnTo>
                    <a:pt x="453345" y="1106527"/>
                  </a:lnTo>
                  <a:lnTo>
                    <a:pt x="453339" y="1106523"/>
                  </a:lnTo>
                  <a:lnTo>
                    <a:pt x="453335" y="1106520"/>
                  </a:lnTo>
                  <a:lnTo>
                    <a:pt x="453326" y="1106514"/>
                  </a:lnTo>
                  <a:lnTo>
                    <a:pt x="453322" y="1106512"/>
                  </a:lnTo>
                  <a:lnTo>
                    <a:pt x="453318" y="1106509"/>
                  </a:lnTo>
                  <a:lnTo>
                    <a:pt x="453314" y="1106505"/>
                  </a:lnTo>
                  <a:lnTo>
                    <a:pt x="453311" y="1106501"/>
                  </a:lnTo>
                  <a:lnTo>
                    <a:pt x="453306" y="1106495"/>
                  </a:lnTo>
                  <a:lnTo>
                    <a:pt x="453303" y="1106492"/>
                  </a:lnTo>
                  <a:lnTo>
                    <a:pt x="453299" y="1106488"/>
                  </a:lnTo>
                  <a:lnTo>
                    <a:pt x="453294" y="1106479"/>
                  </a:lnTo>
                  <a:lnTo>
                    <a:pt x="453291" y="1106474"/>
                  </a:lnTo>
                  <a:lnTo>
                    <a:pt x="453287" y="1106470"/>
                  </a:lnTo>
                  <a:lnTo>
                    <a:pt x="453280" y="1106465"/>
                  </a:lnTo>
                  <a:lnTo>
                    <a:pt x="453272" y="1106457"/>
                  </a:lnTo>
                  <a:lnTo>
                    <a:pt x="453264" y="1106450"/>
                  </a:lnTo>
                  <a:lnTo>
                    <a:pt x="453253" y="1106443"/>
                  </a:lnTo>
                  <a:lnTo>
                    <a:pt x="453244" y="1106436"/>
                  </a:lnTo>
                  <a:lnTo>
                    <a:pt x="453241" y="1106430"/>
                  </a:lnTo>
                  <a:lnTo>
                    <a:pt x="453239" y="1106425"/>
                  </a:lnTo>
                  <a:lnTo>
                    <a:pt x="453240" y="1106420"/>
                  </a:lnTo>
                  <a:lnTo>
                    <a:pt x="453240" y="1106413"/>
                  </a:lnTo>
                  <a:lnTo>
                    <a:pt x="453240" y="1106406"/>
                  </a:lnTo>
                  <a:lnTo>
                    <a:pt x="453240" y="1106402"/>
                  </a:lnTo>
                  <a:lnTo>
                    <a:pt x="453239" y="1106392"/>
                  </a:lnTo>
                  <a:lnTo>
                    <a:pt x="453237" y="1106381"/>
                  </a:lnTo>
                  <a:lnTo>
                    <a:pt x="453235" y="1106365"/>
                  </a:lnTo>
                  <a:lnTo>
                    <a:pt x="453233" y="1106345"/>
                  </a:lnTo>
                  <a:lnTo>
                    <a:pt x="453233" y="1106328"/>
                  </a:lnTo>
                  <a:lnTo>
                    <a:pt x="453233" y="1106319"/>
                  </a:lnTo>
                  <a:lnTo>
                    <a:pt x="453233" y="1106305"/>
                  </a:lnTo>
                  <a:lnTo>
                    <a:pt x="453232" y="1106290"/>
                  </a:lnTo>
                  <a:lnTo>
                    <a:pt x="453231" y="1106281"/>
                  </a:lnTo>
                  <a:lnTo>
                    <a:pt x="453227" y="1106268"/>
                  </a:lnTo>
                  <a:lnTo>
                    <a:pt x="453222" y="1106261"/>
                  </a:lnTo>
                  <a:lnTo>
                    <a:pt x="453218" y="1106255"/>
                  </a:lnTo>
                  <a:lnTo>
                    <a:pt x="453215" y="1106250"/>
                  </a:lnTo>
                  <a:lnTo>
                    <a:pt x="453213" y="1106244"/>
                  </a:lnTo>
                  <a:lnTo>
                    <a:pt x="453212" y="1106239"/>
                  </a:lnTo>
                  <a:lnTo>
                    <a:pt x="453211" y="1106232"/>
                  </a:lnTo>
                  <a:lnTo>
                    <a:pt x="453209" y="1106225"/>
                  </a:lnTo>
                  <a:lnTo>
                    <a:pt x="453208" y="1106217"/>
                  </a:lnTo>
                  <a:lnTo>
                    <a:pt x="453206" y="1106211"/>
                  </a:lnTo>
                  <a:lnTo>
                    <a:pt x="453205" y="1106206"/>
                  </a:lnTo>
                  <a:lnTo>
                    <a:pt x="453200" y="1106199"/>
                  </a:lnTo>
                  <a:lnTo>
                    <a:pt x="453194" y="1106192"/>
                  </a:lnTo>
                  <a:lnTo>
                    <a:pt x="453191" y="1106187"/>
                  </a:lnTo>
                  <a:lnTo>
                    <a:pt x="453189" y="1106181"/>
                  </a:lnTo>
                  <a:lnTo>
                    <a:pt x="453187" y="1106172"/>
                  </a:lnTo>
                  <a:lnTo>
                    <a:pt x="453185" y="1106160"/>
                  </a:lnTo>
                  <a:lnTo>
                    <a:pt x="453180" y="1106149"/>
                  </a:lnTo>
                  <a:lnTo>
                    <a:pt x="453176" y="1106135"/>
                  </a:lnTo>
                  <a:lnTo>
                    <a:pt x="453173" y="1106118"/>
                  </a:lnTo>
                  <a:lnTo>
                    <a:pt x="453169" y="1106102"/>
                  </a:lnTo>
                  <a:lnTo>
                    <a:pt x="453166" y="1106089"/>
                  </a:lnTo>
                  <a:lnTo>
                    <a:pt x="453163" y="1106080"/>
                  </a:lnTo>
                  <a:lnTo>
                    <a:pt x="453160" y="1106067"/>
                  </a:lnTo>
                  <a:lnTo>
                    <a:pt x="453158" y="1106055"/>
                  </a:lnTo>
                  <a:lnTo>
                    <a:pt x="453156" y="1106040"/>
                  </a:lnTo>
                  <a:lnTo>
                    <a:pt x="453154" y="1106025"/>
                  </a:lnTo>
                  <a:lnTo>
                    <a:pt x="453153" y="1106017"/>
                  </a:lnTo>
                  <a:lnTo>
                    <a:pt x="453151" y="1106007"/>
                  </a:lnTo>
                  <a:lnTo>
                    <a:pt x="453149" y="1106000"/>
                  </a:lnTo>
                  <a:lnTo>
                    <a:pt x="453148" y="1105990"/>
                  </a:lnTo>
                  <a:lnTo>
                    <a:pt x="453147" y="1105985"/>
                  </a:lnTo>
                  <a:lnTo>
                    <a:pt x="453144" y="1105977"/>
                  </a:lnTo>
                  <a:lnTo>
                    <a:pt x="453138" y="1105967"/>
                  </a:lnTo>
                  <a:lnTo>
                    <a:pt x="453136" y="1105963"/>
                  </a:lnTo>
                  <a:lnTo>
                    <a:pt x="453133" y="1105958"/>
                  </a:lnTo>
                  <a:lnTo>
                    <a:pt x="453128" y="1105950"/>
                  </a:lnTo>
                  <a:lnTo>
                    <a:pt x="453124" y="1105944"/>
                  </a:lnTo>
                  <a:lnTo>
                    <a:pt x="453117" y="1105936"/>
                  </a:lnTo>
                  <a:lnTo>
                    <a:pt x="453113" y="1105932"/>
                  </a:lnTo>
                  <a:lnTo>
                    <a:pt x="453111" y="1105928"/>
                  </a:lnTo>
                  <a:lnTo>
                    <a:pt x="453106" y="1105923"/>
                  </a:lnTo>
                  <a:lnTo>
                    <a:pt x="453101" y="1105914"/>
                  </a:lnTo>
                  <a:lnTo>
                    <a:pt x="453094" y="1105904"/>
                  </a:lnTo>
                  <a:lnTo>
                    <a:pt x="453089" y="1105898"/>
                  </a:lnTo>
                  <a:lnTo>
                    <a:pt x="453085" y="1105892"/>
                  </a:lnTo>
                  <a:lnTo>
                    <a:pt x="453080" y="1105884"/>
                  </a:lnTo>
                  <a:lnTo>
                    <a:pt x="453075" y="1105874"/>
                  </a:lnTo>
                  <a:lnTo>
                    <a:pt x="453071" y="1105868"/>
                  </a:lnTo>
                  <a:lnTo>
                    <a:pt x="453068" y="1105862"/>
                  </a:lnTo>
                  <a:lnTo>
                    <a:pt x="453065" y="1105857"/>
                  </a:lnTo>
                  <a:lnTo>
                    <a:pt x="453064" y="1105851"/>
                  </a:lnTo>
                  <a:lnTo>
                    <a:pt x="453063" y="1105842"/>
                  </a:lnTo>
                  <a:lnTo>
                    <a:pt x="453061" y="1105831"/>
                  </a:lnTo>
                  <a:lnTo>
                    <a:pt x="453059" y="1105823"/>
                  </a:lnTo>
                  <a:lnTo>
                    <a:pt x="453055" y="1105817"/>
                  </a:lnTo>
                  <a:lnTo>
                    <a:pt x="453051" y="1105812"/>
                  </a:lnTo>
                  <a:lnTo>
                    <a:pt x="453044" y="1105806"/>
                  </a:lnTo>
                  <a:lnTo>
                    <a:pt x="453036" y="1105800"/>
                  </a:lnTo>
                  <a:lnTo>
                    <a:pt x="453027" y="1105795"/>
                  </a:lnTo>
                  <a:lnTo>
                    <a:pt x="453021" y="1105790"/>
                  </a:lnTo>
                  <a:lnTo>
                    <a:pt x="453016" y="1105786"/>
                  </a:lnTo>
                  <a:lnTo>
                    <a:pt x="453005" y="1105777"/>
                  </a:lnTo>
                  <a:lnTo>
                    <a:pt x="452997" y="1105770"/>
                  </a:lnTo>
                  <a:lnTo>
                    <a:pt x="452987" y="1105762"/>
                  </a:lnTo>
                  <a:lnTo>
                    <a:pt x="452978" y="1105755"/>
                  </a:lnTo>
                  <a:lnTo>
                    <a:pt x="452964" y="1105745"/>
                  </a:lnTo>
                  <a:lnTo>
                    <a:pt x="452952" y="1105737"/>
                  </a:lnTo>
                  <a:lnTo>
                    <a:pt x="452942" y="1105730"/>
                  </a:lnTo>
                  <a:lnTo>
                    <a:pt x="452928" y="1105720"/>
                  </a:lnTo>
                  <a:lnTo>
                    <a:pt x="452916" y="1105711"/>
                  </a:lnTo>
                  <a:lnTo>
                    <a:pt x="452906" y="1105705"/>
                  </a:lnTo>
                  <a:lnTo>
                    <a:pt x="452896" y="1105699"/>
                  </a:lnTo>
                  <a:lnTo>
                    <a:pt x="452883" y="1105687"/>
                  </a:lnTo>
                  <a:lnTo>
                    <a:pt x="452872" y="1105680"/>
                  </a:lnTo>
                  <a:lnTo>
                    <a:pt x="452856" y="1105670"/>
                  </a:lnTo>
                  <a:lnTo>
                    <a:pt x="452846" y="1105663"/>
                  </a:lnTo>
                  <a:lnTo>
                    <a:pt x="452838" y="1105656"/>
                  </a:lnTo>
                  <a:lnTo>
                    <a:pt x="452827" y="1105650"/>
                  </a:lnTo>
                  <a:lnTo>
                    <a:pt x="452815" y="1105644"/>
                  </a:lnTo>
                  <a:lnTo>
                    <a:pt x="452796" y="1105634"/>
                  </a:lnTo>
                  <a:lnTo>
                    <a:pt x="452781" y="1105627"/>
                  </a:lnTo>
                  <a:lnTo>
                    <a:pt x="452775" y="1105622"/>
                  </a:lnTo>
                  <a:lnTo>
                    <a:pt x="452768" y="1105619"/>
                  </a:lnTo>
                  <a:lnTo>
                    <a:pt x="452762" y="1105617"/>
                  </a:lnTo>
                  <a:lnTo>
                    <a:pt x="452750" y="1105614"/>
                  </a:lnTo>
                  <a:lnTo>
                    <a:pt x="452745" y="1105614"/>
                  </a:lnTo>
                  <a:lnTo>
                    <a:pt x="452732" y="1105614"/>
                  </a:lnTo>
                  <a:lnTo>
                    <a:pt x="452723" y="1105614"/>
                  </a:lnTo>
                  <a:lnTo>
                    <a:pt x="452715" y="1105614"/>
                  </a:lnTo>
                  <a:lnTo>
                    <a:pt x="452710" y="1105614"/>
                  </a:lnTo>
                  <a:lnTo>
                    <a:pt x="452704" y="1105613"/>
                  </a:lnTo>
                  <a:lnTo>
                    <a:pt x="452692" y="1105609"/>
                  </a:lnTo>
                  <a:lnTo>
                    <a:pt x="452685" y="1105606"/>
                  </a:lnTo>
                  <a:lnTo>
                    <a:pt x="452672" y="1105600"/>
                  </a:lnTo>
                  <a:lnTo>
                    <a:pt x="452659" y="1105594"/>
                  </a:lnTo>
                  <a:lnTo>
                    <a:pt x="452650" y="1105590"/>
                  </a:lnTo>
                  <a:lnTo>
                    <a:pt x="452633" y="1105582"/>
                  </a:lnTo>
                  <a:lnTo>
                    <a:pt x="452621" y="1105573"/>
                  </a:lnTo>
                  <a:lnTo>
                    <a:pt x="452609" y="1105565"/>
                  </a:lnTo>
                  <a:lnTo>
                    <a:pt x="452601" y="1105559"/>
                  </a:lnTo>
                  <a:lnTo>
                    <a:pt x="452594" y="1105552"/>
                  </a:lnTo>
                  <a:lnTo>
                    <a:pt x="452585" y="1105546"/>
                  </a:lnTo>
                  <a:lnTo>
                    <a:pt x="452577" y="1105541"/>
                  </a:lnTo>
                  <a:lnTo>
                    <a:pt x="452571" y="1105536"/>
                  </a:lnTo>
                  <a:lnTo>
                    <a:pt x="452568" y="1105530"/>
                  </a:lnTo>
                  <a:lnTo>
                    <a:pt x="452567" y="1105524"/>
                  </a:lnTo>
                  <a:lnTo>
                    <a:pt x="452567" y="1105512"/>
                  </a:lnTo>
                  <a:lnTo>
                    <a:pt x="452565" y="1105504"/>
                  </a:lnTo>
                  <a:lnTo>
                    <a:pt x="452564" y="1105499"/>
                  </a:lnTo>
                  <a:lnTo>
                    <a:pt x="452559" y="1105491"/>
                  </a:lnTo>
                  <a:lnTo>
                    <a:pt x="452556" y="1105486"/>
                  </a:lnTo>
                  <a:lnTo>
                    <a:pt x="452551" y="1105481"/>
                  </a:lnTo>
                  <a:lnTo>
                    <a:pt x="452547" y="1105478"/>
                  </a:lnTo>
                  <a:lnTo>
                    <a:pt x="452543" y="1105475"/>
                  </a:lnTo>
                  <a:lnTo>
                    <a:pt x="452538" y="1105472"/>
                  </a:lnTo>
                  <a:lnTo>
                    <a:pt x="452534" y="1105470"/>
                  </a:lnTo>
                  <a:lnTo>
                    <a:pt x="452528" y="1105468"/>
                  </a:lnTo>
                  <a:lnTo>
                    <a:pt x="452523" y="1105468"/>
                  </a:lnTo>
                  <a:lnTo>
                    <a:pt x="452516" y="1105469"/>
                  </a:lnTo>
                  <a:lnTo>
                    <a:pt x="452510" y="1105469"/>
                  </a:lnTo>
                  <a:lnTo>
                    <a:pt x="452500" y="1105466"/>
                  </a:lnTo>
                  <a:lnTo>
                    <a:pt x="452493" y="1105464"/>
                  </a:lnTo>
                  <a:lnTo>
                    <a:pt x="452487" y="1105463"/>
                  </a:lnTo>
                  <a:lnTo>
                    <a:pt x="452480" y="1105461"/>
                  </a:lnTo>
                  <a:lnTo>
                    <a:pt x="452472" y="1105459"/>
                  </a:lnTo>
                  <a:lnTo>
                    <a:pt x="452467" y="1105457"/>
                  </a:lnTo>
                  <a:lnTo>
                    <a:pt x="452459" y="1105454"/>
                  </a:lnTo>
                  <a:lnTo>
                    <a:pt x="452454" y="1105453"/>
                  </a:lnTo>
                  <a:lnTo>
                    <a:pt x="452444" y="1105450"/>
                  </a:lnTo>
                  <a:lnTo>
                    <a:pt x="452437" y="1105447"/>
                  </a:lnTo>
                  <a:lnTo>
                    <a:pt x="452433" y="1105445"/>
                  </a:lnTo>
                  <a:lnTo>
                    <a:pt x="452423" y="1105436"/>
                  </a:lnTo>
                  <a:lnTo>
                    <a:pt x="452414" y="1105431"/>
                  </a:lnTo>
                  <a:lnTo>
                    <a:pt x="452405" y="1105424"/>
                  </a:lnTo>
                  <a:lnTo>
                    <a:pt x="452395" y="1105415"/>
                  </a:lnTo>
                  <a:lnTo>
                    <a:pt x="452390" y="1105411"/>
                  </a:lnTo>
                  <a:lnTo>
                    <a:pt x="452384" y="1105406"/>
                  </a:lnTo>
                  <a:lnTo>
                    <a:pt x="452368" y="1105398"/>
                  </a:lnTo>
                  <a:lnTo>
                    <a:pt x="452362" y="1105391"/>
                  </a:lnTo>
                  <a:lnTo>
                    <a:pt x="452360" y="1105387"/>
                  </a:lnTo>
                  <a:lnTo>
                    <a:pt x="452358" y="1105381"/>
                  </a:lnTo>
                  <a:lnTo>
                    <a:pt x="452354" y="1105372"/>
                  </a:lnTo>
                  <a:lnTo>
                    <a:pt x="452343" y="1105363"/>
                  </a:lnTo>
                  <a:lnTo>
                    <a:pt x="452338" y="1105360"/>
                  </a:lnTo>
                  <a:lnTo>
                    <a:pt x="452334" y="1105357"/>
                  </a:lnTo>
                  <a:lnTo>
                    <a:pt x="452330" y="1105353"/>
                  </a:lnTo>
                  <a:lnTo>
                    <a:pt x="452326" y="1105348"/>
                  </a:lnTo>
                  <a:lnTo>
                    <a:pt x="452317" y="1105338"/>
                  </a:lnTo>
                  <a:lnTo>
                    <a:pt x="452314" y="1105333"/>
                  </a:lnTo>
                  <a:lnTo>
                    <a:pt x="452307" y="1105325"/>
                  </a:lnTo>
                  <a:lnTo>
                    <a:pt x="452300" y="1105320"/>
                  </a:lnTo>
                  <a:lnTo>
                    <a:pt x="452291" y="1105312"/>
                  </a:lnTo>
                  <a:lnTo>
                    <a:pt x="452282" y="1105304"/>
                  </a:lnTo>
                  <a:lnTo>
                    <a:pt x="452274" y="1105297"/>
                  </a:lnTo>
                  <a:lnTo>
                    <a:pt x="452264" y="1105290"/>
                  </a:lnTo>
                  <a:lnTo>
                    <a:pt x="452259" y="1105287"/>
                  </a:lnTo>
                  <a:lnTo>
                    <a:pt x="452254" y="1105284"/>
                  </a:lnTo>
                  <a:lnTo>
                    <a:pt x="452236" y="1105279"/>
                  </a:lnTo>
                  <a:lnTo>
                    <a:pt x="452229" y="1105276"/>
                  </a:lnTo>
                  <a:lnTo>
                    <a:pt x="452219" y="1105274"/>
                  </a:lnTo>
                  <a:lnTo>
                    <a:pt x="452215" y="1105272"/>
                  </a:lnTo>
                  <a:lnTo>
                    <a:pt x="452210" y="1105269"/>
                  </a:lnTo>
                  <a:lnTo>
                    <a:pt x="452206" y="1105266"/>
                  </a:lnTo>
                  <a:lnTo>
                    <a:pt x="452203" y="1105261"/>
                  </a:lnTo>
                  <a:lnTo>
                    <a:pt x="452199" y="1105258"/>
                  </a:lnTo>
                  <a:lnTo>
                    <a:pt x="452188" y="1105244"/>
                  </a:lnTo>
                  <a:lnTo>
                    <a:pt x="452183" y="1105237"/>
                  </a:lnTo>
                  <a:lnTo>
                    <a:pt x="452176" y="1105227"/>
                  </a:lnTo>
                  <a:lnTo>
                    <a:pt x="452170" y="1105222"/>
                  </a:lnTo>
                  <a:lnTo>
                    <a:pt x="452166" y="1105218"/>
                  </a:lnTo>
                  <a:lnTo>
                    <a:pt x="452161" y="1105215"/>
                  </a:lnTo>
                  <a:lnTo>
                    <a:pt x="452157" y="1105212"/>
                  </a:lnTo>
                  <a:lnTo>
                    <a:pt x="452153" y="1105210"/>
                  </a:lnTo>
                  <a:lnTo>
                    <a:pt x="452149" y="1105209"/>
                  </a:lnTo>
                  <a:lnTo>
                    <a:pt x="452145" y="1105207"/>
                  </a:lnTo>
                  <a:lnTo>
                    <a:pt x="452139" y="1105206"/>
                  </a:lnTo>
                  <a:lnTo>
                    <a:pt x="452129" y="1105204"/>
                  </a:lnTo>
                  <a:lnTo>
                    <a:pt x="452113" y="1105200"/>
                  </a:lnTo>
                  <a:lnTo>
                    <a:pt x="452103" y="1105196"/>
                  </a:lnTo>
                  <a:lnTo>
                    <a:pt x="452094" y="1105193"/>
                  </a:lnTo>
                  <a:lnTo>
                    <a:pt x="452080" y="1105189"/>
                  </a:lnTo>
                  <a:lnTo>
                    <a:pt x="452075" y="1105188"/>
                  </a:lnTo>
                  <a:lnTo>
                    <a:pt x="452068" y="1105186"/>
                  </a:lnTo>
                  <a:lnTo>
                    <a:pt x="452057" y="1105182"/>
                  </a:lnTo>
                  <a:lnTo>
                    <a:pt x="452051" y="1105179"/>
                  </a:lnTo>
                  <a:lnTo>
                    <a:pt x="452047" y="1105176"/>
                  </a:lnTo>
                  <a:lnTo>
                    <a:pt x="452040" y="1105172"/>
                  </a:lnTo>
                  <a:lnTo>
                    <a:pt x="452032" y="1105168"/>
                  </a:lnTo>
                  <a:lnTo>
                    <a:pt x="452026" y="1105165"/>
                  </a:lnTo>
                  <a:lnTo>
                    <a:pt x="452016" y="1105160"/>
                  </a:lnTo>
                  <a:lnTo>
                    <a:pt x="452003" y="1105152"/>
                  </a:lnTo>
                  <a:lnTo>
                    <a:pt x="451998" y="1105148"/>
                  </a:lnTo>
                  <a:lnTo>
                    <a:pt x="451989" y="1105144"/>
                  </a:lnTo>
                  <a:lnTo>
                    <a:pt x="451982" y="1105140"/>
                  </a:lnTo>
                  <a:lnTo>
                    <a:pt x="451977" y="1105136"/>
                  </a:lnTo>
                  <a:lnTo>
                    <a:pt x="451971" y="1105131"/>
                  </a:lnTo>
                  <a:lnTo>
                    <a:pt x="451965" y="1105124"/>
                  </a:lnTo>
                  <a:lnTo>
                    <a:pt x="451962" y="1105120"/>
                  </a:lnTo>
                  <a:lnTo>
                    <a:pt x="451959" y="1105118"/>
                  </a:lnTo>
                  <a:lnTo>
                    <a:pt x="451954" y="1105114"/>
                  </a:lnTo>
                  <a:lnTo>
                    <a:pt x="451945" y="1105108"/>
                  </a:lnTo>
                  <a:lnTo>
                    <a:pt x="451941" y="1105105"/>
                  </a:lnTo>
                  <a:lnTo>
                    <a:pt x="451936" y="1105100"/>
                  </a:lnTo>
                  <a:lnTo>
                    <a:pt x="451931" y="1105094"/>
                  </a:lnTo>
                  <a:lnTo>
                    <a:pt x="451925" y="1105086"/>
                  </a:lnTo>
                  <a:lnTo>
                    <a:pt x="451915" y="1105071"/>
                  </a:lnTo>
                  <a:lnTo>
                    <a:pt x="451910" y="1105065"/>
                  </a:lnTo>
                  <a:lnTo>
                    <a:pt x="451895" y="1105049"/>
                  </a:lnTo>
                  <a:lnTo>
                    <a:pt x="451887" y="1105043"/>
                  </a:lnTo>
                  <a:lnTo>
                    <a:pt x="451878" y="1105036"/>
                  </a:lnTo>
                  <a:lnTo>
                    <a:pt x="451871" y="1105031"/>
                  </a:lnTo>
                  <a:lnTo>
                    <a:pt x="451865" y="1105027"/>
                  </a:lnTo>
                  <a:lnTo>
                    <a:pt x="451854" y="1105021"/>
                  </a:lnTo>
                  <a:lnTo>
                    <a:pt x="451830" y="1105010"/>
                  </a:lnTo>
                  <a:lnTo>
                    <a:pt x="451822" y="1105006"/>
                  </a:lnTo>
                  <a:lnTo>
                    <a:pt x="451799" y="1104990"/>
                  </a:lnTo>
                  <a:lnTo>
                    <a:pt x="451792" y="1104985"/>
                  </a:lnTo>
                  <a:lnTo>
                    <a:pt x="451757" y="1104956"/>
                  </a:lnTo>
                  <a:lnTo>
                    <a:pt x="451719" y="1104930"/>
                  </a:lnTo>
                  <a:lnTo>
                    <a:pt x="451709" y="1104922"/>
                  </a:lnTo>
                  <a:lnTo>
                    <a:pt x="451703" y="1104916"/>
                  </a:lnTo>
                  <a:lnTo>
                    <a:pt x="451700" y="1104913"/>
                  </a:lnTo>
                  <a:lnTo>
                    <a:pt x="451684" y="1104895"/>
                  </a:lnTo>
                  <a:lnTo>
                    <a:pt x="451661" y="1104867"/>
                  </a:lnTo>
                  <a:lnTo>
                    <a:pt x="451656" y="1104861"/>
                  </a:lnTo>
                  <a:lnTo>
                    <a:pt x="451644" y="1104850"/>
                  </a:lnTo>
                  <a:lnTo>
                    <a:pt x="451635" y="1104844"/>
                  </a:lnTo>
                  <a:lnTo>
                    <a:pt x="451631" y="1104841"/>
                  </a:lnTo>
                  <a:lnTo>
                    <a:pt x="451623" y="1104838"/>
                  </a:lnTo>
                  <a:lnTo>
                    <a:pt x="451619" y="1104835"/>
                  </a:lnTo>
                  <a:lnTo>
                    <a:pt x="451615" y="1104834"/>
                  </a:lnTo>
                  <a:lnTo>
                    <a:pt x="451607" y="1104831"/>
                  </a:lnTo>
                  <a:lnTo>
                    <a:pt x="451599" y="1104829"/>
                  </a:lnTo>
                  <a:lnTo>
                    <a:pt x="451590" y="1104827"/>
                  </a:lnTo>
                  <a:lnTo>
                    <a:pt x="451578" y="1104824"/>
                  </a:lnTo>
                  <a:lnTo>
                    <a:pt x="451568" y="1104822"/>
                  </a:lnTo>
                  <a:lnTo>
                    <a:pt x="451563" y="1104822"/>
                  </a:lnTo>
                  <a:lnTo>
                    <a:pt x="451558" y="1104821"/>
                  </a:lnTo>
                  <a:lnTo>
                    <a:pt x="451552" y="1104821"/>
                  </a:lnTo>
                  <a:lnTo>
                    <a:pt x="451543" y="1104821"/>
                  </a:lnTo>
                  <a:lnTo>
                    <a:pt x="451533" y="1104822"/>
                  </a:lnTo>
                  <a:lnTo>
                    <a:pt x="451521" y="1104821"/>
                  </a:lnTo>
                  <a:lnTo>
                    <a:pt x="451508" y="1104820"/>
                  </a:lnTo>
                  <a:lnTo>
                    <a:pt x="451503" y="1104820"/>
                  </a:lnTo>
                  <a:lnTo>
                    <a:pt x="451497" y="1104821"/>
                  </a:lnTo>
                  <a:lnTo>
                    <a:pt x="451493" y="1104823"/>
                  </a:lnTo>
                  <a:lnTo>
                    <a:pt x="451485" y="1104827"/>
                  </a:lnTo>
                  <a:lnTo>
                    <a:pt x="451479" y="1104831"/>
                  </a:lnTo>
                  <a:lnTo>
                    <a:pt x="451472" y="1104838"/>
                  </a:lnTo>
                  <a:lnTo>
                    <a:pt x="451467" y="1104842"/>
                  </a:lnTo>
                  <a:lnTo>
                    <a:pt x="451463" y="1104844"/>
                  </a:lnTo>
                  <a:lnTo>
                    <a:pt x="451453" y="1104850"/>
                  </a:lnTo>
                  <a:lnTo>
                    <a:pt x="451448" y="1104852"/>
                  </a:lnTo>
                  <a:lnTo>
                    <a:pt x="451435" y="1104856"/>
                  </a:lnTo>
                  <a:lnTo>
                    <a:pt x="451419" y="1104863"/>
                  </a:lnTo>
                  <a:lnTo>
                    <a:pt x="451410" y="1104866"/>
                  </a:lnTo>
                  <a:lnTo>
                    <a:pt x="451399" y="1104870"/>
                  </a:lnTo>
                  <a:lnTo>
                    <a:pt x="451382" y="1104875"/>
                  </a:lnTo>
                  <a:lnTo>
                    <a:pt x="451376" y="1104878"/>
                  </a:lnTo>
                  <a:lnTo>
                    <a:pt x="451368" y="1104884"/>
                  </a:lnTo>
                  <a:lnTo>
                    <a:pt x="451362" y="1104890"/>
                  </a:lnTo>
                  <a:lnTo>
                    <a:pt x="451357" y="1104895"/>
                  </a:lnTo>
                  <a:lnTo>
                    <a:pt x="451354" y="1104899"/>
                  </a:lnTo>
                  <a:lnTo>
                    <a:pt x="451349" y="1104907"/>
                  </a:lnTo>
                  <a:lnTo>
                    <a:pt x="451347" y="1104911"/>
                  </a:lnTo>
                  <a:lnTo>
                    <a:pt x="451345" y="1104915"/>
                  </a:lnTo>
                  <a:lnTo>
                    <a:pt x="451343" y="1104920"/>
                  </a:lnTo>
                  <a:lnTo>
                    <a:pt x="451341" y="1104928"/>
                  </a:lnTo>
                  <a:lnTo>
                    <a:pt x="451339" y="1104933"/>
                  </a:lnTo>
                  <a:lnTo>
                    <a:pt x="451336" y="1104938"/>
                  </a:lnTo>
                  <a:lnTo>
                    <a:pt x="451332" y="1104942"/>
                  </a:lnTo>
                  <a:lnTo>
                    <a:pt x="451321" y="1104949"/>
                  </a:lnTo>
                  <a:lnTo>
                    <a:pt x="451315" y="1104952"/>
                  </a:lnTo>
                  <a:lnTo>
                    <a:pt x="451298" y="1104962"/>
                  </a:lnTo>
                  <a:lnTo>
                    <a:pt x="451290" y="1104964"/>
                  </a:lnTo>
                  <a:lnTo>
                    <a:pt x="451284" y="1104966"/>
                  </a:lnTo>
                  <a:lnTo>
                    <a:pt x="451275" y="1104970"/>
                  </a:lnTo>
                  <a:lnTo>
                    <a:pt x="451270" y="1104972"/>
                  </a:lnTo>
                  <a:lnTo>
                    <a:pt x="451261" y="1104980"/>
                  </a:lnTo>
                  <a:lnTo>
                    <a:pt x="451256" y="1104986"/>
                  </a:lnTo>
                  <a:lnTo>
                    <a:pt x="451253" y="1104996"/>
                  </a:lnTo>
                  <a:lnTo>
                    <a:pt x="451251" y="1105001"/>
                  </a:lnTo>
                  <a:lnTo>
                    <a:pt x="451249" y="1105010"/>
                  </a:lnTo>
                  <a:lnTo>
                    <a:pt x="451246" y="1105020"/>
                  </a:lnTo>
                  <a:lnTo>
                    <a:pt x="451242" y="1105036"/>
                  </a:lnTo>
                  <a:lnTo>
                    <a:pt x="451240" y="1105045"/>
                  </a:lnTo>
                  <a:lnTo>
                    <a:pt x="451234" y="1105066"/>
                  </a:lnTo>
                  <a:lnTo>
                    <a:pt x="451231" y="1105078"/>
                  </a:lnTo>
                  <a:lnTo>
                    <a:pt x="451230" y="1105085"/>
                  </a:lnTo>
                  <a:lnTo>
                    <a:pt x="451229" y="1105091"/>
                  </a:lnTo>
                  <a:lnTo>
                    <a:pt x="451228" y="1105097"/>
                  </a:lnTo>
                  <a:lnTo>
                    <a:pt x="451225" y="1105104"/>
                  </a:lnTo>
                  <a:lnTo>
                    <a:pt x="451222" y="1105108"/>
                  </a:lnTo>
                  <a:lnTo>
                    <a:pt x="451217" y="1105114"/>
                  </a:lnTo>
                  <a:lnTo>
                    <a:pt x="451208" y="1105118"/>
                  </a:lnTo>
                  <a:lnTo>
                    <a:pt x="451204" y="1105120"/>
                  </a:lnTo>
                  <a:lnTo>
                    <a:pt x="451196" y="1105127"/>
                  </a:lnTo>
                  <a:lnTo>
                    <a:pt x="451187" y="1105134"/>
                  </a:lnTo>
                  <a:lnTo>
                    <a:pt x="451182" y="1105137"/>
                  </a:lnTo>
                  <a:lnTo>
                    <a:pt x="451174" y="1105140"/>
                  </a:lnTo>
                  <a:lnTo>
                    <a:pt x="451164" y="1105142"/>
                  </a:lnTo>
                  <a:lnTo>
                    <a:pt x="451151" y="1105145"/>
                  </a:lnTo>
                  <a:lnTo>
                    <a:pt x="451145" y="1105147"/>
                  </a:lnTo>
                  <a:lnTo>
                    <a:pt x="451138" y="1105152"/>
                  </a:lnTo>
                  <a:lnTo>
                    <a:pt x="451123" y="1105163"/>
                  </a:lnTo>
                  <a:lnTo>
                    <a:pt x="451112" y="1105172"/>
                  </a:lnTo>
                  <a:lnTo>
                    <a:pt x="451106" y="1105176"/>
                  </a:lnTo>
                  <a:lnTo>
                    <a:pt x="451100" y="1105181"/>
                  </a:lnTo>
                  <a:lnTo>
                    <a:pt x="451096" y="1105185"/>
                  </a:lnTo>
                  <a:lnTo>
                    <a:pt x="451088" y="1105193"/>
                  </a:lnTo>
                  <a:lnTo>
                    <a:pt x="451081" y="1105200"/>
                  </a:lnTo>
                  <a:lnTo>
                    <a:pt x="451066" y="1105213"/>
                  </a:lnTo>
                  <a:lnTo>
                    <a:pt x="451057" y="1105223"/>
                  </a:lnTo>
                  <a:lnTo>
                    <a:pt x="451050" y="1105231"/>
                  </a:lnTo>
                  <a:lnTo>
                    <a:pt x="451042" y="1105238"/>
                  </a:lnTo>
                  <a:lnTo>
                    <a:pt x="451037" y="1105245"/>
                  </a:lnTo>
                  <a:lnTo>
                    <a:pt x="451030" y="1105251"/>
                  </a:lnTo>
                  <a:lnTo>
                    <a:pt x="451023" y="1105259"/>
                  </a:lnTo>
                  <a:lnTo>
                    <a:pt x="451015" y="1105266"/>
                  </a:lnTo>
                  <a:lnTo>
                    <a:pt x="451001" y="1105278"/>
                  </a:lnTo>
                  <a:lnTo>
                    <a:pt x="450990" y="1105288"/>
                  </a:lnTo>
                  <a:lnTo>
                    <a:pt x="450980" y="1105297"/>
                  </a:lnTo>
                  <a:lnTo>
                    <a:pt x="450971" y="1105305"/>
                  </a:lnTo>
                  <a:lnTo>
                    <a:pt x="450963" y="1105312"/>
                  </a:lnTo>
                  <a:lnTo>
                    <a:pt x="450953" y="1105320"/>
                  </a:lnTo>
                  <a:lnTo>
                    <a:pt x="450945" y="1105328"/>
                  </a:lnTo>
                  <a:lnTo>
                    <a:pt x="450938" y="1105334"/>
                  </a:lnTo>
                  <a:lnTo>
                    <a:pt x="450924" y="1105342"/>
                  </a:lnTo>
                  <a:lnTo>
                    <a:pt x="450916" y="1105348"/>
                  </a:lnTo>
                  <a:lnTo>
                    <a:pt x="450907" y="1105354"/>
                  </a:lnTo>
                  <a:lnTo>
                    <a:pt x="450901" y="1105358"/>
                  </a:lnTo>
                  <a:lnTo>
                    <a:pt x="450894" y="1105362"/>
                  </a:lnTo>
                  <a:lnTo>
                    <a:pt x="450879" y="1105374"/>
                  </a:lnTo>
                  <a:lnTo>
                    <a:pt x="450874" y="1105379"/>
                  </a:lnTo>
                  <a:lnTo>
                    <a:pt x="450869" y="1105384"/>
                  </a:lnTo>
                  <a:lnTo>
                    <a:pt x="450864" y="1105390"/>
                  </a:lnTo>
                  <a:lnTo>
                    <a:pt x="450860" y="1105396"/>
                  </a:lnTo>
                  <a:lnTo>
                    <a:pt x="450858" y="1105400"/>
                  </a:lnTo>
                  <a:lnTo>
                    <a:pt x="450856" y="1105410"/>
                  </a:lnTo>
                  <a:lnTo>
                    <a:pt x="450855" y="1105415"/>
                  </a:lnTo>
                  <a:lnTo>
                    <a:pt x="450854" y="1105426"/>
                  </a:lnTo>
                  <a:lnTo>
                    <a:pt x="450852" y="1105432"/>
                  </a:lnTo>
                  <a:lnTo>
                    <a:pt x="450849" y="1105437"/>
                  </a:lnTo>
                  <a:lnTo>
                    <a:pt x="450846" y="1105441"/>
                  </a:lnTo>
                  <a:lnTo>
                    <a:pt x="450840" y="1105448"/>
                  </a:lnTo>
                  <a:lnTo>
                    <a:pt x="450833" y="1105456"/>
                  </a:lnTo>
                  <a:lnTo>
                    <a:pt x="450829" y="1105460"/>
                  </a:lnTo>
                  <a:lnTo>
                    <a:pt x="450822" y="1105467"/>
                  </a:lnTo>
                  <a:lnTo>
                    <a:pt x="450815" y="1105474"/>
                  </a:lnTo>
                  <a:lnTo>
                    <a:pt x="450810" y="1105479"/>
                  </a:lnTo>
                  <a:lnTo>
                    <a:pt x="450804" y="1105485"/>
                  </a:lnTo>
                  <a:lnTo>
                    <a:pt x="450798" y="1105492"/>
                  </a:lnTo>
                  <a:lnTo>
                    <a:pt x="450789" y="1105500"/>
                  </a:lnTo>
                  <a:lnTo>
                    <a:pt x="450782" y="1105506"/>
                  </a:lnTo>
                  <a:lnTo>
                    <a:pt x="450776" y="1105512"/>
                  </a:lnTo>
                  <a:lnTo>
                    <a:pt x="450767" y="1105518"/>
                  </a:lnTo>
                  <a:lnTo>
                    <a:pt x="450761" y="1105523"/>
                  </a:lnTo>
                  <a:lnTo>
                    <a:pt x="450754" y="1105528"/>
                  </a:lnTo>
                  <a:lnTo>
                    <a:pt x="450747" y="1105534"/>
                  </a:lnTo>
                  <a:lnTo>
                    <a:pt x="450743" y="1105536"/>
                  </a:lnTo>
                  <a:lnTo>
                    <a:pt x="450737" y="1105537"/>
                  </a:lnTo>
                  <a:lnTo>
                    <a:pt x="450731" y="1105532"/>
                  </a:lnTo>
                  <a:lnTo>
                    <a:pt x="450724" y="1105525"/>
                  </a:lnTo>
                  <a:lnTo>
                    <a:pt x="450716" y="1105519"/>
                  </a:lnTo>
                  <a:lnTo>
                    <a:pt x="450710" y="1105514"/>
                  </a:lnTo>
                  <a:lnTo>
                    <a:pt x="450705" y="1105510"/>
                  </a:lnTo>
                  <a:lnTo>
                    <a:pt x="450701" y="1105505"/>
                  </a:lnTo>
                  <a:lnTo>
                    <a:pt x="450698" y="1105499"/>
                  </a:lnTo>
                  <a:lnTo>
                    <a:pt x="450695" y="1105493"/>
                  </a:lnTo>
                  <a:lnTo>
                    <a:pt x="450691" y="1105487"/>
                  </a:lnTo>
                  <a:lnTo>
                    <a:pt x="450687" y="1105480"/>
                  </a:lnTo>
                  <a:lnTo>
                    <a:pt x="450685" y="1105476"/>
                  </a:lnTo>
                  <a:lnTo>
                    <a:pt x="450683" y="1105471"/>
                  </a:lnTo>
                  <a:lnTo>
                    <a:pt x="450677" y="1105467"/>
                  </a:lnTo>
                  <a:lnTo>
                    <a:pt x="450670" y="1105465"/>
                  </a:lnTo>
                  <a:lnTo>
                    <a:pt x="450664" y="1105462"/>
                  </a:lnTo>
                  <a:lnTo>
                    <a:pt x="450658" y="1105460"/>
                  </a:lnTo>
                  <a:lnTo>
                    <a:pt x="450652" y="1105459"/>
                  </a:lnTo>
                  <a:lnTo>
                    <a:pt x="450644" y="1105458"/>
                  </a:lnTo>
                  <a:lnTo>
                    <a:pt x="450636" y="1105457"/>
                  </a:lnTo>
                  <a:lnTo>
                    <a:pt x="450628" y="1105456"/>
                  </a:lnTo>
                  <a:lnTo>
                    <a:pt x="450621" y="1105454"/>
                  </a:lnTo>
                  <a:lnTo>
                    <a:pt x="450616" y="1105453"/>
                  </a:lnTo>
                  <a:lnTo>
                    <a:pt x="450611" y="1105451"/>
                  </a:lnTo>
                  <a:lnTo>
                    <a:pt x="450605" y="1105449"/>
                  </a:lnTo>
                  <a:lnTo>
                    <a:pt x="450600" y="1105448"/>
                  </a:lnTo>
                  <a:lnTo>
                    <a:pt x="450590" y="1105445"/>
                  </a:lnTo>
                  <a:lnTo>
                    <a:pt x="450583" y="1105441"/>
                  </a:lnTo>
                  <a:lnTo>
                    <a:pt x="450575" y="1105436"/>
                  </a:lnTo>
                  <a:lnTo>
                    <a:pt x="450570" y="1105430"/>
                  </a:lnTo>
                  <a:lnTo>
                    <a:pt x="450564" y="1105423"/>
                  </a:lnTo>
                  <a:lnTo>
                    <a:pt x="450557" y="1105417"/>
                  </a:lnTo>
                  <a:lnTo>
                    <a:pt x="450551" y="1105415"/>
                  </a:lnTo>
                  <a:lnTo>
                    <a:pt x="450537" y="1105408"/>
                  </a:lnTo>
                  <a:lnTo>
                    <a:pt x="450527" y="1105405"/>
                  </a:lnTo>
                  <a:lnTo>
                    <a:pt x="450515" y="1105400"/>
                  </a:lnTo>
                  <a:lnTo>
                    <a:pt x="450501" y="1105396"/>
                  </a:lnTo>
                  <a:lnTo>
                    <a:pt x="450489" y="1105391"/>
                  </a:lnTo>
                  <a:lnTo>
                    <a:pt x="450477" y="1105385"/>
                  </a:lnTo>
                  <a:lnTo>
                    <a:pt x="450466" y="1105379"/>
                  </a:lnTo>
                  <a:lnTo>
                    <a:pt x="450456" y="1105374"/>
                  </a:lnTo>
                  <a:lnTo>
                    <a:pt x="450446" y="1105371"/>
                  </a:lnTo>
                  <a:lnTo>
                    <a:pt x="450435" y="1105367"/>
                  </a:lnTo>
                  <a:lnTo>
                    <a:pt x="450424" y="1105363"/>
                  </a:lnTo>
                  <a:lnTo>
                    <a:pt x="450414" y="1105359"/>
                  </a:lnTo>
                  <a:lnTo>
                    <a:pt x="450403" y="1105355"/>
                  </a:lnTo>
                  <a:lnTo>
                    <a:pt x="450392" y="1105350"/>
                  </a:lnTo>
                  <a:lnTo>
                    <a:pt x="450386" y="1105347"/>
                  </a:lnTo>
                  <a:lnTo>
                    <a:pt x="450379" y="1105344"/>
                  </a:lnTo>
                  <a:lnTo>
                    <a:pt x="450371" y="1105342"/>
                  </a:lnTo>
                  <a:lnTo>
                    <a:pt x="450364" y="1105339"/>
                  </a:lnTo>
                  <a:lnTo>
                    <a:pt x="450356" y="1105337"/>
                  </a:lnTo>
                  <a:lnTo>
                    <a:pt x="450348" y="1105335"/>
                  </a:lnTo>
                  <a:lnTo>
                    <a:pt x="450339" y="1105332"/>
                  </a:lnTo>
                  <a:lnTo>
                    <a:pt x="450332" y="1105330"/>
                  </a:lnTo>
                  <a:lnTo>
                    <a:pt x="450321" y="1105328"/>
                  </a:lnTo>
                  <a:lnTo>
                    <a:pt x="450308" y="1105324"/>
                  </a:lnTo>
                  <a:lnTo>
                    <a:pt x="450292" y="1105314"/>
                  </a:lnTo>
                  <a:lnTo>
                    <a:pt x="450288" y="1105312"/>
                  </a:lnTo>
                  <a:lnTo>
                    <a:pt x="450280" y="1105306"/>
                  </a:lnTo>
                  <a:lnTo>
                    <a:pt x="450275" y="1105300"/>
                  </a:lnTo>
                  <a:lnTo>
                    <a:pt x="450268" y="1105291"/>
                  </a:lnTo>
                  <a:lnTo>
                    <a:pt x="450262" y="1105285"/>
                  </a:lnTo>
                  <a:lnTo>
                    <a:pt x="450256" y="1105277"/>
                  </a:lnTo>
                  <a:lnTo>
                    <a:pt x="450247" y="1105266"/>
                  </a:lnTo>
                  <a:lnTo>
                    <a:pt x="450240" y="1105257"/>
                  </a:lnTo>
                  <a:lnTo>
                    <a:pt x="450229" y="1105245"/>
                  </a:lnTo>
                  <a:lnTo>
                    <a:pt x="450223" y="1105236"/>
                  </a:lnTo>
                  <a:lnTo>
                    <a:pt x="450218" y="1105223"/>
                  </a:lnTo>
                  <a:lnTo>
                    <a:pt x="450213" y="1105218"/>
                  </a:lnTo>
                  <a:lnTo>
                    <a:pt x="450201" y="1105216"/>
                  </a:lnTo>
                  <a:lnTo>
                    <a:pt x="450189" y="1105213"/>
                  </a:lnTo>
                  <a:lnTo>
                    <a:pt x="450173" y="1105207"/>
                  </a:lnTo>
                  <a:lnTo>
                    <a:pt x="450161" y="1105203"/>
                  </a:lnTo>
                  <a:lnTo>
                    <a:pt x="450144" y="1105196"/>
                  </a:lnTo>
                  <a:lnTo>
                    <a:pt x="450134" y="1105192"/>
                  </a:lnTo>
                  <a:lnTo>
                    <a:pt x="450127" y="1105188"/>
                  </a:lnTo>
                  <a:lnTo>
                    <a:pt x="450122" y="1105187"/>
                  </a:lnTo>
                  <a:lnTo>
                    <a:pt x="450111" y="1105184"/>
                  </a:lnTo>
                  <a:lnTo>
                    <a:pt x="450105" y="1105183"/>
                  </a:lnTo>
                  <a:lnTo>
                    <a:pt x="450097" y="1105182"/>
                  </a:lnTo>
                  <a:lnTo>
                    <a:pt x="450091" y="1105181"/>
                  </a:lnTo>
                  <a:lnTo>
                    <a:pt x="450075" y="1105181"/>
                  </a:lnTo>
                  <a:lnTo>
                    <a:pt x="450066" y="1105183"/>
                  </a:lnTo>
                  <a:lnTo>
                    <a:pt x="450058" y="1105185"/>
                  </a:lnTo>
                  <a:lnTo>
                    <a:pt x="450050" y="1105187"/>
                  </a:lnTo>
                  <a:lnTo>
                    <a:pt x="450042" y="1105189"/>
                  </a:lnTo>
                  <a:lnTo>
                    <a:pt x="450030" y="1105191"/>
                  </a:lnTo>
                  <a:lnTo>
                    <a:pt x="450013" y="1105193"/>
                  </a:lnTo>
                  <a:lnTo>
                    <a:pt x="450004" y="1105193"/>
                  </a:lnTo>
                  <a:lnTo>
                    <a:pt x="449998" y="1105193"/>
                  </a:lnTo>
                  <a:lnTo>
                    <a:pt x="449992" y="1105197"/>
                  </a:lnTo>
                  <a:lnTo>
                    <a:pt x="449980" y="1105201"/>
                  </a:lnTo>
                  <a:lnTo>
                    <a:pt x="449970" y="1105206"/>
                  </a:lnTo>
                  <a:lnTo>
                    <a:pt x="449965" y="1105207"/>
                  </a:lnTo>
                  <a:lnTo>
                    <a:pt x="449959" y="1105208"/>
                  </a:lnTo>
                  <a:lnTo>
                    <a:pt x="449951" y="1105206"/>
                  </a:lnTo>
                  <a:lnTo>
                    <a:pt x="449937" y="1105204"/>
                  </a:lnTo>
                  <a:lnTo>
                    <a:pt x="449926" y="1105202"/>
                  </a:lnTo>
                  <a:lnTo>
                    <a:pt x="449908" y="1105197"/>
                  </a:lnTo>
                  <a:lnTo>
                    <a:pt x="449903" y="1105196"/>
                  </a:lnTo>
                  <a:lnTo>
                    <a:pt x="449895" y="1105194"/>
                  </a:lnTo>
                  <a:lnTo>
                    <a:pt x="449872" y="1105189"/>
                  </a:lnTo>
                  <a:lnTo>
                    <a:pt x="449849" y="1105184"/>
                  </a:lnTo>
                  <a:lnTo>
                    <a:pt x="449840" y="1105181"/>
                  </a:lnTo>
                  <a:lnTo>
                    <a:pt x="449834" y="1105179"/>
                  </a:lnTo>
                  <a:lnTo>
                    <a:pt x="449825" y="1105178"/>
                  </a:lnTo>
                  <a:lnTo>
                    <a:pt x="449815" y="1105179"/>
                  </a:lnTo>
                  <a:lnTo>
                    <a:pt x="449804" y="1105181"/>
                  </a:lnTo>
                  <a:lnTo>
                    <a:pt x="449791" y="1105183"/>
                  </a:lnTo>
                  <a:lnTo>
                    <a:pt x="449779" y="1105188"/>
                  </a:lnTo>
                  <a:lnTo>
                    <a:pt x="449768" y="1105192"/>
                  </a:lnTo>
                  <a:lnTo>
                    <a:pt x="449759" y="1105197"/>
                  </a:lnTo>
                  <a:lnTo>
                    <a:pt x="449749" y="1105202"/>
                  </a:lnTo>
                  <a:lnTo>
                    <a:pt x="449742" y="1105204"/>
                  </a:lnTo>
                  <a:lnTo>
                    <a:pt x="449731" y="1105207"/>
                  </a:lnTo>
                  <a:lnTo>
                    <a:pt x="449719" y="1105208"/>
                  </a:lnTo>
                  <a:lnTo>
                    <a:pt x="449702" y="1105211"/>
                  </a:lnTo>
                  <a:lnTo>
                    <a:pt x="449681" y="1105215"/>
                  </a:lnTo>
                  <a:lnTo>
                    <a:pt x="449676" y="1105216"/>
                  </a:lnTo>
                  <a:lnTo>
                    <a:pt x="449666" y="1105218"/>
                  </a:lnTo>
                  <a:lnTo>
                    <a:pt x="449654" y="1105220"/>
                  </a:lnTo>
                  <a:lnTo>
                    <a:pt x="449639" y="1105221"/>
                  </a:lnTo>
                  <a:lnTo>
                    <a:pt x="449614" y="1105220"/>
                  </a:lnTo>
                  <a:lnTo>
                    <a:pt x="449602" y="1105218"/>
                  </a:lnTo>
                  <a:lnTo>
                    <a:pt x="449589" y="1105215"/>
                  </a:lnTo>
                  <a:lnTo>
                    <a:pt x="449582" y="1105215"/>
                  </a:lnTo>
                  <a:lnTo>
                    <a:pt x="449577" y="1105215"/>
                  </a:lnTo>
                  <a:lnTo>
                    <a:pt x="449571" y="1105216"/>
                  </a:lnTo>
                  <a:lnTo>
                    <a:pt x="449559" y="1105218"/>
                  </a:lnTo>
                  <a:lnTo>
                    <a:pt x="449535" y="1105220"/>
                  </a:lnTo>
                  <a:lnTo>
                    <a:pt x="449520" y="1105220"/>
                  </a:lnTo>
                  <a:lnTo>
                    <a:pt x="449508" y="1105219"/>
                  </a:lnTo>
                  <a:lnTo>
                    <a:pt x="449495" y="1105217"/>
                  </a:lnTo>
                  <a:lnTo>
                    <a:pt x="449480" y="1105213"/>
                  </a:lnTo>
                  <a:lnTo>
                    <a:pt x="449471" y="1105210"/>
                  </a:lnTo>
                  <a:lnTo>
                    <a:pt x="449456" y="1105206"/>
                  </a:lnTo>
                  <a:lnTo>
                    <a:pt x="449440" y="1105206"/>
                  </a:lnTo>
                  <a:lnTo>
                    <a:pt x="449427" y="1105208"/>
                  </a:lnTo>
                  <a:lnTo>
                    <a:pt x="449410" y="1105209"/>
                  </a:lnTo>
                  <a:lnTo>
                    <a:pt x="449396" y="1105211"/>
                  </a:lnTo>
                  <a:lnTo>
                    <a:pt x="449380" y="1105216"/>
                  </a:lnTo>
                  <a:lnTo>
                    <a:pt x="449376" y="1105217"/>
                  </a:lnTo>
                  <a:lnTo>
                    <a:pt x="449359" y="1105220"/>
                  </a:lnTo>
                  <a:lnTo>
                    <a:pt x="449348" y="1105221"/>
                  </a:lnTo>
                  <a:lnTo>
                    <a:pt x="449291" y="1105218"/>
                  </a:lnTo>
                  <a:lnTo>
                    <a:pt x="449281" y="1105217"/>
                  </a:lnTo>
                  <a:lnTo>
                    <a:pt x="449273" y="1105216"/>
                  </a:lnTo>
                  <a:lnTo>
                    <a:pt x="449262" y="1105220"/>
                  </a:lnTo>
                  <a:lnTo>
                    <a:pt x="449256" y="1105224"/>
                  </a:lnTo>
                  <a:lnTo>
                    <a:pt x="449245" y="1105229"/>
                  </a:lnTo>
                  <a:lnTo>
                    <a:pt x="449234" y="1105234"/>
                  </a:lnTo>
                  <a:lnTo>
                    <a:pt x="449222" y="1105237"/>
                  </a:lnTo>
                  <a:lnTo>
                    <a:pt x="449212" y="1105238"/>
                  </a:lnTo>
                  <a:lnTo>
                    <a:pt x="449206" y="1105238"/>
                  </a:lnTo>
                  <a:lnTo>
                    <a:pt x="449191" y="1105239"/>
                  </a:lnTo>
                  <a:lnTo>
                    <a:pt x="449179" y="1105241"/>
                  </a:lnTo>
                  <a:lnTo>
                    <a:pt x="449170" y="1105242"/>
                  </a:lnTo>
                  <a:lnTo>
                    <a:pt x="449162" y="1105244"/>
                  </a:lnTo>
                  <a:lnTo>
                    <a:pt x="449156" y="1105246"/>
                  </a:lnTo>
                  <a:lnTo>
                    <a:pt x="449148" y="1105249"/>
                  </a:lnTo>
                  <a:lnTo>
                    <a:pt x="449143" y="1105251"/>
                  </a:lnTo>
                  <a:lnTo>
                    <a:pt x="449139" y="1105251"/>
                  </a:lnTo>
                  <a:lnTo>
                    <a:pt x="449135" y="1105248"/>
                  </a:lnTo>
                  <a:lnTo>
                    <a:pt x="449131" y="1105245"/>
                  </a:lnTo>
                  <a:lnTo>
                    <a:pt x="449127" y="1105242"/>
                  </a:lnTo>
                  <a:lnTo>
                    <a:pt x="449118" y="1105235"/>
                  </a:lnTo>
                  <a:lnTo>
                    <a:pt x="449109" y="1105231"/>
                  </a:lnTo>
                  <a:lnTo>
                    <a:pt x="449098" y="1105225"/>
                  </a:lnTo>
                  <a:lnTo>
                    <a:pt x="449089" y="1105217"/>
                  </a:lnTo>
                  <a:lnTo>
                    <a:pt x="449077" y="1105208"/>
                  </a:lnTo>
                  <a:lnTo>
                    <a:pt x="449059" y="1105199"/>
                  </a:lnTo>
                  <a:lnTo>
                    <a:pt x="449039" y="1105188"/>
                  </a:lnTo>
                  <a:lnTo>
                    <a:pt x="449028" y="1105180"/>
                  </a:lnTo>
                  <a:lnTo>
                    <a:pt x="449022" y="1105176"/>
                  </a:lnTo>
                  <a:lnTo>
                    <a:pt x="449015" y="1105170"/>
                  </a:lnTo>
                  <a:lnTo>
                    <a:pt x="449011" y="1105169"/>
                  </a:lnTo>
                  <a:lnTo>
                    <a:pt x="449003" y="1105169"/>
                  </a:lnTo>
                  <a:lnTo>
                    <a:pt x="448992" y="1105169"/>
                  </a:lnTo>
                  <a:lnTo>
                    <a:pt x="448979" y="1105172"/>
                  </a:lnTo>
                  <a:lnTo>
                    <a:pt x="448969" y="1105172"/>
                  </a:lnTo>
                  <a:lnTo>
                    <a:pt x="448964" y="1105171"/>
                  </a:lnTo>
                  <a:lnTo>
                    <a:pt x="448960" y="1105171"/>
                  </a:lnTo>
                  <a:lnTo>
                    <a:pt x="448955" y="1105170"/>
                  </a:lnTo>
                  <a:lnTo>
                    <a:pt x="448950" y="1105167"/>
                  </a:lnTo>
                  <a:lnTo>
                    <a:pt x="448943" y="1105162"/>
                  </a:lnTo>
                  <a:lnTo>
                    <a:pt x="448938" y="1105159"/>
                  </a:lnTo>
                  <a:lnTo>
                    <a:pt x="448933" y="1105157"/>
                  </a:lnTo>
                  <a:lnTo>
                    <a:pt x="448929" y="1105155"/>
                  </a:lnTo>
                  <a:lnTo>
                    <a:pt x="448920" y="1105149"/>
                  </a:lnTo>
                  <a:lnTo>
                    <a:pt x="448914" y="1105145"/>
                  </a:lnTo>
                  <a:lnTo>
                    <a:pt x="448909" y="1105141"/>
                  </a:lnTo>
                  <a:lnTo>
                    <a:pt x="448906" y="1105137"/>
                  </a:lnTo>
                  <a:lnTo>
                    <a:pt x="448903" y="1105131"/>
                  </a:lnTo>
                  <a:lnTo>
                    <a:pt x="448899" y="1105121"/>
                  </a:lnTo>
                  <a:lnTo>
                    <a:pt x="448896" y="1105115"/>
                  </a:lnTo>
                  <a:lnTo>
                    <a:pt x="448894" y="1105111"/>
                  </a:lnTo>
                  <a:lnTo>
                    <a:pt x="448891" y="1105107"/>
                  </a:lnTo>
                  <a:lnTo>
                    <a:pt x="448888" y="1105101"/>
                  </a:lnTo>
                  <a:lnTo>
                    <a:pt x="448886" y="1105096"/>
                  </a:lnTo>
                  <a:lnTo>
                    <a:pt x="448883" y="1105091"/>
                  </a:lnTo>
                  <a:lnTo>
                    <a:pt x="448878" y="1105085"/>
                  </a:lnTo>
                  <a:lnTo>
                    <a:pt x="448873" y="1105077"/>
                  </a:lnTo>
                  <a:lnTo>
                    <a:pt x="448871" y="1105073"/>
                  </a:lnTo>
                  <a:lnTo>
                    <a:pt x="448865" y="1105062"/>
                  </a:lnTo>
                  <a:lnTo>
                    <a:pt x="448861" y="1105057"/>
                  </a:lnTo>
                  <a:lnTo>
                    <a:pt x="448856" y="1105051"/>
                  </a:lnTo>
                  <a:lnTo>
                    <a:pt x="448850" y="1105044"/>
                  </a:lnTo>
                  <a:lnTo>
                    <a:pt x="448846" y="1105039"/>
                  </a:lnTo>
                  <a:lnTo>
                    <a:pt x="448843" y="1105034"/>
                  </a:lnTo>
                  <a:lnTo>
                    <a:pt x="448841" y="1105029"/>
                  </a:lnTo>
                  <a:lnTo>
                    <a:pt x="448839" y="1105021"/>
                  </a:lnTo>
                  <a:lnTo>
                    <a:pt x="448836" y="1105016"/>
                  </a:lnTo>
                  <a:lnTo>
                    <a:pt x="448833" y="1105010"/>
                  </a:lnTo>
                  <a:lnTo>
                    <a:pt x="448828" y="1105001"/>
                  </a:lnTo>
                  <a:lnTo>
                    <a:pt x="448823" y="1104989"/>
                  </a:lnTo>
                  <a:lnTo>
                    <a:pt x="448820" y="1104983"/>
                  </a:lnTo>
                  <a:lnTo>
                    <a:pt x="448817" y="1104980"/>
                  </a:lnTo>
                  <a:lnTo>
                    <a:pt x="448811" y="1104977"/>
                  </a:lnTo>
                  <a:lnTo>
                    <a:pt x="448807" y="1104975"/>
                  </a:lnTo>
                  <a:lnTo>
                    <a:pt x="448798" y="1104973"/>
                  </a:lnTo>
                  <a:lnTo>
                    <a:pt x="448789" y="1104970"/>
                  </a:lnTo>
                  <a:lnTo>
                    <a:pt x="448781" y="1104967"/>
                  </a:lnTo>
                  <a:lnTo>
                    <a:pt x="448776" y="1104965"/>
                  </a:lnTo>
                  <a:lnTo>
                    <a:pt x="448769" y="1104963"/>
                  </a:lnTo>
                  <a:lnTo>
                    <a:pt x="448760" y="1104959"/>
                  </a:lnTo>
                  <a:lnTo>
                    <a:pt x="448753" y="1104957"/>
                  </a:lnTo>
                  <a:lnTo>
                    <a:pt x="448746" y="1104956"/>
                  </a:lnTo>
                  <a:lnTo>
                    <a:pt x="448740" y="1104954"/>
                  </a:lnTo>
                  <a:lnTo>
                    <a:pt x="448735" y="1104951"/>
                  </a:lnTo>
                  <a:lnTo>
                    <a:pt x="448730" y="1104949"/>
                  </a:lnTo>
                  <a:lnTo>
                    <a:pt x="448724" y="1104946"/>
                  </a:lnTo>
                  <a:lnTo>
                    <a:pt x="448717" y="1104942"/>
                  </a:lnTo>
                  <a:lnTo>
                    <a:pt x="448712" y="1104939"/>
                  </a:lnTo>
                  <a:lnTo>
                    <a:pt x="448700" y="1104933"/>
                  </a:lnTo>
                  <a:lnTo>
                    <a:pt x="448686" y="1104926"/>
                  </a:lnTo>
                  <a:lnTo>
                    <a:pt x="448679" y="1104923"/>
                  </a:lnTo>
                  <a:lnTo>
                    <a:pt x="448672" y="1104920"/>
                  </a:lnTo>
                  <a:lnTo>
                    <a:pt x="448666" y="1104919"/>
                  </a:lnTo>
                  <a:lnTo>
                    <a:pt x="448661" y="1104918"/>
                  </a:lnTo>
                  <a:lnTo>
                    <a:pt x="448656" y="1104917"/>
                  </a:lnTo>
                  <a:lnTo>
                    <a:pt x="448651" y="1104919"/>
                  </a:lnTo>
                  <a:lnTo>
                    <a:pt x="448643" y="1104923"/>
                  </a:lnTo>
                  <a:lnTo>
                    <a:pt x="448635" y="1104926"/>
                  </a:lnTo>
                  <a:lnTo>
                    <a:pt x="448629" y="1104927"/>
                  </a:lnTo>
                  <a:lnTo>
                    <a:pt x="448624" y="1104927"/>
                  </a:lnTo>
                  <a:lnTo>
                    <a:pt x="448618" y="1104928"/>
                  </a:lnTo>
                  <a:lnTo>
                    <a:pt x="448609" y="1104929"/>
                  </a:lnTo>
                  <a:lnTo>
                    <a:pt x="448605" y="1104930"/>
                  </a:lnTo>
                  <a:lnTo>
                    <a:pt x="448598" y="1104934"/>
                  </a:lnTo>
                  <a:lnTo>
                    <a:pt x="448593" y="1104937"/>
                  </a:lnTo>
                  <a:lnTo>
                    <a:pt x="448588" y="1104942"/>
                  </a:lnTo>
                  <a:lnTo>
                    <a:pt x="448585" y="1104945"/>
                  </a:lnTo>
                  <a:lnTo>
                    <a:pt x="448582" y="1104951"/>
                  </a:lnTo>
                  <a:lnTo>
                    <a:pt x="448579" y="1104955"/>
                  </a:lnTo>
                  <a:lnTo>
                    <a:pt x="448575" y="1104958"/>
                  </a:lnTo>
                  <a:lnTo>
                    <a:pt x="448570" y="1104961"/>
                  </a:lnTo>
                  <a:lnTo>
                    <a:pt x="448563" y="1104965"/>
                  </a:lnTo>
                  <a:lnTo>
                    <a:pt x="448555" y="1104967"/>
                  </a:lnTo>
                  <a:lnTo>
                    <a:pt x="448548" y="1104969"/>
                  </a:lnTo>
                  <a:lnTo>
                    <a:pt x="448543" y="1104973"/>
                  </a:lnTo>
                  <a:lnTo>
                    <a:pt x="448538" y="1104977"/>
                  </a:lnTo>
                  <a:lnTo>
                    <a:pt x="448535" y="1104980"/>
                  </a:lnTo>
                  <a:lnTo>
                    <a:pt x="448528" y="1104985"/>
                  </a:lnTo>
                  <a:lnTo>
                    <a:pt x="448522" y="1104989"/>
                  </a:lnTo>
                  <a:lnTo>
                    <a:pt x="448518" y="1104993"/>
                  </a:lnTo>
                  <a:lnTo>
                    <a:pt x="448514" y="1104998"/>
                  </a:lnTo>
                  <a:lnTo>
                    <a:pt x="448508" y="1105003"/>
                  </a:lnTo>
                  <a:lnTo>
                    <a:pt x="448503" y="1105006"/>
                  </a:lnTo>
                  <a:lnTo>
                    <a:pt x="448497" y="1105009"/>
                  </a:lnTo>
                  <a:lnTo>
                    <a:pt x="448492" y="1105010"/>
                  </a:lnTo>
                  <a:lnTo>
                    <a:pt x="448487" y="1105012"/>
                  </a:lnTo>
                  <a:lnTo>
                    <a:pt x="448480" y="1105015"/>
                  </a:lnTo>
                  <a:lnTo>
                    <a:pt x="448474" y="1105017"/>
                  </a:lnTo>
                  <a:lnTo>
                    <a:pt x="448467" y="1105018"/>
                  </a:lnTo>
                  <a:lnTo>
                    <a:pt x="448461" y="1105020"/>
                  </a:lnTo>
                  <a:lnTo>
                    <a:pt x="448454" y="1105023"/>
                  </a:lnTo>
                  <a:lnTo>
                    <a:pt x="448448" y="1105025"/>
                  </a:lnTo>
                  <a:lnTo>
                    <a:pt x="448439" y="1105027"/>
                  </a:lnTo>
                  <a:lnTo>
                    <a:pt x="448432" y="1105027"/>
                  </a:lnTo>
                  <a:lnTo>
                    <a:pt x="448427" y="1105026"/>
                  </a:lnTo>
                  <a:lnTo>
                    <a:pt x="448421" y="1105026"/>
                  </a:lnTo>
                  <a:lnTo>
                    <a:pt x="448417" y="1105026"/>
                  </a:lnTo>
                  <a:lnTo>
                    <a:pt x="448412" y="1105026"/>
                  </a:lnTo>
                  <a:lnTo>
                    <a:pt x="448405" y="1105026"/>
                  </a:lnTo>
                  <a:lnTo>
                    <a:pt x="448401" y="1105025"/>
                  </a:lnTo>
                  <a:lnTo>
                    <a:pt x="448394" y="1105022"/>
                  </a:lnTo>
                  <a:lnTo>
                    <a:pt x="448388" y="1105019"/>
                  </a:lnTo>
                  <a:lnTo>
                    <a:pt x="448382" y="1105016"/>
                  </a:lnTo>
                  <a:lnTo>
                    <a:pt x="448377" y="1105013"/>
                  </a:lnTo>
                  <a:lnTo>
                    <a:pt x="448360" y="1105005"/>
                  </a:lnTo>
                  <a:lnTo>
                    <a:pt x="448354" y="1105001"/>
                  </a:lnTo>
                  <a:lnTo>
                    <a:pt x="448340" y="1104996"/>
                  </a:lnTo>
                  <a:lnTo>
                    <a:pt x="448334" y="1104992"/>
                  </a:lnTo>
                  <a:lnTo>
                    <a:pt x="448327" y="1104989"/>
                  </a:lnTo>
                  <a:lnTo>
                    <a:pt x="448318" y="1104984"/>
                  </a:lnTo>
                  <a:lnTo>
                    <a:pt x="448311" y="1104979"/>
                  </a:lnTo>
                  <a:lnTo>
                    <a:pt x="448306" y="1104975"/>
                  </a:lnTo>
                  <a:lnTo>
                    <a:pt x="448301" y="1104971"/>
                  </a:lnTo>
                  <a:lnTo>
                    <a:pt x="448296" y="1104967"/>
                  </a:lnTo>
                  <a:lnTo>
                    <a:pt x="448290" y="1104960"/>
                  </a:lnTo>
                  <a:lnTo>
                    <a:pt x="448282" y="1104952"/>
                  </a:lnTo>
                  <a:lnTo>
                    <a:pt x="448277" y="1104947"/>
                  </a:lnTo>
                  <a:lnTo>
                    <a:pt x="448263" y="1104934"/>
                  </a:lnTo>
                  <a:lnTo>
                    <a:pt x="448252" y="1104924"/>
                  </a:lnTo>
                  <a:lnTo>
                    <a:pt x="448245" y="1104918"/>
                  </a:lnTo>
                  <a:lnTo>
                    <a:pt x="448241" y="1104913"/>
                  </a:lnTo>
                  <a:lnTo>
                    <a:pt x="448236" y="1104908"/>
                  </a:lnTo>
                  <a:lnTo>
                    <a:pt x="448234" y="1104903"/>
                  </a:lnTo>
                  <a:lnTo>
                    <a:pt x="448230" y="1104895"/>
                  </a:lnTo>
                  <a:lnTo>
                    <a:pt x="448225" y="1104888"/>
                  </a:lnTo>
                  <a:lnTo>
                    <a:pt x="448222" y="1104882"/>
                  </a:lnTo>
                  <a:lnTo>
                    <a:pt x="448220" y="1104877"/>
                  </a:lnTo>
                  <a:lnTo>
                    <a:pt x="448219" y="1104869"/>
                  </a:lnTo>
                  <a:lnTo>
                    <a:pt x="448218" y="1104860"/>
                  </a:lnTo>
                  <a:lnTo>
                    <a:pt x="448216" y="1104853"/>
                  </a:lnTo>
                  <a:lnTo>
                    <a:pt x="448212" y="1104846"/>
                  </a:lnTo>
                  <a:lnTo>
                    <a:pt x="448208" y="1104840"/>
                  </a:lnTo>
                  <a:lnTo>
                    <a:pt x="448204" y="1104835"/>
                  </a:lnTo>
                  <a:lnTo>
                    <a:pt x="448200" y="1104830"/>
                  </a:lnTo>
                  <a:lnTo>
                    <a:pt x="448195" y="1104826"/>
                  </a:lnTo>
                  <a:lnTo>
                    <a:pt x="448191" y="1104822"/>
                  </a:lnTo>
                  <a:lnTo>
                    <a:pt x="448187" y="1104819"/>
                  </a:lnTo>
                  <a:lnTo>
                    <a:pt x="448180" y="1104814"/>
                  </a:lnTo>
                  <a:lnTo>
                    <a:pt x="448171" y="1104808"/>
                  </a:lnTo>
                  <a:lnTo>
                    <a:pt x="448167" y="1104805"/>
                  </a:lnTo>
                  <a:lnTo>
                    <a:pt x="448161" y="1104800"/>
                  </a:lnTo>
                  <a:lnTo>
                    <a:pt x="448158" y="1104797"/>
                  </a:lnTo>
                  <a:lnTo>
                    <a:pt x="448153" y="1104792"/>
                  </a:lnTo>
                  <a:lnTo>
                    <a:pt x="448150" y="1104786"/>
                  </a:lnTo>
                  <a:lnTo>
                    <a:pt x="448147" y="1104781"/>
                  </a:lnTo>
                  <a:lnTo>
                    <a:pt x="448143" y="1104776"/>
                  </a:lnTo>
                  <a:lnTo>
                    <a:pt x="448139" y="1104771"/>
                  </a:lnTo>
                  <a:lnTo>
                    <a:pt x="448133" y="1104765"/>
                  </a:lnTo>
                  <a:lnTo>
                    <a:pt x="448116" y="1104750"/>
                  </a:lnTo>
                  <a:lnTo>
                    <a:pt x="448111" y="1104746"/>
                  </a:lnTo>
                  <a:lnTo>
                    <a:pt x="448096" y="1104734"/>
                  </a:lnTo>
                  <a:lnTo>
                    <a:pt x="448078" y="1104722"/>
                  </a:lnTo>
                  <a:lnTo>
                    <a:pt x="448073" y="1104718"/>
                  </a:lnTo>
                  <a:lnTo>
                    <a:pt x="448065" y="1104714"/>
                  </a:lnTo>
                  <a:lnTo>
                    <a:pt x="448055" y="1104710"/>
                  </a:lnTo>
                  <a:lnTo>
                    <a:pt x="448051" y="1104705"/>
                  </a:lnTo>
                  <a:lnTo>
                    <a:pt x="448041" y="1104697"/>
                  </a:lnTo>
                  <a:lnTo>
                    <a:pt x="448033" y="1104690"/>
                  </a:lnTo>
                  <a:lnTo>
                    <a:pt x="448023" y="1104684"/>
                  </a:lnTo>
                  <a:lnTo>
                    <a:pt x="448015" y="1104679"/>
                  </a:lnTo>
                  <a:lnTo>
                    <a:pt x="448007" y="1104672"/>
                  </a:lnTo>
                  <a:lnTo>
                    <a:pt x="447996" y="1104666"/>
                  </a:lnTo>
                  <a:lnTo>
                    <a:pt x="447987" y="1104660"/>
                  </a:lnTo>
                  <a:lnTo>
                    <a:pt x="447978" y="1104655"/>
                  </a:lnTo>
                  <a:lnTo>
                    <a:pt x="447966" y="1104648"/>
                  </a:lnTo>
                  <a:lnTo>
                    <a:pt x="447958" y="1104645"/>
                  </a:lnTo>
                  <a:lnTo>
                    <a:pt x="447951" y="1104641"/>
                  </a:lnTo>
                  <a:lnTo>
                    <a:pt x="447943" y="1104636"/>
                  </a:lnTo>
                  <a:lnTo>
                    <a:pt x="447937" y="1104632"/>
                  </a:lnTo>
                  <a:lnTo>
                    <a:pt x="447930" y="1104626"/>
                  </a:lnTo>
                  <a:lnTo>
                    <a:pt x="447923" y="1104619"/>
                  </a:lnTo>
                  <a:lnTo>
                    <a:pt x="447918" y="1104614"/>
                  </a:lnTo>
                  <a:lnTo>
                    <a:pt x="447913" y="1104607"/>
                  </a:lnTo>
                  <a:lnTo>
                    <a:pt x="447909" y="1104601"/>
                  </a:lnTo>
                  <a:lnTo>
                    <a:pt x="447905" y="1104592"/>
                  </a:lnTo>
                  <a:lnTo>
                    <a:pt x="447902" y="1104588"/>
                  </a:lnTo>
                  <a:lnTo>
                    <a:pt x="447899" y="1104583"/>
                  </a:lnTo>
                  <a:lnTo>
                    <a:pt x="447894" y="1104577"/>
                  </a:lnTo>
                  <a:lnTo>
                    <a:pt x="447891" y="1104570"/>
                  </a:lnTo>
                  <a:lnTo>
                    <a:pt x="447888" y="1104564"/>
                  </a:lnTo>
                  <a:lnTo>
                    <a:pt x="447887" y="1104558"/>
                  </a:lnTo>
                  <a:lnTo>
                    <a:pt x="447886" y="1104553"/>
                  </a:lnTo>
                  <a:lnTo>
                    <a:pt x="447884" y="1104547"/>
                  </a:lnTo>
                  <a:lnTo>
                    <a:pt x="447882" y="1104541"/>
                  </a:lnTo>
                  <a:lnTo>
                    <a:pt x="447882" y="1104536"/>
                  </a:lnTo>
                  <a:lnTo>
                    <a:pt x="447883" y="1104532"/>
                  </a:lnTo>
                  <a:lnTo>
                    <a:pt x="447884" y="1104527"/>
                  </a:lnTo>
                  <a:lnTo>
                    <a:pt x="447886" y="1104522"/>
                  </a:lnTo>
                  <a:lnTo>
                    <a:pt x="447888" y="1104517"/>
                  </a:lnTo>
                  <a:lnTo>
                    <a:pt x="447890" y="1104511"/>
                  </a:lnTo>
                  <a:lnTo>
                    <a:pt x="447892" y="1104504"/>
                  </a:lnTo>
                  <a:lnTo>
                    <a:pt x="447894" y="1104499"/>
                  </a:lnTo>
                  <a:lnTo>
                    <a:pt x="447897" y="1104493"/>
                  </a:lnTo>
                  <a:lnTo>
                    <a:pt x="447899" y="1104486"/>
                  </a:lnTo>
                  <a:lnTo>
                    <a:pt x="447902" y="1104480"/>
                  </a:lnTo>
                  <a:lnTo>
                    <a:pt x="447905" y="1104475"/>
                  </a:lnTo>
                  <a:lnTo>
                    <a:pt x="447907" y="1104470"/>
                  </a:lnTo>
                  <a:lnTo>
                    <a:pt x="447908" y="1104465"/>
                  </a:lnTo>
                  <a:lnTo>
                    <a:pt x="447910" y="1104460"/>
                  </a:lnTo>
                  <a:lnTo>
                    <a:pt x="447912" y="1104455"/>
                  </a:lnTo>
                  <a:lnTo>
                    <a:pt x="447914" y="1104450"/>
                  </a:lnTo>
                  <a:lnTo>
                    <a:pt x="447916" y="1104446"/>
                  </a:lnTo>
                  <a:lnTo>
                    <a:pt x="447918" y="1104441"/>
                  </a:lnTo>
                  <a:lnTo>
                    <a:pt x="447920" y="1104435"/>
                  </a:lnTo>
                  <a:lnTo>
                    <a:pt x="447924" y="1104428"/>
                  </a:lnTo>
                  <a:lnTo>
                    <a:pt x="447929" y="1104418"/>
                  </a:lnTo>
                  <a:lnTo>
                    <a:pt x="447931" y="1104411"/>
                  </a:lnTo>
                  <a:lnTo>
                    <a:pt x="447935" y="1104406"/>
                  </a:lnTo>
                  <a:lnTo>
                    <a:pt x="447938" y="1104401"/>
                  </a:lnTo>
                  <a:lnTo>
                    <a:pt x="447942" y="1104397"/>
                  </a:lnTo>
                  <a:lnTo>
                    <a:pt x="447946" y="1104392"/>
                  </a:lnTo>
                  <a:lnTo>
                    <a:pt x="447950" y="1104387"/>
                  </a:lnTo>
                  <a:lnTo>
                    <a:pt x="447953" y="1104381"/>
                  </a:lnTo>
                  <a:lnTo>
                    <a:pt x="447955" y="1104376"/>
                  </a:lnTo>
                  <a:lnTo>
                    <a:pt x="447958" y="1104371"/>
                  </a:lnTo>
                  <a:lnTo>
                    <a:pt x="447960" y="1104366"/>
                  </a:lnTo>
                  <a:lnTo>
                    <a:pt x="447963" y="1104361"/>
                  </a:lnTo>
                  <a:lnTo>
                    <a:pt x="447967" y="1104357"/>
                  </a:lnTo>
                  <a:lnTo>
                    <a:pt x="447970" y="1104352"/>
                  </a:lnTo>
                  <a:lnTo>
                    <a:pt x="447973" y="1104348"/>
                  </a:lnTo>
                  <a:lnTo>
                    <a:pt x="447976" y="1104342"/>
                  </a:lnTo>
                  <a:lnTo>
                    <a:pt x="447979" y="1104337"/>
                  </a:lnTo>
                  <a:lnTo>
                    <a:pt x="447981" y="1104333"/>
                  </a:lnTo>
                  <a:lnTo>
                    <a:pt x="447983" y="1104329"/>
                  </a:lnTo>
                  <a:lnTo>
                    <a:pt x="447985" y="1104323"/>
                  </a:lnTo>
                  <a:lnTo>
                    <a:pt x="447986" y="1104317"/>
                  </a:lnTo>
                  <a:lnTo>
                    <a:pt x="447987" y="1104312"/>
                  </a:lnTo>
                  <a:lnTo>
                    <a:pt x="447991" y="1104301"/>
                  </a:lnTo>
                  <a:lnTo>
                    <a:pt x="447994" y="1104286"/>
                  </a:lnTo>
                  <a:lnTo>
                    <a:pt x="447996" y="1104276"/>
                  </a:lnTo>
                  <a:lnTo>
                    <a:pt x="447997" y="1104269"/>
                  </a:lnTo>
                  <a:lnTo>
                    <a:pt x="447998" y="1104261"/>
                  </a:lnTo>
                  <a:lnTo>
                    <a:pt x="447999" y="1104256"/>
                  </a:lnTo>
                  <a:lnTo>
                    <a:pt x="448001" y="1104251"/>
                  </a:lnTo>
                  <a:lnTo>
                    <a:pt x="448004" y="1104244"/>
                  </a:lnTo>
                  <a:lnTo>
                    <a:pt x="448009" y="1104235"/>
                  </a:lnTo>
                  <a:lnTo>
                    <a:pt x="448014" y="1104225"/>
                  </a:lnTo>
                  <a:lnTo>
                    <a:pt x="448020" y="1104214"/>
                  </a:lnTo>
                  <a:lnTo>
                    <a:pt x="448024" y="1104206"/>
                  </a:lnTo>
                  <a:lnTo>
                    <a:pt x="448027" y="1104199"/>
                  </a:lnTo>
                  <a:lnTo>
                    <a:pt x="448029" y="1104194"/>
                  </a:lnTo>
                  <a:lnTo>
                    <a:pt x="448030" y="1104185"/>
                  </a:lnTo>
                  <a:lnTo>
                    <a:pt x="448031" y="1104178"/>
                  </a:lnTo>
                  <a:lnTo>
                    <a:pt x="448031" y="1104173"/>
                  </a:lnTo>
                  <a:lnTo>
                    <a:pt x="448032" y="1104167"/>
                  </a:lnTo>
                  <a:lnTo>
                    <a:pt x="448033" y="1104163"/>
                  </a:lnTo>
                  <a:lnTo>
                    <a:pt x="448037" y="1104158"/>
                  </a:lnTo>
                  <a:lnTo>
                    <a:pt x="448044" y="1104151"/>
                  </a:lnTo>
                  <a:lnTo>
                    <a:pt x="448047" y="1104146"/>
                  </a:lnTo>
                  <a:lnTo>
                    <a:pt x="448058" y="1104137"/>
                  </a:lnTo>
                  <a:lnTo>
                    <a:pt x="448062" y="1104134"/>
                  </a:lnTo>
                  <a:lnTo>
                    <a:pt x="448071" y="1104126"/>
                  </a:lnTo>
                  <a:lnTo>
                    <a:pt x="448075" y="1104123"/>
                  </a:lnTo>
                  <a:lnTo>
                    <a:pt x="448077" y="1104118"/>
                  </a:lnTo>
                  <a:lnTo>
                    <a:pt x="448076" y="1104110"/>
                  </a:lnTo>
                  <a:lnTo>
                    <a:pt x="448075" y="1104103"/>
                  </a:lnTo>
                  <a:lnTo>
                    <a:pt x="448074" y="1104098"/>
                  </a:lnTo>
                  <a:lnTo>
                    <a:pt x="448073" y="1104092"/>
                  </a:lnTo>
                  <a:lnTo>
                    <a:pt x="448074" y="1104086"/>
                  </a:lnTo>
                  <a:lnTo>
                    <a:pt x="448075" y="1104080"/>
                  </a:lnTo>
                  <a:lnTo>
                    <a:pt x="448076" y="1104070"/>
                  </a:lnTo>
                  <a:lnTo>
                    <a:pt x="448075" y="1104063"/>
                  </a:lnTo>
                  <a:lnTo>
                    <a:pt x="448075" y="1104059"/>
                  </a:lnTo>
                  <a:lnTo>
                    <a:pt x="448075" y="1104052"/>
                  </a:lnTo>
                  <a:lnTo>
                    <a:pt x="448077" y="1104045"/>
                  </a:lnTo>
                  <a:lnTo>
                    <a:pt x="448079" y="1104038"/>
                  </a:lnTo>
                  <a:lnTo>
                    <a:pt x="448083" y="1104031"/>
                  </a:lnTo>
                  <a:lnTo>
                    <a:pt x="448087" y="1104026"/>
                  </a:lnTo>
                  <a:lnTo>
                    <a:pt x="448090" y="1104021"/>
                  </a:lnTo>
                  <a:lnTo>
                    <a:pt x="448094" y="1104014"/>
                  </a:lnTo>
                  <a:lnTo>
                    <a:pt x="448094" y="1104007"/>
                  </a:lnTo>
                  <a:lnTo>
                    <a:pt x="448093" y="1104002"/>
                  </a:lnTo>
                  <a:lnTo>
                    <a:pt x="448093" y="1103997"/>
                  </a:lnTo>
                  <a:lnTo>
                    <a:pt x="448093" y="1103992"/>
                  </a:lnTo>
                  <a:lnTo>
                    <a:pt x="448094" y="1103986"/>
                  </a:lnTo>
                  <a:lnTo>
                    <a:pt x="448096" y="1103980"/>
                  </a:lnTo>
                  <a:lnTo>
                    <a:pt x="448099" y="1103974"/>
                  </a:lnTo>
                  <a:lnTo>
                    <a:pt x="448101" y="1103968"/>
                  </a:lnTo>
                  <a:lnTo>
                    <a:pt x="448103" y="1103963"/>
                  </a:lnTo>
                  <a:lnTo>
                    <a:pt x="448105" y="1103956"/>
                  </a:lnTo>
                  <a:lnTo>
                    <a:pt x="448106" y="1103949"/>
                  </a:lnTo>
                  <a:lnTo>
                    <a:pt x="448108" y="1103944"/>
                  </a:lnTo>
                  <a:lnTo>
                    <a:pt x="448110" y="1103939"/>
                  </a:lnTo>
                  <a:lnTo>
                    <a:pt x="448113" y="1103934"/>
                  </a:lnTo>
                  <a:lnTo>
                    <a:pt x="448115" y="1103930"/>
                  </a:lnTo>
                  <a:lnTo>
                    <a:pt x="448117" y="1103925"/>
                  </a:lnTo>
                  <a:lnTo>
                    <a:pt x="448119" y="1103921"/>
                  </a:lnTo>
                  <a:lnTo>
                    <a:pt x="448121" y="1103915"/>
                  </a:lnTo>
                  <a:lnTo>
                    <a:pt x="448123" y="1103909"/>
                  </a:lnTo>
                  <a:lnTo>
                    <a:pt x="448124" y="1103904"/>
                  </a:lnTo>
                  <a:lnTo>
                    <a:pt x="448125" y="1103900"/>
                  </a:lnTo>
                  <a:lnTo>
                    <a:pt x="448127" y="1103894"/>
                  </a:lnTo>
                  <a:lnTo>
                    <a:pt x="448128" y="1103889"/>
                  </a:lnTo>
                  <a:lnTo>
                    <a:pt x="448129" y="1103883"/>
                  </a:lnTo>
                  <a:lnTo>
                    <a:pt x="448130" y="1103878"/>
                  </a:lnTo>
                  <a:lnTo>
                    <a:pt x="448132" y="1103870"/>
                  </a:lnTo>
                  <a:lnTo>
                    <a:pt x="448133" y="1103864"/>
                  </a:lnTo>
                  <a:lnTo>
                    <a:pt x="448134" y="1103859"/>
                  </a:lnTo>
                  <a:lnTo>
                    <a:pt x="448136" y="1103852"/>
                  </a:lnTo>
                  <a:lnTo>
                    <a:pt x="448137" y="1103844"/>
                  </a:lnTo>
                  <a:lnTo>
                    <a:pt x="448137" y="1103839"/>
                  </a:lnTo>
                  <a:lnTo>
                    <a:pt x="448135" y="1103834"/>
                  </a:lnTo>
                  <a:lnTo>
                    <a:pt x="448134" y="1103829"/>
                  </a:lnTo>
                  <a:lnTo>
                    <a:pt x="448134" y="1103823"/>
                  </a:lnTo>
                  <a:lnTo>
                    <a:pt x="448134" y="1103817"/>
                  </a:lnTo>
                  <a:lnTo>
                    <a:pt x="448133" y="1103811"/>
                  </a:lnTo>
                  <a:lnTo>
                    <a:pt x="448131" y="1103803"/>
                  </a:lnTo>
                  <a:lnTo>
                    <a:pt x="448129" y="1103797"/>
                  </a:lnTo>
                  <a:lnTo>
                    <a:pt x="448128" y="1103793"/>
                  </a:lnTo>
                  <a:lnTo>
                    <a:pt x="448127" y="1103786"/>
                  </a:lnTo>
                  <a:lnTo>
                    <a:pt x="448125" y="1103780"/>
                  </a:lnTo>
                  <a:lnTo>
                    <a:pt x="448124" y="1103773"/>
                  </a:lnTo>
                  <a:lnTo>
                    <a:pt x="448125" y="1103768"/>
                  </a:lnTo>
                  <a:lnTo>
                    <a:pt x="448127" y="1103762"/>
                  </a:lnTo>
                  <a:lnTo>
                    <a:pt x="448128" y="1103757"/>
                  </a:lnTo>
                  <a:lnTo>
                    <a:pt x="448126" y="1103752"/>
                  </a:lnTo>
                  <a:lnTo>
                    <a:pt x="448123" y="1103746"/>
                  </a:lnTo>
                  <a:lnTo>
                    <a:pt x="448121" y="1103740"/>
                  </a:lnTo>
                  <a:lnTo>
                    <a:pt x="448123" y="1103733"/>
                  </a:lnTo>
                  <a:lnTo>
                    <a:pt x="448126" y="1103729"/>
                  </a:lnTo>
                  <a:lnTo>
                    <a:pt x="448128" y="1103725"/>
                  </a:lnTo>
                  <a:lnTo>
                    <a:pt x="448130" y="1103719"/>
                  </a:lnTo>
                  <a:lnTo>
                    <a:pt x="448132" y="1103713"/>
                  </a:lnTo>
                  <a:lnTo>
                    <a:pt x="448133" y="1103707"/>
                  </a:lnTo>
                  <a:lnTo>
                    <a:pt x="448134" y="1103701"/>
                  </a:lnTo>
                  <a:lnTo>
                    <a:pt x="448136" y="1103696"/>
                  </a:lnTo>
                  <a:lnTo>
                    <a:pt x="448136" y="1103691"/>
                  </a:lnTo>
                  <a:lnTo>
                    <a:pt x="448137" y="1103686"/>
                  </a:lnTo>
                  <a:lnTo>
                    <a:pt x="448138" y="1103681"/>
                  </a:lnTo>
                  <a:lnTo>
                    <a:pt x="448140" y="1103676"/>
                  </a:lnTo>
                  <a:lnTo>
                    <a:pt x="448143" y="1103671"/>
                  </a:lnTo>
                  <a:lnTo>
                    <a:pt x="448146" y="1103668"/>
                  </a:lnTo>
                  <a:lnTo>
                    <a:pt x="448149" y="1103664"/>
                  </a:lnTo>
                  <a:lnTo>
                    <a:pt x="448151" y="1103659"/>
                  </a:lnTo>
                  <a:lnTo>
                    <a:pt x="448153" y="1103651"/>
                  </a:lnTo>
                  <a:lnTo>
                    <a:pt x="448154" y="1103646"/>
                  </a:lnTo>
                  <a:lnTo>
                    <a:pt x="448157" y="1103640"/>
                  </a:lnTo>
                  <a:lnTo>
                    <a:pt x="448160" y="1103633"/>
                  </a:lnTo>
                  <a:lnTo>
                    <a:pt x="448162" y="1103626"/>
                  </a:lnTo>
                  <a:lnTo>
                    <a:pt x="448165" y="1103619"/>
                  </a:lnTo>
                  <a:lnTo>
                    <a:pt x="448167" y="1103612"/>
                  </a:lnTo>
                  <a:lnTo>
                    <a:pt x="448168" y="1103607"/>
                  </a:lnTo>
                  <a:lnTo>
                    <a:pt x="448169" y="1103602"/>
                  </a:lnTo>
                  <a:lnTo>
                    <a:pt x="448170" y="1103597"/>
                  </a:lnTo>
                  <a:lnTo>
                    <a:pt x="448172" y="1103591"/>
                  </a:lnTo>
                  <a:lnTo>
                    <a:pt x="448173" y="1103584"/>
                  </a:lnTo>
                  <a:lnTo>
                    <a:pt x="448175" y="1103577"/>
                  </a:lnTo>
                  <a:lnTo>
                    <a:pt x="448178" y="1103570"/>
                  </a:lnTo>
                  <a:lnTo>
                    <a:pt x="448180" y="1103564"/>
                  </a:lnTo>
                  <a:lnTo>
                    <a:pt x="448184" y="1103557"/>
                  </a:lnTo>
                  <a:lnTo>
                    <a:pt x="448188" y="1103554"/>
                  </a:lnTo>
                  <a:lnTo>
                    <a:pt x="448195" y="1103550"/>
                  </a:lnTo>
                  <a:lnTo>
                    <a:pt x="448205" y="1103546"/>
                  </a:lnTo>
                  <a:lnTo>
                    <a:pt x="448228" y="1103541"/>
                  </a:lnTo>
                  <a:lnTo>
                    <a:pt x="448234" y="1103540"/>
                  </a:lnTo>
                  <a:lnTo>
                    <a:pt x="448244" y="1103538"/>
                  </a:lnTo>
                  <a:lnTo>
                    <a:pt x="448271" y="1103532"/>
                  </a:lnTo>
                  <a:lnTo>
                    <a:pt x="448292" y="1103527"/>
                  </a:lnTo>
                  <a:lnTo>
                    <a:pt x="448311" y="1103518"/>
                  </a:lnTo>
                  <a:lnTo>
                    <a:pt x="448317" y="1103510"/>
                  </a:lnTo>
                  <a:lnTo>
                    <a:pt x="448321" y="1103499"/>
                  </a:lnTo>
                  <a:lnTo>
                    <a:pt x="448327" y="1103487"/>
                  </a:lnTo>
                  <a:lnTo>
                    <a:pt x="448331" y="1103478"/>
                  </a:lnTo>
                  <a:lnTo>
                    <a:pt x="448337" y="1103471"/>
                  </a:lnTo>
                  <a:lnTo>
                    <a:pt x="448346" y="1103461"/>
                  </a:lnTo>
                  <a:lnTo>
                    <a:pt x="448362" y="1103447"/>
                  </a:lnTo>
                  <a:lnTo>
                    <a:pt x="448393" y="1103427"/>
                  </a:lnTo>
                  <a:lnTo>
                    <a:pt x="448405" y="1103415"/>
                  </a:lnTo>
                  <a:lnTo>
                    <a:pt x="448421" y="1103399"/>
                  </a:lnTo>
                  <a:lnTo>
                    <a:pt x="448425" y="1103395"/>
                  </a:lnTo>
                  <a:lnTo>
                    <a:pt x="448438" y="1103336"/>
                  </a:lnTo>
                  <a:lnTo>
                    <a:pt x="448439" y="1103329"/>
                  </a:lnTo>
                  <a:lnTo>
                    <a:pt x="448440" y="1103322"/>
                  </a:lnTo>
                  <a:lnTo>
                    <a:pt x="448440" y="1103317"/>
                  </a:lnTo>
                  <a:lnTo>
                    <a:pt x="448439" y="1103304"/>
                  </a:lnTo>
                  <a:lnTo>
                    <a:pt x="448439" y="1103298"/>
                  </a:lnTo>
                  <a:lnTo>
                    <a:pt x="448438" y="1103292"/>
                  </a:lnTo>
                  <a:lnTo>
                    <a:pt x="448437" y="1103285"/>
                  </a:lnTo>
                  <a:lnTo>
                    <a:pt x="448436" y="1103274"/>
                  </a:lnTo>
                  <a:lnTo>
                    <a:pt x="448435" y="1103254"/>
                  </a:lnTo>
                  <a:lnTo>
                    <a:pt x="448434" y="1103246"/>
                  </a:lnTo>
                  <a:lnTo>
                    <a:pt x="448433" y="1103239"/>
                  </a:lnTo>
                  <a:lnTo>
                    <a:pt x="448427" y="1103210"/>
                  </a:lnTo>
                  <a:lnTo>
                    <a:pt x="448423" y="1103192"/>
                  </a:lnTo>
                  <a:lnTo>
                    <a:pt x="448418" y="1103162"/>
                  </a:lnTo>
                  <a:lnTo>
                    <a:pt x="448413" y="1103141"/>
                  </a:lnTo>
                  <a:lnTo>
                    <a:pt x="448411" y="1103129"/>
                  </a:lnTo>
                  <a:lnTo>
                    <a:pt x="448409" y="1103116"/>
                  </a:lnTo>
                  <a:lnTo>
                    <a:pt x="448409" y="1103111"/>
                  </a:lnTo>
                  <a:lnTo>
                    <a:pt x="448409" y="1103104"/>
                  </a:lnTo>
                  <a:lnTo>
                    <a:pt x="448409" y="1103094"/>
                  </a:lnTo>
                  <a:lnTo>
                    <a:pt x="448410" y="1103088"/>
                  </a:lnTo>
                  <a:lnTo>
                    <a:pt x="448411" y="1103080"/>
                  </a:lnTo>
                  <a:lnTo>
                    <a:pt x="448412" y="1103076"/>
                  </a:lnTo>
                  <a:lnTo>
                    <a:pt x="448414" y="1103066"/>
                  </a:lnTo>
                  <a:lnTo>
                    <a:pt x="448418" y="1103053"/>
                  </a:lnTo>
                  <a:lnTo>
                    <a:pt x="448420" y="1103046"/>
                  </a:lnTo>
                  <a:lnTo>
                    <a:pt x="448424" y="1103035"/>
                  </a:lnTo>
                  <a:lnTo>
                    <a:pt x="448433" y="1103016"/>
                  </a:lnTo>
                  <a:lnTo>
                    <a:pt x="448438" y="1103004"/>
                  </a:lnTo>
                  <a:lnTo>
                    <a:pt x="448440" y="1102997"/>
                  </a:lnTo>
                  <a:lnTo>
                    <a:pt x="448441" y="1102992"/>
                  </a:lnTo>
                  <a:lnTo>
                    <a:pt x="448443" y="1102983"/>
                  </a:lnTo>
                  <a:lnTo>
                    <a:pt x="448443" y="1102978"/>
                  </a:lnTo>
                  <a:lnTo>
                    <a:pt x="448444" y="1102967"/>
                  </a:lnTo>
                  <a:lnTo>
                    <a:pt x="448444" y="1102958"/>
                  </a:lnTo>
                  <a:lnTo>
                    <a:pt x="448444" y="1102951"/>
                  </a:lnTo>
                  <a:lnTo>
                    <a:pt x="448444" y="1102946"/>
                  </a:lnTo>
                  <a:lnTo>
                    <a:pt x="448443" y="1102937"/>
                  </a:lnTo>
                  <a:lnTo>
                    <a:pt x="448442" y="1102926"/>
                  </a:lnTo>
                  <a:lnTo>
                    <a:pt x="448440" y="1102918"/>
                  </a:lnTo>
                  <a:lnTo>
                    <a:pt x="448439" y="1102910"/>
                  </a:lnTo>
                  <a:lnTo>
                    <a:pt x="448435" y="1102892"/>
                  </a:lnTo>
                  <a:lnTo>
                    <a:pt x="448434" y="1102887"/>
                  </a:lnTo>
                  <a:lnTo>
                    <a:pt x="448432" y="1102882"/>
                  </a:lnTo>
                  <a:lnTo>
                    <a:pt x="448426" y="1102864"/>
                  </a:lnTo>
                  <a:lnTo>
                    <a:pt x="448423" y="1102853"/>
                  </a:lnTo>
                  <a:lnTo>
                    <a:pt x="448421" y="1102845"/>
                  </a:lnTo>
                  <a:lnTo>
                    <a:pt x="448419" y="1102836"/>
                  </a:lnTo>
                  <a:lnTo>
                    <a:pt x="448415" y="1102819"/>
                  </a:lnTo>
                  <a:lnTo>
                    <a:pt x="448415" y="1102812"/>
                  </a:lnTo>
                  <a:lnTo>
                    <a:pt x="448414" y="1102806"/>
                  </a:lnTo>
                  <a:lnTo>
                    <a:pt x="448413" y="1102800"/>
                  </a:lnTo>
                  <a:lnTo>
                    <a:pt x="448411" y="1102794"/>
                  </a:lnTo>
                  <a:lnTo>
                    <a:pt x="448411" y="1102789"/>
                  </a:lnTo>
                  <a:lnTo>
                    <a:pt x="448411" y="1102781"/>
                  </a:lnTo>
                  <a:lnTo>
                    <a:pt x="448415" y="1102776"/>
                  </a:lnTo>
                  <a:lnTo>
                    <a:pt x="448421" y="1102772"/>
                  </a:lnTo>
                  <a:lnTo>
                    <a:pt x="448426" y="1102769"/>
                  </a:lnTo>
                  <a:lnTo>
                    <a:pt x="448433" y="1102766"/>
                  </a:lnTo>
                  <a:lnTo>
                    <a:pt x="448437" y="1102764"/>
                  </a:lnTo>
                  <a:lnTo>
                    <a:pt x="448442" y="1102762"/>
                  </a:lnTo>
                  <a:lnTo>
                    <a:pt x="448447" y="1102760"/>
                  </a:lnTo>
                  <a:lnTo>
                    <a:pt x="448453" y="1102758"/>
                  </a:lnTo>
                  <a:lnTo>
                    <a:pt x="448460" y="1102756"/>
                  </a:lnTo>
                  <a:lnTo>
                    <a:pt x="448467" y="1102752"/>
                  </a:lnTo>
                  <a:lnTo>
                    <a:pt x="448474" y="1102744"/>
                  </a:lnTo>
                  <a:lnTo>
                    <a:pt x="448480" y="1102736"/>
                  </a:lnTo>
                  <a:lnTo>
                    <a:pt x="448487" y="1102728"/>
                  </a:lnTo>
                  <a:lnTo>
                    <a:pt x="448492" y="1102720"/>
                  </a:lnTo>
                  <a:lnTo>
                    <a:pt x="448494" y="1102716"/>
                  </a:lnTo>
                  <a:lnTo>
                    <a:pt x="448496" y="1102710"/>
                  </a:lnTo>
                  <a:lnTo>
                    <a:pt x="448493" y="1102704"/>
                  </a:lnTo>
                  <a:lnTo>
                    <a:pt x="448495" y="1102695"/>
                  </a:lnTo>
                  <a:lnTo>
                    <a:pt x="448499" y="1102690"/>
                  </a:lnTo>
                  <a:lnTo>
                    <a:pt x="448502" y="1102687"/>
                  </a:lnTo>
                  <a:lnTo>
                    <a:pt x="448507" y="1102685"/>
                  </a:lnTo>
                  <a:lnTo>
                    <a:pt x="448513" y="1102683"/>
                  </a:lnTo>
                  <a:lnTo>
                    <a:pt x="448518" y="1102681"/>
                  </a:lnTo>
                  <a:lnTo>
                    <a:pt x="448522" y="1102680"/>
                  </a:lnTo>
                  <a:lnTo>
                    <a:pt x="448525" y="1102677"/>
                  </a:lnTo>
                  <a:lnTo>
                    <a:pt x="448527" y="1102669"/>
                  </a:lnTo>
                  <a:lnTo>
                    <a:pt x="448532" y="1102662"/>
                  </a:lnTo>
                  <a:lnTo>
                    <a:pt x="448537" y="1102657"/>
                  </a:lnTo>
                  <a:lnTo>
                    <a:pt x="448540" y="1102652"/>
                  </a:lnTo>
                  <a:lnTo>
                    <a:pt x="448543" y="1102646"/>
                  </a:lnTo>
                  <a:lnTo>
                    <a:pt x="448549" y="1102640"/>
                  </a:lnTo>
                  <a:lnTo>
                    <a:pt x="448554" y="1102633"/>
                  </a:lnTo>
                  <a:lnTo>
                    <a:pt x="448556" y="1102629"/>
                  </a:lnTo>
                  <a:lnTo>
                    <a:pt x="448559" y="1102625"/>
                  </a:lnTo>
                  <a:lnTo>
                    <a:pt x="448565" y="1102621"/>
                  </a:lnTo>
                  <a:lnTo>
                    <a:pt x="448570" y="1102618"/>
                  </a:lnTo>
                  <a:lnTo>
                    <a:pt x="448575" y="1102614"/>
                  </a:lnTo>
                  <a:lnTo>
                    <a:pt x="448579" y="1102612"/>
                  </a:lnTo>
                  <a:lnTo>
                    <a:pt x="448584" y="1102608"/>
                  </a:lnTo>
                  <a:lnTo>
                    <a:pt x="448589" y="1102604"/>
                  </a:lnTo>
                  <a:lnTo>
                    <a:pt x="448593" y="1102601"/>
                  </a:lnTo>
                  <a:lnTo>
                    <a:pt x="448599" y="1102598"/>
                  </a:lnTo>
                  <a:lnTo>
                    <a:pt x="448605" y="1102593"/>
                  </a:lnTo>
                  <a:lnTo>
                    <a:pt x="448608" y="1102589"/>
                  </a:lnTo>
                  <a:lnTo>
                    <a:pt x="448610" y="1102584"/>
                  </a:lnTo>
                  <a:lnTo>
                    <a:pt x="448611" y="1102577"/>
                  </a:lnTo>
                  <a:lnTo>
                    <a:pt x="448613" y="1102571"/>
                  </a:lnTo>
                  <a:lnTo>
                    <a:pt x="448614" y="1102565"/>
                  </a:lnTo>
                  <a:lnTo>
                    <a:pt x="448614" y="1102557"/>
                  </a:lnTo>
                  <a:lnTo>
                    <a:pt x="448614" y="1102551"/>
                  </a:lnTo>
                  <a:lnTo>
                    <a:pt x="448612" y="1102544"/>
                  </a:lnTo>
                  <a:lnTo>
                    <a:pt x="448610" y="1102537"/>
                  </a:lnTo>
                  <a:lnTo>
                    <a:pt x="448609" y="1102531"/>
                  </a:lnTo>
                  <a:lnTo>
                    <a:pt x="448607" y="1102525"/>
                  </a:lnTo>
                  <a:lnTo>
                    <a:pt x="448604" y="1102519"/>
                  </a:lnTo>
                  <a:lnTo>
                    <a:pt x="448601" y="1102514"/>
                  </a:lnTo>
                  <a:lnTo>
                    <a:pt x="448599" y="1102507"/>
                  </a:lnTo>
                  <a:lnTo>
                    <a:pt x="448597" y="1102500"/>
                  </a:lnTo>
                  <a:lnTo>
                    <a:pt x="448596" y="1102495"/>
                  </a:lnTo>
                  <a:lnTo>
                    <a:pt x="448595" y="1102490"/>
                  </a:lnTo>
                  <a:lnTo>
                    <a:pt x="448592" y="1102484"/>
                  </a:lnTo>
                  <a:lnTo>
                    <a:pt x="448590" y="1102477"/>
                  </a:lnTo>
                  <a:lnTo>
                    <a:pt x="448590" y="1102471"/>
                  </a:lnTo>
                  <a:lnTo>
                    <a:pt x="448589" y="1102465"/>
                  </a:lnTo>
                  <a:lnTo>
                    <a:pt x="448588" y="1102460"/>
                  </a:lnTo>
                  <a:lnTo>
                    <a:pt x="448587" y="1102455"/>
                  </a:lnTo>
                  <a:lnTo>
                    <a:pt x="448585" y="1102450"/>
                  </a:lnTo>
                  <a:lnTo>
                    <a:pt x="448585" y="1102445"/>
                  </a:lnTo>
                  <a:lnTo>
                    <a:pt x="448585" y="1102438"/>
                  </a:lnTo>
                  <a:lnTo>
                    <a:pt x="448584" y="1102430"/>
                  </a:lnTo>
                  <a:lnTo>
                    <a:pt x="448581" y="1102425"/>
                  </a:lnTo>
                  <a:lnTo>
                    <a:pt x="448579" y="1102421"/>
                  </a:lnTo>
                  <a:lnTo>
                    <a:pt x="448578" y="1102417"/>
                  </a:lnTo>
                  <a:lnTo>
                    <a:pt x="448576" y="1102412"/>
                  </a:lnTo>
                  <a:lnTo>
                    <a:pt x="448575" y="1102406"/>
                  </a:lnTo>
                  <a:lnTo>
                    <a:pt x="448573" y="1102401"/>
                  </a:lnTo>
                  <a:lnTo>
                    <a:pt x="448571" y="1102394"/>
                  </a:lnTo>
                  <a:lnTo>
                    <a:pt x="448570" y="1102388"/>
                  </a:lnTo>
                  <a:lnTo>
                    <a:pt x="448567" y="1102382"/>
                  </a:lnTo>
                  <a:lnTo>
                    <a:pt x="448564" y="1102373"/>
                  </a:lnTo>
                  <a:lnTo>
                    <a:pt x="448562" y="1102367"/>
                  </a:lnTo>
                  <a:lnTo>
                    <a:pt x="448558" y="1102359"/>
                  </a:lnTo>
                  <a:lnTo>
                    <a:pt x="448556" y="1102354"/>
                  </a:lnTo>
                  <a:lnTo>
                    <a:pt x="448554" y="1102346"/>
                  </a:lnTo>
                  <a:lnTo>
                    <a:pt x="448550" y="1102341"/>
                  </a:lnTo>
                  <a:lnTo>
                    <a:pt x="448546" y="1102336"/>
                  </a:lnTo>
                  <a:lnTo>
                    <a:pt x="448542" y="1102332"/>
                  </a:lnTo>
                  <a:lnTo>
                    <a:pt x="448539" y="1102329"/>
                  </a:lnTo>
                  <a:lnTo>
                    <a:pt x="448535" y="1102326"/>
                  </a:lnTo>
                  <a:lnTo>
                    <a:pt x="448531" y="1102322"/>
                  </a:lnTo>
                  <a:lnTo>
                    <a:pt x="448526" y="1102315"/>
                  </a:lnTo>
                  <a:lnTo>
                    <a:pt x="448520" y="1102308"/>
                  </a:lnTo>
                  <a:lnTo>
                    <a:pt x="448514" y="1102301"/>
                  </a:lnTo>
                  <a:lnTo>
                    <a:pt x="448508" y="1102295"/>
                  </a:lnTo>
                  <a:lnTo>
                    <a:pt x="448502" y="1102293"/>
                  </a:lnTo>
                  <a:lnTo>
                    <a:pt x="448495" y="1102291"/>
                  </a:lnTo>
                  <a:lnTo>
                    <a:pt x="448491" y="1102289"/>
                  </a:lnTo>
                  <a:lnTo>
                    <a:pt x="448486" y="1102289"/>
                  </a:lnTo>
                  <a:lnTo>
                    <a:pt x="448481" y="1102287"/>
                  </a:lnTo>
                  <a:lnTo>
                    <a:pt x="448475" y="1102285"/>
                  </a:lnTo>
                  <a:lnTo>
                    <a:pt x="448470" y="1102280"/>
                  </a:lnTo>
                  <a:lnTo>
                    <a:pt x="448467" y="1102277"/>
                  </a:lnTo>
                  <a:lnTo>
                    <a:pt x="448463" y="1102273"/>
                  </a:lnTo>
                  <a:lnTo>
                    <a:pt x="448459" y="1102269"/>
                  </a:lnTo>
                  <a:lnTo>
                    <a:pt x="448454" y="1102265"/>
                  </a:lnTo>
                  <a:lnTo>
                    <a:pt x="448449" y="1102261"/>
                  </a:lnTo>
                  <a:lnTo>
                    <a:pt x="448446" y="1102258"/>
                  </a:lnTo>
                  <a:lnTo>
                    <a:pt x="448442" y="1102252"/>
                  </a:lnTo>
                  <a:lnTo>
                    <a:pt x="448436" y="1102248"/>
                  </a:lnTo>
                  <a:lnTo>
                    <a:pt x="448428" y="1102243"/>
                  </a:lnTo>
                  <a:lnTo>
                    <a:pt x="448424" y="1102239"/>
                  </a:lnTo>
                  <a:lnTo>
                    <a:pt x="448421" y="1102236"/>
                  </a:lnTo>
                  <a:lnTo>
                    <a:pt x="448418" y="1102231"/>
                  </a:lnTo>
                  <a:lnTo>
                    <a:pt x="448415" y="1102225"/>
                  </a:lnTo>
                  <a:lnTo>
                    <a:pt x="448413" y="1102220"/>
                  </a:lnTo>
                  <a:lnTo>
                    <a:pt x="448411" y="1102214"/>
                  </a:lnTo>
                  <a:lnTo>
                    <a:pt x="448409" y="1102207"/>
                  </a:lnTo>
                  <a:lnTo>
                    <a:pt x="448407" y="1102201"/>
                  </a:lnTo>
                  <a:lnTo>
                    <a:pt x="448403" y="1102197"/>
                  </a:lnTo>
                  <a:lnTo>
                    <a:pt x="448400" y="1102194"/>
                  </a:lnTo>
                  <a:lnTo>
                    <a:pt x="448396" y="1102192"/>
                  </a:lnTo>
                  <a:lnTo>
                    <a:pt x="448391" y="1102188"/>
                  </a:lnTo>
                  <a:lnTo>
                    <a:pt x="448387" y="1102185"/>
                  </a:lnTo>
                  <a:lnTo>
                    <a:pt x="448381" y="1102184"/>
                  </a:lnTo>
                  <a:lnTo>
                    <a:pt x="448372" y="1102184"/>
                  </a:lnTo>
                  <a:lnTo>
                    <a:pt x="448363" y="1102182"/>
                  </a:lnTo>
                  <a:lnTo>
                    <a:pt x="448356" y="1102178"/>
                  </a:lnTo>
                  <a:lnTo>
                    <a:pt x="448347" y="1102171"/>
                  </a:lnTo>
                  <a:lnTo>
                    <a:pt x="448341" y="1102164"/>
                  </a:lnTo>
                  <a:lnTo>
                    <a:pt x="448339" y="1102158"/>
                  </a:lnTo>
                  <a:lnTo>
                    <a:pt x="448338" y="1102150"/>
                  </a:lnTo>
                  <a:lnTo>
                    <a:pt x="448338" y="1102143"/>
                  </a:lnTo>
                  <a:lnTo>
                    <a:pt x="448338" y="1102135"/>
                  </a:lnTo>
                  <a:lnTo>
                    <a:pt x="448338" y="1102125"/>
                  </a:lnTo>
                  <a:lnTo>
                    <a:pt x="448338" y="1102119"/>
                  </a:lnTo>
                  <a:lnTo>
                    <a:pt x="448334" y="1102106"/>
                  </a:lnTo>
                  <a:lnTo>
                    <a:pt x="448325" y="1102085"/>
                  </a:lnTo>
                  <a:lnTo>
                    <a:pt x="448317" y="1102066"/>
                  </a:lnTo>
                  <a:lnTo>
                    <a:pt x="448289" y="1102011"/>
                  </a:lnTo>
                  <a:lnTo>
                    <a:pt x="448269" y="1101970"/>
                  </a:lnTo>
                  <a:lnTo>
                    <a:pt x="448235" y="1101908"/>
                  </a:lnTo>
                  <a:lnTo>
                    <a:pt x="448232" y="1101902"/>
                  </a:lnTo>
                  <a:lnTo>
                    <a:pt x="448227" y="1101892"/>
                  </a:lnTo>
                  <a:lnTo>
                    <a:pt x="448217" y="1101872"/>
                  </a:lnTo>
                  <a:lnTo>
                    <a:pt x="448200" y="1101828"/>
                  </a:lnTo>
                  <a:lnTo>
                    <a:pt x="448196" y="1101812"/>
                  </a:lnTo>
                  <a:lnTo>
                    <a:pt x="448195" y="1101800"/>
                  </a:lnTo>
                  <a:lnTo>
                    <a:pt x="448198" y="1101778"/>
                  </a:lnTo>
                  <a:lnTo>
                    <a:pt x="448199" y="1101767"/>
                  </a:lnTo>
                  <a:lnTo>
                    <a:pt x="448203" y="1101742"/>
                  </a:lnTo>
                  <a:lnTo>
                    <a:pt x="448205" y="1101732"/>
                  </a:lnTo>
                  <a:lnTo>
                    <a:pt x="448207" y="1101721"/>
                  </a:lnTo>
                  <a:lnTo>
                    <a:pt x="448216" y="1101700"/>
                  </a:lnTo>
                  <a:lnTo>
                    <a:pt x="448223" y="1101683"/>
                  </a:lnTo>
                  <a:lnTo>
                    <a:pt x="448242" y="1101636"/>
                  </a:lnTo>
                  <a:lnTo>
                    <a:pt x="448253" y="1101603"/>
                  </a:lnTo>
                  <a:lnTo>
                    <a:pt x="448257" y="1101588"/>
                  </a:lnTo>
                  <a:lnTo>
                    <a:pt x="448259" y="1101578"/>
                  </a:lnTo>
                  <a:lnTo>
                    <a:pt x="448263" y="1101560"/>
                  </a:lnTo>
                  <a:lnTo>
                    <a:pt x="448265" y="1101536"/>
                  </a:lnTo>
                  <a:lnTo>
                    <a:pt x="448266" y="1101513"/>
                  </a:lnTo>
                  <a:lnTo>
                    <a:pt x="448265" y="1101502"/>
                  </a:lnTo>
                  <a:lnTo>
                    <a:pt x="448263" y="1101492"/>
                  </a:lnTo>
                  <a:lnTo>
                    <a:pt x="448255" y="1101470"/>
                  </a:lnTo>
                  <a:lnTo>
                    <a:pt x="448243" y="1101443"/>
                  </a:lnTo>
                  <a:lnTo>
                    <a:pt x="448232" y="1101417"/>
                  </a:lnTo>
                  <a:lnTo>
                    <a:pt x="448223" y="1101395"/>
                  </a:lnTo>
                  <a:lnTo>
                    <a:pt x="448207" y="1101362"/>
                  </a:lnTo>
                  <a:lnTo>
                    <a:pt x="448201" y="1101349"/>
                  </a:lnTo>
                  <a:lnTo>
                    <a:pt x="448197" y="1101337"/>
                  </a:lnTo>
                  <a:lnTo>
                    <a:pt x="448194" y="1101321"/>
                  </a:lnTo>
                  <a:lnTo>
                    <a:pt x="448190" y="1101299"/>
                  </a:lnTo>
                  <a:lnTo>
                    <a:pt x="448183" y="1101269"/>
                  </a:lnTo>
                  <a:lnTo>
                    <a:pt x="448181" y="1101249"/>
                  </a:lnTo>
                  <a:lnTo>
                    <a:pt x="448182" y="1101230"/>
                  </a:lnTo>
                  <a:lnTo>
                    <a:pt x="448187" y="1101205"/>
                  </a:lnTo>
                  <a:lnTo>
                    <a:pt x="448185" y="1101197"/>
                  </a:lnTo>
                  <a:lnTo>
                    <a:pt x="448184" y="1101193"/>
                  </a:lnTo>
                  <a:lnTo>
                    <a:pt x="448179" y="1101182"/>
                  </a:lnTo>
                  <a:lnTo>
                    <a:pt x="448166" y="1101155"/>
                  </a:lnTo>
                  <a:lnTo>
                    <a:pt x="448159" y="1101139"/>
                  </a:lnTo>
                  <a:lnTo>
                    <a:pt x="448148" y="1101115"/>
                  </a:lnTo>
                  <a:lnTo>
                    <a:pt x="448145" y="1101109"/>
                  </a:lnTo>
                  <a:lnTo>
                    <a:pt x="448125" y="1101060"/>
                  </a:lnTo>
                  <a:lnTo>
                    <a:pt x="448121" y="1101052"/>
                  </a:lnTo>
                  <a:lnTo>
                    <a:pt x="448119" y="1101045"/>
                  </a:lnTo>
                  <a:lnTo>
                    <a:pt x="448111" y="1101026"/>
                  </a:lnTo>
                  <a:lnTo>
                    <a:pt x="448106" y="1101012"/>
                  </a:lnTo>
                  <a:lnTo>
                    <a:pt x="448101" y="1100989"/>
                  </a:lnTo>
                  <a:lnTo>
                    <a:pt x="448099" y="1100971"/>
                  </a:lnTo>
                  <a:lnTo>
                    <a:pt x="448099" y="1100960"/>
                  </a:lnTo>
                  <a:lnTo>
                    <a:pt x="448100" y="1100946"/>
                  </a:lnTo>
                  <a:lnTo>
                    <a:pt x="448104" y="1100916"/>
                  </a:lnTo>
                  <a:lnTo>
                    <a:pt x="448105" y="1100898"/>
                  </a:lnTo>
                  <a:lnTo>
                    <a:pt x="448104" y="1100884"/>
                  </a:lnTo>
                  <a:lnTo>
                    <a:pt x="448102" y="1100876"/>
                  </a:lnTo>
                  <a:lnTo>
                    <a:pt x="448098" y="1100862"/>
                  </a:lnTo>
                  <a:lnTo>
                    <a:pt x="448091" y="1100845"/>
                  </a:lnTo>
                  <a:lnTo>
                    <a:pt x="448087" y="1100830"/>
                  </a:lnTo>
                  <a:lnTo>
                    <a:pt x="448084" y="1100817"/>
                  </a:lnTo>
                  <a:lnTo>
                    <a:pt x="448083" y="1100810"/>
                  </a:lnTo>
                  <a:lnTo>
                    <a:pt x="448082" y="1100802"/>
                  </a:lnTo>
                  <a:lnTo>
                    <a:pt x="448081" y="1100788"/>
                  </a:lnTo>
                  <a:lnTo>
                    <a:pt x="448079" y="1100775"/>
                  </a:lnTo>
                  <a:lnTo>
                    <a:pt x="448076" y="1100765"/>
                  </a:lnTo>
                  <a:lnTo>
                    <a:pt x="448072" y="1100757"/>
                  </a:lnTo>
                  <a:lnTo>
                    <a:pt x="448068" y="1100749"/>
                  </a:lnTo>
                  <a:lnTo>
                    <a:pt x="448066" y="1100738"/>
                  </a:lnTo>
                  <a:lnTo>
                    <a:pt x="448068" y="1100724"/>
                  </a:lnTo>
                  <a:lnTo>
                    <a:pt x="448076" y="1100700"/>
                  </a:lnTo>
                  <a:lnTo>
                    <a:pt x="448082" y="1100683"/>
                  </a:lnTo>
                  <a:lnTo>
                    <a:pt x="448091" y="1100667"/>
                  </a:lnTo>
                  <a:lnTo>
                    <a:pt x="448097" y="1100652"/>
                  </a:lnTo>
                  <a:lnTo>
                    <a:pt x="448098" y="1100640"/>
                  </a:lnTo>
                  <a:lnTo>
                    <a:pt x="448098" y="1100631"/>
                  </a:lnTo>
                  <a:lnTo>
                    <a:pt x="448096" y="1100621"/>
                  </a:lnTo>
                  <a:lnTo>
                    <a:pt x="448087" y="1100604"/>
                  </a:lnTo>
                  <a:lnTo>
                    <a:pt x="448079" y="1100596"/>
                  </a:lnTo>
                  <a:lnTo>
                    <a:pt x="448076" y="1100593"/>
                  </a:lnTo>
                  <a:lnTo>
                    <a:pt x="448073" y="1100588"/>
                  </a:lnTo>
                  <a:lnTo>
                    <a:pt x="448071" y="1100581"/>
                  </a:lnTo>
                  <a:lnTo>
                    <a:pt x="448069" y="1100573"/>
                  </a:lnTo>
                  <a:lnTo>
                    <a:pt x="448067" y="1100563"/>
                  </a:lnTo>
                  <a:lnTo>
                    <a:pt x="448066" y="1100555"/>
                  </a:lnTo>
                  <a:lnTo>
                    <a:pt x="448066" y="1100547"/>
                  </a:lnTo>
                  <a:lnTo>
                    <a:pt x="448068" y="1100543"/>
                  </a:lnTo>
                  <a:lnTo>
                    <a:pt x="448071" y="1100540"/>
                  </a:lnTo>
                  <a:lnTo>
                    <a:pt x="448077" y="1100537"/>
                  </a:lnTo>
                  <a:lnTo>
                    <a:pt x="448085" y="1100534"/>
                  </a:lnTo>
                  <a:lnTo>
                    <a:pt x="448093" y="1100530"/>
                  </a:lnTo>
                  <a:lnTo>
                    <a:pt x="448095" y="1100509"/>
                  </a:lnTo>
                  <a:lnTo>
                    <a:pt x="448095" y="1100484"/>
                  </a:lnTo>
                  <a:lnTo>
                    <a:pt x="448098" y="1100441"/>
                  </a:lnTo>
                  <a:lnTo>
                    <a:pt x="448101" y="1100423"/>
                  </a:lnTo>
                  <a:lnTo>
                    <a:pt x="448106" y="1100410"/>
                  </a:lnTo>
                  <a:lnTo>
                    <a:pt x="448114" y="1100399"/>
                  </a:lnTo>
                  <a:lnTo>
                    <a:pt x="448124" y="1100390"/>
                  </a:lnTo>
                  <a:lnTo>
                    <a:pt x="448134" y="1100380"/>
                  </a:lnTo>
                  <a:lnTo>
                    <a:pt x="448137" y="1100371"/>
                  </a:lnTo>
                  <a:lnTo>
                    <a:pt x="448137" y="1100358"/>
                  </a:lnTo>
                  <a:lnTo>
                    <a:pt x="448136" y="1100338"/>
                  </a:lnTo>
                  <a:lnTo>
                    <a:pt x="448138" y="1100328"/>
                  </a:lnTo>
                  <a:lnTo>
                    <a:pt x="448145" y="1100316"/>
                  </a:lnTo>
                  <a:lnTo>
                    <a:pt x="448146" y="1100310"/>
                  </a:lnTo>
                  <a:lnTo>
                    <a:pt x="448144" y="1100305"/>
                  </a:lnTo>
                  <a:lnTo>
                    <a:pt x="448131" y="1100294"/>
                  </a:lnTo>
                  <a:lnTo>
                    <a:pt x="448109" y="1100277"/>
                  </a:lnTo>
                  <a:lnTo>
                    <a:pt x="448096" y="1100271"/>
                  </a:lnTo>
                  <a:lnTo>
                    <a:pt x="448087" y="1100267"/>
                  </a:lnTo>
                  <a:lnTo>
                    <a:pt x="448074" y="1100262"/>
                  </a:lnTo>
                  <a:lnTo>
                    <a:pt x="448053" y="1100255"/>
                  </a:lnTo>
                  <a:lnTo>
                    <a:pt x="448046" y="1100252"/>
                  </a:lnTo>
                  <a:lnTo>
                    <a:pt x="448038" y="1100248"/>
                  </a:lnTo>
                  <a:lnTo>
                    <a:pt x="448033" y="1100247"/>
                  </a:lnTo>
                  <a:lnTo>
                    <a:pt x="448025" y="1100245"/>
                  </a:lnTo>
                  <a:lnTo>
                    <a:pt x="448014" y="1100242"/>
                  </a:lnTo>
                  <a:lnTo>
                    <a:pt x="447997" y="1100239"/>
                  </a:lnTo>
                  <a:lnTo>
                    <a:pt x="447978" y="1100237"/>
                  </a:lnTo>
                  <a:lnTo>
                    <a:pt x="447963" y="1100234"/>
                  </a:lnTo>
                  <a:lnTo>
                    <a:pt x="447944" y="1100228"/>
                  </a:lnTo>
                  <a:lnTo>
                    <a:pt x="447915" y="1100218"/>
                  </a:lnTo>
                  <a:lnTo>
                    <a:pt x="447908" y="1100216"/>
                  </a:lnTo>
                  <a:lnTo>
                    <a:pt x="447882" y="1100207"/>
                  </a:lnTo>
                  <a:lnTo>
                    <a:pt x="447870" y="1100205"/>
                  </a:lnTo>
                  <a:lnTo>
                    <a:pt x="447866" y="1100204"/>
                  </a:lnTo>
                  <a:lnTo>
                    <a:pt x="447848" y="1100198"/>
                  </a:lnTo>
                  <a:lnTo>
                    <a:pt x="447842" y="1100196"/>
                  </a:lnTo>
                  <a:lnTo>
                    <a:pt x="447830" y="1100193"/>
                  </a:lnTo>
                  <a:lnTo>
                    <a:pt x="447811" y="1100190"/>
                  </a:lnTo>
                  <a:lnTo>
                    <a:pt x="447799" y="1100190"/>
                  </a:lnTo>
                  <a:lnTo>
                    <a:pt x="447793" y="1100189"/>
                  </a:lnTo>
                  <a:lnTo>
                    <a:pt x="447787" y="1100189"/>
                  </a:lnTo>
                  <a:lnTo>
                    <a:pt x="447781" y="1100190"/>
                  </a:lnTo>
                  <a:lnTo>
                    <a:pt x="447776" y="1100191"/>
                  </a:lnTo>
                  <a:lnTo>
                    <a:pt x="447772" y="1100188"/>
                  </a:lnTo>
                  <a:lnTo>
                    <a:pt x="447770" y="1100185"/>
                  </a:lnTo>
                  <a:lnTo>
                    <a:pt x="447766" y="1100181"/>
                  </a:lnTo>
                  <a:lnTo>
                    <a:pt x="447760" y="1100175"/>
                  </a:lnTo>
                  <a:lnTo>
                    <a:pt x="447754" y="1100170"/>
                  </a:lnTo>
                  <a:lnTo>
                    <a:pt x="447751" y="1100167"/>
                  </a:lnTo>
                  <a:lnTo>
                    <a:pt x="447746" y="1100162"/>
                  </a:lnTo>
                  <a:lnTo>
                    <a:pt x="447741" y="1100157"/>
                  </a:lnTo>
                  <a:lnTo>
                    <a:pt x="447737" y="1100151"/>
                  </a:lnTo>
                  <a:lnTo>
                    <a:pt x="447732" y="1100142"/>
                  </a:lnTo>
                  <a:lnTo>
                    <a:pt x="447728" y="1100136"/>
                  </a:lnTo>
                  <a:lnTo>
                    <a:pt x="447725" y="1100130"/>
                  </a:lnTo>
                  <a:lnTo>
                    <a:pt x="447723" y="1100124"/>
                  </a:lnTo>
                  <a:lnTo>
                    <a:pt x="447722" y="1100117"/>
                  </a:lnTo>
                  <a:lnTo>
                    <a:pt x="447719" y="1100110"/>
                  </a:lnTo>
                  <a:lnTo>
                    <a:pt x="447717" y="1100106"/>
                  </a:lnTo>
                  <a:lnTo>
                    <a:pt x="447715" y="1100102"/>
                  </a:lnTo>
                  <a:lnTo>
                    <a:pt x="447712" y="1100098"/>
                  </a:lnTo>
                  <a:lnTo>
                    <a:pt x="447708" y="1100094"/>
                  </a:lnTo>
                  <a:lnTo>
                    <a:pt x="447703" y="1100090"/>
                  </a:lnTo>
                  <a:lnTo>
                    <a:pt x="447698" y="1100087"/>
                  </a:lnTo>
                  <a:lnTo>
                    <a:pt x="447691" y="1100083"/>
                  </a:lnTo>
                  <a:lnTo>
                    <a:pt x="447686" y="1100081"/>
                  </a:lnTo>
                  <a:lnTo>
                    <a:pt x="447682" y="1100079"/>
                  </a:lnTo>
                  <a:lnTo>
                    <a:pt x="447678" y="1100078"/>
                  </a:lnTo>
                  <a:lnTo>
                    <a:pt x="447674" y="1100076"/>
                  </a:lnTo>
                  <a:lnTo>
                    <a:pt x="447668" y="1100073"/>
                  </a:lnTo>
                  <a:lnTo>
                    <a:pt x="447664" y="1100069"/>
                  </a:lnTo>
                  <a:lnTo>
                    <a:pt x="447660" y="1100066"/>
                  </a:lnTo>
                  <a:lnTo>
                    <a:pt x="447655" y="1100062"/>
                  </a:lnTo>
                  <a:lnTo>
                    <a:pt x="447651" y="1100060"/>
                  </a:lnTo>
                  <a:lnTo>
                    <a:pt x="447646" y="1100055"/>
                  </a:lnTo>
                  <a:lnTo>
                    <a:pt x="447639" y="1100049"/>
                  </a:lnTo>
                  <a:lnTo>
                    <a:pt x="447636" y="1100043"/>
                  </a:lnTo>
                  <a:lnTo>
                    <a:pt x="447635" y="1100038"/>
                  </a:lnTo>
                  <a:lnTo>
                    <a:pt x="447634" y="1100032"/>
                  </a:lnTo>
                  <a:lnTo>
                    <a:pt x="447634" y="1100023"/>
                  </a:lnTo>
                  <a:lnTo>
                    <a:pt x="447634" y="1100015"/>
                  </a:lnTo>
                  <a:lnTo>
                    <a:pt x="447635" y="1100009"/>
                  </a:lnTo>
                  <a:lnTo>
                    <a:pt x="447636" y="1100003"/>
                  </a:lnTo>
                  <a:lnTo>
                    <a:pt x="447636" y="1099997"/>
                  </a:lnTo>
                  <a:lnTo>
                    <a:pt x="447635" y="1099992"/>
                  </a:lnTo>
                  <a:lnTo>
                    <a:pt x="447630" y="1099979"/>
                  </a:lnTo>
                  <a:lnTo>
                    <a:pt x="447615" y="1099947"/>
                  </a:lnTo>
                  <a:lnTo>
                    <a:pt x="447603" y="1099918"/>
                  </a:lnTo>
                  <a:lnTo>
                    <a:pt x="447593" y="1099890"/>
                  </a:lnTo>
                  <a:lnTo>
                    <a:pt x="447585" y="1099878"/>
                  </a:lnTo>
                  <a:lnTo>
                    <a:pt x="447578" y="1099872"/>
                  </a:lnTo>
                  <a:lnTo>
                    <a:pt x="447569" y="1099865"/>
                  </a:lnTo>
                  <a:lnTo>
                    <a:pt x="447564" y="1099861"/>
                  </a:lnTo>
                  <a:lnTo>
                    <a:pt x="447558" y="1099856"/>
                  </a:lnTo>
                  <a:lnTo>
                    <a:pt x="447555" y="1099853"/>
                  </a:lnTo>
                  <a:lnTo>
                    <a:pt x="447550" y="1099847"/>
                  </a:lnTo>
                  <a:lnTo>
                    <a:pt x="447548" y="1099840"/>
                  </a:lnTo>
                  <a:lnTo>
                    <a:pt x="447550" y="1099827"/>
                  </a:lnTo>
                  <a:lnTo>
                    <a:pt x="447554" y="1099813"/>
                  </a:lnTo>
                  <a:lnTo>
                    <a:pt x="447557" y="1099803"/>
                  </a:lnTo>
                  <a:lnTo>
                    <a:pt x="447561" y="1099792"/>
                  </a:lnTo>
                  <a:lnTo>
                    <a:pt x="447565" y="1099783"/>
                  </a:lnTo>
                  <a:lnTo>
                    <a:pt x="447570" y="1099775"/>
                  </a:lnTo>
                  <a:lnTo>
                    <a:pt x="447570" y="1099770"/>
                  </a:lnTo>
                  <a:lnTo>
                    <a:pt x="447570" y="1099756"/>
                  </a:lnTo>
                  <a:lnTo>
                    <a:pt x="447568" y="1099721"/>
                  </a:lnTo>
                  <a:lnTo>
                    <a:pt x="447567" y="1099684"/>
                  </a:lnTo>
                  <a:lnTo>
                    <a:pt x="447567" y="1099674"/>
                  </a:lnTo>
                  <a:lnTo>
                    <a:pt x="447569" y="1099670"/>
                  </a:lnTo>
                  <a:lnTo>
                    <a:pt x="447575" y="1099666"/>
                  </a:lnTo>
                  <a:lnTo>
                    <a:pt x="447578" y="1099664"/>
                  </a:lnTo>
                  <a:lnTo>
                    <a:pt x="447603" y="1099646"/>
                  </a:lnTo>
                  <a:lnTo>
                    <a:pt x="447625" y="1099631"/>
                  </a:lnTo>
                  <a:lnTo>
                    <a:pt x="447635" y="1099622"/>
                  </a:lnTo>
                  <a:lnTo>
                    <a:pt x="447647" y="1099606"/>
                  </a:lnTo>
                  <a:lnTo>
                    <a:pt x="447654" y="1099596"/>
                  </a:lnTo>
                  <a:lnTo>
                    <a:pt x="447659" y="1099594"/>
                  </a:lnTo>
                  <a:lnTo>
                    <a:pt x="447669" y="1099591"/>
                  </a:lnTo>
                  <a:lnTo>
                    <a:pt x="447683" y="1099591"/>
                  </a:lnTo>
                  <a:lnTo>
                    <a:pt x="447699" y="1099590"/>
                  </a:lnTo>
                  <a:lnTo>
                    <a:pt x="447705" y="1099588"/>
                  </a:lnTo>
                  <a:lnTo>
                    <a:pt x="447710" y="1099587"/>
                  </a:lnTo>
                  <a:lnTo>
                    <a:pt x="447715" y="1099585"/>
                  </a:lnTo>
                  <a:lnTo>
                    <a:pt x="447719" y="1099583"/>
                  </a:lnTo>
                  <a:lnTo>
                    <a:pt x="447735" y="1099571"/>
                  </a:lnTo>
                  <a:lnTo>
                    <a:pt x="447744" y="1099559"/>
                  </a:lnTo>
                  <a:lnTo>
                    <a:pt x="447751" y="1099543"/>
                  </a:lnTo>
                  <a:lnTo>
                    <a:pt x="447754" y="1099531"/>
                  </a:lnTo>
                  <a:lnTo>
                    <a:pt x="447759" y="1099515"/>
                  </a:lnTo>
                  <a:lnTo>
                    <a:pt x="447765" y="1099501"/>
                  </a:lnTo>
                  <a:lnTo>
                    <a:pt x="447768" y="1099495"/>
                  </a:lnTo>
                  <a:lnTo>
                    <a:pt x="447770" y="1099492"/>
                  </a:lnTo>
                  <a:lnTo>
                    <a:pt x="447776" y="1099483"/>
                  </a:lnTo>
                  <a:lnTo>
                    <a:pt x="447787" y="1099473"/>
                  </a:lnTo>
                  <a:lnTo>
                    <a:pt x="447804" y="1099458"/>
                  </a:lnTo>
                  <a:lnTo>
                    <a:pt x="447814" y="1099445"/>
                  </a:lnTo>
                  <a:lnTo>
                    <a:pt x="447825" y="1099424"/>
                  </a:lnTo>
                  <a:lnTo>
                    <a:pt x="447828" y="1099417"/>
                  </a:lnTo>
                  <a:lnTo>
                    <a:pt x="447835" y="1099400"/>
                  </a:lnTo>
                  <a:lnTo>
                    <a:pt x="447840" y="1099390"/>
                  </a:lnTo>
                  <a:lnTo>
                    <a:pt x="447849" y="1099372"/>
                  </a:lnTo>
                  <a:lnTo>
                    <a:pt x="447856" y="1099363"/>
                  </a:lnTo>
                  <a:lnTo>
                    <a:pt x="447861" y="1099356"/>
                  </a:lnTo>
                  <a:lnTo>
                    <a:pt x="447878" y="1099333"/>
                  </a:lnTo>
                  <a:lnTo>
                    <a:pt x="447881" y="1099330"/>
                  </a:lnTo>
                  <a:lnTo>
                    <a:pt x="447892" y="1099310"/>
                  </a:lnTo>
                  <a:lnTo>
                    <a:pt x="447901" y="1099297"/>
                  </a:lnTo>
                  <a:lnTo>
                    <a:pt x="447914" y="1099280"/>
                  </a:lnTo>
                  <a:lnTo>
                    <a:pt x="447931" y="1099260"/>
                  </a:lnTo>
                  <a:lnTo>
                    <a:pt x="447941" y="1099245"/>
                  </a:lnTo>
                  <a:lnTo>
                    <a:pt x="447950" y="1099229"/>
                  </a:lnTo>
                  <a:lnTo>
                    <a:pt x="447962" y="1099209"/>
                  </a:lnTo>
                  <a:lnTo>
                    <a:pt x="447971" y="1099195"/>
                  </a:lnTo>
                  <a:lnTo>
                    <a:pt x="447977" y="1099180"/>
                  </a:lnTo>
                  <a:lnTo>
                    <a:pt x="447979" y="1099169"/>
                  </a:lnTo>
                  <a:lnTo>
                    <a:pt x="447983" y="1099145"/>
                  </a:lnTo>
                  <a:lnTo>
                    <a:pt x="447987" y="1099131"/>
                  </a:lnTo>
                  <a:lnTo>
                    <a:pt x="447991" y="1099123"/>
                  </a:lnTo>
                  <a:lnTo>
                    <a:pt x="447996" y="1099115"/>
                  </a:lnTo>
                  <a:lnTo>
                    <a:pt x="448009" y="1099100"/>
                  </a:lnTo>
                  <a:lnTo>
                    <a:pt x="448023" y="1099089"/>
                  </a:lnTo>
                  <a:lnTo>
                    <a:pt x="448036" y="1099079"/>
                  </a:lnTo>
                  <a:lnTo>
                    <a:pt x="448050" y="1099070"/>
                  </a:lnTo>
                  <a:lnTo>
                    <a:pt x="448067" y="1099061"/>
                  </a:lnTo>
                  <a:lnTo>
                    <a:pt x="448082" y="1099053"/>
                  </a:lnTo>
                  <a:lnTo>
                    <a:pt x="448081" y="1099044"/>
                  </a:lnTo>
                  <a:lnTo>
                    <a:pt x="448080" y="1099037"/>
                  </a:lnTo>
                  <a:lnTo>
                    <a:pt x="448079" y="1099029"/>
                  </a:lnTo>
                  <a:lnTo>
                    <a:pt x="448077" y="1099020"/>
                  </a:lnTo>
                  <a:lnTo>
                    <a:pt x="448077" y="1099012"/>
                  </a:lnTo>
                  <a:lnTo>
                    <a:pt x="448075" y="1099004"/>
                  </a:lnTo>
                  <a:lnTo>
                    <a:pt x="448075" y="1098998"/>
                  </a:lnTo>
                  <a:lnTo>
                    <a:pt x="448074" y="1098992"/>
                  </a:lnTo>
                  <a:lnTo>
                    <a:pt x="448073" y="1098984"/>
                  </a:lnTo>
                  <a:lnTo>
                    <a:pt x="448071" y="1098977"/>
                  </a:lnTo>
                  <a:lnTo>
                    <a:pt x="448070" y="1098967"/>
                  </a:lnTo>
                  <a:lnTo>
                    <a:pt x="448068" y="1098959"/>
                  </a:lnTo>
                  <a:lnTo>
                    <a:pt x="448068" y="1098947"/>
                  </a:lnTo>
                  <a:lnTo>
                    <a:pt x="448067" y="1098939"/>
                  </a:lnTo>
                  <a:lnTo>
                    <a:pt x="448067" y="1098935"/>
                  </a:lnTo>
                  <a:lnTo>
                    <a:pt x="448067" y="1098928"/>
                  </a:lnTo>
                  <a:lnTo>
                    <a:pt x="448067" y="1098922"/>
                  </a:lnTo>
                  <a:lnTo>
                    <a:pt x="448068" y="1098916"/>
                  </a:lnTo>
                  <a:lnTo>
                    <a:pt x="448068" y="1098911"/>
                  </a:lnTo>
                  <a:lnTo>
                    <a:pt x="448067" y="1098902"/>
                  </a:lnTo>
                  <a:lnTo>
                    <a:pt x="448067" y="1098895"/>
                  </a:lnTo>
                  <a:lnTo>
                    <a:pt x="448067" y="1098889"/>
                  </a:lnTo>
                  <a:lnTo>
                    <a:pt x="448067" y="1098884"/>
                  </a:lnTo>
                  <a:lnTo>
                    <a:pt x="448067" y="1098877"/>
                  </a:lnTo>
                  <a:lnTo>
                    <a:pt x="448066" y="1098872"/>
                  </a:lnTo>
                  <a:lnTo>
                    <a:pt x="448066" y="1098865"/>
                  </a:lnTo>
                  <a:lnTo>
                    <a:pt x="448065" y="1098855"/>
                  </a:lnTo>
                  <a:lnTo>
                    <a:pt x="448064" y="1098848"/>
                  </a:lnTo>
                  <a:lnTo>
                    <a:pt x="448064" y="1098841"/>
                  </a:lnTo>
                  <a:lnTo>
                    <a:pt x="448063" y="1098834"/>
                  </a:lnTo>
                  <a:lnTo>
                    <a:pt x="448062" y="1098828"/>
                  </a:lnTo>
                  <a:lnTo>
                    <a:pt x="448060" y="1098821"/>
                  </a:lnTo>
                  <a:lnTo>
                    <a:pt x="448056" y="1098811"/>
                  </a:lnTo>
                  <a:lnTo>
                    <a:pt x="448053" y="1098802"/>
                  </a:lnTo>
                  <a:lnTo>
                    <a:pt x="448053" y="1098795"/>
                  </a:lnTo>
                  <a:lnTo>
                    <a:pt x="448058" y="1098785"/>
                  </a:lnTo>
                  <a:lnTo>
                    <a:pt x="448063" y="1098776"/>
                  </a:lnTo>
                  <a:lnTo>
                    <a:pt x="448070" y="1098766"/>
                  </a:lnTo>
                  <a:lnTo>
                    <a:pt x="448075" y="1098752"/>
                  </a:lnTo>
                  <a:lnTo>
                    <a:pt x="448077" y="1098742"/>
                  </a:lnTo>
                  <a:lnTo>
                    <a:pt x="448079" y="1098738"/>
                  </a:lnTo>
                  <a:lnTo>
                    <a:pt x="448083" y="1098733"/>
                  </a:lnTo>
                  <a:lnTo>
                    <a:pt x="448089" y="1098723"/>
                  </a:lnTo>
                  <a:lnTo>
                    <a:pt x="448093" y="1098711"/>
                  </a:lnTo>
                  <a:lnTo>
                    <a:pt x="448093" y="1098706"/>
                  </a:lnTo>
                  <a:lnTo>
                    <a:pt x="448093" y="1098697"/>
                  </a:lnTo>
                  <a:lnTo>
                    <a:pt x="448094" y="1098683"/>
                  </a:lnTo>
                  <a:lnTo>
                    <a:pt x="448097" y="1098674"/>
                  </a:lnTo>
                  <a:lnTo>
                    <a:pt x="448101" y="1098672"/>
                  </a:lnTo>
                  <a:lnTo>
                    <a:pt x="448111" y="1098670"/>
                  </a:lnTo>
                  <a:lnTo>
                    <a:pt x="448125" y="1098670"/>
                  </a:lnTo>
                  <a:lnTo>
                    <a:pt x="448136" y="1098669"/>
                  </a:lnTo>
                  <a:lnTo>
                    <a:pt x="448159" y="1098664"/>
                  </a:lnTo>
                  <a:lnTo>
                    <a:pt x="448181" y="1098657"/>
                  </a:lnTo>
                  <a:lnTo>
                    <a:pt x="448218" y="1098644"/>
                  </a:lnTo>
                  <a:lnTo>
                    <a:pt x="448233" y="1098637"/>
                  </a:lnTo>
                  <a:lnTo>
                    <a:pt x="448245" y="1098629"/>
                  </a:lnTo>
                  <a:lnTo>
                    <a:pt x="448254" y="1098621"/>
                  </a:lnTo>
                  <a:lnTo>
                    <a:pt x="448258" y="1098613"/>
                  </a:lnTo>
                  <a:lnTo>
                    <a:pt x="448259" y="1098607"/>
                  </a:lnTo>
                  <a:lnTo>
                    <a:pt x="448260" y="1098602"/>
                  </a:lnTo>
                  <a:lnTo>
                    <a:pt x="448262" y="1098562"/>
                  </a:lnTo>
                  <a:lnTo>
                    <a:pt x="448265" y="1098535"/>
                  </a:lnTo>
                  <a:lnTo>
                    <a:pt x="448267" y="1098518"/>
                  </a:lnTo>
                  <a:lnTo>
                    <a:pt x="448272" y="1098491"/>
                  </a:lnTo>
                  <a:lnTo>
                    <a:pt x="448275" y="1098468"/>
                  </a:lnTo>
                  <a:lnTo>
                    <a:pt x="448279" y="1098449"/>
                  </a:lnTo>
                  <a:lnTo>
                    <a:pt x="448284" y="1098440"/>
                  </a:lnTo>
                  <a:lnTo>
                    <a:pt x="448291" y="1098437"/>
                  </a:lnTo>
                  <a:lnTo>
                    <a:pt x="448303" y="1098434"/>
                  </a:lnTo>
                  <a:lnTo>
                    <a:pt x="448332" y="1098426"/>
                  </a:lnTo>
                  <a:lnTo>
                    <a:pt x="448356" y="1098417"/>
                  </a:lnTo>
                  <a:lnTo>
                    <a:pt x="448377" y="1098409"/>
                  </a:lnTo>
                  <a:lnTo>
                    <a:pt x="448398" y="1098402"/>
                  </a:lnTo>
                  <a:lnTo>
                    <a:pt x="448410" y="1098400"/>
                  </a:lnTo>
                  <a:lnTo>
                    <a:pt x="448425" y="1098399"/>
                  </a:lnTo>
                  <a:lnTo>
                    <a:pt x="448445" y="1098396"/>
                  </a:lnTo>
                  <a:lnTo>
                    <a:pt x="448459" y="1098393"/>
                  </a:lnTo>
                  <a:lnTo>
                    <a:pt x="448468" y="1098388"/>
                  </a:lnTo>
                  <a:lnTo>
                    <a:pt x="448476" y="1098381"/>
                  </a:lnTo>
                  <a:lnTo>
                    <a:pt x="448481" y="1098371"/>
                  </a:lnTo>
                  <a:lnTo>
                    <a:pt x="448487" y="1098355"/>
                  </a:lnTo>
                  <a:lnTo>
                    <a:pt x="448493" y="1098347"/>
                  </a:lnTo>
                  <a:lnTo>
                    <a:pt x="448503" y="1098342"/>
                  </a:lnTo>
                  <a:lnTo>
                    <a:pt x="448518" y="1098339"/>
                  </a:lnTo>
                  <a:lnTo>
                    <a:pt x="448550" y="1098336"/>
                  </a:lnTo>
                  <a:lnTo>
                    <a:pt x="448570" y="1098334"/>
                  </a:lnTo>
                  <a:lnTo>
                    <a:pt x="448597" y="1098337"/>
                  </a:lnTo>
                  <a:lnTo>
                    <a:pt x="448628" y="1098341"/>
                  </a:lnTo>
                  <a:lnTo>
                    <a:pt x="448651" y="1098342"/>
                  </a:lnTo>
                  <a:lnTo>
                    <a:pt x="448680" y="1098345"/>
                  </a:lnTo>
                  <a:lnTo>
                    <a:pt x="448690" y="1098348"/>
                  </a:lnTo>
                  <a:lnTo>
                    <a:pt x="448698" y="1098354"/>
                  </a:lnTo>
                  <a:lnTo>
                    <a:pt x="448702" y="1098360"/>
                  </a:lnTo>
                  <a:lnTo>
                    <a:pt x="448705" y="1098364"/>
                  </a:lnTo>
                  <a:lnTo>
                    <a:pt x="448711" y="1098379"/>
                  </a:lnTo>
                  <a:lnTo>
                    <a:pt x="448725" y="1098399"/>
                  </a:lnTo>
                  <a:lnTo>
                    <a:pt x="448737" y="1098410"/>
                  </a:lnTo>
                  <a:lnTo>
                    <a:pt x="448746" y="1098412"/>
                  </a:lnTo>
                  <a:lnTo>
                    <a:pt x="448758" y="1098413"/>
                  </a:lnTo>
                  <a:lnTo>
                    <a:pt x="448790" y="1098415"/>
                  </a:lnTo>
                  <a:lnTo>
                    <a:pt x="448803" y="1098418"/>
                  </a:lnTo>
                  <a:lnTo>
                    <a:pt x="448819" y="1098425"/>
                  </a:lnTo>
                  <a:lnTo>
                    <a:pt x="448837" y="1098435"/>
                  </a:lnTo>
                  <a:lnTo>
                    <a:pt x="448850" y="1098441"/>
                  </a:lnTo>
                  <a:lnTo>
                    <a:pt x="448863" y="1098446"/>
                  </a:lnTo>
                  <a:lnTo>
                    <a:pt x="448876" y="1098445"/>
                  </a:lnTo>
                  <a:lnTo>
                    <a:pt x="448901" y="1098445"/>
                  </a:lnTo>
                  <a:lnTo>
                    <a:pt x="448932" y="1098440"/>
                  </a:lnTo>
                  <a:lnTo>
                    <a:pt x="448941" y="1098438"/>
                  </a:lnTo>
                  <a:lnTo>
                    <a:pt x="448956" y="1098437"/>
                  </a:lnTo>
                  <a:lnTo>
                    <a:pt x="448967" y="1098436"/>
                  </a:lnTo>
                  <a:lnTo>
                    <a:pt x="448977" y="1098436"/>
                  </a:lnTo>
                  <a:lnTo>
                    <a:pt x="448995" y="1098435"/>
                  </a:lnTo>
                  <a:lnTo>
                    <a:pt x="449014" y="1098433"/>
                  </a:lnTo>
                  <a:lnTo>
                    <a:pt x="449028" y="1098431"/>
                  </a:lnTo>
                  <a:lnTo>
                    <a:pt x="449045" y="1098429"/>
                  </a:lnTo>
                  <a:lnTo>
                    <a:pt x="449056" y="1098426"/>
                  </a:lnTo>
                  <a:lnTo>
                    <a:pt x="449068" y="1098424"/>
                  </a:lnTo>
                  <a:lnTo>
                    <a:pt x="449077" y="1098419"/>
                  </a:lnTo>
                  <a:lnTo>
                    <a:pt x="449082" y="1098417"/>
                  </a:lnTo>
                  <a:lnTo>
                    <a:pt x="449090" y="1098411"/>
                  </a:lnTo>
                  <a:lnTo>
                    <a:pt x="449095" y="1098408"/>
                  </a:lnTo>
                  <a:lnTo>
                    <a:pt x="449099" y="1098406"/>
                  </a:lnTo>
                  <a:lnTo>
                    <a:pt x="449110" y="1098402"/>
                  </a:lnTo>
                  <a:lnTo>
                    <a:pt x="449122" y="1098401"/>
                  </a:lnTo>
                  <a:lnTo>
                    <a:pt x="449135" y="1098402"/>
                  </a:lnTo>
                  <a:lnTo>
                    <a:pt x="449150" y="1098406"/>
                  </a:lnTo>
                  <a:lnTo>
                    <a:pt x="449171" y="1098416"/>
                  </a:lnTo>
                  <a:lnTo>
                    <a:pt x="449180" y="1098419"/>
                  </a:lnTo>
                  <a:lnTo>
                    <a:pt x="449191" y="1098421"/>
                  </a:lnTo>
                  <a:lnTo>
                    <a:pt x="449199" y="1098424"/>
                  </a:lnTo>
                  <a:lnTo>
                    <a:pt x="449206" y="1098427"/>
                  </a:lnTo>
                  <a:lnTo>
                    <a:pt x="449215" y="1098432"/>
                  </a:lnTo>
                  <a:lnTo>
                    <a:pt x="449221" y="1098436"/>
                  </a:lnTo>
                  <a:lnTo>
                    <a:pt x="449228" y="1098442"/>
                  </a:lnTo>
                  <a:lnTo>
                    <a:pt x="449234" y="1098446"/>
                  </a:lnTo>
                  <a:lnTo>
                    <a:pt x="449240" y="1098450"/>
                  </a:lnTo>
                  <a:lnTo>
                    <a:pt x="449247" y="1098452"/>
                  </a:lnTo>
                  <a:lnTo>
                    <a:pt x="449253" y="1098454"/>
                  </a:lnTo>
                  <a:lnTo>
                    <a:pt x="449259" y="1098456"/>
                  </a:lnTo>
                  <a:lnTo>
                    <a:pt x="449268" y="1098456"/>
                  </a:lnTo>
                  <a:lnTo>
                    <a:pt x="449273" y="1098455"/>
                  </a:lnTo>
                  <a:lnTo>
                    <a:pt x="449283" y="1098453"/>
                  </a:lnTo>
                  <a:lnTo>
                    <a:pt x="449298" y="1098451"/>
                  </a:lnTo>
                  <a:lnTo>
                    <a:pt x="449305" y="1098450"/>
                  </a:lnTo>
                  <a:lnTo>
                    <a:pt x="449316" y="1098450"/>
                  </a:lnTo>
                  <a:lnTo>
                    <a:pt x="449324" y="1098450"/>
                  </a:lnTo>
                  <a:lnTo>
                    <a:pt x="449331" y="1098448"/>
                  </a:lnTo>
                  <a:lnTo>
                    <a:pt x="449339" y="1098446"/>
                  </a:lnTo>
                  <a:lnTo>
                    <a:pt x="449346" y="1098444"/>
                  </a:lnTo>
                  <a:lnTo>
                    <a:pt x="449354" y="1098441"/>
                  </a:lnTo>
                  <a:lnTo>
                    <a:pt x="449358" y="1098438"/>
                  </a:lnTo>
                  <a:lnTo>
                    <a:pt x="449365" y="1098432"/>
                  </a:lnTo>
                  <a:lnTo>
                    <a:pt x="449372" y="1098426"/>
                  </a:lnTo>
                  <a:lnTo>
                    <a:pt x="449380" y="1098419"/>
                  </a:lnTo>
                  <a:lnTo>
                    <a:pt x="449385" y="1098416"/>
                  </a:lnTo>
                  <a:lnTo>
                    <a:pt x="449400" y="1098404"/>
                  </a:lnTo>
                  <a:lnTo>
                    <a:pt x="449411" y="1098396"/>
                  </a:lnTo>
                  <a:lnTo>
                    <a:pt x="449429" y="1098383"/>
                  </a:lnTo>
                  <a:lnTo>
                    <a:pt x="449455" y="1098363"/>
                  </a:lnTo>
                  <a:lnTo>
                    <a:pt x="449467" y="1098350"/>
                  </a:lnTo>
                  <a:lnTo>
                    <a:pt x="449484" y="1098330"/>
                  </a:lnTo>
                  <a:lnTo>
                    <a:pt x="449503" y="1098309"/>
                  </a:lnTo>
                  <a:lnTo>
                    <a:pt x="449513" y="1098301"/>
                  </a:lnTo>
                  <a:lnTo>
                    <a:pt x="449560" y="1098283"/>
                  </a:lnTo>
                  <a:lnTo>
                    <a:pt x="449586" y="1098272"/>
                  </a:lnTo>
                  <a:lnTo>
                    <a:pt x="449619" y="1098258"/>
                  </a:lnTo>
                  <a:lnTo>
                    <a:pt x="449628" y="1098251"/>
                  </a:lnTo>
                  <a:lnTo>
                    <a:pt x="449634" y="1098245"/>
                  </a:lnTo>
                  <a:lnTo>
                    <a:pt x="449641" y="1098233"/>
                  </a:lnTo>
                  <a:lnTo>
                    <a:pt x="449652" y="1098206"/>
                  </a:lnTo>
                  <a:lnTo>
                    <a:pt x="449660" y="1098188"/>
                  </a:lnTo>
                  <a:lnTo>
                    <a:pt x="449668" y="1098171"/>
                  </a:lnTo>
                  <a:lnTo>
                    <a:pt x="449673" y="1098157"/>
                  </a:lnTo>
                  <a:lnTo>
                    <a:pt x="449682" y="1098122"/>
                  </a:lnTo>
                  <a:lnTo>
                    <a:pt x="449690" y="1098100"/>
                  </a:lnTo>
                  <a:lnTo>
                    <a:pt x="449698" y="1098081"/>
                  </a:lnTo>
                  <a:lnTo>
                    <a:pt x="449717" y="1098045"/>
                  </a:lnTo>
                  <a:lnTo>
                    <a:pt x="449730" y="1098018"/>
                  </a:lnTo>
                  <a:lnTo>
                    <a:pt x="449746" y="1097989"/>
                  </a:lnTo>
                  <a:lnTo>
                    <a:pt x="449758" y="1097965"/>
                  </a:lnTo>
                  <a:lnTo>
                    <a:pt x="449773" y="1097938"/>
                  </a:lnTo>
                  <a:lnTo>
                    <a:pt x="449783" y="1097925"/>
                  </a:lnTo>
                  <a:lnTo>
                    <a:pt x="449793" y="1097916"/>
                  </a:lnTo>
                  <a:lnTo>
                    <a:pt x="449798" y="1097910"/>
                  </a:lnTo>
                  <a:lnTo>
                    <a:pt x="449799" y="1097905"/>
                  </a:lnTo>
                  <a:lnTo>
                    <a:pt x="449799" y="1097897"/>
                  </a:lnTo>
                  <a:lnTo>
                    <a:pt x="449786" y="1097870"/>
                  </a:lnTo>
                  <a:lnTo>
                    <a:pt x="449774" y="1097848"/>
                  </a:lnTo>
                  <a:lnTo>
                    <a:pt x="449762" y="1097828"/>
                  </a:lnTo>
                  <a:lnTo>
                    <a:pt x="449749" y="1097807"/>
                  </a:lnTo>
                  <a:lnTo>
                    <a:pt x="449744" y="1097795"/>
                  </a:lnTo>
                  <a:lnTo>
                    <a:pt x="449741" y="1097784"/>
                  </a:lnTo>
                  <a:lnTo>
                    <a:pt x="449740" y="1097773"/>
                  </a:lnTo>
                  <a:lnTo>
                    <a:pt x="449742" y="1097763"/>
                  </a:lnTo>
                  <a:lnTo>
                    <a:pt x="449748" y="1097750"/>
                  </a:lnTo>
                  <a:lnTo>
                    <a:pt x="449760" y="1097726"/>
                  </a:lnTo>
                  <a:lnTo>
                    <a:pt x="449769" y="1097707"/>
                  </a:lnTo>
                  <a:lnTo>
                    <a:pt x="449778" y="1097680"/>
                  </a:lnTo>
                  <a:lnTo>
                    <a:pt x="449782" y="1097662"/>
                  </a:lnTo>
                  <a:lnTo>
                    <a:pt x="449783" y="1097645"/>
                  </a:lnTo>
                  <a:lnTo>
                    <a:pt x="449783" y="1097629"/>
                  </a:lnTo>
                  <a:lnTo>
                    <a:pt x="449778" y="1097603"/>
                  </a:lnTo>
                  <a:lnTo>
                    <a:pt x="449774" y="1097583"/>
                  </a:lnTo>
                  <a:lnTo>
                    <a:pt x="449769" y="1097547"/>
                  </a:lnTo>
                  <a:lnTo>
                    <a:pt x="449767" y="1097517"/>
                  </a:lnTo>
                  <a:lnTo>
                    <a:pt x="449764" y="1097487"/>
                  </a:lnTo>
                  <a:lnTo>
                    <a:pt x="449760" y="1097423"/>
                  </a:lnTo>
                  <a:lnTo>
                    <a:pt x="449762" y="1097412"/>
                  </a:lnTo>
                  <a:lnTo>
                    <a:pt x="449764" y="1097401"/>
                  </a:lnTo>
                  <a:lnTo>
                    <a:pt x="449772" y="1097391"/>
                  </a:lnTo>
                  <a:lnTo>
                    <a:pt x="449784" y="1097379"/>
                  </a:lnTo>
                  <a:lnTo>
                    <a:pt x="449802" y="1097361"/>
                  </a:lnTo>
                  <a:lnTo>
                    <a:pt x="449820" y="1097342"/>
                  </a:lnTo>
                  <a:lnTo>
                    <a:pt x="449839" y="1097326"/>
                  </a:lnTo>
                  <a:lnTo>
                    <a:pt x="449848" y="1097317"/>
                  </a:lnTo>
                  <a:lnTo>
                    <a:pt x="449860" y="1097297"/>
                  </a:lnTo>
                  <a:lnTo>
                    <a:pt x="449869" y="1097283"/>
                  </a:lnTo>
                  <a:lnTo>
                    <a:pt x="449888" y="1097262"/>
                  </a:lnTo>
                  <a:lnTo>
                    <a:pt x="449907" y="1097242"/>
                  </a:lnTo>
                  <a:lnTo>
                    <a:pt x="449920" y="1097225"/>
                  </a:lnTo>
                  <a:lnTo>
                    <a:pt x="449940" y="1097200"/>
                  </a:lnTo>
                  <a:lnTo>
                    <a:pt x="449967" y="1097165"/>
                  </a:lnTo>
                  <a:lnTo>
                    <a:pt x="449979" y="1097145"/>
                  </a:lnTo>
                  <a:lnTo>
                    <a:pt x="449982" y="1097141"/>
                  </a:lnTo>
                  <a:lnTo>
                    <a:pt x="449986" y="1097134"/>
                  </a:lnTo>
                  <a:lnTo>
                    <a:pt x="449991" y="1097125"/>
                  </a:lnTo>
                  <a:lnTo>
                    <a:pt x="449998" y="1097111"/>
                  </a:lnTo>
                  <a:lnTo>
                    <a:pt x="450000" y="1097102"/>
                  </a:lnTo>
                  <a:lnTo>
                    <a:pt x="450004" y="1097078"/>
                  </a:lnTo>
                  <a:lnTo>
                    <a:pt x="450003" y="1097058"/>
                  </a:lnTo>
                  <a:lnTo>
                    <a:pt x="449999" y="1097008"/>
                  </a:lnTo>
                  <a:lnTo>
                    <a:pt x="450000" y="1096993"/>
                  </a:lnTo>
                  <a:lnTo>
                    <a:pt x="450004" y="1096982"/>
                  </a:lnTo>
                  <a:lnTo>
                    <a:pt x="450008" y="1096976"/>
                  </a:lnTo>
                  <a:lnTo>
                    <a:pt x="450016" y="1096971"/>
                  </a:lnTo>
                  <a:lnTo>
                    <a:pt x="450034" y="1096961"/>
                  </a:lnTo>
                  <a:lnTo>
                    <a:pt x="450043" y="1096957"/>
                  </a:lnTo>
                  <a:lnTo>
                    <a:pt x="450063" y="1096945"/>
                  </a:lnTo>
                  <a:lnTo>
                    <a:pt x="450092" y="1096925"/>
                  </a:lnTo>
                  <a:lnTo>
                    <a:pt x="450107" y="1096913"/>
                  </a:lnTo>
                  <a:lnTo>
                    <a:pt x="450117" y="1096903"/>
                  </a:lnTo>
                  <a:lnTo>
                    <a:pt x="450122" y="1096891"/>
                  </a:lnTo>
                  <a:lnTo>
                    <a:pt x="450123" y="1096883"/>
                  </a:lnTo>
                  <a:lnTo>
                    <a:pt x="450123" y="1096873"/>
                  </a:lnTo>
                  <a:lnTo>
                    <a:pt x="450119" y="1096860"/>
                  </a:lnTo>
                  <a:lnTo>
                    <a:pt x="450115" y="1096846"/>
                  </a:lnTo>
                  <a:lnTo>
                    <a:pt x="450110" y="1096819"/>
                  </a:lnTo>
                  <a:lnTo>
                    <a:pt x="450103" y="1096785"/>
                  </a:lnTo>
                  <a:lnTo>
                    <a:pt x="450093" y="1096754"/>
                  </a:lnTo>
                  <a:lnTo>
                    <a:pt x="450085" y="1096724"/>
                  </a:lnTo>
                  <a:lnTo>
                    <a:pt x="450079" y="1096703"/>
                  </a:lnTo>
                  <a:lnTo>
                    <a:pt x="450077" y="1096689"/>
                  </a:lnTo>
                  <a:lnTo>
                    <a:pt x="450077" y="1096675"/>
                  </a:lnTo>
                  <a:lnTo>
                    <a:pt x="450079" y="1096661"/>
                  </a:lnTo>
                  <a:lnTo>
                    <a:pt x="450086" y="1096630"/>
                  </a:lnTo>
                  <a:lnTo>
                    <a:pt x="450095" y="1096597"/>
                  </a:lnTo>
                  <a:lnTo>
                    <a:pt x="450101" y="1096573"/>
                  </a:lnTo>
                  <a:lnTo>
                    <a:pt x="450108" y="1096536"/>
                  </a:lnTo>
                  <a:lnTo>
                    <a:pt x="450115" y="1096504"/>
                  </a:lnTo>
                  <a:lnTo>
                    <a:pt x="450118" y="1096482"/>
                  </a:lnTo>
                  <a:lnTo>
                    <a:pt x="450119" y="1096459"/>
                  </a:lnTo>
                  <a:lnTo>
                    <a:pt x="450120" y="1096442"/>
                  </a:lnTo>
                  <a:lnTo>
                    <a:pt x="450123" y="1096427"/>
                  </a:lnTo>
                  <a:lnTo>
                    <a:pt x="450125" y="1096421"/>
                  </a:lnTo>
                  <a:lnTo>
                    <a:pt x="450132" y="1096413"/>
                  </a:lnTo>
                  <a:lnTo>
                    <a:pt x="450137" y="1096405"/>
                  </a:lnTo>
                  <a:lnTo>
                    <a:pt x="450143" y="1096396"/>
                  </a:lnTo>
                  <a:lnTo>
                    <a:pt x="450150" y="1096382"/>
                  </a:lnTo>
                  <a:lnTo>
                    <a:pt x="450157" y="1096371"/>
                  </a:lnTo>
                  <a:lnTo>
                    <a:pt x="450162" y="1096366"/>
                  </a:lnTo>
                  <a:lnTo>
                    <a:pt x="450167" y="1096362"/>
                  </a:lnTo>
                  <a:lnTo>
                    <a:pt x="450175" y="1096357"/>
                  </a:lnTo>
                  <a:lnTo>
                    <a:pt x="450182" y="1096356"/>
                  </a:lnTo>
                  <a:lnTo>
                    <a:pt x="450192" y="1096355"/>
                  </a:lnTo>
                  <a:lnTo>
                    <a:pt x="450199" y="1096352"/>
                  </a:lnTo>
                  <a:lnTo>
                    <a:pt x="450206" y="1096348"/>
                  </a:lnTo>
                  <a:lnTo>
                    <a:pt x="450214" y="1096342"/>
                  </a:lnTo>
                  <a:lnTo>
                    <a:pt x="450221" y="1096339"/>
                  </a:lnTo>
                  <a:lnTo>
                    <a:pt x="450231" y="1096338"/>
                  </a:lnTo>
                  <a:lnTo>
                    <a:pt x="450244" y="1096337"/>
                  </a:lnTo>
                  <a:lnTo>
                    <a:pt x="450256" y="1096339"/>
                  </a:lnTo>
                  <a:lnTo>
                    <a:pt x="450266" y="1096339"/>
                  </a:lnTo>
                  <a:lnTo>
                    <a:pt x="450273" y="1096338"/>
                  </a:lnTo>
                  <a:lnTo>
                    <a:pt x="450286" y="1096338"/>
                  </a:lnTo>
                  <a:lnTo>
                    <a:pt x="450295" y="1096339"/>
                  </a:lnTo>
                  <a:lnTo>
                    <a:pt x="450303" y="1096340"/>
                  </a:lnTo>
                  <a:lnTo>
                    <a:pt x="450310" y="1096342"/>
                  </a:lnTo>
                  <a:lnTo>
                    <a:pt x="450325" y="1096345"/>
                  </a:lnTo>
                  <a:lnTo>
                    <a:pt x="450333" y="1096347"/>
                  </a:lnTo>
                  <a:lnTo>
                    <a:pt x="450342" y="1096348"/>
                  </a:lnTo>
                  <a:lnTo>
                    <a:pt x="450349" y="1096348"/>
                  </a:lnTo>
                  <a:lnTo>
                    <a:pt x="450356" y="1096349"/>
                  </a:lnTo>
                  <a:lnTo>
                    <a:pt x="450366" y="1096350"/>
                  </a:lnTo>
                  <a:lnTo>
                    <a:pt x="450373" y="1096349"/>
                  </a:lnTo>
                  <a:lnTo>
                    <a:pt x="450386" y="1096350"/>
                  </a:lnTo>
                  <a:lnTo>
                    <a:pt x="450396" y="1096352"/>
                  </a:lnTo>
                  <a:lnTo>
                    <a:pt x="450406" y="1096355"/>
                  </a:lnTo>
                  <a:lnTo>
                    <a:pt x="450417" y="1096357"/>
                  </a:lnTo>
                  <a:lnTo>
                    <a:pt x="450431" y="1096361"/>
                  </a:lnTo>
                  <a:lnTo>
                    <a:pt x="450439" y="1096363"/>
                  </a:lnTo>
                  <a:lnTo>
                    <a:pt x="450449" y="1096366"/>
                  </a:lnTo>
                  <a:lnTo>
                    <a:pt x="450457" y="1096367"/>
                  </a:lnTo>
                  <a:lnTo>
                    <a:pt x="450462" y="1096367"/>
                  </a:lnTo>
                  <a:lnTo>
                    <a:pt x="450470" y="1096367"/>
                  </a:lnTo>
                  <a:lnTo>
                    <a:pt x="450475" y="1096366"/>
                  </a:lnTo>
                  <a:lnTo>
                    <a:pt x="450483" y="1096366"/>
                  </a:lnTo>
                  <a:lnTo>
                    <a:pt x="450491" y="1096367"/>
                  </a:lnTo>
                  <a:lnTo>
                    <a:pt x="450499" y="1096367"/>
                  </a:lnTo>
                  <a:lnTo>
                    <a:pt x="450504" y="1096367"/>
                  </a:lnTo>
                  <a:lnTo>
                    <a:pt x="450509" y="1096366"/>
                  </a:lnTo>
                  <a:lnTo>
                    <a:pt x="450516" y="1096364"/>
                  </a:lnTo>
                  <a:lnTo>
                    <a:pt x="450522" y="1096363"/>
                  </a:lnTo>
                  <a:lnTo>
                    <a:pt x="450528" y="1096364"/>
                  </a:lnTo>
                  <a:lnTo>
                    <a:pt x="450534" y="1096365"/>
                  </a:lnTo>
                  <a:lnTo>
                    <a:pt x="450539" y="1096366"/>
                  </a:lnTo>
                  <a:lnTo>
                    <a:pt x="450544" y="1096366"/>
                  </a:lnTo>
                  <a:lnTo>
                    <a:pt x="450550" y="1096364"/>
                  </a:lnTo>
                  <a:lnTo>
                    <a:pt x="450557" y="1096362"/>
                  </a:lnTo>
                  <a:lnTo>
                    <a:pt x="450564" y="1096361"/>
                  </a:lnTo>
                  <a:lnTo>
                    <a:pt x="450569" y="1096361"/>
                  </a:lnTo>
                  <a:lnTo>
                    <a:pt x="450575" y="1096364"/>
                  </a:lnTo>
                  <a:lnTo>
                    <a:pt x="450584" y="1096367"/>
                  </a:lnTo>
                  <a:lnTo>
                    <a:pt x="450593" y="1096372"/>
                  </a:lnTo>
                  <a:lnTo>
                    <a:pt x="450599" y="1096374"/>
                  </a:lnTo>
                  <a:lnTo>
                    <a:pt x="450605" y="1096373"/>
                  </a:lnTo>
                  <a:lnTo>
                    <a:pt x="450612" y="1096371"/>
                  </a:lnTo>
                  <a:lnTo>
                    <a:pt x="450617" y="1096368"/>
                  </a:lnTo>
                  <a:lnTo>
                    <a:pt x="450625" y="1096364"/>
                  </a:lnTo>
                  <a:lnTo>
                    <a:pt x="450632" y="1096360"/>
                  </a:lnTo>
                  <a:lnTo>
                    <a:pt x="450638" y="1096358"/>
                  </a:lnTo>
                  <a:lnTo>
                    <a:pt x="450647" y="1096356"/>
                  </a:lnTo>
                  <a:lnTo>
                    <a:pt x="450654" y="1096355"/>
                  </a:lnTo>
                  <a:lnTo>
                    <a:pt x="450665" y="1096355"/>
                  </a:lnTo>
                  <a:lnTo>
                    <a:pt x="450673" y="1096355"/>
                  </a:lnTo>
                  <a:lnTo>
                    <a:pt x="450683" y="1096354"/>
                  </a:lnTo>
                  <a:lnTo>
                    <a:pt x="450689" y="1096352"/>
                  </a:lnTo>
                  <a:lnTo>
                    <a:pt x="450702" y="1096348"/>
                  </a:lnTo>
                  <a:lnTo>
                    <a:pt x="450711" y="1096347"/>
                  </a:lnTo>
                  <a:lnTo>
                    <a:pt x="450725" y="1096346"/>
                  </a:lnTo>
                  <a:lnTo>
                    <a:pt x="450733" y="1096346"/>
                  </a:lnTo>
                  <a:lnTo>
                    <a:pt x="450743" y="1096349"/>
                  </a:lnTo>
                  <a:lnTo>
                    <a:pt x="450757" y="1096352"/>
                  </a:lnTo>
                  <a:lnTo>
                    <a:pt x="450765" y="1096354"/>
                  </a:lnTo>
                  <a:lnTo>
                    <a:pt x="450776" y="1096358"/>
                  </a:lnTo>
                  <a:lnTo>
                    <a:pt x="450782" y="1096359"/>
                  </a:lnTo>
                  <a:lnTo>
                    <a:pt x="450793" y="1096359"/>
                  </a:lnTo>
                  <a:lnTo>
                    <a:pt x="450801" y="1096358"/>
                  </a:lnTo>
                  <a:lnTo>
                    <a:pt x="450809" y="1096357"/>
                  </a:lnTo>
                  <a:lnTo>
                    <a:pt x="450823" y="1096355"/>
                  </a:lnTo>
                  <a:lnTo>
                    <a:pt x="450834" y="1096354"/>
                  </a:lnTo>
                  <a:lnTo>
                    <a:pt x="450848" y="1096353"/>
                  </a:lnTo>
                  <a:lnTo>
                    <a:pt x="450859" y="1096352"/>
                  </a:lnTo>
                  <a:lnTo>
                    <a:pt x="450869" y="1096349"/>
                  </a:lnTo>
                  <a:lnTo>
                    <a:pt x="450880" y="1096347"/>
                  </a:lnTo>
                  <a:lnTo>
                    <a:pt x="450892" y="1096342"/>
                  </a:lnTo>
                  <a:lnTo>
                    <a:pt x="450899" y="1096339"/>
                  </a:lnTo>
                  <a:lnTo>
                    <a:pt x="450906" y="1096337"/>
                  </a:lnTo>
                  <a:lnTo>
                    <a:pt x="450911" y="1096334"/>
                  </a:lnTo>
                  <a:lnTo>
                    <a:pt x="450917" y="1096329"/>
                  </a:lnTo>
                  <a:lnTo>
                    <a:pt x="450921" y="1096322"/>
                  </a:lnTo>
                  <a:lnTo>
                    <a:pt x="450924" y="1096314"/>
                  </a:lnTo>
                  <a:lnTo>
                    <a:pt x="450926" y="1096298"/>
                  </a:lnTo>
                  <a:lnTo>
                    <a:pt x="450928" y="1096277"/>
                  </a:lnTo>
                  <a:lnTo>
                    <a:pt x="450929" y="1096270"/>
                  </a:lnTo>
                  <a:lnTo>
                    <a:pt x="450928" y="1096253"/>
                  </a:lnTo>
                  <a:lnTo>
                    <a:pt x="450926" y="1096227"/>
                  </a:lnTo>
                  <a:lnTo>
                    <a:pt x="450923" y="1096204"/>
                  </a:lnTo>
                  <a:lnTo>
                    <a:pt x="450917" y="1096175"/>
                  </a:lnTo>
                  <a:lnTo>
                    <a:pt x="450909" y="1096155"/>
                  </a:lnTo>
                  <a:lnTo>
                    <a:pt x="450904" y="1096144"/>
                  </a:lnTo>
                  <a:lnTo>
                    <a:pt x="450899" y="1096127"/>
                  </a:lnTo>
                  <a:lnTo>
                    <a:pt x="450897" y="1096113"/>
                  </a:lnTo>
                  <a:lnTo>
                    <a:pt x="450896" y="1096091"/>
                  </a:lnTo>
                  <a:lnTo>
                    <a:pt x="450898" y="1096079"/>
                  </a:lnTo>
                  <a:lnTo>
                    <a:pt x="450902" y="1096062"/>
                  </a:lnTo>
                  <a:lnTo>
                    <a:pt x="450910" y="1096041"/>
                  </a:lnTo>
                  <a:lnTo>
                    <a:pt x="450915" y="1096031"/>
                  </a:lnTo>
                  <a:lnTo>
                    <a:pt x="450921" y="1096019"/>
                  </a:lnTo>
                  <a:lnTo>
                    <a:pt x="450937" y="1095991"/>
                  </a:lnTo>
                  <a:lnTo>
                    <a:pt x="450941" y="1095985"/>
                  </a:lnTo>
                  <a:lnTo>
                    <a:pt x="450950" y="1095969"/>
                  </a:lnTo>
                  <a:lnTo>
                    <a:pt x="450952" y="1095962"/>
                  </a:lnTo>
                  <a:lnTo>
                    <a:pt x="450956" y="1095953"/>
                  </a:lnTo>
                  <a:lnTo>
                    <a:pt x="450964" y="1095937"/>
                  </a:lnTo>
                  <a:lnTo>
                    <a:pt x="450972" y="1095923"/>
                  </a:lnTo>
                  <a:lnTo>
                    <a:pt x="450983" y="1095902"/>
                  </a:lnTo>
                  <a:lnTo>
                    <a:pt x="450989" y="1095889"/>
                  </a:lnTo>
                  <a:lnTo>
                    <a:pt x="450994" y="1095875"/>
                  </a:lnTo>
                  <a:lnTo>
                    <a:pt x="450997" y="1095870"/>
                  </a:lnTo>
                  <a:lnTo>
                    <a:pt x="450997" y="1095865"/>
                  </a:lnTo>
                  <a:lnTo>
                    <a:pt x="450998" y="1095854"/>
                  </a:lnTo>
                  <a:lnTo>
                    <a:pt x="450998" y="1095836"/>
                  </a:lnTo>
                  <a:lnTo>
                    <a:pt x="450995" y="1095791"/>
                  </a:lnTo>
                  <a:lnTo>
                    <a:pt x="450995" y="1095739"/>
                  </a:lnTo>
                  <a:lnTo>
                    <a:pt x="450994" y="1095725"/>
                  </a:lnTo>
                  <a:lnTo>
                    <a:pt x="450991" y="1095707"/>
                  </a:lnTo>
                  <a:lnTo>
                    <a:pt x="450992" y="1095694"/>
                  </a:lnTo>
                  <a:lnTo>
                    <a:pt x="450993" y="1095671"/>
                  </a:lnTo>
                  <a:lnTo>
                    <a:pt x="450993" y="1095659"/>
                  </a:lnTo>
                  <a:lnTo>
                    <a:pt x="450993" y="1095643"/>
                  </a:lnTo>
                  <a:lnTo>
                    <a:pt x="450989" y="1095626"/>
                  </a:lnTo>
                  <a:lnTo>
                    <a:pt x="450981" y="1095603"/>
                  </a:lnTo>
                  <a:lnTo>
                    <a:pt x="450980" y="1095599"/>
                  </a:lnTo>
                  <a:lnTo>
                    <a:pt x="450977" y="1095589"/>
                  </a:lnTo>
                  <a:lnTo>
                    <a:pt x="450971" y="1095566"/>
                  </a:lnTo>
                  <a:lnTo>
                    <a:pt x="450966" y="1095543"/>
                  </a:lnTo>
                  <a:lnTo>
                    <a:pt x="450963" y="1095528"/>
                  </a:lnTo>
                  <a:lnTo>
                    <a:pt x="450963" y="1095521"/>
                  </a:lnTo>
                  <a:lnTo>
                    <a:pt x="450965" y="1095501"/>
                  </a:lnTo>
                  <a:lnTo>
                    <a:pt x="450966" y="1095495"/>
                  </a:lnTo>
                  <a:lnTo>
                    <a:pt x="450968" y="1095484"/>
                  </a:lnTo>
                  <a:lnTo>
                    <a:pt x="450975" y="1095467"/>
                  </a:lnTo>
                  <a:lnTo>
                    <a:pt x="450980" y="1095453"/>
                  </a:lnTo>
                  <a:lnTo>
                    <a:pt x="450980" y="1095448"/>
                  </a:lnTo>
                  <a:lnTo>
                    <a:pt x="450979" y="1095443"/>
                  </a:lnTo>
                  <a:lnTo>
                    <a:pt x="450969" y="1095429"/>
                  </a:lnTo>
                  <a:lnTo>
                    <a:pt x="450962" y="1095419"/>
                  </a:lnTo>
                  <a:lnTo>
                    <a:pt x="450953" y="1095407"/>
                  </a:lnTo>
                  <a:lnTo>
                    <a:pt x="450948" y="1095400"/>
                  </a:lnTo>
                  <a:lnTo>
                    <a:pt x="450927" y="1095372"/>
                  </a:lnTo>
                  <a:lnTo>
                    <a:pt x="450921" y="1095360"/>
                  </a:lnTo>
                  <a:lnTo>
                    <a:pt x="450915" y="1095346"/>
                  </a:lnTo>
                  <a:lnTo>
                    <a:pt x="450909" y="1095327"/>
                  </a:lnTo>
                  <a:lnTo>
                    <a:pt x="450904" y="1095313"/>
                  </a:lnTo>
                  <a:lnTo>
                    <a:pt x="450895" y="1095285"/>
                  </a:lnTo>
                  <a:lnTo>
                    <a:pt x="450886" y="1095267"/>
                  </a:lnTo>
                  <a:lnTo>
                    <a:pt x="450875" y="1095249"/>
                  </a:lnTo>
                  <a:lnTo>
                    <a:pt x="450860" y="1095229"/>
                  </a:lnTo>
                  <a:lnTo>
                    <a:pt x="450857" y="1095224"/>
                  </a:lnTo>
                  <a:lnTo>
                    <a:pt x="450853" y="1095218"/>
                  </a:lnTo>
                  <a:lnTo>
                    <a:pt x="450849" y="1095205"/>
                  </a:lnTo>
                  <a:lnTo>
                    <a:pt x="450847" y="1095194"/>
                  </a:lnTo>
                  <a:lnTo>
                    <a:pt x="450845" y="1095180"/>
                  </a:lnTo>
                  <a:lnTo>
                    <a:pt x="450844" y="1095175"/>
                  </a:lnTo>
                  <a:lnTo>
                    <a:pt x="450843" y="1095152"/>
                  </a:lnTo>
                  <a:lnTo>
                    <a:pt x="450841" y="1095127"/>
                  </a:lnTo>
                  <a:lnTo>
                    <a:pt x="450840" y="1095112"/>
                  </a:lnTo>
                  <a:lnTo>
                    <a:pt x="450841" y="1095105"/>
                  </a:lnTo>
                  <a:lnTo>
                    <a:pt x="450844" y="1095101"/>
                  </a:lnTo>
                  <a:lnTo>
                    <a:pt x="450866" y="1095093"/>
                  </a:lnTo>
                  <a:lnTo>
                    <a:pt x="450895" y="1095084"/>
                  </a:lnTo>
                  <a:lnTo>
                    <a:pt x="450912" y="1095078"/>
                  </a:lnTo>
                  <a:lnTo>
                    <a:pt x="450925" y="1095071"/>
                  </a:lnTo>
                  <a:lnTo>
                    <a:pt x="450936" y="1095062"/>
                  </a:lnTo>
                  <a:lnTo>
                    <a:pt x="450946" y="1095048"/>
                  </a:lnTo>
                  <a:lnTo>
                    <a:pt x="450956" y="1095032"/>
                  </a:lnTo>
                  <a:lnTo>
                    <a:pt x="450965" y="1095010"/>
                  </a:lnTo>
                  <a:lnTo>
                    <a:pt x="450971" y="1094996"/>
                  </a:lnTo>
                  <a:lnTo>
                    <a:pt x="450980" y="1094984"/>
                  </a:lnTo>
                  <a:lnTo>
                    <a:pt x="450992" y="1094968"/>
                  </a:lnTo>
                  <a:lnTo>
                    <a:pt x="450999" y="1094956"/>
                  </a:lnTo>
                  <a:lnTo>
                    <a:pt x="451006" y="1094943"/>
                  </a:lnTo>
                  <a:lnTo>
                    <a:pt x="451009" y="1094929"/>
                  </a:lnTo>
                  <a:lnTo>
                    <a:pt x="451013" y="1094915"/>
                  </a:lnTo>
                  <a:lnTo>
                    <a:pt x="451018" y="1094908"/>
                  </a:lnTo>
                  <a:lnTo>
                    <a:pt x="451031" y="1094892"/>
                  </a:lnTo>
                  <a:lnTo>
                    <a:pt x="451036" y="1094885"/>
                  </a:lnTo>
                  <a:lnTo>
                    <a:pt x="451051" y="1094864"/>
                  </a:lnTo>
                  <a:lnTo>
                    <a:pt x="451064" y="1094846"/>
                  </a:lnTo>
                  <a:lnTo>
                    <a:pt x="451077" y="1094832"/>
                  </a:lnTo>
                  <a:lnTo>
                    <a:pt x="451090" y="1094822"/>
                  </a:lnTo>
                  <a:lnTo>
                    <a:pt x="451101" y="1094813"/>
                  </a:lnTo>
                  <a:lnTo>
                    <a:pt x="451104" y="1094809"/>
                  </a:lnTo>
                  <a:lnTo>
                    <a:pt x="451101" y="1094805"/>
                  </a:lnTo>
                  <a:lnTo>
                    <a:pt x="451090" y="1094801"/>
                  </a:lnTo>
                  <a:lnTo>
                    <a:pt x="451081" y="1094795"/>
                  </a:lnTo>
                  <a:lnTo>
                    <a:pt x="451069" y="1094785"/>
                  </a:lnTo>
                  <a:lnTo>
                    <a:pt x="451057" y="1094770"/>
                  </a:lnTo>
                  <a:lnTo>
                    <a:pt x="451046" y="1094752"/>
                  </a:lnTo>
                  <a:lnTo>
                    <a:pt x="451037" y="1094741"/>
                  </a:lnTo>
                  <a:lnTo>
                    <a:pt x="451028" y="1094730"/>
                  </a:lnTo>
                  <a:lnTo>
                    <a:pt x="451010" y="1094712"/>
                  </a:lnTo>
                  <a:lnTo>
                    <a:pt x="451001" y="1094702"/>
                  </a:lnTo>
                  <a:lnTo>
                    <a:pt x="450998" y="1094695"/>
                  </a:lnTo>
                  <a:lnTo>
                    <a:pt x="450997" y="1094690"/>
                  </a:lnTo>
                  <a:lnTo>
                    <a:pt x="450997" y="1094685"/>
                  </a:lnTo>
                  <a:lnTo>
                    <a:pt x="450996" y="1094677"/>
                  </a:lnTo>
                  <a:lnTo>
                    <a:pt x="450997" y="1094658"/>
                  </a:lnTo>
                  <a:lnTo>
                    <a:pt x="450995" y="1094649"/>
                  </a:lnTo>
                  <a:lnTo>
                    <a:pt x="450990" y="1094644"/>
                  </a:lnTo>
                  <a:lnTo>
                    <a:pt x="450982" y="1094636"/>
                  </a:lnTo>
                  <a:lnTo>
                    <a:pt x="450968" y="1094629"/>
                  </a:lnTo>
                  <a:lnTo>
                    <a:pt x="450939" y="1094613"/>
                  </a:lnTo>
                  <a:lnTo>
                    <a:pt x="450916" y="1094600"/>
                  </a:lnTo>
                  <a:lnTo>
                    <a:pt x="450901" y="1094591"/>
                  </a:lnTo>
                  <a:lnTo>
                    <a:pt x="450887" y="1094580"/>
                  </a:lnTo>
                  <a:lnTo>
                    <a:pt x="450874" y="1094569"/>
                  </a:lnTo>
                  <a:lnTo>
                    <a:pt x="450863" y="1094558"/>
                  </a:lnTo>
                  <a:lnTo>
                    <a:pt x="450846" y="1094538"/>
                  </a:lnTo>
                  <a:lnTo>
                    <a:pt x="450827" y="1094519"/>
                  </a:lnTo>
                  <a:lnTo>
                    <a:pt x="450810" y="1094502"/>
                  </a:lnTo>
                  <a:lnTo>
                    <a:pt x="450799" y="1094488"/>
                  </a:lnTo>
                  <a:lnTo>
                    <a:pt x="450792" y="1094475"/>
                  </a:lnTo>
                  <a:lnTo>
                    <a:pt x="450789" y="1094468"/>
                  </a:lnTo>
                  <a:lnTo>
                    <a:pt x="450788" y="1094463"/>
                  </a:lnTo>
                  <a:lnTo>
                    <a:pt x="450786" y="1094454"/>
                  </a:lnTo>
                  <a:lnTo>
                    <a:pt x="450784" y="1094447"/>
                  </a:lnTo>
                  <a:lnTo>
                    <a:pt x="450779" y="1094431"/>
                  </a:lnTo>
                  <a:lnTo>
                    <a:pt x="450774" y="1094420"/>
                  </a:lnTo>
                  <a:lnTo>
                    <a:pt x="450768" y="1094406"/>
                  </a:lnTo>
                  <a:lnTo>
                    <a:pt x="450763" y="1094399"/>
                  </a:lnTo>
                  <a:lnTo>
                    <a:pt x="450758" y="1094393"/>
                  </a:lnTo>
                  <a:lnTo>
                    <a:pt x="450741" y="1094379"/>
                  </a:lnTo>
                  <a:lnTo>
                    <a:pt x="450726" y="1094365"/>
                  </a:lnTo>
                  <a:lnTo>
                    <a:pt x="450715" y="1094353"/>
                  </a:lnTo>
                  <a:lnTo>
                    <a:pt x="450707" y="1094344"/>
                  </a:lnTo>
                  <a:lnTo>
                    <a:pt x="450702" y="1094329"/>
                  </a:lnTo>
                  <a:lnTo>
                    <a:pt x="450701" y="1094319"/>
                  </a:lnTo>
                  <a:lnTo>
                    <a:pt x="450702" y="1094300"/>
                  </a:lnTo>
                  <a:lnTo>
                    <a:pt x="450706" y="1094279"/>
                  </a:lnTo>
                  <a:lnTo>
                    <a:pt x="450710" y="1094260"/>
                  </a:lnTo>
                  <a:lnTo>
                    <a:pt x="450714" y="1094245"/>
                  </a:lnTo>
                  <a:lnTo>
                    <a:pt x="450718" y="1094235"/>
                  </a:lnTo>
                  <a:lnTo>
                    <a:pt x="450726" y="1094222"/>
                  </a:lnTo>
                  <a:lnTo>
                    <a:pt x="450735" y="1094209"/>
                  </a:lnTo>
                  <a:lnTo>
                    <a:pt x="450741" y="1094198"/>
                  </a:lnTo>
                  <a:lnTo>
                    <a:pt x="450744" y="1094190"/>
                  </a:lnTo>
                  <a:lnTo>
                    <a:pt x="450745" y="1094182"/>
                  </a:lnTo>
                  <a:lnTo>
                    <a:pt x="450746" y="1094177"/>
                  </a:lnTo>
                  <a:lnTo>
                    <a:pt x="450746" y="1094171"/>
                  </a:lnTo>
                  <a:lnTo>
                    <a:pt x="450747" y="1094166"/>
                  </a:lnTo>
                  <a:lnTo>
                    <a:pt x="450747" y="1094159"/>
                  </a:lnTo>
                  <a:lnTo>
                    <a:pt x="450745" y="1094151"/>
                  </a:lnTo>
                  <a:lnTo>
                    <a:pt x="450742" y="1094138"/>
                  </a:lnTo>
                  <a:lnTo>
                    <a:pt x="450737" y="1094114"/>
                  </a:lnTo>
                  <a:lnTo>
                    <a:pt x="450734" y="1094100"/>
                  </a:lnTo>
                  <a:lnTo>
                    <a:pt x="450733" y="1094077"/>
                  </a:lnTo>
                  <a:lnTo>
                    <a:pt x="450734" y="1094057"/>
                  </a:lnTo>
                  <a:lnTo>
                    <a:pt x="450738" y="1094032"/>
                  </a:lnTo>
                  <a:lnTo>
                    <a:pt x="450737" y="1094024"/>
                  </a:lnTo>
                  <a:lnTo>
                    <a:pt x="450735" y="1094019"/>
                  </a:lnTo>
                  <a:lnTo>
                    <a:pt x="450731" y="1094015"/>
                  </a:lnTo>
                  <a:lnTo>
                    <a:pt x="450723" y="1094007"/>
                  </a:lnTo>
                  <a:lnTo>
                    <a:pt x="450718" y="1093999"/>
                  </a:lnTo>
                  <a:lnTo>
                    <a:pt x="450714" y="1093992"/>
                  </a:lnTo>
                  <a:lnTo>
                    <a:pt x="450710" y="1093977"/>
                  </a:lnTo>
                  <a:lnTo>
                    <a:pt x="450706" y="1093967"/>
                  </a:lnTo>
                  <a:lnTo>
                    <a:pt x="450703" y="1093961"/>
                  </a:lnTo>
                  <a:lnTo>
                    <a:pt x="450696" y="1093952"/>
                  </a:lnTo>
                  <a:lnTo>
                    <a:pt x="450692" y="1093947"/>
                  </a:lnTo>
                  <a:lnTo>
                    <a:pt x="450685" y="1093942"/>
                  </a:lnTo>
                  <a:lnTo>
                    <a:pt x="450675" y="1093936"/>
                  </a:lnTo>
                  <a:lnTo>
                    <a:pt x="450663" y="1093929"/>
                  </a:lnTo>
                  <a:lnTo>
                    <a:pt x="450656" y="1093925"/>
                  </a:lnTo>
                  <a:lnTo>
                    <a:pt x="450651" y="1093919"/>
                  </a:lnTo>
                  <a:lnTo>
                    <a:pt x="450642" y="1093908"/>
                  </a:lnTo>
                  <a:lnTo>
                    <a:pt x="450631" y="1093890"/>
                  </a:lnTo>
                  <a:lnTo>
                    <a:pt x="450623" y="1093877"/>
                  </a:lnTo>
                  <a:lnTo>
                    <a:pt x="450613" y="1093865"/>
                  </a:lnTo>
                  <a:lnTo>
                    <a:pt x="450601" y="1093852"/>
                  </a:lnTo>
                  <a:lnTo>
                    <a:pt x="450593" y="1093843"/>
                  </a:lnTo>
                  <a:lnTo>
                    <a:pt x="450583" y="1093836"/>
                  </a:lnTo>
                  <a:lnTo>
                    <a:pt x="450574" y="1093831"/>
                  </a:lnTo>
                  <a:lnTo>
                    <a:pt x="450562" y="1093827"/>
                  </a:lnTo>
                  <a:lnTo>
                    <a:pt x="450542" y="1093820"/>
                  </a:lnTo>
                  <a:lnTo>
                    <a:pt x="450525" y="1093815"/>
                  </a:lnTo>
                  <a:lnTo>
                    <a:pt x="450511" y="1093808"/>
                  </a:lnTo>
                  <a:lnTo>
                    <a:pt x="450496" y="1093799"/>
                  </a:lnTo>
                  <a:lnTo>
                    <a:pt x="450483" y="1093786"/>
                  </a:lnTo>
                  <a:lnTo>
                    <a:pt x="450475" y="1093776"/>
                  </a:lnTo>
                  <a:lnTo>
                    <a:pt x="450469" y="1093764"/>
                  </a:lnTo>
                  <a:lnTo>
                    <a:pt x="450463" y="1093749"/>
                  </a:lnTo>
                  <a:lnTo>
                    <a:pt x="450457" y="1093723"/>
                  </a:lnTo>
                  <a:lnTo>
                    <a:pt x="450450" y="1093703"/>
                  </a:lnTo>
                  <a:lnTo>
                    <a:pt x="450444" y="1093687"/>
                  </a:lnTo>
                  <a:lnTo>
                    <a:pt x="450437" y="1093661"/>
                  </a:lnTo>
                  <a:lnTo>
                    <a:pt x="450431" y="1093630"/>
                  </a:lnTo>
                  <a:lnTo>
                    <a:pt x="450426" y="1093600"/>
                  </a:lnTo>
                  <a:lnTo>
                    <a:pt x="450423" y="1093578"/>
                  </a:lnTo>
                  <a:lnTo>
                    <a:pt x="450424" y="1093542"/>
                  </a:lnTo>
                  <a:lnTo>
                    <a:pt x="450428" y="1093539"/>
                  </a:lnTo>
                  <a:lnTo>
                    <a:pt x="450439" y="1093536"/>
                  </a:lnTo>
                  <a:lnTo>
                    <a:pt x="450468" y="1093527"/>
                  </a:lnTo>
                  <a:lnTo>
                    <a:pt x="450506" y="1093515"/>
                  </a:lnTo>
                  <a:lnTo>
                    <a:pt x="450522" y="1093508"/>
                  </a:lnTo>
                  <a:lnTo>
                    <a:pt x="450545" y="1093495"/>
                  </a:lnTo>
                  <a:lnTo>
                    <a:pt x="450565" y="1093484"/>
                  </a:lnTo>
                  <a:lnTo>
                    <a:pt x="450579" y="1093478"/>
                  </a:lnTo>
                  <a:lnTo>
                    <a:pt x="450591" y="1093475"/>
                  </a:lnTo>
                  <a:lnTo>
                    <a:pt x="450610" y="1093473"/>
                  </a:lnTo>
                  <a:lnTo>
                    <a:pt x="450620" y="1093468"/>
                  </a:lnTo>
                  <a:lnTo>
                    <a:pt x="450627" y="1093464"/>
                  </a:lnTo>
                  <a:lnTo>
                    <a:pt x="450634" y="1093457"/>
                  </a:lnTo>
                  <a:lnTo>
                    <a:pt x="450646" y="1093444"/>
                  </a:lnTo>
                  <a:lnTo>
                    <a:pt x="450658" y="1093430"/>
                  </a:lnTo>
                  <a:lnTo>
                    <a:pt x="450666" y="1093423"/>
                  </a:lnTo>
                  <a:lnTo>
                    <a:pt x="450678" y="1093415"/>
                  </a:lnTo>
                  <a:lnTo>
                    <a:pt x="450699" y="1093400"/>
                  </a:lnTo>
                  <a:lnTo>
                    <a:pt x="450720" y="1093386"/>
                  </a:lnTo>
                  <a:lnTo>
                    <a:pt x="450735" y="1093377"/>
                  </a:lnTo>
                  <a:lnTo>
                    <a:pt x="450744" y="1093369"/>
                  </a:lnTo>
                  <a:lnTo>
                    <a:pt x="450751" y="1093362"/>
                  </a:lnTo>
                  <a:lnTo>
                    <a:pt x="450759" y="1093350"/>
                  </a:lnTo>
                  <a:lnTo>
                    <a:pt x="450765" y="1093341"/>
                  </a:lnTo>
                  <a:lnTo>
                    <a:pt x="450776" y="1093328"/>
                  </a:lnTo>
                  <a:lnTo>
                    <a:pt x="450788" y="1093318"/>
                  </a:lnTo>
                  <a:lnTo>
                    <a:pt x="450804" y="1093305"/>
                  </a:lnTo>
                  <a:lnTo>
                    <a:pt x="450821" y="1093293"/>
                  </a:lnTo>
                  <a:lnTo>
                    <a:pt x="450847" y="1093277"/>
                  </a:lnTo>
                  <a:lnTo>
                    <a:pt x="450863" y="1093267"/>
                  </a:lnTo>
                  <a:lnTo>
                    <a:pt x="450874" y="1093262"/>
                  </a:lnTo>
                  <a:lnTo>
                    <a:pt x="450897" y="1093254"/>
                  </a:lnTo>
                  <a:lnTo>
                    <a:pt x="450928" y="1093243"/>
                  </a:lnTo>
                  <a:lnTo>
                    <a:pt x="450951" y="1093233"/>
                  </a:lnTo>
                  <a:lnTo>
                    <a:pt x="450974" y="1093223"/>
                  </a:lnTo>
                  <a:lnTo>
                    <a:pt x="450989" y="1093216"/>
                  </a:lnTo>
                  <a:lnTo>
                    <a:pt x="450995" y="1093210"/>
                  </a:lnTo>
                  <a:lnTo>
                    <a:pt x="451004" y="1093198"/>
                  </a:lnTo>
                  <a:lnTo>
                    <a:pt x="451011" y="1093184"/>
                  </a:lnTo>
                  <a:lnTo>
                    <a:pt x="451020" y="1093168"/>
                  </a:lnTo>
                  <a:lnTo>
                    <a:pt x="451025" y="1093151"/>
                  </a:lnTo>
                  <a:lnTo>
                    <a:pt x="451027" y="1093141"/>
                  </a:lnTo>
                  <a:lnTo>
                    <a:pt x="451030" y="1093121"/>
                  </a:lnTo>
                  <a:lnTo>
                    <a:pt x="451034" y="1093094"/>
                  </a:lnTo>
                  <a:lnTo>
                    <a:pt x="451037" y="1093058"/>
                  </a:lnTo>
                  <a:lnTo>
                    <a:pt x="451035" y="1093026"/>
                  </a:lnTo>
                  <a:lnTo>
                    <a:pt x="451040" y="1093018"/>
                  </a:lnTo>
                  <a:lnTo>
                    <a:pt x="451051" y="1093004"/>
                  </a:lnTo>
                  <a:lnTo>
                    <a:pt x="451067" y="1092987"/>
                  </a:lnTo>
                  <a:lnTo>
                    <a:pt x="451075" y="1092975"/>
                  </a:lnTo>
                  <a:lnTo>
                    <a:pt x="451082" y="1092963"/>
                  </a:lnTo>
                  <a:lnTo>
                    <a:pt x="451087" y="1092954"/>
                  </a:lnTo>
                  <a:lnTo>
                    <a:pt x="451090" y="1092949"/>
                  </a:lnTo>
                  <a:lnTo>
                    <a:pt x="451099" y="1092938"/>
                  </a:lnTo>
                  <a:lnTo>
                    <a:pt x="451108" y="1092931"/>
                  </a:lnTo>
                  <a:lnTo>
                    <a:pt x="451118" y="1092925"/>
                  </a:lnTo>
                  <a:lnTo>
                    <a:pt x="451132" y="1092921"/>
                  </a:lnTo>
                  <a:lnTo>
                    <a:pt x="451151" y="1092919"/>
                  </a:lnTo>
                  <a:lnTo>
                    <a:pt x="451161" y="1092916"/>
                  </a:lnTo>
                  <a:lnTo>
                    <a:pt x="451165" y="1092914"/>
                  </a:lnTo>
                  <a:lnTo>
                    <a:pt x="451169" y="1092904"/>
                  </a:lnTo>
                  <a:lnTo>
                    <a:pt x="451170" y="1092898"/>
                  </a:lnTo>
                  <a:lnTo>
                    <a:pt x="451172" y="1092883"/>
                  </a:lnTo>
                  <a:lnTo>
                    <a:pt x="451178" y="1092858"/>
                  </a:lnTo>
                  <a:lnTo>
                    <a:pt x="451180" y="1092849"/>
                  </a:lnTo>
                  <a:lnTo>
                    <a:pt x="451183" y="1092838"/>
                  </a:lnTo>
                  <a:lnTo>
                    <a:pt x="451190" y="1092818"/>
                  </a:lnTo>
                  <a:lnTo>
                    <a:pt x="451199" y="1092802"/>
                  </a:lnTo>
                  <a:lnTo>
                    <a:pt x="451208" y="1092780"/>
                  </a:lnTo>
                  <a:lnTo>
                    <a:pt x="451210" y="1092772"/>
                  </a:lnTo>
                  <a:lnTo>
                    <a:pt x="451213" y="1092762"/>
                  </a:lnTo>
                  <a:lnTo>
                    <a:pt x="451214" y="1092753"/>
                  </a:lnTo>
                  <a:lnTo>
                    <a:pt x="451217" y="1092729"/>
                  </a:lnTo>
                  <a:lnTo>
                    <a:pt x="451218" y="1092720"/>
                  </a:lnTo>
                  <a:lnTo>
                    <a:pt x="451223" y="1092704"/>
                  </a:lnTo>
                  <a:lnTo>
                    <a:pt x="451224" y="1092699"/>
                  </a:lnTo>
                  <a:lnTo>
                    <a:pt x="451234" y="1092662"/>
                  </a:lnTo>
                  <a:lnTo>
                    <a:pt x="451249" y="1092619"/>
                  </a:lnTo>
                  <a:lnTo>
                    <a:pt x="451253" y="1092604"/>
                  </a:lnTo>
                  <a:lnTo>
                    <a:pt x="451261" y="1092588"/>
                  </a:lnTo>
                  <a:lnTo>
                    <a:pt x="451271" y="1092575"/>
                  </a:lnTo>
                  <a:lnTo>
                    <a:pt x="451275" y="1092572"/>
                  </a:lnTo>
                  <a:lnTo>
                    <a:pt x="451285" y="1092564"/>
                  </a:lnTo>
                  <a:lnTo>
                    <a:pt x="451299" y="1092554"/>
                  </a:lnTo>
                  <a:lnTo>
                    <a:pt x="451318" y="1092541"/>
                  </a:lnTo>
                  <a:lnTo>
                    <a:pt x="451328" y="1092531"/>
                  </a:lnTo>
                  <a:lnTo>
                    <a:pt x="451335" y="1092520"/>
                  </a:lnTo>
                  <a:lnTo>
                    <a:pt x="451339" y="1092509"/>
                  </a:lnTo>
                  <a:lnTo>
                    <a:pt x="451340" y="1092496"/>
                  </a:lnTo>
                  <a:lnTo>
                    <a:pt x="451339" y="1092479"/>
                  </a:lnTo>
                  <a:lnTo>
                    <a:pt x="451335" y="1092460"/>
                  </a:lnTo>
                  <a:lnTo>
                    <a:pt x="451332" y="1092447"/>
                  </a:lnTo>
                  <a:lnTo>
                    <a:pt x="451331" y="1092435"/>
                  </a:lnTo>
                  <a:lnTo>
                    <a:pt x="451332" y="1092425"/>
                  </a:lnTo>
                  <a:lnTo>
                    <a:pt x="451333" y="1092419"/>
                  </a:lnTo>
                  <a:lnTo>
                    <a:pt x="451342" y="1092379"/>
                  </a:lnTo>
                  <a:lnTo>
                    <a:pt x="451343" y="1092370"/>
                  </a:lnTo>
                  <a:lnTo>
                    <a:pt x="451346" y="1092352"/>
                  </a:lnTo>
                  <a:lnTo>
                    <a:pt x="451348" y="1092336"/>
                  </a:lnTo>
                  <a:lnTo>
                    <a:pt x="451349" y="1092324"/>
                  </a:lnTo>
                  <a:lnTo>
                    <a:pt x="451349" y="1092318"/>
                  </a:lnTo>
                  <a:lnTo>
                    <a:pt x="451349" y="1092298"/>
                  </a:lnTo>
                  <a:lnTo>
                    <a:pt x="451344" y="1092277"/>
                  </a:lnTo>
                  <a:lnTo>
                    <a:pt x="451343" y="1092271"/>
                  </a:lnTo>
                  <a:lnTo>
                    <a:pt x="451342" y="1092266"/>
                  </a:lnTo>
                  <a:lnTo>
                    <a:pt x="451342" y="1092255"/>
                  </a:lnTo>
                  <a:lnTo>
                    <a:pt x="451344" y="1092245"/>
                  </a:lnTo>
                  <a:lnTo>
                    <a:pt x="451350" y="1092236"/>
                  </a:lnTo>
                  <a:lnTo>
                    <a:pt x="451356" y="1092233"/>
                  </a:lnTo>
                  <a:lnTo>
                    <a:pt x="451376" y="1092231"/>
                  </a:lnTo>
                  <a:lnTo>
                    <a:pt x="451379" y="1092228"/>
                  </a:lnTo>
                  <a:lnTo>
                    <a:pt x="451374" y="1092225"/>
                  </a:lnTo>
                  <a:lnTo>
                    <a:pt x="451364" y="1092224"/>
                  </a:lnTo>
                  <a:lnTo>
                    <a:pt x="451349" y="1092224"/>
                  </a:lnTo>
                  <a:lnTo>
                    <a:pt x="451336" y="1092223"/>
                  </a:lnTo>
                  <a:lnTo>
                    <a:pt x="451318" y="1092223"/>
                  </a:lnTo>
                  <a:lnTo>
                    <a:pt x="451310" y="1092221"/>
                  </a:lnTo>
                  <a:lnTo>
                    <a:pt x="451293" y="1092218"/>
                  </a:lnTo>
                  <a:lnTo>
                    <a:pt x="451279" y="1092214"/>
                  </a:lnTo>
                  <a:lnTo>
                    <a:pt x="451275" y="1092213"/>
                  </a:lnTo>
                  <a:lnTo>
                    <a:pt x="451267" y="1092208"/>
                  </a:lnTo>
                  <a:lnTo>
                    <a:pt x="451257" y="1092200"/>
                  </a:lnTo>
                  <a:lnTo>
                    <a:pt x="451241" y="1092182"/>
                  </a:lnTo>
                  <a:lnTo>
                    <a:pt x="451223" y="1092165"/>
                  </a:lnTo>
                  <a:lnTo>
                    <a:pt x="451205" y="1092149"/>
                  </a:lnTo>
                  <a:lnTo>
                    <a:pt x="451183" y="1092134"/>
                  </a:lnTo>
                  <a:lnTo>
                    <a:pt x="451157" y="1092114"/>
                  </a:lnTo>
                  <a:lnTo>
                    <a:pt x="451143" y="1092106"/>
                  </a:lnTo>
                  <a:lnTo>
                    <a:pt x="451131" y="1092099"/>
                  </a:lnTo>
                  <a:lnTo>
                    <a:pt x="451127" y="1092097"/>
                  </a:lnTo>
                  <a:lnTo>
                    <a:pt x="451110" y="1092091"/>
                  </a:lnTo>
                  <a:lnTo>
                    <a:pt x="451090" y="1092088"/>
                  </a:lnTo>
                  <a:lnTo>
                    <a:pt x="451063" y="1092088"/>
                  </a:lnTo>
                  <a:lnTo>
                    <a:pt x="451035" y="1092090"/>
                  </a:lnTo>
                  <a:lnTo>
                    <a:pt x="451029" y="1092091"/>
                  </a:lnTo>
                  <a:lnTo>
                    <a:pt x="451025" y="1092091"/>
                  </a:lnTo>
                  <a:lnTo>
                    <a:pt x="451002" y="1092091"/>
                  </a:lnTo>
                  <a:lnTo>
                    <a:pt x="450985" y="1092089"/>
                  </a:lnTo>
                  <a:lnTo>
                    <a:pt x="450957" y="1092085"/>
                  </a:lnTo>
                  <a:lnTo>
                    <a:pt x="450944" y="1092082"/>
                  </a:lnTo>
                  <a:lnTo>
                    <a:pt x="450937" y="1092081"/>
                  </a:lnTo>
                  <a:lnTo>
                    <a:pt x="450926" y="1092076"/>
                  </a:lnTo>
                  <a:lnTo>
                    <a:pt x="450915" y="1092071"/>
                  </a:lnTo>
                  <a:lnTo>
                    <a:pt x="450909" y="1092068"/>
                  </a:lnTo>
                  <a:lnTo>
                    <a:pt x="450894" y="1092060"/>
                  </a:lnTo>
                  <a:lnTo>
                    <a:pt x="450888" y="1092055"/>
                  </a:lnTo>
                  <a:lnTo>
                    <a:pt x="450876" y="1092045"/>
                  </a:lnTo>
                  <a:lnTo>
                    <a:pt x="450872" y="1092042"/>
                  </a:lnTo>
                  <a:lnTo>
                    <a:pt x="450853" y="1092024"/>
                  </a:lnTo>
                  <a:lnTo>
                    <a:pt x="450850" y="1092018"/>
                  </a:lnTo>
                  <a:lnTo>
                    <a:pt x="450849" y="1092010"/>
                  </a:lnTo>
                  <a:lnTo>
                    <a:pt x="450850" y="1092004"/>
                  </a:lnTo>
                  <a:lnTo>
                    <a:pt x="450858" y="1091992"/>
                  </a:lnTo>
                  <a:lnTo>
                    <a:pt x="450871" y="1091974"/>
                  </a:lnTo>
                  <a:lnTo>
                    <a:pt x="450881" y="1091959"/>
                  </a:lnTo>
                  <a:lnTo>
                    <a:pt x="450893" y="1091935"/>
                  </a:lnTo>
                  <a:lnTo>
                    <a:pt x="450898" y="1091922"/>
                  </a:lnTo>
                  <a:lnTo>
                    <a:pt x="450906" y="1091899"/>
                  </a:lnTo>
                  <a:lnTo>
                    <a:pt x="450917" y="1091864"/>
                  </a:lnTo>
                  <a:lnTo>
                    <a:pt x="450919" y="1091857"/>
                  </a:lnTo>
                  <a:lnTo>
                    <a:pt x="450926" y="1091827"/>
                  </a:lnTo>
                  <a:lnTo>
                    <a:pt x="450935" y="1091783"/>
                  </a:lnTo>
                  <a:lnTo>
                    <a:pt x="450938" y="1091771"/>
                  </a:lnTo>
                  <a:lnTo>
                    <a:pt x="450944" y="1091749"/>
                  </a:lnTo>
                  <a:lnTo>
                    <a:pt x="450953" y="1091724"/>
                  </a:lnTo>
                  <a:lnTo>
                    <a:pt x="450957" y="1091713"/>
                  </a:lnTo>
                  <a:lnTo>
                    <a:pt x="450959" y="1091707"/>
                  </a:lnTo>
                  <a:lnTo>
                    <a:pt x="450962" y="1091701"/>
                  </a:lnTo>
                  <a:lnTo>
                    <a:pt x="450965" y="1091694"/>
                  </a:lnTo>
                  <a:lnTo>
                    <a:pt x="450969" y="1091688"/>
                  </a:lnTo>
                  <a:lnTo>
                    <a:pt x="450972" y="1091684"/>
                  </a:lnTo>
                  <a:lnTo>
                    <a:pt x="450978" y="1091676"/>
                  </a:lnTo>
                  <a:lnTo>
                    <a:pt x="450982" y="1091671"/>
                  </a:lnTo>
                  <a:lnTo>
                    <a:pt x="450991" y="1091661"/>
                  </a:lnTo>
                  <a:lnTo>
                    <a:pt x="450996" y="1091650"/>
                  </a:lnTo>
                  <a:lnTo>
                    <a:pt x="450997" y="1091642"/>
                  </a:lnTo>
                  <a:lnTo>
                    <a:pt x="450996" y="1091634"/>
                  </a:lnTo>
                  <a:lnTo>
                    <a:pt x="450991" y="1091626"/>
                  </a:lnTo>
                  <a:lnTo>
                    <a:pt x="450983" y="1091615"/>
                  </a:lnTo>
                  <a:lnTo>
                    <a:pt x="450967" y="1091604"/>
                  </a:lnTo>
                  <a:lnTo>
                    <a:pt x="450952" y="1091595"/>
                  </a:lnTo>
                  <a:lnTo>
                    <a:pt x="450919" y="1091582"/>
                  </a:lnTo>
                  <a:lnTo>
                    <a:pt x="450907" y="1091577"/>
                  </a:lnTo>
                  <a:lnTo>
                    <a:pt x="450902" y="1091576"/>
                  </a:lnTo>
                  <a:lnTo>
                    <a:pt x="450887" y="1091570"/>
                  </a:lnTo>
                  <a:lnTo>
                    <a:pt x="450857" y="1091567"/>
                  </a:lnTo>
                  <a:lnTo>
                    <a:pt x="450837" y="1091565"/>
                  </a:lnTo>
                  <a:lnTo>
                    <a:pt x="450828" y="1091565"/>
                  </a:lnTo>
                  <a:lnTo>
                    <a:pt x="450824" y="1091564"/>
                  </a:lnTo>
                  <a:lnTo>
                    <a:pt x="450812" y="1091562"/>
                  </a:lnTo>
                  <a:lnTo>
                    <a:pt x="450808" y="1091561"/>
                  </a:lnTo>
                  <a:lnTo>
                    <a:pt x="450791" y="1091555"/>
                  </a:lnTo>
                  <a:lnTo>
                    <a:pt x="450774" y="1091546"/>
                  </a:lnTo>
                  <a:lnTo>
                    <a:pt x="450764" y="1091538"/>
                  </a:lnTo>
                  <a:lnTo>
                    <a:pt x="450756" y="1091529"/>
                  </a:lnTo>
                  <a:lnTo>
                    <a:pt x="450745" y="1091514"/>
                  </a:lnTo>
                  <a:lnTo>
                    <a:pt x="450732" y="1091497"/>
                  </a:lnTo>
                  <a:lnTo>
                    <a:pt x="450726" y="1091490"/>
                  </a:lnTo>
                  <a:lnTo>
                    <a:pt x="450720" y="1091482"/>
                  </a:lnTo>
                  <a:lnTo>
                    <a:pt x="450710" y="1091472"/>
                  </a:lnTo>
                  <a:lnTo>
                    <a:pt x="450695" y="1091464"/>
                  </a:lnTo>
                  <a:lnTo>
                    <a:pt x="450685" y="1091463"/>
                  </a:lnTo>
                  <a:lnTo>
                    <a:pt x="450676" y="1091463"/>
                  </a:lnTo>
                  <a:lnTo>
                    <a:pt x="450668" y="1091468"/>
                  </a:lnTo>
                  <a:lnTo>
                    <a:pt x="450654" y="1091482"/>
                  </a:lnTo>
                  <a:lnTo>
                    <a:pt x="450648" y="1091485"/>
                  </a:lnTo>
                  <a:lnTo>
                    <a:pt x="450643" y="1091484"/>
                  </a:lnTo>
                  <a:lnTo>
                    <a:pt x="450637" y="1091476"/>
                  </a:lnTo>
                  <a:lnTo>
                    <a:pt x="450630" y="1091461"/>
                  </a:lnTo>
                  <a:lnTo>
                    <a:pt x="450624" y="1091453"/>
                  </a:lnTo>
                  <a:lnTo>
                    <a:pt x="450611" y="1091445"/>
                  </a:lnTo>
                  <a:lnTo>
                    <a:pt x="450604" y="1091443"/>
                  </a:lnTo>
                  <a:lnTo>
                    <a:pt x="450596" y="1091441"/>
                  </a:lnTo>
                  <a:lnTo>
                    <a:pt x="450587" y="1091440"/>
                  </a:lnTo>
                  <a:lnTo>
                    <a:pt x="450556" y="1091446"/>
                  </a:lnTo>
                  <a:lnTo>
                    <a:pt x="450551" y="1091447"/>
                  </a:lnTo>
                  <a:lnTo>
                    <a:pt x="450543" y="1091448"/>
                  </a:lnTo>
                  <a:lnTo>
                    <a:pt x="450528" y="1091451"/>
                  </a:lnTo>
                  <a:lnTo>
                    <a:pt x="450508" y="1091457"/>
                  </a:lnTo>
                  <a:lnTo>
                    <a:pt x="450469" y="1091468"/>
                  </a:lnTo>
                  <a:lnTo>
                    <a:pt x="450407" y="1091484"/>
                  </a:lnTo>
                  <a:lnTo>
                    <a:pt x="450391" y="1091489"/>
                  </a:lnTo>
                  <a:lnTo>
                    <a:pt x="450370" y="1091496"/>
                  </a:lnTo>
                  <a:lnTo>
                    <a:pt x="450363" y="1091498"/>
                  </a:lnTo>
                  <a:lnTo>
                    <a:pt x="450340" y="1091506"/>
                  </a:lnTo>
                  <a:lnTo>
                    <a:pt x="450325" y="1091511"/>
                  </a:lnTo>
                  <a:lnTo>
                    <a:pt x="450306" y="1091519"/>
                  </a:lnTo>
                  <a:lnTo>
                    <a:pt x="450300" y="1091522"/>
                  </a:lnTo>
                  <a:lnTo>
                    <a:pt x="450296" y="1091524"/>
                  </a:lnTo>
                  <a:lnTo>
                    <a:pt x="450292" y="1091523"/>
                  </a:lnTo>
                  <a:lnTo>
                    <a:pt x="450283" y="1091520"/>
                  </a:lnTo>
                  <a:lnTo>
                    <a:pt x="450275" y="1091517"/>
                  </a:lnTo>
                  <a:lnTo>
                    <a:pt x="450267" y="1091513"/>
                  </a:lnTo>
                  <a:lnTo>
                    <a:pt x="450256" y="1091510"/>
                  </a:lnTo>
                  <a:lnTo>
                    <a:pt x="450247" y="1091508"/>
                  </a:lnTo>
                  <a:lnTo>
                    <a:pt x="450229" y="1091504"/>
                  </a:lnTo>
                  <a:lnTo>
                    <a:pt x="450202" y="1091503"/>
                  </a:lnTo>
                  <a:lnTo>
                    <a:pt x="450184" y="1091503"/>
                  </a:lnTo>
                  <a:lnTo>
                    <a:pt x="450171" y="1091502"/>
                  </a:lnTo>
                  <a:lnTo>
                    <a:pt x="450152" y="1091506"/>
                  </a:lnTo>
                  <a:lnTo>
                    <a:pt x="450128" y="1091512"/>
                  </a:lnTo>
                  <a:lnTo>
                    <a:pt x="450098" y="1091521"/>
                  </a:lnTo>
                  <a:lnTo>
                    <a:pt x="450084" y="1091525"/>
                  </a:lnTo>
                  <a:lnTo>
                    <a:pt x="450068" y="1091529"/>
                  </a:lnTo>
                  <a:lnTo>
                    <a:pt x="450050" y="1091532"/>
                  </a:lnTo>
                  <a:lnTo>
                    <a:pt x="450038" y="1091537"/>
                  </a:lnTo>
                  <a:lnTo>
                    <a:pt x="450031" y="1091543"/>
                  </a:lnTo>
                  <a:lnTo>
                    <a:pt x="450028" y="1091546"/>
                  </a:lnTo>
                  <a:lnTo>
                    <a:pt x="450018" y="1091562"/>
                  </a:lnTo>
                  <a:lnTo>
                    <a:pt x="450015" y="1091566"/>
                  </a:lnTo>
                  <a:lnTo>
                    <a:pt x="450008" y="1091560"/>
                  </a:lnTo>
                  <a:lnTo>
                    <a:pt x="450003" y="1091555"/>
                  </a:lnTo>
                  <a:lnTo>
                    <a:pt x="449991" y="1091543"/>
                  </a:lnTo>
                  <a:lnTo>
                    <a:pt x="449983" y="1091537"/>
                  </a:lnTo>
                  <a:lnTo>
                    <a:pt x="449979" y="1091534"/>
                  </a:lnTo>
                  <a:lnTo>
                    <a:pt x="449975" y="1091531"/>
                  </a:lnTo>
                  <a:lnTo>
                    <a:pt x="449960" y="1091526"/>
                  </a:lnTo>
                  <a:lnTo>
                    <a:pt x="449942" y="1091523"/>
                  </a:lnTo>
                  <a:lnTo>
                    <a:pt x="449922" y="1091521"/>
                  </a:lnTo>
                  <a:lnTo>
                    <a:pt x="449916" y="1091521"/>
                  </a:lnTo>
                  <a:lnTo>
                    <a:pt x="449887" y="1091524"/>
                  </a:lnTo>
                  <a:lnTo>
                    <a:pt x="449870" y="1091526"/>
                  </a:lnTo>
                  <a:lnTo>
                    <a:pt x="449863" y="1091527"/>
                  </a:lnTo>
                  <a:lnTo>
                    <a:pt x="449858" y="1091527"/>
                  </a:lnTo>
                  <a:lnTo>
                    <a:pt x="449845" y="1091527"/>
                  </a:lnTo>
                  <a:lnTo>
                    <a:pt x="449821" y="1091525"/>
                  </a:lnTo>
                  <a:lnTo>
                    <a:pt x="449806" y="1091526"/>
                  </a:lnTo>
                  <a:lnTo>
                    <a:pt x="449800" y="1091529"/>
                  </a:lnTo>
                  <a:lnTo>
                    <a:pt x="449793" y="1091532"/>
                  </a:lnTo>
                  <a:lnTo>
                    <a:pt x="449786" y="1091535"/>
                  </a:lnTo>
                  <a:lnTo>
                    <a:pt x="449781" y="1091538"/>
                  </a:lnTo>
                  <a:lnTo>
                    <a:pt x="449777" y="1091537"/>
                  </a:lnTo>
                  <a:lnTo>
                    <a:pt x="449776" y="1091526"/>
                  </a:lnTo>
                  <a:lnTo>
                    <a:pt x="449778" y="1091513"/>
                  </a:lnTo>
                  <a:lnTo>
                    <a:pt x="449781" y="1091503"/>
                  </a:lnTo>
                  <a:lnTo>
                    <a:pt x="449782" y="1091498"/>
                  </a:lnTo>
                  <a:lnTo>
                    <a:pt x="449782" y="1091493"/>
                  </a:lnTo>
                  <a:lnTo>
                    <a:pt x="449783" y="1091484"/>
                  </a:lnTo>
                  <a:lnTo>
                    <a:pt x="449783" y="1091469"/>
                  </a:lnTo>
                  <a:lnTo>
                    <a:pt x="449779" y="1091454"/>
                  </a:lnTo>
                  <a:lnTo>
                    <a:pt x="449772" y="1091444"/>
                  </a:lnTo>
                  <a:lnTo>
                    <a:pt x="449762" y="1091432"/>
                  </a:lnTo>
                  <a:lnTo>
                    <a:pt x="449757" y="1091428"/>
                  </a:lnTo>
                  <a:lnTo>
                    <a:pt x="449750" y="1091422"/>
                  </a:lnTo>
                  <a:lnTo>
                    <a:pt x="449735" y="1091408"/>
                  </a:lnTo>
                  <a:lnTo>
                    <a:pt x="449717" y="1091388"/>
                  </a:lnTo>
                  <a:lnTo>
                    <a:pt x="449706" y="1091374"/>
                  </a:lnTo>
                  <a:lnTo>
                    <a:pt x="449702" y="1091370"/>
                  </a:lnTo>
                  <a:lnTo>
                    <a:pt x="449697" y="1091363"/>
                  </a:lnTo>
                  <a:lnTo>
                    <a:pt x="449690" y="1091348"/>
                  </a:lnTo>
                  <a:lnTo>
                    <a:pt x="449685" y="1091335"/>
                  </a:lnTo>
                  <a:lnTo>
                    <a:pt x="449684" y="1091328"/>
                  </a:lnTo>
                  <a:lnTo>
                    <a:pt x="449681" y="1091317"/>
                  </a:lnTo>
                  <a:lnTo>
                    <a:pt x="449680" y="1091311"/>
                  </a:lnTo>
                  <a:lnTo>
                    <a:pt x="449678" y="1091299"/>
                  </a:lnTo>
                  <a:lnTo>
                    <a:pt x="449676" y="1091290"/>
                  </a:lnTo>
                  <a:lnTo>
                    <a:pt x="449673" y="1091278"/>
                  </a:lnTo>
                  <a:lnTo>
                    <a:pt x="449669" y="1091272"/>
                  </a:lnTo>
                  <a:lnTo>
                    <a:pt x="449661" y="1091268"/>
                  </a:lnTo>
                  <a:lnTo>
                    <a:pt x="449647" y="1091265"/>
                  </a:lnTo>
                  <a:lnTo>
                    <a:pt x="449633" y="1091260"/>
                  </a:lnTo>
                  <a:lnTo>
                    <a:pt x="449626" y="1091258"/>
                  </a:lnTo>
                  <a:lnTo>
                    <a:pt x="449611" y="1091252"/>
                  </a:lnTo>
                  <a:lnTo>
                    <a:pt x="449596" y="1091244"/>
                  </a:lnTo>
                  <a:lnTo>
                    <a:pt x="449589" y="1091239"/>
                  </a:lnTo>
                  <a:lnTo>
                    <a:pt x="449582" y="1091235"/>
                  </a:lnTo>
                  <a:lnTo>
                    <a:pt x="449578" y="1091231"/>
                  </a:lnTo>
                  <a:lnTo>
                    <a:pt x="449572" y="1091225"/>
                  </a:lnTo>
                  <a:lnTo>
                    <a:pt x="449564" y="1091214"/>
                  </a:lnTo>
                  <a:lnTo>
                    <a:pt x="449557" y="1091205"/>
                  </a:lnTo>
                  <a:lnTo>
                    <a:pt x="449548" y="1091195"/>
                  </a:lnTo>
                  <a:lnTo>
                    <a:pt x="449542" y="1091184"/>
                  </a:lnTo>
                  <a:lnTo>
                    <a:pt x="449536" y="1091174"/>
                  </a:lnTo>
                  <a:lnTo>
                    <a:pt x="449527" y="1091155"/>
                  </a:lnTo>
                  <a:lnTo>
                    <a:pt x="449521" y="1091144"/>
                  </a:lnTo>
                  <a:lnTo>
                    <a:pt x="449511" y="1091132"/>
                  </a:lnTo>
                  <a:lnTo>
                    <a:pt x="449503" y="1091123"/>
                  </a:lnTo>
                  <a:lnTo>
                    <a:pt x="449492" y="1091111"/>
                  </a:lnTo>
                  <a:lnTo>
                    <a:pt x="449482" y="1091099"/>
                  </a:lnTo>
                  <a:lnTo>
                    <a:pt x="449470" y="1091087"/>
                  </a:lnTo>
                  <a:lnTo>
                    <a:pt x="449460" y="1091078"/>
                  </a:lnTo>
                  <a:lnTo>
                    <a:pt x="449449" y="1091069"/>
                  </a:lnTo>
                  <a:lnTo>
                    <a:pt x="449434" y="1091061"/>
                  </a:lnTo>
                  <a:lnTo>
                    <a:pt x="449430" y="1091058"/>
                  </a:lnTo>
                  <a:lnTo>
                    <a:pt x="449420" y="1091049"/>
                  </a:lnTo>
                  <a:lnTo>
                    <a:pt x="449414" y="1091043"/>
                  </a:lnTo>
                  <a:lnTo>
                    <a:pt x="449407" y="1091032"/>
                  </a:lnTo>
                  <a:lnTo>
                    <a:pt x="449404" y="1091026"/>
                  </a:lnTo>
                  <a:lnTo>
                    <a:pt x="449399" y="1091021"/>
                  </a:lnTo>
                  <a:lnTo>
                    <a:pt x="449393" y="1091017"/>
                  </a:lnTo>
                  <a:lnTo>
                    <a:pt x="449388" y="1091014"/>
                  </a:lnTo>
                  <a:lnTo>
                    <a:pt x="449383" y="1091012"/>
                  </a:lnTo>
                  <a:lnTo>
                    <a:pt x="449371" y="1091009"/>
                  </a:lnTo>
                  <a:lnTo>
                    <a:pt x="449356" y="1091007"/>
                  </a:lnTo>
                  <a:lnTo>
                    <a:pt x="449340" y="1091006"/>
                  </a:lnTo>
                  <a:lnTo>
                    <a:pt x="449335" y="1091004"/>
                  </a:lnTo>
                  <a:lnTo>
                    <a:pt x="449327" y="1090998"/>
                  </a:lnTo>
                  <a:lnTo>
                    <a:pt x="449321" y="1090992"/>
                  </a:lnTo>
                  <a:lnTo>
                    <a:pt x="449313" y="1090974"/>
                  </a:lnTo>
                  <a:lnTo>
                    <a:pt x="449311" y="1090965"/>
                  </a:lnTo>
                  <a:lnTo>
                    <a:pt x="449308" y="1090953"/>
                  </a:lnTo>
                  <a:lnTo>
                    <a:pt x="449306" y="1090931"/>
                  </a:lnTo>
                  <a:lnTo>
                    <a:pt x="449305" y="1090906"/>
                  </a:lnTo>
                  <a:lnTo>
                    <a:pt x="449305" y="1090880"/>
                  </a:lnTo>
                  <a:lnTo>
                    <a:pt x="449307" y="1090860"/>
                  </a:lnTo>
                  <a:lnTo>
                    <a:pt x="449310" y="1090845"/>
                  </a:lnTo>
                  <a:lnTo>
                    <a:pt x="449317" y="1090809"/>
                  </a:lnTo>
                  <a:lnTo>
                    <a:pt x="449324" y="1090784"/>
                  </a:lnTo>
                  <a:lnTo>
                    <a:pt x="449331" y="1090757"/>
                  </a:lnTo>
                  <a:lnTo>
                    <a:pt x="449330" y="1090753"/>
                  </a:lnTo>
                  <a:lnTo>
                    <a:pt x="449313" y="1090744"/>
                  </a:lnTo>
                  <a:lnTo>
                    <a:pt x="449282" y="1090728"/>
                  </a:lnTo>
                  <a:lnTo>
                    <a:pt x="449275" y="1090723"/>
                  </a:lnTo>
                  <a:lnTo>
                    <a:pt x="449267" y="1090718"/>
                  </a:lnTo>
                  <a:lnTo>
                    <a:pt x="449258" y="1090714"/>
                  </a:lnTo>
                  <a:lnTo>
                    <a:pt x="449244" y="1090706"/>
                  </a:lnTo>
                  <a:lnTo>
                    <a:pt x="449231" y="1090696"/>
                  </a:lnTo>
                  <a:lnTo>
                    <a:pt x="449218" y="1090685"/>
                  </a:lnTo>
                  <a:lnTo>
                    <a:pt x="449207" y="1090672"/>
                  </a:lnTo>
                  <a:lnTo>
                    <a:pt x="449199" y="1090657"/>
                  </a:lnTo>
                  <a:lnTo>
                    <a:pt x="449188" y="1090645"/>
                  </a:lnTo>
                  <a:lnTo>
                    <a:pt x="449180" y="1090637"/>
                  </a:lnTo>
                  <a:lnTo>
                    <a:pt x="449164" y="1090624"/>
                  </a:lnTo>
                  <a:lnTo>
                    <a:pt x="449153" y="1090615"/>
                  </a:lnTo>
                  <a:lnTo>
                    <a:pt x="449142" y="1090604"/>
                  </a:lnTo>
                  <a:lnTo>
                    <a:pt x="449135" y="1090593"/>
                  </a:lnTo>
                  <a:lnTo>
                    <a:pt x="449132" y="1090586"/>
                  </a:lnTo>
                  <a:lnTo>
                    <a:pt x="449122" y="1090574"/>
                  </a:lnTo>
                  <a:lnTo>
                    <a:pt x="449108" y="1090561"/>
                  </a:lnTo>
                  <a:lnTo>
                    <a:pt x="449097" y="1090555"/>
                  </a:lnTo>
                  <a:lnTo>
                    <a:pt x="449086" y="1090551"/>
                  </a:lnTo>
                  <a:lnTo>
                    <a:pt x="449077" y="1090549"/>
                  </a:lnTo>
                  <a:lnTo>
                    <a:pt x="449057" y="1090543"/>
                  </a:lnTo>
                  <a:lnTo>
                    <a:pt x="449034" y="1090540"/>
                  </a:lnTo>
                  <a:lnTo>
                    <a:pt x="449030" y="1090539"/>
                  </a:lnTo>
                  <a:lnTo>
                    <a:pt x="449023" y="1090539"/>
                  </a:lnTo>
                  <a:lnTo>
                    <a:pt x="449000" y="1090539"/>
                  </a:lnTo>
                  <a:lnTo>
                    <a:pt x="448981" y="1090538"/>
                  </a:lnTo>
                  <a:lnTo>
                    <a:pt x="448977" y="1090538"/>
                  </a:lnTo>
                  <a:lnTo>
                    <a:pt x="448967" y="1090538"/>
                  </a:lnTo>
                  <a:lnTo>
                    <a:pt x="448952" y="1090534"/>
                  </a:lnTo>
                  <a:lnTo>
                    <a:pt x="448938" y="1090528"/>
                  </a:lnTo>
                  <a:lnTo>
                    <a:pt x="448924" y="1090519"/>
                  </a:lnTo>
                  <a:lnTo>
                    <a:pt x="448920" y="1090515"/>
                  </a:lnTo>
                  <a:lnTo>
                    <a:pt x="448916" y="1090511"/>
                  </a:lnTo>
                  <a:lnTo>
                    <a:pt x="448911" y="1090506"/>
                  </a:lnTo>
                  <a:lnTo>
                    <a:pt x="448902" y="1090494"/>
                  </a:lnTo>
                  <a:lnTo>
                    <a:pt x="448897" y="1090483"/>
                  </a:lnTo>
                  <a:lnTo>
                    <a:pt x="448893" y="1090465"/>
                  </a:lnTo>
                  <a:lnTo>
                    <a:pt x="448892" y="1090450"/>
                  </a:lnTo>
                  <a:lnTo>
                    <a:pt x="448893" y="1090419"/>
                  </a:lnTo>
                  <a:lnTo>
                    <a:pt x="448894" y="1090415"/>
                  </a:lnTo>
                  <a:lnTo>
                    <a:pt x="448897" y="1090389"/>
                  </a:lnTo>
                  <a:lnTo>
                    <a:pt x="448897" y="1090372"/>
                  </a:lnTo>
                  <a:lnTo>
                    <a:pt x="448897" y="1090366"/>
                  </a:lnTo>
                  <a:lnTo>
                    <a:pt x="448897" y="1090357"/>
                  </a:lnTo>
                  <a:lnTo>
                    <a:pt x="448893" y="1090331"/>
                  </a:lnTo>
                  <a:lnTo>
                    <a:pt x="448892" y="1090321"/>
                  </a:lnTo>
                  <a:lnTo>
                    <a:pt x="448889" y="1090307"/>
                  </a:lnTo>
                  <a:lnTo>
                    <a:pt x="448884" y="1090291"/>
                  </a:lnTo>
                  <a:lnTo>
                    <a:pt x="448880" y="1090282"/>
                  </a:lnTo>
                  <a:lnTo>
                    <a:pt x="448876" y="1090274"/>
                  </a:lnTo>
                  <a:lnTo>
                    <a:pt x="448864" y="1090255"/>
                  </a:lnTo>
                  <a:lnTo>
                    <a:pt x="448861" y="1090250"/>
                  </a:lnTo>
                  <a:lnTo>
                    <a:pt x="448854" y="1090237"/>
                  </a:lnTo>
                  <a:lnTo>
                    <a:pt x="448847" y="1090225"/>
                  </a:lnTo>
                  <a:lnTo>
                    <a:pt x="448845" y="1090221"/>
                  </a:lnTo>
                  <a:lnTo>
                    <a:pt x="448841" y="1090210"/>
                  </a:lnTo>
                  <a:lnTo>
                    <a:pt x="448836" y="1090195"/>
                  </a:lnTo>
                  <a:lnTo>
                    <a:pt x="448832" y="1090169"/>
                  </a:lnTo>
                  <a:lnTo>
                    <a:pt x="448828" y="1090150"/>
                  </a:lnTo>
                  <a:lnTo>
                    <a:pt x="448825" y="1090139"/>
                  </a:lnTo>
                  <a:lnTo>
                    <a:pt x="448823" y="1090133"/>
                  </a:lnTo>
                  <a:lnTo>
                    <a:pt x="448820" y="1090126"/>
                  </a:lnTo>
                  <a:lnTo>
                    <a:pt x="448817" y="1090120"/>
                  </a:lnTo>
                  <a:lnTo>
                    <a:pt x="448814" y="1090114"/>
                  </a:lnTo>
                  <a:lnTo>
                    <a:pt x="448809" y="1090106"/>
                  </a:lnTo>
                  <a:lnTo>
                    <a:pt x="448806" y="1090100"/>
                  </a:lnTo>
                  <a:lnTo>
                    <a:pt x="448802" y="1090095"/>
                  </a:lnTo>
                  <a:lnTo>
                    <a:pt x="448789" y="1090082"/>
                  </a:lnTo>
                  <a:lnTo>
                    <a:pt x="448774" y="1090069"/>
                  </a:lnTo>
                  <a:lnTo>
                    <a:pt x="448764" y="1090060"/>
                  </a:lnTo>
                  <a:lnTo>
                    <a:pt x="448750" y="1090050"/>
                  </a:lnTo>
                  <a:lnTo>
                    <a:pt x="448738" y="1090037"/>
                  </a:lnTo>
                  <a:lnTo>
                    <a:pt x="448722" y="1090018"/>
                  </a:lnTo>
                  <a:lnTo>
                    <a:pt x="448709" y="1090000"/>
                  </a:lnTo>
                  <a:lnTo>
                    <a:pt x="448698" y="1089986"/>
                  </a:lnTo>
                  <a:lnTo>
                    <a:pt x="448694" y="1089981"/>
                  </a:lnTo>
                  <a:lnTo>
                    <a:pt x="448688" y="1089975"/>
                  </a:lnTo>
                  <a:lnTo>
                    <a:pt x="448680" y="1089972"/>
                  </a:lnTo>
                  <a:lnTo>
                    <a:pt x="448662" y="1089969"/>
                  </a:lnTo>
                  <a:lnTo>
                    <a:pt x="448643" y="1089966"/>
                  </a:lnTo>
                  <a:lnTo>
                    <a:pt x="448632" y="1089962"/>
                  </a:lnTo>
                  <a:lnTo>
                    <a:pt x="448614" y="1089951"/>
                  </a:lnTo>
                  <a:lnTo>
                    <a:pt x="448590" y="1089933"/>
                  </a:lnTo>
                  <a:lnTo>
                    <a:pt x="448555" y="1089911"/>
                  </a:lnTo>
                  <a:lnTo>
                    <a:pt x="448529" y="1089893"/>
                  </a:lnTo>
                  <a:lnTo>
                    <a:pt x="448485" y="1089869"/>
                  </a:lnTo>
                  <a:lnTo>
                    <a:pt x="448474" y="1089863"/>
                  </a:lnTo>
                  <a:lnTo>
                    <a:pt x="448449" y="1089851"/>
                  </a:lnTo>
                  <a:lnTo>
                    <a:pt x="448422" y="1089837"/>
                  </a:lnTo>
                  <a:lnTo>
                    <a:pt x="448410" y="1089831"/>
                  </a:lnTo>
                  <a:lnTo>
                    <a:pt x="448398" y="1089824"/>
                  </a:lnTo>
                  <a:lnTo>
                    <a:pt x="448386" y="1089818"/>
                  </a:lnTo>
                  <a:lnTo>
                    <a:pt x="448377" y="1089811"/>
                  </a:lnTo>
                  <a:lnTo>
                    <a:pt x="448368" y="1089806"/>
                  </a:lnTo>
                  <a:lnTo>
                    <a:pt x="448364" y="1089803"/>
                  </a:lnTo>
                  <a:lnTo>
                    <a:pt x="448357" y="1089798"/>
                  </a:lnTo>
                  <a:lnTo>
                    <a:pt x="448350" y="1089791"/>
                  </a:lnTo>
                  <a:lnTo>
                    <a:pt x="448333" y="1089775"/>
                  </a:lnTo>
                  <a:lnTo>
                    <a:pt x="448314" y="1089758"/>
                  </a:lnTo>
                  <a:lnTo>
                    <a:pt x="448297" y="1089745"/>
                  </a:lnTo>
                  <a:lnTo>
                    <a:pt x="448288" y="1089739"/>
                  </a:lnTo>
                  <a:lnTo>
                    <a:pt x="448272" y="1089732"/>
                  </a:lnTo>
                  <a:lnTo>
                    <a:pt x="448251" y="1089723"/>
                  </a:lnTo>
                  <a:lnTo>
                    <a:pt x="448230" y="1089712"/>
                  </a:lnTo>
                  <a:lnTo>
                    <a:pt x="448219" y="1089704"/>
                  </a:lnTo>
                  <a:lnTo>
                    <a:pt x="448209" y="1089693"/>
                  </a:lnTo>
                  <a:lnTo>
                    <a:pt x="448191" y="1089673"/>
                  </a:lnTo>
                  <a:lnTo>
                    <a:pt x="448173" y="1089656"/>
                  </a:lnTo>
                  <a:lnTo>
                    <a:pt x="448154" y="1089641"/>
                  </a:lnTo>
                  <a:lnTo>
                    <a:pt x="448143" y="1089633"/>
                  </a:lnTo>
                  <a:lnTo>
                    <a:pt x="448136" y="1089632"/>
                  </a:lnTo>
                  <a:lnTo>
                    <a:pt x="448128" y="1089635"/>
                  </a:lnTo>
                  <a:lnTo>
                    <a:pt x="448116" y="1089644"/>
                  </a:lnTo>
                  <a:lnTo>
                    <a:pt x="448090" y="1089664"/>
                  </a:lnTo>
                  <a:lnTo>
                    <a:pt x="448079" y="1089671"/>
                  </a:lnTo>
                  <a:lnTo>
                    <a:pt x="448062" y="1089686"/>
                  </a:lnTo>
                  <a:lnTo>
                    <a:pt x="448046" y="1089702"/>
                  </a:lnTo>
                  <a:lnTo>
                    <a:pt x="448029" y="1089722"/>
                  </a:lnTo>
                  <a:lnTo>
                    <a:pt x="448013" y="1089744"/>
                  </a:lnTo>
                  <a:lnTo>
                    <a:pt x="448006" y="1089754"/>
                  </a:lnTo>
                  <a:lnTo>
                    <a:pt x="447998" y="1089762"/>
                  </a:lnTo>
                  <a:lnTo>
                    <a:pt x="447989" y="1089768"/>
                  </a:lnTo>
                  <a:lnTo>
                    <a:pt x="447979" y="1089771"/>
                  </a:lnTo>
                  <a:lnTo>
                    <a:pt x="447961" y="1089776"/>
                  </a:lnTo>
                  <a:lnTo>
                    <a:pt x="447941" y="1089779"/>
                  </a:lnTo>
                  <a:lnTo>
                    <a:pt x="447914" y="1089782"/>
                  </a:lnTo>
                  <a:lnTo>
                    <a:pt x="447898" y="1089784"/>
                  </a:lnTo>
                  <a:lnTo>
                    <a:pt x="447864" y="1089788"/>
                  </a:lnTo>
                  <a:lnTo>
                    <a:pt x="447842" y="1089792"/>
                  </a:lnTo>
                  <a:lnTo>
                    <a:pt x="447808" y="1089799"/>
                  </a:lnTo>
                  <a:lnTo>
                    <a:pt x="447789" y="1089804"/>
                  </a:lnTo>
                  <a:lnTo>
                    <a:pt x="447754" y="1089813"/>
                  </a:lnTo>
                  <a:lnTo>
                    <a:pt x="447711" y="1089824"/>
                  </a:lnTo>
                  <a:lnTo>
                    <a:pt x="447681" y="1089834"/>
                  </a:lnTo>
                  <a:lnTo>
                    <a:pt x="447655" y="1089844"/>
                  </a:lnTo>
                  <a:lnTo>
                    <a:pt x="447630" y="1089852"/>
                  </a:lnTo>
                  <a:lnTo>
                    <a:pt x="447608" y="1089859"/>
                  </a:lnTo>
                  <a:lnTo>
                    <a:pt x="447595" y="1089865"/>
                  </a:lnTo>
                  <a:lnTo>
                    <a:pt x="447572" y="1089875"/>
                  </a:lnTo>
                  <a:lnTo>
                    <a:pt x="447556" y="1089885"/>
                  </a:lnTo>
                  <a:lnTo>
                    <a:pt x="447540" y="1089896"/>
                  </a:lnTo>
                  <a:lnTo>
                    <a:pt x="447528" y="1089910"/>
                  </a:lnTo>
                  <a:lnTo>
                    <a:pt x="447519" y="1089917"/>
                  </a:lnTo>
                  <a:lnTo>
                    <a:pt x="447508" y="1089926"/>
                  </a:lnTo>
                  <a:lnTo>
                    <a:pt x="447498" y="1089931"/>
                  </a:lnTo>
                  <a:lnTo>
                    <a:pt x="447461" y="1089951"/>
                  </a:lnTo>
                  <a:lnTo>
                    <a:pt x="447433" y="1089965"/>
                  </a:lnTo>
                  <a:lnTo>
                    <a:pt x="447404" y="1089980"/>
                  </a:lnTo>
                  <a:lnTo>
                    <a:pt x="447379" y="1089992"/>
                  </a:lnTo>
                  <a:lnTo>
                    <a:pt x="447351" y="1090003"/>
                  </a:lnTo>
                  <a:lnTo>
                    <a:pt x="447331" y="1090014"/>
                  </a:lnTo>
                  <a:lnTo>
                    <a:pt x="447315" y="1090024"/>
                  </a:lnTo>
                  <a:lnTo>
                    <a:pt x="447299" y="1090037"/>
                  </a:lnTo>
                  <a:lnTo>
                    <a:pt x="447286" y="1090050"/>
                  </a:lnTo>
                  <a:lnTo>
                    <a:pt x="447274" y="1090063"/>
                  </a:lnTo>
                  <a:lnTo>
                    <a:pt x="447263" y="1090077"/>
                  </a:lnTo>
                  <a:lnTo>
                    <a:pt x="447246" y="1090101"/>
                  </a:lnTo>
                  <a:lnTo>
                    <a:pt x="447234" y="1090119"/>
                  </a:lnTo>
                  <a:lnTo>
                    <a:pt x="447226" y="1090135"/>
                  </a:lnTo>
                  <a:lnTo>
                    <a:pt x="447216" y="1090152"/>
                  </a:lnTo>
                  <a:lnTo>
                    <a:pt x="447200" y="1090176"/>
                  </a:lnTo>
                  <a:lnTo>
                    <a:pt x="447184" y="1090202"/>
                  </a:lnTo>
                  <a:lnTo>
                    <a:pt x="447171" y="1090228"/>
                  </a:lnTo>
                  <a:lnTo>
                    <a:pt x="447157" y="1090253"/>
                  </a:lnTo>
                  <a:lnTo>
                    <a:pt x="447147" y="1090278"/>
                  </a:lnTo>
                  <a:lnTo>
                    <a:pt x="447140" y="1090292"/>
                  </a:lnTo>
                  <a:lnTo>
                    <a:pt x="447136" y="1090296"/>
                  </a:lnTo>
                  <a:lnTo>
                    <a:pt x="447130" y="1090299"/>
                  </a:lnTo>
                  <a:lnTo>
                    <a:pt x="447114" y="1090301"/>
                  </a:lnTo>
                  <a:lnTo>
                    <a:pt x="447075" y="1090300"/>
                  </a:lnTo>
                  <a:lnTo>
                    <a:pt x="447046" y="1090299"/>
                  </a:lnTo>
                  <a:lnTo>
                    <a:pt x="447021" y="1090299"/>
                  </a:lnTo>
                  <a:lnTo>
                    <a:pt x="447005" y="1090302"/>
                  </a:lnTo>
                  <a:lnTo>
                    <a:pt x="446991" y="1090305"/>
                  </a:lnTo>
                  <a:lnTo>
                    <a:pt x="446978" y="1090309"/>
                  </a:lnTo>
                  <a:lnTo>
                    <a:pt x="446962" y="1090316"/>
                  </a:lnTo>
                  <a:lnTo>
                    <a:pt x="446951" y="1090318"/>
                  </a:lnTo>
                  <a:lnTo>
                    <a:pt x="446939" y="1090315"/>
                  </a:lnTo>
                  <a:lnTo>
                    <a:pt x="446919" y="1090309"/>
                  </a:lnTo>
                  <a:lnTo>
                    <a:pt x="446907" y="1090308"/>
                  </a:lnTo>
                  <a:lnTo>
                    <a:pt x="446881" y="1090312"/>
                  </a:lnTo>
                  <a:lnTo>
                    <a:pt x="446870" y="1090313"/>
                  </a:lnTo>
                  <a:lnTo>
                    <a:pt x="446862" y="1090314"/>
                  </a:lnTo>
                  <a:lnTo>
                    <a:pt x="446847" y="1090312"/>
                  </a:lnTo>
                  <a:lnTo>
                    <a:pt x="446843" y="1090311"/>
                  </a:lnTo>
                  <a:lnTo>
                    <a:pt x="446833" y="1090308"/>
                  </a:lnTo>
                  <a:lnTo>
                    <a:pt x="446827" y="1090304"/>
                  </a:lnTo>
                  <a:lnTo>
                    <a:pt x="446819" y="1090295"/>
                  </a:lnTo>
                  <a:lnTo>
                    <a:pt x="446807" y="1090279"/>
                  </a:lnTo>
                  <a:lnTo>
                    <a:pt x="446800" y="1090271"/>
                  </a:lnTo>
                  <a:lnTo>
                    <a:pt x="446793" y="1090265"/>
                  </a:lnTo>
                  <a:lnTo>
                    <a:pt x="446781" y="1090259"/>
                  </a:lnTo>
                  <a:lnTo>
                    <a:pt x="446761" y="1090251"/>
                  </a:lnTo>
                  <a:lnTo>
                    <a:pt x="446736" y="1090240"/>
                  </a:lnTo>
                  <a:lnTo>
                    <a:pt x="446730" y="1090236"/>
                  </a:lnTo>
                  <a:lnTo>
                    <a:pt x="446721" y="1090229"/>
                  </a:lnTo>
                  <a:lnTo>
                    <a:pt x="446708" y="1090220"/>
                  </a:lnTo>
                  <a:lnTo>
                    <a:pt x="446700" y="1090209"/>
                  </a:lnTo>
                  <a:lnTo>
                    <a:pt x="446686" y="1090191"/>
                  </a:lnTo>
                  <a:lnTo>
                    <a:pt x="446678" y="1090183"/>
                  </a:lnTo>
                  <a:lnTo>
                    <a:pt x="446670" y="1090178"/>
                  </a:lnTo>
                  <a:lnTo>
                    <a:pt x="446662" y="1090173"/>
                  </a:lnTo>
                  <a:lnTo>
                    <a:pt x="446651" y="1090165"/>
                  </a:lnTo>
                  <a:lnTo>
                    <a:pt x="446642" y="1090159"/>
                  </a:lnTo>
                  <a:lnTo>
                    <a:pt x="446623" y="1090143"/>
                  </a:lnTo>
                  <a:lnTo>
                    <a:pt x="446602" y="1090124"/>
                  </a:lnTo>
                  <a:lnTo>
                    <a:pt x="446588" y="1090109"/>
                  </a:lnTo>
                  <a:lnTo>
                    <a:pt x="446579" y="1090098"/>
                  </a:lnTo>
                  <a:lnTo>
                    <a:pt x="446565" y="1090077"/>
                  </a:lnTo>
                  <a:lnTo>
                    <a:pt x="446560" y="1090065"/>
                  </a:lnTo>
                  <a:lnTo>
                    <a:pt x="446552" y="1090054"/>
                  </a:lnTo>
                  <a:lnTo>
                    <a:pt x="446543" y="1090042"/>
                  </a:lnTo>
                  <a:lnTo>
                    <a:pt x="446532" y="1090032"/>
                  </a:lnTo>
                  <a:lnTo>
                    <a:pt x="446514" y="1090022"/>
                  </a:lnTo>
                  <a:lnTo>
                    <a:pt x="446511" y="1090020"/>
                  </a:lnTo>
                  <a:lnTo>
                    <a:pt x="446492" y="1090009"/>
                  </a:lnTo>
                  <a:lnTo>
                    <a:pt x="446487" y="1090005"/>
                  </a:lnTo>
                  <a:lnTo>
                    <a:pt x="446471" y="1089994"/>
                  </a:lnTo>
                  <a:lnTo>
                    <a:pt x="446444" y="1089972"/>
                  </a:lnTo>
                  <a:lnTo>
                    <a:pt x="446430" y="1089965"/>
                  </a:lnTo>
                  <a:lnTo>
                    <a:pt x="446407" y="1089957"/>
                  </a:lnTo>
                  <a:lnTo>
                    <a:pt x="446372" y="1089944"/>
                  </a:lnTo>
                  <a:lnTo>
                    <a:pt x="446350" y="1089933"/>
                  </a:lnTo>
                  <a:lnTo>
                    <a:pt x="446343" y="1089931"/>
                  </a:lnTo>
                  <a:lnTo>
                    <a:pt x="446334" y="1089928"/>
                  </a:lnTo>
                  <a:lnTo>
                    <a:pt x="446317" y="1089923"/>
                  </a:lnTo>
                  <a:lnTo>
                    <a:pt x="446294" y="1089921"/>
                  </a:lnTo>
                  <a:lnTo>
                    <a:pt x="446269" y="1089922"/>
                  </a:lnTo>
                  <a:lnTo>
                    <a:pt x="446241" y="1089927"/>
                  </a:lnTo>
                  <a:lnTo>
                    <a:pt x="446227" y="1089929"/>
                  </a:lnTo>
                  <a:lnTo>
                    <a:pt x="446211" y="1089926"/>
                  </a:lnTo>
                  <a:lnTo>
                    <a:pt x="446203" y="1089924"/>
                  </a:lnTo>
                  <a:lnTo>
                    <a:pt x="446191" y="1089920"/>
                  </a:lnTo>
                  <a:lnTo>
                    <a:pt x="446169" y="1089910"/>
                  </a:lnTo>
                  <a:lnTo>
                    <a:pt x="446164" y="1089907"/>
                  </a:lnTo>
                  <a:lnTo>
                    <a:pt x="446152" y="1089904"/>
                  </a:lnTo>
                  <a:lnTo>
                    <a:pt x="446147" y="1089904"/>
                  </a:lnTo>
                  <a:lnTo>
                    <a:pt x="446125" y="1089904"/>
                  </a:lnTo>
                  <a:lnTo>
                    <a:pt x="446115" y="1089903"/>
                  </a:lnTo>
                  <a:lnTo>
                    <a:pt x="446111" y="1089903"/>
                  </a:lnTo>
                  <a:lnTo>
                    <a:pt x="446102" y="1089900"/>
                  </a:lnTo>
                  <a:lnTo>
                    <a:pt x="446095" y="1089897"/>
                  </a:lnTo>
                  <a:lnTo>
                    <a:pt x="446089" y="1089893"/>
                  </a:lnTo>
                  <a:lnTo>
                    <a:pt x="446084" y="1089890"/>
                  </a:lnTo>
                  <a:lnTo>
                    <a:pt x="446080" y="1089887"/>
                  </a:lnTo>
                  <a:lnTo>
                    <a:pt x="446072" y="1089879"/>
                  </a:lnTo>
                  <a:lnTo>
                    <a:pt x="446068" y="1089875"/>
                  </a:lnTo>
                  <a:lnTo>
                    <a:pt x="446061" y="1089867"/>
                  </a:lnTo>
                  <a:lnTo>
                    <a:pt x="446053" y="1089855"/>
                  </a:lnTo>
                  <a:lnTo>
                    <a:pt x="446043" y="1089837"/>
                  </a:lnTo>
                  <a:lnTo>
                    <a:pt x="446034" y="1089828"/>
                  </a:lnTo>
                  <a:lnTo>
                    <a:pt x="446021" y="1089818"/>
                  </a:lnTo>
                  <a:lnTo>
                    <a:pt x="446012" y="1089814"/>
                  </a:lnTo>
                  <a:lnTo>
                    <a:pt x="446008" y="1089812"/>
                  </a:lnTo>
                  <a:lnTo>
                    <a:pt x="445995" y="1089809"/>
                  </a:lnTo>
                  <a:lnTo>
                    <a:pt x="445976" y="1089810"/>
                  </a:lnTo>
                  <a:lnTo>
                    <a:pt x="445959" y="1089812"/>
                  </a:lnTo>
                  <a:lnTo>
                    <a:pt x="445947" y="1089816"/>
                  </a:lnTo>
                  <a:lnTo>
                    <a:pt x="445933" y="1089822"/>
                  </a:lnTo>
                  <a:lnTo>
                    <a:pt x="445917" y="1089835"/>
                  </a:lnTo>
                  <a:lnTo>
                    <a:pt x="445906" y="1089841"/>
                  </a:lnTo>
                  <a:lnTo>
                    <a:pt x="445896" y="1089844"/>
                  </a:lnTo>
                  <a:lnTo>
                    <a:pt x="445885" y="1089845"/>
                  </a:lnTo>
                  <a:lnTo>
                    <a:pt x="445878" y="1089847"/>
                  </a:lnTo>
                  <a:lnTo>
                    <a:pt x="445870" y="1089851"/>
                  </a:lnTo>
                  <a:lnTo>
                    <a:pt x="445851" y="1089867"/>
                  </a:lnTo>
                  <a:lnTo>
                    <a:pt x="445835" y="1089877"/>
                  </a:lnTo>
                  <a:lnTo>
                    <a:pt x="445815" y="1089887"/>
                  </a:lnTo>
                  <a:lnTo>
                    <a:pt x="445798" y="1089894"/>
                  </a:lnTo>
                  <a:lnTo>
                    <a:pt x="445785" y="1089899"/>
                  </a:lnTo>
                  <a:lnTo>
                    <a:pt x="445781" y="1089903"/>
                  </a:lnTo>
                  <a:lnTo>
                    <a:pt x="445784" y="1089908"/>
                  </a:lnTo>
                  <a:lnTo>
                    <a:pt x="445787" y="1089913"/>
                  </a:lnTo>
                  <a:lnTo>
                    <a:pt x="445792" y="1089921"/>
                  </a:lnTo>
                  <a:lnTo>
                    <a:pt x="445796" y="1089932"/>
                  </a:lnTo>
                  <a:lnTo>
                    <a:pt x="445801" y="1089949"/>
                  </a:lnTo>
                  <a:lnTo>
                    <a:pt x="445803" y="1089955"/>
                  </a:lnTo>
                  <a:lnTo>
                    <a:pt x="445808" y="1089978"/>
                  </a:lnTo>
                  <a:lnTo>
                    <a:pt x="445815" y="1089995"/>
                  </a:lnTo>
                  <a:lnTo>
                    <a:pt x="445818" y="1090005"/>
                  </a:lnTo>
                  <a:lnTo>
                    <a:pt x="445822" y="1090015"/>
                  </a:lnTo>
                  <a:lnTo>
                    <a:pt x="445826" y="1090031"/>
                  </a:lnTo>
                  <a:lnTo>
                    <a:pt x="445826" y="1090037"/>
                  </a:lnTo>
                  <a:lnTo>
                    <a:pt x="445820" y="1090049"/>
                  </a:lnTo>
                  <a:lnTo>
                    <a:pt x="445813" y="1090060"/>
                  </a:lnTo>
                  <a:lnTo>
                    <a:pt x="445809" y="1090072"/>
                  </a:lnTo>
                  <a:lnTo>
                    <a:pt x="445805" y="1090094"/>
                  </a:lnTo>
                  <a:lnTo>
                    <a:pt x="445801" y="1090114"/>
                  </a:lnTo>
                  <a:lnTo>
                    <a:pt x="445796" y="1090133"/>
                  </a:lnTo>
                  <a:lnTo>
                    <a:pt x="445788" y="1090152"/>
                  </a:lnTo>
                  <a:lnTo>
                    <a:pt x="445773" y="1090178"/>
                  </a:lnTo>
                  <a:lnTo>
                    <a:pt x="445760" y="1090204"/>
                  </a:lnTo>
                  <a:lnTo>
                    <a:pt x="445746" y="1090229"/>
                  </a:lnTo>
                  <a:lnTo>
                    <a:pt x="445740" y="1090241"/>
                  </a:lnTo>
                  <a:lnTo>
                    <a:pt x="445732" y="1090259"/>
                  </a:lnTo>
                  <a:lnTo>
                    <a:pt x="445729" y="1090272"/>
                  </a:lnTo>
                  <a:lnTo>
                    <a:pt x="445726" y="1090287"/>
                  </a:lnTo>
                  <a:lnTo>
                    <a:pt x="445727" y="1090309"/>
                  </a:lnTo>
                  <a:lnTo>
                    <a:pt x="445729" y="1090338"/>
                  </a:lnTo>
                  <a:lnTo>
                    <a:pt x="445728" y="1090358"/>
                  </a:lnTo>
                  <a:lnTo>
                    <a:pt x="445726" y="1090365"/>
                  </a:lnTo>
                  <a:lnTo>
                    <a:pt x="445722" y="1090370"/>
                  </a:lnTo>
                  <a:lnTo>
                    <a:pt x="445715" y="1090375"/>
                  </a:lnTo>
                  <a:lnTo>
                    <a:pt x="445701" y="1090378"/>
                  </a:lnTo>
                  <a:lnTo>
                    <a:pt x="445689" y="1090379"/>
                  </a:lnTo>
                  <a:lnTo>
                    <a:pt x="445668" y="1090382"/>
                  </a:lnTo>
                  <a:lnTo>
                    <a:pt x="445632" y="1090386"/>
                  </a:lnTo>
                  <a:lnTo>
                    <a:pt x="445618" y="1090388"/>
                  </a:lnTo>
                  <a:lnTo>
                    <a:pt x="445564" y="1090392"/>
                  </a:lnTo>
                  <a:lnTo>
                    <a:pt x="445538" y="1090393"/>
                  </a:lnTo>
                  <a:lnTo>
                    <a:pt x="445528" y="1090394"/>
                  </a:lnTo>
                  <a:lnTo>
                    <a:pt x="445514" y="1090395"/>
                  </a:lnTo>
                  <a:lnTo>
                    <a:pt x="445481" y="1090398"/>
                  </a:lnTo>
                  <a:lnTo>
                    <a:pt x="445470" y="1090398"/>
                  </a:lnTo>
                  <a:lnTo>
                    <a:pt x="445457" y="1090398"/>
                  </a:lnTo>
                  <a:lnTo>
                    <a:pt x="445451" y="1090397"/>
                  </a:lnTo>
                  <a:lnTo>
                    <a:pt x="445438" y="1090395"/>
                  </a:lnTo>
                  <a:lnTo>
                    <a:pt x="445422" y="1090391"/>
                  </a:lnTo>
                  <a:lnTo>
                    <a:pt x="445410" y="1090392"/>
                  </a:lnTo>
                  <a:lnTo>
                    <a:pt x="445399" y="1090394"/>
                  </a:lnTo>
                  <a:lnTo>
                    <a:pt x="445394" y="1090395"/>
                  </a:lnTo>
                  <a:lnTo>
                    <a:pt x="445372" y="1090401"/>
                  </a:lnTo>
                  <a:lnTo>
                    <a:pt x="445344" y="1090411"/>
                  </a:lnTo>
                  <a:lnTo>
                    <a:pt x="445339" y="1090413"/>
                  </a:lnTo>
                  <a:lnTo>
                    <a:pt x="445320" y="1090420"/>
                  </a:lnTo>
                  <a:lnTo>
                    <a:pt x="445307" y="1090428"/>
                  </a:lnTo>
                  <a:lnTo>
                    <a:pt x="445304" y="1090433"/>
                  </a:lnTo>
                  <a:lnTo>
                    <a:pt x="445305" y="1090439"/>
                  </a:lnTo>
                  <a:lnTo>
                    <a:pt x="445311" y="1090450"/>
                  </a:lnTo>
                  <a:lnTo>
                    <a:pt x="445317" y="1090463"/>
                  </a:lnTo>
                  <a:lnTo>
                    <a:pt x="445321" y="1090475"/>
                  </a:lnTo>
                  <a:lnTo>
                    <a:pt x="445322" y="1090485"/>
                  </a:lnTo>
                  <a:lnTo>
                    <a:pt x="445321" y="1090496"/>
                  </a:lnTo>
                  <a:lnTo>
                    <a:pt x="445318" y="1090505"/>
                  </a:lnTo>
                  <a:lnTo>
                    <a:pt x="445313" y="1090517"/>
                  </a:lnTo>
                  <a:lnTo>
                    <a:pt x="445308" y="1090531"/>
                  </a:lnTo>
                  <a:lnTo>
                    <a:pt x="445304" y="1090546"/>
                  </a:lnTo>
                  <a:lnTo>
                    <a:pt x="445299" y="1090581"/>
                  </a:lnTo>
                  <a:lnTo>
                    <a:pt x="445296" y="1090600"/>
                  </a:lnTo>
                  <a:lnTo>
                    <a:pt x="445292" y="1090624"/>
                  </a:lnTo>
                  <a:lnTo>
                    <a:pt x="445289" y="1090652"/>
                  </a:lnTo>
                  <a:lnTo>
                    <a:pt x="445289" y="1090671"/>
                  </a:lnTo>
                  <a:lnTo>
                    <a:pt x="445288" y="1090698"/>
                  </a:lnTo>
                  <a:lnTo>
                    <a:pt x="445291" y="1090732"/>
                  </a:lnTo>
                  <a:lnTo>
                    <a:pt x="445290" y="1090760"/>
                  </a:lnTo>
                  <a:lnTo>
                    <a:pt x="445288" y="1090785"/>
                  </a:lnTo>
                  <a:lnTo>
                    <a:pt x="445284" y="1090808"/>
                  </a:lnTo>
                  <a:lnTo>
                    <a:pt x="445279" y="1090832"/>
                  </a:lnTo>
                  <a:lnTo>
                    <a:pt x="445276" y="1090844"/>
                  </a:lnTo>
                  <a:lnTo>
                    <a:pt x="445274" y="1090855"/>
                  </a:lnTo>
                  <a:lnTo>
                    <a:pt x="445272" y="1090872"/>
                  </a:lnTo>
                  <a:lnTo>
                    <a:pt x="445270" y="1090878"/>
                  </a:lnTo>
                  <a:lnTo>
                    <a:pt x="445266" y="1090881"/>
                  </a:lnTo>
                  <a:lnTo>
                    <a:pt x="445239" y="1090888"/>
                  </a:lnTo>
                  <a:lnTo>
                    <a:pt x="445214" y="1090894"/>
                  </a:lnTo>
                  <a:lnTo>
                    <a:pt x="445190" y="1090900"/>
                  </a:lnTo>
                  <a:lnTo>
                    <a:pt x="445171" y="1090905"/>
                  </a:lnTo>
                  <a:lnTo>
                    <a:pt x="445136" y="1090912"/>
                  </a:lnTo>
                  <a:lnTo>
                    <a:pt x="445095" y="1090920"/>
                  </a:lnTo>
                  <a:lnTo>
                    <a:pt x="445079" y="1090923"/>
                  </a:lnTo>
                  <a:lnTo>
                    <a:pt x="445071" y="1090924"/>
                  </a:lnTo>
                  <a:lnTo>
                    <a:pt x="445059" y="1090926"/>
                  </a:lnTo>
                  <a:lnTo>
                    <a:pt x="445033" y="1090930"/>
                  </a:lnTo>
                  <a:lnTo>
                    <a:pt x="445009" y="1090932"/>
                  </a:lnTo>
                  <a:lnTo>
                    <a:pt x="444992" y="1090933"/>
                  </a:lnTo>
                  <a:lnTo>
                    <a:pt x="444958" y="1090937"/>
                  </a:lnTo>
                  <a:lnTo>
                    <a:pt x="444939" y="1090941"/>
                  </a:lnTo>
                  <a:lnTo>
                    <a:pt x="444929" y="1090945"/>
                  </a:lnTo>
                  <a:lnTo>
                    <a:pt x="444916" y="1090952"/>
                  </a:lnTo>
                  <a:lnTo>
                    <a:pt x="444906" y="1090962"/>
                  </a:lnTo>
                  <a:lnTo>
                    <a:pt x="444899" y="1090970"/>
                  </a:lnTo>
                  <a:lnTo>
                    <a:pt x="444893" y="1090983"/>
                  </a:lnTo>
                  <a:lnTo>
                    <a:pt x="444886" y="1091004"/>
                  </a:lnTo>
                  <a:lnTo>
                    <a:pt x="444881" y="1091014"/>
                  </a:lnTo>
                  <a:lnTo>
                    <a:pt x="444873" y="1091025"/>
                  </a:lnTo>
                  <a:lnTo>
                    <a:pt x="444858" y="1091042"/>
                  </a:lnTo>
                  <a:lnTo>
                    <a:pt x="444842" y="1091068"/>
                  </a:lnTo>
                  <a:lnTo>
                    <a:pt x="444835" y="1091077"/>
                  </a:lnTo>
                  <a:lnTo>
                    <a:pt x="444829" y="1091085"/>
                  </a:lnTo>
                  <a:lnTo>
                    <a:pt x="444819" y="1091096"/>
                  </a:lnTo>
                  <a:lnTo>
                    <a:pt x="444812" y="1091104"/>
                  </a:lnTo>
                  <a:lnTo>
                    <a:pt x="444803" y="1091113"/>
                  </a:lnTo>
                  <a:lnTo>
                    <a:pt x="444797" y="1091119"/>
                  </a:lnTo>
                  <a:lnTo>
                    <a:pt x="444787" y="1091130"/>
                  </a:lnTo>
                  <a:lnTo>
                    <a:pt x="444776" y="1091143"/>
                  </a:lnTo>
                  <a:lnTo>
                    <a:pt x="444769" y="1091152"/>
                  </a:lnTo>
                  <a:lnTo>
                    <a:pt x="444747" y="1091179"/>
                  </a:lnTo>
                  <a:lnTo>
                    <a:pt x="444739" y="1091188"/>
                  </a:lnTo>
                  <a:lnTo>
                    <a:pt x="444729" y="1091198"/>
                  </a:lnTo>
                  <a:lnTo>
                    <a:pt x="444725" y="1091202"/>
                  </a:lnTo>
                  <a:lnTo>
                    <a:pt x="444716" y="1091208"/>
                  </a:lnTo>
                  <a:lnTo>
                    <a:pt x="444701" y="1091218"/>
                  </a:lnTo>
                  <a:lnTo>
                    <a:pt x="444685" y="1091228"/>
                  </a:lnTo>
                  <a:lnTo>
                    <a:pt x="444664" y="1091239"/>
                  </a:lnTo>
                  <a:lnTo>
                    <a:pt x="444646" y="1091247"/>
                  </a:lnTo>
                  <a:lnTo>
                    <a:pt x="444630" y="1091256"/>
                  </a:lnTo>
                  <a:lnTo>
                    <a:pt x="444613" y="1091265"/>
                  </a:lnTo>
                  <a:lnTo>
                    <a:pt x="444601" y="1091276"/>
                  </a:lnTo>
                  <a:lnTo>
                    <a:pt x="444595" y="1091286"/>
                  </a:lnTo>
                  <a:lnTo>
                    <a:pt x="444590" y="1091294"/>
                  </a:lnTo>
                  <a:lnTo>
                    <a:pt x="444585" y="1091308"/>
                  </a:lnTo>
                  <a:lnTo>
                    <a:pt x="444581" y="1091321"/>
                  </a:lnTo>
                  <a:lnTo>
                    <a:pt x="444579" y="1091327"/>
                  </a:lnTo>
                  <a:lnTo>
                    <a:pt x="444575" y="1091336"/>
                  </a:lnTo>
                  <a:lnTo>
                    <a:pt x="444571" y="1091342"/>
                  </a:lnTo>
                  <a:lnTo>
                    <a:pt x="444567" y="1091347"/>
                  </a:lnTo>
                  <a:lnTo>
                    <a:pt x="444561" y="1091353"/>
                  </a:lnTo>
                  <a:lnTo>
                    <a:pt x="444555" y="1091358"/>
                  </a:lnTo>
                  <a:lnTo>
                    <a:pt x="444550" y="1091364"/>
                  </a:lnTo>
                  <a:lnTo>
                    <a:pt x="444541" y="1091377"/>
                  </a:lnTo>
                  <a:lnTo>
                    <a:pt x="444534" y="1091393"/>
                  </a:lnTo>
                  <a:lnTo>
                    <a:pt x="444530" y="1091404"/>
                  </a:lnTo>
                  <a:lnTo>
                    <a:pt x="444521" y="1091427"/>
                  </a:lnTo>
                  <a:lnTo>
                    <a:pt x="444511" y="1091452"/>
                  </a:lnTo>
                  <a:lnTo>
                    <a:pt x="444500" y="1091474"/>
                  </a:lnTo>
                  <a:lnTo>
                    <a:pt x="444498" y="1091479"/>
                  </a:lnTo>
                  <a:lnTo>
                    <a:pt x="444492" y="1091491"/>
                  </a:lnTo>
                  <a:lnTo>
                    <a:pt x="444480" y="1091516"/>
                  </a:lnTo>
                  <a:lnTo>
                    <a:pt x="444473" y="1091532"/>
                  </a:lnTo>
                  <a:lnTo>
                    <a:pt x="444464" y="1091547"/>
                  </a:lnTo>
                  <a:lnTo>
                    <a:pt x="444457" y="1091556"/>
                  </a:lnTo>
                  <a:lnTo>
                    <a:pt x="444446" y="1091567"/>
                  </a:lnTo>
                  <a:lnTo>
                    <a:pt x="444443" y="1091570"/>
                  </a:lnTo>
                  <a:lnTo>
                    <a:pt x="444439" y="1091574"/>
                  </a:lnTo>
                  <a:lnTo>
                    <a:pt x="444431" y="1091582"/>
                  </a:lnTo>
                  <a:lnTo>
                    <a:pt x="444428" y="1091587"/>
                  </a:lnTo>
                  <a:lnTo>
                    <a:pt x="444423" y="1091594"/>
                  </a:lnTo>
                  <a:lnTo>
                    <a:pt x="444409" y="1091618"/>
                  </a:lnTo>
                  <a:lnTo>
                    <a:pt x="444398" y="1091639"/>
                  </a:lnTo>
                  <a:lnTo>
                    <a:pt x="444381" y="1091667"/>
                  </a:lnTo>
                  <a:lnTo>
                    <a:pt x="444367" y="1091695"/>
                  </a:lnTo>
                  <a:lnTo>
                    <a:pt x="444362" y="1091700"/>
                  </a:lnTo>
                  <a:lnTo>
                    <a:pt x="444358" y="1091703"/>
                  </a:lnTo>
                  <a:lnTo>
                    <a:pt x="444348" y="1091705"/>
                  </a:lnTo>
                  <a:lnTo>
                    <a:pt x="444335" y="1091706"/>
                  </a:lnTo>
                  <a:lnTo>
                    <a:pt x="444316" y="1091711"/>
                  </a:lnTo>
                  <a:lnTo>
                    <a:pt x="444304" y="1091717"/>
                  </a:lnTo>
                  <a:lnTo>
                    <a:pt x="444289" y="1091724"/>
                  </a:lnTo>
                  <a:lnTo>
                    <a:pt x="444272" y="1091733"/>
                  </a:lnTo>
                  <a:lnTo>
                    <a:pt x="444255" y="1091741"/>
                  </a:lnTo>
                  <a:lnTo>
                    <a:pt x="444240" y="1091745"/>
                  </a:lnTo>
                  <a:lnTo>
                    <a:pt x="444219" y="1091753"/>
                  </a:lnTo>
                  <a:lnTo>
                    <a:pt x="444200" y="1091760"/>
                  </a:lnTo>
                  <a:lnTo>
                    <a:pt x="444185" y="1091769"/>
                  </a:lnTo>
                  <a:lnTo>
                    <a:pt x="444171" y="1091780"/>
                  </a:lnTo>
                  <a:lnTo>
                    <a:pt x="444166" y="1091784"/>
                  </a:lnTo>
                  <a:lnTo>
                    <a:pt x="444155" y="1091794"/>
                  </a:lnTo>
                  <a:lnTo>
                    <a:pt x="444143" y="1091805"/>
                  </a:lnTo>
                  <a:lnTo>
                    <a:pt x="444137" y="1091809"/>
                  </a:lnTo>
                  <a:lnTo>
                    <a:pt x="444131" y="1091810"/>
                  </a:lnTo>
                  <a:lnTo>
                    <a:pt x="444117" y="1091811"/>
                  </a:lnTo>
                  <a:lnTo>
                    <a:pt x="444106" y="1091809"/>
                  </a:lnTo>
                  <a:lnTo>
                    <a:pt x="444088" y="1091804"/>
                  </a:lnTo>
                  <a:lnTo>
                    <a:pt x="444066" y="1091800"/>
                  </a:lnTo>
                  <a:lnTo>
                    <a:pt x="444056" y="1091800"/>
                  </a:lnTo>
                  <a:lnTo>
                    <a:pt x="444053" y="1091803"/>
                  </a:lnTo>
                  <a:lnTo>
                    <a:pt x="444051" y="1091808"/>
                  </a:lnTo>
                  <a:lnTo>
                    <a:pt x="444050" y="1091823"/>
                  </a:lnTo>
                  <a:lnTo>
                    <a:pt x="444047" y="1091837"/>
                  </a:lnTo>
                  <a:lnTo>
                    <a:pt x="444045" y="1091842"/>
                  </a:lnTo>
                  <a:lnTo>
                    <a:pt x="444044" y="1091848"/>
                  </a:lnTo>
                  <a:lnTo>
                    <a:pt x="444041" y="1091852"/>
                  </a:lnTo>
                  <a:lnTo>
                    <a:pt x="444037" y="1091860"/>
                  </a:lnTo>
                  <a:lnTo>
                    <a:pt x="444028" y="1091877"/>
                  </a:lnTo>
                  <a:lnTo>
                    <a:pt x="444021" y="1091892"/>
                  </a:lnTo>
                  <a:lnTo>
                    <a:pt x="444015" y="1091905"/>
                  </a:lnTo>
                  <a:lnTo>
                    <a:pt x="444004" y="1091926"/>
                  </a:lnTo>
                  <a:lnTo>
                    <a:pt x="443991" y="1091951"/>
                  </a:lnTo>
                  <a:lnTo>
                    <a:pt x="443980" y="1091972"/>
                  </a:lnTo>
                  <a:lnTo>
                    <a:pt x="443974" y="1091983"/>
                  </a:lnTo>
                  <a:lnTo>
                    <a:pt x="443971" y="1091989"/>
                  </a:lnTo>
                  <a:lnTo>
                    <a:pt x="443960" y="1092007"/>
                  </a:lnTo>
                  <a:lnTo>
                    <a:pt x="443950" y="1092029"/>
                  </a:lnTo>
                  <a:lnTo>
                    <a:pt x="443944" y="1092043"/>
                  </a:lnTo>
                  <a:lnTo>
                    <a:pt x="443942" y="1092049"/>
                  </a:lnTo>
                  <a:lnTo>
                    <a:pt x="443937" y="1092060"/>
                  </a:lnTo>
                  <a:lnTo>
                    <a:pt x="443935" y="1092064"/>
                  </a:lnTo>
                  <a:lnTo>
                    <a:pt x="443927" y="1092077"/>
                  </a:lnTo>
                  <a:lnTo>
                    <a:pt x="443913" y="1092097"/>
                  </a:lnTo>
                  <a:lnTo>
                    <a:pt x="443900" y="1092114"/>
                  </a:lnTo>
                  <a:lnTo>
                    <a:pt x="443897" y="1092116"/>
                  </a:lnTo>
                  <a:lnTo>
                    <a:pt x="443891" y="1092115"/>
                  </a:lnTo>
                  <a:lnTo>
                    <a:pt x="443877" y="1092107"/>
                  </a:lnTo>
                  <a:lnTo>
                    <a:pt x="443865" y="1092100"/>
                  </a:lnTo>
                  <a:lnTo>
                    <a:pt x="443861" y="1092100"/>
                  </a:lnTo>
                  <a:lnTo>
                    <a:pt x="443857" y="1092108"/>
                  </a:lnTo>
                  <a:lnTo>
                    <a:pt x="443853" y="1092118"/>
                  </a:lnTo>
                  <a:lnTo>
                    <a:pt x="443849" y="1092129"/>
                  </a:lnTo>
                  <a:lnTo>
                    <a:pt x="443843" y="1092146"/>
                  </a:lnTo>
                  <a:lnTo>
                    <a:pt x="443841" y="1092154"/>
                  </a:lnTo>
                  <a:lnTo>
                    <a:pt x="443837" y="1092167"/>
                  </a:lnTo>
                  <a:lnTo>
                    <a:pt x="443830" y="1092184"/>
                  </a:lnTo>
                  <a:lnTo>
                    <a:pt x="443823" y="1092204"/>
                  </a:lnTo>
                  <a:lnTo>
                    <a:pt x="443816" y="1092223"/>
                  </a:lnTo>
                  <a:lnTo>
                    <a:pt x="443809" y="1092239"/>
                  </a:lnTo>
                  <a:lnTo>
                    <a:pt x="443800" y="1092255"/>
                  </a:lnTo>
                  <a:lnTo>
                    <a:pt x="443790" y="1092272"/>
                  </a:lnTo>
                  <a:lnTo>
                    <a:pt x="443781" y="1092286"/>
                  </a:lnTo>
                  <a:lnTo>
                    <a:pt x="443774" y="1092296"/>
                  </a:lnTo>
                  <a:lnTo>
                    <a:pt x="443767" y="1092305"/>
                  </a:lnTo>
                  <a:lnTo>
                    <a:pt x="443756" y="1092316"/>
                  </a:lnTo>
                  <a:lnTo>
                    <a:pt x="443748" y="1092327"/>
                  </a:lnTo>
                  <a:lnTo>
                    <a:pt x="443742" y="1092337"/>
                  </a:lnTo>
                  <a:lnTo>
                    <a:pt x="443736" y="1092352"/>
                  </a:lnTo>
                  <a:lnTo>
                    <a:pt x="443732" y="1092366"/>
                  </a:lnTo>
                  <a:lnTo>
                    <a:pt x="443728" y="1092380"/>
                  </a:lnTo>
                  <a:lnTo>
                    <a:pt x="443723" y="1092392"/>
                  </a:lnTo>
                  <a:lnTo>
                    <a:pt x="443720" y="1092405"/>
                  </a:lnTo>
                  <a:lnTo>
                    <a:pt x="443719" y="1092412"/>
                  </a:lnTo>
                  <a:lnTo>
                    <a:pt x="443718" y="1092421"/>
                  </a:lnTo>
                  <a:lnTo>
                    <a:pt x="443716" y="1092427"/>
                  </a:lnTo>
                  <a:lnTo>
                    <a:pt x="443712" y="1092430"/>
                  </a:lnTo>
                  <a:lnTo>
                    <a:pt x="443707" y="1092433"/>
                  </a:lnTo>
                  <a:lnTo>
                    <a:pt x="443702" y="1092434"/>
                  </a:lnTo>
                  <a:lnTo>
                    <a:pt x="443695" y="1092438"/>
                  </a:lnTo>
                  <a:lnTo>
                    <a:pt x="443670" y="1092457"/>
                  </a:lnTo>
                  <a:lnTo>
                    <a:pt x="443666" y="1092460"/>
                  </a:lnTo>
                  <a:lnTo>
                    <a:pt x="443653" y="1092471"/>
                  </a:lnTo>
                  <a:lnTo>
                    <a:pt x="443636" y="1092490"/>
                  </a:lnTo>
                  <a:lnTo>
                    <a:pt x="443628" y="1092502"/>
                  </a:lnTo>
                  <a:lnTo>
                    <a:pt x="443623" y="1092509"/>
                  </a:lnTo>
                  <a:lnTo>
                    <a:pt x="443617" y="1092517"/>
                  </a:lnTo>
                  <a:lnTo>
                    <a:pt x="443609" y="1092526"/>
                  </a:lnTo>
                  <a:lnTo>
                    <a:pt x="443599" y="1092535"/>
                  </a:lnTo>
                  <a:lnTo>
                    <a:pt x="443590" y="1092545"/>
                  </a:lnTo>
                  <a:lnTo>
                    <a:pt x="443572" y="1092563"/>
                  </a:lnTo>
                  <a:lnTo>
                    <a:pt x="443557" y="1092583"/>
                  </a:lnTo>
                  <a:lnTo>
                    <a:pt x="443539" y="1092607"/>
                  </a:lnTo>
                  <a:lnTo>
                    <a:pt x="443535" y="1092612"/>
                  </a:lnTo>
                  <a:lnTo>
                    <a:pt x="443520" y="1092624"/>
                  </a:lnTo>
                  <a:lnTo>
                    <a:pt x="443507" y="1092636"/>
                  </a:lnTo>
                  <a:lnTo>
                    <a:pt x="443498" y="1092646"/>
                  </a:lnTo>
                  <a:lnTo>
                    <a:pt x="443488" y="1092658"/>
                  </a:lnTo>
                  <a:lnTo>
                    <a:pt x="443483" y="1092667"/>
                  </a:lnTo>
                  <a:lnTo>
                    <a:pt x="443475" y="1092681"/>
                  </a:lnTo>
                  <a:lnTo>
                    <a:pt x="443470" y="1092691"/>
                  </a:lnTo>
                  <a:lnTo>
                    <a:pt x="443466" y="1092698"/>
                  </a:lnTo>
                  <a:lnTo>
                    <a:pt x="443460" y="1092706"/>
                  </a:lnTo>
                  <a:lnTo>
                    <a:pt x="443455" y="1092713"/>
                  </a:lnTo>
                  <a:lnTo>
                    <a:pt x="443447" y="1092726"/>
                  </a:lnTo>
                  <a:lnTo>
                    <a:pt x="443437" y="1092737"/>
                  </a:lnTo>
                  <a:lnTo>
                    <a:pt x="443427" y="1092747"/>
                  </a:lnTo>
                  <a:lnTo>
                    <a:pt x="443414" y="1092756"/>
                  </a:lnTo>
                  <a:lnTo>
                    <a:pt x="443406" y="1092760"/>
                  </a:lnTo>
                  <a:lnTo>
                    <a:pt x="443392" y="1092766"/>
                  </a:lnTo>
                  <a:lnTo>
                    <a:pt x="443385" y="1092769"/>
                  </a:lnTo>
                  <a:lnTo>
                    <a:pt x="443376" y="1092771"/>
                  </a:lnTo>
                  <a:lnTo>
                    <a:pt x="443369" y="1092775"/>
                  </a:lnTo>
                  <a:lnTo>
                    <a:pt x="443358" y="1092785"/>
                  </a:lnTo>
                  <a:lnTo>
                    <a:pt x="443347" y="1092797"/>
                  </a:lnTo>
                  <a:lnTo>
                    <a:pt x="443341" y="1092804"/>
                  </a:lnTo>
                  <a:lnTo>
                    <a:pt x="443337" y="1092809"/>
                  </a:lnTo>
                  <a:lnTo>
                    <a:pt x="443324" y="1092822"/>
                  </a:lnTo>
                  <a:lnTo>
                    <a:pt x="443321" y="1092825"/>
                  </a:lnTo>
                  <a:lnTo>
                    <a:pt x="443311" y="1092834"/>
                  </a:lnTo>
                  <a:lnTo>
                    <a:pt x="443304" y="1092842"/>
                  </a:lnTo>
                  <a:lnTo>
                    <a:pt x="443298" y="1092848"/>
                  </a:lnTo>
                  <a:lnTo>
                    <a:pt x="443289" y="1092860"/>
                  </a:lnTo>
                  <a:lnTo>
                    <a:pt x="443285" y="1092866"/>
                  </a:lnTo>
                  <a:lnTo>
                    <a:pt x="443269" y="1092889"/>
                  </a:lnTo>
                  <a:lnTo>
                    <a:pt x="443254" y="1092907"/>
                  </a:lnTo>
                  <a:lnTo>
                    <a:pt x="443245" y="1092920"/>
                  </a:lnTo>
                  <a:lnTo>
                    <a:pt x="443236" y="1092941"/>
                  </a:lnTo>
                  <a:lnTo>
                    <a:pt x="443234" y="1092954"/>
                  </a:lnTo>
                  <a:lnTo>
                    <a:pt x="443234" y="1092965"/>
                  </a:lnTo>
                  <a:lnTo>
                    <a:pt x="443236" y="1092986"/>
                  </a:lnTo>
                  <a:lnTo>
                    <a:pt x="443236" y="1092995"/>
                  </a:lnTo>
                  <a:lnTo>
                    <a:pt x="443233" y="1093009"/>
                  </a:lnTo>
                  <a:lnTo>
                    <a:pt x="443228" y="1093017"/>
                  </a:lnTo>
                  <a:lnTo>
                    <a:pt x="443226" y="1093022"/>
                  </a:lnTo>
                  <a:lnTo>
                    <a:pt x="443208" y="1093057"/>
                  </a:lnTo>
                  <a:lnTo>
                    <a:pt x="443195" y="1093082"/>
                  </a:lnTo>
                  <a:lnTo>
                    <a:pt x="443192" y="1093087"/>
                  </a:lnTo>
                  <a:lnTo>
                    <a:pt x="443183" y="1093101"/>
                  </a:lnTo>
                  <a:lnTo>
                    <a:pt x="443180" y="1093107"/>
                  </a:lnTo>
                  <a:lnTo>
                    <a:pt x="443178" y="1093118"/>
                  </a:lnTo>
                  <a:lnTo>
                    <a:pt x="443177" y="1093131"/>
                  </a:lnTo>
                  <a:lnTo>
                    <a:pt x="443176" y="1093155"/>
                  </a:lnTo>
                  <a:lnTo>
                    <a:pt x="443177" y="1093195"/>
                  </a:lnTo>
                  <a:lnTo>
                    <a:pt x="443179" y="1093205"/>
                  </a:lnTo>
                  <a:lnTo>
                    <a:pt x="443183" y="1093221"/>
                  </a:lnTo>
                  <a:lnTo>
                    <a:pt x="443187" y="1093227"/>
                  </a:lnTo>
                  <a:lnTo>
                    <a:pt x="443193" y="1093237"/>
                  </a:lnTo>
                  <a:lnTo>
                    <a:pt x="443207" y="1093255"/>
                  </a:lnTo>
                  <a:lnTo>
                    <a:pt x="443213" y="1093261"/>
                  </a:lnTo>
                  <a:lnTo>
                    <a:pt x="443222" y="1093270"/>
                  </a:lnTo>
                  <a:lnTo>
                    <a:pt x="443242" y="1093287"/>
                  </a:lnTo>
                  <a:lnTo>
                    <a:pt x="443248" y="1093292"/>
                  </a:lnTo>
                  <a:lnTo>
                    <a:pt x="443253" y="1093295"/>
                  </a:lnTo>
                  <a:lnTo>
                    <a:pt x="443259" y="1093299"/>
                  </a:lnTo>
                  <a:lnTo>
                    <a:pt x="443263" y="1093301"/>
                  </a:lnTo>
                  <a:lnTo>
                    <a:pt x="443271" y="1093306"/>
                  </a:lnTo>
                  <a:lnTo>
                    <a:pt x="443279" y="1093309"/>
                  </a:lnTo>
                  <a:lnTo>
                    <a:pt x="443286" y="1093311"/>
                  </a:lnTo>
                  <a:lnTo>
                    <a:pt x="443305" y="1093315"/>
                  </a:lnTo>
                  <a:lnTo>
                    <a:pt x="443326" y="1093320"/>
                  </a:lnTo>
                  <a:lnTo>
                    <a:pt x="443331" y="1093321"/>
                  </a:lnTo>
                  <a:lnTo>
                    <a:pt x="443343" y="1093325"/>
                  </a:lnTo>
                  <a:lnTo>
                    <a:pt x="443349" y="1093327"/>
                  </a:lnTo>
                  <a:lnTo>
                    <a:pt x="443359" y="1093332"/>
                  </a:lnTo>
                  <a:lnTo>
                    <a:pt x="443378" y="1093342"/>
                  </a:lnTo>
                  <a:lnTo>
                    <a:pt x="443392" y="1093352"/>
                  </a:lnTo>
                  <a:lnTo>
                    <a:pt x="443411" y="1093366"/>
                  </a:lnTo>
                  <a:lnTo>
                    <a:pt x="443432" y="1093384"/>
                  </a:lnTo>
                  <a:lnTo>
                    <a:pt x="443443" y="1093395"/>
                  </a:lnTo>
                  <a:lnTo>
                    <a:pt x="443443" y="1093399"/>
                  </a:lnTo>
                  <a:lnTo>
                    <a:pt x="443439" y="1093405"/>
                  </a:lnTo>
                  <a:lnTo>
                    <a:pt x="443425" y="1093434"/>
                  </a:lnTo>
                  <a:lnTo>
                    <a:pt x="443418" y="1093446"/>
                  </a:lnTo>
                  <a:lnTo>
                    <a:pt x="443409" y="1093457"/>
                  </a:lnTo>
                  <a:lnTo>
                    <a:pt x="443399" y="1093468"/>
                  </a:lnTo>
                  <a:lnTo>
                    <a:pt x="443392" y="1093474"/>
                  </a:lnTo>
                  <a:lnTo>
                    <a:pt x="443384" y="1093483"/>
                  </a:lnTo>
                  <a:lnTo>
                    <a:pt x="443381" y="1093487"/>
                  </a:lnTo>
                  <a:lnTo>
                    <a:pt x="443368" y="1093500"/>
                  </a:lnTo>
                  <a:lnTo>
                    <a:pt x="443353" y="1093521"/>
                  </a:lnTo>
                  <a:lnTo>
                    <a:pt x="443317" y="1093567"/>
                  </a:lnTo>
                  <a:lnTo>
                    <a:pt x="443290" y="1093602"/>
                  </a:lnTo>
                  <a:lnTo>
                    <a:pt x="443262" y="1093635"/>
                  </a:lnTo>
                  <a:lnTo>
                    <a:pt x="443253" y="1093644"/>
                  </a:lnTo>
                  <a:lnTo>
                    <a:pt x="443237" y="1093662"/>
                  </a:lnTo>
                  <a:lnTo>
                    <a:pt x="443231" y="1093668"/>
                  </a:lnTo>
                  <a:lnTo>
                    <a:pt x="443219" y="1093682"/>
                  </a:lnTo>
                  <a:lnTo>
                    <a:pt x="443216" y="1093686"/>
                  </a:lnTo>
                  <a:lnTo>
                    <a:pt x="443204" y="1093702"/>
                  </a:lnTo>
                  <a:lnTo>
                    <a:pt x="443199" y="1093710"/>
                  </a:lnTo>
                  <a:lnTo>
                    <a:pt x="443194" y="1093718"/>
                  </a:lnTo>
                  <a:lnTo>
                    <a:pt x="443185" y="1093728"/>
                  </a:lnTo>
                  <a:lnTo>
                    <a:pt x="443177" y="1093738"/>
                  </a:lnTo>
                  <a:lnTo>
                    <a:pt x="443173" y="1093742"/>
                  </a:lnTo>
                  <a:lnTo>
                    <a:pt x="443160" y="1093754"/>
                  </a:lnTo>
                  <a:lnTo>
                    <a:pt x="443143" y="1093763"/>
                  </a:lnTo>
                  <a:lnTo>
                    <a:pt x="443131" y="1093767"/>
                  </a:lnTo>
                  <a:lnTo>
                    <a:pt x="443126" y="1093768"/>
                  </a:lnTo>
                  <a:lnTo>
                    <a:pt x="443121" y="1093769"/>
                  </a:lnTo>
                  <a:lnTo>
                    <a:pt x="443110" y="1093771"/>
                  </a:lnTo>
                  <a:lnTo>
                    <a:pt x="443087" y="1093774"/>
                  </a:lnTo>
                  <a:lnTo>
                    <a:pt x="443073" y="1093775"/>
                  </a:lnTo>
                  <a:lnTo>
                    <a:pt x="443065" y="1093776"/>
                  </a:lnTo>
                  <a:lnTo>
                    <a:pt x="443058" y="1093778"/>
                  </a:lnTo>
                  <a:lnTo>
                    <a:pt x="443053" y="1093780"/>
                  </a:lnTo>
                  <a:lnTo>
                    <a:pt x="443047" y="1093783"/>
                  </a:lnTo>
                  <a:lnTo>
                    <a:pt x="443041" y="1093786"/>
                  </a:lnTo>
                  <a:lnTo>
                    <a:pt x="443036" y="1093789"/>
                  </a:lnTo>
                  <a:lnTo>
                    <a:pt x="443003" y="1093815"/>
                  </a:lnTo>
                  <a:lnTo>
                    <a:pt x="442999" y="1093818"/>
                  </a:lnTo>
                  <a:lnTo>
                    <a:pt x="442975" y="1093833"/>
                  </a:lnTo>
                  <a:lnTo>
                    <a:pt x="442956" y="1093844"/>
                  </a:lnTo>
                  <a:lnTo>
                    <a:pt x="442952" y="1093846"/>
                  </a:lnTo>
                  <a:lnTo>
                    <a:pt x="442945" y="1093849"/>
                  </a:lnTo>
                  <a:lnTo>
                    <a:pt x="442941" y="1093850"/>
                  </a:lnTo>
                  <a:lnTo>
                    <a:pt x="442934" y="1093851"/>
                  </a:lnTo>
                  <a:lnTo>
                    <a:pt x="442923" y="1093852"/>
                  </a:lnTo>
                  <a:lnTo>
                    <a:pt x="442912" y="1093852"/>
                  </a:lnTo>
                  <a:lnTo>
                    <a:pt x="442870" y="1093852"/>
                  </a:lnTo>
                  <a:lnTo>
                    <a:pt x="442857" y="1093852"/>
                  </a:lnTo>
                  <a:lnTo>
                    <a:pt x="442826" y="1093854"/>
                  </a:lnTo>
                  <a:lnTo>
                    <a:pt x="442806" y="1093855"/>
                  </a:lnTo>
                  <a:lnTo>
                    <a:pt x="442788" y="1093859"/>
                  </a:lnTo>
                  <a:lnTo>
                    <a:pt x="442781" y="1093862"/>
                  </a:lnTo>
                  <a:lnTo>
                    <a:pt x="442763" y="1093867"/>
                  </a:lnTo>
                  <a:lnTo>
                    <a:pt x="442748" y="1093872"/>
                  </a:lnTo>
                  <a:lnTo>
                    <a:pt x="442734" y="1093876"/>
                  </a:lnTo>
                  <a:lnTo>
                    <a:pt x="442720" y="1093880"/>
                  </a:lnTo>
                  <a:lnTo>
                    <a:pt x="442707" y="1093888"/>
                  </a:lnTo>
                  <a:lnTo>
                    <a:pt x="442704" y="1093890"/>
                  </a:lnTo>
                  <a:lnTo>
                    <a:pt x="442699" y="1093894"/>
                  </a:lnTo>
                  <a:lnTo>
                    <a:pt x="442689" y="1093902"/>
                  </a:lnTo>
                  <a:lnTo>
                    <a:pt x="442678" y="1093915"/>
                  </a:lnTo>
                  <a:lnTo>
                    <a:pt x="442664" y="1093932"/>
                  </a:lnTo>
                  <a:lnTo>
                    <a:pt x="442660" y="1093939"/>
                  </a:lnTo>
                  <a:lnTo>
                    <a:pt x="442657" y="1093944"/>
                  </a:lnTo>
                  <a:lnTo>
                    <a:pt x="442650" y="1093958"/>
                  </a:lnTo>
                  <a:lnTo>
                    <a:pt x="442641" y="1093979"/>
                  </a:lnTo>
                  <a:lnTo>
                    <a:pt x="442634" y="1093991"/>
                  </a:lnTo>
                  <a:lnTo>
                    <a:pt x="442628" y="1093995"/>
                  </a:lnTo>
                  <a:lnTo>
                    <a:pt x="442623" y="1093997"/>
                  </a:lnTo>
                  <a:lnTo>
                    <a:pt x="442614" y="1093997"/>
                  </a:lnTo>
                  <a:lnTo>
                    <a:pt x="442591" y="1094000"/>
                  </a:lnTo>
                  <a:lnTo>
                    <a:pt x="442557" y="1094006"/>
                  </a:lnTo>
                  <a:lnTo>
                    <a:pt x="442529" y="1094011"/>
                  </a:lnTo>
                  <a:lnTo>
                    <a:pt x="442512" y="1094015"/>
                  </a:lnTo>
                  <a:lnTo>
                    <a:pt x="442494" y="1094021"/>
                  </a:lnTo>
                  <a:lnTo>
                    <a:pt x="442484" y="1094023"/>
                  </a:lnTo>
                  <a:lnTo>
                    <a:pt x="442480" y="1094022"/>
                  </a:lnTo>
                  <a:lnTo>
                    <a:pt x="442469" y="1094018"/>
                  </a:lnTo>
                  <a:lnTo>
                    <a:pt x="442457" y="1094013"/>
                  </a:lnTo>
                  <a:lnTo>
                    <a:pt x="442443" y="1094010"/>
                  </a:lnTo>
                  <a:lnTo>
                    <a:pt x="442417" y="1094009"/>
                  </a:lnTo>
                  <a:lnTo>
                    <a:pt x="442407" y="1094009"/>
                  </a:lnTo>
                  <a:lnTo>
                    <a:pt x="442390" y="1094008"/>
                  </a:lnTo>
                  <a:lnTo>
                    <a:pt x="442380" y="1094005"/>
                  </a:lnTo>
                  <a:lnTo>
                    <a:pt x="442367" y="1094002"/>
                  </a:lnTo>
                  <a:lnTo>
                    <a:pt x="442355" y="1094004"/>
                  </a:lnTo>
                  <a:lnTo>
                    <a:pt x="442319" y="1094019"/>
                  </a:lnTo>
                  <a:lnTo>
                    <a:pt x="442309" y="1094024"/>
                  </a:lnTo>
                  <a:lnTo>
                    <a:pt x="442301" y="1094027"/>
                  </a:lnTo>
                  <a:lnTo>
                    <a:pt x="442296" y="1094030"/>
                  </a:lnTo>
                  <a:lnTo>
                    <a:pt x="442282" y="1094038"/>
                  </a:lnTo>
                  <a:lnTo>
                    <a:pt x="442274" y="1094046"/>
                  </a:lnTo>
                  <a:lnTo>
                    <a:pt x="442270" y="1094049"/>
                  </a:lnTo>
                  <a:lnTo>
                    <a:pt x="442264" y="1094056"/>
                  </a:lnTo>
                  <a:lnTo>
                    <a:pt x="442260" y="1094057"/>
                  </a:lnTo>
                  <a:lnTo>
                    <a:pt x="442238" y="1094059"/>
                  </a:lnTo>
                  <a:lnTo>
                    <a:pt x="442230" y="1094059"/>
                  </a:lnTo>
                  <a:lnTo>
                    <a:pt x="442224" y="1094062"/>
                  </a:lnTo>
                  <a:lnTo>
                    <a:pt x="442200" y="1094070"/>
                  </a:lnTo>
                  <a:lnTo>
                    <a:pt x="442193" y="1094072"/>
                  </a:lnTo>
                  <a:lnTo>
                    <a:pt x="442146" y="1094094"/>
                  </a:lnTo>
                  <a:lnTo>
                    <a:pt x="442079" y="1094125"/>
                  </a:lnTo>
                  <a:lnTo>
                    <a:pt x="442035" y="1094149"/>
                  </a:lnTo>
                  <a:lnTo>
                    <a:pt x="442014" y="1094159"/>
                  </a:lnTo>
                  <a:lnTo>
                    <a:pt x="442001" y="1094167"/>
                  </a:lnTo>
                  <a:lnTo>
                    <a:pt x="441992" y="1094173"/>
                  </a:lnTo>
                  <a:lnTo>
                    <a:pt x="441983" y="1094179"/>
                  </a:lnTo>
                  <a:lnTo>
                    <a:pt x="441971" y="1094186"/>
                  </a:lnTo>
                  <a:lnTo>
                    <a:pt x="441958" y="1094194"/>
                  </a:lnTo>
                  <a:lnTo>
                    <a:pt x="441951" y="1094198"/>
                  </a:lnTo>
                  <a:lnTo>
                    <a:pt x="441944" y="1094202"/>
                  </a:lnTo>
                  <a:lnTo>
                    <a:pt x="441911" y="1094222"/>
                  </a:lnTo>
                  <a:lnTo>
                    <a:pt x="441884" y="1094238"/>
                  </a:lnTo>
                  <a:lnTo>
                    <a:pt x="441870" y="1094243"/>
                  </a:lnTo>
                  <a:lnTo>
                    <a:pt x="441865" y="1094244"/>
                  </a:lnTo>
                  <a:lnTo>
                    <a:pt x="441848" y="1094251"/>
                  </a:lnTo>
                  <a:lnTo>
                    <a:pt x="441822" y="1094258"/>
                  </a:lnTo>
                  <a:lnTo>
                    <a:pt x="441798" y="1094266"/>
                  </a:lnTo>
                  <a:lnTo>
                    <a:pt x="441776" y="1094274"/>
                  </a:lnTo>
                  <a:lnTo>
                    <a:pt x="441752" y="1094281"/>
                  </a:lnTo>
                  <a:lnTo>
                    <a:pt x="441744" y="1094281"/>
                  </a:lnTo>
                  <a:lnTo>
                    <a:pt x="441742" y="1094271"/>
                  </a:lnTo>
                  <a:lnTo>
                    <a:pt x="441741" y="1094251"/>
                  </a:lnTo>
                  <a:lnTo>
                    <a:pt x="441741" y="1094229"/>
                  </a:lnTo>
                  <a:lnTo>
                    <a:pt x="441739" y="1094220"/>
                  </a:lnTo>
                  <a:lnTo>
                    <a:pt x="441736" y="1094215"/>
                  </a:lnTo>
                  <a:lnTo>
                    <a:pt x="441731" y="1094210"/>
                  </a:lnTo>
                  <a:lnTo>
                    <a:pt x="441728" y="1094206"/>
                  </a:lnTo>
                  <a:lnTo>
                    <a:pt x="441724" y="1094198"/>
                  </a:lnTo>
                  <a:lnTo>
                    <a:pt x="441719" y="1094178"/>
                  </a:lnTo>
                  <a:lnTo>
                    <a:pt x="441705" y="1094128"/>
                  </a:lnTo>
                  <a:lnTo>
                    <a:pt x="441699" y="1094090"/>
                  </a:lnTo>
                  <a:lnTo>
                    <a:pt x="441697" y="1094085"/>
                  </a:lnTo>
                  <a:lnTo>
                    <a:pt x="441695" y="1094048"/>
                  </a:lnTo>
                  <a:lnTo>
                    <a:pt x="441693" y="1094025"/>
                  </a:lnTo>
                  <a:lnTo>
                    <a:pt x="441686" y="1094000"/>
                  </a:lnTo>
                  <a:lnTo>
                    <a:pt x="441679" y="1093986"/>
                  </a:lnTo>
                  <a:lnTo>
                    <a:pt x="441674" y="1093966"/>
                  </a:lnTo>
                  <a:lnTo>
                    <a:pt x="441673" y="1093957"/>
                  </a:lnTo>
                  <a:lnTo>
                    <a:pt x="441672" y="1093950"/>
                  </a:lnTo>
                  <a:lnTo>
                    <a:pt x="441674" y="1093941"/>
                  </a:lnTo>
                  <a:lnTo>
                    <a:pt x="441683" y="1093909"/>
                  </a:lnTo>
                  <a:lnTo>
                    <a:pt x="441687" y="1093898"/>
                  </a:lnTo>
                  <a:lnTo>
                    <a:pt x="441692" y="1093880"/>
                  </a:lnTo>
                  <a:lnTo>
                    <a:pt x="441694" y="1093864"/>
                  </a:lnTo>
                  <a:lnTo>
                    <a:pt x="441692" y="1093842"/>
                  </a:lnTo>
                  <a:lnTo>
                    <a:pt x="441684" y="1093818"/>
                  </a:lnTo>
                  <a:lnTo>
                    <a:pt x="441681" y="1093807"/>
                  </a:lnTo>
                  <a:lnTo>
                    <a:pt x="441664" y="1093771"/>
                  </a:lnTo>
                  <a:lnTo>
                    <a:pt x="441651" y="1093750"/>
                  </a:lnTo>
                  <a:lnTo>
                    <a:pt x="441642" y="1093729"/>
                  </a:lnTo>
                  <a:lnTo>
                    <a:pt x="441629" y="1093694"/>
                  </a:lnTo>
                  <a:lnTo>
                    <a:pt x="441624" y="1093680"/>
                  </a:lnTo>
                  <a:lnTo>
                    <a:pt x="441620" y="1093670"/>
                  </a:lnTo>
                  <a:lnTo>
                    <a:pt x="441612" y="1093660"/>
                  </a:lnTo>
                  <a:lnTo>
                    <a:pt x="441602" y="1093653"/>
                  </a:lnTo>
                  <a:lnTo>
                    <a:pt x="441590" y="1093648"/>
                  </a:lnTo>
                  <a:lnTo>
                    <a:pt x="441571" y="1093643"/>
                  </a:lnTo>
                  <a:lnTo>
                    <a:pt x="441544" y="1093640"/>
                  </a:lnTo>
                  <a:lnTo>
                    <a:pt x="441529" y="1093638"/>
                  </a:lnTo>
                  <a:lnTo>
                    <a:pt x="441500" y="1093634"/>
                  </a:lnTo>
                  <a:lnTo>
                    <a:pt x="441466" y="1093628"/>
                  </a:lnTo>
                  <a:lnTo>
                    <a:pt x="441431" y="1093624"/>
                  </a:lnTo>
                  <a:lnTo>
                    <a:pt x="441427" y="1093623"/>
                  </a:lnTo>
                  <a:lnTo>
                    <a:pt x="441388" y="1093613"/>
                  </a:lnTo>
                  <a:lnTo>
                    <a:pt x="441365" y="1093607"/>
                  </a:lnTo>
                  <a:lnTo>
                    <a:pt x="441352" y="1093608"/>
                  </a:lnTo>
                  <a:lnTo>
                    <a:pt x="441342" y="1093610"/>
                  </a:lnTo>
                  <a:lnTo>
                    <a:pt x="441320" y="1093626"/>
                  </a:lnTo>
                  <a:lnTo>
                    <a:pt x="441291" y="1093645"/>
                  </a:lnTo>
                  <a:lnTo>
                    <a:pt x="441274" y="1093656"/>
                  </a:lnTo>
                  <a:lnTo>
                    <a:pt x="441257" y="1093666"/>
                  </a:lnTo>
                  <a:lnTo>
                    <a:pt x="441240" y="1093673"/>
                  </a:lnTo>
                  <a:lnTo>
                    <a:pt x="441206" y="1093682"/>
                  </a:lnTo>
                  <a:lnTo>
                    <a:pt x="441174" y="1093688"/>
                  </a:lnTo>
                  <a:lnTo>
                    <a:pt x="441151" y="1093691"/>
                  </a:lnTo>
                  <a:lnTo>
                    <a:pt x="441096" y="1093693"/>
                  </a:lnTo>
                  <a:lnTo>
                    <a:pt x="441055" y="1093692"/>
                  </a:lnTo>
                  <a:lnTo>
                    <a:pt x="441007" y="1093693"/>
                  </a:lnTo>
                  <a:lnTo>
                    <a:pt x="440970" y="1093695"/>
                  </a:lnTo>
                  <a:lnTo>
                    <a:pt x="440957" y="1093693"/>
                  </a:lnTo>
                  <a:lnTo>
                    <a:pt x="440937" y="1093688"/>
                  </a:lnTo>
                  <a:lnTo>
                    <a:pt x="440899" y="1093677"/>
                  </a:lnTo>
                  <a:lnTo>
                    <a:pt x="440877" y="1093670"/>
                  </a:lnTo>
                  <a:lnTo>
                    <a:pt x="440866" y="1093667"/>
                  </a:lnTo>
                  <a:lnTo>
                    <a:pt x="440813" y="1093658"/>
                  </a:lnTo>
                  <a:lnTo>
                    <a:pt x="440784" y="1093654"/>
                  </a:lnTo>
                  <a:lnTo>
                    <a:pt x="440725" y="1093647"/>
                  </a:lnTo>
                  <a:lnTo>
                    <a:pt x="440721" y="1093647"/>
                  </a:lnTo>
                  <a:lnTo>
                    <a:pt x="440709" y="1093646"/>
                  </a:lnTo>
                  <a:lnTo>
                    <a:pt x="440700" y="1093645"/>
                  </a:lnTo>
                  <a:lnTo>
                    <a:pt x="440684" y="1093643"/>
                  </a:lnTo>
                  <a:lnTo>
                    <a:pt x="440677" y="1093640"/>
                  </a:lnTo>
                  <a:lnTo>
                    <a:pt x="440655" y="1093635"/>
                  </a:lnTo>
                  <a:lnTo>
                    <a:pt x="440637" y="1093633"/>
                  </a:lnTo>
                  <a:lnTo>
                    <a:pt x="440629" y="1093633"/>
                  </a:lnTo>
                  <a:lnTo>
                    <a:pt x="440616" y="1093635"/>
                  </a:lnTo>
                  <a:lnTo>
                    <a:pt x="440607" y="1093640"/>
                  </a:lnTo>
                  <a:lnTo>
                    <a:pt x="440591" y="1093647"/>
                  </a:lnTo>
                  <a:lnTo>
                    <a:pt x="440574" y="1093660"/>
                  </a:lnTo>
                  <a:lnTo>
                    <a:pt x="440547" y="1093686"/>
                  </a:lnTo>
                  <a:lnTo>
                    <a:pt x="440537" y="1093700"/>
                  </a:lnTo>
                  <a:lnTo>
                    <a:pt x="440517" y="1093729"/>
                  </a:lnTo>
                  <a:lnTo>
                    <a:pt x="440496" y="1093756"/>
                  </a:lnTo>
                  <a:lnTo>
                    <a:pt x="440492" y="1093759"/>
                  </a:lnTo>
                  <a:lnTo>
                    <a:pt x="440480" y="1093769"/>
                  </a:lnTo>
                  <a:lnTo>
                    <a:pt x="440462" y="1093778"/>
                  </a:lnTo>
                  <a:lnTo>
                    <a:pt x="440445" y="1093788"/>
                  </a:lnTo>
                  <a:lnTo>
                    <a:pt x="440435" y="1093795"/>
                  </a:lnTo>
                  <a:lnTo>
                    <a:pt x="440427" y="1093803"/>
                  </a:lnTo>
                  <a:lnTo>
                    <a:pt x="440407" y="1093826"/>
                  </a:lnTo>
                  <a:lnTo>
                    <a:pt x="440397" y="1093837"/>
                  </a:lnTo>
                  <a:lnTo>
                    <a:pt x="440377" y="1093857"/>
                  </a:lnTo>
                  <a:lnTo>
                    <a:pt x="440361" y="1093874"/>
                  </a:lnTo>
                  <a:lnTo>
                    <a:pt x="440345" y="1093887"/>
                  </a:lnTo>
                  <a:lnTo>
                    <a:pt x="440327" y="1093898"/>
                  </a:lnTo>
                  <a:lnTo>
                    <a:pt x="440317" y="1093903"/>
                  </a:lnTo>
                  <a:lnTo>
                    <a:pt x="440302" y="1093911"/>
                  </a:lnTo>
                  <a:lnTo>
                    <a:pt x="440289" y="1093920"/>
                  </a:lnTo>
                  <a:lnTo>
                    <a:pt x="440282" y="1093923"/>
                  </a:lnTo>
                  <a:lnTo>
                    <a:pt x="440273" y="1093925"/>
                  </a:lnTo>
                  <a:lnTo>
                    <a:pt x="440263" y="1093927"/>
                  </a:lnTo>
                  <a:lnTo>
                    <a:pt x="440238" y="1093927"/>
                  </a:lnTo>
                  <a:lnTo>
                    <a:pt x="440227" y="1093927"/>
                  </a:lnTo>
                  <a:lnTo>
                    <a:pt x="440219" y="1093927"/>
                  </a:lnTo>
                  <a:lnTo>
                    <a:pt x="440214" y="1093928"/>
                  </a:lnTo>
                  <a:lnTo>
                    <a:pt x="440199" y="1093929"/>
                  </a:lnTo>
                  <a:lnTo>
                    <a:pt x="440188" y="1093932"/>
                  </a:lnTo>
                  <a:lnTo>
                    <a:pt x="440176" y="1093938"/>
                  </a:lnTo>
                  <a:lnTo>
                    <a:pt x="440163" y="1093941"/>
                  </a:lnTo>
                  <a:lnTo>
                    <a:pt x="440148" y="1093941"/>
                  </a:lnTo>
                  <a:lnTo>
                    <a:pt x="440132" y="1093943"/>
                  </a:lnTo>
                  <a:lnTo>
                    <a:pt x="440117" y="1093944"/>
                  </a:lnTo>
                  <a:lnTo>
                    <a:pt x="440107" y="1093945"/>
                  </a:lnTo>
                  <a:lnTo>
                    <a:pt x="440102" y="1093945"/>
                  </a:lnTo>
                  <a:lnTo>
                    <a:pt x="440097" y="1093945"/>
                  </a:lnTo>
                  <a:lnTo>
                    <a:pt x="440087" y="1093943"/>
                  </a:lnTo>
                  <a:lnTo>
                    <a:pt x="440075" y="1093937"/>
                  </a:lnTo>
                  <a:lnTo>
                    <a:pt x="440060" y="1093927"/>
                  </a:lnTo>
                  <a:lnTo>
                    <a:pt x="440051" y="1093918"/>
                  </a:lnTo>
                  <a:lnTo>
                    <a:pt x="440042" y="1093908"/>
                  </a:lnTo>
                  <a:lnTo>
                    <a:pt x="440032" y="1093894"/>
                  </a:lnTo>
                  <a:lnTo>
                    <a:pt x="440029" y="1093889"/>
                  </a:lnTo>
                  <a:lnTo>
                    <a:pt x="440022" y="1093877"/>
                  </a:lnTo>
                  <a:lnTo>
                    <a:pt x="440011" y="1093854"/>
                  </a:lnTo>
                  <a:lnTo>
                    <a:pt x="440003" y="1093840"/>
                  </a:lnTo>
                  <a:lnTo>
                    <a:pt x="439991" y="1093823"/>
                  </a:lnTo>
                  <a:lnTo>
                    <a:pt x="439975" y="1093800"/>
                  </a:lnTo>
                  <a:lnTo>
                    <a:pt x="439962" y="1093787"/>
                  </a:lnTo>
                  <a:lnTo>
                    <a:pt x="439957" y="1093781"/>
                  </a:lnTo>
                  <a:lnTo>
                    <a:pt x="439948" y="1093774"/>
                  </a:lnTo>
                  <a:lnTo>
                    <a:pt x="439938" y="1093765"/>
                  </a:lnTo>
                  <a:lnTo>
                    <a:pt x="439927" y="1093755"/>
                  </a:lnTo>
                  <a:lnTo>
                    <a:pt x="439917" y="1093744"/>
                  </a:lnTo>
                  <a:lnTo>
                    <a:pt x="439910" y="1093738"/>
                  </a:lnTo>
                  <a:lnTo>
                    <a:pt x="439902" y="1093731"/>
                  </a:lnTo>
                  <a:lnTo>
                    <a:pt x="439897" y="1093728"/>
                  </a:lnTo>
                  <a:lnTo>
                    <a:pt x="439891" y="1093728"/>
                  </a:lnTo>
                  <a:lnTo>
                    <a:pt x="439887" y="1093731"/>
                  </a:lnTo>
                  <a:lnTo>
                    <a:pt x="439881" y="1093736"/>
                  </a:lnTo>
                  <a:lnTo>
                    <a:pt x="439874" y="1093744"/>
                  </a:lnTo>
                  <a:lnTo>
                    <a:pt x="439872" y="1093755"/>
                  </a:lnTo>
                  <a:lnTo>
                    <a:pt x="439866" y="1093794"/>
                  </a:lnTo>
                  <a:lnTo>
                    <a:pt x="439862" y="1093816"/>
                  </a:lnTo>
                  <a:lnTo>
                    <a:pt x="439856" y="1093833"/>
                  </a:lnTo>
                  <a:lnTo>
                    <a:pt x="439850" y="1093845"/>
                  </a:lnTo>
                  <a:lnTo>
                    <a:pt x="439840" y="1093856"/>
                  </a:lnTo>
                  <a:lnTo>
                    <a:pt x="439829" y="1093864"/>
                  </a:lnTo>
                  <a:lnTo>
                    <a:pt x="439822" y="1093869"/>
                  </a:lnTo>
                  <a:lnTo>
                    <a:pt x="439814" y="1093873"/>
                  </a:lnTo>
                  <a:lnTo>
                    <a:pt x="439794" y="1093879"/>
                  </a:lnTo>
                  <a:lnTo>
                    <a:pt x="439783" y="1093882"/>
                  </a:lnTo>
                  <a:lnTo>
                    <a:pt x="439778" y="1093883"/>
                  </a:lnTo>
                  <a:lnTo>
                    <a:pt x="439767" y="1093885"/>
                  </a:lnTo>
                  <a:lnTo>
                    <a:pt x="439752" y="1093886"/>
                  </a:lnTo>
                  <a:lnTo>
                    <a:pt x="439740" y="1093885"/>
                  </a:lnTo>
                  <a:lnTo>
                    <a:pt x="439734" y="1093885"/>
                  </a:lnTo>
                  <a:lnTo>
                    <a:pt x="439706" y="1093884"/>
                  </a:lnTo>
                  <a:lnTo>
                    <a:pt x="439689" y="1093882"/>
                  </a:lnTo>
                  <a:lnTo>
                    <a:pt x="439651" y="1093878"/>
                  </a:lnTo>
                  <a:lnTo>
                    <a:pt x="439643" y="1093878"/>
                  </a:lnTo>
                  <a:lnTo>
                    <a:pt x="439622" y="1093881"/>
                  </a:lnTo>
                  <a:lnTo>
                    <a:pt x="439613" y="1093883"/>
                  </a:lnTo>
                  <a:lnTo>
                    <a:pt x="439608" y="1093884"/>
                  </a:lnTo>
                  <a:lnTo>
                    <a:pt x="439600" y="1093887"/>
                  </a:lnTo>
                  <a:lnTo>
                    <a:pt x="439581" y="1093897"/>
                  </a:lnTo>
                  <a:lnTo>
                    <a:pt x="439553" y="1093916"/>
                  </a:lnTo>
                  <a:lnTo>
                    <a:pt x="439547" y="1093922"/>
                  </a:lnTo>
                  <a:lnTo>
                    <a:pt x="439537" y="1093933"/>
                  </a:lnTo>
                  <a:lnTo>
                    <a:pt x="439525" y="1093948"/>
                  </a:lnTo>
                  <a:lnTo>
                    <a:pt x="439512" y="1093965"/>
                  </a:lnTo>
                  <a:lnTo>
                    <a:pt x="439498" y="1093981"/>
                  </a:lnTo>
                  <a:lnTo>
                    <a:pt x="439495" y="1093985"/>
                  </a:lnTo>
                  <a:lnTo>
                    <a:pt x="439485" y="1093996"/>
                  </a:lnTo>
                  <a:lnTo>
                    <a:pt x="439473" y="1094007"/>
                  </a:lnTo>
                  <a:lnTo>
                    <a:pt x="439459" y="1094019"/>
                  </a:lnTo>
                  <a:lnTo>
                    <a:pt x="439446" y="1094029"/>
                  </a:lnTo>
                  <a:lnTo>
                    <a:pt x="439435" y="1094039"/>
                  </a:lnTo>
                  <a:lnTo>
                    <a:pt x="439425" y="1094053"/>
                  </a:lnTo>
                  <a:lnTo>
                    <a:pt x="439420" y="1094065"/>
                  </a:lnTo>
                  <a:lnTo>
                    <a:pt x="439414" y="1094081"/>
                  </a:lnTo>
                  <a:lnTo>
                    <a:pt x="439403" y="1094123"/>
                  </a:lnTo>
                  <a:lnTo>
                    <a:pt x="439394" y="1094163"/>
                  </a:lnTo>
                  <a:lnTo>
                    <a:pt x="439390" y="1094184"/>
                  </a:lnTo>
                  <a:lnTo>
                    <a:pt x="439388" y="1094189"/>
                  </a:lnTo>
                  <a:lnTo>
                    <a:pt x="439385" y="1094192"/>
                  </a:lnTo>
                  <a:lnTo>
                    <a:pt x="439379" y="1094193"/>
                  </a:lnTo>
                  <a:lnTo>
                    <a:pt x="439367" y="1094193"/>
                  </a:lnTo>
                  <a:lnTo>
                    <a:pt x="439342" y="1094194"/>
                  </a:lnTo>
                  <a:lnTo>
                    <a:pt x="439336" y="1094195"/>
                  </a:lnTo>
                  <a:lnTo>
                    <a:pt x="439321" y="1094197"/>
                  </a:lnTo>
                  <a:lnTo>
                    <a:pt x="439308" y="1094198"/>
                  </a:lnTo>
                  <a:lnTo>
                    <a:pt x="439283" y="1094200"/>
                  </a:lnTo>
                  <a:lnTo>
                    <a:pt x="439266" y="1094199"/>
                  </a:lnTo>
                  <a:lnTo>
                    <a:pt x="439252" y="1094202"/>
                  </a:lnTo>
                  <a:lnTo>
                    <a:pt x="439240" y="1094204"/>
                  </a:lnTo>
                  <a:lnTo>
                    <a:pt x="439232" y="1094204"/>
                  </a:lnTo>
                  <a:lnTo>
                    <a:pt x="439226" y="1094204"/>
                  </a:lnTo>
                  <a:lnTo>
                    <a:pt x="439221" y="1094202"/>
                  </a:lnTo>
                  <a:lnTo>
                    <a:pt x="439213" y="1094199"/>
                  </a:lnTo>
                  <a:lnTo>
                    <a:pt x="439209" y="1094198"/>
                  </a:lnTo>
                  <a:lnTo>
                    <a:pt x="439198" y="1094195"/>
                  </a:lnTo>
                  <a:lnTo>
                    <a:pt x="439189" y="1094194"/>
                  </a:lnTo>
                  <a:lnTo>
                    <a:pt x="439181" y="1094195"/>
                  </a:lnTo>
                  <a:lnTo>
                    <a:pt x="439162" y="1094200"/>
                  </a:lnTo>
                  <a:lnTo>
                    <a:pt x="439145" y="1094207"/>
                  </a:lnTo>
                  <a:lnTo>
                    <a:pt x="439136" y="1094208"/>
                  </a:lnTo>
                  <a:lnTo>
                    <a:pt x="439125" y="1094207"/>
                  </a:lnTo>
                  <a:lnTo>
                    <a:pt x="439112" y="1094207"/>
                  </a:lnTo>
                  <a:lnTo>
                    <a:pt x="439095" y="1094206"/>
                  </a:lnTo>
                  <a:lnTo>
                    <a:pt x="439088" y="1094207"/>
                  </a:lnTo>
                  <a:lnTo>
                    <a:pt x="439073" y="1094209"/>
                  </a:lnTo>
                  <a:lnTo>
                    <a:pt x="439069" y="1094210"/>
                  </a:lnTo>
                  <a:lnTo>
                    <a:pt x="439055" y="1094214"/>
                  </a:lnTo>
                  <a:lnTo>
                    <a:pt x="439026" y="1094225"/>
                  </a:lnTo>
                  <a:lnTo>
                    <a:pt x="439003" y="1094235"/>
                  </a:lnTo>
                  <a:lnTo>
                    <a:pt x="438983" y="1094246"/>
                  </a:lnTo>
                  <a:lnTo>
                    <a:pt x="438964" y="1094261"/>
                  </a:lnTo>
                  <a:lnTo>
                    <a:pt x="438955" y="1094269"/>
                  </a:lnTo>
                  <a:lnTo>
                    <a:pt x="438950" y="1094273"/>
                  </a:lnTo>
                  <a:lnTo>
                    <a:pt x="438945" y="1094275"/>
                  </a:lnTo>
                  <a:lnTo>
                    <a:pt x="438940" y="1094278"/>
                  </a:lnTo>
                  <a:lnTo>
                    <a:pt x="438928" y="1094282"/>
                  </a:lnTo>
                  <a:lnTo>
                    <a:pt x="438906" y="1094284"/>
                  </a:lnTo>
                  <a:lnTo>
                    <a:pt x="438898" y="1094284"/>
                  </a:lnTo>
                  <a:lnTo>
                    <a:pt x="438887" y="1094283"/>
                  </a:lnTo>
                  <a:lnTo>
                    <a:pt x="438868" y="1094281"/>
                  </a:lnTo>
                  <a:lnTo>
                    <a:pt x="438852" y="1094275"/>
                  </a:lnTo>
                  <a:lnTo>
                    <a:pt x="438822" y="1094261"/>
                  </a:lnTo>
                  <a:lnTo>
                    <a:pt x="438807" y="1094255"/>
                  </a:lnTo>
                  <a:lnTo>
                    <a:pt x="438793" y="1094252"/>
                  </a:lnTo>
                  <a:lnTo>
                    <a:pt x="438777" y="1094252"/>
                  </a:lnTo>
                  <a:lnTo>
                    <a:pt x="438745" y="1094252"/>
                  </a:lnTo>
                  <a:lnTo>
                    <a:pt x="438736" y="1094250"/>
                  </a:lnTo>
                  <a:lnTo>
                    <a:pt x="438719" y="1094244"/>
                  </a:lnTo>
                  <a:lnTo>
                    <a:pt x="438713" y="1094241"/>
                  </a:lnTo>
                  <a:lnTo>
                    <a:pt x="438699" y="1094231"/>
                  </a:lnTo>
                  <a:lnTo>
                    <a:pt x="438695" y="1094227"/>
                  </a:lnTo>
                  <a:lnTo>
                    <a:pt x="438692" y="1094223"/>
                  </a:lnTo>
                  <a:lnTo>
                    <a:pt x="438682" y="1094212"/>
                  </a:lnTo>
                  <a:lnTo>
                    <a:pt x="438669" y="1094200"/>
                  </a:lnTo>
                  <a:lnTo>
                    <a:pt x="438663" y="1094197"/>
                  </a:lnTo>
                  <a:lnTo>
                    <a:pt x="438655" y="1094197"/>
                  </a:lnTo>
                  <a:lnTo>
                    <a:pt x="438647" y="1094198"/>
                  </a:lnTo>
                  <a:lnTo>
                    <a:pt x="438643" y="1094199"/>
                  </a:lnTo>
                  <a:lnTo>
                    <a:pt x="438629" y="1094205"/>
                  </a:lnTo>
                  <a:lnTo>
                    <a:pt x="438618" y="1094211"/>
                  </a:lnTo>
                  <a:lnTo>
                    <a:pt x="438608" y="1094217"/>
                  </a:lnTo>
                  <a:lnTo>
                    <a:pt x="438598" y="1094225"/>
                  </a:lnTo>
                  <a:lnTo>
                    <a:pt x="438591" y="1094230"/>
                  </a:lnTo>
                  <a:lnTo>
                    <a:pt x="438577" y="1094245"/>
                  </a:lnTo>
                  <a:lnTo>
                    <a:pt x="438560" y="1094267"/>
                  </a:lnTo>
                  <a:lnTo>
                    <a:pt x="438554" y="1094275"/>
                  </a:lnTo>
                  <a:lnTo>
                    <a:pt x="438544" y="1094287"/>
                  </a:lnTo>
                  <a:lnTo>
                    <a:pt x="438530" y="1094305"/>
                  </a:lnTo>
                  <a:lnTo>
                    <a:pt x="438523" y="1094317"/>
                  </a:lnTo>
                  <a:lnTo>
                    <a:pt x="438518" y="1094328"/>
                  </a:lnTo>
                  <a:lnTo>
                    <a:pt x="438515" y="1094332"/>
                  </a:lnTo>
                  <a:lnTo>
                    <a:pt x="438511" y="1094340"/>
                  </a:lnTo>
                  <a:lnTo>
                    <a:pt x="438506" y="1094348"/>
                  </a:lnTo>
                  <a:lnTo>
                    <a:pt x="438499" y="1094354"/>
                  </a:lnTo>
                  <a:lnTo>
                    <a:pt x="438492" y="1094360"/>
                  </a:lnTo>
                  <a:lnTo>
                    <a:pt x="438484" y="1094365"/>
                  </a:lnTo>
                  <a:lnTo>
                    <a:pt x="438476" y="1094368"/>
                  </a:lnTo>
                  <a:lnTo>
                    <a:pt x="438468" y="1094372"/>
                  </a:lnTo>
                  <a:lnTo>
                    <a:pt x="438446" y="1094384"/>
                  </a:lnTo>
                  <a:lnTo>
                    <a:pt x="438434" y="1094391"/>
                  </a:lnTo>
                  <a:lnTo>
                    <a:pt x="438420" y="1094403"/>
                  </a:lnTo>
                  <a:lnTo>
                    <a:pt x="438415" y="1094408"/>
                  </a:lnTo>
                  <a:lnTo>
                    <a:pt x="438411" y="1094413"/>
                  </a:lnTo>
                  <a:lnTo>
                    <a:pt x="438403" y="1094425"/>
                  </a:lnTo>
                  <a:lnTo>
                    <a:pt x="438397" y="1094435"/>
                  </a:lnTo>
                  <a:lnTo>
                    <a:pt x="438393" y="1094441"/>
                  </a:lnTo>
                  <a:lnTo>
                    <a:pt x="438388" y="1094452"/>
                  </a:lnTo>
                  <a:lnTo>
                    <a:pt x="438382" y="1094460"/>
                  </a:lnTo>
                  <a:lnTo>
                    <a:pt x="438375" y="1094466"/>
                  </a:lnTo>
                  <a:lnTo>
                    <a:pt x="438362" y="1094475"/>
                  </a:lnTo>
                  <a:lnTo>
                    <a:pt x="438356" y="1094478"/>
                  </a:lnTo>
                  <a:lnTo>
                    <a:pt x="438340" y="1094489"/>
                  </a:lnTo>
                  <a:lnTo>
                    <a:pt x="438332" y="1094497"/>
                  </a:lnTo>
                  <a:lnTo>
                    <a:pt x="438326" y="1094504"/>
                  </a:lnTo>
                  <a:lnTo>
                    <a:pt x="438321" y="1094511"/>
                  </a:lnTo>
                  <a:lnTo>
                    <a:pt x="438296" y="1094549"/>
                  </a:lnTo>
                  <a:lnTo>
                    <a:pt x="438279" y="1094569"/>
                  </a:lnTo>
                  <a:lnTo>
                    <a:pt x="438268" y="1094581"/>
                  </a:lnTo>
                  <a:lnTo>
                    <a:pt x="438260" y="1094589"/>
                  </a:lnTo>
                  <a:lnTo>
                    <a:pt x="438257" y="1094591"/>
                  </a:lnTo>
                  <a:lnTo>
                    <a:pt x="438250" y="1094598"/>
                  </a:lnTo>
                  <a:lnTo>
                    <a:pt x="438244" y="1094604"/>
                  </a:lnTo>
                  <a:lnTo>
                    <a:pt x="438235" y="1094610"/>
                  </a:lnTo>
                  <a:lnTo>
                    <a:pt x="438230" y="1094616"/>
                  </a:lnTo>
                  <a:lnTo>
                    <a:pt x="438226" y="1094621"/>
                  </a:lnTo>
                  <a:lnTo>
                    <a:pt x="438221" y="1094629"/>
                  </a:lnTo>
                  <a:lnTo>
                    <a:pt x="438218" y="1094637"/>
                  </a:lnTo>
                  <a:lnTo>
                    <a:pt x="438215" y="1094644"/>
                  </a:lnTo>
                  <a:lnTo>
                    <a:pt x="438214" y="1094651"/>
                  </a:lnTo>
                  <a:lnTo>
                    <a:pt x="438214" y="1094658"/>
                  </a:lnTo>
                  <a:lnTo>
                    <a:pt x="438215" y="1094665"/>
                  </a:lnTo>
                  <a:lnTo>
                    <a:pt x="438216" y="1094674"/>
                  </a:lnTo>
                  <a:lnTo>
                    <a:pt x="438218" y="1094683"/>
                  </a:lnTo>
                  <a:lnTo>
                    <a:pt x="438219" y="1094694"/>
                  </a:lnTo>
                  <a:lnTo>
                    <a:pt x="438186" y="1094675"/>
                  </a:lnTo>
                  <a:lnTo>
                    <a:pt x="438126" y="1094639"/>
                  </a:lnTo>
                  <a:lnTo>
                    <a:pt x="438120" y="1094636"/>
                  </a:lnTo>
                  <a:lnTo>
                    <a:pt x="438037" y="1094588"/>
                  </a:lnTo>
                  <a:lnTo>
                    <a:pt x="438011" y="1094573"/>
                  </a:lnTo>
                  <a:lnTo>
                    <a:pt x="437947" y="1094537"/>
                  </a:lnTo>
                  <a:lnTo>
                    <a:pt x="437930" y="1094527"/>
                  </a:lnTo>
                  <a:lnTo>
                    <a:pt x="437894" y="1094507"/>
                  </a:lnTo>
                  <a:lnTo>
                    <a:pt x="437856" y="1094486"/>
                  </a:lnTo>
                  <a:lnTo>
                    <a:pt x="437827" y="1094469"/>
                  </a:lnTo>
                  <a:lnTo>
                    <a:pt x="437818" y="1094463"/>
                  </a:lnTo>
                  <a:lnTo>
                    <a:pt x="437768" y="1094435"/>
                  </a:lnTo>
                  <a:lnTo>
                    <a:pt x="437750" y="1094425"/>
                  </a:lnTo>
                  <a:lnTo>
                    <a:pt x="437734" y="1094416"/>
                  </a:lnTo>
                  <a:lnTo>
                    <a:pt x="437679" y="1094384"/>
                  </a:lnTo>
                  <a:lnTo>
                    <a:pt x="437673" y="1094381"/>
                  </a:lnTo>
                  <a:lnTo>
                    <a:pt x="437658" y="1094372"/>
                  </a:lnTo>
                  <a:lnTo>
                    <a:pt x="437624" y="1094353"/>
                  </a:lnTo>
                  <a:lnTo>
                    <a:pt x="437589" y="1094333"/>
                  </a:lnTo>
                  <a:lnTo>
                    <a:pt x="437567" y="1094320"/>
                  </a:lnTo>
                  <a:lnTo>
                    <a:pt x="437501" y="1094283"/>
                  </a:lnTo>
                  <a:lnTo>
                    <a:pt x="437478" y="1094269"/>
                  </a:lnTo>
                  <a:lnTo>
                    <a:pt x="437411" y="1094231"/>
                  </a:lnTo>
                  <a:lnTo>
                    <a:pt x="437401" y="1094225"/>
                  </a:lnTo>
                  <a:lnTo>
                    <a:pt x="437386" y="1094216"/>
                  </a:lnTo>
                  <a:lnTo>
                    <a:pt x="437322" y="1094181"/>
                  </a:lnTo>
                  <a:lnTo>
                    <a:pt x="437293" y="1094164"/>
                  </a:lnTo>
                  <a:lnTo>
                    <a:pt x="437234" y="1094131"/>
                  </a:lnTo>
                  <a:lnTo>
                    <a:pt x="437146" y="1094081"/>
                  </a:lnTo>
                  <a:lnTo>
                    <a:pt x="437093" y="1094051"/>
                  </a:lnTo>
                  <a:lnTo>
                    <a:pt x="437058" y="1094030"/>
                  </a:lnTo>
                  <a:lnTo>
                    <a:pt x="436971" y="1093980"/>
                  </a:lnTo>
                  <a:lnTo>
                    <a:pt x="436916" y="1093949"/>
                  </a:lnTo>
                  <a:lnTo>
                    <a:pt x="436882" y="1093929"/>
                  </a:lnTo>
                  <a:lnTo>
                    <a:pt x="436861" y="1093917"/>
                  </a:lnTo>
                  <a:lnTo>
                    <a:pt x="436795" y="1093880"/>
                  </a:lnTo>
                  <a:lnTo>
                    <a:pt x="436789" y="1093876"/>
                  </a:lnTo>
                  <a:lnTo>
                    <a:pt x="436705" y="1093829"/>
                  </a:lnTo>
                  <a:lnTo>
                    <a:pt x="436616" y="1093778"/>
                  </a:lnTo>
                  <a:lnTo>
                    <a:pt x="436543" y="1093735"/>
                  </a:lnTo>
                  <a:lnTo>
                    <a:pt x="436526" y="1093725"/>
                  </a:lnTo>
                  <a:lnTo>
                    <a:pt x="436519" y="1093722"/>
                  </a:lnTo>
                  <a:lnTo>
                    <a:pt x="436436" y="1093675"/>
                  </a:lnTo>
                  <a:lnTo>
                    <a:pt x="436347" y="1093624"/>
                  </a:lnTo>
                  <a:lnTo>
                    <a:pt x="436342" y="1093622"/>
                  </a:lnTo>
                  <a:lnTo>
                    <a:pt x="436258" y="1093574"/>
                  </a:lnTo>
                  <a:lnTo>
                    <a:pt x="436249" y="1093569"/>
                  </a:lnTo>
                  <a:lnTo>
                    <a:pt x="436169" y="1093523"/>
                  </a:lnTo>
                  <a:lnTo>
                    <a:pt x="436083" y="1093474"/>
                  </a:lnTo>
                  <a:lnTo>
                    <a:pt x="435992" y="1093422"/>
                  </a:lnTo>
                  <a:lnTo>
                    <a:pt x="435905" y="1093374"/>
                  </a:lnTo>
                  <a:lnTo>
                    <a:pt x="435816" y="1093322"/>
                  </a:lnTo>
                  <a:lnTo>
                    <a:pt x="435726" y="1093272"/>
                  </a:lnTo>
                  <a:lnTo>
                    <a:pt x="435641" y="1093223"/>
                  </a:lnTo>
                  <a:lnTo>
                    <a:pt x="435636" y="1093220"/>
                  </a:lnTo>
                  <a:lnTo>
                    <a:pt x="435618" y="1093211"/>
                  </a:lnTo>
                  <a:lnTo>
                    <a:pt x="435547" y="1093171"/>
                  </a:lnTo>
                  <a:lnTo>
                    <a:pt x="435516" y="1093153"/>
                  </a:lnTo>
                  <a:lnTo>
                    <a:pt x="435504" y="1093146"/>
                  </a:lnTo>
                  <a:lnTo>
                    <a:pt x="435458" y="1093119"/>
                  </a:lnTo>
                  <a:lnTo>
                    <a:pt x="435406" y="1093090"/>
                  </a:lnTo>
                  <a:lnTo>
                    <a:pt x="435370" y="1093069"/>
                  </a:lnTo>
                  <a:lnTo>
                    <a:pt x="435340" y="1093053"/>
                  </a:lnTo>
                  <a:lnTo>
                    <a:pt x="435308" y="1093034"/>
                  </a:lnTo>
                  <a:lnTo>
                    <a:pt x="435292" y="1093025"/>
                  </a:lnTo>
                  <a:lnTo>
                    <a:pt x="435280" y="1093018"/>
                  </a:lnTo>
                  <a:lnTo>
                    <a:pt x="435249" y="1092999"/>
                  </a:lnTo>
                  <a:lnTo>
                    <a:pt x="435232" y="1092992"/>
                  </a:lnTo>
                  <a:lnTo>
                    <a:pt x="435219" y="1092989"/>
                  </a:lnTo>
                  <a:lnTo>
                    <a:pt x="435211" y="1092989"/>
                  </a:lnTo>
                  <a:lnTo>
                    <a:pt x="435206" y="1092989"/>
                  </a:lnTo>
                  <a:lnTo>
                    <a:pt x="435194" y="1092991"/>
                  </a:lnTo>
                  <a:lnTo>
                    <a:pt x="435174" y="1092996"/>
                  </a:lnTo>
                  <a:lnTo>
                    <a:pt x="435160" y="1092997"/>
                  </a:lnTo>
                  <a:lnTo>
                    <a:pt x="435151" y="1092997"/>
                  </a:lnTo>
                  <a:lnTo>
                    <a:pt x="435138" y="1092995"/>
                  </a:lnTo>
                  <a:lnTo>
                    <a:pt x="435124" y="1092991"/>
                  </a:lnTo>
                  <a:lnTo>
                    <a:pt x="435105" y="1092986"/>
                  </a:lnTo>
                  <a:lnTo>
                    <a:pt x="435084" y="1092979"/>
                  </a:lnTo>
                  <a:lnTo>
                    <a:pt x="435068" y="1092976"/>
                  </a:lnTo>
                  <a:lnTo>
                    <a:pt x="435057" y="1092974"/>
                  </a:lnTo>
                  <a:lnTo>
                    <a:pt x="435043" y="1092973"/>
                  </a:lnTo>
                  <a:lnTo>
                    <a:pt x="435036" y="1092973"/>
                  </a:lnTo>
                  <a:lnTo>
                    <a:pt x="435025" y="1092971"/>
                  </a:lnTo>
                  <a:lnTo>
                    <a:pt x="435014" y="1092969"/>
                  </a:lnTo>
                  <a:lnTo>
                    <a:pt x="434994" y="1092967"/>
                  </a:lnTo>
                  <a:lnTo>
                    <a:pt x="434982" y="1092966"/>
                  </a:lnTo>
                  <a:lnTo>
                    <a:pt x="434968" y="1092969"/>
                  </a:lnTo>
                  <a:lnTo>
                    <a:pt x="434951" y="1092973"/>
                  </a:lnTo>
                  <a:lnTo>
                    <a:pt x="434931" y="1092980"/>
                  </a:lnTo>
                  <a:lnTo>
                    <a:pt x="434924" y="1092982"/>
                  </a:lnTo>
                  <a:lnTo>
                    <a:pt x="434918" y="1092984"/>
                  </a:lnTo>
                  <a:lnTo>
                    <a:pt x="434907" y="1092986"/>
                  </a:lnTo>
                  <a:lnTo>
                    <a:pt x="434901" y="1092986"/>
                  </a:lnTo>
                  <a:lnTo>
                    <a:pt x="434887" y="1092987"/>
                  </a:lnTo>
                  <a:lnTo>
                    <a:pt x="434879" y="1092987"/>
                  </a:lnTo>
                  <a:lnTo>
                    <a:pt x="434861" y="1092986"/>
                  </a:lnTo>
                  <a:lnTo>
                    <a:pt x="434846" y="1092985"/>
                  </a:lnTo>
                  <a:lnTo>
                    <a:pt x="434838" y="1092983"/>
                  </a:lnTo>
                  <a:lnTo>
                    <a:pt x="434828" y="1092980"/>
                  </a:lnTo>
                  <a:lnTo>
                    <a:pt x="434822" y="1092975"/>
                  </a:lnTo>
                  <a:lnTo>
                    <a:pt x="434807" y="1092969"/>
                  </a:lnTo>
                  <a:lnTo>
                    <a:pt x="434798" y="1092968"/>
                  </a:lnTo>
                  <a:lnTo>
                    <a:pt x="434782" y="1092967"/>
                  </a:lnTo>
                  <a:lnTo>
                    <a:pt x="434746" y="1092968"/>
                  </a:lnTo>
                  <a:lnTo>
                    <a:pt x="434732" y="1092966"/>
                  </a:lnTo>
                  <a:lnTo>
                    <a:pt x="434721" y="1092963"/>
                  </a:lnTo>
                  <a:lnTo>
                    <a:pt x="434716" y="1092962"/>
                  </a:lnTo>
                  <a:lnTo>
                    <a:pt x="434695" y="1092953"/>
                  </a:lnTo>
                  <a:lnTo>
                    <a:pt x="434669" y="1092938"/>
                  </a:lnTo>
                  <a:lnTo>
                    <a:pt x="434657" y="1092929"/>
                  </a:lnTo>
                  <a:lnTo>
                    <a:pt x="434653" y="1092922"/>
                  </a:lnTo>
                  <a:lnTo>
                    <a:pt x="434649" y="1092916"/>
                  </a:lnTo>
                  <a:lnTo>
                    <a:pt x="434643" y="1092906"/>
                  </a:lnTo>
                  <a:lnTo>
                    <a:pt x="434636" y="1092890"/>
                  </a:lnTo>
                  <a:lnTo>
                    <a:pt x="434630" y="1092876"/>
                  </a:lnTo>
                  <a:lnTo>
                    <a:pt x="434625" y="1092871"/>
                  </a:lnTo>
                  <a:lnTo>
                    <a:pt x="434594" y="1092856"/>
                  </a:lnTo>
                  <a:lnTo>
                    <a:pt x="434579" y="1092852"/>
                  </a:lnTo>
                  <a:lnTo>
                    <a:pt x="434567" y="1092857"/>
                  </a:lnTo>
                  <a:lnTo>
                    <a:pt x="434553" y="1092864"/>
                  </a:lnTo>
                  <a:lnTo>
                    <a:pt x="434547" y="1092866"/>
                  </a:lnTo>
                  <a:lnTo>
                    <a:pt x="434531" y="1092870"/>
                  </a:lnTo>
                  <a:lnTo>
                    <a:pt x="434514" y="1092873"/>
                  </a:lnTo>
                  <a:lnTo>
                    <a:pt x="434497" y="1092872"/>
                  </a:lnTo>
                  <a:lnTo>
                    <a:pt x="434485" y="1092870"/>
                  </a:lnTo>
                  <a:lnTo>
                    <a:pt x="434476" y="1092867"/>
                  </a:lnTo>
                  <a:lnTo>
                    <a:pt x="434466" y="1092864"/>
                  </a:lnTo>
                  <a:lnTo>
                    <a:pt x="434462" y="1092861"/>
                  </a:lnTo>
                  <a:lnTo>
                    <a:pt x="434456" y="1092858"/>
                  </a:lnTo>
                  <a:lnTo>
                    <a:pt x="434448" y="1092851"/>
                  </a:lnTo>
                  <a:lnTo>
                    <a:pt x="434435" y="1092841"/>
                  </a:lnTo>
                  <a:lnTo>
                    <a:pt x="434425" y="1092838"/>
                  </a:lnTo>
                  <a:lnTo>
                    <a:pt x="434418" y="1092836"/>
                  </a:lnTo>
                  <a:lnTo>
                    <a:pt x="434406" y="1092833"/>
                  </a:lnTo>
                  <a:lnTo>
                    <a:pt x="434397" y="1092832"/>
                  </a:lnTo>
                  <a:lnTo>
                    <a:pt x="434385" y="1092831"/>
                  </a:lnTo>
                  <a:lnTo>
                    <a:pt x="434369" y="1092830"/>
                  </a:lnTo>
                  <a:lnTo>
                    <a:pt x="434349" y="1092831"/>
                  </a:lnTo>
                  <a:lnTo>
                    <a:pt x="434336" y="1092830"/>
                  </a:lnTo>
                  <a:lnTo>
                    <a:pt x="434300" y="1092828"/>
                  </a:lnTo>
                  <a:lnTo>
                    <a:pt x="434253" y="1092823"/>
                  </a:lnTo>
                  <a:lnTo>
                    <a:pt x="434237" y="1092820"/>
                  </a:lnTo>
                  <a:lnTo>
                    <a:pt x="434231" y="1092820"/>
                  </a:lnTo>
                  <a:lnTo>
                    <a:pt x="434223" y="1092816"/>
                  </a:lnTo>
                  <a:lnTo>
                    <a:pt x="434217" y="1092812"/>
                  </a:lnTo>
                  <a:lnTo>
                    <a:pt x="434208" y="1092805"/>
                  </a:lnTo>
                  <a:lnTo>
                    <a:pt x="434204" y="1092802"/>
                  </a:lnTo>
                  <a:lnTo>
                    <a:pt x="434197" y="1092794"/>
                  </a:lnTo>
                  <a:lnTo>
                    <a:pt x="434193" y="1092790"/>
                  </a:lnTo>
                  <a:lnTo>
                    <a:pt x="434182" y="1092776"/>
                  </a:lnTo>
                  <a:lnTo>
                    <a:pt x="434177" y="1092771"/>
                  </a:lnTo>
                  <a:lnTo>
                    <a:pt x="434167" y="1092762"/>
                  </a:lnTo>
                  <a:lnTo>
                    <a:pt x="434148" y="1092749"/>
                  </a:lnTo>
                  <a:lnTo>
                    <a:pt x="434119" y="1092733"/>
                  </a:lnTo>
                  <a:lnTo>
                    <a:pt x="434071" y="1092707"/>
                  </a:lnTo>
                  <a:lnTo>
                    <a:pt x="434064" y="1092703"/>
                  </a:lnTo>
                  <a:lnTo>
                    <a:pt x="434059" y="1092701"/>
                  </a:lnTo>
                  <a:lnTo>
                    <a:pt x="434053" y="1092695"/>
                  </a:lnTo>
                  <a:lnTo>
                    <a:pt x="434046" y="1092687"/>
                  </a:lnTo>
                  <a:lnTo>
                    <a:pt x="434042" y="1092683"/>
                  </a:lnTo>
                  <a:lnTo>
                    <a:pt x="434037" y="1092676"/>
                  </a:lnTo>
                  <a:lnTo>
                    <a:pt x="434032" y="1092671"/>
                  </a:lnTo>
                  <a:lnTo>
                    <a:pt x="434023" y="1092661"/>
                  </a:lnTo>
                  <a:lnTo>
                    <a:pt x="434019" y="1092654"/>
                  </a:lnTo>
                  <a:lnTo>
                    <a:pt x="434006" y="1092637"/>
                  </a:lnTo>
                  <a:lnTo>
                    <a:pt x="433998" y="1092627"/>
                  </a:lnTo>
                  <a:lnTo>
                    <a:pt x="433985" y="1092617"/>
                  </a:lnTo>
                  <a:lnTo>
                    <a:pt x="433980" y="1092614"/>
                  </a:lnTo>
                  <a:lnTo>
                    <a:pt x="433963" y="1092606"/>
                  </a:lnTo>
                  <a:lnTo>
                    <a:pt x="433947" y="1092601"/>
                  </a:lnTo>
                  <a:lnTo>
                    <a:pt x="433925" y="1092596"/>
                  </a:lnTo>
                  <a:lnTo>
                    <a:pt x="433921" y="1092596"/>
                  </a:lnTo>
                  <a:lnTo>
                    <a:pt x="433915" y="1092595"/>
                  </a:lnTo>
                  <a:lnTo>
                    <a:pt x="433908" y="1092595"/>
                  </a:lnTo>
                  <a:lnTo>
                    <a:pt x="433904" y="1092596"/>
                  </a:lnTo>
                  <a:lnTo>
                    <a:pt x="433900" y="1092596"/>
                  </a:lnTo>
                  <a:lnTo>
                    <a:pt x="433892" y="1092600"/>
                  </a:lnTo>
                  <a:lnTo>
                    <a:pt x="433885" y="1092605"/>
                  </a:lnTo>
                  <a:lnTo>
                    <a:pt x="433857" y="1092624"/>
                  </a:lnTo>
                  <a:lnTo>
                    <a:pt x="433849" y="1092630"/>
                  </a:lnTo>
                  <a:lnTo>
                    <a:pt x="433835" y="1092641"/>
                  </a:lnTo>
                  <a:lnTo>
                    <a:pt x="433814" y="1092657"/>
                  </a:lnTo>
                  <a:lnTo>
                    <a:pt x="433803" y="1092665"/>
                  </a:lnTo>
                  <a:lnTo>
                    <a:pt x="433794" y="1092670"/>
                  </a:lnTo>
                  <a:lnTo>
                    <a:pt x="433783" y="1092675"/>
                  </a:lnTo>
                  <a:lnTo>
                    <a:pt x="433777" y="1092677"/>
                  </a:lnTo>
                  <a:lnTo>
                    <a:pt x="433772" y="1092678"/>
                  </a:lnTo>
                  <a:lnTo>
                    <a:pt x="433766" y="1092679"/>
                  </a:lnTo>
                  <a:lnTo>
                    <a:pt x="433756" y="1092680"/>
                  </a:lnTo>
                  <a:lnTo>
                    <a:pt x="433745" y="1092681"/>
                  </a:lnTo>
                  <a:lnTo>
                    <a:pt x="433717" y="1092684"/>
                  </a:lnTo>
                  <a:lnTo>
                    <a:pt x="433709" y="1092685"/>
                  </a:lnTo>
                  <a:lnTo>
                    <a:pt x="433705" y="1092685"/>
                  </a:lnTo>
                  <a:lnTo>
                    <a:pt x="433700" y="1092685"/>
                  </a:lnTo>
                  <a:lnTo>
                    <a:pt x="433681" y="1092686"/>
                  </a:lnTo>
                  <a:lnTo>
                    <a:pt x="433644" y="1092685"/>
                  </a:lnTo>
                  <a:lnTo>
                    <a:pt x="433639" y="1092684"/>
                  </a:lnTo>
                  <a:lnTo>
                    <a:pt x="433621" y="1092684"/>
                  </a:lnTo>
                  <a:lnTo>
                    <a:pt x="433608" y="1092683"/>
                  </a:lnTo>
                  <a:lnTo>
                    <a:pt x="433577" y="1092682"/>
                  </a:lnTo>
                  <a:lnTo>
                    <a:pt x="433569" y="1092681"/>
                  </a:lnTo>
                  <a:lnTo>
                    <a:pt x="433551" y="1092677"/>
                  </a:lnTo>
                  <a:lnTo>
                    <a:pt x="433519" y="1092667"/>
                  </a:lnTo>
                  <a:lnTo>
                    <a:pt x="433509" y="1092665"/>
                  </a:lnTo>
                  <a:lnTo>
                    <a:pt x="433496" y="1092661"/>
                  </a:lnTo>
                  <a:lnTo>
                    <a:pt x="433484" y="1092657"/>
                  </a:lnTo>
                  <a:lnTo>
                    <a:pt x="433470" y="1092650"/>
                  </a:lnTo>
                  <a:lnTo>
                    <a:pt x="433455" y="1092642"/>
                  </a:lnTo>
                  <a:lnTo>
                    <a:pt x="433434" y="1092631"/>
                  </a:lnTo>
                  <a:lnTo>
                    <a:pt x="433417" y="1092620"/>
                  </a:lnTo>
                  <a:lnTo>
                    <a:pt x="433403" y="1092609"/>
                  </a:lnTo>
                  <a:lnTo>
                    <a:pt x="433388" y="1092597"/>
                  </a:lnTo>
                  <a:lnTo>
                    <a:pt x="433375" y="1092584"/>
                  </a:lnTo>
                  <a:lnTo>
                    <a:pt x="433364" y="1092570"/>
                  </a:lnTo>
                  <a:lnTo>
                    <a:pt x="433356" y="1092559"/>
                  </a:lnTo>
                  <a:lnTo>
                    <a:pt x="433348" y="1092545"/>
                  </a:lnTo>
                  <a:lnTo>
                    <a:pt x="433340" y="1092530"/>
                  </a:lnTo>
                  <a:lnTo>
                    <a:pt x="433330" y="1092528"/>
                  </a:lnTo>
                  <a:lnTo>
                    <a:pt x="433301" y="1092527"/>
                  </a:lnTo>
                  <a:lnTo>
                    <a:pt x="433291" y="1092527"/>
                  </a:lnTo>
                  <a:lnTo>
                    <a:pt x="433281" y="1092528"/>
                  </a:lnTo>
                  <a:lnTo>
                    <a:pt x="433262" y="1092530"/>
                  </a:lnTo>
                  <a:lnTo>
                    <a:pt x="433238" y="1092535"/>
                  </a:lnTo>
                  <a:lnTo>
                    <a:pt x="433224" y="1092536"/>
                  </a:lnTo>
                  <a:lnTo>
                    <a:pt x="433215" y="1092536"/>
                  </a:lnTo>
                  <a:lnTo>
                    <a:pt x="433185" y="1092531"/>
                  </a:lnTo>
                  <a:lnTo>
                    <a:pt x="433171" y="1092528"/>
                  </a:lnTo>
                  <a:lnTo>
                    <a:pt x="433162" y="1092527"/>
                  </a:lnTo>
                  <a:lnTo>
                    <a:pt x="433131" y="1092525"/>
                  </a:lnTo>
                  <a:lnTo>
                    <a:pt x="433125" y="1092524"/>
                  </a:lnTo>
                  <a:lnTo>
                    <a:pt x="433120" y="1092521"/>
                  </a:lnTo>
                  <a:lnTo>
                    <a:pt x="433113" y="1092518"/>
                  </a:lnTo>
                  <a:lnTo>
                    <a:pt x="433108" y="1092513"/>
                  </a:lnTo>
                  <a:lnTo>
                    <a:pt x="433104" y="1092510"/>
                  </a:lnTo>
                  <a:lnTo>
                    <a:pt x="433090" y="1092494"/>
                  </a:lnTo>
                  <a:lnTo>
                    <a:pt x="433083" y="1092485"/>
                  </a:lnTo>
                  <a:lnTo>
                    <a:pt x="433075" y="1092475"/>
                  </a:lnTo>
                  <a:lnTo>
                    <a:pt x="433066" y="1092459"/>
                  </a:lnTo>
                  <a:lnTo>
                    <a:pt x="433051" y="1092433"/>
                  </a:lnTo>
                  <a:lnTo>
                    <a:pt x="433046" y="1092426"/>
                  </a:lnTo>
                  <a:lnTo>
                    <a:pt x="433028" y="1092381"/>
                  </a:lnTo>
                  <a:lnTo>
                    <a:pt x="433024" y="1092367"/>
                  </a:lnTo>
                  <a:lnTo>
                    <a:pt x="433019" y="1092346"/>
                  </a:lnTo>
                  <a:lnTo>
                    <a:pt x="433016" y="1092333"/>
                  </a:lnTo>
                  <a:lnTo>
                    <a:pt x="433013" y="1092313"/>
                  </a:lnTo>
                  <a:lnTo>
                    <a:pt x="433012" y="1092300"/>
                  </a:lnTo>
                  <a:lnTo>
                    <a:pt x="433009" y="1092283"/>
                  </a:lnTo>
                  <a:lnTo>
                    <a:pt x="433008" y="1092278"/>
                  </a:lnTo>
                  <a:lnTo>
                    <a:pt x="433006" y="1092272"/>
                  </a:lnTo>
                  <a:lnTo>
                    <a:pt x="433003" y="1092266"/>
                  </a:lnTo>
                  <a:lnTo>
                    <a:pt x="432999" y="1092259"/>
                  </a:lnTo>
                  <a:lnTo>
                    <a:pt x="432981" y="1092228"/>
                  </a:lnTo>
                  <a:lnTo>
                    <a:pt x="432967" y="1092207"/>
                  </a:lnTo>
                  <a:lnTo>
                    <a:pt x="432952" y="1092188"/>
                  </a:lnTo>
                  <a:lnTo>
                    <a:pt x="432941" y="1092178"/>
                  </a:lnTo>
                  <a:lnTo>
                    <a:pt x="432924" y="1092163"/>
                  </a:lnTo>
                  <a:lnTo>
                    <a:pt x="432904" y="1092146"/>
                  </a:lnTo>
                  <a:lnTo>
                    <a:pt x="432883" y="1092131"/>
                  </a:lnTo>
                  <a:lnTo>
                    <a:pt x="432862" y="1092120"/>
                  </a:lnTo>
                  <a:lnTo>
                    <a:pt x="432845" y="1092109"/>
                  </a:lnTo>
                  <a:lnTo>
                    <a:pt x="432827" y="1092101"/>
                  </a:lnTo>
                  <a:lnTo>
                    <a:pt x="432801" y="1092091"/>
                  </a:lnTo>
                  <a:lnTo>
                    <a:pt x="432797" y="1092090"/>
                  </a:lnTo>
                  <a:lnTo>
                    <a:pt x="432785" y="1092086"/>
                  </a:lnTo>
                  <a:lnTo>
                    <a:pt x="432771" y="1092082"/>
                  </a:lnTo>
                  <a:lnTo>
                    <a:pt x="432758" y="1092078"/>
                  </a:lnTo>
                  <a:lnTo>
                    <a:pt x="432751" y="1092073"/>
                  </a:lnTo>
                  <a:lnTo>
                    <a:pt x="432746" y="1092070"/>
                  </a:lnTo>
                  <a:lnTo>
                    <a:pt x="432737" y="1092061"/>
                  </a:lnTo>
                  <a:lnTo>
                    <a:pt x="432731" y="1092053"/>
                  </a:lnTo>
                  <a:lnTo>
                    <a:pt x="432720" y="1092039"/>
                  </a:lnTo>
                  <a:lnTo>
                    <a:pt x="432701" y="1092012"/>
                  </a:lnTo>
                  <a:lnTo>
                    <a:pt x="432691" y="1091997"/>
                  </a:lnTo>
                  <a:lnTo>
                    <a:pt x="432671" y="1091971"/>
                  </a:lnTo>
                  <a:lnTo>
                    <a:pt x="432666" y="1091966"/>
                  </a:lnTo>
                  <a:lnTo>
                    <a:pt x="432662" y="1091964"/>
                  </a:lnTo>
                  <a:lnTo>
                    <a:pt x="432634" y="1091962"/>
                  </a:lnTo>
                  <a:lnTo>
                    <a:pt x="432626" y="1091961"/>
                  </a:lnTo>
                  <a:lnTo>
                    <a:pt x="432566" y="1091958"/>
                  </a:lnTo>
                  <a:lnTo>
                    <a:pt x="432554" y="1091956"/>
                  </a:lnTo>
                  <a:lnTo>
                    <a:pt x="432540" y="1091955"/>
                  </a:lnTo>
                  <a:lnTo>
                    <a:pt x="432509" y="1091954"/>
                  </a:lnTo>
                  <a:lnTo>
                    <a:pt x="432498" y="1091953"/>
                  </a:lnTo>
                  <a:lnTo>
                    <a:pt x="432478" y="1091953"/>
                  </a:lnTo>
                  <a:lnTo>
                    <a:pt x="432456" y="1091951"/>
                  </a:lnTo>
                  <a:lnTo>
                    <a:pt x="432448" y="1091949"/>
                  </a:lnTo>
                  <a:lnTo>
                    <a:pt x="432443" y="1091948"/>
                  </a:lnTo>
                  <a:lnTo>
                    <a:pt x="432430" y="1091944"/>
                  </a:lnTo>
                  <a:lnTo>
                    <a:pt x="432423" y="1091942"/>
                  </a:lnTo>
                  <a:lnTo>
                    <a:pt x="432418" y="1091941"/>
                  </a:lnTo>
                  <a:lnTo>
                    <a:pt x="432411" y="1091942"/>
                  </a:lnTo>
                  <a:lnTo>
                    <a:pt x="432362" y="1091944"/>
                  </a:lnTo>
                  <a:lnTo>
                    <a:pt x="432351" y="1091944"/>
                  </a:lnTo>
                  <a:lnTo>
                    <a:pt x="432332" y="1091945"/>
                  </a:lnTo>
                  <a:lnTo>
                    <a:pt x="432318" y="1091944"/>
                  </a:lnTo>
                  <a:lnTo>
                    <a:pt x="432292" y="1091940"/>
                  </a:lnTo>
                  <a:lnTo>
                    <a:pt x="432267" y="1091936"/>
                  </a:lnTo>
                  <a:lnTo>
                    <a:pt x="432237" y="1091930"/>
                  </a:lnTo>
                  <a:lnTo>
                    <a:pt x="432201" y="1091923"/>
                  </a:lnTo>
                  <a:lnTo>
                    <a:pt x="432189" y="1091921"/>
                  </a:lnTo>
                  <a:lnTo>
                    <a:pt x="432170" y="1091919"/>
                  </a:lnTo>
                  <a:lnTo>
                    <a:pt x="432160" y="1091918"/>
                  </a:lnTo>
                  <a:lnTo>
                    <a:pt x="432147" y="1091915"/>
                  </a:lnTo>
                  <a:lnTo>
                    <a:pt x="432138" y="1091913"/>
                  </a:lnTo>
                  <a:lnTo>
                    <a:pt x="432129" y="1091909"/>
                  </a:lnTo>
                  <a:lnTo>
                    <a:pt x="432122" y="1091904"/>
                  </a:lnTo>
                  <a:lnTo>
                    <a:pt x="432113" y="1091900"/>
                  </a:lnTo>
                  <a:lnTo>
                    <a:pt x="432100" y="1091895"/>
                  </a:lnTo>
                  <a:lnTo>
                    <a:pt x="432091" y="1091891"/>
                  </a:lnTo>
                  <a:lnTo>
                    <a:pt x="432068" y="1091883"/>
                  </a:lnTo>
                  <a:lnTo>
                    <a:pt x="432064" y="1091882"/>
                  </a:lnTo>
                  <a:lnTo>
                    <a:pt x="432036" y="1091874"/>
                  </a:lnTo>
                  <a:lnTo>
                    <a:pt x="432026" y="1091871"/>
                  </a:lnTo>
                  <a:lnTo>
                    <a:pt x="432004" y="1091865"/>
                  </a:lnTo>
                  <a:lnTo>
                    <a:pt x="431995" y="1091862"/>
                  </a:lnTo>
                  <a:lnTo>
                    <a:pt x="431975" y="1091856"/>
                  </a:lnTo>
                  <a:lnTo>
                    <a:pt x="431969" y="1091853"/>
                  </a:lnTo>
                  <a:lnTo>
                    <a:pt x="431955" y="1091843"/>
                  </a:lnTo>
                  <a:lnTo>
                    <a:pt x="431951" y="1091840"/>
                  </a:lnTo>
                  <a:lnTo>
                    <a:pt x="431953" y="1091836"/>
                  </a:lnTo>
                  <a:lnTo>
                    <a:pt x="431957" y="1091832"/>
                  </a:lnTo>
                  <a:lnTo>
                    <a:pt x="431962" y="1091828"/>
                  </a:lnTo>
                  <a:lnTo>
                    <a:pt x="431970" y="1091819"/>
                  </a:lnTo>
                  <a:lnTo>
                    <a:pt x="431978" y="1091810"/>
                  </a:lnTo>
                  <a:lnTo>
                    <a:pt x="431981" y="1091806"/>
                  </a:lnTo>
                  <a:lnTo>
                    <a:pt x="431985" y="1091799"/>
                  </a:lnTo>
                  <a:lnTo>
                    <a:pt x="431994" y="1091785"/>
                  </a:lnTo>
                  <a:lnTo>
                    <a:pt x="432002" y="1091772"/>
                  </a:lnTo>
                  <a:lnTo>
                    <a:pt x="432008" y="1091762"/>
                  </a:lnTo>
                  <a:lnTo>
                    <a:pt x="432012" y="1091756"/>
                  </a:lnTo>
                  <a:lnTo>
                    <a:pt x="432014" y="1091752"/>
                  </a:lnTo>
                  <a:lnTo>
                    <a:pt x="432019" y="1091747"/>
                  </a:lnTo>
                  <a:lnTo>
                    <a:pt x="432026" y="1091740"/>
                  </a:lnTo>
                  <a:lnTo>
                    <a:pt x="432030" y="1091736"/>
                  </a:lnTo>
                  <a:lnTo>
                    <a:pt x="432043" y="1091724"/>
                  </a:lnTo>
                  <a:lnTo>
                    <a:pt x="432049" y="1091718"/>
                  </a:lnTo>
                  <a:lnTo>
                    <a:pt x="432055" y="1091711"/>
                  </a:lnTo>
                  <a:lnTo>
                    <a:pt x="432063" y="1091699"/>
                  </a:lnTo>
                  <a:lnTo>
                    <a:pt x="432067" y="1091690"/>
                  </a:lnTo>
                  <a:lnTo>
                    <a:pt x="432069" y="1091685"/>
                  </a:lnTo>
                  <a:lnTo>
                    <a:pt x="432071" y="1091679"/>
                  </a:lnTo>
                  <a:lnTo>
                    <a:pt x="432072" y="1091672"/>
                  </a:lnTo>
                  <a:lnTo>
                    <a:pt x="432073" y="1091665"/>
                  </a:lnTo>
                  <a:lnTo>
                    <a:pt x="432076" y="1091639"/>
                  </a:lnTo>
                  <a:lnTo>
                    <a:pt x="432078" y="1091626"/>
                  </a:lnTo>
                  <a:lnTo>
                    <a:pt x="432079" y="1091619"/>
                  </a:lnTo>
                  <a:lnTo>
                    <a:pt x="432081" y="1091608"/>
                  </a:lnTo>
                  <a:lnTo>
                    <a:pt x="432083" y="1091598"/>
                  </a:lnTo>
                  <a:lnTo>
                    <a:pt x="432088" y="1091584"/>
                  </a:lnTo>
                  <a:lnTo>
                    <a:pt x="432090" y="1091578"/>
                  </a:lnTo>
                  <a:lnTo>
                    <a:pt x="432094" y="1091571"/>
                  </a:lnTo>
                  <a:lnTo>
                    <a:pt x="432097" y="1091565"/>
                  </a:lnTo>
                  <a:lnTo>
                    <a:pt x="432101" y="1091558"/>
                  </a:lnTo>
                  <a:lnTo>
                    <a:pt x="432107" y="1091551"/>
                  </a:lnTo>
                  <a:lnTo>
                    <a:pt x="432124" y="1091532"/>
                  </a:lnTo>
                  <a:lnTo>
                    <a:pt x="432133" y="1091520"/>
                  </a:lnTo>
                  <a:lnTo>
                    <a:pt x="432141" y="1091509"/>
                  </a:lnTo>
                  <a:lnTo>
                    <a:pt x="432149" y="1091498"/>
                  </a:lnTo>
                  <a:lnTo>
                    <a:pt x="432156" y="1091491"/>
                  </a:lnTo>
                  <a:lnTo>
                    <a:pt x="432165" y="1091481"/>
                  </a:lnTo>
                  <a:lnTo>
                    <a:pt x="432174" y="1091471"/>
                  </a:lnTo>
                  <a:lnTo>
                    <a:pt x="432179" y="1091463"/>
                  </a:lnTo>
                  <a:lnTo>
                    <a:pt x="432182" y="1091457"/>
                  </a:lnTo>
                  <a:lnTo>
                    <a:pt x="432183" y="1091452"/>
                  </a:lnTo>
                  <a:lnTo>
                    <a:pt x="432184" y="1091444"/>
                  </a:lnTo>
                  <a:lnTo>
                    <a:pt x="432185" y="1091436"/>
                  </a:lnTo>
                  <a:lnTo>
                    <a:pt x="432186" y="1091429"/>
                  </a:lnTo>
                  <a:lnTo>
                    <a:pt x="432187" y="1091423"/>
                  </a:lnTo>
                  <a:lnTo>
                    <a:pt x="432190" y="1091407"/>
                  </a:lnTo>
                  <a:lnTo>
                    <a:pt x="432192" y="1091399"/>
                  </a:lnTo>
                  <a:lnTo>
                    <a:pt x="432196" y="1091390"/>
                  </a:lnTo>
                  <a:lnTo>
                    <a:pt x="432199" y="1091383"/>
                  </a:lnTo>
                  <a:lnTo>
                    <a:pt x="432201" y="1091378"/>
                  </a:lnTo>
                  <a:lnTo>
                    <a:pt x="432202" y="1091373"/>
                  </a:lnTo>
                  <a:lnTo>
                    <a:pt x="432204" y="1091367"/>
                  </a:lnTo>
                  <a:lnTo>
                    <a:pt x="432206" y="1091361"/>
                  </a:lnTo>
                  <a:lnTo>
                    <a:pt x="432206" y="1091351"/>
                  </a:lnTo>
                  <a:lnTo>
                    <a:pt x="432207" y="1091344"/>
                  </a:lnTo>
                  <a:lnTo>
                    <a:pt x="432205" y="1091329"/>
                  </a:lnTo>
                  <a:lnTo>
                    <a:pt x="432203" y="1091323"/>
                  </a:lnTo>
                  <a:lnTo>
                    <a:pt x="432200" y="1091316"/>
                  </a:lnTo>
                  <a:lnTo>
                    <a:pt x="432193" y="1091307"/>
                  </a:lnTo>
                  <a:lnTo>
                    <a:pt x="432190" y="1091303"/>
                  </a:lnTo>
                  <a:lnTo>
                    <a:pt x="432183" y="1091294"/>
                  </a:lnTo>
                  <a:lnTo>
                    <a:pt x="432167" y="1091278"/>
                  </a:lnTo>
                  <a:lnTo>
                    <a:pt x="432154" y="1091265"/>
                  </a:lnTo>
                  <a:lnTo>
                    <a:pt x="432136" y="1091247"/>
                  </a:lnTo>
                  <a:lnTo>
                    <a:pt x="432118" y="1091232"/>
                  </a:lnTo>
                  <a:lnTo>
                    <a:pt x="432107" y="1091222"/>
                  </a:lnTo>
                  <a:lnTo>
                    <a:pt x="432101" y="1091215"/>
                  </a:lnTo>
                  <a:lnTo>
                    <a:pt x="432093" y="1091208"/>
                  </a:lnTo>
                  <a:lnTo>
                    <a:pt x="432087" y="1091200"/>
                  </a:lnTo>
                  <a:lnTo>
                    <a:pt x="432081" y="1091192"/>
                  </a:lnTo>
                  <a:lnTo>
                    <a:pt x="432073" y="1091180"/>
                  </a:lnTo>
                  <a:lnTo>
                    <a:pt x="432065" y="1091162"/>
                  </a:lnTo>
                  <a:lnTo>
                    <a:pt x="432056" y="1091141"/>
                  </a:lnTo>
                  <a:lnTo>
                    <a:pt x="432044" y="1091110"/>
                  </a:lnTo>
                  <a:lnTo>
                    <a:pt x="432041" y="1091104"/>
                  </a:lnTo>
                  <a:lnTo>
                    <a:pt x="432039" y="1091099"/>
                  </a:lnTo>
                  <a:lnTo>
                    <a:pt x="432037" y="1091093"/>
                  </a:lnTo>
                  <a:lnTo>
                    <a:pt x="432032" y="1091081"/>
                  </a:lnTo>
                  <a:lnTo>
                    <a:pt x="432029" y="1091070"/>
                  </a:lnTo>
                  <a:lnTo>
                    <a:pt x="432030" y="1091062"/>
                  </a:lnTo>
                  <a:lnTo>
                    <a:pt x="432033" y="1091055"/>
                  </a:lnTo>
                  <a:lnTo>
                    <a:pt x="432036" y="1091051"/>
                  </a:lnTo>
                  <a:lnTo>
                    <a:pt x="432049" y="1091035"/>
                  </a:lnTo>
                  <a:lnTo>
                    <a:pt x="432052" y="1091031"/>
                  </a:lnTo>
                  <a:lnTo>
                    <a:pt x="432058" y="1091022"/>
                  </a:lnTo>
                  <a:lnTo>
                    <a:pt x="432061" y="1091018"/>
                  </a:lnTo>
                  <a:lnTo>
                    <a:pt x="432068" y="1091006"/>
                  </a:lnTo>
                  <a:lnTo>
                    <a:pt x="432072" y="1091001"/>
                  </a:lnTo>
                  <a:lnTo>
                    <a:pt x="432088" y="1090976"/>
                  </a:lnTo>
                  <a:lnTo>
                    <a:pt x="432093" y="1090968"/>
                  </a:lnTo>
                  <a:lnTo>
                    <a:pt x="432105" y="1090949"/>
                  </a:lnTo>
                  <a:lnTo>
                    <a:pt x="432107" y="1090945"/>
                  </a:lnTo>
                  <a:lnTo>
                    <a:pt x="432112" y="1090936"/>
                  </a:lnTo>
                  <a:lnTo>
                    <a:pt x="432123" y="1090920"/>
                  </a:lnTo>
                  <a:lnTo>
                    <a:pt x="432127" y="1090912"/>
                  </a:lnTo>
                  <a:lnTo>
                    <a:pt x="432131" y="1090904"/>
                  </a:lnTo>
                  <a:lnTo>
                    <a:pt x="432139" y="1090891"/>
                  </a:lnTo>
                  <a:lnTo>
                    <a:pt x="432143" y="1090883"/>
                  </a:lnTo>
                  <a:lnTo>
                    <a:pt x="432147" y="1090876"/>
                  </a:lnTo>
                  <a:lnTo>
                    <a:pt x="432150" y="1090868"/>
                  </a:lnTo>
                  <a:lnTo>
                    <a:pt x="432153" y="1090860"/>
                  </a:lnTo>
                  <a:lnTo>
                    <a:pt x="432154" y="1090855"/>
                  </a:lnTo>
                  <a:lnTo>
                    <a:pt x="432156" y="1090847"/>
                  </a:lnTo>
                  <a:lnTo>
                    <a:pt x="432159" y="1090833"/>
                  </a:lnTo>
                  <a:lnTo>
                    <a:pt x="432161" y="1090826"/>
                  </a:lnTo>
                  <a:lnTo>
                    <a:pt x="432164" y="1090804"/>
                  </a:lnTo>
                  <a:lnTo>
                    <a:pt x="432164" y="1090793"/>
                  </a:lnTo>
                  <a:lnTo>
                    <a:pt x="432166" y="1090778"/>
                  </a:lnTo>
                  <a:lnTo>
                    <a:pt x="432167" y="1090764"/>
                  </a:lnTo>
                  <a:lnTo>
                    <a:pt x="432168" y="1090757"/>
                  </a:lnTo>
                  <a:lnTo>
                    <a:pt x="432169" y="1090747"/>
                  </a:lnTo>
                  <a:lnTo>
                    <a:pt x="432172" y="1090735"/>
                  </a:lnTo>
                  <a:lnTo>
                    <a:pt x="432176" y="1090720"/>
                  </a:lnTo>
                  <a:lnTo>
                    <a:pt x="432177" y="1090714"/>
                  </a:lnTo>
                  <a:lnTo>
                    <a:pt x="432178" y="1090705"/>
                  </a:lnTo>
                  <a:lnTo>
                    <a:pt x="432180" y="1090685"/>
                  </a:lnTo>
                  <a:lnTo>
                    <a:pt x="432183" y="1090662"/>
                  </a:lnTo>
                  <a:lnTo>
                    <a:pt x="432183" y="1090656"/>
                  </a:lnTo>
                  <a:lnTo>
                    <a:pt x="432184" y="1090645"/>
                  </a:lnTo>
                  <a:lnTo>
                    <a:pt x="432185" y="1090637"/>
                  </a:lnTo>
                  <a:lnTo>
                    <a:pt x="432188" y="1090629"/>
                  </a:lnTo>
                  <a:lnTo>
                    <a:pt x="432190" y="1090621"/>
                  </a:lnTo>
                  <a:lnTo>
                    <a:pt x="432191" y="1090614"/>
                  </a:lnTo>
                  <a:lnTo>
                    <a:pt x="432204" y="1090587"/>
                  </a:lnTo>
                  <a:lnTo>
                    <a:pt x="432206" y="1090582"/>
                  </a:lnTo>
                  <a:lnTo>
                    <a:pt x="432212" y="1090570"/>
                  </a:lnTo>
                  <a:lnTo>
                    <a:pt x="432226" y="1090546"/>
                  </a:lnTo>
                  <a:lnTo>
                    <a:pt x="432233" y="1090534"/>
                  </a:lnTo>
                  <a:lnTo>
                    <a:pt x="432235" y="1090529"/>
                  </a:lnTo>
                  <a:lnTo>
                    <a:pt x="432237" y="1090523"/>
                  </a:lnTo>
                  <a:lnTo>
                    <a:pt x="432240" y="1090514"/>
                  </a:lnTo>
                  <a:lnTo>
                    <a:pt x="432242" y="1090506"/>
                  </a:lnTo>
                  <a:lnTo>
                    <a:pt x="432251" y="1090481"/>
                  </a:lnTo>
                  <a:lnTo>
                    <a:pt x="432259" y="1090463"/>
                  </a:lnTo>
                  <a:lnTo>
                    <a:pt x="432265" y="1090449"/>
                  </a:lnTo>
                  <a:lnTo>
                    <a:pt x="432272" y="1090435"/>
                  </a:lnTo>
                  <a:lnTo>
                    <a:pt x="432281" y="1090419"/>
                  </a:lnTo>
                  <a:lnTo>
                    <a:pt x="432297" y="1090388"/>
                  </a:lnTo>
                  <a:lnTo>
                    <a:pt x="432324" y="1090340"/>
                  </a:lnTo>
                  <a:lnTo>
                    <a:pt x="432325" y="1090336"/>
                  </a:lnTo>
                  <a:lnTo>
                    <a:pt x="432335" y="1090315"/>
                  </a:lnTo>
                  <a:lnTo>
                    <a:pt x="432337" y="1090309"/>
                  </a:lnTo>
                  <a:lnTo>
                    <a:pt x="432334" y="1090304"/>
                  </a:lnTo>
                  <a:lnTo>
                    <a:pt x="432330" y="1090301"/>
                  </a:lnTo>
                  <a:lnTo>
                    <a:pt x="432322" y="1090297"/>
                  </a:lnTo>
                  <a:lnTo>
                    <a:pt x="432313" y="1090294"/>
                  </a:lnTo>
                  <a:lnTo>
                    <a:pt x="432306" y="1090292"/>
                  </a:lnTo>
                  <a:lnTo>
                    <a:pt x="432298" y="1090291"/>
                  </a:lnTo>
                  <a:lnTo>
                    <a:pt x="432291" y="1090291"/>
                  </a:lnTo>
                  <a:lnTo>
                    <a:pt x="432280" y="1090291"/>
                  </a:lnTo>
                  <a:lnTo>
                    <a:pt x="432266" y="1090291"/>
                  </a:lnTo>
                  <a:lnTo>
                    <a:pt x="432260" y="1090291"/>
                  </a:lnTo>
                  <a:lnTo>
                    <a:pt x="432254" y="1090289"/>
                  </a:lnTo>
                  <a:lnTo>
                    <a:pt x="432220" y="1090281"/>
                  </a:lnTo>
                  <a:lnTo>
                    <a:pt x="432215" y="1090280"/>
                  </a:lnTo>
                  <a:lnTo>
                    <a:pt x="432196" y="1090278"/>
                  </a:lnTo>
                  <a:lnTo>
                    <a:pt x="432182" y="1090279"/>
                  </a:lnTo>
                  <a:lnTo>
                    <a:pt x="432171" y="1090281"/>
                  </a:lnTo>
                  <a:lnTo>
                    <a:pt x="432162" y="1090284"/>
                  </a:lnTo>
                  <a:lnTo>
                    <a:pt x="432149" y="1090292"/>
                  </a:lnTo>
                  <a:lnTo>
                    <a:pt x="432136" y="1090300"/>
                  </a:lnTo>
                  <a:lnTo>
                    <a:pt x="432132" y="1090302"/>
                  </a:lnTo>
                  <a:lnTo>
                    <a:pt x="432121" y="1090303"/>
                  </a:lnTo>
                  <a:lnTo>
                    <a:pt x="432107" y="1090303"/>
                  </a:lnTo>
                  <a:lnTo>
                    <a:pt x="432094" y="1090302"/>
                  </a:lnTo>
                  <a:lnTo>
                    <a:pt x="432077" y="1090300"/>
                  </a:lnTo>
                  <a:lnTo>
                    <a:pt x="432054" y="1090295"/>
                  </a:lnTo>
                  <a:lnTo>
                    <a:pt x="432039" y="1090294"/>
                  </a:lnTo>
                  <a:lnTo>
                    <a:pt x="432035" y="1090293"/>
                  </a:lnTo>
                  <a:lnTo>
                    <a:pt x="432030" y="1090293"/>
                  </a:lnTo>
                  <a:lnTo>
                    <a:pt x="432023" y="1090291"/>
                  </a:lnTo>
                  <a:lnTo>
                    <a:pt x="432018" y="1090290"/>
                  </a:lnTo>
                  <a:lnTo>
                    <a:pt x="432015" y="1090287"/>
                  </a:lnTo>
                  <a:lnTo>
                    <a:pt x="432011" y="1090284"/>
                  </a:lnTo>
                  <a:lnTo>
                    <a:pt x="432005" y="1090278"/>
                  </a:lnTo>
                  <a:lnTo>
                    <a:pt x="431997" y="1090271"/>
                  </a:lnTo>
                  <a:lnTo>
                    <a:pt x="431967" y="1090241"/>
                  </a:lnTo>
                  <a:lnTo>
                    <a:pt x="431936" y="1090211"/>
                  </a:lnTo>
                  <a:lnTo>
                    <a:pt x="431917" y="1090193"/>
                  </a:lnTo>
                  <a:lnTo>
                    <a:pt x="431888" y="1090167"/>
                  </a:lnTo>
                  <a:lnTo>
                    <a:pt x="431879" y="1090159"/>
                  </a:lnTo>
                  <a:lnTo>
                    <a:pt x="431871" y="1090150"/>
                  </a:lnTo>
                  <a:lnTo>
                    <a:pt x="431868" y="1090146"/>
                  </a:lnTo>
                  <a:lnTo>
                    <a:pt x="431864" y="1090135"/>
                  </a:lnTo>
                  <a:lnTo>
                    <a:pt x="431863" y="1090130"/>
                  </a:lnTo>
                  <a:lnTo>
                    <a:pt x="431860" y="1090121"/>
                  </a:lnTo>
                  <a:lnTo>
                    <a:pt x="431855" y="1090109"/>
                  </a:lnTo>
                  <a:lnTo>
                    <a:pt x="431849" y="1090099"/>
                  </a:lnTo>
                  <a:lnTo>
                    <a:pt x="431844" y="1090091"/>
                  </a:lnTo>
                  <a:lnTo>
                    <a:pt x="431833" y="1090078"/>
                  </a:lnTo>
                  <a:lnTo>
                    <a:pt x="431818" y="1090059"/>
                  </a:lnTo>
                  <a:lnTo>
                    <a:pt x="431810" y="1090053"/>
                  </a:lnTo>
                  <a:lnTo>
                    <a:pt x="431805" y="1090048"/>
                  </a:lnTo>
                  <a:lnTo>
                    <a:pt x="431801" y="1090046"/>
                  </a:lnTo>
                  <a:lnTo>
                    <a:pt x="431795" y="1090043"/>
                  </a:lnTo>
                  <a:lnTo>
                    <a:pt x="431790" y="1090042"/>
                  </a:lnTo>
                  <a:lnTo>
                    <a:pt x="431784" y="1090040"/>
                  </a:lnTo>
                  <a:lnTo>
                    <a:pt x="431780" y="1090039"/>
                  </a:lnTo>
                  <a:lnTo>
                    <a:pt x="431774" y="1090034"/>
                  </a:lnTo>
                  <a:lnTo>
                    <a:pt x="431768" y="1090029"/>
                  </a:lnTo>
                  <a:lnTo>
                    <a:pt x="431758" y="1090021"/>
                  </a:lnTo>
                  <a:lnTo>
                    <a:pt x="431753" y="1090017"/>
                  </a:lnTo>
                  <a:lnTo>
                    <a:pt x="431735" y="1090005"/>
                  </a:lnTo>
                  <a:lnTo>
                    <a:pt x="431718" y="1089995"/>
                  </a:lnTo>
                  <a:lnTo>
                    <a:pt x="431693" y="1089984"/>
                  </a:lnTo>
                  <a:lnTo>
                    <a:pt x="431674" y="1089973"/>
                  </a:lnTo>
                  <a:lnTo>
                    <a:pt x="431647" y="1089962"/>
                  </a:lnTo>
                  <a:lnTo>
                    <a:pt x="431635" y="1089957"/>
                  </a:lnTo>
                  <a:lnTo>
                    <a:pt x="431624" y="1089957"/>
                  </a:lnTo>
                  <a:lnTo>
                    <a:pt x="431616" y="1089956"/>
                  </a:lnTo>
                  <a:lnTo>
                    <a:pt x="431603" y="1089957"/>
                  </a:lnTo>
                  <a:lnTo>
                    <a:pt x="431597" y="1089958"/>
                  </a:lnTo>
                  <a:lnTo>
                    <a:pt x="431586" y="1089960"/>
                  </a:lnTo>
                  <a:lnTo>
                    <a:pt x="431567" y="1089964"/>
                  </a:lnTo>
                  <a:lnTo>
                    <a:pt x="431552" y="1089967"/>
                  </a:lnTo>
                  <a:lnTo>
                    <a:pt x="431517" y="1089978"/>
                  </a:lnTo>
                  <a:lnTo>
                    <a:pt x="431509" y="1089981"/>
                  </a:lnTo>
                  <a:lnTo>
                    <a:pt x="431489" y="1089985"/>
                  </a:lnTo>
                  <a:lnTo>
                    <a:pt x="431459" y="1089989"/>
                  </a:lnTo>
                  <a:lnTo>
                    <a:pt x="431433" y="1089990"/>
                  </a:lnTo>
                  <a:lnTo>
                    <a:pt x="431400" y="1089990"/>
                  </a:lnTo>
                  <a:lnTo>
                    <a:pt x="431388" y="1089990"/>
                  </a:lnTo>
                  <a:lnTo>
                    <a:pt x="431342" y="1089988"/>
                  </a:lnTo>
                  <a:lnTo>
                    <a:pt x="431300" y="1089989"/>
                  </a:lnTo>
                  <a:lnTo>
                    <a:pt x="431274" y="1089986"/>
                  </a:lnTo>
                  <a:lnTo>
                    <a:pt x="431269" y="1089985"/>
                  </a:lnTo>
                  <a:lnTo>
                    <a:pt x="431262" y="1089984"/>
                  </a:lnTo>
                  <a:lnTo>
                    <a:pt x="431256" y="1089982"/>
                  </a:lnTo>
                  <a:lnTo>
                    <a:pt x="431251" y="1089981"/>
                  </a:lnTo>
                  <a:lnTo>
                    <a:pt x="431245" y="1089978"/>
                  </a:lnTo>
                  <a:lnTo>
                    <a:pt x="431239" y="1089975"/>
                  </a:lnTo>
                  <a:lnTo>
                    <a:pt x="431227" y="1089968"/>
                  </a:lnTo>
                  <a:lnTo>
                    <a:pt x="431206" y="1089954"/>
                  </a:lnTo>
                  <a:lnTo>
                    <a:pt x="431192" y="1089943"/>
                  </a:lnTo>
                  <a:lnTo>
                    <a:pt x="431182" y="1089935"/>
                  </a:lnTo>
                  <a:lnTo>
                    <a:pt x="431178" y="1089930"/>
                  </a:lnTo>
                  <a:lnTo>
                    <a:pt x="431168" y="1089920"/>
                  </a:lnTo>
                  <a:lnTo>
                    <a:pt x="431155" y="1089907"/>
                  </a:lnTo>
                  <a:lnTo>
                    <a:pt x="431146" y="1089900"/>
                  </a:lnTo>
                  <a:lnTo>
                    <a:pt x="431137" y="1089896"/>
                  </a:lnTo>
                  <a:lnTo>
                    <a:pt x="431131" y="1089895"/>
                  </a:lnTo>
                  <a:lnTo>
                    <a:pt x="431126" y="1089895"/>
                  </a:lnTo>
                  <a:lnTo>
                    <a:pt x="431121" y="1089896"/>
                  </a:lnTo>
                  <a:lnTo>
                    <a:pt x="431111" y="1089900"/>
                  </a:lnTo>
                  <a:lnTo>
                    <a:pt x="431104" y="1089901"/>
                  </a:lnTo>
                  <a:lnTo>
                    <a:pt x="431098" y="1089900"/>
                  </a:lnTo>
                  <a:lnTo>
                    <a:pt x="431092" y="1089897"/>
                  </a:lnTo>
                  <a:lnTo>
                    <a:pt x="431088" y="1089893"/>
                  </a:lnTo>
                  <a:lnTo>
                    <a:pt x="431083" y="1089888"/>
                  </a:lnTo>
                  <a:lnTo>
                    <a:pt x="431077" y="1089883"/>
                  </a:lnTo>
                  <a:lnTo>
                    <a:pt x="431071" y="1089878"/>
                  </a:lnTo>
                  <a:lnTo>
                    <a:pt x="431065" y="1089874"/>
                  </a:lnTo>
                  <a:lnTo>
                    <a:pt x="431052" y="1089869"/>
                  </a:lnTo>
                  <a:lnTo>
                    <a:pt x="431033" y="1089860"/>
                  </a:lnTo>
                  <a:lnTo>
                    <a:pt x="431020" y="1089852"/>
                  </a:lnTo>
                  <a:lnTo>
                    <a:pt x="430995" y="1089833"/>
                  </a:lnTo>
                  <a:lnTo>
                    <a:pt x="430973" y="1089818"/>
                  </a:lnTo>
                  <a:lnTo>
                    <a:pt x="430957" y="1089807"/>
                  </a:lnTo>
                  <a:lnTo>
                    <a:pt x="430941" y="1089796"/>
                  </a:lnTo>
                  <a:lnTo>
                    <a:pt x="430933" y="1089790"/>
                  </a:lnTo>
                  <a:lnTo>
                    <a:pt x="430928" y="1089787"/>
                  </a:lnTo>
                  <a:lnTo>
                    <a:pt x="430923" y="1089783"/>
                  </a:lnTo>
                  <a:lnTo>
                    <a:pt x="430919" y="1089778"/>
                  </a:lnTo>
                  <a:lnTo>
                    <a:pt x="430915" y="1089773"/>
                  </a:lnTo>
                  <a:lnTo>
                    <a:pt x="430912" y="1089765"/>
                  </a:lnTo>
                  <a:lnTo>
                    <a:pt x="430909" y="1089756"/>
                  </a:lnTo>
                  <a:lnTo>
                    <a:pt x="430907" y="1089744"/>
                  </a:lnTo>
                  <a:lnTo>
                    <a:pt x="430907" y="1089734"/>
                  </a:lnTo>
                  <a:lnTo>
                    <a:pt x="430905" y="1089725"/>
                  </a:lnTo>
                  <a:lnTo>
                    <a:pt x="430900" y="1089710"/>
                  </a:lnTo>
                  <a:lnTo>
                    <a:pt x="430894" y="1089697"/>
                  </a:lnTo>
                  <a:lnTo>
                    <a:pt x="430885" y="1089675"/>
                  </a:lnTo>
                  <a:lnTo>
                    <a:pt x="430884" y="1089670"/>
                  </a:lnTo>
                  <a:lnTo>
                    <a:pt x="430883" y="1089663"/>
                  </a:lnTo>
                  <a:lnTo>
                    <a:pt x="430883" y="1089650"/>
                  </a:lnTo>
                  <a:lnTo>
                    <a:pt x="430884" y="1089641"/>
                  </a:lnTo>
                  <a:lnTo>
                    <a:pt x="430886" y="1089631"/>
                  </a:lnTo>
                  <a:lnTo>
                    <a:pt x="430888" y="1089622"/>
                  </a:lnTo>
                  <a:lnTo>
                    <a:pt x="430891" y="1089611"/>
                  </a:lnTo>
                  <a:lnTo>
                    <a:pt x="430895" y="1089602"/>
                  </a:lnTo>
                  <a:lnTo>
                    <a:pt x="430907" y="1089578"/>
                  </a:lnTo>
                  <a:lnTo>
                    <a:pt x="430921" y="1089553"/>
                  </a:lnTo>
                  <a:lnTo>
                    <a:pt x="430927" y="1089544"/>
                  </a:lnTo>
                  <a:lnTo>
                    <a:pt x="430935" y="1089532"/>
                  </a:lnTo>
                  <a:lnTo>
                    <a:pt x="430944" y="1089521"/>
                  </a:lnTo>
                  <a:lnTo>
                    <a:pt x="430944" y="1089515"/>
                  </a:lnTo>
                  <a:lnTo>
                    <a:pt x="430941" y="1089508"/>
                  </a:lnTo>
                  <a:lnTo>
                    <a:pt x="430928" y="1089481"/>
                  </a:lnTo>
                  <a:lnTo>
                    <a:pt x="430920" y="1089461"/>
                  </a:lnTo>
                  <a:lnTo>
                    <a:pt x="430902" y="1089414"/>
                  </a:lnTo>
                  <a:lnTo>
                    <a:pt x="430882" y="1089367"/>
                  </a:lnTo>
                  <a:lnTo>
                    <a:pt x="430879" y="1089361"/>
                  </a:lnTo>
                  <a:lnTo>
                    <a:pt x="430873" y="1089351"/>
                  </a:lnTo>
                  <a:lnTo>
                    <a:pt x="430863" y="1089337"/>
                  </a:lnTo>
                  <a:lnTo>
                    <a:pt x="430850" y="1089321"/>
                  </a:lnTo>
                  <a:lnTo>
                    <a:pt x="430838" y="1089310"/>
                  </a:lnTo>
                  <a:lnTo>
                    <a:pt x="430829" y="1089301"/>
                  </a:lnTo>
                  <a:lnTo>
                    <a:pt x="430820" y="1089297"/>
                  </a:lnTo>
                  <a:lnTo>
                    <a:pt x="430814" y="1089295"/>
                  </a:lnTo>
                  <a:lnTo>
                    <a:pt x="430804" y="1089295"/>
                  </a:lnTo>
                  <a:lnTo>
                    <a:pt x="430791" y="1089296"/>
                  </a:lnTo>
                  <a:lnTo>
                    <a:pt x="430784" y="1089295"/>
                  </a:lnTo>
                  <a:lnTo>
                    <a:pt x="430778" y="1089294"/>
                  </a:lnTo>
                  <a:lnTo>
                    <a:pt x="430773" y="1089293"/>
                  </a:lnTo>
                  <a:lnTo>
                    <a:pt x="430767" y="1089289"/>
                  </a:lnTo>
                  <a:lnTo>
                    <a:pt x="430761" y="1089286"/>
                  </a:lnTo>
                  <a:lnTo>
                    <a:pt x="430749" y="1089276"/>
                  </a:lnTo>
                  <a:lnTo>
                    <a:pt x="430733" y="1089262"/>
                  </a:lnTo>
                  <a:lnTo>
                    <a:pt x="430723" y="1089252"/>
                  </a:lnTo>
                  <a:lnTo>
                    <a:pt x="430712" y="1089242"/>
                  </a:lnTo>
                  <a:lnTo>
                    <a:pt x="430705" y="1089232"/>
                  </a:lnTo>
                  <a:lnTo>
                    <a:pt x="430693" y="1089214"/>
                  </a:lnTo>
                  <a:lnTo>
                    <a:pt x="430683" y="1089194"/>
                  </a:lnTo>
                  <a:lnTo>
                    <a:pt x="430677" y="1089180"/>
                  </a:lnTo>
                  <a:lnTo>
                    <a:pt x="430673" y="1089167"/>
                  </a:lnTo>
                  <a:lnTo>
                    <a:pt x="430672" y="1089154"/>
                  </a:lnTo>
                  <a:lnTo>
                    <a:pt x="430669" y="1089138"/>
                  </a:lnTo>
                  <a:lnTo>
                    <a:pt x="430665" y="1089127"/>
                  </a:lnTo>
                  <a:lnTo>
                    <a:pt x="430661" y="1089120"/>
                  </a:lnTo>
                  <a:lnTo>
                    <a:pt x="430655" y="1089113"/>
                  </a:lnTo>
                  <a:lnTo>
                    <a:pt x="430649" y="1089109"/>
                  </a:lnTo>
                  <a:lnTo>
                    <a:pt x="430637" y="1089103"/>
                  </a:lnTo>
                  <a:lnTo>
                    <a:pt x="430628" y="1089097"/>
                  </a:lnTo>
                  <a:lnTo>
                    <a:pt x="430622" y="1089093"/>
                  </a:lnTo>
                  <a:lnTo>
                    <a:pt x="430618" y="1089087"/>
                  </a:lnTo>
                  <a:lnTo>
                    <a:pt x="430613" y="1089078"/>
                  </a:lnTo>
                  <a:lnTo>
                    <a:pt x="430608" y="1089073"/>
                  </a:lnTo>
                  <a:lnTo>
                    <a:pt x="430602" y="1089069"/>
                  </a:lnTo>
                  <a:lnTo>
                    <a:pt x="430595" y="1089068"/>
                  </a:lnTo>
                  <a:lnTo>
                    <a:pt x="430586" y="1089069"/>
                  </a:lnTo>
                  <a:lnTo>
                    <a:pt x="430574" y="1089071"/>
                  </a:lnTo>
                  <a:lnTo>
                    <a:pt x="430568" y="1089071"/>
                  </a:lnTo>
                  <a:lnTo>
                    <a:pt x="430562" y="1089069"/>
                  </a:lnTo>
                  <a:lnTo>
                    <a:pt x="430557" y="1089067"/>
                  </a:lnTo>
                  <a:lnTo>
                    <a:pt x="430551" y="1089063"/>
                  </a:lnTo>
                  <a:lnTo>
                    <a:pt x="430546" y="1089060"/>
                  </a:lnTo>
                  <a:lnTo>
                    <a:pt x="430539" y="1089055"/>
                  </a:lnTo>
                  <a:lnTo>
                    <a:pt x="430533" y="1089048"/>
                  </a:lnTo>
                  <a:lnTo>
                    <a:pt x="430526" y="1089041"/>
                  </a:lnTo>
                  <a:lnTo>
                    <a:pt x="430519" y="1089035"/>
                  </a:lnTo>
                  <a:lnTo>
                    <a:pt x="430511" y="1089031"/>
                  </a:lnTo>
                  <a:lnTo>
                    <a:pt x="430503" y="1089030"/>
                  </a:lnTo>
                  <a:lnTo>
                    <a:pt x="430491" y="1089030"/>
                  </a:lnTo>
                  <a:lnTo>
                    <a:pt x="430463" y="1089033"/>
                  </a:lnTo>
                  <a:lnTo>
                    <a:pt x="430432" y="1089035"/>
                  </a:lnTo>
                  <a:lnTo>
                    <a:pt x="430413" y="1089035"/>
                  </a:lnTo>
                  <a:lnTo>
                    <a:pt x="430395" y="1089035"/>
                  </a:lnTo>
                  <a:lnTo>
                    <a:pt x="430375" y="1089032"/>
                  </a:lnTo>
                  <a:lnTo>
                    <a:pt x="430363" y="1089030"/>
                  </a:lnTo>
                  <a:lnTo>
                    <a:pt x="430358" y="1089028"/>
                  </a:lnTo>
                  <a:lnTo>
                    <a:pt x="430349" y="1089025"/>
                  </a:lnTo>
                  <a:lnTo>
                    <a:pt x="430333" y="1089018"/>
                  </a:lnTo>
                  <a:lnTo>
                    <a:pt x="430315" y="1089011"/>
                  </a:lnTo>
                  <a:lnTo>
                    <a:pt x="430298" y="1089006"/>
                  </a:lnTo>
                  <a:lnTo>
                    <a:pt x="430289" y="1089003"/>
                  </a:lnTo>
                  <a:lnTo>
                    <a:pt x="430280" y="1088998"/>
                  </a:lnTo>
                  <a:lnTo>
                    <a:pt x="430272" y="1088992"/>
                  </a:lnTo>
                  <a:lnTo>
                    <a:pt x="430256" y="1088981"/>
                  </a:lnTo>
                  <a:lnTo>
                    <a:pt x="430244" y="1088973"/>
                  </a:lnTo>
                  <a:lnTo>
                    <a:pt x="430231" y="1088965"/>
                  </a:lnTo>
                  <a:lnTo>
                    <a:pt x="430222" y="1088957"/>
                  </a:lnTo>
                  <a:lnTo>
                    <a:pt x="430217" y="1088950"/>
                  </a:lnTo>
                  <a:lnTo>
                    <a:pt x="430212" y="1088944"/>
                  </a:lnTo>
                  <a:lnTo>
                    <a:pt x="430206" y="1088933"/>
                  </a:lnTo>
                  <a:lnTo>
                    <a:pt x="430203" y="1088927"/>
                  </a:lnTo>
                  <a:lnTo>
                    <a:pt x="430202" y="1088921"/>
                  </a:lnTo>
                  <a:lnTo>
                    <a:pt x="430200" y="1088911"/>
                  </a:lnTo>
                  <a:lnTo>
                    <a:pt x="430198" y="1088885"/>
                  </a:lnTo>
                  <a:lnTo>
                    <a:pt x="430198" y="1088868"/>
                  </a:lnTo>
                  <a:lnTo>
                    <a:pt x="430197" y="1088839"/>
                  </a:lnTo>
                  <a:lnTo>
                    <a:pt x="430197" y="1088824"/>
                  </a:lnTo>
                  <a:lnTo>
                    <a:pt x="430198" y="1088806"/>
                  </a:lnTo>
                  <a:lnTo>
                    <a:pt x="430199" y="1088792"/>
                  </a:lnTo>
                  <a:lnTo>
                    <a:pt x="430202" y="1088776"/>
                  </a:lnTo>
                  <a:lnTo>
                    <a:pt x="430206" y="1088760"/>
                  </a:lnTo>
                  <a:lnTo>
                    <a:pt x="430211" y="1088742"/>
                  </a:lnTo>
                  <a:lnTo>
                    <a:pt x="430213" y="1088735"/>
                  </a:lnTo>
                  <a:lnTo>
                    <a:pt x="430215" y="1088730"/>
                  </a:lnTo>
                  <a:lnTo>
                    <a:pt x="430216" y="1088720"/>
                  </a:lnTo>
                  <a:lnTo>
                    <a:pt x="430217" y="1088713"/>
                  </a:lnTo>
                  <a:lnTo>
                    <a:pt x="430217" y="1088702"/>
                  </a:lnTo>
                  <a:lnTo>
                    <a:pt x="430216" y="1088694"/>
                  </a:lnTo>
                  <a:lnTo>
                    <a:pt x="430214" y="1088679"/>
                  </a:lnTo>
                  <a:lnTo>
                    <a:pt x="430211" y="1088651"/>
                  </a:lnTo>
                  <a:lnTo>
                    <a:pt x="430211" y="1088640"/>
                  </a:lnTo>
                  <a:lnTo>
                    <a:pt x="430211" y="1088605"/>
                  </a:lnTo>
                  <a:lnTo>
                    <a:pt x="430211" y="1088590"/>
                  </a:lnTo>
                  <a:lnTo>
                    <a:pt x="430215" y="1088557"/>
                  </a:lnTo>
                  <a:lnTo>
                    <a:pt x="430216" y="1088548"/>
                  </a:lnTo>
                  <a:lnTo>
                    <a:pt x="430224" y="1088510"/>
                  </a:lnTo>
                  <a:lnTo>
                    <a:pt x="430232" y="1088463"/>
                  </a:lnTo>
                  <a:lnTo>
                    <a:pt x="430237" y="1088432"/>
                  </a:lnTo>
                  <a:lnTo>
                    <a:pt x="430240" y="1088416"/>
                  </a:lnTo>
                  <a:lnTo>
                    <a:pt x="430241" y="1088407"/>
                  </a:lnTo>
                  <a:lnTo>
                    <a:pt x="430240" y="1088393"/>
                  </a:lnTo>
                  <a:lnTo>
                    <a:pt x="430239" y="1088384"/>
                  </a:lnTo>
                  <a:lnTo>
                    <a:pt x="430232" y="1088368"/>
                  </a:lnTo>
                  <a:lnTo>
                    <a:pt x="430218" y="1088340"/>
                  </a:lnTo>
                  <a:lnTo>
                    <a:pt x="430207" y="1088321"/>
                  </a:lnTo>
                  <a:lnTo>
                    <a:pt x="430198" y="1088310"/>
                  </a:lnTo>
                  <a:lnTo>
                    <a:pt x="430189" y="1088298"/>
                  </a:lnTo>
                  <a:lnTo>
                    <a:pt x="430180" y="1088290"/>
                  </a:lnTo>
                  <a:lnTo>
                    <a:pt x="430164" y="1088274"/>
                  </a:lnTo>
                  <a:lnTo>
                    <a:pt x="430144" y="1088259"/>
                  </a:lnTo>
                  <a:lnTo>
                    <a:pt x="430135" y="1088251"/>
                  </a:lnTo>
                  <a:lnTo>
                    <a:pt x="430129" y="1088245"/>
                  </a:lnTo>
                  <a:lnTo>
                    <a:pt x="430106" y="1088227"/>
                  </a:lnTo>
                  <a:lnTo>
                    <a:pt x="430099" y="1088223"/>
                  </a:lnTo>
                  <a:lnTo>
                    <a:pt x="430086" y="1088217"/>
                  </a:lnTo>
                  <a:lnTo>
                    <a:pt x="430070" y="1088210"/>
                  </a:lnTo>
                  <a:lnTo>
                    <a:pt x="430048" y="1088203"/>
                  </a:lnTo>
                  <a:lnTo>
                    <a:pt x="430031" y="1088197"/>
                  </a:lnTo>
                  <a:lnTo>
                    <a:pt x="430010" y="1088188"/>
                  </a:lnTo>
                  <a:lnTo>
                    <a:pt x="430000" y="1088184"/>
                  </a:lnTo>
                  <a:lnTo>
                    <a:pt x="429995" y="1088180"/>
                  </a:lnTo>
                  <a:lnTo>
                    <a:pt x="429992" y="1088175"/>
                  </a:lnTo>
                  <a:lnTo>
                    <a:pt x="429991" y="1088170"/>
                  </a:lnTo>
                  <a:lnTo>
                    <a:pt x="429990" y="1088162"/>
                  </a:lnTo>
                  <a:lnTo>
                    <a:pt x="429992" y="1088140"/>
                  </a:lnTo>
                  <a:lnTo>
                    <a:pt x="429993" y="1088115"/>
                  </a:lnTo>
                  <a:lnTo>
                    <a:pt x="429992" y="1088103"/>
                  </a:lnTo>
                  <a:lnTo>
                    <a:pt x="429989" y="1088082"/>
                  </a:lnTo>
                  <a:lnTo>
                    <a:pt x="429985" y="1088068"/>
                  </a:lnTo>
                  <a:lnTo>
                    <a:pt x="429983" y="1088060"/>
                  </a:lnTo>
                  <a:lnTo>
                    <a:pt x="429981" y="1088048"/>
                  </a:lnTo>
                  <a:lnTo>
                    <a:pt x="429980" y="1088035"/>
                  </a:lnTo>
                  <a:lnTo>
                    <a:pt x="429979" y="1088021"/>
                  </a:lnTo>
                  <a:lnTo>
                    <a:pt x="429980" y="1087991"/>
                  </a:lnTo>
                  <a:lnTo>
                    <a:pt x="429979" y="1087980"/>
                  </a:lnTo>
                  <a:lnTo>
                    <a:pt x="429978" y="1087974"/>
                  </a:lnTo>
                  <a:lnTo>
                    <a:pt x="429977" y="1087967"/>
                  </a:lnTo>
                  <a:lnTo>
                    <a:pt x="429976" y="1087961"/>
                  </a:lnTo>
                  <a:lnTo>
                    <a:pt x="429972" y="1087954"/>
                  </a:lnTo>
                  <a:lnTo>
                    <a:pt x="429968" y="1087948"/>
                  </a:lnTo>
                  <a:lnTo>
                    <a:pt x="429963" y="1087944"/>
                  </a:lnTo>
                  <a:lnTo>
                    <a:pt x="429956" y="1087938"/>
                  </a:lnTo>
                  <a:lnTo>
                    <a:pt x="429940" y="1087927"/>
                  </a:lnTo>
                  <a:lnTo>
                    <a:pt x="429930" y="1087922"/>
                  </a:lnTo>
                  <a:lnTo>
                    <a:pt x="429914" y="1087914"/>
                  </a:lnTo>
                  <a:lnTo>
                    <a:pt x="429903" y="1087908"/>
                  </a:lnTo>
                  <a:lnTo>
                    <a:pt x="429896" y="1087903"/>
                  </a:lnTo>
                  <a:lnTo>
                    <a:pt x="429883" y="1087893"/>
                  </a:lnTo>
                  <a:lnTo>
                    <a:pt x="429852" y="1087869"/>
                  </a:lnTo>
                  <a:lnTo>
                    <a:pt x="429847" y="1087864"/>
                  </a:lnTo>
                  <a:lnTo>
                    <a:pt x="429836" y="1087855"/>
                  </a:lnTo>
                  <a:lnTo>
                    <a:pt x="429830" y="1087848"/>
                  </a:lnTo>
                  <a:lnTo>
                    <a:pt x="429826" y="1087840"/>
                  </a:lnTo>
                  <a:lnTo>
                    <a:pt x="429824" y="1087835"/>
                  </a:lnTo>
                  <a:lnTo>
                    <a:pt x="429823" y="1087828"/>
                  </a:lnTo>
                  <a:lnTo>
                    <a:pt x="429822" y="1087815"/>
                  </a:lnTo>
                  <a:lnTo>
                    <a:pt x="429819" y="1087808"/>
                  </a:lnTo>
                  <a:lnTo>
                    <a:pt x="429816" y="1087803"/>
                  </a:lnTo>
                  <a:lnTo>
                    <a:pt x="429811" y="1087797"/>
                  </a:lnTo>
                  <a:lnTo>
                    <a:pt x="429790" y="1087783"/>
                  </a:lnTo>
                  <a:lnTo>
                    <a:pt x="429768" y="1087768"/>
                  </a:lnTo>
                  <a:lnTo>
                    <a:pt x="429752" y="1087757"/>
                  </a:lnTo>
                  <a:lnTo>
                    <a:pt x="429733" y="1087748"/>
                  </a:lnTo>
                  <a:lnTo>
                    <a:pt x="429716" y="1087740"/>
                  </a:lnTo>
                  <a:lnTo>
                    <a:pt x="429693" y="1087733"/>
                  </a:lnTo>
                  <a:lnTo>
                    <a:pt x="429666" y="1087724"/>
                  </a:lnTo>
                  <a:lnTo>
                    <a:pt x="429652" y="1087719"/>
                  </a:lnTo>
                  <a:lnTo>
                    <a:pt x="429634" y="1087710"/>
                  </a:lnTo>
                  <a:lnTo>
                    <a:pt x="429597" y="1087689"/>
                  </a:lnTo>
                  <a:lnTo>
                    <a:pt x="429576" y="1087678"/>
                  </a:lnTo>
                  <a:lnTo>
                    <a:pt x="429557" y="1087667"/>
                  </a:lnTo>
                  <a:lnTo>
                    <a:pt x="429542" y="1087656"/>
                  </a:lnTo>
                  <a:lnTo>
                    <a:pt x="429527" y="1087645"/>
                  </a:lnTo>
                  <a:lnTo>
                    <a:pt x="429517" y="1087636"/>
                  </a:lnTo>
                  <a:lnTo>
                    <a:pt x="429508" y="1087628"/>
                  </a:lnTo>
                  <a:lnTo>
                    <a:pt x="429502" y="1087622"/>
                  </a:lnTo>
                  <a:lnTo>
                    <a:pt x="429495" y="1087618"/>
                  </a:lnTo>
                  <a:lnTo>
                    <a:pt x="429489" y="1087616"/>
                  </a:lnTo>
                  <a:lnTo>
                    <a:pt x="429482" y="1087616"/>
                  </a:lnTo>
                  <a:lnTo>
                    <a:pt x="429475" y="1087617"/>
                  </a:lnTo>
                  <a:lnTo>
                    <a:pt x="429467" y="1087619"/>
                  </a:lnTo>
                  <a:lnTo>
                    <a:pt x="429458" y="1087621"/>
                  </a:lnTo>
                  <a:lnTo>
                    <a:pt x="429442" y="1087626"/>
                  </a:lnTo>
                  <a:lnTo>
                    <a:pt x="429437" y="1087626"/>
                  </a:lnTo>
                  <a:lnTo>
                    <a:pt x="429430" y="1087625"/>
                  </a:lnTo>
                  <a:lnTo>
                    <a:pt x="429426" y="1087623"/>
                  </a:lnTo>
                  <a:lnTo>
                    <a:pt x="429423" y="1087618"/>
                  </a:lnTo>
                  <a:lnTo>
                    <a:pt x="429417" y="1087610"/>
                  </a:lnTo>
                  <a:lnTo>
                    <a:pt x="429411" y="1087604"/>
                  </a:lnTo>
                  <a:lnTo>
                    <a:pt x="429406" y="1087600"/>
                  </a:lnTo>
                  <a:lnTo>
                    <a:pt x="429399" y="1087593"/>
                  </a:lnTo>
                  <a:lnTo>
                    <a:pt x="429390" y="1087580"/>
                  </a:lnTo>
                  <a:lnTo>
                    <a:pt x="429381" y="1087568"/>
                  </a:lnTo>
                  <a:lnTo>
                    <a:pt x="429369" y="1087545"/>
                  </a:lnTo>
                  <a:lnTo>
                    <a:pt x="429365" y="1087536"/>
                  </a:lnTo>
                  <a:lnTo>
                    <a:pt x="429357" y="1087519"/>
                  </a:lnTo>
                  <a:lnTo>
                    <a:pt x="429349" y="1087499"/>
                  </a:lnTo>
                  <a:lnTo>
                    <a:pt x="429345" y="1087488"/>
                  </a:lnTo>
                  <a:lnTo>
                    <a:pt x="429339" y="1087473"/>
                  </a:lnTo>
                  <a:lnTo>
                    <a:pt x="429335" y="1087464"/>
                  </a:lnTo>
                  <a:lnTo>
                    <a:pt x="429324" y="1087452"/>
                  </a:lnTo>
                  <a:lnTo>
                    <a:pt x="429311" y="1087443"/>
                  </a:lnTo>
                  <a:lnTo>
                    <a:pt x="429299" y="1087437"/>
                  </a:lnTo>
                  <a:lnTo>
                    <a:pt x="429293" y="1087436"/>
                  </a:lnTo>
                  <a:lnTo>
                    <a:pt x="429283" y="1087436"/>
                  </a:lnTo>
                  <a:lnTo>
                    <a:pt x="429273" y="1087437"/>
                  </a:lnTo>
                  <a:lnTo>
                    <a:pt x="429266" y="1087439"/>
                  </a:lnTo>
                  <a:lnTo>
                    <a:pt x="429246" y="1087447"/>
                  </a:lnTo>
                  <a:lnTo>
                    <a:pt x="429238" y="1087449"/>
                  </a:lnTo>
                  <a:lnTo>
                    <a:pt x="429228" y="1087450"/>
                  </a:lnTo>
                  <a:lnTo>
                    <a:pt x="429220" y="1087449"/>
                  </a:lnTo>
                  <a:lnTo>
                    <a:pt x="429207" y="1087447"/>
                  </a:lnTo>
                  <a:lnTo>
                    <a:pt x="429198" y="1087446"/>
                  </a:lnTo>
                  <a:lnTo>
                    <a:pt x="429183" y="1087444"/>
                  </a:lnTo>
                  <a:lnTo>
                    <a:pt x="429164" y="1087444"/>
                  </a:lnTo>
                  <a:lnTo>
                    <a:pt x="429155" y="1087445"/>
                  </a:lnTo>
                  <a:lnTo>
                    <a:pt x="429148" y="1087445"/>
                  </a:lnTo>
                  <a:lnTo>
                    <a:pt x="429123" y="1087449"/>
                  </a:lnTo>
                  <a:lnTo>
                    <a:pt x="429090" y="1087456"/>
                  </a:lnTo>
                  <a:lnTo>
                    <a:pt x="429071" y="1087461"/>
                  </a:lnTo>
                  <a:lnTo>
                    <a:pt x="429062" y="1087463"/>
                  </a:lnTo>
                  <a:lnTo>
                    <a:pt x="429046" y="1087465"/>
                  </a:lnTo>
                  <a:lnTo>
                    <a:pt x="429031" y="1087466"/>
                  </a:lnTo>
                  <a:lnTo>
                    <a:pt x="429000" y="1087466"/>
                  </a:lnTo>
                  <a:lnTo>
                    <a:pt x="428985" y="1087464"/>
                  </a:lnTo>
                  <a:lnTo>
                    <a:pt x="428973" y="1087463"/>
                  </a:lnTo>
                  <a:lnTo>
                    <a:pt x="428949" y="1087459"/>
                  </a:lnTo>
                  <a:lnTo>
                    <a:pt x="428914" y="1087453"/>
                  </a:lnTo>
                  <a:lnTo>
                    <a:pt x="428882" y="1087448"/>
                  </a:lnTo>
                  <a:lnTo>
                    <a:pt x="428867" y="1087448"/>
                  </a:lnTo>
                  <a:lnTo>
                    <a:pt x="428856" y="1087449"/>
                  </a:lnTo>
                  <a:lnTo>
                    <a:pt x="428847" y="1087450"/>
                  </a:lnTo>
                  <a:lnTo>
                    <a:pt x="428838" y="1087452"/>
                  </a:lnTo>
                  <a:lnTo>
                    <a:pt x="428826" y="1087454"/>
                  </a:lnTo>
                  <a:lnTo>
                    <a:pt x="428814" y="1087458"/>
                  </a:lnTo>
                  <a:lnTo>
                    <a:pt x="428798" y="1087463"/>
                  </a:lnTo>
                  <a:lnTo>
                    <a:pt x="428774" y="1087472"/>
                  </a:lnTo>
                  <a:lnTo>
                    <a:pt x="428739" y="1087487"/>
                  </a:lnTo>
                  <a:lnTo>
                    <a:pt x="428717" y="1087494"/>
                  </a:lnTo>
                  <a:lnTo>
                    <a:pt x="428698" y="1087498"/>
                  </a:lnTo>
                  <a:lnTo>
                    <a:pt x="428680" y="1087502"/>
                  </a:lnTo>
                  <a:lnTo>
                    <a:pt x="428657" y="1087506"/>
                  </a:lnTo>
                  <a:lnTo>
                    <a:pt x="428646" y="1087508"/>
                  </a:lnTo>
                  <a:lnTo>
                    <a:pt x="428638" y="1087510"/>
                  </a:lnTo>
                  <a:lnTo>
                    <a:pt x="428631" y="1087513"/>
                  </a:lnTo>
                  <a:lnTo>
                    <a:pt x="428620" y="1087519"/>
                  </a:lnTo>
                  <a:lnTo>
                    <a:pt x="428596" y="1087535"/>
                  </a:lnTo>
                  <a:lnTo>
                    <a:pt x="428570" y="1087551"/>
                  </a:lnTo>
                  <a:lnTo>
                    <a:pt x="428561" y="1087557"/>
                  </a:lnTo>
                  <a:lnTo>
                    <a:pt x="428525" y="1087575"/>
                  </a:lnTo>
                  <a:lnTo>
                    <a:pt x="428515" y="1087582"/>
                  </a:lnTo>
                  <a:lnTo>
                    <a:pt x="428509" y="1087584"/>
                  </a:lnTo>
                  <a:lnTo>
                    <a:pt x="428501" y="1087584"/>
                  </a:lnTo>
                  <a:lnTo>
                    <a:pt x="428488" y="1087581"/>
                  </a:lnTo>
                  <a:lnTo>
                    <a:pt x="428472" y="1087578"/>
                  </a:lnTo>
                  <a:lnTo>
                    <a:pt x="428442" y="1087572"/>
                  </a:lnTo>
                  <a:lnTo>
                    <a:pt x="428418" y="1087567"/>
                  </a:lnTo>
                  <a:lnTo>
                    <a:pt x="428384" y="1087563"/>
                  </a:lnTo>
                  <a:lnTo>
                    <a:pt x="428370" y="1087561"/>
                  </a:lnTo>
                  <a:lnTo>
                    <a:pt x="428365" y="1087560"/>
                  </a:lnTo>
                  <a:lnTo>
                    <a:pt x="428340" y="1087556"/>
                  </a:lnTo>
                  <a:lnTo>
                    <a:pt x="428325" y="1087554"/>
                  </a:lnTo>
                  <a:lnTo>
                    <a:pt x="428310" y="1087550"/>
                  </a:lnTo>
                  <a:lnTo>
                    <a:pt x="428305" y="1087549"/>
                  </a:lnTo>
                  <a:lnTo>
                    <a:pt x="428294" y="1087546"/>
                  </a:lnTo>
                  <a:lnTo>
                    <a:pt x="428283" y="1087543"/>
                  </a:lnTo>
                  <a:lnTo>
                    <a:pt x="428274" y="1087539"/>
                  </a:lnTo>
                  <a:lnTo>
                    <a:pt x="428265" y="1087535"/>
                  </a:lnTo>
                  <a:lnTo>
                    <a:pt x="428259" y="1087533"/>
                  </a:lnTo>
                  <a:lnTo>
                    <a:pt x="428254" y="1087530"/>
                  </a:lnTo>
                  <a:lnTo>
                    <a:pt x="428248" y="1087526"/>
                  </a:lnTo>
                  <a:lnTo>
                    <a:pt x="428239" y="1087521"/>
                  </a:lnTo>
                  <a:lnTo>
                    <a:pt x="428230" y="1087514"/>
                  </a:lnTo>
                  <a:lnTo>
                    <a:pt x="428221" y="1087508"/>
                  </a:lnTo>
                  <a:lnTo>
                    <a:pt x="428203" y="1087497"/>
                  </a:lnTo>
                  <a:lnTo>
                    <a:pt x="428184" y="1087488"/>
                  </a:lnTo>
                  <a:lnTo>
                    <a:pt x="428163" y="1087478"/>
                  </a:lnTo>
                  <a:lnTo>
                    <a:pt x="428140" y="1087469"/>
                  </a:lnTo>
                  <a:lnTo>
                    <a:pt x="428126" y="1087465"/>
                  </a:lnTo>
                  <a:lnTo>
                    <a:pt x="428111" y="1087463"/>
                  </a:lnTo>
                  <a:lnTo>
                    <a:pt x="428098" y="1087462"/>
                  </a:lnTo>
                  <a:lnTo>
                    <a:pt x="428079" y="1087462"/>
                  </a:lnTo>
                  <a:lnTo>
                    <a:pt x="428068" y="1087462"/>
                  </a:lnTo>
                  <a:lnTo>
                    <a:pt x="428063" y="1087462"/>
                  </a:lnTo>
                  <a:lnTo>
                    <a:pt x="428055" y="1087461"/>
                  </a:lnTo>
                  <a:lnTo>
                    <a:pt x="428048" y="1087458"/>
                  </a:lnTo>
                  <a:lnTo>
                    <a:pt x="428041" y="1087454"/>
                  </a:lnTo>
                  <a:lnTo>
                    <a:pt x="428032" y="1087450"/>
                  </a:lnTo>
                  <a:lnTo>
                    <a:pt x="428020" y="1087443"/>
                  </a:lnTo>
                  <a:lnTo>
                    <a:pt x="428012" y="1087440"/>
                  </a:lnTo>
                  <a:lnTo>
                    <a:pt x="428005" y="1087440"/>
                  </a:lnTo>
                  <a:lnTo>
                    <a:pt x="427994" y="1087440"/>
                  </a:lnTo>
                  <a:lnTo>
                    <a:pt x="427986" y="1087441"/>
                  </a:lnTo>
                  <a:lnTo>
                    <a:pt x="427978" y="1087442"/>
                  </a:lnTo>
                  <a:lnTo>
                    <a:pt x="427971" y="1087444"/>
                  </a:lnTo>
                  <a:lnTo>
                    <a:pt x="427962" y="1087447"/>
                  </a:lnTo>
                  <a:lnTo>
                    <a:pt x="427940" y="1087455"/>
                  </a:lnTo>
                  <a:lnTo>
                    <a:pt x="427920" y="1087464"/>
                  </a:lnTo>
                  <a:lnTo>
                    <a:pt x="427892" y="1087477"/>
                  </a:lnTo>
                  <a:lnTo>
                    <a:pt x="427877" y="1087486"/>
                  </a:lnTo>
                  <a:lnTo>
                    <a:pt x="427861" y="1087494"/>
                  </a:lnTo>
                  <a:lnTo>
                    <a:pt x="427851" y="1087500"/>
                  </a:lnTo>
                  <a:lnTo>
                    <a:pt x="427844" y="1087503"/>
                  </a:lnTo>
                  <a:lnTo>
                    <a:pt x="427828" y="1087509"/>
                  </a:lnTo>
                  <a:lnTo>
                    <a:pt x="427797" y="1087519"/>
                  </a:lnTo>
                  <a:lnTo>
                    <a:pt x="427787" y="1087523"/>
                  </a:lnTo>
                  <a:lnTo>
                    <a:pt x="427778" y="1087527"/>
                  </a:lnTo>
                  <a:lnTo>
                    <a:pt x="427771" y="1087532"/>
                  </a:lnTo>
                  <a:lnTo>
                    <a:pt x="427763" y="1087536"/>
                  </a:lnTo>
                  <a:lnTo>
                    <a:pt x="427758" y="1087538"/>
                  </a:lnTo>
                  <a:lnTo>
                    <a:pt x="427749" y="1087539"/>
                  </a:lnTo>
                  <a:lnTo>
                    <a:pt x="427739" y="1087538"/>
                  </a:lnTo>
                  <a:lnTo>
                    <a:pt x="427731" y="1087537"/>
                  </a:lnTo>
                  <a:lnTo>
                    <a:pt x="427721" y="1087535"/>
                  </a:lnTo>
                  <a:lnTo>
                    <a:pt x="427711" y="1087533"/>
                  </a:lnTo>
                  <a:lnTo>
                    <a:pt x="427702" y="1087532"/>
                  </a:lnTo>
                  <a:lnTo>
                    <a:pt x="427655" y="1087527"/>
                  </a:lnTo>
                  <a:lnTo>
                    <a:pt x="427609" y="1087524"/>
                  </a:lnTo>
                  <a:lnTo>
                    <a:pt x="427562" y="1087521"/>
                  </a:lnTo>
                  <a:lnTo>
                    <a:pt x="427544" y="1087519"/>
                  </a:lnTo>
                  <a:lnTo>
                    <a:pt x="427514" y="1087517"/>
                  </a:lnTo>
                  <a:lnTo>
                    <a:pt x="427495" y="1087518"/>
                  </a:lnTo>
                  <a:lnTo>
                    <a:pt x="427466" y="1087521"/>
                  </a:lnTo>
                  <a:lnTo>
                    <a:pt x="427455" y="1087522"/>
                  </a:lnTo>
                  <a:lnTo>
                    <a:pt x="427449" y="1087523"/>
                  </a:lnTo>
                  <a:lnTo>
                    <a:pt x="427438" y="1087522"/>
                  </a:lnTo>
                  <a:lnTo>
                    <a:pt x="427420" y="1087521"/>
                  </a:lnTo>
                  <a:lnTo>
                    <a:pt x="427405" y="1087519"/>
                  </a:lnTo>
                  <a:lnTo>
                    <a:pt x="427372" y="1087515"/>
                  </a:lnTo>
                  <a:lnTo>
                    <a:pt x="427343" y="1087511"/>
                  </a:lnTo>
                  <a:lnTo>
                    <a:pt x="427327" y="1087509"/>
                  </a:lnTo>
                  <a:lnTo>
                    <a:pt x="427300" y="1087505"/>
                  </a:lnTo>
                  <a:lnTo>
                    <a:pt x="427280" y="1087504"/>
                  </a:lnTo>
                  <a:lnTo>
                    <a:pt x="427259" y="1087502"/>
                  </a:lnTo>
                  <a:lnTo>
                    <a:pt x="427241" y="1087502"/>
                  </a:lnTo>
                  <a:lnTo>
                    <a:pt x="427232" y="1087503"/>
                  </a:lnTo>
                  <a:lnTo>
                    <a:pt x="427228" y="1087505"/>
                  </a:lnTo>
                  <a:lnTo>
                    <a:pt x="427213" y="1087512"/>
                  </a:lnTo>
                  <a:lnTo>
                    <a:pt x="427203" y="1087515"/>
                  </a:lnTo>
                  <a:lnTo>
                    <a:pt x="427198" y="1087515"/>
                  </a:lnTo>
                  <a:lnTo>
                    <a:pt x="427194" y="1087515"/>
                  </a:lnTo>
                  <a:lnTo>
                    <a:pt x="427190" y="1087513"/>
                  </a:lnTo>
                  <a:lnTo>
                    <a:pt x="427186" y="1087510"/>
                  </a:lnTo>
                  <a:lnTo>
                    <a:pt x="427179" y="1087501"/>
                  </a:lnTo>
                  <a:lnTo>
                    <a:pt x="427171" y="1087489"/>
                  </a:lnTo>
                  <a:lnTo>
                    <a:pt x="427164" y="1087474"/>
                  </a:lnTo>
                  <a:lnTo>
                    <a:pt x="427147" y="1087436"/>
                  </a:lnTo>
                  <a:lnTo>
                    <a:pt x="427134" y="1087414"/>
                  </a:lnTo>
                  <a:lnTo>
                    <a:pt x="427126" y="1087398"/>
                  </a:lnTo>
                  <a:lnTo>
                    <a:pt x="427113" y="1087371"/>
                  </a:lnTo>
                  <a:lnTo>
                    <a:pt x="427106" y="1087360"/>
                  </a:lnTo>
                  <a:lnTo>
                    <a:pt x="427102" y="1087354"/>
                  </a:lnTo>
                  <a:lnTo>
                    <a:pt x="427094" y="1087337"/>
                  </a:lnTo>
                  <a:lnTo>
                    <a:pt x="427086" y="1087322"/>
                  </a:lnTo>
                  <a:lnTo>
                    <a:pt x="427074" y="1087304"/>
                  </a:lnTo>
                  <a:lnTo>
                    <a:pt x="427060" y="1087284"/>
                  </a:lnTo>
                  <a:lnTo>
                    <a:pt x="427044" y="1087264"/>
                  </a:lnTo>
                  <a:lnTo>
                    <a:pt x="427029" y="1087246"/>
                  </a:lnTo>
                  <a:lnTo>
                    <a:pt x="427018" y="1087236"/>
                  </a:lnTo>
                  <a:lnTo>
                    <a:pt x="427001" y="1087221"/>
                  </a:lnTo>
                  <a:lnTo>
                    <a:pt x="426986" y="1087208"/>
                  </a:lnTo>
                  <a:lnTo>
                    <a:pt x="426975" y="1087201"/>
                  </a:lnTo>
                  <a:lnTo>
                    <a:pt x="426959" y="1087192"/>
                  </a:lnTo>
                  <a:lnTo>
                    <a:pt x="426939" y="1087182"/>
                  </a:lnTo>
                  <a:lnTo>
                    <a:pt x="426918" y="1087173"/>
                  </a:lnTo>
                  <a:lnTo>
                    <a:pt x="426906" y="1087167"/>
                  </a:lnTo>
                  <a:lnTo>
                    <a:pt x="426892" y="1087160"/>
                  </a:lnTo>
                  <a:lnTo>
                    <a:pt x="426869" y="1087146"/>
                  </a:lnTo>
                  <a:lnTo>
                    <a:pt x="426845" y="1087133"/>
                  </a:lnTo>
                  <a:lnTo>
                    <a:pt x="426838" y="1087130"/>
                  </a:lnTo>
                  <a:lnTo>
                    <a:pt x="426833" y="1087127"/>
                  </a:lnTo>
                  <a:lnTo>
                    <a:pt x="426808" y="1087116"/>
                  </a:lnTo>
                  <a:lnTo>
                    <a:pt x="426773" y="1087099"/>
                  </a:lnTo>
                  <a:lnTo>
                    <a:pt x="426752" y="1087090"/>
                  </a:lnTo>
                  <a:lnTo>
                    <a:pt x="426735" y="1087082"/>
                  </a:lnTo>
                  <a:lnTo>
                    <a:pt x="426725" y="1087077"/>
                  </a:lnTo>
                  <a:lnTo>
                    <a:pt x="426717" y="1087071"/>
                  </a:lnTo>
                  <a:lnTo>
                    <a:pt x="426705" y="1087064"/>
                  </a:lnTo>
                  <a:lnTo>
                    <a:pt x="426693" y="1087055"/>
                  </a:lnTo>
                  <a:lnTo>
                    <a:pt x="426685" y="1087047"/>
                  </a:lnTo>
                  <a:lnTo>
                    <a:pt x="426675" y="1087036"/>
                  </a:lnTo>
                  <a:lnTo>
                    <a:pt x="426665" y="1087025"/>
                  </a:lnTo>
                  <a:lnTo>
                    <a:pt x="426652" y="1087012"/>
                  </a:lnTo>
                  <a:lnTo>
                    <a:pt x="426642" y="1087003"/>
                  </a:lnTo>
                  <a:lnTo>
                    <a:pt x="426635" y="1086995"/>
                  </a:lnTo>
                  <a:lnTo>
                    <a:pt x="426630" y="1086988"/>
                  </a:lnTo>
                  <a:lnTo>
                    <a:pt x="426625" y="1086981"/>
                  </a:lnTo>
                  <a:lnTo>
                    <a:pt x="426621" y="1086973"/>
                  </a:lnTo>
                  <a:lnTo>
                    <a:pt x="426617" y="1086963"/>
                  </a:lnTo>
                  <a:lnTo>
                    <a:pt x="426611" y="1086948"/>
                  </a:lnTo>
                  <a:lnTo>
                    <a:pt x="426606" y="1086927"/>
                  </a:lnTo>
                  <a:lnTo>
                    <a:pt x="426603" y="1086911"/>
                  </a:lnTo>
                  <a:lnTo>
                    <a:pt x="426599" y="1086894"/>
                  </a:lnTo>
                  <a:lnTo>
                    <a:pt x="426597" y="1086881"/>
                  </a:lnTo>
                  <a:lnTo>
                    <a:pt x="426597" y="1086872"/>
                  </a:lnTo>
                  <a:lnTo>
                    <a:pt x="426597" y="1086866"/>
                  </a:lnTo>
                  <a:lnTo>
                    <a:pt x="426600" y="1086853"/>
                  </a:lnTo>
                  <a:lnTo>
                    <a:pt x="426605" y="1086836"/>
                  </a:lnTo>
                  <a:lnTo>
                    <a:pt x="426607" y="1086827"/>
                  </a:lnTo>
                  <a:lnTo>
                    <a:pt x="426608" y="1086816"/>
                  </a:lnTo>
                  <a:lnTo>
                    <a:pt x="426606" y="1086805"/>
                  </a:lnTo>
                  <a:lnTo>
                    <a:pt x="426605" y="1086799"/>
                  </a:lnTo>
                  <a:lnTo>
                    <a:pt x="426604" y="1086787"/>
                  </a:lnTo>
                  <a:lnTo>
                    <a:pt x="426604" y="1086777"/>
                  </a:lnTo>
                  <a:lnTo>
                    <a:pt x="426606" y="1086768"/>
                  </a:lnTo>
                  <a:lnTo>
                    <a:pt x="426608" y="1086752"/>
                  </a:lnTo>
                  <a:lnTo>
                    <a:pt x="426604" y="1086752"/>
                  </a:lnTo>
                  <a:lnTo>
                    <a:pt x="426595" y="1086762"/>
                  </a:lnTo>
                  <a:lnTo>
                    <a:pt x="426575" y="1086784"/>
                  </a:lnTo>
                  <a:lnTo>
                    <a:pt x="426563" y="1086793"/>
                  </a:lnTo>
                  <a:lnTo>
                    <a:pt x="426559" y="1086796"/>
                  </a:lnTo>
                  <a:lnTo>
                    <a:pt x="426552" y="1086801"/>
                  </a:lnTo>
                  <a:lnTo>
                    <a:pt x="426546" y="1086803"/>
                  </a:lnTo>
                  <a:lnTo>
                    <a:pt x="426536" y="1086808"/>
                  </a:lnTo>
                  <a:lnTo>
                    <a:pt x="426519" y="1086812"/>
                  </a:lnTo>
                  <a:lnTo>
                    <a:pt x="426506" y="1086815"/>
                  </a:lnTo>
                  <a:lnTo>
                    <a:pt x="426498" y="1086817"/>
                  </a:lnTo>
                  <a:lnTo>
                    <a:pt x="426491" y="1086818"/>
                  </a:lnTo>
                  <a:lnTo>
                    <a:pt x="426484" y="1086819"/>
                  </a:lnTo>
                  <a:lnTo>
                    <a:pt x="426475" y="1086819"/>
                  </a:lnTo>
                  <a:lnTo>
                    <a:pt x="426459" y="1086819"/>
                  </a:lnTo>
                  <a:lnTo>
                    <a:pt x="426429" y="1086820"/>
                  </a:lnTo>
                  <a:lnTo>
                    <a:pt x="426420" y="1086821"/>
                  </a:lnTo>
                  <a:lnTo>
                    <a:pt x="426412" y="1086823"/>
                  </a:lnTo>
                  <a:lnTo>
                    <a:pt x="426401" y="1086828"/>
                  </a:lnTo>
                  <a:lnTo>
                    <a:pt x="426393" y="1086832"/>
                  </a:lnTo>
                  <a:lnTo>
                    <a:pt x="426386" y="1086836"/>
                  </a:lnTo>
                  <a:lnTo>
                    <a:pt x="426377" y="1086841"/>
                  </a:lnTo>
                  <a:lnTo>
                    <a:pt x="426365" y="1086849"/>
                  </a:lnTo>
                  <a:lnTo>
                    <a:pt x="426348" y="1086863"/>
                  </a:lnTo>
                  <a:lnTo>
                    <a:pt x="426318" y="1086887"/>
                  </a:lnTo>
                  <a:lnTo>
                    <a:pt x="426304" y="1086901"/>
                  </a:lnTo>
                  <a:lnTo>
                    <a:pt x="426289" y="1086913"/>
                  </a:lnTo>
                  <a:lnTo>
                    <a:pt x="426278" y="1086925"/>
                  </a:lnTo>
                  <a:lnTo>
                    <a:pt x="426273" y="1086931"/>
                  </a:lnTo>
                  <a:lnTo>
                    <a:pt x="426265" y="1086940"/>
                  </a:lnTo>
                  <a:lnTo>
                    <a:pt x="426257" y="1086949"/>
                  </a:lnTo>
                  <a:lnTo>
                    <a:pt x="426241" y="1086965"/>
                  </a:lnTo>
                  <a:lnTo>
                    <a:pt x="426221" y="1086983"/>
                  </a:lnTo>
                  <a:lnTo>
                    <a:pt x="426211" y="1086990"/>
                  </a:lnTo>
                  <a:lnTo>
                    <a:pt x="426194" y="1087002"/>
                  </a:lnTo>
                  <a:lnTo>
                    <a:pt x="426176" y="1087014"/>
                  </a:lnTo>
                  <a:lnTo>
                    <a:pt x="426148" y="1087032"/>
                  </a:lnTo>
                  <a:lnTo>
                    <a:pt x="426126" y="1087043"/>
                  </a:lnTo>
                  <a:lnTo>
                    <a:pt x="426101" y="1087056"/>
                  </a:lnTo>
                  <a:lnTo>
                    <a:pt x="426090" y="1087060"/>
                  </a:lnTo>
                  <a:lnTo>
                    <a:pt x="426082" y="1087063"/>
                  </a:lnTo>
                  <a:lnTo>
                    <a:pt x="426072" y="1087065"/>
                  </a:lnTo>
                  <a:lnTo>
                    <a:pt x="426054" y="1087067"/>
                  </a:lnTo>
                  <a:lnTo>
                    <a:pt x="426043" y="1087069"/>
                  </a:lnTo>
                  <a:lnTo>
                    <a:pt x="426036" y="1087071"/>
                  </a:lnTo>
                  <a:lnTo>
                    <a:pt x="426031" y="1087074"/>
                  </a:lnTo>
                  <a:lnTo>
                    <a:pt x="426025" y="1087078"/>
                  </a:lnTo>
                  <a:lnTo>
                    <a:pt x="426007" y="1087088"/>
                  </a:lnTo>
                  <a:lnTo>
                    <a:pt x="425994" y="1087093"/>
                  </a:lnTo>
                  <a:lnTo>
                    <a:pt x="425979" y="1087097"/>
                  </a:lnTo>
                  <a:lnTo>
                    <a:pt x="425960" y="1087099"/>
                  </a:lnTo>
                  <a:lnTo>
                    <a:pt x="425941" y="1087101"/>
                  </a:lnTo>
                  <a:lnTo>
                    <a:pt x="425923" y="1087102"/>
                  </a:lnTo>
                  <a:lnTo>
                    <a:pt x="425916" y="1087101"/>
                  </a:lnTo>
                  <a:lnTo>
                    <a:pt x="425909" y="1087099"/>
                  </a:lnTo>
                  <a:lnTo>
                    <a:pt x="425904" y="1087097"/>
                  </a:lnTo>
                  <a:lnTo>
                    <a:pt x="425899" y="1087095"/>
                  </a:lnTo>
                  <a:lnTo>
                    <a:pt x="425891" y="1087090"/>
                  </a:lnTo>
                  <a:lnTo>
                    <a:pt x="425867" y="1087076"/>
                  </a:lnTo>
                  <a:lnTo>
                    <a:pt x="425856" y="1087070"/>
                  </a:lnTo>
                  <a:lnTo>
                    <a:pt x="425839" y="1087062"/>
                  </a:lnTo>
                  <a:lnTo>
                    <a:pt x="425820" y="1087056"/>
                  </a:lnTo>
                  <a:lnTo>
                    <a:pt x="425812" y="1087054"/>
                  </a:lnTo>
                  <a:lnTo>
                    <a:pt x="425794" y="1087051"/>
                  </a:lnTo>
                  <a:lnTo>
                    <a:pt x="425774" y="1087049"/>
                  </a:lnTo>
                  <a:lnTo>
                    <a:pt x="425754" y="1087048"/>
                  </a:lnTo>
                  <a:lnTo>
                    <a:pt x="425727" y="1087050"/>
                  </a:lnTo>
                  <a:lnTo>
                    <a:pt x="425714" y="1087052"/>
                  </a:lnTo>
                  <a:lnTo>
                    <a:pt x="425698" y="1087053"/>
                  </a:lnTo>
                  <a:lnTo>
                    <a:pt x="425681" y="1087057"/>
                  </a:lnTo>
                  <a:lnTo>
                    <a:pt x="425670" y="1087060"/>
                  </a:lnTo>
                  <a:lnTo>
                    <a:pt x="425657" y="1087066"/>
                  </a:lnTo>
                  <a:lnTo>
                    <a:pt x="425643" y="1087073"/>
                  </a:lnTo>
                  <a:lnTo>
                    <a:pt x="425635" y="1087078"/>
                  </a:lnTo>
                  <a:lnTo>
                    <a:pt x="425624" y="1087086"/>
                  </a:lnTo>
                  <a:lnTo>
                    <a:pt x="425609" y="1087098"/>
                  </a:lnTo>
                  <a:lnTo>
                    <a:pt x="425588" y="1087115"/>
                  </a:lnTo>
                  <a:lnTo>
                    <a:pt x="425571" y="1087130"/>
                  </a:lnTo>
                  <a:lnTo>
                    <a:pt x="425559" y="1087141"/>
                  </a:lnTo>
                  <a:lnTo>
                    <a:pt x="425550" y="1087147"/>
                  </a:lnTo>
                  <a:lnTo>
                    <a:pt x="425541" y="1087152"/>
                  </a:lnTo>
                  <a:lnTo>
                    <a:pt x="425528" y="1087156"/>
                  </a:lnTo>
                  <a:lnTo>
                    <a:pt x="425518" y="1087158"/>
                  </a:lnTo>
                  <a:lnTo>
                    <a:pt x="425504" y="1087161"/>
                  </a:lnTo>
                  <a:lnTo>
                    <a:pt x="425480" y="1087165"/>
                  </a:lnTo>
                  <a:lnTo>
                    <a:pt x="425454" y="1087168"/>
                  </a:lnTo>
                  <a:lnTo>
                    <a:pt x="425443" y="1087170"/>
                  </a:lnTo>
                  <a:lnTo>
                    <a:pt x="425429" y="1087174"/>
                  </a:lnTo>
                  <a:lnTo>
                    <a:pt x="425420" y="1087177"/>
                  </a:lnTo>
                  <a:lnTo>
                    <a:pt x="425411" y="1087182"/>
                  </a:lnTo>
                  <a:lnTo>
                    <a:pt x="425396" y="1087190"/>
                  </a:lnTo>
                  <a:lnTo>
                    <a:pt x="425387" y="1087193"/>
                  </a:lnTo>
                  <a:lnTo>
                    <a:pt x="425379" y="1087192"/>
                  </a:lnTo>
                  <a:lnTo>
                    <a:pt x="425373" y="1087187"/>
                  </a:lnTo>
                  <a:lnTo>
                    <a:pt x="425370" y="1087177"/>
                  </a:lnTo>
                  <a:lnTo>
                    <a:pt x="425369" y="1087170"/>
                  </a:lnTo>
                  <a:lnTo>
                    <a:pt x="425363" y="1087159"/>
                  </a:lnTo>
                  <a:lnTo>
                    <a:pt x="425354" y="1087145"/>
                  </a:lnTo>
                  <a:lnTo>
                    <a:pt x="425349" y="1087138"/>
                  </a:lnTo>
                  <a:lnTo>
                    <a:pt x="425344" y="1087132"/>
                  </a:lnTo>
                  <a:lnTo>
                    <a:pt x="425338" y="1087126"/>
                  </a:lnTo>
                  <a:lnTo>
                    <a:pt x="425334" y="1087122"/>
                  </a:lnTo>
                  <a:lnTo>
                    <a:pt x="425329" y="1087118"/>
                  </a:lnTo>
                  <a:lnTo>
                    <a:pt x="425318" y="1087111"/>
                  </a:lnTo>
                  <a:lnTo>
                    <a:pt x="425304" y="1087103"/>
                  </a:lnTo>
                  <a:lnTo>
                    <a:pt x="425295" y="1087099"/>
                  </a:lnTo>
                  <a:lnTo>
                    <a:pt x="425273" y="1087088"/>
                  </a:lnTo>
                  <a:lnTo>
                    <a:pt x="425259" y="1087080"/>
                  </a:lnTo>
                  <a:lnTo>
                    <a:pt x="425244" y="1087072"/>
                  </a:lnTo>
                  <a:lnTo>
                    <a:pt x="425227" y="1087061"/>
                  </a:lnTo>
                  <a:lnTo>
                    <a:pt x="425214" y="1087053"/>
                  </a:lnTo>
                  <a:lnTo>
                    <a:pt x="425183" y="1087032"/>
                  </a:lnTo>
                  <a:lnTo>
                    <a:pt x="425153" y="1087010"/>
                  </a:lnTo>
                  <a:lnTo>
                    <a:pt x="425123" y="1086992"/>
                  </a:lnTo>
                  <a:lnTo>
                    <a:pt x="425093" y="1086975"/>
                  </a:lnTo>
                  <a:lnTo>
                    <a:pt x="425064" y="1086956"/>
                  </a:lnTo>
                  <a:lnTo>
                    <a:pt x="425034" y="1086938"/>
                  </a:lnTo>
                  <a:lnTo>
                    <a:pt x="425004" y="1086919"/>
                  </a:lnTo>
                  <a:lnTo>
                    <a:pt x="424990" y="1086911"/>
                  </a:lnTo>
                  <a:lnTo>
                    <a:pt x="424986" y="1086910"/>
                  </a:lnTo>
                  <a:lnTo>
                    <a:pt x="424981" y="1086910"/>
                  </a:lnTo>
                  <a:lnTo>
                    <a:pt x="424975" y="1086914"/>
                  </a:lnTo>
                  <a:lnTo>
                    <a:pt x="424966" y="1086924"/>
                  </a:lnTo>
                  <a:lnTo>
                    <a:pt x="424950" y="1086939"/>
                  </a:lnTo>
                  <a:lnTo>
                    <a:pt x="424942" y="1086945"/>
                  </a:lnTo>
                  <a:lnTo>
                    <a:pt x="424931" y="1086952"/>
                  </a:lnTo>
                  <a:lnTo>
                    <a:pt x="424919" y="1086957"/>
                  </a:lnTo>
                  <a:lnTo>
                    <a:pt x="424903" y="1086967"/>
                  </a:lnTo>
                  <a:lnTo>
                    <a:pt x="424889" y="1086975"/>
                  </a:lnTo>
                  <a:lnTo>
                    <a:pt x="424859" y="1086997"/>
                  </a:lnTo>
                  <a:lnTo>
                    <a:pt x="424840" y="1087011"/>
                  </a:lnTo>
                  <a:lnTo>
                    <a:pt x="424829" y="1087021"/>
                  </a:lnTo>
                  <a:lnTo>
                    <a:pt x="424824" y="1087027"/>
                  </a:lnTo>
                  <a:lnTo>
                    <a:pt x="424821" y="1087032"/>
                  </a:lnTo>
                  <a:lnTo>
                    <a:pt x="424819" y="1087036"/>
                  </a:lnTo>
                  <a:lnTo>
                    <a:pt x="424816" y="1087046"/>
                  </a:lnTo>
                  <a:lnTo>
                    <a:pt x="424813" y="1087054"/>
                  </a:lnTo>
                  <a:lnTo>
                    <a:pt x="424808" y="1087058"/>
                  </a:lnTo>
                  <a:lnTo>
                    <a:pt x="424803" y="1087059"/>
                  </a:lnTo>
                  <a:lnTo>
                    <a:pt x="424787" y="1087062"/>
                  </a:lnTo>
                  <a:lnTo>
                    <a:pt x="424773" y="1087063"/>
                  </a:lnTo>
                  <a:lnTo>
                    <a:pt x="424764" y="1087063"/>
                  </a:lnTo>
                  <a:lnTo>
                    <a:pt x="424756" y="1087064"/>
                  </a:lnTo>
                  <a:lnTo>
                    <a:pt x="424748" y="1087064"/>
                  </a:lnTo>
                  <a:lnTo>
                    <a:pt x="424725" y="1087065"/>
                  </a:lnTo>
                  <a:lnTo>
                    <a:pt x="424695" y="1087066"/>
                  </a:lnTo>
                  <a:lnTo>
                    <a:pt x="424665" y="1087067"/>
                  </a:lnTo>
                  <a:lnTo>
                    <a:pt x="424635" y="1087070"/>
                  </a:lnTo>
                  <a:lnTo>
                    <a:pt x="424625" y="1087071"/>
                  </a:lnTo>
                  <a:lnTo>
                    <a:pt x="424602" y="1087074"/>
                  </a:lnTo>
                  <a:lnTo>
                    <a:pt x="424590" y="1087076"/>
                  </a:lnTo>
                  <a:lnTo>
                    <a:pt x="424574" y="1087080"/>
                  </a:lnTo>
                  <a:lnTo>
                    <a:pt x="424560" y="1087084"/>
                  </a:lnTo>
                  <a:lnTo>
                    <a:pt x="424544" y="1087089"/>
                  </a:lnTo>
                  <a:lnTo>
                    <a:pt x="424537" y="1087091"/>
                  </a:lnTo>
                  <a:lnTo>
                    <a:pt x="424525" y="1087096"/>
                  </a:lnTo>
                  <a:lnTo>
                    <a:pt x="424514" y="1087101"/>
                  </a:lnTo>
                  <a:lnTo>
                    <a:pt x="424484" y="1087116"/>
                  </a:lnTo>
                  <a:lnTo>
                    <a:pt x="424453" y="1087131"/>
                  </a:lnTo>
                  <a:lnTo>
                    <a:pt x="424439" y="1087139"/>
                  </a:lnTo>
                  <a:lnTo>
                    <a:pt x="424424" y="1087147"/>
                  </a:lnTo>
                  <a:lnTo>
                    <a:pt x="424411" y="1087156"/>
                  </a:lnTo>
                  <a:lnTo>
                    <a:pt x="424399" y="1087165"/>
                  </a:lnTo>
                  <a:lnTo>
                    <a:pt x="424376" y="1087188"/>
                  </a:lnTo>
                  <a:lnTo>
                    <a:pt x="424367" y="1087197"/>
                  </a:lnTo>
                  <a:lnTo>
                    <a:pt x="424356" y="1087214"/>
                  </a:lnTo>
                  <a:lnTo>
                    <a:pt x="424346" y="1087227"/>
                  </a:lnTo>
                  <a:lnTo>
                    <a:pt x="424318" y="1087267"/>
                  </a:lnTo>
                  <a:lnTo>
                    <a:pt x="424308" y="1087281"/>
                  </a:lnTo>
                  <a:lnTo>
                    <a:pt x="424292" y="1087306"/>
                  </a:lnTo>
                  <a:lnTo>
                    <a:pt x="424288" y="1087309"/>
                  </a:lnTo>
                  <a:lnTo>
                    <a:pt x="424272" y="1087328"/>
                  </a:lnTo>
                  <a:lnTo>
                    <a:pt x="424263" y="1087339"/>
                  </a:lnTo>
                  <a:lnTo>
                    <a:pt x="424258" y="1087344"/>
                  </a:lnTo>
                  <a:lnTo>
                    <a:pt x="424254" y="1087351"/>
                  </a:lnTo>
                  <a:lnTo>
                    <a:pt x="424248" y="1087361"/>
                  </a:lnTo>
                  <a:lnTo>
                    <a:pt x="424238" y="1087384"/>
                  </a:lnTo>
                  <a:lnTo>
                    <a:pt x="424235" y="1087391"/>
                  </a:lnTo>
                  <a:lnTo>
                    <a:pt x="424219" y="1087422"/>
                  </a:lnTo>
                  <a:lnTo>
                    <a:pt x="424210" y="1087440"/>
                  </a:lnTo>
                  <a:lnTo>
                    <a:pt x="424197" y="1087460"/>
                  </a:lnTo>
                  <a:lnTo>
                    <a:pt x="424188" y="1087473"/>
                  </a:lnTo>
                  <a:lnTo>
                    <a:pt x="424181" y="1087480"/>
                  </a:lnTo>
                  <a:lnTo>
                    <a:pt x="424172" y="1087488"/>
                  </a:lnTo>
                  <a:lnTo>
                    <a:pt x="424158" y="1087499"/>
                  </a:lnTo>
                  <a:lnTo>
                    <a:pt x="424133" y="1087517"/>
                  </a:lnTo>
                  <a:lnTo>
                    <a:pt x="424116" y="1087528"/>
                  </a:lnTo>
                  <a:lnTo>
                    <a:pt x="424107" y="1087532"/>
                  </a:lnTo>
                  <a:lnTo>
                    <a:pt x="424102" y="1087535"/>
                  </a:lnTo>
                  <a:lnTo>
                    <a:pt x="424097" y="1087535"/>
                  </a:lnTo>
                  <a:lnTo>
                    <a:pt x="424093" y="1087534"/>
                  </a:lnTo>
                  <a:lnTo>
                    <a:pt x="424086" y="1087531"/>
                  </a:lnTo>
                  <a:lnTo>
                    <a:pt x="424075" y="1087525"/>
                  </a:lnTo>
                  <a:lnTo>
                    <a:pt x="424063" y="1087516"/>
                  </a:lnTo>
                  <a:lnTo>
                    <a:pt x="424052" y="1087512"/>
                  </a:lnTo>
                  <a:lnTo>
                    <a:pt x="424040" y="1087508"/>
                  </a:lnTo>
                  <a:lnTo>
                    <a:pt x="424024" y="1087501"/>
                  </a:lnTo>
                  <a:lnTo>
                    <a:pt x="424000" y="1087490"/>
                  </a:lnTo>
                  <a:lnTo>
                    <a:pt x="423986" y="1087481"/>
                  </a:lnTo>
                  <a:lnTo>
                    <a:pt x="423976" y="1087469"/>
                  </a:lnTo>
                  <a:lnTo>
                    <a:pt x="423965" y="1087456"/>
                  </a:lnTo>
                  <a:lnTo>
                    <a:pt x="423958" y="1087443"/>
                  </a:lnTo>
                  <a:lnTo>
                    <a:pt x="423950" y="1087416"/>
                  </a:lnTo>
                  <a:lnTo>
                    <a:pt x="423943" y="1087393"/>
                  </a:lnTo>
                  <a:lnTo>
                    <a:pt x="423935" y="1087363"/>
                  </a:lnTo>
                  <a:lnTo>
                    <a:pt x="423930" y="1087343"/>
                  </a:lnTo>
                  <a:lnTo>
                    <a:pt x="423923" y="1087323"/>
                  </a:lnTo>
                  <a:lnTo>
                    <a:pt x="423916" y="1087311"/>
                  </a:lnTo>
                  <a:lnTo>
                    <a:pt x="423906" y="1087298"/>
                  </a:lnTo>
                  <a:lnTo>
                    <a:pt x="423892" y="1087282"/>
                  </a:lnTo>
                  <a:lnTo>
                    <a:pt x="423876" y="1087272"/>
                  </a:lnTo>
                  <a:lnTo>
                    <a:pt x="423867" y="1087266"/>
                  </a:lnTo>
                  <a:lnTo>
                    <a:pt x="423818" y="1087254"/>
                  </a:lnTo>
                  <a:lnTo>
                    <a:pt x="423789" y="1087232"/>
                  </a:lnTo>
                  <a:lnTo>
                    <a:pt x="423765" y="1087173"/>
                  </a:lnTo>
                  <a:lnTo>
                    <a:pt x="423740" y="1087120"/>
                  </a:lnTo>
                  <a:lnTo>
                    <a:pt x="423712" y="1087064"/>
                  </a:lnTo>
                  <a:lnTo>
                    <a:pt x="423699" y="1087034"/>
                  </a:lnTo>
                  <a:lnTo>
                    <a:pt x="423680" y="1087007"/>
                  </a:lnTo>
                  <a:lnTo>
                    <a:pt x="423657" y="1086992"/>
                  </a:lnTo>
                  <a:lnTo>
                    <a:pt x="423638" y="1086980"/>
                  </a:lnTo>
                  <a:lnTo>
                    <a:pt x="423612" y="1086960"/>
                  </a:lnTo>
                  <a:lnTo>
                    <a:pt x="423605" y="1086950"/>
                  </a:lnTo>
                  <a:lnTo>
                    <a:pt x="423597" y="1086946"/>
                  </a:lnTo>
                  <a:lnTo>
                    <a:pt x="423590" y="1086946"/>
                  </a:lnTo>
                  <a:lnTo>
                    <a:pt x="423584" y="1086946"/>
                  </a:lnTo>
                  <a:lnTo>
                    <a:pt x="423571" y="1086953"/>
                  </a:lnTo>
                  <a:lnTo>
                    <a:pt x="423554" y="1086963"/>
                  </a:lnTo>
                  <a:lnTo>
                    <a:pt x="423539" y="1086969"/>
                  </a:lnTo>
                  <a:lnTo>
                    <a:pt x="423501" y="1086978"/>
                  </a:lnTo>
                  <a:lnTo>
                    <a:pt x="423489" y="1086981"/>
                  </a:lnTo>
                  <a:lnTo>
                    <a:pt x="423475" y="1086984"/>
                  </a:lnTo>
                  <a:lnTo>
                    <a:pt x="423457" y="1086985"/>
                  </a:lnTo>
                  <a:lnTo>
                    <a:pt x="423444" y="1086982"/>
                  </a:lnTo>
                  <a:lnTo>
                    <a:pt x="423434" y="1086977"/>
                  </a:lnTo>
                  <a:lnTo>
                    <a:pt x="423429" y="1086971"/>
                  </a:lnTo>
                  <a:lnTo>
                    <a:pt x="423425" y="1086960"/>
                  </a:lnTo>
                  <a:lnTo>
                    <a:pt x="423423" y="1086954"/>
                  </a:lnTo>
                  <a:lnTo>
                    <a:pt x="423417" y="1086941"/>
                  </a:lnTo>
                  <a:lnTo>
                    <a:pt x="423411" y="1086932"/>
                  </a:lnTo>
                  <a:lnTo>
                    <a:pt x="423406" y="1086927"/>
                  </a:lnTo>
                  <a:lnTo>
                    <a:pt x="423381" y="1086907"/>
                  </a:lnTo>
                  <a:lnTo>
                    <a:pt x="423355" y="1086891"/>
                  </a:lnTo>
                  <a:lnTo>
                    <a:pt x="423316" y="1086865"/>
                  </a:lnTo>
                  <a:lnTo>
                    <a:pt x="423298" y="1086853"/>
                  </a:lnTo>
                  <a:lnTo>
                    <a:pt x="423285" y="1086843"/>
                  </a:lnTo>
                  <a:lnTo>
                    <a:pt x="423251" y="1086823"/>
                  </a:lnTo>
                  <a:lnTo>
                    <a:pt x="423231" y="1086813"/>
                  </a:lnTo>
                  <a:lnTo>
                    <a:pt x="423187" y="1086795"/>
                  </a:lnTo>
                  <a:lnTo>
                    <a:pt x="423153" y="1086776"/>
                  </a:lnTo>
                  <a:lnTo>
                    <a:pt x="423134" y="1086767"/>
                  </a:lnTo>
                  <a:lnTo>
                    <a:pt x="423114" y="1086763"/>
                  </a:lnTo>
                  <a:lnTo>
                    <a:pt x="423089" y="1086760"/>
                  </a:lnTo>
                  <a:lnTo>
                    <a:pt x="423070" y="1086761"/>
                  </a:lnTo>
                  <a:lnTo>
                    <a:pt x="423056" y="1086761"/>
                  </a:lnTo>
                  <a:lnTo>
                    <a:pt x="423040" y="1086764"/>
                  </a:lnTo>
                  <a:lnTo>
                    <a:pt x="423022" y="1086766"/>
                  </a:lnTo>
                  <a:lnTo>
                    <a:pt x="423010" y="1086771"/>
                  </a:lnTo>
                  <a:lnTo>
                    <a:pt x="422991" y="1086777"/>
                  </a:lnTo>
                  <a:lnTo>
                    <a:pt x="422978" y="1086784"/>
                  </a:lnTo>
                  <a:lnTo>
                    <a:pt x="422961" y="1086795"/>
                  </a:lnTo>
                  <a:lnTo>
                    <a:pt x="422949" y="1086802"/>
                  </a:lnTo>
                  <a:lnTo>
                    <a:pt x="422940" y="1086804"/>
                  </a:lnTo>
                  <a:lnTo>
                    <a:pt x="422927" y="1086803"/>
                  </a:lnTo>
                  <a:lnTo>
                    <a:pt x="422918" y="1086799"/>
                  </a:lnTo>
                  <a:lnTo>
                    <a:pt x="422902" y="1086790"/>
                  </a:lnTo>
                  <a:lnTo>
                    <a:pt x="422884" y="1086777"/>
                  </a:lnTo>
                  <a:lnTo>
                    <a:pt x="422873" y="1086765"/>
                  </a:lnTo>
                  <a:lnTo>
                    <a:pt x="422862" y="1086751"/>
                  </a:lnTo>
                  <a:lnTo>
                    <a:pt x="422848" y="1086729"/>
                  </a:lnTo>
                  <a:lnTo>
                    <a:pt x="422836" y="1086707"/>
                  </a:lnTo>
                  <a:lnTo>
                    <a:pt x="422830" y="1086697"/>
                  </a:lnTo>
                  <a:lnTo>
                    <a:pt x="422822" y="1086677"/>
                  </a:lnTo>
                  <a:lnTo>
                    <a:pt x="422811" y="1086644"/>
                  </a:lnTo>
                  <a:lnTo>
                    <a:pt x="422798" y="1086591"/>
                  </a:lnTo>
                  <a:lnTo>
                    <a:pt x="422793" y="1086569"/>
                  </a:lnTo>
                  <a:lnTo>
                    <a:pt x="422789" y="1086549"/>
                  </a:lnTo>
                  <a:lnTo>
                    <a:pt x="422788" y="1086539"/>
                  </a:lnTo>
                  <a:lnTo>
                    <a:pt x="422788" y="1086533"/>
                  </a:lnTo>
                  <a:lnTo>
                    <a:pt x="422789" y="1086528"/>
                  </a:lnTo>
                  <a:lnTo>
                    <a:pt x="422791" y="1086523"/>
                  </a:lnTo>
                  <a:lnTo>
                    <a:pt x="422798" y="1086516"/>
                  </a:lnTo>
                  <a:lnTo>
                    <a:pt x="422798" y="1086511"/>
                  </a:lnTo>
                  <a:lnTo>
                    <a:pt x="422791" y="1086506"/>
                  </a:lnTo>
                  <a:lnTo>
                    <a:pt x="422759" y="1086485"/>
                  </a:lnTo>
                  <a:lnTo>
                    <a:pt x="422750" y="1086477"/>
                  </a:lnTo>
                  <a:lnTo>
                    <a:pt x="422744" y="1086473"/>
                  </a:lnTo>
                  <a:lnTo>
                    <a:pt x="422727" y="1086457"/>
                  </a:lnTo>
                  <a:lnTo>
                    <a:pt x="422705" y="1086432"/>
                  </a:lnTo>
                  <a:lnTo>
                    <a:pt x="422693" y="1086416"/>
                  </a:lnTo>
                  <a:lnTo>
                    <a:pt x="422671" y="1086378"/>
                  </a:lnTo>
                  <a:lnTo>
                    <a:pt x="422664" y="1086367"/>
                  </a:lnTo>
                  <a:lnTo>
                    <a:pt x="422645" y="1086337"/>
                  </a:lnTo>
                  <a:lnTo>
                    <a:pt x="422638" y="1086326"/>
                  </a:lnTo>
                  <a:lnTo>
                    <a:pt x="422607" y="1086273"/>
                  </a:lnTo>
                  <a:lnTo>
                    <a:pt x="422596" y="1086252"/>
                  </a:lnTo>
                  <a:lnTo>
                    <a:pt x="422587" y="1086237"/>
                  </a:lnTo>
                  <a:lnTo>
                    <a:pt x="422584" y="1086233"/>
                  </a:lnTo>
                  <a:lnTo>
                    <a:pt x="422580" y="1086228"/>
                  </a:lnTo>
                  <a:lnTo>
                    <a:pt x="422570" y="1086219"/>
                  </a:lnTo>
                  <a:lnTo>
                    <a:pt x="422544" y="1086205"/>
                  </a:lnTo>
                  <a:lnTo>
                    <a:pt x="422515" y="1086192"/>
                  </a:lnTo>
                  <a:lnTo>
                    <a:pt x="422502" y="1086188"/>
                  </a:lnTo>
                  <a:lnTo>
                    <a:pt x="422492" y="1086185"/>
                  </a:lnTo>
                  <a:lnTo>
                    <a:pt x="422479" y="1086185"/>
                  </a:lnTo>
                  <a:lnTo>
                    <a:pt x="422471" y="1086183"/>
                  </a:lnTo>
                  <a:lnTo>
                    <a:pt x="422444" y="1086173"/>
                  </a:lnTo>
                  <a:lnTo>
                    <a:pt x="422424" y="1086165"/>
                  </a:lnTo>
                  <a:lnTo>
                    <a:pt x="422379" y="1086147"/>
                  </a:lnTo>
                  <a:lnTo>
                    <a:pt x="422359" y="1086137"/>
                  </a:lnTo>
                  <a:lnTo>
                    <a:pt x="422347" y="1086131"/>
                  </a:lnTo>
                  <a:lnTo>
                    <a:pt x="422338" y="1086128"/>
                  </a:lnTo>
                  <a:lnTo>
                    <a:pt x="422313" y="1086123"/>
                  </a:lnTo>
                  <a:lnTo>
                    <a:pt x="422282" y="1086113"/>
                  </a:lnTo>
                  <a:lnTo>
                    <a:pt x="422247" y="1086103"/>
                  </a:lnTo>
                  <a:lnTo>
                    <a:pt x="422222" y="1086097"/>
                  </a:lnTo>
                  <a:lnTo>
                    <a:pt x="422212" y="1086095"/>
                  </a:lnTo>
                  <a:lnTo>
                    <a:pt x="422183" y="1086087"/>
                  </a:lnTo>
                  <a:lnTo>
                    <a:pt x="422142" y="1086077"/>
                  </a:lnTo>
                  <a:lnTo>
                    <a:pt x="422127" y="1086074"/>
                  </a:lnTo>
                  <a:lnTo>
                    <a:pt x="422119" y="1086071"/>
                  </a:lnTo>
                  <a:lnTo>
                    <a:pt x="422093" y="1086056"/>
                  </a:lnTo>
                  <a:lnTo>
                    <a:pt x="422067" y="1086043"/>
                  </a:lnTo>
                  <a:lnTo>
                    <a:pt x="422036" y="1086031"/>
                  </a:lnTo>
                  <a:lnTo>
                    <a:pt x="421859" y="1085969"/>
                  </a:lnTo>
                  <a:lnTo>
                    <a:pt x="421879" y="1085937"/>
                  </a:lnTo>
                  <a:lnTo>
                    <a:pt x="421909" y="1085902"/>
                  </a:lnTo>
                  <a:lnTo>
                    <a:pt x="421922" y="1085893"/>
                  </a:lnTo>
                  <a:lnTo>
                    <a:pt x="421975" y="1085847"/>
                  </a:lnTo>
                  <a:lnTo>
                    <a:pt x="422089" y="1085709"/>
                  </a:lnTo>
                  <a:lnTo>
                    <a:pt x="422139" y="1085644"/>
                  </a:lnTo>
                  <a:lnTo>
                    <a:pt x="422153" y="1085625"/>
                  </a:lnTo>
                  <a:lnTo>
                    <a:pt x="422168" y="1085611"/>
                  </a:lnTo>
                  <a:lnTo>
                    <a:pt x="422206" y="1085573"/>
                  </a:lnTo>
                  <a:lnTo>
                    <a:pt x="422221" y="1085556"/>
                  </a:lnTo>
                  <a:lnTo>
                    <a:pt x="422251" y="1085522"/>
                  </a:lnTo>
                  <a:lnTo>
                    <a:pt x="422275" y="1085492"/>
                  </a:lnTo>
                  <a:lnTo>
                    <a:pt x="422293" y="1085470"/>
                  </a:lnTo>
                  <a:lnTo>
                    <a:pt x="422304" y="1085453"/>
                  </a:lnTo>
                  <a:lnTo>
                    <a:pt x="422310" y="1085440"/>
                  </a:lnTo>
                  <a:lnTo>
                    <a:pt x="422319" y="1085418"/>
                  </a:lnTo>
                  <a:lnTo>
                    <a:pt x="422321" y="1085410"/>
                  </a:lnTo>
                  <a:lnTo>
                    <a:pt x="422325" y="1085396"/>
                  </a:lnTo>
                  <a:lnTo>
                    <a:pt x="422326" y="1085384"/>
                  </a:lnTo>
                  <a:lnTo>
                    <a:pt x="422326" y="1085373"/>
                  </a:lnTo>
                  <a:lnTo>
                    <a:pt x="422325" y="1085365"/>
                  </a:lnTo>
                  <a:lnTo>
                    <a:pt x="422315" y="1085343"/>
                  </a:lnTo>
                  <a:lnTo>
                    <a:pt x="422307" y="1085329"/>
                  </a:lnTo>
                  <a:lnTo>
                    <a:pt x="422295" y="1085312"/>
                  </a:lnTo>
                  <a:lnTo>
                    <a:pt x="422290" y="1085305"/>
                  </a:lnTo>
                  <a:lnTo>
                    <a:pt x="422273" y="1085277"/>
                  </a:lnTo>
                  <a:lnTo>
                    <a:pt x="422265" y="1085261"/>
                  </a:lnTo>
                  <a:lnTo>
                    <a:pt x="422262" y="1085243"/>
                  </a:lnTo>
                  <a:lnTo>
                    <a:pt x="422261" y="1085224"/>
                  </a:lnTo>
                  <a:lnTo>
                    <a:pt x="422262" y="1085210"/>
                  </a:lnTo>
                  <a:lnTo>
                    <a:pt x="422262" y="1085185"/>
                  </a:lnTo>
                  <a:lnTo>
                    <a:pt x="422265" y="1085157"/>
                  </a:lnTo>
                  <a:lnTo>
                    <a:pt x="422268" y="1085129"/>
                  </a:lnTo>
                  <a:lnTo>
                    <a:pt x="422270" y="1085106"/>
                  </a:lnTo>
                  <a:lnTo>
                    <a:pt x="422276" y="1085074"/>
                  </a:lnTo>
                  <a:lnTo>
                    <a:pt x="422280" y="1085054"/>
                  </a:lnTo>
                  <a:lnTo>
                    <a:pt x="422285" y="1085030"/>
                  </a:lnTo>
                  <a:lnTo>
                    <a:pt x="422292" y="1085002"/>
                  </a:lnTo>
                  <a:lnTo>
                    <a:pt x="422294" y="1084994"/>
                  </a:lnTo>
                  <a:lnTo>
                    <a:pt x="422298" y="1084979"/>
                  </a:lnTo>
                  <a:lnTo>
                    <a:pt x="422303" y="1084970"/>
                  </a:lnTo>
                  <a:lnTo>
                    <a:pt x="422310" y="1084962"/>
                  </a:lnTo>
                  <a:lnTo>
                    <a:pt x="422315" y="1084959"/>
                  </a:lnTo>
                  <a:lnTo>
                    <a:pt x="422318" y="1084954"/>
                  </a:lnTo>
                  <a:lnTo>
                    <a:pt x="422313" y="1084952"/>
                  </a:lnTo>
                  <a:lnTo>
                    <a:pt x="422304" y="1084950"/>
                  </a:lnTo>
                  <a:lnTo>
                    <a:pt x="422287" y="1084948"/>
                  </a:lnTo>
                  <a:lnTo>
                    <a:pt x="422275" y="1084946"/>
                  </a:lnTo>
                  <a:lnTo>
                    <a:pt x="422263" y="1084940"/>
                  </a:lnTo>
                  <a:lnTo>
                    <a:pt x="422257" y="1084937"/>
                  </a:lnTo>
                  <a:lnTo>
                    <a:pt x="422238" y="1084925"/>
                  </a:lnTo>
                  <a:lnTo>
                    <a:pt x="422234" y="1084920"/>
                  </a:lnTo>
                  <a:lnTo>
                    <a:pt x="422218" y="1084909"/>
                  </a:lnTo>
                  <a:lnTo>
                    <a:pt x="422208" y="1084901"/>
                  </a:lnTo>
                  <a:lnTo>
                    <a:pt x="422198" y="1084893"/>
                  </a:lnTo>
                  <a:lnTo>
                    <a:pt x="422173" y="1084879"/>
                  </a:lnTo>
                  <a:lnTo>
                    <a:pt x="422148" y="1084868"/>
                  </a:lnTo>
                  <a:lnTo>
                    <a:pt x="422108" y="1084851"/>
                  </a:lnTo>
                  <a:lnTo>
                    <a:pt x="422074" y="1084835"/>
                  </a:lnTo>
                  <a:lnTo>
                    <a:pt x="422042" y="1084817"/>
                  </a:lnTo>
                  <a:lnTo>
                    <a:pt x="422024" y="1084805"/>
                  </a:lnTo>
                  <a:lnTo>
                    <a:pt x="422010" y="1084795"/>
                  </a:lnTo>
                  <a:lnTo>
                    <a:pt x="422002" y="1084787"/>
                  </a:lnTo>
                  <a:lnTo>
                    <a:pt x="421992" y="1084777"/>
                  </a:lnTo>
                  <a:lnTo>
                    <a:pt x="421978" y="1084768"/>
                  </a:lnTo>
                  <a:lnTo>
                    <a:pt x="421959" y="1084757"/>
                  </a:lnTo>
                  <a:lnTo>
                    <a:pt x="421940" y="1084745"/>
                  </a:lnTo>
                  <a:lnTo>
                    <a:pt x="421913" y="1084724"/>
                  </a:lnTo>
                  <a:lnTo>
                    <a:pt x="421875" y="1084689"/>
                  </a:lnTo>
                  <a:lnTo>
                    <a:pt x="421854" y="1084671"/>
                  </a:lnTo>
                  <a:lnTo>
                    <a:pt x="421828" y="1084648"/>
                  </a:lnTo>
                  <a:lnTo>
                    <a:pt x="421814" y="1084634"/>
                  </a:lnTo>
                  <a:lnTo>
                    <a:pt x="421803" y="1084619"/>
                  </a:lnTo>
                  <a:lnTo>
                    <a:pt x="421795" y="1084604"/>
                  </a:lnTo>
                  <a:lnTo>
                    <a:pt x="421789" y="1084583"/>
                  </a:lnTo>
                  <a:lnTo>
                    <a:pt x="421786" y="1084566"/>
                  </a:lnTo>
                  <a:lnTo>
                    <a:pt x="421784" y="1084540"/>
                  </a:lnTo>
                  <a:lnTo>
                    <a:pt x="421785" y="1084513"/>
                  </a:lnTo>
                  <a:lnTo>
                    <a:pt x="421787" y="1084482"/>
                  </a:lnTo>
                  <a:lnTo>
                    <a:pt x="421788" y="1084475"/>
                  </a:lnTo>
                  <a:lnTo>
                    <a:pt x="421792" y="1084467"/>
                  </a:lnTo>
                  <a:lnTo>
                    <a:pt x="421795" y="1084451"/>
                  </a:lnTo>
                  <a:lnTo>
                    <a:pt x="421801" y="1084437"/>
                  </a:lnTo>
                  <a:lnTo>
                    <a:pt x="421813" y="1084416"/>
                  </a:lnTo>
                  <a:lnTo>
                    <a:pt x="421823" y="1084394"/>
                  </a:lnTo>
                  <a:lnTo>
                    <a:pt x="421827" y="1084377"/>
                  </a:lnTo>
                  <a:lnTo>
                    <a:pt x="421828" y="1084356"/>
                  </a:lnTo>
                  <a:lnTo>
                    <a:pt x="421825" y="1084320"/>
                  </a:lnTo>
                  <a:lnTo>
                    <a:pt x="421817" y="1084283"/>
                  </a:lnTo>
                  <a:lnTo>
                    <a:pt x="421807" y="1084261"/>
                  </a:lnTo>
                  <a:lnTo>
                    <a:pt x="421790" y="1084237"/>
                  </a:lnTo>
                  <a:lnTo>
                    <a:pt x="421768" y="1084211"/>
                  </a:lnTo>
                  <a:lnTo>
                    <a:pt x="421755" y="1084200"/>
                  </a:lnTo>
                  <a:lnTo>
                    <a:pt x="421743" y="1084193"/>
                  </a:lnTo>
                  <a:lnTo>
                    <a:pt x="421738" y="1084188"/>
                  </a:lnTo>
                  <a:lnTo>
                    <a:pt x="421734" y="1084175"/>
                  </a:lnTo>
                  <a:lnTo>
                    <a:pt x="421728" y="1084138"/>
                  </a:lnTo>
                  <a:lnTo>
                    <a:pt x="421725" y="1084114"/>
                  </a:lnTo>
                  <a:lnTo>
                    <a:pt x="421726" y="1084103"/>
                  </a:lnTo>
                  <a:lnTo>
                    <a:pt x="421727" y="1084096"/>
                  </a:lnTo>
                  <a:lnTo>
                    <a:pt x="421728" y="1084088"/>
                  </a:lnTo>
                  <a:lnTo>
                    <a:pt x="421730" y="1084084"/>
                  </a:lnTo>
                  <a:lnTo>
                    <a:pt x="421740" y="1084065"/>
                  </a:lnTo>
                  <a:lnTo>
                    <a:pt x="421750" y="1084042"/>
                  </a:lnTo>
                  <a:lnTo>
                    <a:pt x="421755" y="1084027"/>
                  </a:lnTo>
                  <a:lnTo>
                    <a:pt x="421760" y="1084016"/>
                  </a:lnTo>
                  <a:lnTo>
                    <a:pt x="421764" y="1084008"/>
                  </a:lnTo>
                  <a:lnTo>
                    <a:pt x="421768" y="1084001"/>
                  </a:lnTo>
                  <a:lnTo>
                    <a:pt x="421772" y="1083995"/>
                  </a:lnTo>
                  <a:lnTo>
                    <a:pt x="421775" y="1083989"/>
                  </a:lnTo>
                  <a:lnTo>
                    <a:pt x="421781" y="1083981"/>
                  </a:lnTo>
                  <a:lnTo>
                    <a:pt x="421793" y="1083968"/>
                  </a:lnTo>
                  <a:lnTo>
                    <a:pt x="421806" y="1083951"/>
                  </a:lnTo>
                  <a:lnTo>
                    <a:pt x="421815" y="1083938"/>
                  </a:lnTo>
                  <a:lnTo>
                    <a:pt x="421821" y="1083927"/>
                  </a:lnTo>
                  <a:lnTo>
                    <a:pt x="421827" y="1083912"/>
                  </a:lnTo>
                  <a:lnTo>
                    <a:pt x="421832" y="1083897"/>
                  </a:lnTo>
                  <a:lnTo>
                    <a:pt x="421835" y="1083887"/>
                  </a:lnTo>
                  <a:lnTo>
                    <a:pt x="421838" y="1083881"/>
                  </a:lnTo>
                  <a:lnTo>
                    <a:pt x="421843" y="1083871"/>
                  </a:lnTo>
                  <a:lnTo>
                    <a:pt x="421853" y="1083860"/>
                  </a:lnTo>
                  <a:lnTo>
                    <a:pt x="421863" y="1083849"/>
                  </a:lnTo>
                  <a:lnTo>
                    <a:pt x="421875" y="1083836"/>
                  </a:lnTo>
                  <a:lnTo>
                    <a:pt x="421895" y="1083815"/>
                  </a:lnTo>
                  <a:lnTo>
                    <a:pt x="421907" y="1083799"/>
                  </a:lnTo>
                  <a:lnTo>
                    <a:pt x="421919" y="1083784"/>
                  </a:lnTo>
                  <a:lnTo>
                    <a:pt x="421931" y="1083769"/>
                  </a:lnTo>
                  <a:lnTo>
                    <a:pt x="421948" y="1083750"/>
                  </a:lnTo>
                  <a:lnTo>
                    <a:pt x="421954" y="1083745"/>
                  </a:lnTo>
                  <a:lnTo>
                    <a:pt x="421960" y="1083742"/>
                  </a:lnTo>
                  <a:lnTo>
                    <a:pt x="421965" y="1083737"/>
                  </a:lnTo>
                  <a:lnTo>
                    <a:pt x="421950" y="1083734"/>
                  </a:lnTo>
                  <a:lnTo>
                    <a:pt x="421938" y="1083734"/>
                  </a:lnTo>
                  <a:lnTo>
                    <a:pt x="421924" y="1083732"/>
                  </a:lnTo>
                  <a:lnTo>
                    <a:pt x="421909" y="1083727"/>
                  </a:lnTo>
                  <a:lnTo>
                    <a:pt x="421893" y="1083720"/>
                  </a:lnTo>
                  <a:lnTo>
                    <a:pt x="421858" y="1083702"/>
                  </a:lnTo>
                  <a:lnTo>
                    <a:pt x="421840" y="1083693"/>
                  </a:lnTo>
                  <a:lnTo>
                    <a:pt x="421825" y="1083686"/>
                  </a:lnTo>
                  <a:lnTo>
                    <a:pt x="421793" y="1083670"/>
                  </a:lnTo>
                  <a:lnTo>
                    <a:pt x="421779" y="1083661"/>
                  </a:lnTo>
                  <a:lnTo>
                    <a:pt x="421757" y="1083653"/>
                  </a:lnTo>
                  <a:lnTo>
                    <a:pt x="421741" y="1083648"/>
                  </a:lnTo>
                  <a:lnTo>
                    <a:pt x="421727" y="1083644"/>
                  </a:lnTo>
                  <a:lnTo>
                    <a:pt x="421715" y="1083644"/>
                  </a:lnTo>
                  <a:lnTo>
                    <a:pt x="421688" y="1083641"/>
                  </a:lnTo>
                  <a:lnTo>
                    <a:pt x="421679" y="1083639"/>
                  </a:lnTo>
                  <a:lnTo>
                    <a:pt x="421661" y="1083634"/>
                  </a:lnTo>
                  <a:lnTo>
                    <a:pt x="421652" y="1083629"/>
                  </a:lnTo>
                  <a:lnTo>
                    <a:pt x="421642" y="1083623"/>
                  </a:lnTo>
                  <a:lnTo>
                    <a:pt x="421629" y="1083615"/>
                  </a:lnTo>
                  <a:lnTo>
                    <a:pt x="421620" y="1083608"/>
                  </a:lnTo>
                  <a:lnTo>
                    <a:pt x="421596" y="1083586"/>
                  </a:lnTo>
                  <a:lnTo>
                    <a:pt x="421573" y="1083562"/>
                  </a:lnTo>
                  <a:lnTo>
                    <a:pt x="421545" y="1083534"/>
                  </a:lnTo>
                  <a:lnTo>
                    <a:pt x="421525" y="1083513"/>
                  </a:lnTo>
                  <a:lnTo>
                    <a:pt x="421497" y="1083481"/>
                  </a:lnTo>
                  <a:lnTo>
                    <a:pt x="421488" y="1083472"/>
                  </a:lnTo>
                  <a:lnTo>
                    <a:pt x="421478" y="1083459"/>
                  </a:lnTo>
                  <a:lnTo>
                    <a:pt x="421471" y="1083447"/>
                  </a:lnTo>
                  <a:lnTo>
                    <a:pt x="421460" y="1083428"/>
                  </a:lnTo>
                  <a:lnTo>
                    <a:pt x="421452" y="1083414"/>
                  </a:lnTo>
                  <a:lnTo>
                    <a:pt x="421446" y="1083408"/>
                  </a:lnTo>
                  <a:lnTo>
                    <a:pt x="421439" y="1083403"/>
                  </a:lnTo>
                  <a:lnTo>
                    <a:pt x="421430" y="1083398"/>
                  </a:lnTo>
                  <a:lnTo>
                    <a:pt x="421417" y="1083391"/>
                  </a:lnTo>
                  <a:lnTo>
                    <a:pt x="421410" y="1083387"/>
                  </a:lnTo>
                  <a:lnTo>
                    <a:pt x="421403" y="1083381"/>
                  </a:lnTo>
                  <a:lnTo>
                    <a:pt x="421398" y="1083375"/>
                  </a:lnTo>
                  <a:lnTo>
                    <a:pt x="421391" y="1083360"/>
                  </a:lnTo>
                  <a:lnTo>
                    <a:pt x="421382" y="1083339"/>
                  </a:lnTo>
                  <a:lnTo>
                    <a:pt x="421372" y="1083322"/>
                  </a:lnTo>
                  <a:lnTo>
                    <a:pt x="421365" y="1083314"/>
                  </a:lnTo>
                  <a:lnTo>
                    <a:pt x="421352" y="1083305"/>
                  </a:lnTo>
                  <a:lnTo>
                    <a:pt x="421330" y="1083296"/>
                  </a:lnTo>
                  <a:lnTo>
                    <a:pt x="421307" y="1083288"/>
                  </a:lnTo>
                  <a:lnTo>
                    <a:pt x="421299" y="1083286"/>
                  </a:lnTo>
                  <a:lnTo>
                    <a:pt x="421283" y="1083282"/>
                  </a:lnTo>
                  <a:lnTo>
                    <a:pt x="421269" y="1083281"/>
                  </a:lnTo>
                  <a:lnTo>
                    <a:pt x="421258" y="1083281"/>
                  </a:lnTo>
                  <a:lnTo>
                    <a:pt x="421241" y="1083286"/>
                  </a:lnTo>
                  <a:lnTo>
                    <a:pt x="421234" y="1083288"/>
                  </a:lnTo>
                  <a:lnTo>
                    <a:pt x="421204" y="1083297"/>
                  </a:lnTo>
                  <a:lnTo>
                    <a:pt x="421176" y="1083305"/>
                  </a:lnTo>
                  <a:lnTo>
                    <a:pt x="421162" y="1083309"/>
                  </a:lnTo>
                  <a:lnTo>
                    <a:pt x="421135" y="1083319"/>
                  </a:lnTo>
                  <a:lnTo>
                    <a:pt x="421111" y="1083328"/>
                  </a:lnTo>
                  <a:lnTo>
                    <a:pt x="421098" y="1083333"/>
                  </a:lnTo>
                  <a:lnTo>
                    <a:pt x="421058" y="1083347"/>
                  </a:lnTo>
                  <a:lnTo>
                    <a:pt x="421036" y="1083357"/>
                  </a:lnTo>
                  <a:lnTo>
                    <a:pt x="421014" y="1083366"/>
                  </a:lnTo>
                  <a:lnTo>
                    <a:pt x="420995" y="1083372"/>
                  </a:lnTo>
                  <a:lnTo>
                    <a:pt x="420982" y="1083375"/>
                  </a:lnTo>
                  <a:lnTo>
                    <a:pt x="420975" y="1083376"/>
                  </a:lnTo>
                  <a:lnTo>
                    <a:pt x="420954" y="1083378"/>
                  </a:lnTo>
                  <a:lnTo>
                    <a:pt x="420941" y="1083380"/>
                  </a:lnTo>
                  <a:lnTo>
                    <a:pt x="420928" y="1083385"/>
                  </a:lnTo>
                  <a:lnTo>
                    <a:pt x="420916" y="1083393"/>
                  </a:lnTo>
                  <a:lnTo>
                    <a:pt x="420911" y="1083397"/>
                  </a:lnTo>
                  <a:lnTo>
                    <a:pt x="420900" y="1083403"/>
                  </a:lnTo>
                  <a:lnTo>
                    <a:pt x="420886" y="1083406"/>
                  </a:lnTo>
                  <a:lnTo>
                    <a:pt x="420866" y="1083410"/>
                  </a:lnTo>
                  <a:lnTo>
                    <a:pt x="420851" y="1083411"/>
                  </a:lnTo>
                  <a:lnTo>
                    <a:pt x="420828" y="1083409"/>
                  </a:lnTo>
                  <a:lnTo>
                    <a:pt x="420809" y="1083406"/>
                  </a:lnTo>
                  <a:lnTo>
                    <a:pt x="420787" y="1083401"/>
                  </a:lnTo>
                  <a:lnTo>
                    <a:pt x="420776" y="1083397"/>
                  </a:lnTo>
                  <a:lnTo>
                    <a:pt x="420765" y="1083391"/>
                  </a:lnTo>
                  <a:lnTo>
                    <a:pt x="420747" y="1083382"/>
                  </a:lnTo>
                  <a:lnTo>
                    <a:pt x="420737" y="1083372"/>
                  </a:lnTo>
                  <a:lnTo>
                    <a:pt x="420721" y="1083358"/>
                  </a:lnTo>
                  <a:lnTo>
                    <a:pt x="420708" y="1083349"/>
                  </a:lnTo>
                  <a:lnTo>
                    <a:pt x="420693" y="1083342"/>
                  </a:lnTo>
                  <a:lnTo>
                    <a:pt x="420684" y="1083339"/>
                  </a:lnTo>
                  <a:lnTo>
                    <a:pt x="420655" y="1083338"/>
                  </a:lnTo>
                  <a:lnTo>
                    <a:pt x="420639" y="1083339"/>
                  </a:lnTo>
                  <a:lnTo>
                    <a:pt x="420618" y="1083339"/>
                  </a:lnTo>
                  <a:lnTo>
                    <a:pt x="420609" y="1083340"/>
                  </a:lnTo>
                  <a:lnTo>
                    <a:pt x="420602" y="1083344"/>
                  </a:lnTo>
                  <a:lnTo>
                    <a:pt x="420595" y="1083349"/>
                  </a:lnTo>
                  <a:lnTo>
                    <a:pt x="420589" y="1083352"/>
                  </a:lnTo>
                  <a:lnTo>
                    <a:pt x="420589" y="1083343"/>
                  </a:lnTo>
                  <a:lnTo>
                    <a:pt x="420590" y="1083324"/>
                  </a:lnTo>
                  <a:lnTo>
                    <a:pt x="420588" y="1083299"/>
                  </a:lnTo>
                  <a:lnTo>
                    <a:pt x="420584" y="1083274"/>
                  </a:lnTo>
                  <a:lnTo>
                    <a:pt x="420584" y="1083247"/>
                  </a:lnTo>
                  <a:lnTo>
                    <a:pt x="420584" y="1083219"/>
                  </a:lnTo>
                  <a:lnTo>
                    <a:pt x="420583" y="1083204"/>
                  </a:lnTo>
                  <a:lnTo>
                    <a:pt x="420582" y="1083195"/>
                  </a:lnTo>
                  <a:lnTo>
                    <a:pt x="420577" y="1083166"/>
                  </a:lnTo>
                  <a:lnTo>
                    <a:pt x="420572" y="1083147"/>
                  </a:lnTo>
                  <a:lnTo>
                    <a:pt x="420571" y="1083130"/>
                  </a:lnTo>
                  <a:lnTo>
                    <a:pt x="420571" y="1083117"/>
                  </a:lnTo>
                  <a:lnTo>
                    <a:pt x="420565" y="1083080"/>
                  </a:lnTo>
                  <a:lnTo>
                    <a:pt x="420562" y="1083065"/>
                  </a:lnTo>
                  <a:lnTo>
                    <a:pt x="420559" y="1083058"/>
                  </a:lnTo>
                  <a:lnTo>
                    <a:pt x="420550" y="1083047"/>
                  </a:lnTo>
                  <a:lnTo>
                    <a:pt x="420538" y="1083027"/>
                  </a:lnTo>
                  <a:lnTo>
                    <a:pt x="420536" y="1083017"/>
                  </a:lnTo>
                  <a:lnTo>
                    <a:pt x="420541" y="1083009"/>
                  </a:lnTo>
                  <a:lnTo>
                    <a:pt x="420547" y="1083000"/>
                  </a:lnTo>
                  <a:lnTo>
                    <a:pt x="420555" y="1082993"/>
                  </a:lnTo>
                  <a:lnTo>
                    <a:pt x="420564" y="1082987"/>
                  </a:lnTo>
                  <a:lnTo>
                    <a:pt x="420571" y="1082982"/>
                  </a:lnTo>
                  <a:lnTo>
                    <a:pt x="420591" y="1082965"/>
                  </a:lnTo>
                  <a:lnTo>
                    <a:pt x="420603" y="1082955"/>
                  </a:lnTo>
                  <a:lnTo>
                    <a:pt x="420618" y="1082942"/>
                  </a:lnTo>
                  <a:lnTo>
                    <a:pt x="420628" y="1082934"/>
                  </a:lnTo>
                  <a:lnTo>
                    <a:pt x="420636" y="1082927"/>
                  </a:lnTo>
                  <a:lnTo>
                    <a:pt x="420646" y="1082918"/>
                  </a:lnTo>
                  <a:lnTo>
                    <a:pt x="420656" y="1082912"/>
                  </a:lnTo>
                  <a:lnTo>
                    <a:pt x="420665" y="1082907"/>
                  </a:lnTo>
                  <a:lnTo>
                    <a:pt x="420672" y="1082903"/>
                  </a:lnTo>
                  <a:lnTo>
                    <a:pt x="420693" y="1082895"/>
                  </a:lnTo>
                  <a:lnTo>
                    <a:pt x="420705" y="1082893"/>
                  </a:lnTo>
                  <a:lnTo>
                    <a:pt x="420734" y="1082884"/>
                  </a:lnTo>
                  <a:lnTo>
                    <a:pt x="420758" y="1082875"/>
                  </a:lnTo>
                  <a:lnTo>
                    <a:pt x="420764" y="1082873"/>
                  </a:lnTo>
                  <a:lnTo>
                    <a:pt x="420779" y="1082866"/>
                  </a:lnTo>
                  <a:lnTo>
                    <a:pt x="420791" y="1082860"/>
                  </a:lnTo>
                  <a:lnTo>
                    <a:pt x="420804" y="1082849"/>
                  </a:lnTo>
                  <a:lnTo>
                    <a:pt x="420814" y="1082840"/>
                  </a:lnTo>
                  <a:lnTo>
                    <a:pt x="420823" y="1082832"/>
                  </a:lnTo>
                  <a:lnTo>
                    <a:pt x="420833" y="1082819"/>
                  </a:lnTo>
                  <a:lnTo>
                    <a:pt x="420844" y="1082805"/>
                  </a:lnTo>
                  <a:lnTo>
                    <a:pt x="420854" y="1082790"/>
                  </a:lnTo>
                  <a:lnTo>
                    <a:pt x="420859" y="1082782"/>
                  </a:lnTo>
                  <a:lnTo>
                    <a:pt x="420863" y="1082775"/>
                  </a:lnTo>
                  <a:lnTo>
                    <a:pt x="420866" y="1082766"/>
                  </a:lnTo>
                  <a:lnTo>
                    <a:pt x="420871" y="1082749"/>
                  </a:lnTo>
                  <a:lnTo>
                    <a:pt x="420876" y="1082731"/>
                  </a:lnTo>
                  <a:lnTo>
                    <a:pt x="420880" y="1082712"/>
                  </a:lnTo>
                  <a:lnTo>
                    <a:pt x="420883" y="1082692"/>
                  </a:lnTo>
                  <a:lnTo>
                    <a:pt x="420886" y="1082678"/>
                  </a:lnTo>
                  <a:lnTo>
                    <a:pt x="420887" y="1082670"/>
                  </a:lnTo>
                  <a:lnTo>
                    <a:pt x="420890" y="1082658"/>
                  </a:lnTo>
                  <a:lnTo>
                    <a:pt x="420893" y="1082643"/>
                  </a:lnTo>
                  <a:lnTo>
                    <a:pt x="420894" y="1082626"/>
                  </a:lnTo>
                  <a:lnTo>
                    <a:pt x="420895" y="1082600"/>
                  </a:lnTo>
                  <a:lnTo>
                    <a:pt x="420897" y="1082587"/>
                  </a:lnTo>
                  <a:lnTo>
                    <a:pt x="420898" y="1082580"/>
                  </a:lnTo>
                  <a:lnTo>
                    <a:pt x="420899" y="1082574"/>
                  </a:lnTo>
                  <a:lnTo>
                    <a:pt x="420902" y="1082564"/>
                  </a:lnTo>
                  <a:lnTo>
                    <a:pt x="420904" y="1082550"/>
                  </a:lnTo>
                  <a:lnTo>
                    <a:pt x="420907" y="1082536"/>
                  </a:lnTo>
                  <a:lnTo>
                    <a:pt x="420907" y="1082526"/>
                  </a:lnTo>
                  <a:lnTo>
                    <a:pt x="420906" y="1082503"/>
                  </a:lnTo>
                  <a:lnTo>
                    <a:pt x="420904" y="1082483"/>
                  </a:lnTo>
                  <a:lnTo>
                    <a:pt x="420901" y="1082473"/>
                  </a:lnTo>
                  <a:lnTo>
                    <a:pt x="420899" y="1082466"/>
                  </a:lnTo>
                  <a:lnTo>
                    <a:pt x="420899" y="1082442"/>
                  </a:lnTo>
                  <a:lnTo>
                    <a:pt x="420900" y="1082433"/>
                  </a:lnTo>
                  <a:lnTo>
                    <a:pt x="420901" y="1082427"/>
                  </a:lnTo>
                  <a:lnTo>
                    <a:pt x="420903" y="1082415"/>
                  </a:lnTo>
                  <a:lnTo>
                    <a:pt x="420905" y="1082404"/>
                  </a:lnTo>
                  <a:lnTo>
                    <a:pt x="420909" y="1082390"/>
                  </a:lnTo>
                  <a:lnTo>
                    <a:pt x="420913" y="1082376"/>
                  </a:lnTo>
                  <a:lnTo>
                    <a:pt x="420916" y="1082366"/>
                  </a:lnTo>
                  <a:lnTo>
                    <a:pt x="420919" y="1082357"/>
                  </a:lnTo>
                  <a:lnTo>
                    <a:pt x="420924" y="1082343"/>
                  </a:lnTo>
                  <a:lnTo>
                    <a:pt x="420928" y="1082333"/>
                  </a:lnTo>
                  <a:lnTo>
                    <a:pt x="420928" y="1082328"/>
                  </a:lnTo>
                  <a:lnTo>
                    <a:pt x="420922" y="1082323"/>
                  </a:lnTo>
                  <a:lnTo>
                    <a:pt x="420911" y="1082319"/>
                  </a:lnTo>
                  <a:lnTo>
                    <a:pt x="420903" y="1082317"/>
                  </a:lnTo>
                  <a:lnTo>
                    <a:pt x="420892" y="1082314"/>
                  </a:lnTo>
                  <a:lnTo>
                    <a:pt x="420885" y="1082313"/>
                  </a:lnTo>
                  <a:lnTo>
                    <a:pt x="420874" y="1082311"/>
                  </a:lnTo>
                  <a:lnTo>
                    <a:pt x="420865" y="1082310"/>
                  </a:lnTo>
                  <a:lnTo>
                    <a:pt x="420854" y="1082309"/>
                  </a:lnTo>
                  <a:lnTo>
                    <a:pt x="420845" y="1082308"/>
                  </a:lnTo>
                  <a:lnTo>
                    <a:pt x="420833" y="1082308"/>
                  </a:lnTo>
                  <a:lnTo>
                    <a:pt x="420816" y="1082307"/>
                  </a:lnTo>
                  <a:lnTo>
                    <a:pt x="420800" y="1082307"/>
                  </a:lnTo>
                  <a:lnTo>
                    <a:pt x="420779" y="1082306"/>
                  </a:lnTo>
                  <a:lnTo>
                    <a:pt x="420764" y="1082305"/>
                  </a:lnTo>
                  <a:lnTo>
                    <a:pt x="420759" y="1082304"/>
                  </a:lnTo>
                  <a:lnTo>
                    <a:pt x="420754" y="1082303"/>
                  </a:lnTo>
                  <a:lnTo>
                    <a:pt x="420747" y="1082301"/>
                  </a:lnTo>
                  <a:lnTo>
                    <a:pt x="420740" y="1082299"/>
                  </a:lnTo>
                  <a:lnTo>
                    <a:pt x="420735" y="1082298"/>
                  </a:lnTo>
                  <a:lnTo>
                    <a:pt x="420730" y="1082296"/>
                  </a:lnTo>
                  <a:lnTo>
                    <a:pt x="420725" y="1082294"/>
                  </a:lnTo>
                  <a:lnTo>
                    <a:pt x="420719" y="1082290"/>
                  </a:lnTo>
                  <a:lnTo>
                    <a:pt x="420713" y="1082287"/>
                  </a:lnTo>
                  <a:lnTo>
                    <a:pt x="420708" y="1082283"/>
                  </a:lnTo>
                  <a:lnTo>
                    <a:pt x="420700" y="1082277"/>
                  </a:lnTo>
                  <a:lnTo>
                    <a:pt x="420689" y="1082266"/>
                  </a:lnTo>
                  <a:lnTo>
                    <a:pt x="420676" y="1082255"/>
                  </a:lnTo>
                  <a:lnTo>
                    <a:pt x="420668" y="1082247"/>
                  </a:lnTo>
                  <a:lnTo>
                    <a:pt x="420655" y="1082238"/>
                  </a:lnTo>
                  <a:lnTo>
                    <a:pt x="420642" y="1082229"/>
                  </a:lnTo>
                  <a:lnTo>
                    <a:pt x="420624" y="1082215"/>
                  </a:lnTo>
                  <a:lnTo>
                    <a:pt x="420617" y="1082210"/>
                  </a:lnTo>
                  <a:lnTo>
                    <a:pt x="420604" y="1082201"/>
                  </a:lnTo>
                  <a:lnTo>
                    <a:pt x="420592" y="1082193"/>
                  </a:lnTo>
                  <a:lnTo>
                    <a:pt x="420579" y="1082185"/>
                  </a:lnTo>
                  <a:lnTo>
                    <a:pt x="420563" y="1082174"/>
                  </a:lnTo>
                  <a:lnTo>
                    <a:pt x="420551" y="1082166"/>
                  </a:lnTo>
                  <a:lnTo>
                    <a:pt x="420542" y="1082161"/>
                  </a:lnTo>
                  <a:lnTo>
                    <a:pt x="420524" y="1082150"/>
                  </a:lnTo>
                  <a:lnTo>
                    <a:pt x="420504" y="1082136"/>
                  </a:lnTo>
                  <a:lnTo>
                    <a:pt x="420485" y="1082125"/>
                  </a:lnTo>
                  <a:lnTo>
                    <a:pt x="420472" y="1082117"/>
                  </a:lnTo>
                  <a:lnTo>
                    <a:pt x="420467" y="1082114"/>
                  </a:lnTo>
                  <a:lnTo>
                    <a:pt x="420454" y="1082107"/>
                  </a:lnTo>
                  <a:lnTo>
                    <a:pt x="420439" y="1082100"/>
                  </a:lnTo>
                  <a:lnTo>
                    <a:pt x="420430" y="1082095"/>
                  </a:lnTo>
                  <a:lnTo>
                    <a:pt x="420414" y="1082086"/>
                  </a:lnTo>
                  <a:lnTo>
                    <a:pt x="420407" y="1082082"/>
                  </a:lnTo>
                  <a:lnTo>
                    <a:pt x="420399" y="1082079"/>
                  </a:lnTo>
                  <a:lnTo>
                    <a:pt x="420393" y="1082077"/>
                  </a:lnTo>
                  <a:lnTo>
                    <a:pt x="420385" y="1082073"/>
                  </a:lnTo>
                  <a:lnTo>
                    <a:pt x="420375" y="1082069"/>
                  </a:lnTo>
                  <a:lnTo>
                    <a:pt x="420365" y="1082065"/>
                  </a:lnTo>
                  <a:lnTo>
                    <a:pt x="420358" y="1082063"/>
                  </a:lnTo>
                  <a:lnTo>
                    <a:pt x="420351" y="1082060"/>
                  </a:lnTo>
                  <a:lnTo>
                    <a:pt x="420343" y="1082058"/>
                  </a:lnTo>
                  <a:lnTo>
                    <a:pt x="420335" y="1082054"/>
                  </a:lnTo>
                  <a:lnTo>
                    <a:pt x="420319" y="1082048"/>
                  </a:lnTo>
                  <a:lnTo>
                    <a:pt x="420303" y="1082041"/>
                  </a:lnTo>
                  <a:lnTo>
                    <a:pt x="420289" y="1082035"/>
                  </a:lnTo>
                  <a:lnTo>
                    <a:pt x="420282" y="1082033"/>
                  </a:lnTo>
                  <a:lnTo>
                    <a:pt x="420271" y="1082028"/>
                  </a:lnTo>
                  <a:lnTo>
                    <a:pt x="420259" y="1082023"/>
                  </a:lnTo>
                  <a:lnTo>
                    <a:pt x="420247" y="1082017"/>
                  </a:lnTo>
                  <a:lnTo>
                    <a:pt x="420236" y="1082013"/>
                  </a:lnTo>
                  <a:lnTo>
                    <a:pt x="420229" y="1082011"/>
                  </a:lnTo>
                  <a:lnTo>
                    <a:pt x="420220" y="1082008"/>
                  </a:lnTo>
                  <a:lnTo>
                    <a:pt x="420213" y="1082006"/>
                  </a:lnTo>
                  <a:lnTo>
                    <a:pt x="420208" y="1082005"/>
                  </a:lnTo>
                  <a:lnTo>
                    <a:pt x="420197" y="1082003"/>
                  </a:lnTo>
                  <a:lnTo>
                    <a:pt x="420185" y="1082001"/>
                  </a:lnTo>
                  <a:lnTo>
                    <a:pt x="420177" y="1081999"/>
                  </a:lnTo>
                  <a:lnTo>
                    <a:pt x="420168" y="1081998"/>
                  </a:lnTo>
                  <a:lnTo>
                    <a:pt x="420157" y="1081997"/>
                  </a:lnTo>
                  <a:lnTo>
                    <a:pt x="420146" y="1081995"/>
                  </a:lnTo>
                  <a:lnTo>
                    <a:pt x="420137" y="1081993"/>
                  </a:lnTo>
                  <a:lnTo>
                    <a:pt x="420132" y="1081992"/>
                  </a:lnTo>
                  <a:lnTo>
                    <a:pt x="420124" y="1081990"/>
                  </a:lnTo>
                  <a:lnTo>
                    <a:pt x="420118" y="1081989"/>
                  </a:lnTo>
                  <a:lnTo>
                    <a:pt x="420110" y="1081987"/>
                  </a:lnTo>
                  <a:lnTo>
                    <a:pt x="420102" y="1081986"/>
                  </a:lnTo>
                  <a:lnTo>
                    <a:pt x="420095" y="1081986"/>
                  </a:lnTo>
                  <a:lnTo>
                    <a:pt x="420075" y="1081985"/>
                  </a:lnTo>
                  <a:lnTo>
                    <a:pt x="420058" y="1081985"/>
                  </a:lnTo>
                  <a:lnTo>
                    <a:pt x="420037" y="1081986"/>
                  </a:lnTo>
                  <a:lnTo>
                    <a:pt x="420031" y="1081987"/>
                  </a:lnTo>
                  <a:lnTo>
                    <a:pt x="420021" y="1081990"/>
                  </a:lnTo>
                  <a:lnTo>
                    <a:pt x="420017" y="1081990"/>
                  </a:lnTo>
                  <a:lnTo>
                    <a:pt x="420013" y="1081991"/>
                  </a:lnTo>
                  <a:lnTo>
                    <a:pt x="420009" y="1081991"/>
                  </a:lnTo>
                  <a:lnTo>
                    <a:pt x="420004" y="1081990"/>
                  </a:lnTo>
                  <a:lnTo>
                    <a:pt x="419999" y="1081990"/>
                  </a:lnTo>
                  <a:lnTo>
                    <a:pt x="419991" y="1081987"/>
                  </a:lnTo>
                  <a:lnTo>
                    <a:pt x="419983" y="1081985"/>
                  </a:lnTo>
                  <a:lnTo>
                    <a:pt x="419974" y="1081982"/>
                  </a:lnTo>
                  <a:lnTo>
                    <a:pt x="419966" y="1081979"/>
                  </a:lnTo>
                  <a:lnTo>
                    <a:pt x="419960" y="1081977"/>
                  </a:lnTo>
                  <a:lnTo>
                    <a:pt x="419953" y="1081975"/>
                  </a:lnTo>
                  <a:lnTo>
                    <a:pt x="419945" y="1081974"/>
                  </a:lnTo>
                  <a:lnTo>
                    <a:pt x="419930" y="1081971"/>
                  </a:lnTo>
                  <a:lnTo>
                    <a:pt x="419920" y="1081969"/>
                  </a:lnTo>
                  <a:lnTo>
                    <a:pt x="419913" y="1081967"/>
                  </a:lnTo>
                  <a:lnTo>
                    <a:pt x="419908" y="1081966"/>
                  </a:lnTo>
                  <a:lnTo>
                    <a:pt x="419900" y="1081963"/>
                  </a:lnTo>
                  <a:lnTo>
                    <a:pt x="419891" y="1081960"/>
                  </a:lnTo>
                  <a:lnTo>
                    <a:pt x="419883" y="1081956"/>
                  </a:lnTo>
                  <a:lnTo>
                    <a:pt x="419878" y="1081954"/>
                  </a:lnTo>
                  <a:lnTo>
                    <a:pt x="419871" y="1081950"/>
                  </a:lnTo>
                  <a:lnTo>
                    <a:pt x="419858" y="1081943"/>
                  </a:lnTo>
                  <a:lnTo>
                    <a:pt x="419848" y="1081938"/>
                  </a:lnTo>
                  <a:lnTo>
                    <a:pt x="419839" y="1081933"/>
                  </a:lnTo>
                  <a:lnTo>
                    <a:pt x="419834" y="1081930"/>
                  </a:lnTo>
                  <a:lnTo>
                    <a:pt x="419818" y="1081922"/>
                  </a:lnTo>
                  <a:lnTo>
                    <a:pt x="419807" y="1081917"/>
                  </a:lnTo>
                  <a:lnTo>
                    <a:pt x="419798" y="1081913"/>
                  </a:lnTo>
                  <a:lnTo>
                    <a:pt x="419782" y="1081907"/>
                  </a:lnTo>
                  <a:lnTo>
                    <a:pt x="419771" y="1081902"/>
                  </a:lnTo>
                  <a:lnTo>
                    <a:pt x="419760" y="1081897"/>
                  </a:lnTo>
                  <a:lnTo>
                    <a:pt x="419742" y="1081890"/>
                  </a:lnTo>
                  <a:lnTo>
                    <a:pt x="419730" y="1081885"/>
                  </a:lnTo>
                  <a:lnTo>
                    <a:pt x="419723" y="1081882"/>
                  </a:lnTo>
                  <a:lnTo>
                    <a:pt x="419705" y="1081875"/>
                  </a:lnTo>
                  <a:lnTo>
                    <a:pt x="419695" y="1081870"/>
                  </a:lnTo>
                  <a:lnTo>
                    <a:pt x="419685" y="1081865"/>
                  </a:lnTo>
                  <a:lnTo>
                    <a:pt x="419668" y="1081857"/>
                  </a:lnTo>
                  <a:lnTo>
                    <a:pt x="419655" y="1081852"/>
                  </a:lnTo>
                  <a:lnTo>
                    <a:pt x="419648" y="1081849"/>
                  </a:lnTo>
                  <a:lnTo>
                    <a:pt x="419628" y="1081841"/>
                  </a:lnTo>
                  <a:lnTo>
                    <a:pt x="419620" y="1081837"/>
                  </a:lnTo>
                  <a:lnTo>
                    <a:pt x="419615" y="1081835"/>
                  </a:lnTo>
                  <a:lnTo>
                    <a:pt x="419608" y="1081831"/>
                  </a:lnTo>
                  <a:lnTo>
                    <a:pt x="419602" y="1081826"/>
                  </a:lnTo>
                  <a:lnTo>
                    <a:pt x="419598" y="1081821"/>
                  </a:lnTo>
                  <a:lnTo>
                    <a:pt x="419595" y="1081817"/>
                  </a:lnTo>
                  <a:lnTo>
                    <a:pt x="419579" y="1081809"/>
                  </a:lnTo>
                  <a:lnTo>
                    <a:pt x="419528" y="1081810"/>
                  </a:lnTo>
                  <a:lnTo>
                    <a:pt x="419483" y="1081824"/>
                  </a:lnTo>
                  <a:lnTo>
                    <a:pt x="419438" y="1081842"/>
                  </a:lnTo>
                  <a:lnTo>
                    <a:pt x="419388" y="1081869"/>
                  </a:lnTo>
                  <a:lnTo>
                    <a:pt x="419301" y="1081901"/>
                  </a:lnTo>
                  <a:lnTo>
                    <a:pt x="419224" y="1081920"/>
                  </a:lnTo>
                  <a:lnTo>
                    <a:pt x="419140" y="1081957"/>
                  </a:lnTo>
                  <a:lnTo>
                    <a:pt x="419057" y="1081980"/>
                  </a:lnTo>
                  <a:lnTo>
                    <a:pt x="418957" y="1081998"/>
                  </a:lnTo>
                  <a:lnTo>
                    <a:pt x="418886" y="1081989"/>
                  </a:lnTo>
                  <a:lnTo>
                    <a:pt x="418842" y="1081958"/>
                  </a:lnTo>
                  <a:lnTo>
                    <a:pt x="418831" y="1081943"/>
                  </a:lnTo>
                  <a:lnTo>
                    <a:pt x="418822" y="1081931"/>
                  </a:lnTo>
                  <a:lnTo>
                    <a:pt x="418817" y="1081925"/>
                  </a:lnTo>
                  <a:lnTo>
                    <a:pt x="418808" y="1081914"/>
                  </a:lnTo>
                  <a:lnTo>
                    <a:pt x="418799" y="1081905"/>
                  </a:lnTo>
                  <a:lnTo>
                    <a:pt x="418792" y="1081896"/>
                  </a:lnTo>
                  <a:lnTo>
                    <a:pt x="418777" y="1081881"/>
                  </a:lnTo>
                  <a:lnTo>
                    <a:pt x="418768" y="1081873"/>
                  </a:lnTo>
                  <a:lnTo>
                    <a:pt x="418762" y="1081867"/>
                  </a:lnTo>
                  <a:lnTo>
                    <a:pt x="418749" y="1081856"/>
                  </a:lnTo>
                  <a:lnTo>
                    <a:pt x="418742" y="1081850"/>
                  </a:lnTo>
                  <a:lnTo>
                    <a:pt x="418735" y="1081844"/>
                  </a:lnTo>
                  <a:lnTo>
                    <a:pt x="418720" y="1081830"/>
                  </a:lnTo>
                  <a:lnTo>
                    <a:pt x="418709" y="1081821"/>
                  </a:lnTo>
                  <a:lnTo>
                    <a:pt x="418699" y="1081811"/>
                  </a:lnTo>
                  <a:lnTo>
                    <a:pt x="418693" y="1081808"/>
                  </a:lnTo>
                  <a:lnTo>
                    <a:pt x="418688" y="1081804"/>
                  </a:lnTo>
                  <a:lnTo>
                    <a:pt x="418682" y="1081800"/>
                  </a:lnTo>
                  <a:lnTo>
                    <a:pt x="418679" y="1081797"/>
                  </a:lnTo>
                  <a:lnTo>
                    <a:pt x="418672" y="1081791"/>
                  </a:lnTo>
                  <a:lnTo>
                    <a:pt x="418668" y="1081787"/>
                  </a:lnTo>
                  <a:lnTo>
                    <a:pt x="418660" y="1081780"/>
                  </a:lnTo>
                  <a:lnTo>
                    <a:pt x="418647" y="1081771"/>
                  </a:lnTo>
                  <a:lnTo>
                    <a:pt x="418644" y="1081768"/>
                  </a:lnTo>
                  <a:lnTo>
                    <a:pt x="418641" y="1081764"/>
                  </a:lnTo>
                  <a:lnTo>
                    <a:pt x="418636" y="1081757"/>
                  </a:lnTo>
                  <a:lnTo>
                    <a:pt x="418631" y="1081753"/>
                  </a:lnTo>
                  <a:lnTo>
                    <a:pt x="418621" y="1081741"/>
                  </a:lnTo>
                  <a:lnTo>
                    <a:pt x="418615" y="1081736"/>
                  </a:lnTo>
                  <a:lnTo>
                    <a:pt x="418608" y="1081731"/>
                  </a:lnTo>
                  <a:lnTo>
                    <a:pt x="418600" y="1081723"/>
                  </a:lnTo>
                  <a:lnTo>
                    <a:pt x="418582" y="1081707"/>
                  </a:lnTo>
                  <a:lnTo>
                    <a:pt x="418574" y="1081701"/>
                  </a:lnTo>
                  <a:lnTo>
                    <a:pt x="418567" y="1081695"/>
                  </a:lnTo>
                  <a:lnTo>
                    <a:pt x="418548" y="1081682"/>
                  </a:lnTo>
                  <a:lnTo>
                    <a:pt x="418543" y="1081679"/>
                  </a:lnTo>
                  <a:lnTo>
                    <a:pt x="418530" y="1081671"/>
                  </a:lnTo>
                  <a:lnTo>
                    <a:pt x="418521" y="1081664"/>
                  </a:lnTo>
                  <a:lnTo>
                    <a:pt x="418511" y="1081655"/>
                  </a:lnTo>
                  <a:lnTo>
                    <a:pt x="418505" y="1081649"/>
                  </a:lnTo>
                  <a:lnTo>
                    <a:pt x="418495" y="1081638"/>
                  </a:lnTo>
                  <a:lnTo>
                    <a:pt x="418491" y="1081632"/>
                  </a:lnTo>
                  <a:lnTo>
                    <a:pt x="418484" y="1081622"/>
                  </a:lnTo>
                  <a:lnTo>
                    <a:pt x="418479" y="1081614"/>
                  </a:lnTo>
                  <a:lnTo>
                    <a:pt x="418474" y="1081606"/>
                  </a:lnTo>
                  <a:lnTo>
                    <a:pt x="418468" y="1081598"/>
                  </a:lnTo>
                  <a:lnTo>
                    <a:pt x="418464" y="1081591"/>
                  </a:lnTo>
                  <a:lnTo>
                    <a:pt x="418453" y="1081571"/>
                  </a:lnTo>
                  <a:lnTo>
                    <a:pt x="418445" y="1081557"/>
                  </a:lnTo>
                  <a:lnTo>
                    <a:pt x="418441" y="1081548"/>
                  </a:lnTo>
                  <a:lnTo>
                    <a:pt x="418430" y="1081529"/>
                  </a:lnTo>
                  <a:lnTo>
                    <a:pt x="418425" y="1081521"/>
                  </a:lnTo>
                  <a:lnTo>
                    <a:pt x="418420" y="1081513"/>
                  </a:lnTo>
                  <a:lnTo>
                    <a:pt x="418415" y="1081506"/>
                  </a:lnTo>
                  <a:lnTo>
                    <a:pt x="418411" y="1081501"/>
                  </a:lnTo>
                  <a:lnTo>
                    <a:pt x="418405" y="1081496"/>
                  </a:lnTo>
                  <a:lnTo>
                    <a:pt x="418401" y="1081492"/>
                  </a:lnTo>
                  <a:lnTo>
                    <a:pt x="418396" y="1081489"/>
                  </a:lnTo>
                  <a:lnTo>
                    <a:pt x="418391" y="1081486"/>
                  </a:lnTo>
                  <a:lnTo>
                    <a:pt x="418385" y="1081484"/>
                  </a:lnTo>
                  <a:lnTo>
                    <a:pt x="418381" y="1081482"/>
                  </a:lnTo>
                  <a:lnTo>
                    <a:pt x="418373" y="1081480"/>
                  </a:lnTo>
                  <a:lnTo>
                    <a:pt x="418366" y="1081479"/>
                  </a:lnTo>
                  <a:lnTo>
                    <a:pt x="418359" y="1081479"/>
                  </a:lnTo>
                  <a:lnTo>
                    <a:pt x="418352" y="1081480"/>
                  </a:lnTo>
                  <a:lnTo>
                    <a:pt x="418344" y="1081482"/>
                  </a:lnTo>
                  <a:lnTo>
                    <a:pt x="418336" y="1081485"/>
                  </a:lnTo>
                  <a:lnTo>
                    <a:pt x="418320" y="1081492"/>
                  </a:lnTo>
                  <a:lnTo>
                    <a:pt x="418297" y="1081503"/>
                  </a:lnTo>
                  <a:lnTo>
                    <a:pt x="418275" y="1081515"/>
                  </a:lnTo>
                  <a:lnTo>
                    <a:pt x="418260" y="1081523"/>
                  </a:lnTo>
                  <a:lnTo>
                    <a:pt x="418241" y="1081535"/>
                  </a:lnTo>
                  <a:lnTo>
                    <a:pt x="418222" y="1081547"/>
                  </a:lnTo>
                  <a:lnTo>
                    <a:pt x="418208" y="1081558"/>
                  </a:lnTo>
                  <a:lnTo>
                    <a:pt x="418185" y="1081575"/>
                  </a:lnTo>
                  <a:lnTo>
                    <a:pt x="418169" y="1081588"/>
                  </a:lnTo>
                  <a:lnTo>
                    <a:pt x="418159" y="1081595"/>
                  </a:lnTo>
                  <a:lnTo>
                    <a:pt x="418149" y="1081604"/>
                  </a:lnTo>
                  <a:lnTo>
                    <a:pt x="418132" y="1081616"/>
                  </a:lnTo>
                  <a:lnTo>
                    <a:pt x="418119" y="1081626"/>
                  </a:lnTo>
                  <a:lnTo>
                    <a:pt x="418111" y="1081632"/>
                  </a:lnTo>
                  <a:lnTo>
                    <a:pt x="418102" y="1081640"/>
                  </a:lnTo>
                  <a:lnTo>
                    <a:pt x="418094" y="1081646"/>
                  </a:lnTo>
                  <a:lnTo>
                    <a:pt x="418085" y="1081655"/>
                  </a:lnTo>
                  <a:lnTo>
                    <a:pt x="418079" y="1081661"/>
                  </a:lnTo>
                  <a:lnTo>
                    <a:pt x="418067" y="1081671"/>
                  </a:lnTo>
                  <a:lnTo>
                    <a:pt x="418063" y="1081675"/>
                  </a:lnTo>
                  <a:lnTo>
                    <a:pt x="418059" y="1081680"/>
                  </a:lnTo>
                  <a:lnTo>
                    <a:pt x="418057" y="1081684"/>
                  </a:lnTo>
                  <a:lnTo>
                    <a:pt x="418055" y="1081689"/>
                  </a:lnTo>
                  <a:lnTo>
                    <a:pt x="418054" y="1081695"/>
                  </a:lnTo>
                  <a:lnTo>
                    <a:pt x="418054" y="1081705"/>
                  </a:lnTo>
                  <a:lnTo>
                    <a:pt x="418054" y="1081718"/>
                  </a:lnTo>
                  <a:lnTo>
                    <a:pt x="418055" y="1081746"/>
                  </a:lnTo>
                  <a:lnTo>
                    <a:pt x="418054" y="1081758"/>
                  </a:lnTo>
                  <a:lnTo>
                    <a:pt x="418053" y="1081763"/>
                  </a:lnTo>
                  <a:lnTo>
                    <a:pt x="418052" y="1081769"/>
                  </a:lnTo>
                  <a:lnTo>
                    <a:pt x="418050" y="1081774"/>
                  </a:lnTo>
                  <a:lnTo>
                    <a:pt x="418045" y="1081783"/>
                  </a:lnTo>
                  <a:lnTo>
                    <a:pt x="418042" y="1081790"/>
                  </a:lnTo>
                  <a:lnTo>
                    <a:pt x="418038" y="1081794"/>
                  </a:lnTo>
                  <a:lnTo>
                    <a:pt x="418034" y="1081799"/>
                  </a:lnTo>
                  <a:lnTo>
                    <a:pt x="418030" y="1081804"/>
                  </a:lnTo>
                  <a:lnTo>
                    <a:pt x="418027" y="1081808"/>
                  </a:lnTo>
                  <a:lnTo>
                    <a:pt x="418021" y="1081813"/>
                  </a:lnTo>
                  <a:lnTo>
                    <a:pt x="418016" y="1081818"/>
                  </a:lnTo>
                  <a:lnTo>
                    <a:pt x="418009" y="1081824"/>
                  </a:lnTo>
                  <a:lnTo>
                    <a:pt x="418003" y="1081827"/>
                  </a:lnTo>
                  <a:lnTo>
                    <a:pt x="417999" y="1081831"/>
                  </a:lnTo>
                  <a:lnTo>
                    <a:pt x="417995" y="1081833"/>
                  </a:lnTo>
                  <a:lnTo>
                    <a:pt x="417991" y="1081836"/>
                  </a:lnTo>
                  <a:lnTo>
                    <a:pt x="417984" y="1081839"/>
                  </a:lnTo>
                  <a:lnTo>
                    <a:pt x="417975" y="1081843"/>
                  </a:lnTo>
                  <a:lnTo>
                    <a:pt x="417968" y="1081846"/>
                  </a:lnTo>
                  <a:lnTo>
                    <a:pt x="417963" y="1081848"/>
                  </a:lnTo>
                  <a:lnTo>
                    <a:pt x="417955" y="1081851"/>
                  </a:lnTo>
                  <a:lnTo>
                    <a:pt x="417945" y="1081854"/>
                  </a:lnTo>
                  <a:lnTo>
                    <a:pt x="417931" y="1081858"/>
                  </a:lnTo>
                  <a:lnTo>
                    <a:pt x="417924" y="1081859"/>
                  </a:lnTo>
                  <a:lnTo>
                    <a:pt x="417918" y="1081861"/>
                  </a:lnTo>
                  <a:lnTo>
                    <a:pt x="417910" y="1081862"/>
                  </a:lnTo>
                  <a:lnTo>
                    <a:pt x="417905" y="1081863"/>
                  </a:lnTo>
                  <a:lnTo>
                    <a:pt x="417895" y="1081864"/>
                  </a:lnTo>
                  <a:lnTo>
                    <a:pt x="417887" y="1081864"/>
                  </a:lnTo>
                  <a:lnTo>
                    <a:pt x="417867" y="1081865"/>
                  </a:lnTo>
                  <a:lnTo>
                    <a:pt x="417860" y="1081867"/>
                  </a:lnTo>
                  <a:lnTo>
                    <a:pt x="417850" y="1081869"/>
                  </a:lnTo>
                  <a:lnTo>
                    <a:pt x="417835" y="1081872"/>
                  </a:lnTo>
                  <a:lnTo>
                    <a:pt x="417829" y="1081874"/>
                  </a:lnTo>
                  <a:lnTo>
                    <a:pt x="417823" y="1081877"/>
                  </a:lnTo>
                  <a:lnTo>
                    <a:pt x="417818" y="1081880"/>
                  </a:lnTo>
                  <a:lnTo>
                    <a:pt x="417814" y="1081882"/>
                  </a:lnTo>
                  <a:lnTo>
                    <a:pt x="417810" y="1081886"/>
                  </a:lnTo>
                  <a:lnTo>
                    <a:pt x="417803" y="1081891"/>
                  </a:lnTo>
                  <a:lnTo>
                    <a:pt x="417794" y="1081899"/>
                  </a:lnTo>
                  <a:lnTo>
                    <a:pt x="417786" y="1081906"/>
                  </a:lnTo>
                  <a:lnTo>
                    <a:pt x="417782" y="1081912"/>
                  </a:lnTo>
                  <a:lnTo>
                    <a:pt x="417771" y="1081924"/>
                  </a:lnTo>
                  <a:lnTo>
                    <a:pt x="417765" y="1081928"/>
                  </a:lnTo>
                  <a:lnTo>
                    <a:pt x="417760" y="1081932"/>
                  </a:lnTo>
                  <a:lnTo>
                    <a:pt x="417756" y="1081935"/>
                  </a:lnTo>
                  <a:lnTo>
                    <a:pt x="417750" y="1081936"/>
                  </a:lnTo>
                  <a:lnTo>
                    <a:pt x="417744" y="1081937"/>
                  </a:lnTo>
                  <a:lnTo>
                    <a:pt x="417737" y="1081937"/>
                  </a:lnTo>
                  <a:lnTo>
                    <a:pt x="417733" y="1081936"/>
                  </a:lnTo>
                  <a:lnTo>
                    <a:pt x="417723" y="1081934"/>
                  </a:lnTo>
                  <a:lnTo>
                    <a:pt x="417718" y="1081933"/>
                  </a:lnTo>
                  <a:lnTo>
                    <a:pt x="417706" y="1081929"/>
                  </a:lnTo>
                  <a:lnTo>
                    <a:pt x="417701" y="1081927"/>
                  </a:lnTo>
                  <a:lnTo>
                    <a:pt x="417694" y="1081926"/>
                  </a:lnTo>
                  <a:lnTo>
                    <a:pt x="417689" y="1081925"/>
                  </a:lnTo>
                  <a:lnTo>
                    <a:pt x="417680" y="1081924"/>
                  </a:lnTo>
                  <a:lnTo>
                    <a:pt x="417669" y="1081924"/>
                  </a:lnTo>
                  <a:lnTo>
                    <a:pt x="417632" y="1081924"/>
                  </a:lnTo>
                  <a:lnTo>
                    <a:pt x="417625" y="1081924"/>
                  </a:lnTo>
                  <a:lnTo>
                    <a:pt x="417616" y="1081921"/>
                  </a:lnTo>
                  <a:lnTo>
                    <a:pt x="417611" y="1081920"/>
                  </a:lnTo>
                  <a:lnTo>
                    <a:pt x="417606" y="1081918"/>
                  </a:lnTo>
                  <a:lnTo>
                    <a:pt x="417601" y="1081915"/>
                  </a:lnTo>
                  <a:lnTo>
                    <a:pt x="417596" y="1081911"/>
                  </a:lnTo>
                  <a:lnTo>
                    <a:pt x="417590" y="1081905"/>
                  </a:lnTo>
                  <a:lnTo>
                    <a:pt x="417585" y="1081899"/>
                  </a:lnTo>
                  <a:lnTo>
                    <a:pt x="417581" y="1081893"/>
                  </a:lnTo>
                  <a:lnTo>
                    <a:pt x="417578" y="1081887"/>
                  </a:lnTo>
                  <a:lnTo>
                    <a:pt x="417576" y="1081882"/>
                  </a:lnTo>
                  <a:lnTo>
                    <a:pt x="417574" y="1081876"/>
                  </a:lnTo>
                  <a:lnTo>
                    <a:pt x="417573" y="1081868"/>
                  </a:lnTo>
                  <a:lnTo>
                    <a:pt x="417572" y="1081862"/>
                  </a:lnTo>
                  <a:lnTo>
                    <a:pt x="417571" y="1081857"/>
                  </a:lnTo>
                  <a:lnTo>
                    <a:pt x="417569" y="1081852"/>
                  </a:lnTo>
                  <a:lnTo>
                    <a:pt x="417565" y="1081839"/>
                  </a:lnTo>
                  <a:lnTo>
                    <a:pt x="417563" y="1081824"/>
                  </a:lnTo>
                  <a:lnTo>
                    <a:pt x="417558" y="1081807"/>
                  </a:lnTo>
                  <a:lnTo>
                    <a:pt x="417555" y="1081801"/>
                  </a:lnTo>
                  <a:lnTo>
                    <a:pt x="417553" y="1081795"/>
                  </a:lnTo>
                  <a:lnTo>
                    <a:pt x="417547" y="1081782"/>
                  </a:lnTo>
                  <a:lnTo>
                    <a:pt x="417543" y="1081771"/>
                  </a:lnTo>
                  <a:lnTo>
                    <a:pt x="417542" y="1081767"/>
                  </a:lnTo>
                  <a:lnTo>
                    <a:pt x="417537" y="1081754"/>
                  </a:lnTo>
                  <a:lnTo>
                    <a:pt x="417534" y="1081745"/>
                  </a:lnTo>
                  <a:lnTo>
                    <a:pt x="417533" y="1081738"/>
                  </a:lnTo>
                  <a:lnTo>
                    <a:pt x="417532" y="1081729"/>
                  </a:lnTo>
                  <a:lnTo>
                    <a:pt x="417530" y="1081725"/>
                  </a:lnTo>
                  <a:lnTo>
                    <a:pt x="417528" y="1081721"/>
                  </a:lnTo>
                  <a:lnTo>
                    <a:pt x="417525" y="1081717"/>
                  </a:lnTo>
                  <a:lnTo>
                    <a:pt x="417520" y="1081713"/>
                  </a:lnTo>
                  <a:lnTo>
                    <a:pt x="417515" y="1081710"/>
                  </a:lnTo>
                  <a:lnTo>
                    <a:pt x="417508" y="1081706"/>
                  </a:lnTo>
                  <a:lnTo>
                    <a:pt x="417502" y="1081705"/>
                  </a:lnTo>
                  <a:lnTo>
                    <a:pt x="417496" y="1081704"/>
                  </a:lnTo>
                  <a:lnTo>
                    <a:pt x="417482" y="1081699"/>
                  </a:lnTo>
                  <a:lnTo>
                    <a:pt x="417467" y="1081693"/>
                  </a:lnTo>
                  <a:lnTo>
                    <a:pt x="417440" y="1081682"/>
                  </a:lnTo>
                  <a:lnTo>
                    <a:pt x="417425" y="1081676"/>
                  </a:lnTo>
                  <a:lnTo>
                    <a:pt x="417403" y="1081666"/>
                  </a:lnTo>
                  <a:lnTo>
                    <a:pt x="417389" y="1081661"/>
                  </a:lnTo>
                  <a:lnTo>
                    <a:pt x="417382" y="1081657"/>
                  </a:lnTo>
                  <a:lnTo>
                    <a:pt x="417375" y="1081654"/>
                  </a:lnTo>
                  <a:lnTo>
                    <a:pt x="417365" y="1081648"/>
                  </a:lnTo>
                  <a:lnTo>
                    <a:pt x="417357" y="1081643"/>
                  </a:lnTo>
                  <a:lnTo>
                    <a:pt x="417350" y="1081637"/>
                  </a:lnTo>
                  <a:lnTo>
                    <a:pt x="417336" y="1081627"/>
                  </a:lnTo>
                  <a:lnTo>
                    <a:pt x="417328" y="1081620"/>
                  </a:lnTo>
                  <a:lnTo>
                    <a:pt x="417322" y="1081616"/>
                  </a:lnTo>
                  <a:lnTo>
                    <a:pt x="417315" y="1081613"/>
                  </a:lnTo>
                  <a:lnTo>
                    <a:pt x="417310" y="1081610"/>
                  </a:lnTo>
                  <a:lnTo>
                    <a:pt x="417305" y="1081609"/>
                  </a:lnTo>
                  <a:lnTo>
                    <a:pt x="417299" y="1081608"/>
                  </a:lnTo>
                  <a:lnTo>
                    <a:pt x="417291" y="1081608"/>
                  </a:lnTo>
                  <a:lnTo>
                    <a:pt x="417284" y="1081608"/>
                  </a:lnTo>
                  <a:lnTo>
                    <a:pt x="417275" y="1081611"/>
                  </a:lnTo>
                  <a:lnTo>
                    <a:pt x="417263" y="1081614"/>
                  </a:lnTo>
                  <a:lnTo>
                    <a:pt x="417254" y="1081618"/>
                  </a:lnTo>
                  <a:lnTo>
                    <a:pt x="417238" y="1081623"/>
                  </a:lnTo>
                  <a:lnTo>
                    <a:pt x="417233" y="1081625"/>
                  </a:lnTo>
                  <a:lnTo>
                    <a:pt x="417227" y="1081626"/>
                  </a:lnTo>
                  <a:lnTo>
                    <a:pt x="417217" y="1081627"/>
                  </a:lnTo>
                  <a:lnTo>
                    <a:pt x="417197" y="1081631"/>
                  </a:lnTo>
                  <a:lnTo>
                    <a:pt x="417190" y="1081632"/>
                  </a:lnTo>
                  <a:lnTo>
                    <a:pt x="417178" y="1081635"/>
                  </a:lnTo>
                  <a:lnTo>
                    <a:pt x="417166" y="1081637"/>
                  </a:lnTo>
                  <a:lnTo>
                    <a:pt x="417152" y="1081639"/>
                  </a:lnTo>
                  <a:lnTo>
                    <a:pt x="417142" y="1081640"/>
                  </a:lnTo>
                  <a:lnTo>
                    <a:pt x="417127" y="1081641"/>
                  </a:lnTo>
                  <a:lnTo>
                    <a:pt x="417109" y="1081642"/>
                  </a:lnTo>
                  <a:lnTo>
                    <a:pt x="417104" y="1081642"/>
                  </a:lnTo>
                  <a:lnTo>
                    <a:pt x="417090" y="1081642"/>
                  </a:lnTo>
                  <a:lnTo>
                    <a:pt x="417068" y="1081641"/>
                  </a:lnTo>
                  <a:lnTo>
                    <a:pt x="417049" y="1081638"/>
                  </a:lnTo>
                  <a:lnTo>
                    <a:pt x="417030" y="1081635"/>
                  </a:lnTo>
                  <a:lnTo>
                    <a:pt x="417016" y="1081631"/>
                  </a:lnTo>
                  <a:lnTo>
                    <a:pt x="417004" y="1081627"/>
                  </a:lnTo>
                  <a:lnTo>
                    <a:pt x="416993" y="1081623"/>
                  </a:lnTo>
                  <a:lnTo>
                    <a:pt x="416976" y="1081614"/>
                  </a:lnTo>
                  <a:lnTo>
                    <a:pt x="416968" y="1081611"/>
                  </a:lnTo>
                  <a:lnTo>
                    <a:pt x="416961" y="1081607"/>
                  </a:lnTo>
                  <a:lnTo>
                    <a:pt x="416955" y="1081603"/>
                  </a:lnTo>
                  <a:lnTo>
                    <a:pt x="416947" y="1081598"/>
                  </a:lnTo>
                  <a:lnTo>
                    <a:pt x="416937" y="1081593"/>
                  </a:lnTo>
                  <a:lnTo>
                    <a:pt x="416931" y="1081588"/>
                  </a:lnTo>
                  <a:lnTo>
                    <a:pt x="416926" y="1081585"/>
                  </a:lnTo>
                  <a:lnTo>
                    <a:pt x="416923" y="1081583"/>
                  </a:lnTo>
                  <a:lnTo>
                    <a:pt x="416919" y="1081580"/>
                  </a:lnTo>
                  <a:lnTo>
                    <a:pt x="416914" y="1081576"/>
                  </a:lnTo>
                  <a:lnTo>
                    <a:pt x="416909" y="1081571"/>
                  </a:lnTo>
                  <a:lnTo>
                    <a:pt x="416903" y="1081566"/>
                  </a:lnTo>
                  <a:lnTo>
                    <a:pt x="416897" y="1081561"/>
                  </a:lnTo>
                  <a:lnTo>
                    <a:pt x="416893" y="1081558"/>
                  </a:lnTo>
                  <a:lnTo>
                    <a:pt x="416889" y="1081556"/>
                  </a:lnTo>
                  <a:lnTo>
                    <a:pt x="416884" y="1081553"/>
                  </a:lnTo>
                  <a:lnTo>
                    <a:pt x="416879" y="1081550"/>
                  </a:lnTo>
                  <a:lnTo>
                    <a:pt x="416875" y="1081548"/>
                  </a:lnTo>
                  <a:lnTo>
                    <a:pt x="416870" y="1081547"/>
                  </a:lnTo>
                  <a:lnTo>
                    <a:pt x="416860" y="1081546"/>
                  </a:lnTo>
                  <a:lnTo>
                    <a:pt x="416851" y="1081545"/>
                  </a:lnTo>
                  <a:lnTo>
                    <a:pt x="416845" y="1081545"/>
                  </a:lnTo>
                  <a:lnTo>
                    <a:pt x="416825" y="1081544"/>
                  </a:lnTo>
                  <a:lnTo>
                    <a:pt x="416806" y="1081544"/>
                  </a:lnTo>
                  <a:lnTo>
                    <a:pt x="416786" y="1081543"/>
                  </a:lnTo>
                  <a:lnTo>
                    <a:pt x="416781" y="1081542"/>
                  </a:lnTo>
                  <a:lnTo>
                    <a:pt x="416768" y="1081540"/>
                  </a:lnTo>
                  <a:lnTo>
                    <a:pt x="416750" y="1081537"/>
                  </a:lnTo>
                  <a:lnTo>
                    <a:pt x="416730" y="1081532"/>
                  </a:lnTo>
                  <a:lnTo>
                    <a:pt x="416715" y="1081527"/>
                  </a:lnTo>
                  <a:lnTo>
                    <a:pt x="416703" y="1081524"/>
                  </a:lnTo>
                  <a:lnTo>
                    <a:pt x="416693" y="1081520"/>
                  </a:lnTo>
                  <a:lnTo>
                    <a:pt x="416686" y="1081518"/>
                  </a:lnTo>
                  <a:lnTo>
                    <a:pt x="416679" y="1081514"/>
                  </a:lnTo>
                  <a:lnTo>
                    <a:pt x="416672" y="1081510"/>
                  </a:lnTo>
                  <a:lnTo>
                    <a:pt x="416664" y="1081505"/>
                  </a:lnTo>
                  <a:lnTo>
                    <a:pt x="416656" y="1081500"/>
                  </a:lnTo>
                  <a:lnTo>
                    <a:pt x="416646" y="1081492"/>
                  </a:lnTo>
                  <a:lnTo>
                    <a:pt x="416638" y="1081487"/>
                  </a:lnTo>
                  <a:lnTo>
                    <a:pt x="416631" y="1081483"/>
                  </a:lnTo>
                  <a:lnTo>
                    <a:pt x="416621" y="1081479"/>
                  </a:lnTo>
                  <a:lnTo>
                    <a:pt x="416605" y="1081473"/>
                  </a:lnTo>
                  <a:lnTo>
                    <a:pt x="416592" y="1081469"/>
                  </a:lnTo>
                  <a:lnTo>
                    <a:pt x="416582" y="1081466"/>
                  </a:lnTo>
                  <a:lnTo>
                    <a:pt x="416565" y="1081462"/>
                  </a:lnTo>
                  <a:lnTo>
                    <a:pt x="416552" y="1081458"/>
                  </a:lnTo>
                  <a:lnTo>
                    <a:pt x="416545" y="1081456"/>
                  </a:lnTo>
                  <a:lnTo>
                    <a:pt x="416535" y="1081452"/>
                  </a:lnTo>
                  <a:lnTo>
                    <a:pt x="416520" y="1081446"/>
                  </a:lnTo>
                  <a:lnTo>
                    <a:pt x="416507" y="1081441"/>
                  </a:lnTo>
                  <a:lnTo>
                    <a:pt x="416486" y="1081432"/>
                  </a:lnTo>
                  <a:lnTo>
                    <a:pt x="416470" y="1081425"/>
                  </a:lnTo>
                  <a:lnTo>
                    <a:pt x="416456" y="1081419"/>
                  </a:lnTo>
                  <a:lnTo>
                    <a:pt x="416442" y="1081413"/>
                  </a:lnTo>
                  <a:lnTo>
                    <a:pt x="416430" y="1081407"/>
                  </a:lnTo>
                  <a:lnTo>
                    <a:pt x="416414" y="1081399"/>
                  </a:lnTo>
                  <a:lnTo>
                    <a:pt x="416395" y="1081390"/>
                  </a:lnTo>
                  <a:lnTo>
                    <a:pt x="416382" y="1081383"/>
                  </a:lnTo>
                  <a:lnTo>
                    <a:pt x="416373" y="1081379"/>
                  </a:lnTo>
                  <a:lnTo>
                    <a:pt x="416366" y="1081374"/>
                  </a:lnTo>
                  <a:lnTo>
                    <a:pt x="416358" y="1081370"/>
                  </a:lnTo>
                  <a:lnTo>
                    <a:pt x="416344" y="1081361"/>
                  </a:lnTo>
                  <a:lnTo>
                    <a:pt x="416334" y="1081354"/>
                  </a:lnTo>
                  <a:lnTo>
                    <a:pt x="416324" y="1081348"/>
                  </a:lnTo>
                  <a:lnTo>
                    <a:pt x="416320" y="1081346"/>
                  </a:lnTo>
                  <a:lnTo>
                    <a:pt x="416309" y="1081338"/>
                  </a:lnTo>
                  <a:lnTo>
                    <a:pt x="416301" y="1081332"/>
                  </a:lnTo>
                  <a:lnTo>
                    <a:pt x="416292" y="1081325"/>
                  </a:lnTo>
                  <a:lnTo>
                    <a:pt x="416282" y="1081317"/>
                  </a:lnTo>
                  <a:lnTo>
                    <a:pt x="416277" y="1081313"/>
                  </a:lnTo>
                  <a:lnTo>
                    <a:pt x="416268" y="1081305"/>
                  </a:lnTo>
                  <a:lnTo>
                    <a:pt x="416254" y="1081293"/>
                  </a:lnTo>
                  <a:lnTo>
                    <a:pt x="416244" y="1081284"/>
                  </a:lnTo>
                  <a:lnTo>
                    <a:pt x="416234" y="1081276"/>
                  </a:lnTo>
                  <a:lnTo>
                    <a:pt x="416223" y="1081267"/>
                  </a:lnTo>
                  <a:lnTo>
                    <a:pt x="416211" y="1081257"/>
                  </a:lnTo>
                  <a:lnTo>
                    <a:pt x="416208" y="1081253"/>
                  </a:lnTo>
                  <a:lnTo>
                    <a:pt x="416203" y="1081248"/>
                  </a:lnTo>
                  <a:lnTo>
                    <a:pt x="416199" y="1081243"/>
                  </a:lnTo>
                  <a:lnTo>
                    <a:pt x="416196" y="1081239"/>
                  </a:lnTo>
                  <a:lnTo>
                    <a:pt x="416192" y="1081233"/>
                  </a:lnTo>
                  <a:lnTo>
                    <a:pt x="416188" y="1081224"/>
                  </a:lnTo>
                  <a:lnTo>
                    <a:pt x="416186" y="1081220"/>
                  </a:lnTo>
                  <a:lnTo>
                    <a:pt x="416185" y="1081214"/>
                  </a:lnTo>
                  <a:lnTo>
                    <a:pt x="416184" y="1081205"/>
                  </a:lnTo>
                  <a:lnTo>
                    <a:pt x="416184" y="1081188"/>
                  </a:lnTo>
                  <a:lnTo>
                    <a:pt x="416184" y="1081174"/>
                  </a:lnTo>
                  <a:lnTo>
                    <a:pt x="416185" y="1081157"/>
                  </a:lnTo>
                  <a:lnTo>
                    <a:pt x="416184" y="1081151"/>
                  </a:lnTo>
                  <a:lnTo>
                    <a:pt x="416183" y="1081146"/>
                  </a:lnTo>
                  <a:lnTo>
                    <a:pt x="416181" y="1081139"/>
                  </a:lnTo>
                  <a:lnTo>
                    <a:pt x="416179" y="1081135"/>
                  </a:lnTo>
                  <a:lnTo>
                    <a:pt x="416175" y="1081132"/>
                  </a:lnTo>
                  <a:lnTo>
                    <a:pt x="416171" y="1081127"/>
                  </a:lnTo>
                  <a:lnTo>
                    <a:pt x="416166" y="1081124"/>
                  </a:lnTo>
                  <a:lnTo>
                    <a:pt x="416161" y="1081120"/>
                  </a:lnTo>
                  <a:lnTo>
                    <a:pt x="416152" y="1081113"/>
                  </a:lnTo>
                  <a:lnTo>
                    <a:pt x="416145" y="1081105"/>
                  </a:lnTo>
                  <a:lnTo>
                    <a:pt x="416136" y="1081097"/>
                  </a:lnTo>
                  <a:lnTo>
                    <a:pt x="416130" y="1081089"/>
                  </a:lnTo>
                  <a:lnTo>
                    <a:pt x="416121" y="1081077"/>
                  </a:lnTo>
                  <a:lnTo>
                    <a:pt x="416116" y="1081071"/>
                  </a:lnTo>
                  <a:lnTo>
                    <a:pt x="416111" y="1081064"/>
                  </a:lnTo>
                  <a:lnTo>
                    <a:pt x="416100" y="1081052"/>
                  </a:lnTo>
                  <a:lnTo>
                    <a:pt x="416093" y="1081044"/>
                  </a:lnTo>
                  <a:lnTo>
                    <a:pt x="416087" y="1081037"/>
                  </a:lnTo>
                  <a:lnTo>
                    <a:pt x="416080" y="1081031"/>
                  </a:lnTo>
                  <a:lnTo>
                    <a:pt x="416070" y="1081023"/>
                  </a:lnTo>
                  <a:lnTo>
                    <a:pt x="416061" y="1081018"/>
                  </a:lnTo>
                  <a:lnTo>
                    <a:pt x="416055" y="1081015"/>
                  </a:lnTo>
                  <a:lnTo>
                    <a:pt x="416052" y="1081012"/>
                  </a:lnTo>
                  <a:lnTo>
                    <a:pt x="416047" y="1081010"/>
                  </a:lnTo>
                  <a:lnTo>
                    <a:pt x="416030" y="1081003"/>
                  </a:lnTo>
                  <a:lnTo>
                    <a:pt x="416015" y="1080997"/>
                  </a:lnTo>
                  <a:lnTo>
                    <a:pt x="416006" y="1080993"/>
                  </a:lnTo>
                  <a:lnTo>
                    <a:pt x="415997" y="1080989"/>
                  </a:lnTo>
                  <a:lnTo>
                    <a:pt x="415989" y="1080985"/>
                  </a:lnTo>
                  <a:lnTo>
                    <a:pt x="415979" y="1080980"/>
                  </a:lnTo>
                  <a:lnTo>
                    <a:pt x="415968" y="1080975"/>
                  </a:lnTo>
                  <a:lnTo>
                    <a:pt x="415948" y="1080965"/>
                  </a:lnTo>
                  <a:lnTo>
                    <a:pt x="415939" y="1080960"/>
                  </a:lnTo>
                  <a:lnTo>
                    <a:pt x="415930" y="1080954"/>
                  </a:lnTo>
                  <a:lnTo>
                    <a:pt x="415918" y="1080946"/>
                  </a:lnTo>
                  <a:lnTo>
                    <a:pt x="415911" y="1080940"/>
                  </a:lnTo>
                  <a:lnTo>
                    <a:pt x="415895" y="1080925"/>
                  </a:lnTo>
                  <a:lnTo>
                    <a:pt x="415885" y="1080916"/>
                  </a:lnTo>
                  <a:lnTo>
                    <a:pt x="415879" y="1080912"/>
                  </a:lnTo>
                  <a:lnTo>
                    <a:pt x="415873" y="1080908"/>
                  </a:lnTo>
                  <a:lnTo>
                    <a:pt x="415868" y="1080905"/>
                  </a:lnTo>
                  <a:lnTo>
                    <a:pt x="415863" y="1080904"/>
                  </a:lnTo>
                  <a:lnTo>
                    <a:pt x="415849" y="1080902"/>
                  </a:lnTo>
                  <a:lnTo>
                    <a:pt x="415844" y="1080901"/>
                  </a:lnTo>
                  <a:lnTo>
                    <a:pt x="415838" y="1080900"/>
                  </a:lnTo>
                  <a:lnTo>
                    <a:pt x="415833" y="1080899"/>
                  </a:lnTo>
                  <a:lnTo>
                    <a:pt x="415829" y="1080898"/>
                  </a:lnTo>
                  <a:lnTo>
                    <a:pt x="415822" y="1080897"/>
                  </a:lnTo>
                  <a:lnTo>
                    <a:pt x="415814" y="1080896"/>
                  </a:lnTo>
                  <a:lnTo>
                    <a:pt x="415807" y="1080895"/>
                  </a:lnTo>
                  <a:lnTo>
                    <a:pt x="415800" y="1080893"/>
                  </a:lnTo>
                  <a:lnTo>
                    <a:pt x="415784" y="1080890"/>
                  </a:lnTo>
                  <a:lnTo>
                    <a:pt x="415776" y="1080888"/>
                  </a:lnTo>
                  <a:lnTo>
                    <a:pt x="415765" y="1080885"/>
                  </a:lnTo>
                  <a:lnTo>
                    <a:pt x="415729" y="1080874"/>
                  </a:lnTo>
                  <a:lnTo>
                    <a:pt x="415719" y="1080874"/>
                  </a:lnTo>
                  <a:lnTo>
                    <a:pt x="415714" y="1080873"/>
                  </a:lnTo>
                  <a:lnTo>
                    <a:pt x="415710" y="1080871"/>
                  </a:lnTo>
                  <a:lnTo>
                    <a:pt x="415707" y="1080866"/>
                  </a:lnTo>
                  <a:lnTo>
                    <a:pt x="415707" y="1080861"/>
                  </a:lnTo>
                  <a:lnTo>
                    <a:pt x="415707" y="1080847"/>
                  </a:lnTo>
                  <a:lnTo>
                    <a:pt x="415711" y="1080815"/>
                  </a:lnTo>
                  <a:lnTo>
                    <a:pt x="415713" y="1080776"/>
                  </a:lnTo>
                  <a:lnTo>
                    <a:pt x="415710" y="1080754"/>
                  </a:lnTo>
                  <a:lnTo>
                    <a:pt x="415699" y="1080704"/>
                  </a:lnTo>
                  <a:lnTo>
                    <a:pt x="415667" y="1080629"/>
                  </a:lnTo>
                  <a:lnTo>
                    <a:pt x="415660" y="1080618"/>
                  </a:lnTo>
                  <a:lnTo>
                    <a:pt x="415627" y="1080583"/>
                  </a:lnTo>
                  <a:lnTo>
                    <a:pt x="415603" y="1080570"/>
                  </a:lnTo>
                  <a:lnTo>
                    <a:pt x="415596" y="1080567"/>
                  </a:lnTo>
                  <a:lnTo>
                    <a:pt x="415588" y="1080563"/>
                  </a:lnTo>
                  <a:lnTo>
                    <a:pt x="415576" y="1080557"/>
                  </a:lnTo>
                  <a:lnTo>
                    <a:pt x="415563" y="1080551"/>
                  </a:lnTo>
                  <a:lnTo>
                    <a:pt x="415557" y="1080548"/>
                  </a:lnTo>
                  <a:lnTo>
                    <a:pt x="415552" y="1080545"/>
                  </a:lnTo>
                  <a:lnTo>
                    <a:pt x="415539" y="1080540"/>
                  </a:lnTo>
                  <a:lnTo>
                    <a:pt x="415531" y="1080535"/>
                  </a:lnTo>
                  <a:lnTo>
                    <a:pt x="415521" y="1080530"/>
                  </a:lnTo>
                  <a:lnTo>
                    <a:pt x="415512" y="1080525"/>
                  </a:lnTo>
                  <a:lnTo>
                    <a:pt x="415500" y="1080516"/>
                  </a:lnTo>
                  <a:lnTo>
                    <a:pt x="415494" y="1080511"/>
                  </a:lnTo>
                  <a:lnTo>
                    <a:pt x="415490" y="1080508"/>
                  </a:lnTo>
                  <a:lnTo>
                    <a:pt x="415486" y="1080504"/>
                  </a:lnTo>
                  <a:lnTo>
                    <a:pt x="415483" y="1080500"/>
                  </a:lnTo>
                  <a:lnTo>
                    <a:pt x="415478" y="1080492"/>
                  </a:lnTo>
                  <a:lnTo>
                    <a:pt x="415473" y="1080484"/>
                  </a:lnTo>
                  <a:lnTo>
                    <a:pt x="415466" y="1080474"/>
                  </a:lnTo>
                  <a:lnTo>
                    <a:pt x="415462" y="1080467"/>
                  </a:lnTo>
                  <a:lnTo>
                    <a:pt x="415453" y="1080452"/>
                  </a:lnTo>
                  <a:lnTo>
                    <a:pt x="415448" y="1080445"/>
                  </a:lnTo>
                  <a:lnTo>
                    <a:pt x="415443" y="1080439"/>
                  </a:lnTo>
                  <a:lnTo>
                    <a:pt x="415430" y="1080424"/>
                  </a:lnTo>
                  <a:lnTo>
                    <a:pt x="415422" y="1080414"/>
                  </a:lnTo>
                  <a:lnTo>
                    <a:pt x="415418" y="1080410"/>
                  </a:lnTo>
                  <a:lnTo>
                    <a:pt x="415404" y="1080397"/>
                  </a:lnTo>
                  <a:lnTo>
                    <a:pt x="415397" y="1080391"/>
                  </a:lnTo>
                  <a:lnTo>
                    <a:pt x="415392" y="1080388"/>
                  </a:lnTo>
                  <a:lnTo>
                    <a:pt x="415386" y="1080385"/>
                  </a:lnTo>
                  <a:lnTo>
                    <a:pt x="415374" y="1080380"/>
                  </a:lnTo>
                  <a:lnTo>
                    <a:pt x="415370" y="1080378"/>
                  </a:lnTo>
                  <a:lnTo>
                    <a:pt x="415365" y="1080377"/>
                  </a:lnTo>
                  <a:lnTo>
                    <a:pt x="415358" y="1080376"/>
                  </a:lnTo>
                  <a:lnTo>
                    <a:pt x="415350" y="1080376"/>
                  </a:lnTo>
                  <a:lnTo>
                    <a:pt x="415345" y="1080376"/>
                  </a:lnTo>
                  <a:lnTo>
                    <a:pt x="415337" y="1080376"/>
                  </a:lnTo>
                  <a:lnTo>
                    <a:pt x="415326" y="1080378"/>
                  </a:lnTo>
                  <a:lnTo>
                    <a:pt x="415316" y="1080380"/>
                  </a:lnTo>
                  <a:lnTo>
                    <a:pt x="415308" y="1080382"/>
                  </a:lnTo>
                  <a:lnTo>
                    <a:pt x="415285" y="1080389"/>
                  </a:lnTo>
                  <a:lnTo>
                    <a:pt x="415271" y="1080394"/>
                  </a:lnTo>
                  <a:lnTo>
                    <a:pt x="415245" y="1080403"/>
                  </a:lnTo>
                  <a:lnTo>
                    <a:pt x="415233" y="1080408"/>
                  </a:lnTo>
                  <a:lnTo>
                    <a:pt x="415213" y="1080418"/>
                  </a:lnTo>
                  <a:lnTo>
                    <a:pt x="415196" y="1080425"/>
                  </a:lnTo>
                  <a:lnTo>
                    <a:pt x="415179" y="1080431"/>
                  </a:lnTo>
                  <a:lnTo>
                    <a:pt x="415163" y="1080437"/>
                  </a:lnTo>
                  <a:lnTo>
                    <a:pt x="415158" y="1080438"/>
                  </a:lnTo>
                  <a:lnTo>
                    <a:pt x="415134" y="1080447"/>
                  </a:lnTo>
                  <a:lnTo>
                    <a:pt x="415120" y="1080452"/>
                  </a:lnTo>
                  <a:lnTo>
                    <a:pt x="415111" y="1080456"/>
                  </a:lnTo>
                  <a:lnTo>
                    <a:pt x="415106" y="1080459"/>
                  </a:lnTo>
                  <a:lnTo>
                    <a:pt x="415101" y="1080463"/>
                  </a:lnTo>
                  <a:lnTo>
                    <a:pt x="415094" y="1080470"/>
                  </a:lnTo>
                  <a:lnTo>
                    <a:pt x="415087" y="1080478"/>
                  </a:lnTo>
                  <a:lnTo>
                    <a:pt x="415078" y="1080492"/>
                  </a:lnTo>
                  <a:lnTo>
                    <a:pt x="415074" y="1080500"/>
                  </a:lnTo>
                  <a:lnTo>
                    <a:pt x="415071" y="1080508"/>
                  </a:lnTo>
                  <a:lnTo>
                    <a:pt x="415064" y="1080519"/>
                  </a:lnTo>
                  <a:lnTo>
                    <a:pt x="415060" y="1080526"/>
                  </a:lnTo>
                  <a:lnTo>
                    <a:pt x="415054" y="1080537"/>
                  </a:lnTo>
                  <a:lnTo>
                    <a:pt x="415043" y="1080554"/>
                  </a:lnTo>
                  <a:lnTo>
                    <a:pt x="415036" y="1080565"/>
                  </a:lnTo>
                  <a:lnTo>
                    <a:pt x="415022" y="1080588"/>
                  </a:lnTo>
                  <a:lnTo>
                    <a:pt x="415019" y="1080594"/>
                  </a:lnTo>
                  <a:lnTo>
                    <a:pt x="415008" y="1080609"/>
                  </a:lnTo>
                  <a:lnTo>
                    <a:pt x="415003" y="1080618"/>
                  </a:lnTo>
                  <a:lnTo>
                    <a:pt x="415000" y="1080623"/>
                  </a:lnTo>
                  <a:lnTo>
                    <a:pt x="414991" y="1080637"/>
                  </a:lnTo>
                  <a:lnTo>
                    <a:pt x="414982" y="1080650"/>
                  </a:lnTo>
                  <a:lnTo>
                    <a:pt x="414972" y="1080667"/>
                  </a:lnTo>
                  <a:lnTo>
                    <a:pt x="414967" y="1080678"/>
                  </a:lnTo>
                  <a:lnTo>
                    <a:pt x="414961" y="1080687"/>
                  </a:lnTo>
                  <a:lnTo>
                    <a:pt x="414958" y="1080692"/>
                  </a:lnTo>
                  <a:lnTo>
                    <a:pt x="414954" y="1080697"/>
                  </a:lnTo>
                  <a:lnTo>
                    <a:pt x="414950" y="1080701"/>
                  </a:lnTo>
                  <a:lnTo>
                    <a:pt x="414946" y="1080704"/>
                  </a:lnTo>
                  <a:lnTo>
                    <a:pt x="414943" y="1080706"/>
                  </a:lnTo>
                  <a:lnTo>
                    <a:pt x="414938" y="1080709"/>
                  </a:lnTo>
                  <a:lnTo>
                    <a:pt x="414932" y="1080711"/>
                  </a:lnTo>
                  <a:lnTo>
                    <a:pt x="414924" y="1080713"/>
                  </a:lnTo>
                  <a:lnTo>
                    <a:pt x="414915" y="1080714"/>
                  </a:lnTo>
                  <a:lnTo>
                    <a:pt x="414909" y="1080715"/>
                  </a:lnTo>
                  <a:lnTo>
                    <a:pt x="414902" y="1080715"/>
                  </a:lnTo>
                  <a:lnTo>
                    <a:pt x="414890" y="1080716"/>
                  </a:lnTo>
                  <a:lnTo>
                    <a:pt x="414879" y="1080715"/>
                  </a:lnTo>
                  <a:lnTo>
                    <a:pt x="414871" y="1080713"/>
                  </a:lnTo>
                  <a:lnTo>
                    <a:pt x="414865" y="1080712"/>
                  </a:lnTo>
                  <a:lnTo>
                    <a:pt x="414842" y="1080707"/>
                  </a:lnTo>
                  <a:lnTo>
                    <a:pt x="414833" y="1080705"/>
                  </a:lnTo>
                  <a:lnTo>
                    <a:pt x="414828" y="1080705"/>
                  </a:lnTo>
                  <a:lnTo>
                    <a:pt x="414808" y="1080701"/>
                  </a:lnTo>
                  <a:lnTo>
                    <a:pt x="414800" y="1080700"/>
                  </a:lnTo>
                  <a:lnTo>
                    <a:pt x="414791" y="1080700"/>
                  </a:lnTo>
                  <a:lnTo>
                    <a:pt x="414778" y="1080699"/>
                  </a:lnTo>
                  <a:lnTo>
                    <a:pt x="414763" y="1080700"/>
                  </a:lnTo>
                  <a:lnTo>
                    <a:pt x="414756" y="1080700"/>
                  </a:lnTo>
                  <a:lnTo>
                    <a:pt x="414749" y="1080698"/>
                  </a:lnTo>
                  <a:lnTo>
                    <a:pt x="414744" y="1080698"/>
                  </a:lnTo>
                  <a:lnTo>
                    <a:pt x="414739" y="1080698"/>
                  </a:lnTo>
                  <a:lnTo>
                    <a:pt x="414731" y="1080698"/>
                  </a:lnTo>
                  <a:lnTo>
                    <a:pt x="414721" y="1080700"/>
                  </a:lnTo>
                  <a:lnTo>
                    <a:pt x="414712" y="1080704"/>
                  </a:lnTo>
                  <a:lnTo>
                    <a:pt x="414704" y="1080708"/>
                  </a:lnTo>
                  <a:lnTo>
                    <a:pt x="414698" y="1080709"/>
                  </a:lnTo>
                  <a:lnTo>
                    <a:pt x="414690" y="1080711"/>
                  </a:lnTo>
                  <a:lnTo>
                    <a:pt x="414682" y="1080711"/>
                  </a:lnTo>
                  <a:lnTo>
                    <a:pt x="414674" y="1080711"/>
                  </a:lnTo>
                  <a:lnTo>
                    <a:pt x="414664" y="1080710"/>
                  </a:lnTo>
                  <a:lnTo>
                    <a:pt x="414639" y="1080706"/>
                  </a:lnTo>
                  <a:lnTo>
                    <a:pt x="414623" y="1080705"/>
                  </a:lnTo>
                  <a:lnTo>
                    <a:pt x="414614" y="1080704"/>
                  </a:lnTo>
                  <a:lnTo>
                    <a:pt x="414606" y="1080705"/>
                  </a:lnTo>
                  <a:lnTo>
                    <a:pt x="414594" y="1080706"/>
                  </a:lnTo>
                  <a:lnTo>
                    <a:pt x="414586" y="1080706"/>
                  </a:lnTo>
                  <a:lnTo>
                    <a:pt x="414577" y="1080706"/>
                  </a:lnTo>
                  <a:lnTo>
                    <a:pt x="414571" y="1080705"/>
                  </a:lnTo>
                  <a:lnTo>
                    <a:pt x="414550" y="1080698"/>
                  </a:lnTo>
                  <a:lnTo>
                    <a:pt x="414535" y="1080691"/>
                  </a:lnTo>
                  <a:lnTo>
                    <a:pt x="414520" y="1080686"/>
                  </a:lnTo>
                  <a:lnTo>
                    <a:pt x="414509" y="1080682"/>
                  </a:lnTo>
                  <a:lnTo>
                    <a:pt x="414498" y="1080679"/>
                  </a:lnTo>
                  <a:lnTo>
                    <a:pt x="414482" y="1080674"/>
                  </a:lnTo>
                  <a:lnTo>
                    <a:pt x="414475" y="1080672"/>
                  </a:lnTo>
                  <a:lnTo>
                    <a:pt x="414462" y="1080667"/>
                  </a:lnTo>
                  <a:lnTo>
                    <a:pt x="414445" y="1080664"/>
                  </a:lnTo>
                  <a:lnTo>
                    <a:pt x="414438" y="1080663"/>
                  </a:lnTo>
                  <a:lnTo>
                    <a:pt x="414424" y="1080662"/>
                  </a:lnTo>
                  <a:lnTo>
                    <a:pt x="414416" y="1080662"/>
                  </a:lnTo>
                  <a:lnTo>
                    <a:pt x="414410" y="1080662"/>
                  </a:lnTo>
                  <a:lnTo>
                    <a:pt x="414399" y="1080665"/>
                  </a:lnTo>
                  <a:lnTo>
                    <a:pt x="414387" y="1080669"/>
                  </a:lnTo>
                  <a:lnTo>
                    <a:pt x="414374" y="1080671"/>
                  </a:lnTo>
                  <a:lnTo>
                    <a:pt x="414357" y="1080673"/>
                  </a:lnTo>
                  <a:lnTo>
                    <a:pt x="414348" y="1080674"/>
                  </a:lnTo>
                  <a:lnTo>
                    <a:pt x="414336" y="1080674"/>
                  </a:lnTo>
                  <a:lnTo>
                    <a:pt x="414327" y="1080673"/>
                  </a:lnTo>
                  <a:lnTo>
                    <a:pt x="414319" y="1080671"/>
                  </a:lnTo>
                  <a:lnTo>
                    <a:pt x="414312" y="1080668"/>
                  </a:lnTo>
                  <a:lnTo>
                    <a:pt x="414303" y="1080662"/>
                  </a:lnTo>
                  <a:lnTo>
                    <a:pt x="414294" y="1080654"/>
                  </a:lnTo>
                  <a:lnTo>
                    <a:pt x="414289" y="1080651"/>
                  </a:lnTo>
                  <a:lnTo>
                    <a:pt x="414279" y="1080643"/>
                  </a:lnTo>
                  <a:lnTo>
                    <a:pt x="414271" y="1080638"/>
                  </a:lnTo>
                  <a:lnTo>
                    <a:pt x="414261" y="1080634"/>
                  </a:lnTo>
                  <a:lnTo>
                    <a:pt x="414254" y="1080631"/>
                  </a:lnTo>
                  <a:lnTo>
                    <a:pt x="414242" y="1080626"/>
                  </a:lnTo>
                  <a:lnTo>
                    <a:pt x="414228" y="1080621"/>
                  </a:lnTo>
                  <a:lnTo>
                    <a:pt x="414205" y="1080615"/>
                  </a:lnTo>
                  <a:lnTo>
                    <a:pt x="414196" y="1080612"/>
                  </a:lnTo>
                  <a:lnTo>
                    <a:pt x="414187" y="1080610"/>
                  </a:lnTo>
                  <a:lnTo>
                    <a:pt x="414179" y="1080609"/>
                  </a:lnTo>
                  <a:lnTo>
                    <a:pt x="414173" y="1080609"/>
                  </a:lnTo>
                  <a:lnTo>
                    <a:pt x="414167" y="1080609"/>
                  </a:lnTo>
                  <a:lnTo>
                    <a:pt x="414156" y="1080612"/>
                  </a:lnTo>
                  <a:lnTo>
                    <a:pt x="414140" y="1080616"/>
                  </a:lnTo>
                  <a:lnTo>
                    <a:pt x="414126" y="1080619"/>
                  </a:lnTo>
                  <a:lnTo>
                    <a:pt x="414117" y="1080620"/>
                  </a:lnTo>
                  <a:lnTo>
                    <a:pt x="414106" y="1080621"/>
                  </a:lnTo>
                  <a:lnTo>
                    <a:pt x="414092" y="1080621"/>
                  </a:lnTo>
                  <a:lnTo>
                    <a:pt x="414076" y="1080621"/>
                  </a:lnTo>
                  <a:lnTo>
                    <a:pt x="414052" y="1080621"/>
                  </a:lnTo>
                  <a:lnTo>
                    <a:pt x="414033" y="1080620"/>
                  </a:lnTo>
                  <a:lnTo>
                    <a:pt x="414013" y="1080619"/>
                  </a:lnTo>
                  <a:lnTo>
                    <a:pt x="413996" y="1080617"/>
                  </a:lnTo>
                  <a:lnTo>
                    <a:pt x="413978" y="1080614"/>
                  </a:lnTo>
                  <a:lnTo>
                    <a:pt x="413962" y="1080611"/>
                  </a:lnTo>
                  <a:lnTo>
                    <a:pt x="413947" y="1080608"/>
                  </a:lnTo>
                  <a:lnTo>
                    <a:pt x="413932" y="1080603"/>
                  </a:lnTo>
                  <a:lnTo>
                    <a:pt x="413920" y="1080598"/>
                  </a:lnTo>
                  <a:lnTo>
                    <a:pt x="413914" y="1080596"/>
                  </a:lnTo>
                  <a:lnTo>
                    <a:pt x="413905" y="1080591"/>
                  </a:lnTo>
                  <a:lnTo>
                    <a:pt x="413895" y="1080586"/>
                  </a:lnTo>
                  <a:lnTo>
                    <a:pt x="413888" y="1080581"/>
                  </a:lnTo>
                  <a:lnTo>
                    <a:pt x="413880" y="1080574"/>
                  </a:lnTo>
                  <a:lnTo>
                    <a:pt x="413872" y="1080567"/>
                  </a:lnTo>
                  <a:lnTo>
                    <a:pt x="413863" y="1080557"/>
                  </a:lnTo>
                  <a:lnTo>
                    <a:pt x="413852" y="1080539"/>
                  </a:lnTo>
                  <a:lnTo>
                    <a:pt x="413843" y="1080526"/>
                  </a:lnTo>
                  <a:lnTo>
                    <a:pt x="413834" y="1080507"/>
                  </a:lnTo>
                  <a:lnTo>
                    <a:pt x="413828" y="1080494"/>
                  </a:lnTo>
                  <a:lnTo>
                    <a:pt x="413824" y="1080480"/>
                  </a:lnTo>
                  <a:lnTo>
                    <a:pt x="413821" y="1080469"/>
                  </a:lnTo>
                  <a:lnTo>
                    <a:pt x="413819" y="1080460"/>
                  </a:lnTo>
                  <a:lnTo>
                    <a:pt x="413817" y="1080444"/>
                  </a:lnTo>
                  <a:lnTo>
                    <a:pt x="413816" y="1080436"/>
                  </a:lnTo>
                  <a:lnTo>
                    <a:pt x="413828" y="1080370"/>
                  </a:lnTo>
                  <a:lnTo>
                    <a:pt x="413844" y="1080298"/>
                  </a:lnTo>
                  <a:lnTo>
                    <a:pt x="413859" y="1080209"/>
                  </a:lnTo>
                  <a:lnTo>
                    <a:pt x="413862" y="1080177"/>
                  </a:lnTo>
                  <a:lnTo>
                    <a:pt x="413849" y="1080131"/>
                  </a:lnTo>
                  <a:lnTo>
                    <a:pt x="413844" y="1080103"/>
                  </a:lnTo>
                  <a:lnTo>
                    <a:pt x="413829" y="1080065"/>
                  </a:lnTo>
                  <a:lnTo>
                    <a:pt x="413791" y="1080022"/>
                  </a:lnTo>
                  <a:lnTo>
                    <a:pt x="413787" y="1080016"/>
                  </a:lnTo>
                  <a:lnTo>
                    <a:pt x="413779" y="1080007"/>
                  </a:lnTo>
                  <a:lnTo>
                    <a:pt x="413770" y="1079997"/>
                  </a:lnTo>
                  <a:lnTo>
                    <a:pt x="413756" y="1079985"/>
                  </a:lnTo>
                  <a:lnTo>
                    <a:pt x="413743" y="1079973"/>
                  </a:lnTo>
                  <a:lnTo>
                    <a:pt x="413725" y="1079954"/>
                  </a:lnTo>
                  <a:lnTo>
                    <a:pt x="413709" y="1079936"/>
                  </a:lnTo>
                  <a:lnTo>
                    <a:pt x="413700" y="1079925"/>
                  </a:lnTo>
                  <a:lnTo>
                    <a:pt x="413692" y="1079912"/>
                  </a:lnTo>
                  <a:lnTo>
                    <a:pt x="413686" y="1079904"/>
                  </a:lnTo>
                  <a:lnTo>
                    <a:pt x="413681" y="1079894"/>
                  </a:lnTo>
                  <a:lnTo>
                    <a:pt x="413676" y="1079885"/>
                  </a:lnTo>
                  <a:lnTo>
                    <a:pt x="413671" y="1079874"/>
                  </a:lnTo>
                  <a:lnTo>
                    <a:pt x="413666" y="1079859"/>
                  </a:lnTo>
                  <a:lnTo>
                    <a:pt x="413663" y="1079851"/>
                  </a:lnTo>
                  <a:lnTo>
                    <a:pt x="413661" y="1079843"/>
                  </a:lnTo>
                  <a:lnTo>
                    <a:pt x="413660" y="1079835"/>
                  </a:lnTo>
                  <a:lnTo>
                    <a:pt x="413659" y="1079819"/>
                  </a:lnTo>
                  <a:lnTo>
                    <a:pt x="413660" y="1079794"/>
                  </a:lnTo>
                  <a:lnTo>
                    <a:pt x="413661" y="1079765"/>
                  </a:lnTo>
                  <a:lnTo>
                    <a:pt x="413660" y="1079728"/>
                  </a:lnTo>
                  <a:lnTo>
                    <a:pt x="413659" y="1079714"/>
                  </a:lnTo>
                  <a:lnTo>
                    <a:pt x="413655" y="1079697"/>
                  </a:lnTo>
                  <a:lnTo>
                    <a:pt x="413652" y="1079682"/>
                  </a:lnTo>
                  <a:lnTo>
                    <a:pt x="413649" y="1079671"/>
                  </a:lnTo>
                  <a:lnTo>
                    <a:pt x="413648" y="1079660"/>
                  </a:lnTo>
                  <a:lnTo>
                    <a:pt x="413647" y="1079646"/>
                  </a:lnTo>
                  <a:lnTo>
                    <a:pt x="413647" y="1079628"/>
                  </a:lnTo>
                  <a:lnTo>
                    <a:pt x="413649" y="1079612"/>
                  </a:lnTo>
                  <a:lnTo>
                    <a:pt x="413651" y="1079600"/>
                  </a:lnTo>
                  <a:lnTo>
                    <a:pt x="413652" y="1079594"/>
                  </a:lnTo>
                  <a:lnTo>
                    <a:pt x="413655" y="1079582"/>
                  </a:lnTo>
                  <a:lnTo>
                    <a:pt x="413663" y="1079562"/>
                  </a:lnTo>
                  <a:lnTo>
                    <a:pt x="413668" y="1079547"/>
                  </a:lnTo>
                  <a:lnTo>
                    <a:pt x="413676" y="1079530"/>
                  </a:lnTo>
                  <a:lnTo>
                    <a:pt x="413681" y="1079520"/>
                  </a:lnTo>
                  <a:lnTo>
                    <a:pt x="413686" y="1079513"/>
                  </a:lnTo>
                  <a:lnTo>
                    <a:pt x="413693" y="1079502"/>
                  </a:lnTo>
                  <a:lnTo>
                    <a:pt x="413702" y="1079490"/>
                  </a:lnTo>
                  <a:lnTo>
                    <a:pt x="413717" y="1079471"/>
                  </a:lnTo>
                  <a:lnTo>
                    <a:pt x="413725" y="1079458"/>
                  </a:lnTo>
                  <a:lnTo>
                    <a:pt x="413733" y="1079446"/>
                  </a:lnTo>
                  <a:lnTo>
                    <a:pt x="413738" y="1079437"/>
                  </a:lnTo>
                  <a:lnTo>
                    <a:pt x="413742" y="1079429"/>
                  </a:lnTo>
                  <a:lnTo>
                    <a:pt x="413746" y="1079420"/>
                  </a:lnTo>
                  <a:lnTo>
                    <a:pt x="413750" y="1079409"/>
                  </a:lnTo>
                  <a:lnTo>
                    <a:pt x="413752" y="1079399"/>
                  </a:lnTo>
                  <a:lnTo>
                    <a:pt x="413754" y="1079386"/>
                  </a:lnTo>
                  <a:lnTo>
                    <a:pt x="413753" y="1079372"/>
                  </a:lnTo>
                  <a:lnTo>
                    <a:pt x="413752" y="1079358"/>
                  </a:lnTo>
                  <a:lnTo>
                    <a:pt x="413751" y="1079350"/>
                  </a:lnTo>
                  <a:lnTo>
                    <a:pt x="413750" y="1079325"/>
                  </a:lnTo>
                  <a:lnTo>
                    <a:pt x="413747" y="1079299"/>
                  </a:lnTo>
                  <a:lnTo>
                    <a:pt x="413744" y="1079275"/>
                  </a:lnTo>
                  <a:lnTo>
                    <a:pt x="413744" y="1079268"/>
                  </a:lnTo>
                  <a:lnTo>
                    <a:pt x="413745" y="1079263"/>
                  </a:lnTo>
                  <a:lnTo>
                    <a:pt x="413747" y="1079258"/>
                  </a:lnTo>
                  <a:lnTo>
                    <a:pt x="413750" y="1079254"/>
                  </a:lnTo>
                  <a:lnTo>
                    <a:pt x="413761" y="1079240"/>
                  </a:lnTo>
                  <a:lnTo>
                    <a:pt x="413779" y="1079216"/>
                  </a:lnTo>
                  <a:lnTo>
                    <a:pt x="413793" y="1079198"/>
                  </a:lnTo>
                  <a:lnTo>
                    <a:pt x="413800" y="1079189"/>
                  </a:lnTo>
                  <a:lnTo>
                    <a:pt x="413805" y="1079179"/>
                  </a:lnTo>
                  <a:lnTo>
                    <a:pt x="413808" y="1079169"/>
                  </a:lnTo>
                  <a:lnTo>
                    <a:pt x="413813" y="1079153"/>
                  </a:lnTo>
                  <a:lnTo>
                    <a:pt x="413819" y="1079130"/>
                  </a:lnTo>
                  <a:lnTo>
                    <a:pt x="413821" y="1079114"/>
                  </a:lnTo>
                  <a:lnTo>
                    <a:pt x="413823" y="1079096"/>
                  </a:lnTo>
                  <a:lnTo>
                    <a:pt x="413823" y="1079071"/>
                  </a:lnTo>
                  <a:lnTo>
                    <a:pt x="413823" y="1079029"/>
                  </a:lnTo>
                  <a:lnTo>
                    <a:pt x="413823" y="1079001"/>
                  </a:lnTo>
                  <a:lnTo>
                    <a:pt x="413823" y="1078970"/>
                  </a:lnTo>
                  <a:lnTo>
                    <a:pt x="413823" y="1078941"/>
                  </a:lnTo>
                  <a:lnTo>
                    <a:pt x="413823" y="1078929"/>
                  </a:lnTo>
                  <a:lnTo>
                    <a:pt x="413820" y="1078889"/>
                  </a:lnTo>
                  <a:lnTo>
                    <a:pt x="413818" y="1078862"/>
                  </a:lnTo>
                  <a:lnTo>
                    <a:pt x="413817" y="1078841"/>
                  </a:lnTo>
                  <a:lnTo>
                    <a:pt x="413818" y="1078824"/>
                  </a:lnTo>
                  <a:lnTo>
                    <a:pt x="413818" y="1078814"/>
                  </a:lnTo>
                  <a:lnTo>
                    <a:pt x="413819" y="1078807"/>
                  </a:lnTo>
                  <a:lnTo>
                    <a:pt x="413820" y="1078794"/>
                  </a:lnTo>
                  <a:lnTo>
                    <a:pt x="413825" y="1078770"/>
                  </a:lnTo>
                  <a:lnTo>
                    <a:pt x="413828" y="1078752"/>
                  </a:lnTo>
                  <a:lnTo>
                    <a:pt x="413832" y="1078725"/>
                  </a:lnTo>
                  <a:lnTo>
                    <a:pt x="413835" y="1078700"/>
                  </a:lnTo>
                  <a:lnTo>
                    <a:pt x="413836" y="1078690"/>
                  </a:lnTo>
                  <a:lnTo>
                    <a:pt x="413838" y="1078679"/>
                  </a:lnTo>
                  <a:lnTo>
                    <a:pt x="413840" y="1078666"/>
                  </a:lnTo>
                  <a:lnTo>
                    <a:pt x="413843" y="1078655"/>
                  </a:lnTo>
                  <a:lnTo>
                    <a:pt x="413846" y="1078638"/>
                  </a:lnTo>
                  <a:lnTo>
                    <a:pt x="413847" y="1078625"/>
                  </a:lnTo>
                  <a:lnTo>
                    <a:pt x="413847" y="1078613"/>
                  </a:lnTo>
                  <a:lnTo>
                    <a:pt x="413846" y="1078595"/>
                  </a:lnTo>
                  <a:lnTo>
                    <a:pt x="413845" y="1078585"/>
                  </a:lnTo>
                  <a:lnTo>
                    <a:pt x="413844" y="1078576"/>
                  </a:lnTo>
                  <a:lnTo>
                    <a:pt x="413844" y="1078569"/>
                  </a:lnTo>
                  <a:lnTo>
                    <a:pt x="413846" y="1078560"/>
                  </a:lnTo>
                  <a:lnTo>
                    <a:pt x="413847" y="1078554"/>
                  </a:lnTo>
                  <a:lnTo>
                    <a:pt x="413850" y="1078548"/>
                  </a:lnTo>
                  <a:lnTo>
                    <a:pt x="413853" y="1078541"/>
                  </a:lnTo>
                  <a:lnTo>
                    <a:pt x="413856" y="1078531"/>
                  </a:lnTo>
                  <a:lnTo>
                    <a:pt x="413858" y="1078519"/>
                  </a:lnTo>
                  <a:lnTo>
                    <a:pt x="413857" y="1078514"/>
                  </a:lnTo>
                  <a:lnTo>
                    <a:pt x="413855" y="1078498"/>
                  </a:lnTo>
                  <a:lnTo>
                    <a:pt x="413850" y="1078483"/>
                  </a:lnTo>
                  <a:lnTo>
                    <a:pt x="413845" y="1078472"/>
                  </a:lnTo>
                  <a:lnTo>
                    <a:pt x="413843" y="1078465"/>
                  </a:lnTo>
                  <a:lnTo>
                    <a:pt x="413840" y="1078457"/>
                  </a:lnTo>
                  <a:lnTo>
                    <a:pt x="413841" y="1078452"/>
                  </a:lnTo>
                  <a:lnTo>
                    <a:pt x="413847" y="1078450"/>
                  </a:lnTo>
                  <a:lnTo>
                    <a:pt x="413861" y="1078447"/>
                  </a:lnTo>
                  <a:lnTo>
                    <a:pt x="413877" y="1078443"/>
                  </a:lnTo>
                  <a:lnTo>
                    <a:pt x="413887" y="1078440"/>
                  </a:lnTo>
                  <a:lnTo>
                    <a:pt x="413894" y="1078436"/>
                  </a:lnTo>
                  <a:lnTo>
                    <a:pt x="413906" y="1078427"/>
                  </a:lnTo>
                  <a:lnTo>
                    <a:pt x="413913" y="1078420"/>
                  </a:lnTo>
                  <a:lnTo>
                    <a:pt x="413922" y="1078409"/>
                  </a:lnTo>
                  <a:lnTo>
                    <a:pt x="413931" y="1078395"/>
                  </a:lnTo>
                  <a:lnTo>
                    <a:pt x="413940" y="1078375"/>
                  </a:lnTo>
                  <a:lnTo>
                    <a:pt x="413946" y="1078359"/>
                  </a:lnTo>
                  <a:lnTo>
                    <a:pt x="413950" y="1078345"/>
                  </a:lnTo>
                  <a:lnTo>
                    <a:pt x="413954" y="1078329"/>
                  </a:lnTo>
                  <a:lnTo>
                    <a:pt x="413962" y="1078306"/>
                  </a:lnTo>
                  <a:lnTo>
                    <a:pt x="413968" y="1078287"/>
                  </a:lnTo>
                  <a:lnTo>
                    <a:pt x="413973" y="1078269"/>
                  </a:lnTo>
                  <a:lnTo>
                    <a:pt x="413980" y="1078249"/>
                  </a:lnTo>
                  <a:lnTo>
                    <a:pt x="413983" y="1078236"/>
                  </a:lnTo>
                  <a:lnTo>
                    <a:pt x="413988" y="1078216"/>
                  </a:lnTo>
                  <a:lnTo>
                    <a:pt x="413992" y="1078199"/>
                  </a:lnTo>
                  <a:lnTo>
                    <a:pt x="413995" y="1078182"/>
                  </a:lnTo>
                  <a:lnTo>
                    <a:pt x="413997" y="1078169"/>
                  </a:lnTo>
                  <a:lnTo>
                    <a:pt x="414004" y="1078140"/>
                  </a:lnTo>
                  <a:lnTo>
                    <a:pt x="414008" y="1078126"/>
                  </a:lnTo>
                  <a:lnTo>
                    <a:pt x="414012" y="1078111"/>
                  </a:lnTo>
                  <a:lnTo>
                    <a:pt x="414015" y="1078102"/>
                  </a:lnTo>
                  <a:lnTo>
                    <a:pt x="414018" y="1078088"/>
                  </a:lnTo>
                  <a:lnTo>
                    <a:pt x="414020" y="1078074"/>
                  </a:lnTo>
                  <a:lnTo>
                    <a:pt x="414024" y="1078038"/>
                  </a:lnTo>
                  <a:lnTo>
                    <a:pt x="414027" y="1078011"/>
                  </a:lnTo>
                  <a:lnTo>
                    <a:pt x="414029" y="1077989"/>
                  </a:lnTo>
                  <a:lnTo>
                    <a:pt x="414030" y="1077978"/>
                  </a:lnTo>
                  <a:lnTo>
                    <a:pt x="414031" y="1077970"/>
                  </a:lnTo>
                  <a:lnTo>
                    <a:pt x="414033" y="1077962"/>
                  </a:lnTo>
                  <a:lnTo>
                    <a:pt x="414037" y="1077953"/>
                  </a:lnTo>
                  <a:lnTo>
                    <a:pt x="414042" y="1077947"/>
                  </a:lnTo>
                  <a:lnTo>
                    <a:pt x="414047" y="1077942"/>
                  </a:lnTo>
                  <a:lnTo>
                    <a:pt x="414051" y="1077936"/>
                  </a:lnTo>
                  <a:lnTo>
                    <a:pt x="414053" y="1077929"/>
                  </a:lnTo>
                  <a:lnTo>
                    <a:pt x="414055" y="1077916"/>
                  </a:lnTo>
                  <a:lnTo>
                    <a:pt x="414054" y="1077903"/>
                  </a:lnTo>
                  <a:lnTo>
                    <a:pt x="414051" y="1077892"/>
                  </a:lnTo>
                  <a:lnTo>
                    <a:pt x="414049" y="1077880"/>
                  </a:lnTo>
                  <a:lnTo>
                    <a:pt x="414047" y="1077870"/>
                  </a:lnTo>
                  <a:lnTo>
                    <a:pt x="414046" y="1077854"/>
                  </a:lnTo>
                  <a:lnTo>
                    <a:pt x="414043" y="1077830"/>
                  </a:lnTo>
                  <a:lnTo>
                    <a:pt x="414041" y="1077821"/>
                  </a:lnTo>
                  <a:lnTo>
                    <a:pt x="414039" y="1077814"/>
                  </a:lnTo>
                  <a:lnTo>
                    <a:pt x="414036" y="1077804"/>
                  </a:lnTo>
                  <a:lnTo>
                    <a:pt x="414034" y="1077795"/>
                  </a:lnTo>
                  <a:lnTo>
                    <a:pt x="414033" y="1077789"/>
                  </a:lnTo>
                  <a:lnTo>
                    <a:pt x="414033" y="1077781"/>
                  </a:lnTo>
                  <a:lnTo>
                    <a:pt x="414033" y="1077776"/>
                  </a:lnTo>
                  <a:lnTo>
                    <a:pt x="414034" y="1077769"/>
                  </a:lnTo>
                  <a:lnTo>
                    <a:pt x="414037" y="1077758"/>
                  </a:lnTo>
                  <a:lnTo>
                    <a:pt x="414040" y="1077752"/>
                  </a:lnTo>
                  <a:lnTo>
                    <a:pt x="414049" y="1077733"/>
                  </a:lnTo>
                  <a:lnTo>
                    <a:pt x="414056" y="1077715"/>
                  </a:lnTo>
                  <a:lnTo>
                    <a:pt x="414062" y="1077697"/>
                  </a:lnTo>
                  <a:lnTo>
                    <a:pt x="414067" y="1077682"/>
                  </a:lnTo>
                  <a:lnTo>
                    <a:pt x="414076" y="1077653"/>
                  </a:lnTo>
                  <a:lnTo>
                    <a:pt x="414082" y="1077636"/>
                  </a:lnTo>
                  <a:lnTo>
                    <a:pt x="414087" y="1077619"/>
                  </a:lnTo>
                  <a:lnTo>
                    <a:pt x="414091" y="1077611"/>
                  </a:lnTo>
                  <a:lnTo>
                    <a:pt x="414099" y="1077596"/>
                  </a:lnTo>
                  <a:lnTo>
                    <a:pt x="414104" y="1077587"/>
                  </a:lnTo>
                  <a:lnTo>
                    <a:pt x="414110" y="1077579"/>
                  </a:lnTo>
                  <a:lnTo>
                    <a:pt x="414115" y="1077573"/>
                  </a:lnTo>
                  <a:lnTo>
                    <a:pt x="414121" y="1077566"/>
                  </a:lnTo>
                  <a:lnTo>
                    <a:pt x="414140" y="1077547"/>
                  </a:lnTo>
                  <a:lnTo>
                    <a:pt x="414165" y="1077521"/>
                  </a:lnTo>
                  <a:lnTo>
                    <a:pt x="414173" y="1077511"/>
                  </a:lnTo>
                  <a:lnTo>
                    <a:pt x="414183" y="1077500"/>
                  </a:lnTo>
                  <a:lnTo>
                    <a:pt x="414191" y="1077491"/>
                  </a:lnTo>
                  <a:lnTo>
                    <a:pt x="414199" y="1077480"/>
                  </a:lnTo>
                  <a:lnTo>
                    <a:pt x="414202" y="1077472"/>
                  </a:lnTo>
                  <a:lnTo>
                    <a:pt x="414201" y="1077468"/>
                  </a:lnTo>
                  <a:lnTo>
                    <a:pt x="414198" y="1077460"/>
                  </a:lnTo>
                  <a:lnTo>
                    <a:pt x="414194" y="1077453"/>
                  </a:lnTo>
                  <a:lnTo>
                    <a:pt x="414190" y="1077447"/>
                  </a:lnTo>
                  <a:lnTo>
                    <a:pt x="414188" y="1077438"/>
                  </a:lnTo>
                  <a:lnTo>
                    <a:pt x="414185" y="1077429"/>
                  </a:lnTo>
                  <a:lnTo>
                    <a:pt x="414182" y="1077414"/>
                  </a:lnTo>
                  <a:lnTo>
                    <a:pt x="414182" y="1077405"/>
                  </a:lnTo>
                  <a:lnTo>
                    <a:pt x="414182" y="1077394"/>
                  </a:lnTo>
                  <a:lnTo>
                    <a:pt x="414183" y="1077386"/>
                  </a:lnTo>
                  <a:lnTo>
                    <a:pt x="414185" y="1077378"/>
                  </a:lnTo>
                  <a:lnTo>
                    <a:pt x="414191" y="1077362"/>
                  </a:lnTo>
                  <a:lnTo>
                    <a:pt x="414197" y="1077340"/>
                  </a:lnTo>
                  <a:lnTo>
                    <a:pt x="414198" y="1077334"/>
                  </a:lnTo>
                  <a:lnTo>
                    <a:pt x="414201" y="1077324"/>
                  </a:lnTo>
                  <a:lnTo>
                    <a:pt x="414202" y="1077314"/>
                  </a:lnTo>
                  <a:lnTo>
                    <a:pt x="414203" y="1077305"/>
                  </a:lnTo>
                  <a:lnTo>
                    <a:pt x="414205" y="1077296"/>
                  </a:lnTo>
                  <a:lnTo>
                    <a:pt x="414207" y="1077290"/>
                  </a:lnTo>
                  <a:lnTo>
                    <a:pt x="414210" y="1077285"/>
                  </a:lnTo>
                  <a:lnTo>
                    <a:pt x="414215" y="1077283"/>
                  </a:lnTo>
                  <a:lnTo>
                    <a:pt x="414221" y="1077283"/>
                  </a:lnTo>
                  <a:lnTo>
                    <a:pt x="414242" y="1077285"/>
                  </a:lnTo>
                  <a:lnTo>
                    <a:pt x="414279" y="1077287"/>
                  </a:lnTo>
                  <a:lnTo>
                    <a:pt x="414292" y="1077287"/>
                  </a:lnTo>
                  <a:lnTo>
                    <a:pt x="414312" y="1077286"/>
                  </a:lnTo>
                  <a:lnTo>
                    <a:pt x="414323" y="1077286"/>
                  </a:lnTo>
                  <a:lnTo>
                    <a:pt x="414330" y="1077284"/>
                  </a:lnTo>
                  <a:lnTo>
                    <a:pt x="414339" y="1077281"/>
                  </a:lnTo>
                  <a:lnTo>
                    <a:pt x="414346" y="1077276"/>
                  </a:lnTo>
                  <a:lnTo>
                    <a:pt x="414352" y="1077271"/>
                  </a:lnTo>
                  <a:lnTo>
                    <a:pt x="414357" y="1077261"/>
                  </a:lnTo>
                  <a:lnTo>
                    <a:pt x="414364" y="1077247"/>
                  </a:lnTo>
                  <a:lnTo>
                    <a:pt x="414366" y="1077236"/>
                  </a:lnTo>
                  <a:lnTo>
                    <a:pt x="414363" y="1077228"/>
                  </a:lnTo>
                  <a:lnTo>
                    <a:pt x="414360" y="1077219"/>
                  </a:lnTo>
                  <a:lnTo>
                    <a:pt x="414356" y="1077202"/>
                  </a:lnTo>
                  <a:lnTo>
                    <a:pt x="414352" y="1077187"/>
                  </a:lnTo>
                  <a:lnTo>
                    <a:pt x="414350" y="1077173"/>
                  </a:lnTo>
                  <a:lnTo>
                    <a:pt x="414349" y="1077163"/>
                  </a:lnTo>
                  <a:lnTo>
                    <a:pt x="414349" y="1077151"/>
                  </a:lnTo>
                  <a:lnTo>
                    <a:pt x="414351" y="1077140"/>
                  </a:lnTo>
                  <a:lnTo>
                    <a:pt x="414353" y="1077132"/>
                  </a:lnTo>
                  <a:lnTo>
                    <a:pt x="414357" y="1077124"/>
                  </a:lnTo>
                  <a:lnTo>
                    <a:pt x="414362" y="1077117"/>
                  </a:lnTo>
                  <a:lnTo>
                    <a:pt x="414373" y="1077107"/>
                  </a:lnTo>
                  <a:lnTo>
                    <a:pt x="414385" y="1077098"/>
                  </a:lnTo>
                  <a:lnTo>
                    <a:pt x="414393" y="1077089"/>
                  </a:lnTo>
                  <a:lnTo>
                    <a:pt x="414399" y="1077080"/>
                  </a:lnTo>
                  <a:lnTo>
                    <a:pt x="414403" y="1077071"/>
                  </a:lnTo>
                  <a:lnTo>
                    <a:pt x="414407" y="1077056"/>
                  </a:lnTo>
                  <a:lnTo>
                    <a:pt x="414411" y="1077014"/>
                  </a:lnTo>
                  <a:lnTo>
                    <a:pt x="414413" y="1077005"/>
                  </a:lnTo>
                  <a:lnTo>
                    <a:pt x="414415" y="1076999"/>
                  </a:lnTo>
                  <a:lnTo>
                    <a:pt x="414418" y="1076993"/>
                  </a:lnTo>
                  <a:lnTo>
                    <a:pt x="414421" y="1076988"/>
                  </a:lnTo>
                  <a:lnTo>
                    <a:pt x="414428" y="1076982"/>
                  </a:lnTo>
                  <a:lnTo>
                    <a:pt x="414437" y="1076975"/>
                  </a:lnTo>
                  <a:lnTo>
                    <a:pt x="414444" y="1076969"/>
                  </a:lnTo>
                  <a:lnTo>
                    <a:pt x="414449" y="1076961"/>
                  </a:lnTo>
                  <a:lnTo>
                    <a:pt x="414452" y="1076954"/>
                  </a:lnTo>
                  <a:lnTo>
                    <a:pt x="414455" y="1076942"/>
                  </a:lnTo>
                  <a:lnTo>
                    <a:pt x="414455" y="1076932"/>
                  </a:lnTo>
                  <a:lnTo>
                    <a:pt x="414454" y="1076924"/>
                  </a:lnTo>
                  <a:lnTo>
                    <a:pt x="414450" y="1076915"/>
                  </a:lnTo>
                  <a:lnTo>
                    <a:pt x="414440" y="1076891"/>
                  </a:lnTo>
                  <a:lnTo>
                    <a:pt x="414430" y="1076871"/>
                  </a:lnTo>
                  <a:lnTo>
                    <a:pt x="414424" y="1076861"/>
                  </a:lnTo>
                  <a:lnTo>
                    <a:pt x="414417" y="1076851"/>
                  </a:lnTo>
                  <a:lnTo>
                    <a:pt x="414407" y="1076835"/>
                  </a:lnTo>
                  <a:lnTo>
                    <a:pt x="414395" y="1076816"/>
                  </a:lnTo>
                  <a:lnTo>
                    <a:pt x="414387" y="1076802"/>
                  </a:lnTo>
                  <a:lnTo>
                    <a:pt x="414371" y="1076775"/>
                  </a:lnTo>
                  <a:lnTo>
                    <a:pt x="414354" y="1076746"/>
                  </a:lnTo>
                  <a:lnTo>
                    <a:pt x="414346" y="1076733"/>
                  </a:lnTo>
                  <a:lnTo>
                    <a:pt x="414342" y="1076727"/>
                  </a:lnTo>
                  <a:lnTo>
                    <a:pt x="414339" y="1076718"/>
                  </a:lnTo>
                  <a:lnTo>
                    <a:pt x="414335" y="1076708"/>
                  </a:lnTo>
                  <a:lnTo>
                    <a:pt x="414331" y="1076700"/>
                  </a:lnTo>
                  <a:lnTo>
                    <a:pt x="414329" y="1076692"/>
                  </a:lnTo>
                  <a:lnTo>
                    <a:pt x="414326" y="1076679"/>
                  </a:lnTo>
                  <a:lnTo>
                    <a:pt x="414326" y="1076671"/>
                  </a:lnTo>
                  <a:lnTo>
                    <a:pt x="414328" y="1076661"/>
                  </a:lnTo>
                  <a:lnTo>
                    <a:pt x="414331" y="1076652"/>
                  </a:lnTo>
                  <a:lnTo>
                    <a:pt x="414337" y="1076640"/>
                  </a:lnTo>
                  <a:lnTo>
                    <a:pt x="414342" y="1076630"/>
                  </a:lnTo>
                  <a:lnTo>
                    <a:pt x="414345" y="1076621"/>
                  </a:lnTo>
                  <a:lnTo>
                    <a:pt x="414348" y="1076611"/>
                  </a:lnTo>
                  <a:lnTo>
                    <a:pt x="414349" y="1076603"/>
                  </a:lnTo>
                  <a:lnTo>
                    <a:pt x="414350" y="1076595"/>
                  </a:lnTo>
                  <a:lnTo>
                    <a:pt x="414350" y="1076583"/>
                  </a:lnTo>
                  <a:lnTo>
                    <a:pt x="414349" y="1076570"/>
                  </a:lnTo>
                  <a:lnTo>
                    <a:pt x="414347" y="1076562"/>
                  </a:lnTo>
                  <a:lnTo>
                    <a:pt x="414342" y="1076546"/>
                  </a:lnTo>
                  <a:lnTo>
                    <a:pt x="414335" y="1076525"/>
                  </a:lnTo>
                  <a:lnTo>
                    <a:pt x="414330" y="1076512"/>
                  </a:lnTo>
                  <a:lnTo>
                    <a:pt x="414327" y="1076504"/>
                  </a:lnTo>
                  <a:lnTo>
                    <a:pt x="414324" y="1076494"/>
                  </a:lnTo>
                  <a:lnTo>
                    <a:pt x="414321" y="1076486"/>
                  </a:lnTo>
                  <a:lnTo>
                    <a:pt x="414319" y="1076477"/>
                  </a:lnTo>
                  <a:lnTo>
                    <a:pt x="414318" y="1076468"/>
                  </a:lnTo>
                  <a:lnTo>
                    <a:pt x="414317" y="1076456"/>
                  </a:lnTo>
                  <a:lnTo>
                    <a:pt x="414318" y="1076442"/>
                  </a:lnTo>
                  <a:lnTo>
                    <a:pt x="414319" y="1076433"/>
                  </a:lnTo>
                  <a:lnTo>
                    <a:pt x="414323" y="1076421"/>
                  </a:lnTo>
                  <a:lnTo>
                    <a:pt x="414331" y="1076404"/>
                  </a:lnTo>
                  <a:lnTo>
                    <a:pt x="414346" y="1076379"/>
                  </a:lnTo>
                  <a:lnTo>
                    <a:pt x="414367" y="1076350"/>
                  </a:lnTo>
                  <a:lnTo>
                    <a:pt x="414385" y="1076325"/>
                  </a:lnTo>
                  <a:lnTo>
                    <a:pt x="414390" y="1076317"/>
                  </a:lnTo>
                  <a:lnTo>
                    <a:pt x="414398" y="1076302"/>
                  </a:lnTo>
                  <a:lnTo>
                    <a:pt x="414404" y="1076291"/>
                  </a:lnTo>
                  <a:lnTo>
                    <a:pt x="414410" y="1076280"/>
                  </a:lnTo>
                  <a:lnTo>
                    <a:pt x="414414" y="1076269"/>
                  </a:lnTo>
                  <a:lnTo>
                    <a:pt x="414418" y="1076258"/>
                  </a:lnTo>
                  <a:lnTo>
                    <a:pt x="414420" y="1076248"/>
                  </a:lnTo>
                  <a:lnTo>
                    <a:pt x="414423" y="1076232"/>
                  </a:lnTo>
                  <a:lnTo>
                    <a:pt x="414425" y="1076220"/>
                  </a:lnTo>
                  <a:lnTo>
                    <a:pt x="414426" y="1076210"/>
                  </a:lnTo>
                  <a:lnTo>
                    <a:pt x="414424" y="1076201"/>
                  </a:lnTo>
                  <a:lnTo>
                    <a:pt x="414421" y="1076188"/>
                  </a:lnTo>
                  <a:lnTo>
                    <a:pt x="414418" y="1076178"/>
                  </a:lnTo>
                  <a:lnTo>
                    <a:pt x="414404" y="1076147"/>
                  </a:lnTo>
                  <a:lnTo>
                    <a:pt x="414383" y="1076108"/>
                  </a:lnTo>
                  <a:lnTo>
                    <a:pt x="414374" y="1076092"/>
                  </a:lnTo>
                  <a:lnTo>
                    <a:pt x="414369" y="1076080"/>
                  </a:lnTo>
                  <a:lnTo>
                    <a:pt x="414367" y="1076072"/>
                  </a:lnTo>
                  <a:lnTo>
                    <a:pt x="414365" y="1076063"/>
                  </a:lnTo>
                  <a:lnTo>
                    <a:pt x="414364" y="1076055"/>
                  </a:lnTo>
                  <a:lnTo>
                    <a:pt x="414363" y="1076039"/>
                  </a:lnTo>
                  <a:lnTo>
                    <a:pt x="414364" y="1076025"/>
                  </a:lnTo>
                  <a:lnTo>
                    <a:pt x="414366" y="1076011"/>
                  </a:lnTo>
                  <a:lnTo>
                    <a:pt x="414368" y="1076001"/>
                  </a:lnTo>
                  <a:lnTo>
                    <a:pt x="414370" y="1075992"/>
                  </a:lnTo>
                  <a:lnTo>
                    <a:pt x="414376" y="1075978"/>
                  </a:lnTo>
                  <a:lnTo>
                    <a:pt x="414392" y="1075943"/>
                  </a:lnTo>
                  <a:lnTo>
                    <a:pt x="414406" y="1075915"/>
                  </a:lnTo>
                  <a:lnTo>
                    <a:pt x="414411" y="1075906"/>
                  </a:lnTo>
                  <a:lnTo>
                    <a:pt x="414414" y="1075899"/>
                  </a:lnTo>
                  <a:lnTo>
                    <a:pt x="414426" y="1075871"/>
                  </a:lnTo>
                  <a:lnTo>
                    <a:pt x="414432" y="1075853"/>
                  </a:lnTo>
                  <a:lnTo>
                    <a:pt x="414438" y="1075833"/>
                  </a:lnTo>
                  <a:lnTo>
                    <a:pt x="414439" y="1075828"/>
                  </a:lnTo>
                  <a:lnTo>
                    <a:pt x="414452" y="1075783"/>
                  </a:lnTo>
                  <a:lnTo>
                    <a:pt x="414457" y="1075758"/>
                  </a:lnTo>
                  <a:lnTo>
                    <a:pt x="414461" y="1075740"/>
                  </a:lnTo>
                  <a:lnTo>
                    <a:pt x="414463" y="1075725"/>
                  </a:lnTo>
                  <a:lnTo>
                    <a:pt x="414466" y="1075708"/>
                  </a:lnTo>
                  <a:lnTo>
                    <a:pt x="414469" y="1075691"/>
                  </a:lnTo>
                  <a:lnTo>
                    <a:pt x="414475" y="1075665"/>
                  </a:lnTo>
                  <a:lnTo>
                    <a:pt x="414479" y="1075651"/>
                  </a:lnTo>
                  <a:lnTo>
                    <a:pt x="414482" y="1075638"/>
                  </a:lnTo>
                  <a:lnTo>
                    <a:pt x="414488" y="1075620"/>
                  </a:lnTo>
                  <a:lnTo>
                    <a:pt x="414499" y="1075581"/>
                  </a:lnTo>
                  <a:lnTo>
                    <a:pt x="414506" y="1075561"/>
                  </a:lnTo>
                  <a:lnTo>
                    <a:pt x="414510" y="1075549"/>
                  </a:lnTo>
                  <a:lnTo>
                    <a:pt x="414516" y="1075531"/>
                  </a:lnTo>
                  <a:lnTo>
                    <a:pt x="414519" y="1075524"/>
                  </a:lnTo>
                  <a:lnTo>
                    <a:pt x="414525" y="1075513"/>
                  </a:lnTo>
                  <a:lnTo>
                    <a:pt x="414532" y="1075501"/>
                  </a:lnTo>
                  <a:lnTo>
                    <a:pt x="414541" y="1075490"/>
                  </a:lnTo>
                  <a:lnTo>
                    <a:pt x="414546" y="1075482"/>
                  </a:lnTo>
                  <a:lnTo>
                    <a:pt x="414556" y="1075473"/>
                  </a:lnTo>
                  <a:lnTo>
                    <a:pt x="414567" y="1075461"/>
                  </a:lnTo>
                  <a:lnTo>
                    <a:pt x="414602" y="1075430"/>
                  </a:lnTo>
                  <a:lnTo>
                    <a:pt x="414622" y="1075411"/>
                  </a:lnTo>
                  <a:lnTo>
                    <a:pt x="414666" y="1075365"/>
                  </a:lnTo>
                  <a:lnTo>
                    <a:pt x="414685" y="1075342"/>
                  </a:lnTo>
                  <a:lnTo>
                    <a:pt x="414725" y="1075293"/>
                  </a:lnTo>
                  <a:lnTo>
                    <a:pt x="414742" y="1075272"/>
                  </a:lnTo>
                  <a:lnTo>
                    <a:pt x="414749" y="1075262"/>
                  </a:lnTo>
                  <a:lnTo>
                    <a:pt x="414754" y="1075252"/>
                  </a:lnTo>
                  <a:lnTo>
                    <a:pt x="414757" y="1075243"/>
                  </a:lnTo>
                  <a:lnTo>
                    <a:pt x="414761" y="1075234"/>
                  </a:lnTo>
                  <a:lnTo>
                    <a:pt x="414765" y="1075225"/>
                  </a:lnTo>
                  <a:lnTo>
                    <a:pt x="414768" y="1075220"/>
                  </a:lnTo>
                  <a:lnTo>
                    <a:pt x="414777" y="1075211"/>
                  </a:lnTo>
                  <a:lnTo>
                    <a:pt x="414789" y="1075195"/>
                  </a:lnTo>
                  <a:lnTo>
                    <a:pt x="414797" y="1075178"/>
                  </a:lnTo>
                  <a:lnTo>
                    <a:pt x="414799" y="1075173"/>
                  </a:lnTo>
                  <a:lnTo>
                    <a:pt x="414802" y="1075167"/>
                  </a:lnTo>
                  <a:lnTo>
                    <a:pt x="414806" y="1075161"/>
                  </a:lnTo>
                  <a:lnTo>
                    <a:pt x="414812" y="1075151"/>
                  </a:lnTo>
                  <a:lnTo>
                    <a:pt x="414819" y="1075138"/>
                  </a:lnTo>
                  <a:lnTo>
                    <a:pt x="414826" y="1075122"/>
                  </a:lnTo>
                  <a:lnTo>
                    <a:pt x="414838" y="1075091"/>
                  </a:lnTo>
                  <a:lnTo>
                    <a:pt x="414845" y="1075069"/>
                  </a:lnTo>
                  <a:lnTo>
                    <a:pt x="414848" y="1075051"/>
                  </a:lnTo>
                  <a:lnTo>
                    <a:pt x="414849" y="1075045"/>
                  </a:lnTo>
                  <a:lnTo>
                    <a:pt x="414851" y="1075020"/>
                  </a:lnTo>
                  <a:lnTo>
                    <a:pt x="414851" y="1075006"/>
                  </a:lnTo>
                  <a:lnTo>
                    <a:pt x="414849" y="1074985"/>
                  </a:lnTo>
                  <a:lnTo>
                    <a:pt x="414845" y="1074947"/>
                  </a:lnTo>
                  <a:lnTo>
                    <a:pt x="414844" y="1074937"/>
                  </a:lnTo>
                  <a:lnTo>
                    <a:pt x="414839" y="1074920"/>
                  </a:lnTo>
                  <a:lnTo>
                    <a:pt x="414837" y="1074914"/>
                  </a:lnTo>
                  <a:lnTo>
                    <a:pt x="414831" y="1074893"/>
                  </a:lnTo>
                  <a:lnTo>
                    <a:pt x="414824" y="1074876"/>
                  </a:lnTo>
                  <a:lnTo>
                    <a:pt x="414823" y="1074872"/>
                  </a:lnTo>
                  <a:lnTo>
                    <a:pt x="414821" y="1074867"/>
                  </a:lnTo>
                  <a:lnTo>
                    <a:pt x="414810" y="1074845"/>
                  </a:lnTo>
                  <a:lnTo>
                    <a:pt x="414803" y="1074830"/>
                  </a:lnTo>
                  <a:lnTo>
                    <a:pt x="414794" y="1074816"/>
                  </a:lnTo>
                  <a:lnTo>
                    <a:pt x="414786" y="1074804"/>
                  </a:lnTo>
                  <a:lnTo>
                    <a:pt x="414776" y="1074793"/>
                  </a:lnTo>
                  <a:lnTo>
                    <a:pt x="414753" y="1074769"/>
                  </a:lnTo>
                  <a:lnTo>
                    <a:pt x="414709" y="1074719"/>
                  </a:lnTo>
                  <a:lnTo>
                    <a:pt x="414704" y="1074713"/>
                  </a:lnTo>
                  <a:lnTo>
                    <a:pt x="414683" y="1074688"/>
                  </a:lnTo>
                  <a:lnTo>
                    <a:pt x="414667" y="1074672"/>
                  </a:lnTo>
                  <a:lnTo>
                    <a:pt x="414655" y="1074657"/>
                  </a:lnTo>
                  <a:lnTo>
                    <a:pt x="414645" y="1074640"/>
                  </a:lnTo>
                  <a:lnTo>
                    <a:pt x="414642" y="1074632"/>
                  </a:lnTo>
                  <a:lnTo>
                    <a:pt x="414640" y="1074623"/>
                  </a:lnTo>
                  <a:lnTo>
                    <a:pt x="414640" y="1074611"/>
                  </a:lnTo>
                  <a:lnTo>
                    <a:pt x="414640" y="1074602"/>
                  </a:lnTo>
                  <a:lnTo>
                    <a:pt x="414641" y="1074594"/>
                  </a:lnTo>
                  <a:lnTo>
                    <a:pt x="414643" y="1074589"/>
                  </a:lnTo>
                  <a:lnTo>
                    <a:pt x="414644" y="1074584"/>
                  </a:lnTo>
                  <a:lnTo>
                    <a:pt x="414647" y="1074577"/>
                  </a:lnTo>
                  <a:lnTo>
                    <a:pt x="414651" y="1074565"/>
                  </a:lnTo>
                  <a:lnTo>
                    <a:pt x="414655" y="1074552"/>
                  </a:lnTo>
                  <a:lnTo>
                    <a:pt x="414666" y="1074525"/>
                  </a:lnTo>
                  <a:lnTo>
                    <a:pt x="414681" y="1074480"/>
                  </a:lnTo>
                  <a:lnTo>
                    <a:pt x="414691" y="1074453"/>
                  </a:lnTo>
                  <a:lnTo>
                    <a:pt x="414697" y="1074436"/>
                  </a:lnTo>
                  <a:lnTo>
                    <a:pt x="414707" y="1074411"/>
                  </a:lnTo>
                  <a:lnTo>
                    <a:pt x="414710" y="1074406"/>
                  </a:lnTo>
                  <a:lnTo>
                    <a:pt x="414724" y="1074377"/>
                  </a:lnTo>
                  <a:lnTo>
                    <a:pt x="414743" y="1074334"/>
                  </a:lnTo>
                  <a:lnTo>
                    <a:pt x="414750" y="1074318"/>
                  </a:lnTo>
                  <a:lnTo>
                    <a:pt x="414751" y="1074309"/>
                  </a:lnTo>
                  <a:lnTo>
                    <a:pt x="414747" y="1074304"/>
                  </a:lnTo>
                  <a:lnTo>
                    <a:pt x="414741" y="1074301"/>
                  </a:lnTo>
                  <a:lnTo>
                    <a:pt x="414728" y="1074296"/>
                  </a:lnTo>
                  <a:lnTo>
                    <a:pt x="414705" y="1074284"/>
                  </a:lnTo>
                  <a:lnTo>
                    <a:pt x="414687" y="1074273"/>
                  </a:lnTo>
                  <a:lnTo>
                    <a:pt x="414664" y="1074259"/>
                  </a:lnTo>
                  <a:lnTo>
                    <a:pt x="414655" y="1074250"/>
                  </a:lnTo>
                  <a:lnTo>
                    <a:pt x="414641" y="1074238"/>
                  </a:lnTo>
                  <a:lnTo>
                    <a:pt x="414631" y="1074225"/>
                  </a:lnTo>
                  <a:lnTo>
                    <a:pt x="414625" y="1074216"/>
                  </a:lnTo>
                  <a:lnTo>
                    <a:pt x="414622" y="1074209"/>
                  </a:lnTo>
                  <a:lnTo>
                    <a:pt x="414618" y="1074198"/>
                  </a:lnTo>
                  <a:lnTo>
                    <a:pt x="414612" y="1074182"/>
                  </a:lnTo>
                  <a:lnTo>
                    <a:pt x="414610" y="1074175"/>
                  </a:lnTo>
                  <a:lnTo>
                    <a:pt x="414599" y="1074149"/>
                  </a:lnTo>
                  <a:lnTo>
                    <a:pt x="414588" y="1074124"/>
                  </a:lnTo>
                  <a:lnTo>
                    <a:pt x="414577" y="1074101"/>
                  </a:lnTo>
                  <a:lnTo>
                    <a:pt x="414567" y="1074084"/>
                  </a:lnTo>
                  <a:lnTo>
                    <a:pt x="414550" y="1074058"/>
                  </a:lnTo>
                  <a:lnTo>
                    <a:pt x="414537" y="1074038"/>
                  </a:lnTo>
                  <a:lnTo>
                    <a:pt x="414513" y="1074006"/>
                  </a:lnTo>
                  <a:lnTo>
                    <a:pt x="414509" y="1074002"/>
                  </a:lnTo>
                  <a:lnTo>
                    <a:pt x="414497" y="1073989"/>
                  </a:lnTo>
                  <a:lnTo>
                    <a:pt x="414484" y="1073978"/>
                  </a:lnTo>
                  <a:lnTo>
                    <a:pt x="414467" y="1073967"/>
                  </a:lnTo>
                  <a:lnTo>
                    <a:pt x="414448" y="1073958"/>
                  </a:lnTo>
                  <a:lnTo>
                    <a:pt x="414436" y="1073952"/>
                  </a:lnTo>
                  <a:lnTo>
                    <a:pt x="414427" y="1073948"/>
                  </a:lnTo>
                  <a:lnTo>
                    <a:pt x="414413" y="1073942"/>
                  </a:lnTo>
                  <a:lnTo>
                    <a:pt x="414399" y="1073939"/>
                  </a:lnTo>
                  <a:lnTo>
                    <a:pt x="414386" y="1073937"/>
                  </a:lnTo>
                  <a:lnTo>
                    <a:pt x="414378" y="1073937"/>
                  </a:lnTo>
                  <a:lnTo>
                    <a:pt x="414365" y="1073938"/>
                  </a:lnTo>
                  <a:lnTo>
                    <a:pt x="414357" y="1073939"/>
                  </a:lnTo>
                  <a:lnTo>
                    <a:pt x="414346" y="1073944"/>
                  </a:lnTo>
                  <a:lnTo>
                    <a:pt x="414329" y="1073951"/>
                  </a:lnTo>
                  <a:lnTo>
                    <a:pt x="414315" y="1073957"/>
                  </a:lnTo>
                  <a:lnTo>
                    <a:pt x="414300" y="1073962"/>
                  </a:lnTo>
                  <a:lnTo>
                    <a:pt x="414287" y="1073965"/>
                  </a:lnTo>
                  <a:lnTo>
                    <a:pt x="414269" y="1073966"/>
                  </a:lnTo>
                  <a:lnTo>
                    <a:pt x="414259" y="1073966"/>
                  </a:lnTo>
                  <a:lnTo>
                    <a:pt x="414252" y="1073966"/>
                  </a:lnTo>
                  <a:lnTo>
                    <a:pt x="414242" y="1073965"/>
                  </a:lnTo>
                  <a:lnTo>
                    <a:pt x="414236" y="1073962"/>
                  </a:lnTo>
                  <a:lnTo>
                    <a:pt x="414225" y="1073955"/>
                  </a:lnTo>
                  <a:lnTo>
                    <a:pt x="414212" y="1073946"/>
                  </a:lnTo>
                  <a:lnTo>
                    <a:pt x="414197" y="1073933"/>
                  </a:lnTo>
                  <a:lnTo>
                    <a:pt x="414188" y="1073926"/>
                  </a:lnTo>
                  <a:lnTo>
                    <a:pt x="414167" y="1073908"/>
                  </a:lnTo>
                  <a:lnTo>
                    <a:pt x="414147" y="1073891"/>
                  </a:lnTo>
                  <a:lnTo>
                    <a:pt x="414128" y="1073877"/>
                  </a:lnTo>
                  <a:lnTo>
                    <a:pt x="414120" y="1073872"/>
                  </a:lnTo>
                  <a:lnTo>
                    <a:pt x="414104" y="1073862"/>
                  </a:lnTo>
                  <a:lnTo>
                    <a:pt x="414096" y="1073857"/>
                  </a:lnTo>
                  <a:lnTo>
                    <a:pt x="414093" y="1073854"/>
                  </a:lnTo>
                  <a:lnTo>
                    <a:pt x="414089" y="1073851"/>
                  </a:lnTo>
                  <a:lnTo>
                    <a:pt x="414086" y="1073848"/>
                  </a:lnTo>
                  <a:lnTo>
                    <a:pt x="414077" y="1073839"/>
                  </a:lnTo>
                  <a:lnTo>
                    <a:pt x="414073" y="1073834"/>
                  </a:lnTo>
                  <a:lnTo>
                    <a:pt x="414064" y="1073824"/>
                  </a:lnTo>
                  <a:lnTo>
                    <a:pt x="414035" y="1073789"/>
                  </a:lnTo>
                  <a:lnTo>
                    <a:pt x="414019" y="1073773"/>
                  </a:lnTo>
                  <a:lnTo>
                    <a:pt x="413975" y="1073728"/>
                  </a:lnTo>
                  <a:lnTo>
                    <a:pt x="413964" y="1073717"/>
                  </a:lnTo>
                  <a:lnTo>
                    <a:pt x="413941" y="1073696"/>
                  </a:lnTo>
                  <a:lnTo>
                    <a:pt x="413923" y="1073683"/>
                  </a:lnTo>
                  <a:lnTo>
                    <a:pt x="413912" y="1073675"/>
                  </a:lnTo>
                  <a:lnTo>
                    <a:pt x="413908" y="1073673"/>
                  </a:lnTo>
                  <a:lnTo>
                    <a:pt x="413877" y="1073654"/>
                  </a:lnTo>
                  <a:lnTo>
                    <a:pt x="413868" y="1073648"/>
                  </a:lnTo>
                  <a:lnTo>
                    <a:pt x="413860" y="1073642"/>
                  </a:lnTo>
                  <a:lnTo>
                    <a:pt x="413832" y="1073626"/>
                  </a:lnTo>
                  <a:lnTo>
                    <a:pt x="413818" y="1073618"/>
                  </a:lnTo>
                  <a:lnTo>
                    <a:pt x="413809" y="1073613"/>
                  </a:lnTo>
                  <a:lnTo>
                    <a:pt x="413772" y="1073594"/>
                  </a:lnTo>
                  <a:lnTo>
                    <a:pt x="413747" y="1073583"/>
                  </a:lnTo>
                  <a:lnTo>
                    <a:pt x="413727" y="1073576"/>
                  </a:lnTo>
                  <a:lnTo>
                    <a:pt x="413702" y="1073568"/>
                  </a:lnTo>
                  <a:lnTo>
                    <a:pt x="413683" y="1073562"/>
                  </a:lnTo>
                  <a:lnTo>
                    <a:pt x="413674" y="1073561"/>
                  </a:lnTo>
                  <a:lnTo>
                    <a:pt x="413658" y="1073559"/>
                  </a:lnTo>
                  <a:lnTo>
                    <a:pt x="413621" y="1073555"/>
                  </a:lnTo>
                  <a:lnTo>
                    <a:pt x="413568" y="1073549"/>
                  </a:lnTo>
                  <a:lnTo>
                    <a:pt x="413558" y="1073549"/>
                  </a:lnTo>
                  <a:lnTo>
                    <a:pt x="413523" y="1073547"/>
                  </a:lnTo>
                  <a:lnTo>
                    <a:pt x="413489" y="1073546"/>
                  </a:lnTo>
                  <a:lnTo>
                    <a:pt x="413472" y="1073546"/>
                  </a:lnTo>
                  <a:lnTo>
                    <a:pt x="413464" y="1073546"/>
                  </a:lnTo>
                  <a:lnTo>
                    <a:pt x="413458" y="1073546"/>
                  </a:lnTo>
                  <a:lnTo>
                    <a:pt x="413437" y="1073548"/>
                  </a:lnTo>
                  <a:lnTo>
                    <a:pt x="413417" y="1073549"/>
                  </a:lnTo>
                  <a:lnTo>
                    <a:pt x="413401" y="1073551"/>
                  </a:lnTo>
                  <a:lnTo>
                    <a:pt x="413384" y="1073553"/>
                  </a:lnTo>
                  <a:lnTo>
                    <a:pt x="413361" y="1073556"/>
                  </a:lnTo>
                  <a:lnTo>
                    <a:pt x="413352" y="1073558"/>
                  </a:lnTo>
                  <a:lnTo>
                    <a:pt x="413331" y="1073560"/>
                  </a:lnTo>
                  <a:lnTo>
                    <a:pt x="413303" y="1073561"/>
                  </a:lnTo>
                  <a:lnTo>
                    <a:pt x="413258" y="1073558"/>
                  </a:lnTo>
                  <a:lnTo>
                    <a:pt x="413237" y="1073556"/>
                  </a:lnTo>
                  <a:lnTo>
                    <a:pt x="413225" y="1073555"/>
                  </a:lnTo>
                  <a:lnTo>
                    <a:pt x="413201" y="1073554"/>
                  </a:lnTo>
                  <a:lnTo>
                    <a:pt x="413191" y="1073554"/>
                  </a:lnTo>
                  <a:lnTo>
                    <a:pt x="413182" y="1073555"/>
                  </a:lnTo>
                  <a:lnTo>
                    <a:pt x="413177" y="1073558"/>
                  </a:lnTo>
                  <a:lnTo>
                    <a:pt x="413172" y="1073565"/>
                  </a:lnTo>
                  <a:lnTo>
                    <a:pt x="413169" y="1073570"/>
                  </a:lnTo>
                  <a:lnTo>
                    <a:pt x="413157" y="1073587"/>
                  </a:lnTo>
                  <a:lnTo>
                    <a:pt x="413148" y="1073598"/>
                  </a:lnTo>
                  <a:lnTo>
                    <a:pt x="413143" y="1073603"/>
                  </a:lnTo>
                  <a:lnTo>
                    <a:pt x="413139" y="1073607"/>
                  </a:lnTo>
                  <a:lnTo>
                    <a:pt x="413134" y="1073612"/>
                  </a:lnTo>
                  <a:lnTo>
                    <a:pt x="413128" y="1073615"/>
                  </a:lnTo>
                  <a:lnTo>
                    <a:pt x="413115" y="1073624"/>
                  </a:lnTo>
                  <a:lnTo>
                    <a:pt x="413097" y="1073632"/>
                  </a:lnTo>
                  <a:lnTo>
                    <a:pt x="413077" y="1073642"/>
                  </a:lnTo>
                  <a:lnTo>
                    <a:pt x="413054" y="1073652"/>
                  </a:lnTo>
                  <a:lnTo>
                    <a:pt x="413035" y="1073661"/>
                  </a:lnTo>
                  <a:lnTo>
                    <a:pt x="413029" y="1073664"/>
                  </a:lnTo>
                  <a:lnTo>
                    <a:pt x="413008" y="1073675"/>
                  </a:lnTo>
                  <a:lnTo>
                    <a:pt x="412989" y="1073684"/>
                  </a:lnTo>
                  <a:lnTo>
                    <a:pt x="412977" y="1073689"/>
                  </a:lnTo>
                  <a:lnTo>
                    <a:pt x="412964" y="1073693"/>
                  </a:lnTo>
                  <a:lnTo>
                    <a:pt x="412951" y="1073697"/>
                  </a:lnTo>
                  <a:lnTo>
                    <a:pt x="412934" y="1073702"/>
                  </a:lnTo>
                  <a:lnTo>
                    <a:pt x="412919" y="1073707"/>
                  </a:lnTo>
                  <a:lnTo>
                    <a:pt x="412905" y="1073715"/>
                  </a:lnTo>
                  <a:lnTo>
                    <a:pt x="412897" y="1073720"/>
                  </a:lnTo>
                  <a:lnTo>
                    <a:pt x="412891" y="1073724"/>
                  </a:lnTo>
                  <a:lnTo>
                    <a:pt x="412878" y="1073735"/>
                  </a:lnTo>
                  <a:lnTo>
                    <a:pt x="412859" y="1073752"/>
                  </a:lnTo>
                  <a:lnTo>
                    <a:pt x="412850" y="1073759"/>
                  </a:lnTo>
                  <a:lnTo>
                    <a:pt x="412834" y="1073770"/>
                  </a:lnTo>
                  <a:lnTo>
                    <a:pt x="412823" y="1073777"/>
                  </a:lnTo>
                  <a:lnTo>
                    <a:pt x="412808" y="1073786"/>
                  </a:lnTo>
                  <a:lnTo>
                    <a:pt x="412795" y="1073794"/>
                  </a:lnTo>
                  <a:lnTo>
                    <a:pt x="412773" y="1073806"/>
                  </a:lnTo>
                  <a:lnTo>
                    <a:pt x="412760" y="1073815"/>
                  </a:lnTo>
                  <a:lnTo>
                    <a:pt x="412747" y="1073825"/>
                  </a:lnTo>
                  <a:lnTo>
                    <a:pt x="412720" y="1073847"/>
                  </a:lnTo>
                  <a:lnTo>
                    <a:pt x="412700" y="1073861"/>
                  </a:lnTo>
                  <a:lnTo>
                    <a:pt x="412694" y="1073864"/>
                  </a:lnTo>
                  <a:lnTo>
                    <a:pt x="412689" y="1073866"/>
                  </a:lnTo>
                  <a:lnTo>
                    <a:pt x="412682" y="1073866"/>
                  </a:lnTo>
                  <a:lnTo>
                    <a:pt x="412674" y="1073865"/>
                  </a:lnTo>
                  <a:lnTo>
                    <a:pt x="412663" y="1073864"/>
                  </a:lnTo>
                  <a:lnTo>
                    <a:pt x="412658" y="1073864"/>
                  </a:lnTo>
                  <a:lnTo>
                    <a:pt x="412641" y="1073862"/>
                  </a:lnTo>
                  <a:lnTo>
                    <a:pt x="412627" y="1073862"/>
                  </a:lnTo>
                  <a:lnTo>
                    <a:pt x="412609" y="1073859"/>
                  </a:lnTo>
                  <a:lnTo>
                    <a:pt x="412591" y="1073858"/>
                  </a:lnTo>
                  <a:lnTo>
                    <a:pt x="412573" y="1073855"/>
                  </a:lnTo>
                  <a:lnTo>
                    <a:pt x="412547" y="1073850"/>
                  </a:lnTo>
                  <a:lnTo>
                    <a:pt x="412541" y="1073849"/>
                  </a:lnTo>
                  <a:lnTo>
                    <a:pt x="412529" y="1073848"/>
                  </a:lnTo>
                  <a:lnTo>
                    <a:pt x="412521" y="1073849"/>
                  </a:lnTo>
                  <a:lnTo>
                    <a:pt x="412502" y="1073849"/>
                  </a:lnTo>
                  <a:lnTo>
                    <a:pt x="412464" y="1073850"/>
                  </a:lnTo>
                  <a:lnTo>
                    <a:pt x="412455" y="1073850"/>
                  </a:lnTo>
                  <a:lnTo>
                    <a:pt x="412449" y="1073850"/>
                  </a:lnTo>
                  <a:lnTo>
                    <a:pt x="412443" y="1073850"/>
                  </a:lnTo>
                  <a:lnTo>
                    <a:pt x="412436" y="1073848"/>
                  </a:lnTo>
                  <a:lnTo>
                    <a:pt x="412435" y="1073842"/>
                  </a:lnTo>
                  <a:lnTo>
                    <a:pt x="412436" y="1073830"/>
                  </a:lnTo>
                  <a:lnTo>
                    <a:pt x="412439" y="1073809"/>
                  </a:lnTo>
                  <a:lnTo>
                    <a:pt x="412442" y="1073786"/>
                  </a:lnTo>
                  <a:lnTo>
                    <a:pt x="412443" y="1073780"/>
                  </a:lnTo>
                  <a:lnTo>
                    <a:pt x="412444" y="1073749"/>
                  </a:lnTo>
                  <a:lnTo>
                    <a:pt x="412445" y="1073736"/>
                  </a:lnTo>
                  <a:lnTo>
                    <a:pt x="412446" y="1073717"/>
                  </a:lnTo>
                  <a:lnTo>
                    <a:pt x="412446" y="1073706"/>
                  </a:lnTo>
                  <a:lnTo>
                    <a:pt x="412444" y="1073677"/>
                  </a:lnTo>
                  <a:lnTo>
                    <a:pt x="412441" y="1073650"/>
                  </a:lnTo>
                  <a:lnTo>
                    <a:pt x="412436" y="1073608"/>
                  </a:lnTo>
                  <a:lnTo>
                    <a:pt x="412433" y="1073589"/>
                  </a:lnTo>
                  <a:lnTo>
                    <a:pt x="412429" y="1073570"/>
                  </a:lnTo>
                  <a:lnTo>
                    <a:pt x="412426" y="1073553"/>
                  </a:lnTo>
                  <a:lnTo>
                    <a:pt x="412421" y="1073534"/>
                  </a:lnTo>
                  <a:lnTo>
                    <a:pt x="412418" y="1073524"/>
                  </a:lnTo>
                  <a:lnTo>
                    <a:pt x="412411" y="1073497"/>
                  </a:lnTo>
                  <a:lnTo>
                    <a:pt x="412402" y="1073457"/>
                  </a:lnTo>
                  <a:lnTo>
                    <a:pt x="412397" y="1073434"/>
                  </a:lnTo>
                  <a:lnTo>
                    <a:pt x="412391" y="1073405"/>
                  </a:lnTo>
                  <a:lnTo>
                    <a:pt x="412389" y="1073383"/>
                  </a:lnTo>
                  <a:lnTo>
                    <a:pt x="412388" y="1073371"/>
                  </a:lnTo>
                  <a:lnTo>
                    <a:pt x="412389" y="1073366"/>
                  </a:lnTo>
                  <a:lnTo>
                    <a:pt x="412390" y="1073356"/>
                  </a:lnTo>
                  <a:lnTo>
                    <a:pt x="412391" y="1073343"/>
                  </a:lnTo>
                  <a:lnTo>
                    <a:pt x="412393" y="1073333"/>
                  </a:lnTo>
                  <a:lnTo>
                    <a:pt x="412397" y="1073318"/>
                  </a:lnTo>
                  <a:lnTo>
                    <a:pt x="412399" y="1073309"/>
                  </a:lnTo>
                  <a:lnTo>
                    <a:pt x="412402" y="1073298"/>
                  </a:lnTo>
                  <a:lnTo>
                    <a:pt x="412404" y="1073284"/>
                  </a:lnTo>
                  <a:lnTo>
                    <a:pt x="412404" y="1073280"/>
                  </a:lnTo>
                  <a:lnTo>
                    <a:pt x="412404" y="1073270"/>
                  </a:lnTo>
                  <a:lnTo>
                    <a:pt x="412403" y="1073233"/>
                  </a:lnTo>
                  <a:lnTo>
                    <a:pt x="412402" y="1073213"/>
                  </a:lnTo>
                  <a:lnTo>
                    <a:pt x="412401" y="1073157"/>
                  </a:lnTo>
                  <a:lnTo>
                    <a:pt x="412401" y="1073135"/>
                  </a:lnTo>
                  <a:lnTo>
                    <a:pt x="412400" y="1073083"/>
                  </a:lnTo>
                  <a:lnTo>
                    <a:pt x="412400" y="1073075"/>
                  </a:lnTo>
                  <a:lnTo>
                    <a:pt x="412399" y="1073060"/>
                  </a:lnTo>
                  <a:lnTo>
                    <a:pt x="412395" y="1073041"/>
                  </a:lnTo>
                  <a:lnTo>
                    <a:pt x="412394" y="1073036"/>
                  </a:lnTo>
                  <a:lnTo>
                    <a:pt x="412393" y="1073031"/>
                  </a:lnTo>
                  <a:lnTo>
                    <a:pt x="412387" y="1073014"/>
                  </a:lnTo>
                  <a:lnTo>
                    <a:pt x="412385" y="1073007"/>
                  </a:lnTo>
                  <a:lnTo>
                    <a:pt x="412379" y="1072995"/>
                  </a:lnTo>
                  <a:lnTo>
                    <a:pt x="412370" y="1072979"/>
                  </a:lnTo>
                  <a:lnTo>
                    <a:pt x="412362" y="1072968"/>
                  </a:lnTo>
                  <a:lnTo>
                    <a:pt x="412358" y="1072965"/>
                  </a:lnTo>
                  <a:lnTo>
                    <a:pt x="412355" y="1072961"/>
                  </a:lnTo>
                  <a:lnTo>
                    <a:pt x="412351" y="1072959"/>
                  </a:lnTo>
                  <a:lnTo>
                    <a:pt x="412345" y="1072955"/>
                  </a:lnTo>
                  <a:lnTo>
                    <a:pt x="412330" y="1072947"/>
                  </a:lnTo>
                  <a:lnTo>
                    <a:pt x="412322" y="1072940"/>
                  </a:lnTo>
                  <a:lnTo>
                    <a:pt x="412316" y="1072933"/>
                  </a:lnTo>
                  <a:lnTo>
                    <a:pt x="412314" y="1072921"/>
                  </a:lnTo>
                  <a:lnTo>
                    <a:pt x="412316" y="1072901"/>
                  </a:lnTo>
                  <a:lnTo>
                    <a:pt x="412317" y="1072884"/>
                  </a:lnTo>
                  <a:lnTo>
                    <a:pt x="412319" y="1072870"/>
                  </a:lnTo>
                  <a:lnTo>
                    <a:pt x="412321" y="1072852"/>
                  </a:lnTo>
                  <a:lnTo>
                    <a:pt x="412322" y="1072845"/>
                  </a:lnTo>
                  <a:lnTo>
                    <a:pt x="412321" y="1072836"/>
                  </a:lnTo>
                  <a:lnTo>
                    <a:pt x="412321" y="1072826"/>
                  </a:lnTo>
                  <a:lnTo>
                    <a:pt x="412321" y="1072808"/>
                  </a:lnTo>
                  <a:lnTo>
                    <a:pt x="412319" y="1072776"/>
                  </a:lnTo>
                  <a:lnTo>
                    <a:pt x="412318" y="1072767"/>
                  </a:lnTo>
                  <a:lnTo>
                    <a:pt x="412316" y="1072758"/>
                  </a:lnTo>
                  <a:lnTo>
                    <a:pt x="412312" y="1072732"/>
                  </a:lnTo>
                  <a:lnTo>
                    <a:pt x="412312" y="1072727"/>
                  </a:lnTo>
                  <a:lnTo>
                    <a:pt x="412308" y="1072698"/>
                  </a:lnTo>
                  <a:lnTo>
                    <a:pt x="412305" y="1072676"/>
                  </a:lnTo>
                  <a:lnTo>
                    <a:pt x="412305" y="1072657"/>
                  </a:lnTo>
                  <a:lnTo>
                    <a:pt x="412307" y="1072647"/>
                  </a:lnTo>
                  <a:lnTo>
                    <a:pt x="412308" y="1072639"/>
                  </a:lnTo>
                  <a:lnTo>
                    <a:pt x="412312" y="1072626"/>
                  </a:lnTo>
                  <a:lnTo>
                    <a:pt x="412326" y="1072593"/>
                  </a:lnTo>
                  <a:lnTo>
                    <a:pt x="412338" y="1072566"/>
                  </a:lnTo>
                  <a:lnTo>
                    <a:pt x="412345" y="1072550"/>
                  </a:lnTo>
                  <a:lnTo>
                    <a:pt x="412353" y="1072530"/>
                  </a:lnTo>
                  <a:lnTo>
                    <a:pt x="412359" y="1072516"/>
                  </a:lnTo>
                  <a:lnTo>
                    <a:pt x="412361" y="1072507"/>
                  </a:lnTo>
                  <a:lnTo>
                    <a:pt x="412362" y="1072498"/>
                  </a:lnTo>
                  <a:lnTo>
                    <a:pt x="412361" y="1072487"/>
                  </a:lnTo>
                  <a:lnTo>
                    <a:pt x="412358" y="1072473"/>
                  </a:lnTo>
                  <a:lnTo>
                    <a:pt x="412355" y="1072467"/>
                  </a:lnTo>
                  <a:lnTo>
                    <a:pt x="412347" y="1072450"/>
                  </a:lnTo>
                  <a:lnTo>
                    <a:pt x="412336" y="1072428"/>
                  </a:lnTo>
                  <a:lnTo>
                    <a:pt x="412322" y="1072401"/>
                  </a:lnTo>
                  <a:lnTo>
                    <a:pt x="412316" y="1072391"/>
                  </a:lnTo>
                  <a:lnTo>
                    <a:pt x="412304" y="1072370"/>
                  </a:lnTo>
                  <a:lnTo>
                    <a:pt x="412304" y="1072362"/>
                  </a:lnTo>
                  <a:lnTo>
                    <a:pt x="412307" y="1072357"/>
                  </a:lnTo>
                  <a:lnTo>
                    <a:pt x="412315" y="1072349"/>
                  </a:lnTo>
                  <a:lnTo>
                    <a:pt x="412323" y="1072341"/>
                  </a:lnTo>
                  <a:lnTo>
                    <a:pt x="412344" y="1072322"/>
                  </a:lnTo>
                  <a:lnTo>
                    <a:pt x="412350" y="1072316"/>
                  </a:lnTo>
                  <a:lnTo>
                    <a:pt x="412366" y="1072301"/>
                  </a:lnTo>
                  <a:lnTo>
                    <a:pt x="412373" y="1072294"/>
                  </a:lnTo>
                  <a:lnTo>
                    <a:pt x="412424" y="1072244"/>
                  </a:lnTo>
                  <a:lnTo>
                    <a:pt x="412440" y="1072228"/>
                  </a:lnTo>
                  <a:lnTo>
                    <a:pt x="412463" y="1072203"/>
                  </a:lnTo>
                  <a:lnTo>
                    <a:pt x="412491" y="1072166"/>
                  </a:lnTo>
                  <a:lnTo>
                    <a:pt x="412505" y="1072143"/>
                  </a:lnTo>
                  <a:lnTo>
                    <a:pt x="412512" y="1072133"/>
                  </a:lnTo>
                  <a:lnTo>
                    <a:pt x="412527" y="1072106"/>
                  </a:lnTo>
                  <a:lnTo>
                    <a:pt x="412530" y="1072100"/>
                  </a:lnTo>
                  <a:lnTo>
                    <a:pt x="412536" y="1072089"/>
                  </a:lnTo>
                  <a:lnTo>
                    <a:pt x="412549" y="1072063"/>
                  </a:lnTo>
                  <a:lnTo>
                    <a:pt x="412555" y="1072049"/>
                  </a:lnTo>
                  <a:lnTo>
                    <a:pt x="412571" y="1072013"/>
                  </a:lnTo>
                  <a:lnTo>
                    <a:pt x="412577" y="1072002"/>
                  </a:lnTo>
                  <a:lnTo>
                    <a:pt x="412580" y="1071996"/>
                  </a:lnTo>
                  <a:lnTo>
                    <a:pt x="412583" y="1071989"/>
                  </a:lnTo>
                  <a:lnTo>
                    <a:pt x="412589" y="1071976"/>
                  </a:lnTo>
                  <a:lnTo>
                    <a:pt x="412601" y="1071950"/>
                  </a:lnTo>
                  <a:lnTo>
                    <a:pt x="412609" y="1071938"/>
                  </a:lnTo>
                  <a:lnTo>
                    <a:pt x="412623" y="1071915"/>
                  </a:lnTo>
                  <a:lnTo>
                    <a:pt x="412638" y="1071889"/>
                  </a:lnTo>
                  <a:lnTo>
                    <a:pt x="412652" y="1071863"/>
                  </a:lnTo>
                  <a:lnTo>
                    <a:pt x="412659" y="1071849"/>
                  </a:lnTo>
                  <a:lnTo>
                    <a:pt x="412667" y="1071829"/>
                  </a:lnTo>
                  <a:lnTo>
                    <a:pt x="412675" y="1071803"/>
                  </a:lnTo>
                  <a:lnTo>
                    <a:pt x="412679" y="1071780"/>
                  </a:lnTo>
                  <a:lnTo>
                    <a:pt x="412679" y="1071770"/>
                  </a:lnTo>
                  <a:lnTo>
                    <a:pt x="412678" y="1071757"/>
                  </a:lnTo>
                  <a:lnTo>
                    <a:pt x="412674" y="1071746"/>
                  </a:lnTo>
                  <a:lnTo>
                    <a:pt x="412668" y="1071735"/>
                  </a:lnTo>
                  <a:lnTo>
                    <a:pt x="412661" y="1071723"/>
                  </a:lnTo>
                  <a:lnTo>
                    <a:pt x="412651" y="1071698"/>
                  </a:lnTo>
                  <a:lnTo>
                    <a:pt x="412648" y="1071686"/>
                  </a:lnTo>
                  <a:lnTo>
                    <a:pt x="412646" y="1071670"/>
                  </a:lnTo>
                  <a:lnTo>
                    <a:pt x="412646" y="1071651"/>
                  </a:lnTo>
                  <a:lnTo>
                    <a:pt x="412647" y="1071630"/>
                  </a:lnTo>
                  <a:lnTo>
                    <a:pt x="412648" y="1071623"/>
                  </a:lnTo>
                  <a:lnTo>
                    <a:pt x="412652" y="1071602"/>
                  </a:lnTo>
                  <a:lnTo>
                    <a:pt x="412659" y="1071584"/>
                  </a:lnTo>
                  <a:lnTo>
                    <a:pt x="412665" y="1071572"/>
                  </a:lnTo>
                  <a:lnTo>
                    <a:pt x="412671" y="1071562"/>
                  </a:lnTo>
                  <a:lnTo>
                    <a:pt x="412678" y="1071556"/>
                  </a:lnTo>
                  <a:lnTo>
                    <a:pt x="412686" y="1071555"/>
                  </a:lnTo>
                  <a:lnTo>
                    <a:pt x="412690" y="1071555"/>
                  </a:lnTo>
                  <a:lnTo>
                    <a:pt x="412696" y="1071558"/>
                  </a:lnTo>
                  <a:lnTo>
                    <a:pt x="412704" y="1071559"/>
                  </a:lnTo>
                  <a:lnTo>
                    <a:pt x="412711" y="1071559"/>
                  </a:lnTo>
                  <a:lnTo>
                    <a:pt x="412721" y="1071557"/>
                  </a:lnTo>
                  <a:lnTo>
                    <a:pt x="412728" y="1071554"/>
                  </a:lnTo>
                  <a:lnTo>
                    <a:pt x="412735" y="1071551"/>
                  </a:lnTo>
                  <a:lnTo>
                    <a:pt x="412747" y="1071545"/>
                  </a:lnTo>
                  <a:lnTo>
                    <a:pt x="412762" y="1071535"/>
                  </a:lnTo>
                  <a:lnTo>
                    <a:pt x="412768" y="1071527"/>
                  </a:lnTo>
                  <a:lnTo>
                    <a:pt x="412774" y="1071517"/>
                  </a:lnTo>
                  <a:lnTo>
                    <a:pt x="412777" y="1071506"/>
                  </a:lnTo>
                  <a:lnTo>
                    <a:pt x="412778" y="1071501"/>
                  </a:lnTo>
                  <a:lnTo>
                    <a:pt x="412780" y="1071490"/>
                  </a:lnTo>
                  <a:lnTo>
                    <a:pt x="412783" y="1071477"/>
                  </a:lnTo>
                  <a:lnTo>
                    <a:pt x="412785" y="1071469"/>
                  </a:lnTo>
                  <a:lnTo>
                    <a:pt x="412791" y="1071461"/>
                  </a:lnTo>
                  <a:lnTo>
                    <a:pt x="412799" y="1071449"/>
                  </a:lnTo>
                  <a:lnTo>
                    <a:pt x="412807" y="1071441"/>
                  </a:lnTo>
                  <a:lnTo>
                    <a:pt x="412820" y="1071432"/>
                  </a:lnTo>
                  <a:lnTo>
                    <a:pt x="412831" y="1071423"/>
                  </a:lnTo>
                  <a:lnTo>
                    <a:pt x="412843" y="1071415"/>
                  </a:lnTo>
                  <a:lnTo>
                    <a:pt x="412864" y="1071398"/>
                  </a:lnTo>
                  <a:lnTo>
                    <a:pt x="412871" y="1071390"/>
                  </a:lnTo>
                  <a:lnTo>
                    <a:pt x="412879" y="1071380"/>
                  </a:lnTo>
                  <a:lnTo>
                    <a:pt x="412885" y="1071369"/>
                  </a:lnTo>
                  <a:lnTo>
                    <a:pt x="412889" y="1071358"/>
                  </a:lnTo>
                  <a:lnTo>
                    <a:pt x="412893" y="1071342"/>
                  </a:lnTo>
                  <a:lnTo>
                    <a:pt x="412896" y="1071325"/>
                  </a:lnTo>
                  <a:lnTo>
                    <a:pt x="412897" y="1071310"/>
                  </a:lnTo>
                  <a:lnTo>
                    <a:pt x="412897" y="1071292"/>
                  </a:lnTo>
                  <a:lnTo>
                    <a:pt x="412897" y="1071276"/>
                  </a:lnTo>
                  <a:lnTo>
                    <a:pt x="412897" y="1071266"/>
                  </a:lnTo>
                  <a:lnTo>
                    <a:pt x="412896" y="1071261"/>
                  </a:lnTo>
                  <a:lnTo>
                    <a:pt x="412893" y="1071234"/>
                  </a:lnTo>
                  <a:lnTo>
                    <a:pt x="412892" y="1071227"/>
                  </a:lnTo>
                  <a:lnTo>
                    <a:pt x="412888" y="1071210"/>
                  </a:lnTo>
                  <a:lnTo>
                    <a:pt x="412885" y="1071194"/>
                  </a:lnTo>
                  <a:lnTo>
                    <a:pt x="412878" y="1071168"/>
                  </a:lnTo>
                  <a:lnTo>
                    <a:pt x="412876" y="1071162"/>
                  </a:lnTo>
                  <a:lnTo>
                    <a:pt x="412871" y="1071139"/>
                  </a:lnTo>
                  <a:lnTo>
                    <a:pt x="412860" y="1071089"/>
                  </a:lnTo>
                  <a:lnTo>
                    <a:pt x="412857" y="1071072"/>
                  </a:lnTo>
                  <a:lnTo>
                    <a:pt x="412851" y="1071047"/>
                  </a:lnTo>
                  <a:lnTo>
                    <a:pt x="412848" y="1071034"/>
                  </a:lnTo>
                  <a:lnTo>
                    <a:pt x="412845" y="1071023"/>
                  </a:lnTo>
                  <a:lnTo>
                    <a:pt x="412840" y="1071014"/>
                  </a:lnTo>
                  <a:lnTo>
                    <a:pt x="412832" y="1070998"/>
                  </a:lnTo>
                  <a:lnTo>
                    <a:pt x="412829" y="1070988"/>
                  </a:lnTo>
                  <a:lnTo>
                    <a:pt x="412827" y="1070978"/>
                  </a:lnTo>
                  <a:lnTo>
                    <a:pt x="412826" y="1070970"/>
                  </a:lnTo>
                  <a:lnTo>
                    <a:pt x="412825" y="1070963"/>
                  </a:lnTo>
                  <a:lnTo>
                    <a:pt x="412825" y="1070951"/>
                  </a:lnTo>
                  <a:lnTo>
                    <a:pt x="412826" y="1070935"/>
                  </a:lnTo>
                  <a:lnTo>
                    <a:pt x="412829" y="1070906"/>
                  </a:lnTo>
                  <a:lnTo>
                    <a:pt x="412833" y="1070878"/>
                  </a:lnTo>
                  <a:lnTo>
                    <a:pt x="412837" y="1070829"/>
                  </a:lnTo>
                  <a:lnTo>
                    <a:pt x="412838" y="1070801"/>
                  </a:lnTo>
                  <a:lnTo>
                    <a:pt x="412839" y="1070770"/>
                  </a:lnTo>
                  <a:lnTo>
                    <a:pt x="412840" y="1070738"/>
                  </a:lnTo>
                  <a:lnTo>
                    <a:pt x="412841" y="1070698"/>
                  </a:lnTo>
                  <a:lnTo>
                    <a:pt x="412842" y="1070651"/>
                  </a:lnTo>
                  <a:lnTo>
                    <a:pt x="412842" y="1070601"/>
                  </a:lnTo>
                  <a:lnTo>
                    <a:pt x="412842" y="1070588"/>
                  </a:lnTo>
                  <a:lnTo>
                    <a:pt x="412842" y="1070570"/>
                  </a:lnTo>
                  <a:lnTo>
                    <a:pt x="412843" y="1070552"/>
                  </a:lnTo>
                  <a:lnTo>
                    <a:pt x="412843" y="1070537"/>
                  </a:lnTo>
                  <a:lnTo>
                    <a:pt x="412844" y="1070525"/>
                  </a:lnTo>
                  <a:lnTo>
                    <a:pt x="412846" y="1070509"/>
                  </a:lnTo>
                  <a:lnTo>
                    <a:pt x="412849" y="1070494"/>
                  </a:lnTo>
                  <a:lnTo>
                    <a:pt x="412851" y="1070483"/>
                  </a:lnTo>
                  <a:lnTo>
                    <a:pt x="412855" y="1070473"/>
                  </a:lnTo>
                  <a:lnTo>
                    <a:pt x="412858" y="1070468"/>
                  </a:lnTo>
                  <a:lnTo>
                    <a:pt x="412861" y="1070464"/>
                  </a:lnTo>
                  <a:lnTo>
                    <a:pt x="412866" y="1070460"/>
                  </a:lnTo>
                  <a:lnTo>
                    <a:pt x="412871" y="1070456"/>
                  </a:lnTo>
                  <a:lnTo>
                    <a:pt x="412867" y="1070452"/>
                  </a:lnTo>
                  <a:lnTo>
                    <a:pt x="412861" y="1070450"/>
                  </a:lnTo>
                  <a:lnTo>
                    <a:pt x="412848" y="1070448"/>
                  </a:lnTo>
                  <a:lnTo>
                    <a:pt x="412810" y="1070446"/>
                  </a:lnTo>
                  <a:lnTo>
                    <a:pt x="412777" y="1070443"/>
                  </a:lnTo>
                  <a:lnTo>
                    <a:pt x="412751" y="1070440"/>
                  </a:lnTo>
                  <a:lnTo>
                    <a:pt x="412721" y="1070436"/>
                  </a:lnTo>
                  <a:lnTo>
                    <a:pt x="412697" y="1070433"/>
                  </a:lnTo>
                  <a:lnTo>
                    <a:pt x="412674" y="1070430"/>
                  </a:lnTo>
                  <a:lnTo>
                    <a:pt x="412642" y="1070427"/>
                  </a:lnTo>
                  <a:lnTo>
                    <a:pt x="412623" y="1070425"/>
                  </a:lnTo>
                  <a:lnTo>
                    <a:pt x="412580" y="1070421"/>
                  </a:lnTo>
                  <a:lnTo>
                    <a:pt x="412534" y="1070417"/>
                  </a:lnTo>
                  <a:lnTo>
                    <a:pt x="412509" y="1070414"/>
                  </a:lnTo>
                  <a:lnTo>
                    <a:pt x="412484" y="1070409"/>
                  </a:lnTo>
                  <a:lnTo>
                    <a:pt x="412456" y="1070403"/>
                  </a:lnTo>
                  <a:lnTo>
                    <a:pt x="412423" y="1070397"/>
                  </a:lnTo>
                  <a:lnTo>
                    <a:pt x="412400" y="1070392"/>
                  </a:lnTo>
                  <a:lnTo>
                    <a:pt x="412375" y="1070387"/>
                  </a:lnTo>
                  <a:lnTo>
                    <a:pt x="412358" y="1070384"/>
                  </a:lnTo>
                  <a:lnTo>
                    <a:pt x="412335" y="1070377"/>
                  </a:lnTo>
                  <a:lnTo>
                    <a:pt x="412322" y="1070373"/>
                  </a:lnTo>
                  <a:lnTo>
                    <a:pt x="412306" y="1070368"/>
                  </a:lnTo>
                  <a:lnTo>
                    <a:pt x="412289" y="1070361"/>
                  </a:lnTo>
                  <a:lnTo>
                    <a:pt x="412233" y="1070338"/>
                  </a:lnTo>
                  <a:lnTo>
                    <a:pt x="412215" y="1070331"/>
                  </a:lnTo>
                  <a:lnTo>
                    <a:pt x="412182" y="1070320"/>
                  </a:lnTo>
                  <a:lnTo>
                    <a:pt x="412131" y="1070302"/>
                  </a:lnTo>
                  <a:lnTo>
                    <a:pt x="412118" y="1070298"/>
                  </a:lnTo>
                  <a:lnTo>
                    <a:pt x="412112" y="1070296"/>
                  </a:lnTo>
                  <a:lnTo>
                    <a:pt x="412066" y="1070277"/>
                  </a:lnTo>
                  <a:lnTo>
                    <a:pt x="412023" y="1070260"/>
                  </a:lnTo>
                  <a:lnTo>
                    <a:pt x="411997" y="1070250"/>
                  </a:lnTo>
                  <a:lnTo>
                    <a:pt x="411944" y="1070231"/>
                  </a:lnTo>
                  <a:lnTo>
                    <a:pt x="411916" y="1070221"/>
                  </a:lnTo>
                  <a:lnTo>
                    <a:pt x="411902" y="1070215"/>
                  </a:lnTo>
                  <a:lnTo>
                    <a:pt x="411888" y="1070203"/>
                  </a:lnTo>
                  <a:lnTo>
                    <a:pt x="411878" y="1070193"/>
                  </a:lnTo>
                  <a:lnTo>
                    <a:pt x="411869" y="1070182"/>
                  </a:lnTo>
                  <a:lnTo>
                    <a:pt x="411863" y="1070172"/>
                  </a:lnTo>
                  <a:lnTo>
                    <a:pt x="411857" y="1070160"/>
                  </a:lnTo>
                  <a:lnTo>
                    <a:pt x="411843" y="1070128"/>
                  </a:lnTo>
                  <a:lnTo>
                    <a:pt x="411838" y="1070114"/>
                  </a:lnTo>
                  <a:lnTo>
                    <a:pt x="411833" y="1070100"/>
                  </a:lnTo>
                  <a:lnTo>
                    <a:pt x="411830" y="1070088"/>
                  </a:lnTo>
                  <a:lnTo>
                    <a:pt x="411827" y="1070075"/>
                  </a:lnTo>
                  <a:lnTo>
                    <a:pt x="411826" y="1070062"/>
                  </a:lnTo>
                  <a:lnTo>
                    <a:pt x="411825" y="1070056"/>
                  </a:lnTo>
                  <a:lnTo>
                    <a:pt x="411825" y="1070041"/>
                  </a:lnTo>
                  <a:lnTo>
                    <a:pt x="411825" y="1070023"/>
                  </a:lnTo>
                  <a:lnTo>
                    <a:pt x="411827" y="1070004"/>
                  </a:lnTo>
                  <a:lnTo>
                    <a:pt x="411827" y="1069998"/>
                  </a:lnTo>
                  <a:lnTo>
                    <a:pt x="411829" y="1069985"/>
                  </a:lnTo>
                  <a:lnTo>
                    <a:pt x="411829" y="1069978"/>
                  </a:lnTo>
                  <a:lnTo>
                    <a:pt x="411831" y="1069970"/>
                  </a:lnTo>
                  <a:lnTo>
                    <a:pt x="411831" y="1069965"/>
                  </a:lnTo>
                  <a:lnTo>
                    <a:pt x="411832" y="1069959"/>
                  </a:lnTo>
                  <a:lnTo>
                    <a:pt x="411833" y="1069950"/>
                  </a:lnTo>
                  <a:lnTo>
                    <a:pt x="411834" y="1069943"/>
                  </a:lnTo>
                  <a:lnTo>
                    <a:pt x="411834" y="1069937"/>
                  </a:lnTo>
                  <a:lnTo>
                    <a:pt x="411835" y="1069931"/>
                  </a:lnTo>
                  <a:lnTo>
                    <a:pt x="411835" y="1069926"/>
                  </a:lnTo>
                  <a:lnTo>
                    <a:pt x="411834" y="1069920"/>
                  </a:lnTo>
                  <a:lnTo>
                    <a:pt x="411833" y="1069911"/>
                  </a:lnTo>
                  <a:lnTo>
                    <a:pt x="411833" y="1069906"/>
                  </a:lnTo>
                  <a:lnTo>
                    <a:pt x="411829" y="1069885"/>
                  </a:lnTo>
                  <a:lnTo>
                    <a:pt x="411824" y="1069867"/>
                  </a:lnTo>
                  <a:lnTo>
                    <a:pt x="411818" y="1069850"/>
                  </a:lnTo>
                  <a:lnTo>
                    <a:pt x="411812" y="1069833"/>
                  </a:lnTo>
                  <a:lnTo>
                    <a:pt x="411809" y="1069825"/>
                  </a:lnTo>
                  <a:lnTo>
                    <a:pt x="411808" y="1069821"/>
                  </a:lnTo>
                  <a:lnTo>
                    <a:pt x="411803" y="1069808"/>
                  </a:lnTo>
                  <a:lnTo>
                    <a:pt x="411797" y="1069794"/>
                  </a:lnTo>
                  <a:lnTo>
                    <a:pt x="411786" y="1069770"/>
                  </a:lnTo>
                  <a:lnTo>
                    <a:pt x="411782" y="1069758"/>
                  </a:lnTo>
                  <a:lnTo>
                    <a:pt x="411780" y="1069747"/>
                  </a:lnTo>
                  <a:lnTo>
                    <a:pt x="411779" y="1069733"/>
                  </a:lnTo>
                  <a:lnTo>
                    <a:pt x="411779" y="1069722"/>
                  </a:lnTo>
                  <a:lnTo>
                    <a:pt x="411781" y="1069714"/>
                  </a:lnTo>
                  <a:lnTo>
                    <a:pt x="411783" y="1069702"/>
                  </a:lnTo>
                  <a:lnTo>
                    <a:pt x="411789" y="1069688"/>
                  </a:lnTo>
                  <a:lnTo>
                    <a:pt x="411802" y="1069661"/>
                  </a:lnTo>
                  <a:lnTo>
                    <a:pt x="411820" y="1069620"/>
                  </a:lnTo>
                  <a:lnTo>
                    <a:pt x="411825" y="1069604"/>
                  </a:lnTo>
                  <a:lnTo>
                    <a:pt x="411827" y="1069592"/>
                  </a:lnTo>
                  <a:lnTo>
                    <a:pt x="411825" y="1069573"/>
                  </a:lnTo>
                  <a:lnTo>
                    <a:pt x="411824" y="1069562"/>
                  </a:lnTo>
                  <a:lnTo>
                    <a:pt x="411824" y="1069556"/>
                  </a:lnTo>
                  <a:lnTo>
                    <a:pt x="411822" y="1069537"/>
                  </a:lnTo>
                  <a:lnTo>
                    <a:pt x="411818" y="1069514"/>
                  </a:lnTo>
                  <a:lnTo>
                    <a:pt x="411813" y="1069492"/>
                  </a:lnTo>
                  <a:lnTo>
                    <a:pt x="411809" y="1069473"/>
                  </a:lnTo>
                  <a:lnTo>
                    <a:pt x="411806" y="1069455"/>
                  </a:lnTo>
                  <a:lnTo>
                    <a:pt x="411805" y="1069444"/>
                  </a:lnTo>
                  <a:lnTo>
                    <a:pt x="411805" y="1069437"/>
                  </a:lnTo>
                  <a:lnTo>
                    <a:pt x="411804" y="1069430"/>
                  </a:lnTo>
                  <a:lnTo>
                    <a:pt x="411804" y="1069423"/>
                  </a:lnTo>
                  <a:lnTo>
                    <a:pt x="411804" y="1069407"/>
                  </a:lnTo>
                  <a:lnTo>
                    <a:pt x="411805" y="1069384"/>
                  </a:lnTo>
                  <a:lnTo>
                    <a:pt x="411806" y="1069362"/>
                  </a:lnTo>
                  <a:lnTo>
                    <a:pt x="411804" y="1069343"/>
                  </a:lnTo>
                  <a:lnTo>
                    <a:pt x="411801" y="1069330"/>
                  </a:lnTo>
                  <a:lnTo>
                    <a:pt x="411796" y="1069317"/>
                  </a:lnTo>
                  <a:lnTo>
                    <a:pt x="411791" y="1069308"/>
                  </a:lnTo>
                  <a:lnTo>
                    <a:pt x="411784" y="1069294"/>
                  </a:lnTo>
                  <a:lnTo>
                    <a:pt x="411778" y="1069286"/>
                  </a:lnTo>
                  <a:lnTo>
                    <a:pt x="411769" y="1069272"/>
                  </a:lnTo>
                  <a:lnTo>
                    <a:pt x="411757" y="1069257"/>
                  </a:lnTo>
                  <a:lnTo>
                    <a:pt x="411749" y="1069248"/>
                  </a:lnTo>
                  <a:lnTo>
                    <a:pt x="411745" y="1069242"/>
                  </a:lnTo>
                  <a:lnTo>
                    <a:pt x="411740" y="1069235"/>
                  </a:lnTo>
                  <a:lnTo>
                    <a:pt x="411734" y="1069222"/>
                  </a:lnTo>
                  <a:lnTo>
                    <a:pt x="411724" y="1069206"/>
                  </a:lnTo>
                  <a:lnTo>
                    <a:pt x="411719" y="1069196"/>
                  </a:lnTo>
                  <a:lnTo>
                    <a:pt x="411714" y="1069182"/>
                  </a:lnTo>
                  <a:lnTo>
                    <a:pt x="411711" y="1069172"/>
                  </a:lnTo>
                  <a:lnTo>
                    <a:pt x="411709" y="1069163"/>
                  </a:lnTo>
                  <a:lnTo>
                    <a:pt x="411707" y="1069153"/>
                  </a:lnTo>
                  <a:lnTo>
                    <a:pt x="411705" y="1069143"/>
                  </a:lnTo>
                  <a:lnTo>
                    <a:pt x="411700" y="1069133"/>
                  </a:lnTo>
                  <a:lnTo>
                    <a:pt x="411696" y="1069126"/>
                  </a:lnTo>
                  <a:lnTo>
                    <a:pt x="411689" y="1069118"/>
                  </a:lnTo>
                  <a:lnTo>
                    <a:pt x="411669" y="1069101"/>
                  </a:lnTo>
                  <a:lnTo>
                    <a:pt x="411631" y="1069065"/>
                  </a:lnTo>
                  <a:lnTo>
                    <a:pt x="411595" y="1069032"/>
                  </a:lnTo>
                  <a:lnTo>
                    <a:pt x="411587" y="1069022"/>
                  </a:lnTo>
                  <a:lnTo>
                    <a:pt x="411581" y="1069012"/>
                  </a:lnTo>
                  <a:lnTo>
                    <a:pt x="411578" y="1069006"/>
                  </a:lnTo>
                  <a:lnTo>
                    <a:pt x="411576" y="1068999"/>
                  </a:lnTo>
                  <a:lnTo>
                    <a:pt x="411574" y="1068990"/>
                  </a:lnTo>
                  <a:lnTo>
                    <a:pt x="411573" y="1068980"/>
                  </a:lnTo>
                  <a:lnTo>
                    <a:pt x="411570" y="1068938"/>
                  </a:lnTo>
                  <a:lnTo>
                    <a:pt x="411568" y="1068913"/>
                  </a:lnTo>
                  <a:lnTo>
                    <a:pt x="411564" y="1068885"/>
                  </a:lnTo>
                  <a:lnTo>
                    <a:pt x="411558" y="1068858"/>
                  </a:lnTo>
                  <a:lnTo>
                    <a:pt x="411551" y="1068830"/>
                  </a:lnTo>
                  <a:lnTo>
                    <a:pt x="411545" y="1068802"/>
                  </a:lnTo>
                  <a:lnTo>
                    <a:pt x="411536" y="1068771"/>
                  </a:lnTo>
                  <a:lnTo>
                    <a:pt x="411528" y="1068751"/>
                  </a:lnTo>
                  <a:lnTo>
                    <a:pt x="411519" y="1068727"/>
                  </a:lnTo>
                  <a:lnTo>
                    <a:pt x="411516" y="1068710"/>
                  </a:lnTo>
                  <a:lnTo>
                    <a:pt x="411516" y="1068702"/>
                  </a:lnTo>
                  <a:lnTo>
                    <a:pt x="411518" y="1068695"/>
                  </a:lnTo>
                  <a:lnTo>
                    <a:pt x="411520" y="1068689"/>
                  </a:lnTo>
                  <a:lnTo>
                    <a:pt x="411526" y="1068677"/>
                  </a:lnTo>
                  <a:lnTo>
                    <a:pt x="411542" y="1068657"/>
                  </a:lnTo>
                  <a:lnTo>
                    <a:pt x="411550" y="1068647"/>
                  </a:lnTo>
                  <a:lnTo>
                    <a:pt x="411560" y="1068630"/>
                  </a:lnTo>
                  <a:lnTo>
                    <a:pt x="411564" y="1068619"/>
                  </a:lnTo>
                  <a:lnTo>
                    <a:pt x="411566" y="1068604"/>
                  </a:lnTo>
                  <a:lnTo>
                    <a:pt x="411568" y="1068595"/>
                  </a:lnTo>
                  <a:lnTo>
                    <a:pt x="411572" y="1068579"/>
                  </a:lnTo>
                  <a:lnTo>
                    <a:pt x="411584" y="1068540"/>
                  </a:lnTo>
                  <a:lnTo>
                    <a:pt x="411597" y="1068503"/>
                  </a:lnTo>
                  <a:lnTo>
                    <a:pt x="411622" y="1068424"/>
                  </a:lnTo>
                  <a:lnTo>
                    <a:pt x="411624" y="1068415"/>
                  </a:lnTo>
                  <a:lnTo>
                    <a:pt x="411634" y="1068382"/>
                  </a:lnTo>
                  <a:lnTo>
                    <a:pt x="411637" y="1068368"/>
                  </a:lnTo>
                  <a:lnTo>
                    <a:pt x="411637" y="1068358"/>
                  </a:lnTo>
                  <a:lnTo>
                    <a:pt x="411636" y="1068353"/>
                  </a:lnTo>
                  <a:lnTo>
                    <a:pt x="411630" y="1068348"/>
                  </a:lnTo>
                  <a:lnTo>
                    <a:pt x="411622" y="1068343"/>
                  </a:lnTo>
                  <a:lnTo>
                    <a:pt x="411610" y="1068332"/>
                  </a:lnTo>
                  <a:lnTo>
                    <a:pt x="411596" y="1068320"/>
                  </a:lnTo>
                  <a:lnTo>
                    <a:pt x="411583" y="1068307"/>
                  </a:lnTo>
                  <a:lnTo>
                    <a:pt x="411566" y="1068289"/>
                  </a:lnTo>
                  <a:lnTo>
                    <a:pt x="411556" y="1068277"/>
                  </a:lnTo>
                  <a:lnTo>
                    <a:pt x="411550" y="1068268"/>
                  </a:lnTo>
                  <a:lnTo>
                    <a:pt x="411548" y="1068261"/>
                  </a:lnTo>
                  <a:lnTo>
                    <a:pt x="411548" y="1068254"/>
                  </a:lnTo>
                  <a:lnTo>
                    <a:pt x="411548" y="1068245"/>
                  </a:lnTo>
                  <a:lnTo>
                    <a:pt x="411548" y="1068232"/>
                  </a:lnTo>
                  <a:lnTo>
                    <a:pt x="411549" y="1068218"/>
                  </a:lnTo>
                  <a:lnTo>
                    <a:pt x="411551" y="1068194"/>
                  </a:lnTo>
                  <a:lnTo>
                    <a:pt x="411553" y="1068180"/>
                  </a:lnTo>
                  <a:lnTo>
                    <a:pt x="411555" y="1068157"/>
                  </a:lnTo>
                  <a:lnTo>
                    <a:pt x="411555" y="1068138"/>
                  </a:lnTo>
                  <a:lnTo>
                    <a:pt x="411552" y="1068122"/>
                  </a:lnTo>
                  <a:lnTo>
                    <a:pt x="411546" y="1068110"/>
                  </a:lnTo>
                  <a:lnTo>
                    <a:pt x="411536" y="1068095"/>
                  </a:lnTo>
                  <a:lnTo>
                    <a:pt x="411526" y="1068086"/>
                  </a:lnTo>
                  <a:lnTo>
                    <a:pt x="411517" y="1068079"/>
                  </a:lnTo>
                  <a:lnTo>
                    <a:pt x="411490" y="1068063"/>
                  </a:lnTo>
                  <a:lnTo>
                    <a:pt x="411473" y="1068051"/>
                  </a:lnTo>
                  <a:lnTo>
                    <a:pt x="411469" y="1068044"/>
                  </a:lnTo>
                  <a:lnTo>
                    <a:pt x="411466" y="1068033"/>
                  </a:lnTo>
                  <a:lnTo>
                    <a:pt x="411463" y="1068020"/>
                  </a:lnTo>
                  <a:lnTo>
                    <a:pt x="411460" y="1068001"/>
                  </a:lnTo>
                  <a:lnTo>
                    <a:pt x="411455" y="1067980"/>
                  </a:lnTo>
                  <a:lnTo>
                    <a:pt x="411449" y="1067958"/>
                  </a:lnTo>
                  <a:lnTo>
                    <a:pt x="411442" y="1067939"/>
                  </a:lnTo>
                  <a:lnTo>
                    <a:pt x="411435" y="1067922"/>
                  </a:lnTo>
                  <a:lnTo>
                    <a:pt x="411425" y="1067904"/>
                  </a:lnTo>
                  <a:lnTo>
                    <a:pt x="411414" y="1067885"/>
                  </a:lnTo>
                  <a:lnTo>
                    <a:pt x="411408" y="1067875"/>
                  </a:lnTo>
                  <a:lnTo>
                    <a:pt x="411393" y="1067823"/>
                  </a:lnTo>
                  <a:lnTo>
                    <a:pt x="411377" y="1067784"/>
                  </a:lnTo>
                  <a:lnTo>
                    <a:pt x="411376" y="1067779"/>
                  </a:lnTo>
                  <a:lnTo>
                    <a:pt x="411393" y="1067765"/>
                  </a:lnTo>
                  <a:lnTo>
                    <a:pt x="411430" y="1067732"/>
                  </a:lnTo>
                  <a:lnTo>
                    <a:pt x="411445" y="1067718"/>
                  </a:lnTo>
                  <a:lnTo>
                    <a:pt x="411491" y="1067677"/>
                  </a:lnTo>
                  <a:lnTo>
                    <a:pt x="411495" y="1067673"/>
                  </a:lnTo>
                  <a:lnTo>
                    <a:pt x="411498" y="1067669"/>
                  </a:lnTo>
                  <a:lnTo>
                    <a:pt x="411503" y="1067663"/>
                  </a:lnTo>
                  <a:lnTo>
                    <a:pt x="411512" y="1067651"/>
                  </a:lnTo>
                  <a:lnTo>
                    <a:pt x="411526" y="1067629"/>
                  </a:lnTo>
                  <a:lnTo>
                    <a:pt x="411536" y="1067610"/>
                  </a:lnTo>
                  <a:lnTo>
                    <a:pt x="411539" y="1067600"/>
                  </a:lnTo>
                  <a:lnTo>
                    <a:pt x="411541" y="1067590"/>
                  </a:lnTo>
                  <a:lnTo>
                    <a:pt x="411542" y="1067584"/>
                  </a:lnTo>
                  <a:lnTo>
                    <a:pt x="411543" y="1067579"/>
                  </a:lnTo>
                  <a:lnTo>
                    <a:pt x="411543" y="1067564"/>
                  </a:lnTo>
                  <a:lnTo>
                    <a:pt x="411543" y="1067559"/>
                  </a:lnTo>
                  <a:lnTo>
                    <a:pt x="411538" y="1067553"/>
                  </a:lnTo>
                  <a:lnTo>
                    <a:pt x="411535" y="1067547"/>
                  </a:lnTo>
                  <a:lnTo>
                    <a:pt x="411531" y="1067542"/>
                  </a:lnTo>
                  <a:lnTo>
                    <a:pt x="411528" y="1067537"/>
                  </a:lnTo>
                  <a:lnTo>
                    <a:pt x="411520" y="1067526"/>
                  </a:lnTo>
                  <a:lnTo>
                    <a:pt x="411515" y="1067516"/>
                  </a:lnTo>
                  <a:lnTo>
                    <a:pt x="411511" y="1067511"/>
                  </a:lnTo>
                  <a:lnTo>
                    <a:pt x="411508" y="1067505"/>
                  </a:lnTo>
                  <a:lnTo>
                    <a:pt x="411505" y="1067501"/>
                  </a:lnTo>
                  <a:lnTo>
                    <a:pt x="411501" y="1067497"/>
                  </a:lnTo>
                  <a:lnTo>
                    <a:pt x="411496" y="1067491"/>
                  </a:lnTo>
                  <a:lnTo>
                    <a:pt x="411492" y="1067488"/>
                  </a:lnTo>
                  <a:lnTo>
                    <a:pt x="411489" y="1067484"/>
                  </a:lnTo>
                  <a:lnTo>
                    <a:pt x="411481" y="1067475"/>
                  </a:lnTo>
                  <a:lnTo>
                    <a:pt x="411474" y="1067466"/>
                  </a:lnTo>
                  <a:lnTo>
                    <a:pt x="411468" y="1067457"/>
                  </a:lnTo>
                  <a:lnTo>
                    <a:pt x="411463" y="1067450"/>
                  </a:lnTo>
                  <a:lnTo>
                    <a:pt x="411457" y="1067441"/>
                  </a:lnTo>
                  <a:lnTo>
                    <a:pt x="411447" y="1067427"/>
                  </a:lnTo>
                  <a:lnTo>
                    <a:pt x="411445" y="1067423"/>
                  </a:lnTo>
                  <a:lnTo>
                    <a:pt x="411440" y="1067410"/>
                  </a:lnTo>
                  <a:lnTo>
                    <a:pt x="411437" y="1067403"/>
                  </a:lnTo>
                  <a:lnTo>
                    <a:pt x="411437" y="1067397"/>
                  </a:lnTo>
                  <a:lnTo>
                    <a:pt x="411446" y="1067387"/>
                  </a:lnTo>
                  <a:lnTo>
                    <a:pt x="411462" y="1067361"/>
                  </a:lnTo>
                  <a:lnTo>
                    <a:pt x="411477" y="1067338"/>
                  </a:lnTo>
                  <a:lnTo>
                    <a:pt x="411480" y="1067332"/>
                  </a:lnTo>
                  <a:lnTo>
                    <a:pt x="411484" y="1067327"/>
                  </a:lnTo>
                  <a:lnTo>
                    <a:pt x="411491" y="1067317"/>
                  </a:lnTo>
                  <a:lnTo>
                    <a:pt x="411499" y="1067306"/>
                  </a:lnTo>
                  <a:lnTo>
                    <a:pt x="411510" y="1067295"/>
                  </a:lnTo>
                  <a:lnTo>
                    <a:pt x="411519" y="1067284"/>
                  </a:lnTo>
                  <a:lnTo>
                    <a:pt x="411528" y="1067273"/>
                  </a:lnTo>
                  <a:lnTo>
                    <a:pt x="411536" y="1067262"/>
                  </a:lnTo>
                  <a:lnTo>
                    <a:pt x="411539" y="1067257"/>
                  </a:lnTo>
                  <a:lnTo>
                    <a:pt x="411547" y="1067247"/>
                  </a:lnTo>
                  <a:lnTo>
                    <a:pt x="411557" y="1067232"/>
                  </a:lnTo>
                  <a:lnTo>
                    <a:pt x="411560" y="1067227"/>
                  </a:lnTo>
                  <a:lnTo>
                    <a:pt x="411563" y="1067222"/>
                  </a:lnTo>
                  <a:lnTo>
                    <a:pt x="411569" y="1067214"/>
                  </a:lnTo>
                  <a:lnTo>
                    <a:pt x="411583" y="1067197"/>
                  </a:lnTo>
                  <a:lnTo>
                    <a:pt x="411602" y="1067171"/>
                  </a:lnTo>
                  <a:lnTo>
                    <a:pt x="411612" y="1067159"/>
                  </a:lnTo>
                  <a:lnTo>
                    <a:pt x="411618" y="1067152"/>
                  </a:lnTo>
                  <a:lnTo>
                    <a:pt x="411625" y="1067145"/>
                  </a:lnTo>
                  <a:lnTo>
                    <a:pt x="411633" y="1067138"/>
                  </a:lnTo>
                  <a:lnTo>
                    <a:pt x="411637" y="1067135"/>
                  </a:lnTo>
                  <a:lnTo>
                    <a:pt x="411641" y="1067133"/>
                  </a:lnTo>
                  <a:lnTo>
                    <a:pt x="411646" y="1067134"/>
                  </a:lnTo>
                  <a:lnTo>
                    <a:pt x="411650" y="1067135"/>
                  </a:lnTo>
                  <a:lnTo>
                    <a:pt x="411657" y="1067135"/>
                  </a:lnTo>
                  <a:lnTo>
                    <a:pt x="411667" y="1067135"/>
                  </a:lnTo>
                  <a:lnTo>
                    <a:pt x="411672" y="1067135"/>
                  </a:lnTo>
                  <a:lnTo>
                    <a:pt x="411678" y="1067134"/>
                  </a:lnTo>
                  <a:lnTo>
                    <a:pt x="411683" y="1067134"/>
                  </a:lnTo>
                  <a:lnTo>
                    <a:pt x="411707" y="1067133"/>
                  </a:lnTo>
                  <a:lnTo>
                    <a:pt x="411729" y="1067131"/>
                  </a:lnTo>
                  <a:lnTo>
                    <a:pt x="411735" y="1067129"/>
                  </a:lnTo>
                  <a:lnTo>
                    <a:pt x="411753" y="1067121"/>
                  </a:lnTo>
                  <a:lnTo>
                    <a:pt x="411759" y="1067117"/>
                  </a:lnTo>
                  <a:lnTo>
                    <a:pt x="411763" y="1067113"/>
                  </a:lnTo>
                  <a:lnTo>
                    <a:pt x="411768" y="1067109"/>
                  </a:lnTo>
                  <a:lnTo>
                    <a:pt x="411782" y="1067097"/>
                  </a:lnTo>
                  <a:lnTo>
                    <a:pt x="411788" y="1067092"/>
                  </a:lnTo>
                  <a:lnTo>
                    <a:pt x="411797" y="1067084"/>
                  </a:lnTo>
                  <a:lnTo>
                    <a:pt x="411807" y="1067074"/>
                  </a:lnTo>
                  <a:lnTo>
                    <a:pt x="411828" y="1067052"/>
                  </a:lnTo>
                  <a:lnTo>
                    <a:pt x="411850" y="1067029"/>
                  </a:lnTo>
                  <a:lnTo>
                    <a:pt x="411858" y="1067021"/>
                  </a:lnTo>
                  <a:lnTo>
                    <a:pt x="411863" y="1067014"/>
                  </a:lnTo>
                  <a:lnTo>
                    <a:pt x="411866" y="1067009"/>
                  </a:lnTo>
                  <a:lnTo>
                    <a:pt x="411873" y="1066998"/>
                  </a:lnTo>
                  <a:lnTo>
                    <a:pt x="411887" y="1066975"/>
                  </a:lnTo>
                  <a:lnTo>
                    <a:pt x="411894" y="1066963"/>
                  </a:lnTo>
                  <a:lnTo>
                    <a:pt x="411899" y="1066956"/>
                  </a:lnTo>
                  <a:lnTo>
                    <a:pt x="411902" y="1066953"/>
                  </a:lnTo>
                  <a:lnTo>
                    <a:pt x="411908" y="1066946"/>
                  </a:lnTo>
                  <a:lnTo>
                    <a:pt x="411919" y="1066936"/>
                  </a:lnTo>
                  <a:lnTo>
                    <a:pt x="411929" y="1066924"/>
                  </a:lnTo>
                  <a:lnTo>
                    <a:pt x="411939" y="1066906"/>
                  </a:lnTo>
                  <a:lnTo>
                    <a:pt x="411943" y="1066896"/>
                  </a:lnTo>
                  <a:lnTo>
                    <a:pt x="411948" y="1066882"/>
                  </a:lnTo>
                  <a:lnTo>
                    <a:pt x="411951" y="1066869"/>
                  </a:lnTo>
                  <a:lnTo>
                    <a:pt x="411953" y="1066854"/>
                  </a:lnTo>
                  <a:lnTo>
                    <a:pt x="411954" y="1066839"/>
                  </a:lnTo>
                  <a:lnTo>
                    <a:pt x="411955" y="1066832"/>
                  </a:lnTo>
                  <a:lnTo>
                    <a:pt x="411967" y="1066832"/>
                  </a:lnTo>
                  <a:lnTo>
                    <a:pt x="411971" y="1066832"/>
                  </a:lnTo>
                  <a:lnTo>
                    <a:pt x="411979" y="1066832"/>
                  </a:lnTo>
                  <a:lnTo>
                    <a:pt x="411985" y="1066831"/>
                  </a:lnTo>
                  <a:lnTo>
                    <a:pt x="411992" y="1066830"/>
                  </a:lnTo>
                  <a:lnTo>
                    <a:pt x="411998" y="1066829"/>
                  </a:lnTo>
                  <a:lnTo>
                    <a:pt x="412003" y="1066828"/>
                  </a:lnTo>
                  <a:lnTo>
                    <a:pt x="412010" y="1066825"/>
                  </a:lnTo>
                  <a:lnTo>
                    <a:pt x="412036" y="1066815"/>
                  </a:lnTo>
                  <a:lnTo>
                    <a:pt x="412050" y="1066809"/>
                  </a:lnTo>
                  <a:lnTo>
                    <a:pt x="412107" y="1066790"/>
                  </a:lnTo>
                  <a:lnTo>
                    <a:pt x="412113" y="1066789"/>
                  </a:lnTo>
                  <a:lnTo>
                    <a:pt x="412121" y="1066788"/>
                  </a:lnTo>
                  <a:lnTo>
                    <a:pt x="412127" y="1066791"/>
                  </a:lnTo>
                  <a:lnTo>
                    <a:pt x="412134" y="1066795"/>
                  </a:lnTo>
                  <a:lnTo>
                    <a:pt x="412145" y="1066801"/>
                  </a:lnTo>
                  <a:lnTo>
                    <a:pt x="412159" y="1066810"/>
                  </a:lnTo>
                  <a:lnTo>
                    <a:pt x="412169" y="1066815"/>
                  </a:lnTo>
                  <a:lnTo>
                    <a:pt x="412179" y="1066819"/>
                  </a:lnTo>
                  <a:lnTo>
                    <a:pt x="412209" y="1066831"/>
                  </a:lnTo>
                  <a:lnTo>
                    <a:pt x="412232" y="1066842"/>
                  </a:lnTo>
                  <a:lnTo>
                    <a:pt x="412246" y="1066848"/>
                  </a:lnTo>
                  <a:lnTo>
                    <a:pt x="412259" y="1066854"/>
                  </a:lnTo>
                  <a:lnTo>
                    <a:pt x="412269" y="1066859"/>
                  </a:lnTo>
                  <a:lnTo>
                    <a:pt x="412284" y="1066867"/>
                  </a:lnTo>
                  <a:lnTo>
                    <a:pt x="412288" y="1066869"/>
                  </a:lnTo>
                  <a:lnTo>
                    <a:pt x="412292" y="1066871"/>
                  </a:lnTo>
                  <a:lnTo>
                    <a:pt x="412299" y="1066873"/>
                  </a:lnTo>
                  <a:lnTo>
                    <a:pt x="412304" y="1066875"/>
                  </a:lnTo>
                  <a:lnTo>
                    <a:pt x="412311" y="1066878"/>
                  </a:lnTo>
                  <a:lnTo>
                    <a:pt x="412324" y="1066884"/>
                  </a:lnTo>
                  <a:lnTo>
                    <a:pt x="412332" y="1066886"/>
                  </a:lnTo>
                  <a:lnTo>
                    <a:pt x="412342" y="1066889"/>
                  </a:lnTo>
                  <a:lnTo>
                    <a:pt x="412347" y="1066889"/>
                  </a:lnTo>
                  <a:lnTo>
                    <a:pt x="412356" y="1066889"/>
                  </a:lnTo>
                  <a:lnTo>
                    <a:pt x="412365" y="1066886"/>
                  </a:lnTo>
                  <a:lnTo>
                    <a:pt x="412372" y="1066883"/>
                  </a:lnTo>
                  <a:lnTo>
                    <a:pt x="412382" y="1066877"/>
                  </a:lnTo>
                  <a:lnTo>
                    <a:pt x="412389" y="1066872"/>
                  </a:lnTo>
                  <a:lnTo>
                    <a:pt x="412400" y="1066866"/>
                  </a:lnTo>
                  <a:lnTo>
                    <a:pt x="412413" y="1066859"/>
                  </a:lnTo>
                  <a:lnTo>
                    <a:pt x="412425" y="1066852"/>
                  </a:lnTo>
                  <a:lnTo>
                    <a:pt x="412441" y="1066841"/>
                  </a:lnTo>
                  <a:lnTo>
                    <a:pt x="412448" y="1066837"/>
                  </a:lnTo>
                  <a:lnTo>
                    <a:pt x="412461" y="1066827"/>
                  </a:lnTo>
                  <a:lnTo>
                    <a:pt x="412468" y="1066815"/>
                  </a:lnTo>
                  <a:lnTo>
                    <a:pt x="412471" y="1066808"/>
                  </a:lnTo>
                  <a:lnTo>
                    <a:pt x="412473" y="1066802"/>
                  </a:lnTo>
                  <a:lnTo>
                    <a:pt x="412474" y="1066796"/>
                  </a:lnTo>
                  <a:lnTo>
                    <a:pt x="412477" y="1066787"/>
                  </a:lnTo>
                  <a:lnTo>
                    <a:pt x="412479" y="1066780"/>
                  </a:lnTo>
                  <a:lnTo>
                    <a:pt x="412481" y="1066776"/>
                  </a:lnTo>
                  <a:lnTo>
                    <a:pt x="412484" y="1066770"/>
                  </a:lnTo>
                  <a:lnTo>
                    <a:pt x="412488" y="1066763"/>
                  </a:lnTo>
                  <a:lnTo>
                    <a:pt x="412491" y="1066756"/>
                  </a:lnTo>
                  <a:lnTo>
                    <a:pt x="412496" y="1066750"/>
                  </a:lnTo>
                  <a:lnTo>
                    <a:pt x="412499" y="1066745"/>
                  </a:lnTo>
                  <a:lnTo>
                    <a:pt x="412504" y="1066740"/>
                  </a:lnTo>
                  <a:lnTo>
                    <a:pt x="412510" y="1066733"/>
                  </a:lnTo>
                  <a:lnTo>
                    <a:pt x="412514" y="1066729"/>
                  </a:lnTo>
                  <a:lnTo>
                    <a:pt x="412518" y="1066723"/>
                  </a:lnTo>
                  <a:lnTo>
                    <a:pt x="412528" y="1066713"/>
                  </a:lnTo>
                  <a:lnTo>
                    <a:pt x="412534" y="1066706"/>
                  </a:lnTo>
                  <a:lnTo>
                    <a:pt x="412582" y="1066673"/>
                  </a:lnTo>
                  <a:lnTo>
                    <a:pt x="412597" y="1066661"/>
                  </a:lnTo>
                  <a:lnTo>
                    <a:pt x="412626" y="1066638"/>
                  </a:lnTo>
                  <a:lnTo>
                    <a:pt x="412640" y="1066628"/>
                  </a:lnTo>
                  <a:lnTo>
                    <a:pt x="412648" y="1066623"/>
                  </a:lnTo>
                  <a:lnTo>
                    <a:pt x="412654" y="1066619"/>
                  </a:lnTo>
                  <a:lnTo>
                    <a:pt x="412707" y="1066583"/>
                  </a:lnTo>
                  <a:lnTo>
                    <a:pt x="412735" y="1066569"/>
                  </a:lnTo>
                  <a:lnTo>
                    <a:pt x="412743" y="1066566"/>
                  </a:lnTo>
                  <a:lnTo>
                    <a:pt x="412761" y="1066558"/>
                  </a:lnTo>
                  <a:lnTo>
                    <a:pt x="412774" y="1066553"/>
                  </a:lnTo>
                  <a:lnTo>
                    <a:pt x="412788" y="1066548"/>
                  </a:lnTo>
                  <a:lnTo>
                    <a:pt x="412820" y="1066542"/>
                  </a:lnTo>
                  <a:lnTo>
                    <a:pt x="412829" y="1066538"/>
                  </a:lnTo>
                  <a:lnTo>
                    <a:pt x="412825" y="1066525"/>
                  </a:lnTo>
                  <a:lnTo>
                    <a:pt x="412823" y="1066516"/>
                  </a:lnTo>
                  <a:lnTo>
                    <a:pt x="412823" y="1066506"/>
                  </a:lnTo>
                  <a:lnTo>
                    <a:pt x="412822" y="1066490"/>
                  </a:lnTo>
                  <a:lnTo>
                    <a:pt x="412822" y="1066482"/>
                  </a:lnTo>
                  <a:lnTo>
                    <a:pt x="412820" y="1066464"/>
                  </a:lnTo>
                  <a:lnTo>
                    <a:pt x="412819" y="1066455"/>
                  </a:lnTo>
                  <a:lnTo>
                    <a:pt x="412818" y="1066449"/>
                  </a:lnTo>
                  <a:lnTo>
                    <a:pt x="412817" y="1066436"/>
                  </a:lnTo>
                  <a:lnTo>
                    <a:pt x="412816" y="1066430"/>
                  </a:lnTo>
                  <a:lnTo>
                    <a:pt x="412813" y="1066399"/>
                  </a:lnTo>
                  <a:lnTo>
                    <a:pt x="412812" y="1066389"/>
                  </a:lnTo>
                  <a:lnTo>
                    <a:pt x="412809" y="1066366"/>
                  </a:lnTo>
                  <a:lnTo>
                    <a:pt x="412805" y="1066343"/>
                  </a:lnTo>
                  <a:lnTo>
                    <a:pt x="412804" y="1066332"/>
                  </a:lnTo>
                  <a:lnTo>
                    <a:pt x="412802" y="1066321"/>
                  </a:lnTo>
                  <a:lnTo>
                    <a:pt x="412799" y="1066312"/>
                  </a:lnTo>
                  <a:lnTo>
                    <a:pt x="412798" y="1066308"/>
                  </a:lnTo>
                  <a:lnTo>
                    <a:pt x="412795" y="1066302"/>
                  </a:lnTo>
                  <a:lnTo>
                    <a:pt x="412791" y="1066295"/>
                  </a:lnTo>
                  <a:lnTo>
                    <a:pt x="412785" y="1066285"/>
                  </a:lnTo>
                  <a:lnTo>
                    <a:pt x="412774" y="1066268"/>
                  </a:lnTo>
                  <a:lnTo>
                    <a:pt x="412759" y="1066249"/>
                  </a:lnTo>
                  <a:lnTo>
                    <a:pt x="412749" y="1066236"/>
                  </a:lnTo>
                  <a:lnTo>
                    <a:pt x="412749" y="1066229"/>
                  </a:lnTo>
                  <a:lnTo>
                    <a:pt x="412752" y="1066222"/>
                  </a:lnTo>
                  <a:lnTo>
                    <a:pt x="412754" y="1066213"/>
                  </a:lnTo>
                  <a:lnTo>
                    <a:pt x="412758" y="1066203"/>
                  </a:lnTo>
                  <a:lnTo>
                    <a:pt x="412763" y="1066185"/>
                  </a:lnTo>
                  <a:lnTo>
                    <a:pt x="412768" y="1066164"/>
                  </a:lnTo>
                  <a:lnTo>
                    <a:pt x="412771" y="1066150"/>
                  </a:lnTo>
                  <a:lnTo>
                    <a:pt x="412773" y="1066132"/>
                  </a:lnTo>
                  <a:lnTo>
                    <a:pt x="412773" y="1066128"/>
                  </a:lnTo>
                  <a:lnTo>
                    <a:pt x="412774" y="1066113"/>
                  </a:lnTo>
                  <a:lnTo>
                    <a:pt x="412773" y="1066104"/>
                  </a:lnTo>
                  <a:lnTo>
                    <a:pt x="412771" y="1066083"/>
                  </a:lnTo>
                  <a:lnTo>
                    <a:pt x="412770" y="1066075"/>
                  </a:lnTo>
                  <a:lnTo>
                    <a:pt x="412770" y="1066066"/>
                  </a:lnTo>
                  <a:lnTo>
                    <a:pt x="412768" y="1066050"/>
                  </a:lnTo>
                  <a:lnTo>
                    <a:pt x="412765" y="1066026"/>
                  </a:lnTo>
                  <a:lnTo>
                    <a:pt x="412764" y="1066013"/>
                  </a:lnTo>
                  <a:lnTo>
                    <a:pt x="412762" y="1065988"/>
                  </a:lnTo>
                  <a:lnTo>
                    <a:pt x="412763" y="1065941"/>
                  </a:lnTo>
                  <a:lnTo>
                    <a:pt x="412764" y="1065935"/>
                  </a:lnTo>
                  <a:lnTo>
                    <a:pt x="412765" y="1065915"/>
                  </a:lnTo>
                  <a:lnTo>
                    <a:pt x="412765" y="1065909"/>
                  </a:lnTo>
                  <a:lnTo>
                    <a:pt x="412765" y="1065899"/>
                  </a:lnTo>
                  <a:lnTo>
                    <a:pt x="412765" y="1065891"/>
                  </a:lnTo>
                  <a:lnTo>
                    <a:pt x="412765" y="1065864"/>
                  </a:lnTo>
                  <a:lnTo>
                    <a:pt x="412768" y="1065844"/>
                  </a:lnTo>
                  <a:lnTo>
                    <a:pt x="412774" y="1065832"/>
                  </a:lnTo>
                  <a:lnTo>
                    <a:pt x="412779" y="1065824"/>
                  </a:lnTo>
                  <a:lnTo>
                    <a:pt x="412800" y="1065789"/>
                  </a:lnTo>
                  <a:lnTo>
                    <a:pt x="412810" y="1065767"/>
                  </a:lnTo>
                  <a:lnTo>
                    <a:pt x="412813" y="1065758"/>
                  </a:lnTo>
                  <a:lnTo>
                    <a:pt x="412826" y="1065736"/>
                  </a:lnTo>
                  <a:lnTo>
                    <a:pt x="412829" y="1065730"/>
                  </a:lnTo>
                  <a:lnTo>
                    <a:pt x="412834" y="1065723"/>
                  </a:lnTo>
                  <a:lnTo>
                    <a:pt x="412858" y="1065688"/>
                  </a:lnTo>
                  <a:lnTo>
                    <a:pt x="412883" y="1065650"/>
                  </a:lnTo>
                  <a:lnTo>
                    <a:pt x="412887" y="1065644"/>
                  </a:lnTo>
                  <a:lnTo>
                    <a:pt x="412891" y="1065636"/>
                  </a:lnTo>
                  <a:lnTo>
                    <a:pt x="412898" y="1065624"/>
                  </a:lnTo>
                  <a:lnTo>
                    <a:pt x="412918" y="1065589"/>
                  </a:lnTo>
                  <a:lnTo>
                    <a:pt x="412922" y="1065583"/>
                  </a:lnTo>
                  <a:lnTo>
                    <a:pt x="412927" y="1065575"/>
                  </a:lnTo>
                  <a:lnTo>
                    <a:pt x="412932" y="1065570"/>
                  </a:lnTo>
                  <a:lnTo>
                    <a:pt x="412935" y="1065566"/>
                  </a:lnTo>
                  <a:lnTo>
                    <a:pt x="412938" y="1065563"/>
                  </a:lnTo>
                  <a:lnTo>
                    <a:pt x="412961" y="1065546"/>
                  </a:lnTo>
                  <a:lnTo>
                    <a:pt x="412961" y="1065541"/>
                  </a:lnTo>
                  <a:lnTo>
                    <a:pt x="412957" y="1065533"/>
                  </a:lnTo>
                  <a:lnTo>
                    <a:pt x="412952" y="1065524"/>
                  </a:lnTo>
                  <a:lnTo>
                    <a:pt x="412949" y="1065519"/>
                  </a:lnTo>
                  <a:lnTo>
                    <a:pt x="412942" y="1065511"/>
                  </a:lnTo>
                  <a:lnTo>
                    <a:pt x="412933" y="1065497"/>
                  </a:lnTo>
                  <a:lnTo>
                    <a:pt x="412924" y="1065486"/>
                  </a:lnTo>
                  <a:lnTo>
                    <a:pt x="412919" y="1065479"/>
                  </a:lnTo>
                  <a:lnTo>
                    <a:pt x="412917" y="1065475"/>
                  </a:lnTo>
                  <a:lnTo>
                    <a:pt x="412912" y="1065467"/>
                  </a:lnTo>
                  <a:lnTo>
                    <a:pt x="412908" y="1065457"/>
                  </a:lnTo>
                  <a:lnTo>
                    <a:pt x="412902" y="1065437"/>
                  </a:lnTo>
                  <a:lnTo>
                    <a:pt x="412899" y="1065426"/>
                  </a:lnTo>
                  <a:lnTo>
                    <a:pt x="412896" y="1065419"/>
                  </a:lnTo>
                  <a:lnTo>
                    <a:pt x="412878" y="1065369"/>
                  </a:lnTo>
                  <a:lnTo>
                    <a:pt x="412876" y="1065364"/>
                  </a:lnTo>
                  <a:lnTo>
                    <a:pt x="412874" y="1065360"/>
                  </a:lnTo>
                  <a:lnTo>
                    <a:pt x="412871" y="1065357"/>
                  </a:lnTo>
                  <a:lnTo>
                    <a:pt x="412865" y="1065352"/>
                  </a:lnTo>
                  <a:lnTo>
                    <a:pt x="412858" y="1065348"/>
                  </a:lnTo>
                  <a:lnTo>
                    <a:pt x="412853" y="1065345"/>
                  </a:lnTo>
                  <a:lnTo>
                    <a:pt x="412839" y="1065342"/>
                  </a:lnTo>
                  <a:lnTo>
                    <a:pt x="412822" y="1065338"/>
                  </a:lnTo>
                  <a:lnTo>
                    <a:pt x="412752" y="1065321"/>
                  </a:lnTo>
                  <a:lnTo>
                    <a:pt x="412732" y="1065314"/>
                  </a:lnTo>
                  <a:lnTo>
                    <a:pt x="412727" y="1065312"/>
                  </a:lnTo>
                  <a:lnTo>
                    <a:pt x="412717" y="1065307"/>
                  </a:lnTo>
                  <a:lnTo>
                    <a:pt x="412695" y="1065297"/>
                  </a:lnTo>
                  <a:lnTo>
                    <a:pt x="412686" y="1065291"/>
                  </a:lnTo>
                  <a:lnTo>
                    <a:pt x="412680" y="1065287"/>
                  </a:lnTo>
                  <a:lnTo>
                    <a:pt x="412675" y="1065283"/>
                  </a:lnTo>
                  <a:lnTo>
                    <a:pt x="412671" y="1065279"/>
                  </a:lnTo>
                  <a:lnTo>
                    <a:pt x="412667" y="1065275"/>
                  </a:lnTo>
                  <a:lnTo>
                    <a:pt x="412664" y="1065268"/>
                  </a:lnTo>
                  <a:lnTo>
                    <a:pt x="412663" y="1065253"/>
                  </a:lnTo>
                  <a:lnTo>
                    <a:pt x="412662" y="1065243"/>
                  </a:lnTo>
                  <a:lnTo>
                    <a:pt x="412660" y="1065236"/>
                  </a:lnTo>
                  <a:lnTo>
                    <a:pt x="412659" y="1065228"/>
                  </a:lnTo>
                  <a:lnTo>
                    <a:pt x="412656" y="1065221"/>
                  </a:lnTo>
                  <a:lnTo>
                    <a:pt x="412653" y="1065218"/>
                  </a:lnTo>
                  <a:lnTo>
                    <a:pt x="412644" y="1065213"/>
                  </a:lnTo>
                  <a:lnTo>
                    <a:pt x="412637" y="1065211"/>
                  </a:lnTo>
                  <a:lnTo>
                    <a:pt x="412621" y="1065205"/>
                  </a:lnTo>
                  <a:lnTo>
                    <a:pt x="412614" y="1065202"/>
                  </a:lnTo>
                  <a:lnTo>
                    <a:pt x="412601" y="1065199"/>
                  </a:lnTo>
                  <a:lnTo>
                    <a:pt x="412585" y="1065195"/>
                  </a:lnTo>
                  <a:lnTo>
                    <a:pt x="412579" y="1065193"/>
                  </a:lnTo>
                  <a:lnTo>
                    <a:pt x="412573" y="1065193"/>
                  </a:lnTo>
                  <a:lnTo>
                    <a:pt x="412561" y="1065191"/>
                  </a:lnTo>
                  <a:lnTo>
                    <a:pt x="412550" y="1065190"/>
                  </a:lnTo>
                  <a:lnTo>
                    <a:pt x="412531" y="1065189"/>
                  </a:lnTo>
                  <a:lnTo>
                    <a:pt x="412518" y="1065188"/>
                  </a:lnTo>
                  <a:lnTo>
                    <a:pt x="412503" y="1065187"/>
                  </a:lnTo>
                  <a:lnTo>
                    <a:pt x="412497" y="1065187"/>
                  </a:lnTo>
                  <a:lnTo>
                    <a:pt x="412475" y="1065192"/>
                  </a:lnTo>
                  <a:lnTo>
                    <a:pt x="412465" y="1065195"/>
                  </a:lnTo>
                  <a:lnTo>
                    <a:pt x="412446" y="1065203"/>
                  </a:lnTo>
                  <a:lnTo>
                    <a:pt x="412429" y="1065211"/>
                  </a:lnTo>
                  <a:lnTo>
                    <a:pt x="412411" y="1065222"/>
                  </a:lnTo>
                  <a:lnTo>
                    <a:pt x="412382" y="1065243"/>
                  </a:lnTo>
                  <a:lnTo>
                    <a:pt x="412364" y="1065254"/>
                  </a:lnTo>
                  <a:lnTo>
                    <a:pt x="412353" y="1065260"/>
                  </a:lnTo>
                  <a:lnTo>
                    <a:pt x="412340" y="1065266"/>
                  </a:lnTo>
                  <a:lnTo>
                    <a:pt x="412321" y="1065276"/>
                  </a:lnTo>
                  <a:lnTo>
                    <a:pt x="412307" y="1065282"/>
                  </a:lnTo>
                  <a:lnTo>
                    <a:pt x="412287" y="1065287"/>
                  </a:lnTo>
                  <a:lnTo>
                    <a:pt x="412259" y="1065294"/>
                  </a:lnTo>
                  <a:lnTo>
                    <a:pt x="412220" y="1065302"/>
                  </a:lnTo>
                  <a:lnTo>
                    <a:pt x="412208" y="1065303"/>
                  </a:lnTo>
                  <a:lnTo>
                    <a:pt x="412202" y="1065303"/>
                  </a:lnTo>
                  <a:lnTo>
                    <a:pt x="412191" y="1065303"/>
                  </a:lnTo>
                  <a:lnTo>
                    <a:pt x="412185" y="1065304"/>
                  </a:lnTo>
                  <a:lnTo>
                    <a:pt x="412178" y="1065309"/>
                  </a:lnTo>
                  <a:lnTo>
                    <a:pt x="412170" y="1065319"/>
                  </a:lnTo>
                  <a:lnTo>
                    <a:pt x="412129" y="1065386"/>
                  </a:lnTo>
                  <a:lnTo>
                    <a:pt x="412119" y="1065398"/>
                  </a:lnTo>
                  <a:lnTo>
                    <a:pt x="412107" y="1065413"/>
                  </a:lnTo>
                  <a:lnTo>
                    <a:pt x="412100" y="1065421"/>
                  </a:lnTo>
                  <a:lnTo>
                    <a:pt x="412090" y="1065431"/>
                  </a:lnTo>
                  <a:lnTo>
                    <a:pt x="412084" y="1065439"/>
                  </a:lnTo>
                  <a:lnTo>
                    <a:pt x="412075" y="1065450"/>
                  </a:lnTo>
                  <a:lnTo>
                    <a:pt x="412070" y="1065458"/>
                  </a:lnTo>
                  <a:lnTo>
                    <a:pt x="412065" y="1065465"/>
                  </a:lnTo>
                  <a:lnTo>
                    <a:pt x="412061" y="1065471"/>
                  </a:lnTo>
                  <a:lnTo>
                    <a:pt x="412057" y="1065476"/>
                  </a:lnTo>
                  <a:lnTo>
                    <a:pt x="412046" y="1065485"/>
                  </a:lnTo>
                  <a:lnTo>
                    <a:pt x="412038" y="1065491"/>
                  </a:lnTo>
                  <a:lnTo>
                    <a:pt x="412030" y="1065494"/>
                  </a:lnTo>
                  <a:lnTo>
                    <a:pt x="412022" y="1065493"/>
                  </a:lnTo>
                  <a:lnTo>
                    <a:pt x="412016" y="1065493"/>
                  </a:lnTo>
                  <a:lnTo>
                    <a:pt x="412005" y="1065491"/>
                  </a:lnTo>
                  <a:lnTo>
                    <a:pt x="411978" y="1065488"/>
                  </a:lnTo>
                  <a:lnTo>
                    <a:pt x="411974" y="1065488"/>
                  </a:lnTo>
                  <a:lnTo>
                    <a:pt x="411964" y="1065487"/>
                  </a:lnTo>
                  <a:lnTo>
                    <a:pt x="411960" y="1065486"/>
                  </a:lnTo>
                  <a:lnTo>
                    <a:pt x="411947" y="1065484"/>
                  </a:lnTo>
                  <a:lnTo>
                    <a:pt x="411940" y="1065482"/>
                  </a:lnTo>
                  <a:lnTo>
                    <a:pt x="411934" y="1065480"/>
                  </a:lnTo>
                  <a:lnTo>
                    <a:pt x="411928" y="1065478"/>
                  </a:lnTo>
                  <a:lnTo>
                    <a:pt x="411923" y="1065476"/>
                  </a:lnTo>
                  <a:lnTo>
                    <a:pt x="411895" y="1065458"/>
                  </a:lnTo>
                  <a:lnTo>
                    <a:pt x="411888" y="1065456"/>
                  </a:lnTo>
                  <a:lnTo>
                    <a:pt x="411851" y="1065449"/>
                  </a:lnTo>
                  <a:lnTo>
                    <a:pt x="411827" y="1065444"/>
                  </a:lnTo>
                  <a:lnTo>
                    <a:pt x="411822" y="1065444"/>
                  </a:lnTo>
                  <a:lnTo>
                    <a:pt x="411814" y="1065443"/>
                  </a:lnTo>
                  <a:lnTo>
                    <a:pt x="411802" y="1065440"/>
                  </a:lnTo>
                  <a:lnTo>
                    <a:pt x="411797" y="1065438"/>
                  </a:lnTo>
                  <a:lnTo>
                    <a:pt x="411789" y="1065431"/>
                  </a:lnTo>
                  <a:lnTo>
                    <a:pt x="411786" y="1065428"/>
                  </a:lnTo>
                  <a:lnTo>
                    <a:pt x="411771" y="1065414"/>
                  </a:lnTo>
                  <a:lnTo>
                    <a:pt x="411764" y="1065409"/>
                  </a:lnTo>
                  <a:lnTo>
                    <a:pt x="411759" y="1065406"/>
                  </a:lnTo>
                  <a:lnTo>
                    <a:pt x="411750" y="1065401"/>
                  </a:lnTo>
                  <a:lnTo>
                    <a:pt x="411746" y="1065397"/>
                  </a:lnTo>
                  <a:lnTo>
                    <a:pt x="411698" y="1065358"/>
                  </a:lnTo>
                  <a:lnTo>
                    <a:pt x="411671" y="1065344"/>
                  </a:lnTo>
                  <a:lnTo>
                    <a:pt x="411665" y="1065342"/>
                  </a:lnTo>
                  <a:lnTo>
                    <a:pt x="411659" y="1065340"/>
                  </a:lnTo>
                  <a:lnTo>
                    <a:pt x="411576" y="1065322"/>
                  </a:lnTo>
                  <a:lnTo>
                    <a:pt x="411567" y="1065322"/>
                  </a:lnTo>
                  <a:lnTo>
                    <a:pt x="411557" y="1065322"/>
                  </a:lnTo>
                  <a:lnTo>
                    <a:pt x="411549" y="1065323"/>
                  </a:lnTo>
                  <a:lnTo>
                    <a:pt x="411534" y="1065323"/>
                  </a:lnTo>
                  <a:lnTo>
                    <a:pt x="411524" y="1065322"/>
                  </a:lnTo>
                  <a:lnTo>
                    <a:pt x="411515" y="1065322"/>
                  </a:lnTo>
                  <a:lnTo>
                    <a:pt x="411508" y="1065322"/>
                  </a:lnTo>
                  <a:lnTo>
                    <a:pt x="411486" y="1065322"/>
                  </a:lnTo>
                  <a:lnTo>
                    <a:pt x="411461" y="1065322"/>
                  </a:lnTo>
                  <a:lnTo>
                    <a:pt x="411454" y="1065322"/>
                  </a:lnTo>
                  <a:lnTo>
                    <a:pt x="411450" y="1065322"/>
                  </a:lnTo>
                  <a:lnTo>
                    <a:pt x="411445" y="1065323"/>
                  </a:lnTo>
                  <a:lnTo>
                    <a:pt x="411431" y="1065324"/>
                  </a:lnTo>
                  <a:lnTo>
                    <a:pt x="411416" y="1065326"/>
                  </a:lnTo>
                  <a:lnTo>
                    <a:pt x="411404" y="1065326"/>
                  </a:lnTo>
                  <a:lnTo>
                    <a:pt x="411389" y="1065327"/>
                  </a:lnTo>
                  <a:lnTo>
                    <a:pt x="411382" y="1065327"/>
                  </a:lnTo>
                  <a:lnTo>
                    <a:pt x="411375" y="1065327"/>
                  </a:lnTo>
                  <a:lnTo>
                    <a:pt x="411363" y="1065327"/>
                  </a:lnTo>
                  <a:lnTo>
                    <a:pt x="411347" y="1065327"/>
                  </a:lnTo>
                  <a:lnTo>
                    <a:pt x="411212" y="1065326"/>
                  </a:lnTo>
                  <a:lnTo>
                    <a:pt x="411150" y="1065328"/>
                  </a:lnTo>
                  <a:lnTo>
                    <a:pt x="411070" y="1065333"/>
                  </a:lnTo>
                  <a:lnTo>
                    <a:pt x="410987" y="1065335"/>
                  </a:lnTo>
                  <a:lnTo>
                    <a:pt x="410975" y="1065339"/>
                  </a:lnTo>
                  <a:lnTo>
                    <a:pt x="410954" y="1065353"/>
                  </a:lnTo>
                  <a:lnTo>
                    <a:pt x="410939" y="1065365"/>
                  </a:lnTo>
                  <a:lnTo>
                    <a:pt x="410917" y="1065386"/>
                  </a:lnTo>
                  <a:lnTo>
                    <a:pt x="410898" y="1065400"/>
                  </a:lnTo>
                  <a:lnTo>
                    <a:pt x="410888" y="1065406"/>
                  </a:lnTo>
                  <a:lnTo>
                    <a:pt x="410863" y="1065417"/>
                  </a:lnTo>
                  <a:lnTo>
                    <a:pt x="410808" y="1065437"/>
                  </a:lnTo>
                  <a:lnTo>
                    <a:pt x="410780" y="1065450"/>
                  </a:lnTo>
                  <a:lnTo>
                    <a:pt x="410743" y="1065467"/>
                  </a:lnTo>
                  <a:lnTo>
                    <a:pt x="410704" y="1065486"/>
                  </a:lnTo>
                  <a:lnTo>
                    <a:pt x="410670" y="1065502"/>
                  </a:lnTo>
                  <a:lnTo>
                    <a:pt x="410643" y="1065521"/>
                  </a:lnTo>
                  <a:lnTo>
                    <a:pt x="410602" y="1065546"/>
                  </a:lnTo>
                  <a:lnTo>
                    <a:pt x="410595" y="1065550"/>
                  </a:lnTo>
                  <a:lnTo>
                    <a:pt x="410588" y="1065551"/>
                  </a:lnTo>
                  <a:lnTo>
                    <a:pt x="410581" y="1065550"/>
                  </a:lnTo>
                  <a:lnTo>
                    <a:pt x="410574" y="1065548"/>
                  </a:lnTo>
                  <a:lnTo>
                    <a:pt x="410518" y="1065494"/>
                  </a:lnTo>
                  <a:lnTo>
                    <a:pt x="410474" y="1065461"/>
                  </a:lnTo>
                  <a:lnTo>
                    <a:pt x="410418" y="1065437"/>
                  </a:lnTo>
                  <a:lnTo>
                    <a:pt x="410353" y="1065410"/>
                  </a:lnTo>
                  <a:lnTo>
                    <a:pt x="410318" y="1065398"/>
                  </a:lnTo>
                  <a:lnTo>
                    <a:pt x="410302" y="1065387"/>
                  </a:lnTo>
                  <a:lnTo>
                    <a:pt x="410284" y="1065368"/>
                  </a:lnTo>
                  <a:lnTo>
                    <a:pt x="410264" y="1065344"/>
                  </a:lnTo>
                  <a:lnTo>
                    <a:pt x="410245" y="1065328"/>
                  </a:lnTo>
                  <a:lnTo>
                    <a:pt x="410223" y="1065312"/>
                  </a:lnTo>
                  <a:lnTo>
                    <a:pt x="410209" y="1065306"/>
                  </a:lnTo>
                  <a:lnTo>
                    <a:pt x="410113" y="1065268"/>
                  </a:lnTo>
                  <a:lnTo>
                    <a:pt x="410073" y="1065255"/>
                  </a:lnTo>
                  <a:lnTo>
                    <a:pt x="410037" y="1065243"/>
                  </a:lnTo>
                  <a:lnTo>
                    <a:pt x="409989" y="1065229"/>
                  </a:lnTo>
                  <a:lnTo>
                    <a:pt x="409915" y="1065210"/>
                  </a:lnTo>
                  <a:lnTo>
                    <a:pt x="409873" y="1065198"/>
                  </a:lnTo>
                  <a:lnTo>
                    <a:pt x="409834" y="1065187"/>
                  </a:lnTo>
                  <a:lnTo>
                    <a:pt x="409823" y="1065184"/>
                  </a:lnTo>
                  <a:lnTo>
                    <a:pt x="409805" y="1065178"/>
                  </a:lnTo>
                  <a:lnTo>
                    <a:pt x="409775" y="1065162"/>
                  </a:lnTo>
                  <a:lnTo>
                    <a:pt x="409759" y="1065149"/>
                  </a:lnTo>
                  <a:lnTo>
                    <a:pt x="409740" y="1065137"/>
                  </a:lnTo>
                  <a:lnTo>
                    <a:pt x="409729" y="1065136"/>
                  </a:lnTo>
                  <a:lnTo>
                    <a:pt x="409719" y="1065140"/>
                  </a:lnTo>
                  <a:lnTo>
                    <a:pt x="409631" y="1065196"/>
                  </a:lnTo>
                  <a:lnTo>
                    <a:pt x="409611" y="1065203"/>
                  </a:lnTo>
                  <a:lnTo>
                    <a:pt x="409602" y="1065202"/>
                  </a:lnTo>
                  <a:lnTo>
                    <a:pt x="409592" y="1065195"/>
                  </a:lnTo>
                  <a:lnTo>
                    <a:pt x="409512" y="1065110"/>
                  </a:lnTo>
                  <a:lnTo>
                    <a:pt x="409466" y="1065063"/>
                  </a:lnTo>
                  <a:lnTo>
                    <a:pt x="409461" y="1065051"/>
                  </a:lnTo>
                  <a:lnTo>
                    <a:pt x="409460" y="1065043"/>
                  </a:lnTo>
                  <a:lnTo>
                    <a:pt x="409465" y="1065020"/>
                  </a:lnTo>
                  <a:lnTo>
                    <a:pt x="409469" y="1065009"/>
                  </a:lnTo>
                  <a:lnTo>
                    <a:pt x="409485" y="1064981"/>
                  </a:lnTo>
                  <a:lnTo>
                    <a:pt x="409509" y="1064933"/>
                  </a:lnTo>
                  <a:lnTo>
                    <a:pt x="409522" y="1064905"/>
                  </a:lnTo>
                  <a:lnTo>
                    <a:pt x="409528" y="1064891"/>
                  </a:lnTo>
                  <a:lnTo>
                    <a:pt x="409530" y="1064876"/>
                  </a:lnTo>
                  <a:lnTo>
                    <a:pt x="409529" y="1064870"/>
                  </a:lnTo>
                  <a:lnTo>
                    <a:pt x="409525" y="1064865"/>
                  </a:lnTo>
                  <a:lnTo>
                    <a:pt x="409520" y="1064861"/>
                  </a:lnTo>
                  <a:lnTo>
                    <a:pt x="409490" y="1064839"/>
                  </a:lnTo>
                  <a:lnTo>
                    <a:pt x="409458" y="1064811"/>
                  </a:lnTo>
                  <a:lnTo>
                    <a:pt x="409451" y="1064802"/>
                  </a:lnTo>
                  <a:lnTo>
                    <a:pt x="409447" y="1064795"/>
                  </a:lnTo>
                  <a:lnTo>
                    <a:pt x="409448" y="1064790"/>
                  </a:lnTo>
                  <a:lnTo>
                    <a:pt x="409461" y="1064768"/>
                  </a:lnTo>
                  <a:lnTo>
                    <a:pt x="409508" y="1064704"/>
                  </a:lnTo>
                  <a:lnTo>
                    <a:pt x="409557" y="1064627"/>
                  </a:lnTo>
                  <a:lnTo>
                    <a:pt x="409568" y="1064604"/>
                  </a:lnTo>
                  <a:lnTo>
                    <a:pt x="409572" y="1064581"/>
                  </a:lnTo>
                  <a:lnTo>
                    <a:pt x="409568" y="1064561"/>
                  </a:lnTo>
                  <a:lnTo>
                    <a:pt x="409561" y="1064546"/>
                  </a:lnTo>
                  <a:lnTo>
                    <a:pt x="409546" y="1064531"/>
                  </a:lnTo>
                  <a:lnTo>
                    <a:pt x="409497" y="1064479"/>
                  </a:lnTo>
                  <a:lnTo>
                    <a:pt x="409472" y="1064435"/>
                  </a:lnTo>
                  <a:lnTo>
                    <a:pt x="409464" y="1064416"/>
                  </a:lnTo>
                  <a:lnTo>
                    <a:pt x="409462" y="1064402"/>
                  </a:lnTo>
                  <a:lnTo>
                    <a:pt x="409463" y="1064391"/>
                  </a:lnTo>
                  <a:lnTo>
                    <a:pt x="409468" y="1064384"/>
                  </a:lnTo>
                  <a:lnTo>
                    <a:pt x="409521" y="1064356"/>
                  </a:lnTo>
                  <a:lnTo>
                    <a:pt x="409559" y="1064335"/>
                  </a:lnTo>
                  <a:lnTo>
                    <a:pt x="409599" y="1064321"/>
                  </a:lnTo>
                  <a:lnTo>
                    <a:pt x="409630" y="1064310"/>
                  </a:lnTo>
                  <a:lnTo>
                    <a:pt x="409668" y="1064295"/>
                  </a:lnTo>
                  <a:lnTo>
                    <a:pt x="409672" y="1064292"/>
                  </a:lnTo>
                  <a:lnTo>
                    <a:pt x="409700" y="1064277"/>
                  </a:lnTo>
                  <a:lnTo>
                    <a:pt x="409711" y="1064270"/>
                  </a:lnTo>
                  <a:lnTo>
                    <a:pt x="409730" y="1064257"/>
                  </a:lnTo>
                  <a:lnTo>
                    <a:pt x="409741" y="1064243"/>
                  </a:lnTo>
                  <a:lnTo>
                    <a:pt x="409754" y="1064223"/>
                  </a:lnTo>
                  <a:lnTo>
                    <a:pt x="409756" y="1064213"/>
                  </a:lnTo>
                  <a:lnTo>
                    <a:pt x="409746" y="1064188"/>
                  </a:lnTo>
                  <a:lnTo>
                    <a:pt x="409742" y="1064168"/>
                  </a:lnTo>
                  <a:lnTo>
                    <a:pt x="409744" y="1064160"/>
                  </a:lnTo>
                  <a:lnTo>
                    <a:pt x="409764" y="1064129"/>
                  </a:lnTo>
                  <a:lnTo>
                    <a:pt x="409776" y="1064109"/>
                  </a:lnTo>
                  <a:lnTo>
                    <a:pt x="409790" y="1064086"/>
                  </a:lnTo>
                  <a:lnTo>
                    <a:pt x="409803" y="1064067"/>
                  </a:lnTo>
                  <a:lnTo>
                    <a:pt x="409810" y="1064052"/>
                  </a:lnTo>
                  <a:lnTo>
                    <a:pt x="409827" y="1064020"/>
                  </a:lnTo>
                  <a:lnTo>
                    <a:pt x="409835" y="1064000"/>
                  </a:lnTo>
                  <a:lnTo>
                    <a:pt x="409837" y="1063984"/>
                  </a:lnTo>
                  <a:lnTo>
                    <a:pt x="409838" y="1063968"/>
                  </a:lnTo>
                  <a:lnTo>
                    <a:pt x="409837" y="1063952"/>
                  </a:lnTo>
                  <a:lnTo>
                    <a:pt x="409832" y="1063937"/>
                  </a:lnTo>
                  <a:lnTo>
                    <a:pt x="409802" y="1063899"/>
                  </a:lnTo>
                  <a:lnTo>
                    <a:pt x="409790" y="1063890"/>
                  </a:lnTo>
                  <a:lnTo>
                    <a:pt x="409782" y="1063887"/>
                  </a:lnTo>
                  <a:lnTo>
                    <a:pt x="409772" y="1063884"/>
                  </a:lnTo>
                  <a:lnTo>
                    <a:pt x="409766" y="1063882"/>
                  </a:lnTo>
                  <a:lnTo>
                    <a:pt x="409758" y="1063880"/>
                  </a:lnTo>
                  <a:lnTo>
                    <a:pt x="409748" y="1063877"/>
                  </a:lnTo>
                  <a:lnTo>
                    <a:pt x="409741" y="1063873"/>
                  </a:lnTo>
                  <a:lnTo>
                    <a:pt x="409728" y="1063866"/>
                  </a:lnTo>
                  <a:lnTo>
                    <a:pt x="409671" y="1063824"/>
                  </a:lnTo>
                  <a:lnTo>
                    <a:pt x="409665" y="1063817"/>
                  </a:lnTo>
                  <a:lnTo>
                    <a:pt x="409661" y="1063812"/>
                  </a:lnTo>
                  <a:lnTo>
                    <a:pt x="409658" y="1063806"/>
                  </a:lnTo>
                  <a:lnTo>
                    <a:pt x="409656" y="1063798"/>
                  </a:lnTo>
                  <a:lnTo>
                    <a:pt x="409653" y="1063790"/>
                  </a:lnTo>
                  <a:lnTo>
                    <a:pt x="409651" y="1063778"/>
                  </a:lnTo>
                  <a:lnTo>
                    <a:pt x="409651" y="1063770"/>
                  </a:lnTo>
                  <a:lnTo>
                    <a:pt x="409651" y="1063749"/>
                  </a:lnTo>
                  <a:lnTo>
                    <a:pt x="409652" y="1063744"/>
                  </a:lnTo>
                  <a:lnTo>
                    <a:pt x="409653" y="1063738"/>
                  </a:lnTo>
                  <a:lnTo>
                    <a:pt x="409661" y="1063716"/>
                  </a:lnTo>
                  <a:lnTo>
                    <a:pt x="409666" y="1063708"/>
                  </a:lnTo>
                  <a:lnTo>
                    <a:pt x="409677" y="1063699"/>
                  </a:lnTo>
                  <a:lnTo>
                    <a:pt x="409685" y="1063695"/>
                  </a:lnTo>
                  <a:lnTo>
                    <a:pt x="409705" y="1063687"/>
                  </a:lnTo>
                  <a:lnTo>
                    <a:pt x="409717" y="1063681"/>
                  </a:lnTo>
                  <a:lnTo>
                    <a:pt x="409723" y="1063678"/>
                  </a:lnTo>
                  <a:lnTo>
                    <a:pt x="409728" y="1063675"/>
                  </a:lnTo>
                  <a:lnTo>
                    <a:pt x="409737" y="1063668"/>
                  </a:lnTo>
                  <a:lnTo>
                    <a:pt x="409741" y="1063666"/>
                  </a:lnTo>
                  <a:lnTo>
                    <a:pt x="409751" y="1063662"/>
                  </a:lnTo>
                  <a:lnTo>
                    <a:pt x="409754" y="1063660"/>
                  </a:lnTo>
                  <a:lnTo>
                    <a:pt x="409758" y="1063657"/>
                  </a:lnTo>
                  <a:lnTo>
                    <a:pt x="409764" y="1063652"/>
                  </a:lnTo>
                  <a:lnTo>
                    <a:pt x="409767" y="1063649"/>
                  </a:lnTo>
                  <a:lnTo>
                    <a:pt x="409773" y="1063643"/>
                  </a:lnTo>
                  <a:lnTo>
                    <a:pt x="409778" y="1063633"/>
                  </a:lnTo>
                  <a:lnTo>
                    <a:pt x="409767" y="1063635"/>
                  </a:lnTo>
                  <a:lnTo>
                    <a:pt x="409755" y="1063641"/>
                  </a:lnTo>
                  <a:lnTo>
                    <a:pt x="409740" y="1063646"/>
                  </a:lnTo>
                  <a:lnTo>
                    <a:pt x="409718" y="1063650"/>
                  </a:lnTo>
                  <a:lnTo>
                    <a:pt x="409702" y="1063653"/>
                  </a:lnTo>
                  <a:lnTo>
                    <a:pt x="409678" y="1063655"/>
                  </a:lnTo>
                  <a:lnTo>
                    <a:pt x="409648" y="1063654"/>
                  </a:lnTo>
                  <a:lnTo>
                    <a:pt x="409627" y="1063651"/>
                  </a:lnTo>
                  <a:lnTo>
                    <a:pt x="409619" y="1063648"/>
                  </a:lnTo>
                  <a:lnTo>
                    <a:pt x="409608" y="1063645"/>
                  </a:lnTo>
                  <a:lnTo>
                    <a:pt x="409600" y="1063643"/>
                  </a:lnTo>
                  <a:lnTo>
                    <a:pt x="409594" y="1063641"/>
                  </a:lnTo>
                  <a:lnTo>
                    <a:pt x="409558" y="1063628"/>
                  </a:lnTo>
                  <a:lnTo>
                    <a:pt x="409554" y="1063626"/>
                  </a:lnTo>
                  <a:lnTo>
                    <a:pt x="409545" y="1063621"/>
                  </a:lnTo>
                  <a:lnTo>
                    <a:pt x="409534" y="1063614"/>
                  </a:lnTo>
                  <a:lnTo>
                    <a:pt x="409507" y="1063589"/>
                  </a:lnTo>
                  <a:lnTo>
                    <a:pt x="409492" y="1063574"/>
                  </a:lnTo>
                  <a:lnTo>
                    <a:pt x="409478" y="1063559"/>
                  </a:lnTo>
                  <a:lnTo>
                    <a:pt x="409472" y="1063553"/>
                  </a:lnTo>
                  <a:lnTo>
                    <a:pt x="409453" y="1063536"/>
                  </a:lnTo>
                  <a:lnTo>
                    <a:pt x="409435" y="1063518"/>
                  </a:lnTo>
                  <a:lnTo>
                    <a:pt x="409430" y="1063513"/>
                  </a:lnTo>
                  <a:lnTo>
                    <a:pt x="409411" y="1063498"/>
                  </a:lnTo>
                  <a:lnTo>
                    <a:pt x="409394" y="1063479"/>
                  </a:lnTo>
                  <a:lnTo>
                    <a:pt x="409388" y="1063473"/>
                  </a:lnTo>
                  <a:lnTo>
                    <a:pt x="409385" y="1063469"/>
                  </a:lnTo>
                  <a:lnTo>
                    <a:pt x="409379" y="1063464"/>
                  </a:lnTo>
                  <a:lnTo>
                    <a:pt x="409374" y="1063459"/>
                  </a:lnTo>
                  <a:lnTo>
                    <a:pt x="409371" y="1063455"/>
                  </a:lnTo>
                  <a:lnTo>
                    <a:pt x="409365" y="1063451"/>
                  </a:lnTo>
                  <a:lnTo>
                    <a:pt x="409319" y="1063428"/>
                  </a:lnTo>
                  <a:lnTo>
                    <a:pt x="409270" y="1063410"/>
                  </a:lnTo>
                  <a:lnTo>
                    <a:pt x="409240" y="1063398"/>
                  </a:lnTo>
                  <a:lnTo>
                    <a:pt x="409199" y="1063383"/>
                  </a:lnTo>
                  <a:lnTo>
                    <a:pt x="409169" y="1063374"/>
                  </a:lnTo>
                  <a:lnTo>
                    <a:pt x="409145" y="1063368"/>
                  </a:lnTo>
                  <a:lnTo>
                    <a:pt x="409119" y="1063360"/>
                  </a:lnTo>
                  <a:lnTo>
                    <a:pt x="409106" y="1063356"/>
                  </a:lnTo>
                  <a:lnTo>
                    <a:pt x="409098" y="1063353"/>
                  </a:lnTo>
                  <a:lnTo>
                    <a:pt x="409091" y="1063350"/>
                  </a:lnTo>
                  <a:lnTo>
                    <a:pt x="409084" y="1063347"/>
                  </a:lnTo>
                  <a:lnTo>
                    <a:pt x="409077" y="1063343"/>
                  </a:lnTo>
                  <a:lnTo>
                    <a:pt x="409073" y="1063337"/>
                  </a:lnTo>
                  <a:lnTo>
                    <a:pt x="409036" y="1063259"/>
                  </a:lnTo>
                  <a:lnTo>
                    <a:pt x="409012" y="1063212"/>
                  </a:lnTo>
                  <a:lnTo>
                    <a:pt x="409006" y="1063206"/>
                  </a:lnTo>
                  <a:lnTo>
                    <a:pt x="408998" y="1063198"/>
                  </a:lnTo>
                  <a:lnTo>
                    <a:pt x="408994" y="1063195"/>
                  </a:lnTo>
                  <a:lnTo>
                    <a:pt x="408987" y="1063191"/>
                  </a:lnTo>
                  <a:lnTo>
                    <a:pt x="408965" y="1063180"/>
                  </a:lnTo>
                  <a:lnTo>
                    <a:pt x="408952" y="1063172"/>
                  </a:lnTo>
                  <a:lnTo>
                    <a:pt x="408946" y="1063169"/>
                  </a:lnTo>
                  <a:lnTo>
                    <a:pt x="408913" y="1063152"/>
                  </a:lnTo>
                  <a:lnTo>
                    <a:pt x="408847" y="1063124"/>
                  </a:lnTo>
                  <a:lnTo>
                    <a:pt x="408833" y="1063117"/>
                  </a:lnTo>
                  <a:lnTo>
                    <a:pt x="408829" y="1063115"/>
                  </a:lnTo>
                  <a:lnTo>
                    <a:pt x="408823" y="1063112"/>
                  </a:lnTo>
                  <a:lnTo>
                    <a:pt x="408808" y="1063101"/>
                  </a:lnTo>
                  <a:lnTo>
                    <a:pt x="408795" y="1063093"/>
                  </a:lnTo>
                  <a:lnTo>
                    <a:pt x="408784" y="1063087"/>
                  </a:lnTo>
                  <a:lnTo>
                    <a:pt x="408770" y="1063082"/>
                  </a:lnTo>
                  <a:lnTo>
                    <a:pt x="408747" y="1063076"/>
                  </a:lnTo>
                  <a:lnTo>
                    <a:pt x="408720" y="1063070"/>
                  </a:lnTo>
                  <a:lnTo>
                    <a:pt x="408713" y="1063068"/>
                  </a:lnTo>
                  <a:lnTo>
                    <a:pt x="408708" y="1063066"/>
                  </a:lnTo>
                  <a:lnTo>
                    <a:pt x="408698" y="1063062"/>
                  </a:lnTo>
                  <a:lnTo>
                    <a:pt x="408668" y="1063051"/>
                  </a:lnTo>
                  <a:lnTo>
                    <a:pt x="408659" y="1063047"/>
                  </a:lnTo>
                  <a:lnTo>
                    <a:pt x="408648" y="1063041"/>
                  </a:lnTo>
                  <a:lnTo>
                    <a:pt x="408639" y="1063036"/>
                  </a:lnTo>
                  <a:lnTo>
                    <a:pt x="408621" y="1063029"/>
                  </a:lnTo>
                  <a:lnTo>
                    <a:pt x="408597" y="1063024"/>
                  </a:lnTo>
                  <a:lnTo>
                    <a:pt x="408564" y="1063017"/>
                  </a:lnTo>
                  <a:lnTo>
                    <a:pt x="408533" y="1063009"/>
                  </a:lnTo>
                  <a:lnTo>
                    <a:pt x="408506" y="1063004"/>
                  </a:lnTo>
                  <a:lnTo>
                    <a:pt x="408487" y="1063006"/>
                  </a:lnTo>
                  <a:lnTo>
                    <a:pt x="408453" y="1063010"/>
                  </a:lnTo>
                  <a:lnTo>
                    <a:pt x="408435" y="1063012"/>
                  </a:lnTo>
                  <a:lnTo>
                    <a:pt x="408420" y="1063015"/>
                  </a:lnTo>
                  <a:lnTo>
                    <a:pt x="408413" y="1063018"/>
                  </a:lnTo>
                  <a:lnTo>
                    <a:pt x="408405" y="1063023"/>
                  </a:lnTo>
                  <a:lnTo>
                    <a:pt x="408400" y="1063027"/>
                  </a:lnTo>
                  <a:lnTo>
                    <a:pt x="408396" y="1063031"/>
                  </a:lnTo>
                  <a:lnTo>
                    <a:pt x="408391" y="1063039"/>
                  </a:lnTo>
                  <a:lnTo>
                    <a:pt x="408389" y="1063042"/>
                  </a:lnTo>
                  <a:lnTo>
                    <a:pt x="408384" y="1063052"/>
                  </a:lnTo>
                  <a:lnTo>
                    <a:pt x="408377" y="1063066"/>
                  </a:lnTo>
                  <a:lnTo>
                    <a:pt x="408374" y="1063070"/>
                  </a:lnTo>
                  <a:lnTo>
                    <a:pt x="408370" y="1063073"/>
                  </a:lnTo>
                  <a:lnTo>
                    <a:pt x="408364" y="1063076"/>
                  </a:lnTo>
                  <a:lnTo>
                    <a:pt x="408355" y="1063083"/>
                  </a:lnTo>
                  <a:lnTo>
                    <a:pt x="408348" y="1063087"/>
                  </a:lnTo>
                  <a:lnTo>
                    <a:pt x="408343" y="1063092"/>
                  </a:lnTo>
                  <a:lnTo>
                    <a:pt x="408339" y="1063096"/>
                  </a:lnTo>
                  <a:lnTo>
                    <a:pt x="408334" y="1063105"/>
                  </a:lnTo>
                  <a:lnTo>
                    <a:pt x="408330" y="1063110"/>
                  </a:lnTo>
                  <a:lnTo>
                    <a:pt x="408325" y="1063118"/>
                  </a:lnTo>
                  <a:lnTo>
                    <a:pt x="408320" y="1063127"/>
                  </a:lnTo>
                  <a:lnTo>
                    <a:pt x="408317" y="1063132"/>
                  </a:lnTo>
                  <a:lnTo>
                    <a:pt x="408310" y="1063144"/>
                  </a:lnTo>
                  <a:lnTo>
                    <a:pt x="408303" y="1063156"/>
                  </a:lnTo>
                  <a:lnTo>
                    <a:pt x="408297" y="1063164"/>
                  </a:lnTo>
                  <a:lnTo>
                    <a:pt x="408294" y="1063171"/>
                  </a:lnTo>
                  <a:lnTo>
                    <a:pt x="408289" y="1063181"/>
                  </a:lnTo>
                  <a:lnTo>
                    <a:pt x="408281" y="1063202"/>
                  </a:lnTo>
                  <a:lnTo>
                    <a:pt x="408280" y="1063206"/>
                  </a:lnTo>
                  <a:lnTo>
                    <a:pt x="408278" y="1063211"/>
                  </a:lnTo>
                  <a:lnTo>
                    <a:pt x="408276" y="1063217"/>
                  </a:lnTo>
                  <a:lnTo>
                    <a:pt x="408272" y="1063224"/>
                  </a:lnTo>
                  <a:lnTo>
                    <a:pt x="408269" y="1063228"/>
                  </a:lnTo>
                  <a:lnTo>
                    <a:pt x="408266" y="1063232"/>
                  </a:lnTo>
                  <a:lnTo>
                    <a:pt x="408257" y="1063243"/>
                  </a:lnTo>
                  <a:lnTo>
                    <a:pt x="408245" y="1063257"/>
                  </a:lnTo>
                  <a:lnTo>
                    <a:pt x="408239" y="1063264"/>
                  </a:lnTo>
                  <a:lnTo>
                    <a:pt x="408227" y="1063276"/>
                  </a:lnTo>
                  <a:lnTo>
                    <a:pt x="408211" y="1063285"/>
                  </a:lnTo>
                  <a:lnTo>
                    <a:pt x="408182" y="1063298"/>
                  </a:lnTo>
                  <a:lnTo>
                    <a:pt x="408130" y="1063321"/>
                  </a:lnTo>
                  <a:lnTo>
                    <a:pt x="408093" y="1063339"/>
                  </a:lnTo>
                  <a:lnTo>
                    <a:pt x="408053" y="1063358"/>
                  </a:lnTo>
                  <a:lnTo>
                    <a:pt x="408040" y="1063363"/>
                  </a:lnTo>
                  <a:lnTo>
                    <a:pt x="408027" y="1063366"/>
                  </a:lnTo>
                  <a:lnTo>
                    <a:pt x="408018" y="1063368"/>
                  </a:lnTo>
                  <a:lnTo>
                    <a:pt x="408013" y="1063369"/>
                  </a:lnTo>
                  <a:lnTo>
                    <a:pt x="408008" y="1063370"/>
                  </a:lnTo>
                  <a:lnTo>
                    <a:pt x="407998" y="1063373"/>
                  </a:lnTo>
                  <a:lnTo>
                    <a:pt x="407979" y="1063380"/>
                  </a:lnTo>
                  <a:lnTo>
                    <a:pt x="407963" y="1063386"/>
                  </a:lnTo>
                  <a:lnTo>
                    <a:pt x="407956" y="1063388"/>
                  </a:lnTo>
                  <a:lnTo>
                    <a:pt x="407897" y="1063406"/>
                  </a:lnTo>
                  <a:lnTo>
                    <a:pt x="407836" y="1063425"/>
                  </a:lnTo>
                  <a:lnTo>
                    <a:pt x="407823" y="1063427"/>
                  </a:lnTo>
                  <a:lnTo>
                    <a:pt x="407815" y="1063426"/>
                  </a:lnTo>
                  <a:lnTo>
                    <a:pt x="407802" y="1063420"/>
                  </a:lnTo>
                  <a:lnTo>
                    <a:pt x="407766" y="1063399"/>
                  </a:lnTo>
                  <a:lnTo>
                    <a:pt x="407750" y="1063387"/>
                  </a:lnTo>
                  <a:lnTo>
                    <a:pt x="407733" y="1063370"/>
                  </a:lnTo>
                  <a:lnTo>
                    <a:pt x="407722" y="1063356"/>
                  </a:lnTo>
                  <a:lnTo>
                    <a:pt x="407712" y="1063338"/>
                  </a:lnTo>
                  <a:lnTo>
                    <a:pt x="407709" y="1063332"/>
                  </a:lnTo>
                  <a:lnTo>
                    <a:pt x="407706" y="1063328"/>
                  </a:lnTo>
                  <a:lnTo>
                    <a:pt x="407699" y="1063318"/>
                  </a:lnTo>
                  <a:lnTo>
                    <a:pt x="407696" y="1063315"/>
                  </a:lnTo>
                  <a:lnTo>
                    <a:pt x="407692" y="1063310"/>
                  </a:lnTo>
                  <a:lnTo>
                    <a:pt x="407688" y="1063307"/>
                  </a:lnTo>
                  <a:lnTo>
                    <a:pt x="407669" y="1063292"/>
                  </a:lnTo>
                  <a:lnTo>
                    <a:pt x="407657" y="1063280"/>
                  </a:lnTo>
                  <a:lnTo>
                    <a:pt x="407649" y="1063272"/>
                  </a:lnTo>
                  <a:lnTo>
                    <a:pt x="407641" y="1063264"/>
                  </a:lnTo>
                  <a:lnTo>
                    <a:pt x="407624" y="1063249"/>
                  </a:lnTo>
                  <a:lnTo>
                    <a:pt x="407592" y="1063230"/>
                  </a:lnTo>
                  <a:lnTo>
                    <a:pt x="407572" y="1063220"/>
                  </a:lnTo>
                  <a:lnTo>
                    <a:pt x="407558" y="1063213"/>
                  </a:lnTo>
                  <a:lnTo>
                    <a:pt x="407543" y="1063206"/>
                  </a:lnTo>
                  <a:lnTo>
                    <a:pt x="407515" y="1063197"/>
                  </a:lnTo>
                  <a:lnTo>
                    <a:pt x="407498" y="1063196"/>
                  </a:lnTo>
                  <a:lnTo>
                    <a:pt x="407483" y="1063199"/>
                  </a:lnTo>
                  <a:lnTo>
                    <a:pt x="407464" y="1063203"/>
                  </a:lnTo>
                  <a:lnTo>
                    <a:pt x="407453" y="1063206"/>
                  </a:lnTo>
                  <a:lnTo>
                    <a:pt x="407442" y="1063207"/>
                  </a:lnTo>
                  <a:lnTo>
                    <a:pt x="407427" y="1063209"/>
                  </a:lnTo>
                  <a:lnTo>
                    <a:pt x="407418" y="1063209"/>
                  </a:lnTo>
                  <a:lnTo>
                    <a:pt x="407406" y="1063207"/>
                  </a:lnTo>
                  <a:lnTo>
                    <a:pt x="407388" y="1063205"/>
                  </a:lnTo>
                  <a:lnTo>
                    <a:pt x="407369" y="1063203"/>
                  </a:lnTo>
                  <a:lnTo>
                    <a:pt x="407365" y="1063202"/>
                  </a:lnTo>
                  <a:lnTo>
                    <a:pt x="407336" y="1063200"/>
                  </a:lnTo>
                  <a:lnTo>
                    <a:pt x="407326" y="1063195"/>
                  </a:lnTo>
                  <a:lnTo>
                    <a:pt x="407318" y="1063187"/>
                  </a:lnTo>
                  <a:lnTo>
                    <a:pt x="407302" y="1063167"/>
                  </a:lnTo>
                  <a:lnTo>
                    <a:pt x="407296" y="1063159"/>
                  </a:lnTo>
                  <a:lnTo>
                    <a:pt x="407293" y="1063152"/>
                  </a:lnTo>
                  <a:lnTo>
                    <a:pt x="407272" y="1063114"/>
                  </a:lnTo>
                  <a:lnTo>
                    <a:pt x="407252" y="1063082"/>
                  </a:lnTo>
                  <a:lnTo>
                    <a:pt x="407243" y="1063068"/>
                  </a:lnTo>
                  <a:lnTo>
                    <a:pt x="407229" y="1063056"/>
                  </a:lnTo>
                  <a:lnTo>
                    <a:pt x="407207" y="1063040"/>
                  </a:lnTo>
                  <a:lnTo>
                    <a:pt x="407202" y="1063037"/>
                  </a:lnTo>
                  <a:lnTo>
                    <a:pt x="407195" y="1063031"/>
                  </a:lnTo>
                  <a:lnTo>
                    <a:pt x="407180" y="1063018"/>
                  </a:lnTo>
                  <a:lnTo>
                    <a:pt x="407169" y="1063009"/>
                  </a:lnTo>
                  <a:lnTo>
                    <a:pt x="407166" y="1063006"/>
                  </a:lnTo>
                  <a:lnTo>
                    <a:pt x="407165" y="1063001"/>
                  </a:lnTo>
                  <a:lnTo>
                    <a:pt x="407165" y="1062997"/>
                  </a:lnTo>
                  <a:lnTo>
                    <a:pt x="407167" y="1062988"/>
                  </a:lnTo>
                  <a:lnTo>
                    <a:pt x="407171" y="1062958"/>
                  </a:lnTo>
                  <a:lnTo>
                    <a:pt x="407172" y="1062946"/>
                  </a:lnTo>
                  <a:lnTo>
                    <a:pt x="407176" y="1062927"/>
                  </a:lnTo>
                  <a:lnTo>
                    <a:pt x="407178" y="1062912"/>
                  </a:lnTo>
                  <a:lnTo>
                    <a:pt x="407180" y="1062906"/>
                  </a:lnTo>
                  <a:lnTo>
                    <a:pt x="407185" y="1062885"/>
                  </a:lnTo>
                  <a:lnTo>
                    <a:pt x="407185" y="1062875"/>
                  </a:lnTo>
                  <a:lnTo>
                    <a:pt x="407184" y="1062867"/>
                  </a:lnTo>
                  <a:lnTo>
                    <a:pt x="407173" y="1062861"/>
                  </a:lnTo>
                  <a:lnTo>
                    <a:pt x="407149" y="1062855"/>
                  </a:lnTo>
                  <a:lnTo>
                    <a:pt x="407140" y="1062853"/>
                  </a:lnTo>
                  <a:lnTo>
                    <a:pt x="407122" y="1062847"/>
                  </a:lnTo>
                  <a:lnTo>
                    <a:pt x="407080" y="1062832"/>
                  </a:lnTo>
                  <a:lnTo>
                    <a:pt x="407049" y="1062824"/>
                  </a:lnTo>
                  <a:lnTo>
                    <a:pt x="407013" y="1062814"/>
                  </a:lnTo>
                  <a:lnTo>
                    <a:pt x="407000" y="1062809"/>
                  </a:lnTo>
                  <a:lnTo>
                    <a:pt x="406986" y="1062803"/>
                  </a:lnTo>
                  <a:lnTo>
                    <a:pt x="406963" y="1062788"/>
                  </a:lnTo>
                  <a:lnTo>
                    <a:pt x="406927" y="1062767"/>
                  </a:lnTo>
                  <a:lnTo>
                    <a:pt x="406914" y="1062760"/>
                  </a:lnTo>
                  <a:lnTo>
                    <a:pt x="406906" y="1062755"/>
                  </a:lnTo>
                  <a:lnTo>
                    <a:pt x="406895" y="1062748"/>
                  </a:lnTo>
                  <a:lnTo>
                    <a:pt x="406884" y="1062742"/>
                  </a:lnTo>
                  <a:lnTo>
                    <a:pt x="406878" y="1062739"/>
                  </a:lnTo>
                  <a:lnTo>
                    <a:pt x="406850" y="1062727"/>
                  </a:lnTo>
                  <a:lnTo>
                    <a:pt x="406816" y="1062716"/>
                  </a:lnTo>
                  <a:lnTo>
                    <a:pt x="406810" y="1062715"/>
                  </a:lnTo>
                  <a:lnTo>
                    <a:pt x="406803" y="1062715"/>
                  </a:lnTo>
                  <a:lnTo>
                    <a:pt x="406794" y="1062716"/>
                  </a:lnTo>
                  <a:lnTo>
                    <a:pt x="406787" y="1062717"/>
                  </a:lnTo>
                  <a:lnTo>
                    <a:pt x="406775" y="1062722"/>
                  </a:lnTo>
                  <a:lnTo>
                    <a:pt x="406768" y="1062726"/>
                  </a:lnTo>
                  <a:lnTo>
                    <a:pt x="406765" y="1062730"/>
                  </a:lnTo>
                  <a:lnTo>
                    <a:pt x="406721" y="1062768"/>
                  </a:lnTo>
                  <a:lnTo>
                    <a:pt x="406665" y="1062817"/>
                  </a:lnTo>
                  <a:lnTo>
                    <a:pt x="406648" y="1062830"/>
                  </a:lnTo>
                  <a:lnTo>
                    <a:pt x="406643" y="1062833"/>
                  </a:lnTo>
                  <a:lnTo>
                    <a:pt x="406629" y="1062843"/>
                  </a:lnTo>
                  <a:lnTo>
                    <a:pt x="406622" y="1062848"/>
                  </a:lnTo>
                  <a:lnTo>
                    <a:pt x="406607" y="1062857"/>
                  </a:lnTo>
                  <a:lnTo>
                    <a:pt x="406596" y="1062864"/>
                  </a:lnTo>
                  <a:lnTo>
                    <a:pt x="406577" y="1062876"/>
                  </a:lnTo>
                  <a:lnTo>
                    <a:pt x="406558" y="1062888"/>
                  </a:lnTo>
                  <a:lnTo>
                    <a:pt x="406548" y="1062894"/>
                  </a:lnTo>
                  <a:lnTo>
                    <a:pt x="406542" y="1062898"/>
                  </a:lnTo>
                  <a:lnTo>
                    <a:pt x="406522" y="1062910"/>
                  </a:lnTo>
                  <a:lnTo>
                    <a:pt x="406514" y="1062915"/>
                  </a:lnTo>
                  <a:lnTo>
                    <a:pt x="406495" y="1062927"/>
                  </a:lnTo>
                  <a:lnTo>
                    <a:pt x="406482" y="1062935"/>
                  </a:lnTo>
                  <a:lnTo>
                    <a:pt x="406468" y="1062945"/>
                  </a:lnTo>
                  <a:lnTo>
                    <a:pt x="406454" y="1062954"/>
                  </a:lnTo>
                  <a:lnTo>
                    <a:pt x="406439" y="1062963"/>
                  </a:lnTo>
                  <a:lnTo>
                    <a:pt x="406417" y="1062978"/>
                  </a:lnTo>
                  <a:lnTo>
                    <a:pt x="406401" y="1062989"/>
                  </a:lnTo>
                  <a:lnTo>
                    <a:pt x="406385" y="1063003"/>
                  </a:lnTo>
                  <a:lnTo>
                    <a:pt x="406361" y="1063029"/>
                  </a:lnTo>
                  <a:lnTo>
                    <a:pt x="406348" y="1063045"/>
                  </a:lnTo>
                  <a:lnTo>
                    <a:pt x="406345" y="1063049"/>
                  </a:lnTo>
                  <a:lnTo>
                    <a:pt x="406334" y="1063063"/>
                  </a:lnTo>
                  <a:lnTo>
                    <a:pt x="406316" y="1063085"/>
                  </a:lnTo>
                  <a:lnTo>
                    <a:pt x="406312" y="1063090"/>
                  </a:lnTo>
                  <a:lnTo>
                    <a:pt x="406307" y="1063097"/>
                  </a:lnTo>
                  <a:lnTo>
                    <a:pt x="406296" y="1063111"/>
                  </a:lnTo>
                  <a:lnTo>
                    <a:pt x="406278" y="1063136"/>
                  </a:lnTo>
                  <a:lnTo>
                    <a:pt x="406265" y="1063155"/>
                  </a:lnTo>
                  <a:lnTo>
                    <a:pt x="406254" y="1063179"/>
                  </a:lnTo>
                  <a:lnTo>
                    <a:pt x="406245" y="1063199"/>
                  </a:lnTo>
                  <a:lnTo>
                    <a:pt x="406238" y="1063217"/>
                  </a:lnTo>
                  <a:lnTo>
                    <a:pt x="406234" y="1063226"/>
                  </a:lnTo>
                  <a:lnTo>
                    <a:pt x="406219" y="1063261"/>
                  </a:lnTo>
                  <a:lnTo>
                    <a:pt x="406211" y="1063280"/>
                  </a:lnTo>
                  <a:lnTo>
                    <a:pt x="406197" y="1063312"/>
                  </a:lnTo>
                  <a:lnTo>
                    <a:pt x="406186" y="1063342"/>
                  </a:lnTo>
                  <a:lnTo>
                    <a:pt x="406182" y="1063354"/>
                  </a:lnTo>
                  <a:lnTo>
                    <a:pt x="406177" y="1063373"/>
                  </a:lnTo>
                  <a:lnTo>
                    <a:pt x="406170" y="1063392"/>
                  </a:lnTo>
                  <a:lnTo>
                    <a:pt x="406167" y="1063397"/>
                  </a:lnTo>
                  <a:lnTo>
                    <a:pt x="406161" y="1063403"/>
                  </a:lnTo>
                  <a:lnTo>
                    <a:pt x="406157" y="1063405"/>
                  </a:lnTo>
                  <a:lnTo>
                    <a:pt x="406153" y="1063402"/>
                  </a:lnTo>
                  <a:lnTo>
                    <a:pt x="406150" y="1063399"/>
                  </a:lnTo>
                  <a:lnTo>
                    <a:pt x="406146" y="1063396"/>
                  </a:lnTo>
                  <a:lnTo>
                    <a:pt x="406137" y="1063381"/>
                  </a:lnTo>
                  <a:lnTo>
                    <a:pt x="406124" y="1063357"/>
                  </a:lnTo>
                  <a:lnTo>
                    <a:pt x="406120" y="1063349"/>
                  </a:lnTo>
                  <a:lnTo>
                    <a:pt x="406118" y="1063343"/>
                  </a:lnTo>
                  <a:lnTo>
                    <a:pt x="406113" y="1063333"/>
                  </a:lnTo>
                  <a:lnTo>
                    <a:pt x="406102" y="1063317"/>
                  </a:lnTo>
                  <a:lnTo>
                    <a:pt x="406090" y="1063302"/>
                  </a:lnTo>
                  <a:lnTo>
                    <a:pt x="406063" y="1063282"/>
                  </a:lnTo>
                  <a:lnTo>
                    <a:pt x="406050" y="1063274"/>
                  </a:lnTo>
                  <a:lnTo>
                    <a:pt x="406039" y="1063267"/>
                  </a:lnTo>
                  <a:lnTo>
                    <a:pt x="406023" y="1063263"/>
                  </a:lnTo>
                  <a:lnTo>
                    <a:pt x="405993" y="1063250"/>
                  </a:lnTo>
                  <a:lnTo>
                    <a:pt x="405958" y="1063241"/>
                  </a:lnTo>
                  <a:lnTo>
                    <a:pt x="405929" y="1063238"/>
                  </a:lnTo>
                  <a:lnTo>
                    <a:pt x="405844" y="1063240"/>
                  </a:lnTo>
                  <a:lnTo>
                    <a:pt x="405806" y="1063246"/>
                  </a:lnTo>
                  <a:lnTo>
                    <a:pt x="405797" y="1063248"/>
                  </a:lnTo>
                  <a:lnTo>
                    <a:pt x="405785" y="1063248"/>
                  </a:lnTo>
                  <a:lnTo>
                    <a:pt x="405777" y="1063248"/>
                  </a:lnTo>
                  <a:lnTo>
                    <a:pt x="405769" y="1063249"/>
                  </a:lnTo>
                  <a:lnTo>
                    <a:pt x="405762" y="1063250"/>
                  </a:lnTo>
                  <a:lnTo>
                    <a:pt x="405735" y="1063254"/>
                  </a:lnTo>
                  <a:lnTo>
                    <a:pt x="405725" y="1063252"/>
                  </a:lnTo>
                  <a:lnTo>
                    <a:pt x="405720" y="1063246"/>
                  </a:lnTo>
                  <a:lnTo>
                    <a:pt x="405710" y="1063227"/>
                  </a:lnTo>
                  <a:lnTo>
                    <a:pt x="405708" y="1063222"/>
                  </a:lnTo>
                  <a:lnTo>
                    <a:pt x="405687" y="1063177"/>
                  </a:lnTo>
                  <a:lnTo>
                    <a:pt x="405665" y="1063150"/>
                  </a:lnTo>
                  <a:lnTo>
                    <a:pt x="405660" y="1063145"/>
                  </a:lnTo>
                  <a:lnTo>
                    <a:pt x="405632" y="1063113"/>
                  </a:lnTo>
                  <a:lnTo>
                    <a:pt x="405616" y="1063095"/>
                  </a:lnTo>
                  <a:lnTo>
                    <a:pt x="405593" y="1063070"/>
                  </a:lnTo>
                  <a:lnTo>
                    <a:pt x="405576" y="1063062"/>
                  </a:lnTo>
                  <a:lnTo>
                    <a:pt x="405521" y="1063044"/>
                  </a:lnTo>
                  <a:lnTo>
                    <a:pt x="405471" y="1063024"/>
                  </a:lnTo>
                  <a:lnTo>
                    <a:pt x="405429" y="1063008"/>
                  </a:lnTo>
                  <a:lnTo>
                    <a:pt x="405389" y="1062995"/>
                  </a:lnTo>
                  <a:lnTo>
                    <a:pt x="405380" y="1062992"/>
                  </a:lnTo>
                  <a:lnTo>
                    <a:pt x="405374" y="1062989"/>
                  </a:lnTo>
                  <a:lnTo>
                    <a:pt x="405346" y="1062980"/>
                  </a:lnTo>
                  <a:lnTo>
                    <a:pt x="405300" y="1062963"/>
                  </a:lnTo>
                  <a:lnTo>
                    <a:pt x="405279" y="1062960"/>
                  </a:lnTo>
                  <a:lnTo>
                    <a:pt x="405254" y="1062959"/>
                  </a:lnTo>
                  <a:lnTo>
                    <a:pt x="405161" y="1062980"/>
                  </a:lnTo>
                  <a:lnTo>
                    <a:pt x="405133" y="1062985"/>
                  </a:lnTo>
                  <a:lnTo>
                    <a:pt x="405128" y="1062986"/>
                  </a:lnTo>
                  <a:lnTo>
                    <a:pt x="405121" y="1062987"/>
                  </a:lnTo>
                  <a:lnTo>
                    <a:pt x="405085" y="1062994"/>
                  </a:lnTo>
                  <a:lnTo>
                    <a:pt x="405074" y="1062995"/>
                  </a:lnTo>
                  <a:lnTo>
                    <a:pt x="405065" y="1062996"/>
                  </a:lnTo>
                  <a:lnTo>
                    <a:pt x="405058" y="1062995"/>
                  </a:lnTo>
                  <a:lnTo>
                    <a:pt x="405053" y="1062993"/>
                  </a:lnTo>
                  <a:lnTo>
                    <a:pt x="405040" y="1062986"/>
                  </a:lnTo>
                  <a:lnTo>
                    <a:pt x="405018" y="1062975"/>
                  </a:lnTo>
                  <a:lnTo>
                    <a:pt x="404989" y="1062962"/>
                  </a:lnTo>
                  <a:lnTo>
                    <a:pt x="404969" y="1062952"/>
                  </a:lnTo>
                  <a:lnTo>
                    <a:pt x="404942" y="1062939"/>
                  </a:lnTo>
                  <a:lnTo>
                    <a:pt x="404928" y="1062932"/>
                  </a:lnTo>
                  <a:lnTo>
                    <a:pt x="404912" y="1062925"/>
                  </a:lnTo>
                  <a:lnTo>
                    <a:pt x="404872" y="1062905"/>
                  </a:lnTo>
                  <a:lnTo>
                    <a:pt x="404865" y="1062902"/>
                  </a:lnTo>
                  <a:lnTo>
                    <a:pt x="404853" y="1062897"/>
                  </a:lnTo>
                  <a:lnTo>
                    <a:pt x="404847" y="1062895"/>
                  </a:lnTo>
                  <a:lnTo>
                    <a:pt x="404833" y="1062888"/>
                  </a:lnTo>
                  <a:lnTo>
                    <a:pt x="404806" y="1062875"/>
                  </a:lnTo>
                  <a:lnTo>
                    <a:pt x="404776" y="1062861"/>
                  </a:lnTo>
                  <a:lnTo>
                    <a:pt x="404765" y="1062855"/>
                  </a:lnTo>
                  <a:lnTo>
                    <a:pt x="404743" y="1062845"/>
                  </a:lnTo>
                  <a:lnTo>
                    <a:pt x="404735" y="1062840"/>
                  </a:lnTo>
                  <a:lnTo>
                    <a:pt x="404713" y="1062813"/>
                  </a:lnTo>
                  <a:lnTo>
                    <a:pt x="404663" y="1062767"/>
                  </a:lnTo>
                  <a:lnTo>
                    <a:pt x="404660" y="1062764"/>
                  </a:lnTo>
                  <a:lnTo>
                    <a:pt x="404655" y="1062756"/>
                  </a:lnTo>
                  <a:lnTo>
                    <a:pt x="404652" y="1062742"/>
                  </a:lnTo>
                  <a:lnTo>
                    <a:pt x="404652" y="1062737"/>
                  </a:lnTo>
                  <a:lnTo>
                    <a:pt x="404653" y="1062726"/>
                  </a:lnTo>
                  <a:lnTo>
                    <a:pt x="404654" y="1062721"/>
                  </a:lnTo>
                  <a:lnTo>
                    <a:pt x="404657" y="1062716"/>
                  </a:lnTo>
                  <a:lnTo>
                    <a:pt x="404661" y="1062711"/>
                  </a:lnTo>
                  <a:lnTo>
                    <a:pt x="404667" y="1062703"/>
                  </a:lnTo>
                  <a:lnTo>
                    <a:pt x="404675" y="1062693"/>
                  </a:lnTo>
                  <a:lnTo>
                    <a:pt x="404695" y="1062672"/>
                  </a:lnTo>
                  <a:lnTo>
                    <a:pt x="404728" y="1062633"/>
                  </a:lnTo>
                  <a:lnTo>
                    <a:pt x="404771" y="1062634"/>
                  </a:lnTo>
                  <a:lnTo>
                    <a:pt x="404821" y="1062630"/>
                  </a:lnTo>
                  <a:lnTo>
                    <a:pt x="404845" y="1062627"/>
                  </a:lnTo>
                  <a:lnTo>
                    <a:pt x="404878" y="1062622"/>
                  </a:lnTo>
                  <a:lnTo>
                    <a:pt x="404941" y="1062605"/>
                  </a:lnTo>
                  <a:lnTo>
                    <a:pt x="404972" y="1062588"/>
                  </a:lnTo>
                  <a:lnTo>
                    <a:pt x="405000" y="1062573"/>
                  </a:lnTo>
                  <a:lnTo>
                    <a:pt x="405026" y="1062556"/>
                  </a:lnTo>
                  <a:lnTo>
                    <a:pt x="405051" y="1062538"/>
                  </a:lnTo>
                  <a:lnTo>
                    <a:pt x="405064" y="1062528"/>
                  </a:lnTo>
                  <a:lnTo>
                    <a:pt x="405072" y="1062521"/>
                  </a:lnTo>
                  <a:lnTo>
                    <a:pt x="405076" y="1062516"/>
                  </a:lnTo>
                  <a:lnTo>
                    <a:pt x="405083" y="1062506"/>
                  </a:lnTo>
                  <a:lnTo>
                    <a:pt x="405087" y="1062500"/>
                  </a:lnTo>
                  <a:lnTo>
                    <a:pt x="405105" y="1062483"/>
                  </a:lnTo>
                  <a:lnTo>
                    <a:pt x="405124" y="1062461"/>
                  </a:lnTo>
                  <a:lnTo>
                    <a:pt x="405129" y="1062453"/>
                  </a:lnTo>
                  <a:lnTo>
                    <a:pt x="405133" y="1062447"/>
                  </a:lnTo>
                  <a:lnTo>
                    <a:pt x="405147" y="1062419"/>
                  </a:lnTo>
                  <a:lnTo>
                    <a:pt x="405159" y="1062386"/>
                  </a:lnTo>
                  <a:lnTo>
                    <a:pt x="405168" y="1062338"/>
                  </a:lnTo>
                  <a:lnTo>
                    <a:pt x="405168" y="1062306"/>
                  </a:lnTo>
                  <a:lnTo>
                    <a:pt x="405162" y="1062271"/>
                  </a:lnTo>
                  <a:lnTo>
                    <a:pt x="405152" y="1062239"/>
                  </a:lnTo>
                  <a:lnTo>
                    <a:pt x="405133" y="1062197"/>
                  </a:lnTo>
                  <a:lnTo>
                    <a:pt x="405129" y="1062190"/>
                  </a:lnTo>
                  <a:lnTo>
                    <a:pt x="405126" y="1062183"/>
                  </a:lnTo>
                  <a:lnTo>
                    <a:pt x="405120" y="1062173"/>
                  </a:lnTo>
                  <a:lnTo>
                    <a:pt x="405113" y="1062164"/>
                  </a:lnTo>
                  <a:lnTo>
                    <a:pt x="405102" y="1062156"/>
                  </a:lnTo>
                  <a:lnTo>
                    <a:pt x="405092" y="1062148"/>
                  </a:lnTo>
                  <a:lnTo>
                    <a:pt x="405076" y="1062135"/>
                  </a:lnTo>
                  <a:lnTo>
                    <a:pt x="405064" y="1062125"/>
                  </a:lnTo>
                  <a:lnTo>
                    <a:pt x="405053" y="1062115"/>
                  </a:lnTo>
                  <a:lnTo>
                    <a:pt x="405045" y="1062108"/>
                  </a:lnTo>
                  <a:lnTo>
                    <a:pt x="405028" y="1062096"/>
                  </a:lnTo>
                  <a:lnTo>
                    <a:pt x="405012" y="1062086"/>
                  </a:lnTo>
                  <a:lnTo>
                    <a:pt x="405003" y="1062082"/>
                  </a:lnTo>
                  <a:lnTo>
                    <a:pt x="404992" y="1062076"/>
                  </a:lnTo>
                  <a:lnTo>
                    <a:pt x="404977" y="1062068"/>
                  </a:lnTo>
                  <a:lnTo>
                    <a:pt x="404969" y="1062064"/>
                  </a:lnTo>
                  <a:lnTo>
                    <a:pt x="404945" y="1062060"/>
                  </a:lnTo>
                  <a:lnTo>
                    <a:pt x="404936" y="1062057"/>
                  </a:lnTo>
                  <a:lnTo>
                    <a:pt x="404927" y="1062049"/>
                  </a:lnTo>
                  <a:lnTo>
                    <a:pt x="404920" y="1062039"/>
                  </a:lnTo>
                  <a:lnTo>
                    <a:pt x="404914" y="1062026"/>
                  </a:lnTo>
                  <a:lnTo>
                    <a:pt x="404908" y="1062015"/>
                  </a:lnTo>
                  <a:lnTo>
                    <a:pt x="404901" y="1061996"/>
                  </a:lnTo>
                  <a:lnTo>
                    <a:pt x="404883" y="1061968"/>
                  </a:lnTo>
                  <a:lnTo>
                    <a:pt x="404847" y="1061926"/>
                  </a:lnTo>
                  <a:lnTo>
                    <a:pt x="404833" y="1061907"/>
                  </a:lnTo>
                  <a:lnTo>
                    <a:pt x="404822" y="1061895"/>
                  </a:lnTo>
                  <a:lnTo>
                    <a:pt x="404816" y="1061889"/>
                  </a:lnTo>
                  <a:lnTo>
                    <a:pt x="404809" y="1061885"/>
                  </a:lnTo>
                  <a:lnTo>
                    <a:pt x="404801" y="1061883"/>
                  </a:lnTo>
                  <a:lnTo>
                    <a:pt x="404785" y="1061883"/>
                  </a:lnTo>
                  <a:lnTo>
                    <a:pt x="404760" y="1061883"/>
                  </a:lnTo>
                  <a:lnTo>
                    <a:pt x="404751" y="1061881"/>
                  </a:lnTo>
                  <a:lnTo>
                    <a:pt x="404742" y="1061876"/>
                  </a:lnTo>
                  <a:lnTo>
                    <a:pt x="404733" y="1061872"/>
                  </a:lnTo>
                  <a:lnTo>
                    <a:pt x="404724" y="1061870"/>
                  </a:lnTo>
                  <a:lnTo>
                    <a:pt x="404703" y="1061870"/>
                  </a:lnTo>
                  <a:lnTo>
                    <a:pt x="404687" y="1061869"/>
                  </a:lnTo>
                  <a:lnTo>
                    <a:pt x="404681" y="1061867"/>
                  </a:lnTo>
                  <a:lnTo>
                    <a:pt x="404675" y="1061864"/>
                  </a:lnTo>
                  <a:lnTo>
                    <a:pt x="404669" y="1061856"/>
                  </a:lnTo>
                  <a:lnTo>
                    <a:pt x="404663" y="1061843"/>
                  </a:lnTo>
                  <a:lnTo>
                    <a:pt x="404659" y="1061833"/>
                  </a:lnTo>
                  <a:lnTo>
                    <a:pt x="404655" y="1061822"/>
                  </a:lnTo>
                  <a:lnTo>
                    <a:pt x="404646" y="1061807"/>
                  </a:lnTo>
                  <a:lnTo>
                    <a:pt x="404627" y="1061788"/>
                  </a:lnTo>
                  <a:lnTo>
                    <a:pt x="404612" y="1061776"/>
                  </a:lnTo>
                  <a:lnTo>
                    <a:pt x="404607" y="1061776"/>
                  </a:lnTo>
                  <a:lnTo>
                    <a:pt x="404603" y="1061773"/>
                  </a:lnTo>
                  <a:lnTo>
                    <a:pt x="404594" y="1061767"/>
                  </a:lnTo>
                  <a:lnTo>
                    <a:pt x="404198" y="1061528"/>
                  </a:lnTo>
                  <a:lnTo>
                    <a:pt x="403786" y="1061433"/>
                  </a:lnTo>
                  <a:lnTo>
                    <a:pt x="403770" y="1061431"/>
                  </a:lnTo>
                  <a:lnTo>
                    <a:pt x="403759" y="1061433"/>
                  </a:lnTo>
                  <a:lnTo>
                    <a:pt x="403744" y="1061433"/>
                  </a:lnTo>
                  <a:lnTo>
                    <a:pt x="403709" y="1061422"/>
                  </a:lnTo>
                  <a:lnTo>
                    <a:pt x="403697" y="1061414"/>
                  </a:lnTo>
                  <a:lnTo>
                    <a:pt x="403684" y="1061412"/>
                  </a:lnTo>
                  <a:lnTo>
                    <a:pt x="403673" y="1061418"/>
                  </a:lnTo>
                  <a:lnTo>
                    <a:pt x="403654" y="1061432"/>
                  </a:lnTo>
                  <a:lnTo>
                    <a:pt x="403632" y="1061442"/>
                  </a:lnTo>
                  <a:lnTo>
                    <a:pt x="403619" y="1061448"/>
                  </a:lnTo>
                  <a:lnTo>
                    <a:pt x="403610" y="1061453"/>
                  </a:lnTo>
                  <a:lnTo>
                    <a:pt x="403603" y="1061462"/>
                  </a:lnTo>
                  <a:lnTo>
                    <a:pt x="403600" y="1061471"/>
                  </a:lnTo>
                  <a:lnTo>
                    <a:pt x="403585" y="1061495"/>
                  </a:lnTo>
                  <a:lnTo>
                    <a:pt x="403572" y="1061511"/>
                  </a:lnTo>
                  <a:lnTo>
                    <a:pt x="403559" y="1061521"/>
                  </a:lnTo>
                  <a:lnTo>
                    <a:pt x="403547" y="1061534"/>
                  </a:lnTo>
                  <a:lnTo>
                    <a:pt x="403531" y="1061549"/>
                  </a:lnTo>
                  <a:lnTo>
                    <a:pt x="403523" y="1061553"/>
                  </a:lnTo>
                  <a:lnTo>
                    <a:pt x="403519" y="1061558"/>
                  </a:lnTo>
                  <a:lnTo>
                    <a:pt x="403516" y="1061565"/>
                  </a:lnTo>
                  <a:lnTo>
                    <a:pt x="403513" y="1061573"/>
                  </a:lnTo>
                  <a:lnTo>
                    <a:pt x="403508" y="1061579"/>
                  </a:lnTo>
                  <a:lnTo>
                    <a:pt x="403426" y="1061630"/>
                  </a:lnTo>
                  <a:lnTo>
                    <a:pt x="403398" y="1061658"/>
                  </a:lnTo>
                  <a:lnTo>
                    <a:pt x="403362" y="1061723"/>
                  </a:lnTo>
                  <a:lnTo>
                    <a:pt x="403310" y="1061811"/>
                  </a:lnTo>
                  <a:lnTo>
                    <a:pt x="403228" y="1061896"/>
                  </a:lnTo>
                  <a:lnTo>
                    <a:pt x="403222" y="1061908"/>
                  </a:lnTo>
                  <a:lnTo>
                    <a:pt x="403218" y="1061928"/>
                  </a:lnTo>
                  <a:lnTo>
                    <a:pt x="403218" y="1061942"/>
                  </a:lnTo>
                  <a:lnTo>
                    <a:pt x="403209" y="1061961"/>
                  </a:lnTo>
                  <a:lnTo>
                    <a:pt x="403188" y="1061981"/>
                  </a:lnTo>
                  <a:lnTo>
                    <a:pt x="403147" y="1062013"/>
                  </a:lnTo>
                  <a:lnTo>
                    <a:pt x="403105" y="1062041"/>
                  </a:lnTo>
                  <a:lnTo>
                    <a:pt x="403093" y="1062047"/>
                  </a:lnTo>
                  <a:lnTo>
                    <a:pt x="403080" y="1062054"/>
                  </a:lnTo>
                  <a:lnTo>
                    <a:pt x="403063" y="1062054"/>
                  </a:lnTo>
                  <a:lnTo>
                    <a:pt x="403026" y="1062052"/>
                  </a:lnTo>
                  <a:lnTo>
                    <a:pt x="402983" y="1062066"/>
                  </a:lnTo>
                  <a:lnTo>
                    <a:pt x="402965" y="1062071"/>
                  </a:lnTo>
                  <a:lnTo>
                    <a:pt x="402949" y="1062070"/>
                  </a:lnTo>
                  <a:lnTo>
                    <a:pt x="402934" y="1062066"/>
                  </a:lnTo>
                  <a:lnTo>
                    <a:pt x="402909" y="1062059"/>
                  </a:lnTo>
                  <a:lnTo>
                    <a:pt x="402885" y="1062057"/>
                  </a:lnTo>
                  <a:lnTo>
                    <a:pt x="402848" y="1062053"/>
                  </a:lnTo>
                  <a:lnTo>
                    <a:pt x="402833" y="1062047"/>
                  </a:lnTo>
                  <a:lnTo>
                    <a:pt x="402803" y="1062026"/>
                  </a:lnTo>
                  <a:lnTo>
                    <a:pt x="402775" y="1062000"/>
                  </a:lnTo>
                  <a:lnTo>
                    <a:pt x="402741" y="1061981"/>
                  </a:lnTo>
                  <a:lnTo>
                    <a:pt x="402699" y="1061965"/>
                  </a:lnTo>
                  <a:lnTo>
                    <a:pt x="402653" y="1061946"/>
                  </a:lnTo>
                  <a:lnTo>
                    <a:pt x="402622" y="1061926"/>
                  </a:lnTo>
                  <a:lnTo>
                    <a:pt x="402618" y="1061923"/>
                  </a:lnTo>
                  <a:lnTo>
                    <a:pt x="402583" y="1061902"/>
                  </a:lnTo>
                  <a:lnTo>
                    <a:pt x="402561" y="1061891"/>
                  </a:lnTo>
                  <a:lnTo>
                    <a:pt x="402546" y="1061889"/>
                  </a:lnTo>
                  <a:lnTo>
                    <a:pt x="402518" y="1061891"/>
                  </a:lnTo>
                  <a:lnTo>
                    <a:pt x="402486" y="1061901"/>
                  </a:lnTo>
                  <a:lnTo>
                    <a:pt x="402460" y="1061912"/>
                  </a:lnTo>
                  <a:lnTo>
                    <a:pt x="402392" y="1061936"/>
                  </a:lnTo>
                  <a:lnTo>
                    <a:pt x="402350" y="1061947"/>
                  </a:lnTo>
                  <a:lnTo>
                    <a:pt x="402315" y="1061949"/>
                  </a:lnTo>
                  <a:lnTo>
                    <a:pt x="402305" y="1061952"/>
                  </a:lnTo>
                  <a:lnTo>
                    <a:pt x="402235" y="1061876"/>
                  </a:lnTo>
                  <a:lnTo>
                    <a:pt x="402224" y="1061868"/>
                  </a:lnTo>
                  <a:lnTo>
                    <a:pt x="402212" y="1061863"/>
                  </a:lnTo>
                  <a:lnTo>
                    <a:pt x="402198" y="1061859"/>
                  </a:lnTo>
                  <a:lnTo>
                    <a:pt x="402166" y="1061852"/>
                  </a:lnTo>
                  <a:lnTo>
                    <a:pt x="402159" y="1061851"/>
                  </a:lnTo>
                  <a:lnTo>
                    <a:pt x="402155" y="1061850"/>
                  </a:lnTo>
                  <a:lnTo>
                    <a:pt x="402151" y="1061849"/>
                  </a:lnTo>
                  <a:lnTo>
                    <a:pt x="402143" y="1061845"/>
                  </a:lnTo>
                  <a:lnTo>
                    <a:pt x="402128" y="1061833"/>
                  </a:lnTo>
                  <a:lnTo>
                    <a:pt x="402117" y="1061824"/>
                  </a:lnTo>
                  <a:lnTo>
                    <a:pt x="402085" y="1061798"/>
                  </a:lnTo>
                  <a:lnTo>
                    <a:pt x="402058" y="1061779"/>
                  </a:lnTo>
                  <a:lnTo>
                    <a:pt x="402032" y="1061768"/>
                  </a:lnTo>
                  <a:lnTo>
                    <a:pt x="402016" y="1061765"/>
                  </a:lnTo>
                  <a:lnTo>
                    <a:pt x="401996" y="1061763"/>
                  </a:lnTo>
                  <a:lnTo>
                    <a:pt x="401969" y="1061762"/>
                  </a:lnTo>
                  <a:lnTo>
                    <a:pt x="401910" y="1061770"/>
                  </a:lnTo>
                  <a:lnTo>
                    <a:pt x="401889" y="1061772"/>
                  </a:lnTo>
                  <a:lnTo>
                    <a:pt x="401831" y="1061769"/>
                  </a:lnTo>
                  <a:lnTo>
                    <a:pt x="401819" y="1061765"/>
                  </a:lnTo>
                  <a:lnTo>
                    <a:pt x="401763" y="1061759"/>
                  </a:lnTo>
                  <a:lnTo>
                    <a:pt x="401673" y="1061742"/>
                  </a:lnTo>
                  <a:lnTo>
                    <a:pt x="401654" y="1061738"/>
                  </a:lnTo>
                  <a:lnTo>
                    <a:pt x="401636" y="1061732"/>
                  </a:lnTo>
                  <a:lnTo>
                    <a:pt x="401598" y="1061721"/>
                  </a:lnTo>
                  <a:lnTo>
                    <a:pt x="401568" y="1061707"/>
                  </a:lnTo>
                  <a:lnTo>
                    <a:pt x="401517" y="1061680"/>
                  </a:lnTo>
                  <a:lnTo>
                    <a:pt x="401497" y="1061671"/>
                  </a:lnTo>
                  <a:lnTo>
                    <a:pt x="401459" y="1061653"/>
                  </a:lnTo>
                  <a:lnTo>
                    <a:pt x="401444" y="1061647"/>
                  </a:lnTo>
                  <a:lnTo>
                    <a:pt x="401412" y="1061628"/>
                  </a:lnTo>
                  <a:lnTo>
                    <a:pt x="401403" y="1061636"/>
                  </a:lnTo>
                  <a:lnTo>
                    <a:pt x="401399" y="1061641"/>
                  </a:lnTo>
                  <a:lnTo>
                    <a:pt x="401389" y="1061650"/>
                  </a:lnTo>
                  <a:lnTo>
                    <a:pt x="401339" y="1061688"/>
                  </a:lnTo>
                  <a:lnTo>
                    <a:pt x="401324" y="1061700"/>
                  </a:lnTo>
                  <a:lnTo>
                    <a:pt x="401288" y="1061731"/>
                  </a:lnTo>
                  <a:lnTo>
                    <a:pt x="401270" y="1061751"/>
                  </a:lnTo>
                  <a:lnTo>
                    <a:pt x="401260" y="1061764"/>
                  </a:lnTo>
                  <a:lnTo>
                    <a:pt x="401242" y="1061791"/>
                  </a:lnTo>
                  <a:lnTo>
                    <a:pt x="401212" y="1061861"/>
                  </a:lnTo>
                  <a:lnTo>
                    <a:pt x="401180" y="1061942"/>
                  </a:lnTo>
                  <a:lnTo>
                    <a:pt x="401170" y="1061958"/>
                  </a:lnTo>
                  <a:lnTo>
                    <a:pt x="401142" y="1061951"/>
                  </a:lnTo>
                  <a:lnTo>
                    <a:pt x="401060" y="1061930"/>
                  </a:lnTo>
                  <a:lnTo>
                    <a:pt x="401032" y="1061926"/>
                  </a:lnTo>
                  <a:lnTo>
                    <a:pt x="401024" y="1061925"/>
                  </a:lnTo>
                  <a:lnTo>
                    <a:pt x="401014" y="1061924"/>
                  </a:lnTo>
                  <a:lnTo>
                    <a:pt x="400973" y="1061924"/>
                  </a:lnTo>
                  <a:lnTo>
                    <a:pt x="400930" y="1061919"/>
                  </a:lnTo>
                  <a:lnTo>
                    <a:pt x="400818" y="1061892"/>
                  </a:lnTo>
                  <a:lnTo>
                    <a:pt x="400770" y="1061889"/>
                  </a:lnTo>
                  <a:lnTo>
                    <a:pt x="400751" y="1061890"/>
                  </a:lnTo>
                  <a:lnTo>
                    <a:pt x="400743" y="1061891"/>
                  </a:lnTo>
                  <a:lnTo>
                    <a:pt x="400738" y="1061895"/>
                  </a:lnTo>
                  <a:lnTo>
                    <a:pt x="400722" y="1061906"/>
                  </a:lnTo>
                  <a:lnTo>
                    <a:pt x="400707" y="1061916"/>
                  </a:lnTo>
                  <a:lnTo>
                    <a:pt x="400701" y="1061918"/>
                  </a:lnTo>
                  <a:lnTo>
                    <a:pt x="400692" y="1061923"/>
                  </a:lnTo>
                  <a:lnTo>
                    <a:pt x="400676" y="1061932"/>
                  </a:lnTo>
                  <a:lnTo>
                    <a:pt x="400669" y="1061936"/>
                  </a:lnTo>
                  <a:lnTo>
                    <a:pt x="400665" y="1061938"/>
                  </a:lnTo>
                  <a:lnTo>
                    <a:pt x="400658" y="1061942"/>
                  </a:lnTo>
                  <a:lnTo>
                    <a:pt x="400640" y="1061952"/>
                  </a:lnTo>
                  <a:lnTo>
                    <a:pt x="400620" y="1061962"/>
                  </a:lnTo>
                  <a:lnTo>
                    <a:pt x="400585" y="1061981"/>
                  </a:lnTo>
                  <a:lnTo>
                    <a:pt x="400579" y="1061985"/>
                  </a:lnTo>
                  <a:lnTo>
                    <a:pt x="400571" y="1061993"/>
                  </a:lnTo>
                  <a:lnTo>
                    <a:pt x="400565" y="1061998"/>
                  </a:lnTo>
                  <a:lnTo>
                    <a:pt x="400552" y="1062013"/>
                  </a:lnTo>
                  <a:lnTo>
                    <a:pt x="400549" y="1062017"/>
                  </a:lnTo>
                  <a:lnTo>
                    <a:pt x="400542" y="1062023"/>
                  </a:lnTo>
                  <a:lnTo>
                    <a:pt x="400529" y="1062035"/>
                  </a:lnTo>
                  <a:lnTo>
                    <a:pt x="400514" y="1062048"/>
                  </a:lnTo>
                  <a:lnTo>
                    <a:pt x="400504" y="1062056"/>
                  </a:lnTo>
                  <a:lnTo>
                    <a:pt x="400480" y="1062071"/>
                  </a:lnTo>
                  <a:lnTo>
                    <a:pt x="400430" y="1062090"/>
                  </a:lnTo>
                  <a:lnTo>
                    <a:pt x="400416" y="1062096"/>
                  </a:lnTo>
                  <a:lnTo>
                    <a:pt x="400404" y="1062099"/>
                  </a:lnTo>
                  <a:lnTo>
                    <a:pt x="400390" y="1062100"/>
                  </a:lnTo>
                  <a:lnTo>
                    <a:pt x="400383" y="1062101"/>
                  </a:lnTo>
                  <a:lnTo>
                    <a:pt x="400375" y="1062102"/>
                  </a:lnTo>
                  <a:lnTo>
                    <a:pt x="400358" y="1062106"/>
                  </a:lnTo>
                  <a:lnTo>
                    <a:pt x="400337" y="1062111"/>
                  </a:lnTo>
                  <a:lnTo>
                    <a:pt x="400318" y="1062122"/>
                  </a:lnTo>
                  <a:lnTo>
                    <a:pt x="400308" y="1062129"/>
                  </a:lnTo>
                  <a:lnTo>
                    <a:pt x="400299" y="1062136"/>
                  </a:lnTo>
                  <a:lnTo>
                    <a:pt x="400289" y="1062146"/>
                  </a:lnTo>
                  <a:lnTo>
                    <a:pt x="400285" y="1062150"/>
                  </a:lnTo>
                  <a:lnTo>
                    <a:pt x="400270" y="1062160"/>
                  </a:lnTo>
                  <a:lnTo>
                    <a:pt x="400212" y="1062199"/>
                  </a:lnTo>
                  <a:lnTo>
                    <a:pt x="400206" y="1062203"/>
                  </a:lnTo>
                  <a:lnTo>
                    <a:pt x="400193" y="1062211"/>
                  </a:lnTo>
                  <a:lnTo>
                    <a:pt x="400184" y="1062217"/>
                  </a:lnTo>
                  <a:lnTo>
                    <a:pt x="400173" y="1062225"/>
                  </a:lnTo>
                  <a:lnTo>
                    <a:pt x="400168" y="1062228"/>
                  </a:lnTo>
                  <a:lnTo>
                    <a:pt x="400161" y="1062229"/>
                  </a:lnTo>
                  <a:lnTo>
                    <a:pt x="400157" y="1062230"/>
                  </a:lnTo>
                  <a:lnTo>
                    <a:pt x="400146" y="1062229"/>
                  </a:lnTo>
                  <a:lnTo>
                    <a:pt x="400131" y="1062226"/>
                  </a:lnTo>
                  <a:lnTo>
                    <a:pt x="400121" y="1062225"/>
                  </a:lnTo>
                  <a:lnTo>
                    <a:pt x="400112" y="1062225"/>
                  </a:lnTo>
                  <a:lnTo>
                    <a:pt x="400104" y="1062226"/>
                  </a:lnTo>
                  <a:lnTo>
                    <a:pt x="400087" y="1062227"/>
                  </a:lnTo>
                  <a:lnTo>
                    <a:pt x="400080" y="1062228"/>
                  </a:lnTo>
                  <a:lnTo>
                    <a:pt x="400070" y="1062228"/>
                  </a:lnTo>
                  <a:lnTo>
                    <a:pt x="400065" y="1062229"/>
                  </a:lnTo>
                  <a:lnTo>
                    <a:pt x="400056" y="1062230"/>
                  </a:lnTo>
                  <a:lnTo>
                    <a:pt x="400042" y="1062231"/>
                  </a:lnTo>
                  <a:lnTo>
                    <a:pt x="400028" y="1062231"/>
                  </a:lnTo>
                  <a:lnTo>
                    <a:pt x="400024" y="1062231"/>
                  </a:lnTo>
                  <a:lnTo>
                    <a:pt x="400015" y="1062229"/>
                  </a:lnTo>
                  <a:lnTo>
                    <a:pt x="400003" y="1062229"/>
                  </a:lnTo>
                  <a:lnTo>
                    <a:pt x="399989" y="1062230"/>
                  </a:lnTo>
                  <a:lnTo>
                    <a:pt x="399981" y="1062232"/>
                  </a:lnTo>
                  <a:lnTo>
                    <a:pt x="399964" y="1062240"/>
                  </a:lnTo>
                  <a:lnTo>
                    <a:pt x="399959" y="1062242"/>
                  </a:lnTo>
                  <a:lnTo>
                    <a:pt x="399954" y="1062243"/>
                  </a:lnTo>
                  <a:lnTo>
                    <a:pt x="399950" y="1062244"/>
                  </a:lnTo>
                  <a:lnTo>
                    <a:pt x="399928" y="1062247"/>
                  </a:lnTo>
                  <a:lnTo>
                    <a:pt x="399922" y="1062248"/>
                  </a:lnTo>
                  <a:lnTo>
                    <a:pt x="399917" y="1062249"/>
                  </a:lnTo>
                  <a:lnTo>
                    <a:pt x="399901" y="1062252"/>
                  </a:lnTo>
                  <a:lnTo>
                    <a:pt x="399895" y="1062253"/>
                  </a:lnTo>
                  <a:lnTo>
                    <a:pt x="399891" y="1062253"/>
                  </a:lnTo>
                  <a:lnTo>
                    <a:pt x="399883" y="1062255"/>
                  </a:lnTo>
                  <a:lnTo>
                    <a:pt x="399874" y="1062258"/>
                  </a:lnTo>
                  <a:lnTo>
                    <a:pt x="399864" y="1062262"/>
                  </a:lnTo>
                  <a:lnTo>
                    <a:pt x="399851" y="1062268"/>
                  </a:lnTo>
                  <a:lnTo>
                    <a:pt x="399835" y="1062275"/>
                  </a:lnTo>
                  <a:lnTo>
                    <a:pt x="399819" y="1062280"/>
                  </a:lnTo>
                  <a:lnTo>
                    <a:pt x="399806" y="1062285"/>
                  </a:lnTo>
                  <a:lnTo>
                    <a:pt x="399773" y="1062296"/>
                  </a:lnTo>
                  <a:lnTo>
                    <a:pt x="399753" y="1062303"/>
                  </a:lnTo>
                  <a:lnTo>
                    <a:pt x="399735" y="1062305"/>
                  </a:lnTo>
                  <a:lnTo>
                    <a:pt x="399725" y="1062307"/>
                  </a:lnTo>
                  <a:lnTo>
                    <a:pt x="399720" y="1062309"/>
                  </a:lnTo>
                  <a:lnTo>
                    <a:pt x="399712" y="1062312"/>
                  </a:lnTo>
                  <a:lnTo>
                    <a:pt x="399706" y="1062314"/>
                  </a:lnTo>
                  <a:lnTo>
                    <a:pt x="399701" y="1062315"/>
                  </a:lnTo>
                  <a:lnTo>
                    <a:pt x="399688" y="1062317"/>
                  </a:lnTo>
                  <a:lnTo>
                    <a:pt x="399674" y="1062318"/>
                  </a:lnTo>
                  <a:lnTo>
                    <a:pt x="399651" y="1062321"/>
                  </a:lnTo>
                  <a:lnTo>
                    <a:pt x="399639" y="1062325"/>
                  </a:lnTo>
                  <a:lnTo>
                    <a:pt x="399628" y="1062329"/>
                  </a:lnTo>
                  <a:lnTo>
                    <a:pt x="399605" y="1062339"/>
                  </a:lnTo>
                  <a:lnTo>
                    <a:pt x="399586" y="1062347"/>
                  </a:lnTo>
                  <a:lnTo>
                    <a:pt x="399572" y="1062356"/>
                  </a:lnTo>
                  <a:lnTo>
                    <a:pt x="399568" y="1062361"/>
                  </a:lnTo>
                  <a:lnTo>
                    <a:pt x="399565" y="1062367"/>
                  </a:lnTo>
                  <a:lnTo>
                    <a:pt x="399563" y="1062375"/>
                  </a:lnTo>
                  <a:lnTo>
                    <a:pt x="399562" y="1062384"/>
                  </a:lnTo>
                  <a:lnTo>
                    <a:pt x="399558" y="1062399"/>
                  </a:lnTo>
                  <a:lnTo>
                    <a:pt x="399557" y="1062405"/>
                  </a:lnTo>
                  <a:lnTo>
                    <a:pt x="399555" y="1062417"/>
                  </a:lnTo>
                  <a:lnTo>
                    <a:pt x="399553" y="1062429"/>
                  </a:lnTo>
                  <a:lnTo>
                    <a:pt x="399552" y="1062436"/>
                  </a:lnTo>
                  <a:lnTo>
                    <a:pt x="399548" y="1062463"/>
                  </a:lnTo>
                  <a:lnTo>
                    <a:pt x="399547" y="1062473"/>
                  </a:lnTo>
                  <a:lnTo>
                    <a:pt x="399545" y="1062483"/>
                  </a:lnTo>
                  <a:lnTo>
                    <a:pt x="399542" y="1062495"/>
                  </a:lnTo>
                  <a:lnTo>
                    <a:pt x="399539" y="1062506"/>
                  </a:lnTo>
                  <a:lnTo>
                    <a:pt x="399537" y="1062515"/>
                  </a:lnTo>
                  <a:lnTo>
                    <a:pt x="399537" y="1062520"/>
                  </a:lnTo>
                  <a:lnTo>
                    <a:pt x="399536" y="1062533"/>
                  </a:lnTo>
                  <a:lnTo>
                    <a:pt x="399536" y="1062545"/>
                  </a:lnTo>
                  <a:lnTo>
                    <a:pt x="399533" y="1062569"/>
                  </a:lnTo>
                  <a:lnTo>
                    <a:pt x="399532" y="1062574"/>
                  </a:lnTo>
                  <a:lnTo>
                    <a:pt x="399529" y="1062586"/>
                  </a:lnTo>
                  <a:lnTo>
                    <a:pt x="399525" y="1062601"/>
                  </a:lnTo>
                  <a:lnTo>
                    <a:pt x="399521" y="1062616"/>
                  </a:lnTo>
                  <a:lnTo>
                    <a:pt x="399520" y="1062621"/>
                  </a:lnTo>
                  <a:lnTo>
                    <a:pt x="399513" y="1062637"/>
                  </a:lnTo>
                  <a:lnTo>
                    <a:pt x="399509" y="1062650"/>
                  </a:lnTo>
                  <a:lnTo>
                    <a:pt x="399507" y="1062656"/>
                  </a:lnTo>
                  <a:lnTo>
                    <a:pt x="399501" y="1062672"/>
                  </a:lnTo>
                  <a:lnTo>
                    <a:pt x="399497" y="1062692"/>
                  </a:lnTo>
                  <a:lnTo>
                    <a:pt x="399494" y="1062704"/>
                  </a:lnTo>
                  <a:lnTo>
                    <a:pt x="399492" y="1062711"/>
                  </a:lnTo>
                  <a:lnTo>
                    <a:pt x="399488" y="1062717"/>
                  </a:lnTo>
                  <a:lnTo>
                    <a:pt x="399466" y="1062727"/>
                  </a:lnTo>
                  <a:lnTo>
                    <a:pt x="399451" y="1062733"/>
                  </a:lnTo>
                  <a:lnTo>
                    <a:pt x="399440" y="1062739"/>
                  </a:lnTo>
                  <a:lnTo>
                    <a:pt x="399435" y="1062741"/>
                  </a:lnTo>
                  <a:lnTo>
                    <a:pt x="399430" y="1062743"/>
                  </a:lnTo>
                  <a:lnTo>
                    <a:pt x="399418" y="1062756"/>
                  </a:lnTo>
                  <a:lnTo>
                    <a:pt x="399413" y="1062761"/>
                  </a:lnTo>
                  <a:lnTo>
                    <a:pt x="399409" y="1062765"/>
                  </a:lnTo>
                  <a:lnTo>
                    <a:pt x="399405" y="1062769"/>
                  </a:lnTo>
                  <a:lnTo>
                    <a:pt x="399392" y="1062786"/>
                  </a:lnTo>
                  <a:lnTo>
                    <a:pt x="399384" y="1062796"/>
                  </a:lnTo>
                  <a:lnTo>
                    <a:pt x="399348" y="1062830"/>
                  </a:lnTo>
                  <a:lnTo>
                    <a:pt x="399345" y="1062835"/>
                  </a:lnTo>
                  <a:lnTo>
                    <a:pt x="399338" y="1062843"/>
                  </a:lnTo>
                  <a:lnTo>
                    <a:pt x="399334" y="1062846"/>
                  </a:lnTo>
                  <a:lnTo>
                    <a:pt x="399319" y="1062856"/>
                  </a:lnTo>
                  <a:lnTo>
                    <a:pt x="399310" y="1062859"/>
                  </a:lnTo>
                  <a:lnTo>
                    <a:pt x="399302" y="1062861"/>
                  </a:lnTo>
                  <a:lnTo>
                    <a:pt x="399286" y="1062868"/>
                  </a:lnTo>
                  <a:lnTo>
                    <a:pt x="399267" y="1062877"/>
                  </a:lnTo>
                  <a:lnTo>
                    <a:pt x="399263" y="1062878"/>
                  </a:lnTo>
                  <a:lnTo>
                    <a:pt x="399238" y="1062880"/>
                  </a:lnTo>
                  <a:lnTo>
                    <a:pt x="399232" y="1062879"/>
                  </a:lnTo>
                  <a:lnTo>
                    <a:pt x="399222" y="1062876"/>
                  </a:lnTo>
                  <a:lnTo>
                    <a:pt x="399218" y="1062875"/>
                  </a:lnTo>
                  <a:lnTo>
                    <a:pt x="399210" y="1062871"/>
                  </a:lnTo>
                  <a:lnTo>
                    <a:pt x="399207" y="1062869"/>
                  </a:lnTo>
                  <a:lnTo>
                    <a:pt x="399195" y="1062864"/>
                  </a:lnTo>
                  <a:lnTo>
                    <a:pt x="399175" y="1062850"/>
                  </a:lnTo>
                  <a:lnTo>
                    <a:pt x="399148" y="1062825"/>
                  </a:lnTo>
                  <a:lnTo>
                    <a:pt x="399135" y="1062817"/>
                  </a:lnTo>
                  <a:lnTo>
                    <a:pt x="399131" y="1062815"/>
                  </a:lnTo>
                  <a:lnTo>
                    <a:pt x="399125" y="1062813"/>
                  </a:lnTo>
                  <a:lnTo>
                    <a:pt x="399112" y="1062816"/>
                  </a:lnTo>
                  <a:lnTo>
                    <a:pt x="399073" y="1062828"/>
                  </a:lnTo>
                  <a:lnTo>
                    <a:pt x="399066" y="1062830"/>
                  </a:lnTo>
                  <a:lnTo>
                    <a:pt x="399040" y="1062835"/>
                  </a:lnTo>
                  <a:lnTo>
                    <a:pt x="399034" y="1062836"/>
                  </a:lnTo>
                  <a:lnTo>
                    <a:pt x="399029" y="1062836"/>
                  </a:lnTo>
                  <a:lnTo>
                    <a:pt x="399022" y="1062837"/>
                  </a:lnTo>
                  <a:lnTo>
                    <a:pt x="399008" y="1062837"/>
                  </a:lnTo>
                  <a:lnTo>
                    <a:pt x="399003" y="1062837"/>
                  </a:lnTo>
                  <a:lnTo>
                    <a:pt x="398997" y="1062836"/>
                  </a:lnTo>
                  <a:lnTo>
                    <a:pt x="398989" y="1062836"/>
                  </a:lnTo>
                  <a:lnTo>
                    <a:pt x="398982" y="1062837"/>
                  </a:lnTo>
                  <a:lnTo>
                    <a:pt x="398966" y="1062840"/>
                  </a:lnTo>
                  <a:lnTo>
                    <a:pt x="398952" y="1062843"/>
                  </a:lnTo>
                  <a:lnTo>
                    <a:pt x="398934" y="1062848"/>
                  </a:lnTo>
                  <a:lnTo>
                    <a:pt x="398927" y="1062850"/>
                  </a:lnTo>
                  <a:lnTo>
                    <a:pt x="398923" y="1062851"/>
                  </a:lnTo>
                  <a:lnTo>
                    <a:pt x="398914" y="1062854"/>
                  </a:lnTo>
                  <a:lnTo>
                    <a:pt x="398910" y="1062853"/>
                  </a:lnTo>
                  <a:lnTo>
                    <a:pt x="398900" y="1062848"/>
                  </a:lnTo>
                  <a:lnTo>
                    <a:pt x="398895" y="1062845"/>
                  </a:lnTo>
                  <a:lnTo>
                    <a:pt x="398884" y="1062840"/>
                  </a:lnTo>
                  <a:lnTo>
                    <a:pt x="398879" y="1062837"/>
                  </a:lnTo>
                  <a:lnTo>
                    <a:pt x="398872" y="1062832"/>
                  </a:lnTo>
                  <a:lnTo>
                    <a:pt x="398864" y="1062826"/>
                  </a:lnTo>
                  <a:lnTo>
                    <a:pt x="398851" y="1062814"/>
                  </a:lnTo>
                  <a:lnTo>
                    <a:pt x="398844" y="1062805"/>
                  </a:lnTo>
                  <a:lnTo>
                    <a:pt x="398831" y="1062792"/>
                  </a:lnTo>
                  <a:lnTo>
                    <a:pt x="398813" y="1062776"/>
                  </a:lnTo>
                  <a:lnTo>
                    <a:pt x="398800" y="1062763"/>
                  </a:lnTo>
                  <a:lnTo>
                    <a:pt x="398774" y="1062737"/>
                  </a:lnTo>
                  <a:lnTo>
                    <a:pt x="398762" y="1062727"/>
                  </a:lnTo>
                  <a:lnTo>
                    <a:pt x="398755" y="1062730"/>
                  </a:lnTo>
                  <a:lnTo>
                    <a:pt x="398747" y="1062736"/>
                  </a:lnTo>
                  <a:lnTo>
                    <a:pt x="398738" y="1062740"/>
                  </a:lnTo>
                  <a:lnTo>
                    <a:pt x="398723" y="1062750"/>
                  </a:lnTo>
                  <a:lnTo>
                    <a:pt x="398704" y="1062763"/>
                  </a:lnTo>
                  <a:lnTo>
                    <a:pt x="398691" y="1062781"/>
                  </a:lnTo>
                  <a:lnTo>
                    <a:pt x="398675" y="1062800"/>
                  </a:lnTo>
                  <a:lnTo>
                    <a:pt x="398670" y="1062804"/>
                  </a:lnTo>
                  <a:lnTo>
                    <a:pt x="398657" y="1062813"/>
                  </a:lnTo>
                  <a:lnTo>
                    <a:pt x="398652" y="1062815"/>
                  </a:lnTo>
                  <a:lnTo>
                    <a:pt x="398618" y="1062834"/>
                  </a:lnTo>
                  <a:lnTo>
                    <a:pt x="398609" y="1062841"/>
                  </a:lnTo>
                  <a:lnTo>
                    <a:pt x="398605" y="1062844"/>
                  </a:lnTo>
                  <a:lnTo>
                    <a:pt x="398597" y="1062847"/>
                  </a:lnTo>
                  <a:lnTo>
                    <a:pt x="398586" y="1062849"/>
                  </a:lnTo>
                  <a:lnTo>
                    <a:pt x="398560" y="1062849"/>
                  </a:lnTo>
                  <a:lnTo>
                    <a:pt x="398551" y="1062849"/>
                  </a:lnTo>
                  <a:lnTo>
                    <a:pt x="398547" y="1062848"/>
                  </a:lnTo>
                  <a:lnTo>
                    <a:pt x="398528" y="1062841"/>
                  </a:lnTo>
                  <a:lnTo>
                    <a:pt x="398514" y="1062837"/>
                  </a:lnTo>
                  <a:lnTo>
                    <a:pt x="398480" y="1062827"/>
                  </a:lnTo>
                  <a:lnTo>
                    <a:pt x="398474" y="1062825"/>
                  </a:lnTo>
                  <a:lnTo>
                    <a:pt x="398460" y="1062817"/>
                  </a:lnTo>
                  <a:lnTo>
                    <a:pt x="398443" y="1062807"/>
                  </a:lnTo>
                  <a:lnTo>
                    <a:pt x="398439" y="1062805"/>
                  </a:lnTo>
                  <a:lnTo>
                    <a:pt x="398428" y="1062801"/>
                  </a:lnTo>
                  <a:lnTo>
                    <a:pt x="398420" y="1062797"/>
                  </a:lnTo>
                  <a:lnTo>
                    <a:pt x="398417" y="1062794"/>
                  </a:lnTo>
                  <a:lnTo>
                    <a:pt x="398407" y="1062779"/>
                  </a:lnTo>
                  <a:lnTo>
                    <a:pt x="398401" y="1062761"/>
                  </a:lnTo>
                  <a:lnTo>
                    <a:pt x="398392" y="1062747"/>
                  </a:lnTo>
                  <a:lnTo>
                    <a:pt x="398389" y="1062742"/>
                  </a:lnTo>
                  <a:lnTo>
                    <a:pt x="398378" y="1062725"/>
                  </a:lnTo>
                  <a:lnTo>
                    <a:pt x="398373" y="1062717"/>
                  </a:lnTo>
                  <a:lnTo>
                    <a:pt x="398362" y="1062703"/>
                  </a:lnTo>
                  <a:lnTo>
                    <a:pt x="398359" y="1062699"/>
                  </a:lnTo>
                  <a:lnTo>
                    <a:pt x="398354" y="1062695"/>
                  </a:lnTo>
                  <a:lnTo>
                    <a:pt x="398349" y="1062691"/>
                  </a:lnTo>
                  <a:lnTo>
                    <a:pt x="398344" y="1062688"/>
                  </a:lnTo>
                  <a:lnTo>
                    <a:pt x="398326" y="1062680"/>
                  </a:lnTo>
                  <a:lnTo>
                    <a:pt x="398319" y="1062678"/>
                  </a:lnTo>
                  <a:lnTo>
                    <a:pt x="398293" y="1062671"/>
                  </a:lnTo>
                  <a:lnTo>
                    <a:pt x="398270" y="1062666"/>
                  </a:lnTo>
                  <a:lnTo>
                    <a:pt x="398255" y="1062663"/>
                  </a:lnTo>
                  <a:lnTo>
                    <a:pt x="398234" y="1062658"/>
                  </a:lnTo>
                  <a:lnTo>
                    <a:pt x="398214" y="1062652"/>
                  </a:lnTo>
                  <a:lnTo>
                    <a:pt x="398199" y="1062650"/>
                  </a:lnTo>
                  <a:lnTo>
                    <a:pt x="398184" y="1062647"/>
                  </a:lnTo>
                  <a:lnTo>
                    <a:pt x="398164" y="1062646"/>
                  </a:lnTo>
                  <a:lnTo>
                    <a:pt x="398145" y="1062646"/>
                  </a:lnTo>
                  <a:lnTo>
                    <a:pt x="398134" y="1062647"/>
                  </a:lnTo>
                  <a:lnTo>
                    <a:pt x="398121" y="1062648"/>
                  </a:lnTo>
                  <a:lnTo>
                    <a:pt x="398107" y="1062649"/>
                  </a:lnTo>
                  <a:lnTo>
                    <a:pt x="398090" y="1062650"/>
                  </a:lnTo>
                  <a:lnTo>
                    <a:pt x="398073" y="1062651"/>
                  </a:lnTo>
                  <a:lnTo>
                    <a:pt x="398053" y="1062653"/>
                  </a:lnTo>
                  <a:lnTo>
                    <a:pt x="398040" y="1062655"/>
                  </a:lnTo>
                  <a:lnTo>
                    <a:pt x="398023" y="1062660"/>
                  </a:lnTo>
                  <a:lnTo>
                    <a:pt x="398010" y="1062663"/>
                  </a:lnTo>
                  <a:lnTo>
                    <a:pt x="398000" y="1062666"/>
                  </a:lnTo>
                  <a:lnTo>
                    <a:pt x="397986" y="1062671"/>
                  </a:lnTo>
                  <a:lnTo>
                    <a:pt x="397976" y="1062675"/>
                  </a:lnTo>
                  <a:lnTo>
                    <a:pt x="397970" y="1062677"/>
                  </a:lnTo>
                  <a:lnTo>
                    <a:pt x="397962" y="1062679"/>
                  </a:lnTo>
                  <a:lnTo>
                    <a:pt x="397952" y="1062680"/>
                  </a:lnTo>
                  <a:lnTo>
                    <a:pt x="397944" y="1062679"/>
                  </a:lnTo>
                  <a:lnTo>
                    <a:pt x="397935" y="1062679"/>
                  </a:lnTo>
                  <a:lnTo>
                    <a:pt x="397918" y="1062678"/>
                  </a:lnTo>
                  <a:lnTo>
                    <a:pt x="397912" y="1062677"/>
                  </a:lnTo>
                  <a:lnTo>
                    <a:pt x="397897" y="1062676"/>
                  </a:lnTo>
                  <a:lnTo>
                    <a:pt x="397891" y="1062677"/>
                  </a:lnTo>
                  <a:lnTo>
                    <a:pt x="397887" y="1062682"/>
                  </a:lnTo>
                  <a:lnTo>
                    <a:pt x="397884" y="1062689"/>
                  </a:lnTo>
                  <a:lnTo>
                    <a:pt x="397883" y="1062708"/>
                  </a:lnTo>
                  <a:lnTo>
                    <a:pt x="397882" y="1062718"/>
                  </a:lnTo>
                  <a:lnTo>
                    <a:pt x="397883" y="1062734"/>
                  </a:lnTo>
                  <a:lnTo>
                    <a:pt x="397886" y="1062745"/>
                  </a:lnTo>
                  <a:lnTo>
                    <a:pt x="397887" y="1062751"/>
                  </a:lnTo>
                  <a:lnTo>
                    <a:pt x="397891" y="1062779"/>
                  </a:lnTo>
                  <a:lnTo>
                    <a:pt x="397892" y="1062791"/>
                  </a:lnTo>
                  <a:lnTo>
                    <a:pt x="397892" y="1062801"/>
                  </a:lnTo>
                  <a:lnTo>
                    <a:pt x="397892" y="1062809"/>
                  </a:lnTo>
                  <a:lnTo>
                    <a:pt x="397891" y="1062816"/>
                  </a:lnTo>
                  <a:lnTo>
                    <a:pt x="397889" y="1062840"/>
                  </a:lnTo>
                  <a:lnTo>
                    <a:pt x="397887" y="1062848"/>
                  </a:lnTo>
                  <a:lnTo>
                    <a:pt x="397876" y="1062870"/>
                  </a:lnTo>
                  <a:lnTo>
                    <a:pt x="397874" y="1062874"/>
                  </a:lnTo>
                  <a:lnTo>
                    <a:pt x="397868" y="1062885"/>
                  </a:lnTo>
                  <a:lnTo>
                    <a:pt x="397863" y="1062891"/>
                  </a:lnTo>
                  <a:lnTo>
                    <a:pt x="397855" y="1062902"/>
                  </a:lnTo>
                  <a:lnTo>
                    <a:pt x="397832" y="1062929"/>
                  </a:lnTo>
                  <a:lnTo>
                    <a:pt x="397814" y="1062948"/>
                  </a:lnTo>
                  <a:lnTo>
                    <a:pt x="397790" y="1062964"/>
                  </a:lnTo>
                  <a:lnTo>
                    <a:pt x="397753" y="1062979"/>
                  </a:lnTo>
                  <a:lnTo>
                    <a:pt x="397725" y="1062996"/>
                  </a:lnTo>
                  <a:lnTo>
                    <a:pt x="397719" y="1063000"/>
                  </a:lnTo>
                  <a:lnTo>
                    <a:pt x="397715" y="1063004"/>
                  </a:lnTo>
                  <a:lnTo>
                    <a:pt x="397718" y="1063008"/>
                  </a:lnTo>
                  <a:lnTo>
                    <a:pt x="397728" y="1063016"/>
                  </a:lnTo>
                  <a:lnTo>
                    <a:pt x="397732" y="1063018"/>
                  </a:lnTo>
                  <a:lnTo>
                    <a:pt x="397738" y="1063025"/>
                  </a:lnTo>
                  <a:lnTo>
                    <a:pt x="397741" y="1063035"/>
                  </a:lnTo>
                  <a:lnTo>
                    <a:pt x="397743" y="1063041"/>
                  </a:lnTo>
                  <a:lnTo>
                    <a:pt x="397747" y="1063045"/>
                  </a:lnTo>
                  <a:lnTo>
                    <a:pt x="397752" y="1063051"/>
                  </a:lnTo>
                  <a:lnTo>
                    <a:pt x="397761" y="1063066"/>
                  </a:lnTo>
                  <a:lnTo>
                    <a:pt x="397766" y="1063075"/>
                  </a:lnTo>
                  <a:lnTo>
                    <a:pt x="397769" y="1063079"/>
                  </a:lnTo>
                  <a:lnTo>
                    <a:pt x="397773" y="1063087"/>
                  </a:lnTo>
                  <a:lnTo>
                    <a:pt x="397776" y="1063094"/>
                  </a:lnTo>
                  <a:lnTo>
                    <a:pt x="397779" y="1063100"/>
                  </a:lnTo>
                  <a:lnTo>
                    <a:pt x="397782" y="1063103"/>
                  </a:lnTo>
                  <a:lnTo>
                    <a:pt x="397785" y="1063107"/>
                  </a:lnTo>
                  <a:lnTo>
                    <a:pt x="397789" y="1063112"/>
                  </a:lnTo>
                  <a:lnTo>
                    <a:pt x="397793" y="1063120"/>
                  </a:lnTo>
                  <a:lnTo>
                    <a:pt x="397801" y="1063137"/>
                  </a:lnTo>
                  <a:lnTo>
                    <a:pt x="397812" y="1063163"/>
                  </a:lnTo>
                  <a:lnTo>
                    <a:pt x="397816" y="1063167"/>
                  </a:lnTo>
                  <a:lnTo>
                    <a:pt x="397819" y="1063171"/>
                  </a:lnTo>
                  <a:lnTo>
                    <a:pt x="397818" y="1063176"/>
                  </a:lnTo>
                  <a:lnTo>
                    <a:pt x="397815" y="1063188"/>
                  </a:lnTo>
                  <a:lnTo>
                    <a:pt x="397810" y="1063196"/>
                  </a:lnTo>
                  <a:lnTo>
                    <a:pt x="397805" y="1063202"/>
                  </a:lnTo>
                  <a:lnTo>
                    <a:pt x="397796" y="1063208"/>
                  </a:lnTo>
                  <a:lnTo>
                    <a:pt x="397785" y="1063221"/>
                  </a:lnTo>
                  <a:lnTo>
                    <a:pt x="397783" y="1063229"/>
                  </a:lnTo>
                  <a:lnTo>
                    <a:pt x="397781" y="1063240"/>
                  </a:lnTo>
                  <a:lnTo>
                    <a:pt x="397779" y="1063248"/>
                  </a:lnTo>
                  <a:lnTo>
                    <a:pt x="397775" y="1063267"/>
                  </a:lnTo>
                  <a:lnTo>
                    <a:pt x="397773" y="1063272"/>
                  </a:lnTo>
                  <a:lnTo>
                    <a:pt x="397772" y="1063279"/>
                  </a:lnTo>
                  <a:lnTo>
                    <a:pt x="397765" y="1063291"/>
                  </a:lnTo>
                  <a:lnTo>
                    <a:pt x="397755" y="1063303"/>
                  </a:lnTo>
                  <a:lnTo>
                    <a:pt x="397732" y="1063332"/>
                  </a:lnTo>
                  <a:lnTo>
                    <a:pt x="397723" y="1063346"/>
                  </a:lnTo>
                  <a:lnTo>
                    <a:pt x="397712" y="1063370"/>
                  </a:lnTo>
                  <a:lnTo>
                    <a:pt x="397704" y="1063386"/>
                  </a:lnTo>
                  <a:lnTo>
                    <a:pt x="397696" y="1063396"/>
                  </a:lnTo>
                  <a:lnTo>
                    <a:pt x="397678" y="1063414"/>
                  </a:lnTo>
                  <a:lnTo>
                    <a:pt x="397672" y="1063418"/>
                  </a:lnTo>
                  <a:lnTo>
                    <a:pt x="397665" y="1063422"/>
                  </a:lnTo>
                  <a:lnTo>
                    <a:pt x="397658" y="1063426"/>
                  </a:lnTo>
                  <a:lnTo>
                    <a:pt x="397649" y="1063432"/>
                  </a:lnTo>
                  <a:lnTo>
                    <a:pt x="397645" y="1063436"/>
                  </a:lnTo>
                  <a:lnTo>
                    <a:pt x="397639" y="1063439"/>
                  </a:lnTo>
                  <a:lnTo>
                    <a:pt x="397635" y="1063441"/>
                  </a:lnTo>
                  <a:lnTo>
                    <a:pt x="397629" y="1063443"/>
                  </a:lnTo>
                  <a:lnTo>
                    <a:pt x="397623" y="1063443"/>
                  </a:lnTo>
                  <a:lnTo>
                    <a:pt x="397618" y="1063445"/>
                  </a:lnTo>
                  <a:lnTo>
                    <a:pt x="397611" y="1063451"/>
                  </a:lnTo>
                  <a:lnTo>
                    <a:pt x="397604" y="1063454"/>
                  </a:lnTo>
                  <a:lnTo>
                    <a:pt x="397582" y="1063463"/>
                  </a:lnTo>
                  <a:lnTo>
                    <a:pt x="397574" y="1063466"/>
                  </a:lnTo>
                  <a:lnTo>
                    <a:pt x="397554" y="1063479"/>
                  </a:lnTo>
                  <a:lnTo>
                    <a:pt x="397548" y="1063495"/>
                  </a:lnTo>
                  <a:lnTo>
                    <a:pt x="397542" y="1063515"/>
                  </a:lnTo>
                  <a:lnTo>
                    <a:pt x="397532" y="1063533"/>
                  </a:lnTo>
                  <a:lnTo>
                    <a:pt x="397514" y="1063548"/>
                  </a:lnTo>
                  <a:lnTo>
                    <a:pt x="397487" y="1063566"/>
                  </a:lnTo>
                  <a:lnTo>
                    <a:pt x="397480" y="1063572"/>
                  </a:lnTo>
                  <a:lnTo>
                    <a:pt x="397472" y="1063574"/>
                  </a:lnTo>
                  <a:lnTo>
                    <a:pt x="397457" y="1063576"/>
                  </a:lnTo>
                  <a:lnTo>
                    <a:pt x="397446" y="1063575"/>
                  </a:lnTo>
                  <a:lnTo>
                    <a:pt x="397434" y="1063575"/>
                  </a:lnTo>
                  <a:lnTo>
                    <a:pt x="397430" y="1063575"/>
                  </a:lnTo>
                  <a:lnTo>
                    <a:pt x="397426" y="1063575"/>
                  </a:lnTo>
                  <a:lnTo>
                    <a:pt x="397421" y="1063574"/>
                  </a:lnTo>
                  <a:lnTo>
                    <a:pt x="397414" y="1063573"/>
                  </a:lnTo>
                  <a:lnTo>
                    <a:pt x="397405" y="1063572"/>
                  </a:lnTo>
                  <a:lnTo>
                    <a:pt x="397398" y="1063571"/>
                  </a:lnTo>
                  <a:lnTo>
                    <a:pt x="397394" y="1063571"/>
                  </a:lnTo>
                  <a:lnTo>
                    <a:pt x="397389" y="1063572"/>
                  </a:lnTo>
                  <a:lnTo>
                    <a:pt x="397381" y="1063572"/>
                  </a:lnTo>
                  <a:lnTo>
                    <a:pt x="397375" y="1063572"/>
                  </a:lnTo>
                  <a:lnTo>
                    <a:pt x="397367" y="1063571"/>
                  </a:lnTo>
                  <a:lnTo>
                    <a:pt x="397358" y="1063568"/>
                  </a:lnTo>
                  <a:lnTo>
                    <a:pt x="397342" y="1063566"/>
                  </a:lnTo>
                  <a:lnTo>
                    <a:pt x="397331" y="1063566"/>
                  </a:lnTo>
                  <a:lnTo>
                    <a:pt x="397324" y="1063566"/>
                  </a:lnTo>
                  <a:lnTo>
                    <a:pt x="397302" y="1063564"/>
                  </a:lnTo>
                  <a:lnTo>
                    <a:pt x="397297" y="1063566"/>
                  </a:lnTo>
                  <a:lnTo>
                    <a:pt x="397295" y="1063573"/>
                  </a:lnTo>
                  <a:lnTo>
                    <a:pt x="397293" y="1063584"/>
                  </a:lnTo>
                  <a:lnTo>
                    <a:pt x="397292" y="1063591"/>
                  </a:lnTo>
                  <a:lnTo>
                    <a:pt x="397292" y="1063599"/>
                  </a:lnTo>
                  <a:lnTo>
                    <a:pt x="397292" y="1063615"/>
                  </a:lnTo>
                  <a:lnTo>
                    <a:pt x="397289" y="1063643"/>
                  </a:lnTo>
                  <a:lnTo>
                    <a:pt x="397286" y="1063662"/>
                  </a:lnTo>
                  <a:lnTo>
                    <a:pt x="397276" y="1063678"/>
                  </a:lnTo>
                  <a:lnTo>
                    <a:pt x="397269" y="1063692"/>
                  </a:lnTo>
                  <a:lnTo>
                    <a:pt x="397245" y="1063714"/>
                  </a:lnTo>
                  <a:lnTo>
                    <a:pt x="397233" y="1063726"/>
                  </a:lnTo>
                  <a:lnTo>
                    <a:pt x="397224" y="1063731"/>
                  </a:lnTo>
                  <a:lnTo>
                    <a:pt x="397214" y="1063737"/>
                  </a:lnTo>
                  <a:lnTo>
                    <a:pt x="397207" y="1063741"/>
                  </a:lnTo>
                  <a:lnTo>
                    <a:pt x="397200" y="1063750"/>
                  </a:lnTo>
                  <a:lnTo>
                    <a:pt x="397197" y="1063757"/>
                  </a:lnTo>
                  <a:lnTo>
                    <a:pt x="397197" y="1063767"/>
                  </a:lnTo>
                  <a:lnTo>
                    <a:pt x="397199" y="1063784"/>
                  </a:lnTo>
                  <a:lnTo>
                    <a:pt x="397198" y="1063804"/>
                  </a:lnTo>
                  <a:lnTo>
                    <a:pt x="397193" y="1063834"/>
                  </a:lnTo>
                  <a:lnTo>
                    <a:pt x="397193" y="1063841"/>
                  </a:lnTo>
                  <a:lnTo>
                    <a:pt x="397192" y="1063851"/>
                  </a:lnTo>
                  <a:lnTo>
                    <a:pt x="397190" y="1063855"/>
                  </a:lnTo>
                  <a:lnTo>
                    <a:pt x="397187" y="1063864"/>
                  </a:lnTo>
                  <a:lnTo>
                    <a:pt x="397184" y="1063875"/>
                  </a:lnTo>
                  <a:lnTo>
                    <a:pt x="397181" y="1063889"/>
                  </a:lnTo>
                  <a:lnTo>
                    <a:pt x="397179" y="1063897"/>
                  </a:lnTo>
                  <a:lnTo>
                    <a:pt x="397171" y="1063932"/>
                  </a:lnTo>
                  <a:lnTo>
                    <a:pt x="397173" y="1063937"/>
                  </a:lnTo>
                  <a:lnTo>
                    <a:pt x="397189" y="1063950"/>
                  </a:lnTo>
                  <a:lnTo>
                    <a:pt x="397200" y="1063959"/>
                  </a:lnTo>
                  <a:lnTo>
                    <a:pt x="397210" y="1063968"/>
                  </a:lnTo>
                  <a:lnTo>
                    <a:pt x="397218" y="1063975"/>
                  </a:lnTo>
                  <a:lnTo>
                    <a:pt x="397222" y="1063980"/>
                  </a:lnTo>
                  <a:lnTo>
                    <a:pt x="397228" y="1063987"/>
                  </a:lnTo>
                  <a:lnTo>
                    <a:pt x="397239" y="1064001"/>
                  </a:lnTo>
                  <a:lnTo>
                    <a:pt x="397242" y="1064006"/>
                  </a:lnTo>
                  <a:lnTo>
                    <a:pt x="397246" y="1064012"/>
                  </a:lnTo>
                  <a:lnTo>
                    <a:pt x="397248" y="1064017"/>
                  </a:lnTo>
                  <a:lnTo>
                    <a:pt x="397251" y="1064025"/>
                  </a:lnTo>
                  <a:lnTo>
                    <a:pt x="397257" y="1064045"/>
                  </a:lnTo>
                  <a:lnTo>
                    <a:pt x="397260" y="1064072"/>
                  </a:lnTo>
                  <a:lnTo>
                    <a:pt x="397267" y="1064100"/>
                  </a:lnTo>
                  <a:lnTo>
                    <a:pt x="397268" y="1064106"/>
                  </a:lnTo>
                  <a:lnTo>
                    <a:pt x="397269" y="1064114"/>
                  </a:lnTo>
                  <a:lnTo>
                    <a:pt x="397270" y="1064119"/>
                  </a:lnTo>
                  <a:lnTo>
                    <a:pt x="397272" y="1064127"/>
                  </a:lnTo>
                  <a:lnTo>
                    <a:pt x="397280" y="1064149"/>
                  </a:lnTo>
                  <a:lnTo>
                    <a:pt x="397284" y="1064160"/>
                  </a:lnTo>
                  <a:lnTo>
                    <a:pt x="397299" y="1064184"/>
                  </a:lnTo>
                  <a:lnTo>
                    <a:pt x="397307" y="1064195"/>
                  </a:lnTo>
                  <a:lnTo>
                    <a:pt x="397319" y="1064212"/>
                  </a:lnTo>
                  <a:lnTo>
                    <a:pt x="397330" y="1064232"/>
                  </a:lnTo>
                  <a:lnTo>
                    <a:pt x="397337" y="1064252"/>
                  </a:lnTo>
                  <a:lnTo>
                    <a:pt x="397340" y="1064260"/>
                  </a:lnTo>
                  <a:lnTo>
                    <a:pt x="397345" y="1064269"/>
                  </a:lnTo>
                  <a:lnTo>
                    <a:pt x="397352" y="1064286"/>
                  </a:lnTo>
                  <a:lnTo>
                    <a:pt x="397355" y="1064294"/>
                  </a:lnTo>
                  <a:lnTo>
                    <a:pt x="397356" y="1064298"/>
                  </a:lnTo>
                  <a:lnTo>
                    <a:pt x="397359" y="1064306"/>
                  </a:lnTo>
                  <a:lnTo>
                    <a:pt x="397360" y="1064313"/>
                  </a:lnTo>
                  <a:lnTo>
                    <a:pt x="397363" y="1064321"/>
                  </a:lnTo>
                  <a:lnTo>
                    <a:pt x="397367" y="1064332"/>
                  </a:lnTo>
                  <a:lnTo>
                    <a:pt x="397370" y="1064339"/>
                  </a:lnTo>
                  <a:lnTo>
                    <a:pt x="397373" y="1064347"/>
                  </a:lnTo>
                  <a:lnTo>
                    <a:pt x="397375" y="1064353"/>
                  </a:lnTo>
                  <a:lnTo>
                    <a:pt x="397378" y="1064365"/>
                  </a:lnTo>
                  <a:lnTo>
                    <a:pt x="397381" y="1064382"/>
                  </a:lnTo>
                  <a:lnTo>
                    <a:pt x="397386" y="1064396"/>
                  </a:lnTo>
                  <a:lnTo>
                    <a:pt x="397388" y="1064402"/>
                  </a:lnTo>
                  <a:lnTo>
                    <a:pt x="397389" y="1064409"/>
                  </a:lnTo>
                  <a:lnTo>
                    <a:pt x="397389" y="1064415"/>
                  </a:lnTo>
                  <a:lnTo>
                    <a:pt x="397389" y="1064427"/>
                  </a:lnTo>
                  <a:lnTo>
                    <a:pt x="397390" y="1064440"/>
                  </a:lnTo>
                  <a:lnTo>
                    <a:pt x="397390" y="1064445"/>
                  </a:lnTo>
                  <a:lnTo>
                    <a:pt x="397390" y="1064458"/>
                  </a:lnTo>
                  <a:lnTo>
                    <a:pt x="397390" y="1064466"/>
                  </a:lnTo>
                  <a:lnTo>
                    <a:pt x="397389" y="1064471"/>
                  </a:lnTo>
                  <a:lnTo>
                    <a:pt x="397388" y="1064476"/>
                  </a:lnTo>
                  <a:lnTo>
                    <a:pt x="397388" y="1064481"/>
                  </a:lnTo>
                  <a:lnTo>
                    <a:pt x="397391" y="1064489"/>
                  </a:lnTo>
                  <a:lnTo>
                    <a:pt x="397395" y="1064503"/>
                  </a:lnTo>
                  <a:lnTo>
                    <a:pt x="397398" y="1064511"/>
                  </a:lnTo>
                  <a:lnTo>
                    <a:pt x="397400" y="1064516"/>
                  </a:lnTo>
                  <a:lnTo>
                    <a:pt x="397409" y="1064543"/>
                  </a:lnTo>
                  <a:lnTo>
                    <a:pt x="397416" y="1064569"/>
                  </a:lnTo>
                  <a:lnTo>
                    <a:pt x="397420" y="1064577"/>
                  </a:lnTo>
                  <a:lnTo>
                    <a:pt x="397425" y="1064587"/>
                  </a:lnTo>
                  <a:lnTo>
                    <a:pt x="397430" y="1064593"/>
                  </a:lnTo>
                  <a:lnTo>
                    <a:pt x="397436" y="1064600"/>
                  </a:lnTo>
                  <a:lnTo>
                    <a:pt x="397439" y="1064603"/>
                  </a:lnTo>
                  <a:lnTo>
                    <a:pt x="397447" y="1064608"/>
                  </a:lnTo>
                  <a:lnTo>
                    <a:pt x="397454" y="1064613"/>
                  </a:lnTo>
                  <a:lnTo>
                    <a:pt x="397465" y="1064620"/>
                  </a:lnTo>
                  <a:lnTo>
                    <a:pt x="397470" y="1064626"/>
                  </a:lnTo>
                  <a:lnTo>
                    <a:pt x="397475" y="1064633"/>
                  </a:lnTo>
                  <a:lnTo>
                    <a:pt x="397480" y="1064639"/>
                  </a:lnTo>
                  <a:lnTo>
                    <a:pt x="397485" y="1064644"/>
                  </a:lnTo>
                  <a:lnTo>
                    <a:pt x="397488" y="1064648"/>
                  </a:lnTo>
                  <a:lnTo>
                    <a:pt x="397490" y="1064652"/>
                  </a:lnTo>
                  <a:lnTo>
                    <a:pt x="397492" y="1064657"/>
                  </a:lnTo>
                  <a:lnTo>
                    <a:pt x="397492" y="1064664"/>
                  </a:lnTo>
                  <a:lnTo>
                    <a:pt x="397494" y="1064680"/>
                  </a:lnTo>
                  <a:lnTo>
                    <a:pt x="397491" y="1064688"/>
                  </a:lnTo>
                  <a:lnTo>
                    <a:pt x="397483" y="1064694"/>
                  </a:lnTo>
                  <a:lnTo>
                    <a:pt x="397474" y="1064699"/>
                  </a:lnTo>
                  <a:lnTo>
                    <a:pt x="397471" y="1064703"/>
                  </a:lnTo>
                  <a:lnTo>
                    <a:pt x="397457" y="1064714"/>
                  </a:lnTo>
                  <a:lnTo>
                    <a:pt x="397452" y="1064720"/>
                  </a:lnTo>
                  <a:lnTo>
                    <a:pt x="397445" y="1064725"/>
                  </a:lnTo>
                  <a:lnTo>
                    <a:pt x="397439" y="1064729"/>
                  </a:lnTo>
                  <a:lnTo>
                    <a:pt x="397411" y="1064748"/>
                  </a:lnTo>
                  <a:lnTo>
                    <a:pt x="397389" y="1064762"/>
                  </a:lnTo>
                  <a:lnTo>
                    <a:pt x="397377" y="1064769"/>
                  </a:lnTo>
                  <a:lnTo>
                    <a:pt x="397367" y="1064776"/>
                  </a:lnTo>
                  <a:lnTo>
                    <a:pt x="397362" y="1064778"/>
                  </a:lnTo>
                  <a:lnTo>
                    <a:pt x="397355" y="1064780"/>
                  </a:lnTo>
                  <a:lnTo>
                    <a:pt x="397349" y="1064781"/>
                  </a:lnTo>
                  <a:lnTo>
                    <a:pt x="397338" y="1064780"/>
                  </a:lnTo>
                  <a:lnTo>
                    <a:pt x="397320" y="1064783"/>
                  </a:lnTo>
                  <a:lnTo>
                    <a:pt x="397308" y="1064789"/>
                  </a:lnTo>
                  <a:lnTo>
                    <a:pt x="397304" y="1064793"/>
                  </a:lnTo>
                  <a:lnTo>
                    <a:pt x="397295" y="1064801"/>
                  </a:lnTo>
                  <a:lnTo>
                    <a:pt x="397290" y="1064809"/>
                  </a:lnTo>
                  <a:lnTo>
                    <a:pt x="397288" y="1064814"/>
                  </a:lnTo>
                  <a:lnTo>
                    <a:pt x="397286" y="1064824"/>
                  </a:lnTo>
                  <a:lnTo>
                    <a:pt x="397286" y="1064828"/>
                  </a:lnTo>
                  <a:lnTo>
                    <a:pt x="397293" y="1064852"/>
                  </a:lnTo>
                  <a:lnTo>
                    <a:pt x="397295" y="1064863"/>
                  </a:lnTo>
                  <a:lnTo>
                    <a:pt x="397297" y="1064871"/>
                  </a:lnTo>
                  <a:lnTo>
                    <a:pt x="397300" y="1064889"/>
                  </a:lnTo>
                  <a:lnTo>
                    <a:pt x="397304" y="1064922"/>
                  </a:lnTo>
                  <a:lnTo>
                    <a:pt x="397302" y="1064952"/>
                  </a:lnTo>
                  <a:lnTo>
                    <a:pt x="397298" y="1064960"/>
                  </a:lnTo>
                  <a:lnTo>
                    <a:pt x="397292" y="1064961"/>
                  </a:lnTo>
                  <a:lnTo>
                    <a:pt x="397264" y="1064958"/>
                  </a:lnTo>
                  <a:lnTo>
                    <a:pt x="397233" y="1064956"/>
                  </a:lnTo>
                  <a:lnTo>
                    <a:pt x="397187" y="1064956"/>
                  </a:lnTo>
                  <a:lnTo>
                    <a:pt x="397171" y="1064957"/>
                  </a:lnTo>
                  <a:lnTo>
                    <a:pt x="397165" y="1064958"/>
                  </a:lnTo>
                  <a:lnTo>
                    <a:pt x="397153" y="1064957"/>
                  </a:lnTo>
                  <a:lnTo>
                    <a:pt x="397148" y="1064958"/>
                  </a:lnTo>
                  <a:lnTo>
                    <a:pt x="397141" y="1064959"/>
                  </a:lnTo>
                  <a:lnTo>
                    <a:pt x="397136" y="1064961"/>
                  </a:lnTo>
                  <a:lnTo>
                    <a:pt x="397125" y="1064968"/>
                  </a:lnTo>
                  <a:lnTo>
                    <a:pt x="397121" y="1064970"/>
                  </a:lnTo>
                  <a:lnTo>
                    <a:pt x="397113" y="1064975"/>
                  </a:lnTo>
                  <a:lnTo>
                    <a:pt x="397098" y="1064990"/>
                  </a:lnTo>
                  <a:lnTo>
                    <a:pt x="397085" y="1065005"/>
                  </a:lnTo>
                  <a:lnTo>
                    <a:pt x="397071" y="1065028"/>
                  </a:lnTo>
                  <a:lnTo>
                    <a:pt x="397062" y="1065049"/>
                  </a:lnTo>
                  <a:lnTo>
                    <a:pt x="397054" y="1065065"/>
                  </a:lnTo>
                  <a:lnTo>
                    <a:pt x="397043" y="1065078"/>
                  </a:lnTo>
                  <a:lnTo>
                    <a:pt x="397038" y="1065081"/>
                  </a:lnTo>
                  <a:lnTo>
                    <a:pt x="397033" y="1065081"/>
                  </a:lnTo>
                  <a:lnTo>
                    <a:pt x="397029" y="1065080"/>
                  </a:lnTo>
                  <a:lnTo>
                    <a:pt x="397011" y="1065077"/>
                  </a:lnTo>
                  <a:lnTo>
                    <a:pt x="396992" y="1065074"/>
                  </a:lnTo>
                  <a:lnTo>
                    <a:pt x="396987" y="1065074"/>
                  </a:lnTo>
                  <a:lnTo>
                    <a:pt x="396980" y="1065075"/>
                  </a:lnTo>
                  <a:lnTo>
                    <a:pt x="396960" y="1065082"/>
                  </a:lnTo>
                  <a:lnTo>
                    <a:pt x="396951" y="1065086"/>
                  </a:lnTo>
                  <a:lnTo>
                    <a:pt x="396941" y="1065090"/>
                  </a:lnTo>
                  <a:lnTo>
                    <a:pt x="396929" y="1065098"/>
                  </a:lnTo>
                  <a:lnTo>
                    <a:pt x="396918" y="1065108"/>
                  </a:lnTo>
                  <a:lnTo>
                    <a:pt x="396913" y="1065114"/>
                  </a:lnTo>
                  <a:lnTo>
                    <a:pt x="396903" y="1065124"/>
                  </a:lnTo>
                  <a:lnTo>
                    <a:pt x="396898" y="1065130"/>
                  </a:lnTo>
                  <a:lnTo>
                    <a:pt x="396889" y="1065139"/>
                  </a:lnTo>
                  <a:lnTo>
                    <a:pt x="396883" y="1065143"/>
                  </a:lnTo>
                  <a:lnTo>
                    <a:pt x="396876" y="1065146"/>
                  </a:lnTo>
                  <a:lnTo>
                    <a:pt x="396871" y="1065147"/>
                  </a:lnTo>
                  <a:lnTo>
                    <a:pt x="396858" y="1065151"/>
                  </a:lnTo>
                  <a:lnTo>
                    <a:pt x="396832" y="1065159"/>
                  </a:lnTo>
                  <a:lnTo>
                    <a:pt x="396828" y="1065160"/>
                  </a:lnTo>
                  <a:lnTo>
                    <a:pt x="396811" y="1065166"/>
                  </a:lnTo>
                  <a:lnTo>
                    <a:pt x="396766" y="1065176"/>
                  </a:lnTo>
                  <a:lnTo>
                    <a:pt x="396742" y="1065182"/>
                  </a:lnTo>
                  <a:lnTo>
                    <a:pt x="396712" y="1065190"/>
                  </a:lnTo>
                  <a:lnTo>
                    <a:pt x="396695" y="1065197"/>
                  </a:lnTo>
                  <a:lnTo>
                    <a:pt x="396685" y="1065200"/>
                  </a:lnTo>
                  <a:lnTo>
                    <a:pt x="396681" y="1065199"/>
                  </a:lnTo>
                  <a:lnTo>
                    <a:pt x="396669" y="1065196"/>
                  </a:lnTo>
                  <a:lnTo>
                    <a:pt x="396664" y="1065194"/>
                  </a:lnTo>
                  <a:lnTo>
                    <a:pt x="396645" y="1065191"/>
                  </a:lnTo>
                  <a:lnTo>
                    <a:pt x="396635" y="1065189"/>
                  </a:lnTo>
                  <a:lnTo>
                    <a:pt x="396631" y="1065186"/>
                  </a:lnTo>
                  <a:lnTo>
                    <a:pt x="396629" y="1065182"/>
                  </a:lnTo>
                  <a:lnTo>
                    <a:pt x="396622" y="1065161"/>
                  </a:lnTo>
                  <a:lnTo>
                    <a:pt x="396620" y="1065156"/>
                  </a:lnTo>
                  <a:lnTo>
                    <a:pt x="396616" y="1065149"/>
                  </a:lnTo>
                  <a:lnTo>
                    <a:pt x="396610" y="1065134"/>
                  </a:lnTo>
                  <a:lnTo>
                    <a:pt x="396603" y="1065118"/>
                  </a:lnTo>
                  <a:lnTo>
                    <a:pt x="396588" y="1065095"/>
                  </a:lnTo>
                  <a:lnTo>
                    <a:pt x="396583" y="1065088"/>
                  </a:lnTo>
                  <a:lnTo>
                    <a:pt x="396580" y="1065082"/>
                  </a:lnTo>
                  <a:lnTo>
                    <a:pt x="396578" y="1065077"/>
                  </a:lnTo>
                  <a:lnTo>
                    <a:pt x="396572" y="1065069"/>
                  </a:lnTo>
                  <a:lnTo>
                    <a:pt x="396564" y="1065063"/>
                  </a:lnTo>
                  <a:lnTo>
                    <a:pt x="396551" y="1065055"/>
                  </a:lnTo>
                  <a:lnTo>
                    <a:pt x="396538" y="1065049"/>
                  </a:lnTo>
                  <a:lnTo>
                    <a:pt x="396533" y="1065054"/>
                  </a:lnTo>
                  <a:lnTo>
                    <a:pt x="396528" y="1065062"/>
                  </a:lnTo>
                  <a:lnTo>
                    <a:pt x="396524" y="1065065"/>
                  </a:lnTo>
                  <a:lnTo>
                    <a:pt x="396519" y="1065070"/>
                  </a:lnTo>
                  <a:lnTo>
                    <a:pt x="396511" y="1065075"/>
                  </a:lnTo>
                  <a:lnTo>
                    <a:pt x="396506" y="1065077"/>
                  </a:lnTo>
                  <a:lnTo>
                    <a:pt x="396502" y="1065078"/>
                  </a:lnTo>
                  <a:lnTo>
                    <a:pt x="396497" y="1065078"/>
                  </a:lnTo>
                  <a:lnTo>
                    <a:pt x="396486" y="1065075"/>
                  </a:lnTo>
                  <a:lnTo>
                    <a:pt x="396479" y="1065075"/>
                  </a:lnTo>
                  <a:lnTo>
                    <a:pt x="396459" y="1065077"/>
                  </a:lnTo>
                  <a:lnTo>
                    <a:pt x="396444" y="1065080"/>
                  </a:lnTo>
                  <a:lnTo>
                    <a:pt x="396440" y="1065081"/>
                  </a:lnTo>
                  <a:lnTo>
                    <a:pt x="396435" y="1065084"/>
                  </a:lnTo>
                  <a:lnTo>
                    <a:pt x="396431" y="1065086"/>
                  </a:lnTo>
                  <a:lnTo>
                    <a:pt x="396421" y="1065089"/>
                  </a:lnTo>
                  <a:lnTo>
                    <a:pt x="396410" y="1065095"/>
                  </a:lnTo>
                  <a:lnTo>
                    <a:pt x="396405" y="1065098"/>
                  </a:lnTo>
                  <a:lnTo>
                    <a:pt x="396398" y="1065101"/>
                  </a:lnTo>
                  <a:lnTo>
                    <a:pt x="396389" y="1065103"/>
                  </a:lnTo>
                  <a:lnTo>
                    <a:pt x="396383" y="1065103"/>
                  </a:lnTo>
                  <a:lnTo>
                    <a:pt x="396353" y="1065099"/>
                  </a:lnTo>
                  <a:lnTo>
                    <a:pt x="396336" y="1065097"/>
                  </a:lnTo>
                  <a:lnTo>
                    <a:pt x="396311" y="1065090"/>
                  </a:lnTo>
                  <a:lnTo>
                    <a:pt x="396303" y="1065088"/>
                  </a:lnTo>
                  <a:lnTo>
                    <a:pt x="396294" y="1065085"/>
                  </a:lnTo>
                  <a:lnTo>
                    <a:pt x="396286" y="1065084"/>
                  </a:lnTo>
                  <a:lnTo>
                    <a:pt x="396285" y="1065089"/>
                  </a:lnTo>
                  <a:lnTo>
                    <a:pt x="396286" y="1065102"/>
                  </a:lnTo>
                  <a:lnTo>
                    <a:pt x="396287" y="1065109"/>
                  </a:lnTo>
                  <a:lnTo>
                    <a:pt x="396288" y="1065127"/>
                  </a:lnTo>
                  <a:lnTo>
                    <a:pt x="396288" y="1065142"/>
                  </a:lnTo>
                  <a:lnTo>
                    <a:pt x="396287" y="1065149"/>
                  </a:lnTo>
                  <a:lnTo>
                    <a:pt x="396287" y="1065155"/>
                  </a:lnTo>
                  <a:lnTo>
                    <a:pt x="396283" y="1065175"/>
                  </a:lnTo>
                  <a:lnTo>
                    <a:pt x="396276" y="1065196"/>
                  </a:lnTo>
                  <a:lnTo>
                    <a:pt x="396276" y="1065202"/>
                  </a:lnTo>
                  <a:lnTo>
                    <a:pt x="396272" y="1065211"/>
                  </a:lnTo>
                  <a:lnTo>
                    <a:pt x="396249" y="1065250"/>
                  </a:lnTo>
                  <a:lnTo>
                    <a:pt x="396241" y="1065262"/>
                  </a:lnTo>
                  <a:lnTo>
                    <a:pt x="396230" y="1065275"/>
                  </a:lnTo>
                  <a:lnTo>
                    <a:pt x="396226" y="1065279"/>
                  </a:lnTo>
                  <a:lnTo>
                    <a:pt x="396210" y="1065293"/>
                  </a:lnTo>
                  <a:lnTo>
                    <a:pt x="396204" y="1065298"/>
                  </a:lnTo>
                  <a:lnTo>
                    <a:pt x="396200" y="1065304"/>
                  </a:lnTo>
                  <a:lnTo>
                    <a:pt x="396194" y="1065315"/>
                  </a:lnTo>
                  <a:lnTo>
                    <a:pt x="396181" y="1065336"/>
                  </a:lnTo>
                  <a:lnTo>
                    <a:pt x="396177" y="1065343"/>
                  </a:lnTo>
                  <a:lnTo>
                    <a:pt x="396172" y="1065351"/>
                  </a:lnTo>
                  <a:lnTo>
                    <a:pt x="396156" y="1065367"/>
                  </a:lnTo>
                  <a:lnTo>
                    <a:pt x="396151" y="1065371"/>
                  </a:lnTo>
                  <a:lnTo>
                    <a:pt x="396144" y="1065372"/>
                  </a:lnTo>
                  <a:lnTo>
                    <a:pt x="396134" y="1065372"/>
                  </a:lnTo>
                  <a:lnTo>
                    <a:pt x="396123" y="1065371"/>
                  </a:lnTo>
                  <a:lnTo>
                    <a:pt x="396118" y="1065372"/>
                  </a:lnTo>
                  <a:lnTo>
                    <a:pt x="396071" y="1065385"/>
                  </a:lnTo>
                  <a:lnTo>
                    <a:pt x="396056" y="1065388"/>
                  </a:lnTo>
                  <a:lnTo>
                    <a:pt x="396048" y="1065391"/>
                  </a:lnTo>
                  <a:lnTo>
                    <a:pt x="396025" y="1065391"/>
                  </a:lnTo>
                  <a:lnTo>
                    <a:pt x="396013" y="1065391"/>
                  </a:lnTo>
                  <a:lnTo>
                    <a:pt x="395990" y="1065391"/>
                  </a:lnTo>
                  <a:lnTo>
                    <a:pt x="395986" y="1065391"/>
                  </a:lnTo>
                  <a:lnTo>
                    <a:pt x="395978" y="1065392"/>
                  </a:lnTo>
                  <a:lnTo>
                    <a:pt x="395972" y="1065392"/>
                  </a:lnTo>
                  <a:lnTo>
                    <a:pt x="395955" y="1065390"/>
                  </a:lnTo>
                  <a:lnTo>
                    <a:pt x="395936" y="1065388"/>
                  </a:lnTo>
                  <a:lnTo>
                    <a:pt x="395928" y="1065387"/>
                  </a:lnTo>
                  <a:lnTo>
                    <a:pt x="395918" y="1065385"/>
                  </a:lnTo>
                  <a:lnTo>
                    <a:pt x="395912" y="1065383"/>
                  </a:lnTo>
                  <a:lnTo>
                    <a:pt x="395904" y="1065380"/>
                  </a:lnTo>
                  <a:lnTo>
                    <a:pt x="395890" y="1065374"/>
                  </a:lnTo>
                  <a:lnTo>
                    <a:pt x="395882" y="1065369"/>
                  </a:lnTo>
                  <a:lnTo>
                    <a:pt x="395877" y="1065365"/>
                  </a:lnTo>
                  <a:lnTo>
                    <a:pt x="395863" y="1065352"/>
                  </a:lnTo>
                  <a:lnTo>
                    <a:pt x="395856" y="1065344"/>
                  </a:lnTo>
                  <a:lnTo>
                    <a:pt x="395823" y="1065317"/>
                  </a:lnTo>
                  <a:lnTo>
                    <a:pt x="395819" y="1065315"/>
                  </a:lnTo>
                  <a:lnTo>
                    <a:pt x="395811" y="1065312"/>
                  </a:lnTo>
                  <a:lnTo>
                    <a:pt x="395805" y="1065309"/>
                  </a:lnTo>
                  <a:lnTo>
                    <a:pt x="395800" y="1065307"/>
                  </a:lnTo>
                  <a:lnTo>
                    <a:pt x="395763" y="1065292"/>
                  </a:lnTo>
                  <a:lnTo>
                    <a:pt x="395740" y="1065282"/>
                  </a:lnTo>
                  <a:lnTo>
                    <a:pt x="395732" y="1065280"/>
                  </a:lnTo>
                  <a:lnTo>
                    <a:pt x="395725" y="1065279"/>
                  </a:lnTo>
                  <a:lnTo>
                    <a:pt x="395713" y="1065279"/>
                  </a:lnTo>
                  <a:lnTo>
                    <a:pt x="395707" y="1065279"/>
                  </a:lnTo>
                  <a:lnTo>
                    <a:pt x="395701" y="1065280"/>
                  </a:lnTo>
                  <a:lnTo>
                    <a:pt x="395673" y="1065284"/>
                  </a:lnTo>
                  <a:lnTo>
                    <a:pt x="395667" y="1065285"/>
                  </a:lnTo>
                  <a:lnTo>
                    <a:pt x="395656" y="1065287"/>
                  </a:lnTo>
                  <a:lnTo>
                    <a:pt x="395645" y="1065289"/>
                  </a:lnTo>
                  <a:lnTo>
                    <a:pt x="395635" y="1065289"/>
                  </a:lnTo>
                  <a:lnTo>
                    <a:pt x="395626" y="1065290"/>
                  </a:lnTo>
                  <a:lnTo>
                    <a:pt x="395620" y="1065288"/>
                  </a:lnTo>
                  <a:lnTo>
                    <a:pt x="395615" y="1065286"/>
                  </a:lnTo>
                  <a:lnTo>
                    <a:pt x="395609" y="1065282"/>
                  </a:lnTo>
                  <a:lnTo>
                    <a:pt x="395606" y="1065279"/>
                  </a:lnTo>
                  <a:lnTo>
                    <a:pt x="395598" y="1065268"/>
                  </a:lnTo>
                  <a:lnTo>
                    <a:pt x="395595" y="1065264"/>
                  </a:lnTo>
                  <a:lnTo>
                    <a:pt x="395583" y="1065252"/>
                  </a:lnTo>
                  <a:lnTo>
                    <a:pt x="395576" y="1065247"/>
                  </a:lnTo>
                  <a:lnTo>
                    <a:pt x="395566" y="1065238"/>
                  </a:lnTo>
                  <a:lnTo>
                    <a:pt x="395551" y="1065229"/>
                  </a:lnTo>
                  <a:lnTo>
                    <a:pt x="395546" y="1065227"/>
                  </a:lnTo>
                  <a:lnTo>
                    <a:pt x="395535" y="1065224"/>
                  </a:lnTo>
                  <a:lnTo>
                    <a:pt x="395528" y="1065223"/>
                  </a:lnTo>
                  <a:lnTo>
                    <a:pt x="395494" y="1065215"/>
                  </a:lnTo>
                  <a:lnTo>
                    <a:pt x="395482" y="1065213"/>
                  </a:lnTo>
                  <a:lnTo>
                    <a:pt x="395476" y="1065211"/>
                  </a:lnTo>
                  <a:lnTo>
                    <a:pt x="395471" y="1065210"/>
                  </a:lnTo>
                  <a:lnTo>
                    <a:pt x="395460" y="1065208"/>
                  </a:lnTo>
                  <a:lnTo>
                    <a:pt x="395453" y="1065206"/>
                  </a:lnTo>
                  <a:lnTo>
                    <a:pt x="395446" y="1065205"/>
                  </a:lnTo>
                  <a:lnTo>
                    <a:pt x="395433" y="1065203"/>
                  </a:lnTo>
                  <a:lnTo>
                    <a:pt x="395427" y="1065203"/>
                  </a:lnTo>
                  <a:lnTo>
                    <a:pt x="395418" y="1065205"/>
                  </a:lnTo>
                  <a:lnTo>
                    <a:pt x="395412" y="1065207"/>
                  </a:lnTo>
                  <a:lnTo>
                    <a:pt x="395406" y="1065211"/>
                  </a:lnTo>
                  <a:lnTo>
                    <a:pt x="395398" y="1065219"/>
                  </a:lnTo>
                  <a:lnTo>
                    <a:pt x="395390" y="1065232"/>
                  </a:lnTo>
                  <a:lnTo>
                    <a:pt x="395382" y="1065241"/>
                  </a:lnTo>
                  <a:lnTo>
                    <a:pt x="395376" y="1065246"/>
                  </a:lnTo>
                  <a:lnTo>
                    <a:pt x="395371" y="1065249"/>
                  </a:lnTo>
                  <a:lnTo>
                    <a:pt x="395360" y="1065250"/>
                  </a:lnTo>
                  <a:lnTo>
                    <a:pt x="395349" y="1065249"/>
                  </a:lnTo>
                  <a:lnTo>
                    <a:pt x="395343" y="1065248"/>
                  </a:lnTo>
                  <a:lnTo>
                    <a:pt x="395334" y="1065245"/>
                  </a:lnTo>
                  <a:lnTo>
                    <a:pt x="395305" y="1065232"/>
                  </a:lnTo>
                  <a:lnTo>
                    <a:pt x="395287" y="1065225"/>
                  </a:lnTo>
                  <a:lnTo>
                    <a:pt x="395256" y="1065208"/>
                  </a:lnTo>
                  <a:lnTo>
                    <a:pt x="395248" y="1065205"/>
                  </a:lnTo>
                  <a:lnTo>
                    <a:pt x="395242" y="1065202"/>
                  </a:lnTo>
                  <a:lnTo>
                    <a:pt x="395233" y="1065197"/>
                  </a:lnTo>
                  <a:lnTo>
                    <a:pt x="395222" y="1065192"/>
                  </a:lnTo>
                  <a:lnTo>
                    <a:pt x="395205" y="1065184"/>
                  </a:lnTo>
                  <a:lnTo>
                    <a:pt x="395193" y="1065180"/>
                  </a:lnTo>
                  <a:lnTo>
                    <a:pt x="395181" y="1065175"/>
                  </a:lnTo>
                  <a:lnTo>
                    <a:pt x="395175" y="1065172"/>
                  </a:lnTo>
                  <a:lnTo>
                    <a:pt x="395161" y="1065167"/>
                  </a:lnTo>
                  <a:lnTo>
                    <a:pt x="395154" y="1065165"/>
                  </a:lnTo>
                  <a:lnTo>
                    <a:pt x="395146" y="1065165"/>
                  </a:lnTo>
                  <a:lnTo>
                    <a:pt x="395135" y="1065165"/>
                  </a:lnTo>
                  <a:lnTo>
                    <a:pt x="395130" y="1065166"/>
                  </a:lnTo>
                  <a:lnTo>
                    <a:pt x="395125" y="1065169"/>
                  </a:lnTo>
                  <a:lnTo>
                    <a:pt x="395117" y="1065174"/>
                  </a:lnTo>
                  <a:lnTo>
                    <a:pt x="395102" y="1065186"/>
                  </a:lnTo>
                  <a:lnTo>
                    <a:pt x="395088" y="1065195"/>
                  </a:lnTo>
                  <a:lnTo>
                    <a:pt x="395075" y="1065203"/>
                  </a:lnTo>
                  <a:lnTo>
                    <a:pt x="395062" y="1065209"/>
                  </a:lnTo>
                  <a:lnTo>
                    <a:pt x="395051" y="1065213"/>
                  </a:lnTo>
                  <a:lnTo>
                    <a:pt x="395043" y="1065216"/>
                  </a:lnTo>
                  <a:lnTo>
                    <a:pt x="395036" y="1065217"/>
                  </a:lnTo>
                  <a:lnTo>
                    <a:pt x="395028" y="1065218"/>
                  </a:lnTo>
                  <a:lnTo>
                    <a:pt x="395016" y="1065218"/>
                  </a:lnTo>
                  <a:lnTo>
                    <a:pt x="395009" y="1065217"/>
                  </a:lnTo>
                  <a:lnTo>
                    <a:pt x="394999" y="1065216"/>
                  </a:lnTo>
                  <a:lnTo>
                    <a:pt x="394990" y="1065215"/>
                  </a:lnTo>
                  <a:lnTo>
                    <a:pt x="394985" y="1065214"/>
                  </a:lnTo>
                  <a:lnTo>
                    <a:pt x="394978" y="1065213"/>
                  </a:lnTo>
                  <a:lnTo>
                    <a:pt x="394960" y="1065211"/>
                  </a:lnTo>
                  <a:lnTo>
                    <a:pt x="394946" y="1065208"/>
                  </a:lnTo>
                  <a:lnTo>
                    <a:pt x="394937" y="1065207"/>
                  </a:lnTo>
                  <a:lnTo>
                    <a:pt x="394923" y="1065203"/>
                  </a:lnTo>
                  <a:lnTo>
                    <a:pt x="394912" y="1065201"/>
                  </a:lnTo>
                  <a:lnTo>
                    <a:pt x="394906" y="1065198"/>
                  </a:lnTo>
                  <a:lnTo>
                    <a:pt x="394897" y="1065195"/>
                  </a:lnTo>
                  <a:lnTo>
                    <a:pt x="394890" y="1065192"/>
                  </a:lnTo>
                  <a:lnTo>
                    <a:pt x="394877" y="1065189"/>
                  </a:lnTo>
                  <a:lnTo>
                    <a:pt x="394865" y="1065186"/>
                  </a:lnTo>
                  <a:lnTo>
                    <a:pt x="394851" y="1065184"/>
                  </a:lnTo>
                  <a:lnTo>
                    <a:pt x="394839" y="1065181"/>
                  </a:lnTo>
                  <a:lnTo>
                    <a:pt x="394829" y="1065180"/>
                  </a:lnTo>
                  <a:lnTo>
                    <a:pt x="394796" y="1065180"/>
                  </a:lnTo>
                  <a:lnTo>
                    <a:pt x="394779" y="1065180"/>
                  </a:lnTo>
                  <a:lnTo>
                    <a:pt x="394753" y="1065180"/>
                  </a:lnTo>
                  <a:lnTo>
                    <a:pt x="394745" y="1065181"/>
                  </a:lnTo>
                  <a:lnTo>
                    <a:pt x="394738" y="1065183"/>
                  </a:lnTo>
                  <a:lnTo>
                    <a:pt x="394734" y="1065184"/>
                  </a:lnTo>
                  <a:lnTo>
                    <a:pt x="394730" y="1065186"/>
                  </a:lnTo>
                  <a:lnTo>
                    <a:pt x="394720" y="1065191"/>
                  </a:lnTo>
                  <a:lnTo>
                    <a:pt x="394713" y="1065195"/>
                  </a:lnTo>
                  <a:lnTo>
                    <a:pt x="394695" y="1065207"/>
                  </a:lnTo>
                  <a:lnTo>
                    <a:pt x="394689" y="1065211"/>
                  </a:lnTo>
                  <a:lnTo>
                    <a:pt x="394680" y="1065217"/>
                  </a:lnTo>
                  <a:lnTo>
                    <a:pt x="394656" y="1065234"/>
                  </a:lnTo>
                  <a:lnTo>
                    <a:pt x="394643" y="1065244"/>
                  </a:lnTo>
                  <a:lnTo>
                    <a:pt x="394638" y="1065248"/>
                  </a:lnTo>
                  <a:lnTo>
                    <a:pt x="394625" y="1065256"/>
                  </a:lnTo>
                  <a:lnTo>
                    <a:pt x="394621" y="1065258"/>
                  </a:lnTo>
                  <a:lnTo>
                    <a:pt x="394610" y="1065263"/>
                  </a:lnTo>
                  <a:lnTo>
                    <a:pt x="394605" y="1065265"/>
                  </a:lnTo>
                  <a:lnTo>
                    <a:pt x="394600" y="1065267"/>
                  </a:lnTo>
                  <a:lnTo>
                    <a:pt x="394593" y="1065269"/>
                  </a:lnTo>
                  <a:lnTo>
                    <a:pt x="394589" y="1065269"/>
                  </a:lnTo>
                  <a:lnTo>
                    <a:pt x="394568" y="1065272"/>
                  </a:lnTo>
                  <a:lnTo>
                    <a:pt x="394558" y="1065273"/>
                  </a:lnTo>
                  <a:lnTo>
                    <a:pt x="394549" y="1065276"/>
                  </a:lnTo>
                  <a:lnTo>
                    <a:pt x="394540" y="1065279"/>
                  </a:lnTo>
                  <a:lnTo>
                    <a:pt x="394522" y="1065288"/>
                  </a:lnTo>
                  <a:lnTo>
                    <a:pt x="394489" y="1065303"/>
                  </a:lnTo>
                  <a:lnTo>
                    <a:pt x="394482" y="1065306"/>
                  </a:lnTo>
                  <a:lnTo>
                    <a:pt x="394468" y="1065313"/>
                  </a:lnTo>
                  <a:lnTo>
                    <a:pt x="394453" y="1065318"/>
                  </a:lnTo>
                  <a:lnTo>
                    <a:pt x="394448" y="1065320"/>
                  </a:lnTo>
                  <a:lnTo>
                    <a:pt x="394437" y="1065322"/>
                  </a:lnTo>
                  <a:lnTo>
                    <a:pt x="394426" y="1065324"/>
                  </a:lnTo>
                  <a:lnTo>
                    <a:pt x="394407" y="1065324"/>
                  </a:lnTo>
                  <a:lnTo>
                    <a:pt x="394394" y="1065324"/>
                  </a:lnTo>
                  <a:lnTo>
                    <a:pt x="394389" y="1065323"/>
                  </a:lnTo>
                  <a:lnTo>
                    <a:pt x="394376" y="1065319"/>
                  </a:lnTo>
                  <a:lnTo>
                    <a:pt x="394366" y="1065314"/>
                  </a:lnTo>
                  <a:lnTo>
                    <a:pt x="394348" y="1065306"/>
                  </a:lnTo>
                  <a:lnTo>
                    <a:pt x="394326" y="1065294"/>
                  </a:lnTo>
                  <a:lnTo>
                    <a:pt x="394308" y="1065280"/>
                  </a:lnTo>
                  <a:lnTo>
                    <a:pt x="394297" y="1065276"/>
                  </a:lnTo>
                  <a:lnTo>
                    <a:pt x="394282" y="1065268"/>
                  </a:lnTo>
                  <a:lnTo>
                    <a:pt x="394273" y="1065264"/>
                  </a:lnTo>
                  <a:lnTo>
                    <a:pt x="394268" y="1065261"/>
                  </a:lnTo>
                  <a:lnTo>
                    <a:pt x="394263" y="1065258"/>
                  </a:lnTo>
                  <a:lnTo>
                    <a:pt x="394251" y="1065253"/>
                  </a:lnTo>
                  <a:lnTo>
                    <a:pt x="394231" y="1065245"/>
                  </a:lnTo>
                  <a:lnTo>
                    <a:pt x="394220" y="1065242"/>
                  </a:lnTo>
                  <a:lnTo>
                    <a:pt x="394206" y="1065237"/>
                  </a:lnTo>
                  <a:lnTo>
                    <a:pt x="394180" y="1065229"/>
                  </a:lnTo>
                  <a:lnTo>
                    <a:pt x="394169" y="1065226"/>
                  </a:lnTo>
                  <a:lnTo>
                    <a:pt x="394129" y="1065214"/>
                  </a:lnTo>
                  <a:lnTo>
                    <a:pt x="394119" y="1065211"/>
                  </a:lnTo>
                  <a:lnTo>
                    <a:pt x="394096" y="1065206"/>
                  </a:lnTo>
                  <a:lnTo>
                    <a:pt x="394079" y="1065202"/>
                  </a:lnTo>
                  <a:lnTo>
                    <a:pt x="394068" y="1065199"/>
                  </a:lnTo>
                  <a:lnTo>
                    <a:pt x="394058" y="1065197"/>
                  </a:lnTo>
                  <a:lnTo>
                    <a:pt x="394035" y="1065193"/>
                  </a:lnTo>
                  <a:lnTo>
                    <a:pt x="394022" y="1065192"/>
                  </a:lnTo>
                  <a:lnTo>
                    <a:pt x="394012" y="1065192"/>
                  </a:lnTo>
                  <a:lnTo>
                    <a:pt x="394006" y="1065192"/>
                  </a:lnTo>
                  <a:lnTo>
                    <a:pt x="394001" y="1065193"/>
                  </a:lnTo>
                  <a:lnTo>
                    <a:pt x="393993" y="1065196"/>
                  </a:lnTo>
                  <a:lnTo>
                    <a:pt x="393987" y="1065202"/>
                  </a:lnTo>
                  <a:lnTo>
                    <a:pt x="393982" y="1065208"/>
                  </a:lnTo>
                  <a:lnTo>
                    <a:pt x="393975" y="1065221"/>
                  </a:lnTo>
                  <a:lnTo>
                    <a:pt x="393972" y="1065228"/>
                  </a:lnTo>
                  <a:lnTo>
                    <a:pt x="393964" y="1065258"/>
                  </a:lnTo>
                  <a:lnTo>
                    <a:pt x="393962" y="1065266"/>
                  </a:lnTo>
                  <a:lnTo>
                    <a:pt x="393958" y="1065278"/>
                  </a:lnTo>
                  <a:lnTo>
                    <a:pt x="393951" y="1065299"/>
                  </a:lnTo>
                  <a:lnTo>
                    <a:pt x="393949" y="1065306"/>
                  </a:lnTo>
                  <a:lnTo>
                    <a:pt x="393945" y="1065317"/>
                  </a:lnTo>
                  <a:lnTo>
                    <a:pt x="393943" y="1065325"/>
                  </a:lnTo>
                  <a:lnTo>
                    <a:pt x="393935" y="1065342"/>
                  </a:lnTo>
                  <a:lnTo>
                    <a:pt x="393927" y="1065356"/>
                  </a:lnTo>
                  <a:lnTo>
                    <a:pt x="393916" y="1065373"/>
                  </a:lnTo>
                  <a:lnTo>
                    <a:pt x="393912" y="1065380"/>
                  </a:lnTo>
                  <a:lnTo>
                    <a:pt x="393906" y="1065391"/>
                  </a:lnTo>
                  <a:lnTo>
                    <a:pt x="393891" y="1065412"/>
                  </a:lnTo>
                  <a:lnTo>
                    <a:pt x="393885" y="1065422"/>
                  </a:lnTo>
                  <a:lnTo>
                    <a:pt x="393868" y="1065451"/>
                  </a:lnTo>
                  <a:lnTo>
                    <a:pt x="393859" y="1065465"/>
                  </a:lnTo>
                  <a:lnTo>
                    <a:pt x="393849" y="1065478"/>
                  </a:lnTo>
                  <a:lnTo>
                    <a:pt x="393838" y="1065491"/>
                  </a:lnTo>
                  <a:lnTo>
                    <a:pt x="393827" y="1065505"/>
                  </a:lnTo>
                  <a:lnTo>
                    <a:pt x="393817" y="1065514"/>
                  </a:lnTo>
                  <a:lnTo>
                    <a:pt x="393806" y="1065523"/>
                  </a:lnTo>
                  <a:lnTo>
                    <a:pt x="393800" y="1065527"/>
                  </a:lnTo>
                  <a:lnTo>
                    <a:pt x="393794" y="1065529"/>
                  </a:lnTo>
                  <a:lnTo>
                    <a:pt x="393774" y="1065533"/>
                  </a:lnTo>
                  <a:lnTo>
                    <a:pt x="393763" y="1065535"/>
                  </a:lnTo>
                  <a:lnTo>
                    <a:pt x="393743" y="1065540"/>
                  </a:lnTo>
                  <a:lnTo>
                    <a:pt x="393736" y="1065542"/>
                  </a:lnTo>
                  <a:lnTo>
                    <a:pt x="393725" y="1065545"/>
                  </a:lnTo>
                  <a:lnTo>
                    <a:pt x="393715" y="1065548"/>
                  </a:lnTo>
                  <a:lnTo>
                    <a:pt x="393702" y="1065553"/>
                  </a:lnTo>
                  <a:lnTo>
                    <a:pt x="393692" y="1065558"/>
                  </a:lnTo>
                  <a:lnTo>
                    <a:pt x="393679" y="1065563"/>
                  </a:lnTo>
                  <a:lnTo>
                    <a:pt x="393663" y="1065571"/>
                  </a:lnTo>
                  <a:lnTo>
                    <a:pt x="393655" y="1065574"/>
                  </a:lnTo>
                  <a:lnTo>
                    <a:pt x="393639" y="1065585"/>
                  </a:lnTo>
                  <a:lnTo>
                    <a:pt x="393624" y="1065596"/>
                  </a:lnTo>
                  <a:lnTo>
                    <a:pt x="393615" y="1065603"/>
                  </a:lnTo>
                  <a:lnTo>
                    <a:pt x="393608" y="1065609"/>
                  </a:lnTo>
                  <a:lnTo>
                    <a:pt x="393597" y="1065621"/>
                  </a:lnTo>
                  <a:lnTo>
                    <a:pt x="393590" y="1065628"/>
                  </a:lnTo>
                  <a:lnTo>
                    <a:pt x="393584" y="1065636"/>
                  </a:lnTo>
                  <a:lnTo>
                    <a:pt x="393579" y="1065646"/>
                  </a:lnTo>
                  <a:lnTo>
                    <a:pt x="393575" y="1065655"/>
                  </a:lnTo>
                  <a:lnTo>
                    <a:pt x="393571" y="1065665"/>
                  </a:lnTo>
                  <a:lnTo>
                    <a:pt x="393569" y="1065672"/>
                  </a:lnTo>
                  <a:lnTo>
                    <a:pt x="393561" y="1065689"/>
                  </a:lnTo>
                  <a:lnTo>
                    <a:pt x="393554" y="1065706"/>
                  </a:lnTo>
                  <a:lnTo>
                    <a:pt x="393551" y="1065715"/>
                  </a:lnTo>
                  <a:lnTo>
                    <a:pt x="393544" y="1065737"/>
                  </a:lnTo>
                  <a:lnTo>
                    <a:pt x="393537" y="1065761"/>
                  </a:lnTo>
                  <a:lnTo>
                    <a:pt x="393536" y="1065766"/>
                  </a:lnTo>
                  <a:lnTo>
                    <a:pt x="393526" y="1065788"/>
                  </a:lnTo>
                  <a:lnTo>
                    <a:pt x="393515" y="1065811"/>
                  </a:lnTo>
                  <a:lnTo>
                    <a:pt x="393510" y="1065819"/>
                  </a:lnTo>
                  <a:lnTo>
                    <a:pt x="393502" y="1065838"/>
                  </a:lnTo>
                  <a:lnTo>
                    <a:pt x="393498" y="1065849"/>
                  </a:lnTo>
                  <a:lnTo>
                    <a:pt x="393495" y="1065855"/>
                  </a:lnTo>
                  <a:lnTo>
                    <a:pt x="393491" y="1065863"/>
                  </a:lnTo>
                  <a:lnTo>
                    <a:pt x="393486" y="1065873"/>
                  </a:lnTo>
                  <a:lnTo>
                    <a:pt x="393477" y="1065888"/>
                  </a:lnTo>
                  <a:lnTo>
                    <a:pt x="393467" y="1065898"/>
                  </a:lnTo>
                  <a:lnTo>
                    <a:pt x="393455" y="1065916"/>
                  </a:lnTo>
                  <a:lnTo>
                    <a:pt x="393449" y="1065924"/>
                  </a:lnTo>
                  <a:lnTo>
                    <a:pt x="393444" y="1065934"/>
                  </a:lnTo>
                  <a:lnTo>
                    <a:pt x="393439" y="1065943"/>
                  </a:lnTo>
                  <a:lnTo>
                    <a:pt x="393431" y="1065963"/>
                  </a:lnTo>
                  <a:lnTo>
                    <a:pt x="393429" y="1065969"/>
                  </a:lnTo>
                  <a:lnTo>
                    <a:pt x="393425" y="1065977"/>
                  </a:lnTo>
                  <a:lnTo>
                    <a:pt x="393419" y="1065990"/>
                  </a:lnTo>
                  <a:lnTo>
                    <a:pt x="393412" y="1066002"/>
                  </a:lnTo>
                  <a:lnTo>
                    <a:pt x="393405" y="1066011"/>
                  </a:lnTo>
                  <a:lnTo>
                    <a:pt x="393395" y="1066024"/>
                  </a:lnTo>
                  <a:lnTo>
                    <a:pt x="393385" y="1066034"/>
                  </a:lnTo>
                  <a:lnTo>
                    <a:pt x="393376" y="1066041"/>
                  </a:lnTo>
                  <a:lnTo>
                    <a:pt x="393362" y="1066053"/>
                  </a:lnTo>
                  <a:lnTo>
                    <a:pt x="393353" y="1066061"/>
                  </a:lnTo>
                  <a:lnTo>
                    <a:pt x="393349" y="1066067"/>
                  </a:lnTo>
                  <a:lnTo>
                    <a:pt x="393344" y="1066077"/>
                  </a:lnTo>
                  <a:lnTo>
                    <a:pt x="393337" y="1066091"/>
                  </a:lnTo>
                  <a:lnTo>
                    <a:pt x="393334" y="1066097"/>
                  </a:lnTo>
                  <a:lnTo>
                    <a:pt x="393328" y="1066108"/>
                  </a:lnTo>
                  <a:lnTo>
                    <a:pt x="393323" y="1066118"/>
                  </a:lnTo>
                  <a:lnTo>
                    <a:pt x="393315" y="1066131"/>
                  </a:lnTo>
                  <a:lnTo>
                    <a:pt x="393309" y="1066140"/>
                  </a:lnTo>
                  <a:lnTo>
                    <a:pt x="393296" y="1066156"/>
                  </a:lnTo>
                  <a:lnTo>
                    <a:pt x="393285" y="1066168"/>
                  </a:lnTo>
                  <a:lnTo>
                    <a:pt x="393279" y="1066177"/>
                  </a:lnTo>
                  <a:lnTo>
                    <a:pt x="393266" y="1066194"/>
                  </a:lnTo>
                  <a:lnTo>
                    <a:pt x="393262" y="1066200"/>
                  </a:lnTo>
                  <a:lnTo>
                    <a:pt x="393251" y="1066214"/>
                  </a:lnTo>
                  <a:lnTo>
                    <a:pt x="393237" y="1066233"/>
                  </a:lnTo>
                  <a:lnTo>
                    <a:pt x="393233" y="1066240"/>
                  </a:lnTo>
                  <a:lnTo>
                    <a:pt x="393224" y="1066252"/>
                  </a:lnTo>
                  <a:lnTo>
                    <a:pt x="393211" y="1066271"/>
                  </a:lnTo>
                  <a:lnTo>
                    <a:pt x="393203" y="1066283"/>
                  </a:lnTo>
                  <a:lnTo>
                    <a:pt x="393187" y="1066304"/>
                  </a:lnTo>
                  <a:lnTo>
                    <a:pt x="393183" y="1066311"/>
                  </a:lnTo>
                  <a:lnTo>
                    <a:pt x="393174" y="1066326"/>
                  </a:lnTo>
                  <a:lnTo>
                    <a:pt x="393162" y="1066341"/>
                  </a:lnTo>
                  <a:lnTo>
                    <a:pt x="393153" y="1066353"/>
                  </a:lnTo>
                  <a:lnTo>
                    <a:pt x="393141" y="1066366"/>
                  </a:lnTo>
                  <a:lnTo>
                    <a:pt x="393129" y="1066377"/>
                  </a:lnTo>
                  <a:lnTo>
                    <a:pt x="393113" y="1066390"/>
                  </a:lnTo>
                  <a:lnTo>
                    <a:pt x="393104" y="1066400"/>
                  </a:lnTo>
                  <a:lnTo>
                    <a:pt x="393100" y="1066404"/>
                  </a:lnTo>
                  <a:lnTo>
                    <a:pt x="393094" y="1066411"/>
                  </a:lnTo>
                  <a:lnTo>
                    <a:pt x="393092" y="1066417"/>
                  </a:lnTo>
                  <a:lnTo>
                    <a:pt x="393076" y="1066436"/>
                  </a:lnTo>
                  <a:lnTo>
                    <a:pt x="393055" y="1066455"/>
                  </a:lnTo>
                  <a:lnTo>
                    <a:pt x="393030" y="1066478"/>
                  </a:lnTo>
                  <a:lnTo>
                    <a:pt x="393011" y="1066496"/>
                  </a:lnTo>
                  <a:lnTo>
                    <a:pt x="392994" y="1066512"/>
                  </a:lnTo>
                  <a:lnTo>
                    <a:pt x="392951" y="1066548"/>
                  </a:lnTo>
                  <a:lnTo>
                    <a:pt x="392926" y="1066570"/>
                  </a:lnTo>
                  <a:lnTo>
                    <a:pt x="392907" y="1066588"/>
                  </a:lnTo>
                  <a:lnTo>
                    <a:pt x="392865" y="1066616"/>
                  </a:lnTo>
                  <a:lnTo>
                    <a:pt x="392840" y="1066633"/>
                  </a:lnTo>
                  <a:lnTo>
                    <a:pt x="392780" y="1066677"/>
                  </a:lnTo>
                  <a:lnTo>
                    <a:pt x="392748" y="1066696"/>
                  </a:lnTo>
                  <a:lnTo>
                    <a:pt x="392693" y="1066729"/>
                  </a:lnTo>
                  <a:lnTo>
                    <a:pt x="392652" y="1066751"/>
                  </a:lnTo>
                  <a:lnTo>
                    <a:pt x="392606" y="1066776"/>
                  </a:lnTo>
                  <a:lnTo>
                    <a:pt x="392594" y="1066784"/>
                  </a:lnTo>
                  <a:lnTo>
                    <a:pt x="392561" y="1066810"/>
                  </a:lnTo>
                  <a:lnTo>
                    <a:pt x="392553" y="1066815"/>
                  </a:lnTo>
                  <a:lnTo>
                    <a:pt x="392549" y="1066818"/>
                  </a:lnTo>
                  <a:lnTo>
                    <a:pt x="392544" y="1066820"/>
                  </a:lnTo>
                  <a:lnTo>
                    <a:pt x="392520" y="1066828"/>
                  </a:lnTo>
                  <a:lnTo>
                    <a:pt x="392513" y="1066829"/>
                  </a:lnTo>
                  <a:lnTo>
                    <a:pt x="392491" y="1066832"/>
                  </a:lnTo>
                  <a:lnTo>
                    <a:pt x="392467" y="1066834"/>
                  </a:lnTo>
                  <a:lnTo>
                    <a:pt x="392429" y="1066837"/>
                  </a:lnTo>
                  <a:lnTo>
                    <a:pt x="392408" y="1066839"/>
                  </a:lnTo>
                  <a:lnTo>
                    <a:pt x="392371" y="1066840"/>
                  </a:lnTo>
                  <a:lnTo>
                    <a:pt x="392348" y="1066838"/>
                  </a:lnTo>
                  <a:lnTo>
                    <a:pt x="392337" y="1066837"/>
                  </a:lnTo>
                  <a:lnTo>
                    <a:pt x="392322" y="1066834"/>
                  </a:lnTo>
                  <a:lnTo>
                    <a:pt x="392316" y="1066833"/>
                  </a:lnTo>
                  <a:lnTo>
                    <a:pt x="392312" y="1066832"/>
                  </a:lnTo>
                  <a:lnTo>
                    <a:pt x="392305" y="1066831"/>
                  </a:lnTo>
                  <a:lnTo>
                    <a:pt x="392294" y="1066839"/>
                  </a:lnTo>
                  <a:lnTo>
                    <a:pt x="392288" y="1066844"/>
                  </a:lnTo>
                  <a:lnTo>
                    <a:pt x="392269" y="1066862"/>
                  </a:lnTo>
                  <a:lnTo>
                    <a:pt x="392259" y="1066869"/>
                  </a:lnTo>
                  <a:lnTo>
                    <a:pt x="392244" y="1066877"/>
                  </a:lnTo>
                  <a:lnTo>
                    <a:pt x="392228" y="1066884"/>
                  </a:lnTo>
                  <a:lnTo>
                    <a:pt x="392219" y="1066886"/>
                  </a:lnTo>
                  <a:lnTo>
                    <a:pt x="392204" y="1066888"/>
                  </a:lnTo>
                  <a:lnTo>
                    <a:pt x="392197" y="1066889"/>
                  </a:lnTo>
                  <a:lnTo>
                    <a:pt x="392193" y="1066891"/>
                  </a:lnTo>
                  <a:lnTo>
                    <a:pt x="392172" y="1066896"/>
                  </a:lnTo>
                  <a:lnTo>
                    <a:pt x="392166" y="1066898"/>
                  </a:lnTo>
                  <a:lnTo>
                    <a:pt x="392143" y="1066906"/>
                  </a:lnTo>
                  <a:lnTo>
                    <a:pt x="392119" y="1066916"/>
                  </a:lnTo>
                  <a:lnTo>
                    <a:pt x="392086" y="1066935"/>
                  </a:lnTo>
                  <a:lnTo>
                    <a:pt x="392057" y="1066952"/>
                  </a:lnTo>
                  <a:lnTo>
                    <a:pt x="392037" y="1066966"/>
                  </a:lnTo>
                  <a:lnTo>
                    <a:pt x="392013" y="1066982"/>
                  </a:lnTo>
                  <a:lnTo>
                    <a:pt x="392001" y="1066986"/>
                  </a:lnTo>
                  <a:lnTo>
                    <a:pt x="391996" y="1066989"/>
                  </a:lnTo>
                  <a:lnTo>
                    <a:pt x="391985" y="1066989"/>
                  </a:lnTo>
                  <a:lnTo>
                    <a:pt x="391976" y="1066988"/>
                  </a:lnTo>
                  <a:lnTo>
                    <a:pt x="391958" y="1066984"/>
                  </a:lnTo>
                  <a:lnTo>
                    <a:pt x="391939" y="1066979"/>
                  </a:lnTo>
                  <a:lnTo>
                    <a:pt x="391914" y="1066975"/>
                  </a:lnTo>
                  <a:lnTo>
                    <a:pt x="391898" y="1066973"/>
                  </a:lnTo>
                  <a:lnTo>
                    <a:pt x="391873" y="1066973"/>
                  </a:lnTo>
                  <a:lnTo>
                    <a:pt x="391855" y="1066976"/>
                  </a:lnTo>
                  <a:lnTo>
                    <a:pt x="391838" y="1066982"/>
                  </a:lnTo>
                  <a:lnTo>
                    <a:pt x="391833" y="1066987"/>
                  </a:lnTo>
                  <a:lnTo>
                    <a:pt x="391830" y="1066995"/>
                  </a:lnTo>
                  <a:lnTo>
                    <a:pt x="391829" y="1067001"/>
                  </a:lnTo>
                  <a:lnTo>
                    <a:pt x="391828" y="1067007"/>
                  </a:lnTo>
                  <a:lnTo>
                    <a:pt x="391828" y="1067027"/>
                  </a:lnTo>
                  <a:lnTo>
                    <a:pt x="391828" y="1067036"/>
                  </a:lnTo>
                  <a:lnTo>
                    <a:pt x="391829" y="1067045"/>
                  </a:lnTo>
                  <a:lnTo>
                    <a:pt x="391830" y="1067075"/>
                  </a:lnTo>
                  <a:lnTo>
                    <a:pt x="391831" y="1067086"/>
                  </a:lnTo>
                  <a:lnTo>
                    <a:pt x="391831" y="1067111"/>
                  </a:lnTo>
                  <a:lnTo>
                    <a:pt x="391831" y="1067135"/>
                  </a:lnTo>
                  <a:lnTo>
                    <a:pt x="391834" y="1067146"/>
                  </a:lnTo>
                  <a:lnTo>
                    <a:pt x="391837" y="1067150"/>
                  </a:lnTo>
                  <a:lnTo>
                    <a:pt x="391843" y="1067158"/>
                  </a:lnTo>
                  <a:lnTo>
                    <a:pt x="391866" y="1067181"/>
                  </a:lnTo>
                  <a:lnTo>
                    <a:pt x="391889" y="1067205"/>
                  </a:lnTo>
                  <a:lnTo>
                    <a:pt x="391904" y="1067224"/>
                  </a:lnTo>
                  <a:lnTo>
                    <a:pt x="391909" y="1067233"/>
                  </a:lnTo>
                  <a:lnTo>
                    <a:pt x="391915" y="1067249"/>
                  </a:lnTo>
                  <a:lnTo>
                    <a:pt x="391919" y="1067262"/>
                  </a:lnTo>
                  <a:lnTo>
                    <a:pt x="391928" y="1067294"/>
                  </a:lnTo>
                  <a:lnTo>
                    <a:pt x="391930" y="1067304"/>
                  </a:lnTo>
                  <a:lnTo>
                    <a:pt x="391931" y="1067309"/>
                  </a:lnTo>
                  <a:lnTo>
                    <a:pt x="391932" y="1067314"/>
                  </a:lnTo>
                  <a:lnTo>
                    <a:pt x="391937" y="1067339"/>
                  </a:lnTo>
                  <a:lnTo>
                    <a:pt x="391937" y="1067355"/>
                  </a:lnTo>
                  <a:lnTo>
                    <a:pt x="391937" y="1067360"/>
                  </a:lnTo>
                  <a:lnTo>
                    <a:pt x="391938" y="1067368"/>
                  </a:lnTo>
                  <a:lnTo>
                    <a:pt x="391936" y="1067380"/>
                  </a:lnTo>
                  <a:lnTo>
                    <a:pt x="391936" y="1067384"/>
                  </a:lnTo>
                  <a:lnTo>
                    <a:pt x="391933" y="1067402"/>
                  </a:lnTo>
                  <a:lnTo>
                    <a:pt x="391930" y="1067411"/>
                  </a:lnTo>
                  <a:lnTo>
                    <a:pt x="391929" y="1067417"/>
                  </a:lnTo>
                  <a:lnTo>
                    <a:pt x="391927" y="1067421"/>
                  </a:lnTo>
                  <a:lnTo>
                    <a:pt x="391921" y="1067435"/>
                  </a:lnTo>
                  <a:lnTo>
                    <a:pt x="391918" y="1067441"/>
                  </a:lnTo>
                  <a:lnTo>
                    <a:pt x="391911" y="1067456"/>
                  </a:lnTo>
                  <a:lnTo>
                    <a:pt x="391907" y="1067473"/>
                  </a:lnTo>
                  <a:lnTo>
                    <a:pt x="391913" y="1067491"/>
                  </a:lnTo>
                  <a:lnTo>
                    <a:pt x="391933" y="1067527"/>
                  </a:lnTo>
                  <a:lnTo>
                    <a:pt x="391940" y="1067550"/>
                  </a:lnTo>
                  <a:lnTo>
                    <a:pt x="391942" y="1067567"/>
                  </a:lnTo>
                  <a:lnTo>
                    <a:pt x="391941" y="1067589"/>
                  </a:lnTo>
                  <a:lnTo>
                    <a:pt x="391932" y="1067620"/>
                  </a:lnTo>
                  <a:lnTo>
                    <a:pt x="391927" y="1067644"/>
                  </a:lnTo>
                  <a:lnTo>
                    <a:pt x="391940" y="1067669"/>
                  </a:lnTo>
                  <a:lnTo>
                    <a:pt x="391957" y="1067694"/>
                  </a:lnTo>
                  <a:lnTo>
                    <a:pt x="391967" y="1067710"/>
                  </a:lnTo>
                  <a:lnTo>
                    <a:pt x="391972" y="1067723"/>
                  </a:lnTo>
                  <a:lnTo>
                    <a:pt x="391988" y="1067743"/>
                  </a:lnTo>
                  <a:lnTo>
                    <a:pt x="392012" y="1067762"/>
                  </a:lnTo>
                  <a:lnTo>
                    <a:pt x="392046" y="1067795"/>
                  </a:lnTo>
                  <a:lnTo>
                    <a:pt x="392056" y="1067804"/>
                  </a:lnTo>
                  <a:lnTo>
                    <a:pt x="392097" y="1067825"/>
                  </a:lnTo>
                  <a:lnTo>
                    <a:pt x="392121" y="1067836"/>
                  </a:lnTo>
                  <a:lnTo>
                    <a:pt x="392142" y="1067849"/>
                  </a:lnTo>
                  <a:lnTo>
                    <a:pt x="392126" y="1067895"/>
                  </a:lnTo>
                  <a:lnTo>
                    <a:pt x="392123" y="1067904"/>
                  </a:lnTo>
                  <a:lnTo>
                    <a:pt x="392120" y="1067913"/>
                  </a:lnTo>
                  <a:lnTo>
                    <a:pt x="392113" y="1067927"/>
                  </a:lnTo>
                  <a:lnTo>
                    <a:pt x="392093" y="1067960"/>
                  </a:lnTo>
                  <a:lnTo>
                    <a:pt x="392084" y="1067973"/>
                  </a:lnTo>
                  <a:lnTo>
                    <a:pt x="392073" y="1067987"/>
                  </a:lnTo>
                  <a:lnTo>
                    <a:pt x="392060" y="1068004"/>
                  </a:lnTo>
                  <a:lnTo>
                    <a:pt x="392050" y="1068016"/>
                  </a:lnTo>
                  <a:lnTo>
                    <a:pt x="392045" y="1068020"/>
                  </a:lnTo>
                  <a:lnTo>
                    <a:pt x="392029" y="1068040"/>
                  </a:lnTo>
                  <a:lnTo>
                    <a:pt x="391999" y="1068072"/>
                  </a:lnTo>
                  <a:lnTo>
                    <a:pt x="391987" y="1068084"/>
                  </a:lnTo>
                  <a:lnTo>
                    <a:pt x="391970" y="1068103"/>
                  </a:lnTo>
                  <a:lnTo>
                    <a:pt x="391966" y="1068109"/>
                  </a:lnTo>
                  <a:lnTo>
                    <a:pt x="391957" y="1068121"/>
                  </a:lnTo>
                  <a:lnTo>
                    <a:pt x="391951" y="1068128"/>
                  </a:lnTo>
                  <a:lnTo>
                    <a:pt x="391943" y="1068142"/>
                  </a:lnTo>
                  <a:lnTo>
                    <a:pt x="391931" y="1068160"/>
                  </a:lnTo>
                  <a:lnTo>
                    <a:pt x="391923" y="1068170"/>
                  </a:lnTo>
                  <a:lnTo>
                    <a:pt x="391919" y="1068174"/>
                  </a:lnTo>
                  <a:lnTo>
                    <a:pt x="391914" y="1068177"/>
                  </a:lnTo>
                  <a:lnTo>
                    <a:pt x="391900" y="1068185"/>
                  </a:lnTo>
                  <a:lnTo>
                    <a:pt x="391887" y="1068193"/>
                  </a:lnTo>
                  <a:lnTo>
                    <a:pt x="391874" y="1068199"/>
                  </a:lnTo>
                  <a:lnTo>
                    <a:pt x="391867" y="1068203"/>
                  </a:lnTo>
                  <a:lnTo>
                    <a:pt x="391844" y="1068217"/>
                  </a:lnTo>
                  <a:lnTo>
                    <a:pt x="391832" y="1068228"/>
                  </a:lnTo>
                  <a:lnTo>
                    <a:pt x="391829" y="1068232"/>
                  </a:lnTo>
                  <a:lnTo>
                    <a:pt x="391825" y="1068237"/>
                  </a:lnTo>
                  <a:lnTo>
                    <a:pt x="391818" y="1068250"/>
                  </a:lnTo>
                  <a:lnTo>
                    <a:pt x="391818" y="1068257"/>
                  </a:lnTo>
                  <a:lnTo>
                    <a:pt x="391815" y="1068284"/>
                  </a:lnTo>
                  <a:lnTo>
                    <a:pt x="391814" y="1068297"/>
                  </a:lnTo>
                  <a:lnTo>
                    <a:pt x="391809" y="1068318"/>
                  </a:lnTo>
                  <a:lnTo>
                    <a:pt x="391805" y="1068328"/>
                  </a:lnTo>
                  <a:lnTo>
                    <a:pt x="391798" y="1068338"/>
                  </a:lnTo>
                  <a:lnTo>
                    <a:pt x="391793" y="1068344"/>
                  </a:lnTo>
                  <a:lnTo>
                    <a:pt x="391788" y="1068349"/>
                  </a:lnTo>
                  <a:lnTo>
                    <a:pt x="391782" y="1068354"/>
                  </a:lnTo>
                  <a:lnTo>
                    <a:pt x="391768" y="1068362"/>
                  </a:lnTo>
                  <a:lnTo>
                    <a:pt x="391754" y="1068370"/>
                  </a:lnTo>
                  <a:lnTo>
                    <a:pt x="391742" y="1068376"/>
                  </a:lnTo>
                  <a:lnTo>
                    <a:pt x="391730" y="1068382"/>
                  </a:lnTo>
                  <a:lnTo>
                    <a:pt x="391724" y="1068384"/>
                  </a:lnTo>
                  <a:lnTo>
                    <a:pt x="391718" y="1068387"/>
                  </a:lnTo>
                  <a:lnTo>
                    <a:pt x="391708" y="1068392"/>
                  </a:lnTo>
                  <a:lnTo>
                    <a:pt x="391703" y="1068397"/>
                  </a:lnTo>
                  <a:lnTo>
                    <a:pt x="391692" y="1068408"/>
                  </a:lnTo>
                  <a:lnTo>
                    <a:pt x="391680" y="1068417"/>
                  </a:lnTo>
                  <a:lnTo>
                    <a:pt x="391663" y="1068436"/>
                  </a:lnTo>
                  <a:lnTo>
                    <a:pt x="391644" y="1068462"/>
                  </a:lnTo>
                  <a:lnTo>
                    <a:pt x="391622" y="1068492"/>
                  </a:lnTo>
                  <a:lnTo>
                    <a:pt x="391593" y="1068529"/>
                  </a:lnTo>
                  <a:lnTo>
                    <a:pt x="391586" y="1068534"/>
                  </a:lnTo>
                  <a:lnTo>
                    <a:pt x="391581" y="1068536"/>
                  </a:lnTo>
                  <a:lnTo>
                    <a:pt x="391577" y="1068536"/>
                  </a:lnTo>
                  <a:lnTo>
                    <a:pt x="391552" y="1068526"/>
                  </a:lnTo>
                  <a:lnTo>
                    <a:pt x="391537" y="1068518"/>
                  </a:lnTo>
                  <a:lnTo>
                    <a:pt x="391510" y="1068509"/>
                  </a:lnTo>
                  <a:lnTo>
                    <a:pt x="391496" y="1068505"/>
                  </a:lnTo>
                  <a:lnTo>
                    <a:pt x="391483" y="1068504"/>
                  </a:lnTo>
                  <a:lnTo>
                    <a:pt x="391475" y="1068504"/>
                  </a:lnTo>
                  <a:lnTo>
                    <a:pt x="391471" y="1068506"/>
                  </a:lnTo>
                  <a:lnTo>
                    <a:pt x="391460" y="1068513"/>
                  </a:lnTo>
                  <a:lnTo>
                    <a:pt x="391444" y="1068526"/>
                  </a:lnTo>
                  <a:lnTo>
                    <a:pt x="391413" y="1068555"/>
                  </a:lnTo>
                  <a:lnTo>
                    <a:pt x="391394" y="1068574"/>
                  </a:lnTo>
                  <a:lnTo>
                    <a:pt x="391385" y="1068584"/>
                  </a:lnTo>
                  <a:lnTo>
                    <a:pt x="391378" y="1068591"/>
                  </a:lnTo>
                  <a:lnTo>
                    <a:pt x="391375" y="1068594"/>
                  </a:lnTo>
                  <a:lnTo>
                    <a:pt x="391369" y="1068603"/>
                  </a:lnTo>
                  <a:lnTo>
                    <a:pt x="391364" y="1068609"/>
                  </a:lnTo>
                  <a:lnTo>
                    <a:pt x="391362" y="1068614"/>
                  </a:lnTo>
                  <a:lnTo>
                    <a:pt x="391361" y="1068618"/>
                  </a:lnTo>
                  <a:lnTo>
                    <a:pt x="391362" y="1068623"/>
                  </a:lnTo>
                  <a:lnTo>
                    <a:pt x="391365" y="1068630"/>
                  </a:lnTo>
                  <a:lnTo>
                    <a:pt x="391379" y="1068663"/>
                  </a:lnTo>
                  <a:lnTo>
                    <a:pt x="391383" y="1068670"/>
                  </a:lnTo>
                  <a:lnTo>
                    <a:pt x="391394" y="1068693"/>
                  </a:lnTo>
                  <a:lnTo>
                    <a:pt x="391397" y="1068705"/>
                  </a:lnTo>
                  <a:lnTo>
                    <a:pt x="391397" y="1068721"/>
                  </a:lnTo>
                  <a:lnTo>
                    <a:pt x="391396" y="1068726"/>
                  </a:lnTo>
                  <a:lnTo>
                    <a:pt x="391394" y="1068737"/>
                  </a:lnTo>
                  <a:lnTo>
                    <a:pt x="391388" y="1068749"/>
                  </a:lnTo>
                  <a:lnTo>
                    <a:pt x="391367" y="1068777"/>
                  </a:lnTo>
                  <a:lnTo>
                    <a:pt x="391354" y="1068788"/>
                  </a:lnTo>
                  <a:lnTo>
                    <a:pt x="391334" y="1068806"/>
                  </a:lnTo>
                  <a:lnTo>
                    <a:pt x="391302" y="1068831"/>
                  </a:lnTo>
                  <a:lnTo>
                    <a:pt x="391278" y="1068847"/>
                  </a:lnTo>
                  <a:lnTo>
                    <a:pt x="391258" y="1068859"/>
                  </a:lnTo>
                  <a:lnTo>
                    <a:pt x="391244" y="1068862"/>
                  </a:lnTo>
                  <a:lnTo>
                    <a:pt x="391234" y="1068862"/>
                  </a:lnTo>
                  <a:lnTo>
                    <a:pt x="391224" y="1068861"/>
                  </a:lnTo>
                  <a:lnTo>
                    <a:pt x="391201" y="1068861"/>
                  </a:lnTo>
                  <a:lnTo>
                    <a:pt x="391187" y="1068863"/>
                  </a:lnTo>
                  <a:lnTo>
                    <a:pt x="391163" y="1068870"/>
                  </a:lnTo>
                  <a:lnTo>
                    <a:pt x="391140" y="1068879"/>
                  </a:lnTo>
                  <a:lnTo>
                    <a:pt x="391094" y="1068901"/>
                  </a:lnTo>
                  <a:lnTo>
                    <a:pt x="391072" y="1068913"/>
                  </a:lnTo>
                  <a:lnTo>
                    <a:pt x="391025" y="1068936"/>
                  </a:lnTo>
                  <a:lnTo>
                    <a:pt x="390992" y="1068954"/>
                  </a:lnTo>
                  <a:lnTo>
                    <a:pt x="390985" y="1068955"/>
                  </a:lnTo>
                  <a:lnTo>
                    <a:pt x="390977" y="1068956"/>
                  </a:lnTo>
                  <a:lnTo>
                    <a:pt x="390963" y="1068955"/>
                  </a:lnTo>
                  <a:lnTo>
                    <a:pt x="390956" y="1068951"/>
                  </a:lnTo>
                  <a:lnTo>
                    <a:pt x="390948" y="1068948"/>
                  </a:lnTo>
                  <a:lnTo>
                    <a:pt x="390927" y="1068936"/>
                  </a:lnTo>
                  <a:lnTo>
                    <a:pt x="390885" y="1068913"/>
                  </a:lnTo>
                  <a:lnTo>
                    <a:pt x="390867" y="1068902"/>
                  </a:lnTo>
                  <a:lnTo>
                    <a:pt x="390851" y="1068892"/>
                  </a:lnTo>
                  <a:lnTo>
                    <a:pt x="390819" y="1068858"/>
                  </a:lnTo>
                  <a:lnTo>
                    <a:pt x="390799" y="1068834"/>
                  </a:lnTo>
                  <a:lnTo>
                    <a:pt x="390783" y="1068812"/>
                  </a:lnTo>
                  <a:lnTo>
                    <a:pt x="390762" y="1068779"/>
                  </a:lnTo>
                  <a:lnTo>
                    <a:pt x="390749" y="1068757"/>
                  </a:lnTo>
                  <a:lnTo>
                    <a:pt x="390736" y="1068736"/>
                  </a:lnTo>
                  <a:lnTo>
                    <a:pt x="390733" y="1068732"/>
                  </a:lnTo>
                  <a:lnTo>
                    <a:pt x="390726" y="1068721"/>
                  </a:lnTo>
                  <a:lnTo>
                    <a:pt x="390722" y="1068710"/>
                  </a:lnTo>
                  <a:lnTo>
                    <a:pt x="390722" y="1068705"/>
                  </a:lnTo>
                  <a:lnTo>
                    <a:pt x="390724" y="1068692"/>
                  </a:lnTo>
                  <a:lnTo>
                    <a:pt x="390723" y="1068683"/>
                  </a:lnTo>
                  <a:lnTo>
                    <a:pt x="390720" y="1068671"/>
                  </a:lnTo>
                  <a:lnTo>
                    <a:pt x="390718" y="1068665"/>
                  </a:lnTo>
                  <a:lnTo>
                    <a:pt x="390713" y="1068657"/>
                  </a:lnTo>
                  <a:lnTo>
                    <a:pt x="390706" y="1068647"/>
                  </a:lnTo>
                  <a:lnTo>
                    <a:pt x="390693" y="1068635"/>
                  </a:lnTo>
                  <a:lnTo>
                    <a:pt x="390682" y="1068627"/>
                  </a:lnTo>
                  <a:lnTo>
                    <a:pt x="390670" y="1068621"/>
                  </a:lnTo>
                  <a:lnTo>
                    <a:pt x="390650" y="1068613"/>
                  </a:lnTo>
                  <a:lnTo>
                    <a:pt x="390626" y="1068607"/>
                  </a:lnTo>
                  <a:lnTo>
                    <a:pt x="390618" y="1068602"/>
                  </a:lnTo>
                  <a:lnTo>
                    <a:pt x="390613" y="1068600"/>
                  </a:lnTo>
                  <a:lnTo>
                    <a:pt x="390606" y="1068595"/>
                  </a:lnTo>
                  <a:lnTo>
                    <a:pt x="390601" y="1068590"/>
                  </a:lnTo>
                  <a:lnTo>
                    <a:pt x="390592" y="1068579"/>
                  </a:lnTo>
                  <a:lnTo>
                    <a:pt x="390588" y="1068573"/>
                  </a:lnTo>
                  <a:lnTo>
                    <a:pt x="390578" y="1068559"/>
                  </a:lnTo>
                  <a:lnTo>
                    <a:pt x="390572" y="1068550"/>
                  </a:lnTo>
                  <a:lnTo>
                    <a:pt x="390569" y="1068546"/>
                  </a:lnTo>
                  <a:lnTo>
                    <a:pt x="390563" y="1068538"/>
                  </a:lnTo>
                  <a:lnTo>
                    <a:pt x="390560" y="1068533"/>
                  </a:lnTo>
                  <a:lnTo>
                    <a:pt x="390555" y="1068526"/>
                  </a:lnTo>
                  <a:lnTo>
                    <a:pt x="390550" y="1068520"/>
                  </a:lnTo>
                  <a:lnTo>
                    <a:pt x="390546" y="1068517"/>
                  </a:lnTo>
                  <a:lnTo>
                    <a:pt x="390539" y="1068511"/>
                  </a:lnTo>
                  <a:lnTo>
                    <a:pt x="390524" y="1068501"/>
                  </a:lnTo>
                  <a:lnTo>
                    <a:pt x="390506" y="1068490"/>
                  </a:lnTo>
                  <a:lnTo>
                    <a:pt x="390494" y="1068483"/>
                  </a:lnTo>
                  <a:lnTo>
                    <a:pt x="390464" y="1068468"/>
                  </a:lnTo>
                  <a:lnTo>
                    <a:pt x="390454" y="1068463"/>
                  </a:lnTo>
                  <a:lnTo>
                    <a:pt x="390419" y="1068447"/>
                  </a:lnTo>
                  <a:lnTo>
                    <a:pt x="390406" y="1068442"/>
                  </a:lnTo>
                  <a:lnTo>
                    <a:pt x="390375" y="1068431"/>
                  </a:lnTo>
                  <a:lnTo>
                    <a:pt x="390358" y="1068426"/>
                  </a:lnTo>
                  <a:lnTo>
                    <a:pt x="390331" y="1068414"/>
                  </a:lnTo>
                  <a:lnTo>
                    <a:pt x="390321" y="1068410"/>
                  </a:lnTo>
                  <a:lnTo>
                    <a:pt x="390286" y="1068395"/>
                  </a:lnTo>
                  <a:lnTo>
                    <a:pt x="390278" y="1068391"/>
                  </a:lnTo>
                  <a:lnTo>
                    <a:pt x="390260" y="1068381"/>
                  </a:lnTo>
                  <a:lnTo>
                    <a:pt x="390256" y="1068379"/>
                  </a:lnTo>
                  <a:lnTo>
                    <a:pt x="390252" y="1068376"/>
                  </a:lnTo>
                  <a:lnTo>
                    <a:pt x="390257" y="1068349"/>
                  </a:lnTo>
                  <a:lnTo>
                    <a:pt x="390259" y="1068324"/>
                  </a:lnTo>
                  <a:lnTo>
                    <a:pt x="390259" y="1068315"/>
                  </a:lnTo>
                  <a:lnTo>
                    <a:pt x="390258" y="1068287"/>
                  </a:lnTo>
                  <a:lnTo>
                    <a:pt x="390257" y="1068272"/>
                  </a:lnTo>
                  <a:lnTo>
                    <a:pt x="390253" y="1068253"/>
                  </a:lnTo>
                  <a:lnTo>
                    <a:pt x="390252" y="1068249"/>
                  </a:lnTo>
                  <a:lnTo>
                    <a:pt x="390249" y="1068241"/>
                  </a:lnTo>
                  <a:lnTo>
                    <a:pt x="390247" y="1068234"/>
                  </a:lnTo>
                  <a:lnTo>
                    <a:pt x="390235" y="1068217"/>
                  </a:lnTo>
                  <a:lnTo>
                    <a:pt x="390221" y="1068204"/>
                  </a:lnTo>
                  <a:lnTo>
                    <a:pt x="390199" y="1068182"/>
                  </a:lnTo>
                  <a:lnTo>
                    <a:pt x="390194" y="1068175"/>
                  </a:lnTo>
                  <a:lnTo>
                    <a:pt x="390187" y="1068165"/>
                  </a:lnTo>
                  <a:lnTo>
                    <a:pt x="390174" y="1068147"/>
                  </a:lnTo>
                  <a:lnTo>
                    <a:pt x="390171" y="1068139"/>
                  </a:lnTo>
                  <a:lnTo>
                    <a:pt x="390159" y="1068111"/>
                  </a:lnTo>
                  <a:lnTo>
                    <a:pt x="390157" y="1068105"/>
                  </a:lnTo>
                  <a:lnTo>
                    <a:pt x="390145" y="1068076"/>
                  </a:lnTo>
                  <a:lnTo>
                    <a:pt x="390139" y="1068064"/>
                  </a:lnTo>
                  <a:lnTo>
                    <a:pt x="390137" y="1068059"/>
                  </a:lnTo>
                  <a:lnTo>
                    <a:pt x="390131" y="1068041"/>
                  </a:lnTo>
                  <a:lnTo>
                    <a:pt x="390125" y="1068025"/>
                  </a:lnTo>
                  <a:lnTo>
                    <a:pt x="390116" y="1068006"/>
                  </a:lnTo>
                  <a:lnTo>
                    <a:pt x="390109" y="1067994"/>
                  </a:lnTo>
                  <a:lnTo>
                    <a:pt x="390101" y="1067983"/>
                  </a:lnTo>
                  <a:lnTo>
                    <a:pt x="390095" y="1067978"/>
                  </a:lnTo>
                  <a:lnTo>
                    <a:pt x="390090" y="1067975"/>
                  </a:lnTo>
                  <a:lnTo>
                    <a:pt x="390083" y="1067971"/>
                  </a:lnTo>
                  <a:lnTo>
                    <a:pt x="390079" y="1067969"/>
                  </a:lnTo>
                  <a:lnTo>
                    <a:pt x="390069" y="1067967"/>
                  </a:lnTo>
                  <a:lnTo>
                    <a:pt x="390057" y="1067968"/>
                  </a:lnTo>
                  <a:lnTo>
                    <a:pt x="390033" y="1067970"/>
                  </a:lnTo>
                  <a:lnTo>
                    <a:pt x="390023" y="1067970"/>
                  </a:lnTo>
                  <a:lnTo>
                    <a:pt x="390011" y="1067969"/>
                  </a:lnTo>
                  <a:lnTo>
                    <a:pt x="390003" y="1067968"/>
                  </a:lnTo>
                  <a:lnTo>
                    <a:pt x="389995" y="1067966"/>
                  </a:lnTo>
                  <a:lnTo>
                    <a:pt x="389987" y="1067964"/>
                  </a:lnTo>
                  <a:lnTo>
                    <a:pt x="389981" y="1067963"/>
                  </a:lnTo>
                  <a:lnTo>
                    <a:pt x="389971" y="1067965"/>
                  </a:lnTo>
                  <a:lnTo>
                    <a:pt x="389951" y="1067985"/>
                  </a:lnTo>
                  <a:lnTo>
                    <a:pt x="389946" y="1067991"/>
                  </a:lnTo>
                  <a:lnTo>
                    <a:pt x="389918" y="1068023"/>
                  </a:lnTo>
                  <a:lnTo>
                    <a:pt x="389904" y="1068038"/>
                  </a:lnTo>
                  <a:lnTo>
                    <a:pt x="389885" y="1068058"/>
                  </a:lnTo>
                  <a:lnTo>
                    <a:pt x="389876" y="1068068"/>
                  </a:lnTo>
                  <a:lnTo>
                    <a:pt x="389857" y="1068083"/>
                  </a:lnTo>
                  <a:lnTo>
                    <a:pt x="389842" y="1068094"/>
                  </a:lnTo>
                  <a:lnTo>
                    <a:pt x="389836" y="1068098"/>
                  </a:lnTo>
                  <a:lnTo>
                    <a:pt x="389823" y="1068103"/>
                  </a:lnTo>
                  <a:lnTo>
                    <a:pt x="389808" y="1068110"/>
                  </a:lnTo>
                  <a:lnTo>
                    <a:pt x="389796" y="1068112"/>
                  </a:lnTo>
                  <a:lnTo>
                    <a:pt x="389785" y="1068115"/>
                  </a:lnTo>
                  <a:lnTo>
                    <a:pt x="389777" y="1068118"/>
                  </a:lnTo>
                  <a:lnTo>
                    <a:pt x="389753" y="1068131"/>
                  </a:lnTo>
                  <a:lnTo>
                    <a:pt x="389741" y="1068140"/>
                  </a:lnTo>
                  <a:lnTo>
                    <a:pt x="389709" y="1068157"/>
                  </a:lnTo>
                  <a:lnTo>
                    <a:pt x="389705" y="1068160"/>
                  </a:lnTo>
                  <a:lnTo>
                    <a:pt x="389693" y="1068168"/>
                  </a:lnTo>
                  <a:lnTo>
                    <a:pt x="389665" y="1068181"/>
                  </a:lnTo>
                  <a:lnTo>
                    <a:pt x="389652" y="1068186"/>
                  </a:lnTo>
                  <a:lnTo>
                    <a:pt x="389619" y="1068201"/>
                  </a:lnTo>
                  <a:lnTo>
                    <a:pt x="389596" y="1068213"/>
                  </a:lnTo>
                  <a:lnTo>
                    <a:pt x="389576" y="1068221"/>
                  </a:lnTo>
                  <a:lnTo>
                    <a:pt x="389570" y="1068223"/>
                  </a:lnTo>
                  <a:lnTo>
                    <a:pt x="389555" y="1068229"/>
                  </a:lnTo>
                  <a:lnTo>
                    <a:pt x="389531" y="1068236"/>
                  </a:lnTo>
                  <a:lnTo>
                    <a:pt x="389525" y="1068237"/>
                  </a:lnTo>
                  <a:lnTo>
                    <a:pt x="389508" y="1068242"/>
                  </a:lnTo>
                  <a:lnTo>
                    <a:pt x="389487" y="1068246"/>
                  </a:lnTo>
                  <a:lnTo>
                    <a:pt x="389479" y="1068247"/>
                  </a:lnTo>
                  <a:lnTo>
                    <a:pt x="389467" y="1068249"/>
                  </a:lnTo>
                  <a:lnTo>
                    <a:pt x="389462" y="1068250"/>
                  </a:lnTo>
                  <a:lnTo>
                    <a:pt x="389448" y="1068251"/>
                  </a:lnTo>
                  <a:lnTo>
                    <a:pt x="389442" y="1068252"/>
                  </a:lnTo>
                  <a:lnTo>
                    <a:pt x="389431" y="1068254"/>
                  </a:lnTo>
                  <a:lnTo>
                    <a:pt x="389397" y="1068259"/>
                  </a:lnTo>
                  <a:lnTo>
                    <a:pt x="389383" y="1068260"/>
                  </a:lnTo>
                  <a:lnTo>
                    <a:pt x="389353" y="1068264"/>
                  </a:lnTo>
                  <a:lnTo>
                    <a:pt x="389348" y="1068264"/>
                  </a:lnTo>
                  <a:lnTo>
                    <a:pt x="389329" y="1068266"/>
                  </a:lnTo>
                  <a:lnTo>
                    <a:pt x="389315" y="1068266"/>
                  </a:lnTo>
                  <a:lnTo>
                    <a:pt x="389308" y="1068266"/>
                  </a:lnTo>
                  <a:lnTo>
                    <a:pt x="389303" y="1068266"/>
                  </a:lnTo>
                  <a:lnTo>
                    <a:pt x="389294" y="1068264"/>
                  </a:lnTo>
                  <a:lnTo>
                    <a:pt x="389278" y="1068260"/>
                  </a:lnTo>
                  <a:lnTo>
                    <a:pt x="389259" y="1068255"/>
                  </a:lnTo>
                  <a:lnTo>
                    <a:pt x="389232" y="1068245"/>
                  </a:lnTo>
                  <a:lnTo>
                    <a:pt x="389219" y="1068239"/>
                  </a:lnTo>
                  <a:lnTo>
                    <a:pt x="389212" y="1068236"/>
                  </a:lnTo>
                  <a:lnTo>
                    <a:pt x="389175" y="1068219"/>
                  </a:lnTo>
                  <a:lnTo>
                    <a:pt x="389167" y="1068216"/>
                  </a:lnTo>
                  <a:lnTo>
                    <a:pt x="389130" y="1068200"/>
                  </a:lnTo>
                  <a:lnTo>
                    <a:pt x="389125" y="1068197"/>
                  </a:lnTo>
                  <a:lnTo>
                    <a:pt x="389112" y="1068191"/>
                  </a:lnTo>
                  <a:lnTo>
                    <a:pt x="389085" y="1068179"/>
                  </a:lnTo>
                  <a:lnTo>
                    <a:pt x="389065" y="1068170"/>
                  </a:lnTo>
                  <a:lnTo>
                    <a:pt x="389036" y="1068157"/>
                  </a:lnTo>
                  <a:lnTo>
                    <a:pt x="388997" y="1068139"/>
                  </a:lnTo>
                  <a:lnTo>
                    <a:pt x="388990" y="1068136"/>
                  </a:lnTo>
                  <a:lnTo>
                    <a:pt x="388952" y="1068117"/>
                  </a:lnTo>
                  <a:lnTo>
                    <a:pt x="388908" y="1068095"/>
                  </a:lnTo>
                  <a:lnTo>
                    <a:pt x="388898" y="1068089"/>
                  </a:lnTo>
                  <a:lnTo>
                    <a:pt x="388874" y="1068076"/>
                  </a:lnTo>
                  <a:lnTo>
                    <a:pt x="388864" y="1068070"/>
                  </a:lnTo>
                  <a:lnTo>
                    <a:pt x="388850" y="1068061"/>
                  </a:lnTo>
                  <a:lnTo>
                    <a:pt x="388843" y="1068056"/>
                  </a:lnTo>
                  <a:lnTo>
                    <a:pt x="388819" y="1068040"/>
                  </a:lnTo>
                  <a:lnTo>
                    <a:pt x="388805" y="1068029"/>
                  </a:lnTo>
                  <a:lnTo>
                    <a:pt x="388786" y="1068017"/>
                  </a:lnTo>
                  <a:lnTo>
                    <a:pt x="388777" y="1068012"/>
                  </a:lnTo>
                  <a:lnTo>
                    <a:pt x="388772" y="1068009"/>
                  </a:lnTo>
                  <a:lnTo>
                    <a:pt x="388765" y="1068005"/>
                  </a:lnTo>
                  <a:lnTo>
                    <a:pt x="388761" y="1067996"/>
                  </a:lnTo>
                  <a:lnTo>
                    <a:pt x="388772" y="1067977"/>
                  </a:lnTo>
                  <a:lnTo>
                    <a:pt x="388776" y="1067971"/>
                  </a:lnTo>
                  <a:lnTo>
                    <a:pt x="388779" y="1067966"/>
                  </a:lnTo>
                  <a:lnTo>
                    <a:pt x="388792" y="1067935"/>
                  </a:lnTo>
                  <a:lnTo>
                    <a:pt x="388795" y="1067929"/>
                  </a:lnTo>
                  <a:lnTo>
                    <a:pt x="388797" y="1067923"/>
                  </a:lnTo>
                  <a:lnTo>
                    <a:pt x="388804" y="1067901"/>
                  </a:lnTo>
                  <a:lnTo>
                    <a:pt x="388807" y="1067891"/>
                  </a:lnTo>
                  <a:lnTo>
                    <a:pt x="388808" y="1067881"/>
                  </a:lnTo>
                  <a:lnTo>
                    <a:pt x="388809" y="1067864"/>
                  </a:lnTo>
                  <a:lnTo>
                    <a:pt x="388808" y="1067856"/>
                  </a:lnTo>
                  <a:lnTo>
                    <a:pt x="388805" y="1067829"/>
                  </a:lnTo>
                  <a:lnTo>
                    <a:pt x="388804" y="1067820"/>
                  </a:lnTo>
                  <a:lnTo>
                    <a:pt x="388799" y="1067793"/>
                  </a:lnTo>
                  <a:lnTo>
                    <a:pt x="388797" y="1067782"/>
                  </a:lnTo>
                  <a:lnTo>
                    <a:pt x="388791" y="1067757"/>
                  </a:lnTo>
                  <a:lnTo>
                    <a:pt x="388789" y="1067748"/>
                  </a:lnTo>
                  <a:lnTo>
                    <a:pt x="388780" y="1067722"/>
                  </a:lnTo>
                  <a:lnTo>
                    <a:pt x="388778" y="1067716"/>
                  </a:lnTo>
                  <a:lnTo>
                    <a:pt x="388772" y="1067704"/>
                  </a:lnTo>
                  <a:lnTo>
                    <a:pt x="388763" y="1067687"/>
                  </a:lnTo>
                  <a:lnTo>
                    <a:pt x="388760" y="1067682"/>
                  </a:lnTo>
                  <a:lnTo>
                    <a:pt x="388750" y="1067668"/>
                  </a:lnTo>
                  <a:lnTo>
                    <a:pt x="388746" y="1067663"/>
                  </a:lnTo>
                  <a:lnTo>
                    <a:pt x="388735" y="1067651"/>
                  </a:lnTo>
                  <a:lnTo>
                    <a:pt x="388731" y="1067647"/>
                  </a:lnTo>
                  <a:lnTo>
                    <a:pt x="388727" y="1067644"/>
                  </a:lnTo>
                  <a:lnTo>
                    <a:pt x="388716" y="1067636"/>
                  </a:lnTo>
                  <a:lnTo>
                    <a:pt x="388691" y="1067624"/>
                  </a:lnTo>
                  <a:lnTo>
                    <a:pt x="388684" y="1067621"/>
                  </a:lnTo>
                  <a:lnTo>
                    <a:pt x="388646" y="1067608"/>
                  </a:lnTo>
                  <a:lnTo>
                    <a:pt x="388625" y="1067599"/>
                  </a:lnTo>
                  <a:lnTo>
                    <a:pt x="388617" y="1067597"/>
                  </a:lnTo>
                  <a:lnTo>
                    <a:pt x="388602" y="1067592"/>
                  </a:lnTo>
                  <a:lnTo>
                    <a:pt x="388595" y="1067589"/>
                  </a:lnTo>
                  <a:lnTo>
                    <a:pt x="388585" y="1067585"/>
                  </a:lnTo>
                  <a:lnTo>
                    <a:pt x="388558" y="1067575"/>
                  </a:lnTo>
                  <a:lnTo>
                    <a:pt x="388552" y="1067573"/>
                  </a:lnTo>
                  <a:lnTo>
                    <a:pt x="388548" y="1067571"/>
                  </a:lnTo>
                  <a:lnTo>
                    <a:pt x="388542" y="1067568"/>
                  </a:lnTo>
                  <a:lnTo>
                    <a:pt x="388539" y="1067560"/>
                  </a:lnTo>
                  <a:lnTo>
                    <a:pt x="388540" y="1067539"/>
                  </a:lnTo>
                  <a:lnTo>
                    <a:pt x="388540" y="1067535"/>
                  </a:lnTo>
                  <a:lnTo>
                    <a:pt x="388541" y="1067526"/>
                  </a:lnTo>
                  <a:lnTo>
                    <a:pt x="388542" y="1067502"/>
                  </a:lnTo>
                  <a:lnTo>
                    <a:pt x="388542" y="1067496"/>
                  </a:lnTo>
                  <a:lnTo>
                    <a:pt x="388540" y="1067490"/>
                  </a:lnTo>
                  <a:lnTo>
                    <a:pt x="388531" y="1067473"/>
                  </a:lnTo>
                  <a:lnTo>
                    <a:pt x="388528" y="1067468"/>
                  </a:lnTo>
                  <a:lnTo>
                    <a:pt x="388524" y="1067458"/>
                  </a:lnTo>
                  <a:lnTo>
                    <a:pt x="388517" y="1067444"/>
                  </a:lnTo>
                  <a:lnTo>
                    <a:pt x="388514" y="1067433"/>
                  </a:lnTo>
                  <a:lnTo>
                    <a:pt x="388513" y="1067424"/>
                  </a:lnTo>
                  <a:lnTo>
                    <a:pt x="388511" y="1067417"/>
                  </a:lnTo>
                  <a:lnTo>
                    <a:pt x="388510" y="1067409"/>
                  </a:lnTo>
                  <a:lnTo>
                    <a:pt x="388510" y="1067395"/>
                  </a:lnTo>
                  <a:lnTo>
                    <a:pt x="388510" y="1067390"/>
                  </a:lnTo>
                  <a:lnTo>
                    <a:pt x="388509" y="1067362"/>
                  </a:lnTo>
                  <a:lnTo>
                    <a:pt x="388509" y="1067350"/>
                  </a:lnTo>
                  <a:lnTo>
                    <a:pt x="388510" y="1067326"/>
                  </a:lnTo>
                  <a:lnTo>
                    <a:pt x="388510" y="1067321"/>
                  </a:lnTo>
                  <a:lnTo>
                    <a:pt x="388510" y="1067302"/>
                  </a:lnTo>
                  <a:lnTo>
                    <a:pt x="388512" y="1067293"/>
                  </a:lnTo>
                  <a:lnTo>
                    <a:pt x="388516" y="1067288"/>
                  </a:lnTo>
                  <a:lnTo>
                    <a:pt x="388520" y="1067284"/>
                  </a:lnTo>
                  <a:lnTo>
                    <a:pt x="388534" y="1067275"/>
                  </a:lnTo>
                  <a:lnTo>
                    <a:pt x="388557" y="1067258"/>
                  </a:lnTo>
                  <a:lnTo>
                    <a:pt x="388562" y="1067253"/>
                  </a:lnTo>
                  <a:lnTo>
                    <a:pt x="388575" y="1067243"/>
                  </a:lnTo>
                  <a:lnTo>
                    <a:pt x="388593" y="1067221"/>
                  </a:lnTo>
                  <a:lnTo>
                    <a:pt x="388599" y="1067213"/>
                  </a:lnTo>
                  <a:lnTo>
                    <a:pt x="388614" y="1067186"/>
                  </a:lnTo>
                  <a:lnTo>
                    <a:pt x="388616" y="1067181"/>
                  </a:lnTo>
                  <a:lnTo>
                    <a:pt x="388621" y="1067167"/>
                  </a:lnTo>
                  <a:lnTo>
                    <a:pt x="388626" y="1067150"/>
                  </a:lnTo>
                  <a:lnTo>
                    <a:pt x="388628" y="1067139"/>
                  </a:lnTo>
                  <a:lnTo>
                    <a:pt x="388629" y="1067131"/>
                  </a:lnTo>
                  <a:lnTo>
                    <a:pt x="388629" y="1067114"/>
                  </a:lnTo>
                  <a:lnTo>
                    <a:pt x="388628" y="1067101"/>
                  </a:lnTo>
                  <a:lnTo>
                    <a:pt x="388626" y="1067079"/>
                  </a:lnTo>
                  <a:lnTo>
                    <a:pt x="388625" y="1067072"/>
                  </a:lnTo>
                  <a:lnTo>
                    <a:pt x="388622" y="1067056"/>
                  </a:lnTo>
                  <a:lnTo>
                    <a:pt x="388620" y="1067051"/>
                  </a:lnTo>
                  <a:lnTo>
                    <a:pt x="388616" y="1067044"/>
                  </a:lnTo>
                  <a:lnTo>
                    <a:pt x="388613" y="1067040"/>
                  </a:lnTo>
                  <a:lnTo>
                    <a:pt x="388599" y="1067027"/>
                  </a:lnTo>
                  <a:lnTo>
                    <a:pt x="388589" y="1067022"/>
                  </a:lnTo>
                  <a:lnTo>
                    <a:pt x="388572" y="1067017"/>
                  </a:lnTo>
                  <a:lnTo>
                    <a:pt x="388560" y="1067015"/>
                  </a:lnTo>
                  <a:lnTo>
                    <a:pt x="388529" y="1067007"/>
                  </a:lnTo>
                  <a:lnTo>
                    <a:pt x="388506" y="1067001"/>
                  </a:lnTo>
                  <a:lnTo>
                    <a:pt x="388485" y="1066995"/>
                  </a:lnTo>
                  <a:lnTo>
                    <a:pt x="388471" y="1066992"/>
                  </a:lnTo>
                  <a:lnTo>
                    <a:pt x="388453" y="1066988"/>
                  </a:lnTo>
                  <a:lnTo>
                    <a:pt x="388438" y="1066985"/>
                  </a:lnTo>
                  <a:lnTo>
                    <a:pt x="388418" y="1066978"/>
                  </a:lnTo>
                  <a:lnTo>
                    <a:pt x="388395" y="1066970"/>
                  </a:lnTo>
                  <a:lnTo>
                    <a:pt x="388380" y="1066965"/>
                  </a:lnTo>
                  <a:lnTo>
                    <a:pt x="388366" y="1066957"/>
                  </a:lnTo>
                  <a:lnTo>
                    <a:pt x="388351" y="1066947"/>
                  </a:lnTo>
                  <a:lnTo>
                    <a:pt x="388345" y="1066941"/>
                  </a:lnTo>
                  <a:lnTo>
                    <a:pt x="388334" y="1066929"/>
                  </a:lnTo>
                  <a:lnTo>
                    <a:pt x="388321" y="1066911"/>
                  </a:lnTo>
                  <a:lnTo>
                    <a:pt x="388314" y="1066900"/>
                  </a:lnTo>
                  <a:lnTo>
                    <a:pt x="388308" y="1066892"/>
                  </a:lnTo>
                  <a:lnTo>
                    <a:pt x="388296" y="1066877"/>
                  </a:lnTo>
                  <a:lnTo>
                    <a:pt x="388292" y="1066873"/>
                  </a:lnTo>
                  <a:lnTo>
                    <a:pt x="388287" y="1066870"/>
                  </a:lnTo>
                  <a:lnTo>
                    <a:pt x="388282" y="1066873"/>
                  </a:lnTo>
                  <a:lnTo>
                    <a:pt x="388274" y="1066877"/>
                  </a:lnTo>
                  <a:lnTo>
                    <a:pt x="388252" y="1066889"/>
                  </a:lnTo>
                  <a:lnTo>
                    <a:pt x="388230" y="1066901"/>
                  </a:lnTo>
                  <a:lnTo>
                    <a:pt x="388209" y="1066912"/>
                  </a:lnTo>
                  <a:lnTo>
                    <a:pt x="388195" y="1066921"/>
                  </a:lnTo>
                  <a:lnTo>
                    <a:pt x="388181" y="1066929"/>
                  </a:lnTo>
                  <a:lnTo>
                    <a:pt x="388165" y="1066938"/>
                  </a:lnTo>
                  <a:lnTo>
                    <a:pt x="388157" y="1066942"/>
                  </a:lnTo>
                  <a:lnTo>
                    <a:pt x="388143" y="1066945"/>
                  </a:lnTo>
                  <a:lnTo>
                    <a:pt x="388120" y="1066949"/>
                  </a:lnTo>
                  <a:lnTo>
                    <a:pt x="388108" y="1066950"/>
                  </a:lnTo>
                  <a:lnTo>
                    <a:pt x="388095" y="1066953"/>
                  </a:lnTo>
                  <a:lnTo>
                    <a:pt x="388083" y="1066955"/>
                  </a:lnTo>
                  <a:lnTo>
                    <a:pt x="388074" y="1066956"/>
                  </a:lnTo>
                  <a:lnTo>
                    <a:pt x="388061" y="1066956"/>
                  </a:lnTo>
                  <a:lnTo>
                    <a:pt x="388051" y="1066956"/>
                  </a:lnTo>
                  <a:lnTo>
                    <a:pt x="388032" y="1066955"/>
                  </a:lnTo>
                  <a:lnTo>
                    <a:pt x="388025" y="1066954"/>
                  </a:lnTo>
                  <a:lnTo>
                    <a:pt x="388013" y="1066954"/>
                  </a:lnTo>
                  <a:lnTo>
                    <a:pt x="388003" y="1066954"/>
                  </a:lnTo>
                  <a:lnTo>
                    <a:pt x="387995" y="1066956"/>
                  </a:lnTo>
                  <a:lnTo>
                    <a:pt x="387987" y="1066960"/>
                  </a:lnTo>
                  <a:lnTo>
                    <a:pt x="387981" y="1066964"/>
                  </a:lnTo>
                  <a:lnTo>
                    <a:pt x="387976" y="1066970"/>
                  </a:lnTo>
                  <a:lnTo>
                    <a:pt x="387962" y="1066995"/>
                  </a:lnTo>
                  <a:lnTo>
                    <a:pt x="387948" y="1067031"/>
                  </a:lnTo>
                  <a:lnTo>
                    <a:pt x="387942" y="1067042"/>
                  </a:lnTo>
                  <a:lnTo>
                    <a:pt x="387939" y="1067048"/>
                  </a:lnTo>
                  <a:lnTo>
                    <a:pt x="387930" y="1067067"/>
                  </a:lnTo>
                  <a:lnTo>
                    <a:pt x="387923" y="1067078"/>
                  </a:lnTo>
                  <a:lnTo>
                    <a:pt x="387910" y="1067097"/>
                  </a:lnTo>
                  <a:lnTo>
                    <a:pt x="387907" y="1067103"/>
                  </a:lnTo>
                  <a:lnTo>
                    <a:pt x="387897" y="1067115"/>
                  </a:lnTo>
                  <a:lnTo>
                    <a:pt x="387894" y="1067120"/>
                  </a:lnTo>
                  <a:lnTo>
                    <a:pt x="387885" y="1067128"/>
                  </a:lnTo>
                  <a:lnTo>
                    <a:pt x="387866" y="1067138"/>
                  </a:lnTo>
                  <a:lnTo>
                    <a:pt x="387859" y="1067142"/>
                  </a:lnTo>
                  <a:lnTo>
                    <a:pt x="387851" y="1067145"/>
                  </a:lnTo>
                  <a:lnTo>
                    <a:pt x="387842" y="1067147"/>
                  </a:lnTo>
                  <a:lnTo>
                    <a:pt x="387830" y="1067150"/>
                  </a:lnTo>
                  <a:lnTo>
                    <a:pt x="387822" y="1067151"/>
                  </a:lnTo>
                  <a:lnTo>
                    <a:pt x="387817" y="1067151"/>
                  </a:lnTo>
                  <a:lnTo>
                    <a:pt x="387805" y="1067151"/>
                  </a:lnTo>
                  <a:lnTo>
                    <a:pt x="387794" y="1067151"/>
                  </a:lnTo>
                  <a:lnTo>
                    <a:pt x="387787" y="1067149"/>
                  </a:lnTo>
                  <a:lnTo>
                    <a:pt x="387778" y="1067145"/>
                  </a:lnTo>
                  <a:lnTo>
                    <a:pt x="387770" y="1067140"/>
                  </a:lnTo>
                  <a:lnTo>
                    <a:pt x="387757" y="1067130"/>
                  </a:lnTo>
                  <a:lnTo>
                    <a:pt x="387745" y="1067122"/>
                  </a:lnTo>
                  <a:lnTo>
                    <a:pt x="387733" y="1067114"/>
                  </a:lnTo>
                  <a:lnTo>
                    <a:pt x="387729" y="1067111"/>
                  </a:lnTo>
                  <a:lnTo>
                    <a:pt x="387722" y="1067106"/>
                  </a:lnTo>
                  <a:lnTo>
                    <a:pt x="387714" y="1067101"/>
                  </a:lnTo>
                  <a:lnTo>
                    <a:pt x="387704" y="1067096"/>
                  </a:lnTo>
                  <a:lnTo>
                    <a:pt x="387696" y="1067094"/>
                  </a:lnTo>
                  <a:lnTo>
                    <a:pt x="387688" y="1067092"/>
                  </a:lnTo>
                  <a:lnTo>
                    <a:pt x="387680" y="1067091"/>
                  </a:lnTo>
                  <a:lnTo>
                    <a:pt x="387673" y="1067090"/>
                  </a:lnTo>
                  <a:lnTo>
                    <a:pt x="387645" y="1067090"/>
                  </a:lnTo>
                  <a:lnTo>
                    <a:pt x="387638" y="1067090"/>
                  </a:lnTo>
                  <a:lnTo>
                    <a:pt x="387598" y="1067089"/>
                  </a:lnTo>
                  <a:lnTo>
                    <a:pt x="387583" y="1067089"/>
                  </a:lnTo>
                  <a:lnTo>
                    <a:pt x="387554" y="1067084"/>
                  </a:lnTo>
                  <a:lnTo>
                    <a:pt x="387538" y="1067080"/>
                  </a:lnTo>
                  <a:lnTo>
                    <a:pt x="387510" y="1067075"/>
                  </a:lnTo>
                  <a:lnTo>
                    <a:pt x="387495" y="1067072"/>
                  </a:lnTo>
                  <a:lnTo>
                    <a:pt x="387464" y="1067064"/>
                  </a:lnTo>
                  <a:lnTo>
                    <a:pt x="387444" y="1067060"/>
                  </a:lnTo>
                  <a:lnTo>
                    <a:pt x="387420" y="1067056"/>
                  </a:lnTo>
                  <a:lnTo>
                    <a:pt x="387407" y="1067055"/>
                  </a:lnTo>
                  <a:lnTo>
                    <a:pt x="387388" y="1067052"/>
                  </a:lnTo>
                  <a:lnTo>
                    <a:pt x="387376" y="1067050"/>
                  </a:lnTo>
                  <a:lnTo>
                    <a:pt x="387364" y="1067048"/>
                  </a:lnTo>
                  <a:lnTo>
                    <a:pt x="387357" y="1067046"/>
                  </a:lnTo>
                  <a:lnTo>
                    <a:pt x="387332" y="1067038"/>
                  </a:lnTo>
                  <a:lnTo>
                    <a:pt x="387315" y="1067030"/>
                  </a:lnTo>
                  <a:lnTo>
                    <a:pt x="387286" y="1067018"/>
                  </a:lnTo>
                  <a:lnTo>
                    <a:pt x="387268" y="1067012"/>
                  </a:lnTo>
                  <a:lnTo>
                    <a:pt x="387242" y="1067001"/>
                  </a:lnTo>
                  <a:lnTo>
                    <a:pt x="387236" y="1066998"/>
                  </a:lnTo>
                  <a:lnTo>
                    <a:pt x="387225" y="1066993"/>
                  </a:lnTo>
                  <a:lnTo>
                    <a:pt x="387215" y="1066986"/>
                  </a:lnTo>
                  <a:lnTo>
                    <a:pt x="387201" y="1066973"/>
                  </a:lnTo>
                  <a:lnTo>
                    <a:pt x="387192" y="1066960"/>
                  </a:lnTo>
                  <a:lnTo>
                    <a:pt x="387188" y="1066954"/>
                  </a:lnTo>
                  <a:lnTo>
                    <a:pt x="387178" y="1066933"/>
                  </a:lnTo>
                  <a:lnTo>
                    <a:pt x="387175" y="1066924"/>
                  </a:lnTo>
                  <a:lnTo>
                    <a:pt x="387172" y="1066915"/>
                  </a:lnTo>
                  <a:lnTo>
                    <a:pt x="387166" y="1066898"/>
                  </a:lnTo>
                  <a:lnTo>
                    <a:pt x="387164" y="1066892"/>
                  </a:lnTo>
                  <a:lnTo>
                    <a:pt x="387160" y="1066884"/>
                  </a:lnTo>
                  <a:lnTo>
                    <a:pt x="387156" y="1066876"/>
                  </a:lnTo>
                  <a:lnTo>
                    <a:pt x="387150" y="1066869"/>
                  </a:lnTo>
                  <a:lnTo>
                    <a:pt x="387142" y="1066861"/>
                  </a:lnTo>
                  <a:lnTo>
                    <a:pt x="387134" y="1066858"/>
                  </a:lnTo>
                  <a:lnTo>
                    <a:pt x="387122" y="1066853"/>
                  </a:lnTo>
                  <a:lnTo>
                    <a:pt x="387109" y="1066849"/>
                  </a:lnTo>
                  <a:lnTo>
                    <a:pt x="387098" y="1066846"/>
                  </a:lnTo>
                  <a:lnTo>
                    <a:pt x="387089" y="1066844"/>
                  </a:lnTo>
                  <a:lnTo>
                    <a:pt x="387072" y="1066837"/>
                  </a:lnTo>
                  <a:lnTo>
                    <a:pt x="387054" y="1066829"/>
                  </a:lnTo>
                  <a:lnTo>
                    <a:pt x="387050" y="1066827"/>
                  </a:lnTo>
                  <a:lnTo>
                    <a:pt x="387039" y="1066820"/>
                  </a:lnTo>
                  <a:lnTo>
                    <a:pt x="387027" y="1066808"/>
                  </a:lnTo>
                  <a:lnTo>
                    <a:pt x="387015" y="1066793"/>
                  </a:lnTo>
                  <a:lnTo>
                    <a:pt x="387010" y="1066786"/>
                  </a:lnTo>
                  <a:lnTo>
                    <a:pt x="387006" y="1066777"/>
                  </a:lnTo>
                  <a:lnTo>
                    <a:pt x="386998" y="1066757"/>
                  </a:lnTo>
                  <a:lnTo>
                    <a:pt x="386997" y="1066753"/>
                  </a:lnTo>
                  <a:lnTo>
                    <a:pt x="386993" y="1066738"/>
                  </a:lnTo>
                  <a:lnTo>
                    <a:pt x="386990" y="1066721"/>
                  </a:lnTo>
                  <a:lnTo>
                    <a:pt x="386988" y="1066707"/>
                  </a:lnTo>
                  <a:lnTo>
                    <a:pt x="386988" y="1066695"/>
                  </a:lnTo>
                  <a:lnTo>
                    <a:pt x="386989" y="1066690"/>
                  </a:lnTo>
                  <a:lnTo>
                    <a:pt x="386990" y="1066685"/>
                  </a:lnTo>
                  <a:lnTo>
                    <a:pt x="386990" y="1066679"/>
                  </a:lnTo>
                  <a:lnTo>
                    <a:pt x="386992" y="1066673"/>
                  </a:lnTo>
                  <a:lnTo>
                    <a:pt x="386995" y="1066664"/>
                  </a:lnTo>
                  <a:lnTo>
                    <a:pt x="387004" y="1066650"/>
                  </a:lnTo>
                  <a:lnTo>
                    <a:pt x="387008" y="1066643"/>
                  </a:lnTo>
                  <a:lnTo>
                    <a:pt x="387011" y="1066638"/>
                  </a:lnTo>
                  <a:lnTo>
                    <a:pt x="387015" y="1066632"/>
                  </a:lnTo>
                  <a:lnTo>
                    <a:pt x="387019" y="1066623"/>
                  </a:lnTo>
                  <a:lnTo>
                    <a:pt x="387020" y="1066614"/>
                  </a:lnTo>
                  <a:lnTo>
                    <a:pt x="387020" y="1066607"/>
                  </a:lnTo>
                  <a:lnTo>
                    <a:pt x="387018" y="1066602"/>
                  </a:lnTo>
                  <a:lnTo>
                    <a:pt x="387014" y="1066597"/>
                  </a:lnTo>
                  <a:lnTo>
                    <a:pt x="387006" y="1066589"/>
                  </a:lnTo>
                  <a:lnTo>
                    <a:pt x="386992" y="1066581"/>
                  </a:lnTo>
                  <a:lnTo>
                    <a:pt x="386983" y="1066574"/>
                  </a:lnTo>
                  <a:lnTo>
                    <a:pt x="386971" y="1066565"/>
                  </a:lnTo>
                  <a:lnTo>
                    <a:pt x="386960" y="1066557"/>
                  </a:lnTo>
                  <a:lnTo>
                    <a:pt x="386949" y="1066546"/>
                  </a:lnTo>
                  <a:lnTo>
                    <a:pt x="386944" y="1066541"/>
                  </a:lnTo>
                  <a:lnTo>
                    <a:pt x="386933" y="1066531"/>
                  </a:lnTo>
                  <a:lnTo>
                    <a:pt x="386920" y="1066522"/>
                  </a:lnTo>
                  <a:lnTo>
                    <a:pt x="386904" y="1066512"/>
                  </a:lnTo>
                  <a:lnTo>
                    <a:pt x="386891" y="1066505"/>
                  </a:lnTo>
                  <a:lnTo>
                    <a:pt x="386876" y="1066497"/>
                  </a:lnTo>
                  <a:lnTo>
                    <a:pt x="386861" y="1066489"/>
                  </a:lnTo>
                  <a:lnTo>
                    <a:pt x="386856" y="1066487"/>
                  </a:lnTo>
                  <a:lnTo>
                    <a:pt x="386840" y="1066480"/>
                  </a:lnTo>
                  <a:lnTo>
                    <a:pt x="386815" y="1066473"/>
                  </a:lnTo>
                  <a:lnTo>
                    <a:pt x="386798" y="1066467"/>
                  </a:lnTo>
                  <a:lnTo>
                    <a:pt x="386772" y="1066456"/>
                  </a:lnTo>
                  <a:lnTo>
                    <a:pt x="386755" y="1066447"/>
                  </a:lnTo>
                  <a:lnTo>
                    <a:pt x="386739" y="1066438"/>
                  </a:lnTo>
                  <a:lnTo>
                    <a:pt x="386728" y="1066432"/>
                  </a:lnTo>
                  <a:lnTo>
                    <a:pt x="386718" y="1066428"/>
                  </a:lnTo>
                  <a:lnTo>
                    <a:pt x="386708" y="1066423"/>
                  </a:lnTo>
                  <a:lnTo>
                    <a:pt x="386700" y="1066419"/>
                  </a:lnTo>
                  <a:lnTo>
                    <a:pt x="386695" y="1066420"/>
                  </a:lnTo>
                  <a:lnTo>
                    <a:pt x="386682" y="1066421"/>
                  </a:lnTo>
                  <a:lnTo>
                    <a:pt x="386654" y="1066420"/>
                  </a:lnTo>
                  <a:lnTo>
                    <a:pt x="386628" y="1066420"/>
                  </a:lnTo>
                  <a:lnTo>
                    <a:pt x="386617" y="1066411"/>
                  </a:lnTo>
                  <a:lnTo>
                    <a:pt x="386606" y="1066397"/>
                  </a:lnTo>
                  <a:lnTo>
                    <a:pt x="386597" y="1066385"/>
                  </a:lnTo>
                  <a:lnTo>
                    <a:pt x="386586" y="1066372"/>
                  </a:lnTo>
                  <a:lnTo>
                    <a:pt x="386576" y="1066356"/>
                  </a:lnTo>
                  <a:lnTo>
                    <a:pt x="386567" y="1066342"/>
                  </a:lnTo>
                  <a:lnTo>
                    <a:pt x="386561" y="1066327"/>
                  </a:lnTo>
                  <a:lnTo>
                    <a:pt x="386551" y="1066303"/>
                  </a:lnTo>
                  <a:lnTo>
                    <a:pt x="386541" y="1066284"/>
                  </a:lnTo>
                  <a:lnTo>
                    <a:pt x="386533" y="1066259"/>
                  </a:lnTo>
                  <a:lnTo>
                    <a:pt x="386524" y="1066245"/>
                  </a:lnTo>
                  <a:lnTo>
                    <a:pt x="386512" y="1066227"/>
                  </a:lnTo>
                  <a:lnTo>
                    <a:pt x="386508" y="1066221"/>
                  </a:lnTo>
                  <a:lnTo>
                    <a:pt x="386505" y="1066214"/>
                  </a:lnTo>
                  <a:lnTo>
                    <a:pt x="386506" y="1066198"/>
                  </a:lnTo>
                  <a:lnTo>
                    <a:pt x="386507" y="1066188"/>
                  </a:lnTo>
                  <a:lnTo>
                    <a:pt x="386509" y="1066178"/>
                  </a:lnTo>
                  <a:lnTo>
                    <a:pt x="386513" y="1066155"/>
                  </a:lnTo>
                  <a:lnTo>
                    <a:pt x="386514" y="1066143"/>
                  </a:lnTo>
                  <a:lnTo>
                    <a:pt x="386515" y="1066134"/>
                  </a:lnTo>
                  <a:lnTo>
                    <a:pt x="386517" y="1066121"/>
                  </a:lnTo>
                  <a:lnTo>
                    <a:pt x="386520" y="1066096"/>
                  </a:lnTo>
                  <a:lnTo>
                    <a:pt x="386522" y="1066080"/>
                  </a:lnTo>
                  <a:lnTo>
                    <a:pt x="386524" y="1066068"/>
                  </a:lnTo>
                  <a:lnTo>
                    <a:pt x="386524" y="1066062"/>
                  </a:lnTo>
                  <a:lnTo>
                    <a:pt x="386525" y="1066047"/>
                  </a:lnTo>
                  <a:lnTo>
                    <a:pt x="386525" y="1066041"/>
                  </a:lnTo>
                  <a:lnTo>
                    <a:pt x="386524" y="1066029"/>
                  </a:lnTo>
                  <a:lnTo>
                    <a:pt x="386522" y="1066012"/>
                  </a:lnTo>
                  <a:lnTo>
                    <a:pt x="386522" y="1066005"/>
                  </a:lnTo>
                  <a:lnTo>
                    <a:pt x="386519" y="1065992"/>
                  </a:lnTo>
                  <a:lnTo>
                    <a:pt x="386517" y="1065980"/>
                  </a:lnTo>
                  <a:lnTo>
                    <a:pt x="386516" y="1065976"/>
                  </a:lnTo>
                  <a:lnTo>
                    <a:pt x="386513" y="1065968"/>
                  </a:lnTo>
                  <a:lnTo>
                    <a:pt x="386508" y="1065963"/>
                  </a:lnTo>
                  <a:lnTo>
                    <a:pt x="386505" y="1065960"/>
                  </a:lnTo>
                  <a:lnTo>
                    <a:pt x="386498" y="1065957"/>
                  </a:lnTo>
                  <a:lnTo>
                    <a:pt x="386486" y="1065953"/>
                  </a:lnTo>
                  <a:lnTo>
                    <a:pt x="386482" y="1065952"/>
                  </a:lnTo>
                  <a:lnTo>
                    <a:pt x="386472" y="1065951"/>
                  </a:lnTo>
                  <a:lnTo>
                    <a:pt x="386460" y="1065950"/>
                  </a:lnTo>
                  <a:lnTo>
                    <a:pt x="386453" y="1065949"/>
                  </a:lnTo>
                  <a:lnTo>
                    <a:pt x="386449" y="1065947"/>
                  </a:lnTo>
                  <a:lnTo>
                    <a:pt x="386443" y="1065945"/>
                  </a:lnTo>
                  <a:lnTo>
                    <a:pt x="386436" y="1065942"/>
                  </a:lnTo>
                  <a:lnTo>
                    <a:pt x="386420" y="1065935"/>
                  </a:lnTo>
                  <a:lnTo>
                    <a:pt x="386413" y="1065930"/>
                  </a:lnTo>
                  <a:lnTo>
                    <a:pt x="386409" y="1065925"/>
                  </a:lnTo>
                  <a:lnTo>
                    <a:pt x="386410" y="1065920"/>
                  </a:lnTo>
                  <a:lnTo>
                    <a:pt x="386414" y="1065914"/>
                  </a:lnTo>
                  <a:lnTo>
                    <a:pt x="386420" y="1065901"/>
                  </a:lnTo>
                  <a:lnTo>
                    <a:pt x="386423" y="1065896"/>
                  </a:lnTo>
                  <a:lnTo>
                    <a:pt x="386426" y="1065889"/>
                  </a:lnTo>
                  <a:lnTo>
                    <a:pt x="386428" y="1065883"/>
                  </a:lnTo>
                  <a:lnTo>
                    <a:pt x="386430" y="1065876"/>
                  </a:lnTo>
                  <a:lnTo>
                    <a:pt x="386432" y="1065869"/>
                  </a:lnTo>
                  <a:lnTo>
                    <a:pt x="386434" y="1065863"/>
                  </a:lnTo>
                  <a:lnTo>
                    <a:pt x="386435" y="1065856"/>
                  </a:lnTo>
                  <a:lnTo>
                    <a:pt x="386436" y="1065848"/>
                  </a:lnTo>
                  <a:lnTo>
                    <a:pt x="386437" y="1065841"/>
                  </a:lnTo>
                  <a:lnTo>
                    <a:pt x="386439" y="1065834"/>
                  </a:lnTo>
                  <a:lnTo>
                    <a:pt x="386440" y="1065828"/>
                  </a:lnTo>
                  <a:lnTo>
                    <a:pt x="386441" y="1065821"/>
                  </a:lnTo>
                  <a:lnTo>
                    <a:pt x="386444" y="1065814"/>
                  </a:lnTo>
                  <a:lnTo>
                    <a:pt x="386447" y="1065805"/>
                  </a:lnTo>
                  <a:lnTo>
                    <a:pt x="386451" y="1065798"/>
                  </a:lnTo>
                  <a:lnTo>
                    <a:pt x="386456" y="1065791"/>
                  </a:lnTo>
                  <a:lnTo>
                    <a:pt x="386459" y="1065786"/>
                  </a:lnTo>
                  <a:lnTo>
                    <a:pt x="386464" y="1065780"/>
                  </a:lnTo>
                  <a:lnTo>
                    <a:pt x="386469" y="1065773"/>
                  </a:lnTo>
                  <a:lnTo>
                    <a:pt x="386479" y="1065758"/>
                  </a:lnTo>
                  <a:lnTo>
                    <a:pt x="386484" y="1065751"/>
                  </a:lnTo>
                  <a:lnTo>
                    <a:pt x="386493" y="1065739"/>
                  </a:lnTo>
                  <a:lnTo>
                    <a:pt x="386501" y="1065730"/>
                  </a:lnTo>
                  <a:lnTo>
                    <a:pt x="386507" y="1065724"/>
                  </a:lnTo>
                  <a:lnTo>
                    <a:pt x="386515" y="1065716"/>
                  </a:lnTo>
                  <a:lnTo>
                    <a:pt x="386521" y="1065710"/>
                  </a:lnTo>
                  <a:lnTo>
                    <a:pt x="386533" y="1065701"/>
                  </a:lnTo>
                  <a:lnTo>
                    <a:pt x="386540" y="1065695"/>
                  </a:lnTo>
                  <a:lnTo>
                    <a:pt x="386572" y="1065672"/>
                  </a:lnTo>
                  <a:lnTo>
                    <a:pt x="386585" y="1065661"/>
                  </a:lnTo>
                  <a:lnTo>
                    <a:pt x="386606" y="1065643"/>
                  </a:lnTo>
                  <a:lnTo>
                    <a:pt x="386618" y="1065633"/>
                  </a:lnTo>
                  <a:lnTo>
                    <a:pt x="386636" y="1065616"/>
                  </a:lnTo>
                  <a:lnTo>
                    <a:pt x="386642" y="1065610"/>
                  </a:lnTo>
                  <a:lnTo>
                    <a:pt x="386650" y="1065602"/>
                  </a:lnTo>
                  <a:lnTo>
                    <a:pt x="386655" y="1065596"/>
                  </a:lnTo>
                  <a:lnTo>
                    <a:pt x="386661" y="1065590"/>
                  </a:lnTo>
                  <a:lnTo>
                    <a:pt x="386665" y="1065583"/>
                  </a:lnTo>
                  <a:lnTo>
                    <a:pt x="386668" y="1065578"/>
                  </a:lnTo>
                  <a:lnTo>
                    <a:pt x="386672" y="1065567"/>
                  </a:lnTo>
                  <a:lnTo>
                    <a:pt x="386673" y="1065561"/>
                  </a:lnTo>
                  <a:lnTo>
                    <a:pt x="386674" y="1065553"/>
                  </a:lnTo>
                  <a:lnTo>
                    <a:pt x="386675" y="1065548"/>
                  </a:lnTo>
                  <a:lnTo>
                    <a:pt x="386676" y="1065542"/>
                  </a:lnTo>
                  <a:lnTo>
                    <a:pt x="386678" y="1065536"/>
                  </a:lnTo>
                  <a:lnTo>
                    <a:pt x="386682" y="1065527"/>
                  </a:lnTo>
                  <a:lnTo>
                    <a:pt x="386690" y="1065508"/>
                  </a:lnTo>
                  <a:lnTo>
                    <a:pt x="386693" y="1065500"/>
                  </a:lnTo>
                  <a:lnTo>
                    <a:pt x="386695" y="1065495"/>
                  </a:lnTo>
                  <a:lnTo>
                    <a:pt x="386697" y="1065487"/>
                  </a:lnTo>
                  <a:lnTo>
                    <a:pt x="386697" y="1065478"/>
                  </a:lnTo>
                  <a:lnTo>
                    <a:pt x="386697" y="1065471"/>
                  </a:lnTo>
                  <a:lnTo>
                    <a:pt x="386695" y="1065464"/>
                  </a:lnTo>
                  <a:lnTo>
                    <a:pt x="386690" y="1065447"/>
                  </a:lnTo>
                  <a:lnTo>
                    <a:pt x="386686" y="1065437"/>
                  </a:lnTo>
                  <a:lnTo>
                    <a:pt x="386683" y="1065433"/>
                  </a:lnTo>
                  <a:lnTo>
                    <a:pt x="386679" y="1065430"/>
                  </a:lnTo>
                  <a:lnTo>
                    <a:pt x="386675" y="1065427"/>
                  </a:lnTo>
                  <a:lnTo>
                    <a:pt x="386671" y="1065427"/>
                  </a:lnTo>
                  <a:lnTo>
                    <a:pt x="386654" y="1065425"/>
                  </a:lnTo>
                  <a:lnTo>
                    <a:pt x="386626" y="1065422"/>
                  </a:lnTo>
                  <a:lnTo>
                    <a:pt x="386620" y="1065421"/>
                  </a:lnTo>
                  <a:lnTo>
                    <a:pt x="386612" y="1065419"/>
                  </a:lnTo>
                  <a:lnTo>
                    <a:pt x="386569" y="1065408"/>
                  </a:lnTo>
                  <a:lnTo>
                    <a:pt x="386555" y="1065404"/>
                  </a:lnTo>
                  <a:lnTo>
                    <a:pt x="386536" y="1065398"/>
                  </a:lnTo>
                  <a:lnTo>
                    <a:pt x="386528" y="1065396"/>
                  </a:lnTo>
                  <a:lnTo>
                    <a:pt x="386521" y="1065392"/>
                  </a:lnTo>
                  <a:lnTo>
                    <a:pt x="386515" y="1065388"/>
                  </a:lnTo>
                  <a:lnTo>
                    <a:pt x="386508" y="1065380"/>
                  </a:lnTo>
                  <a:lnTo>
                    <a:pt x="386505" y="1065376"/>
                  </a:lnTo>
                  <a:lnTo>
                    <a:pt x="386503" y="1065371"/>
                  </a:lnTo>
                  <a:lnTo>
                    <a:pt x="386503" y="1065367"/>
                  </a:lnTo>
                  <a:lnTo>
                    <a:pt x="386503" y="1065358"/>
                  </a:lnTo>
                  <a:lnTo>
                    <a:pt x="386503" y="1065346"/>
                  </a:lnTo>
                  <a:lnTo>
                    <a:pt x="386508" y="1065334"/>
                  </a:lnTo>
                  <a:lnTo>
                    <a:pt x="386517" y="1065313"/>
                  </a:lnTo>
                  <a:lnTo>
                    <a:pt x="386520" y="1065307"/>
                  </a:lnTo>
                  <a:lnTo>
                    <a:pt x="386540" y="1065275"/>
                  </a:lnTo>
                  <a:lnTo>
                    <a:pt x="386548" y="1065261"/>
                  </a:lnTo>
                  <a:lnTo>
                    <a:pt x="386561" y="1065236"/>
                  </a:lnTo>
                  <a:lnTo>
                    <a:pt x="386565" y="1065228"/>
                  </a:lnTo>
                  <a:lnTo>
                    <a:pt x="386577" y="1065198"/>
                  </a:lnTo>
                  <a:lnTo>
                    <a:pt x="386583" y="1065181"/>
                  </a:lnTo>
                  <a:lnTo>
                    <a:pt x="386580" y="1065176"/>
                  </a:lnTo>
                  <a:lnTo>
                    <a:pt x="386570" y="1065174"/>
                  </a:lnTo>
                  <a:lnTo>
                    <a:pt x="386559" y="1065172"/>
                  </a:lnTo>
                  <a:lnTo>
                    <a:pt x="386551" y="1065169"/>
                  </a:lnTo>
                  <a:lnTo>
                    <a:pt x="386545" y="1065166"/>
                  </a:lnTo>
                  <a:lnTo>
                    <a:pt x="386539" y="1065162"/>
                  </a:lnTo>
                  <a:lnTo>
                    <a:pt x="386534" y="1065159"/>
                  </a:lnTo>
                  <a:lnTo>
                    <a:pt x="386522" y="1065152"/>
                  </a:lnTo>
                  <a:lnTo>
                    <a:pt x="386510" y="1065144"/>
                  </a:lnTo>
                  <a:lnTo>
                    <a:pt x="386501" y="1065138"/>
                  </a:lnTo>
                  <a:lnTo>
                    <a:pt x="386494" y="1065133"/>
                  </a:lnTo>
                  <a:lnTo>
                    <a:pt x="386490" y="1065129"/>
                  </a:lnTo>
                  <a:lnTo>
                    <a:pt x="386486" y="1065123"/>
                  </a:lnTo>
                  <a:lnTo>
                    <a:pt x="386482" y="1065118"/>
                  </a:lnTo>
                  <a:lnTo>
                    <a:pt x="386477" y="1065113"/>
                  </a:lnTo>
                  <a:lnTo>
                    <a:pt x="386473" y="1065107"/>
                  </a:lnTo>
                  <a:lnTo>
                    <a:pt x="386468" y="1065098"/>
                  </a:lnTo>
                  <a:lnTo>
                    <a:pt x="386461" y="1065085"/>
                  </a:lnTo>
                  <a:lnTo>
                    <a:pt x="386456" y="1065076"/>
                  </a:lnTo>
                  <a:lnTo>
                    <a:pt x="386444" y="1065046"/>
                  </a:lnTo>
                  <a:lnTo>
                    <a:pt x="386441" y="1065040"/>
                  </a:lnTo>
                  <a:lnTo>
                    <a:pt x="386435" y="1065028"/>
                  </a:lnTo>
                  <a:lnTo>
                    <a:pt x="386430" y="1065010"/>
                  </a:lnTo>
                  <a:lnTo>
                    <a:pt x="386427" y="1065001"/>
                  </a:lnTo>
                  <a:lnTo>
                    <a:pt x="386414" y="1064968"/>
                  </a:lnTo>
                  <a:lnTo>
                    <a:pt x="386407" y="1064954"/>
                  </a:lnTo>
                  <a:lnTo>
                    <a:pt x="386396" y="1064930"/>
                  </a:lnTo>
                  <a:lnTo>
                    <a:pt x="386394" y="1064925"/>
                  </a:lnTo>
                  <a:lnTo>
                    <a:pt x="386389" y="1064913"/>
                  </a:lnTo>
                  <a:lnTo>
                    <a:pt x="386381" y="1064891"/>
                  </a:lnTo>
                  <a:lnTo>
                    <a:pt x="386378" y="1064884"/>
                  </a:lnTo>
                  <a:lnTo>
                    <a:pt x="386373" y="1064865"/>
                  </a:lnTo>
                  <a:lnTo>
                    <a:pt x="386369" y="1064852"/>
                  </a:lnTo>
                  <a:lnTo>
                    <a:pt x="386367" y="1064844"/>
                  </a:lnTo>
                  <a:lnTo>
                    <a:pt x="386365" y="1064835"/>
                  </a:lnTo>
                  <a:lnTo>
                    <a:pt x="386364" y="1064829"/>
                  </a:lnTo>
                  <a:lnTo>
                    <a:pt x="386364" y="1064822"/>
                  </a:lnTo>
                  <a:lnTo>
                    <a:pt x="386364" y="1064807"/>
                  </a:lnTo>
                  <a:lnTo>
                    <a:pt x="386365" y="1064798"/>
                  </a:lnTo>
                  <a:lnTo>
                    <a:pt x="386366" y="1064791"/>
                  </a:lnTo>
                  <a:lnTo>
                    <a:pt x="386367" y="1064786"/>
                  </a:lnTo>
                  <a:lnTo>
                    <a:pt x="386369" y="1064776"/>
                  </a:lnTo>
                  <a:lnTo>
                    <a:pt x="386371" y="1064765"/>
                  </a:lnTo>
                  <a:lnTo>
                    <a:pt x="386373" y="1064755"/>
                  </a:lnTo>
                  <a:lnTo>
                    <a:pt x="386378" y="1064741"/>
                  </a:lnTo>
                  <a:lnTo>
                    <a:pt x="386383" y="1064731"/>
                  </a:lnTo>
                  <a:lnTo>
                    <a:pt x="386388" y="1064722"/>
                  </a:lnTo>
                  <a:lnTo>
                    <a:pt x="386398" y="1064706"/>
                  </a:lnTo>
                  <a:lnTo>
                    <a:pt x="386394" y="1064703"/>
                  </a:lnTo>
                  <a:lnTo>
                    <a:pt x="386390" y="1064704"/>
                  </a:lnTo>
                  <a:lnTo>
                    <a:pt x="386371" y="1064710"/>
                  </a:lnTo>
                  <a:lnTo>
                    <a:pt x="386358" y="1064715"/>
                  </a:lnTo>
                  <a:lnTo>
                    <a:pt x="386349" y="1064716"/>
                  </a:lnTo>
                  <a:lnTo>
                    <a:pt x="386340" y="1064717"/>
                  </a:lnTo>
                  <a:lnTo>
                    <a:pt x="386334" y="1064717"/>
                  </a:lnTo>
                  <a:lnTo>
                    <a:pt x="386310" y="1064716"/>
                  </a:lnTo>
                  <a:lnTo>
                    <a:pt x="386303" y="1064716"/>
                  </a:lnTo>
                  <a:lnTo>
                    <a:pt x="386296" y="1064714"/>
                  </a:lnTo>
                  <a:lnTo>
                    <a:pt x="386287" y="1064712"/>
                  </a:lnTo>
                  <a:lnTo>
                    <a:pt x="386278" y="1064709"/>
                  </a:lnTo>
                  <a:lnTo>
                    <a:pt x="386265" y="1064705"/>
                  </a:lnTo>
                  <a:lnTo>
                    <a:pt x="386258" y="1064702"/>
                  </a:lnTo>
                  <a:lnTo>
                    <a:pt x="386243" y="1064695"/>
                  </a:lnTo>
                  <a:lnTo>
                    <a:pt x="386232" y="1064688"/>
                  </a:lnTo>
                  <a:lnTo>
                    <a:pt x="386226" y="1064685"/>
                  </a:lnTo>
                  <a:lnTo>
                    <a:pt x="386215" y="1064678"/>
                  </a:lnTo>
                  <a:lnTo>
                    <a:pt x="386185" y="1064657"/>
                  </a:lnTo>
                  <a:lnTo>
                    <a:pt x="386180" y="1064653"/>
                  </a:lnTo>
                  <a:lnTo>
                    <a:pt x="386170" y="1064646"/>
                  </a:lnTo>
                  <a:lnTo>
                    <a:pt x="386163" y="1064641"/>
                  </a:lnTo>
                  <a:lnTo>
                    <a:pt x="386158" y="1064640"/>
                  </a:lnTo>
                  <a:lnTo>
                    <a:pt x="386154" y="1064640"/>
                  </a:lnTo>
                  <a:lnTo>
                    <a:pt x="386150" y="1064641"/>
                  </a:lnTo>
                  <a:lnTo>
                    <a:pt x="386144" y="1064643"/>
                  </a:lnTo>
                  <a:lnTo>
                    <a:pt x="386140" y="1064645"/>
                  </a:lnTo>
                  <a:lnTo>
                    <a:pt x="386135" y="1064647"/>
                  </a:lnTo>
                  <a:lnTo>
                    <a:pt x="386127" y="1064653"/>
                  </a:lnTo>
                  <a:lnTo>
                    <a:pt x="386104" y="1064670"/>
                  </a:lnTo>
                  <a:lnTo>
                    <a:pt x="386083" y="1064684"/>
                  </a:lnTo>
                  <a:lnTo>
                    <a:pt x="386069" y="1064693"/>
                  </a:lnTo>
                  <a:lnTo>
                    <a:pt x="386063" y="1064697"/>
                  </a:lnTo>
                  <a:lnTo>
                    <a:pt x="386042" y="1064709"/>
                  </a:lnTo>
                  <a:lnTo>
                    <a:pt x="386032" y="1064712"/>
                  </a:lnTo>
                  <a:lnTo>
                    <a:pt x="386023" y="1064715"/>
                  </a:lnTo>
                  <a:lnTo>
                    <a:pt x="386016" y="1064717"/>
                  </a:lnTo>
                  <a:lnTo>
                    <a:pt x="386006" y="1064717"/>
                  </a:lnTo>
                  <a:lnTo>
                    <a:pt x="386001" y="1064716"/>
                  </a:lnTo>
                  <a:lnTo>
                    <a:pt x="385997" y="1064715"/>
                  </a:lnTo>
                  <a:lnTo>
                    <a:pt x="385989" y="1064711"/>
                  </a:lnTo>
                  <a:lnTo>
                    <a:pt x="385985" y="1064707"/>
                  </a:lnTo>
                  <a:lnTo>
                    <a:pt x="385979" y="1064699"/>
                  </a:lnTo>
                  <a:lnTo>
                    <a:pt x="385972" y="1064688"/>
                  </a:lnTo>
                  <a:lnTo>
                    <a:pt x="385967" y="1064674"/>
                  </a:lnTo>
                  <a:lnTo>
                    <a:pt x="385965" y="1064667"/>
                  </a:lnTo>
                  <a:lnTo>
                    <a:pt x="385964" y="1064661"/>
                  </a:lnTo>
                  <a:lnTo>
                    <a:pt x="385963" y="1064635"/>
                  </a:lnTo>
                  <a:lnTo>
                    <a:pt x="385963" y="1064620"/>
                  </a:lnTo>
                  <a:lnTo>
                    <a:pt x="385963" y="1064615"/>
                  </a:lnTo>
                  <a:lnTo>
                    <a:pt x="385963" y="1064598"/>
                  </a:lnTo>
                  <a:lnTo>
                    <a:pt x="385963" y="1064579"/>
                  </a:lnTo>
                  <a:lnTo>
                    <a:pt x="385962" y="1064572"/>
                  </a:lnTo>
                  <a:lnTo>
                    <a:pt x="385960" y="1064559"/>
                  </a:lnTo>
                  <a:lnTo>
                    <a:pt x="385957" y="1064552"/>
                  </a:lnTo>
                  <a:lnTo>
                    <a:pt x="385951" y="1064543"/>
                  </a:lnTo>
                  <a:lnTo>
                    <a:pt x="385942" y="1064537"/>
                  </a:lnTo>
                  <a:lnTo>
                    <a:pt x="385931" y="1064530"/>
                  </a:lnTo>
                  <a:lnTo>
                    <a:pt x="385914" y="1064523"/>
                  </a:lnTo>
                  <a:lnTo>
                    <a:pt x="385895" y="1064515"/>
                  </a:lnTo>
                  <a:lnTo>
                    <a:pt x="385879" y="1064509"/>
                  </a:lnTo>
                  <a:lnTo>
                    <a:pt x="385859" y="1064504"/>
                  </a:lnTo>
                  <a:lnTo>
                    <a:pt x="385835" y="1064497"/>
                  </a:lnTo>
                  <a:lnTo>
                    <a:pt x="385825" y="1064486"/>
                  </a:lnTo>
                  <a:lnTo>
                    <a:pt x="385815" y="1064474"/>
                  </a:lnTo>
                  <a:lnTo>
                    <a:pt x="385797" y="1064457"/>
                  </a:lnTo>
                  <a:lnTo>
                    <a:pt x="385780" y="1064447"/>
                  </a:lnTo>
                  <a:lnTo>
                    <a:pt x="385768" y="1064441"/>
                  </a:lnTo>
                  <a:lnTo>
                    <a:pt x="385751" y="1064432"/>
                  </a:lnTo>
                  <a:lnTo>
                    <a:pt x="385734" y="1064419"/>
                  </a:lnTo>
                  <a:lnTo>
                    <a:pt x="385718" y="1064407"/>
                  </a:lnTo>
                  <a:lnTo>
                    <a:pt x="385704" y="1064400"/>
                  </a:lnTo>
                  <a:lnTo>
                    <a:pt x="385691" y="1064397"/>
                  </a:lnTo>
                  <a:lnTo>
                    <a:pt x="385680" y="1064396"/>
                  </a:lnTo>
                  <a:lnTo>
                    <a:pt x="385659" y="1064395"/>
                  </a:lnTo>
                  <a:lnTo>
                    <a:pt x="385622" y="1064397"/>
                  </a:lnTo>
                  <a:lnTo>
                    <a:pt x="385599" y="1064400"/>
                  </a:lnTo>
                  <a:lnTo>
                    <a:pt x="385596" y="1064385"/>
                  </a:lnTo>
                  <a:lnTo>
                    <a:pt x="385586" y="1064357"/>
                  </a:lnTo>
                  <a:lnTo>
                    <a:pt x="385584" y="1064342"/>
                  </a:lnTo>
                  <a:lnTo>
                    <a:pt x="385578" y="1064331"/>
                  </a:lnTo>
                  <a:lnTo>
                    <a:pt x="385574" y="1064326"/>
                  </a:lnTo>
                  <a:lnTo>
                    <a:pt x="385561" y="1064322"/>
                  </a:lnTo>
                  <a:lnTo>
                    <a:pt x="385545" y="1064317"/>
                  </a:lnTo>
                  <a:lnTo>
                    <a:pt x="385508" y="1064298"/>
                  </a:lnTo>
                  <a:lnTo>
                    <a:pt x="385497" y="1064286"/>
                  </a:lnTo>
                  <a:lnTo>
                    <a:pt x="385492" y="1064281"/>
                  </a:lnTo>
                  <a:lnTo>
                    <a:pt x="385486" y="1064265"/>
                  </a:lnTo>
                  <a:lnTo>
                    <a:pt x="385484" y="1064257"/>
                  </a:lnTo>
                  <a:lnTo>
                    <a:pt x="385484" y="1064251"/>
                  </a:lnTo>
                  <a:lnTo>
                    <a:pt x="385484" y="1064242"/>
                  </a:lnTo>
                  <a:lnTo>
                    <a:pt x="385486" y="1064235"/>
                  </a:lnTo>
                  <a:lnTo>
                    <a:pt x="385492" y="1064224"/>
                  </a:lnTo>
                  <a:lnTo>
                    <a:pt x="385498" y="1064214"/>
                  </a:lnTo>
                  <a:lnTo>
                    <a:pt x="385513" y="1064190"/>
                  </a:lnTo>
                  <a:lnTo>
                    <a:pt x="385524" y="1064174"/>
                  </a:lnTo>
                  <a:lnTo>
                    <a:pt x="385536" y="1064155"/>
                  </a:lnTo>
                  <a:lnTo>
                    <a:pt x="385545" y="1064139"/>
                  </a:lnTo>
                  <a:lnTo>
                    <a:pt x="385552" y="1064122"/>
                  </a:lnTo>
                  <a:lnTo>
                    <a:pt x="385557" y="1064108"/>
                  </a:lnTo>
                  <a:lnTo>
                    <a:pt x="385560" y="1064095"/>
                  </a:lnTo>
                  <a:lnTo>
                    <a:pt x="385563" y="1064072"/>
                  </a:lnTo>
                  <a:lnTo>
                    <a:pt x="385565" y="1064055"/>
                  </a:lnTo>
                  <a:lnTo>
                    <a:pt x="385566" y="1064048"/>
                  </a:lnTo>
                  <a:lnTo>
                    <a:pt x="385570" y="1064021"/>
                  </a:lnTo>
                  <a:lnTo>
                    <a:pt x="385573" y="1063990"/>
                  </a:lnTo>
                  <a:lnTo>
                    <a:pt x="385575" y="1063970"/>
                  </a:lnTo>
                  <a:lnTo>
                    <a:pt x="385574" y="1063952"/>
                  </a:lnTo>
                  <a:lnTo>
                    <a:pt x="385572" y="1063945"/>
                  </a:lnTo>
                  <a:lnTo>
                    <a:pt x="385568" y="1063932"/>
                  </a:lnTo>
                  <a:lnTo>
                    <a:pt x="385566" y="1063922"/>
                  </a:lnTo>
                  <a:lnTo>
                    <a:pt x="385562" y="1063914"/>
                  </a:lnTo>
                  <a:lnTo>
                    <a:pt x="385558" y="1063907"/>
                  </a:lnTo>
                  <a:lnTo>
                    <a:pt x="385553" y="1063902"/>
                  </a:lnTo>
                  <a:lnTo>
                    <a:pt x="385548" y="1063896"/>
                  </a:lnTo>
                  <a:lnTo>
                    <a:pt x="385535" y="1063884"/>
                  </a:lnTo>
                  <a:lnTo>
                    <a:pt x="385512" y="1063870"/>
                  </a:lnTo>
                  <a:lnTo>
                    <a:pt x="385505" y="1063866"/>
                  </a:lnTo>
                  <a:lnTo>
                    <a:pt x="385495" y="1063863"/>
                  </a:lnTo>
                  <a:lnTo>
                    <a:pt x="385475" y="1063855"/>
                  </a:lnTo>
                  <a:lnTo>
                    <a:pt x="385448" y="1063847"/>
                  </a:lnTo>
                  <a:lnTo>
                    <a:pt x="385414" y="1063838"/>
                  </a:lnTo>
                  <a:lnTo>
                    <a:pt x="385385" y="1063831"/>
                  </a:lnTo>
                  <a:lnTo>
                    <a:pt x="385368" y="1063826"/>
                  </a:lnTo>
                  <a:lnTo>
                    <a:pt x="385354" y="1063821"/>
                  </a:lnTo>
                  <a:lnTo>
                    <a:pt x="385343" y="1063815"/>
                  </a:lnTo>
                  <a:lnTo>
                    <a:pt x="385336" y="1063812"/>
                  </a:lnTo>
                  <a:lnTo>
                    <a:pt x="385331" y="1063808"/>
                  </a:lnTo>
                  <a:lnTo>
                    <a:pt x="385326" y="1063801"/>
                  </a:lnTo>
                  <a:lnTo>
                    <a:pt x="385322" y="1063795"/>
                  </a:lnTo>
                  <a:lnTo>
                    <a:pt x="385321" y="1063787"/>
                  </a:lnTo>
                  <a:lnTo>
                    <a:pt x="385320" y="1063781"/>
                  </a:lnTo>
                  <a:lnTo>
                    <a:pt x="385320" y="1063774"/>
                  </a:lnTo>
                  <a:lnTo>
                    <a:pt x="385323" y="1063761"/>
                  </a:lnTo>
                  <a:lnTo>
                    <a:pt x="385330" y="1063737"/>
                  </a:lnTo>
                  <a:lnTo>
                    <a:pt x="385335" y="1063721"/>
                  </a:lnTo>
                  <a:lnTo>
                    <a:pt x="385344" y="1063687"/>
                  </a:lnTo>
                  <a:lnTo>
                    <a:pt x="385345" y="1063682"/>
                  </a:lnTo>
                  <a:lnTo>
                    <a:pt x="385348" y="1063663"/>
                  </a:lnTo>
                  <a:lnTo>
                    <a:pt x="385351" y="1063650"/>
                  </a:lnTo>
                  <a:lnTo>
                    <a:pt x="385351" y="1063643"/>
                  </a:lnTo>
                  <a:lnTo>
                    <a:pt x="385346" y="1063639"/>
                  </a:lnTo>
                  <a:lnTo>
                    <a:pt x="385332" y="1063635"/>
                  </a:lnTo>
                  <a:lnTo>
                    <a:pt x="385317" y="1063633"/>
                  </a:lnTo>
                  <a:lnTo>
                    <a:pt x="385268" y="1063628"/>
                  </a:lnTo>
                  <a:lnTo>
                    <a:pt x="385247" y="1063626"/>
                  </a:lnTo>
                  <a:lnTo>
                    <a:pt x="385204" y="1063622"/>
                  </a:lnTo>
                  <a:lnTo>
                    <a:pt x="385195" y="1063621"/>
                  </a:lnTo>
                  <a:lnTo>
                    <a:pt x="385141" y="1063615"/>
                  </a:lnTo>
                  <a:lnTo>
                    <a:pt x="385129" y="1063614"/>
                  </a:lnTo>
                  <a:lnTo>
                    <a:pt x="385077" y="1063606"/>
                  </a:lnTo>
                  <a:lnTo>
                    <a:pt x="385051" y="1063601"/>
                  </a:lnTo>
                  <a:lnTo>
                    <a:pt x="385032" y="1063597"/>
                  </a:lnTo>
                  <a:lnTo>
                    <a:pt x="385014" y="1063595"/>
                  </a:lnTo>
                  <a:lnTo>
                    <a:pt x="385007" y="1063596"/>
                  </a:lnTo>
                  <a:lnTo>
                    <a:pt x="385002" y="1063597"/>
                  </a:lnTo>
                  <a:lnTo>
                    <a:pt x="384995" y="1063602"/>
                  </a:lnTo>
                  <a:lnTo>
                    <a:pt x="384988" y="1063607"/>
                  </a:lnTo>
                  <a:lnTo>
                    <a:pt x="384982" y="1063611"/>
                  </a:lnTo>
                  <a:lnTo>
                    <a:pt x="384973" y="1063619"/>
                  </a:lnTo>
                  <a:lnTo>
                    <a:pt x="384952" y="1063635"/>
                  </a:lnTo>
                  <a:lnTo>
                    <a:pt x="384932" y="1063649"/>
                  </a:lnTo>
                  <a:lnTo>
                    <a:pt x="384915" y="1063662"/>
                  </a:lnTo>
                  <a:lnTo>
                    <a:pt x="384889" y="1063685"/>
                  </a:lnTo>
                  <a:lnTo>
                    <a:pt x="384879" y="1063690"/>
                  </a:lnTo>
                  <a:lnTo>
                    <a:pt x="384870" y="1063699"/>
                  </a:lnTo>
                  <a:lnTo>
                    <a:pt x="384858" y="1063708"/>
                  </a:lnTo>
                  <a:lnTo>
                    <a:pt x="384842" y="1063722"/>
                  </a:lnTo>
                  <a:lnTo>
                    <a:pt x="384828" y="1063736"/>
                  </a:lnTo>
                  <a:lnTo>
                    <a:pt x="384821" y="1063744"/>
                  </a:lnTo>
                  <a:lnTo>
                    <a:pt x="384812" y="1063755"/>
                  </a:lnTo>
                  <a:lnTo>
                    <a:pt x="384799" y="1063772"/>
                  </a:lnTo>
                  <a:lnTo>
                    <a:pt x="384788" y="1063788"/>
                  </a:lnTo>
                  <a:lnTo>
                    <a:pt x="384783" y="1063797"/>
                  </a:lnTo>
                  <a:lnTo>
                    <a:pt x="384778" y="1063819"/>
                  </a:lnTo>
                  <a:lnTo>
                    <a:pt x="384769" y="1063846"/>
                  </a:lnTo>
                  <a:lnTo>
                    <a:pt x="384749" y="1063884"/>
                  </a:lnTo>
                  <a:lnTo>
                    <a:pt x="384730" y="1063898"/>
                  </a:lnTo>
                  <a:lnTo>
                    <a:pt x="384702" y="1063910"/>
                  </a:lnTo>
                  <a:lnTo>
                    <a:pt x="384663" y="1063920"/>
                  </a:lnTo>
                  <a:lnTo>
                    <a:pt x="384652" y="1063921"/>
                  </a:lnTo>
                  <a:lnTo>
                    <a:pt x="384593" y="1063920"/>
                  </a:lnTo>
                  <a:lnTo>
                    <a:pt x="384573" y="1063916"/>
                  </a:lnTo>
                  <a:lnTo>
                    <a:pt x="384561" y="1063911"/>
                  </a:lnTo>
                  <a:lnTo>
                    <a:pt x="384527" y="1063897"/>
                  </a:lnTo>
                  <a:lnTo>
                    <a:pt x="384504" y="1063885"/>
                  </a:lnTo>
                  <a:lnTo>
                    <a:pt x="384479" y="1063866"/>
                  </a:lnTo>
                  <a:lnTo>
                    <a:pt x="384468" y="1063856"/>
                  </a:lnTo>
                  <a:lnTo>
                    <a:pt x="384454" y="1063845"/>
                  </a:lnTo>
                  <a:lnTo>
                    <a:pt x="384442" y="1063833"/>
                  </a:lnTo>
                  <a:lnTo>
                    <a:pt x="384435" y="1063827"/>
                  </a:lnTo>
                  <a:lnTo>
                    <a:pt x="384410" y="1063807"/>
                  </a:lnTo>
                  <a:lnTo>
                    <a:pt x="384405" y="1063802"/>
                  </a:lnTo>
                  <a:lnTo>
                    <a:pt x="384392" y="1063786"/>
                  </a:lnTo>
                  <a:lnTo>
                    <a:pt x="384382" y="1063764"/>
                  </a:lnTo>
                  <a:lnTo>
                    <a:pt x="384376" y="1063749"/>
                  </a:lnTo>
                  <a:lnTo>
                    <a:pt x="384375" y="1063741"/>
                  </a:lnTo>
                  <a:lnTo>
                    <a:pt x="384377" y="1063735"/>
                  </a:lnTo>
                  <a:lnTo>
                    <a:pt x="384390" y="1063715"/>
                  </a:lnTo>
                  <a:lnTo>
                    <a:pt x="384397" y="1063695"/>
                  </a:lnTo>
                  <a:lnTo>
                    <a:pt x="384401" y="1063661"/>
                  </a:lnTo>
                  <a:lnTo>
                    <a:pt x="384396" y="1063623"/>
                  </a:lnTo>
                  <a:lnTo>
                    <a:pt x="384388" y="1063611"/>
                  </a:lnTo>
                  <a:lnTo>
                    <a:pt x="384378" y="1063602"/>
                  </a:lnTo>
                  <a:lnTo>
                    <a:pt x="384369" y="1063584"/>
                  </a:lnTo>
                  <a:lnTo>
                    <a:pt x="384370" y="1063556"/>
                  </a:lnTo>
                  <a:lnTo>
                    <a:pt x="384373" y="1063528"/>
                  </a:lnTo>
                  <a:lnTo>
                    <a:pt x="384373" y="1063509"/>
                  </a:lnTo>
                  <a:lnTo>
                    <a:pt x="384352" y="1063497"/>
                  </a:lnTo>
                  <a:lnTo>
                    <a:pt x="384328" y="1063482"/>
                  </a:lnTo>
                  <a:lnTo>
                    <a:pt x="384315" y="1063473"/>
                  </a:lnTo>
                  <a:lnTo>
                    <a:pt x="384310" y="1063469"/>
                  </a:lnTo>
                  <a:lnTo>
                    <a:pt x="384308" y="1063454"/>
                  </a:lnTo>
                  <a:lnTo>
                    <a:pt x="384304" y="1063424"/>
                  </a:lnTo>
                  <a:lnTo>
                    <a:pt x="384300" y="1063394"/>
                  </a:lnTo>
                  <a:lnTo>
                    <a:pt x="384300" y="1063387"/>
                  </a:lnTo>
                  <a:lnTo>
                    <a:pt x="384296" y="1063372"/>
                  </a:lnTo>
                  <a:lnTo>
                    <a:pt x="384295" y="1063366"/>
                  </a:lnTo>
                  <a:lnTo>
                    <a:pt x="384282" y="1063366"/>
                  </a:lnTo>
                  <a:lnTo>
                    <a:pt x="384267" y="1063364"/>
                  </a:lnTo>
                  <a:lnTo>
                    <a:pt x="384242" y="1063364"/>
                  </a:lnTo>
                  <a:lnTo>
                    <a:pt x="384228" y="1063365"/>
                  </a:lnTo>
                  <a:lnTo>
                    <a:pt x="384214" y="1063362"/>
                  </a:lnTo>
                  <a:lnTo>
                    <a:pt x="384190" y="1063358"/>
                  </a:lnTo>
                  <a:lnTo>
                    <a:pt x="384176" y="1063356"/>
                  </a:lnTo>
                  <a:lnTo>
                    <a:pt x="384100" y="1063345"/>
                  </a:lnTo>
                  <a:lnTo>
                    <a:pt x="384082" y="1063329"/>
                  </a:lnTo>
                  <a:lnTo>
                    <a:pt x="384078" y="1063322"/>
                  </a:lnTo>
                  <a:lnTo>
                    <a:pt x="384079" y="1063313"/>
                  </a:lnTo>
                  <a:lnTo>
                    <a:pt x="384085" y="1063294"/>
                  </a:lnTo>
                  <a:lnTo>
                    <a:pt x="384098" y="1063262"/>
                  </a:lnTo>
                  <a:lnTo>
                    <a:pt x="384110" y="1063236"/>
                  </a:lnTo>
                  <a:lnTo>
                    <a:pt x="384121" y="1063210"/>
                  </a:lnTo>
                  <a:lnTo>
                    <a:pt x="384124" y="1063202"/>
                  </a:lnTo>
                  <a:lnTo>
                    <a:pt x="384128" y="1063189"/>
                  </a:lnTo>
                  <a:lnTo>
                    <a:pt x="384130" y="1063179"/>
                  </a:lnTo>
                  <a:lnTo>
                    <a:pt x="384128" y="1063175"/>
                  </a:lnTo>
                  <a:lnTo>
                    <a:pt x="384123" y="1063169"/>
                  </a:lnTo>
                  <a:lnTo>
                    <a:pt x="384116" y="1063165"/>
                  </a:lnTo>
                  <a:lnTo>
                    <a:pt x="384106" y="1063158"/>
                  </a:lnTo>
                  <a:lnTo>
                    <a:pt x="384091" y="1063147"/>
                  </a:lnTo>
                  <a:lnTo>
                    <a:pt x="384074" y="1063134"/>
                  </a:lnTo>
                  <a:lnTo>
                    <a:pt x="384059" y="1063120"/>
                  </a:lnTo>
                  <a:lnTo>
                    <a:pt x="384044" y="1063108"/>
                  </a:lnTo>
                  <a:lnTo>
                    <a:pt x="384030" y="1063100"/>
                  </a:lnTo>
                  <a:lnTo>
                    <a:pt x="384019" y="1063093"/>
                  </a:lnTo>
                  <a:lnTo>
                    <a:pt x="384005" y="1063087"/>
                  </a:lnTo>
                  <a:lnTo>
                    <a:pt x="383981" y="1063079"/>
                  </a:lnTo>
                  <a:lnTo>
                    <a:pt x="383959" y="1063071"/>
                  </a:lnTo>
                  <a:lnTo>
                    <a:pt x="383939" y="1063064"/>
                  </a:lnTo>
                  <a:lnTo>
                    <a:pt x="383929" y="1063061"/>
                  </a:lnTo>
                  <a:lnTo>
                    <a:pt x="383925" y="1063058"/>
                  </a:lnTo>
                  <a:lnTo>
                    <a:pt x="383922" y="1063055"/>
                  </a:lnTo>
                  <a:lnTo>
                    <a:pt x="383919" y="1063047"/>
                  </a:lnTo>
                  <a:lnTo>
                    <a:pt x="383917" y="1063034"/>
                  </a:lnTo>
                  <a:lnTo>
                    <a:pt x="383916" y="1063025"/>
                  </a:lnTo>
                  <a:lnTo>
                    <a:pt x="383917" y="1063019"/>
                  </a:lnTo>
                  <a:lnTo>
                    <a:pt x="383918" y="1063013"/>
                  </a:lnTo>
                  <a:lnTo>
                    <a:pt x="383921" y="1063006"/>
                  </a:lnTo>
                  <a:lnTo>
                    <a:pt x="383929" y="1062985"/>
                  </a:lnTo>
                  <a:lnTo>
                    <a:pt x="383938" y="1062962"/>
                  </a:lnTo>
                  <a:lnTo>
                    <a:pt x="383942" y="1062955"/>
                  </a:lnTo>
                  <a:lnTo>
                    <a:pt x="383951" y="1062934"/>
                  </a:lnTo>
                  <a:lnTo>
                    <a:pt x="383955" y="1062925"/>
                  </a:lnTo>
                  <a:lnTo>
                    <a:pt x="383958" y="1062920"/>
                  </a:lnTo>
                  <a:lnTo>
                    <a:pt x="383966" y="1062899"/>
                  </a:lnTo>
                  <a:lnTo>
                    <a:pt x="383968" y="1062893"/>
                  </a:lnTo>
                  <a:lnTo>
                    <a:pt x="383968" y="1062887"/>
                  </a:lnTo>
                  <a:lnTo>
                    <a:pt x="383965" y="1062883"/>
                  </a:lnTo>
                  <a:lnTo>
                    <a:pt x="383955" y="1062875"/>
                  </a:lnTo>
                  <a:lnTo>
                    <a:pt x="383922" y="1062853"/>
                  </a:lnTo>
                  <a:lnTo>
                    <a:pt x="383909" y="1062843"/>
                  </a:lnTo>
                  <a:lnTo>
                    <a:pt x="383900" y="1062837"/>
                  </a:lnTo>
                  <a:lnTo>
                    <a:pt x="383886" y="1062829"/>
                  </a:lnTo>
                  <a:lnTo>
                    <a:pt x="383866" y="1062818"/>
                  </a:lnTo>
                  <a:lnTo>
                    <a:pt x="383843" y="1062812"/>
                  </a:lnTo>
                  <a:lnTo>
                    <a:pt x="383825" y="1062808"/>
                  </a:lnTo>
                  <a:lnTo>
                    <a:pt x="383806" y="1062806"/>
                  </a:lnTo>
                  <a:lnTo>
                    <a:pt x="383774" y="1062804"/>
                  </a:lnTo>
                  <a:lnTo>
                    <a:pt x="383739" y="1062802"/>
                  </a:lnTo>
                  <a:lnTo>
                    <a:pt x="383711" y="1062799"/>
                  </a:lnTo>
                  <a:lnTo>
                    <a:pt x="383693" y="1062798"/>
                  </a:lnTo>
                  <a:lnTo>
                    <a:pt x="383682" y="1062796"/>
                  </a:lnTo>
                  <a:lnTo>
                    <a:pt x="383670" y="1062792"/>
                  </a:lnTo>
                  <a:lnTo>
                    <a:pt x="383662" y="1062787"/>
                  </a:lnTo>
                  <a:lnTo>
                    <a:pt x="383656" y="1062782"/>
                  </a:lnTo>
                  <a:lnTo>
                    <a:pt x="383648" y="1062769"/>
                  </a:lnTo>
                  <a:lnTo>
                    <a:pt x="383645" y="1062762"/>
                  </a:lnTo>
                  <a:lnTo>
                    <a:pt x="383642" y="1062752"/>
                  </a:lnTo>
                  <a:lnTo>
                    <a:pt x="383642" y="1062746"/>
                  </a:lnTo>
                  <a:lnTo>
                    <a:pt x="383643" y="1062741"/>
                  </a:lnTo>
                  <a:lnTo>
                    <a:pt x="383644" y="1062731"/>
                  </a:lnTo>
                  <a:lnTo>
                    <a:pt x="383649" y="1062718"/>
                  </a:lnTo>
                  <a:lnTo>
                    <a:pt x="383657" y="1062704"/>
                  </a:lnTo>
                  <a:lnTo>
                    <a:pt x="383666" y="1062687"/>
                  </a:lnTo>
                  <a:lnTo>
                    <a:pt x="383675" y="1062671"/>
                  </a:lnTo>
                  <a:lnTo>
                    <a:pt x="383684" y="1062657"/>
                  </a:lnTo>
                  <a:lnTo>
                    <a:pt x="383685" y="1062652"/>
                  </a:lnTo>
                  <a:lnTo>
                    <a:pt x="383687" y="1062645"/>
                  </a:lnTo>
                  <a:lnTo>
                    <a:pt x="383688" y="1062633"/>
                  </a:lnTo>
                  <a:lnTo>
                    <a:pt x="383691" y="1062615"/>
                  </a:lnTo>
                  <a:lnTo>
                    <a:pt x="383690" y="1062588"/>
                  </a:lnTo>
                  <a:lnTo>
                    <a:pt x="383687" y="1062564"/>
                  </a:lnTo>
                  <a:lnTo>
                    <a:pt x="383686" y="1062555"/>
                  </a:lnTo>
                  <a:lnTo>
                    <a:pt x="383682" y="1062530"/>
                  </a:lnTo>
                  <a:lnTo>
                    <a:pt x="383680" y="1062522"/>
                  </a:lnTo>
                  <a:lnTo>
                    <a:pt x="383675" y="1062474"/>
                  </a:lnTo>
                  <a:lnTo>
                    <a:pt x="383672" y="1062467"/>
                  </a:lnTo>
                  <a:lnTo>
                    <a:pt x="383665" y="1062461"/>
                  </a:lnTo>
                  <a:lnTo>
                    <a:pt x="383645" y="1062453"/>
                  </a:lnTo>
                  <a:lnTo>
                    <a:pt x="383630" y="1062447"/>
                  </a:lnTo>
                  <a:lnTo>
                    <a:pt x="383607" y="1062439"/>
                  </a:lnTo>
                  <a:lnTo>
                    <a:pt x="383549" y="1062427"/>
                  </a:lnTo>
                  <a:lnTo>
                    <a:pt x="383526" y="1062420"/>
                  </a:lnTo>
                  <a:lnTo>
                    <a:pt x="383497" y="1062411"/>
                  </a:lnTo>
                  <a:lnTo>
                    <a:pt x="383473" y="1062405"/>
                  </a:lnTo>
                  <a:lnTo>
                    <a:pt x="383465" y="1062404"/>
                  </a:lnTo>
                  <a:lnTo>
                    <a:pt x="383455" y="1062402"/>
                  </a:lnTo>
                  <a:lnTo>
                    <a:pt x="383443" y="1062396"/>
                  </a:lnTo>
                  <a:lnTo>
                    <a:pt x="383437" y="1062389"/>
                  </a:lnTo>
                  <a:lnTo>
                    <a:pt x="383438" y="1062383"/>
                  </a:lnTo>
                  <a:lnTo>
                    <a:pt x="383449" y="1062364"/>
                  </a:lnTo>
                  <a:lnTo>
                    <a:pt x="383452" y="1062359"/>
                  </a:lnTo>
                  <a:lnTo>
                    <a:pt x="383469" y="1062329"/>
                  </a:lnTo>
                  <a:lnTo>
                    <a:pt x="383479" y="1062308"/>
                  </a:lnTo>
                  <a:lnTo>
                    <a:pt x="383482" y="1062301"/>
                  </a:lnTo>
                  <a:lnTo>
                    <a:pt x="383491" y="1062275"/>
                  </a:lnTo>
                  <a:lnTo>
                    <a:pt x="383498" y="1062257"/>
                  </a:lnTo>
                  <a:lnTo>
                    <a:pt x="383501" y="1062244"/>
                  </a:lnTo>
                  <a:lnTo>
                    <a:pt x="383505" y="1062225"/>
                  </a:lnTo>
                  <a:lnTo>
                    <a:pt x="383507" y="1062205"/>
                  </a:lnTo>
                  <a:lnTo>
                    <a:pt x="383509" y="1062191"/>
                  </a:lnTo>
                  <a:lnTo>
                    <a:pt x="383510" y="1062181"/>
                  </a:lnTo>
                  <a:lnTo>
                    <a:pt x="383509" y="1062172"/>
                  </a:lnTo>
                  <a:lnTo>
                    <a:pt x="383507" y="1062168"/>
                  </a:lnTo>
                  <a:lnTo>
                    <a:pt x="383501" y="1062162"/>
                  </a:lnTo>
                  <a:lnTo>
                    <a:pt x="383495" y="1062157"/>
                  </a:lnTo>
                  <a:lnTo>
                    <a:pt x="383487" y="1062148"/>
                  </a:lnTo>
                  <a:lnTo>
                    <a:pt x="383483" y="1062142"/>
                  </a:lnTo>
                  <a:lnTo>
                    <a:pt x="383476" y="1062128"/>
                  </a:lnTo>
                  <a:lnTo>
                    <a:pt x="383473" y="1062115"/>
                  </a:lnTo>
                  <a:lnTo>
                    <a:pt x="383471" y="1062106"/>
                  </a:lnTo>
                  <a:lnTo>
                    <a:pt x="383471" y="1062096"/>
                  </a:lnTo>
                  <a:lnTo>
                    <a:pt x="383471" y="1062091"/>
                  </a:lnTo>
                  <a:lnTo>
                    <a:pt x="383472" y="1062078"/>
                  </a:lnTo>
                  <a:lnTo>
                    <a:pt x="383473" y="1062066"/>
                  </a:lnTo>
                  <a:lnTo>
                    <a:pt x="383475" y="1062056"/>
                  </a:lnTo>
                  <a:lnTo>
                    <a:pt x="383477" y="1062050"/>
                  </a:lnTo>
                  <a:lnTo>
                    <a:pt x="383483" y="1062036"/>
                  </a:lnTo>
                  <a:lnTo>
                    <a:pt x="383487" y="1062029"/>
                  </a:lnTo>
                  <a:lnTo>
                    <a:pt x="383499" y="1062008"/>
                  </a:lnTo>
                  <a:lnTo>
                    <a:pt x="383502" y="1062003"/>
                  </a:lnTo>
                  <a:lnTo>
                    <a:pt x="383507" y="1061994"/>
                  </a:lnTo>
                  <a:lnTo>
                    <a:pt x="383521" y="1061976"/>
                  </a:lnTo>
                  <a:lnTo>
                    <a:pt x="383539" y="1061951"/>
                  </a:lnTo>
                  <a:lnTo>
                    <a:pt x="383555" y="1061932"/>
                  </a:lnTo>
                  <a:lnTo>
                    <a:pt x="383561" y="1061926"/>
                  </a:lnTo>
                  <a:lnTo>
                    <a:pt x="383566" y="1061922"/>
                  </a:lnTo>
                  <a:lnTo>
                    <a:pt x="383574" y="1061918"/>
                  </a:lnTo>
                  <a:lnTo>
                    <a:pt x="383584" y="1061912"/>
                  </a:lnTo>
                  <a:lnTo>
                    <a:pt x="383595" y="1061905"/>
                  </a:lnTo>
                  <a:lnTo>
                    <a:pt x="383604" y="1061898"/>
                  </a:lnTo>
                  <a:lnTo>
                    <a:pt x="383618" y="1061879"/>
                  </a:lnTo>
                  <a:lnTo>
                    <a:pt x="383626" y="1061861"/>
                  </a:lnTo>
                  <a:lnTo>
                    <a:pt x="383630" y="1061852"/>
                  </a:lnTo>
                  <a:lnTo>
                    <a:pt x="383633" y="1061843"/>
                  </a:lnTo>
                  <a:lnTo>
                    <a:pt x="383640" y="1061821"/>
                  </a:lnTo>
                  <a:lnTo>
                    <a:pt x="383641" y="1061816"/>
                  </a:lnTo>
                  <a:lnTo>
                    <a:pt x="383643" y="1061808"/>
                  </a:lnTo>
                  <a:lnTo>
                    <a:pt x="383644" y="1061801"/>
                  </a:lnTo>
                  <a:lnTo>
                    <a:pt x="383646" y="1061782"/>
                  </a:lnTo>
                  <a:lnTo>
                    <a:pt x="383649" y="1061766"/>
                  </a:lnTo>
                  <a:lnTo>
                    <a:pt x="383652" y="1061747"/>
                  </a:lnTo>
                  <a:lnTo>
                    <a:pt x="383656" y="1061720"/>
                  </a:lnTo>
                  <a:lnTo>
                    <a:pt x="383661" y="1061701"/>
                  </a:lnTo>
                  <a:lnTo>
                    <a:pt x="383662" y="1061692"/>
                  </a:lnTo>
                  <a:lnTo>
                    <a:pt x="383667" y="1061672"/>
                  </a:lnTo>
                  <a:lnTo>
                    <a:pt x="383671" y="1061659"/>
                  </a:lnTo>
                  <a:lnTo>
                    <a:pt x="383678" y="1061643"/>
                  </a:lnTo>
                  <a:lnTo>
                    <a:pt x="383684" y="1061631"/>
                  </a:lnTo>
                  <a:lnTo>
                    <a:pt x="383695" y="1061616"/>
                  </a:lnTo>
                  <a:lnTo>
                    <a:pt x="383707" y="1061601"/>
                  </a:lnTo>
                  <a:lnTo>
                    <a:pt x="383714" y="1061592"/>
                  </a:lnTo>
                  <a:lnTo>
                    <a:pt x="383727" y="1061575"/>
                  </a:lnTo>
                  <a:lnTo>
                    <a:pt x="383737" y="1061560"/>
                  </a:lnTo>
                  <a:lnTo>
                    <a:pt x="383745" y="1061548"/>
                  </a:lnTo>
                  <a:lnTo>
                    <a:pt x="383752" y="1061534"/>
                  </a:lnTo>
                  <a:lnTo>
                    <a:pt x="383761" y="1061510"/>
                  </a:lnTo>
                  <a:lnTo>
                    <a:pt x="383765" y="1061498"/>
                  </a:lnTo>
                  <a:lnTo>
                    <a:pt x="383766" y="1061488"/>
                  </a:lnTo>
                  <a:lnTo>
                    <a:pt x="383766" y="1061475"/>
                  </a:lnTo>
                  <a:lnTo>
                    <a:pt x="383764" y="1061461"/>
                  </a:lnTo>
                  <a:lnTo>
                    <a:pt x="383761" y="1061447"/>
                  </a:lnTo>
                  <a:lnTo>
                    <a:pt x="383754" y="1061431"/>
                  </a:lnTo>
                  <a:lnTo>
                    <a:pt x="383749" y="1061420"/>
                  </a:lnTo>
                  <a:lnTo>
                    <a:pt x="383735" y="1061402"/>
                  </a:lnTo>
                  <a:lnTo>
                    <a:pt x="383718" y="1061380"/>
                  </a:lnTo>
                  <a:lnTo>
                    <a:pt x="383697" y="1061347"/>
                  </a:lnTo>
                  <a:lnTo>
                    <a:pt x="383683" y="1061322"/>
                  </a:lnTo>
                  <a:lnTo>
                    <a:pt x="383672" y="1061302"/>
                  </a:lnTo>
                  <a:lnTo>
                    <a:pt x="383668" y="1061291"/>
                  </a:lnTo>
                  <a:lnTo>
                    <a:pt x="383664" y="1061284"/>
                  </a:lnTo>
                  <a:lnTo>
                    <a:pt x="383656" y="1061268"/>
                  </a:lnTo>
                  <a:lnTo>
                    <a:pt x="383647" y="1061254"/>
                  </a:lnTo>
                  <a:lnTo>
                    <a:pt x="383637" y="1061240"/>
                  </a:lnTo>
                  <a:lnTo>
                    <a:pt x="383629" y="1061229"/>
                  </a:lnTo>
                  <a:lnTo>
                    <a:pt x="383621" y="1061220"/>
                  </a:lnTo>
                  <a:lnTo>
                    <a:pt x="383616" y="1061212"/>
                  </a:lnTo>
                  <a:lnTo>
                    <a:pt x="383617" y="1061205"/>
                  </a:lnTo>
                  <a:lnTo>
                    <a:pt x="383622" y="1061192"/>
                  </a:lnTo>
                  <a:lnTo>
                    <a:pt x="383629" y="1061176"/>
                  </a:lnTo>
                  <a:lnTo>
                    <a:pt x="383635" y="1061163"/>
                  </a:lnTo>
                  <a:lnTo>
                    <a:pt x="383642" y="1061153"/>
                  </a:lnTo>
                  <a:lnTo>
                    <a:pt x="383651" y="1061140"/>
                  </a:lnTo>
                  <a:lnTo>
                    <a:pt x="383658" y="1061130"/>
                  </a:lnTo>
                  <a:lnTo>
                    <a:pt x="383668" y="1061116"/>
                  </a:lnTo>
                  <a:lnTo>
                    <a:pt x="383678" y="1061103"/>
                  </a:lnTo>
                  <a:lnTo>
                    <a:pt x="383688" y="1061088"/>
                  </a:lnTo>
                  <a:lnTo>
                    <a:pt x="383697" y="1061075"/>
                  </a:lnTo>
                  <a:lnTo>
                    <a:pt x="383703" y="1061063"/>
                  </a:lnTo>
                  <a:lnTo>
                    <a:pt x="383707" y="1061056"/>
                  </a:lnTo>
                  <a:lnTo>
                    <a:pt x="383709" y="1061050"/>
                  </a:lnTo>
                  <a:lnTo>
                    <a:pt x="383711" y="1061044"/>
                  </a:lnTo>
                  <a:lnTo>
                    <a:pt x="383713" y="1061034"/>
                  </a:lnTo>
                  <a:lnTo>
                    <a:pt x="383714" y="1061022"/>
                  </a:lnTo>
                  <a:lnTo>
                    <a:pt x="383713" y="1061012"/>
                  </a:lnTo>
                  <a:lnTo>
                    <a:pt x="383711" y="1061003"/>
                  </a:lnTo>
                  <a:lnTo>
                    <a:pt x="383706" y="1060995"/>
                  </a:lnTo>
                  <a:lnTo>
                    <a:pt x="383697" y="1060982"/>
                  </a:lnTo>
                  <a:lnTo>
                    <a:pt x="383690" y="1060969"/>
                  </a:lnTo>
                  <a:lnTo>
                    <a:pt x="383679" y="1060950"/>
                  </a:lnTo>
                  <a:lnTo>
                    <a:pt x="383671" y="1060936"/>
                  </a:lnTo>
                  <a:lnTo>
                    <a:pt x="383661" y="1060920"/>
                  </a:lnTo>
                  <a:lnTo>
                    <a:pt x="383652" y="1060904"/>
                  </a:lnTo>
                  <a:lnTo>
                    <a:pt x="383642" y="1060886"/>
                  </a:lnTo>
                  <a:lnTo>
                    <a:pt x="383636" y="1060871"/>
                  </a:lnTo>
                  <a:lnTo>
                    <a:pt x="383628" y="1060855"/>
                  </a:lnTo>
                  <a:lnTo>
                    <a:pt x="383621" y="1060840"/>
                  </a:lnTo>
                  <a:lnTo>
                    <a:pt x="383616" y="1060828"/>
                  </a:lnTo>
                  <a:lnTo>
                    <a:pt x="383607" y="1060812"/>
                  </a:lnTo>
                  <a:lnTo>
                    <a:pt x="383600" y="1060798"/>
                  </a:lnTo>
                  <a:lnTo>
                    <a:pt x="383594" y="1060786"/>
                  </a:lnTo>
                  <a:lnTo>
                    <a:pt x="383581" y="1060766"/>
                  </a:lnTo>
                  <a:lnTo>
                    <a:pt x="383569" y="1060746"/>
                  </a:lnTo>
                  <a:lnTo>
                    <a:pt x="383560" y="1060730"/>
                  </a:lnTo>
                  <a:lnTo>
                    <a:pt x="383549" y="1060711"/>
                  </a:lnTo>
                  <a:lnTo>
                    <a:pt x="383539" y="1060693"/>
                  </a:lnTo>
                  <a:lnTo>
                    <a:pt x="383533" y="1060682"/>
                  </a:lnTo>
                  <a:lnTo>
                    <a:pt x="383520" y="1060663"/>
                  </a:lnTo>
                  <a:lnTo>
                    <a:pt x="383510" y="1060647"/>
                  </a:lnTo>
                  <a:lnTo>
                    <a:pt x="383501" y="1060634"/>
                  </a:lnTo>
                  <a:lnTo>
                    <a:pt x="383491" y="1060622"/>
                  </a:lnTo>
                  <a:lnTo>
                    <a:pt x="383480" y="1060610"/>
                  </a:lnTo>
                  <a:lnTo>
                    <a:pt x="383470" y="1060601"/>
                  </a:lnTo>
                  <a:lnTo>
                    <a:pt x="383456" y="1060589"/>
                  </a:lnTo>
                  <a:lnTo>
                    <a:pt x="383444" y="1060578"/>
                  </a:lnTo>
                  <a:lnTo>
                    <a:pt x="383428" y="1060568"/>
                  </a:lnTo>
                  <a:lnTo>
                    <a:pt x="383416" y="1060562"/>
                  </a:lnTo>
                  <a:lnTo>
                    <a:pt x="383405" y="1060559"/>
                  </a:lnTo>
                  <a:lnTo>
                    <a:pt x="383398" y="1060558"/>
                  </a:lnTo>
                  <a:lnTo>
                    <a:pt x="383387" y="1060558"/>
                  </a:lnTo>
                  <a:lnTo>
                    <a:pt x="383366" y="1060560"/>
                  </a:lnTo>
                  <a:lnTo>
                    <a:pt x="383345" y="1060562"/>
                  </a:lnTo>
                  <a:lnTo>
                    <a:pt x="383320" y="1060566"/>
                  </a:lnTo>
                  <a:lnTo>
                    <a:pt x="383301" y="1060569"/>
                  </a:lnTo>
                  <a:lnTo>
                    <a:pt x="383289" y="1060571"/>
                  </a:lnTo>
                  <a:lnTo>
                    <a:pt x="383253" y="1060575"/>
                  </a:lnTo>
                  <a:lnTo>
                    <a:pt x="383221" y="1060583"/>
                  </a:lnTo>
                  <a:lnTo>
                    <a:pt x="383195" y="1060589"/>
                  </a:lnTo>
                  <a:lnTo>
                    <a:pt x="383191" y="1060589"/>
                  </a:lnTo>
                  <a:lnTo>
                    <a:pt x="383180" y="1060591"/>
                  </a:lnTo>
                  <a:lnTo>
                    <a:pt x="383176" y="1060592"/>
                  </a:lnTo>
                  <a:lnTo>
                    <a:pt x="383163" y="1060594"/>
                  </a:lnTo>
                  <a:lnTo>
                    <a:pt x="383147" y="1060595"/>
                  </a:lnTo>
                  <a:lnTo>
                    <a:pt x="383135" y="1060595"/>
                  </a:lnTo>
                  <a:lnTo>
                    <a:pt x="383118" y="1060593"/>
                  </a:lnTo>
                  <a:lnTo>
                    <a:pt x="383102" y="1060591"/>
                  </a:lnTo>
                  <a:lnTo>
                    <a:pt x="383092" y="1060589"/>
                  </a:lnTo>
                  <a:lnTo>
                    <a:pt x="383082" y="1060585"/>
                  </a:lnTo>
                  <a:lnTo>
                    <a:pt x="383077" y="1060581"/>
                  </a:lnTo>
                  <a:lnTo>
                    <a:pt x="383074" y="1060577"/>
                  </a:lnTo>
                  <a:lnTo>
                    <a:pt x="383071" y="1060570"/>
                  </a:lnTo>
                  <a:lnTo>
                    <a:pt x="383068" y="1060554"/>
                  </a:lnTo>
                  <a:lnTo>
                    <a:pt x="383064" y="1060541"/>
                  </a:lnTo>
                  <a:lnTo>
                    <a:pt x="383059" y="1060527"/>
                  </a:lnTo>
                  <a:lnTo>
                    <a:pt x="383055" y="1060516"/>
                  </a:lnTo>
                  <a:lnTo>
                    <a:pt x="383049" y="1060499"/>
                  </a:lnTo>
                  <a:lnTo>
                    <a:pt x="383043" y="1060488"/>
                  </a:lnTo>
                  <a:lnTo>
                    <a:pt x="383037" y="1060476"/>
                  </a:lnTo>
                  <a:lnTo>
                    <a:pt x="383028" y="1060463"/>
                  </a:lnTo>
                  <a:lnTo>
                    <a:pt x="383017" y="1060451"/>
                  </a:lnTo>
                  <a:lnTo>
                    <a:pt x="383004" y="1060438"/>
                  </a:lnTo>
                  <a:lnTo>
                    <a:pt x="382991" y="1060426"/>
                  </a:lnTo>
                  <a:lnTo>
                    <a:pt x="382978" y="1060414"/>
                  </a:lnTo>
                  <a:lnTo>
                    <a:pt x="382966" y="1060402"/>
                  </a:lnTo>
                  <a:lnTo>
                    <a:pt x="382956" y="1060389"/>
                  </a:lnTo>
                  <a:lnTo>
                    <a:pt x="382949" y="1060378"/>
                  </a:lnTo>
                  <a:lnTo>
                    <a:pt x="382939" y="1060364"/>
                  </a:lnTo>
                  <a:lnTo>
                    <a:pt x="382926" y="1060346"/>
                  </a:lnTo>
                  <a:lnTo>
                    <a:pt x="382913" y="1060329"/>
                  </a:lnTo>
                  <a:lnTo>
                    <a:pt x="382900" y="1060314"/>
                  </a:lnTo>
                  <a:lnTo>
                    <a:pt x="382891" y="1060303"/>
                  </a:lnTo>
                  <a:lnTo>
                    <a:pt x="382881" y="1060294"/>
                  </a:lnTo>
                  <a:lnTo>
                    <a:pt x="382871" y="1060288"/>
                  </a:lnTo>
                  <a:lnTo>
                    <a:pt x="382866" y="1060286"/>
                  </a:lnTo>
                  <a:lnTo>
                    <a:pt x="382857" y="1060286"/>
                  </a:lnTo>
                  <a:lnTo>
                    <a:pt x="382847" y="1060287"/>
                  </a:lnTo>
                  <a:lnTo>
                    <a:pt x="382833" y="1060289"/>
                  </a:lnTo>
                  <a:lnTo>
                    <a:pt x="382818" y="1060293"/>
                  </a:lnTo>
                  <a:lnTo>
                    <a:pt x="382801" y="1060296"/>
                  </a:lnTo>
                  <a:lnTo>
                    <a:pt x="382783" y="1060299"/>
                  </a:lnTo>
                  <a:lnTo>
                    <a:pt x="382776" y="1060300"/>
                  </a:lnTo>
                  <a:lnTo>
                    <a:pt x="382751" y="1060303"/>
                  </a:lnTo>
                  <a:lnTo>
                    <a:pt x="382729" y="1060306"/>
                  </a:lnTo>
                  <a:lnTo>
                    <a:pt x="382714" y="1060308"/>
                  </a:lnTo>
                  <a:lnTo>
                    <a:pt x="382697" y="1060309"/>
                  </a:lnTo>
                  <a:lnTo>
                    <a:pt x="382679" y="1060309"/>
                  </a:lnTo>
                  <a:lnTo>
                    <a:pt x="382662" y="1060308"/>
                  </a:lnTo>
                  <a:lnTo>
                    <a:pt x="382646" y="1060306"/>
                  </a:lnTo>
                  <a:lnTo>
                    <a:pt x="382636" y="1060304"/>
                  </a:lnTo>
                  <a:lnTo>
                    <a:pt x="382630" y="1060302"/>
                  </a:lnTo>
                  <a:lnTo>
                    <a:pt x="382626" y="1060298"/>
                  </a:lnTo>
                  <a:lnTo>
                    <a:pt x="382623" y="1060294"/>
                  </a:lnTo>
                  <a:lnTo>
                    <a:pt x="382620" y="1060290"/>
                  </a:lnTo>
                  <a:lnTo>
                    <a:pt x="382611" y="1060275"/>
                  </a:lnTo>
                  <a:lnTo>
                    <a:pt x="382600" y="1060256"/>
                  </a:lnTo>
                  <a:lnTo>
                    <a:pt x="382598" y="1060252"/>
                  </a:lnTo>
                  <a:lnTo>
                    <a:pt x="382594" y="1060245"/>
                  </a:lnTo>
                  <a:lnTo>
                    <a:pt x="382590" y="1060238"/>
                  </a:lnTo>
                  <a:lnTo>
                    <a:pt x="382582" y="1060221"/>
                  </a:lnTo>
                  <a:lnTo>
                    <a:pt x="382577" y="1060210"/>
                  </a:lnTo>
                  <a:lnTo>
                    <a:pt x="382575" y="1060204"/>
                  </a:lnTo>
                  <a:lnTo>
                    <a:pt x="382572" y="1060197"/>
                  </a:lnTo>
                  <a:lnTo>
                    <a:pt x="382570" y="1060190"/>
                  </a:lnTo>
                  <a:lnTo>
                    <a:pt x="382565" y="1060177"/>
                  </a:lnTo>
                  <a:lnTo>
                    <a:pt x="382563" y="1060169"/>
                  </a:lnTo>
                  <a:lnTo>
                    <a:pt x="382563" y="1060164"/>
                  </a:lnTo>
                  <a:lnTo>
                    <a:pt x="382565" y="1060158"/>
                  </a:lnTo>
                  <a:lnTo>
                    <a:pt x="382570" y="1060153"/>
                  </a:lnTo>
                  <a:lnTo>
                    <a:pt x="382583" y="1060139"/>
                  </a:lnTo>
                  <a:lnTo>
                    <a:pt x="382589" y="1060132"/>
                  </a:lnTo>
                  <a:lnTo>
                    <a:pt x="382593" y="1060129"/>
                  </a:lnTo>
                  <a:lnTo>
                    <a:pt x="382597" y="1060124"/>
                  </a:lnTo>
                  <a:lnTo>
                    <a:pt x="382605" y="1060115"/>
                  </a:lnTo>
                  <a:lnTo>
                    <a:pt x="382613" y="1060103"/>
                  </a:lnTo>
                  <a:lnTo>
                    <a:pt x="382619" y="1060094"/>
                  </a:lnTo>
                  <a:lnTo>
                    <a:pt x="382624" y="1060085"/>
                  </a:lnTo>
                  <a:lnTo>
                    <a:pt x="382627" y="1060078"/>
                  </a:lnTo>
                  <a:lnTo>
                    <a:pt x="382629" y="1060073"/>
                  </a:lnTo>
                  <a:lnTo>
                    <a:pt x="382633" y="1060061"/>
                  </a:lnTo>
                  <a:lnTo>
                    <a:pt x="382638" y="1060045"/>
                  </a:lnTo>
                  <a:lnTo>
                    <a:pt x="382640" y="1060038"/>
                  </a:lnTo>
                  <a:lnTo>
                    <a:pt x="382643" y="1060030"/>
                  </a:lnTo>
                  <a:lnTo>
                    <a:pt x="382647" y="1060018"/>
                  </a:lnTo>
                  <a:lnTo>
                    <a:pt x="382650" y="1060003"/>
                  </a:lnTo>
                  <a:lnTo>
                    <a:pt x="382652" y="1059988"/>
                  </a:lnTo>
                  <a:lnTo>
                    <a:pt x="382653" y="1059972"/>
                  </a:lnTo>
                  <a:lnTo>
                    <a:pt x="382653" y="1059967"/>
                  </a:lnTo>
                  <a:lnTo>
                    <a:pt x="382651" y="1059961"/>
                  </a:lnTo>
                  <a:lnTo>
                    <a:pt x="382649" y="1059957"/>
                  </a:lnTo>
                  <a:lnTo>
                    <a:pt x="382640" y="1059946"/>
                  </a:lnTo>
                  <a:lnTo>
                    <a:pt x="382629" y="1059935"/>
                  </a:lnTo>
                  <a:lnTo>
                    <a:pt x="382615" y="1059923"/>
                  </a:lnTo>
                  <a:lnTo>
                    <a:pt x="382602" y="1059912"/>
                  </a:lnTo>
                  <a:lnTo>
                    <a:pt x="382586" y="1059901"/>
                  </a:lnTo>
                  <a:lnTo>
                    <a:pt x="382568" y="1059890"/>
                  </a:lnTo>
                  <a:lnTo>
                    <a:pt x="382545" y="1059878"/>
                  </a:lnTo>
                  <a:lnTo>
                    <a:pt x="382526" y="1059868"/>
                  </a:lnTo>
                  <a:lnTo>
                    <a:pt x="382503" y="1059857"/>
                  </a:lnTo>
                  <a:lnTo>
                    <a:pt x="382494" y="1059851"/>
                  </a:lnTo>
                  <a:lnTo>
                    <a:pt x="382491" y="1059847"/>
                  </a:lnTo>
                  <a:lnTo>
                    <a:pt x="382488" y="1059843"/>
                  </a:lnTo>
                  <a:lnTo>
                    <a:pt x="382486" y="1059838"/>
                  </a:lnTo>
                  <a:lnTo>
                    <a:pt x="382485" y="1059830"/>
                  </a:lnTo>
                  <a:lnTo>
                    <a:pt x="382485" y="1059821"/>
                  </a:lnTo>
                  <a:lnTo>
                    <a:pt x="382487" y="1059810"/>
                  </a:lnTo>
                  <a:lnTo>
                    <a:pt x="382489" y="1059802"/>
                  </a:lnTo>
                  <a:lnTo>
                    <a:pt x="382494" y="1059792"/>
                  </a:lnTo>
                  <a:lnTo>
                    <a:pt x="382504" y="1059778"/>
                  </a:lnTo>
                  <a:lnTo>
                    <a:pt x="382514" y="1059760"/>
                  </a:lnTo>
                  <a:lnTo>
                    <a:pt x="382523" y="1059742"/>
                  </a:lnTo>
                  <a:lnTo>
                    <a:pt x="382534" y="1059719"/>
                  </a:lnTo>
                  <a:lnTo>
                    <a:pt x="382540" y="1059708"/>
                  </a:lnTo>
                  <a:lnTo>
                    <a:pt x="382544" y="1059699"/>
                  </a:lnTo>
                  <a:lnTo>
                    <a:pt x="382546" y="1059695"/>
                  </a:lnTo>
                  <a:lnTo>
                    <a:pt x="382551" y="1059685"/>
                  </a:lnTo>
                  <a:lnTo>
                    <a:pt x="382555" y="1059674"/>
                  </a:lnTo>
                  <a:lnTo>
                    <a:pt x="382564" y="1059654"/>
                  </a:lnTo>
                  <a:lnTo>
                    <a:pt x="382568" y="1059643"/>
                  </a:lnTo>
                  <a:lnTo>
                    <a:pt x="382574" y="1059629"/>
                  </a:lnTo>
                  <a:lnTo>
                    <a:pt x="382576" y="1059616"/>
                  </a:lnTo>
                  <a:lnTo>
                    <a:pt x="382578" y="1059607"/>
                  </a:lnTo>
                  <a:lnTo>
                    <a:pt x="382582" y="1059590"/>
                  </a:lnTo>
                  <a:lnTo>
                    <a:pt x="382583" y="1059579"/>
                  </a:lnTo>
                  <a:lnTo>
                    <a:pt x="382584" y="1059573"/>
                  </a:lnTo>
                  <a:lnTo>
                    <a:pt x="382585" y="1059564"/>
                  </a:lnTo>
                  <a:lnTo>
                    <a:pt x="382585" y="1059551"/>
                  </a:lnTo>
                  <a:lnTo>
                    <a:pt x="382585" y="1059534"/>
                  </a:lnTo>
                  <a:lnTo>
                    <a:pt x="382585" y="1059506"/>
                  </a:lnTo>
                  <a:lnTo>
                    <a:pt x="382584" y="1059497"/>
                  </a:lnTo>
                  <a:lnTo>
                    <a:pt x="382584" y="1059479"/>
                  </a:lnTo>
                  <a:lnTo>
                    <a:pt x="382583" y="1059462"/>
                  </a:lnTo>
                  <a:lnTo>
                    <a:pt x="382582" y="1059453"/>
                  </a:lnTo>
                  <a:lnTo>
                    <a:pt x="382580" y="1059442"/>
                  </a:lnTo>
                  <a:lnTo>
                    <a:pt x="382578" y="1059435"/>
                  </a:lnTo>
                  <a:lnTo>
                    <a:pt x="382576" y="1059430"/>
                  </a:lnTo>
                  <a:lnTo>
                    <a:pt x="382568" y="1059417"/>
                  </a:lnTo>
                  <a:lnTo>
                    <a:pt x="382561" y="1059407"/>
                  </a:lnTo>
                  <a:lnTo>
                    <a:pt x="382549" y="1059393"/>
                  </a:lnTo>
                  <a:lnTo>
                    <a:pt x="382535" y="1059378"/>
                  </a:lnTo>
                  <a:lnTo>
                    <a:pt x="382521" y="1059363"/>
                  </a:lnTo>
                  <a:lnTo>
                    <a:pt x="382508" y="1059349"/>
                  </a:lnTo>
                  <a:lnTo>
                    <a:pt x="382497" y="1059336"/>
                  </a:lnTo>
                  <a:lnTo>
                    <a:pt x="382487" y="1059324"/>
                  </a:lnTo>
                  <a:lnTo>
                    <a:pt x="382476" y="1059311"/>
                  </a:lnTo>
                  <a:lnTo>
                    <a:pt x="382464" y="1059297"/>
                  </a:lnTo>
                  <a:lnTo>
                    <a:pt x="382451" y="1059284"/>
                  </a:lnTo>
                  <a:lnTo>
                    <a:pt x="382436" y="1059269"/>
                  </a:lnTo>
                  <a:lnTo>
                    <a:pt x="382423" y="1059258"/>
                  </a:lnTo>
                  <a:lnTo>
                    <a:pt x="382416" y="1059248"/>
                  </a:lnTo>
                  <a:lnTo>
                    <a:pt x="382423" y="1059243"/>
                  </a:lnTo>
                  <a:lnTo>
                    <a:pt x="382439" y="1059239"/>
                  </a:lnTo>
                  <a:lnTo>
                    <a:pt x="382457" y="1059236"/>
                  </a:lnTo>
                  <a:lnTo>
                    <a:pt x="382474" y="1059234"/>
                  </a:lnTo>
                  <a:lnTo>
                    <a:pt x="382491" y="1059231"/>
                  </a:lnTo>
                  <a:lnTo>
                    <a:pt x="382515" y="1059227"/>
                  </a:lnTo>
                  <a:lnTo>
                    <a:pt x="382528" y="1059223"/>
                  </a:lnTo>
                  <a:lnTo>
                    <a:pt x="382542" y="1059218"/>
                  </a:lnTo>
                  <a:lnTo>
                    <a:pt x="382555" y="1059212"/>
                  </a:lnTo>
                  <a:lnTo>
                    <a:pt x="382568" y="1059207"/>
                  </a:lnTo>
                  <a:lnTo>
                    <a:pt x="382591" y="1059196"/>
                  </a:lnTo>
                  <a:lnTo>
                    <a:pt x="382624" y="1059180"/>
                  </a:lnTo>
                  <a:lnTo>
                    <a:pt x="382660" y="1059163"/>
                  </a:lnTo>
                  <a:lnTo>
                    <a:pt x="382681" y="1059153"/>
                  </a:lnTo>
                  <a:lnTo>
                    <a:pt x="382710" y="1059141"/>
                  </a:lnTo>
                  <a:lnTo>
                    <a:pt x="382732" y="1059131"/>
                  </a:lnTo>
                  <a:lnTo>
                    <a:pt x="382755" y="1059119"/>
                  </a:lnTo>
                  <a:lnTo>
                    <a:pt x="382774" y="1059110"/>
                  </a:lnTo>
                  <a:lnTo>
                    <a:pt x="382791" y="1059101"/>
                  </a:lnTo>
                  <a:lnTo>
                    <a:pt x="382807" y="1059092"/>
                  </a:lnTo>
                  <a:lnTo>
                    <a:pt x="382814" y="1059088"/>
                  </a:lnTo>
                  <a:lnTo>
                    <a:pt x="382823" y="1059081"/>
                  </a:lnTo>
                  <a:lnTo>
                    <a:pt x="382832" y="1059073"/>
                  </a:lnTo>
                  <a:lnTo>
                    <a:pt x="382839" y="1059066"/>
                  </a:lnTo>
                  <a:lnTo>
                    <a:pt x="382845" y="1059057"/>
                  </a:lnTo>
                  <a:lnTo>
                    <a:pt x="382850" y="1059049"/>
                  </a:lnTo>
                  <a:lnTo>
                    <a:pt x="382858" y="1059036"/>
                  </a:lnTo>
                  <a:lnTo>
                    <a:pt x="382862" y="1059028"/>
                  </a:lnTo>
                  <a:lnTo>
                    <a:pt x="382865" y="1059021"/>
                  </a:lnTo>
                  <a:lnTo>
                    <a:pt x="382869" y="1059011"/>
                  </a:lnTo>
                  <a:lnTo>
                    <a:pt x="382871" y="1059000"/>
                  </a:lnTo>
                  <a:lnTo>
                    <a:pt x="382876" y="1058982"/>
                  </a:lnTo>
                  <a:lnTo>
                    <a:pt x="382879" y="1058969"/>
                  </a:lnTo>
                  <a:lnTo>
                    <a:pt x="382880" y="1058960"/>
                  </a:lnTo>
                  <a:lnTo>
                    <a:pt x="382879" y="1058950"/>
                  </a:lnTo>
                  <a:lnTo>
                    <a:pt x="382877" y="1058937"/>
                  </a:lnTo>
                  <a:lnTo>
                    <a:pt x="382873" y="1058921"/>
                  </a:lnTo>
                  <a:lnTo>
                    <a:pt x="382869" y="1058905"/>
                  </a:lnTo>
                  <a:lnTo>
                    <a:pt x="382862" y="1058887"/>
                  </a:lnTo>
                  <a:lnTo>
                    <a:pt x="382856" y="1058872"/>
                  </a:lnTo>
                  <a:lnTo>
                    <a:pt x="382852" y="1058860"/>
                  </a:lnTo>
                  <a:lnTo>
                    <a:pt x="382846" y="1058848"/>
                  </a:lnTo>
                  <a:lnTo>
                    <a:pt x="382838" y="1058833"/>
                  </a:lnTo>
                  <a:lnTo>
                    <a:pt x="382829" y="1058816"/>
                  </a:lnTo>
                  <a:lnTo>
                    <a:pt x="382820" y="1058800"/>
                  </a:lnTo>
                  <a:lnTo>
                    <a:pt x="382813" y="1058786"/>
                  </a:lnTo>
                  <a:lnTo>
                    <a:pt x="382809" y="1058775"/>
                  </a:lnTo>
                  <a:lnTo>
                    <a:pt x="382805" y="1058762"/>
                  </a:lnTo>
                  <a:lnTo>
                    <a:pt x="382801" y="1058748"/>
                  </a:lnTo>
                  <a:lnTo>
                    <a:pt x="382800" y="1058743"/>
                  </a:lnTo>
                  <a:lnTo>
                    <a:pt x="382799" y="1058735"/>
                  </a:lnTo>
                  <a:lnTo>
                    <a:pt x="382797" y="1058721"/>
                  </a:lnTo>
                  <a:lnTo>
                    <a:pt x="382794" y="1058697"/>
                  </a:lnTo>
                  <a:lnTo>
                    <a:pt x="382792" y="1058671"/>
                  </a:lnTo>
                  <a:lnTo>
                    <a:pt x="382789" y="1058647"/>
                  </a:lnTo>
                  <a:lnTo>
                    <a:pt x="382786" y="1058621"/>
                  </a:lnTo>
                  <a:lnTo>
                    <a:pt x="382783" y="1058601"/>
                  </a:lnTo>
                  <a:lnTo>
                    <a:pt x="382777" y="1058571"/>
                  </a:lnTo>
                  <a:lnTo>
                    <a:pt x="382773" y="1058551"/>
                  </a:lnTo>
                  <a:lnTo>
                    <a:pt x="382768" y="1058528"/>
                  </a:lnTo>
                  <a:lnTo>
                    <a:pt x="382765" y="1058509"/>
                  </a:lnTo>
                  <a:lnTo>
                    <a:pt x="382764" y="1058503"/>
                  </a:lnTo>
                  <a:lnTo>
                    <a:pt x="382763" y="1058494"/>
                  </a:lnTo>
                  <a:lnTo>
                    <a:pt x="382762" y="1058476"/>
                  </a:lnTo>
                  <a:lnTo>
                    <a:pt x="382763" y="1058468"/>
                  </a:lnTo>
                  <a:lnTo>
                    <a:pt x="382767" y="1058462"/>
                  </a:lnTo>
                  <a:lnTo>
                    <a:pt x="382773" y="1058455"/>
                  </a:lnTo>
                  <a:lnTo>
                    <a:pt x="382782" y="1058448"/>
                  </a:lnTo>
                  <a:lnTo>
                    <a:pt x="382799" y="1058437"/>
                  </a:lnTo>
                  <a:lnTo>
                    <a:pt x="382812" y="1058427"/>
                  </a:lnTo>
                  <a:lnTo>
                    <a:pt x="382819" y="1058421"/>
                  </a:lnTo>
                  <a:lnTo>
                    <a:pt x="382826" y="1058413"/>
                  </a:lnTo>
                  <a:lnTo>
                    <a:pt x="382832" y="1058405"/>
                  </a:lnTo>
                  <a:lnTo>
                    <a:pt x="382837" y="1058396"/>
                  </a:lnTo>
                  <a:lnTo>
                    <a:pt x="382845" y="1058384"/>
                  </a:lnTo>
                  <a:lnTo>
                    <a:pt x="382855" y="1058370"/>
                  </a:lnTo>
                  <a:lnTo>
                    <a:pt x="382863" y="1058360"/>
                  </a:lnTo>
                  <a:lnTo>
                    <a:pt x="382872" y="1058352"/>
                  </a:lnTo>
                  <a:lnTo>
                    <a:pt x="382884" y="1058343"/>
                  </a:lnTo>
                  <a:lnTo>
                    <a:pt x="382899" y="1058335"/>
                  </a:lnTo>
                  <a:lnTo>
                    <a:pt x="382919" y="1058324"/>
                  </a:lnTo>
                  <a:lnTo>
                    <a:pt x="382932" y="1058317"/>
                  </a:lnTo>
                  <a:lnTo>
                    <a:pt x="382950" y="1058307"/>
                  </a:lnTo>
                  <a:lnTo>
                    <a:pt x="382963" y="1058299"/>
                  </a:lnTo>
                  <a:lnTo>
                    <a:pt x="382977" y="1058291"/>
                  </a:lnTo>
                  <a:lnTo>
                    <a:pt x="382988" y="1058283"/>
                  </a:lnTo>
                  <a:lnTo>
                    <a:pt x="382985" y="1058276"/>
                  </a:lnTo>
                  <a:lnTo>
                    <a:pt x="382969" y="1058256"/>
                  </a:lnTo>
                  <a:lnTo>
                    <a:pt x="382956" y="1058240"/>
                  </a:lnTo>
                  <a:lnTo>
                    <a:pt x="382946" y="1058229"/>
                  </a:lnTo>
                  <a:lnTo>
                    <a:pt x="382936" y="1058218"/>
                  </a:lnTo>
                  <a:lnTo>
                    <a:pt x="382924" y="1058207"/>
                  </a:lnTo>
                  <a:lnTo>
                    <a:pt x="382911" y="1058198"/>
                  </a:lnTo>
                  <a:lnTo>
                    <a:pt x="382901" y="1058191"/>
                  </a:lnTo>
                  <a:lnTo>
                    <a:pt x="382887" y="1058184"/>
                  </a:lnTo>
                  <a:lnTo>
                    <a:pt x="382876" y="1058181"/>
                  </a:lnTo>
                  <a:lnTo>
                    <a:pt x="382864" y="1058179"/>
                  </a:lnTo>
                  <a:lnTo>
                    <a:pt x="382848" y="1058177"/>
                  </a:lnTo>
                  <a:lnTo>
                    <a:pt x="382836" y="1058175"/>
                  </a:lnTo>
                  <a:lnTo>
                    <a:pt x="382824" y="1058172"/>
                  </a:lnTo>
                  <a:lnTo>
                    <a:pt x="382803" y="1058165"/>
                  </a:lnTo>
                  <a:lnTo>
                    <a:pt x="382790" y="1058160"/>
                  </a:lnTo>
                  <a:lnTo>
                    <a:pt x="382782" y="1058156"/>
                  </a:lnTo>
                  <a:lnTo>
                    <a:pt x="382774" y="1058150"/>
                  </a:lnTo>
                  <a:lnTo>
                    <a:pt x="382767" y="1058142"/>
                  </a:lnTo>
                  <a:lnTo>
                    <a:pt x="382760" y="1058133"/>
                  </a:lnTo>
                  <a:lnTo>
                    <a:pt x="382750" y="1058120"/>
                  </a:lnTo>
                  <a:lnTo>
                    <a:pt x="382738" y="1058101"/>
                  </a:lnTo>
                  <a:lnTo>
                    <a:pt x="382727" y="1058085"/>
                  </a:lnTo>
                  <a:lnTo>
                    <a:pt x="382719" y="1058074"/>
                  </a:lnTo>
                  <a:lnTo>
                    <a:pt x="382710" y="1058059"/>
                  </a:lnTo>
                  <a:lnTo>
                    <a:pt x="382699" y="1058044"/>
                  </a:lnTo>
                  <a:lnTo>
                    <a:pt x="382692" y="1058032"/>
                  </a:lnTo>
                  <a:lnTo>
                    <a:pt x="382682" y="1058018"/>
                  </a:lnTo>
                  <a:lnTo>
                    <a:pt x="382673" y="1058005"/>
                  </a:lnTo>
                  <a:lnTo>
                    <a:pt x="382663" y="1057992"/>
                  </a:lnTo>
                  <a:lnTo>
                    <a:pt x="382659" y="1057989"/>
                  </a:lnTo>
                  <a:lnTo>
                    <a:pt x="382654" y="1057983"/>
                  </a:lnTo>
                  <a:lnTo>
                    <a:pt x="382644" y="1057974"/>
                  </a:lnTo>
                  <a:lnTo>
                    <a:pt x="382631" y="1057964"/>
                  </a:lnTo>
                  <a:lnTo>
                    <a:pt x="382618" y="1057956"/>
                  </a:lnTo>
                  <a:lnTo>
                    <a:pt x="382606" y="1057950"/>
                  </a:lnTo>
                  <a:lnTo>
                    <a:pt x="382598" y="1057944"/>
                  </a:lnTo>
                  <a:lnTo>
                    <a:pt x="382598" y="1057933"/>
                  </a:lnTo>
                  <a:lnTo>
                    <a:pt x="382598" y="1057912"/>
                  </a:lnTo>
                  <a:lnTo>
                    <a:pt x="382597" y="1057887"/>
                  </a:lnTo>
                  <a:lnTo>
                    <a:pt x="382597" y="1057878"/>
                  </a:lnTo>
                  <a:lnTo>
                    <a:pt x="382597" y="1057870"/>
                  </a:lnTo>
                  <a:lnTo>
                    <a:pt x="382597" y="1057864"/>
                  </a:lnTo>
                  <a:lnTo>
                    <a:pt x="382596" y="1057850"/>
                  </a:lnTo>
                  <a:lnTo>
                    <a:pt x="382595" y="1057841"/>
                  </a:lnTo>
                  <a:lnTo>
                    <a:pt x="382593" y="1057829"/>
                  </a:lnTo>
                  <a:lnTo>
                    <a:pt x="382591" y="1057812"/>
                  </a:lnTo>
                  <a:lnTo>
                    <a:pt x="382588" y="1057800"/>
                  </a:lnTo>
                  <a:lnTo>
                    <a:pt x="382581" y="1057773"/>
                  </a:lnTo>
                  <a:lnTo>
                    <a:pt x="382578" y="1057757"/>
                  </a:lnTo>
                  <a:lnTo>
                    <a:pt x="382574" y="1057733"/>
                  </a:lnTo>
                  <a:lnTo>
                    <a:pt x="382572" y="1057716"/>
                  </a:lnTo>
                  <a:lnTo>
                    <a:pt x="382569" y="1057697"/>
                  </a:lnTo>
                  <a:lnTo>
                    <a:pt x="382568" y="1057687"/>
                  </a:lnTo>
                  <a:lnTo>
                    <a:pt x="382567" y="1057681"/>
                  </a:lnTo>
                  <a:lnTo>
                    <a:pt x="382565" y="1057666"/>
                  </a:lnTo>
                  <a:lnTo>
                    <a:pt x="382562" y="1057646"/>
                  </a:lnTo>
                  <a:lnTo>
                    <a:pt x="382560" y="1057631"/>
                  </a:lnTo>
                  <a:lnTo>
                    <a:pt x="382555" y="1057611"/>
                  </a:lnTo>
                  <a:lnTo>
                    <a:pt x="382553" y="1057598"/>
                  </a:lnTo>
                  <a:lnTo>
                    <a:pt x="382552" y="1057594"/>
                  </a:lnTo>
                  <a:lnTo>
                    <a:pt x="382551" y="1057587"/>
                  </a:lnTo>
                  <a:lnTo>
                    <a:pt x="382550" y="1057582"/>
                  </a:lnTo>
                  <a:lnTo>
                    <a:pt x="382549" y="1057573"/>
                  </a:lnTo>
                  <a:lnTo>
                    <a:pt x="382549" y="1057565"/>
                  </a:lnTo>
                  <a:lnTo>
                    <a:pt x="382548" y="1057553"/>
                  </a:lnTo>
                  <a:lnTo>
                    <a:pt x="382547" y="1057531"/>
                  </a:lnTo>
                  <a:lnTo>
                    <a:pt x="382546" y="1057519"/>
                  </a:lnTo>
                  <a:lnTo>
                    <a:pt x="382545" y="1057508"/>
                  </a:lnTo>
                  <a:lnTo>
                    <a:pt x="382543" y="1057499"/>
                  </a:lnTo>
                  <a:lnTo>
                    <a:pt x="382541" y="1057494"/>
                  </a:lnTo>
                  <a:lnTo>
                    <a:pt x="382535" y="1057483"/>
                  </a:lnTo>
                  <a:lnTo>
                    <a:pt x="382532" y="1057479"/>
                  </a:lnTo>
                  <a:lnTo>
                    <a:pt x="382528" y="1057473"/>
                  </a:lnTo>
                  <a:lnTo>
                    <a:pt x="382519" y="1057463"/>
                  </a:lnTo>
                  <a:lnTo>
                    <a:pt x="382516" y="1057460"/>
                  </a:lnTo>
                  <a:lnTo>
                    <a:pt x="382509" y="1057452"/>
                  </a:lnTo>
                  <a:lnTo>
                    <a:pt x="382500" y="1057443"/>
                  </a:lnTo>
                  <a:lnTo>
                    <a:pt x="382493" y="1057437"/>
                  </a:lnTo>
                  <a:lnTo>
                    <a:pt x="382486" y="1057433"/>
                  </a:lnTo>
                  <a:lnTo>
                    <a:pt x="382480" y="1057431"/>
                  </a:lnTo>
                  <a:lnTo>
                    <a:pt x="382469" y="1057430"/>
                  </a:lnTo>
                  <a:lnTo>
                    <a:pt x="382451" y="1057428"/>
                  </a:lnTo>
                  <a:lnTo>
                    <a:pt x="382437" y="1057428"/>
                  </a:lnTo>
                  <a:lnTo>
                    <a:pt x="382413" y="1057430"/>
                  </a:lnTo>
                  <a:lnTo>
                    <a:pt x="382390" y="1057432"/>
                  </a:lnTo>
                  <a:lnTo>
                    <a:pt x="382386" y="1057432"/>
                  </a:lnTo>
                  <a:lnTo>
                    <a:pt x="382375" y="1057433"/>
                  </a:lnTo>
                  <a:lnTo>
                    <a:pt x="382361" y="1057432"/>
                  </a:lnTo>
                  <a:lnTo>
                    <a:pt x="382350" y="1057431"/>
                  </a:lnTo>
                  <a:lnTo>
                    <a:pt x="382340" y="1057428"/>
                  </a:lnTo>
                  <a:lnTo>
                    <a:pt x="382330" y="1057425"/>
                  </a:lnTo>
                  <a:lnTo>
                    <a:pt x="382316" y="1057421"/>
                  </a:lnTo>
                  <a:lnTo>
                    <a:pt x="382303" y="1057417"/>
                  </a:lnTo>
                  <a:lnTo>
                    <a:pt x="382292" y="1057415"/>
                  </a:lnTo>
                  <a:lnTo>
                    <a:pt x="382269" y="1057416"/>
                  </a:lnTo>
                  <a:lnTo>
                    <a:pt x="382250" y="1057415"/>
                  </a:lnTo>
                  <a:lnTo>
                    <a:pt x="382230" y="1057414"/>
                  </a:lnTo>
                  <a:lnTo>
                    <a:pt x="382209" y="1057411"/>
                  </a:lnTo>
                  <a:lnTo>
                    <a:pt x="382185" y="1057410"/>
                  </a:lnTo>
                  <a:lnTo>
                    <a:pt x="382163" y="1057409"/>
                  </a:lnTo>
                  <a:lnTo>
                    <a:pt x="382147" y="1057409"/>
                  </a:lnTo>
                  <a:lnTo>
                    <a:pt x="382138" y="1057410"/>
                  </a:lnTo>
                  <a:lnTo>
                    <a:pt x="382130" y="1057413"/>
                  </a:lnTo>
                  <a:lnTo>
                    <a:pt x="382117" y="1057420"/>
                  </a:lnTo>
                  <a:lnTo>
                    <a:pt x="382110" y="1057424"/>
                  </a:lnTo>
                  <a:lnTo>
                    <a:pt x="382103" y="1057426"/>
                  </a:lnTo>
                  <a:lnTo>
                    <a:pt x="382097" y="1057425"/>
                  </a:lnTo>
                  <a:lnTo>
                    <a:pt x="382091" y="1057424"/>
                  </a:lnTo>
                  <a:lnTo>
                    <a:pt x="382081" y="1057421"/>
                  </a:lnTo>
                  <a:lnTo>
                    <a:pt x="382071" y="1057418"/>
                  </a:lnTo>
                  <a:lnTo>
                    <a:pt x="382063" y="1057417"/>
                  </a:lnTo>
                  <a:lnTo>
                    <a:pt x="382054" y="1057418"/>
                  </a:lnTo>
                  <a:lnTo>
                    <a:pt x="382042" y="1057420"/>
                  </a:lnTo>
                  <a:lnTo>
                    <a:pt x="382035" y="1057422"/>
                  </a:lnTo>
                  <a:lnTo>
                    <a:pt x="382018" y="1057428"/>
                  </a:lnTo>
                  <a:lnTo>
                    <a:pt x="382001" y="1057433"/>
                  </a:lnTo>
                  <a:lnTo>
                    <a:pt x="381996" y="1057435"/>
                  </a:lnTo>
                  <a:lnTo>
                    <a:pt x="381982" y="1057439"/>
                  </a:lnTo>
                  <a:lnTo>
                    <a:pt x="381966" y="1057441"/>
                  </a:lnTo>
                  <a:lnTo>
                    <a:pt x="381949" y="1057443"/>
                  </a:lnTo>
                  <a:lnTo>
                    <a:pt x="381926" y="1057444"/>
                  </a:lnTo>
                  <a:lnTo>
                    <a:pt x="381918" y="1057445"/>
                  </a:lnTo>
                  <a:lnTo>
                    <a:pt x="381912" y="1057445"/>
                  </a:lnTo>
                  <a:lnTo>
                    <a:pt x="381887" y="1057445"/>
                  </a:lnTo>
                  <a:lnTo>
                    <a:pt x="381863" y="1057446"/>
                  </a:lnTo>
                  <a:lnTo>
                    <a:pt x="381856" y="1057446"/>
                  </a:lnTo>
                  <a:lnTo>
                    <a:pt x="381840" y="1057445"/>
                  </a:lnTo>
                  <a:lnTo>
                    <a:pt x="381833" y="1057445"/>
                  </a:lnTo>
                  <a:lnTo>
                    <a:pt x="381825" y="1057444"/>
                  </a:lnTo>
                  <a:lnTo>
                    <a:pt x="381812" y="1057442"/>
                  </a:lnTo>
                  <a:lnTo>
                    <a:pt x="381806" y="1057441"/>
                  </a:lnTo>
                  <a:lnTo>
                    <a:pt x="381783" y="1057434"/>
                  </a:lnTo>
                  <a:lnTo>
                    <a:pt x="381763" y="1057427"/>
                  </a:lnTo>
                  <a:lnTo>
                    <a:pt x="381747" y="1057421"/>
                  </a:lnTo>
                  <a:lnTo>
                    <a:pt x="381722" y="1057411"/>
                  </a:lnTo>
                  <a:lnTo>
                    <a:pt x="381705" y="1057404"/>
                  </a:lnTo>
                  <a:lnTo>
                    <a:pt x="381687" y="1057397"/>
                  </a:lnTo>
                  <a:lnTo>
                    <a:pt x="381670" y="1057391"/>
                  </a:lnTo>
                  <a:lnTo>
                    <a:pt x="381656" y="1057388"/>
                  </a:lnTo>
                  <a:lnTo>
                    <a:pt x="381647" y="1057386"/>
                  </a:lnTo>
                  <a:lnTo>
                    <a:pt x="381636" y="1057386"/>
                  </a:lnTo>
                  <a:lnTo>
                    <a:pt x="381626" y="1057386"/>
                  </a:lnTo>
                  <a:lnTo>
                    <a:pt x="381622" y="1057387"/>
                  </a:lnTo>
                  <a:lnTo>
                    <a:pt x="381606" y="1057390"/>
                  </a:lnTo>
                  <a:lnTo>
                    <a:pt x="381590" y="1057393"/>
                  </a:lnTo>
                  <a:lnTo>
                    <a:pt x="381572" y="1057397"/>
                  </a:lnTo>
                  <a:lnTo>
                    <a:pt x="381555" y="1057399"/>
                  </a:lnTo>
                  <a:lnTo>
                    <a:pt x="381548" y="1057400"/>
                  </a:lnTo>
                  <a:lnTo>
                    <a:pt x="381539" y="1057401"/>
                  </a:lnTo>
                  <a:lnTo>
                    <a:pt x="381528" y="1057402"/>
                  </a:lnTo>
                  <a:lnTo>
                    <a:pt x="381508" y="1057407"/>
                  </a:lnTo>
                  <a:lnTo>
                    <a:pt x="381500" y="1057409"/>
                  </a:lnTo>
                  <a:lnTo>
                    <a:pt x="381495" y="1057407"/>
                  </a:lnTo>
                  <a:lnTo>
                    <a:pt x="381489" y="1057399"/>
                  </a:lnTo>
                  <a:lnTo>
                    <a:pt x="381483" y="1057391"/>
                  </a:lnTo>
                  <a:lnTo>
                    <a:pt x="381476" y="1057384"/>
                  </a:lnTo>
                  <a:lnTo>
                    <a:pt x="381472" y="1057380"/>
                  </a:lnTo>
                  <a:lnTo>
                    <a:pt x="381465" y="1057376"/>
                  </a:lnTo>
                  <a:lnTo>
                    <a:pt x="381457" y="1057373"/>
                  </a:lnTo>
                  <a:lnTo>
                    <a:pt x="381444" y="1057371"/>
                  </a:lnTo>
                  <a:lnTo>
                    <a:pt x="381430" y="1057368"/>
                  </a:lnTo>
                  <a:lnTo>
                    <a:pt x="381425" y="1057367"/>
                  </a:lnTo>
                  <a:lnTo>
                    <a:pt x="381417" y="1057367"/>
                  </a:lnTo>
                  <a:lnTo>
                    <a:pt x="381412" y="1057367"/>
                  </a:lnTo>
                  <a:lnTo>
                    <a:pt x="381405" y="1057369"/>
                  </a:lnTo>
                  <a:lnTo>
                    <a:pt x="381396" y="1057374"/>
                  </a:lnTo>
                  <a:lnTo>
                    <a:pt x="381388" y="1057377"/>
                  </a:lnTo>
                  <a:lnTo>
                    <a:pt x="381384" y="1057379"/>
                  </a:lnTo>
                  <a:lnTo>
                    <a:pt x="381370" y="1057380"/>
                  </a:lnTo>
                  <a:lnTo>
                    <a:pt x="381358" y="1057380"/>
                  </a:lnTo>
                  <a:lnTo>
                    <a:pt x="381335" y="1057377"/>
                  </a:lnTo>
                  <a:lnTo>
                    <a:pt x="381315" y="1057375"/>
                  </a:lnTo>
                  <a:lnTo>
                    <a:pt x="381294" y="1057374"/>
                  </a:lnTo>
                  <a:lnTo>
                    <a:pt x="381282" y="1057372"/>
                  </a:lnTo>
                  <a:lnTo>
                    <a:pt x="381268" y="1057369"/>
                  </a:lnTo>
                  <a:lnTo>
                    <a:pt x="381251" y="1057366"/>
                  </a:lnTo>
                  <a:lnTo>
                    <a:pt x="381234" y="1057363"/>
                  </a:lnTo>
                  <a:lnTo>
                    <a:pt x="381220" y="1057359"/>
                  </a:lnTo>
                  <a:lnTo>
                    <a:pt x="381211" y="1057356"/>
                  </a:lnTo>
                  <a:lnTo>
                    <a:pt x="381206" y="1057354"/>
                  </a:lnTo>
                  <a:lnTo>
                    <a:pt x="381200" y="1057350"/>
                  </a:lnTo>
                  <a:lnTo>
                    <a:pt x="381196" y="1057346"/>
                  </a:lnTo>
                  <a:lnTo>
                    <a:pt x="381193" y="1057333"/>
                  </a:lnTo>
                  <a:lnTo>
                    <a:pt x="381191" y="1057321"/>
                  </a:lnTo>
                  <a:lnTo>
                    <a:pt x="381187" y="1057307"/>
                  </a:lnTo>
                  <a:lnTo>
                    <a:pt x="381183" y="1057295"/>
                  </a:lnTo>
                  <a:lnTo>
                    <a:pt x="381179" y="1057284"/>
                  </a:lnTo>
                  <a:lnTo>
                    <a:pt x="381173" y="1057273"/>
                  </a:lnTo>
                  <a:lnTo>
                    <a:pt x="381168" y="1057264"/>
                  </a:lnTo>
                  <a:lnTo>
                    <a:pt x="381159" y="1057254"/>
                  </a:lnTo>
                  <a:lnTo>
                    <a:pt x="381149" y="1057244"/>
                  </a:lnTo>
                  <a:lnTo>
                    <a:pt x="381140" y="1057235"/>
                  </a:lnTo>
                  <a:lnTo>
                    <a:pt x="381131" y="1057228"/>
                  </a:lnTo>
                  <a:lnTo>
                    <a:pt x="381109" y="1057214"/>
                  </a:lnTo>
                  <a:lnTo>
                    <a:pt x="381098" y="1057208"/>
                  </a:lnTo>
                  <a:lnTo>
                    <a:pt x="381085" y="1057201"/>
                  </a:lnTo>
                  <a:lnTo>
                    <a:pt x="381079" y="1057198"/>
                  </a:lnTo>
                  <a:lnTo>
                    <a:pt x="381073" y="1057194"/>
                  </a:lnTo>
                  <a:lnTo>
                    <a:pt x="381066" y="1057191"/>
                  </a:lnTo>
                  <a:lnTo>
                    <a:pt x="381055" y="1057187"/>
                  </a:lnTo>
                  <a:lnTo>
                    <a:pt x="381050" y="1057185"/>
                  </a:lnTo>
                  <a:lnTo>
                    <a:pt x="381018" y="1057175"/>
                  </a:lnTo>
                  <a:lnTo>
                    <a:pt x="380997" y="1057169"/>
                  </a:lnTo>
                  <a:lnTo>
                    <a:pt x="380975" y="1057164"/>
                  </a:lnTo>
                  <a:lnTo>
                    <a:pt x="380957" y="1057160"/>
                  </a:lnTo>
                  <a:lnTo>
                    <a:pt x="380937" y="1057155"/>
                  </a:lnTo>
                  <a:lnTo>
                    <a:pt x="380926" y="1057153"/>
                  </a:lnTo>
                  <a:lnTo>
                    <a:pt x="380913" y="1057150"/>
                  </a:lnTo>
                  <a:lnTo>
                    <a:pt x="380897" y="1057146"/>
                  </a:lnTo>
                  <a:lnTo>
                    <a:pt x="380884" y="1057142"/>
                  </a:lnTo>
                  <a:lnTo>
                    <a:pt x="380878" y="1057139"/>
                  </a:lnTo>
                  <a:lnTo>
                    <a:pt x="380874" y="1057135"/>
                  </a:lnTo>
                  <a:lnTo>
                    <a:pt x="380872" y="1057131"/>
                  </a:lnTo>
                  <a:lnTo>
                    <a:pt x="380870" y="1057122"/>
                  </a:lnTo>
                  <a:lnTo>
                    <a:pt x="380867" y="1057099"/>
                  </a:lnTo>
                  <a:lnTo>
                    <a:pt x="380867" y="1057081"/>
                  </a:lnTo>
                  <a:lnTo>
                    <a:pt x="380867" y="1057056"/>
                  </a:lnTo>
                  <a:lnTo>
                    <a:pt x="380868" y="1057040"/>
                  </a:lnTo>
                  <a:lnTo>
                    <a:pt x="380868" y="1057034"/>
                  </a:lnTo>
                  <a:lnTo>
                    <a:pt x="380869" y="1057024"/>
                  </a:lnTo>
                  <a:lnTo>
                    <a:pt x="380869" y="1057016"/>
                  </a:lnTo>
                  <a:lnTo>
                    <a:pt x="380869" y="1056994"/>
                  </a:lnTo>
                  <a:lnTo>
                    <a:pt x="380869" y="1056977"/>
                  </a:lnTo>
                  <a:lnTo>
                    <a:pt x="380867" y="1056951"/>
                  </a:lnTo>
                  <a:lnTo>
                    <a:pt x="380867" y="1056946"/>
                  </a:lnTo>
                  <a:lnTo>
                    <a:pt x="380868" y="1056938"/>
                  </a:lnTo>
                  <a:lnTo>
                    <a:pt x="380867" y="1056927"/>
                  </a:lnTo>
                  <a:lnTo>
                    <a:pt x="380866" y="1056916"/>
                  </a:lnTo>
                  <a:lnTo>
                    <a:pt x="380864" y="1056907"/>
                  </a:lnTo>
                  <a:lnTo>
                    <a:pt x="380861" y="1056898"/>
                  </a:lnTo>
                  <a:lnTo>
                    <a:pt x="380858" y="1056892"/>
                  </a:lnTo>
                  <a:lnTo>
                    <a:pt x="380855" y="1056886"/>
                  </a:lnTo>
                  <a:lnTo>
                    <a:pt x="380852" y="1056880"/>
                  </a:lnTo>
                  <a:lnTo>
                    <a:pt x="380844" y="1056868"/>
                  </a:lnTo>
                  <a:lnTo>
                    <a:pt x="380836" y="1056857"/>
                  </a:lnTo>
                  <a:lnTo>
                    <a:pt x="380833" y="1056852"/>
                  </a:lnTo>
                  <a:lnTo>
                    <a:pt x="380824" y="1056843"/>
                  </a:lnTo>
                  <a:lnTo>
                    <a:pt x="380815" y="1056835"/>
                  </a:lnTo>
                  <a:lnTo>
                    <a:pt x="380802" y="1056825"/>
                  </a:lnTo>
                  <a:lnTo>
                    <a:pt x="380790" y="1056816"/>
                  </a:lnTo>
                  <a:lnTo>
                    <a:pt x="380786" y="1056813"/>
                  </a:lnTo>
                  <a:lnTo>
                    <a:pt x="380774" y="1056804"/>
                  </a:lnTo>
                  <a:lnTo>
                    <a:pt x="380770" y="1056800"/>
                  </a:lnTo>
                  <a:lnTo>
                    <a:pt x="380763" y="1056793"/>
                  </a:lnTo>
                  <a:lnTo>
                    <a:pt x="380747" y="1056778"/>
                  </a:lnTo>
                  <a:lnTo>
                    <a:pt x="380735" y="1056764"/>
                  </a:lnTo>
                  <a:lnTo>
                    <a:pt x="380717" y="1056746"/>
                  </a:lnTo>
                  <a:lnTo>
                    <a:pt x="380700" y="1056729"/>
                  </a:lnTo>
                  <a:lnTo>
                    <a:pt x="380683" y="1056713"/>
                  </a:lnTo>
                  <a:lnTo>
                    <a:pt x="380664" y="1056694"/>
                  </a:lnTo>
                  <a:lnTo>
                    <a:pt x="380652" y="1056685"/>
                  </a:lnTo>
                  <a:lnTo>
                    <a:pt x="380640" y="1056675"/>
                  </a:lnTo>
                  <a:lnTo>
                    <a:pt x="380628" y="1056666"/>
                  </a:lnTo>
                  <a:lnTo>
                    <a:pt x="380621" y="1056660"/>
                  </a:lnTo>
                  <a:lnTo>
                    <a:pt x="380617" y="1056654"/>
                  </a:lnTo>
                  <a:lnTo>
                    <a:pt x="380615" y="1056649"/>
                  </a:lnTo>
                  <a:lnTo>
                    <a:pt x="380612" y="1056640"/>
                  </a:lnTo>
                  <a:lnTo>
                    <a:pt x="380610" y="1056625"/>
                  </a:lnTo>
                  <a:lnTo>
                    <a:pt x="380608" y="1056607"/>
                  </a:lnTo>
                  <a:lnTo>
                    <a:pt x="380606" y="1056594"/>
                  </a:lnTo>
                  <a:lnTo>
                    <a:pt x="380601" y="1056572"/>
                  </a:lnTo>
                  <a:lnTo>
                    <a:pt x="380598" y="1056553"/>
                  </a:lnTo>
                  <a:lnTo>
                    <a:pt x="380595" y="1056538"/>
                  </a:lnTo>
                  <a:lnTo>
                    <a:pt x="380594" y="1056533"/>
                  </a:lnTo>
                  <a:lnTo>
                    <a:pt x="380590" y="1056509"/>
                  </a:lnTo>
                  <a:lnTo>
                    <a:pt x="380586" y="1056488"/>
                  </a:lnTo>
                  <a:lnTo>
                    <a:pt x="380583" y="1056468"/>
                  </a:lnTo>
                  <a:lnTo>
                    <a:pt x="380579" y="1056450"/>
                  </a:lnTo>
                  <a:lnTo>
                    <a:pt x="380575" y="1056430"/>
                  </a:lnTo>
                  <a:lnTo>
                    <a:pt x="380573" y="1056423"/>
                  </a:lnTo>
                  <a:lnTo>
                    <a:pt x="380571" y="1056416"/>
                  </a:lnTo>
                  <a:lnTo>
                    <a:pt x="380567" y="1056400"/>
                  </a:lnTo>
                  <a:lnTo>
                    <a:pt x="380563" y="1056384"/>
                  </a:lnTo>
                  <a:lnTo>
                    <a:pt x="380562" y="1056376"/>
                  </a:lnTo>
                  <a:lnTo>
                    <a:pt x="380561" y="1056371"/>
                  </a:lnTo>
                  <a:lnTo>
                    <a:pt x="380561" y="1056363"/>
                  </a:lnTo>
                  <a:lnTo>
                    <a:pt x="380561" y="1056356"/>
                  </a:lnTo>
                  <a:lnTo>
                    <a:pt x="380563" y="1056350"/>
                  </a:lnTo>
                  <a:lnTo>
                    <a:pt x="380568" y="1056342"/>
                  </a:lnTo>
                  <a:lnTo>
                    <a:pt x="380576" y="1056334"/>
                  </a:lnTo>
                  <a:lnTo>
                    <a:pt x="380584" y="1056326"/>
                  </a:lnTo>
                  <a:lnTo>
                    <a:pt x="380593" y="1056317"/>
                  </a:lnTo>
                  <a:lnTo>
                    <a:pt x="380600" y="1056311"/>
                  </a:lnTo>
                  <a:lnTo>
                    <a:pt x="380607" y="1056306"/>
                  </a:lnTo>
                  <a:lnTo>
                    <a:pt x="380614" y="1056303"/>
                  </a:lnTo>
                  <a:lnTo>
                    <a:pt x="380626" y="1056299"/>
                  </a:lnTo>
                  <a:lnTo>
                    <a:pt x="380633" y="1056295"/>
                  </a:lnTo>
                  <a:lnTo>
                    <a:pt x="380640" y="1056291"/>
                  </a:lnTo>
                  <a:lnTo>
                    <a:pt x="380646" y="1056287"/>
                  </a:lnTo>
                  <a:lnTo>
                    <a:pt x="380652" y="1056281"/>
                  </a:lnTo>
                  <a:lnTo>
                    <a:pt x="380657" y="1056273"/>
                  </a:lnTo>
                  <a:lnTo>
                    <a:pt x="380665" y="1056262"/>
                  </a:lnTo>
                  <a:lnTo>
                    <a:pt x="380672" y="1056247"/>
                  </a:lnTo>
                  <a:lnTo>
                    <a:pt x="380676" y="1056238"/>
                  </a:lnTo>
                  <a:lnTo>
                    <a:pt x="380680" y="1056223"/>
                  </a:lnTo>
                  <a:lnTo>
                    <a:pt x="380685" y="1056209"/>
                  </a:lnTo>
                  <a:lnTo>
                    <a:pt x="380688" y="1056200"/>
                  </a:lnTo>
                  <a:lnTo>
                    <a:pt x="380688" y="1056191"/>
                  </a:lnTo>
                  <a:lnTo>
                    <a:pt x="380675" y="1056186"/>
                  </a:lnTo>
                  <a:lnTo>
                    <a:pt x="380663" y="1056182"/>
                  </a:lnTo>
                  <a:lnTo>
                    <a:pt x="380647" y="1056177"/>
                  </a:lnTo>
                  <a:lnTo>
                    <a:pt x="380638" y="1056172"/>
                  </a:lnTo>
                  <a:lnTo>
                    <a:pt x="380634" y="1056170"/>
                  </a:lnTo>
                  <a:lnTo>
                    <a:pt x="380620" y="1056165"/>
                  </a:lnTo>
                  <a:lnTo>
                    <a:pt x="380603" y="1056156"/>
                  </a:lnTo>
                  <a:lnTo>
                    <a:pt x="380586" y="1056150"/>
                  </a:lnTo>
                  <a:lnTo>
                    <a:pt x="380571" y="1056145"/>
                  </a:lnTo>
                  <a:lnTo>
                    <a:pt x="380555" y="1056139"/>
                  </a:lnTo>
                  <a:lnTo>
                    <a:pt x="380536" y="1056132"/>
                  </a:lnTo>
                  <a:lnTo>
                    <a:pt x="380526" y="1056128"/>
                  </a:lnTo>
                  <a:lnTo>
                    <a:pt x="380520" y="1056125"/>
                  </a:lnTo>
                  <a:lnTo>
                    <a:pt x="380514" y="1056123"/>
                  </a:lnTo>
                  <a:lnTo>
                    <a:pt x="380506" y="1056120"/>
                  </a:lnTo>
                  <a:lnTo>
                    <a:pt x="380498" y="1056118"/>
                  </a:lnTo>
                  <a:lnTo>
                    <a:pt x="380487" y="1056117"/>
                  </a:lnTo>
                  <a:lnTo>
                    <a:pt x="380477" y="1056117"/>
                  </a:lnTo>
                  <a:lnTo>
                    <a:pt x="380462" y="1056119"/>
                  </a:lnTo>
                  <a:lnTo>
                    <a:pt x="380455" y="1056121"/>
                  </a:lnTo>
                  <a:lnTo>
                    <a:pt x="380444" y="1056124"/>
                  </a:lnTo>
                  <a:lnTo>
                    <a:pt x="380425" y="1056131"/>
                  </a:lnTo>
                  <a:lnTo>
                    <a:pt x="380421" y="1056132"/>
                  </a:lnTo>
                  <a:lnTo>
                    <a:pt x="380409" y="1056137"/>
                  </a:lnTo>
                  <a:lnTo>
                    <a:pt x="380393" y="1056142"/>
                  </a:lnTo>
                  <a:lnTo>
                    <a:pt x="380372" y="1056150"/>
                  </a:lnTo>
                  <a:lnTo>
                    <a:pt x="380361" y="1056154"/>
                  </a:lnTo>
                  <a:lnTo>
                    <a:pt x="380349" y="1056157"/>
                  </a:lnTo>
                  <a:lnTo>
                    <a:pt x="380336" y="1056159"/>
                  </a:lnTo>
                  <a:lnTo>
                    <a:pt x="380329" y="1056160"/>
                  </a:lnTo>
                  <a:lnTo>
                    <a:pt x="380325" y="1056160"/>
                  </a:lnTo>
                  <a:lnTo>
                    <a:pt x="380314" y="1056160"/>
                  </a:lnTo>
                  <a:lnTo>
                    <a:pt x="380294" y="1056160"/>
                  </a:lnTo>
                  <a:lnTo>
                    <a:pt x="380281" y="1056159"/>
                  </a:lnTo>
                  <a:lnTo>
                    <a:pt x="380268" y="1056157"/>
                  </a:lnTo>
                  <a:lnTo>
                    <a:pt x="380256" y="1056155"/>
                  </a:lnTo>
                  <a:lnTo>
                    <a:pt x="380250" y="1056153"/>
                  </a:lnTo>
                  <a:lnTo>
                    <a:pt x="380244" y="1056152"/>
                  </a:lnTo>
                  <a:lnTo>
                    <a:pt x="380232" y="1056147"/>
                  </a:lnTo>
                  <a:lnTo>
                    <a:pt x="380219" y="1056140"/>
                  </a:lnTo>
                  <a:lnTo>
                    <a:pt x="380207" y="1056133"/>
                  </a:lnTo>
                  <a:lnTo>
                    <a:pt x="380200" y="1056129"/>
                  </a:lnTo>
                  <a:lnTo>
                    <a:pt x="380197" y="1056125"/>
                  </a:lnTo>
                  <a:lnTo>
                    <a:pt x="380192" y="1056116"/>
                  </a:lnTo>
                  <a:lnTo>
                    <a:pt x="380190" y="1056109"/>
                  </a:lnTo>
                  <a:lnTo>
                    <a:pt x="380185" y="1056092"/>
                  </a:lnTo>
                  <a:lnTo>
                    <a:pt x="380182" y="1056080"/>
                  </a:lnTo>
                  <a:lnTo>
                    <a:pt x="380179" y="1056065"/>
                  </a:lnTo>
                  <a:lnTo>
                    <a:pt x="380175" y="1056047"/>
                  </a:lnTo>
                  <a:lnTo>
                    <a:pt x="380170" y="1056031"/>
                  </a:lnTo>
                  <a:lnTo>
                    <a:pt x="380161" y="1056007"/>
                  </a:lnTo>
                  <a:lnTo>
                    <a:pt x="380159" y="1056002"/>
                  </a:lnTo>
                  <a:lnTo>
                    <a:pt x="380156" y="1055997"/>
                  </a:lnTo>
                  <a:lnTo>
                    <a:pt x="380153" y="1055989"/>
                  </a:lnTo>
                  <a:lnTo>
                    <a:pt x="380147" y="1055973"/>
                  </a:lnTo>
                  <a:lnTo>
                    <a:pt x="380144" y="1055963"/>
                  </a:lnTo>
                  <a:lnTo>
                    <a:pt x="380143" y="1055954"/>
                  </a:lnTo>
                  <a:lnTo>
                    <a:pt x="380143" y="1055942"/>
                  </a:lnTo>
                  <a:lnTo>
                    <a:pt x="380142" y="1055926"/>
                  </a:lnTo>
                  <a:lnTo>
                    <a:pt x="380140" y="1055910"/>
                  </a:lnTo>
                  <a:lnTo>
                    <a:pt x="380137" y="1055890"/>
                  </a:lnTo>
                  <a:lnTo>
                    <a:pt x="380133" y="1055869"/>
                  </a:lnTo>
                  <a:lnTo>
                    <a:pt x="380132" y="1055864"/>
                  </a:lnTo>
                  <a:lnTo>
                    <a:pt x="380131" y="1055859"/>
                  </a:lnTo>
                  <a:lnTo>
                    <a:pt x="380130" y="1055853"/>
                  </a:lnTo>
                  <a:lnTo>
                    <a:pt x="380129" y="1055840"/>
                  </a:lnTo>
                  <a:lnTo>
                    <a:pt x="380127" y="1055830"/>
                  </a:lnTo>
                  <a:lnTo>
                    <a:pt x="380125" y="1055824"/>
                  </a:lnTo>
                  <a:lnTo>
                    <a:pt x="380122" y="1055817"/>
                  </a:lnTo>
                  <a:lnTo>
                    <a:pt x="380118" y="1055811"/>
                  </a:lnTo>
                  <a:lnTo>
                    <a:pt x="380114" y="1055809"/>
                  </a:lnTo>
                  <a:lnTo>
                    <a:pt x="380108" y="1055804"/>
                  </a:lnTo>
                  <a:lnTo>
                    <a:pt x="380099" y="1055798"/>
                  </a:lnTo>
                  <a:lnTo>
                    <a:pt x="380092" y="1055795"/>
                  </a:lnTo>
                  <a:lnTo>
                    <a:pt x="380084" y="1055792"/>
                  </a:lnTo>
                  <a:lnTo>
                    <a:pt x="380073" y="1055790"/>
                  </a:lnTo>
                  <a:lnTo>
                    <a:pt x="380058" y="1055787"/>
                  </a:lnTo>
                  <a:lnTo>
                    <a:pt x="380048" y="1055785"/>
                  </a:lnTo>
                  <a:lnTo>
                    <a:pt x="380040" y="1055782"/>
                  </a:lnTo>
                  <a:lnTo>
                    <a:pt x="380032" y="1055776"/>
                  </a:lnTo>
                  <a:lnTo>
                    <a:pt x="380025" y="1055770"/>
                  </a:lnTo>
                  <a:lnTo>
                    <a:pt x="380017" y="1055761"/>
                  </a:lnTo>
                  <a:lnTo>
                    <a:pt x="380011" y="1055753"/>
                  </a:lnTo>
                  <a:lnTo>
                    <a:pt x="380005" y="1055744"/>
                  </a:lnTo>
                  <a:lnTo>
                    <a:pt x="379998" y="1055731"/>
                  </a:lnTo>
                  <a:lnTo>
                    <a:pt x="379991" y="1055718"/>
                  </a:lnTo>
                  <a:lnTo>
                    <a:pt x="379982" y="1055705"/>
                  </a:lnTo>
                  <a:lnTo>
                    <a:pt x="379978" y="1055700"/>
                  </a:lnTo>
                  <a:lnTo>
                    <a:pt x="379972" y="1055693"/>
                  </a:lnTo>
                  <a:lnTo>
                    <a:pt x="379962" y="1055679"/>
                  </a:lnTo>
                  <a:lnTo>
                    <a:pt x="379956" y="1055672"/>
                  </a:lnTo>
                  <a:lnTo>
                    <a:pt x="379951" y="1055665"/>
                  </a:lnTo>
                  <a:lnTo>
                    <a:pt x="379943" y="1055656"/>
                  </a:lnTo>
                  <a:lnTo>
                    <a:pt x="379936" y="1055650"/>
                  </a:lnTo>
                  <a:lnTo>
                    <a:pt x="379925" y="1055640"/>
                  </a:lnTo>
                  <a:lnTo>
                    <a:pt x="379909" y="1055626"/>
                  </a:lnTo>
                  <a:lnTo>
                    <a:pt x="379904" y="1055622"/>
                  </a:lnTo>
                  <a:lnTo>
                    <a:pt x="379884" y="1055606"/>
                  </a:lnTo>
                  <a:lnTo>
                    <a:pt x="379866" y="1055593"/>
                  </a:lnTo>
                  <a:lnTo>
                    <a:pt x="379844" y="1055575"/>
                  </a:lnTo>
                  <a:lnTo>
                    <a:pt x="379829" y="1055564"/>
                  </a:lnTo>
                  <a:lnTo>
                    <a:pt x="379815" y="1055551"/>
                  </a:lnTo>
                  <a:lnTo>
                    <a:pt x="379805" y="1055543"/>
                  </a:lnTo>
                  <a:lnTo>
                    <a:pt x="379794" y="1055532"/>
                  </a:lnTo>
                  <a:lnTo>
                    <a:pt x="379785" y="1055521"/>
                  </a:lnTo>
                  <a:lnTo>
                    <a:pt x="379776" y="1055511"/>
                  </a:lnTo>
                  <a:lnTo>
                    <a:pt x="379770" y="1055503"/>
                  </a:lnTo>
                  <a:lnTo>
                    <a:pt x="379766" y="1055495"/>
                  </a:lnTo>
                  <a:lnTo>
                    <a:pt x="379765" y="1055490"/>
                  </a:lnTo>
                  <a:lnTo>
                    <a:pt x="379767" y="1055484"/>
                  </a:lnTo>
                  <a:lnTo>
                    <a:pt x="379772" y="1055478"/>
                  </a:lnTo>
                  <a:lnTo>
                    <a:pt x="379779" y="1055471"/>
                  </a:lnTo>
                  <a:lnTo>
                    <a:pt x="379791" y="1055457"/>
                  </a:lnTo>
                  <a:lnTo>
                    <a:pt x="379801" y="1055445"/>
                  </a:lnTo>
                  <a:lnTo>
                    <a:pt x="379810" y="1055434"/>
                  </a:lnTo>
                  <a:lnTo>
                    <a:pt x="379817" y="1055426"/>
                  </a:lnTo>
                  <a:lnTo>
                    <a:pt x="379821" y="1055419"/>
                  </a:lnTo>
                  <a:lnTo>
                    <a:pt x="379823" y="1055413"/>
                  </a:lnTo>
                  <a:lnTo>
                    <a:pt x="379825" y="1055407"/>
                  </a:lnTo>
                  <a:lnTo>
                    <a:pt x="379826" y="1055399"/>
                  </a:lnTo>
                  <a:lnTo>
                    <a:pt x="379825" y="1055382"/>
                  </a:lnTo>
                  <a:lnTo>
                    <a:pt x="379823" y="1055364"/>
                  </a:lnTo>
                  <a:lnTo>
                    <a:pt x="379820" y="1055347"/>
                  </a:lnTo>
                  <a:lnTo>
                    <a:pt x="379817" y="1055332"/>
                  </a:lnTo>
                  <a:lnTo>
                    <a:pt x="379815" y="1055320"/>
                  </a:lnTo>
                  <a:lnTo>
                    <a:pt x="379812" y="1055307"/>
                  </a:lnTo>
                  <a:lnTo>
                    <a:pt x="379809" y="1055297"/>
                  </a:lnTo>
                  <a:lnTo>
                    <a:pt x="379805" y="1055283"/>
                  </a:lnTo>
                  <a:lnTo>
                    <a:pt x="379803" y="1055272"/>
                  </a:lnTo>
                  <a:lnTo>
                    <a:pt x="379802" y="1055258"/>
                  </a:lnTo>
                  <a:lnTo>
                    <a:pt x="379803" y="1055247"/>
                  </a:lnTo>
                  <a:lnTo>
                    <a:pt x="379804" y="1055234"/>
                  </a:lnTo>
                  <a:lnTo>
                    <a:pt x="379805" y="1055229"/>
                  </a:lnTo>
                  <a:lnTo>
                    <a:pt x="379807" y="1055215"/>
                  </a:lnTo>
                  <a:lnTo>
                    <a:pt x="379810" y="1055195"/>
                  </a:lnTo>
                  <a:lnTo>
                    <a:pt x="379810" y="1055191"/>
                  </a:lnTo>
                  <a:lnTo>
                    <a:pt x="379811" y="1055181"/>
                  </a:lnTo>
                  <a:lnTo>
                    <a:pt x="379812" y="1055172"/>
                  </a:lnTo>
                  <a:lnTo>
                    <a:pt x="379811" y="1055165"/>
                  </a:lnTo>
                  <a:lnTo>
                    <a:pt x="379810" y="1055160"/>
                  </a:lnTo>
                  <a:lnTo>
                    <a:pt x="379808" y="1055155"/>
                  </a:lnTo>
                  <a:lnTo>
                    <a:pt x="379804" y="1055146"/>
                  </a:lnTo>
                  <a:lnTo>
                    <a:pt x="379798" y="1055139"/>
                  </a:lnTo>
                  <a:lnTo>
                    <a:pt x="379792" y="1055131"/>
                  </a:lnTo>
                  <a:lnTo>
                    <a:pt x="379781" y="1055121"/>
                  </a:lnTo>
                  <a:lnTo>
                    <a:pt x="379775" y="1055116"/>
                  </a:lnTo>
                  <a:lnTo>
                    <a:pt x="379770" y="1055111"/>
                  </a:lnTo>
                  <a:lnTo>
                    <a:pt x="379760" y="1055103"/>
                  </a:lnTo>
                  <a:lnTo>
                    <a:pt x="379747" y="1055090"/>
                  </a:lnTo>
                  <a:lnTo>
                    <a:pt x="379747" y="1055085"/>
                  </a:lnTo>
                  <a:lnTo>
                    <a:pt x="379754" y="1055081"/>
                  </a:lnTo>
                  <a:lnTo>
                    <a:pt x="379765" y="1055078"/>
                  </a:lnTo>
                  <a:lnTo>
                    <a:pt x="379775" y="1055074"/>
                  </a:lnTo>
                  <a:lnTo>
                    <a:pt x="379787" y="1055069"/>
                  </a:lnTo>
                  <a:lnTo>
                    <a:pt x="379797" y="1055064"/>
                  </a:lnTo>
                  <a:lnTo>
                    <a:pt x="379808" y="1055058"/>
                  </a:lnTo>
                  <a:lnTo>
                    <a:pt x="379821" y="1055052"/>
                  </a:lnTo>
                  <a:lnTo>
                    <a:pt x="379833" y="1055046"/>
                  </a:lnTo>
                  <a:lnTo>
                    <a:pt x="379840" y="1055043"/>
                  </a:lnTo>
                  <a:lnTo>
                    <a:pt x="379846" y="1055040"/>
                  </a:lnTo>
                  <a:lnTo>
                    <a:pt x="379860" y="1055034"/>
                  </a:lnTo>
                  <a:lnTo>
                    <a:pt x="379872" y="1055029"/>
                  </a:lnTo>
                  <a:lnTo>
                    <a:pt x="379883" y="1055024"/>
                  </a:lnTo>
                  <a:lnTo>
                    <a:pt x="379894" y="1055019"/>
                  </a:lnTo>
                  <a:lnTo>
                    <a:pt x="379898" y="1055016"/>
                  </a:lnTo>
                  <a:lnTo>
                    <a:pt x="379903" y="1055013"/>
                  </a:lnTo>
                  <a:lnTo>
                    <a:pt x="379907" y="1055010"/>
                  </a:lnTo>
                  <a:lnTo>
                    <a:pt x="379911" y="1055006"/>
                  </a:lnTo>
                  <a:lnTo>
                    <a:pt x="379919" y="1054999"/>
                  </a:lnTo>
                  <a:lnTo>
                    <a:pt x="379926" y="1054991"/>
                  </a:lnTo>
                  <a:lnTo>
                    <a:pt x="379930" y="1054987"/>
                  </a:lnTo>
                  <a:lnTo>
                    <a:pt x="379935" y="1054979"/>
                  </a:lnTo>
                  <a:lnTo>
                    <a:pt x="379941" y="1054970"/>
                  </a:lnTo>
                  <a:lnTo>
                    <a:pt x="379947" y="1054962"/>
                  </a:lnTo>
                  <a:lnTo>
                    <a:pt x="379955" y="1054954"/>
                  </a:lnTo>
                  <a:lnTo>
                    <a:pt x="379962" y="1054947"/>
                  </a:lnTo>
                  <a:lnTo>
                    <a:pt x="379966" y="1054941"/>
                  </a:lnTo>
                  <a:lnTo>
                    <a:pt x="379966" y="1054936"/>
                  </a:lnTo>
                  <a:lnTo>
                    <a:pt x="379966" y="1054930"/>
                  </a:lnTo>
                  <a:lnTo>
                    <a:pt x="379965" y="1054925"/>
                  </a:lnTo>
                  <a:lnTo>
                    <a:pt x="379961" y="1054906"/>
                  </a:lnTo>
                  <a:lnTo>
                    <a:pt x="379959" y="1054896"/>
                  </a:lnTo>
                  <a:lnTo>
                    <a:pt x="379955" y="1054880"/>
                  </a:lnTo>
                  <a:lnTo>
                    <a:pt x="379953" y="1054867"/>
                  </a:lnTo>
                  <a:lnTo>
                    <a:pt x="379949" y="1054852"/>
                  </a:lnTo>
                  <a:lnTo>
                    <a:pt x="379946" y="1054837"/>
                  </a:lnTo>
                  <a:lnTo>
                    <a:pt x="379946" y="1054826"/>
                  </a:lnTo>
                  <a:lnTo>
                    <a:pt x="379946" y="1054812"/>
                  </a:lnTo>
                  <a:lnTo>
                    <a:pt x="379948" y="1054796"/>
                  </a:lnTo>
                  <a:lnTo>
                    <a:pt x="379949" y="1054785"/>
                  </a:lnTo>
                  <a:lnTo>
                    <a:pt x="379952" y="1054770"/>
                  </a:lnTo>
                  <a:lnTo>
                    <a:pt x="379957" y="1054752"/>
                  </a:lnTo>
                  <a:lnTo>
                    <a:pt x="379959" y="1054741"/>
                  </a:lnTo>
                  <a:lnTo>
                    <a:pt x="379961" y="1054722"/>
                  </a:lnTo>
                  <a:lnTo>
                    <a:pt x="379962" y="1054700"/>
                  </a:lnTo>
                  <a:lnTo>
                    <a:pt x="379962" y="1054682"/>
                  </a:lnTo>
                  <a:lnTo>
                    <a:pt x="379962" y="1054660"/>
                  </a:lnTo>
                  <a:lnTo>
                    <a:pt x="379960" y="1054642"/>
                  </a:lnTo>
                  <a:lnTo>
                    <a:pt x="379958" y="1054629"/>
                  </a:lnTo>
                  <a:lnTo>
                    <a:pt x="379956" y="1054616"/>
                  </a:lnTo>
                  <a:lnTo>
                    <a:pt x="379952" y="1054601"/>
                  </a:lnTo>
                  <a:lnTo>
                    <a:pt x="379949" y="1054592"/>
                  </a:lnTo>
                  <a:lnTo>
                    <a:pt x="379944" y="1054574"/>
                  </a:lnTo>
                  <a:lnTo>
                    <a:pt x="379938" y="1054559"/>
                  </a:lnTo>
                  <a:lnTo>
                    <a:pt x="379932" y="1054545"/>
                  </a:lnTo>
                  <a:lnTo>
                    <a:pt x="379925" y="1054534"/>
                  </a:lnTo>
                  <a:lnTo>
                    <a:pt x="379915" y="1054519"/>
                  </a:lnTo>
                  <a:lnTo>
                    <a:pt x="379905" y="1054504"/>
                  </a:lnTo>
                  <a:lnTo>
                    <a:pt x="379895" y="1054491"/>
                  </a:lnTo>
                  <a:lnTo>
                    <a:pt x="379888" y="1054482"/>
                  </a:lnTo>
                  <a:lnTo>
                    <a:pt x="379877" y="1054473"/>
                  </a:lnTo>
                  <a:lnTo>
                    <a:pt x="379874" y="1054470"/>
                  </a:lnTo>
                  <a:lnTo>
                    <a:pt x="379873" y="1054465"/>
                  </a:lnTo>
                  <a:lnTo>
                    <a:pt x="379875" y="1054459"/>
                  </a:lnTo>
                  <a:lnTo>
                    <a:pt x="379882" y="1054445"/>
                  </a:lnTo>
                  <a:lnTo>
                    <a:pt x="379890" y="1054433"/>
                  </a:lnTo>
                  <a:lnTo>
                    <a:pt x="379899" y="1054421"/>
                  </a:lnTo>
                  <a:lnTo>
                    <a:pt x="379908" y="1054409"/>
                  </a:lnTo>
                  <a:lnTo>
                    <a:pt x="379913" y="1054400"/>
                  </a:lnTo>
                  <a:lnTo>
                    <a:pt x="379920" y="1054391"/>
                  </a:lnTo>
                  <a:lnTo>
                    <a:pt x="379924" y="1054384"/>
                  </a:lnTo>
                  <a:lnTo>
                    <a:pt x="379927" y="1054380"/>
                  </a:lnTo>
                  <a:lnTo>
                    <a:pt x="379932" y="1054367"/>
                  </a:lnTo>
                  <a:lnTo>
                    <a:pt x="379938" y="1054354"/>
                  </a:lnTo>
                  <a:lnTo>
                    <a:pt x="379942" y="1054342"/>
                  </a:lnTo>
                  <a:lnTo>
                    <a:pt x="379943" y="1054337"/>
                  </a:lnTo>
                  <a:lnTo>
                    <a:pt x="379943" y="1054329"/>
                  </a:lnTo>
                  <a:lnTo>
                    <a:pt x="379942" y="1054325"/>
                  </a:lnTo>
                  <a:lnTo>
                    <a:pt x="379938" y="1054319"/>
                  </a:lnTo>
                  <a:lnTo>
                    <a:pt x="379932" y="1054312"/>
                  </a:lnTo>
                  <a:lnTo>
                    <a:pt x="379923" y="1054303"/>
                  </a:lnTo>
                  <a:lnTo>
                    <a:pt x="379910" y="1054292"/>
                  </a:lnTo>
                  <a:lnTo>
                    <a:pt x="379894" y="1054278"/>
                  </a:lnTo>
                  <a:lnTo>
                    <a:pt x="379874" y="1054260"/>
                  </a:lnTo>
                  <a:lnTo>
                    <a:pt x="379870" y="1054256"/>
                  </a:lnTo>
                  <a:lnTo>
                    <a:pt x="379857" y="1054243"/>
                  </a:lnTo>
                  <a:lnTo>
                    <a:pt x="379846" y="1054234"/>
                  </a:lnTo>
                  <a:lnTo>
                    <a:pt x="379832" y="1054226"/>
                  </a:lnTo>
                  <a:lnTo>
                    <a:pt x="379822" y="1054219"/>
                  </a:lnTo>
                  <a:lnTo>
                    <a:pt x="379809" y="1054210"/>
                  </a:lnTo>
                  <a:lnTo>
                    <a:pt x="379796" y="1054201"/>
                  </a:lnTo>
                  <a:lnTo>
                    <a:pt x="379782" y="1054192"/>
                  </a:lnTo>
                  <a:lnTo>
                    <a:pt x="379762" y="1054182"/>
                  </a:lnTo>
                  <a:lnTo>
                    <a:pt x="379743" y="1054174"/>
                  </a:lnTo>
                  <a:lnTo>
                    <a:pt x="379729" y="1054167"/>
                  </a:lnTo>
                  <a:lnTo>
                    <a:pt x="379716" y="1054162"/>
                  </a:lnTo>
                  <a:lnTo>
                    <a:pt x="379709" y="1054159"/>
                  </a:lnTo>
                  <a:lnTo>
                    <a:pt x="379695" y="1054154"/>
                  </a:lnTo>
                  <a:lnTo>
                    <a:pt x="379679" y="1054148"/>
                  </a:lnTo>
                  <a:lnTo>
                    <a:pt x="379662" y="1054143"/>
                  </a:lnTo>
                  <a:lnTo>
                    <a:pt x="379649" y="1054139"/>
                  </a:lnTo>
                  <a:lnTo>
                    <a:pt x="379634" y="1054134"/>
                  </a:lnTo>
                  <a:lnTo>
                    <a:pt x="379618" y="1054129"/>
                  </a:lnTo>
                  <a:lnTo>
                    <a:pt x="379600" y="1054123"/>
                  </a:lnTo>
                  <a:lnTo>
                    <a:pt x="379586" y="1054119"/>
                  </a:lnTo>
                  <a:lnTo>
                    <a:pt x="379574" y="1054115"/>
                  </a:lnTo>
                  <a:lnTo>
                    <a:pt x="379564" y="1054111"/>
                  </a:lnTo>
                  <a:lnTo>
                    <a:pt x="379560" y="1054109"/>
                  </a:lnTo>
                  <a:lnTo>
                    <a:pt x="379555" y="1054107"/>
                  </a:lnTo>
                  <a:lnTo>
                    <a:pt x="379546" y="1054102"/>
                  </a:lnTo>
                  <a:lnTo>
                    <a:pt x="379538" y="1054098"/>
                  </a:lnTo>
                  <a:lnTo>
                    <a:pt x="379532" y="1054094"/>
                  </a:lnTo>
                  <a:lnTo>
                    <a:pt x="379526" y="1054090"/>
                  </a:lnTo>
                  <a:lnTo>
                    <a:pt x="379519" y="1054084"/>
                  </a:lnTo>
                  <a:lnTo>
                    <a:pt x="379510" y="1054078"/>
                  </a:lnTo>
                  <a:lnTo>
                    <a:pt x="379499" y="1054068"/>
                  </a:lnTo>
                  <a:lnTo>
                    <a:pt x="379488" y="1054059"/>
                  </a:lnTo>
                  <a:lnTo>
                    <a:pt x="379485" y="1054056"/>
                  </a:lnTo>
                  <a:lnTo>
                    <a:pt x="379477" y="1054049"/>
                  </a:lnTo>
                  <a:lnTo>
                    <a:pt x="379466" y="1054043"/>
                  </a:lnTo>
                  <a:lnTo>
                    <a:pt x="379456" y="1054039"/>
                  </a:lnTo>
                  <a:lnTo>
                    <a:pt x="379452" y="1054037"/>
                  </a:lnTo>
                  <a:lnTo>
                    <a:pt x="379443" y="1054035"/>
                  </a:lnTo>
                  <a:lnTo>
                    <a:pt x="379433" y="1054033"/>
                  </a:lnTo>
                  <a:lnTo>
                    <a:pt x="379427" y="1054032"/>
                  </a:lnTo>
                  <a:lnTo>
                    <a:pt x="379415" y="1054030"/>
                  </a:lnTo>
                  <a:lnTo>
                    <a:pt x="379410" y="1054029"/>
                  </a:lnTo>
                  <a:lnTo>
                    <a:pt x="379406" y="1054028"/>
                  </a:lnTo>
                  <a:lnTo>
                    <a:pt x="379396" y="1054026"/>
                  </a:lnTo>
                  <a:lnTo>
                    <a:pt x="379389" y="1054023"/>
                  </a:lnTo>
                  <a:lnTo>
                    <a:pt x="379385" y="1054021"/>
                  </a:lnTo>
                  <a:lnTo>
                    <a:pt x="379372" y="1054016"/>
                  </a:lnTo>
                  <a:lnTo>
                    <a:pt x="379363" y="1054013"/>
                  </a:lnTo>
                  <a:lnTo>
                    <a:pt x="379359" y="1054010"/>
                  </a:lnTo>
                  <a:lnTo>
                    <a:pt x="379354" y="1054006"/>
                  </a:lnTo>
                  <a:lnTo>
                    <a:pt x="379351" y="1054001"/>
                  </a:lnTo>
                  <a:lnTo>
                    <a:pt x="379348" y="1053992"/>
                  </a:lnTo>
                  <a:lnTo>
                    <a:pt x="379345" y="1053984"/>
                  </a:lnTo>
                  <a:lnTo>
                    <a:pt x="379339" y="1053974"/>
                  </a:lnTo>
                  <a:lnTo>
                    <a:pt x="379327" y="1053955"/>
                  </a:lnTo>
                  <a:lnTo>
                    <a:pt x="379315" y="1053936"/>
                  </a:lnTo>
                  <a:lnTo>
                    <a:pt x="379300" y="1053916"/>
                  </a:lnTo>
                  <a:lnTo>
                    <a:pt x="379293" y="1053907"/>
                  </a:lnTo>
                  <a:lnTo>
                    <a:pt x="379287" y="1053900"/>
                  </a:lnTo>
                  <a:lnTo>
                    <a:pt x="379275" y="1053885"/>
                  </a:lnTo>
                  <a:lnTo>
                    <a:pt x="379266" y="1053872"/>
                  </a:lnTo>
                  <a:lnTo>
                    <a:pt x="379258" y="1053859"/>
                  </a:lnTo>
                  <a:lnTo>
                    <a:pt x="379252" y="1053849"/>
                  </a:lnTo>
                  <a:lnTo>
                    <a:pt x="379247" y="1053843"/>
                  </a:lnTo>
                  <a:lnTo>
                    <a:pt x="379243" y="1053842"/>
                  </a:lnTo>
                  <a:lnTo>
                    <a:pt x="379238" y="1053843"/>
                  </a:lnTo>
                  <a:lnTo>
                    <a:pt x="379221" y="1053850"/>
                  </a:lnTo>
                  <a:lnTo>
                    <a:pt x="379207" y="1053855"/>
                  </a:lnTo>
                  <a:lnTo>
                    <a:pt x="379203" y="1053856"/>
                  </a:lnTo>
                  <a:lnTo>
                    <a:pt x="379190" y="1053858"/>
                  </a:lnTo>
                  <a:lnTo>
                    <a:pt x="379175" y="1053860"/>
                  </a:lnTo>
                  <a:lnTo>
                    <a:pt x="379152" y="1053860"/>
                  </a:lnTo>
                  <a:lnTo>
                    <a:pt x="379129" y="1053859"/>
                  </a:lnTo>
                  <a:lnTo>
                    <a:pt x="379120" y="1053859"/>
                  </a:lnTo>
                  <a:lnTo>
                    <a:pt x="379103" y="1053857"/>
                  </a:lnTo>
                  <a:lnTo>
                    <a:pt x="379088" y="1053854"/>
                  </a:lnTo>
                  <a:lnTo>
                    <a:pt x="379078" y="1053851"/>
                  </a:lnTo>
                  <a:lnTo>
                    <a:pt x="379072" y="1053850"/>
                  </a:lnTo>
                  <a:lnTo>
                    <a:pt x="379059" y="1053847"/>
                  </a:lnTo>
                  <a:lnTo>
                    <a:pt x="379054" y="1053845"/>
                  </a:lnTo>
                  <a:lnTo>
                    <a:pt x="379028" y="1053837"/>
                  </a:lnTo>
                  <a:lnTo>
                    <a:pt x="379013" y="1053836"/>
                  </a:lnTo>
                  <a:lnTo>
                    <a:pt x="378999" y="1053832"/>
                  </a:lnTo>
                  <a:lnTo>
                    <a:pt x="378987" y="1053828"/>
                  </a:lnTo>
                  <a:lnTo>
                    <a:pt x="378971" y="1053824"/>
                  </a:lnTo>
                  <a:lnTo>
                    <a:pt x="378959" y="1053821"/>
                  </a:lnTo>
                  <a:lnTo>
                    <a:pt x="378949" y="1053818"/>
                  </a:lnTo>
                  <a:lnTo>
                    <a:pt x="378936" y="1053813"/>
                  </a:lnTo>
                  <a:lnTo>
                    <a:pt x="378919" y="1053808"/>
                  </a:lnTo>
                  <a:lnTo>
                    <a:pt x="378909" y="1053804"/>
                  </a:lnTo>
                  <a:lnTo>
                    <a:pt x="378904" y="1053801"/>
                  </a:lnTo>
                  <a:lnTo>
                    <a:pt x="378898" y="1053795"/>
                  </a:lnTo>
                  <a:lnTo>
                    <a:pt x="378890" y="1053785"/>
                  </a:lnTo>
                  <a:lnTo>
                    <a:pt x="378879" y="1053771"/>
                  </a:lnTo>
                  <a:lnTo>
                    <a:pt x="378866" y="1053756"/>
                  </a:lnTo>
                  <a:lnTo>
                    <a:pt x="378850" y="1053740"/>
                  </a:lnTo>
                  <a:lnTo>
                    <a:pt x="378845" y="1053735"/>
                  </a:lnTo>
                  <a:lnTo>
                    <a:pt x="378834" y="1053724"/>
                  </a:lnTo>
                  <a:lnTo>
                    <a:pt x="378824" y="1053713"/>
                  </a:lnTo>
                  <a:lnTo>
                    <a:pt x="378796" y="1053694"/>
                  </a:lnTo>
                  <a:lnTo>
                    <a:pt x="378773" y="1053676"/>
                  </a:lnTo>
                  <a:lnTo>
                    <a:pt x="378758" y="1053662"/>
                  </a:lnTo>
                  <a:lnTo>
                    <a:pt x="378749" y="1053651"/>
                  </a:lnTo>
                  <a:lnTo>
                    <a:pt x="378734" y="1053628"/>
                  </a:lnTo>
                  <a:lnTo>
                    <a:pt x="378728" y="1053620"/>
                  </a:lnTo>
                  <a:lnTo>
                    <a:pt x="378724" y="1053615"/>
                  </a:lnTo>
                  <a:lnTo>
                    <a:pt x="378719" y="1053616"/>
                  </a:lnTo>
                  <a:lnTo>
                    <a:pt x="378713" y="1053620"/>
                  </a:lnTo>
                  <a:lnTo>
                    <a:pt x="378701" y="1053628"/>
                  </a:lnTo>
                  <a:lnTo>
                    <a:pt x="378691" y="1053635"/>
                  </a:lnTo>
                  <a:lnTo>
                    <a:pt x="378678" y="1053641"/>
                  </a:lnTo>
                  <a:lnTo>
                    <a:pt x="378661" y="1053649"/>
                  </a:lnTo>
                  <a:lnTo>
                    <a:pt x="378638" y="1053661"/>
                  </a:lnTo>
                  <a:lnTo>
                    <a:pt x="378622" y="1053668"/>
                  </a:lnTo>
                  <a:lnTo>
                    <a:pt x="378611" y="1053675"/>
                  </a:lnTo>
                  <a:lnTo>
                    <a:pt x="378601" y="1053681"/>
                  </a:lnTo>
                  <a:lnTo>
                    <a:pt x="378591" y="1053691"/>
                  </a:lnTo>
                  <a:lnTo>
                    <a:pt x="378588" y="1053694"/>
                  </a:lnTo>
                  <a:lnTo>
                    <a:pt x="378582" y="1053702"/>
                  </a:lnTo>
                  <a:lnTo>
                    <a:pt x="378573" y="1053715"/>
                  </a:lnTo>
                  <a:lnTo>
                    <a:pt x="378565" y="1053727"/>
                  </a:lnTo>
                  <a:lnTo>
                    <a:pt x="378559" y="1053738"/>
                  </a:lnTo>
                  <a:lnTo>
                    <a:pt x="378553" y="1053751"/>
                  </a:lnTo>
                  <a:lnTo>
                    <a:pt x="378548" y="1053764"/>
                  </a:lnTo>
                  <a:lnTo>
                    <a:pt x="378543" y="1053776"/>
                  </a:lnTo>
                  <a:lnTo>
                    <a:pt x="378539" y="1053789"/>
                  </a:lnTo>
                  <a:lnTo>
                    <a:pt x="378534" y="1053801"/>
                  </a:lnTo>
                  <a:lnTo>
                    <a:pt x="378530" y="1053811"/>
                  </a:lnTo>
                  <a:lnTo>
                    <a:pt x="378525" y="1053819"/>
                  </a:lnTo>
                  <a:lnTo>
                    <a:pt x="378521" y="1053826"/>
                  </a:lnTo>
                  <a:lnTo>
                    <a:pt x="378515" y="1053833"/>
                  </a:lnTo>
                  <a:lnTo>
                    <a:pt x="378507" y="1053843"/>
                  </a:lnTo>
                  <a:lnTo>
                    <a:pt x="378496" y="1053856"/>
                  </a:lnTo>
                  <a:lnTo>
                    <a:pt x="378488" y="1053866"/>
                  </a:lnTo>
                  <a:lnTo>
                    <a:pt x="378481" y="1053874"/>
                  </a:lnTo>
                  <a:lnTo>
                    <a:pt x="378475" y="1053879"/>
                  </a:lnTo>
                  <a:lnTo>
                    <a:pt x="378468" y="1053884"/>
                  </a:lnTo>
                  <a:lnTo>
                    <a:pt x="378458" y="1053890"/>
                  </a:lnTo>
                  <a:lnTo>
                    <a:pt x="378452" y="1053893"/>
                  </a:lnTo>
                  <a:lnTo>
                    <a:pt x="378441" y="1053898"/>
                  </a:lnTo>
                  <a:lnTo>
                    <a:pt x="378427" y="1053902"/>
                  </a:lnTo>
                  <a:lnTo>
                    <a:pt x="378411" y="1053907"/>
                  </a:lnTo>
                  <a:lnTo>
                    <a:pt x="378387" y="1053913"/>
                  </a:lnTo>
                  <a:lnTo>
                    <a:pt x="378382" y="1053914"/>
                  </a:lnTo>
                  <a:lnTo>
                    <a:pt x="378379" y="1053915"/>
                  </a:lnTo>
                  <a:lnTo>
                    <a:pt x="378370" y="1053917"/>
                  </a:lnTo>
                  <a:lnTo>
                    <a:pt x="378353" y="1053921"/>
                  </a:lnTo>
                  <a:lnTo>
                    <a:pt x="378341" y="1053925"/>
                  </a:lnTo>
                  <a:lnTo>
                    <a:pt x="378322" y="1053932"/>
                  </a:lnTo>
                  <a:lnTo>
                    <a:pt x="378306" y="1053939"/>
                  </a:lnTo>
                  <a:lnTo>
                    <a:pt x="378293" y="1053945"/>
                  </a:lnTo>
                  <a:lnTo>
                    <a:pt x="378280" y="1053951"/>
                  </a:lnTo>
                  <a:lnTo>
                    <a:pt x="378268" y="1053958"/>
                  </a:lnTo>
                  <a:lnTo>
                    <a:pt x="378260" y="1053963"/>
                  </a:lnTo>
                  <a:lnTo>
                    <a:pt x="378251" y="1053969"/>
                  </a:lnTo>
                  <a:lnTo>
                    <a:pt x="378243" y="1053975"/>
                  </a:lnTo>
                  <a:lnTo>
                    <a:pt x="378235" y="1053981"/>
                  </a:lnTo>
                  <a:lnTo>
                    <a:pt x="378226" y="1053991"/>
                  </a:lnTo>
                  <a:lnTo>
                    <a:pt x="378216" y="1054001"/>
                  </a:lnTo>
                  <a:lnTo>
                    <a:pt x="378213" y="1054007"/>
                  </a:lnTo>
                  <a:lnTo>
                    <a:pt x="378207" y="1054013"/>
                  </a:lnTo>
                  <a:lnTo>
                    <a:pt x="378201" y="1054019"/>
                  </a:lnTo>
                  <a:lnTo>
                    <a:pt x="378195" y="1054020"/>
                  </a:lnTo>
                  <a:lnTo>
                    <a:pt x="378191" y="1054017"/>
                  </a:lnTo>
                  <a:lnTo>
                    <a:pt x="378184" y="1054008"/>
                  </a:lnTo>
                  <a:lnTo>
                    <a:pt x="378181" y="1054002"/>
                  </a:lnTo>
                  <a:lnTo>
                    <a:pt x="378172" y="1053994"/>
                  </a:lnTo>
                  <a:lnTo>
                    <a:pt x="378162" y="1053986"/>
                  </a:lnTo>
                  <a:lnTo>
                    <a:pt x="378152" y="1053980"/>
                  </a:lnTo>
                  <a:lnTo>
                    <a:pt x="378140" y="1053972"/>
                  </a:lnTo>
                  <a:lnTo>
                    <a:pt x="378107" y="1053955"/>
                  </a:lnTo>
                  <a:lnTo>
                    <a:pt x="378080" y="1053941"/>
                  </a:lnTo>
                  <a:lnTo>
                    <a:pt x="378054" y="1053926"/>
                  </a:lnTo>
                  <a:lnTo>
                    <a:pt x="378037" y="1053916"/>
                  </a:lnTo>
                  <a:lnTo>
                    <a:pt x="378018" y="1053906"/>
                  </a:lnTo>
                  <a:lnTo>
                    <a:pt x="377992" y="1053893"/>
                  </a:lnTo>
                  <a:lnTo>
                    <a:pt x="377970" y="1053883"/>
                  </a:lnTo>
                  <a:lnTo>
                    <a:pt x="377944" y="1053868"/>
                  </a:lnTo>
                  <a:lnTo>
                    <a:pt x="377922" y="1053856"/>
                  </a:lnTo>
                  <a:lnTo>
                    <a:pt x="377906" y="1053846"/>
                  </a:lnTo>
                  <a:lnTo>
                    <a:pt x="377889" y="1053834"/>
                  </a:lnTo>
                  <a:lnTo>
                    <a:pt x="377880" y="1053826"/>
                  </a:lnTo>
                  <a:lnTo>
                    <a:pt x="377867" y="1053814"/>
                  </a:lnTo>
                  <a:lnTo>
                    <a:pt x="377861" y="1053809"/>
                  </a:lnTo>
                  <a:lnTo>
                    <a:pt x="377858" y="1053811"/>
                  </a:lnTo>
                  <a:lnTo>
                    <a:pt x="377852" y="1053818"/>
                  </a:lnTo>
                  <a:lnTo>
                    <a:pt x="377841" y="1053834"/>
                  </a:lnTo>
                  <a:lnTo>
                    <a:pt x="377834" y="1053843"/>
                  </a:lnTo>
                  <a:lnTo>
                    <a:pt x="377823" y="1053855"/>
                  </a:lnTo>
                  <a:lnTo>
                    <a:pt x="377812" y="1053865"/>
                  </a:lnTo>
                  <a:lnTo>
                    <a:pt x="377800" y="1053873"/>
                  </a:lnTo>
                  <a:lnTo>
                    <a:pt x="377788" y="1053880"/>
                  </a:lnTo>
                  <a:lnTo>
                    <a:pt x="377783" y="1053882"/>
                  </a:lnTo>
                  <a:lnTo>
                    <a:pt x="377779" y="1053884"/>
                  </a:lnTo>
                  <a:lnTo>
                    <a:pt x="377769" y="1053888"/>
                  </a:lnTo>
                  <a:lnTo>
                    <a:pt x="377765" y="1053890"/>
                  </a:lnTo>
                  <a:lnTo>
                    <a:pt x="377751" y="1053896"/>
                  </a:lnTo>
                  <a:lnTo>
                    <a:pt x="377739" y="1053902"/>
                  </a:lnTo>
                  <a:lnTo>
                    <a:pt x="377724" y="1053912"/>
                  </a:lnTo>
                  <a:lnTo>
                    <a:pt x="377712" y="1053920"/>
                  </a:lnTo>
                  <a:lnTo>
                    <a:pt x="377703" y="1053927"/>
                  </a:lnTo>
                  <a:lnTo>
                    <a:pt x="377694" y="1053933"/>
                  </a:lnTo>
                  <a:lnTo>
                    <a:pt x="377689" y="1053936"/>
                  </a:lnTo>
                  <a:lnTo>
                    <a:pt x="377679" y="1053942"/>
                  </a:lnTo>
                  <a:lnTo>
                    <a:pt x="377663" y="1053951"/>
                  </a:lnTo>
                  <a:lnTo>
                    <a:pt x="377652" y="1053959"/>
                  </a:lnTo>
                  <a:lnTo>
                    <a:pt x="377643" y="1053966"/>
                  </a:lnTo>
                  <a:lnTo>
                    <a:pt x="377631" y="1053972"/>
                  </a:lnTo>
                  <a:lnTo>
                    <a:pt x="377621" y="1053976"/>
                  </a:lnTo>
                  <a:lnTo>
                    <a:pt x="377609" y="1053980"/>
                  </a:lnTo>
                  <a:lnTo>
                    <a:pt x="377594" y="1053985"/>
                  </a:lnTo>
                  <a:lnTo>
                    <a:pt x="377577" y="1053989"/>
                  </a:lnTo>
                  <a:lnTo>
                    <a:pt x="377561" y="1053992"/>
                  </a:lnTo>
                  <a:lnTo>
                    <a:pt x="377551" y="1053996"/>
                  </a:lnTo>
                  <a:lnTo>
                    <a:pt x="377545" y="1053999"/>
                  </a:lnTo>
                  <a:lnTo>
                    <a:pt x="377542" y="1054001"/>
                  </a:lnTo>
                  <a:lnTo>
                    <a:pt x="377535" y="1054006"/>
                  </a:lnTo>
                  <a:lnTo>
                    <a:pt x="377528" y="1054010"/>
                  </a:lnTo>
                  <a:lnTo>
                    <a:pt x="377517" y="1054016"/>
                  </a:lnTo>
                  <a:lnTo>
                    <a:pt x="377503" y="1054024"/>
                  </a:lnTo>
                  <a:lnTo>
                    <a:pt x="377490" y="1054031"/>
                  </a:lnTo>
                  <a:lnTo>
                    <a:pt x="377463" y="1054046"/>
                  </a:lnTo>
                  <a:lnTo>
                    <a:pt x="377451" y="1054052"/>
                  </a:lnTo>
                  <a:lnTo>
                    <a:pt x="377439" y="1054055"/>
                  </a:lnTo>
                  <a:lnTo>
                    <a:pt x="377430" y="1054056"/>
                  </a:lnTo>
                  <a:lnTo>
                    <a:pt x="377422" y="1054055"/>
                  </a:lnTo>
                  <a:lnTo>
                    <a:pt x="377407" y="1054051"/>
                  </a:lnTo>
                  <a:lnTo>
                    <a:pt x="377396" y="1054046"/>
                  </a:lnTo>
                  <a:lnTo>
                    <a:pt x="377382" y="1054039"/>
                  </a:lnTo>
                  <a:lnTo>
                    <a:pt x="377364" y="1054028"/>
                  </a:lnTo>
                  <a:lnTo>
                    <a:pt x="377358" y="1054023"/>
                  </a:lnTo>
                  <a:lnTo>
                    <a:pt x="377344" y="1054010"/>
                  </a:lnTo>
                  <a:lnTo>
                    <a:pt x="377341" y="1054006"/>
                  </a:lnTo>
                  <a:lnTo>
                    <a:pt x="377339" y="1054002"/>
                  </a:lnTo>
                  <a:lnTo>
                    <a:pt x="377329" y="1053993"/>
                  </a:lnTo>
                  <a:lnTo>
                    <a:pt x="377323" y="1053987"/>
                  </a:lnTo>
                  <a:lnTo>
                    <a:pt x="377310" y="1053976"/>
                  </a:lnTo>
                  <a:lnTo>
                    <a:pt x="377300" y="1053969"/>
                  </a:lnTo>
                  <a:lnTo>
                    <a:pt x="377283" y="1053958"/>
                  </a:lnTo>
                  <a:lnTo>
                    <a:pt x="377267" y="1053947"/>
                  </a:lnTo>
                  <a:lnTo>
                    <a:pt x="377252" y="1053939"/>
                  </a:lnTo>
                  <a:lnTo>
                    <a:pt x="377236" y="1053931"/>
                  </a:lnTo>
                  <a:lnTo>
                    <a:pt x="377222" y="1053925"/>
                  </a:lnTo>
                  <a:lnTo>
                    <a:pt x="377213" y="1053922"/>
                  </a:lnTo>
                  <a:lnTo>
                    <a:pt x="377198" y="1053920"/>
                  </a:lnTo>
                  <a:lnTo>
                    <a:pt x="377188" y="1053918"/>
                  </a:lnTo>
                  <a:lnTo>
                    <a:pt x="377180" y="1053916"/>
                  </a:lnTo>
                  <a:lnTo>
                    <a:pt x="377169" y="1053912"/>
                  </a:lnTo>
                  <a:lnTo>
                    <a:pt x="377163" y="1053909"/>
                  </a:lnTo>
                  <a:lnTo>
                    <a:pt x="377157" y="1053904"/>
                  </a:lnTo>
                  <a:lnTo>
                    <a:pt x="377151" y="1053897"/>
                  </a:lnTo>
                  <a:lnTo>
                    <a:pt x="377143" y="1053887"/>
                  </a:lnTo>
                  <a:lnTo>
                    <a:pt x="377133" y="1053871"/>
                  </a:lnTo>
                  <a:lnTo>
                    <a:pt x="377126" y="1053856"/>
                  </a:lnTo>
                  <a:lnTo>
                    <a:pt x="377120" y="1053841"/>
                  </a:lnTo>
                  <a:lnTo>
                    <a:pt x="377112" y="1053827"/>
                  </a:lnTo>
                  <a:lnTo>
                    <a:pt x="377105" y="1053808"/>
                  </a:lnTo>
                  <a:lnTo>
                    <a:pt x="377096" y="1053789"/>
                  </a:lnTo>
                  <a:lnTo>
                    <a:pt x="377091" y="1053774"/>
                  </a:lnTo>
                  <a:lnTo>
                    <a:pt x="377086" y="1053764"/>
                  </a:lnTo>
                  <a:lnTo>
                    <a:pt x="377081" y="1053755"/>
                  </a:lnTo>
                  <a:lnTo>
                    <a:pt x="377073" y="1053740"/>
                  </a:lnTo>
                  <a:lnTo>
                    <a:pt x="377068" y="1053731"/>
                  </a:lnTo>
                  <a:lnTo>
                    <a:pt x="377065" y="1053727"/>
                  </a:lnTo>
                  <a:lnTo>
                    <a:pt x="377054" y="1053713"/>
                  </a:lnTo>
                  <a:lnTo>
                    <a:pt x="377046" y="1053702"/>
                  </a:lnTo>
                  <a:lnTo>
                    <a:pt x="377035" y="1053690"/>
                  </a:lnTo>
                  <a:lnTo>
                    <a:pt x="377025" y="1053680"/>
                  </a:lnTo>
                  <a:lnTo>
                    <a:pt x="377016" y="1053672"/>
                  </a:lnTo>
                  <a:lnTo>
                    <a:pt x="377003" y="1053664"/>
                  </a:lnTo>
                  <a:lnTo>
                    <a:pt x="376996" y="1053661"/>
                  </a:lnTo>
                  <a:lnTo>
                    <a:pt x="376988" y="1053660"/>
                  </a:lnTo>
                  <a:lnTo>
                    <a:pt x="376981" y="1053660"/>
                  </a:lnTo>
                  <a:lnTo>
                    <a:pt x="376962" y="1053663"/>
                  </a:lnTo>
                  <a:lnTo>
                    <a:pt x="376937" y="1053667"/>
                  </a:lnTo>
                  <a:lnTo>
                    <a:pt x="376918" y="1053670"/>
                  </a:lnTo>
                  <a:lnTo>
                    <a:pt x="376898" y="1053675"/>
                  </a:lnTo>
                  <a:lnTo>
                    <a:pt x="376880" y="1053680"/>
                  </a:lnTo>
                  <a:lnTo>
                    <a:pt x="376871" y="1053683"/>
                  </a:lnTo>
                  <a:lnTo>
                    <a:pt x="376864" y="1053685"/>
                  </a:lnTo>
                  <a:lnTo>
                    <a:pt x="376852" y="1053689"/>
                  </a:lnTo>
                  <a:lnTo>
                    <a:pt x="376855" y="1053681"/>
                  </a:lnTo>
                  <a:lnTo>
                    <a:pt x="376865" y="1053670"/>
                  </a:lnTo>
                  <a:lnTo>
                    <a:pt x="376872" y="1053660"/>
                  </a:lnTo>
                  <a:lnTo>
                    <a:pt x="376878" y="1053651"/>
                  </a:lnTo>
                  <a:lnTo>
                    <a:pt x="376883" y="1053640"/>
                  </a:lnTo>
                  <a:lnTo>
                    <a:pt x="376887" y="1053628"/>
                  </a:lnTo>
                  <a:lnTo>
                    <a:pt x="376891" y="1053619"/>
                  </a:lnTo>
                  <a:lnTo>
                    <a:pt x="376894" y="1053605"/>
                  </a:lnTo>
                  <a:lnTo>
                    <a:pt x="376896" y="1053596"/>
                  </a:lnTo>
                  <a:lnTo>
                    <a:pt x="376897" y="1053585"/>
                  </a:lnTo>
                  <a:lnTo>
                    <a:pt x="376897" y="1053571"/>
                  </a:lnTo>
                  <a:lnTo>
                    <a:pt x="376897" y="1053548"/>
                  </a:lnTo>
                  <a:lnTo>
                    <a:pt x="376896" y="1053531"/>
                  </a:lnTo>
                  <a:lnTo>
                    <a:pt x="376896" y="1053524"/>
                  </a:lnTo>
                  <a:lnTo>
                    <a:pt x="376895" y="1053516"/>
                  </a:lnTo>
                  <a:lnTo>
                    <a:pt x="376893" y="1053508"/>
                  </a:lnTo>
                  <a:lnTo>
                    <a:pt x="376889" y="1053500"/>
                  </a:lnTo>
                  <a:lnTo>
                    <a:pt x="376884" y="1053492"/>
                  </a:lnTo>
                  <a:lnTo>
                    <a:pt x="376877" y="1053485"/>
                  </a:lnTo>
                  <a:lnTo>
                    <a:pt x="376868" y="1053476"/>
                  </a:lnTo>
                  <a:lnTo>
                    <a:pt x="376858" y="1053467"/>
                  </a:lnTo>
                  <a:lnTo>
                    <a:pt x="376840" y="1053451"/>
                  </a:lnTo>
                  <a:lnTo>
                    <a:pt x="376829" y="1053441"/>
                  </a:lnTo>
                  <a:lnTo>
                    <a:pt x="376822" y="1053434"/>
                  </a:lnTo>
                  <a:lnTo>
                    <a:pt x="376820" y="1053428"/>
                  </a:lnTo>
                  <a:lnTo>
                    <a:pt x="376820" y="1053421"/>
                  </a:lnTo>
                  <a:lnTo>
                    <a:pt x="376820" y="1053415"/>
                  </a:lnTo>
                  <a:lnTo>
                    <a:pt x="376822" y="1053409"/>
                  </a:lnTo>
                  <a:lnTo>
                    <a:pt x="376825" y="1053400"/>
                  </a:lnTo>
                  <a:lnTo>
                    <a:pt x="376832" y="1053388"/>
                  </a:lnTo>
                  <a:lnTo>
                    <a:pt x="376838" y="1053376"/>
                  </a:lnTo>
                  <a:lnTo>
                    <a:pt x="376844" y="1053365"/>
                  </a:lnTo>
                  <a:lnTo>
                    <a:pt x="376851" y="1053353"/>
                  </a:lnTo>
                  <a:lnTo>
                    <a:pt x="376860" y="1053339"/>
                  </a:lnTo>
                  <a:lnTo>
                    <a:pt x="376868" y="1053326"/>
                  </a:lnTo>
                  <a:lnTo>
                    <a:pt x="376877" y="1053313"/>
                  </a:lnTo>
                  <a:lnTo>
                    <a:pt x="376886" y="1053301"/>
                  </a:lnTo>
                  <a:lnTo>
                    <a:pt x="376897" y="1053287"/>
                  </a:lnTo>
                  <a:lnTo>
                    <a:pt x="376904" y="1053277"/>
                  </a:lnTo>
                  <a:lnTo>
                    <a:pt x="376908" y="1053268"/>
                  </a:lnTo>
                  <a:lnTo>
                    <a:pt x="376910" y="1053261"/>
                  </a:lnTo>
                  <a:lnTo>
                    <a:pt x="376910" y="1053255"/>
                  </a:lnTo>
                  <a:lnTo>
                    <a:pt x="376910" y="1053248"/>
                  </a:lnTo>
                  <a:lnTo>
                    <a:pt x="376908" y="1053239"/>
                  </a:lnTo>
                  <a:lnTo>
                    <a:pt x="376904" y="1053225"/>
                  </a:lnTo>
                  <a:lnTo>
                    <a:pt x="376902" y="1053219"/>
                  </a:lnTo>
                  <a:lnTo>
                    <a:pt x="376900" y="1053211"/>
                  </a:lnTo>
                  <a:lnTo>
                    <a:pt x="376900" y="1053200"/>
                  </a:lnTo>
                  <a:lnTo>
                    <a:pt x="376899" y="1053196"/>
                  </a:lnTo>
                  <a:lnTo>
                    <a:pt x="376896" y="1053188"/>
                  </a:lnTo>
                  <a:lnTo>
                    <a:pt x="376889" y="1053174"/>
                  </a:lnTo>
                  <a:lnTo>
                    <a:pt x="376885" y="1053167"/>
                  </a:lnTo>
                  <a:lnTo>
                    <a:pt x="376884" y="1053161"/>
                  </a:lnTo>
                  <a:lnTo>
                    <a:pt x="376884" y="1053152"/>
                  </a:lnTo>
                  <a:lnTo>
                    <a:pt x="376888" y="1053139"/>
                  </a:lnTo>
                  <a:lnTo>
                    <a:pt x="376892" y="1053129"/>
                  </a:lnTo>
                  <a:lnTo>
                    <a:pt x="376898" y="1053113"/>
                  </a:lnTo>
                  <a:lnTo>
                    <a:pt x="376902" y="1053101"/>
                  </a:lnTo>
                  <a:lnTo>
                    <a:pt x="376905" y="1053088"/>
                  </a:lnTo>
                  <a:lnTo>
                    <a:pt x="376907" y="1053076"/>
                  </a:lnTo>
                  <a:lnTo>
                    <a:pt x="376908" y="1053065"/>
                  </a:lnTo>
                  <a:lnTo>
                    <a:pt x="376909" y="1053055"/>
                  </a:lnTo>
                  <a:lnTo>
                    <a:pt x="376907" y="1053044"/>
                  </a:lnTo>
                  <a:lnTo>
                    <a:pt x="376906" y="1053037"/>
                  </a:lnTo>
                  <a:lnTo>
                    <a:pt x="376904" y="1053031"/>
                  </a:lnTo>
                  <a:lnTo>
                    <a:pt x="376898" y="1053020"/>
                  </a:lnTo>
                  <a:lnTo>
                    <a:pt x="376890" y="1053006"/>
                  </a:lnTo>
                  <a:lnTo>
                    <a:pt x="376877" y="1052987"/>
                  </a:lnTo>
                  <a:lnTo>
                    <a:pt x="376867" y="1052973"/>
                  </a:lnTo>
                  <a:lnTo>
                    <a:pt x="376851" y="1052954"/>
                  </a:lnTo>
                  <a:lnTo>
                    <a:pt x="376835" y="1052935"/>
                  </a:lnTo>
                  <a:lnTo>
                    <a:pt x="376825" y="1052926"/>
                  </a:lnTo>
                  <a:lnTo>
                    <a:pt x="376807" y="1052909"/>
                  </a:lnTo>
                  <a:lnTo>
                    <a:pt x="376788" y="1052892"/>
                  </a:lnTo>
                  <a:lnTo>
                    <a:pt x="376779" y="1052883"/>
                  </a:lnTo>
                  <a:lnTo>
                    <a:pt x="376773" y="1052875"/>
                  </a:lnTo>
                  <a:lnTo>
                    <a:pt x="376770" y="1052870"/>
                  </a:lnTo>
                  <a:lnTo>
                    <a:pt x="376768" y="1052864"/>
                  </a:lnTo>
                  <a:lnTo>
                    <a:pt x="376767" y="1052857"/>
                  </a:lnTo>
                  <a:lnTo>
                    <a:pt x="376766" y="1052847"/>
                  </a:lnTo>
                  <a:lnTo>
                    <a:pt x="376766" y="1052831"/>
                  </a:lnTo>
                  <a:lnTo>
                    <a:pt x="376766" y="1052805"/>
                  </a:lnTo>
                  <a:lnTo>
                    <a:pt x="376767" y="1052785"/>
                  </a:lnTo>
                  <a:lnTo>
                    <a:pt x="376766" y="1052769"/>
                  </a:lnTo>
                  <a:lnTo>
                    <a:pt x="376766" y="1052752"/>
                  </a:lnTo>
                  <a:lnTo>
                    <a:pt x="376765" y="1052745"/>
                  </a:lnTo>
                  <a:lnTo>
                    <a:pt x="376764" y="1052734"/>
                  </a:lnTo>
                  <a:lnTo>
                    <a:pt x="376762" y="1052721"/>
                  </a:lnTo>
                  <a:lnTo>
                    <a:pt x="376761" y="1052708"/>
                  </a:lnTo>
                  <a:lnTo>
                    <a:pt x="376759" y="1052700"/>
                  </a:lnTo>
                  <a:lnTo>
                    <a:pt x="376754" y="1052688"/>
                  </a:lnTo>
                  <a:lnTo>
                    <a:pt x="376748" y="1052677"/>
                  </a:lnTo>
                  <a:lnTo>
                    <a:pt x="376740" y="1052659"/>
                  </a:lnTo>
                  <a:lnTo>
                    <a:pt x="376738" y="1052652"/>
                  </a:lnTo>
                  <a:lnTo>
                    <a:pt x="376739" y="1052640"/>
                  </a:lnTo>
                  <a:lnTo>
                    <a:pt x="376742" y="1052628"/>
                  </a:lnTo>
                  <a:lnTo>
                    <a:pt x="376743" y="1052616"/>
                  </a:lnTo>
                  <a:lnTo>
                    <a:pt x="376742" y="1052609"/>
                  </a:lnTo>
                  <a:lnTo>
                    <a:pt x="376740" y="1052601"/>
                  </a:lnTo>
                  <a:lnTo>
                    <a:pt x="376737" y="1052594"/>
                  </a:lnTo>
                  <a:lnTo>
                    <a:pt x="376731" y="1052586"/>
                  </a:lnTo>
                  <a:lnTo>
                    <a:pt x="376711" y="1052561"/>
                  </a:lnTo>
                  <a:lnTo>
                    <a:pt x="376695" y="1052538"/>
                  </a:lnTo>
                  <a:lnTo>
                    <a:pt x="376683" y="1052521"/>
                  </a:lnTo>
                  <a:lnTo>
                    <a:pt x="376670" y="1052506"/>
                  </a:lnTo>
                  <a:lnTo>
                    <a:pt x="376658" y="1052488"/>
                  </a:lnTo>
                  <a:lnTo>
                    <a:pt x="376642" y="1052468"/>
                  </a:lnTo>
                  <a:lnTo>
                    <a:pt x="376628" y="1052449"/>
                  </a:lnTo>
                  <a:lnTo>
                    <a:pt x="376619" y="1052437"/>
                  </a:lnTo>
                  <a:lnTo>
                    <a:pt x="376611" y="1052425"/>
                  </a:lnTo>
                  <a:lnTo>
                    <a:pt x="376599" y="1052410"/>
                  </a:lnTo>
                  <a:lnTo>
                    <a:pt x="376589" y="1052397"/>
                  </a:lnTo>
                  <a:lnTo>
                    <a:pt x="376576" y="1052383"/>
                  </a:lnTo>
                  <a:lnTo>
                    <a:pt x="376560" y="1052366"/>
                  </a:lnTo>
                  <a:lnTo>
                    <a:pt x="376550" y="1052356"/>
                  </a:lnTo>
                  <a:lnTo>
                    <a:pt x="376538" y="1052344"/>
                  </a:lnTo>
                  <a:lnTo>
                    <a:pt x="376527" y="1052334"/>
                  </a:lnTo>
                  <a:lnTo>
                    <a:pt x="376517" y="1052328"/>
                  </a:lnTo>
                  <a:lnTo>
                    <a:pt x="376507" y="1052322"/>
                  </a:lnTo>
                  <a:lnTo>
                    <a:pt x="376493" y="1052315"/>
                  </a:lnTo>
                  <a:lnTo>
                    <a:pt x="376473" y="1052307"/>
                  </a:lnTo>
                  <a:lnTo>
                    <a:pt x="376457" y="1052301"/>
                  </a:lnTo>
                  <a:lnTo>
                    <a:pt x="376440" y="1052295"/>
                  </a:lnTo>
                  <a:lnTo>
                    <a:pt x="376429" y="1052292"/>
                  </a:lnTo>
                  <a:lnTo>
                    <a:pt x="376422" y="1052291"/>
                  </a:lnTo>
                  <a:lnTo>
                    <a:pt x="376418" y="1052289"/>
                  </a:lnTo>
                  <a:lnTo>
                    <a:pt x="376418" y="1052283"/>
                  </a:lnTo>
                  <a:lnTo>
                    <a:pt x="376419" y="1052263"/>
                  </a:lnTo>
                  <a:lnTo>
                    <a:pt x="376421" y="1052247"/>
                  </a:lnTo>
                  <a:lnTo>
                    <a:pt x="376423" y="1052232"/>
                  </a:lnTo>
                  <a:lnTo>
                    <a:pt x="376423" y="1052221"/>
                  </a:lnTo>
                  <a:lnTo>
                    <a:pt x="376422" y="1052208"/>
                  </a:lnTo>
                  <a:lnTo>
                    <a:pt x="376420" y="1052200"/>
                  </a:lnTo>
                  <a:lnTo>
                    <a:pt x="376417" y="1052192"/>
                  </a:lnTo>
                  <a:lnTo>
                    <a:pt x="376414" y="1052184"/>
                  </a:lnTo>
                  <a:lnTo>
                    <a:pt x="376412" y="1052178"/>
                  </a:lnTo>
                  <a:lnTo>
                    <a:pt x="376408" y="1052163"/>
                  </a:lnTo>
                  <a:lnTo>
                    <a:pt x="376402" y="1052144"/>
                  </a:lnTo>
                  <a:lnTo>
                    <a:pt x="376398" y="1052131"/>
                  </a:lnTo>
                  <a:lnTo>
                    <a:pt x="376394" y="1052120"/>
                  </a:lnTo>
                  <a:lnTo>
                    <a:pt x="376390" y="1052111"/>
                  </a:lnTo>
                  <a:lnTo>
                    <a:pt x="376384" y="1052102"/>
                  </a:lnTo>
                  <a:lnTo>
                    <a:pt x="376379" y="1052094"/>
                  </a:lnTo>
                  <a:lnTo>
                    <a:pt x="376369" y="1052084"/>
                  </a:lnTo>
                  <a:lnTo>
                    <a:pt x="376360" y="1052075"/>
                  </a:lnTo>
                  <a:lnTo>
                    <a:pt x="376355" y="1052065"/>
                  </a:lnTo>
                  <a:lnTo>
                    <a:pt x="376353" y="1052060"/>
                  </a:lnTo>
                  <a:lnTo>
                    <a:pt x="376353" y="1052055"/>
                  </a:lnTo>
                  <a:lnTo>
                    <a:pt x="376356" y="1052048"/>
                  </a:lnTo>
                  <a:lnTo>
                    <a:pt x="376361" y="1052037"/>
                  </a:lnTo>
                  <a:lnTo>
                    <a:pt x="376368" y="1052022"/>
                  </a:lnTo>
                  <a:lnTo>
                    <a:pt x="376375" y="1052011"/>
                  </a:lnTo>
                  <a:lnTo>
                    <a:pt x="376384" y="1051997"/>
                  </a:lnTo>
                  <a:lnTo>
                    <a:pt x="376392" y="1051984"/>
                  </a:lnTo>
                  <a:lnTo>
                    <a:pt x="376400" y="1051973"/>
                  </a:lnTo>
                  <a:lnTo>
                    <a:pt x="376412" y="1051955"/>
                  </a:lnTo>
                  <a:lnTo>
                    <a:pt x="376424" y="1051938"/>
                  </a:lnTo>
                  <a:lnTo>
                    <a:pt x="376436" y="1051920"/>
                  </a:lnTo>
                  <a:lnTo>
                    <a:pt x="376447" y="1051905"/>
                  </a:lnTo>
                  <a:lnTo>
                    <a:pt x="376459" y="1051888"/>
                  </a:lnTo>
                  <a:lnTo>
                    <a:pt x="376471" y="1051871"/>
                  </a:lnTo>
                  <a:lnTo>
                    <a:pt x="376488" y="1051846"/>
                  </a:lnTo>
                  <a:lnTo>
                    <a:pt x="376496" y="1051833"/>
                  </a:lnTo>
                  <a:lnTo>
                    <a:pt x="376504" y="1051820"/>
                  </a:lnTo>
                  <a:lnTo>
                    <a:pt x="376518" y="1051797"/>
                  </a:lnTo>
                  <a:lnTo>
                    <a:pt x="376524" y="1051785"/>
                  </a:lnTo>
                  <a:lnTo>
                    <a:pt x="376529" y="1051777"/>
                  </a:lnTo>
                  <a:lnTo>
                    <a:pt x="376530" y="1051772"/>
                  </a:lnTo>
                  <a:lnTo>
                    <a:pt x="376528" y="1051765"/>
                  </a:lnTo>
                  <a:lnTo>
                    <a:pt x="376525" y="1051760"/>
                  </a:lnTo>
                  <a:lnTo>
                    <a:pt x="376512" y="1051743"/>
                  </a:lnTo>
                  <a:lnTo>
                    <a:pt x="376509" y="1051739"/>
                  </a:lnTo>
                  <a:lnTo>
                    <a:pt x="376497" y="1051724"/>
                  </a:lnTo>
                  <a:lnTo>
                    <a:pt x="376490" y="1051715"/>
                  </a:lnTo>
                  <a:lnTo>
                    <a:pt x="376482" y="1051704"/>
                  </a:lnTo>
                  <a:lnTo>
                    <a:pt x="376466" y="1051683"/>
                  </a:lnTo>
                  <a:lnTo>
                    <a:pt x="376450" y="1051662"/>
                  </a:lnTo>
                  <a:lnTo>
                    <a:pt x="376436" y="1051644"/>
                  </a:lnTo>
                  <a:lnTo>
                    <a:pt x="376424" y="1051626"/>
                  </a:lnTo>
                  <a:lnTo>
                    <a:pt x="376413" y="1051606"/>
                  </a:lnTo>
                  <a:lnTo>
                    <a:pt x="376410" y="1051600"/>
                  </a:lnTo>
                  <a:lnTo>
                    <a:pt x="376404" y="1051587"/>
                  </a:lnTo>
                  <a:lnTo>
                    <a:pt x="376399" y="1051572"/>
                  </a:lnTo>
                  <a:lnTo>
                    <a:pt x="376396" y="1051560"/>
                  </a:lnTo>
                  <a:lnTo>
                    <a:pt x="376394" y="1051551"/>
                  </a:lnTo>
                  <a:lnTo>
                    <a:pt x="376394" y="1051541"/>
                  </a:lnTo>
                  <a:lnTo>
                    <a:pt x="376395" y="1051534"/>
                  </a:lnTo>
                  <a:lnTo>
                    <a:pt x="376397" y="1051526"/>
                  </a:lnTo>
                  <a:lnTo>
                    <a:pt x="376398" y="1051522"/>
                  </a:lnTo>
                  <a:lnTo>
                    <a:pt x="376401" y="1051517"/>
                  </a:lnTo>
                  <a:lnTo>
                    <a:pt x="376406" y="1051511"/>
                  </a:lnTo>
                  <a:lnTo>
                    <a:pt x="376414" y="1051504"/>
                  </a:lnTo>
                  <a:lnTo>
                    <a:pt x="376422" y="1051497"/>
                  </a:lnTo>
                  <a:lnTo>
                    <a:pt x="376436" y="1051490"/>
                  </a:lnTo>
                  <a:lnTo>
                    <a:pt x="376447" y="1051487"/>
                  </a:lnTo>
                  <a:lnTo>
                    <a:pt x="376458" y="1051485"/>
                  </a:lnTo>
                  <a:lnTo>
                    <a:pt x="376469" y="1051486"/>
                  </a:lnTo>
                  <a:lnTo>
                    <a:pt x="376479" y="1051487"/>
                  </a:lnTo>
                  <a:lnTo>
                    <a:pt x="376494" y="1051490"/>
                  </a:lnTo>
                  <a:lnTo>
                    <a:pt x="376509" y="1051495"/>
                  </a:lnTo>
                  <a:lnTo>
                    <a:pt x="376524" y="1051502"/>
                  </a:lnTo>
                  <a:lnTo>
                    <a:pt x="376539" y="1051511"/>
                  </a:lnTo>
                  <a:lnTo>
                    <a:pt x="376556" y="1051519"/>
                  </a:lnTo>
                  <a:lnTo>
                    <a:pt x="376575" y="1051528"/>
                  </a:lnTo>
                  <a:lnTo>
                    <a:pt x="376593" y="1051534"/>
                  </a:lnTo>
                  <a:lnTo>
                    <a:pt x="376614" y="1051540"/>
                  </a:lnTo>
                  <a:lnTo>
                    <a:pt x="376628" y="1051546"/>
                  </a:lnTo>
                  <a:lnTo>
                    <a:pt x="376645" y="1051553"/>
                  </a:lnTo>
                  <a:lnTo>
                    <a:pt x="376656" y="1051558"/>
                  </a:lnTo>
                  <a:lnTo>
                    <a:pt x="376664" y="1051564"/>
                  </a:lnTo>
                  <a:lnTo>
                    <a:pt x="376667" y="1051568"/>
                  </a:lnTo>
                  <a:lnTo>
                    <a:pt x="376672" y="1051573"/>
                  </a:lnTo>
                  <a:lnTo>
                    <a:pt x="376681" y="1051585"/>
                  </a:lnTo>
                  <a:lnTo>
                    <a:pt x="376689" y="1051597"/>
                  </a:lnTo>
                  <a:lnTo>
                    <a:pt x="376692" y="1051602"/>
                  </a:lnTo>
                  <a:lnTo>
                    <a:pt x="376697" y="1051608"/>
                  </a:lnTo>
                  <a:lnTo>
                    <a:pt x="376704" y="1051612"/>
                  </a:lnTo>
                  <a:lnTo>
                    <a:pt x="376710" y="1051615"/>
                  </a:lnTo>
                  <a:lnTo>
                    <a:pt x="376718" y="1051617"/>
                  </a:lnTo>
                  <a:lnTo>
                    <a:pt x="376727" y="1051616"/>
                  </a:lnTo>
                  <a:lnTo>
                    <a:pt x="376735" y="1051613"/>
                  </a:lnTo>
                  <a:lnTo>
                    <a:pt x="376745" y="1051608"/>
                  </a:lnTo>
                  <a:lnTo>
                    <a:pt x="376750" y="1051605"/>
                  </a:lnTo>
                  <a:lnTo>
                    <a:pt x="376757" y="1051600"/>
                  </a:lnTo>
                  <a:lnTo>
                    <a:pt x="376768" y="1051591"/>
                  </a:lnTo>
                  <a:lnTo>
                    <a:pt x="376779" y="1051579"/>
                  </a:lnTo>
                  <a:lnTo>
                    <a:pt x="376793" y="1051563"/>
                  </a:lnTo>
                  <a:lnTo>
                    <a:pt x="376811" y="1051542"/>
                  </a:lnTo>
                  <a:lnTo>
                    <a:pt x="376822" y="1051529"/>
                  </a:lnTo>
                  <a:lnTo>
                    <a:pt x="376827" y="1051526"/>
                  </a:lnTo>
                  <a:lnTo>
                    <a:pt x="376831" y="1051525"/>
                  </a:lnTo>
                  <a:lnTo>
                    <a:pt x="376844" y="1051525"/>
                  </a:lnTo>
                  <a:lnTo>
                    <a:pt x="376858" y="1051526"/>
                  </a:lnTo>
                  <a:lnTo>
                    <a:pt x="376875" y="1051528"/>
                  </a:lnTo>
                  <a:lnTo>
                    <a:pt x="376894" y="1051532"/>
                  </a:lnTo>
                  <a:lnTo>
                    <a:pt x="376916" y="1051539"/>
                  </a:lnTo>
                  <a:lnTo>
                    <a:pt x="376936" y="1051545"/>
                  </a:lnTo>
                  <a:lnTo>
                    <a:pt x="376959" y="1051553"/>
                  </a:lnTo>
                  <a:lnTo>
                    <a:pt x="376973" y="1051559"/>
                  </a:lnTo>
                  <a:lnTo>
                    <a:pt x="376988" y="1051568"/>
                  </a:lnTo>
                  <a:lnTo>
                    <a:pt x="377002" y="1051576"/>
                  </a:lnTo>
                  <a:lnTo>
                    <a:pt x="377016" y="1051585"/>
                  </a:lnTo>
                  <a:lnTo>
                    <a:pt x="377031" y="1051596"/>
                  </a:lnTo>
                  <a:lnTo>
                    <a:pt x="377044" y="1051604"/>
                  </a:lnTo>
                  <a:lnTo>
                    <a:pt x="377060" y="1051613"/>
                  </a:lnTo>
                  <a:lnTo>
                    <a:pt x="377077" y="1051623"/>
                  </a:lnTo>
                  <a:lnTo>
                    <a:pt x="377088" y="1051628"/>
                  </a:lnTo>
                  <a:lnTo>
                    <a:pt x="377093" y="1051629"/>
                  </a:lnTo>
                  <a:lnTo>
                    <a:pt x="377099" y="1051629"/>
                  </a:lnTo>
                  <a:lnTo>
                    <a:pt x="377103" y="1051628"/>
                  </a:lnTo>
                  <a:lnTo>
                    <a:pt x="377109" y="1051623"/>
                  </a:lnTo>
                  <a:lnTo>
                    <a:pt x="377120" y="1051610"/>
                  </a:lnTo>
                  <a:lnTo>
                    <a:pt x="377131" y="1051597"/>
                  </a:lnTo>
                  <a:lnTo>
                    <a:pt x="377140" y="1051588"/>
                  </a:lnTo>
                  <a:lnTo>
                    <a:pt x="377149" y="1051580"/>
                  </a:lnTo>
                  <a:lnTo>
                    <a:pt x="377158" y="1051573"/>
                  </a:lnTo>
                  <a:lnTo>
                    <a:pt x="377172" y="1051566"/>
                  </a:lnTo>
                  <a:lnTo>
                    <a:pt x="377192" y="1051554"/>
                  </a:lnTo>
                  <a:lnTo>
                    <a:pt x="377206" y="1051546"/>
                  </a:lnTo>
                  <a:lnTo>
                    <a:pt x="377219" y="1051536"/>
                  </a:lnTo>
                  <a:lnTo>
                    <a:pt x="377233" y="1051526"/>
                  </a:lnTo>
                  <a:lnTo>
                    <a:pt x="377252" y="1051508"/>
                  </a:lnTo>
                  <a:lnTo>
                    <a:pt x="377271" y="1051490"/>
                  </a:lnTo>
                  <a:lnTo>
                    <a:pt x="377279" y="1051483"/>
                  </a:lnTo>
                  <a:lnTo>
                    <a:pt x="377286" y="1051482"/>
                  </a:lnTo>
                  <a:lnTo>
                    <a:pt x="377292" y="1051482"/>
                  </a:lnTo>
                  <a:lnTo>
                    <a:pt x="377300" y="1051483"/>
                  </a:lnTo>
                  <a:lnTo>
                    <a:pt x="377313" y="1051488"/>
                  </a:lnTo>
                  <a:lnTo>
                    <a:pt x="377326" y="1051491"/>
                  </a:lnTo>
                  <a:lnTo>
                    <a:pt x="377343" y="1051495"/>
                  </a:lnTo>
                  <a:lnTo>
                    <a:pt x="377358" y="1051498"/>
                  </a:lnTo>
                  <a:lnTo>
                    <a:pt x="377370" y="1051498"/>
                  </a:lnTo>
                  <a:lnTo>
                    <a:pt x="377383" y="1051497"/>
                  </a:lnTo>
                  <a:lnTo>
                    <a:pt x="377398" y="1051495"/>
                  </a:lnTo>
                  <a:lnTo>
                    <a:pt x="377408" y="1051491"/>
                  </a:lnTo>
                  <a:lnTo>
                    <a:pt x="377416" y="1051486"/>
                  </a:lnTo>
                  <a:lnTo>
                    <a:pt x="377422" y="1051479"/>
                  </a:lnTo>
                  <a:lnTo>
                    <a:pt x="377427" y="1051471"/>
                  </a:lnTo>
                  <a:lnTo>
                    <a:pt x="377431" y="1051460"/>
                  </a:lnTo>
                  <a:lnTo>
                    <a:pt x="377434" y="1051446"/>
                  </a:lnTo>
                  <a:lnTo>
                    <a:pt x="377437" y="1051432"/>
                  </a:lnTo>
                  <a:lnTo>
                    <a:pt x="377439" y="1051417"/>
                  </a:lnTo>
                  <a:lnTo>
                    <a:pt x="377440" y="1051403"/>
                  </a:lnTo>
                  <a:lnTo>
                    <a:pt x="377440" y="1051382"/>
                  </a:lnTo>
                  <a:lnTo>
                    <a:pt x="377439" y="1051364"/>
                  </a:lnTo>
                  <a:lnTo>
                    <a:pt x="377439" y="1051350"/>
                  </a:lnTo>
                  <a:lnTo>
                    <a:pt x="377441" y="1051341"/>
                  </a:lnTo>
                  <a:lnTo>
                    <a:pt x="377446" y="1051327"/>
                  </a:lnTo>
                  <a:lnTo>
                    <a:pt x="377450" y="1051316"/>
                  </a:lnTo>
                  <a:lnTo>
                    <a:pt x="377455" y="1051306"/>
                  </a:lnTo>
                  <a:lnTo>
                    <a:pt x="377465" y="1051291"/>
                  </a:lnTo>
                  <a:lnTo>
                    <a:pt x="377477" y="1051278"/>
                  </a:lnTo>
                  <a:lnTo>
                    <a:pt x="377486" y="1051267"/>
                  </a:lnTo>
                  <a:lnTo>
                    <a:pt x="377490" y="1051262"/>
                  </a:lnTo>
                  <a:lnTo>
                    <a:pt x="377490" y="1051256"/>
                  </a:lnTo>
                  <a:lnTo>
                    <a:pt x="377486" y="1051250"/>
                  </a:lnTo>
                  <a:lnTo>
                    <a:pt x="377477" y="1051243"/>
                  </a:lnTo>
                  <a:lnTo>
                    <a:pt x="377467" y="1051234"/>
                  </a:lnTo>
                  <a:lnTo>
                    <a:pt x="377457" y="1051223"/>
                  </a:lnTo>
                  <a:lnTo>
                    <a:pt x="377443" y="1051203"/>
                  </a:lnTo>
                  <a:lnTo>
                    <a:pt x="377427" y="1051182"/>
                  </a:lnTo>
                  <a:lnTo>
                    <a:pt x="377406" y="1051157"/>
                  </a:lnTo>
                  <a:lnTo>
                    <a:pt x="377399" y="1051148"/>
                  </a:lnTo>
                  <a:lnTo>
                    <a:pt x="377391" y="1051139"/>
                  </a:lnTo>
                  <a:lnTo>
                    <a:pt x="377385" y="1051131"/>
                  </a:lnTo>
                  <a:lnTo>
                    <a:pt x="377368" y="1051111"/>
                  </a:lnTo>
                  <a:lnTo>
                    <a:pt x="377355" y="1051098"/>
                  </a:lnTo>
                  <a:lnTo>
                    <a:pt x="377347" y="1051088"/>
                  </a:lnTo>
                  <a:lnTo>
                    <a:pt x="377340" y="1051079"/>
                  </a:lnTo>
                  <a:lnTo>
                    <a:pt x="377329" y="1051064"/>
                  </a:lnTo>
                  <a:lnTo>
                    <a:pt x="377312" y="1051043"/>
                  </a:lnTo>
                  <a:lnTo>
                    <a:pt x="377296" y="1051022"/>
                  </a:lnTo>
                  <a:lnTo>
                    <a:pt x="377283" y="1051007"/>
                  </a:lnTo>
                  <a:lnTo>
                    <a:pt x="377273" y="1050997"/>
                  </a:lnTo>
                  <a:lnTo>
                    <a:pt x="377256" y="1050981"/>
                  </a:lnTo>
                  <a:lnTo>
                    <a:pt x="377249" y="1050976"/>
                  </a:lnTo>
                  <a:lnTo>
                    <a:pt x="377242" y="1050974"/>
                  </a:lnTo>
                  <a:lnTo>
                    <a:pt x="377238" y="1050973"/>
                  </a:lnTo>
                  <a:lnTo>
                    <a:pt x="377232" y="1050975"/>
                  </a:lnTo>
                  <a:lnTo>
                    <a:pt x="377228" y="1050978"/>
                  </a:lnTo>
                  <a:lnTo>
                    <a:pt x="377222" y="1050980"/>
                  </a:lnTo>
                  <a:lnTo>
                    <a:pt x="377211" y="1050991"/>
                  </a:lnTo>
                  <a:lnTo>
                    <a:pt x="377194" y="1051008"/>
                  </a:lnTo>
                  <a:lnTo>
                    <a:pt x="377177" y="1051018"/>
                  </a:lnTo>
                  <a:lnTo>
                    <a:pt x="377162" y="1051023"/>
                  </a:lnTo>
                  <a:lnTo>
                    <a:pt x="377145" y="1051025"/>
                  </a:lnTo>
                  <a:lnTo>
                    <a:pt x="377122" y="1051026"/>
                  </a:lnTo>
                  <a:lnTo>
                    <a:pt x="377086" y="1051028"/>
                  </a:lnTo>
                  <a:lnTo>
                    <a:pt x="377046" y="1051032"/>
                  </a:lnTo>
                  <a:lnTo>
                    <a:pt x="377011" y="1051034"/>
                  </a:lnTo>
                  <a:lnTo>
                    <a:pt x="376985" y="1051035"/>
                  </a:lnTo>
                  <a:lnTo>
                    <a:pt x="376968" y="1051034"/>
                  </a:lnTo>
                  <a:lnTo>
                    <a:pt x="376961" y="1051033"/>
                  </a:lnTo>
                  <a:lnTo>
                    <a:pt x="376952" y="1051032"/>
                  </a:lnTo>
                  <a:lnTo>
                    <a:pt x="376937" y="1051028"/>
                  </a:lnTo>
                  <a:lnTo>
                    <a:pt x="376927" y="1051025"/>
                  </a:lnTo>
                  <a:lnTo>
                    <a:pt x="376918" y="1051021"/>
                  </a:lnTo>
                  <a:lnTo>
                    <a:pt x="376913" y="1051018"/>
                  </a:lnTo>
                  <a:lnTo>
                    <a:pt x="376902" y="1051011"/>
                  </a:lnTo>
                  <a:lnTo>
                    <a:pt x="376894" y="1051004"/>
                  </a:lnTo>
                  <a:lnTo>
                    <a:pt x="376884" y="1050995"/>
                  </a:lnTo>
                  <a:lnTo>
                    <a:pt x="376880" y="1050990"/>
                  </a:lnTo>
                  <a:lnTo>
                    <a:pt x="376871" y="1050980"/>
                  </a:lnTo>
                  <a:lnTo>
                    <a:pt x="376862" y="1050967"/>
                  </a:lnTo>
                  <a:lnTo>
                    <a:pt x="376858" y="1050962"/>
                  </a:lnTo>
                  <a:lnTo>
                    <a:pt x="376853" y="1050955"/>
                  </a:lnTo>
                  <a:lnTo>
                    <a:pt x="376851" y="1050951"/>
                  </a:lnTo>
                  <a:lnTo>
                    <a:pt x="376842" y="1050941"/>
                  </a:lnTo>
                  <a:lnTo>
                    <a:pt x="376832" y="1050930"/>
                  </a:lnTo>
                  <a:lnTo>
                    <a:pt x="376824" y="1050923"/>
                  </a:lnTo>
                  <a:lnTo>
                    <a:pt x="376812" y="1050913"/>
                  </a:lnTo>
                  <a:lnTo>
                    <a:pt x="376800" y="1050906"/>
                  </a:lnTo>
                  <a:lnTo>
                    <a:pt x="376796" y="1050904"/>
                  </a:lnTo>
                  <a:lnTo>
                    <a:pt x="376788" y="1050900"/>
                  </a:lnTo>
                  <a:lnTo>
                    <a:pt x="376775" y="1050893"/>
                  </a:lnTo>
                  <a:lnTo>
                    <a:pt x="376769" y="1050890"/>
                  </a:lnTo>
                  <a:lnTo>
                    <a:pt x="376760" y="1050885"/>
                  </a:lnTo>
                  <a:lnTo>
                    <a:pt x="376744" y="1050877"/>
                  </a:lnTo>
                  <a:lnTo>
                    <a:pt x="376732" y="1050870"/>
                  </a:lnTo>
                  <a:lnTo>
                    <a:pt x="376720" y="1050861"/>
                  </a:lnTo>
                  <a:lnTo>
                    <a:pt x="376711" y="1050852"/>
                  </a:lnTo>
                  <a:lnTo>
                    <a:pt x="376703" y="1050844"/>
                  </a:lnTo>
                  <a:lnTo>
                    <a:pt x="376694" y="1050837"/>
                  </a:lnTo>
                  <a:lnTo>
                    <a:pt x="376681" y="1050827"/>
                  </a:lnTo>
                  <a:lnTo>
                    <a:pt x="376662" y="1050817"/>
                  </a:lnTo>
                  <a:lnTo>
                    <a:pt x="376646" y="1050809"/>
                  </a:lnTo>
                  <a:lnTo>
                    <a:pt x="376632" y="1050801"/>
                  </a:lnTo>
                  <a:lnTo>
                    <a:pt x="376619" y="1050790"/>
                  </a:lnTo>
                  <a:lnTo>
                    <a:pt x="376611" y="1050782"/>
                  </a:lnTo>
                  <a:lnTo>
                    <a:pt x="376606" y="1050775"/>
                  </a:lnTo>
                  <a:lnTo>
                    <a:pt x="376601" y="1050765"/>
                  </a:lnTo>
                  <a:lnTo>
                    <a:pt x="376598" y="1050754"/>
                  </a:lnTo>
                  <a:lnTo>
                    <a:pt x="376596" y="1050742"/>
                  </a:lnTo>
                  <a:lnTo>
                    <a:pt x="376597" y="1050722"/>
                  </a:lnTo>
                  <a:lnTo>
                    <a:pt x="376601" y="1050699"/>
                  </a:lnTo>
                  <a:lnTo>
                    <a:pt x="376604" y="1050672"/>
                  </a:lnTo>
                  <a:lnTo>
                    <a:pt x="376607" y="1050658"/>
                  </a:lnTo>
                  <a:lnTo>
                    <a:pt x="376610" y="1050647"/>
                  </a:lnTo>
                  <a:lnTo>
                    <a:pt x="376613" y="1050636"/>
                  </a:lnTo>
                  <a:lnTo>
                    <a:pt x="376617" y="1050622"/>
                  </a:lnTo>
                  <a:lnTo>
                    <a:pt x="376617" y="1050616"/>
                  </a:lnTo>
                  <a:lnTo>
                    <a:pt x="376613" y="1050614"/>
                  </a:lnTo>
                  <a:lnTo>
                    <a:pt x="376604" y="1050618"/>
                  </a:lnTo>
                  <a:lnTo>
                    <a:pt x="376593" y="1050622"/>
                  </a:lnTo>
                  <a:lnTo>
                    <a:pt x="376580" y="1050622"/>
                  </a:lnTo>
                  <a:lnTo>
                    <a:pt x="376569" y="1050622"/>
                  </a:lnTo>
                  <a:lnTo>
                    <a:pt x="376543" y="1050622"/>
                  </a:lnTo>
                  <a:lnTo>
                    <a:pt x="376500" y="1050623"/>
                  </a:lnTo>
                  <a:lnTo>
                    <a:pt x="376475" y="1050623"/>
                  </a:lnTo>
                  <a:lnTo>
                    <a:pt x="376455" y="1050621"/>
                  </a:lnTo>
                  <a:lnTo>
                    <a:pt x="376441" y="1050621"/>
                  </a:lnTo>
                  <a:lnTo>
                    <a:pt x="376422" y="1050621"/>
                  </a:lnTo>
                  <a:lnTo>
                    <a:pt x="376394" y="1050623"/>
                  </a:lnTo>
                  <a:lnTo>
                    <a:pt x="376376" y="1050625"/>
                  </a:lnTo>
                  <a:lnTo>
                    <a:pt x="376366" y="1050625"/>
                  </a:lnTo>
                  <a:lnTo>
                    <a:pt x="376354" y="1050624"/>
                  </a:lnTo>
                  <a:lnTo>
                    <a:pt x="376336" y="1050620"/>
                  </a:lnTo>
                  <a:lnTo>
                    <a:pt x="376319" y="1050617"/>
                  </a:lnTo>
                  <a:lnTo>
                    <a:pt x="376296" y="1050615"/>
                  </a:lnTo>
                  <a:lnTo>
                    <a:pt x="376273" y="1050613"/>
                  </a:lnTo>
                  <a:lnTo>
                    <a:pt x="376248" y="1050613"/>
                  </a:lnTo>
                  <a:lnTo>
                    <a:pt x="376223" y="1050614"/>
                  </a:lnTo>
                  <a:lnTo>
                    <a:pt x="376201" y="1050615"/>
                  </a:lnTo>
                  <a:lnTo>
                    <a:pt x="376187" y="1050616"/>
                  </a:lnTo>
                  <a:lnTo>
                    <a:pt x="376179" y="1050616"/>
                  </a:lnTo>
                  <a:lnTo>
                    <a:pt x="376167" y="1050618"/>
                  </a:lnTo>
                  <a:lnTo>
                    <a:pt x="376147" y="1050617"/>
                  </a:lnTo>
                  <a:lnTo>
                    <a:pt x="376126" y="1050626"/>
                  </a:lnTo>
                  <a:lnTo>
                    <a:pt x="376097" y="1050639"/>
                  </a:lnTo>
                  <a:lnTo>
                    <a:pt x="376070" y="1050647"/>
                  </a:lnTo>
                  <a:lnTo>
                    <a:pt x="376058" y="1050649"/>
                  </a:lnTo>
                  <a:lnTo>
                    <a:pt x="376046" y="1050645"/>
                  </a:lnTo>
                  <a:lnTo>
                    <a:pt x="376032" y="1050637"/>
                  </a:lnTo>
                  <a:lnTo>
                    <a:pt x="376025" y="1050635"/>
                  </a:lnTo>
                  <a:lnTo>
                    <a:pt x="376002" y="1050628"/>
                  </a:lnTo>
                  <a:lnTo>
                    <a:pt x="375989" y="1050626"/>
                  </a:lnTo>
                  <a:lnTo>
                    <a:pt x="375971" y="1050624"/>
                  </a:lnTo>
                  <a:lnTo>
                    <a:pt x="375950" y="1050620"/>
                  </a:lnTo>
                  <a:lnTo>
                    <a:pt x="375926" y="1050609"/>
                  </a:lnTo>
                  <a:lnTo>
                    <a:pt x="375912" y="1050595"/>
                  </a:lnTo>
                  <a:lnTo>
                    <a:pt x="375903" y="1050588"/>
                  </a:lnTo>
                  <a:lnTo>
                    <a:pt x="375893" y="1050578"/>
                  </a:lnTo>
                  <a:lnTo>
                    <a:pt x="375884" y="1050575"/>
                  </a:lnTo>
                  <a:lnTo>
                    <a:pt x="375864" y="1050585"/>
                  </a:lnTo>
                  <a:lnTo>
                    <a:pt x="375842" y="1050589"/>
                  </a:lnTo>
                  <a:lnTo>
                    <a:pt x="375803" y="1050603"/>
                  </a:lnTo>
                  <a:lnTo>
                    <a:pt x="375786" y="1050606"/>
                  </a:lnTo>
                  <a:lnTo>
                    <a:pt x="375769" y="1050606"/>
                  </a:lnTo>
                  <a:lnTo>
                    <a:pt x="375753" y="1050604"/>
                  </a:lnTo>
                  <a:lnTo>
                    <a:pt x="375736" y="1050605"/>
                  </a:lnTo>
                  <a:lnTo>
                    <a:pt x="375714" y="1050604"/>
                  </a:lnTo>
                  <a:lnTo>
                    <a:pt x="375700" y="1050603"/>
                  </a:lnTo>
                  <a:lnTo>
                    <a:pt x="375679" y="1050602"/>
                  </a:lnTo>
                  <a:lnTo>
                    <a:pt x="375666" y="1050598"/>
                  </a:lnTo>
                  <a:lnTo>
                    <a:pt x="375654" y="1050597"/>
                  </a:lnTo>
                  <a:lnTo>
                    <a:pt x="375634" y="1050600"/>
                  </a:lnTo>
                  <a:lnTo>
                    <a:pt x="375617" y="1050606"/>
                  </a:lnTo>
                  <a:lnTo>
                    <a:pt x="375605" y="1050603"/>
                  </a:lnTo>
                  <a:lnTo>
                    <a:pt x="375583" y="1050600"/>
                  </a:lnTo>
                  <a:lnTo>
                    <a:pt x="375551" y="1050600"/>
                  </a:lnTo>
                  <a:lnTo>
                    <a:pt x="375515" y="1050600"/>
                  </a:lnTo>
                  <a:lnTo>
                    <a:pt x="375502" y="1050599"/>
                  </a:lnTo>
                  <a:lnTo>
                    <a:pt x="375495" y="1050592"/>
                  </a:lnTo>
                  <a:lnTo>
                    <a:pt x="375490" y="1050583"/>
                  </a:lnTo>
                  <a:lnTo>
                    <a:pt x="375484" y="1050560"/>
                  </a:lnTo>
                  <a:lnTo>
                    <a:pt x="375479" y="1050553"/>
                  </a:lnTo>
                  <a:lnTo>
                    <a:pt x="375471" y="1050537"/>
                  </a:lnTo>
                  <a:lnTo>
                    <a:pt x="375465" y="1050514"/>
                  </a:lnTo>
                  <a:lnTo>
                    <a:pt x="375462" y="1050502"/>
                  </a:lnTo>
                  <a:lnTo>
                    <a:pt x="375459" y="1050485"/>
                  </a:lnTo>
                  <a:lnTo>
                    <a:pt x="375452" y="1050481"/>
                  </a:lnTo>
                  <a:lnTo>
                    <a:pt x="375440" y="1050474"/>
                  </a:lnTo>
                  <a:lnTo>
                    <a:pt x="375428" y="1050462"/>
                  </a:lnTo>
                  <a:lnTo>
                    <a:pt x="375416" y="1050447"/>
                  </a:lnTo>
                  <a:lnTo>
                    <a:pt x="375408" y="1050436"/>
                  </a:lnTo>
                  <a:lnTo>
                    <a:pt x="375397" y="1050431"/>
                  </a:lnTo>
                  <a:lnTo>
                    <a:pt x="375376" y="1050419"/>
                  </a:lnTo>
                  <a:lnTo>
                    <a:pt x="375361" y="1050413"/>
                  </a:lnTo>
                  <a:lnTo>
                    <a:pt x="375347" y="1050407"/>
                  </a:lnTo>
                  <a:lnTo>
                    <a:pt x="375331" y="1050404"/>
                  </a:lnTo>
                  <a:lnTo>
                    <a:pt x="375323" y="1050399"/>
                  </a:lnTo>
                  <a:lnTo>
                    <a:pt x="375319" y="1050394"/>
                  </a:lnTo>
                  <a:lnTo>
                    <a:pt x="375316" y="1050385"/>
                  </a:lnTo>
                  <a:lnTo>
                    <a:pt x="375312" y="1050381"/>
                  </a:lnTo>
                  <a:lnTo>
                    <a:pt x="375300" y="1050375"/>
                  </a:lnTo>
                  <a:lnTo>
                    <a:pt x="375285" y="1050366"/>
                  </a:lnTo>
                  <a:lnTo>
                    <a:pt x="375272" y="1050361"/>
                  </a:lnTo>
                  <a:lnTo>
                    <a:pt x="375261" y="1050354"/>
                  </a:lnTo>
                  <a:lnTo>
                    <a:pt x="375245" y="1050338"/>
                  </a:lnTo>
                  <a:lnTo>
                    <a:pt x="375237" y="1050334"/>
                  </a:lnTo>
                  <a:lnTo>
                    <a:pt x="375218" y="1050330"/>
                  </a:lnTo>
                  <a:lnTo>
                    <a:pt x="375211" y="1050324"/>
                  </a:lnTo>
                  <a:lnTo>
                    <a:pt x="375198" y="1050315"/>
                  </a:lnTo>
                  <a:lnTo>
                    <a:pt x="375192" y="1050315"/>
                  </a:lnTo>
                  <a:lnTo>
                    <a:pt x="375186" y="1050312"/>
                  </a:lnTo>
                  <a:lnTo>
                    <a:pt x="375178" y="1050303"/>
                  </a:lnTo>
                  <a:lnTo>
                    <a:pt x="375167" y="1050295"/>
                  </a:lnTo>
                  <a:lnTo>
                    <a:pt x="375148" y="1050286"/>
                  </a:lnTo>
                  <a:lnTo>
                    <a:pt x="375133" y="1050281"/>
                  </a:lnTo>
                  <a:lnTo>
                    <a:pt x="375116" y="1050275"/>
                  </a:lnTo>
                  <a:lnTo>
                    <a:pt x="375103" y="1050268"/>
                  </a:lnTo>
                  <a:lnTo>
                    <a:pt x="375080" y="1050250"/>
                  </a:lnTo>
                  <a:lnTo>
                    <a:pt x="375062" y="1050244"/>
                  </a:lnTo>
                  <a:lnTo>
                    <a:pt x="375045" y="1050236"/>
                  </a:lnTo>
                  <a:lnTo>
                    <a:pt x="375038" y="1050234"/>
                  </a:lnTo>
                  <a:lnTo>
                    <a:pt x="375028" y="1050232"/>
                  </a:lnTo>
                  <a:lnTo>
                    <a:pt x="375015" y="1050230"/>
                  </a:lnTo>
                  <a:lnTo>
                    <a:pt x="374997" y="1050211"/>
                  </a:lnTo>
                  <a:lnTo>
                    <a:pt x="374985" y="1050201"/>
                  </a:lnTo>
                  <a:lnTo>
                    <a:pt x="374969" y="1050192"/>
                  </a:lnTo>
                  <a:lnTo>
                    <a:pt x="374956" y="1050186"/>
                  </a:lnTo>
                  <a:lnTo>
                    <a:pt x="374922" y="1050167"/>
                  </a:lnTo>
                  <a:lnTo>
                    <a:pt x="374906" y="1050159"/>
                  </a:lnTo>
                  <a:lnTo>
                    <a:pt x="374878" y="1050141"/>
                  </a:lnTo>
                  <a:lnTo>
                    <a:pt x="374857" y="1050127"/>
                  </a:lnTo>
                  <a:lnTo>
                    <a:pt x="374834" y="1050115"/>
                  </a:lnTo>
                  <a:lnTo>
                    <a:pt x="374823" y="1050102"/>
                  </a:lnTo>
                  <a:lnTo>
                    <a:pt x="374819" y="1050090"/>
                  </a:lnTo>
                  <a:lnTo>
                    <a:pt x="374821" y="1050081"/>
                  </a:lnTo>
                  <a:lnTo>
                    <a:pt x="374823" y="1050072"/>
                  </a:lnTo>
                  <a:lnTo>
                    <a:pt x="374826" y="1050065"/>
                  </a:lnTo>
                  <a:lnTo>
                    <a:pt x="374831" y="1050056"/>
                  </a:lnTo>
                  <a:lnTo>
                    <a:pt x="374837" y="1050045"/>
                  </a:lnTo>
                  <a:lnTo>
                    <a:pt x="374843" y="1050033"/>
                  </a:lnTo>
                  <a:lnTo>
                    <a:pt x="374850" y="1050021"/>
                  </a:lnTo>
                  <a:lnTo>
                    <a:pt x="374854" y="1050012"/>
                  </a:lnTo>
                  <a:lnTo>
                    <a:pt x="374859" y="1050003"/>
                  </a:lnTo>
                  <a:lnTo>
                    <a:pt x="374864" y="1049990"/>
                  </a:lnTo>
                  <a:lnTo>
                    <a:pt x="374869" y="1049978"/>
                  </a:lnTo>
                  <a:lnTo>
                    <a:pt x="374875" y="1049964"/>
                  </a:lnTo>
                  <a:lnTo>
                    <a:pt x="374880" y="1049953"/>
                  </a:lnTo>
                  <a:lnTo>
                    <a:pt x="374885" y="1049943"/>
                  </a:lnTo>
                  <a:lnTo>
                    <a:pt x="374892" y="1049928"/>
                  </a:lnTo>
                  <a:lnTo>
                    <a:pt x="374901" y="1049909"/>
                  </a:lnTo>
                  <a:lnTo>
                    <a:pt x="374903" y="1049903"/>
                  </a:lnTo>
                  <a:lnTo>
                    <a:pt x="374906" y="1049895"/>
                  </a:lnTo>
                  <a:lnTo>
                    <a:pt x="374909" y="1049886"/>
                  </a:lnTo>
                  <a:lnTo>
                    <a:pt x="374910" y="1049879"/>
                  </a:lnTo>
                  <a:lnTo>
                    <a:pt x="374911" y="1049870"/>
                  </a:lnTo>
                  <a:lnTo>
                    <a:pt x="374911" y="1049859"/>
                  </a:lnTo>
                  <a:lnTo>
                    <a:pt x="374910" y="1049850"/>
                  </a:lnTo>
                  <a:lnTo>
                    <a:pt x="374908" y="1049844"/>
                  </a:lnTo>
                  <a:lnTo>
                    <a:pt x="374906" y="1049832"/>
                  </a:lnTo>
                  <a:lnTo>
                    <a:pt x="374902" y="1049819"/>
                  </a:lnTo>
                  <a:lnTo>
                    <a:pt x="374898" y="1049805"/>
                  </a:lnTo>
                  <a:lnTo>
                    <a:pt x="374895" y="1049788"/>
                  </a:lnTo>
                  <a:lnTo>
                    <a:pt x="374892" y="1049771"/>
                  </a:lnTo>
                  <a:lnTo>
                    <a:pt x="374889" y="1049751"/>
                  </a:lnTo>
                  <a:lnTo>
                    <a:pt x="374887" y="1049738"/>
                  </a:lnTo>
                  <a:lnTo>
                    <a:pt x="374887" y="1049720"/>
                  </a:lnTo>
                  <a:lnTo>
                    <a:pt x="374887" y="1049707"/>
                  </a:lnTo>
                  <a:lnTo>
                    <a:pt x="374889" y="1049697"/>
                  </a:lnTo>
                  <a:lnTo>
                    <a:pt x="374891" y="1049687"/>
                  </a:lnTo>
                  <a:lnTo>
                    <a:pt x="374895" y="1049678"/>
                  </a:lnTo>
                  <a:lnTo>
                    <a:pt x="374902" y="1049666"/>
                  </a:lnTo>
                  <a:lnTo>
                    <a:pt x="374908" y="1049657"/>
                  </a:lnTo>
                  <a:lnTo>
                    <a:pt x="374916" y="1049646"/>
                  </a:lnTo>
                  <a:lnTo>
                    <a:pt x="374924" y="1049632"/>
                  </a:lnTo>
                  <a:lnTo>
                    <a:pt x="374931" y="1049622"/>
                  </a:lnTo>
                  <a:lnTo>
                    <a:pt x="374940" y="1049609"/>
                  </a:lnTo>
                  <a:lnTo>
                    <a:pt x="374946" y="1049601"/>
                  </a:lnTo>
                  <a:lnTo>
                    <a:pt x="374953" y="1049591"/>
                  </a:lnTo>
                  <a:lnTo>
                    <a:pt x="374960" y="1049581"/>
                  </a:lnTo>
                  <a:lnTo>
                    <a:pt x="374964" y="1049575"/>
                  </a:lnTo>
                  <a:lnTo>
                    <a:pt x="374966" y="1049570"/>
                  </a:lnTo>
                  <a:lnTo>
                    <a:pt x="374967" y="1049565"/>
                  </a:lnTo>
                  <a:lnTo>
                    <a:pt x="374966" y="1049558"/>
                  </a:lnTo>
                  <a:lnTo>
                    <a:pt x="374964" y="1049548"/>
                  </a:lnTo>
                  <a:lnTo>
                    <a:pt x="374962" y="1049535"/>
                  </a:lnTo>
                  <a:lnTo>
                    <a:pt x="374958" y="1049521"/>
                  </a:lnTo>
                  <a:lnTo>
                    <a:pt x="374955" y="1049509"/>
                  </a:lnTo>
                  <a:lnTo>
                    <a:pt x="374951" y="1049498"/>
                  </a:lnTo>
                  <a:lnTo>
                    <a:pt x="374949" y="1049487"/>
                  </a:lnTo>
                  <a:lnTo>
                    <a:pt x="374946" y="1049478"/>
                  </a:lnTo>
                  <a:lnTo>
                    <a:pt x="374946" y="1049471"/>
                  </a:lnTo>
                  <a:lnTo>
                    <a:pt x="374946" y="1049467"/>
                  </a:lnTo>
                  <a:lnTo>
                    <a:pt x="374948" y="1049462"/>
                  </a:lnTo>
                  <a:lnTo>
                    <a:pt x="374950" y="1049450"/>
                  </a:lnTo>
                  <a:lnTo>
                    <a:pt x="374952" y="1049439"/>
                  </a:lnTo>
                  <a:lnTo>
                    <a:pt x="374956" y="1049427"/>
                  </a:lnTo>
                  <a:lnTo>
                    <a:pt x="374960" y="1049418"/>
                  </a:lnTo>
                  <a:lnTo>
                    <a:pt x="374964" y="1049411"/>
                  </a:lnTo>
                  <a:lnTo>
                    <a:pt x="374966" y="1049406"/>
                  </a:lnTo>
                  <a:lnTo>
                    <a:pt x="374967" y="1049401"/>
                  </a:lnTo>
                  <a:lnTo>
                    <a:pt x="374963" y="1049398"/>
                  </a:lnTo>
                  <a:lnTo>
                    <a:pt x="374952" y="1049396"/>
                  </a:lnTo>
                  <a:lnTo>
                    <a:pt x="374934" y="1049394"/>
                  </a:lnTo>
                  <a:lnTo>
                    <a:pt x="374907" y="1049394"/>
                  </a:lnTo>
                  <a:lnTo>
                    <a:pt x="374880" y="1049393"/>
                  </a:lnTo>
                  <a:lnTo>
                    <a:pt x="374863" y="1049391"/>
                  </a:lnTo>
                  <a:lnTo>
                    <a:pt x="374846" y="1049389"/>
                  </a:lnTo>
                  <a:lnTo>
                    <a:pt x="374825" y="1049386"/>
                  </a:lnTo>
                  <a:lnTo>
                    <a:pt x="374806" y="1049383"/>
                  </a:lnTo>
                  <a:lnTo>
                    <a:pt x="374784" y="1049380"/>
                  </a:lnTo>
                  <a:lnTo>
                    <a:pt x="374763" y="1049378"/>
                  </a:lnTo>
                  <a:lnTo>
                    <a:pt x="374744" y="1049375"/>
                  </a:lnTo>
                  <a:lnTo>
                    <a:pt x="374726" y="1049372"/>
                  </a:lnTo>
                  <a:lnTo>
                    <a:pt x="374708" y="1049368"/>
                  </a:lnTo>
                  <a:lnTo>
                    <a:pt x="374691" y="1049363"/>
                  </a:lnTo>
                  <a:lnTo>
                    <a:pt x="374676" y="1049358"/>
                  </a:lnTo>
                  <a:lnTo>
                    <a:pt x="374658" y="1049351"/>
                  </a:lnTo>
                  <a:lnTo>
                    <a:pt x="374635" y="1049343"/>
                  </a:lnTo>
                  <a:lnTo>
                    <a:pt x="374625" y="1049340"/>
                  </a:lnTo>
                  <a:lnTo>
                    <a:pt x="374599" y="1049333"/>
                  </a:lnTo>
                  <a:lnTo>
                    <a:pt x="374573" y="1049325"/>
                  </a:lnTo>
                  <a:lnTo>
                    <a:pt x="374547" y="1049317"/>
                  </a:lnTo>
                  <a:lnTo>
                    <a:pt x="374521" y="1049311"/>
                  </a:lnTo>
                  <a:lnTo>
                    <a:pt x="374494" y="1049305"/>
                  </a:lnTo>
                  <a:lnTo>
                    <a:pt x="374475" y="1049301"/>
                  </a:lnTo>
                  <a:lnTo>
                    <a:pt x="374460" y="1049300"/>
                  </a:lnTo>
                  <a:lnTo>
                    <a:pt x="374445" y="1049299"/>
                  </a:lnTo>
                  <a:lnTo>
                    <a:pt x="374431" y="1049300"/>
                  </a:lnTo>
                  <a:lnTo>
                    <a:pt x="374416" y="1049301"/>
                  </a:lnTo>
                  <a:lnTo>
                    <a:pt x="374402" y="1049302"/>
                  </a:lnTo>
                  <a:lnTo>
                    <a:pt x="374396" y="1049303"/>
                  </a:lnTo>
                  <a:lnTo>
                    <a:pt x="374382" y="1049306"/>
                  </a:lnTo>
                  <a:lnTo>
                    <a:pt x="374362" y="1049310"/>
                  </a:lnTo>
                  <a:lnTo>
                    <a:pt x="374349" y="1049314"/>
                  </a:lnTo>
                  <a:lnTo>
                    <a:pt x="374331" y="1049319"/>
                  </a:lnTo>
                  <a:lnTo>
                    <a:pt x="374314" y="1049324"/>
                  </a:lnTo>
                  <a:lnTo>
                    <a:pt x="374297" y="1049328"/>
                  </a:lnTo>
                  <a:lnTo>
                    <a:pt x="374287" y="1049332"/>
                  </a:lnTo>
                  <a:lnTo>
                    <a:pt x="374275" y="1049336"/>
                  </a:lnTo>
                  <a:lnTo>
                    <a:pt x="374257" y="1049343"/>
                  </a:lnTo>
                  <a:lnTo>
                    <a:pt x="374238" y="1049351"/>
                  </a:lnTo>
                  <a:lnTo>
                    <a:pt x="374226" y="1049356"/>
                  </a:lnTo>
                  <a:lnTo>
                    <a:pt x="374221" y="1049357"/>
                  </a:lnTo>
                  <a:lnTo>
                    <a:pt x="374216" y="1049354"/>
                  </a:lnTo>
                  <a:lnTo>
                    <a:pt x="374210" y="1049342"/>
                  </a:lnTo>
                  <a:lnTo>
                    <a:pt x="374205" y="1049329"/>
                  </a:lnTo>
                  <a:lnTo>
                    <a:pt x="374199" y="1049313"/>
                  </a:lnTo>
                  <a:lnTo>
                    <a:pt x="374196" y="1049302"/>
                  </a:lnTo>
                  <a:lnTo>
                    <a:pt x="374193" y="1049288"/>
                  </a:lnTo>
                  <a:lnTo>
                    <a:pt x="374190" y="1049271"/>
                  </a:lnTo>
                  <a:lnTo>
                    <a:pt x="374189" y="1049262"/>
                  </a:lnTo>
                  <a:lnTo>
                    <a:pt x="374187" y="1049252"/>
                  </a:lnTo>
                  <a:lnTo>
                    <a:pt x="374185" y="1049243"/>
                  </a:lnTo>
                  <a:lnTo>
                    <a:pt x="374182" y="1049232"/>
                  </a:lnTo>
                  <a:lnTo>
                    <a:pt x="374178" y="1049221"/>
                  </a:lnTo>
                  <a:lnTo>
                    <a:pt x="374173" y="1049209"/>
                  </a:lnTo>
                  <a:lnTo>
                    <a:pt x="374167" y="1049197"/>
                  </a:lnTo>
                  <a:lnTo>
                    <a:pt x="374159" y="1049184"/>
                  </a:lnTo>
                  <a:lnTo>
                    <a:pt x="374153" y="1049170"/>
                  </a:lnTo>
                  <a:lnTo>
                    <a:pt x="374150" y="1049159"/>
                  </a:lnTo>
                  <a:lnTo>
                    <a:pt x="374147" y="1049149"/>
                  </a:lnTo>
                  <a:lnTo>
                    <a:pt x="374144" y="1049134"/>
                  </a:lnTo>
                  <a:lnTo>
                    <a:pt x="374141" y="1049131"/>
                  </a:lnTo>
                  <a:lnTo>
                    <a:pt x="374134" y="1049136"/>
                  </a:lnTo>
                  <a:lnTo>
                    <a:pt x="374129" y="1049140"/>
                  </a:lnTo>
                  <a:lnTo>
                    <a:pt x="374123" y="1049143"/>
                  </a:lnTo>
                  <a:lnTo>
                    <a:pt x="374114" y="1049146"/>
                  </a:lnTo>
                  <a:lnTo>
                    <a:pt x="374100" y="1049150"/>
                  </a:lnTo>
                  <a:lnTo>
                    <a:pt x="374083" y="1049155"/>
                  </a:lnTo>
                  <a:lnTo>
                    <a:pt x="374073" y="1049157"/>
                  </a:lnTo>
                  <a:lnTo>
                    <a:pt x="374054" y="1049160"/>
                  </a:lnTo>
                  <a:lnTo>
                    <a:pt x="374048" y="1049162"/>
                  </a:lnTo>
                  <a:lnTo>
                    <a:pt x="374041" y="1049165"/>
                  </a:lnTo>
                  <a:lnTo>
                    <a:pt x="374031" y="1049171"/>
                  </a:lnTo>
                  <a:lnTo>
                    <a:pt x="374022" y="1049177"/>
                  </a:lnTo>
                  <a:lnTo>
                    <a:pt x="374010" y="1049185"/>
                  </a:lnTo>
                  <a:lnTo>
                    <a:pt x="373998" y="1049194"/>
                  </a:lnTo>
                  <a:lnTo>
                    <a:pt x="373989" y="1049200"/>
                  </a:lnTo>
                  <a:lnTo>
                    <a:pt x="373980" y="1049207"/>
                  </a:lnTo>
                  <a:lnTo>
                    <a:pt x="373970" y="1049215"/>
                  </a:lnTo>
                  <a:lnTo>
                    <a:pt x="373961" y="1049224"/>
                  </a:lnTo>
                  <a:lnTo>
                    <a:pt x="373954" y="1049230"/>
                  </a:lnTo>
                  <a:lnTo>
                    <a:pt x="373941" y="1049244"/>
                  </a:lnTo>
                  <a:lnTo>
                    <a:pt x="373933" y="1049253"/>
                  </a:lnTo>
                  <a:lnTo>
                    <a:pt x="373925" y="1049261"/>
                  </a:lnTo>
                  <a:lnTo>
                    <a:pt x="373920" y="1049266"/>
                  </a:lnTo>
                  <a:lnTo>
                    <a:pt x="373915" y="1049269"/>
                  </a:lnTo>
                  <a:lnTo>
                    <a:pt x="373904" y="1049269"/>
                  </a:lnTo>
                  <a:lnTo>
                    <a:pt x="373895" y="1049267"/>
                  </a:lnTo>
                  <a:lnTo>
                    <a:pt x="373880" y="1049263"/>
                  </a:lnTo>
                  <a:lnTo>
                    <a:pt x="373861" y="1049258"/>
                  </a:lnTo>
                  <a:lnTo>
                    <a:pt x="373846" y="1049253"/>
                  </a:lnTo>
                  <a:lnTo>
                    <a:pt x="373832" y="1049248"/>
                  </a:lnTo>
                  <a:lnTo>
                    <a:pt x="373819" y="1049243"/>
                  </a:lnTo>
                  <a:lnTo>
                    <a:pt x="373812" y="1049242"/>
                  </a:lnTo>
                  <a:lnTo>
                    <a:pt x="373806" y="1049243"/>
                  </a:lnTo>
                  <a:lnTo>
                    <a:pt x="373798" y="1049250"/>
                  </a:lnTo>
                  <a:lnTo>
                    <a:pt x="373791" y="1049259"/>
                  </a:lnTo>
                  <a:lnTo>
                    <a:pt x="373785" y="1049268"/>
                  </a:lnTo>
                  <a:lnTo>
                    <a:pt x="373777" y="1049280"/>
                  </a:lnTo>
                  <a:lnTo>
                    <a:pt x="373770" y="1049291"/>
                  </a:lnTo>
                  <a:lnTo>
                    <a:pt x="373763" y="1049301"/>
                  </a:lnTo>
                  <a:lnTo>
                    <a:pt x="373755" y="1049312"/>
                  </a:lnTo>
                  <a:lnTo>
                    <a:pt x="373743" y="1049327"/>
                  </a:lnTo>
                  <a:lnTo>
                    <a:pt x="373733" y="1049339"/>
                  </a:lnTo>
                  <a:lnTo>
                    <a:pt x="373729" y="1049347"/>
                  </a:lnTo>
                  <a:lnTo>
                    <a:pt x="373726" y="1049352"/>
                  </a:lnTo>
                  <a:lnTo>
                    <a:pt x="373726" y="1049358"/>
                  </a:lnTo>
                  <a:lnTo>
                    <a:pt x="373727" y="1049365"/>
                  </a:lnTo>
                  <a:lnTo>
                    <a:pt x="373729" y="1049373"/>
                  </a:lnTo>
                  <a:lnTo>
                    <a:pt x="373733" y="1049382"/>
                  </a:lnTo>
                  <a:lnTo>
                    <a:pt x="373737" y="1049388"/>
                  </a:lnTo>
                  <a:lnTo>
                    <a:pt x="373746" y="1049399"/>
                  </a:lnTo>
                  <a:lnTo>
                    <a:pt x="373759" y="1049418"/>
                  </a:lnTo>
                  <a:lnTo>
                    <a:pt x="373765" y="1049429"/>
                  </a:lnTo>
                  <a:lnTo>
                    <a:pt x="373772" y="1049442"/>
                  </a:lnTo>
                  <a:lnTo>
                    <a:pt x="373777" y="1049452"/>
                  </a:lnTo>
                  <a:lnTo>
                    <a:pt x="373784" y="1049468"/>
                  </a:lnTo>
                  <a:lnTo>
                    <a:pt x="373787" y="1049476"/>
                  </a:lnTo>
                  <a:lnTo>
                    <a:pt x="373790" y="1049487"/>
                  </a:lnTo>
                  <a:lnTo>
                    <a:pt x="373791" y="1049496"/>
                  </a:lnTo>
                  <a:lnTo>
                    <a:pt x="373793" y="1049514"/>
                  </a:lnTo>
                  <a:lnTo>
                    <a:pt x="373794" y="1049528"/>
                  </a:lnTo>
                  <a:lnTo>
                    <a:pt x="373796" y="1049542"/>
                  </a:lnTo>
                  <a:lnTo>
                    <a:pt x="373797" y="1049556"/>
                  </a:lnTo>
                  <a:lnTo>
                    <a:pt x="373799" y="1049569"/>
                  </a:lnTo>
                  <a:lnTo>
                    <a:pt x="373801" y="1049579"/>
                  </a:lnTo>
                  <a:lnTo>
                    <a:pt x="373804" y="1049589"/>
                  </a:lnTo>
                  <a:lnTo>
                    <a:pt x="373809" y="1049601"/>
                  </a:lnTo>
                  <a:lnTo>
                    <a:pt x="373810" y="1049607"/>
                  </a:lnTo>
                  <a:lnTo>
                    <a:pt x="373811" y="1049614"/>
                  </a:lnTo>
                  <a:lnTo>
                    <a:pt x="373810" y="1049623"/>
                  </a:lnTo>
                  <a:lnTo>
                    <a:pt x="373808" y="1049632"/>
                  </a:lnTo>
                  <a:lnTo>
                    <a:pt x="373803" y="1049645"/>
                  </a:lnTo>
                  <a:lnTo>
                    <a:pt x="373800" y="1049654"/>
                  </a:lnTo>
                  <a:lnTo>
                    <a:pt x="373796" y="1049665"/>
                  </a:lnTo>
                  <a:lnTo>
                    <a:pt x="373793" y="1049674"/>
                  </a:lnTo>
                  <a:lnTo>
                    <a:pt x="373792" y="1049683"/>
                  </a:lnTo>
                  <a:lnTo>
                    <a:pt x="373791" y="1049695"/>
                  </a:lnTo>
                  <a:lnTo>
                    <a:pt x="373791" y="1049706"/>
                  </a:lnTo>
                  <a:lnTo>
                    <a:pt x="373793" y="1049724"/>
                  </a:lnTo>
                  <a:lnTo>
                    <a:pt x="373794" y="1049740"/>
                  </a:lnTo>
                  <a:lnTo>
                    <a:pt x="373795" y="1049746"/>
                  </a:lnTo>
                  <a:lnTo>
                    <a:pt x="373793" y="1049753"/>
                  </a:lnTo>
                  <a:lnTo>
                    <a:pt x="373788" y="1049759"/>
                  </a:lnTo>
                  <a:lnTo>
                    <a:pt x="373782" y="1049764"/>
                  </a:lnTo>
                  <a:lnTo>
                    <a:pt x="373773" y="1049770"/>
                  </a:lnTo>
                  <a:lnTo>
                    <a:pt x="373759" y="1049777"/>
                  </a:lnTo>
                  <a:lnTo>
                    <a:pt x="373745" y="1049784"/>
                  </a:lnTo>
                  <a:lnTo>
                    <a:pt x="373731" y="1049791"/>
                  </a:lnTo>
                  <a:lnTo>
                    <a:pt x="373715" y="1049799"/>
                  </a:lnTo>
                  <a:lnTo>
                    <a:pt x="373695" y="1049809"/>
                  </a:lnTo>
                  <a:lnTo>
                    <a:pt x="373680" y="1049817"/>
                  </a:lnTo>
                  <a:lnTo>
                    <a:pt x="373671" y="1049823"/>
                  </a:lnTo>
                  <a:lnTo>
                    <a:pt x="373661" y="1049830"/>
                  </a:lnTo>
                  <a:lnTo>
                    <a:pt x="373647" y="1049840"/>
                  </a:lnTo>
                  <a:lnTo>
                    <a:pt x="373636" y="1049848"/>
                  </a:lnTo>
                  <a:lnTo>
                    <a:pt x="373626" y="1049855"/>
                  </a:lnTo>
                  <a:lnTo>
                    <a:pt x="373613" y="1049864"/>
                  </a:lnTo>
                  <a:lnTo>
                    <a:pt x="373601" y="1049871"/>
                  </a:lnTo>
                  <a:lnTo>
                    <a:pt x="373590" y="1049877"/>
                  </a:lnTo>
                  <a:lnTo>
                    <a:pt x="373576" y="1049883"/>
                  </a:lnTo>
                  <a:lnTo>
                    <a:pt x="373565" y="1049887"/>
                  </a:lnTo>
                  <a:lnTo>
                    <a:pt x="373549" y="1049893"/>
                  </a:lnTo>
                  <a:lnTo>
                    <a:pt x="373535" y="1049898"/>
                  </a:lnTo>
                  <a:lnTo>
                    <a:pt x="373527" y="1049902"/>
                  </a:lnTo>
                  <a:lnTo>
                    <a:pt x="373520" y="1049906"/>
                  </a:lnTo>
                  <a:lnTo>
                    <a:pt x="373514" y="1049912"/>
                  </a:lnTo>
                  <a:lnTo>
                    <a:pt x="373509" y="1049919"/>
                  </a:lnTo>
                  <a:lnTo>
                    <a:pt x="373501" y="1049927"/>
                  </a:lnTo>
                  <a:lnTo>
                    <a:pt x="373496" y="1049931"/>
                  </a:lnTo>
                  <a:lnTo>
                    <a:pt x="373488" y="1049936"/>
                  </a:lnTo>
                  <a:lnTo>
                    <a:pt x="373479" y="1049940"/>
                  </a:lnTo>
                  <a:lnTo>
                    <a:pt x="373468" y="1049944"/>
                  </a:lnTo>
                  <a:lnTo>
                    <a:pt x="373455" y="1049948"/>
                  </a:lnTo>
                  <a:lnTo>
                    <a:pt x="373437" y="1049953"/>
                  </a:lnTo>
                  <a:lnTo>
                    <a:pt x="373417" y="1049958"/>
                  </a:lnTo>
                  <a:lnTo>
                    <a:pt x="373402" y="1049962"/>
                  </a:lnTo>
                  <a:lnTo>
                    <a:pt x="373389" y="1049964"/>
                  </a:lnTo>
                  <a:lnTo>
                    <a:pt x="373374" y="1049966"/>
                  </a:lnTo>
                  <a:lnTo>
                    <a:pt x="373350" y="1049965"/>
                  </a:lnTo>
                  <a:lnTo>
                    <a:pt x="373333" y="1049964"/>
                  </a:lnTo>
                  <a:lnTo>
                    <a:pt x="373318" y="1049962"/>
                  </a:lnTo>
                  <a:lnTo>
                    <a:pt x="373305" y="1049960"/>
                  </a:lnTo>
                  <a:lnTo>
                    <a:pt x="373293" y="1049957"/>
                  </a:lnTo>
                  <a:lnTo>
                    <a:pt x="373276" y="1049952"/>
                  </a:lnTo>
                  <a:lnTo>
                    <a:pt x="373261" y="1049949"/>
                  </a:lnTo>
                  <a:lnTo>
                    <a:pt x="373248" y="1049945"/>
                  </a:lnTo>
                  <a:lnTo>
                    <a:pt x="373238" y="1049941"/>
                  </a:lnTo>
                  <a:lnTo>
                    <a:pt x="373228" y="1049937"/>
                  </a:lnTo>
                  <a:lnTo>
                    <a:pt x="373222" y="1049933"/>
                  </a:lnTo>
                  <a:lnTo>
                    <a:pt x="373211" y="1049923"/>
                  </a:lnTo>
                  <a:lnTo>
                    <a:pt x="373199" y="1049913"/>
                  </a:lnTo>
                  <a:lnTo>
                    <a:pt x="373183" y="1049900"/>
                  </a:lnTo>
                  <a:lnTo>
                    <a:pt x="373165" y="1049885"/>
                  </a:lnTo>
                  <a:lnTo>
                    <a:pt x="373156" y="1049877"/>
                  </a:lnTo>
                  <a:lnTo>
                    <a:pt x="373146" y="1049871"/>
                  </a:lnTo>
                  <a:lnTo>
                    <a:pt x="373138" y="1049867"/>
                  </a:lnTo>
                  <a:lnTo>
                    <a:pt x="373126" y="1049862"/>
                  </a:lnTo>
                  <a:lnTo>
                    <a:pt x="373114" y="1049857"/>
                  </a:lnTo>
                  <a:lnTo>
                    <a:pt x="373105" y="1049852"/>
                  </a:lnTo>
                  <a:lnTo>
                    <a:pt x="373095" y="1049845"/>
                  </a:lnTo>
                  <a:lnTo>
                    <a:pt x="373084" y="1049838"/>
                  </a:lnTo>
                  <a:lnTo>
                    <a:pt x="373070" y="1049831"/>
                  </a:lnTo>
                  <a:lnTo>
                    <a:pt x="373051" y="1049823"/>
                  </a:lnTo>
                  <a:lnTo>
                    <a:pt x="373031" y="1049815"/>
                  </a:lnTo>
                  <a:lnTo>
                    <a:pt x="373016" y="1049811"/>
                  </a:lnTo>
                  <a:lnTo>
                    <a:pt x="373005" y="1049809"/>
                  </a:lnTo>
                  <a:lnTo>
                    <a:pt x="372992" y="1049807"/>
                  </a:lnTo>
                  <a:lnTo>
                    <a:pt x="372980" y="1049807"/>
                  </a:lnTo>
                  <a:lnTo>
                    <a:pt x="372969" y="1049809"/>
                  </a:lnTo>
                  <a:lnTo>
                    <a:pt x="372958" y="1049812"/>
                  </a:lnTo>
                  <a:lnTo>
                    <a:pt x="372943" y="1049816"/>
                  </a:lnTo>
                  <a:lnTo>
                    <a:pt x="372934" y="1049819"/>
                  </a:lnTo>
                  <a:lnTo>
                    <a:pt x="372925" y="1049823"/>
                  </a:lnTo>
                  <a:lnTo>
                    <a:pt x="372915" y="1049829"/>
                  </a:lnTo>
                  <a:lnTo>
                    <a:pt x="372901" y="1049838"/>
                  </a:lnTo>
                  <a:lnTo>
                    <a:pt x="372882" y="1049852"/>
                  </a:lnTo>
                  <a:lnTo>
                    <a:pt x="372868" y="1049863"/>
                  </a:lnTo>
                  <a:lnTo>
                    <a:pt x="372861" y="1049867"/>
                  </a:lnTo>
                  <a:lnTo>
                    <a:pt x="372856" y="1049870"/>
                  </a:lnTo>
                  <a:lnTo>
                    <a:pt x="372849" y="1049870"/>
                  </a:lnTo>
                  <a:lnTo>
                    <a:pt x="372844" y="1049869"/>
                  </a:lnTo>
                  <a:lnTo>
                    <a:pt x="372835" y="1049864"/>
                  </a:lnTo>
                  <a:lnTo>
                    <a:pt x="372813" y="1049851"/>
                  </a:lnTo>
                  <a:lnTo>
                    <a:pt x="372805" y="1049846"/>
                  </a:lnTo>
                  <a:lnTo>
                    <a:pt x="372792" y="1049837"/>
                  </a:lnTo>
                  <a:lnTo>
                    <a:pt x="372779" y="1049828"/>
                  </a:lnTo>
                  <a:lnTo>
                    <a:pt x="372769" y="1049822"/>
                  </a:lnTo>
                  <a:lnTo>
                    <a:pt x="372756" y="1049815"/>
                  </a:lnTo>
                  <a:lnTo>
                    <a:pt x="372730" y="1049803"/>
                  </a:lnTo>
                  <a:lnTo>
                    <a:pt x="372712" y="1049796"/>
                  </a:lnTo>
                  <a:lnTo>
                    <a:pt x="372697" y="1049789"/>
                  </a:lnTo>
                  <a:lnTo>
                    <a:pt x="372681" y="1049783"/>
                  </a:lnTo>
                  <a:lnTo>
                    <a:pt x="372674" y="1049779"/>
                  </a:lnTo>
                  <a:lnTo>
                    <a:pt x="372670" y="1049776"/>
                  </a:lnTo>
                  <a:lnTo>
                    <a:pt x="372665" y="1049771"/>
                  </a:lnTo>
                  <a:lnTo>
                    <a:pt x="372663" y="1049765"/>
                  </a:lnTo>
                  <a:lnTo>
                    <a:pt x="372663" y="1049756"/>
                  </a:lnTo>
                  <a:lnTo>
                    <a:pt x="372664" y="1049745"/>
                  </a:lnTo>
                  <a:lnTo>
                    <a:pt x="372666" y="1049735"/>
                  </a:lnTo>
                  <a:lnTo>
                    <a:pt x="372672" y="1049714"/>
                  </a:lnTo>
                  <a:lnTo>
                    <a:pt x="372676" y="1049694"/>
                  </a:lnTo>
                  <a:lnTo>
                    <a:pt x="372681" y="1049677"/>
                  </a:lnTo>
                  <a:lnTo>
                    <a:pt x="372687" y="1049657"/>
                  </a:lnTo>
                  <a:lnTo>
                    <a:pt x="372690" y="1049644"/>
                  </a:lnTo>
                  <a:lnTo>
                    <a:pt x="372695" y="1049628"/>
                  </a:lnTo>
                  <a:lnTo>
                    <a:pt x="372700" y="1049616"/>
                  </a:lnTo>
                  <a:lnTo>
                    <a:pt x="372707" y="1049604"/>
                  </a:lnTo>
                  <a:lnTo>
                    <a:pt x="372709" y="1049596"/>
                  </a:lnTo>
                  <a:lnTo>
                    <a:pt x="372710" y="1049592"/>
                  </a:lnTo>
                  <a:lnTo>
                    <a:pt x="372710" y="1049582"/>
                  </a:lnTo>
                  <a:lnTo>
                    <a:pt x="372710" y="1049569"/>
                  </a:lnTo>
                  <a:lnTo>
                    <a:pt x="372709" y="1049559"/>
                  </a:lnTo>
                  <a:lnTo>
                    <a:pt x="372707" y="1049548"/>
                  </a:lnTo>
                  <a:lnTo>
                    <a:pt x="372705" y="1049535"/>
                  </a:lnTo>
                  <a:lnTo>
                    <a:pt x="372704" y="1049527"/>
                  </a:lnTo>
                  <a:lnTo>
                    <a:pt x="372701" y="1049517"/>
                  </a:lnTo>
                  <a:lnTo>
                    <a:pt x="372696" y="1049504"/>
                  </a:lnTo>
                  <a:lnTo>
                    <a:pt x="372695" y="1049498"/>
                  </a:lnTo>
                  <a:lnTo>
                    <a:pt x="372698" y="1049489"/>
                  </a:lnTo>
                  <a:lnTo>
                    <a:pt x="372701" y="1049484"/>
                  </a:lnTo>
                  <a:lnTo>
                    <a:pt x="372706" y="1049477"/>
                  </a:lnTo>
                  <a:lnTo>
                    <a:pt x="372716" y="1049466"/>
                  </a:lnTo>
                  <a:lnTo>
                    <a:pt x="372721" y="1049459"/>
                  </a:lnTo>
                  <a:lnTo>
                    <a:pt x="372727" y="1049448"/>
                  </a:lnTo>
                  <a:lnTo>
                    <a:pt x="372732" y="1049434"/>
                  </a:lnTo>
                  <a:lnTo>
                    <a:pt x="372736" y="1049422"/>
                  </a:lnTo>
                  <a:lnTo>
                    <a:pt x="372739" y="1049409"/>
                  </a:lnTo>
                  <a:lnTo>
                    <a:pt x="372744" y="1049395"/>
                  </a:lnTo>
                  <a:lnTo>
                    <a:pt x="372748" y="1049385"/>
                  </a:lnTo>
                  <a:lnTo>
                    <a:pt x="372751" y="1049376"/>
                  </a:lnTo>
                  <a:lnTo>
                    <a:pt x="372756" y="1049368"/>
                  </a:lnTo>
                  <a:lnTo>
                    <a:pt x="372770" y="1049347"/>
                  </a:lnTo>
                  <a:lnTo>
                    <a:pt x="372778" y="1049334"/>
                  </a:lnTo>
                  <a:lnTo>
                    <a:pt x="372784" y="1049322"/>
                  </a:lnTo>
                  <a:lnTo>
                    <a:pt x="372792" y="1049307"/>
                  </a:lnTo>
                  <a:lnTo>
                    <a:pt x="372797" y="1049298"/>
                  </a:lnTo>
                  <a:lnTo>
                    <a:pt x="372802" y="1049290"/>
                  </a:lnTo>
                  <a:lnTo>
                    <a:pt x="372810" y="1049279"/>
                  </a:lnTo>
                  <a:lnTo>
                    <a:pt x="372818" y="1049269"/>
                  </a:lnTo>
                  <a:lnTo>
                    <a:pt x="372828" y="1049258"/>
                  </a:lnTo>
                  <a:lnTo>
                    <a:pt x="372833" y="1049249"/>
                  </a:lnTo>
                  <a:lnTo>
                    <a:pt x="372839" y="1049241"/>
                  </a:lnTo>
                  <a:lnTo>
                    <a:pt x="372844" y="1049234"/>
                  </a:lnTo>
                  <a:lnTo>
                    <a:pt x="372848" y="1049225"/>
                  </a:lnTo>
                  <a:lnTo>
                    <a:pt x="372851" y="1049218"/>
                  </a:lnTo>
                  <a:lnTo>
                    <a:pt x="372856" y="1049202"/>
                  </a:lnTo>
                  <a:lnTo>
                    <a:pt x="372857" y="1049195"/>
                  </a:lnTo>
                  <a:lnTo>
                    <a:pt x="372859" y="1049188"/>
                  </a:lnTo>
                  <a:lnTo>
                    <a:pt x="372860" y="1049181"/>
                  </a:lnTo>
                  <a:lnTo>
                    <a:pt x="372861" y="1049168"/>
                  </a:lnTo>
                  <a:lnTo>
                    <a:pt x="372862" y="1049154"/>
                  </a:lnTo>
                  <a:lnTo>
                    <a:pt x="372862" y="1049138"/>
                  </a:lnTo>
                  <a:lnTo>
                    <a:pt x="372862" y="1049125"/>
                  </a:lnTo>
                  <a:lnTo>
                    <a:pt x="372861" y="1049116"/>
                  </a:lnTo>
                  <a:lnTo>
                    <a:pt x="372860" y="1049109"/>
                  </a:lnTo>
                  <a:lnTo>
                    <a:pt x="372858" y="1049101"/>
                  </a:lnTo>
                  <a:lnTo>
                    <a:pt x="372854" y="1049092"/>
                  </a:lnTo>
                  <a:lnTo>
                    <a:pt x="372851" y="1049085"/>
                  </a:lnTo>
                  <a:lnTo>
                    <a:pt x="372848" y="1049079"/>
                  </a:lnTo>
                  <a:lnTo>
                    <a:pt x="372841" y="1049069"/>
                  </a:lnTo>
                  <a:lnTo>
                    <a:pt x="372839" y="1049062"/>
                  </a:lnTo>
                  <a:lnTo>
                    <a:pt x="372840" y="1049054"/>
                  </a:lnTo>
                  <a:lnTo>
                    <a:pt x="372842" y="1049048"/>
                  </a:lnTo>
                  <a:lnTo>
                    <a:pt x="372849" y="1049037"/>
                  </a:lnTo>
                  <a:lnTo>
                    <a:pt x="372857" y="1049023"/>
                  </a:lnTo>
                  <a:lnTo>
                    <a:pt x="372867" y="1049009"/>
                  </a:lnTo>
                  <a:lnTo>
                    <a:pt x="372880" y="1048992"/>
                  </a:lnTo>
                  <a:lnTo>
                    <a:pt x="372890" y="1048980"/>
                  </a:lnTo>
                  <a:lnTo>
                    <a:pt x="372900" y="1048965"/>
                  </a:lnTo>
                  <a:lnTo>
                    <a:pt x="372910" y="1048949"/>
                  </a:lnTo>
                  <a:lnTo>
                    <a:pt x="372915" y="1048941"/>
                  </a:lnTo>
                  <a:lnTo>
                    <a:pt x="372919" y="1048932"/>
                  </a:lnTo>
                  <a:lnTo>
                    <a:pt x="372924" y="1048921"/>
                  </a:lnTo>
                  <a:lnTo>
                    <a:pt x="372925" y="1048915"/>
                  </a:lnTo>
                  <a:lnTo>
                    <a:pt x="372924" y="1048910"/>
                  </a:lnTo>
                  <a:lnTo>
                    <a:pt x="372918" y="1048904"/>
                  </a:lnTo>
                  <a:lnTo>
                    <a:pt x="372906" y="1048896"/>
                  </a:lnTo>
                  <a:lnTo>
                    <a:pt x="372899" y="1048891"/>
                  </a:lnTo>
                  <a:lnTo>
                    <a:pt x="372890" y="1048883"/>
                  </a:lnTo>
                  <a:lnTo>
                    <a:pt x="372871" y="1048870"/>
                  </a:lnTo>
                  <a:lnTo>
                    <a:pt x="372862" y="1048864"/>
                  </a:lnTo>
                  <a:lnTo>
                    <a:pt x="372843" y="1048853"/>
                  </a:lnTo>
                  <a:lnTo>
                    <a:pt x="372837" y="1048849"/>
                  </a:lnTo>
                  <a:lnTo>
                    <a:pt x="372809" y="1048830"/>
                  </a:lnTo>
                  <a:lnTo>
                    <a:pt x="372788" y="1048820"/>
                  </a:lnTo>
                  <a:lnTo>
                    <a:pt x="372769" y="1048808"/>
                  </a:lnTo>
                  <a:lnTo>
                    <a:pt x="372748" y="1048798"/>
                  </a:lnTo>
                  <a:lnTo>
                    <a:pt x="372728" y="1048788"/>
                  </a:lnTo>
                  <a:lnTo>
                    <a:pt x="372688" y="1048766"/>
                  </a:lnTo>
                  <a:lnTo>
                    <a:pt x="372672" y="1048757"/>
                  </a:lnTo>
                  <a:lnTo>
                    <a:pt x="372648" y="1048746"/>
                  </a:lnTo>
                  <a:lnTo>
                    <a:pt x="372631" y="1048737"/>
                  </a:lnTo>
                  <a:lnTo>
                    <a:pt x="372607" y="1048726"/>
                  </a:lnTo>
                  <a:lnTo>
                    <a:pt x="372588" y="1048716"/>
                  </a:lnTo>
                  <a:lnTo>
                    <a:pt x="372568" y="1048706"/>
                  </a:lnTo>
                  <a:lnTo>
                    <a:pt x="372542" y="1048693"/>
                  </a:lnTo>
                  <a:lnTo>
                    <a:pt x="372514" y="1048679"/>
                  </a:lnTo>
                  <a:lnTo>
                    <a:pt x="372495" y="1048668"/>
                  </a:lnTo>
                  <a:lnTo>
                    <a:pt x="372461" y="1048651"/>
                  </a:lnTo>
                  <a:lnTo>
                    <a:pt x="372432" y="1048635"/>
                  </a:lnTo>
                  <a:lnTo>
                    <a:pt x="372409" y="1048622"/>
                  </a:lnTo>
                  <a:lnTo>
                    <a:pt x="372390" y="1048612"/>
                  </a:lnTo>
                  <a:lnTo>
                    <a:pt x="372370" y="1048602"/>
                  </a:lnTo>
                  <a:lnTo>
                    <a:pt x="372354" y="1048595"/>
                  </a:lnTo>
                  <a:lnTo>
                    <a:pt x="372340" y="1048589"/>
                  </a:lnTo>
                  <a:lnTo>
                    <a:pt x="372330" y="1048586"/>
                  </a:lnTo>
                  <a:lnTo>
                    <a:pt x="372322" y="1048585"/>
                  </a:lnTo>
                  <a:lnTo>
                    <a:pt x="372311" y="1048584"/>
                  </a:lnTo>
                  <a:lnTo>
                    <a:pt x="372304" y="1048586"/>
                  </a:lnTo>
                  <a:lnTo>
                    <a:pt x="372295" y="1048588"/>
                  </a:lnTo>
                  <a:lnTo>
                    <a:pt x="372274" y="1048593"/>
                  </a:lnTo>
                  <a:lnTo>
                    <a:pt x="372254" y="1048597"/>
                  </a:lnTo>
                  <a:lnTo>
                    <a:pt x="372238" y="1048601"/>
                  </a:lnTo>
                  <a:lnTo>
                    <a:pt x="372218" y="1048607"/>
                  </a:lnTo>
                  <a:lnTo>
                    <a:pt x="372208" y="1048611"/>
                  </a:lnTo>
                  <a:lnTo>
                    <a:pt x="372190" y="1048617"/>
                  </a:lnTo>
                  <a:lnTo>
                    <a:pt x="372167" y="1048623"/>
                  </a:lnTo>
                  <a:lnTo>
                    <a:pt x="372151" y="1048628"/>
                  </a:lnTo>
                  <a:lnTo>
                    <a:pt x="372141" y="1048630"/>
                  </a:lnTo>
                  <a:lnTo>
                    <a:pt x="372135" y="1048631"/>
                  </a:lnTo>
                  <a:lnTo>
                    <a:pt x="372129" y="1048630"/>
                  </a:lnTo>
                  <a:lnTo>
                    <a:pt x="372118" y="1048627"/>
                  </a:lnTo>
                  <a:lnTo>
                    <a:pt x="372106" y="1048621"/>
                  </a:lnTo>
                  <a:lnTo>
                    <a:pt x="372090" y="1048613"/>
                  </a:lnTo>
                  <a:lnTo>
                    <a:pt x="372075" y="1048602"/>
                  </a:lnTo>
                  <a:lnTo>
                    <a:pt x="372062" y="1048591"/>
                  </a:lnTo>
                  <a:lnTo>
                    <a:pt x="372050" y="1048578"/>
                  </a:lnTo>
                  <a:lnTo>
                    <a:pt x="372029" y="1048555"/>
                  </a:lnTo>
                  <a:lnTo>
                    <a:pt x="372016" y="1048540"/>
                  </a:lnTo>
                  <a:lnTo>
                    <a:pt x="372012" y="1048538"/>
                  </a:lnTo>
                  <a:lnTo>
                    <a:pt x="372008" y="1048537"/>
                  </a:lnTo>
                  <a:lnTo>
                    <a:pt x="372003" y="1048540"/>
                  </a:lnTo>
                  <a:lnTo>
                    <a:pt x="371987" y="1048551"/>
                  </a:lnTo>
                  <a:lnTo>
                    <a:pt x="371971" y="1048562"/>
                  </a:lnTo>
                  <a:lnTo>
                    <a:pt x="371947" y="1048573"/>
                  </a:lnTo>
                  <a:lnTo>
                    <a:pt x="371920" y="1048586"/>
                  </a:lnTo>
                  <a:lnTo>
                    <a:pt x="371902" y="1048598"/>
                  </a:lnTo>
                  <a:lnTo>
                    <a:pt x="371881" y="1048607"/>
                  </a:lnTo>
                  <a:lnTo>
                    <a:pt x="371852" y="1048618"/>
                  </a:lnTo>
                  <a:lnTo>
                    <a:pt x="371838" y="1048623"/>
                  </a:lnTo>
                  <a:lnTo>
                    <a:pt x="371823" y="1048628"/>
                  </a:lnTo>
                  <a:lnTo>
                    <a:pt x="371812" y="1048632"/>
                  </a:lnTo>
                  <a:lnTo>
                    <a:pt x="371804" y="1048635"/>
                  </a:lnTo>
                  <a:lnTo>
                    <a:pt x="371789" y="1048643"/>
                  </a:lnTo>
                  <a:lnTo>
                    <a:pt x="371778" y="1048650"/>
                  </a:lnTo>
                  <a:lnTo>
                    <a:pt x="371770" y="1048656"/>
                  </a:lnTo>
                  <a:lnTo>
                    <a:pt x="371755" y="1048669"/>
                  </a:lnTo>
                  <a:lnTo>
                    <a:pt x="371743" y="1048681"/>
                  </a:lnTo>
                  <a:lnTo>
                    <a:pt x="371726" y="1048700"/>
                  </a:lnTo>
                  <a:lnTo>
                    <a:pt x="371714" y="1048713"/>
                  </a:lnTo>
                  <a:lnTo>
                    <a:pt x="371699" y="1048730"/>
                  </a:lnTo>
                  <a:lnTo>
                    <a:pt x="371688" y="1048741"/>
                  </a:lnTo>
                  <a:lnTo>
                    <a:pt x="371677" y="1048753"/>
                  </a:lnTo>
                  <a:lnTo>
                    <a:pt x="371663" y="1048770"/>
                  </a:lnTo>
                  <a:lnTo>
                    <a:pt x="371654" y="1048781"/>
                  </a:lnTo>
                  <a:lnTo>
                    <a:pt x="371645" y="1048792"/>
                  </a:lnTo>
                  <a:lnTo>
                    <a:pt x="371636" y="1048802"/>
                  </a:lnTo>
                  <a:lnTo>
                    <a:pt x="371629" y="1048808"/>
                  </a:lnTo>
                  <a:lnTo>
                    <a:pt x="371623" y="1048812"/>
                  </a:lnTo>
                  <a:lnTo>
                    <a:pt x="371618" y="1048815"/>
                  </a:lnTo>
                  <a:lnTo>
                    <a:pt x="371612" y="1048816"/>
                  </a:lnTo>
                  <a:lnTo>
                    <a:pt x="371606" y="1048815"/>
                  </a:lnTo>
                  <a:lnTo>
                    <a:pt x="371601" y="1048812"/>
                  </a:lnTo>
                  <a:lnTo>
                    <a:pt x="371592" y="1048807"/>
                  </a:lnTo>
                  <a:lnTo>
                    <a:pt x="371579" y="1048796"/>
                  </a:lnTo>
                  <a:lnTo>
                    <a:pt x="371571" y="1048787"/>
                  </a:lnTo>
                  <a:lnTo>
                    <a:pt x="371558" y="1048773"/>
                  </a:lnTo>
                  <a:lnTo>
                    <a:pt x="371548" y="1048761"/>
                  </a:lnTo>
                  <a:lnTo>
                    <a:pt x="371537" y="1048749"/>
                  </a:lnTo>
                  <a:lnTo>
                    <a:pt x="371532" y="1048744"/>
                  </a:lnTo>
                  <a:lnTo>
                    <a:pt x="371526" y="1048738"/>
                  </a:lnTo>
                  <a:lnTo>
                    <a:pt x="371521" y="1048733"/>
                  </a:lnTo>
                  <a:lnTo>
                    <a:pt x="371501" y="1048721"/>
                  </a:lnTo>
                  <a:lnTo>
                    <a:pt x="371488" y="1048714"/>
                  </a:lnTo>
                  <a:lnTo>
                    <a:pt x="371479" y="1048709"/>
                  </a:lnTo>
                  <a:lnTo>
                    <a:pt x="371469" y="1048702"/>
                  </a:lnTo>
                  <a:lnTo>
                    <a:pt x="371461" y="1048695"/>
                  </a:lnTo>
                  <a:lnTo>
                    <a:pt x="371450" y="1048685"/>
                  </a:lnTo>
                  <a:lnTo>
                    <a:pt x="371441" y="1048674"/>
                  </a:lnTo>
                  <a:lnTo>
                    <a:pt x="371427" y="1048658"/>
                  </a:lnTo>
                  <a:lnTo>
                    <a:pt x="371414" y="1048643"/>
                  </a:lnTo>
                  <a:lnTo>
                    <a:pt x="371402" y="1048628"/>
                  </a:lnTo>
                  <a:lnTo>
                    <a:pt x="371390" y="1048613"/>
                  </a:lnTo>
                  <a:lnTo>
                    <a:pt x="371383" y="1048605"/>
                  </a:lnTo>
                  <a:lnTo>
                    <a:pt x="371374" y="1048593"/>
                  </a:lnTo>
                  <a:lnTo>
                    <a:pt x="371366" y="1048581"/>
                  </a:lnTo>
                  <a:lnTo>
                    <a:pt x="371357" y="1048569"/>
                  </a:lnTo>
                  <a:lnTo>
                    <a:pt x="371350" y="1048557"/>
                  </a:lnTo>
                  <a:lnTo>
                    <a:pt x="371344" y="1048546"/>
                  </a:lnTo>
                  <a:lnTo>
                    <a:pt x="371338" y="1048534"/>
                  </a:lnTo>
                  <a:lnTo>
                    <a:pt x="371330" y="1048518"/>
                  </a:lnTo>
                  <a:lnTo>
                    <a:pt x="371320" y="1048498"/>
                  </a:lnTo>
                  <a:lnTo>
                    <a:pt x="371314" y="1048487"/>
                  </a:lnTo>
                  <a:lnTo>
                    <a:pt x="371308" y="1048475"/>
                  </a:lnTo>
                  <a:lnTo>
                    <a:pt x="371302" y="1048467"/>
                  </a:lnTo>
                  <a:lnTo>
                    <a:pt x="371295" y="1048458"/>
                  </a:lnTo>
                  <a:lnTo>
                    <a:pt x="371287" y="1048449"/>
                  </a:lnTo>
                  <a:lnTo>
                    <a:pt x="371279" y="1048440"/>
                  </a:lnTo>
                  <a:lnTo>
                    <a:pt x="371269" y="1048431"/>
                  </a:lnTo>
                  <a:lnTo>
                    <a:pt x="371260" y="1048423"/>
                  </a:lnTo>
                  <a:lnTo>
                    <a:pt x="371250" y="1048416"/>
                  </a:lnTo>
                  <a:lnTo>
                    <a:pt x="371240" y="1048409"/>
                  </a:lnTo>
                  <a:lnTo>
                    <a:pt x="371224" y="1048398"/>
                  </a:lnTo>
                  <a:lnTo>
                    <a:pt x="371213" y="1048393"/>
                  </a:lnTo>
                  <a:lnTo>
                    <a:pt x="371199" y="1048386"/>
                  </a:lnTo>
                  <a:lnTo>
                    <a:pt x="371191" y="1048382"/>
                  </a:lnTo>
                  <a:lnTo>
                    <a:pt x="371187" y="1048381"/>
                  </a:lnTo>
                  <a:lnTo>
                    <a:pt x="371183" y="1048382"/>
                  </a:lnTo>
                  <a:lnTo>
                    <a:pt x="371177" y="1048391"/>
                  </a:lnTo>
                  <a:lnTo>
                    <a:pt x="371171" y="1048398"/>
                  </a:lnTo>
                  <a:lnTo>
                    <a:pt x="371164" y="1048406"/>
                  </a:lnTo>
                  <a:lnTo>
                    <a:pt x="371157" y="1048414"/>
                  </a:lnTo>
                  <a:lnTo>
                    <a:pt x="371148" y="1048421"/>
                  </a:lnTo>
                  <a:lnTo>
                    <a:pt x="371133" y="1048433"/>
                  </a:lnTo>
                  <a:lnTo>
                    <a:pt x="371121" y="1048442"/>
                  </a:lnTo>
                  <a:lnTo>
                    <a:pt x="371106" y="1048452"/>
                  </a:lnTo>
                  <a:lnTo>
                    <a:pt x="371095" y="1048461"/>
                  </a:lnTo>
                  <a:lnTo>
                    <a:pt x="371087" y="1048467"/>
                  </a:lnTo>
                  <a:lnTo>
                    <a:pt x="371079" y="1048475"/>
                  </a:lnTo>
                  <a:lnTo>
                    <a:pt x="371072" y="1048483"/>
                  </a:lnTo>
                  <a:lnTo>
                    <a:pt x="371068" y="1048489"/>
                  </a:lnTo>
                  <a:lnTo>
                    <a:pt x="371065" y="1048495"/>
                  </a:lnTo>
                  <a:lnTo>
                    <a:pt x="371062" y="1048502"/>
                  </a:lnTo>
                  <a:lnTo>
                    <a:pt x="371060" y="1048509"/>
                  </a:lnTo>
                  <a:lnTo>
                    <a:pt x="371059" y="1048519"/>
                  </a:lnTo>
                  <a:lnTo>
                    <a:pt x="371058" y="1048536"/>
                  </a:lnTo>
                  <a:lnTo>
                    <a:pt x="371057" y="1048555"/>
                  </a:lnTo>
                  <a:lnTo>
                    <a:pt x="371055" y="1048578"/>
                  </a:lnTo>
                  <a:lnTo>
                    <a:pt x="371054" y="1048594"/>
                  </a:lnTo>
                  <a:lnTo>
                    <a:pt x="371055" y="1048614"/>
                  </a:lnTo>
                  <a:lnTo>
                    <a:pt x="371054" y="1048642"/>
                  </a:lnTo>
                  <a:lnTo>
                    <a:pt x="371054" y="1048669"/>
                  </a:lnTo>
                  <a:lnTo>
                    <a:pt x="371054" y="1048697"/>
                  </a:lnTo>
                  <a:lnTo>
                    <a:pt x="371054" y="1048722"/>
                  </a:lnTo>
                  <a:lnTo>
                    <a:pt x="371054" y="1048739"/>
                  </a:lnTo>
                  <a:lnTo>
                    <a:pt x="371053" y="1048764"/>
                  </a:lnTo>
                  <a:lnTo>
                    <a:pt x="371053" y="1048777"/>
                  </a:lnTo>
                  <a:lnTo>
                    <a:pt x="371052" y="1048788"/>
                  </a:lnTo>
                  <a:lnTo>
                    <a:pt x="371048" y="1048805"/>
                  </a:lnTo>
                  <a:lnTo>
                    <a:pt x="371044" y="1048824"/>
                  </a:lnTo>
                  <a:lnTo>
                    <a:pt x="371041" y="1048841"/>
                  </a:lnTo>
                  <a:lnTo>
                    <a:pt x="371039" y="1048855"/>
                  </a:lnTo>
                  <a:lnTo>
                    <a:pt x="371037" y="1048869"/>
                  </a:lnTo>
                  <a:lnTo>
                    <a:pt x="371037" y="1048879"/>
                  </a:lnTo>
                  <a:lnTo>
                    <a:pt x="371039" y="1048885"/>
                  </a:lnTo>
                  <a:lnTo>
                    <a:pt x="371040" y="1048892"/>
                  </a:lnTo>
                  <a:lnTo>
                    <a:pt x="371032" y="1048902"/>
                  </a:lnTo>
                  <a:lnTo>
                    <a:pt x="371022" y="1048908"/>
                  </a:lnTo>
                  <a:lnTo>
                    <a:pt x="371011" y="1048916"/>
                  </a:lnTo>
                  <a:lnTo>
                    <a:pt x="370995" y="1048922"/>
                  </a:lnTo>
                  <a:lnTo>
                    <a:pt x="370979" y="1048926"/>
                  </a:lnTo>
                  <a:lnTo>
                    <a:pt x="370963" y="1048926"/>
                  </a:lnTo>
                  <a:lnTo>
                    <a:pt x="370946" y="1048924"/>
                  </a:lnTo>
                  <a:lnTo>
                    <a:pt x="370924" y="1048920"/>
                  </a:lnTo>
                  <a:lnTo>
                    <a:pt x="370910" y="1048914"/>
                  </a:lnTo>
                  <a:lnTo>
                    <a:pt x="370898" y="1048907"/>
                  </a:lnTo>
                  <a:lnTo>
                    <a:pt x="370883" y="1048898"/>
                  </a:lnTo>
                  <a:lnTo>
                    <a:pt x="370868" y="1048891"/>
                  </a:lnTo>
                  <a:lnTo>
                    <a:pt x="370863" y="1048888"/>
                  </a:lnTo>
                  <a:lnTo>
                    <a:pt x="370852" y="1048881"/>
                  </a:lnTo>
                  <a:lnTo>
                    <a:pt x="370841" y="1048875"/>
                  </a:lnTo>
                  <a:lnTo>
                    <a:pt x="370832" y="1048872"/>
                  </a:lnTo>
                  <a:lnTo>
                    <a:pt x="370822" y="1048870"/>
                  </a:lnTo>
                  <a:lnTo>
                    <a:pt x="370810" y="1048870"/>
                  </a:lnTo>
                  <a:lnTo>
                    <a:pt x="370797" y="1048871"/>
                  </a:lnTo>
                  <a:lnTo>
                    <a:pt x="370786" y="1048873"/>
                  </a:lnTo>
                  <a:lnTo>
                    <a:pt x="370773" y="1048875"/>
                  </a:lnTo>
                  <a:lnTo>
                    <a:pt x="370742" y="1048877"/>
                  </a:lnTo>
                  <a:lnTo>
                    <a:pt x="370720" y="1048877"/>
                  </a:lnTo>
                  <a:lnTo>
                    <a:pt x="370711" y="1048876"/>
                  </a:lnTo>
                  <a:lnTo>
                    <a:pt x="370700" y="1048872"/>
                  </a:lnTo>
                  <a:lnTo>
                    <a:pt x="370684" y="1048866"/>
                  </a:lnTo>
                  <a:lnTo>
                    <a:pt x="370671" y="1048860"/>
                  </a:lnTo>
                  <a:lnTo>
                    <a:pt x="370660" y="1048853"/>
                  </a:lnTo>
                  <a:lnTo>
                    <a:pt x="370649" y="1048844"/>
                  </a:lnTo>
                  <a:lnTo>
                    <a:pt x="370634" y="1048834"/>
                  </a:lnTo>
                  <a:lnTo>
                    <a:pt x="370620" y="1048823"/>
                  </a:lnTo>
                  <a:lnTo>
                    <a:pt x="370613" y="1048820"/>
                  </a:lnTo>
                  <a:lnTo>
                    <a:pt x="370607" y="1048819"/>
                  </a:lnTo>
                  <a:lnTo>
                    <a:pt x="370602" y="1048819"/>
                  </a:lnTo>
                  <a:lnTo>
                    <a:pt x="370594" y="1048824"/>
                  </a:lnTo>
                  <a:lnTo>
                    <a:pt x="370582" y="1048835"/>
                  </a:lnTo>
                  <a:lnTo>
                    <a:pt x="370569" y="1048847"/>
                  </a:lnTo>
                  <a:lnTo>
                    <a:pt x="370557" y="1048856"/>
                  </a:lnTo>
                  <a:lnTo>
                    <a:pt x="370546" y="1048865"/>
                  </a:lnTo>
                  <a:lnTo>
                    <a:pt x="370536" y="1048872"/>
                  </a:lnTo>
                  <a:lnTo>
                    <a:pt x="370526" y="1048882"/>
                  </a:lnTo>
                  <a:lnTo>
                    <a:pt x="370519" y="1048891"/>
                  </a:lnTo>
                  <a:lnTo>
                    <a:pt x="370506" y="1048899"/>
                  </a:lnTo>
                  <a:lnTo>
                    <a:pt x="370490" y="1048910"/>
                  </a:lnTo>
                  <a:lnTo>
                    <a:pt x="370483" y="1048916"/>
                  </a:lnTo>
                  <a:lnTo>
                    <a:pt x="370478" y="1048921"/>
                  </a:lnTo>
                  <a:lnTo>
                    <a:pt x="370474" y="1048925"/>
                  </a:lnTo>
                  <a:lnTo>
                    <a:pt x="370468" y="1048936"/>
                  </a:lnTo>
                  <a:lnTo>
                    <a:pt x="370463" y="1048946"/>
                  </a:lnTo>
                  <a:lnTo>
                    <a:pt x="370457" y="1048957"/>
                  </a:lnTo>
                  <a:lnTo>
                    <a:pt x="370452" y="1048969"/>
                  </a:lnTo>
                  <a:lnTo>
                    <a:pt x="370448" y="1048981"/>
                  </a:lnTo>
                  <a:lnTo>
                    <a:pt x="370445" y="1048991"/>
                  </a:lnTo>
                  <a:lnTo>
                    <a:pt x="370442" y="1048998"/>
                  </a:lnTo>
                  <a:lnTo>
                    <a:pt x="370439" y="1049002"/>
                  </a:lnTo>
                  <a:lnTo>
                    <a:pt x="370435" y="1049006"/>
                  </a:lnTo>
                  <a:lnTo>
                    <a:pt x="370431" y="1049008"/>
                  </a:lnTo>
                  <a:lnTo>
                    <a:pt x="370425" y="1049010"/>
                  </a:lnTo>
                  <a:lnTo>
                    <a:pt x="370417" y="1049012"/>
                  </a:lnTo>
                  <a:lnTo>
                    <a:pt x="370402" y="1049013"/>
                  </a:lnTo>
                  <a:lnTo>
                    <a:pt x="370392" y="1049016"/>
                  </a:lnTo>
                  <a:lnTo>
                    <a:pt x="370378" y="1049019"/>
                  </a:lnTo>
                  <a:lnTo>
                    <a:pt x="370366" y="1049022"/>
                  </a:lnTo>
                  <a:lnTo>
                    <a:pt x="370351" y="1049026"/>
                  </a:lnTo>
                  <a:lnTo>
                    <a:pt x="370333" y="1049031"/>
                  </a:lnTo>
                  <a:lnTo>
                    <a:pt x="370314" y="1049036"/>
                  </a:lnTo>
                  <a:lnTo>
                    <a:pt x="370299" y="1049042"/>
                  </a:lnTo>
                  <a:lnTo>
                    <a:pt x="370285" y="1049048"/>
                  </a:lnTo>
                  <a:lnTo>
                    <a:pt x="370266" y="1049055"/>
                  </a:lnTo>
                  <a:lnTo>
                    <a:pt x="370251" y="1049062"/>
                  </a:lnTo>
                  <a:lnTo>
                    <a:pt x="370233" y="1049069"/>
                  </a:lnTo>
                  <a:lnTo>
                    <a:pt x="370222" y="1049072"/>
                  </a:lnTo>
                  <a:lnTo>
                    <a:pt x="370206" y="1049076"/>
                  </a:lnTo>
                  <a:lnTo>
                    <a:pt x="370191" y="1049079"/>
                  </a:lnTo>
                  <a:lnTo>
                    <a:pt x="370171" y="1049082"/>
                  </a:lnTo>
                  <a:lnTo>
                    <a:pt x="370153" y="1049084"/>
                  </a:lnTo>
                  <a:lnTo>
                    <a:pt x="370134" y="1049088"/>
                  </a:lnTo>
                  <a:lnTo>
                    <a:pt x="370113" y="1049092"/>
                  </a:lnTo>
                  <a:lnTo>
                    <a:pt x="370090" y="1049096"/>
                  </a:lnTo>
                  <a:lnTo>
                    <a:pt x="370074" y="1049097"/>
                  </a:lnTo>
                  <a:lnTo>
                    <a:pt x="370056" y="1049099"/>
                  </a:lnTo>
                  <a:lnTo>
                    <a:pt x="370042" y="1049100"/>
                  </a:lnTo>
                  <a:lnTo>
                    <a:pt x="370028" y="1049102"/>
                  </a:lnTo>
                  <a:lnTo>
                    <a:pt x="370017" y="1049105"/>
                  </a:lnTo>
                  <a:lnTo>
                    <a:pt x="370011" y="1049108"/>
                  </a:lnTo>
                  <a:lnTo>
                    <a:pt x="370006" y="1049112"/>
                  </a:lnTo>
                  <a:lnTo>
                    <a:pt x="370004" y="1049116"/>
                  </a:lnTo>
                  <a:lnTo>
                    <a:pt x="370001" y="1049125"/>
                  </a:lnTo>
                  <a:lnTo>
                    <a:pt x="369998" y="1049135"/>
                  </a:lnTo>
                  <a:lnTo>
                    <a:pt x="369996" y="1049144"/>
                  </a:lnTo>
                  <a:lnTo>
                    <a:pt x="369995" y="1049154"/>
                  </a:lnTo>
                  <a:lnTo>
                    <a:pt x="369994" y="1049167"/>
                  </a:lnTo>
                  <a:lnTo>
                    <a:pt x="369993" y="1049176"/>
                  </a:lnTo>
                  <a:lnTo>
                    <a:pt x="369993" y="1049194"/>
                  </a:lnTo>
                  <a:lnTo>
                    <a:pt x="369994" y="1049208"/>
                  </a:lnTo>
                  <a:lnTo>
                    <a:pt x="369994" y="1049225"/>
                  </a:lnTo>
                  <a:lnTo>
                    <a:pt x="369996" y="1049244"/>
                  </a:lnTo>
                  <a:lnTo>
                    <a:pt x="369997" y="1049253"/>
                  </a:lnTo>
                  <a:lnTo>
                    <a:pt x="369998" y="1049260"/>
                  </a:lnTo>
                  <a:lnTo>
                    <a:pt x="370001" y="1049270"/>
                  </a:lnTo>
                  <a:lnTo>
                    <a:pt x="370005" y="1049282"/>
                  </a:lnTo>
                  <a:lnTo>
                    <a:pt x="370009" y="1049290"/>
                  </a:lnTo>
                  <a:lnTo>
                    <a:pt x="370014" y="1049297"/>
                  </a:lnTo>
                  <a:lnTo>
                    <a:pt x="370019" y="1049304"/>
                  </a:lnTo>
                  <a:lnTo>
                    <a:pt x="370026" y="1049311"/>
                  </a:lnTo>
                  <a:lnTo>
                    <a:pt x="370030" y="1049317"/>
                  </a:lnTo>
                  <a:lnTo>
                    <a:pt x="370036" y="1049325"/>
                  </a:lnTo>
                  <a:lnTo>
                    <a:pt x="370042" y="1049333"/>
                  </a:lnTo>
                  <a:lnTo>
                    <a:pt x="370050" y="1049345"/>
                  </a:lnTo>
                  <a:lnTo>
                    <a:pt x="370058" y="1049358"/>
                  </a:lnTo>
                  <a:lnTo>
                    <a:pt x="370063" y="1049365"/>
                  </a:lnTo>
                  <a:lnTo>
                    <a:pt x="370068" y="1049370"/>
                  </a:lnTo>
                  <a:lnTo>
                    <a:pt x="370075" y="1049376"/>
                  </a:lnTo>
                  <a:lnTo>
                    <a:pt x="370084" y="1049383"/>
                  </a:lnTo>
                  <a:lnTo>
                    <a:pt x="370093" y="1049389"/>
                  </a:lnTo>
                  <a:lnTo>
                    <a:pt x="370095" y="1049393"/>
                  </a:lnTo>
                  <a:lnTo>
                    <a:pt x="370091" y="1049396"/>
                  </a:lnTo>
                  <a:lnTo>
                    <a:pt x="370078" y="1049398"/>
                  </a:lnTo>
                  <a:lnTo>
                    <a:pt x="370068" y="1049400"/>
                  </a:lnTo>
                  <a:lnTo>
                    <a:pt x="370058" y="1049404"/>
                  </a:lnTo>
                  <a:lnTo>
                    <a:pt x="370044" y="1049410"/>
                  </a:lnTo>
                  <a:lnTo>
                    <a:pt x="370030" y="1049415"/>
                  </a:lnTo>
                  <a:lnTo>
                    <a:pt x="370017" y="1049419"/>
                  </a:lnTo>
                  <a:lnTo>
                    <a:pt x="370005" y="1049423"/>
                  </a:lnTo>
                  <a:lnTo>
                    <a:pt x="369989" y="1049429"/>
                  </a:lnTo>
                  <a:lnTo>
                    <a:pt x="369979" y="1049433"/>
                  </a:lnTo>
                  <a:lnTo>
                    <a:pt x="369973" y="1049437"/>
                  </a:lnTo>
                  <a:lnTo>
                    <a:pt x="369965" y="1049444"/>
                  </a:lnTo>
                  <a:lnTo>
                    <a:pt x="369957" y="1049452"/>
                  </a:lnTo>
                  <a:lnTo>
                    <a:pt x="369945" y="1049461"/>
                  </a:lnTo>
                  <a:lnTo>
                    <a:pt x="369938" y="1049467"/>
                  </a:lnTo>
                  <a:lnTo>
                    <a:pt x="369927" y="1049474"/>
                  </a:lnTo>
                  <a:lnTo>
                    <a:pt x="369915" y="1049481"/>
                  </a:lnTo>
                  <a:lnTo>
                    <a:pt x="369901" y="1049489"/>
                  </a:lnTo>
                  <a:lnTo>
                    <a:pt x="369888" y="1049496"/>
                  </a:lnTo>
                  <a:lnTo>
                    <a:pt x="369874" y="1049504"/>
                  </a:lnTo>
                  <a:lnTo>
                    <a:pt x="369860" y="1049511"/>
                  </a:lnTo>
                  <a:lnTo>
                    <a:pt x="369855" y="1049512"/>
                  </a:lnTo>
                  <a:lnTo>
                    <a:pt x="369851" y="1049512"/>
                  </a:lnTo>
                  <a:lnTo>
                    <a:pt x="369844" y="1049510"/>
                  </a:lnTo>
                  <a:lnTo>
                    <a:pt x="369832" y="1049504"/>
                  </a:lnTo>
                  <a:lnTo>
                    <a:pt x="369813" y="1049493"/>
                  </a:lnTo>
                  <a:lnTo>
                    <a:pt x="369792" y="1049479"/>
                  </a:lnTo>
                  <a:lnTo>
                    <a:pt x="369776" y="1049467"/>
                  </a:lnTo>
                  <a:lnTo>
                    <a:pt x="369765" y="1049457"/>
                  </a:lnTo>
                  <a:lnTo>
                    <a:pt x="369761" y="1049451"/>
                  </a:lnTo>
                  <a:lnTo>
                    <a:pt x="369755" y="1049439"/>
                  </a:lnTo>
                  <a:lnTo>
                    <a:pt x="369748" y="1049421"/>
                  </a:lnTo>
                  <a:lnTo>
                    <a:pt x="369745" y="1049412"/>
                  </a:lnTo>
                  <a:lnTo>
                    <a:pt x="369738" y="1049398"/>
                  </a:lnTo>
                  <a:lnTo>
                    <a:pt x="369732" y="1049387"/>
                  </a:lnTo>
                  <a:lnTo>
                    <a:pt x="369722" y="1049371"/>
                  </a:lnTo>
                  <a:lnTo>
                    <a:pt x="369711" y="1049355"/>
                  </a:lnTo>
                  <a:lnTo>
                    <a:pt x="369704" y="1049347"/>
                  </a:lnTo>
                  <a:lnTo>
                    <a:pt x="369699" y="1049343"/>
                  </a:lnTo>
                  <a:lnTo>
                    <a:pt x="369694" y="1049339"/>
                  </a:lnTo>
                  <a:lnTo>
                    <a:pt x="369689" y="1049336"/>
                  </a:lnTo>
                  <a:lnTo>
                    <a:pt x="369673" y="1049329"/>
                  </a:lnTo>
                  <a:lnTo>
                    <a:pt x="369656" y="1049321"/>
                  </a:lnTo>
                  <a:lnTo>
                    <a:pt x="369642" y="1049315"/>
                  </a:lnTo>
                  <a:lnTo>
                    <a:pt x="369626" y="1049310"/>
                  </a:lnTo>
                  <a:lnTo>
                    <a:pt x="369611" y="1049305"/>
                  </a:lnTo>
                  <a:lnTo>
                    <a:pt x="369598" y="1049301"/>
                  </a:lnTo>
                  <a:lnTo>
                    <a:pt x="369586" y="1049296"/>
                  </a:lnTo>
                  <a:lnTo>
                    <a:pt x="369569" y="1049288"/>
                  </a:lnTo>
                  <a:lnTo>
                    <a:pt x="369546" y="1049279"/>
                  </a:lnTo>
                  <a:lnTo>
                    <a:pt x="369530" y="1049273"/>
                  </a:lnTo>
                  <a:lnTo>
                    <a:pt x="369513" y="1049267"/>
                  </a:lnTo>
                  <a:lnTo>
                    <a:pt x="369497" y="1049262"/>
                  </a:lnTo>
                  <a:lnTo>
                    <a:pt x="369486" y="1049259"/>
                  </a:lnTo>
                  <a:lnTo>
                    <a:pt x="369467" y="1049257"/>
                  </a:lnTo>
                  <a:lnTo>
                    <a:pt x="369450" y="1049254"/>
                  </a:lnTo>
                  <a:lnTo>
                    <a:pt x="369440" y="1049253"/>
                  </a:lnTo>
                  <a:lnTo>
                    <a:pt x="369420" y="1049250"/>
                  </a:lnTo>
                  <a:lnTo>
                    <a:pt x="369400" y="1049247"/>
                  </a:lnTo>
                  <a:lnTo>
                    <a:pt x="369392" y="1049247"/>
                  </a:lnTo>
                  <a:lnTo>
                    <a:pt x="369383" y="1049245"/>
                  </a:lnTo>
                  <a:lnTo>
                    <a:pt x="369373" y="1049241"/>
                  </a:lnTo>
                  <a:lnTo>
                    <a:pt x="369359" y="1049235"/>
                  </a:lnTo>
                  <a:lnTo>
                    <a:pt x="369341" y="1049227"/>
                  </a:lnTo>
                  <a:lnTo>
                    <a:pt x="369324" y="1049221"/>
                  </a:lnTo>
                  <a:lnTo>
                    <a:pt x="369308" y="1049214"/>
                  </a:lnTo>
                  <a:lnTo>
                    <a:pt x="369289" y="1049208"/>
                  </a:lnTo>
                  <a:lnTo>
                    <a:pt x="369276" y="1049204"/>
                  </a:lnTo>
                  <a:lnTo>
                    <a:pt x="369259" y="1049200"/>
                  </a:lnTo>
                  <a:lnTo>
                    <a:pt x="369242" y="1049197"/>
                  </a:lnTo>
                  <a:lnTo>
                    <a:pt x="369230" y="1049194"/>
                  </a:lnTo>
                  <a:lnTo>
                    <a:pt x="369224" y="1049192"/>
                  </a:lnTo>
                  <a:lnTo>
                    <a:pt x="369219" y="1049189"/>
                  </a:lnTo>
                  <a:lnTo>
                    <a:pt x="369216" y="1049185"/>
                  </a:lnTo>
                  <a:lnTo>
                    <a:pt x="369215" y="1049178"/>
                  </a:lnTo>
                  <a:lnTo>
                    <a:pt x="369215" y="1049165"/>
                  </a:lnTo>
                  <a:lnTo>
                    <a:pt x="369216" y="1049150"/>
                  </a:lnTo>
                  <a:lnTo>
                    <a:pt x="369215" y="1049142"/>
                  </a:lnTo>
                  <a:lnTo>
                    <a:pt x="369214" y="1049133"/>
                  </a:lnTo>
                  <a:lnTo>
                    <a:pt x="369213" y="1049126"/>
                  </a:lnTo>
                  <a:lnTo>
                    <a:pt x="369211" y="1049120"/>
                  </a:lnTo>
                  <a:lnTo>
                    <a:pt x="369208" y="1049111"/>
                  </a:lnTo>
                  <a:lnTo>
                    <a:pt x="369203" y="1049098"/>
                  </a:lnTo>
                  <a:lnTo>
                    <a:pt x="369201" y="1049092"/>
                  </a:lnTo>
                  <a:lnTo>
                    <a:pt x="369197" y="1049085"/>
                  </a:lnTo>
                  <a:lnTo>
                    <a:pt x="369192" y="1049075"/>
                  </a:lnTo>
                  <a:lnTo>
                    <a:pt x="369186" y="1049064"/>
                  </a:lnTo>
                  <a:lnTo>
                    <a:pt x="369180" y="1049054"/>
                  </a:lnTo>
                  <a:lnTo>
                    <a:pt x="369173" y="1049045"/>
                  </a:lnTo>
                  <a:lnTo>
                    <a:pt x="369163" y="1049030"/>
                  </a:lnTo>
                  <a:lnTo>
                    <a:pt x="369151" y="1049014"/>
                  </a:lnTo>
                  <a:lnTo>
                    <a:pt x="369143" y="1049001"/>
                  </a:lnTo>
                  <a:lnTo>
                    <a:pt x="369137" y="1048993"/>
                  </a:lnTo>
                  <a:lnTo>
                    <a:pt x="369128" y="1048983"/>
                  </a:lnTo>
                  <a:lnTo>
                    <a:pt x="369112" y="1048966"/>
                  </a:lnTo>
                  <a:lnTo>
                    <a:pt x="369097" y="1048948"/>
                  </a:lnTo>
                  <a:lnTo>
                    <a:pt x="369091" y="1048940"/>
                  </a:lnTo>
                  <a:lnTo>
                    <a:pt x="369083" y="1048926"/>
                  </a:lnTo>
                  <a:lnTo>
                    <a:pt x="369075" y="1048913"/>
                  </a:lnTo>
                  <a:lnTo>
                    <a:pt x="369069" y="1048903"/>
                  </a:lnTo>
                  <a:lnTo>
                    <a:pt x="369068" y="1048896"/>
                  </a:lnTo>
                  <a:lnTo>
                    <a:pt x="369068" y="1048889"/>
                  </a:lnTo>
                  <a:lnTo>
                    <a:pt x="369070" y="1048878"/>
                  </a:lnTo>
                  <a:lnTo>
                    <a:pt x="369073" y="1048867"/>
                  </a:lnTo>
                  <a:lnTo>
                    <a:pt x="369077" y="1048857"/>
                  </a:lnTo>
                  <a:lnTo>
                    <a:pt x="369082" y="1048849"/>
                  </a:lnTo>
                  <a:lnTo>
                    <a:pt x="369087" y="1048841"/>
                  </a:lnTo>
                  <a:lnTo>
                    <a:pt x="369093" y="1048835"/>
                  </a:lnTo>
                  <a:lnTo>
                    <a:pt x="369102" y="1048825"/>
                  </a:lnTo>
                  <a:lnTo>
                    <a:pt x="369106" y="1048819"/>
                  </a:lnTo>
                  <a:lnTo>
                    <a:pt x="369107" y="1048811"/>
                  </a:lnTo>
                  <a:lnTo>
                    <a:pt x="369104" y="1048799"/>
                  </a:lnTo>
                  <a:lnTo>
                    <a:pt x="369097" y="1048773"/>
                  </a:lnTo>
                  <a:lnTo>
                    <a:pt x="369095" y="1048758"/>
                  </a:lnTo>
                  <a:lnTo>
                    <a:pt x="369093" y="1048744"/>
                  </a:lnTo>
                  <a:lnTo>
                    <a:pt x="369092" y="1048728"/>
                  </a:lnTo>
                  <a:lnTo>
                    <a:pt x="369090" y="1048698"/>
                  </a:lnTo>
                  <a:lnTo>
                    <a:pt x="369088" y="1048676"/>
                  </a:lnTo>
                  <a:lnTo>
                    <a:pt x="369088" y="1048666"/>
                  </a:lnTo>
                  <a:lnTo>
                    <a:pt x="369087" y="1048646"/>
                  </a:lnTo>
                  <a:lnTo>
                    <a:pt x="369087" y="1048628"/>
                  </a:lnTo>
                  <a:lnTo>
                    <a:pt x="369087" y="1048611"/>
                  </a:lnTo>
                  <a:lnTo>
                    <a:pt x="369087" y="1048592"/>
                  </a:lnTo>
                  <a:lnTo>
                    <a:pt x="369089" y="1048574"/>
                  </a:lnTo>
                  <a:lnTo>
                    <a:pt x="369088" y="1048556"/>
                  </a:lnTo>
                  <a:lnTo>
                    <a:pt x="369086" y="1048543"/>
                  </a:lnTo>
                  <a:lnTo>
                    <a:pt x="369083" y="1048525"/>
                  </a:lnTo>
                  <a:lnTo>
                    <a:pt x="369080" y="1048511"/>
                  </a:lnTo>
                  <a:lnTo>
                    <a:pt x="369076" y="1048502"/>
                  </a:lnTo>
                  <a:lnTo>
                    <a:pt x="369071" y="1048491"/>
                  </a:lnTo>
                  <a:lnTo>
                    <a:pt x="369067" y="1048483"/>
                  </a:lnTo>
                  <a:lnTo>
                    <a:pt x="369059" y="1048478"/>
                  </a:lnTo>
                  <a:lnTo>
                    <a:pt x="369045" y="1048473"/>
                  </a:lnTo>
                  <a:lnTo>
                    <a:pt x="369029" y="1048468"/>
                  </a:lnTo>
                  <a:lnTo>
                    <a:pt x="369018" y="1048463"/>
                  </a:lnTo>
                  <a:lnTo>
                    <a:pt x="369000" y="1048454"/>
                  </a:lnTo>
                  <a:lnTo>
                    <a:pt x="368985" y="1048447"/>
                  </a:lnTo>
                  <a:lnTo>
                    <a:pt x="368971" y="1048435"/>
                  </a:lnTo>
                  <a:lnTo>
                    <a:pt x="368951" y="1048420"/>
                  </a:lnTo>
                  <a:lnTo>
                    <a:pt x="368940" y="1048418"/>
                  </a:lnTo>
                  <a:lnTo>
                    <a:pt x="368932" y="1048419"/>
                  </a:lnTo>
                  <a:lnTo>
                    <a:pt x="368918" y="1048423"/>
                  </a:lnTo>
                  <a:lnTo>
                    <a:pt x="368909" y="1048425"/>
                  </a:lnTo>
                  <a:lnTo>
                    <a:pt x="368891" y="1048426"/>
                  </a:lnTo>
                  <a:lnTo>
                    <a:pt x="368884" y="1048426"/>
                  </a:lnTo>
                  <a:lnTo>
                    <a:pt x="368865" y="1048428"/>
                  </a:lnTo>
                  <a:lnTo>
                    <a:pt x="368858" y="1048428"/>
                  </a:lnTo>
                  <a:lnTo>
                    <a:pt x="368851" y="1048430"/>
                  </a:lnTo>
                  <a:lnTo>
                    <a:pt x="368843" y="1048430"/>
                  </a:lnTo>
                  <a:lnTo>
                    <a:pt x="368822" y="1048432"/>
                  </a:lnTo>
                  <a:lnTo>
                    <a:pt x="368812" y="1048432"/>
                  </a:lnTo>
                  <a:lnTo>
                    <a:pt x="368806" y="1048431"/>
                  </a:lnTo>
                  <a:lnTo>
                    <a:pt x="368789" y="1048432"/>
                  </a:lnTo>
                  <a:lnTo>
                    <a:pt x="368770" y="1048435"/>
                  </a:lnTo>
                  <a:lnTo>
                    <a:pt x="368761" y="1048437"/>
                  </a:lnTo>
                  <a:lnTo>
                    <a:pt x="368749" y="1048442"/>
                  </a:lnTo>
                  <a:lnTo>
                    <a:pt x="368743" y="1048443"/>
                  </a:lnTo>
                  <a:lnTo>
                    <a:pt x="368728" y="1048445"/>
                  </a:lnTo>
                  <a:lnTo>
                    <a:pt x="368716" y="1048448"/>
                  </a:lnTo>
                  <a:lnTo>
                    <a:pt x="368700" y="1048454"/>
                  </a:lnTo>
                  <a:lnTo>
                    <a:pt x="368681" y="1048460"/>
                  </a:lnTo>
                  <a:lnTo>
                    <a:pt x="368674" y="1048464"/>
                  </a:lnTo>
                  <a:lnTo>
                    <a:pt x="368669" y="1048464"/>
                  </a:lnTo>
                  <a:lnTo>
                    <a:pt x="368660" y="1048462"/>
                  </a:lnTo>
                  <a:lnTo>
                    <a:pt x="368651" y="1048459"/>
                  </a:lnTo>
                  <a:lnTo>
                    <a:pt x="368641" y="1048454"/>
                  </a:lnTo>
                  <a:lnTo>
                    <a:pt x="368626" y="1048445"/>
                  </a:lnTo>
                  <a:lnTo>
                    <a:pt x="368609" y="1048433"/>
                  </a:lnTo>
                  <a:lnTo>
                    <a:pt x="368592" y="1048419"/>
                  </a:lnTo>
                  <a:lnTo>
                    <a:pt x="368580" y="1048406"/>
                  </a:lnTo>
                  <a:lnTo>
                    <a:pt x="368566" y="1048392"/>
                  </a:lnTo>
                  <a:lnTo>
                    <a:pt x="368552" y="1048378"/>
                  </a:lnTo>
                  <a:lnTo>
                    <a:pt x="368538" y="1048366"/>
                  </a:lnTo>
                  <a:lnTo>
                    <a:pt x="368524" y="1048352"/>
                  </a:lnTo>
                  <a:lnTo>
                    <a:pt x="368511" y="1048339"/>
                  </a:lnTo>
                  <a:lnTo>
                    <a:pt x="368501" y="1048329"/>
                  </a:lnTo>
                  <a:lnTo>
                    <a:pt x="368491" y="1048323"/>
                  </a:lnTo>
                  <a:lnTo>
                    <a:pt x="368476" y="1048315"/>
                  </a:lnTo>
                  <a:lnTo>
                    <a:pt x="368468" y="1048310"/>
                  </a:lnTo>
                  <a:lnTo>
                    <a:pt x="368464" y="1048308"/>
                  </a:lnTo>
                  <a:lnTo>
                    <a:pt x="368452" y="1048301"/>
                  </a:lnTo>
                  <a:lnTo>
                    <a:pt x="368436" y="1048295"/>
                  </a:lnTo>
                  <a:lnTo>
                    <a:pt x="368430" y="1048296"/>
                  </a:lnTo>
                  <a:lnTo>
                    <a:pt x="368425" y="1048300"/>
                  </a:lnTo>
                  <a:lnTo>
                    <a:pt x="368418" y="1048303"/>
                  </a:lnTo>
                  <a:lnTo>
                    <a:pt x="368404" y="1048298"/>
                  </a:lnTo>
                  <a:lnTo>
                    <a:pt x="368393" y="1048294"/>
                  </a:lnTo>
                  <a:lnTo>
                    <a:pt x="368383" y="1048291"/>
                  </a:lnTo>
                  <a:lnTo>
                    <a:pt x="368376" y="1048289"/>
                  </a:lnTo>
                  <a:lnTo>
                    <a:pt x="368367" y="1048288"/>
                  </a:lnTo>
                  <a:lnTo>
                    <a:pt x="368358" y="1048287"/>
                  </a:lnTo>
                  <a:lnTo>
                    <a:pt x="368346" y="1048288"/>
                  </a:lnTo>
                  <a:lnTo>
                    <a:pt x="368335" y="1048289"/>
                  </a:lnTo>
                  <a:lnTo>
                    <a:pt x="368323" y="1048288"/>
                  </a:lnTo>
                  <a:lnTo>
                    <a:pt x="368308" y="1048285"/>
                  </a:lnTo>
                  <a:lnTo>
                    <a:pt x="368294" y="1048284"/>
                  </a:lnTo>
                  <a:lnTo>
                    <a:pt x="368281" y="1048285"/>
                  </a:lnTo>
                  <a:lnTo>
                    <a:pt x="368271" y="1048282"/>
                  </a:lnTo>
                  <a:lnTo>
                    <a:pt x="368261" y="1048274"/>
                  </a:lnTo>
                  <a:lnTo>
                    <a:pt x="368249" y="1048271"/>
                  </a:lnTo>
                  <a:lnTo>
                    <a:pt x="368239" y="1048272"/>
                  </a:lnTo>
                  <a:lnTo>
                    <a:pt x="368229" y="1048273"/>
                  </a:lnTo>
                  <a:lnTo>
                    <a:pt x="368218" y="1048274"/>
                  </a:lnTo>
                  <a:lnTo>
                    <a:pt x="368206" y="1048274"/>
                  </a:lnTo>
                  <a:lnTo>
                    <a:pt x="368204" y="1048265"/>
                  </a:lnTo>
                  <a:lnTo>
                    <a:pt x="368201" y="1048260"/>
                  </a:lnTo>
                  <a:lnTo>
                    <a:pt x="368196" y="1048245"/>
                  </a:lnTo>
                  <a:lnTo>
                    <a:pt x="368191" y="1048228"/>
                  </a:lnTo>
                  <a:lnTo>
                    <a:pt x="368184" y="1048210"/>
                  </a:lnTo>
                  <a:lnTo>
                    <a:pt x="368181" y="1048201"/>
                  </a:lnTo>
                  <a:lnTo>
                    <a:pt x="368176" y="1048182"/>
                  </a:lnTo>
                  <a:lnTo>
                    <a:pt x="368172" y="1048171"/>
                  </a:lnTo>
                  <a:lnTo>
                    <a:pt x="368170" y="1048162"/>
                  </a:lnTo>
                  <a:lnTo>
                    <a:pt x="368168" y="1048153"/>
                  </a:lnTo>
                  <a:lnTo>
                    <a:pt x="368167" y="1048148"/>
                  </a:lnTo>
                  <a:lnTo>
                    <a:pt x="368165" y="1048136"/>
                  </a:lnTo>
                  <a:lnTo>
                    <a:pt x="368163" y="1048125"/>
                  </a:lnTo>
                  <a:lnTo>
                    <a:pt x="368161" y="1048110"/>
                  </a:lnTo>
                  <a:lnTo>
                    <a:pt x="368160" y="1048094"/>
                  </a:lnTo>
                  <a:lnTo>
                    <a:pt x="368159" y="1048084"/>
                  </a:lnTo>
                  <a:lnTo>
                    <a:pt x="368156" y="1048065"/>
                  </a:lnTo>
                  <a:lnTo>
                    <a:pt x="368154" y="1048047"/>
                  </a:lnTo>
                  <a:lnTo>
                    <a:pt x="368151" y="1048029"/>
                  </a:lnTo>
                  <a:lnTo>
                    <a:pt x="368150" y="1048015"/>
                  </a:lnTo>
                  <a:lnTo>
                    <a:pt x="368149" y="1048000"/>
                  </a:lnTo>
                  <a:lnTo>
                    <a:pt x="368149" y="1047987"/>
                  </a:lnTo>
                  <a:lnTo>
                    <a:pt x="368150" y="1047977"/>
                  </a:lnTo>
                  <a:lnTo>
                    <a:pt x="368154" y="1047968"/>
                  </a:lnTo>
                  <a:lnTo>
                    <a:pt x="368160" y="1047960"/>
                  </a:lnTo>
                  <a:lnTo>
                    <a:pt x="368159" y="1047954"/>
                  </a:lnTo>
                  <a:lnTo>
                    <a:pt x="368150" y="1047934"/>
                  </a:lnTo>
                  <a:lnTo>
                    <a:pt x="368137" y="1047914"/>
                  </a:lnTo>
                  <a:lnTo>
                    <a:pt x="368122" y="1047895"/>
                  </a:lnTo>
                  <a:lnTo>
                    <a:pt x="368103" y="1047870"/>
                  </a:lnTo>
                  <a:lnTo>
                    <a:pt x="368099" y="1047863"/>
                  </a:lnTo>
                  <a:lnTo>
                    <a:pt x="368095" y="1047846"/>
                  </a:lnTo>
                  <a:lnTo>
                    <a:pt x="368093" y="1047834"/>
                  </a:lnTo>
                  <a:lnTo>
                    <a:pt x="368091" y="1047815"/>
                  </a:lnTo>
                  <a:lnTo>
                    <a:pt x="368087" y="1047799"/>
                  </a:lnTo>
                  <a:lnTo>
                    <a:pt x="368086" y="1047791"/>
                  </a:lnTo>
                  <a:lnTo>
                    <a:pt x="368082" y="1047777"/>
                  </a:lnTo>
                  <a:lnTo>
                    <a:pt x="368081" y="1047766"/>
                  </a:lnTo>
                  <a:lnTo>
                    <a:pt x="368079" y="1047750"/>
                  </a:lnTo>
                  <a:lnTo>
                    <a:pt x="368077" y="1047742"/>
                  </a:lnTo>
                  <a:lnTo>
                    <a:pt x="368074" y="1047734"/>
                  </a:lnTo>
                  <a:lnTo>
                    <a:pt x="368068" y="1047728"/>
                  </a:lnTo>
                  <a:lnTo>
                    <a:pt x="368058" y="1047722"/>
                  </a:lnTo>
                  <a:lnTo>
                    <a:pt x="368048" y="1047715"/>
                  </a:lnTo>
                  <a:lnTo>
                    <a:pt x="368042" y="1047710"/>
                  </a:lnTo>
                  <a:lnTo>
                    <a:pt x="368040" y="1047705"/>
                  </a:lnTo>
                  <a:lnTo>
                    <a:pt x="368039" y="1047694"/>
                  </a:lnTo>
                  <a:lnTo>
                    <a:pt x="368040" y="1047670"/>
                  </a:lnTo>
                  <a:lnTo>
                    <a:pt x="368041" y="1047650"/>
                  </a:lnTo>
                  <a:lnTo>
                    <a:pt x="368042" y="1047636"/>
                  </a:lnTo>
                  <a:lnTo>
                    <a:pt x="368042" y="1047626"/>
                  </a:lnTo>
                  <a:lnTo>
                    <a:pt x="368041" y="1047609"/>
                  </a:lnTo>
                  <a:lnTo>
                    <a:pt x="368038" y="1047590"/>
                  </a:lnTo>
                  <a:lnTo>
                    <a:pt x="368035" y="1047572"/>
                  </a:lnTo>
                  <a:lnTo>
                    <a:pt x="368032" y="1047558"/>
                  </a:lnTo>
                  <a:lnTo>
                    <a:pt x="368027" y="1047545"/>
                  </a:lnTo>
                  <a:lnTo>
                    <a:pt x="368022" y="1047534"/>
                  </a:lnTo>
                  <a:lnTo>
                    <a:pt x="368015" y="1047522"/>
                  </a:lnTo>
                  <a:lnTo>
                    <a:pt x="368007" y="1047507"/>
                  </a:lnTo>
                  <a:lnTo>
                    <a:pt x="368001" y="1047493"/>
                  </a:lnTo>
                  <a:lnTo>
                    <a:pt x="367994" y="1047483"/>
                  </a:lnTo>
                  <a:lnTo>
                    <a:pt x="367984" y="1047470"/>
                  </a:lnTo>
                  <a:lnTo>
                    <a:pt x="367973" y="1047455"/>
                  </a:lnTo>
                  <a:lnTo>
                    <a:pt x="367961" y="1047439"/>
                  </a:lnTo>
                  <a:lnTo>
                    <a:pt x="367957" y="1047433"/>
                  </a:lnTo>
                  <a:lnTo>
                    <a:pt x="367952" y="1047423"/>
                  </a:lnTo>
                  <a:lnTo>
                    <a:pt x="367933" y="1047398"/>
                  </a:lnTo>
                  <a:lnTo>
                    <a:pt x="367912" y="1047371"/>
                  </a:lnTo>
                  <a:lnTo>
                    <a:pt x="367894" y="1047346"/>
                  </a:lnTo>
                  <a:lnTo>
                    <a:pt x="367863" y="1047312"/>
                  </a:lnTo>
                  <a:lnTo>
                    <a:pt x="367840" y="1047282"/>
                  </a:lnTo>
                  <a:lnTo>
                    <a:pt x="367836" y="1047274"/>
                  </a:lnTo>
                  <a:lnTo>
                    <a:pt x="367831" y="1047256"/>
                  </a:lnTo>
                  <a:lnTo>
                    <a:pt x="367825" y="1047248"/>
                  </a:lnTo>
                  <a:lnTo>
                    <a:pt x="367818" y="1047248"/>
                  </a:lnTo>
                  <a:lnTo>
                    <a:pt x="367807" y="1047253"/>
                  </a:lnTo>
                  <a:lnTo>
                    <a:pt x="367796" y="1047260"/>
                  </a:lnTo>
                  <a:lnTo>
                    <a:pt x="367782" y="1047271"/>
                  </a:lnTo>
                  <a:lnTo>
                    <a:pt x="367773" y="1047276"/>
                  </a:lnTo>
                  <a:lnTo>
                    <a:pt x="367767" y="1047280"/>
                  </a:lnTo>
                  <a:lnTo>
                    <a:pt x="367756" y="1047287"/>
                  </a:lnTo>
                  <a:lnTo>
                    <a:pt x="367746" y="1047293"/>
                  </a:lnTo>
                  <a:lnTo>
                    <a:pt x="367738" y="1047297"/>
                  </a:lnTo>
                  <a:lnTo>
                    <a:pt x="367730" y="1047302"/>
                  </a:lnTo>
                  <a:lnTo>
                    <a:pt x="367722" y="1047306"/>
                  </a:lnTo>
                  <a:lnTo>
                    <a:pt x="367711" y="1047309"/>
                  </a:lnTo>
                  <a:lnTo>
                    <a:pt x="367705" y="1047313"/>
                  </a:lnTo>
                  <a:lnTo>
                    <a:pt x="367697" y="1047316"/>
                  </a:lnTo>
                  <a:lnTo>
                    <a:pt x="367691" y="1047322"/>
                  </a:lnTo>
                  <a:lnTo>
                    <a:pt x="367684" y="1047327"/>
                  </a:lnTo>
                  <a:lnTo>
                    <a:pt x="367675" y="1047331"/>
                  </a:lnTo>
                  <a:lnTo>
                    <a:pt x="367665" y="1047338"/>
                  </a:lnTo>
                  <a:lnTo>
                    <a:pt x="367656" y="1047340"/>
                  </a:lnTo>
                  <a:lnTo>
                    <a:pt x="367651" y="1047340"/>
                  </a:lnTo>
                  <a:lnTo>
                    <a:pt x="367642" y="1047338"/>
                  </a:lnTo>
                  <a:lnTo>
                    <a:pt x="367638" y="1047338"/>
                  </a:lnTo>
                  <a:lnTo>
                    <a:pt x="367633" y="1047339"/>
                  </a:lnTo>
                  <a:lnTo>
                    <a:pt x="367628" y="1047343"/>
                  </a:lnTo>
                  <a:lnTo>
                    <a:pt x="367620" y="1047349"/>
                  </a:lnTo>
                  <a:lnTo>
                    <a:pt x="367614" y="1047353"/>
                  </a:lnTo>
                  <a:lnTo>
                    <a:pt x="367598" y="1047360"/>
                  </a:lnTo>
                  <a:lnTo>
                    <a:pt x="367593" y="1047363"/>
                  </a:lnTo>
                  <a:lnTo>
                    <a:pt x="367587" y="1047368"/>
                  </a:lnTo>
                  <a:lnTo>
                    <a:pt x="367581" y="1047373"/>
                  </a:lnTo>
                  <a:lnTo>
                    <a:pt x="367574" y="1047374"/>
                  </a:lnTo>
                  <a:lnTo>
                    <a:pt x="367564" y="1047372"/>
                  </a:lnTo>
                  <a:lnTo>
                    <a:pt x="367559" y="1047372"/>
                  </a:lnTo>
                  <a:lnTo>
                    <a:pt x="367553" y="1047374"/>
                  </a:lnTo>
                  <a:lnTo>
                    <a:pt x="367543" y="1047377"/>
                  </a:lnTo>
                  <a:lnTo>
                    <a:pt x="367527" y="1047379"/>
                  </a:lnTo>
                  <a:lnTo>
                    <a:pt x="367521" y="1047383"/>
                  </a:lnTo>
                  <a:lnTo>
                    <a:pt x="367500" y="1047397"/>
                  </a:lnTo>
                  <a:lnTo>
                    <a:pt x="367492" y="1047402"/>
                  </a:lnTo>
                  <a:lnTo>
                    <a:pt x="367476" y="1047412"/>
                  </a:lnTo>
                  <a:lnTo>
                    <a:pt x="367457" y="1047420"/>
                  </a:lnTo>
                  <a:lnTo>
                    <a:pt x="367436" y="1047424"/>
                  </a:lnTo>
                  <a:lnTo>
                    <a:pt x="367426" y="1047426"/>
                  </a:lnTo>
                  <a:lnTo>
                    <a:pt x="367415" y="1047427"/>
                  </a:lnTo>
                  <a:lnTo>
                    <a:pt x="367408" y="1047425"/>
                  </a:lnTo>
                  <a:lnTo>
                    <a:pt x="367394" y="1047419"/>
                  </a:lnTo>
                  <a:lnTo>
                    <a:pt x="367388" y="1047418"/>
                  </a:lnTo>
                  <a:lnTo>
                    <a:pt x="367384" y="1047416"/>
                  </a:lnTo>
                  <a:lnTo>
                    <a:pt x="367376" y="1047412"/>
                  </a:lnTo>
                  <a:lnTo>
                    <a:pt x="367368" y="1047409"/>
                  </a:lnTo>
                  <a:lnTo>
                    <a:pt x="367362" y="1047407"/>
                  </a:lnTo>
                  <a:lnTo>
                    <a:pt x="367353" y="1047401"/>
                  </a:lnTo>
                  <a:lnTo>
                    <a:pt x="367347" y="1047397"/>
                  </a:lnTo>
                  <a:lnTo>
                    <a:pt x="367344" y="1047390"/>
                  </a:lnTo>
                  <a:lnTo>
                    <a:pt x="367341" y="1047380"/>
                  </a:lnTo>
                  <a:lnTo>
                    <a:pt x="367337" y="1047364"/>
                  </a:lnTo>
                  <a:lnTo>
                    <a:pt x="367333" y="1047349"/>
                  </a:lnTo>
                  <a:lnTo>
                    <a:pt x="367330" y="1047330"/>
                  </a:lnTo>
                  <a:lnTo>
                    <a:pt x="367329" y="1047324"/>
                  </a:lnTo>
                  <a:lnTo>
                    <a:pt x="367328" y="1047308"/>
                  </a:lnTo>
                  <a:lnTo>
                    <a:pt x="367328" y="1047293"/>
                  </a:lnTo>
                  <a:lnTo>
                    <a:pt x="367327" y="1047273"/>
                  </a:lnTo>
                  <a:lnTo>
                    <a:pt x="367328" y="1047259"/>
                  </a:lnTo>
                  <a:lnTo>
                    <a:pt x="367329" y="1047243"/>
                  </a:lnTo>
                  <a:lnTo>
                    <a:pt x="367332" y="1047224"/>
                  </a:lnTo>
                  <a:lnTo>
                    <a:pt x="367333" y="1047213"/>
                  </a:lnTo>
                  <a:lnTo>
                    <a:pt x="367336" y="1047199"/>
                  </a:lnTo>
                  <a:lnTo>
                    <a:pt x="367338" y="1047189"/>
                  </a:lnTo>
                  <a:lnTo>
                    <a:pt x="367342" y="1047176"/>
                  </a:lnTo>
                  <a:lnTo>
                    <a:pt x="367348" y="1047154"/>
                  </a:lnTo>
                  <a:lnTo>
                    <a:pt x="367352" y="1047140"/>
                  </a:lnTo>
                  <a:lnTo>
                    <a:pt x="367356" y="1047123"/>
                  </a:lnTo>
                  <a:lnTo>
                    <a:pt x="367357" y="1047114"/>
                  </a:lnTo>
                  <a:lnTo>
                    <a:pt x="367358" y="1047108"/>
                  </a:lnTo>
                  <a:lnTo>
                    <a:pt x="367357" y="1047102"/>
                  </a:lnTo>
                  <a:lnTo>
                    <a:pt x="367352" y="1047096"/>
                  </a:lnTo>
                  <a:lnTo>
                    <a:pt x="367342" y="1047087"/>
                  </a:lnTo>
                  <a:lnTo>
                    <a:pt x="367332" y="1047079"/>
                  </a:lnTo>
                  <a:lnTo>
                    <a:pt x="367322" y="1047072"/>
                  </a:lnTo>
                  <a:lnTo>
                    <a:pt x="367315" y="1047068"/>
                  </a:lnTo>
                  <a:lnTo>
                    <a:pt x="367299" y="1047060"/>
                  </a:lnTo>
                  <a:lnTo>
                    <a:pt x="367282" y="1047053"/>
                  </a:lnTo>
                  <a:lnTo>
                    <a:pt x="367266" y="1047046"/>
                  </a:lnTo>
                  <a:lnTo>
                    <a:pt x="367249" y="1047040"/>
                  </a:lnTo>
                  <a:lnTo>
                    <a:pt x="367233" y="1047034"/>
                  </a:lnTo>
                  <a:lnTo>
                    <a:pt x="367218" y="1047029"/>
                  </a:lnTo>
                  <a:lnTo>
                    <a:pt x="367207" y="1047026"/>
                  </a:lnTo>
                  <a:lnTo>
                    <a:pt x="367191" y="1047022"/>
                  </a:lnTo>
                  <a:lnTo>
                    <a:pt x="367176" y="1047017"/>
                  </a:lnTo>
                  <a:lnTo>
                    <a:pt x="367158" y="1047012"/>
                  </a:lnTo>
                  <a:lnTo>
                    <a:pt x="367134" y="1047006"/>
                  </a:lnTo>
                  <a:lnTo>
                    <a:pt x="367126" y="1047004"/>
                  </a:lnTo>
                  <a:lnTo>
                    <a:pt x="367112" y="1047000"/>
                  </a:lnTo>
                  <a:lnTo>
                    <a:pt x="367103" y="1046997"/>
                  </a:lnTo>
                  <a:lnTo>
                    <a:pt x="367093" y="1046992"/>
                  </a:lnTo>
                  <a:lnTo>
                    <a:pt x="367087" y="1046988"/>
                  </a:lnTo>
                  <a:lnTo>
                    <a:pt x="367084" y="1046980"/>
                  </a:lnTo>
                  <a:lnTo>
                    <a:pt x="367084" y="1046974"/>
                  </a:lnTo>
                  <a:lnTo>
                    <a:pt x="367086" y="1046962"/>
                  </a:lnTo>
                  <a:lnTo>
                    <a:pt x="367088" y="1046953"/>
                  </a:lnTo>
                  <a:lnTo>
                    <a:pt x="367089" y="1046946"/>
                  </a:lnTo>
                  <a:lnTo>
                    <a:pt x="367089" y="1046939"/>
                  </a:lnTo>
                  <a:lnTo>
                    <a:pt x="367089" y="1046924"/>
                  </a:lnTo>
                  <a:lnTo>
                    <a:pt x="367088" y="1046905"/>
                  </a:lnTo>
                  <a:lnTo>
                    <a:pt x="367086" y="1046886"/>
                  </a:lnTo>
                  <a:lnTo>
                    <a:pt x="367084" y="1046862"/>
                  </a:lnTo>
                  <a:lnTo>
                    <a:pt x="367083" y="1046841"/>
                  </a:lnTo>
                  <a:lnTo>
                    <a:pt x="367082" y="1046824"/>
                  </a:lnTo>
                  <a:lnTo>
                    <a:pt x="367081" y="1046812"/>
                  </a:lnTo>
                  <a:lnTo>
                    <a:pt x="367079" y="1046800"/>
                  </a:lnTo>
                  <a:lnTo>
                    <a:pt x="367077" y="1046792"/>
                  </a:lnTo>
                  <a:lnTo>
                    <a:pt x="367075" y="1046785"/>
                  </a:lnTo>
                  <a:lnTo>
                    <a:pt x="367072" y="1046776"/>
                  </a:lnTo>
                  <a:lnTo>
                    <a:pt x="367068" y="1046769"/>
                  </a:lnTo>
                  <a:lnTo>
                    <a:pt x="367063" y="1046761"/>
                  </a:lnTo>
                  <a:lnTo>
                    <a:pt x="367056" y="1046751"/>
                  </a:lnTo>
                  <a:lnTo>
                    <a:pt x="367049" y="1046744"/>
                  </a:lnTo>
                  <a:lnTo>
                    <a:pt x="367041" y="1046738"/>
                  </a:lnTo>
                  <a:lnTo>
                    <a:pt x="367033" y="1046733"/>
                  </a:lnTo>
                  <a:lnTo>
                    <a:pt x="367025" y="1046729"/>
                  </a:lnTo>
                  <a:lnTo>
                    <a:pt x="367013" y="1046722"/>
                  </a:lnTo>
                  <a:lnTo>
                    <a:pt x="367003" y="1046715"/>
                  </a:lnTo>
                  <a:lnTo>
                    <a:pt x="366993" y="1046707"/>
                  </a:lnTo>
                  <a:lnTo>
                    <a:pt x="366988" y="1046702"/>
                  </a:lnTo>
                  <a:lnTo>
                    <a:pt x="366981" y="1046694"/>
                  </a:lnTo>
                  <a:lnTo>
                    <a:pt x="366973" y="1046686"/>
                  </a:lnTo>
                  <a:lnTo>
                    <a:pt x="366963" y="1046673"/>
                  </a:lnTo>
                  <a:lnTo>
                    <a:pt x="366953" y="1046659"/>
                  </a:lnTo>
                  <a:lnTo>
                    <a:pt x="366944" y="1046646"/>
                  </a:lnTo>
                  <a:lnTo>
                    <a:pt x="366933" y="1046625"/>
                  </a:lnTo>
                  <a:lnTo>
                    <a:pt x="366927" y="1046612"/>
                  </a:lnTo>
                  <a:lnTo>
                    <a:pt x="366920" y="1046595"/>
                  </a:lnTo>
                  <a:lnTo>
                    <a:pt x="366916" y="1046581"/>
                  </a:lnTo>
                  <a:lnTo>
                    <a:pt x="366911" y="1046560"/>
                  </a:lnTo>
                  <a:lnTo>
                    <a:pt x="366909" y="1046542"/>
                  </a:lnTo>
                  <a:lnTo>
                    <a:pt x="366907" y="1046522"/>
                  </a:lnTo>
                  <a:lnTo>
                    <a:pt x="366905" y="1046511"/>
                  </a:lnTo>
                  <a:lnTo>
                    <a:pt x="366902" y="1046499"/>
                  </a:lnTo>
                  <a:lnTo>
                    <a:pt x="366898" y="1046489"/>
                  </a:lnTo>
                  <a:lnTo>
                    <a:pt x="366893" y="1046480"/>
                  </a:lnTo>
                  <a:lnTo>
                    <a:pt x="366886" y="1046468"/>
                  </a:lnTo>
                  <a:lnTo>
                    <a:pt x="366878" y="1046459"/>
                  </a:lnTo>
                  <a:lnTo>
                    <a:pt x="366871" y="1046451"/>
                  </a:lnTo>
                  <a:lnTo>
                    <a:pt x="366867" y="1046451"/>
                  </a:lnTo>
                  <a:lnTo>
                    <a:pt x="366860" y="1046459"/>
                  </a:lnTo>
                  <a:lnTo>
                    <a:pt x="366852" y="1046473"/>
                  </a:lnTo>
                  <a:lnTo>
                    <a:pt x="366845" y="1046485"/>
                  </a:lnTo>
                  <a:lnTo>
                    <a:pt x="366838" y="1046496"/>
                  </a:lnTo>
                  <a:lnTo>
                    <a:pt x="366829" y="1046509"/>
                  </a:lnTo>
                  <a:lnTo>
                    <a:pt x="366811" y="1046523"/>
                  </a:lnTo>
                  <a:lnTo>
                    <a:pt x="366803" y="1046531"/>
                  </a:lnTo>
                  <a:lnTo>
                    <a:pt x="366797" y="1046537"/>
                  </a:lnTo>
                  <a:lnTo>
                    <a:pt x="366788" y="1046548"/>
                  </a:lnTo>
                  <a:lnTo>
                    <a:pt x="366770" y="1046565"/>
                  </a:lnTo>
                  <a:lnTo>
                    <a:pt x="366752" y="1046581"/>
                  </a:lnTo>
                  <a:lnTo>
                    <a:pt x="366733" y="1046597"/>
                  </a:lnTo>
                  <a:lnTo>
                    <a:pt x="366720" y="1046608"/>
                  </a:lnTo>
                  <a:lnTo>
                    <a:pt x="366708" y="1046617"/>
                  </a:lnTo>
                  <a:lnTo>
                    <a:pt x="366682" y="1046639"/>
                  </a:lnTo>
                  <a:lnTo>
                    <a:pt x="366667" y="1046651"/>
                  </a:lnTo>
                  <a:lnTo>
                    <a:pt x="366663" y="1046655"/>
                  </a:lnTo>
                  <a:lnTo>
                    <a:pt x="366656" y="1046668"/>
                  </a:lnTo>
                  <a:lnTo>
                    <a:pt x="366648" y="1046689"/>
                  </a:lnTo>
                  <a:lnTo>
                    <a:pt x="366642" y="1046702"/>
                  </a:lnTo>
                  <a:lnTo>
                    <a:pt x="366633" y="1046712"/>
                  </a:lnTo>
                  <a:lnTo>
                    <a:pt x="366628" y="1046724"/>
                  </a:lnTo>
                  <a:lnTo>
                    <a:pt x="366621" y="1046744"/>
                  </a:lnTo>
                  <a:lnTo>
                    <a:pt x="366611" y="1046762"/>
                  </a:lnTo>
                  <a:lnTo>
                    <a:pt x="366600" y="1046778"/>
                  </a:lnTo>
                  <a:lnTo>
                    <a:pt x="366589" y="1046785"/>
                  </a:lnTo>
                  <a:lnTo>
                    <a:pt x="366583" y="1046787"/>
                  </a:lnTo>
                  <a:lnTo>
                    <a:pt x="366574" y="1046791"/>
                  </a:lnTo>
                  <a:lnTo>
                    <a:pt x="366563" y="1046795"/>
                  </a:lnTo>
                  <a:lnTo>
                    <a:pt x="366551" y="1046798"/>
                  </a:lnTo>
                  <a:lnTo>
                    <a:pt x="366547" y="1046802"/>
                  </a:lnTo>
                  <a:lnTo>
                    <a:pt x="366543" y="1046806"/>
                  </a:lnTo>
                  <a:lnTo>
                    <a:pt x="366535" y="1046805"/>
                  </a:lnTo>
                  <a:lnTo>
                    <a:pt x="366528" y="1046801"/>
                  </a:lnTo>
                  <a:lnTo>
                    <a:pt x="366519" y="1046796"/>
                  </a:lnTo>
                  <a:lnTo>
                    <a:pt x="366513" y="1046794"/>
                  </a:lnTo>
                  <a:lnTo>
                    <a:pt x="366501" y="1046793"/>
                  </a:lnTo>
                  <a:lnTo>
                    <a:pt x="366482" y="1046793"/>
                  </a:lnTo>
                  <a:lnTo>
                    <a:pt x="366453" y="1046792"/>
                  </a:lnTo>
                  <a:lnTo>
                    <a:pt x="366436" y="1046791"/>
                  </a:lnTo>
                  <a:lnTo>
                    <a:pt x="366424" y="1046790"/>
                  </a:lnTo>
                  <a:lnTo>
                    <a:pt x="366412" y="1046791"/>
                  </a:lnTo>
                  <a:lnTo>
                    <a:pt x="366393" y="1046793"/>
                  </a:lnTo>
                  <a:lnTo>
                    <a:pt x="366382" y="1046794"/>
                  </a:lnTo>
                  <a:lnTo>
                    <a:pt x="366368" y="1046797"/>
                  </a:lnTo>
                  <a:lnTo>
                    <a:pt x="366353" y="1046802"/>
                  </a:lnTo>
                  <a:lnTo>
                    <a:pt x="366315" y="1046814"/>
                  </a:lnTo>
                  <a:lnTo>
                    <a:pt x="366289" y="1046819"/>
                  </a:lnTo>
                  <a:lnTo>
                    <a:pt x="366256" y="1046821"/>
                  </a:lnTo>
                  <a:lnTo>
                    <a:pt x="366234" y="1046824"/>
                  </a:lnTo>
                  <a:lnTo>
                    <a:pt x="366215" y="1046816"/>
                  </a:lnTo>
                  <a:lnTo>
                    <a:pt x="366196" y="1046801"/>
                  </a:lnTo>
                  <a:lnTo>
                    <a:pt x="366177" y="1046783"/>
                  </a:lnTo>
                  <a:lnTo>
                    <a:pt x="366142" y="1046759"/>
                  </a:lnTo>
                  <a:lnTo>
                    <a:pt x="366136" y="1046753"/>
                  </a:lnTo>
                  <a:lnTo>
                    <a:pt x="366124" y="1046742"/>
                  </a:lnTo>
                  <a:lnTo>
                    <a:pt x="366114" y="1046732"/>
                  </a:lnTo>
                  <a:lnTo>
                    <a:pt x="366103" y="1046723"/>
                  </a:lnTo>
                  <a:lnTo>
                    <a:pt x="366090" y="1046713"/>
                  </a:lnTo>
                  <a:lnTo>
                    <a:pt x="366081" y="1046705"/>
                  </a:lnTo>
                  <a:lnTo>
                    <a:pt x="366077" y="1046702"/>
                  </a:lnTo>
                  <a:lnTo>
                    <a:pt x="366066" y="1046692"/>
                  </a:lnTo>
                  <a:lnTo>
                    <a:pt x="366049" y="1046678"/>
                  </a:lnTo>
                  <a:lnTo>
                    <a:pt x="366034" y="1046664"/>
                  </a:lnTo>
                  <a:lnTo>
                    <a:pt x="366022" y="1046652"/>
                  </a:lnTo>
                  <a:lnTo>
                    <a:pt x="366010" y="1046640"/>
                  </a:lnTo>
                  <a:lnTo>
                    <a:pt x="365999" y="1046635"/>
                  </a:lnTo>
                  <a:lnTo>
                    <a:pt x="365992" y="1046633"/>
                  </a:lnTo>
                  <a:lnTo>
                    <a:pt x="365983" y="1046632"/>
                  </a:lnTo>
                  <a:lnTo>
                    <a:pt x="365967" y="1046633"/>
                  </a:lnTo>
                  <a:lnTo>
                    <a:pt x="365938" y="1046636"/>
                  </a:lnTo>
                  <a:lnTo>
                    <a:pt x="365922" y="1046638"/>
                  </a:lnTo>
                  <a:lnTo>
                    <a:pt x="365907" y="1046641"/>
                  </a:lnTo>
                  <a:lnTo>
                    <a:pt x="365887" y="1046646"/>
                  </a:lnTo>
                  <a:lnTo>
                    <a:pt x="365875" y="1046650"/>
                  </a:lnTo>
                  <a:lnTo>
                    <a:pt x="365863" y="1046655"/>
                  </a:lnTo>
                  <a:lnTo>
                    <a:pt x="365854" y="1046659"/>
                  </a:lnTo>
                  <a:lnTo>
                    <a:pt x="365845" y="1046663"/>
                  </a:lnTo>
                  <a:lnTo>
                    <a:pt x="365835" y="1046669"/>
                  </a:lnTo>
                  <a:lnTo>
                    <a:pt x="365827" y="1046676"/>
                  </a:lnTo>
                  <a:lnTo>
                    <a:pt x="365818" y="1046682"/>
                  </a:lnTo>
                  <a:lnTo>
                    <a:pt x="365814" y="1046684"/>
                  </a:lnTo>
                  <a:lnTo>
                    <a:pt x="365809" y="1046684"/>
                  </a:lnTo>
                  <a:lnTo>
                    <a:pt x="365799" y="1046683"/>
                  </a:lnTo>
                  <a:lnTo>
                    <a:pt x="365777" y="1046679"/>
                  </a:lnTo>
                  <a:lnTo>
                    <a:pt x="365758" y="1046677"/>
                  </a:lnTo>
                  <a:lnTo>
                    <a:pt x="365744" y="1046676"/>
                  </a:lnTo>
                  <a:lnTo>
                    <a:pt x="365727" y="1046676"/>
                  </a:lnTo>
                  <a:lnTo>
                    <a:pt x="365698" y="1046677"/>
                  </a:lnTo>
                  <a:lnTo>
                    <a:pt x="365668" y="1046677"/>
                  </a:lnTo>
                  <a:lnTo>
                    <a:pt x="365635" y="1046677"/>
                  </a:lnTo>
                  <a:lnTo>
                    <a:pt x="365605" y="1046678"/>
                  </a:lnTo>
                  <a:lnTo>
                    <a:pt x="365580" y="1046680"/>
                  </a:lnTo>
                  <a:lnTo>
                    <a:pt x="365557" y="1046682"/>
                  </a:lnTo>
                  <a:lnTo>
                    <a:pt x="365539" y="1046685"/>
                  </a:lnTo>
                  <a:lnTo>
                    <a:pt x="365522" y="1046690"/>
                  </a:lnTo>
                  <a:lnTo>
                    <a:pt x="365504" y="1046694"/>
                  </a:lnTo>
                  <a:lnTo>
                    <a:pt x="365488" y="1046700"/>
                  </a:lnTo>
                  <a:lnTo>
                    <a:pt x="365479" y="1046704"/>
                  </a:lnTo>
                  <a:lnTo>
                    <a:pt x="365473" y="1046705"/>
                  </a:lnTo>
                  <a:lnTo>
                    <a:pt x="365466" y="1046707"/>
                  </a:lnTo>
                  <a:lnTo>
                    <a:pt x="365461" y="1046709"/>
                  </a:lnTo>
                  <a:lnTo>
                    <a:pt x="365454" y="1046711"/>
                  </a:lnTo>
                  <a:lnTo>
                    <a:pt x="365449" y="1046713"/>
                  </a:lnTo>
                  <a:lnTo>
                    <a:pt x="365443" y="1046715"/>
                  </a:lnTo>
                  <a:lnTo>
                    <a:pt x="365435" y="1046718"/>
                  </a:lnTo>
                  <a:lnTo>
                    <a:pt x="365425" y="1046723"/>
                  </a:lnTo>
                  <a:lnTo>
                    <a:pt x="365413" y="1046729"/>
                  </a:lnTo>
                  <a:lnTo>
                    <a:pt x="365406" y="1046737"/>
                  </a:lnTo>
                  <a:lnTo>
                    <a:pt x="365401" y="1046745"/>
                  </a:lnTo>
                  <a:lnTo>
                    <a:pt x="365397" y="1046757"/>
                  </a:lnTo>
                  <a:lnTo>
                    <a:pt x="365393" y="1046773"/>
                  </a:lnTo>
                  <a:lnTo>
                    <a:pt x="365391" y="1046780"/>
                  </a:lnTo>
                  <a:lnTo>
                    <a:pt x="365388" y="1046800"/>
                  </a:lnTo>
                  <a:lnTo>
                    <a:pt x="365385" y="1046816"/>
                  </a:lnTo>
                  <a:lnTo>
                    <a:pt x="365384" y="1046823"/>
                  </a:lnTo>
                  <a:lnTo>
                    <a:pt x="365379" y="1046828"/>
                  </a:lnTo>
                  <a:lnTo>
                    <a:pt x="365369" y="1046833"/>
                  </a:lnTo>
                  <a:lnTo>
                    <a:pt x="365355" y="1046839"/>
                  </a:lnTo>
                  <a:lnTo>
                    <a:pt x="365339" y="1046844"/>
                  </a:lnTo>
                  <a:lnTo>
                    <a:pt x="365322" y="1046850"/>
                  </a:lnTo>
                  <a:lnTo>
                    <a:pt x="365302" y="1046857"/>
                  </a:lnTo>
                  <a:lnTo>
                    <a:pt x="365282" y="1046864"/>
                  </a:lnTo>
                  <a:lnTo>
                    <a:pt x="365262" y="1046871"/>
                  </a:lnTo>
                  <a:lnTo>
                    <a:pt x="365230" y="1046881"/>
                  </a:lnTo>
                  <a:lnTo>
                    <a:pt x="365210" y="1046887"/>
                  </a:lnTo>
                  <a:lnTo>
                    <a:pt x="365203" y="1046890"/>
                  </a:lnTo>
                  <a:lnTo>
                    <a:pt x="365189" y="1046893"/>
                  </a:lnTo>
                  <a:lnTo>
                    <a:pt x="365175" y="1046895"/>
                  </a:lnTo>
                  <a:lnTo>
                    <a:pt x="365157" y="1046895"/>
                  </a:lnTo>
                  <a:lnTo>
                    <a:pt x="365135" y="1046895"/>
                  </a:lnTo>
                  <a:lnTo>
                    <a:pt x="365102" y="1046895"/>
                  </a:lnTo>
                  <a:lnTo>
                    <a:pt x="365057" y="1046895"/>
                  </a:lnTo>
                  <a:lnTo>
                    <a:pt x="365018" y="1046895"/>
                  </a:lnTo>
                  <a:lnTo>
                    <a:pt x="364996" y="1046896"/>
                  </a:lnTo>
                  <a:lnTo>
                    <a:pt x="364964" y="1046896"/>
                  </a:lnTo>
                  <a:lnTo>
                    <a:pt x="364936" y="1046898"/>
                  </a:lnTo>
                  <a:lnTo>
                    <a:pt x="364899" y="1046901"/>
                  </a:lnTo>
                  <a:lnTo>
                    <a:pt x="364878" y="1046904"/>
                  </a:lnTo>
                  <a:lnTo>
                    <a:pt x="364867" y="1046905"/>
                  </a:lnTo>
                  <a:lnTo>
                    <a:pt x="364861" y="1046905"/>
                  </a:lnTo>
                  <a:lnTo>
                    <a:pt x="364854" y="1046904"/>
                  </a:lnTo>
                  <a:lnTo>
                    <a:pt x="364848" y="1046902"/>
                  </a:lnTo>
                  <a:lnTo>
                    <a:pt x="364844" y="1046899"/>
                  </a:lnTo>
                  <a:lnTo>
                    <a:pt x="364839" y="1046895"/>
                  </a:lnTo>
                  <a:lnTo>
                    <a:pt x="364828" y="1046884"/>
                  </a:lnTo>
                  <a:lnTo>
                    <a:pt x="364820" y="1046876"/>
                  </a:lnTo>
                  <a:lnTo>
                    <a:pt x="364815" y="1046870"/>
                  </a:lnTo>
                  <a:lnTo>
                    <a:pt x="364806" y="1046857"/>
                  </a:lnTo>
                  <a:lnTo>
                    <a:pt x="364794" y="1046840"/>
                  </a:lnTo>
                  <a:lnTo>
                    <a:pt x="364784" y="1046827"/>
                  </a:lnTo>
                  <a:lnTo>
                    <a:pt x="364776" y="1046818"/>
                  </a:lnTo>
                  <a:lnTo>
                    <a:pt x="364763" y="1046808"/>
                  </a:lnTo>
                  <a:lnTo>
                    <a:pt x="364753" y="1046802"/>
                  </a:lnTo>
                  <a:lnTo>
                    <a:pt x="364740" y="1046794"/>
                  </a:lnTo>
                  <a:lnTo>
                    <a:pt x="364723" y="1046786"/>
                  </a:lnTo>
                  <a:lnTo>
                    <a:pt x="364705" y="1046777"/>
                  </a:lnTo>
                  <a:lnTo>
                    <a:pt x="364684" y="1046766"/>
                  </a:lnTo>
                  <a:lnTo>
                    <a:pt x="364673" y="1046760"/>
                  </a:lnTo>
                  <a:lnTo>
                    <a:pt x="364663" y="1046753"/>
                  </a:lnTo>
                  <a:lnTo>
                    <a:pt x="364649" y="1046741"/>
                  </a:lnTo>
                  <a:lnTo>
                    <a:pt x="364633" y="1046726"/>
                  </a:lnTo>
                  <a:lnTo>
                    <a:pt x="364621" y="1046712"/>
                  </a:lnTo>
                  <a:lnTo>
                    <a:pt x="364611" y="1046701"/>
                  </a:lnTo>
                  <a:lnTo>
                    <a:pt x="364605" y="1046693"/>
                  </a:lnTo>
                  <a:lnTo>
                    <a:pt x="364592" y="1046677"/>
                  </a:lnTo>
                  <a:lnTo>
                    <a:pt x="364580" y="1046666"/>
                  </a:lnTo>
                  <a:lnTo>
                    <a:pt x="364571" y="1046658"/>
                  </a:lnTo>
                  <a:lnTo>
                    <a:pt x="364561" y="1046651"/>
                  </a:lnTo>
                  <a:lnTo>
                    <a:pt x="364539" y="1046638"/>
                  </a:lnTo>
                  <a:lnTo>
                    <a:pt x="364529" y="1046631"/>
                  </a:lnTo>
                  <a:lnTo>
                    <a:pt x="364519" y="1046625"/>
                  </a:lnTo>
                  <a:lnTo>
                    <a:pt x="364513" y="1046618"/>
                  </a:lnTo>
                  <a:lnTo>
                    <a:pt x="364510" y="1046614"/>
                  </a:lnTo>
                  <a:lnTo>
                    <a:pt x="364507" y="1046609"/>
                  </a:lnTo>
                  <a:lnTo>
                    <a:pt x="364505" y="1046603"/>
                  </a:lnTo>
                  <a:lnTo>
                    <a:pt x="364503" y="1046591"/>
                  </a:lnTo>
                  <a:lnTo>
                    <a:pt x="364503" y="1046576"/>
                  </a:lnTo>
                  <a:lnTo>
                    <a:pt x="364506" y="1046561"/>
                  </a:lnTo>
                  <a:lnTo>
                    <a:pt x="364508" y="1046550"/>
                  </a:lnTo>
                  <a:lnTo>
                    <a:pt x="364511" y="1046533"/>
                  </a:lnTo>
                  <a:lnTo>
                    <a:pt x="364512" y="1046515"/>
                  </a:lnTo>
                  <a:lnTo>
                    <a:pt x="364512" y="1046498"/>
                  </a:lnTo>
                  <a:lnTo>
                    <a:pt x="364512" y="1046487"/>
                  </a:lnTo>
                  <a:lnTo>
                    <a:pt x="364512" y="1046476"/>
                  </a:lnTo>
                  <a:lnTo>
                    <a:pt x="364511" y="1046469"/>
                  </a:lnTo>
                  <a:lnTo>
                    <a:pt x="364509" y="1046459"/>
                  </a:lnTo>
                  <a:lnTo>
                    <a:pt x="364507" y="1046452"/>
                  </a:lnTo>
                  <a:lnTo>
                    <a:pt x="364502" y="1046442"/>
                  </a:lnTo>
                  <a:lnTo>
                    <a:pt x="364497" y="1046435"/>
                  </a:lnTo>
                  <a:lnTo>
                    <a:pt x="364489" y="1046427"/>
                  </a:lnTo>
                  <a:lnTo>
                    <a:pt x="364483" y="1046422"/>
                  </a:lnTo>
                  <a:lnTo>
                    <a:pt x="364478" y="1046419"/>
                  </a:lnTo>
                  <a:lnTo>
                    <a:pt x="364468" y="1046415"/>
                  </a:lnTo>
                  <a:lnTo>
                    <a:pt x="364446" y="1046409"/>
                  </a:lnTo>
                  <a:lnTo>
                    <a:pt x="364420" y="1046403"/>
                  </a:lnTo>
                  <a:lnTo>
                    <a:pt x="364397" y="1046398"/>
                  </a:lnTo>
                  <a:lnTo>
                    <a:pt x="364381" y="1046395"/>
                  </a:lnTo>
                  <a:lnTo>
                    <a:pt x="364365" y="1046392"/>
                  </a:lnTo>
                  <a:lnTo>
                    <a:pt x="364335" y="1046389"/>
                  </a:lnTo>
                  <a:lnTo>
                    <a:pt x="364309" y="1046388"/>
                  </a:lnTo>
                  <a:lnTo>
                    <a:pt x="364286" y="1046387"/>
                  </a:lnTo>
                  <a:lnTo>
                    <a:pt x="364270" y="1046385"/>
                  </a:lnTo>
                  <a:lnTo>
                    <a:pt x="364258" y="1046383"/>
                  </a:lnTo>
                  <a:lnTo>
                    <a:pt x="364255" y="1046381"/>
                  </a:lnTo>
                  <a:lnTo>
                    <a:pt x="364262" y="1046375"/>
                  </a:lnTo>
                  <a:lnTo>
                    <a:pt x="364270" y="1046371"/>
                  </a:lnTo>
                  <a:lnTo>
                    <a:pt x="364276" y="1046366"/>
                  </a:lnTo>
                  <a:lnTo>
                    <a:pt x="364283" y="1046358"/>
                  </a:lnTo>
                  <a:lnTo>
                    <a:pt x="364288" y="1046353"/>
                  </a:lnTo>
                  <a:lnTo>
                    <a:pt x="364292" y="1046348"/>
                  </a:lnTo>
                  <a:lnTo>
                    <a:pt x="364296" y="1046341"/>
                  </a:lnTo>
                  <a:lnTo>
                    <a:pt x="364300" y="1046333"/>
                  </a:lnTo>
                  <a:lnTo>
                    <a:pt x="364306" y="1046321"/>
                  </a:lnTo>
                  <a:lnTo>
                    <a:pt x="364309" y="1046311"/>
                  </a:lnTo>
                  <a:lnTo>
                    <a:pt x="364312" y="1046301"/>
                  </a:lnTo>
                  <a:lnTo>
                    <a:pt x="364314" y="1046294"/>
                  </a:lnTo>
                  <a:lnTo>
                    <a:pt x="364317" y="1046277"/>
                  </a:lnTo>
                  <a:lnTo>
                    <a:pt x="364319" y="1046267"/>
                  </a:lnTo>
                  <a:lnTo>
                    <a:pt x="364322" y="1046253"/>
                  </a:lnTo>
                  <a:lnTo>
                    <a:pt x="364325" y="1046244"/>
                  </a:lnTo>
                  <a:lnTo>
                    <a:pt x="364329" y="1046235"/>
                  </a:lnTo>
                  <a:lnTo>
                    <a:pt x="364333" y="1046226"/>
                  </a:lnTo>
                  <a:lnTo>
                    <a:pt x="364342" y="1046207"/>
                  </a:lnTo>
                  <a:lnTo>
                    <a:pt x="364348" y="1046192"/>
                  </a:lnTo>
                  <a:lnTo>
                    <a:pt x="364353" y="1046181"/>
                  </a:lnTo>
                  <a:lnTo>
                    <a:pt x="364361" y="1046161"/>
                  </a:lnTo>
                  <a:lnTo>
                    <a:pt x="364367" y="1046149"/>
                  </a:lnTo>
                  <a:lnTo>
                    <a:pt x="364374" y="1046132"/>
                  </a:lnTo>
                  <a:lnTo>
                    <a:pt x="364380" y="1046118"/>
                  </a:lnTo>
                  <a:lnTo>
                    <a:pt x="364388" y="1046099"/>
                  </a:lnTo>
                  <a:lnTo>
                    <a:pt x="364391" y="1046088"/>
                  </a:lnTo>
                  <a:lnTo>
                    <a:pt x="364395" y="1046078"/>
                  </a:lnTo>
                  <a:lnTo>
                    <a:pt x="364399" y="1046062"/>
                  </a:lnTo>
                  <a:lnTo>
                    <a:pt x="364401" y="1046050"/>
                  </a:lnTo>
                  <a:lnTo>
                    <a:pt x="364402" y="1046040"/>
                  </a:lnTo>
                  <a:lnTo>
                    <a:pt x="364403" y="1046018"/>
                  </a:lnTo>
                  <a:lnTo>
                    <a:pt x="364402" y="1045994"/>
                  </a:lnTo>
                  <a:lnTo>
                    <a:pt x="364403" y="1045976"/>
                  </a:lnTo>
                  <a:lnTo>
                    <a:pt x="364404" y="1045960"/>
                  </a:lnTo>
                  <a:lnTo>
                    <a:pt x="364406" y="1045947"/>
                  </a:lnTo>
                  <a:lnTo>
                    <a:pt x="364409" y="1045931"/>
                  </a:lnTo>
                  <a:lnTo>
                    <a:pt x="364412" y="1045919"/>
                  </a:lnTo>
                  <a:lnTo>
                    <a:pt x="364416" y="1045908"/>
                  </a:lnTo>
                  <a:lnTo>
                    <a:pt x="364422" y="1045900"/>
                  </a:lnTo>
                  <a:lnTo>
                    <a:pt x="364431" y="1045888"/>
                  </a:lnTo>
                  <a:lnTo>
                    <a:pt x="364438" y="1045881"/>
                  </a:lnTo>
                  <a:lnTo>
                    <a:pt x="364451" y="1045867"/>
                  </a:lnTo>
                  <a:lnTo>
                    <a:pt x="364463" y="1045856"/>
                  </a:lnTo>
                  <a:lnTo>
                    <a:pt x="364481" y="1045839"/>
                  </a:lnTo>
                  <a:lnTo>
                    <a:pt x="364491" y="1045830"/>
                  </a:lnTo>
                  <a:lnTo>
                    <a:pt x="364502" y="1045820"/>
                  </a:lnTo>
                  <a:lnTo>
                    <a:pt x="364510" y="1045813"/>
                  </a:lnTo>
                  <a:lnTo>
                    <a:pt x="364513" y="1045809"/>
                  </a:lnTo>
                  <a:lnTo>
                    <a:pt x="364516" y="1045804"/>
                  </a:lnTo>
                  <a:lnTo>
                    <a:pt x="364518" y="1045797"/>
                  </a:lnTo>
                  <a:lnTo>
                    <a:pt x="364521" y="1045778"/>
                  </a:lnTo>
                  <a:lnTo>
                    <a:pt x="364525" y="1045758"/>
                  </a:lnTo>
                  <a:lnTo>
                    <a:pt x="364527" y="1045740"/>
                  </a:lnTo>
                  <a:lnTo>
                    <a:pt x="364531" y="1045715"/>
                  </a:lnTo>
                  <a:lnTo>
                    <a:pt x="364536" y="1045688"/>
                  </a:lnTo>
                  <a:lnTo>
                    <a:pt x="364542" y="1045665"/>
                  </a:lnTo>
                  <a:lnTo>
                    <a:pt x="364548" y="1045643"/>
                  </a:lnTo>
                  <a:lnTo>
                    <a:pt x="364553" y="1045627"/>
                  </a:lnTo>
                  <a:lnTo>
                    <a:pt x="364556" y="1045615"/>
                  </a:lnTo>
                  <a:lnTo>
                    <a:pt x="364553" y="1045608"/>
                  </a:lnTo>
                  <a:lnTo>
                    <a:pt x="364551" y="1045603"/>
                  </a:lnTo>
                  <a:lnTo>
                    <a:pt x="364544" y="1045596"/>
                  </a:lnTo>
                  <a:lnTo>
                    <a:pt x="364532" y="1045585"/>
                  </a:lnTo>
                  <a:lnTo>
                    <a:pt x="364517" y="1045573"/>
                  </a:lnTo>
                  <a:lnTo>
                    <a:pt x="364504" y="1045562"/>
                  </a:lnTo>
                  <a:lnTo>
                    <a:pt x="364492" y="1045553"/>
                  </a:lnTo>
                  <a:lnTo>
                    <a:pt x="364481" y="1045544"/>
                  </a:lnTo>
                  <a:lnTo>
                    <a:pt x="364465" y="1045536"/>
                  </a:lnTo>
                  <a:lnTo>
                    <a:pt x="364450" y="1045528"/>
                  </a:lnTo>
                  <a:lnTo>
                    <a:pt x="364433" y="1045520"/>
                  </a:lnTo>
                  <a:lnTo>
                    <a:pt x="364418" y="1045513"/>
                  </a:lnTo>
                  <a:lnTo>
                    <a:pt x="364406" y="1045507"/>
                  </a:lnTo>
                  <a:lnTo>
                    <a:pt x="364392" y="1045500"/>
                  </a:lnTo>
                  <a:lnTo>
                    <a:pt x="364373" y="1045489"/>
                  </a:lnTo>
                  <a:lnTo>
                    <a:pt x="364355" y="1045479"/>
                  </a:lnTo>
                  <a:lnTo>
                    <a:pt x="364347" y="1045473"/>
                  </a:lnTo>
                  <a:lnTo>
                    <a:pt x="364339" y="1045467"/>
                  </a:lnTo>
                  <a:lnTo>
                    <a:pt x="364328" y="1045459"/>
                  </a:lnTo>
                  <a:lnTo>
                    <a:pt x="364321" y="1045452"/>
                  </a:lnTo>
                  <a:lnTo>
                    <a:pt x="364315" y="1045446"/>
                  </a:lnTo>
                  <a:lnTo>
                    <a:pt x="364312" y="1045443"/>
                  </a:lnTo>
                  <a:lnTo>
                    <a:pt x="364309" y="1045438"/>
                  </a:lnTo>
                  <a:lnTo>
                    <a:pt x="364306" y="1045430"/>
                  </a:lnTo>
                  <a:lnTo>
                    <a:pt x="364302" y="1045417"/>
                  </a:lnTo>
                  <a:lnTo>
                    <a:pt x="364297" y="1045402"/>
                  </a:lnTo>
                  <a:lnTo>
                    <a:pt x="364292" y="1045389"/>
                  </a:lnTo>
                  <a:lnTo>
                    <a:pt x="364289" y="1045383"/>
                  </a:lnTo>
                  <a:lnTo>
                    <a:pt x="364285" y="1045375"/>
                  </a:lnTo>
                  <a:lnTo>
                    <a:pt x="364278" y="1045363"/>
                  </a:lnTo>
                  <a:lnTo>
                    <a:pt x="364270" y="1045351"/>
                  </a:lnTo>
                  <a:lnTo>
                    <a:pt x="364259" y="1045336"/>
                  </a:lnTo>
                  <a:lnTo>
                    <a:pt x="364249" y="1045324"/>
                  </a:lnTo>
                  <a:lnTo>
                    <a:pt x="364240" y="1045312"/>
                  </a:lnTo>
                  <a:lnTo>
                    <a:pt x="364230" y="1045300"/>
                  </a:lnTo>
                  <a:lnTo>
                    <a:pt x="364222" y="1045290"/>
                  </a:lnTo>
                  <a:lnTo>
                    <a:pt x="364211" y="1045279"/>
                  </a:lnTo>
                  <a:lnTo>
                    <a:pt x="364203" y="1045272"/>
                  </a:lnTo>
                  <a:lnTo>
                    <a:pt x="364190" y="1045260"/>
                  </a:lnTo>
                  <a:lnTo>
                    <a:pt x="364183" y="1045254"/>
                  </a:lnTo>
                  <a:lnTo>
                    <a:pt x="364174" y="1045245"/>
                  </a:lnTo>
                  <a:lnTo>
                    <a:pt x="364169" y="1045240"/>
                  </a:lnTo>
                  <a:lnTo>
                    <a:pt x="364156" y="1045226"/>
                  </a:lnTo>
                  <a:lnTo>
                    <a:pt x="364151" y="1045219"/>
                  </a:lnTo>
                  <a:lnTo>
                    <a:pt x="364147" y="1045215"/>
                  </a:lnTo>
                  <a:lnTo>
                    <a:pt x="364124" y="1045191"/>
                  </a:lnTo>
                  <a:lnTo>
                    <a:pt x="364106" y="1045170"/>
                  </a:lnTo>
                  <a:lnTo>
                    <a:pt x="364090" y="1045149"/>
                  </a:lnTo>
                  <a:lnTo>
                    <a:pt x="364075" y="1045128"/>
                  </a:lnTo>
                  <a:lnTo>
                    <a:pt x="364063" y="1045108"/>
                  </a:lnTo>
                  <a:lnTo>
                    <a:pt x="364056" y="1045092"/>
                  </a:lnTo>
                  <a:lnTo>
                    <a:pt x="364051" y="1045076"/>
                  </a:lnTo>
                  <a:lnTo>
                    <a:pt x="364048" y="1045063"/>
                  </a:lnTo>
                  <a:lnTo>
                    <a:pt x="364047" y="1045048"/>
                  </a:lnTo>
                  <a:lnTo>
                    <a:pt x="364047" y="1045035"/>
                  </a:lnTo>
                  <a:lnTo>
                    <a:pt x="364051" y="1045017"/>
                  </a:lnTo>
                  <a:lnTo>
                    <a:pt x="364047" y="1045016"/>
                  </a:lnTo>
                  <a:lnTo>
                    <a:pt x="364039" y="1045025"/>
                  </a:lnTo>
                  <a:lnTo>
                    <a:pt x="364029" y="1045037"/>
                  </a:lnTo>
                  <a:lnTo>
                    <a:pt x="364020" y="1045047"/>
                  </a:lnTo>
                  <a:lnTo>
                    <a:pt x="364013" y="1045052"/>
                  </a:lnTo>
                  <a:lnTo>
                    <a:pt x="364006" y="1045056"/>
                  </a:lnTo>
                  <a:lnTo>
                    <a:pt x="363990" y="1045064"/>
                  </a:lnTo>
                  <a:lnTo>
                    <a:pt x="363968" y="1045073"/>
                  </a:lnTo>
                  <a:lnTo>
                    <a:pt x="363944" y="1045082"/>
                  </a:lnTo>
                  <a:lnTo>
                    <a:pt x="363920" y="1045091"/>
                  </a:lnTo>
                  <a:lnTo>
                    <a:pt x="363896" y="1045102"/>
                  </a:lnTo>
                  <a:lnTo>
                    <a:pt x="363872" y="1045112"/>
                  </a:lnTo>
                  <a:lnTo>
                    <a:pt x="363847" y="1045123"/>
                  </a:lnTo>
                  <a:lnTo>
                    <a:pt x="363832" y="1045130"/>
                  </a:lnTo>
                  <a:lnTo>
                    <a:pt x="363811" y="1045142"/>
                  </a:lnTo>
                  <a:lnTo>
                    <a:pt x="363793" y="1045155"/>
                  </a:lnTo>
                  <a:lnTo>
                    <a:pt x="363779" y="1045166"/>
                  </a:lnTo>
                  <a:lnTo>
                    <a:pt x="363764" y="1045179"/>
                  </a:lnTo>
                  <a:lnTo>
                    <a:pt x="363735" y="1045206"/>
                  </a:lnTo>
                  <a:lnTo>
                    <a:pt x="363722" y="1045218"/>
                  </a:lnTo>
                  <a:lnTo>
                    <a:pt x="363717" y="1045219"/>
                  </a:lnTo>
                  <a:lnTo>
                    <a:pt x="363711" y="1045217"/>
                  </a:lnTo>
                  <a:lnTo>
                    <a:pt x="363699" y="1045209"/>
                  </a:lnTo>
                  <a:lnTo>
                    <a:pt x="363658" y="1045180"/>
                  </a:lnTo>
                  <a:lnTo>
                    <a:pt x="363634" y="1045164"/>
                  </a:lnTo>
                  <a:lnTo>
                    <a:pt x="363615" y="1045150"/>
                  </a:lnTo>
                  <a:lnTo>
                    <a:pt x="363595" y="1045136"/>
                  </a:lnTo>
                  <a:lnTo>
                    <a:pt x="363570" y="1045115"/>
                  </a:lnTo>
                  <a:lnTo>
                    <a:pt x="363550" y="1045099"/>
                  </a:lnTo>
                  <a:lnTo>
                    <a:pt x="363524" y="1045077"/>
                  </a:lnTo>
                  <a:lnTo>
                    <a:pt x="363509" y="1045063"/>
                  </a:lnTo>
                  <a:lnTo>
                    <a:pt x="363493" y="1045047"/>
                  </a:lnTo>
                  <a:lnTo>
                    <a:pt x="363478" y="1045032"/>
                  </a:lnTo>
                  <a:lnTo>
                    <a:pt x="363463" y="1045015"/>
                  </a:lnTo>
                  <a:lnTo>
                    <a:pt x="363452" y="1045000"/>
                  </a:lnTo>
                  <a:lnTo>
                    <a:pt x="363443" y="1044987"/>
                  </a:lnTo>
                  <a:lnTo>
                    <a:pt x="363439" y="1044983"/>
                  </a:lnTo>
                  <a:lnTo>
                    <a:pt x="363434" y="1044981"/>
                  </a:lnTo>
                  <a:lnTo>
                    <a:pt x="363415" y="1044977"/>
                  </a:lnTo>
                  <a:lnTo>
                    <a:pt x="363386" y="1044974"/>
                  </a:lnTo>
                  <a:lnTo>
                    <a:pt x="363368" y="1044973"/>
                  </a:lnTo>
                  <a:lnTo>
                    <a:pt x="363327" y="1044973"/>
                  </a:lnTo>
                  <a:lnTo>
                    <a:pt x="363300" y="1044971"/>
                  </a:lnTo>
                  <a:lnTo>
                    <a:pt x="363284" y="1044969"/>
                  </a:lnTo>
                  <a:lnTo>
                    <a:pt x="363263" y="1044966"/>
                  </a:lnTo>
                  <a:lnTo>
                    <a:pt x="363255" y="1044966"/>
                  </a:lnTo>
                  <a:lnTo>
                    <a:pt x="363250" y="1044970"/>
                  </a:lnTo>
                  <a:lnTo>
                    <a:pt x="363241" y="1044983"/>
                  </a:lnTo>
                  <a:lnTo>
                    <a:pt x="363233" y="1044995"/>
                  </a:lnTo>
                  <a:lnTo>
                    <a:pt x="363224" y="1045006"/>
                  </a:lnTo>
                  <a:lnTo>
                    <a:pt x="363217" y="1045014"/>
                  </a:lnTo>
                  <a:lnTo>
                    <a:pt x="363204" y="1045026"/>
                  </a:lnTo>
                  <a:lnTo>
                    <a:pt x="363196" y="1045035"/>
                  </a:lnTo>
                  <a:lnTo>
                    <a:pt x="363189" y="1045044"/>
                  </a:lnTo>
                  <a:lnTo>
                    <a:pt x="363178" y="1045059"/>
                  </a:lnTo>
                  <a:lnTo>
                    <a:pt x="363170" y="1045071"/>
                  </a:lnTo>
                  <a:lnTo>
                    <a:pt x="363163" y="1045082"/>
                  </a:lnTo>
                  <a:lnTo>
                    <a:pt x="363153" y="1045100"/>
                  </a:lnTo>
                  <a:lnTo>
                    <a:pt x="363145" y="1045116"/>
                  </a:lnTo>
                  <a:lnTo>
                    <a:pt x="363137" y="1045129"/>
                  </a:lnTo>
                  <a:lnTo>
                    <a:pt x="363131" y="1045138"/>
                  </a:lnTo>
                  <a:lnTo>
                    <a:pt x="363119" y="1045152"/>
                  </a:lnTo>
                  <a:lnTo>
                    <a:pt x="363112" y="1045159"/>
                  </a:lnTo>
                  <a:lnTo>
                    <a:pt x="363108" y="1045162"/>
                  </a:lnTo>
                  <a:lnTo>
                    <a:pt x="363097" y="1045166"/>
                  </a:lnTo>
                  <a:lnTo>
                    <a:pt x="363049" y="1045185"/>
                  </a:lnTo>
                  <a:lnTo>
                    <a:pt x="363023" y="1045199"/>
                  </a:lnTo>
                  <a:lnTo>
                    <a:pt x="362999" y="1045218"/>
                  </a:lnTo>
                  <a:lnTo>
                    <a:pt x="362978" y="1045228"/>
                  </a:lnTo>
                  <a:lnTo>
                    <a:pt x="362962" y="1045232"/>
                  </a:lnTo>
                  <a:lnTo>
                    <a:pt x="362956" y="1045233"/>
                  </a:lnTo>
                  <a:lnTo>
                    <a:pt x="362951" y="1045231"/>
                  </a:lnTo>
                  <a:lnTo>
                    <a:pt x="362935" y="1045224"/>
                  </a:lnTo>
                  <a:lnTo>
                    <a:pt x="362929" y="1045220"/>
                  </a:lnTo>
                  <a:lnTo>
                    <a:pt x="362911" y="1045211"/>
                  </a:lnTo>
                  <a:lnTo>
                    <a:pt x="362895" y="1045202"/>
                  </a:lnTo>
                  <a:lnTo>
                    <a:pt x="362868" y="1045192"/>
                  </a:lnTo>
                  <a:lnTo>
                    <a:pt x="362853" y="1045190"/>
                  </a:lnTo>
                  <a:lnTo>
                    <a:pt x="362841" y="1045189"/>
                  </a:lnTo>
                  <a:lnTo>
                    <a:pt x="362828" y="1045190"/>
                  </a:lnTo>
                  <a:lnTo>
                    <a:pt x="362812" y="1045190"/>
                  </a:lnTo>
                  <a:lnTo>
                    <a:pt x="362787" y="1045188"/>
                  </a:lnTo>
                  <a:lnTo>
                    <a:pt x="362754" y="1045185"/>
                  </a:lnTo>
                  <a:lnTo>
                    <a:pt x="362750" y="1045183"/>
                  </a:lnTo>
                  <a:lnTo>
                    <a:pt x="362736" y="1045175"/>
                  </a:lnTo>
                  <a:lnTo>
                    <a:pt x="362717" y="1045165"/>
                  </a:lnTo>
                  <a:lnTo>
                    <a:pt x="362697" y="1045154"/>
                  </a:lnTo>
                  <a:lnTo>
                    <a:pt x="362678" y="1045146"/>
                  </a:lnTo>
                  <a:lnTo>
                    <a:pt x="362659" y="1045132"/>
                  </a:lnTo>
                  <a:lnTo>
                    <a:pt x="362640" y="1045121"/>
                  </a:lnTo>
                  <a:lnTo>
                    <a:pt x="362619" y="1045116"/>
                  </a:lnTo>
                  <a:lnTo>
                    <a:pt x="362601" y="1045117"/>
                  </a:lnTo>
                  <a:lnTo>
                    <a:pt x="362585" y="1045119"/>
                  </a:lnTo>
                  <a:lnTo>
                    <a:pt x="362571" y="1045121"/>
                  </a:lnTo>
                  <a:lnTo>
                    <a:pt x="362558" y="1045123"/>
                  </a:lnTo>
                  <a:lnTo>
                    <a:pt x="362552" y="1045126"/>
                  </a:lnTo>
                  <a:lnTo>
                    <a:pt x="362545" y="1045132"/>
                  </a:lnTo>
                  <a:lnTo>
                    <a:pt x="362529" y="1045143"/>
                  </a:lnTo>
                  <a:lnTo>
                    <a:pt x="362519" y="1045146"/>
                  </a:lnTo>
                  <a:lnTo>
                    <a:pt x="362497" y="1045148"/>
                  </a:lnTo>
                  <a:lnTo>
                    <a:pt x="362485" y="1045149"/>
                  </a:lnTo>
                  <a:lnTo>
                    <a:pt x="362466" y="1045154"/>
                  </a:lnTo>
                  <a:lnTo>
                    <a:pt x="362439" y="1045162"/>
                  </a:lnTo>
                  <a:lnTo>
                    <a:pt x="362422" y="1045167"/>
                  </a:lnTo>
                  <a:lnTo>
                    <a:pt x="362408" y="1045170"/>
                  </a:lnTo>
                  <a:lnTo>
                    <a:pt x="362395" y="1045173"/>
                  </a:lnTo>
                  <a:lnTo>
                    <a:pt x="362380" y="1045175"/>
                  </a:lnTo>
                  <a:lnTo>
                    <a:pt x="362366" y="1045177"/>
                  </a:lnTo>
                  <a:lnTo>
                    <a:pt x="362346" y="1045180"/>
                  </a:lnTo>
                  <a:lnTo>
                    <a:pt x="362328" y="1045184"/>
                  </a:lnTo>
                  <a:lnTo>
                    <a:pt x="362313" y="1045190"/>
                  </a:lnTo>
                  <a:lnTo>
                    <a:pt x="362298" y="1045196"/>
                  </a:lnTo>
                  <a:lnTo>
                    <a:pt x="362282" y="1045203"/>
                  </a:lnTo>
                  <a:lnTo>
                    <a:pt x="362269" y="1045212"/>
                  </a:lnTo>
                  <a:lnTo>
                    <a:pt x="362253" y="1045222"/>
                  </a:lnTo>
                  <a:lnTo>
                    <a:pt x="362238" y="1045234"/>
                  </a:lnTo>
                  <a:lnTo>
                    <a:pt x="362229" y="1045240"/>
                  </a:lnTo>
                  <a:lnTo>
                    <a:pt x="362225" y="1045245"/>
                  </a:lnTo>
                  <a:lnTo>
                    <a:pt x="362217" y="1045256"/>
                  </a:lnTo>
                  <a:lnTo>
                    <a:pt x="362213" y="1045264"/>
                  </a:lnTo>
                  <a:lnTo>
                    <a:pt x="362207" y="1045277"/>
                  </a:lnTo>
                  <a:lnTo>
                    <a:pt x="362204" y="1045286"/>
                  </a:lnTo>
                  <a:lnTo>
                    <a:pt x="362202" y="1045297"/>
                  </a:lnTo>
                  <a:lnTo>
                    <a:pt x="362200" y="1045311"/>
                  </a:lnTo>
                  <a:lnTo>
                    <a:pt x="362199" y="1045325"/>
                  </a:lnTo>
                  <a:lnTo>
                    <a:pt x="362199" y="1045339"/>
                  </a:lnTo>
                  <a:lnTo>
                    <a:pt x="362199" y="1045354"/>
                  </a:lnTo>
                  <a:lnTo>
                    <a:pt x="362199" y="1045372"/>
                  </a:lnTo>
                  <a:lnTo>
                    <a:pt x="362201" y="1045393"/>
                  </a:lnTo>
                  <a:lnTo>
                    <a:pt x="362203" y="1045407"/>
                  </a:lnTo>
                  <a:lnTo>
                    <a:pt x="362204" y="1045419"/>
                  </a:lnTo>
                  <a:lnTo>
                    <a:pt x="362204" y="1045427"/>
                  </a:lnTo>
                  <a:lnTo>
                    <a:pt x="362203" y="1045442"/>
                  </a:lnTo>
                  <a:lnTo>
                    <a:pt x="362203" y="1045455"/>
                  </a:lnTo>
                  <a:lnTo>
                    <a:pt x="362201" y="1045466"/>
                  </a:lnTo>
                  <a:lnTo>
                    <a:pt x="362198" y="1045478"/>
                  </a:lnTo>
                  <a:lnTo>
                    <a:pt x="362194" y="1045491"/>
                  </a:lnTo>
                  <a:lnTo>
                    <a:pt x="362190" y="1045503"/>
                  </a:lnTo>
                  <a:lnTo>
                    <a:pt x="362187" y="1045511"/>
                  </a:lnTo>
                  <a:lnTo>
                    <a:pt x="362184" y="1045519"/>
                  </a:lnTo>
                  <a:lnTo>
                    <a:pt x="362180" y="1045528"/>
                  </a:lnTo>
                  <a:lnTo>
                    <a:pt x="362173" y="1045538"/>
                  </a:lnTo>
                  <a:lnTo>
                    <a:pt x="362163" y="1045545"/>
                  </a:lnTo>
                  <a:lnTo>
                    <a:pt x="362154" y="1045551"/>
                  </a:lnTo>
                  <a:lnTo>
                    <a:pt x="362146" y="1045556"/>
                  </a:lnTo>
                  <a:lnTo>
                    <a:pt x="362138" y="1045561"/>
                  </a:lnTo>
                  <a:lnTo>
                    <a:pt x="362124" y="1045566"/>
                  </a:lnTo>
                  <a:lnTo>
                    <a:pt x="362115" y="1045569"/>
                  </a:lnTo>
                  <a:lnTo>
                    <a:pt x="362101" y="1045574"/>
                  </a:lnTo>
                  <a:lnTo>
                    <a:pt x="362082" y="1045579"/>
                  </a:lnTo>
                  <a:lnTo>
                    <a:pt x="362057" y="1045588"/>
                  </a:lnTo>
                  <a:lnTo>
                    <a:pt x="362039" y="1045593"/>
                  </a:lnTo>
                  <a:lnTo>
                    <a:pt x="362021" y="1045598"/>
                  </a:lnTo>
                  <a:lnTo>
                    <a:pt x="361996" y="1045603"/>
                  </a:lnTo>
                  <a:lnTo>
                    <a:pt x="361981" y="1045606"/>
                  </a:lnTo>
                  <a:lnTo>
                    <a:pt x="361964" y="1045607"/>
                  </a:lnTo>
                  <a:lnTo>
                    <a:pt x="361943" y="1045609"/>
                  </a:lnTo>
                  <a:lnTo>
                    <a:pt x="361920" y="1045608"/>
                  </a:lnTo>
                  <a:lnTo>
                    <a:pt x="361899" y="1045606"/>
                  </a:lnTo>
                  <a:lnTo>
                    <a:pt x="361882" y="1045604"/>
                  </a:lnTo>
                  <a:lnTo>
                    <a:pt x="361858" y="1045597"/>
                  </a:lnTo>
                  <a:lnTo>
                    <a:pt x="361839" y="1045591"/>
                  </a:lnTo>
                  <a:lnTo>
                    <a:pt x="361825" y="1045589"/>
                  </a:lnTo>
                  <a:lnTo>
                    <a:pt x="361816" y="1045589"/>
                  </a:lnTo>
                  <a:lnTo>
                    <a:pt x="361802" y="1045590"/>
                  </a:lnTo>
                  <a:lnTo>
                    <a:pt x="361795" y="1045592"/>
                  </a:lnTo>
                  <a:lnTo>
                    <a:pt x="361784" y="1045597"/>
                  </a:lnTo>
                  <a:lnTo>
                    <a:pt x="361767" y="1045606"/>
                  </a:lnTo>
                  <a:lnTo>
                    <a:pt x="361746" y="1045618"/>
                  </a:lnTo>
                  <a:lnTo>
                    <a:pt x="361724" y="1045632"/>
                  </a:lnTo>
                  <a:lnTo>
                    <a:pt x="361709" y="1045648"/>
                  </a:lnTo>
                  <a:lnTo>
                    <a:pt x="361698" y="1045661"/>
                  </a:lnTo>
                  <a:lnTo>
                    <a:pt x="361687" y="1045685"/>
                  </a:lnTo>
                  <a:lnTo>
                    <a:pt x="361681" y="1045693"/>
                  </a:lnTo>
                  <a:lnTo>
                    <a:pt x="361668" y="1045709"/>
                  </a:lnTo>
                  <a:lnTo>
                    <a:pt x="361658" y="1045718"/>
                  </a:lnTo>
                  <a:lnTo>
                    <a:pt x="361644" y="1045726"/>
                  </a:lnTo>
                  <a:lnTo>
                    <a:pt x="361628" y="1045731"/>
                  </a:lnTo>
                  <a:lnTo>
                    <a:pt x="361611" y="1045738"/>
                  </a:lnTo>
                  <a:lnTo>
                    <a:pt x="361591" y="1045753"/>
                  </a:lnTo>
                  <a:lnTo>
                    <a:pt x="361550" y="1045783"/>
                  </a:lnTo>
                  <a:lnTo>
                    <a:pt x="361509" y="1045810"/>
                  </a:lnTo>
                  <a:lnTo>
                    <a:pt x="361498" y="1045819"/>
                  </a:lnTo>
                  <a:lnTo>
                    <a:pt x="361492" y="1045826"/>
                  </a:lnTo>
                  <a:lnTo>
                    <a:pt x="361487" y="1045831"/>
                  </a:lnTo>
                  <a:lnTo>
                    <a:pt x="361480" y="1045836"/>
                  </a:lnTo>
                  <a:lnTo>
                    <a:pt x="361473" y="1045840"/>
                  </a:lnTo>
                  <a:lnTo>
                    <a:pt x="361463" y="1045844"/>
                  </a:lnTo>
                  <a:lnTo>
                    <a:pt x="361447" y="1045850"/>
                  </a:lnTo>
                  <a:lnTo>
                    <a:pt x="361421" y="1045858"/>
                  </a:lnTo>
                  <a:lnTo>
                    <a:pt x="361399" y="1045864"/>
                  </a:lnTo>
                  <a:lnTo>
                    <a:pt x="361385" y="1045868"/>
                  </a:lnTo>
                  <a:lnTo>
                    <a:pt x="361369" y="1045873"/>
                  </a:lnTo>
                  <a:lnTo>
                    <a:pt x="361351" y="1045876"/>
                  </a:lnTo>
                  <a:lnTo>
                    <a:pt x="361331" y="1045882"/>
                  </a:lnTo>
                  <a:lnTo>
                    <a:pt x="361307" y="1045888"/>
                  </a:lnTo>
                  <a:lnTo>
                    <a:pt x="361284" y="1045894"/>
                  </a:lnTo>
                  <a:lnTo>
                    <a:pt x="361267" y="1045899"/>
                  </a:lnTo>
                  <a:lnTo>
                    <a:pt x="361249" y="1045904"/>
                  </a:lnTo>
                  <a:lnTo>
                    <a:pt x="361235" y="1045908"/>
                  </a:lnTo>
                  <a:lnTo>
                    <a:pt x="361217" y="1045911"/>
                  </a:lnTo>
                  <a:lnTo>
                    <a:pt x="361198" y="1045915"/>
                  </a:lnTo>
                  <a:lnTo>
                    <a:pt x="361178" y="1045919"/>
                  </a:lnTo>
                  <a:lnTo>
                    <a:pt x="361150" y="1045923"/>
                  </a:lnTo>
                  <a:lnTo>
                    <a:pt x="361130" y="1045924"/>
                  </a:lnTo>
                  <a:lnTo>
                    <a:pt x="361104" y="1045925"/>
                  </a:lnTo>
                  <a:lnTo>
                    <a:pt x="361082" y="1045924"/>
                  </a:lnTo>
                  <a:lnTo>
                    <a:pt x="361074" y="1045923"/>
                  </a:lnTo>
                  <a:lnTo>
                    <a:pt x="361065" y="1045919"/>
                  </a:lnTo>
                  <a:lnTo>
                    <a:pt x="361058" y="1045916"/>
                  </a:lnTo>
                  <a:lnTo>
                    <a:pt x="361051" y="1045910"/>
                  </a:lnTo>
                  <a:lnTo>
                    <a:pt x="361045" y="1045904"/>
                  </a:lnTo>
                  <a:lnTo>
                    <a:pt x="361040" y="1045897"/>
                  </a:lnTo>
                  <a:lnTo>
                    <a:pt x="361034" y="1045886"/>
                  </a:lnTo>
                  <a:lnTo>
                    <a:pt x="361026" y="1045871"/>
                  </a:lnTo>
                  <a:lnTo>
                    <a:pt x="361019" y="1045860"/>
                  </a:lnTo>
                  <a:lnTo>
                    <a:pt x="361011" y="1045846"/>
                  </a:lnTo>
                  <a:lnTo>
                    <a:pt x="361005" y="1045838"/>
                  </a:lnTo>
                  <a:lnTo>
                    <a:pt x="361001" y="1045832"/>
                  </a:lnTo>
                  <a:lnTo>
                    <a:pt x="360995" y="1045831"/>
                  </a:lnTo>
                  <a:lnTo>
                    <a:pt x="360962" y="1045824"/>
                  </a:lnTo>
                  <a:lnTo>
                    <a:pt x="360934" y="1045820"/>
                  </a:lnTo>
                  <a:lnTo>
                    <a:pt x="360910" y="1045816"/>
                  </a:lnTo>
                  <a:lnTo>
                    <a:pt x="360890" y="1045813"/>
                  </a:lnTo>
                  <a:lnTo>
                    <a:pt x="360867" y="1045810"/>
                  </a:lnTo>
                  <a:lnTo>
                    <a:pt x="360839" y="1045807"/>
                  </a:lnTo>
                  <a:lnTo>
                    <a:pt x="360821" y="1045804"/>
                  </a:lnTo>
                  <a:lnTo>
                    <a:pt x="360805" y="1045802"/>
                  </a:lnTo>
                  <a:lnTo>
                    <a:pt x="360791" y="1045800"/>
                  </a:lnTo>
                  <a:lnTo>
                    <a:pt x="360779" y="1045796"/>
                  </a:lnTo>
                  <a:lnTo>
                    <a:pt x="360764" y="1045791"/>
                  </a:lnTo>
                  <a:lnTo>
                    <a:pt x="360749" y="1045784"/>
                  </a:lnTo>
                  <a:lnTo>
                    <a:pt x="360734" y="1045777"/>
                  </a:lnTo>
                  <a:lnTo>
                    <a:pt x="360721" y="1045771"/>
                  </a:lnTo>
                  <a:lnTo>
                    <a:pt x="360706" y="1045762"/>
                  </a:lnTo>
                  <a:lnTo>
                    <a:pt x="360693" y="1045752"/>
                  </a:lnTo>
                  <a:lnTo>
                    <a:pt x="360682" y="1045743"/>
                  </a:lnTo>
                  <a:lnTo>
                    <a:pt x="360673" y="1045734"/>
                  </a:lnTo>
                  <a:lnTo>
                    <a:pt x="360662" y="1045725"/>
                  </a:lnTo>
                  <a:lnTo>
                    <a:pt x="360648" y="1045712"/>
                  </a:lnTo>
                  <a:lnTo>
                    <a:pt x="360630" y="1045697"/>
                  </a:lnTo>
                  <a:lnTo>
                    <a:pt x="360617" y="1045686"/>
                  </a:lnTo>
                  <a:lnTo>
                    <a:pt x="360609" y="1045679"/>
                  </a:lnTo>
                  <a:lnTo>
                    <a:pt x="360605" y="1045678"/>
                  </a:lnTo>
                  <a:lnTo>
                    <a:pt x="360599" y="1045678"/>
                  </a:lnTo>
                  <a:lnTo>
                    <a:pt x="360592" y="1045680"/>
                  </a:lnTo>
                  <a:lnTo>
                    <a:pt x="360575" y="1045687"/>
                  </a:lnTo>
                  <a:lnTo>
                    <a:pt x="360560" y="1045691"/>
                  </a:lnTo>
                  <a:lnTo>
                    <a:pt x="360550" y="1045693"/>
                  </a:lnTo>
                  <a:lnTo>
                    <a:pt x="360541" y="1045693"/>
                  </a:lnTo>
                  <a:lnTo>
                    <a:pt x="360534" y="1045691"/>
                  </a:lnTo>
                  <a:lnTo>
                    <a:pt x="360523" y="1045688"/>
                  </a:lnTo>
                  <a:lnTo>
                    <a:pt x="360500" y="1045679"/>
                  </a:lnTo>
                  <a:lnTo>
                    <a:pt x="360483" y="1045673"/>
                  </a:lnTo>
                  <a:lnTo>
                    <a:pt x="360459" y="1045665"/>
                  </a:lnTo>
                  <a:lnTo>
                    <a:pt x="360437" y="1045658"/>
                  </a:lnTo>
                  <a:lnTo>
                    <a:pt x="360415" y="1045649"/>
                  </a:lnTo>
                  <a:lnTo>
                    <a:pt x="360394" y="1045642"/>
                  </a:lnTo>
                  <a:lnTo>
                    <a:pt x="360381" y="1045637"/>
                  </a:lnTo>
                  <a:lnTo>
                    <a:pt x="360361" y="1045629"/>
                  </a:lnTo>
                  <a:lnTo>
                    <a:pt x="360346" y="1045622"/>
                  </a:lnTo>
                  <a:lnTo>
                    <a:pt x="360336" y="1045619"/>
                  </a:lnTo>
                  <a:lnTo>
                    <a:pt x="360328" y="1045617"/>
                  </a:lnTo>
                  <a:lnTo>
                    <a:pt x="360318" y="1045616"/>
                  </a:lnTo>
                  <a:lnTo>
                    <a:pt x="360301" y="1045617"/>
                  </a:lnTo>
                  <a:lnTo>
                    <a:pt x="360285" y="1045619"/>
                  </a:lnTo>
                  <a:lnTo>
                    <a:pt x="360274" y="1045622"/>
                  </a:lnTo>
                  <a:lnTo>
                    <a:pt x="360264" y="1045626"/>
                  </a:lnTo>
                  <a:lnTo>
                    <a:pt x="360255" y="1045631"/>
                  </a:lnTo>
                  <a:lnTo>
                    <a:pt x="360247" y="1045637"/>
                  </a:lnTo>
                  <a:lnTo>
                    <a:pt x="360243" y="1045642"/>
                  </a:lnTo>
                  <a:lnTo>
                    <a:pt x="360237" y="1045650"/>
                  </a:lnTo>
                  <a:lnTo>
                    <a:pt x="360230" y="1045660"/>
                  </a:lnTo>
                  <a:lnTo>
                    <a:pt x="360223" y="1045670"/>
                  </a:lnTo>
                  <a:lnTo>
                    <a:pt x="360212" y="1045682"/>
                  </a:lnTo>
                  <a:lnTo>
                    <a:pt x="360203" y="1045690"/>
                  </a:lnTo>
                  <a:lnTo>
                    <a:pt x="360195" y="1045696"/>
                  </a:lnTo>
                  <a:lnTo>
                    <a:pt x="360188" y="1045699"/>
                  </a:lnTo>
                  <a:lnTo>
                    <a:pt x="360180" y="1045703"/>
                  </a:lnTo>
                  <a:lnTo>
                    <a:pt x="360166" y="1045707"/>
                  </a:lnTo>
                  <a:lnTo>
                    <a:pt x="360146" y="1045714"/>
                  </a:lnTo>
                  <a:lnTo>
                    <a:pt x="360135" y="1045717"/>
                  </a:lnTo>
                  <a:lnTo>
                    <a:pt x="360123" y="1045718"/>
                  </a:lnTo>
                  <a:lnTo>
                    <a:pt x="360111" y="1045722"/>
                  </a:lnTo>
                  <a:lnTo>
                    <a:pt x="360095" y="1045724"/>
                  </a:lnTo>
                  <a:lnTo>
                    <a:pt x="360076" y="1045726"/>
                  </a:lnTo>
                  <a:lnTo>
                    <a:pt x="360058" y="1045728"/>
                  </a:lnTo>
                  <a:lnTo>
                    <a:pt x="360034" y="1045728"/>
                  </a:lnTo>
                  <a:lnTo>
                    <a:pt x="360017" y="1045727"/>
                  </a:lnTo>
                  <a:lnTo>
                    <a:pt x="360004" y="1045727"/>
                  </a:lnTo>
                  <a:lnTo>
                    <a:pt x="359986" y="1045724"/>
                  </a:lnTo>
                  <a:lnTo>
                    <a:pt x="359964" y="1045720"/>
                  </a:lnTo>
                  <a:lnTo>
                    <a:pt x="359948" y="1045718"/>
                  </a:lnTo>
                  <a:lnTo>
                    <a:pt x="359927" y="1045714"/>
                  </a:lnTo>
                  <a:lnTo>
                    <a:pt x="359905" y="1045712"/>
                  </a:lnTo>
                  <a:lnTo>
                    <a:pt x="359892" y="1045710"/>
                  </a:lnTo>
                  <a:lnTo>
                    <a:pt x="359882" y="1045709"/>
                  </a:lnTo>
                  <a:lnTo>
                    <a:pt x="359875" y="1045705"/>
                  </a:lnTo>
                  <a:lnTo>
                    <a:pt x="359864" y="1045701"/>
                  </a:lnTo>
                  <a:lnTo>
                    <a:pt x="359852" y="1045696"/>
                  </a:lnTo>
                  <a:lnTo>
                    <a:pt x="359841" y="1045690"/>
                  </a:lnTo>
                  <a:lnTo>
                    <a:pt x="359834" y="1045685"/>
                  </a:lnTo>
                  <a:lnTo>
                    <a:pt x="359825" y="1045680"/>
                  </a:lnTo>
                  <a:lnTo>
                    <a:pt x="359816" y="1045674"/>
                  </a:lnTo>
                  <a:lnTo>
                    <a:pt x="359808" y="1045667"/>
                  </a:lnTo>
                  <a:lnTo>
                    <a:pt x="359799" y="1045660"/>
                  </a:lnTo>
                  <a:lnTo>
                    <a:pt x="359791" y="1045652"/>
                  </a:lnTo>
                  <a:lnTo>
                    <a:pt x="359783" y="1045644"/>
                  </a:lnTo>
                  <a:lnTo>
                    <a:pt x="359777" y="1045637"/>
                  </a:lnTo>
                  <a:lnTo>
                    <a:pt x="359767" y="1045626"/>
                  </a:lnTo>
                  <a:lnTo>
                    <a:pt x="359755" y="1045614"/>
                  </a:lnTo>
                  <a:lnTo>
                    <a:pt x="359743" y="1045601"/>
                  </a:lnTo>
                  <a:lnTo>
                    <a:pt x="359732" y="1045589"/>
                  </a:lnTo>
                  <a:lnTo>
                    <a:pt x="359725" y="1045580"/>
                  </a:lnTo>
                  <a:lnTo>
                    <a:pt x="359716" y="1045570"/>
                  </a:lnTo>
                  <a:lnTo>
                    <a:pt x="359705" y="1045558"/>
                  </a:lnTo>
                  <a:lnTo>
                    <a:pt x="359694" y="1045546"/>
                  </a:lnTo>
                  <a:lnTo>
                    <a:pt x="359685" y="1045536"/>
                  </a:lnTo>
                  <a:lnTo>
                    <a:pt x="359671" y="1045520"/>
                  </a:lnTo>
                  <a:lnTo>
                    <a:pt x="359662" y="1045511"/>
                  </a:lnTo>
                  <a:lnTo>
                    <a:pt x="359653" y="1045500"/>
                  </a:lnTo>
                  <a:lnTo>
                    <a:pt x="359644" y="1045491"/>
                  </a:lnTo>
                  <a:lnTo>
                    <a:pt x="359636" y="1045484"/>
                  </a:lnTo>
                  <a:lnTo>
                    <a:pt x="359628" y="1045479"/>
                  </a:lnTo>
                  <a:lnTo>
                    <a:pt x="359617" y="1045473"/>
                  </a:lnTo>
                  <a:lnTo>
                    <a:pt x="359604" y="1045467"/>
                  </a:lnTo>
                  <a:lnTo>
                    <a:pt x="359592" y="1045459"/>
                  </a:lnTo>
                  <a:lnTo>
                    <a:pt x="359580" y="1045452"/>
                  </a:lnTo>
                  <a:lnTo>
                    <a:pt x="359571" y="1045446"/>
                  </a:lnTo>
                  <a:lnTo>
                    <a:pt x="359561" y="1045437"/>
                  </a:lnTo>
                  <a:lnTo>
                    <a:pt x="359553" y="1045430"/>
                  </a:lnTo>
                  <a:lnTo>
                    <a:pt x="359542" y="1045417"/>
                  </a:lnTo>
                  <a:lnTo>
                    <a:pt x="359536" y="1045397"/>
                  </a:lnTo>
                  <a:lnTo>
                    <a:pt x="359525" y="1045373"/>
                  </a:lnTo>
                  <a:lnTo>
                    <a:pt x="359516" y="1045339"/>
                  </a:lnTo>
                  <a:lnTo>
                    <a:pt x="359513" y="1045313"/>
                  </a:lnTo>
                  <a:lnTo>
                    <a:pt x="359509" y="1045288"/>
                  </a:lnTo>
                  <a:lnTo>
                    <a:pt x="359506" y="1045271"/>
                  </a:lnTo>
                  <a:lnTo>
                    <a:pt x="359498" y="1045246"/>
                  </a:lnTo>
                  <a:lnTo>
                    <a:pt x="359490" y="1045236"/>
                  </a:lnTo>
                  <a:lnTo>
                    <a:pt x="359470" y="1045219"/>
                  </a:lnTo>
                  <a:lnTo>
                    <a:pt x="359453" y="1045206"/>
                  </a:lnTo>
                  <a:lnTo>
                    <a:pt x="359446" y="1045198"/>
                  </a:lnTo>
                  <a:lnTo>
                    <a:pt x="359438" y="1045184"/>
                  </a:lnTo>
                  <a:lnTo>
                    <a:pt x="359434" y="1045173"/>
                  </a:lnTo>
                  <a:lnTo>
                    <a:pt x="359433" y="1045158"/>
                  </a:lnTo>
                  <a:lnTo>
                    <a:pt x="359432" y="1045112"/>
                  </a:lnTo>
                  <a:lnTo>
                    <a:pt x="359430" y="1045096"/>
                  </a:lnTo>
                  <a:lnTo>
                    <a:pt x="359413" y="1045044"/>
                  </a:lnTo>
                  <a:lnTo>
                    <a:pt x="359401" y="1045020"/>
                  </a:lnTo>
                  <a:lnTo>
                    <a:pt x="359396" y="1045009"/>
                  </a:lnTo>
                  <a:lnTo>
                    <a:pt x="359399" y="1045005"/>
                  </a:lnTo>
                  <a:lnTo>
                    <a:pt x="359418" y="1044984"/>
                  </a:lnTo>
                  <a:lnTo>
                    <a:pt x="359437" y="1044964"/>
                  </a:lnTo>
                  <a:lnTo>
                    <a:pt x="359459" y="1044945"/>
                  </a:lnTo>
                  <a:lnTo>
                    <a:pt x="359480" y="1044925"/>
                  </a:lnTo>
                  <a:lnTo>
                    <a:pt x="359510" y="1044895"/>
                  </a:lnTo>
                  <a:lnTo>
                    <a:pt x="359532" y="1044873"/>
                  </a:lnTo>
                  <a:lnTo>
                    <a:pt x="359550" y="1044855"/>
                  </a:lnTo>
                  <a:lnTo>
                    <a:pt x="359563" y="1044841"/>
                  </a:lnTo>
                  <a:lnTo>
                    <a:pt x="359576" y="1044826"/>
                  </a:lnTo>
                  <a:lnTo>
                    <a:pt x="359587" y="1044811"/>
                  </a:lnTo>
                  <a:lnTo>
                    <a:pt x="359598" y="1044794"/>
                  </a:lnTo>
                  <a:lnTo>
                    <a:pt x="359607" y="1044777"/>
                  </a:lnTo>
                  <a:lnTo>
                    <a:pt x="359615" y="1044760"/>
                  </a:lnTo>
                  <a:lnTo>
                    <a:pt x="359621" y="1044744"/>
                  </a:lnTo>
                  <a:lnTo>
                    <a:pt x="359626" y="1044727"/>
                  </a:lnTo>
                  <a:lnTo>
                    <a:pt x="359631" y="1044706"/>
                  </a:lnTo>
                  <a:lnTo>
                    <a:pt x="359637" y="1044683"/>
                  </a:lnTo>
                  <a:lnTo>
                    <a:pt x="359643" y="1044663"/>
                  </a:lnTo>
                  <a:lnTo>
                    <a:pt x="359646" y="1044645"/>
                  </a:lnTo>
                  <a:lnTo>
                    <a:pt x="359648" y="1044630"/>
                  </a:lnTo>
                  <a:lnTo>
                    <a:pt x="359647" y="1044613"/>
                  </a:lnTo>
                  <a:lnTo>
                    <a:pt x="359645" y="1044590"/>
                  </a:lnTo>
                  <a:lnTo>
                    <a:pt x="359642" y="1044575"/>
                  </a:lnTo>
                  <a:lnTo>
                    <a:pt x="359635" y="1044551"/>
                  </a:lnTo>
                  <a:lnTo>
                    <a:pt x="359626" y="1044530"/>
                  </a:lnTo>
                  <a:lnTo>
                    <a:pt x="359620" y="1044514"/>
                  </a:lnTo>
                  <a:lnTo>
                    <a:pt x="359610" y="1044488"/>
                  </a:lnTo>
                  <a:lnTo>
                    <a:pt x="359602" y="1044470"/>
                  </a:lnTo>
                  <a:lnTo>
                    <a:pt x="359587" y="1044440"/>
                  </a:lnTo>
                  <a:lnTo>
                    <a:pt x="359575" y="1044418"/>
                  </a:lnTo>
                  <a:lnTo>
                    <a:pt x="359566" y="1044404"/>
                  </a:lnTo>
                  <a:lnTo>
                    <a:pt x="359551" y="1044384"/>
                  </a:lnTo>
                  <a:lnTo>
                    <a:pt x="359538" y="1044368"/>
                  </a:lnTo>
                  <a:lnTo>
                    <a:pt x="359528" y="1044354"/>
                  </a:lnTo>
                  <a:lnTo>
                    <a:pt x="359514" y="1044335"/>
                  </a:lnTo>
                  <a:lnTo>
                    <a:pt x="359501" y="1044318"/>
                  </a:lnTo>
                  <a:lnTo>
                    <a:pt x="359494" y="1044310"/>
                  </a:lnTo>
                  <a:lnTo>
                    <a:pt x="359486" y="1044303"/>
                  </a:lnTo>
                  <a:lnTo>
                    <a:pt x="359476" y="1044298"/>
                  </a:lnTo>
                  <a:lnTo>
                    <a:pt x="359469" y="1044297"/>
                  </a:lnTo>
                  <a:lnTo>
                    <a:pt x="359461" y="1044295"/>
                  </a:lnTo>
                  <a:lnTo>
                    <a:pt x="359453" y="1044296"/>
                  </a:lnTo>
                  <a:lnTo>
                    <a:pt x="359428" y="1044301"/>
                  </a:lnTo>
                  <a:lnTo>
                    <a:pt x="359411" y="1044304"/>
                  </a:lnTo>
                  <a:lnTo>
                    <a:pt x="359385" y="1044305"/>
                  </a:lnTo>
                  <a:lnTo>
                    <a:pt x="359350" y="1044305"/>
                  </a:lnTo>
                  <a:lnTo>
                    <a:pt x="359324" y="1044304"/>
                  </a:lnTo>
                  <a:lnTo>
                    <a:pt x="359291" y="1044302"/>
                  </a:lnTo>
                  <a:lnTo>
                    <a:pt x="359257" y="1044299"/>
                  </a:lnTo>
                  <a:lnTo>
                    <a:pt x="359239" y="1044299"/>
                  </a:lnTo>
                  <a:lnTo>
                    <a:pt x="359205" y="1044301"/>
                  </a:lnTo>
                  <a:lnTo>
                    <a:pt x="359174" y="1044302"/>
                  </a:lnTo>
                  <a:lnTo>
                    <a:pt x="359148" y="1044303"/>
                  </a:lnTo>
                  <a:lnTo>
                    <a:pt x="359114" y="1044303"/>
                  </a:lnTo>
                  <a:lnTo>
                    <a:pt x="359095" y="1044305"/>
                  </a:lnTo>
                  <a:lnTo>
                    <a:pt x="359076" y="1044309"/>
                  </a:lnTo>
                  <a:lnTo>
                    <a:pt x="359072" y="1044311"/>
                  </a:lnTo>
                  <a:lnTo>
                    <a:pt x="359061" y="1044311"/>
                  </a:lnTo>
                  <a:lnTo>
                    <a:pt x="359037" y="1044311"/>
                  </a:lnTo>
                  <a:lnTo>
                    <a:pt x="359022" y="1044311"/>
                  </a:lnTo>
                  <a:lnTo>
                    <a:pt x="359004" y="1044317"/>
                  </a:lnTo>
                  <a:lnTo>
                    <a:pt x="358977" y="1044325"/>
                  </a:lnTo>
                  <a:lnTo>
                    <a:pt x="358959" y="1044326"/>
                  </a:lnTo>
                  <a:lnTo>
                    <a:pt x="358941" y="1044331"/>
                  </a:lnTo>
                  <a:lnTo>
                    <a:pt x="358927" y="1044335"/>
                  </a:lnTo>
                  <a:lnTo>
                    <a:pt x="358909" y="1044341"/>
                  </a:lnTo>
                  <a:lnTo>
                    <a:pt x="358898" y="1044347"/>
                  </a:lnTo>
                  <a:lnTo>
                    <a:pt x="358879" y="1044355"/>
                  </a:lnTo>
                  <a:lnTo>
                    <a:pt x="358851" y="1044366"/>
                  </a:lnTo>
                  <a:lnTo>
                    <a:pt x="358820" y="1044376"/>
                  </a:lnTo>
                  <a:lnTo>
                    <a:pt x="358797" y="1044383"/>
                  </a:lnTo>
                  <a:lnTo>
                    <a:pt x="358772" y="1044393"/>
                  </a:lnTo>
                  <a:lnTo>
                    <a:pt x="358731" y="1044406"/>
                  </a:lnTo>
                  <a:lnTo>
                    <a:pt x="358703" y="1044413"/>
                  </a:lnTo>
                  <a:lnTo>
                    <a:pt x="358682" y="1044405"/>
                  </a:lnTo>
                  <a:lnTo>
                    <a:pt x="358656" y="1044388"/>
                  </a:lnTo>
                  <a:lnTo>
                    <a:pt x="358645" y="1044384"/>
                  </a:lnTo>
                  <a:lnTo>
                    <a:pt x="358622" y="1044373"/>
                  </a:lnTo>
                  <a:lnTo>
                    <a:pt x="358608" y="1044369"/>
                  </a:lnTo>
                  <a:lnTo>
                    <a:pt x="358586" y="1044365"/>
                  </a:lnTo>
                  <a:lnTo>
                    <a:pt x="358570" y="1044362"/>
                  </a:lnTo>
                  <a:lnTo>
                    <a:pt x="358554" y="1044359"/>
                  </a:lnTo>
                  <a:lnTo>
                    <a:pt x="358536" y="1044356"/>
                  </a:lnTo>
                  <a:lnTo>
                    <a:pt x="358515" y="1044351"/>
                  </a:lnTo>
                  <a:lnTo>
                    <a:pt x="358508" y="1044348"/>
                  </a:lnTo>
                  <a:lnTo>
                    <a:pt x="358493" y="1044337"/>
                  </a:lnTo>
                  <a:lnTo>
                    <a:pt x="358474" y="1044323"/>
                  </a:lnTo>
                  <a:lnTo>
                    <a:pt x="358458" y="1044312"/>
                  </a:lnTo>
                  <a:lnTo>
                    <a:pt x="358434" y="1044295"/>
                  </a:lnTo>
                  <a:lnTo>
                    <a:pt x="358412" y="1044280"/>
                  </a:lnTo>
                  <a:lnTo>
                    <a:pt x="358389" y="1044265"/>
                  </a:lnTo>
                  <a:lnTo>
                    <a:pt x="358370" y="1044253"/>
                  </a:lnTo>
                  <a:lnTo>
                    <a:pt x="358352" y="1044244"/>
                  </a:lnTo>
                  <a:lnTo>
                    <a:pt x="358323" y="1044232"/>
                  </a:lnTo>
                  <a:lnTo>
                    <a:pt x="358302" y="1044222"/>
                  </a:lnTo>
                  <a:lnTo>
                    <a:pt x="358275" y="1044210"/>
                  </a:lnTo>
                  <a:lnTo>
                    <a:pt x="358263" y="1044203"/>
                  </a:lnTo>
                  <a:lnTo>
                    <a:pt x="358237" y="1044189"/>
                  </a:lnTo>
                  <a:lnTo>
                    <a:pt x="358212" y="1044175"/>
                  </a:lnTo>
                  <a:lnTo>
                    <a:pt x="358187" y="1044161"/>
                  </a:lnTo>
                  <a:lnTo>
                    <a:pt x="358174" y="1044153"/>
                  </a:lnTo>
                  <a:lnTo>
                    <a:pt x="358155" y="1044144"/>
                  </a:lnTo>
                  <a:lnTo>
                    <a:pt x="358137" y="1044136"/>
                  </a:lnTo>
                  <a:lnTo>
                    <a:pt x="358109" y="1044116"/>
                  </a:lnTo>
                  <a:lnTo>
                    <a:pt x="358089" y="1044112"/>
                  </a:lnTo>
                  <a:lnTo>
                    <a:pt x="358081" y="1044114"/>
                  </a:lnTo>
                  <a:lnTo>
                    <a:pt x="358075" y="1044116"/>
                  </a:lnTo>
                  <a:lnTo>
                    <a:pt x="358065" y="1044119"/>
                  </a:lnTo>
                  <a:lnTo>
                    <a:pt x="358051" y="1044122"/>
                  </a:lnTo>
                  <a:lnTo>
                    <a:pt x="358032" y="1044128"/>
                  </a:lnTo>
                  <a:lnTo>
                    <a:pt x="358014" y="1044130"/>
                  </a:lnTo>
                  <a:lnTo>
                    <a:pt x="358003" y="1044129"/>
                  </a:lnTo>
                  <a:lnTo>
                    <a:pt x="357996" y="1044126"/>
                  </a:lnTo>
                  <a:lnTo>
                    <a:pt x="357976" y="1044114"/>
                  </a:lnTo>
                  <a:lnTo>
                    <a:pt x="357956" y="1044107"/>
                  </a:lnTo>
                  <a:lnTo>
                    <a:pt x="357940" y="1044104"/>
                  </a:lnTo>
                  <a:lnTo>
                    <a:pt x="357926" y="1044096"/>
                  </a:lnTo>
                  <a:lnTo>
                    <a:pt x="357908" y="1044084"/>
                  </a:lnTo>
                  <a:lnTo>
                    <a:pt x="357891" y="1044073"/>
                  </a:lnTo>
                  <a:lnTo>
                    <a:pt x="357872" y="1044062"/>
                  </a:lnTo>
                  <a:lnTo>
                    <a:pt x="357854" y="1044052"/>
                  </a:lnTo>
                  <a:lnTo>
                    <a:pt x="357841" y="1044046"/>
                  </a:lnTo>
                  <a:lnTo>
                    <a:pt x="357828" y="1044043"/>
                  </a:lnTo>
                  <a:lnTo>
                    <a:pt x="357805" y="1044039"/>
                  </a:lnTo>
                  <a:lnTo>
                    <a:pt x="357777" y="1044035"/>
                  </a:lnTo>
                  <a:lnTo>
                    <a:pt x="357749" y="1044032"/>
                  </a:lnTo>
                  <a:lnTo>
                    <a:pt x="357730" y="1044029"/>
                  </a:lnTo>
                  <a:lnTo>
                    <a:pt x="357711" y="1044025"/>
                  </a:lnTo>
                  <a:lnTo>
                    <a:pt x="357694" y="1044019"/>
                  </a:lnTo>
                  <a:lnTo>
                    <a:pt x="357661" y="1044005"/>
                  </a:lnTo>
                  <a:lnTo>
                    <a:pt x="357639" y="1043996"/>
                  </a:lnTo>
                  <a:lnTo>
                    <a:pt x="357597" y="1043980"/>
                  </a:lnTo>
                  <a:lnTo>
                    <a:pt x="357567" y="1043967"/>
                  </a:lnTo>
                  <a:lnTo>
                    <a:pt x="357533" y="1043955"/>
                  </a:lnTo>
                  <a:lnTo>
                    <a:pt x="357503" y="1043943"/>
                  </a:lnTo>
                  <a:lnTo>
                    <a:pt x="357449" y="1043922"/>
                  </a:lnTo>
                  <a:lnTo>
                    <a:pt x="357419" y="1043908"/>
                  </a:lnTo>
                  <a:lnTo>
                    <a:pt x="357395" y="1043895"/>
                  </a:lnTo>
                  <a:lnTo>
                    <a:pt x="357392" y="1043891"/>
                  </a:lnTo>
                  <a:lnTo>
                    <a:pt x="357402" y="1043888"/>
                  </a:lnTo>
                  <a:lnTo>
                    <a:pt x="357421" y="1043881"/>
                  </a:lnTo>
                  <a:lnTo>
                    <a:pt x="357435" y="1043875"/>
                  </a:lnTo>
                  <a:lnTo>
                    <a:pt x="357447" y="1043868"/>
                  </a:lnTo>
                  <a:lnTo>
                    <a:pt x="357455" y="1043860"/>
                  </a:lnTo>
                  <a:lnTo>
                    <a:pt x="357465" y="1043851"/>
                  </a:lnTo>
                  <a:lnTo>
                    <a:pt x="357476" y="1043840"/>
                  </a:lnTo>
                  <a:lnTo>
                    <a:pt x="357484" y="1043830"/>
                  </a:lnTo>
                  <a:lnTo>
                    <a:pt x="357493" y="1043819"/>
                  </a:lnTo>
                  <a:lnTo>
                    <a:pt x="357500" y="1043807"/>
                  </a:lnTo>
                  <a:lnTo>
                    <a:pt x="357508" y="1043794"/>
                  </a:lnTo>
                  <a:lnTo>
                    <a:pt x="357511" y="1043785"/>
                  </a:lnTo>
                  <a:lnTo>
                    <a:pt x="357519" y="1043766"/>
                  </a:lnTo>
                  <a:lnTo>
                    <a:pt x="357527" y="1043740"/>
                  </a:lnTo>
                  <a:lnTo>
                    <a:pt x="357533" y="1043710"/>
                  </a:lnTo>
                  <a:lnTo>
                    <a:pt x="357537" y="1043692"/>
                  </a:lnTo>
                  <a:lnTo>
                    <a:pt x="357539" y="1043682"/>
                  </a:lnTo>
                  <a:lnTo>
                    <a:pt x="357540" y="1043661"/>
                  </a:lnTo>
                  <a:lnTo>
                    <a:pt x="357541" y="1043637"/>
                  </a:lnTo>
                  <a:lnTo>
                    <a:pt x="357540" y="1043624"/>
                  </a:lnTo>
                  <a:lnTo>
                    <a:pt x="357540" y="1043596"/>
                  </a:lnTo>
                  <a:lnTo>
                    <a:pt x="357537" y="1043564"/>
                  </a:lnTo>
                  <a:lnTo>
                    <a:pt x="357535" y="1043532"/>
                  </a:lnTo>
                  <a:lnTo>
                    <a:pt x="357534" y="1043508"/>
                  </a:lnTo>
                  <a:lnTo>
                    <a:pt x="357534" y="1043486"/>
                  </a:lnTo>
                  <a:lnTo>
                    <a:pt x="357536" y="1043468"/>
                  </a:lnTo>
                  <a:lnTo>
                    <a:pt x="357539" y="1043446"/>
                  </a:lnTo>
                  <a:lnTo>
                    <a:pt x="357540" y="1043428"/>
                  </a:lnTo>
                  <a:lnTo>
                    <a:pt x="357539" y="1043408"/>
                  </a:lnTo>
                  <a:lnTo>
                    <a:pt x="357536" y="1043398"/>
                  </a:lnTo>
                  <a:lnTo>
                    <a:pt x="357532" y="1043387"/>
                  </a:lnTo>
                  <a:lnTo>
                    <a:pt x="357526" y="1043376"/>
                  </a:lnTo>
                  <a:lnTo>
                    <a:pt x="357515" y="1043358"/>
                  </a:lnTo>
                  <a:lnTo>
                    <a:pt x="357507" y="1043346"/>
                  </a:lnTo>
                  <a:lnTo>
                    <a:pt x="357499" y="1043335"/>
                  </a:lnTo>
                  <a:lnTo>
                    <a:pt x="357486" y="1043321"/>
                  </a:lnTo>
                  <a:lnTo>
                    <a:pt x="357471" y="1043306"/>
                  </a:lnTo>
                  <a:lnTo>
                    <a:pt x="357453" y="1043290"/>
                  </a:lnTo>
                  <a:lnTo>
                    <a:pt x="357431" y="1043271"/>
                  </a:lnTo>
                  <a:lnTo>
                    <a:pt x="357420" y="1043261"/>
                  </a:lnTo>
                  <a:lnTo>
                    <a:pt x="357404" y="1043246"/>
                  </a:lnTo>
                  <a:lnTo>
                    <a:pt x="357393" y="1043236"/>
                  </a:lnTo>
                  <a:lnTo>
                    <a:pt x="357369" y="1043216"/>
                  </a:lnTo>
                  <a:lnTo>
                    <a:pt x="357348" y="1043200"/>
                  </a:lnTo>
                  <a:lnTo>
                    <a:pt x="357341" y="1043193"/>
                  </a:lnTo>
                  <a:lnTo>
                    <a:pt x="357336" y="1043186"/>
                  </a:lnTo>
                  <a:lnTo>
                    <a:pt x="357335" y="1043181"/>
                  </a:lnTo>
                  <a:lnTo>
                    <a:pt x="357335" y="1043172"/>
                  </a:lnTo>
                  <a:lnTo>
                    <a:pt x="357336" y="1043162"/>
                  </a:lnTo>
                  <a:lnTo>
                    <a:pt x="357343" y="1043141"/>
                  </a:lnTo>
                  <a:lnTo>
                    <a:pt x="357347" y="1043125"/>
                  </a:lnTo>
                  <a:lnTo>
                    <a:pt x="357351" y="1043106"/>
                  </a:lnTo>
                  <a:lnTo>
                    <a:pt x="357351" y="1043096"/>
                  </a:lnTo>
                  <a:lnTo>
                    <a:pt x="357351" y="1043078"/>
                  </a:lnTo>
                  <a:lnTo>
                    <a:pt x="357350" y="1043068"/>
                  </a:lnTo>
                  <a:lnTo>
                    <a:pt x="357347" y="1043057"/>
                  </a:lnTo>
                  <a:lnTo>
                    <a:pt x="357340" y="1043038"/>
                  </a:lnTo>
                  <a:lnTo>
                    <a:pt x="357332" y="1043016"/>
                  </a:lnTo>
                  <a:lnTo>
                    <a:pt x="357321" y="1042991"/>
                  </a:lnTo>
                  <a:lnTo>
                    <a:pt x="357316" y="1042978"/>
                  </a:lnTo>
                  <a:lnTo>
                    <a:pt x="357311" y="1042959"/>
                  </a:lnTo>
                  <a:lnTo>
                    <a:pt x="357307" y="1042943"/>
                  </a:lnTo>
                  <a:lnTo>
                    <a:pt x="357303" y="1042929"/>
                  </a:lnTo>
                  <a:lnTo>
                    <a:pt x="357298" y="1042919"/>
                  </a:lnTo>
                  <a:lnTo>
                    <a:pt x="357292" y="1042909"/>
                  </a:lnTo>
                  <a:lnTo>
                    <a:pt x="357282" y="1042896"/>
                  </a:lnTo>
                  <a:lnTo>
                    <a:pt x="357270" y="1042884"/>
                  </a:lnTo>
                  <a:lnTo>
                    <a:pt x="357259" y="1042873"/>
                  </a:lnTo>
                  <a:lnTo>
                    <a:pt x="357251" y="1042864"/>
                  </a:lnTo>
                  <a:lnTo>
                    <a:pt x="357245" y="1042856"/>
                  </a:lnTo>
                  <a:lnTo>
                    <a:pt x="357240" y="1042845"/>
                  </a:lnTo>
                  <a:lnTo>
                    <a:pt x="357235" y="1042828"/>
                  </a:lnTo>
                  <a:lnTo>
                    <a:pt x="357232" y="1042810"/>
                  </a:lnTo>
                  <a:lnTo>
                    <a:pt x="357230" y="1042788"/>
                  </a:lnTo>
                  <a:lnTo>
                    <a:pt x="357229" y="1042768"/>
                  </a:lnTo>
                  <a:lnTo>
                    <a:pt x="357229" y="1042739"/>
                  </a:lnTo>
                  <a:lnTo>
                    <a:pt x="357232" y="1042722"/>
                  </a:lnTo>
                  <a:lnTo>
                    <a:pt x="357232" y="1042710"/>
                  </a:lnTo>
                  <a:lnTo>
                    <a:pt x="357232" y="1042696"/>
                  </a:lnTo>
                  <a:lnTo>
                    <a:pt x="357230" y="1042673"/>
                  </a:lnTo>
                  <a:lnTo>
                    <a:pt x="357228" y="1042658"/>
                  </a:lnTo>
                  <a:lnTo>
                    <a:pt x="357226" y="1042645"/>
                  </a:lnTo>
                  <a:lnTo>
                    <a:pt x="357224" y="1042635"/>
                  </a:lnTo>
                  <a:lnTo>
                    <a:pt x="357219" y="1042624"/>
                  </a:lnTo>
                  <a:lnTo>
                    <a:pt x="357215" y="1042612"/>
                  </a:lnTo>
                  <a:lnTo>
                    <a:pt x="357210" y="1042603"/>
                  </a:lnTo>
                  <a:lnTo>
                    <a:pt x="357204" y="1042593"/>
                  </a:lnTo>
                  <a:lnTo>
                    <a:pt x="357193" y="1042580"/>
                  </a:lnTo>
                  <a:lnTo>
                    <a:pt x="357177" y="1042560"/>
                  </a:lnTo>
                  <a:lnTo>
                    <a:pt x="357164" y="1042543"/>
                  </a:lnTo>
                  <a:lnTo>
                    <a:pt x="357151" y="1042524"/>
                  </a:lnTo>
                  <a:lnTo>
                    <a:pt x="357141" y="1042514"/>
                  </a:lnTo>
                  <a:lnTo>
                    <a:pt x="357136" y="1042508"/>
                  </a:lnTo>
                  <a:lnTo>
                    <a:pt x="357125" y="1042493"/>
                  </a:lnTo>
                  <a:lnTo>
                    <a:pt x="357115" y="1042479"/>
                  </a:lnTo>
                  <a:lnTo>
                    <a:pt x="357103" y="1042469"/>
                  </a:lnTo>
                  <a:lnTo>
                    <a:pt x="357097" y="1042462"/>
                  </a:lnTo>
                  <a:lnTo>
                    <a:pt x="357089" y="1042456"/>
                  </a:lnTo>
                  <a:lnTo>
                    <a:pt x="357076" y="1042450"/>
                  </a:lnTo>
                  <a:lnTo>
                    <a:pt x="357068" y="1042447"/>
                  </a:lnTo>
                  <a:lnTo>
                    <a:pt x="357042" y="1042440"/>
                  </a:lnTo>
                  <a:lnTo>
                    <a:pt x="357022" y="1042434"/>
                  </a:lnTo>
                  <a:lnTo>
                    <a:pt x="357012" y="1042429"/>
                  </a:lnTo>
                  <a:lnTo>
                    <a:pt x="357002" y="1042422"/>
                  </a:lnTo>
                  <a:lnTo>
                    <a:pt x="356987" y="1042402"/>
                  </a:lnTo>
                  <a:lnTo>
                    <a:pt x="356974" y="1042379"/>
                  </a:lnTo>
                  <a:lnTo>
                    <a:pt x="356969" y="1042365"/>
                  </a:lnTo>
                  <a:lnTo>
                    <a:pt x="356967" y="1042351"/>
                  </a:lnTo>
                  <a:lnTo>
                    <a:pt x="356964" y="1042339"/>
                  </a:lnTo>
                  <a:lnTo>
                    <a:pt x="356950" y="1042342"/>
                  </a:lnTo>
                  <a:lnTo>
                    <a:pt x="356935" y="1042345"/>
                  </a:lnTo>
                  <a:lnTo>
                    <a:pt x="356922" y="1042349"/>
                  </a:lnTo>
                  <a:lnTo>
                    <a:pt x="356904" y="1042350"/>
                  </a:lnTo>
                  <a:lnTo>
                    <a:pt x="356895" y="1042350"/>
                  </a:lnTo>
                  <a:lnTo>
                    <a:pt x="356881" y="1042349"/>
                  </a:lnTo>
                  <a:lnTo>
                    <a:pt x="356867" y="1042347"/>
                  </a:lnTo>
                  <a:lnTo>
                    <a:pt x="356855" y="1042346"/>
                  </a:lnTo>
                  <a:lnTo>
                    <a:pt x="356843" y="1042344"/>
                  </a:lnTo>
                  <a:lnTo>
                    <a:pt x="356829" y="1042341"/>
                  </a:lnTo>
                  <a:lnTo>
                    <a:pt x="356819" y="1042339"/>
                  </a:lnTo>
                  <a:lnTo>
                    <a:pt x="356813" y="1042337"/>
                  </a:lnTo>
                  <a:lnTo>
                    <a:pt x="356806" y="1042333"/>
                  </a:lnTo>
                  <a:lnTo>
                    <a:pt x="356799" y="1042328"/>
                  </a:lnTo>
                  <a:lnTo>
                    <a:pt x="356790" y="1042317"/>
                  </a:lnTo>
                  <a:lnTo>
                    <a:pt x="356776" y="1042301"/>
                  </a:lnTo>
                  <a:lnTo>
                    <a:pt x="356761" y="1042289"/>
                  </a:lnTo>
                  <a:lnTo>
                    <a:pt x="356743" y="1042271"/>
                  </a:lnTo>
                  <a:lnTo>
                    <a:pt x="356739" y="1042265"/>
                  </a:lnTo>
                  <a:lnTo>
                    <a:pt x="356733" y="1042251"/>
                  </a:lnTo>
                  <a:lnTo>
                    <a:pt x="356726" y="1042241"/>
                  </a:lnTo>
                  <a:lnTo>
                    <a:pt x="356721" y="1042234"/>
                  </a:lnTo>
                  <a:lnTo>
                    <a:pt x="356712" y="1042223"/>
                  </a:lnTo>
                  <a:lnTo>
                    <a:pt x="356704" y="1042211"/>
                  </a:lnTo>
                  <a:lnTo>
                    <a:pt x="356698" y="1042200"/>
                  </a:lnTo>
                  <a:lnTo>
                    <a:pt x="356692" y="1042190"/>
                  </a:lnTo>
                  <a:lnTo>
                    <a:pt x="356688" y="1042185"/>
                  </a:lnTo>
                  <a:lnTo>
                    <a:pt x="356683" y="1042182"/>
                  </a:lnTo>
                  <a:lnTo>
                    <a:pt x="356677" y="1042181"/>
                  </a:lnTo>
                  <a:lnTo>
                    <a:pt x="356671" y="1042181"/>
                  </a:lnTo>
                  <a:lnTo>
                    <a:pt x="356661" y="1042182"/>
                  </a:lnTo>
                  <a:lnTo>
                    <a:pt x="356649" y="1042186"/>
                  </a:lnTo>
                  <a:lnTo>
                    <a:pt x="356636" y="1042188"/>
                  </a:lnTo>
                  <a:lnTo>
                    <a:pt x="356620" y="1042191"/>
                  </a:lnTo>
                  <a:lnTo>
                    <a:pt x="356603" y="1042194"/>
                  </a:lnTo>
                  <a:lnTo>
                    <a:pt x="356583" y="1042198"/>
                  </a:lnTo>
                  <a:lnTo>
                    <a:pt x="356559" y="1042202"/>
                  </a:lnTo>
                  <a:lnTo>
                    <a:pt x="356541" y="1042205"/>
                  </a:lnTo>
                  <a:lnTo>
                    <a:pt x="356526" y="1042207"/>
                  </a:lnTo>
                  <a:lnTo>
                    <a:pt x="356505" y="1042208"/>
                  </a:lnTo>
                  <a:lnTo>
                    <a:pt x="356473" y="1042208"/>
                  </a:lnTo>
                  <a:lnTo>
                    <a:pt x="356453" y="1042206"/>
                  </a:lnTo>
                  <a:lnTo>
                    <a:pt x="356436" y="1042203"/>
                  </a:lnTo>
                  <a:lnTo>
                    <a:pt x="356424" y="1042199"/>
                  </a:lnTo>
                  <a:lnTo>
                    <a:pt x="356409" y="1042192"/>
                  </a:lnTo>
                  <a:lnTo>
                    <a:pt x="356390" y="1042181"/>
                  </a:lnTo>
                  <a:lnTo>
                    <a:pt x="356363" y="1042163"/>
                  </a:lnTo>
                  <a:lnTo>
                    <a:pt x="356344" y="1042151"/>
                  </a:lnTo>
                  <a:lnTo>
                    <a:pt x="356329" y="1042142"/>
                  </a:lnTo>
                  <a:lnTo>
                    <a:pt x="356316" y="1042137"/>
                  </a:lnTo>
                  <a:lnTo>
                    <a:pt x="356301" y="1042132"/>
                  </a:lnTo>
                  <a:lnTo>
                    <a:pt x="356290" y="1042129"/>
                  </a:lnTo>
                  <a:lnTo>
                    <a:pt x="356276" y="1042128"/>
                  </a:lnTo>
                  <a:lnTo>
                    <a:pt x="356264" y="1042127"/>
                  </a:lnTo>
                  <a:lnTo>
                    <a:pt x="356251" y="1042127"/>
                  </a:lnTo>
                  <a:lnTo>
                    <a:pt x="356232" y="1042130"/>
                  </a:lnTo>
                  <a:lnTo>
                    <a:pt x="356216" y="1042133"/>
                  </a:lnTo>
                  <a:lnTo>
                    <a:pt x="356202" y="1042137"/>
                  </a:lnTo>
                  <a:lnTo>
                    <a:pt x="356182" y="1042143"/>
                  </a:lnTo>
                  <a:lnTo>
                    <a:pt x="356168" y="1042146"/>
                  </a:lnTo>
                  <a:lnTo>
                    <a:pt x="356145" y="1042154"/>
                  </a:lnTo>
                  <a:lnTo>
                    <a:pt x="356125" y="1042161"/>
                  </a:lnTo>
                  <a:lnTo>
                    <a:pt x="356105" y="1042167"/>
                  </a:lnTo>
                  <a:lnTo>
                    <a:pt x="356086" y="1042171"/>
                  </a:lnTo>
                  <a:lnTo>
                    <a:pt x="356071" y="1042175"/>
                  </a:lnTo>
                  <a:lnTo>
                    <a:pt x="356058" y="1042180"/>
                  </a:lnTo>
                  <a:lnTo>
                    <a:pt x="356045" y="1042186"/>
                  </a:lnTo>
                  <a:lnTo>
                    <a:pt x="356038" y="1042187"/>
                  </a:lnTo>
                  <a:lnTo>
                    <a:pt x="356028" y="1042189"/>
                  </a:lnTo>
                  <a:lnTo>
                    <a:pt x="356020" y="1042189"/>
                  </a:lnTo>
                  <a:lnTo>
                    <a:pt x="356008" y="1042188"/>
                  </a:lnTo>
                  <a:lnTo>
                    <a:pt x="355999" y="1042187"/>
                  </a:lnTo>
                  <a:lnTo>
                    <a:pt x="355984" y="1042184"/>
                  </a:lnTo>
                  <a:lnTo>
                    <a:pt x="355971" y="1042180"/>
                  </a:lnTo>
                  <a:lnTo>
                    <a:pt x="355958" y="1042173"/>
                  </a:lnTo>
                  <a:lnTo>
                    <a:pt x="355945" y="1042165"/>
                  </a:lnTo>
                  <a:lnTo>
                    <a:pt x="355924" y="1042154"/>
                  </a:lnTo>
                  <a:lnTo>
                    <a:pt x="355904" y="1042144"/>
                  </a:lnTo>
                  <a:lnTo>
                    <a:pt x="355891" y="1042139"/>
                  </a:lnTo>
                  <a:lnTo>
                    <a:pt x="355882" y="1042136"/>
                  </a:lnTo>
                  <a:lnTo>
                    <a:pt x="355876" y="1042134"/>
                  </a:lnTo>
                  <a:lnTo>
                    <a:pt x="355869" y="1042134"/>
                  </a:lnTo>
                  <a:lnTo>
                    <a:pt x="355865" y="1042135"/>
                  </a:lnTo>
                  <a:lnTo>
                    <a:pt x="355857" y="1042140"/>
                  </a:lnTo>
                  <a:lnTo>
                    <a:pt x="355852" y="1042145"/>
                  </a:lnTo>
                  <a:lnTo>
                    <a:pt x="355845" y="1042155"/>
                  </a:lnTo>
                  <a:lnTo>
                    <a:pt x="355836" y="1042169"/>
                  </a:lnTo>
                  <a:lnTo>
                    <a:pt x="355830" y="1042177"/>
                  </a:lnTo>
                  <a:lnTo>
                    <a:pt x="355817" y="1042197"/>
                  </a:lnTo>
                  <a:lnTo>
                    <a:pt x="355808" y="1042211"/>
                  </a:lnTo>
                  <a:lnTo>
                    <a:pt x="355791" y="1042238"/>
                  </a:lnTo>
                  <a:lnTo>
                    <a:pt x="355784" y="1042247"/>
                  </a:lnTo>
                  <a:lnTo>
                    <a:pt x="355775" y="1042262"/>
                  </a:lnTo>
                  <a:lnTo>
                    <a:pt x="355764" y="1042280"/>
                  </a:lnTo>
                  <a:lnTo>
                    <a:pt x="355758" y="1042291"/>
                  </a:lnTo>
                  <a:lnTo>
                    <a:pt x="355749" y="1042302"/>
                  </a:lnTo>
                  <a:lnTo>
                    <a:pt x="355741" y="1042313"/>
                  </a:lnTo>
                  <a:lnTo>
                    <a:pt x="355728" y="1042330"/>
                  </a:lnTo>
                  <a:lnTo>
                    <a:pt x="355719" y="1042343"/>
                  </a:lnTo>
                  <a:lnTo>
                    <a:pt x="355713" y="1042349"/>
                  </a:lnTo>
                  <a:lnTo>
                    <a:pt x="355705" y="1042350"/>
                  </a:lnTo>
                  <a:lnTo>
                    <a:pt x="355701" y="1042347"/>
                  </a:lnTo>
                  <a:lnTo>
                    <a:pt x="355693" y="1042335"/>
                  </a:lnTo>
                  <a:lnTo>
                    <a:pt x="355685" y="1042325"/>
                  </a:lnTo>
                  <a:lnTo>
                    <a:pt x="355681" y="1042319"/>
                  </a:lnTo>
                  <a:lnTo>
                    <a:pt x="355671" y="1042308"/>
                  </a:lnTo>
                  <a:lnTo>
                    <a:pt x="355662" y="1042300"/>
                  </a:lnTo>
                  <a:lnTo>
                    <a:pt x="355650" y="1042291"/>
                  </a:lnTo>
                  <a:lnTo>
                    <a:pt x="355635" y="1042281"/>
                  </a:lnTo>
                  <a:lnTo>
                    <a:pt x="355608" y="1042262"/>
                  </a:lnTo>
                  <a:lnTo>
                    <a:pt x="355589" y="1042250"/>
                  </a:lnTo>
                  <a:lnTo>
                    <a:pt x="355573" y="1042243"/>
                  </a:lnTo>
                  <a:lnTo>
                    <a:pt x="355561" y="1042239"/>
                  </a:lnTo>
                  <a:lnTo>
                    <a:pt x="355548" y="1042237"/>
                  </a:lnTo>
                  <a:lnTo>
                    <a:pt x="355537" y="1042236"/>
                  </a:lnTo>
                  <a:lnTo>
                    <a:pt x="355525" y="1042235"/>
                  </a:lnTo>
                  <a:lnTo>
                    <a:pt x="355506" y="1042235"/>
                  </a:lnTo>
                  <a:lnTo>
                    <a:pt x="355491" y="1042237"/>
                  </a:lnTo>
                  <a:lnTo>
                    <a:pt x="355471" y="1042239"/>
                  </a:lnTo>
                  <a:lnTo>
                    <a:pt x="355457" y="1042238"/>
                  </a:lnTo>
                  <a:lnTo>
                    <a:pt x="355444" y="1042236"/>
                  </a:lnTo>
                  <a:lnTo>
                    <a:pt x="355434" y="1042233"/>
                  </a:lnTo>
                  <a:lnTo>
                    <a:pt x="355420" y="1042229"/>
                  </a:lnTo>
                  <a:lnTo>
                    <a:pt x="355410" y="1042227"/>
                  </a:lnTo>
                  <a:lnTo>
                    <a:pt x="355403" y="1042228"/>
                  </a:lnTo>
                  <a:lnTo>
                    <a:pt x="355392" y="1042230"/>
                  </a:lnTo>
                  <a:lnTo>
                    <a:pt x="355381" y="1042235"/>
                  </a:lnTo>
                  <a:lnTo>
                    <a:pt x="355369" y="1042241"/>
                  </a:lnTo>
                  <a:lnTo>
                    <a:pt x="355355" y="1042251"/>
                  </a:lnTo>
                  <a:lnTo>
                    <a:pt x="355344" y="1042261"/>
                  </a:lnTo>
                  <a:lnTo>
                    <a:pt x="355329" y="1042277"/>
                  </a:lnTo>
                  <a:lnTo>
                    <a:pt x="355319" y="1042292"/>
                  </a:lnTo>
                  <a:lnTo>
                    <a:pt x="355308" y="1042308"/>
                  </a:lnTo>
                  <a:lnTo>
                    <a:pt x="355300" y="1042320"/>
                  </a:lnTo>
                  <a:lnTo>
                    <a:pt x="355294" y="1042332"/>
                  </a:lnTo>
                  <a:lnTo>
                    <a:pt x="355290" y="1042343"/>
                  </a:lnTo>
                  <a:lnTo>
                    <a:pt x="355285" y="1042359"/>
                  </a:lnTo>
                  <a:lnTo>
                    <a:pt x="355280" y="1042367"/>
                  </a:lnTo>
                  <a:lnTo>
                    <a:pt x="355276" y="1042374"/>
                  </a:lnTo>
                  <a:lnTo>
                    <a:pt x="355271" y="1042379"/>
                  </a:lnTo>
                  <a:lnTo>
                    <a:pt x="355262" y="1042385"/>
                  </a:lnTo>
                  <a:lnTo>
                    <a:pt x="355251" y="1042391"/>
                  </a:lnTo>
                  <a:lnTo>
                    <a:pt x="355230" y="1042403"/>
                  </a:lnTo>
                  <a:lnTo>
                    <a:pt x="355221" y="1042408"/>
                  </a:lnTo>
                  <a:lnTo>
                    <a:pt x="355211" y="1042411"/>
                  </a:lnTo>
                  <a:lnTo>
                    <a:pt x="355198" y="1042415"/>
                  </a:lnTo>
                  <a:lnTo>
                    <a:pt x="355180" y="1042422"/>
                  </a:lnTo>
                  <a:lnTo>
                    <a:pt x="355163" y="1042428"/>
                  </a:lnTo>
                  <a:lnTo>
                    <a:pt x="355143" y="1042435"/>
                  </a:lnTo>
                  <a:lnTo>
                    <a:pt x="355128" y="1042439"/>
                  </a:lnTo>
                  <a:lnTo>
                    <a:pt x="355112" y="1042444"/>
                  </a:lnTo>
                  <a:lnTo>
                    <a:pt x="355098" y="1042446"/>
                  </a:lnTo>
                  <a:lnTo>
                    <a:pt x="355087" y="1042449"/>
                  </a:lnTo>
                  <a:lnTo>
                    <a:pt x="355066" y="1042455"/>
                  </a:lnTo>
                  <a:lnTo>
                    <a:pt x="355047" y="1042460"/>
                  </a:lnTo>
                  <a:lnTo>
                    <a:pt x="355035" y="1042464"/>
                  </a:lnTo>
                  <a:lnTo>
                    <a:pt x="355018" y="1042470"/>
                  </a:lnTo>
                  <a:lnTo>
                    <a:pt x="355007" y="1042474"/>
                  </a:lnTo>
                  <a:lnTo>
                    <a:pt x="354998" y="1042480"/>
                  </a:lnTo>
                  <a:lnTo>
                    <a:pt x="354990" y="1042486"/>
                  </a:lnTo>
                  <a:lnTo>
                    <a:pt x="354981" y="1042494"/>
                  </a:lnTo>
                  <a:lnTo>
                    <a:pt x="354968" y="1042508"/>
                  </a:lnTo>
                  <a:lnTo>
                    <a:pt x="354962" y="1042513"/>
                  </a:lnTo>
                  <a:lnTo>
                    <a:pt x="354956" y="1042517"/>
                  </a:lnTo>
                  <a:lnTo>
                    <a:pt x="354940" y="1042526"/>
                  </a:lnTo>
                  <a:lnTo>
                    <a:pt x="354925" y="1042534"/>
                  </a:lnTo>
                  <a:lnTo>
                    <a:pt x="354918" y="1042537"/>
                  </a:lnTo>
                  <a:lnTo>
                    <a:pt x="354912" y="1042539"/>
                  </a:lnTo>
                  <a:lnTo>
                    <a:pt x="354905" y="1042540"/>
                  </a:lnTo>
                  <a:lnTo>
                    <a:pt x="354892" y="1042542"/>
                  </a:lnTo>
                  <a:lnTo>
                    <a:pt x="354876" y="1042545"/>
                  </a:lnTo>
                  <a:lnTo>
                    <a:pt x="354868" y="1042547"/>
                  </a:lnTo>
                  <a:lnTo>
                    <a:pt x="354857" y="1042551"/>
                  </a:lnTo>
                  <a:lnTo>
                    <a:pt x="354847" y="1042554"/>
                  </a:lnTo>
                  <a:lnTo>
                    <a:pt x="354838" y="1042556"/>
                  </a:lnTo>
                  <a:lnTo>
                    <a:pt x="354826" y="1042557"/>
                  </a:lnTo>
                  <a:lnTo>
                    <a:pt x="354804" y="1042556"/>
                  </a:lnTo>
                  <a:lnTo>
                    <a:pt x="354773" y="1042555"/>
                  </a:lnTo>
                  <a:lnTo>
                    <a:pt x="354758" y="1042556"/>
                  </a:lnTo>
                  <a:lnTo>
                    <a:pt x="354736" y="1042560"/>
                  </a:lnTo>
                  <a:lnTo>
                    <a:pt x="354721" y="1042562"/>
                  </a:lnTo>
                  <a:lnTo>
                    <a:pt x="354715" y="1042563"/>
                  </a:lnTo>
                  <a:lnTo>
                    <a:pt x="354710" y="1042562"/>
                  </a:lnTo>
                  <a:lnTo>
                    <a:pt x="354704" y="1042558"/>
                  </a:lnTo>
                  <a:lnTo>
                    <a:pt x="354696" y="1042550"/>
                  </a:lnTo>
                  <a:lnTo>
                    <a:pt x="354687" y="1042540"/>
                  </a:lnTo>
                  <a:lnTo>
                    <a:pt x="354678" y="1042529"/>
                  </a:lnTo>
                  <a:lnTo>
                    <a:pt x="354674" y="1042526"/>
                  </a:lnTo>
                  <a:lnTo>
                    <a:pt x="354663" y="1042521"/>
                  </a:lnTo>
                  <a:lnTo>
                    <a:pt x="354652" y="1042516"/>
                  </a:lnTo>
                  <a:lnTo>
                    <a:pt x="354639" y="1042509"/>
                  </a:lnTo>
                  <a:lnTo>
                    <a:pt x="354623" y="1042500"/>
                  </a:lnTo>
                  <a:lnTo>
                    <a:pt x="354611" y="1042492"/>
                  </a:lnTo>
                  <a:lnTo>
                    <a:pt x="354603" y="1042485"/>
                  </a:lnTo>
                  <a:lnTo>
                    <a:pt x="354599" y="1042480"/>
                  </a:lnTo>
                  <a:lnTo>
                    <a:pt x="354595" y="1042473"/>
                  </a:lnTo>
                  <a:lnTo>
                    <a:pt x="354592" y="1042463"/>
                  </a:lnTo>
                  <a:lnTo>
                    <a:pt x="354591" y="1042447"/>
                  </a:lnTo>
                  <a:lnTo>
                    <a:pt x="354590" y="1042435"/>
                  </a:lnTo>
                  <a:lnTo>
                    <a:pt x="354589" y="1042420"/>
                  </a:lnTo>
                  <a:lnTo>
                    <a:pt x="354586" y="1042402"/>
                  </a:lnTo>
                  <a:lnTo>
                    <a:pt x="354584" y="1042390"/>
                  </a:lnTo>
                  <a:lnTo>
                    <a:pt x="354579" y="1042372"/>
                  </a:lnTo>
                  <a:lnTo>
                    <a:pt x="354575" y="1042358"/>
                  </a:lnTo>
                  <a:lnTo>
                    <a:pt x="354573" y="1042346"/>
                  </a:lnTo>
                  <a:lnTo>
                    <a:pt x="354571" y="1042326"/>
                  </a:lnTo>
                  <a:lnTo>
                    <a:pt x="354569" y="1042308"/>
                  </a:lnTo>
                  <a:lnTo>
                    <a:pt x="354567" y="1042294"/>
                  </a:lnTo>
                  <a:lnTo>
                    <a:pt x="354568" y="1042281"/>
                  </a:lnTo>
                  <a:lnTo>
                    <a:pt x="354570" y="1042267"/>
                  </a:lnTo>
                  <a:lnTo>
                    <a:pt x="354572" y="1042251"/>
                  </a:lnTo>
                  <a:lnTo>
                    <a:pt x="354573" y="1042238"/>
                  </a:lnTo>
                  <a:lnTo>
                    <a:pt x="354574" y="1042222"/>
                  </a:lnTo>
                  <a:lnTo>
                    <a:pt x="354573" y="1042202"/>
                  </a:lnTo>
                  <a:lnTo>
                    <a:pt x="354572" y="1042194"/>
                  </a:lnTo>
                  <a:lnTo>
                    <a:pt x="354570" y="1042187"/>
                  </a:lnTo>
                  <a:lnTo>
                    <a:pt x="354560" y="1042166"/>
                  </a:lnTo>
                  <a:lnTo>
                    <a:pt x="354554" y="1042152"/>
                  </a:lnTo>
                  <a:lnTo>
                    <a:pt x="354547" y="1042139"/>
                  </a:lnTo>
                  <a:lnTo>
                    <a:pt x="354537" y="1042120"/>
                  </a:lnTo>
                  <a:lnTo>
                    <a:pt x="354528" y="1042103"/>
                  </a:lnTo>
                  <a:lnTo>
                    <a:pt x="354520" y="1042088"/>
                  </a:lnTo>
                  <a:lnTo>
                    <a:pt x="354510" y="1042071"/>
                  </a:lnTo>
                  <a:lnTo>
                    <a:pt x="354501" y="1042053"/>
                  </a:lnTo>
                  <a:lnTo>
                    <a:pt x="354494" y="1042043"/>
                  </a:lnTo>
                  <a:lnTo>
                    <a:pt x="354482" y="1042029"/>
                  </a:lnTo>
                  <a:lnTo>
                    <a:pt x="354479" y="1042021"/>
                  </a:lnTo>
                  <a:lnTo>
                    <a:pt x="354482" y="1042014"/>
                  </a:lnTo>
                  <a:lnTo>
                    <a:pt x="354494" y="1042002"/>
                  </a:lnTo>
                  <a:lnTo>
                    <a:pt x="354514" y="1041986"/>
                  </a:lnTo>
                  <a:lnTo>
                    <a:pt x="354531" y="1041972"/>
                  </a:lnTo>
                  <a:lnTo>
                    <a:pt x="354552" y="1041954"/>
                  </a:lnTo>
                  <a:lnTo>
                    <a:pt x="354568" y="1041941"/>
                  </a:lnTo>
                  <a:lnTo>
                    <a:pt x="354581" y="1041930"/>
                  </a:lnTo>
                  <a:lnTo>
                    <a:pt x="354597" y="1041920"/>
                  </a:lnTo>
                  <a:lnTo>
                    <a:pt x="354614" y="1041908"/>
                  </a:lnTo>
                  <a:lnTo>
                    <a:pt x="354633" y="1041893"/>
                  </a:lnTo>
                  <a:lnTo>
                    <a:pt x="354642" y="1041885"/>
                  </a:lnTo>
                  <a:lnTo>
                    <a:pt x="354652" y="1041877"/>
                  </a:lnTo>
                  <a:lnTo>
                    <a:pt x="354665" y="1041864"/>
                  </a:lnTo>
                  <a:lnTo>
                    <a:pt x="354681" y="1041852"/>
                  </a:lnTo>
                  <a:lnTo>
                    <a:pt x="354692" y="1041844"/>
                  </a:lnTo>
                  <a:lnTo>
                    <a:pt x="354703" y="1041833"/>
                  </a:lnTo>
                  <a:lnTo>
                    <a:pt x="354721" y="1041815"/>
                  </a:lnTo>
                  <a:lnTo>
                    <a:pt x="354736" y="1041801"/>
                  </a:lnTo>
                  <a:lnTo>
                    <a:pt x="354745" y="1041793"/>
                  </a:lnTo>
                  <a:lnTo>
                    <a:pt x="354761" y="1041775"/>
                  </a:lnTo>
                  <a:lnTo>
                    <a:pt x="354774" y="1041761"/>
                  </a:lnTo>
                  <a:lnTo>
                    <a:pt x="354784" y="1041750"/>
                  </a:lnTo>
                  <a:lnTo>
                    <a:pt x="354794" y="1041736"/>
                  </a:lnTo>
                  <a:lnTo>
                    <a:pt x="354806" y="1041721"/>
                  </a:lnTo>
                  <a:lnTo>
                    <a:pt x="354812" y="1041713"/>
                  </a:lnTo>
                  <a:lnTo>
                    <a:pt x="354816" y="1041706"/>
                  </a:lnTo>
                  <a:lnTo>
                    <a:pt x="354819" y="1041699"/>
                  </a:lnTo>
                  <a:lnTo>
                    <a:pt x="354824" y="1041685"/>
                  </a:lnTo>
                  <a:lnTo>
                    <a:pt x="354829" y="1041670"/>
                  </a:lnTo>
                  <a:lnTo>
                    <a:pt x="354831" y="1041658"/>
                  </a:lnTo>
                  <a:lnTo>
                    <a:pt x="354834" y="1041645"/>
                  </a:lnTo>
                  <a:lnTo>
                    <a:pt x="354835" y="1041633"/>
                  </a:lnTo>
                  <a:lnTo>
                    <a:pt x="354836" y="1041620"/>
                  </a:lnTo>
                  <a:lnTo>
                    <a:pt x="354836" y="1041606"/>
                  </a:lnTo>
                  <a:lnTo>
                    <a:pt x="354834" y="1041591"/>
                  </a:lnTo>
                  <a:lnTo>
                    <a:pt x="354833" y="1041576"/>
                  </a:lnTo>
                  <a:lnTo>
                    <a:pt x="354830" y="1041555"/>
                  </a:lnTo>
                  <a:lnTo>
                    <a:pt x="354828" y="1041537"/>
                  </a:lnTo>
                  <a:lnTo>
                    <a:pt x="354823" y="1041513"/>
                  </a:lnTo>
                  <a:lnTo>
                    <a:pt x="354820" y="1041501"/>
                  </a:lnTo>
                  <a:lnTo>
                    <a:pt x="354814" y="1041478"/>
                  </a:lnTo>
                  <a:lnTo>
                    <a:pt x="354808" y="1041460"/>
                  </a:lnTo>
                  <a:lnTo>
                    <a:pt x="354805" y="1041449"/>
                  </a:lnTo>
                  <a:lnTo>
                    <a:pt x="354798" y="1041430"/>
                  </a:lnTo>
                  <a:lnTo>
                    <a:pt x="354792" y="1041411"/>
                  </a:lnTo>
                  <a:lnTo>
                    <a:pt x="354787" y="1041392"/>
                  </a:lnTo>
                  <a:lnTo>
                    <a:pt x="354781" y="1041376"/>
                  </a:lnTo>
                  <a:lnTo>
                    <a:pt x="354773" y="1041355"/>
                  </a:lnTo>
                  <a:lnTo>
                    <a:pt x="354768" y="1041340"/>
                  </a:lnTo>
                  <a:lnTo>
                    <a:pt x="354763" y="1041327"/>
                  </a:lnTo>
                  <a:lnTo>
                    <a:pt x="354757" y="1041307"/>
                  </a:lnTo>
                  <a:lnTo>
                    <a:pt x="354750" y="1041286"/>
                  </a:lnTo>
                  <a:lnTo>
                    <a:pt x="354743" y="1041268"/>
                  </a:lnTo>
                  <a:lnTo>
                    <a:pt x="354738" y="1041254"/>
                  </a:lnTo>
                  <a:lnTo>
                    <a:pt x="354738" y="1041247"/>
                  </a:lnTo>
                  <a:lnTo>
                    <a:pt x="354743" y="1041242"/>
                  </a:lnTo>
                  <a:lnTo>
                    <a:pt x="354760" y="1041232"/>
                  </a:lnTo>
                  <a:lnTo>
                    <a:pt x="354781" y="1041218"/>
                  </a:lnTo>
                  <a:lnTo>
                    <a:pt x="354802" y="1041204"/>
                  </a:lnTo>
                  <a:lnTo>
                    <a:pt x="354814" y="1041195"/>
                  </a:lnTo>
                  <a:lnTo>
                    <a:pt x="354828" y="1041185"/>
                  </a:lnTo>
                  <a:lnTo>
                    <a:pt x="354843" y="1041175"/>
                  </a:lnTo>
                  <a:lnTo>
                    <a:pt x="354857" y="1041165"/>
                  </a:lnTo>
                  <a:lnTo>
                    <a:pt x="354869" y="1041159"/>
                  </a:lnTo>
                  <a:lnTo>
                    <a:pt x="354893" y="1041150"/>
                  </a:lnTo>
                  <a:lnTo>
                    <a:pt x="354910" y="1041143"/>
                  </a:lnTo>
                  <a:lnTo>
                    <a:pt x="354925" y="1041136"/>
                  </a:lnTo>
                  <a:lnTo>
                    <a:pt x="354942" y="1041125"/>
                  </a:lnTo>
                  <a:lnTo>
                    <a:pt x="354960" y="1041116"/>
                  </a:lnTo>
                  <a:lnTo>
                    <a:pt x="354977" y="1041107"/>
                  </a:lnTo>
                  <a:lnTo>
                    <a:pt x="354987" y="1041103"/>
                  </a:lnTo>
                  <a:lnTo>
                    <a:pt x="354997" y="1041101"/>
                  </a:lnTo>
                  <a:lnTo>
                    <a:pt x="355004" y="1041101"/>
                  </a:lnTo>
                  <a:lnTo>
                    <a:pt x="355010" y="1041103"/>
                  </a:lnTo>
                  <a:lnTo>
                    <a:pt x="355018" y="1041106"/>
                  </a:lnTo>
                  <a:lnTo>
                    <a:pt x="355028" y="1041112"/>
                  </a:lnTo>
                  <a:lnTo>
                    <a:pt x="355042" y="1041121"/>
                  </a:lnTo>
                  <a:lnTo>
                    <a:pt x="355054" y="1041131"/>
                  </a:lnTo>
                  <a:lnTo>
                    <a:pt x="355070" y="1041141"/>
                  </a:lnTo>
                  <a:lnTo>
                    <a:pt x="355080" y="1041146"/>
                  </a:lnTo>
                  <a:lnTo>
                    <a:pt x="355099" y="1041157"/>
                  </a:lnTo>
                  <a:lnTo>
                    <a:pt x="355121" y="1041169"/>
                  </a:lnTo>
                  <a:lnTo>
                    <a:pt x="355136" y="1041177"/>
                  </a:lnTo>
                  <a:lnTo>
                    <a:pt x="355149" y="1041184"/>
                  </a:lnTo>
                  <a:lnTo>
                    <a:pt x="355168" y="1041194"/>
                  </a:lnTo>
                  <a:lnTo>
                    <a:pt x="355181" y="1041199"/>
                  </a:lnTo>
                  <a:lnTo>
                    <a:pt x="355193" y="1041203"/>
                  </a:lnTo>
                  <a:lnTo>
                    <a:pt x="355203" y="1041204"/>
                  </a:lnTo>
                  <a:lnTo>
                    <a:pt x="355215" y="1041205"/>
                  </a:lnTo>
                  <a:lnTo>
                    <a:pt x="355234" y="1041205"/>
                  </a:lnTo>
                  <a:lnTo>
                    <a:pt x="355259" y="1041204"/>
                  </a:lnTo>
                  <a:lnTo>
                    <a:pt x="355271" y="1041204"/>
                  </a:lnTo>
                  <a:lnTo>
                    <a:pt x="355287" y="1041205"/>
                  </a:lnTo>
                  <a:lnTo>
                    <a:pt x="355301" y="1041206"/>
                  </a:lnTo>
                  <a:lnTo>
                    <a:pt x="355318" y="1041205"/>
                  </a:lnTo>
                  <a:lnTo>
                    <a:pt x="355328" y="1041204"/>
                  </a:lnTo>
                  <a:lnTo>
                    <a:pt x="355340" y="1041200"/>
                  </a:lnTo>
                  <a:lnTo>
                    <a:pt x="355354" y="1041194"/>
                  </a:lnTo>
                  <a:lnTo>
                    <a:pt x="355364" y="1041189"/>
                  </a:lnTo>
                  <a:lnTo>
                    <a:pt x="355376" y="1041180"/>
                  </a:lnTo>
                  <a:lnTo>
                    <a:pt x="355385" y="1041174"/>
                  </a:lnTo>
                  <a:lnTo>
                    <a:pt x="355393" y="1041166"/>
                  </a:lnTo>
                  <a:lnTo>
                    <a:pt x="355398" y="1041160"/>
                  </a:lnTo>
                  <a:lnTo>
                    <a:pt x="355406" y="1041151"/>
                  </a:lnTo>
                  <a:lnTo>
                    <a:pt x="355413" y="1041144"/>
                  </a:lnTo>
                  <a:lnTo>
                    <a:pt x="355420" y="1041139"/>
                  </a:lnTo>
                  <a:lnTo>
                    <a:pt x="355432" y="1041131"/>
                  </a:lnTo>
                  <a:lnTo>
                    <a:pt x="355441" y="1041129"/>
                  </a:lnTo>
                  <a:lnTo>
                    <a:pt x="355451" y="1041126"/>
                  </a:lnTo>
                  <a:lnTo>
                    <a:pt x="355465" y="1041123"/>
                  </a:lnTo>
                  <a:lnTo>
                    <a:pt x="355474" y="1041121"/>
                  </a:lnTo>
                  <a:lnTo>
                    <a:pt x="355479" y="1041117"/>
                  </a:lnTo>
                  <a:lnTo>
                    <a:pt x="355483" y="1041111"/>
                  </a:lnTo>
                  <a:lnTo>
                    <a:pt x="355486" y="1041104"/>
                  </a:lnTo>
                  <a:lnTo>
                    <a:pt x="355490" y="1041092"/>
                  </a:lnTo>
                  <a:lnTo>
                    <a:pt x="355495" y="1041078"/>
                  </a:lnTo>
                  <a:lnTo>
                    <a:pt x="355503" y="1041063"/>
                  </a:lnTo>
                  <a:lnTo>
                    <a:pt x="355508" y="1041052"/>
                  </a:lnTo>
                  <a:lnTo>
                    <a:pt x="355516" y="1041039"/>
                  </a:lnTo>
                  <a:lnTo>
                    <a:pt x="355526" y="1041024"/>
                  </a:lnTo>
                  <a:lnTo>
                    <a:pt x="355533" y="1041015"/>
                  </a:lnTo>
                  <a:lnTo>
                    <a:pt x="355542" y="1041003"/>
                  </a:lnTo>
                  <a:lnTo>
                    <a:pt x="355553" y="1040988"/>
                  </a:lnTo>
                  <a:lnTo>
                    <a:pt x="355563" y="1040976"/>
                  </a:lnTo>
                  <a:lnTo>
                    <a:pt x="355571" y="1040968"/>
                  </a:lnTo>
                  <a:lnTo>
                    <a:pt x="355584" y="1040959"/>
                  </a:lnTo>
                  <a:lnTo>
                    <a:pt x="355595" y="1040951"/>
                  </a:lnTo>
                  <a:lnTo>
                    <a:pt x="355603" y="1040947"/>
                  </a:lnTo>
                  <a:lnTo>
                    <a:pt x="355619" y="1040943"/>
                  </a:lnTo>
                  <a:lnTo>
                    <a:pt x="355627" y="1040940"/>
                  </a:lnTo>
                  <a:lnTo>
                    <a:pt x="355639" y="1040934"/>
                  </a:lnTo>
                  <a:lnTo>
                    <a:pt x="355650" y="1040928"/>
                  </a:lnTo>
                  <a:lnTo>
                    <a:pt x="355658" y="1040922"/>
                  </a:lnTo>
                  <a:lnTo>
                    <a:pt x="355666" y="1040916"/>
                  </a:lnTo>
                  <a:lnTo>
                    <a:pt x="355676" y="1040907"/>
                  </a:lnTo>
                  <a:lnTo>
                    <a:pt x="355688" y="1040897"/>
                  </a:lnTo>
                  <a:lnTo>
                    <a:pt x="355701" y="1040885"/>
                  </a:lnTo>
                  <a:lnTo>
                    <a:pt x="355713" y="1040872"/>
                  </a:lnTo>
                  <a:lnTo>
                    <a:pt x="355723" y="1040864"/>
                  </a:lnTo>
                  <a:lnTo>
                    <a:pt x="355738" y="1040855"/>
                  </a:lnTo>
                  <a:lnTo>
                    <a:pt x="355753" y="1040848"/>
                  </a:lnTo>
                  <a:lnTo>
                    <a:pt x="355766" y="1040844"/>
                  </a:lnTo>
                  <a:lnTo>
                    <a:pt x="355781" y="1040840"/>
                  </a:lnTo>
                  <a:lnTo>
                    <a:pt x="355793" y="1040836"/>
                  </a:lnTo>
                  <a:lnTo>
                    <a:pt x="355803" y="1040833"/>
                  </a:lnTo>
                  <a:lnTo>
                    <a:pt x="355813" y="1040829"/>
                  </a:lnTo>
                  <a:lnTo>
                    <a:pt x="355822" y="1040825"/>
                  </a:lnTo>
                  <a:lnTo>
                    <a:pt x="355834" y="1040820"/>
                  </a:lnTo>
                  <a:lnTo>
                    <a:pt x="355844" y="1040817"/>
                  </a:lnTo>
                  <a:lnTo>
                    <a:pt x="355857" y="1040814"/>
                  </a:lnTo>
                  <a:lnTo>
                    <a:pt x="355883" y="1040808"/>
                  </a:lnTo>
                  <a:lnTo>
                    <a:pt x="355894" y="1040806"/>
                  </a:lnTo>
                  <a:lnTo>
                    <a:pt x="355905" y="1040802"/>
                  </a:lnTo>
                  <a:lnTo>
                    <a:pt x="355925" y="1040795"/>
                  </a:lnTo>
                  <a:lnTo>
                    <a:pt x="355947" y="1040788"/>
                  </a:lnTo>
                  <a:lnTo>
                    <a:pt x="355959" y="1040786"/>
                  </a:lnTo>
                  <a:lnTo>
                    <a:pt x="355968" y="1040783"/>
                  </a:lnTo>
                  <a:lnTo>
                    <a:pt x="355981" y="1040778"/>
                  </a:lnTo>
                  <a:lnTo>
                    <a:pt x="355992" y="1040772"/>
                  </a:lnTo>
                  <a:lnTo>
                    <a:pt x="356008" y="1040763"/>
                  </a:lnTo>
                  <a:lnTo>
                    <a:pt x="356021" y="1040757"/>
                  </a:lnTo>
                  <a:lnTo>
                    <a:pt x="356035" y="1040747"/>
                  </a:lnTo>
                  <a:lnTo>
                    <a:pt x="356045" y="1040741"/>
                  </a:lnTo>
                  <a:lnTo>
                    <a:pt x="356054" y="1040732"/>
                  </a:lnTo>
                  <a:lnTo>
                    <a:pt x="356064" y="1040722"/>
                  </a:lnTo>
                  <a:lnTo>
                    <a:pt x="356069" y="1040716"/>
                  </a:lnTo>
                  <a:lnTo>
                    <a:pt x="356076" y="1040709"/>
                  </a:lnTo>
                  <a:lnTo>
                    <a:pt x="356082" y="1040701"/>
                  </a:lnTo>
                  <a:lnTo>
                    <a:pt x="356086" y="1040692"/>
                  </a:lnTo>
                  <a:lnTo>
                    <a:pt x="356088" y="1040684"/>
                  </a:lnTo>
                  <a:lnTo>
                    <a:pt x="356089" y="1040675"/>
                  </a:lnTo>
                  <a:lnTo>
                    <a:pt x="356088" y="1040661"/>
                  </a:lnTo>
                  <a:lnTo>
                    <a:pt x="356086" y="1040639"/>
                  </a:lnTo>
                  <a:lnTo>
                    <a:pt x="356084" y="1040622"/>
                  </a:lnTo>
                  <a:lnTo>
                    <a:pt x="356084" y="1040609"/>
                  </a:lnTo>
                  <a:lnTo>
                    <a:pt x="356085" y="1040601"/>
                  </a:lnTo>
                  <a:lnTo>
                    <a:pt x="356085" y="1040589"/>
                  </a:lnTo>
                  <a:lnTo>
                    <a:pt x="356085" y="1040575"/>
                  </a:lnTo>
                  <a:lnTo>
                    <a:pt x="356085" y="1040559"/>
                  </a:lnTo>
                  <a:lnTo>
                    <a:pt x="356083" y="1040545"/>
                  </a:lnTo>
                  <a:lnTo>
                    <a:pt x="356083" y="1040530"/>
                  </a:lnTo>
                  <a:lnTo>
                    <a:pt x="356082" y="1040515"/>
                  </a:lnTo>
                  <a:lnTo>
                    <a:pt x="356082" y="1040496"/>
                  </a:lnTo>
                  <a:lnTo>
                    <a:pt x="356079" y="1040484"/>
                  </a:lnTo>
                  <a:lnTo>
                    <a:pt x="356076" y="1040475"/>
                  </a:lnTo>
                  <a:lnTo>
                    <a:pt x="356074" y="1040467"/>
                  </a:lnTo>
                  <a:lnTo>
                    <a:pt x="356080" y="1040465"/>
                  </a:lnTo>
                  <a:lnTo>
                    <a:pt x="356086" y="1040471"/>
                  </a:lnTo>
                  <a:lnTo>
                    <a:pt x="356091" y="1040474"/>
                  </a:lnTo>
                  <a:lnTo>
                    <a:pt x="356099" y="1040476"/>
                  </a:lnTo>
                  <a:lnTo>
                    <a:pt x="356106" y="1040478"/>
                  </a:lnTo>
                  <a:lnTo>
                    <a:pt x="356118" y="1040478"/>
                  </a:lnTo>
                  <a:lnTo>
                    <a:pt x="356127" y="1040477"/>
                  </a:lnTo>
                  <a:lnTo>
                    <a:pt x="356134" y="1040476"/>
                  </a:lnTo>
                  <a:lnTo>
                    <a:pt x="356140" y="1040474"/>
                  </a:lnTo>
                  <a:lnTo>
                    <a:pt x="356150" y="1040470"/>
                  </a:lnTo>
                  <a:lnTo>
                    <a:pt x="356161" y="1040463"/>
                  </a:lnTo>
                  <a:lnTo>
                    <a:pt x="356172" y="1040455"/>
                  </a:lnTo>
                  <a:lnTo>
                    <a:pt x="356183" y="1040446"/>
                  </a:lnTo>
                  <a:lnTo>
                    <a:pt x="356190" y="1040439"/>
                  </a:lnTo>
                  <a:lnTo>
                    <a:pt x="356197" y="1040432"/>
                  </a:lnTo>
                  <a:lnTo>
                    <a:pt x="356204" y="1040425"/>
                  </a:lnTo>
                  <a:lnTo>
                    <a:pt x="356209" y="1040421"/>
                  </a:lnTo>
                  <a:lnTo>
                    <a:pt x="356220" y="1040413"/>
                  </a:lnTo>
                  <a:lnTo>
                    <a:pt x="356235" y="1040404"/>
                  </a:lnTo>
                  <a:lnTo>
                    <a:pt x="356250" y="1040393"/>
                  </a:lnTo>
                  <a:lnTo>
                    <a:pt x="356265" y="1040385"/>
                  </a:lnTo>
                  <a:lnTo>
                    <a:pt x="356285" y="1040374"/>
                  </a:lnTo>
                  <a:lnTo>
                    <a:pt x="356297" y="1040367"/>
                  </a:lnTo>
                  <a:lnTo>
                    <a:pt x="356309" y="1040358"/>
                  </a:lnTo>
                  <a:lnTo>
                    <a:pt x="356320" y="1040349"/>
                  </a:lnTo>
                  <a:lnTo>
                    <a:pt x="356331" y="1040340"/>
                  </a:lnTo>
                  <a:lnTo>
                    <a:pt x="356341" y="1040329"/>
                  </a:lnTo>
                  <a:lnTo>
                    <a:pt x="356349" y="1040322"/>
                  </a:lnTo>
                  <a:lnTo>
                    <a:pt x="356359" y="1040311"/>
                  </a:lnTo>
                  <a:lnTo>
                    <a:pt x="356368" y="1040300"/>
                  </a:lnTo>
                  <a:lnTo>
                    <a:pt x="356374" y="1040292"/>
                  </a:lnTo>
                  <a:lnTo>
                    <a:pt x="356380" y="1040282"/>
                  </a:lnTo>
                  <a:lnTo>
                    <a:pt x="356385" y="1040273"/>
                  </a:lnTo>
                  <a:lnTo>
                    <a:pt x="356390" y="1040263"/>
                  </a:lnTo>
                  <a:lnTo>
                    <a:pt x="356395" y="1040251"/>
                  </a:lnTo>
                  <a:lnTo>
                    <a:pt x="356401" y="1040237"/>
                  </a:lnTo>
                  <a:lnTo>
                    <a:pt x="356404" y="1040227"/>
                  </a:lnTo>
                  <a:lnTo>
                    <a:pt x="356395" y="1040222"/>
                  </a:lnTo>
                  <a:lnTo>
                    <a:pt x="356383" y="1040218"/>
                  </a:lnTo>
                  <a:lnTo>
                    <a:pt x="356374" y="1040214"/>
                  </a:lnTo>
                  <a:lnTo>
                    <a:pt x="356363" y="1040209"/>
                  </a:lnTo>
                  <a:lnTo>
                    <a:pt x="356352" y="1040204"/>
                  </a:lnTo>
                  <a:lnTo>
                    <a:pt x="356338" y="1040196"/>
                  </a:lnTo>
                  <a:lnTo>
                    <a:pt x="356326" y="1040189"/>
                  </a:lnTo>
                  <a:lnTo>
                    <a:pt x="356316" y="1040184"/>
                  </a:lnTo>
                  <a:lnTo>
                    <a:pt x="356309" y="1040178"/>
                  </a:lnTo>
                  <a:lnTo>
                    <a:pt x="356301" y="1040172"/>
                  </a:lnTo>
                  <a:lnTo>
                    <a:pt x="356290" y="1040163"/>
                  </a:lnTo>
                  <a:lnTo>
                    <a:pt x="356281" y="1040154"/>
                  </a:lnTo>
                  <a:lnTo>
                    <a:pt x="356275" y="1040147"/>
                  </a:lnTo>
                  <a:lnTo>
                    <a:pt x="356266" y="1040136"/>
                  </a:lnTo>
                  <a:lnTo>
                    <a:pt x="356256" y="1040124"/>
                  </a:lnTo>
                  <a:lnTo>
                    <a:pt x="356251" y="1040115"/>
                  </a:lnTo>
                  <a:lnTo>
                    <a:pt x="356241" y="1040099"/>
                  </a:lnTo>
                  <a:lnTo>
                    <a:pt x="356233" y="1040085"/>
                  </a:lnTo>
                  <a:lnTo>
                    <a:pt x="356226" y="1040071"/>
                  </a:lnTo>
                  <a:lnTo>
                    <a:pt x="356217" y="1040050"/>
                  </a:lnTo>
                  <a:lnTo>
                    <a:pt x="356211" y="1040038"/>
                  </a:lnTo>
                  <a:lnTo>
                    <a:pt x="356206" y="1040026"/>
                  </a:lnTo>
                  <a:lnTo>
                    <a:pt x="356201" y="1040016"/>
                  </a:lnTo>
                  <a:lnTo>
                    <a:pt x="356197" y="1040008"/>
                  </a:lnTo>
                  <a:lnTo>
                    <a:pt x="356193" y="1040000"/>
                  </a:lnTo>
                  <a:lnTo>
                    <a:pt x="356186" y="1039989"/>
                  </a:lnTo>
                  <a:lnTo>
                    <a:pt x="356172" y="1039972"/>
                  </a:lnTo>
                  <a:lnTo>
                    <a:pt x="356159" y="1039958"/>
                  </a:lnTo>
                  <a:lnTo>
                    <a:pt x="356148" y="1039943"/>
                  </a:lnTo>
                  <a:lnTo>
                    <a:pt x="356142" y="1039935"/>
                  </a:lnTo>
                  <a:lnTo>
                    <a:pt x="356137" y="1039927"/>
                  </a:lnTo>
                  <a:lnTo>
                    <a:pt x="356132" y="1039918"/>
                  </a:lnTo>
                  <a:lnTo>
                    <a:pt x="356127" y="1039906"/>
                  </a:lnTo>
                  <a:lnTo>
                    <a:pt x="356122" y="1039892"/>
                  </a:lnTo>
                  <a:lnTo>
                    <a:pt x="356116" y="1039878"/>
                  </a:lnTo>
                  <a:lnTo>
                    <a:pt x="356111" y="1039866"/>
                  </a:lnTo>
                  <a:lnTo>
                    <a:pt x="356107" y="1039856"/>
                  </a:lnTo>
                  <a:lnTo>
                    <a:pt x="356104" y="1039846"/>
                  </a:lnTo>
                  <a:lnTo>
                    <a:pt x="356103" y="1039835"/>
                  </a:lnTo>
                  <a:lnTo>
                    <a:pt x="356102" y="1039807"/>
                  </a:lnTo>
                  <a:lnTo>
                    <a:pt x="356101" y="1039798"/>
                  </a:lnTo>
                  <a:lnTo>
                    <a:pt x="356100" y="1039790"/>
                  </a:lnTo>
                  <a:lnTo>
                    <a:pt x="356098" y="1039783"/>
                  </a:lnTo>
                  <a:lnTo>
                    <a:pt x="356093" y="1039769"/>
                  </a:lnTo>
                  <a:lnTo>
                    <a:pt x="356090" y="1039761"/>
                  </a:lnTo>
                  <a:lnTo>
                    <a:pt x="356082" y="1039744"/>
                  </a:lnTo>
                  <a:lnTo>
                    <a:pt x="356073" y="1039728"/>
                  </a:lnTo>
                  <a:lnTo>
                    <a:pt x="356064" y="1039710"/>
                  </a:lnTo>
                  <a:lnTo>
                    <a:pt x="356056" y="1039695"/>
                  </a:lnTo>
                  <a:lnTo>
                    <a:pt x="356048" y="1039679"/>
                  </a:lnTo>
                  <a:lnTo>
                    <a:pt x="356040" y="1039659"/>
                  </a:lnTo>
                  <a:lnTo>
                    <a:pt x="356036" y="1039651"/>
                  </a:lnTo>
                  <a:lnTo>
                    <a:pt x="356031" y="1039637"/>
                  </a:lnTo>
                  <a:lnTo>
                    <a:pt x="356027" y="1039623"/>
                  </a:lnTo>
                  <a:lnTo>
                    <a:pt x="356021" y="1039605"/>
                  </a:lnTo>
                  <a:lnTo>
                    <a:pt x="356016" y="1039586"/>
                  </a:lnTo>
                  <a:lnTo>
                    <a:pt x="356012" y="1039571"/>
                  </a:lnTo>
                  <a:lnTo>
                    <a:pt x="356007" y="1039553"/>
                  </a:lnTo>
                  <a:lnTo>
                    <a:pt x="356003" y="1039532"/>
                  </a:lnTo>
                  <a:lnTo>
                    <a:pt x="356000" y="1039515"/>
                  </a:lnTo>
                  <a:lnTo>
                    <a:pt x="355995" y="1039483"/>
                  </a:lnTo>
                  <a:lnTo>
                    <a:pt x="355992" y="1039457"/>
                  </a:lnTo>
                  <a:lnTo>
                    <a:pt x="355991" y="1039443"/>
                  </a:lnTo>
                  <a:lnTo>
                    <a:pt x="355990" y="1039426"/>
                  </a:lnTo>
                  <a:lnTo>
                    <a:pt x="355992" y="1039408"/>
                  </a:lnTo>
                  <a:lnTo>
                    <a:pt x="355993" y="1039401"/>
                  </a:lnTo>
                  <a:lnTo>
                    <a:pt x="355995" y="1039389"/>
                  </a:lnTo>
                  <a:lnTo>
                    <a:pt x="355996" y="1039379"/>
                  </a:lnTo>
                  <a:lnTo>
                    <a:pt x="355997" y="1039369"/>
                  </a:lnTo>
                  <a:lnTo>
                    <a:pt x="355997" y="1039359"/>
                  </a:lnTo>
                  <a:lnTo>
                    <a:pt x="355996" y="1039348"/>
                  </a:lnTo>
                  <a:lnTo>
                    <a:pt x="355994" y="1039338"/>
                  </a:lnTo>
                  <a:lnTo>
                    <a:pt x="355993" y="1039334"/>
                  </a:lnTo>
                  <a:lnTo>
                    <a:pt x="355991" y="1039328"/>
                  </a:lnTo>
                  <a:lnTo>
                    <a:pt x="355988" y="1039321"/>
                  </a:lnTo>
                  <a:lnTo>
                    <a:pt x="355983" y="1039311"/>
                  </a:lnTo>
                  <a:lnTo>
                    <a:pt x="355977" y="1039303"/>
                  </a:lnTo>
                  <a:lnTo>
                    <a:pt x="355969" y="1039292"/>
                  </a:lnTo>
                  <a:lnTo>
                    <a:pt x="355960" y="1039280"/>
                  </a:lnTo>
                  <a:lnTo>
                    <a:pt x="355948" y="1039267"/>
                  </a:lnTo>
                  <a:lnTo>
                    <a:pt x="355940" y="1039257"/>
                  </a:lnTo>
                  <a:lnTo>
                    <a:pt x="355929" y="1039245"/>
                  </a:lnTo>
                  <a:lnTo>
                    <a:pt x="355916" y="1039230"/>
                  </a:lnTo>
                  <a:lnTo>
                    <a:pt x="355907" y="1039220"/>
                  </a:lnTo>
                  <a:lnTo>
                    <a:pt x="355896" y="1039208"/>
                  </a:lnTo>
                  <a:lnTo>
                    <a:pt x="355889" y="1039201"/>
                  </a:lnTo>
                  <a:lnTo>
                    <a:pt x="355880" y="1039194"/>
                  </a:lnTo>
                  <a:lnTo>
                    <a:pt x="355871" y="1039187"/>
                  </a:lnTo>
                  <a:lnTo>
                    <a:pt x="355862" y="1039182"/>
                  </a:lnTo>
                  <a:lnTo>
                    <a:pt x="355851" y="1039175"/>
                  </a:lnTo>
                  <a:lnTo>
                    <a:pt x="355841" y="1039170"/>
                  </a:lnTo>
                  <a:lnTo>
                    <a:pt x="355827" y="1039164"/>
                  </a:lnTo>
                  <a:lnTo>
                    <a:pt x="355817" y="1039161"/>
                  </a:lnTo>
                  <a:lnTo>
                    <a:pt x="355805" y="1039158"/>
                  </a:lnTo>
                  <a:lnTo>
                    <a:pt x="355789" y="1039154"/>
                  </a:lnTo>
                  <a:lnTo>
                    <a:pt x="355771" y="1039149"/>
                  </a:lnTo>
                  <a:lnTo>
                    <a:pt x="355760" y="1039147"/>
                  </a:lnTo>
                  <a:lnTo>
                    <a:pt x="355749" y="1039144"/>
                  </a:lnTo>
                  <a:lnTo>
                    <a:pt x="355736" y="1039143"/>
                  </a:lnTo>
                  <a:lnTo>
                    <a:pt x="355720" y="1039143"/>
                  </a:lnTo>
                  <a:lnTo>
                    <a:pt x="355704" y="1039144"/>
                  </a:lnTo>
                  <a:lnTo>
                    <a:pt x="355688" y="1039147"/>
                  </a:lnTo>
                  <a:lnTo>
                    <a:pt x="355670" y="1039150"/>
                  </a:lnTo>
                  <a:lnTo>
                    <a:pt x="355656" y="1039153"/>
                  </a:lnTo>
                  <a:lnTo>
                    <a:pt x="355645" y="1039156"/>
                  </a:lnTo>
                  <a:lnTo>
                    <a:pt x="355634" y="1039160"/>
                  </a:lnTo>
                  <a:lnTo>
                    <a:pt x="355625" y="1039164"/>
                  </a:lnTo>
                  <a:lnTo>
                    <a:pt x="355615" y="1039170"/>
                  </a:lnTo>
                  <a:lnTo>
                    <a:pt x="355603" y="1039177"/>
                  </a:lnTo>
                  <a:lnTo>
                    <a:pt x="355595" y="1039180"/>
                  </a:lnTo>
                  <a:lnTo>
                    <a:pt x="355582" y="1039186"/>
                  </a:lnTo>
                  <a:lnTo>
                    <a:pt x="355567" y="1039192"/>
                  </a:lnTo>
                  <a:lnTo>
                    <a:pt x="355559" y="1039194"/>
                  </a:lnTo>
                  <a:lnTo>
                    <a:pt x="355552" y="1039195"/>
                  </a:lnTo>
                  <a:lnTo>
                    <a:pt x="355544" y="1039194"/>
                  </a:lnTo>
                  <a:lnTo>
                    <a:pt x="355532" y="1039191"/>
                  </a:lnTo>
                  <a:lnTo>
                    <a:pt x="355522" y="1039189"/>
                  </a:lnTo>
                  <a:lnTo>
                    <a:pt x="355505" y="1039187"/>
                  </a:lnTo>
                  <a:lnTo>
                    <a:pt x="355484" y="1039185"/>
                  </a:lnTo>
                  <a:lnTo>
                    <a:pt x="355460" y="1039183"/>
                  </a:lnTo>
                  <a:lnTo>
                    <a:pt x="355436" y="1039182"/>
                  </a:lnTo>
                  <a:lnTo>
                    <a:pt x="355422" y="1039180"/>
                  </a:lnTo>
                  <a:lnTo>
                    <a:pt x="355414" y="1039178"/>
                  </a:lnTo>
                  <a:lnTo>
                    <a:pt x="355405" y="1039173"/>
                  </a:lnTo>
                  <a:lnTo>
                    <a:pt x="355388" y="1039165"/>
                  </a:lnTo>
                  <a:lnTo>
                    <a:pt x="355377" y="1039160"/>
                  </a:lnTo>
                  <a:lnTo>
                    <a:pt x="355371" y="1039157"/>
                  </a:lnTo>
                  <a:lnTo>
                    <a:pt x="355365" y="1039152"/>
                  </a:lnTo>
                  <a:lnTo>
                    <a:pt x="355360" y="1039147"/>
                  </a:lnTo>
                  <a:lnTo>
                    <a:pt x="355354" y="1039140"/>
                  </a:lnTo>
                  <a:lnTo>
                    <a:pt x="355346" y="1039129"/>
                  </a:lnTo>
                  <a:lnTo>
                    <a:pt x="355336" y="1039116"/>
                  </a:lnTo>
                  <a:lnTo>
                    <a:pt x="355327" y="1039104"/>
                  </a:lnTo>
                  <a:lnTo>
                    <a:pt x="355317" y="1039091"/>
                  </a:lnTo>
                  <a:lnTo>
                    <a:pt x="355312" y="1039085"/>
                  </a:lnTo>
                  <a:lnTo>
                    <a:pt x="355304" y="1039076"/>
                  </a:lnTo>
                  <a:lnTo>
                    <a:pt x="355293" y="1039065"/>
                  </a:lnTo>
                  <a:lnTo>
                    <a:pt x="355275" y="1039049"/>
                  </a:lnTo>
                  <a:lnTo>
                    <a:pt x="355265" y="1039040"/>
                  </a:lnTo>
                  <a:lnTo>
                    <a:pt x="355244" y="1039023"/>
                  </a:lnTo>
                  <a:lnTo>
                    <a:pt x="355236" y="1039017"/>
                  </a:lnTo>
                  <a:lnTo>
                    <a:pt x="355222" y="1039005"/>
                  </a:lnTo>
                  <a:lnTo>
                    <a:pt x="355207" y="1038993"/>
                  </a:lnTo>
                  <a:lnTo>
                    <a:pt x="355194" y="1038982"/>
                  </a:lnTo>
                  <a:lnTo>
                    <a:pt x="355182" y="1038969"/>
                  </a:lnTo>
                  <a:lnTo>
                    <a:pt x="355168" y="1038952"/>
                  </a:lnTo>
                  <a:lnTo>
                    <a:pt x="355158" y="1038938"/>
                  </a:lnTo>
                  <a:lnTo>
                    <a:pt x="355149" y="1038926"/>
                  </a:lnTo>
                  <a:lnTo>
                    <a:pt x="355141" y="1038916"/>
                  </a:lnTo>
                  <a:lnTo>
                    <a:pt x="355129" y="1038898"/>
                  </a:lnTo>
                  <a:lnTo>
                    <a:pt x="355116" y="1038879"/>
                  </a:lnTo>
                  <a:lnTo>
                    <a:pt x="355109" y="1038868"/>
                  </a:lnTo>
                  <a:lnTo>
                    <a:pt x="355103" y="1038859"/>
                  </a:lnTo>
                  <a:lnTo>
                    <a:pt x="355096" y="1038846"/>
                  </a:lnTo>
                  <a:lnTo>
                    <a:pt x="355090" y="1038832"/>
                  </a:lnTo>
                  <a:lnTo>
                    <a:pt x="355082" y="1038807"/>
                  </a:lnTo>
                  <a:lnTo>
                    <a:pt x="355076" y="1038792"/>
                  </a:lnTo>
                  <a:lnTo>
                    <a:pt x="355071" y="1038776"/>
                  </a:lnTo>
                  <a:lnTo>
                    <a:pt x="355069" y="1038767"/>
                  </a:lnTo>
                  <a:lnTo>
                    <a:pt x="355067" y="1038757"/>
                  </a:lnTo>
                  <a:lnTo>
                    <a:pt x="355064" y="1038737"/>
                  </a:lnTo>
                  <a:lnTo>
                    <a:pt x="355062" y="1038720"/>
                  </a:lnTo>
                  <a:lnTo>
                    <a:pt x="355061" y="1038708"/>
                  </a:lnTo>
                  <a:lnTo>
                    <a:pt x="355059" y="1038698"/>
                  </a:lnTo>
                  <a:lnTo>
                    <a:pt x="355056" y="1038688"/>
                  </a:lnTo>
                  <a:lnTo>
                    <a:pt x="355053" y="1038678"/>
                  </a:lnTo>
                  <a:lnTo>
                    <a:pt x="355046" y="1038663"/>
                  </a:lnTo>
                  <a:lnTo>
                    <a:pt x="355037" y="1038645"/>
                  </a:lnTo>
                  <a:lnTo>
                    <a:pt x="355029" y="1038628"/>
                  </a:lnTo>
                  <a:lnTo>
                    <a:pt x="355018" y="1038609"/>
                  </a:lnTo>
                  <a:lnTo>
                    <a:pt x="355007" y="1038592"/>
                  </a:lnTo>
                  <a:lnTo>
                    <a:pt x="355000" y="1038578"/>
                  </a:lnTo>
                  <a:lnTo>
                    <a:pt x="354990" y="1038561"/>
                  </a:lnTo>
                  <a:lnTo>
                    <a:pt x="354983" y="1038549"/>
                  </a:lnTo>
                  <a:lnTo>
                    <a:pt x="354978" y="1038540"/>
                  </a:lnTo>
                  <a:lnTo>
                    <a:pt x="354970" y="1038530"/>
                  </a:lnTo>
                  <a:lnTo>
                    <a:pt x="354964" y="1038523"/>
                  </a:lnTo>
                  <a:lnTo>
                    <a:pt x="354956" y="1038515"/>
                  </a:lnTo>
                  <a:lnTo>
                    <a:pt x="354944" y="1038505"/>
                  </a:lnTo>
                  <a:lnTo>
                    <a:pt x="354929" y="1038493"/>
                  </a:lnTo>
                  <a:lnTo>
                    <a:pt x="354918" y="1038484"/>
                  </a:lnTo>
                  <a:lnTo>
                    <a:pt x="354902" y="1038473"/>
                  </a:lnTo>
                  <a:lnTo>
                    <a:pt x="354888" y="1038465"/>
                  </a:lnTo>
                  <a:lnTo>
                    <a:pt x="354877" y="1038458"/>
                  </a:lnTo>
                  <a:lnTo>
                    <a:pt x="354865" y="1038449"/>
                  </a:lnTo>
                  <a:lnTo>
                    <a:pt x="354856" y="1038438"/>
                  </a:lnTo>
                  <a:lnTo>
                    <a:pt x="354849" y="1038433"/>
                  </a:lnTo>
                  <a:lnTo>
                    <a:pt x="354845" y="1038432"/>
                  </a:lnTo>
                  <a:lnTo>
                    <a:pt x="354841" y="1038432"/>
                  </a:lnTo>
                  <a:lnTo>
                    <a:pt x="354829" y="1038435"/>
                  </a:lnTo>
                  <a:lnTo>
                    <a:pt x="354815" y="1038440"/>
                  </a:lnTo>
                  <a:lnTo>
                    <a:pt x="354806" y="1038444"/>
                  </a:lnTo>
                  <a:lnTo>
                    <a:pt x="354794" y="1038451"/>
                  </a:lnTo>
                  <a:lnTo>
                    <a:pt x="354786" y="1038456"/>
                  </a:lnTo>
                  <a:lnTo>
                    <a:pt x="354776" y="1038465"/>
                  </a:lnTo>
                  <a:lnTo>
                    <a:pt x="354765" y="1038477"/>
                  </a:lnTo>
                  <a:lnTo>
                    <a:pt x="354751" y="1038492"/>
                  </a:lnTo>
                  <a:lnTo>
                    <a:pt x="354741" y="1038500"/>
                  </a:lnTo>
                  <a:lnTo>
                    <a:pt x="354730" y="1038508"/>
                  </a:lnTo>
                  <a:lnTo>
                    <a:pt x="354720" y="1038513"/>
                  </a:lnTo>
                  <a:lnTo>
                    <a:pt x="354714" y="1038514"/>
                  </a:lnTo>
                  <a:lnTo>
                    <a:pt x="354704" y="1038515"/>
                  </a:lnTo>
                  <a:lnTo>
                    <a:pt x="354690" y="1038513"/>
                  </a:lnTo>
                  <a:lnTo>
                    <a:pt x="354678" y="1038510"/>
                  </a:lnTo>
                  <a:lnTo>
                    <a:pt x="354661" y="1038505"/>
                  </a:lnTo>
                  <a:lnTo>
                    <a:pt x="354644" y="1038499"/>
                  </a:lnTo>
                  <a:lnTo>
                    <a:pt x="354628" y="1038494"/>
                  </a:lnTo>
                  <a:lnTo>
                    <a:pt x="354618" y="1038492"/>
                  </a:lnTo>
                  <a:lnTo>
                    <a:pt x="354608" y="1038491"/>
                  </a:lnTo>
                  <a:lnTo>
                    <a:pt x="354602" y="1038491"/>
                  </a:lnTo>
                  <a:lnTo>
                    <a:pt x="354596" y="1038493"/>
                  </a:lnTo>
                  <a:lnTo>
                    <a:pt x="354587" y="1038499"/>
                  </a:lnTo>
                  <a:lnTo>
                    <a:pt x="354578" y="1038504"/>
                  </a:lnTo>
                  <a:lnTo>
                    <a:pt x="354569" y="1038508"/>
                  </a:lnTo>
                  <a:lnTo>
                    <a:pt x="354555" y="1038512"/>
                  </a:lnTo>
                  <a:lnTo>
                    <a:pt x="354548" y="1038516"/>
                  </a:lnTo>
                  <a:lnTo>
                    <a:pt x="354544" y="1038519"/>
                  </a:lnTo>
                  <a:lnTo>
                    <a:pt x="354541" y="1038523"/>
                  </a:lnTo>
                  <a:lnTo>
                    <a:pt x="354538" y="1038529"/>
                  </a:lnTo>
                  <a:lnTo>
                    <a:pt x="354535" y="1038537"/>
                  </a:lnTo>
                  <a:lnTo>
                    <a:pt x="354530" y="1038544"/>
                  </a:lnTo>
                  <a:lnTo>
                    <a:pt x="354524" y="1038552"/>
                  </a:lnTo>
                  <a:lnTo>
                    <a:pt x="354517" y="1038558"/>
                  </a:lnTo>
                  <a:lnTo>
                    <a:pt x="354510" y="1038564"/>
                  </a:lnTo>
                  <a:lnTo>
                    <a:pt x="354502" y="1038568"/>
                  </a:lnTo>
                  <a:lnTo>
                    <a:pt x="354491" y="1038571"/>
                  </a:lnTo>
                  <a:lnTo>
                    <a:pt x="354478" y="1038574"/>
                  </a:lnTo>
                  <a:lnTo>
                    <a:pt x="354463" y="1038576"/>
                  </a:lnTo>
                  <a:lnTo>
                    <a:pt x="354442" y="1038577"/>
                  </a:lnTo>
                  <a:lnTo>
                    <a:pt x="354431" y="1038580"/>
                  </a:lnTo>
                  <a:lnTo>
                    <a:pt x="354426" y="1038583"/>
                  </a:lnTo>
                  <a:lnTo>
                    <a:pt x="354423" y="1038588"/>
                  </a:lnTo>
                  <a:lnTo>
                    <a:pt x="354419" y="1038596"/>
                  </a:lnTo>
                  <a:lnTo>
                    <a:pt x="354415" y="1038609"/>
                  </a:lnTo>
                  <a:lnTo>
                    <a:pt x="354412" y="1038625"/>
                  </a:lnTo>
                  <a:lnTo>
                    <a:pt x="354409" y="1038642"/>
                  </a:lnTo>
                  <a:lnTo>
                    <a:pt x="354406" y="1038653"/>
                  </a:lnTo>
                  <a:lnTo>
                    <a:pt x="354402" y="1038661"/>
                  </a:lnTo>
                  <a:lnTo>
                    <a:pt x="354394" y="1038676"/>
                  </a:lnTo>
                  <a:lnTo>
                    <a:pt x="354389" y="1038686"/>
                  </a:lnTo>
                  <a:lnTo>
                    <a:pt x="354382" y="1038696"/>
                  </a:lnTo>
                  <a:lnTo>
                    <a:pt x="354377" y="1038707"/>
                  </a:lnTo>
                  <a:lnTo>
                    <a:pt x="354372" y="1038720"/>
                  </a:lnTo>
                  <a:lnTo>
                    <a:pt x="354372" y="1038733"/>
                  </a:lnTo>
                  <a:lnTo>
                    <a:pt x="354373" y="1038744"/>
                  </a:lnTo>
                  <a:lnTo>
                    <a:pt x="354372" y="1038768"/>
                  </a:lnTo>
                  <a:lnTo>
                    <a:pt x="354370" y="1038778"/>
                  </a:lnTo>
                  <a:lnTo>
                    <a:pt x="354366" y="1038783"/>
                  </a:lnTo>
                  <a:lnTo>
                    <a:pt x="354363" y="1038787"/>
                  </a:lnTo>
                  <a:lnTo>
                    <a:pt x="354356" y="1038792"/>
                  </a:lnTo>
                  <a:lnTo>
                    <a:pt x="354347" y="1038799"/>
                  </a:lnTo>
                  <a:lnTo>
                    <a:pt x="354330" y="1038809"/>
                  </a:lnTo>
                  <a:lnTo>
                    <a:pt x="354314" y="1038819"/>
                  </a:lnTo>
                  <a:lnTo>
                    <a:pt x="354293" y="1038830"/>
                  </a:lnTo>
                  <a:lnTo>
                    <a:pt x="354275" y="1038840"/>
                  </a:lnTo>
                  <a:lnTo>
                    <a:pt x="354261" y="1038847"/>
                  </a:lnTo>
                  <a:lnTo>
                    <a:pt x="354248" y="1038854"/>
                  </a:lnTo>
                  <a:lnTo>
                    <a:pt x="354236" y="1038860"/>
                  </a:lnTo>
                  <a:lnTo>
                    <a:pt x="354223" y="1038865"/>
                  </a:lnTo>
                  <a:lnTo>
                    <a:pt x="354206" y="1038871"/>
                  </a:lnTo>
                  <a:lnTo>
                    <a:pt x="354188" y="1038878"/>
                  </a:lnTo>
                  <a:lnTo>
                    <a:pt x="354177" y="1038883"/>
                  </a:lnTo>
                  <a:lnTo>
                    <a:pt x="354163" y="1038890"/>
                  </a:lnTo>
                  <a:lnTo>
                    <a:pt x="354149" y="1038896"/>
                  </a:lnTo>
                  <a:lnTo>
                    <a:pt x="354126" y="1038910"/>
                  </a:lnTo>
                  <a:lnTo>
                    <a:pt x="354103" y="1038923"/>
                  </a:lnTo>
                  <a:lnTo>
                    <a:pt x="354080" y="1038936"/>
                  </a:lnTo>
                  <a:lnTo>
                    <a:pt x="354056" y="1038947"/>
                  </a:lnTo>
                  <a:lnTo>
                    <a:pt x="354035" y="1038958"/>
                  </a:lnTo>
                  <a:lnTo>
                    <a:pt x="354021" y="1038964"/>
                  </a:lnTo>
                  <a:lnTo>
                    <a:pt x="354015" y="1038965"/>
                  </a:lnTo>
                  <a:lnTo>
                    <a:pt x="354009" y="1038966"/>
                  </a:lnTo>
                  <a:lnTo>
                    <a:pt x="354002" y="1038965"/>
                  </a:lnTo>
                  <a:lnTo>
                    <a:pt x="353993" y="1038963"/>
                  </a:lnTo>
                  <a:lnTo>
                    <a:pt x="353984" y="1038959"/>
                  </a:lnTo>
                  <a:lnTo>
                    <a:pt x="353969" y="1038952"/>
                  </a:lnTo>
                  <a:lnTo>
                    <a:pt x="353959" y="1038947"/>
                  </a:lnTo>
                  <a:lnTo>
                    <a:pt x="353947" y="1038939"/>
                  </a:lnTo>
                  <a:lnTo>
                    <a:pt x="353934" y="1038933"/>
                  </a:lnTo>
                  <a:lnTo>
                    <a:pt x="353924" y="1038929"/>
                  </a:lnTo>
                  <a:lnTo>
                    <a:pt x="353914" y="1038926"/>
                  </a:lnTo>
                  <a:lnTo>
                    <a:pt x="353899" y="1038924"/>
                  </a:lnTo>
                  <a:lnTo>
                    <a:pt x="353885" y="1038923"/>
                  </a:lnTo>
                  <a:lnTo>
                    <a:pt x="353858" y="1038923"/>
                  </a:lnTo>
                  <a:lnTo>
                    <a:pt x="353839" y="1038924"/>
                  </a:lnTo>
                  <a:lnTo>
                    <a:pt x="353824" y="1038926"/>
                  </a:lnTo>
                  <a:lnTo>
                    <a:pt x="353807" y="1038929"/>
                  </a:lnTo>
                  <a:lnTo>
                    <a:pt x="353794" y="1038932"/>
                  </a:lnTo>
                  <a:lnTo>
                    <a:pt x="353782" y="1038936"/>
                  </a:lnTo>
                  <a:lnTo>
                    <a:pt x="353776" y="1038940"/>
                  </a:lnTo>
                  <a:lnTo>
                    <a:pt x="353768" y="1038947"/>
                  </a:lnTo>
                  <a:lnTo>
                    <a:pt x="353759" y="1038953"/>
                  </a:lnTo>
                  <a:lnTo>
                    <a:pt x="353749" y="1038960"/>
                  </a:lnTo>
                  <a:lnTo>
                    <a:pt x="353740" y="1038964"/>
                  </a:lnTo>
                  <a:lnTo>
                    <a:pt x="353733" y="1038967"/>
                  </a:lnTo>
                  <a:lnTo>
                    <a:pt x="353719" y="1038973"/>
                  </a:lnTo>
                  <a:lnTo>
                    <a:pt x="353708" y="1038978"/>
                  </a:lnTo>
                  <a:lnTo>
                    <a:pt x="353700" y="1038984"/>
                  </a:lnTo>
                  <a:lnTo>
                    <a:pt x="353693" y="1038990"/>
                  </a:lnTo>
                  <a:lnTo>
                    <a:pt x="353687" y="1038997"/>
                  </a:lnTo>
                  <a:lnTo>
                    <a:pt x="353682" y="1039004"/>
                  </a:lnTo>
                  <a:lnTo>
                    <a:pt x="353677" y="1039014"/>
                  </a:lnTo>
                  <a:lnTo>
                    <a:pt x="353670" y="1039030"/>
                  </a:lnTo>
                  <a:lnTo>
                    <a:pt x="353662" y="1039046"/>
                  </a:lnTo>
                  <a:lnTo>
                    <a:pt x="353658" y="1039053"/>
                  </a:lnTo>
                  <a:lnTo>
                    <a:pt x="353655" y="1039056"/>
                  </a:lnTo>
                  <a:lnTo>
                    <a:pt x="353648" y="1039053"/>
                  </a:lnTo>
                  <a:lnTo>
                    <a:pt x="353642" y="1039048"/>
                  </a:lnTo>
                  <a:lnTo>
                    <a:pt x="353631" y="1039042"/>
                  </a:lnTo>
                  <a:lnTo>
                    <a:pt x="353622" y="1039038"/>
                  </a:lnTo>
                  <a:lnTo>
                    <a:pt x="353614" y="1039036"/>
                  </a:lnTo>
                  <a:lnTo>
                    <a:pt x="353603" y="1039034"/>
                  </a:lnTo>
                  <a:lnTo>
                    <a:pt x="353592" y="1039033"/>
                  </a:lnTo>
                  <a:lnTo>
                    <a:pt x="353583" y="1039030"/>
                  </a:lnTo>
                  <a:lnTo>
                    <a:pt x="353571" y="1039026"/>
                  </a:lnTo>
                  <a:lnTo>
                    <a:pt x="353561" y="1039021"/>
                  </a:lnTo>
                  <a:lnTo>
                    <a:pt x="353554" y="1039016"/>
                  </a:lnTo>
                  <a:lnTo>
                    <a:pt x="353546" y="1039009"/>
                  </a:lnTo>
                  <a:lnTo>
                    <a:pt x="353538" y="1039004"/>
                  </a:lnTo>
                  <a:lnTo>
                    <a:pt x="353529" y="1038999"/>
                  </a:lnTo>
                  <a:lnTo>
                    <a:pt x="353521" y="1038996"/>
                  </a:lnTo>
                  <a:lnTo>
                    <a:pt x="353507" y="1038994"/>
                  </a:lnTo>
                  <a:lnTo>
                    <a:pt x="353492" y="1038992"/>
                  </a:lnTo>
                  <a:lnTo>
                    <a:pt x="353483" y="1038992"/>
                  </a:lnTo>
                  <a:lnTo>
                    <a:pt x="353475" y="1038994"/>
                  </a:lnTo>
                  <a:lnTo>
                    <a:pt x="353465" y="1038996"/>
                  </a:lnTo>
                  <a:lnTo>
                    <a:pt x="353457" y="1039000"/>
                  </a:lnTo>
                  <a:lnTo>
                    <a:pt x="353452" y="1039004"/>
                  </a:lnTo>
                  <a:lnTo>
                    <a:pt x="353443" y="1039010"/>
                  </a:lnTo>
                  <a:lnTo>
                    <a:pt x="353436" y="1039018"/>
                  </a:lnTo>
                  <a:lnTo>
                    <a:pt x="353428" y="1039028"/>
                  </a:lnTo>
                  <a:lnTo>
                    <a:pt x="353418" y="1039040"/>
                  </a:lnTo>
                  <a:lnTo>
                    <a:pt x="353410" y="1039049"/>
                  </a:lnTo>
                  <a:lnTo>
                    <a:pt x="353404" y="1039053"/>
                  </a:lnTo>
                  <a:lnTo>
                    <a:pt x="353398" y="1039057"/>
                  </a:lnTo>
                  <a:lnTo>
                    <a:pt x="353379" y="1039058"/>
                  </a:lnTo>
                  <a:lnTo>
                    <a:pt x="353361" y="1039059"/>
                  </a:lnTo>
                  <a:lnTo>
                    <a:pt x="353349" y="1039060"/>
                  </a:lnTo>
                  <a:lnTo>
                    <a:pt x="353342" y="1039063"/>
                  </a:lnTo>
                  <a:lnTo>
                    <a:pt x="353334" y="1039066"/>
                  </a:lnTo>
                  <a:lnTo>
                    <a:pt x="353329" y="1039069"/>
                  </a:lnTo>
                  <a:lnTo>
                    <a:pt x="353325" y="1039074"/>
                  </a:lnTo>
                  <a:lnTo>
                    <a:pt x="353323" y="1039083"/>
                  </a:lnTo>
                  <a:lnTo>
                    <a:pt x="353323" y="1039097"/>
                  </a:lnTo>
                  <a:lnTo>
                    <a:pt x="353322" y="1039106"/>
                  </a:lnTo>
                  <a:lnTo>
                    <a:pt x="353320" y="1039114"/>
                  </a:lnTo>
                  <a:lnTo>
                    <a:pt x="353317" y="1039122"/>
                  </a:lnTo>
                  <a:lnTo>
                    <a:pt x="353313" y="1039129"/>
                  </a:lnTo>
                  <a:lnTo>
                    <a:pt x="353309" y="1039136"/>
                  </a:lnTo>
                  <a:lnTo>
                    <a:pt x="353304" y="1039141"/>
                  </a:lnTo>
                  <a:lnTo>
                    <a:pt x="353300" y="1039146"/>
                  </a:lnTo>
                  <a:lnTo>
                    <a:pt x="353294" y="1039151"/>
                  </a:lnTo>
                  <a:lnTo>
                    <a:pt x="353284" y="1039159"/>
                  </a:lnTo>
                  <a:lnTo>
                    <a:pt x="353275" y="1039164"/>
                  </a:lnTo>
                  <a:lnTo>
                    <a:pt x="353264" y="1039171"/>
                  </a:lnTo>
                  <a:lnTo>
                    <a:pt x="353254" y="1039177"/>
                  </a:lnTo>
                  <a:lnTo>
                    <a:pt x="353249" y="1039179"/>
                  </a:lnTo>
                  <a:lnTo>
                    <a:pt x="353242" y="1039180"/>
                  </a:lnTo>
                  <a:lnTo>
                    <a:pt x="353231" y="1039180"/>
                  </a:lnTo>
                  <a:lnTo>
                    <a:pt x="353218" y="1039179"/>
                  </a:lnTo>
                  <a:lnTo>
                    <a:pt x="353210" y="1039178"/>
                  </a:lnTo>
                  <a:lnTo>
                    <a:pt x="353194" y="1039175"/>
                  </a:lnTo>
                  <a:lnTo>
                    <a:pt x="353183" y="1039173"/>
                  </a:lnTo>
                  <a:lnTo>
                    <a:pt x="353176" y="1039173"/>
                  </a:lnTo>
                  <a:lnTo>
                    <a:pt x="353166" y="1039174"/>
                  </a:lnTo>
                  <a:lnTo>
                    <a:pt x="353147" y="1039178"/>
                  </a:lnTo>
                  <a:lnTo>
                    <a:pt x="353134" y="1039181"/>
                  </a:lnTo>
                  <a:lnTo>
                    <a:pt x="353119" y="1039182"/>
                  </a:lnTo>
                  <a:lnTo>
                    <a:pt x="353083" y="1039183"/>
                  </a:lnTo>
                  <a:lnTo>
                    <a:pt x="353064" y="1039184"/>
                  </a:lnTo>
                  <a:lnTo>
                    <a:pt x="353029" y="1039183"/>
                  </a:lnTo>
                  <a:lnTo>
                    <a:pt x="353008" y="1039182"/>
                  </a:lnTo>
                  <a:lnTo>
                    <a:pt x="352992" y="1039182"/>
                  </a:lnTo>
                  <a:lnTo>
                    <a:pt x="352983" y="1039183"/>
                  </a:lnTo>
                  <a:lnTo>
                    <a:pt x="352978" y="1039185"/>
                  </a:lnTo>
                  <a:lnTo>
                    <a:pt x="352973" y="1039188"/>
                  </a:lnTo>
                  <a:lnTo>
                    <a:pt x="352966" y="1039196"/>
                  </a:lnTo>
                  <a:lnTo>
                    <a:pt x="352959" y="1039206"/>
                  </a:lnTo>
                  <a:lnTo>
                    <a:pt x="352952" y="1039215"/>
                  </a:lnTo>
                  <a:lnTo>
                    <a:pt x="352944" y="1039225"/>
                  </a:lnTo>
                  <a:lnTo>
                    <a:pt x="352936" y="1039232"/>
                  </a:lnTo>
                  <a:lnTo>
                    <a:pt x="352924" y="1039242"/>
                  </a:lnTo>
                  <a:lnTo>
                    <a:pt x="352914" y="1039250"/>
                  </a:lnTo>
                  <a:lnTo>
                    <a:pt x="352908" y="1039254"/>
                  </a:lnTo>
                  <a:lnTo>
                    <a:pt x="352899" y="1039259"/>
                  </a:lnTo>
                  <a:lnTo>
                    <a:pt x="352891" y="1039264"/>
                  </a:lnTo>
                  <a:lnTo>
                    <a:pt x="352885" y="1039271"/>
                  </a:lnTo>
                  <a:lnTo>
                    <a:pt x="352874" y="1039278"/>
                  </a:lnTo>
                  <a:lnTo>
                    <a:pt x="352863" y="1039281"/>
                  </a:lnTo>
                  <a:lnTo>
                    <a:pt x="352846" y="1039284"/>
                  </a:lnTo>
                  <a:lnTo>
                    <a:pt x="352822" y="1039285"/>
                  </a:lnTo>
                  <a:lnTo>
                    <a:pt x="352805" y="1039287"/>
                  </a:lnTo>
                  <a:lnTo>
                    <a:pt x="352795" y="1039289"/>
                  </a:lnTo>
                  <a:lnTo>
                    <a:pt x="352783" y="1039291"/>
                  </a:lnTo>
                  <a:lnTo>
                    <a:pt x="352777" y="1039295"/>
                  </a:lnTo>
                  <a:lnTo>
                    <a:pt x="352766" y="1039299"/>
                  </a:lnTo>
                  <a:lnTo>
                    <a:pt x="352750" y="1039306"/>
                  </a:lnTo>
                  <a:lnTo>
                    <a:pt x="352734" y="1039313"/>
                  </a:lnTo>
                  <a:lnTo>
                    <a:pt x="352726" y="1039317"/>
                  </a:lnTo>
                  <a:lnTo>
                    <a:pt x="352716" y="1039323"/>
                  </a:lnTo>
                  <a:lnTo>
                    <a:pt x="352708" y="1039329"/>
                  </a:lnTo>
                  <a:lnTo>
                    <a:pt x="352699" y="1039336"/>
                  </a:lnTo>
                  <a:lnTo>
                    <a:pt x="352690" y="1039342"/>
                  </a:lnTo>
                  <a:lnTo>
                    <a:pt x="352681" y="1039348"/>
                  </a:lnTo>
                  <a:lnTo>
                    <a:pt x="352667" y="1039354"/>
                  </a:lnTo>
                  <a:lnTo>
                    <a:pt x="352657" y="1039359"/>
                  </a:lnTo>
                  <a:lnTo>
                    <a:pt x="352647" y="1039362"/>
                  </a:lnTo>
                  <a:lnTo>
                    <a:pt x="352642" y="1039363"/>
                  </a:lnTo>
                  <a:lnTo>
                    <a:pt x="352637" y="1039364"/>
                  </a:lnTo>
                  <a:lnTo>
                    <a:pt x="352633" y="1039363"/>
                  </a:lnTo>
                  <a:lnTo>
                    <a:pt x="352623" y="1039359"/>
                  </a:lnTo>
                  <a:lnTo>
                    <a:pt x="352603" y="1039352"/>
                  </a:lnTo>
                  <a:lnTo>
                    <a:pt x="352584" y="1039347"/>
                  </a:lnTo>
                  <a:lnTo>
                    <a:pt x="352568" y="1039342"/>
                  </a:lnTo>
                  <a:lnTo>
                    <a:pt x="352550" y="1039339"/>
                  </a:lnTo>
                  <a:lnTo>
                    <a:pt x="352525" y="1039336"/>
                  </a:lnTo>
                  <a:lnTo>
                    <a:pt x="352506" y="1039334"/>
                  </a:lnTo>
                  <a:lnTo>
                    <a:pt x="352488" y="1039330"/>
                  </a:lnTo>
                  <a:lnTo>
                    <a:pt x="352470" y="1039327"/>
                  </a:lnTo>
                  <a:lnTo>
                    <a:pt x="352449" y="1039325"/>
                  </a:lnTo>
                  <a:lnTo>
                    <a:pt x="352430" y="1039321"/>
                  </a:lnTo>
                  <a:lnTo>
                    <a:pt x="352416" y="1039318"/>
                  </a:lnTo>
                  <a:lnTo>
                    <a:pt x="352401" y="1039315"/>
                  </a:lnTo>
                  <a:lnTo>
                    <a:pt x="352379" y="1039309"/>
                  </a:lnTo>
                  <a:lnTo>
                    <a:pt x="352359" y="1039303"/>
                  </a:lnTo>
                  <a:lnTo>
                    <a:pt x="352344" y="1039299"/>
                  </a:lnTo>
                  <a:lnTo>
                    <a:pt x="352325" y="1039296"/>
                  </a:lnTo>
                  <a:lnTo>
                    <a:pt x="352303" y="1039292"/>
                  </a:lnTo>
                  <a:lnTo>
                    <a:pt x="352284" y="1039288"/>
                  </a:lnTo>
                  <a:lnTo>
                    <a:pt x="352267" y="1039283"/>
                  </a:lnTo>
                  <a:lnTo>
                    <a:pt x="352247" y="1039277"/>
                  </a:lnTo>
                  <a:lnTo>
                    <a:pt x="352227" y="1039271"/>
                  </a:lnTo>
                  <a:lnTo>
                    <a:pt x="352199" y="1039264"/>
                  </a:lnTo>
                  <a:lnTo>
                    <a:pt x="352186" y="1039260"/>
                  </a:lnTo>
                  <a:lnTo>
                    <a:pt x="352178" y="1039257"/>
                  </a:lnTo>
                  <a:lnTo>
                    <a:pt x="352160" y="1039250"/>
                  </a:lnTo>
                  <a:lnTo>
                    <a:pt x="352148" y="1039245"/>
                  </a:lnTo>
                  <a:lnTo>
                    <a:pt x="352138" y="1039242"/>
                  </a:lnTo>
                  <a:lnTo>
                    <a:pt x="352124" y="1039240"/>
                  </a:lnTo>
                  <a:lnTo>
                    <a:pt x="352107" y="1039238"/>
                  </a:lnTo>
                  <a:lnTo>
                    <a:pt x="352093" y="1039237"/>
                  </a:lnTo>
                  <a:lnTo>
                    <a:pt x="352074" y="1039237"/>
                  </a:lnTo>
                  <a:lnTo>
                    <a:pt x="352052" y="1039238"/>
                  </a:lnTo>
                  <a:lnTo>
                    <a:pt x="352028" y="1039236"/>
                  </a:lnTo>
                  <a:lnTo>
                    <a:pt x="352017" y="1039235"/>
                  </a:lnTo>
                  <a:lnTo>
                    <a:pt x="352003" y="1039233"/>
                  </a:lnTo>
                  <a:lnTo>
                    <a:pt x="351988" y="1039230"/>
                  </a:lnTo>
                  <a:lnTo>
                    <a:pt x="351976" y="1039227"/>
                  </a:lnTo>
                  <a:lnTo>
                    <a:pt x="351964" y="1039223"/>
                  </a:lnTo>
                  <a:lnTo>
                    <a:pt x="351949" y="1039217"/>
                  </a:lnTo>
                  <a:lnTo>
                    <a:pt x="351943" y="1039215"/>
                  </a:lnTo>
                  <a:lnTo>
                    <a:pt x="351938" y="1039212"/>
                  </a:lnTo>
                  <a:lnTo>
                    <a:pt x="351929" y="1039205"/>
                  </a:lnTo>
                  <a:lnTo>
                    <a:pt x="351920" y="1039196"/>
                  </a:lnTo>
                  <a:lnTo>
                    <a:pt x="351913" y="1039190"/>
                  </a:lnTo>
                  <a:lnTo>
                    <a:pt x="351906" y="1039182"/>
                  </a:lnTo>
                  <a:lnTo>
                    <a:pt x="351899" y="1039173"/>
                  </a:lnTo>
                  <a:lnTo>
                    <a:pt x="351892" y="1039162"/>
                  </a:lnTo>
                  <a:lnTo>
                    <a:pt x="351886" y="1039150"/>
                  </a:lnTo>
                  <a:lnTo>
                    <a:pt x="351884" y="1039145"/>
                  </a:lnTo>
                  <a:lnTo>
                    <a:pt x="351881" y="1039134"/>
                  </a:lnTo>
                  <a:lnTo>
                    <a:pt x="351877" y="1039115"/>
                  </a:lnTo>
                  <a:lnTo>
                    <a:pt x="351872" y="1039096"/>
                  </a:lnTo>
                  <a:lnTo>
                    <a:pt x="351869" y="1039080"/>
                  </a:lnTo>
                  <a:lnTo>
                    <a:pt x="351865" y="1039067"/>
                  </a:lnTo>
                  <a:lnTo>
                    <a:pt x="351863" y="1039053"/>
                  </a:lnTo>
                  <a:lnTo>
                    <a:pt x="351862" y="1039042"/>
                  </a:lnTo>
                  <a:lnTo>
                    <a:pt x="351860" y="1039022"/>
                  </a:lnTo>
                  <a:lnTo>
                    <a:pt x="351859" y="1039007"/>
                  </a:lnTo>
                  <a:lnTo>
                    <a:pt x="351860" y="1038990"/>
                  </a:lnTo>
                  <a:lnTo>
                    <a:pt x="351861" y="1038972"/>
                  </a:lnTo>
                  <a:lnTo>
                    <a:pt x="351862" y="1038962"/>
                  </a:lnTo>
                  <a:lnTo>
                    <a:pt x="351863" y="1038955"/>
                  </a:lnTo>
                  <a:lnTo>
                    <a:pt x="351870" y="1038938"/>
                  </a:lnTo>
                  <a:lnTo>
                    <a:pt x="351873" y="1038931"/>
                  </a:lnTo>
                  <a:lnTo>
                    <a:pt x="351880" y="1038919"/>
                  </a:lnTo>
                  <a:lnTo>
                    <a:pt x="351894" y="1038895"/>
                  </a:lnTo>
                  <a:lnTo>
                    <a:pt x="351903" y="1038877"/>
                  </a:lnTo>
                  <a:lnTo>
                    <a:pt x="351909" y="1038866"/>
                  </a:lnTo>
                  <a:lnTo>
                    <a:pt x="351914" y="1038855"/>
                  </a:lnTo>
                  <a:lnTo>
                    <a:pt x="351921" y="1038843"/>
                  </a:lnTo>
                  <a:lnTo>
                    <a:pt x="351933" y="1038823"/>
                  </a:lnTo>
                  <a:lnTo>
                    <a:pt x="351941" y="1038811"/>
                  </a:lnTo>
                  <a:lnTo>
                    <a:pt x="351953" y="1038793"/>
                  </a:lnTo>
                  <a:lnTo>
                    <a:pt x="351960" y="1038783"/>
                  </a:lnTo>
                  <a:lnTo>
                    <a:pt x="351967" y="1038771"/>
                  </a:lnTo>
                  <a:lnTo>
                    <a:pt x="351970" y="1038768"/>
                  </a:lnTo>
                  <a:lnTo>
                    <a:pt x="351974" y="1038766"/>
                  </a:lnTo>
                  <a:lnTo>
                    <a:pt x="351983" y="1038765"/>
                  </a:lnTo>
                  <a:lnTo>
                    <a:pt x="351994" y="1038765"/>
                  </a:lnTo>
                  <a:lnTo>
                    <a:pt x="352010" y="1038763"/>
                  </a:lnTo>
                  <a:lnTo>
                    <a:pt x="352028" y="1038760"/>
                  </a:lnTo>
                  <a:lnTo>
                    <a:pt x="352046" y="1038756"/>
                  </a:lnTo>
                  <a:lnTo>
                    <a:pt x="352062" y="1038752"/>
                  </a:lnTo>
                  <a:lnTo>
                    <a:pt x="352080" y="1038746"/>
                  </a:lnTo>
                  <a:lnTo>
                    <a:pt x="352094" y="1038742"/>
                  </a:lnTo>
                  <a:lnTo>
                    <a:pt x="352108" y="1038739"/>
                  </a:lnTo>
                  <a:lnTo>
                    <a:pt x="352123" y="1038735"/>
                  </a:lnTo>
                  <a:lnTo>
                    <a:pt x="352141" y="1038730"/>
                  </a:lnTo>
                  <a:lnTo>
                    <a:pt x="352157" y="1038726"/>
                  </a:lnTo>
                  <a:lnTo>
                    <a:pt x="352166" y="1038725"/>
                  </a:lnTo>
                  <a:lnTo>
                    <a:pt x="352175" y="1038726"/>
                  </a:lnTo>
                  <a:lnTo>
                    <a:pt x="352186" y="1038728"/>
                  </a:lnTo>
                  <a:lnTo>
                    <a:pt x="352196" y="1038733"/>
                  </a:lnTo>
                  <a:lnTo>
                    <a:pt x="352209" y="1038742"/>
                  </a:lnTo>
                  <a:lnTo>
                    <a:pt x="352215" y="1038745"/>
                  </a:lnTo>
                  <a:lnTo>
                    <a:pt x="352224" y="1038748"/>
                  </a:lnTo>
                  <a:lnTo>
                    <a:pt x="352233" y="1038748"/>
                  </a:lnTo>
                  <a:lnTo>
                    <a:pt x="352245" y="1038747"/>
                  </a:lnTo>
                  <a:lnTo>
                    <a:pt x="352257" y="1038743"/>
                  </a:lnTo>
                  <a:lnTo>
                    <a:pt x="352269" y="1038737"/>
                  </a:lnTo>
                  <a:lnTo>
                    <a:pt x="352281" y="1038730"/>
                  </a:lnTo>
                  <a:lnTo>
                    <a:pt x="352290" y="1038723"/>
                  </a:lnTo>
                  <a:lnTo>
                    <a:pt x="352298" y="1038713"/>
                  </a:lnTo>
                  <a:lnTo>
                    <a:pt x="352303" y="1038707"/>
                  </a:lnTo>
                  <a:lnTo>
                    <a:pt x="352308" y="1038699"/>
                  </a:lnTo>
                  <a:lnTo>
                    <a:pt x="352313" y="1038688"/>
                  </a:lnTo>
                  <a:lnTo>
                    <a:pt x="352317" y="1038678"/>
                  </a:lnTo>
                  <a:lnTo>
                    <a:pt x="352322" y="1038659"/>
                  </a:lnTo>
                  <a:lnTo>
                    <a:pt x="352325" y="1038646"/>
                  </a:lnTo>
                  <a:lnTo>
                    <a:pt x="352326" y="1038639"/>
                  </a:lnTo>
                  <a:lnTo>
                    <a:pt x="352327" y="1038629"/>
                  </a:lnTo>
                  <a:lnTo>
                    <a:pt x="352327" y="1038617"/>
                  </a:lnTo>
                  <a:lnTo>
                    <a:pt x="352327" y="1038609"/>
                  </a:lnTo>
                  <a:lnTo>
                    <a:pt x="352326" y="1038600"/>
                  </a:lnTo>
                  <a:lnTo>
                    <a:pt x="352324" y="1038594"/>
                  </a:lnTo>
                  <a:lnTo>
                    <a:pt x="352321" y="1038586"/>
                  </a:lnTo>
                  <a:lnTo>
                    <a:pt x="352316" y="1038574"/>
                  </a:lnTo>
                  <a:lnTo>
                    <a:pt x="352310" y="1038560"/>
                  </a:lnTo>
                  <a:lnTo>
                    <a:pt x="352306" y="1038547"/>
                  </a:lnTo>
                  <a:lnTo>
                    <a:pt x="352303" y="1038535"/>
                  </a:lnTo>
                  <a:lnTo>
                    <a:pt x="352302" y="1038516"/>
                  </a:lnTo>
                  <a:lnTo>
                    <a:pt x="352302" y="1038495"/>
                  </a:lnTo>
                  <a:lnTo>
                    <a:pt x="352302" y="1038467"/>
                  </a:lnTo>
                  <a:lnTo>
                    <a:pt x="352303" y="1038452"/>
                  </a:lnTo>
                  <a:lnTo>
                    <a:pt x="352305" y="1038435"/>
                  </a:lnTo>
                  <a:lnTo>
                    <a:pt x="352307" y="1038421"/>
                  </a:lnTo>
                  <a:lnTo>
                    <a:pt x="352310" y="1038408"/>
                  </a:lnTo>
                  <a:lnTo>
                    <a:pt x="352312" y="1038401"/>
                  </a:lnTo>
                  <a:lnTo>
                    <a:pt x="352317" y="1038392"/>
                  </a:lnTo>
                  <a:lnTo>
                    <a:pt x="352325" y="1038375"/>
                  </a:lnTo>
                  <a:lnTo>
                    <a:pt x="352333" y="1038357"/>
                  </a:lnTo>
                  <a:lnTo>
                    <a:pt x="352340" y="1038346"/>
                  </a:lnTo>
                  <a:lnTo>
                    <a:pt x="352348" y="1038333"/>
                  </a:lnTo>
                  <a:lnTo>
                    <a:pt x="352354" y="1038325"/>
                  </a:lnTo>
                  <a:lnTo>
                    <a:pt x="352361" y="1038316"/>
                  </a:lnTo>
                  <a:lnTo>
                    <a:pt x="352369" y="1038307"/>
                  </a:lnTo>
                  <a:lnTo>
                    <a:pt x="352378" y="1038300"/>
                  </a:lnTo>
                  <a:lnTo>
                    <a:pt x="352387" y="1038291"/>
                  </a:lnTo>
                  <a:lnTo>
                    <a:pt x="352399" y="1038283"/>
                  </a:lnTo>
                  <a:lnTo>
                    <a:pt x="352410" y="1038276"/>
                  </a:lnTo>
                  <a:lnTo>
                    <a:pt x="352423" y="1038268"/>
                  </a:lnTo>
                  <a:lnTo>
                    <a:pt x="352440" y="1038259"/>
                  </a:lnTo>
                  <a:lnTo>
                    <a:pt x="352455" y="1038249"/>
                  </a:lnTo>
                  <a:lnTo>
                    <a:pt x="352467" y="1038241"/>
                  </a:lnTo>
                  <a:lnTo>
                    <a:pt x="352484" y="1038230"/>
                  </a:lnTo>
                  <a:lnTo>
                    <a:pt x="352496" y="1038222"/>
                  </a:lnTo>
                  <a:lnTo>
                    <a:pt x="352511" y="1038214"/>
                  </a:lnTo>
                  <a:lnTo>
                    <a:pt x="352522" y="1038208"/>
                  </a:lnTo>
                  <a:lnTo>
                    <a:pt x="352538" y="1038199"/>
                  </a:lnTo>
                  <a:lnTo>
                    <a:pt x="352548" y="1038191"/>
                  </a:lnTo>
                  <a:lnTo>
                    <a:pt x="352560" y="1038183"/>
                  </a:lnTo>
                  <a:lnTo>
                    <a:pt x="352569" y="1038176"/>
                  </a:lnTo>
                  <a:lnTo>
                    <a:pt x="352578" y="1038169"/>
                  </a:lnTo>
                  <a:lnTo>
                    <a:pt x="352587" y="1038163"/>
                  </a:lnTo>
                  <a:lnTo>
                    <a:pt x="352600" y="1038155"/>
                  </a:lnTo>
                  <a:lnTo>
                    <a:pt x="352613" y="1038148"/>
                  </a:lnTo>
                  <a:lnTo>
                    <a:pt x="352624" y="1038141"/>
                  </a:lnTo>
                  <a:lnTo>
                    <a:pt x="352634" y="1038133"/>
                  </a:lnTo>
                  <a:lnTo>
                    <a:pt x="352645" y="1038125"/>
                  </a:lnTo>
                  <a:lnTo>
                    <a:pt x="352655" y="1038116"/>
                  </a:lnTo>
                  <a:lnTo>
                    <a:pt x="352661" y="1038110"/>
                  </a:lnTo>
                  <a:lnTo>
                    <a:pt x="352666" y="1038103"/>
                  </a:lnTo>
                  <a:lnTo>
                    <a:pt x="352673" y="1038096"/>
                  </a:lnTo>
                  <a:lnTo>
                    <a:pt x="352679" y="1038087"/>
                  </a:lnTo>
                  <a:lnTo>
                    <a:pt x="352685" y="1038078"/>
                  </a:lnTo>
                  <a:lnTo>
                    <a:pt x="352690" y="1038069"/>
                  </a:lnTo>
                  <a:lnTo>
                    <a:pt x="352693" y="1038061"/>
                  </a:lnTo>
                  <a:lnTo>
                    <a:pt x="352695" y="1038054"/>
                  </a:lnTo>
                  <a:lnTo>
                    <a:pt x="352698" y="1038046"/>
                  </a:lnTo>
                  <a:lnTo>
                    <a:pt x="352701" y="1038034"/>
                  </a:lnTo>
                  <a:lnTo>
                    <a:pt x="352703" y="1038022"/>
                  </a:lnTo>
                  <a:lnTo>
                    <a:pt x="352707" y="1038005"/>
                  </a:lnTo>
                  <a:lnTo>
                    <a:pt x="352712" y="1037994"/>
                  </a:lnTo>
                  <a:lnTo>
                    <a:pt x="352715" y="1037988"/>
                  </a:lnTo>
                  <a:lnTo>
                    <a:pt x="352722" y="1037979"/>
                  </a:lnTo>
                  <a:lnTo>
                    <a:pt x="352725" y="1037974"/>
                  </a:lnTo>
                  <a:lnTo>
                    <a:pt x="352730" y="1037966"/>
                  </a:lnTo>
                  <a:lnTo>
                    <a:pt x="352733" y="1037960"/>
                  </a:lnTo>
                  <a:lnTo>
                    <a:pt x="352736" y="1037951"/>
                  </a:lnTo>
                  <a:lnTo>
                    <a:pt x="352739" y="1037939"/>
                  </a:lnTo>
                  <a:lnTo>
                    <a:pt x="352739" y="1037932"/>
                  </a:lnTo>
                  <a:lnTo>
                    <a:pt x="352740" y="1037923"/>
                  </a:lnTo>
                  <a:lnTo>
                    <a:pt x="352742" y="1037912"/>
                  </a:lnTo>
                  <a:lnTo>
                    <a:pt x="352747" y="1037889"/>
                  </a:lnTo>
                  <a:lnTo>
                    <a:pt x="352749" y="1037874"/>
                  </a:lnTo>
                  <a:lnTo>
                    <a:pt x="352753" y="1037856"/>
                  </a:lnTo>
                  <a:lnTo>
                    <a:pt x="352755" y="1037846"/>
                  </a:lnTo>
                  <a:lnTo>
                    <a:pt x="352755" y="1037839"/>
                  </a:lnTo>
                  <a:lnTo>
                    <a:pt x="352754" y="1037831"/>
                  </a:lnTo>
                  <a:lnTo>
                    <a:pt x="352752" y="1037823"/>
                  </a:lnTo>
                  <a:lnTo>
                    <a:pt x="352745" y="1037810"/>
                  </a:lnTo>
                  <a:lnTo>
                    <a:pt x="352736" y="1037793"/>
                  </a:lnTo>
                  <a:lnTo>
                    <a:pt x="352724" y="1037777"/>
                  </a:lnTo>
                  <a:lnTo>
                    <a:pt x="352712" y="1037760"/>
                  </a:lnTo>
                  <a:lnTo>
                    <a:pt x="352693" y="1037734"/>
                  </a:lnTo>
                  <a:lnTo>
                    <a:pt x="352675" y="1037711"/>
                  </a:lnTo>
                  <a:lnTo>
                    <a:pt x="352667" y="1037700"/>
                  </a:lnTo>
                  <a:lnTo>
                    <a:pt x="352648" y="1037679"/>
                  </a:lnTo>
                  <a:lnTo>
                    <a:pt x="352635" y="1037664"/>
                  </a:lnTo>
                  <a:lnTo>
                    <a:pt x="352620" y="1037648"/>
                  </a:lnTo>
                  <a:lnTo>
                    <a:pt x="352605" y="1037633"/>
                  </a:lnTo>
                  <a:lnTo>
                    <a:pt x="352592" y="1037619"/>
                  </a:lnTo>
                  <a:lnTo>
                    <a:pt x="352574" y="1037603"/>
                  </a:lnTo>
                  <a:lnTo>
                    <a:pt x="352558" y="1037587"/>
                  </a:lnTo>
                  <a:lnTo>
                    <a:pt x="352544" y="1037574"/>
                  </a:lnTo>
                  <a:lnTo>
                    <a:pt x="352531" y="1037562"/>
                  </a:lnTo>
                  <a:lnTo>
                    <a:pt x="352521" y="1037555"/>
                  </a:lnTo>
                  <a:lnTo>
                    <a:pt x="352508" y="1037548"/>
                  </a:lnTo>
                  <a:lnTo>
                    <a:pt x="352493" y="1037542"/>
                  </a:lnTo>
                  <a:lnTo>
                    <a:pt x="352479" y="1037538"/>
                  </a:lnTo>
                  <a:lnTo>
                    <a:pt x="352457" y="1037532"/>
                  </a:lnTo>
                  <a:lnTo>
                    <a:pt x="352433" y="1037525"/>
                  </a:lnTo>
                  <a:lnTo>
                    <a:pt x="352409" y="1037517"/>
                  </a:lnTo>
                  <a:lnTo>
                    <a:pt x="352389" y="1037510"/>
                  </a:lnTo>
                  <a:lnTo>
                    <a:pt x="352362" y="1037498"/>
                  </a:lnTo>
                  <a:lnTo>
                    <a:pt x="352339" y="1037487"/>
                  </a:lnTo>
                  <a:lnTo>
                    <a:pt x="352323" y="1037478"/>
                  </a:lnTo>
                  <a:lnTo>
                    <a:pt x="352295" y="1037461"/>
                  </a:lnTo>
                  <a:lnTo>
                    <a:pt x="352269" y="1037449"/>
                  </a:lnTo>
                  <a:lnTo>
                    <a:pt x="352257" y="1037446"/>
                  </a:lnTo>
                  <a:lnTo>
                    <a:pt x="352243" y="1037445"/>
                  </a:lnTo>
                  <a:lnTo>
                    <a:pt x="352223" y="1037444"/>
                  </a:lnTo>
                  <a:lnTo>
                    <a:pt x="352194" y="1037448"/>
                  </a:lnTo>
                  <a:lnTo>
                    <a:pt x="352169" y="1037448"/>
                  </a:lnTo>
                  <a:lnTo>
                    <a:pt x="352151" y="1037445"/>
                  </a:lnTo>
                  <a:lnTo>
                    <a:pt x="352138" y="1037442"/>
                  </a:lnTo>
                  <a:lnTo>
                    <a:pt x="352121" y="1037436"/>
                  </a:lnTo>
                  <a:lnTo>
                    <a:pt x="352097" y="1037430"/>
                  </a:lnTo>
                  <a:lnTo>
                    <a:pt x="352068" y="1037422"/>
                  </a:lnTo>
                  <a:lnTo>
                    <a:pt x="352041" y="1037414"/>
                  </a:lnTo>
                  <a:lnTo>
                    <a:pt x="352021" y="1037409"/>
                  </a:lnTo>
                  <a:lnTo>
                    <a:pt x="351995" y="1037406"/>
                  </a:lnTo>
                  <a:lnTo>
                    <a:pt x="351969" y="1037403"/>
                  </a:lnTo>
                  <a:lnTo>
                    <a:pt x="351950" y="1037401"/>
                  </a:lnTo>
                  <a:lnTo>
                    <a:pt x="351927" y="1037400"/>
                  </a:lnTo>
                  <a:lnTo>
                    <a:pt x="351908" y="1037398"/>
                  </a:lnTo>
                  <a:lnTo>
                    <a:pt x="351892" y="1037395"/>
                  </a:lnTo>
                  <a:lnTo>
                    <a:pt x="351874" y="1037391"/>
                  </a:lnTo>
                  <a:lnTo>
                    <a:pt x="351863" y="1037388"/>
                  </a:lnTo>
                  <a:lnTo>
                    <a:pt x="351855" y="1037385"/>
                  </a:lnTo>
                  <a:lnTo>
                    <a:pt x="351849" y="1037379"/>
                  </a:lnTo>
                  <a:lnTo>
                    <a:pt x="351842" y="1037371"/>
                  </a:lnTo>
                  <a:lnTo>
                    <a:pt x="351835" y="1037366"/>
                  </a:lnTo>
                  <a:lnTo>
                    <a:pt x="351819" y="1037358"/>
                  </a:lnTo>
                  <a:lnTo>
                    <a:pt x="351799" y="1037350"/>
                  </a:lnTo>
                  <a:lnTo>
                    <a:pt x="351784" y="1037339"/>
                  </a:lnTo>
                  <a:lnTo>
                    <a:pt x="351771" y="1037331"/>
                  </a:lnTo>
                  <a:lnTo>
                    <a:pt x="351760" y="1037327"/>
                  </a:lnTo>
                  <a:lnTo>
                    <a:pt x="351745" y="1037322"/>
                  </a:lnTo>
                  <a:lnTo>
                    <a:pt x="351737" y="1037318"/>
                  </a:lnTo>
                  <a:lnTo>
                    <a:pt x="351719" y="1037309"/>
                  </a:lnTo>
                  <a:lnTo>
                    <a:pt x="351702" y="1037303"/>
                  </a:lnTo>
                  <a:lnTo>
                    <a:pt x="351690" y="1037299"/>
                  </a:lnTo>
                  <a:lnTo>
                    <a:pt x="351682" y="1037298"/>
                  </a:lnTo>
                  <a:lnTo>
                    <a:pt x="351671" y="1037298"/>
                  </a:lnTo>
                  <a:lnTo>
                    <a:pt x="351662" y="1037295"/>
                  </a:lnTo>
                  <a:lnTo>
                    <a:pt x="351654" y="1037292"/>
                  </a:lnTo>
                  <a:lnTo>
                    <a:pt x="351646" y="1037286"/>
                  </a:lnTo>
                  <a:lnTo>
                    <a:pt x="351634" y="1037275"/>
                  </a:lnTo>
                  <a:lnTo>
                    <a:pt x="351624" y="1037268"/>
                  </a:lnTo>
                  <a:lnTo>
                    <a:pt x="351606" y="1037261"/>
                  </a:lnTo>
                  <a:lnTo>
                    <a:pt x="351595" y="1037256"/>
                  </a:lnTo>
                  <a:lnTo>
                    <a:pt x="351579" y="1037247"/>
                  </a:lnTo>
                  <a:lnTo>
                    <a:pt x="351571" y="1037242"/>
                  </a:lnTo>
                  <a:lnTo>
                    <a:pt x="351561" y="1037235"/>
                  </a:lnTo>
                  <a:lnTo>
                    <a:pt x="351545" y="1037222"/>
                  </a:lnTo>
                  <a:lnTo>
                    <a:pt x="351527" y="1037211"/>
                  </a:lnTo>
                  <a:lnTo>
                    <a:pt x="351506" y="1037198"/>
                  </a:lnTo>
                  <a:lnTo>
                    <a:pt x="351492" y="1037190"/>
                  </a:lnTo>
                  <a:lnTo>
                    <a:pt x="351475" y="1037182"/>
                  </a:lnTo>
                  <a:lnTo>
                    <a:pt x="351455" y="1037173"/>
                  </a:lnTo>
                  <a:lnTo>
                    <a:pt x="351436" y="1037164"/>
                  </a:lnTo>
                  <a:lnTo>
                    <a:pt x="351428" y="1037160"/>
                  </a:lnTo>
                  <a:lnTo>
                    <a:pt x="351420" y="1037154"/>
                  </a:lnTo>
                  <a:lnTo>
                    <a:pt x="351414" y="1037146"/>
                  </a:lnTo>
                  <a:lnTo>
                    <a:pt x="351411" y="1037140"/>
                  </a:lnTo>
                  <a:lnTo>
                    <a:pt x="351407" y="1037136"/>
                  </a:lnTo>
                  <a:lnTo>
                    <a:pt x="351396" y="1037128"/>
                  </a:lnTo>
                  <a:lnTo>
                    <a:pt x="351379" y="1037116"/>
                  </a:lnTo>
                  <a:lnTo>
                    <a:pt x="351364" y="1037103"/>
                  </a:lnTo>
                  <a:lnTo>
                    <a:pt x="351347" y="1037086"/>
                  </a:lnTo>
                  <a:lnTo>
                    <a:pt x="351325" y="1037067"/>
                  </a:lnTo>
                  <a:lnTo>
                    <a:pt x="351305" y="1037047"/>
                  </a:lnTo>
                  <a:lnTo>
                    <a:pt x="351286" y="1037030"/>
                  </a:lnTo>
                  <a:lnTo>
                    <a:pt x="351269" y="1037014"/>
                  </a:lnTo>
                  <a:lnTo>
                    <a:pt x="351252" y="1036999"/>
                  </a:lnTo>
                  <a:lnTo>
                    <a:pt x="351237" y="1036989"/>
                  </a:lnTo>
                  <a:lnTo>
                    <a:pt x="351214" y="1036975"/>
                  </a:lnTo>
                  <a:lnTo>
                    <a:pt x="351205" y="1036969"/>
                  </a:lnTo>
                  <a:lnTo>
                    <a:pt x="351198" y="1036963"/>
                  </a:lnTo>
                  <a:lnTo>
                    <a:pt x="351193" y="1036957"/>
                  </a:lnTo>
                  <a:lnTo>
                    <a:pt x="351187" y="1036946"/>
                  </a:lnTo>
                  <a:lnTo>
                    <a:pt x="351181" y="1036935"/>
                  </a:lnTo>
                  <a:lnTo>
                    <a:pt x="351175" y="1036918"/>
                  </a:lnTo>
                  <a:lnTo>
                    <a:pt x="351172" y="1036906"/>
                  </a:lnTo>
                  <a:lnTo>
                    <a:pt x="351167" y="1036885"/>
                  </a:lnTo>
                  <a:lnTo>
                    <a:pt x="351163" y="1036866"/>
                  </a:lnTo>
                  <a:lnTo>
                    <a:pt x="351161" y="1036847"/>
                  </a:lnTo>
                  <a:lnTo>
                    <a:pt x="351159" y="1036830"/>
                  </a:lnTo>
                  <a:lnTo>
                    <a:pt x="351160" y="1036819"/>
                  </a:lnTo>
                  <a:lnTo>
                    <a:pt x="351164" y="1036804"/>
                  </a:lnTo>
                  <a:lnTo>
                    <a:pt x="351168" y="1036793"/>
                  </a:lnTo>
                  <a:lnTo>
                    <a:pt x="351168" y="1036785"/>
                  </a:lnTo>
                  <a:lnTo>
                    <a:pt x="351167" y="1036778"/>
                  </a:lnTo>
                  <a:lnTo>
                    <a:pt x="351164" y="1036772"/>
                  </a:lnTo>
                  <a:lnTo>
                    <a:pt x="351156" y="1036756"/>
                  </a:lnTo>
                  <a:lnTo>
                    <a:pt x="351148" y="1036747"/>
                  </a:lnTo>
                  <a:lnTo>
                    <a:pt x="351135" y="1036736"/>
                  </a:lnTo>
                  <a:lnTo>
                    <a:pt x="351128" y="1036731"/>
                  </a:lnTo>
                  <a:lnTo>
                    <a:pt x="351124" y="1036726"/>
                  </a:lnTo>
                  <a:lnTo>
                    <a:pt x="351112" y="1036713"/>
                  </a:lnTo>
                  <a:lnTo>
                    <a:pt x="351097" y="1036698"/>
                  </a:lnTo>
                  <a:lnTo>
                    <a:pt x="351085" y="1036683"/>
                  </a:lnTo>
                  <a:lnTo>
                    <a:pt x="351076" y="1036671"/>
                  </a:lnTo>
                  <a:lnTo>
                    <a:pt x="351063" y="1036650"/>
                  </a:lnTo>
                  <a:lnTo>
                    <a:pt x="351047" y="1036627"/>
                  </a:lnTo>
                  <a:lnTo>
                    <a:pt x="351031" y="1036604"/>
                  </a:lnTo>
                  <a:lnTo>
                    <a:pt x="351015" y="1036582"/>
                  </a:lnTo>
                  <a:lnTo>
                    <a:pt x="351004" y="1036563"/>
                  </a:lnTo>
                  <a:lnTo>
                    <a:pt x="350988" y="1036543"/>
                  </a:lnTo>
                  <a:lnTo>
                    <a:pt x="350978" y="1036528"/>
                  </a:lnTo>
                  <a:lnTo>
                    <a:pt x="350972" y="1036518"/>
                  </a:lnTo>
                  <a:lnTo>
                    <a:pt x="350968" y="1036508"/>
                  </a:lnTo>
                  <a:lnTo>
                    <a:pt x="350965" y="1036495"/>
                  </a:lnTo>
                  <a:lnTo>
                    <a:pt x="350961" y="1036483"/>
                  </a:lnTo>
                  <a:lnTo>
                    <a:pt x="350955" y="1036475"/>
                  </a:lnTo>
                  <a:lnTo>
                    <a:pt x="350946" y="1036466"/>
                  </a:lnTo>
                  <a:lnTo>
                    <a:pt x="350938" y="1036458"/>
                  </a:lnTo>
                  <a:lnTo>
                    <a:pt x="350934" y="1036451"/>
                  </a:lnTo>
                  <a:lnTo>
                    <a:pt x="350931" y="1036440"/>
                  </a:lnTo>
                  <a:lnTo>
                    <a:pt x="350928" y="1036424"/>
                  </a:lnTo>
                  <a:lnTo>
                    <a:pt x="350928" y="1036405"/>
                  </a:lnTo>
                  <a:lnTo>
                    <a:pt x="350929" y="1036384"/>
                  </a:lnTo>
                  <a:lnTo>
                    <a:pt x="350932" y="1036369"/>
                  </a:lnTo>
                  <a:lnTo>
                    <a:pt x="350937" y="1036352"/>
                  </a:lnTo>
                  <a:lnTo>
                    <a:pt x="350939" y="1036342"/>
                  </a:lnTo>
                  <a:lnTo>
                    <a:pt x="350939" y="1036332"/>
                  </a:lnTo>
                  <a:lnTo>
                    <a:pt x="350938" y="1036325"/>
                  </a:lnTo>
                  <a:lnTo>
                    <a:pt x="350936" y="1036317"/>
                  </a:lnTo>
                  <a:lnTo>
                    <a:pt x="350928" y="1036302"/>
                  </a:lnTo>
                  <a:lnTo>
                    <a:pt x="350920" y="1036287"/>
                  </a:lnTo>
                  <a:lnTo>
                    <a:pt x="350909" y="1036270"/>
                  </a:lnTo>
                  <a:lnTo>
                    <a:pt x="350898" y="1036252"/>
                  </a:lnTo>
                  <a:lnTo>
                    <a:pt x="350891" y="1036241"/>
                  </a:lnTo>
                  <a:lnTo>
                    <a:pt x="350880" y="1036229"/>
                  </a:lnTo>
                  <a:lnTo>
                    <a:pt x="350874" y="1036220"/>
                  </a:lnTo>
                  <a:lnTo>
                    <a:pt x="350863" y="1036204"/>
                  </a:lnTo>
                  <a:lnTo>
                    <a:pt x="350858" y="1036197"/>
                  </a:lnTo>
                  <a:lnTo>
                    <a:pt x="350851" y="1036189"/>
                  </a:lnTo>
                  <a:lnTo>
                    <a:pt x="350848" y="1036185"/>
                  </a:lnTo>
                  <a:lnTo>
                    <a:pt x="350837" y="1036174"/>
                  </a:lnTo>
                  <a:lnTo>
                    <a:pt x="350827" y="1036162"/>
                  </a:lnTo>
                  <a:lnTo>
                    <a:pt x="350818" y="1036152"/>
                  </a:lnTo>
                  <a:lnTo>
                    <a:pt x="350805" y="1036142"/>
                  </a:lnTo>
                  <a:lnTo>
                    <a:pt x="350794" y="1036136"/>
                  </a:lnTo>
                  <a:lnTo>
                    <a:pt x="350776" y="1036128"/>
                  </a:lnTo>
                  <a:lnTo>
                    <a:pt x="350759" y="1036120"/>
                  </a:lnTo>
                  <a:lnTo>
                    <a:pt x="350746" y="1036112"/>
                  </a:lnTo>
                  <a:lnTo>
                    <a:pt x="350737" y="1036106"/>
                  </a:lnTo>
                  <a:lnTo>
                    <a:pt x="350730" y="1036099"/>
                  </a:lnTo>
                  <a:lnTo>
                    <a:pt x="350725" y="1036092"/>
                  </a:lnTo>
                  <a:lnTo>
                    <a:pt x="350718" y="1036080"/>
                  </a:lnTo>
                  <a:lnTo>
                    <a:pt x="350712" y="1036068"/>
                  </a:lnTo>
                  <a:lnTo>
                    <a:pt x="350703" y="1036049"/>
                  </a:lnTo>
                  <a:lnTo>
                    <a:pt x="350695" y="1036029"/>
                  </a:lnTo>
                  <a:lnTo>
                    <a:pt x="350691" y="1036015"/>
                  </a:lnTo>
                  <a:lnTo>
                    <a:pt x="350687" y="1035995"/>
                  </a:lnTo>
                  <a:lnTo>
                    <a:pt x="350684" y="1035975"/>
                  </a:lnTo>
                  <a:lnTo>
                    <a:pt x="350681" y="1035948"/>
                  </a:lnTo>
                  <a:lnTo>
                    <a:pt x="350677" y="1035927"/>
                  </a:lnTo>
                  <a:lnTo>
                    <a:pt x="350670" y="1035900"/>
                  </a:lnTo>
                  <a:lnTo>
                    <a:pt x="350668" y="1035885"/>
                  </a:lnTo>
                  <a:lnTo>
                    <a:pt x="350662" y="1035859"/>
                  </a:lnTo>
                  <a:lnTo>
                    <a:pt x="350655" y="1035836"/>
                  </a:lnTo>
                  <a:lnTo>
                    <a:pt x="350649" y="1035822"/>
                  </a:lnTo>
                  <a:lnTo>
                    <a:pt x="350644" y="1035811"/>
                  </a:lnTo>
                  <a:lnTo>
                    <a:pt x="350635" y="1035794"/>
                  </a:lnTo>
                  <a:lnTo>
                    <a:pt x="350622" y="1035773"/>
                  </a:lnTo>
                  <a:lnTo>
                    <a:pt x="350606" y="1035742"/>
                  </a:lnTo>
                  <a:lnTo>
                    <a:pt x="350602" y="1035733"/>
                  </a:lnTo>
                  <a:lnTo>
                    <a:pt x="350595" y="1035714"/>
                  </a:lnTo>
                  <a:lnTo>
                    <a:pt x="350587" y="1035699"/>
                  </a:lnTo>
                  <a:lnTo>
                    <a:pt x="350577" y="1035679"/>
                  </a:lnTo>
                  <a:lnTo>
                    <a:pt x="350571" y="1035670"/>
                  </a:lnTo>
                  <a:lnTo>
                    <a:pt x="350563" y="1035660"/>
                  </a:lnTo>
                  <a:lnTo>
                    <a:pt x="350555" y="1035652"/>
                  </a:lnTo>
                  <a:lnTo>
                    <a:pt x="350553" y="1035647"/>
                  </a:lnTo>
                  <a:lnTo>
                    <a:pt x="350553" y="1035636"/>
                  </a:lnTo>
                  <a:lnTo>
                    <a:pt x="350553" y="1035608"/>
                  </a:lnTo>
                  <a:lnTo>
                    <a:pt x="350551" y="1035599"/>
                  </a:lnTo>
                  <a:lnTo>
                    <a:pt x="350548" y="1035589"/>
                  </a:lnTo>
                  <a:lnTo>
                    <a:pt x="350538" y="1035568"/>
                  </a:lnTo>
                  <a:lnTo>
                    <a:pt x="350525" y="1035546"/>
                  </a:lnTo>
                  <a:lnTo>
                    <a:pt x="350514" y="1035530"/>
                  </a:lnTo>
                  <a:lnTo>
                    <a:pt x="350508" y="1035523"/>
                  </a:lnTo>
                  <a:lnTo>
                    <a:pt x="350502" y="1035518"/>
                  </a:lnTo>
                  <a:lnTo>
                    <a:pt x="350495" y="1035514"/>
                  </a:lnTo>
                  <a:lnTo>
                    <a:pt x="350488" y="1035514"/>
                  </a:lnTo>
                  <a:lnTo>
                    <a:pt x="350474" y="1035513"/>
                  </a:lnTo>
                  <a:lnTo>
                    <a:pt x="350467" y="1035513"/>
                  </a:lnTo>
                  <a:lnTo>
                    <a:pt x="350427" y="1035512"/>
                  </a:lnTo>
                  <a:lnTo>
                    <a:pt x="350411" y="1035513"/>
                  </a:lnTo>
                  <a:lnTo>
                    <a:pt x="350396" y="1035517"/>
                  </a:lnTo>
                  <a:lnTo>
                    <a:pt x="350377" y="1035523"/>
                  </a:lnTo>
                  <a:lnTo>
                    <a:pt x="350356" y="1035531"/>
                  </a:lnTo>
                  <a:lnTo>
                    <a:pt x="350348" y="1035533"/>
                  </a:lnTo>
                  <a:lnTo>
                    <a:pt x="350338" y="1035532"/>
                  </a:lnTo>
                  <a:lnTo>
                    <a:pt x="350330" y="1035529"/>
                  </a:lnTo>
                  <a:lnTo>
                    <a:pt x="350321" y="1035524"/>
                  </a:lnTo>
                  <a:lnTo>
                    <a:pt x="350312" y="1035517"/>
                  </a:lnTo>
                  <a:lnTo>
                    <a:pt x="350301" y="1035506"/>
                  </a:lnTo>
                  <a:lnTo>
                    <a:pt x="350292" y="1035495"/>
                  </a:lnTo>
                  <a:lnTo>
                    <a:pt x="350285" y="1035484"/>
                  </a:lnTo>
                  <a:lnTo>
                    <a:pt x="350279" y="1035475"/>
                  </a:lnTo>
                  <a:lnTo>
                    <a:pt x="350272" y="1035468"/>
                  </a:lnTo>
                  <a:lnTo>
                    <a:pt x="350264" y="1035463"/>
                  </a:lnTo>
                  <a:lnTo>
                    <a:pt x="350249" y="1035457"/>
                  </a:lnTo>
                  <a:lnTo>
                    <a:pt x="350242" y="1035452"/>
                  </a:lnTo>
                  <a:lnTo>
                    <a:pt x="350236" y="1035446"/>
                  </a:lnTo>
                  <a:lnTo>
                    <a:pt x="350231" y="1035438"/>
                  </a:lnTo>
                  <a:lnTo>
                    <a:pt x="350227" y="1035430"/>
                  </a:lnTo>
                  <a:lnTo>
                    <a:pt x="350223" y="1035418"/>
                  </a:lnTo>
                  <a:lnTo>
                    <a:pt x="350218" y="1035403"/>
                  </a:lnTo>
                  <a:lnTo>
                    <a:pt x="350214" y="1035397"/>
                  </a:lnTo>
                  <a:lnTo>
                    <a:pt x="350209" y="1035392"/>
                  </a:lnTo>
                  <a:lnTo>
                    <a:pt x="350200" y="1035385"/>
                  </a:lnTo>
                  <a:lnTo>
                    <a:pt x="350183" y="1035378"/>
                  </a:lnTo>
                  <a:lnTo>
                    <a:pt x="350167" y="1035373"/>
                  </a:lnTo>
                  <a:lnTo>
                    <a:pt x="350150" y="1035370"/>
                  </a:lnTo>
                  <a:lnTo>
                    <a:pt x="350135" y="1035367"/>
                  </a:lnTo>
                  <a:lnTo>
                    <a:pt x="350126" y="1035364"/>
                  </a:lnTo>
                  <a:lnTo>
                    <a:pt x="350111" y="1035360"/>
                  </a:lnTo>
                  <a:lnTo>
                    <a:pt x="350093" y="1035352"/>
                  </a:lnTo>
                  <a:lnTo>
                    <a:pt x="350081" y="1035344"/>
                  </a:lnTo>
                  <a:lnTo>
                    <a:pt x="350068" y="1035334"/>
                  </a:lnTo>
                  <a:lnTo>
                    <a:pt x="350055" y="1035326"/>
                  </a:lnTo>
                  <a:lnTo>
                    <a:pt x="350037" y="1035314"/>
                  </a:lnTo>
                  <a:lnTo>
                    <a:pt x="350024" y="1035304"/>
                  </a:lnTo>
                  <a:lnTo>
                    <a:pt x="350015" y="1035296"/>
                  </a:lnTo>
                  <a:lnTo>
                    <a:pt x="350008" y="1035285"/>
                  </a:lnTo>
                  <a:lnTo>
                    <a:pt x="350006" y="1035278"/>
                  </a:lnTo>
                  <a:lnTo>
                    <a:pt x="350005" y="1035262"/>
                  </a:lnTo>
                  <a:lnTo>
                    <a:pt x="350004" y="1035250"/>
                  </a:lnTo>
                  <a:lnTo>
                    <a:pt x="350002" y="1035242"/>
                  </a:lnTo>
                  <a:lnTo>
                    <a:pt x="350000" y="1035236"/>
                  </a:lnTo>
                  <a:lnTo>
                    <a:pt x="349995" y="1035227"/>
                  </a:lnTo>
                  <a:lnTo>
                    <a:pt x="349980" y="1035211"/>
                  </a:lnTo>
                  <a:lnTo>
                    <a:pt x="349971" y="1035199"/>
                  </a:lnTo>
                  <a:lnTo>
                    <a:pt x="349964" y="1035186"/>
                  </a:lnTo>
                  <a:lnTo>
                    <a:pt x="349960" y="1035178"/>
                  </a:lnTo>
                  <a:lnTo>
                    <a:pt x="349957" y="1035168"/>
                  </a:lnTo>
                  <a:lnTo>
                    <a:pt x="349955" y="1035158"/>
                  </a:lnTo>
                  <a:lnTo>
                    <a:pt x="349954" y="1035150"/>
                  </a:lnTo>
                  <a:lnTo>
                    <a:pt x="349952" y="1035144"/>
                  </a:lnTo>
                  <a:lnTo>
                    <a:pt x="349947" y="1035138"/>
                  </a:lnTo>
                  <a:lnTo>
                    <a:pt x="349943" y="1035134"/>
                  </a:lnTo>
                  <a:lnTo>
                    <a:pt x="349939" y="1035133"/>
                  </a:lnTo>
                  <a:lnTo>
                    <a:pt x="349926" y="1035131"/>
                  </a:lnTo>
                  <a:lnTo>
                    <a:pt x="349915" y="1035129"/>
                  </a:lnTo>
                  <a:lnTo>
                    <a:pt x="349907" y="1035126"/>
                  </a:lnTo>
                  <a:lnTo>
                    <a:pt x="349894" y="1035117"/>
                  </a:lnTo>
                  <a:lnTo>
                    <a:pt x="349871" y="1035102"/>
                  </a:lnTo>
                  <a:lnTo>
                    <a:pt x="349848" y="1035086"/>
                  </a:lnTo>
                  <a:lnTo>
                    <a:pt x="349834" y="1035073"/>
                  </a:lnTo>
                  <a:lnTo>
                    <a:pt x="349821" y="1035061"/>
                  </a:lnTo>
                  <a:lnTo>
                    <a:pt x="349816" y="1035055"/>
                  </a:lnTo>
                  <a:lnTo>
                    <a:pt x="349813" y="1035047"/>
                  </a:lnTo>
                  <a:lnTo>
                    <a:pt x="349812" y="1035029"/>
                  </a:lnTo>
                  <a:lnTo>
                    <a:pt x="349812" y="1035016"/>
                  </a:lnTo>
                  <a:lnTo>
                    <a:pt x="349813" y="1035006"/>
                  </a:lnTo>
                  <a:lnTo>
                    <a:pt x="349818" y="1034990"/>
                  </a:lnTo>
                  <a:lnTo>
                    <a:pt x="349821" y="1034978"/>
                  </a:lnTo>
                  <a:lnTo>
                    <a:pt x="349823" y="1034969"/>
                  </a:lnTo>
                  <a:lnTo>
                    <a:pt x="349824" y="1034962"/>
                  </a:lnTo>
                  <a:lnTo>
                    <a:pt x="349824" y="1034953"/>
                  </a:lnTo>
                  <a:lnTo>
                    <a:pt x="349822" y="1034941"/>
                  </a:lnTo>
                  <a:lnTo>
                    <a:pt x="349819" y="1034929"/>
                  </a:lnTo>
                  <a:lnTo>
                    <a:pt x="349817" y="1034922"/>
                  </a:lnTo>
                  <a:lnTo>
                    <a:pt x="349811" y="1034913"/>
                  </a:lnTo>
                  <a:lnTo>
                    <a:pt x="349806" y="1034904"/>
                  </a:lnTo>
                  <a:lnTo>
                    <a:pt x="349799" y="1034891"/>
                  </a:lnTo>
                  <a:lnTo>
                    <a:pt x="349797" y="1034883"/>
                  </a:lnTo>
                  <a:lnTo>
                    <a:pt x="349797" y="1034873"/>
                  </a:lnTo>
                  <a:lnTo>
                    <a:pt x="349794" y="1034851"/>
                  </a:lnTo>
                  <a:lnTo>
                    <a:pt x="349791" y="1034831"/>
                  </a:lnTo>
                  <a:lnTo>
                    <a:pt x="349789" y="1034819"/>
                  </a:lnTo>
                  <a:lnTo>
                    <a:pt x="349784" y="1034792"/>
                  </a:lnTo>
                  <a:lnTo>
                    <a:pt x="349780" y="1034777"/>
                  </a:lnTo>
                  <a:lnTo>
                    <a:pt x="349778" y="1034765"/>
                  </a:lnTo>
                  <a:lnTo>
                    <a:pt x="349775" y="1034754"/>
                  </a:lnTo>
                  <a:lnTo>
                    <a:pt x="349772" y="1034747"/>
                  </a:lnTo>
                  <a:lnTo>
                    <a:pt x="349767" y="1034741"/>
                  </a:lnTo>
                  <a:lnTo>
                    <a:pt x="349757" y="1034730"/>
                  </a:lnTo>
                  <a:lnTo>
                    <a:pt x="349744" y="1034714"/>
                  </a:lnTo>
                  <a:lnTo>
                    <a:pt x="349732" y="1034698"/>
                  </a:lnTo>
                  <a:lnTo>
                    <a:pt x="349721" y="1034681"/>
                  </a:lnTo>
                  <a:lnTo>
                    <a:pt x="349715" y="1034671"/>
                  </a:lnTo>
                  <a:lnTo>
                    <a:pt x="349709" y="1034658"/>
                  </a:lnTo>
                  <a:lnTo>
                    <a:pt x="349701" y="1034635"/>
                  </a:lnTo>
                  <a:lnTo>
                    <a:pt x="349693" y="1034615"/>
                  </a:lnTo>
                  <a:lnTo>
                    <a:pt x="349691" y="1034606"/>
                  </a:lnTo>
                  <a:lnTo>
                    <a:pt x="349690" y="1034598"/>
                  </a:lnTo>
                  <a:lnTo>
                    <a:pt x="349691" y="1034588"/>
                  </a:lnTo>
                  <a:lnTo>
                    <a:pt x="349694" y="1034577"/>
                  </a:lnTo>
                  <a:lnTo>
                    <a:pt x="349701" y="1034561"/>
                  </a:lnTo>
                  <a:lnTo>
                    <a:pt x="349707" y="1034546"/>
                  </a:lnTo>
                  <a:lnTo>
                    <a:pt x="349712" y="1034529"/>
                  </a:lnTo>
                  <a:lnTo>
                    <a:pt x="349716" y="1034513"/>
                  </a:lnTo>
                  <a:lnTo>
                    <a:pt x="349720" y="1034499"/>
                  </a:lnTo>
                  <a:lnTo>
                    <a:pt x="349727" y="1034477"/>
                  </a:lnTo>
                  <a:lnTo>
                    <a:pt x="349735" y="1034455"/>
                  </a:lnTo>
                  <a:lnTo>
                    <a:pt x="349741" y="1034437"/>
                  </a:lnTo>
                  <a:lnTo>
                    <a:pt x="349742" y="1034429"/>
                  </a:lnTo>
                  <a:lnTo>
                    <a:pt x="349741" y="1034424"/>
                  </a:lnTo>
                  <a:lnTo>
                    <a:pt x="349731" y="1034415"/>
                  </a:lnTo>
                  <a:lnTo>
                    <a:pt x="349720" y="1034403"/>
                  </a:lnTo>
                  <a:lnTo>
                    <a:pt x="349712" y="1034392"/>
                  </a:lnTo>
                  <a:lnTo>
                    <a:pt x="349701" y="1034370"/>
                  </a:lnTo>
                  <a:lnTo>
                    <a:pt x="349690" y="1034347"/>
                  </a:lnTo>
                  <a:lnTo>
                    <a:pt x="349684" y="1034335"/>
                  </a:lnTo>
                  <a:lnTo>
                    <a:pt x="349681" y="1034331"/>
                  </a:lnTo>
                  <a:lnTo>
                    <a:pt x="349673" y="1034322"/>
                  </a:lnTo>
                  <a:lnTo>
                    <a:pt x="349666" y="1034314"/>
                  </a:lnTo>
                  <a:lnTo>
                    <a:pt x="349662" y="1034305"/>
                  </a:lnTo>
                  <a:lnTo>
                    <a:pt x="349658" y="1034292"/>
                  </a:lnTo>
                  <a:lnTo>
                    <a:pt x="349656" y="1034275"/>
                  </a:lnTo>
                  <a:lnTo>
                    <a:pt x="349654" y="1034246"/>
                  </a:lnTo>
                  <a:lnTo>
                    <a:pt x="349653" y="1034219"/>
                  </a:lnTo>
                  <a:lnTo>
                    <a:pt x="349653" y="1034198"/>
                  </a:lnTo>
                  <a:lnTo>
                    <a:pt x="349654" y="1034176"/>
                  </a:lnTo>
                  <a:lnTo>
                    <a:pt x="349657" y="1034160"/>
                  </a:lnTo>
                  <a:lnTo>
                    <a:pt x="349660" y="1034145"/>
                  </a:lnTo>
                  <a:lnTo>
                    <a:pt x="349666" y="1034126"/>
                  </a:lnTo>
                  <a:lnTo>
                    <a:pt x="349671" y="1034112"/>
                  </a:lnTo>
                  <a:lnTo>
                    <a:pt x="349674" y="1034091"/>
                  </a:lnTo>
                  <a:lnTo>
                    <a:pt x="349676" y="1034075"/>
                  </a:lnTo>
                  <a:lnTo>
                    <a:pt x="349677" y="1034053"/>
                  </a:lnTo>
                  <a:lnTo>
                    <a:pt x="349676" y="1034045"/>
                  </a:lnTo>
                  <a:lnTo>
                    <a:pt x="349672" y="1034043"/>
                  </a:lnTo>
                  <a:lnTo>
                    <a:pt x="349661" y="1034041"/>
                  </a:lnTo>
                  <a:lnTo>
                    <a:pt x="349638" y="1034037"/>
                  </a:lnTo>
                  <a:lnTo>
                    <a:pt x="349619" y="1034035"/>
                  </a:lnTo>
                  <a:lnTo>
                    <a:pt x="349606" y="1034031"/>
                  </a:lnTo>
                  <a:lnTo>
                    <a:pt x="349593" y="1034026"/>
                  </a:lnTo>
                  <a:lnTo>
                    <a:pt x="349578" y="1034018"/>
                  </a:lnTo>
                  <a:lnTo>
                    <a:pt x="349554" y="1034003"/>
                  </a:lnTo>
                  <a:lnTo>
                    <a:pt x="349537" y="1033995"/>
                  </a:lnTo>
                  <a:lnTo>
                    <a:pt x="349513" y="1033983"/>
                  </a:lnTo>
                  <a:lnTo>
                    <a:pt x="349497" y="1033973"/>
                  </a:lnTo>
                  <a:lnTo>
                    <a:pt x="349488" y="1033967"/>
                  </a:lnTo>
                  <a:lnTo>
                    <a:pt x="349480" y="1033960"/>
                  </a:lnTo>
                  <a:lnTo>
                    <a:pt x="349474" y="1033954"/>
                  </a:lnTo>
                  <a:lnTo>
                    <a:pt x="349463" y="1033947"/>
                  </a:lnTo>
                  <a:lnTo>
                    <a:pt x="349451" y="1033941"/>
                  </a:lnTo>
                  <a:lnTo>
                    <a:pt x="349436" y="1033934"/>
                  </a:lnTo>
                  <a:lnTo>
                    <a:pt x="349419" y="1033928"/>
                  </a:lnTo>
                  <a:lnTo>
                    <a:pt x="349393" y="1033923"/>
                  </a:lnTo>
                  <a:lnTo>
                    <a:pt x="349369" y="1033917"/>
                  </a:lnTo>
                  <a:lnTo>
                    <a:pt x="349347" y="1033910"/>
                  </a:lnTo>
                  <a:lnTo>
                    <a:pt x="349318" y="1033899"/>
                  </a:lnTo>
                  <a:lnTo>
                    <a:pt x="349302" y="1033892"/>
                  </a:lnTo>
                  <a:lnTo>
                    <a:pt x="349287" y="1033885"/>
                  </a:lnTo>
                  <a:lnTo>
                    <a:pt x="349272" y="1033877"/>
                  </a:lnTo>
                  <a:lnTo>
                    <a:pt x="349257" y="1033868"/>
                  </a:lnTo>
                  <a:lnTo>
                    <a:pt x="349244" y="1033858"/>
                  </a:lnTo>
                  <a:lnTo>
                    <a:pt x="349230" y="1033847"/>
                  </a:lnTo>
                  <a:lnTo>
                    <a:pt x="349216" y="1033835"/>
                  </a:lnTo>
                  <a:lnTo>
                    <a:pt x="349202" y="1033819"/>
                  </a:lnTo>
                  <a:lnTo>
                    <a:pt x="349190" y="1033805"/>
                  </a:lnTo>
                  <a:lnTo>
                    <a:pt x="349180" y="1033791"/>
                  </a:lnTo>
                  <a:lnTo>
                    <a:pt x="349171" y="1033782"/>
                  </a:lnTo>
                  <a:lnTo>
                    <a:pt x="349170" y="1033776"/>
                  </a:lnTo>
                  <a:lnTo>
                    <a:pt x="349170" y="1033766"/>
                  </a:lnTo>
                  <a:lnTo>
                    <a:pt x="349170" y="1033754"/>
                  </a:lnTo>
                  <a:lnTo>
                    <a:pt x="349170" y="1033743"/>
                  </a:lnTo>
                  <a:lnTo>
                    <a:pt x="349168" y="1033730"/>
                  </a:lnTo>
                  <a:lnTo>
                    <a:pt x="349165" y="1033723"/>
                  </a:lnTo>
                  <a:lnTo>
                    <a:pt x="349156" y="1033709"/>
                  </a:lnTo>
                  <a:lnTo>
                    <a:pt x="349152" y="1033706"/>
                  </a:lnTo>
                  <a:lnTo>
                    <a:pt x="349146" y="1033702"/>
                  </a:lnTo>
                  <a:lnTo>
                    <a:pt x="349135" y="1033696"/>
                  </a:lnTo>
                  <a:lnTo>
                    <a:pt x="349119" y="1033690"/>
                  </a:lnTo>
                  <a:lnTo>
                    <a:pt x="349098" y="1033684"/>
                  </a:lnTo>
                  <a:lnTo>
                    <a:pt x="349075" y="1033677"/>
                  </a:lnTo>
                  <a:lnTo>
                    <a:pt x="349053" y="1033672"/>
                  </a:lnTo>
                  <a:lnTo>
                    <a:pt x="349021" y="1033665"/>
                  </a:lnTo>
                  <a:lnTo>
                    <a:pt x="348992" y="1033658"/>
                  </a:lnTo>
                  <a:lnTo>
                    <a:pt x="348967" y="1033652"/>
                  </a:lnTo>
                  <a:lnTo>
                    <a:pt x="348942" y="1033644"/>
                  </a:lnTo>
                  <a:lnTo>
                    <a:pt x="348925" y="1033639"/>
                  </a:lnTo>
                  <a:lnTo>
                    <a:pt x="348912" y="1033633"/>
                  </a:lnTo>
                  <a:lnTo>
                    <a:pt x="348899" y="1033626"/>
                  </a:lnTo>
                  <a:lnTo>
                    <a:pt x="348880" y="1033614"/>
                  </a:lnTo>
                  <a:lnTo>
                    <a:pt x="348859" y="1033599"/>
                  </a:lnTo>
                  <a:lnTo>
                    <a:pt x="348834" y="1033581"/>
                  </a:lnTo>
                  <a:lnTo>
                    <a:pt x="348813" y="1033566"/>
                  </a:lnTo>
                  <a:lnTo>
                    <a:pt x="348790" y="1033552"/>
                  </a:lnTo>
                  <a:lnTo>
                    <a:pt x="348776" y="1033543"/>
                  </a:lnTo>
                  <a:lnTo>
                    <a:pt x="348747" y="1033524"/>
                  </a:lnTo>
                  <a:lnTo>
                    <a:pt x="348732" y="1033519"/>
                  </a:lnTo>
                  <a:lnTo>
                    <a:pt x="348718" y="1033515"/>
                  </a:lnTo>
                  <a:lnTo>
                    <a:pt x="348702" y="1033509"/>
                  </a:lnTo>
                  <a:lnTo>
                    <a:pt x="348689" y="1033505"/>
                  </a:lnTo>
                  <a:lnTo>
                    <a:pt x="348667" y="1033498"/>
                  </a:lnTo>
                  <a:lnTo>
                    <a:pt x="348650" y="1033491"/>
                  </a:lnTo>
                  <a:lnTo>
                    <a:pt x="348644" y="1033488"/>
                  </a:lnTo>
                  <a:lnTo>
                    <a:pt x="348630" y="1033480"/>
                  </a:lnTo>
                  <a:lnTo>
                    <a:pt x="348616" y="1033469"/>
                  </a:lnTo>
                  <a:lnTo>
                    <a:pt x="348601" y="1033455"/>
                  </a:lnTo>
                  <a:lnTo>
                    <a:pt x="348587" y="1033441"/>
                  </a:lnTo>
                  <a:lnTo>
                    <a:pt x="348570" y="1033426"/>
                  </a:lnTo>
                  <a:lnTo>
                    <a:pt x="348551" y="1033409"/>
                  </a:lnTo>
                  <a:lnTo>
                    <a:pt x="348538" y="1033397"/>
                  </a:lnTo>
                  <a:lnTo>
                    <a:pt x="348524" y="1033386"/>
                  </a:lnTo>
                  <a:lnTo>
                    <a:pt x="348504" y="1033374"/>
                  </a:lnTo>
                  <a:lnTo>
                    <a:pt x="348483" y="1033365"/>
                  </a:lnTo>
                  <a:lnTo>
                    <a:pt x="348464" y="1033358"/>
                  </a:lnTo>
                  <a:lnTo>
                    <a:pt x="348448" y="1033355"/>
                  </a:lnTo>
                  <a:lnTo>
                    <a:pt x="348431" y="1033354"/>
                  </a:lnTo>
                  <a:lnTo>
                    <a:pt x="348409" y="1033356"/>
                  </a:lnTo>
                  <a:lnTo>
                    <a:pt x="348394" y="1033357"/>
                  </a:lnTo>
                  <a:lnTo>
                    <a:pt x="348384" y="1033361"/>
                  </a:lnTo>
                  <a:lnTo>
                    <a:pt x="348374" y="1033366"/>
                  </a:lnTo>
                  <a:lnTo>
                    <a:pt x="348358" y="1033379"/>
                  </a:lnTo>
                  <a:lnTo>
                    <a:pt x="348347" y="1033389"/>
                  </a:lnTo>
                  <a:lnTo>
                    <a:pt x="348333" y="1033406"/>
                  </a:lnTo>
                  <a:lnTo>
                    <a:pt x="348320" y="1033424"/>
                  </a:lnTo>
                  <a:lnTo>
                    <a:pt x="348302" y="1033450"/>
                  </a:lnTo>
                  <a:lnTo>
                    <a:pt x="348288" y="1033469"/>
                  </a:lnTo>
                  <a:lnTo>
                    <a:pt x="348273" y="1033488"/>
                  </a:lnTo>
                  <a:lnTo>
                    <a:pt x="348257" y="1033510"/>
                  </a:lnTo>
                  <a:lnTo>
                    <a:pt x="348246" y="1033530"/>
                  </a:lnTo>
                  <a:lnTo>
                    <a:pt x="348236" y="1033554"/>
                  </a:lnTo>
                  <a:lnTo>
                    <a:pt x="348225" y="1033574"/>
                  </a:lnTo>
                  <a:lnTo>
                    <a:pt x="348211" y="1033599"/>
                  </a:lnTo>
                  <a:lnTo>
                    <a:pt x="348200" y="1033619"/>
                  </a:lnTo>
                  <a:lnTo>
                    <a:pt x="348191" y="1033638"/>
                  </a:lnTo>
                  <a:lnTo>
                    <a:pt x="348182" y="1033659"/>
                  </a:lnTo>
                  <a:lnTo>
                    <a:pt x="348171" y="1033680"/>
                  </a:lnTo>
                  <a:lnTo>
                    <a:pt x="348159" y="1033704"/>
                  </a:lnTo>
                  <a:lnTo>
                    <a:pt x="348152" y="1033721"/>
                  </a:lnTo>
                  <a:lnTo>
                    <a:pt x="348148" y="1033734"/>
                  </a:lnTo>
                  <a:lnTo>
                    <a:pt x="348144" y="1033754"/>
                  </a:lnTo>
                  <a:lnTo>
                    <a:pt x="348142" y="1033764"/>
                  </a:lnTo>
                  <a:lnTo>
                    <a:pt x="348138" y="1033767"/>
                  </a:lnTo>
                  <a:lnTo>
                    <a:pt x="348126" y="1033771"/>
                  </a:lnTo>
                  <a:lnTo>
                    <a:pt x="348106" y="1033778"/>
                  </a:lnTo>
                  <a:lnTo>
                    <a:pt x="348100" y="1033781"/>
                  </a:lnTo>
                  <a:lnTo>
                    <a:pt x="348094" y="1033788"/>
                  </a:lnTo>
                  <a:lnTo>
                    <a:pt x="348087" y="1033798"/>
                  </a:lnTo>
                  <a:lnTo>
                    <a:pt x="348080" y="1033811"/>
                  </a:lnTo>
                  <a:lnTo>
                    <a:pt x="348074" y="1033828"/>
                  </a:lnTo>
                  <a:lnTo>
                    <a:pt x="348070" y="1033845"/>
                  </a:lnTo>
                  <a:lnTo>
                    <a:pt x="348067" y="1033852"/>
                  </a:lnTo>
                  <a:lnTo>
                    <a:pt x="348063" y="1033859"/>
                  </a:lnTo>
                  <a:lnTo>
                    <a:pt x="348054" y="1033874"/>
                  </a:lnTo>
                  <a:lnTo>
                    <a:pt x="348035" y="1033894"/>
                  </a:lnTo>
                  <a:lnTo>
                    <a:pt x="348026" y="1033905"/>
                  </a:lnTo>
                  <a:lnTo>
                    <a:pt x="348021" y="1033912"/>
                  </a:lnTo>
                  <a:lnTo>
                    <a:pt x="348013" y="1033931"/>
                  </a:lnTo>
                  <a:lnTo>
                    <a:pt x="348005" y="1033954"/>
                  </a:lnTo>
                  <a:lnTo>
                    <a:pt x="348001" y="1033968"/>
                  </a:lnTo>
                  <a:lnTo>
                    <a:pt x="347997" y="1033985"/>
                  </a:lnTo>
                  <a:lnTo>
                    <a:pt x="347994" y="1033991"/>
                  </a:lnTo>
                  <a:lnTo>
                    <a:pt x="347991" y="1033996"/>
                  </a:lnTo>
                  <a:lnTo>
                    <a:pt x="347986" y="1034001"/>
                  </a:lnTo>
                  <a:lnTo>
                    <a:pt x="347975" y="1034007"/>
                  </a:lnTo>
                  <a:lnTo>
                    <a:pt x="347959" y="1034017"/>
                  </a:lnTo>
                  <a:lnTo>
                    <a:pt x="347941" y="1034025"/>
                  </a:lnTo>
                  <a:lnTo>
                    <a:pt x="347904" y="1034045"/>
                  </a:lnTo>
                  <a:lnTo>
                    <a:pt x="347899" y="1034049"/>
                  </a:lnTo>
                  <a:lnTo>
                    <a:pt x="347891" y="1034057"/>
                  </a:lnTo>
                  <a:lnTo>
                    <a:pt x="347884" y="1034066"/>
                  </a:lnTo>
                  <a:lnTo>
                    <a:pt x="347880" y="1034077"/>
                  </a:lnTo>
                  <a:lnTo>
                    <a:pt x="347873" y="1034094"/>
                  </a:lnTo>
                  <a:lnTo>
                    <a:pt x="347866" y="1034107"/>
                  </a:lnTo>
                  <a:lnTo>
                    <a:pt x="347859" y="1034118"/>
                  </a:lnTo>
                  <a:lnTo>
                    <a:pt x="347850" y="1034130"/>
                  </a:lnTo>
                  <a:lnTo>
                    <a:pt x="347838" y="1034144"/>
                  </a:lnTo>
                  <a:lnTo>
                    <a:pt x="347829" y="1034155"/>
                  </a:lnTo>
                  <a:lnTo>
                    <a:pt x="347817" y="1034168"/>
                  </a:lnTo>
                  <a:lnTo>
                    <a:pt x="347808" y="1034179"/>
                  </a:lnTo>
                  <a:lnTo>
                    <a:pt x="347802" y="1034184"/>
                  </a:lnTo>
                  <a:lnTo>
                    <a:pt x="347787" y="1034196"/>
                  </a:lnTo>
                  <a:lnTo>
                    <a:pt x="347767" y="1034211"/>
                  </a:lnTo>
                  <a:lnTo>
                    <a:pt x="347756" y="1034218"/>
                  </a:lnTo>
                  <a:lnTo>
                    <a:pt x="347733" y="1034231"/>
                  </a:lnTo>
                  <a:lnTo>
                    <a:pt x="347716" y="1034241"/>
                  </a:lnTo>
                  <a:lnTo>
                    <a:pt x="347694" y="1034254"/>
                  </a:lnTo>
                  <a:lnTo>
                    <a:pt x="347677" y="1034267"/>
                  </a:lnTo>
                  <a:lnTo>
                    <a:pt x="347656" y="1034282"/>
                  </a:lnTo>
                  <a:lnTo>
                    <a:pt x="347644" y="1034292"/>
                  </a:lnTo>
                  <a:lnTo>
                    <a:pt x="347637" y="1034297"/>
                  </a:lnTo>
                  <a:lnTo>
                    <a:pt x="347626" y="1034303"/>
                  </a:lnTo>
                  <a:lnTo>
                    <a:pt x="347608" y="1034312"/>
                  </a:lnTo>
                  <a:lnTo>
                    <a:pt x="347587" y="1034323"/>
                  </a:lnTo>
                  <a:lnTo>
                    <a:pt x="347568" y="1034330"/>
                  </a:lnTo>
                  <a:lnTo>
                    <a:pt x="347547" y="1034337"/>
                  </a:lnTo>
                  <a:lnTo>
                    <a:pt x="347520" y="1034344"/>
                  </a:lnTo>
                  <a:lnTo>
                    <a:pt x="347492" y="1034352"/>
                  </a:lnTo>
                  <a:lnTo>
                    <a:pt x="347472" y="1034357"/>
                  </a:lnTo>
                  <a:lnTo>
                    <a:pt x="347453" y="1034360"/>
                  </a:lnTo>
                  <a:lnTo>
                    <a:pt x="347430" y="1034364"/>
                  </a:lnTo>
                  <a:lnTo>
                    <a:pt x="347408" y="1034369"/>
                  </a:lnTo>
                  <a:lnTo>
                    <a:pt x="347385" y="1034375"/>
                  </a:lnTo>
                  <a:lnTo>
                    <a:pt x="347372" y="1034381"/>
                  </a:lnTo>
                  <a:lnTo>
                    <a:pt x="347362" y="1034386"/>
                  </a:lnTo>
                  <a:lnTo>
                    <a:pt x="347355" y="1034391"/>
                  </a:lnTo>
                  <a:lnTo>
                    <a:pt x="347346" y="1034399"/>
                  </a:lnTo>
                  <a:lnTo>
                    <a:pt x="347340" y="1034404"/>
                  </a:lnTo>
                  <a:lnTo>
                    <a:pt x="347327" y="1034411"/>
                  </a:lnTo>
                  <a:lnTo>
                    <a:pt x="347313" y="1034418"/>
                  </a:lnTo>
                  <a:lnTo>
                    <a:pt x="347282" y="1034433"/>
                  </a:lnTo>
                  <a:lnTo>
                    <a:pt x="347268" y="1034439"/>
                  </a:lnTo>
                  <a:lnTo>
                    <a:pt x="347247" y="1034445"/>
                  </a:lnTo>
                  <a:lnTo>
                    <a:pt x="347240" y="1034448"/>
                  </a:lnTo>
                  <a:lnTo>
                    <a:pt x="347233" y="1034452"/>
                  </a:lnTo>
                  <a:lnTo>
                    <a:pt x="347229" y="1034454"/>
                  </a:lnTo>
                  <a:lnTo>
                    <a:pt x="347224" y="1034457"/>
                  </a:lnTo>
                  <a:lnTo>
                    <a:pt x="347216" y="1034458"/>
                  </a:lnTo>
                  <a:lnTo>
                    <a:pt x="347203" y="1034458"/>
                  </a:lnTo>
                  <a:lnTo>
                    <a:pt x="347186" y="1034456"/>
                  </a:lnTo>
                  <a:lnTo>
                    <a:pt x="347174" y="1034454"/>
                  </a:lnTo>
                  <a:lnTo>
                    <a:pt x="347164" y="1034452"/>
                  </a:lnTo>
                  <a:lnTo>
                    <a:pt x="347157" y="1034449"/>
                  </a:lnTo>
                  <a:lnTo>
                    <a:pt x="347150" y="1034446"/>
                  </a:lnTo>
                  <a:lnTo>
                    <a:pt x="347146" y="1034442"/>
                  </a:lnTo>
                  <a:lnTo>
                    <a:pt x="347143" y="1034438"/>
                  </a:lnTo>
                  <a:lnTo>
                    <a:pt x="347140" y="1034433"/>
                  </a:lnTo>
                  <a:lnTo>
                    <a:pt x="347137" y="1034426"/>
                  </a:lnTo>
                  <a:lnTo>
                    <a:pt x="347134" y="1034414"/>
                  </a:lnTo>
                  <a:lnTo>
                    <a:pt x="347130" y="1034399"/>
                  </a:lnTo>
                  <a:lnTo>
                    <a:pt x="347126" y="1034386"/>
                  </a:lnTo>
                  <a:lnTo>
                    <a:pt x="347125" y="1034381"/>
                  </a:lnTo>
                  <a:lnTo>
                    <a:pt x="347122" y="1034373"/>
                  </a:lnTo>
                  <a:lnTo>
                    <a:pt x="347118" y="1034363"/>
                  </a:lnTo>
                  <a:lnTo>
                    <a:pt x="347114" y="1034357"/>
                  </a:lnTo>
                  <a:lnTo>
                    <a:pt x="347104" y="1034345"/>
                  </a:lnTo>
                  <a:lnTo>
                    <a:pt x="347097" y="1034334"/>
                  </a:lnTo>
                  <a:lnTo>
                    <a:pt x="347089" y="1034323"/>
                  </a:lnTo>
                  <a:lnTo>
                    <a:pt x="347083" y="1034315"/>
                  </a:lnTo>
                  <a:lnTo>
                    <a:pt x="347074" y="1034304"/>
                  </a:lnTo>
                  <a:lnTo>
                    <a:pt x="347063" y="1034292"/>
                  </a:lnTo>
                  <a:lnTo>
                    <a:pt x="347054" y="1034281"/>
                  </a:lnTo>
                  <a:lnTo>
                    <a:pt x="347041" y="1034264"/>
                  </a:lnTo>
                  <a:lnTo>
                    <a:pt x="347033" y="1034253"/>
                  </a:lnTo>
                  <a:lnTo>
                    <a:pt x="347024" y="1034242"/>
                  </a:lnTo>
                  <a:lnTo>
                    <a:pt x="347017" y="1034236"/>
                  </a:lnTo>
                  <a:lnTo>
                    <a:pt x="347014" y="1034232"/>
                  </a:lnTo>
                  <a:lnTo>
                    <a:pt x="347004" y="1034225"/>
                  </a:lnTo>
                  <a:lnTo>
                    <a:pt x="346998" y="1034221"/>
                  </a:lnTo>
                  <a:lnTo>
                    <a:pt x="346990" y="1034218"/>
                  </a:lnTo>
                  <a:lnTo>
                    <a:pt x="346981" y="1034217"/>
                  </a:lnTo>
                  <a:lnTo>
                    <a:pt x="346972" y="1034216"/>
                  </a:lnTo>
                  <a:lnTo>
                    <a:pt x="346964" y="1034215"/>
                  </a:lnTo>
                  <a:lnTo>
                    <a:pt x="346946" y="1034214"/>
                  </a:lnTo>
                  <a:lnTo>
                    <a:pt x="346931" y="1034212"/>
                  </a:lnTo>
                  <a:lnTo>
                    <a:pt x="346916" y="1034209"/>
                  </a:lnTo>
                  <a:lnTo>
                    <a:pt x="346907" y="1034206"/>
                  </a:lnTo>
                  <a:lnTo>
                    <a:pt x="346897" y="1034202"/>
                  </a:lnTo>
                  <a:lnTo>
                    <a:pt x="346887" y="1034197"/>
                  </a:lnTo>
                  <a:lnTo>
                    <a:pt x="346871" y="1034186"/>
                  </a:lnTo>
                  <a:lnTo>
                    <a:pt x="346865" y="1034182"/>
                  </a:lnTo>
                  <a:lnTo>
                    <a:pt x="346855" y="1034178"/>
                  </a:lnTo>
                  <a:lnTo>
                    <a:pt x="346848" y="1034176"/>
                  </a:lnTo>
                  <a:lnTo>
                    <a:pt x="346843" y="1034175"/>
                  </a:lnTo>
                  <a:lnTo>
                    <a:pt x="346827" y="1034170"/>
                  </a:lnTo>
                  <a:lnTo>
                    <a:pt x="346820" y="1034167"/>
                  </a:lnTo>
                  <a:lnTo>
                    <a:pt x="346811" y="1034162"/>
                  </a:lnTo>
                  <a:lnTo>
                    <a:pt x="346805" y="1034157"/>
                  </a:lnTo>
                  <a:lnTo>
                    <a:pt x="346795" y="1034149"/>
                  </a:lnTo>
                  <a:lnTo>
                    <a:pt x="346788" y="1034142"/>
                  </a:lnTo>
                  <a:lnTo>
                    <a:pt x="346781" y="1034132"/>
                  </a:lnTo>
                  <a:lnTo>
                    <a:pt x="346775" y="1034124"/>
                  </a:lnTo>
                  <a:lnTo>
                    <a:pt x="346771" y="1034117"/>
                  </a:lnTo>
                  <a:lnTo>
                    <a:pt x="346767" y="1034107"/>
                  </a:lnTo>
                  <a:lnTo>
                    <a:pt x="346762" y="1034094"/>
                  </a:lnTo>
                  <a:lnTo>
                    <a:pt x="346758" y="1034083"/>
                  </a:lnTo>
                  <a:lnTo>
                    <a:pt x="346754" y="1034072"/>
                  </a:lnTo>
                  <a:lnTo>
                    <a:pt x="346750" y="1034060"/>
                  </a:lnTo>
                  <a:lnTo>
                    <a:pt x="346746" y="1034051"/>
                  </a:lnTo>
                  <a:lnTo>
                    <a:pt x="346743" y="1034043"/>
                  </a:lnTo>
                  <a:lnTo>
                    <a:pt x="346734" y="1034028"/>
                  </a:lnTo>
                  <a:lnTo>
                    <a:pt x="346725" y="1034014"/>
                  </a:lnTo>
                  <a:lnTo>
                    <a:pt x="346721" y="1034008"/>
                  </a:lnTo>
                  <a:lnTo>
                    <a:pt x="346713" y="1033995"/>
                  </a:lnTo>
                  <a:lnTo>
                    <a:pt x="346708" y="1033988"/>
                  </a:lnTo>
                  <a:lnTo>
                    <a:pt x="346703" y="1033981"/>
                  </a:lnTo>
                  <a:lnTo>
                    <a:pt x="346697" y="1033974"/>
                  </a:lnTo>
                  <a:lnTo>
                    <a:pt x="346689" y="1033966"/>
                  </a:lnTo>
                  <a:lnTo>
                    <a:pt x="346682" y="1033961"/>
                  </a:lnTo>
                  <a:lnTo>
                    <a:pt x="346667" y="1033953"/>
                  </a:lnTo>
                  <a:lnTo>
                    <a:pt x="346654" y="1033946"/>
                  </a:lnTo>
                  <a:lnTo>
                    <a:pt x="346639" y="1033938"/>
                  </a:lnTo>
                  <a:lnTo>
                    <a:pt x="346634" y="1033935"/>
                  </a:lnTo>
                  <a:lnTo>
                    <a:pt x="346622" y="1033929"/>
                  </a:lnTo>
                  <a:lnTo>
                    <a:pt x="346607" y="1033921"/>
                  </a:lnTo>
                  <a:lnTo>
                    <a:pt x="346588" y="1033911"/>
                  </a:lnTo>
                  <a:lnTo>
                    <a:pt x="346579" y="1033907"/>
                  </a:lnTo>
                  <a:lnTo>
                    <a:pt x="346568" y="1033901"/>
                  </a:lnTo>
                  <a:lnTo>
                    <a:pt x="346560" y="1033899"/>
                  </a:lnTo>
                  <a:lnTo>
                    <a:pt x="346545" y="1033897"/>
                  </a:lnTo>
                  <a:lnTo>
                    <a:pt x="346534" y="1033895"/>
                  </a:lnTo>
                  <a:lnTo>
                    <a:pt x="346526" y="1033893"/>
                  </a:lnTo>
                  <a:lnTo>
                    <a:pt x="346516" y="1033889"/>
                  </a:lnTo>
                  <a:lnTo>
                    <a:pt x="346504" y="1033884"/>
                  </a:lnTo>
                  <a:lnTo>
                    <a:pt x="346495" y="1033879"/>
                  </a:lnTo>
                  <a:lnTo>
                    <a:pt x="346488" y="1033874"/>
                  </a:lnTo>
                  <a:lnTo>
                    <a:pt x="346481" y="1033870"/>
                  </a:lnTo>
                  <a:lnTo>
                    <a:pt x="346470" y="1033859"/>
                  </a:lnTo>
                  <a:lnTo>
                    <a:pt x="346459" y="1033850"/>
                  </a:lnTo>
                  <a:lnTo>
                    <a:pt x="346451" y="1033842"/>
                  </a:lnTo>
                  <a:lnTo>
                    <a:pt x="346448" y="1033839"/>
                  </a:lnTo>
                  <a:lnTo>
                    <a:pt x="346443" y="1033833"/>
                  </a:lnTo>
                  <a:lnTo>
                    <a:pt x="346438" y="1033826"/>
                  </a:lnTo>
                  <a:lnTo>
                    <a:pt x="346434" y="1033818"/>
                  </a:lnTo>
                  <a:lnTo>
                    <a:pt x="346432" y="1033811"/>
                  </a:lnTo>
                  <a:lnTo>
                    <a:pt x="346431" y="1033802"/>
                  </a:lnTo>
                  <a:lnTo>
                    <a:pt x="346431" y="1033786"/>
                  </a:lnTo>
                  <a:lnTo>
                    <a:pt x="346430" y="1033779"/>
                  </a:lnTo>
                  <a:lnTo>
                    <a:pt x="346427" y="1033774"/>
                  </a:lnTo>
                  <a:lnTo>
                    <a:pt x="346422" y="1033768"/>
                  </a:lnTo>
                  <a:lnTo>
                    <a:pt x="346415" y="1033762"/>
                  </a:lnTo>
                  <a:lnTo>
                    <a:pt x="346404" y="1033755"/>
                  </a:lnTo>
                  <a:lnTo>
                    <a:pt x="346392" y="1033749"/>
                  </a:lnTo>
                  <a:lnTo>
                    <a:pt x="346380" y="1033743"/>
                  </a:lnTo>
                  <a:lnTo>
                    <a:pt x="346364" y="1033736"/>
                  </a:lnTo>
                  <a:lnTo>
                    <a:pt x="346350" y="1033728"/>
                  </a:lnTo>
                  <a:lnTo>
                    <a:pt x="346334" y="1033721"/>
                  </a:lnTo>
                  <a:lnTo>
                    <a:pt x="346322" y="1033715"/>
                  </a:lnTo>
                  <a:lnTo>
                    <a:pt x="346316" y="1033710"/>
                  </a:lnTo>
                  <a:lnTo>
                    <a:pt x="346311" y="1033706"/>
                  </a:lnTo>
                  <a:lnTo>
                    <a:pt x="346305" y="1033698"/>
                  </a:lnTo>
                  <a:lnTo>
                    <a:pt x="346296" y="1033687"/>
                  </a:lnTo>
                  <a:lnTo>
                    <a:pt x="346286" y="1033675"/>
                  </a:lnTo>
                  <a:lnTo>
                    <a:pt x="346272" y="1033661"/>
                  </a:lnTo>
                  <a:lnTo>
                    <a:pt x="346255" y="1033647"/>
                  </a:lnTo>
                  <a:lnTo>
                    <a:pt x="346243" y="1033637"/>
                  </a:lnTo>
                  <a:lnTo>
                    <a:pt x="346237" y="1033630"/>
                  </a:lnTo>
                  <a:lnTo>
                    <a:pt x="346232" y="1033623"/>
                  </a:lnTo>
                  <a:lnTo>
                    <a:pt x="346230" y="1033618"/>
                  </a:lnTo>
                  <a:lnTo>
                    <a:pt x="346230" y="1033614"/>
                  </a:lnTo>
                  <a:lnTo>
                    <a:pt x="346231" y="1033609"/>
                  </a:lnTo>
                  <a:lnTo>
                    <a:pt x="346235" y="1033602"/>
                  </a:lnTo>
                  <a:lnTo>
                    <a:pt x="346244" y="1033591"/>
                  </a:lnTo>
                  <a:lnTo>
                    <a:pt x="346253" y="1033579"/>
                  </a:lnTo>
                  <a:lnTo>
                    <a:pt x="346263" y="1033567"/>
                  </a:lnTo>
                  <a:lnTo>
                    <a:pt x="346275" y="1033555"/>
                  </a:lnTo>
                  <a:lnTo>
                    <a:pt x="346285" y="1033545"/>
                  </a:lnTo>
                  <a:lnTo>
                    <a:pt x="346294" y="1033536"/>
                  </a:lnTo>
                  <a:lnTo>
                    <a:pt x="346310" y="1033523"/>
                  </a:lnTo>
                  <a:lnTo>
                    <a:pt x="346320" y="1033513"/>
                  </a:lnTo>
                  <a:lnTo>
                    <a:pt x="346332" y="1033504"/>
                  </a:lnTo>
                  <a:lnTo>
                    <a:pt x="346343" y="1033495"/>
                  </a:lnTo>
                  <a:lnTo>
                    <a:pt x="346350" y="1033488"/>
                  </a:lnTo>
                  <a:lnTo>
                    <a:pt x="346356" y="1033483"/>
                  </a:lnTo>
                  <a:lnTo>
                    <a:pt x="346361" y="1033476"/>
                  </a:lnTo>
                  <a:lnTo>
                    <a:pt x="346364" y="1033471"/>
                  </a:lnTo>
                  <a:lnTo>
                    <a:pt x="346366" y="1033465"/>
                  </a:lnTo>
                  <a:lnTo>
                    <a:pt x="346369" y="1033452"/>
                  </a:lnTo>
                  <a:lnTo>
                    <a:pt x="346373" y="1033437"/>
                  </a:lnTo>
                  <a:lnTo>
                    <a:pt x="346375" y="1033427"/>
                  </a:lnTo>
                  <a:lnTo>
                    <a:pt x="346375" y="1033418"/>
                  </a:lnTo>
                  <a:lnTo>
                    <a:pt x="346373" y="1033406"/>
                  </a:lnTo>
                  <a:lnTo>
                    <a:pt x="346372" y="1033392"/>
                  </a:lnTo>
                  <a:lnTo>
                    <a:pt x="346370" y="1033381"/>
                  </a:lnTo>
                  <a:lnTo>
                    <a:pt x="346368" y="1033370"/>
                  </a:lnTo>
                  <a:lnTo>
                    <a:pt x="346364" y="1033358"/>
                  </a:lnTo>
                  <a:lnTo>
                    <a:pt x="346360" y="1033344"/>
                  </a:lnTo>
                  <a:lnTo>
                    <a:pt x="346354" y="1033330"/>
                  </a:lnTo>
                  <a:lnTo>
                    <a:pt x="346347" y="1033315"/>
                  </a:lnTo>
                  <a:lnTo>
                    <a:pt x="346340" y="1033303"/>
                  </a:lnTo>
                  <a:lnTo>
                    <a:pt x="346331" y="1033284"/>
                  </a:lnTo>
                  <a:lnTo>
                    <a:pt x="346324" y="1033273"/>
                  </a:lnTo>
                  <a:lnTo>
                    <a:pt x="346318" y="1033263"/>
                  </a:lnTo>
                  <a:lnTo>
                    <a:pt x="346314" y="1033257"/>
                  </a:lnTo>
                  <a:lnTo>
                    <a:pt x="346311" y="1033253"/>
                  </a:lnTo>
                  <a:lnTo>
                    <a:pt x="346305" y="1033247"/>
                  </a:lnTo>
                  <a:lnTo>
                    <a:pt x="346295" y="1033237"/>
                  </a:lnTo>
                  <a:lnTo>
                    <a:pt x="346283" y="1033227"/>
                  </a:lnTo>
                  <a:lnTo>
                    <a:pt x="346273" y="1033219"/>
                  </a:lnTo>
                  <a:lnTo>
                    <a:pt x="346259" y="1033209"/>
                  </a:lnTo>
                  <a:lnTo>
                    <a:pt x="346253" y="1033205"/>
                  </a:lnTo>
                  <a:lnTo>
                    <a:pt x="346244" y="1033200"/>
                  </a:lnTo>
                  <a:lnTo>
                    <a:pt x="346227" y="1033189"/>
                  </a:lnTo>
                  <a:lnTo>
                    <a:pt x="346214" y="1033182"/>
                  </a:lnTo>
                  <a:lnTo>
                    <a:pt x="346193" y="1033173"/>
                  </a:lnTo>
                  <a:lnTo>
                    <a:pt x="346166" y="1033164"/>
                  </a:lnTo>
                  <a:lnTo>
                    <a:pt x="346142" y="1033156"/>
                  </a:lnTo>
                  <a:lnTo>
                    <a:pt x="346118" y="1033150"/>
                  </a:lnTo>
                  <a:lnTo>
                    <a:pt x="346100" y="1033145"/>
                  </a:lnTo>
                  <a:lnTo>
                    <a:pt x="346095" y="1033144"/>
                  </a:lnTo>
                  <a:lnTo>
                    <a:pt x="346074" y="1033139"/>
                  </a:lnTo>
                  <a:lnTo>
                    <a:pt x="346062" y="1033136"/>
                  </a:lnTo>
                  <a:lnTo>
                    <a:pt x="346050" y="1033132"/>
                  </a:lnTo>
                  <a:lnTo>
                    <a:pt x="346036" y="1033126"/>
                  </a:lnTo>
                  <a:lnTo>
                    <a:pt x="346032" y="1033125"/>
                  </a:lnTo>
                  <a:lnTo>
                    <a:pt x="346026" y="1033122"/>
                  </a:lnTo>
                  <a:lnTo>
                    <a:pt x="346015" y="1033114"/>
                  </a:lnTo>
                  <a:lnTo>
                    <a:pt x="346002" y="1033105"/>
                  </a:lnTo>
                  <a:lnTo>
                    <a:pt x="345982" y="1033091"/>
                  </a:lnTo>
                  <a:lnTo>
                    <a:pt x="345971" y="1033084"/>
                  </a:lnTo>
                  <a:lnTo>
                    <a:pt x="345960" y="1033076"/>
                  </a:lnTo>
                  <a:lnTo>
                    <a:pt x="345938" y="1033060"/>
                  </a:lnTo>
                  <a:lnTo>
                    <a:pt x="345931" y="1033055"/>
                  </a:lnTo>
                  <a:lnTo>
                    <a:pt x="345928" y="1033053"/>
                  </a:lnTo>
                  <a:lnTo>
                    <a:pt x="345919" y="1033046"/>
                  </a:lnTo>
                  <a:lnTo>
                    <a:pt x="345900" y="1033032"/>
                  </a:lnTo>
                  <a:lnTo>
                    <a:pt x="345897" y="1033029"/>
                  </a:lnTo>
                  <a:lnTo>
                    <a:pt x="345884" y="1033018"/>
                  </a:lnTo>
                  <a:lnTo>
                    <a:pt x="345873" y="1033008"/>
                  </a:lnTo>
                  <a:lnTo>
                    <a:pt x="345864" y="1032998"/>
                  </a:lnTo>
                  <a:lnTo>
                    <a:pt x="345856" y="1032987"/>
                  </a:lnTo>
                  <a:lnTo>
                    <a:pt x="345849" y="1032976"/>
                  </a:lnTo>
                  <a:lnTo>
                    <a:pt x="345844" y="1032965"/>
                  </a:lnTo>
                  <a:lnTo>
                    <a:pt x="345837" y="1032947"/>
                  </a:lnTo>
                  <a:lnTo>
                    <a:pt x="345829" y="1032925"/>
                  </a:lnTo>
                  <a:lnTo>
                    <a:pt x="345826" y="1032914"/>
                  </a:lnTo>
                  <a:lnTo>
                    <a:pt x="345824" y="1032902"/>
                  </a:lnTo>
                  <a:lnTo>
                    <a:pt x="345823" y="1032884"/>
                  </a:lnTo>
                  <a:lnTo>
                    <a:pt x="345818" y="1032884"/>
                  </a:lnTo>
                  <a:lnTo>
                    <a:pt x="345813" y="1032887"/>
                  </a:lnTo>
                  <a:lnTo>
                    <a:pt x="345799" y="1032900"/>
                  </a:lnTo>
                  <a:lnTo>
                    <a:pt x="345786" y="1032913"/>
                  </a:lnTo>
                  <a:lnTo>
                    <a:pt x="345774" y="1032924"/>
                  </a:lnTo>
                  <a:lnTo>
                    <a:pt x="345761" y="1032937"/>
                  </a:lnTo>
                  <a:lnTo>
                    <a:pt x="345746" y="1032947"/>
                  </a:lnTo>
                  <a:lnTo>
                    <a:pt x="345733" y="1032956"/>
                  </a:lnTo>
                  <a:lnTo>
                    <a:pt x="345723" y="1032962"/>
                  </a:lnTo>
                  <a:lnTo>
                    <a:pt x="345713" y="1032965"/>
                  </a:lnTo>
                  <a:lnTo>
                    <a:pt x="345704" y="1032967"/>
                  </a:lnTo>
                  <a:lnTo>
                    <a:pt x="345693" y="1032968"/>
                  </a:lnTo>
                  <a:lnTo>
                    <a:pt x="345675" y="1032967"/>
                  </a:lnTo>
                  <a:lnTo>
                    <a:pt x="345659" y="1032968"/>
                  </a:lnTo>
                  <a:lnTo>
                    <a:pt x="345647" y="1032972"/>
                  </a:lnTo>
                  <a:lnTo>
                    <a:pt x="345633" y="1032979"/>
                  </a:lnTo>
                  <a:lnTo>
                    <a:pt x="345622" y="1032985"/>
                  </a:lnTo>
                  <a:lnTo>
                    <a:pt x="345612" y="1032993"/>
                  </a:lnTo>
                  <a:lnTo>
                    <a:pt x="345603" y="1033001"/>
                  </a:lnTo>
                  <a:lnTo>
                    <a:pt x="345597" y="1033011"/>
                  </a:lnTo>
                  <a:lnTo>
                    <a:pt x="345593" y="1033019"/>
                  </a:lnTo>
                  <a:lnTo>
                    <a:pt x="345592" y="1033024"/>
                  </a:lnTo>
                  <a:lnTo>
                    <a:pt x="345590" y="1033029"/>
                  </a:lnTo>
                  <a:lnTo>
                    <a:pt x="345589" y="1033037"/>
                  </a:lnTo>
                  <a:lnTo>
                    <a:pt x="345589" y="1033053"/>
                  </a:lnTo>
                  <a:lnTo>
                    <a:pt x="345589" y="1033075"/>
                  </a:lnTo>
                  <a:lnTo>
                    <a:pt x="345588" y="1033087"/>
                  </a:lnTo>
                  <a:lnTo>
                    <a:pt x="345587" y="1033095"/>
                  </a:lnTo>
                  <a:lnTo>
                    <a:pt x="345585" y="1033101"/>
                  </a:lnTo>
                  <a:lnTo>
                    <a:pt x="345580" y="1033108"/>
                  </a:lnTo>
                  <a:lnTo>
                    <a:pt x="345573" y="1033115"/>
                  </a:lnTo>
                  <a:lnTo>
                    <a:pt x="345565" y="1033123"/>
                  </a:lnTo>
                  <a:lnTo>
                    <a:pt x="345556" y="1033129"/>
                  </a:lnTo>
                  <a:lnTo>
                    <a:pt x="345552" y="1033117"/>
                  </a:lnTo>
                  <a:lnTo>
                    <a:pt x="345549" y="1033106"/>
                  </a:lnTo>
                  <a:lnTo>
                    <a:pt x="345548" y="1033101"/>
                  </a:lnTo>
                  <a:lnTo>
                    <a:pt x="345545" y="1033096"/>
                  </a:lnTo>
                  <a:lnTo>
                    <a:pt x="345537" y="1033087"/>
                  </a:lnTo>
                  <a:lnTo>
                    <a:pt x="345532" y="1033082"/>
                  </a:lnTo>
                  <a:lnTo>
                    <a:pt x="345528" y="1033077"/>
                  </a:lnTo>
                  <a:lnTo>
                    <a:pt x="345516" y="1033062"/>
                  </a:lnTo>
                  <a:lnTo>
                    <a:pt x="345508" y="1033050"/>
                  </a:lnTo>
                  <a:lnTo>
                    <a:pt x="345505" y="1033043"/>
                  </a:lnTo>
                  <a:lnTo>
                    <a:pt x="345500" y="1033028"/>
                  </a:lnTo>
                  <a:lnTo>
                    <a:pt x="345495" y="1033017"/>
                  </a:lnTo>
                  <a:lnTo>
                    <a:pt x="345490" y="1033005"/>
                  </a:lnTo>
                  <a:lnTo>
                    <a:pt x="345484" y="1032999"/>
                  </a:lnTo>
                  <a:lnTo>
                    <a:pt x="345480" y="1032994"/>
                  </a:lnTo>
                  <a:lnTo>
                    <a:pt x="345474" y="1032989"/>
                  </a:lnTo>
                  <a:lnTo>
                    <a:pt x="345468" y="1032985"/>
                  </a:lnTo>
                  <a:lnTo>
                    <a:pt x="345454" y="1032982"/>
                  </a:lnTo>
                  <a:lnTo>
                    <a:pt x="345430" y="1032975"/>
                  </a:lnTo>
                  <a:lnTo>
                    <a:pt x="345407" y="1032969"/>
                  </a:lnTo>
                  <a:lnTo>
                    <a:pt x="345397" y="1032967"/>
                  </a:lnTo>
                  <a:lnTo>
                    <a:pt x="345390" y="1032964"/>
                  </a:lnTo>
                  <a:lnTo>
                    <a:pt x="345384" y="1032960"/>
                  </a:lnTo>
                  <a:lnTo>
                    <a:pt x="345376" y="1032953"/>
                  </a:lnTo>
                  <a:lnTo>
                    <a:pt x="345366" y="1032943"/>
                  </a:lnTo>
                  <a:lnTo>
                    <a:pt x="345362" y="1032940"/>
                  </a:lnTo>
                  <a:lnTo>
                    <a:pt x="345353" y="1032935"/>
                  </a:lnTo>
                  <a:lnTo>
                    <a:pt x="345335" y="1032929"/>
                  </a:lnTo>
                  <a:lnTo>
                    <a:pt x="345313" y="1032920"/>
                  </a:lnTo>
                  <a:lnTo>
                    <a:pt x="345289" y="1032912"/>
                  </a:lnTo>
                  <a:lnTo>
                    <a:pt x="345266" y="1032905"/>
                  </a:lnTo>
                  <a:lnTo>
                    <a:pt x="345259" y="1032903"/>
                  </a:lnTo>
                  <a:lnTo>
                    <a:pt x="345248" y="1032899"/>
                  </a:lnTo>
                  <a:lnTo>
                    <a:pt x="345230" y="1032892"/>
                  </a:lnTo>
                  <a:lnTo>
                    <a:pt x="345217" y="1032887"/>
                  </a:lnTo>
                  <a:lnTo>
                    <a:pt x="345203" y="1032880"/>
                  </a:lnTo>
                  <a:lnTo>
                    <a:pt x="345189" y="1032872"/>
                  </a:lnTo>
                  <a:lnTo>
                    <a:pt x="345178" y="1032865"/>
                  </a:lnTo>
                  <a:lnTo>
                    <a:pt x="345173" y="1032861"/>
                  </a:lnTo>
                  <a:lnTo>
                    <a:pt x="345169" y="1032859"/>
                  </a:lnTo>
                  <a:lnTo>
                    <a:pt x="345163" y="1032854"/>
                  </a:lnTo>
                  <a:lnTo>
                    <a:pt x="345158" y="1032849"/>
                  </a:lnTo>
                  <a:lnTo>
                    <a:pt x="345152" y="1032843"/>
                  </a:lnTo>
                  <a:lnTo>
                    <a:pt x="345145" y="1032834"/>
                  </a:lnTo>
                  <a:lnTo>
                    <a:pt x="345136" y="1032821"/>
                  </a:lnTo>
                  <a:lnTo>
                    <a:pt x="345131" y="1032813"/>
                  </a:lnTo>
                  <a:lnTo>
                    <a:pt x="345124" y="1032802"/>
                  </a:lnTo>
                  <a:lnTo>
                    <a:pt x="345116" y="1032794"/>
                  </a:lnTo>
                  <a:lnTo>
                    <a:pt x="345105" y="1032784"/>
                  </a:lnTo>
                  <a:lnTo>
                    <a:pt x="345095" y="1032775"/>
                  </a:lnTo>
                  <a:lnTo>
                    <a:pt x="345081" y="1032764"/>
                  </a:lnTo>
                  <a:lnTo>
                    <a:pt x="345060" y="1032750"/>
                  </a:lnTo>
                  <a:lnTo>
                    <a:pt x="345045" y="1032738"/>
                  </a:lnTo>
                  <a:lnTo>
                    <a:pt x="345033" y="1032727"/>
                  </a:lnTo>
                  <a:lnTo>
                    <a:pt x="345024" y="1032719"/>
                  </a:lnTo>
                  <a:lnTo>
                    <a:pt x="345015" y="1032709"/>
                  </a:lnTo>
                  <a:lnTo>
                    <a:pt x="345006" y="1032698"/>
                  </a:lnTo>
                  <a:lnTo>
                    <a:pt x="344999" y="1032686"/>
                  </a:lnTo>
                  <a:lnTo>
                    <a:pt x="344995" y="1032681"/>
                  </a:lnTo>
                  <a:lnTo>
                    <a:pt x="344993" y="1032677"/>
                  </a:lnTo>
                  <a:lnTo>
                    <a:pt x="344987" y="1032668"/>
                  </a:lnTo>
                  <a:lnTo>
                    <a:pt x="344982" y="1032661"/>
                  </a:lnTo>
                  <a:lnTo>
                    <a:pt x="344971" y="1032651"/>
                  </a:lnTo>
                  <a:lnTo>
                    <a:pt x="344962" y="1032644"/>
                  </a:lnTo>
                  <a:lnTo>
                    <a:pt x="344953" y="1032639"/>
                  </a:lnTo>
                  <a:lnTo>
                    <a:pt x="344942" y="1032634"/>
                  </a:lnTo>
                  <a:lnTo>
                    <a:pt x="344932" y="1032631"/>
                  </a:lnTo>
                  <a:lnTo>
                    <a:pt x="344921" y="1032629"/>
                  </a:lnTo>
                  <a:lnTo>
                    <a:pt x="344909" y="1032628"/>
                  </a:lnTo>
                  <a:lnTo>
                    <a:pt x="344888" y="1032630"/>
                  </a:lnTo>
                  <a:lnTo>
                    <a:pt x="344861" y="1032635"/>
                  </a:lnTo>
                  <a:lnTo>
                    <a:pt x="344855" y="1032636"/>
                  </a:lnTo>
                  <a:lnTo>
                    <a:pt x="344832" y="1032637"/>
                  </a:lnTo>
                  <a:lnTo>
                    <a:pt x="344818" y="1032637"/>
                  </a:lnTo>
                  <a:lnTo>
                    <a:pt x="344806" y="1032635"/>
                  </a:lnTo>
                  <a:lnTo>
                    <a:pt x="344797" y="1032632"/>
                  </a:lnTo>
                  <a:lnTo>
                    <a:pt x="344786" y="1032625"/>
                  </a:lnTo>
                  <a:lnTo>
                    <a:pt x="344774" y="1032617"/>
                  </a:lnTo>
                  <a:lnTo>
                    <a:pt x="344765" y="1032608"/>
                  </a:lnTo>
                  <a:lnTo>
                    <a:pt x="344757" y="1032597"/>
                  </a:lnTo>
                  <a:lnTo>
                    <a:pt x="344751" y="1032584"/>
                  </a:lnTo>
                  <a:lnTo>
                    <a:pt x="344746" y="1032574"/>
                  </a:lnTo>
                  <a:lnTo>
                    <a:pt x="344737" y="1032556"/>
                  </a:lnTo>
                  <a:lnTo>
                    <a:pt x="344735" y="1032551"/>
                  </a:lnTo>
                  <a:lnTo>
                    <a:pt x="344729" y="1032544"/>
                  </a:lnTo>
                  <a:lnTo>
                    <a:pt x="344722" y="1032551"/>
                  </a:lnTo>
                  <a:lnTo>
                    <a:pt x="344717" y="1032556"/>
                  </a:lnTo>
                  <a:lnTo>
                    <a:pt x="344710" y="1032561"/>
                  </a:lnTo>
                  <a:lnTo>
                    <a:pt x="344706" y="1032563"/>
                  </a:lnTo>
                  <a:lnTo>
                    <a:pt x="344702" y="1032565"/>
                  </a:lnTo>
                  <a:lnTo>
                    <a:pt x="344691" y="1032569"/>
                  </a:lnTo>
                  <a:lnTo>
                    <a:pt x="344681" y="1032571"/>
                  </a:lnTo>
                  <a:lnTo>
                    <a:pt x="344676" y="1032572"/>
                  </a:lnTo>
                  <a:lnTo>
                    <a:pt x="344667" y="1032571"/>
                  </a:lnTo>
                  <a:lnTo>
                    <a:pt x="344658" y="1032568"/>
                  </a:lnTo>
                  <a:lnTo>
                    <a:pt x="344646" y="1032562"/>
                  </a:lnTo>
                  <a:lnTo>
                    <a:pt x="344632" y="1032553"/>
                  </a:lnTo>
                  <a:lnTo>
                    <a:pt x="344616" y="1032542"/>
                  </a:lnTo>
                  <a:lnTo>
                    <a:pt x="344598" y="1032530"/>
                  </a:lnTo>
                  <a:lnTo>
                    <a:pt x="344585" y="1032522"/>
                  </a:lnTo>
                  <a:lnTo>
                    <a:pt x="344577" y="1032519"/>
                  </a:lnTo>
                  <a:lnTo>
                    <a:pt x="344569" y="1032516"/>
                  </a:lnTo>
                  <a:lnTo>
                    <a:pt x="344558" y="1032515"/>
                  </a:lnTo>
                  <a:lnTo>
                    <a:pt x="344549" y="1032514"/>
                  </a:lnTo>
                  <a:lnTo>
                    <a:pt x="344545" y="1032512"/>
                  </a:lnTo>
                  <a:lnTo>
                    <a:pt x="344542" y="1032507"/>
                  </a:lnTo>
                  <a:lnTo>
                    <a:pt x="344539" y="1032497"/>
                  </a:lnTo>
                  <a:lnTo>
                    <a:pt x="344538" y="1032484"/>
                  </a:lnTo>
                  <a:lnTo>
                    <a:pt x="344536" y="1032475"/>
                  </a:lnTo>
                  <a:lnTo>
                    <a:pt x="344532" y="1032466"/>
                  </a:lnTo>
                  <a:lnTo>
                    <a:pt x="344528" y="1032458"/>
                  </a:lnTo>
                  <a:lnTo>
                    <a:pt x="344525" y="1032454"/>
                  </a:lnTo>
                  <a:lnTo>
                    <a:pt x="344519" y="1032449"/>
                  </a:lnTo>
                  <a:lnTo>
                    <a:pt x="344509" y="1032442"/>
                  </a:lnTo>
                  <a:lnTo>
                    <a:pt x="344504" y="1032439"/>
                  </a:lnTo>
                  <a:lnTo>
                    <a:pt x="344499" y="1032435"/>
                  </a:lnTo>
                  <a:lnTo>
                    <a:pt x="344492" y="1032427"/>
                  </a:lnTo>
                  <a:lnTo>
                    <a:pt x="344489" y="1032422"/>
                  </a:lnTo>
                  <a:lnTo>
                    <a:pt x="344486" y="1032414"/>
                  </a:lnTo>
                  <a:lnTo>
                    <a:pt x="344483" y="1032405"/>
                  </a:lnTo>
                  <a:lnTo>
                    <a:pt x="344480" y="1032399"/>
                  </a:lnTo>
                  <a:lnTo>
                    <a:pt x="344476" y="1032395"/>
                  </a:lnTo>
                  <a:lnTo>
                    <a:pt x="344472" y="1032391"/>
                  </a:lnTo>
                  <a:lnTo>
                    <a:pt x="344466" y="1032386"/>
                  </a:lnTo>
                  <a:lnTo>
                    <a:pt x="344455" y="1032381"/>
                  </a:lnTo>
                  <a:lnTo>
                    <a:pt x="344446" y="1032378"/>
                  </a:lnTo>
                  <a:lnTo>
                    <a:pt x="344425" y="1032376"/>
                  </a:lnTo>
                  <a:lnTo>
                    <a:pt x="344417" y="1032375"/>
                  </a:lnTo>
                  <a:lnTo>
                    <a:pt x="344410" y="1032373"/>
                  </a:lnTo>
                  <a:lnTo>
                    <a:pt x="344404" y="1032370"/>
                  </a:lnTo>
                  <a:lnTo>
                    <a:pt x="344396" y="1032364"/>
                  </a:lnTo>
                  <a:lnTo>
                    <a:pt x="344392" y="1032361"/>
                  </a:lnTo>
                  <a:lnTo>
                    <a:pt x="344379" y="1032349"/>
                  </a:lnTo>
                  <a:lnTo>
                    <a:pt x="344363" y="1032335"/>
                  </a:lnTo>
                  <a:lnTo>
                    <a:pt x="344353" y="1032324"/>
                  </a:lnTo>
                  <a:lnTo>
                    <a:pt x="344342" y="1032312"/>
                  </a:lnTo>
                  <a:lnTo>
                    <a:pt x="344332" y="1032299"/>
                  </a:lnTo>
                  <a:lnTo>
                    <a:pt x="344320" y="1032285"/>
                  </a:lnTo>
                  <a:lnTo>
                    <a:pt x="344313" y="1032275"/>
                  </a:lnTo>
                  <a:lnTo>
                    <a:pt x="344310" y="1032269"/>
                  </a:lnTo>
                  <a:lnTo>
                    <a:pt x="344305" y="1032259"/>
                  </a:lnTo>
                  <a:lnTo>
                    <a:pt x="344298" y="1032245"/>
                  </a:lnTo>
                  <a:lnTo>
                    <a:pt x="344292" y="1032233"/>
                  </a:lnTo>
                  <a:lnTo>
                    <a:pt x="344284" y="1032217"/>
                  </a:lnTo>
                  <a:lnTo>
                    <a:pt x="344278" y="1032207"/>
                  </a:lnTo>
                  <a:lnTo>
                    <a:pt x="344274" y="1032199"/>
                  </a:lnTo>
                  <a:lnTo>
                    <a:pt x="344269" y="1032192"/>
                  </a:lnTo>
                  <a:lnTo>
                    <a:pt x="344264" y="1032184"/>
                  </a:lnTo>
                  <a:lnTo>
                    <a:pt x="344257" y="1032175"/>
                  </a:lnTo>
                  <a:lnTo>
                    <a:pt x="344246" y="1032164"/>
                  </a:lnTo>
                  <a:lnTo>
                    <a:pt x="344241" y="1032158"/>
                  </a:lnTo>
                  <a:lnTo>
                    <a:pt x="344236" y="1032151"/>
                  </a:lnTo>
                  <a:lnTo>
                    <a:pt x="344230" y="1032143"/>
                  </a:lnTo>
                  <a:lnTo>
                    <a:pt x="344225" y="1032132"/>
                  </a:lnTo>
                  <a:lnTo>
                    <a:pt x="344222" y="1032118"/>
                  </a:lnTo>
                  <a:lnTo>
                    <a:pt x="344219" y="1032106"/>
                  </a:lnTo>
                  <a:lnTo>
                    <a:pt x="344218" y="1032099"/>
                  </a:lnTo>
                  <a:lnTo>
                    <a:pt x="344217" y="1032086"/>
                  </a:lnTo>
                  <a:lnTo>
                    <a:pt x="344214" y="1032075"/>
                  </a:lnTo>
                  <a:lnTo>
                    <a:pt x="344211" y="1032059"/>
                  </a:lnTo>
                  <a:lnTo>
                    <a:pt x="344210" y="1032050"/>
                  </a:lnTo>
                  <a:lnTo>
                    <a:pt x="344209" y="1032036"/>
                  </a:lnTo>
                  <a:lnTo>
                    <a:pt x="344208" y="1032011"/>
                  </a:lnTo>
                  <a:lnTo>
                    <a:pt x="344206" y="1031987"/>
                  </a:lnTo>
                  <a:lnTo>
                    <a:pt x="344204" y="1031976"/>
                  </a:lnTo>
                  <a:lnTo>
                    <a:pt x="344200" y="1031956"/>
                  </a:lnTo>
                  <a:lnTo>
                    <a:pt x="344194" y="1031939"/>
                  </a:lnTo>
                  <a:lnTo>
                    <a:pt x="344190" y="1031927"/>
                  </a:lnTo>
                  <a:lnTo>
                    <a:pt x="344186" y="1031922"/>
                  </a:lnTo>
                  <a:lnTo>
                    <a:pt x="344182" y="1031919"/>
                  </a:lnTo>
                  <a:lnTo>
                    <a:pt x="344173" y="1031914"/>
                  </a:lnTo>
                  <a:lnTo>
                    <a:pt x="344162" y="1031911"/>
                  </a:lnTo>
                  <a:lnTo>
                    <a:pt x="344155" y="1031910"/>
                  </a:lnTo>
                  <a:lnTo>
                    <a:pt x="344133" y="1031910"/>
                  </a:lnTo>
                  <a:lnTo>
                    <a:pt x="344120" y="1031909"/>
                  </a:lnTo>
                  <a:lnTo>
                    <a:pt x="344110" y="1031908"/>
                  </a:lnTo>
                  <a:lnTo>
                    <a:pt x="344099" y="1031905"/>
                  </a:lnTo>
                  <a:lnTo>
                    <a:pt x="344087" y="1031901"/>
                  </a:lnTo>
                  <a:lnTo>
                    <a:pt x="344078" y="1031896"/>
                  </a:lnTo>
                  <a:lnTo>
                    <a:pt x="344072" y="1031891"/>
                  </a:lnTo>
                  <a:lnTo>
                    <a:pt x="344062" y="1031883"/>
                  </a:lnTo>
                  <a:lnTo>
                    <a:pt x="344046" y="1031870"/>
                  </a:lnTo>
                  <a:lnTo>
                    <a:pt x="344032" y="1031856"/>
                  </a:lnTo>
                  <a:lnTo>
                    <a:pt x="344029" y="1031853"/>
                  </a:lnTo>
                  <a:lnTo>
                    <a:pt x="344023" y="1031847"/>
                  </a:lnTo>
                  <a:lnTo>
                    <a:pt x="344011" y="1031833"/>
                  </a:lnTo>
                  <a:lnTo>
                    <a:pt x="343996" y="1031815"/>
                  </a:lnTo>
                  <a:lnTo>
                    <a:pt x="343976" y="1031789"/>
                  </a:lnTo>
                  <a:lnTo>
                    <a:pt x="343963" y="1031772"/>
                  </a:lnTo>
                  <a:lnTo>
                    <a:pt x="343954" y="1031761"/>
                  </a:lnTo>
                  <a:lnTo>
                    <a:pt x="343947" y="1031749"/>
                  </a:lnTo>
                  <a:lnTo>
                    <a:pt x="343941" y="1031742"/>
                  </a:lnTo>
                  <a:lnTo>
                    <a:pt x="343933" y="1031735"/>
                  </a:lnTo>
                  <a:lnTo>
                    <a:pt x="343923" y="1031730"/>
                  </a:lnTo>
                  <a:lnTo>
                    <a:pt x="343905" y="1031721"/>
                  </a:lnTo>
                  <a:lnTo>
                    <a:pt x="343885" y="1031712"/>
                  </a:lnTo>
                  <a:lnTo>
                    <a:pt x="343859" y="1031701"/>
                  </a:lnTo>
                  <a:lnTo>
                    <a:pt x="343843" y="1031697"/>
                  </a:lnTo>
                  <a:lnTo>
                    <a:pt x="343822" y="1031691"/>
                  </a:lnTo>
                  <a:lnTo>
                    <a:pt x="343808" y="1031685"/>
                  </a:lnTo>
                  <a:lnTo>
                    <a:pt x="343787" y="1031675"/>
                  </a:lnTo>
                  <a:lnTo>
                    <a:pt x="343769" y="1031666"/>
                  </a:lnTo>
                  <a:lnTo>
                    <a:pt x="343749" y="1031655"/>
                  </a:lnTo>
                  <a:lnTo>
                    <a:pt x="343745" y="1031653"/>
                  </a:lnTo>
                  <a:lnTo>
                    <a:pt x="343733" y="1031645"/>
                  </a:lnTo>
                  <a:lnTo>
                    <a:pt x="343722" y="1031636"/>
                  </a:lnTo>
                  <a:lnTo>
                    <a:pt x="343712" y="1031627"/>
                  </a:lnTo>
                  <a:lnTo>
                    <a:pt x="343707" y="1031619"/>
                  </a:lnTo>
                  <a:lnTo>
                    <a:pt x="343702" y="1031610"/>
                  </a:lnTo>
                  <a:lnTo>
                    <a:pt x="343696" y="1031598"/>
                  </a:lnTo>
                  <a:lnTo>
                    <a:pt x="343690" y="1031582"/>
                  </a:lnTo>
                  <a:lnTo>
                    <a:pt x="343683" y="1031564"/>
                  </a:lnTo>
                  <a:lnTo>
                    <a:pt x="343677" y="1031544"/>
                  </a:lnTo>
                  <a:lnTo>
                    <a:pt x="343673" y="1031530"/>
                  </a:lnTo>
                  <a:lnTo>
                    <a:pt x="343667" y="1031515"/>
                  </a:lnTo>
                  <a:lnTo>
                    <a:pt x="343658" y="1031495"/>
                  </a:lnTo>
                  <a:lnTo>
                    <a:pt x="343647" y="1031472"/>
                  </a:lnTo>
                  <a:lnTo>
                    <a:pt x="343637" y="1031449"/>
                  </a:lnTo>
                  <a:lnTo>
                    <a:pt x="343629" y="1031443"/>
                  </a:lnTo>
                  <a:lnTo>
                    <a:pt x="343625" y="1031442"/>
                  </a:lnTo>
                  <a:lnTo>
                    <a:pt x="343610" y="1031439"/>
                  </a:lnTo>
                  <a:lnTo>
                    <a:pt x="343601" y="1031436"/>
                  </a:lnTo>
                  <a:lnTo>
                    <a:pt x="343589" y="1031430"/>
                  </a:lnTo>
                  <a:lnTo>
                    <a:pt x="343575" y="1031420"/>
                  </a:lnTo>
                  <a:lnTo>
                    <a:pt x="343562" y="1031412"/>
                  </a:lnTo>
                  <a:lnTo>
                    <a:pt x="343556" y="1031410"/>
                  </a:lnTo>
                  <a:lnTo>
                    <a:pt x="343549" y="1031410"/>
                  </a:lnTo>
                  <a:lnTo>
                    <a:pt x="343540" y="1031413"/>
                  </a:lnTo>
                  <a:lnTo>
                    <a:pt x="343529" y="1031418"/>
                  </a:lnTo>
                  <a:lnTo>
                    <a:pt x="343509" y="1031431"/>
                  </a:lnTo>
                  <a:lnTo>
                    <a:pt x="343492" y="1031443"/>
                  </a:lnTo>
                  <a:lnTo>
                    <a:pt x="343488" y="1031445"/>
                  </a:lnTo>
                  <a:lnTo>
                    <a:pt x="343483" y="1031448"/>
                  </a:lnTo>
                  <a:lnTo>
                    <a:pt x="343476" y="1031449"/>
                  </a:lnTo>
                  <a:lnTo>
                    <a:pt x="343470" y="1031446"/>
                  </a:lnTo>
                  <a:lnTo>
                    <a:pt x="343468" y="1031443"/>
                  </a:lnTo>
                  <a:lnTo>
                    <a:pt x="343465" y="1031435"/>
                  </a:lnTo>
                  <a:lnTo>
                    <a:pt x="343463" y="1031413"/>
                  </a:lnTo>
                  <a:lnTo>
                    <a:pt x="343461" y="1031403"/>
                  </a:lnTo>
                  <a:lnTo>
                    <a:pt x="343455" y="1031395"/>
                  </a:lnTo>
                  <a:lnTo>
                    <a:pt x="343448" y="1031388"/>
                  </a:lnTo>
                  <a:lnTo>
                    <a:pt x="343431" y="1031377"/>
                  </a:lnTo>
                  <a:lnTo>
                    <a:pt x="343411" y="1031364"/>
                  </a:lnTo>
                  <a:lnTo>
                    <a:pt x="343402" y="1031357"/>
                  </a:lnTo>
                  <a:lnTo>
                    <a:pt x="343397" y="1031352"/>
                  </a:lnTo>
                  <a:lnTo>
                    <a:pt x="343394" y="1031345"/>
                  </a:lnTo>
                  <a:lnTo>
                    <a:pt x="343390" y="1031333"/>
                  </a:lnTo>
                  <a:lnTo>
                    <a:pt x="343389" y="1031317"/>
                  </a:lnTo>
                  <a:lnTo>
                    <a:pt x="343387" y="1031302"/>
                  </a:lnTo>
                  <a:lnTo>
                    <a:pt x="343385" y="1031296"/>
                  </a:lnTo>
                  <a:lnTo>
                    <a:pt x="343380" y="1031280"/>
                  </a:lnTo>
                  <a:lnTo>
                    <a:pt x="343375" y="1031267"/>
                  </a:lnTo>
                  <a:lnTo>
                    <a:pt x="343367" y="1031254"/>
                  </a:lnTo>
                  <a:lnTo>
                    <a:pt x="343358" y="1031237"/>
                  </a:lnTo>
                  <a:lnTo>
                    <a:pt x="343347" y="1031223"/>
                  </a:lnTo>
                  <a:lnTo>
                    <a:pt x="343340" y="1031212"/>
                  </a:lnTo>
                  <a:lnTo>
                    <a:pt x="343333" y="1031201"/>
                  </a:lnTo>
                  <a:lnTo>
                    <a:pt x="343327" y="1031188"/>
                  </a:lnTo>
                  <a:lnTo>
                    <a:pt x="343321" y="1031176"/>
                  </a:lnTo>
                  <a:lnTo>
                    <a:pt x="343316" y="1031165"/>
                  </a:lnTo>
                  <a:lnTo>
                    <a:pt x="343309" y="1031152"/>
                  </a:lnTo>
                  <a:lnTo>
                    <a:pt x="343301" y="1031138"/>
                  </a:lnTo>
                  <a:lnTo>
                    <a:pt x="343292" y="1031126"/>
                  </a:lnTo>
                  <a:lnTo>
                    <a:pt x="343283" y="1031116"/>
                  </a:lnTo>
                  <a:lnTo>
                    <a:pt x="343269" y="1031105"/>
                  </a:lnTo>
                  <a:lnTo>
                    <a:pt x="343256" y="1031094"/>
                  </a:lnTo>
                  <a:lnTo>
                    <a:pt x="343240" y="1031084"/>
                  </a:lnTo>
                  <a:lnTo>
                    <a:pt x="343227" y="1031075"/>
                  </a:lnTo>
                  <a:lnTo>
                    <a:pt x="343212" y="1031068"/>
                  </a:lnTo>
                  <a:lnTo>
                    <a:pt x="343195" y="1031061"/>
                  </a:lnTo>
                  <a:lnTo>
                    <a:pt x="343175" y="1031054"/>
                  </a:lnTo>
                  <a:lnTo>
                    <a:pt x="343158" y="1031048"/>
                  </a:lnTo>
                  <a:lnTo>
                    <a:pt x="343141" y="1031044"/>
                  </a:lnTo>
                  <a:lnTo>
                    <a:pt x="343121" y="1031039"/>
                  </a:lnTo>
                  <a:lnTo>
                    <a:pt x="343111" y="1031037"/>
                  </a:lnTo>
                  <a:lnTo>
                    <a:pt x="343101" y="1031036"/>
                  </a:lnTo>
                  <a:lnTo>
                    <a:pt x="343093" y="1031037"/>
                  </a:lnTo>
                  <a:lnTo>
                    <a:pt x="343078" y="1031041"/>
                  </a:lnTo>
                  <a:lnTo>
                    <a:pt x="343062" y="1031046"/>
                  </a:lnTo>
                  <a:lnTo>
                    <a:pt x="343046" y="1031053"/>
                  </a:lnTo>
                  <a:lnTo>
                    <a:pt x="343029" y="1031062"/>
                  </a:lnTo>
                  <a:lnTo>
                    <a:pt x="343017" y="1031068"/>
                  </a:lnTo>
                  <a:lnTo>
                    <a:pt x="342993" y="1031083"/>
                  </a:lnTo>
                  <a:lnTo>
                    <a:pt x="342979" y="1031095"/>
                  </a:lnTo>
                  <a:lnTo>
                    <a:pt x="342967" y="1031106"/>
                  </a:lnTo>
                  <a:lnTo>
                    <a:pt x="342956" y="1031118"/>
                  </a:lnTo>
                  <a:lnTo>
                    <a:pt x="342937" y="1031140"/>
                  </a:lnTo>
                  <a:lnTo>
                    <a:pt x="342919" y="1031159"/>
                  </a:lnTo>
                  <a:lnTo>
                    <a:pt x="342905" y="1031176"/>
                  </a:lnTo>
                  <a:lnTo>
                    <a:pt x="342893" y="1031192"/>
                  </a:lnTo>
                  <a:lnTo>
                    <a:pt x="342882" y="1031207"/>
                  </a:lnTo>
                  <a:lnTo>
                    <a:pt x="342879" y="1031211"/>
                  </a:lnTo>
                  <a:lnTo>
                    <a:pt x="342874" y="1031211"/>
                  </a:lnTo>
                  <a:lnTo>
                    <a:pt x="342855" y="1031197"/>
                  </a:lnTo>
                  <a:lnTo>
                    <a:pt x="342834" y="1031182"/>
                  </a:lnTo>
                  <a:lnTo>
                    <a:pt x="342818" y="1031171"/>
                  </a:lnTo>
                  <a:lnTo>
                    <a:pt x="342793" y="1031154"/>
                  </a:lnTo>
                  <a:lnTo>
                    <a:pt x="342776" y="1031142"/>
                  </a:lnTo>
                  <a:lnTo>
                    <a:pt x="342765" y="1031131"/>
                  </a:lnTo>
                  <a:lnTo>
                    <a:pt x="342757" y="1031123"/>
                  </a:lnTo>
                  <a:lnTo>
                    <a:pt x="342752" y="1031117"/>
                  </a:lnTo>
                  <a:lnTo>
                    <a:pt x="342749" y="1031111"/>
                  </a:lnTo>
                  <a:lnTo>
                    <a:pt x="342745" y="1031102"/>
                  </a:lnTo>
                  <a:lnTo>
                    <a:pt x="342741" y="1031091"/>
                  </a:lnTo>
                  <a:lnTo>
                    <a:pt x="342738" y="1031076"/>
                  </a:lnTo>
                  <a:lnTo>
                    <a:pt x="342734" y="1031061"/>
                  </a:lnTo>
                  <a:lnTo>
                    <a:pt x="342727" y="1031036"/>
                  </a:lnTo>
                  <a:lnTo>
                    <a:pt x="342721" y="1031014"/>
                  </a:lnTo>
                  <a:lnTo>
                    <a:pt x="342714" y="1030992"/>
                  </a:lnTo>
                  <a:lnTo>
                    <a:pt x="342708" y="1030976"/>
                  </a:lnTo>
                  <a:lnTo>
                    <a:pt x="342701" y="1030958"/>
                  </a:lnTo>
                  <a:lnTo>
                    <a:pt x="342693" y="1030941"/>
                  </a:lnTo>
                  <a:lnTo>
                    <a:pt x="342687" y="1030931"/>
                  </a:lnTo>
                  <a:lnTo>
                    <a:pt x="342681" y="1030923"/>
                  </a:lnTo>
                  <a:lnTo>
                    <a:pt x="342676" y="1030918"/>
                  </a:lnTo>
                  <a:lnTo>
                    <a:pt x="342671" y="1030916"/>
                  </a:lnTo>
                  <a:lnTo>
                    <a:pt x="342663" y="1030915"/>
                  </a:lnTo>
                  <a:lnTo>
                    <a:pt x="342650" y="1030914"/>
                  </a:lnTo>
                  <a:lnTo>
                    <a:pt x="342620" y="1030913"/>
                  </a:lnTo>
                  <a:lnTo>
                    <a:pt x="342613" y="1030913"/>
                  </a:lnTo>
                  <a:lnTo>
                    <a:pt x="342592" y="1030913"/>
                  </a:lnTo>
                  <a:lnTo>
                    <a:pt x="342571" y="1030913"/>
                  </a:lnTo>
                  <a:lnTo>
                    <a:pt x="342552" y="1030915"/>
                  </a:lnTo>
                  <a:lnTo>
                    <a:pt x="342530" y="1030920"/>
                  </a:lnTo>
                  <a:lnTo>
                    <a:pt x="342499" y="1030928"/>
                  </a:lnTo>
                  <a:lnTo>
                    <a:pt x="342492" y="1030930"/>
                  </a:lnTo>
                  <a:lnTo>
                    <a:pt x="342480" y="1030933"/>
                  </a:lnTo>
                  <a:lnTo>
                    <a:pt x="342474" y="1030935"/>
                  </a:lnTo>
                  <a:lnTo>
                    <a:pt x="342460" y="1030939"/>
                  </a:lnTo>
                  <a:lnTo>
                    <a:pt x="342451" y="1030943"/>
                  </a:lnTo>
                  <a:lnTo>
                    <a:pt x="342444" y="1030949"/>
                  </a:lnTo>
                  <a:lnTo>
                    <a:pt x="342441" y="1030958"/>
                  </a:lnTo>
                  <a:lnTo>
                    <a:pt x="342439" y="1030968"/>
                  </a:lnTo>
                  <a:lnTo>
                    <a:pt x="342437" y="1030987"/>
                  </a:lnTo>
                  <a:lnTo>
                    <a:pt x="342436" y="1030996"/>
                  </a:lnTo>
                  <a:lnTo>
                    <a:pt x="342435" y="1031003"/>
                  </a:lnTo>
                  <a:lnTo>
                    <a:pt x="342433" y="1031018"/>
                  </a:lnTo>
                  <a:lnTo>
                    <a:pt x="342433" y="1031031"/>
                  </a:lnTo>
                  <a:lnTo>
                    <a:pt x="342435" y="1031048"/>
                  </a:lnTo>
                  <a:lnTo>
                    <a:pt x="342438" y="1031064"/>
                  </a:lnTo>
                  <a:lnTo>
                    <a:pt x="342442" y="1031079"/>
                  </a:lnTo>
                  <a:lnTo>
                    <a:pt x="342446" y="1031088"/>
                  </a:lnTo>
                  <a:lnTo>
                    <a:pt x="342453" y="1031100"/>
                  </a:lnTo>
                  <a:lnTo>
                    <a:pt x="342458" y="1031108"/>
                  </a:lnTo>
                  <a:lnTo>
                    <a:pt x="342465" y="1031119"/>
                  </a:lnTo>
                  <a:lnTo>
                    <a:pt x="342477" y="1031140"/>
                  </a:lnTo>
                  <a:lnTo>
                    <a:pt x="342480" y="1031144"/>
                  </a:lnTo>
                  <a:lnTo>
                    <a:pt x="342494" y="1031165"/>
                  </a:lnTo>
                  <a:lnTo>
                    <a:pt x="342501" y="1031175"/>
                  </a:lnTo>
                  <a:lnTo>
                    <a:pt x="342506" y="1031182"/>
                  </a:lnTo>
                  <a:lnTo>
                    <a:pt x="342507" y="1031190"/>
                  </a:lnTo>
                  <a:lnTo>
                    <a:pt x="342506" y="1031198"/>
                  </a:lnTo>
                  <a:lnTo>
                    <a:pt x="342504" y="1031210"/>
                  </a:lnTo>
                  <a:lnTo>
                    <a:pt x="342500" y="1031228"/>
                  </a:lnTo>
                  <a:lnTo>
                    <a:pt x="342495" y="1031239"/>
                  </a:lnTo>
                  <a:lnTo>
                    <a:pt x="342490" y="1031251"/>
                  </a:lnTo>
                  <a:lnTo>
                    <a:pt x="342485" y="1031261"/>
                  </a:lnTo>
                  <a:lnTo>
                    <a:pt x="342475" y="1031276"/>
                  </a:lnTo>
                  <a:lnTo>
                    <a:pt x="342462" y="1031294"/>
                  </a:lnTo>
                  <a:lnTo>
                    <a:pt x="342446" y="1031317"/>
                  </a:lnTo>
                  <a:lnTo>
                    <a:pt x="342437" y="1031328"/>
                  </a:lnTo>
                  <a:lnTo>
                    <a:pt x="342434" y="1031332"/>
                  </a:lnTo>
                  <a:lnTo>
                    <a:pt x="342429" y="1031341"/>
                  </a:lnTo>
                  <a:lnTo>
                    <a:pt x="342427" y="1031350"/>
                  </a:lnTo>
                  <a:lnTo>
                    <a:pt x="342428" y="1031360"/>
                  </a:lnTo>
                  <a:lnTo>
                    <a:pt x="342431" y="1031371"/>
                  </a:lnTo>
                  <a:lnTo>
                    <a:pt x="342435" y="1031379"/>
                  </a:lnTo>
                  <a:lnTo>
                    <a:pt x="342441" y="1031390"/>
                  </a:lnTo>
                  <a:lnTo>
                    <a:pt x="342453" y="1031410"/>
                  </a:lnTo>
                  <a:lnTo>
                    <a:pt x="342460" y="1031423"/>
                  </a:lnTo>
                  <a:lnTo>
                    <a:pt x="342470" y="1031443"/>
                  </a:lnTo>
                  <a:lnTo>
                    <a:pt x="342476" y="1031462"/>
                  </a:lnTo>
                  <a:lnTo>
                    <a:pt x="342480" y="1031479"/>
                  </a:lnTo>
                  <a:lnTo>
                    <a:pt x="342484" y="1031497"/>
                  </a:lnTo>
                  <a:lnTo>
                    <a:pt x="342486" y="1031522"/>
                  </a:lnTo>
                  <a:lnTo>
                    <a:pt x="342488" y="1031538"/>
                  </a:lnTo>
                  <a:lnTo>
                    <a:pt x="342491" y="1031549"/>
                  </a:lnTo>
                  <a:lnTo>
                    <a:pt x="342495" y="1031561"/>
                  </a:lnTo>
                  <a:lnTo>
                    <a:pt x="342500" y="1031574"/>
                  </a:lnTo>
                  <a:lnTo>
                    <a:pt x="342508" y="1031588"/>
                  </a:lnTo>
                  <a:lnTo>
                    <a:pt x="342517" y="1031607"/>
                  </a:lnTo>
                  <a:lnTo>
                    <a:pt x="342517" y="1031612"/>
                  </a:lnTo>
                  <a:lnTo>
                    <a:pt x="342513" y="1031612"/>
                  </a:lnTo>
                  <a:lnTo>
                    <a:pt x="342491" y="1031605"/>
                  </a:lnTo>
                  <a:lnTo>
                    <a:pt x="342467" y="1031597"/>
                  </a:lnTo>
                  <a:lnTo>
                    <a:pt x="342455" y="1031591"/>
                  </a:lnTo>
                  <a:lnTo>
                    <a:pt x="342439" y="1031583"/>
                  </a:lnTo>
                  <a:lnTo>
                    <a:pt x="342424" y="1031573"/>
                  </a:lnTo>
                  <a:lnTo>
                    <a:pt x="342412" y="1031564"/>
                  </a:lnTo>
                  <a:lnTo>
                    <a:pt x="342402" y="1031555"/>
                  </a:lnTo>
                  <a:lnTo>
                    <a:pt x="342395" y="1031546"/>
                  </a:lnTo>
                  <a:lnTo>
                    <a:pt x="342386" y="1031535"/>
                  </a:lnTo>
                  <a:lnTo>
                    <a:pt x="342381" y="1031525"/>
                  </a:lnTo>
                  <a:lnTo>
                    <a:pt x="342375" y="1031511"/>
                  </a:lnTo>
                  <a:lnTo>
                    <a:pt x="342369" y="1031491"/>
                  </a:lnTo>
                  <a:lnTo>
                    <a:pt x="342363" y="1031478"/>
                  </a:lnTo>
                  <a:lnTo>
                    <a:pt x="342356" y="1031461"/>
                  </a:lnTo>
                  <a:lnTo>
                    <a:pt x="342350" y="1031446"/>
                  </a:lnTo>
                  <a:lnTo>
                    <a:pt x="342347" y="1031440"/>
                  </a:lnTo>
                  <a:lnTo>
                    <a:pt x="342343" y="1031437"/>
                  </a:lnTo>
                  <a:lnTo>
                    <a:pt x="342338" y="1031435"/>
                  </a:lnTo>
                  <a:lnTo>
                    <a:pt x="342330" y="1031433"/>
                  </a:lnTo>
                  <a:lnTo>
                    <a:pt x="342318" y="1031434"/>
                  </a:lnTo>
                  <a:lnTo>
                    <a:pt x="342301" y="1031439"/>
                  </a:lnTo>
                  <a:lnTo>
                    <a:pt x="342281" y="1031447"/>
                  </a:lnTo>
                  <a:lnTo>
                    <a:pt x="342258" y="1031459"/>
                  </a:lnTo>
                  <a:lnTo>
                    <a:pt x="342235" y="1031471"/>
                  </a:lnTo>
                  <a:lnTo>
                    <a:pt x="342225" y="1031477"/>
                  </a:lnTo>
                  <a:lnTo>
                    <a:pt x="342216" y="1031482"/>
                  </a:lnTo>
                  <a:lnTo>
                    <a:pt x="342196" y="1031496"/>
                  </a:lnTo>
                  <a:lnTo>
                    <a:pt x="342172" y="1031512"/>
                  </a:lnTo>
                  <a:lnTo>
                    <a:pt x="342149" y="1031529"/>
                  </a:lnTo>
                  <a:lnTo>
                    <a:pt x="342130" y="1031541"/>
                  </a:lnTo>
                  <a:lnTo>
                    <a:pt x="342104" y="1031558"/>
                  </a:lnTo>
                  <a:lnTo>
                    <a:pt x="342079" y="1031574"/>
                  </a:lnTo>
                  <a:lnTo>
                    <a:pt x="342054" y="1031590"/>
                  </a:lnTo>
                  <a:lnTo>
                    <a:pt x="342025" y="1031610"/>
                  </a:lnTo>
                  <a:lnTo>
                    <a:pt x="342009" y="1031622"/>
                  </a:lnTo>
                  <a:lnTo>
                    <a:pt x="341985" y="1031636"/>
                  </a:lnTo>
                  <a:lnTo>
                    <a:pt x="341958" y="1031652"/>
                  </a:lnTo>
                  <a:lnTo>
                    <a:pt x="341944" y="1031659"/>
                  </a:lnTo>
                  <a:lnTo>
                    <a:pt x="341946" y="1031636"/>
                  </a:lnTo>
                  <a:lnTo>
                    <a:pt x="341947" y="1031630"/>
                  </a:lnTo>
                  <a:lnTo>
                    <a:pt x="341948" y="1031617"/>
                  </a:lnTo>
                  <a:lnTo>
                    <a:pt x="341949" y="1031604"/>
                  </a:lnTo>
                  <a:lnTo>
                    <a:pt x="341948" y="1031588"/>
                  </a:lnTo>
                  <a:lnTo>
                    <a:pt x="341948" y="1031568"/>
                  </a:lnTo>
                  <a:lnTo>
                    <a:pt x="341947" y="1031553"/>
                  </a:lnTo>
                  <a:lnTo>
                    <a:pt x="341944" y="1031540"/>
                  </a:lnTo>
                  <a:lnTo>
                    <a:pt x="341941" y="1031523"/>
                  </a:lnTo>
                  <a:lnTo>
                    <a:pt x="341937" y="1031510"/>
                  </a:lnTo>
                  <a:lnTo>
                    <a:pt x="341933" y="1031490"/>
                  </a:lnTo>
                  <a:lnTo>
                    <a:pt x="341928" y="1031459"/>
                  </a:lnTo>
                  <a:lnTo>
                    <a:pt x="341925" y="1031434"/>
                  </a:lnTo>
                  <a:lnTo>
                    <a:pt x="341923" y="1031424"/>
                  </a:lnTo>
                  <a:lnTo>
                    <a:pt x="341920" y="1031409"/>
                  </a:lnTo>
                  <a:lnTo>
                    <a:pt x="341917" y="1031396"/>
                  </a:lnTo>
                  <a:lnTo>
                    <a:pt x="341909" y="1031377"/>
                  </a:lnTo>
                  <a:lnTo>
                    <a:pt x="341902" y="1031360"/>
                  </a:lnTo>
                  <a:lnTo>
                    <a:pt x="341897" y="1031350"/>
                  </a:lnTo>
                  <a:lnTo>
                    <a:pt x="341893" y="1031339"/>
                  </a:lnTo>
                  <a:lnTo>
                    <a:pt x="341883" y="1031319"/>
                  </a:lnTo>
                  <a:lnTo>
                    <a:pt x="341874" y="1031300"/>
                  </a:lnTo>
                  <a:lnTo>
                    <a:pt x="341867" y="1031287"/>
                  </a:lnTo>
                  <a:lnTo>
                    <a:pt x="341857" y="1031275"/>
                  </a:lnTo>
                  <a:lnTo>
                    <a:pt x="341847" y="1031263"/>
                  </a:lnTo>
                  <a:lnTo>
                    <a:pt x="341837" y="1031250"/>
                  </a:lnTo>
                  <a:lnTo>
                    <a:pt x="341827" y="1031235"/>
                  </a:lnTo>
                  <a:lnTo>
                    <a:pt x="341823" y="1031229"/>
                  </a:lnTo>
                  <a:lnTo>
                    <a:pt x="341817" y="1031219"/>
                  </a:lnTo>
                  <a:lnTo>
                    <a:pt x="341814" y="1031211"/>
                  </a:lnTo>
                  <a:lnTo>
                    <a:pt x="341812" y="1031202"/>
                  </a:lnTo>
                  <a:lnTo>
                    <a:pt x="341811" y="1031186"/>
                  </a:lnTo>
                  <a:lnTo>
                    <a:pt x="341809" y="1031176"/>
                  </a:lnTo>
                  <a:lnTo>
                    <a:pt x="341807" y="1031166"/>
                  </a:lnTo>
                  <a:lnTo>
                    <a:pt x="341804" y="1031159"/>
                  </a:lnTo>
                  <a:lnTo>
                    <a:pt x="341799" y="1031152"/>
                  </a:lnTo>
                  <a:lnTo>
                    <a:pt x="341792" y="1031144"/>
                  </a:lnTo>
                  <a:lnTo>
                    <a:pt x="341781" y="1031134"/>
                  </a:lnTo>
                  <a:lnTo>
                    <a:pt x="341768" y="1031125"/>
                  </a:lnTo>
                  <a:lnTo>
                    <a:pt x="341755" y="1031114"/>
                  </a:lnTo>
                  <a:lnTo>
                    <a:pt x="341735" y="1031101"/>
                  </a:lnTo>
                  <a:lnTo>
                    <a:pt x="341726" y="1031092"/>
                  </a:lnTo>
                  <a:lnTo>
                    <a:pt x="341712" y="1031078"/>
                  </a:lnTo>
                  <a:lnTo>
                    <a:pt x="341695" y="1031057"/>
                  </a:lnTo>
                  <a:lnTo>
                    <a:pt x="341676" y="1031037"/>
                  </a:lnTo>
                  <a:lnTo>
                    <a:pt x="341666" y="1031024"/>
                  </a:lnTo>
                  <a:lnTo>
                    <a:pt x="341653" y="1031008"/>
                  </a:lnTo>
                  <a:lnTo>
                    <a:pt x="341645" y="1030998"/>
                  </a:lnTo>
                  <a:lnTo>
                    <a:pt x="341636" y="1030989"/>
                  </a:lnTo>
                  <a:lnTo>
                    <a:pt x="341626" y="1030981"/>
                  </a:lnTo>
                  <a:lnTo>
                    <a:pt x="341616" y="1030974"/>
                  </a:lnTo>
                  <a:lnTo>
                    <a:pt x="341607" y="1030969"/>
                  </a:lnTo>
                  <a:lnTo>
                    <a:pt x="341592" y="1030965"/>
                  </a:lnTo>
                  <a:lnTo>
                    <a:pt x="341580" y="1030963"/>
                  </a:lnTo>
                  <a:lnTo>
                    <a:pt x="341558" y="1030962"/>
                  </a:lnTo>
                  <a:lnTo>
                    <a:pt x="341531" y="1030962"/>
                  </a:lnTo>
                  <a:lnTo>
                    <a:pt x="341517" y="1030964"/>
                  </a:lnTo>
                  <a:lnTo>
                    <a:pt x="341506" y="1030967"/>
                  </a:lnTo>
                  <a:lnTo>
                    <a:pt x="341492" y="1030974"/>
                  </a:lnTo>
                  <a:lnTo>
                    <a:pt x="341487" y="1030978"/>
                  </a:lnTo>
                  <a:lnTo>
                    <a:pt x="341480" y="1030982"/>
                  </a:lnTo>
                  <a:lnTo>
                    <a:pt x="341474" y="1030988"/>
                  </a:lnTo>
                  <a:lnTo>
                    <a:pt x="341465" y="1031001"/>
                  </a:lnTo>
                  <a:lnTo>
                    <a:pt x="341458" y="1031009"/>
                  </a:lnTo>
                  <a:lnTo>
                    <a:pt x="341452" y="1031013"/>
                  </a:lnTo>
                  <a:lnTo>
                    <a:pt x="341441" y="1031017"/>
                  </a:lnTo>
                  <a:lnTo>
                    <a:pt x="341430" y="1031019"/>
                  </a:lnTo>
                  <a:lnTo>
                    <a:pt x="341420" y="1031020"/>
                  </a:lnTo>
                  <a:lnTo>
                    <a:pt x="341414" y="1031019"/>
                  </a:lnTo>
                  <a:lnTo>
                    <a:pt x="341409" y="1031010"/>
                  </a:lnTo>
                  <a:lnTo>
                    <a:pt x="341403" y="1030992"/>
                  </a:lnTo>
                  <a:lnTo>
                    <a:pt x="341400" y="1030985"/>
                  </a:lnTo>
                  <a:lnTo>
                    <a:pt x="341396" y="1030974"/>
                  </a:lnTo>
                  <a:lnTo>
                    <a:pt x="341388" y="1030957"/>
                  </a:lnTo>
                  <a:lnTo>
                    <a:pt x="341376" y="1030935"/>
                  </a:lnTo>
                  <a:lnTo>
                    <a:pt x="341366" y="1030918"/>
                  </a:lnTo>
                  <a:lnTo>
                    <a:pt x="341361" y="1030910"/>
                  </a:lnTo>
                  <a:lnTo>
                    <a:pt x="341356" y="1030901"/>
                  </a:lnTo>
                  <a:lnTo>
                    <a:pt x="341352" y="1030896"/>
                  </a:lnTo>
                  <a:lnTo>
                    <a:pt x="341344" y="1030889"/>
                  </a:lnTo>
                  <a:lnTo>
                    <a:pt x="341335" y="1030882"/>
                  </a:lnTo>
                  <a:lnTo>
                    <a:pt x="341322" y="1030873"/>
                  </a:lnTo>
                  <a:lnTo>
                    <a:pt x="341306" y="1030863"/>
                  </a:lnTo>
                  <a:lnTo>
                    <a:pt x="341292" y="1030854"/>
                  </a:lnTo>
                  <a:lnTo>
                    <a:pt x="341280" y="1030846"/>
                  </a:lnTo>
                  <a:lnTo>
                    <a:pt x="341271" y="1030840"/>
                  </a:lnTo>
                  <a:lnTo>
                    <a:pt x="341261" y="1030830"/>
                  </a:lnTo>
                  <a:lnTo>
                    <a:pt x="341251" y="1030820"/>
                  </a:lnTo>
                  <a:lnTo>
                    <a:pt x="341240" y="1030806"/>
                  </a:lnTo>
                  <a:lnTo>
                    <a:pt x="341234" y="1030795"/>
                  </a:lnTo>
                  <a:lnTo>
                    <a:pt x="341229" y="1030782"/>
                  </a:lnTo>
                  <a:lnTo>
                    <a:pt x="341225" y="1030769"/>
                  </a:lnTo>
                  <a:lnTo>
                    <a:pt x="341223" y="1030753"/>
                  </a:lnTo>
                  <a:lnTo>
                    <a:pt x="341222" y="1030735"/>
                  </a:lnTo>
                  <a:lnTo>
                    <a:pt x="341223" y="1030720"/>
                  </a:lnTo>
                  <a:lnTo>
                    <a:pt x="341225" y="1030699"/>
                  </a:lnTo>
                  <a:lnTo>
                    <a:pt x="341226" y="1030688"/>
                  </a:lnTo>
                  <a:lnTo>
                    <a:pt x="341226" y="1030673"/>
                  </a:lnTo>
                  <a:lnTo>
                    <a:pt x="341225" y="1030653"/>
                  </a:lnTo>
                  <a:lnTo>
                    <a:pt x="341224" y="1030629"/>
                  </a:lnTo>
                  <a:lnTo>
                    <a:pt x="341222" y="1030613"/>
                  </a:lnTo>
                  <a:lnTo>
                    <a:pt x="341222" y="1030606"/>
                  </a:lnTo>
                  <a:lnTo>
                    <a:pt x="341220" y="1030594"/>
                  </a:lnTo>
                  <a:lnTo>
                    <a:pt x="341217" y="1030577"/>
                  </a:lnTo>
                  <a:lnTo>
                    <a:pt x="341213" y="1030560"/>
                  </a:lnTo>
                  <a:lnTo>
                    <a:pt x="341209" y="1030541"/>
                  </a:lnTo>
                  <a:lnTo>
                    <a:pt x="341206" y="1030525"/>
                  </a:lnTo>
                  <a:lnTo>
                    <a:pt x="341204" y="1030514"/>
                  </a:lnTo>
                  <a:lnTo>
                    <a:pt x="341202" y="1030506"/>
                  </a:lnTo>
                  <a:lnTo>
                    <a:pt x="341198" y="1030498"/>
                  </a:lnTo>
                  <a:lnTo>
                    <a:pt x="341191" y="1030488"/>
                  </a:lnTo>
                  <a:lnTo>
                    <a:pt x="341181" y="1030477"/>
                  </a:lnTo>
                  <a:lnTo>
                    <a:pt x="341165" y="1030458"/>
                  </a:lnTo>
                  <a:lnTo>
                    <a:pt x="341156" y="1030447"/>
                  </a:lnTo>
                  <a:lnTo>
                    <a:pt x="341149" y="1030438"/>
                  </a:lnTo>
                  <a:lnTo>
                    <a:pt x="341143" y="1030427"/>
                  </a:lnTo>
                  <a:lnTo>
                    <a:pt x="341139" y="1030423"/>
                  </a:lnTo>
                  <a:lnTo>
                    <a:pt x="341128" y="1030415"/>
                  </a:lnTo>
                  <a:lnTo>
                    <a:pt x="341114" y="1030405"/>
                  </a:lnTo>
                  <a:lnTo>
                    <a:pt x="341092" y="1030393"/>
                  </a:lnTo>
                  <a:lnTo>
                    <a:pt x="341067" y="1030381"/>
                  </a:lnTo>
                  <a:lnTo>
                    <a:pt x="341050" y="1030373"/>
                  </a:lnTo>
                  <a:lnTo>
                    <a:pt x="341039" y="1030366"/>
                  </a:lnTo>
                  <a:lnTo>
                    <a:pt x="341026" y="1030357"/>
                  </a:lnTo>
                  <a:lnTo>
                    <a:pt x="341016" y="1030349"/>
                  </a:lnTo>
                  <a:lnTo>
                    <a:pt x="341009" y="1030342"/>
                  </a:lnTo>
                  <a:lnTo>
                    <a:pt x="341001" y="1030334"/>
                  </a:lnTo>
                  <a:lnTo>
                    <a:pt x="340995" y="1030325"/>
                  </a:lnTo>
                  <a:lnTo>
                    <a:pt x="340991" y="1030318"/>
                  </a:lnTo>
                  <a:lnTo>
                    <a:pt x="340985" y="1030301"/>
                  </a:lnTo>
                  <a:lnTo>
                    <a:pt x="340982" y="1030283"/>
                  </a:lnTo>
                  <a:lnTo>
                    <a:pt x="340979" y="1030270"/>
                  </a:lnTo>
                  <a:lnTo>
                    <a:pt x="340975" y="1030258"/>
                  </a:lnTo>
                  <a:lnTo>
                    <a:pt x="340971" y="1030250"/>
                  </a:lnTo>
                  <a:lnTo>
                    <a:pt x="340967" y="1030240"/>
                  </a:lnTo>
                  <a:lnTo>
                    <a:pt x="340962" y="1030232"/>
                  </a:lnTo>
                  <a:lnTo>
                    <a:pt x="340955" y="1030223"/>
                  </a:lnTo>
                  <a:lnTo>
                    <a:pt x="340948" y="1030214"/>
                  </a:lnTo>
                  <a:lnTo>
                    <a:pt x="340938" y="1030204"/>
                  </a:lnTo>
                  <a:lnTo>
                    <a:pt x="340927" y="1030194"/>
                  </a:lnTo>
                  <a:lnTo>
                    <a:pt x="340916" y="1030183"/>
                  </a:lnTo>
                  <a:lnTo>
                    <a:pt x="340907" y="1030177"/>
                  </a:lnTo>
                  <a:lnTo>
                    <a:pt x="340902" y="1030172"/>
                  </a:lnTo>
                  <a:lnTo>
                    <a:pt x="340897" y="1030163"/>
                  </a:lnTo>
                  <a:lnTo>
                    <a:pt x="340891" y="1030150"/>
                  </a:lnTo>
                  <a:lnTo>
                    <a:pt x="340885" y="1030137"/>
                  </a:lnTo>
                  <a:lnTo>
                    <a:pt x="340878" y="1030120"/>
                  </a:lnTo>
                  <a:lnTo>
                    <a:pt x="340872" y="1030108"/>
                  </a:lnTo>
                  <a:lnTo>
                    <a:pt x="340866" y="1030096"/>
                  </a:lnTo>
                  <a:lnTo>
                    <a:pt x="340859" y="1030086"/>
                  </a:lnTo>
                  <a:lnTo>
                    <a:pt x="340854" y="1030078"/>
                  </a:lnTo>
                  <a:lnTo>
                    <a:pt x="340850" y="1030073"/>
                  </a:lnTo>
                  <a:lnTo>
                    <a:pt x="340842" y="1030063"/>
                  </a:lnTo>
                  <a:lnTo>
                    <a:pt x="340835" y="1030056"/>
                  </a:lnTo>
                  <a:lnTo>
                    <a:pt x="340829" y="1030051"/>
                  </a:lnTo>
                  <a:lnTo>
                    <a:pt x="340823" y="1030048"/>
                  </a:lnTo>
                  <a:lnTo>
                    <a:pt x="340812" y="1030046"/>
                  </a:lnTo>
                  <a:lnTo>
                    <a:pt x="340792" y="1030041"/>
                  </a:lnTo>
                  <a:lnTo>
                    <a:pt x="340771" y="1030038"/>
                  </a:lnTo>
                  <a:lnTo>
                    <a:pt x="340752" y="1030033"/>
                  </a:lnTo>
                  <a:lnTo>
                    <a:pt x="340728" y="1030028"/>
                  </a:lnTo>
                  <a:lnTo>
                    <a:pt x="340716" y="1030026"/>
                  </a:lnTo>
                  <a:lnTo>
                    <a:pt x="340698" y="1030026"/>
                  </a:lnTo>
                  <a:lnTo>
                    <a:pt x="340679" y="1030028"/>
                  </a:lnTo>
                  <a:lnTo>
                    <a:pt x="340659" y="1030032"/>
                  </a:lnTo>
                  <a:lnTo>
                    <a:pt x="340638" y="1030037"/>
                  </a:lnTo>
                  <a:lnTo>
                    <a:pt x="340616" y="1030041"/>
                  </a:lnTo>
                  <a:lnTo>
                    <a:pt x="340601" y="1030044"/>
                  </a:lnTo>
                  <a:lnTo>
                    <a:pt x="340586" y="1030045"/>
                  </a:lnTo>
                  <a:lnTo>
                    <a:pt x="340571" y="1030044"/>
                  </a:lnTo>
                  <a:lnTo>
                    <a:pt x="340561" y="1030042"/>
                  </a:lnTo>
                  <a:lnTo>
                    <a:pt x="340551" y="1030038"/>
                  </a:lnTo>
                  <a:lnTo>
                    <a:pt x="340535" y="1030028"/>
                  </a:lnTo>
                  <a:lnTo>
                    <a:pt x="340517" y="1030018"/>
                  </a:lnTo>
                  <a:lnTo>
                    <a:pt x="340504" y="1030011"/>
                  </a:lnTo>
                  <a:lnTo>
                    <a:pt x="340498" y="1030008"/>
                  </a:lnTo>
                  <a:lnTo>
                    <a:pt x="340479" y="1030000"/>
                  </a:lnTo>
                  <a:lnTo>
                    <a:pt x="340466" y="1029996"/>
                  </a:lnTo>
                  <a:lnTo>
                    <a:pt x="340460" y="1029995"/>
                  </a:lnTo>
                  <a:lnTo>
                    <a:pt x="340456" y="1029994"/>
                  </a:lnTo>
                  <a:lnTo>
                    <a:pt x="340445" y="1029993"/>
                  </a:lnTo>
                  <a:lnTo>
                    <a:pt x="340430" y="1029993"/>
                  </a:lnTo>
                  <a:lnTo>
                    <a:pt x="340423" y="1029992"/>
                  </a:lnTo>
                  <a:lnTo>
                    <a:pt x="340417" y="1029988"/>
                  </a:lnTo>
                  <a:lnTo>
                    <a:pt x="340411" y="1029983"/>
                  </a:lnTo>
                  <a:lnTo>
                    <a:pt x="340406" y="1029978"/>
                  </a:lnTo>
                  <a:lnTo>
                    <a:pt x="340397" y="1029973"/>
                  </a:lnTo>
                  <a:lnTo>
                    <a:pt x="340377" y="1029964"/>
                  </a:lnTo>
                  <a:lnTo>
                    <a:pt x="340361" y="1029959"/>
                  </a:lnTo>
                  <a:lnTo>
                    <a:pt x="340335" y="1029952"/>
                  </a:lnTo>
                  <a:lnTo>
                    <a:pt x="340321" y="1029951"/>
                  </a:lnTo>
                  <a:lnTo>
                    <a:pt x="340314" y="1029951"/>
                  </a:lnTo>
                  <a:lnTo>
                    <a:pt x="340306" y="1029954"/>
                  </a:lnTo>
                  <a:lnTo>
                    <a:pt x="340294" y="1029962"/>
                  </a:lnTo>
                  <a:lnTo>
                    <a:pt x="340285" y="1029971"/>
                  </a:lnTo>
                  <a:lnTo>
                    <a:pt x="340275" y="1029985"/>
                  </a:lnTo>
                  <a:lnTo>
                    <a:pt x="340268" y="1030000"/>
                  </a:lnTo>
                  <a:lnTo>
                    <a:pt x="340262" y="1030015"/>
                  </a:lnTo>
                  <a:lnTo>
                    <a:pt x="340257" y="1030033"/>
                  </a:lnTo>
                  <a:lnTo>
                    <a:pt x="340255" y="1030041"/>
                  </a:lnTo>
                  <a:lnTo>
                    <a:pt x="340253" y="1030052"/>
                  </a:lnTo>
                  <a:lnTo>
                    <a:pt x="340249" y="1030076"/>
                  </a:lnTo>
                  <a:lnTo>
                    <a:pt x="340246" y="1030109"/>
                  </a:lnTo>
                  <a:lnTo>
                    <a:pt x="340242" y="1030137"/>
                  </a:lnTo>
                  <a:lnTo>
                    <a:pt x="340239" y="1030162"/>
                  </a:lnTo>
                  <a:lnTo>
                    <a:pt x="340235" y="1030180"/>
                  </a:lnTo>
                  <a:lnTo>
                    <a:pt x="340230" y="1030194"/>
                  </a:lnTo>
                  <a:lnTo>
                    <a:pt x="340225" y="1030209"/>
                  </a:lnTo>
                  <a:lnTo>
                    <a:pt x="340220" y="1030222"/>
                  </a:lnTo>
                  <a:lnTo>
                    <a:pt x="340215" y="1030231"/>
                  </a:lnTo>
                  <a:lnTo>
                    <a:pt x="340204" y="1030246"/>
                  </a:lnTo>
                  <a:lnTo>
                    <a:pt x="340192" y="1030262"/>
                  </a:lnTo>
                  <a:lnTo>
                    <a:pt x="340179" y="1030279"/>
                  </a:lnTo>
                  <a:lnTo>
                    <a:pt x="340166" y="1030293"/>
                  </a:lnTo>
                  <a:lnTo>
                    <a:pt x="340148" y="1030311"/>
                  </a:lnTo>
                  <a:lnTo>
                    <a:pt x="340129" y="1030329"/>
                  </a:lnTo>
                  <a:lnTo>
                    <a:pt x="340123" y="1030334"/>
                  </a:lnTo>
                  <a:lnTo>
                    <a:pt x="340120" y="1030336"/>
                  </a:lnTo>
                  <a:lnTo>
                    <a:pt x="340098" y="1030353"/>
                  </a:lnTo>
                  <a:lnTo>
                    <a:pt x="340083" y="1030361"/>
                  </a:lnTo>
                  <a:lnTo>
                    <a:pt x="340068" y="1030370"/>
                  </a:lnTo>
                  <a:lnTo>
                    <a:pt x="340052" y="1030378"/>
                  </a:lnTo>
                  <a:lnTo>
                    <a:pt x="340033" y="1030387"/>
                  </a:lnTo>
                  <a:lnTo>
                    <a:pt x="340022" y="1030392"/>
                  </a:lnTo>
                  <a:lnTo>
                    <a:pt x="340009" y="1030400"/>
                  </a:lnTo>
                  <a:lnTo>
                    <a:pt x="339990" y="1030413"/>
                  </a:lnTo>
                  <a:lnTo>
                    <a:pt x="339973" y="1030426"/>
                  </a:lnTo>
                  <a:lnTo>
                    <a:pt x="339961" y="1030433"/>
                  </a:lnTo>
                  <a:lnTo>
                    <a:pt x="339951" y="1030439"/>
                  </a:lnTo>
                  <a:lnTo>
                    <a:pt x="339942" y="1030444"/>
                  </a:lnTo>
                  <a:lnTo>
                    <a:pt x="339933" y="1030448"/>
                  </a:lnTo>
                  <a:lnTo>
                    <a:pt x="339921" y="1030451"/>
                  </a:lnTo>
                  <a:lnTo>
                    <a:pt x="339911" y="1030453"/>
                  </a:lnTo>
                  <a:lnTo>
                    <a:pt x="339891" y="1030454"/>
                  </a:lnTo>
                  <a:lnTo>
                    <a:pt x="339864" y="1030455"/>
                  </a:lnTo>
                  <a:lnTo>
                    <a:pt x="339841" y="1030457"/>
                  </a:lnTo>
                  <a:lnTo>
                    <a:pt x="339821" y="1030459"/>
                  </a:lnTo>
                  <a:lnTo>
                    <a:pt x="339797" y="1030463"/>
                  </a:lnTo>
                  <a:lnTo>
                    <a:pt x="339782" y="1030466"/>
                  </a:lnTo>
                  <a:lnTo>
                    <a:pt x="339764" y="1030466"/>
                  </a:lnTo>
                  <a:lnTo>
                    <a:pt x="339740" y="1030466"/>
                  </a:lnTo>
                  <a:lnTo>
                    <a:pt x="339713" y="1030465"/>
                  </a:lnTo>
                  <a:lnTo>
                    <a:pt x="339691" y="1030462"/>
                  </a:lnTo>
                  <a:lnTo>
                    <a:pt x="339667" y="1030458"/>
                  </a:lnTo>
                  <a:lnTo>
                    <a:pt x="339649" y="1030455"/>
                  </a:lnTo>
                  <a:lnTo>
                    <a:pt x="339635" y="1030452"/>
                  </a:lnTo>
                  <a:lnTo>
                    <a:pt x="339622" y="1030447"/>
                  </a:lnTo>
                  <a:lnTo>
                    <a:pt x="339609" y="1030440"/>
                  </a:lnTo>
                  <a:lnTo>
                    <a:pt x="339594" y="1030431"/>
                  </a:lnTo>
                  <a:lnTo>
                    <a:pt x="339577" y="1030419"/>
                  </a:lnTo>
                  <a:lnTo>
                    <a:pt x="339560" y="1030411"/>
                  </a:lnTo>
                  <a:lnTo>
                    <a:pt x="339549" y="1030409"/>
                  </a:lnTo>
                  <a:lnTo>
                    <a:pt x="339538" y="1030409"/>
                  </a:lnTo>
                  <a:lnTo>
                    <a:pt x="339525" y="1030411"/>
                  </a:lnTo>
                  <a:lnTo>
                    <a:pt x="339506" y="1030418"/>
                  </a:lnTo>
                  <a:lnTo>
                    <a:pt x="339486" y="1030425"/>
                  </a:lnTo>
                  <a:lnTo>
                    <a:pt x="339458" y="1030440"/>
                  </a:lnTo>
                  <a:lnTo>
                    <a:pt x="339452" y="1030441"/>
                  </a:lnTo>
                  <a:lnTo>
                    <a:pt x="339450" y="1030437"/>
                  </a:lnTo>
                  <a:lnTo>
                    <a:pt x="339445" y="1030422"/>
                  </a:lnTo>
                  <a:lnTo>
                    <a:pt x="339438" y="1030403"/>
                  </a:lnTo>
                  <a:lnTo>
                    <a:pt x="339431" y="1030388"/>
                  </a:lnTo>
                  <a:lnTo>
                    <a:pt x="339422" y="1030367"/>
                  </a:lnTo>
                  <a:lnTo>
                    <a:pt x="339416" y="1030354"/>
                  </a:lnTo>
                  <a:lnTo>
                    <a:pt x="339410" y="1030342"/>
                  </a:lnTo>
                  <a:lnTo>
                    <a:pt x="339405" y="1030335"/>
                  </a:lnTo>
                  <a:lnTo>
                    <a:pt x="339400" y="1030330"/>
                  </a:lnTo>
                  <a:lnTo>
                    <a:pt x="339394" y="1030327"/>
                  </a:lnTo>
                  <a:lnTo>
                    <a:pt x="339380" y="1030321"/>
                  </a:lnTo>
                  <a:lnTo>
                    <a:pt x="339359" y="1030313"/>
                  </a:lnTo>
                  <a:lnTo>
                    <a:pt x="339328" y="1030302"/>
                  </a:lnTo>
                  <a:lnTo>
                    <a:pt x="339301" y="1030293"/>
                  </a:lnTo>
                  <a:lnTo>
                    <a:pt x="339275" y="1030285"/>
                  </a:lnTo>
                  <a:lnTo>
                    <a:pt x="339256" y="1030278"/>
                  </a:lnTo>
                  <a:lnTo>
                    <a:pt x="339236" y="1030270"/>
                  </a:lnTo>
                  <a:lnTo>
                    <a:pt x="339211" y="1030257"/>
                  </a:lnTo>
                  <a:lnTo>
                    <a:pt x="339187" y="1030244"/>
                  </a:lnTo>
                  <a:lnTo>
                    <a:pt x="339172" y="1030235"/>
                  </a:lnTo>
                  <a:lnTo>
                    <a:pt x="339157" y="1030226"/>
                  </a:lnTo>
                  <a:lnTo>
                    <a:pt x="339144" y="1030217"/>
                  </a:lnTo>
                  <a:lnTo>
                    <a:pt x="339128" y="1030205"/>
                  </a:lnTo>
                  <a:lnTo>
                    <a:pt x="339124" y="1030202"/>
                  </a:lnTo>
                  <a:lnTo>
                    <a:pt x="339113" y="1030192"/>
                  </a:lnTo>
                  <a:lnTo>
                    <a:pt x="339098" y="1030177"/>
                  </a:lnTo>
                  <a:lnTo>
                    <a:pt x="339078" y="1030156"/>
                  </a:lnTo>
                  <a:lnTo>
                    <a:pt x="339061" y="1030139"/>
                  </a:lnTo>
                  <a:lnTo>
                    <a:pt x="339054" y="1030131"/>
                  </a:lnTo>
                  <a:lnTo>
                    <a:pt x="339048" y="1030124"/>
                  </a:lnTo>
                  <a:lnTo>
                    <a:pt x="339037" y="1030111"/>
                  </a:lnTo>
                  <a:lnTo>
                    <a:pt x="339027" y="1030100"/>
                  </a:lnTo>
                  <a:lnTo>
                    <a:pt x="339014" y="1030087"/>
                  </a:lnTo>
                  <a:lnTo>
                    <a:pt x="339002" y="1030076"/>
                  </a:lnTo>
                  <a:lnTo>
                    <a:pt x="338992" y="1030068"/>
                  </a:lnTo>
                  <a:lnTo>
                    <a:pt x="338978" y="1030059"/>
                  </a:lnTo>
                  <a:lnTo>
                    <a:pt x="338963" y="1030054"/>
                  </a:lnTo>
                  <a:lnTo>
                    <a:pt x="338956" y="1030050"/>
                  </a:lnTo>
                  <a:lnTo>
                    <a:pt x="338956" y="1030044"/>
                  </a:lnTo>
                  <a:lnTo>
                    <a:pt x="338957" y="1030030"/>
                  </a:lnTo>
                  <a:lnTo>
                    <a:pt x="338958" y="1030019"/>
                  </a:lnTo>
                  <a:lnTo>
                    <a:pt x="338957" y="1029989"/>
                  </a:lnTo>
                  <a:lnTo>
                    <a:pt x="338955" y="1029970"/>
                  </a:lnTo>
                  <a:lnTo>
                    <a:pt x="338954" y="1029943"/>
                  </a:lnTo>
                  <a:lnTo>
                    <a:pt x="338954" y="1029918"/>
                  </a:lnTo>
                  <a:lnTo>
                    <a:pt x="338955" y="1029900"/>
                  </a:lnTo>
                  <a:lnTo>
                    <a:pt x="338958" y="1029874"/>
                  </a:lnTo>
                  <a:lnTo>
                    <a:pt x="338959" y="1029862"/>
                  </a:lnTo>
                  <a:lnTo>
                    <a:pt x="338959" y="1029849"/>
                  </a:lnTo>
                  <a:lnTo>
                    <a:pt x="338959" y="1029839"/>
                  </a:lnTo>
                  <a:lnTo>
                    <a:pt x="338957" y="1029831"/>
                  </a:lnTo>
                  <a:lnTo>
                    <a:pt x="338951" y="1029813"/>
                  </a:lnTo>
                  <a:lnTo>
                    <a:pt x="338945" y="1029799"/>
                  </a:lnTo>
                  <a:lnTo>
                    <a:pt x="338939" y="1029787"/>
                  </a:lnTo>
                  <a:lnTo>
                    <a:pt x="338931" y="1029774"/>
                  </a:lnTo>
                  <a:lnTo>
                    <a:pt x="338921" y="1029757"/>
                  </a:lnTo>
                  <a:lnTo>
                    <a:pt x="338917" y="1029752"/>
                  </a:lnTo>
                  <a:lnTo>
                    <a:pt x="338905" y="1029736"/>
                  </a:lnTo>
                  <a:lnTo>
                    <a:pt x="338886" y="1029707"/>
                  </a:lnTo>
                  <a:lnTo>
                    <a:pt x="338876" y="1029688"/>
                  </a:lnTo>
                  <a:lnTo>
                    <a:pt x="338866" y="1029662"/>
                  </a:lnTo>
                  <a:lnTo>
                    <a:pt x="338857" y="1029640"/>
                  </a:lnTo>
                  <a:lnTo>
                    <a:pt x="338855" y="1029630"/>
                  </a:lnTo>
                  <a:lnTo>
                    <a:pt x="338853" y="1029619"/>
                  </a:lnTo>
                  <a:lnTo>
                    <a:pt x="338853" y="1029607"/>
                  </a:lnTo>
                  <a:lnTo>
                    <a:pt x="338854" y="1029594"/>
                  </a:lnTo>
                  <a:lnTo>
                    <a:pt x="338856" y="1029583"/>
                  </a:lnTo>
                  <a:lnTo>
                    <a:pt x="338860" y="1029572"/>
                  </a:lnTo>
                  <a:lnTo>
                    <a:pt x="338865" y="1029564"/>
                  </a:lnTo>
                  <a:lnTo>
                    <a:pt x="338868" y="1029555"/>
                  </a:lnTo>
                  <a:lnTo>
                    <a:pt x="338870" y="1029549"/>
                  </a:lnTo>
                  <a:lnTo>
                    <a:pt x="338871" y="1029528"/>
                  </a:lnTo>
                  <a:lnTo>
                    <a:pt x="338872" y="1029508"/>
                  </a:lnTo>
                  <a:lnTo>
                    <a:pt x="338872" y="1029496"/>
                  </a:lnTo>
                  <a:lnTo>
                    <a:pt x="338870" y="1029490"/>
                  </a:lnTo>
                  <a:lnTo>
                    <a:pt x="338863" y="1029485"/>
                  </a:lnTo>
                  <a:lnTo>
                    <a:pt x="338855" y="1029480"/>
                  </a:lnTo>
                  <a:lnTo>
                    <a:pt x="338836" y="1029473"/>
                  </a:lnTo>
                  <a:lnTo>
                    <a:pt x="338820" y="1029465"/>
                  </a:lnTo>
                  <a:lnTo>
                    <a:pt x="338800" y="1029455"/>
                  </a:lnTo>
                  <a:lnTo>
                    <a:pt x="338785" y="1029445"/>
                  </a:lnTo>
                  <a:lnTo>
                    <a:pt x="338774" y="1029437"/>
                  </a:lnTo>
                  <a:lnTo>
                    <a:pt x="338759" y="1029423"/>
                  </a:lnTo>
                  <a:lnTo>
                    <a:pt x="338744" y="1029408"/>
                  </a:lnTo>
                  <a:lnTo>
                    <a:pt x="338725" y="1029390"/>
                  </a:lnTo>
                  <a:lnTo>
                    <a:pt x="338709" y="1029379"/>
                  </a:lnTo>
                  <a:lnTo>
                    <a:pt x="338700" y="1029374"/>
                  </a:lnTo>
                  <a:lnTo>
                    <a:pt x="338693" y="1029372"/>
                  </a:lnTo>
                  <a:lnTo>
                    <a:pt x="338687" y="1029371"/>
                  </a:lnTo>
                  <a:lnTo>
                    <a:pt x="338641" y="1029374"/>
                  </a:lnTo>
                  <a:lnTo>
                    <a:pt x="338594" y="1029374"/>
                  </a:lnTo>
                  <a:lnTo>
                    <a:pt x="338546" y="1029373"/>
                  </a:lnTo>
                  <a:lnTo>
                    <a:pt x="338526" y="1029372"/>
                  </a:lnTo>
                  <a:lnTo>
                    <a:pt x="338504" y="1029372"/>
                  </a:lnTo>
                  <a:lnTo>
                    <a:pt x="338493" y="1029374"/>
                  </a:lnTo>
                  <a:lnTo>
                    <a:pt x="338480" y="1029378"/>
                  </a:lnTo>
                  <a:lnTo>
                    <a:pt x="338462" y="1029386"/>
                  </a:lnTo>
                  <a:lnTo>
                    <a:pt x="338447" y="1029392"/>
                  </a:lnTo>
                  <a:lnTo>
                    <a:pt x="338426" y="1029397"/>
                  </a:lnTo>
                  <a:lnTo>
                    <a:pt x="338417" y="1029399"/>
                  </a:lnTo>
                  <a:lnTo>
                    <a:pt x="338409" y="1029399"/>
                  </a:lnTo>
                  <a:lnTo>
                    <a:pt x="338394" y="1029396"/>
                  </a:lnTo>
                  <a:lnTo>
                    <a:pt x="338379" y="1029394"/>
                  </a:lnTo>
                  <a:lnTo>
                    <a:pt x="338358" y="1029389"/>
                  </a:lnTo>
                  <a:lnTo>
                    <a:pt x="338338" y="1029385"/>
                  </a:lnTo>
                  <a:lnTo>
                    <a:pt x="338320" y="1029384"/>
                  </a:lnTo>
                  <a:lnTo>
                    <a:pt x="338300" y="1029384"/>
                  </a:lnTo>
                  <a:lnTo>
                    <a:pt x="338278" y="1029385"/>
                  </a:lnTo>
                  <a:lnTo>
                    <a:pt x="338258" y="1029387"/>
                  </a:lnTo>
                  <a:lnTo>
                    <a:pt x="338243" y="1029387"/>
                  </a:lnTo>
                  <a:lnTo>
                    <a:pt x="338228" y="1029384"/>
                  </a:lnTo>
                  <a:lnTo>
                    <a:pt x="338217" y="1029381"/>
                  </a:lnTo>
                  <a:lnTo>
                    <a:pt x="338207" y="1029376"/>
                  </a:lnTo>
                  <a:lnTo>
                    <a:pt x="338195" y="1029369"/>
                  </a:lnTo>
                  <a:lnTo>
                    <a:pt x="338181" y="1029360"/>
                  </a:lnTo>
                  <a:lnTo>
                    <a:pt x="338177" y="1029359"/>
                  </a:lnTo>
                  <a:lnTo>
                    <a:pt x="338170" y="1029356"/>
                  </a:lnTo>
                  <a:lnTo>
                    <a:pt x="338152" y="1029353"/>
                  </a:lnTo>
                  <a:lnTo>
                    <a:pt x="338140" y="1029352"/>
                  </a:lnTo>
                  <a:lnTo>
                    <a:pt x="338136" y="1029349"/>
                  </a:lnTo>
                  <a:lnTo>
                    <a:pt x="338130" y="1029340"/>
                  </a:lnTo>
                  <a:lnTo>
                    <a:pt x="338127" y="1029332"/>
                  </a:lnTo>
                  <a:lnTo>
                    <a:pt x="338121" y="1029325"/>
                  </a:lnTo>
                  <a:lnTo>
                    <a:pt x="338115" y="1029320"/>
                  </a:lnTo>
                  <a:lnTo>
                    <a:pt x="338108" y="1029316"/>
                  </a:lnTo>
                  <a:lnTo>
                    <a:pt x="338105" y="1029313"/>
                  </a:lnTo>
                  <a:lnTo>
                    <a:pt x="338086" y="1029302"/>
                  </a:lnTo>
                  <a:lnTo>
                    <a:pt x="338070" y="1029295"/>
                  </a:lnTo>
                  <a:lnTo>
                    <a:pt x="338052" y="1029288"/>
                  </a:lnTo>
                  <a:lnTo>
                    <a:pt x="338034" y="1029281"/>
                  </a:lnTo>
                  <a:lnTo>
                    <a:pt x="338012" y="1029275"/>
                  </a:lnTo>
                  <a:lnTo>
                    <a:pt x="337984" y="1029267"/>
                  </a:lnTo>
                  <a:lnTo>
                    <a:pt x="337967" y="1029262"/>
                  </a:lnTo>
                  <a:lnTo>
                    <a:pt x="337951" y="1029257"/>
                  </a:lnTo>
                  <a:lnTo>
                    <a:pt x="337940" y="1029250"/>
                  </a:lnTo>
                  <a:lnTo>
                    <a:pt x="337929" y="1029242"/>
                  </a:lnTo>
                  <a:lnTo>
                    <a:pt x="337918" y="1029232"/>
                  </a:lnTo>
                  <a:lnTo>
                    <a:pt x="337910" y="1029223"/>
                  </a:lnTo>
                  <a:lnTo>
                    <a:pt x="337903" y="1029213"/>
                  </a:lnTo>
                  <a:lnTo>
                    <a:pt x="337896" y="1029201"/>
                  </a:lnTo>
                  <a:lnTo>
                    <a:pt x="337888" y="1029184"/>
                  </a:lnTo>
                  <a:lnTo>
                    <a:pt x="337882" y="1029167"/>
                  </a:lnTo>
                  <a:lnTo>
                    <a:pt x="337875" y="1029153"/>
                  </a:lnTo>
                  <a:lnTo>
                    <a:pt x="337870" y="1029143"/>
                  </a:lnTo>
                  <a:lnTo>
                    <a:pt x="337858" y="1029127"/>
                  </a:lnTo>
                  <a:lnTo>
                    <a:pt x="337848" y="1029114"/>
                  </a:lnTo>
                  <a:lnTo>
                    <a:pt x="337837" y="1029103"/>
                  </a:lnTo>
                  <a:lnTo>
                    <a:pt x="337825" y="1029093"/>
                  </a:lnTo>
                  <a:lnTo>
                    <a:pt x="337812" y="1029085"/>
                  </a:lnTo>
                  <a:lnTo>
                    <a:pt x="337798" y="1029080"/>
                  </a:lnTo>
                  <a:lnTo>
                    <a:pt x="337787" y="1029078"/>
                  </a:lnTo>
                  <a:lnTo>
                    <a:pt x="337778" y="1029079"/>
                  </a:lnTo>
                  <a:lnTo>
                    <a:pt x="337772" y="1029081"/>
                  </a:lnTo>
                  <a:lnTo>
                    <a:pt x="337767" y="1029082"/>
                  </a:lnTo>
                  <a:lnTo>
                    <a:pt x="337753" y="1029090"/>
                  </a:lnTo>
                  <a:lnTo>
                    <a:pt x="337736" y="1029101"/>
                  </a:lnTo>
                  <a:lnTo>
                    <a:pt x="337723" y="1029112"/>
                  </a:lnTo>
                  <a:lnTo>
                    <a:pt x="337710" y="1029123"/>
                  </a:lnTo>
                  <a:lnTo>
                    <a:pt x="337706" y="1029119"/>
                  </a:lnTo>
                  <a:lnTo>
                    <a:pt x="337704" y="1029108"/>
                  </a:lnTo>
                  <a:lnTo>
                    <a:pt x="337702" y="1029090"/>
                  </a:lnTo>
                  <a:lnTo>
                    <a:pt x="337701" y="1029067"/>
                  </a:lnTo>
                  <a:lnTo>
                    <a:pt x="337701" y="1029047"/>
                  </a:lnTo>
                  <a:lnTo>
                    <a:pt x="337701" y="1029026"/>
                  </a:lnTo>
                  <a:lnTo>
                    <a:pt x="337700" y="1029010"/>
                  </a:lnTo>
                  <a:lnTo>
                    <a:pt x="337698" y="1028999"/>
                  </a:lnTo>
                  <a:lnTo>
                    <a:pt x="337696" y="1028990"/>
                  </a:lnTo>
                  <a:lnTo>
                    <a:pt x="337691" y="1028977"/>
                  </a:lnTo>
                  <a:lnTo>
                    <a:pt x="337686" y="1028966"/>
                  </a:lnTo>
                  <a:lnTo>
                    <a:pt x="337680" y="1028952"/>
                  </a:lnTo>
                  <a:lnTo>
                    <a:pt x="337672" y="1028938"/>
                  </a:lnTo>
                  <a:lnTo>
                    <a:pt x="337665" y="1028926"/>
                  </a:lnTo>
                  <a:lnTo>
                    <a:pt x="337660" y="1028918"/>
                  </a:lnTo>
                  <a:lnTo>
                    <a:pt x="337656" y="1028913"/>
                  </a:lnTo>
                  <a:lnTo>
                    <a:pt x="337637" y="1028893"/>
                  </a:lnTo>
                  <a:lnTo>
                    <a:pt x="337620" y="1028878"/>
                  </a:lnTo>
                  <a:lnTo>
                    <a:pt x="337605" y="1028864"/>
                  </a:lnTo>
                  <a:lnTo>
                    <a:pt x="337600" y="1028860"/>
                  </a:lnTo>
                  <a:lnTo>
                    <a:pt x="337586" y="1028846"/>
                  </a:lnTo>
                  <a:lnTo>
                    <a:pt x="337576" y="1028834"/>
                  </a:lnTo>
                  <a:lnTo>
                    <a:pt x="337572" y="1028831"/>
                  </a:lnTo>
                  <a:lnTo>
                    <a:pt x="337565" y="1028827"/>
                  </a:lnTo>
                  <a:lnTo>
                    <a:pt x="337556" y="1028825"/>
                  </a:lnTo>
                  <a:lnTo>
                    <a:pt x="337538" y="1028820"/>
                  </a:lnTo>
                  <a:lnTo>
                    <a:pt x="337515" y="1028815"/>
                  </a:lnTo>
                  <a:lnTo>
                    <a:pt x="337505" y="1028812"/>
                  </a:lnTo>
                  <a:lnTo>
                    <a:pt x="337495" y="1028809"/>
                  </a:lnTo>
                  <a:lnTo>
                    <a:pt x="337487" y="1028806"/>
                  </a:lnTo>
                  <a:lnTo>
                    <a:pt x="337475" y="1028804"/>
                  </a:lnTo>
                  <a:lnTo>
                    <a:pt x="337455" y="1028801"/>
                  </a:lnTo>
                  <a:lnTo>
                    <a:pt x="337431" y="1028800"/>
                  </a:lnTo>
                  <a:lnTo>
                    <a:pt x="337411" y="1028799"/>
                  </a:lnTo>
                  <a:lnTo>
                    <a:pt x="337386" y="1028798"/>
                  </a:lnTo>
                  <a:lnTo>
                    <a:pt x="337367" y="1028796"/>
                  </a:lnTo>
                  <a:lnTo>
                    <a:pt x="337356" y="1028795"/>
                  </a:lnTo>
                  <a:lnTo>
                    <a:pt x="337343" y="1028793"/>
                  </a:lnTo>
                  <a:lnTo>
                    <a:pt x="337334" y="1028792"/>
                  </a:lnTo>
                  <a:lnTo>
                    <a:pt x="337326" y="1028792"/>
                  </a:lnTo>
                  <a:lnTo>
                    <a:pt x="337321" y="1028793"/>
                  </a:lnTo>
                  <a:lnTo>
                    <a:pt x="337304" y="1028803"/>
                  </a:lnTo>
                  <a:lnTo>
                    <a:pt x="337282" y="1028816"/>
                  </a:lnTo>
                  <a:lnTo>
                    <a:pt x="337263" y="1028831"/>
                  </a:lnTo>
                  <a:lnTo>
                    <a:pt x="337250" y="1028844"/>
                  </a:lnTo>
                  <a:lnTo>
                    <a:pt x="337232" y="1028861"/>
                  </a:lnTo>
                  <a:lnTo>
                    <a:pt x="337219" y="1028875"/>
                  </a:lnTo>
                  <a:lnTo>
                    <a:pt x="337204" y="1028892"/>
                  </a:lnTo>
                  <a:lnTo>
                    <a:pt x="337189" y="1028909"/>
                  </a:lnTo>
                  <a:lnTo>
                    <a:pt x="337176" y="1028926"/>
                  </a:lnTo>
                  <a:lnTo>
                    <a:pt x="337167" y="1028936"/>
                  </a:lnTo>
                  <a:lnTo>
                    <a:pt x="337159" y="1028943"/>
                  </a:lnTo>
                  <a:lnTo>
                    <a:pt x="337147" y="1028953"/>
                  </a:lnTo>
                  <a:lnTo>
                    <a:pt x="337137" y="1028961"/>
                  </a:lnTo>
                  <a:lnTo>
                    <a:pt x="337123" y="1028970"/>
                  </a:lnTo>
                  <a:lnTo>
                    <a:pt x="337107" y="1028980"/>
                  </a:lnTo>
                  <a:lnTo>
                    <a:pt x="337094" y="1028989"/>
                  </a:lnTo>
                  <a:lnTo>
                    <a:pt x="337079" y="1028997"/>
                  </a:lnTo>
                  <a:lnTo>
                    <a:pt x="337066" y="1029004"/>
                  </a:lnTo>
                  <a:lnTo>
                    <a:pt x="337050" y="1029013"/>
                  </a:lnTo>
                  <a:lnTo>
                    <a:pt x="337030" y="1029024"/>
                  </a:lnTo>
                  <a:lnTo>
                    <a:pt x="337007" y="1029035"/>
                  </a:lnTo>
                  <a:lnTo>
                    <a:pt x="336987" y="1029044"/>
                  </a:lnTo>
                  <a:lnTo>
                    <a:pt x="336976" y="1029050"/>
                  </a:lnTo>
                  <a:lnTo>
                    <a:pt x="336967" y="1029055"/>
                  </a:lnTo>
                  <a:lnTo>
                    <a:pt x="336959" y="1029062"/>
                  </a:lnTo>
                  <a:lnTo>
                    <a:pt x="336950" y="1029069"/>
                  </a:lnTo>
                  <a:lnTo>
                    <a:pt x="336939" y="1029083"/>
                  </a:lnTo>
                  <a:lnTo>
                    <a:pt x="336933" y="1029094"/>
                  </a:lnTo>
                  <a:lnTo>
                    <a:pt x="336927" y="1029111"/>
                  </a:lnTo>
                  <a:lnTo>
                    <a:pt x="336920" y="1029130"/>
                  </a:lnTo>
                  <a:lnTo>
                    <a:pt x="336915" y="1029143"/>
                  </a:lnTo>
                  <a:lnTo>
                    <a:pt x="336909" y="1029158"/>
                  </a:lnTo>
                  <a:lnTo>
                    <a:pt x="336905" y="1029172"/>
                  </a:lnTo>
                  <a:lnTo>
                    <a:pt x="336900" y="1029190"/>
                  </a:lnTo>
                  <a:lnTo>
                    <a:pt x="336893" y="1029213"/>
                  </a:lnTo>
                  <a:lnTo>
                    <a:pt x="336889" y="1029228"/>
                  </a:lnTo>
                  <a:lnTo>
                    <a:pt x="336886" y="1029240"/>
                  </a:lnTo>
                  <a:lnTo>
                    <a:pt x="336884" y="1029245"/>
                  </a:lnTo>
                  <a:lnTo>
                    <a:pt x="336880" y="1029249"/>
                  </a:lnTo>
                  <a:lnTo>
                    <a:pt x="336871" y="1029250"/>
                  </a:lnTo>
                  <a:lnTo>
                    <a:pt x="336854" y="1029247"/>
                  </a:lnTo>
                  <a:lnTo>
                    <a:pt x="336832" y="1029240"/>
                  </a:lnTo>
                  <a:lnTo>
                    <a:pt x="336813" y="1029234"/>
                  </a:lnTo>
                  <a:lnTo>
                    <a:pt x="336800" y="1029231"/>
                  </a:lnTo>
                  <a:lnTo>
                    <a:pt x="336790" y="1029228"/>
                  </a:lnTo>
                  <a:lnTo>
                    <a:pt x="336771" y="1029222"/>
                  </a:lnTo>
                  <a:lnTo>
                    <a:pt x="336752" y="1029215"/>
                  </a:lnTo>
                  <a:lnTo>
                    <a:pt x="336732" y="1029212"/>
                  </a:lnTo>
                  <a:lnTo>
                    <a:pt x="336723" y="1029211"/>
                  </a:lnTo>
                  <a:lnTo>
                    <a:pt x="336709" y="1029209"/>
                  </a:lnTo>
                  <a:lnTo>
                    <a:pt x="336698" y="1029207"/>
                  </a:lnTo>
                  <a:lnTo>
                    <a:pt x="336682" y="1029206"/>
                  </a:lnTo>
                  <a:lnTo>
                    <a:pt x="336657" y="1029202"/>
                  </a:lnTo>
                  <a:lnTo>
                    <a:pt x="336634" y="1029198"/>
                  </a:lnTo>
                  <a:lnTo>
                    <a:pt x="336619" y="1029194"/>
                  </a:lnTo>
                  <a:lnTo>
                    <a:pt x="336610" y="1029189"/>
                  </a:lnTo>
                  <a:lnTo>
                    <a:pt x="336593" y="1029179"/>
                  </a:lnTo>
                  <a:lnTo>
                    <a:pt x="336581" y="1029173"/>
                  </a:lnTo>
                  <a:lnTo>
                    <a:pt x="336576" y="1029171"/>
                  </a:lnTo>
                  <a:lnTo>
                    <a:pt x="336563" y="1029166"/>
                  </a:lnTo>
                  <a:lnTo>
                    <a:pt x="336546" y="1029160"/>
                  </a:lnTo>
                  <a:lnTo>
                    <a:pt x="336530" y="1029156"/>
                  </a:lnTo>
                  <a:lnTo>
                    <a:pt x="336521" y="1029152"/>
                  </a:lnTo>
                  <a:lnTo>
                    <a:pt x="336509" y="1029146"/>
                  </a:lnTo>
                  <a:lnTo>
                    <a:pt x="336506" y="1029144"/>
                  </a:lnTo>
                  <a:lnTo>
                    <a:pt x="336499" y="1029142"/>
                  </a:lnTo>
                  <a:lnTo>
                    <a:pt x="336483" y="1029138"/>
                  </a:lnTo>
                  <a:lnTo>
                    <a:pt x="336468" y="1029134"/>
                  </a:lnTo>
                  <a:lnTo>
                    <a:pt x="336450" y="1029132"/>
                  </a:lnTo>
                  <a:lnTo>
                    <a:pt x="336433" y="1029130"/>
                  </a:lnTo>
                  <a:lnTo>
                    <a:pt x="336422" y="1029130"/>
                  </a:lnTo>
                  <a:lnTo>
                    <a:pt x="336415" y="1029131"/>
                  </a:lnTo>
                  <a:lnTo>
                    <a:pt x="336404" y="1029135"/>
                  </a:lnTo>
                  <a:lnTo>
                    <a:pt x="336398" y="1029136"/>
                  </a:lnTo>
                  <a:lnTo>
                    <a:pt x="336387" y="1029136"/>
                  </a:lnTo>
                  <a:lnTo>
                    <a:pt x="336367" y="1029136"/>
                  </a:lnTo>
                  <a:lnTo>
                    <a:pt x="336355" y="1029134"/>
                  </a:lnTo>
                  <a:lnTo>
                    <a:pt x="336347" y="1029133"/>
                  </a:lnTo>
                  <a:lnTo>
                    <a:pt x="336334" y="1029132"/>
                  </a:lnTo>
                  <a:lnTo>
                    <a:pt x="336322" y="1029129"/>
                  </a:lnTo>
                  <a:lnTo>
                    <a:pt x="336317" y="1029126"/>
                  </a:lnTo>
                  <a:lnTo>
                    <a:pt x="336310" y="1029120"/>
                  </a:lnTo>
                  <a:lnTo>
                    <a:pt x="336305" y="1029115"/>
                  </a:lnTo>
                  <a:lnTo>
                    <a:pt x="336300" y="1029111"/>
                  </a:lnTo>
                  <a:lnTo>
                    <a:pt x="336293" y="1029108"/>
                  </a:lnTo>
                  <a:lnTo>
                    <a:pt x="336283" y="1029107"/>
                  </a:lnTo>
                  <a:lnTo>
                    <a:pt x="336274" y="1029109"/>
                  </a:lnTo>
                  <a:lnTo>
                    <a:pt x="336264" y="1029113"/>
                  </a:lnTo>
                  <a:lnTo>
                    <a:pt x="336251" y="1029120"/>
                  </a:lnTo>
                  <a:lnTo>
                    <a:pt x="336242" y="1029126"/>
                  </a:lnTo>
                  <a:lnTo>
                    <a:pt x="336231" y="1029134"/>
                  </a:lnTo>
                  <a:lnTo>
                    <a:pt x="336206" y="1029150"/>
                  </a:lnTo>
                  <a:lnTo>
                    <a:pt x="336186" y="1029161"/>
                  </a:lnTo>
                  <a:lnTo>
                    <a:pt x="336167" y="1029173"/>
                  </a:lnTo>
                  <a:lnTo>
                    <a:pt x="336152" y="1029181"/>
                  </a:lnTo>
                  <a:lnTo>
                    <a:pt x="336135" y="1029192"/>
                  </a:lnTo>
                  <a:lnTo>
                    <a:pt x="336125" y="1029200"/>
                  </a:lnTo>
                  <a:lnTo>
                    <a:pt x="336116" y="1029210"/>
                  </a:lnTo>
                  <a:lnTo>
                    <a:pt x="336106" y="1029220"/>
                  </a:lnTo>
                  <a:lnTo>
                    <a:pt x="336098" y="1029226"/>
                  </a:lnTo>
                  <a:lnTo>
                    <a:pt x="336092" y="1029228"/>
                  </a:lnTo>
                  <a:lnTo>
                    <a:pt x="336088" y="1029229"/>
                  </a:lnTo>
                  <a:lnTo>
                    <a:pt x="336084" y="1029227"/>
                  </a:lnTo>
                  <a:lnTo>
                    <a:pt x="336078" y="1029225"/>
                  </a:lnTo>
                  <a:lnTo>
                    <a:pt x="336074" y="1029220"/>
                  </a:lnTo>
                  <a:lnTo>
                    <a:pt x="336070" y="1029217"/>
                  </a:lnTo>
                  <a:lnTo>
                    <a:pt x="336061" y="1029208"/>
                  </a:lnTo>
                  <a:lnTo>
                    <a:pt x="336056" y="1029203"/>
                  </a:lnTo>
                  <a:lnTo>
                    <a:pt x="336045" y="1029196"/>
                  </a:lnTo>
                  <a:lnTo>
                    <a:pt x="336032" y="1029189"/>
                  </a:lnTo>
                  <a:lnTo>
                    <a:pt x="336020" y="1029186"/>
                  </a:lnTo>
                  <a:lnTo>
                    <a:pt x="336000" y="1029185"/>
                  </a:lnTo>
                  <a:lnTo>
                    <a:pt x="335961" y="1029182"/>
                  </a:lnTo>
                  <a:lnTo>
                    <a:pt x="335931" y="1029181"/>
                  </a:lnTo>
                  <a:lnTo>
                    <a:pt x="335911" y="1029179"/>
                  </a:lnTo>
                  <a:lnTo>
                    <a:pt x="335882" y="1029174"/>
                  </a:lnTo>
                  <a:lnTo>
                    <a:pt x="335855" y="1029169"/>
                  </a:lnTo>
                  <a:lnTo>
                    <a:pt x="335831" y="1029165"/>
                  </a:lnTo>
                  <a:lnTo>
                    <a:pt x="335816" y="1029164"/>
                  </a:lnTo>
                  <a:lnTo>
                    <a:pt x="335800" y="1029163"/>
                  </a:lnTo>
                  <a:lnTo>
                    <a:pt x="335784" y="1029164"/>
                  </a:lnTo>
                  <a:lnTo>
                    <a:pt x="335771" y="1029169"/>
                  </a:lnTo>
                  <a:lnTo>
                    <a:pt x="335758" y="1029174"/>
                  </a:lnTo>
                  <a:lnTo>
                    <a:pt x="335744" y="1029180"/>
                  </a:lnTo>
                  <a:lnTo>
                    <a:pt x="335737" y="1029181"/>
                  </a:lnTo>
                  <a:lnTo>
                    <a:pt x="335726" y="1029181"/>
                  </a:lnTo>
                  <a:lnTo>
                    <a:pt x="335713" y="1029180"/>
                  </a:lnTo>
                  <a:lnTo>
                    <a:pt x="335704" y="1029177"/>
                  </a:lnTo>
                  <a:lnTo>
                    <a:pt x="335700" y="1029175"/>
                  </a:lnTo>
                  <a:lnTo>
                    <a:pt x="335683" y="1029168"/>
                  </a:lnTo>
                  <a:lnTo>
                    <a:pt x="335671" y="1029163"/>
                  </a:lnTo>
                  <a:lnTo>
                    <a:pt x="335660" y="1029158"/>
                  </a:lnTo>
                  <a:lnTo>
                    <a:pt x="335645" y="1029151"/>
                  </a:lnTo>
                  <a:lnTo>
                    <a:pt x="335638" y="1029147"/>
                  </a:lnTo>
                  <a:lnTo>
                    <a:pt x="335610" y="1029133"/>
                  </a:lnTo>
                  <a:lnTo>
                    <a:pt x="335585" y="1029120"/>
                  </a:lnTo>
                  <a:lnTo>
                    <a:pt x="335558" y="1029107"/>
                  </a:lnTo>
                  <a:lnTo>
                    <a:pt x="335535" y="1029097"/>
                  </a:lnTo>
                  <a:lnTo>
                    <a:pt x="335517" y="1029090"/>
                  </a:lnTo>
                  <a:lnTo>
                    <a:pt x="335492" y="1029084"/>
                  </a:lnTo>
                  <a:lnTo>
                    <a:pt x="335464" y="1029079"/>
                  </a:lnTo>
                  <a:lnTo>
                    <a:pt x="335440" y="1029077"/>
                  </a:lnTo>
                  <a:lnTo>
                    <a:pt x="335435" y="1029077"/>
                  </a:lnTo>
                  <a:lnTo>
                    <a:pt x="335429" y="1029076"/>
                  </a:lnTo>
                  <a:lnTo>
                    <a:pt x="335416" y="1029076"/>
                  </a:lnTo>
                  <a:lnTo>
                    <a:pt x="335401" y="1029076"/>
                  </a:lnTo>
                  <a:lnTo>
                    <a:pt x="335390" y="1029076"/>
                  </a:lnTo>
                  <a:lnTo>
                    <a:pt x="335368" y="1029075"/>
                  </a:lnTo>
                  <a:lnTo>
                    <a:pt x="335330" y="1029074"/>
                  </a:lnTo>
                  <a:lnTo>
                    <a:pt x="335289" y="1029073"/>
                  </a:lnTo>
                  <a:lnTo>
                    <a:pt x="335255" y="1029072"/>
                  </a:lnTo>
                  <a:lnTo>
                    <a:pt x="335249" y="1029072"/>
                  </a:lnTo>
                  <a:lnTo>
                    <a:pt x="335228" y="1029072"/>
                  </a:lnTo>
                  <a:lnTo>
                    <a:pt x="335212" y="1029072"/>
                  </a:lnTo>
                  <a:lnTo>
                    <a:pt x="335186" y="1029076"/>
                  </a:lnTo>
                  <a:lnTo>
                    <a:pt x="335167" y="1029081"/>
                  </a:lnTo>
                  <a:lnTo>
                    <a:pt x="335160" y="1029084"/>
                  </a:lnTo>
                  <a:lnTo>
                    <a:pt x="335155" y="1029086"/>
                  </a:lnTo>
                  <a:lnTo>
                    <a:pt x="335137" y="1029097"/>
                  </a:lnTo>
                  <a:lnTo>
                    <a:pt x="335126" y="1029102"/>
                  </a:lnTo>
                  <a:lnTo>
                    <a:pt x="335105" y="1029111"/>
                  </a:lnTo>
                  <a:lnTo>
                    <a:pt x="335099" y="1029114"/>
                  </a:lnTo>
                  <a:lnTo>
                    <a:pt x="335069" y="1029127"/>
                  </a:lnTo>
                  <a:lnTo>
                    <a:pt x="335046" y="1029139"/>
                  </a:lnTo>
                  <a:lnTo>
                    <a:pt x="335030" y="1029149"/>
                  </a:lnTo>
                  <a:lnTo>
                    <a:pt x="335016" y="1029156"/>
                  </a:lnTo>
                  <a:lnTo>
                    <a:pt x="335008" y="1029160"/>
                  </a:lnTo>
                  <a:lnTo>
                    <a:pt x="335000" y="1029161"/>
                  </a:lnTo>
                  <a:lnTo>
                    <a:pt x="334991" y="1029160"/>
                  </a:lnTo>
                  <a:lnTo>
                    <a:pt x="334979" y="1029159"/>
                  </a:lnTo>
                  <a:lnTo>
                    <a:pt x="334955" y="1029158"/>
                  </a:lnTo>
                  <a:lnTo>
                    <a:pt x="334936" y="1029159"/>
                  </a:lnTo>
                  <a:lnTo>
                    <a:pt x="334914" y="1029162"/>
                  </a:lnTo>
                  <a:lnTo>
                    <a:pt x="334894" y="1029166"/>
                  </a:lnTo>
                  <a:lnTo>
                    <a:pt x="334871" y="1029173"/>
                  </a:lnTo>
                  <a:lnTo>
                    <a:pt x="334836" y="1029183"/>
                  </a:lnTo>
                  <a:lnTo>
                    <a:pt x="334800" y="1029192"/>
                  </a:lnTo>
                  <a:lnTo>
                    <a:pt x="334767" y="1029201"/>
                  </a:lnTo>
                  <a:lnTo>
                    <a:pt x="334740" y="1029207"/>
                  </a:lnTo>
                  <a:lnTo>
                    <a:pt x="334717" y="1029210"/>
                  </a:lnTo>
                  <a:lnTo>
                    <a:pt x="334705" y="1029212"/>
                  </a:lnTo>
                  <a:lnTo>
                    <a:pt x="334688" y="1029215"/>
                  </a:lnTo>
                  <a:lnTo>
                    <a:pt x="334655" y="1029221"/>
                  </a:lnTo>
                  <a:lnTo>
                    <a:pt x="334628" y="1029227"/>
                  </a:lnTo>
                  <a:lnTo>
                    <a:pt x="334613" y="1029230"/>
                  </a:lnTo>
                  <a:lnTo>
                    <a:pt x="334604" y="1029233"/>
                  </a:lnTo>
                  <a:lnTo>
                    <a:pt x="334592" y="1029239"/>
                  </a:lnTo>
                  <a:lnTo>
                    <a:pt x="334585" y="1029241"/>
                  </a:lnTo>
                  <a:lnTo>
                    <a:pt x="334581" y="1029229"/>
                  </a:lnTo>
                  <a:lnTo>
                    <a:pt x="334579" y="1029222"/>
                  </a:lnTo>
                  <a:lnTo>
                    <a:pt x="334572" y="1029204"/>
                  </a:lnTo>
                  <a:lnTo>
                    <a:pt x="334563" y="1029184"/>
                  </a:lnTo>
                  <a:lnTo>
                    <a:pt x="334546" y="1029148"/>
                  </a:lnTo>
                  <a:lnTo>
                    <a:pt x="334540" y="1029135"/>
                  </a:lnTo>
                  <a:lnTo>
                    <a:pt x="334539" y="1029126"/>
                  </a:lnTo>
                  <a:lnTo>
                    <a:pt x="334535" y="1029107"/>
                  </a:lnTo>
                  <a:lnTo>
                    <a:pt x="334533" y="1029095"/>
                  </a:lnTo>
                  <a:lnTo>
                    <a:pt x="334531" y="1029078"/>
                  </a:lnTo>
                  <a:lnTo>
                    <a:pt x="334529" y="1029065"/>
                  </a:lnTo>
                  <a:lnTo>
                    <a:pt x="334525" y="1029054"/>
                  </a:lnTo>
                  <a:lnTo>
                    <a:pt x="334520" y="1029042"/>
                  </a:lnTo>
                  <a:lnTo>
                    <a:pt x="334512" y="1029026"/>
                  </a:lnTo>
                  <a:lnTo>
                    <a:pt x="334504" y="1029011"/>
                  </a:lnTo>
                  <a:lnTo>
                    <a:pt x="334494" y="1028993"/>
                  </a:lnTo>
                  <a:lnTo>
                    <a:pt x="334483" y="1028972"/>
                  </a:lnTo>
                  <a:lnTo>
                    <a:pt x="334477" y="1028957"/>
                  </a:lnTo>
                  <a:lnTo>
                    <a:pt x="334471" y="1028945"/>
                  </a:lnTo>
                  <a:lnTo>
                    <a:pt x="334464" y="1028929"/>
                  </a:lnTo>
                  <a:lnTo>
                    <a:pt x="334457" y="1028909"/>
                  </a:lnTo>
                  <a:lnTo>
                    <a:pt x="334449" y="1028885"/>
                  </a:lnTo>
                  <a:lnTo>
                    <a:pt x="334443" y="1028869"/>
                  </a:lnTo>
                  <a:lnTo>
                    <a:pt x="334441" y="1028863"/>
                  </a:lnTo>
                  <a:lnTo>
                    <a:pt x="334438" y="1028855"/>
                  </a:lnTo>
                  <a:lnTo>
                    <a:pt x="334434" y="1028848"/>
                  </a:lnTo>
                  <a:lnTo>
                    <a:pt x="334426" y="1028834"/>
                  </a:lnTo>
                  <a:lnTo>
                    <a:pt x="334415" y="1028814"/>
                  </a:lnTo>
                  <a:lnTo>
                    <a:pt x="334413" y="1028810"/>
                  </a:lnTo>
                  <a:lnTo>
                    <a:pt x="334398" y="1028781"/>
                  </a:lnTo>
                  <a:lnTo>
                    <a:pt x="334394" y="1028773"/>
                  </a:lnTo>
                  <a:lnTo>
                    <a:pt x="334392" y="1028766"/>
                  </a:lnTo>
                  <a:lnTo>
                    <a:pt x="334390" y="1028754"/>
                  </a:lnTo>
                  <a:lnTo>
                    <a:pt x="334388" y="1028726"/>
                  </a:lnTo>
                  <a:lnTo>
                    <a:pt x="334386" y="1028716"/>
                  </a:lnTo>
                  <a:lnTo>
                    <a:pt x="334382" y="1028699"/>
                  </a:lnTo>
                  <a:lnTo>
                    <a:pt x="334378" y="1028676"/>
                  </a:lnTo>
                  <a:lnTo>
                    <a:pt x="334376" y="1028664"/>
                  </a:lnTo>
                  <a:lnTo>
                    <a:pt x="334375" y="1028643"/>
                  </a:lnTo>
                  <a:lnTo>
                    <a:pt x="334376" y="1028622"/>
                  </a:lnTo>
                  <a:lnTo>
                    <a:pt x="334376" y="1028608"/>
                  </a:lnTo>
                  <a:lnTo>
                    <a:pt x="334375" y="1028603"/>
                  </a:lnTo>
                  <a:lnTo>
                    <a:pt x="334373" y="1028594"/>
                  </a:lnTo>
                  <a:lnTo>
                    <a:pt x="334368" y="1028578"/>
                  </a:lnTo>
                  <a:lnTo>
                    <a:pt x="334367" y="1028570"/>
                  </a:lnTo>
                  <a:lnTo>
                    <a:pt x="334366" y="1028558"/>
                  </a:lnTo>
                  <a:lnTo>
                    <a:pt x="334367" y="1028547"/>
                  </a:lnTo>
                  <a:lnTo>
                    <a:pt x="334371" y="1028530"/>
                  </a:lnTo>
                  <a:lnTo>
                    <a:pt x="334376" y="1028517"/>
                  </a:lnTo>
                  <a:lnTo>
                    <a:pt x="334381" y="1028504"/>
                  </a:lnTo>
                  <a:lnTo>
                    <a:pt x="334387" y="1028494"/>
                  </a:lnTo>
                  <a:lnTo>
                    <a:pt x="334396" y="1028481"/>
                  </a:lnTo>
                  <a:lnTo>
                    <a:pt x="334410" y="1028462"/>
                  </a:lnTo>
                  <a:lnTo>
                    <a:pt x="334418" y="1028451"/>
                  </a:lnTo>
                  <a:lnTo>
                    <a:pt x="334425" y="1028440"/>
                  </a:lnTo>
                  <a:lnTo>
                    <a:pt x="334430" y="1028431"/>
                  </a:lnTo>
                  <a:lnTo>
                    <a:pt x="334432" y="1028423"/>
                  </a:lnTo>
                  <a:lnTo>
                    <a:pt x="334434" y="1028415"/>
                  </a:lnTo>
                  <a:lnTo>
                    <a:pt x="334434" y="1028407"/>
                  </a:lnTo>
                  <a:lnTo>
                    <a:pt x="334434" y="1028394"/>
                  </a:lnTo>
                  <a:lnTo>
                    <a:pt x="334435" y="1028384"/>
                  </a:lnTo>
                  <a:lnTo>
                    <a:pt x="334438" y="1028372"/>
                  </a:lnTo>
                  <a:lnTo>
                    <a:pt x="334446" y="1028355"/>
                  </a:lnTo>
                  <a:lnTo>
                    <a:pt x="334451" y="1028345"/>
                  </a:lnTo>
                  <a:lnTo>
                    <a:pt x="334453" y="1028341"/>
                  </a:lnTo>
                  <a:lnTo>
                    <a:pt x="334457" y="1028337"/>
                  </a:lnTo>
                  <a:lnTo>
                    <a:pt x="334463" y="1028330"/>
                  </a:lnTo>
                  <a:lnTo>
                    <a:pt x="334472" y="1028324"/>
                  </a:lnTo>
                  <a:lnTo>
                    <a:pt x="334490" y="1028312"/>
                  </a:lnTo>
                  <a:lnTo>
                    <a:pt x="334509" y="1028300"/>
                  </a:lnTo>
                  <a:lnTo>
                    <a:pt x="334522" y="1028293"/>
                  </a:lnTo>
                  <a:lnTo>
                    <a:pt x="334532" y="1028290"/>
                  </a:lnTo>
                  <a:lnTo>
                    <a:pt x="334546" y="1028288"/>
                  </a:lnTo>
                  <a:lnTo>
                    <a:pt x="334559" y="1028288"/>
                  </a:lnTo>
                  <a:lnTo>
                    <a:pt x="334580" y="1028293"/>
                  </a:lnTo>
                  <a:lnTo>
                    <a:pt x="334595" y="1028296"/>
                  </a:lnTo>
                  <a:lnTo>
                    <a:pt x="334613" y="1028298"/>
                  </a:lnTo>
                  <a:lnTo>
                    <a:pt x="334628" y="1028298"/>
                  </a:lnTo>
                  <a:lnTo>
                    <a:pt x="334649" y="1028299"/>
                  </a:lnTo>
                  <a:lnTo>
                    <a:pt x="334658" y="1028297"/>
                  </a:lnTo>
                  <a:lnTo>
                    <a:pt x="334672" y="1028294"/>
                  </a:lnTo>
                  <a:lnTo>
                    <a:pt x="334683" y="1028289"/>
                  </a:lnTo>
                  <a:lnTo>
                    <a:pt x="334689" y="1028286"/>
                  </a:lnTo>
                  <a:lnTo>
                    <a:pt x="334703" y="1028280"/>
                  </a:lnTo>
                  <a:lnTo>
                    <a:pt x="334710" y="1028276"/>
                  </a:lnTo>
                  <a:lnTo>
                    <a:pt x="334723" y="1028267"/>
                  </a:lnTo>
                  <a:lnTo>
                    <a:pt x="334737" y="1028257"/>
                  </a:lnTo>
                  <a:lnTo>
                    <a:pt x="334744" y="1028249"/>
                  </a:lnTo>
                  <a:lnTo>
                    <a:pt x="334750" y="1028244"/>
                  </a:lnTo>
                  <a:lnTo>
                    <a:pt x="334759" y="1028234"/>
                  </a:lnTo>
                  <a:lnTo>
                    <a:pt x="334768" y="1028223"/>
                  </a:lnTo>
                  <a:lnTo>
                    <a:pt x="334776" y="1028208"/>
                  </a:lnTo>
                  <a:lnTo>
                    <a:pt x="334787" y="1028186"/>
                  </a:lnTo>
                  <a:lnTo>
                    <a:pt x="334795" y="1028169"/>
                  </a:lnTo>
                  <a:lnTo>
                    <a:pt x="334805" y="1028152"/>
                  </a:lnTo>
                  <a:lnTo>
                    <a:pt x="334813" y="1028137"/>
                  </a:lnTo>
                  <a:lnTo>
                    <a:pt x="334820" y="1028126"/>
                  </a:lnTo>
                  <a:lnTo>
                    <a:pt x="334836" y="1028106"/>
                  </a:lnTo>
                  <a:lnTo>
                    <a:pt x="334846" y="1028090"/>
                  </a:lnTo>
                  <a:lnTo>
                    <a:pt x="334853" y="1028079"/>
                  </a:lnTo>
                  <a:lnTo>
                    <a:pt x="334856" y="1028072"/>
                  </a:lnTo>
                  <a:lnTo>
                    <a:pt x="334858" y="1028067"/>
                  </a:lnTo>
                  <a:lnTo>
                    <a:pt x="334864" y="1028051"/>
                  </a:lnTo>
                  <a:lnTo>
                    <a:pt x="334871" y="1028034"/>
                  </a:lnTo>
                  <a:lnTo>
                    <a:pt x="334873" y="1028029"/>
                  </a:lnTo>
                  <a:lnTo>
                    <a:pt x="334882" y="1028009"/>
                  </a:lnTo>
                  <a:lnTo>
                    <a:pt x="334892" y="1027991"/>
                  </a:lnTo>
                  <a:lnTo>
                    <a:pt x="334900" y="1027977"/>
                  </a:lnTo>
                  <a:lnTo>
                    <a:pt x="334912" y="1027960"/>
                  </a:lnTo>
                  <a:lnTo>
                    <a:pt x="334926" y="1027942"/>
                  </a:lnTo>
                  <a:lnTo>
                    <a:pt x="334943" y="1027920"/>
                  </a:lnTo>
                  <a:lnTo>
                    <a:pt x="334949" y="1027912"/>
                  </a:lnTo>
                  <a:lnTo>
                    <a:pt x="334961" y="1027895"/>
                  </a:lnTo>
                  <a:lnTo>
                    <a:pt x="334964" y="1027889"/>
                  </a:lnTo>
                  <a:lnTo>
                    <a:pt x="334961" y="1027883"/>
                  </a:lnTo>
                  <a:lnTo>
                    <a:pt x="334956" y="1027879"/>
                  </a:lnTo>
                  <a:lnTo>
                    <a:pt x="334944" y="1027869"/>
                  </a:lnTo>
                  <a:lnTo>
                    <a:pt x="334930" y="1027856"/>
                  </a:lnTo>
                  <a:lnTo>
                    <a:pt x="334914" y="1027839"/>
                  </a:lnTo>
                  <a:lnTo>
                    <a:pt x="334901" y="1027824"/>
                  </a:lnTo>
                  <a:lnTo>
                    <a:pt x="334891" y="1027812"/>
                  </a:lnTo>
                  <a:lnTo>
                    <a:pt x="334883" y="1027798"/>
                  </a:lnTo>
                  <a:lnTo>
                    <a:pt x="334877" y="1027786"/>
                  </a:lnTo>
                  <a:lnTo>
                    <a:pt x="334871" y="1027771"/>
                  </a:lnTo>
                  <a:lnTo>
                    <a:pt x="334865" y="1027756"/>
                  </a:lnTo>
                  <a:lnTo>
                    <a:pt x="334861" y="1027741"/>
                  </a:lnTo>
                  <a:lnTo>
                    <a:pt x="334858" y="1027724"/>
                  </a:lnTo>
                  <a:lnTo>
                    <a:pt x="334856" y="1027706"/>
                  </a:lnTo>
                  <a:lnTo>
                    <a:pt x="334857" y="1027692"/>
                  </a:lnTo>
                  <a:lnTo>
                    <a:pt x="334861" y="1027673"/>
                  </a:lnTo>
                  <a:lnTo>
                    <a:pt x="334862" y="1027667"/>
                  </a:lnTo>
                  <a:lnTo>
                    <a:pt x="334867" y="1027648"/>
                  </a:lnTo>
                  <a:lnTo>
                    <a:pt x="334869" y="1027639"/>
                  </a:lnTo>
                  <a:lnTo>
                    <a:pt x="334870" y="1027625"/>
                  </a:lnTo>
                  <a:lnTo>
                    <a:pt x="334872" y="1027617"/>
                  </a:lnTo>
                  <a:lnTo>
                    <a:pt x="334875" y="1027609"/>
                  </a:lnTo>
                  <a:lnTo>
                    <a:pt x="334878" y="1027602"/>
                  </a:lnTo>
                  <a:lnTo>
                    <a:pt x="334882" y="1027596"/>
                  </a:lnTo>
                  <a:lnTo>
                    <a:pt x="334898" y="1027576"/>
                  </a:lnTo>
                  <a:lnTo>
                    <a:pt x="334910" y="1027559"/>
                  </a:lnTo>
                  <a:lnTo>
                    <a:pt x="334921" y="1027543"/>
                  </a:lnTo>
                  <a:lnTo>
                    <a:pt x="334926" y="1027534"/>
                  </a:lnTo>
                  <a:lnTo>
                    <a:pt x="334928" y="1027528"/>
                  </a:lnTo>
                  <a:lnTo>
                    <a:pt x="334928" y="1027520"/>
                  </a:lnTo>
                  <a:lnTo>
                    <a:pt x="334929" y="1027509"/>
                  </a:lnTo>
                  <a:lnTo>
                    <a:pt x="334931" y="1027500"/>
                  </a:lnTo>
                  <a:lnTo>
                    <a:pt x="334934" y="1027488"/>
                  </a:lnTo>
                  <a:lnTo>
                    <a:pt x="334936" y="1027482"/>
                  </a:lnTo>
                  <a:lnTo>
                    <a:pt x="334939" y="1027468"/>
                  </a:lnTo>
                  <a:lnTo>
                    <a:pt x="334943" y="1027459"/>
                  </a:lnTo>
                  <a:lnTo>
                    <a:pt x="334949" y="1027448"/>
                  </a:lnTo>
                  <a:lnTo>
                    <a:pt x="334956" y="1027436"/>
                  </a:lnTo>
                  <a:lnTo>
                    <a:pt x="334964" y="1027426"/>
                  </a:lnTo>
                  <a:lnTo>
                    <a:pt x="334975" y="1027411"/>
                  </a:lnTo>
                  <a:lnTo>
                    <a:pt x="334993" y="1027390"/>
                  </a:lnTo>
                  <a:lnTo>
                    <a:pt x="335006" y="1027375"/>
                  </a:lnTo>
                  <a:lnTo>
                    <a:pt x="335020" y="1027359"/>
                  </a:lnTo>
                  <a:lnTo>
                    <a:pt x="335029" y="1027347"/>
                  </a:lnTo>
                  <a:lnTo>
                    <a:pt x="335042" y="1027331"/>
                  </a:lnTo>
                  <a:lnTo>
                    <a:pt x="335049" y="1027321"/>
                  </a:lnTo>
                  <a:lnTo>
                    <a:pt x="335056" y="1027310"/>
                  </a:lnTo>
                  <a:lnTo>
                    <a:pt x="335064" y="1027294"/>
                  </a:lnTo>
                  <a:lnTo>
                    <a:pt x="335070" y="1027285"/>
                  </a:lnTo>
                  <a:lnTo>
                    <a:pt x="335075" y="1027279"/>
                  </a:lnTo>
                  <a:lnTo>
                    <a:pt x="335083" y="1027272"/>
                  </a:lnTo>
                  <a:lnTo>
                    <a:pt x="335097" y="1027263"/>
                  </a:lnTo>
                  <a:lnTo>
                    <a:pt x="335114" y="1027255"/>
                  </a:lnTo>
                  <a:lnTo>
                    <a:pt x="335126" y="1027252"/>
                  </a:lnTo>
                  <a:lnTo>
                    <a:pt x="335138" y="1027251"/>
                  </a:lnTo>
                  <a:lnTo>
                    <a:pt x="335159" y="1027251"/>
                  </a:lnTo>
                  <a:lnTo>
                    <a:pt x="335178" y="1027251"/>
                  </a:lnTo>
                  <a:lnTo>
                    <a:pt x="335165" y="1027243"/>
                  </a:lnTo>
                  <a:lnTo>
                    <a:pt x="335148" y="1027234"/>
                  </a:lnTo>
                  <a:lnTo>
                    <a:pt x="335135" y="1027226"/>
                  </a:lnTo>
                  <a:lnTo>
                    <a:pt x="335122" y="1027216"/>
                  </a:lnTo>
                  <a:lnTo>
                    <a:pt x="335108" y="1027204"/>
                  </a:lnTo>
                  <a:lnTo>
                    <a:pt x="335093" y="1027191"/>
                  </a:lnTo>
                  <a:lnTo>
                    <a:pt x="335078" y="1027180"/>
                  </a:lnTo>
                  <a:lnTo>
                    <a:pt x="335056" y="1027166"/>
                  </a:lnTo>
                  <a:lnTo>
                    <a:pt x="335044" y="1027157"/>
                  </a:lnTo>
                  <a:lnTo>
                    <a:pt x="335028" y="1027147"/>
                  </a:lnTo>
                  <a:lnTo>
                    <a:pt x="335013" y="1027138"/>
                  </a:lnTo>
                  <a:lnTo>
                    <a:pt x="335008" y="1027134"/>
                  </a:lnTo>
                  <a:lnTo>
                    <a:pt x="334994" y="1027122"/>
                  </a:lnTo>
                  <a:lnTo>
                    <a:pt x="334979" y="1027105"/>
                  </a:lnTo>
                  <a:lnTo>
                    <a:pt x="334964" y="1027088"/>
                  </a:lnTo>
                  <a:lnTo>
                    <a:pt x="334950" y="1027074"/>
                  </a:lnTo>
                  <a:lnTo>
                    <a:pt x="334941" y="1027063"/>
                  </a:lnTo>
                  <a:lnTo>
                    <a:pt x="334932" y="1027051"/>
                  </a:lnTo>
                  <a:lnTo>
                    <a:pt x="334927" y="1027045"/>
                  </a:lnTo>
                  <a:lnTo>
                    <a:pt x="334916" y="1027032"/>
                  </a:lnTo>
                  <a:lnTo>
                    <a:pt x="334901" y="1027017"/>
                  </a:lnTo>
                  <a:lnTo>
                    <a:pt x="334887" y="1027001"/>
                  </a:lnTo>
                  <a:lnTo>
                    <a:pt x="334884" y="1026997"/>
                  </a:lnTo>
                  <a:lnTo>
                    <a:pt x="334875" y="1026987"/>
                  </a:lnTo>
                  <a:lnTo>
                    <a:pt x="334866" y="1026976"/>
                  </a:lnTo>
                  <a:lnTo>
                    <a:pt x="334856" y="1026963"/>
                  </a:lnTo>
                  <a:lnTo>
                    <a:pt x="334850" y="1026957"/>
                  </a:lnTo>
                  <a:lnTo>
                    <a:pt x="334840" y="1026951"/>
                  </a:lnTo>
                  <a:lnTo>
                    <a:pt x="334829" y="1026946"/>
                  </a:lnTo>
                  <a:lnTo>
                    <a:pt x="334817" y="1026942"/>
                  </a:lnTo>
                  <a:lnTo>
                    <a:pt x="334804" y="1026939"/>
                  </a:lnTo>
                  <a:lnTo>
                    <a:pt x="334791" y="1026936"/>
                  </a:lnTo>
                  <a:lnTo>
                    <a:pt x="334778" y="1026935"/>
                  </a:lnTo>
                  <a:lnTo>
                    <a:pt x="334758" y="1026933"/>
                  </a:lnTo>
                  <a:lnTo>
                    <a:pt x="334736" y="1026933"/>
                  </a:lnTo>
                  <a:lnTo>
                    <a:pt x="334715" y="1026933"/>
                  </a:lnTo>
                  <a:lnTo>
                    <a:pt x="334694" y="1026934"/>
                  </a:lnTo>
                  <a:lnTo>
                    <a:pt x="334672" y="1026936"/>
                  </a:lnTo>
                  <a:lnTo>
                    <a:pt x="334655" y="1026938"/>
                  </a:lnTo>
                  <a:lnTo>
                    <a:pt x="334639" y="1026938"/>
                  </a:lnTo>
                  <a:lnTo>
                    <a:pt x="334613" y="1026938"/>
                  </a:lnTo>
                  <a:lnTo>
                    <a:pt x="334588" y="1026937"/>
                  </a:lnTo>
                  <a:lnTo>
                    <a:pt x="334577" y="1026936"/>
                  </a:lnTo>
                  <a:lnTo>
                    <a:pt x="334569" y="1026934"/>
                  </a:lnTo>
                  <a:lnTo>
                    <a:pt x="334562" y="1026930"/>
                  </a:lnTo>
                  <a:lnTo>
                    <a:pt x="334557" y="1026926"/>
                  </a:lnTo>
                  <a:lnTo>
                    <a:pt x="334554" y="1026921"/>
                  </a:lnTo>
                  <a:lnTo>
                    <a:pt x="334552" y="1026917"/>
                  </a:lnTo>
                  <a:lnTo>
                    <a:pt x="334550" y="1026900"/>
                  </a:lnTo>
                  <a:lnTo>
                    <a:pt x="334548" y="1026878"/>
                  </a:lnTo>
                  <a:lnTo>
                    <a:pt x="334547" y="1026854"/>
                  </a:lnTo>
                  <a:lnTo>
                    <a:pt x="334545" y="1026831"/>
                  </a:lnTo>
                  <a:lnTo>
                    <a:pt x="334543" y="1026811"/>
                  </a:lnTo>
                  <a:lnTo>
                    <a:pt x="334543" y="1026800"/>
                  </a:lnTo>
                  <a:lnTo>
                    <a:pt x="334543" y="1026795"/>
                  </a:lnTo>
                  <a:lnTo>
                    <a:pt x="334543" y="1026776"/>
                  </a:lnTo>
                  <a:lnTo>
                    <a:pt x="334545" y="1026764"/>
                  </a:lnTo>
                  <a:lnTo>
                    <a:pt x="334548" y="1026758"/>
                  </a:lnTo>
                  <a:lnTo>
                    <a:pt x="334554" y="1026754"/>
                  </a:lnTo>
                  <a:lnTo>
                    <a:pt x="334579" y="1026756"/>
                  </a:lnTo>
                  <a:lnTo>
                    <a:pt x="334600" y="1026758"/>
                  </a:lnTo>
                  <a:lnTo>
                    <a:pt x="334621" y="1026763"/>
                  </a:lnTo>
                  <a:lnTo>
                    <a:pt x="334635" y="1026765"/>
                  </a:lnTo>
                  <a:lnTo>
                    <a:pt x="334657" y="1026768"/>
                  </a:lnTo>
                  <a:lnTo>
                    <a:pt x="334665" y="1026768"/>
                  </a:lnTo>
                  <a:lnTo>
                    <a:pt x="334678" y="1026769"/>
                  </a:lnTo>
                  <a:lnTo>
                    <a:pt x="334695" y="1026768"/>
                  </a:lnTo>
                  <a:lnTo>
                    <a:pt x="334713" y="1026766"/>
                  </a:lnTo>
                  <a:lnTo>
                    <a:pt x="334722" y="1026764"/>
                  </a:lnTo>
                  <a:lnTo>
                    <a:pt x="334734" y="1026760"/>
                  </a:lnTo>
                  <a:lnTo>
                    <a:pt x="334748" y="1026755"/>
                  </a:lnTo>
                  <a:lnTo>
                    <a:pt x="334757" y="1026753"/>
                  </a:lnTo>
                  <a:lnTo>
                    <a:pt x="334762" y="1026749"/>
                  </a:lnTo>
                  <a:lnTo>
                    <a:pt x="334765" y="1026745"/>
                  </a:lnTo>
                  <a:lnTo>
                    <a:pt x="334767" y="1026740"/>
                  </a:lnTo>
                  <a:lnTo>
                    <a:pt x="334769" y="1026732"/>
                  </a:lnTo>
                  <a:lnTo>
                    <a:pt x="334770" y="1026722"/>
                  </a:lnTo>
                  <a:lnTo>
                    <a:pt x="334770" y="1026704"/>
                  </a:lnTo>
                  <a:lnTo>
                    <a:pt x="334769" y="1026687"/>
                  </a:lnTo>
                  <a:lnTo>
                    <a:pt x="334768" y="1026675"/>
                  </a:lnTo>
                  <a:lnTo>
                    <a:pt x="334770" y="1026662"/>
                  </a:lnTo>
                  <a:lnTo>
                    <a:pt x="334772" y="1026651"/>
                  </a:lnTo>
                  <a:lnTo>
                    <a:pt x="334776" y="1026636"/>
                  </a:lnTo>
                  <a:lnTo>
                    <a:pt x="334782" y="1026621"/>
                  </a:lnTo>
                  <a:lnTo>
                    <a:pt x="334784" y="1026614"/>
                  </a:lnTo>
                  <a:lnTo>
                    <a:pt x="334790" y="1026589"/>
                  </a:lnTo>
                  <a:lnTo>
                    <a:pt x="334795" y="1026574"/>
                  </a:lnTo>
                  <a:lnTo>
                    <a:pt x="334800" y="1026559"/>
                  </a:lnTo>
                  <a:lnTo>
                    <a:pt x="334805" y="1026544"/>
                  </a:lnTo>
                  <a:lnTo>
                    <a:pt x="334809" y="1026535"/>
                  </a:lnTo>
                  <a:lnTo>
                    <a:pt x="334811" y="1026528"/>
                  </a:lnTo>
                  <a:lnTo>
                    <a:pt x="334818" y="1026510"/>
                  </a:lnTo>
                  <a:lnTo>
                    <a:pt x="334824" y="1026497"/>
                  </a:lnTo>
                  <a:lnTo>
                    <a:pt x="334828" y="1026486"/>
                  </a:lnTo>
                  <a:lnTo>
                    <a:pt x="334832" y="1026478"/>
                  </a:lnTo>
                  <a:lnTo>
                    <a:pt x="334837" y="1026469"/>
                  </a:lnTo>
                  <a:lnTo>
                    <a:pt x="334843" y="1026461"/>
                  </a:lnTo>
                  <a:lnTo>
                    <a:pt x="334851" y="1026454"/>
                  </a:lnTo>
                  <a:lnTo>
                    <a:pt x="334861" y="1026444"/>
                  </a:lnTo>
                  <a:lnTo>
                    <a:pt x="334872" y="1026433"/>
                  </a:lnTo>
                  <a:lnTo>
                    <a:pt x="334883" y="1026425"/>
                  </a:lnTo>
                  <a:lnTo>
                    <a:pt x="334898" y="1026413"/>
                  </a:lnTo>
                  <a:lnTo>
                    <a:pt x="334909" y="1026403"/>
                  </a:lnTo>
                  <a:lnTo>
                    <a:pt x="334924" y="1026391"/>
                  </a:lnTo>
                  <a:lnTo>
                    <a:pt x="334932" y="1026384"/>
                  </a:lnTo>
                  <a:lnTo>
                    <a:pt x="334936" y="1026381"/>
                  </a:lnTo>
                  <a:lnTo>
                    <a:pt x="334947" y="1026372"/>
                  </a:lnTo>
                  <a:lnTo>
                    <a:pt x="334955" y="1026366"/>
                  </a:lnTo>
                  <a:lnTo>
                    <a:pt x="334963" y="1026360"/>
                  </a:lnTo>
                  <a:lnTo>
                    <a:pt x="334973" y="1026356"/>
                  </a:lnTo>
                  <a:lnTo>
                    <a:pt x="334981" y="1026353"/>
                  </a:lnTo>
                  <a:lnTo>
                    <a:pt x="334988" y="1026350"/>
                  </a:lnTo>
                  <a:lnTo>
                    <a:pt x="335008" y="1026344"/>
                  </a:lnTo>
                  <a:lnTo>
                    <a:pt x="335029" y="1026339"/>
                  </a:lnTo>
                  <a:lnTo>
                    <a:pt x="335053" y="1026335"/>
                  </a:lnTo>
                  <a:lnTo>
                    <a:pt x="335058" y="1026334"/>
                  </a:lnTo>
                  <a:lnTo>
                    <a:pt x="335073" y="1026330"/>
                  </a:lnTo>
                  <a:lnTo>
                    <a:pt x="335083" y="1026328"/>
                  </a:lnTo>
                  <a:lnTo>
                    <a:pt x="335088" y="1026325"/>
                  </a:lnTo>
                  <a:lnTo>
                    <a:pt x="335094" y="1026321"/>
                  </a:lnTo>
                  <a:lnTo>
                    <a:pt x="335105" y="1026311"/>
                  </a:lnTo>
                  <a:lnTo>
                    <a:pt x="335117" y="1026298"/>
                  </a:lnTo>
                  <a:lnTo>
                    <a:pt x="335129" y="1026287"/>
                  </a:lnTo>
                  <a:lnTo>
                    <a:pt x="335143" y="1026273"/>
                  </a:lnTo>
                  <a:lnTo>
                    <a:pt x="335156" y="1026262"/>
                  </a:lnTo>
                  <a:lnTo>
                    <a:pt x="335170" y="1026252"/>
                  </a:lnTo>
                  <a:lnTo>
                    <a:pt x="335181" y="1026245"/>
                  </a:lnTo>
                  <a:lnTo>
                    <a:pt x="335192" y="1026239"/>
                  </a:lnTo>
                  <a:lnTo>
                    <a:pt x="335209" y="1026231"/>
                  </a:lnTo>
                  <a:lnTo>
                    <a:pt x="335222" y="1026226"/>
                  </a:lnTo>
                  <a:lnTo>
                    <a:pt x="335233" y="1026223"/>
                  </a:lnTo>
                  <a:lnTo>
                    <a:pt x="335238" y="1026222"/>
                  </a:lnTo>
                  <a:lnTo>
                    <a:pt x="335252" y="1026219"/>
                  </a:lnTo>
                  <a:lnTo>
                    <a:pt x="335258" y="1026218"/>
                  </a:lnTo>
                  <a:lnTo>
                    <a:pt x="335276" y="1026214"/>
                  </a:lnTo>
                  <a:lnTo>
                    <a:pt x="335296" y="1026212"/>
                  </a:lnTo>
                  <a:lnTo>
                    <a:pt x="335313" y="1026210"/>
                  </a:lnTo>
                  <a:lnTo>
                    <a:pt x="335336" y="1026209"/>
                  </a:lnTo>
                  <a:lnTo>
                    <a:pt x="335352" y="1026207"/>
                  </a:lnTo>
                  <a:lnTo>
                    <a:pt x="335378" y="1026205"/>
                  </a:lnTo>
                  <a:lnTo>
                    <a:pt x="335387" y="1026203"/>
                  </a:lnTo>
                  <a:lnTo>
                    <a:pt x="335401" y="1026201"/>
                  </a:lnTo>
                  <a:lnTo>
                    <a:pt x="335411" y="1026198"/>
                  </a:lnTo>
                  <a:lnTo>
                    <a:pt x="335423" y="1026193"/>
                  </a:lnTo>
                  <a:lnTo>
                    <a:pt x="335436" y="1026187"/>
                  </a:lnTo>
                  <a:lnTo>
                    <a:pt x="335447" y="1026181"/>
                  </a:lnTo>
                  <a:lnTo>
                    <a:pt x="335460" y="1026174"/>
                  </a:lnTo>
                  <a:lnTo>
                    <a:pt x="335475" y="1026164"/>
                  </a:lnTo>
                  <a:lnTo>
                    <a:pt x="335487" y="1026156"/>
                  </a:lnTo>
                  <a:lnTo>
                    <a:pt x="335500" y="1026148"/>
                  </a:lnTo>
                  <a:lnTo>
                    <a:pt x="335512" y="1026141"/>
                  </a:lnTo>
                  <a:lnTo>
                    <a:pt x="335522" y="1026135"/>
                  </a:lnTo>
                  <a:lnTo>
                    <a:pt x="335531" y="1026131"/>
                  </a:lnTo>
                  <a:lnTo>
                    <a:pt x="335543" y="1026128"/>
                  </a:lnTo>
                  <a:lnTo>
                    <a:pt x="335551" y="1026127"/>
                  </a:lnTo>
                  <a:lnTo>
                    <a:pt x="335563" y="1026126"/>
                  </a:lnTo>
                  <a:lnTo>
                    <a:pt x="335572" y="1026126"/>
                  </a:lnTo>
                  <a:lnTo>
                    <a:pt x="335579" y="1026128"/>
                  </a:lnTo>
                  <a:lnTo>
                    <a:pt x="335590" y="1026134"/>
                  </a:lnTo>
                  <a:lnTo>
                    <a:pt x="335605" y="1026141"/>
                  </a:lnTo>
                  <a:lnTo>
                    <a:pt x="335616" y="1026147"/>
                  </a:lnTo>
                  <a:lnTo>
                    <a:pt x="335624" y="1026149"/>
                  </a:lnTo>
                  <a:lnTo>
                    <a:pt x="335625" y="1026144"/>
                  </a:lnTo>
                  <a:lnTo>
                    <a:pt x="335621" y="1026138"/>
                  </a:lnTo>
                  <a:lnTo>
                    <a:pt x="335616" y="1026133"/>
                  </a:lnTo>
                  <a:lnTo>
                    <a:pt x="335606" y="1026125"/>
                  </a:lnTo>
                  <a:lnTo>
                    <a:pt x="335600" y="1026122"/>
                  </a:lnTo>
                  <a:lnTo>
                    <a:pt x="335593" y="1026117"/>
                  </a:lnTo>
                  <a:lnTo>
                    <a:pt x="335584" y="1026112"/>
                  </a:lnTo>
                  <a:lnTo>
                    <a:pt x="335578" y="1026107"/>
                  </a:lnTo>
                  <a:lnTo>
                    <a:pt x="335575" y="1026102"/>
                  </a:lnTo>
                  <a:lnTo>
                    <a:pt x="335573" y="1026096"/>
                  </a:lnTo>
                  <a:lnTo>
                    <a:pt x="335572" y="1026087"/>
                  </a:lnTo>
                  <a:lnTo>
                    <a:pt x="335571" y="1026079"/>
                  </a:lnTo>
                  <a:lnTo>
                    <a:pt x="335568" y="1026066"/>
                  </a:lnTo>
                  <a:lnTo>
                    <a:pt x="335565" y="1026050"/>
                  </a:lnTo>
                  <a:lnTo>
                    <a:pt x="335562" y="1026038"/>
                  </a:lnTo>
                  <a:lnTo>
                    <a:pt x="335560" y="1026029"/>
                  </a:lnTo>
                  <a:lnTo>
                    <a:pt x="335561" y="1026021"/>
                  </a:lnTo>
                  <a:lnTo>
                    <a:pt x="335562" y="1026006"/>
                  </a:lnTo>
                  <a:lnTo>
                    <a:pt x="335565" y="1025990"/>
                  </a:lnTo>
                  <a:lnTo>
                    <a:pt x="335568" y="1025975"/>
                  </a:lnTo>
                  <a:lnTo>
                    <a:pt x="335569" y="1025964"/>
                  </a:lnTo>
                  <a:lnTo>
                    <a:pt x="335570" y="1025952"/>
                  </a:lnTo>
                  <a:lnTo>
                    <a:pt x="335572" y="1025942"/>
                  </a:lnTo>
                  <a:lnTo>
                    <a:pt x="335573" y="1025937"/>
                  </a:lnTo>
                  <a:lnTo>
                    <a:pt x="335576" y="1025926"/>
                  </a:lnTo>
                  <a:lnTo>
                    <a:pt x="335579" y="1025916"/>
                  </a:lnTo>
                  <a:lnTo>
                    <a:pt x="335583" y="1025899"/>
                  </a:lnTo>
                  <a:lnTo>
                    <a:pt x="335587" y="1025885"/>
                  </a:lnTo>
                  <a:lnTo>
                    <a:pt x="335590" y="1025874"/>
                  </a:lnTo>
                  <a:lnTo>
                    <a:pt x="335592" y="1025867"/>
                  </a:lnTo>
                  <a:lnTo>
                    <a:pt x="335597" y="1025858"/>
                  </a:lnTo>
                  <a:lnTo>
                    <a:pt x="335604" y="1025847"/>
                  </a:lnTo>
                  <a:lnTo>
                    <a:pt x="335610" y="1025841"/>
                  </a:lnTo>
                  <a:lnTo>
                    <a:pt x="335618" y="1025833"/>
                  </a:lnTo>
                  <a:lnTo>
                    <a:pt x="335628" y="1025827"/>
                  </a:lnTo>
                  <a:lnTo>
                    <a:pt x="335639" y="1025819"/>
                  </a:lnTo>
                  <a:lnTo>
                    <a:pt x="335648" y="1025811"/>
                  </a:lnTo>
                  <a:lnTo>
                    <a:pt x="335655" y="1025804"/>
                  </a:lnTo>
                  <a:lnTo>
                    <a:pt x="335664" y="1025793"/>
                  </a:lnTo>
                  <a:lnTo>
                    <a:pt x="335670" y="1025782"/>
                  </a:lnTo>
                  <a:lnTo>
                    <a:pt x="335677" y="1025770"/>
                  </a:lnTo>
                  <a:lnTo>
                    <a:pt x="335686" y="1025759"/>
                  </a:lnTo>
                  <a:lnTo>
                    <a:pt x="335693" y="1025748"/>
                  </a:lnTo>
                  <a:lnTo>
                    <a:pt x="335700" y="1025737"/>
                  </a:lnTo>
                  <a:lnTo>
                    <a:pt x="335709" y="1025722"/>
                  </a:lnTo>
                  <a:lnTo>
                    <a:pt x="335718" y="1025708"/>
                  </a:lnTo>
                  <a:lnTo>
                    <a:pt x="335730" y="1025689"/>
                  </a:lnTo>
                  <a:lnTo>
                    <a:pt x="335739" y="1025674"/>
                  </a:lnTo>
                  <a:lnTo>
                    <a:pt x="335745" y="1025664"/>
                  </a:lnTo>
                  <a:lnTo>
                    <a:pt x="335754" y="1025648"/>
                  </a:lnTo>
                  <a:lnTo>
                    <a:pt x="335763" y="1025634"/>
                  </a:lnTo>
                  <a:lnTo>
                    <a:pt x="335769" y="1025622"/>
                  </a:lnTo>
                  <a:lnTo>
                    <a:pt x="335776" y="1025612"/>
                  </a:lnTo>
                  <a:lnTo>
                    <a:pt x="335784" y="1025595"/>
                  </a:lnTo>
                  <a:lnTo>
                    <a:pt x="335789" y="1025584"/>
                  </a:lnTo>
                  <a:lnTo>
                    <a:pt x="335792" y="1025576"/>
                  </a:lnTo>
                  <a:lnTo>
                    <a:pt x="335794" y="1025569"/>
                  </a:lnTo>
                  <a:lnTo>
                    <a:pt x="335797" y="1025565"/>
                  </a:lnTo>
                  <a:lnTo>
                    <a:pt x="335802" y="1025562"/>
                  </a:lnTo>
                  <a:lnTo>
                    <a:pt x="335809" y="1025557"/>
                  </a:lnTo>
                  <a:lnTo>
                    <a:pt x="335823" y="1025550"/>
                  </a:lnTo>
                  <a:lnTo>
                    <a:pt x="335830" y="1025546"/>
                  </a:lnTo>
                  <a:lnTo>
                    <a:pt x="335834" y="1025542"/>
                  </a:lnTo>
                  <a:lnTo>
                    <a:pt x="335836" y="1025538"/>
                  </a:lnTo>
                  <a:lnTo>
                    <a:pt x="335841" y="1025528"/>
                  </a:lnTo>
                  <a:lnTo>
                    <a:pt x="335849" y="1025509"/>
                  </a:lnTo>
                  <a:lnTo>
                    <a:pt x="335854" y="1025495"/>
                  </a:lnTo>
                  <a:lnTo>
                    <a:pt x="335856" y="1025487"/>
                  </a:lnTo>
                  <a:lnTo>
                    <a:pt x="335861" y="1025470"/>
                  </a:lnTo>
                  <a:lnTo>
                    <a:pt x="335865" y="1025454"/>
                  </a:lnTo>
                  <a:lnTo>
                    <a:pt x="335868" y="1025437"/>
                  </a:lnTo>
                  <a:lnTo>
                    <a:pt x="335872" y="1025423"/>
                  </a:lnTo>
                  <a:lnTo>
                    <a:pt x="335875" y="1025411"/>
                  </a:lnTo>
                  <a:lnTo>
                    <a:pt x="335880" y="1025391"/>
                  </a:lnTo>
                  <a:lnTo>
                    <a:pt x="335883" y="1025371"/>
                  </a:lnTo>
                  <a:lnTo>
                    <a:pt x="335882" y="1025366"/>
                  </a:lnTo>
                  <a:lnTo>
                    <a:pt x="335878" y="1025363"/>
                  </a:lnTo>
                  <a:lnTo>
                    <a:pt x="335873" y="1025361"/>
                  </a:lnTo>
                  <a:lnTo>
                    <a:pt x="335848" y="1025350"/>
                  </a:lnTo>
                  <a:lnTo>
                    <a:pt x="335825" y="1025338"/>
                  </a:lnTo>
                  <a:lnTo>
                    <a:pt x="335810" y="1025329"/>
                  </a:lnTo>
                  <a:lnTo>
                    <a:pt x="335800" y="1025323"/>
                  </a:lnTo>
                  <a:lnTo>
                    <a:pt x="335791" y="1025316"/>
                  </a:lnTo>
                  <a:lnTo>
                    <a:pt x="335785" y="1025310"/>
                  </a:lnTo>
                  <a:lnTo>
                    <a:pt x="335779" y="1025303"/>
                  </a:lnTo>
                  <a:lnTo>
                    <a:pt x="335772" y="1025290"/>
                  </a:lnTo>
                  <a:lnTo>
                    <a:pt x="335764" y="1025279"/>
                  </a:lnTo>
                  <a:lnTo>
                    <a:pt x="335757" y="1025270"/>
                  </a:lnTo>
                  <a:lnTo>
                    <a:pt x="335749" y="1025262"/>
                  </a:lnTo>
                  <a:lnTo>
                    <a:pt x="335741" y="1025257"/>
                  </a:lnTo>
                  <a:lnTo>
                    <a:pt x="335735" y="1025254"/>
                  </a:lnTo>
                  <a:lnTo>
                    <a:pt x="335727" y="1025252"/>
                  </a:lnTo>
                  <a:lnTo>
                    <a:pt x="335714" y="1025250"/>
                  </a:lnTo>
                  <a:lnTo>
                    <a:pt x="335698" y="1025249"/>
                  </a:lnTo>
                  <a:lnTo>
                    <a:pt x="335684" y="1025248"/>
                  </a:lnTo>
                  <a:lnTo>
                    <a:pt x="335678" y="1025246"/>
                  </a:lnTo>
                  <a:lnTo>
                    <a:pt x="335671" y="1025243"/>
                  </a:lnTo>
                  <a:lnTo>
                    <a:pt x="335659" y="1025238"/>
                  </a:lnTo>
                  <a:lnTo>
                    <a:pt x="335641" y="1025231"/>
                  </a:lnTo>
                  <a:lnTo>
                    <a:pt x="335620" y="1025223"/>
                  </a:lnTo>
                  <a:lnTo>
                    <a:pt x="335605" y="1025218"/>
                  </a:lnTo>
                  <a:lnTo>
                    <a:pt x="335591" y="1025213"/>
                  </a:lnTo>
                  <a:lnTo>
                    <a:pt x="335576" y="1025208"/>
                  </a:lnTo>
                  <a:lnTo>
                    <a:pt x="335560" y="1025204"/>
                  </a:lnTo>
                  <a:lnTo>
                    <a:pt x="335542" y="1025202"/>
                  </a:lnTo>
                  <a:lnTo>
                    <a:pt x="335527" y="1025202"/>
                  </a:lnTo>
                  <a:lnTo>
                    <a:pt x="335505" y="1025202"/>
                  </a:lnTo>
                  <a:lnTo>
                    <a:pt x="335477" y="1025203"/>
                  </a:lnTo>
                  <a:lnTo>
                    <a:pt x="335464" y="1025204"/>
                  </a:lnTo>
                  <a:lnTo>
                    <a:pt x="335457" y="1025201"/>
                  </a:lnTo>
                  <a:lnTo>
                    <a:pt x="335457" y="1025187"/>
                  </a:lnTo>
                  <a:lnTo>
                    <a:pt x="335458" y="1025168"/>
                  </a:lnTo>
                  <a:lnTo>
                    <a:pt x="335457" y="1025158"/>
                  </a:lnTo>
                  <a:lnTo>
                    <a:pt x="335455" y="1025151"/>
                  </a:lnTo>
                  <a:lnTo>
                    <a:pt x="335450" y="1025143"/>
                  </a:lnTo>
                  <a:lnTo>
                    <a:pt x="335442" y="1025136"/>
                  </a:lnTo>
                  <a:lnTo>
                    <a:pt x="335433" y="1025128"/>
                  </a:lnTo>
                  <a:lnTo>
                    <a:pt x="335426" y="1025124"/>
                  </a:lnTo>
                  <a:lnTo>
                    <a:pt x="335420" y="1025122"/>
                  </a:lnTo>
                  <a:lnTo>
                    <a:pt x="335410" y="1025120"/>
                  </a:lnTo>
                  <a:lnTo>
                    <a:pt x="335396" y="1025119"/>
                  </a:lnTo>
                  <a:lnTo>
                    <a:pt x="335375" y="1025119"/>
                  </a:lnTo>
                  <a:lnTo>
                    <a:pt x="335351" y="1025119"/>
                  </a:lnTo>
                  <a:lnTo>
                    <a:pt x="335339" y="1025120"/>
                  </a:lnTo>
                  <a:lnTo>
                    <a:pt x="335326" y="1025119"/>
                  </a:lnTo>
                  <a:lnTo>
                    <a:pt x="335308" y="1025117"/>
                  </a:lnTo>
                  <a:lnTo>
                    <a:pt x="335291" y="1025115"/>
                  </a:lnTo>
                  <a:lnTo>
                    <a:pt x="335281" y="1025114"/>
                  </a:lnTo>
                  <a:lnTo>
                    <a:pt x="335255" y="1025114"/>
                  </a:lnTo>
                  <a:lnTo>
                    <a:pt x="335231" y="1025114"/>
                  </a:lnTo>
                  <a:lnTo>
                    <a:pt x="335215" y="1025112"/>
                  </a:lnTo>
                  <a:lnTo>
                    <a:pt x="335195" y="1025111"/>
                  </a:lnTo>
                  <a:lnTo>
                    <a:pt x="335178" y="1025108"/>
                  </a:lnTo>
                  <a:lnTo>
                    <a:pt x="335161" y="1025106"/>
                  </a:lnTo>
                  <a:lnTo>
                    <a:pt x="335140" y="1025103"/>
                  </a:lnTo>
                  <a:lnTo>
                    <a:pt x="335121" y="1025102"/>
                  </a:lnTo>
                  <a:lnTo>
                    <a:pt x="335101" y="1025101"/>
                  </a:lnTo>
                  <a:lnTo>
                    <a:pt x="335078" y="1025101"/>
                  </a:lnTo>
                  <a:lnTo>
                    <a:pt x="335060" y="1025100"/>
                  </a:lnTo>
                  <a:lnTo>
                    <a:pt x="335049" y="1025098"/>
                  </a:lnTo>
                  <a:lnTo>
                    <a:pt x="335034" y="1025095"/>
                  </a:lnTo>
                  <a:lnTo>
                    <a:pt x="335019" y="1025091"/>
                  </a:lnTo>
                  <a:lnTo>
                    <a:pt x="335002" y="1025088"/>
                  </a:lnTo>
                  <a:lnTo>
                    <a:pt x="334988" y="1025086"/>
                  </a:lnTo>
                  <a:lnTo>
                    <a:pt x="334976" y="1025086"/>
                  </a:lnTo>
                  <a:lnTo>
                    <a:pt x="334970" y="1025084"/>
                  </a:lnTo>
                  <a:lnTo>
                    <a:pt x="334968" y="1025079"/>
                  </a:lnTo>
                  <a:lnTo>
                    <a:pt x="334968" y="1025064"/>
                  </a:lnTo>
                  <a:lnTo>
                    <a:pt x="334969" y="1025047"/>
                  </a:lnTo>
                  <a:lnTo>
                    <a:pt x="334970" y="1025035"/>
                  </a:lnTo>
                  <a:lnTo>
                    <a:pt x="334968" y="1025024"/>
                  </a:lnTo>
                  <a:lnTo>
                    <a:pt x="334965" y="1025010"/>
                  </a:lnTo>
                  <a:lnTo>
                    <a:pt x="334961" y="1024997"/>
                  </a:lnTo>
                  <a:lnTo>
                    <a:pt x="334956" y="1024980"/>
                  </a:lnTo>
                  <a:lnTo>
                    <a:pt x="334951" y="1024965"/>
                  </a:lnTo>
                  <a:lnTo>
                    <a:pt x="334949" y="1024956"/>
                  </a:lnTo>
                  <a:lnTo>
                    <a:pt x="334946" y="1024944"/>
                  </a:lnTo>
                  <a:lnTo>
                    <a:pt x="334945" y="1024938"/>
                  </a:lnTo>
                  <a:lnTo>
                    <a:pt x="334944" y="1024934"/>
                  </a:lnTo>
                  <a:lnTo>
                    <a:pt x="334943" y="1024914"/>
                  </a:lnTo>
                  <a:lnTo>
                    <a:pt x="334942" y="1024903"/>
                  </a:lnTo>
                  <a:lnTo>
                    <a:pt x="334944" y="1024889"/>
                  </a:lnTo>
                  <a:lnTo>
                    <a:pt x="334946" y="1024876"/>
                  </a:lnTo>
                  <a:lnTo>
                    <a:pt x="334949" y="1024863"/>
                  </a:lnTo>
                  <a:lnTo>
                    <a:pt x="334950" y="1024857"/>
                  </a:lnTo>
                  <a:lnTo>
                    <a:pt x="334954" y="1024840"/>
                  </a:lnTo>
                  <a:lnTo>
                    <a:pt x="334960" y="1024825"/>
                  </a:lnTo>
                  <a:lnTo>
                    <a:pt x="334966" y="1024814"/>
                  </a:lnTo>
                  <a:lnTo>
                    <a:pt x="334975" y="1024802"/>
                  </a:lnTo>
                  <a:lnTo>
                    <a:pt x="334982" y="1024797"/>
                  </a:lnTo>
                  <a:lnTo>
                    <a:pt x="334995" y="1024788"/>
                  </a:lnTo>
                  <a:lnTo>
                    <a:pt x="335011" y="1024778"/>
                  </a:lnTo>
                  <a:lnTo>
                    <a:pt x="335027" y="1024770"/>
                  </a:lnTo>
                  <a:lnTo>
                    <a:pt x="335043" y="1024762"/>
                  </a:lnTo>
                  <a:lnTo>
                    <a:pt x="335051" y="1024757"/>
                  </a:lnTo>
                  <a:lnTo>
                    <a:pt x="335057" y="1024753"/>
                  </a:lnTo>
                  <a:lnTo>
                    <a:pt x="335063" y="1024747"/>
                  </a:lnTo>
                  <a:lnTo>
                    <a:pt x="335067" y="1024740"/>
                  </a:lnTo>
                  <a:lnTo>
                    <a:pt x="335071" y="1024732"/>
                  </a:lnTo>
                  <a:lnTo>
                    <a:pt x="335076" y="1024717"/>
                  </a:lnTo>
                  <a:lnTo>
                    <a:pt x="335079" y="1024709"/>
                  </a:lnTo>
                  <a:lnTo>
                    <a:pt x="335083" y="1024703"/>
                  </a:lnTo>
                  <a:lnTo>
                    <a:pt x="335089" y="1024689"/>
                  </a:lnTo>
                  <a:lnTo>
                    <a:pt x="335092" y="1024681"/>
                  </a:lnTo>
                  <a:lnTo>
                    <a:pt x="335094" y="1024671"/>
                  </a:lnTo>
                  <a:lnTo>
                    <a:pt x="335095" y="1024661"/>
                  </a:lnTo>
                  <a:lnTo>
                    <a:pt x="335097" y="1024653"/>
                  </a:lnTo>
                  <a:lnTo>
                    <a:pt x="335100" y="1024645"/>
                  </a:lnTo>
                  <a:lnTo>
                    <a:pt x="335106" y="1024635"/>
                  </a:lnTo>
                  <a:lnTo>
                    <a:pt x="335114" y="1024622"/>
                  </a:lnTo>
                  <a:lnTo>
                    <a:pt x="335122" y="1024609"/>
                  </a:lnTo>
                  <a:lnTo>
                    <a:pt x="335130" y="1024594"/>
                  </a:lnTo>
                  <a:lnTo>
                    <a:pt x="335140" y="1024578"/>
                  </a:lnTo>
                  <a:lnTo>
                    <a:pt x="335147" y="1024562"/>
                  </a:lnTo>
                  <a:lnTo>
                    <a:pt x="335154" y="1024549"/>
                  </a:lnTo>
                  <a:lnTo>
                    <a:pt x="335160" y="1024536"/>
                  </a:lnTo>
                  <a:lnTo>
                    <a:pt x="335163" y="1024527"/>
                  </a:lnTo>
                  <a:lnTo>
                    <a:pt x="335165" y="1024515"/>
                  </a:lnTo>
                  <a:lnTo>
                    <a:pt x="335166" y="1024504"/>
                  </a:lnTo>
                  <a:lnTo>
                    <a:pt x="335165" y="1024493"/>
                  </a:lnTo>
                  <a:lnTo>
                    <a:pt x="335164" y="1024480"/>
                  </a:lnTo>
                  <a:lnTo>
                    <a:pt x="335163" y="1024463"/>
                  </a:lnTo>
                  <a:lnTo>
                    <a:pt x="335163" y="1024443"/>
                  </a:lnTo>
                  <a:lnTo>
                    <a:pt x="335163" y="1024423"/>
                  </a:lnTo>
                  <a:lnTo>
                    <a:pt x="335163" y="1024410"/>
                  </a:lnTo>
                  <a:lnTo>
                    <a:pt x="335161" y="1024404"/>
                  </a:lnTo>
                  <a:lnTo>
                    <a:pt x="335159" y="1024400"/>
                  </a:lnTo>
                  <a:lnTo>
                    <a:pt x="335153" y="1024395"/>
                  </a:lnTo>
                  <a:lnTo>
                    <a:pt x="335148" y="1024392"/>
                  </a:lnTo>
                  <a:lnTo>
                    <a:pt x="335141" y="1024391"/>
                  </a:lnTo>
                  <a:lnTo>
                    <a:pt x="335133" y="1024388"/>
                  </a:lnTo>
                  <a:lnTo>
                    <a:pt x="335126" y="1024383"/>
                  </a:lnTo>
                  <a:lnTo>
                    <a:pt x="335118" y="1024376"/>
                  </a:lnTo>
                  <a:lnTo>
                    <a:pt x="335112" y="1024369"/>
                  </a:lnTo>
                  <a:lnTo>
                    <a:pt x="335104" y="1024360"/>
                  </a:lnTo>
                  <a:lnTo>
                    <a:pt x="335097" y="1024350"/>
                  </a:lnTo>
                  <a:lnTo>
                    <a:pt x="335090" y="1024339"/>
                  </a:lnTo>
                  <a:lnTo>
                    <a:pt x="335081" y="1024326"/>
                  </a:lnTo>
                  <a:lnTo>
                    <a:pt x="335072" y="1024313"/>
                  </a:lnTo>
                  <a:lnTo>
                    <a:pt x="335063" y="1024300"/>
                  </a:lnTo>
                  <a:lnTo>
                    <a:pt x="335055" y="1024288"/>
                  </a:lnTo>
                  <a:lnTo>
                    <a:pt x="335050" y="1024278"/>
                  </a:lnTo>
                  <a:lnTo>
                    <a:pt x="335047" y="1024270"/>
                  </a:lnTo>
                  <a:lnTo>
                    <a:pt x="335045" y="1024261"/>
                  </a:lnTo>
                  <a:lnTo>
                    <a:pt x="335044" y="1024251"/>
                  </a:lnTo>
                  <a:lnTo>
                    <a:pt x="335045" y="1024234"/>
                  </a:lnTo>
                  <a:lnTo>
                    <a:pt x="335047" y="1024225"/>
                  </a:lnTo>
                  <a:lnTo>
                    <a:pt x="335050" y="1024212"/>
                  </a:lnTo>
                  <a:lnTo>
                    <a:pt x="335054" y="1024198"/>
                  </a:lnTo>
                  <a:lnTo>
                    <a:pt x="335060" y="1024181"/>
                  </a:lnTo>
                  <a:lnTo>
                    <a:pt x="335065" y="1024168"/>
                  </a:lnTo>
                  <a:lnTo>
                    <a:pt x="335072" y="1024150"/>
                  </a:lnTo>
                  <a:lnTo>
                    <a:pt x="335080" y="1024135"/>
                  </a:lnTo>
                  <a:lnTo>
                    <a:pt x="335088" y="1024119"/>
                  </a:lnTo>
                  <a:lnTo>
                    <a:pt x="335099" y="1024102"/>
                  </a:lnTo>
                  <a:lnTo>
                    <a:pt x="335105" y="1024094"/>
                  </a:lnTo>
                  <a:lnTo>
                    <a:pt x="335112" y="1024085"/>
                  </a:lnTo>
                  <a:lnTo>
                    <a:pt x="335122" y="1024077"/>
                  </a:lnTo>
                  <a:lnTo>
                    <a:pt x="335129" y="1024071"/>
                  </a:lnTo>
                  <a:lnTo>
                    <a:pt x="335135" y="1024065"/>
                  </a:lnTo>
                  <a:lnTo>
                    <a:pt x="335139" y="1024060"/>
                  </a:lnTo>
                  <a:lnTo>
                    <a:pt x="335141" y="1024055"/>
                  </a:lnTo>
                  <a:lnTo>
                    <a:pt x="335143" y="1024045"/>
                  </a:lnTo>
                  <a:lnTo>
                    <a:pt x="335144" y="1024036"/>
                  </a:lnTo>
                  <a:lnTo>
                    <a:pt x="335141" y="1024021"/>
                  </a:lnTo>
                  <a:lnTo>
                    <a:pt x="335138" y="1024003"/>
                  </a:lnTo>
                  <a:lnTo>
                    <a:pt x="335133" y="1023980"/>
                  </a:lnTo>
                  <a:lnTo>
                    <a:pt x="335131" y="1023969"/>
                  </a:lnTo>
                  <a:lnTo>
                    <a:pt x="335129" y="1023963"/>
                  </a:lnTo>
                  <a:lnTo>
                    <a:pt x="335126" y="1023952"/>
                  </a:lnTo>
                  <a:lnTo>
                    <a:pt x="335120" y="1023930"/>
                  </a:lnTo>
                  <a:lnTo>
                    <a:pt x="335115" y="1023915"/>
                  </a:lnTo>
                  <a:lnTo>
                    <a:pt x="335114" y="1023910"/>
                  </a:lnTo>
                  <a:lnTo>
                    <a:pt x="335106" y="1023886"/>
                  </a:lnTo>
                  <a:lnTo>
                    <a:pt x="335096" y="1023858"/>
                  </a:lnTo>
                  <a:lnTo>
                    <a:pt x="335087" y="1023833"/>
                  </a:lnTo>
                  <a:lnTo>
                    <a:pt x="335081" y="1023818"/>
                  </a:lnTo>
                  <a:lnTo>
                    <a:pt x="335073" y="1023799"/>
                  </a:lnTo>
                  <a:lnTo>
                    <a:pt x="335068" y="1023784"/>
                  </a:lnTo>
                  <a:lnTo>
                    <a:pt x="335062" y="1023774"/>
                  </a:lnTo>
                  <a:lnTo>
                    <a:pt x="335056" y="1023773"/>
                  </a:lnTo>
                  <a:lnTo>
                    <a:pt x="335051" y="1023774"/>
                  </a:lnTo>
                  <a:lnTo>
                    <a:pt x="335040" y="1023779"/>
                  </a:lnTo>
                  <a:lnTo>
                    <a:pt x="335034" y="1023780"/>
                  </a:lnTo>
                  <a:lnTo>
                    <a:pt x="335029" y="1023779"/>
                  </a:lnTo>
                  <a:lnTo>
                    <a:pt x="335024" y="1023778"/>
                  </a:lnTo>
                  <a:lnTo>
                    <a:pt x="335017" y="1023774"/>
                  </a:lnTo>
                  <a:lnTo>
                    <a:pt x="335001" y="1023765"/>
                  </a:lnTo>
                  <a:lnTo>
                    <a:pt x="334985" y="1023758"/>
                  </a:lnTo>
                  <a:lnTo>
                    <a:pt x="334969" y="1023751"/>
                  </a:lnTo>
                  <a:lnTo>
                    <a:pt x="334958" y="1023746"/>
                  </a:lnTo>
                  <a:lnTo>
                    <a:pt x="334932" y="1023737"/>
                  </a:lnTo>
                  <a:lnTo>
                    <a:pt x="334913" y="1023731"/>
                  </a:lnTo>
                  <a:lnTo>
                    <a:pt x="334892" y="1023725"/>
                  </a:lnTo>
                  <a:lnTo>
                    <a:pt x="334875" y="1023722"/>
                  </a:lnTo>
                  <a:lnTo>
                    <a:pt x="334861" y="1023721"/>
                  </a:lnTo>
                  <a:lnTo>
                    <a:pt x="334847" y="1023721"/>
                  </a:lnTo>
                  <a:lnTo>
                    <a:pt x="334835" y="1023721"/>
                  </a:lnTo>
                  <a:lnTo>
                    <a:pt x="334830" y="1023720"/>
                  </a:lnTo>
                  <a:lnTo>
                    <a:pt x="334810" y="1023716"/>
                  </a:lnTo>
                  <a:lnTo>
                    <a:pt x="334796" y="1023715"/>
                  </a:lnTo>
                  <a:lnTo>
                    <a:pt x="334782" y="1023715"/>
                  </a:lnTo>
                  <a:lnTo>
                    <a:pt x="334764" y="1023717"/>
                  </a:lnTo>
                  <a:lnTo>
                    <a:pt x="334745" y="1023720"/>
                  </a:lnTo>
                  <a:lnTo>
                    <a:pt x="334726" y="1023723"/>
                  </a:lnTo>
                  <a:lnTo>
                    <a:pt x="334702" y="1023727"/>
                  </a:lnTo>
                  <a:lnTo>
                    <a:pt x="334674" y="1023732"/>
                  </a:lnTo>
                  <a:lnTo>
                    <a:pt x="334658" y="1023735"/>
                  </a:lnTo>
                  <a:lnTo>
                    <a:pt x="334647" y="1023738"/>
                  </a:lnTo>
                  <a:lnTo>
                    <a:pt x="334633" y="1023741"/>
                  </a:lnTo>
                  <a:lnTo>
                    <a:pt x="334615" y="1023743"/>
                  </a:lnTo>
                  <a:lnTo>
                    <a:pt x="334597" y="1023746"/>
                  </a:lnTo>
                  <a:lnTo>
                    <a:pt x="334579" y="1023749"/>
                  </a:lnTo>
                  <a:lnTo>
                    <a:pt x="334557" y="1023753"/>
                  </a:lnTo>
                  <a:lnTo>
                    <a:pt x="334543" y="1023755"/>
                  </a:lnTo>
                  <a:lnTo>
                    <a:pt x="334533" y="1023755"/>
                  </a:lnTo>
                  <a:lnTo>
                    <a:pt x="334523" y="1023752"/>
                  </a:lnTo>
                  <a:lnTo>
                    <a:pt x="334516" y="1023752"/>
                  </a:lnTo>
                  <a:lnTo>
                    <a:pt x="334512" y="1023753"/>
                  </a:lnTo>
                  <a:lnTo>
                    <a:pt x="334506" y="1023757"/>
                  </a:lnTo>
                  <a:lnTo>
                    <a:pt x="334493" y="1023765"/>
                  </a:lnTo>
                  <a:lnTo>
                    <a:pt x="334483" y="1023770"/>
                  </a:lnTo>
                  <a:lnTo>
                    <a:pt x="334477" y="1023771"/>
                  </a:lnTo>
                  <a:lnTo>
                    <a:pt x="334463" y="1023776"/>
                  </a:lnTo>
                  <a:lnTo>
                    <a:pt x="334449" y="1023779"/>
                  </a:lnTo>
                  <a:lnTo>
                    <a:pt x="334436" y="1023782"/>
                  </a:lnTo>
                  <a:lnTo>
                    <a:pt x="334416" y="1023785"/>
                  </a:lnTo>
                  <a:lnTo>
                    <a:pt x="334388" y="1023789"/>
                  </a:lnTo>
                  <a:lnTo>
                    <a:pt x="334360" y="1023794"/>
                  </a:lnTo>
                  <a:lnTo>
                    <a:pt x="334331" y="1023799"/>
                  </a:lnTo>
                  <a:lnTo>
                    <a:pt x="334313" y="1023801"/>
                  </a:lnTo>
                  <a:lnTo>
                    <a:pt x="334292" y="1023804"/>
                  </a:lnTo>
                  <a:lnTo>
                    <a:pt x="334277" y="1023806"/>
                  </a:lnTo>
                  <a:lnTo>
                    <a:pt x="334267" y="1023808"/>
                  </a:lnTo>
                  <a:lnTo>
                    <a:pt x="334256" y="1023812"/>
                  </a:lnTo>
                  <a:lnTo>
                    <a:pt x="334244" y="1023818"/>
                  </a:lnTo>
                  <a:lnTo>
                    <a:pt x="334229" y="1023826"/>
                  </a:lnTo>
                  <a:lnTo>
                    <a:pt x="334218" y="1023831"/>
                  </a:lnTo>
                  <a:lnTo>
                    <a:pt x="334212" y="1023833"/>
                  </a:lnTo>
                  <a:lnTo>
                    <a:pt x="334205" y="1023834"/>
                  </a:lnTo>
                  <a:lnTo>
                    <a:pt x="334190" y="1023836"/>
                  </a:lnTo>
                  <a:lnTo>
                    <a:pt x="334176" y="1023837"/>
                  </a:lnTo>
                  <a:lnTo>
                    <a:pt x="334152" y="1023838"/>
                  </a:lnTo>
                  <a:lnTo>
                    <a:pt x="334129" y="1023840"/>
                  </a:lnTo>
                  <a:lnTo>
                    <a:pt x="334106" y="1023840"/>
                  </a:lnTo>
                  <a:lnTo>
                    <a:pt x="334086" y="1023840"/>
                  </a:lnTo>
                  <a:lnTo>
                    <a:pt x="334072" y="1023839"/>
                  </a:lnTo>
                  <a:lnTo>
                    <a:pt x="334064" y="1023838"/>
                  </a:lnTo>
                  <a:lnTo>
                    <a:pt x="334059" y="1023836"/>
                  </a:lnTo>
                  <a:lnTo>
                    <a:pt x="334053" y="1023832"/>
                  </a:lnTo>
                  <a:lnTo>
                    <a:pt x="334047" y="1023826"/>
                  </a:lnTo>
                  <a:lnTo>
                    <a:pt x="334040" y="1023818"/>
                  </a:lnTo>
                  <a:lnTo>
                    <a:pt x="334030" y="1023807"/>
                  </a:lnTo>
                  <a:lnTo>
                    <a:pt x="334021" y="1023796"/>
                  </a:lnTo>
                  <a:lnTo>
                    <a:pt x="334014" y="1023789"/>
                  </a:lnTo>
                  <a:lnTo>
                    <a:pt x="334006" y="1023784"/>
                  </a:lnTo>
                  <a:lnTo>
                    <a:pt x="333997" y="1023779"/>
                  </a:lnTo>
                  <a:lnTo>
                    <a:pt x="333990" y="1023776"/>
                  </a:lnTo>
                  <a:lnTo>
                    <a:pt x="333978" y="1023773"/>
                  </a:lnTo>
                  <a:lnTo>
                    <a:pt x="333966" y="1023771"/>
                  </a:lnTo>
                  <a:lnTo>
                    <a:pt x="333954" y="1023770"/>
                  </a:lnTo>
                  <a:lnTo>
                    <a:pt x="333943" y="1023771"/>
                  </a:lnTo>
                  <a:lnTo>
                    <a:pt x="333929" y="1023775"/>
                  </a:lnTo>
                  <a:lnTo>
                    <a:pt x="333922" y="1023776"/>
                  </a:lnTo>
                  <a:lnTo>
                    <a:pt x="333916" y="1023777"/>
                  </a:lnTo>
                  <a:lnTo>
                    <a:pt x="333911" y="1023775"/>
                  </a:lnTo>
                  <a:lnTo>
                    <a:pt x="333908" y="1023770"/>
                  </a:lnTo>
                  <a:lnTo>
                    <a:pt x="333904" y="1023763"/>
                  </a:lnTo>
                  <a:lnTo>
                    <a:pt x="333897" y="1023748"/>
                  </a:lnTo>
                  <a:lnTo>
                    <a:pt x="333889" y="1023733"/>
                  </a:lnTo>
                  <a:lnTo>
                    <a:pt x="333879" y="1023714"/>
                  </a:lnTo>
                  <a:lnTo>
                    <a:pt x="333871" y="1023700"/>
                  </a:lnTo>
                  <a:lnTo>
                    <a:pt x="333861" y="1023679"/>
                  </a:lnTo>
                  <a:lnTo>
                    <a:pt x="333852" y="1023662"/>
                  </a:lnTo>
                  <a:lnTo>
                    <a:pt x="333846" y="1023650"/>
                  </a:lnTo>
                  <a:lnTo>
                    <a:pt x="333837" y="1023634"/>
                  </a:lnTo>
                  <a:lnTo>
                    <a:pt x="333827" y="1023618"/>
                  </a:lnTo>
                  <a:lnTo>
                    <a:pt x="333821" y="1023609"/>
                  </a:lnTo>
                  <a:lnTo>
                    <a:pt x="333815" y="1023603"/>
                  </a:lnTo>
                  <a:lnTo>
                    <a:pt x="333809" y="1023597"/>
                  </a:lnTo>
                  <a:lnTo>
                    <a:pt x="333802" y="1023593"/>
                  </a:lnTo>
                  <a:lnTo>
                    <a:pt x="333790" y="1023590"/>
                  </a:lnTo>
                  <a:lnTo>
                    <a:pt x="333775" y="1023585"/>
                  </a:lnTo>
                  <a:lnTo>
                    <a:pt x="333761" y="1023581"/>
                  </a:lnTo>
                  <a:lnTo>
                    <a:pt x="333747" y="1023580"/>
                  </a:lnTo>
                  <a:lnTo>
                    <a:pt x="333732" y="1023581"/>
                  </a:lnTo>
                  <a:lnTo>
                    <a:pt x="333726" y="1023581"/>
                  </a:lnTo>
                  <a:lnTo>
                    <a:pt x="333713" y="1023581"/>
                  </a:lnTo>
                  <a:lnTo>
                    <a:pt x="333701" y="1023580"/>
                  </a:lnTo>
                  <a:lnTo>
                    <a:pt x="333692" y="1023577"/>
                  </a:lnTo>
                  <a:lnTo>
                    <a:pt x="333685" y="1023575"/>
                  </a:lnTo>
                  <a:lnTo>
                    <a:pt x="333679" y="1023571"/>
                  </a:lnTo>
                  <a:lnTo>
                    <a:pt x="333665" y="1023563"/>
                  </a:lnTo>
                  <a:lnTo>
                    <a:pt x="333648" y="1023551"/>
                  </a:lnTo>
                  <a:lnTo>
                    <a:pt x="333643" y="1023548"/>
                  </a:lnTo>
                  <a:lnTo>
                    <a:pt x="333632" y="1023541"/>
                  </a:lnTo>
                  <a:lnTo>
                    <a:pt x="333621" y="1023531"/>
                  </a:lnTo>
                  <a:lnTo>
                    <a:pt x="333606" y="1023520"/>
                  </a:lnTo>
                  <a:lnTo>
                    <a:pt x="333591" y="1023506"/>
                  </a:lnTo>
                  <a:lnTo>
                    <a:pt x="333578" y="1023495"/>
                  </a:lnTo>
                  <a:lnTo>
                    <a:pt x="333567" y="1023487"/>
                  </a:lnTo>
                  <a:lnTo>
                    <a:pt x="333558" y="1023481"/>
                  </a:lnTo>
                  <a:lnTo>
                    <a:pt x="333544" y="1023474"/>
                  </a:lnTo>
                  <a:lnTo>
                    <a:pt x="333531" y="1023470"/>
                  </a:lnTo>
                  <a:lnTo>
                    <a:pt x="333513" y="1023463"/>
                  </a:lnTo>
                  <a:lnTo>
                    <a:pt x="333496" y="1023458"/>
                  </a:lnTo>
                  <a:lnTo>
                    <a:pt x="333478" y="1023455"/>
                  </a:lnTo>
                  <a:lnTo>
                    <a:pt x="333460" y="1023452"/>
                  </a:lnTo>
                  <a:lnTo>
                    <a:pt x="333440" y="1023449"/>
                  </a:lnTo>
                  <a:lnTo>
                    <a:pt x="333424" y="1023446"/>
                  </a:lnTo>
                  <a:lnTo>
                    <a:pt x="333415" y="1023444"/>
                  </a:lnTo>
                  <a:lnTo>
                    <a:pt x="333409" y="1023441"/>
                  </a:lnTo>
                  <a:lnTo>
                    <a:pt x="333399" y="1023435"/>
                  </a:lnTo>
                  <a:lnTo>
                    <a:pt x="333388" y="1023428"/>
                  </a:lnTo>
                  <a:lnTo>
                    <a:pt x="333377" y="1023421"/>
                  </a:lnTo>
                  <a:lnTo>
                    <a:pt x="333369" y="1023414"/>
                  </a:lnTo>
                  <a:lnTo>
                    <a:pt x="333359" y="1023402"/>
                  </a:lnTo>
                  <a:lnTo>
                    <a:pt x="333347" y="1023388"/>
                  </a:lnTo>
                  <a:lnTo>
                    <a:pt x="333333" y="1023373"/>
                  </a:lnTo>
                  <a:lnTo>
                    <a:pt x="333319" y="1023357"/>
                  </a:lnTo>
                  <a:lnTo>
                    <a:pt x="333307" y="1023344"/>
                  </a:lnTo>
                  <a:lnTo>
                    <a:pt x="333295" y="1023329"/>
                  </a:lnTo>
                  <a:lnTo>
                    <a:pt x="333285" y="1023316"/>
                  </a:lnTo>
                  <a:lnTo>
                    <a:pt x="333282" y="1023310"/>
                  </a:lnTo>
                  <a:lnTo>
                    <a:pt x="333282" y="1023304"/>
                  </a:lnTo>
                  <a:lnTo>
                    <a:pt x="333284" y="1023295"/>
                  </a:lnTo>
                  <a:lnTo>
                    <a:pt x="333291" y="1023283"/>
                  </a:lnTo>
                  <a:lnTo>
                    <a:pt x="333303" y="1023270"/>
                  </a:lnTo>
                  <a:lnTo>
                    <a:pt x="333322" y="1023251"/>
                  </a:lnTo>
                  <a:lnTo>
                    <a:pt x="333328" y="1023245"/>
                  </a:lnTo>
                  <a:lnTo>
                    <a:pt x="333328" y="1023239"/>
                  </a:lnTo>
                  <a:lnTo>
                    <a:pt x="333323" y="1023235"/>
                  </a:lnTo>
                  <a:lnTo>
                    <a:pt x="333314" y="1023233"/>
                  </a:lnTo>
                  <a:lnTo>
                    <a:pt x="333308" y="1023230"/>
                  </a:lnTo>
                  <a:lnTo>
                    <a:pt x="333300" y="1023224"/>
                  </a:lnTo>
                  <a:lnTo>
                    <a:pt x="333289" y="1023213"/>
                  </a:lnTo>
                  <a:lnTo>
                    <a:pt x="333279" y="1023203"/>
                  </a:lnTo>
                  <a:lnTo>
                    <a:pt x="333268" y="1023193"/>
                  </a:lnTo>
                  <a:lnTo>
                    <a:pt x="333252" y="1023178"/>
                  </a:lnTo>
                  <a:lnTo>
                    <a:pt x="333232" y="1023162"/>
                  </a:lnTo>
                  <a:lnTo>
                    <a:pt x="333218" y="1023151"/>
                  </a:lnTo>
                  <a:lnTo>
                    <a:pt x="333203" y="1023140"/>
                  </a:lnTo>
                  <a:lnTo>
                    <a:pt x="333188" y="1023128"/>
                  </a:lnTo>
                  <a:lnTo>
                    <a:pt x="333167" y="1023113"/>
                  </a:lnTo>
                  <a:lnTo>
                    <a:pt x="333152" y="1023103"/>
                  </a:lnTo>
                  <a:lnTo>
                    <a:pt x="333141" y="1023095"/>
                  </a:lnTo>
                  <a:lnTo>
                    <a:pt x="333132" y="1023089"/>
                  </a:lnTo>
                  <a:lnTo>
                    <a:pt x="333124" y="1023082"/>
                  </a:lnTo>
                  <a:lnTo>
                    <a:pt x="333116" y="1023072"/>
                  </a:lnTo>
                  <a:lnTo>
                    <a:pt x="333104" y="1023056"/>
                  </a:lnTo>
                  <a:lnTo>
                    <a:pt x="333098" y="1023048"/>
                  </a:lnTo>
                  <a:lnTo>
                    <a:pt x="333091" y="1023040"/>
                  </a:lnTo>
                  <a:lnTo>
                    <a:pt x="333082" y="1023028"/>
                  </a:lnTo>
                  <a:lnTo>
                    <a:pt x="333078" y="1023022"/>
                  </a:lnTo>
                  <a:lnTo>
                    <a:pt x="333077" y="1023017"/>
                  </a:lnTo>
                  <a:lnTo>
                    <a:pt x="333078" y="1023012"/>
                  </a:lnTo>
                  <a:lnTo>
                    <a:pt x="333080" y="1023004"/>
                  </a:lnTo>
                  <a:lnTo>
                    <a:pt x="333088" y="1022988"/>
                  </a:lnTo>
                  <a:lnTo>
                    <a:pt x="333091" y="1022978"/>
                  </a:lnTo>
                  <a:lnTo>
                    <a:pt x="333093" y="1022970"/>
                  </a:lnTo>
                  <a:lnTo>
                    <a:pt x="333094" y="1022962"/>
                  </a:lnTo>
                  <a:lnTo>
                    <a:pt x="333094" y="1022952"/>
                  </a:lnTo>
                  <a:lnTo>
                    <a:pt x="333092" y="1022945"/>
                  </a:lnTo>
                  <a:lnTo>
                    <a:pt x="333087" y="1022936"/>
                  </a:lnTo>
                  <a:lnTo>
                    <a:pt x="333078" y="1022922"/>
                  </a:lnTo>
                  <a:lnTo>
                    <a:pt x="333074" y="1022914"/>
                  </a:lnTo>
                  <a:lnTo>
                    <a:pt x="333067" y="1022906"/>
                  </a:lnTo>
                  <a:lnTo>
                    <a:pt x="333062" y="1022901"/>
                  </a:lnTo>
                  <a:lnTo>
                    <a:pt x="333057" y="1022894"/>
                  </a:lnTo>
                  <a:lnTo>
                    <a:pt x="333054" y="1022887"/>
                  </a:lnTo>
                  <a:lnTo>
                    <a:pt x="333051" y="1022873"/>
                  </a:lnTo>
                  <a:lnTo>
                    <a:pt x="333050" y="1022867"/>
                  </a:lnTo>
                  <a:lnTo>
                    <a:pt x="333048" y="1022858"/>
                  </a:lnTo>
                  <a:lnTo>
                    <a:pt x="333046" y="1022848"/>
                  </a:lnTo>
                  <a:lnTo>
                    <a:pt x="333045" y="1022843"/>
                  </a:lnTo>
                  <a:lnTo>
                    <a:pt x="333043" y="1022830"/>
                  </a:lnTo>
                  <a:lnTo>
                    <a:pt x="333040" y="1022814"/>
                  </a:lnTo>
                  <a:lnTo>
                    <a:pt x="333037" y="1022798"/>
                  </a:lnTo>
                  <a:lnTo>
                    <a:pt x="333032" y="1022778"/>
                  </a:lnTo>
                  <a:lnTo>
                    <a:pt x="333027" y="1022765"/>
                  </a:lnTo>
                  <a:lnTo>
                    <a:pt x="333022" y="1022752"/>
                  </a:lnTo>
                  <a:lnTo>
                    <a:pt x="333018" y="1022746"/>
                  </a:lnTo>
                  <a:lnTo>
                    <a:pt x="333009" y="1022733"/>
                  </a:lnTo>
                  <a:lnTo>
                    <a:pt x="333003" y="1022726"/>
                  </a:lnTo>
                  <a:lnTo>
                    <a:pt x="333002" y="1022721"/>
                  </a:lnTo>
                  <a:lnTo>
                    <a:pt x="333003" y="1022716"/>
                  </a:lnTo>
                  <a:lnTo>
                    <a:pt x="333009" y="1022709"/>
                  </a:lnTo>
                  <a:lnTo>
                    <a:pt x="333019" y="1022699"/>
                  </a:lnTo>
                  <a:lnTo>
                    <a:pt x="333029" y="1022688"/>
                  </a:lnTo>
                  <a:lnTo>
                    <a:pt x="333036" y="1022682"/>
                  </a:lnTo>
                  <a:lnTo>
                    <a:pt x="333041" y="1022676"/>
                  </a:lnTo>
                  <a:lnTo>
                    <a:pt x="333045" y="1022670"/>
                  </a:lnTo>
                  <a:lnTo>
                    <a:pt x="333049" y="1022662"/>
                  </a:lnTo>
                  <a:lnTo>
                    <a:pt x="333053" y="1022652"/>
                  </a:lnTo>
                  <a:lnTo>
                    <a:pt x="333057" y="1022643"/>
                  </a:lnTo>
                  <a:lnTo>
                    <a:pt x="333060" y="1022633"/>
                  </a:lnTo>
                  <a:lnTo>
                    <a:pt x="333063" y="1022622"/>
                  </a:lnTo>
                  <a:lnTo>
                    <a:pt x="333068" y="1022611"/>
                  </a:lnTo>
                  <a:lnTo>
                    <a:pt x="333075" y="1022599"/>
                  </a:lnTo>
                  <a:lnTo>
                    <a:pt x="333081" y="1022589"/>
                  </a:lnTo>
                  <a:lnTo>
                    <a:pt x="333086" y="1022579"/>
                  </a:lnTo>
                  <a:lnTo>
                    <a:pt x="333090" y="1022569"/>
                  </a:lnTo>
                  <a:lnTo>
                    <a:pt x="333091" y="1022563"/>
                  </a:lnTo>
                  <a:lnTo>
                    <a:pt x="333092" y="1022548"/>
                  </a:lnTo>
                  <a:lnTo>
                    <a:pt x="333092" y="1022533"/>
                  </a:lnTo>
                  <a:lnTo>
                    <a:pt x="333091" y="1022519"/>
                  </a:lnTo>
                  <a:lnTo>
                    <a:pt x="333090" y="1022513"/>
                  </a:lnTo>
                  <a:lnTo>
                    <a:pt x="333086" y="1022502"/>
                  </a:lnTo>
                  <a:lnTo>
                    <a:pt x="333083" y="1022492"/>
                  </a:lnTo>
                  <a:lnTo>
                    <a:pt x="333083" y="1022482"/>
                  </a:lnTo>
                  <a:lnTo>
                    <a:pt x="333082" y="1022466"/>
                  </a:lnTo>
                  <a:lnTo>
                    <a:pt x="333081" y="1022457"/>
                  </a:lnTo>
                  <a:lnTo>
                    <a:pt x="333080" y="1022450"/>
                  </a:lnTo>
                  <a:lnTo>
                    <a:pt x="333077" y="1022445"/>
                  </a:lnTo>
                  <a:lnTo>
                    <a:pt x="333071" y="1022431"/>
                  </a:lnTo>
                  <a:lnTo>
                    <a:pt x="333063" y="1022416"/>
                  </a:lnTo>
                  <a:lnTo>
                    <a:pt x="333057" y="1022405"/>
                  </a:lnTo>
                  <a:lnTo>
                    <a:pt x="333046" y="1022387"/>
                  </a:lnTo>
                  <a:lnTo>
                    <a:pt x="333037" y="1022373"/>
                  </a:lnTo>
                  <a:lnTo>
                    <a:pt x="333029" y="1022362"/>
                  </a:lnTo>
                  <a:lnTo>
                    <a:pt x="333016" y="1022344"/>
                  </a:lnTo>
                  <a:lnTo>
                    <a:pt x="333006" y="1022333"/>
                  </a:lnTo>
                  <a:lnTo>
                    <a:pt x="332997" y="1022325"/>
                  </a:lnTo>
                  <a:lnTo>
                    <a:pt x="332989" y="1022320"/>
                  </a:lnTo>
                  <a:lnTo>
                    <a:pt x="332981" y="1022315"/>
                  </a:lnTo>
                  <a:lnTo>
                    <a:pt x="332966" y="1022308"/>
                  </a:lnTo>
                  <a:lnTo>
                    <a:pt x="332951" y="1022303"/>
                  </a:lnTo>
                  <a:lnTo>
                    <a:pt x="332941" y="1022299"/>
                  </a:lnTo>
                  <a:lnTo>
                    <a:pt x="332920" y="1022290"/>
                  </a:lnTo>
                  <a:lnTo>
                    <a:pt x="332909" y="1022285"/>
                  </a:lnTo>
                  <a:lnTo>
                    <a:pt x="332901" y="1022280"/>
                  </a:lnTo>
                  <a:lnTo>
                    <a:pt x="332894" y="1022274"/>
                  </a:lnTo>
                  <a:lnTo>
                    <a:pt x="332889" y="1022266"/>
                  </a:lnTo>
                  <a:lnTo>
                    <a:pt x="332888" y="1022259"/>
                  </a:lnTo>
                  <a:lnTo>
                    <a:pt x="332887" y="1022246"/>
                  </a:lnTo>
                  <a:lnTo>
                    <a:pt x="332887" y="1022229"/>
                  </a:lnTo>
                  <a:lnTo>
                    <a:pt x="332884" y="1022221"/>
                  </a:lnTo>
                  <a:lnTo>
                    <a:pt x="332879" y="1022216"/>
                  </a:lnTo>
                  <a:lnTo>
                    <a:pt x="332871" y="1022214"/>
                  </a:lnTo>
                  <a:lnTo>
                    <a:pt x="332851" y="1022211"/>
                  </a:lnTo>
                  <a:lnTo>
                    <a:pt x="332830" y="1022208"/>
                  </a:lnTo>
                  <a:lnTo>
                    <a:pt x="332805" y="1022206"/>
                  </a:lnTo>
                  <a:lnTo>
                    <a:pt x="332780" y="1022205"/>
                  </a:lnTo>
                  <a:lnTo>
                    <a:pt x="332764" y="1022207"/>
                  </a:lnTo>
                  <a:lnTo>
                    <a:pt x="332750" y="1022210"/>
                  </a:lnTo>
                  <a:lnTo>
                    <a:pt x="332735" y="1022213"/>
                  </a:lnTo>
                  <a:lnTo>
                    <a:pt x="332719" y="1022214"/>
                  </a:lnTo>
                  <a:lnTo>
                    <a:pt x="332697" y="1022214"/>
                  </a:lnTo>
                  <a:lnTo>
                    <a:pt x="332669" y="1022213"/>
                  </a:lnTo>
                  <a:lnTo>
                    <a:pt x="332644" y="1022211"/>
                  </a:lnTo>
                  <a:lnTo>
                    <a:pt x="332627" y="1022211"/>
                  </a:lnTo>
                  <a:lnTo>
                    <a:pt x="332618" y="1022212"/>
                  </a:lnTo>
                  <a:lnTo>
                    <a:pt x="332607" y="1022216"/>
                  </a:lnTo>
                  <a:lnTo>
                    <a:pt x="332585" y="1022224"/>
                  </a:lnTo>
                  <a:lnTo>
                    <a:pt x="332566" y="1022229"/>
                  </a:lnTo>
                  <a:lnTo>
                    <a:pt x="332551" y="1022232"/>
                  </a:lnTo>
                  <a:lnTo>
                    <a:pt x="332531" y="1022234"/>
                  </a:lnTo>
                  <a:lnTo>
                    <a:pt x="332501" y="1022238"/>
                  </a:lnTo>
                  <a:lnTo>
                    <a:pt x="332488" y="1022241"/>
                  </a:lnTo>
                  <a:lnTo>
                    <a:pt x="332465" y="1022243"/>
                  </a:lnTo>
                  <a:lnTo>
                    <a:pt x="332445" y="1022245"/>
                  </a:lnTo>
                  <a:lnTo>
                    <a:pt x="332425" y="1022246"/>
                  </a:lnTo>
                  <a:lnTo>
                    <a:pt x="332397" y="1022246"/>
                  </a:lnTo>
                  <a:lnTo>
                    <a:pt x="332366" y="1022247"/>
                  </a:lnTo>
                  <a:lnTo>
                    <a:pt x="332344" y="1022248"/>
                  </a:lnTo>
                  <a:lnTo>
                    <a:pt x="332337" y="1022249"/>
                  </a:lnTo>
                  <a:lnTo>
                    <a:pt x="332327" y="1022250"/>
                  </a:lnTo>
                  <a:lnTo>
                    <a:pt x="332305" y="1022253"/>
                  </a:lnTo>
                  <a:lnTo>
                    <a:pt x="332295" y="1022253"/>
                  </a:lnTo>
                  <a:lnTo>
                    <a:pt x="332285" y="1022252"/>
                  </a:lnTo>
                  <a:lnTo>
                    <a:pt x="332279" y="1022250"/>
                  </a:lnTo>
                  <a:lnTo>
                    <a:pt x="332269" y="1022245"/>
                  </a:lnTo>
                  <a:lnTo>
                    <a:pt x="332258" y="1022238"/>
                  </a:lnTo>
                  <a:lnTo>
                    <a:pt x="332242" y="1022226"/>
                  </a:lnTo>
                  <a:lnTo>
                    <a:pt x="332224" y="1022214"/>
                  </a:lnTo>
                  <a:lnTo>
                    <a:pt x="332210" y="1022208"/>
                  </a:lnTo>
                  <a:lnTo>
                    <a:pt x="332197" y="1022203"/>
                  </a:lnTo>
                  <a:lnTo>
                    <a:pt x="332189" y="1022201"/>
                  </a:lnTo>
                  <a:lnTo>
                    <a:pt x="332178" y="1022198"/>
                  </a:lnTo>
                  <a:lnTo>
                    <a:pt x="332169" y="1022195"/>
                  </a:lnTo>
                  <a:lnTo>
                    <a:pt x="332160" y="1022190"/>
                  </a:lnTo>
                  <a:lnTo>
                    <a:pt x="332148" y="1022181"/>
                  </a:lnTo>
                  <a:lnTo>
                    <a:pt x="332140" y="1022174"/>
                  </a:lnTo>
                  <a:lnTo>
                    <a:pt x="332137" y="1022168"/>
                  </a:lnTo>
                  <a:lnTo>
                    <a:pt x="332136" y="1022159"/>
                  </a:lnTo>
                  <a:lnTo>
                    <a:pt x="332137" y="1022140"/>
                  </a:lnTo>
                  <a:lnTo>
                    <a:pt x="332137" y="1022124"/>
                  </a:lnTo>
                  <a:lnTo>
                    <a:pt x="332137" y="1022116"/>
                  </a:lnTo>
                  <a:lnTo>
                    <a:pt x="332134" y="1022104"/>
                  </a:lnTo>
                  <a:lnTo>
                    <a:pt x="332130" y="1022094"/>
                  </a:lnTo>
                  <a:lnTo>
                    <a:pt x="332122" y="1022079"/>
                  </a:lnTo>
                  <a:lnTo>
                    <a:pt x="332108" y="1022057"/>
                  </a:lnTo>
                  <a:lnTo>
                    <a:pt x="332097" y="1022040"/>
                  </a:lnTo>
                  <a:lnTo>
                    <a:pt x="332087" y="1022025"/>
                  </a:lnTo>
                  <a:lnTo>
                    <a:pt x="332076" y="1022010"/>
                  </a:lnTo>
                  <a:lnTo>
                    <a:pt x="332064" y="1021994"/>
                  </a:lnTo>
                  <a:lnTo>
                    <a:pt x="332053" y="1021980"/>
                  </a:lnTo>
                  <a:lnTo>
                    <a:pt x="332051" y="1021976"/>
                  </a:lnTo>
                  <a:lnTo>
                    <a:pt x="332038" y="1021959"/>
                  </a:lnTo>
                  <a:lnTo>
                    <a:pt x="332023" y="1021940"/>
                  </a:lnTo>
                  <a:lnTo>
                    <a:pt x="332006" y="1021918"/>
                  </a:lnTo>
                  <a:lnTo>
                    <a:pt x="331990" y="1021898"/>
                  </a:lnTo>
                  <a:lnTo>
                    <a:pt x="331978" y="1021886"/>
                  </a:lnTo>
                  <a:lnTo>
                    <a:pt x="331966" y="1021876"/>
                  </a:lnTo>
                  <a:lnTo>
                    <a:pt x="331948" y="1021861"/>
                  </a:lnTo>
                  <a:lnTo>
                    <a:pt x="331934" y="1021851"/>
                  </a:lnTo>
                  <a:lnTo>
                    <a:pt x="331917" y="1021839"/>
                  </a:lnTo>
                  <a:lnTo>
                    <a:pt x="331897" y="1021828"/>
                  </a:lnTo>
                  <a:lnTo>
                    <a:pt x="331880" y="1021819"/>
                  </a:lnTo>
                  <a:lnTo>
                    <a:pt x="331864" y="1021811"/>
                  </a:lnTo>
                  <a:lnTo>
                    <a:pt x="331847" y="1021802"/>
                  </a:lnTo>
                  <a:lnTo>
                    <a:pt x="331840" y="1021797"/>
                  </a:lnTo>
                  <a:lnTo>
                    <a:pt x="331832" y="1021788"/>
                  </a:lnTo>
                  <a:lnTo>
                    <a:pt x="331822" y="1021776"/>
                  </a:lnTo>
                  <a:lnTo>
                    <a:pt x="331811" y="1021763"/>
                  </a:lnTo>
                  <a:lnTo>
                    <a:pt x="331808" y="1021757"/>
                  </a:lnTo>
                  <a:lnTo>
                    <a:pt x="331804" y="1021748"/>
                  </a:lnTo>
                  <a:lnTo>
                    <a:pt x="331800" y="1021734"/>
                  </a:lnTo>
                  <a:lnTo>
                    <a:pt x="331791" y="1021713"/>
                  </a:lnTo>
                  <a:lnTo>
                    <a:pt x="331781" y="1021693"/>
                  </a:lnTo>
                  <a:lnTo>
                    <a:pt x="331774" y="1021679"/>
                  </a:lnTo>
                  <a:lnTo>
                    <a:pt x="331766" y="1021662"/>
                  </a:lnTo>
                  <a:lnTo>
                    <a:pt x="331762" y="1021653"/>
                  </a:lnTo>
                  <a:lnTo>
                    <a:pt x="331760" y="1021646"/>
                  </a:lnTo>
                  <a:lnTo>
                    <a:pt x="331760" y="1021637"/>
                  </a:lnTo>
                  <a:lnTo>
                    <a:pt x="331762" y="1021628"/>
                  </a:lnTo>
                  <a:lnTo>
                    <a:pt x="331768" y="1021615"/>
                  </a:lnTo>
                  <a:lnTo>
                    <a:pt x="331772" y="1021606"/>
                  </a:lnTo>
                  <a:lnTo>
                    <a:pt x="331778" y="1021597"/>
                  </a:lnTo>
                  <a:lnTo>
                    <a:pt x="331785" y="1021590"/>
                  </a:lnTo>
                  <a:lnTo>
                    <a:pt x="331802" y="1021573"/>
                  </a:lnTo>
                  <a:lnTo>
                    <a:pt x="331818" y="1021558"/>
                  </a:lnTo>
                  <a:lnTo>
                    <a:pt x="331830" y="1021548"/>
                  </a:lnTo>
                  <a:lnTo>
                    <a:pt x="331844" y="1021540"/>
                  </a:lnTo>
                  <a:lnTo>
                    <a:pt x="331864" y="1021528"/>
                  </a:lnTo>
                  <a:lnTo>
                    <a:pt x="331878" y="1021520"/>
                  </a:lnTo>
                  <a:lnTo>
                    <a:pt x="331888" y="1021514"/>
                  </a:lnTo>
                  <a:lnTo>
                    <a:pt x="331901" y="1021507"/>
                  </a:lnTo>
                  <a:lnTo>
                    <a:pt x="331919" y="1021496"/>
                  </a:lnTo>
                  <a:lnTo>
                    <a:pt x="331937" y="1021484"/>
                  </a:lnTo>
                  <a:lnTo>
                    <a:pt x="331948" y="1021475"/>
                  </a:lnTo>
                  <a:lnTo>
                    <a:pt x="331961" y="1021465"/>
                  </a:lnTo>
                  <a:lnTo>
                    <a:pt x="331974" y="1021451"/>
                  </a:lnTo>
                  <a:lnTo>
                    <a:pt x="331984" y="1021440"/>
                  </a:lnTo>
                  <a:lnTo>
                    <a:pt x="331997" y="1021425"/>
                  </a:lnTo>
                  <a:lnTo>
                    <a:pt x="332008" y="1021412"/>
                  </a:lnTo>
                  <a:lnTo>
                    <a:pt x="332013" y="1021406"/>
                  </a:lnTo>
                  <a:lnTo>
                    <a:pt x="332018" y="1021396"/>
                  </a:lnTo>
                  <a:lnTo>
                    <a:pt x="332021" y="1021388"/>
                  </a:lnTo>
                  <a:lnTo>
                    <a:pt x="332022" y="1021379"/>
                  </a:lnTo>
                  <a:lnTo>
                    <a:pt x="332020" y="1021368"/>
                  </a:lnTo>
                  <a:lnTo>
                    <a:pt x="332015" y="1021353"/>
                  </a:lnTo>
                  <a:lnTo>
                    <a:pt x="332009" y="1021338"/>
                  </a:lnTo>
                  <a:lnTo>
                    <a:pt x="332006" y="1021328"/>
                  </a:lnTo>
                  <a:lnTo>
                    <a:pt x="332004" y="1021318"/>
                  </a:lnTo>
                  <a:lnTo>
                    <a:pt x="332002" y="1021305"/>
                  </a:lnTo>
                  <a:lnTo>
                    <a:pt x="332002" y="1021282"/>
                  </a:lnTo>
                  <a:lnTo>
                    <a:pt x="331999" y="1021257"/>
                  </a:lnTo>
                  <a:lnTo>
                    <a:pt x="331997" y="1021237"/>
                  </a:lnTo>
                  <a:lnTo>
                    <a:pt x="331994" y="1021216"/>
                  </a:lnTo>
                  <a:lnTo>
                    <a:pt x="331994" y="1021206"/>
                  </a:lnTo>
                  <a:lnTo>
                    <a:pt x="331995" y="1021200"/>
                  </a:lnTo>
                  <a:lnTo>
                    <a:pt x="331997" y="1021196"/>
                  </a:lnTo>
                  <a:lnTo>
                    <a:pt x="332001" y="1021186"/>
                  </a:lnTo>
                  <a:lnTo>
                    <a:pt x="332009" y="1021172"/>
                  </a:lnTo>
                  <a:lnTo>
                    <a:pt x="332017" y="1021161"/>
                  </a:lnTo>
                  <a:lnTo>
                    <a:pt x="332028" y="1021149"/>
                  </a:lnTo>
                  <a:lnTo>
                    <a:pt x="332039" y="1021137"/>
                  </a:lnTo>
                  <a:lnTo>
                    <a:pt x="332045" y="1021130"/>
                  </a:lnTo>
                  <a:lnTo>
                    <a:pt x="332053" y="1021121"/>
                  </a:lnTo>
                  <a:lnTo>
                    <a:pt x="332065" y="1021105"/>
                  </a:lnTo>
                  <a:lnTo>
                    <a:pt x="332073" y="1021093"/>
                  </a:lnTo>
                  <a:lnTo>
                    <a:pt x="332079" y="1021083"/>
                  </a:lnTo>
                  <a:lnTo>
                    <a:pt x="332084" y="1021070"/>
                  </a:lnTo>
                  <a:lnTo>
                    <a:pt x="332088" y="1021060"/>
                  </a:lnTo>
                  <a:lnTo>
                    <a:pt x="332090" y="1021050"/>
                  </a:lnTo>
                  <a:lnTo>
                    <a:pt x="332090" y="1021038"/>
                  </a:lnTo>
                  <a:lnTo>
                    <a:pt x="332089" y="1021023"/>
                  </a:lnTo>
                  <a:lnTo>
                    <a:pt x="332087" y="1021017"/>
                  </a:lnTo>
                  <a:lnTo>
                    <a:pt x="332082" y="1021005"/>
                  </a:lnTo>
                  <a:lnTo>
                    <a:pt x="332082" y="1021000"/>
                  </a:lnTo>
                  <a:lnTo>
                    <a:pt x="332084" y="1020994"/>
                  </a:lnTo>
                  <a:lnTo>
                    <a:pt x="332087" y="1020986"/>
                  </a:lnTo>
                  <a:lnTo>
                    <a:pt x="332088" y="1020980"/>
                  </a:lnTo>
                  <a:lnTo>
                    <a:pt x="332087" y="1020974"/>
                  </a:lnTo>
                  <a:lnTo>
                    <a:pt x="332081" y="1020964"/>
                  </a:lnTo>
                  <a:lnTo>
                    <a:pt x="332078" y="1020956"/>
                  </a:lnTo>
                  <a:lnTo>
                    <a:pt x="332078" y="1020948"/>
                  </a:lnTo>
                  <a:lnTo>
                    <a:pt x="332080" y="1020940"/>
                  </a:lnTo>
                  <a:lnTo>
                    <a:pt x="332085" y="1020932"/>
                  </a:lnTo>
                  <a:lnTo>
                    <a:pt x="332090" y="1020926"/>
                  </a:lnTo>
                  <a:lnTo>
                    <a:pt x="332096" y="1020921"/>
                  </a:lnTo>
                  <a:lnTo>
                    <a:pt x="332117" y="1020912"/>
                  </a:lnTo>
                  <a:lnTo>
                    <a:pt x="332138" y="1020902"/>
                  </a:lnTo>
                  <a:lnTo>
                    <a:pt x="332162" y="1020892"/>
                  </a:lnTo>
                  <a:lnTo>
                    <a:pt x="332182" y="1020884"/>
                  </a:lnTo>
                  <a:lnTo>
                    <a:pt x="332205" y="1020876"/>
                  </a:lnTo>
                  <a:lnTo>
                    <a:pt x="332230" y="1020867"/>
                  </a:lnTo>
                  <a:lnTo>
                    <a:pt x="332244" y="1020863"/>
                  </a:lnTo>
                  <a:lnTo>
                    <a:pt x="332261" y="1020860"/>
                  </a:lnTo>
                  <a:lnTo>
                    <a:pt x="332280" y="1020859"/>
                  </a:lnTo>
                  <a:lnTo>
                    <a:pt x="332298" y="1020861"/>
                  </a:lnTo>
                  <a:lnTo>
                    <a:pt x="332320" y="1020861"/>
                  </a:lnTo>
                  <a:lnTo>
                    <a:pt x="332341" y="1020861"/>
                  </a:lnTo>
                  <a:lnTo>
                    <a:pt x="332356" y="1020859"/>
                  </a:lnTo>
                  <a:lnTo>
                    <a:pt x="332368" y="1020856"/>
                  </a:lnTo>
                  <a:lnTo>
                    <a:pt x="332387" y="1020851"/>
                  </a:lnTo>
                  <a:lnTo>
                    <a:pt x="332405" y="1020845"/>
                  </a:lnTo>
                  <a:lnTo>
                    <a:pt x="332420" y="1020839"/>
                  </a:lnTo>
                  <a:lnTo>
                    <a:pt x="332435" y="1020830"/>
                  </a:lnTo>
                  <a:lnTo>
                    <a:pt x="332450" y="1020822"/>
                  </a:lnTo>
                  <a:lnTo>
                    <a:pt x="332460" y="1020816"/>
                  </a:lnTo>
                  <a:lnTo>
                    <a:pt x="332470" y="1020809"/>
                  </a:lnTo>
                  <a:lnTo>
                    <a:pt x="332478" y="1020802"/>
                  </a:lnTo>
                  <a:lnTo>
                    <a:pt x="332484" y="1020795"/>
                  </a:lnTo>
                  <a:lnTo>
                    <a:pt x="332489" y="1020786"/>
                  </a:lnTo>
                  <a:lnTo>
                    <a:pt x="332497" y="1020768"/>
                  </a:lnTo>
                  <a:lnTo>
                    <a:pt x="332504" y="1020749"/>
                  </a:lnTo>
                  <a:lnTo>
                    <a:pt x="332508" y="1020729"/>
                  </a:lnTo>
                  <a:lnTo>
                    <a:pt x="332510" y="1020719"/>
                  </a:lnTo>
                  <a:lnTo>
                    <a:pt x="332514" y="1020696"/>
                  </a:lnTo>
                  <a:lnTo>
                    <a:pt x="332517" y="1020676"/>
                  </a:lnTo>
                  <a:lnTo>
                    <a:pt x="332518" y="1020664"/>
                  </a:lnTo>
                  <a:lnTo>
                    <a:pt x="332518" y="1020647"/>
                  </a:lnTo>
                  <a:lnTo>
                    <a:pt x="332517" y="1020637"/>
                  </a:lnTo>
                  <a:lnTo>
                    <a:pt x="332515" y="1020626"/>
                  </a:lnTo>
                  <a:lnTo>
                    <a:pt x="332511" y="1020616"/>
                  </a:lnTo>
                  <a:lnTo>
                    <a:pt x="332506" y="1020608"/>
                  </a:lnTo>
                  <a:lnTo>
                    <a:pt x="332502" y="1020602"/>
                  </a:lnTo>
                  <a:lnTo>
                    <a:pt x="332495" y="1020596"/>
                  </a:lnTo>
                  <a:lnTo>
                    <a:pt x="332483" y="1020588"/>
                  </a:lnTo>
                  <a:lnTo>
                    <a:pt x="332462" y="1020577"/>
                  </a:lnTo>
                  <a:lnTo>
                    <a:pt x="332443" y="1020569"/>
                  </a:lnTo>
                  <a:lnTo>
                    <a:pt x="332432" y="1020564"/>
                  </a:lnTo>
                  <a:lnTo>
                    <a:pt x="332416" y="1020559"/>
                  </a:lnTo>
                  <a:lnTo>
                    <a:pt x="332405" y="1020555"/>
                  </a:lnTo>
                  <a:lnTo>
                    <a:pt x="332401" y="1020551"/>
                  </a:lnTo>
                  <a:lnTo>
                    <a:pt x="332404" y="1020540"/>
                  </a:lnTo>
                  <a:lnTo>
                    <a:pt x="332412" y="1020522"/>
                  </a:lnTo>
                  <a:lnTo>
                    <a:pt x="332421" y="1020498"/>
                  </a:lnTo>
                  <a:lnTo>
                    <a:pt x="332428" y="1020479"/>
                  </a:lnTo>
                  <a:lnTo>
                    <a:pt x="332437" y="1020452"/>
                  </a:lnTo>
                  <a:lnTo>
                    <a:pt x="332447" y="1020418"/>
                  </a:lnTo>
                  <a:lnTo>
                    <a:pt x="332449" y="1020412"/>
                  </a:lnTo>
                  <a:lnTo>
                    <a:pt x="332453" y="1020396"/>
                  </a:lnTo>
                  <a:lnTo>
                    <a:pt x="332459" y="1020376"/>
                  </a:lnTo>
                  <a:lnTo>
                    <a:pt x="332464" y="1020355"/>
                  </a:lnTo>
                  <a:lnTo>
                    <a:pt x="332467" y="1020336"/>
                  </a:lnTo>
                  <a:lnTo>
                    <a:pt x="332469" y="1020323"/>
                  </a:lnTo>
                  <a:lnTo>
                    <a:pt x="332470" y="1020308"/>
                  </a:lnTo>
                  <a:lnTo>
                    <a:pt x="332470" y="1020292"/>
                  </a:lnTo>
                  <a:lnTo>
                    <a:pt x="332469" y="1020280"/>
                  </a:lnTo>
                  <a:lnTo>
                    <a:pt x="332468" y="1020275"/>
                  </a:lnTo>
                  <a:lnTo>
                    <a:pt x="332466" y="1020266"/>
                  </a:lnTo>
                  <a:lnTo>
                    <a:pt x="332462" y="1020243"/>
                  </a:lnTo>
                  <a:lnTo>
                    <a:pt x="332457" y="1020227"/>
                  </a:lnTo>
                  <a:lnTo>
                    <a:pt x="332451" y="1020210"/>
                  </a:lnTo>
                  <a:lnTo>
                    <a:pt x="332445" y="1020190"/>
                  </a:lnTo>
                  <a:lnTo>
                    <a:pt x="332440" y="1020178"/>
                  </a:lnTo>
                  <a:lnTo>
                    <a:pt x="332433" y="1020160"/>
                  </a:lnTo>
                  <a:lnTo>
                    <a:pt x="332429" y="1020148"/>
                  </a:lnTo>
                  <a:lnTo>
                    <a:pt x="332426" y="1020138"/>
                  </a:lnTo>
                  <a:lnTo>
                    <a:pt x="332420" y="1020123"/>
                  </a:lnTo>
                  <a:lnTo>
                    <a:pt x="332414" y="1020112"/>
                  </a:lnTo>
                  <a:lnTo>
                    <a:pt x="332407" y="1020100"/>
                  </a:lnTo>
                  <a:lnTo>
                    <a:pt x="332402" y="1020092"/>
                  </a:lnTo>
                  <a:lnTo>
                    <a:pt x="332395" y="1020085"/>
                  </a:lnTo>
                  <a:lnTo>
                    <a:pt x="332386" y="1020076"/>
                  </a:lnTo>
                  <a:lnTo>
                    <a:pt x="332374" y="1020066"/>
                  </a:lnTo>
                  <a:lnTo>
                    <a:pt x="332360" y="1020055"/>
                  </a:lnTo>
                  <a:lnTo>
                    <a:pt x="332346" y="1020046"/>
                  </a:lnTo>
                  <a:lnTo>
                    <a:pt x="332336" y="1020042"/>
                  </a:lnTo>
                  <a:lnTo>
                    <a:pt x="332327" y="1020038"/>
                  </a:lnTo>
                  <a:lnTo>
                    <a:pt x="332319" y="1020036"/>
                  </a:lnTo>
                  <a:lnTo>
                    <a:pt x="332310" y="1020034"/>
                  </a:lnTo>
                  <a:lnTo>
                    <a:pt x="332294" y="1020035"/>
                  </a:lnTo>
                  <a:lnTo>
                    <a:pt x="332271" y="1020036"/>
                  </a:lnTo>
                  <a:lnTo>
                    <a:pt x="332260" y="1020037"/>
                  </a:lnTo>
                  <a:lnTo>
                    <a:pt x="332256" y="1020037"/>
                  </a:lnTo>
                  <a:lnTo>
                    <a:pt x="332247" y="1020036"/>
                  </a:lnTo>
                  <a:lnTo>
                    <a:pt x="332240" y="1020033"/>
                  </a:lnTo>
                  <a:lnTo>
                    <a:pt x="332232" y="1020027"/>
                  </a:lnTo>
                  <a:lnTo>
                    <a:pt x="332226" y="1020021"/>
                  </a:lnTo>
                  <a:lnTo>
                    <a:pt x="332213" y="1020008"/>
                  </a:lnTo>
                  <a:lnTo>
                    <a:pt x="332202" y="1019997"/>
                  </a:lnTo>
                  <a:lnTo>
                    <a:pt x="332196" y="1019990"/>
                  </a:lnTo>
                  <a:lnTo>
                    <a:pt x="332192" y="1019986"/>
                  </a:lnTo>
                  <a:lnTo>
                    <a:pt x="332184" y="1019977"/>
                  </a:lnTo>
                  <a:lnTo>
                    <a:pt x="332164" y="1019958"/>
                  </a:lnTo>
                  <a:lnTo>
                    <a:pt x="332178" y="1019955"/>
                  </a:lnTo>
                  <a:lnTo>
                    <a:pt x="332193" y="1019954"/>
                  </a:lnTo>
                  <a:lnTo>
                    <a:pt x="332215" y="1019951"/>
                  </a:lnTo>
                  <a:lnTo>
                    <a:pt x="332232" y="1019947"/>
                  </a:lnTo>
                  <a:lnTo>
                    <a:pt x="332246" y="1019943"/>
                  </a:lnTo>
                  <a:lnTo>
                    <a:pt x="332256" y="1019940"/>
                  </a:lnTo>
                  <a:lnTo>
                    <a:pt x="332272" y="1019932"/>
                  </a:lnTo>
                  <a:lnTo>
                    <a:pt x="332280" y="1019927"/>
                  </a:lnTo>
                  <a:lnTo>
                    <a:pt x="332287" y="1019922"/>
                  </a:lnTo>
                  <a:lnTo>
                    <a:pt x="332295" y="1019915"/>
                  </a:lnTo>
                  <a:lnTo>
                    <a:pt x="332303" y="1019906"/>
                  </a:lnTo>
                  <a:lnTo>
                    <a:pt x="332308" y="1019897"/>
                  </a:lnTo>
                  <a:lnTo>
                    <a:pt x="332312" y="1019887"/>
                  </a:lnTo>
                  <a:lnTo>
                    <a:pt x="332320" y="1019871"/>
                  </a:lnTo>
                  <a:lnTo>
                    <a:pt x="332328" y="1019852"/>
                  </a:lnTo>
                  <a:lnTo>
                    <a:pt x="332333" y="1019836"/>
                  </a:lnTo>
                  <a:lnTo>
                    <a:pt x="332337" y="1019818"/>
                  </a:lnTo>
                  <a:lnTo>
                    <a:pt x="332340" y="1019805"/>
                  </a:lnTo>
                  <a:lnTo>
                    <a:pt x="332342" y="1019787"/>
                  </a:lnTo>
                  <a:lnTo>
                    <a:pt x="332342" y="1019773"/>
                  </a:lnTo>
                  <a:lnTo>
                    <a:pt x="332342" y="1019761"/>
                  </a:lnTo>
                  <a:lnTo>
                    <a:pt x="332341" y="1019732"/>
                  </a:lnTo>
                  <a:lnTo>
                    <a:pt x="332340" y="1019709"/>
                  </a:lnTo>
                  <a:lnTo>
                    <a:pt x="332339" y="1019693"/>
                  </a:lnTo>
                  <a:lnTo>
                    <a:pt x="332339" y="1019684"/>
                  </a:lnTo>
                  <a:lnTo>
                    <a:pt x="332340" y="1019666"/>
                  </a:lnTo>
                  <a:lnTo>
                    <a:pt x="332340" y="1019653"/>
                  </a:lnTo>
                  <a:lnTo>
                    <a:pt x="332340" y="1019647"/>
                  </a:lnTo>
                  <a:lnTo>
                    <a:pt x="332342" y="1019642"/>
                  </a:lnTo>
                  <a:lnTo>
                    <a:pt x="332348" y="1019636"/>
                  </a:lnTo>
                  <a:lnTo>
                    <a:pt x="332361" y="1019626"/>
                  </a:lnTo>
                  <a:lnTo>
                    <a:pt x="332379" y="1019614"/>
                  </a:lnTo>
                  <a:lnTo>
                    <a:pt x="332396" y="1019603"/>
                  </a:lnTo>
                  <a:lnTo>
                    <a:pt x="332408" y="1019595"/>
                  </a:lnTo>
                  <a:lnTo>
                    <a:pt x="332415" y="1019589"/>
                  </a:lnTo>
                  <a:lnTo>
                    <a:pt x="332422" y="1019582"/>
                  </a:lnTo>
                  <a:lnTo>
                    <a:pt x="332429" y="1019573"/>
                  </a:lnTo>
                  <a:lnTo>
                    <a:pt x="332436" y="1019564"/>
                  </a:lnTo>
                  <a:lnTo>
                    <a:pt x="332444" y="1019549"/>
                  </a:lnTo>
                  <a:lnTo>
                    <a:pt x="332450" y="1019538"/>
                  </a:lnTo>
                  <a:lnTo>
                    <a:pt x="332459" y="1019518"/>
                  </a:lnTo>
                  <a:lnTo>
                    <a:pt x="332466" y="1019501"/>
                  </a:lnTo>
                  <a:lnTo>
                    <a:pt x="332469" y="1019492"/>
                  </a:lnTo>
                  <a:lnTo>
                    <a:pt x="332476" y="1019469"/>
                  </a:lnTo>
                  <a:lnTo>
                    <a:pt x="332483" y="1019448"/>
                  </a:lnTo>
                  <a:lnTo>
                    <a:pt x="332486" y="1019437"/>
                  </a:lnTo>
                  <a:lnTo>
                    <a:pt x="332488" y="1019423"/>
                  </a:lnTo>
                  <a:lnTo>
                    <a:pt x="332491" y="1019403"/>
                  </a:lnTo>
                  <a:lnTo>
                    <a:pt x="332493" y="1019386"/>
                  </a:lnTo>
                  <a:lnTo>
                    <a:pt x="332495" y="1019377"/>
                  </a:lnTo>
                  <a:lnTo>
                    <a:pt x="332496" y="1019368"/>
                  </a:lnTo>
                  <a:lnTo>
                    <a:pt x="332498" y="1019350"/>
                  </a:lnTo>
                  <a:lnTo>
                    <a:pt x="332499" y="1019331"/>
                  </a:lnTo>
                  <a:lnTo>
                    <a:pt x="332499" y="1019324"/>
                  </a:lnTo>
                  <a:lnTo>
                    <a:pt x="332497" y="1019319"/>
                  </a:lnTo>
                  <a:lnTo>
                    <a:pt x="332491" y="1019315"/>
                  </a:lnTo>
                  <a:lnTo>
                    <a:pt x="332481" y="1019309"/>
                  </a:lnTo>
                  <a:lnTo>
                    <a:pt x="332475" y="1019304"/>
                  </a:lnTo>
                  <a:lnTo>
                    <a:pt x="332468" y="1019298"/>
                  </a:lnTo>
                  <a:lnTo>
                    <a:pt x="332461" y="1019290"/>
                  </a:lnTo>
                  <a:lnTo>
                    <a:pt x="332454" y="1019280"/>
                  </a:lnTo>
                  <a:lnTo>
                    <a:pt x="332446" y="1019269"/>
                  </a:lnTo>
                  <a:lnTo>
                    <a:pt x="332437" y="1019254"/>
                  </a:lnTo>
                  <a:lnTo>
                    <a:pt x="332433" y="1019244"/>
                  </a:lnTo>
                  <a:lnTo>
                    <a:pt x="332430" y="1019234"/>
                  </a:lnTo>
                  <a:lnTo>
                    <a:pt x="332429" y="1019223"/>
                  </a:lnTo>
                  <a:lnTo>
                    <a:pt x="332430" y="1019215"/>
                  </a:lnTo>
                  <a:lnTo>
                    <a:pt x="332432" y="1019210"/>
                  </a:lnTo>
                  <a:lnTo>
                    <a:pt x="332442" y="1019202"/>
                  </a:lnTo>
                  <a:lnTo>
                    <a:pt x="332458" y="1019191"/>
                  </a:lnTo>
                  <a:lnTo>
                    <a:pt x="332476" y="1019177"/>
                  </a:lnTo>
                  <a:lnTo>
                    <a:pt x="332491" y="1019166"/>
                  </a:lnTo>
                  <a:lnTo>
                    <a:pt x="332502" y="1019158"/>
                  </a:lnTo>
                  <a:lnTo>
                    <a:pt x="332506" y="1019153"/>
                  </a:lnTo>
                  <a:lnTo>
                    <a:pt x="332516" y="1019139"/>
                  </a:lnTo>
                  <a:lnTo>
                    <a:pt x="332526" y="1019127"/>
                  </a:lnTo>
                  <a:lnTo>
                    <a:pt x="332538" y="1019113"/>
                  </a:lnTo>
                  <a:lnTo>
                    <a:pt x="332550" y="1019102"/>
                  </a:lnTo>
                  <a:lnTo>
                    <a:pt x="332561" y="1019092"/>
                  </a:lnTo>
                  <a:lnTo>
                    <a:pt x="332579" y="1019081"/>
                  </a:lnTo>
                  <a:lnTo>
                    <a:pt x="332596" y="1019071"/>
                  </a:lnTo>
                  <a:lnTo>
                    <a:pt x="332607" y="1019064"/>
                  </a:lnTo>
                  <a:lnTo>
                    <a:pt x="332617" y="1019055"/>
                  </a:lnTo>
                  <a:lnTo>
                    <a:pt x="332630" y="1019044"/>
                  </a:lnTo>
                  <a:lnTo>
                    <a:pt x="332641" y="1019035"/>
                  </a:lnTo>
                  <a:lnTo>
                    <a:pt x="332648" y="1019026"/>
                  </a:lnTo>
                  <a:lnTo>
                    <a:pt x="332654" y="1019017"/>
                  </a:lnTo>
                  <a:lnTo>
                    <a:pt x="332659" y="1019006"/>
                  </a:lnTo>
                  <a:lnTo>
                    <a:pt x="332669" y="1018984"/>
                  </a:lnTo>
                  <a:lnTo>
                    <a:pt x="332680" y="1018965"/>
                  </a:lnTo>
                  <a:lnTo>
                    <a:pt x="332691" y="1018951"/>
                  </a:lnTo>
                  <a:lnTo>
                    <a:pt x="332702" y="1018936"/>
                  </a:lnTo>
                  <a:lnTo>
                    <a:pt x="332715" y="1018919"/>
                  </a:lnTo>
                  <a:lnTo>
                    <a:pt x="332727" y="1018907"/>
                  </a:lnTo>
                  <a:lnTo>
                    <a:pt x="332735" y="1018899"/>
                  </a:lnTo>
                  <a:lnTo>
                    <a:pt x="332742" y="1018895"/>
                  </a:lnTo>
                  <a:lnTo>
                    <a:pt x="332760" y="1018887"/>
                  </a:lnTo>
                  <a:lnTo>
                    <a:pt x="332775" y="1018879"/>
                  </a:lnTo>
                  <a:lnTo>
                    <a:pt x="332787" y="1018872"/>
                  </a:lnTo>
                  <a:lnTo>
                    <a:pt x="332797" y="1018866"/>
                  </a:lnTo>
                  <a:lnTo>
                    <a:pt x="332809" y="1018858"/>
                  </a:lnTo>
                  <a:lnTo>
                    <a:pt x="332816" y="1018854"/>
                  </a:lnTo>
                  <a:lnTo>
                    <a:pt x="332825" y="1018850"/>
                  </a:lnTo>
                  <a:lnTo>
                    <a:pt x="332845" y="1018844"/>
                  </a:lnTo>
                  <a:lnTo>
                    <a:pt x="332866" y="1018839"/>
                  </a:lnTo>
                  <a:lnTo>
                    <a:pt x="332890" y="1018833"/>
                  </a:lnTo>
                  <a:lnTo>
                    <a:pt x="332893" y="1018827"/>
                  </a:lnTo>
                  <a:lnTo>
                    <a:pt x="332893" y="1018821"/>
                  </a:lnTo>
                  <a:lnTo>
                    <a:pt x="332890" y="1018811"/>
                  </a:lnTo>
                  <a:lnTo>
                    <a:pt x="332884" y="1018793"/>
                  </a:lnTo>
                  <a:lnTo>
                    <a:pt x="332876" y="1018778"/>
                  </a:lnTo>
                  <a:lnTo>
                    <a:pt x="332867" y="1018764"/>
                  </a:lnTo>
                  <a:lnTo>
                    <a:pt x="332857" y="1018751"/>
                  </a:lnTo>
                  <a:lnTo>
                    <a:pt x="332846" y="1018739"/>
                  </a:lnTo>
                  <a:lnTo>
                    <a:pt x="332838" y="1018730"/>
                  </a:lnTo>
                  <a:lnTo>
                    <a:pt x="332823" y="1018717"/>
                  </a:lnTo>
                  <a:lnTo>
                    <a:pt x="332806" y="1018702"/>
                  </a:lnTo>
                  <a:lnTo>
                    <a:pt x="332790" y="1018687"/>
                  </a:lnTo>
                  <a:lnTo>
                    <a:pt x="332781" y="1018677"/>
                  </a:lnTo>
                  <a:lnTo>
                    <a:pt x="332769" y="1018661"/>
                  </a:lnTo>
                  <a:lnTo>
                    <a:pt x="332761" y="1018649"/>
                  </a:lnTo>
                  <a:lnTo>
                    <a:pt x="332756" y="1018639"/>
                  </a:lnTo>
                  <a:lnTo>
                    <a:pt x="332753" y="1018632"/>
                  </a:lnTo>
                  <a:lnTo>
                    <a:pt x="332752" y="1018625"/>
                  </a:lnTo>
                  <a:lnTo>
                    <a:pt x="332751" y="1018602"/>
                  </a:lnTo>
                  <a:lnTo>
                    <a:pt x="332750" y="1018585"/>
                  </a:lnTo>
                  <a:lnTo>
                    <a:pt x="332746" y="1018567"/>
                  </a:lnTo>
                  <a:lnTo>
                    <a:pt x="332740" y="1018555"/>
                  </a:lnTo>
                  <a:lnTo>
                    <a:pt x="332733" y="1018545"/>
                  </a:lnTo>
                  <a:lnTo>
                    <a:pt x="332727" y="1018538"/>
                  </a:lnTo>
                  <a:lnTo>
                    <a:pt x="332718" y="1018528"/>
                  </a:lnTo>
                  <a:lnTo>
                    <a:pt x="332708" y="1018517"/>
                  </a:lnTo>
                  <a:lnTo>
                    <a:pt x="332701" y="1018508"/>
                  </a:lnTo>
                  <a:lnTo>
                    <a:pt x="332694" y="1018497"/>
                  </a:lnTo>
                  <a:lnTo>
                    <a:pt x="332689" y="1018488"/>
                  </a:lnTo>
                  <a:lnTo>
                    <a:pt x="332686" y="1018479"/>
                  </a:lnTo>
                  <a:lnTo>
                    <a:pt x="332684" y="1018469"/>
                  </a:lnTo>
                  <a:lnTo>
                    <a:pt x="332683" y="1018453"/>
                  </a:lnTo>
                  <a:lnTo>
                    <a:pt x="332679" y="1018432"/>
                  </a:lnTo>
                  <a:lnTo>
                    <a:pt x="332676" y="1018423"/>
                  </a:lnTo>
                  <a:lnTo>
                    <a:pt x="332670" y="1018414"/>
                  </a:lnTo>
                  <a:lnTo>
                    <a:pt x="332662" y="1018402"/>
                  </a:lnTo>
                  <a:lnTo>
                    <a:pt x="332659" y="1018397"/>
                  </a:lnTo>
                  <a:lnTo>
                    <a:pt x="332655" y="1018391"/>
                  </a:lnTo>
                  <a:lnTo>
                    <a:pt x="332653" y="1018385"/>
                  </a:lnTo>
                  <a:lnTo>
                    <a:pt x="332652" y="1018380"/>
                  </a:lnTo>
                  <a:lnTo>
                    <a:pt x="332649" y="1018361"/>
                  </a:lnTo>
                  <a:lnTo>
                    <a:pt x="332644" y="1018342"/>
                  </a:lnTo>
                  <a:lnTo>
                    <a:pt x="332639" y="1018329"/>
                  </a:lnTo>
                  <a:lnTo>
                    <a:pt x="332630" y="1018314"/>
                  </a:lnTo>
                  <a:lnTo>
                    <a:pt x="332618" y="1018293"/>
                  </a:lnTo>
                  <a:lnTo>
                    <a:pt x="332609" y="1018278"/>
                  </a:lnTo>
                  <a:lnTo>
                    <a:pt x="332601" y="1018263"/>
                  </a:lnTo>
                  <a:lnTo>
                    <a:pt x="332592" y="1018245"/>
                  </a:lnTo>
                  <a:lnTo>
                    <a:pt x="332586" y="1018232"/>
                  </a:lnTo>
                  <a:lnTo>
                    <a:pt x="332583" y="1018221"/>
                  </a:lnTo>
                  <a:lnTo>
                    <a:pt x="332582" y="1018209"/>
                  </a:lnTo>
                  <a:lnTo>
                    <a:pt x="332580" y="1018191"/>
                  </a:lnTo>
                  <a:lnTo>
                    <a:pt x="332580" y="1018179"/>
                  </a:lnTo>
                  <a:lnTo>
                    <a:pt x="332584" y="1018166"/>
                  </a:lnTo>
                  <a:lnTo>
                    <a:pt x="332584" y="1018160"/>
                  </a:lnTo>
                  <a:lnTo>
                    <a:pt x="332582" y="1018154"/>
                  </a:lnTo>
                  <a:lnTo>
                    <a:pt x="332577" y="1018151"/>
                  </a:lnTo>
                  <a:lnTo>
                    <a:pt x="332562" y="1018149"/>
                  </a:lnTo>
                  <a:lnTo>
                    <a:pt x="332549" y="1018147"/>
                  </a:lnTo>
                  <a:lnTo>
                    <a:pt x="332538" y="1018142"/>
                  </a:lnTo>
                  <a:lnTo>
                    <a:pt x="332527" y="1018136"/>
                  </a:lnTo>
                  <a:lnTo>
                    <a:pt x="332513" y="1018125"/>
                  </a:lnTo>
                  <a:lnTo>
                    <a:pt x="332500" y="1018114"/>
                  </a:lnTo>
                  <a:lnTo>
                    <a:pt x="332494" y="1018107"/>
                  </a:lnTo>
                  <a:lnTo>
                    <a:pt x="332491" y="1018102"/>
                  </a:lnTo>
                  <a:lnTo>
                    <a:pt x="332491" y="1018096"/>
                  </a:lnTo>
                  <a:lnTo>
                    <a:pt x="332495" y="1018090"/>
                  </a:lnTo>
                  <a:lnTo>
                    <a:pt x="332504" y="1018082"/>
                  </a:lnTo>
                  <a:lnTo>
                    <a:pt x="332516" y="1018073"/>
                  </a:lnTo>
                  <a:lnTo>
                    <a:pt x="332524" y="1018067"/>
                  </a:lnTo>
                  <a:lnTo>
                    <a:pt x="332539" y="1018054"/>
                  </a:lnTo>
                  <a:lnTo>
                    <a:pt x="332561" y="1018039"/>
                  </a:lnTo>
                  <a:lnTo>
                    <a:pt x="332579" y="1018027"/>
                  </a:lnTo>
                  <a:lnTo>
                    <a:pt x="332589" y="1018018"/>
                  </a:lnTo>
                  <a:lnTo>
                    <a:pt x="332598" y="1018010"/>
                  </a:lnTo>
                  <a:lnTo>
                    <a:pt x="332601" y="1018005"/>
                  </a:lnTo>
                  <a:lnTo>
                    <a:pt x="332603" y="1018000"/>
                  </a:lnTo>
                  <a:lnTo>
                    <a:pt x="332604" y="1017995"/>
                  </a:lnTo>
                  <a:lnTo>
                    <a:pt x="332602" y="1017983"/>
                  </a:lnTo>
                  <a:lnTo>
                    <a:pt x="332597" y="1017960"/>
                  </a:lnTo>
                  <a:lnTo>
                    <a:pt x="332590" y="1017941"/>
                  </a:lnTo>
                  <a:lnTo>
                    <a:pt x="332584" y="1017924"/>
                  </a:lnTo>
                  <a:lnTo>
                    <a:pt x="332576" y="1017906"/>
                  </a:lnTo>
                  <a:lnTo>
                    <a:pt x="332568" y="1017890"/>
                  </a:lnTo>
                  <a:lnTo>
                    <a:pt x="332562" y="1017882"/>
                  </a:lnTo>
                  <a:lnTo>
                    <a:pt x="332551" y="1017868"/>
                  </a:lnTo>
                  <a:lnTo>
                    <a:pt x="332547" y="1017862"/>
                  </a:lnTo>
                  <a:lnTo>
                    <a:pt x="332544" y="1017854"/>
                  </a:lnTo>
                  <a:lnTo>
                    <a:pt x="332542" y="1017839"/>
                  </a:lnTo>
                  <a:lnTo>
                    <a:pt x="332541" y="1017829"/>
                  </a:lnTo>
                  <a:lnTo>
                    <a:pt x="332538" y="1017807"/>
                  </a:lnTo>
                  <a:lnTo>
                    <a:pt x="332536" y="1017800"/>
                  </a:lnTo>
                  <a:lnTo>
                    <a:pt x="332532" y="1017795"/>
                  </a:lnTo>
                  <a:lnTo>
                    <a:pt x="332525" y="1017789"/>
                  </a:lnTo>
                  <a:lnTo>
                    <a:pt x="332509" y="1017778"/>
                  </a:lnTo>
                  <a:lnTo>
                    <a:pt x="332488" y="1017763"/>
                  </a:lnTo>
                  <a:lnTo>
                    <a:pt x="332471" y="1017752"/>
                  </a:lnTo>
                  <a:lnTo>
                    <a:pt x="332451" y="1017741"/>
                  </a:lnTo>
                  <a:lnTo>
                    <a:pt x="332433" y="1017731"/>
                  </a:lnTo>
                  <a:lnTo>
                    <a:pt x="332420" y="1017723"/>
                  </a:lnTo>
                  <a:lnTo>
                    <a:pt x="332408" y="1017715"/>
                  </a:lnTo>
                  <a:lnTo>
                    <a:pt x="332395" y="1017710"/>
                  </a:lnTo>
                  <a:lnTo>
                    <a:pt x="332383" y="1017707"/>
                  </a:lnTo>
                  <a:lnTo>
                    <a:pt x="332367" y="1017705"/>
                  </a:lnTo>
                  <a:lnTo>
                    <a:pt x="332349" y="1017702"/>
                  </a:lnTo>
                  <a:lnTo>
                    <a:pt x="332336" y="1017693"/>
                  </a:lnTo>
                  <a:lnTo>
                    <a:pt x="332322" y="1017682"/>
                  </a:lnTo>
                  <a:lnTo>
                    <a:pt x="332314" y="1017674"/>
                  </a:lnTo>
                  <a:lnTo>
                    <a:pt x="332310" y="1017671"/>
                  </a:lnTo>
                  <a:lnTo>
                    <a:pt x="332304" y="1017661"/>
                  </a:lnTo>
                  <a:lnTo>
                    <a:pt x="332298" y="1017647"/>
                  </a:lnTo>
                  <a:lnTo>
                    <a:pt x="332295" y="1017637"/>
                  </a:lnTo>
                  <a:lnTo>
                    <a:pt x="332291" y="1017621"/>
                  </a:lnTo>
                  <a:lnTo>
                    <a:pt x="332289" y="1017607"/>
                  </a:lnTo>
                  <a:lnTo>
                    <a:pt x="332286" y="1017593"/>
                  </a:lnTo>
                  <a:lnTo>
                    <a:pt x="332283" y="1017586"/>
                  </a:lnTo>
                  <a:lnTo>
                    <a:pt x="332276" y="1017579"/>
                  </a:lnTo>
                  <a:lnTo>
                    <a:pt x="332269" y="1017568"/>
                  </a:lnTo>
                  <a:lnTo>
                    <a:pt x="332266" y="1017558"/>
                  </a:lnTo>
                  <a:lnTo>
                    <a:pt x="332263" y="1017548"/>
                  </a:lnTo>
                  <a:lnTo>
                    <a:pt x="332264" y="1017535"/>
                  </a:lnTo>
                  <a:lnTo>
                    <a:pt x="332266" y="1017519"/>
                  </a:lnTo>
                  <a:lnTo>
                    <a:pt x="332266" y="1017513"/>
                  </a:lnTo>
                  <a:lnTo>
                    <a:pt x="332263" y="1017507"/>
                  </a:lnTo>
                  <a:lnTo>
                    <a:pt x="332257" y="1017497"/>
                  </a:lnTo>
                  <a:lnTo>
                    <a:pt x="332247" y="1017482"/>
                  </a:lnTo>
                  <a:lnTo>
                    <a:pt x="332237" y="1017465"/>
                  </a:lnTo>
                  <a:lnTo>
                    <a:pt x="332229" y="1017450"/>
                  </a:lnTo>
                  <a:lnTo>
                    <a:pt x="332222" y="1017435"/>
                  </a:lnTo>
                  <a:lnTo>
                    <a:pt x="332216" y="1017422"/>
                  </a:lnTo>
                  <a:lnTo>
                    <a:pt x="332213" y="1017412"/>
                  </a:lnTo>
                  <a:lnTo>
                    <a:pt x="332212" y="1017402"/>
                  </a:lnTo>
                  <a:lnTo>
                    <a:pt x="332210" y="1017377"/>
                  </a:lnTo>
                  <a:lnTo>
                    <a:pt x="332210" y="1017354"/>
                  </a:lnTo>
                  <a:lnTo>
                    <a:pt x="332209" y="1017318"/>
                  </a:lnTo>
                  <a:lnTo>
                    <a:pt x="332208" y="1017302"/>
                  </a:lnTo>
                  <a:lnTo>
                    <a:pt x="332206" y="1017292"/>
                  </a:lnTo>
                  <a:lnTo>
                    <a:pt x="332202" y="1017278"/>
                  </a:lnTo>
                  <a:lnTo>
                    <a:pt x="332201" y="1017265"/>
                  </a:lnTo>
                  <a:lnTo>
                    <a:pt x="332201" y="1017255"/>
                  </a:lnTo>
                  <a:lnTo>
                    <a:pt x="332204" y="1017247"/>
                  </a:lnTo>
                  <a:lnTo>
                    <a:pt x="332214" y="1017223"/>
                  </a:lnTo>
                  <a:lnTo>
                    <a:pt x="332217" y="1017212"/>
                  </a:lnTo>
                  <a:lnTo>
                    <a:pt x="332223" y="1017195"/>
                  </a:lnTo>
                  <a:lnTo>
                    <a:pt x="332230" y="1017172"/>
                  </a:lnTo>
                  <a:lnTo>
                    <a:pt x="332234" y="1017160"/>
                  </a:lnTo>
                  <a:lnTo>
                    <a:pt x="332237" y="1017142"/>
                  </a:lnTo>
                  <a:lnTo>
                    <a:pt x="332241" y="1017117"/>
                  </a:lnTo>
                  <a:lnTo>
                    <a:pt x="332243" y="1017093"/>
                  </a:lnTo>
                  <a:lnTo>
                    <a:pt x="332244" y="1017080"/>
                  </a:lnTo>
                  <a:lnTo>
                    <a:pt x="332242" y="1017069"/>
                  </a:lnTo>
                  <a:lnTo>
                    <a:pt x="332237" y="1017046"/>
                  </a:lnTo>
                  <a:lnTo>
                    <a:pt x="332235" y="1017039"/>
                  </a:lnTo>
                  <a:lnTo>
                    <a:pt x="332228" y="1017025"/>
                  </a:lnTo>
                  <a:lnTo>
                    <a:pt x="332216" y="1017005"/>
                  </a:lnTo>
                  <a:lnTo>
                    <a:pt x="332204" y="1016985"/>
                  </a:lnTo>
                  <a:lnTo>
                    <a:pt x="332190" y="1016966"/>
                  </a:lnTo>
                  <a:lnTo>
                    <a:pt x="332177" y="1016952"/>
                  </a:lnTo>
                  <a:lnTo>
                    <a:pt x="332164" y="1016940"/>
                  </a:lnTo>
                  <a:lnTo>
                    <a:pt x="332146" y="1016928"/>
                  </a:lnTo>
                  <a:lnTo>
                    <a:pt x="332134" y="1016918"/>
                  </a:lnTo>
                  <a:lnTo>
                    <a:pt x="332124" y="1016909"/>
                  </a:lnTo>
                  <a:lnTo>
                    <a:pt x="332111" y="1016894"/>
                  </a:lnTo>
                  <a:lnTo>
                    <a:pt x="332101" y="1016882"/>
                  </a:lnTo>
                  <a:lnTo>
                    <a:pt x="332089" y="1016870"/>
                  </a:lnTo>
                  <a:lnTo>
                    <a:pt x="332084" y="1016865"/>
                  </a:lnTo>
                  <a:lnTo>
                    <a:pt x="332061" y="1016844"/>
                  </a:lnTo>
                  <a:lnTo>
                    <a:pt x="332050" y="1016835"/>
                  </a:lnTo>
                  <a:lnTo>
                    <a:pt x="332033" y="1016820"/>
                  </a:lnTo>
                  <a:lnTo>
                    <a:pt x="332019" y="1016809"/>
                  </a:lnTo>
                  <a:lnTo>
                    <a:pt x="332005" y="1016801"/>
                  </a:lnTo>
                  <a:lnTo>
                    <a:pt x="331991" y="1016796"/>
                  </a:lnTo>
                  <a:lnTo>
                    <a:pt x="331976" y="1016791"/>
                  </a:lnTo>
                  <a:lnTo>
                    <a:pt x="331963" y="1016789"/>
                  </a:lnTo>
                  <a:lnTo>
                    <a:pt x="331949" y="1016788"/>
                  </a:lnTo>
                  <a:lnTo>
                    <a:pt x="331934" y="1016790"/>
                  </a:lnTo>
                  <a:lnTo>
                    <a:pt x="331917" y="1016795"/>
                  </a:lnTo>
                  <a:lnTo>
                    <a:pt x="331907" y="1016798"/>
                  </a:lnTo>
                  <a:lnTo>
                    <a:pt x="331893" y="1016804"/>
                  </a:lnTo>
                  <a:lnTo>
                    <a:pt x="331878" y="1016810"/>
                  </a:lnTo>
                  <a:lnTo>
                    <a:pt x="331864" y="1016816"/>
                  </a:lnTo>
                  <a:lnTo>
                    <a:pt x="331842" y="1016826"/>
                  </a:lnTo>
                  <a:lnTo>
                    <a:pt x="331834" y="1016831"/>
                  </a:lnTo>
                  <a:lnTo>
                    <a:pt x="331823" y="1016837"/>
                  </a:lnTo>
                  <a:lnTo>
                    <a:pt x="331814" y="1016842"/>
                  </a:lnTo>
                  <a:lnTo>
                    <a:pt x="331808" y="1016843"/>
                  </a:lnTo>
                  <a:lnTo>
                    <a:pt x="331797" y="1016841"/>
                  </a:lnTo>
                  <a:lnTo>
                    <a:pt x="331784" y="1016838"/>
                  </a:lnTo>
                  <a:lnTo>
                    <a:pt x="331759" y="1016825"/>
                  </a:lnTo>
                  <a:lnTo>
                    <a:pt x="331743" y="1016817"/>
                  </a:lnTo>
                  <a:lnTo>
                    <a:pt x="331712" y="1016803"/>
                  </a:lnTo>
                  <a:lnTo>
                    <a:pt x="331689" y="1016794"/>
                  </a:lnTo>
                  <a:lnTo>
                    <a:pt x="331678" y="1016791"/>
                  </a:lnTo>
                  <a:lnTo>
                    <a:pt x="331664" y="1016789"/>
                  </a:lnTo>
                  <a:lnTo>
                    <a:pt x="331644" y="1016788"/>
                  </a:lnTo>
                  <a:lnTo>
                    <a:pt x="331635" y="1016787"/>
                  </a:lnTo>
                  <a:lnTo>
                    <a:pt x="331620" y="1016784"/>
                  </a:lnTo>
                  <a:lnTo>
                    <a:pt x="331601" y="1016779"/>
                  </a:lnTo>
                  <a:lnTo>
                    <a:pt x="331576" y="1016773"/>
                  </a:lnTo>
                  <a:lnTo>
                    <a:pt x="331568" y="1016771"/>
                  </a:lnTo>
                  <a:lnTo>
                    <a:pt x="331552" y="1016768"/>
                  </a:lnTo>
                  <a:lnTo>
                    <a:pt x="331527" y="1016762"/>
                  </a:lnTo>
                  <a:lnTo>
                    <a:pt x="331504" y="1016757"/>
                  </a:lnTo>
                  <a:lnTo>
                    <a:pt x="331496" y="1016754"/>
                  </a:lnTo>
                  <a:lnTo>
                    <a:pt x="331492" y="1016750"/>
                  </a:lnTo>
                  <a:lnTo>
                    <a:pt x="331487" y="1016742"/>
                  </a:lnTo>
                  <a:lnTo>
                    <a:pt x="331485" y="1016735"/>
                  </a:lnTo>
                  <a:lnTo>
                    <a:pt x="331485" y="1016723"/>
                  </a:lnTo>
                  <a:lnTo>
                    <a:pt x="331486" y="1016702"/>
                  </a:lnTo>
                  <a:lnTo>
                    <a:pt x="331486" y="1016694"/>
                  </a:lnTo>
                  <a:lnTo>
                    <a:pt x="331484" y="1016689"/>
                  </a:lnTo>
                  <a:lnTo>
                    <a:pt x="331476" y="1016680"/>
                  </a:lnTo>
                  <a:lnTo>
                    <a:pt x="331462" y="1016664"/>
                  </a:lnTo>
                  <a:lnTo>
                    <a:pt x="331455" y="1016656"/>
                  </a:lnTo>
                  <a:lnTo>
                    <a:pt x="331447" y="1016642"/>
                  </a:lnTo>
                  <a:lnTo>
                    <a:pt x="331438" y="1016627"/>
                  </a:lnTo>
                  <a:lnTo>
                    <a:pt x="331432" y="1016612"/>
                  </a:lnTo>
                  <a:lnTo>
                    <a:pt x="331428" y="1016598"/>
                  </a:lnTo>
                  <a:lnTo>
                    <a:pt x="331423" y="1016579"/>
                  </a:lnTo>
                  <a:lnTo>
                    <a:pt x="331419" y="1016558"/>
                  </a:lnTo>
                  <a:lnTo>
                    <a:pt x="331416" y="1016542"/>
                  </a:lnTo>
                  <a:lnTo>
                    <a:pt x="331411" y="1016534"/>
                  </a:lnTo>
                  <a:lnTo>
                    <a:pt x="331403" y="1016532"/>
                  </a:lnTo>
                  <a:lnTo>
                    <a:pt x="331384" y="1016531"/>
                  </a:lnTo>
                  <a:lnTo>
                    <a:pt x="331375" y="1016529"/>
                  </a:lnTo>
                  <a:lnTo>
                    <a:pt x="331367" y="1016526"/>
                  </a:lnTo>
                  <a:lnTo>
                    <a:pt x="331357" y="1016521"/>
                  </a:lnTo>
                  <a:lnTo>
                    <a:pt x="331352" y="1016516"/>
                  </a:lnTo>
                  <a:lnTo>
                    <a:pt x="331347" y="1016509"/>
                  </a:lnTo>
                  <a:lnTo>
                    <a:pt x="331343" y="1016501"/>
                  </a:lnTo>
                  <a:lnTo>
                    <a:pt x="331339" y="1016483"/>
                  </a:lnTo>
                  <a:lnTo>
                    <a:pt x="331335" y="1016470"/>
                  </a:lnTo>
                  <a:lnTo>
                    <a:pt x="331326" y="1016452"/>
                  </a:lnTo>
                  <a:lnTo>
                    <a:pt x="331317" y="1016438"/>
                  </a:lnTo>
                  <a:lnTo>
                    <a:pt x="331304" y="1016423"/>
                  </a:lnTo>
                  <a:lnTo>
                    <a:pt x="331292" y="1016410"/>
                  </a:lnTo>
                  <a:lnTo>
                    <a:pt x="331280" y="1016400"/>
                  </a:lnTo>
                  <a:lnTo>
                    <a:pt x="331268" y="1016393"/>
                  </a:lnTo>
                  <a:lnTo>
                    <a:pt x="331255" y="1016388"/>
                  </a:lnTo>
                  <a:lnTo>
                    <a:pt x="331240" y="1016383"/>
                  </a:lnTo>
                  <a:lnTo>
                    <a:pt x="331225" y="1016381"/>
                  </a:lnTo>
                  <a:lnTo>
                    <a:pt x="331203" y="1016380"/>
                  </a:lnTo>
                  <a:lnTo>
                    <a:pt x="331158" y="1016380"/>
                  </a:lnTo>
                  <a:lnTo>
                    <a:pt x="331143" y="1016378"/>
                  </a:lnTo>
                  <a:lnTo>
                    <a:pt x="331130" y="1016374"/>
                  </a:lnTo>
                  <a:lnTo>
                    <a:pt x="331120" y="1016367"/>
                  </a:lnTo>
                  <a:lnTo>
                    <a:pt x="331110" y="1016358"/>
                  </a:lnTo>
                  <a:lnTo>
                    <a:pt x="331101" y="1016346"/>
                  </a:lnTo>
                  <a:lnTo>
                    <a:pt x="331091" y="1016331"/>
                  </a:lnTo>
                  <a:lnTo>
                    <a:pt x="331082" y="1016319"/>
                  </a:lnTo>
                  <a:lnTo>
                    <a:pt x="331070" y="1016308"/>
                  </a:lnTo>
                  <a:lnTo>
                    <a:pt x="331064" y="1016306"/>
                  </a:lnTo>
                  <a:lnTo>
                    <a:pt x="331058" y="1016307"/>
                  </a:lnTo>
                  <a:lnTo>
                    <a:pt x="331053" y="1016310"/>
                  </a:lnTo>
                  <a:lnTo>
                    <a:pt x="331050" y="1016313"/>
                  </a:lnTo>
                  <a:lnTo>
                    <a:pt x="331040" y="1016323"/>
                  </a:lnTo>
                  <a:lnTo>
                    <a:pt x="331024" y="1016342"/>
                  </a:lnTo>
                  <a:lnTo>
                    <a:pt x="331017" y="1016350"/>
                  </a:lnTo>
                  <a:lnTo>
                    <a:pt x="331013" y="1016353"/>
                  </a:lnTo>
                  <a:lnTo>
                    <a:pt x="331007" y="1016356"/>
                  </a:lnTo>
                  <a:lnTo>
                    <a:pt x="330992" y="1016359"/>
                  </a:lnTo>
                  <a:lnTo>
                    <a:pt x="330962" y="1016365"/>
                  </a:lnTo>
                  <a:lnTo>
                    <a:pt x="330952" y="1016366"/>
                  </a:lnTo>
                  <a:lnTo>
                    <a:pt x="330922" y="1016372"/>
                  </a:lnTo>
                  <a:lnTo>
                    <a:pt x="330892" y="1016377"/>
                  </a:lnTo>
                  <a:lnTo>
                    <a:pt x="330860" y="1016383"/>
                  </a:lnTo>
                  <a:lnTo>
                    <a:pt x="330855" y="1016384"/>
                  </a:lnTo>
                  <a:lnTo>
                    <a:pt x="330825" y="1016390"/>
                  </a:lnTo>
                  <a:lnTo>
                    <a:pt x="330796" y="1016396"/>
                  </a:lnTo>
                  <a:lnTo>
                    <a:pt x="330778" y="1016402"/>
                  </a:lnTo>
                  <a:lnTo>
                    <a:pt x="330772" y="1016405"/>
                  </a:lnTo>
                  <a:lnTo>
                    <a:pt x="330759" y="1016411"/>
                  </a:lnTo>
                  <a:lnTo>
                    <a:pt x="330747" y="1016419"/>
                  </a:lnTo>
                  <a:lnTo>
                    <a:pt x="330739" y="1016426"/>
                  </a:lnTo>
                  <a:lnTo>
                    <a:pt x="330736" y="1016428"/>
                  </a:lnTo>
                  <a:lnTo>
                    <a:pt x="330724" y="1016439"/>
                  </a:lnTo>
                  <a:lnTo>
                    <a:pt x="330713" y="1016451"/>
                  </a:lnTo>
                  <a:lnTo>
                    <a:pt x="330701" y="1016466"/>
                  </a:lnTo>
                  <a:lnTo>
                    <a:pt x="330686" y="1016484"/>
                  </a:lnTo>
                  <a:lnTo>
                    <a:pt x="330674" y="1016495"/>
                  </a:lnTo>
                  <a:lnTo>
                    <a:pt x="330665" y="1016501"/>
                  </a:lnTo>
                  <a:lnTo>
                    <a:pt x="330659" y="1016502"/>
                  </a:lnTo>
                  <a:lnTo>
                    <a:pt x="330652" y="1016502"/>
                  </a:lnTo>
                  <a:lnTo>
                    <a:pt x="330646" y="1016501"/>
                  </a:lnTo>
                  <a:lnTo>
                    <a:pt x="330635" y="1016496"/>
                  </a:lnTo>
                  <a:lnTo>
                    <a:pt x="330611" y="1016487"/>
                  </a:lnTo>
                  <a:lnTo>
                    <a:pt x="330596" y="1016483"/>
                  </a:lnTo>
                  <a:lnTo>
                    <a:pt x="330580" y="1016480"/>
                  </a:lnTo>
                  <a:lnTo>
                    <a:pt x="330570" y="1016479"/>
                  </a:lnTo>
                  <a:lnTo>
                    <a:pt x="330563" y="1016480"/>
                  </a:lnTo>
                  <a:lnTo>
                    <a:pt x="330552" y="1016488"/>
                  </a:lnTo>
                  <a:lnTo>
                    <a:pt x="330537" y="1016502"/>
                  </a:lnTo>
                  <a:lnTo>
                    <a:pt x="330519" y="1016517"/>
                  </a:lnTo>
                  <a:lnTo>
                    <a:pt x="330502" y="1016535"/>
                  </a:lnTo>
                  <a:lnTo>
                    <a:pt x="330496" y="1016546"/>
                  </a:lnTo>
                  <a:lnTo>
                    <a:pt x="330488" y="1016566"/>
                  </a:lnTo>
                  <a:lnTo>
                    <a:pt x="330479" y="1016583"/>
                  </a:lnTo>
                  <a:lnTo>
                    <a:pt x="330469" y="1016603"/>
                  </a:lnTo>
                  <a:lnTo>
                    <a:pt x="330461" y="1016619"/>
                  </a:lnTo>
                  <a:lnTo>
                    <a:pt x="330451" y="1016638"/>
                  </a:lnTo>
                  <a:lnTo>
                    <a:pt x="330440" y="1016660"/>
                  </a:lnTo>
                  <a:lnTo>
                    <a:pt x="330428" y="1016682"/>
                  </a:lnTo>
                  <a:lnTo>
                    <a:pt x="330426" y="1016686"/>
                  </a:lnTo>
                  <a:lnTo>
                    <a:pt x="330423" y="1016695"/>
                  </a:lnTo>
                  <a:lnTo>
                    <a:pt x="330422" y="1016703"/>
                  </a:lnTo>
                  <a:lnTo>
                    <a:pt x="330423" y="1016711"/>
                  </a:lnTo>
                  <a:lnTo>
                    <a:pt x="330430" y="1016729"/>
                  </a:lnTo>
                  <a:lnTo>
                    <a:pt x="330446" y="1016756"/>
                  </a:lnTo>
                  <a:lnTo>
                    <a:pt x="330452" y="1016767"/>
                  </a:lnTo>
                  <a:lnTo>
                    <a:pt x="330454" y="1016777"/>
                  </a:lnTo>
                  <a:lnTo>
                    <a:pt x="330455" y="1016788"/>
                  </a:lnTo>
                  <a:lnTo>
                    <a:pt x="330457" y="1016810"/>
                  </a:lnTo>
                  <a:lnTo>
                    <a:pt x="330457" y="1016830"/>
                  </a:lnTo>
                  <a:lnTo>
                    <a:pt x="330458" y="1016856"/>
                  </a:lnTo>
                  <a:lnTo>
                    <a:pt x="330460" y="1016874"/>
                  </a:lnTo>
                  <a:lnTo>
                    <a:pt x="330462" y="1016896"/>
                  </a:lnTo>
                  <a:lnTo>
                    <a:pt x="330461" y="1016902"/>
                  </a:lnTo>
                  <a:lnTo>
                    <a:pt x="330458" y="1016909"/>
                  </a:lnTo>
                  <a:lnTo>
                    <a:pt x="330451" y="1016921"/>
                  </a:lnTo>
                  <a:lnTo>
                    <a:pt x="330443" y="1016929"/>
                  </a:lnTo>
                  <a:lnTo>
                    <a:pt x="330430" y="1016942"/>
                  </a:lnTo>
                  <a:lnTo>
                    <a:pt x="330419" y="1016952"/>
                  </a:lnTo>
                  <a:lnTo>
                    <a:pt x="330403" y="1016963"/>
                  </a:lnTo>
                  <a:lnTo>
                    <a:pt x="330388" y="1016973"/>
                  </a:lnTo>
                  <a:lnTo>
                    <a:pt x="330374" y="1016979"/>
                  </a:lnTo>
                  <a:lnTo>
                    <a:pt x="330361" y="1016982"/>
                  </a:lnTo>
                  <a:lnTo>
                    <a:pt x="330343" y="1016984"/>
                  </a:lnTo>
                  <a:lnTo>
                    <a:pt x="330312" y="1016987"/>
                  </a:lnTo>
                  <a:lnTo>
                    <a:pt x="330293" y="1016990"/>
                  </a:lnTo>
                  <a:lnTo>
                    <a:pt x="330284" y="1016994"/>
                  </a:lnTo>
                  <a:lnTo>
                    <a:pt x="330275" y="1017000"/>
                  </a:lnTo>
                  <a:lnTo>
                    <a:pt x="330263" y="1017012"/>
                  </a:lnTo>
                  <a:lnTo>
                    <a:pt x="330254" y="1017022"/>
                  </a:lnTo>
                  <a:lnTo>
                    <a:pt x="330246" y="1017035"/>
                  </a:lnTo>
                  <a:lnTo>
                    <a:pt x="330239" y="1017049"/>
                  </a:lnTo>
                  <a:lnTo>
                    <a:pt x="330234" y="1017062"/>
                  </a:lnTo>
                  <a:lnTo>
                    <a:pt x="330227" y="1017083"/>
                  </a:lnTo>
                  <a:lnTo>
                    <a:pt x="330222" y="1017098"/>
                  </a:lnTo>
                  <a:lnTo>
                    <a:pt x="330215" y="1017119"/>
                  </a:lnTo>
                  <a:lnTo>
                    <a:pt x="330210" y="1017132"/>
                  </a:lnTo>
                  <a:lnTo>
                    <a:pt x="330206" y="1017141"/>
                  </a:lnTo>
                  <a:lnTo>
                    <a:pt x="330203" y="1017149"/>
                  </a:lnTo>
                  <a:lnTo>
                    <a:pt x="330197" y="1017158"/>
                  </a:lnTo>
                  <a:lnTo>
                    <a:pt x="330190" y="1017165"/>
                  </a:lnTo>
                  <a:lnTo>
                    <a:pt x="330182" y="1017171"/>
                  </a:lnTo>
                  <a:lnTo>
                    <a:pt x="330168" y="1017180"/>
                  </a:lnTo>
                  <a:lnTo>
                    <a:pt x="330148" y="1017192"/>
                  </a:lnTo>
                  <a:lnTo>
                    <a:pt x="330137" y="1017199"/>
                  </a:lnTo>
                  <a:lnTo>
                    <a:pt x="330130" y="1017206"/>
                  </a:lnTo>
                  <a:lnTo>
                    <a:pt x="330125" y="1017215"/>
                  </a:lnTo>
                  <a:lnTo>
                    <a:pt x="330122" y="1017223"/>
                  </a:lnTo>
                  <a:lnTo>
                    <a:pt x="330120" y="1017233"/>
                  </a:lnTo>
                  <a:lnTo>
                    <a:pt x="330119" y="1017250"/>
                  </a:lnTo>
                  <a:lnTo>
                    <a:pt x="330120" y="1017272"/>
                  </a:lnTo>
                  <a:lnTo>
                    <a:pt x="330122" y="1017290"/>
                  </a:lnTo>
                  <a:lnTo>
                    <a:pt x="330124" y="1017315"/>
                  </a:lnTo>
                  <a:lnTo>
                    <a:pt x="330125" y="1017327"/>
                  </a:lnTo>
                  <a:lnTo>
                    <a:pt x="330125" y="1017338"/>
                  </a:lnTo>
                  <a:lnTo>
                    <a:pt x="330123" y="1017357"/>
                  </a:lnTo>
                  <a:lnTo>
                    <a:pt x="330120" y="1017384"/>
                  </a:lnTo>
                  <a:lnTo>
                    <a:pt x="330116" y="1017409"/>
                  </a:lnTo>
                  <a:lnTo>
                    <a:pt x="330112" y="1017431"/>
                  </a:lnTo>
                  <a:lnTo>
                    <a:pt x="330108" y="1017456"/>
                  </a:lnTo>
                  <a:lnTo>
                    <a:pt x="330106" y="1017476"/>
                  </a:lnTo>
                  <a:lnTo>
                    <a:pt x="330103" y="1017483"/>
                  </a:lnTo>
                  <a:lnTo>
                    <a:pt x="330092" y="1017481"/>
                  </a:lnTo>
                  <a:lnTo>
                    <a:pt x="330064" y="1017467"/>
                  </a:lnTo>
                  <a:lnTo>
                    <a:pt x="330043" y="1017457"/>
                  </a:lnTo>
                  <a:lnTo>
                    <a:pt x="330020" y="1017446"/>
                  </a:lnTo>
                  <a:lnTo>
                    <a:pt x="330007" y="1017440"/>
                  </a:lnTo>
                  <a:lnTo>
                    <a:pt x="329988" y="1017429"/>
                  </a:lnTo>
                  <a:lnTo>
                    <a:pt x="329969" y="1017418"/>
                  </a:lnTo>
                  <a:lnTo>
                    <a:pt x="329948" y="1017407"/>
                  </a:lnTo>
                  <a:lnTo>
                    <a:pt x="329923" y="1017393"/>
                  </a:lnTo>
                  <a:lnTo>
                    <a:pt x="329894" y="1017376"/>
                  </a:lnTo>
                  <a:lnTo>
                    <a:pt x="329871" y="1017362"/>
                  </a:lnTo>
                  <a:lnTo>
                    <a:pt x="329847" y="1017349"/>
                  </a:lnTo>
                  <a:lnTo>
                    <a:pt x="329821" y="1017333"/>
                  </a:lnTo>
                  <a:lnTo>
                    <a:pt x="329797" y="1017320"/>
                  </a:lnTo>
                  <a:lnTo>
                    <a:pt x="329775" y="1017307"/>
                  </a:lnTo>
                  <a:lnTo>
                    <a:pt x="329756" y="1017294"/>
                  </a:lnTo>
                  <a:lnTo>
                    <a:pt x="329733" y="1017278"/>
                  </a:lnTo>
                  <a:lnTo>
                    <a:pt x="329710" y="1017263"/>
                  </a:lnTo>
                  <a:lnTo>
                    <a:pt x="329686" y="1017247"/>
                  </a:lnTo>
                  <a:lnTo>
                    <a:pt x="329662" y="1017231"/>
                  </a:lnTo>
                  <a:lnTo>
                    <a:pt x="329646" y="1017221"/>
                  </a:lnTo>
                  <a:lnTo>
                    <a:pt x="329640" y="1017218"/>
                  </a:lnTo>
                  <a:lnTo>
                    <a:pt x="329623" y="1017210"/>
                  </a:lnTo>
                  <a:lnTo>
                    <a:pt x="329604" y="1017203"/>
                  </a:lnTo>
                  <a:lnTo>
                    <a:pt x="329576" y="1017192"/>
                  </a:lnTo>
                  <a:lnTo>
                    <a:pt x="329545" y="1017180"/>
                  </a:lnTo>
                  <a:lnTo>
                    <a:pt x="329528" y="1017173"/>
                  </a:lnTo>
                  <a:lnTo>
                    <a:pt x="329510" y="1017168"/>
                  </a:lnTo>
                  <a:lnTo>
                    <a:pt x="329493" y="1017165"/>
                  </a:lnTo>
                  <a:lnTo>
                    <a:pt x="329482" y="1017164"/>
                  </a:lnTo>
                  <a:lnTo>
                    <a:pt x="329461" y="1017165"/>
                  </a:lnTo>
                  <a:lnTo>
                    <a:pt x="329444" y="1017168"/>
                  </a:lnTo>
                  <a:lnTo>
                    <a:pt x="329427" y="1017174"/>
                  </a:lnTo>
                  <a:lnTo>
                    <a:pt x="329405" y="1017185"/>
                  </a:lnTo>
                  <a:lnTo>
                    <a:pt x="329383" y="1017199"/>
                  </a:lnTo>
                  <a:lnTo>
                    <a:pt x="329354" y="1017220"/>
                  </a:lnTo>
                  <a:lnTo>
                    <a:pt x="329331" y="1017235"/>
                  </a:lnTo>
                  <a:lnTo>
                    <a:pt x="329313" y="1017247"/>
                  </a:lnTo>
                  <a:lnTo>
                    <a:pt x="329280" y="1017268"/>
                  </a:lnTo>
                  <a:lnTo>
                    <a:pt x="329257" y="1017282"/>
                  </a:lnTo>
                  <a:lnTo>
                    <a:pt x="329242" y="1017291"/>
                  </a:lnTo>
                  <a:lnTo>
                    <a:pt x="329235" y="1017294"/>
                  </a:lnTo>
                  <a:lnTo>
                    <a:pt x="329212" y="1017305"/>
                  </a:lnTo>
                  <a:lnTo>
                    <a:pt x="329187" y="1017315"/>
                  </a:lnTo>
                  <a:lnTo>
                    <a:pt x="329164" y="1017321"/>
                  </a:lnTo>
                  <a:lnTo>
                    <a:pt x="329150" y="1017324"/>
                  </a:lnTo>
                  <a:lnTo>
                    <a:pt x="329134" y="1017325"/>
                  </a:lnTo>
                  <a:lnTo>
                    <a:pt x="329122" y="1017323"/>
                  </a:lnTo>
                  <a:lnTo>
                    <a:pt x="329117" y="1017321"/>
                  </a:lnTo>
                  <a:lnTo>
                    <a:pt x="329113" y="1017317"/>
                  </a:lnTo>
                  <a:lnTo>
                    <a:pt x="329103" y="1017300"/>
                  </a:lnTo>
                  <a:lnTo>
                    <a:pt x="329095" y="1017292"/>
                  </a:lnTo>
                  <a:lnTo>
                    <a:pt x="329086" y="1017280"/>
                  </a:lnTo>
                  <a:lnTo>
                    <a:pt x="329069" y="1017261"/>
                  </a:lnTo>
                  <a:lnTo>
                    <a:pt x="329059" y="1017252"/>
                  </a:lnTo>
                  <a:lnTo>
                    <a:pt x="329054" y="1017247"/>
                  </a:lnTo>
                  <a:lnTo>
                    <a:pt x="329040" y="1017233"/>
                  </a:lnTo>
                  <a:lnTo>
                    <a:pt x="329028" y="1017221"/>
                  </a:lnTo>
                  <a:lnTo>
                    <a:pt x="329013" y="1017205"/>
                  </a:lnTo>
                  <a:lnTo>
                    <a:pt x="329003" y="1017195"/>
                  </a:lnTo>
                  <a:lnTo>
                    <a:pt x="328989" y="1017189"/>
                  </a:lnTo>
                  <a:lnTo>
                    <a:pt x="328965" y="1017181"/>
                  </a:lnTo>
                  <a:lnTo>
                    <a:pt x="328938" y="1017173"/>
                  </a:lnTo>
                  <a:lnTo>
                    <a:pt x="328922" y="1017166"/>
                  </a:lnTo>
                  <a:lnTo>
                    <a:pt x="328909" y="1017159"/>
                  </a:lnTo>
                  <a:lnTo>
                    <a:pt x="328885" y="1017144"/>
                  </a:lnTo>
                  <a:lnTo>
                    <a:pt x="328862" y="1017130"/>
                  </a:lnTo>
                  <a:lnTo>
                    <a:pt x="328837" y="1017112"/>
                  </a:lnTo>
                  <a:lnTo>
                    <a:pt x="328822" y="1017102"/>
                  </a:lnTo>
                  <a:lnTo>
                    <a:pt x="328812" y="1017094"/>
                  </a:lnTo>
                  <a:lnTo>
                    <a:pt x="328801" y="1017082"/>
                  </a:lnTo>
                  <a:lnTo>
                    <a:pt x="328793" y="1017068"/>
                  </a:lnTo>
                  <a:lnTo>
                    <a:pt x="328790" y="1017059"/>
                  </a:lnTo>
                  <a:lnTo>
                    <a:pt x="328788" y="1017035"/>
                  </a:lnTo>
                  <a:lnTo>
                    <a:pt x="328786" y="1017028"/>
                  </a:lnTo>
                  <a:lnTo>
                    <a:pt x="328780" y="1017024"/>
                  </a:lnTo>
                  <a:lnTo>
                    <a:pt x="328761" y="1017020"/>
                  </a:lnTo>
                  <a:lnTo>
                    <a:pt x="328746" y="1017019"/>
                  </a:lnTo>
                  <a:lnTo>
                    <a:pt x="328739" y="1017019"/>
                  </a:lnTo>
                  <a:lnTo>
                    <a:pt x="328723" y="1017022"/>
                  </a:lnTo>
                  <a:lnTo>
                    <a:pt x="328681" y="1017032"/>
                  </a:lnTo>
                  <a:lnTo>
                    <a:pt x="328644" y="1017040"/>
                  </a:lnTo>
                  <a:lnTo>
                    <a:pt x="328622" y="1017044"/>
                  </a:lnTo>
                  <a:lnTo>
                    <a:pt x="328603" y="1017047"/>
                  </a:lnTo>
                  <a:lnTo>
                    <a:pt x="328564" y="1017050"/>
                  </a:lnTo>
                  <a:lnTo>
                    <a:pt x="328539" y="1017054"/>
                  </a:lnTo>
                  <a:lnTo>
                    <a:pt x="328507" y="1017062"/>
                  </a:lnTo>
                  <a:lnTo>
                    <a:pt x="328462" y="1017073"/>
                  </a:lnTo>
                  <a:lnTo>
                    <a:pt x="328439" y="1017079"/>
                  </a:lnTo>
                  <a:lnTo>
                    <a:pt x="328419" y="1017085"/>
                  </a:lnTo>
                  <a:lnTo>
                    <a:pt x="328394" y="1017097"/>
                  </a:lnTo>
                  <a:lnTo>
                    <a:pt x="328382" y="1017103"/>
                  </a:lnTo>
                  <a:lnTo>
                    <a:pt x="328380" y="1017107"/>
                  </a:lnTo>
                  <a:lnTo>
                    <a:pt x="328380" y="1017113"/>
                  </a:lnTo>
                  <a:lnTo>
                    <a:pt x="328381" y="1017123"/>
                  </a:lnTo>
                  <a:lnTo>
                    <a:pt x="328383" y="1017148"/>
                  </a:lnTo>
                  <a:lnTo>
                    <a:pt x="328388" y="1017191"/>
                  </a:lnTo>
                  <a:lnTo>
                    <a:pt x="328391" y="1017225"/>
                  </a:lnTo>
                  <a:lnTo>
                    <a:pt x="328392" y="1017235"/>
                  </a:lnTo>
                  <a:lnTo>
                    <a:pt x="328393" y="1017242"/>
                  </a:lnTo>
                  <a:lnTo>
                    <a:pt x="328394" y="1017250"/>
                  </a:lnTo>
                  <a:lnTo>
                    <a:pt x="328396" y="1017274"/>
                  </a:lnTo>
                  <a:lnTo>
                    <a:pt x="328400" y="1017298"/>
                  </a:lnTo>
                  <a:lnTo>
                    <a:pt x="328404" y="1017324"/>
                  </a:lnTo>
                  <a:lnTo>
                    <a:pt x="328408" y="1017355"/>
                  </a:lnTo>
                  <a:lnTo>
                    <a:pt x="328411" y="1017380"/>
                  </a:lnTo>
                  <a:lnTo>
                    <a:pt x="328415" y="1017402"/>
                  </a:lnTo>
                  <a:lnTo>
                    <a:pt x="328419" y="1017424"/>
                  </a:lnTo>
                  <a:lnTo>
                    <a:pt x="328424" y="1017448"/>
                  </a:lnTo>
                  <a:lnTo>
                    <a:pt x="328428" y="1017474"/>
                  </a:lnTo>
                  <a:lnTo>
                    <a:pt x="328432" y="1017497"/>
                  </a:lnTo>
                  <a:lnTo>
                    <a:pt x="328433" y="1017502"/>
                  </a:lnTo>
                  <a:lnTo>
                    <a:pt x="328436" y="1017519"/>
                  </a:lnTo>
                  <a:lnTo>
                    <a:pt x="328440" y="1017539"/>
                  </a:lnTo>
                  <a:lnTo>
                    <a:pt x="328441" y="1017545"/>
                  </a:lnTo>
                  <a:lnTo>
                    <a:pt x="328441" y="1017551"/>
                  </a:lnTo>
                  <a:lnTo>
                    <a:pt x="328440" y="1017565"/>
                  </a:lnTo>
                  <a:lnTo>
                    <a:pt x="328435" y="1017584"/>
                  </a:lnTo>
                  <a:lnTo>
                    <a:pt x="328429" y="1017608"/>
                  </a:lnTo>
                  <a:lnTo>
                    <a:pt x="328422" y="1017631"/>
                  </a:lnTo>
                  <a:lnTo>
                    <a:pt x="328416" y="1017658"/>
                  </a:lnTo>
                  <a:lnTo>
                    <a:pt x="328413" y="1017667"/>
                  </a:lnTo>
                  <a:lnTo>
                    <a:pt x="328409" y="1017671"/>
                  </a:lnTo>
                  <a:lnTo>
                    <a:pt x="328403" y="1017671"/>
                  </a:lnTo>
                  <a:lnTo>
                    <a:pt x="328390" y="1017668"/>
                  </a:lnTo>
                  <a:lnTo>
                    <a:pt x="328375" y="1017664"/>
                  </a:lnTo>
                  <a:lnTo>
                    <a:pt x="328368" y="1017661"/>
                  </a:lnTo>
                  <a:lnTo>
                    <a:pt x="328357" y="1017658"/>
                  </a:lnTo>
                  <a:lnTo>
                    <a:pt x="328340" y="1017652"/>
                  </a:lnTo>
                  <a:lnTo>
                    <a:pt x="328324" y="1017649"/>
                  </a:lnTo>
                  <a:lnTo>
                    <a:pt x="328305" y="1017649"/>
                  </a:lnTo>
                  <a:lnTo>
                    <a:pt x="328284" y="1017652"/>
                  </a:lnTo>
                  <a:lnTo>
                    <a:pt x="328264" y="1017656"/>
                  </a:lnTo>
                  <a:lnTo>
                    <a:pt x="328243" y="1017662"/>
                  </a:lnTo>
                  <a:lnTo>
                    <a:pt x="328213" y="1017671"/>
                  </a:lnTo>
                  <a:lnTo>
                    <a:pt x="328193" y="1017680"/>
                  </a:lnTo>
                  <a:lnTo>
                    <a:pt x="328174" y="1017689"/>
                  </a:lnTo>
                  <a:lnTo>
                    <a:pt x="328156" y="1017699"/>
                  </a:lnTo>
                  <a:lnTo>
                    <a:pt x="328138" y="1017711"/>
                  </a:lnTo>
                  <a:lnTo>
                    <a:pt x="328121" y="1017724"/>
                  </a:lnTo>
                  <a:lnTo>
                    <a:pt x="328106" y="1017738"/>
                  </a:lnTo>
                  <a:lnTo>
                    <a:pt x="328089" y="1017755"/>
                  </a:lnTo>
                  <a:lnTo>
                    <a:pt x="328070" y="1017773"/>
                  </a:lnTo>
                  <a:lnTo>
                    <a:pt x="328059" y="1017785"/>
                  </a:lnTo>
                  <a:lnTo>
                    <a:pt x="328054" y="1017793"/>
                  </a:lnTo>
                  <a:lnTo>
                    <a:pt x="328044" y="1017813"/>
                  </a:lnTo>
                  <a:lnTo>
                    <a:pt x="328041" y="1017817"/>
                  </a:lnTo>
                  <a:lnTo>
                    <a:pt x="328033" y="1017831"/>
                  </a:lnTo>
                  <a:lnTo>
                    <a:pt x="328020" y="1017853"/>
                  </a:lnTo>
                  <a:lnTo>
                    <a:pt x="328009" y="1017871"/>
                  </a:lnTo>
                  <a:lnTo>
                    <a:pt x="327999" y="1017889"/>
                  </a:lnTo>
                  <a:lnTo>
                    <a:pt x="327989" y="1017905"/>
                  </a:lnTo>
                  <a:lnTo>
                    <a:pt x="327978" y="1017924"/>
                  </a:lnTo>
                  <a:lnTo>
                    <a:pt x="327969" y="1017940"/>
                  </a:lnTo>
                  <a:lnTo>
                    <a:pt x="327962" y="1017952"/>
                  </a:lnTo>
                  <a:lnTo>
                    <a:pt x="327955" y="1017962"/>
                  </a:lnTo>
                  <a:lnTo>
                    <a:pt x="327950" y="1017968"/>
                  </a:lnTo>
                  <a:lnTo>
                    <a:pt x="327943" y="1017976"/>
                  </a:lnTo>
                  <a:lnTo>
                    <a:pt x="327939" y="1017980"/>
                  </a:lnTo>
                  <a:lnTo>
                    <a:pt x="327930" y="1017989"/>
                  </a:lnTo>
                  <a:lnTo>
                    <a:pt x="327918" y="1018000"/>
                  </a:lnTo>
                  <a:lnTo>
                    <a:pt x="327903" y="1018013"/>
                  </a:lnTo>
                  <a:lnTo>
                    <a:pt x="327891" y="1018024"/>
                  </a:lnTo>
                  <a:lnTo>
                    <a:pt x="327884" y="1018029"/>
                  </a:lnTo>
                  <a:lnTo>
                    <a:pt x="327878" y="1018035"/>
                  </a:lnTo>
                  <a:lnTo>
                    <a:pt x="327872" y="1018039"/>
                  </a:lnTo>
                  <a:lnTo>
                    <a:pt x="327864" y="1018043"/>
                  </a:lnTo>
                  <a:lnTo>
                    <a:pt x="327858" y="1018046"/>
                  </a:lnTo>
                  <a:lnTo>
                    <a:pt x="327851" y="1018048"/>
                  </a:lnTo>
                  <a:lnTo>
                    <a:pt x="327838" y="1018049"/>
                  </a:lnTo>
                  <a:lnTo>
                    <a:pt x="327826" y="1018050"/>
                  </a:lnTo>
                  <a:lnTo>
                    <a:pt x="327815" y="1018051"/>
                  </a:lnTo>
                  <a:lnTo>
                    <a:pt x="327807" y="1018050"/>
                  </a:lnTo>
                  <a:lnTo>
                    <a:pt x="327796" y="1018049"/>
                  </a:lnTo>
                  <a:lnTo>
                    <a:pt x="327787" y="1018046"/>
                  </a:lnTo>
                  <a:lnTo>
                    <a:pt x="327780" y="1018043"/>
                  </a:lnTo>
                  <a:lnTo>
                    <a:pt x="327774" y="1018040"/>
                  </a:lnTo>
                  <a:lnTo>
                    <a:pt x="327769" y="1018035"/>
                  </a:lnTo>
                  <a:lnTo>
                    <a:pt x="327764" y="1018029"/>
                  </a:lnTo>
                  <a:lnTo>
                    <a:pt x="327758" y="1018021"/>
                  </a:lnTo>
                  <a:lnTo>
                    <a:pt x="327753" y="1018014"/>
                  </a:lnTo>
                  <a:lnTo>
                    <a:pt x="327749" y="1018006"/>
                  </a:lnTo>
                  <a:lnTo>
                    <a:pt x="327743" y="1017998"/>
                  </a:lnTo>
                  <a:lnTo>
                    <a:pt x="327737" y="1017992"/>
                  </a:lnTo>
                  <a:lnTo>
                    <a:pt x="327729" y="1017988"/>
                  </a:lnTo>
                  <a:lnTo>
                    <a:pt x="327721" y="1017985"/>
                  </a:lnTo>
                  <a:lnTo>
                    <a:pt x="327715" y="1017983"/>
                  </a:lnTo>
                  <a:lnTo>
                    <a:pt x="327706" y="1017983"/>
                  </a:lnTo>
                  <a:lnTo>
                    <a:pt x="327698" y="1017984"/>
                  </a:lnTo>
                  <a:lnTo>
                    <a:pt x="327684" y="1017986"/>
                  </a:lnTo>
                  <a:lnTo>
                    <a:pt x="327672" y="1017990"/>
                  </a:lnTo>
                  <a:lnTo>
                    <a:pt x="327660" y="1017995"/>
                  </a:lnTo>
                  <a:lnTo>
                    <a:pt x="327644" y="1018005"/>
                  </a:lnTo>
                  <a:lnTo>
                    <a:pt x="327639" y="1018007"/>
                  </a:lnTo>
                  <a:lnTo>
                    <a:pt x="327631" y="1018011"/>
                  </a:lnTo>
                  <a:lnTo>
                    <a:pt x="327621" y="1018016"/>
                  </a:lnTo>
                  <a:lnTo>
                    <a:pt x="327611" y="1018022"/>
                  </a:lnTo>
                  <a:lnTo>
                    <a:pt x="327607" y="1018024"/>
                  </a:lnTo>
                  <a:lnTo>
                    <a:pt x="327600" y="1018029"/>
                  </a:lnTo>
                  <a:lnTo>
                    <a:pt x="327590" y="1018034"/>
                  </a:lnTo>
                  <a:lnTo>
                    <a:pt x="327580" y="1018039"/>
                  </a:lnTo>
                  <a:lnTo>
                    <a:pt x="327571" y="1018042"/>
                  </a:lnTo>
                  <a:lnTo>
                    <a:pt x="327561" y="1018045"/>
                  </a:lnTo>
                  <a:lnTo>
                    <a:pt x="327553" y="1018047"/>
                  </a:lnTo>
                  <a:lnTo>
                    <a:pt x="327546" y="1018049"/>
                  </a:lnTo>
                  <a:lnTo>
                    <a:pt x="327539" y="1018049"/>
                  </a:lnTo>
                  <a:lnTo>
                    <a:pt x="327534" y="1018049"/>
                  </a:lnTo>
                  <a:lnTo>
                    <a:pt x="327524" y="1018047"/>
                  </a:lnTo>
                  <a:lnTo>
                    <a:pt x="327519" y="1018045"/>
                  </a:lnTo>
                  <a:lnTo>
                    <a:pt x="327513" y="1018043"/>
                  </a:lnTo>
                  <a:lnTo>
                    <a:pt x="327495" y="1018037"/>
                  </a:lnTo>
                  <a:lnTo>
                    <a:pt x="327481" y="1018030"/>
                  </a:lnTo>
                  <a:lnTo>
                    <a:pt x="327475" y="1018028"/>
                  </a:lnTo>
                  <a:lnTo>
                    <a:pt x="327467" y="1018026"/>
                  </a:lnTo>
                  <a:lnTo>
                    <a:pt x="327464" y="1018023"/>
                  </a:lnTo>
                  <a:lnTo>
                    <a:pt x="327465" y="1018016"/>
                  </a:lnTo>
                  <a:lnTo>
                    <a:pt x="327468" y="1018007"/>
                  </a:lnTo>
                  <a:lnTo>
                    <a:pt x="327469" y="1017998"/>
                  </a:lnTo>
                  <a:lnTo>
                    <a:pt x="327468" y="1017979"/>
                  </a:lnTo>
                  <a:lnTo>
                    <a:pt x="327467" y="1017961"/>
                  </a:lnTo>
                  <a:lnTo>
                    <a:pt x="327465" y="1017945"/>
                  </a:lnTo>
                  <a:lnTo>
                    <a:pt x="327462" y="1017931"/>
                  </a:lnTo>
                  <a:lnTo>
                    <a:pt x="327459" y="1017920"/>
                  </a:lnTo>
                  <a:lnTo>
                    <a:pt x="327455" y="1017907"/>
                  </a:lnTo>
                  <a:lnTo>
                    <a:pt x="327450" y="1017893"/>
                  </a:lnTo>
                  <a:lnTo>
                    <a:pt x="327444" y="1017881"/>
                  </a:lnTo>
                  <a:lnTo>
                    <a:pt x="327440" y="1017872"/>
                  </a:lnTo>
                  <a:lnTo>
                    <a:pt x="327433" y="1017857"/>
                  </a:lnTo>
                  <a:lnTo>
                    <a:pt x="327430" y="1017850"/>
                  </a:lnTo>
                  <a:lnTo>
                    <a:pt x="327426" y="1017843"/>
                  </a:lnTo>
                  <a:lnTo>
                    <a:pt x="327420" y="1017830"/>
                  </a:lnTo>
                  <a:lnTo>
                    <a:pt x="327417" y="1017825"/>
                  </a:lnTo>
                  <a:lnTo>
                    <a:pt x="327414" y="1017819"/>
                  </a:lnTo>
                  <a:lnTo>
                    <a:pt x="327409" y="1017813"/>
                  </a:lnTo>
                  <a:lnTo>
                    <a:pt x="327403" y="1017808"/>
                  </a:lnTo>
                  <a:lnTo>
                    <a:pt x="327396" y="1017803"/>
                  </a:lnTo>
                  <a:lnTo>
                    <a:pt x="327388" y="1017797"/>
                  </a:lnTo>
                  <a:lnTo>
                    <a:pt x="327376" y="1017791"/>
                  </a:lnTo>
                  <a:lnTo>
                    <a:pt x="327365" y="1017784"/>
                  </a:lnTo>
                  <a:lnTo>
                    <a:pt x="327359" y="1017781"/>
                  </a:lnTo>
                  <a:lnTo>
                    <a:pt x="327354" y="1017779"/>
                  </a:lnTo>
                  <a:lnTo>
                    <a:pt x="327346" y="1017779"/>
                  </a:lnTo>
                  <a:lnTo>
                    <a:pt x="327340" y="1017778"/>
                  </a:lnTo>
                  <a:lnTo>
                    <a:pt x="327335" y="1017776"/>
                  </a:lnTo>
                  <a:lnTo>
                    <a:pt x="327330" y="1017773"/>
                  </a:lnTo>
                  <a:lnTo>
                    <a:pt x="327326" y="1017768"/>
                  </a:lnTo>
                  <a:lnTo>
                    <a:pt x="327317" y="1017758"/>
                  </a:lnTo>
                  <a:lnTo>
                    <a:pt x="327312" y="1017750"/>
                  </a:lnTo>
                  <a:lnTo>
                    <a:pt x="327307" y="1017742"/>
                  </a:lnTo>
                  <a:lnTo>
                    <a:pt x="327302" y="1017733"/>
                  </a:lnTo>
                  <a:lnTo>
                    <a:pt x="327292" y="1017716"/>
                  </a:lnTo>
                  <a:lnTo>
                    <a:pt x="327286" y="1017706"/>
                  </a:lnTo>
                  <a:lnTo>
                    <a:pt x="327282" y="1017698"/>
                  </a:lnTo>
                  <a:lnTo>
                    <a:pt x="327277" y="1017686"/>
                  </a:lnTo>
                  <a:lnTo>
                    <a:pt x="327272" y="1017675"/>
                  </a:lnTo>
                  <a:lnTo>
                    <a:pt x="327267" y="1017663"/>
                  </a:lnTo>
                  <a:lnTo>
                    <a:pt x="327263" y="1017658"/>
                  </a:lnTo>
                  <a:lnTo>
                    <a:pt x="327256" y="1017656"/>
                  </a:lnTo>
                  <a:lnTo>
                    <a:pt x="327231" y="1017656"/>
                  </a:lnTo>
                  <a:lnTo>
                    <a:pt x="327198" y="1017656"/>
                  </a:lnTo>
                  <a:lnTo>
                    <a:pt x="327184" y="1017656"/>
                  </a:lnTo>
                  <a:lnTo>
                    <a:pt x="327162" y="1017656"/>
                  </a:lnTo>
                  <a:lnTo>
                    <a:pt x="327128" y="1017656"/>
                  </a:lnTo>
                  <a:lnTo>
                    <a:pt x="327107" y="1017657"/>
                  </a:lnTo>
                  <a:lnTo>
                    <a:pt x="327096" y="1017658"/>
                  </a:lnTo>
                  <a:lnTo>
                    <a:pt x="327091" y="1017658"/>
                  </a:lnTo>
                  <a:lnTo>
                    <a:pt x="327078" y="1017657"/>
                  </a:lnTo>
                  <a:lnTo>
                    <a:pt x="327059" y="1017654"/>
                  </a:lnTo>
                  <a:lnTo>
                    <a:pt x="327053" y="1017653"/>
                  </a:lnTo>
                  <a:lnTo>
                    <a:pt x="327029" y="1017650"/>
                  </a:lnTo>
                  <a:lnTo>
                    <a:pt x="327007" y="1017648"/>
                  </a:lnTo>
                  <a:lnTo>
                    <a:pt x="326997" y="1017646"/>
                  </a:lnTo>
                  <a:lnTo>
                    <a:pt x="326989" y="1017646"/>
                  </a:lnTo>
                  <a:lnTo>
                    <a:pt x="326977" y="1017644"/>
                  </a:lnTo>
                  <a:lnTo>
                    <a:pt x="326969" y="1017643"/>
                  </a:lnTo>
                  <a:lnTo>
                    <a:pt x="326964" y="1017641"/>
                  </a:lnTo>
                  <a:lnTo>
                    <a:pt x="326959" y="1017637"/>
                  </a:lnTo>
                  <a:lnTo>
                    <a:pt x="326954" y="1017632"/>
                  </a:lnTo>
                  <a:lnTo>
                    <a:pt x="326950" y="1017627"/>
                  </a:lnTo>
                  <a:lnTo>
                    <a:pt x="326947" y="1017621"/>
                  </a:lnTo>
                  <a:lnTo>
                    <a:pt x="326944" y="1017612"/>
                  </a:lnTo>
                  <a:lnTo>
                    <a:pt x="326940" y="1017602"/>
                  </a:lnTo>
                  <a:lnTo>
                    <a:pt x="326936" y="1017590"/>
                  </a:lnTo>
                  <a:lnTo>
                    <a:pt x="326932" y="1017572"/>
                  </a:lnTo>
                  <a:lnTo>
                    <a:pt x="326928" y="1017561"/>
                  </a:lnTo>
                  <a:lnTo>
                    <a:pt x="326922" y="1017545"/>
                  </a:lnTo>
                  <a:lnTo>
                    <a:pt x="326916" y="1017529"/>
                  </a:lnTo>
                  <a:lnTo>
                    <a:pt x="326910" y="1017516"/>
                  </a:lnTo>
                  <a:lnTo>
                    <a:pt x="326903" y="1017501"/>
                  </a:lnTo>
                  <a:lnTo>
                    <a:pt x="326901" y="1017497"/>
                  </a:lnTo>
                  <a:lnTo>
                    <a:pt x="326896" y="1017486"/>
                  </a:lnTo>
                  <a:lnTo>
                    <a:pt x="326889" y="1017475"/>
                  </a:lnTo>
                  <a:lnTo>
                    <a:pt x="326883" y="1017466"/>
                  </a:lnTo>
                  <a:lnTo>
                    <a:pt x="326876" y="1017456"/>
                  </a:lnTo>
                  <a:lnTo>
                    <a:pt x="326869" y="1017448"/>
                  </a:lnTo>
                  <a:lnTo>
                    <a:pt x="326864" y="1017440"/>
                  </a:lnTo>
                  <a:lnTo>
                    <a:pt x="326859" y="1017434"/>
                  </a:lnTo>
                  <a:lnTo>
                    <a:pt x="326855" y="1017428"/>
                  </a:lnTo>
                  <a:lnTo>
                    <a:pt x="326851" y="1017421"/>
                  </a:lnTo>
                  <a:lnTo>
                    <a:pt x="326849" y="1017416"/>
                  </a:lnTo>
                  <a:lnTo>
                    <a:pt x="326844" y="1017404"/>
                  </a:lnTo>
                  <a:lnTo>
                    <a:pt x="326839" y="1017394"/>
                  </a:lnTo>
                  <a:lnTo>
                    <a:pt x="326831" y="1017386"/>
                  </a:lnTo>
                  <a:lnTo>
                    <a:pt x="326820" y="1017377"/>
                  </a:lnTo>
                  <a:lnTo>
                    <a:pt x="326815" y="1017372"/>
                  </a:lnTo>
                  <a:lnTo>
                    <a:pt x="326802" y="1017358"/>
                  </a:lnTo>
                  <a:lnTo>
                    <a:pt x="326793" y="1017349"/>
                  </a:lnTo>
                  <a:lnTo>
                    <a:pt x="326786" y="1017340"/>
                  </a:lnTo>
                  <a:lnTo>
                    <a:pt x="326776" y="1017327"/>
                  </a:lnTo>
                  <a:lnTo>
                    <a:pt x="326766" y="1017316"/>
                  </a:lnTo>
                  <a:lnTo>
                    <a:pt x="326759" y="1017309"/>
                  </a:lnTo>
                  <a:lnTo>
                    <a:pt x="326750" y="1017302"/>
                  </a:lnTo>
                  <a:lnTo>
                    <a:pt x="326740" y="1017295"/>
                  </a:lnTo>
                  <a:lnTo>
                    <a:pt x="326732" y="1017290"/>
                  </a:lnTo>
                  <a:lnTo>
                    <a:pt x="326723" y="1017286"/>
                  </a:lnTo>
                  <a:lnTo>
                    <a:pt x="326708" y="1017282"/>
                  </a:lnTo>
                  <a:lnTo>
                    <a:pt x="326694" y="1017279"/>
                  </a:lnTo>
                  <a:lnTo>
                    <a:pt x="326680" y="1017275"/>
                  </a:lnTo>
                  <a:lnTo>
                    <a:pt x="326669" y="1017272"/>
                  </a:lnTo>
                  <a:lnTo>
                    <a:pt x="326655" y="1017269"/>
                  </a:lnTo>
                  <a:lnTo>
                    <a:pt x="326645" y="1017266"/>
                  </a:lnTo>
                  <a:lnTo>
                    <a:pt x="326634" y="1017262"/>
                  </a:lnTo>
                  <a:lnTo>
                    <a:pt x="326623" y="1017258"/>
                  </a:lnTo>
                  <a:lnTo>
                    <a:pt x="326612" y="1017253"/>
                  </a:lnTo>
                  <a:lnTo>
                    <a:pt x="326600" y="1017248"/>
                  </a:lnTo>
                  <a:lnTo>
                    <a:pt x="326594" y="1017244"/>
                  </a:lnTo>
                  <a:lnTo>
                    <a:pt x="326584" y="1017238"/>
                  </a:lnTo>
                  <a:lnTo>
                    <a:pt x="326572" y="1017238"/>
                  </a:lnTo>
                  <a:lnTo>
                    <a:pt x="326560" y="1017239"/>
                  </a:lnTo>
                  <a:lnTo>
                    <a:pt x="326547" y="1017242"/>
                  </a:lnTo>
                  <a:lnTo>
                    <a:pt x="326535" y="1017243"/>
                  </a:lnTo>
                  <a:lnTo>
                    <a:pt x="326513" y="1017243"/>
                  </a:lnTo>
                  <a:lnTo>
                    <a:pt x="326503" y="1017243"/>
                  </a:lnTo>
                  <a:lnTo>
                    <a:pt x="326497" y="1017242"/>
                  </a:lnTo>
                  <a:lnTo>
                    <a:pt x="326493" y="1017240"/>
                  </a:lnTo>
                  <a:lnTo>
                    <a:pt x="326482" y="1017233"/>
                  </a:lnTo>
                  <a:lnTo>
                    <a:pt x="326470" y="1017226"/>
                  </a:lnTo>
                  <a:lnTo>
                    <a:pt x="326456" y="1017219"/>
                  </a:lnTo>
                  <a:lnTo>
                    <a:pt x="326445" y="1017215"/>
                  </a:lnTo>
                  <a:lnTo>
                    <a:pt x="326433" y="1017211"/>
                  </a:lnTo>
                  <a:lnTo>
                    <a:pt x="326424" y="1017209"/>
                  </a:lnTo>
                  <a:lnTo>
                    <a:pt x="326413" y="1017206"/>
                  </a:lnTo>
                  <a:lnTo>
                    <a:pt x="326390" y="1017202"/>
                  </a:lnTo>
                  <a:lnTo>
                    <a:pt x="326384" y="1017200"/>
                  </a:lnTo>
                  <a:lnTo>
                    <a:pt x="326378" y="1017197"/>
                  </a:lnTo>
                  <a:lnTo>
                    <a:pt x="326369" y="1017193"/>
                  </a:lnTo>
                  <a:lnTo>
                    <a:pt x="326360" y="1017188"/>
                  </a:lnTo>
                  <a:lnTo>
                    <a:pt x="326348" y="1017181"/>
                  </a:lnTo>
                  <a:lnTo>
                    <a:pt x="326336" y="1017174"/>
                  </a:lnTo>
                  <a:lnTo>
                    <a:pt x="326326" y="1017168"/>
                  </a:lnTo>
                  <a:lnTo>
                    <a:pt x="326314" y="1017162"/>
                  </a:lnTo>
                  <a:lnTo>
                    <a:pt x="326305" y="1017159"/>
                  </a:lnTo>
                  <a:lnTo>
                    <a:pt x="326293" y="1017156"/>
                  </a:lnTo>
                  <a:lnTo>
                    <a:pt x="326281" y="1017153"/>
                  </a:lnTo>
                  <a:lnTo>
                    <a:pt x="326274" y="1017149"/>
                  </a:lnTo>
                  <a:lnTo>
                    <a:pt x="326279" y="1017140"/>
                  </a:lnTo>
                  <a:lnTo>
                    <a:pt x="326292" y="1017124"/>
                  </a:lnTo>
                  <a:lnTo>
                    <a:pt x="326306" y="1017108"/>
                  </a:lnTo>
                  <a:lnTo>
                    <a:pt x="326312" y="1017103"/>
                  </a:lnTo>
                  <a:lnTo>
                    <a:pt x="326317" y="1017098"/>
                  </a:lnTo>
                  <a:lnTo>
                    <a:pt x="326330" y="1017087"/>
                  </a:lnTo>
                  <a:lnTo>
                    <a:pt x="326345" y="1017076"/>
                  </a:lnTo>
                  <a:lnTo>
                    <a:pt x="326357" y="1017066"/>
                  </a:lnTo>
                  <a:lnTo>
                    <a:pt x="326372" y="1017055"/>
                  </a:lnTo>
                  <a:lnTo>
                    <a:pt x="326391" y="1017040"/>
                  </a:lnTo>
                  <a:lnTo>
                    <a:pt x="326408" y="1017027"/>
                  </a:lnTo>
                  <a:lnTo>
                    <a:pt x="326423" y="1017015"/>
                  </a:lnTo>
                  <a:lnTo>
                    <a:pt x="326440" y="1017001"/>
                  </a:lnTo>
                  <a:lnTo>
                    <a:pt x="326450" y="1016992"/>
                  </a:lnTo>
                  <a:lnTo>
                    <a:pt x="326458" y="1016984"/>
                  </a:lnTo>
                  <a:lnTo>
                    <a:pt x="326463" y="1016977"/>
                  </a:lnTo>
                  <a:lnTo>
                    <a:pt x="326469" y="1016966"/>
                  </a:lnTo>
                  <a:lnTo>
                    <a:pt x="326475" y="1016955"/>
                  </a:lnTo>
                  <a:lnTo>
                    <a:pt x="326481" y="1016942"/>
                  </a:lnTo>
                  <a:lnTo>
                    <a:pt x="326486" y="1016927"/>
                  </a:lnTo>
                  <a:lnTo>
                    <a:pt x="326490" y="1016912"/>
                  </a:lnTo>
                  <a:lnTo>
                    <a:pt x="326492" y="1016905"/>
                  </a:lnTo>
                  <a:lnTo>
                    <a:pt x="326494" y="1016895"/>
                  </a:lnTo>
                  <a:lnTo>
                    <a:pt x="326497" y="1016882"/>
                  </a:lnTo>
                  <a:lnTo>
                    <a:pt x="326498" y="1016867"/>
                  </a:lnTo>
                  <a:lnTo>
                    <a:pt x="326498" y="1016862"/>
                  </a:lnTo>
                  <a:lnTo>
                    <a:pt x="326499" y="1016844"/>
                  </a:lnTo>
                  <a:lnTo>
                    <a:pt x="326498" y="1016840"/>
                  </a:lnTo>
                  <a:lnTo>
                    <a:pt x="326498" y="1016824"/>
                  </a:lnTo>
                  <a:lnTo>
                    <a:pt x="326496" y="1016804"/>
                  </a:lnTo>
                  <a:lnTo>
                    <a:pt x="326494" y="1016781"/>
                  </a:lnTo>
                  <a:lnTo>
                    <a:pt x="326491" y="1016758"/>
                  </a:lnTo>
                  <a:lnTo>
                    <a:pt x="326489" y="1016737"/>
                  </a:lnTo>
                  <a:lnTo>
                    <a:pt x="326484" y="1016718"/>
                  </a:lnTo>
                  <a:lnTo>
                    <a:pt x="326479" y="1016705"/>
                  </a:lnTo>
                  <a:lnTo>
                    <a:pt x="326472" y="1016693"/>
                  </a:lnTo>
                  <a:lnTo>
                    <a:pt x="326463" y="1016680"/>
                  </a:lnTo>
                  <a:lnTo>
                    <a:pt x="326453" y="1016666"/>
                  </a:lnTo>
                  <a:lnTo>
                    <a:pt x="326445" y="1016656"/>
                  </a:lnTo>
                  <a:lnTo>
                    <a:pt x="326438" y="1016650"/>
                  </a:lnTo>
                  <a:lnTo>
                    <a:pt x="326430" y="1016643"/>
                  </a:lnTo>
                  <a:lnTo>
                    <a:pt x="326423" y="1016638"/>
                  </a:lnTo>
                  <a:lnTo>
                    <a:pt x="326417" y="1016634"/>
                  </a:lnTo>
                  <a:lnTo>
                    <a:pt x="326406" y="1016628"/>
                  </a:lnTo>
                  <a:lnTo>
                    <a:pt x="326393" y="1016624"/>
                  </a:lnTo>
                  <a:lnTo>
                    <a:pt x="326383" y="1016621"/>
                  </a:lnTo>
                  <a:lnTo>
                    <a:pt x="326374" y="1016619"/>
                  </a:lnTo>
                  <a:lnTo>
                    <a:pt x="326357" y="1016617"/>
                  </a:lnTo>
                  <a:lnTo>
                    <a:pt x="326342" y="1016615"/>
                  </a:lnTo>
                  <a:lnTo>
                    <a:pt x="326326" y="1016614"/>
                  </a:lnTo>
                  <a:lnTo>
                    <a:pt x="326296" y="1016614"/>
                  </a:lnTo>
                  <a:lnTo>
                    <a:pt x="326259" y="1016613"/>
                  </a:lnTo>
                  <a:lnTo>
                    <a:pt x="326246" y="1016612"/>
                  </a:lnTo>
                  <a:lnTo>
                    <a:pt x="326242" y="1016611"/>
                  </a:lnTo>
                  <a:lnTo>
                    <a:pt x="326238" y="1016611"/>
                  </a:lnTo>
                  <a:lnTo>
                    <a:pt x="326231" y="1016608"/>
                  </a:lnTo>
                  <a:lnTo>
                    <a:pt x="326222" y="1016603"/>
                  </a:lnTo>
                  <a:lnTo>
                    <a:pt x="326203" y="1016591"/>
                  </a:lnTo>
                  <a:lnTo>
                    <a:pt x="326188" y="1016579"/>
                  </a:lnTo>
                  <a:lnTo>
                    <a:pt x="326179" y="1016572"/>
                  </a:lnTo>
                  <a:lnTo>
                    <a:pt x="326161" y="1016559"/>
                  </a:lnTo>
                  <a:lnTo>
                    <a:pt x="326143" y="1016545"/>
                  </a:lnTo>
                  <a:lnTo>
                    <a:pt x="326133" y="1016537"/>
                  </a:lnTo>
                  <a:lnTo>
                    <a:pt x="326117" y="1016522"/>
                  </a:lnTo>
                  <a:lnTo>
                    <a:pt x="326095" y="1016504"/>
                  </a:lnTo>
                  <a:lnTo>
                    <a:pt x="326078" y="1016491"/>
                  </a:lnTo>
                  <a:lnTo>
                    <a:pt x="326066" y="1016480"/>
                  </a:lnTo>
                  <a:lnTo>
                    <a:pt x="326059" y="1016472"/>
                  </a:lnTo>
                  <a:lnTo>
                    <a:pt x="326050" y="1016463"/>
                  </a:lnTo>
                  <a:lnTo>
                    <a:pt x="326039" y="1016451"/>
                  </a:lnTo>
                  <a:lnTo>
                    <a:pt x="326030" y="1016438"/>
                  </a:lnTo>
                  <a:lnTo>
                    <a:pt x="326023" y="1016428"/>
                  </a:lnTo>
                  <a:lnTo>
                    <a:pt x="326015" y="1016415"/>
                  </a:lnTo>
                  <a:lnTo>
                    <a:pt x="326007" y="1016403"/>
                  </a:lnTo>
                  <a:lnTo>
                    <a:pt x="326001" y="1016391"/>
                  </a:lnTo>
                  <a:lnTo>
                    <a:pt x="325994" y="1016381"/>
                  </a:lnTo>
                  <a:lnTo>
                    <a:pt x="325990" y="1016378"/>
                  </a:lnTo>
                  <a:lnTo>
                    <a:pt x="325982" y="1016377"/>
                  </a:lnTo>
                  <a:lnTo>
                    <a:pt x="325975" y="1016378"/>
                  </a:lnTo>
                  <a:lnTo>
                    <a:pt x="325970" y="1016379"/>
                  </a:lnTo>
                  <a:lnTo>
                    <a:pt x="325965" y="1016381"/>
                  </a:lnTo>
                  <a:lnTo>
                    <a:pt x="325954" y="1016385"/>
                  </a:lnTo>
                  <a:lnTo>
                    <a:pt x="325937" y="1016395"/>
                  </a:lnTo>
                  <a:lnTo>
                    <a:pt x="325926" y="1016402"/>
                  </a:lnTo>
                  <a:lnTo>
                    <a:pt x="325913" y="1016411"/>
                  </a:lnTo>
                  <a:lnTo>
                    <a:pt x="325901" y="1016419"/>
                  </a:lnTo>
                  <a:lnTo>
                    <a:pt x="325889" y="1016429"/>
                  </a:lnTo>
                  <a:lnTo>
                    <a:pt x="325877" y="1016439"/>
                  </a:lnTo>
                  <a:lnTo>
                    <a:pt x="325872" y="1016445"/>
                  </a:lnTo>
                  <a:lnTo>
                    <a:pt x="325869" y="1016450"/>
                  </a:lnTo>
                  <a:lnTo>
                    <a:pt x="325865" y="1016458"/>
                  </a:lnTo>
                  <a:lnTo>
                    <a:pt x="325862" y="1016467"/>
                  </a:lnTo>
                  <a:lnTo>
                    <a:pt x="325860" y="1016475"/>
                  </a:lnTo>
                  <a:lnTo>
                    <a:pt x="325856" y="1016493"/>
                  </a:lnTo>
                  <a:lnTo>
                    <a:pt x="325853" y="1016508"/>
                  </a:lnTo>
                  <a:lnTo>
                    <a:pt x="325852" y="1016522"/>
                  </a:lnTo>
                  <a:lnTo>
                    <a:pt x="325850" y="1016535"/>
                  </a:lnTo>
                  <a:lnTo>
                    <a:pt x="325848" y="1016553"/>
                  </a:lnTo>
                  <a:lnTo>
                    <a:pt x="325846" y="1016577"/>
                  </a:lnTo>
                  <a:lnTo>
                    <a:pt x="325845" y="1016600"/>
                  </a:lnTo>
                  <a:lnTo>
                    <a:pt x="325844" y="1016607"/>
                  </a:lnTo>
                  <a:lnTo>
                    <a:pt x="325841" y="1016614"/>
                  </a:lnTo>
                  <a:lnTo>
                    <a:pt x="325837" y="1016623"/>
                  </a:lnTo>
                  <a:lnTo>
                    <a:pt x="325833" y="1016634"/>
                  </a:lnTo>
                  <a:lnTo>
                    <a:pt x="325828" y="1016641"/>
                  </a:lnTo>
                  <a:lnTo>
                    <a:pt x="325823" y="1016651"/>
                  </a:lnTo>
                  <a:lnTo>
                    <a:pt x="325817" y="1016661"/>
                  </a:lnTo>
                  <a:lnTo>
                    <a:pt x="325814" y="1016670"/>
                  </a:lnTo>
                  <a:lnTo>
                    <a:pt x="325808" y="1016684"/>
                  </a:lnTo>
                  <a:lnTo>
                    <a:pt x="325807" y="1016690"/>
                  </a:lnTo>
                  <a:lnTo>
                    <a:pt x="325806" y="1016698"/>
                  </a:lnTo>
                  <a:lnTo>
                    <a:pt x="325806" y="1016707"/>
                  </a:lnTo>
                  <a:lnTo>
                    <a:pt x="325809" y="1016723"/>
                  </a:lnTo>
                  <a:lnTo>
                    <a:pt x="325812" y="1016735"/>
                  </a:lnTo>
                  <a:lnTo>
                    <a:pt x="325817" y="1016748"/>
                  </a:lnTo>
                  <a:lnTo>
                    <a:pt x="325822" y="1016761"/>
                  </a:lnTo>
                  <a:lnTo>
                    <a:pt x="325824" y="1016768"/>
                  </a:lnTo>
                  <a:lnTo>
                    <a:pt x="325823" y="1016775"/>
                  </a:lnTo>
                  <a:lnTo>
                    <a:pt x="325818" y="1016779"/>
                  </a:lnTo>
                  <a:lnTo>
                    <a:pt x="325813" y="1016781"/>
                  </a:lnTo>
                  <a:lnTo>
                    <a:pt x="325804" y="1016784"/>
                  </a:lnTo>
                  <a:lnTo>
                    <a:pt x="325788" y="1016791"/>
                  </a:lnTo>
                  <a:lnTo>
                    <a:pt x="325771" y="1016799"/>
                  </a:lnTo>
                  <a:lnTo>
                    <a:pt x="325752" y="1016808"/>
                  </a:lnTo>
                  <a:lnTo>
                    <a:pt x="325734" y="1016817"/>
                  </a:lnTo>
                  <a:lnTo>
                    <a:pt x="325714" y="1016827"/>
                  </a:lnTo>
                  <a:lnTo>
                    <a:pt x="325696" y="1016836"/>
                  </a:lnTo>
                  <a:lnTo>
                    <a:pt x="325680" y="1016842"/>
                  </a:lnTo>
                  <a:lnTo>
                    <a:pt x="325663" y="1016850"/>
                  </a:lnTo>
                  <a:lnTo>
                    <a:pt x="325652" y="1016856"/>
                  </a:lnTo>
                  <a:lnTo>
                    <a:pt x="325641" y="1016862"/>
                  </a:lnTo>
                  <a:lnTo>
                    <a:pt x="325632" y="1016868"/>
                  </a:lnTo>
                  <a:lnTo>
                    <a:pt x="325623" y="1016871"/>
                  </a:lnTo>
                  <a:lnTo>
                    <a:pt x="325611" y="1016875"/>
                  </a:lnTo>
                  <a:lnTo>
                    <a:pt x="325596" y="1016879"/>
                  </a:lnTo>
                  <a:lnTo>
                    <a:pt x="325582" y="1016880"/>
                  </a:lnTo>
                  <a:lnTo>
                    <a:pt x="325561" y="1016880"/>
                  </a:lnTo>
                  <a:lnTo>
                    <a:pt x="325547" y="1016880"/>
                  </a:lnTo>
                  <a:lnTo>
                    <a:pt x="325525" y="1016879"/>
                  </a:lnTo>
                  <a:lnTo>
                    <a:pt x="325519" y="1016879"/>
                  </a:lnTo>
                  <a:lnTo>
                    <a:pt x="325508" y="1016877"/>
                  </a:lnTo>
                  <a:lnTo>
                    <a:pt x="325493" y="1016875"/>
                  </a:lnTo>
                  <a:lnTo>
                    <a:pt x="325474" y="1016871"/>
                  </a:lnTo>
                  <a:lnTo>
                    <a:pt x="325460" y="1016868"/>
                  </a:lnTo>
                  <a:lnTo>
                    <a:pt x="325443" y="1016866"/>
                  </a:lnTo>
                  <a:lnTo>
                    <a:pt x="325423" y="1016864"/>
                  </a:lnTo>
                  <a:lnTo>
                    <a:pt x="325404" y="1016863"/>
                  </a:lnTo>
                  <a:lnTo>
                    <a:pt x="325384" y="1016862"/>
                  </a:lnTo>
                  <a:lnTo>
                    <a:pt x="325378" y="1016861"/>
                  </a:lnTo>
                  <a:lnTo>
                    <a:pt x="325372" y="1016860"/>
                  </a:lnTo>
                  <a:lnTo>
                    <a:pt x="325357" y="1016857"/>
                  </a:lnTo>
                  <a:lnTo>
                    <a:pt x="325346" y="1016854"/>
                  </a:lnTo>
                  <a:lnTo>
                    <a:pt x="325334" y="1016849"/>
                  </a:lnTo>
                  <a:lnTo>
                    <a:pt x="325327" y="1016847"/>
                  </a:lnTo>
                  <a:lnTo>
                    <a:pt x="325318" y="1016845"/>
                  </a:lnTo>
                  <a:lnTo>
                    <a:pt x="325302" y="1016845"/>
                  </a:lnTo>
                  <a:lnTo>
                    <a:pt x="325284" y="1016846"/>
                  </a:lnTo>
                  <a:lnTo>
                    <a:pt x="325266" y="1016847"/>
                  </a:lnTo>
                  <a:lnTo>
                    <a:pt x="325252" y="1016847"/>
                  </a:lnTo>
                  <a:lnTo>
                    <a:pt x="325240" y="1016845"/>
                  </a:lnTo>
                  <a:lnTo>
                    <a:pt x="325234" y="1016844"/>
                  </a:lnTo>
                  <a:lnTo>
                    <a:pt x="325225" y="1016841"/>
                  </a:lnTo>
                  <a:lnTo>
                    <a:pt x="325219" y="1016838"/>
                  </a:lnTo>
                  <a:lnTo>
                    <a:pt x="325215" y="1016836"/>
                  </a:lnTo>
                  <a:lnTo>
                    <a:pt x="325199" y="1016829"/>
                  </a:lnTo>
                  <a:lnTo>
                    <a:pt x="325183" y="1016823"/>
                  </a:lnTo>
                  <a:lnTo>
                    <a:pt x="325171" y="1016820"/>
                  </a:lnTo>
                  <a:lnTo>
                    <a:pt x="325156" y="1016816"/>
                  </a:lnTo>
                  <a:lnTo>
                    <a:pt x="325146" y="1016815"/>
                  </a:lnTo>
                  <a:lnTo>
                    <a:pt x="325133" y="1016812"/>
                  </a:lnTo>
                  <a:lnTo>
                    <a:pt x="325112" y="1016809"/>
                  </a:lnTo>
                  <a:lnTo>
                    <a:pt x="325095" y="1016808"/>
                  </a:lnTo>
                  <a:lnTo>
                    <a:pt x="325077" y="1016807"/>
                  </a:lnTo>
                  <a:lnTo>
                    <a:pt x="325059" y="1016807"/>
                  </a:lnTo>
                  <a:lnTo>
                    <a:pt x="325022" y="1016809"/>
                  </a:lnTo>
                  <a:lnTo>
                    <a:pt x="325005" y="1016810"/>
                  </a:lnTo>
                  <a:lnTo>
                    <a:pt x="324989" y="1016809"/>
                  </a:lnTo>
                  <a:lnTo>
                    <a:pt x="324979" y="1016808"/>
                  </a:lnTo>
                  <a:lnTo>
                    <a:pt x="324973" y="1016806"/>
                  </a:lnTo>
                  <a:lnTo>
                    <a:pt x="324967" y="1016803"/>
                  </a:lnTo>
                  <a:lnTo>
                    <a:pt x="324958" y="1016796"/>
                  </a:lnTo>
                  <a:lnTo>
                    <a:pt x="324946" y="1016785"/>
                  </a:lnTo>
                  <a:lnTo>
                    <a:pt x="324934" y="1016776"/>
                  </a:lnTo>
                  <a:lnTo>
                    <a:pt x="324923" y="1016768"/>
                  </a:lnTo>
                  <a:lnTo>
                    <a:pt x="324912" y="1016759"/>
                  </a:lnTo>
                  <a:lnTo>
                    <a:pt x="324905" y="1016754"/>
                  </a:lnTo>
                  <a:lnTo>
                    <a:pt x="324892" y="1016746"/>
                  </a:lnTo>
                  <a:lnTo>
                    <a:pt x="324879" y="1016739"/>
                  </a:lnTo>
                  <a:lnTo>
                    <a:pt x="324867" y="1016733"/>
                  </a:lnTo>
                  <a:lnTo>
                    <a:pt x="324861" y="1016730"/>
                  </a:lnTo>
                  <a:lnTo>
                    <a:pt x="324855" y="1016727"/>
                  </a:lnTo>
                  <a:lnTo>
                    <a:pt x="324845" y="1016730"/>
                  </a:lnTo>
                  <a:lnTo>
                    <a:pt x="324837" y="1016732"/>
                  </a:lnTo>
                  <a:lnTo>
                    <a:pt x="324833" y="1016733"/>
                  </a:lnTo>
                  <a:lnTo>
                    <a:pt x="324816" y="1016737"/>
                  </a:lnTo>
                  <a:lnTo>
                    <a:pt x="324798" y="1016741"/>
                  </a:lnTo>
                  <a:lnTo>
                    <a:pt x="324786" y="1016745"/>
                  </a:lnTo>
                  <a:lnTo>
                    <a:pt x="324777" y="1016747"/>
                  </a:lnTo>
                  <a:lnTo>
                    <a:pt x="324758" y="1016752"/>
                  </a:lnTo>
                  <a:lnTo>
                    <a:pt x="324746" y="1016755"/>
                  </a:lnTo>
                  <a:lnTo>
                    <a:pt x="324732" y="1016759"/>
                  </a:lnTo>
                  <a:lnTo>
                    <a:pt x="324721" y="1016762"/>
                  </a:lnTo>
                  <a:lnTo>
                    <a:pt x="324713" y="1016764"/>
                  </a:lnTo>
                  <a:lnTo>
                    <a:pt x="324707" y="1016765"/>
                  </a:lnTo>
                  <a:lnTo>
                    <a:pt x="324702" y="1016765"/>
                  </a:lnTo>
                  <a:lnTo>
                    <a:pt x="324695" y="1016764"/>
                  </a:lnTo>
                  <a:lnTo>
                    <a:pt x="324686" y="1016762"/>
                  </a:lnTo>
                  <a:lnTo>
                    <a:pt x="324657" y="1016752"/>
                  </a:lnTo>
                  <a:lnTo>
                    <a:pt x="324631" y="1016743"/>
                  </a:lnTo>
                  <a:lnTo>
                    <a:pt x="324608" y="1016736"/>
                  </a:lnTo>
                  <a:lnTo>
                    <a:pt x="324587" y="1016729"/>
                  </a:lnTo>
                  <a:lnTo>
                    <a:pt x="324563" y="1016723"/>
                  </a:lnTo>
                  <a:lnTo>
                    <a:pt x="324546" y="1016719"/>
                  </a:lnTo>
                  <a:lnTo>
                    <a:pt x="324534" y="1016714"/>
                  </a:lnTo>
                  <a:lnTo>
                    <a:pt x="324530" y="1016710"/>
                  </a:lnTo>
                  <a:lnTo>
                    <a:pt x="324527" y="1016706"/>
                  </a:lnTo>
                  <a:lnTo>
                    <a:pt x="324521" y="1016692"/>
                  </a:lnTo>
                  <a:lnTo>
                    <a:pt x="324516" y="1016679"/>
                  </a:lnTo>
                  <a:lnTo>
                    <a:pt x="324509" y="1016665"/>
                  </a:lnTo>
                  <a:lnTo>
                    <a:pt x="324502" y="1016650"/>
                  </a:lnTo>
                  <a:lnTo>
                    <a:pt x="324496" y="1016639"/>
                  </a:lnTo>
                  <a:lnTo>
                    <a:pt x="324488" y="1016628"/>
                  </a:lnTo>
                  <a:lnTo>
                    <a:pt x="324478" y="1016616"/>
                  </a:lnTo>
                  <a:lnTo>
                    <a:pt x="324472" y="1016609"/>
                  </a:lnTo>
                  <a:lnTo>
                    <a:pt x="324467" y="1016605"/>
                  </a:lnTo>
                  <a:lnTo>
                    <a:pt x="324463" y="1016604"/>
                  </a:lnTo>
                  <a:lnTo>
                    <a:pt x="324456" y="1016604"/>
                  </a:lnTo>
                  <a:lnTo>
                    <a:pt x="324436" y="1016604"/>
                  </a:lnTo>
                  <a:lnTo>
                    <a:pt x="324400" y="1016607"/>
                  </a:lnTo>
                  <a:lnTo>
                    <a:pt x="324362" y="1016610"/>
                  </a:lnTo>
                  <a:lnTo>
                    <a:pt x="324339" y="1016612"/>
                  </a:lnTo>
                  <a:lnTo>
                    <a:pt x="324314" y="1016614"/>
                  </a:lnTo>
                  <a:lnTo>
                    <a:pt x="324290" y="1016616"/>
                  </a:lnTo>
                  <a:lnTo>
                    <a:pt x="324263" y="1016618"/>
                  </a:lnTo>
                  <a:lnTo>
                    <a:pt x="324248" y="1016619"/>
                  </a:lnTo>
                  <a:lnTo>
                    <a:pt x="324242" y="1016618"/>
                  </a:lnTo>
                  <a:lnTo>
                    <a:pt x="324236" y="1016617"/>
                  </a:lnTo>
                  <a:lnTo>
                    <a:pt x="324225" y="1016611"/>
                  </a:lnTo>
                  <a:lnTo>
                    <a:pt x="324205" y="1016602"/>
                  </a:lnTo>
                  <a:lnTo>
                    <a:pt x="324190" y="1016594"/>
                  </a:lnTo>
                  <a:lnTo>
                    <a:pt x="324179" y="1016589"/>
                  </a:lnTo>
                  <a:lnTo>
                    <a:pt x="324166" y="1016584"/>
                  </a:lnTo>
                  <a:lnTo>
                    <a:pt x="324152" y="1016580"/>
                  </a:lnTo>
                  <a:lnTo>
                    <a:pt x="324134" y="1016574"/>
                  </a:lnTo>
                  <a:lnTo>
                    <a:pt x="324114" y="1016566"/>
                  </a:lnTo>
                  <a:lnTo>
                    <a:pt x="324101" y="1016561"/>
                  </a:lnTo>
                  <a:lnTo>
                    <a:pt x="324091" y="1016556"/>
                  </a:lnTo>
                  <a:lnTo>
                    <a:pt x="324081" y="1016549"/>
                  </a:lnTo>
                  <a:lnTo>
                    <a:pt x="324072" y="1016544"/>
                  </a:lnTo>
                  <a:lnTo>
                    <a:pt x="324068" y="1016542"/>
                  </a:lnTo>
                  <a:lnTo>
                    <a:pt x="324057" y="1016534"/>
                  </a:lnTo>
                  <a:lnTo>
                    <a:pt x="324046" y="1016528"/>
                  </a:lnTo>
                  <a:lnTo>
                    <a:pt x="324025" y="1016516"/>
                  </a:lnTo>
                  <a:lnTo>
                    <a:pt x="324011" y="1016507"/>
                  </a:lnTo>
                  <a:lnTo>
                    <a:pt x="323990" y="1016495"/>
                  </a:lnTo>
                  <a:lnTo>
                    <a:pt x="323974" y="1016486"/>
                  </a:lnTo>
                  <a:lnTo>
                    <a:pt x="323965" y="1016482"/>
                  </a:lnTo>
                  <a:lnTo>
                    <a:pt x="323953" y="1016478"/>
                  </a:lnTo>
                  <a:lnTo>
                    <a:pt x="323933" y="1016471"/>
                  </a:lnTo>
                  <a:lnTo>
                    <a:pt x="323914" y="1016465"/>
                  </a:lnTo>
                  <a:lnTo>
                    <a:pt x="323901" y="1016460"/>
                  </a:lnTo>
                  <a:lnTo>
                    <a:pt x="323881" y="1016454"/>
                  </a:lnTo>
                  <a:lnTo>
                    <a:pt x="323859" y="1016447"/>
                  </a:lnTo>
                  <a:lnTo>
                    <a:pt x="323837" y="1016439"/>
                  </a:lnTo>
                  <a:lnTo>
                    <a:pt x="323818" y="1016432"/>
                  </a:lnTo>
                  <a:lnTo>
                    <a:pt x="323797" y="1016425"/>
                  </a:lnTo>
                  <a:lnTo>
                    <a:pt x="323781" y="1016420"/>
                  </a:lnTo>
                  <a:lnTo>
                    <a:pt x="323772" y="1016416"/>
                  </a:lnTo>
                  <a:lnTo>
                    <a:pt x="323764" y="1016413"/>
                  </a:lnTo>
                  <a:lnTo>
                    <a:pt x="323754" y="1016406"/>
                  </a:lnTo>
                  <a:lnTo>
                    <a:pt x="323746" y="1016400"/>
                  </a:lnTo>
                  <a:lnTo>
                    <a:pt x="323738" y="1016394"/>
                  </a:lnTo>
                  <a:lnTo>
                    <a:pt x="323732" y="1016387"/>
                  </a:lnTo>
                  <a:lnTo>
                    <a:pt x="323726" y="1016379"/>
                  </a:lnTo>
                  <a:lnTo>
                    <a:pt x="323721" y="1016373"/>
                  </a:lnTo>
                  <a:lnTo>
                    <a:pt x="323716" y="1016365"/>
                  </a:lnTo>
                  <a:lnTo>
                    <a:pt x="323713" y="1016358"/>
                  </a:lnTo>
                  <a:lnTo>
                    <a:pt x="323708" y="1016347"/>
                  </a:lnTo>
                  <a:lnTo>
                    <a:pt x="323704" y="1016336"/>
                  </a:lnTo>
                  <a:lnTo>
                    <a:pt x="323699" y="1016324"/>
                  </a:lnTo>
                  <a:lnTo>
                    <a:pt x="323695" y="1016316"/>
                  </a:lnTo>
                  <a:lnTo>
                    <a:pt x="323687" y="1016306"/>
                  </a:lnTo>
                  <a:lnTo>
                    <a:pt x="323678" y="1016296"/>
                  </a:lnTo>
                  <a:lnTo>
                    <a:pt x="323669" y="1016288"/>
                  </a:lnTo>
                  <a:lnTo>
                    <a:pt x="323659" y="1016281"/>
                  </a:lnTo>
                  <a:lnTo>
                    <a:pt x="323650" y="1016276"/>
                  </a:lnTo>
                  <a:lnTo>
                    <a:pt x="323644" y="1016273"/>
                  </a:lnTo>
                  <a:lnTo>
                    <a:pt x="323631" y="1016271"/>
                  </a:lnTo>
                  <a:lnTo>
                    <a:pt x="323623" y="1016271"/>
                  </a:lnTo>
                  <a:lnTo>
                    <a:pt x="323606" y="1016273"/>
                  </a:lnTo>
                  <a:lnTo>
                    <a:pt x="323596" y="1016275"/>
                  </a:lnTo>
                  <a:lnTo>
                    <a:pt x="323582" y="1016277"/>
                  </a:lnTo>
                  <a:lnTo>
                    <a:pt x="323564" y="1016281"/>
                  </a:lnTo>
                  <a:lnTo>
                    <a:pt x="323557" y="1016282"/>
                  </a:lnTo>
                  <a:lnTo>
                    <a:pt x="323553" y="1016283"/>
                  </a:lnTo>
                  <a:lnTo>
                    <a:pt x="323536" y="1016286"/>
                  </a:lnTo>
                  <a:lnTo>
                    <a:pt x="323519" y="1016287"/>
                  </a:lnTo>
                  <a:lnTo>
                    <a:pt x="323497" y="1016287"/>
                  </a:lnTo>
                  <a:lnTo>
                    <a:pt x="323477" y="1016285"/>
                  </a:lnTo>
                  <a:lnTo>
                    <a:pt x="323461" y="1016282"/>
                  </a:lnTo>
                  <a:lnTo>
                    <a:pt x="323452" y="1016279"/>
                  </a:lnTo>
                  <a:lnTo>
                    <a:pt x="323442" y="1016274"/>
                  </a:lnTo>
                  <a:lnTo>
                    <a:pt x="323428" y="1016267"/>
                  </a:lnTo>
                  <a:lnTo>
                    <a:pt x="323415" y="1016258"/>
                  </a:lnTo>
                  <a:lnTo>
                    <a:pt x="323398" y="1016248"/>
                  </a:lnTo>
                  <a:lnTo>
                    <a:pt x="323384" y="1016241"/>
                  </a:lnTo>
                  <a:lnTo>
                    <a:pt x="323373" y="1016235"/>
                  </a:lnTo>
                  <a:lnTo>
                    <a:pt x="323366" y="1016229"/>
                  </a:lnTo>
                  <a:lnTo>
                    <a:pt x="323360" y="1016222"/>
                  </a:lnTo>
                  <a:lnTo>
                    <a:pt x="323350" y="1016208"/>
                  </a:lnTo>
                  <a:lnTo>
                    <a:pt x="323337" y="1016189"/>
                  </a:lnTo>
                  <a:lnTo>
                    <a:pt x="323322" y="1016167"/>
                  </a:lnTo>
                  <a:lnTo>
                    <a:pt x="323311" y="1016154"/>
                  </a:lnTo>
                  <a:lnTo>
                    <a:pt x="323303" y="1016145"/>
                  </a:lnTo>
                  <a:lnTo>
                    <a:pt x="323292" y="1016133"/>
                  </a:lnTo>
                  <a:lnTo>
                    <a:pt x="323289" y="1016128"/>
                  </a:lnTo>
                  <a:lnTo>
                    <a:pt x="323285" y="1016119"/>
                  </a:lnTo>
                  <a:lnTo>
                    <a:pt x="323282" y="1016110"/>
                  </a:lnTo>
                  <a:lnTo>
                    <a:pt x="323281" y="1016100"/>
                  </a:lnTo>
                  <a:lnTo>
                    <a:pt x="323279" y="1016089"/>
                  </a:lnTo>
                  <a:lnTo>
                    <a:pt x="323279" y="1016071"/>
                  </a:lnTo>
                  <a:lnTo>
                    <a:pt x="323280" y="1016048"/>
                  </a:lnTo>
                  <a:lnTo>
                    <a:pt x="323281" y="1016025"/>
                  </a:lnTo>
                  <a:lnTo>
                    <a:pt x="323282" y="1016000"/>
                  </a:lnTo>
                  <a:lnTo>
                    <a:pt x="323283" y="1015994"/>
                  </a:lnTo>
                  <a:lnTo>
                    <a:pt x="323282" y="1015986"/>
                  </a:lnTo>
                  <a:lnTo>
                    <a:pt x="323279" y="1015979"/>
                  </a:lnTo>
                  <a:lnTo>
                    <a:pt x="323272" y="1015969"/>
                  </a:lnTo>
                  <a:lnTo>
                    <a:pt x="323260" y="1015952"/>
                  </a:lnTo>
                  <a:lnTo>
                    <a:pt x="323252" y="1015940"/>
                  </a:lnTo>
                  <a:lnTo>
                    <a:pt x="323242" y="1015925"/>
                  </a:lnTo>
                  <a:lnTo>
                    <a:pt x="323231" y="1015910"/>
                  </a:lnTo>
                  <a:lnTo>
                    <a:pt x="323223" y="1015899"/>
                  </a:lnTo>
                  <a:lnTo>
                    <a:pt x="323216" y="1015890"/>
                  </a:lnTo>
                  <a:lnTo>
                    <a:pt x="323210" y="1015884"/>
                  </a:lnTo>
                  <a:lnTo>
                    <a:pt x="323206" y="1015879"/>
                  </a:lnTo>
                  <a:lnTo>
                    <a:pt x="323197" y="1015874"/>
                  </a:lnTo>
                  <a:lnTo>
                    <a:pt x="323187" y="1015870"/>
                  </a:lnTo>
                  <a:lnTo>
                    <a:pt x="323170" y="1015864"/>
                  </a:lnTo>
                  <a:lnTo>
                    <a:pt x="323150" y="1015858"/>
                  </a:lnTo>
                  <a:lnTo>
                    <a:pt x="323141" y="1015855"/>
                  </a:lnTo>
                  <a:lnTo>
                    <a:pt x="323137" y="1015854"/>
                  </a:lnTo>
                  <a:lnTo>
                    <a:pt x="323131" y="1015852"/>
                  </a:lnTo>
                  <a:lnTo>
                    <a:pt x="323122" y="1015849"/>
                  </a:lnTo>
                  <a:lnTo>
                    <a:pt x="323109" y="1015844"/>
                  </a:lnTo>
                  <a:lnTo>
                    <a:pt x="323097" y="1015838"/>
                  </a:lnTo>
                  <a:lnTo>
                    <a:pt x="323087" y="1015832"/>
                  </a:lnTo>
                  <a:lnTo>
                    <a:pt x="323074" y="1015824"/>
                  </a:lnTo>
                  <a:lnTo>
                    <a:pt x="323068" y="1015820"/>
                  </a:lnTo>
                  <a:lnTo>
                    <a:pt x="323063" y="1015815"/>
                  </a:lnTo>
                  <a:lnTo>
                    <a:pt x="323057" y="1015809"/>
                  </a:lnTo>
                  <a:lnTo>
                    <a:pt x="323050" y="1015802"/>
                  </a:lnTo>
                  <a:lnTo>
                    <a:pt x="323046" y="1015796"/>
                  </a:lnTo>
                  <a:lnTo>
                    <a:pt x="323043" y="1015789"/>
                  </a:lnTo>
                  <a:lnTo>
                    <a:pt x="323040" y="1015781"/>
                  </a:lnTo>
                  <a:lnTo>
                    <a:pt x="323038" y="1015768"/>
                  </a:lnTo>
                  <a:lnTo>
                    <a:pt x="323036" y="1015759"/>
                  </a:lnTo>
                  <a:lnTo>
                    <a:pt x="323030" y="1015735"/>
                  </a:lnTo>
                  <a:lnTo>
                    <a:pt x="323026" y="1015723"/>
                  </a:lnTo>
                  <a:lnTo>
                    <a:pt x="323022" y="1015709"/>
                  </a:lnTo>
                  <a:lnTo>
                    <a:pt x="323018" y="1015698"/>
                  </a:lnTo>
                  <a:lnTo>
                    <a:pt x="323015" y="1015690"/>
                  </a:lnTo>
                  <a:lnTo>
                    <a:pt x="323008" y="1015678"/>
                  </a:lnTo>
                  <a:lnTo>
                    <a:pt x="323001" y="1015668"/>
                  </a:lnTo>
                  <a:lnTo>
                    <a:pt x="322993" y="1015657"/>
                  </a:lnTo>
                  <a:lnTo>
                    <a:pt x="322987" y="1015649"/>
                  </a:lnTo>
                  <a:lnTo>
                    <a:pt x="322981" y="1015644"/>
                  </a:lnTo>
                  <a:lnTo>
                    <a:pt x="322970" y="1015634"/>
                  </a:lnTo>
                  <a:lnTo>
                    <a:pt x="322960" y="1015627"/>
                  </a:lnTo>
                  <a:lnTo>
                    <a:pt x="322945" y="1015618"/>
                  </a:lnTo>
                  <a:lnTo>
                    <a:pt x="322930" y="1015609"/>
                  </a:lnTo>
                  <a:lnTo>
                    <a:pt x="322914" y="1015601"/>
                  </a:lnTo>
                  <a:lnTo>
                    <a:pt x="322900" y="1015592"/>
                  </a:lnTo>
                  <a:lnTo>
                    <a:pt x="322884" y="1015582"/>
                  </a:lnTo>
                  <a:lnTo>
                    <a:pt x="322866" y="1015572"/>
                  </a:lnTo>
                  <a:lnTo>
                    <a:pt x="322850" y="1015563"/>
                  </a:lnTo>
                  <a:lnTo>
                    <a:pt x="322839" y="1015558"/>
                  </a:lnTo>
                  <a:lnTo>
                    <a:pt x="322827" y="1015553"/>
                  </a:lnTo>
                  <a:lnTo>
                    <a:pt x="322821" y="1015552"/>
                  </a:lnTo>
                  <a:lnTo>
                    <a:pt x="322811" y="1015552"/>
                  </a:lnTo>
                  <a:lnTo>
                    <a:pt x="322799" y="1015553"/>
                  </a:lnTo>
                  <a:lnTo>
                    <a:pt x="322779" y="1015558"/>
                  </a:lnTo>
                  <a:lnTo>
                    <a:pt x="322759" y="1015560"/>
                  </a:lnTo>
                  <a:lnTo>
                    <a:pt x="322749" y="1015561"/>
                  </a:lnTo>
                  <a:lnTo>
                    <a:pt x="322733" y="1015562"/>
                  </a:lnTo>
                  <a:lnTo>
                    <a:pt x="322712" y="1015562"/>
                  </a:lnTo>
                  <a:lnTo>
                    <a:pt x="322688" y="1015561"/>
                  </a:lnTo>
                  <a:lnTo>
                    <a:pt x="322676" y="1015561"/>
                  </a:lnTo>
                  <a:lnTo>
                    <a:pt x="322664" y="1015560"/>
                  </a:lnTo>
                  <a:lnTo>
                    <a:pt x="322650" y="1015559"/>
                  </a:lnTo>
                  <a:lnTo>
                    <a:pt x="322636" y="1015558"/>
                  </a:lnTo>
                  <a:lnTo>
                    <a:pt x="322624" y="1015557"/>
                  </a:lnTo>
                  <a:lnTo>
                    <a:pt x="322608" y="1015554"/>
                  </a:lnTo>
                  <a:lnTo>
                    <a:pt x="322603" y="1015553"/>
                  </a:lnTo>
                  <a:lnTo>
                    <a:pt x="322589" y="1015551"/>
                  </a:lnTo>
                  <a:lnTo>
                    <a:pt x="322573" y="1015547"/>
                  </a:lnTo>
                  <a:lnTo>
                    <a:pt x="322557" y="1015542"/>
                  </a:lnTo>
                  <a:lnTo>
                    <a:pt x="322554" y="1015541"/>
                  </a:lnTo>
                  <a:lnTo>
                    <a:pt x="322538" y="1015535"/>
                  </a:lnTo>
                  <a:lnTo>
                    <a:pt x="322509" y="1015523"/>
                  </a:lnTo>
                  <a:lnTo>
                    <a:pt x="322487" y="1015513"/>
                  </a:lnTo>
                  <a:lnTo>
                    <a:pt x="322472" y="1015506"/>
                  </a:lnTo>
                  <a:lnTo>
                    <a:pt x="322457" y="1015500"/>
                  </a:lnTo>
                  <a:lnTo>
                    <a:pt x="322434" y="1015490"/>
                  </a:lnTo>
                  <a:lnTo>
                    <a:pt x="322416" y="1015483"/>
                  </a:lnTo>
                  <a:lnTo>
                    <a:pt x="322399" y="1015478"/>
                  </a:lnTo>
                  <a:lnTo>
                    <a:pt x="322380" y="1015473"/>
                  </a:lnTo>
                  <a:lnTo>
                    <a:pt x="322365" y="1015470"/>
                  </a:lnTo>
                  <a:lnTo>
                    <a:pt x="322351" y="1015469"/>
                  </a:lnTo>
                  <a:lnTo>
                    <a:pt x="322340" y="1015468"/>
                  </a:lnTo>
                  <a:lnTo>
                    <a:pt x="322328" y="1015469"/>
                  </a:lnTo>
                  <a:lnTo>
                    <a:pt x="322317" y="1015470"/>
                  </a:lnTo>
                  <a:lnTo>
                    <a:pt x="322306" y="1015473"/>
                  </a:lnTo>
                  <a:lnTo>
                    <a:pt x="322293" y="1015476"/>
                  </a:lnTo>
                  <a:lnTo>
                    <a:pt x="322281" y="1015482"/>
                  </a:lnTo>
                  <a:lnTo>
                    <a:pt x="322273" y="1015487"/>
                  </a:lnTo>
                  <a:lnTo>
                    <a:pt x="322253" y="1015500"/>
                  </a:lnTo>
                  <a:lnTo>
                    <a:pt x="322233" y="1015513"/>
                  </a:lnTo>
                  <a:lnTo>
                    <a:pt x="322219" y="1015524"/>
                  </a:lnTo>
                  <a:lnTo>
                    <a:pt x="322204" y="1015537"/>
                  </a:lnTo>
                  <a:lnTo>
                    <a:pt x="322192" y="1015545"/>
                  </a:lnTo>
                  <a:lnTo>
                    <a:pt x="322183" y="1015553"/>
                  </a:lnTo>
                  <a:lnTo>
                    <a:pt x="322174" y="1015563"/>
                  </a:lnTo>
                  <a:lnTo>
                    <a:pt x="322166" y="1015574"/>
                  </a:lnTo>
                  <a:lnTo>
                    <a:pt x="322161" y="1015584"/>
                  </a:lnTo>
                  <a:lnTo>
                    <a:pt x="322157" y="1015595"/>
                  </a:lnTo>
                  <a:lnTo>
                    <a:pt x="322154" y="1015607"/>
                  </a:lnTo>
                  <a:lnTo>
                    <a:pt x="322152" y="1015619"/>
                  </a:lnTo>
                  <a:lnTo>
                    <a:pt x="322152" y="1015624"/>
                  </a:lnTo>
                  <a:lnTo>
                    <a:pt x="322152" y="1015630"/>
                  </a:lnTo>
                  <a:lnTo>
                    <a:pt x="322152" y="1015637"/>
                  </a:lnTo>
                  <a:lnTo>
                    <a:pt x="322152" y="1015653"/>
                  </a:lnTo>
                  <a:lnTo>
                    <a:pt x="322152" y="1015674"/>
                  </a:lnTo>
                  <a:lnTo>
                    <a:pt x="322152" y="1015693"/>
                  </a:lnTo>
                  <a:lnTo>
                    <a:pt x="322153" y="1015704"/>
                  </a:lnTo>
                  <a:lnTo>
                    <a:pt x="322155" y="1015715"/>
                  </a:lnTo>
                  <a:lnTo>
                    <a:pt x="322157" y="1015724"/>
                  </a:lnTo>
                  <a:lnTo>
                    <a:pt x="322159" y="1015732"/>
                  </a:lnTo>
                  <a:lnTo>
                    <a:pt x="322161" y="1015737"/>
                  </a:lnTo>
                  <a:lnTo>
                    <a:pt x="322162" y="1015741"/>
                  </a:lnTo>
                  <a:lnTo>
                    <a:pt x="322167" y="1015752"/>
                  </a:lnTo>
                  <a:lnTo>
                    <a:pt x="322161" y="1015756"/>
                  </a:lnTo>
                  <a:lnTo>
                    <a:pt x="322154" y="1015755"/>
                  </a:lnTo>
                  <a:lnTo>
                    <a:pt x="322136" y="1015748"/>
                  </a:lnTo>
                  <a:lnTo>
                    <a:pt x="322118" y="1015743"/>
                  </a:lnTo>
                  <a:lnTo>
                    <a:pt x="322100" y="1015738"/>
                  </a:lnTo>
                  <a:lnTo>
                    <a:pt x="322083" y="1015733"/>
                  </a:lnTo>
                  <a:lnTo>
                    <a:pt x="322066" y="1015731"/>
                  </a:lnTo>
                  <a:lnTo>
                    <a:pt x="322043" y="1015728"/>
                  </a:lnTo>
                  <a:lnTo>
                    <a:pt x="322019" y="1015728"/>
                  </a:lnTo>
                  <a:lnTo>
                    <a:pt x="322006" y="1015726"/>
                  </a:lnTo>
                  <a:lnTo>
                    <a:pt x="321993" y="1015724"/>
                  </a:lnTo>
                  <a:lnTo>
                    <a:pt x="321974" y="1015718"/>
                  </a:lnTo>
                  <a:lnTo>
                    <a:pt x="321959" y="1015713"/>
                  </a:lnTo>
                  <a:lnTo>
                    <a:pt x="321934" y="1015705"/>
                  </a:lnTo>
                  <a:lnTo>
                    <a:pt x="321920" y="1015699"/>
                  </a:lnTo>
                  <a:lnTo>
                    <a:pt x="321908" y="1015694"/>
                  </a:lnTo>
                  <a:lnTo>
                    <a:pt x="321896" y="1015688"/>
                  </a:lnTo>
                  <a:lnTo>
                    <a:pt x="321885" y="1015682"/>
                  </a:lnTo>
                  <a:lnTo>
                    <a:pt x="321870" y="1015672"/>
                  </a:lnTo>
                  <a:lnTo>
                    <a:pt x="321863" y="1015667"/>
                  </a:lnTo>
                  <a:lnTo>
                    <a:pt x="321856" y="1015660"/>
                  </a:lnTo>
                  <a:lnTo>
                    <a:pt x="321850" y="1015655"/>
                  </a:lnTo>
                  <a:lnTo>
                    <a:pt x="321843" y="1015649"/>
                  </a:lnTo>
                  <a:lnTo>
                    <a:pt x="321839" y="1015644"/>
                  </a:lnTo>
                  <a:lnTo>
                    <a:pt x="321832" y="1015638"/>
                  </a:lnTo>
                  <a:lnTo>
                    <a:pt x="321822" y="1015630"/>
                  </a:lnTo>
                  <a:lnTo>
                    <a:pt x="321813" y="1015624"/>
                  </a:lnTo>
                  <a:lnTo>
                    <a:pt x="321805" y="1015620"/>
                  </a:lnTo>
                  <a:lnTo>
                    <a:pt x="321797" y="1015617"/>
                  </a:lnTo>
                  <a:lnTo>
                    <a:pt x="321789" y="1015615"/>
                  </a:lnTo>
                  <a:lnTo>
                    <a:pt x="321779" y="1015615"/>
                  </a:lnTo>
                  <a:lnTo>
                    <a:pt x="321770" y="1015616"/>
                  </a:lnTo>
                  <a:lnTo>
                    <a:pt x="321761" y="1015619"/>
                  </a:lnTo>
                  <a:lnTo>
                    <a:pt x="321750" y="1015623"/>
                  </a:lnTo>
                  <a:lnTo>
                    <a:pt x="321744" y="1015626"/>
                  </a:lnTo>
                  <a:lnTo>
                    <a:pt x="321736" y="1015631"/>
                  </a:lnTo>
                  <a:lnTo>
                    <a:pt x="321730" y="1015634"/>
                  </a:lnTo>
                  <a:lnTo>
                    <a:pt x="321722" y="1015637"/>
                  </a:lnTo>
                  <a:lnTo>
                    <a:pt x="321711" y="1015641"/>
                  </a:lnTo>
                  <a:lnTo>
                    <a:pt x="321697" y="1015644"/>
                  </a:lnTo>
                  <a:lnTo>
                    <a:pt x="321675" y="1015649"/>
                  </a:lnTo>
                  <a:lnTo>
                    <a:pt x="321649" y="1015655"/>
                  </a:lnTo>
                  <a:lnTo>
                    <a:pt x="321626" y="1015660"/>
                  </a:lnTo>
                  <a:lnTo>
                    <a:pt x="321605" y="1015664"/>
                  </a:lnTo>
                  <a:lnTo>
                    <a:pt x="321584" y="1015667"/>
                  </a:lnTo>
                  <a:lnTo>
                    <a:pt x="321567" y="1015671"/>
                  </a:lnTo>
                  <a:lnTo>
                    <a:pt x="321547" y="1015675"/>
                  </a:lnTo>
                  <a:lnTo>
                    <a:pt x="321530" y="1015678"/>
                  </a:lnTo>
                  <a:lnTo>
                    <a:pt x="321504" y="1015682"/>
                  </a:lnTo>
                  <a:lnTo>
                    <a:pt x="321483" y="1015685"/>
                  </a:lnTo>
                  <a:lnTo>
                    <a:pt x="321473" y="1015686"/>
                  </a:lnTo>
                  <a:lnTo>
                    <a:pt x="321465" y="1015686"/>
                  </a:lnTo>
                  <a:lnTo>
                    <a:pt x="321456" y="1015684"/>
                  </a:lnTo>
                  <a:lnTo>
                    <a:pt x="321443" y="1015679"/>
                  </a:lnTo>
                  <a:lnTo>
                    <a:pt x="321431" y="1015675"/>
                  </a:lnTo>
                  <a:lnTo>
                    <a:pt x="321423" y="1015672"/>
                  </a:lnTo>
                  <a:lnTo>
                    <a:pt x="321410" y="1015663"/>
                  </a:lnTo>
                  <a:lnTo>
                    <a:pt x="321397" y="1015656"/>
                  </a:lnTo>
                  <a:lnTo>
                    <a:pt x="321386" y="1015649"/>
                  </a:lnTo>
                  <a:lnTo>
                    <a:pt x="321382" y="1015648"/>
                  </a:lnTo>
                  <a:lnTo>
                    <a:pt x="321377" y="1015648"/>
                  </a:lnTo>
                  <a:lnTo>
                    <a:pt x="321372" y="1015649"/>
                  </a:lnTo>
                  <a:lnTo>
                    <a:pt x="321368" y="1015651"/>
                  </a:lnTo>
                  <a:lnTo>
                    <a:pt x="321360" y="1015657"/>
                  </a:lnTo>
                  <a:lnTo>
                    <a:pt x="321349" y="1015666"/>
                  </a:lnTo>
                  <a:lnTo>
                    <a:pt x="321340" y="1015672"/>
                  </a:lnTo>
                  <a:lnTo>
                    <a:pt x="321332" y="1015676"/>
                  </a:lnTo>
                  <a:lnTo>
                    <a:pt x="321323" y="1015679"/>
                  </a:lnTo>
                  <a:lnTo>
                    <a:pt x="321316" y="1015681"/>
                  </a:lnTo>
                  <a:lnTo>
                    <a:pt x="321300" y="1015684"/>
                  </a:lnTo>
                  <a:lnTo>
                    <a:pt x="321288" y="1015685"/>
                  </a:lnTo>
                  <a:lnTo>
                    <a:pt x="321273" y="1015685"/>
                  </a:lnTo>
                  <a:lnTo>
                    <a:pt x="321265" y="1015684"/>
                  </a:lnTo>
                  <a:lnTo>
                    <a:pt x="321254" y="1015682"/>
                  </a:lnTo>
                  <a:lnTo>
                    <a:pt x="321243" y="1015679"/>
                  </a:lnTo>
                  <a:lnTo>
                    <a:pt x="321230" y="1015674"/>
                  </a:lnTo>
                  <a:lnTo>
                    <a:pt x="321219" y="1015671"/>
                  </a:lnTo>
                  <a:lnTo>
                    <a:pt x="321206" y="1015666"/>
                  </a:lnTo>
                  <a:lnTo>
                    <a:pt x="321199" y="1015663"/>
                  </a:lnTo>
                  <a:lnTo>
                    <a:pt x="321191" y="1015658"/>
                  </a:lnTo>
                  <a:lnTo>
                    <a:pt x="321175" y="1015649"/>
                  </a:lnTo>
                  <a:lnTo>
                    <a:pt x="321152" y="1015637"/>
                  </a:lnTo>
                  <a:lnTo>
                    <a:pt x="321136" y="1015629"/>
                  </a:lnTo>
                  <a:lnTo>
                    <a:pt x="321117" y="1015619"/>
                  </a:lnTo>
                  <a:lnTo>
                    <a:pt x="321099" y="1015610"/>
                  </a:lnTo>
                  <a:lnTo>
                    <a:pt x="321077" y="1015597"/>
                  </a:lnTo>
                  <a:lnTo>
                    <a:pt x="321064" y="1015590"/>
                  </a:lnTo>
                  <a:lnTo>
                    <a:pt x="321053" y="1015584"/>
                  </a:lnTo>
                  <a:lnTo>
                    <a:pt x="321036" y="1015574"/>
                  </a:lnTo>
                  <a:lnTo>
                    <a:pt x="321021" y="1015565"/>
                  </a:lnTo>
                  <a:lnTo>
                    <a:pt x="321008" y="1015555"/>
                  </a:lnTo>
                  <a:lnTo>
                    <a:pt x="320997" y="1015547"/>
                  </a:lnTo>
                  <a:lnTo>
                    <a:pt x="320986" y="1015537"/>
                  </a:lnTo>
                  <a:lnTo>
                    <a:pt x="320974" y="1015528"/>
                  </a:lnTo>
                  <a:lnTo>
                    <a:pt x="320956" y="1015511"/>
                  </a:lnTo>
                  <a:lnTo>
                    <a:pt x="320942" y="1015498"/>
                  </a:lnTo>
                  <a:lnTo>
                    <a:pt x="320930" y="1015485"/>
                  </a:lnTo>
                  <a:lnTo>
                    <a:pt x="320919" y="1015473"/>
                  </a:lnTo>
                  <a:lnTo>
                    <a:pt x="320910" y="1015460"/>
                  </a:lnTo>
                  <a:lnTo>
                    <a:pt x="320903" y="1015451"/>
                  </a:lnTo>
                  <a:lnTo>
                    <a:pt x="320898" y="1015443"/>
                  </a:lnTo>
                  <a:lnTo>
                    <a:pt x="320895" y="1015436"/>
                  </a:lnTo>
                  <a:lnTo>
                    <a:pt x="320891" y="1015427"/>
                  </a:lnTo>
                  <a:lnTo>
                    <a:pt x="320889" y="1015418"/>
                  </a:lnTo>
                  <a:lnTo>
                    <a:pt x="320889" y="1015406"/>
                  </a:lnTo>
                  <a:lnTo>
                    <a:pt x="320888" y="1015398"/>
                  </a:lnTo>
                  <a:lnTo>
                    <a:pt x="320888" y="1015388"/>
                  </a:lnTo>
                  <a:lnTo>
                    <a:pt x="320887" y="1015382"/>
                  </a:lnTo>
                  <a:lnTo>
                    <a:pt x="320885" y="1015376"/>
                  </a:lnTo>
                  <a:lnTo>
                    <a:pt x="320879" y="1015366"/>
                  </a:lnTo>
                  <a:lnTo>
                    <a:pt x="320870" y="1015354"/>
                  </a:lnTo>
                  <a:lnTo>
                    <a:pt x="320866" y="1015348"/>
                  </a:lnTo>
                  <a:lnTo>
                    <a:pt x="320852" y="1015332"/>
                  </a:lnTo>
                  <a:lnTo>
                    <a:pt x="320847" y="1015328"/>
                  </a:lnTo>
                  <a:lnTo>
                    <a:pt x="320839" y="1015319"/>
                  </a:lnTo>
                  <a:lnTo>
                    <a:pt x="320830" y="1015310"/>
                  </a:lnTo>
                  <a:lnTo>
                    <a:pt x="320814" y="1015298"/>
                  </a:lnTo>
                  <a:lnTo>
                    <a:pt x="320800" y="1015291"/>
                  </a:lnTo>
                  <a:lnTo>
                    <a:pt x="320790" y="1015287"/>
                  </a:lnTo>
                  <a:lnTo>
                    <a:pt x="320781" y="1015285"/>
                  </a:lnTo>
                  <a:lnTo>
                    <a:pt x="320774" y="1015285"/>
                  </a:lnTo>
                  <a:lnTo>
                    <a:pt x="320768" y="1015285"/>
                  </a:lnTo>
                  <a:lnTo>
                    <a:pt x="320749" y="1015285"/>
                  </a:lnTo>
                  <a:lnTo>
                    <a:pt x="320731" y="1015287"/>
                  </a:lnTo>
                  <a:lnTo>
                    <a:pt x="320720" y="1015287"/>
                  </a:lnTo>
                  <a:lnTo>
                    <a:pt x="320707" y="1015286"/>
                  </a:lnTo>
                  <a:lnTo>
                    <a:pt x="320694" y="1015283"/>
                  </a:lnTo>
                  <a:lnTo>
                    <a:pt x="320681" y="1015279"/>
                  </a:lnTo>
                  <a:lnTo>
                    <a:pt x="320672" y="1015274"/>
                  </a:lnTo>
                  <a:lnTo>
                    <a:pt x="320662" y="1015268"/>
                  </a:lnTo>
                  <a:lnTo>
                    <a:pt x="320651" y="1015261"/>
                  </a:lnTo>
                  <a:lnTo>
                    <a:pt x="320645" y="1015254"/>
                  </a:lnTo>
                  <a:lnTo>
                    <a:pt x="320636" y="1015244"/>
                  </a:lnTo>
                  <a:lnTo>
                    <a:pt x="320632" y="1015238"/>
                  </a:lnTo>
                  <a:lnTo>
                    <a:pt x="320629" y="1015232"/>
                  </a:lnTo>
                  <a:lnTo>
                    <a:pt x="320625" y="1015224"/>
                  </a:lnTo>
                  <a:lnTo>
                    <a:pt x="320622" y="1015219"/>
                  </a:lnTo>
                  <a:lnTo>
                    <a:pt x="320618" y="1015210"/>
                  </a:lnTo>
                  <a:lnTo>
                    <a:pt x="320614" y="1015200"/>
                  </a:lnTo>
                  <a:lnTo>
                    <a:pt x="320607" y="1015187"/>
                  </a:lnTo>
                  <a:lnTo>
                    <a:pt x="320601" y="1015174"/>
                  </a:lnTo>
                  <a:lnTo>
                    <a:pt x="320597" y="1015161"/>
                  </a:lnTo>
                  <a:lnTo>
                    <a:pt x="320592" y="1015151"/>
                  </a:lnTo>
                  <a:lnTo>
                    <a:pt x="320589" y="1015148"/>
                  </a:lnTo>
                  <a:lnTo>
                    <a:pt x="320584" y="1015147"/>
                  </a:lnTo>
                  <a:lnTo>
                    <a:pt x="320576" y="1015149"/>
                  </a:lnTo>
                  <a:lnTo>
                    <a:pt x="320572" y="1015150"/>
                  </a:lnTo>
                  <a:lnTo>
                    <a:pt x="320563" y="1015153"/>
                  </a:lnTo>
                  <a:lnTo>
                    <a:pt x="320548" y="1015158"/>
                  </a:lnTo>
                  <a:lnTo>
                    <a:pt x="320527" y="1015164"/>
                  </a:lnTo>
                  <a:lnTo>
                    <a:pt x="320503" y="1015172"/>
                  </a:lnTo>
                  <a:lnTo>
                    <a:pt x="320488" y="1015176"/>
                  </a:lnTo>
                  <a:lnTo>
                    <a:pt x="320467" y="1015180"/>
                  </a:lnTo>
                  <a:lnTo>
                    <a:pt x="320449" y="1015184"/>
                  </a:lnTo>
                  <a:lnTo>
                    <a:pt x="320440" y="1015186"/>
                  </a:lnTo>
                  <a:lnTo>
                    <a:pt x="320436" y="1015187"/>
                  </a:lnTo>
                  <a:lnTo>
                    <a:pt x="320417" y="1015190"/>
                  </a:lnTo>
                  <a:lnTo>
                    <a:pt x="320399" y="1015191"/>
                  </a:lnTo>
                  <a:lnTo>
                    <a:pt x="320379" y="1015192"/>
                  </a:lnTo>
                  <a:lnTo>
                    <a:pt x="320357" y="1015191"/>
                  </a:lnTo>
                  <a:lnTo>
                    <a:pt x="320333" y="1015190"/>
                  </a:lnTo>
                  <a:lnTo>
                    <a:pt x="320307" y="1015187"/>
                  </a:lnTo>
                  <a:lnTo>
                    <a:pt x="320297" y="1015186"/>
                  </a:lnTo>
                  <a:lnTo>
                    <a:pt x="320285" y="1015183"/>
                  </a:lnTo>
                  <a:lnTo>
                    <a:pt x="320270" y="1015178"/>
                  </a:lnTo>
                  <a:lnTo>
                    <a:pt x="320254" y="1015172"/>
                  </a:lnTo>
                  <a:lnTo>
                    <a:pt x="320244" y="1015169"/>
                  </a:lnTo>
                  <a:lnTo>
                    <a:pt x="320232" y="1015166"/>
                  </a:lnTo>
                  <a:lnTo>
                    <a:pt x="320220" y="1015163"/>
                  </a:lnTo>
                  <a:lnTo>
                    <a:pt x="320207" y="1015161"/>
                  </a:lnTo>
                  <a:lnTo>
                    <a:pt x="320197" y="1015161"/>
                  </a:lnTo>
                  <a:lnTo>
                    <a:pt x="320190" y="1015163"/>
                  </a:lnTo>
                  <a:lnTo>
                    <a:pt x="320178" y="1015169"/>
                  </a:lnTo>
                  <a:lnTo>
                    <a:pt x="320172" y="1015171"/>
                  </a:lnTo>
                  <a:lnTo>
                    <a:pt x="320160" y="1015172"/>
                  </a:lnTo>
                  <a:lnTo>
                    <a:pt x="320151" y="1015171"/>
                  </a:lnTo>
                  <a:lnTo>
                    <a:pt x="320145" y="1015170"/>
                  </a:lnTo>
                  <a:lnTo>
                    <a:pt x="320140" y="1015168"/>
                  </a:lnTo>
                  <a:lnTo>
                    <a:pt x="320133" y="1015165"/>
                  </a:lnTo>
                  <a:lnTo>
                    <a:pt x="320123" y="1015160"/>
                  </a:lnTo>
                  <a:lnTo>
                    <a:pt x="320110" y="1015151"/>
                  </a:lnTo>
                  <a:lnTo>
                    <a:pt x="320099" y="1015146"/>
                  </a:lnTo>
                  <a:lnTo>
                    <a:pt x="320080" y="1015137"/>
                  </a:lnTo>
                  <a:lnTo>
                    <a:pt x="320057" y="1015128"/>
                  </a:lnTo>
                  <a:lnTo>
                    <a:pt x="320048" y="1015125"/>
                  </a:lnTo>
                  <a:lnTo>
                    <a:pt x="320040" y="1015123"/>
                  </a:lnTo>
                  <a:lnTo>
                    <a:pt x="320022" y="1015120"/>
                  </a:lnTo>
                  <a:lnTo>
                    <a:pt x="320006" y="1015117"/>
                  </a:lnTo>
                  <a:lnTo>
                    <a:pt x="319997" y="1015114"/>
                  </a:lnTo>
                  <a:lnTo>
                    <a:pt x="319983" y="1015109"/>
                  </a:lnTo>
                  <a:lnTo>
                    <a:pt x="319961" y="1015101"/>
                  </a:lnTo>
                  <a:lnTo>
                    <a:pt x="319944" y="1015095"/>
                  </a:lnTo>
                  <a:lnTo>
                    <a:pt x="319927" y="1015088"/>
                  </a:lnTo>
                  <a:lnTo>
                    <a:pt x="319908" y="1015082"/>
                  </a:lnTo>
                  <a:lnTo>
                    <a:pt x="319896" y="1015079"/>
                  </a:lnTo>
                  <a:lnTo>
                    <a:pt x="319887" y="1015078"/>
                  </a:lnTo>
                  <a:lnTo>
                    <a:pt x="319876" y="1015079"/>
                  </a:lnTo>
                  <a:lnTo>
                    <a:pt x="319870" y="1015081"/>
                  </a:lnTo>
                  <a:lnTo>
                    <a:pt x="319861" y="1015088"/>
                  </a:lnTo>
                  <a:lnTo>
                    <a:pt x="319850" y="1015097"/>
                  </a:lnTo>
                  <a:lnTo>
                    <a:pt x="319841" y="1015105"/>
                  </a:lnTo>
                  <a:lnTo>
                    <a:pt x="319833" y="1015112"/>
                  </a:lnTo>
                  <a:lnTo>
                    <a:pt x="319825" y="1015122"/>
                  </a:lnTo>
                  <a:lnTo>
                    <a:pt x="319820" y="1015128"/>
                  </a:lnTo>
                  <a:lnTo>
                    <a:pt x="319814" y="1015132"/>
                  </a:lnTo>
                  <a:lnTo>
                    <a:pt x="319806" y="1015138"/>
                  </a:lnTo>
                  <a:lnTo>
                    <a:pt x="319801" y="1015141"/>
                  </a:lnTo>
                  <a:lnTo>
                    <a:pt x="319794" y="1015144"/>
                  </a:lnTo>
                  <a:lnTo>
                    <a:pt x="319781" y="1015148"/>
                  </a:lnTo>
                  <a:lnTo>
                    <a:pt x="319758" y="1015155"/>
                  </a:lnTo>
                  <a:lnTo>
                    <a:pt x="319738" y="1015161"/>
                  </a:lnTo>
                  <a:lnTo>
                    <a:pt x="319721" y="1015166"/>
                  </a:lnTo>
                  <a:lnTo>
                    <a:pt x="319705" y="1015171"/>
                  </a:lnTo>
                  <a:lnTo>
                    <a:pt x="319682" y="1015180"/>
                  </a:lnTo>
                  <a:lnTo>
                    <a:pt x="319662" y="1015188"/>
                  </a:lnTo>
                  <a:lnTo>
                    <a:pt x="319644" y="1015195"/>
                  </a:lnTo>
                  <a:lnTo>
                    <a:pt x="319627" y="1015203"/>
                  </a:lnTo>
                  <a:lnTo>
                    <a:pt x="319611" y="1015210"/>
                  </a:lnTo>
                  <a:lnTo>
                    <a:pt x="319599" y="1015215"/>
                  </a:lnTo>
                  <a:lnTo>
                    <a:pt x="319589" y="1015220"/>
                  </a:lnTo>
                  <a:lnTo>
                    <a:pt x="319574" y="1015225"/>
                  </a:lnTo>
                  <a:lnTo>
                    <a:pt x="319558" y="1015229"/>
                  </a:lnTo>
                  <a:lnTo>
                    <a:pt x="319546" y="1015231"/>
                  </a:lnTo>
                  <a:lnTo>
                    <a:pt x="319523" y="1015234"/>
                  </a:lnTo>
                  <a:lnTo>
                    <a:pt x="319493" y="1015236"/>
                  </a:lnTo>
                  <a:lnTo>
                    <a:pt x="319472" y="1015238"/>
                  </a:lnTo>
                  <a:lnTo>
                    <a:pt x="319449" y="1015238"/>
                  </a:lnTo>
                  <a:lnTo>
                    <a:pt x="319436" y="1015237"/>
                  </a:lnTo>
                  <a:lnTo>
                    <a:pt x="319427" y="1015236"/>
                  </a:lnTo>
                  <a:lnTo>
                    <a:pt x="319417" y="1015233"/>
                  </a:lnTo>
                  <a:lnTo>
                    <a:pt x="319407" y="1015229"/>
                  </a:lnTo>
                  <a:lnTo>
                    <a:pt x="319396" y="1015224"/>
                  </a:lnTo>
                  <a:lnTo>
                    <a:pt x="319390" y="1015221"/>
                  </a:lnTo>
                  <a:lnTo>
                    <a:pt x="319383" y="1015221"/>
                  </a:lnTo>
                  <a:lnTo>
                    <a:pt x="319378" y="1015222"/>
                  </a:lnTo>
                  <a:lnTo>
                    <a:pt x="319369" y="1015226"/>
                  </a:lnTo>
                  <a:lnTo>
                    <a:pt x="319362" y="1015230"/>
                  </a:lnTo>
                  <a:lnTo>
                    <a:pt x="319350" y="1015238"/>
                  </a:lnTo>
                  <a:lnTo>
                    <a:pt x="319340" y="1015247"/>
                  </a:lnTo>
                  <a:lnTo>
                    <a:pt x="319333" y="1015251"/>
                  </a:lnTo>
                  <a:lnTo>
                    <a:pt x="319330" y="1015254"/>
                  </a:lnTo>
                  <a:lnTo>
                    <a:pt x="319321" y="1015259"/>
                  </a:lnTo>
                  <a:lnTo>
                    <a:pt x="319311" y="1015263"/>
                  </a:lnTo>
                  <a:lnTo>
                    <a:pt x="319299" y="1015267"/>
                  </a:lnTo>
                  <a:lnTo>
                    <a:pt x="319280" y="1015272"/>
                  </a:lnTo>
                  <a:lnTo>
                    <a:pt x="319263" y="1015277"/>
                  </a:lnTo>
                  <a:lnTo>
                    <a:pt x="319256" y="1015278"/>
                  </a:lnTo>
                  <a:lnTo>
                    <a:pt x="319246" y="1015278"/>
                  </a:lnTo>
                  <a:lnTo>
                    <a:pt x="319232" y="1015274"/>
                  </a:lnTo>
                  <a:lnTo>
                    <a:pt x="319216" y="1015270"/>
                  </a:lnTo>
                  <a:lnTo>
                    <a:pt x="319204" y="1015267"/>
                  </a:lnTo>
                  <a:lnTo>
                    <a:pt x="319193" y="1015263"/>
                  </a:lnTo>
                  <a:lnTo>
                    <a:pt x="319182" y="1015257"/>
                  </a:lnTo>
                  <a:lnTo>
                    <a:pt x="319173" y="1015251"/>
                  </a:lnTo>
                  <a:lnTo>
                    <a:pt x="319163" y="1015241"/>
                  </a:lnTo>
                  <a:lnTo>
                    <a:pt x="319151" y="1015228"/>
                  </a:lnTo>
                  <a:lnTo>
                    <a:pt x="319146" y="1015225"/>
                  </a:lnTo>
                  <a:lnTo>
                    <a:pt x="319139" y="1015221"/>
                  </a:lnTo>
                  <a:lnTo>
                    <a:pt x="319132" y="1015220"/>
                  </a:lnTo>
                  <a:lnTo>
                    <a:pt x="319106" y="1015217"/>
                  </a:lnTo>
                  <a:lnTo>
                    <a:pt x="319095" y="1015216"/>
                  </a:lnTo>
                  <a:lnTo>
                    <a:pt x="319082" y="1015213"/>
                  </a:lnTo>
                  <a:lnTo>
                    <a:pt x="319065" y="1015208"/>
                  </a:lnTo>
                  <a:lnTo>
                    <a:pt x="319054" y="1015203"/>
                  </a:lnTo>
                  <a:lnTo>
                    <a:pt x="319046" y="1015198"/>
                  </a:lnTo>
                  <a:lnTo>
                    <a:pt x="319035" y="1015189"/>
                  </a:lnTo>
                  <a:lnTo>
                    <a:pt x="319027" y="1015179"/>
                  </a:lnTo>
                  <a:lnTo>
                    <a:pt x="319019" y="1015171"/>
                  </a:lnTo>
                  <a:lnTo>
                    <a:pt x="319015" y="1015167"/>
                  </a:lnTo>
                  <a:lnTo>
                    <a:pt x="319010" y="1015165"/>
                  </a:lnTo>
                  <a:lnTo>
                    <a:pt x="319001" y="1015164"/>
                  </a:lnTo>
                  <a:lnTo>
                    <a:pt x="318992" y="1015164"/>
                  </a:lnTo>
                  <a:lnTo>
                    <a:pt x="318972" y="1015164"/>
                  </a:lnTo>
                  <a:lnTo>
                    <a:pt x="318955" y="1015163"/>
                  </a:lnTo>
                  <a:lnTo>
                    <a:pt x="318943" y="1015161"/>
                  </a:lnTo>
                  <a:lnTo>
                    <a:pt x="318930" y="1015158"/>
                  </a:lnTo>
                  <a:lnTo>
                    <a:pt x="318918" y="1015155"/>
                  </a:lnTo>
                  <a:lnTo>
                    <a:pt x="318907" y="1015150"/>
                  </a:lnTo>
                  <a:lnTo>
                    <a:pt x="318895" y="1015146"/>
                  </a:lnTo>
                  <a:lnTo>
                    <a:pt x="318887" y="1015141"/>
                  </a:lnTo>
                  <a:lnTo>
                    <a:pt x="318878" y="1015136"/>
                  </a:lnTo>
                  <a:lnTo>
                    <a:pt x="318867" y="1015128"/>
                  </a:lnTo>
                  <a:lnTo>
                    <a:pt x="318857" y="1015122"/>
                  </a:lnTo>
                  <a:lnTo>
                    <a:pt x="318848" y="1015115"/>
                  </a:lnTo>
                  <a:lnTo>
                    <a:pt x="318837" y="1015105"/>
                  </a:lnTo>
                  <a:lnTo>
                    <a:pt x="318825" y="1015093"/>
                  </a:lnTo>
                  <a:lnTo>
                    <a:pt x="318813" y="1015080"/>
                  </a:lnTo>
                  <a:lnTo>
                    <a:pt x="318805" y="1015073"/>
                  </a:lnTo>
                  <a:lnTo>
                    <a:pt x="318797" y="1015068"/>
                  </a:lnTo>
                  <a:lnTo>
                    <a:pt x="318790" y="1015065"/>
                  </a:lnTo>
                  <a:lnTo>
                    <a:pt x="318779" y="1015062"/>
                  </a:lnTo>
                  <a:lnTo>
                    <a:pt x="318771" y="1015061"/>
                  </a:lnTo>
                  <a:lnTo>
                    <a:pt x="318761" y="1015061"/>
                  </a:lnTo>
                  <a:lnTo>
                    <a:pt x="318750" y="1015062"/>
                  </a:lnTo>
                  <a:lnTo>
                    <a:pt x="318735" y="1015066"/>
                  </a:lnTo>
                  <a:lnTo>
                    <a:pt x="318718" y="1015070"/>
                  </a:lnTo>
                  <a:lnTo>
                    <a:pt x="318697" y="1015076"/>
                  </a:lnTo>
                  <a:lnTo>
                    <a:pt x="318683" y="1015080"/>
                  </a:lnTo>
                  <a:lnTo>
                    <a:pt x="318671" y="1015082"/>
                  </a:lnTo>
                  <a:lnTo>
                    <a:pt x="318643" y="1015084"/>
                  </a:lnTo>
                  <a:lnTo>
                    <a:pt x="318610" y="1015087"/>
                  </a:lnTo>
                  <a:lnTo>
                    <a:pt x="318593" y="1015087"/>
                  </a:lnTo>
                  <a:lnTo>
                    <a:pt x="318583" y="1015087"/>
                  </a:lnTo>
                  <a:lnTo>
                    <a:pt x="318556" y="1015088"/>
                  </a:lnTo>
                  <a:lnTo>
                    <a:pt x="318542" y="1015087"/>
                  </a:lnTo>
                  <a:lnTo>
                    <a:pt x="318526" y="1015085"/>
                  </a:lnTo>
                  <a:lnTo>
                    <a:pt x="318512" y="1015083"/>
                  </a:lnTo>
                  <a:lnTo>
                    <a:pt x="318496" y="1015081"/>
                  </a:lnTo>
                  <a:lnTo>
                    <a:pt x="318487" y="1015079"/>
                  </a:lnTo>
                  <a:lnTo>
                    <a:pt x="318479" y="1015076"/>
                  </a:lnTo>
                  <a:lnTo>
                    <a:pt x="318470" y="1015072"/>
                  </a:lnTo>
                  <a:lnTo>
                    <a:pt x="318464" y="1015069"/>
                  </a:lnTo>
                  <a:lnTo>
                    <a:pt x="318460" y="1015068"/>
                  </a:lnTo>
                  <a:lnTo>
                    <a:pt x="318439" y="1015066"/>
                  </a:lnTo>
                  <a:lnTo>
                    <a:pt x="318426" y="1015065"/>
                  </a:lnTo>
                  <a:lnTo>
                    <a:pt x="318415" y="1015064"/>
                  </a:lnTo>
                  <a:lnTo>
                    <a:pt x="318401" y="1015063"/>
                  </a:lnTo>
                  <a:lnTo>
                    <a:pt x="318384" y="1015064"/>
                  </a:lnTo>
                  <a:lnTo>
                    <a:pt x="318374" y="1015064"/>
                  </a:lnTo>
                  <a:lnTo>
                    <a:pt x="318363" y="1015065"/>
                  </a:lnTo>
                  <a:lnTo>
                    <a:pt x="318359" y="1015065"/>
                  </a:lnTo>
                  <a:lnTo>
                    <a:pt x="318343" y="1015064"/>
                  </a:lnTo>
                  <a:lnTo>
                    <a:pt x="318335" y="1015063"/>
                  </a:lnTo>
                  <a:lnTo>
                    <a:pt x="318326" y="1015063"/>
                  </a:lnTo>
                  <a:lnTo>
                    <a:pt x="318318" y="1015062"/>
                  </a:lnTo>
                  <a:lnTo>
                    <a:pt x="318313" y="1015062"/>
                  </a:lnTo>
                  <a:lnTo>
                    <a:pt x="318305" y="1015061"/>
                  </a:lnTo>
                  <a:lnTo>
                    <a:pt x="318298" y="1015060"/>
                  </a:lnTo>
                  <a:lnTo>
                    <a:pt x="318290" y="1015059"/>
                  </a:lnTo>
                  <a:lnTo>
                    <a:pt x="318284" y="1015057"/>
                  </a:lnTo>
                  <a:lnTo>
                    <a:pt x="318279" y="1015054"/>
                  </a:lnTo>
                  <a:lnTo>
                    <a:pt x="318267" y="1015044"/>
                  </a:lnTo>
                  <a:lnTo>
                    <a:pt x="318257" y="1015035"/>
                  </a:lnTo>
                  <a:lnTo>
                    <a:pt x="318248" y="1015029"/>
                  </a:lnTo>
                  <a:lnTo>
                    <a:pt x="318243" y="1015025"/>
                  </a:lnTo>
                  <a:lnTo>
                    <a:pt x="318237" y="1015019"/>
                  </a:lnTo>
                  <a:lnTo>
                    <a:pt x="318229" y="1015010"/>
                  </a:lnTo>
                  <a:lnTo>
                    <a:pt x="318223" y="1015002"/>
                  </a:lnTo>
                  <a:lnTo>
                    <a:pt x="318215" y="1014993"/>
                  </a:lnTo>
                  <a:lnTo>
                    <a:pt x="318210" y="1014985"/>
                  </a:lnTo>
                  <a:lnTo>
                    <a:pt x="318204" y="1014977"/>
                  </a:lnTo>
                  <a:lnTo>
                    <a:pt x="318197" y="1014967"/>
                  </a:lnTo>
                  <a:lnTo>
                    <a:pt x="318190" y="1014957"/>
                  </a:lnTo>
                  <a:lnTo>
                    <a:pt x="318180" y="1014943"/>
                  </a:lnTo>
                  <a:lnTo>
                    <a:pt x="318170" y="1014931"/>
                  </a:lnTo>
                  <a:lnTo>
                    <a:pt x="318159" y="1014920"/>
                  </a:lnTo>
                  <a:lnTo>
                    <a:pt x="318154" y="1014914"/>
                  </a:lnTo>
                  <a:lnTo>
                    <a:pt x="318149" y="1014910"/>
                  </a:lnTo>
                  <a:lnTo>
                    <a:pt x="318139" y="1014904"/>
                  </a:lnTo>
                  <a:lnTo>
                    <a:pt x="318130" y="1014900"/>
                  </a:lnTo>
                  <a:lnTo>
                    <a:pt x="318119" y="1014896"/>
                  </a:lnTo>
                  <a:lnTo>
                    <a:pt x="318109" y="1014892"/>
                  </a:lnTo>
                  <a:lnTo>
                    <a:pt x="318094" y="1014888"/>
                  </a:lnTo>
                  <a:lnTo>
                    <a:pt x="318080" y="1014885"/>
                  </a:lnTo>
                  <a:lnTo>
                    <a:pt x="318067" y="1014883"/>
                  </a:lnTo>
                  <a:lnTo>
                    <a:pt x="318049" y="1014880"/>
                  </a:lnTo>
                  <a:lnTo>
                    <a:pt x="318035" y="1014878"/>
                  </a:lnTo>
                  <a:lnTo>
                    <a:pt x="318020" y="1014876"/>
                  </a:lnTo>
                  <a:lnTo>
                    <a:pt x="318002" y="1014875"/>
                  </a:lnTo>
                  <a:lnTo>
                    <a:pt x="317987" y="1014874"/>
                  </a:lnTo>
                  <a:lnTo>
                    <a:pt x="317970" y="1014874"/>
                  </a:lnTo>
                  <a:lnTo>
                    <a:pt x="317951" y="1014873"/>
                  </a:lnTo>
                  <a:lnTo>
                    <a:pt x="317934" y="1014873"/>
                  </a:lnTo>
                  <a:lnTo>
                    <a:pt x="317916" y="1014874"/>
                  </a:lnTo>
                  <a:lnTo>
                    <a:pt x="317902" y="1014875"/>
                  </a:lnTo>
                  <a:lnTo>
                    <a:pt x="317894" y="1014874"/>
                  </a:lnTo>
                  <a:lnTo>
                    <a:pt x="317889" y="1014873"/>
                  </a:lnTo>
                  <a:lnTo>
                    <a:pt x="317885" y="1014871"/>
                  </a:lnTo>
                  <a:lnTo>
                    <a:pt x="317879" y="1014860"/>
                  </a:lnTo>
                  <a:lnTo>
                    <a:pt x="317873" y="1014846"/>
                  </a:lnTo>
                  <a:lnTo>
                    <a:pt x="317868" y="1014836"/>
                  </a:lnTo>
                  <a:lnTo>
                    <a:pt x="317861" y="1014824"/>
                  </a:lnTo>
                  <a:lnTo>
                    <a:pt x="317854" y="1014812"/>
                  </a:lnTo>
                  <a:lnTo>
                    <a:pt x="317846" y="1014802"/>
                  </a:lnTo>
                  <a:lnTo>
                    <a:pt x="317838" y="1014791"/>
                  </a:lnTo>
                  <a:lnTo>
                    <a:pt x="317830" y="1014781"/>
                  </a:lnTo>
                  <a:lnTo>
                    <a:pt x="317819" y="1014770"/>
                  </a:lnTo>
                  <a:lnTo>
                    <a:pt x="317810" y="1014761"/>
                  </a:lnTo>
                  <a:lnTo>
                    <a:pt x="317802" y="1014754"/>
                  </a:lnTo>
                  <a:lnTo>
                    <a:pt x="317792" y="1014746"/>
                  </a:lnTo>
                  <a:lnTo>
                    <a:pt x="317782" y="1014738"/>
                  </a:lnTo>
                  <a:lnTo>
                    <a:pt x="317768" y="1014730"/>
                  </a:lnTo>
                  <a:lnTo>
                    <a:pt x="317755" y="1014724"/>
                  </a:lnTo>
                  <a:lnTo>
                    <a:pt x="317740" y="1014717"/>
                  </a:lnTo>
                  <a:lnTo>
                    <a:pt x="317717" y="1014709"/>
                  </a:lnTo>
                  <a:lnTo>
                    <a:pt x="317701" y="1014703"/>
                  </a:lnTo>
                  <a:lnTo>
                    <a:pt x="317684" y="1014697"/>
                  </a:lnTo>
                  <a:lnTo>
                    <a:pt x="317669" y="1014693"/>
                  </a:lnTo>
                  <a:lnTo>
                    <a:pt x="317653" y="1014688"/>
                  </a:lnTo>
                  <a:lnTo>
                    <a:pt x="317639" y="1014683"/>
                  </a:lnTo>
                  <a:lnTo>
                    <a:pt x="317628" y="1014679"/>
                  </a:lnTo>
                  <a:lnTo>
                    <a:pt x="317622" y="1014676"/>
                  </a:lnTo>
                  <a:lnTo>
                    <a:pt x="317616" y="1014672"/>
                  </a:lnTo>
                  <a:lnTo>
                    <a:pt x="317610" y="1014668"/>
                  </a:lnTo>
                  <a:lnTo>
                    <a:pt x="317603" y="1014663"/>
                  </a:lnTo>
                  <a:lnTo>
                    <a:pt x="317598" y="1014658"/>
                  </a:lnTo>
                  <a:lnTo>
                    <a:pt x="317591" y="1014650"/>
                  </a:lnTo>
                  <a:lnTo>
                    <a:pt x="317585" y="1014642"/>
                  </a:lnTo>
                  <a:lnTo>
                    <a:pt x="317580" y="1014634"/>
                  </a:lnTo>
                  <a:lnTo>
                    <a:pt x="317575" y="1014624"/>
                  </a:lnTo>
                  <a:lnTo>
                    <a:pt x="317568" y="1014608"/>
                  </a:lnTo>
                  <a:lnTo>
                    <a:pt x="317561" y="1014593"/>
                  </a:lnTo>
                  <a:lnTo>
                    <a:pt x="317551" y="1014571"/>
                  </a:lnTo>
                  <a:lnTo>
                    <a:pt x="317542" y="1014554"/>
                  </a:lnTo>
                  <a:lnTo>
                    <a:pt x="317534" y="1014537"/>
                  </a:lnTo>
                  <a:lnTo>
                    <a:pt x="317527" y="1014524"/>
                  </a:lnTo>
                  <a:lnTo>
                    <a:pt x="317519" y="1014509"/>
                  </a:lnTo>
                  <a:lnTo>
                    <a:pt x="317513" y="1014499"/>
                  </a:lnTo>
                  <a:lnTo>
                    <a:pt x="317510" y="1014490"/>
                  </a:lnTo>
                  <a:lnTo>
                    <a:pt x="317507" y="1014481"/>
                  </a:lnTo>
                  <a:lnTo>
                    <a:pt x="317507" y="1014476"/>
                  </a:lnTo>
                  <a:lnTo>
                    <a:pt x="317509" y="1014470"/>
                  </a:lnTo>
                  <a:lnTo>
                    <a:pt x="317515" y="1014454"/>
                  </a:lnTo>
                  <a:lnTo>
                    <a:pt x="317521" y="1014439"/>
                  </a:lnTo>
                  <a:lnTo>
                    <a:pt x="317525" y="1014426"/>
                  </a:lnTo>
                  <a:lnTo>
                    <a:pt x="317527" y="1014415"/>
                  </a:lnTo>
                  <a:lnTo>
                    <a:pt x="317528" y="1014405"/>
                  </a:lnTo>
                  <a:lnTo>
                    <a:pt x="317529" y="1014393"/>
                  </a:lnTo>
                  <a:lnTo>
                    <a:pt x="317530" y="1014381"/>
                  </a:lnTo>
                  <a:lnTo>
                    <a:pt x="317528" y="1014360"/>
                  </a:lnTo>
                  <a:lnTo>
                    <a:pt x="317526" y="1014337"/>
                  </a:lnTo>
                  <a:lnTo>
                    <a:pt x="317523" y="1014317"/>
                  </a:lnTo>
                  <a:lnTo>
                    <a:pt x="317521" y="1014301"/>
                  </a:lnTo>
                  <a:lnTo>
                    <a:pt x="317519" y="1014287"/>
                  </a:lnTo>
                  <a:lnTo>
                    <a:pt x="317517" y="1014274"/>
                  </a:lnTo>
                  <a:lnTo>
                    <a:pt x="317515" y="1014255"/>
                  </a:lnTo>
                  <a:lnTo>
                    <a:pt x="317513" y="1014232"/>
                  </a:lnTo>
                  <a:lnTo>
                    <a:pt x="317511" y="1014208"/>
                  </a:lnTo>
                  <a:lnTo>
                    <a:pt x="317509" y="1014198"/>
                  </a:lnTo>
                  <a:lnTo>
                    <a:pt x="317507" y="1014191"/>
                  </a:lnTo>
                  <a:lnTo>
                    <a:pt x="317503" y="1014180"/>
                  </a:lnTo>
                  <a:lnTo>
                    <a:pt x="317499" y="1014175"/>
                  </a:lnTo>
                  <a:lnTo>
                    <a:pt x="317491" y="1014168"/>
                  </a:lnTo>
                  <a:lnTo>
                    <a:pt x="317478" y="1014157"/>
                  </a:lnTo>
                  <a:lnTo>
                    <a:pt x="317468" y="1014149"/>
                  </a:lnTo>
                  <a:lnTo>
                    <a:pt x="317458" y="1014141"/>
                  </a:lnTo>
                  <a:lnTo>
                    <a:pt x="317448" y="1014132"/>
                  </a:lnTo>
                  <a:lnTo>
                    <a:pt x="317438" y="1014121"/>
                  </a:lnTo>
                  <a:lnTo>
                    <a:pt x="317427" y="1014109"/>
                  </a:lnTo>
                  <a:lnTo>
                    <a:pt x="317414" y="1014096"/>
                  </a:lnTo>
                  <a:lnTo>
                    <a:pt x="317401" y="1014082"/>
                  </a:lnTo>
                  <a:lnTo>
                    <a:pt x="317390" y="1014071"/>
                  </a:lnTo>
                  <a:lnTo>
                    <a:pt x="317385" y="1014069"/>
                  </a:lnTo>
                  <a:lnTo>
                    <a:pt x="317368" y="1014068"/>
                  </a:lnTo>
                  <a:lnTo>
                    <a:pt x="317347" y="1014068"/>
                  </a:lnTo>
                  <a:lnTo>
                    <a:pt x="317331" y="1014068"/>
                  </a:lnTo>
                  <a:lnTo>
                    <a:pt x="317316" y="1014069"/>
                  </a:lnTo>
                  <a:lnTo>
                    <a:pt x="317296" y="1014071"/>
                  </a:lnTo>
                  <a:lnTo>
                    <a:pt x="317277" y="1014075"/>
                  </a:lnTo>
                  <a:lnTo>
                    <a:pt x="317257" y="1014079"/>
                  </a:lnTo>
                  <a:lnTo>
                    <a:pt x="317240" y="1014082"/>
                  </a:lnTo>
                  <a:lnTo>
                    <a:pt x="317225" y="1014085"/>
                  </a:lnTo>
                  <a:lnTo>
                    <a:pt x="317212" y="1014085"/>
                  </a:lnTo>
                  <a:lnTo>
                    <a:pt x="317192" y="1014084"/>
                  </a:lnTo>
                  <a:lnTo>
                    <a:pt x="317169" y="1014083"/>
                  </a:lnTo>
                  <a:lnTo>
                    <a:pt x="317140" y="1014082"/>
                  </a:lnTo>
                  <a:lnTo>
                    <a:pt x="317121" y="1014082"/>
                  </a:lnTo>
                  <a:lnTo>
                    <a:pt x="317090" y="1014082"/>
                  </a:lnTo>
                  <a:lnTo>
                    <a:pt x="317066" y="1014081"/>
                  </a:lnTo>
                  <a:lnTo>
                    <a:pt x="317041" y="1014080"/>
                  </a:lnTo>
                  <a:lnTo>
                    <a:pt x="317019" y="1014079"/>
                  </a:lnTo>
                  <a:lnTo>
                    <a:pt x="317010" y="1014079"/>
                  </a:lnTo>
                  <a:lnTo>
                    <a:pt x="316981" y="1014078"/>
                  </a:lnTo>
                  <a:lnTo>
                    <a:pt x="316956" y="1014077"/>
                  </a:lnTo>
                  <a:lnTo>
                    <a:pt x="316943" y="1014076"/>
                  </a:lnTo>
                  <a:lnTo>
                    <a:pt x="316936" y="1014076"/>
                  </a:lnTo>
                  <a:lnTo>
                    <a:pt x="316932" y="1014075"/>
                  </a:lnTo>
                  <a:lnTo>
                    <a:pt x="316927" y="1014073"/>
                  </a:lnTo>
                  <a:lnTo>
                    <a:pt x="316917" y="1014066"/>
                  </a:lnTo>
                  <a:lnTo>
                    <a:pt x="316901" y="1014056"/>
                  </a:lnTo>
                  <a:lnTo>
                    <a:pt x="316893" y="1014051"/>
                  </a:lnTo>
                  <a:lnTo>
                    <a:pt x="316887" y="1014048"/>
                  </a:lnTo>
                  <a:lnTo>
                    <a:pt x="316875" y="1014041"/>
                  </a:lnTo>
                  <a:lnTo>
                    <a:pt x="316863" y="1014036"/>
                  </a:lnTo>
                  <a:lnTo>
                    <a:pt x="316847" y="1014029"/>
                  </a:lnTo>
                  <a:lnTo>
                    <a:pt x="316834" y="1014022"/>
                  </a:lnTo>
                  <a:lnTo>
                    <a:pt x="316825" y="1014017"/>
                  </a:lnTo>
                  <a:lnTo>
                    <a:pt x="316812" y="1014008"/>
                  </a:lnTo>
                  <a:lnTo>
                    <a:pt x="316801" y="1014000"/>
                  </a:lnTo>
                  <a:lnTo>
                    <a:pt x="316790" y="1013992"/>
                  </a:lnTo>
                  <a:lnTo>
                    <a:pt x="316775" y="1013980"/>
                  </a:lnTo>
                  <a:lnTo>
                    <a:pt x="316763" y="1013970"/>
                  </a:lnTo>
                  <a:lnTo>
                    <a:pt x="316751" y="1013959"/>
                  </a:lnTo>
                  <a:lnTo>
                    <a:pt x="316740" y="1013949"/>
                  </a:lnTo>
                  <a:lnTo>
                    <a:pt x="316737" y="1013946"/>
                  </a:lnTo>
                  <a:lnTo>
                    <a:pt x="316726" y="1013935"/>
                  </a:lnTo>
                  <a:lnTo>
                    <a:pt x="316710" y="1013919"/>
                  </a:lnTo>
                  <a:lnTo>
                    <a:pt x="316695" y="1013905"/>
                  </a:lnTo>
                  <a:lnTo>
                    <a:pt x="316682" y="1013894"/>
                  </a:lnTo>
                  <a:lnTo>
                    <a:pt x="316669" y="1013881"/>
                  </a:lnTo>
                  <a:lnTo>
                    <a:pt x="316655" y="1013869"/>
                  </a:lnTo>
                  <a:lnTo>
                    <a:pt x="316639" y="1013856"/>
                  </a:lnTo>
                  <a:lnTo>
                    <a:pt x="316623" y="1013843"/>
                  </a:lnTo>
                  <a:lnTo>
                    <a:pt x="316614" y="1013837"/>
                  </a:lnTo>
                  <a:lnTo>
                    <a:pt x="316605" y="1013833"/>
                  </a:lnTo>
                  <a:lnTo>
                    <a:pt x="316599" y="1013831"/>
                  </a:lnTo>
                  <a:lnTo>
                    <a:pt x="316593" y="1013831"/>
                  </a:lnTo>
                  <a:lnTo>
                    <a:pt x="316580" y="1013831"/>
                  </a:lnTo>
                  <a:lnTo>
                    <a:pt x="316572" y="1013830"/>
                  </a:lnTo>
                  <a:lnTo>
                    <a:pt x="316562" y="1013828"/>
                  </a:lnTo>
                  <a:lnTo>
                    <a:pt x="316552" y="1013826"/>
                  </a:lnTo>
                  <a:lnTo>
                    <a:pt x="316544" y="1013824"/>
                  </a:lnTo>
                  <a:lnTo>
                    <a:pt x="316530" y="1013820"/>
                  </a:lnTo>
                  <a:lnTo>
                    <a:pt x="316516" y="1013815"/>
                  </a:lnTo>
                  <a:lnTo>
                    <a:pt x="316502" y="1013811"/>
                  </a:lnTo>
                  <a:lnTo>
                    <a:pt x="316487" y="1013805"/>
                  </a:lnTo>
                  <a:lnTo>
                    <a:pt x="316474" y="1013801"/>
                  </a:lnTo>
                  <a:lnTo>
                    <a:pt x="316465" y="1013797"/>
                  </a:lnTo>
                  <a:lnTo>
                    <a:pt x="316452" y="1013790"/>
                  </a:lnTo>
                  <a:lnTo>
                    <a:pt x="316439" y="1013783"/>
                  </a:lnTo>
                  <a:lnTo>
                    <a:pt x="316425" y="1013775"/>
                  </a:lnTo>
                  <a:lnTo>
                    <a:pt x="316412" y="1013767"/>
                  </a:lnTo>
                  <a:lnTo>
                    <a:pt x="316398" y="1013759"/>
                  </a:lnTo>
                  <a:lnTo>
                    <a:pt x="316386" y="1013750"/>
                  </a:lnTo>
                  <a:lnTo>
                    <a:pt x="316374" y="1013742"/>
                  </a:lnTo>
                  <a:lnTo>
                    <a:pt x="316358" y="1013730"/>
                  </a:lnTo>
                  <a:lnTo>
                    <a:pt x="316349" y="1013723"/>
                  </a:lnTo>
                  <a:lnTo>
                    <a:pt x="316339" y="1013712"/>
                  </a:lnTo>
                  <a:lnTo>
                    <a:pt x="316322" y="1013698"/>
                  </a:lnTo>
                  <a:lnTo>
                    <a:pt x="316312" y="1013688"/>
                  </a:lnTo>
                  <a:lnTo>
                    <a:pt x="316302" y="1013679"/>
                  </a:lnTo>
                  <a:lnTo>
                    <a:pt x="316289" y="1013666"/>
                  </a:lnTo>
                  <a:lnTo>
                    <a:pt x="316277" y="1013654"/>
                  </a:lnTo>
                  <a:lnTo>
                    <a:pt x="316266" y="1013644"/>
                  </a:lnTo>
                  <a:lnTo>
                    <a:pt x="316258" y="1013636"/>
                  </a:lnTo>
                  <a:lnTo>
                    <a:pt x="316252" y="1013630"/>
                  </a:lnTo>
                  <a:lnTo>
                    <a:pt x="316246" y="1013623"/>
                  </a:lnTo>
                  <a:lnTo>
                    <a:pt x="316242" y="1013616"/>
                  </a:lnTo>
                  <a:lnTo>
                    <a:pt x="316239" y="1013610"/>
                  </a:lnTo>
                  <a:lnTo>
                    <a:pt x="316232" y="1013596"/>
                  </a:lnTo>
                  <a:lnTo>
                    <a:pt x="316226" y="1013585"/>
                  </a:lnTo>
                  <a:lnTo>
                    <a:pt x="316222" y="1013580"/>
                  </a:lnTo>
                  <a:lnTo>
                    <a:pt x="316213" y="1013572"/>
                  </a:lnTo>
                  <a:lnTo>
                    <a:pt x="316204" y="1013565"/>
                  </a:lnTo>
                  <a:lnTo>
                    <a:pt x="316195" y="1013559"/>
                  </a:lnTo>
                  <a:lnTo>
                    <a:pt x="316182" y="1013552"/>
                  </a:lnTo>
                  <a:lnTo>
                    <a:pt x="316170" y="1013546"/>
                  </a:lnTo>
                  <a:lnTo>
                    <a:pt x="316159" y="1013542"/>
                  </a:lnTo>
                  <a:lnTo>
                    <a:pt x="316149" y="1013539"/>
                  </a:lnTo>
                  <a:lnTo>
                    <a:pt x="316137" y="1013535"/>
                  </a:lnTo>
                  <a:lnTo>
                    <a:pt x="316121" y="1013530"/>
                  </a:lnTo>
                  <a:lnTo>
                    <a:pt x="316102" y="1013523"/>
                  </a:lnTo>
                  <a:lnTo>
                    <a:pt x="316088" y="1013518"/>
                  </a:lnTo>
                  <a:lnTo>
                    <a:pt x="316066" y="1013511"/>
                  </a:lnTo>
                  <a:lnTo>
                    <a:pt x="316047" y="1013503"/>
                  </a:lnTo>
                  <a:lnTo>
                    <a:pt x="316027" y="1013495"/>
                  </a:lnTo>
                  <a:lnTo>
                    <a:pt x="316005" y="1013486"/>
                  </a:lnTo>
                  <a:lnTo>
                    <a:pt x="315992" y="1013481"/>
                  </a:lnTo>
                  <a:lnTo>
                    <a:pt x="315978" y="1013477"/>
                  </a:lnTo>
                  <a:lnTo>
                    <a:pt x="315968" y="1013476"/>
                  </a:lnTo>
                  <a:lnTo>
                    <a:pt x="315962" y="1013476"/>
                  </a:lnTo>
                  <a:lnTo>
                    <a:pt x="315947" y="1013477"/>
                  </a:lnTo>
                  <a:lnTo>
                    <a:pt x="315931" y="1013479"/>
                  </a:lnTo>
                  <a:lnTo>
                    <a:pt x="315918" y="1013479"/>
                  </a:lnTo>
                  <a:lnTo>
                    <a:pt x="315908" y="1013478"/>
                  </a:lnTo>
                  <a:lnTo>
                    <a:pt x="315887" y="1013475"/>
                  </a:lnTo>
                  <a:lnTo>
                    <a:pt x="315875" y="1013472"/>
                  </a:lnTo>
                  <a:lnTo>
                    <a:pt x="315857" y="1013469"/>
                  </a:lnTo>
                  <a:lnTo>
                    <a:pt x="315831" y="1013463"/>
                  </a:lnTo>
                  <a:lnTo>
                    <a:pt x="315809" y="1013458"/>
                  </a:lnTo>
                  <a:lnTo>
                    <a:pt x="315790" y="1013454"/>
                  </a:lnTo>
                  <a:lnTo>
                    <a:pt x="315778" y="1013450"/>
                  </a:lnTo>
                  <a:lnTo>
                    <a:pt x="315757" y="1013445"/>
                  </a:lnTo>
                  <a:lnTo>
                    <a:pt x="315736" y="1013441"/>
                  </a:lnTo>
                  <a:lnTo>
                    <a:pt x="315714" y="1013437"/>
                  </a:lnTo>
                  <a:lnTo>
                    <a:pt x="315702" y="1013434"/>
                  </a:lnTo>
                  <a:lnTo>
                    <a:pt x="315682" y="1013431"/>
                  </a:lnTo>
                  <a:lnTo>
                    <a:pt x="315665" y="1013428"/>
                  </a:lnTo>
                  <a:lnTo>
                    <a:pt x="315655" y="1013426"/>
                  </a:lnTo>
                  <a:lnTo>
                    <a:pt x="315638" y="1013424"/>
                  </a:lnTo>
                  <a:lnTo>
                    <a:pt x="315617" y="1013421"/>
                  </a:lnTo>
                  <a:lnTo>
                    <a:pt x="315600" y="1013420"/>
                  </a:lnTo>
                  <a:lnTo>
                    <a:pt x="315582" y="1013420"/>
                  </a:lnTo>
                  <a:lnTo>
                    <a:pt x="315566" y="1013420"/>
                  </a:lnTo>
                  <a:lnTo>
                    <a:pt x="315546" y="1013422"/>
                  </a:lnTo>
                  <a:lnTo>
                    <a:pt x="315525" y="1013425"/>
                  </a:lnTo>
                  <a:lnTo>
                    <a:pt x="315515" y="1013425"/>
                  </a:lnTo>
                  <a:lnTo>
                    <a:pt x="315503" y="1013426"/>
                  </a:lnTo>
                  <a:lnTo>
                    <a:pt x="315497" y="1013425"/>
                  </a:lnTo>
                  <a:lnTo>
                    <a:pt x="315492" y="1013424"/>
                  </a:lnTo>
                  <a:lnTo>
                    <a:pt x="315482" y="1013421"/>
                  </a:lnTo>
                  <a:lnTo>
                    <a:pt x="315471" y="1013416"/>
                  </a:lnTo>
                  <a:lnTo>
                    <a:pt x="315460" y="1013410"/>
                  </a:lnTo>
                  <a:lnTo>
                    <a:pt x="315449" y="1013405"/>
                  </a:lnTo>
                  <a:lnTo>
                    <a:pt x="315434" y="1013400"/>
                  </a:lnTo>
                  <a:lnTo>
                    <a:pt x="315421" y="1013397"/>
                  </a:lnTo>
                  <a:lnTo>
                    <a:pt x="315408" y="1013396"/>
                  </a:lnTo>
                  <a:lnTo>
                    <a:pt x="315383" y="1013394"/>
                  </a:lnTo>
                  <a:lnTo>
                    <a:pt x="315371" y="1013392"/>
                  </a:lnTo>
                  <a:lnTo>
                    <a:pt x="315352" y="1013389"/>
                  </a:lnTo>
                  <a:lnTo>
                    <a:pt x="315336" y="1013385"/>
                  </a:lnTo>
                  <a:lnTo>
                    <a:pt x="315323" y="1013381"/>
                  </a:lnTo>
                  <a:lnTo>
                    <a:pt x="315317" y="1013380"/>
                  </a:lnTo>
                  <a:lnTo>
                    <a:pt x="315306" y="1013376"/>
                  </a:lnTo>
                  <a:lnTo>
                    <a:pt x="315300" y="1013373"/>
                  </a:lnTo>
                  <a:lnTo>
                    <a:pt x="315295" y="1013369"/>
                  </a:lnTo>
                  <a:lnTo>
                    <a:pt x="315285" y="1013359"/>
                  </a:lnTo>
                  <a:lnTo>
                    <a:pt x="315274" y="1013350"/>
                  </a:lnTo>
                  <a:lnTo>
                    <a:pt x="315261" y="1013340"/>
                  </a:lnTo>
                  <a:lnTo>
                    <a:pt x="315250" y="1013333"/>
                  </a:lnTo>
                  <a:lnTo>
                    <a:pt x="315237" y="1013324"/>
                  </a:lnTo>
                  <a:lnTo>
                    <a:pt x="315225" y="1013316"/>
                  </a:lnTo>
                  <a:lnTo>
                    <a:pt x="315209" y="1013308"/>
                  </a:lnTo>
                  <a:lnTo>
                    <a:pt x="315195" y="1013300"/>
                  </a:lnTo>
                  <a:lnTo>
                    <a:pt x="315182" y="1013292"/>
                  </a:lnTo>
                  <a:lnTo>
                    <a:pt x="315168" y="1013284"/>
                  </a:lnTo>
                  <a:lnTo>
                    <a:pt x="315158" y="1013277"/>
                  </a:lnTo>
                  <a:lnTo>
                    <a:pt x="315148" y="1013269"/>
                  </a:lnTo>
                  <a:lnTo>
                    <a:pt x="315135" y="1013258"/>
                  </a:lnTo>
                  <a:lnTo>
                    <a:pt x="315129" y="1013254"/>
                  </a:lnTo>
                  <a:lnTo>
                    <a:pt x="315126" y="1013251"/>
                  </a:lnTo>
                  <a:lnTo>
                    <a:pt x="315117" y="1013247"/>
                  </a:lnTo>
                  <a:lnTo>
                    <a:pt x="315106" y="1013245"/>
                  </a:lnTo>
                  <a:lnTo>
                    <a:pt x="315100" y="1013245"/>
                  </a:lnTo>
                  <a:lnTo>
                    <a:pt x="315089" y="1013246"/>
                  </a:lnTo>
                  <a:lnTo>
                    <a:pt x="315078" y="1013249"/>
                  </a:lnTo>
                  <a:lnTo>
                    <a:pt x="315059" y="1013255"/>
                  </a:lnTo>
                  <a:lnTo>
                    <a:pt x="315049" y="1013257"/>
                  </a:lnTo>
                  <a:lnTo>
                    <a:pt x="315041" y="1013257"/>
                  </a:lnTo>
                  <a:lnTo>
                    <a:pt x="315031" y="1013257"/>
                  </a:lnTo>
                  <a:lnTo>
                    <a:pt x="315024" y="1013256"/>
                  </a:lnTo>
                  <a:lnTo>
                    <a:pt x="315020" y="1013255"/>
                  </a:lnTo>
                  <a:lnTo>
                    <a:pt x="315008" y="1013250"/>
                  </a:lnTo>
                  <a:lnTo>
                    <a:pt x="314995" y="1013242"/>
                  </a:lnTo>
                  <a:lnTo>
                    <a:pt x="314987" y="1013236"/>
                  </a:lnTo>
                  <a:lnTo>
                    <a:pt x="314967" y="1013222"/>
                  </a:lnTo>
                  <a:lnTo>
                    <a:pt x="314945" y="1013206"/>
                  </a:lnTo>
                  <a:lnTo>
                    <a:pt x="314926" y="1013191"/>
                  </a:lnTo>
                  <a:lnTo>
                    <a:pt x="314911" y="1013182"/>
                  </a:lnTo>
                  <a:lnTo>
                    <a:pt x="314889" y="1013171"/>
                  </a:lnTo>
                  <a:lnTo>
                    <a:pt x="314874" y="1013163"/>
                  </a:lnTo>
                  <a:lnTo>
                    <a:pt x="314854" y="1013155"/>
                  </a:lnTo>
                  <a:lnTo>
                    <a:pt x="314839" y="1013149"/>
                  </a:lnTo>
                  <a:lnTo>
                    <a:pt x="314817" y="1013141"/>
                  </a:lnTo>
                  <a:lnTo>
                    <a:pt x="314795" y="1013135"/>
                  </a:lnTo>
                  <a:lnTo>
                    <a:pt x="314776" y="1013130"/>
                  </a:lnTo>
                  <a:lnTo>
                    <a:pt x="314754" y="1013125"/>
                  </a:lnTo>
                  <a:lnTo>
                    <a:pt x="314736" y="1013121"/>
                  </a:lnTo>
                  <a:lnTo>
                    <a:pt x="314723" y="1013119"/>
                  </a:lnTo>
                  <a:lnTo>
                    <a:pt x="314708" y="1013114"/>
                  </a:lnTo>
                  <a:lnTo>
                    <a:pt x="314688" y="1013105"/>
                  </a:lnTo>
                  <a:lnTo>
                    <a:pt x="314663" y="1013094"/>
                  </a:lnTo>
                  <a:lnTo>
                    <a:pt x="314639" y="1013084"/>
                  </a:lnTo>
                  <a:lnTo>
                    <a:pt x="314627" y="1013077"/>
                  </a:lnTo>
                  <a:lnTo>
                    <a:pt x="314615" y="1013070"/>
                  </a:lnTo>
                  <a:lnTo>
                    <a:pt x="314602" y="1013063"/>
                  </a:lnTo>
                  <a:lnTo>
                    <a:pt x="314594" y="1013058"/>
                  </a:lnTo>
                  <a:lnTo>
                    <a:pt x="314582" y="1013049"/>
                  </a:lnTo>
                  <a:lnTo>
                    <a:pt x="314561" y="1013034"/>
                  </a:lnTo>
                  <a:lnTo>
                    <a:pt x="314548" y="1013025"/>
                  </a:lnTo>
                  <a:lnTo>
                    <a:pt x="314536" y="1013018"/>
                  </a:lnTo>
                  <a:lnTo>
                    <a:pt x="314523" y="1013010"/>
                  </a:lnTo>
                  <a:lnTo>
                    <a:pt x="314505" y="1012997"/>
                  </a:lnTo>
                  <a:lnTo>
                    <a:pt x="314488" y="1012986"/>
                  </a:lnTo>
                  <a:lnTo>
                    <a:pt x="314474" y="1012976"/>
                  </a:lnTo>
                  <a:lnTo>
                    <a:pt x="314457" y="1012963"/>
                  </a:lnTo>
                  <a:lnTo>
                    <a:pt x="314439" y="1012949"/>
                  </a:lnTo>
                  <a:lnTo>
                    <a:pt x="314425" y="1012939"/>
                  </a:lnTo>
                  <a:lnTo>
                    <a:pt x="314414" y="1012929"/>
                  </a:lnTo>
                  <a:lnTo>
                    <a:pt x="314404" y="1012920"/>
                  </a:lnTo>
                  <a:lnTo>
                    <a:pt x="314385" y="1012903"/>
                  </a:lnTo>
                  <a:lnTo>
                    <a:pt x="314378" y="1012895"/>
                  </a:lnTo>
                  <a:lnTo>
                    <a:pt x="314357" y="1012875"/>
                  </a:lnTo>
                  <a:lnTo>
                    <a:pt x="314334" y="1012857"/>
                  </a:lnTo>
                  <a:lnTo>
                    <a:pt x="314321" y="1012849"/>
                  </a:lnTo>
                  <a:lnTo>
                    <a:pt x="314309" y="1012844"/>
                  </a:lnTo>
                  <a:lnTo>
                    <a:pt x="314293" y="1012839"/>
                  </a:lnTo>
                  <a:lnTo>
                    <a:pt x="314282" y="1012836"/>
                  </a:lnTo>
                  <a:lnTo>
                    <a:pt x="314259" y="1012833"/>
                  </a:lnTo>
                  <a:lnTo>
                    <a:pt x="314236" y="1012831"/>
                  </a:lnTo>
                  <a:lnTo>
                    <a:pt x="314231" y="1012830"/>
                  </a:lnTo>
                  <a:lnTo>
                    <a:pt x="314221" y="1012829"/>
                  </a:lnTo>
                  <a:lnTo>
                    <a:pt x="314202" y="1012827"/>
                  </a:lnTo>
                  <a:lnTo>
                    <a:pt x="314176" y="1012824"/>
                  </a:lnTo>
                  <a:lnTo>
                    <a:pt x="314156" y="1012822"/>
                  </a:lnTo>
                  <a:lnTo>
                    <a:pt x="314134" y="1012819"/>
                  </a:lnTo>
                  <a:lnTo>
                    <a:pt x="314110" y="1012817"/>
                  </a:lnTo>
                  <a:lnTo>
                    <a:pt x="314091" y="1012815"/>
                  </a:lnTo>
                  <a:lnTo>
                    <a:pt x="314074" y="1012813"/>
                  </a:lnTo>
                  <a:lnTo>
                    <a:pt x="314060" y="1012811"/>
                  </a:lnTo>
                  <a:lnTo>
                    <a:pt x="314048" y="1012809"/>
                  </a:lnTo>
                  <a:lnTo>
                    <a:pt x="314041" y="1012806"/>
                  </a:lnTo>
                  <a:lnTo>
                    <a:pt x="314036" y="1012803"/>
                  </a:lnTo>
                  <a:lnTo>
                    <a:pt x="314030" y="1012799"/>
                  </a:lnTo>
                  <a:lnTo>
                    <a:pt x="314024" y="1012794"/>
                  </a:lnTo>
                  <a:lnTo>
                    <a:pt x="314013" y="1012783"/>
                  </a:lnTo>
                  <a:lnTo>
                    <a:pt x="313997" y="1012768"/>
                  </a:lnTo>
                  <a:lnTo>
                    <a:pt x="313982" y="1012752"/>
                  </a:lnTo>
                  <a:lnTo>
                    <a:pt x="313968" y="1012737"/>
                  </a:lnTo>
                  <a:lnTo>
                    <a:pt x="313950" y="1012716"/>
                  </a:lnTo>
                  <a:lnTo>
                    <a:pt x="313936" y="1012702"/>
                  </a:lnTo>
                  <a:lnTo>
                    <a:pt x="313922" y="1012686"/>
                  </a:lnTo>
                  <a:lnTo>
                    <a:pt x="313912" y="1012675"/>
                  </a:lnTo>
                  <a:lnTo>
                    <a:pt x="313896" y="1012658"/>
                  </a:lnTo>
                  <a:lnTo>
                    <a:pt x="313882" y="1012644"/>
                  </a:lnTo>
                  <a:lnTo>
                    <a:pt x="313868" y="1012630"/>
                  </a:lnTo>
                  <a:lnTo>
                    <a:pt x="313856" y="1012619"/>
                  </a:lnTo>
                  <a:lnTo>
                    <a:pt x="313845" y="1012610"/>
                  </a:lnTo>
                  <a:lnTo>
                    <a:pt x="313839" y="1012607"/>
                  </a:lnTo>
                  <a:lnTo>
                    <a:pt x="313832" y="1012606"/>
                  </a:lnTo>
                  <a:lnTo>
                    <a:pt x="313818" y="1012607"/>
                  </a:lnTo>
                  <a:lnTo>
                    <a:pt x="313793" y="1012612"/>
                  </a:lnTo>
                  <a:lnTo>
                    <a:pt x="313787" y="1012613"/>
                  </a:lnTo>
                  <a:lnTo>
                    <a:pt x="313776" y="1012615"/>
                  </a:lnTo>
                  <a:lnTo>
                    <a:pt x="313762" y="1012616"/>
                  </a:lnTo>
                  <a:lnTo>
                    <a:pt x="313740" y="1012617"/>
                  </a:lnTo>
                  <a:lnTo>
                    <a:pt x="313721" y="1012619"/>
                  </a:lnTo>
                  <a:lnTo>
                    <a:pt x="313705" y="1012618"/>
                  </a:lnTo>
                  <a:lnTo>
                    <a:pt x="313691" y="1012619"/>
                  </a:lnTo>
                  <a:lnTo>
                    <a:pt x="313671" y="1012618"/>
                  </a:lnTo>
                  <a:lnTo>
                    <a:pt x="313654" y="1012616"/>
                  </a:lnTo>
                  <a:lnTo>
                    <a:pt x="313632" y="1012613"/>
                  </a:lnTo>
                  <a:lnTo>
                    <a:pt x="313620" y="1012610"/>
                  </a:lnTo>
                  <a:lnTo>
                    <a:pt x="313603" y="1012607"/>
                  </a:lnTo>
                  <a:lnTo>
                    <a:pt x="313586" y="1012604"/>
                  </a:lnTo>
                  <a:lnTo>
                    <a:pt x="313564" y="1012600"/>
                  </a:lnTo>
                  <a:lnTo>
                    <a:pt x="313537" y="1012593"/>
                  </a:lnTo>
                  <a:lnTo>
                    <a:pt x="313519" y="1012588"/>
                  </a:lnTo>
                  <a:lnTo>
                    <a:pt x="313505" y="1012584"/>
                  </a:lnTo>
                  <a:lnTo>
                    <a:pt x="313491" y="1012579"/>
                  </a:lnTo>
                  <a:lnTo>
                    <a:pt x="313474" y="1012572"/>
                  </a:lnTo>
                  <a:lnTo>
                    <a:pt x="313459" y="1012565"/>
                  </a:lnTo>
                  <a:lnTo>
                    <a:pt x="313449" y="1012560"/>
                  </a:lnTo>
                  <a:lnTo>
                    <a:pt x="313442" y="1012557"/>
                  </a:lnTo>
                  <a:lnTo>
                    <a:pt x="313435" y="1012553"/>
                  </a:lnTo>
                  <a:lnTo>
                    <a:pt x="313409" y="1012545"/>
                  </a:lnTo>
                  <a:lnTo>
                    <a:pt x="313392" y="1012539"/>
                  </a:lnTo>
                  <a:lnTo>
                    <a:pt x="313370" y="1012531"/>
                  </a:lnTo>
                  <a:lnTo>
                    <a:pt x="313348" y="1012523"/>
                  </a:lnTo>
                  <a:lnTo>
                    <a:pt x="313330" y="1012517"/>
                  </a:lnTo>
                  <a:lnTo>
                    <a:pt x="313317" y="1012513"/>
                  </a:lnTo>
                  <a:lnTo>
                    <a:pt x="313308" y="1012512"/>
                  </a:lnTo>
                  <a:lnTo>
                    <a:pt x="313299" y="1012514"/>
                  </a:lnTo>
                  <a:lnTo>
                    <a:pt x="313287" y="1012518"/>
                  </a:lnTo>
                  <a:lnTo>
                    <a:pt x="313269" y="1012525"/>
                  </a:lnTo>
                  <a:lnTo>
                    <a:pt x="313256" y="1012531"/>
                  </a:lnTo>
                  <a:lnTo>
                    <a:pt x="313246" y="1012536"/>
                  </a:lnTo>
                  <a:lnTo>
                    <a:pt x="313236" y="1012543"/>
                  </a:lnTo>
                  <a:lnTo>
                    <a:pt x="313229" y="1012550"/>
                  </a:lnTo>
                  <a:lnTo>
                    <a:pt x="313222" y="1012557"/>
                  </a:lnTo>
                  <a:lnTo>
                    <a:pt x="313216" y="1012566"/>
                  </a:lnTo>
                  <a:lnTo>
                    <a:pt x="313208" y="1012577"/>
                  </a:lnTo>
                  <a:lnTo>
                    <a:pt x="313203" y="1012586"/>
                  </a:lnTo>
                  <a:lnTo>
                    <a:pt x="313200" y="1012596"/>
                  </a:lnTo>
                  <a:lnTo>
                    <a:pt x="313197" y="1012605"/>
                  </a:lnTo>
                  <a:lnTo>
                    <a:pt x="313194" y="1012617"/>
                  </a:lnTo>
                  <a:lnTo>
                    <a:pt x="313193" y="1012629"/>
                  </a:lnTo>
                  <a:lnTo>
                    <a:pt x="313192" y="1012644"/>
                  </a:lnTo>
                  <a:lnTo>
                    <a:pt x="313190" y="1012661"/>
                  </a:lnTo>
                  <a:lnTo>
                    <a:pt x="313189" y="1012676"/>
                  </a:lnTo>
                  <a:lnTo>
                    <a:pt x="313190" y="1012706"/>
                  </a:lnTo>
                  <a:lnTo>
                    <a:pt x="313192" y="1012736"/>
                  </a:lnTo>
                  <a:lnTo>
                    <a:pt x="313195" y="1012758"/>
                  </a:lnTo>
                  <a:lnTo>
                    <a:pt x="313198" y="1012780"/>
                  </a:lnTo>
                  <a:lnTo>
                    <a:pt x="313203" y="1012804"/>
                  </a:lnTo>
                  <a:lnTo>
                    <a:pt x="313208" y="1012825"/>
                  </a:lnTo>
                  <a:lnTo>
                    <a:pt x="313210" y="1012835"/>
                  </a:lnTo>
                  <a:lnTo>
                    <a:pt x="313215" y="1012853"/>
                  </a:lnTo>
                  <a:lnTo>
                    <a:pt x="313221" y="1012875"/>
                  </a:lnTo>
                  <a:lnTo>
                    <a:pt x="313227" y="1012896"/>
                  </a:lnTo>
                  <a:lnTo>
                    <a:pt x="313230" y="1012908"/>
                  </a:lnTo>
                  <a:lnTo>
                    <a:pt x="313233" y="1012923"/>
                  </a:lnTo>
                  <a:lnTo>
                    <a:pt x="313237" y="1012943"/>
                  </a:lnTo>
                  <a:lnTo>
                    <a:pt x="313242" y="1012965"/>
                  </a:lnTo>
                  <a:lnTo>
                    <a:pt x="313247" y="1012993"/>
                  </a:lnTo>
                  <a:lnTo>
                    <a:pt x="313250" y="1013011"/>
                  </a:lnTo>
                  <a:lnTo>
                    <a:pt x="313252" y="1013023"/>
                  </a:lnTo>
                  <a:lnTo>
                    <a:pt x="313255" y="1013047"/>
                  </a:lnTo>
                  <a:lnTo>
                    <a:pt x="313256" y="1013069"/>
                  </a:lnTo>
                  <a:lnTo>
                    <a:pt x="313258" y="1013096"/>
                  </a:lnTo>
                  <a:lnTo>
                    <a:pt x="313260" y="1013121"/>
                  </a:lnTo>
                  <a:lnTo>
                    <a:pt x="313262" y="1013138"/>
                  </a:lnTo>
                  <a:lnTo>
                    <a:pt x="313266" y="1013159"/>
                  </a:lnTo>
                  <a:lnTo>
                    <a:pt x="313272" y="1013186"/>
                  </a:lnTo>
                  <a:lnTo>
                    <a:pt x="313279" y="1013212"/>
                  </a:lnTo>
                  <a:lnTo>
                    <a:pt x="313284" y="1013231"/>
                  </a:lnTo>
                  <a:lnTo>
                    <a:pt x="313294" y="1013258"/>
                  </a:lnTo>
                  <a:lnTo>
                    <a:pt x="313304" y="1013284"/>
                  </a:lnTo>
                  <a:lnTo>
                    <a:pt x="313312" y="1013303"/>
                  </a:lnTo>
                  <a:lnTo>
                    <a:pt x="313325" y="1013328"/>
                  </a:lnTo>
                  <a:lnTo>
                    <a:pt x="313336" y="1013353"/>
                  </a:lnTo>
                  <a:lnTo>
                    <a:pt x="313345" y="1013373"/>
                  </a:lnTo>
                  <a:lnTo>
                    <a:pt x="313352" y="1013391"/>
                  </a:lnTo>
                  <a:lnTo>
                    <a:pt x="313357" y="1013405"/>
                  </a:lnTo>
                  <a:lnTo>
                    <a:pt x="313362" y="1013420"/>
                  </a:lnTo>
                  <a:lnTo>
                    <a:pt x="313366" y="1013434"/>
                  </a:lnTo>
                  <a:lnTo>
                    <a:pt x="313369" y="1013448"/>
                  </a:lnTo>
                  <a:lnTo>
                    <a:pt x="313372" y="1013460"/>
                  </a:lnTo>
                  <a:lnTo>
                    <a:pt x="313373" y="1013477"/>
                  </a:lnTo>
                  <a:lnTo>
                    <a:pt x="313372" y="1013487"/>
                  </a:lnTo>
                  <a:lnTo>
                    <a:pt x="313372" y="1013499"/>
                  </a:lnTo>
                  <a:lnTo>
                    <a:pt x="313369" y="1013510"/>
                  </a:lnTo>
                  <a:lnTo>
                    <a:pt x="313366" y="1013520"/>
                  </a:lnTo>
                  <a:lnTo>
                    <a:pt x="313363" y="1013528"/>
                  </a:lnTo>
                  <a:lnTo>
                    <a:pt x="313357" y="1013539"/>
                  </a:lnTo>
                  <a:lnTo>
                    <a:pt x="313350" y="1013549"/>
                  </a:lnTo>
                  <a:lnTo>
                    <a:pt x="313347" y="1013552"/>
                  </a:lnTo>
                  <a:lnTo>
                    <a:pt x="313341" y="1013560"/>
                  </a:lnTo>
                  <a:lnTo>
                    <a:pt x="313331" y="1013572"/>
                  </a:lnTo>
                  <a:lnTo>
                    <a:pt x="313320" y="1013583"/>
                  </a:lnTo>
                  <a:lnTo>
                    <a:pt x="313308" y="1013593"/>
                  </a:lnTo>
                  <a:lnTo>
                    <a:pt x="313300" y="1013600"/>
                  </a:lnTo>
                  <a:lnTo>
                    <a:pt x="313287" y="1013611"/>
                  </a:lnTo>
                  <a:lnTo>
                    <a:pt x="313273" y="1013622"/>
                  </a:lnTo>
                  <a:lnTo>
                    <a:pt x="313259" y="1013630"/>
                  </a:lnTo>
                  <a:lnTo>
                    <a:pt x="313243" y="1013639"/>
                  </a:lnTo>
                  <a:lnTo>
                    <a:pt x="313226" y="1013647"/>
                  </a:lnTo>
                  <a:lnTo>
                    <a:pt x="313205" y="1013655"/>
                  </a:lnTo>
                  <a:lnTo>
                    <a:pt x="313181" y="1013662"/>
                  </a:lnTo>
                  <a:lnTo>
                    <a:pt x="313169" y="1013667"/>
                  </a:lnTo>
                  <a:lnTo>
                    <a:pt x="313160" y="1013673"/>
                  </a:lnTo>
                  <a:lnTo>
                    <a:pt x="313156" y="1013676"/>
                  </a:lnTo>
                  <a:lnTo>
                    <a:pt x="313152" y="1013681"/>
                  </a:lnTo>
                  <a:lnTo>
                    <a:pt x="313148" y="1013688"/>
                  </a:lnTo>
                  <a:lnTo>
                    <a:pt x="313144" y="1013700"/>
                  </a:lnTo>
                  <a:lnTo>
                    <a:pt x="313140" y="1013709"/>
                  </a:lnTo>
                  <a:lnTo>
                    <a:pt x="313131" y="1013731"/>
                  </a:lnTo>
                  <a:lnTo>
                    <a:pt x="313125" y="1013745"/>
                  </a:lnTo>
                  <a:lnTo>
                    <a:pt x="313117" y="1013764"/>
                  </a:lnTo>
                  <a:lnTo>
                    <a:pt x="313106" y="1013786"/>
                  </a:lnTo>
                  <a:lnTo>
                    <a:pt x="313097" y="1013804"/>
                  </a:lnTo>
                  <a:lnTo>
                    <a:pt x="313089" y="1013816"/>
                  </a:lnTo>
                  <a:lnTo>
                    <a:pt x="313081" y="1013828"/>
                  </a:lnTo>
                  <a:lnTo>
                    <a:pt x="313070" y="1013842"/>
                  </a:lnTo>
                  <a:lnTo>
                    <a:pt x="313058" y="1013858"/>
                  </a:lnTo>
                  <a:lnTo>
                    <a:pt x="313045" y="1013876"/>
                  </a:lnTo>
                  <a:lnTo>
                    <a:pt x="313039" y="1013886"/>
                  </a:lnTo>
                  <a:lnTo>
                    <a:pt x="313031" y="1013896"/>
                  </a:lnTo>
                  <a:lnTo>
                    <a:pt x="313028" y="1013900"/>
                  </a:lnTo>
                  <a:lnTo>
                    <a:pt x="313022" y="1013909"/>
                  </a:lnTo>
                  <a:lnTo>
                    <a:pt x="313014" y="1013919"/>
                  </a:lnTo>
                  <a:lnTo>
                    <a:pt x="313005" y="1013929"/>
                  </a:lnTo>
                  <a:lnTo>
                    <a:pt x="312995" y="1013938"/>
                  </a:lnTo>
                  <a:lnTo>
                    <a:pt x="312984" y="1013946"/>
                  </a:lnTo>
                  <a:lnTo>
                    <a:pt x="312967" y="1013957"/>
                  </a:lnTo>
                  <a:lnTo>
                    <a:pt x="312954" y="1013966"/>
                  </a:lnTo>
                  <a:lnTo>
                    <a:pt x="312940" y="1013976"/>
                  </a:lnTo>
                  <a:lnTo>
                    <a:pt x="312929" y="1013982"/>
                  </a:lnTo>
                  <a:lnTo>
                    <a:pt x="312911" y="1013992"/>
                  </a:lnTo>
                  <a:lnTo>
                    <a:pt x="312890" y="1014004"/>
                  </a:lnTo>
                  <a:lnTo>
                    <a:pt x="312870" y="1014014"/>
                  </a:lnTo>
                  <a:lnTo>
                    <a:pt x="312852" y="1014022"/>
                  </a:lnTo>
                  <a:lnTo>
                    <a:pt x="312832" y="1014031"/>
                  </a:lnTo>
                  <a:lnTo>
                    <a:pt x="312806" y="1014040"/>
                  </a:lnTo>
                  <a:lnTo>
                    <a:pt x="312790" y="1014046"/>
                  </a:lnTo>
                  <a:lnTo>
                    <a:pt x="312776" y="1014049"/>
                  </a:lnTo>
                  <a:lnTo>
                    <a:pt x="312768" y="1014050"/>
                  </a:lnTo>
                  <a:lnTo>
                    <a:pt x="312760" y="1014050"/>
                  </a:lnTo>
                  <a:lnTo>
                    <a:pt x="312753" y="1014048"/>
                  </a:lnTo>
                  <a:lnTo>
                    <a:pt x="312744" y="1014044"/>
                  </a:lnTo>
                  <a:lnTo>
                    <a:pt x="312722" y="1014031"/>
                  </a:lnTo>
                  <a:lnTo>
                    <a:pt x="312703" y="1014018"/>
                  </a:lnTo>
                  <a:lnTo>
                    <a:pt x="312685" y="1014007"/>
                  </a:lnTo>
                  <a:lnTo>
                    <a:pt x="312667" y="1013994"/>
                  </a:lnTo>
                  <a:lnTo>
                    <a:pt x="312648" y="1013982"/>
                  </a:lnTo>
                  <a:lnTo>
                    <a:pt x="312631" y="1013973"/>
                  </a:lnTo>
                  <a:lnTo>
                    <a:pt x="312620" y="1013967"/>
                  </a:lnTo>
                  <a:lnTo>
                    <a:pt x="312610" y="1013964"/>
                  </a:lnTo>
                  <a:lnTo>
                    <a:pt x="312594" y="1013960"/>
                  </a:lnTo>
                  <a:lnTo>
                    <a:pt x="312580" y="1013958"/>
                  </a:lnTo>
                  <a:lnTo>
                    <a:pt x="312572" y="1013959"/>
                  </a:lnTo>
                  <a:lnTo>
                    <a:pt x="312558" y="1013961"/>
                  </a:lnTo>
                  <a:lnTo>
                    <a:pt x="312543" y="1013965"/>
                  </a:lnTo>
                  <a:lnTo>
                    <a:pt x="312528" y="1013968"/>
                  </a:lnTo>
                  <a:lnTo>
                    <a:pt x="312515" y="1013969"/>
                  </a:lnTo>
                  <a:lnTo>
                    <a:pt x="312504" y="1013969"/>
                  </a:lnTo>
                  <a:lnTo>
                    <a:pt x="312496" y="1013968"/>
                  </a:lnTo>
                  <a:lnTo>
                    <a:pt x="312487" y="1013966"/>
                  </a:lnTo>
                  <a:lnTo>
                    <a:pt x="312479" y="1013964"/>
                  </a:lnTo>
                  <a:lnTo>
                    <a:pt x="312453" y="1013958"/>
                  </a:lnTo>
                  <a:lnTo>
                    <a:pt x="312422" y="1013950"/>
                  </a:lnTo>
                  <a:lnTo>
                    <a:pt x="312390" y="1013942"/>
                  </a:lnTo>
                  <a:lnTo>
                    <a:pt x="312364" y="1013935"/>
                  </a:lnTo>
                  <a:lnTo>
                    <a:pt x="312344" y="1013930"/>
                  </a:lnTo>
                  <a:lnTo>
                    <a:pt x="312319" y="1013924"/>
                  </a:lnTo>
                  <a:lnTo>
                    <a:pt x="312302" y="1013920"/>
                  </a:lnTo>
                  <a:lnTo>
                    <a:pt x="312294" y="1013918"/>
                  </a:lnTo>
                  <a:lnTo>
                    <a:pt x="312285" y="1013914"/>
                  </a:lnTo>
                  <a:lnTo>
                    <a:pt x="312272" y="1013907"/>
                  </a:lnTo>
                  <a:lnTo>
                    <a:pt x="312264" y="1013903"/>
                  </a:lnTo>
                  <a:lnTo>
                    <a:pt x="312253" y="1013896"/>
                  </a:lnTo>
                  <a:lnTo>
                    <a:pt x="312232" y="1013884"/>
                  </a:lnTo>
                  <a:lnTo>
                    <a:pt x="312220" y="1013877"/>
                  </a:lnTo>
                  <a:lnTo>
                    <a:pt x="312207" y="1013871"/>
                  </a:lnTo>
                  <a:lnTo>
                    <a:pt x="312196" y="1013867"/>
                  </a:lnTo>
                  <a:lnTo>
                    <a:pt x="312179" y="1013863"/>
                  </a:lnTo>
                  <a:lnTo>
                    <a:pt x="312153" y="1013858"/>
                  </a:lnTo>
                  <a:lnTo>
                    <a:pt x="312134" y="1013854"/>
                  </a:lnTo>
                  <a:lnTo>
                    <a:pt x="312112" y="1013848"/>
                  </a:lnTo>
                  <a:lnTo>
                    <a:pt x="312093" y="1013841"/>
                  </a:lnTo>
                  <a:lnTo>
                    <a:pt x="312078" y="1013835"/>
                  </a:lnTo>
                  <a:lnTo>
                    <a:pt x="312065" y="1013827"/>
                  </a:lnTo>
                  <a:lnTo>
                    <a:pt x="312055" y="1013820"/>
                  </a:lnTo>
                  <a:lnTo>
                    <a:pt x="312046" y="1013813"/>
                  </a:lnTo>
                  <a:lnTo>
                    <a:pt x="312037" y="1013804"/>
                  </a:lnTo>
                  <a:lnTo>
                    <a:pt x="312029" y="1013796"/>
                  </a:lnTo>
                  <a:lnTo>
                    <a:pt x="312026" y="1013791"/>
                  </a:lnTo>
                  <a:lnTo>
                    <a:pt x="312019" y="1013780"/>
                  </a:lnTo>
                  <a:lnTo>
                    <a:pt x="312011" y="1013767"/>
                  </a:lnTo>
                  <a:lnTo>
                    <a:pt x="311998" y="1013746"/>
                  </a:lnTo>
                  <a:lnTo>
                    <a:pt x="311986" y="1013727"/>
                  </a:lnTo>
                  <a:lnTo>
                    <a:pt x="311975" y="1013708"/>
                  </a:lnTo>
                  <a:lnTo>
                    <a:pt x="311966" y="1013695"/>
                  </a:lnTo>
                  <a:lnTo>
                    <a:pt x="311960" y="1013686"/>
                  </a:lnTo>
                  <a:lnTo>
                    <a:pt x="311949" y="1013670"/>
                  </a:lnTo>
                  <a:lnTo>
                    <a:pt x="311937" y="1013654"/>
                  </a:lnTo>
                  <a:lnTo>
                    <a:pt x="311927" y="1013641"/>
                  </a:lnTo>
                  <a:lnTo>
                    <a:pt x="311916" y="1013628"/>
                  </a:lnTo>
                  <a:lnTo>
                    <a:pt x="311904" y="1013616"/>
                  </a:lnTo>
                  <a:lnTo>
                    <a:pt x="311893" y="1013606"/>
                  </a:lnTo>
                  <a:lnTo>
                    <a:pt x="311882" y="1013597"/>
                  </a:lnTo>
                  <a:lnTo>
                    <a:pt x="311866" y="1013584"/>
                  </a:lnTo>
                  <a:lnTo>
                    <a:pt x="311848" y="1013572"/>
                  </a:lnTo>
                  <a:lnTo>
                    <a:pt x="311830" y="1013560"/>
                  </a:lnTo>
                  <a:lnTo>
                    <a:pt x="311810" y="1013548"/>
                  </a:lnTo>
                  <a:lnTo>
                    <a:pt x="311801" y="1013545"/>
                  </a:lnTo>
                  <a:lnTo>
                    <a:pt x="311791" y="1013543"/>
                  </a:lnTo>
                  <a:lnTo>
                    <a:pt x="311768" y="1013540"/>
                  </a:lnTo>
                  <a:lnTo>
                    <a:pt x="311760" y="1013539"/>
                  </a:lnTo>
                  <a:lnTo>
                    <a:pt x="311748" y="1013536"/>
                  </a:lnTo>
                  <a:lnTo>
                    <a:pt x="311733" y="1013531"/>
                  </a:lnTo>
                  <a:lnTo>
                    <a:pt x="311717" y="1013526"/>
                  </a:lnTo>
                  <a:lnTo>
                    <a:pt x="311699" y="1013519"/>
                  </a:lnTo>
                  <a:lnTo>
                    <a:pt x="311683" y="1013512"/>
                  </a:lnTo>
                  <a:lnTo>
                    <a:pt x="311666" y="1013505"/>
                  </a:lnTo>
                  <a:lnTo>
                    <a:pt x="311656" y="1013500"/>
                  </a:lnTo>
                  <a:lnTo>
                    <a:pt x="311643" y="1013493"/>
                  </a:lnTo>
                  <a:lnTo>
                    <a:pt x="311629" y="1013486"/>
                  </a:lnTo>
                  <a:lnTo>
                    <a:pt x="311610" y="1013475"/>
                  </a:lnTo>
                  <a:lnTo>
                    <a:pt x="311601" y="1013468"/>
                  </a:lnTo>
                  <a:lnTo>
                    <a:pt x="311589" y="1013460"/>
                  </a:lnTo>
                  <a:lnTo>
                    <a:pt x="311573" y="1013447"/>
                  </a:lnTo>
                  <a:lnTo>
                    <a:pt x="311560" y="1013436"/>
                  </a:lnTo>
                  <a:lnTo>
                    <a:pt x="311548" y="1013427"/>
                  </a:lnTo>
                  <a:lnTo>
                    <a:pt x="311539" y="1013420"/>
                  </a:lnTo>
                  <a:lnTo>
                    <a:pt x="311528" y="1013414"/>
                  </a:lnTo>
                  <a:lnTo>
                    <a:pt x="311510" y="1013407"/>
                  </a:lnTo>
                  <a:lnTo>
                    <a:pt x="311482" y="1013399"/>
                  </a:lnTo>
                  <a:lnTo>
                    <a:pt x="311453" y="1013392"/>
                  </a:lnTo>
                  <a:lnTo>
                    <a:pt x="311428" y="1013384"/>
                  </a:lnTo>
                  <a:lnTo>
                    <a:pt x="311399" y="1013377"/>
                  </a:lnTo>
                  <a:lnTo>
                    <a:pt x="311374" y="1013370"/>
                  </a:lnTo>
                  <a:lnTo>
                    <a:pt x="311346" y="1013362"/>
                  </a:lnTo>
                  <a:lnTo>
                    <a:pt x="311329" y="1013358"/>
                  </a:lnTo>
                  <a:lnTo>
                    <a:pt x="311310" y="1013350"/>
                  </a:lnTo>
                  <a:lnTo>
                    <a:pt x="311288" y="1013342"/>
                  </a:lnTo>
                  <a:lnTo>
                    <a:pt x="311262" y="1013333"/>
                  </a:lnTo>
                  <a:lnTo>
                    <a:pt x="311242" y="1013325"/>
                  </a:lnTo>
                  <a:lnTo>
                    <a:pt x="311227" y="1013319"/>
                  </a:lnTo>
                  <a:lnTo>
                    <a:pt x="311206" y="1013308"/>
                  </a:lnTo>
                  <a:lnTo>
                    <a:pt x="311190" y="1013301"/>
                  </a:lnTo>
                  <a:lnTo>
                    <a:pt x="311174" y="1013290"/>
                  </a:lnTo>
                  <a:lnTo>
                    <a:pt x="311169" y="1013288"/>
                  </a:lnTo>
                  <a:lnTo>
                    <a:pt x="311164" y="1013285"/>
                  </a:lnTo>
                  <a:lnTo>
                    <a:pt x="311158" y="1013284"/>
                  </a:lnTo>
                  <a:lnTo>
                    <a:pt x="311151" y="1013283"/>
                  </a:lnTo>
                  <a:lnTo>
                    <a:pt x="311141" y="1013285"/>
                  </a:lnTo>
                  <a:lnTo>
                    <a:pt x="311126" y="1013288"/>
                  </a:lnTo>
                  <a:lnTo>
                    <a:pt x="311107" y="1013295"/>
                  </a:lnTo>
                  <a:lnTo>
                    <a:pt x="311083" y="1013305"/>
                  </a:lnTo>
                  <a:lnTo>
                    <a:pt x="311063" y="1013315"/>
                  </a:lnTo>
                  <a:lnTo>
                    <a:pt x="311049" y="1013323"/>
                  </a:lnTo>
                  <a:lnTo>
                    <a:pt x="311036" y="1013331"/>
                  </a:lnTo>
                  <a:lnTo>
                    <a:pt x="311024" y="1013339"/>
                  </a:lnTo>
                  <a:lnTo>
                    <a:pt x="311015" y="1013347"/>
                  </a:lnTo>
                  <a:lnTo>
                    <a:pt x="311006" y="1013356"/>
                  </a:lnTo>
                  <a:lnTo>
                    <a:pt x="310998" y="1013368"/>
                  </a:lnTo>
                  <a:lnTo>
                    <a:pt x="310991" y="1013377"/>
                  </a:lnTo>
                  <a:lnTo>
                    <a:pt x="310982" y="1013392"/>
                  </a:lnTo>
                  <a:lnTo>
                    <a:pt x="310974" y="1013406"/>
                  </a:lnTo>
                  <a:lnTo>
                    <a:pt x="310966" y="1013420"/>
                  </a:lnTo>
                  <a:lnTo>
                    <a:pt x="310958" y="1013438"/>
                  </a:lnTo>
                  <a:lnTo>
                    <a:pt x="310949" y="1013457"/>
                  </a:lnTo>
                  <a:lnTo>
                    <a:pt x="310942" y="1013475"/>
                  </a:lnTo>
                  <a:lnTo>
                    <a:pt x="310940" y="1013480"/>
                  </a:lnTo>
                  <a:lnTo>
                    <a:pt x="310934" y="1013499"/>
                  </a:lnTo>
                  <a:lnTo>
                    <a:pt x="310925" y="1013523"/>
                  </a:lnTo>
                  <a:lnTo>
                    <a:pt x="310920" y="1013540"/>
                  </a:lnTo>
                  <a:lnTo>
                    <a:pt x="310915" y="1013558"/>
                  </a:lnTo>
                  <a:lnTo>
                    <a:pt x="310911" y="1013575"/>
                  </a:lnTo>
                  <a:lnTo>
                    <a:pt x="310907" y="1013598"/>
                  </a:lnTo>
                  <a:lnTo>
                    <a:pt x="310903" y="1013617"/>
                  </a:lnTo>
                  <a:lnTo>
                    <a:pt x="310901" y="1013636"/>
                  </a:lnTo>
                  <a:lnTo>
                    <a:pt x="310899" y="1013653"/>
                  </a:lnTo>
                  <a:lnTo>
                    <a:pt x="310898" y="1013671"/>
                  </a:lnTo>
                  <a:lnTo>
                    <a:pt x="310895" y="1013693"/>
                  </a:lnTo>
                  <a:lnTo>
                    <a:pt x="310893" y="1013713"/>
                  </a:lnTo>
                  <a:lnTo>
                    <a:pt x="310892" y="1013729"/>
                  </a:lnTo>
                  <a:lnTo>
                    <a:pt x="310892" y="1013754"/>
                  </a:lnTo>
                  <a:lnTo>
                    <a:pt x="310891" y="1013768"/>
                  </a:lnTo>
                  <a:lnTo>
                    <a:pt x="310891" y="1013787"/>
                  </a:lnTo>
                  <a:lnTo>
                    <a:pt x="310890" y="1013809"/>
                  </a:lnTo>
                  <a:lnTo>
                    <a:pt x="310889" y="1013825"/>
                  </a:lnTo>
                  <a:lnTo>
                    <a:pt x="310891" y="1013852"/>
                  </a:lnTo>
                  <a:lnTo>
                    <a:pt x="310892" y="1013884"/>
                  </a:lnTo>
                  <a:lnTo>
                    <a:pt x="310894" y="1013907"/>
                  </a:lnTo>
                  <a:lnTo>
                    <a:pt x="310897" y="1013931"/>
                  </a:lnTo>
                  <a:lnTo>
                    <a:pt x="310900" y="1013953"/>
                  </a:lnTo>
                  <a:lnTo>
                    <a:pt x="310904" y="1013975"/>
                  </a:lnTo>
                  <a:lnTo>
                    <a:pt x="310909" y="1014004"/>
                  </a:lnTo>
                  <a:lnTo>
                    <a:pt x="310912" y="1014023"/>
                  </a:lnTo>
                  <a:lnTo>
                    <a:pt x="310916" y="1014044"/>
                  </a:lnTo>
                  <a:lnTo>
                    <a:pt x="310919" y="1014059"/>
                  </a:lnTo>
                  <a:lnTo>
                    <a:pt x="310923" y="1014076"/>
                  </a:lnTo>
                  <a:lnTo>
                    <a:pt x="310928" y="1014097"/>
                  </a:lnTo>
                  <a:lnTo>
                    <a:pt x="310930" y="1014109"/>
                  </a:lnTo>
                  <a:lnTo>
                    <a:pt x="310934" y="1014128"/>
                  </a:lnTo>
                  <a:lnTo>
                    <a:pt x="310938" y="1014146"/>
                  </a:lnTo>
                  <a:lnTo>
                    <a:pt x="310942" y="1014164"/>
                  </a:lnTo>
                  <a:lnTo>
                    <a:pt x="310946" y="1014186"/>
                  </a:lnTo>
                  <a:lnTo>
                    <a:pt x="310951" y="1014208"/>
                  </a:lnTo>
                  <a:lnTo>
                    <a:pt x="310955" y="1014232"/>
                  </a:lnTo>
                  <a:lnTo>
                    <a:pt x="310956" y="1014242"/>
                  </a:lnTo>
                  <a:lnTo>
                    <a:pt x="310955" y="1014248"/>
                  </a:lnTo>
                  <a:lnTo>
                    <a:pt x="310952" y="1014252"/>
                  </a:lnTo>
                  <a:lnTo>
                    <a:pt x="310947" y="1014256"/>
                  </a:lnTo>
                  <a:lnTo>
                    <a:pt x="310938" y="1014259"/>
                  </a:lnTo>
                  <a:lnTo>
                    <a:pt x="310927" y="1014261"/>
                  </a:lnTo>
                  <a:lnTo>
                    <a:pt x="310910" y="1014264"/>
                  </a:lnTo>
                  <a:lnTo>
                    <a:pt x="310888" y="1014266"/>
                  </a:lnTo>
                  <a:lnTo>
                    <a:pt x="310850" y="1014269"/>
                  </a:lnTo>
                  <a:lnTo>
                    <a:pt x="310808" y="1014270"/>
                  </a:lnTo>
                  <a:lnTo>
                    <a:pt x="310783" y="1014272"/>
                  </a:lnTo>
                  <a:lnTo>
                    <a:pt x="310763" y="1014274"/>
                  </a:lnTo>
                  <a:lnTo>
                    <a:pt x="310748" y="1014277"/>
                  </a:lnTo>
                  <a:lnTo>
                    <a:pt x="310733" y="1014281"/>
                  </a:lnTo>
                  <a:lnTo>
                    <a:pt x="310720" y="1014287"/>
                  </a:lnTo>
                  <a:lnTo>
                    <a:pt x="310702" y="1014297"/>
                  </a:lnTo>
                  <a:lnTo>
                    <a:pt x="310687" y="1014306"/>
                  </a:lnTo>
                  <a:lnTo>
                    <a:pt x="310675" y="1014315"/>
                  </a:lnTo>
                  <a:lnTo>
                    <a:pt x="310666" y="1014323"/>
                  </a:lnTo>
                  <a:lnTo>
                    <a:pt x="310658" y="1014333"/>
                  </a:lnTo>
                  <a:lnTo>
                    <a:pt x="310652" y="1014342"/>
                  </a:lnTo>
                  <a:lnTo>
                    <a:pt x="310644" y="1014356"/>
                  </a:lnTo>
                  <a:lnTo>
                    <a:pt x="310638" y="1014373"/>
                  </a:lnTo>
                  <a:lnTo>
                    <a:pt x="310631" y="1014392"/>
                  </a:lnTo>
                  <a:lnTo>
                    <a:pt x="310628" y="1014406"/>
                  </a:lnTo>
                  <a:lnTo>
                    <a:pt x="310624" y="1014424"/>
                  </a:lnTo>
                  <a:lnTo>
                    <a:pt x="310622" y="1014434"/>
                  </a:lnTo>
                  <a:lnTo>
                    <a:pt x="310618" y="1014446"/>
                  </a:lnTo>
                  <a:lnTo>
                    <a:pt x="310616" y="1014459"/>
                  </a:lnTo>
                  <a:lnTo>
                    <a:pt x="310614" y="1014477"/>
                  </a:lnTo>
                  <a:lnTo>
                    <a:pt x="310613" y="1014494"/>
                  </a:lnTo>
                  <a:lnTo>
                    <a:pt x="310611" y="1014529"/>
                  </a:lnTo>
                  <a:lnTo>
                    <a:pt x="310611" y="1014555"/>
                  </a:lnTo>
                  <a:lnTo>
                    <a:pt x="310610" y="1014579"/>
                  </a:lnTo>
                  <a:lnTo>
                    <a:pt x="310610" y="1014613"/>
                  </a:lnTo>
                  <a:lnTo>
                    <a:pt x="310610" y="1014626"/>
                  </a:lnTo>
                  <a:lnTo>
                    <a:pt x="310610" y="1014642"/>
                  </a:lnTo>
                  <a:lnTo>
                    <a:pt x="310609" y="1014646"/>
                  </a:lnTo>
                  <a:lnTo>
                    <a:pt x="310608" y="1014683"/>
                  </a:lnTo>
                  <a:lnTo>
                    <a:pt x="310607" y="1014696"/>
                  </a:lnTo>
                  <a:lnTo>
                    <a:pt x="310607" y="1014703"/>
                  </a:lnTo>
                  <a:lnTo>
                    <a:pt x="310605" y="1014726"/>
                  </a:lnTo>
                  <a:lnTo>
                    <a:pt x="310603" y="1014755"/>
                  </a:lnTo>
                  <a:lnTo>
                    <a:pt x="310602" y="1014774"/>
                  </a:lnTo>
                  <a:lnTo>
                    <a:pt x="310601" y="1014795"/>
                  </a:lnTo>
                  <a:lnTo>
                    <a:pt x="310602" y="1014809"/>
                  </a:lnTo>
                  <a:lnTo>
                    <a:pt x="310604" y="1014830"/>
                  </a:lnTo>
                  <a:lnTo>
                    <a:pt x="310607" y="1014855"/>
                  </a:lnTo>
                  <a:lnTo>
                    <a:pt x="310609" y="1014878"/>
                  </a:lnTo>
                  <a:lnTo>
                    <a:pt x="310609" y="1014912"/>
                  </a:lnTo>
                  <a:lnTo>
                    <a:pt x="310608" y="1014940"/>
                  </a:lnTo>
                  <a:lnTo>
                    <a:pt x="310607" y="1014962"/>
                  </a:lnTo>
                  <a:lnTo>
                    <a:pt x="310606" y="1014985"/>
                  </a:lnTo>
                  <a:lnTo>
                    <a:pt x="310604" y="1015007"/>
                  </a:lnTo>
                  <a:lnTo>
                    <a:pt x="310603" y="1015028"/>
                  </a:lnTo>
                  <a:lnTo>
                    <a:pt x="310600" y="1015052"/>
                  </a:lnTo>
                  <a:lnTo>
                    <a:pt x="310596" y="1015084"/>
                  </a:lnTo>
                  <a:lnTo>
                    <a:pt x="310592" y="1015112"/>
                  </a:lnTo>
                  <a:lnTo>
                    <a:pt x="310588" y="1015136"/>
                  </a:lnTo>
                  <a:lnTo>
                    <a:pt x="310584" y="1015161"/>
                  </a:lnTo>
                  <a:lnTo>
                    <a:pt x="310581" y="1015182"/>
                  </a:lnTo>
                  <a:lnTo>
                    <a:pt x="310577" y="1015205"/>
                  </a:lnTo>
                  <a:lnTo>
                    <a:pt x="310574" y="1015226"/>
                  </a:lnTo>
                  <a:lnTo>
                    <a:pt x="310572" y="1015243"/>
                  </a:lnTo>
                  <a:lnTo>
                    <a:pt x="310571" y="1015257"/>
                  </a:lnTo>
                  <a:lnTo>
                    <a:pt x="310571" y="1015283"/>
                  </a:lnTo>
                  <a:lnTo>
                    <a:pt x="310572" y="1015306"/>
                  </a:lnTo>
                  <a:lnTo>
                    <a:pt x="310573" y="1015327"/>
                  </a:lnTo>
                  <a:lnTo>
                    <a:pt x="310575" y="1015355"/>
                  </a:lnTo>
                  <a:lnTo>
                    <a:pt x="310577" y="1015376"/>
                  </a:lnTo>
                  <a:lnTo>
                    <a:pt x="310579" y="1015392"/>
                  </a:lnTo>
                  <a:lnTo>
                    <a:pt x="310581" y="1015411"/>
                  </a:lnTo>
                  <a:lnTo>
                    <a:pt x="310583" y="1015421"/>
                  </a:lnTo>
                  <a:lnTo>
                    <a:pt x="310586" y="1015440"/>
                  </a:lnTo>
                  <a:lnTo>
                    <a:pt x="310590" y="1015457"/>
                  </a:lnTo>
                  <a:lnTo>
                    <a:pt x="310592" y="1015466"/>
                  </a:lnTo>
                  <a:lnTo>
                    <a:pt x="310597" y="1015478"/>
                  </a:lnTo>
                  <a:lnTo>
                    <a:pt x="310602" y="1015491"/>
                  </a:lnTo>
                  <a:lnTo>
                    <a:pt x="310608" y="1015502"/>
                  </a:lnTo>
                  <a:lnTo>
                    <a:pt x="310614" y="1015512"/>
                  </a:lnTo>
                  <a:lnTo>
                    <a:pt x="310621" y="1015522"/>
                  </a:lnTo>
                  <a:lnTo>
                    <a:pt x="310628" y="1015529"/>
                  </a:lnTo>
                  <a:lnTo>
                    <a:pt x="310641" y="1015540"/>
                  </a:lnTo>
                  <a:lnTo>
                    <a:pt x="310655" y="1015551"/>
                  </a:lnTo>
                  <a:lnTo>
                    <a:pt x="310673" y="1015565"/>
                  </a:lnTo>
                  <a:lnTo>
                    <a:pt x="310689" y="1015577"/>
                  </a:lnTo>
                  <a:lnTo>
                    <a:pt x="310711" y="1015593"/>
                  </a:lnTo>
                  <a:lnTo>
                    <a:pt x="310733" y="1015608"/>
                  </a:lnTo>
                  <a:lnTo>
                    <a:pt x="310754" y="1015623"/>
                  </a:lnTo>
                  <a:lnTo>
                    <a:pt x="310767" y="1015634"/>
                  </a:lnTo>
                  <a:lnTo>
                    <a:pt x="310775" y="1015642"/>
                  </a:lnTo>
                  <a:lnTo>
                    <a:pt x="310785" y="1015654"/>
                  </a:lnTo>
                  <a:lnTo>
                    <a:pt x="310793" y="1015664"/>
                  </a:lnTo>
                  <a:lnTo>
                    <a:pt x="310798" y="1015674"/>
                  </a:lnTo>
                  <a:lnTo>
                    <a:pt x="310801" y="1015680"/>
                  </a:lnTo>
                  <a:lnTo>
                    <a:pt x="310802" y="1015690"/>
                  </a:lnTo>
                  <a:lnTo>
                    <a:pt x="310801" y="1015701"/>
                  </a:lnTo>
                  <a:lnTo>
                    <a:pt x="310798" y="1015713"/>
                  </a:lnTo>
                  <a:lnTo>
                    <a:pt x="310793" y="1015730"/>
                  </a:lnTo>
                  <a:lnTo>
                    <a:pt x="310787" y="1015745"/>
                  </a:lnTo>
                  <a:lnTo>
                    <a:pt x="310782" y="1015758"/>
                  </a:lnTo>
                  <a:lnTo>
                    <a:pt x="310775" y="1015773"/>
                  </a:lnTo>
                  <a:lnTo>
                    <a:pt x="310766" y="1015789"/>
                  </a:lnTo>
                  <a:lnTo>
                    <a:pt x="310759" y="1015800"/>
                  </a:lnTo>
                  <a:lnTo>
                    <a:pt x="310749" y="1015813"/>
                  </a:lnTo>
                  <a:lnTo>
                    <a:pt x="310737" y="1015830"/>
                  </a:lnTo>
                  <a:lnTo>
                    <a:pt x="310725" y="1015843"/>
                  </a:lnTo>
                  <a:lnTo>
                    <a:pt x="310710" y="1015858"/>
                  </a:lnTo>
                  <a:lnTo>
                    <a:pt x="310698" y="1015868"/>
                  </a:lnTo>
                  <a:lnTo>
                    <a:pt x="310684" y="1015877"/>
                  </a:lnTo>
                  <a:lnTo>
                    <a:pt x="310671" y="1015885"/>
                  </a:lnTo>
                  <a:lnTo>
                    <a:pt x="310659" y="1015889"/>
                  </a:lnTo>
                  <a:lnTo>
                    <a:pt x="310651" y="1015891"/>
                  </a:lnTo>
                  <a:lnTo>
                    <a:pt x="310645" y="1015891"/>
                  </a:lnTo>
                  <a:lnTo>
                    <a:pt x="310639" y="1015890"/>
                  </a:lnTo>
                  <a:lnTo>
                    <a:pt x="310630" y="1015886"/>
                  </a:lnTo>
                  <a:lnTo>
                    <a:pt x="310621" y="1015879"/>
                  </a:lnTo>
                  <a:lnTo>
                    <a:pt x="310600" y="1015865"/>
                  </a:lnTo>
                  <a:lnTo>
                    <a:pt x="310580" y="1015850"/>
                  </a:lnTo>
                  <a:lnTo>
                    <a:pt x="310555" y="1015833"/>
                  </a:lnTo>
                  <a:lnTo>
                    <a:pt x="310536" y="1015821"/>
                  </a:lnTo>
                  <a:lnTo>
                    <a:pt x="310520" y="1015810"/>
                  </a:lnTo>
                  <a:lnTo>
                    <a:pt x="310505" y="1015802"/>
                  </a:lnTo>
                  <a:lnTo>
                    <a:pt x="310489" y="1015795"/>
                  </a:lnTo>
                  <a:lnTo>
                    <a:pt x="310478" y="1015792"/>
                  </a:lnTo>
                  <a:lnTo>
                    <a:pt x="310468" y="1015790"/>
                  </a:lnTo>
                  <a:lnTo>
                    <a:pt x="310456" y="1015789"/>
                  </a:lnTo>
                  <a:lnTo>
                    <a:pt x="310441" y="1015789"/>
                  </a:lnTo>
                  <a:lnTo>
                    <a:pt x="310425" y="1015790"/>
                  </a:lnTo>
                  <a:lnTo>
                    <a:pt x="310406" y="1015794"/>
                  </a:lnTo>
                  <a:lnTo>
                    <a:pt x="310384" y="1015800"/>
                  </a:lnTo>
                  <a:lnTo>
                    <a:pt x="310369" y="1015804"/>
                  </a:lnTo>
                  <a:lnTo>
                    <a:pt x="310339" y="1015811"/>
                  </a:lnTo>
                  <a:lnTo>
                    <a:pt x="310315" y="1015818"/>
                  </a:lnTo>
                  <a:lnTo>
                    <a:pt x="310296" y="1015823"/>
                  </a:lnTo>
                  <a:lnTo>
                    <a:pt x="310278" y="1015827"/>
                  </a:lnTo>
                  <a:lnTo>
                    <a:pt x="310252" y="1015831"/>
                  </a:lnTo>
                  <a:lnTo>
                    <a:pt x="310232" y="1015833"/>
                  </a:lnTo>
                  <a:lnTo>
                    <a:pt x="310211" y="1015835"/>
                  </a:lnTo>
                  <a:lnTo>
                    <a:pt x="310183" y="1015837"/>
                  </a:lnTo>
                  <a:lnTo>
                    <a:pt x="310162" y="1015837"/>
                  </a:lnTo>
                  <a:lnTo>
                    <a:pt x="310137" y="1015837"/>
                  </a:lnTo>
                  <a:lnTo>
                    <a:pt x="310112" y="1015836"/>
                  </a:lnTo>
                  <a:lnTo>
                    <a:pt x="310090" y="1015835"/>
                  </a:lnTo>
                  <a:lnTo>
                    <a:pt x="310068" y="1015832"/>
                  </a:lnTo>
                  <a:lnTo>
                    <a:pt x="310045" y="1015829"/>
                  </a:lnTo>
                  <a:lnTo>
                    <a:pt x="310024" y="1015826"/>
                  </a:lnTo>
                  <a:lnTo>
                    <a:pt x="310004" y="1015822"/>
                  </a:lnTo>
                  <a:lnTo>
                    <a:pt x="309986" y="1015819"/>
                  </a:lnTo>
                  <a:lnTo>
                    <a:pt x="309973" y="1015816"/>
                  </a:lnTo>
                  <a:lnTo>
                    <a:pt x="309950" y="1015810"/>
                  </a:lnTo>
                  <a:lnTo>
                    <a:pt x="309931" y="1015803"/>
                  </a:lnTo>
                  <a:lnTo>
                    <a:pt x="309903" y="1015795"/>
                  </a:lnTo>
                  <a:lnTo>
                    <a:pt x="309881" y="1015787"/>
                  </a:lnTo>
                  <a:lnTo>
                    <a:pt x="309865" y="1015781"/>
                  </a:lnTo>
                  <a:lnTo>
                    <a:pt x="309846" y="1015774"/>
                  </a:lnTo>
                  <a:lnTo>
                    <a:pt x="309820" y="1015763"/>
                  </a:lnTo>
                  <a:lnTo>
                    <a:pt x="309788" y="1015752"/>
                  </a:lnTo>
                  <a:lnTo>
                    <a:pt x="309750" y="1015737"/>
                  </a:lnTo>
                  <a:lnTo>
                    <a:pt x="309720" y="1015725"/>
                  </a:lnTo>
                  <a:lnTo>
                    <a:pt x="309685" y="1015711"/>
                  </a:lnTo>
                  <a:lnTo>
                    <a:pt x="309657" y="1015700"/>
                  </a:lnTo>
                  <a:lnTo>
                    <a:pt x="309637" y="1015691"/>
                  </a:lnTo>
                  <a:lnTo>
                    <a:pt x="309618" y="1015682"/>
                  </a:lnTo>
                  <a:lnTo>
                    <a:pt x="309589" y="1015667"/>
                  </a:lnTo>
                  <a:lnTo>
                    <a:pt x="309561" y="1015651"/>
                  </a:lnTo>
                  <a:lnTo>
                    <a:pt x="309524" y="1015631"/>
                  </a:lnTo>
                  <a:lnTo>
                    <a:pt x="309499" y="1015618"/>
                  </a:lnTo>
                  <a:lnTo>
                    <a:pt x="309466" y="1015604"/>
                  </a:lnTo>
                  <a:lnTo>
                    <a:pt x="309430" y="1015589"/>
                  </a:lnTo>
                  <a:lnTo>
                    <a:pt x="309403" y="1015577"/>
                  </a:lnTo>
                  <a:lnTo>
                    <a:pt x="309380" y="1015569"/>
                  </a:lnTo>
                  <a:lnTo>
                    <a:pt x="309353" y="1015556"/>
                  </a:lnTo>
                  <a:lnTo>
                    <a:pt x="309325" y="1015544"/>
                  </a:lnTo>
                  <a:lnTo>
                    <a:pt x="309297" y="1015532"/>
                  </a:lnTo>
                  <a:lnTo>
                    <a:pt x="309280" y="1015525"/>
                  </a:lnTo>
                  <a:lnTo>
                    <a:pt x="309262" y="1015518"/>
                  </a:lnTo>
                  <a:lnTo>
                    <a:pt x="309241" y="1015511"/>
                  </a:lnTo>
                  <a:lnTo>
                    <a:pt x="309223" y="1015504"/>
                  </a:lnTo>
                  <a:lnTo>
                    <a:pt x="309201" y="1015496"/>
                  </a:lnTo>
                  <a:lnTo>
                    <a:pt x="309187" y="1015491"/>
                  </a:lnTo>
                  <a:lnTo>
                    <a:pt x="309171" y="1015486"/>
                  </a:lnTo>
                  <a:lnTo>
                    <a:pt x="309152" y="1015480"/>
                  </a:lnTo>
                  <a:lnTo>
                    <a:pt x="309122" y="1015473"/>
                  </a:lnTo>
                  <a:lnTo>
                    <a:pt x="309089" y="1015466"/>
                  </a:lnTo>
                  <a:lnTo>
                    <a:pt x="309063" y="1015462"/>
                  </a:lnTo>
                  <a:lnTo>
                    <a:pt x="309041" y="1015459"/>
                  </a:lnTo>
                  <a:lnTo>
                    <a:pt x="309016" y="1015453"/>
                  </a:lnTo>
                  <a:lnTo>
                    <a:pt x="308997" y="1015450"/>
                  </a:lnTo>
                  <a:lnTo>
                    <a:pt x="308977" y="1015444"/>
                  </a:lnTo>
                  <a:lnTo>
                    <a:pt x="308951" y="1015436"/>
                  </a:lnTo>
                  <a:lnTo>
                    <a:pt x="308930" y="1015428"/>
                  </a:lnTo>
                  <a:lnTo>
                    <a:pt x="308907" y="1015420"/>
                  </a:lnTo>
                  <a:lnTo>
                    <a:pt x="308886" y="1015415"/>
                  </a:lnTo>
                  <a:lnTo>
                    <a:pt x="308869" y="1015410"/>
                  </a:lnTo>
                  <a:lnTo>
                    <a:pt x="308855" y="1015408"/>
                  </a:lnTo>
                  <a:lnTo>
                    <a:pt x="308841" y="1015406"/>
                  </a:lnTo>
                  <a:lnTo>
                    <a:pt x="308816" y="1015404"/>
                  </a:lnTo>
                  <a:lnTo>
                    <a:pt x="308793" y="1015404"/>
                  </a:lnTo>
                  <a:lnTo>
                    <a:pt x="308774" y="1015406"/>
                  </a:lnTo>
                  <a:lnTo>
                    <a:pt x="308753" y="1015406"/>
                  </a:lnTo>
                  <a:lnTo>
                    <a:pt x="308738" y="1015406"/>
                  </a:lnTo>
                  <a:lnTo>
                    <a:pt x="308720" y="1015405"/>
                  </a:lnTo>
                  <a:lnTo>
                    <a:pt x="308698" y="1015403"/>
                  </a:lnTo>
                  <a:lnTo>
                    <a:pt x="308678" y="1015401"/>
                  </a:lnTo>
                  <a:lnTo>
                    <a:pt x="308663" y="1015399"/>
                  </a:lnTo>
                  <a:lnTo>
                    <a:pt x="308659" y="1015398"/>
                  </a:lnTo>
                  <a:lnTo>
                    <a:pt x="308645" y="1015391"/>
                  </a:lnTo>
                  <a:lnTo>
                    <a:pt x="308561" y="1015373"/>
                  </a:lnTo>
                  <a:lnTo>
                    <a:pt x="308512" y="1015361"/>
                  </a:lnTo>
                  <a:lnTo>
                    <a:pt x="308482" y="1015354"/>
                  </a:lnTo>
                  <a:lnTo>
                    <a:pt x="308473" y="1015353"/>
                  </a:lnTo>
                  <a:lnTo>
                    <a:pt x="308464" y="1015354"/>
                  </a:lnTo>
                  <a:lnTo>
                    <a:pt x="308455" y="1015359"/>
                  </a:lnTo>
                  <a:lnTo>
                    <a:pt x="308432" y="1015376"/>
                  </a:lnTo>
                  <a:lnTo>
                    <a:pt x="308418" y="1015388"/>
                  </a:lnTo>
                  <a:lnTo>
                    <a:pt x="308406" y="1015397"/>
                  </a:lnTo>
                  <a:lnTo>
                    <a:pt x="308390" y="1015403"/>
                  </a:lnTo>
                  <a:lnTo>
                    <a:pt x="308376" y="1015407"/>
                  </a:lnTo>
                  <a:lnTo>
                    <a:pt x="308352" y="1015410"/>
                  </a:lnTo>
                  <a:lnTo>
                    <a:pt x="308291" y="1015412"/>
                  </a:lnTo>
                  <a:lnTo>
                    <a:pt x="308229" y="1015415"/>
                  </a:lnTo>
                  <a:lnTo>
                    <a:pt x="308223" y="1015415"/>
                  </a:lnTo>
                  <a:lnTo>
                    <a:pt x="308215" y="1015412"/>
                  </a:lnTo>
                  <a:lnTo>
                    <a:pt x="308208" y="1015407"/>
                  </a:lnTo>
                  <a:lnTo>
                    <a:pt x="308198" y="1015392"/>
                  </a:lnTo>
                  <a:lnTo>
                    <a:pt x="308182" y="1015371"/>
                  </a:lnTo>
                  <a:lnTo>
                    <a:pt x="308168" y="1015357"/>
                  </a:lnTo>
                  <a:lnTo>
                    <a:pt x="308142" y="1015335"/>
                  </a:lnTo>
                  <a:lnTo>
                    <a:pt x="308083" y="1015286"/>
                  </a:lnTo>
                  <a:lnTo>
                    <a:pt x="308008" y="1015233"/>
                  </a:lnTo>
                  <a:lnTo>
                    <a:pt x="307960" y="1015203"/>
                  </a:lnTo>
                  <a:lnTo>
                    <a:pt x="307894" y="1015164"/>
                  </a:lnTo>
                  <a:lnTo>
                    <a:pt x="307844" y="1015138"/>
                  </a:lnTo>
                  <a:lnTo>
                    <a:pt x="307791" y="1015113"/>
                  </a:lnTo>
                  <a:lnTo>
                    <a:pt x="307758" y="1015099"/>
                  </a:lnTo>
                  <a:lnTo>
                    <a:pt x="307741" y="1015089"/>
                  </a:lnTo>
                  <a:lnTo>
                    <a:pt x="307725" y="1015073"/>
                  </a:lnTo>
                  <a:lnTo>
                    <a:pt x="307706" y="1015051"/>
                  </a:lnTo>
                  <a:lnTo>
                    <a:pt x="307691" y="1015025"/>
                  </a:lnTo>
                  <a:lnTo>
                    <a:pt x="307678" y="1015000"/>
                  </a:lnTo>
                  <a:lnTo>
                    <a:pt x="307657" y="1014963"/>
                  </a:lnTo>
                  <a:lnTo>
                    <a:pt x="307640" y="1014929"/>
                  </a:lnTo>
                  <a:lnTo>
                    <a:pt x="307627" y="1014892"/>
                  </a:lnTo>
                  <a:lnTo>
                    <a:pt x="307619" y="1014865"/>
                  </a:lnTo>
                  <a:lnTo>
                    <a:pt x="307609" y="1014837"/>
                  </a:lnTo>
                  <a:lnTo>
                    <a:pt x="307600" y="1014807"/>
                  </a:lnTo>
                  <a:lnTo>
                    <a:pt x="307586" y="1014767"/>
                  </a:lnTo>
                  <a:lnTo>
                    <a:pt x="307572" y="1014727"/>
                  </a:lnTo>
                  <a:lnTo>
                    <a:pt x="307555" y="1014685"/>
                  </a:lnTo>
                  <a:lnTo>
                    <a:pt x="307539" y="1014643"/>
                  </a:lnTo>
                  <a:lnTo>
                    <a:pt x="307528" y="1014615"/>
                  </a:lnTo>
                  <a:lnTo>
                    <a:pt x="307524" y="1014606"/>
                  </a:lnTo>
                  <a:lnTo>
                    <a:pt x="307519" y="1014597"/>
                  </a:lnTo>
                  <a:lnTo>
                    <a:pt x="307508" y="1014572"/>
                  </a:lnTo>
                  <a:lnTo>
                    <a:pt x="307486" y="1014530"/>
                  </a:lnTo>
                  <a:lnTo>
                    <a:pt x="307464" y="1014499"/>
                  </a:lnTo>
                  <a:lnTo>
                    <a:pt x="307444" y="1014475"/>
                  </a:lnTo>
                  <a:lnTo>
                    <a:pt x="307426" y="1014458"/>
                  </a:lnTo>
                  <a:lnTo>
                    <a:pt x="307383" y="1014425"/>
                  </a:lnTo>
                  <a:lnTo>
                    <a:pt x="307342" y="1014399"/>
                  </a:lnTo>
                  <a:lnTo>
                    <a:pt x="307311" y="1014384"/>
                  </a:lnTo>
                  <a:lnTo>
                    <a:pt x="307273" y="1014370"/>
                  </a:lnTo>
                  <a:lnTo>
                    <a:pt x="307240" y="1014359"/>
                  </a:lnTo>
                  <a:lnTo>
                    <a:pt x="307193" y="1014345"/>
                  </a:lnTo>
                  <a:lnTo>
                    <a:pt x="307155" y="1014338"/>
                  </a:lnTo>
                  <a:lnTo>
                    <a:pt x="307105" y="1014327"/>
                  </a:lnTo>
                  <a:lnTo>
                    <a:pt x="307066" y="1014318"/>
                  </a:lnTo>
                  <a:lnTo>
                    <a:pt x="307024" y="1014311"/>
                  </a:lnTo>
                  <a:lnTo>
                    <a:pt x="306989" y="1014302"/>
                  </a:lnTo>
                  <a:lnTo>
                    <a:pt x="306960" y="1014296"/>
                  </a:lnTo>
                  <a:lnTo>
                    <a:pt x="306946" y="1014290"/>
                  </a:lnTo>
                  <a:lnTo>
                    <a:pt x="306937" y="1014285"/>
                  </a:lnTo>
                  <a:lnTo>
                    <a:pt x="306928" y="1014279"/>
                  </a:lnTo>
                  <a:lnTo>
                    <a:pt x="306920" y="1014271"/>
                  </a:lnTo>
                  <a:lnTo>
                    <a:pt x="306913" y="1014264"/>
                  </a:lnTo>
                  <a:lnTo>
                    <a:pt x="306907" y="1014253"/>
                  </a:lnTo>
                  <a:lnTo>
                    <a:pt x="306899" y="1014225"/>
                  </a:lnTo>
                  <a:lnTo>
                    <a:pt x="306893" y="1014213"/>
                  </a:lnTo>
                  <a:lnTo>
                    <a:pt x="306889" y="1014206"/>
                  </a:lnTo>
                  <a:lnTo>
                    <a:pt x="306880" y="1014193"/>
                  </a:lnTo>
                  <a:lnTo>
                    <a:pt x="306874" y="1014182"/>
                  </a:lnTo>
                  <a:lnTo>
                    <a:pt x="306868" y="1014169"/>
                  </a:lnTo>
                  <a:lnTo>
                    <a:pt x="306856" y="1014141"/>
                  </a:lnTo>
                  <a:lnTo>
                    <a:pt x="306839" y="1014115"/>
                  </a:lnTo>
                  <a:lnTo>
                    <a:pt x="306832" y="1014104"/>
                  </a:lnTo>
                  <a:lnTo>
                    <a:pt x="306827" y="1014100"/>
                  </a:lnTo>
                  <a:lnTo>
                    <a:pt x="306820" y="1014095"/>
                  </a:lnTo>
                  <a:lnTo>
                    <a:pt x="306810" y="1014092"/>
                  </a:lnTo>
                  <a:lnTo>
                    <a:pt x="306797" y="1014088"/>
                  </a:lnTo>
                  <a:lnTo>
                    <a:pt x="306764" y="1014080"/>
                  </a:lnTo>
                  <a:lnTo>
                    <a:pt x="306728" y="1014072"/>
                  </a:lnTo>
                  <a:lnTo>
                    <a:pt x="306710" y="1014065"/>
                  </a:lnTo>
                  <a:lnTo>
                    <a:pt x="306697" y="1014058"/>
                  </a:lnTo>
                  <a:lnTo>
                    <a:pt x="306684" y="1014049"/>
                  </a:lnTo>
                  <a:lnTo>
                    <a:pt x="306674" y="1014038"/>
                  </a:lnTo>
                  <a:lnTo>
                    <a:pt x="306658" y="1014022"/>
                  </a:lnTo>
                  <a:lnTo>
                    <a:pt x="306636" y="1013998"/>
                  </a:lnTo>
                  <a:lnTo>
                    <a:pt x="306611" y="1013976"/>
                  </a:lnTo>
                  <a:lnTo>
                    <a:pt x="306588" y="1013957"/>
                  </a:lnTo>
                  <a:lnTo>
                    <a:pt x="306564" y="1013938"/>
                  </a:lnTo>
                  <a:lnTo>
                    <a:pt x="306554" y="1013927"/>
                  </a:lnTo>
                  <a:lnTo>
                    <a:pt x="306551" y="1013921"/>
                  </a:lnTo>
                  <a:lnTo>
                    <a:pt x="306548" y="1013909"/>
                  </a:lnTo>
                  <a:lnTo>
                    <a:pt x="306546" y="1013896"/>
                  </a:lnTo>
                  <a:lnTo>
                    <a:pt x="306544" y="1013888"/>
                  </a:lnTo>
                  <a:lnTo>
                    <a:pt x="306536" y="1013888"/>
                  </a:lnTo>
                  <a:lnTo>
                    <a:pt x="306524" y="1013891"/>
                  </a:lnTo>
                  <a:lnTo>
                    <a:pt x="306512" y="1013892"/>
                  </a:lnTo>
                  <a:lnTo>
                    <a:pt x="306501" y="1013892"/>
                  </a:lnTo>
                  <a:lnTo>
                    <a:pt x="306489" y="1013888"/>
                  </a:lnTo>
                  <a:lnTo>
                    <a:pt x="306471" y="1013881"/>
                  </a:lnTo>
                  <a:lnTo>
                    <a:pt x="306456" y="1013875"/>
                  </a:lnTo>
                  <a:lnTo>
                    <a:pt x="306435" y="1013864"/>
                  </a:lnTo>
                  <a:lnTo>
                    <a:pt x="306407" y="1013849"/>
                  </a:lnTo>
                  <a:lnTo>
                    <a:pt x="306385" y="1013835"/>
                  </a:lnTo>
                  <a:lnTo>
                    <a:pt x="306350" y="1013812"/>
                  </a:lnTo>
                  <a:lnTo>
                    <a:pt x="306321" y="1013793"/>
                  </a:lnTo>
                  <a:lnTo>
                    <a:pt x="306303" y="1013781"/>
                  </a:lnTo>
                  <a:lnTo>
                    <a:pt x="306290" y="1013769"/>
                  </a:lnTo>
                  <a:lnTo>
                    <a:pt x="306284" y="1013763"/>
                  </a:lnTo>
                  <a:lnTo>
                    <a:pt x="306279" y="1013763"/>
                  </a:lnTo>
                  <a:lnTo>
                    <a:pt x="306274" y="1013768"/>
                  </a:lnTo>
                  <a:lnTo>
                    <a:pt x="306269" y="1013785"/>
                  </a:lnTo>
                  <a:lnTo>
                    <a:pt x="306257" y="1013823"/>
                  </a:lnTo>
                  <a:lnTo>
                    <a:pt x="306250" y="1013848"/>
                  </a:lnTo>
                  <a:lnTo>
                    <a:pt x="306241" y="1013887"/>
                  </a:lnTo>
                  <a:lnTo>
                    <a:pt x="306233" y="1013912"/>
                  </a:lnTo>
                  <a:lnTo>
                    <a:pt x="306224" y="1013936"/>
                  </a:lnTo>
                  <a:lnTo>
                    <a:pt x="306212" y="1013962"/>
                  </a:lnTo>
                  <a:lnTo>
                    <a:pt x="306196" y="1013993"/>
                  </a:lnTo>
                  <a:lnTo>
                    <a:pt x="306186" y="1014008"/>
                  </a:lnTo>
                  <a:lnTo>
                    <a:pt x="306175" y="1014019"/>
                  </a:lnTo>
                  <a:lnTo>
                    <a:pt x="306168" y="1014025"/>
                  </a:lnTo>
                  <a:lnTo>
                    <a:pt x="306158" y="1014030"/>
                  </a:lnTo>
                  <a:lnTo>
                    <a:pt x="306150" y="1014032"/>
                  </a:lnTo>
                  <a:lnTo>
                    <a:pt x="306140" y="1014033"/>
                  </a:lnTo>
                  <a:lnTo>
                    <a:pt x="306129" y="1014032"/>
                  </a:lnTo>
                  <a:lnTo>
                    <a:pt x="306114" y="1014029"/>
                  </a:lnTo>
                  <a:lnTo>
                    <a:pt x="306093" y="1014023"/>
                  </a:lnTo>
                  <a:lnTo>
                    <a:pt x="306065" y="1014010"/>
                  </a:lnTo>
                  <a:lnTo>
                    <a:pt x="306050" y="1013998"/>
                  </a:lnTo>
                  <a:lnTo>
                    <a:pt x="306040" y="1013985"/>
                  </a:lnTo>
                  <a:lnTo>
                    <a:pt x="306034" y="1013975"/>
                  </a:lnTo>
                  <a:lnTo>
                    <a:pt x="306030" y="1013968"/>
                  </a:lnTo>
                  <a:lnTo>
                    <a:pt x="306029" y="1013961"/>
                  </a:lnTo>
                  <a:lnTo>
                    <a:pt x="306028" y="1013948"/>
                  </a:lnTo>
                  <a:lnTo>
                    <a:pt x="306029" y="1013924"/>
                  </a:lnTo>
                  <a:lnTo>
                    <a:pt x="306032" y="1013901"/>
                  </a:lnTo>
                  <a:lnTo>
                    <a:pt x="306034" y="1013885"/>
                  </a:lnTo>
                  <a:lnTo>
                    <a:pt x="306039" y="1013872"/>
                  </a:lnTo>
                  <a:lnTo>
                    <a:pt x="306043" y="1013861"/>
                  </a:lnTo>
                  <a:lnTo>
                    <a:pt x="306046" y="1013836"/>
                  </a:lnTo>
                  <a:lnTo>
                    <a:pt x="306046" y="1013832"/>
                  </a:lnTo>
                  <a:lnTo>
                    <a:pt x="306038" y="1013823"/>
                  </a:lnTo>
                  <a:lnTo>
                    <a:pt x="306027" y="1013818"/>
                  </a:lnTo>
                  <a:lnTo>
                    <a:pt x="306012" y="1013812"/>
                  </a:lnTo>
                  <a:lnTo>
                    <a:pt x="306000" y="1013804"/>
                  </a:lnTo>
                  <a:lnTo>
                    <a:pt x="305989" y="1013796"/>
                  </a:lnTo>
                  <a:lnTo>
                    <a:pt x="305977" y="1013784"/>
                  </a:lnTo>
                  <a:lnTo>
                    <a:pt x="305966" y="1013767"/>
                  </a:lnTo>
                  <a:lnTo>
                    <a:pt x="305946" y="1013737"/>
                  </a:lnTo>
                  <a:lnTo>
                    <a:pt x="305935" y="1013717"/>
                  </a:lnTo>
                  <a:lnTo>
                    <a:pt x="305921" y="1013688"/>
                  </a:lnTo>
                  <a:lnTo>
                    <a:pt x="305912" y="1013665"/>
                  </a:lnTo>
                  <a:lnTo>
                    <a:pt x="305898" y="1013640"/>
                  </a:lnTo>
                  <a:lnTo>
                    <a:pt x="305889" y="1013630"/>
                  </a:lnTo>
                  <a:lnTo>
                    <a:pt x="305880" y="1013624"/>
                  </a:lnTo>
                  <a:lnTo>
                    <a:pt x="305874" y="1013623"/>
                  </a:lnTo>
                  <a:lnTo>
                    <a:pt x="305866" y="1013624"/>
                  </a:lnTo>
                  <a:lnTo>
                    <a:pt x="305847" y="1013633"/>
                  </a:lnTo>
                  <a:lnTo>
                    <a:pt x="305815" y="1013650"/>
                  </a:lnTo>
                  <a:lnTo>
                    <a:pt x="305792" y="1013660"/>
                  </a:lnTo>
                  <a:lnTo>
                    <a:pt x="305775" y="1013669"/>
                  </a:lnTo>
                  <a:lnTo>
                    <a:pt x="305749" y="1013676"/>
                  </a:lnTo>
                  <a:lnTo>
                    <a:pt x="305721" y="1013679"/>
                  </a:lnTo>
                  <a:lnTo>
                    <a:pt x="305683" y="1013679"/>
                  </a:lnTo>
                  <a:lnTo>
                    <a:pt x="305619" y="1013685"/>
                  </a:lnTo>
                  <a:lnTo>
                    <a:pt x="305582" y="1013690"/>
                  </a:lnTo>
                  <a:lnTo>
                    <a:pt x="305545" y="1013691"/>
                  </a:lnTo>
                  <a:lnTo>
                    <a:pt x="305522" y="1013688"/>
                  </a:lnTo>
                  <a:lnTo>
                    <a:pt x="305495" y="1013683"/>
                  </a:lnTo>
                  <a:lnTo>
                    <a:pt x="305479" y="1013682"/>
                  </a:lnTo>
                  <a:lnTo>
                    <a:pt x="305463" y="1013681"/>
                  </a:lnTo>
                  <a:lnTo>
                    <a:pt x="305441" y="1013683"/>
                  </a:lnTo>
                  <a:lnTo>
                    <a:pt x="305418" y="1013686"/>
                  </a:lnTo>
                  <a:lnTo>
                    <a:pt x="305378" y="1013690"/>
                  </a:lnTo>
                  <a:lnTo>
                    <a:pt x="305351" y="1013692"/>
                  </a:lnTo>
                  <a:lnTo>
                    <a:pt x="305315" y="1013690"/>
                  </a:lnTo>
                  <a:lnTo>
                    <a:pt x="305287" y="1013687"/>
                  </a:lnTo>
                  <a:lnTo>
                    <a:pt x="305255" y="1013680"/>
                  </a:lnTo>
                  <a:lnTo>
                    <a:pt x="305219" y="1013671"/>
                  </a:lnTo>
                  <a:lnTo>
                    <a:pt x="305180" y="1013660"/>
                  </a:lnTo>
                  <a:lnTo>
                    <a:pt x="305155" y="1013654"/>
                  </a:lnTo>
                  <a:lnTo>
                    <a:pt x="305139" y="1013651"/>
                  </a:lnTo>
                  <a:lnTo>
                    <a:pt x="305129" y="1013650"/>
                  </a:lnTo>
                  <a:lnTo>
                    <a:pt x="305120" y="1013650"/>
                  </a:lnTo>
                  <a:lnTo>
                    <a:pt x="305114" y="1013652"/>
                  </a:lnTo>
                  <a:lnTo>
                    <a:pt x="305107" y="1013657"/>
                  </a:lnTo>
                  <a:lnTo>
                    <a:pt x="305092" y="1013673"/>
                  </a:lnTo>
                  <a:lnTo>
                    <a:pt x="305061" y="1013714"/>
                  </a:lnTo>
                  <a:lnTo>
                    <a:pt x="305036" y="1013746"/>
                  </a:lnTo>
                  <a:lnTo>
                    <a:pt x="305028" y="1013756"/>
                  </a:lnTo>
                  <a:lnTo>
                    <a:pt x="305026" y="1013762"/>
                  </a:lnTo>
                  <a:lnTo>
                    <a:pt x="305025" y="1013770"/>
                  </a:lnTo>
                  <a:lnTo>
                    <a:pt x="305028" y="1013778"/>
                  </a:lnTo>
                  <a:lnTo>
                    <a:pt x="305034" y="1013799"/>
                  </a:lnTo>
                  <a:lnTo>
                    <a:pt x="305043" y="1013832"/>
                  </a:lnTo>
                  <a:lnTo>
                    <a:pt x="305051" y="1013860"/>
                  </a:lnTo>
                  <a:lnTo>
                    <a:pt x="305059" y="1013892"/>
                  </a:lnTo>
                  <a:lnTo>
                    <a:pt x="305064" y="1013915"/>
                  </a:lnTo>
                  <a:lnTo>
                    <a:pt x="305065" y="1013924"/>
                  </a:lnTo>
                  <a:lnTo>
                    <a:pt x="305062" y="1013939"/>
                  </a:lnTo>
                  <a:lnTo>
                    <a:pt x="305056" y="1013952"/>
                  </a:lnTo>
                  <a:lnTo>
                    <a:pt x="305040" y="1013970"/>
                  </a:lnTo>
                  <a:lnTo>
                    <a:pt x="305005" y="1014005"/>
                  </a:lnTo>
                  <a:lnTo>
                    <a:pt x="304981" y="1014031"/>
                  </a:lnTo>
                  <a:lnTo>
                    <a:pt x="304949" y="1014070"/>
                  </a:lnTo>
                  <a:lnTo>
                    <a:pt x="304933" y="1014092"/>
                  </a:lnTo>
                  <a:lnTo>
                    <a:pt x="304921" y="1014117"/>
                  </a:lnTo>
                  <a:lnTo>
                    <a:pt x="304912" y="1014140"/>
                  </a:lnTo>
                  <a:lnTo>
                    <a:pt x="304909" y="1014149"/>
                  </a:lnTo>
                  <a:lnTo>
                    <a:pt x="304909" y="1014162"/>
                  </a:lnTo>
                  <a:lnTo>
                    <a:pt x="304913" y="1014177"/>
                  </a:lnTo>
                  <a:lnTo>
                    <a:pt x="304926" y="1014210"/>
                  </a:lnTo>
                  <a:lnTo>
                    <a:pt x="304939" y="1014230"/>
                  </a:lnTo>
                  <a:lnTo>
                    <a:pt x="304947" y="1014244"/>
                  </a:lnTo>
                  <a:lnTo>
                    <a:pt x="304965" y="1014262"/>
                  </a:lnTo>
                  <a:lnTo>
                    <a:pt x="304979" y="1014275"/>
                  </a:lnTo>
                  <a:lnTo>
                    <a:pt x="304984" y="1014281"/>
                  </a:lnTo>
                  <a:lnTo>
                    <a:pt x="304987" y="1014288"/>
                  </a:lnTo>
                  <a:lnTo>
                    <a:pt x="304987" y="1014296"/>
                  </a:lnTo>
                  <a:lnTo>
                    <a:pt x="304985" y="1014312"/>
                  </a:lnTo>
                  <a:lnTo>
                    <a:pt x="304981" y="1014333"/>
                  </a:lnTo>
                  <a:lnTo>
                    <a:pt x="304970" y="1014368"/>
                  </a:lnTo>
                  <a:lnTo>
                    <a:pt x="304957" y="1014412"/>
                  </a:lnTo>
                  <a:lnTo>
                    <a:pt x="304945" y="1014452"/>
                  </a:lnTo>
                  <a:lnTo>
                    <a:pt x="304937" y="1014477"/>
                  </a:lnTo>
                  <a:lnTo>
                    <a:pt x="304922" y="1014518"/>
                  </a:lnTo>
                  <a:lnTo>
                    <a:pt x="304915" y="1014534"/>
                  </a:lnTo>
                  <a:lnTo>
                    <a:pt x="304906" y="1014552"/>
                  </a:lnTo>
                  <a:lnTo>
                    <a:pt x="304899" y="1014565"/>
                  </a:lnTo>
                  <a:lnTo>
                    <a:pt x="304870" y="1014601"/>
                  </a:lnTo>
                  <a:lnTo>
                    <a:pt x="304852" y="1014626"/>
                  </a:lnTo>
                  <a:lnTo>
                    <a:pt x="304836" y="1014652"/>
                  </a:lnTo>
                  <a:lnTo>
                    <a:pt x="304824" y="1014676"/>
                  </a:lnTo>
                  <a:lnTo>
                    <a:pt x="304816" y="1014696"/>
                  </a:lnTo>
                  <a:lnTo>
                    <a:pt x="304813" y="1014712"/>
                  </a:lnTo>
                  <a:lnTo>
                    <a:pt x="304814" y="1014737"/>
                  </a:lnTo>
                  <a:lnTo>
                    <a:pt x="304814" y="1014748"/>
                  </a:lnTo>
                  <a:lnTo>
                    <a:pt x="304815" y="1014754"/>
                  </a:lnTo>
                  <a:lnTo>
                    <a:pt x="304818" y="1014760"/>
                  </a:lnTo>
                  <a:lnTo>
                    <a:pt x="304824" y="1014764"/>
                  </a:lnTo>
                  <a:lnTo>
                    <a:pt x="304842" y="1014774"/>
                  </a:lnTo>
                  <a:lnTo>
                    <a:pt x="304862" y="1014781"/>
                  </a:lnTo>
                  <a:lnTo>
                    <a:pt x="304885" y="1014785"/>
                  </a:lnTo>
                  <a:lnTo>
                    <a:pt x="304931" y="1014785"/>
                  </a:lnTo>
                  <a:lnTo>
                    <a:pt x="304984" y="1014784"/>
                  </a:lnTo>
                  <a:lnTo>
                    <a:pt x="305022" y="1014782"/>
                  </a:lnTo>
                  <a:lnTo>
                    <a:pt x="305042" y="1014784"/>
                  </a:lnTo>
                  <a:lnTo>
                    <a:pt x="305057" y="1014786"/>
                  </a:lnTo>
                  <a:lnTo>
                    <a:pt x="305070" y="1014790"/>
                  </a:lnTo>
                  <a:lnTo>
                    <a:pt x="305078" y="1014798"/>
                  </a:lnTo>
                  <a:lnTo>
                    <a:pt x="305087" y="1014810"/>
                  </a:lnTo>
                  <a:lnTo>
                    <a:pt x="305101" y="1014833"/>
                  </a:lnTo>
                  <a:lnTo>
                    <a:pt x="305113" y="1014846"/>
                  </a:lnTo>
                  <a:lnTo>
                    <a:pt x="305125" y="1014854"/>
                  </a:lnTo>
                  <a:lnTo>
                    <a:pt x="305135" y="1014859"/>
                  </a:lnTo>
                  <a:lnTo>
                    <a:pt x="305143" y="1014861"/>
                  </a:lnTo>
                  <a:lnTo>
                    <a:pt x="305153" y="1014863"/>
                  </a:lnTo>
                  <a:lnTo>
                    <a:pt x="305176" y="1014864"/>
                  </a:lnTo>
                  <a:lnTo>
                    <a:pt x="305196" y="1014864"/>
                  </a:lnTo>
                  <a:lnTo>
                    <a:pt x="305218" y="1014864"/>
                  </a:lnTo>
                  <a:lnTo>
                    <a:pt x="305235" y="1014867"/>
                  </a:lnTo>
                  <a:lnTo>
                    <a:pt x="305250" y="1014875"/>
                  </a:lnTo>
                  <a:lnTo>
                    <a:pt x="305265" y="1014885"/>
                  </a:lnTo>
                  <a:lnTo>
                    <a:pt x="305279" y="1014902"/>
                  </a:lnTo>
                  <a:lnTo>
                    <a:pt x="305290" y="1014917"/>
                  </a:lnTo>
                  <a:lnTo>
                    <a:pt x="305304" y="1014936"/>
                  </a:lnTo>
                  <a:lnTo>
                    <a:pt x="305330" y="1014971"/>
                  </a:lnTo>
                  <a:lnTo>
                    <a:pt x="305344" y="1014987"/>
                  </a:lnTo>
                  <a:lnTo>
                    <a:pt x="305363" y="1015003"/>
                  </a:lnTo>
                  <a:lnTo>
                    <a:pt x="305382" y="1015017"/>
                  </a:lnTo>
                  <a:lnTo>
                    <a:pt x="305400" y="1015030"/>
                  </a:lnTo>
                  <a:lnTo>
                    <a:pt x="305416" y="1015039"/>
                  </a:lnTo>
                  <a:lnTo>
                    <a:pt x="305433" y="1015047"/>
                  </a:lnTo>
                  <a:lnTo>
                    <a:pt x="305456" y="1015054"/>
                  </a:lnTo>
                  <a:lnTo>
                    <a:pt x="305477" y="1015056"/>
                  </a:lnTo>
                  <a:lnTo>
                    <a:pt x="305492" y="1015058"/>
                  </a:lnTo>
                  <a:lnTo>
                    <a:pt x="305536" y="1015056"/>
                  </a:lnTo>
                  <a:lnTo>
                    <a:pt x="305552" y="1015058"/>
                  </a:lnTo>
                  <a:lnTo>
                    <a:pt x="305563" y="1015062"/>
                  </a:lnTo>
                  <a:lnTo>
                    <a:pt x="305573" y="1015069"/>
                  </a:lnTo>
                  <a:lnTo>
                    <a:pt x="305583" y="1015079"/>
                  </a:lnTo>
                  <a:lnTo>
                    <a:pt x="305589" y="1015089"/>
                  </a:lnTo>
                  <a:lnTo>
                    <a:pt x="305592" y="1015100"/>
                  </a:lnTo>
                  <a:lnTo>
                    <a:pt x="305592" y="1015126"/>
                  </a:lnTo>
                  <a:lnTo>
                    <a:pt x="305588" y="1015167"/>
                  </a:lnTo>
                  <a:lnTo>
                    <a:pt x="305589" y="1015197"/>
                  </a:lnTo>
                  <a:lnTo>
                    <a:pt x="305589" y="1015212"/>
                  </a:lnTo>
                  <a:lnTo>
                    <a:pt x="305591" y="1015219"/>
                  </a:lnTo>
                  <a:lnTo>
                    <a:pt x="305594" y="1015225"/>
                  </a:lnTo>
                  <a:lnTo>
                    <a:pt x="305597" y="1015229"/>
                  </a:lnTo>
                  <a:lnTo>
                    <a:pt x="305607" y="1015234"/>
                  </a:lnTo>
                  <a:lnTo>
                    <a:pt x="305632" y="1015242"/>
                  </a:lnTo>
                  <a:lnTo>
                    <a:pt x="305670" y="1015255"/>
                  </a:lnTo>
                  <a:lnTo>
                    <a:pt x="305707" y="1015266"/>
                  </a:lnTo>
                  <a:lnTo>
                    <a:pt x="305746" y="1015276"/>
                  </a:lnTo>
                  <a:lnTo>
                    <a:pt x="305781" y="1015282"/>
                  </a:lnTo>
                  <a:lnTo>
                    <a:pt x="305808" y="1015288"/>
                  </a:lnTo>
                  <a:lnTo>
                    <a:pt x="305821" y="1015288"/>
                  </a:lnTo>
                  <a:lnTo>
                    <a:pt x="305840" y="1015286"/>
                  </a:lnTo>
                  <a:lnTo>
                    <a:pt x="305855" y="1015282"/>
                  </a:lnTo>
                  <a:lnTo>
                    <a:pt x="305882" y="1015275"/>
                  </a:lnTo>
                  <a:lnTo>
                    <a:pt x="305892" y="1015273"/>
                  </a:lnTo>
                  <a:lnTo>
                    <a:pt x="305898" y="1015273"/>
                  </a:lnTo>
                  <a:lnTo>
                    <a:pt x="305903" y="1015274"/>
                  </a:lnTo>
                  <a:lnTo>
                    <a:pt x="305908" y="1015279"/>
                  </a:lnTo>
                  <a:lnTo>
                    <a:pt x="305913" y="1015291"/>
                  </a:lnTo>
                  <a:lnTo>
                    <a:pt x="305918" y="1015304"/>
                  </a:lnTo>
                  <a:lnTo>
                    <a:pt x="305919" y="1015309"/>
                  </a:lnTo>
                  <a:lnTo>
                    <a:pt x="305918" y="1015314"/>
                  </a:lnTo>
                  <a:lnTo>
                    <a:pt x="305917" y="1015319"/>
                  </a:lnTo>
                  <a:lnTo>
                    <a:pt x="305912" y="1015326"/>
                  </a:lnTo>
                  <a:lnTo>
                    <a:pt x="305897" y="1015340"/>
                  </a:lnTo>
                  <a:lnTo>
                    <a:pt x="305872" y="1015360"/>
                  </a:lnTo>
                  <a:lnTo>
                    <a:pt x="305839" y="1015389"/>
                  </a:lnTo>
                  <a:lnTo>
                    <a:pt x="305822" y="1015406"/>
                  </a:lnTo>
                  <a:lnTo>
                    <a:pt x="305808" y="1015421"/>
                  </a:lnTo>
                  <a:lnTo>
                    <a:pt x="305790" y="1015446"/>
                  </a:lnTo>
                  <a:lnTo>
                    <a:pt x="305770" y="1015475"/>
                  </a:lnTo>
                  <a:lnTo>
                    <a:pt x="305740" y="1015523"/>
                  </a:lnTo>
                  <a:lnTo>
                    <a:pt x="305733" y="1015532"/>
                  </a:lnTo>
                  <a:lnTo>
                    <a:pt x="305731" y="1015537"/>
                  </a:lnTo>
                  <a:lnTo>
                    <a:pt x="305713" y="1015565"/>
                  </a:lnTo>
                  <a:lnTo>
                    <a:pt x="305698" y="1015593"/>
                  </a:lnTo>
                  <a:lnTo>
                    <a:pt x="305687" y="1015619"/>
                  </a:lnTo>
                  <a:lnTo>
                    <a:pt x="305672" y="1015666"/>
                  </a:lnTo>
                  <a:lnTo>
                    <a:pt x="305657" y="1015722"/>
                  </a:lnTo>
                  <a:lnTo>
                    <a:pt x="305644" y="1015773"/>
                  </a:lnTo>
                  <a:lnTo>
                    <a:pt x="305635" y="1015799"/>
                  </a:lnTo>
                  <a:lnTo>
                    <a:pt x="305628" y="1015812"/>
                  </a:lnTo>
                  <a:lnTo>
                    <a:pt x="305616" y="1015828"/>
                  </a:lnTo>
                  <a:lnTo>
                    <a:pt x="305601" y="1015843"/>
                  </a:lnTo>
                  <a:lnTo>
                    <a:pt x="305581" y="1015861"/>
                  </a:lnTo>
                  <a:lnTo>
                    <a:pt x="305565" y="1015869"/>
                  </a:lnTo>
                  <a:lnTo>
                    <a:pt x="305551" y="1015875"/>
                  </a:lnTo>
                  <a:lnTo>
                    <a:pt x="305539" y="1015879"/>
                  </a:lnTo>
                  <a:lnTo>
                    <a:pt x="305512" y="1015881"/>
                  </a:lnTo>
                  <a:lnTo>
                    <a:pt x="305485" y="1015880"/>
                  </a:lnTo>
                  <a:lnTo>
                    <a:pt x="305472" y="1015878"/>
                  </a:lnTo>
                  <a:lnTo>
                    <a:pt x="305457" y="1015874"/>
                  </a:lnTo>
                  <a:lnTo>
                    <a:pt x="305437" y="1015873"/>
                  </a:lnTo>
                  <a:lnTo>
                    <a:pt x="305400" y="1015873"/>
                  </a:lnTo>
                  <a:lnTo>
                    <a:pt x="305361" y="1015871"/>
                  </a:lnTo>
                  <a:lnTo>
                    <a:pt x="305339" y="1015869"/>
                  </a:lnTo>
                  <a:lnTo>
                    <a:pt x="305331" y="1015869"/>
                  </a:lnTo>
                  <a:lnTo>
                    <a:pt x="305322" y="1015864"/>
                  </a:lnTo>
                  <a:lnTo>
                    <a:pt x="305309" y="1015855"/>
                  </a:lnTo>
                  <a:lnTo>
                    <a:pt x="305286" y="1015838"/>
                  </a:lnTo>
                  <a:lnTo>
                    <a:pt x="305258" y="1015816"/>
                  </a:lnTo>
                  <a:lnTo>
                    <a:pt x="305241" y="1015807"/>
                  </a:lnTo>
                  <a:lnTo>
                    <a:pt x="305236" y="1015804"/>
                  </a:lnTo>
                  <a:lnTo>
                    <a:pt x="305231" y="1015805"/>
                  </a:lnTo>
                  <a:lnTo>
                    <a:pt x="305227" y="1015808"/>
                  </a:lnTo>
                  <a:lnTo>
                    <a:pt x="305221" y="1015817"/>
                  </a:lnTo>
                  <a:lnTo>
                    <a:pt x="305211" y="1015830"/>
                  </a:lnTo>
                  <a:lnTo>
                    <a:pt x="305192" y="1015847"/>
                  </a:lnTo>
                  <a:lnTo>
                    <a:pt x="305177" y="1015857"/>
                  </a:lnTo>
                  <a:lnTo>
                    <a:pt x="305168" y="1015861"/>
                  </a:lnTo>
                  <a:lnTo>
                    <a:pt x="305159" y="1015863"/>
                  </a:lnTo>
                  <a:lnTo>
                    <a:pt x="305152" y="1015863"/>
                  </a:lnTo>
                  <a:lnTo>
                    <a:pt x="305140" y="1015863"/>
                  </a:lnTo>
                  <a:lnTo>
                    <a:pt x="305129" y="1015859"/>
                  </a:lnTo>
                  <a:lnTo>
                    <a:pt x="305113" y="1015853"/>
                  </a:lnTo>
                  <a:lnTo>
                    <a:pt x="305098" y="1015843"/>
                  </a:lnTo>
                  <a:lnTo>
                    <a:pt x="305088" y="1015838"/>
                  </a:lnTo>
                  <a:lnTo>
                    <a:pt x="305081" y="1015837"/>
                  </a:lnTo>
                  <a:lnTo>
                    <a:pt x="305072" y="1015836"/>
                  </a:lnTo>
                  <a:lnTo>
                    <a:pt x="305056" y="1015837"/>
                  </a:lnTo>
                  <a:lnTo>
                    <a:pt x="305044" y="1015841"/>
                  </a:lnTo>
                  <a:lnTo>
                    <a:pt x="305028" y="1015847"/>
                  </a:lnTo>
                  <a:lnTo>
                    <a:pt x="305001" y="1015862"/>
                  </a:lnTo>
                  <a:lnTo>
                    <a:pt x="304991" y="1015867"/>
                  </a:lnTo>
                  <a:lnTo>
                    <a:pt x="304985" y="1015868"/>
                  </a:lnTo>
                  <a:lnTo>
                    <a:pt x="304978" y="1015868"/>
                  </a:lnTo>
                  <a:lnTo>
                    <a:pt x="304967" y="1015866"/>
                  </a:lnTo>
                  <a:lnTo>
                    <a:pt x="304953" y="1015864"/>
                  </a:lnTo>
                  <a:lnTo>
                    <a:pt x="304945" y="1015864"/>
                  </a:lnTo>
                  <a:lnTo>
                    <a:pt x="304938" y="1015866"/>
                  </a:lnTo>
                  <a:lnTo>
                    <a:pt x="304922" y="1015872"/>
                  </a:lnTo>
                  <a:lnTo>
                    <a:pt x="304905" y="1015877"/>
                  </a:lnTo>
                  <a:lnTo>
                    <a:pt x="304895" y="1015882"/>
                  </a:lnTo>
                  <a:lnTo>
                    <a:pt x="304885" y="1015885"/>
                  </a:lnTo>
                  <a:lnTo>
                    <a:pt x="304873" y="1015885"/>
                  </a:lnTo>
                  <a:lnTo>
                    <a:pt x="304858" y="1015884"/>
                  </a:lnTo>
                  <a:lnTo>
                    <a:pt x="304844" y="1015881"/>
                  </a:lnTo>
                  <a:lnTo>
                    <a:pt x="304829" y="1015878"/>
                  </a:lnTo>
                  <a:lnTo>
                    <a:pt x="304813" y="1015871"/>
                  </a:lnTo>
                  <a:lnTo>
                    <a:pt x="304795" y="1015864"/>
                  </a:lnTo>
                  <a:lnTo>
                    <a:pt x="304779" y="1015857"/>
                  </a:lnTo>
                  <a:lnTo>
                    <a:pt x="304760" y="1015853"/>
                  </a:lnTo>
                  <a:lnTo>
                    <a:pt x="304743" y="1015851"/>
                  </a:lnTo>
                  <a:lnTo>
                    <a:pt x="304729" y="1015850"/>
                  </a:lnTo>
                  <a:lnTo>
                    <a:pt x="304719" y="1015851"/>
                  </a:lnTo>
                  <a:lnTo>
                    <a:pt x="304711" y="1015852"/>
                  </a:lnTo>
                  <a:lnTo>
                    <a:pt x="304703" y="1015855"/>
                  </a:lnTo>
                  <a:lnTo>
                    <a:pt x="304685" y="1015866"/>
                  </a:lnTo>
                  <a:lnTo>
                    <a:pt x="304664" y="1015879"/>
                  </a:lnTo>
                  <a:lnTo>
                    <a:pt x="304648" y="1015886"/>
                  </a:lnTo>
                  <a:lnTo>
                    <a:pt x="304639" y="1015894"/>
                  </a:lnTo>
                  <a:lnTo>
                    <a:pt x="304627" y="1015909"/>
                  </a:lnTo>
                  <a:lnTo>
                    <a:pt x="304611" y="1015933"/>
                  </a:lnTo>
                  <a:lnTo>
                    <a:pt x="304600" y="1015955"/>
                  </a:lnTo>
                  <a:lnTo>
                    <a:pt x="304592" y="1015970"/>
                  </a:lnTo>
                  <a:lnTo>
                    <a:pt x="304587" y="1015979"/>
                  </a:lnTo>
                  <a:lnTo>
                    <a:pt x="304586" y="1015985"/>
                  </a:lnTo>
                  <a:lnTo>
                    <a:pt x="304587" y="1015990"/>
                  </a:lnTo>
                  <a:lnTo>
                    <a:pt x="304590" y="1015994"/>
                  </a:lnTo>
                  <a:lnTo>
                    <a:pt x="304597" y="1016000"/>
                  </a:lnTo>
                  <a:lnTo>
                    <a:pt x="304636" y="1016024"/>
                  </a:lnTo>
                  <a:lnTo>
                    <a:pt x="304664" y="1016044"/>
                  </a:lnTo>
                  <a:lnTo>
                    <a:pt x="304687" y="1016061"/>
                  </a:lnTo>
                  <a:lnTo>
                    <a:pt x="304703" y="1016074"/>
                  </a:lnTo>
                  <a:lnTo>
                    <a:pt x="304723" y="1016093"/>
                  </a:lnTo>
                  <a:lnTo>
                    <a:pt x="304742" y="1016110"/>
                  </a:lnTo>
                  <a:lnTo>
                    <a:pt x="304753" y="1016119"/>
                  </a:lnTo>
                  <a:lnTo>
                    <a:pt x="304767" y="1016127"/>
                  </a:lnTo>
                  <a:lnTo>
                    <a:pt x="304781" y="1016136"/>
                  </a:lnTo>
                  <a:lnTo>
                    <a:pt x="304783" y="1016142"/>
                  </a:lnTo>
                  <a:lnTo>
                    <a:pt x="304783" y="1016148"/>
                  </a:lnTo>
                  <a:lnTo>
                    <a:pt x="304780" y="1016159"/>
                  </a:lnTo>
                  <a:lnTo>
                    <a:pt x="304775" y="1016196"/>
                  </a:lnTo>
                  <a:lnTo>
                    <a:pt x="304771" y="1016247"/>
                  </a:lnTo>
                  <a:lnTo>
                    <a:pt x="304770" y="1016284"/>
                  </a:lnTo>
                  <a:lnTo>
                    <a:pt x="304771" y="1016318"/>
                  </a:lnTo>
                  <a:lnTo>
                    <a:pt x="304773" y="1016361"/>
                  </a:lnTo>
                  <a:lnTo>
                    <a:pt x="304772" y="1016391"/>
                  </a:lnTo>
                  <a:lnTo>
                    <a:pt x="304768" y="1016418"/>
                  </a:lnTo>
                  <a:lnTo>
                    <a:pt x="304762" y="1016441"/>
                  </a:lnTo>
                  <a:lnTo>
                    <a:pt x="304762" y="1016446"/>
                  </a:lnTo>
                  <a:lnTo>
                    <a:pt x="304768" y="1016450"/>
                  </a:lnTo>
                  <a:lnTo>
                    <a:pt x="304790" y="1016462"/>
                  </a:lnTo>
                  <a:lnTo>
                    <a:pt x="304811" y="1016474"/>
                  </a:lnTo>
                  <a:lnTo>
                    <a:pt x="304833" y="1016489"/>
                  </a:lnTo>
                  <a:lnTo>
                    <a:pt x="304856" y="1016506"/>
                  </a:lnTo>
                  <a:lnTo>
                    <a:pt x="304877" y="1016522"/>
                  </a:lnTo>
                  <a:lnTo>
                    <a:pt x="304901" y="1016544"/>
                  </a:lnTo>
                  <a:lnTo>
                    <a:pt x="304917" y="1016558"/>
                  </a:lnTo>
                  <a:lnTo>
                    <a:pt x="304931" y="1016566"/>
                  </a:lnTo>
                  <a:lnTo>
                    <a:pt x="304946" y="1016572"/>
                  </a:lnTo>
                  <a:lnTo>
                    <a:pt x="304968" y="1016579"/>
                  </a:lnTo>
                  <a:lnTo>
                    <a:pt x="304985" y="1016585"/>
                  </a:lnTo>
                  <a:lnTo>
                    <a:pt x="304997" y="1016591"/>
                  </a:lnTo>
                  <a:lnTo>
                    <a:pt x="305008" y="1016601"/>
                  </a:lnTo>
                  <a:lnTo>
                    <a:pt x="305017" y="1016615"/>
                  </a:lnTo>
                  <a:lnTo>
                    <a:pt x="305025" y="1016633"/>
                  </a:lnTo>
                  <a:lnTo>
                    <a:pt x="305026" y="1016639"/>
                  </a:lnTo>
                  <a:lnTo>
                    <a:pt x="305019" y="1016648"/>
                  </a:lnTo>
                  <a:lnTo>
                    <a:pt x="304993" y="1016679"/>
                  </a:lnTo>
                  <a:lnTo>
                    <a:pt x="304982" y="1016696"/>
                  </a:lnTo>
                  <a:lnTo>
                    <a:pt x="304971" y="1016717"/>
                  </a:lnTo>
                  <a:lnTo>
                    <a:pt x="304958" y="1016744"/>
                  </a:lnTo>
                  <a:lnTo>
                    <a:pt x="304947" y="1016778"/>
                  </a:lnTo>
                  <a:lnTo>
                    <a:pt x="304933" y="1016824"/>
                  </a:lnTo>
                  <a:lnTo>
                    <a:pt x="304922" y="1016863"/>
                  </a:lnTo>
                  <a:lnTo>
                    <a:pt x="304902" y="1016934"/>
                  </a:lnTo>
                  <a:lnTo>
                    <a:pt x="304893" y="1016967"/>
                  </a:lnTo>
                  <a:lnTo>
                    <a:pt x="304887" y="1017000"/>
                  </a:lnTo>
                  <a:lnTo>
                    <a:pt x="304881" y="1017026"/>
                  </a:lnTo>
                  <a:lnTo>
                    <a:pt x="304880" y="1017045"/>
                  </a:lnTo>
                  <a:lnTo>
                    <a:pt x="304880" y="1017058"/>
                  </a:lnTo>
                  <a:lnTo>
                    <a:pt x="304883" y="1017068"/>
                  </a:lnTo>
                  <a:lnTo>
                    <a:pt x="304886" y="1017080"/>
                  </a:lnTo>
                  <a:lnTo>
                    <a:pt x="304893" y="1017094"/>
                  </a:lnTo>
                  <a:lnTo>
                    <a:pt x="304902" y="1017108"/>
                  </a:lnTo>
                  <a:lnTo>
                    <a:pt x="304913" y="1017122"/>
                  </a:lnTo>
                  <a:lnTo>
                    <a:pt x="304920" y="1017127"/>
                  </a:lnTo>
                  <a:lnTo>
                    <a:pt x="304940" y="1017146"/>
                  </a:lnTo>
                  <a:lnTo>
                    <a:pt x="304949" y="1017152"/>
                  </a:lnTo>
                  <a:lnTo>
                    <a:pt x="304952" y="1017156"/>
                  </a:lnTo>
                  <a:lnTo>
                    <a:pt x="304973" y="1017176"/>
                  </a:lnTo>
                  <a:lnTo>
                    <a:pt x="304987" y="1017193"/>
                  </a:lnTo>
                  <a:lnTo>
                    <a:pt x="305000" y="1017209"/>
                  </a:lnTo>
                  <a:lnTo>
                    <a:pt x="305011" y="1017227"/>
                  </a:lnTo>
                  <a:lnTo>
                    <a:pt x="305017" y="1017241"/>
                  </a:lnTo>
                  <a:lnTo>
                    <a:pt x="305024" y="1017263"/>
                  </a:lnTo>
                  <a:lnTo>
                    <a:pt x="305027" y="1017292"/>
                  </a:lnTo>
                  <a:lnTo>
                    <a:pt x="305026" y="1017310"/>
                  </a:lnTo>
                  <a:lnTo>
                    <a:pt x="305023" y="1017324"/>
                  </a:lnTo>
                  <a:lnTo>
                    <a:pt x="305017" y="1017344"/>
                  </a:lnTo>
                  <a:lnTo>
                    <a:pt x="305013" y="1017357"/>
                  </a:lnTo>
                  <a:lnTo>
                    <a:pt x="305006" y="1017371"/>
                  </a:lnTo>
                  <a:lnTo>
                    <a:pt x="304993" y="1017391"/>
                  </a:lnTo>
                  <a:lnTo>
                    <a:pt x="304976" y="1017413"/>
                  </a:lnTo>
                  <a:lnTo>
                    <a:pt x="304954" y="1017443"/>
                  </a:lnTo>
                  <a:lnTo>
                    <a:pt x="304925" y="1017476"/>
                  </a:lnTo>
                  <a:lnTo>
                    <a:pt x="304917" y="1017484"/>
                  </a:lnTo>
                  <a:lnTo>
                    <a:pt x="304914" y="1017487"/>
                  </a:lnTo>
                  <a:lnTo>
                    <a:pt x="304910" y="1017494"/>
                  </a:lnTo>
                  <a:lnTo>
                    <a:pt x="304905" y="1017498"/>
                  </a:lnTo>
                  <a:lnTo>
                    <a:pt x="304870" y="1017535"/>
                  </a:lnTo>
                  <a:lnTo>
                    <a:pt x="304859" y="1017549"/>
                  </a:lnTo>
                  <a:lnTo>
                    <a:pt x="304837" y="1017577"/>
                  </a:lnTo>
                  <a:lnTo>
                    <a:pt x="304827" y="1017594"/>
                  </a:lnTo>
                  <a:lnTo>
                    <a:pt x="304820" y="1017611"/>
                  </a:lnTo>
                  <a:lnTo>
                    <a:pt x="304810" y="1017625"/>
                  </a:lnTo>
                  <a:lnTo>
                    <a:pt x="304803" y="1017633"/>
                  </a:lnTo>
                  <a:lnTo>
                    <a:pt x="304796" y="1017638"/>
                  </a:lnTo>
                  <a:lnTo>
                    <a:pt x="304782" y="1017647"/>
                  </a:lnTo>
                  <a:lnTo>
                    <a:pt x="304759" y="1017662"/>
                  </a:lnTo>
                  <a:lnTo>
                    <a:pt x="304748" y="1017672"/>
                  </a:lnTo>
                  <a:lnTo>
                    <a:pt x="304743" y="1017679"/>
                  </a:lnTo>
                  <a:lnTo>
                    <a:pt x="304739" y="1017685"/>
                  </a:lnTo>
                  <a:lnTo>
                    <a:pt x="304739" y="1017693"/>
                  </a:lnTo>
                  <a:lnTo>
                    <a:pt x="304740" y="1017713"/>
                  </a:lnTo>
                  <a:lnTo>
                    <a:pt x="304739" y="1017755"/>
                  </a:lnTo>
                  <a:lnTo>
                    <a:pt x="304738" y="1017763"/>
                  </a:lnTo>
                  <a:lnTo>
                    <a:pt x="304731" y="1017781"/>
                  </a:lnTo>
                  <a:lnTo>
                    <a:pt x="304714" y="1017820"/>
                  </a:lnTo>
                  <a:lnTo>
                    <a:pt x="304694" y="1017852"/>
                  </a:lnTo>
                  <a:lnTo>
                    <a:pt x="304670" y="1017892"/>
                  </a:lnTo>
                  <a:lnTo>
                    <a:pt x="304655" y="1017913"/>
                  </a:lnTo>
                  <a:lnTo>
                    <a:pt x="304642" y="1017928"/>
                  </a:lnTo>
                  <a:lnTo>
                    <a:pt x="304636" y="1017935"/>
                  </a:lnTo>
                  <a:lnTo>
                    <a:pt x="304636" y="1017941"/>
                  </a:lnTo>
                  <a:lnTo>
                    <a:pt x="304647" y="1017947"/>
                  </a:lnTo>
                  <a:lnTo>
                    <a:pt x="304665" y="1017955"/>
                  </a:lnTo>
                  <a:lnTo>
                    <a:pt x="304683" y="1017968"/>
                  </a:lnTo>
                  <a:lnTo>
                    <a:pt x="304711" y="1017985"/>
                  </a:lnTo>
                  <a:lnTo>
                    <a:pt x="304744" y="1018007"/>
                  </a:lnTo>
                  <a:lnTo>
                    <a:pt x="304778" y="1018034"/>
                  </a:lnTo>
                  <a:lnTo>
                    <a:pt x="304809" y="1018060"/>
                  </a:lnTo>
                  <a:lnTo>
                    <a:pt x="304851" y="1018100"/>
                  </a:lnTo>
                  <a:lnTo>
                    <a:pt x="304871" y="1018120"/>
                  </a:lnTo>
                  <a:lnTo>
                    <a:pt x="304908" y="1018162"/>
                  </a:lnTo>
                  <a:lnTo>
                    <a:pt x="304929" y="1018192"/>
                  </a:lnTo>
                  <a:lnTo>
                    <a:pt x="304961" y="1018229"/>
                  </a:lnTo>
                  <a:lnTo>
                    <a:pt x="304985" y="1018255"/>
                  </a:lnTo>
                  <a:lnTo>
                    <a:pt x="305000" y="1018266"/>
                  </a:lnTo>
                  <a:lnTo>
                    <a:pt x="305014" y="1018275"/>
                  </a:lnTo>
                  <a:lnTo>
                    <a:pt x="305027" y="1018280"/>
                  </a:lnTo>
                  <a:lnTo>
                    <a:pt x="305038" y="1018281"/>
                  </a:lnTo>
                  <a:lnTo>
                    <a:pt x="305046" y="1018281"/>
                  </a:lnTo>
                  <a:lnTo>
                    <a:pt x="305057" y="1018276"/>
                  </a:lnTo>
                  <a:lnTo>
                    <a:pt x="305074" y="1018265"/>
                  </a:lnTo>
                  <a:lnTo>
                    <a:pt x="305095" y="1018253"/>
                  </a:lnTo>
                  <a:lnTo>
                    <a:pt x="305119" y="1018244"/>
                  </a:lnTo>
                  <a:lnTo>
                    <a:pt x="305135" y="1018241"/>
                  </a:lnTo>
                  <a:lnTo>
                    <a:pt x="305149" y="1018241"/>
                  </a:lnTo>
                  <a:lnTo>
                    <a:pt x="305162" y="1018246"/>
                  </a:lnTo>
                  <a:lnTo>
                    <a:pt x="305197" y="1018259"/>
                  </a:lnTo>
                  <a:lnTo>
                    <a:pt x="305215" y="1018265"/>
                  </a:lnTo>
                  <a:lnTo>
                    <a:pt x="305232" y="1018267"/>
                  </a:lnTo>
                  <a:lnTo>
                    <a:pt x="305247" y="1018269"/>
                  </a:lnTo>
                  <a:lnTo>
                    <a:pt x="305261" y="1018268"/>
                  </a:lnTo>
                  <a:lnTo>
                    <a:pt x="305282" y="1018261"/>
                  </a:lnTo>
                  <a:lnTo>
                    <a:pt x="305299" y="1018255"/>
                  </a:lnTo>
                  <a:lnTo>
                    <a:pt x="305316" y="1018250"/>
                  </a:lnTo>
                  <a:lnTo>
                    <a:pt x="305324" y="1018251"/>
                  </a:lnTo>
                  <a:lnTo>
                    <a:pt x="305334" y="1018255"/>
                  </a:lnTo>
                  <a:lnTo>
                    <a:pt x="305348" y="1018268"/>
                  </a:lnTo>
                  <a:lnTo>
                    <a:pt x="305361" y="1018278"/>
                  </a:lnTo>
                  <a:lnTo>
                    <a:pt x="305393" y="1018313"/>
                  </a:lnTo>
                  <a:lnTo>
                    <a:pt x="305417" y="1018340"/>
                  </a:lnTo>
                  <a:lnTo>
                    <a:pt x="305441" y="1018363"/>
                  </a:lnTo>
                  <a:lnTo>
                    <a:pt x="305464" y="1018384"/>
                  </a:lnTo>
                  <a:lnTo>
                    <a:pt x="305477" y="1018400"/>
                  </a:lnTo>
                  <a:lnTo>
                    <a:pt x="305492" y="1018418"/>
                  </a:lnTo>
                  <a:lnTo>
                    <a:pt x="305508" y="1018440"/>
                  </a:lnTo>
                  <a:lnTo>
                    <a:pt x="305535" y="1018482"/>
                  </a:lnTo>
                  <a:lnTo>
                    <a:pt x="305538" y="1018488"/>
                  </a:lnTo>
                  <a:lnTo>
                    <a:pt x="305544" y="1018532"/>
                  </a:lnTo>
                  <a:lnTo>
                    <a:pt x="305551" y="1018571"/>
                  </a:lnTo>
                  <a:lnTo>
                    <a:pt x="305555" y="1018590"/>
                  </a:lnTo>
                  <a:lnTo>
                    <a:pt x="305562" y="1018607"/>
                  </a:lnTo>
                  <a:lnTo>
                    <a:pt x="305572" y="1018630"/>
                  </a:lnTo>
                  <a:lnTo>
                    <a:pt x="305586" y="1018650"/>
                  </a:lnTo>
                  <a:lnTo>
                    <a:pt x="305596" y="1018661"/>
                  </a:lnTo>
                  <a:lnTo>
                    <a:pt x="305613" y="1018673"/>
                  </a:lnTo>
                  <a:lnTo>
                    <a:pt x="305635" y="1018688"/>
                  </a:lnTo>
                  <a:lnTo>
                    <a:pt x="305652" y="1018700"/>
                  </a:lnTo>
                  <a:lnTo>
                    <a:pt x="305664" y="1018713"/>
                  </a:lnTo>
                  <a:lnTo>
                    <a:pt x="305672" y="1018724"/>
                  </a:lnTo>
                  <a:lnTo>
                    <a:pt x="305677" y="1018734"/>
                  </a:lnTo>
                  <a:lnTo>
                    <a:pt x="305678" y="1018745"/>
                  </a:lnTo>
                  <a:lnTo>
                    <a:pt x="305678" y="1018752"/>
                  </a:lnTo>
                  <a:lnTo>
                    <a:pt x="305676" y="1018759"/>
                  </a:lnTo>
                  <a:lnTo>
                    <a:pt x="305669" y="1018764"/>
                  </a:lnTo>
                  <a:lnTo>
                    <a:pt x="305659" y="1018771"/>
                  </a:lnTo>
                  <a:lnTo>
                    <a:pt x="305637" y="1018783"/>
                  </a:lnTo>
                  <a:lnTo>
                    <a:pt x="305608" y="1018799"/>
                  </a:lnTo>
                  <a:lnTo>
                    <a:pt x="305590" y="1018808"/>
                  </a:lnTo>
                  <a:lnTo>
                    <a:pt x="305576" y="1018815"/>
                  </a:lnTo>
                  <a:lnTo>
                    <a:pt x="305563" y="1018820"/>
                  </a:lnTo>
                  <a:lnTo>
                    <a:pt x="305543" y="1018827"/>
                  </a:lnTo>
                  <a:lnTo>
                    <a:pt x="305521" y="1018832"/>
                  </a:lnTo>
                  <a:lnTo>
                    <a:pt x="305499" y="1018834"/>
                  </a:lnTo>
                  <a:lnTo>
                    <a:pt x="305469" y="1018837"/>
                  </a:lnTo>
                  <a:lnTo>
                    <a:pt x="305454" y="1018840"/>
                  </a:lnTo>
                  <a:lnTo>
                    <a:pt x="305445" y="1018844"/>
                  </a:lnTo>
                  <a:lnTo>
                    <a:pt x="305439" y="1018854"/>
                  </a:lnTo>
                  <a:lnTo>
                    <a:pt x="305431" y="1018874"/>
                  </a:lnTo>
                  <a:lnTo>
                    <a:pt x="305424" y="1018891"/>
                  </a:lnTo>
                  <a:lnTo>
                    <a:pt x="305416" y="1018906"/>
                  </a:lnTo>
                  <a:lnTo>
                    <a:pt x="305411" y="1018916"/>
                  </a:lnTo>
                  <a:lnTo>
                    <a:pt x="305402" y="1018927"/>
                  </a:lnTo>
                  <a:lnTo>
                    <a:pt x="305388" y="1018940"/>
                  </a:lnTo>
                  <a:lnTo>
                    <a:pt x="305380" y="1018948"/>
                  </a:lnTo>
                  <a:lnTo>
                    <a:pt x="305374" y="1018953"/>
                  </a:lnTo>
                  <a:lnTo>
                    <a:pt x="305370" y="1018955"/>
                  </a:lnTo>
                  <a:lnTo>
                    <a:pt x="305346" y="1018967"/>
                  </a:lnTo>
                  <a:lnTo>
                    <a:pt x="305333" y="1018973"/>
                  </a:lnTo>
                  <a:lnTo>
                    <a:pt x="305315" y="1018980"/>
                  </a:lnTo>
                  <a:lnTo>
                    <a:pt x="305295" y="1018987"/>
                  </a:lnTo>
                  <a:lnTo>
                    <a:pt x="305290" y="1018989"/>
                  </a:lnTo>
                  <a:lnTo>
                    <a:pt x="305282" y="1018992"/>
                  </a:lnTo>
                  <a:lnTo>
                    <a:pt x="305277" y="1018997"/>
                  </a:lnTo>
                  <a:lnTo>
                    <a:pt x="305266" y="1019007"/>
                  </a:lnTo>
                  <a:lnTo>
                    <a:pt x="305256" y="1019021"/>
                  </a:lnTo>
                  <a:lnTo>
                    <a:pt x="305244" y="1019040"/>
                  </a:lnTo>
                  <a:lnTo>
                    <a:pt x="305229" y="1019067"/>
                  </a:lnTo>
                  <a:lnTo>
                    <a:pt x="305221" y="1019082"/>
                  </a:lnTo>
                  <a:lnTo>
                    <a:pt x="305212" y="1019101"/>
                  </a:lnTo>
                  <a:lnTo>
                    <a:pt x="305198" y="1019125"/>
                  </a:lnTo>
                  <a:lnTo>
                    <a:pt x="305190" y="1019139"/>
                  </a:lnTo>
                  <a:lnTo>
                    <a:pt x="305183" y="1019150"/>
                  </a:lnTo>
                  <a:lnTo>
                    <a:pt x="305176" y="1019166"/>
                  </a:lnTo>
                  <a:lnTo>
                    <a:pt x="305167" y="1019180"/>
                  </a:lnTo>
                  <a:lnTo>
                    <a:pt x="305161" y="1019187"/>
                  </a:lnTo>
                  <a:lnTo>
                    <a:pt x="305154" y="1019192"/>
                  </a:lnTo>
                  <a:lnTo>
                    <a:pt x="305149" y="1019195"/>
                  </a:lnTo>
                  <a:lnTo>
                    <a:pt x="305142" y="1019198"/>
                  </a:lnTo>
                  <a:lnTo>
                    <a:pt x="305131" y="1019201"/>
                  </a:lnTo>
                  <a:lnTo>
                    <a:pt x="305111" y="1019204"/>
                  </a:lnTo>
                  <a:lnTo>
                    <a:pt x="305070" y="1019205"/>
                  </a:lnTo>
                  <a:lnTo>
                    <a:pt x="305034" y="1019203"/>
                  </a:lnTo>
                  <a:lnTo>
                    <a:pt x="305018" y="1019203"/>
                  </a:lnTo>
                  <a:lnTo>
                    <a:pt x="304999" y="1019204"/>
                  </a:lnTo>
                  <a:lnTo>
                    <a:pt x="304980" y="1019208"/>
                  </a:lnTo>
                  <a:lnTo>
                    <a:pt x="304963" y="1019210"/>
                  </a:lnTo>
                  <a:lnTo>
                    <a:pt x="304937" y="1019217"/>
                  </a:lnTo>
                  <a:lnTo>
                    <a:pt x="304920" y="1019224"/>
                  </a:lnTo>
                  <a:lnTo>
                    <a:pt x="304902" y="1019231"/>
                  </a:lnTo>
                  <a:lnTo>
                    <a:pt x="304880" y="1019240"/>
                  </a:lnTo>
                  <a:lnTo>
                    <a:pt x="304865" y="1019248"/>
                  </a:lnTo>
                  <a:lnTo>
                    <a:pt x="304858" y="1019253"/>
                  </a:lnTo>
                  <a:lnTo>
                    <a:pt x="304855" y="1019259"/>
                  </a:lnTo>
                  <a:lnTo>
                    <a:pt x="304853" y="1019266"/>
                  </a:lnTo>
                  <a:lnTo>
                    <a:pt x="304852" y="1019274"/>
                  </a:lnTo>
                  <a:lnTo>
                    <a:pt x="304855" y="1019290"/>
                  </a:lnTo>
                  <a:lnTo>
                    <a:pt x="304862" y="1019312"/>
                  </a:lnTo>
                  <a:lnTo>
                    <a:pt x="304866" y="1019329"/>
                  </a:lnTo>
                  <a:lnTo>
                    <a:pt x="304868" y="1019343"/>
                  </a:lnTo>
                  <a:lnTo>
                    <a:pt x="304870" y="1019362"/>
                  </a:lnTo>
                  <a:lnTo>
                    <a:pt x="304871" y="1019382"/>
                  </a:lnTo>
                  <a:lnTo>
                    <a:pt x="304872" y="1019388"/>
                  </a:lnTo>
                  <a:lnTo>
                    <a:pt x="304877" y="1019400"/>
                  </a:lnTo>
                  <a:lnTo>
                    <a:pt x="304879" y="1019405"/>
                  </a:lnTo>
                  <a:lnTo>
                    <a:pt x="304884" y="1019421"/>
                  </a:lnTo>
                  <a:lnTo>
                    <a:pt x="304894" y="1019451"/>
                  </a:lnTo>
                  <a:lnTo>
                    <a:pt x="304918" y="1019515"/>
                  </a:lnTo>
                  <a:lnTo>
                    <a:pt x="304928" y="1019547"/>
                  </a:lnTo>
                  <a:lnTo>
                    <a:pt x="304934" y="1019568"/>
                  </a:lnTo>
                  <a:lnTo>
                    <a:pt x="304935" y="1019580"/>
                  </a:lnTo>
                  <a:lnTo>
                    <a:pt x="304934" y="1019585"/>
                  </a:lnTo>
                  <a:lnTo>
                    <a:pt x="304933" y="1019593"/>
                  </a:lnTo>
                  <a:lnTo>
                    <a:pt x="304927" y="1019608"/>
                  </a:lnTo>
                  <a:lnTo>
                    <a:pt x="304918" y="1019628"/>
                  </a:lnTo>
                  <a:lnTo>
                    <a:pt x="304907" y="1019648"/>
                  </a:lnTo>
                  <a:lnTo>
                    <a:pt x="304892" y="1019670"/>
                  </a:lnTo>
                  <a:lnTo>
                    <a:pt x="304880" y="1019684"/>
                  </a:lnTo>
                  <a:lnTo>
                    <a:pt x="304871" y="1019692"/>
                  </a:lnTo>
                  <a:lnTo>
                    <a:pt x="304857" y="1019701"/>
                  </a:lnTo>
                  <a:lnTo>
                    <a:pt x="304833" y="1019714"/>
                  </a:lnTo>
                  <a:lnTo>
                    <a:pt x="304808" y="1019725"/>
                  </a:lnTo>
                  <a:lnTo>
                    <a:pt x="304790" y="1019732"/>
                  </a:lnTo>
                  <a:lnTo>
                    <a:pt x="304773" y="1019740"/>
                  </a:lnTo>
                  <a:lnTo>
                    <a:pt x="304760" y="1019748"/>
                  </a:lnTo>
                  <a:lnTo>
                    <a:pt x="304750" y="1019755"/>
                  </a:lnTo>
                  <a:lnTo>
                    <a:pt x="304749" y="1019761"/>
                  </a:lnTo>
                  <a:lnTo>
                    <a:pt x="304753" y="1019763"/>
                  </a:lnTo>
                  <a:lnTo>
                    <a:pt x="304762" y="1019763"/>
                  </a:lnTo>
                  <a:lnTo>
                    <a:pt x="304775" y="1019761"/>
                  </a:lnTo>
                  <a:lnTo>
                    <a:pt x="304791" y="1019757"/>
                  </a:lnTo>
                  <a:lnTo>
                    <a:pt x="304805" y="1019755"/>
                  </a:lnTo>
                  <a:lnTo>
                    <a:pt x="304827" y="1019756"/>
                  </a:lnTo>
                  <a:lnTo>
                    <a:pt x="304848" y="1019759"/>
                  </a:lnTo>
                  <a:lnTo>
                    <a:pt x="304869" y="1019763"/>
                  </a:lnTo>
                  <a:lnTo>
                    <a:pt x="304887" y="1019765"/>
                  </a:lnTo>
                  <a:lnTo>
                    <a:pt x="304909" y="1019766"/>
                  </a:lnTo>
                  <a:lnTo>
                    <a:pt x="304921" y="1019766"/>
                  </a:lnTo>
                  <a:lnTo>
                    <a:pt x="304947" y="1019764"/>
                  </a:lnTo>
                  <a:lnTo>
                    <a:pt x="304959" y="1019760"/>
                  </a:lnTo>
                  <a:lnTo>
                    <a:pt x="304991" y="1019747"/>
                  </a:lnTo>
                  <a:lnTo>
                    <a:pt x="305010" y="1019737"/>
                  </a:lnTo>
                  <a:lnTo>
                    <a:pt x="305034" y="1019722"/>
                  </a:lnTo>
                  <a:lnTo>
                    <a:pt x="305055" y="1019711"/>
                  </a:lnTo>
                  <a:lnTo>
                    <a:pt x="305078" y="1019701"/>
                  </a:lnTo>
                  <a:lnTo>
                    <a:pt x="305097" y="1019695"/>
                  </a:lnTo>
                  <a:lnTo>
                    <a:pt x="305107" y="1019693"/>
                  </a:lnTo>
                  <a:lnTo>
                    <a:pt x="305121" y="1019693"/>
                  </a:lnTo>
                  <a:lnTo>
                    <a:pt x="305142" y="1019694"/>
                  </a:lnTo>
                  <a:lnTo>
                    <a:pt x="305153" y="1019693"/>
                  </a:lnTo>
                  <a:lnTo>
                    <a:pt x="305165" y="1019691"/>
                  </a:lnTo>
                  <a:lnTo>
                    <a:pt x="305183" y="1019686"/>
                  </a:lnTo>
                  <a:lnTo>
                    <a:pt x="305238" y="1019664"/>
                  </a:lnTo>
                  <a:lnTo>
                    <a:pt x="305255" y="1019657"/>
                  </a:lnTo>
                  <a:lnTo>
                    <a:pt x="305271" y="1019653"/>
                  </a:lnTo>
                  <a:lnTo>
                    <a:pt x="305293" y="1019650"/>
                  </a:lnTo>
                  <a:lnTo>
                    <a:pt x="305311" y="1019648"/>
                  </a:lnTo>
                  <a:lnTo>
                    <a:pt x="305347" y="1019649"/>
                  </a:lnTo>
                  <a:lnTo>
                    <a:pt x="305392" y="1019653"/>
                  </a:lnTo>
                  <a:lnTo>
                    <a:pt x="305400" y="1019655"/>
                  </a:lnTo>
                  <a:lnTo>
                    <a:pt x="305408" y="1019660"/>
                  </a:lnTo>
                  <a:lnTo>
                    <a:pt x="305419" y="1019673"/>
                  </a:lnTo>
                  <a:lnTo>
                    <a:pt x="305423" y="1019681"/>
                  </a:lnTo>
                  <a:lnTo>
                    <a:pt x="305428" y="1019692"/>
                  </a:lnTo>
                  <a:lnTo>
                    <a:pt x="305431" y="1019712"/>
                  </a:lnTo>
                  <a:lnTo>
                    <a:pt x="305432" y="1019755"/>
                  </a:lnTo>
                  <a:lnTo>
                    <a:pt x="305430" y="1019770"/>
                  </a:lnTo>
                  <a:lnTo>
                    <a:pt x="305426" y="1019799"/>
                  </a:lnTo>
                  <a:lnTo>
                    <a:pt x="305418" y="1019832"/>
                  </a:lnTo>
                  <a:lnTo>
                    <a:pt x="305408" y="1019863"/>
                  </a:lnTo>
                  <a:lnTo>
                    <a:pt x="305400" y="1019887"/>
                  </a:lnTo>
                  <a:lnTo>
                    <a:pt x="305392" y="1019904"/>
                  </a:lnTo>
                  <a:lnTo>
                    <a:pt x="305382" y="1019927"/>
                  </a:lnTo>
                  <a:lnTo>
                    <a:pt x="305378" y="1019943"/>
                  </a:lnTo>
                  <a:lnTo>
                    <a:pt x="305376" y="1019963"/>
                  </a:lnTo>
                  <a:lnTo>
                    <a:pt x="305375" y="1019988"/>
                  </a:lnTo>
                  <a:lnTo>
                    <a:pt x="305372" y="1020021"/>
                  </a:lnTo>
                  <a:lnTo>
                    <a:pt x="305366" y="1020053"/>
                  </a:lnTo>
                  <a:lnTo>
                    <a:pt x="305363" y="1020072"/>
                  </a:lnTo>
                  <a:lnTo>
                    <a:pt x="305360" y="1020082"/>
                  </a:lnTo>
                  <a:lnTo>
                    <a:pt x="305349" y="1020105"/>
                  </a:lnTo>
                  <a:lnTo>
                    <a:pt x="305326" y="1020152"/>
                  </a:lnTo>
                  <a:lnTo>
                    <a:pt x="305307" y="1020197"/>
                  </a:lnTo>
                  <a:lnTo>
                    <a:pt x="305295" y="1020231"/>
                  </a:lnTo>
                  <a:lnTo>
                    <a:pt x="305287" y="1020253"/>
                  </a:lnTo>
                  <a:lnTo>
                    <a:pt x="305282" y="1020264"/>
                  </a:lnTo>
                  <a:lnTo>
                    <a:pt x="305278" y="1020266"/>
                  </a:lnTo>
                  <a:lnTo>
                    <a:pt x="305270" y="1020268"/>
                  </a:lnTo>
                  <a:lnTo>
                    <a:pt x="305262" y="1020271"/>
                  </a:lnTo>
                  <a:lnTo>
                    <a:pt x="305252" y="1020277"/>
                  </a:lnTo>
                  <a:lnTo>
                    <a:pt x="305237" y="1020289"/>
                  </a:lnTo>
                  <a:lnTo>
                    <a:pt x="305227" y="1020300"/>
                  </a:lnTo>
                  <a:lnTo>
                    <a:pt x="305221" y="1020312"/>
                  </a:lnTo>
                  <a:lnTo>
                    <a:pt x="305211" y="1020331"/>
                  </a:lnTo>
                  <a:lnTo>
                    <a:pt x="305200" y="1020356"/>
                  </a:lnTo>
                  <a:lnTo>
                    <a:pt x="305190" y="1020382"/>
                  </a:lnTo>
                  <a:lnTo>
                    <a:pt x="305184" y="1020405"/>
                  </a:lnTo>
                  <a:lnTo>
                    <a:pt x="305178" y="1020422"/>
                  </a:lnTo>
                  <a:lnTo>
                    <a:pt x="305167" y="1020458"/>
                  </a:lnTo>
                  <a:lnTo>
                    <a:pt x="305160" y="1020495"/>
                  </a:lnTo>
                  <a:lnTo>
                    <a:pt x="305153" y="1020527"/>
                  </a:lnTo>
                  <a:lnTo>
                    <a:pt x="305146" y="1020561"/>
                  </a:lnTo>
                  <a:lnTo>
                    <a:pt x="305139" y="1020597"/>
                  </a:lnTo>
                  <a:lnTo>
                    <a:pt x="305133" y="1020617"/>
                  </a:lnTo>
                  <a:lnTo>
                    <a:pt x="305125" y="1020631"/>
                  </a:lnTo>
                  <a:lnTo>
                    <a:pt x="305116" y="1020645"/>
                  </a:lnTo>
                  <a:lnTo>
                    <a:pt x="305100" y="1020659"/>
                  </a:lnTo>
                  <a:lnTo>
                    <a:pt x="305069" y="1020681"/>
                  </a:lnTo>
                  <a:lnTo>
                    <a:pt x="305050" y="1020692"/>
                  </a:lnTo>
                  <a:lnTo>
                    <a:pt x="305031" y="1020704"/>
                  </a:lnTo>
                  <a:lnTo>
                    <a:pt x="305019" y="1020712"/>
                  </a:lnTo>
                  <a:lnTo>
                    <a:pt x="304996" y="1020727"/>
                  </a:lnTo>
                  <a:lnTo>
                    <a:pt x="304978" y="1020742"/>
                  </a:lnTo>
                  <a:lnTo>
                    <a:pt x="304957" y="1020762"/>
                  </a:lnTo>
                  <a:lnTo>
                    <a:pt x="304934" y="1020782"/>
                  </a:lnTo>
                  <a:lnTo>
                    <a:pt x="304915" y="1020803"/>
                  </a:lnTo>
                  <a:lnTo>
                    <a:pt x="304888" y="1020827"/>
                  </a:lnTo>
                  <a:lnTo>
                    <a:pt x="304865" y="1020850"/>
                  </a:lnTo>
                  <a:lnTo>
                    <a:pt x="304853" y="1020860"/>
                  </a:lnTo>
                  <a:lnTo>
                    <a:pt x="304831" y="1020873"/>
                  </a:lnTo>
                  <a:lnTo>
                    <a:pt x="304816" y="1020882"/>
                  </a:lnTo>
                  <a:lnTo>
                    <a:pt x="304798" y="1020889"/>
                  </a:lnTo>
                  <a:lnTo>
                    <a:pt x="304781" y="1020899"/>
                  </a:lnTo>
                  <a:lnTo>
                    <a:pt x="304756" y="1020916"/>
                  </a:lnTo>
                  <a:lnTo>
                    <a:pt x="304741" y="1020933"/>
                  </a:lnTo>
                  <a:lnTo>
                    <a:pt x="304717" y="1020962"/>
                  </a:lnTo>
                  <a:lnTo>
                    <a:pt x="304701" y="1020984"/>
                  </a:lnTo>
                  <a:lnTo>
                    <a:pt x="304682" y="1021008"/>
                  </a:lnTo>
                  <a:lnTo>
                    <a:pt x="304668" y="1021024"/>
                  </a:lnTo>
                  <a:lnTo>
                    <a:pt x="304642" y="1021056"/>
                  </a:lnTo>
                  <a:lnTo>
                    <a:pt x="304626" y="1021071"/>
                  </a:lnTo>
                  <a:lnTo>
                    <a:pt x="304620" y="1021078"/>
                  </a:lnTo>
                  <a:lnTo>
                    <a:pt x="304604" y="1021086"/>
                  </a:lnTo>
                  <a:lnTo>
                    <a:pt x="304589" y="1021090"/>
                  </a:lnTo>
                  <a:lnTo>
                    <a:pt x="304575" y="1021093"/>
                  </a:lnTo>
                  <a:lnTo>
                    <a:pt x="304563" y="1021095"/>
                  </a:lnTo>
                  <a:lnTo>
                    <a:pt x="304542" y="1021096"/>
                  </a:lnTo>
                  <a:lnTo>
                    <a:pt x="304519" y="1021096"/>
                  </a:lnTo>
                  <a:lnTo>
                    <a:pt x="304495" y="1021098"/>
                  </a:lnTo>
                  <a:lnTo>
                    <a:pt x="304484" y="1021101"/>
                  </a:lnTo>
                  <a:lnTo>
                    <a:pt x="304482" y="1021107"/>
                  </a:lnTo>
                  <a:lnTo>
                    <a:pt x="304483" y="1021112"/>
                  </a:lnTo>
                  <a:lnTo>
                    <a:pt x="304491" y="1021126"/>
                  </a:lnTo>
                  <a:lnTo>
                    <a:pt x="304499" y="1021141"/>
                  </a:lnTo>
                  <a:lnTo>
                    <a:pt x="304510" y="1021157"/>
                  </a:lnTo>
                  <a:lnTo>
                    <a:pt x="304524" y="1021181"/>
                  </a:lnTo>
                  <a:lnTo>
                    <a:pt x="304544" y="1021207"/>
                  </a:lnTo>
                  <a:lnTo>
                    <a:pt x="304565" y="1021235"/>
                  </a:lnTo>
                  <a:lnTo>
                    <a:pt x="304593" y="1021269"/>
                  </a:lnTo>
                  <a:lnTo>
                    <a:pt x="304609" y="1021291"/>
                  </a:lnTo>
                  <a:lnTo>
                    <a:pt x="304621" y="1021308"/>
                  </a:lnTo>
                  <a:lnTo>
                    <a:pt x="304631" y="1021328"/>
                  </a:lnTo>
                  <a:lnTo>
                    <a:pt x="304638" y="1021345"/>
                  </a:lnTo>
                  <a:lnTo>
                    <a:pt x="304643" y="1021356"/>
                  </a:lnTo>
                  <a:lnTo>
                    <a:pt x="304648" y="1021377"/>
                  </a:lnTo>
                  <a:lnTo>
                    <a:pt x="304654" y="1021406"/>
                  </a:lnTo>
                  <a:lnTo>
                    <a:pt x="304659" y="1021433"/>
                  </a:lnTo>
                  <a:lnTo>
                    <a:pt x="304662" y="1021458"/>
                  </a:lnTo>
                  <a:lnTo>
                    <a:pt x="304663" y="1021488"/>
                  </a:lnTo>
                  <a:lnTo>
                    <a:pt x="304661" y="1021501"/>
                  </a:lnTo>
                  <a:lnTo>
                    <a:pt x="304660" y="1021507"/>
                  </a:lnTo>
                  <a:lnTo>
                    <a:pt x="304655" y="1021520"/>
                  </a:lnTo>
                  <a:lnTo>
                    <a:pt x="304652" y="1021527"/>
                  </a:lnTo>
                  <a:lnTo>
                    <a:pt x="304644" y="1021541"/>
                  </a:lnTo>
                  <a:lnTo>
                    <a:pt x="304634" y="1021557"/>
                  </a:lnTo>
                  <a:lnTo>
                    <a:pt x="304615" y="1021591"/>
                  </a:lnTo>
                  <a:lnTo>
                    <a:pt x="304594" y="1021630"/>
                  </a:lnTo>
                  <a:lnTo>
                    <a:pt x="304584" y="1021646"/>
                  </a:lnTo>
                  <a:lnTo>
                    <a:pt x="304574" y="1021664"/>
                  </a:lnTo>
                  <a:lnTo>
                    <a:pt x="304553" y="1021690"/>
                  </a:lnTo>
                  <a:lnTo>
                    <a:pt x="304539" y="1021709"/>
                  </a:lnTo>
                  <a:lnTo>
                    <a:pt x="304524" y="1021725"/>
                  </a:lnTo>
                  <a:lnTo>
                    <a:pt x="304511" y="1021740"/>
                  </a:lnTo>
                  <a:lnTo>
                    <a:pt x="304496" y="1021758"/>
                  </a:lnTo>
                  <a:lnTo>
                    <a:pt x="304487" y="1021773"/>
                  </a:lnTo>
                  <a:lnTo>
                    <a:pt x="304479" y="1021785"/>
                  </a:lnTo>
                  <a:lnTo>
                    <a:pt x="304471" y="1021793"/>
                  </a:lnTo>
                  <a:lnTo>
                    <a:pt x="304462" y="1021797"/>
                  </a:lnTo>
                  <a:lnTo>
                    <a:pt x="304455" y="1021801"/>
                  </a:lnTo>
                  <a:lnTo>
                    <a:pt x="304442" y="1021805"/>
                  </a:lnTo>
                  <a:lnTo>
                    <a:pt x="304432" y="1021810"/>
                  </a:lnTo>
                  <a:lnTo>
                    <a:pt x="304425" y="1021816"/>
                  </a:lnTo>
                  <a:lnTo>
                    <a:pt x="304423" y="1021822"/>
                  </a:lnTo>
                  <a:lnTo>
                    <a:pt x="304423" y="1021835"/>
                  </a:lnTo>
                  <a:lnTo>
                    <a:pt x="304427" y="1021860"/>
                  </a:lnTo>
                  <a:lnTo>
                    <a:pt x="304428" y="1021891"/>
                  </a:lnTo>
                  <a:lnTo>
                    <a:pt x="304428" y="1021925"/>
                  </a:lnTo>
                  <a:lnTo>
                    <a:pt x="304429" y="1021947"/>
                  </a:lnTo>
                  <a:lnTo>
                    <a:pt x="304432" y="1021963"/>
                  </a:lnTo>
                  <a:lnTo>
                    <a:pt x="304437" y="1021974"/>
                  </a:lnTo>
                  <a:lnTo>
                    <a:pt x="304444" y="1021990"/>
                  </a:lnTo>
                  <a:lnTo>
                    <a:pt x="304459" y="1022020"/>
                  </a:lnTo>
                  <a:lnTo>
                    <a:pt x="304473" y="1022049"/>
                  </a:lnTo>
                  <a:lnTo>
                    <a:pt x="304486" y="1022075"/>
                  </a:lnTo>
                  <a:lnTo>
                    <a:pt x="304495" y="1022091"/>
                  </a:lnTo>
                  <a:lnTo>
                    <a:pt x="304514" y="1022119"/>
                  </a:lnTo>
                  <a:lnTo>
                    <a:pt x="304530" y="1022140"/>
                  </a:lnTo>
                  <a:lnTo>
                    <a:pt x="304545" y="1022155"/>
                  </a:lnTo>
                  <a:lnTo>
                    <a:pt x="304561" y="1022169"/>
                  </a:lnTo>
                  <a:lnTo>
                    <a:pt x="304576" y="1022182"/>
                  </a:lnTo>
                  <a:lnTo>
                    <a:pt x="304580" y="1022191"/>
                  </a:lnTo>
                  <a:lnTo>
                    <a:pt x="304582" y="1022201"/>
                  </a:lnTo>
                  <a:lnTo>
                    <a:pt x="304578" y="1022219"/>
                  </a:lnTo>
                  <a:lnTo>
                    <a:pt x="304578" y="1022232"/>
                  </a:lnTo>
                  <a:lnTo>
                    <a:pt x="304579" y="1022244"/>
                  </a:lnTo>
                  <a:lnTo>
                    <a:pt x="304583" y="1022261"/>
                  </a:lnTo>
                  <a:lnTo>
                    <a:pt x="304589" y="1022278"/>
                  </a:lnTo>
                  <a:lnTo>
                    <a:pt x="304597" y="1022298"/>
                  </a:lnTo>
                  <a:lnTo>
                    <a:pt x="304603" y="1022318"/>
                  </a:lnTo>
                  <a:lnTo>
                    <a:pt x="304609" y="1022337"/>
                  </a:lnTo>
                  <a:lnTo>
                    <a:pt x="304612" y="1022350"/>
                  </a:lnTo>
                  <a:lnTo>
                    <a:pt x="304616" y="1022363"/>
                  </a:lnTo>
                  <a:lnTo>
                    <a:pt x="304622" y="1022376"/>
                  </a:lnTo>
                  <a:lnTo>
                    <a:pt x="304630" y="1022390"/>
                  </a:lnTo>
                  <a:lnTo>
                    <a:pt x="304639" y="1022404"/>
                  </a:lnTo>
                  <a:lnTo>
                    <a:pt x="304642" y="1022418"/>
                  </a:lnTo>
                  <a:lnTo>
                    <a:pt x="304647" y="1022435"/>
                  </a:lnTo>
                  <a:lnTo>
                    <a:pt x="304653" y="1022453"/>
                  </a:lnTo>
                  <a:lnTo>
                    <a:pt x="304654" y="1022463"/>
                  </a:lnTo>
                  <a:lnTo>
                    <a:pt x="304659" y="1022471"/>
                  </a:lnTo>
                  <a:lnTo>
                    <a:pt x="304664" y="1022480"/>
                  </a:lnTo>
                  <a:lnTo>
                    <a:pt x="304673" y="1022495"/>
                  </a:lnTo>
                  <a:lnTo>
                    <a:pt x="304676" y="1022504"/>
                  </a:lnTo>
                  <a:lnTo>
                    <a:pt x="304676" y="1022517"/>
                  </a:lnTo>
                  <a:lnTo>
                    <a:pt x="304676" y="1022528"/>
                  </a:lnTo>
                  <a:lnTo>
                    <a:pt x="304674" y="1022539"/>
                  </a:lnTo>
                  <a:lnTo>
                    <a:pt x="304664" y="1022574"/>
                  </a:lnTo>
                  <a:lnTo>
                    <a:pt x="304660" y="1022597"/>
                  </a:lnTo>
                  <a:lnTo>
                    <a:pt x="304655" y="1022610"/>
                  </a:lnTo>
                  <a:lnTo>
                    <a:pt x="304646" y="1022626"/>
                  </a:lnTo>
                  <a:lnTo>
                    <a:pt x="304638" y="1022647"/>
                  </a:lnTo>
                  <a:lnTo>
                    <a:pt x="304631" y="1022664"/>
                  </a:lnTo>
                  <a:lnTo>
                    <a:pt x="304625" y="1022687"/>
                  </a:lnTo>
                  <a:lnTo>
                    <a:pt x="304623" y="1022705"/>
                  </a:lnTo>
                  <a:lnTo>
                    <a:pt x="304621" y="1022720"/>
                  </a:lnTo>
                  <a:lnTo>
                    <a:pt x="304621" y="1022731"/>
                  </a:lnTo>
                  <a:lnTo>
                    <a:pt x="304622" y="1022750"/>
                  </a:lnTo>
                  <a:lnTo>
                    <a:pt x="304625" y="1022775"/>
                  </a:lnTo>
                  <a:lnTo>
                    <a:pt x="304629" y="1022798"/>
                  </a:lnTo>
                  <a:lnTo>
                    <a:pt x="304633" y="1022820"/>
                  </a:lnTo>
                  <a:lnTo>
                    <a:pt x="304640" y="1022838"/>
                  </a:lnTo>
                  <a:lnTo>
                    <a:pt x="304649" y="1022872"/>
                  </a:lnTo>
                  <a:lnTo>
                    <a:pt x="304658" y="1022906"/>
                  </a:lnTo>
                  <a:lnTo>
                    <a:pt x="304666" y="1022930"/>
                  </a:lnTo>
                  <a:lnTo>
                    <a:pt x="304669" y="1022944"/>
                  </a:lnTo>
                  <a:lnTo>
                    <a:pt x="304670" y="1022951"/>
                  </a:lnTo>
                  <a:lnTo>
                    <a:pt x="304669" y="1022956"/>
                  </a:lnTo>
                  <a:lnTo>
                    <a:pt x="304661" y="1022968"/>
                  </a:lnTo>
                  <a:lnTo>
                    <a:pt x="304656" y="1022981"/>
                  </a:lnTo>
                  <a:lnTo>
                    <a:pt x="304653" y="1022992"/>
                  </a:lnTo>
                  <a:lnTo>
                    <a:pt x="304648" y="1023010"/>
                  </a:lnTo>
                  <a:lnTo>
                    <a:pt x="304645" y="1023024"/>
                  </a:lnTo>
                  <a:lnTo>
                    <a:pt x="304642" y="1023036"/>
                  </a:lnTo>
                  <a:lnTo>
                    <a:pt x="304635" y="1023048"/>
                  </a:lnTo>
                  <a:lnTo>
                    <a:pt x="304627" y="1023056"/>
                  </a:lnTo>
                  <a:lnTo>
                    <a:pt x="304619" y="1023062"/>
                  </a:lnTo>
                  <a:lnTo>
                    <a:pt x="304605" y="1023067"/>
                  </a:lnTo>
                  <a:lnTo>
                    <a:pt x="304584" y="1023072"/>
                  </a:lnTo>
                  <a:lnTo>
                    <a:pt x="304570" y="1023074"/>
                  </a:lnTo>
                  <a:lnTo>
                    <a:pt x="304555" y="1023078"/>
                  </a:lnTo>
                  <a:lnTo>
                    <a:pt x="304551" y="1023080"/>
                  </a:lnTo>
                  <a:lnTo>
                    <a:pt x="304546" y="1023081"/>
                  </a:lnTo>
                  <a:lnTo>
                    <a:pt x="304532" y="1023086"/>
                  </a:lnTo>
                  <a:lnTo>
                    <a:pt x="304521" y="1023092"/>
                  </a:lnTo>
                  <a:lnTo>
                    <a:pt x="304511" y="1023098"/>
                  </a:lnTo>
                  <a:lnTo>
                    <a:pt x="304502" y="1023102"/>
                  </a:lnTo>
                  <a:lnTo>
                    <a:pt x="304490" y="1023106"/>
                  </a:lnTo>
                  <a:lnTo>
                    <a:pt x="304473" y="1023109"/>
                  </a:lnTo>
                  <a:lnTo>
                    <a:pt x="304456" y="1023113"/>
                  </a:lnTo>
                  <a:lnTo>
                    <a:pt x="304431" y="1023119"/>
                  </a:lnTo>
                  <a:lnTo>
                    <a:pt x="304419" y="1023123"/>
                  </a:lnTo>
                  <a:lnTo>
                    <a:pt x="304404" y="1023130"/>
                  </a:lnTo>
                  <a:lnTo>
                    <a:pt x="304395" y="1023136"/>
                  </a:lnTo>
                  <a:lnTo>
                    <a:pt x="304382" y="1023146"/>
                  </a:lnTo>
                  <a:lnTo>
                    <a:pt x="304365" y="1023160"/>
                  </a:lnTo>
                  <a:lnTo>
                    <a:pt x="304336" y="1023184"/>
                  </a:lnTo>
                  <a:lnTo>
                    <a:pt x="304323" y="1023194"/>
                  </a:lnTo>
                  <a:lnTo>
                    <a:pt x="304312" y="1023200"/>
                  </a:lnTo>
                  <a:lnTo>
                    <a:pt x="304297" y="1023209"/>
                  </a:lnTo>
                  <a:lnTo>
                    <a:pt x="304281" y="1023218"/>
                  </a:lnTo>
                  <a:lnTo>
                    <a:pt x="304266" y="1023225"/>
                  </a:lnTo>
                  <a:lnTo>
                    <a:pt x="304244" y="1023234"/>
                  </a:lnTo>
                  <a:lnTo>
                    <a:pt x="304232" y="1023240"/>
                  </a:lnTo>
                  <a:lnTo>
                    <a:pt x="304224" y="1023245"/>
                  </a:lnTo>
                  <a:lnTo>
                    <a:pt x="304203" y="1023265"/>
                  </a:lnTo>
                  <a:lnTo>
                    <a:pt x="304189" y="1023279"/>
                  </a:lnTo>
                  <a:lnTo>
                    <a:pt x="304173" y="1023292"/>
                  </a:lnTo>
                  <a:lnTo>
                    <a:pt x="304161" y="1023300"/>
                  </a:lnTo>
                  <a:lnTo>
                    <a:pt x="304140" y="1023310"/>
                  </a:lnTo>
                  <a:lnTo>
                    <a:pt x="304125" y="1023318"/>
                  </a:lnTo>
                  <a:lnTo>
                    <a:pt x="304114" y="1023326"/>
                  </a:lnTo>
                  <a:lnTo>
                    <a:pt x="304097" y="1023339"/>
                  </a:lnTo>
                  <a:lnTo>
                    <a:pt x="304073" y="1023356"/>
                  </a:lnTo>
                  <a:lnTo>
                    <a:pt x="304052" y="1023371"/>
                  </a:lnTo>
                  <a:lnTo>
                    <a:pt x="304022" y="1023389"/>
                  </a:lnTo>
                  <a:lnTo>
                    <a:pt x="304002" y="1023401"/>
                  </a:lnTo>
                  <a:lnTo>
                    <a:pt x="303981" y="1023412"/>
                  </a:lnTo>
                  <a:lnTo>
                    <a:pt x="303952" y="1023427"/>
                  </a:lnTo>
                  <a:lnTo>
                    <a:pt x="303938" y="1023434"/>
                  </a:lnTo>
                  <a:lnTo>
                    <a:pt x="303922" y="1023441"/>
                  </a:lnTo>
                  <a:lnTo>
                    <a:pt x="303904" y="1023446"/>
                  </a:lnTo>
                  <a:lnTo>
                    <a:pt x="303883" y="1023450"/>
                  </a:lnTo>
                  <a:lnTo>
                    <a:pt x="303868" y="1023453"/>
                  </a:lnTo>
                  <a:lnTo>
                    <a:pt x="303859" y="1023457"/>
                  </a:lnTo>
                  <a:lnTo>
                    <a:pt x="303847" y="1023465"/>
                  </a:lnTo>
                  <a:lnTo>
                    <a:pt x="303831" y="1023479"/>
                  </a:lnTo>
                  <a:lnTo>
                    <a:pt x="303822" y="1023490"/>
                  </a:lnTo>
                  <a:lnTo>
                    <a:pt x="303812" y="1023507"/>
                  </a:lnTo>
                  <a:lnTo>
                    <a:pt x="303801" y="1023525"/>
                  </a:lnTo>
                  <a:lnTo>
                    <a:pt x="303795" y="1023538"/>
                  </a:lnTo>
                  <a:lnTo>
                    <a:pt x="303787" y="1023564"/>
                  </a:lnTo>
                  <a:lnTo>
                    <a:pt x="303781" y="1023591"/>
                  </a:lnTo>
                  <a:lnTo>
                    <a:pt x="303776" y="1023612"/>
                  </a:lnTo>
                  <a:lnTo>
                    <a:pt x="303772" y="1023621"/>
                  </a:lnTo>
                  <a:lnTo>
                    <a:pt x="303767" y="1023629"/>
                  </a:lnTo>
                  <a:lnTo>
                    <a:pt x="303745" y="1023653"/>
                  </a:lnTo>
                  <a:lnTo>
                    <a:pt x="303728" y="1023672"/>
                  </a:lnTo>
                  <a:lnTo>
                    <a:pt x="303707" y="1023694"/>
                  </a:lnTo>
                  <a:lnTo>
                    <a:pt x="303690" y="1023714"/>
                  </a:lnTo>
                  <a:lnTo>
                    <a:pt x="303686" y="1023720"/>
                  </a:lnTo>
                  <a:lnTo>
                    <a:pt x="303685" y="1023728"/>
                  </a:lnTo>
                  <a:lnTo>
                    <a:pt x="303686" y="1023769"/>
                  </a:lnTo>
                  <a:lnTo>
                    <a:pt x="303684" y="1023823"/>
                  </a:lnTo>
                  <a:lnTo>
                    <a:pt x="303680" y="1023867"/>
                  </a:lnTo>
                  <a:lnTo>
                    <a:pt x="303676" y="1023891"/>
                  </a:lnTo>
                  <a:lnTo>
                    <a:pt x="303671" y="1023907"/>
                  </a:lnTo>
                  <a:lnTo>
                    <a:pt x="303666" y="1023926"/>
                  </a:lnTo>
                  <a:lnTo>
                    <a:pt x="303661" y="1023937"/>
                  </a:lnTo>
                  <a:lnTo>
                    <a:pt x="303656" y="1023944"/>
                  </a:lnTo>
                  <a:lnTo>
                    <a:pt x="303648" y="1023949"/>
                  </a:lnTo>
                  <a:lnTo>
                    <a:pt x="303635" y="1023953"/>
                  </a:lnTo>
                  <a:lnTo>
                    <a:pt x="303603" y="1023958"/>
                  </a:lnTo>
                  <a:lnTo>
                    <a:pt x="303587" y="1023961"/>
                  </a:lnTo>
                  <a:lnTo>
                    <a:pt x="303572" y="1023967"/>
                  </a:lnTo>
                  <a:lnTo>
                    <a:pt x="303563" y="1023972"/>
                  </a:lnTo>
                  <a:lnTo>
                    <a:pt x="303552" y="1023980"/>
                  </a:lnTo>
                  <a:lnTo>
                    <a:pt x="303549" y="1023983"/>
                  </a:lnTo>
                  <a:lnTo>
                    <a:pt x="303544" y="1023987"/>
                  </a:lnTo>
                  <a:lnTo>
                    <a:pt x="303531" y="1023999"/>
                  </a:lnTo>
                  <a:lnTo>
                    <a:pt x="303516" y="1024009"/>
                  </a:lnTo>
                  <a:lnTo>
                    <a:pt x="303493" y="1024024"/>
                  </a:lnTo>
                  <a:lnTo>
                    <a:pt x="303479" y="1024029"/>
                  </a:lnTo>
                  <a:lnTo>
                    <a:pt x="303449" y="1024039"/>
                  </a:lnTo>
                  <a:lnTo>
                    <a:pt x="303410" y="1024048"/>
                  </a:lnTo>
                  <a:lnTo>
                    <a:pt x="303370" y="1024057"/>
                  </a:lnTo>
                  <a:lnTo>
                    <a:pt x="303330" y="1024066"/>
                  </a:lnTo>
                  <a:lnTo>
                    <a:pt x="303292" y="1024075"/>
                  </a:lnTo>
                  <a:lnTo>
                    <a:pt x="303257" y="1024087"/>
                  </a:lnTo>
                  <a:lnTo>
                    <a:pt x="303239" y="1024094"/>
                  </a:lnTo>
                  <a:lnTo>
                    <a:pt x="303227" y="1024101"/>
                  </a:lnTo>
                  <a:lnTo>
                    <a:pt x="303218" y="1024110"/>
                  </a:lnTo>
                  <a:lnTo>
                    <a:pt x="303204" y="1024122"/>
                  </a:lnTo>
                  <a:lnTo>
                    <a:pt x="303186" y="1024143"/>
                  </a:lnTo>
                  <a:lnTo>
                    <a:pt x="303168" y="1024166"/>
                  </a:lnTo>
                  <a:lnTo>
                    <a:pt x="303149" y="1024191"/>
                  </a:lnTo>
                  <a:lnTo>
                    <a:pt x="303134" y="1024209"/>
                  </a:lnTo>
                  <a:lnTo>
                    <a:pt x="303125" y="1024219"/>
                  </a:lnTo>
                  <a:lnTo>
                    <a:pt x="303110" y="1024230"/>
                  </a:lnTo>
                  <a:lnTo>
                    <a:pt x="303090" y="1024240"/>
                  </a:lnTo>
                  <a:lnTo>
                    <a:pt x="303062" y="1024251"/>
                  </a:lnTo>
                  <a:lnTo>
                    <a:pt x="303028" y="1024264"/>
                  </a:lnTo>
                  <a:lnTo>
                    <a:pt x="302994" y="1024276"/>
                  </a:lnTo>
                  <a:lnTo>
                    <a:pt x="302958" y="1024289"/>
                  </a:lnTo>
                  <a:lnTo>
                    <a:pt x="302925" y="1024299"/>
                  </a:lnTo>
                  <a:lnTo>
                    <a:pt x="302900" y="1024305"/>
                  </a:lnTo>
                  <a:lnTo>
                    <a:pt x="302887" y="1024310"/>
                  </a:lnTo>
                  <a:lnTo>
                    <a:pt x="302877" y="1024317"/>
                  </a:lnTo>
                  <a:lnTo>
                    <a:pt x="302870" y="1024323"/>
                  </a:lnTo>
                  <a:lnTo>
                    <a:pt x="302865" y="1024331"/>
                  </a:lnTo>
                  <a:lnTo>
                    <a:pt x="302858" y="1024344"/>
                  </a:lnTo>
                  <a:lnTo>
                    <a:pt x="302834" y="1024385"/>
                  </a:lnTo>
                  <a:lnTo>
                    <a:pt x="302807" y="1024434"/>
                  </a:lnTo>
                  <a:lnTo>
                    <a:pt x="302794" y="1024456"/>
                  </a:lnTo>
                  <a:lnTo>
                    <a:pt x="302769" y="1024493"/>
                  </a:lnTo>
                  <a:lnTo>
                    <a:pt x="302749" y="1024520"/>
                  </a:lnTo>
                  <a:lnTo>
                    <a:pt x="302723" y="1024555"/>
                  </a:lnTo>
                  <a:lnTo>
                    <a:pt x="302693" y="1024593"/>
                  </a:lnTo>
                  <a:lnTo>
                    <a:pt x="302674" y="1024618"/>
                  </a:lnTo>
                  <a:lnTo>
                    <a:pt x="302658" y="1024639"/>
                  </a:lnTo>
                  <a:lnTo>
                    <a:pt x="302637" y="1024669"/>
                  </a:lnTo>
                  <a:lnTo>
                    <a:pt x="302612" y="1024706"/>
                  </a:lnTo>
                  <a:lnTo>
                    <a:pt x="302588" y="1024741"/>
                  </a:lnTo>
                  <a:lnTo>
                    <a:pt x="302582" y="1024751"/>
                  </a:lnTo>
                  <a:lnTo>
                    <a:pt x="302579" y="1024755"/>
                  </a:lnTo>
                  <a:lnTo>
                    <a:pt x="302569" y="1024769"/>
                  </a:lnTo>
                  <a:lnTo>
                    <a:pt x="302557" y="1024785"/>
                  </a:lnTo>
                  <a:lnTo>
                    <a:pt x="302550" y="1024795"/>
                  </a:lnTo>
                  <a:lnTo>
                    <a:pt x="302545" y="1024800"/>
                  </a:lnTo>
                  <a:lnTo>
                    <a:pt x="302539" y="1024808"/>
                  </a:lnTo>
                  <a:lnTo>
                    <a:pt x="302513" y="1024835"/>
                  </a:lnTo>
                  <a:lnTo>
                    <a:pt x="302483" y="1024864"/>
                  </a:lnTo>
                  <a:lnTo>
                    <a:pt x="302446" y="1024895"/>
                  </a:lnTo>
                  <a:lnTo>
                    <a:pt x="302409" y="1024928"/>
                  </a:lnTo>
                  <a:lnTo>
                    <a:pt x="302384" y="1024950"/>
                  </a:lnTo>
                  <a:lnTo>
                    <a:pt x="302359" y="1024973"/>
                  </a:lnTo>
                  <a:lnTo>
                    <a:pt x="302332" y="1025001"/>
                  </a:lnTo>
                  <a:lnTo>
                    <a:pt x="302308" y="1025029"/>
                  </a:lnTo>
                  <a:lnTo>
                    <a:pt x="302284" y="1025053"/>
                  </a:lnTo>
                  <a:lnTo>
                    <a:pt x="302281" y="1025058"/>
                  </a:lnTo>
                  <a:lnTo>
                    <a:pt x="302263" y="1025081"/>
                  </a:lnTo>
                  <a:lnTo>
                    <a:pt x="302252" y="1025106"/>
                  </a:lnTo>
                  <a:lnTo>
                    <a:pt x="302246" y="1025117"/>
                  </a:lnTo>
                  <a:lnTo>
                    <a:pt x="302243" y="1025123"/>
                  </a:lnTo>
                  <a:lnTo>
                    <a:pt x="302236" y="1025153"/>
                  </a:lnTo>
                  <a:lnTo>
                    <a:pt x="302232" y="1025167"/>
                  </a:lnTo>
                  <a:lnTo>
                    <a:pt x="302232" y="1025185"/>
                  </a:lnTo>
                  <a:lnTo>
                    <a:pt x="302230" y="1025206"/>
                  </a:lnTo>
                  <a:lnTo>
                    <a:pt x="302229" y="1025214"/>
                  </a:lnTo>
                  <a:lnTo>
                    <a:pt x="302227" y="1025226"/>
                  </a:lnTo>
                  <a:lnTo>
                    <a:pt x="302225" y="1025252"/>
                  </a:lnTo>
                  <a:lnTo>
                    <a:pt x="302224" y="1025346"/>
                  </a:lnTo>
                  <a:lnTo>
                    <a:pt x="302222" y="1025369"/>
                  </a:lnTo>
                  <a:lnTo>
                    <a:pt x="302220" y="1025378"/>
                  </a:lnTo>
                  <a:lnTo>
                    <a:pt x="302216" y="1025388"/>
                  </a:lnTo>
                  <a:lnTo>
                    <a:pt x="302216" y="1025396"/>
                  </a:lnTo>
                  <a:lnTo>
                    <a:pt x="302216" y="1025405"/>
                  </a:lnTo>
                  <a:lnTo>
                    <a:pt x="302214" y="1025414"/>
                  </a:lnTo>
                  <a:lnTo>
                    <a:pt x="302208" y="1025415"/>
                  </a:lnTo>
                  <a:lnTo>
                    <a:pt x="302159" y="1025416"/>
                  </a:lnTo>
                  <a:lnTo>
                    <a:pt x="302122" y="1025416"/>
                  </a:lnTo>
                  <a:lnTo>
                    <a:pt x="302040" y="1025422"/>
                  </a:lnTo>
                  <a:lnTo>
                    <a:pt x="301958" y="1025429"/>
                  </a:lnTo>
                  <a:lnTo>
                    <a:pt x="301942" y="1025430"/>
                  </a:lnTo>
                  <a:lnTo>
                    <a:pt x="301898" y="1025427"/>
                  </a:lnTo>
                  <a:lnTo>
                    <a:pt x="301876" y="1025424"/>
                  </a:lnTo>
                  <a:lnTo>
                    <a:pt x="301855" y="1025420"/>
                  </a:lnTo>
                  <a:lnTo>
                    <a:pt x="301833" y="1025413"/>
                  </a:lnTo>
                  <a:lnTo>
                    <a:pt x="301819" y="1025411"/>
                  </a:lnTo>
                  <a:lnTo>
                    <a:pt x="301791" y="1025410"/>
                  </a:lnTo>
                  <a:lnTo>
                    <a:pt x="301770" y="1025412"/>
                  </a:lnTo>
                  <a:lnTo>
                    <a:pt x="301745" y="1025423"/>
                  </a:lnTo>
                  <a:lnTo>
                    <a:pt x="301714" y="1025440"/>
                  </a:lnTo>
                  <a:lnTo>
                    <a:pt x="301702" y="1025446"/>
                  </a:lnTo>
                  <a:lnTo>
                    <a:pt x="301670" y="1025457"/>
                  </a:lnTo>
                  <a:lnTo>
                    <a:pt x="301660" y="1025461"/>
                  </a:lnTo>
                  <a:lnTo>
                    <a:pt x="301646" y="1025468"/>
                  </a:lnTo>
                  <a:lnTo>
                    <a:pt x="301632" y="1025475"/>
                  </a:lnTo>
                  <a:lnTo>
                    <a:pt x="301620" y="1025479"/>
                  </a:lnTo>
                  <a:lnTo>
                    <a:pt x="301611" y="1025481"/>
                  </a:lnTo>
                  <a:lnTo>
                    <a:pt x="301606" y="1025480"/>
                  </a:lnTo>
                  <a:lnTo>
                    <a:pt x="301600" y="1025477"/>
                  </a:lnTo>
                  <a:lnTo>
                    <a:pt x="301596" y="1025471"/>
                  </a:lnTo>
                  <a:lnTo>
                    <a:pt x="301590" y="1025461"/>
                  </a:lnTo>
                  <a:lnTo>
                    <a:pt x="301585" y="1025452"/>
                  </a:lnTo>
                  <a:lnTo>
                    <a:pt x="301577" y="1025444"/>
                  </a:lnTo>
                  <a:lnTo>
                    <a:pt x="301568" y="1025436"/>
                  </a:lnTo>
                  <a:lnTo>
                    <a:pt x="301545" y="1025420"/>
                  </a:lnTo>
                  <a:lnTo>
                    <a:pt x="301511" y="1025396"/>
                  </a:lnTo>
                  <a:lnTo>
                    <a:pt x="301496" y="1025386"/>
                  </a:lnTo>
                  <a:lnTo>
                    <a:pt x="301473" y="1025372"/>
                  </a:lnTo>
                  <a:lnTo>
                    <a:pt x="301454" y="1025361"/>
                  </a:lnTo>
                  <a:lnTo>
                    <a:pt x="301433" y="1025351"/>
                  </a:lnTo>
                  <a:lnTo>
                    <a:pt x="301418" y="1025345"/>
                  </a:lnTo>
                  <a:lnTo>
                    <a:pt x="301407" y="1025339"/>
                  </a:lnTo>
                  <a:lnTo>
                    <a:pt x="301396" y="1025330"/>
                  </a:lnTo>
                  <a:lnTo>
                    <a:pt x="301374" y="1025309"/>
                  </a:lnTo>
                  <a:lnTo>
                    <a:pt x="301353" y="1025285"/>
                  </a:lnTo>
                  <a:lnTo>
                    <a:pt x="301337" y="1025270"/>
                  </a:lnTo>
                  <a:lnTo>
                    <a:pt x="301326" y="1025261"/>
                  </a:lnTo>
                  <a:lnTo>
                    <a:pt x="301313" y="1025251"/>
                  </a:lnTo>
                  <a:lnTo>
                    <a:pt x="301304" y="1025242"/>
                  </a:lnTo>
                  <a:lnTo>
                    <a:pt x="301297" y="1025231"/>
                  </a:lnTo>
                  <a:lnTo>
                    <a:pt x="301293" y="1025222"/>
                  </a:lnTo>
                  <a:lnTo>
                    <a:pt x="301289" y="1025201"/>
                  </a:lnTo>
                  <a:lnTo>
                    <a:pt x="301288" y="1025184"/>
                  </a:lnTo>
                  <a:lnTo>
                    <a:pt x="301288" y="1025154"/>
                  </a:lnTo>
                  <a:lnTo>
                    <a:pt x="301291" y="1025137"/>
                  </a:lnTo>
                  <a:lnTo>
                    <a:pt x="301296" y="1025118"/>
                  </a:lnTo>
                  <a:lnTo>
                    <a:pt x="301298" y="1025093"/>
                  </a:lnTo>
                  <a:lnTo>
                    <a:pt x="301298" y="1025058"/>
                  </a:lnTo>
                  <a:lnTo>
                    <a:pt x="301297" y="1025048"/>
                  </a:lnTo>
                  <a:lnTo>
                    <a:pt x="301292" y="1025037"/>
                  </a:lnTo>
                  <a:lnTo>
                    <a:pt x="301284" y="1025028"/>
                  </a:lnTo>
                  <a:lnTo>
                    <a:pt x="301270" y="1025017"/>
                  </a:lnTo>
                  <a:lnTo>
                    <a:pt x="301249" y="1025003"/>
                  </a:lnTo>
                  <a:lnTo>
                    <a:pt x="301230" y="1024988"/>
                  </a:lnTo>
                  <a:lnTo>
                    <a:pt x="301214" y="1024974"/>
                  </a:lnTo>
                  <a:lnTo>
                    <a:pt x="301206" y="1024960"/>
                  </a:lnTo>
                  <a:lnTo>
                    <a:pt x="301198" y="1024943"/>
                  </a:lnTo>
                  <a:lnTo>
                    <a:pt x="301192" y="1024935"/>
                  </a:lnTo>
                  <a:lnTo>
                    <a:pt x="301184" y="1024931"/>
                  </a:lnTo>
                  <a:lnTo>
                    <a:pt x="301173" y="1024929"/>
                  </a:lnTo>
                  <a:lnTo>
                    <a:pt x="301151" y="1024930"/>
                  </a:lnTo>
                  <a:lnTo>
                    <a:pt x="301132" y="1024931"/>
                  </a:lnTo>
                  <a:lnTo>
                    <a:pt x="301123" y="1024930"/>
                  </a:lnTo>
                  <a:lnTo>
                    <a:pt x="301109" y="1024929"/>
                  </a:lnTo>
                  <a:lnTo>
                    <a:pt x="301099" y="1024928"/>
                  </a:lnTo>
                  <a:lnTo>
                    <a:pt x="301092" y="1024928"/>
                  </a:lnTo>
                  <a:lnTo>
                    <a:pt x="301086" y="1024930"/>
                  </a:lnTo>
                  <a:lnTo>
                    <a:pt x="301077" y="1024932"/>
                  </a:lnTo>
                  <a:lnTo>
                    <a:pt x="301073" y="1024935"/>
                  </a:lnTo>
                  <a:lnTo>
                    <a:pt x="301067" y="1024941"/>
                  </a:lnTo>
                  <a:lnTo>
                    <a:pt x="301064" y="1024947"/>
                  </a:lnTo>
                  <a:lnTo>
                    <a:pt x="301065" y="1024955"/>
                  </a:lnTo>
                  <a:lnTo>
                    <a:pt x="301067" y="1024962"/>
                  </a:lnTo>
                  <a:lnTo>
                    <a:pt x="301075" y="1024970"/>
                  </a:lnTo>
                  <a:lnTo>
                    <a:pt x="301082" y="1024978"/>
                  </a:lnTo>
                  <a:lnTo>
                    <a:pt x="301086" y="1024987"/>
                  </a:lnTo>
                  <a:lnTo>
                    <a:pt x="301089" y="1025007"/>
                  </a:lnTo>
                  <a:lnTo>
                    <a:pt x="301092" y="1025022"/>
                  </a:lnTo>
                  <a:lnTo>
                    <a:pt x="301095" y="1025034"/>
                  </a:lnTo>
                  <a:lnTo>
                    <a:pt x="301105" y="1025055"/>
                  </a:lnTo>
                  <a:lnTo>
                    <a:pt x="301111" y="1025073"/>
                  </a:lnTo>
                  <a:lnTo>
                    <a:pt x="301113" y="1025083"/>
                  </a:lnTo>
                  <a:lnTo>
                    <a:pt x="301113" y="1025101"/>
                  </a:lnTo>
                  <a:lnTo>
                    <a:pt x="301111" y="1025110"/>
                  </a:lnTo>
                  <a:lnTo>
                    <a:pt x="301108" y="1025118"/>
                  </a:lnTo>
                  <a:lnTo>
                    <a:pt x="301100" y="1025133"/>
                  </a:lnTo>
                  <a:lnTo>
                    <a:pt x="301097" y="1025144"/>
                  </a:lnTo>
                  <a:lnTo>
                    <a:pt x="301088" y="1025150"/>
                  </a:lnTo>
                  <a:lnTo>
                    <a:pt x="301080" y="1025149"/>
                  </a:lnTo>
                  <a:lnTo>
                    <a:pt x="301067" y="1025145"/>
                  </a:lnTo>
                  <a:lnTo>
                    <a:pt x="301028" y="1025141"/>
                  </a:lnTo>
                  <a:lnTo>
                    <a:pt x="300999" y="1025146"/>
                  </a:lnTo>
                  <a:lnTo>
                    <a:pt x="300945" y="1025150"/>
                  </a:lnTo>
                  <a:lnTo>
                    <a:pt x="300882" y="1025153"/>
                  </a:lnTo>
                  <a:lnTo>
                    <a:pt x="300815" y="1025151"/>
                  </a:lnTo>
                  <a:lnTo>
                    <a:pt x="300768" y="1025151"/>
                  </a:lnTo>
                  <a:lnTo>
                    <a:pt x="300727" y="1025152"/>
                  </a:lnTo>
                  <a:lnTo>
                    <a:pt x="300694" y="1025157"/>
                  </a:lnTo>
                  <a:lnTo>
                    <a:pt x="300644" y="1025165"/>
                  </a:lnTo>
                  <a:lnTo>
                    <a:pt x="300634" y="1025170"/>
                  </a:lnTo>
                  <a:lnTo>
                    <a:pt x="300613" y="1025180"/>
                  </a:lnTo>
                  <a:lnTo>
                    <a:pt x="300581" y="1025202"/>
                  </a:lnTo>
                  <a:lnTo>
                    <a:pt x="300554" y="1025222"/>
                  </a:lnTo>
                  <a:lnTo>
                    <a:pt x="300517" y="1025256"/>
                  </a:lnTo>
                  <a:lnTo>
                    <a:pt x="300485" y="1025289"/>
                  </a:lnTo>
                  <a:lnTo>
                    <a:pt x="300464" y="1025307"/>
                  </a:lnTo>
                  <a:lnTo>
                    <a:pt x="300449" y="1025318"/>
                  </a:lnTo>
                  <a:lnTo>
                    <a:pt x="300445" y="1025319"/>
                  </a:lnTo>
                  <a:lnTo>
                    <a:pt x="300391" y="1025319"/>
                  </a:lnTo>
                  <a:lnTo>
                    <a:pt x="300336" y="1025318"/>
                  </a:lnTo>
                  <a:lnTo>
                    <a:pt x="300330" y="1025318"/>
                  </a:lnTo>
                  <a:lnTo>
                    <a:pt x="300309" y="1025323"/>
                  </a:lnTo>
                  <a:lnTo>
                    <a:pt x="300276" y="1025329"/>
                  </a:lnTo>
                  <a:lnTo>
                    <a:pt x="300250" y="1025333"/>
                  </a:lnTo>
                  <a:lnTo>
                    <a:pt x="300224" y="1025333"/>
                  </a:lnTo>
                  <a:lnTo>
                    <a:pt x="300199" y="1025329"/>
                  </a:lnTo>
                  <a:lnTo>
                    <a:pt x="300180" y="1025323"/>
                  </a:lnTo>
                  <a:lnTo>
                    <a:pt x="300161" y="1025318"/>
                  </a:lnTo>
                  <a:lnTo>
                    <a:pt x="300147" y="1025315"/>
                  </a:lnTo>
                  <a:lnTo>
                    <a:pt x="300126" y="1025314"/>
                  </a:lnTo>
                  <a:lnTo>
                    <a:pt x="300105" y="1025314"/>
                  </a:lnTo>
                  <a:lnTo>
                    <a:pt x="300076" y="1025315"/>
                  </a:lnTo>
                  <a:lnTo>
                    <a:pt x="300066" y="1025317"/>
                  </a:lnTo>
                  <a:lnTo>
                    <a:pt x="300047" y="1025320"/>
                  </a:lnTo>
                  <a:lnTo>
                    <a:pt x="300001" y="1025322"/>
                  </a:lnTo>
                  <a:lnTo>
                    <a:pt x="299907" y="1025323"/>
                  </a:lnTo>
                  <a:lnTo>
                    <a:pt x="299871" y="1025323"/>
                  </a:lnTo>
                  <a:lnTo>
                    <a:pt x="299848" y="1025323"/>
                  </a:lnTo>
                  <a:lnTo>
                    <a:pt x="299843" y="1025324"/>
                  </a:lnTo>
                  <a:lnTo>
                    <a:pt x="299833" y="1025329"/>
                  </a:lnTo>
                  <a:lnTo>
                    <a:pt x="299803" y="1025350"/>
                  </a:lnTo>
                  <a:lnTo>
                    <a:pt x="299782" y="1025365"/>
                  </a:lnTo>
                  <a:lnTo>
                    <a:pt x="299764" y="1025374"/>
                  </a:lnTo>
                  <a:lnTo>
                    <a:pt x="299751" y="1025377"/>
                  </a:lnTo>
                  <a:lnTo>
                    <a:pt x="299736" y="1025380"/>
                  </a:lnTo>
                  <a:lnTo>
                    <a:pt x="299705" y="1025380"/>
                  </a:lnTo>
                  <a:lnTo>
                    <a:pt x="299684" y="1025382"/>
                  </a:lnTo>
                  <a:lnTo>
                    <a:pt x="299676" y="1025385"/>
                  </a:lnTo>
                  <a:lnTo>
                    <a:pt x="299661" y="1025391"/>
                  </a:lnTo>
                  <a:lnTo>
                    <a:pt x="299641" y="1025401"/>
                  </a:lnTo>
                  <a:lnTo>
                    <a:pt x="299626" y="1025410"/>
                  </a:lnTo>
                  <a:lnTo>
                    <a:pt x="299601" y="1025427"/>
                  </a:lnTo>
                  <a:lnTo>
                    <a:pt x="299585" y="1025440"/>
                  </a:lnTo>
                  <a:lnTo>
                    <a:pt x="299570" y="1025450"/>
                  </a:lnTo>
                  <a:lnTo>
                    <a:pt x="299554" y="1025458"/>
                  </a:lnTo>
                  <a:lnTo>
                    <a:pt x="299540" y="1025463"/>
                  </a:lnTo>
                  <a:lnTo>
                    <a:pt x="299523" y="1025467"/>
                  </a:lnTo>
                  <a:lnTo>
                    <a:pt x="299505" y="1025470"/>
                  </a:lnTo>
                  <a:lnTo>
                    <a:pt x="299467" y="1025465"/>
                  </a:lnTo>
                  <a:lnTo>
                    <a:pt x="299451" y="1025463"/>
                  </a:lnTo>
                  <a:lnTo>
                    <a:pt x="299429" y="1025462"/>
                  </a:lnTo>
                  <a:lnTo>
                    <a:pt x="299411" y="1025463"/>
                  </a:lnTo>
                  <a:lnTo>
                    <a:pt x="299391" y="1025465"/>
                  </a:lnTo>
                  <a:lnTo>
                    <a:pt x="299361" y="1025472"/>
                  </a:lnTo>
                  <a:lnTo>
                    <a:pt x="299348" y="1025476"/>
                  </a:lnTo>
                  <a:lnTo>
                    <a:pt x="299326" y="1025477"/>
                  </a:lnTo>
                  <a:lnTo>
                    <a:pt x="299313" y="1025477"/>
                  </a:lnTo>
                  <a:lnTo>
                    <a:pt x="299307" y="1025478"/>
                  </a:lnTo>
                  <a:lnTo>
                    <a:pt x="299302" y="1025480"/>
                  </a:lnTo>
                  <a:lnTo>
                    <a:pt x="299299" y="1025486"/>
                  </a:lnTo>
                  <a:lnTo>
                    <a:pt x="299295" y="1025497"/>
                  </a:lnTo>
                  <a:lnTo>
                    <a:pt x="299289" y="1025526"/>
                  </a:lnTo>
                  <a:lnTo>
                    <a:pt x="299284" y="1025553"/>
                  </a:lnTo>
                  <a:lnTo>
                    <a:pt x="299277" y="1025611"/>
                  </a:lnTo>
                  <a:lnTo>
                    <a:pt x="299270" y="1025663"/>
                  </a:lnTo>
                  <a:lnTo>
                    <a:pt x="299267" y="1025699"/>
                  </a:lnTo>
                  <a:lnTo>
                    <a:pt x="299268" y="1025727"/>
                  </a:lnTo>
                  <a:lnTo>
                    <a:pt x="299271" y="1025740"/>
                  </a:lnTo>
                  <a:lnTo>
                    <a:pt x="299279" y="1025761"/>
                  </a:lnTo>
                  <a:lnTo>
                    <a:pt x="299285" y="1025773"/>
                  </a:lnTo>
                  <a:lnTo>
                    <a:pt x="299295" y="1025787"/>
                  </a:lnTo>
                  <a:lnTo>
                    <a:pt x="299307" y="1025800"/>
                  </a:lnTo>
                  <a:lnTo>
                    <a:pt x="299329" y="1025820"/>
                  </a:lnTo>
                  <a:lnTo>
                    <a:pt x="299343" y="1025830"/>
                  </a:lnTo>
                  <a:lnTo>
                    <a:pt x="299360" y="1025842"/>
                  </a:lnTo>
                  <a:lnTo>
                    <a:pt x="299378" y="1025856"/>
                  </a:lnTo>
                  <a:lnTo>
                    <a:pt x="299387" y="1025866"/>
                  </a:lnTo>
                  <a:lnTo>
                    <a:pt x="299397" y="1025879"/>
                  </a:lnTo>
                  <a:lnTo>
                    <a:pt x="299417" y="1025909"/>
                  </a:lnTo>
                  <a:lnTo>
                    <a:pt x="299460" y="1025982"/>
                  </a:lnTo>
                  <a:lnTo>
                    <a:pt x="299483" y="1026019"/>
                  </a:lnTo>
                  <a:lnTo>
                    <a:pt x="299513" y="1026060"/>
                  </a:lnTo>
                  <a:lnTo>
                    <a:pt x="299534" y="1026089"/>
                  </a:lnTo>
                  <a:lnTo>
                    <a:pt x="299551" y="1026107"/>
                  </a:lnTo>
                  <a:lnTo>
                    <a:pt x="299564" y="1026122"/>
                  </a:lnTo>
                  <a:lnTo>
                    <a:pt x="299583" y="1026137"/>
                  </a:lnTo>
                  <a:lnTo>
                    <a:pt x="299618" y="1026160"/>
                  </a:lnTo>
                  <a:lnTo>
                    <a:pt x="299645" y="1026175"/>
                  </a:lnTo>
                  <a:lnTo>
                    <a:pt x="299673" y="1026190"/>
                  </a:lnTo>
                  <a:lnTo>
                    <a:pt x="299703" y="1026204"/>
                  </a:lnTo>
                  <a:lnTo>
                    <a:pt x="299718" y="1026209"/>
                  </a:lnTo>
                  <a:lnTo>
                    <a:pt x="299750" y="1026219"/>
                  </a:lnTo>
                  <a:lnTo>
                    <a:pt x="299785" y="1026227"/>
                  </a:lnTo>
                  <a:lnTo>
                    <a:pt x="299821" y="1026238"/>
                  </a:lnTo>
                  <a:lnTo>
                    <a:pt x="299842" y="1026246"/>
                  </a:lnTo>
                  <a:lnTo>
                    <a:pt x="299855" y="1026263"/>
                  </a:lnTo>
                  <a:lnTo>
                    <a:pt x="299870" y="1026289"/>
                  </a:lnTo>
                  <a:lnTo>
                    <a:pt x="299899" y="1026357"/>
                  </a:lnTo>
                  <a:lnTo>
                    <a:pt x="299917" y="1026399"/>
                  </a:lnTo>
                  <a:lnTo>
                    <a:pt x="299928" y="1026427"/>
                  </a:lnTo>
                  <a:lnTo>
                    <a:pt x="299933" y="1026441"/>
                  </a:lnTo>
                  <a:lnTo>
                    <a:pt x="299945" y="1026456"/>
                  </a:lnTo>
                  <a:lnTo>
                    <a:pt x="299963" y="1026473"/>
                  </a:lnTo>
                  <a:lnTo>
                    <a:pt x="299987" y="1026489"/>
                  </a:lnTo>
                  <a:lnTo>
                    <a:pt x="300016" y="1026506"/>
                  </a:lnTo>
                  <a:lnTo>
                    <a:pt x="300035" y="1026516"/>
                  </a:lnTo>
                  <a:lnTo>
                    <a:pt x="300049" y="1026529"/>
                  </a:lnTo>
                  <a:lnTo>
                    <a:pt x="300062" y="1026548"/>
                  </a:lnTo>
                  <a:lnTo>
                    <a:pt x="300072" y="1026565"/>
                  </a:lnTo>
                  <a:lnTo>
                    <a:pt x="300083" y="1026587"/>
                  </a:lnTo>
                  <a:lnTo>
                    <a:pt x="300091" y="1026601"/>
                  </a:lnTo>
                  <a:lnTo>
                    <a:pt x="300102" y="1026619"/>
                  </a:lnTo>
                  <a:lnTo>
                    <a:pt x="300114" y="1026631"/>
                  </a:lnTo>
                  <a:lnTo>
                    <a:pt x="300127" y="1026641"/>
                  </a:lnTo>
                  <a:lnTo>
                    <a:pt x="300143" y="1026650"/>
                  </a:lnTo>
                  <a:lnTo>
                    <a:pt x="300154" y="1026653"/>
                  </a:lnTo>
                  <a:lnTo>
                    <a:pt x="300167" y="1026654"/>
                  </a:lnTo>
                  <a:lnTo>
                    <a:pt x="300197" y="1026654"/>
                  </a:lnTo>
                  <a:lnTo>
                    <a:pt x="300207" y="1026655"/>
                  </a:lnTo>
                  <a:lnTo>
                    <a:pt x="300215" y="1026659"/>
                  </a:lnTo>
                  <a:lnTo>
                    <a:pt x="300231" y="1026670"/>
                  </a:lnTo>
                  <a:lnTo>
                    <a:pt x="300253" y="1026692"/>
                  </a:lnTo>
                  <a:lnTo>
                    <a:pt x="300271" y="1026717"/>
                  </a:lnTo>
                  <a:lnTo>
                    <a:pt x="300290" y="1026747"/>
                  </a:lnTo>
                  <a:lnTo>
                    <a:pt x="300293" y="1026754"/>
                  </a:lnTo>
                  <a:lnTo>
                    <a:pt x="300295" y="1026777"/>
                  </a:lnTo>
                  <a:lnTo>
                    <a:pt x="300295" y="1026801"/>
                  </a:lnTo>
                  <a:lnTo>
                    <a:pt x="300296" y="1026833"/>
                  </a:lnTo>
                  <a:lnTo>
                    <a:pt x="300298" y="1026855"/>
                  </a:lnTo>
                  <a:lnTo>
                    <a:pt x="300304" y="1026886"/>
                  </a:lnTo>
                  <a:lnTo>
                    <a:pt x="300316" y="1026924"/>
                  </a:lnTo>
                  <a:lnTo>
                    <a:pt x="300327" y="1026943"/>
                  </a:lnTo>
                  <a:lnTo>
                    <a:pt x="300342" y="1026971"/>
                  </a:lnTo>
                  <a:lnTo>
                    <a:pt x="300360" y="1027004"/>
                  </a:lnTo>
                  <a:lnTo>
                    <a:pt x="300377" y="1027032"/>
                  </a:lnTo>
                  <a:lnTo>
                    <a:pt x="300390" y="1027051"/>
                  </a:lnTo>
                  <a:lnTo>
                    <a:pt x="300411" y="1027078"/>
                  </a:lnTo>
                  <a:lnTo>
                    <a:pt x="300437" y="1027106"/>
                  </a:lnTo>
                  <a:lnTo>
                    <a:pt x="300461" y="1027127"/>
                  </a:lnTo>
                  <a:lnTo>
                    <a:pt x="300479" y="1027138"/>
                  </a:lnTo>
                  <a:lnTo>
                    <a:pt x="300495" y="1027146"/>
                  </a:lnTo>
                  <a:lnTo>
                    <a:pt x="300522" y="1027154"/>
                  </a:lnTo>
                  <a:lnTo>
                    <a:pt x="300542" y="1027160"/>
                  </a:lnTo>
                  <a:lnTo>
                    <a:pt x="300561" y="1027164"/>
                  </a:lnTo>
                  <a:lnTo>
                    <a:pt x="300569" y="1027165"/>
                  </a:lnTo>
                  <a:lnTo>
                    <a:pt x="300574" y="1027169"/>
                  </a:lnTo>
                  <a:lnTo>
                    <a:pt x="300570" y="1027188"/>
                  </a:lnTo>
                  <a:lnTo>
                    <a:pt x="300561" y="1027208"/>
                  </a:lnTo>
                  <a:lnTo>
                    <a:pt x="300553" y="1027219"/>
                  </a:lnTo>
                  <a:lnTo>
                    <a:pt x="300532" y="1027240"/>
                  </a:lnTo>
                  <a:lnTo>
                    <a:pt x="300521" y="1027256"/>
                  </a:lnTo>
                  <a:lnTo>
                    <a:pt x="300508" y="1027277"/>
                  </a:lnTo>
                  <a:lnTo>
                    <a:pt x="300507" y="1027284"/>
                  </a:lnTo>
                  <a:lnTo>
                    <a:pt x="300507" y="1027297"/>
                  </a:lnTo>
                  <a:lnTo>
                    <a:pt x="300516" y="1027346"/>
                  </a:lnTo>
                  <a:lnTo>
                    <a:pt x="300518" y="1027374"/>
                  </a:lnTo>
                  <a:lnTo>
                    <a:pt x="300516" y="1027390"/>
                  </a:lnTo>
                  <a:lnTo>
                    <a:pt x="300510" y="1027404"/>
                  </a:lnTo>
                  <a:lnTo>
                    <a:pt x="300499" y="1027420"/>
                  </a:lnTo>
                  <a:lnTo>
                    <a:pt x="300486" y="1027433"/>
                  </a:lnTo>
                  <a:lnTo>
                    <a:pt x="300473" y="1027441"/>
                  </a:lnTo>
                  <a:lnTo>
                    <a:pt x="300460" y="1027450"/>
                  </a:lnTo>
                  <a:lnTo>
                    <a:pt x="300450" y="1027457"/>
                  </a:lnTo>
                  <a:lnTo>
                    <a:pt x="300435" y="1027463"/>
                  </a:lnTo>
                  <a:lnTo>
                    <a:pt x="300424" y="1027468"/>
                  </a:lnTo>
                  <a:lnTo>
                    <a:pt x="300414" y="1027474"/>
                  </a:lnTo>
                  <a:lnTo>
                    <a:pt x="300404" y="1027483"/>
                  </a:lnTo>
                  <a:lnTo>
                    <a:pt x="300396" y="1027494"/>
                  </a:lnTo>
                  <a:lnTo>
                    <a:pt x="300388" y="1027500"/>
                  </a:lnTo>
                  <a:lnTo>
                    <a:pt x="300377" y="1027505"/>
                  </a:lnTo>
                  <a:lnTo>
                    <a:pt x="300366" y="1027506"/>
                  </a:lnTo>
                  <a:lnTo>
                    <a:pt x="300360" y="1027508"/>
                  </a:lnTo>
                  <a:lnTo>
                    <a:pt x="300365" y="1027523"/>
                  </a:lnTo>
                  <a:lnTo>
                    <a:pt x="300376" y="1027546"/>
                  </a:lnTo>
                  <a:lnTo>
                    <a:pt x="300384" y="1027571"/>
                  </a:lnTo>
                  <a:lnTo>
                    <a:pt x="300396" y="1027598"/>
                  </a:lnTo>
                  <a:lnTo>
                    <a:pt x="300411" y="1027622"/>
                  </a:lnTo>
                  <a:lnTo>
                    <a:pt x="300428" y="1027651"/>
                  </a:lnTo>
                  <a:lnTo>
                    <a:pt x="300475" y="1027722"/>
                  </a:lnTo>
                  <a:lnTo>
                    <a:pt x="300502" y="1027771"/>
                  </a:lnTo>
                  <a:lnTo>
                    <a:pt x="300522" y="1027817"/>
                  </a:lnTo>
                  <a:lnTo>
                    <a:pt x="300532" y="1027848"/>
                  </a:lnTo>
                  <a:lnTo>
                    <a:pt x="300532" y="1027896"/>
                  </a:lnTo>
                  <a:lnTo>
                    <a:pt x="300532" y="1027950"/>
                  </a:lnTo>
                  <a:lnTo>
                    <a:pt x="300528" y="1027973"/>
                  </a:lnTo>
                  <a:lnTo>
                    <a:pt x="300521" y="1028006"/>
                  </a:lnTo>
                  <a:lnTo>
                    <a:pt x="300514" y="1028028"/>
                  </a:lnTo>
                  <a:lnTo>
                    <a:pt x="300496" y="1028102"/>
                  </a:lnTo>
                  <a:lnTo>
                    <a:pt x="300484" y="1028143"/>
                  </a:lnTo>
                  <a:lnTo>
                    <a:pt x="300476" y="1028184"/>
                  </a:lnTo>
                  <a:lnTo>
                    <a:pt x="300475" y="1028213"/>
                  </a:lnTo>
                  <a:lnTo>
                    <a:pt x="300478" y="1028235"/>
                  </a:lnTo>
                  <a:lnTo>
                    <a:pt x="300479" y="1028252"/>
                  </a:lnTo>
                  <a:lnTo>
                    <a:pt x="300486" y="1028289"/>
                  </a:lnTo>
                  <a:lnTo>
                    <a:pt x="300493" y="1028327"/>
                  </a:lnTo>
                  <a:lnTo>
                    <a:pt x="300494" y="1028336"/>
                  </a:lnTo>
                  <a:lnTo>
                    <a:pt x="300494" y="1028357"/>
                  </a:lnTo>
                  <a:lnTo>
                    <a:pt x="300497" y="1028369"/>
                  </a:lnTo>
                  <a:lnTo>
                    <a:pt x="300517" y="1028408"/>
                  </a:lnTo>
                  <a:lnTo>
                    <a:pt x="300523" y="1028433"/>
                  </a:lnTo>
                  <a:lnTo>
                    <a:pt x="300524" y="1028458"/>
                  </a:lnTo>
                  <a:lnTo>
                    <a:pt x="300524" y="1028466"/>
                  </a:lnTo>
                  <a:lnTo>
                    <a:pt x="300519" y="1028492"/>
                  </a:lnTo>
                  <a:lnTo>
                    <a:pt x="300513" y="1028504"/>
                  </a:lnTo>
                  <a:lnTo>
                    <a:pt x="300508" y="1028511"/>
                  </a:lnTo>
                  <a:lnTo>
                    <a:pt x="300488" y="1028548"/>
                  </a:lnTo>
                  <a:lnTo>
                    <a:pt x="300462" y="1028591"/>
                  </a:lnTo>
                  <a:lnTo>
                    <a:pt x="300433" y="1028638"/>
                  </a:lnTo>
                  <a:lnTo>
                    <a:pt x="300416" y="1028663"/>
                  </a:lnTo>
                  <a:lnTo>
                    <a:pt x="300408" y="1028674"/>
                  </a:lnTo>
                  <a:lnTo>
                    <a:pt x="300407" y="1028679"/>
                  </a:lnTo>
                  <a:lnTo>
                    <a:pt x="300424" y="1028697"/>
                  </a:lnTo>
                  <a:lnTo>
                    <a:pt x="300436" y="1028717"/>
                  </a:lnTo>
                  <a:lnTo>
                    <a:pt x="300461" y="1028760"/>
                  </a:lnTo>
                  <a:lnTo>
                    <a:pt x="300484" y="1028792"/>
                  </a:lnTo>
                  <a:lnTo>
                    <a:pt x="300506" y="1028817"/>
                  </a:lnTo>
                  <a:lnTo>
                    <a:pt x="300523" y="1028830"/>
                  </a:lnTo>
                  <a:lnTo>
                    <a:pt x="300539" y="1028839"/>
                  </a:lnTo>
                  <a:lnTo>
                    <a:pt x="300544" y="1028843"/>
                  </a:lnTo>
                  <a:lnTo>
                    <a:pt x="300547" y="1028850"/>
                  </a:lnTo>
                  <a:lnTo>
                    <a:pt x="300546" y="1028856"/>
                  </a:lnTo>
                  <a:lnTo>
                    <a:pt x="300543" y="1028863"/>
                  </a:lnTo>
                  <a:lnTo>
                    <a:pt x="300536" y="1028874"/>
                  </a:lnTo>
                  <a:lnTo>
                    <a:pt x="300528" y="1028883"/>
                  </a:lnTo>
                  <a:lnTo>
                    <a:pt x="300503" y="1028903"/>
                  </a:lnTo>
                  <a:lnTo>
                    <a:pt x="300487" y="1028917"/>
                  </a:lnTo>
                  <a:lnTo>
                    <a:pt x="300485" y="1028922"/>
                  </a:lnTo>
                  <a:lnTo>
                    <a:pt x="300486" y="1028946"/>
                  </a:lnTo>
                  <a:lnTo>
                    <a:pt x="300487" y="1028983"/>
                  </a:lnTo>
                  <a:lnTo>
                    <a:pt x="300481" y="1029019"/>
                  </a:lnTo>
                  <a:lnTo>
                    <a:pt x="300475" y="1029052"/>
                  </a:lnTo>
                  <a:lnTo>
                    <a:pt x="300469" y="1029064"/>
                  </a:lnTo>
                  <a:lnTo>
                    <a:pt x="300461" y="1029075"/>
                  </a:lnTo>
                  <a:lnTo>
                    <a:pt x="300436" y="1029098"/>
                  </a:lnTo>
                  <a:lnTo>
                    <a:pt x="300410" y="1029115"/>
                  </a:lnTo>
                  <a:lnTo>
                    <a:pt x="300385" y="1029129"/>
                  </a:lnTo>
                  <a:lnTo>
                    <a:pt x="300358" y="1029142"/>
                  </a:lnTo>
                  <a:lnTo>
                    <a:pt x="300332" y="1029151"/>
                  </a:lnTo>
                  <a:lnTo>
                    <a:pt x="300314" y="1029157"/>
                  </a:lnTo>
                  <a:lnTo>
                    <a:pt x="300304" y="1029166"/>
                  </a:lnTo>
                  <a:lnTo>
                    <a:pt x="300277" y="1029183"/>
                  </a:lnTo>
                  <a:lnTo>
                    <a:pt x="300252" y="1029196"/>
                  </a:lnTo>
                  <a:lnTo>
                    <a:pt x="300232" y="1029206"/>
                  </a:lnTo>
                  <a:lnTo>
                    <a:pt x="300211" y="1029216"/>
                  </a:lnTo>
                  <a:lnTo>
                    <a:pt x="300196" y="1029229"/>
                  </a:lnTo>
                  <a:lnTo>
                    <a:pt x="300179" y="1029252"/>
                  </a:lnTo>
                  <a:lnTo>
                    <a:pt x="300150" y="1029293"/>
                  </a:lnTo>
                  <a:lnTo>
                    <a:pt x="300136" y="1029315"/>
                  </a:lnTo>
                  <a:lnTo>
                    <a:pt x="300130" y="1029334"/>
                  </a:lnTo>
                  <a:lnTo>
                    <a:pt x="300124" y="1029363"/>
                  </a:lnTo>
                  <a:lnTo>
                    <a:pt x="300117" y="1029390"/>
                  </a:lnTo>
                  <a:lnTo>
                    <a:pt x="300110" y="1029416"/>
                  </a:lnTo>
                  <a:lnTo>
                    <a:pt x="300097" y="1029445"/>
                  </a:lnTo>
                  <a:lnTo>
                    <a:pt x="300068" y="1029488"/>
                  </a:lnTo>
                  <a:lnTo>
                    <a:pt x="300053" y="1029507"/>
                  </a:lnTo>
                  <a:lnTo>
                    <a:pt x="300047" y="1029511"/>
                  </a:lnTo>
                  <a:lnTo>
                    <a:pt x="300036" y="1029517"/>
                  </a:lnTo>
                  <a:lnTo>
                    <a:pt x="300016" y="1029525"/>
                  </a:lnTo>
                  <a:lnTo>
                    <a:pt x="300001" y="1029528"/>
                  </a:lnTo>
                  <a:lnTo>
                    <a:pt x="299989" y="1029529"/>
                  </a:lnTo>
                  <a:lnTo>
                    <a:pt x="299983" y="1029532"/>
                  </a:lnTo>
                  <a:lnTo>
                    <a:pt x="299985" y="1029549"/>
                  </a:lnTo>
                  <a:lnTo>
                    <a:pt x="299983" y="1029587"/>
                  </a:lnTo>
                  <a:lnTo>
                    <a:pt x="299977" y="1029625"/>
                  </a:lnTo>
                  <a:lnTo>
                    <a:pt x="299973" y="1029641"/>
                  </a:lnTo>
                  <a:lnTo>
                    <a:pt x="299964" y="1029664"/>
                  </a:lnTo>
                  <a:lnTo>
                    <a:pt x="299959" y="1029680"/>
                  </a:lnTo>
                  <a:lnTo>
                    <a:pt x="299959" y="1029711"/>
                  </a:lnTo>
                  <a:lnTo>
                    <a:pt x="299956" y="1029728"/>
                  </a:lnTo>
                  <a:lnTo>
                    <a:pt x="299953" y="1029736"/>
                  </a:lnTo>
                  <a:lnTo>
                    <a:pt x="299942" y="1029752"/>
                  </a:lnTo>
                  <a:lnTo>
                    <a:pt x="299921" y="1029779"/>
                  </a:lnTo>
                  <a:lnTo>
                    <a:pt x="299889" y="1029831"/>
                  </a:lnTo>
                  <a:lnTo>
                    <a:pt x="299868" y="1029871"/>
                  </a:lnTo>
                  <a:lnTo>
                    <a:pt x="299861" y="1029886"/>
                  </a:lnTo>
                  <a:lnTo>
                    <a:pt x="299861" y="1029896"/>
                  </a:lnTo>
                  <a:lnTo>
                    <a:pt x="299863" y="1029909"/>
                  </a:lnTo>
                  <a:lnTo>
                    <a:pt x="299873" y="1029946"/>
                  </a:lnTo>
                  <a:lnTo>
                    <a:pt x="299881" y="1030005"/>
                  </a:lnTo>
                  <a:lnTo>
                    <a:pt x="299884" y="1030092"/>
                  </a:lnTo>
                  <a:lnTo>
                    <a:pt x="299883" y="1030151"/>
                  </a:lnTo>
                  <a:lnTo>
                    <a:pt x="299866" y="1030158"/>
                  </a:lnTo>
                  <a:lnTo>
                    <a:pt x="299830" y="1030165"/>
                  </a:lnTo>
                  <a:lnTo>
                    <a:pt x="299798" y="1030170"/>
                  </a:lnTo>
                  <a:lnTo>
                    <a:pt x="299771" y="1030173"/>
                  </a:lnTo>
                  <a:lnTo>
                    <a:pt x="299749" y="1030177"/>
                  </a:lnTo>
                  <a:lnTo>
                    <a:pt x="299738" y="1030180"/>
                  </a:lnTo>
                  <a:lnTo>
                    <a:pt x="299697" y="1030199"/>
                  </a:lnTo>
                  <a:lnTo>
                    <a:pt x="299666" y="1030211"/>
                  </a:lnTo>
                  <a:lnTo>
                    <a:pt x="299645" y="1030219"/>
                  </a:lnTo>
                  <a:lnTo>
                    <a:pt x="299599" y="1030226"/>
                  </a:lnTo>
                  <a:lnTo>
                    <a:pt x="299588" y="1030230"/>
                  </a:lnTo>
                  <a:lnTo>
                    <a:pt x="299584" y="1030234"/>
                  </a:lnTo>
                  <a:lnTo>
                    <a:pt x="299583" y="1030263"/>
                  </a:lnTo>
                  <a:lnTo>
                    <a:pt x="299576" y="1030298"/>
                  </a:lnTo>
                  <a:lnTo>
                    <a:pt x="299572" y="1030309"/>
                  </a:lnTo>
                  <a:lnTo>
                    <a:pt x="299559" y="1030328"/>
                  </a:lnTo>
                  <a:lnTo>
                    <a:pt x="299541" y="1030342"/>
                  </a:lnTo>
                  <a:lnTo>
                    <a:pt x="299517" y="1030359"/>
                  </a:lnTo>
                  <a:lnTo>
                    <a:pt x="299490" y="1030373"/>
                  </a:lnTo>
                  <a:lnTo>
                    <a:pt x="299465" y="1030383"/>
                  </a:lnTo>
                  <a:lnTo>
                    <a:pt x="299455" y="1030385"/>
                  </a:lnTo>
                  <a:lnTo>
                    <a:pt x="299426" y="1030391"/>
                  </a:lnTo>
                  <a:lnTo>
                    <a:pt x="299379" y="1030400"/>
                  </a:lnTo>
                  <a:lnTo>
                    <a:pt x="299327" y="1030410"/>
                  </a:lnTo>
                  <a:lnTo>
                    <a:pt x="299300" y="1030416"/>
                  </a:lnTo>
                  <a:lnTo>
                    <a:pt x="299291" y="1030418"/>
                  </a:lnTo>
                  <a:lnTo>
                    <a:pt x="299231" y="1030424"/>
                  </a:lnTo>
                  <a:lnTo>
                    <a:pt x="299167" y="1030425"/>
                  </a:lnTo>
                  <a:lnTo>
                    <a:pt x="299119" y="1030426"/>
                  </a:lnTo>
                  <a:lnTo>
                    <a:pt x="299083" y="1030427"/>
                  </a:lnTo>
                  <a:lnTo>
                    <a:pt x="299062" y="1030432"/>
                  </a:lnTo>
                  <a:lnTo>
                    <a:pt x="299047" y="1030438"/>
                  </a:lnTo>
                  <a:lnTo>
                    <a:pt x="299042" y="1030440"/>
                  </a:lnTo>
                  <a:lnTo>
                    <a:pt x="299021" y="1030452"/>
                  </a:lnTo>
                  <a:lnTo>
                    <a:pt x="299012" y="1030460"/>
                  </a:lnTo>
                  <a:lnTo>
                    <a:pt x="299007" y="1030465"/>
                  </a:lnTo>
                  <a:lnTo>
                    <a:pt x="298998" y="1030474"/>
                  </a:lnTo>
                  <a:lnTo>
                    <a:pt x="298992" y="1030480"/>
                  </a:lnTo>
                  <a:lnTo>
                    <a:pt x="298978" y="1030494"/>
                  </a:lnTo>
                  <a:lnTo>
                    <a:pt x="298960" y="1030509"/>
                  </a:lnTo>
                  <a:lnTo>
                    <a:pt x="298937" y="1030521"/>
                  </a:lnTo>
                  <a:lnTo>
                    <a:pt x="298898" y="1030535"/>
                  </a:lnTo>
                  <a:lnTo>
                    <a:pt x="298878" y="1030541"/>
                  </a:lnTo>
                  <a:lnTo>
                    <a:pt x="298870" y="1030547"/>
                  </a:lnTo>
                  <a:lnTo>
                    <a:pt x="298848" y="1030565"/>
                  </a:lnTo>
                  <a:lnTo>
                    <a:pt x="298828" y="1030580"/>
                  </a:lnTo>
                  <a:lnTo>
                    <a:pt x="298797" y="1030605"/>
                  </a:lnTo>
                  <a:lnTo>
                    <a:pt x="298773" y="1030627"/>
                  </a:lnTo>
                  <a:lnTo>
                    <a:pt x="298751" y="1030643"/>
                  </a:lnTo>
                  <a:lnTo>
                    <a:pt x="298741" y="1030650"/>
                  </a:lnTo>
                  <a:lnTo>
                    <a:pt x="298720" y="1030660"/>
                  </a:lnTo>
                  <a:lnTo>
                    <a:pt x="298686" y="1030673"/>
                  </a:lnTo>
                  <a:lnTo>
                    <a:pt x="298647" y="1030687"/>
                  </a:lnTo>
                  <a:lnTo>
                    <a:pt x="298635" y="1030694"/>
                  </a:lnTo>
                  <a:lnTo>
                    <a:pt x="298614" y="1030707"/>
                  </a:lnTo>
                  <a:lnTo>
                    <a:pt x="298586" y="1030728"/>
                  </a:lnTo>
                  <a:lnTo>
                    <a:pt x="298560" y="1030743"/>
                  </a:lnTo>
                  <a:lnTo>
                    <a:pt x="298548" y="1030752"/>
                  </a:lnTo>
                  <a:lnTo>
                    <a:pt x="298564" y="1030762"/>
                  </a:lnTo>
                  <a:lnTo>
                    <a:pt x="298597" y="1030778"/>
                  </a:lnTo>
                  <a:lnTo>
                    <a:pt x="298633" y="1030796"/>
                  </a:lnTo>
                  <a:lnTo>
                    <a:pt x="298667" y="1030813"/>
                  </a:lnTo>
                  <a:lnTo>
                    <a:pt x="298705" y="1030834"/>
                  </a:lnTo>
                  <a:lnTo>
                    <a:pt x="298730" y="1030849"/>
                  </a:lnTo>
                  <a:lnTo>
                    <a:pt x="298747" y="1030859"/>
                  </a:lnTo>
                  <a:lnTo>
                    <a:pt x="298756" y="1030862"/>
                  </a:lnTo>
                  <a:lnTo>
                    <a:pt x="298769" y="1030865"/>
                  </a:lnTo>
                  <a:lnTo>
                    <a:pt x="298791" y="1030869"/>
                  </a:lnTo>
                  <a:lnTo>
                    <a:pt x="298812" y="1030874"/>
                  </a:lnTo>
                  <a:lnTo>
                    <a:pt x="298831" y="1030881"/>
                  </a:lnTo>
                  <a:lnTo>
                    <a:pt x="298847" y="1030889"/>
                  </a:lnTo>
                  <a:lnTo>
                    <a:pt x="298859" y="1030896"/>
                  </a:lnTo>
                  <a:lnTo>
                    <a:pt x="298872" y="1030904"/>
                  </a:lnTo>
                  <a:lnTo>
                    <a:pt x="298888" y="1030913"/>
                  </a:lnTo>
                  <a:lnTo>
                    <a:pt x="298907" y="1030921"/>
                  </a:lnTo>
                  <a:lnTo>
                    <a:pt x="298921" y="1030925"/>
                  </a:lnTo>
                  <a:lnTo>
                    <a:pt x="298953" y="1030935"/>
                  </a:lnTo>
                  <a:lnTo>
                    <a:pt x="298977" y="1030945"/>
                  </a:lnTo>
                  <a:lnTo>
                    <a:pt x="298991" y="1030953"/>
                  </a:lnTo>
                  <a:lnTo>
                    <a:pt x="298998" y="1030959"/>
                  </a:lnTo>
                  <a:lnTo>
                    <a:pt x="299002" y="1030963"/>
                  </a:lnTo>
                  <a:lnTo>
                    <a:pt x="299012" y="1030978"/>
                  </a:lnTo>
                  <a:lnTo>
                    <a:pt x="299021" y="1030991"/>
                  </a:lnTo>
                  <a:lnTo>
                    <a:pt x="299027" y="1030999"/>
                  </a:lnTo>
                  <a:lnTo>
                    <a:pt x="299047" y="1031012"/>
                  </a:lnTo>
                  <a:lnTo>
                    <a:pt x="299078" y="1031027"/>
                  </a:lnTo>
                  <a:lnTo>
                    <a:pt x="299110" y="1031043"/>
                  </a:lnTo>
                  <a:lnTo>
                    <a:pt x="299148" y="1031069"/>
                  </a:lnTo>
                  <a:lnTo>
                    <a:pt x="299169" y="1031086"/>
                  </a:lnTo>
                  <a:lnTo>
                    <a:pt x="299170" y="1031090"/>
                  </a:lnTo>
                  <a:lnTo>
                    <a:pt x="299172" y="1031125"/>
                  </a:lnTo>
                  <a:lnTo>
                    <a:pt x="299172" y="1031178"/>
                  </a:lnTo>
                  <a:lnTo>
                    <a:pt x="299174" y="1031189"/>
                  </a:lnTo>
                  <a:lnTo>
                    <a:pt x="299183" y="1031218"/>
                  </a:lnTo>
                  <a:lnTo>
                    <a:pt x="299188" y="1031231"/>
                  </a:lnTo>
                  <a:lnTo>
                    <a:pt x="299189" y="1031244"/>
                  </a:lnTo>
                  <a:lnTo>
                    <a:pt x="299189" y="1031252"/>
                  </a:lnTo>
                  <a:lnTo>
                    <a:pt x="299187" y="1031262"/>
                  </a:lnTo>
                  <a:lnTo>
                    <a:pt x="299178" y="1031277"/>
                  </a:lnTo>
                  <a:lnTo>
                    <a:pt x="299161" y="1031296"/>
                  </a:lnTo>
                  <a:lnTo>
                    <a:pt x="299147" y="1031309"/>
                  </a:lnTo>
                  <a:lnTo>
                    <a:pt x="299143" y="1031313"/>
                  </a:lnTo>
                  <a:lnTo>
                    <a:pt x="299123" y="1031331"/>
                  </a:lnTo>
                  <a:lnTo>
                    <a:pt x="299110" y="1031346"/>
                  </a:lnTo>
                  <a:lnTo>
                    <a:pt x="299102" y="1031358"/>
                  </a:lnTo>
                  <a:lnTo>
                    <a:pt x="299093" y="1031375"/>
                  </a:lnTo>
                  <a:lnTo>
                    <a:pt x="299086" y="1031392"/>
                  </a:lnTo>
                  <a:lnTo>
                    <a:pt x="299078" y="1031402"/>
                  </a:lnTo>
                  <a:lnTo>
                    <a:pt x="299067" y="1031409"/>
                  </a:lnTo>
                  <a:lnTo>
                    <a:pt x="299051" y="1031416"/>
                  </a:lnTo>
                  <a:lnTo>
                    <a:pt x="299047" y="1031418"/>
                  </a:lnTo>
                  <a:lnTo>
                    <a:pt x="299043" y="1031420"/>
                  </a:lnTo>
                  <a:lnTo>
                    <a:pt x="299039" y="1031425"/>
                  </a:lnTo>
                  <a:lnTo>
                    <a:pt x="299036" y="1031436"/>
                  </a:lnTo>
                  <a:lnTo>
                    <a:pt x="299028" y="1031454"/>
                  </a:lnTo>
                  <a:lnTo>
                    <a:pt x="299022" y="1031464"/>
                  </a:lnTo>
                  <a:lnTo>
                    <a:pt x="299012" y="1031477"/>
                  </a:lnTo>
                  <a:lnTo>
                    <a:pt x="298999" y="1031492"/>
                  </a:lnTo>
                  <a:lnTo>
                    <a:pt x="298985" y="1031505"/>
                  </a:lnTo>
                  <a:lnTo>
                    <a:pt x="298976" y="1031516"/>
                  </a:lnTo>
                  <a:lnTo>
                    <a:pt x="298957" y="1031544"/>
                  </a:lnTo>
                  <a:lnTo>
                    <a:pt x="298945" y="1031560"/>
                  </a:lnTo>
                  <a:lnTo>
                    <a:pt x="298920" y="1031587"/>
                  </a:lnTo>
                  <a:lnTo>
                    <a:pt x="298896" y="1031612"/>
                  </a:lnTo>
                  <a:lnTo>
                    <a:pt x="298874" y="1031635"/>
                  </a:lnTo>
                  <a:lnTo>
                    <a:pt x="298859" y="1031650"/>
                  </a:lnTo>
                  <a:lnTo>
                    <a:pt x="298853" y="1031653"/>
                  </a:lnTo>
                  <a:lnTo>
                    <a:pt x="298849" y="1031652"/>
                  </a:lnTo>
                  <a:lnTo>
                    <a:pt x="298845" y="1031649"/>
                  </a:lnTo>
                  <a:lnTo>
                    <a:pt x="298835" y="1031636"/>
                  </a:lnTo>
                  <a:lnTo>
                    <a:pt x="298825" y="1031626"/>
                  </a:lnTo>
                  <a:lnTo>
                    <a:pt x="298806" y="1031610"/>
                  </a:lnTo>
                  <a:lnTo>
                    <a:pt x="298794" y="1031604"/>
                  </a:lnTo>
                  <a:lnTo>
                    <a:pt x="298770" y="1031593"/>
                  </a:lnTo>
                  <a:lnTo>
                    <a:pt x="298751" y="1031585"/>
                  </a:lnTo>
                  <a:lnTo>
                    <a:pt x="298735" y="1031582"/>
                  </a:lnTo>
                  <a:lnTo>
                    <a:pt x="298715" y="1031582"/>
                  </a:lnTo>
                  <a:lnTo>
                    <a:pt x="298696" y="1031583"/>
                  </a:lnTo>
                  <a:lnTo>
                    <a:pt x="298664" y="1031587"/>
                  </a:lnTo>
                  <a:lnTo>
                    <a:pt x="298651" y="1031589"/>
                  </a:lnTo>
                  <a:lnTo>
                    <a:pt x="298639" y="1031592"/>
                  </a:lnTo>
                  <a:lnTo>
                    <a:pt x="298625" y="1031596"/>
                  </a:lnTo>
                  <a:lnTo>
                    <a:pt x="298611" y="1031601"/>
                  </a:lnTo>
                  <a:lnTo>
                    <a:pt x="298594" y="1031610"/>
                  </a:lnTo>
                  <a:lnTo>
                    <a:pt x="298577" y="1031624"/>
                  </a:lnTo>
                  <a:lnTo>
                    <a:pt x="298565" y="1031632"/>
                  </a:lnTo>
                  <a:lnTo>
                    <a:pt x="298553" y="1031640"/>
                  </a:lnTo>
                  <a:lnTo>
                    <a:pt x="298540" y="1031648"/>
                  </a:lnTo>
                  <a:lnTo>
                    <a:pt x="298528" y="1031652"/>
                  </a:lnTo>
                  <a:lnTo>
                    <a:pt x="298507" y="1031659"/>
                  </a:lnTo>
                  <a:lnTo>
                    <a:pt x="298483" y="1031665"/>
                  </a:lnTo>
                  <a:lnTo>
                    <a:pt x="298471" y="1031667"/>
                  </a:lnTo>
                  <a:lnTo>
                    <a:pt x="298464" y="1031671"/>
                  </a:lnTo>
                  <a:lnTo>
                    <a:pt x="298457" y="1031680"/>
                  </a:lnTo>
                  <a:lnTo>
                    <a:pt x="298452" y="1031694"/>
                  </a:lnTo>
                  <a:lnTo>
                    <a:pt x="298447" y="1031702"/>
                  </a:lnTo>
                  <a:lnTo>
                    <a:pt x="298445" y="1031706"/>
                  </a:lnTo>
                  <a:lnTo>
                    <a:pt x="298434" y="1031718"/>
                  </a:lnTo>
                  <a:lnTo>
                    <a:pt x="298422" y="1031729"/>
                  </a:lnTo>
                  <a:lnTo>
                    <a:pt x="298399" y="1031748"/>
                  </a:lnTo>
                  <a:lnTo>
                    <a:pt x="298384" y="1031764"/>
                  </a:lnTo>
                  <a:lnTo>
                    <a:pt x="298367" y="1031780"/>
                  </a:lnTo>
                  <a:lnTo>
                    <a:pt x="298358" y="1031790"/>
                  </a:lnTo>
                  <a:lnTo>
                    <a:pt x="298349" y="1031792"/>
                  </a:lnTo>
                  <a:lnTo>
                    <a:pt x="298329" y="1031792"/>
                  </a:lnTo>
                  <a:lnTo>
                    <a:pt x="298289" y="1031792"/>
                  </a:lnTo>
                  <a:lnTo>
                    <a:pt x="298266" y="1031792"/>
                  </a:lnTo>
                  <a:lnTo>
                    <a:pt x="298250" y="1031795"/>
                  </a:lnTo>
                  <a:lnTo>
                    <a:pt x="298225" y="1031798"/>
                  </a:lnTo>
                  <a:lnTo>
                    <a:pt x="298204" y="1031799"/>
                  </a:lnTo>
                  <a:lnTo>
                    <a:pt x="298188" y="1031799"/>
                  </a:lnTo>
                  <a:lnTo>
                    <a:pt x="298177" y="1031797"/>
                  </a:lnTo>
                  <a:lnTo>
                    <a:pt x="298161" y="1031793"/>
                  </a:lnTo>
                  <a:lnTo>
                    <a:pt x="298141" y="1031785"/>
                  </a:lnTo>
                  <a:lnTo>
                    <a:pt x="298132" y="1031784"/>
                  </a:lnTo>
                  <a:lnTo>
                    <a:pt x="298105" y="1031783"/>
                  </a:lnTo>
                  <a:lnTo>
                    <a:pt x="298065" y="1031783"/>
                  </a:lnTo>
                  <a:lnTo>
                    <a:pt x="298032" y="1031785"/>
                  </a:lnTo>
                  <a:lnTo>
                    <a:pt x="298004" y="1031789"/>
                  </a:lnTo>
                  <a:lnTo>
                    <a:pt x="297979" y="1031794"/>
                  </a:lnTo>
                  <a:lnTo>
                    <a:pt x="297958" y="1031797"/>
                  </a:lnTo>
                  <a:lnTo>
                    <a:pt x="297927" y="1031799"/>
                  </a:lnTo>
                  <a:lnTo>
                    <a:pt x="297910" y="1031803"/>
                  </a:lnTo>
                  <a:lnTo>
                    <a:pt x="297890" y="1031804"/>
                  </a:lnTo>
                  <a:lnTo>
                    <a:pt x="297876" y="1031804"/>
                  </a:lnTo>
                  <a:lnTo>
                    <a:pt x="297869" y="1031803"/>
                  </a:lnTo>
                  <a:lnTo>
                    <a:pt x="297858" y="1031803"/>
                  </a:lnTo>
                  <a:lnTo>
                    <a:pt x="297845" y="1031804"/>
                  </a:lnTo>
                  <a:lnTo>
                    <a:pt x="297825" y="1031809"/>
                  </a:lnTo>
                  <a:lnTo>
                    <a:pt x="297806" y="1031815"/>
                  </a:lnTo>
                  <a:lnTo>
                    <a:pt x="297798" y="1031815"/>
                  </a:lnTo>
                  <a:lnTo>
                    <a:pt x="297792" y="1031815"/>
                  </a:lnTo>
                  <a:lnTo>
                    <a:pt x="297785" y="1031813"/>
                  </a:lnTo>
                  <a:lnTo>
                    <a:pt x="297777" y="1031807"/>
                  </a:lnTo>
                  <a:lnTo>
                    <a:pt x="297769" y="1031798"/>
                  </a:lnTo>
                  <a:lnTo>
                    <a:pt x="297758" y="1031776"/>
                  </a:lnTo>
                  <a:lnTo>
                    <a:pt x="297742" y="1031742"/>
                  </a:lnTo>
                  <a:lnTo>
                    <a:pt x="297728" y="1031709"/>
                  </a:lnTo>
                  <a:lnTo>
                    <a:pt x="297718" y="1031690"/>
                  </a:lnTo>
                  <a:lnTo>
                    <a:pt x="297711" y="1031682"/>
                  </a:lnTo>
                  <a:lnTo>
                    <a:pt x="297694" y="1031656"/>
                  </a:lnTo>
                  <a:lnTo>
                    <a:pt x="297690" y="1031648"/>
                  </a:lnTo>
                  <a:lnTo>
                    <a:pt x="297677" y="1031625"/>
                  </a:lnTo>
                  <a:lnTo>
                    <a:pt x="297672" y="1031614"/>
                  </a:lnTo>
                  <a:lnTo>
                    <a:pt x="297670" y="1031595"/>
                  </a:lnTo>
                  <a:lnTo>
                    <a:pt x="297666" y="1031569"/>
                  </a:lnTo>
                  <a:lnTo>
                    <a:pt x="297664" y="1031558"/>
                  </a:lnTo>
                  <a:lnTo>
                    <a:pt x="297656" y="1031540"/>
                  </a:lnTo>
                  <a:lnTo>
                    <a:pt x="297649" y="1031530"/>
                  </a:lnTo>
                  <a:lnTo>
                    <a:pt x="297643" y="1031525"/>
                  </a:lnTo>
                  <a:lnTo>
                    <a:pt x="297632" y="1031520"/>
                  </a:lnTo>
                  <a:lnTo>
                    <a:pt x="297603" y="1031514"/>
                  </a:lnTo>
                  <a:lnTo>
                    <a:pt x="297581" y="1031507"/>
                  </a:lnTo>
                  <a:lnTo>
                    <a:pt x="297557" y="1031496"/>
                  </a:lnTo>
                  <a:lnTo>
                    <a:pt x="297544" y="1031489"/>
                  </a:lnTo>
                  <a:lnTo>
                    <a:pt x="297524" y="1031472"/>
                  </a:lnTo>
                  <a:lnTo>
                    <a:pt x="297510" y="1031458"/>
                  </a:lnTo>
                  <a:lnTo>
                    <a:pt x="297500" y="1031444"/>
                  </a:lnTo>
                  <a:lnTo>
                    <a:pt x="297492" y="1031422"/>
                  </a:lnTo>
                  <a:lnTo>
                    <a:pt x="297486" y="1031401"/>
                  </a:lnTo>
                  <a:lnTo>
                    <a:pt x="297462" y="1031352"/>
                  </a:lnTo>
                  <a:lnTo>
                    <a:pt x="297435" y="1031300"/>
                  </a:lnTo>
                  <a:lnTo>
                    <a:pt x="297421" y="1031275"/>
                  </a:lnTo>
                  <a:lnTo>
                    <a:pt x="297404" y="1031255"/>
                  </a:lnTo>
                  <a:lnTo>
                    <a:pt x="297379" y="1031229"/>
                  </a:lnTo>
                  <a:lnTo>
                    <a:pt x="297357" y="1031212"/>
                  </a:lnTo>
                  <a:lnTo>
                    <a:pt x="297350" y="1031206"/>
                  </a:lnTo>
                  <a:lnTo>
                    <a:pt x="297320" y="1031193"/>
                  </a:lnTo>
                  <a:lnTo>
                    <a:pt x="297295" y="1031186"/>
                  </a:lnTo>
                  <a:lnTo>
                    <a:pt x="297271" y="1031180"/>
                  </a:lnTo>
                  <a:lnTo>
                    <a:pt x="297250" y="1031179"/>
                  </a:lnTo>
                  <a:lnTo>
                    <a:pt x="297223" y="1031181"/>
                  </a:lnTo>
                  <a:lnTo>
                    <a:pt x="297207" y="1031182"/>
                  </a:lnTo>
                  <a:lnTo>
                    <a:pt x="297187" y="1031194"/>
                  </a:lnTo>
                  <a:lnTo>
                    <a:pt x="297180" y="1031199"/>
                  </a:lnTo>
                  <a:lnTo>
                    <a:pt x="297165" y="1031199"/>
                  </a:lnTo>
                  <a:lnTo>
                    <a:pt x="297137" y="1031198"/>
                  </a:lnTo>
                  <a:lnTo>
                    <a:pt x="297102" y="1031195"/>
                  </a:lnTo>
                  <a:lnTo>
                    <a:pt x="297068" y="1031191"/>
                  </a:lnTo>
                  <a:lnTo>
                    <a:pt x="297033" y="1031185"/>
                  </a:lnTo>
                  <a:lnTo>
                    <a:pt x="297013" y="1031182"/>
                  </a:lnTo>
                  <a:lnTo>
                    <a:pt x="296989" y="1031180"/>
                  </a:lnTo>
                  <a:lnTo>
                    <a:pt x="296974" y="1031177"/>
                  </a:lnTo>
                  <a:lnTo>
                    <a:pt x="296960" y="1031172"/>
                  </a:lnTo>
                  <a:lnTo>
                    <a:pt x="296949" y="1031168"/>
                  </a:lnTo>
                  <a:lnTo>
                    <a:pt x="296928" y="1031158"/>
                  </a:lnTo>
                  <a:lnTo>
                    <a:pt x="296909" y="1031145"/>
                  </a:lnTo>
                  <a:lnTo>
                    <a:pt x="296904" y="1031144"/>
                  </a:lnTo>
                  <a:lnTo>
                    <a:pt x="296895" y="1031149"/>
                  </a:lnTo>
                  <a:lnTo>
                    <a:pt x="296884" y="1031162"/>
                  </a:lnTo>
                  <a:lnTo>
                    <a:pt x="296879" y="1031166"/>
                  </a:lnTo>
                  <a:lnTo>
                    <a:pt x="296871" y="1031176"/>
                  </a:lnTo>
                  <a:lnTo>
                    <a:pt x="296855" y="1031197"/>
                  </a:lnTo>
                  <a:lnTo>
                    <a:pt x="296846" y="1031211"/>
                  </a:lnTo>
                  <a:lnTo>
                    <a:pt x="296840" y="1031226"/>
                  </a:lnTo>
                  <a:lnTo>
                    <a:pt x="296835" y="1031237"/>
                  </a:lnTo>
                  <a:lnTo>
                    <a:pt x="296827" y="1031248"/>
                  </a:lnTo>
                  <a:lnTo>
                    <a:pt x="296796" y="1031280"/>
                  </a:lnTo>
                  <a:lnTo>
                    <a:pt x="296764" y="1031314"/>
                  </a:lnTo>
                  <a:lnTo>
                    <a:pt x="296740" y="1031339"/>
                  </a:lnTo>
                  <a:lnTo>
                    <a:pt x="296698" y="1031379"/>
                  </a:lnTo>
                  <a:lnTo>
                    <a:pt x="296675" y="1031408"/>
                  </a:lnTo>
                  <a:lnTo>
                    <a:pt x="296657" y="1031429"/>
                  </a:lnTo>
                  <a:lnTo>
                    <a:pt x="296644" y="1031443"/>
                  </a:lnTo>
                  <a:lnTo>
                    <a:pt x="296635" y="1031458"/>
                  </a:lnTo>
                  <a:lnTo>
                    <a:pt x="296614" y="1031494"/>
                  </a:lnTo>
                  <a:lnTo>
                    <a:pt x="296590" y="1031536"/>
                  </a:lnTo>
                  <a:lnTo>
                    <a:pt x="296562" y="1031587"/>
                  </a:lnTo>
                  <a:lnTo>
                    <a:pt x="296552" y="1031613"/>
                  </a:lnTo>
                  <a:lnTo>
                    <a:pt x="296548" y="1031624"/>
                  </a:lnTo>
                  <a:lnTo>
                    <a:pt x="296543" y="1031635"/>
                  </a:lnTo>
                  <a:lnTo>
                    <a:pt x="296534" y="1031648"/>
                  </a:lnTo>
                  <a:lnTo>
                    <a:pt x="296526" y="1031655"/>
                  </a:lnTo>
                  <a:lnTo>
                    <a:pt x="296516" y="1031661"/>
                  </a:lnTo>
                  <a:lnTo>
                    <a:pt x="296493" y="1031665"/>
                  </a:lnTo>
                  <a:lnTo>
                    <a:pt x="296478" y="1031665"/>
                  </a:lnTo>
                  <a:lnTo>
                    <a:pt x="296469" y="1031665"/>
                  </a:lnTo>
                  <a:lnTo>
                    <a:pt x="296449" y="1031656"/>
                  </a:lnTo>
                  <a:lnTo>
                    <a:pt x="296420" y="1031636"/>
                  </a:lnTo>
                  <a:lnTo>
                    <a:pt x="296394" y="1031618"/>
                  </a:lnTo>
                  <a:lnTo>
                    <a:pt x="296374" y="1031598"/>
                  </a:lnTo>
                  <a:lnTo>
                    <a:pt x="296357" y="1031576"/>
                  </a:lnTo>
                  <a:lnTo>
                    <a:pt x="296345" y="1031554"/>
                  </a:lnTo>
                  <a:lnTo>
                    <a:pt x="296335" y="1031542"/>
                  </a:lnTo>
                  <a:lnTo>
                    <a:pt x="296318" y="1031528"/>
                  </a:lnTo>
                  <a:lnTo>
                    <a:pt x="296291" y="1031512"/>
                  </a:lnTo>
                  <a:lnTo>
                    <a:pt x="296262" y="1031497"/>
                  </a:lnTo>
                  <a:lnTo>
                    <a:pt x="296232" y="1031484"/>
                  </a:lnTo>
                  <a:lnTo>
                    <a:pt x="296214" y="1031478"/>
                  </a:lnTo>
                  <a:lnTo>
                    <a:pt x="296202" y="1031479"/>
                  </a:lnTo>
                  <a:lnTo>
                    <a:pt x="296188" y="1031484"/>
                  </a:lnTo>
                  <a:lnTo>
                    <a:pt x="296159" y="1031497"/>
                  </a:lnTo>
                  <a:lnTo>
                    <a:pt x="296138" y="1031509"/>
                  </a:lnTo>
                  <a:lnTo>
                    <a:pt x="296124" y="1031514"/>
                  </a:lnTo>
                  <a:lnTo>
                    <a:pt x="296107" y="1031519"/>
                  </a:lnTo>
                  <a:lnTo>
                    <a:pt x="296091" y="1031520"/>
                  </a:lnTo>
                  <a:lnTo>
                    <a:pt x="296066" y="1031516"/>
                  </a:lnTo>
                  <a:lnTo>
                    <a:pt x="296036" y="1031513"/>
                  </a:lnTo>
                  <a:lnTo>
                    <a:pt x="296008" y="1031515"/>
                  </a:lnTo>
                  <a:lnTo>
                    <a:pt x="295972" y="1031524"/>
                  </a:lnTo>
                  <a:lnTo>
                    <a:pt x="295942" y="1031536"/>
                  </a:lnTo>
                  <a:lnTo>
                    <a:pt x="295921" y="1031549"/>
                  </a:lnTo>
                  <a:lnTo>
                    <a:pt x="295882" y="1031587"/>
                  </a:lnTo>
                  <a:lnTo>
                    <a:pt x="295864" y="1031602"/>
                  </a:lnTo>
                  <a:lnTo>
                    <a:pt x="295855" y="1031608"/>
                  </a:lnTo>
                  <a:lnTo>
                    <a:pt x="295842" y="1031611"/>
                  </a:lnTo>
                  <a:lnTo>
                    <a:pt x="295823" y="1031610"/>
                  </a:lnTo>
                  <a:lnTo>
                    <a:pt x="295802" y="1031611"/>
                  </a:lnTo>
                  <a:lnTo>
                    <a:pt x="295787" y="1031612"/>
                  </a:lnTo>
                  <a:lnTo>
                    <a:pt x="295781" y="1031615"/>
                  </a:lnTo>
                  <a:lnTo>
                    <a:pt x="295771" y="1031620"/>
                  </a:lnTo>
                  <a:lnTo>
                    <a:pt x="295756" y="1031636"/>
                  </a:lnTo>
                  <a:lnTo>
                    <a:pt x="295739" y="1031660"/>
                  </a:lnTo>
                  <a:lnTo>
                    <a:pt x="295731" y="1031668"/>
                  </a:lnTo>
                  <a:lnTo>
                    <a:pt x="295722" y="1031673"/>
                  </a:lnTo>
                  <a:lnTo>
                    <a:pt x="295714" y="1031676"/>
                  </a:lnTo>
                  <a:lnTo>
                    <a:pt x="295699" y="1031679"/>
                  </a:lnTo>
                  <a:lnTo>
                    <a:pt x="295668" y="1031675"/>
                  </a:lnTo>
                  <a:lnTo>
                    <a:pt x="295640" y="1031669"/>
                  </a:lnTo>
                  <a:lnTo>
                    <a:pt x="295617" y="1031662"/>
                  </a:lnTo>
                  <a:lnTo>
                    <a:pt x="295571" y="1031656"/>
                  </a:lnTo>
                  <a:lnTo>
                    <a:pt x="295539" y="1031653"/>
                  </a:lnTo>
                  <a:lnTo>
                    <a:pt x="295498" y="1031646"/>
                  </a:lnTo>
                  <a:lnTo>
                    <a:pt x="295478" y="1031639"/>
                  </a:lnTo>
                  <a:lnTo>
                    <a:pt x="295457" y="1031631"/>
                  </a:lnTo>
                  <a:lnTo>
                    <a:pt x="295439" y="1031625"/>
                  </a:lnTo>
                  <a:lnTo>
                    <a:pt x="295418" y="1031620"/>
                  </a:lnTo>
                  <a:lnTo>
                    <a:pt x="295402" y="1031617"/>
                  </a:lnTo>
                  <a:lnTo>
                    <a:pt x="295380" y="1031617"/>
                  </a:lnTo>
                  <a:lnTo>
                    <a:pt x="295362" y="1031621"/>
                  </a:lnTo>
                  <a:lnTo>
                    <a:pt x="295343" y="1031624"/>
                  </a:lnTo>
                  <a:lnTo>
                    <a:pt x="295323" y="1031626"/>
                  </a:lnTo>
                  <a:lnTo>
                    <a:pt x="295278" y="1031627"/>
                  </a:lnTo>
                  <a:lnTo>
                    <a:pt x="295256" y="1031626"/>
                  </a:lnTo>
                  <a:lnTo>
                    <a:pt x="295231" y="1031629"/>
                  </a:lnTo>
                  <a:lnTo>
                    <a:pt x="295206" y="1031631"/>
                  </a:lnTo>
                  <a:lnTo>
                    <a:pt x="295148" y="1031632"/>
                  </a:lnTo>
                  <a:lnTo>
                    <a:pt x="295127" y="1031631"/>
                  </a:lnTo>
                  <a:lnTo>
                    <a:pt x="295107" y="1031628"/>
                  </a:lnTo>
                  <a:lnTo>
                    <a:pt x="295093" y="1031624"/>
                  </a:lnTo>
                  <a:lnTo>
                    <a:pt x="295080" y="1031617"/>
                  </a:lnTo>
                  <a:lnTo>
                    <a:pt x="295067" y="1031604"/>
                  </a:lnTo>
                  <a:lnTo>
                    <a:pt x="295048" y="1031582"/>
                  </a:lnTo>
                  <a:lnTo>
                    <a:pt x="295023" y="1031553"/>
                  </a:lnTo>
                  <a:lnTo>
                    <a:pt x="295003" y="1031530"/>
                  </a:lnTo>
                  <a:lnTo>
                    <a:pt x="294988" y="1031510"/>
                  </a:lnTo>
                  <a:lnTo>
                    <a:pt x="294977" y="1031485"/>
                  </a:lnTo>
                  <a:lnTo>
                    <a:pt x="294970" y="1031463"/>
                  </a:lnTo>
                  <a:lnTo>
                    <a:pt x="294961" y="1031451"/>
                  </a:lnTo>
                  <a:lnTo>
                    <a:pt x="294949" y="1031441"/>
                  </a:lnTo>
                  <a:lnTo>
                    <a:pt x="294933" y="1031431"/>
                  </a:lnTo>
                  <a:lnTo>
                    <a:pt x="294906" y="1031419"/>
                  </a:lnTo>
                  <a:lnTo>
                    <a:pt x="294877" y="1031410"/>
                  </a:lnTo>
                  <a:lnTo>
                    <a:pt x="294836" y="1031400"/>
                  </a:lnTo>
                  <a:lnTo>
                    <a:pt x="294809" y="1031394"/>
                  </a:lnTo>
                  <a:lnTo>
                    <a:pt x="294785" y="1031391"/>
                  </a:lnTo>
                  <a:lnTo>
                    <a:pt x="294742" y="1031394"/>
                  </a:lnTo>
                  <a:lnTo>
                    <a:pt x="294711" y="1031401"/>
                  </a:lnTo>
                  <a:lnTo>
                    <a:pt x="294673" y="1031413"/>
                  </a:lnTo>
                  <a:lnTo>
                    <a:pt x="294653" y="1031420"/>
                  </a:lnTo>
                  <a:lnTo>
                    <a:pt x="294630" y="1031423"/>
                  </a:lnTo>
                  <a:lnTo>
                    <a:pt x="294605" y="1031424"/>
                  </a:lnTo>
                  <a:lnTo>
                    <a:pt x="294574" y="1031425"/>
                  </a:lnTo>
                  <a:lnTo>
                    <a:pt x="294556" y="1031424"/>
                  </a:lnTo>
                  <a:lnTo>
                    <a:pt x="294544" y="1031425"/>
                  </a:lnTo>
                  <a:lnTo>
                    <a:pt x="294528" y="1031432"/>
                  </a:lnTo>
                  <a:lnTo>
                    <a:pt x="294520" y="1031436"/>
                  </a:lnTo>
                  <a:lnTo>
                    <a:pt x="294512" y="1031437"/>
                  </a:lnTo>
                  <a:lnTo>
                    <a:pt x="294505" y="1031435"/>
                  </a:lnTo>
                  <a:lnTo>
                    <a:pt x="294493" y="1031426"/>
                  </a:lnTo>
                  <a:lnTo>
                    <a:pt x="294468" y="1031409"/>
                  </a:lnTo>
                  <a:lnTo>
                    <a:pt x="294449" y="1031397"/>
                  </a:lnTo>
                  <a:lnTo>
                    <a:pt x="294420" y="1031384"/>
                  </a:lnTo>
                  <a:lnTo>
                    <a:pt x="294384" y="1031368"/>
                  </a:lnTo>
                  <a:lnTo>
                    <a:pt x="294346" y="1031350"/>
                  </a:lnTo>
                  <a:lnTo>
                    <a:pt x="294302" y="1031326"/>
                  </a:lnTo>
                  <a:lnTo>
                    <a:pt x="294260" y="1031307"/>
                  </a:lnTo>
                  <a:lnTo>
                    <a:pt x="294233" y="1031289"/>
                  </a:lnTo>
                  <a:lnTo>
                    <a:pt x="294210" y="1031281"/>
                  </a:lnTo>
                  <a:lnTo>
                    <a:pt x="294183" y="1031273"/>
                  </a:lnTo>
                  <a:lnTo>
                    <a:pt x="294155" y="1031265"/>
                  </a:lnTo>
                  <a:lnTo>
                    <a:pt x="294148" y="1031263"/>
                  </a:lnTo>
                  <a:lnTo>
                    <a:pt x="294142" y="1031257"/>
                  </a:lnTo>
                  <a:lnTo>
                    <a:pt x="294138" y="1031243"/>
                  </a:lnTo>
                  <a:lnTo>
                    <a:pt x="294123" y="1031213"/>
                  </a:lnTo>
                  <a:lnTo>
                    <a:pt x="294108" y="1031165"/>
                  </a:lnTo>
                  <a:lnTo>
                    <a:pt x="294103" y="1031141"/>
                  </a:lnTo>
                  <a:lnTo>
                    <a:pt x="294098" y="1031064"/>
                  </a:lnTo>
                  <a:lnTo>
                    <a:pt x="294094" y="1031017"/>
                  </a:lnTo>
                  <a:lnTo>
                    <a:pt x="294088" y="1031005"/>
                  </a:lnTo>
                  <a:lnTo>
                    <a:pt x="294079" y="1030986"/>
                  </a:lnTo>
                  <a:lnTo>
                    <a:pt x="294077" y="1030980"/>
                  </a:lnTo>
                  <a:lnTo>
                    <a:pt x="294074" y="1030965"/>
                  </a:lnTo>
                  <a:lnTo>
                    <a:pt x="294074" y="1030946"/>
                  </a:lnTo>
                  <a:lnTo>
                    <a:pt x="294067" y="1030888"/>
                  </a:lnTo>
                  <a:lnTo>
                    <a:pt x="294064" y="1030880"/>
                  </a:lnTo>
                  <a:lnTo>
                    <a:pt x="294059" y="1030872"/>
                  </a:lnTo>
                  <a:lnTo>
                    <a:pt x="294046" y="1030856"/>
                  </a:lnTo>
                  <a:lnTo>
                    <a:pt x="294034" y="1030843"/>
                  </a:lnTo>
                  <a:lnTo>
                    <a:pt x="294006" y="1030813"/>
                  </a:lnTo>
                  <a:lnTo>
                    <a:pt x="293990" y="1030795"/>
                  </a:lnTo>
                  <a:lnTo>
                    <a:pt x="293980" y="1030779"/>
                  </a:lnTo>
                  <a:lnTo>
                    <a:pt x="293968" y="1030749"/>
                  </a:lnTo>
                  <a:lnTo>
                    <a:pt x="293947" y="1030700"/>
                  </a:lnTo>
                  <a:lnTo>
                    <a:pt x="293931" y="1030669"/>
                  </a:lnTo>
                  <a:lnTo>
                    <a:pt x="293917" y="1030644"/>
                  </a:lnTo>
                  <a:lnTo>
                    <a:pt x="293907" y="1030628"/>
                  </a:lnTo>
                  <a:lnTo>
                    <a:pt x="293900" y="1030621"/>
                  </a:lnTo>
                  <a:lnTo>
                    <a:pt x="293891" y="1030619"/>
                  </a:lnTo>
                  <a:lnTo>
                    <a:pt x="293824" y="1030619"/>
                  </a:lnTo>
                  <a:lnTo>
                    <a:pt x="293766" y="1030620"/>
                  </a:lnTo>
                  <a:lnTo>
                    <a:pt x="293737" y="1030620"/>
                  </a:lnTo>
                  <a:lnTo>
                    <a:pt x="293719" y="1030619"/>
                  </a:lnTo>
                  <a:lnTo>
                    <a:pt x="293709" y="1030618"/>
                  </a:lnTo>
                  <a:lnTo>
                    <a:pt x="293684" y="1030609"/>
                  </a:lnTo>
                  <a:lnTo>
                    <a:pt x="293667" y="1030600"/>
                  </a:lnTo>
                  <a:lnTo>
                    <a:pt x="293649" y="1030590"/>
                  </a:lnTo>
                  <a:lnTo>
                    <a:pt x="293634" y="1030572"/>
                  </a:lnTo>
                  <a:lnTo>
                    <a:pt x="293620" y="1030552"/>
                  </a:lnTo>
                  <a:lnTo>
                    <a:pt x="293602" y="1030520"/>
                  </a:lnTo>
                  <a:lnTo>
                    <a:pt x="293579" y="1030489"/>
                  </a:lnTo>
                  <a:lnTo>
                    <a:pt x="293562" y="1030465"/>
                  </a:lnTo>
                  <a:lnTo>
                    <a:pt x="293541" y="1030436"/>
                  </a:lnTo>
                  <a:lnTo>
                    <a:pt x="293530" y="1030422"/>
                  </a:lnTo>
                  <a:lnTo>
                    <a:pt x="293520" y="1030412"/>
                  </a:lnTo>
                  <a:lnTo>
                    <a:pt x="293508" y="1030404"/>
                  </a:lnTo>
                  <a:lnTo>
                    <a:pt x="293499" y="1030391"/>
                  </a:lnTo>
                  <a:lnTo>
                    <a:pt x="293498" y="1030381"/>
                  </a:lnTo>
                  <a:lnTo>
                    <a:pt x="293500" y="1030370"/>
                  </a:lnTo>
                  <a:lnTo>
                    <a:pt x="293508" y="1030343"/>
                  </a:lnTo>
                  <a:lnTo>
                    <a:pt x="293512" y="1030321"/>
                  </a:lnTo>
                  <a:lnTo>
                    <a:pt x="293512" y="1030299"/>
                  </a:lnTo>
                  <a:lnTo>
                    <a:pt x="293503" y="1030267"/>
                  </a:lnTo>
                  <a:lnTo>
                    <a:pt x="293494" y="1030245"/>
                  </a:lnTo>
                  <a:lnTo>
                    <a:pt x="293481" y="1030225"/>
                  </a:lnTo>
                  <a:lnTo>
                    <a:pt x="293468" y="1030208"/>
                  </a:lnTo>
                  <a:lnTo>
                    <a:pt x="293455" y="1030194"/>
                  </a:lnTo>
                  <a:lnTo>
                    <a:pt x="293437" y="1030179"/>
                  </a:lnTo>
                  <a:lnTo>
                    <a:pt x="293412" y="1030163"/>
                  </a:lnTo>
                  <a:lnTo>
                    <a:pt x="293390" y="1030152"/>
                  </a:lnTo>
                  <a:lnTo>
                    <a:pt x="293338" y="1030129"/>
                  </a:lnTo>
                  <a:lnTo>
                    <a:pt x="293319" y="1030118"/>
                  </a:lnTo>
                  <a:lnTo>
                    <a:pt x="293301" y="1030106"/>
                  </a:lnTo>
                  <a:lnTo>
                    <a:pt x="293272" y="1030083"/>
                  </a:lnTo>
                  <a:lnTo>
                    <a:pt x="293257" y="1030073"/>
                  </a:lnTo>
                  <a:lnTo>
                    <a:pt x="293239" y="1030066"/>
                  </a:lnTo>
                  <a:lnTo>
                    <a:pt x="293220" y="1030060"/>
                  </a:lnTo>
                  <a:lnTo>
                    <a:pt x="293206" y="1030053"/>
                  </a:lnTo>
                  <a:lnTo>
                    <a:pt x="293181" y="1030037"/>
                  </a:lnTo>
                  <a:lnTo>
                    <a:pt x="293159" y="1030017"/>
                  </a:lnTo>
                  <a:lnTo>
                    <a:pt x="293144" y="1030001"/>
                  </a:lnTo>
                  <a:lnTo>
                    <a:pt x="293136" y="1029987"/>
                  </a:lnTo>
                  <a:lnTo>
                    <a:pt x="293127" y="1029968"/>
                  </a:lnTo>
                  <a:lnTo>
                    <a:pt x="293113" y="1029951"/>
                  </a:lnTo>
                  <a:lnTo>
                    <a:pt x="293092" y="1029930"/>
                  </a:lnTo>
                  <a:lnTo>
                    <a:pt x="293077" y="1029917"/>
                  </a:lnTo>
                  <a:lnTo>
                    <a:pt x="293062" y="1029905"/>
                  </a:lnTo>
                  <a:lnTo>
                    <a:pt x="293049" y="1029887"/>
                  </a:lnTo>
                  <a:lnTo>
                    <a:pt x="293040" y="1029873"/>
                  </a:lnTo>
                  <a:lnTo>
                    <a:pt x="293019" y="1029851"/>
                  </a:lnTo>
                  <a:lnTo>
                    <a:pt x="292996" y="1029833"/>
                  </a:lnTo>
                  <a:lnTo>
                    <a:pt x="292972" y="1029819"/>
                  </a:lnTo>
                  <a:lnTo>
                    <a:pt x="292941" y="1029803"/>
                  </a:lnTo>
                  <a:lnTo>
                    <a:pt x="292917" y="1029792"/>
                  </a:lnTo>
                  <a:lnTo>
                    <a:pt x="292913" y="1029788"/>
                  </a:lnTo>
                  <a:lnTo>
                    <a:pt x="292914" y="1029778"/>
                  </a:lnTo>
                  <a:lnTo>
                    <a:pt x="292919" y="1029754"/>
                  </a:lnTo>
                  <a:lnTo>
                    <a:pt x="292942" y="1029668"/>
                  </a:lnTo>
                  <a:lnTo>
                    <a:pt x="292953" y="1029636"/>
                  </a:lnTo>
                  <a:lnTo>
                    <a:pt x="292974" y="1029581"/>
                  </a:lnTo>
                  <a:lnTo>
                    <a:pt x="292992" y="1029542"/>
                  </a:lnTo>
                  <a:lnTo>
                    <a:pt x="293012" y="1029508"/>
                  </a:lnTo>
                  <a:lnTo>
                    <a:pt x="293032" y="1029478"/>
                  </a:lnTo>
                  <a:lnTo>
                    <a:pt x="293041" y="1029459"/>
                  </a:lnTo>
                  <a:lnTo>
                    <a:pt x="293051" y="1029432"/>
                  </a:lnTo>
                  <a:lnTo>
                    <a:pt x="293070" y="1029402"/>
                  </a:lnTo>
                  <a:lnTo>
                    <a:pt x="293089" y="1029378"/>
                  </a:lnTo>
                  <a:lnTo>
                    <a:pt x="293104" y="1029366"/>
                  </a:lnTo>
                  <a:lnTo>
                    <a:pt x="293115" y="1029359"/>
                  </a:lnTo>
                  <a:lnTo>
                    <a:pt x="293120" y="1029355"/>
                  </a:lnTo>
                  <a:lnTo>
                    <a:pt x="293143" y="1029324"/>
                  </a:lnTo>
                  <a:lnTo>
                    <a:pt x="293162" y="1029296"/>
                  </a:lnTo>
                  <a:lnTo>
                    <a:pt x="293169" y="1029276"/>
                  </a:lnTo>
                  <a:lnTo>
                    <a:pt x="293174" y="1029253"/>
                  </a:lnTo>
                  <a:lnTo>
                    <a:pt x="293177" y="1029229"/>
                  </a:lnTo>
                  <a:lnTo>
                    <a:pt x="293183" y="1029207"/>
                  </a:lnTo>
                  <a:lnTo>
                    <a:pt x="293195" y="1029172"/>
                  </a:lnTo>
                  <a:lnTo>
                    <a:pt x="293204" y="1029145"/>
                  </a:lnTo>
                  <a:lnTo>
                    <a:pt x="293208" y="1029116"/>
                  </a:lnTo>
                  <a:lnTo>
                    <a:pt x="293208" y="1029106"/>
                  </a:lnTo>
                  <a:lnTo>
                    <a:pt x="293211" y="1029048"/>
                  </a:lnTo>
                  <a:lnTo>
                    <a:pt x="293216" y="1029015"/>
                  </a:lnTo>
                  <a:lnTo>
                    <a:pt x="293219" y="1028997"/>
                  </a:lnTo>
                  <a:lnTo>
                    <a:pt x="293230" y="1028978"/>
                  </a:lnTo>
                  <a:lnTo>
                    <a:pt x="293246" y="1028948"/>
                  </a:lnTo>
                  <a:lnTo>
                    <a:pt x="293249" y="1028936"/>
                  </a:lnTo>
                  <a:lnTo>
                    <a:pt x="293247" y="1028925"/>
                  </a:lnTo>
                  <a:lnTo>
                    <a:pt x="293238" y="1028912"/>
                  </a:lnTo>
                  <a:lnTo>
                    <a:pt x="293233" y="1028904"/>
                  </a:lnTo>
                  <a:lnTo>
                    <a:pt x="293230" y="1028896"/>
                  </a:lnTo>
                  <a:lnTo>
                    <a:pt x="293230" y="1028873"/>
                  </a:lnTo>
                  <a:lnTo>
                    <a:pt x="293234" y="1028861"/>
                  </a:lnTo>
                  <a:lnTo>
                    <a:pt x="293241" y="1028843"/>
                  </a:lnTo>
                  <a:lnTo>
                    <a:pt x="293254" y="1028824"/>
                  </a:lnTo>
                  <a:lnTo>
                    <a:pt x="293271" y="1028810"/>
                  </a:lnTo>
                  <a:lnTo>
                    <a:pt x="293288" y="1028806"/>
                  </a:lnTo>
                  <a:lnTo>
                    <a:pt x="293314" y="1028795"/>
                  </a:lnTo>
                  <a:lnTo>
                    <a:pt x="293331" y="1028783"/>
                  </a:lnTo>
                  <a:lnTo>
                    <a:pt x="293346" y="1028770"/>
                  </a:lnTo>
                  <a:lnTo>
                    <a:pt x="293361" y="1028759"/>
                  </a:lnTo>
                  <a:lnTo>
                    <a:pt x="293388" y="1028746"/>
                  </a:lnTo>
                  <a:lnTo>
                    <a:pt x="293417" y="1028734"/>
                  </a:lnTo>
                  <a:lnTo>
                    <a:pt x="293441" y="1028726"/>
                  </a:lnTo>
                  <a:lnTo>
                    <a:pt x="293453" y="1028718"/>
                  </a:lnTo>
                  <a:lnTo>
                    <a:pt x="293457" y="1028713"/>
                  </a:lnTo>
                  <a:lnTo>
                    <a:pt x="293455" y="1028703"/>
                  </a:lnTo>
                  <a:lnTo>
                    <a:pt x="293453" y="1028682"/>
                  </a:lnTo>
                  <a:lnTo>
                    <a:pt x="293453" y="1028658"/>
                  </a:lnTo>
                  <a:lnTo>
                    <a:pt x="293458" y="1028637"/>
                  </a:lnTo>
                  <a:lnTo>
                    <a:pt x="293469" y="1028611"/>
                  </a:lnTo>
                  <a:lnTo>
                    <a:pt x="293494" y="1028575"/>
                  </a:lnTo>
                  <a:lnTo>
                    <a:pt x="293508" y="1028553"/>
                  </a:lnTo>
                  <a:lnTo>
                    <a:pt x="293526" y="1028527"/>
                  </a:lnTo>
                  <a:lnTo>
                    <a:pt x="293530" y="1028514"/>
                  </a:lnTo>
                  <a:lnTo>
                    <a:pt x="293532" y="1028496"/>
                  </a:lnTo>
                  <a:lnTo>
                    <a:pt x="293530" y="1028441"/>
                  </a:lnTo>
                  <a:lnTo>
                    <a:pt x="293530" y="1028419"/>
                  </a:lnTo>
                  <a:lnTo>
                    <a:pt x="293539" y="1028395"/>
                  </a:lnTo>
                  <a:lnTo>
                    <a:pt x="293550" y="1028373"/>
                  </a:lnTo>
                  <a:lnTo>
                    <a:pt x="293554" y="1028358"/>
                  </a:lnTo>
                  <a:lnTo>
                    <a:pt x="293554" y="1028349"/>
                  </a:lnTo>
                  <a:lnTo>
                    <a:pt x="293550" y="1028330"/>
                  </a:lnTo>
                  <a:lnTo>
                    <a:pt x="293535" y="1028288"/>
                  </a:lnTo>
                  <a:lnTo>
                    <a:pt x="293521" y="1028263"/>
                  </a:lnTo>
                  <a:lnTo>
                    <a:pt x="293504" y="1028235"/>
                  </a:lnTo>
                  <a:lnTo>
                    <a:pt x="293490" y="1028216"/>
                  </a:lnTo>
                  <a:lnTo>
                    <a:pt x="293473" y="1028200"/>
                  </a:lnTo>
                  <a:lnTo>
                    <a:pt x="293449" y="1028179"/>
                  </a:lnTo>
                  <a:lnTo>
                    <a:pt x="293430" y="1028162"/>
                  </a:lnTo>
                  <a:lnTo>
                    <a:pt x="293412" y="1028142"/>
                  </a:lnTo>
                  <a:lnTo>
                    <a:pt x="293401" y="1028125"/>
                  </a:lnTo>
                  <a:lnTo>
                    <a:pt x="293393" y="1028105"/>
                  </a:lnTo>
                  <a:lnTo>
                    <a:pt x="293387" y="1028087"/>
                  </a:lnTo>
                  <a:lnTo>
                    <a:pt x="293373" y="1028058"/>
                  </a:lnTo>
                  <a:lnTo>
                    <a:pt x="293359" y="1028027"/>
                  </a:lnTo>
                  <a:lnTo>
                    <a:pt x="293349" y="1028001"/>
                  </a:lnTo>
                  <a:lnTo>
                    <a:pt x="293340" y="1027985"/>
                  </a:lnTo>
                  <a:lnTo>
                    <a:pt x="293330" y="1027973"/>
                  </a:lnTo>
                  <a:lnTo>
                    <a:pt x="293311" y="1027956"/>
                  </a:lnTo>
                  <a:lnTo>
                    <a:pt x="293304" y="1027945"/>
                  </a:lnTo>
                  <a:lnTo>
                    <a:pt x="293302" y="1027937"/>
                  </a:lnTo>
                  <a:lnTo>
                    <a:pt x="293301" y="1027925"/>
                  </a:lnTo>
                  <a:lnTo>
                    <a:pt x="293300" y="1027891"/>
                  </a:lnTo>
                  <a:lnTo>
                    <a:pt x="293296" y="1027878"/>
                  </a:lnTo>
                  <a:lnTo>
                    <a:pt x="293287" y="1027867"/>
                  </a:lnTo>
                  <a:lnTo>
                    <a:pt x="293263" y="1027847"/>
                  </a:lnTo>
                  <a:lnTo>
                    <a:pt x="293244" y="1027832"/>
                  </a:lnTo>
                  <a:lnTo>
                    <a:pt x="293219" y="1027813"/>
                  </a:lnTo>
                  <a:lnTo>
                    <a:pt x="293196" y="1027790"/>
                  </a:lnTo>
                  <a:lnTo>
                    <a:pt x="293174" y="1027770"/>
                  </a:lnTo>
                  <a:lnTo>
                    <a:pt x="293152" y="1027753"/>
                  </a:lnTo>
                  <a:lnTo>
                    <a:pt x="293126" y="1027734"/>
                  </a:lnTo>
                  <a:lnTo>
                    <a:pt x="293103" y="1027721"/>
                  </a:lnTo>
                  <a:lnTo>
                    <a:pt x="293079" y="1027709"/>
                  </a:lnTo>
                  <a:lnTo>
                    <a:pt x="293051" y="1027699"/>
                  </a:lnTo>
                  <a:lnTo>
                    <a:pt x="293036" y="1027697"/>
                  </a:lnTo>
                  <a:lnTo>
                    <a:pt x="293005" y="1027695"/>
                  </a:lnTo>
                  <a:lnTo>
                    <a:pt x="292971" y="1027698"/>
                  </a:lnTo>
                  <a:lnTo>
                    <a:pt x="292933" y="1027710"/>
                  </a:lnTo>
                  <a:lnTo>
                    <a:pt x="292902" y="1027721"/>
                  </a:lnTo>
                  <a:lnTo>
                    <a:pt x="292868" y="1027736"/>
                  </a:lnTo>
                  <a:lnTo>
                    <a:pt x="292853" y="1027744"/>
                  </a:lnTo>
                  <a:lnTo>
                    <a:pt x="292829" y="1027753"/>
                  </a:lnTo>
                  <a:lnTo>
                    <a:pt x="292795" y="1027766"/>
                  </a:lnTo>
                  <a:lnTo>
                    <a:pt x="292766" y="1027773"/>
                  </a:lnTo>
                  <a:lnTo>
                    <a:pt x="292745" y="1027779"/>
                  </a:lnTo>
                  <a:lnTo>
                    <a:pt x="292733" y="1027782"/>
                  </a:lnTo>
                  <a:lnTo>
                    <a:pt x="292702" y="1027782"/>
                  </a:lnTo>
                  <a:lnTo>
                    <a:pt x="292653" y="1027776"/>
                  </a:lnTo>
                  <a:lnTo>
                    <a:pt x="292596" y="1027763"/>
                  </a:lnTo>
                  <a:lnTo>
                    <a:pt x="292558" y="1027753"/>
                  </a:lnTo>
                  <a:lnTo>
                    <a:pt x="292528" y="1027746"/>
                  </a:lnTo>
                  <a:lnTo>
                    <a:pt x="292496" y="1027737"/>
                  </a:lnTo>
                  <a:lnTo>
                    <a:pt x="292495" y="1027729"/>
                  </a:lnTo>
                  <a:lnTo>
                    <a:pt x="292509" y="1027690"/>
                  </a:lnTo>
                  <a:lnTo>
                    <a:pt x="292529" y="1027653"/>
                  </a:lnTo>
                  <a:lnTo>
                    <a:pt x="292539" y="1027632"/>
                  </a:lnTo>
                  <a:lnTo>
                    <a:pt x="292544" y="1027608"/>
                  </a:lnTo>
                  <a:lnTo>
                    <a:pt x="292548" y="1027580"/>
                  </a:lnTo>
                  <a:lnTo>
                    <a:pt x="292551" y="1027568"/>
                  </a:lnTo>
                  <a:lnTo>
                    <a:pt x="292574" y="1027527"/>
                  </a:lnTo>
                  <a:lnTo>
                    <a:pt x="292588" y="1027499"/>
                  </a:lnTo>
                  <a:lnTo>
                    <a:pt x="292600" y="1027475"/>
                  </a:lnTo>
                  <a:lnTo>
                    <a:pt x="292618" y="1027446"/>
                  </a:lnTo>
                  <a:lnTo>
                    <a:pt x="292629" y="1027428"/>
                  </a:lnTo>
                  <a:lnTo>
                    <a:pt x="292631" y="1027422"/>
                  </a:lnTo>
                  <a:lnTo>
                    <a:pt x="292631" y="1027416"/>
                  </a:lnTo>
                  <a:lnTo>
                    <a:pt x="292624" y="1027392"/>
                  </a:lnTo>
                  <a:lnTo>
                    <a:pt x="292611" y="1027362"/>
                  </a:lnTo>
                  <a:lnTo>
                    <a:pt x="292605" y="1027328"/>
                  </a:lnTo>
                  <a:lnTo>
                    <a:pt x="292603" y="1027303"/>
                  </a:lnTo>
                  <a:lnTo>
                    <a:pt x="292603" y="1027288"/>
                  </a:lnTo>
                  <a:lnTo>
                    <a:pt x="292608" y="1027269"/>
                  </a:lnTo>
                  <a:lnTo>
                    <a:pt x="292621" y="1027236"/>
                  </a:lnTo>
                  <a:lnTo>
                    <a:pt x="292635" y="1027211"/>
                  </a:lnTo>
                  <a:lnTo>
                    <a:pt x="292640" y="1027199"/>
                  </a:lnTo>
                  <a:lnTo>
                    <a:pt x="292647" y="1027167"/>
                  </a:lnTo>
                  <a:lnTo>
                    <a:pt x="292652" y="1027139"/>
                  </a:lnTo>
                  <a:lnTo>
                    <a:pt x="292650" y="1027111"/>
                  </a:lnTo>
                  <a:lnTo>
                    <a:pt x="292644" y="1027077"/>
                  </a:lnTo>
                  <a:lnTo>
                    <a:pt x="292630" y="1027025"/>
                  </a:lnTo>
                  <a:lnTo>
                    <a:pt x="292623" y="1026997"/>
                  </a:lnTo>
                  <a:lnTo>
                    <a:pt x="292623" y="1026986"/>
                  </a:lnTo>
                  <a:lnTo>
                    <a:pt x="292620" y="1026971"/>
                  </a:lnTo>
                  <a:lnTo>
                    <a:pt x="292613" y="1026945"/>
                  </a:lnTo>
                  <a:lnTo>
                    <a:pt x="292604" y="1026913"/>
                  </a:lnTo>
                  <a:lnTo>
                    <a:pt x="292591" y="1026883"/>
                  </a:lnTo>
                  <a:lnTo>
                    <a:pt x="292574" y="1026858"/>
                  </a:lnTo>
                  <a:lnTo>
                    <a:pt x="292559" y="1026833"/>
                  </a:lnTo>
                  <a:lnTo>
                    <a:pt x="292546" y="1026805"/>
                  </a:lnTo>
                  <a:lnTo>
                    <a:pt x="292535" y="1026789"/>
                  </a:lnTo>
                  <a:lnTo>
                    <a:pt x="292521" y="1026772"/>
                  </a:lnTo>
                  <a:lnTo>
                    <a:pt x="292508" y="1026762"/>
                  </a:lnTo>
                  <a:lnTo>
                    <a:pt x="292494" y="1026749"/>
                  </a:lnTo>
                  <a:lnTo>
                    <a:pt x="292478" y="1026738"/>
                  </a:lnTo>
                  <a:lnTo>
                    <a:pt x="292456" y="1026729"/>
                  </a:lnTo>
                  <a:lnTo>
                    <a:pt x="292440" y="1026724"/>
                  </a:lnTo>
                  <a:lnTo>
                    <a:pt x="292431" y="1026720"/>
                  </a:lnTo>
                  <a:lnTo>
                    <a:pt x="292426" y="1026713"/>
                  </a:lnTo>
                  <a:lnTo>
                    <a:pt x="292412" y="1026694"/>
                  </a:lnTo>
                  <a:lnTo>
                    <a:pt x="292401" y="1026680"/>
                  </a:lnTo>
                  <a:lnTo>
                    <a:pt x="292393" y="1026668"/>
                  </a:lnTo>
                  <a:lnTo>
                    <a:pt x="292392" y="1026663"/>
                  </a:lnTo>
                  <a:lnTo>
                    <a:pt x="292391" y="1026655"/>
                  </a:lnTo>
                  <a:lnTo>
                    <a:pt x="292393" y="1026648"/>
                  </a:lnTo>
                  <a:lnTo>
                    <a:pt x="292395" y="1026632"/>
                  </a:lnTo>
                  <a:lnTo>
                    <a:pt x="292397" y="1026611"/>
                  </a:lnTo>
                  <a:lnTo>
                    <a:pt x="292395" y="1026577"/>
                  </a:lnTo>
                  <a:lnTo>
                    <a:pt x="292396" y="1026567"/>
                  </a:lnTo>
                  <a:lnTo>
                    <a:pt x="292398" y="1026558"/>
                  </a:lnTo>
                  <a:lnTo>
                    <a:pt x="292407" y="1026536"/>
                  </a:lnTo>
                  <a:lnTo>
                    <a:pt x="292422" y="1026509"/>
                  </a:lnTo>
                  <a:lnTo>
                    <a:pt x="292442" y="1026464"/>
                  </a:lnTo>
                  <a:lnTo>
                    <a:pt x="292451" y="1026442"/>
                  </a:lnTo>
                  <a:lnTo>
                    <a:pt x="292453" y="1026435"/>
                  </a:lnTo>
                  <a:lnTo>
                    <a:pt x="292459" y="1026425"/>
                  </a:lnTo>
                  <a:lnTo>
                    <a:pt x="292472" y="1026403"/>
                  </a:lnTo>
                  <a:lnTo>
                    <a:pt x="292489" y="1026374"/>
                  </a:lnTo>
                  <a:lnTo>
                    <a:pt x="292497" y="1026356"/>
                  </a:lnTo>
                  <a:lnTo>
                    <a:pt x="292498" y="1026343"/>
                  </a:lnTo>
                  <a:lnTo>
                    <a:pt x="292498" y="1026317"/>
                  </a:lnTo>
                  <a:lnTo>
                    <a:pt x="292496" y="1026289"/>
                  </a:lnTo>
                  <a:lnTo>
                    <a:pt x="292498" y="1026267"/>
                  </a:lnTo>
                  <a:lnTo>
                    <a:pt x="292506" y="1026239"/>
                  </a:lnTo>
                  <a:lnTo>
                    <a:pt x="292516" y="1026211"/>
                  </a:lnTo>
                  <a:lnTo>
                    <a:pt x="292534" y="1026180"/>
                  </a:lnTo>
                  <a:lnTo>
                    <a:pt x="292553" y="1026156"/>
                  </a:lnTo>
                  <a:lnTo>
                    <a:pt x="292555" y="1026151"/>
                  </a:lnTo>
                  <a:lnTo>
                    <a:pt x="292554" y="1026146"/>
                  </a:lnTo>
                  <a:lnTo>
                    <a:pt x="292548" y="1026134"/>
                  </a:lnTo>
                  <a:lnTo>
                    <a:pt x="292538" y="1026117"/>
                  </a:lnTo>
                  <a:lnTo>
                    <a:pt x="292535" y="1026106"/>
                  </a:lnTo>
                  <a:lnTo>
                    <a:pt x="292531" y="1026069"/>
                  </a:lnTo>
                  <a:lnTo>
                    <a:pt x="292529" y="1026022"/>
                  </a:lnTo>
                  <a:lnTo>
                    <a:pt x="292531" y="1025980"/>
                  </a:lnTo>
                  <a:lnTo>
                    <a:pt x="292530" y="1025959"/>
                  </a:lnTo>
                  <a:lnTo>
                    <a:pt x="292527" y="1025946"/>
                  </a:lnTo>
                  <a:lnTo>
                    <a:pt x="292527" y="1025929"/>
                  </a:lnTo>
                  <a:lnTo>
                    <a:pt x="292528" y="1025915"/>
                  </a:lnTo>
                  <a:lnTo>
                    <a:pt x="292535" y="1025883"/>
                  </a:lnTo>
                  <a:lnTo>
                    <a:pt x="292543" y="1025850"/>
                  </a:lnTo>
                  <a:lnTo>
                    <a:pt x="292548" y="1025823"/>
                  </a:lnTo>
                  <a:lnTo>
                    <a:pt x="292549" y="1025812"/>
                  </a:lnTo>
                  <a:lnTo>
                    <a:pt x="292545" y="1025798"/>
                  </a:lnTo>
                  <a:lnTo>
                    <a:pt x="292536" y="1025780"/>
                  </a:lnTo>
                  <a:lnTo>
                    <a:pt x="292531" y="1025769"/>
                  </a:lnTo>
                  <a:lnTo>
                    <a:pt x="292529" y="1025756"/>
                  </a:lnTo>
                  <a:lnTo>
                    <a:pt x="292531" y="1025720"/>
                  </a:lnTo>
                  <a:lnTo>
                    <a:pt x="292534" y="1025694"/>
                  </a:lnTo>
                  <a:lnTo>
                    <a:pt x="292538" y="1025678"/>
                  </a:lnTo>
                  <a:lnTo>
                    <a:pt x="292543" y="1025665"/>
                  </a:lnTo>
                  <a:lnTo>
                    <a:pt x="292550" y="1025649"/>
                  </a:lnTo>
                  <a:lnTo>
                    <a:pt x="292558" y="1025627"/>
                  </a:lnTo>
                  <a:lnTo>
                    <a:pt x="292564" y="1025612"/>
                  </a:lnTo>
                  <a:lnTo>
                    <a:pt x="292562" y="1025608"/>
                  </a:lnTo>
                  <a:lnTo>
                    <a:pt x="292553" y="1025594"/>
                  </a:lnTo>
                  <a:lnTo>
                    <a:pt x="292548" y="1025578"/>
                  </a:lnTo>
                  <a:lnTo>
                    <a:pt x="292546" y="1025555"/>
                  </a:lnTo>
                  <a:lnTo>
                    <a:pt x="292543" y="1025550"/>
                  </a:lnTo>
                  <a:lnTo>
                    <a:pt x="292538" y="1025545"/>
                  </a:lnTo>
                  <a:lnTo>
                    <a:pt x="292532" y="1025542"/>
                  </a:lnTo>
                  <a:lnTo>
                    <a:pt x="292513" y="1025534"/>
                  </a:lnTo>
                  <a:lnTo>
                    <a:pt x="292494" y="1025527"/>
                  </a:lnTo>
                  <a:lnTo>
                    <a:pt x="292474" y="1025518"/>
                  </a:lnTo>
                  <a:lnTo>
                    <a:pt x="292463" y="1025509"/>
                  </a:lnTo>
                  <a:lnTo>
                    <a:pt x="292446" y="1025491"/>
                  </a:lnTo>
                  <a:lnTo>
                    <a:pt x="292427" y="1025467"/>
                  </a:lnTo>
                  <a:lnTo>
                    <a:pt x="292411" y="1025447"/>
                  </a:lnTo>
                  <a:lnTo>
                    <a:pt x="292401" y="1025431"/>
                  </a:lnTo>
                  <a:lnTo>
                    <a:pt x="292396" y="1025417"/>
                  </a:lnTo>
                  <a:lnTo>
                    <a:pt x="292389" y="1025394"/>
                  </a:lnTo>
                  <a:lnTo>
                    <a:pt x="292385" y="1025374"/>
                  </a:lnTo>
                  <a:lnTo>
                    <a:pt x="292382" y="1025346"/>
                  </a:lnTo>
                  <a:lnTo>
                    <a:pt x="292377" y="1025337"/>
                  </a:lnTo>
                  <a:lnTo>
                    <a:pt x="292370" y="1025329"/>
                  </a:lnTo>
                  <a:lnTo>
                    <a:pt x="292360" y="1025324"/>
                  </a:lnTo>
                  <a:lnTo>
                    <a:pt x="292335" y="1025316"/>
                  </a:lnTo>
                  <a:lnTo>
                    <a:pt x="292296" y="1025304"/>
                  </a:lnTo>
                  <a:lnTo>
                    <a:pt x="292259" y="1025294"/>
                  </a:lnTo>
                  <a:lnTo>
                    <a:pt x="292231" y="1025282"/>
                  </a:lnTo>
                  <a:lnTo>
                    <a:pt x="292207" y="1025276"/>
                  </a:lnTo>
                  <a:lnTo>
                    <a:pt x="292177" y="1025266"/>
                  </a:lnTo>
                  <a:lnTo>
                    <a:pt x="292167" y="1025265"/>
                  </a:lnTo>
                  <a:lnTo>
                    <a:pt x="292160" y="1025266"/>
                  </a:lnTo>
                  <a:lnTo>
                    <a:pt x="292152" y="1025268"/>
                  </a:lnTo>
                  <a:lnTo>
                    <a:pt x="292143" y="1025271"/>
                  </a:lnTo>
                  <a:lnTo>
                    <a:pt x="292132" y="1025272"/>
                  </a:lnTo>
                  <a:lnTo>
                    <a:pt x="292119" y="1025271"/>
                  </a:lnTo>
                  <a:lnTo>
                    <a:pt x="292111" y="1025268"/>
                  </a:lnTo>
                  <a:lnTo>
                    <a:pt x="292088" y="1025251"/>
                  </a:lnTo>
                  <a:lnTo>
                    <a:pt x="292071" y="1025242"/>
                  </a:lnTo>
                  <a:lnTo>
                    <a:pt x="292040" y="1025228"/>
                  </a:lnTo>
                  <a:lnTo>
                    <a:pt x="292030" y="1025226"/>
                  </a:lnTo>
                  <a:lnTo>
                    <a:pt x="292016" y="1025225"/>
                  </a:lnTo>
                  <a:lnTo>
                    <a:pt x="292002" y="1025226"/>
                  </a:lnTo>
                  <a:lnTo>
                    <a:pt x="291986" y="1025228"/>
                  </a:lnTo>
                  <a:lnTo>
                    <a:pt x="291970" y="1025233"/>
                  </a:lnTo>
                  <a:lnTo>
                    <a:pt x="291960" y="1025235"/>
                  </a:lnTo>
                  <a:lnTo>
                    <a:pt x="291953" y="1025234"/>
                  </a:lnTo>
                  <a:lnTo>
                    <a:pt x="291944" y="1025233"/>
                  </a:lnTo>
                  <a:lnTo>
                    <a:pt x="291931" y="1025228"/>
                  </a:lnTo>
                  <a:lnTo>
                    <a:pt x="291915" y="1025220"/>
                  </a:lnTo>
                  <a:lnTo>
                    <a:pt x="291897" y="1025209"/>
                  </a:lnTo>
                  <a:lnTo>
                    <a:pt x="291881" y="1025198"/>
                  </a:lnTo>
                  <a:lnTo>
                    <a:pt x="291856" y="1025176"/>
                  </a:lnTo>
                  <a:lnTo>
                    <a:pt x="291841" y="1025160"/>
                  </a:lnTo>
                  <a:lnTo>
                    <a:pt x="291836" y="1025153"/>
                  </a:lnTo>
                  <a:lnTo>
                    <a:pt x="291835" y="1025147"/>
                  </a:lnTo>
                  <a:lnTo>
                    <a:pt x="291837" y="1025127"/>
                  </a:lnTo>
                  <a:lnTo>
                    <a:pt x="291837" y="1025120"/>
                  </a:lnTo>
                  <a:lnTo>
                    <a:pt x="291834" y="1025110"/>
                  </a:lnTo>
                  <a:lnTo>
                    <a:pt x="291830" y="1025094"/>
                  </a:lnTo>
                  <a:lnTo>
                    <a:pt x="291817" y="1025072"/>
                  </a:lnTo>
                  <a:lnTo>
                    <a:pt x="291808" y="1025058"/>
                  </a:lnTo>
                  <a:lnTo>
                    <a:pt x="291794" y="1025041"/>
                  </a:lnTo>
                  <a:lnTo>
                    <a:pt x="291790" y="1025033"/>
                  </a:lnTo>
                  <a:lnTo>
                    <a:pt x="291789" y="1025028"/>
                  </a:lnTo>
                  <a:lnTo>
                    <a:pt x="291788" y="1025020"/>
                  </a:lnTo>
                  <a:lnTo>
                    <a:pt x="291789" y="1025001"/>
                  </a:lnTo>
                  <a:lnTo>
                    <a:pt x="291792" y="1024989"/>
                  </a:lnTo>
                  <a:lnTo>
                    <a:pt x="291792" y="1024977"/>
                  </a:lnTo>
                  <a:lnTo>
                    <a:pt x="291791" y="1024967"/>
                  </a:lnTo>
                  <a:lnTo>
                    <a:pt x="291787" y="1024948"/>
                  </a:lnTo>
                  <a:lnTo>
                    <a:pt x="291782" y="1024922"/>
                  </a:lnTo>
                  <a:lnTo>
                    <a:pt x="291779" y="1024904"/>
                  </a:lnTo>
                  <a:lnTo>
                    <a:pt x="291773" y="1024872"/>
                  </a:lnTo>
                  <a:lnTo>
                    <a:pt x="291772" y="1024855"/>
                  </a:lnTo>
                  <a:lnTo>
                    <a:pt x="291769" y="1024836"/>
                  </a:lnTo>
                  <a:lnTo>
                    <a:pt x="291766" y="1024828"/>
                  </a:lnTo>
                  <a:lnTo>
                    <a:pt x="291760" y="1024815"/>
                  </a:lnTo>
                  <a:lnTo>
                    <a:pt x="291755" y="1024804"/>
                  </a:lnTo>
                  <a:lnTo>
                    <a:pt x="291755" y="1024800"/>
                  </a:lnTo>
                  <a:lnTo>
                    <a:pt x="291753" y="1024795"/>
                  </a:lnTo>
                  <a:lnTo>
                    <a:pt x="291750" y="1024785"/>
                  </a:lnTo>
                  <a:lnTo>
                    <a:pt x="291747" y="1024775"/>
                  </a:lnTo>
                  <a:lnTo>
                    <a:pt x="291745" y="1024769"/>
                  </a:lnTo>
                  <a:lnTo>
                    <a:pt x="291737" y="1024759"/>
                  </a:lnTo>
                  <a:lnTo>
                    <a:pt x="291731" y="1024758"/>
                  </a:lnTo>
                  <a:lnTo>
                    <a:pt x="291712" y="1024757"/>
                  </a:lnTo>
                  <a:lnTo>
                    <a:pt x="291696" y="1024758"/>
                  </a:lnTo>
                  <a:lnTo>
                    <a:pt x="291687" y="1024757"/>
                  </a:lnTo>
                  <a:lnTo>
                    <a:pt x="291675" y="1024751"/>
                  </a:lnTo>
                  <a:lnTo>
                    <a:pt x="291638" y="1024722"/>
                  </a:lnTo>
                  <a:lnTo>
                    <a:pt x="291619" y="1024708"/>
                  </a:lnTo>
                  <a:lnTo>
                    <a:pt x="291593" y="1024692"/>
                  </a:lnTo>
                  <a:lnTo>
                    <a:pt x="291555" y="1024669"/>
                  </a:lnTo>
                  <a:lnTo>
                    <a:pt x="291541" y="1024659"/>
                  </a:lnTo>
                  <a:lnTo>
                    <a:pt x="291536" y="1024651"/>
                  </a:lnTo>
                  <a:lnTo>
                    <a:pt x="291536" y="1024640"/>
                  </a:lnTo>
                  <a:lnTo>
                    <a:pt x="291538" y="1024629"/>
                  </a:lnTo>
                  <a:lnTo>
                    <a:pt x="291544" y="1024609"/>
                  </a:lnTo>
                  <a:lnTo>
                    <a:pt x="291546" y="1024597"/>
                  </a:lnTo>
                  <a:lnTo>
                    <a:pt x="291546" y="1024583"/>
                  </a:lnTo>
                  <a:lnTo>
                    <a:pt x="291543" y="1024567"/>
                  </a:lnTo>
                  <a:lnTo>
                    <a:pt x="291531" y="1024523"/>
                  </a:lnTo>
                  <a:lnTo>
                    <a:pt x="291526" y="1024509"/>
                  </a:lnTo>
                  <a:lnTo>
                    <a:pt x="291516" y="1024491"/>
                  </a:lnTo>
                  <a:lnTo>
                    <a:pt x="291491" y="1024457"/>
                  </a:lnTo>
                  <a:lnTo>
                    <a:pt x="291483" y="1024445"/>
                  </a:lnTo>
                  <a:lnTo>
                    <a:pt x="291472" y="1024438"/>
                  </a:lnTo>
                  <a:lnTo>
                    <a:pt x="291461" y="1024433"/>
                  </a:lnTo>
                  <a:lnTo>
                    <a:pt x="291445" y="1024426"/>
                  </a:lnTo>
                  <a:lnTo>
                    <a:pt x="291433" y="1024418"/>
                  </a:lnTo>
                  <a:lnTo>
                    <a:pt x="291411" y="1024396"/>
                  </a:lnTo>
                  <a:lnTo>
                    <a:pt x="291407" y="1024388"/>
                  </a:lnTo>
                  <a:lnTo>
                    <a:pt x="291402" y="1024374"/>
                  </a:lnTo>
                  <a:lnTo>
                    <a:pt x="291401" y="1024361"/>
                  </a:lnTo>
                  <a:lnTo>
                    <a:pt x="291392" y="1024337"/>
                  </a:lnTo>
                  <a:lnTo>
                    <a:pt x="291386" y="1024322"/>
                  </a:lnTo>
                  <a:lnTo>
                    <a:pt x="291384" y="1024307"/>
                  </a:lnTo>
                  <a:lnTo>
                    <a:pt x="291381" y="1024297"/>
                  </a:lnTo>
                  <a:lnTo>
                    <a:pt x="291374" y="1024285"/>
                  </a:lnTo>
                  <a:lnTo>
                    <a:pt x="291352" y="1024248"/>
                  </a:lnTo>
                  <a:lnTo>
                    <a:pt x="291342" y="1024235"/>
                  </a:lnTo>
                  <a:lnTo>
                    <a:pt x="291335" y="1024229"/>
                  </a:lnTo>
                  <a:lnTo>
                    <a:pt x="291326" y="1024228"/>
                  </a:lnTo>
                  <a:lnTo>
                    <a:pt x="291317" y="1024228"/>
                  </a:lnTo>
                  <a:lnTo>
                    <a:pt x="291297" y="1024233"/>
                  </a:lnTo>
                  <a:lnTo>
                    <a:pt x="291274" y="1024239"/>
                  </a:lnTo>
                  <a:lnTo>
                    <a:pt x="291246" y="1024247"/>
                  </a:lnTo>
                  <a:lnTo>
                    <a:pt x="291228" y="1024252"/>
                  </a:lnTo>
                  <a:lnTo>
                    <a:pt x="291222" y="1024252"/>
                  </a:lnTo>
                  <a:lnTo>
                    <a:pt x="291215" y="1024250"/>
                  </a:lnTo>
                  <a:lnTo>
                    <a:pt x="291205" y="1024244"/>
                  </a:lnTo>
                  <a:lnTo>
                    <a:pt x="291199" y="1024243"/>
                  </a:lnTo>
                  <a:lnTo>
                    <a:pt x="291187" y="1024241"/>
                  </a:lnTo>
                  <a:lnTo>
                    <a:pt x="291126" y="1024243"/>
                  </a:lnTo>
                  <a:lnTo>
                    <a:pt x="291109" y="1024243"/>
                  </a:lnTo>
                  <a:lnTo>
                    <a:pt x="291101" y="1024242"/>
                  </a:lnTo>
                  <a:lnTo>
                    <a:pt x="291093" y="1024238"/>
                  </a:lnTo>
                  <a:lnTo>
                    <a:pt x="291085" y="1024229"/>
                  </a:lnTo>
                  <a:lnTo>
                    <a:pt x="291076" y="1024215"/>
                  </a:lnTo>
                  <a:lnTo>
                    <a:pt x="291055" y="1024177"/>
                  </a:lnTo>
                  <a:lnTo>
                    <a:pt x="291045" y="1024159"/>
                  </a:lnTo>
                  <a:lnTo>
                    <a:pt x="291044" y="1024147"/>
                  </a:lnTo>
                  <a:lnTo>
                    <a:pt x="291045" y="1024136"/>
                  </a:lnTo>
                  <a:lnTo>
                    <a:pt x="291050" y="1024124"/>
                  </a:lnTo>
                  <a:lnTo>
                    <a:pt x="291056" y="1024114"/>
                  </a:lnTo>
                  <a:lnTo>
                    <a:pt x="291059" y="1024102"/>
                  </a:lnTo>
                  <a:lnTo>
                    <a:pt x="291058" y="1024091"/>
                  </a:lnTo>
                  <a:lnTo>
                    <a:pt x="291052" y="1024069"/>
                  </a:lnTo>
                  <a:lnTo>
                    <a:pt x="291045" y="1024048"/>
                  </a:lnTo>
                  <a:lnTo>
                    <a:pt x="291043" y="1024035"/>
                  </a:lnTo>
                  <a:lnTo>
                    <a:pt x="291043" y="1024005"/>
                  </a:lnTo>
                  <a:lnTo>
                    <a:pt x="291043" y="1023994"/>
                  </a:lnTo>
                  <a:lnTo>
                    <a:pt x="291042" y="1023987"/>
                  </a:lnTo>
                  <a:lnTo>
                    <a:pt x="291041" y="1023976"/>
                  </a:lnTo>
                  <a:lnTo>
                    <a:pt x="291039" y="1023963"/>
                  </a:lnTo>
                  <a:lnTo>
                    <a:pt x="291039" y="1023951"/>
                  </a:lnTo>
                  <a:lnTo>
                    <a:pt x="291040" y="1023937"/>
                  </a:lnTo>
                  <a:lnTo>
                    <a:pt x="291047" y="1023907"/>
                  </a:lnTo>
                  <a:lnTo>
                    <a:pt x="291048" y="1023896"/>
                  </a:lnTo>
                  <a:lnTo>
                    <a:pt x="291048" y="1023889"/>
                  </a:lnTo>
                  <a:lnTo>
                    <a:pt x="291045" y="1023879"/>
                  </a:lnTo>
                  <a:lnTo>
                    <a:pt x="291036" y="1023861"/>
                  </a:lnTo>
                  <a:lnTo>
                    <a:pt x="291015" y="1023833"/>
                  </a:lnTo>
                  <a:lnTo>
                    <a:pt x="291009" y="1023821"/>
                  </a:lnTo>
                  <a:lnTo>
                    <a:pt x="290998" y="1023773"/>
                  </a:lnTo>
                  <a:lnTo>
                    <a:pt x="290993" y="1023749"/>
                  </a:lnTo>
                  <a:lnTo>
                    <a:pt x="290988" y="1023705"/>
                  </a:lnTo>
                  <a:lnTo>
                    <a:pt x="290987" y="1023685"/>
                  </a:lnTo>
                  <a:lnTo>
                    <a:pt x="290990" y="1023645"/>
                  </a:lnTo>
                  <a:lnTo>
                    <a:pt x="290989" y="1023626"/>
                  </a:lnTo>
                  <a:lnTo>
                    <a:pt x="290987" y="1023614"/>
                  </a:lnTo>
                  <a:lnTo>
                    <a:pt x="290983" y="1023605"/>
                  </a:lnTo>
                  <a:lnTo>
                    <a:pt x="290972" y="1023599"/>
                  </a:lnTo>
                  <a:lnTo>
                    <a:pt x="290956" y="1023596"/>
                  </a:lnTo>
                  <a:lnTo>
                    <a:pt x="290937" y="1023596"/>
                  </a:lnTo>
                  <a:lnTo>
                    <a:pt x="290914" y="1023598"/>
                  </a:lnTo>
                  <a:lnTo>
                    <a:pt x="290898" y="1023598"/>
                  </a:lnTo>
                  <a:lnTo>
                    <a:pt x="290884" y="1023596"/>
                  </a:lnTo>
                  <a:lnTo>
                    <a:pt x="290869" y="1023592"/>
                  </a:lnTo>
                  <a:lnTo>
                    <a:pt x="290859" y="1023588"/>
                  </a:lnTo>
                  <a:lnTo>
                    <a:pt x="290849" y="1023581"/>
                  </a:lnTo>
                  <a:lnTo>
                    <a:pt x="290838" y="1023570"/>
                  </a:lnTo>
                  <a:lnTo>
                    <a:pt x="290822" y="1023554"/>
                  </a:lnTo>
                  <a:lnTo>
                    <a:pt x="290797" y="1023535"/>
                  </a:lnTo>
                  <a:lnTo>
                    <a:pt x="290781" y="1023527"/>
                  </a:lnTo>
                  <a:lnTo>
                    <a:pt x="290760" y="1023519"/>
                  </a:lnTo>
                  <a:lnTo>
                    <a:pt x="290740" y="1023511"/>
                  </a:lnTo>
                  <a:lnTo>
                    <a:pt x="290719" y="1023498"/>
                  </a:lnTo>
                  <a:lnTo>
                    <a:pt x="290712" y="1023491"/>
                  </a:lnTo>
                  <a:lnTo>
                    <a:pt x="290701" y="1023484"/>
                  </a:lnTo>
                  <a:lnTo>
                    <a:pt x="290691" y="1023481"/>
                  </a:lnTo>
                  <a:lnTo>
                    <a:pt x="290675" y="1023479"/>
                  </a:lnTo>
                  <a:lnTo>
                    <a:pt x="290664" y="1023478"/>
                  </a:lnTo>
                  <a:lnTo>
                    <a:pt x="290659" y="1023473"/>
                  </a:lnTo>
                  <a:lnTo>
                    <a:pt x="290664" y="1023469"/>
                  </a:lnTo>
                  <a:lnTo>
                    <a:pt x="290682" y="1023461"/>
                  </a:lnTo>
                  <a:lnTo>
                    <a:pt x="290697" y="1023451"/>
                  </a:lnTo>
                  <a:lnTo>
                    <a:pt x="290716" y="1023433"/>
                  </a:lnTo>
                  <a:lnTo>
                    <a:pt x="290725" y="1023422"/>
                  </a:lnTo>
                  <a:lnTo>
                    <a:pt x="290728" y="1023413"/>
                  </a:lnTo>
                  <a:lnTo>
                    <a:pt x="290729" y="1023406"/>
                  </a:lnTo>
                  <a:lnTo>
                    <a:pt x="290726" y="1023397"/>
                  </a:lnTo>
                  <a:lnTo>
                    <a:pt x="290718" y="1023379"/>
                  </a:lnTo>
                  <a:lnTo>
                    <a:pt x="290709" y="1023363"/>
                  </a:lnTo>
                  <a:lnTo>
                    <a:pt x="290699" y="1023348"/>
                  </a:lnTo>
                  <a:lnTo>
                    <a:pt x="290678" y="1023329"/>
                  </a:lnTo>
                  <a:lnTo>
                    <a:pt x="290670" y="1023318"/>
                  </a:lnTo>
                  <a:lnTo>
                    <a:pt x="290663" y="1023306"/>
                  </a:lnTo>
                  <a:lnTo>
                    <a:pt x="290662" y="1023301"/>
                  </a:lnTo>
                  <a:lnTo>
                    <a:pt x="290663" y="1023295"/>
                  </a:lnTo>
                  <a:lnTo>
                    <a:pt x="290670" y="1023286"/>
                  </a:lnTo>
                  <a:lnTo>
                    <a:pt x="290693" y="1023271"/>
                  </a:lnTo>
                  <a:lnTo>
                    <a:pt x="290710" y="1023264"/>
                  </a:lnTo>
                  <a:lnTo>
                    <a:pt x="290743" y="1023255"/>
                  </a:lnTo>
                  <a:lnTo>
                    <a:pt x="290787" y="1023239"/>
                  </a:lnTo>
                  <a:lnTo>
                    <a:pt x="290798" y="1023235"/>
                  </a:lnTo>
                  <a:lnTo>
                    <a:pt x="290816" y="1023231"/>
                  </a:lnTo>
                  <a:lnTo>
                    <a:pt x="290837" y="1023230"/>
                  </a:lnTo>
                  <a:lnTo>
                    <a:pt x="290848" y="1023228"/>
                  </a:lnTo>
                  <a:lnTo>
                    <a:pt x="290857" y="1023225"/>
                  </a:lnTo>
                  <a:lnTo>
                    <a:pt x="290900" y="1023201"/>
                  </a:lnTo>
                  <a:lnTo>
                    <a:pt x="291002" y="1023148"/>
                  </a:lnTo>
                  <a:lnTo>
                    <a:pt x="291060" y="1023118"/>
                  </a:lnTo>
                  <a:lnTo>
                    <a:pt x="291074" y="1023108"/>
                  </a:lnTo>
                  <a:lnTo>
                    <a:pt x="291084" y="1023099"/>
                  </a:lnTo>
                  <a:lnTo>
                    <a:pt x="291092" y="1023087"/>
                  </a:lnTo>
                  <a:lnTo>
                    <a:pt x="291093" y="1023075"/>
                  </a:lnTo>
                  <a:lnTo>
                    <a:pt x="291093" y="1023057"/>
                  </a:lnTo>
                  <a:lnTo>
                    <a:pt x="291093" y="1023042"/>
                  </a:lnTo>
                  <a:lnTo>
                    <a:pt x="291097" y="1022992"/>
                  </a:lnTo>
                  <a:lnTo>
                    <a:pt x="291100" y="1022972"/>
                  </a:lnTo>
                  <a:lnTo>
                    <a:pt x="291104" y="1022934"/>
                  </a:lnTo>
                  <a:lnTo>
                    <a:pt x="291109" y="1022917"/>
                  </a:lnTo>
                  <a:lnTo>
                    <a:pt x="291119" y="1022889"/>
                  </a:lnTo>
                  <a:lnTo>
                    <a:pt x="291121" y="1022878"/>
                  </a:lnTo>
                  <a:lnTo>
                    <a:pt x="291123" y="1022862"/>
                  </a:lnTo>
                  <a:lnTo>
                    <a:pt x="291122" y="1022849"/>
                  </a:lnTo>
                  <a:lnTo>
                    <a:pt x="291121" y="1022843"/>
                  </a:lnTo>
                  <a:lnTo>
                    <a:pt x="291114" y="1022840"/>
                  </a:lnTo>
                  <a:lnTo>
                    <a:pt x="291094" y="1022838"/>
                  </a:lnTo>
                  <a:lnTo>
                    <a:pt x="291057" y="1022833"/>
                  </a:lnTo>
                  <a:lnTo>
                    <a:pt x="291040" y="1022830"/>
                  </a:lnTo>
                  <a:lnTo>
                    <a:pt x="291021" y="1022827"/>
                  </a:lnTo>
                  <a:lnTo>
                    <a:pt x="291012" y="1022825"/>
                  </a:lnTo>
                  <a:lnTo>
                    <a:pt x="291007" y="1022814"/>
                  </a:lnTo>
                  <a:lnTo>
                    <a:pt x="290995" y="1022794"/>
                  </a:lnTo>
                  <a:lnTo>
                    <a:pt x="290983" y="1022775"/>
                  </a:lnTo>
                  <a:lnTo>
                    <a:pt x="290973" y="1022765"/>
                  </a:lnTo>
                  <a:lnTo>
                    <a:pt x="290969" y="1022758"/>
                  </a:lnTo>
                  <a:lnTo>
                    <a:pt x="290960" y="1022740"/>
                  </a:lnTo>
                  <a:lnTo>
                    <a:pt x="290951" y="1022702"/>
                  </a:lnTo>
                  <a:lnTo>
                    <a:pt x="290945" y="1022689"/>
                  </a:lnTo>
                  <a:lnTo>
                    <a:pt x="290939" y="1022680"/>
                  </a:lnTo>
                  <a:lnTo>
                    <a:pt x="290934" y="1022674"/>
                  </a:lnTo>
                  <a:lnTo>
                    <a:pt x="290930" y="1022671"/>
                  </a:lnTo>
                  <a:lnTo>
                    <a:pt x="290926" y="1022669"/>
                  </a:lnTo>
                  <a:lnTo>
                    <a:pt x="290918" y="1022667"/>
                  </a:lnTo>
                  <a:lnTo>
                    <a:pt x="290906" y="1022666"/>
                  </a:lnTo>
                  <a:lnTo>
                    <a:pt x="290890" y="1022667"/>
                  </a:lnTo>
                  <a:lnTo>
                    <a:pt x="290868" y="1022670"/>
                  </a:lnTo>
                  <a:lnTo>
                    <a:pt x="290862" y="1022671"/>
                  </a:lnTo>
                  <a:lnTo>
                    <a:pt x="290852" y="1022667"/>
                  </a:lnTo>
                  <a:lnTo>
                    <a:pt x="290832" y="1022655"/>
                  </a:lnTo>
                  <a:lnTo>
                    <a:pt x="290802" y="1022639"/>
                  </a:lnTo>
                  <a:lnTo>
                    <a:pt x="290774" y="1022622"/>
                  </a:lnTo>
                  <a:lnTo>
                    <a:pt x="290753" y="1022605"/>
                  </a:lnTo>
                  <a:lnTo>
                    <a:pt x="290734" y="1022584"/>
                  </a:lnTo>
                  <a:lnTo>
                    <a:pt x="290705" y="1022547"/>
                  </a:lnTo>
                  <a:lnTo>
                    <a:pt x="290694" y="1022534"/>
                  </a:lnTo>
                  <a:lnTo>
                    <a:pt x="290686" y="1022529"/>
                  </a:lnTo>
                  <a:lnTo>
                    <a:pt x="290682" y="1022527"/>
                  </a:lnTo>
                  <a:lnTo>
                    <a:pt x="290675" y="1022526"/>
                  </a:lnTo>
                  <a:lnTo>
                    <a:pt x="290664" y="1022529"/>
                  </a:lnTo>
                  <a:lnTo>
                    <a:pt x="290650" y="1022528"/>
                  </a:lnTo>
                  <a:lnTo>
                    <a:pt x="290632" y="1022525"/>
                  </a:lnTo>
                  <a:lnTo>
                    <a:pt x="290618" y="1022522"/>
                  </a:lnTo>
                  <a:lnTo>
                    <a:pt x="290606" y="1022517"/>
                  </a:lnTo>
                  <a:lnTo>
                    <a:pt x="290587" y="1022511"/>
                  </a:lnTo>
                  <a:lnTo>
                    <a:pt x="290543" y="1022502"/>
                  </a:lnTo>
                  <a:lnTo>
                    <a:pt x="290513" y="1022496"/>
                  </a:lnTo>
                  <a:lnTo>
                    <a:pt x="290505" y="1022494"/>
                  </a:lnTo>
                  <a:lnTo>
                    <a:pt x="290498" y="1022488"/>
                  </a:lnTo>
                  <a:lnTo>
                    <a:pt x="290495" y="1022483"/>
                  </a:lnTo>
                  <a:lnTo>
                    <a:pt x="290494" y="1022474"/>
                  </a:lnTo>
                  <a:lnTo>
                    <a:pt x="290494" y="1022461"/>
                  </a:lnTo>
                  <a:lnTo>
                    <a:pt x="290498" y="1022434"/>
                  </a:lnTo>
                  <a:lnTo>
                    <a:pt x="290502" y="1022417"/>
                  </a:lnTo>
                  <a:lnTo>
                    <a:pt x="290504" y="1022403"/>
                  </a:lnTo>
                  <a:lnTo>
                    <a:pt x="290503" y="1022382"/>
                  </a:lnTo>
                  <a:lnTo>
                    <a:pt x="290504" y="1022364"/>
                  </a:lnTo>
                  <a:lnTo>
                    <a:pt x="290507" y="1022347"/>
                  </a:lnTo>
                  <a:lnTo>
                    <a:pt x="290515" y="1022327"/>
                  </a:lnTo>
                  <a:lnTo>
                    <a:pt x="290521" y="1022315"/>
                  </a:lnTo>
                  <a:lnTo>
                    <a:pt x="290522" y="1022307"/>
                  </a:lnTo>
                  <a:lnTo>
                    <a:pt x="290522" y="1022295"/>
                  </a:lnTo>
                  <a:lnTo>
                    <a:pt x="290522" y="1022284"/>
                  </a:lnTo>
                  <a:lnTo>
                    <a:pt x="290523" y="1022277"/>
                  </a:lnTo>
                  <a:lnTo>
                    <a:pt x="290526" y="1022263"/>
                  </a:lnTo>
                  <a:lnTo>
                    <a:pt x="290529" y="1022252"/>
                  </a:lnTo>
                  <a:lnTo>
                    <a:pt x="290529" y="1022244"/>
                  </a:lnTo>
                  <a:lnTo>
                    <a:pt x="290525" y="1022231"/>
                  </a:lnTo>
                  <a:lnTo>
                    <a:pt x="290520" y="1022222"/>
                  </a:lnTo>
                  <a:lnTo>
                    <a:pt x="290512" y="1022214"/>
                  </a:lnTo>
                  <a:lnTo>
                    <a:pt x="290502" y="1022211"/>
                  </a:lnTo>
                  <a:lnTo>
                    <a:pt x="290487" y="1022210"/>
                  </a:lnTo>
                  <a:lnTo>
                    <a:pt x="290457" y="1022208"/>
                  </a:lnTo>
                  <a:lnTo>
                    <a:pt x="290441" y="1022204"/>
                  </a:lnTo>
                  <a:lnTo>
                    <a:pt x="290425" y="1022198"/>
                  </a:lnTo>
                  <a:lnTo>
                    <a:pt x="290406" y="1022187"/>
                  </a:lnTo>
                  <a:lnTo>
                    <a:pt x="290401" y="1022184"/>
                  </a:lnTo>
                  <a:lnTo>
                    <a:pt x="290392" y="1022180"/>
                  </a:lnTo>
                  <a:lnTo>
                    <a:pt x="290378" y="1022175"/>
                  </a:lnTo>
                  <a:lnTo>
                    <a:pt x="290365" y="1022163"/>
                  </a:lnTo>
                  <a:lnTo>
                    <a:pt x="290373" y="1022156"/>
                  </a:lnTo>
                  <a:lnTo>
                    <a:pt x="290376" y="1022129"/>
                  </a:lnTo>
                  <a:lnTo>
                    <a:pt x="290381" y="1022095"/>
                  </a:lnTo>
                  <a:lnTo>
                    <a:pt x="290392" y="1022047"/>
                  </a:lnTo>
                  <a:lnTo>
                    <a:pt x="290412" y="1022016"/>
                  </a:lnTo>
                  <a:lnTo>
                    <a:pt x="290458" y="1021937"/>
                  </a:lnTo>
                  <a:lnTo>
                    <a:pt x="290468" y="1021908"/>
                  </a:lnTo>
                  <a:lnTo>
                    <a:pt x="290485" y="1021845"/>
                  </a:lnTo>
                  <a:lnTo>
                    <a:pt x="290510" y="1021787"/>
                  </a:lnTo>
                  <a:lnTo>
                    <a:pt x="290530" y="1021723"/>
                  </a:lnTo>
                  <a:lnTo>
                    <a:pt x="290523" y="1021701"/>
                  </a:lnTo>
                  <a:lnTo>
                    <a:pt x="290490" y="1021666"/>
                  </a:lnTo>
                  <a:lnTo>
                    <a:pt x="290468" y="1021632"/>
                  </a:lnTo>
                  <a:lnTo>
                    <a:pt x="290463" y="1021589"/>
                  </a:lnTo>
                  <a:lnTo>
                    <a:pt x="290469" y="1021546"/>
                  </a:lnTo>
                  <a:lnTo>
                    <a:pt x="290482" y="1021485"/>
                  </a:lnTo>
                  <a:lnTo>
                    <a:pt x="290505" y="1021445"/>
                  </a:lnTo>
                  <a:lnTo>
                    <a:pt x="290541" y="1021418"/>
                  </a:lnTo>
                  <a:lnTo>
                    <a:pt x="290561" y="1021395"/>
                  </a:lnTo>
                  <a:lnTo>
                    <a:pt x="290571" y="1021354"/>
                  </a:lnTo>
                  <a:lnTo>
                    <a:pt x="290585" y="1021305"/>
                  </a:lnTo>
                  <a:lnTo>
                    <a:pt x="290580" y="1021275"/>
                  </a:lnTo>
                  <a:lnTo>
                    <a:pt x="290530" y="1021241"/>
                  </a:lnTo>
                  <a:lnTo>
                    <a:pt x="290451" y="1021223"/>
                  </a:lnTo>
                  <a:lnTo>
                    <a:pt x="290348" y="1021203"/>
                  </a:lnTo>
                  <a:lnTo>
                    <a:pt x="290281" y="1021195"/>
                  </a:lnTo>
                  <a:lnTo>
                    <a:pt x="290219" y="1021200"/>
                  </a:lnTo>
                  <a:lnTo>
                    <a:pt x="290191" y="1021190"/>
                  </a:lnTo>
                  <a:lnTo>
                    <a:pt x="290171" y="1021163"/>
                  </a:lnTo>
                  <a:lnTo>
                    <a:pt x="290150" y="1021109"/>
                  </a:lnTo>
                  <a:lnTo>
                    <a:pt x="290135" y="1021078"/>
                  </a:lnTo>
                  <a:lnTo>
                    <a:pt x="290098" y="1021058"/>
                  </a:lnTo>
                  <a:lnTo>
                    <a:pt x="290055" y="1021051"/>
                  </a:lnTo>
                  <a:lnTo>
                    <a:pt x="290007" y="1021040"/>
                  </a:lnTo>
                  <a:lnTo>
                    <a:pt x="289957" y="1021017"/>
                  </a:lnTo>
                  <a:lnTo>
                    <a:pt x="289889" y="1021006"/>
                  </a:lnTo>
                  <a:lnTo>
                    <a:pt x="289851" y="1020999"/>
                  </a:lnTo>
                  <a:lnTo>
                    <a:pt x="289815" y="1020976"/>
                  </a:lnTo>
                  <a:lnTo>
                    <a:pt x="289776" y="1020941"/>
                  </a:lnTo>
                  <a:lnTo>
                    <a:pt x="289725" y="1020884"/>
                  </a:lnTo>
                  <a:lnTo>
                    <a:pt x="289699" y="1020840"/>
                  </a:lnTo>
                  <a:lnTo>
                    <a:pt x="289695" y="1020806"/>
                  </a:lnTo>
                  <a:lnTo>
                    <a:pt x="289695" y="1020767"/>
                  </a:lnTo>
                  <a:lnTo>
                    <a:pt x="289692" y="1020725"/>
                  </a:lnTo>
                  <a:lnTo>
                    <a:pt x="289677" y="1020688"/>
                  </a:lnTo>
                  <a:lnTo>
                    <a:pt x="289643" y="1020665"/>
                  </a:lnTo>
                  <a:lnTo>
                    <a:pt x="289630" y="1020644"/>
                  </a:lnTo>
                  <a:lnTo>
                    <a:pt x="289603" y="1020624"/>
                  </a:lnTo>
                  <a:lnTo>
                    <a:pt x="289551" y="1020584"/>
                  </a:lnTo>
                  <a:lnTo>
                    <a:pt x="289522" y="1020553"/>
                  </a:lnTo>
                  <a:lnTo>
                    <a:pt x="289487" y="1020548"/>
                  </a:lnTo>
                  <a:lnTo>
                    <a:pt x="289451" y="1020538"/>
                  </a:lnTo>
                  <a:lnTo>
                    <a:pt x="289412" y="1020514"/>
                  </a:lnTo>
                  <a:lnTo>
                    <a:pt x="289400" y="1020511"/>
                  </a:lnTo>
                  <a:lnTo>
                    <a:pt x="289365" y="1020501"/>
                  </a:lnTo>
                  <a:lnTo>
                    <a:pt x="289350" y="1020496"/>
                  </a:lnTo>
                  <a:lnTo>
                    <a:pt x="289333" y="1020502"/>
                  </a:lnTo>
                  <a:lnTo>
                    <a:pt x="289308" y="1020502"/>
                  </a:lnTo>
                  <a:lnTo>
                    <a:pt x="289301" y="1020501"/>
                  </a:lnTo>
                  <a:lnTo>
                    <a:pt x="289277" y="1020487"/>
                  </a:lnTo>
                  <a:lnTo>
                    <a:pt x="289256" y="1020480"/>
                  </a:lnTo>
                  <a:lnTo>
                    <a:pt x="289234" y="1020475"/>
                  </a:lnTo>
                  <a:lnTo>
                    <a:pt x="289211" y="1020472"/>
                  </a:lnTo>
                  <a:lnTo>
                    <a:pt x="289203" y="1020471"/>
                  </a:lnTo>
                  <a:lnTo>
                    <a:pt x="289197" y="1020462"/>
                  </a:lnTo>
                  <a:lnTo>
                    <a:pt x="289184" y="1020443"/>
                  </a:lnTo>
                  <a:lnTo>
                    <a:pt x="289168" y="1020431"/>
                  </a:lnTo>
                  <a:lnTo>
                    <a:pt x="289138" y="1020416"/>
                  </a:lnTo>
                  <a:lnTo>
                    <a:pt x="289120" y="1020404"/>
                  </a:lnTo>
                  <a:lnTo>
                    <a:pt x="289107" y="1020398"/>
                  </a:lnTo>
                  <a:lnTo>
                    <a:pt x="289097" y="1020396"/>
                  </a:lnTo>
                  <a:lnTo>
                    <a:pt x="289058" y="1020385"/>
                  </a:lnTo>
                  <a:lnTo>
                    <a:pt x="289033" y="1020372"/>
                  </a:lnTo>
                  <a:lnTo>
                    <a:pt x="288995" y="1020361"/>
                  </a:lnTo>
                  <a:lnTo>
                    <a:pt x="288977" y="1020357"/>
                  </a:lnTo>
                  <a:lnTo>
                    <a:pt x="288951" y="1020360"/>
                  </a:lnTo>
                  <a:lnTo>
                    <a:pt x="288882" y="1020382"/>
                  </a:lnTo>
                  <a:lnTo>
                    <a:pt x="288855" y="1020373"/>
                  </a:lnTo>
                  <a:lnTo>
                    <a:pt x="288810" y="1020354"/>
                  </a:lnTo>
                  <a:lnTo>
                    <a:pt x="288784" y="1020334"/>
                  </a:lnTo>
                  <a:lnTo>
                    <a:pt x="288771" y="1020325"/>
                  </a:lnTo>
                  <a:lnTo>
                    <a:pt x="288760" y="1020312"/>
                  </a:lnTo>
                  <a:lnTo>
                    <a:pt x="288743" y="1020293"/>
                  </a:lnTo>
                  <a:lnTo>
                    <a:pt x="288724" y="1020269"/>
                  </a:lnTo>
                  <a:lnTo>
                    <a:pt x="288706" y="1020239"/>
                  </a:lnTo>
                  <a:lnTo>
                    <a:pt x="288693" y="1020223"/>
                  </a:lnTo>
                  <a:lnTo>
                    <a:pt x="288684" y="1020223"/>
                  </a:lnTo>
                  <a:lnTo>
                    <a:pt x="288646" y="1020232"/>
                  </a:lnTo>
                  <a:lnTo>
                    <a:pt x="288593" y="1020245"/>
                  </a:lnTo>
                  <a:lnTo>
                    <a:pt x="288548" y="1020257"/>
                  </a:lnTo>
                  <a:lnTo>
                    <a:pt x="288509" y="1020272"/>
                  </a:lnTo>
                  <a:lnTo>
                    <a:pt x="288464" y="1020273"/>
                  </a:lnTo>
                  <a:lnTo>
                    <a:pt x="288440" y="1020267"/>
                  </a:lnTo>
                  <a:lnTo>
                    <a:pt x="288399" y="1020261"/>
                  </a:lnTo>
                  <a:lnTo>
                    <a:pt x="288359" y="1020263"/>
                  </a:lnTo>
                  <a:lnTo>
                    <a:pt x="288320" y="1020273"/>
                  </a:lnTo>
                  <a:lnTo>
                    <a:pt x="288288" y="1020274"/>
                  </a:lnTo>
                  <a:lnTo>
                    <a:pt x="288248" y="1020276"/>
                  </a:lnTo>
                  <a:lnTo>
                    <a:pt x="288196" y="1020274"/>
                  </a:lnTo>
                  <a:lnTo>
                    <a:pt x="288155" y="1020280"/>
                  </a:lnTo>
                  <a:lnTo>
                    <a:pt x="288147" y="1020282"/>
                  </a:lnTo>
                  <a:lnTo>
                    <a:pt x="288122" y="1020290"/>
                  </a:lnTo>
                  <a:lnTo>
                    <a:pt x="288087" y="1020293"/>
                  </a:lnTo>
                  <a:lnTo>
                    <a:pt x="288045" y="1020290"/>
                  </a:lnTo>
                  <a:lnTo>
                    <a:pt x="288008" y="1020280"/>
                  </a:lnTo>
                  <a:lnTo>
                    <a:pt x="287915" y="1020289"/>
                  </a:lnTo>
                  <a:lnTo>
                    <a:pt x="287849" y="1020312"/>
                  </a:lnTo>
                  <a:lnTo>
                    <a:pt x="287832" y="1020315"/>
                  </a:lnTo>
                  <a:lnTo>
                    <a:pt x="287824" y="1020312"/>
                  </a:lnTo>
                  <a:lnTo>
                    <a:pt x="287781" y="1020293"/>
                  </a:lnTo>
                  <a:lnTo>
                    <a:pt x="287746" y="1020284"/>
                  </a:lnTo>
                  <a:lnTo>
                    <a:pt x="287719" y="1020276"/>
                  </a:lnTo>
                  <a:lnTo>
                    <a:pt x="287686" y="1020272"/>
                  </a:lnTo>
                  <a:lnTo>
                    <a:pt x="287626" y="1020270"/>
                  </a:lnTo>
                  <a:lnTo>
                    <a:pt x="287585" y="1020263"/>
                  </a:lnTo>
                  <a:lnTo>
                    <a:pt x="287524" y="1020260"/>
                  </a:lnTo>
                  <a:lnTo>
                    <a:pt x="287492" y="1020267"/>
                  </a:lnTo>
                  <a:lnTo>
                    <a:pt x="287475" y="1020273"/>
                  </a:lnTo>
                  <a:lnTo>
                    <a:pt x="287468" y="1020277"/>
                  </a:lnTo>
                  <a:lnTo>
                    <a:pt x="287447" y="1020286"/>
                  </a:lnTo>
                  <a:lnTo>
                    <a:pt x="287428" y="1020289"/>
                  </a:lnTo>
                  <a:lnTo>
                    <a:pt x="287403" y="1020291"/>
                  </a:lnTo>
                  <a:lnTo>
                    <a:pt x="287362" y="1020299"/>
                  </a:lnTo>
                  <a:lnTo>
                    <a:pt x="287345" y="1020304"/>
                  </a:lnTo>
                  <a:lnTo>
                    <a:pt x="287314" y="1020313"/>
                  </a:lnTo>
                  <a:lnTo>
                    <a:pt x="287277" y="1020330"/>
                  </a:lnTo>
                  <a:lnTo>
                    <a:pt x="287235" y="1020353"/>
                  </a:lnTo>
                  <a:lnTo>
                    <a:pt x="287218" y="1020369"/>
                  </a:lnTo>
                  <a:lnTo>
                    <a:pt x="287189" y="1020378"/>
                  </a:lnTo>
                  <a:lnTo>
                    <a:pt x="287149" y="1020386"/>
                  </a:lnTo>
                  <a:lnTo>
                    <a:pt x="287126" y="1020391"/>
                  </a:lnTo>
                  <a:lnTo>
                    <a:pt x="287061" y="1020412"/>
                  </a:lnTo>
                  <a:lnTo>
                    <a:pt x="287041" y="1020433"/>
                  </a:lnTo>
                  <a:lnTo>
                    <a:pt x="286999" y="1020460"/>
                  </a:lnTo>
                  <a:lnTo>
                    <a:pt x="286956" y="1020495"/>
                  </a:lnTo>
                  <a:lnTo>
                    <a:pt x="286944" y="1020518"/>
                  </a:lnTo>
                  <a:lnTo>
                    <a:pt x="286937" y="1020531"/>
                  </a:lnTo>
                  <a:lnTo>
                    <a:pt x="286926" y="1020543"/>
                  </a:lnTo>
                  <a:lnTo>
                    <a:pt x="286889" y="1020569"/>
                  </a:lnTo>
                  <a:lnTo>
                    <a:pt x="286863" y="1020558"/>
                  </a:lnTo>
                  <a:lnTo>
                    <a:pt x="286811" y="1020532"/>
                  </a:lnTo>
                  <a:lnTo>
                    <a:pt x="286767" y="1020497"/>
                  </a:lnTo>
                  <a:lnTo>
                    <a:pt x="286724" y="1020479"/>
                  </a:lnTo>
                  <a:lnTo>
                    <a:pt x="286674" y="1020470"/>
                  </a:lnTo>
                  <a:lnTo>
                    <a:pt x="286637" y="1020450"/>
                  </a:lnTo>
                  <a:lnTo>
                    <a:pt x="286605" y="1020424"/>
                  </a:lnTo>
                  <a:lnTo>
                    <a:pt x="286575" y="1020410"/>
                  </a:lnTo>
                  <a:lnTo>
                    <a:pt x="286543" y="1020395"/>
                  </a:lnTo>
                  <a:lnTo>
                    <a:pt x="286538" y="1020393"/>
                  </a:lnTo>
                  <a:lnTo>
                    <a:pt x="286531" y="1020381"/>
                  </a:lnTo>
                  <a:lnTo>
                    <a:pt x="286513" y="1020348"/>
                  </a:lnTo>
                  <a:lnTo>
                    <a:pt x="286508" y="1020313"/>
                  </a:lnTo>
                  <a:lnTo>
                    <a:pt x="286507" y="1020306"/>
                  </a:lnTo>
                  <a:lnTo>
                    <a:pt x="286500" y="1020254"/>
                  </a:lnTo>
                  <a:lnTo>
                    <a:pt x="286497" y="1020214"/>
                  </a:lnTo>
                  <a:lnTo>
                    <a:pt x="286496" y="1020177"/>
                  </a:lnTo>
                  <a:lnTo>
                    <a:pt x="286504" y="1020159"/>
                  </a:lnTo>
                  <a:lnTo>
                    <a:pt x="286515" y="1020140"/>
                  </a:lnTo>
                  <a:lnTo>
                    <a:pt x="286533" y="1020117"/>
                  </a:lnTo>
                  <a:lnTo>
                    <a:pt x="286543" y="1020111"/>
                  </a:lnTo>
                  <a:lnTo>
                    <a:pt x="286580" y="1020087"/>
                  </a:lnTo>
                  <a:lnTo>
                    <a:pt x="286647" y="1020047"/>
                  </a:lnTo>
                  <a:lnTo>
                    <a:pt x="286669" y="1020032"/>
                  </a:lnTo>
                  <a:lnTo>
                    <a:pt x="286687" y="1020015"/>
                  </a:lnTo>
                  <a:lnTo>
                    <a:pt x="286699" y="1019991"/>
                  </a:lnTo>
                  <a:lnTo>
                    <a:pt x="286699" y="1019979"/>
                  </a:lnTo>
                  <a:lnTo>
                    <a:pt x="286691" y="1019964"/>
                  </a:lnTo>
                  <a:lnTo>
                    <a:pt x="286689" y="1019958"/>
                  </a:lnTo>
                  <a:lnTo>
                    <a:pt x="286679" y="1019938"/>
                  </a:lnTo>
                  <a:lnTo>
                    <a:pt x="286676" y="1019924"/>
                  </a:lnTo>
                  <a:lnTo>
                    <a:pt x="286677" y="1019909"/>
                  </a:lnTo>
                  <a:lnTo>
                    <a:pt x="286677" y="1019898"/>
                  </a:lnTo>
                  <a:lnTo>
                    <a:pt x="286668" y="1019885"/>
                  </a:lnTo>
                  <a:lnTo>
                    <a:pt x="286642" y="1019865"/>
                  </a:lnTo>
                  <a:lnTo>
                    <a:pt x="286612" y="1019849"/>
                  </a:lnTo>
                  <a:lnTo>
                    <a:pt x="286596" y="1019831"/>
                  </a:lnTo>
                  <a:lnTo>
                    <a:pt x="286591" y="1019827"/>
                  </a:lnTo>
                  <a:lnTo>
                    <a:pt x="286587" y="1019820"/>
                  </a:lnTo>
                  <a:lnTo>
                    <a:pt x="286587" y="1019808"/>
                  </a:lnTo>
                  <a:lnTo>
                    <a:pt x="286584" y="1019789"/>
                  </a:lnTo>
                  <a:lnTo>
                    <a:pt x="286574" y="1019757"/>
                  </a:lnTo>
                  <a:lnTo>
                    <a:pt x="286555" y="1019719"/>
                  </a:lnTo>
                  <a:lnTo>
                    <a:pt x="286543" y="1019706"/>
                  </a:lnTo>
                  <a:lnTo>
                    <a:pt x="286535" y="1019697"/>
                  </a:lnTo>
                  <a:lnTo>
                    <a:pt x="286500" y="1019680"/>
                  </a:lnTo>
                  <a:lnTo>
                    <a:pt x="286479" y="1019673"/>
                  </a:lnTo>
                  <a:lnTo>
                    <a:pt x="286450" y="1019667"/>
                  </a:lnTo>
                  <a:lnTo>
                    <a:pt x="286437" y="1019664"/>
                  </a:lnTo>
                  <a:lnTo>
                    <a:pt x="286390" y="1019640"/>
                  </a:lnTo>
                  <a:lnTo>
                    <a:pt x="286366" y="1019629"/>
                  </a:lnTo>
                  <a:lnTo>
                    <a:pt x="286334" y="1019626"/>
                  </a:lnTo>
                  <a:lnTo>
                    <a:pt x="286294" y="1019619"/>
                  </a:lnTo>
                  <a:lnTo>
                    <a:pt x="286272" y="1019612"/>
                  </a:lnTo>
                  <a:lnTo>
                    <a:pt x="286242" y="1019589"/>
                  </a:lnTo>
                  <a:lnTo>
                    <a:pt x="286209" y="1019561"/>
                  </a:lnTo>
                  <a:lnTo>
                    <a:pt x="286186" y="1019552"/>
                  </a:lnTo>
                  <a:lnTo>
                    <a:pt x="286162" y="1019551"/>
                  </a:lnTo>
                  <a:lnTo>
                    <a:pt x="286142" y="1019551"/>
                  </a:lnTo>
                  <a:lnTo>
                    <a:pt x="286137" y="1019552"/>
                  </a:lnTo>
                  <a:lnTo>
                    <a:pt x="286115" y="1019544"/>
                  </a:lnTo>
                  <a:lnTo>
                    <a:pt x="286077" y="1019527"/>
                  </a:lnTo>
                  <a:lnTo>
                    <a:pt x="286074" y="1019523"/>
                  </a:lnTo>
                  <a:lnTo>
                    <a:pt x="286069" y="1019516"/>
                  </a:lnTo>
                  <a:lnTo>
                    <a:pt x="286053" y="1019487"/>
                  </a:lnTo>
                  <a:lnTo>
                    <a:pt x="286035" y="1019442"/>
                  </a:lnTo>
                  <a:lnTo>
                    <a:pt x="286012" y="1019395"/>
                  </a:lnTo>
                  <a:lnTo>
                    <a:pt x="285995" y="1019374"/>
                  </a:lnTo>
                  <a:lnTo>
                    <a:pt x="285974" y="1019351"/>
                  </a:lnTo>
                  <a:lnTo>
                    <a:pt x="285932" y="1019294"/>
                  </a:lnTo>
                  <a:lnTo>
                    <a:pt x="285915" y="1019278"/>
                  </a:lnTo>
                  <a:lnTo>
                    <a:pt x="285873" y="1019234"/>
                  </a:lnTo>
                  <a:lnTo>
                    <a:pt x="285853" y="1019216"/>
                  </a:lnTo>
                  <a:lnTo>
                    <a:pt x="285824" y="1019196"/>
                  </a:lnTo>
                  <a:lnTo>
                    <a:pt x="285812" y="1019183"/>
                  </a:lnTo>
                  <a:lnTo>
                    <a:pt x="285807" y="1019162"/>
                  </a:lnTo>
                  <a:lnTo>
                    <a:pt x="285799" y="1019142"/>
                  </a:lnTo>
                  <a:lnTo>
                    <a:pt x="285790" y="1019128"/>
                  </a:lnTo>
                  <a:lnTo>
                    <a:pt x="285782" y="1019115"/>
                  </a:lnTo>
                  <a:lnTo>
                    <a:pt x="285762" y="1019099"/>
                  </a:lnTo>
                  <a:lnTo>
                    <a:pt x="285759" y="1019090"/>
                  </a:lnTo>
                  <a:lnTo>
                    <a:pt x="285759" y="1019074"/>
                  </a:lnTo>
                  <a:lnTo>
                    <a:pt x="285765" y="1019054"/>
                  </a:lnTo>
                  <a:lnTo>
                    <a:pt x="285783" y="1019014"/>
                  </a:lnTo>
                  <a:lnTo>
                    <a:pt x="285815" y="1018972"/>
                  </a:lnTo>
                  <a:lnTo>
                    <a:pt x="285831" y="1018940"/>
                  </a:lnTo>
                  <a:lnTo>
                    <a:pt x="285842" y="1018914"/>
                  </a:lnTo>
                  <a:lnTo>
                    <a:pt x="285848" y="1018893"/>
                  </a:lnTo>
                  <a:lnTo>
                    <a:pt x="285847" y="1018886"/>
                  </a:lnTo>
                  <a:lnTo>
                    <a:pt x="285844" y="1018869"/>
                  </a:lnTo>
                  <a:lnTo>
                    <a:pt x="285841" y="1018861"/>
                  </a:lnTo>
                  <a:lnTo>
                    <a:pt x="285831" y="1018850"/>
                  </a:lnTo>
                  <a:lnTo>
                    <a:pt x="285804" y="1018826"/>
                  </a:lnTo>
                  <a:lnTo>
                    <a:pt x="285774" y="1018812"/>
                  </a:lnTo>
                  <a:lnTo>
                    <a:pt x="285746" y="1018804"/>
                  </a:lnTo>
                  <a:lnTo>
                    <a:pt x="285740" y="1018805"/>
                  </a:lnTo>
                  <a:lnTo>
                    <a:pt x="285698" y="1018806"/>
                  </a:lnTo>
                  <a:lnTo>
                    <a:pt x="285657" y="1018820"/>
                  </a:lnTo>
                  <a:lnTo>
                    <a:pt x="285597" y="1018830"/>
                  </a:lnTo>
                  <a:lnTo>
                    <a:pt x="285513" y="1018849"/>
                  </a:lnTo>
                  <a:lnTo>
                    <a:pt x="285450" y="1018868"/>
                  </a:lnTo>
                  <a:lnTo>
                    <a:pt x="285425" y="1018868"/>
                  </a:lnTo>
                  <a:lnTo>
                    <a:pt x="285389" y="1018861"/>
                  </a:lnTo>
                  <a:lnTo>
                    <a:pt x="285353" y="1018852"/>
                  </a:lnTo>
                  <a:lnTo>
                    <a:pt x="285339" y="1018852"/>
                  </a:lnTo>
                  <a:lnTo>
                    <a:pt x="285320" y="1018851"/>
                  </a:lnTo>
                  <a:lnTo>
                    <a:pt x="285287" y="1018856"/>
                  </a:lnTo>
                  <a:lnTo>
                    <a:pt x="285225" y="1018857"/>
                  </a:lnTo>
                  <a:lnTo>
                    <a:pt x="285159" y="1018867"/>
                  </a:lnTo>
                  <a:lnTo>
                    <a:pt x="285118" y="1018875"/>
                  </a:lnTo>
                  <a:lnTo>
                    <a:pt x="285081" y="1018882"/>
                  </a:lnTo>
                  <a:lnTo>
                    <a:pt x="285064" y="1018895"/>
                  </a:lnTo>
                  <a:lnTo>
                    <a:pt x="285048" y="1018916"/>
                  </a:lnTo>
                  <a:lnTo>
                    <a:pt x="285042" y="1018920"/>
                  </a:lnTo>
                  <a:lnTo>
                    <a:pt x="285034" y="1018922"/>
                  </a:lnTo>
                  <a:lnTo>
                    <a:pt x="285020" y="1018921"/>
                  </a:lnTo>
                  <a:lnTo>
                    <a:pt x="285000" y="1018919"/>
                  </a:lnTo>
                  <a:lnTo>
                    <a:pt x="284990" y="1018919"/>
                  </a:lnTo>
                  <a:lnTo>
                    <a:pt x="284981" y="1018921"/>
                  </a:lnTo>
                  <a:lnTo>
                    <a:pt x="284969" y="1018929"/>
                  </a:lnTo>
                  <a:lnTo>
                    <a:pt x="284962" y="1018937"/>
                  </a:lnTo>
                  <a:lnTo>
                    <a:pt x="284956" y="1018944"/>
                  </a:lnTo>
                  <a:lnTo>
                    <a:pt x="284944" y="1018967"/>
                  </a:lnTo>
                  <a:lnTo>
                    <a:pt x="284937" y="1018964"/>
                  </a:lnTo>
                  <a:lnTo>
                    <a:pt x="284918" y="1018946"/>
                  </a:lnTo>
                  <a:lnTo>
                    <a:pt x="284899" y="1018934"/>
                  </a:lnTo>
                  <a:lnTo>
                    <a:pt x="284885" y="1018929"/>
                  </a:lnTo>
                  <a:lnTo>
                    <a:pt x="284855" y="1018927"/>
                  </a:lnTo>
                  <a:lnTo>
                    <a:pt x="284819" y="1018927"/>
                  </a:lnTo>
                  <a:lnTo>
                    <a:pt x="284795" y="1018922"/>
                  </a:lnTo>
                  <a:lnTo>
                    <a:pt x="284736" y="1018898"/>
                  </a:lnTo>
                  <a:lnTo>
                    <a:pt x="284708" y="1018889"/>
                  </a:lnTo>
                  <a:lnTo>
                    <a:pt x="284692" y="1018891"/>
                  </a:lnTo>
                  <a:lnTo>
                    <a:pt x="284620" y="1018903"/>
                  </a:lnTo>
                  <a:lnTo>
                    <a:pt x="284576" y="1018907"/>
                  </a:lnTo>
                  <a:lnTo>
                    <a:pt x="284536" y="1018909"/>
                  </a:lnTo>
                  <a:lnTo>
                    <a:pt x="284506" y="1018911"/>
                  </a:lnTo>
                  <a:lnTo>
                    <a:pt x="284471" y="1018908"/>
                  </a:lnTo>
                  <a:lnTo>
                    <a:pt x="284467" y="1018901"/>
                  </a:lnTo>
                  <a:lnTo>
                    <a:pt x="284468" y="1018888"/>
                  </a:lnTo>
                  <a:lnTo>
                    <a:pt x="284473" y="1018871"/>
                  </a:lnTo>
                  <a:lnTo>
                    <a:pt x="284472" y="1018841"/>
                  </a:lnTo>
                  <a:lnTo>
                    <a:pt x="284471" y="1018798"/>
                  </a:lnTo>
                  <a:lnTo>
                    <a:pt x="284467" y="1018762"/>
                  </a:lnTo>
                  <a:lnTo>
                    <a:pt x="284470" y="1018742"/>
                  </a:lnTo>
                  <a:lnTo>
                    <a:pt x="284467" y="1018734"/>
                  </a:lnTo>
                  <a:lnTo>
                    <a:pt x="284464" y="1018725"/>
                  </a:lnTo>
                  <a:lnTo>
                    <a:pt x="284446" y="1018698"/>
                  </a:lnTo>
                  <a:lnTo>
                    <a:pt x="284437" y="1018674"/>
                  </a:lnTo>
                  <a:lnTo>
                    <a:pt x="284432" y="1018663"/>
                  </a:lnTo>
                  <a:lnTo>
                    <a:pt x="284420" y="1018652"/>
                  </a:lnTo>
                  <a:lnTo>
                    <a:pt x="284410" y="1018647"/>
                  </a:lnTo>
                  <a:lnTo>
                    <a:pt x="284403" y="1018644"/>
                  </a:lnTo>
                  <a:lnTo>
                    <a:pt x="284383" y="1018637"/>
                  </a:lnTo>
                  <a:lnTo>
                    <a:pt x="284347" y="1018631"/>
                  </a:lnTo>
                  <a:lnTo>
                    <a:pt x="284315" y="1018616"/>
                  </a:lnTo>
                  <a:lnTo>
                    <a:pt x="284273" y="1018592"/>
                  </a:lnTo>
                  <a:lnTo>
                    <a:pt x="284256" y="1018579"/>
                  </a:lnTo>
                  <a:lnTo>
                    <a:pt x="284250" y="1018557"/>
                  </a:lnTo>
                  <a:lnTo>
                    <a:pt x="284236" y="1018535"/>
                  </a:lnTo>
                  <a:lnTo>
                    <a:pt x="284222" y="1018522"/>
                  </a:lnTo>
                  <a:lnTo>
                    <a:pt x="284192" y="1018501"/>
                  </a:lnTo>
                  <a:lnTo>
                    <a:pt x="284172" y="1018478"/>
                  </a:lnTo>
                  <a:lnTo>
                    <a:pt x="284135" y="1018420"/>
                  </a:lnTo>
                  <a:lnTo>
                    <a:pt x="284105" y="1018380"/>
                  </a:lnTo>
                  <a:lnTo>
                    <a:pt x="284094" y="1018362"/>
                  </a:lnTo>
                  <a:lnTo>
                    <a:pt x="284077" y="1018344"/>
                  </a:lnTo>
                  <a:lnTo>
                    <a:pt x="284072" y="1018338"/>
                  </a:lnTo>
                  <a:lnTo>
                    <a:pt x="284064" y="1018333"/>
                  </a:lnTo>
                  <a:lnTo>
                    <a:pt x="284051" y="1018330"/>
                  </a:lnTo>
                  <a:lnTo>
                    <a:pt x="284036" y="1018329"/>
                  </a:lnTo>
                  <a:lnTo>
                    <a:pt x="283993" y="1018331"/>
                  </a:lnTo>
                  <a:lnTo>
                    <a:pt x="283953" y="1018325"/>
                  </a:lnTo>
                  <a:lnTo>
                    <a:pt x="283852" y="1018304"/>
                  </a:lnTo>
                  <a:lnTo>
                    <a:pt x="283786" y="1018289"/>
                  </a:lnTo>
                  <a:lnTo>
                    <a:pt x="283764" y="1018289"/>
                  </a:lnTo>
                  <a:lnTo>
                    <a:pt x="283758" y="1018290"/>
                  </a:lnTo>
                  <a:lnTo>
                    <a:pt x="283742" y="1018288"/>
                  </a:lnTo>
                  <a:lnTo>
                    <a:pt x="283720" y="1018284"/>
                  </a:lnTo>
                  <a:lnTo>
                    <a:pt x="283701" y="1018277"/>
                  </a:lnTo>
                  <a:lnTo>
                    <a:pt x="283675" y="1018261"/>
                  </a:lnTo>
                  <a:lnTo>
                    <a:pt x="283639" y="1018247"/>
                  </a:lnTo>
                  <a:lnTo>
                    <a:pt x="283612" y="1018237"/>
                  </a:lnTo>
                  <a:lnTo>
                    <a:pt x="283554" y="1018231"/>
                  </a:lnTo>
                  <a:lnTo>
                    <a:pt x="283521" y="1018215"/>
                  </a:lnTo>
                  <a:lnTo>
                    <a:pt x="283489" y="1018203"/>
                  </a:lnTo>
                  <a:lnTo>
                    <a:pt x="283454" y="1018203"/>
                  </a:lnTo>
                  <a:lnTo>
                    <a:pt x="283415" y="1018203"/>
                  </a:lnTo>
                  <a:lnTo>
                    <a:pt x="283397" y="1018205"/>
                  </a:lnTo>
                  <a:lnTo>
                    <a:pt x="283379" y="1018214"/>
                  </a:lnTo>
                  <a:lnTo>
                    <a:pt x="283338" y="1018239"/>
                  </a:lnTo>
                  <a:lnTo>
                    <a:pt x="283306" y="1018259"/>
                  </a:lnTo>
                  <a:lnTo>
                    <a:pt x="283288" y="1018273"/>
                  </a:lnTo>
                  <a:lnTo>
                    <a:pt x="283233" y="1018300"/>
                  </a:lnTo>
                  <a:lnTo>
                    <a:pt x="283203" y="1018310"/>
                  </a:lnTo>
                  <a:lnTo>
                    <a:pt x="283183" y="1018312"/>
                  </a:lnTo>
                  <a:lnTo>
                    <a:pt x="283154" y="1018308"/>
                  </a:lnTo>
                  <a:lnTo>
                    <a:pt x="283132" y="1018310"/>
                  </a:lnTo>
                  <a:lnTo>
                    <a:pt x="283073" y="1018325"/>
                  </a:lnTo>
                  <a:lnTo>
                    <a:pt x="283040" y="1018340"/>
                  </a:lnTo>
                  <a:lnTo>
                    <a:pt x="283032" y="1018344"/>
                  </a:lnTo>
                  <a:lnTo>
                    <a:pt x="282990" y="1018370"/>
                  </a:lnTo>
                  <a:lnTo>
                    <a:pt x="282965" y="1018377"/>
                  </a:lnTo>
                  <a:lnTo>
                    <a:pt x="282953" y="1018376"/>
                  </a:lnTo>
                  <a:lnTo>
                    <a:pt x="282931" y="1018367"/>
                  </a:lnTo>
                  <a:lnTo>
                    <a:pt x="282900" y="1018351"/>
                  </a:lnTo>
                  <a:lnTo>
                    <a:pt x="282880" y="1018341"/>
                  </a:lnTo>
                  <a:lnTo>
                    <a:pt x="282868" y="1018334"/>
                  </a:lnTo>
                  <a:lnTo>
                    <a:pt x="282826" y="1018323"/>
                  </a:lnTo>
                  <a:lnTo>
                    <a:pt x="282796" y="1018306"/>
                  </a:lnTo>
                  <a:lnTo>
                    <a:pt x="282774" y="1018305"/>
                  </a:lnTo>
                  <a:lnTo>
                    <a:pt x="282749" y="1018313"/>
                  </a:lnTo>
                  <a:lnTo>
                    <a:pt x="282722" y="1018325"/>
                  </a:lnTo>
                  <a:lnTo>
                    <a:pt x="282712" y="1018326"/>
                  </a:lnTo>
                  <a:lnTo>
                    <a:pt x="282700" y="1018323"/>
                  </a:lnTo>
                  <a:lnTo>
                    <a:pt x="282665" y="1018310"/>
                  </a:lnTo>
                  <a:lnTo>
                    <a:pt x="282649" y="1018309"/>
                  </a:lnTo>
                  <a:lnTo>
                    <a:pt x="282639" y="1018304"/>
                  </a:lnTo>
                  <a:lnTo>
                    <a:pt x="282603" y="1018275"/>
                  </a:lnTo>
                  <a:lnTo>
                    <a:pt x="282569" y="1018238"/>
                  </a:lnTo>
                  <a:lnTo>
                    <a:pt x="282534" y="1018206"/>
                  </a:lnTo>
                  <a:lnTo>
                    <a:pt x="282530" y="1018200"/>
                  </a:lnTo>
                  <a:lnTo>
                    <a:pt x="282508" y="1018173"/>
                  </a:lnTo>
                  <a:lnTo>
                    <a:pt x="282491" y="1018143"/>
                  </a:lnTo>
                  <a:lnTo>
                    <a:pt x="282477" y="1018102"/>
                  </a:lnTo>
                  <a:lnTo>
                    <a:pt x="282460" y="1018067"/>
                  </a:lnTo>
                  <a:lnTo>
                    <a:pt x="282446" y="1018044"/>
                  </a:lnTo>
                  <a:lnTo>
                    <a:pt x="282421" y="1018016"/>
                  </a:lnTo>
                  <a:lnTo>
                    <a:pt x="282395" y="1017997"/>
                  </a:lnTo>
                  <a:lnTo>
                    <a:pt x="282386" y="1017983"/>
                  </a:lnTo>
                  <a:lnTo>
                    <a:pt x="282362" y="1017962"/>
                  </a:lnTo>
                  <a:lnTo>
                    <a:pt x="282349" y="1017960"/>
                  </a:lnTo>
                  <a:lnTo>
                    <a:pt x="282269" y="1017968"/>
                  </a:lnTo>
                  <a:lnTo>
                    <a:pt x="282226" y="1017967"/>
                  </a:lnTo>
                  <a:lnTo>
                    <a:pt x="282202" y="1017958"/>
                  </a:lnTo>
                  <a:lnTo>
                    <a:pt x="282128" y="1017957"/>
                  </a:lnTo>
                  <a:lnTo>
                    <a:pt x="282120" y="1017957"/>
                  </a:lnTo>
                  <a:lnTo>
                    <a:pt x="282041" y="1017950"/>
                  </a:lnTo>
                  <a:lnTo>
                    <a:pt x="282020" y="1017949"/>
                  </a:lnTo>
                  <a:lnTo>
                    <a:pt x="281953" y="1017951"/>
                  </a:lnTo>
                  <a:lnTo>
                    <a:pt x="281905" y="1017947"/>
                  </a:lnTo>
                  <a:lnTo>
                    <a:pt x="281857" y="1017947"/>
                  </a:lnTo>
                  <a:lnTo>
                    <a:pt x="281810" y="1017948"/>
                  </a:lnTo>
                  <a:lnTo>
                    <a:pt x="281793" y="1017947"/>
                  </a:lnTo>
                  <a:lnTo>
                    <a:pt x="281768" y="1017940"/>
                  </a:lnTo>
                  <a:lnTo>
                    <a:pt x="281746" y="1017925"/>
                  </a:lnTo>
                  <a:lnTo>
                    <a:pt x="281727" y="1017902"/>
                  </a:lnTo>
                  <a:lnTo>
                    <a:pt x="281712" y="1017877"/>
                  </a:lnTo>
                  <a:lnTo>
                    <a:pt x="281700" y="1017852"/>
                  </a:lnTo>
                  <a:lnTo>
                    <a:pt x="281692" y="1017814"/>
                  </a:lnTo>
                  <a:lnTo>
                    <a:pt x="281688" y="1017785"/>
                  </a:lnTo>
                  <a:lnTo>
                    <a:pt x="281688" y="1017755"/>
                  </a:lnTo>
                  <a:lnTo>
                    <a:pt x="281694" y="1017722"/>
                  </a:lnTo>
                  <a:lnTo>
                    <a:pt x="281707" y="1017673"/>
                  </a:lnTo>
                  <a:lnTo>
                    <a:pt x="281726" y="1017608"/>
                  </a:lnTo>
                  <a:lnTo>
                    <a:pt x="281728" y="1017602"/>
                  </a:lnTo>
                  <a:lnTo>
                    <a:pt x="281748" y="1017554"/>
                  </a:lnTo>
                  <a:lnTo>
                    <a:pt x="281754" y="1017536"/>
                  </a:lnTo>
                  <a:lnTo>
                    <a:pt x="281754" y="1017521"/>
                  </a:lnTo>
                  <a:lnTo>
                    <a:pt x="281750" y="1017515"/>
                  </a:lnTo>
                  <a:lnTo>
                    <a:pt x="281740" y="1017509"/>
                  </a:lnTo>
                  <a:lnTo>
                    <a:pt x="281726" y="1017505"/>
                  </a:lnTo>
                  <a:lnTo>
                    <a:pt x="281705" y="1017497"/>
                  </a:lnTo>
                  <a:lnTo>
                    <a:pt x="281697" y="1017495"/>
                  </a:lnTo>
                  <a:lnTo>
                    <a:pt x="281683" y="1017485"/>
                  </a:lnTo>
                  <a:lnTo>
                    <a:pt x="281671" y="1017476"/>
                  </a:lnTo>
                  <a:lnTo>
                    <a:pt x="281601" y="1017418"/>
                  </a:lnTo>
                  <a:lnTo>
                    <a:pt x="281566" y="1017404"/>
                  </a:lnTo>
                  <a:lnTo>
                    <a:pt x="281500" y="1017364"/>
                  </a:lnTo>
                  <a:lnTo>
                    <a:pt x="281443" y="1017339"/>
                  </a:lnTo>
                  <a:lnTo>
                    <a:pt x="281404" y="1017310"/>
                  </a:lnTo>
                  <a:lnTo>
                    <a:pt x="281325" y="1017280"/>
                  </a:lnTo>
                  <a:lnTo>
                    <a:pt x="281277" y="1017253"/>
                  </a:lnTo>
                  <a:lnTo>
                    <a:pt x="281239" y="1017192"/>
                  </a:lnTo>
                  <a:lnTo>
                    <a:pt x="281223" y="1017176"/>
                  </a:lnTo>
                  <a:lnTo>
                    <a:pt x="281197" y="1017168"/>
                  </a:lnTo>
                  <a:lnTo>
                    <a:pt x="281181" y="1017157"/>
                  </a:lnTo>
                  <a:lnTo>
                    <a:pt x="281173" y="1017138"/>
                  </a:lnTo>
                  <a:lnTo>
                    <a:pt x="281154" y="1017106"/>
                  </a:lnTo>
                  <a:lnTo>
                    <a:pt x="281133" y="1017088"/>
                  </a:lnTo>
                  <a:lnTo>
                    <a:pt x="281102" y="1017063"/>
                  </a:lnTo>
                  <a:lnTo>
                    <a:pt x="281085" y="1017032"/>
                  </a:lnTo>
                  <a:lnTo>
                    <a:pt x="281066" y="1016954"/>
                  </a:lnTo>
                  <a:lnTo>
                    <a:pt x="281057" y="1016911"/>
                  </a:lnTo>
                  <a:lnTo>
                    <a:pt x="281053" y="1016866"/>
                  </a:lnTo>
                  <a:lnTo>
                    <a:pt x="281056" y="1016820"/>
                  </a:lnTo>
                  <a:lnTo>
                    <a:pt x="281068" y="1016764"/>
                  </a:lnTo>
                  <a:lnTo>
                    <a:pt x="281094" y="1016720"/>
                  </a:lnTo>
                  <a:lnTo>
                    <a:pt x="281113" y="1016685"/>
                  </a:lnTo>
                  <a:lnTo>
                    <a:pt x="281127" y="1016634"/>
                  </a:lnTo>
                  <a:lnTo>
                    <a:pt x="281129" y="1016616"/>
                  </a:lnTo>
                  <a:lnTo>
                    <a:pt x="281119" y="1016599"/>
                  </a:lnTo>
                  <a:lnTo>
                    <a:pt x="281090" y="1016594"/>
                  </a:lnTo>
                  <a:lnTo>
                    <a:pt x="281020" y="1016584"/>
                  </a:lnTo>
                  <a:lnTo>
                    <a:pt x="280900" y="1016563"/>
                  </a:lnTo>
                  <a:lnTo>
                    <a:pt x="280841" y="1016538"/>
                  </a:lnTo>
                  <a:lnTo>
                    <a:pt x="280822" y="1016518"/>
                  </a:lnTo>
                  <a:lnTo>
                    <a:pt x="280799" y="1016488"/>
                  </a:lnTo>
                  <a:lnTo>
                    <a:pt x="280780" y="1016417"/>
                  </a:lnTo>
                  <a:lnTo>
                    <a:pt x="280741" y="1016315"/>
                  </a:lnTo>
                  <a:lnTo>
                    <a:pt x="280737" y="1016286"/>
                  </a:lnTo>
                  <a:lnTo>
                    <a:pt x="280722" y="1016250"/>
                  </a:lnTo>
                  <a:lnTo>
                    <a:pt x="280685" y="1016208"/>
                  </a:lnTo>
                  <a:lnTo>
                    <a:pt x="280596" y="1016106"/>
                  </a:lnTo>
                  <a:lnTo>
                    <a:pt x="280577" y="1016078"/>
                  </a:lnTo>
                  <a:lnTo>
                    <a:pt x="280568" y="1016070"/>
                  </a:lnTo>
                  <a:lnTo>
                    <a:pt x="280550" y="1016064"/>
                  </a:lnTo>
                  <a:lnTo>
                    <a:pt x="280534" y="1016065"/>
                  </a:lnTo>
                  <a:lnTo>
                    <a:pt x="280498" y="1016063"/>
                  </a:lnTo>
                  <a:lnTo>
                    <a:pt x="280471" y="1016051"/>
                  </a:lnTo>
                  <a:lnTo>
                    <a:pt x="280442" y="1016024"/>
                  </a:lnTo>
                  <a:lnTo>
                    <a:pt x="280380" y="1015962"/>
                  </a:lnTo>
                  <a:lnTo>
                    <a:pt x="280356" y="1015926"/>
                  </a:lnTo>
                  <a:lnTo>
                    <a:pt x="280335" y="1015909"/>
                  </a:lnTo>
                  <a:lnTo>
                    <a:pt x="280331" y="1015892"/>
                  </a:lnTo>
                  <a:lnTo>
                    <a:pt x="280333" y="1015871"/>
                  </a:lnTo>
                  <a:lnTo>
                    <a:pt x="280335" y="1015845"/>
                  </a:lnTo>
                  <a:lnTo>
                    <a:pt x="280324" y="1015826"/>
                  </a:lnTo>
                  <a:lnTo>
                    <a:pt x="280306" y="1015796"/>
                  </a:lnTo>
                  <a:lnTo>
                    <a:pt x="280286" y="1015772"/>
                  </a:lnTo>
                  <a:lnTo>
                    <a:pt x="280276" y="1015758"/>
                  </a:lnTo>
                  <a:lnTo>
                    <a:pt x="280268" y="1015757"/>
                  </a:lnTo>
                  <a:lnTo>
                    <a:pt x="280244" y="1015760"/>
                  </a:lnTo>
                  <a:lnTo>
                    <a:pt x="280209" y="1015775"/>
                  </a:lnTo>
                  <a:lnTo>
                    <a:pt x="280179" y="1015787"/>
                  </a:lnTo>
                  <a:lnTo>
                    <a:pt x="280164" y="1015794"/>
                  </a:lnTo>
                  <a:lnTo>
                    <a:pt x="280157" y="1015793"/>
                  </a:lnTo>
                  <a:lnTo>
                    <a:pt x="280147" y="1015785"/>
                  </a:lnTo>
                  <a:lnTo>
                    <a:pt x="280141" y="1015771"/>
                  </a:lnTo>
                  <a:lnTo>
                    <a:pt x="280136" y="1015759"/>
                  </a:lnTo>
                  <a:lnTo>
                    <a:pt x="280124" y="1015728"/>
                  </a:lnTo>
                  <a:lnTo>
                    <a:pt x="280105" y="1015686"/>
                  </a:lnTo>
                  <a:lnTo>
                    <a:pt x="280085" y="1015660"/>
                  </a:lnTo>
                  <a:lnTo>
                    <a:pt x="280068" y="1015634"/>
                  </a:lnTo>
                  <a:lnTo>
                    <a:pt x="280049" y="1015615"/>
                  </a:lnTo>
                  <a:lnTo>
                    <a:pt x="280023" y="1015598"/>
                  </a:lnTo>
                  <a:lnTo>
                    <a:pt x="279975" y="1015572"/>
                  </a:lnTo>
                  <a:lnTo>
                    <a:pt x="279938" y="1015546"/>
                  </a:lnTo>
                  <a:lnTo>
                    <a:pt x="279857" y="1015516"/>
                  </a:lnTo>
                  <a:lnTo>
                    <a:pt x="279816" y="1015499"/>
                  </a:lnTo>
                  <a:lnTo>
                    <a:pt x="279778" y="1015475"/>
                  </a:lnTo>
                  <a:lnTo>
                    <a:pt x="279753" y="1015463"/>
                  </a:lnTo>
                  <a:lnTo>
                    <a:pt x="279740" y="1015457"/>
                  </a:lnTo>
                  <a:lnTo>
                    <a:pt x="279733" y="1015449"/>
                  </a:lnTo>
                  <a:lnTo>
                    <a:pt x="279732" y="1015434"/>
                  </a:lnTo>
                  <a:lnTo>
                    <a:pt x="279732" y="1015413"/>
                  </a:lnTo>
                  <a:lnTo>
                    <a:pt x="279735" y="1015395"/>
                  </a:lnTo>
                  <a:lnTo>
                    <a:pt x="279736" y="1015310"/>
                  </a:lnTo>
                  <a:lnTo>
                    <a:pt x="279744" y="1015283"/>
                  </a:lnTo>
                  <a:lnTo>
                    <a:pt x="279745" y="1015275"/>
                  </a:lnTo>
                  <a:lnTo>
                    <a:pt x="279742" y="1015267"/>
                  </a:lnTo>
                  <a:lnTo>
                    <a:pt x="279738" y="1015260"/>
                  </a:lnTo>
                  <a:lnTo>
                    <a:pt x="279719" y="1015215"/>
                  </a:lnTo>
                  <a:lnTo>
                    <a:pt x="279703" y="1015178"/>
                  </a:lnTo>
                  <a:lnTo>
                    <a:pt x="279698" y="1015170"/>
                  </a:lnTo>
                  <a:lnTo>
                    <a:pt x="279689" y="1015159"/>
                  </a:lnTo>
                  <a:lnTo>
                    <a:pt x="279679" y="1015135"/>
                  </a:lnTo>
                  <a:lnTo>
                    <a:pt x="279673" y="1015120"/>
                  </a:lnTo>
                  <a:lnTo>
                    <a:pt x="279659" y="1015104"/>
                  </a:lnTo>
                  <a:lnTo>
                    <a:pt x="279639" y="1015090"/>
                  </a:lnTo>
                  <a:lnTo>
                    <a:pt x="279627" y="1015085"/>
                  </a:lnTo>
                  <a:lnTo>
                    <a:pt x="279610" y="1015088"/>
                  </a:lnTo>
                  <a:lnTo>
                    <a:pt x="279590" y="1015088"/>
                  </a:lnTo>
                  <a:lnTo>
                    <a:pt x="279560" y="1015081"/>
                  </a:lnTo>
                  <a:lnTo>
                    <a:pt x="279544" y="1015071"/>
                  </a:lnTo>
                  <a:lnTo>
                    <a:pt x="279502" y="1015023"/>
                  </a:lnTo>
                  <a:lnTo>
                    <a:pt x="279484" y="1015016"/>
                  </a:lnTo>
                  <a:lnTo>
                    <a:pt x="279453" y="1015001"/>
                  </a:lnTo>
                  <a:lnTo>
                    <a:pt x="279450" y="1014995"/>
                  </a:lnTo>
                  <a:lnTo>
                    <a:pt x="279448" y="1014973"/>
                  </a:lnTo>
                  <a:lnTo>
                    <a:pt x="279448" y="1014961"/>
                  </a:lnTo>
                  <a:lnTo>
                    <a:pt x="279439" y="1014945"/>
                  </a:lnTo>
                  <a:lnTo>
                    <a:pt x="279412" y="1014920"/>
                  </a:lnTo>
                  <a:lnTo>
                    <a:pt x="279375" y="1014886"/>
                  </a:lnTo>
                  <a:lnTo>
                    <a:pt x="279357" y="1014864"/>
                  </a:lnTo>
                  <a:lnTo>
                    <a:pt x="279330" y="1014815"/>
                  </a:lnTo>
                  <a:lnTo>
                    <a:pt x="279282" y="1014754"/>
                  </a:lnTo>
                  <a:lnTo>
                    <a:pt x="279251" y="1014726"/>
                  </a:lnTo>
                  <a:lnTo>
                    <a:pt x="279225" y="1014701"/>
                  </a:lnTo>
                  <a:lnTo>
                    <a:pt x="279189" y="1014667"/>
                  </a:lnTo>
                  <a:lnTo>
                    <a:pt x="279154" y="1014633"/>
                  </a:lnTo>
                  <a:lnTo>
                    <a:pt x="279138" y="1014601"/>
                  </a:lnTo>
                  <a:lnTo>
                    <a:pt x="279129" y="1014570"/>
                  </a:lnTo>
                  <a:lnTo>
                    <a:pt x="279124" y="1014554"/>
                  </a:lnTo>
                  <a:lnTo>
                    <a:pt x="279117" y="1014544"/>
                  </a:lnTo>
                  <a:lnTo>
                    <a:pt x="279107" y="1014538"/>
                  </a:lnTo>
                  <a:lnTo>
                    <a:pt x="279086" y="1014541"/>
                  </a:lnTo>
                  <a:lnTo>
                    <a:pt x="279069" y="1014545"/>
                  </a:lnTo>
                  <a:lnTo>
                    <a:pt x="279029" y="1014545"/>
                  </a:lnTo>
                  <a:lnTo>
                    <a:pt x="278984" y="1014538"/>
                  </a:lnTo>
                  <a:lnTo>
                    <a:pt x="278944" y="1014526"/>
                  </a:lnTo>
                  <a:lnTo>
                    <a:pt x="278898" y="1014496"/>
                  </a:lnTo>
                  <a:lnTo>
                    <a:pt x="278873" y="1014475"/>
                  </a:lnTo>
                  <a:lnTo>
                    <a:pt x="278840" y="1014459"/>
                  </a:lnTo>
                  <a:lnTo>
                    <a:pt x="278820" y="1014447"/>
                  </a:lnTo>
                  <a:lnTo>
                    <a:pt x="278806" y="1014433"/>
                  </a:lnTo>
                  <a:lnTo>
                    <a:pt x="278791" y="1014415"/>
                  </a:lnTo>
                  <a:lnTo>
                    <a:pt x="278774" y="1014385"/>
                  </a:lnTo>
                  <a:lnTo>
                    <a:pt x="278740" y="1014340"/>
                  </a:lnTo>
                  <a:lnTo>
                    <a:pt x="278715" y="1014312"/>
                  </a:lnTo>
                  <a:lnTo>
                    <a:pt x="278687" y="1014279"/>
                  </a:lnTo>
                  <a:lnTo>
                    <a:pt x="278669" y="1014255"/>
                  </a:lnTo>
                  <a:lnTo>
                    <a:pt x="278658" y="1014243"/>
                  </a:lnTo>
                  <a:lnTo>
                    <a:pt x="278628" y="1014225"/>
                  </a:lnTo>
                  <a:lnTo>
                    <a:pt x="278608" y="1014210"/>
                  </a:lnTo>
                  <a:lnTo>
                    <a:pt x="278590" y="1014191"/>
                  </a:lnTo>
                  <a:lnTo>
                    <a:pt x="278560" y="1014167"/>
                  </a:lnTo>
                  <a:lnTo>
                    <a:pt x="278516" y="1014143"/>
                  </a:lnTo>
                  <a:lnTo>
                    <a:pt x="278489" y="1014109"/>
                  </a:lnTo>
                  <a:lnTo>
                    <a:pt x="278468" y="1014085"/>
                  </a:lnTo>
                  <a:lnTo>
                    <a:pt x="278459" y="1014059"/>
                  </a:lnTo>
                  <a:lnTo>
                    <a:pt x="278450" y="1014030"/>
                  </a:lnTo>
                  <a:lnTo>
                    <a:pt x="278441" y="1014013"/>
                  </a:lnTo>
                  <a:lnTo>
                    <a:pt x="278421" y="1013996"/>
                  </a:lnTo>
                  <a:lnTo>
                    <a:pt x="278361" y="1013960"/>
                  </a:lnTo>
                  <a:lnTo>
                    <a:pt x="278319" y="1013938"/>
                  </a:lnTo>
                  <a:lnTo>
                    <a:pt x="278288" y="1013923"/>
                  </a:lnTo>
                  <a:lnTo>
                    <a:pt x="278271" y="1013914"/>
                  </a:lnTo>
                  <a:lnTo>
                    <a:pt x="278248" y="1013912"/>
                  </a:lnTo>
                  <a:lnTo>
                    <a:pt x="278219" y="1013908"/>
                  </a:lnTo>
                  <a:lnTo>
                    <a:pt x="278195" y="1013897"/>
                  </a:lnTo>
                  <a:lnTo>
                    <a:pt x="278167" y="1013875"/>
                  </a:lnTo>
                  <a:lnTo>
                    <a:pt x="278152" y="1013857"/>
                  </a:lnTo>
                  <a:lnTo>
                    <a:pt x="278135" y="1013834"/>
                  </a:lnTo>
                  <a:lnTo>
                    <a:pt x="278110" y="1013814"/>
                  </a:lnTo>
                  <a:lnTo>
                    <a:pt x="278090" y="1013807"/>
                  </a:lnTo>
                  <a:lnTo>
                    <a:pt x="278020" y="1013798"/>
                  </a:lnTo>
                  <a:lnTo>
                    <a:pt x="277972" y="1013795"/>
                  </a:lnTo>
                  <a:lnTo>
                    <a:pt x="277939" y="1013797"/>
                  </a:lnTo>
                  <a:lnTo>
                    <a:pt x="277931" y="1013802"/>
                  </a:lnTo>
                  <a:lnTo>
                    <a:pt x="277918" y="1013816"/>
                  </a:lnTo>
                  <a:lnTo>
                    <a:pt x="277912" y="1013836"/>
                  </a:lnTo>
                  <a:lnTo>
                    <a:pt x="277910" y="1013850"/>
                  </a:lnTo>
                  <a:lnTo>
                    <a:pt x="277904" y="1013860"/>
                  </a:lnTo>
                  <a:lnTo>
                    <a:pt x="277873" y="1013884"/>
                  </a:lnTo>
                  <a:lnTo>
                    <a:pt x="277856" y="1013897"/>
                  </a:lnTo>
                  <a:lnTo>
                    <a:pt x="277790" y="1013921"/>
                  </a:lnTo>
                  <a:lnTo>
                    <a:pt x="277776" y="1013944"/>
                  </a:lnTo>
                  <a:lnTo>
                    <a:pt x="277774" y="1013971"/>
                  </a:lnTo>
                  <a:lnTo>
                    <a:pt x="277776" y="1013983"/>
                  </a:lnTo>
                  <a:lnTo>
                    <a:pt x="277780" y="1013992"/>
                  </a:lnTo>
                  <a:lnTo>
                    <a:pt x="277785" y="1014003"/>
                  </a:lnTo>
                  <a:lnTo>
                    <a:pt x="277779" y="1014007"/>
                  </a:lnTo>
                  <a:lnTo>
                    <a:pt x="277769" y="1014008"/>
                  </a:lnTo>
                  <a:lnTo>
                    <a:pt x="277755" y="1014007"/>
                  </a:lnTo>
                  <a:lnTo>
                    <a:pt x="277709" y="1013998"/>
                  </a:lnTo>
                  <a:lnTo>
                    <a:pt x="277686" y="1013991"/>
                  </a:lnTo>
                  <a:lnTo>
                    <a:pt x="277607" y="1013994"/>
                  </a:lnTo>
                  <a:lnTo>
                    <a:pt x="277566" y="1014000"/>
                  </a:lnTo>
                  <a:lnTo>
                    <a:pt x="277523" y="1014015"/>
                  </a:lnTo>
                  <a:lnTo>
                    <a:pt x="277519" y="1014010"/>
                  </a:lnTo>
                  <a:lnTo>
                    <a:pt x="277508" y="1014000"/>
                  </a:lnTo>
                  <a:lnTo>
                    <a:pt x="277491" y="1013983"/>
                  </a:lnTo>
                  <a:lnTo>
                    <a:pt x="277479" y="1013973"/>
                  </a:lnTo>
                  <a:lnTo>
                    <a:pt x="277454" y="1013948"/>
                  </a:lnTo>
                  <a:lnTo>
                    <a:pt x="277433" y="1013931"/>
                  </a:lnTo>
                  <a:lnTo>
                    <a:pt x="277417" y="1013928"/>
                  </a:lnTo>
                  <a:lnTo>
                    <a:pt x="277400" y="1013931"/>
                  </a:lnTo>
                  <a:lnTo>
                    <a:pt x="277371" y="1013939"/>
                  </a:lnTo>
                  <a:lnTo>
                    <a:pt x="277354" y="1013935"/>
                  </a:lnTo>
                  <a:lnTo>
                    <a:pt x="277333" y="1013923"/>
                  </a:lnTo>
                  <a:lnTo>
                    <a:pt x="277322" y="1013912"/>
                  </a:lnTo>
                  <a:lnTo>
                    <a:pt x="277307" y="1013873"/>
                  </a:lnTo>
                  <a:lnTo>
                    <a:pt x="277299" y="1013847"/>
                  </a:lnTo>
                  <a:lnTo>
                    <a:pt x="277297" y="1013830"/>
                  </a:lnTo>
                  <a:lnTo>
                    <a:pt x="277301" y="1013791"/>
                  </a:lnTo>
                  <a:lnTo>
                    <a:pt x="277300" y="1013775"/>
                  </a:lnTo>
                  <a:lnTo>
                    <a:pt x="277294" y="1013749"/>
                  </a:lnTo>
                  <a:lnTo>
                    <a:pt x="277283" y="1013731"/>
                  </a:lnTo>
                  <a:lnTo>
                    <a:pt x="277264" y="1013701"/>
                  </a:lnTo>
                  <a:lnTo>
                    <a:pt x="277248" y="1013685"/>
                  </a:lnTo>
                  <a:lnTo>
                    <a:pt x="277234" y="1013674"/>
                  </a:lnTo>
                  <a:lnTo>
                    <a:pt x="277208" y="1013659"/>
                  </a:lnTo>
                  <a:lnTo>
                    <a:pt x="277196" y="1013650"/>
                  </a:lnTo>
                  <a:lnTo>
                    <a:pt x="277178" y="1013647"/>
                  </a:lnTo>
                  <a:lnTo>
                    <a:pt x="277131" y="1013649"/>
                  </a:lnTo>
                  <a:lnTo>
                    <a:pt x="277097" y="1013644"/>
                  </a:lnTo>
                  <a:lnTo>
                    <a:pt x="277053" y="1013642"/>
                  </a:lnTo>
                  <a:lnTo>
                    <a:pt x="277015" y="1013637"/>
                  </a:lnTo>
                  <a:lnTo>
                    <a:pt x="276990" y="1013630"/>
                  </a:lnTo>
                  <a:lnTo>
                    <a:pt x="276973" y="1013621"/>
                  </a:lnTo>
                  <a:lnTo>
                    <a:pt x="276963" y="1013602"/>
                  </a:lnTo>
                  <a:lnTo>
                    <a:pt x="276959" y="1013597"/>
                  </a:lnTo>
                  <a:lnTo>
                    <a:pt x="276934" y="1013570"/>
                  </a:lnTo>
                  <a:lnTo>
                    <a:pt x="276919" y="1013549"/>
                  </a:lnTo>
                  <a:lnTo>
                    <a:pt x="276917" y="1013544"/>
                  </a:lnTo>
                  <a:lnTo>
                    <a:pt x="276920" y="1013520"/>
                  </a:lnTo>
                  <a:lnTo>
                    <a:pt x="276926" y="1013492"/>
                  </a:lnTo>
                  <a:lnTo>
                    <a:pt x="276936" y="1013455"/>
                  </a:lnTo>
                  <a:lnTo>
                    <a:pt x="276949" y="1013412"/>
                  </a:lnTo>
                  <a:lnTo>
                    <a:pt x="276954" y="1013373"/>
                  </a:lnTo>
                  <a:lnTo>
                    <a:pt x="276953" y="1013345"/>
                  </a:lnTo>
                  <a:lnTo>
                    <a:pt x="276946" y="1013333"/>
                  </a:lnTo>
                  <a:lnTo>
                    <a:pt x="276933" y="1013314"/>
                  </a:lnTo>
                  <a:lnTo>
                    <a:pt x="276909" y="1013292"/>
                  </a:lnTo>
                  <a:lnTo>
                    <a:pt x="276882" y="1013268"/>
                  </a:lnTo>
                  <a:lnTo>
                    <a:pt x="276876" y="1013265"/>
                  </a:lnTo>
                  <a:lnTo>
                    <a:pt x="276843" y="1013254"/>
                  </a:lnTo>
                  <a:lnTo>
                    <a:pt x="276812" y="1013237"/>
                  </a:lnTo>
                  <a:lnTo>
                    <a:pt x="276795" y="1013230"/>
                  </a:lnTo>
                  <a:lnTo>
                    <a:pt x="276734" y="1013207"/>
                  </a:lnTo>
                  <a:lnTo>
                    <a:pt x="276666" y="1013175"/>
                  </a:lnTo>
                  <a:lnTo>
                    <a:pt x="276634" y="1013153"/>
                  </a:lnTo>
                  <a:lnTo>
                    <a:pt x="276592" y="1013122"/>
                  </a:lnTo>
                  <a:lnTo>
                    <a:pt x="276584" y="1013116"/>
                  </a:lnTo>
                  <a:lnTo>
                    <a:pt x="276566" y="1013107"/>
                  </a:lnTo>
                  <a:lnTo>
                    <a:pt x="276549" y="1013105"/>
                  </a:lnTo>
                  <a:lnTo>
                    <a:pt x="276531" y="1013105"/>
                  </a:lnTo>
                  <a:lnTo>
                    <a:pt x="276525" y="1013105"/>
                  </a:lnTo>
                  <a:lnTo>
                    <a:pt x="276528" y="1013094"/>
                  </a:lnTo>
                  <a:lnTo>
                    <a:pt x="276534" y="1013083"/>
                  </a:lnTo>
                  <a:lnTo>
                    <a:pt x="276539" y="1013073"/>
                  </a:lnTo>
                  <a:lnTo>
                    <a:pt x="276544" y="1013061"/>
                  </a:lnTo>
                  <a:lnTo>
                    <a:pt x="276542" y="1013046"/>
                  </a:lnTo>
                  <a:lnTo>
                    <a:pt x="276533" y="1013031"/>
                  </a:lnTo>
                  <a:lnTo>
                    <a:pt x="276502" y="1012998"/>
                  </a:lnTo>
                  <a:lnTo>
                    <a:pt x="276457" y="1012944"/>
                  </a:lnTo>
                  <a:lnTo>
                    <a:pt x="276424" y="1012919"/>
                  </a:lnTo>
                  <a:lnTo>
                    <a:pt x="276400" y="1012904"/>
                  </a:lnTo>
                  <a:lnTo>
                    <a:pt x="276348" y="1012880"/>
                  </a:lnTo>
                  <a:lnTo>
                    <a:pt x="276302" y="1012860"/>
                  </a:lnTo>
                  <a:lnTo>
                    <a:pt x="276256" y="1012839"/>
                  </a:lnTo>
                  <a:lnTo>
                    <a:pt x="276233" y="1012823"/>
                  </a:lnTo>
                  <a:lnTo>
                    <a:pt x="276211" y="1012788"/>
                  </a:lnTo>
                  <a:lnTo>
                    <a:pt x="276194" y="1012746"/>
                  </a:lnTo>
                  <a:lnTo>
                    <a:pt x="276180" y="1012718"/>
                  </a:lnTo>
                  <a:lnTo>
                    <a:pt x="276172" y="1012714"/>
                  </a:lnTo>
                  <a:lnTo>
                    <a:pt x="276160" y="1012714"/>
                  </a:lnTo>
                  <a:lnTo>
                    <a:pt x="276127" y="1012717"/>
                  </a:lnTo>
                  <a:lnTo>
                    <a:pt x="276110" y="1012713"/>
                  </a:lnTo>
                  <a:lnTo>
                    <a:pt x="276087" y="1012702"/>
                  </a:lnTo>
                  <a:lnTo>
                    <a:pt x="276065" y="1012683"/>
                  </a:lnTo>
                  <a:lnTo>
                    <a:pt x="276042" y="1012658"/>
                  </a:lnTo>
                  <a:lnTo>
                    <a:pt x="276017" y="1012641"/>
                  </a:lnTo>
                  <a:lnTo>
                    <a:pt x="275980" y="1012625"/>
                  </a:lnTo>
                  <a:lnTo>
                    <a:pt x="275935" y="1012606"/>
                  </a:lnTo>
                  <a:lnTo>
                    <a:pt x="275894" y="1012597"/>
                  </a:lnTo>
                  <a:lnTo>
                    <a:pt x="275850" y="1012582"/>
                  </a:lnTo>
                  <a:lnTo>
                    <a:pt x="275813" y="1012573"/>
                  </a:lnTo>
                  <a:lnTo>
                    <a:pt x="275770" y="1012549"/>
                  </a:lnTo>
                  <a:lnTo>
                    <a:pt x="275732" y="1012530"/>
                  </a:lnTo>
                  <a:lnTo>
                    <a:pt x="275721" y="1012517"/>
                  </a:lnTo>
                  <a:lnTo>
                    <a:pt x="275706" y="1012484"/>
                  </a:lnTo>
                  <a:lnTo>
                    <a:pt x="275692" y="1012459"/>
                  </a:lnTo>
                  <a:lnTo>
                    <a:pt x="275681" y="1012448"/>
                  </a:lnTo>
                  <a:lnTo>
                    <a:pt x="275645" y="1012429"/>
                  </a:lnTo>
                  <a:lnTo>
                    <a:pt x="275598" y="1012400"/>
                  </a:lnTo>
                  <a:lnTo>
                    <a:pt x="275555" y="1012377"/>
                  </a:lnTo>
                  <a:lnTo>
                    <a:pt x="275525" y="1012360"/>
                  </a:lnTo>
                  <a:lnTo>
                    <a:pt x="275506" y="1012355"/>
                  </a:lnTo>
                  <a:lnTo>
                    <a:pt x="275471" y="1012356"/>
                  </a:lnTo>
                  <a:lnTo>
                    <a:pt x="275377" y="1012377"/>
                  </a:lnTo>
                  <a:lnTo>
                    <a:pt x="275356" y="1012379"/>
                  </a:lnTo>
                  <a:lnTo>
                    <a:pt x="275345" y="1012371"/>
                  </a:lnTo>
                  <a:lnTo>
                    <a:pt x="275317" y="1012331"/>
                  </a:lnTo>
                  <a:lnTo>
                    <a:pt x="275264" y="1012273"/>
                  </a:lnTo>
                  <a:lnTo>
                    <a:pt x="275251" y="1012255"/>
                  </a:lnTo>
                  <a:lnTo>
                    <a:pt x="275209" y="1012214"/>
                  </a:lnTo>
                  <a:lnTo>
                    <a:pt x="275192" y="1012205"/>
                  </a:lnTo>
                  <a:lnTo>
                    <a:pt x="275177" y="1012195"/>
                  </a:lnTo>
                  <a:lnTo>
                    <a:pt x="275168" y="1012185"/>
                  </a:lnTo>
                  <a:lnTo>
                    <a:pt x="275160" y="1012177"/>
                  </a:lnTo>
                  <a:lnTo>
                    <a:pt x="275149" y="1012173"/>
                  </a:lnTo>
                  <a:lnTo>
                    <a:pt x="275137" y="1012171"/>
                  </a:lnTo>
                  <a:lnTo>
                    <a:pt x="275125" y="1012167"/>
                  </a:lnTo>
                  <a:lnTo>
                    <a:pt x="275122" y="1012162"/>
                  </a:lnTo>
                  <a:lnTo>
                    <a:pt x="275120" y="1012144"/>
                  </a:lnTo>
                  <a:lnTo>
                    <a:pt x="275118" y="1012129"/>
                  </a:lnTo>
                  <a:lnTo>
                    <a:pt x="275113" y="1012120"/>
                  </a:lnTo>
                  <a:lnTo>
                    <a:pt x="275100" y="1012113"/>
                  </a:lnTo>
                  <a:lnTo>
                    <a:pt x="275072" y="1012104"/>
                  </a:lnTo>
                  <a:lnTo>
                    <a:pt x="275053" y="1012102"/>
                  </a:lnTo>
                  <a:lnTo>
                    <a:pt x="275030" y="1012104"/>
                  </a:lnTo>
                  <a:lnTo>
                    <a:pt x="275006" y="1012119"/>
                  </a:lnTo>
                  <a:lnTo>
                    <a:pt x="275000" y="1012116"/>
                  </a:lnTo>
                  <a:lnTo>
                    <a:pt x="274999" y="1012109"/>
                  </a:lnTo>
                  <a:lnTo>
                    <a:pt x="275000" y="1012083"/>
                  </a:lnTo>
                  <a:lnTo>
                    <a:pt x="274998" y="1012062"/>
                  </a:lnTo>
                  <a:lnTo>
                    <a:pt x="274989" y="1012048"/>
                  </a:lnTo>
                  <a:lnTo>
                    <a:pt x="274957" y="1012016"/>
                  </a:lnTo>
                  <a:lnTo>
                    <a:pt x="274919" y="1011970"/>
                  </a:lnTo>
                  <a:lnTo>
                    <a:pt x="274888" y="1011923"/>
                  </a:lnTo>
                  <a:lnTo>
                    <a:pt x="274875" y="1011901"/>
                  </a:lnTo>
                  <a:lnTo>
                    <a:pt x="274872" y="1011897"/>
                  </a:lnTo>
                  <a:lnTo>
                    <a:pt x="274861" y="1011875"/>
                  </a:lnTo>
                  <a:lnTo>
                    <a:pt x="274857" y="1011856"/>
                  </a:lnTo>
                  <a:lnTo>
                    <a:pt x="274853" y="1011852"/>
                  </a:lnTo>
                  <a:lnTo>
                    <a:pt x="274800" y="1011873"/>
                  </a:lnTo>
                  <a:lnTo>
                    <a:pt x="274775" y="1011882"/>
                  </a:lnTo>
                  <a:lnTo>
                    <a:pt x="274743" y="1011889"/>
                  </a:lnTo>
                  <a:lnTo>
                    <a:pt x="274671" y="1011914"/>
                  </a:lnTo>
                  <a:lnTo>
                    <a:pt x="274597" y="1011953"/>
                  </a:lnTo>
                  <a:lnTo>
                    <a:pt x="274522" y="1011983"/>
                  </a:lnTo>
                  <a:lnTo>
                    <a:pt x="274502" y="1011986"/>
                  </a:lnTo>
                  <a:lnTo>
                    <a:pt x="274471" y="1011988"/>
                  </a:lnTo>
                  <a:lnTo>
                    <a:pt x="274457" y="1011987"/>
                  </a:lnTo>
                  <a:lnTo>
                    <a:pt x="274445" y="1011980"/>
                  </a:lnTo>
                  <a:lnTo>
                    <a:pt x="274430" y="1011962"/>
                  </a:lnTo>
                  <a:lnTo>
                    <a:pt x="274409" y="1011939"/>
                  </a:lnTo>
                  <a:lnTo>
                    <a:pt x="274379" y="1011905"/>
                  </a:lnTo>
                  <a:lnTo>
                    <a:pt x="274358" y="1011884"/>
                  </a:lnTo>
                  <a:lnTo>
                    <a:pt x="274322" y="1011853"/>
                  </a:lnTo>
                  <a:lnTo>
                    <a:pt x="274297" y="1011822"/>
                  </a:lnTo>
                  <a:lnTo>
                    <a:pt x="274280" y="1011785"/>
                  </a:lnTo>
                  <a:lnTo>
                    <a:pt x="274274" y="1011756"/>
                  </a:lnTo>
                  <a:lnTo>
                    <a:pt x="274265" y="1011721"/>
                  </a:lnTo>
                  <a:lnTo>
                    <a:pt x="274245" y="1011656"/>
                  </a:lnTo>
                  <a:lnTo>
                    <a:pt x="274241" y="1011641"/>
                  </a:lnTo>
                  <a:lnTo>
                    <a:pt x="274232" y="1011620"/>
                  </a:lnTo>
                  <a:lnTo>
                    <a:pt x="274228" y="1011597"/>
                  </a:lnTo>
                  <a:lnTo>
                    <a:pt x="274207" y="1011526"/>
                  </a:lnTo>
                  <a:lnTo>
                    <a:pt x="274182" y="1011457"/>
                  </a:lnTo>
                  <a:lnTo>
                    <a:pt x="274178" y="1011452"/>
                  </a:lnTo>
                  <a:lnTo>
                    <a:pt x="274156" y="1011454"/>
                  </a:lnTo>
                  <a:lnTo>
                    <a:pt x="274101" y="1011459"/>
                  </a:lnTo>
                  <a:lnTo>
                    <a:pt x="274043" y="1011462"/>
                  </a:lnTo>
                  <a:lnTo>
                    <a:pt x="273975" y="1011456"/>
                  </a:lnTo>
                  <a:lnTo>
                    <a:pt x="273909" y="1011453"/>
                  </a:lnTo>
                  <a:lnTo>
                    <a:pt x="273888" y="1011446"/>
                  </a:lnTo>
                  <a:lnTo>
                    <a:pt x="273879" y="1011446"/>
                  </a:lnTo>
                  <a:lnTo>
                    <a:pt x="273875" y="1011454"/>
                  </a:lnTo>
                  <a:lnTo>
                    <a:pt x="273856" y="1011513"/>
                  </a:lnTo>
                  <a:lnTo>
                    <a:pt x="273855" y="1011522"/>
                  </a:lnTo>
                  <a:lnTo>
                    <a:pt x="273851" y="1011541"/>
                  </a:lnTo>
                  <a:lnTo>
                    <a:pt x="273848" y="1011555"/>
                  </a:lnTo>
                  <a:lnTo>
                    <a:pt x="273844" y="1011573"/>
                  </a:lnTo>
                  <a:lnTo>
                    <a:pt x="273841" y="1011588"/>
                  </a:lnTo>
                  <a:lnTo>
                    <a:pt x="273830" y="1011607"/>
                  </a:lnTo>
                  <a:lnTo>
                    <a:pt x="273824" y="1011612"/>
                  </a:lnTo>
                  <a:lnTo>
                    <a:pt x="273818" y="1011614"/>
                  </a:lnTo>
                  <a:lnTo>
                    <a:pt x="273804" y="1011613"/>
                  </a:lnTo>
                  <a:lnTo>
                    <a:pt x="273770" y="1011608"/>
                  </a:lnTo>
                  <a:lnTo>
                    <a:pt x="273749" y="1011597"/>
                  </a:lnTo>
                  <a:lnTo>
                    <a:pt x="273724" y="1011589"/>
                  </a:lnTo>
                  <a:lnTo>
                    <a:pt x="273710" y="1011583"/>
                  </a:lnTo>
                  <a:lnTo>
                    <a:pt x="273691" y="1011581"/>
                  </a:lnTo>
                  <a:lnTo>
                    <a:pt x="273667" y="1011583"/>
                  </a:lnTo>
                  <a:lnTo>
                    <a:pt x="273643" y="1011582"/>
                  </a:lnTo>
                  <a:lnTo>
                    <a:pt x="273613" y="1011587"/>
                  </a:lnTo>
                  <a:lnTo>
                    <a:pt x="273554" y="1011588"/>
                  </a:lnTo>
                  <a:lnTo>
                    <a:pt x="273518" y="1011591"/>
                  </a:lnTo>
                  <a:lnTo>
                    <a:pt x="273499" y="1011594"/>
                  </a:lnTo>
                  <a:lnTo>
                    <a:pt x="273450" y="1011597"/>
                  </a:lnTo>
                  <a:lnTo>
                    <a:pt x="273429" y="1011597"/>
                  </a:lnTo>
                  <a:lnTo>
                    <a:pt x="273412" y="1011595"/>
                  </a:lnTo>
                  <a:lnTo>
                    <a:pt x="273385" y="1011591"/>
                  </a:lnTo>
                  <a:lnTo>
                    <a:pt x="273364" y="1011586"/>
                  </a:lnTo>
                  <a:lnTo>
                    <a:pt x="273348" y="1011577"/>
                  </a:lnTo>
                  <a:lnTo>
                    <a:pt x="273344" y="1011576"/>
                  </a:lnTo>
                  <a:lnTo>
                    <a:pt x="273340" y="1011582"/>
                  </a:lnTo>
                  <a:lnTo>
                    <a:pt x="273335" y="1011596"/>
                  </a:lnTo>
                  <a:lnTo>
                    <a:pt x="273324" y="1011606"/>
                  </a:lnTo>
                  <a:lnTo>
                    <a:pt x="273311" y="1011612"/>
                  </a:lnTo>
                  <a:lnTo>
                    <a:pt x="273290" y="1011616"/>
                  </a:lnTo>
                  <a:lnTo>
                    <a:pt x="273270" y="1011613"/>
                  </a:lnTo>
                  <a:lnTo>
                    <a:pt x="273247" y="1011603"/>
                  </a:lnTo>
                  <a:lnTo>
                    <a:pt x="273221" y="1011597"/>
                  </a:lnTo>
                  <a:lnTo>
                    <a:pt x="273190" y="1011588"/>
                  </a:lnTo>
                  <a:lnTo>
                    <a:pt x="273179" y="1011590"/>
                  </a:lnTo>
                  <a:lnTo>
                    <a:pt x="273167" y="1011598"/>
                  </a:lnTo>
                  <a:lnTo>
                    <a:pt x="273123" y="1011660"/>
                  </a:lnTo>
                  <a:lnTo>
                    <a:pt x="273089" y="1011728"/>
                  </a:lnTo>
                  <a:lnTo>
                    <a:pt x="273077" y="1011745"/>
                  </a:lnTo>
                  <a:lnTo>
                    <a:pt x="273056" y="1011759"/>
                  </a:lnTo>
                  <a:lnTo>
                    <a:pt x="273033" y="1011767"/>
                  </a:lnTo>
                  <a:lnTo>
                    <a:pt x="273016" y="1011769"/>
                  </a:lnTo>
                  <a:lnTo>
                    <a:pt x="273002" y="1011768"/>
                  </a:lnTo>
                  <a:lnTo>
                    <a:pt x="272981" y="1011759"/>
                  </a:lnTo>
                  <a:lnTo>
                    <a:pt x="272953" y="1011745"/>
                  </a:lnTo>
                  <a:lnTo>
                    <a:pt x="272938" y="1011741"/>
                  </a:lnTo>
                  <a:lnTo>
                    <a:pt x="272925" y="1011740"/>
                  </a:lnTo>
                  <a:lnTo>
                    <a:pt x="272912" y="1011741"/>
                  </a:lnTo>
                  <a:lnTo>
                    <a:pt x="272902" y="1011746"/>
                  </a:lnTo>
                  <a:lnTo>
                    <a:pt x="272884" y="1011756"/>
                  </a:lnTo>
                  <a:lnTo>
                    <a:pt x="272860" y="1011768"/>
                  </a:lnTo>
                  <a:lnTo>
                    <a:pt x="272854" y="1011770"/>
                  </a:lnTo>
                  <a:lnTo>
                    <a:pt x="272824" y="1011768"/>
                  </a:lnTo>
                  <a:lnTo>
                    <a:pt x="272795" y="1011767"/>
                  </a:lnTo>
                  <a:lnTo>
                    <a:pt x="272769" y="1011768"/>
                  </a:lnTo>
                  <a:lnTo>
                    <a:pt x="272701" y="1011766"/>
                  </a:lnTo>
                  <a:lnTo>
                    <a:pt x="272681" y="1011768"/>
                  </a:lnTo>
                  <a:lnTo>
                    <a:pt x="272676" y="1011771"/>
                  </a:lnTo>
                  <a:lnTo>
                    <a:pt x="272664" y="1011779"/>
                  </a:lnTo>
                  <a:lnTo>
                    <a:pt x="272658" y="1011781"/>
                  </a:lnTo>
                  <a:lnTo>
                    <a:pt x="272647" y="1011781"/>
                  </a:lnTo>
                  <a:lnTo>
                    <a:pt x="272626" y="1011777"/>
                  </a:lnTo>
                  <a:lnTo>
                    <a:pt x="272616" y="1011775"/>
                  </a:lnTo>
                  <a:lnTo>
                    <a:pt x="272595" y="1011773"/>
                  </a:lnTo>
                  <a:lnTo>
                    <a:pt x="272588" y="1011775"/>
                  </a:lnTo>
                  <a:lnTo>
                    <a:pt x="272584" y="1011781"/>
                  </a:lnTo>
                  <a:lnTo>
                    <a:pt x="272584" y="1011789"/>
                  </a:lnTo>
                  <a:lnTo>
                    <a:pt x="272584" y="1011806"/>
                  </a:lnTo>
                  <a:lnTo>
                    <a:pt x="272587" y="1011828"/>
                  </a:lnTo>
                  <a:lnTo>
                    <a:pt x="272591" y="1011852"/>
                  </a:lnTo>
                  <a:lnTo>
                    <a:pt x="272589" y="1011881"/>
                  </a:lnTo>
                  <a:lnTo>
                    <a:pt x="272590" y="1011898"/>
                  </a:lnTo>
                  <a:lnTo>
                    <a:pt x="272600" y="1011938"/>
                  </a:lnTo>
                  <a:lnTo>
                    <a:pt x="272597" y="1011947"/>
                  </a:lnTo>
                  <a:lnTo>
                    <a:pt x="272591" y="1011961"/>
                  </a:lnTo>
                  <a:lnTo>
                    <a:pt x="272552" y="1012009"/>
                  </a:lnTo>
                  <a:lnTo>
                    <a:pt x="272513" y="1012032"/>
                  </a:lnTo>
                  <a:lnTo>
                    <a:pt x="272466" y="1012071"/>
                  </a:lnTo>
                  <a:lnTo>
                    <a:pt x="272439" y="1012089"/>
                  </a:lnTo>
                  <a:lnTo>
                    <a:pt x="272422" y="1012099"/>
                  </a:lnTo>
                  <a:lnTo>
                    <a:pt x="272388" y="1012115"/>
                  </a:lnTo>
                  <a:lnTo>
                    <a:pt x="272377" y="1012130"/>
                  </a:lnTo>
                  <a:lnTo>
                    <a:pt x="272377" y="1012146"/>
                  </a:lnTo>
                  <a:lnTo>
                    <a:pt x="272386" y="1012168"/>
                  </a:lnTo>
                  <a:lnTo>
                    <a:pt x="272399" y="1012186"/>
                  </a:lnTo>
                  <a:lnTo>
                    <a:pt x="272400" y="1012192"/>
                  </a:lnTo>
                  <a:lnTo>
                    <a:pt x="272396" y="1012200"/>
                  </a:lnTo>
                  <a:lnTo>
                    <a:pt x="272394" y="1012206"/>
                  </a:lnTo>
                  <a:lnTo>
                    <a:pt x="272381" y="1012215"/>
                  </a:lnTo>
                  <a:lnTo>
                    <a:pt x="272347" y="1012229"/>
                  </a:lnTo>
                  <a:lnTo>
                    <a:pt x="272304" y="1012251"/>
                  </a:lnTo>
                  <a:lnTo>
                    <a:pt x="272277" y="1012260"/>
                  </a:lnTo>
                  <a:lnTo>
                    <a:pt x="272257" y="1012262"/>
                  </a:lnTo>
                  <a:lnTo>
                    <a:pt x="272221" y="1012259"/>
                  </a:lnTo>
                  <a:lnTo>
                    <a:pt x="272171" y="1012253"/>
                  </a:lnTo>
                  <a:lnTo>
                    <a:pt x="272152" y="1012259"/>
                  </a:lnTo>
                  <a:lnTo>
                    <a:pt x="272144" y="1012267"/>
                  </a:lnTo>
                  <a:lnTo>
                    <a:pt x="272137" y="1012289"/>
                  </a:lnTo>
                  <a:lnTo>
                    <a:pt x="272132" y="1012304"/>
                  </a:lnTo>
                  <a:lnTo>
                    <a:pt x="272122" y="1012333"/>
                  </a:lnTo>
                  <a:lnTo>
                    <a:pt x="272103" y="1012361"/>
                  </a:lnTo>
                  <a:lnTo>
                    <a:pt x="272079" y="1012378"/>
                  </a:lnTo>
                  <a:lnTo>
                    <a:pt x="272051" y="1012388"/>
                  </a:lnTo>
                  <a:lnTo>
                    <a:pt x="272028" y="1012401"/>
                  </a:lnTo>
                  <a:lnTo>
                    <a:pt x="272013" y="1012412"/>
                  </a:lnTo>
                  <a:lnTo>
                    <a:pt x="271985" y="1012437"/>
                  </a:lnTo>
                  <a:lnTo>
                    <a:pt x="271970" y="1012450"/>
                  </a:lnTo>
                  <a:lnTo>
                    <a:pt x="271952" y="1012456"/>
                  </a:lnTo>
                  <a:lnTo>
                    <a:pt x="271898" y="1012457"/>
                  </a:lnTo>
                  <a:lnTo>
                    <a:pt x="271844" y="1012461"/>
                  </a:lnTo>
                  <a:lnTo>
                    <a:pt x="271816" y="1012463"/>
                  </a:lnTo>
                  <a:lnTo>
                    <a:pt x="271809" y="1012463"/>
                  </a:lnTo>
                  <a:lnTo>
                    <a:pt x="271802" y="1012464"/>
                  </a:lnTo>
                  <a:lnTo>
                    <a:pt x="271773" y="1012461"/>
                  </a:lnTo>
                  <a:lnTo>
                    <a:pt x="271740" y="1012450"/>
                  </a:lnTo>
                  <a:lnTo>
                    <a:pt x="271705" y="1012438"/>
                  </a:lnTo>
                  <a:lnTo>
                    <a:pt x="271687" y="1012435"/>
                  </a:lnTo>
                  <a:lnTo>
                    <a:pt x="271669" y="1012437"/>
                  </a:lnTo>
                  <a:lnTo>
                    <a:pt x="271658" y="1012439"/>
                  </a:lnTo>
                  <a:lnTo>
                    <a:pt x="271650" y="1012436"/>
                  </a:lnTo>
                  <a:lnTo>
                    <a:pt x="271642" y="1012431"/>
                  </a:lnTo>
                  <a:lnTo>
                    <a:pt x="271635" y="1012423"/>
                  </a:lnTo>
                  <a:lnTo>
                    <a:pt x="271632" y="1012415"/>
                  </a:lnTo>
                  <a:lnTo>
                    <a:pt x="271619" y="1012380"/>
                  </a:lnTo>
                  <a:lnTo>
                    <a:pt x="271601" y="1012353"/>
                  </a:lnTo>
                  <a:lnTo>
                    <a:pt x="271571" y="1012324"/>
                  </a:lnTo>
                  <a:lnTo>
                    <a:pt x="271538" y="1012298"/>
                  </a:lnTo>
                  <a:lnTo>
                    <a:pt x="271503" y="1012280"/>
                  </a:lnTo>
                  <a:lnTo>
                    <a:pt x="271478" y="1012269"/>
                  </a:lnTo>
                  <a:lnTo>
                    <a:pt x="271443" y="1012263"/>
                  </a:lnTo>
                  <a:lnTo>
                    <a:pt x="271415" y="1012242"/>
                  </a:lnTo>
                  <a:lnTo>
                    <a:pt x="271370" y="1012198"/>
                  </a:lnTo>
                  <a:lnTo>
                    <a:pt x="271322" y="1012143"/>
                  </a:lnTo>
                  <a:lnTo>
                    <a:pt x="271279" y="1012120"/>
                  </a:lnTo>
                  <a:lnTo>
                    <a:pt x="271209" y="1012077"/>
                  </a:lnTo>
                  <a:lnTo>
                    <a:pt x="271152" y="1012041"/>
                  </a:lnTo>
                  <a:lnTo>
                    <a:pt x="271120" y="1012020"/>
                  </a:lnTo>
                  <a:lnTo>
                    <a:pt x="271117" y="1012011"/>
                  </a:lnTo>
                  <a:lnTo>
                    <a:pt x="271116" y="1011997"/>
                  </a:lnTo>
                  <a:lnTo>
                    <a:pt x="271119" y="1011981"/>
                  </a:lnTo>
                  <a:lnTo>
                    <a:pt x="271118" y="1011964"/>
                  </a:lnTo>
                  <a:lnTo>
                    <a:pt x="271108" y="1011923"/>
                  </a:lnTo>
                  <a:lnTo>
                    <a:pt x="271100" y="1011900"/>
                  </a:lnTo>
                  <a:lnTo>
                    <a:pt x="271095" y="1011880"/>
                  </a:lnTo>
                  <a:lnTo>
                    <a:pt x="271087" y="1011840"/>
                  </a:lnTo>
                  <a:lnTo>
                    <a:pt x="271073" y="1011806"/>
                  </a:lnTo>
                  <a:lnTo>
                    <a:pt x="271054" y="1011771"/>
                  </a:lnTo>
                  <a:lnTo>
                    <a:pt x="271035" y="1011730"/>
                  </a:lnTo>
                  <a:lnTo>
                    <a:pt x="271029" y="1011718"/>
                  </a:lnTo>
                  <a:lnTo>
                    <a:pt x="271018" y="1011659"/>
                  </a:lnTo>
                  <a:lnTo>
                    <a:pt x="271006" y="1011621"/>
                  </a:lnTo>
                  <a:lnTo>
                    <a:pt x="271000" y="1011606"/>
                  </a:lnTo>
                  <a:lnTo>
                    <a:pt x="270991" y="1011601"/>
                  </a:lnTo>
                  <a:lnTo>
                    <a:pt x="270970" y="1011594"/>
                  </a:lnTo>
                  <a:lnTo>
                    <a:pt x="270927" y="1011588"/>
                  </a:lnTo>
                  <a:lnTo>
                    <a:pt x="270911" y="1011580"/>
                  </a:lnTo>
                  <a:lnTo>
                    <a:pt x="270884" y="1011545"/>
                  </a:lnTo>
                  <a:lnTo>
                    <a:pt x="270857" y="1011508"/>
                  </a:lnTo>
                  <a:lnTo>
                    <a:pt x="270844" y="1011483"/>
                  </a:lnTo>
                  <a:lnTo>
                    <a:pt x="270833" y="1011451"/>
                  </a:lnTo>
                  <a:lnTo>
                    <a:pt x="270830" y="1011419"/>
                  </a:lnTo>
                  <a:lnTo>
                    <a:pt x="270829" y="1011402"/>
                  </a:lnTo>
                  <a:lnTo>
                    <a:pt x="270825" y="1011400"/>
                  </a:lnTo>
                  <a:lnTo>
                    <a:pt x="270820" y="1011402"/>
                  </a:lnTo>
                  <a:lnTo>
                    <a:pt x="270810" y="1011409"/>
                  </a:lnTo>
                  <a:lnTo>
                    <a:pt x="270789" y="1011420"/>
                  </a:lnTo>
                  <a:lnTo>
                    <a:pt x="270776" y="1011422"/>
                  </a:lnTo>
                  <a:lnTo>
                    <a:pt x="270770" y="1011423"/>
                  </a:lnTo>
                  <a:lnTo>
                    <a:pt x="270737" y="1011424"/>
                  </a:lnTo>
                  <a:lnTo>
                    <a:pt x="270688" y="1011419"/>
                  </a:lnTo>
                  <a:lnTo>
                    <a:pt x="270657" y="1011413"/>
                  </a:lnTo>
                  <a:lnTo>
                    <a:pt x="270623" y="1011400"/>
                  </a:lnTo>
                  <a:lnTo>
                    <a:pt x="270617" y="1011399"/>
                  </a:lnTo>
                  <a:lnTo>
                    <a:pt x="270590" y="1011396"/>
                  </a:lnTo>
                  <a:lnTo>
                    <a:pt x="270572" y="1011389"/>
                  </a:lnTo>
                  <a:lnTo>
                    <a:pt x="270565" y="1011384"/>
                  </a:lnTo>
                  <a:lnTo>
                    <a:pt x="270549" y="1011359"/>
                  </a:lnTo>
                  <a:lnTo>
                    <a:pt x="270537" y="1011348"/>
                  </a:lnTo>
                  <a:lnTo>
                    <a:pt x="270523" y="1011339"/>
                  </a:lnTo>
                  <a:lnTo>
                    <a:pt x="270502" y="1011329"/>
                  </a:lnTo>
                  <a:lnTo>
                    <a:pt x="270477" y="1011323"/>
                  </a:lnTo>
                  <a:lnTo>
                    <a:pt x="270439" y="1011314"/>
                  </a:lnTo>
                  <a:lnTo>
                    <a:pt x="270417" y="1011309"/>
                  </a:lnTo>
                  <a:lnTo>
                    <a:pt x="270407" y="1011306"/>
                  </a:lnTo>
                  <a:lnTo>
                    <a:pt x="270387" y="1011295"/>
                  </a:lnTo>
                  <a:lnTo>
                    <a:pt x="270376" y="1011289"/>
                  </a:lnTo>
                  <a:lnTo>
                    <a:pt x="270370" y="1011283"/>
                  </a:lnTo>
                  <a:lnTo>
                    <a:pt x="270360" y="1011274"/>
                  </a:lnTo>
                  <a:lnTo>
                    <a:pt x="270347" y="1011265"/>
                  </a:lnTo>
                  <a:lnTo>
                    <a:pt x="270325" y="1011242"/>
                  </a:lnTo>
                  <a:lnTo>
                    <a:pt x="270307" y="1011201"/>
                  </a:lnTo>
                  <a:lnTo>
                    <a:pt x="270299" y="1011174"/>
                  </a:lnTo>
                  <a:lnTo>
                    <a:pt x="270281" y="1011122"/>
                  </a:lnTo>
                  <a:lnTo>
                    <a:pt x="270265" y="1011068"/>
                  </a:lnTo>
                  <a:lnTo>
                    <a:pt x="270240" y="1011017"/>
                  </a:lnTo>
                  <a:lnTo>
                    <a:pt x="270222" y="1010989"/>
                  </a:lnTo>
                  <a:lnTo>
                    <a:pt x="270199" y="1010967"/>
                  </a:lnTo>
                  <a:lnTo>
                    <a:pt x="270169" y="1010940"/>
                  </a:lnTo>
                  <a:lnTo>
                    <a:pt x="270119" y="1010888"/>
                  </a:lnTo>
                  <a:lnTo>
                    <a:pt x="270106" y="1010873"/>
                  </a:lnTo>
                  <a:lnTo>
                    <a:pt x="270083" y="1010846"/>
                  </a:lnTo>
                  <a:lnTo>
                    <a:pt x="270077" y="1010837"/>
                  </a:lnTo>
                  <a:lnTo>
                    <a:pt x="270055" y="1010808"/>
                  </a:lnTo>
                  <a:lnTo>
                    <a:pt x="270047" y="1010802"/>
                  </a:lnTo>
                  <a:lnTo>
                    <a:pt x="270044" y="1010786"/>
                  </a:lnTo>
                  <a:lnTo>
                    <a:pt x="270042" y="1010767"/>
                  </a:lnTo>
                  <a:lnTo>
                    <a:pt x="270037" y="1010750"/>
                  </a:lnTo>
                  <a:lnTo>
                    <a:pt x="270031" y="1010738"/>
                  </a:lnTo>
                  <a:lnTo>
                    <a:pt x="270021" y="1010726"/>
                  </a:lnTo>
                  <a:lnTo>
                    <a:pt x="270012" y="1010721"/>
                  </a:lnTo>
                  <a:lnTo>
                    <a:pt x="269991" y="1010718"/>
                  </a:lnTo>
                  <a:lnTo>
                    <a:pt x="269964" y="1010724"/>
                  </a:lnTo>
                  <a:lnTo>
                    <a:pt x="269932" y="1010737"/>
                  </a:lnTo>
                  <a:lnTo>
                    <a:pt x="269874" y="1010770"/>
                  </a:lnTo>
                  <a:lnTo>
                    <a:pt x="269853" y="1010786"/>
                  </a:lnTo>
                  <a:lnTo>
                    <a:pt x="269823" y="1010803"/>
                  </a:lnTo>
                  <a:lnTo>
                    <a:pt x="269776" y="1010816"/>
                  </a:lnTo>
                  <a:lnTo>
                    <a:pt x="269751" y="1010817"/>
                  </a:lnTo>
                  <a:lnTo>
                    <a:pt x="269726" y="1010827"/>
                  </a:lnTo>
                  <a:lnTo>
                    <a:pt x="269701" y="1010841"/>
                  </a:lnTo>
                  <a:lnTo>
                    <a:pt x="269674" y="1010858"/>
                  </a:lnTo>
                  <a:lnTo>
                    <a:pt x="269648" y="1010868"/>
                  </a:lnTo>
                  <a:lnTo>
                    <a:pt x="269634" y="1010863"/>
                  </a:lnTo>
                  <a:lnTo>
                    <a:pt x="269608" y="1010847"/>
                  </a:lnTo>
                  <a:lnTo>
                    <a:pt x="269586" y="1010834"/>
                  </a:lnTo>
                  <a:lnTo>
                    <a:pt x="269564" y="1010811"/>
                  </a:lnTo>
                  <a:lnTo>
                    <a:pt x="269550" y="1010790"/>
                  </a:lnTo>
                  <a:lnTo>
                    <a:pt x="269539" y="1010765"/>
                  </a:lnTo>
                  <a:lnTo>
                    <a:pt x="269526" y="1010734"/>
                  </a:lnTo>
                  <a:lnTo>
                    <a:pt x="269520" y="1010707"/>
                  </a:lnTo>
                  <a:lnTo>
                    <a:pt x="269508" y="1010684"/>
                  </a:lnTo>
                  <a:lnTo>
                    <a:pt x="269496" y="1010664"/>
                  </a:lnTo>
                  <a:lnTo>
                    <a:pt x="269477" y="1010646"/>
                  </a:lnTo>
                  <a:lnTo>
                    <a:pt x="269458" y="1010631"/>
                  </a:lnTo>
                  <a:lnTo>
                    <a:pt x="269440" y="1010623"/>
                  </a:lnTo>
                  <a:lnTo>
                    <a:pt x="269432" y="1010621"/>
                  </a:lnTo>
                  <a:lnTo>
                    <a:pt x="269400" y="1010622"/>
                  </a:lnTo>
                  <a:lnTo>
                    <a:pt x="269392" y="1010624"/>
                  </a:lnTo>
                  <a:lnTo>
                    <a:pt x="269372" y="1010628"/>
                  </a:lnTo>
                  <a:lnTo>
                    <a:pt x="269352" y="1010628"/>
                  </a:lnTo>
                  <a:lnTo>
                    <a:pt x="269330" y="1010624"/>
                  </a:lnTo>
                  <a:lnTo>
                    <a:pt x="269313" y="1010614"/>
                  </a:lnTo>
                  <a:lnTo>
                    <a:pt x="269295" y="1010602"/>
                  </a:lnTo>
                  <a:lnTo>
                    <a:pt x="269290" y="1010600"/>
                  </a:lnTo>
                  <a:lnTo>
                    <a:pt x="269272" y="1010604"/>
                  </a:lnTo>
                  <a:lnTo>
                    <a:pt x="269233" y="1010609"/>
                  </a:lnTo>
                  <a:lnTo>
                    <a:pt x="269205" y="1010614"/>
                  </a:lnTo>
                  <a:lnTo>
                    <a:pt x="269183" y="1010624"/>
                  </a:lnTo>
                  <a:lnTo>
                    <a:pt x="269154" y="1010643"/>
                  </a:lnTo>
                  <a:lnTo>
                    <a:pt x="269131" y="1010652"/>
                  </a:lnTo>
                  <a:lnTo>
                    <a:pt x="269121" y="1010656"/>
                  </a:lnTo>
                  <a:lnTo>
                    <a:pt x="269106" y="1010655"/>
                  </a:lnTo>
                  <a:lnTo>
                    <a:pt x="269096" y="1010655"/>
                  </a:lnTo>
                  <a:lnTo>
                    <a:pt x="269078" y="1010663"/>
                  </a:lnTo>
                  <a:lnTo>
                    <a:pt x="269070" y="1010667"/>
                  </a:lnTo>
                  <a:lnTo>
                    <a:pt x="269064" y="1010667"/>
                  </a:lnTo>
                  <a:lnTo>
                    <a:pt x="269059" y="1010665"/>
                  </a:lnTo>
                  <a:lnTo>
                    <a:pt x="269055" y="1010658"/>
                  </a:lnTo>
                  <a:lnTo>
                    <a:pt x="269042" y="1010640"/>
                  </a:lnTo>
                  <a:lnTo>
                    <a:pt x="269028" y="1010624"/>
                  </a:lnTo>
                  <a:lnTo>
                    <a:pt x="268981" y="1010593"/>
                  </a:lnTo>
                  <a:lnTo>
                    <a:pt x="268947" y="1010579"/>
                  </a:lnTo>
                  <a:lnTo>
                    <a:pt x="268916" y="1010570"/>
                  </a:lnTo>
                  <a:lnTo>
                    <a:pt x="268872" y="1010568"/>
                  </a:lnTo>
                  <a:lnTo>
                    <a:pt x="268840" y="1010568"/>
                  </a:lnTo>
                  <a:lnTo>
                    <a:pt x="268820" y="1010574"/>
                  </a:lnTo>
                  <a:lnTo>
                    <a:pt x="268787" y="1010588"/>
                  </a:lnTo>
                  <a:lnTo>
                    <a:pt x="268751" y="1010600"/>
                  </a:lnTo>
                  <a:lnTo>
                    <a:pt x="268732" y="1010604"/>
                  </a:lnTo>
                  <a:lnTo>
                    <a:pt x="268720" y="1010603"/>
                  </a:lnTo>
                  <a:lnTo>
                    <a:pt x="268713" y="1010600"/>
                  </a:lnTo>
                  <a:lnTo>
                    <a:pt x="268710" y="1010597"/>
                  </a:lnTo>
                  <a:lnTo>
                    <a:pt x="268702" y="1010592"/>
                  </a:lnTo>
                  <a:lnTo>
                    <a:pt x="268681" y="1010574"/>
                  </a:lnTo>
                  <a:lnTo>
                    <a:pt x="268662" y="1010560"/>
                  </a:lnTo>
                  <a:lnTo>
                    <a:pt x="268640" y="1010545"/>
                  </a:lnTo>
                  <a:lnTo>
                    <a:pt x="268636" y="1010542"/>
                  </a:lnTo>
                  <a:lnTo>
                    <a:pt x="268601" y="1010520"/>
                  </a:lnTo>
                  <a:lnTo>
                    <a:pt x="268553" y="1010505"/>
                  </a:lnTo>
                  <a:lnTo>
                    <a:pt x="268526" y="1010502"/>
                  </a:lnTo>
                  <a:lnTo>
                    <a:pt x="268501" y="1010492"/>
                  </a:lnTo>
                  <a:lnTo>
                    <a:pt x="268464" y="1010474"/>
                  </a:lnTo>
                  <a:lnTo>
                    <a:pt x="268403" y="1010427"/>
                  </a:lnTo>
                  <a:lnTo>
                    <a:pt x="268374" y="1010410"/>
                  </a:lnTo>
                  <a:lnTo>
                    <a:pt x="268351" y="1010393"/>
                  </a:lnTo>
                  <a:lnTo>
                    <a:pt x="268322" y="1010374"/>
                  </a:lnTo>
                  <a:lnTo>
                    <a:pt x="268301" y="1010359"/>
                  </a:lnTo>
                  <a:lnTo>
                    <a:pt x="268281" y="1010348"/>
                  </a:lnTo>
                  <a:lnTo>
                    <a:pt x="268262" y="1010345"/>
                  </a:lnTo>
                  <a:lnTo>
                    <a:pt x="268227" y="1010343"/>
                  </a:lnTo>
                  <a:lnTo>
                    <a:pt x="268186" y="1010350"/>
                  </a:lnTo>
                  <a:lnTo>
                    <a:pt x="268139" y="1010344"/>
                  </a:lnTo>
                  <a:lnTo>
                    <a:pt x="268108" y="1010341"/>
                  </a:lnTo>
                  <a:lnTo>
                    <a:pt x="268077" y="1010339"/>
                  </a:lnTo>
                  <a:lnTo>
                    <a:pt x="268031" y="1010339"/>
                  </a:lnTo>
                  <a:lnTo>
                    <a:pt x="268000" y="1010341"/>
                  </a:lnTo>
                  <a:lnTo>
                    <a:pt x="267940" y="1010320"/>
                  </a:lnTo>
                  <a:lnTo>
                    <a:pt x="267909" y="1010308"/>
                  </a:lnTo>
                  <a:lnTo>
                    <a:pt x="267902" y="1010302"/>
                  </a:lnTo>
                  <a:lnTo>
                    <a:pt x="267900" y="1010279"/>
                  </a:lnTo>
                  <a:lnTo>
                    <a:pt x="267900" y="1010261"/>
                  </a:lnTo>
                  <a:lnTo>
                    <a:pt x="267902" y="1010249"/>
                  </a:lnTo>
                  <a:lnTo>
                    <a:pt x="267904" y="1010230"/>
                  </a:lnTo>
                  <a:lnTo>
                    <a:pt x="267903" y="1010214"/>
                  </a:lnTo>
                  <a:lnTo>
                    <a:pt x="267901" y="1010208"/>
                  </a:lnTo>
                  <a:lnTo>
                    <a:pt x="267898" y="1010201"/>
                  </a:lnTo>
                  <a:lnTo>
                    <a:pt x="267888" y="1010194"/>
                  </a:lnTo>
                  <a:lnTo>
                    <a:pt x="267884" y="1010183"/>
                  </a:lnTo>
                  <a:lnTo>
                    <a:pt x="267881" y="1010176"/>
                  </a:lnTo>
                  <a:lnTo>
                    <a:pt x="267879" y="1010158"/>
                  </a:lnTo>
                  <a:lnTo>
                    <a:pt x="267879" y="1010136"/>
                  </a:lnTo>
                  <a:lnTo>
                    <a:pt x="267874" y="1010123"/>
                  </a:lnTo>
                  <a:lnTo>
                    <a:pt x="267863" y="1010106"/>
                  </a:lnTo>
                  <a:lnTo>
                    <a:pt x="267843" y="1010088"/>
                  </a:lnTo>
                  <a:lnTo>
                    <a:pt x="267805" y="1010072"/>
                  </a:lnTo>
                  <a:lnTo>
                    <a:pt x="267773" y="1010049"/>
                  </a:lnTo>
                  <a:lnTo>
                    <a:pt x="267730" y="1010014"/>
                  </a:lnTo>
                  <a:lnTo>
                    <a:pt x="267700" y="1009989"/>
                  </a:lnTo>
                  <a:lnTo>
                    <a:pt x="267659" y="1009963"/>
                  </a:lnTo>
                  <a:lnTo>
                    <a:pt x="267628" y="1009948"/>
                  </a:lnTo>
                  <a:lnTo>
                    <a:pt x="267593" y="1009927"/>
                  </a:lnTo>
                  <a:lnTo>
                    <a:pt x="267558" y="1009908"/>
                  </a:lnTo>
                  <a:lnTo>
                    <a:pt x="267508" y="1009881"/>
                  </a:lnTo>
                  <a:lnTo>
                    <a:pt x="267471" y="1009865"/>
                  </a:lnTo>
                  <a:lnTo>
                    <a:pt x="267428" y="1009851"/>
                  </a:lnTo>
                  <a:lnTo>
                    <a:pt x="267408" y="1009848"/>
                  </a:lnTo>
                  <a:lnTo>
                    <a:pt x="267401" y="1009841"/>
                  </a:lnTo>
                  <a:lnTo>
                    <a:pt x="267401" y="1009829"/>
                  </a:lnTo>
                  <a:lnTo>
                    <a:pt x="267391" y="1009805"/>
                  </a:lnTo>
                  <a:lnTo>
                    <a:pt x="267369" y="1009774"/>
                  </a:lnTo>
                  <a:lnTo>
                    <a:pt x="267331" y="1009699"/>
                  </a:lnTo>
                  <a:lnTo>
                    <a:pt x="267322" y="1009673"/>
                  </a:lnTo>
                  <a:lnTo>
                    <a:pt x="267317" y="1009656"/>
                  </a:lnTo>
                  <a:lnTo>
                    <a:pt x="267317" y="1009650"/>
                  </a:lnTo>
                  <a:lnTo>
                    <a:pt x="267318" y="1009630"/>
                  </a:lnTo>
                  <a:lnTo>
                    <a:pt x="267318" y="1009625"/>
                  </a:lnTo>
                  <a:lnTo>
                    <a:pt x="267315" y="1009622"/>
                  </a:lnTo>
                  <a:lnTo>
                    <a:pt x="267307" y="1009618"/>
                  </a:lnTo>
                  <a:lnTo>
                    <a:pt x="267292" y="1009613"/>
                  </a:lnTo>
                  <a:lnTo>
                    <a:pt x="267245" y="1009605"/>
                  </a:lnTo>
                  <a:lnTo>
                    <a:pt x="267148" y="1009573"/>
                  </a:lnTo>
                  <a:lnTo>
                    <a:pt x="267112" y="1009561"/>
                  </a:lnTo>
                  <a:lnTo>
                    <a:pt x="267081" y="1009551"/>
                  </a:lnTo>
                  <a:lnTo>
                    <a:pt x="267066" y="1009545"/>
                  </a:lnTo>
                  <a:lnTo>
                    <a:pt x="267047" y="1009545"/>
                  </a:lnTo>
                  <a:lnTo>
                    <a:pt x="267022" y="1009547"/>
                  </a:lnTo>
                  <a:lnTo>
                    <a:pt x="267012" y="1009546"/>
                  </a:lnTo>
                  <a:lnTo>
                    <a:pt x="266991" y="1009540"/>
                  </a:lnTo>
                  <a:lnTo>
                    <a:pt x="266962" y="1009530"/>
                  </a:lnTo>
                  <a:lnTo>
                    <a:pt x="266939" y="1009520"/>
                  </a:lnTo>
                  <a:lnTo>
                    <a:pt x="266929" y="1009509"/>
                  </a:lnTo>
                  <a:lnTo>
                    <a:pt x="266907" y="1009488"/>
                  </a:lnTo>
                  <a:lnTo>
                    <a:pt x="266874" y="1009460"/>
                  </a:lnTo>
                  <a:lnTo>
                    <a:pt x="266857" y="1009450"/>
                  </a:lnTo>
                  <a:lnTo>
                    <a:pt x="266843" y="1009442"/>
                  </a:lnTo>
                  <a:lnTo>
                    <a:pt x="266833" y="1009435"/>
                  </a:lnTo>
                  <a:lnTo>
                    <a:pt x="266821" y="1009417"/>
                  </a:lnTo>
                  <a:lnTo>
                    <a:pt x="266816" y="1009406"/>
                  </a:lnTo>
                  <a:lnTo>
                    <a:pt x="266808" y="1009378"/>
                  </a:lnTo>
                  <a:lnTo>
                    <a:pt x="266805" y="1009366"/>
                  </a:lnTo>
                  <a:lnTo>
                    <a:pt x="266801" y="1009357"/>
                  </a:lnTo>
                  <a:lnTo>
                    <a:pt x="266801" y="1009337"/>
                  </a:lnTo>
                  <a:lnTo>
                    <a:pt x="266804" y="1009317"/>
                  </a:lnTo>
                  <a:lnTo>
                    <a:pt x="266820" y="1009280"/>
                  </a:lnTo>
                  <a:lnTo>
                    <a:pt x="266853" y="1009234"/>
                  </a:lnTo>
                  <a:lnTo>
                    <a:pt x="266877" y="1009209"/>
                  </a:lnTo>
                  <a:lnTo>
                    <a:pt x="266881" y="1009205"/>
                  </a:lnTo>
                  <a:lnTo>
                    <a:pt x="266897" y="1009190"/>
                  </a:lnTo>
                  <a:lnTo>
                    <a:pt x="266903" y="1009184"/>
                  </a:lnTo>
                  <a:lnTo>
                    <a:pt x="266906" y="1009180"/>
                  </a:lnTo>
                  <a:lnTo>
                    <a:pt x="266909" y="1009175"/>
                  </a:lnTo>
                  <a:lnTo>
                    <a:pt x="266910" y="1009169"/>
                  </a:lnTo>
                  <a:lnTo>
                    <a:pt x="266902" y="1009163"/>
                  </a:lnTo>
                  <a:lnTo>
                    <a:pt x="266896" y="1009160"/>
                  </a:lnTo>
                  <a:lnTo>
                    <a:pt x="266879" y="1009148"/>
                  </a:lnTo>
                  <a:lnTo>
                    <a:pt x="266858" y="1009140"/>
                  </a:lnTo>
                  <a:lnTo>
                    <a:pt x="266838" y="1009138"/>
                  </a:lnTo>
                  <a:lnTo>
                    <a:pt x="266814" y="1009139"/>
                  </a:lnTo>
                  <a:lnTo>
                    <a:pt x="266789" y="1009142"/>
                  </a:lnTo>
                  <a:lnTo>
                    <a:pt x="266767" y="1009152"/>
                  </a:lnTo>
                  <a:lnTo>
                    <a:pt x="266738" y="1009147"/>
                  </a:lnTo>
                  <a:lnTo>
                    <a:pt x="266702" y="1009137"/>
                  </a:lnTo>
                  <a:lnTo>
                    <a:pt x="266683" y="1009130"/>
                  </a:lnTo>
                  <a:lnTo>
                    <a:pt x="266673" y="1009127"/>
                  </a:lnTo>
                  <a:lnTo>
                    <a:pt x="266662" y="1009127"/>
                  </a:lnTo>
                  <a:lnTo>
                    <a:pt x="266648" y="1009128"/>
                  </a:lnTo>
                  <a:lnTo>
                    <a:pt x="266636" y="1009124"/>
                  </a:lnTo>
                  <a:lnTo>
                    <a:pt x="266618" y="1009115"/>
                  </a:lnTo>
                  <a:lnTo>
                    <a:pt x="266608" y="1009108"/>
                  </a:lnTo>
                  <a:lnTo>
                    <a:pt x="266593" y="1009101"/>
                  </a:lnTo>
                  <a:lnTo>
                    <a:pt x="266586" y="1009100"/>
                  </a:lnTo>
                  <a:lnTo>
                    <a:pt x="266582" y="1009103"/>
                  </a:lnTo>
                  <a:lnTo>
                    <a:pt x="266582" y="1009117"/>
                  </a:lnTo>
                  <a:lnTo>
                    <a:pt x="266582" y="1009133"/>
                  </a:lnTo>
                  <a:lnTo>
                    <a:pt x="266581" y="1009144"/>
                  </a:lnTo>
                  <a:lnTo>
                    <a:pt x="266577" y="1009155"/>
                  </a:lnTo>
                  <a:lnTo>
                    <a:pt x="266566" y="1009173"/>
                  </a:lnTo>
                  <a:lnTo>
                    <a:pt x="266546" y="1009187"/>
                  </a:lnTo>
                  <a:lnTo>
                    <a:pt x="266498" y="1009207"/>
                  </a:lnTo>
                  <a:lnTo>
                    <a:pt x="266455" y="1009225"/>
                  </a:lnTo>
                  <a:lnTo>
                    <a:pt x="266426" y="1009255"/>
                  </a:lnTo>
                  <a:lnTo>
                    <a:pt x="266381" y="1009294"/>
                  </a:lnTo>
                  <a:lnTo>
                    <a:pt x="266357" y="1009300"/>
                  </a:lnTo>
                  <a:lnTo>
                    <a:pt x="266352" y="1009300"/>
                  </a:lnTo>
                  <a:lnTo>
                    <a:pt x="266331" y="1009305"/>
                  </a:lnTo>
                  <a:lnTo>
                    <a:pt x="266318" y="1009308"/>
                  </a:lnTo>
                  <a:lnTo>
                    <a:pt x="266300" y="1009311"/>
                  </a:lnTo>
                  <a:lnTo>
                    <a:pt x="266288" y="1009311"/>
                  </a:lnTo>
                  <a:lnTo>
                    <a:pt x="266264" y="1009307"/>
                  </a:lnTo>
                  <a:lnTo>
                    <a:pt x="266253" y="1009306"/>
                  </a:lnTo>
                  <a:lnTo>
                    <a:pt x="266242" y="1009309"/>
                  </a:lnTo>
                  <a:lnTo>
                    <a:pt x="266233" y="1009317"/>
                  </a:lnTo>
                  <a:lnTo>
                    <a:pt x="266223" y="1009326"/>
                  </a:lnTo>
                  <a:lnTo>
                    <a:pt x="266202" y="1009344"/>
                  </a:lnTo>
                  <a:lnTo>
                    <a:pt x="266168" y="1009368"/>
                  </a:lnTo>
                  <a:lnTo>
                    <a:pt x="266119" y="1009383"/>
                  </a:lnTo>
                  <a:lnTo>
                    <a:pt x="266069" y="1009396"/>
                  </a:lnTo>
                  <a:lnTo>
                    <a:pt x="266035" y="1009402"/>
                  </a:lnTo>
                  <a:lnTo>
                    <a:pt x="266024" y="1009403"/>
                  </a:lnTo>
                  <a:lnTo>
                    <a:pt x="266010" y="1009404"/>
                  </a:lnTo>
                  <a:lnTo>
                    <a:pt x="265980" y="1009406"/>
                  </a:lnTo>
                  <a:lnTo>
                    <a:pt x="265961" y="1009405"/>
                  </a:lnTo>
                  <a:lnTo>
                    <a:pt x="265929" y="1009404"/>
                  </a:lnTo>
                  <a:lnTo>
                    <a:pt x="265898" y="1009398"/>
                  </a:lnTo>
                  <a:lnTo>
                    <a:pt x="265879" y="1009395"/>
                  </a:lnTo>
                  <a:lnTo>
                    <a:pt x="265863" y="1009393"/>
                  </a:lnTo>
                  <a:lnTo>
                    <a:pt x="265826" y="1009391"/>
                  </a:lnTo>
                  <a:lnTo>
                    <a:pt x="265801" y="1009386"/>
                  </a:lnTo>
                  <a:lnTo>
                    <a:pt x="265767" y="1009384"/>
                  </a:lnTo>
                  <a:lnTo>
                    <a:pt x="265736" y="1009386"/>
                  </a:lnTo>
                  <a:lnTo>
                    <a:pt x="265716" y="1009392"/>
                  </a:lnTo>
                  <a:lnTo>
                    <a:pt x="265684" y="1009404"/>
                  </a:lnTo>
                  <a:lnTo>
                    <a:pt x="265667" y="1009406"/>
                  </a:lnTo>
                  <a:lnTo>
                    <a:pt x="265635" y="1009405"/>
                  </a:lnTo>
                  <a:lnTo>
                    <a:pt x="265602" y="1009396"/>
                  </a:lnTo>
                  <a:lnTo>
                    <a:pt x="265564" y="1009381"/>
                  </a:lnTo>
                  <a:lnTo>
                    <a:pt x="265523" y="1009369"/>
                  </a:lnTo>
                  <a:lnTo>
                    <a:pt x="265481" y="1009364"/>
                  </a:lnTo>
                  <a:lnTo>
                    <a:pt x="265475" y="1009363"/>
                  </a:lnTo>
                  <a:lnTo>
                    <a:pt x="265465" y="1009362"/>
                  </a:lnTo>
                  <a:lnTo>
                    <a:pt x="265451" y="1009361"/>
                  </a:lnTo>
                  <a:lnTo>
                    <a:pt x="265439" y="1009357"/>
                  </a:lnTo>
                  <a:lnTo>
                    <a:pt x="265430" y="1009348"/>
                  </a:lnTo>
                  <a:lnTo>
                    <a:pt x="265427" y="1009344"/>
                  </a:lnTo>
                  <a:lnTo>
                    <a:pt x="265406" y="1009324"/>
                  </a:lnTo>
                  <a:lnTo>
                    <a:pt x="265395" y="1009303"/>
                  </a:lnTo>
                  <a:lnTo>
                    <a:pt x="265385" y="1009251"/>
                  </a:lnTo>
                  <a:lnTo>
                    <a:pt x="265378" y="1009219"/>
                  </a:lnTo>
                  <a:lnTo>
                    <a:pt x="265373" y="1009211"/>
                  </a:lnTo>
                  <a:lnTo>
                    <a:pt x="265370" y="1009201"/>
                  </a:lnTo>
                  <a:lnTo>
                    <a:pt x="265358" y="1009170"/>
                  </a:lnTo>
                  <a:lnTo>
                    <a:pt x="265352" y="1009164"/>
                  </a:lnTo>
                  <a:lnTo>
                    <a:pt x="265334" y="1009153"/>
                  </a:lnTo>
                  <a:lnTo>
                    <a:pt x="265313" y="1009137"/>
                  </a:lnTo>
                  <a:lnTo>
                    <a:pt x="265306" y="1009133"/>
                  </a:lnTo>
                  <a:lnTo>
                    <a:pt x="265276" y="1009118"/>
                  </a:lnTo>
                  <a:lnTo>
                    <a:pt x="265241" y="1009102"/>
                  </a:lnTo>
                  <a:lnTo>
                    <a:pt x="265171" y="1009073"/>
                  </a:lnTo>
                  <a:lnTo>
                    <a:pt x="265152" y="1009069"/>
                  </a:lnTo>
                  <a:lnTo>
                    <a:pt x="265129" y="1009065"/>
                  </a:lnTo>
                  <a:lnTo>
                    <a:pt x="265084" y="1009067"/>
                  </a:lnTo>
                  <a:lnTo>
                    <a:pt x="265052" y="1009067"/>
                  </a:lnTo>
                  <a:lnTo>
                    <a:pt x="265039" y="1009067"/>
                  </a:lnTo>
                  <a:lnTo>
                    <a:pt x="265024" y="1009065"/>
                  </a:lnTo>
                  <a:lnTo>
                    <a:pt x="265006" y="1009058"/>
                  </a:lnTo>
                  <a:lnTo>
                    <a:pt x="264994" y="1009050"/>
                  </a:lnTo>
                  <a:lnTo>
                    <a:pt x="264986" y="1009044"/>
                  </a:lnTo>
                  <a:lnTo>
                    <a:pt x="264975" y="1009041"/>
                  </a:lnTo>
                  <a:lnTo>
                    <a:pt x="264959" y="1009039"/>
                  </a:lnTo>
                  <a:lnTo>
                    <a:pt x="264946" y="1009038"/>
                  </a:lnTo>
                  <a:lnTo>
                    <a:pt x="264939" y="1009033"/>
                  </a:lnTo>
                  <a:lnTo>
                    <a:pt x="264936" y="1009029"/>
                  </a:lnTo>
                  <a:lnTo>
                    <a:pt x="264930" y="1009025"/>
                  </a:lnTo>
                  <a:lnTo>
                    <a:pt x="264921" y="1009013"/>
                  </a:lnTo>
                  <a:lnTo>
                    <a:pt x="264909" y="1008995"/>
                  </a:lnTo>
                  <a:lnTo>
                    <a:pt x="264897" y="1008987"/>
                  </a:lnTo>
                  <a:lnTo>
                    <a:pt x="264881" y="1008983"/>
                  </a:lnTo>
                  <a:lnTo>
                    <a:pt x="264849" y="1008984"/>
                  </a:lnTo>
                  <a:lnTo>
                    <a:pt x="264799" y="1009010"/>
                  </a:lnTo>
                  <a:lnTo>
                    <a:pt x="264776" y="1009022"/>
                  </a:lnTo>
                  <a:lnTo>
                    <a:pt x="264749" y="1009038"/>
                  </a:lnTo>
                  <a:lnTo>
                    <a:pt x="264728" y="1009063"/>
                  </a:lnTo>
                  <a:lnTo>
                    <a:pt x="264714" y="1009086"/>
                  </a:lnTo>
                  <a:lnTo>
                    <a:pt x="264698" y="1009108"/>
                  </a:lnTo>
                  <a:lnTo>
                    <a:pt x="264683" y="1009139"/>
                  </a:lnTo>
                  <a:lnTo>
                    <a:pt x="264679" y="1009145"/>
                  </a:lnTo>
                  <a:lnTo>
                    <a:pt x="264677" y="1009150"/>
                  </a:lnTo>
                  <a:lnTo>
                    <a:pt x="264673" y="1009156"/>
                  </a:lnTo>
                  <a:lnTo>
                    <a:pt x="264663" y="1009166"/>
                  </a:lnTo>
                  <a:lnTo>
                    <a:pt x="264654" y="1009170"/>
                  </a:lnTo>
                  <a:lnTo>
                    <a:pt x="264646" y="1009170"/>
                  </a:lnTo>
                  <a:lnTo>
                    <a:pt x="264636" y="1009167"/>
                  </a:lnTo>
                  <a:lnTo>
                    <a:pt x="264624" y="1009161"/>
                  </a:lnTo>
                  <a:lnTo>
                    <a:pt x="264609" y="1009155"/>
                  </a:lnTo>
                  <a:lnTo>
                    <a:pt x="264595" y="1009147"/>
                  </a:lnTo>
                  <a:lnTo>
                    <a:pt x="264578" y="1009144"/>
                  </a:lnTo>
                  <a:lnTo>
                    <a:pt x="264546" y="1009143"/>
                  </a:lnTo>
                  <a:lnTo>
                    <a:pt x="264512" y="1009143"/>
                  </a:lnTo>
                  <a:lnTo>
                    <a:pt x="264480" y="1009157"/>
                  </a:lnTo>
                  <a:lnTo>
                    <a:pt x="264448" y="1009172"/>
                  </a:lnTo>
                  <a:lnTo>
                    <a:pt x="264402" y="1009184"/>
                  </a:lnTo>
                  <a:lnTo>
                    <a:pt x="264374" y="1009189"/>
                  </a:lnTo>
                  <a:lnTo>
                    <a:pt x="264333" y="1009192"/>
                  </a:lnTo>
                  <a:lnTo>
                    <a:pt x="264286" y="1009208"/>
                  </a:lnTo>
                  <a:lnTo>
                    <a:pt x="264276" y="1009214"/>
                  </a:lnTo>
                  <a:lnTo>
                    <a:pt x="264266" y="1009221"/>
                  </a:lnTo>
                  <a:lnTo>
                    <a:pt x="264253" y="1009233"/>
                  </a:lnTo>
                  <a:lnTo>
                    <a:pt x="264245" y="1009247"/>
                  </a:lnTo>
                  <a:lnTo>
                    <a:pt x="264242" y="1009258"/>
                  </a:lnTo>
                  <a:lnTo>
                    <a:pt x="264238" y="1009268"/>
                  </a:lnTo>
                  <a:lnTo>
                    <a:pt x="264232" y="1009276"/>
                  </a:lnTo>
                  <a:lnTo>
                    <a:pt x="264226" y="1009281"/>
                  </a:lnTo>
                  <a:lnTo>
                    <a:pt x="264205" y="1009287"/>
                  </a:lnTo>
                  <a:lnTo>
                    <a:pt x="264182" y="1009293"/>
                  </a:lnTo>
                  <a:lnTo>
                    <a:pt x="264154" y="1009314"/>
                  </a:lnTo>
                  <a:lnTo>
                    <a:pt x="264137" y="1009314"/>
                  </a:lnTo>
                  <a:lnTo>
                    <a:pt x="264121" y="1009303"/>
                  </a:lnTo>
                  <a:lnTo>
                    <a:pt x="264102" y="1009280"/>
                  </a:lnTo>
                  <a:lnTo>
                    <a:pt x="264076" y="1009256"/>
                  </a:lnTo>
                  <a:lnTo>
                    <a:pt x="264043" y="1009238"/>
                  </a:lnTo>
                  <a:lnTo>
                    <a:pt x="263992" y="1009218"/>
                  </a:lnTo>
                  <a:lnTo>
                    <a:pt x="263933" y="1009182"/>
                  </a:lnTo>
                  <a:lnTo>
                    <a:pt x="263892" y="1009148"/>
                  </a:lnTo>
                  <a:lnTo>
                    <a:pt x="263860" y="1009115"/>
                  </a:lnTo>
                  <a:lnTo>
                    <a:pt x="263836" y="1009080"/>
                  </a:lnTo>
                  <a:lnTo>
                    <a:pt x="263813" y="1009011"/>
                  </a:lnTo>
                  <a:lnTo>
                    <a:pt x="263781" y="1008948"/>
                  </a:lnTo>
                  <a:lnTo>
                    <a:pt x="263760" y="1008903"/>
                  </a:lnTo>
                  <a:lnTo>
                    <a:pt x="263722" y="1008860"/>
                  </a:lnTo>
                  <a:lnTo>
                    <a:pt x="263715" y="1008847"/>
                  </a:lnTo>
                  <a:lnTo>
                    <a:pt x="263712" y="1008821"/>
                  </a:lnTo>
                  <a:lnTo>
                    <a:pt x="263709" y="1008774"/>
                  </a:lnTo>
                  <a:lnTo>
                    <a:pt x="263709" y="1008766"/>
                  </a:lnTo>
                  <a:lnTo>
                    <a:pt x="263709" y="1008761"/>
                  </a:lnTo>
                  <a:lnTo>
                    <a:pt x="263706" y="1008719"/>
                  </a:lnTo>
                  <a:lnTo>
                    <a:pt x="263707" y="1008712"/>
                  </a:lnTo>
                  <a:lnTo>
                    <a:pt x="263710" y="1008702"/>
                  </a:lnTo>
                  <a:lnTo>
                    <a:pt x="263720" y="1008682"/>
                  </a:lnTo>
                  <a:lnTo>
                    <a:pt x="263721" y="1008674"/>
                  </a:lnTo>
                  <a:lnTo>
                    <a:pt x="263719" y="1008667"/>
                  </a:lnTo>
                  <a:lnTo>
                    <a:pt x="263710" y="1008661"/>
                  </a:lnTo>
                  <a:lnTo>
                    <a:pt x="263706" y="1008658"/>
                  </a:lnTo>
                  <a:lnTo>
                    <a:pt x="263647" y="1008606"/>
                  </a:lnTo>
                  <a:lnTo>
                    <a:pt x="263633" y="1008594"/>
                  </a:lnTo>
                  <a:lnTo>
                    <a:pt x="263583" y="1008547"/>
                  </a:lnTo>
                  <a:lnTo>
                    <a:pt x="263532" y="1008518"/>
                  </a:lnTo>
                  <a:lnTo>
                    <a:pt x="263508" y="1008497"/>
                  </a:lnTo>
                  <a:lnTo>
                    <a:pt x="263492" y="1008486"/>
                  </a:lnTo>
                  <a:lnTo>
                    <a:pt x="263447" y="1008467"/>
                  </a:lnTo>
                  <a:lnTo>
                    <a:pt x="263403" y="1008455"/>
                  </a:lnTo>
                  <a:lnTo>
                    <a:pt x="263389" y="1008450"/>
                  </a:lnTo>
                  <a:lnTo>
                    <a:pt x="263368" y="1008440"/>
                  </a:lnTo>
                  <a:lnTo>
                    <a:pt x="263355" y="1008429"/>
                  </a:lnTo>
                  <a:lnTo>
                    <a:pt x="263314" y="1008388"/>
                  </a:lnTo>
                  <a:lnTo>
                    <a:pt x="263258" y="1008330"/>
                  </a:lnTo>
                  <a:lnTo>
                    <a:pt x="263242" y="1008314"/>
                  </a:lnTo>
                  <a:lnTo>
                    <a:pt x="263223" y="1008300"/>
                  </a:lnTo>
                  <a:lnTo>
                    <a:pt x="263207" y="1008282"/>
                  </a:lnTo>
                  <a:lnTo>
                    <a:pt x="263190" y="1008265"/>
                  </a:lnTo>
                  <a:lnTo>
                    <a:pt x="263163" y="1008242"/>
                  </a:lnTo>
                  <a:lnTo>
                    <a:pt x="263127" y="1008221"/>
                  </a:lnTo>
                  <a:lnTo>
                    <a:pt x="263107" y="1008204"/>
                  </a:lnTo>
                  <a:lnTo>
                    <a:pt x="263099" y="1008193"/>
                  </a:lnTo>
                  <a:lnTo>
                    <a:pt x="263091" y="1008170"/>
                  </a:lnTo>
                  <a:lnTo>
                    <a:pt x="263085" y="1008164"/>
                  </a:lnTo>
                  <a:lnTo>
                    <a:pt x="263081" y="1008160"/>
                  </a:lnTo>
                  <a:lnTo>
                    <a:pt x="263068" y="1008148"/>
                  </a:lnTo>
                  <a:lnTo>
                    <a:pt x="263063" y="1008138"/>
                  </a:lnTo>
                  <a:lnTo>
                    <a:pt x="263065" y="1008134"/>
                  </a:lnTo>
                  <a:lnTo>
                    <a:pt x="263075" y="1008131"/>
                  </a:lnTo>
                  <a:lnTo>
                    <a:pt x="263099" y="1008127"/>
                  </a:lnTo>
                  <a:lnTo>
                    <a:pt x="263115" y="1008122"/>
                  </a:lnTo>
                  <a:lnTo>
                    <a:pt x="263131" y="1008114"/>
                  </a:lnTo>
                  <a:lnTo>
                    <a:pt x="263151" y="1008105"/>
                  </a:lnTo>
                  <a:lnTo>
                    <a:pt x="263161" y="1008100"/>
                  </a:lnTo>
                  <a:lnTo>
                    <a:pt x="263167" y="1008093"/>
                  </a:lnTo>
                  <a:lnTo>
                    <a:pt x="263170" y="1008088"/>
                  </a:lnTo>
                  <a:lnTo>
                    <a:pt x="263171" y="1008080"/>
                  </a:lnTo>
                  <a:lnTo>
                    <a:pt x="263169" y="1008070"/>
                  </a:lnTo>
                  <a:lnTo>
                    <a:pt x="263153" y="1008045"/>
                  </a:lnTo>
                  <a:lnTo>
                    <a:pt x="263141" y="1008016"/>
                  </a:lnTo>
                  <a:lnTo>
                    <a:pt x="263116" y="1007962"/>
                  </a:lnTo>
                  <a:lnTo>
                    <a:pt x="263100" y="1007922"/>
                  </a:lnTo>
                  <a:lnTo>
                    <a:pt x="263076" y="1007891"/>
                  </a:lnTo>
                  <a:lnTo>
                    <a:pt x="263063" y="1007856"/>
                  </a:lnTo>
                  <a:lnTo>
                    <a:pt x="263050" y="1007822"/>
                  </a:lnTo>
                  <a:lnTo>
                    <a:pt x="263041" y="1007801"/>
                  </a:lnTo>
                  <a:lnTo>
                    <a:pt x="263038" y="1007759"/>
                  </a:lnTo>
                  <a:lnTo>
                    <a:pt x="263041" y="1007722"/>
                  </a:lnTo>
                  <a:lnTo>
                    <a:pt x="263052" y="1007685"/>
                  </a:lnTo>
                  <a:lnTo>
                    <a:pt x="263057" y="1007657"/>
                  </a:lnTo>
                  <a:lnTo>
                    <a:pt x="263058" y="1007626"/>
                  </a:lnTo>
                  <a:lnTo>
                    <a:pt x="263049" y="1007564"/>
                  </a:lnTo>
                  <a:lnTo>
                    <a:pt x="263039" y="1007540"/>
                  </a:lnTo>
                  <a:lnTo>
                    <a:pt x="263032" y="1007491"/>
                  </a:lnTo>
                  <a:lnTo>
                    <a:pt x="263028" y="1007474"/>
                  </a:lnTo>
                  <a:lnTo>
                    <a:pt x="263012" y="1007452"/>
                  </a:lnTo>
                  <a:lnTo>
                    <a:pt x="262992" y="1007415"/>
                  </a:lnTo>
                  <a:lnTo>
                    <a:pt x="262986" y="1007407"/>
                  </a:lnTo>
                  <a:lnTo>
                    <a:pt x="262973" y="1007397"/>
                  </a:lnTo>
                  <a:lnTo>
                    <a:pt x="262963" y="1007393"/>
                  </a:lnTo>
                  <a:lnTo>
                    <a:pt x="262947" y="1007391"/>
                  </a:lnTo>
                  <a:lnTo>
                    <a:pt x="262903" y="1007394"/>
                  </a:lnTo>
                  <a:lnTo>
                    <a:pt x="262887" y="1007393"/>
                  </a:lnTo>
                  <a:lnTo>
                    <a:pt x="262860" y="1007381"/>
                  </a:lnTo>
                  <a:lnTo>
                    <a:pt x="262827" y="1007363"/>
                  </a:lnTo>
                  <a:lnTo>
                    <a:pt x="262800" y="1007350"/>
                  </a:lnTo>
                  <a:lnTo>
                    <a:pt x="262765" y="1007340"/>
                  </a:lnTo>
                  <a:lnTo>
                    <a:pt x="262741" y="1007334"/>
                  </a:lnTo>
                  <a:lnTo>
                    <a:pt x="262702" y="1007335"/>
                  </a:lnTo>
                  <a:lnTo>
                    <a:pt x="262681" y="1007333"/>
                  </a:lnTo>
                  <a:lnTo>
                    <a:pt x="262666" y="1007328"/>
                  </a:lnTo>
                  <a:lnTo>
                    <a:pt x="262655" y="1007321"/>
                  </a:lnTo>
                  <a:lnTo>
                    <a:pt x="262638" y="1007316"/>
                  </a:lnTo>
                  <a:lnTo>
                    <a:pt x="262614" y="1007316"/>
                  </a:lnTo>
                  <a:lnTo>
                    <a:pt x="262597" y="1007314"/>
                  </a:lnTo>
                  <a:lnTo>
                    <a:pt x="262584" y="1007311"/>
                  </a:lnTo>
                  <a:lnTo>
                    <a:pt x="262562" y="1007304"/>
                  </a:lnTo>
                  <a:lnTo>
                    <a:pt x="262527" y="1007282"/>
                  </a:lnTo>
                  <a:lnTo>
                    <a:pt x="262502" y="1007273"/>
                  </a:lnTo>
                  <a:lnTo>
                    <a:pt x="262480" y="1007270"/>
                  </a:lnTo>
                  <a:lnTo>
                    <a:pt x="262470" y="1007268"/>
                  </a:lnTo>
                  <a:lnTo>
                    <a:pt x="262460" y="1007261"/>
                  </a:lnTo>
                  <a:lnTo>
                    <a:pt x="262443" y="1007246"/>
                  </a:lnTo>
                  <a:lnTo>
                    <a:pt x="262436" y="1007241"/>
                  </a:lnTo>
                  <a:lnTo>
                    <a:pt x="262430" y="1007239"/>
                  </a:lnTo>
                  <a:lnTo>
                    <a:pt x="262420" y="1007239"/>
                  </a:lnTo>
                  <a:lnTo>
                    <a:pt x="262408" y="1007243"/>
                  </a:lnTo>
                  <a:lnTo>
                    <a:pt x="262398" y="1007248"/>
                  </a:lnTo>
                  <a:lnTo>
                    <a:pt x="262388" y="1007251"/>
                  </a:lnTo>
                  <a:lnTo>
                    <a:pt x="262376" y="1007253"/>
                  </a:lnTo>
                  <a:lnTo>
                    <a:pt x="262367" y="1007255"/>
                  </a:lnTo>
                  <a:lnTo>
                    <a:pt x="262336" y="1007252"/>
                  </a:lnTo>
                  <a:lnTo>
                    <a:pt x="262308" y="1007250"/>
                  </a:lnTo>
                  <a:lnTo>
                    <a:pt x="262301" y="1007248"/>
                  </a:lnTo>
                  <a:lnTo>
                    <a:pt x="262272" y="1007243"/>
                  </a:lnTo>
                  <a:lnTo>
                    <a:pt x="262248" y="1007239"/>
                  </a:lnTo>
                  <a:lnTo>
                    <a:pt x="262227" y="1007236"/>
                  </a:lnTo>
                  <a:lnTo>
                    <a:pt x="262180" y="1007223"/>
                  </a:lnTo>
                  <a:lnTo>
                    <a:pt x="262148" y="1007208"/>
                  </a:lnTo>
                  <a:lnTo>
                    <a:pt x="262133" y="1007195"/>
                  </a:lnTo>
                  <a:lnTo>
                    <a:pt x="262095" y="1007172"/>
                  </a:lnTo>
                  <a:lnTo>
                    <a:pt x="262086" y="1007168"/>
                  </a:lnTo>
                  <a:lnTo>
                    <a:pt x="262071" y="1007167"/>
                  </a:lnTo>
                  <a:lnTo>
                    <a:pt x="262063" y="1007168"/>
                  </a:lnTo>
                  <a:lnTo>
                    <a:pt x="262039" y="1007177"/>
                  </a:lnTo>
                  <a:lnTo>
                    <a:pt x="262021" y="1007186"/>
                  </a:lnTo>
                  <a:lnTo>
                    <a:pt x="262007" y="1007188"/>
                  </a:lnTo>
                  <a:lnTo>
                    <a:pt x="261989" y="1007190"/>
                  </a:lnTo>
                  <a:lnTo>
                    <a:pt x="261946" y="1007186"/>
                  </a:lnTo>
                  <a:lnTo>
                    <a:pt x="261908" y="1007183"/>
                  </a:lnTo>
                  <a:lnTo>
                    <a:pt x="261900" y="1007181"/>
                  </a:lnTo>
                  <a:lnTo>
                    <a:pt x="261867" y="1007178"/>
                  </a:lnTo>
                  <a:lnTo>
                    <a:pt x="261853" y="1007177"/>
                  </a:lnTo>
                  <a:lnTo>
                    <a:pt x="261835" y="1007171"/>
                  </a:lnTo>
                  <a:lnTo>
                    <a:pt x="261822" y="1007165"/>
                  </a:lnTo>
                  <a:lnTo>
                    <a:pt x="261800" y="1007158"/>
                  </a:lnTo>
                  <a:lnTo>
                    <a:pt x="261750" y="1007148"/>
                  </a:lnTo>
                  <a:lnTo>
                    <a:pt x="261689" y="1007139"/>
                  </a:lnTo>
                  <a:lnTo>
                    <a:pt x="261655" y="1007135"/>
                  </a:lnTo>
                  <a:lnTo>
                    <a:pt x="261628" y="1007140"/>
                  </a:lnTo>
                  <a:lnTo>
                    <a:pt x="261607" y="1007148"/>
                  </a:lnTo>
                  <a:lnTo>
                    <a:pt x="261574" y="1007158"/>
                  </a:lnTo>
                  <a:lnTo>
                    <a:pt x="261542" y="1007163"/>
                  </a:lnTo>
                  <a:lnTo>
                    <a:pt x="261501" y="1007161"/>
                  </a:lnTo>
                  <a:lnTo>
                    <a:pt x="261467" y="1007161"/>
                  </a:lnTo>
                  <a:lnTo>
                    <a:pt x="261440" y="1007168"/>
                  </a:lnTo>
                  <a:lnTo>
                    <a:pt x="261430" y="1007171"/>
                  </a:lnTo>
                  <a:lnTo>
                    <a:pt x="261399" y="1007176"/>
                  </a:lnTo>
                  <a:lnTo>
                    <a:pt x="261341" y="1007185"/>
                  </a:lnTo>
                  <a:lnTo>
                    <a:pt x="261294" y="1007196"/>
                  </a:lnTo>
                  <a:lnTo>
                    <a:pt x="261253" y="1007212"/>
                  </a:lnTo>
                  <a:lnTo>
                    <a:pt x="261201" y="1007244"/>
                  </a:lnTo>
                  <a:lnTo>
                    <a:pt x="261177" y="1007260"/>
                  </a:lnTo>
                  <a:lnTo>
                    <a:pt x="261158" y="1007263"/>
                  </a:lnTo>
                  <a:lnTo>
                    <a:pt x="261144" y="1007264"/>
                  </a:lnTo>
                  <a:lnTo>
                    <a:pt x="261140" y="1007263"/>
                  </a:lnTo>
                  <a:lnTo>
                    <a:pt x="261128" y="1007256"/>
                  </a:lnTo>
                  <a:lnTo>
                    <a:pt x="261118" y="1007248"/>
                  </a:lnTo>
                  <a:lnTo>
                    <a:pt x="261107" y="1007241"/>
                  </a:lnTo>
                  <a:lnTo>
                    <a:pt x="261082" y="1007234"/>
                  </a:lnTo>
                  <a:lnTo>
                    <a:pt x="261065" y="1007226"/>
                  </a:lnTo>
                  <a:lnTo>
                    <a:pt x="261060" y="1007223"/>
                  </a:lnTo>
                  <a:lnTo>
                    <a:pt x="261046" y="1007217"/>
                  </a:lnTo>
                  <a:lnTo>
                    <a:pt x="261037" y="1007217"/>
                  </a:lnTo>
                  <a:lnTo>
                    <a:pt x="261023" y="1007218"/>
                  </a:lnTo>
                  <a:lnTo>
                    <a:pt x="261007" y="1007224"/>
                  </a:lnTo>
                  <a:lnTo>
                    <a:pt x="260985" y="1007235"/>
                  </a:lnTo>
                  <a:lnTo>
                    <a:pt x="260979" y="1007235"/>
                  </a:lnTo>
                  <a:lnTo>
                    <a:pt x="260967" y="1007233"/>
                  </a:lnTo>
                  <a:lnTo>
                    <a:pt x="260957" y="1007226"/>
                  </a:lnTo>
                  <a:lnTo>
                    <a:pt x="260939" y="1007214"/>
                  </a:lnTo>
                  <a:lnTo>
                    <a:pt x="260933" y="1007208"/>
                  </a:lnTo>
                  <a:lnTo>
                    <a:pt x="260919" y="1007201"/>
                  </a:lnTo>
                  <a:lnTo>
                    <a:pt x="260912" y="1007201"/>
                  </a:lnTo>
                  <a:lnTo>
                    <a:pt x="260889" y="1007202"/>
                  </a:lnTo>
                  <a:lnTo>
                    <a:pt x="260867" y="1007207"/>
                  </a:lnTo>
                  <a:lnTo>
                    <a:pt x="260856" y="1007211"/>
                  </a:lnTo>
                  <a:lnTo>
                    <a:pt x="260850" y="1007216"/>
                  </a:lnTo>
                  <a:lnTo>
                    <a:pt x="260838" y="1007232"/>
                  </a:lnTo>
                  <a:lnTo>
                    <a:pt x="260823" y="1007247"/>
                  </a:lnTo>
                  <a:lnTo>
                    <a:pt x="260800" y="1007265"/>
                  </a:lnTo>
                  <a:lnTo>
                    <a:pt x="260767" y="1007288"/>
                  </a:lnTo>
                  <a:lnTo>
                    <a:pt x="260706" y="1007309"/>
                  </a:lnTo>
                  <a:lnTo>
                    <a:pt x="260695" y="1007315"/>
                  </a:lnTo>
                  <a:lnTo>
                    <a:pt x="260675" y="1007327"/>
                  </a:lnTo>
                  <a:lnTo>
                    <a:pt x="260660" y="1007341"/>
                  </a:lnTo>
                  <a:lnTo>
                    <a:pt x="260633" y="1007355"/>
                  </a:lnTo>
                  <a:lnTo>
                    <a:pt x="260619" y="1007364"/>
                  </a:lnTo>
                  <a:lnTo>
                    <a:pt x="260605" y="1007368"/>
                  </a:lnTo>
                  <a:lnTo>
                    <a:pt x="260598" y="1007367"/>
                  </a:lnTo>
                  <a:lnTo>
                    <a:pt x="260579" y="1007356"/>
                  </a:lnTo>
                  <a:lnTo>
                    <a:pt x="260563" y="1007345"/>
                  </a:lnTo>
                  <a:lnTo>
                    <a:pt x="260544" y="1007336"/>
                  </a:lnTo>
                  <a:lnTo>
                    <a:pt x="260523" y="1007319"/>
                  </a:lnTo>
                  <a:lnTo>
                    <a:pt x="260515" y="1007312"/>
                  </a:lnTo>
                  <a:lnTo>
                    <a:pt x="260503" y="1007303"/>
                  </a:lnTo>
                  <a:lnTo>
                    <a:pt x="260482" y="1007280"/>
                  </a:lnTo>
                  <a:lnTo>
                    <a:pt x="260459" y="1007231"/>
                  </a:lnTo>
                  <a:lnTo>
                    <a:pt x="260454" y="1007221"/>
                  </a:lnTo>
                  <a:lnTo>
                    <a:pt x="260438" y="1007192"/>
                  </a:lnTo>
                  <a:lnTo>
                    <a:pt x="260426" y="1007173"/>
                  </a:lnTo>
                  <a:lnTo>
                    <a:pt x="260408" y="1007148"/>
                  </a:lnTo>
                  <a:lnTo>
                    <a:pt x="260395" y="1007130"/>
                  </a:lnTo>
                  <a:lnTo>
                    <a:pt x="260373" y="1007108"/>
                  </a:lnTo>
                  <a:lnTo>
                    <a:pt x="260348" y="1007091"/>
                  </a:lnTo>
                  <a:lnTo>
                    <a:pt x="260315" y="1007069"/>
                  </a:lnTo>
                  <a:lnTo>
                    <a:pt x="260296" y="1007055"/>
                  </a:lnTo>
                  <a:lnTo>
                    <a:pt x="260271" y="1007040"/>
                  </a:lnTo>
                  <a:lnTo>
                    <a:pt x="260238" y="1007023"/>
                  </a:lnTo>
                  <a:lnTo>
                    <a:pt x="260206" y="1006996"/>
                  </a:lnTo>
                  <a:lnTo>
                    <a:pt x="260191" y="1006975"/>
                  </a:lnTo>
                  <a:lnTo>
                    <a:pt x="260166" y="1006953"/>
                  </a:lnTo>
                  <a:lnTo>
                    <a:pt x="260149" y="1006934"/>
                  </a:lnTo>
                  <a:lnTo>
                    <a:pt x="260123" y="1006922"/>
                  </a:lnTo>
                  <a:lnTo>
                    <a:pt x="260104" y="1006910"/>
                  </a:lnTo>
                  <a:lnTo>
                    <a:pt x="260088" y="1006894"/>
                  </a:lnTo>
                  <a:lnTo>
                    <a:pt x="260078" y="1006878"/>
                  </a:lnTo>
                  <a:lnTo>
                    <a:pt x="260070" y="1006862"/>
                  </a:lnTo>
                  <a:lnTo>
                    <a:pt x="260064" y="1006838"/>
                  </a:lnTo>
                  <a:lnTo>
                    <a:pt x="260054" y="1006815"/>
                  </a:lnTo>
                  <a:lnTo>
                    <a:pt x="260048" y="1006809"/>
                  </a:lnTo>
                  <a:lnTo>
                    <a:pt x="260041" y="1006805"/>
                  </a:lnTo>
                  <a:lnTo>
                    <a:pt x="260001" y="1006794"/>
                  </a:lnTo>
                  <a:lnTo>
                    <a:pt x="259984" y="1006789"/>
                  </a:lnTo>
                  <a:lnTo>
                    <a:pt x="259976" y="1006786"/>
                  </a:lnTo>
                  <a:lnTo>
                    <a:pt x="259944" y="1006767"/>
                  </a:lnTo>
                  <a:lnTo>
                    <a:pt x="259921" y="1006762"/>
                  </a:lnTo>
                  <a:lnTo>
                    <a:pt x="259878" y="1006759"/>
                  </a:lnTo>
                  <a:lnTo>
                    <a:pt x="259849" y="1006749"/>
                  </a:lnTo>
                  <a:lnTo>
                    <a:pt x="259802" y="1006724"/>
                  </a:lnTo>
                  <a:lnTo>
                    <a:pt x="259785" y="1006722"/>
                  </a:lnTo>
                  <a:lnTo>
                    <a:pt x="259747" y="1006731"/>
                  </a:lnTo>
                  <a:lnTo>
                    <a:pt x="259713" y="1006734"/>
                  </a:lnTo>
                  <a:lnTo>
                    <a:pt x="259661" y="1006734"/>
                  </a:lnTo>
                  <a:lnTo>
                    <a:pt x="259586" y="1006742"/>
                  </a:lnTo>
                  <a:lnTo>
                    <a:pt x="259581" y="1006741"/>
                  </a:lnTo>
                  <a:lnTo>
                    <a:pt x="259539" y="1006734"/>
                  </a:lnTo>
                  <a:lnTo>
                    <a:pt x="259514" y="1006731"/>
                  </a:lnTo>
                  <a:lnTo>
                    <a:pt x="259466" y="1006743"/>
                  </a:lnTo>
                  <a:lnTo>
                    <a:pt x="259399" y="1006746"/>
                  </a:lnTo>
                  <a:lnTo>
                    <a:pt x="259342" y="1006748"/>
                  </a:lnTo>
                  <a:lnTo>
                    <a:pt x="259296" y="1006732"/>
                  </a:lnTo>
                  <a:lnTo>
                    <a:pt x="259247" y="1006712"/>
                  </a:lnTo>
                  <a:lnTo>
                    <a:pt x="259227" y="1006699"/>
                  </a:lnTo>
                  <a:lnTo>
                    <a:pt x="259209" y="1006682"/>
                  </a:lnTo>
                  <a:lnTo>
                    <a:pt x="259206" y="1006662"/>
                  </a:lnTo>
                  <a:lnTo>
                    <a:pt x="259205" y="1006630"/>
                  </a:lnTo>
                  <a:lnTo>
                    <a:pt x="259202" y="1006622"/>
                  </a:lnTo>
                  <a:lnTo>
                    <a:pt x="259199" y="1006612"/>
                  </a:lnTo>
                  <a:lnTo>
                    <a:pt x="259196" y="1006603"/>
                  </a:lnTo>
                  <a:lnTo>
                    <a:pt x="259191" y="1006598"/>
                  </a:lnTo>
                  <a:lnTo>
                    <a:pt x="259175" y="1006593"/>
                  </a:lnTo>
                  <a:lnTo>
                    <a:pt x="259158" y="1006593"/>
                  </a:lnTo>
                  <a:lnTo>
                    <a:pt x="259140" y="1006591"/>
                  </a:lnTo>
                  <a:lnTo>
                    <a:pt x="259123" y="1006586"/>
                  </a:lnTo>
                  <a:lnTo>
                    <a:pt x="259039" y="1006542"/>
                  </a:lnTo>
                  <a:lnTo>
                    <a:pt x="259013" y="1006527"/>
                  </a:lnTo>
                  <a:lnTo>
                    <a:pt x="259000" y="1006523"/>
                  </a:lnTo>
                  <a:lnTo>
                    <a:pt x="258979" y="1006519"/>
                  </a:lnTo>
                  <a:lnTo>
                    <a:pt x="258964" y="1006515"/>
                  </a:lnTo>
                  <a:lnTo>
                    <a:pt x="258948" y="1006504"/>
                  </a:lnTo>
                  <a:lnTo>
                    <a:pt x="258924" y="1006483"/>
                  </a:lnTo>
                  <a:lnTo>
                    <a:pt x="258910" y="1006446"/>
                  </a:lnTo>
                  <a:lnTo>
                    <a:pt x="258891" y="1006415"/>
                  </a:lnTo>
                  <a:lnTo>
                    <a:pt x="258866" y="1006386"/>
                  </a:lnTo>
                  <a:lnTo>
                    <a:pt x="258851" y="1006372"/>
                  </a:lnTo>
                  <a:lnTo>
                    <a:pt x="258838" y="1006353"/>
                  </a:lnTo>
                  <a:lnTo>
                    <a:pt x="258835" y="1006344"/>
                  </a:lnTo>
                  <a:lnTo>
                    <a:pt x="258825" y="1006315"/>
                  </a:lnTo>
                  <a:lnTo>
                    <a:pt x="258820" y="1006314"/>
                  </a:lnTo>
                  <a:lnTo>
                    <a:pt x="258807" y="1006325"/>
                  </a:lnTo>
                  <a:lnTo>
                    <a:pt x="258779" y="1006344"/>
                  </a:lnTo>
                  <a:lnTo>
                    <a:pt x="258747" y="1006360"/>
                  </a:lnTo>
                  <a:lnTo>
                    <a:pt x="258707" y="1006377"/>
                  </a:lnTo>
                  <a:lnTo>
                    <a:pt x="258665" y="1006394"/>
                  </a:lnTo>
                  <a:lnTo>
                    <a:pt x="258647" y="1006398"/>
                  </a:lnTo>
                  <a:lnTo>
                    <a:pt x="258631" y="1006397"/>
                  </a:lnTo>
                  <a:lnTo>
                    <a:pt x="258605" y="1006384"/>
                  </a:lnTo>
                  <a:lnTo>
                    <a:pt x="258550" y="1006346"/>
                  </a:lnTo>
                  <a:lnTo>
                    <a:pt x="258502" y="1006314"/>
                  </a:lnTo>
                  <a:lnTo>
                    <a:pt x="258483" y="1006302"/>
                  </a:lnTo>
                  <a:lnTo>
                    <a:pt x="258471" y="1006303"/>
                  </a:lnTo>
                  <a:lnTo>
                    <a:pt x="258431" y="1006318"/>
                  </a:lnTo>
                  <a:lnTo>
                    <a:pt x="258415" y="1006326"/>
                  </a:lnTo>
                  <a:lnTo>
                    <a:pt x="258389" y="1006343"/>
                  </a:lnTo>
                  <a:lnTo>
                    <a:pt x="258371" y="1006354"/>
                  </a:lnTo>
                  <a:lnTo>
                    <a:pt x="258355" y="1006363"/>
                  </a:lnTo>
                  <a:lnTo>
                    <a:pt x="258336" y="1006377"/>
                  </a:lnTo>
                  <a:lnTo>
                    <a:pt x="258321" y="1006380"/>
                  </a:lnTo>
                  <a:lnTo>
                    <a:pt x="258300" y="1006390"/>
                  </a:lnTo>
                  <a:lnTo>
                    <a:pt x="258293" y="1006397"/>
                  </a:lnTo>
                  <a:lnTo>
                    <a:pt x="258287" y="1006405"/>
                  </a:lnTo>
                  <a:lnTo>
                    <a:pt x="258282" y="1006413"/>
                  </a:lnTo>
                  <a:lnTo>
                    <a:pt x="258270" y="1006449"/>
                  </a:lnTo>
                  <a:lnTo>
                    <a:pt x="258257" y="1006472"/>
                  </a:lnTo>
                  <a:lnTo>
                    <a:pt x="258224" y="1006500"/>
                  </a:lnTo>
                  <a:lnTo>
                    <a:pt x="258214" y="1006508"/>
                  </a:lnTo>
                  <a:lnTo>
                    <a:pt x="258202" y="1006522"/>
                  </a:lnTo>
                  <a:lnTo>
                    <a:pt x="258188" y="1006542"/>
                  </a:lnTo>
                  <a:lnTo>
                    <a:pt x="258175" y="1006573"/>
                  </a:lnTo>
                  <a:lnTo>
                    <a:pt x="258172" y="1006577"/>
                  </a:lnTo>
                  <a:lnTo>
                    <a:pt x="258157" y="1006591"/>
                  </a:lnTo>
                  <a:lnTo>
                    <a:pt x="258147" y="1006596"/>
                  </a:lnTo>
                  <a:lnTo>
                    <a:pt x="258135" y="1006602"/>
                  </a:lnTo>
                  <a:lnTo>
                    <a:pt x="258121" y="1006606"/>
                  </a:lnTo>
                  <a:lnTo>
                    <a:pt x="258088" y="1006617"/>
                  </a:lnTo>
                  <a:lnTo>
                    <a:pt x="257971" y="1006658"/>
                  </a:lnTo>
                  <a:lnTo>
                    <a:pt x="257959" y="1006662"/>
                  </a:lnTo>
                  <a:lnTo>
                    <a:pt x="257902" y="1006687"/>
                  </a:lnTo>
                  <a:lnTo>
                    <a:pt x="257800" y="1006734"/>
                  </a:lnTo>
                  <a:lnTo>
                    <a:pt x="257764" y="1006749"/>
                  </a:lnTo>
                  <a:lnTo>
                    <a:pt x="257723" y="1006750"/>
                  </a:lnTo>
                  <a:lnTo>
                    <a:pt x="257656" y="1006755"/>
                  </a:lnTo>
                  <a:lnTo>
                    <a:pt x="257570" y="1006786"/>
                  </a:lnTo>
                  <a:lnTo>
                    <a:pt x="257476" y="1006817"/>
                  </a:lnTo>
                  <a:lnTo>
                    <a:pt x="257458" y="1006827"/>
                  </a:lnTo>
                  <a:lnTo>
                    <a:pt x="257432" y="1006845"/>
                  </a:lnTo>
                  <a:lnTo>
                    <a:pt x="257412" y="1006862"/>
                  </a:lnTo>
                  <a:lnTo>
                    <a:pt x="257390" y="1006886"/>
                  </a:lnTo>
                  <a:lnTo>
                    <a:pt x="257376" y="1006912"/>
                  </a:lnTo>
                  <a:lnTo>
                    <a:pt x="257364" y="1006928"/>
                  </a:lnTo>
                  <a:lnTo>
                    <a:pt x="257335" y="1006953"/>
                  </a:lnTo>
                  <a:lnTo>
                    <a:pt x="257325" y="1006955"/>
                  </a:lnTo>
                  <a:lnTo>
                    <a:pt x="257314" y="1006950"/>
                  </a:lnTo>
                  <a:lnTo>
                    <a:pt x="257282" y="1006933"/>
                  </a:lnTo>
                  <a:lnTo>
                    <a:pt x="257261" y="1006918"/>
                  </a:lnTo>
                  <a:lnTo>
                    <a:pt x="257248" y="1006913"/>
                  </a:lnTo>
                  <a:lnTo>
                    <a:pt x="257235" y="1006916"/>
                  </a:lnTo>
                  <a:lnTo>
                    <a:pt x="257196" y="1006940"/>
                  </a:lnTo>
                  <a:lnTo>
                    <a:pt x="257169" y="1006949"/>
                  </a:lnTo>
                  <a:lnTo>
                    <a:pt x="257148" y="1006957"/>
                  </a:lnTo>
                  <a:lnTo>
                    <a:pt x="257103" y="1006960"/>
                  </a:lnTo>
                  <a:lnTo>
                    <a:pt x="257082" y="1006953"/>
                  </a:lnTo>
                  <a:lnTo>
                    <a:pt x="256999" y="1006915"/>
                  </a:lnTo>
                  <a:lnTo>
                    <a:pt x="256941" y="1006897"/>
                  </a:lnTo>
                  <a:lnTo>
                    <a:pt x="256884" y="1006890"/>
                  </a:lnTo>
                  <a:lnTo>
                    <a:pt x="256819" y="1006897"/>
                  </a:lnTo>
                  <a:lnTo>
                    <a:pt x="256782" y="1006903"/>
                  </a:lnTo>
                  <a:lnTo>
                    <a:pt x="256766" y="1006911"/>
                  </a:lnTo>
                  <a:lnTo>
                    <a:pt x="256761" y="1006914"/>
                  </a:lnTo>
                  <a:lnTo>
                    <a:pt x="256739" y="1006940"/>
                  </a:lnTo>
                  <a:lnTo>
                    <a:pt x="256689" y="1006997"/>
                  </a:lnTo>
                  <a:lnTo>
                    <a:pt x="256675" y="1007013"/>
                  </a:lnTo>
                  <a:lnTo>
                    <a:pt x="256597" y="1007091"/>
                  </a:lnTo>
                  <a:lnTo>
                    <a:pt x="256478" y="1007203"/>
                  </a:lnTo>
                  <a:lnTo>
                    <a:pt x="256367" y="1007286"/>
                  </a:lnTo>
                  <a:lnTo>
                    <a:pt x="256363" y="1007289"/>
                  </a:lnTo>
                  <a:lnTo>
                    <a:pt x="256280" y="1007354"/>
                  </a:lnTo>
                  <a:lnTo>
                    <a:pt x="256233" y="1007396"/>
                  </a:lnTo>
                  <a:lnTo>
                    <a:pt x="256214" y="1007412"/>
                  </a:lnTo>
                  <a:lnTo>
                    <a:pt x="256167" y="1007469"/>
                  </a:lnTo>
                  <a:lnTo>
                    <a:pt x="256110" y="1007535"/>
                  </a:lnTo>
                  <a:lnTo>
                    <a:pt x="256068" y="1007581"/>
                  </a:lnTo>
                  <a:lnTo>
                    <a:pt x="256031" y="1007612"/>
                  </a:lnTo>
                  <a:lnTo>
                    <a:pt x="256005" y="1007623"/>
                  </a:lnTo>
                  <a:lnTo>
                    <a:pt x="255976" y="1007630"/>
                  </a:lnTo>
                  <a:lnTo>
                    <a:pt x="255967" y="1007631"/>
                  </a:lnTo>
                  <a:lnTo>
                    <a:pt x="255929" y="1007633"/>
                  </a:lnTo>
                  <a:lnTo>
                    <a:pt x="255878" y="1007625"/>
                  </a:lnTo>
                  <a:lnTo>
                    <a:pt x="255842" y="1007627"/>
                  </a:lnTo>
                  <a:lnTo>
                    <a:pt x="255776" y="1007630"/>
                  </a:lnTo>
                  <a:lnTo>
                    <a:pt x="255722" y="1007614"/>
                  </a:lnTo>
                  <a:lnTo>
                    <a:pt x="255575" y="1007568"/>
                  </a:lnTo>
                  <a:lnTo>
                    <a:pt x="255565" y="1007564"/>
                  </a:lnTo>
                  <a:lnTo>
                    <a:pt x="255502" y="1007538"/>
                  </a:lnTo>
                  <a:lnTo>
                    <a:pt x="255393" y="1007488"/>
                  </a:lnTo>
                  <a:lnTo>
                    <a:pt x="255293" y="1007446"/>
                  </a:lnTo>
                  <a:lnTo>
                    <a:pt x="255195" y="1007414"/>
                  </a:lnTo>
                  <a:lnTo>
                    <a:pt x="255167" y="1007404"/>
                  </a:lnTo>
                  <a:lnTo>
                    <a:pt x="255161" y="1007402"/>
                  </a:lnTo>
                  <a:lnTo>
                    <a:pt x="255135" y="1007392"/>
                  </a:lnTo>
                  <a:lnTo>
                    <a:pt x="255104" y="1007374"/>
                  </a:lnTo>
                  <a:lnTo>
                    <a:pt x="255065" y="1007337"/>
                  </a:lnTo>
                  <a:lnTo>
                    <a:pt x="255019" y="1007278"/>
                  </a:lnTo>
                  <a:lnTo>
                    <a:pt x="254961" y="1007164"/>
                  </a:lnTo>
                  <a:lnTo>
                    <a:pt x="254934" y="1007112"/>
                  </a:lnTo>
                  <a:lnTo>
                    <a:pt x="254913" y="1007080"/>
                  </a:lnTo>
                  <a:lnTo>
                    <a:pt x="254891" y="1007066"/>
                  </a:lnTo>
                  <a:lnTo>
                    <a:pt x="254842" y="1007049"/>
                  </a:lnTo>
                  <a:lnTo>
                    <a:pt x="254780" y="1007040"/>
                  </a:lnTo>
                  <a:lnTo>
                    <a:pt x="254756" y="1007038"/>
                  </a:lnTo>
                  <a:lnTo>
                    <a:pt x="254705" y="1007031"/>
                  </a:lnTo>
                  <a:lnTo>
                    <a:pt x="254537" y="1007018"/>
                  </a:lnTo>
                  <a:lnTo>
                    <a:pt x="254506" y="1007014"/>
                  </a:lnTo>
                  <a:lnTo>
                    <a:pt x="254386" y="1006999"/>
                  </a:lnTo>
                  <a:lnTo>
                    <a:pt x="254353" y="1006983"/>
                  </a:lnTo>
                  <a:lnTo>
                    <a:pt x="254342" y="1006977"/>
                  </a:lnTo>
                  <a:lnTo>
                    <a:pt x="254323" y="1006958"/>
                  </a:lnTo>
                  <a:lnTo>
                    <a:pt x="254296" y="1006934"/>
                  </a:lnTo>
                  <a:lnTo>
                    <a:pt x="254245" y="1006871"/>
                  </a:lnTo>
                  <a:lnTo>
                    <a:pt x="254200" y="1006806"/>
                  </a:lnTo>
                  <a:lnTo>
                    <a:pt x="254138" y="1006714"/>
                  </a:lnTo>
                  <a:lnTo>
                    <a:pt x="254106" y="1006662"/>
                  </a:lnTo>
                  <a:lnTo>
                    <a:pt x="254091" y="1006622"/>
                  </a:lnTo>
                  <a:lnTo>
                    <a:pt x="254067" y="1006560"/>
                  </a:lnTo>
                  <a:lnTo>
                    <a:pt x="254032" y="1006464"/>
                  </a:lnTo>
                  <a:lnTo>
                    <a:pt x="254018" y="1006413"/>
                  </a:lnTo>
                  <a:lnTo>
                    <a:pt x="254000" y="1006324"/>
                  </a:lnTo>
                  <a:lnTo>
                    <a:pt x="253980" y="1006239"/>
                  </a:lnTo>
                  <a:lnTo>
                    <a:pt x="253978" y="1006228"/>
                  </a:lnTo>
                  <a:lnTo>
                    <a:pt x="253964" y="1006177"/>
                  </a:lnTo>
                  <a:lnTo>
                    <a:pt x="253951" y="1006154"/>
                  </a:lnTo>
                  <a:lnTo>
                    <a:pt x="253944" y="1006143"/>
                  </a:lnTo>
                  <a:lnTo>
                    <a:pt x="253925" y="1006112"/>
                  </a:lnTo>
                  <a:lnTo>
                    <a:pt x="253909" y="1006093"/>
                  </a:lnTo>
                  <a:lnTo>
                    <a:pt x="253898" y="1006084"/>
                  </a:lnTo>
                  <a:lnTo>
                    <a:pt x="253873" y="1006072"/>
                  </a:lnTo>
                  <a:lnTo>
                    <a:pt x="253781" y="1006046"/>
                  </a:lnTo>
                  <a:lnTo>
                    <a:pt x="253690" y="1006025"/>
                  </a:lnTo>
                  <a:lnTo>
                    <a:pt x="253568" y="1006007"/>
                  </a:lnTo>
                  <a:lnTo>
                    <a:pt x="253541" y="1006005"/>
                  </a:lnTo>
                  <a:lnTo>
                    <a:pt x="253453" y="1005998"/>
                  </a:lnTo>
                  <a:lnTo>
                    <a:pt x="253363" y="1005987"/>
                  </a:lnTo>
                  <a:lnTo>
                    <a:pt x="253205" y="1005962"/>
                  </a:lnTo>
                  <a:lnTo>
                    <a:pt x="253138" y="1005953"/>
                  </a:lnTo>
                  <a:lnTo>
                    <a:pt x="253036" y="1005941"/>
                  </a:lnTo>
                  <a:lnTo>
                    <a:pt x="252844" y="1005935"/>
                  </a:lnTo>
                  <a:lnTo>
                    <a:pt x="252747" y="1005930"/>
                  </a:lnTo>
                  <a:lnTo>
                    <a:pt x="252735" y="1005930"/>
                  </a:lnTo>
                  <a:lnTo>
                    <a:pt x="252659" y="1005931"/>
                  </a:lnTo>
                  <a:lnTo>
                    <a:pt x="252545" y="1005942"/>
                  </a:lnTo>
                  <a:lnTo>
                    <a:pt x="252490" y="1005942"/>
                  </a:lnTo>
                  <a:lnTo>
                    <a:pt x="252484" y="1005930"/>
                  </a:lnTo>
                  <a:lnTo>
                    <a:pt x="252482" y="1005914"/>
                  </a:lnTo>
                  <a:lnTo>
                    <a:pt x="252486" y="1005870"/>
                  </a:lnTo>
                  <a:lnTo>
                    <a:pt x="252486" y="1005845"/>
                  </a:lnTo>
                  <a:lnTo>
                    <a:pt x="252487" y="1005805"/>
                  </a:lnTo>
                  <a:lnTo>
                    <a:pt x="252484" y="1005719"/>
                  </a:lnTo>
                  <a:lnTo>
                    <a:pt x="252476" y="1005637"/>
                  </a:lnTo>
                  <a:lnTo>
                    <a:pt x="252469" y="1005596"/>
                  </a:lnTo>
                  <a:lnTo>
                    <a:pt x="252460" y="1005564"/>
                  </a:lnTo>
                  <a:lnTo>
                    <a:pt x="252440" y="1005511"/>
                  </a:lnTo>
                  <a:lnTo>
                    <a:pt x="252415" y="1005460"/>
                  </a:lnTo>
                  <a:lnTo>
                    <a:pt x="252411" y="1005451"/>
                  </a:lnTo>
                  <a:lnTo>
                    <a:pt x="252390" y="1005409"/>
                  </a:lnTo>
                  <a:lnTo>
                    <a:pt x="252328" y="1005331"/>
                  </a:lnTo>
                  <a:lnTo>
                    <a:pt x="252310" y="1005309"/>
                  </a:lnTo>
                  <a:lnTo>
                    <a:pt x="252272" y="1005252"/>
                  </a:lnTo>
                  <a:lnTo>
                    <a:pt x="252248" y="1005206"/>
                  </a:lnTo>
                  <a:lnTo>
                    <a:pt x="252225" y="1005156"/>
                  </a:lnTo>
                  <a:lnTo>
                    <a:pt x="252211" y="1005104"/>
                  </a:lnTo>
                  <a:lnTo>
                    <a:pt x="252202" y="1005057"/>
                  </a:lnTo>
                  <a:lnTo>
                    <a:pt x="252198" y="1005040"/>
                  </a:lnTo>
                  <a:lnTo>
                    <a:pt x="252201" y="1004996"/>
                  </a:lnTo>
                  <a:lnTo>
                    <a:pt x="252210" y="1004957"/>
                  </a:lnTo>
                  <a:lnTo>
                    <a:pt x="252217" y="1004926"/>
                  </a:lnTo>
                  <a:lnTo>
                    <a:pt x="252226" y="1004868"/>
                  </a:lnTo>
                  <a:lnTo>
                    <a:pt x="252237" y="1004826"/>
                  </a:lnTo>
                  <a:lnTo>
                    <a:pt x="252241" y="1004804"/>
                  </a:lnTo>
                  <a:lnTo>
                    <a:pt x="252243" y="1004765"/>
                  </a:lnTo>
                  <a:lnTo>
                    <a:pt x="252237" y="1004715"/>
                  </a:lnTo>
                  <a:lnTo>
                    <a:pt x="252229" y="1004679"/>
                  </a:lnTo>
                  <a:lnTo>
                    <a:pt x="252222" y="1004662"/>
                  </a:lnTo>
                  <a:lnTo>
                    <a:pt x="252197" y="1004597"/>
                  </a:lnTo>
                  <a:lnTo>
                    <a:pt x="252154" y="1004525"/>
                  </a:lnTo>
                  <a:lnTo>
                    <a:pt x="252142" y="1004494"/>
                  </a:lnTo>
                  <a:lnTo>
                    <a:pt x="252138" y="1004465"/>
                  </a:lnTo>
                  <a:lnTo>
                    <a:pt x="252138" y="1004424"/>
                  </a:lnTo>
                  <a:lnTo>
                    <a:pt x="252147" y="1004390"/>
                  </a:lnTo>
                  <a:lnTo>
                    <a:pt x="252162" y="1004346"/>
                  </a:lnTo>
                  <a:lnTo>
                    <a:pt x="252169" y="1004298"/>
                  </a:lnTo>
                  <a:lnTo>
                    <a:pt x="252169" y="1004267"/>
                  </a:lnTo>
                  <a:lnTo>
                    <a:pt x="252169" y="1004258"/>
                  </a:lnTo>
                  <a:lnTo>
                    <a:pt x="252166" y="1004225"/>
                  </a:lnTo>
                  <a:lnTo>
                    <a:pt x="252158" y="1004201"/>
                  </a:lnTo>
                  <a:lnTo>
                    <a:pt x="252119" y="1004141"/>
                  </a:lnTo>
                  <a:lnTo>
                    <a:pt x="252056" y="1004068"/>
                  </a:lnTo>
                  <a:lnTo>
                    <a:pt x="251930" y="1003966"/>
                  </a:lnTo>
                  <a:lnTo>
                    <a:pt x="251913" y="1003955"/>
                  </a:lnTo>
                  <a:lnTo>
                    <a:pt x="251847" y="1003911"/>
                  </a:lnTo>
                  <a:lnTo>
                    <a:pt x="251806" y="1003875"/>
                  </a:lnTo>
                  <a:lnTo>
                    <a:pt x="251802" y="1003872"/>
                  </a:lnTo>
                  <a:lnTo>
                    <a:pt x="251775" y="1003847"/>
                  </a:lnTo>
                  <a:lnTo>
                    <a:pt x="251739" y="1003789"/>
                  </a:lnTo>
                  <a:lnTo>
                    <a:pt x="251707" y="1003742"/>
                  </a:lnTo>
                  <a:lnTo>
                    <a:pt x="251640" y="1003674"/>
                  </a:lnTo>
                  <a:lnTo>
                    <a:pt x="251601" y="1003648"/>
                  </a:lnTo>
                  <a:lnTo>
                    <a:pt x="251563" y="1003632"/>
                  </a:lnTo>
                  <a:lnTo>
                    <a:pt x="251531" y="1003628"/>
                  </a:lnTo>
                  <a:lnTo>
                    <a:pt x="251502" y="1003624"/>
                  </a:lnTo>
                  <a:lnTo>
                    <a:pt x="251468" y="1003627"/>
                  </a:lnTo>
                  <a:lnTo>
                    <a:pt x="251438" y="1003628"/>
                  </a:lnTo>
                  <a:lnTo>
                    <a:pt x="251450" y="1003607"/>
                  </a:lnTo>
                  <a:lnTo>
                    <a:pt x="251464" y="1003590"/>
                  </a:lnTo>
                  <a:lnTo>
                    <a:pt x="251471" y="1003577"/>
                  </a:lnTo>
                  <a:lnTo>
                    <a:pt x="251489" y="1003549"/>
                  </a:lnTo>
                  <a:lnTo>
                    <a:pt x="251498" y="1003525"/>
                  </a:lnTo>
                  <a:lnTo>
                    <a:pt x="251505" y="1003492"/>
                  </a:lnTo>
                  <a:lnTo>
                    <a:pt x="251507" y="1003483"/>
                  </a:lnTo>
                  <a:lnTo>
                    <a:pt x="251515" y="1003433"/>
                  </a:lnTo>
                  <a:lnTo>
                    <a:pt x="251516" y="1003408"/>
                  </a:lnTo>
                  <a:lnTo>
                    <a:pt x="251518" y="1003382"/>
                  </a:lnTo>
                  <a:lnTo>
                    <a:pt x="251509" y="1003300"/>
                  </a:lnTo>
                  <a:lnTo>
                    <a:pt x="251504" y="1003230"/>
                  </a:lnTo>
                  <a:lnTo>
                    <a:pt x="251500" y="1003181"/>
                  </a:lnTo>
                  <a:lnTo>
                    <a:pt x="251494" y="1003147"/>
                  </a:lnTo>
                  <a:lnTo>
                    <a:pt x="251487" y="1003120"/>
                  </a:lnTo>
                  <a:lnTo>
                    <a:pt x="251474" y="1003095"/>
                  </a:lnTo>
                  <a:lnTo>
                    <a:pt x="251471" y="1003088"/>
                  </a:lnTo>
                  <a:lnTo>
                    <a:pt x="251462" y="1003067"/>
                  </a:lnTo>
                  <a:lnTo>
                    <a:pt x="251424" y="1002984"/>
                  </a:lnTo>
                  <a:lnTo>
                    <a:pt x="251402" y="1002953"/>
                  </a:lnTo>
                  <a:lnTo>
                    <a:pt x="251386" y="1002941"/>
                  </a:lnTo>
                  <a:lnTo>
                    <a:pt x="251337" y="1002941"/>
                  </a:lnTo>
                  <a:lnTo>
                    <a:pt x="251233" y="1002946"/>
                  </a:lnTo>
                  <a:lnTo>
                    <a:pt x="251145" y="1002942"/>
                  </a:lnTo>
                  <a:lnTo>
                    <a:pt x="251115" y="1002933"/>
                  </a:lnTo>
                  <a:lnTo>
                    <a:pt x="251099" y="1002919"/>
                  </a:lnTo>
                  <a:lnTo>
                    <a:pt x="251075" y="1002898"/>
                  </a:lnTo>
                  <a:lnTo>
                    <a:pt x="251070" y="1002894"/>
                  </a:lnTo>
                  <a:lnTo>
                    <a:pt x="251060" y="1002884"/>
                  </a:lnTo>
                  <a:lnTo>
                    <a:pt x="251038" y="1002862"/>
                  </a:lnTo>
                  <a:lnTo>
                    <a:pt x="251023" y="1002841"/>
                  </a:lnTo>
                  <a:lnTo>
                    <a:pt x="251011" y="1002820"/>
                  </a:lnTo>
                  <a:lnTo>
                    <a:pt x="251008" y="1002811"/>
                  </a:lnTo>
                  <a:lnTo>
                    <a:pt x="251007" y="1002799"/>
                  </a:lnTo>
                  <a:lnTo>
                    <a:pt x="251005" y="1002768"/>
                  </a:lnTo>
                  <a:lnTo>
                    <a:pt x="251002" y="1002755"/>
                  </a:lnTo>
                  <a:lnTo>
                    <a:pt x="250991" y="1002744"/>
                  </a:lnTo>
                  <a:lnTo>
                    <a:pt x="250977" y="1002732"/>
                  </a:lnTo>
                  <a:lnTo>
                    <a:pt x="250954" y="1002718"/>
                  </a:lnTo>
                  <a:lnTo>
                    <a:pt x="250932" y="1002699"/>
                  </a:lnTo>
                  <a:lnTo>
                    <a:pt x="250904" y="1002676"/>
                  </a:lnTo>
                  <a:lnTo>
                    <a:pt x="250877" y="1002645"/>
                  </a:lnTo>
                  <a:lnTo>
                    <a:pt x="250860" y="1002627"/>
                  </a:lnTo>
                  <a:lnTo>
                    <a:pt x="250851" y="1002612"/>
                  </a:lnTo>
                  <a:lnTo>
                    <a:pt x="250847" y="1002599"/>
                  </a:lnTo>
                  <a:lnTo>
                    <a:pt x="250846" y="1002582"/>
                  </a:lnTo>
                  <a:lnTo>
                    <a:pt x="250841" y="1002558"/>
                  </a:lnTo>
                  <a:lnTo>
                    <a:pt x="250837" y="1002535"/>
                  </a:lnTo>
                  <a:lnTo>
                    <a:pt x="250835" y="1002510"/>
                  </a:lnTo>
                  <a:lnTo>
                    <a:pt x="250835" y="1002489"/>
                  </a:lnTo>
                  <a:lnTo>
                    <a:pt x="250830" y="1002466"/>
                  </a:lnTo>
                  <a:lnTo>
                    <a:pt x="250822" y="1002453"/>
                  </a:lnTo>
                  <a:lnTo>
                    <a:pt x="250811" y="1002448"/>
                  </a:lnTo>
                  <a:lnTo>
                    <a:pt x="250795" y="1002445"/>
                  </a:lnTo>
                  <a:lnTo>
                    <a:pt x="250777" y="1002445"/>
                  </a:lnTo>
                  <a:lnTo>
                    <a:pt x="250761" y="1002444"/>
                  </a:lnTo>
                  <a:lnTo>
                    <a:pt x="250744" y="1002458"/>
                  </a:lnTo>
                  <a:lnTo>
                    <a:pt x="250738" y="1002462"/>
                  </a:lnTo>
                  <a:lnTo>
                    <a:pt x="250726" y="1002468"/>
                  </a:lnTo>
                  <a:lnTo>
                    <a:pt x="250706" y="1002476"/>
                  </a:lnTo>
                  <a:lnTo>
                    <a:pt x="250694" y="1002477"/>
                  </a:lnTo>
                  <a:lnTo>
                    <a:pt x="250689" y="1002477"/>
                  </a:lnTo>
                  <a:lnTo>
                    <a:pt x="250665" y="1002474"/>
                  </a:lnTo>
                  <a:lnTo>
                    <a:pt x="250613" y="1002459"/>
                  </a:lnTo>
                  <a:lnTo>
                    <a:pt x="250596" y="1002448"/>
                  </a:lnTo>
                  <a:lnTo>
                    <a:pt x="250535" y="1002422"/>
                  </a:lnTo>
                  <a:lnTo>
                    <a:pt x="250495" y="1002393"/>
                  </a:lnTo>
                  <a:lnTo>
                    <a:pt x="250461" y="1002368"/>
                  </a:lnTo>
                  <a:lnTo>
                    <a:pt x="250434" y="1002339"/>
                  </a:lnTo>
                  <a:lnTo>
                    <a:pt x="250409" y="1002301"/>
                  </a:lnTo>
                  <a:lnTo>
                    <a:pt x="250406" y="1002297"/>
                  </a:lnTo>
                  <a:lnTo>
                    <a:pt x="250394" y="1002282"/>
                  </a:lnTo>
                  <a:lnTo>
                    <a:pt x="250377" y="1002268"/>
                  </a:lnTo>
                  <a:lnTo>
                    <a:pt x="250361" y="1002263"/>
                  </a:lnTo>
                  <a:lnTo>
                    <a:pt x="250335" y="1002259"/>
                  </a:lnTo>
                  <a:lnTo>
                    <a:pt x="250254" y="1002256"/>
                  </a:lnTo>
                  <a:lnTo>
                    <a:pt x="250193" y="1002248"/>
                  </a:lnTo>
                  <a:lnTo>
                    <a:pt x="250154" y="1002240"/>
                  </a:lnTo>
                  <a:lnTo>
                    <a:pt x="250129" y="1002235"/>
                  </a:lnTo>
                  <a:lnTo>
                    <a:pt x="250104" y="1002229"/>
                  </a:lnTo>
                  <a:lnTo>
                    <a:pt x="250066" y="1002220"/>
                  </a:lnTo>
                  <a:lnTo>
                    <a:pt x="250028" y="1002208"/>
                  </a:lnTo>
                  <a:lnTo>
                    <a:pt x="249989" y="1002191"/>
                  </a:lnTo>
                  <a:lnTo>
                    <a:pt x="249969" y="1002188"/>
                  </a:lnTo>
                  <a:lnTo>
                    <a:pt x="249923" y="1002186"/>
                  </a:lnTo>
                  <a:lnTo>
                    <a:pt x="249896" y="1002186"/>
                  </a:lnTo>
                  <a:lnTo>
                    <a:pt x="249863" y="1002194"/>
                  </a:lnTo>
                  <a:lnTo>
                    <a:pt x="249833" y="1002205"/>
                  </a:lnTo>
                  <a:lnTo>
                    <a:pt x="249810" y="1002219"/>
                  </a:lnTo>
                  <a:lnTo>
                    <a:pt x="249793" y="1002227"/>
                  </a:lnTo>
                  <a:lnTo>
                    <a:pt x="249781" y="1002228"/>
                  </a:lnTo>
                  <a:lnTo>
                    <a:pt x="249765" y="1002226"/>
                  </a:lnTo>
                  <a:lnTo>
                    <a:pt x="249758" y="1002224"/>
                  </a:lnTo>
                  <a:lnTo>
                    <a:pt x="249733" y="1002212"/>
                  </a:lnTo>
                  <a:lnTo>
                    <a:pt x="249719" y="1002195"/>
                  </a:lnTo>
                  <a:lnTo>
                    <a:pt x="249698" y="1002177"/>
                  </a:lnTo>
                  <a:lnTo>
                    <a:pt x="249671" y="1002165"/>
                  </a:lnTo>
                  <a:lnTo>
                    <a:pt x="249647" y="1002161"/>
                  </a:lnTo>
                  <a:lnTo>
                    <a:pt x="249630" y="1002161"/>
                  </a:lnTo>
                  <a:lnTo>
                    <a:pt x="249599" y="1002154"/>
                  </a:lnTo>
                  <a:lnTo>
                    <a:pt x="249570" y="1002141"/>
                  </a:lnTo>
                  <a:lnTo>
                    <a:pt x="249554" y="1002123"/>
                  </a:lnTo>
                  <a:lnTo>
                    <a:pt x="249539" y="1002106"/>
                  </a:lnTo>
                  <a:lnTo>
                    <a:pt x="249512" y="1002072"/>
                  </a:lnTo>
                  <a:lnTo>
                    <a:pt x="249489" y="1002039"/>
                  </a:lnTo>
                  <a:lnTo>
                    <a:pt x="249461" y="1002005"/>
                  </a:lnTo>
                  <a:lnTo>
                    <a:pt x="249434" y="1001980"/>
                  </a:lnTo>
                  <a:lnTo>
                    <a:pt x="249425" y="1001956"/>
                  </a:lnTo>
                  <a:lnTo>
                    <a:pt x="249411" y="1001931"/>
                  </a:lnTo>
                  <a:lnTo>
                    <a:pt x="249385" y="1001899"/>
                  </a:lnTo>
                  <a:lnTo>
                    <a:pt x="249357" y="1001869"/>
                  </a:lnTo>
                  <a:lnTo>
                    <a:pt x="249329" y="1001828"/>
                  </a:lnTo>
                  <a:lnTo>
                    <a:pt x="249318" y="1001800"/>
                  </a:lnTo>
                  <a:lnTo>
                    <a:pt x="249307" y="1001782"/>
                  </a:lnTo>
                  <a:lnTo>
                    <a:pt x="249288" y="1001753"/>
                  </a:lnTo>
                  <a:lnTo>
                    <a:pt x="249265" y="1001725"/>
                  </a:lnTo>
                  <a:lnTo>
                    <a:pt x="249255" y="1001706"/>
                  </a:lnTo>
                  <a:lnTo>
                    <a:pt x="249247" y="1001667"/>
                  </a:lnTo>
                  <a:lnTo>
                    <a:pt x="249247" y="1001619"/>
                  </a:lnTo>
                  <a:lnTo>
                    <a:pt x="249251" y="1001551"/>
                  </a:lnTo>
                  <a:lnTo>
                    <a:pt x="249249" y="1001492"/>
                  </a:lnTo>
                  <a:lnTo>
                    <a:pt x="249270" y="1001458"/>
                  </a:lnTo>
                  <a:lnTo>
                    <a:pt x="249283" y="1001442"/>
                  </a:lnTo>
                  <a:lnTo>
                    <a:pt x="249300" y="1001425"/>
                  </a:lnTo>
                  <a:lnTo>
                    <a:pt x="249324" y="1001396"/>
                  </a:lnTo>
                  <a:lnTo>
                    <a:pt x="249337" y="1001381"/>
                  </a:lnTo>
                  <a:lnTo>
                    <a:pt x="249353" y="1001340"/>
                  </a:lnTo>
                  <a:lnTo>
                    <a:pt x="249356" y="1001328"/>
                  </a:lnTo>
                  <a:lnTo>
                    <a:pt x="249357" y="1001314"/>
                  </a:lnTo>
                  <a:lnTo>
                    <a:pt x="249354" y="1001291"/>
                  </a:lnTo>
                  <a:lnTo>
                    <a:pt x="249351" y="1001274"/>
                  </a:lnTo>
                  <a:lnTo>
                    <a:pt x="249341" y="1001240"/>
                  </a:lnTo>
                  <a:lnTo>
                    <a:pt x="249347" y="1001233"/>
                  </a:lnTo>
                  <a:lnTo>
                    <a:pt x="249365" y="1001233"/>
                  </a:lnTo>
                  <a:lnTo>
                    <a:pt x="249391" y="1001232"/>
                  </a:lnTo>
                  <a:lnTo>
                    <a:pt x="249485" y="1001226"/>
                  </a:lnTo>
                  <a:lnTo>
                    <a:pt x="249557" y="1001219"/>
                  </a:lnTo>
                  <a:lnTo>
                    <a:pt x="249623" y="1001224"/>
                  </a:lnTo>
                  <a:lnTo>
                    <a:pt x="249672" y="1001225"/>
                  </a:lnTo>
                  <a:lnTo>
                    <a:pt x="249721" y="1001217"/>
                  </a:lnTo>
                  <a:lnTo>
                    <a:pt x="249730" y="1001207"/>
                  </a:lnTo>
                  <a:lnTo>
                    <a:pt x="249732" y="1001198"/>
                  </a:lnTo>
                  <a:lnTo>
                    <a:pt x="249732" y="1001185"/>
                  </a:lnTo>
                  <a:lnTo>
                    <a:pt x="249725" y="1001156"/>
                  </a:lnTo>
                  <a:lnTo>
                    <a:pt x="249718" y="1001125"/>
                  </a:lnTo>
                  <a:lnTo>
                    <a:pt x="249713" y="1001103"/>
                  </a:lnTo>
                  <a:lnTo>
                    <a:pt x="249702" y="1001062"/>
                  </a:lnTo>
                  <a:lnTo>
                    <a:pt x="249692" y="1001033"/>
                  </a:lnTo>
                  <a:lnTo>
                    <a:pt x="249692" y="1000986"/>
                  </a:lnTo>
                  <a:lnTo>
                    <a:pt x="249695" y="1000960"/>
                  </a:lnTo>
                  <a:lnTo>
                    <a:pt x="249707" y="1000927"/>
                  </a:lnTo>
                  <a:lnTo>
                    <a:pt x="249710" y="1000893"/>
                  </a:lnTo>
                  <a:lnTo>
                    <a:pt x="249715" y="1000870"/>
                  </a:lnTo>
                  <a:lnTo>
                    <a:pt x="249732" y="1000826"/>
                  </a:lnTo>
                  <a:lnTo>
                    <a:pt x="249740" y="1000795"/>
                  </a:lnTo>
                  <a:lnTo>
                    <a:pt x="249745" y="1000763"/>
                  </a:lnTo>
                  <a:lnTo>
                    <a:pt x="249746" y="1000741"/>
                  </a:lnTo>
                  <a:lnTo>
                    <a:pt x="249744" y="1000723"/>
                  </a:lnTo>
                  <a:lnTo>
                    <a:pt x="249733" y="1000693"/>
                  </a:lnTo>
                  <a:lnTo>
                    <a:pt x="249715" y="1000643"/>
                  </a:lnTo>
                  <a:lnTo>
                    <a:pt x="249693" y="1000605"/>
                  </a:lnTo>
                  <a:lnTo>
                    <a:pt x="249663" y="1000565"/>
                  </a:lnTo>
                  <a:lnTo>
                    <a:pt x="249642" y="1000533"/>
                  </a:lnTo>
                  <a:lnTo>
                    <a:pt x="249603" y="1000479"/>
                  </a:lnTo>
                  <a:lnTo>
                    <a:pt x="249569" y="1000443"/>
                  </a:lnTo>
                  <a:lnTo>
                    <a:pt x="249522" y="1000393"/>
                  </a:lnTo>
                  <a:lnTo>
                    <a:pt x="249514" y="1000374"/>
                  </a:lnTo>
                  <a:lnTo>
                    <a:pt x="249504" y="1000348"/>
                  </a:lnTo>
                  <a:lnTo>
                    <a:pt x="249496" y="1000309"/>
                  </a:lnTo>
                  <a:lnTo>
                    <a:pt x="249476" y="1000230"/>
                  </a:lnTo>
                  <a:lnTo>
                    <a:pt x="249473" y="1000210"/>
                  </a:lnTo>
                  <a:lnTo>
                    <a:pt x="249466" y="1000186"/>
                  </a:lnTo>
                  <a:lnTo>
                    <a:pt x="249456" y="1000145"/>
                  </a:lnTo>
                  <a:lnTo>
                    <a:pt x="249449" y="1000126"/>
                  </a:lnTo>
                  <a:lnTo>
                    <a:pt x="249428" y="1000087"/>
                  </a:lnTo>
                  <a:lnTo>
                    <a:pt x="249422" y="1000081"/>
                  </a:lnTo>
                  <a:lnTo>
                    <a:pt x="249406" y="1000067"/>
                  </a:lnTo>
                  <a:lnTo>
                    <a:pt x="249386" y="1000055"/>
                  </a:lnTo>
                  <a:lnTo>
                    <a:pt x="249362" y="1000044"/>
                  </a:lnTo>
                  <a:lnTo>
                    <a:pt x="249347" y="1000038"/>
                  </a:lnTo>
                  <a:lnTo>
                    <a:pt x="249335" y="1000034"/>
                  </a:lnTo>
                  <a:lnTo>
                    <a:pt x="249311" y="1000024"/>
                  </a:lnTo>
                  <a:lnTo>
                    <a:pt x="249289" y="999991"/>
                  </a:lnTo>
                  <a:lnTo>
                    <a:pt x="249271" y="999950"/>
                  </a:lnTo>
                  <a:lnTo>
                    <a:pt x="249248" y="999926"/>
                  </a:lnTo>
                  <a:lnTo>
                    <a:pt x="249219" y="999896"/>
                  </a:lnTo>
                  <a:lnTo>
                    <a:pt x="249193" y="999868"/>
                  </a:lnTo>
                  <a:lnTo>
                    <a:pt x="249156" y="999822"/>
                  </a:lnTo>
                  <a:lnTo>
                    <a:pt x="249133" y="999795"/>
                  </a:lnTo>
                  <a:lnTo>
                    <a:pt x="249088" y="999763"/>
                  </a:lnTo>
                  <a:lnTo>
                    <a:pt x="249046" y="999739"/>
                  </a:lnTo>
                  <a:lnTo>
                    <a:pt x="249011" y="999704"/>
                  </a:lnTo>
                  <a:lnTo>
                    <a:pt x="248976" y="999667"/>
                  </a:lnTo>
                  <a:lnTo>
                    <a:pt x="248962" y="999650"/>
                  </a:lnTo>
                  <a:lnTo>
                    <a:pt x="248942" y="999623"/>
                  </a:lnTo>
                  <a:lnTo>
                    <a:pt x="248921" y="999598"/>
                  </a:lnTo>
                  <a:lnTo>
                    <a:pt x="248896" y="999567"/>
                  </a:lnTo>
                  <a:lnTo>
                    <a:pt x="248892" y="999554"/>
                  </a:lnTo>
                  <a:lnTo>
                    <a:pt x="248889" y="999541"/>
                  </a:lnTo>
                  <a:lnTo>
                    <a:pt x="248875" y="999499"/>
                  </a:lnTo>
                  <a:lnTo>
                    <a:pt x="248852" y="999448"/>
                  </a:lnTo>
                  <a:lnTo>
                    <a:pt x="248846" y="999427"/>
                  </a:lnTo>
                  <a:lnTo>
                    <a:pt x="248848" y="999418"/>
                  </a:lnTo>
                  <a:lnTo>
                    <a:pt x="248856" y="999407"/>
                  </a:lnTo>
                  <a:lnTo>
                    <a:pt x="248871" y="999387"/>
                  </a:lnTo>
                  <a:lnTo>
                    <a:pt x="248877" y="999376"/>
                  </a:lnTo>
                  <a:lnTo>
                    <a:pt x="248882" y="999367"/>
                  </a:lnTo>
                  <a:lnTo>
                    <a:pt x="248882" y="999356"/>
                  </a:lnTo>
                  <a:lnTo>
                    <a:pt x="248875" y="999330"/>
                  </a:lnTo>
                  <a:lnTo>
                    <a:pt x="248862" y="999280"/>
                  </a:lnTo>
                  <a:lnTo>
                    <a:pt x="248854" y="999252"/>
                  </a:lnTo>
                  <a:lnTo>
                    <a:pt x="248843" y="999223"/>
                  </a:lnTo>
                  <a:lnTo>
                    <a:pt x="248826" y="999198"/>
                  </a:lnTo>
                  <a:lnTo>
                    <a:pt x="248827" y="999194"/>
                  </a:lnTo>
                  <a:lnTo>
                    <a:pt x="248841" y="999194"/>
                  </a:lnTo>
                  <a:lnTo>
                    <a:pt x="248851" y="999191"/>
                  </a:lnTo>
                  <a:lnTo>
                    <a:pt x="248856" y="999188"/>
                  </a:lnTo>
                  <a:lnTo>
                    <a:pt x="248885" y="999173"/>
                  </a:lnTo>
                  <a:lnTo>
                    <a:pt x="248937" y="999139"/>
                  </a:lnTo>
                  <a:lnTo>
                    <a:pt x="248951" y="999124"/>
                  </a:lnTo>
                  <a:lnTo>
                    <a:pt x="248961" y="999107"/>
                  </a:lnTo>
                  <a:lnTo>
                    <a:pt x="248968" y="999086"/>
                  </a:lnTo>
                  <a:lnTo>
                    <a:pt x="248976" y="999058"/>
                  </a:lnTo>
                  <a:lnTo>
                    <a:pt x="248978" y="999006"/>
                  </a:lnTo>
                  <a:lnTo>
                    <a:pt x="248997" y="998944"/>
                  </a:lnTo>
                  <a:lnTo>
                    <a:pt x="249010" y="998894"/>
                  </a:lnTo>
                  <a:lnTo>
                    <a:pt x="249013" y="998877"/>
                  </a:lnTo>
                  <a:lnTo>
                    <a:pt x="249019" y="998868"/>
                  </a:lnTo>
                  <a:lnTo>
                    <a:pt x="249028" y="998870"/>
                  </a:lnTo>
                  <a:lnTo>
                    <a:pt x="249049" y="998881"/>
                  </a:lnTo>
                  <a:lnTo>
                    <a:pt x="249068" y="998890"/>
                  </a:lnTo>
                  <a:lnTo>
                    <a:pt x="249093" y="998900"/>
                  </a:lnTo>
                  <a:lnTo>
                    <a:pt x="249126" y="998911"/>
                  </a:lnTo>
                  <a:lnTo>
                    <a:pt x="249138" y="998912"/>
                  </a:lnTo>
                  <a:lnTo>
                    <a:pt x="249152" y="998905"/>
                  </a:lnTo>
                  <a:lnTo>
                    <a:pt x="249184" y="998867"/>
                  </a:lnTo>
                  <a:lnTo>
                    <a:pt x="249194" y="998853"/>
                  </a:lnTo>
                  <a:lnTo>
                    <a:pt x="249198" y="998840"/>
                  </a:lnTo>
                  <a:lnTo>
                    <a:pt x="249197" y="998827"/>
                  </a:lnTo>
                  <a:lnTo>
                    <a:pt x="249183" y="998797"/>
                  </a:lnTo>
                  <a:lnTo>
                    <a:pt x="249164" y="998764"/>
                  </a:lnTo>
                  <a:lnTo>
                    <a:pt x="249127" y="998713"/>
                  </a:lnTo>
                  <a:lnTo>
                    <a:pt x="249102" y="998670"/>
                  </a:lnTo>
                  <a:lnTo>
                    <a:pt x="249064" y="998618"/>
                  </a:lnTo>
                  <a:lnTo>
                    <a:pt x="249041" y="998592"/>
                  </a:lnTo>
                  <a:lnTo>
                    <a:pt x="249018" y="998576"/>
                  </a:lnTo>
                  <a:lnTo>
                    <a:pt x="249014" y="998574"/>
                  </a:lnTo>
                  <a:lnTo>
                    <a:pt x="248990" y="998563"/>
                  </a:lnTo>
                  <a:lnTo>
                    <a:pt x="248981" y="998557"/>
                  </a:lnTo>
                  <a:lnTo>
                    <a:pt x="248969" y="998530"/>
                  </a:lnTo>
                  <a:lnTo>
                    <a:pt x="248945" y="998498"/>
                  </a:lnTo>
                  <a:lnTo>
                    <a:pt x="248909" y="998466"/>
                  </a:lnTo>
                  <a:lnTo>
                    <a:pt x="248887" y="998431"/>
                  </a:lnTo>
                  <a:lnTo>
                    <a:pt x="248884" y="998425"/>
                  </a:lnTo>
                  <a:lnTo>
                    <a:pt x="248874" y="998394"/>
                  </a:lnTo>
                  <a:lnTo>
                    <a:pt x="248871" y="998377"/>
                  </a:lnTo>
                  <a:lnTo>
                    <a:pt x="248867" y="998336"/>
                  </a:lnTo>
                  <a:lnTo>
                    <a:pt x="248860" y="998309"/>
                  </a:lnTo>
                  <a:lnTo>
                    <a:pt x="248859" y="998301"/>
                  </a:lnTo>
                  <a:lnTo>
                    <a:pt x="248861" y="998294"/>
                  </a:lnTo>
                  <a:lnTo>
                    <a:pt x="248872" y="998280"/>
                  </a:lnTo>
                  <a:lnTo>
                    <a:pt x="248879" y="998268"/>
                  </a:lnTo>
                  <a:lnTo>
                    <a:pt x="248899" y="998247"/>
                  </a:lnTo>
                  <a:lnTo>
                    <a:pt x="248937" y="998225"/>
                  </a:lnTo>
                  <a:lnTo>
                    <a:pt x="248967" y="998205"/>
                  </a:lnTo>
                  <a:lnTo>
                    <a:pt x="249016" y="998188"/>
                  </a:lnTo>
                  <a:lnTo>
                    <a:pt x="249042" y="998176"/>
                  </a:lnTo>
                  <a:lnTo>
                    <a:pt x="249067" y="998168"/>
                  </a:lnTo>
                  <a:lnTo>
                    <a:pt x="249080" y="998167"/>
                  </a:lnTo>
                  <a:lnTo>
                    <a:pt x="249086" y="998166"/>
                  </a:lnTo>
                  <a:lnTo>
                    <a:pt x="249099" y="998161"/>
                  </a:lnTo>
                  <a:lnTo>
                    <a:pt x="249122" y="998145"/>
                  </a:lnTo>
                  <a:lnTo>
                    <a:pt x="249136" y="998140"/>
                  </a:lnTo>
                  <a:lnTo>
                    <a:pt x="249146" y="998134"/>
                  </a:lnTo>
                  <a:lnTo>
                    <a:pt x="249156" y="998123"/>
                  </a:lnTo>
                  <a:lnTo>
                    <a:pt x="249160" y="998106"/>
                  </a:lnTo>
                  <a:lnTo>
                    <a:pt x="249161" y="998077"/>
                  </a:lnTo>
                  <a:lnTo>
                    <a:pt x="249164" y="998065"/>
                  </a:lnTo>
                  <a:lnTo>
                    <a:pt x="249167" y="998058"/>
                  </a:lnTo>
                  <a:lnTo>
                    <a:pt x="249174" y="998043"/>
                  </a:lnTo>
                  <a:lnTo>
                    <a:pt x="249178" y="998033"/>
                  </a:lnTo>
                  <a:lnTo>
                    <a:pt x="249179" y="998026"/>
                  </a:lnTo>
                  <a:lnTo>
                    <a:pt x="249167" y="998023"/>
                  </a:lnTo>
                  <a:lnTo>
                    <a:pt x="249151" y="998021"/>
                  </a:lnTo>
                  <a:lnTo>
                    <a:pt x="249132" y="998020"/>
                  </a:lnTo>
                  <a:lnTo>
                    <a:pt x="249113" y="998018"/>
                  </a:lnTo>
                  <a:lnTo>
                    <a:pt x="249090" y="998011"/>
                  </a:lnTo>
                  <a:lnTo>
                    <a:pt x="249073" y="998010"/>
                  </a:lnTo>
                  <a:lnTo>
                    <a:pt x="249062" y="998012"/>
                  </a:lnTo>
                  <a:lnTo>
                    <a:pt x="249044" y="998008"/>
                  </a:lnTo>
                  <a:lnTo>
                    <a:pt x="249037" y="998001"/>
                  </a:lnTo>
                  <a:lnTo>
                    <a:pt x="249028" y="997989"/>
                  </a:lnTo>
                  <a:lnTo>
                    <a:pt x="249011" y="997970"/>
                  </a:lnTo>
                  <a:lnTo>
                    <a:pt x="249004" y="997965"/>
                  </a:lnTo>
                  <a:lnTo>
                    <a:pt x="248997" y="997962"/>
                  </a:lnTo>
                  <a:lnTo>
                    <a:pt x="248987" y="997962"/>
                  </a:lnTo>
                  <a:lnTo>
                    <a:pt x="248968" y="997963"/>
                  </a:lnTo>
                  <a:lnTo>
                    <a:pt x="248932" y="997957"/>
                  </a:lnTo>
                  <a:lnTo>
                    <a:pt x="248874" y="997936"/>
                  </a:lnTo>
                  <a:lnTo>
                    <a:pt x="248836" y="997928"/>
                  </a:lnTo>
                  <a:lnTo>
                    <a:pt x="248778" y="997923"/>
                  </a:lnTo>
                  <a:lnTo>
                    <a:pt x="248741" y="997923"/>
                  </a:lnTo>
                  <a:lnTo>
                    <a:pt x="248726" y="997923"/>
                  </a:lnTo>
                  <a:lnTo>
                    <a:pt x="248707" y="997918"/>
                  </a:lnTo>
                  <a:lnTo>
                    <a:pt x="248669" y="997896"/>
                  </a:lnTo>
                  <a:lnTo>
                    <a:pt x="248654" y="997887"/>
                  </a:lnTo>
                  <a:lnTo>
                    <a:pt x="248646" y="997879"/>
                  </a:lnTo>
                  <a:lnTo>
                    <a:pt x="248641" y="997854"/>
                  </a:lnTo>
                  <a:lnTo>
                    <a:pt x="248634" y="997821"/>
                  </a:lnTo>
                  <a:lnTo>
                    <a:pt x="248621" y="997775"/>
                  </a:lnTo>
                  <a:lnTo>
                    <a:pt x="248611" y="997703"/>
                  </a:lnTo>
                  <a:lnTo>
                    <a:pt x="248604" y="997689"/>
                  </a:lnTo>
                  <a:lnTo>
                    <a:pt x="248583" y="997658"/>
                  </a:lnTo>
                  <a:lnTo>
                    <a:pt x="248568" y="997607"/>
                  </a:lnTo>
                  <a:lnTo>
                    <a:pt x="248530" y="997546"/>
                  </a:lnTo>
                  <a:lnTo>
                    <a:pt x="248519" y="997536"/>
                  </a:lnTo>
                  <a:lnTo>
                    <a:pt x="248494" y="997513"/>
                  </a:lnTo>
                  <a:lnTo>
                    <a:pt x="248473" y="997479"/>
                  </a:lnTo>
                  <a:lnTo>
                    <a:pt x="248457" y="997468"/>
                  </a:lnTo>
                  <a:lnTo>
                    <a:pt x="248420" y="997460"/>
                  </a:lnTo>
                  <a:lnTo>
                    <a:pt x="248396" y="997446"/>
                  </a:lnTo>
                  <a:lnTo>
                    <a:pt x="248377" y="997433"/>
                  </a:lnTo>
                  <a:lnTo>
                    <a:pt x="248350" y="997420"/>
                  </a:lnTo>
                  <a:lnTo>
                    <a:pt x="248340" y="997416"/>
                  </a:lnTo>
                  <a:lnTo>
                    <a:pt x="248320" y="997414"/>
                  </a:lnTo>
                  <a:lnTo>
                    <a:pt x="248309" y="997416"/>
                  </a:lnTo>
                  <a:lnTo>
                    <a:pt x="248299" y="997423"/>
                  </a:lnTo>
                  <a:lnTo>
                    <a:pt x="248269" y="997440"/>
                  </a:lnTo>
                  <a:lnTo>
                    <a:pt x="248260" y="997442"/>
                  </a:lnTo>
                  <a:lnTo>
                    <a:pt x="248248" y="997441"/>
                  </a:lnTo>
                  <a:lnTo>
                    <a:pt x="248229" y="997436"/>
                  </a:lnTo>
                  <a:lnTo>
                    <a:pt x="248204" y="997435"/>
                  </a:lnTo>
                  <a:lnTo>
                    <a:pt x="248188" y="997436"/>
                  </a:lnTo>
                  <a:lnTo>
                    <a:pt x="248176" y="997437"/>
                  </a:lnTo>
                  <a:lnTo>
                    <a:pt x="248164" y="997439"/>
                  </a:lnTo>
                  <a:lnTo>
                    <a:pt x="248143" y="997439"/>
                  </a:lnTo>
                  <a:lnTo>
                    <a:pt x="248095" y="997441"/>
                  </a:lnTo>
                  <a:lnTo>
                    <a:pt x="248073" y="997437"/>
                  </a:lnTo>
                  <a:lnTo>
                    <a:pt x="248051" y="997425"/>
                  </a:lnTo>
                  <a:lnTo>
                    <a:pt x="248020" y="997405"/>
                  </a:lnTo>
                  <a:lnTo>
                    <a:pt x="248013" y="997399"/>
                  </a:lnTo>
                  <a:lnTo>
                    <a:pt x="248009" y="997393"/>
                  </a:lnTo>
                  <a:lnTo>
                    <a:pt x="248008" y="997385"/>
                  </a:lnTo>
                  <a:lnTo>
                    <a:pt x="248009" y="997365"/>
                  </a:lnTo>
                  <a:lnTo>
                    <a:pt x="248008" y="997335"/>
                  </a:lnTo>
                  <a:lnTo>
                    <a:pt x="248006" y="997313"/>
                  </a:lnTo>
                  <a:lnTo>
                    <a:pt x="248003" y="997300"/>
                  </a:lnTo>
                  <a:lnTo>
                    <a:pt x="247995" y="997294"/>
                  </a:lnTo>
                  <a:lnTo>
                    <a:pt x="247970" y="997285"/>
                  </a:lnTo>
                  <a:lnTo>
                    <a:pt x="247946" y="997274"/>
                  </a:lnTo>
                  <a:lnTo>
                    <a:pt x="247928" y="997263"/>
                  </a:lnTo>
                  <a:lnTo>
                    <a:pt x="247921" y="997261"/>
                  </a:lnTo>
                  <a:lnTo>
                    <a:pt x="247907" y="997259"/>
                  </a:lnTo>
                  <a:lnTo>
                    <a:pt x="247888" y="997259"/>
                  </a:lnTo>
                  <a:lnTo>
                    <a:pt x="247861" y="997261"/>
                  </a:lnTo>
                  <a:lnTo>
                    <a:pt x="247840" y="997259"/>
                  </a:lnTo>
                  <a:lnTo>
                    <a:pt x="247824" y="997253"/>
                  </a:lnTo>
                  <a:lnTo>
                    <a:pt x="247812" y="997251"/>
                  </a:lnTo>
                  <a:lnTo>
                    <a:pt x="247764" y="997250"/>
                  </a:lnTo>
                  <a:lnTo>
                    <a:pt x="247750" y="997250"/>
                  </a:lnTo>
                  <a:lnTo>
                    <a:pt x="247735" y="997251"/>
                  </a:lnTo>
                  <a:lnTo>
                    <a:pt x="247718" y="997256"/>
                  </a:lnTo>
                  <a:lnTo>
                    <a:pt x="247711" y="997257"/>
                  </a:lnTo>
                  <a:lnTo>
                    <a:pt x="247707" y="997257"/>
                  </a:lnTo>
                  <a:lnTo>
                    <a:pt x="247696" y="997248"/>
                  </a:lnTo>
                  <a:lnTo>
                    <a:pt x="247680" y="997234"/>
                  </a:lnTo>
                  <a:lnTo>
                    <a:pt x="247648" y="997212"/>
                  </a:lnTo>
                  <a:lnTo>
                    <a:pt x="247626" y="997189"/>
                  </a:lnTo>
                  <a:lnTo>
                    <a:pt x="247608" y="997162"/>
                  </a:lnTo>
                  <a:lnTo>
                    <a:pt x="247582" y="997132"/>
                  </a:lnTo>
                  <a:lnTo>
                    <a:pt x="247535" y="997105"/>
                  </a:lnTo>
                  <a:lnTo>
                    <a:pt x="247515" y="997098"/>
                  </a:lnTo>
                  <a:lnTo>
                    <a:pt x="247503" y="997093"/>
                  </a:lnTo>
                  <a:lnTo>
                    <a:pt x="247483" y="997082"/>
                  </a:lnTo>
                  <a:lnTo>
                    <a:pt x="247468" y="997072"/>
                  </a:lnTo>
                  <a:lnTo>
                    <a:pt x="247442" y="997055"/>
                  </a:lnTo>
                  <a:lnTo>
                    <a:pt x="247388" y="997026"/>
                  </a:lnTo>
                  <a:lnTo>
                    <a:pt x="247353" y="997009"/>
                  </a:lnTo>
                  <a:lnTo>
                    <a:pt x="247305" y="996993"/>
                  </a:lnTo>
                  <a:lnTo>
                    <a:pt x="247239" y="996985"/>
                  </a:lnTo>
                  <a:lnTo>
                    <a:pt x="247161" y="996983"/>
                  </a:lnTo>
                  <a:lnTo>
                    <a:pt x="247126" y="996984"/>
                  </a:lnTo>
                  <a:lnTo>
                    <a:pt x="247073" y="997002"/>
                  </a:lnTo>
                  <a:lnTo>
                    <a:pt x="247051" y="997018"/>
                  </a:lnTo>
                  <a:lnTo>
                    <a:pt x="247012" y="997033"/>
                  </a:lnTo>
                  <a:lnTo>
                    <a:pt x="246954" y="997043"/>
                  </a:lnTo>
                  <a:lnTo>
                    <a:pt x="246926" y="997039"/>
                  </a:lnTo>
                  <a:lnTo>
                    <a:pt x="246886" y="997019"/>
                  </a:lnTo>
                  <a:lnTo>
                    <a:pt x="246829" y="996982"/>
                  </a:lnTo>
                  <a:lnTo>
                    <a:pt x="246783" y="996963"/>
                  </a:lnTo>
                  <a:lnTo>
                    <a:pt x="246744" y="996942"/>
                  </a:lnTo>
                  <a:lnTo>
                    <a:pt x="246710" y="996919"/>
                  </a:lnTo>
                  <a:lnTo>
                    <a:pt x="246694" y="996898"/>
                  </a:lnTo>
                  <a:lnTo>
                    <a:pt x="246686" y="996882"/>
                  </a:lnTo>
                  <a:lnTo>
                    <a:pt x="246682" y="996847"/>
                  </a:lnTo>
                  <a:lnTo>
                    <a:pt x="246677" y="996791"/>
                  </a:lnTo>
                  <a:lnTo>
                    <a:pt x="246668" y="996724"/>
                  </a:lnTo>
                  <a:lnTo>
                    <a:pt x="246659" y="996700"/>
                  </a:lnTo>
                  <a:lnTo>
                    <a:pt x="246635" y="996682"/>
                  </a:lnTo>
                  <a:lnTo>
                    <a:pt x="246591" y="996642"/>
                  </a:lnTo>
                  <a:lnTo>
                    <a:pt x="246571" y="996618"/>
                  </a:lnTo>
                  <a:lnTo>
                    <a:pt x="246550" y="996572"/>
                  </a:lnTo>
                  <a:lnTo>
                    <a:pt x="246519" y="996533"/>
                  </a:lnTo>
                  <a:lnTo>
                    <a:pt x="246508" y="996504"/>
                  </a:lnTo>
                  <a:lnTo>
                    <a:pt x="246501" y="996477"/>
                  </a:lnTo>
                  <a:lnTo>
                    <a:pt x="246511" y="996428"/>
                  </a:lnTo>
                  <a:lnTo>
                    <a:pt x="246526" y="996406"/>
                  </a:lnTo>
                  <a:lnTo>
                    <a:pt x="246548" y="996372"/>
                  </a:lnTo>
                  <a:lnTo>
                    <a:pt x="246563" y="996338"/>
                  </a:lnTo>
                  <a:lnTo>
                    <a:pt x="246600" y="996309"/>
                  </a:lnTo>
                  <a:lnTo>
                    <a:pt x="246623" y="996296"/>
                  </a:lnTo>
                  <a:lnTo>
                    <a:pt x="246645" y="996284"/>
                  </a:lnTo>
                  <a:lnTo>
                    <a:pt x="246660" y="996283"/>
                  </a:lnTo>
                  <a:lnTo>
                    <a:pt x="246691" y="996283"/>
                  </a:lnTo>
                  <a:lnTo>
                    <a:pt x="246717" y="996284"/>
                  </a:lnTo>
                  <a:lnTo>
                    <a:pt x="246786" y="996295"/>
                  </a:lnTo>
                  <a:lnTo>
                    <a:pt x="246959" y="996310"/>
                  </a:lnTo>
                  <a:lnTo>
                    <a:pt x="247001" y="996324"/>
                  </a:lnTo>
                  <a:lnTo>
                    <a:pt x="247027" y="996324"/>
                  </a:lnTo>
                  <a:lnTo>
                    <a:pt x="247077" y="996315"/>
                  </a:lnTo>
                  <a:lnTo>
                    <a:pt x="247148" y="996306"/>
                  </a:lnTo>
                  <a:lnTo>
                    <a:pt x="247174" y="996290"/>
                  </a:lnTo>
                  <a:lnTo>
                    <a:pt x="247184" y="996279"/>
                  </a:lnTo>
                  <a:lnTo>
                    <a:pt x="247188" y="996270"/>
                  </a:lnTo>
                  <a:lnTo>
                    <a:pt x="247187" y="996256"/>
                  </a:lnTo>
                  <a:lnTo>
                    <a:pt x="247181" y="996234"/>
                  </a:lnTo>
                  <a:lnTo>
                    <a:pt x="247179" y="996203"/>
                  </a:lnTo>
                  <a:lnTo>
                    <a:pt x="247185" y="996174"/>
                  </a:lnTo>
                  <a:lnTo>
                    <a:pt x="247192" y="996144"/>
                  </a:lnTo>
                  <a:lnTo>
                    <a:pt x="247211" y="996082"/>
                  </a:lnTo>
                  <a:lnTo>
                    <a:pt x="247228" y="996050"/>
                  </a:lnTo>
                  <a:lnTo>
                    <a:pt x="247258" y="996004"/>
                  </a:lnTo>
                  <a:lnTo>
                    <a:pt x="247277" y="995979"/>
                  </a:lnTo>
                  <a:lnTo>
                    <a:pt x="247280" y="995963"/>
                  </a:lnTo>
                  <a:lnTo>
                    <a:pt x="247274" y="995950"/>
                  </a:lnTo>
                  <a:lnTo>
                    <a:pt x="247256" y="995931"/>
                  </a:lnTo>
                  <a:lnTo>
                    <a:pt x="247244" y="995913"/>
                  </a:lnTo>
                  <a:lnTo>
                    <a:pt x="247227" y="995883"/>
                  </a:lnTo>
                  <a:lnTo>
                    <a:pt x="247210" y="995850"/>
                  </a:lnTo>
                  <a:lnTo>
                    <a:pt x="247205" y="995831"/>
                  </a:lnTo>
                  <a:lnTo>
                    <a:pt x="247205" y="995803"/>
                  </a:lnTo>
                  <a:lnTo>
                    <a:pt x="247207" y="995786"/>
                  </a:lnTo>
                  <a:lnTo>
                    <a:pt x="247214" y="995766"/>
                  </a:lnTo>
                  <a:lnTo>
                    <a:pt x="247236" y="995729"/>
                  </a:lnTo>
                  <a:lnTo>
                    <a:pt x="247259" y="995703"/>
                  </a:lnTo>
                  <a:lnTo>
                    <a:pt x="247276" y="995694"/>
                  </a:lnTo>
                  <a:lnTo>
                    <a:pt x="247295" y="995683"/>
                  </a:lnTo>
                  <a:lnTo>
                    <a:pt x="247307" y="995672"/>
                  </a:lnTo>
                  <a:lnTo>
                    <a:pt x="247315" y="995664"/>
                  </a:lnTo>
                  <a:lnTo>
                    <a:pt x="247315" y="995657"/>
                  </a:lnTo>
                  <a:lnTo>
                    <a:pt x="247312" y="995649"/>
                  </a:lnTo>
                  <a:lnTo>
                    <a:pt x="247307" y="995642"/>
                  </a:lnTo>
                  <a:lnTo>
                    <a:pt x="247297" y="995630"/>
                  </a:lnTo>
                  <a:lnTo>
                    <a:pt x="247284" y="995611"/>
                  </a:lnTo>
                  <a:lnTo>
                    <a:pt x="247282" y="995600"/>
                  </a:lnTo>
                  <a:lnTo>
                    <a:pt x="247282" y="995592"/>
                  </a:lnTo>
                  <a:lnTo>
                    <a:pt x="247270" y="995581"/>
                  </a:lnTo>
                  <a:lnTo>
                    <a:pt x="247242" y="995558"/>
                  </a:lnTo>
                  <a:lnTo>
                    <a:pt x="247219" y="995546"/>
                  </a:lnTo>
                  <a:lnTo>
                    <a:pt x="247208" y="995535"/>
                  </a:lnTo>
                  <a:lnTo>
                    <a:pt x="247207" y="995525"/>
                  </a:lnTo>
                  <a:lnTo>
                    <a:pt x="247212" y="995512"/>
                  </a:lnTo>
                  <a:lnTo>
                    <a:pt x="247234" y="995491"/>
                  </a:lnTo>
                  <a:lnTo>
                    <a:pt x="247270" y="995463"/>
                  </a:lnTo>
                  <a:lnTo>
                    <a:pt x="247296" y="995435"/>
                  </a:lnTo>
                  <a:lnTo>
                    <a:pt x="247302" y="995418"/>
                  </a:lnTo>
                  <a:lnTo>
                    <a:pt x="247300" y="995411"/>
                  </a:lnTo>
                  <a:lnTo>
                    <a:pt x="247287" y="995398"/>
                  </a:lnTo>
                  <a:lnTo>
                    <a:pt x="247256" y="995379"/>
                  </a:lnTo>
                  <a:lnTo>
                    <a:pt x="247217" y="995351"/>
                  </a:lnTo>
                  <a:lnTo>
                    <a:pt x="247210" y="995342"/>
                  </a:lnTo>
                  <a:lnTo>
                    <a:pt x="247199" y="995329"/>
                  </a:lnTo>
                  <a:lnTo>
                    <a:pt x="247186" y="995327"/>
                  </a:lnTo>
                  <a:lnTo>
                    <a:pt x="247175" y="995328"/>
                  </a:lnTo>
                  <a:lnTo>
                    <a:pt x="247162" y="995328"/>
                  </a:lnTo>
                  <a:lnTo>
                    <a:pt x="247151" y="995327"/>
                  </a:lnTo>
                  <a:lnTo>
                    <a:pt x="247144" y="995323"/>
                  </a:lnTo>
                  <a:lnTo>
                    <a:pt x="247135" y="995314"/>
                  </a:lnTo>
                  <a:lnTo>
                    <a:pt x="247129" y="995306"/>
                  </a:lnTo>
                  <a:lnTo>
                    <a:pt x="247120" y="995299"/>
                  </a:lnTo>
                  <a:lnTo>
                    <a:pt x="247108" y="995297"/>
                  </a:lnTo>
                  <a:lnTo>
                    <a:pt x="247092" y="995294"/>
                  </a:lnTo>
                  <a:lnTo>
                    <a:pt x="247070" y="995289"/>
                  </a:lnTo>
                  <a:lnTo>
                    <a:pt x="247053" y="995282"/>
                  </a:lnTo>
                  <a:lnTo>
                    <a:pt x="247008" y="995264"/>
                  </a:lnTo>
                  <a:lnTo>
                    <a:pt x="246974" y="995246"/>
                  </a:lnTo>
                  <a:lnTo>
                    <a:pt x="246946" y="995233"/>
                  </a:lnTo>
                  <a:lnTo>
                    <a:pt x="246898" y="995210"/>
                  </a:lnTo>
                  <a:lnTo>
                    <a:pt x="246880" y="995196"/>
                  </a:lnTo>
                  <a:lnTo>
                    <a:pt x="246869" y="995184"/>
                  </a:lnTo>
                  <a:lnTo>
                    <a:pt x="246861" y="995167"/>
                  </a:lnTo>
                  <a:lnTo>
                    <a:pt x="246858" y="995152"/>
                  </a:lnTo>
                  <a:lnTo>
                    <a:pt x="246852" y="995140"/>
                  </a:lnTo>
                  <a:lnTo>
                    <a:pt x="246844" y="995130"/>
                  </a:lnTo>
                  <a:lnTo>
                    <a:pt x="246833" y="995124"/>
                  </a:lnTo>
                  <a:lnTo>
                    <a:pt x="246813" y="995121"/>
                  </a:lnTo>
                  <a:lnTo>
                    <a:pt x="246777" y="995114"/>
                  </a:lnTo>
                  <a:lnTo>
                    <a:pt x="246758" y="995110"/>
                  </a:lnTo>
                  <a:lnTo>
                    <a:pt x="246741" y="995102"/>
                  </a:lnTo>
                  <a:lnTo>
                    <a:pt x="246722" y="995092"/>
                  </a:lnTo>
                  <a:lnTo>
                    <a:pt x="246683" y="995067"/>
                  </a:lnTo>
                  <a:lnTo>
                    <a:pt x="246669" y="995061"/>
                  </a:lnTo>
                  <a:lnTo>
                    <a:pt x="246653" y="995055"/>
                  </a:lnTo>
                  <a:lnTo>
                    <a:pt x="246635" y="995043"/>
                  </a:lnTo>
                  <a:lnTo>
                    <a:pt x="246629" y="995032"/>
                  </a:lnTo>
                  <a:lnTo>
                    <a:pt x="246624" y="994995"/>
                  </a:lnTo>
                  <a:lnTo>
                    <a:pt x="246624" y="994964"/>
                  </a:lnTo>
                  <a:lnTo>
                    <a:pt x="246622" y="994932"/>
                  </a:lnTo>
                  <a:lnTo>
                    <a:pt x="246619" y="994906"/>
                  </a:lnTo>
                  <a:lnTo>
                    <a:pt x="246613" y="994849"/>
                  </a:lnTo>
                  <a:lnTo>
                    <a:pt x="246607" y="994798"/>
                  </a:lnTo>
                  <a:lnTo>
                    <a:pt x="246603" y="994780"/>
                  </a:lnTo>
                  <a:lnTo>
                    <a:pt x="246592" y="994758"/>
                  </a:lnTo>
                  <a:lnTo>
                    <a:pt x="246565" y="994714"/>
                  </a:lnTo>
                  <a:lnTo>
                    <a:pt x="246545" y="994678"/>
                  </a:lnTo>
                  <a:lnTo>
                    <a:pt x="246534" y="994654"/>
                  </a:lnTo>
                  <a:lnTo>
                    <a:pt x="246527" y="994632"/>
                  </a:lnTo>
                  <a:lnTo>
                    <a:pt x="246522" y="994612"/>
                  </a:lnTo>
                  <a:lnTo>
                    <a:pt x="246520" y="994582"/>
                  </a:lnTo>
                  <a:lnTo>
                    <a:pt x="246519" y="994543"/>
                  </a:lnTo>
                  <a:lnTo>
                    <a:pt x="246513" y="994519"/>
                  </a:lnTo>
                  <a:lnTo>
                    <a:pt x="246503" y="994493"/>
                  </a:lnTo>
                  <a:lnTo>
                    <a:pt x="246494" y="994473"/>
                  </a:lnTo>
                  <a:lnTo>
                    <a:pt x="246479" y="994454"/>
                  </a:lnTo>
                  <a:lnTo>
                    <a:pt x="246463" y="994440"/>
                  </a:lnTo>
                  <a:lnTo>
                    <a:pt x="246448" y="994431"/>
                  </a:lnTo>
                  <a:lnTo>
                    <a:pt x="246430" y="994425"/>
                  </a:lnTo>
                  <a:lnTo>
                    <a:pt x="246400" y="994419"/>
                  </a:lnTo>
                  <a:lnTo>
                    <a:pt x="246378" y="994411"/>
                  </a:lnTo>
                  <a:lnTo>
                    <a:pt x="246344" y="994397"/>
                  </a:lnTo>
                  <a:lnTo>
                    <a:pt x="246313" y="994379"/>
                  </a:lnTo>
                  <a:lnTo>
                    <a:pt x="246290" y="994368"/>
                  </a:lnTo>
                  <a:lnTo>
                    <a:pt x="246256" y="994358"/>
                  </a:lnTo>
                  <a:lnTo>
                    <a:pt x="246234" y="994352"/>
                  </a:lnTo>
                  <a:lnTo>
                    <a:pt x="246209" y="994343"/>
                  </a:lnTo>
                  <a:lnTo>
                    <a:pt x="246192" y="994334"/>
                  </a:lnTo>
                  <a:lnTo>
                    <a:pt x="246183" y="994326"/>
                  </a:lnTo>
                  <a:lnTo>
                    <a:pt x="246177" y="994319"/>
                  </a:lnTo>
                  <a:lnTo>
                    <a:pt x="246168" y="994313"/>
                  </a:lnTo>
                  <a:lnTo>
                    <a:pt x="246160" y="994313"/>
                  </a:lnTo>
                  <a:lnTo>
                    <a:pt x="246153" y="994313"/>
                  </a:lnTo>
                  <a:lnTo>
                    <a:pt x="246136" y="994320"/>
                  </a:lnTo>
                  <a:lnTo>
                    <a:pt x="246090" y="994336"/>
                  </a:lnTo>
                  <a:lnTo>
                    <a:pt x="246069" y="994346"/>
                  </a:lnTo>
                  <a:lnTo>
                    <a:pt x="246055" y="994348"/>
                  </a:lnTo>
                  <a:lnTo>
                    <a:pt x="246032" y="994352"/>
                  </a:lnTo>
                  <a:lnTo>
                    <a:pt x="246018" y="994352"/>
                  </a:lnTo>
                  <a:lnTo>
                    <a:pt x="245999" y="994349"/>
                  </a:lnTo>
                  <a:lnTo>
                    <a:pt x="245968" y="994337"/>
                  </a:lnTo>
                  <a:lnTo>
                    <a:pt x="245939" y="994325"/>
                  </a:lnTo>
                  <a:lnTo>
                    <a:pt x="245922" y="994318"/>
                  </a:lnTo>
                  <a:lnTo>
                    <a:pt x="245912" y="994313"/>
                  </a:lnTo>
                  <a:lnTo>
                    <a:pt x="245902" y="994306"/>
                  </a:lnTo>
                  <a:lnTo>
                    <a:pt x="245894" y="994303"/>
                  </a:lnTo>
                  <a:lnTo>
                    <a:pt x="245884" y="994312"/>
                  </a:lnTo>
                  <a:lnTo>
                    <a:pt x="245871" y="994326"/>
                  </a:lnTo>
                  <a:lnTo>
                    <a:pt x="245846" y="994348"/>
                  </a:lnTo>
                  <a:lnTo>
                    <a:pt x="245819" y="994371"/>
                  </a:lnTo>
                  <a:lnTo>
                    <a:pt x="245783" y="994403"/>
                  </a:lnTo>
                  <a:lnTo>
                    <a:pt x="245758" y="994419"/>
                  </a:lnTo>
                  <a:lnTo>
                    <a:pt x="245745" y="994425"/>
                  </a:lnTo>
                  <a:lnTo>
                    <a:pt x="245729" y="994426"/>
                  </a:lnTo>
                  <a:lnTo>
                    <a:pt x="245715" y="994425"/>
                  </a:lnTo>
                  <a:lnTo>
                    <a:pt x="245689" y="994422"/>
                  </a:lnTo>
                  <a:lnTo>
                    <a:pt x="245647" y="994415"/>
                  </a:lnTo>
                  <a:lnTo>
                    <a:pt x="245622" y="994413"/>
                  </a:lnTo>
                  <a:lnTo>
                    <a:pt x="245595" y="994412"/>
                  </a:lnTo>
                  <a:lnTo>
                    <a:pt x="245574" y="994410"/>
                  </a:lnTo>
                  <a:lnTo>
                    <a:pt x="245527" y="994401"/>
                  </a:lnTo>
                  <a:lnTo>
                    <a:pt x="245498" y="994397"/>
                  </a:lnTo>
                  <a:lnTo>
                    <a:pt x="245475" y="994398"/>
                  </a:lnTo>
                  <a:lnTo>
                    <a:pt x="245455" y="994403"/>
                  </a:lnTo>
                  <a:lnTo>
                    <a:pt x="245430" y="994419"/>
                  </a:lnTo>
                  <a:lnTo>
                    <a:pt x="245406" y="994431"/>
                  </a:lnTo>
                  <a:lnTo>
                    <a:pt x="245392" y="994437"/>
                  </a:lnTo>
                  <a:lnTo>
                    <a:pt x="245377" y="994440"/>
                  </a:lnTo>
                  <a:lnTo>
                    <a:pt x="245345" y="994446"/>
                  </a:lnTo>
                  <a:lnTo>
                    <a:pt x="245327" y="994454"/>
                  </a:lnTo>
                  <a:lnTo>
                    <a:pt x="245305" y="994471"/>
                  </a:lnTo>
                  <a:lnTo>
                    <a:pt x="245286" y="994482"/>
                  </a:lnTo>
                  <a:lnTo>
                    <a:pt x="245270" y="994488"/>
                  </a:lnTo>
                  <a:lnTo>
                    <a:pt x="245241" y="994492"/>
                  </a:lnTo>
                  <a:lnTo>
                    <a:pt x="245218" y="994497"/>
                  </a:lnTo>
                  <a:lnTo>
                    <a:pt x="245190" y="994505"/>
                  </a:lnTo>
                  <a:lnTo>
                    <a:pt x="245162" y="994517"/>
                  </a:lnTo>
                  <a:lnTo>
                    <a:pt x="245150" y="994526"/>
                  </a:lnTo>
                  <a:lnTo>
                    <a:pt x="245132" y="994544"/>
                  </a:lnTo>
                  <a:lnTo>
                    <a:pt x="245117" y="994564"/>
                  </a:lnTo>
                  <a:lnTo>
                    <a:pt x="245105" y="994586"/>
                  </a:lnTo>
                  <a:lnTo>
                    <a:pt x="245091" y="994609"/>
                  </a:lnTo>
                  <a:lnTo>
                    <a:pt x="245083" y="994616"/>
                  </a:lnTo>
                  <a:lnTo>
                    <a:pt x="245065" y="994626"/>
                  </a:lnTo>
                  <a:lnTo>
                    <a:pt x="245050" y="994631"/>
                  </a:lnTo>
                  <a:lnTo>
                    <a:pt x="245026" y="994637"/>
                  </a:lnTo>
                  <a:lnTo>
                    <a:pt x="244993" y="994640"/>
                  </a:lnTo>
                  <a:lnTo>
                    <a:pt x="244965" y="994645"/>
                  </a:lnTo>
                  <a:lnTo>
                    <a:pt x="244940" y="994652"/>
                  </a:lnTo>
                  <a:lnTo>
                    <a:pt x="244903" y="994667"/>
                  </a:lnTo>
                  <a:lnTo>
                    <a:pt x="244884" y="994677"/>
                  </a:lnTo>
                  <a:lnTo>
                    <a:pt x="244858" y="994693"/>
                  </a:lnTo>
                  <a:lnTo>
                    <a:pt x="244832" y="994706"/>
                  </a:lnTo>
                  <a:lnTo>
                    <a:pt x="244798" y="994718"/>
                  </a:lnTo>
                  <a:lnTo>
                    <a:pt x="244769" y="994730"/>
                  </a:lnTo>
                  <a:lnTo>
                    <a:pt x="244718" y="994749"/>
                  </a:lnTo>
                  <a:lnTo>
                    <a:pt x="244698" y="994760"/>
                  </a:lnTo>
                  <a:lnTo>
                    <a:pt x="244669" y="994773"/>
                  </a:lnTo>
                  <a:lnTo>
                    <a:pt x="244649" y="994783"/>
                  </a:lnTo>
                  <a:lnTo>
                    <a:pt x="244630" y="994788"/>
                  </a:lnTo>
                  <a:lnTo>
                    <a:pt x="244601" y="994790"/>
                  </a:lnTo>
                  <a:lnTo>
                    <a:pt x="244570" y="994800"/>
                  </a:lnTo>
                  <a:lnTo>
                    <a:pt x="244546" y="994813"/>
                  </a:lnTo>
                  <a:lnTo>
                    <a:pt x="244504" y="994831"/>
                  </a:lnTo>
                  <a:lnTo>
                    <a:pt x="244484" y="994837"/>
                  </a:lnTo>
                  <a:lnTo>
                    <a:pt x="244468" y="994844"/>
                  </a:lnTo>
                  <a:lnTo>
                    <a:pt x="244450" y="994847"/>
                  </a:lnTo>
                  <a:lnTo>
                    <a:pt x="244406" y="994848"/>
                  </a:lnTo>
                  <a:lnTo>
                    <a:pt x="244379" y="994845"/>
                  </a:lnTo>
                  <a:lnTo>
                    <a:pt x="244354" y="994843"/>
                  </a:lnTo>
                  <a:lnTo>
                    <a:pt x="244322" y="994843"/>
                  </a:lnTo>
                  <a:lnTo>
                    <a:pt x="244249" y="994844"/>
                  </a:lnTo>
                  <a:lnTo>
                    <a:pt x="244206" y="994845"/>
                  </a:lnTo>
                  <a:lnTo>
                    <a:pt x="244181" y="994846"/>
                  </a:lnTo>
                  <a:lnTo>
                    <a:pt x="244158" y="994853"/>
                  </a:lnTo>
                  <a:lnTo>
                    <a:pt x="244141" y="994859"/>
                  </a:lnTo>
                  <a:lnTo>
                    <a:pt x="244126" y="994863"/>
                  </a:lnTo>
                  <a:lnTo>
                    <a:pt x="244111" y="994864"/>
                  </a:lnTo>
                  <a:lnTo>
                    <a:pt x="244094" y="994860"/>
                  </a:lnTo>
                  <a:lnTo>
                    <a:pt x="244063" y="994836"/>
                  </a:lnTo>
                  <a:lnTo>
                    <a:pt x="244024" y="994792"/>
                  </a:lnTo>
                  <a:lnTo>
                    <a:pt x="243992" y="994750"/>
                  </a:lnTo>
                  <a:lnTo>
                    <a:pt x="243972" y="994727"/>
                  </a:lnTo>
                  <a:lnTo>
                    <a:pt x="243942" y="994704"/>
                  </a:lnTo>
                  <a:lnTo>
                    <a:pt x="243928" y="994692"/>
                  </a:lnTo>
                  <a:lnTo>
                    <a:pt x="243905" y="994670"/>
                  </a:lnTo>
                  <a:lnTo>
                    <a:pt x="243888" y="994648"/>
                  </a:lnTo>
                  <a:lnTo>
                    <a:pt x="243881" y="994637"/>
                  </a:lnTo>
                  <a:lnTo>
                    <a:pt x="243879" y="994622"/>
                  </a:lnTo>
                  <a:lnTo>
                    <a:pt x="243875" y="994596"/>
                  </a:lnTo>
                  <a:lnTo>
                    <a:pt x="243866" y="994536"/>
                  </a:lnTo>
                  <a:lnTo>
                    <a:pt x="243855" y="994484"/>
                  </a:lnTo>
                  <a:lnTo>
                    <a:pt x="243846" y="994455"/>
                  </a:lnTo>
                  <a:lnTo>
                    <a:pt x="243828" y="994422"/>
                  </a:lnTo>
                  <a:lnTo>
                    <a:pt x="243823" y="994408"/>
                  </a:lnTo>
                  <a:lnTo>
                    <a:pt x="243820" y="994395"/>
                  </a:lnTo>
                  <a:lnTo>
                    <a:pt x="243822" y="994369"/>
                  </a:lnTo>
                  <a:lnTo>
                    <a:pt x="243827" y="994330"/>
                  </a:lnTo>
                  <a:lnTo>
                    <a:pt x="243831" y="994279"/>
                  </a:lnTo>
                  <a:lnTo>
                    <a:pt x="243828" y="994239"/>
                  </a:lnTo>
                  <a:lnTo>
                    <a:pt x="243822" y="994206"/>
                  </a:lnTo>
                  <a:lnTo>
                    <a:pt x="243814" y="994182"/>
                  </a:lnTo>
                  <a:lnTo>
                    <a:pt x="243790" y="994123"/>
                  </a:lnTo>
                  <a:lnTo>
                    <a:pt x="243772" y="994083"/>
                  </a:lnTo>
                  <a:lnTo>
                    <a:pt x="243758" y="994047"/>
                  </a:lnTo>
                  <a:lnTo>
                    <a:pt x="243739" y="994010"/>
                  </a:lnTo>
                  <a:lnTo>
                    <a:pt x="243725" y="993985"/>
                  </a:lnTo>
                  <a:lnTo>
                    <a:pt x="243715" y="993975"/>
                  </a:lnTo>
                  <a:lnTo>
                    <a:pt x="243702" y="993966"/>
                  </a:lnTo>
                  <a:lnTo>
                    <a:pt x="243678" y="993955"/>
                  </a:lnTo>
                  <a:lnTo>
                    <a:pt x="243660" y="993945"/>
                  </a:lnTo>
                  <a:lnTo>
                    <a:pt x="243633" y="993932"/>
                  </a:lnTo>
                  <a:lnTo>
                    <a:pt x="243618" y="993925"/>
                  </a:lnTo>
                  <a:lnTo>
                    <a:pt x="243606" y="993918"/>
                  </a:lnTo>
                  <a:lnTo>
                    <a:pt x="243589" y="993901"/>
                  </a:lnTo>
                  <a:lnTo>
                    <a:pt x="243569" y="993886"/>
                  </a:lnTo>
                  <a:lnTo>
                    <a:pt x="243544" y="993871"/>
                  </a:lnTo>
                  <a:lnTo>
                    <a:pt x="243519" y="993863"/>
                  </a:lnTo>
                  <a:lnTo>
                    <a:pt x="243502" y="993858"/>
                  </a:lnTo>
                  <a:lnTo>
                    <a:pt x="243479" y="993847"/>
                  </a:lnTo>
                  <a:lnTo>
                    <a:pt x="243458" y="993833"/>
                  </a:lnTo>
                  <a:lnTo>
                    <a:pt x="243439" y="993819"/>
                  </a:lnTo>
                  <a:lnTo>
                    <a:pt x="243415" y="993789"/>
                  </a:lnTo>
                  <a:lnTo>
                    <a:pt x="243400" y="993761"/>
                  </a:lnTo>
                  <a:lnTo>
                    <a:pt x="243395" y="993734"/>
                  </a:lnTo>
                  <a:lnTo>
                    <a:pt x="243387" y="993692"/>
                  </a:lnTo>
                  <a:lnTo>
                    <a:pt x="243379" y="993677"/>
                  </a:lnTo>
                  <a:lnTo>
                    <a:pt x="243367" y="993663"/>
                  </a:lnTo>
                  <a:lnTo>
                    <a:pt x="243353" y="993655"/>
                  </a:lnTo>
                  <a:lnTo>
                    <a:pt x="243340" y="993642"/>
                  </a:lnTo>
                  <a:lnTo>
                    <a:pt x="243310" y="993619"/>
                  </a:lnTo>
                  <a:lnTo>
                    <a:pt x="243286" y="993606"/>
                  </a:lnTo>
                  <a:lnTo>
                    <a:pt x="243275" y="993597"/>
                  </a:lnTo>
                  <a:lnTo>
                    <a:pt x="243270" y="993589"/>
                  </a:lnTo>
                  <a:lnTo>
                    <a:pt x="243269" y="993564"/>
                  </a:lnTo>
                  <a:lnTo>
                    <a:pt x="243276" y="993537"/>
                  </a:lnTo>
                  <a:lnTo>
                    <a:pt x="243287" y="993506"/>
                  </a:lnTo>
                  <a:lnTo>
                    <a:pt x="243296" y="993479"/>
                  </a:lnTo>
                  <a:lnTo>
                    <a:pt x="243297" y="993465"/>
                  </a:lnTo>
                  <a:lnTo>
                    <a:pt x="243291" y="993463"/>
                  </a:lnTo>
                  <a:lnTo>
                    <a:pt x="243277" y="993463"/>
                  </a:lnTo>
                  <a:lnTo>
                    <a:pt x="243263" y="993465"/>
                  </a:lnTo>
                  <a:lnTo>
                    <a:pt x="243251" y="993459"/>
                  </a:lnTo>
                  <a:lnTo>
                    <a:pt x="243219" y="993434"/>
                  </a:lnTo>
                  <a:lnTo>
                    <a:pt x="243210" y="993422"/>
                  </a:lnTo>
                  <a:lnTo>
                    <a:pt x="243209" y="993404"/>
                  </a:lnTo>
                  <a:lnTo>
                    <a:pt x="243211" y="993378"/>
                  </a:lnTo>
                  <a:lnTo>
                    <a:pt x="243220" y="993350"/>
                  </a:lnTo>
                  <a:lnTo>
                    <a:pt x="243221" y="993335"/>
                  </a:lnTo>
                  <a:lnTo>
                    <a:pt x="243220" y="993322"/>
                  </a:lnTo>
                  <a:lnTo>
                    <a:pt x="243216" y="993312"/>
                  </a:lnTo>
                  <a:lnTo>
                    <a:pt x="243202" y="993296"/>
                  </a:lnTo>
                  <a:lnTo>
                    <a:pt x="243185" y="993280"/>
                  </a:lnTo>
                  <a:lnTo>
                    <a:pt x="243168" y="993251"/>
                  </a:lnTo>
                  <a:lnTo>
                    <a:pt x="243152" y="993238"/>
                  </a:lnTo>
                  <a:lnTo>
                    <a:pt x="243133" y="993226"/>
                  </a:lnTo>
                  <a:lnTo>
                    <a:pt x="243123" y="993216"/>
                  </a:lnTo>
                  <a:lnTo>
                    <a:pt x="243113" y="993189"/>
                  </a:lnTo>
                  <a:lnTo>
                    <a:pt x="243101" y="993174"/>
                  </a:lnTo>
                  <a:lnTo>
                    <a:pt x="243080" y="993157"/>
                  </a:lnTo>
                  <a:lnTo>
                    <a:pt x="243059" y="993132"/>
                  </a:lnTo>
                  <a:lnTo>
                    <a:pt x="243045" y="993107"/>
                  </a:lnTo>
                  <a:lnTo>
                    <a:pt x="243031" y="993078"/>
                  </a:lnTo>
                  <a:lnTo>
                    <a:pt x="243025" y="993060"/>
                  </a:lnTo>
                  <a:lnTo>
                    <a:pt x="243007" y="993002"/>
                  </a:lnTo>
                  <a:lnTo>
                    <a:pt x="242999" y="992960"/>
                  </a:lnTo>
                  <a:lnTo>
                    <a:pt x="242998" y="992928"/>
                  </a:lnTo>
                  <a:lnTo>
                    <a:pt x="242996" y="992907"/>
                  </a:lnTo>
                  <a:lnTo>
                    <a:pt x="242998" y="992890"/>
                  </a:lnTo>
                  <a:lnTo>
                    <a:pt x="243015" y="992862"/>
                  </a:lnTo>
                  <a:lnTo>
                    <a:pt x="243030" y="992843"/>
                  </a:lnTo>
                  <a:lnTo>
                    <a:pt x="243030" y="992834"/>
                  </a:lnTo>
                  <a:lnTo>
                    <a:pt x="243025" y="992822"/>
                  </a:lnTo>
                  <a:lnTo>
                    <a:pt x="243013" y="992808"/>
                  </a:lnTo>
                  <a:lnTo>
                    <a:pt x="242991" y="992785"/>
                  </a:lnTo>
                  <a:lnTo>
                    <a:pt x="242976" y="992764"/>
                  </a:lnTo>
                  <a:lnTo>
                    <a:pt x="242972" y="992744"/>
                  </a:lnTo>
                  <a:lnTo>
                    <a:pt x="242975" y="992715"/>
                  </a:lnTo>
                  <a:lnTo>
                    <a:pt x="242979" y="992696"/>
                  </a:lnTo>
                  <a:lnTo>
                    <a:pt x="242979" y="992690"/>
                  </a:lnTo>
                  <a:lnTo>
                    <a:pt x="242975" y="992686"/>
                  </a:lnTo>
                  <a:lnTo>
                    <a:pt x="242965" y="992686"/>
                  </a:lnTo>
                  <a:lnTo>
                    <a:pt x="242950" y="992685"/>
                  </a:lnTo>
                  <a:lnTo>
                    <a:pt x="242916" y="992683"/>
                  </a:lnTo>
                  <a:lnTo>
                    <a:pt x="242900" y="992681"/>
                  </a:lnTo>
                  <a:lnTo>
                    <a:pt x="242874" y="992670"/>
                  </a:lnTo>
                  <a:lnTo>
                    <a:pt x="242854" y="992663"/>
                  </a:lnTo>
                  <a:lnTo>
                    <a:pt x="242840" y="992654"/>
                  </a:lnTo>
                  <a:lnTo>
                    <a:pt x="242832" y="992640"/>
                  </a:lnTo>
                  <a:lnTo>
                    <a:pt x="242828" y="992630"/>
                  </a:lnTo>
                  <a:lnTo>
                    <a:pt x="242820" y="992620"/>
                  </a:lnTo>
                  <a:lnTo>
                    <a:pt x="242779" y="992579"/>
                  </a:lnTo>
                  <a:lnTo>
                    <a:pt x="242765" y="992570"/>
                  </a:lnTo>
                  <a:lnTo>
                    <a:pt x="242742" y="992560"/>
                  </a:lnTo>
                  <a:lnTo>
                    <a:pt x="242716" y="992547"/>
                  </a:lnTo>
                  <a:lnTo>
                    <a:pt x="242703" y="992538"/>
                  </a:lnTo>
                  <a:lnTo>
                    <a:pt x="242689" y="992522"/>
                  </a:lnTo>
                  <a:lnTo>
                    <a:pt x="242676" y="992500"/>
                  </a:lnTo>
                  <a:lnTo>
                    <a:pt x="242654" y="992454"/>
                  </a:lnTo>
                  <a:lnTo>
                    <a:pt x="242635" y="992410"/>
                  </a:lnTo>
                  <a:lnTo>
                    <a:pt x="242627" y="992395"/>
                  </a:lnTo>
                  <a:lnTo>
                    <a:pt x="242615" y="992381"/>
                  </a:lnTo>
                  <a:lnTo>
                    <a:pt x="242598" y="992363"/>
                  </a:lnTo>
                  <a:lnTo>
                    <a:pt x="242582" y="992351"/>
                  </a:lnTo>
                  <a:lnTo>
                    <a:pt x="242569" y="992341"/>
                  </a:lnTo>
                  <a:lnTo>
                    <a:pt x="242549" y="992329"/>
                  </a:lnTo>
                  <a:lnTo>
                    <a:pt x="242530" y="992309"/>
                  </a:lnTo>
                  <a:lnTo>
                    <a:pt x="242484" y="992272"/>
                  </a:lnTo>
                  <a:lnTo>
                    <a:pt x="242450" y="992242"/>
                  </a:lnTo>
                  <a:lnTo>
                    <a:pt x="242411" y="992211"/>
                  </a:lnTo>
                  <a:lnTo>
                    <a:pt x="242384" y="992186"/>
                  </a:lnTo>
                  <a:lnTo>
                    <a:pt x="242373" y="992172"/>
                  </a:lnTo>
                  <a:lnTo>
                    <a:pt x="242369" y="992163"/>
                  </a:lnTo>
                  <a:lnTo>
                    <a:pt x="242368" y="992150"/>
                  </a:lnTo>
                  <a:lnTo>
                    <a:pt x="242367" y="992123"/>
                  </a:lnTo>
                  <a:lnTo>
                    <a:pt x="242366" y="992084"/>
                  </a:lnTo>
                  <a:lnTo>
                    <a:pt x="242367" y="992057"/>
                  </a:lnTo>
                  <a:lnTo>
                    <a:pt x="242363" y="992045"/>
                  </a:lnTo>
                  <a:lnTo>
                    <a:pt x="242355" y="992032"/>
                  </a:lnTo>
                  <a:lnTo>
                    <a:pt x="242341" y="992015"/>
                  </a:lnTo>
                  <a:lnTo>
                    <a:pt x="242327" y="992006"/>
                  </a:lnTo>
                  <a:lnTo>
                    <a:pt x="242313" y="992001"/>
                  </a:lnTo>
                  <a:lnTo>
                    <a:pt x="242295" y="991998"/>
                  </a:lnTo>
                  <a:lnTo>
                    <a:pt x="242278" y="991994"/>
                  </a:lnTo>
                  <a:lnTo>
                    <a:pt x="242261" y="991986"/>
                  </a:lnTo>
                  <a:lnTo>
                    <a:pt x="242245" y="991976"/>
                  </a:lnTo>
                  <a:lnTo>
                    <a:pt x="242236" y="991964"/>
                  </a:lnTo>
                  <a:lnTo>
                    <a:pt x="242228" y="991949"/>
                  </a:lnTo>
                  <a:lnTo>
                    <a:pt x="242209" y="991913"/>
                  </a:lnTo>
                  <a:lnTo>
                    <a:pt x="242189" y="991873"/>
                  </a:lnTo>
                  <a:lnTo>
                    <a:pt x="242180" y="991859"/>
                  </a:lnTo>
                  <a:lnTo>
                    <a:pt x="242168" y="991844"/>
                  </a:lnTo>
                  <a:lnTo>
                    <a:pt x="242144" y="991819"/>
                  </a:lnTo>
                  <a:lnTo>
                    <a:pt x="242126" y="991789"/>
                  </a:lnTo>
                  <a:lnTo>
                    <a:pt x="242118" y="991770"/>
                  </a:lnTo>
                  <a:lnTo>
                    <a:pt x="242113" y="991753"/>
                  </a:lnTo>
                  <a:lnTo>
                    <a:pt x="242103" y="991728"/>
                  </a:lnTo>
                  <a:lnTo>
                    <a:pt x="242098" y="991710"/>
                  </a:lnTo>
                  <a:lnTo>
                    <a:pt x="242093" y="991683"/>
                  </a:lnTo>
                  <a:lnTo>
                    <a:pt x="242088" y="991669"/>
                  </a:lnTo>
                  <a:lnTo>
                    <a:pt x="242079" y="991652"/>
                  </a:lnTo>
                  <a:lnTo>
                    <a:pt x="242070" y="991633"/>
                  </a:lnTo>
                  <a:lnTo>
                    <a:pt x="242062" y="991620"/>
                  </a:lnTo>
                  <a:lnTo>
                    <a:pt x="242040" y="991591"/>
                  </a:lnTo>
                  <a:lnTo>
                    <a:pt x="242016" y="991558"/>
                  </a:lnTo>
                  <a:lnTo>
                    <a:pt x="241996" y="991530"/>
                  </a:lnTo>
                  <a:lnTo>
                    <a:pt x="241963" y="991494"/>
                  </a:lnTo>
                  <a:lnTo>
                    <a:pt x="241938" y="991473"/>
                  </a:lnTo>
                  <a:lnTo>
                    <a:pt x="241915" y="991456"/>
                  </a:lnTo>
                  <a:lnTo>
                    <a:pt x="241894" y="991442"/>
                  </a:lnTo>
                  <a:lnTo>
                    <a:pt x="241880" y="991422"/>
                  </a:lnTo>
                  <a:lnTo>
                    <a:pt x="241876" y="991411"/>
                  </a:lnTo>
                  <a:lnTo>
                    <a:pt x="241876" y="991401"/>
                  </a:lnTo>
                  <a:lnTo>
                    <a:pt x="241878" y="991383"/>
                  </a:lnTo>
                  <a:lnTo>
                    <a:pt x="241886" y="991368"/>
                  </a:lnTo>
                  <a:lnTo>
                    <a:pt x="241899" y="991349"/>
                  </a:lnTo>
                  <a:lnTo>
                    <a:pt x="241905" y="991336"/>
                  </a:lnTo>
                  <a:lnTo>
                    <a:pt x="241910" y="991320"/>
                  </a:lnTo>
                  <a:lnTo>
                    <a:pt x="241913" y="991290"/>
                  </a:lnTo>
                  <a:lnTo>
                    <a:pt x="241920" y="991253"/>
                  </a:lnTo>
                  <a:lnTo>
                    <a:pt x="241928" y="991217"/>
                  </a:lnTo>
                  <a:lnTo>
                    <a:pt x="241927" y="991200"/>
                  </a:lnTo>
                  <a:lnTo>
                    <a:pt x="241923" y="991190"/>
                  </a:lnTo>
                  <a:lnTo>
                    <a:pt x="241913" y="991182"/>
                  </a:lnTo>
                  <a:lnTo>
                    <a:pt x="241900" y="991173"/>
                  </a:lnTo>
                  <a:lnTo>
                    <a:pt x="241862" y="991159"/>
                  </a:lnTo>
                  <a:lnTo>
                    <a:pt x="241838" y="991152"/>
                  </a:lnTo>
                  <a:lnTo>
                    <a:pt x="241812" y="991147"/>
                  </a:lnTo>
                  <a:lnTo>
                    <a:pt x="241787" y="991144"/>
                  </a:lnTo>
                  <a:lnTo>
                    <a:pt x="241764" y="991144"/>
                  </a:lnTo>
                  <a:lnTo>
                    <a:pt x="241739" y="991146"/>
                  </a:lnTo>
                  <a:lnTo>
                    <a:pt x="241709" y="991150"/>
                  </a:lnTo>
                  <a:lnTo>
                    <a:pt x="241693" y="991152"/>
                  </a:lnTo>
                  <a:lnTo>
                    <a:pt x="241677" y="991151"/>
                  </a:lnTo>
                  <a:lnTo>
                    <a:pt x="241663" y="991147"/>
                  </a:lnTo>
                  <a:lnTo>
                    <a:pt x="241633" y="991126"/>
                  </a:lnTo>
                  <a:lnTo>
                    <a:pt x="241607" y="991106"/>
                  </a:lnTo>
                  <a:lnTo>
                    <a:pt x="241585" y="991083"/>
                  </a:lnTo>
                  <a:lnTo>
                    <a:pt x="241569" y="991061"/>
                  </a:lnTo>
                  <a:lnTo>
                    <a:pt x="241558" y="991032"/>
                  </a:lnTo>
                  <a:lnTo>
                    <a:pt x="241541" y="990988"/>
                  </a:lnTo>
                  <a:lnTo>
                    <a:pt x="241533" y="990972"/>
                  </a:lnTo>
                  <a:lnTo>
                    <a:pt x="241519" y="990948"/>
                  </a:lnTo>
                  <a:lnTo>
                    <a:pt x="241506" y="990921"/>
                  </a:lnTo>
                  <a:lnTo>
                    <a:pt x="241491" y="990890"/>
                  </a:lnTo>
                  <a:lnTo>
                    <a:pt x="241471" y="990848"/>
                  </a:lnTo>
                  <a:lnTo>
                    <a:pt x="241455" y="990812"/>
                  </a:lnTo>
                  <a:lnTo>
                    <a:pt x="241445" y="990795"/>
                  </a:lnTo>
                  <a:lnTo>
                    <a:pt x="241432" y="990779"/>
                  </a:lnTo>
                  <a:lnTo>
                    <a:pt x="241408" y="990756"/>
                  </a:lnTo>
                  <a:lnTo>
                    <a:pt x="241386" y="990745"/>
                  </a:lnTo>
                  <a:lnTo>
                    <a:pt x="241351" y="990735"/>
                  </a:lnTo>
                  <a:lnTo>
                    <a:pt x="241330" y="990727"/>
                  </a:lnTo>
                  <a:lnTo>
                    <a:pt x="241319" y="990720"/>
                  </a:lnTo>
                  <a:lnTo>
                    <a:pt x="241301" y="990700"/>
                  </a:lnTo>
                  <a:lnTo>
                    <a:pt x="241271" y="990672"/>
                  </a:lnTo>
                  <a:lnTo>
                    <a:pt x="241242" y="990647"/>
                  </a:lnTo>
                  <a:lnTo>
                    <a:pt x="241218" y="990630"/>
                  </a:lnTo>
                  <a:lnTo>
                    <a:pt x="241196" y="990620"/>
                  </a:lnTo>
                  <a:lnTo>
                    <a:pt x="241183" y="990618"/>
                  </a:lnTo>
                  <a:lnTo>
                    <a:pt x="241169" y="990618"/>
                  </a:lnTo>
                  <a:lnTo>
                    <a:pt x="241164" y="990619"/>
                  </a:lnTo>
                  <a:lnTo>
                    <a:pt x="241156" y="990622"/>
                  </a:lnTo>
                  <a:lnTo>
                    <a:pt x="241137" y="990635"/>
                  </a:lnTo>
                  <a:lnTo>
                    <a:pt x="241130" y="990641"/>
                  </a:lnTo>
                  <a:lnTo>
                    <a:pt x="241114" y="990654"/>
                  </a:lnTo>
                  <a:lnTo>
                    <a:pt x="241106" y="990667"/>
                  </a:lnTo>
                  <a:lnTo>
                    <a:pt x="241090" y="990687"/>
                  </a:lnTo>
                  <a:lnTo>
                    <a:pt x="241074" y="990695"/>
                  </a:lnTo>
                  <a:lnTo>
                    <a:pt x="241032" y="990705"/>
                  </a:lnTo>
                  <a:lnTo>
                    <a:pt x="240993" y="990713"/>
                  </a:lnTo>
                  <a:lnTo>
                    <a:pt x="240970" y="990727"/>
                  </a:lnTo>
                  <a:lnTo>
                    <a:pt x="240911" y="990802"/>
                  </a:lnTo>
                  <a:lnTo>
                    <a:pt x="240901" y="990813"/>
                  </a:lnTo>
                  <a:lnTo>
                    <a:pt x="240878" y="990820"/>
                  </a:lnTo>
                  <a:lnTo>
                    <a:pt x="240841" y="990826"/>
                  </a:lnTo>
                  <a:lnTo>
                    <a:pt x="240780" y="990842"/>
                  </a:lnTo>
                  <a:lnTo>
                    <a:pt x="240742" y="990846"/>
                  </a:lnTo>
                  <a:lnTo>
                    <a:pt x="240716" y="990848"/>
                  </a:lnTo>
                  <a:lnTo>
                    <a:pt x="240689" y="990847"/>
                  </a:lnTo>
                  <a:lnTo>
                    <a:pt x="240660" y="990830"/>
                  </a:lnTo>
                  <a:lnTo>
                    <a:pt x="240601" y="990821"/>
                  </a:lnTo>
                  <a:lnTo>
                    <a:pt x="240570" y="990819"/>
                  </a:lnTo>
                  <a:lnTo>
                    <a:pt x="240515" y="990806"/>
                  </a:lnTo>
                  <a:lnTo>
                    <a:pt x="240493" y="990796"/>
                  </a:lnTo>
                  <a:lnTo>
                    <a:pt x="240448" y="990761"/>
                  </a:lnTo>
                  <a:lnTo>
                    <a:pt x="240403" y="990729"/>
                  </a:lnTo>
                  <a:lnTo>
                    <a:pt x="240357" y="990707"/>
                  </a:lnTo>
                  <a:lnTo>
                    <a:pt x="240320" y="990696"/>
                  </a:lnTo>
                  <a:lnTo>
                    <a:pt x="240314" y="990694"/>
                  </a:lnTo>
                  <a:lnTo>
                    <a:pt x="240282" y="990687"/>
                  </a:lnTo>
                  <a:lnTo>
                    <a:pt x="240273" y="990682"/>
                  </a:lnTo>
                  <a:lnTo>
                    <a:pt x="240266" y="990675"/>
                  </a:lnTo>
                  <a:lnTo>
                    <a:pt x="240263" y="990661"/>
                  </a:lnTo>
                  <a:lnTo>
                    <a:pt x="240262" y="990651"/>
                  </a:lnTo>
                  <a:lnTo>
                    <a:pt x="240261" y="990645"/>
                  </a:lnTo>
                  <a:lnTo>
                    <a:pt x="240253" y="990636"/>
                  </a:lnTo>
                  <a:lnTo>
                    <a:pt x="240238" y="990625"/>
                  </a:lnTo>
                  <a:lnTo>
                    <a:pt x="240214" y="990622"/>
                  </a:lnTo>
                  <a:lnTo>
                    <a:pt x="240185" y="990618"/>
                  </a:lnTo>
                  <a:lnTo>
                    <a:pt x="240173" y="990614"/>
                  </a:lnTo>
                  <a:lnTo>
                    <a:pt x="240159" y="990600"/>
                  </a:lnTo>
                  <a:lnTo>
                    <a:pt x="240132" y="990583"/>
                  </a:lnTo>
                  <a:lnTo>
                    <a:pt x="240121" y="990578"/>
                  </a:lnTo>
                  <a:lnTo>
                    <a:pt x="240108" y="990575"/>
                  </a:lnTo>
                  <a:lnTo>
                    <a:pt x="240083" y="990574"/>
                  </a:lnTo>
                  <a:lnTo>
                    <a:pt x="240063" y="990572"/>
                  </a:lnTo>
                  <a:lnTo>
                    <a:pt x="240052" y="990569"/>
                  </a:lnTo>
                  <a:lnTo>
                    <a:pt x="240039" y="990562"/>
                  </a:lnTo>
                  <a:lnTo>
                    <a:pt x="240030" y="990556"/>
                  </a:lnTo>
                  <a:lnTo>
                    <a:pt x="240004" y="990522"/>
                  </a:lnTo>
                  <a:lnTo>
                    <a:pt x="239996" y="990508"/>
                  </a:lnTo>
                  <a:lnTo>
                    <a:pt x="239983" y="990492"/>
                  </a:lnTo>
                  <a:lnTo>
                    <a:pt x="239967" y="990485"/>
                  </a:lnTo>
                  <a:lnTo>
                    <a:pt x="239943" y="990477"/>
                  </a:lnTo>
                  <a:lnTo>
                    <a:pt x="239917" y="990465"/>
                  </a:lnTo>
                  <a:lnTo>
                    <a:pt x="239865" y="990448"/>
                  </a:lnTo>
                  <a:lnTo>
                    <a:pt x="239828" y="990439"/>
                  </a:lnTo>
                  <a:lnTo>
                    <a:pt x="239800" y="990414"/>
                  </a:lnTo>
                  <a:lnTo>
                    <a:pt x="239774" y="990398"/>
                  </a:lnTo>
                  <a:lnTo>
                    <a:pt x="239748" y="990389"/>
                  </a:lnTo>
                  <a:lnTo>
                    <a:pt x="239691" y="990376"/>
                  </a:lnTo>
                  <a:lnTo>
                    <a:pt x="239659" y="990363"/>
                  </a:lnTo>
                  <a:lnTo>
                    <a:pt x="239630" y="990348"/>
                  </a:lnTo>
                  <a:lnTo>
                    <a:pt x="239594" y="990320"/>
                  </a:lnTo>
                  <a:lnTo>
                    <a:pt x="239579" y="990302"/>
                  </a:lnTo>
                  <a:lnTo>
                    <a:pt x="239560" y="990272"/>
                  </a:lnTo>
                  <a:lnTo>
                    <a:pt x="239549" y="990232"/>
                  </a:lnTo>
                  <a:lnTo>
                    <a:pt x="239536" y="990209"/>
                  </a:lnTo>
                  <a:lnTo>
                    <a:pt x="239525" y="990196"/>
                  </a:lnTo>
                  <a:lnTo>
                    <a:pt x="239490" y="990166"/>
                  </a:lnTo>
                  <a:lnTo>
                    <a:pt x="239433" y="990122"/>
                  </a:lnTo>
                  <a:lnTo>
                    <a:pt x="239408" y="990095"/>
                  </a:lnTo>
                  <a:lnTo>
                    <a:pt x="239393" y="990064"/>
                  </a:lnTo>
                  <a:lnTo>
                    <a:pt x="239361" y="990045"/>
                  </a:lnTo>
                  <a:lnTo>
                    <a:pt x="239321" y="990008"/>
                  </a:lnTo>
                  <a:lnTo>
                    <a:pt x="239299" y="989981"/>
                  </a:lnTo>
                  <a:lnTo>
                    <a:pt x="239289" y="989951"/>
                  </a:lnTo>
                  <a:lnTo>
                    <a:pt x="239262" y="989891"/>
                  </a:lnTo>
                  <a:lnTo>
                    <a:pt x="239235" y="989848"/>
                  </a:lnTo>
                  <a:lnTo>
                    <a:pt x="239229" y="989823"/>
                  </a:lnTo>
                  <a:lnTo>
                    <a:pt x="239235" y="989771"/>
                  </a:lnTo>
                  <a:lnTo>
                    <a:pt x="239237" y="989699"/>
                  </a:lnTo>
                  <a:lnTo>
                    <a:pt x="239235" y="989640"/>
                  </a:lnTo>
                  <a:lnTo>
                    <a:pt x="239219" y="989586"/>
                  </a:lnTo>
                  <a:lnTo>
                    <a:pt x="239204" y="989575"/>
                  </a:lnTo>
                  <a:lnTo>
                    <a:pt x="239188" y="989566"/>
                  </a:lnTo>
                  <a:lnTo>
                    <a:pt x="239172" y="989561"/>
                  </a:lnTo>
                  <a:lnTo>
                    <a:pt x="239140" y="989558"/>
                  </a:lnTo>
                  <a:lnTo>
                    <a:pt x="239118" y="989549"/>
                  </a:lnTo>
                  <a:lnTo>
                    <a:pt x="239090" y="989530"/>
                  </a:lnTo>
                  <a:lnTo>
                    <a:pt x="239063" y="989501"/>
                  </a:lnTo>
                  <a:lnTo>
                    <a:pt x="239036" y="989488"/>
                  </a:lnTo>
                  <a:lnTo>
                    <a:pt x="238963" y="989475"/>
                  </a:lnTo>
                  <a:lnTo>
                    <a:pt x="238890" y="989464"/>
                  </a:lnTo>
                  <a:lnTo>
                    <a:pt x="238853" y="989451"/>
                  </a:lnTo>
                  <a:lnTo>
                    <a:pt x="238796" y="989428"/>
                  </a:lnTo>
                  <a:lnTo>
                    <a:pt x="238748" y="989409"/>
                  </a:lnTo>
                  <a:lnTo>
                    <a:pt x="238700" y="989383"/>
                  </a:lnTo>
                  <a:lnTo>
                    <a:pt x="238682" y="989369"/>
                  </a:lnTo>
                  <a:lnTo>
                    <a:pt x="238659" y="989347"/>
                  </a:lnTo>
                  <a:lnTo>
                    <a:pt x="238624" y="989312"/>
                  </a:lnTo>
                  <a:lnTo>
                    <a:pt x="238568" y="989278"/>
                  </a:lnTo>
                  <a:lnTo>
                    <a:pt x="238504" y="989245"/>
                  </a:lnTo>
                  <a:lnTo>
                    <a:pt x="238449" y="989220"/>
                  </a:lnTo>
                  <a:lnTo>
                    <a:pt x="238437" y="989213"/>
                  </a:lnTo>
                  <a:lnTo>
                    <a:pt x="238417" y="989205"/>
                  </a:lnTo>
                  <a:lnTo>
                    <a:pt x="238408" y="989200"/>
                  </a:lnTo>
                  <a:lnTo>
                    <a:pt x="238397" y="989183"/>
                  </a:lnTo>
                  <a:lnTo>
                    <a:pt x="238373" y="989160"/>
                  </a:lnTo>
                  <a:lnTo>
                    <a:pt x="238325" y="989131"/>
                  </a:lnTo>
                  <a:lnTo>
                    <a:pt x="238292" y="989105"/>
                  </a:lnTo>
                  <a:lnTo>
                    <a:pt x="238264" y="989089"/>
                  </a:lnTo>
                  <a:lnTo>
                    <a:pt x="238244" y="989084"/>
                  </a:lnTo>
                  <a:lnTo>
                    <a:pt x="238180" y="989083"/>
                  </a:lnTo>
                  <a:lnTo>
                    <a:pt x="238125" y="989075"/>
                  </a:lnTo>
                  <a:lnTo>
                    <a:pt x="238075" y="989073"/>
                  </a:lnTo>
                  <a:lnTo>
                    <a:pt x="238027" y="989070"/>
                  </a:lnTo>
                  <a:lnTo>
                    <a:pt x="237991" y="989062"/>
                  </a:lnTo>
                  <a:lnTo>
                    <a:pt x="237945" y="989049"/>
                  </a:lnTo>
                  <a:lnTo>
                    <a:pt x="237899" y="989049"/>
                  </a:lnTo>
                  <a:lnTo>
                    <a:pt x="237881" y="989057"/>
                  </a:lnTo>
                  <a:lnTo>
                    <a:pt x="237857" y="989096"/>
                  </a:lnTo>
                  <a:lnTo>
                    <a:pt x="237822" y="989145"/>
                  </a:lnTo>
                  <a:lnTo>
                    <a:pt x="237807" y="989173"/>
                  </a:lnTo>
                  <a:lnTo>
                    <a:pt x="237791" y="989221"/>
                  </a:lnTo>
                  <a:lnTo>
                    <a:pt x="237777" y="989279"/>
                  </a:lnTo>
                  <a:lnTo>
                    <a:pt x="237766" y="989349"/>
                  </a:lnTo>
                  <a:lnTo>
                    <a:pt x="237768" y="989403"/>
                  </a:lnTo>
                  <a:lnTo>
                    <a:pt x="237782" y="989494"/>
                  </a:lnTo>
                  <a:lnTo>
                    <a:pt x="237795" y="989552"/>
                  </a:lnTo>
                  <a:lnTo>
                    <a:pt x="237801" y="989586"/>
                  </a:lnTo>
                  <a:lnTo>
                    <a:pt x="237807" y="989607"/>
                  </a:lnTo>
                  <a:lnTo>
                    <a:pt x="237816" y="989630"/>
                  </a:lnTo>
                  <a:lnTo>
                    <a:pt x="237830" y="989642"/>
                  </a:lnTo>
                  <a:lnTo>
                    <a:pt x="237845" y="989652"/>
                  </a:lnTo>
                  <a:lnTo>
                    <a:pt x="237861" y="989667"/>
                  </a:lnTo>
                  <a:lnTo>
                    <a:pt x="237881" y="989691"/>
                  </a:lnTo>
                  <a:lnTo>
                    <a:pt x="237894" y="989719"/>
                  </a:lnTo>
                  <a:lnTo>
                    <a:pt x="237893" y="989740"/>
                  </a:lnTo>
                  <a:lnTo>
                    <a:pt x="237888" y="989753"/>
                  </a:lnTo>
                  <a:lnTo>
                    <a:pt x="237871" y="989764"/>
                  </a:lnTo>
                  <a:lnTo>
                    <a:pt x="237842" y="989779"/>
                  </a:lnTo>
                  <a:lnTo>
                    <a:pt x="237822" y="989798"/>
                  </a:lnTo>
                  <a:lnTo>
                    <a:pt x="237812" y="989817"/>
                  </a:lnTo>
                  <a:lnTo>
                    <a:pt x="237803" y="989838"/>
                  </a:lnTo>
                  <a:lnTo>
                    <a:pt x="237782" y="989878"/>
                  </a:lnTo>
                  <a:lnTo>
                    <a:pt x="237772" y="989900"/>
                  </a:lnTo>
                  <a:lnTo>
                    <a:pt x="237741" y="989953"/>
                  </a:lnTo>
                  <a:lnTo>
                    <a:pt x="237736" y="989983"/>
                  </a:lnTo>
                  <a:lnTo>
                    <a:pt x="237720" y="990013"/>
                  </a:lnTo>
                  <a:lnTo>
                    <a:pt x="237705" y="990026"/>
                  </a:lnTo>
                  <a:lnTo>
                    <a:pt x="237692" y="990032"/>
                  </a:lnTo>
                  <a:lnTo>
                    <a:pt x="237672" y="990032"/>
                  </a:lnTo>
                  <a:lnTo>
                    <a:pt x="237636" y="990021"/>
                  </a:lnTo>
                  <a:lnTo>
                    <a:pt x="237593" y="990007"/>
                  </a:lnTo>
                  <a:lnTo>
                    <a:pt x="237588" y="990004"/>
                  </a:lnTo>
                  <a:lnTo>
                    <a:pt x="237570" y="989993"/>
                  </a:lnTo>
                  <a:lnTo>
                    <a:pt x="237555" y="989980"/>
                  </a:lnTo>
                  <a:lnTo>
                    <a:pt x="237545" y="989969"/>
                  </a:lnTo>
                  <a:lnTo>
                    <a:pt x="237538" y="989963"/>
                  </a:lnTo>
                  <a:lnTo>
                    <a:pt x="237522" y="989957"/>
                  </a:lnTo>
                  <a:lnTo>
                    <a:pt x="237517" y="989957"/>
                  </a:lnTo>
                  <a:lnTo>
                    <a:pt x="237492" y="989955"/>
                  </a:lnTo>
                  <a:lnTo>
                    <a:pt x="237457" y="989960"/>
                  </a:lnTo>
                  <a:lnTo>
                    <a:pt x="237424" y="989969"/>
                  </a:lnTo>
                  <a:lnTo>
                    <a:pt x="237358" y="990000"/>
                  </a:lnTo>
                  <a:lnTo>
                    <a:pt x="237311" y="990012"/>
                  </a:lnTo>
                  <a:lnTo>
                    <a:pt x="237244" y="990029"/>
                  </a:lnTo>
                  <a:lnTo>
                    <a:pt x="237204" y="990037"/>
                  </a:lnTo>
                  <a:lnTo>
                    <a:pt x="237184" y="990049"/>
                  </a:lnTo>
                  <a:lnTo>
                    <a:pt x="237171" y="990059"/>
                  </a:lnTo>
                  <a:lnTo>
                    <a:pt x="237147" y="990091"/>
                  </a:lnTo>
                  <a:lnTo>
                    <a:pt x="237120" y="990126"/>
                  </a:lnTo>
                  <a:lnTo>
                    <a:pt x="237103" y="990140"/>
                  </a:lnTo>
                  <a:lnTo>
                    <a:pt x="237040" y="990163"/>
                  </a:lnTo>
                  <a:lnTo>
                    <a:pt x="236971" y="990183"/>
                  </a:lnTo>
                  <a:lnTo>
                    <a:pt x="236951" y="990191"/>
                  </a:lnTo>
                  <a:lnTo>
                    <a:pt x="236898" y="990214"/>
                  </a:lnTo>
                  <a:lnTo>
                    <a:pt x="236856" y="990244"/>
                  </a:lnTo>
                  <a:lnTo>
                    <a:pt x="236834" y="990268"/>
                  </a:lnTo>
                  <a:lnTo>
                    <a:pt x="236815" y="990294"/>
                  </a:lnTo>
                  <a:lnTo>
                    <a:pt x="236786" y="990319"/>
                  </a:lnTo>
                  <a:lnTo>
                    <a:pt x="236775" y="990329"/>
                  </a:lnTo>
                  <a:lnTo>
                    <a:pt x="236742" y="990338"/>
                  </a:lnTo>
                  <a:lnTo>
                    <a:pt x="236719" y="990340"/>
                  </a:lnTo>
                  <a:lnTo>
                    <a:pt x="236711" y="990342"/>
                  </a:lnTo>
                  <a:lnTo>
                    <a:pt x="236625" y="990360"/>
                  </a:lnTo>
                  <a:lnTo>
                    <a:pt x="236591" y="990373"/>
                  </a:lnTo>
                  <a:lnTo>
                    <a:pt x="236572" y="990384"/>
                  </a:lnTo>
                  <a:lnTo>
                    <a:pt x="236544" y="990393"/>
                  </a:lnTo>
                  <a:lnTo>
                    <a:pt x="236538" y="990395"/>
                  </a:lnTo>
                  <a:lnTo>
                    <a:pt x="236475" y="990424"/>
                  </a:lnTo>
                  <a:lnTo>
                    <a:pt x="236463" y="990435"/>
                  </a:lnTo>
                  <a:lnTo>
                    <a:pt x="236455" y="990442"/>
                  </a:lnTo>
                  <a:lnTo>
                    <a:pt x="236443" y="990456"/>
                  </a:lnTo>
                  <a:lnTo>
                    <a:pt x="236428" y="990463"/>
                  </a:lnTo>
                  <a:lnTo>
                    <a:pt x="236411" y="990467"/>
                  </a:lnTo>
                  <a:lnTo>
                    <a:pt x="236375" y="990465"/>
                  </a:lnTo>
                  <a:lnTo>
                    <a:pt x="236357" y="990463"/>
                  </a:lnTo>
                  <a:lnTo>
                    <a:pt x="236320" y="990455"/>
                  </a:lnTo>
                  <a:lnTo>
                    <a:pt x="236237" y="990444"/>
                  </a:lnTo>
                  <a:lnTo>
                    <a:pt x="236193" y="990443"/>
                  </a:lnTo>
                  <a:lnTo>
                    <a:pt x="236167" y="990445"/>
                  </a:lnTo>
                  <a:lnTo>
                    <a:pt x="236152" y="990449"/>
                  </a:lnTo>
                  <a:lnTo>
                    <a:pt x="236129" y="990462"/>
                  </a:lnTo>
                  <a:lnTo>
                    <a:pt x="236114" y="990467"/>
                  </a:lnTo>
                  <a:lnTo>
                    <a:pt x="236108" y="990468"/>
                  </a:lnTo>
                  <a:lnTo>
                    <a:pt x="236100" y="990479"/>
                  </a:lnTo>
                  <a:lnTo>
                    <a:pt x="236083" y="990498"/>
                  </a:lnTo>
                  <a:lnTo>
                    <a:pt x="236066" y="990516"/>
                  </a:lnTo>
                  <a:lnTo>
                    <a:pt x="236041" y="990539"/>
                  </a:lnTo>
                  <a:lnTo>
                    <a:pt x="236019" y="990560"/>
                  </a:lnTo>
                  <a:lnTo>
                    <a:pt x="235998" y="990578"/>
                  </a:lnTo>
                  <a:lnTo>
                    <a:pt x="235991" y="990585"/>
                  </a:lnTo>
                  <a:lnTo>
                    <a:pt x="235977" y="990611"/>
                  </a:lnTo>
                  <a:lnTo>
                    <a:pt x="235972" y="990630"/>
                  </a:lnTo>
                  <a:lnTo>
                    <a:pt x="235970" y="990637"/>
                  </a:lnTo>
                  <a:lnTo>
                    <a:pt x="235958" y="990655"/>
                  </a:lnTo>
                  <a:lnTo>
                    <a:pt x="235927" y="990700"/>
                  </a:lnTo>
                  <a:lnTo>
                    <a:pt x="235923" y="990707"/>
                  </a:lnTo>
                  <a:lnTo>
                    <a:pt x="235906" y="990747"/>
                  </a:lnTo>
                  <a:lnTo>
                    <a:pt x="235897" y="990767"/>
                  </a:lnTo>
                  <a:lnTo>
                    <a:pt x="235884" y="990779"/>
                  </a:lnTo>
                  <a:lnTo>
                    <a:pt x="235864" y="990785"/>
                  </a:lnTo>
                  <a:lnTo>
                    <a:pt x="235822" y="990799"/>
                  </a:lnTo>
                  <a:lnTo>
                    <a:pt x="235792" y="990812"/>
                  </a:lnTo>
                  <a:lnTo>
                    <a:pt x="235774" y="990818"/>
                  </a:lnTo>
                  <a:lnTo>
                    <a:pt x="235752" y="990821"/>
                  </a:lnTo>
                  <a:lnTo>
                    <a:pt x="235708" y="990819"/>
                  </a:lnTo>
                  <a:lnTo>
                    <a:pt x="235683" y="990824"/>
                  </a:lnTo>
                  <a:lnTo>
                    <a:pt x="235649" y="990849"/>
                  </a:lnTo>
                  <a:lnTo>
                    <a:pt x="235620" y="990875"/>
                  </a:lnTo>
                  <a:lnTo>
                    <a:pt x="235595" y="990889"/>
                  </a:lnTo>
                  <a:lnTo>
                    <a:pt x="235573" y="990890"/>
                  </a:lnTo>
                  <a:lnTo>
                    <a:pt x="235553" y="990898"/>
                  </a:lnTo>
                  <a:lnTo>
                    <a:pt x="235533" y="990917"/>
                  </a:lnTo>
                  <a:lnTo>
                    <a:pt x="235525" y="990944"/>
                  </a:lnTo>
                  <a:lnTo>
                    <a:pt x="235522" y="990977"/>
                  </a:lnTo>
                  <a:lnTo>
                    <a:pt x="235518" y="991038"/>
                  </a:lnTo>
                  <a:lnTo>
                    <a:pt x="235500" y="991079"/>
                  </a:lnTo>
                  <a:lnTo>
                    <a:pt x="235480" y="991111"/>
                  </a:lnTo>
                  <a:lnTo>
                    <a:pt x="235457" y="991145"/>
                  </a:lnTo>
                  <a:lnTo>
                    <a:pt x="235452" y="991186"/>
                  </a:lnTo>
                  <a:lnTo>
                    <a:pt x="235454" y="991226"/>
                  </a:lnTo>
                  <a:lnTo>
                    <a:pt x="235457" y="991249"/>
                  </a:lnTo>
                  <a:lnTo>
                    <a:pt x="235457" y="991256"/>
                  </a:lnTo>
                  <a:lnTo>
                    <a:pt x="235453" y="991262"/>
                  </a:lnTo>
                  <a:lnTo>
                    <a:pt x="235444" y="991264"/>
                  </a:lnTo>
                  <a:lnTo>
                    <a:pt x="235421" y="991258"/>
                  </a:lnTo>
                  <a:lnTo>
                    <a:pt x="235404" y="991254"/>
                  </a:lnTo>
                  <a:lnTo>
                    <a:pt x="235389" y="991254"/>
                  </a:lnTo>
                  <a:lnTo>
                    <a:pt x="235377" y="991255"/>
                  </a:lnTo>
                  <a:lnTo>
                    <a:pt x="235352" y="991256"/>
                  </a:lnTo>
                  <a:lnTo>
                    <a:pt x="235331" y="991259"/>
                  </a:lnTo>
                  <a:lnTo>
                    <a:pt x="235302" y="991261"/>
                  </a:lnTo>
                  <a:lnTo>
                    <a:pt x="235297" y="991255"/>
                  </a:lnTo>
                  <a:lnTo>
                    <a:pt x="235296" y="991242"/>
                  </a:lnTo>
                  <a:lnTo>
                    <a:pt x="235303" y="991176"/>
                  </a:lnTo>
                  <a:lnTo>
                    <a:pt x="235307" y="991113"/>
                  </a:lnTo>
                  <a:lnTo>
                    <a:pt x="235298" y="991084"/>
                  </a:lnTo>
                  <a:lnTo>
                    <a:pt x="235287" y="991050"/>
                  </a:lnTo>
                  <a:lnTo>
                    <a:pt x="235286" y="991005"/>
                  </a:lnTo>
                  <a:lnTo>
                    <a:pt x="235292" y="990942"/>
                  </a:lnTo>
                  <a:lnTo>
                    <a:pt x="235287" y="990919"/>
                  </a:lnTo>
                  <a:lnTo>
                    <a:pt x="235274" y="990899"/>
                  </a:lnTo>
                  <a:lnTo>
                    <a:pt x="235269" y="990892"/>
                  </a:lnTo>
                  <a:lnTo>
                    <a:pt x="235252" y="990875"/>
                  </a:lnTo>
                  <a:lnTo>
                    <a:pt x="235242" y="990863"/>
                  </a:lnTo>
                  <a:lnTo>
                    <a:pt x="235232" y="990859"/>
                  </a:lnTo>
                  <a:lnTo>
                    <a:pt x="235224" y="990859"/>
                  </a:lnTo>
                  <a:lnTo>
                    <a:pt x="235220" y="990859"/>
                  </a:lnTo>
                  <a:lnTo>
                    <a:pt x="235196" y="990856"/>
                  </a:lnTo>
                  <a:lnTo>
                    <a:pt x="235183" y="990847"/>
                  </a:lnTo>
                  <a:lnTo>
                    <a:pt x="235173" y="990835"/>
                  </a:lnTo>
                  <a:lnTo>
                    <a:pt x="235171" y="990819"/>
                  </a:lnTo>
                  <a:lnTo>
                    <a:pt x="235161" y="990794"/>
                  </a:lnTo>
                  <a:lnTo>
                    <a:pt x="235144" y="990781"/>
                  </a:lnTo>
                  <a:lnTo>
                    <a:pt x="235121" y="990770"/>
                  </a:lnTo>
                  <a:lnTo>
                    <a:pt x="235096" y="990752"/>
                  </a:lnTo>
                  <a:lnTo>
                    <a:pt x="235076" y="990739"/>
                  </a:lnTo>
                  <a:lnTo>
                    <a:pt x="235060" y="990723"/>
                  </a:lnTo>
                  <a:lnTo>
                    <a:pt x="235046" y="990705"/>
                  </a:lnTo>
                  <a:lnTo>
                    <a:pt x="235036" y="990696"/>
                  </a:lnTo>
                  <a:lnTo>
                    <a:pt x="235018" y="990687"/>
                  </a:lnTo>
                  <a:lnTo>
                    <a:pt x="235006" y="990687"/>
                  </a:lnTo>
                  <a:lnTo>
                    <a:pt x="234973" y="990699"/>
                  </a:lnTo>
                  <a:lnTo>
                    <a:pt x="234966" y="990699"/>
                  </a:lnTo>
                  <a:lnTo>
                    <a:pt x="234949" y="990679"/>
                  </a:lnTo>
                  <a:lnTo>
                    <a:pt x="234942" y="990670"/>
                  </a:lnTo>
                  <a:lnTo>
                    <a:pt x="234927" y="990655"/>
                  </a:lnTo>
                  <a:lnTo>
                    <a:pt x="234907" y="990637"/>
                  </a:lnTo>
                  <a:lnTo>
                    <a:pt x="234901" y="990634"/>
                  </a:lnTo>
                  <a:lnTo>
                    <a:pt x="234878" y="990622"/>
                  </a:lnTo>
                  <a:lnTo>
                    <a:pt x="234857" y="990622"/>
                  </a:lnTo>
                  <a:lnTo>
                    <a:pt x="234818" y="990624"/>
                  </a:lnTo>
                  <a:lnTo>
                    <a:pt x="234788" y="990621"/>
                  </a:lnTo>
                  <a:lnTo>
                    <a:pt x="234728" y="990608"/>
                  </a:lnTo>
                  <a:lnTo>
                    <a:pt x="234673" y="990602"/>
                  </a:lnTo>
                  <a:lnTo>
                    <a:pt x="234642" y="990588"/>
                  </a:lnTo>
                  <a:lnTo>
                    <a:pt x="234618" y="990580"/>
                  </a:lnTo>
                  <a:lnTo>
                    <a:pt x="234604" y="990569"/>
                  </a:lnTo>
                  <a:lnTo>
                    <a:pt x="234585" y="990552"/>
                  </a:lnTo>
                  <a:lnTo>
                    <a:pt x="234562" y="990539"/>
                  </a:lnTo>
                  <a:lnTo>
                    <a:pt x="234547" y="990531"/>
                  </a:lnTo>
                  <a:lnTo>
                    <a:pt x="234540" y="990530"/>
                  </a:lnTo>
                  <a:lnTo>
                    <a:pt x="234528" y="990533"/>
                  </a:lnTo>
                  <a:lnTo>
                    <a:pt x="234500" y="990532"/>
                  </a:lnTo>
                  <a:lnTo>
                    <a:pt x="234476" y="990531"/>
                  </a:lnTo>
                  <a:lnTo>
                    <a:pt x="234470" y="990532"/>
                  </a:lnTo>
                  <a:lnTo>
                    <a:pt x="234449" y="990536"/>
                  </a:lnTo>
                  <a:lnTo>
                    <a:pt x="234438" y="990540"/>
                  </a:lnTo>
                  <a:lnTo>
                    <a:pt x="234426" y="990542"/>
                  </a:lnTo>
                  <a:lnTo>
                    <a:pt x="234414" y="990540"/>
                  </a:lnTo>
                  <a:lnTo>
                    <a:pt x="234396" y="990536"/>
                  </a:lnTo>
                  <a:lnTo>
                    <a:pt x="234384" y="990536"/>
                  </a:lnTo>
                  <a:lnTo>
                    <a:pt x="234322" y="990548"/>
                  </a:lnTo>
                  <a:lnTo>
                    <a:pt x="234301" y="990550"/>
                  </a:lnTo>
                  <a:lnTo>
                    <a:pt x="234257" y="990548"/>
                  </a:lnTo>
                  <a:lnTo>
                    <a:pt x="234209" y="990539"/>
                  </a:lnTo>
                  <a:lnTo>
                    <a:pt x="234155" y="990525"/>
                  </a:lnTo>
                  <a:lnTo>
                    <a:pt x="234148" y="990523"/>
                  </a:lnTo>
                  <a:lnTo>
                    <a:pt x="234127" y="990516"/>
                  </a:lnTo>
                  <a:lnTo>
                    <a:pt x="234119" y="990508"/>
                  </a:lnTo>
                  <a:lnTo>
                    <a:pt x="234112" y="990499"/>
                  </a:lnTo>
                  <a:lnTo>
                    <a:pt x="234103" y="990481"/>
                  </a:lnTo>
                  <a:lnTo>
                    <a:pt x="234096" y="990458"/>
                  </a:lnTo>
                  <a:lnTo>
                    <a:pt x="234083" y="990442"/>
                  </a:lnTo>
                  <a:lnTo>
                    <a:pt x="234076" y="990432"/>
                  </a:lnTo>
                  <a:lnTo>
                    <a:pt x="234060" y="990399"/>
                  </a:lnTo>
                  <a:lnTo>
                    <a:pt x="234054" y="990365"/>
                  </a:lnTo>
                  <a:lnTo>
                    <a:pt x="234049" y="990308"/>
                  </a:lnTo>
                  <a:lnTo>
                    <a:pt x="234037" y="990286"/>
                  </a:lnTo>
                  <a:lnTo>
                    <a:pt x="234020" y="990276"/>
                  </a:lnTo>
                  <a:lnTo>
                    <a:pt x="233990" y="990273"/>
                  </a:lnTo>
                  <a:lnTo>
                    <a:pt x="233958" y="990262"/>
                  </a:lnTo>
                  <a:lnTo>
                    <a:pt x="233928" y="990239"/>
                  </a:lnTo>
                  <a:lnTo>
                    <a:pt x="233882" y="990226"/>
                  </a:lnTo>
                  <a:lnTo>
                    <a:pt x="233839" y="990220"/>
                  </a:lnTo>
                  <a:lnTo>
                    <a:pt x="233789" y="990218"/>
                  </a:lnTo>
                  <a:lnTo>
                    <a:pt x="233758" y="990232"/>
                  </a:lnTo>
                  <a:lnTo>
                    <a:pt x="233719" y="990240"/>
                  </a:lnTo>
                  <a:lnTo>
                    <a:pt x="233691" y="990242"/>
                  </a:lnTo>
                  <a:lnTo>
                    <a:pt x="233667" y="990235"/>
                  </a:lnTo>
                  <a:lnTo>
                    <a:pt x="233646" y="990227"/>
                  </a:lnTo>
                  <a:lnTo>
                    <a:pt x="233620" y="990213"/>
                  </a:lnTo>
                  <a:lnTo>
                    <a:pt x="233597" y="990210"/>
                  </a:lnTo>
                  <a:lnTo>
                    <a:pt x="233556" y="990200"/>
                  </a:lnTo>
                  <a:lnTo>
                    <a:pt x="233528" y="990180"/>
                  </a:lnTo>
                  <a:lnTo>
                    <a:pt x="233515" y="990153"/>
                  </a:lnTo>
                  <a:lnTo>
                    <a:pt x="233510" y="990117"/>
                  </a:lnTo>
                  <a:lnTo>
                    <a:pt x="233504" y="990071"/>
                  </a:lnTo>
                  <a:lnTo>
                    <a:pt x="233492" y="990032"/>
                  </a:lnTo>
                  <a:lnTo>
                    <a:pt x="233484" y="989995"/>
                  </a:lnTo>
                  <a:lnTo>
                    <a:pt x="233471" y="989968"/>
                  </a:lnTo>
                  <a:lnTo>
                    <a:pt x="233471" y="989936"/>
                  </a:lnTo>
                  <a:lnTo>
                    <a:pt x="233471" y="989897"/>
                  </a:lnTo>
                  <a:lnTo>
                    <a:pt x="233464" y="989860"/>
                  </a:lnTo>
                  <a:lnTo>
                    <a:pt x="233447" y="989841"/>
                  </a:lnTo>
                  <a:lnTo>
                    <a:pt x="233420" y="989818"/>
                  </a:lnTo>
                  <a:lnTo>
                    <a:pt x="233393" y="989803"/>
                  </a:lnTo>
                  <a:lnTo>
                    <a:pt x="233353" y="989788"/>
                  </a:lnTo>
                  <a:lnTo>
                    <a:pt x="233331" y="989782"/>
                  </a:lnTo>
                  <a:lnTo>
                    <a:pt x="233314" y="989766"/>
                  </a:lnTo>
                  <a:lnTo>
                    <a:pt x="233296" y="989734"/>
                  </a:lnTo>
                  <a:lnTo>
                    <a:pt x="233274" y="989692"/>
                  </a:lnTo>
                  <a:lnTo>
                    <a:pt x="233265" y="989663"/>
                  </a:lnTo>
                  <a:lnTo>
                    <a:pt x="233249" y="989627"/>
                  </a:lnTo>
                  <a:lnTo>
                    <a:pt x="233237" y="989607"/>
                  </a:lnTo>
                  <a:lnTo>
                    <a:pt x="233212" y="989586"/>
                  </a:lnTo>
                  <a:lnTo>
                    <a:pt x="233165" y="989543"/>
                  </a:lnTo>
                  <a:lnTo>
                    <a:pt x="233117" y="989507"/>
                  </a:lnTo>
                  <a:lnTo>
                    <a:pt x="233038" y="989471"/>
                  </a:lnTo>
                  <a:lnTo>
                    <a:pt x="233019" y="989457"/>
                  </a:lnTo>
                  <a:lnTo>
                    <a:pt x="233011" y="989440"/>
                  </a:lnTo>
                  <a:lnTo>
                    <a:pt x="233012" y="989423"/>
                  </a:lnTo>
                  <a:lnTo>
                    <a:pt x="233009" y="989390"/>
                  </a:lnTo>
                  <a:lnTo>
                    <a:pt x="232997" y="989374"/>
                  </a:lnTo>
                  <a:lnTo>
                    <a:pt x="232986" y="989354"/>
                  </a:lnTo>
                  <a:lnTo>
                    <a:pt x="232984" y="989327"/>
                  </a:lnTo>
                  <a:lnTo>
                    <a:pt x="232984" y="989278"/>
                  </a:lnTo>
                  <a:lnTo>
                    <a:pt x="232982" y="989233"/>
                  </a:lnTo>
                  <a:lnTo>
                    <a:pt x="232967" y="989197"/>
                  </a:lnTo>
                  <a:lnTo>
                    <a:pt x="232956" y="989157"/>
                  </a:lnTo>
                  <a:lnTo>
                    <a:pt x="232937" y="989132"/>
                  </a:lnTo>
                  <a:lnTo>
                    <a:pt x="232917" y="989117"/>
                  </a:lnTo>
                  <a:lnTo>
                    <a:pt x="232893" y="989099"/>
                  </a:lnTo>
                  <a:lnTo>
                    <a:pt x="232858" y="989076"/>
                  </a:lnTo>
                  <a:lnTo>
                    <a:pt x="232838" y="989061"/>
                  </a:lnTo>
                  <a:lnTo>
                    <a:pt x="232801" y="989045"/>
                  </a:lnTo>
                  <a:lnTo>
                    <a:pt x="232770" y="989035"/>
                  </a:lnTo>
                  <a:lnTo>
                    <a:pt x="232722" y="989034"/>
                  </a:lnTo>
                  <a:lnTo>
                    <a:pt x="232673" y="989027"/>
                  </a:lnTo>
                  <a:lnTo>
                    <a:pt x="232639" y="989009"/>
                  </a:lnTo>
                  <a:lnTo>
                    <a:pt x="232598" y="988985"/>
                  </a:lnTo>
                  <a:lnTo>
                    <a:pt x="232558" y="988963"/>
                  </a:lnTo>
                  <a:lnTo>
                    <a:pt x="232539" y="988947"/>
                  </a:lnTo>
                  <a:lnTo>
                    <a:pt x="232522" y="988926"/>
                  </a:lnTo>
                  <a:lnTo>
                    <a:pt x="232522" y="988887"/>
                  </a:lnTo>
                  <a:lnTo>
                    <a:pt x="232529" y="988851"/>
                  </a:lnTo>
                  <a:lnTo>
                    <a:pt x="232530" y="988819"/>
                  </a:lnTo>
                  <a:lnTo>
                    <a:pt x="232525" y="988782"/>
                  </a:lnTo>
                  <a:lnTo>
                    <a:pt x="232516" y="988761"/>
                  </a:lnTo>
                  <a:lnTo>
                    <a:pt x="232501" y="988751"/>
                  </a:lnTo>
                  <a:lnTo>
                    <a:pt x="232428" y="988737"/>
                  </a:lnTo>
                  <a:lnTo>
                    <a:pt x="232394" y="988719"/>
                  </a:lnTo>
                  <a:lnTo>
                    <a:pt x="232369" y="988685"/>
                  </a:lnTo>
                  <a:lnTo>
                    <a:pt x="232341" y="988655"/>
                  </a:lnTo>
                  <a:lnTo>
                    <a:pt x="232306" y="988615"/>
                  </a:lnTo>
                  <a:lnTo>
                    <a:pt x="232265" y="988576"/>
                  </a:lnTo>
                  <a:lnTo>
                    <a:pt x="232232" y="988550"/>
                  </a:lnTo>
                  <a:lnTo>
                    <a:pt x="232178" y="988503"/>
                  </a:lnTo>
                  <a:lnTo>
                    <a:pt x="232161" y="988484"/>
                  </a:lnTo>
                  <a:lnTo>
                    <a:pt x="232148" y="988464"/>
                  </a:lnTo>
                  <a:lnTo>
                    <a:pt x="232136" y="988441"/>
                  </a:lnTo>
                  <a:lnTo>
                    <a:pt x="232122" y="988423"/>
                  </a:lnTo>
                  <a:lnTo>
                    <a:pt x="232106" y="988411"/>
                  </a:lnTo>
                  <a:lnTo>
                    <a:pt x="232088" y="988405"/>
                  </a:lnTo>
                  <a:lnTo>
                    <a:pt x="232081" y="988400"/>
                  </a:lnTo>
                  <a:lnTo>
                    <a:pt x="232086" y="988394"/>
                  </a:lnTo>
                  <a:lnTo>
                    <a:pt x="232100" y="988385"/>
                  </a:lnTo>
                  <a:lnTo>
                    <a:pt x="232115" y="988376"/>
                  </a:lnTo>
                  <a:lnTo>
                    <a:pt x="232127" y="988360"/>
                  </a:lnTo>
                  <a:lnTo>
                    <a:pt x="232130" y="988355"/>
                  </a:lnTo>
                  <a:lnTo>
                    <a:pt x="232129" y="988340"/>
                  </a:lnTo>
                  <a:lnTo>
                    <a:pt x="232124" y="988328"/>
                  </a:lnTo>
                  <a:lnTo>
                    <a:pt x="232126" y="988318"/>
                  </a:lnTo>
                  <a:lnTo>
                    <a:pt x="232134" y="988293"/>
                  </a:lnTo>
                  <a:lnTo>
                    <a:pt x="232141" y="988281"/>
                  </a:lnTo>
                  <a:lnTo>
                    <a:pt x="232165" y="988237"/>
                  </a:lnTo>
                  <a:lnTo>
                    <a:pt x="232190" y="988198"/>
                  </a:lnTo>
                  <a:lnTo>
                    <a:pt x="232212" y="988155"/>
                  </a:lnTo>
                  <a:lnTo>
                    <a:pt x="232230" y="988113"/>
                  </a:lnTo>
                  <a:lnTo>
                    <a:pt x="232242" y="988060"/>
                  </a:lnTo>
                  <a:lnTo>
                    <a:pt x="232241" y="988045"/>
                  </a:lnTo>
                  <a:lnTo>
                    <a:pt x="232236" y="988031"/>
                  </a:lnTo>
                  <a:lnTo>
                    <a:pt x="232213" y="988009"/>
                  </a:lnTo>
                  <a:lnTo>
                    <a:pt x="232182" y="987982"/>
                  </a:lnTo>
                  <a:lnTo>
                    <a:pt x="232155" y="987952"/>
                  </a:lnTo>
                  <a:lnTo>
                    <a:pt x="232141" y="987932"/>
                  </a:lnTo>
                  <a:lnTo>
                    <a:pt x="232129" y="987900"/>
                  </a:lnTo>
                  <a:lnTo>
                    <a:pt x="232120" y="987872"/>
                  </a:lnTo>
                  <a:lnTo>
                    <a:pt x="232115" y="987833"/>
                  </a:lnTo>
                  <a:lnTo>
                    <a:pt x="232111" y="987812"/>
                  </a:lnTo>
                  <a:lnTo>
                    <a:pt x="232095" y="987783"/>
                  </a:lnTo>
                  <a:lnTo>
                    <a:pt x="232078" y="987762"/>
                  </a:lnTo>
                  <a:lnTo>
                    <a:pt x="232056" y="987741"/>
                  </a:lnTo>
                  <a:lnTo>
                    <a:pt x="232032" y="987724"/>
                  </a:lnTo>
                  <a:lnTo>
                    <a:pt x="232010" y="987711"/>
                  </a:lnTo>
                  <a:lnTo>
                    <a:pt x="231950" y="987694"/>
                  </a:lnTo>
                  <a:lnTo>
                    <a:pt x="231892" y="987675"/>
                  </a:lnTo>
                  <a:lnTo>
                    <a:pt x="231854" y="987663"/>
                  </a:lnTo>
                  <a:lnTo>
                    <a:pt x="231842" y="987659"/>
                  </a:lnTo>
                  <a:lnTo>
                    <a:pt x="231825" y="987646"/>
                  </a:lnTo>
                  <a:lnTo>
                    <a:pt x="231819" y="987630"/>
                  </a:lnTo>
                  <a:lnTo>
                    <a:pt x="231819" y="987579"/>
                  </a:lnTo>
                  <a:lnTo>
                    <a:pt x="231822" y="987556"/>
                  </a:lnTo>
                  <a:lnTo>
                    <a:pt x="231819" y="987526"/>
                  </a:lnTo>
                  <a:lnTo>
                    <a:pt x="231810" y="987499"/>
                  </a:lnTo>
                  <a:lnTo>
                    <a:pt x="231794" y="987468"/>
                  </a:lnTo>
                  <a:lnTo>
                    <a:pt x="231774" y="987437"/>
                  </a:lnTo>
                  <a:lnTo>
                    <a:pt x="231768" y="987417"/>
                  </a:lnTo>
                  <a:lnTo>
                    <a:pt x="231766" y="987395"/>
                  </a:lnTo>
                  <a:lnTo>
                    <a:pt x="231775" y="987360"/>
                  </a:lnTo>
                  <a:lnTo>
                    <a:pt x="231793" y="987330"/>
                  </a:lnTo>
                  <a:lnTo>
                    <a:pt x="231817" y="987305"/>
                  </a:lnTo>
                  <a:lnTo>
                    <a:pt x="231840" y="987276"/>
                  </a:lnTo>
                  <a:lnTo>
                    <a:pt x="231854" y="987256"/>
                  </a:lnTo>
                  <a:lnTo>
                    <a:pt x="231864" y="987237"/>
                  </a:lnTo>
                  <a:lnTo>
                    <a:pt x="231864" y="987217"/>
                  </a:lnTo>
                  <a:lnTo>
                    <a:pt x="231861" y="987203"/>
                  </a:lnTo>
                  <a:lnTo>
                    <a:pt x="231842" y="987181"/>
                  </a:lnTo>
                  <a:lnTo>
                    <a:pt x="231808" y="987142"/>
                  </a:lnTo>
                  <a:lnTo>
                    <a:pt x="231770" y="987100"/>
                  </a:lnTo>
                  <a:lnTo>
                    <a:pt x="231735" y="987052"/>
                  </a:lnTo>
                  <a:lnTo>
                    <a:pt x="231694" y="987004"/>
                  </a:lnTo>
                  <a:lnTo>
                    <a:pt x="231651" y="986969"/>
                  </a:lnTo>
                  <a:lnTo>
                    <a:pt x="231619" y="986939"/>
                  </a:lnTo>
                  <a:lnTo>
                    <a:pt x="231598" y="986920"/>
                  </a:lnTo>
                  <a:lnTo>
                    <a:pt x="231580" y="986904"/>
                  </a:lnTo>
                  <a:lnTo>
                    <a:pt x="231563" y="986893"/>
                  </a:lnTo>
                  <a:lnTo>
                    <a:pt x="231547" y="986891"/>
                  </a:lnTo>
                  <a:lnTo>
                    <a:pt x="231522" y="986903"/>
                  </a:lnTo>
                  <a:lnTo>
                    <a:pt x="231517" y="986906"/>
                  </a:lnTo>
                  <a:lnTo>
                    <a:pt x="231488" y="986924"/>
                  </a:lnTo>
                  <a:lnTo>
                    <a:pt x="231483" y="986924"/>
                  </a:lnTo>
                  <a:lnTo>
                    <a:pt x="231478" y="986925"/>
                  </a:lnTo>
                  <a:lnTo>
                    <a:pt x="231466" y="986924"/>
                  </a:lnTo>
                  <a:lnTo>
                    <a:pt x="231441" y="986944"/>
                  </a:lnTo>
                  <a:lnTo>
                    <a:pt x="231424" y="986951"/>
                  </a:lnTo>
                  <a:lnTo>
                    <a:pt x="231410" y="986954"/>
                  </a:lnTo>
                  <a:lnTo>
                    <a:pt x="231393" y="986955"/>
                  </a:lnTo>
                  <a:lnTo>
                    <a:pt x="231373" y="986954"/>
                  </a:lnTo>
                  <a:lnTo>
                    <a:pt x="231338" y="986957"/>
                  </a:lnTo>
                  <a:lnTo>
                    <a:pt x="231290" y="986961"/>
                  </a:lnTo>
                  <a:lnTo>
                    <a:pt x="231250" y="986965"/>
                  </a:lnTo>
                  <a:lnTo>
                    <a:pt x="231228" y="986966"/>
                  </a:lnTo>
                  <a:lnTo>
                    <a:pt x="231204" y="986959"/>
                  </a:lnTo>
                  <a:lnTo>
                    <a:pt x="231181" y="986956"/>
                  </a:lnTo>
                  <a:lnTo>
                    <a:pt x="231171" y="986957"/>
                  </a:lnTo>
                  <a:lnTo>
                    <a:pt x="231159" y="986964"/>
                  </a:lnTo>
                  <a:lnTo>
                    <a:pt x="231150" y="986970"/>
                  </a:lnTo>
                  <a:lnTo>
                    <a:pt x="231136" y="986976"/>
                  </a:lnTo>
                  <a:lnTo>
                    <a:pt x="231123" y="986976"/>
                  </a:lnTo>
                  <a:lnTo>
                    <a:pt x="231116" y="986973"/>
                  </a:lnTo>
                  <a:lnTo>
                    <a:pt x="231102" y="986960"/>
                  </a:lnTo>
                  <a:lnTo>
                    <a:pt x="231082" y="986937"/>
                  </a:lnTo>
                  <a:lnTo>
                    <a:pt x="231062" y="986914"/>
                  </a:lnTo>
                  <a:lnTo>
                    <a:pt x="231046" y="986905"/>
                  </a:lnTo>
                  <a:lnTo>
                    <a:pt x="231024" y="986899"/>
                  </a:lnTo>
                  <a:lnTo>
                    <a:pt x="231012" y="986898"/>
                  </a:lnTo>
                  <a:lnTo>
                    <a:pt x="230996" y="986895"/>
                  </a:lnTo>
                  <a:lnTo>
                    <a:pt x="230980" y="986887"/>
                  </a:lnTo>
                  <a:lnTo>
                    <a:pt x="230960" y="986874"/>
                  </a:lnTo>
                  <a:lnTo>
                    <a:pt x="230948" y="986866"/>
                  </a:lnTo>
                  <a:lnTo>
                    <a:pt x="230936" y="986861"/>
                  </a:lnTo>
                  <a:lnTo>
                    <a:pt x="230927" y="986860"/>
                  </a:lnTo>
                  <a:lnTo>
                    <a:pt x="230913" y="986859"/>
                  </a:lnTo>
                  <a:lnTo>
                    <a:pt x="230901" y="986858"/>
                  </a:lnTo>
                  <a:lnTo>
                    <a:pt x="230891" y="986855"/>
                  </a:lnTo>
                  <a:lnTo>
                    <a:pt x="230882" y="986850"/>
                  </a:lnTo>
                  <a:lnTo>
                    <a:pt x="230874" y="986842"/>
                  </a:lnTo>
                  <a:lnTo>
                    <a:pt x="230853" y="986824"/>
                  </a:lnTo>
                  <a:lnTo>
                    <a:pt x="230842" y="986818"/>
                  </a:lnTo>
                  <a:lnTo>
                    <a:pt x="230833" y="986817"/>
                  </a:lnTo>
                  <a:lnTo>
                    <a:pt x="230820" y="986818"/>
                  </a:lnTo>
                  <a:lnTo>
                    <a:pt x="230806" y="986821"/>
                  </a:lnTo>
                  <a:lnTo>
                    <a:pt x="230779" y="986825"/>
                  </a:lnTo>
                  <a:lnTo>
                    <a:pt x="230719" y="986829"/>
                  </a:lnTo>
                  <a:lnTo>
                    <a:pt x="230702" y="986836"/>
                  </a:lnTo>
                  <a:lnTo>
                    <a:pt x="230690" y="986844"/>
                  </a:lnTo>
                  <a:lnTo>
                    <a:pt x="230679" y="986855"/>
                  </a:lnTo>
                  <a:lnTo>
                    <a:pt x="230668" y="986864"/>
                  </a:lnTo>
                  <a:lnTo>
                    <a:pt x="230661" y="986865"/>
                  </a:lnTo>
                  <a:lnTo>
                    <a:pt x="230654" y="986865"/>
                  </a:lnTo>
                  <a:lnTo>
                    <a:pt x="230639" y="986859"/>
                  </a:lnTo>
                  <a:lnTo>
                    <a:pt x="230621" y="986852"/>
                  </a:lnTo>
                  <a:lnTo>
                    <a:pt x="230612" y="986850"/>
                  </a:lnTo>
                  <a:lnTo>
                    <a:pt x="230596" y="986848"/>
                  </a:lnTo>
                  <a:lnTo>
                    <a:pt x="230578" y="986849"/>
                  </a:lnTo>
                  <a:lnTo>
                    <a:pt x="230565" y="986846"/>
                  </a:lnTo>
                  <a:lnTo>
                    <a:pt x="230549" y="986837"/>
                  </a:lnTo>
                  <a:lnTo>
                    <a:pt x="230532" y="986829"/>
                  </a:lnTo>
                  <a:lnTo>
                    <a:pt x="230502" y="986804"/>
                  </a:lnTo>
                  <a:lnTo>
                    <a:pt x="230491" y="986798"/>
                  </a:lnTo>
                  <a:lnTo>
                    <a:pt x="230474" y="986791"/>
                  </a:lnTo>
                  <a:lnTo>
                    <a:pt x="230449" y="986787"/>
                  </a:lnTo>
                  <a:lnTo>
                    <a:pt x="230422" y="986783"/>
                  </a:lnTo>
                  <a:lnTo>
                    <a:pt x="230390" y="986778"/>
                  </a:lnTo>
                  <a:lnTo>
                    <a:pt x="230380" y="986773"/>
                  </a:lnTo>
                  <a:lnTo>
                    <a:pt x="230370" y="986772"/>
                  </a:lnTo>
                  <a:lnTo>
                    <a:pt x="230356" y="986774"/>
                  </a:lnTo>
                  <a:lnTo>
                    <a:pt x="230346" y="986783"/>
                  </a:lnTo>
                  <a:lnTo>
                    <a:pt x="230331" y="986799"/>
                  </a:lnTo>
                  <a:lnTo>
                    <a:pt x="230320" y="986810"/>
                  </a:lnTo>
                  <a:lnTo>
                    <a:pt x="230302" y="986821"/>
                  </a:lnTo>
                  <a:lnTo>
                    <a:pt x="230269" y="986840"/>
                  </a:lnTo>
                  <a:lnTo>
                    <a:pt x="230243" y="986855"/>
                  </a:lnTo>
                  <a:lnTo>
                    <a:pt x="230230" y="986866"/>
                  </a:lnTo>
                  <a:lnTo>
                    <a:pt x="230220" y="986875"/>
                  </a:lnTo>
                  <a:lnTo>
                    <a:pt x="230210" y="986883"/>
                  </a:lnTo>
                  <a:lnTo>
                    <a:pt x="230199" y="986887"/>
                  </a:lnTo>
                  <a:lnTo>
                    <a:pt x="230188" y="986887"/>
                  </a:lnTo>
                  <a:lnTo>
                    <a:pt x="230178" y="986884"/>
                  </a:lnTo>
                  <a:lnTo>
                    <a:pt x="230172" y="986881"/>
                  </a:lnTo>
                  <a:lnTo>
                    <a:pt x="230158" y="986878"/>
                  </a:lnTo>
                  <a:lnTo>
                    <a:pt x="230146" y="986878"/>
                  </a:lnTo>
                  <a:lnTo>
                    <a:pt x="230133" y="986884"/>
                  </a:lnTo>
                  <a:lnTo>
                    <a:pt x="230086" y="986892"/>
                  </a:lnTo>
                  <a:lnTo>
                    <a:pt x="230063" y="986901"/>
                  </a:lnTo>
                  <a:lnTo>
                    <a:pt x="230026" y="986907"/>
                  </a:lnTo>
                  <a:lnTo>
                    <a:pt x="229995" y="986916"/>
                  </a:lnTo>
                  <a:lnTo>
                    <a:pt x="229978" y="986922"/>
                  </a:lnTo>
                  <a:lnTo>
                    <a:pt x="229955" y="986938"/>
                  </a:lnTo>
                  <a:lnTo>
                    <a:pt x="229937" y="986950"/>
                  </a:lnTo>
                  <a:lnTo>
                    <a:pt x="229924" y="986963"/>
                  </a:lnTo>
                  <a:lnTo>
                    <a:pt x="229917" y="986964"/>
                  </a:lnTo>
                  <a:lnTo>
                    <a:pt x="229908" y="986962"/>
                  </a:lnTo>
                  <a:lnTo>
                    <a:pt x="229893" y="986957"/>
                  </a:lnTo>
                  <a:lnTo>
                    <a:pt x="229873" y="986954"/>
                  </a:lnTo>
                  <a:lnTo>
                    <a:pt x="229856" y="986951"/>
                  </a:lnTo>
                  <a:lnTo>
                    <a:pt x="229837" y="986949"/>
                  </a:lnTo>
                  <a:lnTo>
                    <a:pt x="229820" y="986944"/>
                  </a:lnTo>
                  <a:lnTo>
                    <a:pt x="229803" y="986938"/>
                  </a:lnTo>
                  <a:lnTo>
                    <a:pt x="229786" y="986934"/>
                  </a:lnTo>
                  <a:lnTo>
                    <a:pt x="229770" y="986935"/>
                  </a:lnTo>
                  <a:lnTo>
                    <a:pt x="229751" y="986938"/>
                  </a:lnTo>
                  <a:lnTo>
                    <a:pt x="229718" y="986950"/>
                  </a:lnTo>
                  <a:lnTo>
                    <a:pt x="229694" y="986959"/>
                  </a:lnTo>
                  <a:lnTo>
                    <a:pt x="229675" y="986967"/>
                  </a:lnTo>
                  <a:lnTo>
                    <a:pt x="229652" y="986978"/>
                  </a:lnTo>
                  <a:lnTo>
                    <a:pt x="229638" y="986986"/>
                  </a:lnTo>
                  <a:lnTo>
                    <a:pt x="229631" y="986992"/>
                  </a:lnTo>
                  <a:lnTo>
                    <a:pt x="229615" y="986995"/>
                  </a:lnTo>
                  <a:lnTo>
                    <a:pt x="229605" y="986994"/>
                  </a:lnTo>
                  <a:lnTo>
                    <a:pt x="229590" y="986996"/>
                  </a:lnTo>
                  <a:lnTo>
                    <a:pt x="229571" y="987007"/>
                  </a:lnTo>
                  <a:lnTo>
                    <a:pt x="229541" y="987023"/>
                  </a:lnTo>
                  <a:lnTo>
                    <a:pt x="229517" y="987037"/>
                  </a:lnTo>
                  <a:lnTo>
                    <a:pt x="229491" y="987047"/>
                  </a:lnTo>
                  <a:lnTo>
                    <a:pt x="229459" y="987056"/>
                  </a:lnTo>
                  <a:lnTo>
                    <a:pt x="229437" y="987065"/>
                  </a:lnTo>
                  <a:lnTo>
                    <a:pt x="229424" y="987073"/>
                  </a:lnTo>
                  <a:lnTo>
                    <a:pt x="229416" y="987079"/>
                  </a:lnTo>
                  <a:lnTo>
                    <a:pt x="229402" y="987099"/>
                  </a:lnTo>
                  <a:lnTo>
                    <a:pt x="229382" y="987114"/>
                  </a:lnTo>
                  <a:lnTo>
                    <a:pt x="229360" y="987121"/>
                  </a:lnTo>
                  <a:lnTo>
                    <a:pt x="229339" y="987124"/>
                  </a:lnTo>
                  <a:lnTo>
                    <a:pt x="229323" y="987131"/>
                  </a:lnTo>
                  <a:lnTo>
                    <a:pt x="229311" y="987140"/>
                  </a:lnTo>
                  <a:lnTo>
                    <a:pt x="229300" y="987153"/>
                  </a:lnTo>
                  <a:lnTo>
                    <a:pt x="229280" y="987170"/>
                  </a:lnTo>
                  <a:lnTo>
                    <a:pt x="229253" y="987184"/>
                  </a:lnTo>
                  <a:lnTo>
                    <a:pt x="229237" y="987191"/>
                  </a:lnTo>
                  <a:lnTo>
                    <a:pt x="229219" y="987203"/>
                  </a:lnTo>
                  <a:lnTo>
                    <a:pt x="229193" y="987215"/>
                  </a:lnTo>
                  <a:lnTo>
                    <a:pt x="229163" y="987236"/>
                  </a:lnTo>
                  <a:lnTo>
                    <a:pt x="229125" y="987254"/>
                  </a:lnTo>
                  <a:lnTo>
                    <a:pt x="229098" y="987273"/>
                  </a:lnTo>
                  <a:lnTo>
                    <a:pt x="229080" y="987281"/>
                  </a:lnTo>
                  <a:lnTo>
                    <a:pt x="229065" y="987284"/>
                  </a:lnTo>
                  <a:lnTo>
                    <a:pt x="229052" y="987283"/>
                  </a:lnTo>
                  <a:lnTo>
                    <a:pt x="229039" y="987283"/>
                  </a:lnTo>
                  <a:lnTo>
                    <a:pt x="229024" y="987284"/>
                  </a:lnTo>
                  <a:lnTo>
                    <a:pt x="229000" y="987294"/>
                  </a:lnTo>
                  <a:lnTo>
                    <a:pt x="228980" y="987301"/>
                  </a:lnTo>
                  <a:lnTo>
                    <a:pt x="228962" y="987303"/>
                  </a:lnTo>
                  <a:lnTo>
                    <a:pt x="228933" y="987306"/>
                  </a:lnTo>
                  <a:lnTo>
                    <a:pt x="228912" y="987304"/>
                  </a:lnTo>
                  <a:lnTo>
                    <a:pt x="228893" y="987307"/>
                  </a:lnTo>
                  <a:lnTo>
                    <a:pt x="228869" y="987316"/>
                  </a:lnTo>
                  <a:lnTo>
                    <a:pt x="228839" y="987321"/>
                  </a:lnTo>
                  <a:lnTo>
                    <a:pt x="228819" y="987319"/>
                  </a:lnTo>
                  <a:lnTo>
                    <a:pt x="228796" y="987316"/>
                  </a:lnTo>
                  <a:lnTo>
                    <a:pt x="228772" y="987317"/>
                  </a:lnTo>
                  <a:lnTo>
                    <a:pt x="228748" y="987317"/>
                  </a:lnTo>
                  <a:lnTo>
                    <a:pt x="228730" y="987313"/>
                  </a:lnTo>
                  <a:lnTo>
                    <a:pt x="228721" y="987306"/>
                  </a:lnTo>
                  <a:lnTo>
                    <a:pt x="228709" y="987304"/>
                  </a:lnTo>
                  <a:lnTo>
                    <a:pt x="228700" y="987303"/>
                  </a:lnTo>
                  <a:lnTo>
                    <a:pt x="228685" y="987306"/>
                  </a:lnTo>
                  <a:lnTo>
                    <a:pt x="228668" y="987307"/>
                  </a:lnTo>
                  <a:lnTo>
                    <a:pt x="228658" y="987303"/>
                  </a:lnTo>
                  <a:lnTo>
                    <a:pt x="228652" y="987291"/>
                  </a:lnTo>
                  <a:lnTo>
                    <a:pt x="228650" y="987277"/>
                  </a:lnTo>
                  <a:lnTo>
                    <a:pt x="228654" y="987246"/>
                  </a:lnTo>
                  <a:lnTo>
                    <a:pt x="228651" y="987188"/>
                  </a:lnTo>
                  <a:lnTo>
                    <a:pt x="228643" y="987158"/>
                  </a:lnTo>
                  <a:lnTo>
                    <a:pt x="228629" y="987113"/>
                  </a:lnTo>
                  <a:lnTo>
                    <a:pt x="228623" y="987100"/>
                  </a:lnTo>
                  <a:lnTo>
                    <a:pt x="228611" y="987086"/>
                  </a:lnTo>
                  <a:lnTo>
                    <a:pt x="228594" y="987054"/>
                  </a:lnTo>
                  <a:lnTo>
                    <a:pt x="228589" y="987023"/>
                  </a:lnTo>
                  <a:lnTo>
                    <a:pt x="228586" y="987015"/>
                  </a:lnTo>
                  <a:lnTo>
                    <a:pt x="228576" y="987002"/>
                  </a:lnTo>
                  <a:lnTo>
                    <a:pt x="228572" y="986995"/>
                  </a:lnTo>
                  <a:lnTo>
                    <a:pt x="228570" y="986968"/>
                  </a:lnTo>
                  <a:lnTo>
                    <a:pt x="228571" y="986932"/>
                  </a:lnTo>
                  <a:lnTo>
                    <a:pt x="228564" y="986892"/>
                  </a:lnTo>
                  <a:lnTo>
                    <a:pt x="228549" y="986871"/>
                  </a:lnTo>
                  <a:lnTo>
                    <a:pt x="228542" y="986846"/>
                  </a:lnTo>
                  <a:lnTo>
                    <a:pt x="228540" y="986827"/>
                  </a:lnTo>
                  <a:lnTo>
                    <a:pt x="228540" y="986814"/>
                  </a:lnTo>
                  <a:lnTo>
                    <a:pt x="228534" y="986794"/>
                  </a:lnTo>
                  <a:lnTo>
                    <a:pt x="228519" y="986747"/>
                  </a:lnTo>
                  <a:lnTo>
                    <a:pt x="228498" y="986710"/>
                  </a:lnTo>
                  <a:lnTo>
                    <a:pt x="228477" y="986687"/>
                  </a:lnTo>
                  <a:lnTo>
                    <a:pt x="228466" y="986672"/>
                  </a:lnTo>
                  <a:lnTo>
                    <a:pt x="228463" y="986649"/>
                  </a:lnTo>
                  <a:lnTo>
                    <a:pt x="228455" y="986602"/>
                  </a:lnTo>
                  <a:lnTo>
                    <a:pt x="228427" y="986547"/>
                  </a:lnTo>
                  <a:lnTo>
                    <a:pt x="228412" y="986501"/>
                  </a:lnTo>
                  <a:lnTo>
                    <a:pt x="228400" y="986466"/>
                  </a:lnTo>
                  <a:lnTo>
                    <a:pt x="228385" y="986426"/>
                  </a:lnTo>
                  <a:lnTo>
                    <a:pt x="228384" y="986414"/>
                  </a:lnTo>
                  <a:lnTo>
                    <a:pt x="228390" y="986384"/>
                  </a:lnTo>
                  <a:lnTo>
                    <a:pt x="228397" y="986362"/>
                  </a:lnTo>
                  <a:lnTo>
                    <a:pt x="228395" y="986301"/>
                  </a:lnTo>
                  <a:lnTo>
                    <a:pt x="228386" y="986246"/>
                  </a:lnTo>
                  <a:lnTo>
                    <a:pt x="228366" y="986180"/>
                  </a:lnTo>
                  <a:lnTo>
                    <a:pt x="228348" y="986144"/>
                  </a:lnTo>
                  <a:lnTo>
                    <a:pt x="228332" y="986129"/>
                  </a:lnTo>
                  <a:lnTo>
                    <a:pt x="228323" y="986121"/>
                  </a:lnTo>
                  <a:lnTo>
                    <a:pt x="228312" y="986108"/>
                  </a:lnTo>
                  <a:lnTo>
                    <a:pt x="228299" y="986094"/>
                  </a:lnTo>
                  <a:lnTo>
                    <a:pt x="228296" y="986079"/>
                  </a:lnTo>
                  <a:lnTo>
                    <a:pt x="228298" y="986068"/>
                  </a:lnTo>
                  <a:lnTo>
                    <a:pt x="228315" y="986043"/>
                  </a:lnTo>
                  <a:lnTo>
                    <a:pt x="228353" y="985996"/>
                  </a:lnTo>
                  <a:lnTo>
                    <a:pt x="228401" y="985940"/>
                  </a:lnTo>
                  <a:lnTo>
                    <a:pt x="228423" y="985903"/>
                  </a:lnTo>
                  <a:lnTo>
                    <a:pt x="228452" y="985819"/>
                  </a:lnTo>
                  <a:lnTo>
                    <a:pt x="228463" y="985766"/>
                  </a:lnTo>
                  <a:lnTo>
                    <a:pt x="228459" y="985721"/>
                  </a:lnTo>
                  <a:lnTo>
                    <a:pt x="228447" y="985688"/>
                  </a:lnTo>
                  <a:lnTo>
                    <a:pt x="228432" y="985628"/>
                  </a:lnTo>
                  <a:lnTo>
                    <a:pt x="228414" y="985562"/>
                  </a:lnTo>
                  <a:lnTo>
                    <a:pt x="228396" y="985501"/>
                  </a:lnTo>
                  <a:lnTo>
                    <a:pt x="228376" y="985436"/>
                  </a:lnTo>
                  <a:lnTo>
                    <a:pt x="228364" y="985398"/>
                  </a:lnTo>
                  <a:lnTo>
                    <a:pt x="228357" y="985366"/>
                  </a:lnTo>
                  <a:lnTo>
                    <a:pt x="228333" y="985304"/>
                  </a:lnTo>
                  <a:lnTo>
                    <a:pt x="228306" y="985249"/>
                  </a:lnTo>
                  <a:lnTo>
                    <a:pt x="228268" y="985199"/>
                  </a:lnTo>
                  <a:lnTo>
                    <a:pt x="228251" y="985162"/>
                  </a:lnTo>
                  <a:lnTo>
                    <a:pt x="228234" y="985136"/>
                  </a:lnTo>
                  <a:lnTo>
                    <a:pt x="228223" y="985123"/>
                  </a:lnTo>
                  <a:lnTo>
                    <a:pt x="228209" y="985110"/>
                  </a:lnTo>
                  <a:lnTo>
                    <a:pt x="228190" y="985102"/>
                  </a:lnTo>
                  <a:lnTo>
                    <a:pt x="228143" y="985101"/>
                  </a:lnTo>
                  <a:lnTo>
                    <a:pt x="228113" y="985106"/>
                  </a:lnTo>
                  <a:lnTo>
                    <a:pt x="228093" y="985116"/>
                  </a:lnTo>
                  <a:lnTo>
                    <a:pt x="228076" y="985126"/>
                  </a:lnTo>
                  <a:lnTo>
                    <a:pt x="228054" y="985139"/>
                  </a:lnTo>
                  <a:lnTo>
                    <a:pt x="228012" y="985165"/>
                  </a:lnTo>
                  <a:lnTo>
                    <a:pt x="227981" y="985183"/>
                  </a:lnTo>
                  <a:lnTo>
                    <a:pt x="227932" y="985209"/>
                  </a:lnTo>
                  <a:lnTo>
                    <a:pt x="227897" y="985226"/>
                  </a:lnTo>
                  <a:lnTo>
                    <a:pt x="227860" y="985240"/>
                  </a:lnTo>
                  <a:lnTo>
                    <a:pt x="227797" y="985255"/>
                  </a:lnTo>
                  <a:lnTo>
                    <a:pt x="227773" y="985260"/>
                  </a:lnTo>
                  <a:lnTo>
                    <a:pt x="227733" y="985278"/>
                  </a:lnTo>
                  <a:lnTo>
                    <a:pt x="227693" y="985279"/>
                  </a:lnTo>
                  <a:lnTo>
                    <a:pt x="227644" y="985278"/>
                  </a:lnTo>
                  <a:lnTo>
                    <a:pt x="227602" y="985274"/>
                  </a:lnTo>
                  <a:lnTo>
                    <a:pt x="227572" y="985267"/>
                  </a:lnTo>
                  <a:lnTo>
                    <a:pt x="227521" y="985260"/>
                  </a:lnTo>
                  <a:lnTo>
                    <a:pt x="227478" y="985243"/>
                  </a:lnTo>
                  <a:lnTo>
                    <a:pt x="227455" y="985233"/>
                  </a:lnTo>
                  <a:lnTo>
                    <a:pt x="227443" y="985229"/>
                  </a:lnTo>
                  <a:lnTo>
                    <a:pt x="227426" y="985230"/>
                  </a:lnTo>
                  <a:lnTo>
                    <a:pt x="227412" y="985238"/>
                  </a:lnTo>
                  <a:lnTo>
                    <a:pt x="227383" y="985260"/>
                  </a:lnTo>
                  <a:lnTo>
                    <a:pt x="227355" y="985274"/>
                  </a:lnTo>
                  <a:lnTo>
                    <a:pt x="227332" y="985287"/>
                  </a:lnTo>
                  <a:lnTo>
                    <a:pt x="227314" y="985294"/>
                  </a:lnTo>
                  <a:lnTo>
                    <a:pt x="227278" y="985299"/>
                  </a:lnTo>
                  <a:lnTo>
                    <a:pt x="227266" y="985301"/>
                  </a:lnTo>
                  <a:lnTo>
                    <a:pt x="227239" y="985300"/>
                  </a:lnTo>
                  <a:lnTo>
                    <a:pt x="227221" y="985301"/>
                  </a:lnTo>
                  <a:lnTo>
                    <a:pt x="227206" y="985301"/>
                  </a:lnTo>
                  <a:lnTo>
                    <a:pt x="227197" y="985307"/>
                  </a:lnTo>
                  <a:lnTo>
                    <a:pt x="227186" y="985328"/>
                  </a:lnTo>
                  <a:lnTo>
                    <a:pt x="227170" y="985359"/>
                  </a:lnTo>
                  <a:lnTo>
                    <a:pt x="227145" y="985393"/>
                  </a:lnTo>
                  <a:lnTo>
                    <a:pt x="227113" y="985435"/>
                  </a:lnTo>
                  <a:lnTo>
                    <a:pt x="227089" y="985461"/>
                  </a:lnTo>
                  <a:lnTo>
                    <a:pt x="227044" y="985505"/>
                  </a:lnTo>
                  <a:lnTo>
                    <a:pt x="227033" y="985520"/>
                  </a:lnTo>
                  <a:lnTo>
                    <a:pt x="227027" y="985532"/>
                  </a:lnTo>
                  <a:lnTo>
                    <a:pt x="227027" y="985557"/>
                  </a:lnTo>
                  <a:lnTo>
                    <a:pt x="227031" y="985590"/>
                  </a:lnTo>
                  <a:lnTo>
                    <a:pt x="227043" y="985621"/>
                  </a:lnTo>
                  <a:lnTo>
                    <a:pt x="227047" y="985648"/>
                  </a:lnTo>
                  <a:lnTo>
                    <a:pt x="227046" y="985680"/>
                  </a:lnTo>
                  <a:lnTo>
                    <a:pt x="227049" y="985728"/>
                  </a:lnTo>
                  <a:lnTo>
                    <a:pt x="227042" y="985769"/>
                  </a:lnTo>
                  <a:lnTo>
                    <a:pt x="227033" y="985800"/>
                  </a:lnTo>
                  <a:lnTo>
                    <a:pt x="227018" y="985835"/>
                  </a:lnTo>
                  <a:lnTo>
                    <a:pt x="227008" y="985853"/>
                  </a:lnTo>
                  <a:lnTo>
                    <a:pt x="226981" y="985862"/>
                  </a:lnTo>
                  <a:lnTo>
                    <a:pt x="226945" y="985872"/>
                  </a:lnTo>
                  <a:lnTo>
                    <a:pt x="226921" y="985884"/>
                  </a:lnTo>
                  <a:lnTo>
                    <a:pt x="226904" y="985896"/>
                  </a:lnTo>
                  <a:lnTo>
                    <a:pt x="226886" y="985908"/>
                  </a:lnTo>
                  <a:lnTo>
                    <a:pt x="226860" y="985917"/>
                  </a:lnTo>
                  <a:lnTo>
                    <a:pt x="226824" y="985922"/>
                  </a:lnTo>
                  <a:lnTo>
                    <a:pt x="226789" y="985929"/>
                  </a:lnTo>
                  <a:lnTo>
                    <a:pt x="226749" y="985935"/>
                  </a:lnTo>
                  <a:lnTo>
                    <a:pt x="226735" y="985933"/>
                  </a:lnTo>
                  <a:lnTo>
                    <a:pt x="226717" y="985931"/>
                  </a:lnTo>
                  <a:lnTo>
                    <a:pt x="226708" y="985932"/>
                  </a:lnTo>
                  <a:lnTo>
                    <a:pt x="226702" y="985948"/>
                  </a:lnTo>
                  <a:lnTo>
                    <a:pt x="226697" y="985966"/>
                  </a:lnTo>
                  <a:lnTo>
                    <a:pt x="226680" y="985986"/>
                  </a:lnTo>
                  <a:lnTo>
                    <a:pt x="226647" y="986011"/>
                  </a:lnTo>
                  <a:lnTo>
                    <a:pt x="226609" y="986040"/>
                  </a:lnTo>
                  <a:lnTo>
                    <a:pt x="226589" y="986060"/>
                  </a:lnTo>
                  <a:lnTo>
                    <a:pt x="226564" y="986083"/>
                  </a:lnTo>
                  <a:lnTo>
                    <a:pt x="226547" y="986101"/>
                  </a:lnTo>
                  <a:lnTo>
                    <a:pt x="226531" y="986122"/>
                  </a:lnTo>
                  <a:lnTo>
                    <a:pt x="226504" y="986155"/>
                  </a:lnTo>
                  <a:lnTo>
                    <a:pt x="226484" y="986183"/>
                  </a:lnTo>
                  <a:lnTo>
                    <a:pt x="226458" y="986216"/>
                  </a:lnTo>
                  <a:lnTo>
                    <a:pt x="226444" y="986238"/>
                  </a:lnTo>
                  <a:lnTo>
                    <a:pt x="226432" y="986299"/>
                  </a:lnTo>
                  <a:lnTo>
                    <a:pt x="226418" y="986345"/>
                  </a:lnTo>
                  <a:lnTo>
                    <a:pt x="226412" y="986365"/>
                  </a:lnTo>
                  <a:lnTo>
                    <a:pt x="226393" y="986393"/>
                  </a:lnTo>
                  <a:lnTo>
                    <a:pt x="226387" y="986415"/>
                  </a:lnTo>
                  <a:lnTo>
                    <a:pt x="226377" y="986452"/>
                  </a:lnTo>
                  <a:lnTo>
                    <a:pt x="226369" y="986499"/>
                  </a:lnTo>
                  <a:lnTo>
                    <a:pt x="226367" y="986533"/>
                  </a:lnTo>
                  <a:lnTo>
                    <a:pt x="226364" y="986553"/>
                  </a:lnTo>
                  <a:lnTo>
                    <a:pt x="226355" y="986566"/>
                  </a:lnTo>
                  <a:lnTo>
                    <a:pt x="226332" y="986592"/>
                  </a:lnTo>
                  <a:lnTo>
                    <a:pt x="226307" y="986611"/>
                  </a:lnTo>
                  <a:lnTo>
                    <a:pt x="226266" y="986643"/>
                  </a:lnTo>
                  <a:lnTo>
                    <a:pt x="226226" y="986669"/>
                  </a:lnTo>
                  <a:lnTo>
                    <a:pt x="226202" y="986686"/>
                  </a:lnTo>
                  <a:lnTo>
                    <a:pt x="226182" y="986700"/>
                  </a:lnTo>
                  <a:lnTo>
                    <a:pt x="226160" y="986711"/>
                  </a:lnTo>
                  <a:lnTo>
                    <a:pt x="226145" y="986712"/>
                  </a:lnTo>
                  <a:lnTo>
                    <a:pt x="226127" y="986710"/>
                  </a:lnTo>
                  <a:lnTo>
                    <a:pt x="226109" y="986710"/>
                  </a:lnTo>
                  <a:lnTo>
                    <a:pt x="226098" y="986714"/>
                  </a:lnTo>
                  <a:lnTo>
                    <a:pt x="226070" y="986723"/>
                  </a:lnTo>
                  <a:lnTo>
                    <a:pt x="226054" y="986734"/>
                  </a:lnTo>
                  <a:lnTo>
                    <a:pt x="226033" y="986751"/>
                  </a:lnTo>
                  <a:lnTo>
                    <a:pt x="226000" y="986772"/>
                  </a:lnTo>
                  <a:lnTo>
                    <a:pt x="225974" y="986793"/>
                  </a:lnTo>
                  <a:lnTo>
                    <a:pt x="225944" y="986812"/>
                  </a:lnTo>
                  <a:lnTo>
                    <a:pt x="225910" y="986841"/>
                  </a:lnTo>
                  <a:lnTo>
                    <a:pt x="225894" y="986854"/>
                  </a:lnTo>
                  <a:lnTo>
                    <a:pt x="225869" y="986878"/>
                  </a:lnTo>
                  <a:lnTo>
                    <a:pt x="225842" y="986907"/>
                  </a:lnTo>
                  <a:lnTo>
                    <a:pt x="225830" y="986920"/>
                  </a:lnTo>
                  <a:lnTo>
                    <a:pt x="225810" y="986927"/>
                  </a:lnTo>
                  <a:lnTo>
                    <a:pt x="225769" y="986929"/>
                  </a:lnTo>
                  <a:lnTo>
                    <a:pt x="225735" y="986931"/>
                  </a:lnTo>
                  <a:lnTo>
                    <a:pt x="225692" y="986929"/>
                  </a:lnTo>
                  <a:lnTo>
                    <a:pt x="225630" y="986921"/>
                  </a:lnTo>
                  <a:lnTo>
                    <a:pt x="225575" y="986914"/>
                  </a:lnTo>
                  <a:lnTo>
                    <a:pt x="225498" y="986904"/>
                  </a:lnTo>
                  <a:lnTo>
                    <a:pt x="225477" y="986902"/>
                  </a:lnTo>
                  <a:lnTo>
                    <a:pt x="225447" y="986903"/>
                  </a:lnTo>
                  <a:lnTo>
                    <a:pt x="225425" y="986906"/>
                  </a:lnTo>
                  <a:lnTo>
                    <a:pt x="225408" y="986906"/>
                  </a:lnTo>
                  <a:lnTo>
                    <a:pt x="225396" y="986918"/>
                  </a:lnTo>
                  <a:lnTo>
                    <a:pt x="225390" y="986938"/>
                  </a:lnTo>
                  <a:lnTo>
                    <a:pt x="225388" y="986950"/>
                  </a:lnTo>
                  <a:lnTo>
                    <a:pt x="225382" y="986966"/>
                  </a:lnTo>
                  <a:lnTo>
                    <a:pt x="225370" y="986983"/>
                  </a:lnTo>
                  <a:lnTo>
                    <a:pt x="225347" y="987000"/>
                  </a:lnTo>
                  <a:lnTo>
                    <a:pt x="225320" y="987009"/>
                  </a:lnTo>
                  <a:lnTo>
                    <a:pt x="225289" y="987018"/>
                  </a:lnTo>
                  <a:lnTo>
                    <a:pt x="225259" y="987021"/>
                  </a:lnTo>
                  <a:lnTo>
                    <a:pt x="225244" y="987026"/>
                  </a:lnTo>
                  <a:lnTo>
                    <a:pt x="225233" y="987033"/>
                  </a:lnTo>
                  <a:lnTo>
                    <a:pt x="225216" y="987044"/>
                  </a:lnTo>
                  <a:lnTo>
                    <a:pt x="225195" y="987057"/>
                  </a:lnTo>
                  <a:lnTo>
                    <a:pt x="225172" y="987062"/>
                  </a:lnTo>
                  <a:lnTo>
                    <a:pt x="225146" y="987070"/>
                  </a:lnTo>
                  <a:lnTo>
                    <a:pt x="225134" y="987076"/>
                  </a:lnTo>
                  <a:lnTo>
                    <a:pt x="225125" y="987083"/>
                  </a:lnTo>
                  <a:lnTo>
                    <a:pt x="225110" y="987084"/>
                  </a:lnTo>
                  <a:lnTo>
                    <a:pt x="225099" y="987076"/>
                  </a:lnTo>
                  <a:lnTo>
                    <a:pt x="225083" y="987068"/>
                  </a:lnTo>
                  <a:lnTo>
                    <a:pt x="225070" y="987069"/>
                  </a:lnTo>
                  <a:lnTo>
                    <a:pt x="225049" y="987078"/>
                  </a:lnTo>
                  <a:lnTo>
                    <a:pt x="225034" y="987090"/>
                  </a:lnTo>
                  <a:lnTo>
                    <a:pt x="225023" y="987092"/>
                  </a:lnTo>
                  <a:lnTo>
                    <a:pt x="225008" y="987091"/>
                  </a:lnTo>
                  <a:lnTo>
                    <a:pt x="224989" y="987082"/>
                  </a:lnTo>
                  <a:lnTo>
                    <a:pt x="224975" y="987079"/>
                  </a:lnTo>
                  <a:lnTo>
                    <a:pt x="224969" y="987078"/>
                  </a:lnTo>
                  <a:lnTo>
                    <a:pt x="224956" y="987080"/>
                  </a:lnTo>
                  <a:lnTo>
                    <a:pt x="224934" y="987092"/>
                  </a:lnTo>
                  <a:lnTo>
                    <a:pt x="224898" y="987104"/>
                  </a:lnTo>
                  <a:lnTo>
                    <a:pt x="224866" y="987119"/>
                  </a:lnTo>
                  <a:lnTo>
                    <a:pt x="224843" y="987123"/>
                  </a:lnTo>
                  <a:lnTo>
                    <a:pt x="224820" y="987124"/>
                  </a:lnTo>
                  <a:lnTo>
                    <a:pt x="224802" y="987120"/>
                  </a:lnTo>
                  <a:lnTo>
                    <a:pt x="224780" y="987122"/>
                  </a:lnTo>
                  <a:lnTo>
                    <a:pt x="224751" y="987125"/>
                  </a:lnTo>
                  <a:lnTo>
                    <a:pt x="224733" y="987124"/>
                  </a:lnTo>
                  <a:lnTo>
                    <a:pt x="224712" y="987127"/>
                  </a:lnTo>
                  <a:lnTo>
                    <a:pt x="224681" y="987130"/>
                  </a:lnTo>
                  <a:lnTo>
                    <a:pt x="224664" y="987139"/>
                  </a:lnTo>
                  <a:lnTo>
                    <a:pt x="224648" y="987143"/>
                  </a:lnTo>
                  <a:lnTo>
                    <a:pt x="224638" y="987144"/>
                  </a:lnTo>
                  <a:lnTo>
                    <a:pt x="224623" y="987152"/>
                  </a:lnTo>
                  <a:lnTo>
                    <a:pt x="224612" y="987162"/>
                  </a:lnTo>
                  <a:lnTo>
                    <a:pt x="224608" y="987178"/>
                  </a:lnTo>
                  <a:lnTo>
                    <a:pt x="224604" y="987193"/>
                  </a:lnTo>
                  <a:lnTo>
                    <a:pt x="224601" y="987209"/>
                  </a:lnTo>
                  <a:lnTo>
                    <a:pt x="224595" y="987223"/>
                  </a:lnTo>
                  <a:lnTo>
                    <a:pt x="224587" y="987237"/>
                  </a:lnTo>
                  <a:lnTo>
                    <a:pt x="224576" y="987256"/>
                  </a:lnTo>
                  <a:lnTo>
                    <a:pt x="224559" y="987286"/>
                  </a:lnTo>
                  <a:lnTo>
                    <a:pt x="224542" y="987305"/>
                  </a:lnTo>
                  <a:lnTo>
                    <a:pt x="224519" y="987328"/>
                  </a:lnTo>
                  <a:lnTo>
                    <a:pt x="224485" y="987358"/>
                  </a:lnTo>
                  <a:lnTo>
                    <a:pt x="224467" y="987372"/>
                  </a:lnTo>
                  <a:lnTo>
                    <a:pt x="224451" y="987376"/>
                  </a:lnTo>
                  <a:lnTo>
                    <a:pt x="224436" y="987387"/>
                  </a:lnTo>
                  <a:lnTo>
                    <a:pt x="224426" y="987400"/>
                  </a:lnTo>
                  <a:lnTo>
                    <a:pt x="224411" y="987420"/>
                  </a:lnTo>
                  <a:lnTo>
                    <a:pt x="224395" y="987444"/>
                  </a:lnTo>
                  <a:lnTo>
                    <a:pt x="224382" y="987465"/>
                  </a:lnTo>
                  <a:lnTo>
                    <a:pt x="224366" y="987500"/>
                  </a:lnTo>
                  <a:lnTo>
                    <a:pt x="224361" y="987517"/>
                  </a:lnTo>
                  <a:lnTo>
                    <a:pt x="224354" y="987536"/>
                  </a:lnTo>
                  <a:lnTo>
                    <a:pt x="224346" y="987546"/>
                  </a:lnTo>
                  <a:lnTo>
                    <a:pt x="224337" y="987547"/>
                  </a:lnTo>
                  <a:lnTo>
                    <a:pt x="224320" y="987548"/>
                  </a:lnTo>
                  <a:lnTo>
                    <a:pt x="224298" y="987552"/>
                  </a:lnTo>
                  <a:lnTo>
                    <a:pt x="224271" y="987560"/>
                  </a:lnTo>
                  <a:lnTo>
                    <a:pt x="224252" y="987566"/>
                  </a:lnTo>
                  <a:lnTo>
                    <a:pt x="224232" y="987577"/>
                  </a:lnTo>
                  <a:lnTo>
                    <a:pt x="224203" y="987595"/>
                  </a:lnTo>
                  <a:lnTo>
                    <a:pt x="224187" y="987603"/>
                  </a:lnTo>
                  <a:lnTo>
                    <a:pt x="224171" y="987612"/>
                  </a:lnTo>
                  <a:lnTo>
                    <a:pt x="224153" y="987626"/>
                  </a:lnTo>
                  <a:lnTo>
                    <a:pt x="224134" y="987644"/>
                  </a:lnTo>
                  <a:lnTo>
                    <a:pt x="224121" y="987656"/>
                  </a:lnTo>
                  <a:lnTo>
                    <a:pt x="224111" y="987672"/>
                  </a:lnTo>
                  <a:lnTo>
                    <a:pt x="224103" y="987688"/>
                  </a:lnTo>
                  <a:lnTo>
                    <a:pt x="224100" y="987697"/>
                  </a:lnTo>
                  <a:lnTo>
                    <a:pt x="224099" y="987709"/>
                  </a:lnTo>
                  <a:lnTo>
                    <a:pt x="224099" y="987723"/>
                  </a:lnTo>
                  <a:lnTo>
                    <a:pt x="224107" y="987745"/>
                  </a:lnTo>
                  <a:lnTo>
                    <a:pt x="224122" y="987773"/>
                  </a:lnTo>
                  <a:lnTo>
                    <a:pt x="224121" y="987806"/>
                  </a:lnTo>
                  <a:lnTo>
                    <a:pt x="224114" y="987849"/>
                  </a:lnTo>
                  <a:lnTo>
                    <a:pt x="224105" y="987893"/>
                  </a:lnTo>
                  <a:lnTo>
                    <a:pt x="224102" y="987918"/>
                  </a:lnTo>
                  <a:lnTo>
                    <a:pt x="224100" y="987939"/>
                  </a:lnTo>
                  <a:lnTo>
                    <a:pt x="224096" y="987966"/>
                  </a:lnTo>
                  <a:lnTo>
                    <a:pt x="224097" y="987995"/>
                  </a:lnTo>
                  <a:lnTo>
                    <a:pt x="224092" y="988021"/>
                  </a:lnTo>
                  <a:lnTo>
                    <a:pt x="224102" y="988042"/>
                  </a:lnTo>
                  <a:lnTo>
                    <a:pt x="224119" y="988052"/>
                  </a:lnTo>
                  <a:lnTo>
                    <a:pt x="224160" y="988083"/>
                  </a:lnTo>
                  <a:lnTo>
                    <a:pt x="224199" y="988113"/>
                  </a:lnTo>
                  <a:lnTo>
                    <a:pt x="224242" y="988135"/>
                  </a:lnTo>
                  <a:lnTo>
                    <a:pt x="224290" y="988159"/>
                  </a:lnTo>
                  <a:lnTo>
                    <a:pt x="224343" y="988184"/>
                  </a:lnTo>
                  <a:lnTo>
                    <a:pt x="224409" y="988215"/>
                  </a:lnTo>
                  <a:lnTo>
                    <a:pt x="224445" y="988226"/>
                  </a:lnTo>
                  <a:lnTo>
                    <a:pt x="224482" y="988249"/>
                  </a:lnTo>
                  <a:lnTo>
                    <a:pt x="224522" y="988265"/>
                  </a:lnTo>
                  <a:lnTo>
                    <a:pt x="224541" y="988274"/>
                  </a:lnTo>
                  <a:lnTo>
                    <a:pt x="224552" y="988280"/>
                  </a:lnTo>
                  <a:lnTo>
                    <a:pt x="224574" y="988290"/>
                  </a:lnTo>
                  <a:lnTo>
                    <a:pt x="224591" y="988295"/>
                  </a:lnTo>
                  <a:lnTo>
                    <a:pt x="224596" y="988298"/>
                  </a:lnTo>
                  <a:lnTo>
                    <a:pt x="224651" y="988307"/>
                  </a:lnTo>
                  <a:lnTo>
                    <a:pt x="224743" y="988317"/>
                  </a:lnTo>
                  <a:lnTo>
                    <a:pt x="224785" y="988326"/>
                  </a:lnTo>
                  <a:lnTo>
                    <a:pt x="224812" y="988334"/>
                  </a:lnTo>
                  <a:lnTo>
                    <a:pt x="224830" y="988338"/>
                  </a:lnTo>
                  <a:lnTo>
                    <a:pt x="224880" y="988355"/>
                  </a:lnTo>
                  <a:lnTo>
                    <a:pt x="224885" y="988360"/>
                  </a:lnTo>
                  <a:lnTo>
                    <a:pt x="224897" y="988383"/>
                  </a:lnTo>
                  <a:lnTo>
                    <a:pt x="224903" y="988393"/>
                  </a:lnTo>
                  <a:lnTo>
                    <a:pt x="224919" y="988429"/>
                  </a:lnTo>
                  <a:lnTo>
                    <a:pt x="224934" y="988465"/>
                  </a:lnTo>
                  <a:lnTo>
                    <a:pt x="224952" y="988492"/>
                  </a:lnTo>
                  <a:lnTo>
                    <a:pt x="224967" y="988512"/>
                  </a:lnTo>
                  <a:lnTo>
                    <a:pt x="224972" y="988522"/>
                  </a:lnTo>
                  <a:lnTo>
                    <a:pt x="224972" y="988528"/>
                  </a:lnTo>
                  <a:lnTo>
                    <a:pt x="224967" y="988536"/>
                  </a:lnTo>
                  <a:lnTo>
                    <a:pt x="224957" y="988550"/>
                  </a:lnTo>
                  <a:lnTo>
                    <a:pt x="224939" y="988568"/>
                  </a:lnTo>
                  <a:lnTo>
                    <a:pt x="224919" y="988587"/>
                  </a:lnTo>
                  <a:lnTo>
                    <a:pt x="224899" y="988602"/>
                  </a:lnTo>
                  <a:lnTo>
                    <a:pt x="224885" y="988609"/>
                  </a:lnTo>
                  <a:lnTo>
                    <a:pt x="224873" y="988619"/>
                  </a:lnTo>
                  <a:lnTo>
                    <a:pt x="224859" y="988636"/>
                  </a:lnTo>
                  <a:lnTo>
                    <a:pt x="224830" y="988677"/>
                  </a:lnTo>
                  <a:lnTo>
                    <a:pt x="224800" y="988725"/>
                  </a:lnTo>
                  <a:lnTo>
                    <a:pt x="224776" y="988770"/>
                  </a:lnTo>
                  <a:lnTo>
                    <a:pt x="224766" y="988799"/>
                  </a:lnTo>
                  <a:lnTo>
                    <a:pt x="224763" y="988811"/>
                  </a:lnTo>
                  <a:lnTo>
                    <a:pt x="224764" y="988838"/>
                  </a:lnTo>
                  <a:lnTo>
                    <a:pt x="224762" y="988845"/>
                  </a:lnTo>
                  <a:lnTo>
                    <a:pt x="224754" y="988870"/>
                  </a:lnTo>
                  <a:lnTo>
                    <a:pt x="224751" y="988889"/>
                  </a:lnTo>
                  <a:lnTo>
                    <a:pt x="224748" y="988918"/>
                  </a:lnTo>
                  <a:lnTo>
                    <a:pt x="224744" y="988933"/>
                  </a:lnTo>
                  <a:lnTo>
                    <a:pt x="224742" y="988939"/>
                  </a:lnTo>
                  <a:lnTo>
                    <a:pt x="224700" y="988967"/>
                  </a:lnTo>
                  <a:lnTo>
                    <a:pt x="224668" y="988993"/>
                  </a:lnTo>
                  <a:lnTo>
                    <a:pt x="224651" y="989007"/>
                  </a:lnTo>
                  <a:lnTo>
                    <a:pt x="224647" y="989026"/>
                  </a:lnTo>
                  <a:lnTo>
                    <a:pt x="224650" y="989036"/>
                  </a:lnTo>
                  <a:lnTo>
                    <a:pt x="224678" y="989083"/>
                  </a:lnTo>
                  <a:lnTo>
                    <a:pt x="224727" y="989150"/>
                  </a:lnTo>
                  <a:lnTo>
                    <a:pt x="224745" y="989189"/>
                  </a:lnTo>
                  <a:lnTo>
                    <a:pt x="224776" y="989225"/>
                  </a:lnTo>
                  <a:lnTo>
                    <a:pt x="224805" y="989269"/>
                  </a:lnTo>
                  <a:lnTo>
                    <a:pt x="224824" y="989295"/>
                  </a:lnTo>
                  <a:lnTo>
                    <a:pt x="224830" y="989327"/>
                  </a:lnTo>
                  <a:lnTo>
                    <a:pt x="224838" y="989358"/>
                  </a:lnTo>
                  <a:lnTo>
                    <a:pt x="224849" y="989370"/>
                  </a:lnTo>
                  <a:lnTo>
                    <a:pt x="224878" y="989393"/>
                  </a:lnTo>
                  <a:lnTo>
                    <a:pt x="224889" y="989409"/>
                  </a:lnTo>
                  <a:lnTo>
                    <a:pt x="224896" y="989421"/>
                  </a:lnTo>
                  <a:lnTo>
                    <a:pt x="224892" y="989457"/>
                  </a:lnTo>
                  <a:lnTo>
                    <a:pt x="224892" y="989491"/>
                  </a:lnTo>
                  <a:lnTo>
                    <a:pt x="224890" y="989513"/>
                  </a:lnTo>
                  <a:lnTo>
                    <a:pt x="224889" y="989520"/>
                  </a:lnTo>
                  <a:lnTo>
                    <a:pt x="224891" y="989535"/>
                  </a:lnTo>
                  <a:lnTo>
                    <a:pt x="224901" y="989565"/>
                  </a:lnTo>
                  <a:lnTo>
                    <a:pt x="224906" y="989576"/>
                  </a:lnTo>
                  <a:lnTo>
                    <a:pt x="224909" y="989585"/>
                  </a:lnTo>
                  <a:lnTo>
                    <a:pt x="224911" y="989593"/>
                  </a:lnTo>
                  <a:lnTo>
                    <a:pt x="224912" y="989598"/>
                  </a:lnTo>
                  <a:lnTo>
                    <a:pt x="224910" y="989613"/>
                  </a:lnTo>
                  <a:lnTo>
                    <a:pt x="224904" y="989631"/>
                  </a:lnTo>
                  <a:lnTo>
                    <a:pt x="224899" y="989648"/>
                  </a:lnTo>
                  <a:lnTo>
                    <a:pt x="224894" y="989679"/>
                  </a:lnTo>
                  <a:lnTo>
                    <a:pt x="224874" y="989693"/>
                  </a:lnTo>
                  <a:lnTo>
                    <a:pt x="224866" y="989697"/>
                  </a:lnTo>
                  <a:lnTo>
                    <a:pt x="224833" y="989718"/>
                  </a:lnTo>
                  <a:lnTo>
                    <a:pt x="224774" y="989768"/>
                  </a:lnTo>
                  <a:lnTo>
                    <a:pt x="224736" y="989803"/>
                  </a:lnTo>
                  <a:lnTo>
                    <a:pt x="224727" y="989820"/>
                  </a:lnTo>
                  <a:lnTo>
                    <a:pt x="224714" y="989857"/>
                  </a:lnTo>
                  <a:lnTo>
                    <a:pt x="224706" y="989879"/>
                  </a:lnTo>
                  <a:lnTo>
                    <a:pt x="224695" y="989905"/>
                  </a:lnTo>
                  <a:lnTo>
                    <a:pt x="224679" y="989930"/>
                  </a:lnTo>
                  <a:lnTo>
                    <a:pt x="224653" y="989965"/>
                  </a:lnTo>
                  <a:lnTo>
                    <a:pt x="224638" y="989984"/>
                  </a:lnTo>
                  <a:lnTo>
                    <a:pt x="224627" y="989995"/>
                  </a:lnTo>
                  <a:lnTo>
                    <a:pt x="224615" y="990001"/>
                  </a:lnTo>
                  <a:lnTo>
                    <a:pt x="224576" y="990015"/>
                  </a:lnTo>
                  <a:lnTo>
                    <a:pt x="224534" y="990035"/>
                  </a:lnTo>
                  <a:lnTo>
                    <a:pt x="224505" y="990049"/>
                  </a:lnTo>
                  <a:lnTo>
                    <a:pt x="224477" y="990067"/>
                  </a:lnTo>
                  <a:lnTo>
                    <a:pt x="224451" y="990091"/>
                  </a:lnTo>
                  <a:lnTo>
                    <a:pt x="224433" y="990104"/>
                  </a:lnTo>
                  <a:lnTo>
                    <a:pt x="224429" y="990107"/>
                  </a:lnTo>
                  <a:lnTo>
                    <a:pt x="224421" y="990108"/>
                  </a:lnTo>
                  <a:lnTo>
                    <a:pt x="224402" y="990106"/>
                  </a:lnTo>
                  <a:lnTo>
                    <a:pt x="224370" y="990098"/>
                  </a:lnTo>
                  <a:lnTo>
                    <a:pt x="224318" y="990088"/>
                  </a:lnTo>
                  <a:lnTo>
                    <a:pt x="224247" y="990074"/>
                  </a:lnTo>
                  <a:lnTo>
                    <a:pt x="224219" y="990067"/>
                  </a:lnTo>
                  <a:lnTo>
                    <a:pt x="224203" y="990055"/>
                  </a:lnTo>
                  <a:lnTo>
                    <a:pt x="224173" y="990002"/>
                  </a:lnTo>
                  <a:lnTo>
                    <a:pt x="224167" y="989975"/>
                  </a:lnTo>
                  <a:lnTo>
                    <a:pt x="224160" y="989963"/>
                  </a:lnTo>
                  <a:lnTo>
                    <a:pt x="224147" y="989955"/>
                  </a:lnTo>
                  <a:lnTo>
                    <a:pt x="224126" y="989954"/>
                  </a:lnTo>
                  <a:lnTo>
                    <a:pt x="224108" y="989949"/>
                  </a:lnTo>
                  <a:lnTo>
                    <a:pt x="224089" y="989937"/>
                  </a:lnTo>
                  <a:lnTo>
                    <a:pt x="224068" y="989925"/>
                  </a:lnTo>
                  <a:lnTo>
                    <a:pt x="223978" y="989895"/>
                  </a:lnTo>
                  <a:lnTo>
                    <a:pt x="223930" y="989868"/>
                  </a:lnTo>
                  <a:lnTo>
                    <a:pt x="223887" y="989837"/>
                  </a:lnTo>
                  <a:lnTo>
                    <a:pt x="223867" y="989817"/>
                  </a:lnTo>
                  <a:lnTo>
                    <a:pt x="223839" y="989777"/>
                  </a:lnTo>
                  <a:lnTo>
                    <a:pt x="223830" y="989757"/>
                  </a:lnTo>
                  <a:lnTo>
                    <a:pt x="223823" y="989744"/>
                  </a:lnTo>
                  <a:lnTo>
                    <a:pt x="223810" y="989707"/>
                  </a:lnTo>
                  <a:lnTo>
                    <a:pt x="223804" y="989681"/>
                  </a:lnTo>
                  <a:lnTo>
                    <a:pt x="223796" y="989681"/>
                  </a:lnTo>
                  <a:lnTo>
                    <a:pt x="223772" y="989681"/>
                  </a:lnTo>
                  <a:lnTo>
                    <a:pt x="223734" y="989677"/>
                  </a:lnTo>
                  <a:lnTo>
                    <a:pt x="223705" y="989674"/>
                  </a:lnTo>
                  <a:lnTo>
                    <a:pt x="223682" y="989675"/>
                  </a:lnTo>
                  <a:lnTo>
                    <a:pt x="223637" y="989676"/>
                  </a:lnTo>
                  <a:lnTo>
                    <a:pt x="223613" y="989679"/>
                  </a:lnTo>
                  <a:lnTo>
                    <a:pt x="223593" y="989682"/>
                  </a:lnTo>
                  <a:lnTo>
                    <a:pt x="223553" y="989689"/>
                  </a:lnTo>
                  <a:lnTo>
                    <a:pt x="223528" y="989693"/>
                  </a:lnTo>
                  <a:lnTo>
                    <a:pt x="223515" y="989693"/>
                  </a:lnTo>
                  <a:lnTo>
                    <a:pt x="223450" y="989678"/>
                  </a:lnTo>
                  <a:lnTo>
                    <a:pt x="223422" y="989677"/>
                  </a:lnTo>
                  <a:lnTo>
                    <a:pt x="223405" y="989678"/>
                  </a:lnTo>
                  <a:lnTo>
                    <a:pt x="223394" y="989681"/>
                  </a:lnTo>
                  <a:lnTo>
                    <a:pt x="223351" y="989700"/>
                  </a:lnTo>
                  <a:lnTo>
                    <a:pt x="223300" y="989722"/>
                  </a:lnTo>
                  <a:lnTo>
                    <a:pt x="223279" y="989738"/>
                  </a:lnTo>
                  <a:lnTo>
                    <a:pt x="223257" y="989746"/>
                  </a:lnTo>
                  <a:lnTo>
                    <a:pt x="223194" y="989767"/>
                  </a:lnTo>
                  <a:lnTo>
                    <a:pt x="223163" y="989782"/>
                  </a:lnTo>
                  <a:lnTo>
                    <a:pt x="223146" y="989808"/>
                  </a:lnTo>
                  <a:lnTo>
                    <a:pt x="223130" y="989850"/>
                  </a:lnTo>
                  <a:lnTo>
                    <a:pt x="223105" y="989916"/>
                  </a:lnTo>
                  <a:lnTo>
                    <a:pt x="223098" y="989930"/>
                  </a:lnTo>
                  <a:lnTo>
                    <a:pt x="223076" y="989938"/>
                  </a:lnTo>
                  <a:lnTo>
                    <a:pt x="223005" y="989964"/>
                  </a:lnTo>
                  <a:lnTo>
                    <a:pt x="222919" y="989982"/>
                  </a:lnTo>
                  <a:lnTo>
                    <a:pt x="222899" y="989982"/>
                  </a:lnTo>
                  <a:lnTo>
                    <a:pt x="222879" y="989987"/>
                  </a:lnTo>
                  <a:lnTo>
                    <a:pt x="222825" y="990006"/>
                  </a:lnTo>
                  <a:lnTo>
                    <a:pt x="222767" y="990026"/>
                  </a:lnTo>
                  <a:lnTo>
                    <a:pt x="222688" y="990044"/>
                  </a:lnTo>
                  <a:lnTo>
                    <a:pt x="222643" y="990057"/>
                  </a:lnTo>
                  <a:lnTo>
                    <a:pt x="222602" y="990072"/>
                  </a:lnTo>
                  <a:lnTo>
                    <a:pt x="222551" y="990096"/>
                  </a:lnTo>
                  <a:lnTo>
                    <a:pt x="222522" y="990118"/>
                  </a:lnTo>
                  <a:lnTo>
                    <a:pt x="222475" y="990155"/>
                  </a:lnTo>
                  <a:lnTo>
                    <a:pt x="222459" y="990174"/>
                  </a:lnTo>
                  <a:lnTo>
                    <a:pt x="222448" y="990186"/>
                  </a:lnTo>
                  <a:lnTo>
                    <a:pt x="222427" y="990213"/>
                  </a:lnTo>
                  <a:lnTo>
                    <a:pt x="222409" y="990226"/>
                  </a:lnTo>
                  <a:lnTo>
                    <a:pt x="222379" y="990262"/>
                  </a:lnTo>
                  <a:lnTo>
                    <a:pt x="222362" y="990284"/>
                  </a:lnTo>
                  <a:lnTo>
                    <a:pt x="222357" y="990288"/>
                  </a:lnTo>
                  <a:lnTo>
                    <a:pt x="222351" y="990289"/>
                  </a:lnTo>
                  <a:lnTo>
                    <a:pt x="222334" y="990289"/>
                  </a:lnTo>
                  <a:lnTo>
                    <a:pt x="222322" y="990289"/>
                  </a:lnTo>
                  <a:lnTo>
                    <a:pt x="222259" y="990294"/>
                  </a:lnTo>
                  <a:lnTo>
                    <a:pt x="222148" y="990296"/>
                  </a:lnTo>
                  <a:lnTo>
                    <a:pt x="222106" y="990318"/>
                  </a:lnTo>
                  <a:lnTo>
                    <a:pt x="222072" y="990348"/>
                  </a:lnTo>
                  <a:lnTo>
                    <a:pt x="222053" y="990371"/>
                  </a:lnTo>
                  <a:lnTo>
                    <a:pt x="222045" y="990384"/>
                  </a:lnTo>
                  <a:lnTo>
                    <a:pt x="222029" y="990409"/>
                  </a:lnTo>
                  <a:lnTo>
                    <a:pt x="222026" y="990413"/>
                  </a:lnTo>
                  <a:lnTo>
                    <a:pt x="222020" y="990414"/>
                  </a:lnTo>
                  <a:lnTo>
                    <a:pt x="222006" y="990409"/>
                  </a:lnTo>
                  <a:lnTo>
                    <a:pt x="221975" y="990400"/>
                  </a:lnTo>
                  <a:lnTo>
                    <a:pt x="221958" y="990397"/>
                  </a:lnTo>
                  <a:lnTo>
                    <a:pt x="221930" y="990395"/>
                  </a:lnTo>
                  <a:lnTo>
                    <a:pt x="221870" y="990399"/>
                  </a:lnTo>
                  <a:lnTo>
                    <a:pt x="221860" y="990399"/>
                  </a:lnTo>
                  <a:lnTo>
                    <a:pt x="221837" y="990399"/>
                  </a:lnTo>
                  <a:lnTo>
                    <a:pt x="221819" y="990398"/>
                  </a:lnTo>
                  <a:lnTo>
                    <a:pt x="221776" y="990393"/>
                  </a:lnTo>
                  <a:lnTo>
                    <a:pt x="221755" y="990392"/>
                  </a:lnTo>
                  <a:lnTo>
                    <a:pt x="221692" y="990396"/>
                  </a:lnTo>
                  <a:lnTo>
                    <a:pt x="221662" y="990406"/>
                  </a:lnTo>
                  <a:lnTo>
                    <a:pt x="221622" y="990424"/>
                  </a:lnTo>
                  <a:lnTo>
                    <a:pt x="221594" y="990442"/>
                  </a:lnTo>
                  <a:lnTo>
                    <a:pt x="221586" y="990451"/>
                  </a:lnTo>
                  <a:lnTo>
                    <a:pt x="221574" y="990465"/>
                  </a:lnTo>
                  <a:lnTo>
                    <a:pt x="221537" y="990494"/>
                  </a:lnTo>
                  <a:lnTo>
                    <a:pt x="221524" y="990500"/>
                  </a:lnTo>
                  <a:lnTo>
                    <a:pt x="221513" y="990503"/>
                  </a:lnTo>
                  <a:lnTo>
                    <a:pt x="221488" y="990504"/>
                  </a:lnTo>
                  <a:lnTo>
                    <a:pt x="221475" y="990505"/>
                  </a:lnTo>
                  <a:lnTo>
                    <a:pt x="221458" y="990505"/>
                  </a:lnTo>
                  <a:lnTo>
                    <a:pt x="221439" y="990503"/>
                  </a:lnTo>
                  <a:lnTo>
                    <a:pt x="221434" y="990502"/>
                  </a:lnTo>
                  <a:lnTo>
                    <a:pt x="221423" y="990501"/>
                  </a:lnTo>
                  <a:lnTo>
                    <a:pt x="221375" y="990479"/>
                  </a:lnTo>
                  <a:lnTo>
                    <a:pt x="221308" y="990444"/>
                  </a:lnTo>
                  <a:lnTo>
                    <a:pt x="221267" y="990423"/>
                  </a:lnTo>
                  <a:lnTo>
                    <a:pt x="221249" y="990406"/>
                  </a:lnTo>
                  <a:lnTo>
                    <a:pt x="221238" y="990387"/>
                  </a:lnTo>
                  <a:lnTo>
                    <a:pt x="221214" y="990356"/>
                  </a:lnTo>
                  <a:lnTo>
                    <a:pt x="221204" y="990342"/>
                  </a:lnTo>
                  <a:lnTo>
                    <a:pt x="221194" y="990333"/>
                  </a:lnTo>
                  <a:lnTo>
                    <a:pt x="221167" y="990317"/>
                  </a:lnTo>
                  <a:lnTo>
                    <a:pt x="221161" y="990312"/>
                  </a:lnTo>
                  <a:lnTo>
                    <a:pt x="221158" y="990305"/>
                  </a:lnTo>
                  <a:lnTo>
                    <a:pt x="221142" y="990288"/>
                  </a:lnTo>
                  <a:lnTo>
                    <a:pt x="221126" y="990279"/>
                  </a:lnTo>
                  <a:lnTo>
                    <a:pt x="221102" y="990276"/>
                  </a:lnTo>
                  <a:lnTo>
                    <a:pt x="221086" y="990278"/>
                  </a:lnTo>
                  <a:lnTo>
                    <a:pt x="221070" y="990284"/>
                  </a:lnTo>
                  <a:lnTo>
                    <a:pt x="221065" y="990289"/>
                  </a:lnTo>
                  <a:lnTo>
                    <a:pt x="221054" y="990300"/>
                  </a:lnTo>
                  <a:lnTo>
                    <a:pt x="221036" y="990309"/>
                  </a:lnTo>
                  <a:lnTo>
                    <a:pt x="221007" y="990329"/>
                  </a:lnTo>
                  <a:lnTo>
                    <a:pt x="220956" y="990370"/>
                  </a:lnTo>
                  <a:lnTo>
                    <a:pt x="220937" y="990385"/>
                  </a:lnTo>
                  <a:lnTo>
                    <a:pt x="220923" y="990391"/>
                  </a:lnTo>
                  <a:lnTo>
                    <a:pt x="220919" y="990393"/>
                  </a:lnTo>
                  <a:lnTo>
                    <a:pt x="220913" y="990393"/>
                  </a:lnTo>
                  <a:lnTo>
                    <a:pt x="220904" y="990391"/>
                  </a:lnTo>
                  <a:lnTo>
                    <a:pt x="220894" y="990385"/>
                  </a:lnTo>
                  <a:lnTo>
                    <a:pt x="220856" y="990351"/>
                  </a:lnTo>
                  <a:lnTo>
                    <a:pt x="220812" y="990315"/>
                  </a:lnTo>
                  <a:lnTo>
                    <a:pt x="220802" y="990306"/>
                  </a:lnTo>
                  <a:lnTo>
                    <a:pt x="220789" y="990289"/>
                  </a:lnTo>
                  <a:lnTo>
                    <a:pt x="220769" y="990273"/>
                  </a:lnTo>
                  <a:lnTo>
                    <a:pt x="220745" y="990259"/>
                  </a:lnTo>
                  <a:lnTo>
                    <a:pt x="220731" y="990254"/>
                  </a:lnTo>
                  <a:lnTo>
                    <a:pt x="220715" y="990253"/>
                  </a:lnTo>
                  <a:lnTo>
                    <a:pt x="220694" y="990255"/>
                  </a:lnTo>
                  <a:lnTo>
                    <a:pt x="220684" y="990254"/>
                  </a:lnTo>
                  <a:lnTo>
                    <a:pt x="220680" y="990228"/>
                  </a:lnTo>
                  <a:lnTo>
                    <a:pt x="220673" y="990210"/>
                  </a:lnTo>
                  <a:lnTo>
                    <a:pt x="220670" y="990203"/>
                  </a:lnTo>
                  <a:lnTo>
                    <a:pt x="220654" y="990183"/>
                  </a:lnTo>
                  <a:lnTo>
                    <a:pt x="220631" y="990148"/>
                  </a:lnTo>
                  <a:lnTo>
                    <a:pt x="220613" y="990117"/>
                  </a:lnTo>
                  <a:lnTo>
                    <a:pt x="220593" y="990094"/>
                  </a:lnTo>
                  <a:lnTo>
                    <a:pt x="220589" y="990079"/>
                  </a:lnTo>
                  <a:lnTo>
                    <a:pt x="220586" y="990042"/>
                  </a:lnTo>
                  <a:lnTo>
                    <a:pt x="220592" y="989990"/>
                  </a:lnTo>
                  <a:lnTo>
                    <a:pt x="220586" y="989950"/>
                  </a:lnTo>
                  <a:lnTo>
                    <a:pt x="220584" y="989932"/>
                  </a:lnTo>
                  <a:lnTo>
                    <a:pt x="220583" y="989927"/>
                  </a:lnTo>
                  <a:lnTo>
                    <a:pt x="220582" y="989921"/>
                  </a:lnTo>
                  <a:lnTo>
                    <a:pt x="220577" y="989909"/>
                  </a:lnTo>
                  <a:lnTo>
                    <a:pt x="220569" y="989887"/>
                  </a:lnTo>
                  <a:lnTo>
                    <a:pt x="220567" y="989882"/>
                  </a:lnTo>
                  <a:lnTo>
                    <a:pt x="220547" y="989852"/>
                  </a:lnTo>
                  <a:lnTo>
                    <a:pt x="220514" y="989822"/>
                  </a:lnTo>
                  <a:lnTo>
                    <a:pt x="220493" y="989813"/>
                  </a:lnTo>
                  <a:lnTo>
                    <a:pt x="220418" y="989809"/>
                  </a:lnTo>
                  <a:lnTo>
                    <a:pt x="220386" y="989802"/>
                  </a:lnTo>
                  <a:lnTo>
                    <a:pt x="220373" y="989775"/>
                  </a:lnTo>
                  <a:lnTo>
                    <a:pt x="220348" y="989736"/>
                  </a:lnTo>
                  <a:lnTo>
                    <a:pt x="220336" y="989697"/>
                  </a:lnTo>
                  <a:lnTo>
                    <a:pt x="220323" y="989653"/>
                  </a:lnTo>
                  <a:lnTo>
                    <a:pt x="220314" y="989628"/>
                  </a:lnTo>
                  <a:lnTo>
                    <a:pt x="220300" y="989599"/>
                  </a:lnTo>
                  <a:lnTo>
                    <a:pt x="220286" y="989580"/>
                  </a:lnTo>
                  <a:lnTo>
                    <a:pt x="220279" y="989562"/>
                  </a:lnTo>
                  <a:lnTo>
                    <a:pt x="220269" y="989532"/>
                  </a:lnTo>
                  <a:lnTo>
                    <a:pt x="220268" y="989525"/>
                  </a:lnTo>
                  <a:lnTo>
                    <a:pt x="220268" y="989521"/>
                  </a:lnTo>
                  <a:lnTo>
                    <a:pt x="220282" y="989489"/>
                  </a:lnTo>
                  <a:lnTo>
                    <a:pt x="220293" y="989446"/>
                  </a:lnTo>
                  <a:lnTo>
                    <a:pt x="220307" y="989401"/>
                  </a:lnTo>
                  <a:lnTo>
                    <a:pt x="220328" y="989323"/>
                  </a:lnTo>
                  <a:lnTo>
                    <a:pt x="220348" y="989274"/>
                  </a:lnTo>
                  <a:lnTo>
                    <a:pt x="220368" y="989225"/>
                  </a:lnTo>
                  <a:lnTo>
                    <a:pt x="220386" y="989196"/>
                  </a:lnTo>
                  <a:lnTo>
                    <a:pt x="220398" y="989182"/>
                  </a:lnTo>
                  <a:lnTo>
                    <a:pt x="220426" y="989146"/>
                  </a:lnTo>
                  <a:lnTo>
                    <a:pt x="220446" y="989127"/>
                  </a:lnTo>
                  <a:lnTo>
                    <a:pt x="220449" y="989121"/>
                  </a:lnTo>
                  <a:lnTo>
                    <a:pt x="220445" y="989114"/>
                  </a:lnTo>
                  <a:lnTo>
                    <a:pt x="220433" y="989097"/>
                  </a:lnTo>
                  <a:lnTo>
                    <a:pt x="220421" y="989079"/>
                  </a:lnTo>
                  <a:lnTo>
                    <a:pt x="220416" y="989072"/>
                  </a:lnTo>
                  <a:lnTo>
                    <a:pt x="220392" y="989040"/>
                  </a:lnTo>
                  <a:lnTo>
                    <a:pt x="220355" y="989001"/>
                  </a:lnTo>
                  <a:lnTo>
                    <a:pt x="220334" y="988973"/>
                  </a:lnTo>
                  <a:lnTo>
                    <a:pt x="220301" y="988929"/>
                  </a:lnTo>
                  <a:lnTo>
                    <a:pt x="220296" y="988925"/>
                  </a:lnTo>
                  <a:lnTo>
                    <a:pt x="220290" y="988920"/>
                  </a:lnTo>
                  <a:lnTo>
                    <a:pt x="220281" y="988913"/>
                  </a:lnTo>
                  <a:lnTo>
                    <a:pt x="220260" y="988886"/>
                  </a:lnTo>
                  <a:lnTo>
                    <a:pt x="220246" y="988871"/>
                  </a:lnTo>
                  <a:lnTo>
                    <a:pt x="220230" y="988845"/>
                  </a:lnTo>
                  <a:lnTo>
                    <a:pt x="220226" y="988820"/>
                  </a:lnTo>
                  <a:lnTo>
                    <a:pt x="220212" y="988797"/>
                  </a:lnTo>
                  <a:lnTo>
                    <a:pt x="220198" y="988784"/>
                  </a:lnTo>
                  <a:lnTo>
                    <a:pt x="220173" y="988767"/>
                  </a:lnTo>
                  <a:lnTo>
                    <a:pt x="220148" y="988744"/>
                  </a:lnTo>
                  <a:lnTo>
                    <a:pt x="220141" y="988734"/>
                  </a:lnTo>
                  <a:lnTo>
                    <a:pt x="220135" y="988713"/>
                  </a:lnTo>
                  <a:lnTo>
                    <a:pt x="220126" y="988689"/>
                  </a:lnTo>
                  <a:lnTo>
                    <a:pt x="220113" y="988663"/>
                  </a:lnTo>
                  <a:lnTo>
                    <a:pt x="220097" y="988598"/>
                  </a:lnTo>
                  <a:lnTo>
                    <a:pt x="220087" y="988545"/>
                  </a:lnTo>
                  <a:lnTo>
                    <a:pt x="220075" y="988516"/>
                  </a:lnTo>
                  <a:lnTo>
                    <a:pt x="220069" y="988496"/>
                  </a:lnTo>
                  <a:lnTo>
                    <a:pt x="220071" y="988482"/>
                  </a:lnTo>
                  <a:lnTo>
                    <a:pt x="220075" y="988472"/>
                  </a:lnTo>
                  <a:lnTo>
                    <a:pt x="220099" y="988448"/>
                  </a:lnTo>
                  <a:lnTo>
                    <a:pt x="220122" y="988423"/>
                  </a:lnTo>
                  <a:lnTo>
                    <a:pt x="220160" y="988371"/>
                  </a:lnTo>
                  <a:lnTo>
                    <a:pt x="220169" y="988358"/>
                  </a:lnTo>
                  <a:lnTo>
                    <a:pt x="220184" y="988323"/>
                  </a:lnTo>
                  <a:lnTo>
                    <a:pt x="220184" y="988315"/>
                  </a:lnTo>
                  <a:lnTo>
                    <a:pt x="220179" y="988293"/>
                  </a:lnTo>
                  <a:lnTo>
                    <a:pt x="220177" y="988279"/>
                  </a:lnTo>
                  <a:lnTo>
                    <a:pt x="220178" y="988242"/>
                  </a:lnTo>
                  <a:lnTo>
                    <a:pt x="220176" y="988227"/>
                  </a:lnTo>
                  <a:lnTo>
                    <a:pt x="220155" y="988206"/>
                  </a:lnTo>
                  <a:lnTo>
                    <a:pt x="220117" y="988181"/>
                  </a:lnTo>
                  <a:lnTo>
                    <a:pt x="220082" y="988146"/>
                  </a:lnTo>
                  <a:lnTo>
                    <a:pt x="220039" y="988108"/>
                  </a:lnTo>
                  <a:lnTo>
                    <a:pt x="220015" y="988094"/>
                  </a:lnTo>
                  <a:lnTo>
                    <a:pt x="219981" y="988080"/>
                  </a:lnTo>
                  <a:lnTo>
                    <a:pt x="219924" y="988045"/>
                  </a:lnTo>
                  <a:lnTo>
                    <a:pt x="219886" y="988035"/>
                  </a:lnTo>
                  <a:lnTo>
                    <a:pt x="219858" y="988021"/>
                  </a:lnTo>
                  <a:lnTo>
                    <a:pt x="219834" y="988001"/>
                  </a:lnTo>
                  <a:lnTo>
                    <a:pt x="219814" y="987974"/>
                  </a:lnTo>
                  <a:lnTo>
                    <a:pt x="219796" y="987940"/>
                  </a:lnTo>
                  <a:lnTo>
                    <a:pt x="219783" y="987921"/>
                  </a:lnTo>
                  <a:lnTo>
                    <a:pt x="219766" y="987918"/>
                  </a:lnTo>
                  <a:lnTo>
                    <a:pt x="219750" y="987913"/>
                  </a:lnTo>
                  <a:lnTo>
                    <a:pt x="219725" y="987888"/>
                  </a:lnTo>
                  <a:lnTo>
                    <a:pt x="219670" y="987864"/>
                  </a:lnTo>
                  <a:lnTo>
                    <a:pt x="219606" y="987832"/>
                  </a:lnTo>
                  <a:lnTo>
                    <a:pt x="219582" y="987814"/>
                  </a:lnTo>
                  <a:lnTo>
                    <a:pt x="219544" y="987780"/>
                  </a:lnTo>
                  <a:lnTo>
                    <a:pt x="219503" y="987756"/>
                  </a:lnTo>
                  <a:lnTo>
                    <a:pt x="219487" y="987742"/>
                  </a:lnTo>
                  <a:lnTo>
                    <a:pt x="219485" y="987722"/>
                  </a:lnTo>
                  <a:lnTo>
                    <a:pt x="219469" y="987699"/>
                  </a:lnTo>
                  <a:lnTo>
                    <a:pt x="219442" y="987681"/>
                  </a:lnTo>
                  <a:lnTo>
                    <a:pt x="219422" y="987660"/>
                  </a:lnTo>
                  <a:lnTo>
                    <a:pt x="219403" y="987647"/>
                  </a:lnTo>
                  <a:lnTo>
                    <a:pt x="219339" y="987628"/>
                  </a:lnTo>
                  <a:lnTo>
                    <a:pt x="219289" y="987603"/>
                  </a:lnTo>
                  <a:lnTo>
                    <a:pt x="219267" y="987590"/>
                  </a:lnTo>
                  <a:lnTo>
                    <a:pt x="219259" y="987575"/>
                  </a:lnTo>
                  <a:lnTo>
                    <a:pt x="219249" y="987560"/>
                  </a:lnTo>
                  <a:lnTo>
                    <a:pt x="219223" y="987545"/>
                  </a:lnTo>
                  <a:lnTo>
                    <a:pt x="219198" y="987535"/>
                  </a:lnTo>
                  <a:lnTo>
                    <a:pt x="219170" y="987527"/>
                  </a:lnTo>
                  <a:lnTo>
                    <a:pt x="219153" y="987527"/>
                  </a:lnTo>
                  <a:lnTo>
                    <a:pt x="219135" y="987537"/>
                  </a:lnTo>
                  <a:lnTo>
                    <a:pt x="219117" y="987559"/>
                  </a:lnTo>
                  <a:lnTo>
                    <a:pt x="219109" y="987564"/>
                  </a:lnTo>
                  <a:lnTo>
                    <a:pt x="218994" y="987532"/>
                  </a:lnTo>
                  <a:lnTo>
                    <a:pt x="218958" y="987525"/>
                  </a:lnTo>
                  <a:lnTo>
                    <a:pt x="218887" y="987503"/>
                  </a:lnTo>
                  <a:lnTo>
                    <a:pt x="218830" y="987484"/>
                  </a:lnTo>
                  <a:lnTo>
                    <a:pt x="218770" y="987472"/>
                  </a:lnTo>
                  <a:lnTo>
                    <a:pt x="218747" y="987473"/>
                  </a:lnTo>
                  <a:lnTo>
                    <a:pt x="218711" y="987486"/>
                  </a:lnTo>
                  <a:lnTo>
                    <a:pt x="218691" y="987504"/>
                  </a:lnTo>
                  <a:lnTo>
                    <a:pt x="218682" y="987521"/>
                  </a:lnTo>
                  <a:lnTo>
                    <a:pt x="218679" y="987548"/>
                  </a:lnTo>
                  <a:lnTo>
                    <a:pt x="218681" y="987589"/>
                  </a:lnTo>
                  <a:lnTo>
                    <a:pt x="218679" y="987604"/>
                  </a:lnTo>
                  <a:lnTo>
                    <a:pt x="218661" y="987635"/>
                  </a:lnTo>
                  <a:lnTo>
                    <a:pt x="218587" y="987721"/>
                  </a:lnTo>
                  <a:lnTo>
                    <a:pt x="218541" y="987772"/>
                  </a:lnTo>
                  <a:lnTo>
                    <a:pt x="218505" y="987803"/>
                  </a:lnTo>
                  <a:lnTo>
                    <a:pt x="218467" y="987837"/>
                  </a:lnTo>
                  <a:lnTo>
                    <a:pt x="218436" y="987869"/>
                  </a:lnTo>
                  <a:lnTo>
                    <a:pt x="218420" y="987895"/>
                  </a:lnTo>
                  <a:lnTo>
                    <a:pt x="218403" y="987967"/>
                  </a:lnTo>
                  <a:lnTo>
                    <a:pt x="218386" y="987991"/>
                  </a:lnTo>
                  <a:lnTo>
                    <a:pt x="218359" y="988029"/>
                  </a:lnTo>
                  <a:lnTo>
                    <a:pt x="218326" y="988059"/>
                  </a:lnTo>
                  <a:lnTo>
                    <a:pt x="218303" y="988083"/>
                  </a:lnTo>
                  <a:lnTo>
                    <a:pt x="218289" y="988114"/>
                  </a:lnTo>
                  <a:lnTo>
                    <a:pt x="218263" y="988149"/>
                  </a:lnTo>
                  <a:lnTo>
                    <a:pt x="218247" y="988165"/>
                  </a:lnTo>
                  <a:lnTo>
                    <a:pt x="218208" y="988176"/>
                  </a:lnTo>
                  <a:lnTo>
                    <a:pt x="218102" y="988204"/>
                  </a:lnTo>
                  <a:lnTo>
                    <a:pt x="218053" y="988220"/>
                  </a:lnTo>
                  <a:lnTo>
                    <a:pt x="218044" y="988221"/>
                  </a:lnTo>
                  <a:lnTo>
                    <a:pt x="218009" y="988188"/>
                  </a:lnTo>
                  <a:lnTo>
                    <a:pt x="217965" y="988155"/>
                  </a:lnTo>
                  <a:lnTo>
                    <a:pt x="217904" y="988124"/>
                  </a:lnTo>
                  <a:lnTo>
                    <a:pt x="217865" y="988097"/>
                  </a:lnTo>
                  <a:lnTo>
                    <a:pt x="217812" y="988061"/>
                  </a:lnTo>
                  <a:lnTo>
                    <a:pt x="217800" y="988054"/>
                  </a:lnTo>
                  <a:lnTo>
                    <a:pt x="217750" y="988055"/>
                  </a:lnTo>
                  <a:lnTo>
                    <a:pt x="217684" y="988061"/>
                  </a:lnTo>
                  <a:lnTo>
                    <a:pt x="217638" y="988074"/>
                  </a:lnTo>
                  <a:lnTo>
                    <a:pt x="217617" y="988072"/>
                  </a:lnTo>
                  <a:lnTo>
                    <a:pt x="217592" y="988062"/>
                  </a:lnTo>
                  <a:lnTo>
                    <a:pt x="217557" y="988040"/>
                  </a:lnTo>
                  <a:lnTo>
                    <a:pt x="217539" y="988035"/>
                  </a:lnTo>
                  <a:lnTo>
                    <a:pt x="217498" y="988029"/>
                  </a:lnTo>
                  <a:lnTo>
                    <a:pt x="217452" y="988007"/>
                  </a:lnTo>
                  <a:lnTo>
                    <a:pt x="217397" y="987986"/>
                  </a:lnTo>
                  <a:lnTo>
                    <a:pt x="217355" y="987972"/>
                  </a:lnTo>
                  <a:lnTo>
                    <a:pt x="217321" y="987975"/>
                  </a:lnTo>
                  <a:lnTo>
                    <a:pt x="217284" y="987985"/>
                  </a:lnTo>
                  <a:lnTo>
                    <a:pt x="217237" y="987988"/>
                  </a:lnTo>
                  <a:lnTo>
                    <a:pt x="217182" y="988009"/>
                  </a:lnTo>
                  <a:lnTo>
                    <a:pt x="217135" y="988031"/>
                  </a:lnTo>
                  <a:lnTo>
                    <a:pt x="217107" y="988058"/>
                  </a:lnTo>
                  <a:lnTo>
                    <a:pt x="217053" y="988096"/>
                  </a:lnTo>
                  <a:lnTo>
                    <a:pt x="217029" y="988131"/>
                  </a:lnTo>
                  <a:lnTo>
                    <a:pt x="217020" y="988155"/>
                  </a:lnTo>
                  <a:lnTo>
                    <a:pt x="217011" y="988188"/>
                  </a:lnTo>
                  <a:lnTo>
                    <a:pt x="217003" y="988201"/>
                  </a:lnTo>
                  <a:lnTo>
                    <a:pt x="216993" y="988219"/>
                  </a:lnTo>
                  <a:lnTo>
                    <a:pt x="216964" y="988258"/>
                  </a:lnTo>
                  <a:lnTo>
                    <a:pt x="216944" y="988275"/>
                  </a:lnTo>
                  <a:lnTo>
                    <a:pt x="216937" y="988279"/>
                  </a:lnTo>
                  <a:lnTo>
                    <a:pt x="216918" y="988290"/>
                  </a:lnTo>
                  <a:lnTo>
                    <a:pt x="216896" y="988295"/>
                  </a:lnTo>
                  <a:lnTo>
                    <a:pt x="216858" y="988310"/>
                  </a:lnTo>
                  <a:lnTo>
                    <a:pt x="216848" y="988316"/>
                  </a:lnTo>
                  <a:lnTo>
                    <a:pt x="216827" y="988334"/>
                  </a:lnTo>
                  <a:lnTo>
                    <a:pt x="216805" y="988355"/>
                  </a:lnTo>
                  <a:lnTo>
                    <a:pt x="216780" y="988373"/>
                  </a:lnTo>
                  <a:lnTo>
                    <a:pt x="216760" y="988384"/>
                  </a:lnTo>
                  <a:lnTo>
                    <a:pt x="216740" y="988390"/>
                  </a:lnTo>
                  <a:lnTo>
                    <a:pt x="216709" y="988390"/>
                  </a:lnTo>
                  <a:lnTo>
                    <a:pt x="216680" y="988392"/>
                  </a:lnTo>
                  <a:lnTo>
                    <a:pt x="216600" y="988411"/>
                  </a:lnTo>
                  <a:lnTo>
                    <a:pt x="216533" y="988416"/>
                  </a:lnTo>
                  <a:lnTo>
                    <a:pt x="216455" y="988420"/>
                  </a:lnTo>
                  <a:lnTo>
                    <a:pt x="216408" y="988427"/>
                  </a:lnTo>
                  <a:lnTo>
                    <a:pt x="216400" y="988430"/>
                  </a:lnTo>
                  <a:lnTo>
                    <a:pt x="216382" y="988438"/>
                  </a:lnTo>
                  <a:lnTo>
                    <a:pt x="216361" y="988446"/>
                  </a:lnTo>
                  <a:lnTo>
                    <a:pt x="216355" y="988447"/>
                  </a:lnTo>
                  <a:lnTo>
                    <a:pt x="216344" y="988446"/>
                  </a:lnTo>
                  <a:lnTo>
                    <a:pt x="216330" y="988445"/>
                  </a:lnTo>
                  <a:lnTo>
                    <a:pt x="216317" y="988444"/>
                  </a:lnTo>
                  <a:lnTo>
                    <a:pt x="216305" y="988445"/>
                  </a:lnTo>
                  <a:lnTo>
                    <a:pt x="216281" y="988452"/>
                  </a:lnTo>
                  <a:lnTo>
                    <a:pt x="216258" y="988457"/>
                  </a:lnTo>
                  <a:lnTo>
                    <a:pt x="216246" y="988456"/>
                  </a:lnTo>
                  <a:lnTo>
                    <a:pt x="216234" y="988452"/>
                  </a:lnTo>
                  <a:lnTo>
                    <a:pt x="216228" y="988453"/>
                  </a:lnTo>
                  <a:lnTo>
                    <a:pt x="216213" y="988459"/>
                  </a:lnTo>
                  <a:lnTo>
                    <a:pt x="216160" y="988459"/>
                  </a:lnTo>
                  <a:lnTo>
                    <a:pt x="216136" y="988458"/>
                  </a:lnTo>
                  <a:lnTo>
                    <a:pt x="216112" y="988461"/>
                  </a:lnTo>
                  <a:lnTo>
                    <a:pt x="216051" y="988471"/>
                  </a:lnTo>
                  <a:lnTo>
                    <a:pt x="216029" y="988473"/>
                  </a:lnTo>
                  <a:lnTo>
                    <a:pt x="215995" y="988479"/>
                  </a:lnTo>
                  <a:lnTo>
                    <a:pt x="215964" y="988487"/>
                  </a:lnTo>
                  <a:lnTo>
                    <a:pt x="215924" y="988503"/>
                  </a:lnTo>
                  <a:lnTo>
                    <a:pt x="215890" y="988512"/>
                  </a:lnTo>
                  <a:lnTo>
                    <a:pt x="215877" y="988517"/>
                  </a:lnTo>
                  <a:lnTo>
                    <a:pt x="215861" y="988521"/>
                  </a:lnTo>
                  <a:lnTo>
                    <a:pt x="215853" y="988522"/>
                  </a:lnTo>
                  <a:lnTo>
                    <a:pt x="215847" y="988522"/>
                  </a:lnTo>
                  <a:lnTo>
                    <a:pt x="215836" y="988515"/>
                  </a:lnTo>
                  <a:lnTo>
                    <a:pt x="215824" y="988506"/>
                  </a:lnTo>
                  <a:lnTo>
                    <a:pt x="215814" y="988497"/>
                  </a:lnTo>
                  <a:lnTo>
                    <a:pt x="215776" y="988462"/>
                  </a:lnTo>
                  <a:lnTo>
                    <a:pt x="215770" y="988453"/>
                  </a:lnTo>
                  <a:lnTo>
                    <a:pt x="215758" y="988375"/>
                  </a:lnTo>
                  <a:lnTo>
                    <a:pt x="215755" y="988347"/>
                  </a:lnTo>
                  <a:lnTo>
                    <a:pt x="215758" y="988295"/>
                  </a:lnTo>
                  <a:lnTo>
                    <a:pt x="215758" y="988290"/>
                  </a:lnTo>
                  <a:lnTo>
                    <a:pt x="215749" y="988279"/>
                  </a:lnTo>
                  <a:lnTo>
                    <a:pt x="215744" y="988274"/>
                  </a:lnTo>
                  <a:lnTo>
                    <a:pt x="215716" y="988231"/>
                  </a:lnTo>
                  <a:lnTo>
                    <a:pt x="215700" y="988202"/>
                  </a:lnTo>
                  <a:lnTo>
                    <a:pt x="215691" y="988180"/>
                  </a:lnTo>
                  <a:lnTo>
                    <a:pt x="215685" y="988155"/>
                  </a:lnTo>
                  <a:lnTo>
                    <a:pt x="215658" y="988124"/>
                  </a:lnTo>
                  <a:lnTo>
                    <a:pt x="215616" y="988088"/>
                  </a:lnTo>
                  <a:lnTo>
                    <a:pt x="215558" y="988056"/>
                  </a:lnTo>
                  <a:lnTo>
                    <a:pt x="215492" y="988024"/>
                  </a:lnTo>
                  <a:lnTo>
                    <a:pt x="215447" y="987998"/>
                  </a:lnTo>
                  <a:lnTo>
                    <a:pt x="215404" y="987971"/>
                  </a:lnTo>
                  <a:lnTo>
                    <a:pt x="215363" y="987957"/>
                  </a:lnTo>
                  <a:lnTo>
                    <a:pt x="215333" y="987953"/>
                  </a:lnTo>
                  <a:lnTo>
                    <a:pt x="215310" y="987940"/>
                  </a:lnTo>
                  <a:lnTo>
                    <a:pt x="215283" y="987903"/>
                  </a:lnTo>
                  <a:lnTo>
                    <a:pt x="215249" y="987873"/>
                  </a:lnTo>
                  <a:lnTo>
                    <a:pt x="215191" y="987824"/>
                  </a:lnTo>
                  <a:lnTo>
                    <a:pt x="215153" y="987793"/>
                  </a:lnTo>
                  <a:lnTo>
                    <a:pt x="215108" y="987770"/>
                  </a:lnTo>
                  <a:lnTo>
                    <a:pt x="215067" y="987745"/>
                  </a:lnTo>
                  <a:lnTo>
                    <a:pt x="215022" y="987737"/>
                  </a:lnTo>
                  <a:lnTo>
                    <a:pt x="214989" y="987731"/>
                  </a:lnTo>
                  <a:lnTo>
                    <a:pt x="214970" y="987727"/>
                  </a:lnTo>
                  <a:lnTo>
                    <a:pt x="214961" y="987723"/>
                  </a:lnTo>
                  <a:lnTo>
                    <a:pt x="214955" y="987713"/>
                  </a:lnTo>
                  <a:lnTo>
                    <a:pt x="214955" y="987701"/>
                  </a:lnTo>
                  <a:lnTo>
                    <a:pt x="214955" y="987685"/>
                  </a:lnTo>
                  <a:lnTo>
                    <a:pt x="214960" y="987669"/>
                  </a:lnTo>
                  <a:lnTo>
                    <a:pt x="214964" y="987651"/>
                  </a:lnTo>
                  <a:lnTo>
                    <a:pt x="214970" y="987632"/>
                  </a:lnTo>
                  <a:lnTo>
                    <a:pt x="214970" y="987609"/>
                  </a:lnTo>
                  <a:lnTo>
                    <a:pt x="214969" y="987587"/>
                  </a:lnTo>
                  <a:lnTo>
                    <a:pt x="214952" y="987546"/>
                  </a:lnTo>
                  <a:lnTo>
                    <a:pt x="214948" y="987516"/>
                  </a:lnTo>
                  <a:lnTo>
                    <a:pt x="214934" y="987467"/>
                  </a:lnTo>
                  <a:lnTo>
                    <a:pt x="214928" y="987440"/>
                  </a:lnTo>
                  <a:lnTo>
                    <a:pt x="214919" y="987419"/>
                  </a:lnTo>
                  <a:lnTo>
                    <a:pt x="214903" y="987403"/>
                  </a:lnTo>
                  <a:lnTo>
                    <a:pt x="214882" y="987381"/>
                  </a:lnTo>
                  <a:lnTo>
                    <a:pt x="214855" y="987339"/>
                  </a:lnTo>
                  <a:lnTo>
                    <a:pt x="214827" y="987308"/>
                  </a:lnTo>
                  <a:lnTo>
                    <a:pt x="214796" y="987269"/>
                  </a:lnTo>
                  <a:lnTo>
                    <a:pt x="214774" y="987239"/>
                  </a:lnTo>
                  <a:lnTo>
                    <a:pt x="214754" y="987218"/>
                  </a:lnTo>
                  <a:lnTo>
                    <a:pt x="214715" y="987176"/>
                  </a:lnTo>
                  <a:lnTo>
                    <a:pt x="214686" y="987151"/>
                  </a:lnTo>
                  <a:lnTo>
                    <a:pt x="214659" y="987126"/>
                  </a:lnTo>
                  <a:lnTo>
                    <a:pt x="214636" y="987098"/>
                  </a:lnTo>
                  <a:lnTo>
                    <a:pt x="214601" y="987072"/>
                  </a:lnTo>
                  <a:lnTo>
                    <a:pt x="214566" y="987059"/>
                  </a:lnTo>
                  <a:lnTo>
                    <a:pt x="214510" y="987028"/>
                  </a:lnTo>
                  <a:lnTo>
                    <a:pt x="214465" y="987007"/>
                  </a:lnTo>
                  <a:lnTo>
                    <a:pt x="214414" y="986990"/>
                  </a:lnTo>
                  <a:lnTo>
                    <a:pt x="214379" y="986975"/>
                  </a:lnTo>
                  <a:lnTo>
                    <a:pt x="214312" y="986954"/>
                  </a:lnTo>
                  <a:lnTo>
                    <a:pt x="214292" y="986946"/>
                  </a:lnTo>
                  <a:lnTo>
                    <a:pt x="214285" y="986934"/>
                  </a:lnTo>
                  <a:lnTo>
                    <a:pt x="214281" y="986912"/>
                  </a:lnTo>
                  <a:lnTo>
                    <a:pt x="214283" y="986891"/>
                  </a:lnTo>
                  <a:lnTo>
                    <a:pt x="214282" y="986866"/>
                  </a:lnTo>
                  <a:lnTo>
                    <a:pt x="214276" y="986823"/>
                  </a:lnTo>
                  <a:lnTo>
                    <a:pt x="214258" y="986794"/>
                  </a:lnTo>
                  <a:lnTo>
                    <a:pt x="214240" y="986773"/>
                  </a:lnTo>
                  <a:lnTo>
                    <a:pt x="214227" y="986766"/>
                  </a:lnTo>
                  <a:lnTo>
                    <a:pt x="214207" y="986760"/>
                  </a:lnTo>
                  <a:lnTo>
                    <a:pt x="214187" y="986761"/>
                  </a:lnTo>
                  <a:lnTo>
                    <a:pt x="214151" y="986759"/>
                  </a:lnTo>
                  <a:lnTo>
                    <a:pt x="214130" y="986757"/>
                  </a:lnTo>
                  <a:lnTo>
                    <a:pt x="214109" y="986746"/>
                  </a:lnTo>
                  <a:lnTo>
                    <a:pt x="214093" y="986733"/>
                  </a:lnTo>
                  <a:lnTo>
                    <a:pt x="214074" y="986721"/>
                  </a:lnTo>
                  <a:lnTo>
                    <a:pt x="214061" y="986715"/>
                  </a:lnTo>
                  <a:lnTo>
                    <a:pt x="214041" y="986703"/>
                  </a:lnTo>
                  <a:lnTo>
                    <a:pt x="214022" y="986690"/>
                  </a:lnTo>
                  <a:lnTo>
                    <a:pt x="214001" y="986672"/>
                  </a:lnTo>
                  <a:lnTo>
                    <a:pt x="213987" y="986659"/>
                  </a:lnTo>
                  <a:lnTo>
                    <a:pt x="213975" y="986650"/>
                  </a:lnTo>
                  <a:lnTo>
                    <a:pt x="213956" y="986648"/>
                  </a:lnTo>
                  <a:lnTo>
                    <a:pt x="213940" y="986649"/>
                  </a:lnTo>
                  <a:lnTo>
                    <a:pt x="213921" y="986658"/>
                  </a:lnTo>
                  <a:lnTo>
                    <a:pt x="213875" y="986675"/>
                  </a:lnTo>
                  <a:lnTo>
                    <a:pt x="213850" y="986683"/>
                  </a:lnTo>
                  <a:lnTo>
                    <a:pt x="213826" y="986693"/>
                  </a:lnTo>
                  <a:lnTo>
                    <a:pt x="213801" y="986699"/>
                  </a:lnTo>
                  <a:lnTo>
                    <a:pt x="213788" y="986694"/>
                  </a:lnTo>
                  <a:lnTo>
                    <a:pt x="213776" y="986681"/>
                  </a:lnTo>
                  <a:lnTo>
                    <a:pt x="213766" y="986665"/>
                  </a:lnTo>
                  <a:lnTo>
                    <a:pt x="213756" y="986649"/>
                  </a:lnTo>
                  <a:lnTo>
                    <a:pt x="213737" y="986633"/>
                  </a:lnTo>
                  <a:lnTo>
                    <a:pt x="213657" y="986598"/>
                  </a:lnTo>
                  <a:lnTo>
                    <a:pt x="213585" y="986583"/>
                  </a:lnTo>
                  <a:lnTo>
                    <a:pt x="213545" y="986580"/>
                  </a:lnTo>
                  <a:lnTo>
                    <a:pt x="213464" y="986589"/>
                  </a:lnTo>
                  <a:lnTo>
                    <a:pt x="213441" y="986591"/>
                  </a:lnTo>
                  <a:lnTo>
                    <a:pt x="213407" y="986595"/>
                  </a:lnTo>
                  <a:lnTo>
                    <a:pt x="213366" y="986596"/>
                  </a:lnTo>
                  <a:lnTo>
                    <a:pt x="213345" y="986586"/>
                  </a:lnTo>
                  <a:lnTo>
                    <a:pt x="213325" y="986572"/>
                  </a:lnTo>
                  <a:lnTo>
                    <a:pt x="213312" y="986561"/>
                  </a:lnTo>
                  <a:lnTo>
                    <a:pt x="213297" y="986543"/>
                  </a:lnTo>
                  <a:lnTo>
                    <a:pt x="213284" y="986528"/>
                  </a:lnTo>
                  <a:lnTo>
                    <a:pt x="213269" y="986510"/>
                  </a:lnTo>
                  <a:lnTo>
                    <a:pt x="213247" y="986503"/>
                  </a:lnTo>
                  <a:lnTo>
                    <a:pt x="213216" y="986497"/>
                  </a:lnTo>
                  <a:lnTo>
                    <a:pt x="213191" y="986496"/>
                  </a:lnTo>
                  <a:lnTo>
                    <a:pt x="213151" y="986496"/>
                  </a:lnTo>
                  <a:lnTo>
                    <a:pt x="213135" y="986493"/>
                  </a:lnTo>
                  <a:lnTo>
                    <a:pt x="213119" y="986488"/>
                  </a:lnTo>
                  <a:lnTo>
                    <a:pt x="213102" y="986479"/>
                  </a:lnTo>
                  <a:lnTo>
                    <a:pt x="213096" y="986468"/>
                  </a:lnTo>
                  <a:lnTo>
                    <a:pt x="213083" y="986452"/>
                  </a:lnTo>
                  <a:lnTo>
                    <a:pt x="213065" y="986432"/>
                  </a:lnTo>
                  <a:lnTo>
                    <a:pt x="213047" y="986423"/>
                  </a:lnTo>
                  <a:lnTo>
                    <a:pt x="213021" y="986414"/>
                  </a:lnTo>
                  <a:lnTo>
                    <a:pt x="212987" y="986412"/>
                  </a:lnTo>
                  <a:lnTo>
                    <a:pt x="212966" y="986406"/>
                  </a:lnTo>
                  <a:lnTo>
                    <a:pt x="212941" y="986396"/>
                  </a:lnTo>
                  <a:lnTo>
                    <a:pt x="212912" y="986389"/>
                  </a:lnTo>
                  <a:lnTo>
                    <a:pt x="212889" y="986386"/>
                  </a:lnTo>
                  <a:lnTo>
                    <a:pt x="212862" y="986389"/>
                  </a:lnTo>
                  <a:lnTo>
                    <a:pt x="212831" y="986395"/>
                  </a:lnTo>
                  <a:lnTo>
                    <a:pt x="212803" y="986392"/>
                  </a:lnTo>
                  <a:lnTo>
                    <a:pt x="212771" y="986393"/>
                  </a:lnTo>
                  <a:lnTo>
                    <a:pt x="212750" y="986398"/>
                  </a:lnTo>
                  <a:lnTo>
                    <a:pt x="212724" y="986400"/>
                  </a:lnTo>
                  <a:lnTo>
                    <a:pt x="212681" y="986401"/>
                  </a:lnTo>
                  <a:lnTo>
                    <a:pt x="212645" y="986411"/>
                  </a:lnTo>
                  <a:lnTo>
                    <a:pt x="212598" y="986424"/>
                  </a:lnTo>
                  <a:lnTo>
                    <a:pt x="212572" y="986432"/>
                  </a:lnTo>
                  <a:lnTo>
                    <a:pt x="212552" y="986438"/>
                  </a:lnTo>
                  <a:lnTo>
                    <a:pt x="212536" y="986440"/>
                  </a:lnTo>
                  <a:lnTo>
                    <a:pt x="212528" y="986446"/>
                  </a:lnTo>
                  <a:lnTo>
                    <a:pt x="212513" y="986460"/>
                  </a:lnTo>
                  <a:lnTo>
                    <a:pt x="212495" y="986463"/>
                  </a:lnTo>
                  <a:lnTo>
                    <a:pt x="212486" y="986461"/>
                  </a:lnTo>
                  <a:lnTo>
                    <a:pt x="212479" y="986438"/>
                  </a:lnTo>
                  <a:lnTo>
                    <a:pt x="212473" y="986414"/>
                  </a:lnTo>
                  <a:lnTo>
                    <a:pt x="212464" y="986395"/>
                  </a:lnTo>
                  <a:lnTo>
                    <a:pt x="212449" y="986378"/>
                  </a:lnTo>
                  <a:lnTo>
                    <a:pt x="212432" y="986370"/>
                  </a:lnTo>
                  <a:lnTo>
                    <a:pt x="212407" y="986358"/>
                  </a:lnTo>
                  <a:lnTo>
                    <a:pt x="212388" y="986342"/>
                  </a:lnTo>
                  <a:lnTo>
                    <a:pt x="212374" y="986324"/>
                  </a:lnTo>
                  <a:lnTo>
                    <a:pt x="212369" y="986301"/>
                  </a:lnTo>
                  <a:lnTo>
                    <a:pt x="212365" y="986266"/>
                  </a:lnTo>
                  <a:lnTo>
                    <a:pt x="212372" y="986233"/>
                  </a:lnTo>
                  <a:lnTo>
                    <a:pt x="212380" y="986207"/>
                  </a:lnTo>
                  <a:lnTo>
                    <a:pt x="212381" y="986184"/>
                  </a:lnTo>
                  <a:lnTo>
                    <a:pt x="212368" y="986159"/>
                  </a:lnTo>
                  <a:lnTo>
                    <a:pt x="212343" y="986127"/>
                  </a:lnTo>
                  <a:lnTo>
                    <a:pt x="212322" y="986099"/>
                  </a:lnTo>
                  <a:lnTo>
                    <a:pt x="212294" y="986064"/>
                  </a:lnTo>
                  <a:lnTo>
                    <a:pt x="212278" y="986033"/>
                  </a:lnTo>
                  <a:lnTo>
                    <a:pt x="212263" y="986009"/>
                  </a:lnTo>
                  <a:lnTo>
                    <a:pt x="212260" y="985997"/>
                  </a:lnTo>
                  <a:lnTo>
                    <a:pt x="212261" y="985989"/>
                  </a:lnTo>
                  <a:lnTo>
                    <a:pt x="212269" y="985977"/>
                  </a:lnTo>
                  <a:lnTo>
                    <a:pt x="212279" y="985960"/>
                  </a:lnTo>
                  <a:lnTo>
                    <a:pt x="212285" y="985942"/>
                  </a:lnTo>
                  <a:lnTo>
                    <a:pt x="212286" y="985931"/>
                  </a:lnTo>
                  <a:lnTo>
                    <a:pt x="212281" y="985919"/>
                  </a:lnTo>
                  <a:lnTo>
                    <a:pt x="212273" y="985905"/>
                  </a:lnTo>
                  <a:lnTo>
                    <a:pt x="212260" y="985896"/>
                  </a:lnTo>
                  <a:lnTo>
                    <a:pt x="212249" y="985893"/>
                  </a:lnTo>
                  <a:lnTo>
                    <a:pt x="212242" y="985890"/>
                  </a:lnTo>
                  <a:lnTo>
                    <a:pt x="212238" y="985876"/>
                  </a:lnTo>
                  <a:lnTo>
                    <a:pt x="212235" y="985859"/>
                  </a:lnTo>
                  <a:lnTo>
                    <a:pt x="212230" y="985844"/>
                  </a:lnTo>
                  <a:lnTo>
                    <a:pt x="212223" y="985838"/>
                  </a:lnTo>
                  <a:lnTo>
                    <a:pt x="212219" y="985834"/>
                  </a:lnTo>
                  <a:lnTo>
                    <a:pt x="212201" y="985818"/>
                  </a:lnTo>
                  <a:lnTo>
                    <a:pt x="212189" y="985810"/>
                  </a:lnTo>
                  <a:lnTo>
                    <a:pt x="212171" y="985799"/>
                  </a:lnTo>
                  <a:lnTo>
                    <a:pt x="212155" y="985782"/>
                  </a:lnTo>
                  <a:lnTo>
                    <a:pt x="212137" y="985768"/>
                  </a:lnTo>
                  <a:lnTo>
                    <a:pt x="212127" y="985766"/>
                  </a:lnTo>
                  <a:lnTo>
                    <a:pt x="212108" y="985770"/>
                  </a:lnTo>
                  <a:lnTo>
                    <a:pt x="212081" y="985783"/>
                  </a:lnTo>
                  <a:lnTo>
                    <a:pt x="212054" y="985785"/>
                  </a:lnTo>
                  <a:lnTo>
                    <a:pt x="212043" y="985780"/>
                  </a:lnTo>
                  <a:lnTo>
                    <a:pt x="212011" y="985756"/>
                  </a:lnTo>
                  <a:lnTo>
                    <a:pt x="211987" y="985753"/>
                  </a:lnTo>
                  <a:lnTo>
                    <a:pt x="211947" y="985738"/>
                  </a:lnTo>
                  <a:lnTo>
                    <a:pt x="211918" y="985713"/>
                  </a:lnTo>
                  <a:lnTo>
                    <a:pt x="211896" y="985689"/>
                  </a:lnTo>
                  <a:lnTo>
                    <a:pt x="211893" y="985682"/>
                  </a:lnTo>
                  <a:lnTo>
                    <a:pt x="211893" y="985677"/>
                  </a:lnTo>
                  <a:lnTo>
                    <a:pt x="211901" y="985670"/>
                  </a:lnTo>
                  <a:lnTo>
                    <a:pt x="211935" y="985638"/>
                  </a:lnTo>
                  <a:lnTo>
                    <a:pt x="211937" y="985632"/>
                  </a:lnTo>
                  <a:lnTo>
                    <a:pt x="211939" y="985620"/>
                  </a:lnTo>
                  <a:lnTo>
                    <a:pt x="211938" y="985601"/>
                  </a:lnTo>
                  <a:lnTo>
                    <a:pt x="211940" y="985587"/>
                  </a:lnTo>
                  <a:lnTo>
                    <a:pt x="211944" y="985568"/>
                  </a:lnTo>
                  <a:lnTo>
                    <a:pt x="211945" y="985563"/>
                  </a:lnTo>
                  <a:lnTo>
                    <a:pt x="211953" y="985535"/>
                  </a:lnTo>
                  <a:lnTo>
                    <a:pt x="211964" y="985511"/>
                  </a:lnTo>
                  <a:lnTo>
                    <a:pt x="211972" y="985493"/>
                  </a:lnTo>
                  <a:lnTo>
                    <a:pt x="211973" y="985486"/>
                  </a:lnTo>
                  <a:lnTo>
                    <a:pt x="211969" y="985473"/>
                  </a:lnTo>
                  <a:lnTo>
                    <a:pt x="211961" y="985454"/>
                  </a:lnTo>
                  <a:lnTo>
                    <a:pt x="211960" y="985449"/>
                  </a:lnTo>
                  <a:lnTo>
                    <a:pt x="211965" y="985434"/>
                  </a:lnTo>
                  <a:lnTo>
                    <a:pt x="211974" y="985408"/>
                  </a:lnTo>
                  <a:lnTo>
                    <a:pt x="211972" y="985397"/>
                  </a:lnTo>
                  <a:lnTo>
                    <a:pt x="211972" y="985392"/>
                  </a:lnTo>
                  <a:lnTo>
                    <a:pt x="211936" y="985349"/>
                  </a:lnTo>
                  <a:lnTo>
                    <a:pt x="211912" y="985303"/>
                  </a:lnTo>
                  <a:lnTo>
                    <a:pt x="211913" y="985287"/>
                  </a:lnTo>
                  <a:lnTo>
                    <a:pt x="211903" y="985266"/>
                  </a:lnTo>
                  <a:lnTo>
                    <a:pt x="211880" y="985238"/>
                  </a:lnTo>
                  <a:lnTo>
                    <a:pt x="211855" y="985214"/>
                  </a:lnTo>
                  <a:lnTo>
                    <a:pt x="211845" y="985197"/>
                  </a:lnTo>
                  <a:lnTo>
                    <a:pt x="211837" y="985179"/>
                  </a:lnTo>
                  <a:lnTo>
                    <a:pt x="211819" y="985148"/>
                  </a:lnTo>
                  <a:lnTo>
                    <a:pt x="211813" y="985135"/>
                  </a:lnTo>
                  <a:lnTo>
                    <a:pt x="211815" y="985098"/>
                  </a:lnTo>
                  <a:lnTo>
                    <a:pt x="211826" y="985056"/>
                  </a:lnTo>
                  <a:lnTo>
                    <a:pt x="211840" y="985028"/>
                  </a:lnTo>
                  <a:lnTo>
                    <a:pt x="211843" y="985017"/>
                  </a:lnTo>
                  <a:lnTo>
                    <a:pt x="211850" y="984982"/>
                  </a:lnTo>
                  <a:lnTo>
                    <a:pt x="211860" y="984953"/>
                  </a:lnTo>
                  <a:lnTo>
                    <a:pt x="211872" y="984932"/>
                  </a:lnTo>
                  <a:lnTo>
                    <a:pt x="211894" y="984899"/>
                  </a:lnTo>
                  <a:lnTo>
                    <a:pt x="211898" y="984885"/>
                  </a:lnTo>
                  <a:lnTo>
                    <a:pt x="211899" y="984879"/>
                  </a:lnTo>
                  <a:lnTo>
                    <a:pt x="211897" y="984861"/>
                  </a:lnTo>
                  <a:lnTo>
                    <a:pt x="211885" y="984832"/>
                  </a:lnTo>
                  <a:lnTo>
                    <a:pt x="211878" y="984808"/>
                  </a:lnTo>
                  <a:lnTo>
                    <a:pt x="211880" y="984796"/>
                  </a:lnTo>
                  <a:lnTo>
                    <a:pt x="211885" y="984790"/>
                  </a:lnTo>
                  <a:lnTo>
                    <a:pt x="211903" y="984780"/>
                  </a:lnTo>
                  <a:lnTo>
                    <a:pt x="211909" y="984766"/>
                  </a:lnTo>
                  <a:lnTo>
                    <a:pt x="211903" y="984721"/>
                  </a:lnTo>
                  <a:lnTo>
                    <a:pt x="211903" y="984710"/>
                  </a:lnTo>
                  <a:lnTo>
                    <a:pt x="211909" y="984700"/>
                  </a:lnTo>
                  <a:lnTo>
                    <a:pt x="211919" y="984683"/>
                  </a:lnTo>
                  <a:lnTo>
                    <a:pt x="211924" y="984669"/>
                  </a:lnTo>
                  <a:lnTo>
                    <a:pt x="211923" y="984654"/>
                  </a:lnTo>
                  <a:lnTo>
                    <a:pt x="211898" y="984613"/>
                  </a:lnTo>
                  <a:lnTo>
                    <a:pt x="211889" y="984576"/>
                  </a:lnTo>
                  <a:lnTo>
                    <a:pt x="211887" y="984528"/>
                  </a:lnTo>
                  <a:lnTo>
                    <a:pt x="211873" y="984487"/>
                  </a:lnTo>
                  <a:lnTo>
                    <a:pt x="211872" y="984476"/>
                  </a:lnTo>
                  <a:lnTo>
                    <a:pt x="211874" y="984470"/>
                  </a:lnTo>
                  <a:lnTo>
                    <a:pt x="211887" y="984448"/>
                  </a:lnTo>
                  <a:lnTo>
                    <a:pt x="211890" y="984442"/>
                  </a:lnTo>
                  <a:lnTo>
                    <a:pt x="211891" y="984437"/>
                  </a:lnTo>
                  <a:lnTo>
                    <a:pt x="211888" y="984432"/>
                  </a:lnTo>
                  <a:lnTo>
                    <a:pt x="211882" y="984424"/>
                  </a:lnTo>
                  <a:lnTo>
                    <a:pt x="211871" y="984407"/>
                  </a:lnTo>
                  <a:lnTo>
                    <a:pt x="211866" y="984400"/>
                  </a:lnTo>
                  <a:lnTo>
                    <a:pt x="211860" y="984353"/>
                  </a:lnTo>
                  <a:lnTo>
                    <a:pt x="211867" y="984319"/>
                  </a:lnTo>
                  <a:lnTo>
                    <a:pt x="211867" y="984307"/>
                  </a:lnTo>
                  <a:lnTo>
                    <a:pt x="211861" y="984287"/>
                  </a:lnTo>
                  <a:lnTo>
                    <a:pt x="211856" y="984263"/>
                  </a:lnTo>
                  <a:lnTo>
                    <a:pt x="211857" y="984241"/>
                  </a:lnTo>
                  <a:lnTo>
                    <a:pt x="211858" y="984223"/>
                  </a:lnTo>
                  <a:lnTo>
                    <a:pt x="211856" y="984207"/>
                  </a:lnTo>
                  <a:lnTo>
                    <a:pt x="211849" y="984186"/>
                  </a:lnTo>
                  <a:lnTo>
                    <a:pt x="211839" y="984160"/>
                  </a:lnTo>
                  <a:lnTo>
                    <a:pt x="211834" y="984151"/>
                  </a:lnTo>
                  <a:lnTo>
                    <a:pt x="211802" y="984120"/>
                  </a:lnTo>
                  <a:lnTo>
                    <a:pt x="211760" y="984094"/>
                  </a:lnTo>
                  <a:lnTo>
                    <a:pt x="211730" y="984083"/>
                  </a:lnTo>
                  <a:lnTo>
                    <a:pt x="211709" y="984078"/>
                  </a:lnTo>
                  <a:lnTo>
                    <a:pt x="211692" y="984072"/>
                  </a:lnTo>
                  <a:lnTo>
                    <a:pt x="211685" y="984070"/>
                  </a:lnTo>
                  <a:lnTo>
                    <a:pt x="211663" y="984050"/>
                  </a:lnTo>
                  <a:lnTo>
                    <a:pt x="211649" y="984039"/>
                  </a:lnTo>
                  <a:lnTo>
                    <a:pt x="211632" y="984034"/>
                  </a:lnTo>
                  <a:lnTo>
                    <a:pt x="211613" y="984026"/>
                  </a:lnTo>
                  <a:lnTo>
                    <a:pt x="211604" y="984022"/>
                  </a:lnTo>
                  <a:lnTo>
                    <a:pt x="211590" y="984021"/>
                  </a:lnTo>
                  <a:lnTo>
                    <a:pt x="211580" y="984019"/>
                  </a:lnTo>
                  <a:lnTo>
                    <a:pt x="211571" y="984016"/>
                  </a:lnTo>
                  <a:lnTo>
                    <a:pt x="211570" y="984011"/>
                  </a:lnTo>
                  <a:lnTo>
                    <a:pt x="211569" y="983997"/>
                  </a:lnTo>
                  <a:lnTo>
                    <a:pt x="211569" y="983974"/>
                  </a:lnTo>
                  <a:lnTo>
                    <a:pt x="211564" y="983956"/>
                  </a:lnTo>
                  <a:lnTo>
                    <a:pt x="211548" y="983931"/>
                  </a:lnTo>
                  <a:lnTo>
                    <a:pt x="211521" y="983895"/>
                  </a:lnTo>
                  <a:lnTo>
                    <a:pt x="211494" y="983868"/>
                  </a:lnTo>
                  <a:lnTo>
                    <a:pt x="211465" y="983857"/>
                  </a:lnTo>
                  <a:lnTo>
                    <a:pt x="211418" y="983824"/>
                  </a:lnTo>
                  <a:lnTo>
                    <a:pt x="211403" y="983789"/>
                  </a:lnTo>
                  <a:lnTo>
                    <a:pt x="211399" y="983784"/>
                  </a:lnTo>
                  <a:lnTo>
                    <a:pt x="211392" y="983774"/>
                  </a:lnTo>
                  <a:lnTo>
                    <a:pt x="211387" y="983771"/>
                  </a:lnTo>
                  <a:lnTo>
                    <a:pt x="211370" y="983765"/>
                  </a:lnTo>
                  <a:lnTo>
                    <a:pt x="211360" y="983755"/>
                  </a:lnTo>
                  <a:lnTo>
                    <a:pt x="211342" y="983734"/>
                  </a:lnTo>
                  <a:lnTo>
                    <a:pt x="211322" y="983717"/>
                  </a:lnTo>
                  <a:lnTo>
                    <a:pt x="211316" y="983715"/>
                  </a:lnTo>
                  <a:lnTo>
                    <a:pt x="211308" y="983715"/>
                  </a:lnTo>
                  <a:lnTo>
                    <a:pt x="211280" y="983710"/>
                  </a:lnTo>
                  <a:lnTo>
                    <a:pt x="211238" y="983698"/>
                  </a:lnTo>
                  <a:lnTo>
                    <a:pt x="211158" y="983679"/>
                  </a:lnTo>
                  <a:lnTo>
                    <a:pt x="211097" y="983671"/>
                  </a:lnTo>
                  <a:lnTo>
                    <a:pt x="211056" y="983660"/>
                  </a:lnTo>
                  <a:lnTo>
                    <a:pt x="211041" y="983653"/>
                  </a:lnTo>
                  <a:lnTo>
                    <a:pt x="211025" y="983632"/>
                  </a:lnTo>
                  <a:lnTo>
                    <a:pt x="211022" y="983600"/>
                  </a:lnTo>
                  <a:lnTo>
                    <a:pt x="211018" y="983540"/>
                  </a:lnTo>
                  <a:lnTo>
                    <a:pt x="211022" y="983457"/>
                  </a:lnTo>
                  <a:lnTo>
                    <a:pt x="211034" y="983403"/>
                  </a:lnTo>
                  <a:lnTo>
                    <a:pt x="211039" y="983369"/>
                  </a:lnTo>
                  <a:lnTo>
                    <a:pt x="211037" y="983328"/>
                  </a:lnTo>
                  <a:lnTo>
                    <a:pt x="211018" y="983258"/>
                  </a:lnTo>
                  <a:lnTo>
                    <a:pt x="211004" y="983205"/>
                  </a:lnTo>
                  <a:lnTo>
                    <a:pt x="210996" y="983166"/>
                  </a:lnTo>
                  <a:lnTo>
                    <a:pt x="210995" y="983108"/>
                  </a:lnTo>
                  <a:lnTo>
                    <a:pt x="210982" y="983065"/>
                  </a:lnTo>
                  <a:lnTo>
                    <a:pt x="210982" y="983052"/>
                  </a:lnTo>
                  <a:lnTo>
                    <a:pt x="210989" y="983031"/>
                  </a:lnTo>
                  <a:lnTo>
                    <a:pt x="211008" y="982996"/>
                  </a:lnTo>
                  <a:lnTo>
                    <a:pt x="211022" y="982988"/>
                  </a:lnTo>
                  <a:lnTo>
                    <a:pt x="211041" y="982982"/>
                  </a:lnTo>
                  <a:lnTo>
                    <a:pt x="211067" y="982981"/>
                  </a:lnTo>
                  <a:lnTo>
                    <a:pt x="211094" y="982981"/>
                  </a:lnTo>
                  <a:lnTo>
                    <a:pt x="211104" y="982979"/>
                  </a:lnTo>
                  <a:lnTo>
                    <a:pt x="211110" y="982975"/>
                  </a:lnTo>
                  <a:lnTo>
                    <a:pt x="211124" y="982960"/>
                  </a:lnTo>
                  <a:lnTo>
                    <a:pt x="211145" y="982941"/>
                  </a:lnTo>
                  <a:lnTo>
                    <a:pt x="211198" y="982904"/>
                  </a:lnTo>
                  <a:lnTo>
                    <a:pt x="211217" y="982889"/>
                  </a:lnTo>
                  <a:lnTo>
                    <a:pt x="211235" y="982874"/>
                  </a:lnTo>
                  <a:lnTo>
                    <a:pt x="211240" y="982867"/>
                  </a:lnTo>
                  <a:lnTo>
                    <a:pt x="211242" y="982858"/>
                  </a:lnTo>
                  <a:lnTo>
                    <a:pt x="211241" y="982850"/>
                  </a:lnTo>
                  <a:lnTo>
                    <a:pt x="211241" y="982840"/>
                  </a:lnTo>
                  <a:lnTo>
                    <a:pt x="211235" y="982815"/>
                  </a:lnTo>
                  <a:lnTo>
                    <a:pt x="211229" y="982767"/>
                  </a:lnTo>
                  <a:lnTo>
                    <a:pt x="211218" y="982745"/>
                  </a:lnTo>
                  <a:lnTo>
                    <a:pt x="211216" y="982734"/>
                  </a:lnTo>
                  <a:lnTo>
                    <a:pt x="211220" y="982718"/>
                  </a:lnTo>
                  <a:lnTo>
                    <a:pt x="211268" y="982676"/>
                  </a:lnTo>
                  <a:lnTo>
                    <a:pt x="211285" y="982653"/>
                  </a:lnTo>
                  <a:lnTo>
                    <a:pt x="211298" y="982638"/>
                  </a:lnTo>
                  <a:lnTo>
                    <a:pt x="211301" y="982593"/>
                  </a:lnTo>
                  <a:lnTo>
                    <a:pt x="211309" y="982574"/>
                  </a:lnTo>
                  <a:lnTo>
                    <a:pt x="211338" y="982542"/>
                  </a:lnTo>
                  <a:lnTo>
                    <a:pt x="211347" y="982530"/>
                  </a:lnTo>
                  <a:lnTo>
                    <a:pt x="211352" y="982512"/>
                  </a:lnTo>
                  <a:lnTo>
                    <a:pt x="211348" y="982482"/>
                  </a:lnTo>
                  <a:lnTo>
                    <a:pt x="211365" y="982443"/>
                  </a:lnTo>
                  <a:lnTo>
                    <a:pt x="211399" y="982379"/>
                  </a:lnTo>
                  <a:lnTo>
                    <a:pt x="211422" y="982346"/>
                  </a:lnTo>
                  <a:lnTo>
                    <a:pt x="211432" y="982294"/>
                  </a:lnTo>
                  <a:lnTo>
                    <a:pt x="211433" y="982258"/>
                  </a:lnTo>
                  <a:lnTo>
                    <a:pt x="211439" y="982237"/>
                  </a:lnTo>
                  <a:lnTo>
                    <a:pt x="211447" y="982216"/>
                  </a:lnTo>
                  <a:lnTo>
                    <a:pt x="211457" y="982208"/>
                  </a:lnTo>
                  <a:lnTo>
                    <a:pt x="211470" y="982194"/>
                  </a:lnTo>
                  <a:lnTo>
                    <a:pt x="211489" y="982176"/>
                  </a:lnTo>
                  <a:lnTo>
                    <a:pt x="211496" y="982164"/>
                  </a:lnTo>
                  <a:lnTo>
                    <a:pt x="211499" y="982138"/>
                  </a:lnTo>
                  <a:lnTo>
                    <a:pt x="211511" y="982100"/>
                  </a:lnTo>
                  <a:lnTo>
                    <a:pt x="211524" y="982051"/>
                  </a:lnTo>
                  <a:lnTo>
                    <a:pt x="211531" y="982039"/>
                  </a:lnTo>
                  <a:lnTo>
                    <a:pt x="211544" y="982027"/>
                  </a:lnTo>
                  <a:lnTo>
                    <a:pt x="211554" y="982023"/>
                  </a:lnTo>
                  <a:lnTo>
                    <a:pt x="211584" y="982012"/>
                  </a:lnTo>
                  <a:lnTo>
                    <a:pt x="211591" y="982010"/>
                  </a:lnTo>
                  <a:lnTo>
                    <a:pt x="211612" y="982007"/>
                  </a:lnTo>
                  <a:lnTo>
                    <a:pt x="211638" y="982003"/>
                  </a:lnTo>
                  <a:lnTo>
                    <a:pt x="211669" y="981991"/>
                  </a:lnTo>
                  <a:lnTo>
                    <a:pt x="211699" y="981973"/>
                  </a:lnTo>
                  <a:lnTo>
                    <a:pt x="211718" y="981958"/>
                  </a:lnTo>
                  <a:lnTo>
                    <a:pt x="211726" y="981956"/>
                  </a:lnTo>
                  <a:lnTo>
                    <a:pt x="211734" y="981956"/>
                  </a:lnTo>
                  <a:lnTo>
                    <a:pt x="211749" y="981955"/>
                  </a:lnTo>
                  <a:lnTo>
                    <a:pt x="211756" y="981952"/>
                  </a:lnTo>
                  <a:lnTo>
                    <a:pt x="211766" y="981944"/>
                  </a:lnTo>
                  <a:lnTo>
                    <a:pt x="211783" y="981928"/>
                  </a:lnTo>
                  <a:lnTo>
                    <a:pt x="211803" y="981902"/>
                  </a:lnTo>
                  <a:lnTo>
                    <a:pt x="211810" y="981888"/>
                  </a:lnTo>
                  <a:lnTo>
                    <a:pt x="211819" y="981874"/>
                  </a:lnTo>
                  <a:lnTo>
                    <a:pt x="211833" y="981854"/>
                  </a:lnTo>
                  <a:lnTo>
                    <a:pt x="211849" y="981837"/>
                  </a:lnTo>
                  <a:lnTo>
                    <a:pt x="211859" y="981811"/>
                  </a:lnTo>
                  <a:lnTo>
                    <a:pt x="211885" y="981766"/>
                  </a:lnTo>
                  <a:lnTo>
                    <a:pt x="211891" y="981748"/>
                  </a:lnTo>
                  <a:lnTo>
                    <a:pt x="211889" y="981731"/>
                  </a:lnTo>
                  <a:lnTo>
                    <a:pt x="211872" y="981686"/>
                  </a:lnTo>
                  <a:lnTo>
                    <a:pt x="211862" y="981667"/>
                  </a:lnTo>
                  <a:lnTo>
                    <a:pt x="211850" y="981641"/>
                  </a:lnTo>
                  <a:lnTo>
                    <a:pt x="211836" y="981614"/>
                  </a:lnTo>
                  <a:lnTo>
                    <a:pt x="211830" y="981594"/>
                  </a:lnTo>
                  <a:lnTo>
                    <a:pt x="211821" y="981561"/>
                  </a:lnTo>
                  <a:lnTo>
                    <a:pt x="211819" y="981542"/>
                  </a:lnTo>
                  <a:lnTo>
                    <a:pt x="211808" y="981516"/>
                  </a:lnTo>
                  <a:lnTo>
                    <a:pt x="211805" y="981508"/>
                  </a:lnTo>
                  <a:lnTo>
                    <a:pt x="211804" y="981473"/>
                  </a:lnTo>
                  <a:lnTo>
                    <a:pt x="211806" y="981466"/>
                  </a:lnTo>
                  <a:lnTo>
                    <a:pt x="211815" y="981445"/>
                  </a:lnTo>
                  <a:lnTo>
                    <a:pt x="211828" y="981420"/>
                  </a:lnTo>
                  <a:lnTo>
                    <a:pt x="211838" y="981408"/>
                  </a:lnTo>
                  <a:lnTo>
                    <a:pt x="211849" y="981400"/>
                  </a:lnTo>
                  <a:lnTo>
                    <a:pt x="211864" y="981394"/>
                  </a:lnTo>
                  <a:lnTo>
                    <a:pt x="211867" y="981389"/>
                  </a:lnTo>
                  <a:lnTo>
                    <a:pt x="211869" y="981379"/>
                  </a:lnTo>
                  <a:lnTo>
                    <a:pt x="211872" y="981371"/>
                  </a:lnTo>
                  <a:lnTo>
                    <a:pt x="211881" y="981357"/>
                  </a:lnTo>
                  <a:lnTo>
                    <a:pt x="211883" y="981351"/>
                  </a:lnTo>
                  <a:lnTo>
                    <a:pt x="211883" y="981346"/>
                  </a:lnTo>
                  <a:lnTo>
                    <a:pt x="211881" y="981327"/>
                  </a:lnTo>
                  <a:lnTo>
                    <a:pt x="211880" y="981319"/>
                  </a:lnTo>
                  <a:lnTo>
                    <a:pt x="211880" y="981311"/>
                  </a:lnTo>
                  <a:lnTo>
                    <a:pt x="211884" y="981294"/>
                  </a:lnTo>
                  <a:lnTo>
                    <a:pt x="211908" y="981269"/>
                  </a:lnTo>
                  <a:lnTo>
                    <a:pt x="211911" y="981259"/>
                  </a:lnTo>
                  <a:lnTo>
                    <a:pt x="211910" y="981234"/>
                  </a:lnTo>
                  <a:lnTo>
                    <a:pt x="211910" y="981161"/>
                  </a:lnTo>
                  <a:lnTo>
                    <a:pt x="211911" y="981129"/>
                  </a:lnTo>
                  <a:lnTo>
                    <a:pt x="211908" y="981087"/>
                  </a:lnTo>
                  <a:lnTo>
                    <a:pt x="211904" y="981052"/>
                  </a:lnTo>
                  <a:lnTo>
                    <a:pt x="211901" y="981044"/>
                  </a:lnTo>
                  <a:lnTo>
                    <a:pt x="211894" y="981037"/>
                  </a:lnTo>
                  <a:lnTo>
                    <a:pt x="211879" y="981027"/>
                  </a:lnTo>
                  <a:lnTo>
                    <a:pt x="211853" y="981012"/>
                  </a:lnTo>
                  <a:lnTo>
                    <a:pt x="211847" y="981008"/>
                  </a:lnTo>
                  <a:lnTo>
                    <a:pt x="211858" y="980997"/>
                  </a:lnTo>
                  <a:lnTo>
                    <a:pt x="211861" y="980992"/>
                  </a:lnTo>
                  <a:lnTo>
                    <a:pt x="211857" y="980980"/>
                  </a:lnTo>
                  <a:lnTo>
                    <a:pt x="211846" y="980955"/>
                  </a:lnTo>
                  <a:lnTo>
                    <a:pt x="211834" y="980940"/>
                  </a:lnTo>
                  <a:lnTo>
                    <a:pt x="211817" y="980921"/>
                  </a:lnTo>
                  <a:lnTo>
                    <a:pt x="211804" y="980899"/>
                  </a:lnTo>
                  <a:lnTo>
                    <a:pt x="211795" y="980870"/>
                  </a:lnTo>
                  <a:lnTo>
                    <a:pt x="211790" y="980845"/>
                  </a:lnTo>
                  <a:lnTo>
                    <a:pt x="211793" y="980806"/>
                  </a:lnTo>
                  <a:lnTo>
                    <a:pt x="211792" y="980787"/>
                  </a:lnTo>
                  <a:lnTo>
                    <a:pt x="211790" y="980769"/>
                  </a:lnTo>
                  <a:lnTo>
                    <a:pt x="211786" y="980751"/>
                  </a:lnTo>
                  <a:lnTo>
                    <a:pt x="211779" y="980739"/>
                  </a:lnTo>
                  <a:lnTo>
                    <a:pt x="211762" y="980695"/>
                  </a:lnTo>
                  <a:lnTo>
                    <a:pt x="211757" y="980669"/>
                  </a:lnTo>
                  <a:lnTo>
                    <a:pt x="211756" y="980645"/>
                  </a:lnTo>
                  <a:lnTo>
                    <a:pt x="211747" y="980629"/>
                  </a:lnTo>
                  <a:lnTo>
                    <a:pt x="211735" y="980620"/>
                  </a:lnTo>
                  <a:lnTo>
                    <a:pt x="211712" y="980604"/>
                  </a:lnTo>
                  <a:lnTo>
                    <a:pt x="211689" y="980587"/>
                  </a:lnTo>
                  <a:lnTo>
                    <a:pt x="211676" y="980568"/>
                  </a:lnTo>
                  <a:lnTo>
                    <a:pt x="211672" y="980556"/>
                  </a:lnTo>
                  <a:lnTo>
                    <a:pt x="211672" y="980541"/>
                  </a:lnTo>
                  <a:lnTo>
                    <a:pt x="211670" y="980529"/>
                  </a:lnTo>
                  <a:lnTo>
                    <a:pt x="211668" y="980522"/>
                  </a:lnTo>
                  <a:lnTo>
                    <a:pt x="211664" y="980518"/>
                  </a:lnTo>
                  <a:lnTo>
                    <a:pt x="211660" y="980516"/>
                  </a:lnTo>
                  <a:lnTo>
                    <a:pt x="211651" y="980516"/>
                  </a:lnTo>
                  <a:lnTo>
                    <a:pt x="211640" y="980522"/>
                  </a:lnTo>
                  <a:lnTo>
                    <a:pt x="211597" y="980548"/>
                  </a:lnTo>
                  <a:lnTo>
                    <a:pt x="211575" y="980559"/>
                  </a:lnTo>
                  <a:lnTo>
                    <a:pt x="211564" y="980564"/>
                  </a:lnTo>
                  <a:lnTo>
                    <a:pt x="211556" y="980558"/>
                  </a:lnTo>
                  <a:lnTo>
                    <a:pt x="211544" y="980539"/>
                  </a:lnTo>
                  <a:lnTo>
                    <a:pt x="211520" y="980494"/>
                  </a:lnTo>
                  <a:lnTo>
                    <a:pt x="211510" y="980482"/>
                  </a:lnTo>
                  <a:lnTo>
                    <a:pt x="211504" y="980459"/>
                  </a:lnTo>
                  <a:lnTo>
                    <a:pt x="211503" y="980435"/>
                  </a:lnTo>
                  <a:lnTo>
                    <a:pt x="211501" y="980428"/>
                  </a:lnTo>
                  <a:lnTo>
                    <a:pt x="211496" y="980423"/>
                  </a:lnTo>
                  <a:lnTo>
                    <a:pt x="211487" y="980422"/>
                  </a:lnTo>
                  <a:lnTo>
                    <a:pt x="211472" y="980426"/>
                  </a:lnTo>
                  <a:lnTo>
                    <a:pt x="211437" y="980432"/>
                  </a:lnTo>
                  <a:lnTo>
                    <a:pt x="211410" y="980443"/>
                  </a:lnTo>
                  <a:lnTo>
                    <a:pt x="211398" y="980448"/>
                  </a:lnTo>
                  <a:lnTo>
                    <a:pt x="211387" y="980449"/>
                  </a:lnTo>
                  <a:lnTo>
                    <a:pt x="211373" y="980450"/>
                  </a:lnTo>
                  <a:lnTo>
                    <a:pt x="211359" y="980443"/>
                  </a:lnTo>
                  <a:lnTo>
                    <a:pt x="211344" y="980432"/>
                  </a:lnTo>
                  <a:lnTo>
                    <a:pt x="211330" y="980427"/>
                  </a:lnTo>
                  <a:lnTo>
                    <a:pt x="211316" y="980421"/>
                  </a:lnTo>
                  <a:lnTo>
                    <a:pt x="211298" y="980411"/>
                  </a:lnTo>
                  <a:lnTo>
                    <a:pt x="211274" y="980404"/>
                  </a:lnTo>
                  <a:lnTo>
                    <a:pt x="211243" y="980396"/>
                  </a:lnTo>
                  <a:lnTo>
                    <a:pt x="211207" y="980382"/>
                  </a:lnTo>
                  <a:lnTo>
                    <a:pt x="211176" y="980380"/>
                  </a:lnTo>
                  <a:lnTo>
                    <a:pt x="211159" y="980380"/>
                  </a:lnTo>
                  <a:lnTo>
                    <a:pt x="211146" y="980374"/>
                  </a:lnTo>
                  <a:lnTo>
                    <a:pt x="211132" y="980368"/>
                  </a:lnTo>
                  <a:lnTo>
                    <a:pt x="211117" y="980362"/>
                  </a:lnTo>
                  <a:lnTo>
                    <a:pt x="211110" y="980354"/>
                  </a:lnTo>
                  <a:lnTo>
                    <a:pt x="211104" y="980344"/>
                  </a:lnTo>
                  <a:lnTo>
                    <a:pt x="211097" y="980335"/>
                  </a:lnTo>
                  <a:lnTo>
                    <a:pt x="211078" y="980321"/>
                  </a:lnTo>
                  <a:lnTo>
                    <a:pt x="211062" y="980310"/>
                  </a:lnTo>
                  <a:lnTo>
                    <a:pt x="211047" y="980299"/>
                  </a:lnTo>
                  <a:lnTo>
                    <a:pt x="211017" y="980284"/>
                  </a:lnTo>
                  <a:lnTo>
                    <a:pt x="210984" y="980267"/>
                  </a:lnTo>
                  <a:lnTo>
                    <a:pt x="210963" y="980253"/>
                  </a:lnTo>
                  <a:lnTo>
                    <a:pt x="210943" y="980240"/>
                  </a:lnTo>
                  <a:lnTo>
                    <a:pt x="210899" y="980216"/>
                  </a:lnTo>
                  <a:lnTo>
                    <a:pt x="210860" y="980198"/>
                  </a:lnTo>
                  <a:lnTo>
                    <a:pt x="210829" y="980185"/>
                  </a:lnTo>
                  <a:lnTo>
                    <a:pt x="210814" y="980181"/>
                  </a:lnTo>
                  <a:lnTo>
                    <a:pt x="210802" y="980179"/>
                  </a:lnTo>
                  <a:lnTo>
                    <a:pt x="210791" y="980177"/>
                  </a:lnTo>
                  <a:lnTo>
                    <a:pt x="210777" y="980172"/>
                  </a:lnTo>
                  <a:lnTo>
                    <a:pt x="210761" y="980163"/>
                  </a:lnTo>
                  <a:lnTo>
                    <a:pt x="210746" y="980155"/>
                  </a:lnTo>
                  <a:lnTo>
                    <a:pt x="210736" y="980149"/>
                  </a:lnTo>
                  <a:lnTo>
                    <a:pt x="210721" y="980141"/>
                  </a:lnTo>
                  <a:lnTo>
                    <a:pt x="210675" y="980125"/>
                  </a:lnTo>
                  <a:lnTo>
                    <a:pt x="210649" y="980115"/>
                  </a:lnTo>
                  <a:lnTo>
                    <a:pt x="210637" y="980110"/>
                  </a:lnTo>
                  <a:lnTo>
                    <a:pt x="210620" y="980099"/>
                  </a:lnTo>
                  <a:lnTo>
                    <a:pt x="210616" y="980093"/>
                  </a:lnTo>
                  <a:lnTo>
                    <a:pt x="210611" y="980079"/>
                  </a:lnTo>
                  <a:lnTo>
                    <a:pt x="210605" y="980043"/>
                  </a:lnTo>
                  <a:lnTo>
                    <a:pt x="210603" y="980023"/>
                  </a:lnTo>
                  <a:lnTo>
                    <a:pt x="210604" y="980000"/>
                  </a:lnTo>
                  <a:lnTo>
                    <a:pt x="210603" y="979978"/>
                  </a:lnTo>
                  <a:lnTo>
                    <a:pt x="210606" y="979972"/>
                  </a:lnTo>
                  <a:lnTo>
                    <a:pt x="210626" y="979949"/>
                  </a:lnTo>
                  <a:lnTo>
                    <a:pt x="210639" y="979938"/>
                  </a:lnTo>
                  <a:lnTo>
                    <a:pt x="210647" y="979929"/>
                  </a:lnTo>
                  <a:lnTo>
                    <a:pt x="210648" y="979918"/>
                  </a:lnTo>
                  <a:lnTo>
                    <a:pt x="210648" y="979909"/>
                  </a:lnTo>
                  <a:lnTo>
                    <a:pt x="210642" y="979901"/>
                  </a:lnTo>
                  <a:lnTo>
                    <a:pt x="210627" y="979888"/>
                  </a:lnTo>
                  <a:lnTo>
                    <a:pt x="210601" y="979870"/>
                  </a:lnTo>
                  <a:lnTo>
                    <a:pt x="210575" y="979857"/>
                  </a:lnTo>
                  <a:lnTo>
                    <a:pt x="210571" y="979848"/>
                  </a:lnTo>
                  <a:lnTo>
                    <a:pt x="210559" y="979825"/>
                  </a:lnTo>
                  <a:lnTo>
                    <a:pt x="210539" y="979788"/>
                  </a:lnTo>
                  <a:lnTo>
                    <a:pt x="210519" y="979761"/>
                  </a:lnTo>
                  <a:lnTo>
                    <a:pt x="210503" y="979752"/>
                  </a:lnTo>
                  <a:lnTo>
                    <a:pt x="210484" y="979739"/>
                  </a:lnTo>
                  <a:lnTo>
                    <a:pt x="210465" y="979733"/>
                  </a:lnTo>
                  <a:lnTo>
                    <a:pt x="210450" y="979728"/>
                  </a:lnTo>
                  <a:lnTo>
                    <a:pt x="210431" y="979718"/>
                  </a:lnTo>
                  <a:lnTo>
                    <a:pt x="210416" y="979693"/>
                  </a:lnTo>
                  <a:lnTo>
                    <a:pt x="210392" y="979662"/>
                  </a:lnTo>
                  <a:lnTo>
                    <a:pt x="210367" y="979646"/>
                  </a:lnTo>
                  <a:lnTo>
                    <a:pt x="210348" y="979635"/>
                  </a:lnTo>
                  <a:lnTo>
                    <a:pt x="210309" y="979620"/>
                  </a:lnTo>
                  <a:lnTo>
                    <a:pt x="210294" y="979611"/>
                  </a:lnTo>
                  <a:lnTo>
                    <a:pt x="210279" y="979593"/>
                  </a:lnTo>
                  <a:lnTo>
                    <a:pt x="210255" y="979557"/>
                  </a:lnTo>
                  <a:lnTo>
                    <a:pt x="210241" y="979536"/>
                  </a:lnTo>
                  <a:lnTo>
                    <a:pt x="210237" y="979519"/>
                  </a:lnTo>
                  <a:lnTo>
                    <a:pt x="210239" y="979507"/>
                  </a:lnTo>
                  <a:lnTo>
                    <a:pt x="210250" y="979479"/>
                  </a:lnTo>
                  <a:lnTo>
                    <a:pt x="210252" y="979461"/>
                  </a:lnTo>
                  <a:lnTo>
                    <a:pt x="210251" y="979436"/>
                  </a:lnTo>
                  <a:lnTo>
                    <a:pt x="210236" y="979404"/>
                  </a:lnTo>
                  <a:lnTo>
                    <a:pt x="210207" y="979344"/>
                  </a:lnTo>
                  <a:lnTo>
                    <a:pt x="210189" y="979321"/>
                  </a:lnTo>
                  <a:lnTo>
                    <a:pt x="210182" y="979311"/>
                  </a:lnTo>
                  <a:lnTo>
                    <a:pt x="210156" y="979267"/>
                  </a:lnTo>
                  <a:lnTo>
                    <a:pt x="210143" y="979241"/>
                  </a:lnTo>
                  <a:lnTo>
                    <a:pt x="210132" y="979221"/>
                  </a:lnTo>
                  <a:lnTo>
                    <a:pt x="210125" y="979195"/>
                  </a:lnTo>
                  <a:lnTo>
                    <a:pt x="210122" y="979175"/>
                  </a:lnTo>
                  <a:lnTo>
                    <a:pt x="210129" y="979154"/>
                  </a:lnTo>
                  <a:lnTo>
                    <a:pt x="210134" y="979126"/>
                  </a:lnTo>
                  <a:lnTo>
                    <a:pt x="210145" y="979103"/>
                  </a:lnTo>
                  <a:lnTo>
                    <a:pt x="210156" y="979080"/>
                  </a:lnTo>
                  <a:lnTo>
                    <a:pt x="210166" y="979068"/>
                  </a:lnTo>
                  <a:lnTo>
                    <a:pt x="210194" y="979055"/>
                  </a:lnTo>
                  <a:lnTo>
                    <a:pt x="210218" y="979039"/>
                  </a:lnTo>
                  <a:lnTo>
                    <a:pt x="210235" y="979022"/>
                  </a:lnTo>
                  <a:lnTo>
                    <a:pt x="210260" y="978986"/>
                  </a:lnTo>
                  <a:lnTo>
                    <a:pt x="210278" y="978961"/>
                  </a:lnTo>
                  <a:lnTo>
                    <a:pt x="210286" y="978939"/>
                  </a:lnTo>
                  <a:lnTo>
                    <a:pt x="210288" y="978892"/>
                  </a:lnTo>
                  <a:lnTo>
                    <a:pt x="210283" y="978842"/>
                  </a:lnTo>
                  <a:lnTo>
                    <a:pt x="210267" y="978799"/>
                  </a:lnTo>
                  <a:lnTo>
                    <a:pt x="210257" y="978778"/>
                  </a:lnTo>
                  <a:lnTo>
                    <a:pt x="210247" y="978766"/>
                  </a:lnTo>
                  <a:lnTo>
                    <a:pt x="210239" y="978765"/>
                  </a:lnTo>
                  <a:lnTo>
                    <a:pt x="210224" y="978771"/>
                  </a:lnTo>
                  <a:lnTo>
                    <a:pt x="210205" y="978778"/>
                  </a:lnTo>
                  <a:lnTo>
                    <a:pt x="210156" y="978787"/>
                  </a:lnTo>
                  <a:lnTo>
                    <a:pt x="210101" y="978789"/>
                  </a:lnTo>
                  <a:lnTo>
                    <a:pt x="210047" y="978789"/>
                  </a:lnTo>
                  <a:lnTo>
                    <a:pt x="209994" y="978798"/>
                  </a:lnTo>
                  <a:lnTo>
                    <a:pt x="209941" y="978800"/>
                  </a:lnTo>
                  <a:lnTo>
                    <a:pt x="209891" y="978804"/>
                  </a:lnTo>
                  <a:lnTo>
                    <a:pt x="209869" y="978803"/>
                  </a:lnTo>
                  <a:lnTo>
                    <a:pt x="209847" y="978794"/>
                  </a:lnTo>
                  <a:lnTo>
                    <a:pt x="209824" y="978777"/>
                  </a:lnTo>
                  <a:lnTo>
                    <a:pt x="209806" y="978769"/>
                  </a:lnTo>
                  <a:lnTo>
                    <a:pt x="209788" y="978767"/>
                  </a:lnTo>
                  <a:lnTo>
                    <a:pt x="209748" y="978768"/>
                  </a:lnTo>
                  <a:lnTo>
                    <a:pt x="209715" y="978770"/>
                  </a:lnTo>
                  <a:lnTo>
                    <a:pt x="209683" y="978771"/>
                  </a:lnTo>
                  <a:lnTo>
                    <a:pt x="209641" y="978781"/>
                  </a:lnTo>
                  <a:lnTo>
                    <a:pt x="209616" y="978781"/>
                  </a:lnTo>
                  <a:lnTo>
                    <a:pt x="209601" y="978779"/>
                  </a:lnTo>
                  <a:lnTo>
                    <a:pt x="209582" y="978773"/>
                  </a:lnTo>
                  <a:lnTo>
                    <a:pt x="209567" y="978766"/>
                  </a:lnTo>
                  <a:lnTo>
                    <a:pt x="209554" y="978757"/>
                  </a:lnTo>
                  <a:lnTo>
                    <a:pt x="209541" y="978742"/>
                  </a:lnTo>
                  <a:lnTo>
                    <a:pt x="209523" y="978723"/>
                  </a:lnTo>
                  <a:lnTo>
                    <a:pt x="209505" y="978698"/>
                  </a:lnTo>
                  <a:lnTo>
                    <a:pt x="209480" y="978664"/>
                  </a:lnTo>
                  <a:lnTo>
                    <a:pt x="209461" y="978640"/>
                  </a:lnTo>
                  <a:lnTo>
                    <a:pt x="209433" y="978613"/>
                  </a:lnTo>
                  <a:lnTo>
                    <a:pt x="209424" y="978601"/>
                  </a:lnTo>
                  <a:lnTo>
                    <a:pt x="209423" y="978594"/>
                  </a:lnTo>
                  <a:lnTo>
                    <a:pt x="209422" y="978583"/>
                  </a:lnTo>
                  <a:lnTo>
                    <a:pt x="209427" y="978564"/>
                  </a:lnTo>
                  <a:lnTo>
                    <a:pt x="209428" y="978547"/>
                  </a:lnTo>
                  <a:lnTo>
                    <a:pt x="209425" y="978525"/>
                  </a:lnTo>
                  <a:lnTo>
                    <a:pt x="209419" y="978489"/>
                  </a:lnTo>
                  <a:lnTo>
                    <a:pt x="209407" y="978472"/>
                  </a:lnTo>
                  <a:lnTo>
                    <a:pt x="209389" y="978449"/>
                  </a:lnTo>
                  <a:lnTo>
                    <a:pt x="209367" y="978433"/>
                  </a:lnTo>
                  <a:lnTo>
                    <a:pt x="209352" y="978427"/>
                  </a:lnTo>
                  <a:lnTo>
                    <a:pt x="209328" y="978417"/>
                  </a:lnTo>
                  <a:lnTo>
                    <a:pt x="209295" y="978400"/>
                  </a:lnTo>
                  <a:lnTo>
                    <a:pt x="209284" y="978393"/>
                  </a:lnTo>
                  <a:lnTo>
                    <a:pt x="209274" y="978383"/>
                  </a:lnTo>
                  <a:lnTo>
                    <a:pt x="209270" y="978372"/>
                  </a:lnTo>
                  <a:lnTo>
                    <a:pt x="209269" y="978356"/>
                  </a:lnTo>
                  <a:lnTo>
                    <a:pt x="209271" y="978302"/>
                  </a:lnTo>
                  <a:lnTo>
                    <a:pt x="209268" y="978233"/>
                  </a:lnTo>
                  <a:lnTo>
                    <a:pt x="209270" y="978126"/>
                  </a:lnTo>
                  <a:lnTo>
                    <a:pt x="209259" y="978085"/>
                  </a:lnTo>
                  <a:lnTo>
                    <a:pt x="209233" y="978038"/>
                  </a:lnTo>
                  <a:lnTo>
                    <a:pt x="209216" y="978018"/>
                  </a:lnTo>
                  <a:lnTo>
                    <a:pt x="209187" y="977990"/>
                  </a:lnTo>
                  <a:lnTo>
                    <a:pt x="209179" y="977972"/>
                  </a:lnTo>
                  <a:lnTo>
                    <a:pt x="209177" y="977941"/>
                  </a:lnTo>
                  <a:lnTo>
                    <a:pt x="209183" y="977888"/>
                  </a:lnTo>
                  <a:lnTo>
                    <a:pt x="209186" y="977855"/>
                  </a:lnTo>
                  <a:lnTo>
                    <a:pt x="209192" y="977834"/>
                  </a:lnTo>
                  <a:lnTo>
                    <a:pt x="209194" y="977824"/>
                  </a:lnTo>
                  <a:lnTo>
                    <a:pt x="209191" y="977804"/>
                  </a:lnTo>
                  <a:lnTo>
                    <a:pt x="209187" y="977788"/>
                  </a:lnTo>
                  <a:lnTo>
                    <a:pt x="209184" y="977768"/>
                  </a:lnTo>
                  <a:lnTo>
                    <a:pt x="209181" y="977732"/>
                  </a:lnTo>
                  <a:lnTo>
                    <a:pt x="209180" y="977688"/>
                  </a:lnTo>
                  <a:lnTo>
                    <a:pt x="209171" y="977661"/>
                  </a:lnTo>
                  <a:lnTo>
                    <a:pt x="209152" y="977636"/>
                  </a:lnTo>
                  <a:lnTo>
                    <a:pt x="209146" y="977625"/>
                  </a:lnTo>
                  <a:lnTo>
                    <a:pt x="209120" y="977580"/>
                  </a:lnTo>
                  <a:lnTo>
                    <a:pt x="209107" y="977566"/>
                  </a:lnTo>
                  <a:lnTo>
                    <a:pt x="209092" y="977543"/>
                  </a:lnTo>
                  <a:lnTo>
                    <a:pt x="209088" y="977534"/>
                  </a:lnTo>
                  <a:lnTo>
                    <a:pt x="209091" y="977522"/>
                  </a:lnTo>
                  <a:lnTo>
                    <a:pt x="209090" y="977510"/>
                  </a:lnTo>
                  <a:lnTo>
                    <a:pt x="209077" y="977474"/>
                  </a:lnTo>
                  <a:lnTo>
                    <a:pt x="209070" y="977439"/>
                  </a:lnTo>
                  <a:lnTo>
                    <a:pt x="209070" y="977417"/>
                  </a:lnTo>
                  <a:lnTo>
                    <a:pt x="209069" y="977404"/>
                  </a:lnTo>
                  <a:lnTo>
                    <a:pt x="209064" y="977397"/>
                  </a:lnTo>
                  <a:lnTo>
                    <a:pt x="209043" y="977374"/>
                  </a:lnTo>
                  <a:lnTo>
                    <a:pt x="209024" y="977362"/>
                  </a:lnTo>
                  <a:lnTo>
                    <a:pt x="209008" y="977352"/>
                  </a:lnTo>
                  <a:lnTo>
                    <a:pt x="208987" y="977324"/>
                  </a:lnTo>
                  <a:lnTo>
                    <a:pt x="208974" y="977313"/>
                  </a:lnTo>
                  <a:lnTo>
                    <a:pt x="208946" y="977302"/>
                  </a:lnTo>
                  <a:lnTo>
                    <a:pt x="208916" y="977286"/>
                  </a:lnTo>
                  <a:lnTo>
                    <a:pt x="208870" y="977267"/>
                  </a:lnTo>
                  <a:lnTo>
                    <a:pt x="208845" y="977255"/>
                  </a:lnTo>
                  <a:lnTo>
                    <a:pt x="208827" y="977242"/>
                  </a:lnTo>
                  <a:lnTo>
                    <a:pt x="208808" y="977227"/>
                  </a:lnTo>
                  <a:lnTo>
                    <a:pt x="208791" y="977218"/>
                  </a:lnTo>
                  <a:lnTo>
                    <a:pt x="208768" y="977200"/>
                  </a:lnTo>
                  <a:lnTo>
                    <a:pt x="208753" y="977189"/>
                  </a:lnTo>
                  <a:lnTo>
                    <a:pt x="208740" y="977174"/>
                  </a:lnTo>
                  <a:lnTo>
                    <a:pt x="208733" y="977160"/>
                  </a:lnTo>
                  <a:lnTo>
                    <a:pt x="208721" y="977137"/>
                  </a:lnTo>
                  <a:lnTo>
                    <a:pt x="208706" y="977114"/>
                  </a:lnTo>
                  <a:lnTo>
                    <a:pt x="208693" y="977102"/>
                  </a:lnTo>
                  <a:lnTo>
                    <a:pt x="208681" y="977092"/>
                  </a:lnTo>
                  <a:lnTo>
                    <a:pt x="208661" y="977079"/>
                  </a:lnTo>
                  <a:lnTo>
                    <a:pt x="208619" y="977055"/>
                  </a:lnTo>
                  <a:lnTo>
                    <a:pt x="208585" y="977042"/>
                  </a:lnTo>
                  <a:lnTo>
                    <a:pt x="208574" y="977042"/>
                  </a:lnTo>
                  <a:lnTo>
                    <a:pt x="208565" y="977040"/>
                  </a:lnTo>
                  <a:lnTo>
                    <a:pt x="208551" y="977035"/>
                  </a:lnTo>
                  <a:lnTo>
                    <a:pt x="208536" y="977025"/>
                  </a:lnTo>
                  <a:lnTo>
                    <a:pt x="208521" y="977017"/>
                  </a:lnTo>
                  <a:lnTo>
                    <a:pt x="208509" y="977014"/>
                  </a:lnTo>
                  <a:lnTo>
                    <a:pt x="208493" y="977008"/>
                  </a:lnTo>
                  <a:lnTo>
                    <a:pt x="208473" y="977006"/>
                  </a:lnTo>
                  <a:lnTo>
                    <a:pt x="208442" y="977000"/>
                  </a:lnTo>
                  <a:lnTo>
                    <a:pt x="208421" y="976993"/>
                  </a:lnTo>
                  <a:lnTo>
                    <a:pt x="208390" y="976972"/>
                  </a:lnTo>
                  <a:lnTo>
                    <a:pt x="208367" y="976955"/>
                  </a:lnTo>
                  <a:lnTo>
                    <a:pt x="208346" y="976942"/>
                  </a:lnTo>
                  <a:lnTo>
                    <a:pt x="208320" y="976920"/>
                  </a:lnTo>
                  <a:lnTo>
                    <a:pt x="208277" y="976893"/>
                  </a:lnTo>
                  <a:lnTo>
                    <a:pt x="208248" y="976870"/>
                  </a:lnTo>
                  <a:lnTo>
                    <a:pt x="208229" y="976851"/>
                  </a:lnTo>
                  <a:lnTo>
                    <a:pt x="208181" y="976822"/>
                  </a:lnTo>
                  <a:lnTo>
                    <a:pt x="208155" y="976805"/>
                  </a:lnTo>
                  <a:lnTo>
                    <a:pt x="208124" y="976782"/>
                  </a:lnTo>
                  <a:lnTo>
                    <a:pt x="208077" y="976742"/>
                  </a:lnTo>
                  <a:lnTo>
                    <a:pt x="208008" y="976677"/>
                  </a:lnTo>
                  <a:lnTo>
                    <a:pt x="207967" y="976644"/>
                  </a:lnTo>
                  <a:lnTo>
                    <a:pt x="207949" y="976629"/>
                  </a:lnTo>
                  <a:lnTo>
                    <a:pt x="207922" y="976597"/>
                  </a:lnTo>
                  <a:lnTo>
                    <a:pt x="207904" y="976582"/>
                  </a:lnTo>
                  <a:lnTo>
                    <a:pt x="207887" y="976557"/>
                  </a:lnTo>
                  <a:lnTo>
                    <a:pt x="207869" y="976520"/>
                  </a:lnTo>
                  <a:lnTo>
                    <a:pt x="207862" y="976509"/>
                  </a:lnTo>
                  <a:lnTo>
                    <a:pt x="207839" y="976477"/>
                  </a:lnTo>
                  <a:lnTo>
                    <a:pt x="207829" y="976450"/>
                  </a:lnTo>
                  <a:lnTo>
                    <a:pt x="207826" y="976428"/>
                  </a:lnTo>
                  <a:lnTo>
                    <a:pt x="207827" y="976415"/>
                  </a:lnTo>
                  <a:lnTo>
                    <a:pt x="207835" y="976400"/>
                  </a:lnTo>
                  <a:lnTo>
                    <a:pt x="207851" y="976360"/>
                  </a:lnTo>
                  <a:lnTo>
                    <a:pt x="207856" y="976330"/>
                  </a:lnTo>
                  <a:lnTo>
                    <a:pt x="207860" y="976290"/>
                  </a:lnTo>
                  <a:lnTo>
                    <a:pt x="207863" y="976276"/>
                  </a:lnTo>
                  <a:lnTo>
                    <a:pt x="207875" y="976255"/>
                  </a:lnTo>
                  <a:lnTo>
                    <a:pt x="207877" y="976239"/>
                  </a:lnTo>
                  <a:lnTo>
                    <a:pt x="207866" y="976228"/>
                  </a:lnTo>
                  <a:lnTo>
                    <a:pt x="207847" y="976215"/>
                  </a:lnTo>
                  <a:lnTo>
                    <a:pt x="207834" y="976196"/>
                  </a:lnTo>
                  <a:lnTo>
                    <a:pt x="207818" y="976173"/>
                  </a:lnTo>
                  <a:lnTo>
                    <a:pt x="207766" y="976109"/>
                  </a:lnTo>
                  <a:lnTo>
                    <a:pt x="207753" y="976089"/>
                  </a:lnTo>
                  <a:lnTo>
                    <a:pt x="207746" y="976067"/>
                  </a:lnTo>
                  <a:lnTo>
                    <a:pt x="207717" y="976004"/>
                  </a:lnTo>
                  <a:lnTo>
                    <a:pt x="207698" y="975949"/>
                  </a:lnTo>
                  <a:lnTo>
                    <a:pt x="207686" y="975922"/>
                  </a:lnTo>
                  <a:lnTo>
                    <a:pt x="207686" y="975908"/>
                  </a:lnTo>
                  <a:lnTo>
                    <a:pt x="207689" y="975901"/>
                  </a:lnTo>
                  <a:lnTo>
                    <a:pt x="207693" y="975895"/>
                  </a:lnTo>
                  <a:lnTo>
                    <a:pt x="207694" y="975886"/>
                  </a:lnTo>
                  <a:lnTo>
                    <a:pt x="207689" y="975875"/>
                  </a:lnTo>
                  <a:lnTo>
                    <a:pt x="207683" y="975861"/>
                  </a:lnTo>
                  <a:lnTo>
                    <a:pt x="207682" y="975850"/>
                  </a:lnTo>
                  <a:lnTo>
                    <a:pt x="207687" y="975838"/>
                  </a:lnTo>
                  <a:lnTo>
                    <a:pt x="207691" y="975824"/>
                  </a:lnTo>
                  <a:lnTo>
                    <a:pt x="207700" y="975802"/>
                  </a:lnTo>
                  <a:lnTo>
                    <a:pt x="207704" y="975781"/>
                  </a:lnTo>
                  <a:lnTo>
                    <a:pt x="207699" y="975769"/>
                  </a:lnTo>
                  <a:lnTo>
                    <a:pt x="207695" y="975754"/>
                  </a:lnTo>
                  <a:lnTo>
                    <a:pt x="207685" y="975742"/>
                  </a:lnTo>
                  <a:lnTo>
                    <a:pt x="207666" y="975729"/>
                  </a:lnTo>
                  <a:lnTo>
                    <a:pt x="207650" y="975711"/>
                  </a:lnTo>
                  <a:lnTo>
                    <a:pt x="207641" y="975700"/>
                  </a:lnTo>
                  <a:lnTo>
                    <a:pt x="207632" y="975661"/>
                  </a:lnTo>
                  <a:lnTo>
                    <a:pt x="207626" y="975629"/>
                  </a:lnTo>
                  <a:lnTo>
                    <a:pt x="207622" y="975592"/>
                  </a:lnTo>
                  <a:lnTo>
                    <a:pt x="207610" y="975489"/>
                  </a:lnTo>
                  <a:lnTo>
                    <a:pt x="207587" y="975393"/>
                  </a:lnTo>
                  <a:lnTo>
                    <a:pt x="207576" y="975365"/>
                  </a:lnTo>
                  <a:lnTo>
                    <a:pt x="207568" y="975340"/>
                  </a:lnTo>
                  <a:lnTo>
                    <a:pt x="207561" y="975319"/>
                  </a:lnTo>
                  <a:lnTo>
                    <a:pt x="207554" y="975299"/>
                  </a:lnTo>
                  <a:lnTo>
                    <a:pt x="207542" y="975278"/>
                  </a:lnTo>
                  <a:lnTo>
                    <a:pt x="207525" y="975245"/>
                  </a:lnTo>
                  <a:lnTo>
                    <a:pt x="207513" y="975216"/>
                  </a:lnTo>
                  <a:lnTo>
                    <a:pt x="207500" y="975190"/>
                  </a:lnTo>
                  <a:lnTo>
                    <a:pt x="207485" y="975162"/>
                  </a:lnTo>
                  <a:lnTo>
                    <a:pt x="207471" y="975134"/>
                  </a:lnTo>
                  <a:lnTo>
                    <a:pt x="207460" y="975089"/>
                  </a:lnTo>
                  <a:lnTo>
                    <a:pt x="207447" y="975048"/>
                  </a:lnTo>
                  <a:lnTo>
                    <a:pt x="207434" y="975029"/>
                  </a:lnTo>
                  <a:lnTo>
                    <a:pt x="207421" y="975018"/>
                  </a:lnTo>
                  <a:lnTo>
                    <a:pt x="207400" y="975003"/>
                  </a:lnTo>
                  <a:lnTo>
                    <a:pt x="207381" y="974985"/>
                  </a:lnTo>
                  <a:lnTo>
                    <a:pt x="207352" y="974968"/>
                  </a:lnTo>
                  <a:lnTo>
                    <a:pt x="207295" y="974935"/>
                  </a:lnTo>
                  <a:lnTo>
                    <a:pt x="207247" y="974913"/>
                  </a:lnTo>
                  <a:lnTo>
                    <a:pt x="207216" y="974900"/>
                  </a:lnTo>
                  <a:lnTo>
                    <a:pt x="207197" y="974893"/>
                  </a:lnTo>
                  <a:lnTo>
                    <a:pt x="207167" y="974875"/>
                  </a:lnTo>
                  <a:lnTo>
                    <a:pt x="207148" y="974862"/>
                  </a:lnTo>
                  <a:lnTo>
                    <a:pt x="207124" y="974844"/>
                  </a:lnTo>
                  <a:lnTo>
                    <a:pt x="207102" y="974829"/>
                  </a:lnTo>
                  <a:lnTo>
                    <a:pt x="207087" y="974813"/>
                  </a:lnTo>
                  <a:lnTo>
                    <a:pt x="207073" y="974792"/>
                  </a:lnTo>
                  <a:lnTo>
                    <a:pt x="207061" y="974775"/>
                  </a:lnTo>
                  <a:lnTo>
                    <a:pt x="207052" y="974759"/>
                  </a:lnTo>
                  <a:lnTo>
                    <a:pt x="207033" y="974731"/>
                  </a:lnTo>
                  <a:lnTo>
                    <a:pt x="207020" y="974716"/>
                  </a:lnTo>
                  <a:lnTo>
                    <a:pt x="207010" y="974695"/>
                  </a:lnTo>
                  <a:lnTo>
                    <a:pt x="207006" y="974671"/>
                  </a:lnTo>
                  <a:lnTo>
                    <a:pt x="207002" y="974658"/>
                  </a:lnTo>
                  <a:lnTo>
                    <a:pt x="206992" y="974643"/>
                  </a:lnTo>
                  <a:lnTo>
                    <a:pt x="206982" y="974630"/>
                  </a:lnTo>
                  <a:lnTo>
                    <a:pt x="206968" y="974616"/>
                  </a:lnTo>
                  <a:lnTo>
                    <a:pt x="206961" y="974604"/>
                  </a:lnTo>
                  <a:lnTo>
                    <a:pt x="206950" y="974583"/>
                  </a:lnTo>
                  <a:lnTo>
                    <a:pt x="206942" y="974564"/>
                  </a:lnTo>
                  <a:lnTo>
                    <a:pt x="206927" y="974544"/>
                  </a:lnTo>
                  <a:lnTo>
                    <a:pt x="206920" y="974534"/>
                  </a:lnTo>
                  <a:lnTo>
                    <a:pt x="206905" y="974505"/>
                  </a:lnTo>
                  <a:lnTo>
                    <a:pt x="206894" y="974496"/>
                  </a:lnTo>
                  <a:lnTo>
                    <a:pt x="206881" y="974491"/>
                  </a:lnTo>
                  <a:lnTo>
                    <a:pt x="206869" y="974488"/>
                  </a:lnTo>
                  <a:lnTo>
                    <a:pt x="206850" y="974488"/>
                  </a:lnTo>
                  <a:lnTo>
                    <a:pt x="206826" y="974495"/>
                  </a:lnTo>
                  <a:lnTo>
                    <a:pt x="206802" y="974507"/>
                  </a:lnTo>
                  <a:lnTo>
                    <a:pt x="206759" y="974533"/>
                  </a:lnTo>
                  <a:lnTo>
                    <a:pt x="206726" y="974552"/>
                  </a:lnTo>
                  <a:lnTo>
                    <a:pt x="206708" y="974560"/>
                  </a:lnTo>
                  <a:lnTo>
                    <a:pt x="206688" y="974570"/>
                  </a:lnTo>
                  <a:lnTo>
                    <a:pt x="206652" y="974578"/>
                  </a:lnTo>
                  <a:lnTo>
                    <a:pt x="206598" y="974590"/>
                  </a:lnTo>
                  <a:lnTo>
                    <a:pt x="206575" y="974598"/>
                  </a:lnTo>
                  <a:lnTo>
                    <a:pt x="206555" y="974609"/>
                  </a:lnTo>
                  <a:lnTo>
                    <a:pt x="206535" y="974628"/>
                  </a:lnTo>
                  <a:lnTo>
                    <a:pt x="206517" y="974651"/>
                  </a:lnTo>
                  <a:lnTo>
                    <a:pt x="206506" y="974685"/>
                  </a:lnTo>
                  <a:lnTo>
                    <a:pt x="206494" y="974709"/>
                  </a:lnTo>
                  <a:lnTo>
                    <a:pt x="206483" y="974733"/>
                  </a:lnTo>
                  <a:lnTo>
                    <a:pt x="206479" y="974754"/>
                  </a:lnTo>
                  <a:lnTo>
                    <a:pt x="206478" y="974772"/>
                  </a:lnTo>
                  <a:lnTo>
                    <a:pt x="206482" y="974790"/>
                  </a:lnTo>
                  <a:lnTo>
                    <a:pt x="206490" y="974816"/>
                  </a:lnTo>
                  <a:lnTo>
                    <a:pt x="206497" y="974837"/>
                  </a:lnTo>
                  <a:lnTo>
                    <a:pt x="206507" y="974885"/>
                  </a:lnTo>
                  <a:lnTo>
                    <a:pt x="206510" y="974911"/>
                  </a:lnTo>
                  <a:lnTo>
                    <a:pt x="206505" y="974943"/>
                  </a:lnTo>
                  <a:lnTo>
                    <a:pt x="206501" y="974971"/>
                  </a:lnTo>
                  <a:lnTo>
                    <a:pt x="206500" y="974985"/>
                  </a:lnTo>
                  <a:lnTo>
                    <a:pt x="206511" y="975006"/>
                  </a:lnTo>
                  <a:lnTo>
                    <a:pt x="206531" y="975020"/>
                  </a:lnTo>
                  <a:lnTo>
                    <a:pt x="206560" y="975033"/>
                  </a:lnTo>
                  <a:lnTo>
                    <a:pt x="206594" y="975056"/>
                  </a:lnTo>
                  <a:lnTo>
                    <a:pt x="206625" y="975099"/>
                  </a:lnTo>
                  <a:lnTo>
                    <a:pt x="206648" y="975124"/>
                  </a:lnTo>
                  <a:lnTo>
                    <a:pt x="206665" y="975147"/>
                  </a:lnTo>
                  <a:lnTo>
                    <a:pt x="206676" y="975180"/>
                  </a:lnTo>
                  <a:lnTo>
                    <a:pt x="206679" y="975202"/>
                  </a:lnTo>
                  <a:lnTo>
                    <a:pt x="206680" y="975221"/>
                  </a:lnTo>
                  <a:lnTo>
                    <a:pt x="206671" y="975238"/>
                  </a:lnTo>
                  <a:lnTo>
                    <a:pt x="206661" y="975254"/>
                  </a:lnTo>
                  <a:lnTo>
                    <a:pt x="206653" y="975280"/>
                  </a:lnTo>
                  <a:lnTo>
                    <a:pt x="206654" y="975300"/>
                  </a:lnTo>
                  <a:lnTo>
                    <a:pt x="206655" y="975320"/>
                  </a:lnTo>
                  <a:lnTo>
                    <a:pt x="206653" y="975338"/>
                  </a:lnTo>
                  <a:lnTo>
                    <a:pt x="206650" y="975349"/>
                  </a:lnTo>
                  <a:lnTo>
                    <a:pt x="206640" y="975368"/>
                  </a:lnTo>
                  <a:lnTo>
                    <a:pt x="206629" y="975378"/>
                  </a:lnTo>
                  <a:lnTo>
                    <a:pt x="206605" y="975389"/>
                  </a:lnTo>
                  <a:lnTo>
                    <a:pt x="206578" y="975398"/>
                  </a:lnTo>
                  <a:lnTo>
                    <a:pt x="206533" y="975410"/>
                  </a:lnTo>
                  <a:lnTo>
                    <a:pt x="206505" y="975411"/>
                  </a:lnTo>
                  <a:lnTo>
                    <a:pt x="206477" y="975409"/>
                  </a:lnTo>
                  <a:lnTo>
                    <a:pt x="206453" y="975402"/>
                  </a:lnTo>
                  <a:lnTo>
                    <a:pt x="206433" y="975397"/>
                  </a:lnTo>
                  <a:lnTo>
                    <a:pt x="206403" y="975389"/>
                  </a:lnTo>
                  <a:lnTo>
                    <a:pt x="206376" y="975387"/>
                  </a:lnTo>
                  <a:lnTo>
                    <a:pt x="206315" y="975372"/>
                  </a:lnTo>
                  <a:lnTo>
                    <a:pt x="206292" y="975366"/>
                  </a:lnTo>
                  <a:lnTo>
                    <a:pt x="206259" y="975356"/>
                  </a:lnTo>
                  <a:lnTo>
                    <a:pt x="206234" y="975349"/>
                  </a:lnTo>
                  <a:lnTo>
                    <a:pt x="206216" y="975345"/>
                  </a:lnTo>
                  <a:lnTo>
                    <a:pt x="206189" y="975339"/>
                  </a:lnTo>
                  <a:lnTo>
                    <a:pt x="206152" y="975333"/>
                  </a:lnTo>
                  <a:lnTo>
                    <a:pt x="206127" y="975336"/>
                  </a:lnTo>
                  <a:lnTo>
                    <a:pt x="206107" y="975342"/>
                  </a:lnTo>
                  <a:lnTo>
                    <a:pt x="206068" y="975354"/>
                  </a:lnTo>
                  <a:lnTo>
                    <a:pt x="206038" y="975370"/>
                  </a:lnTo>
                  <a:lnTo>
                    <a:pt x="206014" y="975382"/>
                  </a:lnTo>
                  <a:lnTo>
                    <a:pt x="205992" y="975398"/>
                  </a:lnTo>
                  <a:lnTo>
                    <a:pt x="205969" y="975415"/>
                  </a:lnTo>
                  <a:lnTo>
                    <a:pt x="205953" y="975424"/>
                  </a:lnTo>
                  <a:lnTo>
                    <a:pt x="205920" y="975427"/>
                  </a:lnTo>
                  <a:lnTo>
                    <a:pt x="205887" y="975426"/>
                  </a:lnTo>
                  <a:lnTo>
                    <a:pt x="205852" y="975424"/>
                  </a:lnTo>
                  <a:lnTo>
                    <a:pt x="205825" y="975422"/>
                  </a:lnTo>
                  <a:lnTo>
                    <a:pt x="205757" y="975410"/>
                  </a:lnTo>
                  <a:lnTo>
                    <a:pt x="205712" y="975403"/>
                  </a:lnTo>
                  <a:lnTo>
                    <a:pt x="205689" y="975396"/>
                  </a:lnTo>
                  <a:lnTo>
                    <a:pt x="205663" y="975387"/>
                  </a:lnTo>
                  <a:lnTo>
                    <a:pt x="205615" y="975374"/>
                  </a:lnTo>
                  <a:lnTo>
                    <a:pt x="205594" y="975368"/>
                  </a:lnTo>
                  <a:lnTo>
                    <a:pt x="205559" y="975357"/>
                  </a:lnTo>
                  <a:lnTo>
                    <a:pt x="205528" y="975346"/>
                  </a:lnTo>
                  <a:lnTo>
                    <a:pt x="205485" y="975335"/>
                  </a:lnTo>
                  <a:lnTo>
                    <a:pt x="205459" y="975328"/>
                  </a:lnTo>
                  <a:lnTo>
                    <a:pt x="205427" y="975315"/>
                  </a:lnTo>
                  <a:lnTo>
                    <a:pt x="205405" y="975307"/>
                  </a:lnTo>
                  <a:lnTo>
                    <a:pt x="205381" y="975296"/>
                  </a:lnTo>
                  <a:lnTo>
                    <a:pt x="205354" y="975284"/>
                  </a:lnTo>
                  <a:lnTo>
                    <a:pt x="205329" y="975273"/>
                  </a:lnTo>
                  <a:lnTo>
                    <a:pt x="205289" y="975253"/>
                  </a:lnTo>
                  <a:lnTo>
                    <a:pt x="205257" y="975240"/>
                  </a:lnTo>
                  <a:lnTo>
                    <a:pt x="205237" y="975230"/>
                  </a:lnTo>
                  <a:lnTo>
                    <a:pt x="205208" y="975220"/>
                  </a:lnTo>
                  <a:lnTo>
                    <a:pt x="205172" y="975206"/>
                  </a:lnTo>
                  <a:lnTo>
                    <a:pt x="205157" y="975203"/>
                  </a:lnTo>
                  <a:lnTo>
                    <a:pt x="205139" y="975200"/>
                  </a:lnTo>
                  <a:lnTo>
                    <a:pt x="205135" y="975196"/>
                  </a:lnTo>
                  <a:lnTo>
                    <a:pt x="205125" y="975181"/>
                  </a:lnTo>
                  <a:lnTo>
                    <a:pt x="205113" y="975160"/>
                  </a:lnTo>
                  <a:lnTo>
                    <a:pt x="205096" y="975137"/>
                  </a:lnTo>
                  <a:lnTo>
                    <a:pt x="205081" y="975120"/>
                  </a:lnTo>
                  <a:lnTo>
                    <a:pt x="205071" y="975104"/>
                  </a:lnTo>
                  <a:lnTo>
                    <a:pt x="205067" y="975079"/>
                  </a:lnTo>
                  <a:lnTo>
                    <a:pt x="205068" y="975046"/>
                  </a:lnTo>
                  <a:lnTo>
                    <a:pt x="205063" y="975019"/>
                  </a:lnTo>
                  <a:lnTo>
                    <a:pt x="205052" y="974993"/>
                  </a:lnTo>
                  <a:lnTo>
                    <a:pt x="205050" y="974971"/>
                  </a:lnTo>
                  <a:lnTo>
                    <a:pt x="205051" y="974951"/>
                  </a:lnTo>
                  <a:lnTo>
                    <a:pt x="205049" y="974932"/>
                  </a:lnTo>
                  <a:lnTo>
                    <a:pt x="205035" y="974918"/>
                  </a:lnTo>
                  <a:lnTo>
                    <a:pt x="205005" y="974888"/>
                  </a:lnTo>
                  <a:lnTo>
                    <a:pt x="204986" y="974875"/>
                  </a:lnTo>
                  <a:lnTo>
                    <a:pt x="204960" y="974859"/>
                  </a:lnTo>
                  <a:lnTo>
                    <a:pt x="204936" y="974848"/>
                  </a:lnTo>
                  <a:lnTo>
                    <a:pt x="204918" y="974846"/>
                  </a:lnTo>
                  <a:lnTo>
                    <a:pt x="204899" y="974846"/>
                  </a:lnTo>
                  <a:lnTo>
                    <a:pt x="204868" y="974849"/>
                  </a:lnTo>
                  <a:lnTo>
                    <a:pt x="204829" y="974857"/>
                  </a:lnTo>
                  <a:lnTo>
                    <a:pt x="204791" y="974869"/>
                  </a:lnTo>
                  <a:lnTo>
                    <a:pt x="204757" y="974880"/>
                  </a:lnTo>
                  <a:lnTo>
                    <a:pt x="204723" y="974891"/>
                  </a:lnTo>
                  <a:lnTo>
                    <a:pt x="204696" y="974902"/>
                  </a:lnTo>
                  <a:lnTo>
                    <a:pt x="204653" y="974907"/>
                  </a:lnTo>
                  <a:lnTo>
                    <a:pt x="204601" y="974907"/>
                  </a:lnTo>
                  <a:lnTo>
                    <a:pt x="204533" y="974903"/>
                  </a:lnTo>
                  <a:lnTo>
                    <a:pt x="204516" y="974899"/>
                  </a:lnTo>
                  <a:lnTo>
                    <a:pt x="204501" y="974896"/>
                  </a:lnTo>
                  <a:lnTo>
                    <a:pt x="204485" y="974897"/>
                  </a:lnTo>
                  <a:lnTo>
                    <a:pt x="204455" y="974909"/>
                  </a:lnTo>
                  <a:lnTo>
                    <a:pt x="204430" y="974920"/>
                  </a:lnTo>
                  <a:lnTo>
                    <a:pt x="204399" y="974933"/>
                  </a:lnTo>
                  <a:lnTo>
                    <a:pt x="204359" y="974952"/>
                  </a:lnTo>
                  <a:lnTo>
                    <a:pt x="204313" y="974969"/>
                  </a:lnTo>
                  <a:lnTo>
                    <a:pt x="204284" y="974977"/>
                  </a:lnTo>
                  <a:lnTo>
                    <a:pt x="204260" y="974981"/>
                  </a:lnTo>
                  <a:lnTo>
                    <a:pt x="204217" y="974980"/>
                  </a:lnTo>
                  <a:lnTo>
                    <a:pt x="204191" y="974978"/>
                  </a:lnTo>
                  <a:lnTo>
                    <a:pt x="204180" y="974975"/>
                  </a:lnTo>
                  <a:lnTo>
                    <a:pt x="204169" y="974969"/>
                  </a:lnTo>
                  <a:lnTo>
                    <a:pt x="204159" y="974959"/>
                  </a:lnTo>
                  <a:lnTo>
                    <a:pt x="204154" y="974947"/>
                  </a:lnTo>
                  <a:lnTo>
                    <a:pt x="204135" y="974913"/>
                  </a:lnTo>
                  <a:lnTo>
                    <a:pt x="204118" y="974892"/>
                  </a:lnTo>
                  <a:lnTo>
                    <a:pt x="204101" y="974869"/>
                  </a:lnTo>
                  <a:lnTo>
                    <a:pt x="204079" y="974850"/>
                  </a:lnTo>
                  <a:lnTo>
                    <a:pt x="204056" y="974841"/>
                  </a:lnTo>
                  <a:lnTo>
                    <a:pt x="204031" y="974833"/>
                  </a:lnTo>
                  <a:lnTo>
                    <a:pt x="204007" y="974823"/>
                  </a:lnTo>
                  <a:lnTo>
                    <a:pt x="203987" y="974814"/>
                  </a:lnTo>
                  <a:lnTo>
                    <a:pt x="203956" y="974808"/>
                  </a:lnTo>
                  <a:lnTo>
                    <a:pt x="203936" y="974805"/>
                  </a:lnTo>
                  <a:lnTo>
                    <a:pt x="203921" y="974799"/>
                  </a:lnTo>
                  <a:lnTo>
                    <a:pt x="203904" y="974791"/>
                  </a:lnTo>
                  <a:lnTo>
                    <a:pt x="203887" y="974776"/>
                  </a:lnTo>
                  <a:lnTo>
                    <a:pt x="203868" y="974758"/>
                  </a:lnTo>
                  <a:lnTo>
                    <a:pt x="203848" y="974747"/>
                  </a:lnTo>
                  <a:lnTo>
                    <a:pt x="203816" y="974735"/>
                  </a:lnTo>
                  <a:lnTo>
                    <a:pt x="203793" y="974725"/>
                  </a:lnTo>
                  <a:lnTo>
                    <a:pt x="203771" y="974719"/>
                  </a:lnTo>
                  <a:lnTo>
                    <a:pt x="203715" y="974685"/>
                  </a:lnTo>
                  <a:lnTo>
                    <a:pt x="203672" y="974649"/>
                  </a:lnTo>
                  <a:lnTo>
                    <a:pt x="203649" y="974627"/>
                  </a:lnTo>
                  <a:lnTo>
                    <a:pt x="203639" y="974613"/>
                  </a:lnTo>
                  <a:lnTo>
                    <a:pt x="203637" y="974600"/>
                  </a:lnTo>
                  <a:lnTo>
                    <a:pt x="203640" y="974576"/>
                  </a:lnTo>
                  <a:lnTo>
                    <a:pt x="203652" y="974543"/>
                  </a:lnTo>
                  <a:lnTo>
                    <a:pt x="203666" y="974511"/>
                  </a:lnTo>
                  <a:lnTo>
                    <a:pt x="203678" y="974467"/>
                  </a:lnTo>
                  <a:lnTo>
                    <a:pt x="203685" y="974442"/>
                  </a:lnTo>
                  <a:lnTo>
                    <a:pt x="203682" y="974406"/>
                  </a:lnTo>
                  <a:lnTo>
                    <a:pt x="203675" y="974383"/>
                  </a:lnTo>
                  <a:lnTo>
                    <a:pt x="203647" y="974316"/>
                  </a:lnTo>
                  <a:lnTo>
                    <a:pt x="203617" y="974271"/>
                  </a:lnTo>
                  <a:lnTo>
                    <a:pt x="203584" y="974237"/>
                  </a:lnTo>
                  <a:lnTo>
                    <a:pt x="203552" y="974211"/>
                  </a:lnTo>
                  <a:lnTo>
                    <a:pt x="203525" y="974186"/>
                  </a:lnTo>
                  <a:lnTo>
                    <a:pt x="203489" y="974170"/>
                  </a:lnTo>
                  <a:lnTo>
                    <a:pt x="203467" y="974168"/>
                  </a:lnTo>
                  <a:lnTo>
                    <a:pt x="203407" y="974145"/>
                  </a:lnTo>
                  <a:lnTo>
                    <a:pt x="203370" y="974136"/>
                  </a:lnTo>
                  <a:lnTo>
                    <a:pt x="203341" y="974118"/>
                  </a:lnTo>
                  <a:lnTo>
                    <a:pt x="203320" y="974104"/>
                  </a:lnTo>
                  <a:lnTo>
                    <a:pt x="203300" y="974080"/>
                  </a:lnTo>
                  <a:lnTo>
                    <a:pt x="203281" y="974056"/>
                  </a:lnTo>
                  <a:lnTo>
                    <a:pt x="203270" y="974030"/>
                  </a:lnTo>
                  <a:lnTo>
                    <a:pt x="203262" y="974007"/>
                  </a:lnTo>
                  <a:lnTo>
                    <a:pt x="203262" y="973967"/>
                  </a:lnTo>
                  <a:lnTo>
                    <a:pt x="203253" y="973906"/>
                  </a:lnTo>
                  <a:lnTo>
                    <a:pt x="203257" y="973894"/>
                  </a:lnTo>
                  <a:lnTo>
                    <a:pt x="203271" y="973883"/>
                  </a:lnTo>
                  <a:lnTo>
                    <a:pt x="203290" y="973873"/>
                  </a:lnTo>
                  <a:lnTo>
                    <a:pt x="203312" y="973865"/>
                  </a:lnTo>
                  <a:lnTo>
                    <a:pt x="203324" y="973865"/>
                  </a:lnTo>
                  <a:lnTo>
                    <a:pt x="203386" y="973850"/>
                  </a:lnTo>
                  <a:lnTo>
                    <a:pt x="203418" y="973837"/>
                  </a:lnTo>
                  <a:lnTo>
                    <a:pt x="203444" y="973809"/>
                  </a:lnTo>
                  <a:lnTo>
                    <a:pt x="203468" y="973779"/>
                  </a:lnTo>
                  <a:lnTo>
                    <a:pt x="203484" y="973753"/>
                  </a:lnTo>
                  <a:lnTo>
                    <a:pt x="203490" y="973738"/>
                  </a:lnTo>
                  <a:lnTo>
                    <a:pt x="203490" y="973729"/>
                  </a:lnTo>
                  <a:lnTo>
                    <a:pt x="203488" y="973723"/>
                  </a:lnTo>
                  <a:lnTo>
                    <a:pt x="203484" y="973714"/>
                  </a:lnTo>
                  <a:lnTo>
                    <a:pt x="203476" y="973706"/>
                  </a:lnTo>
                  <a:lnTo>
                    <a:pt x="203464" y="973696"/>
                  </a:lnTo>
                  <a:lnTo>
                    <a:pt x="203457" y="973693"/>
                  </a:lnTo>
                  <a:lnTo>
                    <a:pt x="203449" y="973689"/>
                  </a:lnTo>
                  <a:lnTo>
                    <a:pt x="203440" y="973679"/>
                  </a:lnTo>
                  <a:lnTo>
                    <a:pt x="203430" y="973668"/>
                  </a:lnTo>
                  <a:lnTo>
                    <a:pt x="203415" y="973647"/>
                  </a:lnTo>
                  <a:lnTo>
                    <a:pt x="203401" y="973626"/>
                  </a:lnTo>
                  <a:lnTo>
                    <a:pt x="203394" y="973614"/>
                  </a:lnTo>
                  <a:lnTo>
                    <a:pt x="203384" y="973600"/>
                  </a:lnTo>
                  <a:lnTo>
                    <a:pt x="203372" y="973589"/>
                  </a:lnTo>
                  <a:lnTo>
                    <a:pt x="203353" y="973574"/>
                  </a:lnTo>
                  <a:lnTo>
                    <a:pt x="203339" y="973560"/>
                  </a:lnTo>
                  <a:lnTo>
                    <a:pt x="203325" y="973545"/>
                  </a:lnTo>
                  <a:lnTo>
                    <a:pt x="203313" y="973535"/>
                  </a:lnTo>
                  <a:lnTo>
                    <a:pt x="203303" y="973530"/>
                  </a:lnTo>
                  <a:lnTo>
                    <a:pt x="203287" y="973522"/>
                  </a:lnTo>
                  <a:lnTo>
                    <a:pt x="203264" y="973508"/>
                  </a:lnTo>
                  <a:lnTo>
                    <a:pt x="203246" y="973499"/>
                  </a:lnTo>
                  <a:lnTo>
                    <a:pt x="203235" y="973493"/>
                  </a:lnTo>
                  <a:lnTo>
                    <a:pt x="203225" y="973485"/>
                  </a:lnTo>
                  <a:lnTo>
                    <a:pt x="203209" y="973481"/>
                  </a:lnTo>
                  <a:lnTo>
                    <a:pt x="203206" y="973479"/>
                  </a:lnTo>
                  <a:lnTo>
                    <a:pt x="203169" y="973456"/>
                  </a:lnTo>
                  <a:lnTo>
                    <a:pt x="203148" y="973437"/>
                  </a:lnTo>
                  <a:lnTo>
                    <a:pt x="203125" y="973421"/>
                  </a:lnTo>
                  <a:lnTo>
                    <a:pt x="203096" y="973400"/>
                  </a:lnTo>
                  <a:lnTo>
                    <a:pt x="203073" y="973380"/>
                  </a:lnTo>
                  <a:lnTo>
                    <a:pt x="203064" y="973366"/>
                  </a:lnTo>
                  <a:lnTo>
                    <a:pt x="203062" y="973353"/>
                  </a:lnTo>
                  <a:lnTo>
                    <a:pt x="203069" y="973334"/>
                  </a:lnTo>
                  <a:lnTo>
                    <a:pt x="203080" y="973303"/>
                  </a:lnTo>
                  <a:lnTo>
                    <a:pt x="203092" y="973272"/>
                  </a:lnTo>
                  <a:lnTo>
                    <a:pt x="203105" y="973254"/>
                  </a:lnTo>
                  <a:lnTo>
                    <a:pt x="203124" y="973229"/>
                  </a:lnTo>
                  <a:lnTo>
                    <a:pt x="203140" y="973213"/>
                  </a:lnTo>
                  <a:lnTo>
                    <a:pt x="203154" y="973204"/>
                  </a:lnTo>
                  <a:lnTo>
                    <a:pt x="203173" y="973199"/>
                  </a:lnTo>
                  <a:lnTo>
                    <a:pt x="203196" y="973190"/>
                  </a:lnTo>
                  <a:lnTo>
                    <a:pt x="203220" y="973176"/>
                  </a:lnTo>
                  <a:lnTo>
                    <a:pt x="203234" y="973162"/>
                  </a:lnTo>
                  <a:lnTo>
                    <a:pt x="203251" y="973147"/>
                  </a:lnTo>
                  <a:lnTo>
                    <a:pt x="203272" y="973116"/>
                  </a:lnTo>
                  <a:lnTo>
                    <a:pt x="203281" y="973102"/>
                  </a:lnTo>
                  <a:lnTo>
                    <a:pt x="203293" y="973074"/>
                  </a:lnTo>
                  <a:lnTo>
                    <a:pt x="203301" y="973050"/>
                  </a:lnTo>
                  <a:lnTo>
                    <a:pt x="203305" y="973024"/>
                  </a:lnTo>
                  <a:lnTo>
                    <a:pt x="203298" y="973004"/>
                  </a:lnTo>
                  <a:lnTo>
                    <a:pt x="203284" y="972982"/>
                  </a:lnTo>
                  <a:lnTo>
                    <a:pt x="203270" y="972962"/>
                  </a:lnTo>
                  <a:lnTo>
                    <a:pt x="203262" y="972951"/>
                  </a:lnTo>
                  <a:lnTo>
                    <a:pt x="203251" y="972934"/>
                  </a:lnTo>
                  <a:lnTo>
                    <a:pt x="203248" y="972923"/>
                  </a:lnTo>
                  <a:lnTo>
                    <a:pt x="203244" y="972917"/>
                  </a:lnTo>
                  <a:lnTo>
                    <a:pt x="203238" y="972915"/>
                  </a:lnTo>
                  <a:lnTo>
                    <a:pt x="203222" y="972911"/>
                  </a:lnTo>
                  <a:lnTo>
                    <a:pt x="203211" y="972909"/>
                  </a:lnTo>
                  <a:lnTo>
                    <a:pt x="203190" y="972896"/>
                  </a:lnTo>
                  <a:lnTo>
                    <a:pt x="203169" y="972881"/>
                  </a:lnTo>
                  <a:lnTo>
                    <a:pt x="203149" y="972869"/>
                  </a:lnTo>
                  <a:lnTo>
                    <a:pt x="203127" y="972851"/>
                  </a:lnTo>
                  <a:lnTo>
                    <a:pt x="203109" y="972830"/>
                  </a:lnTo>
                  <a:lnTo>
                    <a:pt x="203074" y="972798"/>
                  </a:lnTo>
                  <a:lnTo>
                    <a:pt x="203060" y="972788"/>
                  </a:lnTo>
                  <a:lnTo>
                    <a:pt x="203045" y="972771"/>
                  </a:lnTo>
                  <a:lnTo>
                    <a:pt x="203034" y="972746"/>
                  </a:lnTo>
                  <a:lnTo>
                    <a:pt x="203018" y="972724"/>
                  </a:lnTo>
                  <a:lnTo>
                    <a:pt x="203002" y="972709"/>
                  </a:lnTo>
                  <a:lnTo>
                    <a:pt x="202981" y="972699"/>
                  </a:lnTo>
                  <a:lnTo>
                    <a:pt x="202937" y="972689"/>
                  </a:lnTo>
                  <a:lnTo>
                    <a:pt x="202906" y="972675"/>
                  </a:lnTo>
                  <a:lnTo>
                    <a:pt x="202874" y="972662"/>
                  </a:lnTo>
                  <a:lnTo>
                    <a:pt x="202845" y="972649"/>
                  </a:lnTo>
                  <a:lnTo>
                    <a:pt x="202818" y="972641"/>
                  </a:lnTo>
                  <a:lnTo>
                    <a:pt x="202781" y="972628"/>
                  </a:lnTo>
                  <a:lnTo>
                    <a:pt x="202765" y="972619"/>
                  </a:lnTo>
                  <a:lnTo>
                    <a:pt x="202761" y="972597"/>
                  </a:lnTo>
                  <a:lnTo>
                    <a:pt x="202756" y="972569"/>
                  </a:lnTo>
                  <a:lnTo>
                    <a:pt x="202748" y="972546"/>
                  </a:lnTo>
                  <a:lnTo>
                    <a:pt x="202723" y="972509"/>
                  </a:lnTo>
                  <a:lnTo>
                    <a:pt x="202712" y="972486"/>
                  </a:lnTo>
                  <a:lnTo>
                    <a:pt x="202693" y="972469"/>
                  </a:lnTo>
                  <a:lnTo>
                    <a:pt x="202679" y="972458"/>
                  </a:lnTo>
                  <a:lnTo>
                    <a:pt x="202649" y="972440"/>
                  </a:lnTo>
                  <a:lnTo>
                    <a:pt x="202621" y="972425"/>
                  </a:lnTo>
                  <a:lnTo>
                    <a:pt x="202607" y="972411"/>
                  </a:lnTo>
                  <a:lnTo>
                    <a:pt x="202588" y="972383"/>
                  </a:lnTo>
                  <a:lnTo>
                    <a:pt x="202575" y="972354"/>
                  </a:lnTo>
                  <a:lnTo>
                    <a:pt x="202558" y="972324"/>
                  </a:lnTo>
                  <a:lnTo>
                    <a:pt x="202545" y="972291"/>
                  </a:lnTo>
                  <a:lnTo>
                    <a:pt x="202542" y="972280"/>
                  </a:lnTo>
                  <a:lnTo>
                    <a:pt x="202540" y="972271"/>
                  </a:lnTo>
                  <a:lnTo>
                    <a:pt x="202537" y="972238"/>
                  </a:lnTo>
                  <a:lnTo>
                    <a:pt x="202538" y="972198"/>
                  </a:lnTo>
                  <a:lnTo>
                    <a:pt x="202540" y="972180"/>
                  </a:lnTo>
                  <a:lnTo>
                    <a:pt x="202542" y="972173"/>
                  </a:lnTo>
                  <a:lnTo>
                    <a:pt x="202552" y="972150"/>
                  </a:lnTo>
                  <a:lnTo>
                    <a:pt x="202570" y="972127"/>
                  </a:lnTo>
                  <a:lnTo>
                    <a:pt x="202576" y="972121"/>
                  </a:lnTo>
                  <a:lnTo>
                    <a:pt x="202588" y="972115"/>
                  </a:lnTo>
                  <a:lnTo>
                    <a:pt x="202596" y="972109"/>
                  </a:lnTo>
                  <a:lnTo>
                    <a:pt x="202605" y="972106"/>
                  </a:lnTo>
                  <a:lnTo>
                    <a:pt x="202615" y="972105"/>
                  </a:lnTo>
                  <a:lnTo>
                    <a:pt x="202624" y="972105"/>
                  </a:lnTo>
                  <a:lnTo>
                    <a:pt x="202634" y="972103"/>
                  </a:lnTo>
                  <a:lnTo>
                    <a:pt x="202644" y="972101"/>
                  </a:lnTo>
                  <a:lnTo>
                    <a:pt x="202653" y="972098"/>
                  </a:lnTo>
                  <a:lnTo>
                    <a:pt x="202662" y="972095"/>
                  </a:lnTo>
                  <a:lnTo>
                    <a:pt x="202672" y="972092"/>
                  </a:lnTo>
                  <a:lnTo>
                    <a:pt x="202681" y="972089"/>
                  </a:lnTo>
                  <a:lnTo>
                    <a:pt x="202690" y="972085"/>
                  </a:lnTo>
                  <a:lnTo>
                    <a:pt x="202699" y="972081"/>
                  </a:lnTo>
                  <a:lnTo>
                    <a:pt x="202708" y="972078"/>
                  </a:lnTo>
                  <a:lnTo>
                    <a:pt x="202717" y="972074"/>
                  </a:lnTo>
                  <a:lnTo>
                    <a:pt x="202726" y="972071"/>
                  </a:lnTo>
                  <a:lnTo>
                    <a:pt x="202735" y="972068"/>
                  </a:lnTo>
                  <a:lnTo>
                    <a:pt x="202744" y="972064"/>
                  </a:lnTo>
                  <a:lnTo>
                    <a:pt x="202752" y="972059"/>
                  </a:lnTo>
                  <a:lnTo>
                    <a:pt x="202760" y="972053"/>
                  </a:lnTo>
                  <a:lnTo>
                    <a:pt x="202767" y="972046"/>
                  </a:lnTo>
                  <a:lnTo>
                    <a:pt x="202774" y="972039"/>
                  </a:lnTo>
                  <a:lnTo>
                    <a:pt x="202781" y="972032"/>
                  </a:lnTo>
                  <a:lnTo>
                    <a:pt x="202787" y="972025"/>
                  </a:lnTo>
                  <a:lnTo>
                    <a:pt x="202794" y="972018"/>
                  </a:lnTo>
                  <a:lnTo>
                    <a:pt x="202800" y="972011"/>
                  </a:lnTo>
                  <a:lnTo>
                    <a:pt x="202806" y="972004"/>
                  </a:lnTo>
                  <a:lnTo>
                    <a:pt x="202812" y="971996"/>
                  </a:lnTo>
                  <a:lnTo>
                    <a:pt x="202817" y="971988"/>
                  </a:lnTo>
                  <a:lnTo>
                    <a:pt x="202822" y="971980"/>
                  </a:lnTo>
                  <a:lnTo>
                    <a:pt x="202827" y="971971"/>
                  </a:lnTo>
                  <a:lnTo>
                    <a:pt x="202831" y="971962"/>
                  </a:lnTo>
                  <a:lnTo>
                    <a:pt x="202833" y="971953"/>
                  </a:lnTo>
                  <a:lnTo>
                    <a:pt x="202835" y="971944"/>
                  </a:lnTo>
                  <a:lnTo>
                    <a:pt x="202838" y="971934"/>
                  </a:lnTo>
                  <a:lnTo>
                    <a:pt x="202840" y="971925"/>
                  </a:lnTo>
                  <a:lnTo>
                    <a:pt x="202842" y="971916"/>
                  </a:lnTo>
                  <a:lnTo>
                    <a:pt x="202843" y="971906"/>
                  </a:lnTo>
                  <a:lnTo>
                    <a:pt x="202844" y="971897"/>
                  </a:lnTo>
                  <a:lnTo>
                    <a:pt x="202844" y="971887"/>
                  </a:lnTo>
                  <a:lnTo>
                    <a:pt x="202844" y="971878"/>
                  </a:lnTo>
                  <a:lnTo>
                    <a:pt x="202844" y="971868"/>
                  </a:lnTo>
                  <a:lnTo>
                    <a:pt x="202845" y="971859"/>
                  </a:lnTo>
                  <a:lnTo>
                    <a:pt x="202845" y="971849"/>
                  </a:lnTo>
                  <a:lnTo>
                    <a:pt x="202843" y="971840"/>
                  </a:lnTo>
                  <a:lnTo>
                    <a:pt x="202841" y="971831"/>
                  </a:lnTo>
                  <a:lnTo>
                    <a:pt x="202838" y="971821"/>
                  </a:lnTo>
                  <a:lnTo>
                    <a:pt x="202835" y="971812"/>
                  </a:lnTo>
                  <a:lnTo>
                    <a:pt x="202833" y="971803"/>
                  </a:lnTo>
                  <a:lnTo>
                    <a:pt x="202830" y="971794"/>
                  </a:lnTo>
                  <a:lnTo>
                    <a:pt x="202826" y="971785"/>
                  </a:lnTo>
                  <a:lnTo>
                    <a:pt x="202821" y="971777"/>
                  </a:lnTo>
                  <a:lnTo>
                    <a:pt x="202817" y="971768"/>
                  </a:lnTo>
                  <a:lnTo>
                    <a:pt x="202811" y="971761"/>
                  </a:lnTo>
                  <a:lnTo>
                    <a:pt x="202804" y="971754"/>
                  </a:lnTo>
                  <a:lnTo>
                    <a:pt x="202796" y="971748"/>
                  </a:lnTo>
                  <a:lnTo>
                    <a:pt x="202788" y="971743"/>
                  </a:lnTo>
                  <a:lnTo>
                    <a:pt x="202780" y="971738"/>
                  </a:lnTo>
                  <a:lnTo>
                    <a:pt x="202772" y="971732"/>
                  </a:lnTo>
                  <a:lnTo>
                    <a:pt x="202765" y="971726"/>
                  </a:lnTo>
                  <a:lnTo>
                    <a:pt x="202757" y="971719"/>
                  </a:lnTo>
                  <a:lnTo>
                    <a:pt x="202750" y="971713"/>
                  </a:lnTo>
                  <a:lnTo>
                    <a:pt x="202742" y="971708"/>
                  </a:lnTo>
                  <a:lnTo>
                    <a:pt x="202734" y="971702"/>
                  </a:lnTo>
                  <a:lnTo>
                    <a:pt x="202727" y="971695"/>
                  </a:lnTo>
                  <a:lnTo>
                    <a:pt x="202722" y="971688"/>
                  </a:lnTo>
                  <a:lnTo>
                    <a:pt x="202716" y="971680"/>
                  </a:lnTo>
                  <a:lnTo>
                    <a:pt x="202710" y="971672"/>
                  </a:lnTo>
                  <a:lnTo>
                    <a:pt x="202707" y="971663"/>
                  </a:lnTo>
                  <a:lnTo>
                    <a:pt x="202705" y="971653"/>
                  </a:lnTo>
                  <a:lnTo>
                    <a:pt x="202704" y="971644"/>
                  </a:lnTo>
                  <a:lnTo>
                    <a:pt x="202703" y="971634"/>
                  </a:lnTo>
                  <a:lnTo>
                    <a:pt x="202703" y="971625"/>
                  </a:lnTo>
                  <a:lnTo>
                    <a:pt x="202704" y="971616"/>
                  </a:lnTo>
                  <a:lnTo>
                    <a:pt x="202705" y="971606"/>
                  </a:lnTo>
                  <a:lnTo>
                    <a:pt x="202706" y="971597"/>
                  </a:lnTo>
                  <a:lnTo>
                    <a:pt x="202707" y="971587"/>
                  </a:lnTo>
                  <a:lnTo>
                    <a:pt x="202707" y="971577"/>
                  </a:lnTo>
                  <a:lnTo>
                    <a:pt x="202707" y="971568"/>
                  </a:lnTo>
                  <a:lnTo>
                    <a:pt x="202706" y="971558"/>
                  </a:lnTo>
                  <a:lnTo>
                    <a:pt x="202706" y="971549"/>
                  </a:lnTo>
                  <a:lnTo>
                    <a:pt x="202705" y="971539"/>
                  </a:lnTo>
                  <a:lnTo>
                    <a:pt x="202705" y="971530"/>
                  </a:lnTo>
                  <a:lnTo>
                    <a:pt x="202704" y="971520"/>
                  </a:lnTo>
                  <a:lnTo>
                    <a:pt x="202703" y="971511"/>
                  </a:lnTo>
                  <a:lnTo>
                    <a:pt x="202701" y="971501"/>
                  </a:lnTo>
                  <a:lnTo>
                    <a:pt x="202698" y="971492"/>
                  </a:lnTo>
                  <a:lnTo>
                    <a:pt x="202693" y="971484"/>
                  </a:lnTo>
                  <a:lnTo>
                    <a:pt x="202687" y="971476"/>
                  </a:lnTo>
                  <a:lnTo>
                    <a:pt x="202682" y="971469"/>
                  </a:lnTo>
                  <a:lnTo>
                    <a:pt x="202676" y="971461"/>
                  </a:lnTo>
                  <a:lnTo>
                    <a:pt x="202670" y="971454"/>
                  </a:lnTo>
                  <a:lnTo>
                    <a:pt x="202663" y="971447"/>
                  </a:lnTo>
                  <a:lnTo>
                    <a:pt x="202657" y="971439"/>
                  </a:lnTo>
                  <a:lnTo>
                    <a:pt x="202659" y="971430"/>
                  </a:lnTo>
                  <a:lnTo>
                    <a:pt x="202667" y="971424"/>
                  </a:lnTo>
                  <a:lnTo>
                    <a:pt x="202674" y="971417"/>
                  </a:lnTo>
                  <a:lnTo>
                    <a:pt x="202679" y="971409"/>
                  </a:lnTo>
                  <a:lnTo>
                    <a:pt x="202683" y="971401"/>
                  </a:lnTo>
                  <a:lnTo>
                    <a:pt x="202686" y="971392"/>
                  </a:lnTo>
                  <a:lnTo>
                    <a:pt x="202690" y="971383"/>
                  </a:lnTo>
                  <a:lnTo>
                    <a:pt x="202693" y="971374"/>
                  </a:lnTo>
                  <a:lnTo>
                    <a:pt x="202697" y="971365"/>
                  </a:lnTo>
                  <a:lnTo>
                    <a:pt x="202702" y="971356"/>
                  </a:lnTo>
                  <a:lnTo>
                    <a:pt x="202707" y="971348"/>
                  </a:lnTo>
                  <a:lnTo>
                    <a:pt x="202714" y="971342"/>
                  </a:lnTo>
                  <a:lnTo>
                    <a:pt x="202721" y="971336"/>
                  </a:lnTo>
                  <a:lnTo>
                    <a:pt x="202729" y="971329"/>
                  </a:lnTo>
                  <a:lnTo>
                    <a:pt x="202735" y="971322"/>
                  </a:lnTo>
                  <a:lnTo>
                    <a:pt x="202740" y="971314"/>
                  </a:lnTo>
                  <a:lnTo>
                    <a:pt x="202745" y="971306"/>
                  </a:lnTo>
                  <a:lnTo>
                    <a:pt x="202750" y="971297"/>
                  </a:lnTo>
                  <a:lnTo>
                    <a:pt x="202755" y="971289"/>
                  </a:lnTo>
                  <a:lnTo>
                    <a:pt x="202760" y="971281"/>
                  </a:lnTo>
                  <a:lnTo>
                    <a:pt x="202766" y="971273"/>
                  </a:lnTo>
                  <a:lnTo>
                    <a:pt x="202771" y="971265"/>
                  </a:lnTo>
                  <a:lnTo>
                    <a:pt x="202777" y="971257"/>
                  </a:lnTo>
                  <a:lnTo>
                    <a:pt x="202781" y="971249"/>
                  </a:lnTo>
                  <a:lnTo>
                    <a:pt x="202785" y="971240"/>
                  </a:lnTo>
                  <a:lnTo>
                    <a:pt x="202788" y="971231"/>
                  </a:lnTo>
                  <a:lnTo>
                    <a:pt x="202789" y="971221"/>
                  </a:lnTo>
                  <a:lnTo>
                    <a:pt x="202791" y="971212"/>
                  </a:lnTo>
                  <a:lnTo>
                    <a:pt x="202792" y="971203"/>
                  </a:lnTo>
                  <a:lnTo>
                    <a:pt x="202794" y="971193"/>
                  </a:lnTo>
                  <a:lnTo>
                    <a:pt x="202795" y="971184"/>
                  </a:lnTo>
                  <a:lnTo>
                    <a:pt x="202796" y="971174"/>
                  </a:lnTo>
                  <a:lnTo>
                    <a:pt x="202797" y="971165"/>
                  </a:lnTo>
                  <a:lnTo>
                    <a:pt x="202799" y="971155"/>
                  </a:lnTo>
                  <a:lnTo>
                    <a:pt x="202803" y="971147"/>
                  </a:lnTo>
                  <a:lnTo>
                    <a:pt x="202809" y="971139"/>
                  </a:lnTo>
                  <a:lnTo>
                    <a:pt x="202815" y="971132"/>
                  </a:lnTo>
                  <a:lnTo>
                    <a:pt x="202822" y="971125"/>
                  </a:lnTo>
                  <a:lnTo>
                    <a:pt x="202830" y="971119"/>
                  </a:lnTo>
                  <a:lnTo>
                    <a:pt x="202837" y="971112"/>
                  </a:lnTo>
                  <a:lnTo>
                    <a:pt x="202845" y="971106"/>
                  </a:lnTo>
                  <a:lnTo>
                    <a:pt x="202853" y="971101"/>
                  </a:lnTo>
                  <a:lnTo>
                    <a:pt x="202861" y="971095"/>
                  </a:lnTo>
                  <a:lnTo>
                    <a:pt x="202868" y="971090"/>
                  </a:lnTo>
                  <a:lnTo>
                    <a:pt x="202876" y="971083"/>
                  </a:lnTo>
                  <a:lnTo>
                    <a:pt x="202883" y="971077"/>
                  </a:lnTo>
                  <a:lnTo>
                    <a:pt x="202890" y="971070"/>
                  </a:lnTo>
                  <a:lnTo>
                    <a:pt x="202896" y="971063"/>
                  </a:lnTo>
                  <a:lnTo>
                    <a:pt x="202902" y="971055"/>
                  </a:lnTo>
                  <a:lnTo>
                    <a:pt x="202909" y="971048"/>
                  </a:lnTo>
                  <a:lnTo>
                    <a:pt x="202915" y="971041"/>
                  </a:lnTo>
                  <a:lnTo>
                    <a:pt x="202922" y="971034"/>
                  </a:lnTo>
                  <a:lnTo>
                    <a:pt x="202928" y="971027"/>
                  </a:lnTo>
                  <a:lnTo>
                    <a:pt x="202934" y="971019"/>
                  </a:lnTo>
                  <a:lnTo>
                    <a:pt x="202940" y="971011"/>
                  </a:lnTo>
                  <a:lnTo>
                    <a:pt x="202945" y="971003"/>
                  </a:lnTo>
                  <a:lnTo>
                    <a:pt x="202950" y="970995"/>
                  </a:lnTo>
                  <a:lnTo>
                    <a:pt x="202955" y="970987"/>
                  </a:lnTo>
                  <a:lnTo>
                    <a:pt x="202960" y="970979"/>
                  </a:lnTo>
                  <a:lnTo>
                    <a:pt x="202966" y="970971"/>
                  </a:lnTo>
                  <a:lnTo>
                    <a:pt x="202971" y="970963"/>
                  </a:lnTo>
                  <a:lnTo>
                    <a:pt x="202975" y="970957"/>
                  </a:lnTo>
                  <a:lnTo>
                    <a:pt x="202981" y="970946"/>
                  </a:lnTo>
                  <a:lnTo>
                    <a:pt x="202984" y="970937"/>
                  </a:lnTo>
                  <a:lnTo>
                    <a:pt x="202986" y="970928"/>
                  </a:lnTo>
                  <a:lnTo>
                    <a:pt x="202986" y="970918"/>
                  </a:lnTo>
                  <a:lnTo>
                    <a:pt x="202986" y="970909"/>
                  </a:lnTo>
                  <a:lnTo>
                    <a:pt x="202986" y="970899"/>
                  </a:lnTo>
                  <a:lnTo>
                    <a:pt x="202985" y="970890"/>
                  </a:lnTo>
                  <a:lnTo>
                    <a:pt x="202982" y="970881"/>
                  </a:lnTo>
                  <a:lnTo>
                    <a:pt x="202978" y="970872"/>
                  </a:lnTo>
                  <a:lnTo>
                    <a:pt x="202974" y="970863"/>
                  </a:lnTo>
                  <a:lnTo>
                    <a:pt x="202970" y="970854"/>
                  </a:lnTo>
                  <a:lnTo>
                    <a:pt x="202967" y="970845"/>
                  </a:lnTo>
                  <a:lnTo>
                    <a:pt x="202966" y="970836"/>
                  </a:lnTo>
                  <a:lnTo>
                    <a:pt x="202965" y="970826"/>
                  </a:lnTo>
                  <a:lnTo>
                    <a:pt x="202963" y="970817"/>
                  </a:lnTo>
                  <a:lnTo>
                    <a:pt x="202959" y="970808"/>
                  </a:lnTo>
                  <a:lnTo>
                    <a:pt x="202956" y="970799"/>
                  </a:lnTo>
                  <a:lnTo>
                    <a:pt x="202954" y="970790"/>
                  </a:lnTo>
                  <a:lnTo>
                    <a:pt x="202952" y="970781"/>
                  </a:lnTo>
                  <a:lnTo>
                    <a:pt x="202951" y="970771"/>
                  </a:lnTo>
                  <a:lnTo>
                    <a:pt x="202951" y="970762"/>
                  </a:lnTo>
                  <a:lnTo>
                    <a:pt x="202954" y="970753"/>
                  </a:lnTo>
                  <a:lnTo>
                    <a:pt x="202959" y="970744"/>
                  </a:lnTo>
                  <a:lnTo>
                    <a:pt x="202965" y="970737"/>
                  </a:lnTo>
                  <a:lnTo>
                    <a:pt x="202973" y="970731"/>
                  </a:lnTo>
                  <a:lnTo>
                    <a:pt x="202981" y="970725"/>
                  </a:lnTo>
                  <a:lnTo>
                    <a:pt x="202989" y="970720"/>
                  </a:lnTo>
                  <a:lnTo>
                    <a:pt x="202998" y="970717"/>
                  </a:lnTo>
                  <a:lnTo>
                    <a:pt x="203008" y="970714"/>
                  </a:lnTo>
                  <a:lnTo>
                    <a:pt x="203017" y="970711"/>
                  </a:lnTo>
                  <a:lnTo>
                    <a:pt x="203026" y="970708"/>
                  </a:lnTo>
                  <a:lnTo>
                    <a:pt x="203035" y="970705"/>
                  </a:lnTo>
                  <a:lnTo>
                    <a:pt x="203044" y="970701"/>
                  </a:lnTo>
                  <a:lnTo>
                    <a:pt x="203053" y="970697"/>
                  </a:lnTo>
                  <a:lnTo>
                    <a:pt x="203062" y="970693"/>
                  </a:lnTo>
                  <a:lnTo>
                    <a:pt x="203071" y="970689"/>
                  </a:lnTo>
                  <a:lnTo>
                    <a:pt x="203080" y="970686"/>
                  </a:lnTo>
                  <a:lnTo>
                    <a:pt x="203089" y="970682"/>
                  </a:lnTo>
                  <a:lnTo>
                    <a:pt x="203098" y="970678"/>
                  </a:lnTo>
                  <a:lnTo>
                    <a:pt x="203107" y="970674"/>
                  </a:lnTo>
                  <a:lnTo>
                    <a:pt x="203115" y="970669"/>
                  </a:lnTo>
                  <a:lnTo>
                    <a:pt x="203124" y="970665"/>
                  </a:lnTo>
                  <a:lnTo>
                    <a:pt x="203133" y="970661"/>
                  </a:lnTo>
                  <a:lnTo>
                    <a:pt x="203143" y="970658"/>
                  </a:lnTo>
                  <a:lnTo>
                    <a:pt x="203152" y="970655"/>
                  </a:lnTo>
                  <a:lnTo>
                    <a:pt x="203161" y="970651"/>
                  </a:lnTo>
                  <a:lnTo>
                    <a:pt x="203169" y="970645"/>
                  </a:lnTo>
                  <a:lnTo>
                    <a:pt x="203175" y="970638"/>
                  </a:lnTo>
                  <a:lnTo>
                    <a:pt x="203180" y="970630"/>
                  </a:lnTo>
                  <a:lnTo>
                    <a:pt x="203184" y="970621"/>
                  </a:lnTo>
                  <a:lnTo>
                    <a:pt x="203189" y="970613"/>
                  </a:lnTo>
                  <a:lnTo>
                    <a:pt x="203195" y="970605"/>
                  </a:lnTo>
                  <a:lnTo>
                    <a:pt x="203200" y="970597"/>
                  </a:lnTo>
                  <a:lnTo>
                    <a:pt x="203206" y="970590"/>
                  </a:lnTo>
                  <a:lnTo>
                    <a:pt x="203213" y="970582"/>
                  </a:lnTo>
                  <a:lnTo>
                    <a:pt x="203219" y="970575"/>
                  </a:lnTo>
                  <a:lnTo>
                    <a:pt x="203225" y="970568"/>
                  </a:lnTo>
                  <a:lnTo>
                    <a:pt x="203232" y="970561"/>
                  </a:lnTo>
                  <a:lnTo>
                    <a:pt x="203239" y="970554"/>
                  </a:lnTo>
                  <a:lnTo>
                    <a:pt x="203246" y="970548"/>
                  </a:lnTo>
                  <a:lnTo>
                    <a:pt x="203253" y="970541"/>
                  </a:lnTo>
                  <a:lnTo>
                    <a:pt x="203258" y="970533"/>
                  </a:lnTo>
                  <a:lnTo>
                    <a:pt x="203262" y="970524"/>
                  </a:lnTo>
                  <a:lnTo>
                    <a:pt x="203264" y="970515"/>
                  </a:lnTo>
                  <a:lnTo>
                    <a:pt x="203265" y="970505"/>
                  </a:lnTo>
                  <a:lnTo>
                    <a:pt x="203264" y="970496"/>
                  </a:lnTo>
                  <a:lnTo>
                    <a:pt x="203261" y="970486"/>
                  </a:lnTo>
                  <a:lnTo>
                    <a:pt x="203259" y="970477"/>
                  </a:lnTo>
                  <a:lnTo>
                    <a:pt x="203259" y="970468"/>
                  </a:lnTo>
                  <a:lnTo>
                    <a:pt x="203260" y="970458"/>
                  </a:lnTo>
                  <a:lnTo>
                    <a:pt x="203263" y="970449"/>
                  </a:lnTo>
                  <a:lnTo>
                    <a:pt x="203265" y="970439"/>
                  </a:lnTo>
                  <a:lnTo>
                    <a:pt x="203267" y="970430"/>
                  </a:lnTo>
                  <a:lnTo>
                    <a:pt x="203270" y="970421"/>
                  </a:lnTo>
                  <a:lnTo>
                    <a:pt x="203273" y="970412"/>
                  </a:lnTo>
                  <a:lnTo>
                    <a:pt x="203276" y="970403"/>
                  </a:lnTo>
                  <a:lnTo>
                    <a:pt x="203280" y="970394"/>
                  </a:lnTo>
                  <a:lnTo>
                    <a:pt x="203284" y="970385"/>
                  </a:lnTo>
                  <a:lnTo>
                    <a:pt x="203287" y="970377"/>
                  </a:lnTo>
                  <a:lnTo>
                    <a:pt x="203291" y="970368"/>
                  </a:lnTo>
                  <a:lnTo>
                    <a:pt x="203294" y="970359"/>
                  </a:lnTo>
                  <a:lnTo>
                    <a:pt x="203297" y="970350"/>
                  </a:lnTo>
                  <a:lnTo>
                    <a:pt x="203301" y="970341"/>
                  </a:lnTo>
                  <a:lnTo>
                    <a:pt x="203305" y="970332"/>
                  </a:lnTo>
                  <a:lnTo>
                    <a:pt x="203309" y="970323"/>
                  </a:lnTo>
                  <a:lnTo>
                    <a:pt x="203314" y="970315"/>
                  </a:lnTo>
                  <a:lnTo>
                    <a:pt x="203318" y="970307"/>
                  </a:lnTo>
                  <a:lnTo>
                    <a:pt x="203323" y="970298"/>
                  </a:lnTo>
                  <a:lnTo>
                    <a:pt x="203328" y="970290"/>
                  </a:lnTo>
                  <a:lnTo>
                    <a:pt x="203334" y="970282"/>
                  </a:lnTo>
                  <a:lnTo>
                    <a:pt x="203341" y="970275"/>
                  </a:lnTo>
                  <a:lnTo>
                    <a:pt x="203348" y="970270"/>
                  </a:lnTo>
                  <a:lnTo>
                    <a:pt x="203356" y="970264"/>
                  </a:lnTo>
                  <a:lnTo>
                    <a:pt x="203363" y="970257"/>
                  </a:lnTo>
                  <a:lnTo>
                    <a:pt x="203369" y="970250"/>
                  </a:lnTo>
                  <a:lnTo>
                    <a:pt x="203374" y="970241"/>
                  </a:lnTo>
                  <a:lnTo>
                    <a:pt x="203379" y="970233"/>
                  </a:lnTo>
                  <a:lnTo>
                    <a:pt x="203383" y="970225"/>
                  </a:lnTo>
                  <a:lnTo>
                    <a:pt x="203387" y="970216"/>
                  </a:lnTo>
                  <a:lnTo>
                    <a:pt x="203390" y="970207"/>
                  </a:lnTo>
                  <a:lnTo>
                    <a:pt x="203393" y="970198"/>
                  </a:lnTo>
                  <a:lnTo>
                    <a:pt x="203394" y="970188"/>
                  </a:lnTo>
                  <a:lnTo>
                    <a:pt x="203394" y="970179"/>
                  </a:lnTo>
                  <a:lnTo>
                    <a:pt x="203394" y="970169"/>
                  </a:lnTo>
                  <a:lnTo>
                    <a:pt x="203393" y="970160"/>
                  </a:lnTo>
                  <a:lnTo>
                    <a:pt x="203391" y="970150"/>
                  </a:lnTo>
                  <a:lnTo>
                    <a:pt x="203390" y="970141"/>
                  </a:lnTo>
                  <a:lnTo>
                    <a:pt x="203390" y="970131"/>
                  </a:lnTo>
                  <a:lnTo>
                    <a:pt x="203390" y="970122"/>
                  </a:lnTo>
                  <a:lnTo>
                    <a:pt x="203391" y="970112"/>
                  </a:lnTo>
                  <a:lnTo>
                    <a:pt x="203393" y="970103"/>
                  </a:lnTo>
                  <a:lnTo>
                    <a:pt x="203397" y="970094"/>
                  </a:lnTo>
                  <a:lnTo>
                    <a:pt x="203403" y="970086"/>
                  </a:lnTo>
                  <a:lnTo>
                    <a:pt x="203410" y="970080"/>
                  </a:lnTo>
                  <a:lnTo>
                    <a:pt x="203417" y="970073"/>
                  </a:lnTo>
                  <a:lnTo>
                    <a:pt x="203424" y="970066"/>
                  </a:lnTo>
                  <a:lnTo>
                    <a:pt x="203431" y="970060"/>
                  </a:lnTo>
                  <a:lnTo>
                    <a:pt x="203438" y="970053"/>
                  </a:lnTo>
                  <a:lnTo>
                    <a:pt x="203445" y="970047"/>
                  </a:lnTo>
                  <a:lnTo>
                    <a:pt x="203452" y="970040"/>
                  </a:lnTo>
                  <a:lnTo>
                    <a:pt x="203458" y="970033"/>
                  </a:lnTo>
                  <a:lnTo>
                    <a:pt x="203464" y="970025"/>
                  </a:lnTo>
                  <a:lnTo>
                    <a:pt x="203471" y="970018"/>
                  </a:lnTo>
                  <a:lnTo>
                    <a:pt x="203478" y="970012"/>
                  </a:lnTo>
                  <a:lnTo>
                    <a:pt x="203485" y="970005"/>
                  </a:lnTo>
                  <a:lnTo>
                    <a:pt x="203492" y="969998"/>
                  </a:lnTo>
                  <a:lnTo>
                    <a:pt x="203498" y="969990"/>
                  </a:lnTo>
                  <a:lnTo>
                    <a:pt x="203502" y="969982"/>
                  </a:lnTo>
                  <a:lnTo>
                    <a:pt x="203507" y="969973"/>
                  </a:lnTo>
                  <a:lnTo>
                    <a:pt x="203511" y="969965"/>
                  </a:lnTo>
                  <a:lnTo>
                    <a:pt x="203518" y="969958"/>
                  </a:lnTo>
                  <a:lnTo>
                    <a:pt x="203524" y="969951"/>
                  </a:lnTo>
                  <a:lnTo>
                    <a:pt x="203531" y="969944"/>
                  </a:lnTo>
                  <a:lnTo>
                    <a:pt x="203539" y="969938"/>
                  </a:lnTo>
                  <a:lnTo>
                    <a:pt x="203548" y="969934"/>
                  </a:lnTo>
                  <a:lnTo>
                    <a:pt x="203558" y="969932"/>
                  </a:lnTo>
                  <a:lnTo>
                    <a:pt x="203567" y="969930"/>
                  </a:lnTo>
                  <a:lnTo>
                    <a:pt x="203576" y="969926"/>
                  </a:lnTo>
                  <a:lnTo>
                    <a:pt x="203584" y="969920"/>
                  </a:lnTo>
                  <a:lnTo>
                    <a:pt x="203592" y="969915"/>
                  </a:lnTo>
                  <a:lnTo>
                    <a:pt x="203596" y="969911"/>
                  </a:lnTo>
                  <a:lnTo>
                    <a:pt x="203599" y="969908"/>
                  </a:lnTo>
                  <a:lnTo>
                    <a:pt x="203606" y="969901"/>
                  </a:lnTo>
                  <a:lnTo>
                    <a:pt x="203612" y="969894"/>
                  </a:lnTo>
                  <a:lnTo>
                    <a:pt x="203619" y="969887"/>
                  </a:lnTo>
                  <a:lnTo>
                    <a:pt x="203626" y="969880"/>
                  </a:lnTo>
                  <a:lnTo>
                    <a:pt x="203633" y="969873"/>
                  </a:lnTo>
                  <a:lnTo>
                    <a:pt x="203638" y="969866"/>
                  </a:lnTo>
                  <a:lnTo>
                    <a:pt x="203642" y="969857"/>
                  </a:lnTo>
                  <a:lnTo>
                    <a:pt x="203645" y="969848"/>
                  </a:lnTo>
                  <a:lnTo>
                    <a:pt x="203648" y="969839"/>
                  </a:lnTo>
                  <a:lnTo>
                    <a:pt x="203652" y="969830"/>
                  </a:lnTo>
                  <a:lnTo>
                    <a:pt x="203655" y="969821"/>
                  </a:lnTo>
                  <a:lnTo>
                    <a:pt x="203658" y="969812"/>
                  </a:lnTo>
                  <a:lnTo>
                    <a:pt x="203662" y="969803"/>
                  </a:lnTo>
                  <a:lnTo>
                    <a:pt x="203666" y="969794"/>
                  </a:lnTo>
                  <a:lnTo>
                    <a:pt x="203669" y="969785"/>
                  </a:lnTo>
                  <a:lnTo>
                    <a:pt x="203671" y="969776"/>
                  </a:lnTo>
                  <a:lnTo>
                    <a:pt x="203673" y="969766"/>
                  </a:lnTo>
                  <a:lnTo>
                    <a:pt x="203674" y="969757"/>
                  </a:lnTo>
                  <a:lnTo>
                    <a:pt x="203676" y="969748"/>
                  </a:lnTo>
                  <a:lnTo>
                    <a:pt x="203678" y="969738"/>
                  </a:lnTo>
                  <a:lnTo>
                    <a:pt x="203681" y="969729"/>
                  </a:lnTo>
                  <a:lnTo>
                    <a:pt x="203685" y="969720"/>
                  </a:lnTo>
                  <a:lnTo>
                    <a:pt x="203689" y="969712"/>
                  </a:lnTo>
                  <a:lnTo>
                    <a:pt x="203695" y="969704"/>
                  </a:lnTo>
                  <a:lnTo>
                    <a:pt x="203703" y="969698"/>
                  </a:lnTo>
                  <a:lnTo>
                    <a:pt x="203710" y="969692"/>
                  </a:lnTo>
                  <a:lnTo>
                    <a:pt x="203717" y="969685"/>
                  </a:lnTo>
                  <a:lnTo>
                    <a:pt x="203724" y="969678"/>
                  </a:lnTo>
                  <a:lnTo>
                    <a:pt x="203730" y="969671"/>
                  </a:lnTo>
                  <a:lnTo>
                    <a:pt x="203736" y="969663"/>
                  </a:lnTo>
                  <a:lnTo>
                    <a:pt x="203740" y="969655"/>
                  </a:lnTo>
                  <a:lnTo>
                    <a:pt x="203744" y="969646"/>
                  </a:lnTo>
                  <a:lnTo>
                    <a:pt x="203747" y="969637"/>
                  </a:lnTo>
                  <a:lnTo>
                    <a:pt x="203750" y="969628"/>
                  </a:lnTo>
                  <a:lnTo>
                    <a:pt x="203753" y="969619"/>
                  </a:lnTo>
                  <a:lnTo>
                    <a:pt x="203756" y="969610"/>
                  </a:lnTo>
                  <a:lnTo>
                    <a:pt x="203760" y="969601"/>
                  </a:lnTo>
                  <a:lnTo>
                    <a:pt x="203764" y="969592"/>
                  </a:lnTo>
                  <a:lnTo>
                    <a:pt x="203768" y="969583"/>
                  </a:lnTo>
                  <a:lnTo>
                    <a:pt x="203772" y="969574"/>
                  </a:lnTo>
                  <a:lnTo>
                    <a:pt x="203775" y="969566"/>
                  </a:lnTo>
                  <a:lnTo>
                    <a:pt x="203779" y="969557"/>
                  </a:lnTo>
                  <a:lnTo>
                    <a:pt x="203782" y="969548"/>
                  </a:lnTo>
                  <a:lnTo>
                    <a:pt x="203785" y="969539"/>
                  </a:lnTo>
                  <a:lnTo>
                    <a:pt x="203789" y="969530"/>
                  </a:lnTo>
                  <a:lnTo>
                    <a:pt x="203793" y="969521"/>
                  </a:lnTo>
                  <a:lnTo>
                    <a:pt x="203800" y="969515"/>
                  </a:lnTo>
                  <a:lnTo>
                    <a:pt x="203810" y="969514"/>
                  </a:lnTo>
                  <a:lnTo>
                    <a:pt x="203820" y="969513"/>
                  </a:lnTo>
                  <a:lnTo>
                    <a:pt x="203829" y="969512"/>
                  </a:lnTo>
                  <a:lnTo>
                    <a:pt x="203838" y="969508"/>
                  </a:lnTo>
                  <a:lnTo>
                    <a:pt x="203848" y="969505"/>
                  </a:lnTo>
                  <a:lnTo>
                    <a:pt x="203857" y="969501"/>
                  </a:lnTo>
                  <a:lnTo>
                    <a:pt x="203865" y="969497"/>
                  </a:lnTo>
                  <a:lnTo>
                    <a:pt x="203874" y="969492"/>
                  </a:lnTo>
                  <a:lnTo>
                    <a:pt x="203883" y="969489"/>
                  </a:lnTo>
                  <a:lnTo>
                    <a:pt x="203892" y="969486"/>
                  </a:lnTo>
                  <a:lnTo>
                    <a:pt x="203901" y="969482"/>
                  </a:lnTo>
                  <a:lnTo>
                    <a:pt x="203910" y="969478"/>
                  </a:lnTo>
                  <a:lnTo>
                    <a:pt x="203918" y="969472"/>
                  </a:lnTo>
                  <a:lnTo>
                    <a:pt x="203926" y="969466"/>
                  </a:lnTo>
                  <a:lnTo>
                    <a:pt x="203932" y="969459"/>
                  </a:lnTo>
                  <a:lnTo>
                    <a:pt x="203938" y="969452"/>
                  </a:lnTo>
                  <a:lnTo>
                    <a:pt x="203943" y="969443"/>
                  </a:lnTo>
                  <a:lnTo>
                    <a:pt x="203947" y="969435"/>
                  </a:lnTo>
                  <a:lnTo>
                    <a:pt x="203951" y="969426"/>
                  </a:lnTo>
                  <a:lnTo>
                    <a:pt x="203956" y="969418"/>
                  </a:lnTo>
                  <a:lnTo>
                    <a:pt x="203961" y="969410"/>
                  </a:lnTo>
                  <a:lnTo>
                    <a:pt x="203966" y="969401"/>
                  </a:lnTo>
                  <a:lnTo>
                    <a:pt x="203971" y="969393"/>
                  </a:lnTo>
                  <a:lnTo>
                    <a:pt x="203974" y="969384"/>
                  </a:lnTo>
                  <a:lnTo>
                    <a:pt x="203979" y="969375"/>
                  </a:lnTo>
                  <a:lnTo>
                    <a:pt x="203983" y="969367"/>
                  </a:lnTo>
                  <a:lnTo>
                    <a:pt x="203986" y="969358"/>
                  </a:lnTo>
                  <a:lnTo>
                    <a:pt x="203988" y="969349"/>
                  </a:lnTo>
                  <a:lnTo>
                    <a:pt x="203990" y="969339"/>
                  </a:lnTo>
                  <a:lnTo>
                    <a:pt x="203993" y="969330"/>
                  </a:lnTo>
                  <a:lnTo>
                    <a:pt x="203997" y="969321"/>
                  </a:lnTo>
                  <a:lnTo>
                    <a:pt x="204001" y="969313"/>
                  </a:lnTo>
                  <a:lnTo>
                    <a:pt x="204005" y="969304"/>
                  </a:lnTo>
                  <a:lnTo>
                    <a:pt x="204010" y="969296"/>
                  </a:lnTo>
                  <a:lnTo>
                    <a:pt x="204014" y="969287"/>
                  </a:lnTo>
                  <a:lnTo>
                    <a:pt x="204018" y="969278"/>
                  </a:lnTo>
                  <a:lnTo>
                    <a:pt x="204021" y="969269"/>
                  </a:lnTo>
                  <a:lnTo>
                    <a:pt x="204026" y="969261"/>
                  </a:lnTo>
                  <a:lnTo>
                    <a:pt x="204032" y="969253"/>
                  </a:lnTo>
                  <a:lnTo>
                    <a:pt x="204037" y="969245"/>
                  </a:lnTo>
                  <a:lnTo>
                    <a:pt x="204043" y="969238"/>
                  </a:lnTo>
                  <a:lnTo>
                    <a:pt x="204052" y="969237"/>
                  </a:lnTo>
                  <a:lnTo>
                    <a:pt x="204063" y="969239"/>
                  </a:lnTo>
                  <a:lnTo>
                    <a:pt x="204072" y="969241"/>
                  </a:lnTo>
                  <a:lnTo>
                    <a:pt x="204082" y="969241"/>
                  </a:lnTo>
                  <a:lnTo>
                    <a:pt x="204092" y="969240"/>
                  </a:lnTo>
                  <a:lnTo>
                    <a:pt x="204101" y="969239"/>
                  </a:lnTo>
                  <a:lnTo>
                    <a:pt x="204111" y="969238"/>
                  </a:lnTo>
                  <a:lnTo>
                    <a:pt x="204121" y="969236"/>
                  </a:lnTo>
                  <a:lnTo>
                    <a:pt x="204130" y="969233"/>
                  </a:lnTo>
                  <a:lnTo>
                    <a:pt x="204139" y="969231"/>
                  </a:lnTo>
                  <a:lnTo>
                    <a:pt x="204149" y="969228"/>
                  </a:lnTo>
                  <a:lnTo>
                    <a:pt x="204158" y="969224"/>
                  </a:lnTo>
                  <a:lnTo>
                    <a:pt x="204167" y="969220"/>
                  </a:lnTo>
                  <a:lnTo>
                    <a:pt x="204175" y="969216"/>
                  </a:lnTo>
                  <a:lnTo>
                    <a:pt x="204184" y="969211"/>
                  </a:lnTo>
                  <a:lnTo>
                    <a:pt x="204191" y="969204"/>
                  </a:lnTo>
                  <a:lnTo>
                    <a:pt x="204196" y="969196"/>
                  </a:lnTo>
                  <a:lnTo>
                    <a:pt x="204199" y="969187"/>
                  </a:lnTo>
                  <a:lnTo>
                    <a:pt x="204203" y="969179"/>
                  </a:lnTo>
                  <a:lnTo>
                    <a:pt x="204212" y="969175"/>
                  </a:lnTo>
                  <a:lnTo>
                    <a:pt x="204222" y="969174"/>
                  </a:lnTo>
                  <a:lnTo>
                    <a:pt x="204232" y="969173"/>
                  </a:lnTo>
                  <a:lnTo>
                    <a:pt x="204242" y="969172"/>
                  </a:lnTo>
                  <a:lnTo>
                    <a:pt x="204251" y="969171"/>
                  </a:lnTo>
                  <a:lnTo>
                    <a:pt x="204261" y="969170"/>
                  </a:lnTo>
                  <a:lnTo>
                    <a:pt x="204270" y="969166"/>
                  </a:lnTo>
                  <a:lnTo>
                    <a:pt x="204279" y="969162"/>
                  </a:lnTo>
                  <a:lnTo>
                    <a:pt x="204288" y="969157"/>
                  </a:lnTo>
                  <a:lnTo>
                    <a:pt x="204296" y="969152"/>
                  </a:lnTo>
                  <a:lnTo>
                    <a:pt x="204303" y="969145"/>
                  </a:lnTo>
                  <a:lnTo>
                    <a:pt x="204308" y="969137"/>
                  </a:lnTo>
                  <a:lnTo>
                    <a:pt x="204312" y="969129"/>
                  </a:lnTo>
                  <a:lnTo>
                    <a:pt x="204316" y="969119"/>
                  </a:lnTo>
                  <a:lnTo>
                    <a:pt x="204319" y="969110"/>
                  </a:lnTo>
                  <a:lnTo>
                    <a:pt x="204322" y="969101"/>
                  </a:lnTo>
                  <a:lnTo>
                    <a:pt x="204327" y="969093"/>
                  </a:lnTo>
                  <a:lnTo>
                    <a:pt x="204333" y="969086"/>
                  </a:lnTo>
                  <a:lnTo>
                    <a:pt x="204339" y="969078"/>
                  </a:lnTo>
                  <a:lnTo>
                    <a:pt x="204346" y="969071"/>
                  </a:lnTo>
                  <a:lnTo>
                    <a:pt x="204352" y="969064"/>
                  </a:lnTo>
                  <a:lnTo>
                    <a:pt x="204357" y="969056"/>
                  </a:lnTo>
                  <a:lnTo>
                    <a:pt x="204362" y="969048"/>
                  </a:lnTo>
                  <a:lnTo>
                    <a:pt x="204368" y="969040"/>
                  </a:lnTo>
                  <a:lnTo>
                    <a:pt x="204373" y="969031"/>
                  </a:lnTo>
                  <a:lnTo>
                    <a:pt x="204377" y="969023"/>
                  </a:lnTo>
                  <a:lnTo>
                    <a:pt x="204378" y="969013"/>
                  </a:lnTo>
                  <a:lnTo>
                    <a:pt x="204379" y="969004"/>
                  </a:lnTo>
                  <a:lnTo>
                    <a:pt x="204379" y="968994"/>
                  </a:lnTo>
                  <a:lnTo>
                    <a:pt x="204378" y="968985"/>
                  </a:lnTo>
                  <a:lnTo>
                    <a:pt x="204376" y="968975"/>
                  </a:lnTo>
                  <a:lnTo>
                    <a:pt x="204373" y="968966"/>
                  </a:lnTo>
                  <a:lnTo>
                    <a:pt x="204371" y="968957"/>
                  </a:lnTo>
                  <a:lnTo>
                    <a:pt x="204369" y="968948"/>
                  </a:lnTo>
                  <a:lnTo>
                    <a:pt x="204366" y="968938"/>
                  </a:lnTo>
                  <a:lnTo>
                    <a:pt x="204364" y="968929"/>
                  </a:lnTo>
                  <a:lnTo>
                    <a:pt x="204361" y="968920"/>
                  </a:lnTo>
                  <a:lnTo>
                    <a:pt x="204358" y="968911"/>
                  </a:lnTo>
                  <a:lnTo>
                    <a:pt x="204356" y="968902"/>
                  </a:lnTo>
                  <a:lnTo>
                    <a:pt x="204355" y="968892"/>
                  </a:lnTo>
                  <a:lnTo>
                    <a:pt x="204354" y="968883"/>
                  </a:lnTo>
                  <a:lnTo>
                    <a:pt x="204354" y="968873"/>
                  </a:lnTo>
                  <a:lnTo>
                    <a:pt x="204354" y="968864"/>
                  </a:lnTo>
                  <a:lnTo>
                    <a:pt x="204353" y="968854"/>
                  </a:lnTo>
                  <a:lnTo>
                    <a:pt x="204353" y="968845"/>
                  </a:lnTo>
                  <a:lnTo>
                    <a:pt x="204352" y="968835"/>
                  </a:lnTo>
                  <a:lnTo>
                    <a:pt x="204349" y="968826"/>
                  </a:lnTo>
                  <a:lnTo>
                    <a:pt x="204342" y="968819"/>
                  </a:lnTo>
                  <a:lnTo>
                    <a:pt x="204334" y="968814"/>
                  </a:lnTo>
                  <a:lnTo>
                    <a:pt x="204324" y="968811"/>
                  </a:lnTo>
                  <a:lnTo>
                    <a:pt x="204315" y="968810"/>
                  </a:lnTo>
                  <a:lnTo>
                    <a:pt x="204305" y="968810"/>
                  </a:lnTo>
                  <a:lnTo>
                    <a:pt x="204295" y="968811"/>
                  </a:lnTo>
                  <a:lnTo>
                    <a:pt x="204285" y="968813"/>
                  </a:lnTo>
                  <a:lnTo>
                    <a:pt x="204276" y="968815"/>
                  </a:lnTo>
                  <a:lnTo>
                    <a:pt x="204266" y="968817"/>
                  </a:lnTo>
                  <a:lnTo>
                    <a:pt x="204256" y="968818"/>
                  </a:lnTo>
                  <a:lnTo>
                    <a:pt x="204247" y="968816"/>
                  </a:lnTo>
                  <a:lnTo>
                    <a:pt x="204237" y="968813"/>
                  </a:lnTo>
                  <a:lnTo>
                    <a:pt x="204229" y="968808"/>
                  </a:lnTo>
                  <a:lnTo>
                    <a:pt x="204222" y="968801"/>
                  </a:lnTo>
                  <a:lnTo>
                    <a:pt x="204215" y="968794"/>
                  </a:lnTo>
                  <a:lnTo>
                    <a:pt x="204209" y="968786"/>
                  </a:lnTo>
                  <a:lnTo>
                    <a:pt x="204203" y="968779"/>
                  </a:lnTo>
                  <a:lnTo>
                    <a:pt x="204196" y="968773"/>
                  </a:lnTo>
                  <a:lnTo>
                    <a:pt x="204188" y="968767"/>
                  </a:lnTo>
                  <a:lnTo>
                    <a:pt x="204180" y="968761"/>
                  </a:lnTo>
                  <a:lnTo>
                    <a:pt x="204172" y="968756"/>
                  </a:lnTo>
                  <a:lnTo>
                    <a:pt x="204164" y="968751"/>
                  </a:lnTo>
                  <a:lnTo>
                    <a:pt x="204155" y="968746"/>
                  </a:lnTo>
                  <a:lnTo>
                    <a:pt x="204147" y="968741"/>
                  </a:lnTo>
                  <a:lnTo>
                    <a:pt x="204139" y="968736"/>
                  </a:lnTo>
                  <a:lnTo>
                    <a:pt x="204131" y="968730"/>
                  </a:lnTo>
                  <a:lnTo>
                    <a:pt x="204123" y="968724"/>
                  </a:lnTo>
                  <a:lnTo>
                    <a:pt x="204115" y="968718"/>
                  </a:lnTo>
                  <a:lnTo>
                    <a:pt x="204108" y="968713"/>
                  </a:lnTo>
                  <a:lnTo>
                    <a:pt x="204099" y="968707"/>
                  </a:lnTo>
                  <a:lnTo>
                    <a:pt x="204091" y="968702"/>
                  </a:lnTo>
                  <a:lnTo>
                    <a:pt x="204083" y="968698"/>
                  </a:lnTo>
                  <a:lnTo>
                    <a:pt x="204074" y="968693"/>
                  </a:lnTo>
                  <a:lnTo>
                    <a:pt x="204066" y="968687"/>
                  </a:lnTo>
                  <a:lnTo>
                    <a:pt x="204059" y="968681"/>
                  </a:lnTo>
                  <a:lnTo>
                    <a:pt x="204052" y="968674"/>
                  </a:lnTo>
                  <a:lnTo>
                    <a:pt x="204046" y="968667"/>
                  </a:lnTo>
                  <a:lnTo>
                    <a:pt x="204040" y="968659"/>
                  </a:lnTo>
                  <a:lnTo>
                    <a:pt x="204033" y="968652"/>
                  </a:lnTo>
                  <a:lnTo>
                    <a:pt x="204027" y="968644"/>
                  </a:lnTo>
                  <a:lnTo>
                    <a:pt x="204021" y="968637"/>
                  </a:lnTo>
                  <a:lnTo>
                    <a:pt x="204014" y="968630"/>
                  </a:lnTo>
                  <a:lnTo>
                    <a:pt x="204007" y="968624"/>
                  </a:lnTo>
                  <a:lnTo>
                    <a:pt x="204000" y="968617"/>
                  </a:lnTo>
                  <a:lnTo>
                    <a:pt x="203992" y="968612"/>
                  </a:lnTo>
                  <a:lnTo>
                    <a:pt x="203983" y="968607"/>
                  </a:lnTo>
                  <a:lnTo>
                    <a:pt x="203974" y="968604"/>
                  </a:lnTo>
                  <a:lnTo>
                    <a:pt x="203965" y="968600"/>
                  </a:lnTo>
                  <a:lnTo>
                    <a:pt x="203955" y="968597"/>
                  </a:lnTo>
                  <a:lnTo>
                    <a:pt x="203946" y="968594"/>
                  </a:lnTo>
                  <a:lnTo>
                    <a:pt x="203937" y="968590"/>
                  </a:lnTo>
                  <a:lnTo>
                    <a:pt x="203928" y="968587"/>
                  </a:lnTo>
                  <a:lnTo>
                    <a:pt x="203919" y="968583"/>
                  </a:lnTo>
                  <a:lnTo>
                    <a:pt x="203910" y="968580"/>
                  </a:lnTo>
                  <a:lnTo>
                    <a:pt x="203900" y="968578"/>
                  </a:lnTo>
                  <a:lnTo>
                    <a:pt x="203891" y="968576"/>
                  </a:lnTo>
                  <a:lnTo>
                    <a:pt x="203881" y="968575"/>
                  </a:lnTo>
                  <a:lnTo>
                    <a:pt x="203871" y="968574"/>
                  </a:lnTo>
                  <a:lnTo>
                    <a:pt x="203861" y="968574"/>
                  </a:lnTo>
                  <a:lnTo>
                    <a:pt x="203851" y="968574"/>
                  </a:lnTo>
                  <a:lnTo>
                    <a:pt x="203842" y="968574"/>
                  </a:lnTo>
                  <a:lnTo>
                    <a:pt x="203832" y="968575"/>
                  </a:lnTo>
                  <a:lnTo>
                    <a:pt x="203822" y="968575"/>
                  </a:lnTo>
                  <a:lnTo>
                    <a:pt x="203812" y="968575"/>
                  </a:lnTo>
                  <a:lnTo>
                    <a:pt x="203803" y="968575"/>
                  </a:lnTo>
                  <a:lnTo>
                    <a:pt x="203793" y="968575"/>
                  </a:lnTo>
                  <a:lnTo>
                    <a:pt x="203783" y="968575"/>
                  </a:lnTo>
                  <a:lnTo>
                    <a:pt x="203773" y="968574"/>
                  </a:lnTo>
                  <a:lnTo>
                    <a:pt x="203764" y="968573"/>
                  </a:lnTo>
                  <a:lnTo>
                    <a:pt x="203754" y="968573"/>
                  </a:lnTo>
                  <a:lnTo>
                    <a:pt x="203744" y="968573"/>
                  </a:lnTo>
                  <a:lnTo>
                    <a:pt x="203734" y="968572"/>
                  </a:lnTo>
                  <a:lnTo>
                    <a:pt x="203724" y="968571"/>
                  </a:lnTo>
                  <a:lnTo>
                    <a:pt x="203715" y="968568"/>
                  </a:lnTo>
                  <a:lnTo>
                    <a:pt x="203705" y="968566"/>
                  </a:lnTo>
                  <a:lnTo>
                    <a:pt x="203695" y="968564"/>
                  </a:lnTo>
                  <a:lnTo>
                    <a:pt x="203687" y="968560"/>
                  </a:lnTo>
                  <a:lnTo>
                    <a:pt x="203681" y="968552"/>
                  </a:lnTo>
                  <a:lnTo>
                    <a:pt x="203676" y="968544"/>
                  </a:lnTo>
                  <a:lnTo>
                    <a:pt x="203670" y="968536"/>
                  </a:lnTo>
                  <a:lnTo>
                    <a:pt x="203663" y="968530"/>
                  </a:lnTo>
                  <a:lnTo>
                    <a:pt x="203655" y="968525"/>
                  </a:lnTo>
                  <a:lnTo>
                    <a:pt x="203647" y="968519"/>
                  </a:lnTo>
                  <a:lnTo>
                    <a:pt x="203640" y="968512"/>
                  </a:lnTo>
                  <a:lnTo>
                    <a:pt x="203634" y="968505"/>
                  </a:lnTo>
                  <a:lnTo>
                    <a:pt x="203627" y="968498"/>
                  </a:lnTo>
                  <a:lnTo>
                    <a:pt x="203621" y="968491"/>
                  </a:lnTo>
                  <a:lnTo>
                    <a:pt x="203613" y="968484"/>
                  </a:lnTo>
                  <a:lnTo>
                    <a:pt x="203606" y="968478"/>
                  </a:lnTo>
                  <a:lnTo>
                    <a:pt x="203599" y="968472"/>
                  </a:lnTo>
                  <a:lnTo>
                    <a:pt x="203591" y="968465"/>
                  </a:lnTo>
                  <a:lnTo>
                    <a:pt x="203584" y="968459"/>
                  </a:lnTo>
                  <a:lnTo>
                    <a:pt x="203577" y="968452"/>
                  </a:lnTo>
                  <a:lnTo>
                    <a:pt x="203571" y="968445"/>
                  </a:lnTo>
                  <a:lnTo>
                    <a:pt x="203564" y="968438"/>
                  </a:lnTo>
                  <a:lnTo>
                    <a:pt x="203557" y="968431"/>
                  </a:lnTo>
                  <a:lnTo>
                    <a:pt x="203550" y="968425"/>
                  </a:lnTo>
                  <a:lnTo>
                    <a:pt x="203543" y="968418"/>
                  </a:lnTo>
                  <a:lnTo>
                    <a:pt x="203537" y="968411"/>
                  </a:lnTo>
                  <a:lnTo>
                    <a:pt x="203531" y="968403"/>
                  </a:lnTo>
                  <a:lnTo>
                    <a:pt x="203525" y="968395"/>
                  </a:lnTo>
                  <a:lnTo>
                    <a:pt x="203519" y="968388"/>
                  </a:lnTo>
                  <a:lnTo>
                    <a:pt x="203513" y="968380"/>
                  </a:lnTo>
                  <a:lnTo>
                    <a:pt x="203508" y="968372"/>
                  </a:lnTo>
                  <a:lnTo>
                    <a:pt x="203504" y="968364"/>
                  </a:lnTo>
                  <a:lnTo>
                    <a:pt x="203501" y="968354"/>
                  </a:lnTo>
                  <a:lnTo>
                    <a:pt x="203499" y="968345"/>
                  </a:lnTo>
                  <a:lnTo>
                    <a:pt x="203497" y="968336"/>
                  </a:lnTo>
                  <a:lnTo>
                    <a:pt x="203494" y="968326"/>
                  </a:lnTo>
                  <a:lnTo>
                    <a:pt x="203491" y="968317"/>
                  </a:lnTo>
                  <a:lnTo>
                    <a:pt x="203489" y="968308"/>
                  </a:lnTo>
                  <a:lnTo>
                    <a:pt x="203486" y="968299"/>
                  </a:lnTo>
                  <a:lnTo>
                    <a:pt x="203483" y="968290"/>
                  </a:lnTo>
                  <a:lnTo>
                    <a:pt x="203480" y="968281"/>
                  </a:lnTo>
                  <a:lnTo>
                    <a:pt x="203478" y="968272"/>
                  </a:lnTo>
                  <a:lnTo>
                    <a:pt x="203475" y="968262"/>
                  </a:lnTo>
                  <a:lnTo>
                    <a:pt x="203473" y="968253"/>
                  </a:lnTo>
                  <a:lnTo>
                    <a:pt x="203471" y="968244"/>
                  </a:lnTo>
                  <a:lnTo>
                    <a:pt x="203469" y="968234"/>
                  </a:lnTo>
                  <a:lnTo>
                    <a:pt x="203468" y="968225"/>
                  </a:lnTo>
                  <a:lnTo>
                    <a:pt x="203469" y="968215"/>
                  </a:lnTo>
                  <a:lnTo>
                    <a:pt x="203469" y="968206"/>
                  </a:lnTo>
                  <a:lnTo>
                    <a:pt x="203469" y="968196"/>
                  </a:lnTo>
                  <a:lnTo>
                    <a:pt x="203470" y="968187"/>
                  </a:lnTo>
                  <a:lnTo>
                    <a:pt x="203471" y="968177"/>
                  </a:lnTo>
                  <a:lnTo>
                    <a:pt x="203471" y="968168"/>
                  </a:lnTo>
                  <a:lnTo>
                    <a:pt x="203470" y="968158"/>
                  </a:lnTo>
                  <a:lnTo>
                    <a:pt x="203469" y="968149"/>
                  </a:lnTo>
                  <a:lnTo>
                    <a:pt x="203467" y="968139"/>
                  </a:lnTo>
                  <a:lnTo>
                    <a:pt x="203464" y="968130"/>
                  </a:lnTo>
                  <a:lnTo>
                    <a:pt x="203462" y="968121"/>
                  </a:lnTo>
                  <a:lnTo>
                    <a:pt x="203459" y="968112"/>
                  </a:lnTo>
                  <a:lnTo>
                    <a:pt x="203457" y="968103"/>
                  </a:lnTo>
                  <a:lnTo>
                    <a:pt x="203454" y="968093"/>
                  </a:lnTo>
                  <a:lnTo>
                    <a:pt x="203451" y="968084"/>
                  </a:lnTo>
                  <a:lnTo>
                    <a:pt x="203448" y="968075"/>
                  </a:lnTo>
                  <a:lnTo>
                    <a:pt x="203444" y="968067"/>
                  </a:lnTo>
                  <a:lnTo>
                    <a:pt x="203439" y="968059"/>
                  </a:lnTo>
                  <a:lnTo>
                    <a:pt x="203434" y="968050"/>
                  </a:lnTo>
                  <a:lnTo>
                    <a:pt x="203429" y="968042"/>
                  </a:lnTo>
                  <a:lnTo>
                    <a:pt x="203424" y="968034"/>
                  </a:lnTo>
                  <a:lnTo>
                    <a:pt x="203418" y="968026"/>
                  </a:lnTo>
                  <a:lnTo>
                    <a:pt x="203411" y="968020"/>
                  </a:lnTo>
                  <a:lnTo>
                    <a:pt x="203404" y="968013"/>
                  </a:lnTo>
                  <a:lnTo>
                    <a:pt x="203398" y="968005"/>
                  </a:lnTo>
                  <a:lnTo>
                    <a:pt x="203392" y="967998"/>
                  </a:lnTo>
                  <a:lnTo>
                    <a:pt x="203385" y="967991"/>
                  </a:lnTo>
                  <a:lnTo>
                    <a:pt x="203379" y="967984"/>
                  </a:lnTo>
                  <a:lnTo>
                    <a:pt x="203372" y="967977"/>
                  </a:lnTo>
                  <a:lnTo>
                    <a:pt x="203366" y="967969"/>
                  </a:lnTo>
                  <a:lnTo>
                    <a:pt x="203361" y="967961"/>
                  </a:lnTo>
                  <a:lnTo>
                    <a:pt x="203357" y="967953"/>
                  </a:lnTo>
                  <a:lnTo>
                    <a:pt x="203354" y="967943"/>
                  </a:lnTo>
                  <a:lnTo>
                    <a:pt x="203355" y="967934"/>
                  </a:lnTo>
                  <a:lnTo>
                    <a:pt x="203358" y="967925"/>
                  </a:lnTo>
                  <a:lnTo>
                    <a:pt x="203358" y="967915"/>
                  </a:lnTo>
                  <a:lnTo>
                    <a:pt x="203358" y="967906"/>
                  </a:lnTo>
                  <a:lnTo>
                    <a:pt x="203360" y="967896"/>
                  </a:lnTo>
                  <a:lnTo>
                    <a:pt x="203361" y="967887"/>
                  </a:lnTo>
                  <a:lnTo>
                    <a:pt x="203360" y="967877"/>
                  </a:lnTo>
                  <a:lnTo>
                    <a:pt x="203356" y="967868"/>
                  </a:lnTo>
                  <a:lnTo>
                    <a:pt x="203349" y="967861"/>
                  </a:lnTo>
                  <a:lnTo>
                    <a:pt x="203342" y="967854"/>
                  </a:lnTo>
                  <a:lnTo>
                    <a:pt x="203335" y="967848"/>
                  </a:lnTo>
                  <a:lnTo>
                    <a:pt x="203329" y="967840"/>
                  </a:lnTo>
                  <a:lnTo>
                    <a:pt x="203324" y="967832"/>
                  </a:lnTo>
                  <a:lnTo>
                    <a:pt x="203320" y="967824"/>
                  </a:lnTo>
                  <a:lnTo>
                    <a:pt x="203316" y="967815"/>
                  </a:lnTo>
                  <a:lnTo>
                    <a:pt x="203312" y="967806"/>
                  </a:lnTo>
                  <a:lnTo>
                    <a:pt x="203307" y="967798"/>
                  </a:lnTo>
                  <a:lnTo>
                    <a:pt x="203302" y="967790"/>
                  </a:lnTo>
                  <a:lnTo>
                    <a:pt x="203297" y="967781"/>
                  </a:lnTo>
                  <a:lnTo>
                    <a:pt x="203293" y="967773"/>
                  </a:lnTo>
                  <a:lnTo>
                    <a:pt x="203289" y="967764"/>
                  </a:lnTo>
                  <a:lnTo>
                    <a:pt x="203285" y="967755"/>
                  </a:lnTo>
                  <a:lnTo>
                    <a:pt x="203282" y="967746"/>
                  </a:lnTo>
                  <a:lnTo>
                    <a:pt x="203279" y="967737"/>
                  </a:lnTo>
                  <a:lnTo>
                    <a:pt x="203276" y="967728"/>
                  </a:lnTo>
                  <a:lnTo>
                    <a:pt x="203274" y="967719"/>
                  </a:lnTo>
                  <a:lnTo>
                    <a:pt x="203271" y="967710"/>
                  </a:lnTo>
                  <a:lnTo>
                    <a:pt x="203268" y="967701"/>
                  </a:lnTo>
                  <a:lnTo>
                    <a:pt x="203265" y="967692"/>
                  </a:lnTo>
                  <a:lnTo>
                    <a:pt x="203261" y="967683"/>
                  </a:lnTo>
                  <a:lnTo>
                    <a:pt x="203257" y="967674"/>
                  </a:lnTo>
                  <a:lnTo>
                    <a:pt x="203255" y="967665"/>
                  </a:lnTo>
                  <a:lnTo>
                    <a:pt x="203253" y="967656"/>
                  </a:lnTo>
                  <a:lnTo>
                    <a:pt x="203250" y="967646"/>
                  </a:lnTo>
                  <a:lnTo>
                    <a:pt x="203248" y="967637"/>
                  </a:lnTo>
                  <a:lnTo>
                    <a:pt x="203245" y="967628"/>
                  </a:lnTo>
                  <a:lnTo>
                    <a:pt x="203242" y="967619"/>
                  </a:lnTo>
                  <a:lnTo>
                    <a:pt x="203239" y="967610"/>
                  </a:lnTo>
                  <a:lnTo>
                    <a:pt x="203236" y="967601"/>
                  </a:lnTo>
                  <a:lnTo>
                    <a:pt x="203232" y="967592"/>
                  </a:lnTo>
                  <a:lnTo>
                    <a:pt x="203226" y="967584"/>
                  </a:lnTo>
                  <a:lnTo>
                    <a:pt x="203219" y="967578"/>
                  </a:lnTo>
                  <a:lnTo>
                    <a:pt x="203212" y="967571"/>
                  </a:lnTo>
                  <a:lnTo>
                    <a:pt x="203204" y="967565"/>
                  </a:lnTo>
                  <a:lnTo>
                    <a:pt x="203196" y="967559"/>
                  </a:lnTo>
                  <a:lnTo>
                    <a:pt x="203188" y="967555"/>
                  </a:lnTo>
                  <a:lnTo>
                    <a:pt x="203179" y="967551"/>
                  </a:lnTo>
                  <a:lnTo>
                    <a:pt x="203170" y="967547"/>
                  </a:lnTo>
                  <a:lnTo>
                    <a:pt x="203161" y="967543"/>
                  </a:lnTo>
                  <a:lnTo>
                    <a:pt x="203152" y="967540"/>
                  </a:lnTo>
                  <a:lnTo>
                    <a:pt x="203143" y="967536"/>
                  </a:lnTo>
                  <a:lnTo>
                    <a:pt x="203134" y="967532"/>
                  </a:lnTo>
                  <a:lnTo>
                    <a:pt x="203125" y="967527"/>
                  </a:lnTo>
                  <a:lnTo>
                    <a:pt x="203117" y="967522"/>
                  </a:lnTo>
                  <a:lnTo>
                    <a:pt x="203109" y="967517"/>
                  </a:lnTo>
                  <a:lnTo>
                    <a:pt x="203100" y="967512"/>
                  </a:lnTo>
                  <a:lnTo>
                    <a:pt x="203092" y="967507"/>
                  </a:lnTo>
                  <a:lnTo>
                    <a:pt x="203084" y="967501"/>
                  </a:lnTo>
                  <a:lnTo>
                    <a:pt x="203076" y="967496"/>
                  </a:lnTo>
                  <a:lnTo>
                    <a:pt x="203069" y="967490"/>
                  </a:lnTo>
                  <a:lnTo>
                    <a:pt x="203061" y="967484"/>
                  </a:lnTo>
                  <a:lnTo>
                    <a:pt x="203054" y="967477"/>
                  </a:lnTo>
                  <a:lnTo>
                    <a:pt x="203047" y="967470"/>
                  </a:lnTo>
                  <a:lnTo>
                    <a:pt x="203042" y="967462"/>
                  </a:lnTo>
                  <a:lnTo>
                    <a:pt x="203037" y="967454"/>
                  </a:lnTo>
                  <a:lnTo>
                    <a:pt x="203033" y="967445"/>
                  </a:lnTo>
                  <a:lnTo>
                    <a:pt x="203030" y="967436"/>
                  </a:lnTo>
                  <a:lnTo>
                    <a:pt x="203030" y="967427"/>
                  </a:lnTo>
                  <a:lnTo>
                    <a:pt x="203032" y="967417"/>
                  </a:lnTo>
                  <a:lnTo>
                    <a:pt x="203031" y="967408"/>
                  </a:lnTo>
                  <a:lnTo>
                    <a:pt x="203028" y="967399"/>
                  </a:lnTo>
                  <a:lnTo>
                    <a:pt x="203024" y="967390"/>
                  </a:lnTo>
                  <a:lnTo>
                    <a:pt x="203021" y="967381"/>
                  </a:lnTo>
                  <a:lnTo>
                    <a:pt x="203017" y="967372"/>
                  </a:lnTo>
                  <a:lnTo>
                    <a:pt x="203013" y="967364"/>
                  </a:lnTo>
                  <a:lnTo>
                    <a:pt x="203008" y="967355"/>
                  </a:lnTo>
                  <a:lnTo>
                    <a:pt x="203003" y="967347"/>
                  </a:lnTo>
                  <a:lnTo>
                    <a:pt x="202999" y="967339"/>
                  </a:lnTo>
                  <a:lnTo>
                    <a:pt x="202994" y="967330"/>
                  </a:lnTo>
                  <a:lnTo>
                    <a:pt x="202989" y="967322"/>
                  </a:lnTo>
                  <a:lnTo>
                    <a:pt x="202985" y="967313"/>
                  </a:lnTo>
                  <a:lnTo>
                    <a:pt x="202980" y="967305"/>
                  </a:lnTo>
                  <a:lnTo>
                    <a:pt x="202976" y="967297"/>
                  </a:lnTo>
                  <a:lnTo>
                    <a:pt x="202970" y="967289"/>
                  </a:lnTo>
                  <a:lnTo>
                    <a:pt x="202964" y="967281"/>
                  </a:lnTo>
                  <a:lnTo>
                    <a:pt x="202960" y="967272"/>
                  </a:lnTo>
                  <a:lnTo>
                    <a:pt x="202956" y="967264"/>
                  </a:lnTo>
                  <a:lnTo>
                    <a:pt x="202950" y="967256"/>
                  </a:lnTo>
                  <a:lnTo>
                    <a:pt x="202944" y="967249"/>
                  </a:lnTo>
                  <a:lnTo>
                    <a:pt x="202938" y="967241"/>
                  </a:lnTo>
                  <a:lnTo>
                    <a:pt x="202932" y="967233"/>
                  </a:lnTo>
                  <a:lnTo>
                    <a:pt x="202925" y="967227"/>
                  </a:lnTo>
                  <a:lnTo>
                    <a:pt x="202917" y="967221"/>
                  </a:lnTo>
                  <a:lnTo>
                    <a:pt x="202909" y="967216"/>
                  </a:lnTo>
                  <a:lnTo>
                    <a:pt x="202902" y="967210"/>
                  </a:lnTo>
                  <a:lnTo>
                    <a:pt x="202894" y="967203"/>
                  </a:lnTo>
                  <a:lnTo>
                    <a:pt x="202887" y="967197"/>
                  </a:lnTo>
                  <a:lnTo>
                    <a:pt x="202880" y="967191"/>
                  </a:lnTo>
                  <a:lnTo>
                    <a:pt x="202873" y="967184"/>
                  </a:lnTo>
                  <a:lnTo>
                    <a:pt x="202866" y="967177"/>
                  </a:lnTo>
                  <a:lnTo>
                    <a:pt x="202859" y="967170"/>
                  </a:lnTo>
                  <a:lnTo>
                    <a:pt x="202852" y="967164"/>
                  </a:lnTo>
                  <a:lnTo>
                    <a:pt x="202845" y="967157"/>
                  </a:lnTo>
                  <a:lnTo>
                    <a:pt x="202838" y="967150"/>
                  </a:lnTo>
                  <a:lnTo>
                    <a:pt x="202830" y="967144"/>
                  </a:lnTo>
                  <a:lnTo>
                    <a:pt x="202821" y="967142"/>
                  </a:lnTo>
                  <a:lnTo>
                    <a:pt x="202811" y="967143"/>
                  </a:lnTo>
                  <a:lnTo>
                    <a:pt x="202801" y="967143"/>
                  </a:lnTo>
                  <a:lnTo>
                    <a:pt x="202791" y="967144"/>
                  </a:lnTo>
                  <a:lnTo>
                    <a:pt x="202782" y="967145"/>
                  </a:lnTo>
                  <a:lnTo>
                    <a:pt x="202772" y="967146"/>
                  </a:lnTo>
                  <a:lnTo>
                    <a:pt x="202762" y="967148"/>
                  </a:lnTo>
                  <a:lnTo>
                    <a:pt x="202753" y="967149"/>
                  </a:lnTo>
                  <a:lnTo>
                    <a:pt x="202743" y="967151"/>
                  </a:lnTo>
                  <a:lnTo>
                    <a:pt x="202733" y="967152"/>
                  </a:lnTo>
                  <a:lnTo>
                    <a:pt x="202723" y="967152"/>
                  </a:lnTo>
                  <a:lnTo>
                    <a:pt x="202714" y="967152"/>
                  </a:lnTo>
                  <a:lnTo>
                    <a:pt x="202704" y="967151"/>
                  </a:lnTo>
                  <a:lnTo>
                    <a:pt x="202694" y="967151"/>
                  </a:lnTo>
                  <a:lnTo>
                    <a:pt x="202684" y="967151"/>
                  </a:lnTo>
                  <a:lnTo>
                    <a:pt x="202674" y="967151"/>
                  </a:lnTo>
                  <a:lnTo>
                    <a:pt x="202664" y="967150"/>
                  </a:lnTo>
                  <a:lnTo>
                    <a:pt x="202655" y="967149"/>
                  </a:lnTo>
                  <a:lnTo>
                    <a:pt x="202645" y="967148"/>
                  </a:lnTo>
                  <a:lnTo>
                    <a:pt x="202636" y="967146"/>
                  </a:lnTo>
                  <a:lnTo>
                    <a:pt x="202626" y="967143"/>
                  </a:lnTo>
                  <a:lnTo>
                    <a:pt x="202617" y="967141"/>
                  </a:lnTo>
                  <a:lnTo>
                    <a:pt x="202607" y="967138"/>
                  </a:lnTo>
                  <a:lnTo>
                    <a:pt x="202598" y="967134"/>
                  </a:lnTo>
                  <a:lnTo>
                    <a:pt x="202589" y="967130"/>
                  </a:lnTo>
                  <a:lnTo>
                    <a:pt x="202582" y="967124"/>
                  </a:lnTo>
                  <a:lnTo>
                    <a:pt x="202576" y="967116"/>
                  </a:lnTo>
                  <a:lnTo>
                    <a:pt x="202566" y="967099"/>
                  </a:lnTo>
                  <a:lnTo>
                    <a:pt x="202558" y="967075"/>
                  </a:lnTo>
                  <a:lnTo>
                    <a:pt x="202548" y="967057"/>
                  </a:lnTo>
                  <a:lnTo>
                    <a:pt x="202541" y="967049"/>
                  </a:lnTo>
                  <a:lnTo>
                    <a:pt x="202524" y="967041"/>
                  </a:lnTo>
                  <a:lnTo>
                    <a:pt x="202499" y="967049"/>
                  </a:lnTo>
                  <a:lnTo>
                    <a:pt x="202470" y="967059"/>
                  </a:lnTo>
                  <a:lnTo>
                    <a:pt x="202421" y="967078"/>
                  </a:lnTo>
                  <a:lnTo>
                    <a:pt x="202407" y="967082"/>
                  </a:lnTo>
                  <a:lnTo>
                    <a:pt x="202376" y="967092"/>
                  </a:lnTo>
                  <a:lnTo>
                    <a:pt x="202341" y="967108"/>
                  </a:lnTo>
                  <a:lnTo>
                    <a:pt x="202318" y="967125"/>
                  </a:lnTo>
                  <a:lnTo>
                    <a:pt x="202301" y="967143"/>
                  </a:lnTo>
                  <a:lnTo>
                    <a:pt x="202261" y="967179"/>
                  </a:lnTo>
                  <a:lnTo>
                    <a:pt x="202231" y="967201"/>
                  </a:lnTo>
                  <a:lnTo>
                    <a:pt x="202202" y="967211"/>
                  </a:lnTo>
                  <a:lnTo>
                    <a:pt x="202184" y="967214"/>
                  </a:lnTo>
                  <a:lnTo>
                    <a:pt x="202166" y="967216"/>
                  </a:lnTo>
                  <a:lnTo>
                    <a:pt x="202152" y="967215"/>
                  </a:lnTo>
                  <a:lnTo>
                    <a:pt x="202142" y="967214"/>
                  </a:lnTo>
                  <a:lnTo>
                    <a:pt x="202126" y="967211"/>
                  </a:lnTo>
                  <a:lnTo>
                    <a:pt x="202119" y="967208"/>
                  </a:lnTo>
                  <a:lnTo>
                    <a:pt x="202071" y="967186"/>
                  </a:lnTo>
                  <a:lnTo>
                    <a:pt x="202050" y="967170"/>
                  </a:lnTo>
                  <a:lnTo>
                    <a:pt x="202017" y="967136"/>
                  </a:lnTo>
                  <a:lnTo>
                    <a:pt x="201983" y="967129"/>
                  </a:lnTo>
                  <a:lnTo>
                    <a:pt x="201941" y="967119"/>
                  </a:lnTo>
                  <a:lnTo>
                    <a:pt x="201899" y="967119"/>
                  </a:lnTo>
                  <a:lnTo>
                    <a:pt x="201858" y="967114"/>
                  </a:lnTo>
                  <a:lnTo>
                    <a:pt x="201813" y="967107"/>
                  </a:lnTo>
                  <a:lnTo>
                    <a:pt x="201785" y="967100"/>
                  </a:lnTo>
                  <a:lnTo>
                    <a:pt x="201768" y="967100"/>
                  </a:lnTo>
                  <a:lnTo>
                    <a:pt x="201731" y="967114"/>
                  </a:lnTo>
                  <a:lnTo>
                    <a:pt x="201716" y="967120"/>
                  </a:lnTo>
                  <a:lnTo>
                    <a:pt x="201675" y="967130"/>
                  </a:lnTo>
                  <a:lnTo>
                    <a:pt x="201666" y="967132"/>
                  </a:lnTo>
                  <a:lnTo>
                    <a:pt x="201657" y="967131"/>
                  </a:lnTo>
                  <a:lnTo>
                    <a:pt x="201651" y="967129"/>
                  </a:lnTo>
                  <a:lnTo>
                    <a:pt x="201645" y="967122"/>
                  </a:lnTo>
                  <a:lnTo>
                    <a:pt x="201637" y="967114"/>
                  </a:lnTo>
                  <a:lnTo>
                    <a:pt x="201601" y="967083"/>
                  </a:lnTo>
                  <a:lnTo>
                    <a:pt x="201590" y="967068"/>
                  </a:lnTo>
                  <a:lnTo>
                    <a:pt x="201586" y="967049"/>
                  </a:lnTo>
                  <a:lnTo>
                    <a:pt x="201587" y="967031"/>
                  </a:lnTo>
                  <a:lnTo>
                    <a:pt x="201593" y="967008"/>
                  </a:lnTo>
                  <a:lnTo>
                    <a:pt x="201599" y="966996"/>
                  </a:lnTo>
                  <a:lnTo>
                    <a:pt x="201619" y="966959"/>
                  </a:lnTo>
                  <a:lnTo>
                    <a:pt x="201644" y="966903"/>
                  </a:lnTo>
                  <a:lnTo>
                    <a:pt x="201656" y="966885"/>
                  </a:lnTo>
                  <a:lnTo>
                    <a:pt x="201666" y="966860"/>
                  </a:lnTo>
                  <a:lnTo>
                    <a:pt x="201672" y="966822"/>
                  </a:lnTo>
                  <a:lnTo>
                    <a:pt x="201668" y="966814"/>
                  </a:lnTo>
                  <a:lnTo>
                    <a:pt x="201660" y="966806"/>
                  </a:lnTo>
                  <a:lnTo>
                    <a:pt x="201650" y="966799"/>
                  </a:lnTo>
                  <a:lnTo>
                    <a:pt x="201621" y="966774"/>
                  </a:lnTo>
                  <a:lnTo>
                    <a:pt x="201588" y="966737"/>
                  </a:lnTo>
                  <a:lnTo>
                    <a:pt x="201553" y="966693"/>
                  </a:lnTo>
                  <a:lnTo>
                    <a:pt x="201532" y="966660"/>
                  </a:lnTo>
                  <a:lnTo>
                    <a:pt x="201519" y="966630"/>
                  </a:lnTo>
                  <a:lnTo>
                    <a:pt x="201517" y="966581"/>
                  </a:lnTo>
                  <a:lnTo>
                    <a:pt x="201519" y="966528"/>
                  </a:lnTo>
                  <a:lnTo>
                    <a:pt x="201535" y="966472"/>
                  </a:lnTo>
                  <a:lnTo>
                    <a:pt x="201543" y="966453"/>
                  </a:lnTo>
                  <a:lnTo>
                    <a:pt x="201544" y="966446"/>
                  </a:lnTo>
                  <a:lnTo>
                    <a:pt x="201541" y="966440"/>
                  </a:lnTo>
                  <a:lnTo>
                    <a:pt x="201536" y="966433"/>
                  </a:lnTo>
                  <a:lnTo>
                    <a:pt x="201513" y="966405"/>
                  </a:lnTo>
                  <a:lnTo>
                    <a:pt x="201505" y="966392"/>
                  </a:lnTo>
                  <a:lnTo>
                    <a:pt x="201502" y="966388"/>
                  </a:lnTo>
                  <a:lnTo>
                    <a:pt x="201494" y="966377"/>
                  </a:lnTo>
                  <a:lnTo>
                    <a:pt x="201475" y="966353"/>
                  </a:lnTo>
                  <a:lnTo>
                    <a:pt x="201457" y="966323"/>
                  </a:lnTo>
                  <a:lnTo>
                    <a:pt x="201449" y="966303"/>
                  </a:lnTo>
                  <a:lnTo>
                    <a:pt x="201442" y="966255"/>
                  </a:lnTo>
                  <a:lnTo>
                    <a:pt x="201442" y="966204"/>
                  </a:lnTo>
                  <a:lnTo>
                    <a:pt x="201441" y="966177"/>
                  </a:lnTo>
                  <a:lnTo>
                    <a:pt x="201440" y="966155"/>
                  </a:lnTo>
                  <a:lnTo>
                    <a:pt x="201435" y="966135"/>
                  </a:lnTo>
                  <a:lnTo>
                    <a:pt x="201416" y="966106"/>
                  </a:lnTo>
                  <a:lnTo>
                    <a:pt x="201408" y="966088"/>
                  </a:lnTo>
                  <a:lnTo>
                    <a:pt x="201404" y="966070"/>
                  </a:lnTo>
                  <a:lnTo>
                    <a:pt x="201402" y="966050"/>
                  </a:lnTo>
                  <a:lnTo>
                    <a:pt x="201402" y="966031"/>
                  </a:lnTo>
                  <a:lnTo>
                    <a:pt x="201404" y="966018"/>
                  </a:lnTo>
                  <a:lnTo>
                    <a:pt x="201416" y="965995"/>
                  </a:lnTo>
                  <a:lnTo>
                    <a:pt x="201429" y="965974"/>
                  </a:lnTo>
                  <a:lnTo>
                    <a:pt x="201436" y="965964"/>
                  </a:lnTo>
                  <a:lnTo>
                    <a:pt x="201442" y="965957"/>
                  </a:lnTo>
                  <a:lnTo>
                    <a:pt x="201459" y="965924"/>
                  </a:lnTo>
                  <a:lnTo>
                    <a:pt x="201459" y="965897"/>
                  </a:lnTo>
                  <a:lnTo>
                    <a:pt x="201461" y="965854"/>
                  </a:lnTo>
                  <a:lnTo>
                    <a:pt x="201461" y="965847"/>
                  </a:lnTo>
                  <a:lnTo>
                    <a:pt x="201463" y="965836"/>
                  </a:lnTo>
                  <a:lnTo>
                    <a:pt x="201465" y="965826"/>
                  </a:lnTo>
                  <a:lnTo>
                    <a:pt x="201467" y="965819"/>
                  </a:lnTo>
                  <a:lnTo>
                    <a:pt x="201473" y="965815"/>
                  </a:lnTo>
                  <a:lnTo>
                    <a:pt x="201483" y="965810"/>
                  </a:lnTo>
                  <a:lnTo>
                    <a:pt x="201500" y="965800"/>
                  </a:lnTo>
                  <a:lnTo>
                    <a:pt x="201512" y="965792"/>
                  </a:lnTo>
                  <a:lnTo>
                    <a:pt x="201538" y="965775"/>
                  </a:lnTo>
                  <a:lnTo>
                    <a:pt x="201558" y="965756"/>
                  </a:lnTo>
                  <a:lnTo>
                    <a:pt x="201584" y="965736"/>
                  </a:lnTo>
                  <a:lnTo>
                    <a:pt x="201614" y="965698"/>
                  </a:lnTo>
                  <a:lnTo>
                    <a:pt x="201627" y="965672"/>
                  </a:lnTo>
                  <a:lnTo>
                    <a:pt x="201652" y="965645"/>
                  </a:lnTo>
                  <a:lnTo>
                    <a:pt x="201668" y="965608"/>
                  </a:lnTo>
                  <a:lnTo>
                    <a:pt x="201683" y="965556"/>
                  </a:lnTo>
                  <a:lnTo>
                    <a:pt x="201695" y="965517"/>
                  </a:lnTo>
                  <a:lnTo>
                    <a:pt x="201705" y="965490"/>
                  </a:lnTo>
                  <a:lnTo>
                    <a:pt x="201715" y="965460"/>
                  </a:lnTo>
                  <a:lnTo>
                    <a:pt x="201724" y="965429"/>
                  </a:lnTo>
                  <a:lnTo>
                    <a:pt x="201731" y="965387"/>
                  </a:lnTo>
                  <a:lnTo>
                    <a:pt x="201736" y="965319"/>
                  </a:lnTo>
                  <a:lnTo>
                    <a:pt x="201741" y="965246"/>
                  </a:lnTo>
                  <a:lnTo>
                    <a:pt x="201748" y="965193"/>
                  </a:lnTo>
                  <a:lnTo>
                    <a:pt x="201758" y="965156"/>
                  </a:lnTo>
                  <a:lnTo>
                    <a:pt x="201775" y="965123"/>
                  </a:lnTo>
                  <a:lnTo>
                    <a:pt x="201777" y="965085"/>
                  </a:lnTo>
                  <a:lnTo>
                    <a:pt x="201781" y="965051"/>
                  </a:lnTo>
                  <a:lnTo>
                    <a:pt x="201794" y="964982"/>
                  </a:lnTo>
                  <a:lnTo>
                    <a:pt x="201807" y="964958"/>
                  </a:lnTo>
                  <a:lnTo>
                    <a:pt x="201832" y="964928"/>
                  </a:lnTo>
                  <a:lnTo>
                    <a:pt x="201893" y="964894"/>
                  </a:lnTo>
                  <a:lnTo>
                    <a:pt x="201920" y="964869"/>
                  </a:lnTo>
                  <a:lnTo>
                    <a:pt x="201940" y="964842"/>
                  </a:lnTo>
                  <a:lnTo>
                    <a:pt x="201952" y="964819"/>
                  </a:lnTo>
                  <a:lnTo>
                    <a:pt x="201973" y="964802"/>
                  </a:lnTo>
                  <a:lnTo>
                    <a:pt x="201990" y="964793"/>
                  </a:lnTo>
                  <a:lnTo>
                    <a:pt x="202049" y="964784"/>
                  </a:lnTo>
                  <a:lnTo>
                    <a:pt x="202103" y="964774"/>
                  </a:lnTo>
                  <a:lnTo>
                    <a:pt x="202138" y="964761"/>
                  </a:lnTo>
                  <a:lnTo>
                    <a:pt x="202162" y="964745"/>
                  </a:lnTo>
                  <a:lnTo>
                    <a:pt x="202178" y="964714"/>
                  </a:lnTo>
                  <a:lnTo>
                    <a:pt x="202191" y="964691"/>
                  </a:lnTo>
                  <a:lnTo>
                    <a:pt x="202210" y="964666"/>
                  </a:lnTo>
                  <a:lnTo>
                    <a:pt x="202235" y="964635"/>
                  </a:lnTo>
                  <a:lnTo>
                    <a:pt x="202256" y="964614"/>
                  </a:lnTo>
                  <a:lnTo>
                    <a:pt x="202282" y="964589"/>
                  </a:lnTo>
                  <a:lnTo>
                    <a:pt x="202311" y="964576"/>
                  </a:lnTo>
                  <a:lnTo>
                    <a:pt x="202338" y="964577"/>
                  </a:lnTo>
                  <a:lnTo>
                    <a:pt x="202375" y="964590"/>
                  </a:lnTo>
                  <a:lnTo>
                    <a:pt x="202426" y="964598"/>
                  </a:lnTo>
                  <a:lnTo>
                    <a:pt x="202444" y="964598"/>
                  </a:lnTo>
                  <a:lnTo>
                    <a:pt x="202524" y="964587"/>
                  </a:lnTo>
                  <a:lnTo>
                    <a:pt x="202542" y="964588"/>
                  </a:lnTo>
                  <a:lnTo>
                    <a:pt x="202557" y="964588"/>
                  </a:lnTo>
                  <a:lnTo>
                    <a:pt x="202578" y="964591"/>
                  </a:lnTo>
                  <a:lnTo>
                    <a:pt x="202610" y="964604"/>
                  </a:lnTo>
                  <a:lnTo>
                    <a:pt x="202626" y="964608"/>
                  </a:lnTo>
                  <a:lnTo>
                    <a:pt x="202665" y="964605"/>
                  </a:lnTo>
                  <a:lnTo>
                    <a:pt x="202691" y="964597"/>
                  </a:lnTo>
                  <a:lnTo>
                    <a:pt x="202699" y="964589"/>
                  </a:lnTo>
                  <a:lnTo>
                    <a:pt x="202703" y="964581"/>
                  </a:lnTo>
                  <a:lnTo>
                    <a:pt x="202708" y="964573"/>
                  </a:lnTo>
                  <a:lnTo>
                    <a:pt x="202713" y="964572"/>
                  </a:lnTo>
                  <a:lnTo>
                    <a:pt x="202730" y="964572"/>
                  </a:lnTo>
                  <a:lnTo>
                    <a:pt x="202741" y="964574"/>
                  </a:lnTo>
                  <a:lnTo>
                    <a:pt x="202748" y="964572"/>
                  </a:lnTo>
                  <a:lnTo>
                    <a:pt x="202753" y="964570"/>
                  </a:lnTo>
                  <a:lnTo>
                    <a:pt x="202772" y="964563"/>
                  </a:lnTo>
                  <a:lnTo>
                    <a:pt x="202797" y="964552"/>
                  </a:lnTo>
                  <a:lnTo>
                    <a:pt x="202826" y="964538"/>
                  </a:lnTo>
                  <a:lnTo>
                    <a:pt x="202846" y="964527"/>
                  </a:lnTo>
                  <a:lnTo>
                    <a:pt x="202863" y="964516"/>
                  </a:lnTo>
                  <a:lnTo>
                    <a:pt x="202878" y="964502"/>
                  </a:lnTo>
                  <a:lnTo>
                    <a:pt x="202890" y="964481"/>
                  </a:lnTo>
                  <a:lnTo>
                    <a:pt x="202926" y="964428"/>
                  </a:lnTo>
                  <a:lnTo>
                    <a:pt x="202937" y="964407"/>
                  </a:lnTo>
                  <a:lnTo>
                    <a:pt x="202948" y="964388"/>
                  </a:lnTo>
                  <a:lnTo>
                    <a:pt x="202956" y="964365"/>
                  </a:lnTo>
                  <a:lnTo>
                    <a:pt x="202969" y="964324"/>
                  </a:lnTo>
                  <a:lnTo>
                    <a:pt x="202976" y="964296"/>
                  </a:lnTo>
                  <a:lnTo>
                    <a:pt x="202981" y="964279"/>
                  </a:lnTo>
                  <a:lnTo>
                    <a:pt x="202983" y="964257"/>
                  </a:lnTo>
                  <a:lnTo>
                    <a:pt x="202987" y="964244"/>
                  </a:lnTo>
                  <a:lnTo>
                    <a:pt x="202998" y="964246"/>
                  </a:lnTo>
                  <a:lnTo>
                    <a:pt x="203017" y="964255"/>
                  </a:lnTo>
                  <a:lnTo>
                    <a:pt x="203036" y="964266"/>
                  </a:lnTo>
                  <a:lnTo>
                    <a:pt x="203047" y="964270"/>
                  </a:lnTo>
                  <a:lnTo>
                    <a:pt x="203076" y="964284"/>
                  </a:lnTo>
                  <a:lnTo>
                    <a:pt x="203092" y="964297"/>
                  </a:lnTo>
                  <a:lnTo>
                    <a:pt x="203108" y="964319"/>
                  </a:lnTo>
                  <a:lnTo>
                    <a:pt x="203138" y="964354"/>
                  </a:lnTo>
                  <a:lnTo>
                    <a:pt x="203171" y="964387"/>
                  </a:lnTo>
                  <a:lnTo>
                    <a:pt x="203205" y="964414"/>
                  </a:lnTo>
                  <a:lnTo>
                    <a:pt x="203239" y="964430"/>
                  </a:lnTo>
                  <a:lnTo>
                    <a:pt x="203276" y="964446"/>
                  </a:lnTo>
                  <a:lnTo>
                    <a:pt x="203294" y="964454"/>
                  </a:lnTo>
                  <a:lnTo>
                    <a:pt x="203334" y="964467"/>
                  </a:lnTo>
                  <a:lnTo>
                    <a:pt x="203380" y="964469"/>
                  </a:lnTo>
                  <a:lnTo>
                    <a:pt x="203420" y="964472"/>
                  </a:lnTo>
                  <a:lnTo>
                    <a:pt x="203466" y="964475"/>
                  </a:lnTo>
                  <a:lnTo>
                    <a:pt x="203492" y="964481"/>
                  </a:lnTo>
                  <a:lnTo>
                    <a:pt x="203509" y="964479"/>
                  </a:lnTo>
                  <a:lnTo>
                    <a:pt x="203525" y="964468"/>
                  </a:lnTo>
                  <a:lnTo>
                    <a:pt x="203537" y="964456"/>
                  </a:lnTo>
                  <a:lnTo>
                    <a:pt x="203549" y="964443"/>
                  </a:lnTo>
                  <a:lnTo>
                    <a:pt x="203563" y="964421"/>
                  </a:lnTo>
                  <a:lnTo>
                    <a:pt x="203573" y="964392"/>
                  </a:lnTo>
                  <a:lnTo>
                    <a:pt x="203586" y="964360"/>
                  </a:lnTo>
                  <a:lnTo>
                    <a:pt x="203596" y="964337"/>
                  </a:lnTo>
                  <a:lnTo>
                    <a:pt x="203598" y="964320"/>
                  </a:lnTo>
                  <a:lnTo>
                    <a:pt x="203601" y="964302"/>
                  </a:lnTo>
                  <a:lnTo>
                    <a:pt x="203600" y="964263"/>
                  </a:lnTo>
                  <a:lnTo>
                    <a:pt x="203600" y="964232"/>
                  </a:lnTo>
                  <a:lnTo>
                    <a:pt x="203602" y="964210"/>
                  </a:lnTo>
                  <a:lnTo>
                    <a:pt x="203609" y="964189"/>
                  </a:lnTo>
                  <a:lnTo>
                    <a:pt x="203617" y="964166"/>
                  </a:lnTo>
                  <a:lnTo>
                    <a:pt x="203624" y="964145"/>
                  </a:lnTo>
                  <a:lnTo>
                    <a:pt x="203640" y="964115"/>
                  </a:lnTo>
                  <a:lnTo>
                    <a:pt x="203646" y="964089"/>
                  </a:lnTo>
                  <a:lnTo>
                    <a:pt x="203653" y="964066"/>
                  </a:lnTo>
                  <a:lnTo>
                    <a:pt x="203668" y="964006"/>
                  </a:lnTo>
                  <a:lnTo>
                    <a:pt x="203677" y="963984"/>
                  </a:lnTo>
                  <a:lnTo>
                    <a:pt x="203692" y="963962"/>
                  </a:lnTo>
                  <a:lnTo>
                    <a:pt x="203706" y="963937"/>
                  </a:lnTo>
                  <a:lnTo>
                    <a:pt x="203722" y="963934"/>
                  </a:lnTo>
                  <a:lnTo>
                    <a:pt x="203755" y="963933"/>
                  </a:lnTo>
                  <a:lnTo>
                    <a:pt x="203780" y="963930"/>
                  </a:lnTo>
                  <a:lnTo>
                    <a:pt x="203801" y="963927"/>
                  </a:lnTo>
                  <a:lnTo>
                    <a:pt x="203819" y="963922"/>
                  </a:lnTo>
                  <a:lnTo>
                    <a:pt x="203832" y="963914"/>
                  </a:lnTo>
                  <a:lnTo>
                    <a:pt x="203848" y="963902"/>
                  </a:lnTo>
                  <a:lnTo>
                    <a:pt x="203887" y="963870"/>
                  </a:lnTo>
                  <a:lnTo>
                    <a:pt x="203923" y="963847"/>
                  </a:lnTo>
                  <a:lnTo>
                    <a:pt x="203946" y="963831"/>
                  </a:lnTo>
                  <a:lnTo>
                    <a:pt x="203974" y="963817"/>
                  </a:lnTo>
                  <a:lnTo>
                    <a:pt x="204003" y="963803"/>
                  </a:lnTo>
                  <a:lnTo>
                    <a:pt x="204027" y="963789"/>
                  </a:lnTo>
                  <a:lnTo>
                    <a:pt x="204051" y="963778"/>
                  </a:lnTo>
                  <a:lnTo>
                    <a:pt x="204073" y="963764"/>
                  </a:lnTo>
                  <a:lnTo>
                    <a:pt x="204096" y="963750"/>
                  </a:lnTo>
                  <a:lnTo>
                    <a:pt x="204137" y="963737"/>
                  </a:lnTo>
                  <a:lnTo>
                    <a:pt x="204159" y="963725"/>
                  </a:lnTo>
                  <a:lnTo>
                    <a:pt x="204182" y="963711"/>
                  </a:lnTo>
                  <a:lnTo>
                    <a:pt x="204201" y="963697"/>
                  </a:lnTo>
                  <a:lnTo>
                    <a:pt x="204221" y="963687"/>
                  </a:lnTo>
                  <a:lnTo>
                    <a:pt x="204251" y="963677"/>
                  </a:lnTo>
                  <a:lnTo>
                    <a:pt x="204273" y="963674"/>
                  </a:lnTo>
                  <a:lnTo>
                    <a:pt x="204353" y="963663"/>
                  </a:lnTo>
                  <a:lnTo>
                    <a:pt x="204370" y="963655"/>
                  </a:lnTo>
                  <a:lnTo>
                    <a:pt x="204381" y="963644"/>
                  </a:lnTo>
                  <a:lnTo>
                    <a:pt x="204389" y="963630"/>
                  </a:lnTo>
                  <a:lnTo>
                    <a:pt x="204405" y="963619"/>
                  </a:lnTo>
                  <a:lnTo>
                    <a:pt x="204429" y="963608"/>
                  </a:lnTo>
                  <a:lnTo>
                    <a:pt x="204489" y="963579"/>
                  </a:lnTo>
                  <a:lnTo>
                    <a:pt x="204511" y="963572"/>
                  </a:lnTo>
                  <a:lnTo>
                    <a:pt x="204537" y="963554"/>
                  </a:lnTo>
                  <a:lnTo>
                    <a:pt x="204554" y="963536"/>
                  </a:lnTo>
                  <a:lnTo>
                    <a:pt x="204573" y="963516"/>
                  </a:lnTo>
                  <a:lnTo>
                    <a:pt x="204594" y="963493"/>
                  </a:lnTo>
                  <a:lnTo>
                    <a:pt x="204631" y="963437"/>
                  </a:lnTo>
                  <a:lnTo>
                    <a:pt x="204649" y="963411"/>
                  </a:lnTo>
                  <a:lnTo>
                    <a:pt x="204662" y="963391"/>
                  </a:lnTo>
                  <a:lnTo>
                    <a:pt x="204671" y="963367"/>
                  </a:lnTo>
                  <a:lnTo>
                    <a:pt x="204691" y="963324"/>
                  </a:lnTo>
                  <a:lnTo>
                    <a:pt x="204701" y="963286"/>
                  </a:lnTo>
                  <a:lnTo>
                    <a:pt x="204711" y="963247"/>
                  </a:lnTo>
                  <a:lnTo>
                    <a:pt x="204718" y="963217"/>
                  </a:lnTo>
                  <a:lnTo>
                    <a:pt x="204730" y="963160"/>
                  </a:lnTo>
                  <a:lnTo>
                    <a:pt x="204732" y="963133"/>
                  </a:lnTo>
                  <a:lnTo>
                    <a:pt x="204732" y="963099"/>
                  </a:lnTo>
                  <a:lnTo>
                    <a:pt x="204727" y="963077"/>
                  </a:lnTo>
                  <a:lnTo>
                    <a:pt x="204717" y="963046"/>
                  </a:lnTo>
                  <a:lnTo>
                    <a:pt x="204710" y="963014"/>
                  </a:lnTo>
                  <a:lnTo>
                    <a:pt x="204710" y="962996"/>
                  </a:lnTo>
                  <a:lnTo>
                    <a:pt x="204713" y="962984"/>
                  </a:lnTo>
                  <a:lnTo>
                    <a:pt x="204721" y="962978"/>
                  </a:lnTo>
                  <a:lnTo>
                    <a:pt x="204742" y="962977"/>
                  </a:lnTo>
                  <a:lnTo>
                    <a:pt x="204769" y="962986"/>
                  </a:lnTo>
                  <a:lnTo>
                    <a:pt x="204793" y="962997"/>
                  </a:lnTo>
                  <a:lnTo>
                    <a:pt x="204817" y="963004"/>
                  </a:lnTo>
                  <a:lnTo>
                    <a:pt x="204853" y="963003"/>
                  </a:lnTo>
                  <a:lnTo>
                    <a:pt x="204931" y="963004"/>
                  </a:lnTo>
                  <a:lnTo>
                    <a:pt x="204961" y="962999"/>
                  </a:lnTo>
                  <a:lnTo>
                    <a:pt x="204978" y="962990"/>
                  </a:lnTo>
                  <a:lnTo>
                    <a:pt x="204994" y="962981"/>
                  </a:lnTo>
                  <a:lnTo>
                    <a:pt x="205012" y="962978"/>
                  </a:lnTo>
                  <a:lnTo>
                    <a:pt x="205028" y="962978"/>
                  </a:lnTo>
                  <a:lnTo>
                    <a:pt x="205073" y="962984"/>
                  </a:lnTo>
                  <a:lnTo>
                    <a:pt x="205108" y="962990"/>
                  </a:lnTo>
                  <a:lnTo>
                    <a:pt x="205127" y="962992"/>
                  </a:lnTo>
                  <a:lnTo>
                    <a:pt x="205152" y="962989"/>
                  </a:lnTo>
                  <a:lnTo>
                    <a:pt x="205187" y="962981"/>
                  </a:lnTo>
                  <a:lnTo>
                    <a:pt x="205205" y="962973"/>
                  </a:lnTo>
                  <a:lnTo>
                    <a:pt x="205226" y="962960"/>
                  </a:lnTo>
                  <a:lnTo>
                    <a:pt x="205242" y="962946"/>
                  </a:lnTo>
                  <a:lnTo>
                    <a:pt x="205263" y="962928"/>
                  </a:lnTo>
                  <a:lnTo>
                    <a:pt x="205274" y="962915"/>
                  </a:lnTo>
                  <a:lnTo>
                    <a:pt x="205288" y="962900"/>
                  </a:lnTo>
                  <a:lnTo>
                    <a:pt x="205292" y="962888"/>
                  </a:lnTo>
                  <a:lnTo>
                    <a:pt x="205291" y="962865"/>
                  </a:lnTo>
                  <a:lnTo>
                    <a:pt x="205304" y="962837"/>
                  </a:lnTo>
                  <a:lnTo>
                    <a:pt x="205316" y="962815"/>
                  </a:lnTo>
                  <a:lnTo>
                    <a:pt x="205324" y="962796"/>
                  </a:lnTo>
                  <a:lnTo>
                    <a:pt x="205331" y="962774"/>
                  </a:lnTo>
                  <a:lnTo>
                    <a:pt x="205338" y="962761"/>
                  </a:lnTo>
                  <a:lnTo>
                    <a:pt x="205347" y="962724"/>
                  </a:lnTo>
                  <a:lnTo>
                    <a:pt x="205356" y="962704"/>
                  </a:lnTo>
                  <a:lnTo>
                    <a:pt x="205359" y="962696"/>
                  </a:lnTo>
                  <a:lnTo>
                    <a:pt x="205360" y="962677"/>
                  </a:lnTo>
                  <a:lnTo>
                    <a:pt x="205364" y="962672"/>
                  </a:lnTo>
                  <a:lnTo>
                    <a:pt x="205385" y="962660"/>
                  </a:lnTo>
                  <a:lnTo>
                    <a:pt x="205404" y="962647"/>
                  </a:lnTo>
                  <a:lnTo>
                    <a:pt x="205446" y="962615"/>
                  </a:lnTo>
                  <a:lnTo>
                    <a:pt x="205462" y="962600"/>
                  </a:lnTo>
                  <a:lnTo>
                    <a:pt x="205480" y="962575"/>
                  </a:lnTo>
                  <a:lnTo>
                    <a:pt x="205492" y="962559"/>
                  </a:lnTo>
                  <a:lnTo>
                    <a:pt x="205511" y="962526"/>
                  </a:lnTo>
                  <a:lnTo>
                    <a:pt x="205520" y="962500"/>
                  </a:lnTo>
                  <a:lnTo>
                    <a:pt x="205527" y="962475"/>
                  </a:lnTo>
                  <a:lnTo>
                    <a:pt x="205530" y="962449"/>
                  </a:lnTo>
                  <a:lnTo>
                    <a:pt x="205551" y="962404"/>
                  </a:lnTo>
                  <a:lnTo>
                    <a:pt x="205567" y="962388"/>
                  </a:lnTo>
                  <a:lnTo>
                    <a:pt x="205588" y="962370"/>
                  </a:lnTo>
                  <a:lnTo>
                    <a:pt x="205609" y="962345"/>
                  </a:lnTo>
                  <a:lnTo>
                    <a:pt x="205621" y="962326"/>
                  </a:lnTo>
                  <a:lnTo>
                    <a:pt x="205633" y="962296"/>
                  </a:lnTo>
                  <a:lnTo>
                    <a:pt x="205644" y="962282"/>
                  </a:lnTo>
                  <a:lnTo>
                    <a:pt x="205662" y="962266"/>
                  </a:lnTo>
                  <a:lnTo>
                    <a:pt x="205681" y="962255"/>
                  </a:lnTo>
                  <a:lnTo>
                    <a:pt x="205697" y="962244"/>
                  </a:lnTo>
                  <a:lnTo>
                    <a:pt x="205709" y="962235"/>
                  </a:lnTo>
                  <a:lnTo>
                    <a:pt x="205709" y="962223"/>
                  </a:lnTo>
                  <a:lnTo>
                    <a:pt x="205706" y="962214"/>
                  </a:lnTo>
                  <a:lnTo>
                    <a:pt x="205704" y="962194"/>
                  </a:lnTo>
                  <a:lnTo>
                    <a:pt x="205706" y="962173"/>
                  </a:lnTo>
                  <a:lnTo>
                    <a:pt x="205710" y="962161"/>
                  </a:lnTo>
                  <a:lnTo>
                    <a:pt x="205716" y="962149"/>
                  </a:lnTo>
                  <a:lnTo>
                    <a:pt x="205750" y="962115"/>
                  </a:lnTo>
                  <a:lnTo>
                    <a:pt x="205762" y="962104"/>
                  </a:lnTo>
                  <a:lnTo>
                    <a:pt x="205790" y="962091"/>
                  </a:lnTo>
                  <a:lnTo>
                    <a:pt x="205815" y="962092"/>
                  </a:lnTo>
                  <a:lnTo>
                    <a:pt x="205838" y="962099"/>
                  </a:lnTo>
                  <a:lnTo>
                    <a:pt x="205876" y="962117"/>
                  </a:lnTo>
                  <a:lnTo>
                    <a:pt x="205931" y="962139"/>
                  </a:lnTo>
                  <a:lnTo>
                    <a:pt x="206004" y="962152"/>
                  </a:lnTo>
                  <a:lnTo>
                    <a:pt x="206040" y="962158"/>
                  </a:lnTo>
                  <a:lnTo>
                    <a:pt x="206062" y="962159"/>
                  </a:lnTo>
                  <a:lnTo>
                    <a:pt x="206066" y="962153"/>
                  </a:lnTo>
                  <a:lnTo>
                    <a:pt x="206064" y="962142"/>
                  </a:lnTo>
                  <a:lnTo>
                    <a:pt x="206057" y="962124"/>
                  </a:lnTo>
                  <a:lnTo>
                    <a:pt x="206058" y="962091"/>
                  </a:lnTo>
                  <a:lnTo>
                    <a:pt x="206062" y="962065"/>
                  </a:lnTo>
                  <a:lnTo>
                    <a:pt x="206070" y="962040"/>
                  </a:lnTo>
                  <a:lnTo>
                    <a:pt x="206077" y="962012"/>
                  </a:lnTo>
                  <a:lnTo>
                    <a:pt x="206091" y="961982"/>
                  </a:lnTo>
                  <a:lnTo>
                    <a:pt x="206103" y="961973"/>
                  </a:lnTo>
                  <a:lnTo>
                    <a:pt x="206119" y="961961"/>
                  </a:lnTo>
                  <a:lnTo>
                    <a:pt x="206138" y="961955"/>
                  </a:lnTo>
                  <a:lnTo>
                    <a:pt x="206149" y="961948"/>
                  </a:lnTo>
                  <a:lnTo>
                    <a:pt x="206155" y="961936"/>
                  </a:lnTo>
                  <a:lnTo>
                    <a:pt x="206164" y="961918"/>
                  </a:lnTo>
                  <a:lnTo>
                    <a:pt x="206172" y="961895"/>
                  </a:lnTo>
                  <a:lnTo>
                    <a:pt x="206190" y="961849"/>
                  </a:lnTo>
                  <a:lnTo>
                    <a:pt x="206197" y="961828"/>
                  </a:lnTo>
                  <a:lnTo>
                    <a:pt x="206207" y="961805"/>
                  </a:lnTo>
                  <a:lnTo>
                    <a:pt x="206222" y="961784"/>
                  </a:lnTo>
                  <a:lnTo>
                    <a:pt x="206247" y="961751"/>
                  </a:lnTo>
                  <a:lnTo>
                    <a:pt x="206256" y="961735"/>
                  </a:lnTo>
                  <a:lnTo>
                    <a:pt x="206264" y="961708"/>
                  </a:lnTo>
                  <a:lnTo>
                    <a:pt x="206275" y="961678"/>
                  </a:lnTo>
                  <a:lnTo>
                    <a:pt x="206275" y="961643"/>
                  </a:lnTo>
                  <a:lnTo>
                    <a:pt x="206269" y="961611"/>
                  </a:lnTo>
                  <a:lnTo>
                    <a:pt x="206259" y="961580"/>
                  </a:lnTo>
                  <a:lnTo>
                    <a:pt x="206256" y="961568"/>
                  </a:lnTo>
                  <a:lnTo>
                    <a:pt x="206245" y="961541"/>
                  </a:lnTo>
                  <a:lnTo>
                    <a:pt x="206234" y="961525"/>
                  </a:lnTo>
                  <a:lnTo>
                    <a:pt x="206224" y="961511"/>
                  </a:lnTo>
                  <a:lnTo>
                    <a:pt x="206217" y="961488"/>
                  </a:lnTo>
                  <a:lnTo>
                    <a:pt x="206208" y="961456"/>
                  </a:lnTo>
                  <a:lnTo>
                    <a:pt x="206197" y="961428"/>
                  </a:lnTo>
                  <a:lnTo>
                    <a:pt x="206188" y="961408"/>
                  </a:lnTo>
                  <a:lnTo>
                    <a:pt x="206185" y="961387"/>
                  </a:lnTo>
                  <a:lnTo>
                    <a:pt x="206181" y="961360"/>
                  </a:lnTo>
                  <a:lnTo>
                    <a:pt x="206173" y="961319"/>
                  </a:lnTo>
                  <a:lnTo>
                    <a:pt x="206160" y="961286"/>
                  </a:lnTo>
                  <a:lnTo>
                    <a:pt x="206150" y="961261"/>
                  </a:lnTo>
                  <a:lnTo>
                    <a:pt x="206148" y="961255"/>
                  </a:lnTo>
                  <a:lnTo>
                    <a:pt x="206146" y="961222"/>
                  </a:lnTo>
                  <a:lnTo>
                    <a:pt x="206148" y="961200"/>
                  </a:lnTo>
                  <a:lnTo>
                    <a:pt x="206146" y="961179"/>
                  </a:lnTo>
                  <a:lnTo>
                    <a:pt x="206135" y="961161"/>
                  </a:lnTo>
                  <a:lnTo>
                    <a:pt x="206126" y="961149"/>
                  </a:lnTo>
                  <a:lnTo>
                    <a:pt x="206109" y="961113"/>
                  </a:lnTo>
                  <a:lnTo>
                    <a:pt x="206094" y="961082"/>
                  </a:lnTo>
                  <a:lnTo>
                    <a:pt x="206081" y="961056"/>
                  </a:lnTo>
                  <a:lnTo>
                    <a:pt x="206076" y="961048"/>
                  </a:lnTo>
                  <a:lnTo>
                    <a:pt x="206067" y="961041"/>
                  </a:lnTo>
                  <a:lnTo>
                    <a:pt x="206031" y="961012"/>
                  </a:lnTo>
                  <a:lnTo>
                    <a:pt x="206017" y="961001"/>
                  </a:lnTo>
                  <a:lnTo>
                    <a:pt x="206001" y="960993"/>
                  </a:lnTo>
                  <a:lnTo>
                    <a:pt x="205984" y="960990"/>
                  </a:lnTo>
                  <a:lnTo>
                    <a:pt x="205963" y="960992"/>
                  </a:lnTo>
                  <a:lnTo>
                    <a:pt x="205945" y="960998"/>
                  </a:lnTo>
                  <a:lnTo>
                    <a:pt x="205926" y="961000"/>
                  </a:lnTo>
                  <a:lnTo>
                    <a:pt x="205852" y="960992"/>
                  </a:lnTo>
                  <a:lnTo>
                    <a:pt x="205827" y="960987"/>
                  </a:lnTo>
                  <a:lnTo>
                    <a:pt x="205804" y="960976"/>
                  </a:lnTo>
                  <a:lnTo>
                    <a:pt x="205767" y="960960"/>
                  </a:lnTo>
                  <a:lnTo>
                    <a:pt x="205743" y="960958"/>
                  </a:lnTo>
                  <a:lnTo>
                    <a:pt x="205714" y="960953"/>
                  </a:lnTo>
                  <a:lnTo>
                    <a:pt x="205682" y="960936"/>
                  </a:lnTo>
                  <a:lnTo>
                    <a:pt x="205661" y="960924"/>
                  </a:lnTo>
                  <a:lnTo>
                    <a:pt x="205639" y="960908"/>
                  </a:lnTo>
                  <a:lnTo>
                    <a:pt x="205609" y="960887"/>
                  </a:lnTo>
                  <a:lnTo>
                    <a:pt x="205587" y="960862"/>
                  </a:lnTo>
                  <a:lnTo>
                    <a:pt x="205577" y="960840"/>
                  </a:lnTo>
                  <a:lnTo>
                    <a:pt x="205571" y="960816"/>
                  </a:lnTo>
                  <a:lnTo>
                    <a:pt x="205567" y="960790"/>
                  </a:lnTo>
                  <a:lnTo>
                    <a:pt x="205555" y="960761"/>
                  </a:lnTo>
                  <a:lnTo>
                    <a:pt x="205540" y="960734"/>
                  </a:lnTo>
                  <a:lnTo>
                    <a:pt x="205533" y="960716"/>
                  </a:lnTo>
                  <a:lnTo>
                    <a:pt x="205526" y="960707"/>
                  </a:lnTo>
                  <a:lnTo>
                    <a:pt x="205510" y="960701"/>
                  </a:lnTo>
                  <a:lnTo>
                    <a:pt x="205490" y="960690"/>
                  </a:lnTo>
                  <a:lnTo>
                    <a:pt x="205477" y="960680"/>
                  </a:lnTo>
                  <a:lnTo>
                    <a:pt x="205456" y="960660"/>
                  </a:lnTo>
                  <a:lnTo>
                    <a:pt x="205448" y="960640"/>
                  </a:lnTo>
                  <a:lnTo>
                    <a:pt x="205440" y="960620"/>
                  </a:lnTo>
                  <a:lnTo>
                    <a:pt x="205432" y="960613"/>
                  </a:lnTo>
                  <a:lnTo>
                    <a:pt x="205417" y="960611"/>
                  </a:lnTo>
                  <a:lnTo>
                    <a:pt x="205395" y="960609"/>
                  </a:lnTo>
                  <a:lnTo>
                    <a:pt x="205376" y="960601"/>
                  </a:lnTo>
                  <a:lnTo>
                    <a:pt x="205358" y="960581"/>
                  </a:lnTo>
                  <a:lnTo>
                    <a:pt x="205334" y="960544"/>
                  </a:lnTo>
                  <a:lnTo>
                    <a:pt x="205323" y="960520"/>
                  </a:lnTo>
                  <a:lnTo>
                    <a:pt x="205312" y="960501"/>
                  </a:lnTo>
                  <a:lnTo>
                    <a:pt x="205300" y="960487"/>
                  </a:lnTo>
                  <a:lnTo>
                    <a:pt x="205290" y="960475"/>
                  </a:lnTo>
                  <a:lnTo>
                    <a:pt x="205261" y="960451"/>
                  </a:lnTo>
                  <a:lnTo>
                    <a:pt x="205246" y="960438"/>
                  </a:lnTo>
                  <a:lnTo>
                    <a:pt x="205237" y="960418"/>
                  </a:lnTo>
                  <a:lnTo>
                    <a:pt x="205227" y="960393"/>
                  </a:lnTo>
                  <a:lnTo>
                    <a:pt x="205223" y="960382"/>
                  </a:lnTo>
                  <a:lnTo>
                    <a:pt x="205219" y="960367"/>
                  </a:lnTo>
                  <a:lnTo>
                    <a:pt x="205212" y="960355"/>
                  </a:lnTo>
                  <a:lnTo>
                    <a:pt x="205204" y="960348"/>
                  </a:lnTo>
                  <a:lnTo>
                    <a:pt x="205194" y="960342"/>
                  </a:lnTo>
                  <a:lnTo>
                    <a:pt x="205181" y="960335"/>
                  </a:lnTo>
                  <a:lnTo>
                    <a:pt x="205155" y="960318"/>
                  </a:lnTo>
                  <a:lnTo>
                    <a:pt x="205136" y="960315"/>
                  </a:lnTo>
                  <a:lnTo>
                    <a:pt x="205113" y="960313"/>
                  </a:lnTo>
                  <a:lnTo>
                    <a:pt x="205089" y="960316"/>
                  </a:lnTo>
                  <a:lnTo>
                    <a:pt x="205038" y="960324"/>
                  </a:lnTo>
                  <a:lnTo>
                    <a:pt x="205006" y="960326"/>
                  </a:lnTo>
                  <a:lnTo>
                    <a:pt x="204978" y="960326"/>
                  </a:lnTo>
                  <a:lnTo>
                    <a:pt x="204947" y="960332"/>
                  </a:lnTo>
                  <a:lnTo>
                    <a:pt x="204928" y="960336"/>
                  </a:lnTo>
                  <a:lnTo>
                    <a:pt x="204914" y="960337"/>
                  </a:lnTo>
                  <a:lnTo>
                    <a:pt x="204886" y="960327"/>
                  </a:lnTo>
                  <a:lnTo>
                    <a:pt x="204861" y="960318"/>
                  </a:lnTo>
                  <a:lnTo>
                    <a:pt x="204841" y="960308"/>
                  </a:lnTo>
                  <a:lnTo>
                    <a:pt x="204815" y="960299"/>
                  </a:lnTo>
                  <a:lnTo>
                    <a:pt x="204802" y="960285"/>
                  </a:lnTo>
                  <a:lnTo>
                    <a:pt x="204790" y="960263"/>
                  </a:lnTo>
                  <a:lnTo>
                    <a:pt x="204781" y="960237"/>
                  </a:lnTo>
                  <a:lnTo>
                    <a:pt x="204758" y="960202"/>
                  </a:lnTo>
                  <a:lnTo>
                    <a:pt x="204748" y="960171"/>
                  </a:lnTo>
                  <a:lnTo>
                    <a:pt x="204743" y="960159"/>
                  </a:lnTo>
                  <a:lnTo>
                    <a:pt x="204731" y="960149"/>
                  </a:lnTo>
                  <a:lnTo>
                    <a:pt x="204716" y="960137"/>
                  </a:lnTo>
                  <a:lnTo>
                    <a:pt x="204687" y="960095"/>
                  </a:lnTo>
                  <a:lnTo>
                    <a:pt x="204673" y="960068"/>
                  </a:lnTo>
                  <a:lnTo>
                    <a:pt x="204649" y="960043"/>
                  </a:lnTo>
                  <a:lnTo>
                    <a:pt x="204628" y="960009"/>
                  </a:lnTo>
                  <a:lnTo>
                    <a:pt x="204612" y="959984"/>
                  </a:lnTo>
                  <a:lnTo>
                    <a:pt x="204599" y="959968"/>
                  </a:lnTo>
                  <a:lnTo>
                    <a:pt x="204581" y="959951"/>
                  </a:lnTo>
                  <a:lnTo>
                    <a:pt x="204557" y="959931"/>
                  </a:lnTo>
                  <a:lnTo>
                    <a:pt x="204536" y="959903"/>
                  </a:lnTo>
                  <a:lnTo>
                    <a:pt x="204531" y="959891"/>
                  </a:lnTo>
                  <a:lnTo>
                    <a:pt x="204532" y="959870"/>
                  </a:lnTo>
                  <a:lnTo>
                    <a:pt x="204534" y="959851"/>
                  </a:lnTo>
                  <a:lnTo>
                    <a:pt x="204532" y="959831"/>
                  </a:lnTo>
                  <a:lnTo>
                    <a:pt x="204528" y="959800"/>
                  </a:lnTo>
                  <a:lnTo>
                    <a:pt x="204517" y="959774"/>
                  </a:lnTo>
                  <a:lnTo>
                    <a:pt x="204502" y="959744"/>
                  </a:lnTo>
                  <a:lnTo>
                    <a:pt x="204491" y="959728"/>
                  </a:lnTo>
                  <a:lnTo>
                    <a:pt x="204475" y="959700"/>
                  </a:lnTo>
                  <a:lnTo>
                    <a:pt x="204471" y="959683"/>
                  </a:lnTo>
                  <a:lnTo>
                    <a:pt x="204470" y="959664"/>
                  </a:lnTo>
                  <a:lnTo>
                    <a:pt x="204472" y="959641"/>
                  </a:lnTo>
                  <a:lnTo>
                    <a:pt x="204466" y="959606"/>
                  </a:lnTo>
                  <a:lnTo>
                    <a:pt x="204463" y="959581"/>
                  </a:lnTo>
                  <a:lnTo>
                    <a:pt x="204463" y="959559"/>
                  </a:lnTo>
                  <a:lnTo>
                    <a:pt x="204455" y="959537"/>
                  </a:lnTo>
                  <a:lnTo>
                    <a:pt x="204447" y="959516"/>
                  </a:lnTo>
                  <a:lnTo>
                    <a:pt x="204438" y="959501"/>
                  </a:lnTo>
                  <a:lnTo>
                    <a:pt x="204430" y="959485"/>
                  </a:lnTo>
                  <a:lnTo>
                    <a:pt x="204411" y="959458"/>
                  </a:lnTo>
                  <a:lnTo>
                    <a:pt x="204405" y="959438"/>
                  </a:lnTo>
                  <a:lnTo>
                    <a:pt x="204407" y="959419"/>
                  </a:lnTo>
                  <a:lnTo>
                    <a:pt x="204414" y="959395"/>
                  </a:lnTo>
                  <a:lnTo>
                    <a:pt x="204417" y="959369"/>
                  </a:lnTo>
                  <a:lnTo>
                    <a:pt x="204428" y="959356"/>
                  </a:lnTo>
                  <a:lnTo>
                    <a:pt x="204440" y="959344"/>
                  </a:lnTo>
                  <a:lnTo>
                    <a:pt x="204464" y="959318"/>
                  </a:lnTo>
                  <a:lnTo>
                    <a:pt x="204470" y="959295"/>
                  </a:lnTo>
                  <a:lnTo>
                    <a:pt x="204471" y="959268"/>
                  </a:lnTo>
                  <a:lnTo>
                    <a:pt x="204465" y="959243"/>
                  </a:lnTo>
                  <a:lnTo>
                    <a:pt x="204452" y="959208"/>
                  </a:lnTo>
                  <a:lnTo>
                    <a:pt x="204447" y="959182"/>
                  </a:lnTo>
                  <a:lnTo>
                    <a:pt x="204441" y="959164"/>
                  </a:lnTo>
                  <a:lnTo>
                    <a:pt x="204437" y="959138"/>
                  </a:lnTo>
                  <a:lnTo>
                    <a:pt x="204438" y="959091"/>
                  </a:lnTo>
                  <a:lnTo>
                    <a:pt x="204438" y="959086"/>
                  </a:lnTo>
                  <a:lnTo>
                    <a:pt x="204433" y="959076"/>
                  </a:lnTo>
                  <a:lnTo>
                    <a:pt x="204425" y="959060"/>
                  </a:lnTo>
                  <a:lnTo>
                    <a:pt x="204415" y="959036"/>
                  </a:lnTo>
                  <a:lnTo>
                    <a:pt x="204409" y="959020"/>
                  </a:lnTo>
                  <a:lnTo>
                    <a:pt x="204404" y="958993"/>
                  </a:lnTo>
                  <a:lnTo>
                    <a:pt x="204404" y="958982"/>
                  </a:lnTo>
                  <a:lnTo>
                    <a:pt x="204412" y="958947"/>
                  </a:lnTo>
                  <a:lnTo>
                    <a:pt x="204415" y="958926"/>
                  </a:lnTo>
                  <a:lnTo>
                    <a:pt x="204422" y="958880"/>
                  </a:lnTo>
                  <a:lnTo>
                    <a:pt x="204430" y="958847"/>
                  </a:lnTo>
                  <a:lnTo>
                    <a:pt x="204442" y="958823"/>
                  </a:lnTo>
                  <a:lnTo>
                    <a:pt x="204445" y="958786"/>
                  </a:lnTo>
                  <a:lnTo>
                    <a:pt x="204445" y="958758"/>
                  </a:lnTo>
                  <a:lnTo>
                    <a:pt x="204447" y="958740"/>
                  </a:lnTo>
                  <a:lnTo>
                    <a:pt x="204456" y="958724"/>
                  </a:lnTo>
                  <a:lnTo>
                    <a:pt x="204477" y="958700"/>
                  </a:lnTo>
                  <a:lnTo>
                    <a:pt x="204493" y="958673"/>
                  </a:lnTo>
                  <a:lnTo>
                    <a:pt x="204513" y="958641"/>
                  </a:lnTo>
                  <a:lnTo>
                    <a:pt x="204516" y="958619"/>
                  </a:lnTo>
                  <a:lnTo>
                    <a:pt x="204514" y="958600"/>
                  </a:lnTo>
                  <a:lnTo>
                    <a:pt x="204511" y="958586"/>
                  </a:lnTo>
                  <a:lnTo>
                    <a:pt x="204501" y="958568"/>
                  </a:lnTo>
                  <a:lnTo>
                    <a:pt x="204488" y="958543"/>
                  </a:lnTo>
                  <a:lnTo>
                    <a:pt x="204467" y="958506"/>
                  </a:lnTo>
                  <a:lnTo>
                    <a:pt x="204450" y="958471"/>
                  </a:lnTo>
                  <a:lnTo>
                    <a:pt x="204431" y="958440"/>
                  </a:lnTo>
                  <a:lnTo>
                    <a:pt x="204418" y="958420"/>
                  </a:lnTo>
                  <a:lnTo>
                    <a:pt x="204413" y="958418"/>
                  </a:lnTo>
                  <a:lnTo>
                    <a:pt x="204404" y="958418"/>
                  </a:lnTo>
                  <a:lnTo>
                    <a:pt x="204394" y="958420"/>
                  </a:lnTo>
                  <a:lnTo>
                    <a:pt x="204373" y="958428"/>
                  </a:lnTo>
                  <a:lnTo>
                    <a:pt x="204339" y="958440"/>
                  </a:lnTo>
                  <a:lnTo>
                    <a:pt x="204306" y="958449"/>
                  </a:lnTo>
                  <a:lnTo>
                    <a:pt x="204280" y="958455"/>
                  </a:lnTo>
                  <a:lnTo>
                    <a:pt x="204256" y="958460"/>
                  </a:lnTo>
                  <a:lnTo>
                    <a:pt x="204229" y="958465"/>
                  </a:lnTo>
                  <a:lnTo>
                    <a:pt x="204218" y="958470"/>
                  </a:lnTo>
                  <a:lnTo>
                    <a:pt x="204185" y="958492"/>
                  </a:lnTo>
                  <a:lnTo>
                    <a:pt x="204158" y="958512"/>
                  </a:lnTo>
                  <a:lnTo>
                    <a:pt x="204135" y="958520"/>
                  </a:lnTo>
                  <a:lnTo>
                    <a:pt x="204118" y="958530"/>
                  </a:lnTo>
                  <a:lnTo>
                    <a:pt x="204101" y="958547"/>
                  </a:lnTo>
                  <a:lnTo>
                    <a:pt x="204082" y="958564"/>
                  </a:lnTo>
                  <a:lnTo>
                    <a:pt x="204062" y="958593"/>
                  </a:lnTo>
                  <a:lnTo>
                    <a:pt x="204041" y="958615"/>
                  </a:lnTo>
                  <a:lnTo>
                    <a:pt x="204021" y="958626"/>
                  </a:lnTo>
                  <a:lnTo>
                    <a:pt x="204005" y="958630"/>
                  </a:lnTo>
                  <a:lnTo>
                    <a:pt x="203977" y="958634"/>
                  </a:lnTo>
                  <a:lnTo>
                    <a:pt x="203958" y="958630"/>
                  </a:lnTo>
                  <a:lnTo>
                    <a:pt x="203921" y="958625"/>
                  </a:lnTo>
                  <a:lnTo>
                    <a:pt x="203897" y="958620"/>
                  </a:lnTo>
                  <a:lnTo>
                    <a:pt x="203869" y="958615"/>
                  </a:lnTo>
                  <a:lnTo>
                    <a:pt x="203851" y="958618"/>
                  </a:lnTo>
                  <a:lnTo>
                    <a:pt x="203821" y="958626"/>
                  </a:lnTo>
                  <a:lnTo>
                    <a:pt x="203800" y="958628"/>
                  </a:lnTo>
                  <a:lnTo>
                    <a:pt x="203769" y="958623"/>
                  </a:lnTo>
                  <a:lnTo>
                    <a:pt x="203741" y="958623"/>
                  </a:lnTo>
                  <a:lnTo>
                    <a:pt x="203726" y="958624"/>
                  </a:lnTo>
                  <a:lnTo>
                    <a:pt x="203718" y="958631"/>
                  </a:lnTo>
                  <a:lnTo>
                    <a:pt x="203704" y="958638"/>
                  </a:lnTo>
                  <a:lnTo>
                    <a:pt x="203679" y="958643"/>
                  </a:lnTo>
                  <a:lnTo>
                    <a:pt x="203646" y="958646"/>
                  </a:lnTo>
                  <a:lnTo>
                    <a:pt x="203618" y="958655"/>
                  </a:lnTo>
                  <a:lnTo>
                    <a:pt x="203598" y="958662"/>
                  </a:lnTo>
                  <a:lnTo>
                    <a:pt x="203575" y="958674"/>
                  </a:lnTo>
                  <a:lnTo>
                    <a:pt x="203541" y="958680"/>
                  </a:lnTo>
                  <a:lnTo>
                    <a:pt x="203513" y="958678"/>
                  </a:lnTo>
                  <a:lnTo>
                    <a:pt x="203478" y="958671"/>
                  </a:lnTo>
                  <a:lnTo>
                    <a:pt x="203465" y="958670"/>
                  </a:lnTo>
                  <a:lnTo>
                    <a:pt x="203445" y="958674"/>
                  </a:lnTo>
                  <a:lnTo>
                    <a:pt x="203429" y="958678"/>
                  </a:lnTo>
                  <a:lnTo>
                    <a:pt x="203410" y="958689"/>
                  </a:lnTo>
                  <a:lnTo>
                    <a:pt x="203370" y="958714"/>
                  </a:lnTo>
                  <a:lnTo>
                    <a:pt x="203322" y="958726"/>
                  </a:lnTo>
                  <a:lnTo>
                    <a:pt x="203282" y="958733"/>
                  </a:lnTo>
                  <a:lnTo>
                    <a:pt x="203251" y="958740"/>
                  </a:lnTo>
                  <a:lnTo>
                    <a:pt x="203208" y="958742"/>
                  </a:lnTo>
                  <a:lnTo>
                    <a:pt x="203180" y="958746"/>
                  </a:lnTo>
                  <a:lnTo>
                    <a:pt x="203154" y="958742"/>
                  </a:lnTo>
                  <a:lnTo>
                    <a:pt x="203119" y="958739"/>
                  </a:lnTo>
                  <a:lnTo>
                    <a:pt x="203061" y="958739"/>
                  </a:lnTo>
                  <a:lnTo>
                    <a:pt x="203029" y="958733"/>
                  </a:lnTo>
                  <a:lnTo>
                    <a:pt x="203000" y="958731"/>
                  </a:lnTo>
                  <a:lnTo>
                    <a:pt x="202969" y="958730"/>
                  </a:lnTo>
                  <a:lnTo>
                    <a:pt x="202952" y="958727"/>
                  </a:lnTo>
                  <a:lnTo>
                    <a:pt x="202914" y="958707"/>
                  </a:lnTo>
                  <a:lnTo>
                    <a:pt x="202885" y="958685"/>
                  </a:lnTo>
                  <a:lnTo>
                    <a:pt x="202849" y="958666"/>
                  </a:lnTo>
                  <a:lnTo>
                    <a:pt x="202813" y="958646"/>
                  </a:lnTo>
                  <a:lnTo>
                    <a:pt x="202779" y="958628"/>
                  </a:lnTo>
                  <a:lnTo>
                    <a:pt x="202757" y="958621"/>
                  </a:lnTo>
                  <a:lnTo>
                    <a:pt x="202741" y="958609"/>
                  </a:lnTo>
                  <a:lnTo>
                    <a:pt x="202718" y="958586"/>
                  </a:lnTo>
                  <a:lnTo>
                    <a:pt x="202699" y="958564"/>
                  </a:lnTo>
                  <a:lnTo>
                    <a:pt x="202685" y="958557"/>
                  </a:lnTo>
                  <a:lnTo>
                    <a:pt x="202663" y="958538"/>
                  </a:lnTo>
                  <a:lnTo>
                    <a:pt x="202642" y="958521"/>
                  </a:lnTo>
                  <a:lnTo>
                    <a:pt x="202624" y="958511"/>
                  </a:lnTo>
                  <a:lnTo>
                    <a:pt x="202614" y="958509"/>
                  </a:lnTo>
                  <a:lnTo>
                    <a:pt x="202599" y="958505"/>
                  </a:lnTo>
                  <a:lnTo>
                    <a:pt x="202591" y="958493"/>
                  </a:lnTo>
                  <a:lnTo>
                    <a:pt x="202579" y="958469"/>
                  </a:lnTo>
                  <a:lnTo>
                    <a:pt x="202576" y="958463"/>
                  </a:lnTo>
                  <a:lnTo>
                    <a:pt x="202563" y="958435"/>
                  </a:lnTo>
                  <a:lnTo>
                    <a:pt x="202542" y="958402"/>
                  </a:lnTo>
                  <a:lnTo>
                    <a:pt x="202540" y="958398"/>
                  </a:lnTo>
                  <a:lnTo>
                    <a:pt x="202524" y="958372"/>
                  </a:lnTo>
                  <a:lnTo>
                    <a:pt x="202517" y="958346"/>
                  </a:lnTo>
                  <a:lnTo>
                    <a:pt x="202512" y="958310"/>
                  </a:lnTo>
                  <a:lnTo>
                    <a:pt x="202512" y="958291"/>
                  </a:lnTo>
                  <a:lnTo>
                    <a:pt x="202513" y="958278"/>
                  </a:lnTo>
                  <a:lnTo>
                    <a:pt x="202516" y="958270"/>
                  </a:lnTo>
                  <a:lnTo>
                    <a:pt x="202524" y="958264"/>
                  </a:lnTo>
                  <a:lnTo>
                    <a:pt x="202531" y="958257"/>
                  </a:lnTo>
                  <a:lnTo>
                    <a:pt x="202542" y="958243"/>
                  </a:lnTo>
                  <a:lnTo>
                    <a:pt x="202554" y="958229"/>
                  </a:lnTo>
                  <a:lnTo>
                    <a:pt x="202576" y="958219"/>
                  </a:lnTo>
                  <a:lnTo>
                    <a:pt x="202582" y="958216"/>
                  </a:lnTo>
                  <a:lnTo>
                    <a:pt x="202602" y="958209"/>
                  </a:lnTo>
                  <a:lnTo>
                    <a:pt x="202616" y="958194"/>
                  </a:lnTo>
                  <a:lnTo>
                    <a:pt x="202629" y="958174"/>
                  </a:lnTo>
                  <a:lnTo>
                    <a:pt x="202653" y="958152"/>
                  </a:lnTo>
                  <a:lnTo>
                    <a:pt x="202665" y="958138"/>
                  </a:lnTo>
                  <a:lnTo>
                    <a:pt x="202684" y="958116"/>
                  </a:lnTo>
                  <a:lnTo>
                    <a:pt x="202702" y="958099"/>
                  </a:lnTo>
                  <a:lnTo>
                    <a:pt x="202702" y="958085"/>
                  </a:lnTo>
                  <a:lnTo>
                    <a:pt x="202693" y="958073"/>
                  </a:lnTo>
                  <a:lnTo>
                    <a:pt x="202684" y="958055"/>
                  </a:lnTo>
                  <a:lnTo>
                    <a:pt x="202666" y="958024"/>
                  </a:lnTo>
                  <a:lnTo>
                    <a:pt x="202664" y="958009"/>
                  </a:lnTo>
                  <a:lnTo>
                    <a:pt x="202663" y="957987"/>
                  </a:lnTo>
                  <a:lnTo>
                    <a:pt x="202663" y="957965"/>
                  </a:lnTo>
                  <a:lnTo>
                    <a:pt x="202665" y="957947"/>
                  </a:lnTo>
                  <a:lnTo>
                    <a:pt x="202674" y="957920"/>
                  </a:lnTo>
                  <a:lnTo>
                    <a:pt x="202678" y="957898"/>
                  </a:lnTo>
                  <a:lnTo>
                    <a:pt x="202694" y="957863"/>
                  </a:lnTo>
                  <a:lnTo>
                    <a:pt x="202699" y="957848"/>
                  </a:lnTo>
                  <a:lnTo>
                    <a:pt x="202696" y="957841"/>
                  </a:lnTo>
                  <a:lnTo>
                    <a:pt x="202683" y="957828"/>
                  </a:lnTo>
                  <a:lnTo>
                    <a:pt x="202664" y="957801"/>
                  </a:lnTo>
                  <a:lnTo>
                    <a:pt x="202638" y="957767"/>
                  </a:lnTo>
                  <a:lnTo>
                    <a:pt x="202589" y="957705"/>
                  </a:lnTo>
                  <a:lnTo>
                    <a:pt x="202576" y="957692"/>
                  </a:lnTo>
                  <a:lnTo>
                    <a:pt x="202552" y="957667"/>
                  </a:lnTo>
                  <a:lnTo>
                    <a:pt x="202542" y="957658"/>
                  </a:lnTo>
                  <a:lnTo>
                    <a:pt x="202524" y="957642"/>
                  </a:lnTo>
                  <a:lnTo>
                    <a:pt x="202517" y="957638"/>
                  </a:lnTo>
                  <a:lnTo>
                    <a:pt x="202492" y="957621"/>
                  </a:lnTo>
                  <a:lnTo>
                    <a:pt x="202477" y="957604"/>
                  </a:lnTo>
                  <a:lnTo>
                    <a:pt x="202463" y="957583"/>
                  </a:lnTo>
                  <a:lnTo>
                    <a:pt x="202453" y="957570"/>
                  </a:lnTo>
                  <a:lnTo>
                    <a:pt x="202435" y="957538"/>
                  </a:lnTo>
                  <a:lnTo>
                    <a:pt x="202424" y="957515"/>
                  </a:lnTo>
                  <a:lnTo>
                    <a:pt x="202413" y="957492"/>
                  </a:lnTo>
                  <a:lnTo>
                    <a:pt x="202394" y="957461"/>
                  </a:lnTo>
                  <a:lnTo>
                    <a:pt x="202388" y="957444"/>
                  </a:lnTo>
                  <a:lnTo>
                    <a:pt x="202375" y="957424"/>
                  </a:lnTo>
                  <a:lnTo>
                    <a:pt x="202350" y="957392"/>
                  </a:lnTo>
                  <a:lnTo>
                    <a:pt x="202342" y="957375"/>
                  </a:lnTo>
                  <a:lnTo>
                    <a:pt x="202338" y="957362"/>
                  </a:lnTo>
                  <a:lnTo>
                    <a:pt x="202338" y="957354"/>
                  </a:lnTo>
                  <a:lnTo>
                    <a:pt x="202342" y="957327"/>
                  </a:lnTo>
                  <a:lnTo>
                    <a:pt x="202342" y="957299"/>
                  </a:lnTo>
                  <a:lnTo>
                    <a:pt x="202343" y="957277"/>
                  </a:lnTo>
                  <a:lnTo>
                    <a:pt x="202346" y="957259"/>
                  </a:lnTo>
                  <a:lnTo>
                    <a:pt x="202346" y="957240"/>
                  </a:lnTo>
                  <a:lnTo>
                    <a:pt x="202345" y="957229"/>
                  </a:lnTo>
                  <a:lnTo>
                    <a:pt x="202340" y="957214"/>
                  </a:lnTo>
                  <a:lnTo>
                    <a:pt x="202337" y="957199"/>
                  </a:lnTo>
                  <a:lnTo>
                    <a:pt x="202338" y="957184"/>
                  </a:lnTo>
                  <a:lnTo>
                    <a:pt x="202338" y="957164"/>
                  </a:lnTo>
                  <a:lnTo>
                    <a:pt x="202336" y="957143"/>
                  </a:lnTo>
                  <a:lnTo>
                    <a:pt x="202331" y="957119"/>
                  </a:lnTo>
                  <a:lnTo>
                    <a:pt x="202327" y="957095"/>
                  </a:lnTo>
                  <a:lnTo>
                    <a:pt x="202316" y="957070"/>
                  </a:lnTo>
                  <a:lnTo>
                    <a:pt x="202300" y="957039"/>
                  </a:lnTo>
                  <a:lnTo>
                    <a:pt x="202293" y="957011"/>
                  </a:lnTo>
                  <a:lnTo>
                    <a:pt x="202283" y="956985"/>
                  </a:lnTo>
                  <a:lnTo>
                    <a:pt x="202277" y="956965"/>
                  </a:lnTo>
                  <a:lnTo>
                    <a:pt x="202275" y="956947"/>
                  </a:lnTo>
                  <a:lnTo>
                    <a:pt x="202276" y="956923"/>
                  </a:lnTo>
                  <a:lnTo>
                    <a:pt x="202274" y="956901"/>
                  </a:lnTo>
                  <a:lnTo>
                    <a:pt x="202267" y="956867"/>
                  </a:lnTo>
                  <a:lnTo>
                    <a:pt x="202268" y="956845"/>
                  </a:lnTo>
                  <a:lnTo>
                    <a:pt x="202265" y="956827"/>
                  </a:lnTo>
                  <a:lnTo>
                    <a:pt x="202258" y="956813"/>
                  </a:lnTo>
                  <a:lnTo>
                    <a:pt x="202248" y="956802"/>
                  </a:lnTo>
                  <a:lnTo>
                    <a:pt x="202234" y="956791"/>
                  </a:lnTo>
                  <a:lnTo>
                    <a:pt x="202215" y="956786"/>
                  </a:lnTo>
                  <a:lnTo>
                    <a:pt x="202184" y="956775"/>
                  </a:lnTo>
                  <a:lnTo>
                    <a:pt x="202164" y="956767"/>
                  </a:lnTo>
                  <a:lnTo>
                    <a:pt x="202143" y="956755"/>
                  </a:lnTo>
                  <a:lnTo>
                    <a:pt x="202124" y="956741"/>
                  </a:lnTo>
                  <a:lnTo>
                    <a:pt x="202111" y="956723"/>
                  </a:lnTo>
                  <a:lnTo>
                    <a:pt x="202099" y="956695"/>
                  </a:lnTo>
                  <a:lnTo>
                    <a:pt x="202085" y="956669"/>
                  </a:lnTo>
                  <a:lnTo>
                    <a:pt x="202069" y="956646"/>
                  </a:lnTo>
                  <a:lnTo>
                    <a:pt x="202061" y="956632"/>
                  </a:lnTo>
                  <a:lnTo>
                    <a:pt x="202053" y="956624"/>
                  </a:lnTo>
                  <a:lnTo>
                    <a:pt x="202033" y="956617"/>
                  </a:lnTo>
                  <a:lnTo>
                    <a:pt x="202006" y="956610"/>
                  </a:lnTo>
                  <a:lnTo>
                    <a:pt x="201975" y="956599"/>
                  </a:lnTo>
                  <a:lnTo>
                    <a:pt x="201950" y="956592"/>
                  </a:lnTo>
                  <a:lnTo>
                    <a:pt x="201937" y="956585"/>
                  </a:lnTo>
                  <a:lnTo>
                    <a:pt x="201930" y="956575"/>
                  </a:lnTo>
                  <a:lnTo>
                    <a:pt x="201931" y="956567"/>
                  </a:lnTo>
                  <a:lnTo>
                    <a:pt x="201936" y="956552"/>
                  </a:lnTo>
                  <a:lnTo>
                    <a:pt x="201938" y="956523"/>
                  </a:lnTo>
                  <a:lnTo>
                    <a:pt x="201936" y="956503"/>
                  </a:lnTo>
                  <a:lnTo>
                    <a:pt x="201934" y="956491"/>
                  </a:lnTo>
                  <a:lnTo>
                    <a:pt x="201923" y="956464"/>
                  </a:lnTo>
                  <a:lnTo>
                    <a:pt x="201912" y="956438"/>
                  </a:lnTo>
                  <a:lnTo>
                    <a:pt x="201892" y="956422"/>
                  </a:lnTo>
                  <a:lnTo>
                    <a:pt x="201879" y="956408"/>
                  </a:lnTo>
                  <a:lnTo>
                    <a:pt x="201870" y="956393"/>
                  </a:lnTo>
                  <a:lnTo>
                    <a:pt x="201863" y="956365"/>
                  </a:lnTo>
                  <a:lnTo>
                    <a:pt x="201864" y="956330"/>
                  </a:lnTo>
                  <a:lnTo>
                    <a:pt x="201865" y="956311"/>
                  </a:lnTo>
                  <a:lnTo>
                    <a:pt x="201862" y="956300"/>
                  </a:lnTo>
                  <a:lnTo>
                    <a:pt x="201853" y="956287"/>
                  </a:lnTo>
                  <a:lnTo>
                    <a:pt x="201838" y="956262"/>
                  </a:lnTo>
                  <a:lnTo>
                    <a:pt x="201824" y="956244"/>
                  </a:lnTo>
                  <a:lnTo>
                    <a:pt x="201804" y="956216"/>
                  </a:lnTo>
                  <a:lnTo>
                    <a:pt x="201793" y="956201"/>
                  </a:lnTo>
                  <a:lnTo>
                    <a:pt x="201786" y="956183"/>
                  </a:lnTo>
                  <a:lnTo>
                    <a:pt x="201785" y="956171"/>
                  </a:lnTo>
                  <a:lnTo>
                    <a:pt x="201787" y="956144"/>
                  </a:lnTo>
                  <a:lnTo>
                    <a:pt x="201788" y="956121"/>
                  </a:lnTo>
                  <a:lnTo>
                    <a:pt x="201792" y="956102"/>
                  </a:lnTo>
                  <a:lnTo>
                    <a:pt x="201796" y="956082"/>
                  </a:lnTo>
                  <a:lnTo>
                    <a:pt x="201791" y="956066"/>
                  </a:lnTo>
                  <a:lnTo>
                    <a:pt x="201773" y="956043"/>
                  </a:lnTo>
                  <a:lnTo>
                    <a:pt x="201765" y="956030"/>
                  </a:lnTo>
                  <a:lnTo>
                    <a:pt x="201763" y="956017"/>
                  </a:lnTo>
                  <a:lnTo>
                    <a:pt x="201757" y="955985"/>
                  </a:lnTo>
                  <a:lnTo>
                    <a:pt x="201747" y="955953"/>
                  </a:lnTo>
                  <a:lnTo>
                    <a:pt x="201741" y="955930"/>
                  </a:lnTo>
                  <a:lnTo>
                    <a:pt x="201736" y="955914"/>
                  </a:lnTo>
                  <a:lnTo>
                    <a:pt x="201720" y="955878"/>
                  </a:lnTo>
                  <a:lnTo>
                    <a:pt x="201704" y="955848"/>
                  </a:lnTo>
                  <a:lnTo>
                    <a:pt x="201693" y="955815"/>
                  </a:lnTo>
                  <a:lnTo>
                    <a:pt x="201689" y="955794"/>
                  </a:lnTo>
                  <a:lnTo>
                    <a:pt x="201690" y="955774"/>
                  </a:lnTo>
                  <a:lnTo>
                    <a:pt x="201690" y="955760"/>
                  </a:lnTo>
                  <a:lnTo>
                    <a:pt x="201694" y="955746"/>
                  </a:lnTo>
                  <a:lnTo>
                    <a:pt x="201704" y="955728"/>
                  </a:lnTo>
                  <a:lnTo>
                    <a:pt x="201715" y="955703"/>
                  </a:lnTo>
                  <a:lnTo>
                    <a:pt x="201725" y="955681"/>
                  </a:lnTo>
                  <a:lnTo>
                    <a:pt x="201740" y="955664"/>
                  </a:lnTo>
                  <a:lnTo>
                    <a:pt x="201746" y="955646"/>
                  </a:lnTo>
                  <a:lnTo>
                    <a:pt x="201744" y="955638"/>
                  </a:lnTo>
                  <a:lnTo>
                    <a:pt x="201732" y="955616"/>
                  </a:lnTo>
                  <a:lnTo>
                    <a:pt x="201714" y="955596"/>
                  </a:lnTo>
                  <a:lnTo>
                    <a:pt x="201694" y="955568"/>
                  </a:lnTo>
                  <a:lnTo>
                    <a:pt x="201664" y="955539"/>
                  </a:lnTo>
                  <a:lnTo>
                    <a:pt x="201649" y="955523"/>
                  </a:lnTo>
                  <a:lnTo>
                    <a:pt x="201631" y="955500"/>
                  </a:lnTo>
                  <a:lnTo>
                    <a:pt x="201622" y="955481"/>
                  </a:lnTo>
                  <a:lnTo>
                    <a:pt x="201606" y="955458"/>
                  </a:lnTo>
                  <a:lnTo>
                    <a:pt x="201592" y="955431"/>
                  </a:lnTo>
                  <a:lnTo>
                    <a:pt x="201578" y="955400"/>
                  </a:lnTo>
                  <a:lnTo>
                    <a:pt x="201568" y="955377"/>
                  </a:lnTo>
                  <a:lnTo>
                    <a:pt x="201567" y="955365"/>
                  </a:lnTo>
                  <a:lnTo>
                    <a:pt x="201569" y="955348"/>
                  </a:lnTo>
                  <a:lnTo>
                    <a:pt x="201575" y="955338"/>
                  </a:lnTo>
                  <a:lnTo>
                    <a:pt x="201589" y="955325"/>
                  </a:lnTo>
                  <a:lnTo>
                    <a:pt x="201604" y="955303"/>
                  </a:lnTo>
                  <a:lnTo>
                    <a:pt x="201609" y="955280"/>
                  </a:lnTo>
                  <a:lnTo>
                    <a:pt x="201614" y="955248"/>
                  </a:lnTo>
                  <a:lnTo>
                    <a:pt x="201617" y="955217"/>
                  </a:lnTo>
                  <a:lnTo>
                    <a:pt x="201613" y="955195"/>
                  </a:lnTo>
                  <a:lnTo>
                    <a:pt x="201610" y="955163"/>
                  </a:lnTo>
                  <a:lnTo>
                    <a:pt x="201610" y="955126"/>
                  </a:lnTo>
                  <a:lnTo>
                    <a:pt x="201605" y="955101"/>
                  </a:lnTo>
                  <a:lnTo>
                    <a:pt x="201598" y="955084"/>
                  </a:lnTo>
                  <a:lnTo>
                    <a:pt x="201587" y="955063"/>
                  </a:lnTo>
                  <a:lnTo>
                    <a:pt x="201567" y="955036"/>
                  </a:lnTo>
                  <a:lnTo>
                    <a:pt x="201550" y="955022"/>
                  </a:lnTo>
                  <a:lnTo>
                    <a:pt x="201527" y="955012"/>
                  </a:lnTo>
                  <a:lnTo>
                    <a:pt x="201507" y="954994"/>
                  </a:lnTo>
                  <a:lnTo>
                    <a:pt x="201491" y="954970"/>
                  </a:lnTo>
                  <a:lnTo>
                    <a:pt x="201466" y="954947"/>
                  </a:lnTo>
                  <a:lnTo>
                    <a:pt x="201438" y="954924"/>
                  </a:lnTo>
                  <a:lnTo>
                    <a:pt x="201413" y="954896"/>
                  </a:lnTo>
                  <a:lnTo>
                    <a:pt x="201398" y="954883"/>
                  </a:lnTo>
                  <a:lnTo>
                    <a:pt x="201381" y="954867"/>
                  </a:lnTo>
                  <a:lnTo>
                    <a:pt x="201367" y="954851"/>
                  </a:lnTo>
                  <a:lnTo>
                    <a:pt x="201362" y="954838"/>
                  </a:lnTo>
                  <a:lnTo>
                    <a:pt x="201359" y="954819"/>
                  </a:lnTo>
                  <a:lnTo>
                    <a:pt x="201349" y="954796"/>
                  </a:lnTo>
                  <a:lnTo>
                    <a:pt x="201340" y="954777"/>
                  </a:lnTo>
                  <a:lnTo>
                    <a:pt x="201325" y="954758"/>
                  </a:lnTo>
                  <a:lnTo>
                    <a:pt x="201305" y="954731"/>
                  </a:lnTo>
                  <a:lnTo>
                    <a:pt x="201277" y="954707"/>
                  </a:lnTo>
                  <a:lnTo>
                    <a:pt x="201259" y="954691"/>
                  </a:lnTo>
                  <a:lnTo>
                    <a:pt x="201241" y="954674"/>
                  </a:lnTo>
                  <a:lnTo>
                    <a:pt x="201217" y="954662"/>
                  </a:lnTo>
                  <a:lnTo>
                    <a:pt x="201198" y="954653"/>
                  </a:lnTo>
                  <a:lnTo>
                    <a:pt x="201189" y="954642"/>
                  </a:lnTo>
                  <a:lnTo>
                    <a:pt x="201178" y="954629"/>
                  </a:lnTo>
                  <a:lnTo>
                    <a:pt x="201171" y="954617"/>
                  </a:lnTo>
                  <a:lnTo>
                    <a:pt x="201154" y="954606"/>
                  </a:lnTo>
                  <a:lnTo>
                    <a:pt x="201141" y="954600"/>
                  </a:lnTo>
                  <a:lnTo>
                    <a:pt x="201123" y="954578"/>
                  </a:lnTo>
                  <a:lnTo>
                    <a:pt x="201109" y="954566"/>
                  </a:lnTo>
                  <a:lnTo>
                    <a:pt x="201098" y="954561"/>
                  </a:lnTo>
                  <a:lnTo>
                    <a:pt x="201079" y="954556"/>
                  </a:lnTo>
                  <a:lnTo>
                    <a:pt x="201042" y="954546"/>
                  </a:lnTo>
                  <a:lnTo>
                    <a:pt x="201014" y="954533"/>
                  </a:lnTo>
                  <a:lnTo>
                    <a:pt x="200997" y="954523"/>
                  </a:lnTo>
                  <a:lnTo>
                    <a:pt x="200963" y="954496"/>
                  </a:lnTo>
                  <a:lnTo>
                    <a:pt x="200947" y="954481"/>
                  </a:lnTo>
                  <a:lnTo>
                    <a:pt x="200922" y="954468"/>
                  </a:lnTo>
                  <a:lnTo>
                    <a:pt x="200888" y="954452"/>
                  </a:lnTo>
                  <a:lnTo>
                    <a:pt x="200863" y="954432"/>
                  </a:lnTo>
                  <a:lnTo>
                    <a:pt x="200834" y="954410"/>
                  </a:lnTo>
                  <a:lnTo>
                    <a:pt x="200829" y="954399"/>
                  </a:lnTo>
                  <a:lnTo>
                    <a:pt x="200827" y="954391"/>
                  </a:lnTo>
                  <a:lnTo>
                    <a:pt x="200825" y="954377"/>
                  </a:lnTo>
                  <a:lnTo>
                    <a:pt x="200826" y="954351"/>
                  </a:lnTo>
                  <a:lnTo>
                    <a:pt x="200827" y="954326"/>
                  </a:lnTo>
                  <a:lnTo>
                    <a:pt x="200824" y="954293"/>
                  </a:lnTo>
                  <a:lnTo>
                    <a:pt x="200822" y="954263"/>
                  </a:lnTo>
                  <a:lnTo>
                    <a:pt x="200815" y="954238"/>
                  </a:lnTo>
                  <a:lnTo>
                    <a:pt x="200807" y="954216"/>
                  </a:lnTo>
                  <a:lnTo>
                    <a:pt x="200802" y="954199"/>
                  </a:lnTo>
                  <a:lnTo>
                    <a:pt x="200802" y="954184"/>
                  </a:lnTo>
                  <a:lnTo>
                    <a:pt x="200803" y="954174"/>
                  </a:lnTo>
                  <a:lnTo>
                    <a:pt x="200806" y="954157"/>
                  </a:lnTo>
                  <a:lnTo>
                    <a:pt x="200814" y="954138"/>
                  </a:lnTo>
                  <a:lnTo>
                    <a:pt x="200816" y="954122"/>
                  </a:lnTo>
                  <a:lnTo>
                    <a:pt x="200814" y="954102"/>
                  </a:lnTo>
                  <a:lnTo>
                    <a:pt x="200808" y="954086"/>
                  </a:lnTo>
                  <a:lnTo>
                    <a:pt x="200802" y="954080"/>
                  </a:lnTo>
                  <a:lnTo>
                    <a:pt x="200791" y="954075"/>
                  </a:lnTo>
                  <a:lnTo>
                    <a:pt x="200776" y="954072"/>
                  </a:lnTo>
                  <a:lnTo>
                    <a:pt x="200753" y="954069"/>
                  </a:lnTo>
                  <a:lnTo>
                    <a:pt x="200725" y="954063"/>
                  </a:lnTo>
                  <a:lnTo>
                    <a:pt x="200694" y="954048"/>
                  </a:lnTo>
                  <a:lnTo>
                    <a:pt x="200662" y="954032"/>
                  </a:lnTo>
                  <a:lnTo>
                    <a:pt x="200629" y="954015"/>
                  </a:lnTo>
                  <a:lnTo>
                    <a:pt x="200597" y="953997"/>
                  </a:lnTo>
                  <a:lnTo>
                    <a:pt x="200580" y="953981"/>
                  </a:lnTo>
                  <a:lnTo>
                    <a:pt x="200566" y="953963"/>
                  </a:lnTo>
                  <a:lnTo>
                    <a:pt x="200541" y="953939"/>
                  </a:lnTo>
                  <a:lnTo>
                    <a:pt x="200524" y="953920"/>
                  </a:lnTo>
                  <a:lnTo>
                    <a:pt x="200510" y="953902"/>
                  </a:lnTo>
                  <a:lnTo>
                    <a:pt x="200488" y="953874"/>
                  </a:lnTo>
                  <a:lnTo>
                    <a:pt x="200480" y="953866"/>
                  </a:lnTo>
                  <a:lnTo>
                    <a:pt x="200470" y="953864"/>
                  </a:lnTo>
                  <a:lnTo>
                    <a:pt x="200463" y="953864"/>
                  </a:lnTo>
                  <a:lnTo>
                    <a:pt x="200451" y="953872"/>
                  </a:lnTo>
                  <a:lnTo>
                    <a:pt x="200416" y="953888"/>
                  </a:lnTo>
                  <a:lnTo>
                    <a:pt x="200380" y="953903"/>
                  </a:lnTo>
                  <a:lnTo>
                    <a:pt x="200353" y="953911"/>
                  </a:lnTo>
                  <a:lnTo>
                    <a:pt x="200323" y="953915"/>
                  </a:lnTo>
                  <a:lnTo>
                    <a:pt x="200261" y="953916"/>
                  </a:lnTo>
                  <a:lnTo>
                    <a:pt x="200239" y="953914"/>
                  </a:lnTo>
                  <a:lnTo>
                    <a:pt x="200223" y="953907"/>
                  </a:lnTo>
                  <a:lnTo>
                    <a:pt x="200213" y="953901"/>
                  </a:lnTo>
                  <a:lnTo>
                    <a:pt x="200190" y="953885"/>
                  </a:lnTo>
                  <a:lnTo>
                    <a:pt x="200168" y="953867"/>
                  </a:lnTo>
                  <a:lnTo>
                    <a:pt x="200146" y="953848"/>
                  </a:lnTo>
                  <a:lnTo>
                    <a:pt x="200124" y="953837"/>
                  </a:lnTo>
                  <a:lnTo>
                    <a:pt x="200087" y="953820"/>
                  </a:lnTo>
                  <a:lnTo>
                    <a:pt x="200066" y="953809"/>
                  </a:lnTo>
                  <a:lnTo>
                    <a:pt x="200048" y="953799"/>
                  </a:lnTo>
                  <a:lnTo>
                    <a:pt x="200011" y="953783"/>
                  </a:lnTo>
                  <a:lnTo>
                    <a:pt x="199986" y="953771"/>
                  </a:lnTo>
                  <a:lnTo>
                    <a:pt x="199965" y="953759"/>
                  </a:lnTo>
                  <a:lnTo>
                    <a:pt x="199931" y="953741"/>
                  </a:lnTo>
                  <a:lnTo>
                    <a:pt x="199913" y="953726"/>
                  </a:lnTo>
                  <a:lnTo>
                    <a:pt x="199886" y="953708"/>
                  </a:lnTo>
                  <a:lnTo>
                    <a:pt x="199866" y="953689"/>
                  </a:lnTo>
                  <a:lnTo>
                    <a:pt x="199840" y="953661"/>
                  </a:lnTo>
                  <a:lnTo>
                    <a:pt x="199832" y="953646"/>
                  </a:lnTo>
                  <a:lnTo>
                    <a:pt x="199805" y="953613"/>
                  </a:lnTo>
                  <a:lnTo>
                    <a:pt x="199790" y="953592"/>
                  </a:lnTo>
                  <a:lnTo>
                    <a:pt x="199774" y="953573"/>
                  </a:lnTo>
                  <a:lnTo>
                    <a:pt x="199752" y="953549"/>
                  </a:lnTo>
                  <a:lnTo>
                    <a:pt x="199734" y="953533"/>
                  </a:lnTo>
                  <a:lnTo>
                    <a:pt x="199705" y="953503"/>
                  </a:lnTo>
                  <a:lnTo>
                    <a:pt x="199678" y="953480"/>
                  </a:lnTo>
                  <a:lnTo>
                    <a:pt x="199658" y="953464"/>
                  </a:lnTo>
                  <a:lnTo>
                    <a:pt x="199641" y="953459"/>
                  </a:lnTo>
                  <a:lnTo>
                    <a:pt x="199621" y="953457"/>
                  </a:lnTo>
                  <a:lnTo>
                    <a:pt x="199612" y="953452"/>
                  </a:lnTo>
                  <a:lnTo>
                    <a:pt x="199608" y="953444"/>
                  </a:lnTo>
                  <a:lnTo>
                    <a:pt x="199605" y="953435"/>
                  </a:lnTo>
                  <a:lnTo>
                    <a:pt x="199592" y="953409"/>
                  </a:lnTo>
                  <a:lnTo>
                    <a:pt x="199584" y="953395"/>
                  </a:lnTo>
                  <a:lnTo>
                    <a:pt x="199568" y="953377"/>
                  </a:lnTo>
                  <a:lnTo>
                    <a:pt x="199552" y="953363"/>
                  </a:lnTo>
                  <a:lnTo>
                    <a:pt x="199539" y="953342"/>
                  </a:lnTo>
                  <a:lnTo>
                    <a:pt x="199526" y="953327"/>
                  </a:lnTo>
                  <a:lnTo>
                    <a:pt x="199509" y="953308"/>
                  </a:lnTo>
                  <a:lnTo>
                    <a:pt x="199497" y="953298"/>
                  </a:lnTo>
                  <a:lnTo>
                    <a:pt x="199478" y="953278"/>
                  </a:lnTo>
                  <a:lnTo>
                    <a:pt x="199456" y="953269"/>
                  </a:lnTo>
                  <a:lnTo>
                    <a:pt x="199439" y="953263"/>
                  </a:lnTo>
                  <a:lnTo>
                    <a:pt x="199411" y="953258"/>
                  </a:lnTo>
                  <a:lnTo>
                    <a:pt x="199386" y="953250"/>
                  </a:lnTo>
                  <a:lnTo>
                    <a:pt x="199363" y="953236"/>
                  </a:lnTo>
                  <a:lnTo>
                    <a:pt x="199347" y="953228"/>
                  </a:lnTo>
                  <a:lnTo>
                    <a:pt x="199328" y="953212"/>
                  </a:lnTo>
                  <a:lnTo>
                    <a:pt x="199307" y="953188"/>
                  </a:lnTo>
                  <a:lnTo>
                    <a:pt x="199290" y="953166"/>
                  </a:lnTo>
                  <a:lnTo>
                    <a:pt x="199259" y="953133"/>
                  </a:lnTo>
                  <a:lnTo>
                    <a:pt x="199238" y="953108"/>
                  </a:lnTo>
                  <a:lnTo>
                    <a:pt x="199215" y="953085"/>
                  </a:lnTo>
                  <a:lnTo>
                    <a:pt x="199200" y="953071"/>
                  </a:lnTo>
                  <a:lnTo>
                    <a:pt x="199188" y="953053"/>
                  </a:lnTo>
                  <a:lnTo>
                    <a:pt x="199164" y="953030"/>
                  </a:lnTo>
                  <a:lnTo>
                    <a:pt x="199140" y="952999"/>
                  </a:lnTo>
                  <a:lnTo>
                    <a:pt x="199117" y="952977"/>
                  </a:lnTo>
                  <a:lnTo>
                    <a:pt x="199096" y="952953"/>
                  </a:lnTo>
                  <a:lnTo>
                    <a:pt x="199084" y="952940"/>
                  </a:lnTo>
                  <a:lnTo>
                    <a:pt x="199071" y="952917"/>
                  </a:lnTo>
                  <a:lnTo>
                    <a:pt x="199055" y="952896"/>
                  </a:lnTo>
                  <a:lnTo>
                    <a:pt x="199028" y="952865"/>
                  </a:lnTo>
                  <a:lnTo>
                    <a:pt x="199013" y="952854"/>
                  </a:lnTo>
                  <a:lnTo>
                    <a:pt x="198985" y="952835"/>
                  </a:lnTo>
                  <a:lnTo>
                    <a:pt x="198961" y="952815"/>
                  </a:lnTo>
                  <a:lnTo>
                    <a:pt x="198934" y="952793"/>
                  </a:lnTo>
                  <a:lnTo>
                    <a:pt x="198911" y="952771"/>
                  </a:lnTo>
                  <a:lnTo>
                    <a:pt x="198896" y="952747"/>
                  </a:lnTo>
                  <a:lnTo>
                    <a:pt x="198888" y="952736"/>
                  </a:lnTo>
                  <a:lnTo>
                    <a:pt x="198885" y="952721"/>
                  </a:lnTo>
                  <a:lnTo>
                    <a:pt x="198884" y="952692"/>
                  </a:lnTo>
                  <a:lnTo>
                    <a:pt x="198884" y="952659"/>
                  </a:lnTo>
                  <a:lnTo>
                    <a:pt x="198878" y="952638"/>
                  </a:lnTo>
                  <a:lnTo>
                    <a:pt x="198859" y="952614"/>
                  </a:lnTo>
                  <a:lnTo>
                    <a:pt x="198848" y="952591"/>
                  </a:lnTo>
                  <a:lnTo>
                    <a:pt x="198831" y="952564"/>
                  </a:lnTo>
                  <a:lnTo>
                    <a:pt x="198803" y="952539"/>
                  </a:lnTo>
                  <a:lnTo>
                    <a:pt x="198789" y="952517"/>
                  </a:lnTo>
                  <a:lnTo>
                    <a:pt x="198760" y="952487"/>
                  </a:lnTo>
                  <a:lnTo>
                    <a:pt x="198740" y="952458"/>
                  </a:lnTo>
                  <a:lnTo>
                    <a:pt x="198733" y="952438"/>
                  </a:lnTo>
                  <a:lnTo>
                    <a:pt x="198731" y="952418"/>
                  </a:lnTo>
                  <a:lnTo>
                    <a:pt x="198731" y="952402"/>
                  </a:lnTo>
                  <a:lnTo>
                    <a:pt x="198733" y="952349"/>
                  </a:lnTo>
                  <a:lnTo>
                    <a:pt x="198732" y="952329"/>
                  </a:lnTo>
                  <a:lnTo>
                    <a:pt x="198727" y="952301"/>
                  </a:lnTo>
                  <a:lnTo>
                    <a:pt x="198723" y="952286"/>
                  </a:lnTo>
                  <a:lnTo>
                    <a:pt x="198710" y="952265"/>
                  </a:lnTo>
                  <a:lnTo>
                    <a:pt x="198691" y="952243"/>
                  </a:lnTo>
                  <a:lnTo>
                    <a:pt x="198681" y="952226"/>
                  </a:lnTo>
                  <a:lnTo>
                    <a:pt x="198679" y="952213"/>
                  </a:lnTo>
                  <a:lnTo>
                    <a:pt x="198681" y="952205"/>
                  </a:lnTo>
                  <a:lnTo>
                    <a:pt x="198687" y="952193"/>
                  </a:lnTo>
                  <a:lnTo>
                    <a:pt x="198703" y="952171"/>
                  </a:lnTo>
                  <a:lnTo>
                    <a:pt x="198707" y="952154"/>
                  </a:lnTo>
                  <a:lnTo>
                    <a:pt x="198709" y="952126"/>
                  </a:lnTo>
                  <a:lnTo>
                    <a:pt x="198710" y="952105"/>
                  </a:lnTo>
                  <a:lnTo>
                    <a:pt x="198713" y="952084"/>
                  </a:lnTo>
                  <a:lnTo>
                    <a:pt x="198724" y="952039"/>
                  </a:lnTo>
                  <a:lnTo>
                    <a:pt x="198735" y="951993"/>
                  </a:lnTo>
                  <a:lnTo>
                    <a:pt x="198740" y="951973"/>
                  </a:lnTo>
                  <a:lnTo>
                    <a:pt x="198755" y="951918"/>
                  </a:lnTo>
                  <a:lnTo>
                    <a:pt x="198760" y="951876"/>
                  </a:lnTo>
                  <a:lnTo>
                    <a:pt x="198756" y="951854"/>
                  </a:lnTo>
                  <a:lnTo>
                    <a:pt x="198751" y="951827"/>
                  </a:lnTo>
                  <a:lnTo>
                    <a:pt x="198742" y="951803"/>
                  </a:lnTo>
                  <a:lnTo>
                    <a:pt x="198741" y="951790"/>
                  </a:lnTo>
                  <a:lnTo>
                    <a:pt x="198741" y="951784"/>
                  </a:lnTo>
                  <a:lnTo>
                    <a:pt x="198731" y="951774"/>
                  </a:lnTo>
                  <a:lnTo>
                    <a:pt x="198722" y="951765"/>
                  </a:lnTo>
                  <a:lnTo>
                    <a:pt x="198723" y="951745"/>
                  </a:lnTo>
                  <a:lnTo>
                    <a:pt x="198719" y="951722"/>
                  </a:lnTo>
                  <a:lnTo>
                    <a:pt x="198719" y="951709"/>
                  </a:lnTo>
                  <a:lnTo>
                    <a:pt x="198723" y="951689"/>
                  </a:lnTo>
                  <a:lnTo>
                    <a:pt x="198734" y="951672"/>
                  </a:lnTo>
                  <a:lnTo>
                    <a:pt x="198749" y="951654"/>
                  </a:lnTo>
                  <a:lnTo>
                    <a:pt x="198761" y="951635"/>
                  </a:lnTo>
                  <a:lnTo>
                    <a:pt x="198775" y="951614"/>
                  </a:lnTo>
                  <a:lnTo>
                    <a:pt x="198789" y="951592"/>
                  </a:lnTo>
                  <a:lnTo>
                    <a:pt x="198821" y="951559"/>
                  </a:lnTo>
                  <a:lnTo>
                    <a:pt x="198834" y="951548"/>
                  </a:lnTo>
                  <a:lnTo>
                    <a:pt x="198861" y="951519"/>
                  </a:lnTo>
                  <a:lnTo>
                    <a:pt x="198878" y="951500"/>
                  </a:lnTo>
                  <a:lnTo>
                    <a:pt x="198895" y="951480"/>
                  </a:lnTo>
                  <a:lnTo>
                    <a:pt x="198906" y="951463"/>
                  </a:lnTo>
                  <a:lnTo>
                    <a:pt x="198917" y="951440"/>
                  </a:lnTo>
                  <a:lnTo>
                    <a:pt x="198929" y="951417"/>
                  </a:lnTo>
                  <a:lnTo>
                    <a:pt x="198938" y="951395"/>
                  </a:lnTo>
                  <a:lnTo>
                    <a:pt x="198951" y="951375"/>
                  </a:lnTo>
                  <a:lnTo>
                    <a:pt x="198964" y="951347"/>
                  </a:lnTo>
                  <a:lnTo>
                    <a:pt x="198974" y="951328"/>
                  </a:lnTo>
                  <a:lnTo>
                    <a:pt x="198987" y="951299"/>
                  </a:lnTo>
                  <a:lnTo>
                    <a:pt x="199000" y="951260"/>
                  </a:lnTo>
                  <a:lnTo>
                    <a:pt x="199011" y="951238"/>
                  </a:lnTo>
                  <a:lnTo>
                    <a:pt x="199018" y="951209"/>
                  </a:lnTo>
                  <a:lnTo>
                    <a:pt x="199021" y="951184"/>
                  </a:lnTo>
                  <a:lnTo>
                    <a:pt x="199028" y="951171"/>
                  </a:lnTo>
                  <a:lnTo>
                    <a:pt x="199043" y="951148"/>
                  </a:lnTo>
                  <a:lnTo>
                    <a:pt x="199067" y="951122"/>
                  </a:lnTo>
                  <a:lnTo>
                    <a:pt x="199087" y="951097"/>
                  </a:lnTo>
                  <a:lnTo>
                    <a:pt x="199104" y="951068"/>
                  </a:lnTo>
                  <a:lnTo>
                    <a:pt x="199122" y="951051"/>
                  </a:lnTo>
                  <a:lnTo>
                    <a:pt x="199140" y="951037"/>
                  </a:lnTo>
                  <a:lnTo>
                    <a:pt x="199166" y="951014"/>
                  </a:lnTo>
                  <a:lnTo>
                    <a:pt x="199195" y="950983"/>
                  </a:lnTo>
                  <a:lnTo>
                    <a:pt x="199222" y="950954"/>
                  </a:lnTo>
                  <a:lnTo>
                    <a:pt x="199237" y="950938"/>
                  </a:lnTo>
                  <a:lnTo>
                    <a:pt x="199252" y="950918"/>
                  </a:lnTo>
                  <a:lnTo>
                    <a:pt x="199270" y="950899"/>
                  </a:lnTo>
                  <a:lnTo>
                    <a:pt x="199277" y="950882"/>
                  </a:lnTo>
                  <a:lnTo>
                    <a:pt x="199286" y="950864"/>
                  </a:lnTo>
                  <a:lnTo>
                    <a:pt x="199291" y="950841"/>
                  </a:lnTo>
                  <a:lnTo>
                    <a:pt x="199299" y="950809"/>
                  </a:lnTo>
                  <a:lnTo>
                    <a:pt x="199301" y="950797"/>
                  </a:lnTo>
                  <a:lnTo>
                    <a:pt x="199311" y="950776"/>
                  </a:lnTo>
                  <a:lnTo>
                    <a:pt x="199322" y="950754"/>
                  </a:lnTo>
                  <a:lnTo>
                    <a:pt x="199344" y="950727"/>
                  </a:lnTo>
                  <a:lnTo>
                    <a:pt x="199358" y="950711"/>
                  </a:lnTo>
                  <a:lnTo>
                    <a:pt x="199371" y="950694"/>
                  </a:lnTo>
                  <a:lnTo>
                    <a:pt x="199414" y="950652"/>
                  </a:lnTo>
                  <a:lnTo>
                    <a:pt x="199435" y="950630"/>
                  </a:lnTo>
                  <a:lnTo>
                    <a:pt x="199447" y="950613"/>
                  </a:lnTo>
                  <a:lnTo>
                    <a:pt x="199450" y="950600"/>
                  </a:lnTo>
                  <a:lnTo>
                    <a:pt x="199450" y="950588"/>
                  </a:lnTo>
                  <a:lnTo>
                    <a:pt x="199450" y="950577"/>
                  </a:lnTo>
                  <a:lnTo>
                    <a:pt x="199453" y="950567"/>
                  </a:lnTo>
                  <a:lnTo>
                    <a:pt x="199457" y="950563"/>
                  </a:lnTo>
                  <a:lnTo>
                    <a:pt x="199463" y="950560"/>
                  </a:lnTo>
                  <a:lnTo>
                    <a:pt x="199473" y="950565"/>
                  </a:lnTo>
                  <a:lnTo>
                    <a:pt x="199484" y="950570"/>
                  </a:lnTo>
                  <a:lnTo>
                    <a:pt x="199497" y="950571"/>
                  </a:lnTo>
                  <a:lnTo>
                    <a:pt x="199512" y="950559"/>
                  </a:lnTo>
                  <a:lnTo>
                    <a:pt x="199529" y="950537"/>
                  </a:lnTo>
                  <a:lnTo>
                    <a:pt x="199549" y="950525"/>
                  </a:lnTo>
                  <a:lnTo>
                    <a:pt x="199572" y="950518"/>
                  </a:lnTo>
                  <a:lnTo>
                    <a:pt x="199592" y="950510"/>
                  </a:lnTo>
                  <a:lnTo>
                    <a:pt x="199610" y="950494"/>
                  </a:lnTo>
                  <a:lnTo>
                    <a:pt x="199640" y="950471"/>
                  </a:lnTo>
                  <a:lnTo>
                    <a:pt x="199659" y="950458"/>
                  </a:lnTo>
                  <a:lnTo>
                    <a:pt x="199677" y="950438"/>
                  </a:lnTo>
                  <a:lnTo>
                    <a:pt x="199695" y="950420"/>
                  </a:lnTo>
                  <a:lnTo>
                    <a:pt x="199715" y="950406"/>
                  </a:lnTo>
                  <a:lnTo>
                    <a:pt x="199729" y="950401"/>
                  </a:lnTo>
                  <a:lnTo>
                    <a:pt x="199756" y="950391"/>
                  </a:lnTo>
                  <a:lnTo>
                    <a:pt x="199780" y="950380"/>
                  </a:lnTo>
                  <a:lnTo>
                    <a:pt x="199795" y="950376"/>
                  </a:lnTo>
                  <a:lnTo>
                    <a:pt x="199814" y="950373"/>
                  </a:lnTo>
                  <a:lnTo>
                    <a:pt x="199834" y="950364"/>
                  </a:lnTo>
                  <a:lnTo>
                    <a:pt x="199864" y="950353"/>
                  </a:lnTo>
                  <a:lnTo>
                    <a:pt x="199896" y="950336"/>
                  </a:lnTo>
                  <a:lnTo>
                    <a:pt x="199913" y="950328"/>
                  </a:lnTo>
                  <a:lnTo>
                    <a:pt x="199935" y="950310"/>
                  </a:lnTo>
                  <a:lnTo>
                    <a:pt x="199957" y="950283"/>
                  </a:lnTo>
                  <a:lnTo>
                    <a:pt x="199972" y="950263"/>
                  </a:lnTo>
                  <a:lnTo>
                    <a:pt x="199992" y="950235"/>
                  </a:lnTo>
                  <a:lnTo>
                    <a:pt x="200007" y="950207"/>
                  </a:lnTo>
                  <a:lnTo>
                    <a:pt x="200017" y="950187"/>
                  </a:lnTo>
                  <a:lnTo>
                    <a:pt x="200031" y="950172"/>
                  </a:lnTo>
                  <a:lnTo>
                    <a:pt x="200041" y="950164"/>
                  </a:lnTo>
                  <a:lnTo>
                    <a:pt x="200055" y="950159"/>
                  </a:lnTo>
                  <a:lnTo>
                    <a:pt x="200069" y="950158"/>
                  </a:lnTo>
                  <a:lnTo>
                    <a:pt x="200089" y="950155"/>
                  </a:lnTo>
                  <a:lnTo>
                    <a:pt x="200112" y="950145"/>
                  </a:lnTo>
                  <a:lnTo>
                    <a:pt x="200148" y="950134"/>
                  </a:lnTo>
                  <a:lnTo>
                    <a:pt x="200175" y="950128"/>
                  </a:lnTo>
                  <a:lnTo>
                    <a:pt x="200210" y="950113"/>
                  </a:lnTo>
                  <a:lnTo>
                    <a:pt x="200234" y="950105"/>
                  </a:lnTo>
                  <a:lnTo>
                    <a:pt x="200261" y="950090"/>
                  </a:lnTo>
                  <a:lnTo>
                    <a:pt x="200288" y="950081"/>
                  </a:lnTo>
                  <a:lnTo>
                    <a:pt x="200302" y="950081"/>
                  </a:lnTo>
                  <a:lnTo>
                    <a:pt x="200333" y="950069"/>
                  </a:lnTo>
                  <a:lnTo>
                    <a:pt x="200375" y="950051"/>
                  </a:lnTo>
                  <a:lnTo>
                    <a:pt x="200394" y="950044"/>
                  </a:lnTo>
                  <a:lnTo>
                    <a:pt x="200422" y="950026"/>
                  </a:lnTo>
                  <a:lnTo>
                    <a:pt x="200442" y="950006"/>
                  </a:lnTo>
                  <a:lnTo>
                    <a:pt x="200454" y="949993"/>
                  </a:lnTo>
                  <a:lnTo>
                    <a:pt x="200472" y="949973"/>
                  </a:lnTo>
                  <a:lnTo>
                    <a:pt x="200490" y="949954"/>
                  </a:lnTo>
                  <a:lnTo>
                    <a:pt x="200509" y="949936"/>
                  </a:lnTo>
                  <a:lnTo>
                    <a:pt x="200521" y="949922"/>
                  </a:lnTo>
                  <a:lnTo>
                    <a:pt x="200534" y="949897"/>
                  </a:lnTo>
                  <a:lnTo>
                    <a:pt x="200542" y="949885"/>
                  </a:lnTo>
                  <a:lnTo>
                    <a:pt x="200553" y="949880"/>
                  </a:lnTo>
                  <a:lnTo>
                    <a:pt x="200566" y="949879"/>
                  </a:lnTo>
                  <a:lnTo>
                    <a:pt x="200584" y="949873"/>
                  </a:lnTo>
                  <a:lnTo>
                    <a:pt x="200607" y="949862"/>
                  </a:lnTo>
                  <a:lnTo>
                    <a:pt x="200621" y="949853"/>
                  </a:lnTo>
                  <a:lnTo>
                    <a:pt x="200630" y="949843"/>
                  </a:lnTo>
                  <a:lnTo>
                    <a:pt x="200636" y="949830"/>
                  </a:lnTo>
                  <a:lnTo>
                    <a:pt x="200640" y="949802"/>
                  </a:lnTo>
                  <a:lnTo>
                    <a:pt x="200643" y="949787"/>
                  </a:lnTo>
                  <a:lnTo>
                    <a:pt x="200650" y="949774"/>
                  </a:lnTo>
                  <a:lnTo>
                    <a:pt x="200664" y="949762"/>
                  </a:lnTo>
                  <a:lnTo>
                    <a:pt x="200680" y="949752"/>
                  </a:lnTo>
                  <a:lnTo>
                    <a:pt x="200693" y="949739"/>
                  </a:lnTo>
                  <a:lnTo>
                    <a:pt x="200706" y="949721"/>
                  </a:lnTo>
                  <a:lnTo>
                    <a:pt x="200721" y="949707"/>
                  </a:lnTo>
                  <a:lnTo>
                    <a:pt x="200738" y="949700"/>
                  </a:lnTo>
                  <a:lnTo>
                    <a:pt x="200750" y="949698"/>
                  </a:lnTo>
                  <a:lnTo>
                    <a:pt x="200766" y="949697"/>
                  </a:lnTo>
                  <a:lnTo>
                    <a:pt x="200778" y="949701"/>
                  </a:lnTo>
                  <a:lnTo>
                    <a:pt x="200791" y="949710"/>
                  </a:lnTo>
                  <a:lnTo>
                    <a:pt x="200804" y="949721"/>
                  </a:lnTo>
                  <a:lnTo>
                    <a:pt x="200819" y="949734"/>
                  </a:lnTo>
                  <a:lnTo>
                    <a:pt x="200841" y="949740"/>
                  </a:lnTo>
                  <a:lnTo>
                    <a:pt x="200858" y="949742"/>
                  </a:lnTo>
                  <a:lnTo>
                    <a:pt x="200879" y="949757"/>
                  </a:lnTo>
                  <a:lnTo>
                    <a:pt x="200904" y="949770"/>
                  </a:lnTo>
                  <a:lnTo>
                    <a:pt x="200932" y="949788"/>
                  </a:lnTo>
                  <a:lnTo>
                    <a:pt x="200959" y="949799"/>
                  </a:lnTo>
                  <a:lnTo>
                    <a:pt x="200980" y="949811"/>
                  </a:lnTo>
                  <a:lnTo>
                    <a:pt x="201001" y="949826"/>
                  </a:lnTo>
                  <a:lnTo>
                    <a:pt x="201027" y="949842"/>
                  </a:lnTo>
                  <a:lnTo>
                    <a:pt x="201050" y="949858"/>
                  </a:lnTo>
                  <a:lnTo>
                    <a:pt x="201074" y="949870"/>
                  </a:lnTo>
                  <a:lnTo>
                    <a:pt x="201083" y="949875"/>
                  </a:lnTo>
                  <a:lnTo>
                    <a:pt x="201101" y="949873"/>
                  </a:lnTo>
                  <a:lnTo>
                    <a:pt x="201122" y="949861"/>
                  </a:lnTo>
                  <a:lnTo>
                    <a:pt x="201150" y="949854"/>
                  </a:lnTo>
                  <a:lnTo>
                    <a:pt x="201178" y="949843"/>
                  </a:lnTo>
                  <a:lnTo>
                    <a:pt x="201193" y="949828"/>
                  </a:lnTo>
                  <a:lnTo>
                    <a:pt x="201207" y="949811"/>
                  </a:lnTo>
                  <a:lnTo>
                    <a:pt x="201231" y="949788"/>
                  </a:lnTo>
                  <a:lnTo>
                    <a:pt x="201254" y="949760"/>
                  </a:lnTo>
                  <a:lnTo>
                    <a:pt x="201279" y="949734"/>
                  </a:lnTo>
                  <a:lnTo>
                    <a:pt x="201296" y="949720"/>
                  </a:lnTo>
                  <a:lnTo>
                    <a:pt x="201310" y="949703"/>
                  </a:lnTo>
                  <a:lnTo>
                    <a:pt x="201331" y="949684"/>
                  </a:lnTo>
                  <a:lnTo>
                    <a:pt x="201348" y="949677"/>
                  </a:lnTo>
                  <a:lnTo>
                    <a:pt x="201367" y="949673"/>
                  </a:lnTo>
                  <a:lnTo>
                    <a:pt x="201381" y="949671"/>
                  </a:lnTo>
                  <a:lnTo>
                    <a:pt x="201402" y="949662"/>
                  </a:lnTo>
                  <a:lnTo>
                    <a:pt x="201422" y="949654"/>
                  </a:lnTo>
                  <a:lnTo>
                    <a:pt x="201439" y="949637"/>
                  </a:lnTo>
                  <a:lnTo>
                    <a:pt x="201451" y="949624"/>
                  </a:lnTo>
                  <a:lnTo>
                    <a:pt x="201467" y="949593"/>
                  </a:lnTo>
                  <a:lnTo>
                    <a:pt x="201484" y="949565"/>
                  </a:lnTo>
                  <a:lnTo>
                    <a:pt x="201499" y="949546"/>
                  </a:lnTo>
                  <a:lnTo>
                    <a:pt x="201528" y="949521"/>
                  </a:lnTo>
                  <a:lnTo>
                    <a:pt x="201546" y="949512"/>
                  </a:lnTo>
                  <a:lnTo>
                    <a:pt x="201572" y="949506"/>
                  </a:lnTo>
                  <a:lnTo>
                    <a:pt x="201605" y="949503"/>
                  </a:lnTo>
                  <a:lnTo>
                    <a:pt x="201638" y="949508"/>
                  </a:lnTo>
                  <a:lnTo>
                    <a:pt x="201664" y="949514"/>
                  </a:lnTo>
                  <a:lnTo>
                    <a:pt x="201694" y="949522"/>
                  </a:lnTo>
                  <a:lnTo>
                    <a:pt x="201721" y="949531"/>
                  </a:lnTo>
                  <a:lnTo>
                    <a:pt x="201742" y="949537"/>
                  </a:lnTo>
                  <a:lnTo>
                    <a:pt x="201784" y="949534"/>
                  </a:lnTo>
                  <a:lnTo>
                    <a:pt x="201815" y="949536"/>
                  </a:lnTo>
                  <a:lnTo>
                    <a:pt x="201839" y="949540"/>
                  </a:lnTo>
                  <a:lnTo>
                    <a:pt x="201871" y="949542"/>
                  </a:lnTo>
                  <a:lnTo>
                    <a:pt x="201905" y="949546"/>
                  </a:lnTo>
                  <a:lnTo>
                    <a:pt x="201929" y="949546"/>
                  </a:lnTo>
                  <a:lnTo>
                    <a:pt x="201958" y="949543"/>
                  </a:lnTo>
                  <a:lnTo>
                    <a:pt x="201996" y="949543"/>
                  </a:lnTo>
                  <a:lnTo>
                    <a:pt x="202013" y="949545"/>
                  </a:lnTo>
                  <a:lnTo>
                    <a:pt x="202030" y="949546"/>
                  </a:lnTo>
                  <a:lnTo>
                    <a:pt x="202055" y="949541"/>
                  </a:lnTo>
                  <a:lnTo>
                    <a:pt x="202085" y="949527"/>
                  </a:lnTo>
                  <a:lnTo>
                    <a:pt x="202102" y="949521"/>
                  </a:lnTo>
                  <a:lnTo>
                    <a:pt x="202107" y="949519"/>
                  </a:lnTo>
                  <a:lnTo>
                    <a:pt x="202123" y="949514"/>
                  </a:lnTo>
                  <a:lnTo>
                    <a:pt x="202140" y="949510"/>
                  </a:lnTo>
                  <a:lnTo>
                    <a:pt x="202164" y="949512"/>
                  </a:lnTo>
                  <a:lnTo>
                    <a:pt x="202186" y="949514"/>
                  </a:lnTo>
                  <a:lnTo>
                    <a:pt x="202200" y="949510"/>
                  </a:lnTo>
                  <a:lnTo>
                    <a:pt x="202214" y="949501"/>
                  </a:lnTo>
                  <a:lnTo>
                    <a:pt x="202240" y="949475"/>
                  </a:lnTo>
                  <a:lnTo>
                    <a:pt x="202270" y="949443"/>
                  </a:lnTo>
                  <a:lnTo>
                    <a:pt x="202292" y="949406"/>
                  </a:lnTo>
                  <a:lnTo>
                    <a:pt x="202306" y="949391"/>
                  </a:lnTo>
                  <a:lnTo>
                    <a:pt x="202328" y="949359"/>
                  </a:lnTo>
                  <a:lnTo>
                    <a:pt x="202343" y="949344"/>
                  </a:lnTo>
                  <a:lnTo>
                    <a:pt x="202362" y="949327"/>
                  </a:lnTo>
                  <a:lnTo>
                    <a:pt x="202374" y="949318"/>
                  </a:lnTo>
                  <a:lnTo>
                    <a:pt x="202394" y="949301"/>
                  </a:lnTo>
                  <a:lnTo>
                    <a:pt x="202410" y="949284"/>
                  </a:lnTo>
                  <a:lnTo>
                    <a:pt x="202431" y="949255"/>
                  </a:lnTo>
                  <a:lnTo>
                    <a:pt x="202452" y="949229"/>
                  </a:lnTo>
                  <a:lnTo>
                    <a:pt x="202455" y="949206"/>
                  </a:lnTo>
                  <a:lnTo>
                    <a:pt x="202454" y="949194"/>
                  </a:lnTo>
                  <a:lnTo>
                    <a:pt x="202446" y="949180"/>
                  </a:lnTo>
                  <a:lnTo>
                    <a:pt x="202426" y="949161"/>
                  </a:lnTo>
                  <a:lnTo>
                    <a:pt x="202410" y="949143"/>
                  </a:lnTo>
                  <a:lnTo>
                    <a:pt x="202406" y="949129"/>
                  </a:lnTo>
                  <a:lnTo>
                    <a:pt x="202401" y="949106"/>
                  </a:lnTo>
                  <a:lnTo>
                    <a:pt x="202396" y="949046"/>
                  </a:lnTo>
                  <a:lnTo>
                    <a:pt x="202393" y="949022"/>
                  </a:lnTo>
                  <a:lnTo>
                    <a:pt x="202385" y="948992"/>
                  </a:lnTo>
                  <a:lnTo>
                    <a:pt x="202378" y="948979"/>
                  </a:lnTo>
                  <a:lnTo>
                    <a:pt x="202356" y="948965"/>
                  </a:lnTo>
                  <a:lnTo>
                    <a:pt x="202329" y="948959"/>
                  </a:lnTo>
                  <a:lnTo>
                    <a:pt x="202293" y="948955"/>
                  </a:lnTo>
                  <a:lnTo>
                    <a:pt x="202275" y="948952"/>
                  </a:lnTo>
                  <a:lnTo>
                    <a:pt x="202255" y="948948"/>
                  </a:lnTo>
                  <a:lnTo>
                    <a:pt x="202239" y="948940"/>
                  </a:lnTo>
                  <a:lnTo>
                    <a:pt x="202225" y="948931"/>
                  </a:lnTo>
                  <a:lnTo>
                    <a:pt x="202217" y="948918"/>
                  </a:lnTo>
                  <a:lnTo>
                    <a:pt x="202213" y="948902"/>
                  </a:lnTo>
                  <a:lnTo>
                    <a:pt x="202213" y="948881"/>
                  </a:lnTo>
                  <a:lnTo>
                    <a:pt x="202219" y="948860"/>
                  </a:lnTo>
                  <a:lnTo>
                    <a:pt x="202224" y="948831"/>
                  </a:lnTo>
                  <a:lnTo>
                    <a:pt x="202227" y="948813"/>
                  </a:lnTo>
                  <a:lnTo>
                    <a:pt x="202243" y="948791"/>
                  </a:lnTo>
                  <a:lnTo>
                    <a:pt x="202284" y="948762"/>
                  </a:lnTo>
                  <a:lnTo>
                    <a:pt x="202310" y="948748"/>
                  </a:lnTo>
                  <a:lnTo>
                    <a:pt x="202353" y="948718"/>
                  </a:lnTo>
                  <a:lnTo>
                    <a:pt x="202380" y="948704"/>
                  </a:lnTo>
                  <a:lnTo>
                    <a:pt x="202422" y="948674"/>
                  </a:lnTo>
                  <a:lnTo>
                    <a:pt x="202452" y="948648"/>
                  </a:lnTo>
                  <a:lnTo>
                    <a:pt x="202477" y="948621"/>
                  </a:lnTo>
                  <a:lnTo>
                    <a:pt x="202500" y="948596"/>
                  </a:lnTo>
                  <a:lnTo>
                    <a:pt x="202511" y="948576"/>
                  </a:lnTo>
                  <a:lnTo>
                    <a:pt x="202520" y="948549"/>
                  </a:lnTo>
                  <a:lnTo>
                    <a:pt x="202524" y="948544"/>
                  </a:lnTo>
                  <a:lnTo>
                    <a:pt x="202543" y="948529"/>
                  </a:lnTo>
                  <a:lnTo>
                    <a:pt x="202562" y="948515"/>
                  </a:lnTo>
                  <a:lnTo>
                    <a:pt x="202574" y="948503"/>
                  </a:lnTo>
                  <a:lnTo>
                    <a:pt x="202576" y="948499"/>
                  </a:lnTo>
                  <a:lnTo>
                    <a:pt x="202586" y="948484"/>
                  </a:lnTo>
                  <a:lnTo>
                    <a:pt x="202590" y="948472"/>
                  </a:lnTo>
                  <a:lnTo>
                    <a:pt x="202588" y="948444"/>
                  </a:lnTo>
                  <a:lnTo>
                    <a:pt x="202587" y="948409"/>
                  </a:lnTo>
                  <a:lnTo>
                    <a:pt x="202585" y="948390"/>
                  </a:lnTo>
                  <a:lnTo>
                    <a:pt x="202587" y="948377"/>
                  </a:lnTo>
                  <a:lnTo>
                    <a:pt x="202594" y="948361"/>
                  </a:lnTo>
                  <a:lnTo>
                    <a:pt x="202603" y="948350"/>
                  </a:lnTo>
                  <a:lnTo>
                    <a:pt x="202616" y="948347"/>
                  </a:lnTo>
                  <a:lnTo>
                    <a:pt x="202623" y="948341"/>
                  </a:lnTo>
                  <a:lnTo>
                    <a:pt x="202626" y="948332"/>
                  </a:lnTo>
                  <a:lnTo>
                    <a:pt x="202620" y="948307"/>
                  </a:lnTo>
                  <a:lnTo>
                    <a:pt x="202618" y="948297"/>
                  </a:lnTo>
                  <a:lnTo>
                    <a:pt x="202617" y="948285"/>
                  </a:lnTo>
                  <a:lnTo>
                    <a:pt x="202621" y="948274"/>
                  </a:lnTo>
                  <a:lnTo>
                    <a:pt x="202632" y="948263"/>
                  </a:lnTo>
                  <a:lnTo>
                    <a:pt x="202650" y="948255"/>
                  </a:lnTo>
                  <a:lnTo>
                    <a:pt x="202672" y="948250"/>
                  </a:lnTo>
                  <a:lnTo>
                    <a:pt x="202680" y="948246"/>
                  </a:lnTo>
                  <a:lnTo>
                    <a:pt x="202687" y="948238"/>
                  </a:lnTo>
                  <a:lnTo>
                    <a:pt x="202692" y="948224"/>
                  </a:lnTo>
                  <a:lnTo>
                    <a:pt x="202698" y="948210"/>
                  </a:lnTo>
                  <a:lnTo>
                    <a:pt x="202711" y="948200"/>
                  </a:lnTo>
                  <a:lnTo>
                    <a:pt x="202729" y="948187"/>
                  </a:lnTo>
                  <a:lnTo>
                    <a:pt x="202746" y="948181"/>
                  </a:lnTo>
                  <a:lnTo>
                    <a:pt x="202763" y="948176"/>
                  </a:lnTo>
                  <a:lnTo>
                    <a:pt x="202775" y="948169"/>
                  </a:lnTo>
                  <a:lnTo>
                    <a:pt x="202786" y="948150"/>
                  </a:lnTo>
                  <a:lnTo>
                    <a:pt x="202794" y="948131"/>
                  </a:lnTo>
                  <a:lnTo>
                    <a:pt x="202805" y="948108"/>
                  </a:lnTo>
                  <a:lnTo>
                    <a:pt x="202813" y="948079"/>
                  </a:lnTo>
                  <a:lnTo>
                    <a:pt x="202822" y="948052"/>
                  </a:lnTo>
                  <a:lnTo>
                    <a:pt x="202834" y="948018"/>
                  </a:lnTo>
                  <a:lnTo>
                    <a:pt x="202841" y="948005"/>
                  </a:lnTo>
                  <a:lnTo>
                    <a:pt x="202845" y="948000"/>
                  </a:lnTo>
                  <a:lnTo>
                    <a:pt x="202849" y="947993"/>
                  </a:lnTo>
                  <a:lnTo>
                    <a:pt x="202871" y="947981"/>
                  </a:lnTo>
                  <a:lnTo>
                    <a:pt x="202888" y="947976"/>
                  </a:lnTo>
                  <a:lnTo>
                    <a:pt x="202899" y="947967"/>
                  </a:lnTo>
                  <a:lnTo>
                    <a:pt x="202915" y="947943"/>
                  </a:lnTo>
                  <a:lnTo>
                    <a:pt x="202928" y="947909"/>
                  </a:lnTo>
                  <a:lnTo>
                    <a:pt x="202934" y="947892"/>
                  </a:lnTo>
                  <a:lnTo>
                    <a:pt x="202941" y="947884"/>
                  </a:lnTo>
                  <a:lnTo>
                    <a:pt x="202957" y="947879"/>
                  </a:lnTo>
                  <a:lnTo>
                    <a:pt x="202986" y="947881"/>
                  </a:lnTo>
                  <a:lnTo>
                    <a:pt x="203021" y="947881"/>
                  </a:lnTo>
                  <a:lnTo>
                    <a:pt x="203046" y="947880"/>
                  </a:lnTo>
                  <a:lnTo>
                    <a:pt x="203079" y="947871"/>
                  </a:lnTo>
                  <a:lnTo>
                    <a:pt x="203107" y="947862"/>
                  </a:lnTo>
                  <a:lnTo>
                    <a:pt x="203135" y="947847"/>
                  </a:lnTo>
                  <a:lnTo>
                    <a:pt x="203164" y="947822"/>
                  </a:lnTo>
                  <a:lnTo>
                    <a:pt x="203185" y="947802"/>
                  </a:lnTo>
                  <a:lnTo>
                    <a:pt x="203202" y="947791"/>
                  </a:lnTo>
                  <a:lnTo>
                    <a:pt x="203221" y="947774"/>
                  </a:lnTo>
                  <a:lnTo>
                    <a:pt x="203241" y="947750"/>
                  </a:lnTo>
                  <a:lnTo>
                    <a:pt x="203260" y="947718"/>
                  </a:lnTo>
                  <a:lnTo>
                    <a:pt x="203270" y="947698"/>
                  </a:lnTo>
                  <a:lnTo>
                    <a:pt x="203281" y="947677"/>
                  </a:lnTo>
                  <a:lnTo>
                    <a:pt x="203289" y="947661"/>
                  </a:lnTo>
                  <a:lnTo>
                    <a:pt x="203296" y="947647"/>
                  </a:lnTo>
                  <a:lnTo>
                    <a:pt x="203308" y="947641"/>
                  </a:lnTo>
                  <a:lnTo>
                    <a:pt x="203325" y="947631"/>
                  </a:lnTo>
                  <a:lnTo>
                    <a:pt x="203334" y="947626"/>
                  </a:lnTo>
                  <a:lnTo>
                    <a:pt x="203342" y="947617"/>
                  </a:lnTo>
                  <a:lnTo>
                    <a:pt x="203341" y="947599"/>
                  </a:lnTo>
                  <a:lnTo>
                    <a:pt x="203340" y="947575"/>
                  </a:lnTo>
                  <a:lnTo>
                    <a:pt x="203328" y="947539"/>
                  </a:lnTo>
                  <a:lnTo>
                    <a:pt x="203323" y="947528"/>
                  </a:lnTo>
                  <a:lnTo>
                    <a:pt x="203323" y="947510"/>
                  </a:lnTo>
                  <a:lnTo>
                    <a:pt x="203331" y="947489"/>
                  </a:lnTo>
                  <a:lnTo>
                    <a:pt x="203329" y="947482"/>
                  </a:lnTo>
                  <a:lnTo>
                    <a:pt x="203324" y="947476"/>
                  </a:lnTo>
                  <a:lnTo>
                    <a:pt x="203302" y="947451"/>
                  </a:lnTo>
                  <a:lnTo>
                    <a:pt x="203299" y="947431"/>
                  </a:lnTo>
                  <a:lnTo>
                    <a:pt x="203295" y="947401"/>
                  </a:lnTo>
                  <a:lnTo>
                    <a:pt x="203291" y="947363"/>
                  </a:lnTo>
                  <a:lnTo>
                    <a:pt x="203284" y="947331"/>
                  </a:lnTo>
                  <a:lnTo>
                    <a:pt x="203270" y="947293"/>
                  </a:lnTo>
                  <a:lnTo>
                    <a:pt x="203261" y="947279"/>
                  </a:lnTo>
                  <a:lnTo>
                    <a:pt x="203262" y="947259"/>
                  </a:lnTo>
                  <a:lnTo>
                    <a:pt x="203274" y="947228"/>
                  </a:lnTo>
                  <a:lnTo>
                    <a:pt x="203281" y="947200"/>
                  </a:lnTo>
                  <a:lnTo>
                    <a:pt x="203292" y="947160"/>
                  </a:lnTo>
                  <a:lnTo>
                    <a:pt x="203301" y="947137"/>
                  </a:lnTo>
                  <a:lnTo>
                    <a:pt x="203307" y="947117"/>
                  </a:lnTo>
                  <a:lnTo>
                    <a:pt x="203310" y="947079"/>
                  </a:lnTo>
                  <a:lnTo>
                    <a:pt x="203313" y="947061"/>
                  </a:lnTo>
                  <a:lnTo>
                    <a:pt x="203317" y="947040"/>
                  </a:lnTo>
                  <a:lnTo>
                    <a:pt x="203313" y="947017"/>
                  </a:lnTo>
                  <a:lnTo>
                    <a:pt x="203299" y="946997"/>
                  </a:lnTo>
                  <a:lnTo>
                    <a:pt x="203287" y="946984"/>
                  </a:lnTo>
                  <a:lnTo>
                    <a:pt x="203288" y="946962"/>
                  </a:lnTo>
                  <a:lnTo>
                    <a:pt x="203282" y="946941"/>
                  </a:lnTo>
                  <a:lnTo>
                    <a:pt x="203277" y="946932"/>
                  </a:lnTo>
                  <a:lnTo>
                    <a:pt x="203263" y="946924"/>
                  </a:lnTo>
                  <a:lnTo>
                    <a:pt x="203251" y="946915"/>
                  </a:lnTo>
                  <a:lnTo>
                    <a:pt x="203243" y="946899"/>
                  </a:lnTo>
                  <a:lnTo>
                    <a:pt x="203232" y="946876"/>
                  </a:lnTo>
                  <a:lnTo>
                    <a:pt x="203219" y="946841"/>
                  </a:lnTo>
                  <a:lnTo>
                    <a:pt x="203205" y="946831"/>
                  </a:lnTo>
                  <a:lnTo>
                    <a:pt x="203192" y="946823"/>
                  </a:lnTo>
                  <a:lnTo>
                    <a:pt x="203172" y="946814"/>
                  </a:lnTo>
                  <a:lnTo>
                    <a:pt x="203127" y="946805"/>
                  </a:lnTo>
                  <a:lnTo>
                    <a:pt x="203120" y="946799"/>
                  </a:lnTo>
                  <a:lnTo>
                    <a:pt x="203112" y="946792"/>
                  </a:lnTo>
                  <a:lnTo>
                    <a:pt x="203101" y="946791"/>
                  </a:lnTo>
                  <a:lnTo>
                    <a:pt x="203086" y="946806"/>
                  </a:lnTo>
                  <a:lnTo>
                    <a:pt x="203077" y="946818"/>
                  </a:lnTo>
                  <a:lnTo>
                    <a:pt x="203035" y="946839"/>
                  </a:lnTo>
                  <a:lnTo>
                    <a:pt x="203014" y="946849"/>
                  </a:lnTo>
                  <a:lnTo>
                    <a:pt x="202994" y="946861"/>
                  </a:lnTo>
                  <a:lnTo>
                    <a:pt x="202982" y="946870"/>
                  </a:lnTo>
                  <a:lnTo>
                    <a:pt x="202968" y="946873"/>
                  </a:lnTo>
                  <a:lnTo>
                    <a:pt x="202962" y="946874"/>
                  </a:lnTo>
                  <a:lnTo>
                    <a:pt x="202954" y="946870"/>
                  </a:lnTo>
                  <a:lnTo>
                    <a:pt x="202943" y="946857"/>
                  </a:lnTo>
                  <a:lnTo>
                    <a:pt x="202932" y="946830"/>
                  </a:lnTo>
                  <a:lnTo>
                    <a:pt x="202923" y="946801"/>
                  </a:lnTo>
                  <a:lnTo>
                    <a:pt x="202922" y="946788"/>
                  </a:lnTo>
                  <a:lnTo>
                    <a:pt x="202925" y="946768"/>
                  </a:lnTo>
                  <a:lnTo>
                    <a:pt x="202922" y="946754"/>
                  </a:lnTo>
                  <a:lnTo>
                    <a:pt x="202914" y="946743"/>
                  </a:lnTo>
                  <a:lnTo>
                    <a:pt x="202890" y="946730"/>
                  </a:lnTo>
                  <a:lnTo>
                    <a:pt x="202870" y="946719"/>
                  </a:lnTo>
                  <a:lnTo>
                    <a:pt x="202860" y="946710"/>
                  </a:lnTo>
                  <a:lnTo>
                    <a:pt x="202841" y="946698"/>
                  </a:lnTo>
                  <a:lnTo>
                    <a:pt x="202805" y="946694"/>
                  </a:lnTo>
                  <a:lnTo>
                    <a:pt x="202726" y="946678"/>
                  </a:lnTo>
                  <a:lnTo>
                    <a:pt x="202677" y="946663"/>
                  </a:lnTo>
                  <a:lnTo>
                    <a:pt x="202648" y="946656"/>
                  </a:lnTo>
                  <a:lnTo>
                    <a:pt x="202613" y="946647"/>
                  </a:lnTo>
                  <a:lnTo>
                    <a:pt x="202588" y="946637"/>
                  </a:lnTo>
                  <a:lnTo>
                    <a:pt x="202576" y="946633"/>
                  </a:lnTo>
                  <a:lnTo>
                    <a:pt x="202567" y="946630"/>
                  </a:lnTo>
                  <a:lnTo>
                    <a:pt x="202546" y="946622"/>
                  </a:lnTo>
                  <a:lnTo>
                    <a:pt x="202542" y="946618"/>
                  </a:lnTo>
                  <a:lnTo>
                    <a:pt x="202532" y="946608"/>
                  </a:lnTo>
                  <a:lnTo>
                    <a:pt x="202524" y="946596"/>
                  </a:lnTo>
                  <a:lnTo>
                    <a:pt x="202509" y="946596"/>
                  </a:lnTo>
                  <a:lnTo>
                    <a:pt x="202473" y="946599"/>
                  </a:lnTo>
                  <a:lnTo>
                    <a:pt x="202447" y="946599"/>
                  </a:lnTo>
                  <a:lnTo>
                    <a:pt x="202416" y="946592"/>
                  </a:lnTo>
                  <a:lnTo>
                    <a:pt x="202378" y="946583"/>
                  </a:lnTo>
                  <a:lnTo>
                    <a:pt x="202359" y="946578"/>
                  </a:lnTo>
                  <a:lnTo>
                    <a:pt x="202328" y="946570"/>
                  </a:lnTo>
                  <a:lnTo>
                    <a:pt x="202313" y="946568"/>
                  </a:lnTo>
                  <a:lnTo>
                    <a:pt x="202305" y="946565"/>
                  </a:lnTo>
                  <a:lnTo>
                    <a:pt x="202299" y="946557"/>
                  </a:lnTo>
                  <a:lnTo>
                    <a:pt x="202289" y="946542"/>
                  </a:lnTo>
                  <a:lnTo>
                    <a:pt x="202279" y="946531"/>
                  </a:lnTo>
                  <a:lnTo>
                    <a:pt x="202264" y="946521"/>
                  </a:lnTo>
                  <a:lnTo>
                    <a:pt x="202233" y="946513"/>
                  </a:lnTo>
                  <a:lnTo>
                    <a:pt x="202211" y="946502"/>
                  </a:lnTo>
                  <a:lnTo>
                    <a:pt x="202189" y="946491"/>
                  </a:lnTo>
                  <a:lnTo>
                    <a:pt x="202163" y="946480"/>
                  </a:lnTo>
                  <a:lnTo>
                    <a:pt x="202139" y="946471"/>
                  </a:lnTo>
                  <a:lnTo>
                    <a:pt x="202121" y="946453"/>
                  </a:lnTo>
                  <a:lnTo>
                    <a:pt x="202094" y="946435"/>
                  </a:lnTo>
                  <a:lnTo>
                    <a:pt x="202082" y="946424"/>
                  </a:lnTo>
                  <a:lnTo>
                    <a:pt x="202072" y="946413"/>
                  </a:lnTo>
                  <a:lnTo>
                    <a:pt x="202064" y="946393"/>
                  </a:lnTo>
                  <a:lnTo>
                    <a:pt x="202056" y="946368"/>
                  </a:lnTo>
                  <a:lnTo>
                    <a:pt x="202046" y="946342"/>
                  </a:lnTo>
                  <a:lnTo>
                    <a:pt x="202029" y="946321"/>
                  </a:lnTo>
                  <a:lnTo>
                    <a:pt x="202018" y="946293"/>
                  </a:lnTo>
                  <a:lnTo>
                    <a:pt x="202007" y="946271"/>
                  </a:lnTo>
                  <a:lnTo>
                    <a:pt x="202005" y="946251"/>
                  </a:lnTo>
                  <a:lnTo>
                    <a:pt x="202003" y="946228"/>
                  </a:lnTo>
                  <a:lnTo>
                    <a:pt x="201999" y="946207"/>
                  </a:lnTo>
                  <a:lnTo>
                    <a:pt x="202000" y="946189"/>
                  </a:lnTo>
                  <a:lnTo>
                    <a:pt x="202002" y="946165"/>
                  </a:lnTo>
                  <a:lnTo>
                    <a:pt x="201999" y="946155"/>
                  </a:lnTo>
                  <a:lnTo>
                    <a:pt x="201990" y="946145"/>
                  </a:lnTo>
                  <a:lnTo>
                    <a:pt x="201966" y="946129"/>
                  </a:lnTo>
                  <a:lnTo>
                    <a:pt x="201960" y="946122"/>
                  </a:lnTo>
                  <a:lnTo>
                    <a:pt x="201957" y="946114"/>
                  </a:lnTo>
                  <a:lnTo>
                    <a:pt x="201952" y="946099"/>
                  </a:lnTo>
                  <a:lnTo>
                    <a:pt x="201950" y="946087"/>
                  </a:lnTo>
                  <a:lnTo>
                    <a:pt x="201951" y="946070"/>
                  </a:lnTo>
                  <a:lnTo>
                    <a:pt x="201956" y="946052"/>
                  </a:lnTo>
                  <a:lnTo>
                    <a:pt x="201964" y="946037"/>
                  </a:lnTo>
                  <a:lnTo>
                    <a:pt x="201976" y="946005"/>
                  </a:lnTo>
                  <a:lnTo>
                    <a:pt x="201986" y="945990"/>
                  </a:lnTo>
                  <a:lnTo>
                    <a:pt x="201993" y="945971"/>
                  </a:lnTo>
                  <a:lnTo>
                    <a:pt x="201999" y="945944"/>
                  </a:lnTo>
                  <a:lnTo>
                    <a:pt x="202000" y="945909"/>
                  </a:lnTo>
                  <a:lnTo>
                    <a:pt x="202000" y="945886"/>
                  </a:lnTo>
                  <a:lnTo>
                    <a:pt x="201995" y="945872"/>
                  </a:lnTo>
                  <a:lnTo>
                    <a:pt x="201982" y="945860"/>
                  </a:lnTo>
                  <a:lnTo>
                    <a:pt x="201969" y="945850"/>
                  </a:lnTo>
                  <a:lnTo>
                    <a:pt x="201942" y="945842"/>
                  </a:lnTo>
                  <a:lnTo>
                    <a:pt x="201915" y="945835"/>
                  </a:lnTo>
                  <a:lnTo>
                    <a:pt x="201888" y="945829"/>
                  </a:lnTo>
                  <a:lnTo>
                    <a:pt x="201857" y="945823"/>
                  </a:lnTo>
                  <a:lnTo>
                    <a:pt x="201823" y="945815"/>
                  </a:lnTo>
                  <a:lnTo>
                    <a:pt x="201792" y="945802"/>
                  </a:lnTo>
                  <a:lnTo>
                    <a:pt x="201766" y="945786"/>
                  </a:lnTo>
                  <a:lnTo>
                    <a:pt x="201724" y="945752"/>
                  </a:lnTo>
                  <a:lnTo>
                    <a:pt x="201707" y="945738"/>
                  </a:lnTo>
                  <a:lnTo>
                    <a:pt x="201670" y="945706"/>
                  </a:lnTo>
                  <a:lnTo>
                    <a:pt x="201642" y="945674"/>
                  </a:lnTo>
                  <a:lnTo>
                    <a:pt x="201632" y="945660"/>
                  </a:lnTo>
                  <a:lnTo>
                    <a:pt x="201608" y="945635"/>
                  </a:lnTo>
                  <a:lnTo>
                    <a:pt x="201593" y="945622"/>
                  </a:lnTo>
                  <a:lnTo>
                    <a:pt x="201581" y="945616"/>
                  </a:lnTo>
                  <a:lnTo>
                    <a:pt x="201569" y="945614"/>
                  </a:lnTo>
                  <a:lnTo>
                    <a:pt x="201547" y="945613"/>
                  </a:lnTo>
                  <a:lnTo>
                    <a:pt x="201532" y="945611"/>
                  </a:lnTo>
                  <a:lnTo>
                    <a:pt x="201509" y="945599"/>
                  </a:lnTo>
                  <a:lnTo>
                    <a:pt x="201490" y="945584"/>
                  </a:lnTo>
                  <a:lnTo>
                    <a:pt x="201468" y="945572"/>
                  </a:lnTo>
                  <a:lnTo>
                    <a:pt x="201448" y="945562"/>
                  </a:lnTo>
                  <a:lnTo>
                    <a:pt x="201422" y="945547"/>
                  </a:lnTo>
                  <a:lnTo>
                    <a:pt x="201407" y="945541"/>
                  </a:lnTo>
                  <a:lnTo>
                    <a:pt x="201379" y="945531"/>
                  </a:lnTo>
                  <a:lnTo>
                    <a:pt x="201327" y="945515"/>
                  </a:lnTo>
                  <a:lnTo>
                    <a:pt x="201297" y="945505"/>
                  </a:lnTo>
                  <a:lnTo>
                    <a:pt x="201272" y="945494"/>
                  </a:lnTo>
                  <a:lnTo>
                    <a:pt x="201256" y="945483"/>
                  </a:lnTo>
                  <a:lnTo>
                    <a:pt x="201244" y="945471"/>
                  </a:lnTo>
                  <a:lnTo>
                    <a:pt x="201236" y="945458"/>
                  </a:lnTo>
                  <a:lnTo>
                    <a:pt x="201229" y="945437"/>
                  </a:lnTo>
                  <a:lnTo>
                    <a:pt x="201220" y="945424"/>
                  </a:lnTo>
                  <a:lnTo>
                    <a:pt x="201208" y="945411"/>
                  </a:lnTo>
                  <a:lnTo>
                    <a:pt x="201187" y="945401"/>
                  </a:lnTo>
                  <a:lnTo>
                    <a:pt x="201171" y="945382"/>
                  </a:lnTo>
                  <a:lnTo>
                    <a:pt x="201162" y="945361"/>
                  </a:lnTo>
                  <a:lnTo>
                    <a:pt x="201151" y="945335"/>
                  </a:lnTo>
                  <a:lnTo>
                    <a:pt x="201137" y="945314"/>
                  </a:lnTo>
                  <a:lnTo>
                    <a:pt x="201127" y="945294"/>
                  </a:lnTo>
                  <a:lnTo>
                    <a:pt x="201117" y="945273"/>
                  </a:lnTo>
                  <a:lnTo>
                    <a:pt x="201110" y="945257"/>
                  </a:lnTo>
                  <a:lnTo>
                    <a:pt x="201104" y="945235"/>
                  </a:lnTo>
                  <a:lnTo>
                    <a:pt x="201099" y="945204"/>
                  </a:lnTo>
                  <a:lnTo>
                    <a:pt x="201091" y="945183"/>
                  </a:lnTo>
                  <a:lnTo>
                    <a:pt x="201082" y="945169"/>
                  </a:lnTo>
                  <a:lnTo>
                    <a:pt x="201070" y="945158"/>
                  </a:lnTo>
                  <a:lnTo>
                    <a:pt x="201053" y="945143"/>
                  </a:lnTo>
                  <a:lnTo>
                    <a:pt x="201043" y="945137"/>
                  </a:lnTo>
                  <a:lnTo>
                    <a:pt x="201032" y="945128"/>
                  </a:lnTo>
                  <a:lnTo>
                    <a:pt x="201009" y="945114"/>
                  </a:lnTo>
                  <a:lnTo>
                    <a:pt x="200984" y="945101"/>
                  </a:lnTo>
                  <a:lnTo>
                    <a:pt x="200962" y="945083"/>
                  </a:lnTo>
                  <a:lnTo>
                    <a:pt x="200936" y="945063"/>
                  </a:lnTo>
                  <a:lnTo>
                    <a:pt x="200919" y="945052"/>
                  </a:lnTo>
                  <a:lnTo>
                    <a:pt x="200891" y="945029"/>
                  </a:lnTo>
                  <a:lnTo>
                    <a:pt x="200871" y="945011"/>
                  </a:lnTo>
                  <a:lnTo>
                    <a:pt x="200850" y="944995"/>
                  </a:lnTo>
                  <a:lnTo>
                    <a:pt x="200841" y="944985"/>
                  </a:lnTo>
                  <a:lnTo>
                    <a:pt x="200821" y="944955"/>
                  </a:lnTo>
                  <a:lnTo>
                    <a:pt x="200803" y="944930"/>
                  </a:lnTo>
                  <a:lnTo>
                    <a:pt x="200786" y="944915"/>
                  </a:lnTo>
                  <a:lnTo>
                    <a:pt x="200770" y="944896"/>
                  </a:lnTo>
                  <a:lnTo>
                    <a:pt x="200751" y="944883"/>
                  </a:lnTo>
                  <a:lnTo>
                    <a:pt x="200727" y="944870"/>
                  </a:lnTo>
                  <a:lnTo>
                    <a:pt x="200706" y="944863"/>
                  </a:lnTo>
                  <a:lnTo>
                    <a:pt x="200686" y="944862"/>
                  </a:lnTo>
                  <a:lnTo>
                    <a:pt x="200665" y="944857"/>
                  </a:lnTo>
                  <a:lnTo>
                    <a:pt x="200652" y="944853"/>
                  </a:lnTo>
                  <a:lnTo>
                    <a:pt x="200630" y="944847"/>
                  </a:lnTo>
                  <a:lnTo>
                    <a:pt x="200600" y="944837"/>
                  </a:lnTo>
                  <a:lnTo>
                    <a:pt x="200578" y="944825"/>
                  </a:lnTo>
                  <a:lnTo>
                    <a:pt x="200560" y="944819"/>
                  </a:lnTo>
                  <a:lnTo>
                    <a:pt x="200543" y="944818"/>
                  </a:lnTo>
                  <a:lnTo>
                    <a:pt x="200528" y="944817"/>
                  </a:lnTo>
                  <a:lnTo>
                    <a:pt x="200516" y="944813"/>
                  </a:lnTo>
                  <a:lnTo>
                    <a:pt x="200504" y="944802"/>
                  </a:lnTo>
                  <a:lnTo>
                    <a:pt x="200496" y="944793"/>
                  </a:lnTo>
                  <a:lnTo>
                    <a:pt x="200476" y="944776"/>
                  </a:lnTo>
                  <a:lnTo>
                    <a:pt x="200454" y="944768"/>
                  </a:lnTo>
                  <a:lnTo>
                    <a:pt x="200426" y="944759"/>
                  </a:lnTo>
                  <a:lnTo>
                    <a:pt x="200395" y="944747"/>
                  </a:lnTo>
                  <a:lnTo>
                    <a:pt x="200368" y="944740"/>
                  </a:lnTo>
                  <a:lnTo>
                    <a:pt x="200347" y="944734"/>
                  </a:lnTo>
                  <a:lnTo>
                    <a:pt x="200319" y="944733"/>
                  </a:lnTo>
                  <a:lnTo>
                    <a:pt x="200294" y="944733"/>
                  </a:lnTo>
                  <a:lnTo>
                    <a:pt x="200261" y="944722"/>
                  </a:lnTo>
                  <a:lnTo>
                    <a:pt x="200234" y="944717"/>
                  </a:lnTo>
                  <a:lnTo>
                    <a:pt x="200195" y="944705"/>
                  </a:lnTo>
                  <a:lnTo>
                    <a:pt x="200176" y="944696"/>
                  </a:lnTo>
                  <a:lnTo>
                    <a:pt x="200156" y="944693"/>
                  </a:lnTo>
                  <a:lnTo>
                    <a:pt x="200144" y="944694"/>
                  </a:lnTo>
                  <a:lnTo>
                    <a:pt x="200114" y="944701"/>
                  </a:lnTo>
                  <a:lnTo>
                    <a:pt x="200102" y="944702"/>
                  </a:lnTo>
                  <a:lnTo>
                    <a:pt x="200089" y="944698"/>
                  </a:lnTo>
                  <a:lnTo>
                    <a:pt x="200059" y="944679"/>
                  </a:lnTo>
                  <a:lnTo>
                    <a:pt x="200039" y="944671"/>
                  </a:lnTo>
                  <a:lnTo>
                    <a:pt x="200025" y="944670"/>
                  </a:lnTo>
                  <a:lnTo>
                    <a:pt x="200009" y="944674"/>
                  </a:lnTo>
                  <a:lnTo>
                    <a:pt x="199980" y="944683"/>
                  </a:lnTo>
                  <a:lnTo>
                    <a:pt x="199954" y="944684"/>
                  </a:lnTo>
                  <a:lnTo>
                    <a:pt x="199937" y="944681"/>
                  </a:lnTo>
                  <a:lnTo>
                    <a:pt x="199923" y="944675"/>
                  </a:lnTo>
                  <a:lnTo>
                    <a:pt x="199914" y="944668"/>
                  </a:lnTo>
                  <a:lnTo>
                    <a:pt x="199892" y="944649"/>
                  </a:lnTo>
                  <a:lnTo>
                    <a:pt x="199874" y="944635"/>
                  </a:lnTo>
                  <a:lnTo>
                    <a:pt x="199863" y="944630"/>
                  </a:lnTo>
                  <a:lnTo>
                    <a:pt x="199847" y="944627"/>
                  </a:lnTo>
                  <a:lnTo>
                    <a:pt x="199818" y="944630"/>
                  </a:lnTo>
                  <a:lnTo>
                    <a:pt x="199798" y="944631"/>
                  </a:lnTo>
                  <a:lnTo>
                    <a:pt x="199786" y="944627"/>
                  </a:lnTo>
                  <a:lnTo>
                    <a:pt x="199770" y="944614"/>
                  </a:lnTo>
                  <a:lnTo>
                    <a:pt x="199758" y="944601"/>
                  </a:lnTo>
                  <a:lnTo>
                    <a:pt x="199721" y="944580"/>
                  </a:lnTo>
                  <a:lnTo>
                    <a:pt x="199697" y="944564"/>
                  </a:lnTo>
                  <a:lnTo>
                    <a:pt x="199686" y="944562"/>
                  </a:lnTo>
                  <a:lnTo>
                    <a:pt x="199662" y="944560"/>
                  </a:lnTo>
                  <a:lnTo>
                    <a:pt x="199638" y="944559"/>
                  </a:lnTo>
                  <a:lnTo>
                    <a:pt x="199617" y="944555"/>
                  </a:lnTo>
                  <a:lnTo>
                    <a:pt x="199605" y="944549"/>
                  </a:lnTo>
                  <a:lnTo>
                    <a:pt x="199576" y="944531"/>
                  </a:lnTo>
                  <a:lnTo>
                    <a:pt x="199548" y="944515"/>
                  </a:lnTo>
                  <a:lnTo>
                    <a:pt x="199522" y="944489"/>
                  </a:lnTo>
                  <a:lnTo>
                    <a:pt x="199516" y="944483"/>
                  </a:lnTo>
                  <a:lnTo>
                    <a:pt x="199499" y="944477"/>
                  </a:lnTo>
                  <a:lnTo>
                    <a:pt x="199475" y="944474"/>
                  </a:lnTo>
                  <a:lnTo>
                    <a:pt x="199462" y="944473"/>
                  </a:lnTo>
                  <a:lnTo>
                    <a:pt x="199453" y="944473"/>
                  </a:lnTo>
                  <a:lnTo>
                    <a:pt x="199439" y="944473"/>
                  </a:lnTo>
                  <a:lnTo>
                    <a:pt x="199416" y="944473"/>
                  </a:lnTo>
                  <a:lnTo>
                    <a:pt x="199397" y="944473"/>
                  </a:lnTo>
                  <a:lnTo>
                    <a:pt x="199369" y="944474"/>
                  </a:lnTo>
                  <a:lnTo>
                    <a:pt x="199356" y="944473"/>
                  </a:lnTo>
                  <a:lnTo>
                    <a:pt x="199329" y="944472"/>
                  </a:lnTo>
                  <a:lnTo>
                    <a:pt x="199313" y="944465"/>
                  </a:lnTo>
                  <a:lnTo>
                    <a:pt x="199301" y="944456"/>
                  </a:lnTo>
                  <a:lnTo>
                    <a:pt x="199289" y="944439"/>
                  </a:lnTo>
                  <a:lnTo>
                    <a:pt x="199270" y="944423"/>
                  </a:lnTo>
                  <a:lnTo>
                    <a:pt x="199256" y="944415"/>
                  </a:lnTo>
                  <a:lnTo>
                    <a:pt x="199232" y="944407"/>
                  </a:lnTo>
                  <a:lnTo>
                    <a:pt x="199216" y="944406"/>
                  </a:lnTo>
                  <a:lnTo>
                    <a:pt x="199169" y="944414"/>
                  </a:lnTo>
                  <a:lnTo>
                    <a:pt x="199146" y="944412"/>
                  </a:lnTo>
                  <a:lnTo>
                    <a:pt x="199110" y="944413"/>
                  </a:lnTo>
                  <a:lnTo>
                    <a:pt x="199074" y="944403"/>
                  </a:lnTo>
                  <a:lnTo>
                    <a:pt x="199030" y="944388"/>
                  </a:lnTo>
                  <a:lnTo>
                    <a:pt x="199000" y="944372"/>
                  </a:lnTo>
                  <a:lnTo>
                    <a:pt x="198966" y="944349"/>
                  </a:lnTo>
                  <a:lnTo>
                    <a:pt x="198894" y="944302"/>
                  </a:lnTo>
                  <a:lnTo>
                    <a:pt x="198846" y="944266"/>
                  </a:lnTo>
                  <a:lnTo>
                    <a:pt x="198813" y="944231"/>
                  </a:lnTo>
                  <a:lnTo>
                    <a:pt x="198786" y="944203"/>
                  </a:lnTo>
                  <a:lnTo>
                    <a:pt x="198764" y="944174"/>
                  </a:lnTo>
                  <a:lnTo>
                    <a:pt x="198723" y="944103"/>
                  </a:lnTo>
                  <a:lnTo>
                    <a:pt x="198709" y="944103"/>
                  </a:lnTo>
                  <a:lnTo>
                    <a:pt x="198691" y="944099"/>
                  </a:lnTo>
                  <a:lnTo>
                    <a:pt x="198679" y="944096"/>
                  </a:lnTo>
                  <a:lnTo>
                    <a:pt x="198655" y="944089"/>
                  </a:lnTo>
                  <a:lnTo>
                    <a:pt x="198633" y="944082"/>
                  </a:lnTo>
                  <a:lnTo>
                    <a:pt x="198614" y="944074"/>
                  </a:lnTo>
                  <a:lnTo>
                    <a:pt x="198599" y="944067"/>
                  </a:lnTo>
                  <a:lnTo>
                    <a:pt x="198587" y="944061"/>
                  </a:lnTo>
                  <a:lnTo>
                    <a:pt x="198580" y="944053"/>
                  </a:lnTo>
                  <a:lnTo>
                    <a:pt x="198574" y="944042"/>
                  </a:lnTo>
                  <a:lnTo>
                    <a:pt x="198570" y="944033"/>
                  </a:lnTo>
                  <a:lnTo>
                    <a:pt x="198565" y="944027"/>
                  </a:lnTo>
                  <a:lnTo>
                    <a:pt x="198552" y="944023"/>
                  </a:lnTo>
                  <a:lnTo>
                    <a:pt x="198548" y="944022"/>
                  </a:lnTo>
                  <a:lnTo>
                    <a:pt x="198538" y="944022"/>
                  </a:lnTo>
                  <a:lnTo>
                    <a:pt x="198522" y="944019"/>
                  </a:lnTo>
                  <a:lnTo>
                    <a:pt x="198513" y="944016"/>
                  </a:lnTo>
                  <a:lnTo>
                    <a:pt x="198495" y="944007"/>
                  </a:lnTo>
                  <a:lnTo>
                    <a:pt x="198465" y="943988"/>
                  </a:lnTo>
                  <a:lnTo>
                    <a:pt x="198437" y="943970"/>
                  </a:lnTo>
                  <a:lnTo>
                    <a:pt x="198411" y="943956"/>
                  </a:lnTo>
                  <a:lnTo>
                    <a:pt x="198398" y="943948"/>
                  </a:lnTo>
                  <a:lnTo>
                    <a:pt x="198366" y="943928"/>
                  </a:lnTo>
                  <a:lnTo>
                    <a:pt x="198348" y="943915"/>
                  </a:lnTo>
                  <a:lnTo>
                    <a:pt x="198333" y="943900"/>
                  </a:lnTo>
                  <a:lnTo>
                    <a:pt x="198327" y="943891"/>
                  </a:lnTo>
                  <a:lnTo>
                    <a:pt x="198319" y="943885"/>
                  </a:lnTo>
                  <a:lnTo>
                    <a:pt x="198309" y="943883"/>
                  </a:lnTo>
                  <a:lnTo>
                    <a:pt x="198303" y="943884"/>
                  </a:lnTo>
                  <a:lnTo>
                    <a:pt x="198298" y="943883"/>
                  </a:lnTo>
                  <a:lnTo>
                    <a:pt x="198293" y="943879"/>
                  </a:lnTo>
                  <a:lnTo>
                    <a:pt x="198285" y="943870"/>
                  </a:lnTo>
                  <a:lnTo>
                    <a:pt x="198270" y="943865"/>
                  </a:lnTo>
                  <a:lnTo>
                    <a:pt x="198251" y="943862"/>
                  </a:lnTo>
                  <a:lnTo>
                    <a:pt x="198237" y="943862"/>
                  </a:lnTo>
                  <a:lnTo>
                    <a:pt x="198219" y="943864"/>
                  </a:lnTo>
                  <a:lnTo>
                    <a:pt x="198211" y="943863"/>
                  </a:lnTo>
                  <a:lnTo>
                    <a:pt x="198207" y="943862"/>
                  </a:lnTo>
                  <a:lnTo>
                    <a:pt x="198192" y="943855"/>
                  </a:lnTo>
                  <a:lnTo>
                    <a:pt x="198187" y="943853"/>
                  </a:lnTo>
                  <a:lnTo>
                    <a:pt x="198178" y="943853"/>
                  </a:lnTo>
                  <a:lnTo>
                    <a:pt x="198171" y="943851"/>
                  </a:lnTo>
                  <a:lnTo>
                    <a:pt x="198159" y="943846"/>
                  </a:lnTo>
                  <a:lnTo>
                    <a:pt x="198146" y="943840"/>
                  </a:lnTo>
                  <a:lnTo>
                    <a:pt x="198125" y="943829"/>
                  </a:lnTo>
                  <a:lnTo>
                    <a:pt x="198107" y="943820"/>
                  </a:lnTo>
                  <a:lnTo>
                    <a:pt x="198083" y="943807"/>
                  </a:lnTo>
                  <a:lnTo>
                    <a:pt x="198066" y="943798"/>
                  </a:lnTo>
                  <a:lnTo>
                    <a:pt x="198040" y="943788"/>
                  </a:lnTo>
                  <a:lnTo>
                    <a:pt x="198024" y="943784"/>
                  </a:lnTo>
                  <a:lnTo>
                    <a:pt x="198016" y="943778"/>
                  </a:lnTo>
                  <a:lnTo>
                    <a:pt x="198006" y="943771"/>
                  </a:lnTo>
                  <a:lnTo>
                    <a:pt x="197995" y="943767"/>
                  </a:lnTo>
                  <a:lnTo>
                    <a:pt x="197983" y="943764"/>
                  </a:lnTo>
                  <a:lnTo>
                    <a:pt x="197975" y="943758"/>
                  </a:lnTo>
                  <a:lnTo>
                    <a:pt x="197963" y="943749"/>
                  </a:lnTo>
                  <a:lnTo>
                    <a:pt x="197954" y="943738"/>
                  </a:lnTo>
                  <a:lnTo>
                    <a:pt x="197946" y="943729"/>
                  </a:lnTo>
                  <a:lnTo>
                    <a:pt x="197931" y="943721"/>
                  </a:lnTo>
                  <a:lnTo>
                    <a:pt x="197918" y="943717"/>
                  </a:lnTo>
                  <a:lnTo>
                    <a:pt x="197907" y="943714"/>
                  </a:lnTo>
                  <a:lnTo>
                    <a:pt x="197900" y="943710"/>
                  </a:lnTo>
                  <a:lnTo>
                    <a:pt x="197894" y="943701"/>
                  </a:lnTo>
                  <a:lnTo>
                    <a:pt x="197876" y="943687"/>
                  </a:lnTo>
                  <a:lnTo>
                    <a:pt x="197852" y="943673"/>
                  </a:lnTo>
                  <a:lnTo>
                    <a:pt x="197840" y="943666"/>
                  </a:lnTo>
                  <a:lnTo>
                    <a:pt x="197826" y="943662"/>
                  </a:lnTo>
                  <a:lnTo>
                    <a:pt x="197811" y="943657"/>
                  </a:lnTo>
                  <a:lnTo>
                    <a:pt x="197807" y="943654"/>
                  </a:lnTo>
                  <a:lnTo>
                    <a:pt x="197796" y="943640"/>
                  </a:lnTo>
                  <a:lnTo>
                    <a:pt x="197790" y="943634"/>
                  </a:lnTo>
                  <a:lnTo>
                    <a:pt x="197781" y="943631"/>
                  </a:lnTo>
                  <a:lnTo>
                    <a:pt x="197757" y="943626"/>
                  </a:lnTo>
                  <a:lnTo>
                    <a:pt x="197743" y="943621"/>
                  </a:lnTo>
                  <a:lnTo>
                    <a:pt x="197733" y="943620"/>
                  </a:lnTo>
                  <a:lnTo>
                    <a:pt x="197721" y="943621"/>
                  </a:lnTo>
                  <a:lnTo>
                    <a:pt x="197703" y="943623"/>
                  </a:lnTo>
                  <a:lnTo>
                    <a:pt x="197694" y="943622"/>
                  </a:lnTo>
                  <a:lnTo>
                    <a:pt x="197678" y="943616"/>
                  </a:lnTo>
                  <a:lnTo>
                    <a:pt x="197666" y="943612"/>
                  </a:lnTo>
                  <a:lnTo>
                    <a:pt x="197659" y="943612"/>
                  </a:lnTo>
                  <a:lnTo>
                    <a:pt x="197648" y="943614"/>
                  </a:lnTo>
                  <a:lnTo>
                    <a:pt x="197639" y="943614"/>
                  </a:lnTo>
                  <a:lnTo>
                    <a:pt x="197625" y="943613"/>
                  </a:lnTo>
                  <a:lnTo>
                    <a:pt x="197613" y="943611"/>
                  </a:lnTo>
                  <a:lnTo>
                    <a:pt x="197607" y="943610"/>
                  </a:lnTo>
                  <a:lnTo>
                    <a:pt x="197599" y="943611"/>
                  </a:lnTo>
                  <a:lnTo>
                    <a:pt x="197592" y="943616"/>
                  </a:lnTo>
                  <a:lnTo>
                    <a:pt x="197583" y="943617"/>
                  </a:lnTo>
                  <a:lnTo>
                    <a:pt x="197573" y="943615"/>
                  </a:lnTo>
                  <a:lnTo>
                    <a:pt x="197557" y="943615"/>
                  </a:lnTo>
                  <a:lnTo>
                    <a:pt x="197543" y="943616"/>
                  </a:lnTo>
                  <a:lnTo>
                    <a:pt x="197534" y="943618"/>
                  </a:lnTo>
                  <a:lnTo>
                    <a:pt x="197529" y="943620"/>
                  </a:lnTo>
                  <a:lnTo>
                    <a:pt x="197524" y="943624"/>
                  </a:lnTo>
                  <a:lnTo>
                    <a:pt x="197521" y="943629"/>
                  </a:lnTo>
                  <a:lnTo>
                    <a:pt x="197517" y="943633"/>
                  </a:lnTo>
                  <a:lnTo>
                    <a:pt x="197506" y="943638"/>
                  </a:lnTo>
                  <a:lnTo>
                    <a:pt x="197486" y="943647"/>
                  </a:lnTo>
                  <a:lnTo>
                    <a:pt x="197466" y="943656"/>
                  </a:lnTo>
                  <a:lnTo>
                    <a:pt x="197446" y="943663"/>
                  </a:lnTo>
                  <a:lnTo>
                    <a:pt x="197442" y="943663"/>
                  </a:lnTo>
                  <a:lnTo>
                    <a:pt x="197429" y="943663"/>
                  </a:lnTo>
                  <a:lnTo>
                    <a:pt x="197412" y="943659"/>
                  </a:lnTo>
                  <a:lnTo>
                    <a:pt x="197399" y="943648"/>
                  </a:lnTo>
                  <a:lnTo>
                    <a:pt x="197394" y="943639"/>
                  </a:lnTo>
                  <a:lnTo>
                    <a:pt x="197392" y="943625"/>
                  </a:lnTo>
                  <a:lnTo>
                    <a:pt x="197396" y="943612"/>
                  </a:lnTo>
                  <a:lnTo>
                    <a:pt x="197407" y="943593"/>
                  </a:lnTo>
                  <a:lnTo>
                    <a:pt x="197418" y="943564"/>
                  </a:lnTo>
                  <a:lnTo>
                    <a:pt x="197421" y="943549"/>
                  </a:lnTo>
                  <a:lnTo>
                    <a:pt x="197419" y="943540"/>
                  </a:lnTo>
                  <a:lnTo>
                    <a:pt x="197413" y="943534"/>
                  </a:lnTo>
                  <a:lnTo>
                    <a:pt x="197400" y="943528"/>
                  </a:lnTo>
                  <a:lnTo>
                    <a:pt x="197372" y="943520"/>
                  </a:lnTo>
                  <a:lnTo>
                    <a:pt x="197354" y="943518"/>
                  </a:lnTo>
                  <a:lnTo>
                    <a:pt x="197342" y="943516"/>
                  </a:lnTo>
                  <a:lnTo>
                    <a:pt x="197331" y="943516"/>
                  </a:lnTo>
                  <a:lnTo>
                    <a:pt x="197319" y="943516"/>
                  </a:lnTo>
                  <a:lnTo>
                    <a:pt x="197304" y="943512"/>
                  </a:lnTo>
                  <a:lnTo>
                    <a:pt x="197287" y="943504"/>
                  </a:lnTo>
                  <a:lnTo>
                    <a:pt x="197265" y="943499"/>
                  </a:lnTo>
                  <a:lnTo>
                    <a:pt x="197256" y="943498"/>
                  </a:lnTo>
                  <a:lnTo>
                    <a:pt x="197243" y="943499"/>
                  </a:lnTo>
                  <a:lnTo>
                    <a:pt x="197232" y="943503"/>
                  </a:lnTo>
                  <a:lnTo>
                    <a:pt x="197214" y="943518"/>
                  </a:lnTo>
                  <a:lnTo>
                    <a:pt x="197191" y="943527"/>
                  </a:lnTo>
                  <a:lnTo>
                    <a:pt x="197175" y="943533"/>
                  </a:lnTo>
                  <a:lnTo>
                    <a:pt x="197165" y="943533"/>
                  </a:lnTo>
                  <a:lnTo>
                    <a:pt x="197155" y="943533"/>
                  </a:lnTo>
                  <a:lnTo>
                    <a:pt x="197145" y="943526"/>
                  </a:lnTo>
                  <a:lnTo>
                    <a:pt x="197133" y="943515"/>
                  </a:lnTo>
                  <a:lnTo>
                    <a:pt x="197118" y="943489"/>
                  </a:lnTo>
                  <a:lnTo>
                    <a:pt x="197022" y="943370"/>
                  </a:lnTo>
                  <a:lnTo>
                    <a:pt x="197007" y="943351"/>
                  </a:lnTo>
                  <a:lnTo>
                    <a:pt x="196992" y="943337"/>
                  </a:lnTo>
                  <a:lnTo>
                    <a:pt x="196978" y="943327"/>
                  </a:lnTo>
                  <a:lnTo>
                    <a:pt x="196962" y="943315"/>
                  </a:lnTo>
                  <a:lnTo>
                    <a:pt x="196943" y="943306"/>
                  </a:lnTo>
                  <a:lnTo>
                    <a:pt x="196927" y="943298"/>
                  </a:lnTo>
                  <a:lnTo>
                    <a:pt x="196923" y="943295"/>
                  </a:lnTo>
                  <a:lnTo>
                    <a:pt x="196917" y="943290"/>
                  </a:lnTo>
                  <a:lnTo>
                    <a:pt x="196911" y="943288"/>
                  </a:lnTo>
                  <a:lnTo>
                    <a:pt x="196905" y="943288"/>
                  </a:lnTo>
                  <a:lnTo>
                    <a:pt x="196900" y="943288"/>
                  </a:lnTo>
                  <a:lnTo>
                    <a:pt x="196894" y="943289"/>
                  </a:lnTo>
                  <a:lnTo>
                    <a:pt x="196887" y="943291"/>
                  </a:lnTo>
                  <a:lnTo>
                    <a:pt x="196873" y="943294"/>
                  </a:lnTo>
                  <a:lnTo>
                    <a:pt x="196859" y="943296"/>
                  </a:lnTo>
                  <a:lnTo>
                    <a:pt x="196851" y="943296"/>
                  </a:lnTo>
                  <a:lnTo>
                    <a:pt x="196846" y="943295"/>
                  </a:lnTo>
                  <a:lnTo>
                    <a:pt x="196839" y="943293"/>
                  </a:lnTo>
                  <a:lnTo>
                    <a:pt x="196833" y="943291"/>
                  </a:lnTo>
                  <a:lnTo>
                    <a:pt x="196823" y="943286"/>
                  </a:lnTo>
                  <a:lnTo>
                    <a:pt x="196814" y="943281"/>
                  </a:lnTo>
                  <a:lnTo>
                    <a:pt x="196802" y="943274"/>
                  </a:lnTo>
                  <a:lnTo>
                    <a:pt x="196791" y="943268"/>
                  </a:lnTo>
                  <a:lnTo>
                    <a:pt x="196784" y="943265"/>
                  </a:lnTo>
                  <a:lnTo>
                    <a:pt x="196769" y="943260"/>
                  </a:lnTo>
                  <a:lnTo>
                    <a:pt x="196760" y="943258"/>
                  </a:lnTo>
                  <a:lnTo>
                    <a:pt x="196747" y="943256"/>
                  </a:lnTo>
                  <a:lnTo>
                    <a:pt x="196733" y="943254"/>
                  </a:lnTo>
                  <a:lnTo>
                    <a:pt x="196721" y="943254"/>
                  </a:lnTo>
                  <a:lnTo>
                    <a:pt x="196715" y="943254"/>
                  </a:lnTo>
                  <a:lnTo>
                    <a:pt x="196703" y="943254"/>
                  </a:lnTo>
                  <a:lnTo>
                    <a:pt x="196697" y="943254"/>
                  </a:lnTo>
                  <a:lnTo>
                    <a:pt x="196691" y="943256"/>
                  </a:lnTo>
                  <a:lnTo>
                    <a:pt x="196688" y="943260"/>
                  </a:lnTo>
                  <a:lnTo>
                    <a:pt x="196684" y="943268"/>
                  </a:lnTo>
                  <a:lnTo>
                    <a:pt x="196679" y="943269"/>
                  </a:lnTo>
                  <a:lnTo>
                    <a:pt x="196675" y="943269"/>
                  </a:lnTo>
                  <a:lnTo>
                    <a:pt x="196671" y="943271"/>
                  </a:lnTo>
                  <a:lnTo>
                    <a:pt x="196666" y="943275"/>
                  </a:lnTo>
                  <a:lnTo>
                    <a:pt x="196662" y="943279"/>
                  </a:lnTo>
                  <a:lnTo>
                    <a:pt x="196658" y="943284"/>
                  </a:lnTo>
                  <a:lnTo>
                    <a:pt x="196651" y="943295"/>
                  </a:lnTo>
                  <a:lnTo>
                    <a:pt x="196645" y="943304"/>
                  </a:lnTo>
                  <a:lnTo>
                    <a:pt x="196642" y="943310"/>
                  </a:lnTo>
                  <a:lnTo>
                    <a:pt x="196638" y="943319"/>
                  </a:lnTo>
                  <a:lnTo>
                    <a:pt x="196634" y="943324"/>
                  </a:lnTo>
                  <a:lnTo>
                    <a:pt x="196627" y="943329"/>
                  </a:lnTo>
                  <a:lnTo>
                    <a:pt x="196616" y="943336"/>
                  </a:lnTo>
                  <a:lnTo>
                    <a:pt x="196609" y="943338"/>
                  </a:lnTo>
                  <a:lnTo>
                    <a:pt x="196599" y="943341"/>
                  </a:lnTo>
                  <a:lnTo>
                    <a:pt x="196590" y="943341"/>
                  </a:lnTo>
                  <a:lnTo>
                    <a:pt x="196585" y="943342"/>
                  </a:lnTo>
                  <a:lnTo>
                    <a:pt x="196577" y="943344"/>
                  </a:lnTo>
                  <a:lnTo>
                    <a:pt x="196567" y="943346"/>
                  </a:lnTo>
                  <a:lnTo>
                    <a:pt x="196552" y="943349"/>
                  </a:lnTo>
                  <a:lnTo>
                    <a:pt x="196542" y="943351"/>
                  </a:lnTo>
                  <a:lnTo>
                    <a:pt x="196536" y="943352"/>
                  </a:lnTo>
                  <a:lnTo>
                    <a:pt x="196521" y="943356"/>
                  </a:lnTo>
                  <a:lnTo>
                    <a:pt x="196517" y="943356"/>
                  </a:lnTo>
                  <a:lnTo>
                    <a:pt x="196525" y="943340"/>
                  </a:lnTo>
                  <a:lnTo>
                    <a:pt x="196536" y="943322"/>
                  </a:lnTo>
                  <a:lnTo>
                    <a:pt x="196563" y="943299"/>
                  </a:lnTo>
                  <a:lnTo>
                    <a:pt x="196565" y="943290"/>
                  </a:lnTo>
                  <a:lnTo>
                    <a:pt x="196562" y="943264"/>
                  </a:lnTo>
                  <a:lnTo>
                    <a:pt x="196554" y="943233"/>
                  </a:lnTo>
                  <a:lnTo>
                    <a:pt x="196561" y="943204"/>
                  </a:lnTo>
                  <a:lnTo>
                    <a:pt x="196587" y="943177"/>
                  </a:lnTo>
                  <a:lnTo>
                    <a:pt x="196615" y="943144"/>
                  </a:lnTo>
                  <a:lnTo>
                    <a:pt x="196625" y="943125"/>
                  </a:lnTo>
                  <a:lnTo>
                    <a:pt x="196626" y="943097"/>
                  </a:lnTo>
                  <a:lnTo>
                    <a:pt x="196620" y="943063"/>
                  </a:lnTo>
                  <a:lnTo>
                    <a:pt x="196615" y="943031"/>
                  </a:lnTo>
                  <a:lnTo>
                    <a:pt x="196613" y="943023"/>
                  </a:lnTo>
                  <a:lnTo>
                    <a:pt x="196592" y="942993"/>
                  </a:lnTo>
                  <a:lnTo>
                    <a:pt x="196574" y="942968"/>
                  </a:lnTo>
                  <a:lnTo>
                    <a:pt x="196571" y="942950"/>
                  </a:lnTo>
                  <a:lnTo>
                    <a:pt x="196564" y="942906"/>
                  </a:lnTo>
                  <a:lnTo>
                    <a:pt x="196566" y="942887"/>
                  </a:lnTo>
                  <a:lnTo>
                    <a:pt x="196557" y="942847"/>
                  </a:lnTo>
                  <a:lnTo>
                    <a:pt x="196532" y="942725"/>
                  </a:lnTo>
                  <a:lnTo>
                    <a:pt x="196527" y="942667"/>
                  </a:lnTo>
                  <a:lnTo>
                    <a:pt x="196532" y="942645"/>
                  </a:lnTo>
                  <a:lnTo>
                    <a:pt x="196549" y="942624"/>
                  </a:lnTo>
                  <a:lnTo>
                    <a:pt x="196563" y="942620"/>
                  </a:lnTo>
                  <a:lnTo>
                    <a:pt x="196577" y="942625"/>
                  </a:lnTo>
                  <a:lnTo>
                    <a:pt x="196603" y="942633"/>
                  </a:lnTo>
                  <a:lnTo>
                    <a:pt x="196623" y="942634"/>
                  </a:lnTo>
                  <a:lnTo>
                    <a:pt x="196643" y="942619"/>
                  </a:lnTo>
                  <a:lnTo>
                    <a:pt x="196668" y="942586"/>
                  </a:lnTo>
                  <a:lnTo>
                    <a:pt x="196685" y="942546"/>
                  </a:lnTo>
                  <a:lnTo>
                    <a:pt x="196690" y="942491"/>
                  </a:lnTo>
                  <a:lnTo>
                    <a:pt x="196700" y="942452"/>
                  </a:lnTo>
                  <a:lnTo>
                    <a:pt x="196709" y="942433"/>
                  </a:lnTo>
                  <a:lnTo>
                    <a:pt x="196728" y="942413"/>
                  </a:lnTo>
                  <a:lnTo>
                    <a:pt x="196757" y="942395"/>
                  </a:lnTo>
                  <a:lnTo>
                    <a:pt x="196777" y="942385"/>
                  </a:lnTo>
                  <a:lnTo>
                    <a:pt x="196795" y="942372"/>
                  </a:lnTo>
                  <a:lnTo>
                    <a:pt x="196808" y="942360"/>
                  </a:lnTo>
                  <a:lnTo>
                    <a:pt x="196814" y="942337"/>
                  </a:lnTo>
                  <a:lnTo>
                    <a:pt x="196815" y="942320"/>
                  </a:lnTo>
                  <a:lnTo>
                    <a:pt x="196805" y="942309"/>
                  </a:lnTo>
                  <a:lnTo>
                    <a:pt x="196792" y="942291"/>
                  </a:lnTo>
                  <a:lnTo>
                    <a:pt x="196791" y="942280"/>
                  </a:lnTo>
                  <a:lnTo>
                    <a:pt x="196794" y="942269"/>
                  </a:lnTo>
                  <a:lnTo>
                    <a:pt x="196805" y="942255"/>
                  </a:lnTo>
                  <a:lnTo>
                    <a:pt x="196834" y="942250"/>
                  </a:lnTo>
                  <a:lnTo>
                    <a:pt x="196860" y="942249"/>
                  </a:lnTo>
                  <a:lnTo>
                    <a:pt x="196877" y="942250"/>
                  </a:lnTo>
                  <a:lnTo>
                    <a:pt x="196900" y="942251"/>
                  </a:lnTo>
                  <a:lnTo>
                    <a:pt x="196910" y="942249"/>
                  </a:lnTo>
                  <a:lnTo>
                    <a:pt x="196928" y="942245"/>
                  </a:lnTo>
                  <a:lnTo>
                    <a:pt x="196952" y="942237"/>
                  </a:lnTo>
                  <a:lnTo>
                    <a:pt x="196966" y="942226"/>
                  </a:lnTo>
                  <a:lnTo>
                    <a:pt x="196971" y="942216"/>
                  </a:lnTo>
                  <a:lnTo>
                    <a:pt x="196970" y="942192"/>
                  </a:lnTo>
                  <a:lnTo>
                    <a:pt x="196975" y="942166"/>
                  </a:lnTo>
                  <a:lnTo>
                    <a:pt x="196985" y="942134"/>
                  </a:lnTo>
                  <a:lnTo>
                    <a:pt x="196999" y="942110"/>
                  </a:lnTo>
                  <a:lnTo>
                    <a:pt x="197020" y="942081"/>
                  </a:lnTo>
                  <a:lnTo>
                    <a:pt x="197036" y="942040"/>
                  </a:lnTo>
                  <a:lnTo>
                    <a:pt x="197035" y="942016"/>
                  </a:lnTo>
                  <a:lnTo>
                    <a:pt x="197030" y="941989"/>
                  </a:lnTo>
                  <a:lnTo>
                    <a:pt x="197014" y="941965"/>
                  </a:lnTo>
                  <a:lnTo>
                    <a:pt x="196981" y="941923"/>
                  </a:lnTo>
                  <a:lnTo>
                    <a:pt x="196965" y="941891"/>
                  </a:lnTo>
                  <a:lnTo>
                    <a:pt x="196954" y="941866"/>
                  </a:lnTo>
                  <a:lnTo>
                    <a:pt x="196950" y="941849"/>
                  </a:lnTo>
                  <a:lnTo>
                    <a:pt x="196946" y="941821"/>
                  </a:lnTo>
                  <a:lnTo>
                    <a:pt x="196934" y="941809"/>
                  </a:lnTo>
                  <a:lnTo>
                    <a:pt x="196905" y="941786"/>
                  </a:lnTo>
                  <a:lnTo>
                    <a:pt x="196893" y="941773"/>
                  </a:lnTo>
                  <a:lnTo>
                    <a:pt x="196890" y="941763"/>
                  </a:lnTo>
                  <a:lnTo>
                    <a:pt x="196893" y="941749"/>
                  </a:lnTo>
                  <a:lnTo>
                    <a:pt x="196894" y="941737"/>
                  </a:lnTo>
                  <a:lnTo>
                    <a:pt x="196891" y="941718"/>
                  </a:lnTo>
                  <a:lnTo>
                    <a:pt x="196888" y="941704"/>
                  </a:lnTo>
                  <a:lnTo>
                    <a:pt x="196863" y="941683"/>
                  </a:lnTo>
                  <a:lnTo>
                    <a:pt x="196841" y="941668"/>
                  </a:lnTo>
                  <a:lnTo>
                    <a:pt x="196816" y="941653"/>
                  </a:lnTo>
                  <a:lnTo>
                    <a:pt x="196801" y="941641"/>
                  </a:lnTo>
                  <a:lnTo>
                    <a:pt x="196774" y="941617"/>
                  </a:lnTo>
                  <a:lnTo>
                    <a:pt x="196765" y="941609"/>
                  </a:lnTo>
                  <a:lnTo>
                    <a:pt x="196746" y="941604"/>
                  </a:lnTo>
                  <a:lnTo>
                    <a:pt x="196717" y="941602"/>
                  </a:lnTo>
                  <a:lnTo>
                    <a:pt x="196683" y="941600"/>
                  </a:lnTo>
                  <a:lnTo>
                    <a:pt x="196668" y="941595"/>
                  </a:lnTo>
                  <a:lnTo>
                    <a:pt x="196660" y="941583"/>
                  </a:lnTo>
                  <a:lnTo>
                    <a:pt x="196647" y="941566"/>
                  </a:lnTo>
                  <a:lnTo>
                    <a:pt x="196634" y="941545"/>
                  </a:lnTo>
                  <a:lnTo>
                    <a:pt x="196618" y="941533"/>
                  </a:lnTo>
                  <a:lnTo>
                    <a:pt x="196596" y="941526"/>
                  </a:lnTo>
                  <a:lnTo>
                    <a:pt x="196538" y="941523"/>
                  </a:lnTo>
                  <a:lnTo>
                    <a:pt x="196512" y="941520"/>
                  </a:lnTo>
                  <a:lnTo>
                    <a:pt x="196471" y="941520"/>
                  </a:lnTo>
                  <a:lnTo>
                    <a:pt x="196375" y="941554"/>
                  </a:lnTo>
                  <a:lnTo>
                    <a:pt x="196320" y="941597"/>
                  </a:lnTo>
                  <a:lnTo>
                    <a:pt x="196303" y="941618"/>
                  </a:lnTo>
                  <a:lnTo>
                    <a:pt x="196286" y="941645"/>
                  </a:lnTo>
                  <a:lnTo>
                    <a:pt x="196265" y="941689"/>
                  </a:lnTo>
                  <a:lnTo>
                    <a:pt x="196235" y="941740"/>
                  </a:lnTo>
                  <a:lnTo>
                    <a:pt x="196206" y="941759"/>
                  </a:lnTo>
                  <a:lnTo>
                    <a:pt x="196165" y="941756"/>
                  </a:lnTo>
                  <a:lnTo>
                    <a:pt x="196121" y="941740"/>
                  </a:lnTo>
                  <a:lnTo>
                    <a:pt x="196055" y="941693"/>
                  </a:lnTo>
                  <a:lnTo>
                    <a:pt x="196010" y="941673"/>
                  </a:lnTo>
                  <a:lnTo>
                    <a:pt x="195957" y="941681"/>
                  </a:lnTo>
                  <a:lnTo>
                    <a:pt x="195867" y="941725"/>
                  </a:lnTo>
                  <a:lnTo>
                    <a:pt x="195786" y="941776"/>
                  </a:lnTo>
                  <a:lnTo>
                    <a:pt x="195704" y="941816"/>
                  </a:lnTo>
                  <a:lnTo>
                    <a:pt x="195651" y="941836"/>
                  </a:lnTo>
                  <a:lnTo>
                    <a:pt x="195628" y="941842"/>
                  </a:lnTo>
                  <a:lnTo>
                    <a:pt x="195605" y="941854"/>
                  </a:lnTo>
                  <a:lnTo>
                    <a:pt x="195489" y="941882"/>
                  </a:lnTo>
                  <a:lnTo>
                    <a:pt x="195439" y="941888"/>
                  </a:lnTo>
                  <a:lnTo>
                    <a:pt x="195410" y="941881"/>
                  </a:lnTo>
                  <a:lnTo>
                    <a:pt x="195383" y="941868"/>
                  </a:lnTo>
                  <a:lnTo>
                    <a:pt x="195362" y="941845"/>
                  </a:lnTo>
                  <a:lnTo>
                    <a:pt x="195349" y="941834"/>
                  </a:lnTo>
                  <a:lnTo>
                    <a:pt x="195330" y="941825"/>
                  </a:lnTo>
                  <a:lnTo>
                    <a:pt x="195321" y="941825"/>
                  </a:lnTo>
                  <a:lnTo>
                    <a:pt x="195285" y="941830"/>
                  </a:lnTo>
                  <a:lnTo>
                    <a:pt x="195224" y="941839"/>
                  </a:lnTo>
                  <a:lnTo>
                    <a:pt x="195201" y="941837"/>
                  </a:lnTo>
                  <a:lnTo>
                    <a:pt x="195173" y="941833"/>
                  </a:lnTo>
                  <a:lnTo>
                    <a:pt x="195163" y="941830"/>
                  </a:lnTo>
                  <a:lnTo>
                    <a:pt x="195138" y="941830"/>
                  </a:lnTo>
                  <a:lnTo>
                    <a:pt x="195103" y="941834"/>
                  </a:lnTo>
                  <a:lnTo>
                    <a:pt x="194996" y="941864"/>
                  </a:lnTo>
                  <a:lnTo>
                    <a:pt x="194972" y="941872"/>
                  </a:lnTo>
                  <a:lnTo>
                    <a:pt x="194934" y="941866"/>
                  </a:lnTo>
                  <a:lnTo>
                    <a:pt x="194925" y="941858"/>
                  </a:lnTo>
                  <a:lnTo>
                    <a:pt x="194909" y="941852"/>
                  </a:lnTo>
                  <a:lnTo>
                    <a:pt x="194864" y="941819"/>
                  </a:lnTo>
                  <a:lnTo>
                    <a:pt x="194823" y="941776"/>
                  </a:lnTo>
                  <a:lnTo>
                    <a:pt x="194812" y="941762"/>
                  </a:lnTo>
                  <a:lnTo>
                    <a:pt x="194797" y="941751"/>
                  </a:lnTo>
                  <a:lnTo>
                    <a:pt x="194792" y="941746"/>
                  </a:lnTo>
                  <a:lnTo>
                    <a:pt x="194774" y="941739"/>
                  </a:lnTo>
                  <a:lnTo>
                    <a:pt x="194765" y="941741"/>
                  </a:lnTo>
                  <a:lnTo>
                    <a:pt x="194754" y="941755"/>
                  </a:lnTo>
                  <a:lnTo>
                    <a:pt x="194742" y="941778"/>
                  </a:lnTo>
                  <a:lnTo>
                    <a:pt x="194729" y="941800"/>
                  </a:lnTo>
                  <a:lnTo>
                    <a:pt x="194707" y="941810"/>
                  </a:lnTo>
                  <a:lnTo>
                    <a:pt x="194673" y="941818"/>
                  </a:lnTo>
                  <a:lnTo>
                    <a:pt x="194571" y="941871"/>
                  </a:lnTo>
                  <a:lnTo>
                    <a:pt x="194476" y="941906"/>
                  </a:lnTo>
                  <a:lnTo>
                    <a:pt x="194421" y="941913"/>
                  </a:lnTo>
                  <a:lnTo>
                    <a:pt x="194358" y="941931"/>
                  </a:lnTo>
                  <a:lnTo>
                    <a:pt x="194351" y="941934"/>
                  </a:lnTo>
                  <a:lnTo>
                    <a:pt x="194319" y="941945"/>
                  </a:lnTo>
                  <a:lnTo>
                    <a:pt x="194314" y="941932"/>
                  </a:lnTo>
                  <a:lnTo>
                    <a:pt x="194314" y="941889"/>
                  </a:lnTo>
                  <a:lnTo>
                    <a:pt x="194311" y="941809"/>
                  </a:lnTo>
                  <a:lnTo>
                    <a:pt x="194317" y="941780"/>
                  </a:lnTo>
                  <a:lnTo>
                    <a:pt x="194321" y="941760"/>
                  </a:lnTo>
                  <a:lnTo>
                    <a:pt x="194340" y="941725"/>
                  </a:lnTo>
                  <a:lnTo>
                    <a:pt x="194380" y="941649"/>
                  </a:lnTo>
                  <a:lnTo>
                    <a:pt x="194408" y="941606"/>
                  </a:lnTo>
                  <a:lnTo>
                    <a:pt x="194435" y="941571"/>
                  </a:lnTo>
                  <a:lnTo>
                    <a:pt x="194461" y="941547"/>
                  </a:lnTo>
                  <a:lnTo>
                    <a:pt x="194472" y="941520"/>
                  </a:lnTo>
                  <a:lnTo>
                    <a:pt x="194468" y="941480"/>
                  </a:lnTo>
                  <a:lnTo>
                    <a:pt x="194468" y="941443"/>
                  </a:lnTo>
                  <a:lnTo>
                    <a:pt x="194475" y="941411"/>
                  </a:lnTo>
                  <a:lnTo>
                    <a:pt x="194491" y="941376"/>
                  </a:lnTo>
                  <a:lnTo>
                    <a:pt x="194500" y="941359"/>
                  </a:lnTo>
                  <a:lnTo>
                    <a:pt x="194502" y="941352"/>
                  </a:lnTo>
                  <a:lnTo>
                    <a:pt x="194501" y="941343"/>
                  </a:lnTo>
                  <a:lnTo>
                    <a:pt x="194499" y="941331"/>
                  </a:lnTo>
                  <a:lnTo>
                    <a:pt x="194496" y="941311"/>
                  </a:lnTo>
                  <a:lnTo>
                    <a:pt x="194495" y="941303"/>
                  </a:lnTo>
                  <a:lnTo>
                    <a:pt x="194492" y="941265"/>
                  </a:lnTo>
                  <a:lnTo>
                    <a:pt x="194481" y="941228"/>
                  </a:lnTo>
                  <a:lnTo>
                    <a:pt x="194476" y="941202"/>
                  </a:lnTo>
                  <a:lnTo>
                    <a:pt x="194473" y="941121"/>
                  </a:lnTo>
                  <a:lnTo>
                    <a:pt x="194459" y="941021"/>
                  </a:lnTo>
                  <a:lnTo>
                    <a:pt x="194453" y="940958"/>
                  </a:lnTo>
                  <a:lnTo>
                    <a:pt x="194455" y="940925"/>
                  </a:lnTo>
                  <a:lnTo>
                    <a:pt x="194457" y="940903"/>
                  </a:lnTo>
                  <a:lnTo>
                    <a:pt x="194477" y="940805"/>
                  </a:lnTo>
                  <a:lnTo>
                    <a:pt x="194479" y="940798"/>
                  </a:lnTo>
                  <a:lnTo>
                    <a:pt x="194482" y="940788"/>
                  </a:lnTo>
                  <a:lnTo>
                    <a:pt x="194490" y="940766"/>
                  </a:lnTo>
                  <a:lnTo>
                    <a:pt x="194493" y="940754"/>
                  </a:lnTo>
                  <a:lnTo>
                    <a:pt x="194494" y="940738"/>
                  </a:lnTo>
                  <a:lnTo>
                    <a:pt x="194494" y="940727"/>
                  </a:lnTo>
                  <a:lnTo>
                    <a:pt x="194497" y="940710"/>
                  </a:lnTo>
                  <a:lnTo>
                    <a:pt x="194504" y="940653"/>
                  </a:lnTo>
                  <a:lnTo>
                    <a:pt x="194510" y="940558"/>
                  </a:lnTo>
                  <a:lnTo>
                    <a:pt x="194512" y="940511"/>
                  </a:lnTo>
                  <a:lnTo>
                    <a:pt x="194509" y="940487"/>
                  </a:lnTo>
                  <a:lnTo>
                    <a:pt x="194499" y="940469"/>
                  </a:lnTo>
                  <a:lnTo>
                    <a:pt x="194489" y="940440"/>
                  </a:lnTo>
                  <a:lnTo>
                    <a:pt x="194492" y="940388"/>
                  </a:lnTo>
                  <a:lnTo>
                    <a:pt x="194492" y="940343"/>
                  </a:lnTo>
                  <a:lnTo>
                    <a:pt x="194496" y="940300"/>
                  </a:lnTo>
                  <a:lnTo>
                    <a:pt x="194513" y="940266"/>
                  </a:lnTo>
                  <a:lnTo>
                    <a:pt x="194544" y="940198"/>
                  </a:lnTo>
                  <a:lnTo>
                    <a:pt x="194591" y="940118"/>
                  </a:lnTo>
                  <a:lnTo>
                    <a:pt x="194612" y="940044"/>
                  </a:lnTo>
                  <a:lnTo>
                    <a:pt x="194625" y="939990"/>
                  </a:lnTo>
                  <a:lnTo>
                    <a:pt x="194632" y="939958"/>
                  </a:lnTo>
                  <a:lnTo>
                    <a:pt x="194639" y="939893"/>
                  </a:lnTo>
                  <a:lnTo>
                    <a:pt x="194642" y="939862"/>
                  </a:lnTo>
                  <a:lnTo>
                    <a:pt x="194637" y="939854"/>
                  </a:lnTo>
                  <a:lnTo>
                    <a:pt x="194612" y="939829"/>
                  </a:lnTo>
                  <a:lnTo>
                    <a:pt x="194580" y="939814"/>
                  </a:lnTo>
                  <a:lnTo>
                    <a:pt x="194546" y="939793"/>
                  </a:lnTo>
                  <a:lnTo>
                    <a:pt x="194509" y="939776"/>
                  </a:lnTo>
                  <a:lnTo>
                    <a:pt x="194451" y="939761"/>
                  </a:lnTo>
                  <a:lnTo>
                    <a:pt x="194416" y="939744"/>
                  </a:lnTo>
                  <a:lnTo>
                    <a:pt x="194373" y="939719"/>
                  </a:lnTo>
                  <a:lnTo>
                    <a:pt x="194345" y="939698"/>
                  </a:lnTo>
                  <a:lnTo>
                    <a:pt x="194285" y="939664"/>
                  </a:lnTo>
                  <a:lnTo>
                    <a:pt x="194261" y="939648"/>
                  </a:lnTo>
                  <a:lnTo>
                    <a:pt x="194231" y="939620"/>
                  </a:lnTo>
                  <a:lnTo>
                    <a:pt x="194219" y="939613"/>
                  </a:lnTo>
                  <a:lnTo>
                    <a:pt x="194212" y="939612"/>
                  </a:lnTo>
                  <a:lnTo>
                    <a:pt x="194201" y="939614"/>
                  </a:lnTo>
                  <a:lnTo>
                    <a:pt x="194179" y="939614"/>
                  </a:lnTo>
                  <a:lnTo>
                    <a:pt x="194159" y="939609"/>
                  </a:lnTo>
                  <a:lnTo>
                    <a:pt x="194151" y="939597"/>
                  </a:lnTo>
                  <a:lnTo>
                    <a:pt x="194131" y="939567"/>
                  </a:lnTo>
                  <a:lnTo>
                    <a:pt x="194111" y="939538"/>
                  </a:lnTo>
                  <a:lnTo>
                    <a:pt x="194101" y="939523"/>
                  </a:lnTo>
                  <a:lnTo>
                    <a:pt x="194080" y="939510"/>
                  </a:lnTo>
                  <a:lnTo>
                    <a:pt x="194055" y="939482"/>
                  </a:lnTo>
                  <a:lnTo>
                    <a:pt x="194039" y="939463"/>
                  </a:lnTo>
                  <a:lnTo>
                    <a:pt x="194013" y="939449"/>
                  </a:lnTo>
                  <a:lnTo>
                    <a:pt x="193977" y="939414"/>
                  </a:lnTo>
                  <a:lnTo>
                    <a:pt x="193947" y="939388"/>
                  </a:lnTo>
                  <a:lnTo>
                    <a:pt x="193913" y="939362"/>
                  </a:lnTo>
                  <a:lnTo>
                    <a:pt x="193877" y="939342"/>
                  </a:lnTo>
                  <a:lnTo>
                    <a:pt x="193859" y="939321"/>
                  </a:lnTo>
                  <a:lnTo>
                    <a:pt x="193855" y="939281"/>
                  </a:lnTo>
                  <a:lnTo>
                    <a:pt x="193855" y="939236"/>
                  </a:lnTo>
                  <a:lnTo>
                    <a:pt x="193847" y="939217"/>
                  </a:lnTo>
                  <a:lnTo>
                    <a:pt x="193827" y="939192"/>
                  </a:lnTo>
                  <a:lnTo>
                    <a:pt x="193801" y="939164"/>
                  </a:lnTo>
                  <a:lnTo>
                    <a:pt x="193776" y="939128"/>
                  </a:lnTo>
                  <a:lnTo>
                    <a:pt x="193756" y="939106"/>
                  </a:lnTo>
                  <a:lnTo>
                    <a:pt x="193723" y="939082"/>
                  </a:lnTo>
                  <a:lnTo>
                    <a:pt x="193704" y="939062"/>
                  </a:lnTo>
                  <a:lnTo>
                    <a:pt x="193677" y="939037"/>
                  </a:lnTo>
                  <a:lnTo>
                    <a:pt x="193648" y="939006"/>
                  </a:lnTo>
                  <a:lnTo>
                    <a:pt x="193603" y="938975"/>
                  </a:lnTo>
                  <a:lnTo>
                    <a:pt x="193590" y="938953"/>
                  </a:lnTo>
                  <a:lnTo>
                    <a:pt x="193589" y="938943"/>
                  </a:lnTo>
                  <a:lnTo>
                    <a:pt x="193589" y="938926"/>
                  </a:lnTo>
                  <a:lnTo>
                    <a:pt x="193590" y="938913"/>
                  </a:lnTo>
                  <a:lnTo>
                    <a:pt x="193589" y="938901"/>
                  </a:lnTo>
                  <a:lnTo>
                    <a:pt x="193586" y="938887"/>
                  </a:lnTo>
                  <a:lnTo>
                    <a:pt x="193578" y="938871"/>
                  </a:lnTo>
                  <a:lnTo>
                    <a:pt x="193561" y="938802"/>
                  </a:lnTo>
                  <a:lnTo>
                    <a:pt x="193546" y="938745"/>
                  </a:lnTo>
                  <a:lnTo>
                    <a:pt x="193523" y="938715"/>
                  </a:lnTo>
                  <a:lnTo>
                    <a:pt x="193481" y="938677"/>
                  </a:lnTo>
                  <a:lnTo>
                    <a:pt x="193467" y="938656"/>
                  </a:lnTo>
                  <a:lnTo>
                    <a:pt x="193461" y="938631"/>
                  </a:lnTo>
                  <a:lnTo>
                    <a:pt x="193443" y="938549"/>
                  </a:lnTo>
                  <a:lnTo>
                    <a:pt x="193442" y="938519"/>
                  </a:lnTo>
                  <a:lnTo>
                    <a:pt x="193446" y="938494"/>
                  </a:lnTo>
                  <a:lnTo>
                    <a:pt x="193462" y="938449"/>
                  </a:lnTo>
                  <a:lnTo>
                    <a:pt x="193465" y="938428"/>
                  </a:lnTo>
                  <a:lnTo>
                    <a:pt x="193453" y="938402"/>
                  </a:lnTo>
                  <a:lnTo>
                    <a:pt x="193456" y="938387"/>
                  </a:lnTo>
                  <a:lnTo>
                    <a:pt x="193464" y="938371"/>
                  </a:lnTo>
                  <a:lnTo>
                    <a:pt x="193495" y="938335"/>
                  </a:lnTo>
                  <a:lnTo>
                    <a:pt x="193503" y="938324"/>
                  </a:lnTo>
                  <a:lnTo>
                    <a:pt x="193500" y="938319"/>
                  </a:lnTo>
                  <a:lnTo>
                    <a:pt x="193487" y="938313"/>
                  </a:lnTo>
                  <a:lnTo>
                    <a:pt x="193462" y="938308"/>
                  </a:lnTo>
                  <a:lnTo>
                    <a:pt x="193422" y="938307"/>
                  </a:lnTo>
                  <a:lnTo>
                    <a:pt x="193407" y="938299"/>
                  </a:lnTo>
                  <a:lnTo>
                    <a:pt x="193395" y="938288"/>
                  </a:lnTo>
                  <a:lnTo>
                    <a:pt x="193367" y="938240"/>
                  </a:lnTo>
                  <a:lnTo>
                    <a:pt x="193352" y="938215"/>
                  </a:lnTo>
                  <a:lnTo>
                    <a:pt x="193340" y="938192"/>
                  </a:lnTo>
                  <a:lnTo>
                    <a:pt x="193339" y="938166"/>
                  </a:lnTo>
                  <a:lnTo>
                    <a:pt x="193338" y="938113"/>
                  </a:lnTo>
                  <a:lnTo>
                    <a:pt x="193334" y="938081"/>
                  </a:lnTo>
                  <a:lnTo>
                    <a:pt x="193322" y="938059"/>
                  </a:lnTo>
                  <a:lnTo>
                    <a:pt x="193298" y="938025"/>
                  </a:lnTo>
                  <a:lnTo>
                    <a:pt x="193275" y="937998"/>
                  </a:lnTo>
                  <a:lnTo>
                    <a:pt x="193241" y="937964"/>
                  </a:lnTo>
                  <a:lnTo>
                    <a:pt x="193238" y="937955"/>
                  </a:lnTo>
                  <a:lnTo>
                    <a:pt x="193230" y="937929"/>
                  </a:lnTo>
                  <a:lnTo>
                    <a:pt x="193217" y="937915"/>
                  </a:lnTo>
                  <a:lnTo>
                    <a:pt x="193198" y="937918"/>
                  </a:lnTo>
                  <a:lnTo>
                    <a:pt x="193131" y="937947"/>
                  </a:lnTo>
                  <a:lnTo>
                    <a:pt x="193055" y="937978"/>
                  </a:lnTo>
                  <a:lnTo>
                    <a:pt x="193003" y="937994"/>
                  </a:lnTo>
                  <a:lnTo>
                    <a:pt x="192929" y="938003"/>
                  </a:lnTo>
                  <a:lnTo>
                    <a:pt x="192915" y="938005"/>
                  </a:lnTo>
                  <a:lnTo>
                    <a:pt x="192896" y="938010"/>
                  </a:lnTo>
                  <a:lnTo>
                    <a:pt x="192876" y="938015"/>
                  </a:lnTo>
                  <a:lnTo>
                    <a:pt x="192851" y="938016"/>
                  </a:lnTo>
                  <a:lnTo>
                    <a:pt x="192828" y="938020"/>
                  </a:lnTo>
                  <a:lnTo>
                    <a:pt x="192795" y="938021"/>
                  </a:lnTo>
                  <a:lnTo>
                    <a:pt x="192762" y="938022"/>
                  </a:lnTo>
                  <a:lnTo>
                    <a:pt x="192749" y="938026"/>
                  </a:lnTo>
                  <a:lnTo>
                    <a:pt x="192746" y="938029"/>
                  </a:lnTo>
                  <a:lnTo>
                    <a:pt x="192741" y="938037"/>
                  </a:lnTo>
                  <a:lnTo>
                    <a:pt x="192735" y="938052"/>
                  </a:lnTo>
                  <a:lnTo>
                    <a:pt x="192733" y="938062"/>
                  </a:lnTo>
                  <a:lnTo>
                    <a:pt x="192732" y="938117"/>
                  </a:lnTo>
                  <a:lnTo>
                    <a:pt x="192724" y="938137"/>
                  </a:lnTo>
                  <a:lnTo>
                    <a:pt x="192704" y="938155"/>
                  </a:lnTo>
                  <a:lnTo>
                    <a:pt x="192678" y="938174"/>
                  </a:lnTo>
                  <a:lnTo>
                    <a:pt x="192654" y="938190"/>
                  </a:lnTo>
                  <a:lnTo>
                    <a:pt x="192638" y="938213"/>
                  </a:lnTo>
                  <a:lnTo>
                    <a:pt x="192611" y="938252"/>
                  </a:lnTo>
                  <a:lnTo>
                    <a:pt x="192591" y="938283"/>
                  </a:lnTo>
                  <a:lnTo>
                    <a:pt x="192567" y="938319"/>
                  </a:lnTo>
                  <a:lnTo>
                    <a:pt x="192547" y="938333"/>
                  </a:lnTo>
                  <a:lnTo>
                    <a:pt x="192526" y="938343"/>
                  </a:lnTo>
                  <a:lnTo>
                    <a:pt x="192489" y="938348"/>
                  </a:lnTo>
                  <a:lnTo>
                    <a:pt x="192444" y="938354"/>
                  </a:lnTo>
                  <a:lnTo>
                    <a:pt x="192398" y="938355"/>
                  </a:lnTo>
                  <a:lnTo>
                    <a:pt x="192350" y="938352"/>
                  </a:lnTo>
                  <a:lnTo>
                    <a:pt x="192321" y="938353"/>
                  </a:lnTo>
                  <a:lnTo>
                    <a:pt x="192300" y="938363"/>
                  </a:lnTo>
                  <a:lnTo>
                    <a:pt x="192266" y="938407"/>
                  </a:lnTo>
                  <a:lnTo>
                    <a:pt x="192236" y="938442"/>
                  </a:lnTo>
                  <a:lnTo>
                    <a:pt x="192212" y="938461"/>
                  </a:lnTo>
                  <a:lnTo>
                    <a:pt x="192183" y="938479"/>
                  </a:lnTo>
                  <a:lnTo>
                    <a:pt x="192166" y="938484"/>
                  </a:lnTo>
                  <a:lnTo>
                    <a:pt x="192126" y="938505"/>
                  </a:lnTo>
                  <a:lnTo>
                    <a:pt x="192096" y="938520"/>
                  </a:lnTo>
                  <a:lnTo>
                    <a:pt x="192065" y="938534"/>
                  </a:lnTo>
                  <a:lnTo>
                    <a:pt x="192035" y="938541"/>
                  </a:lnTo>
                  <a:lnTo>
                    <a:pt x="191998" y="938542"/>
                  </a:lnTo>
                  <a:lnTo>
                    <a:pt x="191960" y="938544"/>
                  </a:lnTo>
                  <a:lnTo>
                    <a:pt x="191896" y="938554"/>
                  </a:lnTo>
                  <a:lnTo>
                    <a:pt x="191847" y="938555"/>
                  </a:lnTo>
                  <a:lnTo>
                    <a:pt x="191815" y="938556"/>
                  </a:lnTo>
                  <a:lnTo>
                    <a:pt x="191796" y="938568"/>
                  </a:lnTo>
                  <a:lnTo>
                    <a:pt x="191772" y="938606"/>
                  </a:lnTo>
                  <a:lnTo>
                    <a:pt x="191747" y="938643"/>
                  </a:lnTo>
                  <a:lnTo>
                    <a:pt x="191721" y="938686"/>
                  </a:lnTo>
                  <a:lnTo>
                    <a:pt x="191701" y="938713"/>
                  </a:lnTo>
                  <a:lnTo>
                    <a:pt x="191691" y="938724"/>
                  </a:lnTo>
                  <a:lnTo>
                    <a:pt x="191677" y="938735"/>
                  </a:lnTo>
                  <a:lnTo>
                    <a:pt x="191662" y="938751"/>
                  </a:lnTo>
                  <a:lnTo>
                    <a:pt x="191640" y="938770"/>
                  </a:lnTo>
                  <a:lnTo>
                    <a:pt x="191636" y="938773"/>
                  </a:lnTo>
                  <a:lnTo>
                    <a:pt x="191628" y="938772"/>
                  </a:lnTo>
                  <a:lnTo>
                    <a:pt x="191603" y="938761"/>
                  </a:lnTo>
                  <a:lnTo>
                    <a:pt x="191574" y="938752"/>
                  </a:lnTo>
                  <a:lnTo>
                    <a:pt x="191545" y="938739"/>
                  </a:lnTo>
                  <a:lnTo>
                    <a:pt x="191513" y="938722"/>
                  </a:lnTo>
                  <a:lnTo>
                    <a:pt x="191471" y="938694"/>
                  </a:lnTo>
                  <a:lnTo>
                    <a:pt x="191405" y="938659"/>
                  </a:lnTo>
                  <a:lnTo>
                    <a:pt x="191369" y="938648"/>
                  </a:lnTo>
                  <a:lnTo>
                    <a:pt x="191350" y="938638"/>
                  </a:lnTo>
                  <a:lnTo>
                    <a:pt x="191313" y="938612"/>
                  </a:lnTo>
                  <a:lnTo>
                    <a:pt x="191266" y="938574"/>
                  </a:lnTo>
                  <a:lnTo>
                    <a:pt x="191233" y="938555"/>
                  </a:lnTo>
                  <a:lnTo>
                    <a:pt x="191194" y="938538"/>
                  </a:lnTo>
                  <a:lnTo>
                    <a:pt x="191190" y="938529"/>
                  </a:lnTo>
                  <a:lnTo>
                    <a:pt x="191202" y="938504"/>
                  </a:lnTo>
                  <a:lnTo>
                    <a:pt x="191205" y="938483"/>
                  </a:lnTo>
                  <a:lnTo>
                    <a:pt x="191203" y="938455"/>
                  </a:lnTo>
                  <a:lnTo>
                    <a:pt x="191190" y="938422"/>
                  </a:lnTo>
                  <a:lnTo>
                    <a:pt x="191185" y="938393"/>
                  </a:lnTo>
                  <a:lnTo>
                    <a:pt x="191167" y="938354"/>
                  </a:lnTo>
                  <a:lnTo>
                    <a:pt x="191152" y="938330"/>
                  </a:lnTo>
                  <a:lnTo>
                    <a:pt x="191149" y="938297"/>
                  </a:lnTo>
                  <a:lnTo>
                    <a:pt x="191153" y="938261"/>
                  </a:lnTo>
                  <a:lnTo>
                    <a:pt x="191163" y="938234"/>
                  </a:lnTo>
                  <a:lnTo>
                    <a:pt x="191167" y="938190"/>
                  </a:lnTo>
                  <a:lnTo>
                    <a:pt x="191182" y="938134"/>
                  </a:lnTo>
                  <a:lnTo>
                    <a:pt x="191192" y="938100"/>
                  </a:lnTo>
                  <a:lnTo>
                    <a:pt x="191217" y="938063"/>
                  </a:lnTo>
                  <a:lnTo>
                    <a:pt x="191225" y="938028"/>
                  </a:lnTo>
                  <a:lnTo>
                    <a:pt x="191200" y="938017"/>
                  </a:lnTo>
                  <a:lnTo>
                    <a:pt x="191137" y="937996"/>
                  </a:lnTo>
                  <a:lnTo>
                    <a:pt x="191105" y="937982"/>
                  </a:lnTo>
                  <a:lnTo>
                    <a:pt x="191035" y="937968"/>
                  </a:lnTo>
                  <a:lnTo>
                    <a:pt x="190993" y="937962"/>
                  </a:lnTo>
                  <a:lnTo>
                    <a:pt x="190963" y="937962"/>
                  </a:lnTo>
                  <a:lnTo>
                    <a:pt x="190921" y="937967"/>
                  </a:lnTo>
                  <a:lnTo>
                    <a:pt x="190885" y="937969"/>
                  </a:lnTo>
                  <a:lnTo>
                    <a:pt x="190876" y="937959"/>
                  </a:lnTo>
                  <a:lnTo>
                    <a:pt x="190867" y="937946"/>
                  </a:lnTo>
                  <a:lnTo>
                    <a:pt x="190855" y="937914"/>
                  </a:lnTo>
                  <a:lnTo>
                    <a:pt x="190840" y="937878"/>
                  </a:lnTo>
                  <a:lnTo>
                    <a:pt x="190805" y="937788"/>
                  </a:lnTo>
                  <a:lnTo>
                    <a:pt x="190781" y="937744"/>
                  </a:lnTo>
                  <a:lnTo>
                    <a:pt x="190770" y="937708"/>
                  </a:lnTo>
                  <a:lnTo>
                    <a:pt x="190775" y="937699"/>
                  </a:lnTo>
                  <a:lnTo>
                    <a:pt x="190797" y="937681"/>
                  </a:lnTo>
                  <a:lnTo>
                    <a:pt x="190842" y="937639"/>
                  </a:lnTo>
                  <a:lnTo>
                    <a:pt x="190867" y="937614"/>
                  </a:lnTo>
                  <a:lnTo>
                    <a:pt x="190883" y="937592"/>
                  </a:lnTo>
                  <a:lnTo>
                    <a:pt x="190900" y="937563"/>
                  </a:lnTo>
                  <a:lnTo>
                    <a:pt x="190915" y="937528"/>
                  </a:lnTo>
                  <a:lnTo>
                    <a:pt x="190938" y="937491"/>
                  </a:lnTo>
                  <a:lnTo>
                    <a:pt x="190948" y="937476"/>
                  </a:lnTo>
                  <a:lnTo>
                    <a:pt x="190951" y="937466"/>
                  </a:lnTo>
                  <a:lnTo>
                    <a:pt x="190950" y="937438"/>
                  </a:lnTo>
                  <a:lnTo>
                    <a:pt x="190938" y="937410"/>
                  </a:lnTo>
                  <a:lnTo>
                    <a:pt x="190919" y="937364"/>
                  </a:lnTo>
                  <a:lnTo>
                    <a:pt x="190899" y="937320"/>
                  </a:lnTo>
                  <a:lnTo>
                    <a:pt x="190882" y="937281"/>
                  </a:lnTo>
                  <a:lnTo>
                    <a:pt x="190864" y="937247"/>
                  </a:lnTo>
                  <a:lnTo>
                    <a:pt x="190842" y="937222"/>
                  </a:lnTo>
                  <a:lnTo>
                    <a:pt x="190819" y="937189"/>
                  </a:lnTo>
                  <a:lnTo>
                    <a:pt x="190815" y="937183"/>
                  </a:lnTo>
                  <a:lnTo>
                    <a:pt x="190813" y="937172"/>
                  </a:lnTo>
                  <a:lnTo>
                    <a:pt x="190810" y="937161"/>
                  </a:lnTo>
                  <a:lnTo>
                    <a:pt x="190792" y="937099"/>
                  </a:lnTo>
                  <a:lnTo>
                    <a:pt x="190777" y="937064"/>
                  </a:lnTo>
                  <a:lnTo>
                    <a:pt x="190777" y="937049"/>
                  </a:lnTo>
                  <a:lnTo>
                    <a:pt x="190792" y="937033"/>
                  </a:lnTo>
                  <a:lnTo>
                    <a:pt x="190798" y="937011"/>
                  </a:lnTo>
                  <a:lnTo>
                    <a:pt x="190806" y="936977"/>
                  </a:lnTo>
                  <a:lnTo>
                    <a:pt x="190804" y="936944"/>
                  </a:lnTo>
                  <a:lnTo>
                    <a:pt x="190801" y="936914"/>
                  </a:lnTo>
                  <a:lnTo>
                    <a:pt x="190794" y="936890"/>
                  </a:lnTo>
                  <a:lnTo>
                    <a:pt x="190790" y="936880"/>
                  </a:lnTo>
                  <a:lnTo>
                    <a:pt x="190776" y="936867"/>
                  </a:lnTo>
                  <a:lnTo>
                    <a:pt x="190680" y="936773"/>
                  </a:lnTo>
                  <a:lnTo>
                    <a:pt x="190627" y="936716"/>
                  </a:lnTo>
                  <a:lnTo>
                    <a:pt x="190605" y="936689"/>
                  </a:lnTo>
                  <a:lnTo>
                    <a:pt x="190605" y="936678"/>
                  </a:lnTo>
                  <a:lnTo>
                    <a:pt x="190613" y="936661"/>
                  </a:lnTo>
                  <a:lnTo>
                    <a:pt x="190622" y="936648"/>
                  </a:lnTo>
                  <a:lnTo>
                    <a:pt x="190644" y="936622"/>
                  </a:lnTo>
                  <a:lnTo>
                    <a:pt x="190672" y="936580"/>
                  </a:lnTo>
                  <a:lnTo>
                    <a:pt x="190683" y="936555"/>
                  </a:lnTo>
                  <a:lnTo>
                    <a:pt x="190690" y="936528"/>
                  </a:lnTo>
                  <a:lnTo>
                    <a:pt x="190704" y="936505"/>
                  </a:lnTo>
                  <a:lnTo>
                    <a:pt x="190721" y="936475"/>
                  </a:lnTo>
                  <a:lnTo>
                    <a:pt x="190763" y="936439"/>
                  </a:lnTo>
                  <a:lnTo>
                    <a:pt x="190778" y="936425"/>
                  </a:lnTo>
                  <a:lnTo>
                    <a:pt x="190785" y="936420"/>
                  </a:lnTo>
                  <a:lnTo>
                    <a:pt x="190782" y="936414"/>
                  </a:lnTo>
                  <a:lnTo>
                    <a:pt x="190774" y="936398"/>
                  </a:lnTo>
                  <a:lnTo>
                    <a:pt x="190768" y="936355"/>
                  </a:lnTo>
                  <a:lnTo>
                    <a:pt x="190764" y="936319"/>
                  </a:lnTo>
                  <a:lnTo>
                    <a:pt x="190748" y="936264"/>
                  </a:lnTo>
                  <a:lnTo>
                    <a:pt x="190737" y="936226"/>
                  </a:lnTo>
                  <a:lnTo>
                    <a:pt x="190719" y="936188"/>
                  </a:lnTo>
                  <a:lnTo>
                    <a:pt x="190696" y="936138"/>
                  </a:lnTo>
                  <a:lnTo>
                    <a:pt x="190667" y="936078"/>
                  </a:lnTo>
                  <a:lnTo>
                    <a:pt x="190661" y="936052"/>
                  </a:lnTo>
                  <a:lnTo>
                    <a:pt x="190663" y="936032"/>
                  </a:lnTo>
                  <a:lnTo>
                    <a:pt x="190671" y="936013"/>
                  </a:lnTo>
                  <a:lnTo>
                    <a:pt x="190673" y="935999"/>
                  </a:lnTo>
                  <a:lnTo>
                    <a:pt x="190672" y="935970"/>
                  </a:lnTo>
                  <a:lnTo>
                    <a:pt x="190659" y="935936"/>
                  </a:lnTo>
                  <a:lnTo>
                    <a:pt x="190637" y="935915"/>
                  </a:lnTo>
                  <a:lnTo>
                    <a:pt x="190617" y="935906"/>
                  </a:lnTo>
                  <a:lnTo>
                    <a:pt x="190601" y="935903"/>
                  </a:lnTo>
                  <a:lnTo>
                    <a:pt x="190571" y="935910"/>
                  </a:lnTo>
                  <a:lnTo>
                    <a:pt x="190522" y="935912"/>
                  </a:lnTo>
                  <a:lnTo>
                    <a:pt x="190501" y="935903"/>
                  </a:lnTo>
                  <a:lnTo>
                    <a:pt x="190486" y="935897"/>
                  </a:lnTo>
                  <a:lnTo>
                    <a:pt x="190452" y="935910"/>
                  </a:lnTo>
                  <a:lnTo>
                    <a:pt x="190439" y="935910"/>
                  </a:lnTo>
                  <a:lnTo>
                    <a:pt x="190431" y="935905"/>
                  </a:lnTo>
                  <a:lnTo>
                    <a:pt x="190423" y="935897"/>
                  </a:lnTo>
                  <a:lnTo>
                    <a:pt x="190408" y="935889"/>
                  </a:lnTo>
                  <a:lnTo>
                    <a:pt x="190384" y="935879"/>
                  </a:lnTo>
                  <a:lnTo>
                    <a:pt x="190364" y="935877"/>
                  </a:lnTo>
                  <a:lnTo>
                    <a:pt x="190332" y="935880"/>
                  </a:lnTo>
                  <a:lnTo>
                    <a:pt x="190296" y="935886"/>
                  </a:lnTo>
                  <a:lnTo>
                    <a:pt x="190283" y="935886"/>
                  </a:lnTo>
                  <a:lnTo>
                    <a:pt x="190269" y="935888"/>
                  </a:lnTo>
                  <a:lnTo>
                    <a:pt x="190257" y="935892"/>
                  </a:lnTo>
                  <a:lnTo>
                    <a:pt x="190252" y="935891"/>
                  </a:lnTo>
                  <a:lnTo>
                    <a:pt x="190251" y="935881"/>
                  </a:lnTo>
                  <a:lnTo>
                    <a:pt x="190254" y="935871"/>
                  </a:lnTo>
                  <a:lnTo>
                    <a:pt x="190257" y="935866"/>
                  </a:lnTo>
                  <a:lnTo>
                    <a:pt x="190275" y="935841"/>
                  </a:lnTo>
                  <a:lnTo>
                    <a:pt x="190284" y="935819"/>
                  </a:lnTo>
                  <a:lnTo>
                    <a:pt x="190286" y="935804"/>
                  </a:lnTo>
                  <a:lnTo>
                    <a:pt x="190281" y="935780"/>
                  </a:lnTo>
                  <a:lnTo>
                    <a:pt x="190276" y="935751"/>
                  </a:lnTo>
                  <a:lnTo>
                    <a:pt x="190276" y="935704"/>
                  </a:lnTo>
                  <a:lnTo>
                    <a:pt x="190270" y="935687"/>
                  </a:lnTo>
                  <a:lnTo>
                    <a:pt x="190248" y="935645"/>
                  </a:lnTo>
                  <a:lnTo>
                    <a:pt x="190231" y="935604"/>
                  </a:lnTo>
                  <a:lnTo>
                    <a:pt x="190213" y="935562"/>
                  </a:lnTo>
                  <a:lnTo>
                    <a:pt x="190213" y="935549"/>
                  </a:lnTo>
                  <a:lnTo>
                    <a:pt x="190213" y="935531"/>
                  </a:lnTo>
                  <a:lnTo>
                    <a:pt x="190209" y="935518"/>
                  </a:lnTo>
                  <a:lnTo>
                    <a:pt x="190187" y="935463"/>
                  </a:lnTo>
                  <a:lnTo>
                    <a:pt x="190168" y="935420"/>
                  </a:lnTo>
                  <a:lnTo>
                    <a:pt x="190155" y="935371"/>
                  </a:lnTo>
                  <a:lnTo>
                    <a:pt x="190142" y="935344"/>
                  </a:lnTo>
                  <a:lnTo>
                    <a:pt x="190140" y="935330"/>
                  </a:lnTo>
                  <a:lnTo>
                    <a:pt x="190146" y="935319"/>
                  </a:lnTo>
                  <a:lnTo>
                    <a:pt x="190178" y="935293"/>
                  </a:lnTo>
                  <a:lnTo>
                    <a:pt x="190198" y="935270"/>
                  </a:lnTo>
                  <a:lnTo>
                    <a:pt x="190216" y="935252"/>
                  </a:lnTo>
                  <a:lnTo>
                    <a:pt x="190230" y="935231"/>
                  </a:lnTo>
                  <a:lnTo>
                    <a:pt x="190244" y="935200"/>
                  </a:lnTo>
                  <a:lnTo>
                    <a:pt x="190246" y="935185"/>
                  </a:lnTo>
                  <a:lnTo>
                    <a:pt x="190240" y="935159"/>
                  </a:lnTo>
                  <a:lnTo>
                    <a:pt x="190244" y="935145"/>
                  </a:lnTo>
                  <a:lnTo>
                    <a:pt x="190252" y="935137"/>
                  </a:lnTo>
                  <a:lnTo>
                    <a:pt x="190282" y="935128"/>
                  </a:lnTo>
                  <a:lnTo>
                    <a:pt x="190349" y="935112"/>
                  </a:lnTo>
                  <a:lnTo>
                    <a:pt x="190380" y="935099"/>
                  </a:lnTo>
                  <a:lnTo>
                    <a:pt x="190422" y="935081"/>
                  </a:lnTo>
                  <a:lnTo>
                    <a:pt x="190464" y="935070"/>
                  </a:lnTo>
                  <a:lnTo>
                    <a:pt x="190497" y="935057"/>
                  </a:lnTo>
                  <a:lnTo>
                    <a:pt x="190531" y="935039"/>
                  </a:lnTo>
                  <a:lnTo>
                    <a:pt x="190630" y="934987"/>
                  </a:lnTo>
                  <a:lnTo>
                    <a:pt x="190688" y="934963"/>
                  </a:lnTo>
                  <a:lnTo>
                    <a:pt x="190708" y="934947"/>
                  </a:lnTo>
                  <a:lnTo>
                    <a:pt x="190719" y="934931"/>
                  </a:lnTo>
                  <a:lnTo>
                    <a:pt x="190732" y="934915"/>
                  </a:lnTo>
                  <a:lnTo>
                    <a:pt x="190751" y="934906"/>
                  </a:lnTo>
                  <a:lnTo>
                    <a:pt x="190768" y="934901"/>
                  </a:lnTo>
                  <a:lnTo>
                    <a:pt x="190781" y="934892"/>
                  </a:lnTo>
                  <a:lnTo>
                    <a:pt x="190794" y="934875"/>
                  </a:lnTo>
                  <a:lnTo>
                    <a:pt x="190826" y="934837"/>
                  </a:lnTo>
                  <a:lnTo>
                    <a:pt x="190863" y="934800"/>
                  </a:lnTo>
                  <a:lnTo>
                    <a:pt x="190883" y="934780"/>
                  </a:lnTo>
                  <a:lnTo>
                    <a:pt x="190902" y="934758"/>
                  </a:lnTo>
                  <a:lnTo>
                    <a:pt x="190925" y="934731"/>
                  </a:lnTo>
                  <a:lnTo>
                    <a:pt x="190945" y="934695"/>
                  </a:lnTo>
                  <a:lnTo>
                    <a:pt x="190969" y="934649"/>
                  </a:lnTo>
                  <a:lnTo>
                    <a:pt x="190984" y="934627"/>
                  </a:lnTo>
                  <a:lnTo>
                    <a:pt x="190992" y="934597"/>
                  </a:lnTo>
                  <a:lnTo>
                    <a:pt x="190999" y="934560"/>
                  </a:lnTo>
                  <a:lnTo>
                    <a:pt x="191029" y="934512"/>
                  </a:lnTo>
                  <a:lnTo>
                    <a:pt x="191061" y="934471"/>
                  </a:lnTo>
                  <a:lnTo>
                    <a:pt x="191077" y="934454"/>
                  </a:lnTo>
                  <a:lnTo>
                    <a:pt x="191107" y="934451"/>
                  </a:lnTo>
                  <a:lnTo>
                    <a:pt x="191149" y="934448"/>
                  </a:lnTo>
                  <a:lnTo>
                    <a:pt x="191181" y="934443"/>
                  </a:lnTo>
                  <a:lnTo>
                    <a:pt x="191230" y="934424"/>
                  </a:lnTo>
                  <a:lnTo>
                    <a:pt x="191285" y="934391"/>
                  </a:lnTo>
                  <a:lnTo>
                    <a:pt x="191312" y="934373"/>
                  </a:lnTo>
                  <a:lnTo>
                    <a:pt x="191325" y="934358"/>
                  </a:lnTo>
                  <a:lnTo>
                    <a:pt x="191337" y="934353"/>
                  </a:lnTo>
                  <a:lnTo>
                    <a:pt x="191371" y="934345"/>
                  </a:lnTo>
                  <a:lnTo>
                    <a:pt x="191393" y="934337"/>
                  </a:lnTo>
                  <a:lnTo>
                    <a:pt x="191410" y="934323"/>
                  </a:lnTo>
                  <a:lnTo>
                    <a:pt x="191420" y="934316"/>
                  </a:lnTo>
                  <a:lnTo>
                    <a:pt x="191442" y="934293"/>
                  </a:lnTo>
                  <a:lnTo>
                    <a:pt x="191460" y="934277"/>
                  </a:lnTo>
                  <a:lnTo>
                    <a:pt x="191477" y="934275"/>
                  </a:lnTo>
                  <a:lnTo>
                    <a:pt x="191511" y="934273"/>
                  </a:lnTo>
                  <a:lnTo>
                    <a:pt x="191559" y="934270"/>
                  </a:lnTo>
                  <a:lnTo>
                    <a:pt x="191613" y="934262"/>
                  </a:lnTo>
                  <a:lnTo>
                    <a:pt x="191650" y="934253"/>
                  </a:lnTo>
                  <a:lnTo>
                    <a:pt x="191680" y="934243"/>
                  </a:lnTo>
                  <a:lnTo>
                    <a:pt x="191698" y="934242"/>
                  </a:lnTo>
                  <a:lnTo>
                    <a:pt x="191738" y="934234"/>
                  </a:lnTo>
                  <a:lnTo>
                    <a:pt x="191756" y="934227"/>
                  </a:lnTo>
                  <a:lnTo>
                    <a:pt x="191791" y="934214"/>
                  </a:lnTo>
                  <a:lnTo>
                    <a:pt x="191812" y="934200"/>
                  </a:lnTo>
                  <a:lnTo>
                    <a:pt x="191832" y="934181"/>
                  </a:lnTo>
                  <a:lnTo>
                    <a:pt x="191838" y="934163"/>
                  </a:lnTo>
                  <a:lnTo>
                    <a:pt x="191843" y="934144"/>
                  </a:lnTo>
                  <a:lnTo>
                    <a:pt x="191846" y="934125"/>
                  </a:lnTo>
                  <a:lnTo>
                    <a:pt x="191858" y="934105"/>
                  </a:lnTo>
                  <a:lnTo>
                    <a:pt x="191862" y="934091"/>
                  </a:lnTo>
                  <a:lnTo>
                    <a:pt x="191862" y="934067"/>
                  </a:lnTo>
                  <a:lnTo>
                    <a:pt x="191866" y="933966"/>
                  </a:lnTo>
                  <a:lnTo>
                    <a:pt x="191867" y="933904"/>
                  </a:lnTo>
                  <a:lnTo>
                    <a:pt x="191862" y="933872"/>
                  </a:lnTo>
                  <a:lnTo>
                    <a:pt x="191854" y="933824"/>
                  </a:lnTo>
                  <a:lnTo>
                    <a:pt x="191844" y="933800"/>
                  </a:lnTo>
                  <a:lnTo>
                    <a:pt x="191840" y="933781"/>
                  </a:lnTo>
                  <a:lnTo>
                    <a:pt x="191845" y="933770"/>
                  </a:lnTo>
                  <a:lnTo>
                    <a:pt x="191869" y="933755"/>
                  </a:lnTo>
                  <a:lnTo>
                    <a:pt x="191888" y="933745"/>
                  </a:lnTo>
                  <a:lnTo>
                    <a:pt x="191915" y="933731"/>
                  </a:lnTo>
                  <a:lnTo>
                    <a:pt x="191932" y="933724"/>
                  </a:lnTo>
                  <a:lnTo>
                    <a:pt x="191963" y="933719"/>
                  </a:lnTo>
                  <a:lnTo>
                    <a:pt x="191992" y="933716"/>
                  </a:lnTo>
                  <a:lnTo>
                    <a:pt x="192017" y="933717"/>
                  </a:lnTo>
                  <a:lnTo>
                    <a:pt x="192035" y="933719"/>
                  </a:lnTo>
                  <a:lnTo>
                    <a:pt x="192053" y="933722"/>
                  </a:lnTo>
                  <a:lnTo>
                    <a:pt x="192071" y="933725"/>
                  </a:lnTo>
                  <a:lnTo>
                    <a:pt x="192097" y="933723"/>
                  </a:lnTo>
                  <a:lnTo>
                    <a:pt x="192122" y="933715"/>
                  </a:lnTo>
                  <a:lnTo>
                    <a:pt x="192161" y="933702"/>
                  </a:lnTo>
                  <a:lnTo>
                    <a:pt x="192182" y="933695"/>
                  </a:lnTo>
                  <a:lnTo>
                    <a:pt x="192191" y="933689"/>
                  </a:lnTo>
                  <a:lnTo>
                    <a:pt x="192209" y="933676"/>
                  </a:lnTo>
                  <a:lnTo>
                    <a:pt x="192218" y="933665"/>
                  </a:lnTo>
                  <a:lnTo>
                    <a:pt x="192229" y="933646"/>
                  </a:lnTo>
                  <a:lnTo>
                    <a:pt x="192242" y="933625"/>
                  </a:lnTo>
                  <a:lnTo>
                    <a:pt x="192250" y="933603"/>
                  </a:lnTo>
                  <a:lnTo>
                    <a:pt x="192259" y="933594"/>
                  </a:lnTo>
                  <a:lnTo>
                    <a:pt x="192271" y="933580"/>
                  </a:lnTo>
                  <a:lnTo>
                    <a:pt x="192279" y="933574"/>
                  </a:lnTo>
                  <a:lnTo>
                    <a:pt x="192282" y="933570"/>
                  </a:lnTo>
                  <a:lnTo>
                    <a:pt x="192299" y="933550"/>
                  </a:lnTo>
                  <a:lnTo>
                    <a:pt x="192310" y="933531"/>
                  </a:lnTo>
                  <a:lnTo>
                    <a:pt x="192314" y="933508"/>
                  </a:lnTo>
                  <a:lnTo>
                    <a:pt x="192317" y="933482"/>
                  </a:lnTo>
                  <a:lnTo>
                    <a:pt x="192314" y="933455"/>
                  </a:lnTo>
                  <a:lnTo>
                    <a:pt x="192324" y="933417"/>
                  </a:lnTo>
                  <a:lnTo>
                    <a:pt x="192331" y="933396"/>
                  </a:lnTo>
                  <a:lnTo>
                    <a:pt x="192332" y="933381"/>
                  </a:lnTo>
                  <a:lnTo>
                    <a:pt x="192327" y="933357"/>
                  </a:lnTo>
                  <a:lnTo>
                    <a:pt x="192315" y="933310"/>
                  </a:lnTo>
                  <a:lnTo>
                    <a:pt x="192309" y="933280"/>
                  </a:lnTo>
                  <a:lnTo>
                    <a:pt x="192311" y="933269"/>
                  </a:lnTo>
                  <a:lnTo>
                    <a:pt x="192320" y="933263"/>
                  </a:lnTo>
                  <a:lnTo>
                    <a:pt x="192332" y="933258"/>
                  </a:lnTo>
                  <a:lnTo>
                    <a:pt x="192351" y="933246"/>
                  </a:lnTo>
                  <a:lnTo>
                    <a:pt x="192371" y="933232"/>
                  </a:lnTo>
                  <a:lnTo>
                    <a:pt x="192404" y="933207"/>
                  </a:lnTo>
                  <a:lnTo>
                    <a:pt x="192438" y="933184"/>
                  </a:lnTo>
                  <a:lnTo>
                    <a:pt x="192467" y="933164"/>
                  </a:lnTo>
                  <a:lnTo>
                    <a:pt x="192502" y="933148"/>
                  </a:lnTo>
                  <a:lnTo>
                    <a:pt x="192524" y="933142"/>
                  </a:lnTo>
                  <a:lnTo>
                    <a:pt x="192531" y="933135"/>
                  </a:lnTo>
                  <a:lnTo>
                    <a:pt x="192530" y="933106"/>
                  </a:lnTo>
                  <a:lnTo>
                    <a:pt x="192529" y="933059"/>
                  </a:lnTo>
                  <a:lnTo>
                    <a:pt x="192522" y="933032"/>
                  </a:lnTo>
                  <a:lnTo>
                    <a:pt x="192518" y="933012"/>
                  </a:lnTo>
                  <a:lnTo>
                    <a:pt x="192515" y="932988"/>
                  </a:lnTo>
                  <a:lnTo>
                    <a:pt x="192509" y="932972"/>
                  </a:lnTo>
                  <a:lnTo>
                    <a:pt x="192489" y="932954"/>
                  </a:lnTo>
                  <a:lnTo>
                    <a:pt x="192429" y="932897"/>
                  </a:lnTo>
                  <a:lnTo>
                    <a:pt x="192419" y="932883"/>
                  </a:lnTo>
                  <a:lnTo>
                    <a:pt x="192406" y="932842"/>
                  </a:lnTo>
                  <a:lnTo>
                    <a:pt x="192405" y="932823"/>
                  </a:lnTo>
                  <a:lnTo>
                    <a:pt x="192409" y="932810"/>
                  </a:lnTo>
                  <a:lnTo>
                    <a:pt x="192411" y="932797"/>
                  </a:lnTo>
                  <a:lnTo>
                    <a:pt x="192418" y="932784"/>
                  </a:lnTo>
                  <a:lnTo>
                    <a:pt x="192436" y="932776"/>
                  </a:lnTo>
                  <a:lnTo>
                    <a:pt x="192473" y="932752"/>
                  </a:lnTo>
                  <a:lnTo>
                    <a:pt x="192503" y="932729"/>
                  </a:lnTo>
                  <a:lnTo>
                    <a:pt x="192525" y="932714"/>
                  </a:lnTo>
                  <a:lnTo>
                    <a:pt x="192533" y="932706"/>
                  </a:lnTo>
                  <a:lnTo>
                    <a:pt x="192536" y="932695"/>
                  </a:lnTo>
                  <a:lnTo>
                    <a:pt x="192542" y="932687"/>
                  </a:lnTo>
                  <a:lnTo>
                    <a:pt x="192548" y="932684"/>
                  </a:lnTo>
                  <a:lnTo>
                    <a:pt x="192564" y="932679"/>
                  </a:lnTo>
                  <a:lnTo>
                    <a:pt x="192584" y="932669"/>
                  </a:lnTo>
                  <a:lnTo>
                    <a:pt x="192612" y="932653"/>
                  </a:lnTo>
                  <a:lnTo>
                    <a:pt x="192631" y="932636"/>
                  </a:lnTo>
                  <a:lnTo>
                    <a:pt x="192637" y="932624"/>
                  </a:lnTo>
                  <a:lnTo>
                    <a:pt x="192640" y="932611"/>
                  </a:lnTo>
                  <a:lnTo>
                    <a:pt x="192637" y="932597"/>
                  </a:lnTo>
                  <a:lnTo>
                    <a:pt x="192624" y="932562"/>
                  </a:lnTo>
                  <a:lnTo>
                    <a:pt x="192613" y="932532"/>
                  </a:lnTo>
                  <a:lnTo>
                    <a:pt x="192587" y="932490"/>
                  </a:lnTo>
                  <a:lnTo>
                    <a:pt x="192567" y="932468"/>
                  </a:lnTo>
                  <a:lnTo>
                    <a:pt x="192549" y="932456"/>
                  </a:lnTo>
                  <a:lnTo>
                    <a:pt x="192483" y="932425"/>
                  </a:lnTo>
                  <a:lnTo>
                    <a:pt x="192464" y="932412"/>
                  </a:lnTo>
                  <a:lnTo>
                    <a:pt x="192454" y="932401"/>
                  </a:lnTo>
                  <a:lnTo>
                    <a:pt x="192447" y="932383"/>
                  </a:lnTo>
                  <a:lnTo>
                    <a:pt x="192443" y="932362"/>
                  </a:lnTo>
                  <a:lnTo>
                    <a:pt x="192452" y="932337"/>
                  </a:lnTo>
                  <a:lnTo>
                    <a:pt x="192468" y="932312"/>
                  </a:lnTo>
                  <a:lnTo>
                    <a:pt x="192482" y="932295"/>
                  </a:lnTo>
                  <a:lnTo>
                    <a:pt x="192522" y="932269"/>
                  </a:lnTo>
                  <a:lnTo>
                    <a:pt x="192543" y="932253"/>
                  </a:lnTo>
                  <a:lnTo>
                    <a:pt x="192573" y="932227"/>
                  </a:lnTo>
                  <a:lnTo>
                    <a:pt x="192610" y="932190"/>
                  </a:lnTo>
                  <a:lnTo>
                    <a:pt x="192642" y="932157"/>
                  </a:lnTo>
                  <a:lnTo>
                    <a:pt x="192659" y="932129"/>
                  </a:lnTo>
                  <a:lnTo>
                    <a:pt x="192669" y="932115"/>
                  </a:lnTo>
                  <a:lnTo>
                    <a:pt x="192667" y="932098"/>
                  </a:lnTo>
                  <a:lnTo>
                    <a:pt x="192661" y="932077"/>
                  </a:lnTo>
                  <a:lnTo>
                    <a:pt x="192655" y="932057"/>
                  </a:lnTo>
                  <a:lnTo>
                    <a:pt x="192652" y="932043"/>
                  </a:lnTo>
                  <a:lnTo>
                    <a:pt x="192659" y="932028"/>
                  </a:lnTo>
                  <a:lnTo>
                    <a:pt x="192673" y="932016"/>
                  </a:lnTo>
                  <a:lnTo>
                    <a:pt x="192696" y="932007"/>
                  </a:lnTo>
                  <a:lnTo>
                    <a:pt x="192717" y="932004"/>
                  </a:lnTo>
                  <a:lnTo>
                    <a:pt x="192728" y="932001"/>
                  </a:lnTo>
                  <a:lnTo>
                    <a:pt x="192737" y="931996"/>
                  </a:lnTo>
                  <a:lnTo>
                    <a:pt x="192760" y="931985"/>
                  </a:lnTo>
                  <a:lnTo>
                    <a:pt x="192775" y="931976"/>
                  </a:lnTo>
                  <a:lnTo>
                    <a:pt x="192786" y="931966"/>
                  </a:lnTo>
                  <a:lnTo>
                    <a:pt x="192791" y="931958"/>
                  </a:lnTo>
                  <a:lnTo>
                    <a:pt x="192793" y="931948"/>
                  </a:lnTo>
                  <a:lnTo>
                    <a:pt x="192797" y="931925"/>
                  </a:lnTo>
                  <a:lnTo>
                    <a:pt x="192803" y="931896"/>
                  </a:lnTo>
                  <a:lnTo>
                    <a:pt x="192807" y="931887"/>
                  </a:lnTo>
                  <a:lnTo>
                    <a:pt x="192808" y="931883"/>
                  </a:lnTo>
                  <a:lnTo>
                    <a:pt x="192810" y="931856"/>
                  </a:lnTo>
                  <a:lnTo>
                    <a:pt x="192818" y="931834"/>
                  </a:lnTo>
                  <a:lnTo>
                    <a:pt x="192844" y="931794"/>
                  </a:lnTo>
                  <a:lnTo>
                    <a:pt x="192858" y="931768"/>
                  </a:lnTo>
                  <a:lnTo>
                    <a:pt x="192865" y="931746"/>
                  </a:lnTo>
                  <a:lnTo>
                    <a:pt x="192872" y="931668"/>
                  </a:lnTo>
                  <a:lnTo>
                    <a:pt x="192872" y="931630"/>
                  </a:lnTo>
                  <a:lnTo>
                    <a:pt x="192869" y="931618"/>
                  </a:lnTo>
                  <a:lnTo>
                    <a:pt x="192860" y="931602"/>
                  </a:lnTo>
                  <a:lnTo>
                    <a:pt x="192850" y="931589"/>
                  </a:lnTo>
                  <a:lnTo>
                    <a:pt x="192844" y="931570"/>
                  </a:lnTo>
                  <a:lnTo>
                    <a:pt x="192847" y="931551"/>
                  </a:lnTo>
                  <a:lnTo>
                    <a:pt x="192855" y="931532"/>
                  </a:lnTo>
                  <a:lnTo>
                    <a:pt x="192876" y="931520"/>
                  </a:lnTo>
                  <a:lnTo>
                    <a:pt x="192886" y="931523"/>
                  </a:lnTo>
                  <a:lnTo>
                    <a:pt x="192895" y="931524"/>
                  </a:lnTo>
                  <a:lnTo>
                    <a:pt x="192907" y="931525"/>
                  </a:lnTo>
                  <a:lnTo>
                    <a:pt x="192925" y="931524"/>
                  </a:lnTo>
                  <a:lnTo>
                    <a:pt x="192929" y="931523"/>
                  </a:lnTo>
                  <a:lnTo>
                    <a:pt x="192953" y="931519"/>
                  </a:lnTo>
                  <a:lnTo>
                    <a:pt x="192967" y="931513"/>
                  </a:lnTo>
                  <a:lnTo>
                    <a:pt x="193006" y="931504"/>
                  </a:lnTo>
                  <a:lnTo>
                    <a:pt x="193053" y="931485"/>
                  </a:lnTo>
                  <a:lnTo>
                    <a:pt x="193084" y="931463"/>
                  </a:lnTo>
                  <a:lnTo>
                    <a:pt x="193105" y="931437"/>
                  </a:lnTo>
                  <a:lnTo>
                    <a:pt x="193120" y="931414"/>
                  </a:lnTo>
                  <a:lnTo>
                    <a:pt x="193138" y="931397"/>
                  </a:lnTo>
                  <a:lnTo>
                    <a:pt x="193187" y="931376"/>
                  </a:lnTo>
                  <a:lnTo>
                    <a:pt x="193217" y="931358"/>
                  </a:lnTo>
                  <a:lnTo>
                    <a:pt x="193230" y="931342"/>
                  </a:lnTo>
                  <a:lnTo>
                    <a:pt x="193231" y="931331"/>
                  </a:lnTo>
                  <a:lnTo>
                    <a:pt x="193228" y="931318"/>
                  </a:lnTo>
                  <a:lnTo>
                    <a:pt x="193228" y="931303"/>
                  </a:lnTo>
                  <a:lnTo>
                    <a:pt x="193232" y="931294"/>
                  </a:lnTo>
                  <a:lnTo>
                    <a:pt x="193250" y="931286"/>
                  </a:lnTo>
                  <a:lnTo>
                    <a:pt x="193269" y="931282"/>
                  </a:lnTo>
                  <a:lnTo>
                    <a:pt x="193291" y="931281"/>
                  </a:lnTo>
                  <a:lnTo>
                    <a:pt x="193299" y="931272"/>
                  </a:lnTo>
                  <a:lnTo>
                    <a:pt x="193310" y="931259"/>
                  </a:lnTo>
                  <a:lnTo>
                    <a:pt x="193312" y="931244"/>
                  </a:lnTo>
                  <a:lnTo>
                    <a:pt x="193309" y="931220"/>
                  </a:lnTo>
                  <a:lnTo>
                    <a:pt x="193296" y="931201"/>
                  </a:lnTo>
                  <a:lnTo>
                    <a:pt x="193284" y="931182"/>
                  </a:lnTo>
                  <a:lnTo>
                    <a:pt x="193265" y="931172"/>
                  </a:lnTo>
                  <a:lnTo>
                    <a:pt x="193251" y="931159"/>
                  </a:lnTo>
                  <a:lnTo>
                    <a:pt x="193246" y="931150"/>
                  </a:lnTo>
                  <a:lnTo>
                    <a:pt x="193232" y="931135"/>
                  </a:lnTo>
                  <a:lnTo>
                    <a:pt x="193195" y="931103"/>
                  </a:lnTo>
                  <a:lnTo>
                    <a:pt x="193157" y="931068"/>
                  </a:lnTo>
                  <a:lnTo>
                    <a:pt x="193122" y="931030"/>
                  </a:lnTo>
                  <a:lnTo>
                    <a:pt x="193095" y="930991"/>
                  </a:lnTo>
                  <a:lnTo>
                    <a:pt x="193062" y="930949"/>
                  </a:lnTo>
                  <a:lnTo>
                    <a:pt x="193025" y="930898"/>
                  </a:lnTo>
                  <a:lnTo>
                    <a:pt x="193010" y="930861"/>
                  </a:lnTo>
                  <a:lnTo>
                    <a:pt x="193006" y="930831"/>
                  </a:lnTo>
                  <a:lnTo>
                    <a:pt x="193007" y="930786"/>
                  </a:lnTo>
                  <a:lnTo>
                    <a:pt x="192999" y="930753"/>
                  </a:lnTo>
                  <a:lnTo>
                    <a:pt x="192994" y="930740"/>
                  </a:lnTo>
                  <a:lnTo>
                    <a:pt x="192991" y="930715"/>
                  </a:lnTo>
                  <a:lnTo>
                    <a:pt x="192988" y="930682"/>
                  </a:lnTo>
                  <a:lnTo>
                    <a:pt x="192987" y="930642"/>
                  </a:lnTo>
                  <a:lnTo>
                    <a:pt x="192988" y="930594"/>
                  </a:lnTo>
                  <a:lnTo>
                    <a:pt x="192987" y="930537"/>
                  </a:lnTo>
                  <a:lnTo>
                    <a:pt x="192981" y="930514"/>
                  </a:lnTo>
                  <a:lnTo>
                    <a:pt x="192980" y="930506"/>
                  </a:lnTo>
                  <a:lnTo>
                    <a:pt x="192973" y="930492"/>
                  </a:lnTo>
                  <a:lnTo>
                    <a:pt x="192951" y="930476"/>
                  </a:lnTo>
                  <a:lnTo>
                    <a:pt x="192929" y="930459"/>
                  </a:lnTo>
                  <a:lnTo>
                    <a:pt x="192925" y="930456"/>
                  </a:lnTo>
                  <a:lnTo>
                    <a:pt x="192910" y="930435"/>
                  </a:lnTo>
                  <a:lnTo>
                    <a:pt x="192895" y="930415"/>
                  </a:lnTo>
                  <a:lnTo>
                    <a:pt x="192876" y="930390"/>
                  </a:lnTo>
                  <a:lnTo>
                    <a:pt x="192868" y="930375"/>
                  </a:lnTo>
                  <a:lnTo>
                    <a:pt x="192864" y="930364"/>
                  </a:lnTo>
                  <a:lnTo>
                    <a:pt x="192859" y="930341"/>
                  </a:lnTo>
                  <a:lnTo>
                    <a:pt x="192859" y="930323"/>
                  </a:lnTo>
                  <a:lnTo>
                    <a:pt x="192846" y="930299"/>
                  </a:lnTo>
                  <a:lnTo>
                    <a:pt x="192827" y="930267"/>
                  </a:lnTo>
                  <a:lnTo>
                    <a:pt x="192819" y="930253"/>
                  </a:lnTo>
                  <a:lnTo>
                    <a:pt x="192812" y="930248"/>
                  </a:lnTo>
                  <a:lnTo>
                    <a:pt x="192787" y="930267"/>
                  </a:lnTo>
                  <a:lnTo>
                    <a:pt x="192727" y="930301"/>
                  </a:lnTo>
                  <a:lnTo>
                    <a:pt x="192700" y="930312"/>
                  </a:lnTo>
                  <a:lnTo>
                    <a:pt x="192658" y="930321"/>
                  </a:lnTo>
                  <a:lnTo>
                    <a:pt x="192619" y="930327"/>
                  </a:lnTo>
                  <a:lnTo>
                    <a:pt x="192598" y="930327"/>
                  </a:lnTo>
                  <a:lnTo>
                    <a:pt x="192544" y="930323"/>
                  </a:lnTo>
                  <a:lnTo>
                    <a:pt x="192503" y="930317"/>
                  </a:lnTo>
                  <a:lnTo>
                    <a:pt x="192462" y="930304"/>
                  </a:lnTo>
                  <a:lnTo>
                    <a:pt x="192444" y="930289"/>
                  </a:lnTo>
                  <a:lnTo>
                    <a:pt x="192435" y="930277"/>
                  </a:lnTo>
                  <a:lnTo>
                    <a:pt x="192427" y="930256"/>
                  </a:lnTo>
                  <a:lnTo>
                    <a:pt x="192422" y="930245"/>
                  </a:lnTo>
                  <a:lnTo>
                    <a:pt x="192399" y="930244"/>
                  </a:lnTo>
                  <a:lnTo>
                    <a:pt x="192379" y="930238"/>
                  </a:lnTo>
                  <a:lnTo>
                    <a:pt x="192346" y="930234"/>
                  </a:lnTo>
                  <a:lnTo>
                    <a:pt x="192328" y="930227"/>
                  </a:lnTo>
                  <a:lnTo>
                    <a:pt x="192298" y="930213"/>
                  </a:lnTo>
                  <a:lnTo>
                    <a:pt x="192259" y="930203"/>
                  </a:lnTo>
                  <a:lnTo>
                    <a:pt x="192212" y="930192"/>
                  </a:lnTo>
                  <a:lnTo>
                    <a:pt x="192184" y="930183"/>
                  </a:lnTo>
                  <a:lnTo>
                    <a:pt x="192162" y="930170"/>
                  </a:lnTo>
                  <a:lnTo>
                    <a:pt x="192149" y="930154"/>
                  </a:lnTo>
                  <a:lnTo>
                    <a:pt x="192147" y="930137"/>
                  </a:lnTo>
                  <a:lnTo>
                    <a:pt x="192146" y="930106"/>
                  </a:lnTo>
                  <a:lnTo>
                    <a:pt x="192144" y="930083"/>
                  </a:lnTo>
                  <a:lnTo>
                    <a:pt x="192134" y="930070"/>
                  </a:lnTo>
                  <a:lnTo>
                    <a:pt x="192121" y="930063"/>
                  </a:lnTo>
                  <a:lnTo>
                    <a:pt x="192096" y="930053"/>
                  </a:lnTo>
                  <a:lnTo>
                    <a:pt x="192078" y="930040"/>
                  </a:lnTo>
                  <a:lnTo>
                    <a:pt x="192056" y="930017"/>
                  </a:lnTo>
                  <a:lnTo>
                    <a:pt x="192031" y="929996"/>
                  </a:lnTo>
                  <a:lnTo>
                    <a:pt x="192026" y="929984"/>
                  </a:lnTo>
                  <a:lnTo>
                    <a:pt x="192024" y="929967"/>
                  </a:lnTo>
                  <a:lnTo>
                    <a:pt x="192017" y="929930"/>
                  </a:lnTo>
                  <a:lnTo>
                    <a:pt x="192006" y="929884"/>
                  </a:lnTo>
                  <a:lnTo>
                    <a:pt x="192001" y="929871"/>
                  </a:lnTo>
                  <a:lnTo>
                    <a:pt x="191996" y="929865"/>
                  </a:lnTo>
                  <a:lnTo>
                    <a:pt x="191979" y="929851"/>
                  </a:lnTo>
                  <a:lnTo>
                    <a:pt x="191973" y="929840"/>
                  </a:lnTo>
                  <a:lnTo>
                    <a:pt x="191973" y="929833"/>
                  </a:lnTo>
                  <a:lnTo>
                    <a:pt x="191983" y="929822"/>
                  </a:lnTo>
                  <a:lnTo>
                    <a:pt x="191993" y="929812"/>
                  </a:lnTo>
                  <a:lnTo>
                    <a:pt x="192004" y="929790"/>
                  </a:lnTo>
                  <a:lnTo>
                    <a:pt x="192030" y="929750"/>
                  </a:lnTo>
                  <a:lnTo>
                    <a:pt x="192085" y="929673"/>
                  </a:lnTo>
                  <a:lnTo>
                    <a:pt x="192097" y="929646"/>
                  </a:lnTo>
                  <a:lnTo>
                    <a:pt x="192097" y="929612"/>
                  </a:lnTo>
                  <a:lnTo>
                    <a:pt x="192108" y="929583"/>
                  </a:lnTo>
                  <a:lnTo>
                    <a:pt x="192152" y="929561"/>
                  </a:lnTo>
                  <a:lnTo>
                    <a:pt x="192177" y="929542"/>
                  </a:lnTo>
                  <a:lnTo>
                    <a:pt x="192187" y="929521"/>
                  </a:lnTo>
                  <a:lnTo>
                    <a:pt x="192209" y="929502"/>
                  </a:lnTo>
                  <a:lnTo>
                    <a:pt x="192245" y="929481"/>
                  </a:lnTo>
                  <a:lnTo>
                    <a:pt x="192266" y="929444"/>
                  </a:lnTo>
                  <a:lnTo>
                    <a:pt x="192285" y="929411"/>
                  </a:lnTo>
                  <a:lnTo>
                    <a:pt x="192286" y="929395"/>
                  </a:lnTo>
                  <a:lnTo>
                    <a:pt x="192271" y="929360"/>
                  </a:lnTo>
                  <a:lnTo>
                    <a:pt x="192247" y="929320"/>
                  </a:lnTo>
                  <a:lnTo>
                    <a:pt x="192227" y="929272"/>
                  </a:lnTo>
                  <a:lnTo>
                    <a:pt x="192222" y="929242"/>
                  </a:lnTo>
                  <a:lnTo>
                    <a:pt x="192221" y="929204"/>
                  </a:lnTo>
                  <a:lnTo>
                    <a:pt x="192231" y="929177"/>
                  </a:lnTo>
                  <a:lnTo>
                    <a:pt x="192254" y="929144"/>
                  </a:lnTo>
                  <a:lnTo>
                    <a:pt x="192256" y="929118"/>
                  </a:lnTo>
                  <a:lnTo>
                    <a:pt x="192261" y="929052"/>
                  </a:lnTo>
                  <a:lnTo>
                    <a:pt x="192267" y="929036"/>
                  </a:lnTo>
                  <a:lnTo>
                    <a:pt x="192291" y="929030"/>
                  </a:lnTo>
                  <a:lnTo>
                    <a:pt x="192316" y="928995"/>
                  </a:lnTo>
                  <a:lnTo>
                    <a:pt x="192336" y="928934"/>
                  </a:lnTo>
                  <a:lnTo>
                    <a:pt x="192343" y="928912"/>
                  </a:lnTo>
                  <a:lnTo>
                    <a:pt x="192342" y="928882"/>
                  </a:lnTo>
                  <a:lnTo>
                    <a:pt x="192339" y="928850"/>
                  </a:lnTo>
                  <a:lnTo>
                    <a:pt x="192349" y="928739"/>
                  </a:lnTo>
                  <a:lnTo>
                    <a:pt x="192342" y="928693"/>
                  </a:lnTo>
                  <a:lnTo>
                    <a:pt x="192334" y="928665"/>
                  </a:lnTo>
                  <a:lnTo>
                    <a:pt x="192298" y="928616"/>
                  </a:lnTo>
                  <a:lnTo>
                    <a:pt x="192232" y="928525"/>
                  </a:lnTo>
                  <a:lnTo>
                    <a:pt x="192204" y="928486"/>
                  </a:lnTo>
                  <a:lnTo>
                    <a:pt x="192183" y="928453"/>
                  </a:lnTo>
                  <a:lnTo>
                    <a:pt x="192170" y="928441"/>
                  </a:lnTo>
                  <a:lnTo>
                    <a:pt x="192158" y="928436"/>
                  </a:lnTo>
                  <a:lnTo>
                    <a:pt x="192139" y="928443"/>
                  </a:lnTo>
                  <a:lnTo>
                    <a:pt x="192094" y="928456"/>
                  </a:lnTo>
                  <a:lnTo>
                    <a:pt x="192029" y="928483"/>
                  </a:lnTo>
                  <a:lnTo>
                    <a:pt x="191995" y="928494"/>
                  </a:lnTo>
                  <a:lnTo>
                    <a:pt x="191927" y="928509"/>
                  </a:lnTo>
                  <a:lnTo>
                    <a:pt x="191883" y="928517"/>
                  </a:lnTo>
                  <a:lnTo>
                    <a:pt x="191831" y="928521"/>
                  </a:lnTo>
                  <a:lnTo>
                    <a:pt x="191794" y="928519"/>
                  </a:lnTo>
                  <a:lnTo>
                    <a:pt x="191758" y="928514"/>
                  </a:lnTo>
                  <a:lnTo>
                    <a:pt x="191740" y="928504"/>
                  </a:lnTo>
                  <a:lnTo>
                    <a:pt x="191722" y="928482"/>
                  </a:lnTo>
                  <a:lnTo>
                    <a:pt x="191712" y="928459"/>
                  </a:lnTo>
                  <a:lnTo>
                    <a:pt x="191701" y="928433"/>
                  </a:lnTo>
                  <a:lnTo>
                    <a:pt x="191690" y="928419"/>
                  </a:lnTo>
                  <a:lnTo>
                    <a:pt x="191660" y="928368"/>
                  </a:lnTo>
                  <a:lnTo>
                    <a:pt x="191643" y="928334"/>
                  </a:lnTo>
                  <a:lnTo>
                    <a:pt x="191640" y="928281"/>
                  </a:lnTo>
                  <a:lnTo>
                    <a:pt x="191635" y="928263"/>
                  </a:lnTo>
                  <a:lnTo>
                    <a:pt x="191630" y="928225"/>
                  </a:lnTo>
                  <a:lnTo>
                    <a:pt x="191614" y="928203"/>
                  </a:lnTo>
                  <a:lnTo>
                    <a:pt x="191601" y="928178"/>
                  </a:lnTo>
                  <a:lnTo>
                    <a:pt x="191592" y="928161"/>
                  </a:lnTo>
                  <a:lnTo>
                    <a:pt x="191574" y="928119"/>
                  </a:lnTo>
                  <a:lnTo>
                    <a:pt x="191557" y="928099"/>
                  </a:lnTo>
                  <a:lnTo>
                    <a:pt x="191518" y="928082"/>
                  </a:lnTo>
                  <a:lnTo>
                    <a:pt x="191493" y="928064"/>
                  </a:lnTo>
                  <a:lnTo>
                    <a:pt x="191479" y="928052"/>
                  </a:lnTo>
                  <a:lnTo>
                    <a:pt x="191458" y="928033"/>
                  </a:lnTo>
                  <a:lnTo>
                    <a:pt x="191443" y="928012"/>
                  </a:lnTo>
                  <a:lnTo>
                    <a:pt x="191437" y="928003"/>
                  </a:lnTo>
                  <a:lnTo>
                    <a:pt x="191431" y="927986"/>
                  </a:lnTo>
                  <a:lnTo>
                    <a:pt x="191404" y="927961"/>
                  </a:lnTo>
                  <a:lnTo>
                    <a:pt x="191374" y="927950"/>
                  </a:lnTo>
                  <a:lnTo>
                    <a:pt x="191355" y="927937"/>
                  </a:lnTo>
                  <a:lnTo>
                    <a:pt x="191311" y="927873"/>
                  </a:lnTo>
                  <a:lnTo>
                    <a:pt x="191290" y="927847"/>
                  </a:lnTo>
                  <a:lnTo>
                    <a:pt x="191281" y="927822"/>
                  </a:lnTo>
                  <a:lnTo>
                    <a:pt x="191258" y="927796"/>
                  </a:lnTo>
                  <a:lnTo>
                    <a:pt x="191243" y="927764"/>
                  </a:lnTo>
                  <a:lnTo>
                    <a:pt x="191230" y="927730"/>
                  </a:lnTo>
                  <a:lnTo>
                    <a:pt x="191215" y="927624"/>
                  </a:lnTo>
                  <a:lnTo>
                    <a:pt x="191207" y="927587"/>
                  </a:lnTo>
                  <a:lnTo>
                    <a:pt x="191187" y="927543"/>
                  </a:lnTo>
                  <a:lnTo>
                    <a:pt x="191184" y="927516"/>
                  </a:lnTo>
                  <a:lnTo>
                    <a:pt x="191173" y="927479"/>
                  </a:lnTo>
                  <a:lnTo>
                    <a:pt x="191173" y="927439"/>
                  </a:lnTo>
                  <a:lnTo>
                    <a:pt x="191182" y="927423"/>
                  </a:lnTo>
                  <a:lnTo>
                    <a:pt x="191214" y="927392"/>
                  </a:lnTo>
                  <a:lnTo>
                    <a:pt x="191231" y="927370"/>
                  </a:lnTo>
                  <a:lnTo>
                    <a:pt x="191249" y="927353"/>
                  </a:lnTo>
                  <a:lnTo>
                    <a:pt x="191284" y="927344"/>
                  </a:lnTo>
                  <a:lnTo>
                    <a:pt x="191310" y="927339"/>
                  </a:lnTo>
                  <a:lnTo>
                    <a:pt x="191334" y="927327"/>
                  </a:lnTo>
                  <a:lnTo>
                    <a:pt x="191379" y="927306"/>
                  </a:lnTo>
                  <a:lnTo>
                    <a:pt x="191458" y="927286"/>
                  </a:lnTo>
                  <a:lnTo>
                    <a:pt x="191496" y="927277"/>
                  </a:lnTo>
                  <a:lnTo>
                    <a:pt x="191515" y="927270"/>
                  </a:lnTo>
                  <a:lnTo>
                    <a:pt x="191552" y="927250"/>
                  </a:lnTo>
                  <a:lnTo>
                    <a:pt x="191570" y="927243"/>
                  </a:lnTo>
                  <a:lnTo>
                    <a:pt x="191604" y="927238"/>
                  </a:lnTo>
                  <a:lnTo>
                    <a:pt x="191652" y="927237"/>
                  </a:lnTo>
                  <a:lnTo>
                    <a:pt x="191677" y="927242"/>
                  </a:lnTo>
                  <a:lnTo>
                    <a:pt x="191698" y="927235"/>
                  </a:lnTo>
                  <a:lnTo>
                    <a:pt x="191715" y="927208"/>
                  </a:lnTo>
                  <a:lnTo>
                    <a:pt x="191745" y="927175"/>
                  </a:lnTo>
                  <a:lnTo>
                    <a:pt x="191772" y="927151"/>
                  </a:lnTo>
                  <a:lnTo>
                    <a:pt x="191787" y="927124"/>
                  </a:lnTo>
                  <a:lnTo>
                    <a:pt x="191788" y="927105"/>
                  </a:lnTo>
                  <a:lnTo>
                    <a:pt x="191786" y="927090"/>
                  </a:lnTo>
                  <a:lnTo>
                    <a:pt x="191773" y="927067"/>
                  </a:lnTo>
                  <a:lnTo>
                    <a:pt x="191755" y="927018"/>
                  </a:lnTo>
                  <a:lnTo>
                    <a:pt x="191744" y="926969"/>
                  </a:lnTo>
                  <a:lnTo>
                    <a:pt x="191746" y="926928"/>
                  </a:lnTo>
                  <a:lnTo>
                    <a:pt x="191749" y="926889"/>
                  </a:lnTo>
                  <a:lnTo>
                    <a:pt x="191767" y="926861"/>
                  </a:lnTo>
                  <a:lnTo>
                    <a:pt x="191792" y="926834"/>
                  </a:lnTo>
                  <a:lnTo>
                    <a:pt x="191800" y="926800"/>
                  </a:lnTo>
                  <a:lnTo>
                    <a:pt x="191801" y="926792"/>
                  </a:lnTo>
                  <a:lnTo>
                    <a:pt x="191804" y="926783"/>
                  </a:lnTo>
                  <a:lnTo>
                    <a:pt x="191809" y="926765"/>
                  </a:lnTo>
                  <a:lnTo>
                    <a:pt x="191813" y="926745"/>
                  </a:lnTo>
                  <a:lnTo>
                    <a:pt x="191813" y="926733"/>
                  </a:lnTo>
                  <a:lnTo>
                    <a:pt x="191813" y="926704"/>
                  </a:lnTo>
                  <a:lnTo>
                    <a:pt x="191813" y="926667"/>
                  </a:lnTo>
                  <a:lnTo>
                    <a:pt x="191816" y="926635"/>
                  </a:lnTo>
                  <a:lnTo>
                    <a:pt x="191818" y="926618"/>
                  </a:lnTo>
                  <a:lnTo>
                    <a:pt x="191820" y="926613"/>
                  </a:lnTo>
                  <a:lnTo>
                    <a:pt x="191823" y="926596"/>
                  </a:lnTo>
                  <a:lnTo>
                    <a:pt x="191823" y="926584"/>
                  </a:lnTo>
                  <a:lnTo>
                    <a:pt x="191818" y="926568"/>
                  </a:lnTo>
                  <a:lnTo>
                    <a:pt x="191812" y="926561"/>
                  </a:lnTo>
                  <a:lnTo>
                    <a:pt x="191800" y="926551"/>
                  </a:lnTo>
                  <a:lnTo>
                    <a:pt x="191793" y="926545"/>
                  </a:lnTo>
                  <a:lnTo>
                    <a:pt x="191792" y="926540"/>
                  </a:lnTo>
                  <a:lnTo>
                    <a:pt x="191794" y="926534"/>
                  </a:lnTo>
                  <a:lnTo>
                    <a:pt x="191805" y="926530"/>
                  </a:lnTo>
                  <a:lnTo>
                    <a:pt x="191814" y="926526"/>
                  </a:lnTo>
                  <a:lnTo>
                    <a:pt x="191826" y="926512"/>
                  </a:lnTo>
                  <a:lnTo>
                    <a:pt x="191855" y="926481"/>
                  </a:lnTo>
                  <a:lnTo>
                    <a:pt x="191862" y="926466"/>
                  </a:lnTo>
                  <a:lnTo>
                    <a:pt x="191853" y="926448"/>
                  </a:lnTo>
                  <a:lnTo>
                    <a:pt x="191804" y="926394"/>
                  </a:lnTo>
                  <a:lnTo>
                    <a:pt x="191780" y="926363"/>
                  </a:lnTo>
                  <a:lnTo>
                    <a:pt x="191768" y="926329"/>
                  </a:lnTo>
                  <a:lnTo>
                    <a:pt x="191760" y="926297"/>
                  </a:lnTo>
                  <a:lnTo>
                    <a:pt x="191755" y="926266"/>
                  </a:lnTo>
                  <a:lnTo>
                    <a:pt x="191736" y="926201"/>
                  </a:lnTo>
                  <a:lnTo>
                    <a:pt x="191740" y="926175"/>
                  </a:lnTo>
                  <a:lnTo>
                    <a:pt x="191745" y="926154"/>
                  </a:lnTo>
                  <a:lnTo>
                    <a:pt x="191763" y="926101"/>
                  </a:lnTo>
                  <a:lnTo>
                    <a:pt x="191768" y="926053"/>
                  </a:lnTo>
                  <a:lnTo>
                    <a:pt x="191759" y="926020"/>
                  </a:lnTo>
                  <a:lnTo>
                    <a:pt x="191762" y="926000"/>
                  </a:lnTo>
                  <a:lnTo>
                    <a:pt x="191770" y="925976"/>
                  </a:lnTo>
                  <a:lnTo>
                    <a:pt x="191790" y="925925"/>
                  </a:lnTo>
                  <a:lnTo>
                    <a:pt x="191808" y="925879"/>
                  </a:lnTo>
                  <a:lnTo>
                    <a:pt x="191817" y="925841"/>
                  </a:lnTo>
                  <a:lnTo>
                    <a:pt x="191816" y="925812"/>
                  </a:lnTo>
                  <a:lnTo>
                    <a:pt x="191806" y="925795"/>
                  </a:lnTo>
                  <a:lnTo>
                    <a:pt x="191799" y="925776"/>
                  </a:lnTo>
                  <a:lnTo>
                    <a:pt x="191797" y="925759"/>
                  </a:lnTo>
                  <a:lnTo>
                    <a:pt x="191807" y="925734"/>
                  </a:lnTo>
                  <a:lnTo>
                    <a:pt x="191818" y="925713"/>
                  </a:lnTo>
                  <a:lnTo>
                    <a:pt x="191823" y="925690"/>
                  </a:lnTo>
                  <a:lnTo>
                    <a:pt x="191826" y="925669"/>
                  </a:lnTo>
                  <a:lnTo>
                    <a:pt x="191830" y="925613"/>
                  </a:lnTo>
                  <a:lnTo>
                    <a:pt x="191831" y="925577"/>
                  </a:lnTo>
                  <a:lnTo>
                    <a:pt x="191832" y="925535"/>
                  </a:lnTo>
                  <a:lnTo>
                    <a:pt x="191840" y="925464"/>
                  </a:lnTo>
                  <a:lnTo>
                    <a:pt x="191841" y="925424"/>
                  </a:lnTo>
                  <a:lnTo>
                    <a:pt x="191842" y="925403"/>
                  </a:lnTo>
                  <a:lnTo>
                    <a:pt x="191843" y="925374"/>
                  </a:lnTo>
                  <a:lnTo>
                    <a:pt x="191834" y="925355"/>
                  </a:lnTo>
                  <a:lnTo>
                    <a:pt x="191828" y="925334"/>
                  </a:lnTo>
                  <a:lnTo>
                    <a:pt x="191824" y="925294"/>
                  </a:lnTo>
                  <a:lnTo>
                    <a:pt x="191813" y="925270"/>
                  </a:lnTo>
                  <a:lnTo>
                    <a:pt x="191812" y="925259"/>
                  </a:lnTo>
                  <a:lnTo>
                    <a:pt x="191823" y="925240"/>
                  </a:lnTo>
                  <a:lnTo>
                    <a:pt x="191842" y="925209"/>
                  </a:lnTo>
                  <a:lnTo>
                    <a:pt x="191850" y="925175"/>
                  </a:lnTo>
                  <a:lnTo>
                    <a:pt x="191849" y="925147"/>
                  </a:lnTo>
                  <a:lnTo>
                    <a:pt x="191856" y="925116"/>
                  </a:lnTo>
                  <a:lnTo>
                    <a:pt x="191866" y="925092"/>
                  </a:lnTo>
                  <a:lnTo>
                    <a:pt x="191870" y="925081"/>
                  </a:lnTo>
                  <a:lnTo>
                    <a:pt x="191865" y="925077"/>
                  </a:lnTo>
                  <a:lnTo>
                    <a:pt x="191853" y="925075"/>
                  </a:lnTo>
                  <a:lnTo>
                    <a:pt x="191818" y="925063"/>
                  </a:lnTo>
                  <a:lnTo>
                    <a:pt x="191805" y="925058"/>
                  </a:lnTo>
                  <a:lnTo>
                    <a:pt x="191783" y="925054"/>
                  </a:lnTo>
                  <a:lnTo>
                    <a:pt x="191736" y="925044"/>
                  </a:lnTo>
                  <a:lnTo>
                    <a:pt x="191666" y="925029"/>
                  </a:lnTo>
                  <a:lnTo>
                    <a:pt x="191625" y="925024"/>
                  </a:lnTo>
                  <a:lnTo>
                    <a:pt x="191607" y="925016"/>
                  </a:lnTo>
                  <a:lnTo>
                    <a:pt x="191585" y="924991"/>
                  </a:lnTo>
                  <a:lnTo>
                    <a:pt x="191568" y="924974"/>
                  </a:lnTo>
                  <a:lnTo>
                    <a:pt x="191553" y="924962"/>
                  </a:lnTo>
                  <a:lnTo>
                    <a:pt x="191547" y="924943"/>
                  </a:lnTo>
                  <a:lnTo>
                    <a:pt x="191539" y="924931"/>
                  </a:lnTo>
                  <a:lnTo>
                    <a:pt x="191521" y="924923"/>
                  </a:lnTo>
                  <a:lnTo>
                    <a:pt x="191501" y="924913"/>
                  </a:lnTo>
                  <a:lnTo>
                    <a:pt x="191490" y="924905"/>
                  </a:lnTo>
                  <a:lnTo>
                    <a:pt x="191483" y="924887"/>
                  </a:lnTo>
                  <a:lnTo>
                    <a:pt x="191482" y="924860"/>
                  </a:lnTo>
                  <a:lnTo>
                    <a:pt x="191467" y="924836"/>
                  </a:lnTo>
                  <a:lnTo>
                    <a:pt x="191456" y="924810"/>
                  </a:lnTo>
                  <a:lnTo>
                    <a:pt x="191458" y="924784"/>
                  </a:lnTo>
                  <a:lnTo>
                    <a:pt x="191462" y="924748"/>
                  </a:lnTo>
                  <a:lnTo>
                    <a:pt x="191464" y="924684"/>
                  </a:lnTo>
                  <a:lnTo>
                    <a:pt x="191460" y="924657"/>
                  </a:lnTo>
                  <a:lnTo>
                    <a:pt x="191454" y="924641"/>
                  </a:lnTo>
                  <a:lnTo>
                    <a:pt x="191445" y="924629"/>
                  </a:lnTo>
                  <a:lnTo>
                    <a:pt x="191437" y="924613"/>
                  </a:lnTo>
                  <a:lnTo>
                    <a:pt x="191426" y="924586"/>
                  </a:lnTo>
                  <a:lnTo>
                    <a:pt x="191411" y="924565"/>
                  </a:lnTo>
                  <a:lnTo>
                    <a:pt x="191388" y="924558"/>
                  </a:lnTo>
                  <a:lnTo>
                    <a:pt x="191355" y="924540"/>
                  </a:lnTo>
                  <a:lnTo>
                    <a:pt x="191321" y="924520"/>
                  </a:lnTo>
                  <a:lnTo>
                    <a:pt x="191279" y="924516"/>
                  </a:lnTo>
                  <a:lnTo>
                    <a:pt x="191223" y="924498"/>
                  </a:lnTo>
                  <a:lnTo>
                    <a:pt x="191194" y="924497"/>
                  </a:lnTo>
                  <a:lnTo>
                    <a:pt x="191166" y="924485"/>
                  </a:lnTo>
                  <a:lnTo>
                    <a:pt x="191149" y="924471"/>
                  </a:lnTo>
                  <a:lnTo>
                    <a:pt x="191135" y="924449"/>
                  </a:lnTo>
                  <a:lnTo>
                    <a:pt x="191120" y="924422"/>
                  </a:lnTo>
                  <a:lnTo>
                    <a:pt x="191097" y="924395"/>
                  </a:lnTo>
                  <a:lnTo>
                    <a:pt x="191054" y="924366"/>
                  </a:lnTo>
                  <a:lnTo>
                    <a:pt x="191019" y="924346"/>
                  </a:lnTo>
                  <a:lnTo>
                    <a:pt x="191005" y="924331"/>
                  </a:lnTo>
                  <a:lnTo>
                    <a:pt x="191012" y="924314"/>
                  </a:lnTo>
                  <a:lnTo>
                    <a:pt x="191031" y="924284"/>
                  </a:lnTo>
                  <a:lnTo>
                    <a:pt x="191057" y="924242"/>
                  </a:lnTo>
                  <a:lnTo>
                    <a:pt x="191074" y="924203"/>
                  </a:lnTo>
                  <a:lnTo>
                    <a:pt x="191098" y="924168"/>
                  </a:lnTo>
                  <a:lnTo>
                    <a:pt x="191125" y="924126"/>
                  </a:lnTo>
                  <a:lnTo>
                    <a:pt x="191154" y="924067"/>
                  </a:lnTo>
                  <a:lnTo>
                    <a:pt x="191170" y="924021"/>
                  </a:lnTo>
                  <a:lnTo>
                    <a:pt x="191186" y="923968"/>
                  </a:lnTo>
                  <a:lnTo>
                    <a:pt x="191188" y="923947"/>
                  </a:lnTo>
                  <a:lnTo>
                    <a:pt x="191190" y="923919"/>
                  </a:lnTo>
                  <a:lnTo>
                    <a:pt x="191182" y="923899"/>
                  </a:lnTo>
                  <a:lnTo>
                    <a:pt x="191178" y="923880"/>
                  </a:lnTo>
                  <a:lnTo>
                    <a:pt x="191162" y="923867"/>
                  </a:lnTo>
                  <a:lnTo>
                    <a:pt x="191139" y="923851"/>
                  </a:lnTo>
                  <a:lnTo>
                    <a:pt x="191122" y="923839"/>
                  </a:lnTo>
                  <a:lnTo>
                    <a:pt x="191117" y="923823"/>
                  </a:lnTo>
                  <a:lnTo>
                    <a:pt x="191104" y="923798"/>
                  </a:lnTo>
                  <a:lnTo>
                    <a:pt x="191086" y="923767"/>
                  </a:lnTo>
                  <a:lnTo>
                    <a:pt x="191059" y="923741"/>
                  </a:lnTo>
                  <a:lnTo>
                    <a:pt x="191032" y="923719"/>
                  </a:lnTo>
                  <a:lnTo>
                    <a:pt x="191003" y="923701"/>
                  </a:lnTo>
                  <a:lnTo>
                    <a:pt x="190977" y="923695"/>
                  </a:lnTo>
                  <a:lnTo>
                    <a:pt x="190911" y="923693"/>
                  </a:lnTo>
                  <a:lnTo>
                    <a:pt x="190873" y="923689"/>
                  </a:lnTo>
                  <a:lnTo>
                    <a:pt x="190841" y="923684"/>
                  </a:lnTo>
                  <a:lnTo>
                    <a:pt x="190814" y="923668"/>
                  </a:lnTo>
                  <a:lnTo>
                    <a:pt x="190795" y="923661"/>
                  </a:lnTo>
                  <a:lnTo>
                    <a:pt x="190769" y="923632"/>
                  </a:lnTo>
                  <a:lnTo>
                    <a:pt x="190742" y="923606"/>
                  </a:lnTo>
                  <a:lnTo>
                    <a:pt x="190719" y="923594"/>
                  </a:lnTo>
                  <a:lnTo>
                    <a:pt x="190687" y="923568"/>
                  </a:lnTo>
                  <a:lnTo>
                    <a:pt x="190669" y="923547"/>
                  </a:lnTo>
                  <a:lnTo>
                    <a:pt x="190644" y="923536"/>
                  </a:lnTo>
                  <a:lnTo>
                    <a:pt x="190622" y="923515"/>
                  </a:lnTo>
                  <a:lnTo>
                    <a:pt x="190615" y="923495"/>
                  </a:lnTo>
                  <a:lnTo>
                    <a:pt x="190607" y="923461"/>
                  </a:lnTo>
                  <a:lnTo>
                    <a:pt x="190597" y="923433"/>
                  </a:lnTo>
                  <a:lnTo>
                    <a:pt x="190590" y="923401"/>
                  </a:lnTo>
                  <a:lnTo>
                    <a:pt x="190585" y="923370"/>
                  </a:lnTo>
                  <a:lnTo>
                    <a:pt x="190572" y="923304"/>
                  </a:lnTo>
                  <a:lnTo>
                    <a:pt x="190565" y="923268"/>
                  </a:lnTo>
                  <a:lnTo>
                    <a:pt x="190553" y="923242"/>
                  </a:lnTo>
                  <a:lnTo>
                    <a:pt x="190533" y="923224"/>
                  </a:lnTo>
                  <a:lnTo>
                    <a:pt x="190508" y="923199"/>
                  </a:lnTo>
                  <a:lnTo>
                    <a:pt x="190475" y="923169"/>
                  </a:lnTo>
                  <a:lnTo>
                    <a:pt x="190456" y="923146"/>
                  </a:lnTo>
                  <a:lnTo>
                    <a:pt x="190442" y="923126"/>
                  </a:lnTo>
                  <a:lnTo>
                    <a:pt x="190418" y="923106"/>
                  </a:lnTo>
                  <a:lnTo>
                    <a:pt x="190389" y="923095"/>
                  </a:lnTo>
                  <a:lnTo>
                    <a:pt x="190361" y="923080"/>
                  </a:lnTo>
                  <a:lnTo>
                    <a:pt x="190355" y="923069"/>
                  </a:lnTo>
                  <a:lnTo>
                    <a:pt x="190344" y="923052"/>
                  </a:lnTo>
                  <a:lnTo>
                    <a:pt x="190333" y="923046"/>
                  </a:lnTo>
                  <a:lnTo>
                    <a:pt x="190315" y="923042"/>
                  </a:lnTo>
                  <a:lnTo>
                    <a:pt x="190295" y="923039"/>
                  </a:lnTo>
                  <a:lnTo>
                    <a:pt x="190273" y="923027"/>
                  </a:lnTo>
                  <a:lnTo>
                    <a:pt x="190257" y="923007"/>
                  </a:lnTo>
                  <a:lnTo>
                    <a:pt x="190243" y="922985"/>
                  </a:lnTo>
                  <a:lnTo>
                    <a:pt x="190235" y="922957"/>
                  </a:lnTo>
                  <a:lnTo>
                    <a:pt x="190228" y="922914"/>
                  </a:lnTo>
                  <a:lnTo>
                    <a:pt x="190222" y="922889"/>
                  </a:lnTo>
                  <a:lnTo>
                    <a:pt x="190200" y="922851"/>
                  </a:lnTo>
                  <a:lnTo>
                    <a:pt x="190169" y="922803"/>
                  </a:lnTo>
                  <a:lnTo>
                    <a:pt x="190129" y="922768"/>
                  </a:lnTo>
                  <a:lnTo>
                    <a:pt x="190110" y="922734"/>
                  </a:lnTo>
                  <a:lnTo>
                    <a:pt x="190084" y="922700"/>
                  </a:lnTo>
                  <a:lnTo>
                    <a:pt x="190076" y="922678"/>
                  </a:lnTo>
                  <a:lnTo>
                    <a:pt x="190072" y="922662"/>
                  </a:lnTo>
                  <a:lnTo>
                    <a:pt x="190074" y="922619"/>
                  </a:lnTo>
                  <a:lnTo>
                    <a:pt x="190076" y="922613"/>
                  </a:lnTo>
                  <a:lnTo>
                    <a:pt x="190076" y="922603"/>
                  </a:lnTo>
                  <a:lnTo>
                    <a:pt x="190075" y="922597"/>
                  </a:lnTo>
                  <a:lnTo>
                    <a:pt x="190071" y="922592"/>
                  </a:lnTo>
                  <a:lnTo>
                    <a:pt x="190064" y="922586"/>
                  </a:lnTo>
                  <a:lnTo>
                    <a:pt x="190055" y="922580"/>
                  </a:lnTo>
                  <a:lnTo>
                    <a:pt x="190065" y="922570"/>
                  </a:lnTo>
                  <a:lnTo>
                    <a:pt x="190072" y="922562"/>
                  </a:lnTo>
                  <a:lnTo>
                    <a:pt x="190102" y="922530"/>
                  </a:lnTo>
                  <a:lnTo>
                    <a:pt x="190134" y="922488"/>
                  </a:lnTo>
                  <a:lnTo>
                    <a:pt x="190150" y="922465"/>
                  </a:lnTo>
                  <a:lnTo>
                    <a:pt x="190158" y="922449"/>
                  </a:lnTo>
                  <a:lnTo>
                    <a:pt x="190139" y="922422"/>
                  </a:lnTo>
                  <a:lnTo>
                    <a:pt x="190098" y="922378"/>
                  </a:lnTo>
                  <a:lnTo>
                    <a:pt x="190057" y="922340"/>
                  </a:lnTo>
                  <a:lnTo>
                    <a:pt x="190050" y="922328"/>
                  </a:lnTo>
                  <a:lnTo>
                    <a:pt x="190042" y="922317"/>
                  </a:lnTo>
                  <a:lnTo>
                    <a:pt x="190034" y="922307"/>
                  </a:lnTo>
                  <a:lnTo>
                    <a:pt x="190017" y="922291"/>
                  </a:lnTo>
                  <a:lnTo>
                    <a:pt x="189996" y="922262"/>
                  </a:lnTo>
                  <a:lnTo>
                    <a:pt x="189969" y="922231"/>
                  </a:lnTo>
                  <a:lnTo>
                    <a:pt x="189953" y="922192"/>
                  </a:lnTo>
                  <a:lnTo>
                    <a:pt x="189948" y="922173"/>
                  </a:lnTo>
                  <a:lnTo>
                    <a:pt x="189941" y="922160"/>
                  </a:lnTo>
                  <a:lnTo>
                    <a:pt x="189924" y="922134"/>
                  </a:lnTo>
                  <a:lnTo>
                    <a:pt x="189903" y="922095"/>
                  </a:lnTo>
                  <a:lnTo>
                    <a:pt x="189882" y="922075"/>
                  </a:lnTo>
                  <a:lnTo>
                    <a:pt x="189853" y="922036"/>
                  </a:lnTo>
                  <a:lnTo>
                    <a:pt x="189821" y="922001"/>
                  </a:lnTo>
                  <a:lnTo>
                    <a:pt x="189772" y="921950"/>
                  </a:lnTo>
                  <a:lnTo>
                    <a:pt x="189753" y="921932"/>
                  </a:lnTo>
                  <a:lnTo>
                    <a:pt x="189731" y="921909"/>
                  </a:lnTo>
                  <a:lnTo>
                    <a:pt x="189712" y="921896"/>
                  </a:lnTo>
                  <a:lnTo>
                    <a:pt x="189670" y="921884"/>
                  </a:lnTo>
                  <a:lnTo>
                    <a:pt x="189614" y="921870"/>
                  </a:lnTo>
                  <a:lnTo>
                    <a:pt x="189572" y="921861"/>
                  </a:lnTo>
                  <a:lnTo>
                    <a:pt x="189546" y="921845"/>
                  </a:lnTo>
                  <a:lnTo>
                    <a:pt x="189515" y="921819"/>
                  </a:lnTo>
                  <a:lnTo>
                    <a:pt x="189495" y="921781"/>
                  </a:lnTo>
                  <a:lnTo>
                    <a:pt x="189484" y="921741"/>
                  </a:lnTo>
                  <a:lnTo>
                    <a:pt x="189480" y="921730"/>
                  </a:lnTo>
                  <a:lnTo>
                    <a:pt x="189479" y="921724"/>
                  </a:lnTo>
                  <a:lnTo>
                    <a:pt x="189475" y="921710"/>
                  </a:lnTo>
                  <a:lnTo>
                    <a:pt x="189467" y="921698"/>
                  </a:lnTo>
                  <a:lnTo>
                    <a:pt x="189463" y="921695"/>
                  </a:lnTo>
                  <a:lnTo>
                    <a:pt x="189441" y="921688"/>
                  </a:lnTo>
                  <a:lnTo>
                    <a:pt x="189414" y="921668"/>
                  </a:lnTo>
                  <a:lnTo>
                    <a:pt x="189402" y="921644"/>
                  </a:lnTo>
                  <a:lnTo>
                    <a:pt x="189373" y="921617"/>
                  </a:lnTo>
                  <a:lnTo>
                    <a:pt x="189363" y="921612"/>
                  </a:lnTo>
                  <a:lnTo>
                    <a:pt x="189340" y="921607"/>
                  </a:lnTo>
                  <a:lnTo>
                    <a:pt x="189309" y="921600"/>
                  </a:lnTo>
                  <a:lnTo>
                    <a:pt x="189290" y="921594"/>
                  </a:lnTo>
                  <a:lnTo>
                    <a:pt x="189268" y="921581"/>
                  </a:lnTo>
                  <a:lnTo>
                    <a:pt x="189252" y="921573"/>
                  </a:lnTo>
                  <a:lnTo>
                    <a:pt x="189243" y="921571"/>
                  </a:lnTo>
                  <a:lnTo>
                    <a:pt x="189238" y="921571"/>
                  </a:lnTo>
                  <a:lnTo>
                    <a:pt x="189216" y="921565"/>
                  </a:lnTo>
                  <a:lnTo>
                    <a:pt x="189180" y="921567"/>
                  </a:lnTo>
                  <a:lnTo>
                    <a:pt x="189104" y="921554"/>
                  </a:lnTo>
                  <a:lnTo>
                    <a:pt x="189028" y="921529"/>
                  </a:lnTo>
                  <a:lnTo>
                    <a:pt x="189017" y="921504"/>
                  </a:lnTo>
                  <a:lnTo>
                    <a:pt x="189007" y="921443"/>
                  </a:lnTo>
                  <a:lnTo>
                    <a:pt x="188992" y="921403"/>
                  </a:lnTo>
                  <a:lnTo>
                    <a:pt x="188978" y="921372"/>
                  </a:lnTo>
                  <a:lnTo>
                    <a:pt x="188958" y="921351"/>
                  </a:lnTo>
                  <a:lnTo>
                    <a:pt x="188938" y="921337"/>
                  </a:lnTo>
                  <a:lnTo>
                    <a:pt x="188922" y="921330"/>
                  </a:lnTo>
                  <a:lnTo>
                    <a:pt x="188896" y="921313"/>
                  </a:lnTo>
                  <a:lnTo>
                    <a:pt x="188877" y="921300"/>
                  </a:lnTo>
                  <a:lnTo>
                    <a:pt x="188875" y="921296"/>
                  </a:lnTo>
                  <a:lnTo>
                    <a:pt x="188874" y="921289"/>
                  </a:lnTo>
                  <a:lnTo>
                    <a:pt x="188874" y="921278"/>
                  </a:lnTo>
                  <a:lnTo>
                    <a:pt x="188872" y="921238"/>
                  </a:lnTo>
                  <a:lnTo>
                    <a:pt x="188849" y="921192"/>
                  </a:lnTo>
                  <a:lnTo>
                    <a:pt x="188832" y="921162"/>
                  </a:lnTo>
                  <a:lnTo>
                    <a:pt x="188822" y="921114"/>
                  </a:lnTo>
                  <a:lnTo>
                    <a:pt x="188825" y="921056"/>
                  </a:lnTo>
                  <a:lnTo>
                    <a:pt x="188817" y="921023"/>
                  </a:lnTo>
                  <a:lnTo>
                    <a:pt x="188804" y="920998"/>
                  </a:lnTo>
                  <a:lnTo>
                    <a:pt x="188802" y="920984"/>
                  </a:lnTo>
                  <a:lnTo>
                    <a:pt x="188800" y="920967"/>
                  </a:lnTo>
                  <a:lnTo>
                    <a:pt x="188794" y="920945"/>
                  </a:lnTo>
                  <a:lnTo>
                    <a:pt x="188793" y="920937"/>
                  </a:lnTo>
                  <a:lnTo>
                    <a:pt x="188794" y="920931"/>
                  </a:lnTo>
                  <a:lnTo>
                    <a:pt x="188799" y="920923"/>
                  </a:lnTo>
                  <a:lnTo>
                    <a:pt x="188806" y="920914"/>
                  </a:lnTo>
                  <a:lnTo>
                    <a:pt x="188819" y="920904"/>
                  </a:lnTo>
                  <a:lnTo>
                    <a:pt x="188827" y="920894"/>
                  </a:lnTo>
                  <a:lnTo>
                    <a:pt x="188848" y="920858"/>
                  </a:lnTo>
                  <a:lnTo>
                    <a:pt x="188863" y="920843"/>
                  </a:lnTo>
                  <a:lnTo>
                    <a:pt x="188898" y="920821"/>
                  </a:lnTo>
                  <a:lnTo>
                    <a:pt x="188919" y="920816"/>
                  </a:lnTo>
                  <a:lnTo>
                    <a:pt x="188958" y="920813"/>
                  </a:lnTo>
                  <a:lnTo>
                    <a:pt x="188999" y="920799"/>
                  </a:lnTo>
                  <a:lnTo>
                    <a:pt x="189015" y="920780"/>
                  </a:lnTo>
                  <a:lnTo>
                    <a:pt x="189039" y="920762"/>
                  </a:lnTo>
                  <a:lnTo>
                    <a:pt x="189071" y="920733"/>
                  </a:lnTo>
                  <a:lnTo>
                    <a:pt x="189089" y="920717"/>
                  </a:lnTo>
                  <a:lnTo>
                    <a:pt x="189131" y="920693"/>
                  </a:lnTo>
                  <a:lnTo>
                    <a:pt x="189141" y="920682"/>
                  </a:lnTo>
                  <a:lnTo>
                    <a:pt x="189148" y="920676"/>
                  </a:lnTo>
                  <a:lnTo>
                    <a:pt x="189160" y="920667"/>
                  </a:lnTo>
                  <a:lnTo>
                    <a:pt x="189175" y="920659"/>
                  </a:lnTo>
                  <a:lnTo>
                    <a:pt x="189193" y="920652"/>
                  </a:lnTo>
                  <a:lnTo>
                    <a:pt x="189200" y="920650"/>
                  </a:lnTo>
                  <a:lnTo>
                    <a:pt x="189206" y="920648"/>
                  </a:lnTo>
                  <a:lnTo>
                    <a:pt x="189227" y="920643"/>
                  </a:lnTo>
                  <a:lnTo>
                    <a:pt x="189250" y="920642"/>
                  </a:lnTo>
                  <a:lnTo>
                    <a:pt x="189267" y="920644"/>
                  </a:lnTo>
                  <a:lnTo>
                    <a:pt x="189287" y="920640"/>
                  </a:lnTo>
                  <a:lnTo>
                    <a:pt x="189291" y="920600"/>
                  </a:lnTo>
                  <a:lnTo>
                    <a:pt x="189296" y="920578"/>
                  </a:lnTo>
                  <a:lnTo>
                    <a:pt x="189314" y="920536"/>
                  </a:lnTo>
                  <a:lnTo>
                    <a:pt x="189319" y="920498"/>
                  </a:lnTo>
                  <a:lnTo>
                    <a:pt x="189316" y="920457"/>
                  </a:lnTo>
                  <a:lnTo>
                    <a:pt x="189307" y="920384"/>
                  </a:lnTo>
                  <a:lnTo>
                    <a:pt x="189301" y="920347"/>
                  </a:lnTo>
                  <a:lnTo>
                    <a:pt x="189305" y="920329"/>
                  </a:lnTo>
                  <a:lnTo>
                    <a:pt x="189313" y="920317"/>
                  </a:lnTo>
                  <a:lnTo>
                    <a:pt x="189332" y="920304"/>
                  </a:lnTo>
                  <a:lnTo>
                    <a:pt x="189346" y="920293"/>
                  </a:lnTo>
                  <a:lnTo>
                    <a:pt x="189358" y="920269"/>
                  </a:lnTo>
                  <a:lnTo>
                    <a:pt x="189374" y="920237"/>
                  </a:lnTo>
                  <a:lnTo>
                    <a:pt x="189391" y="920223"/>
                  </a:lnTo>
                  <a:lnTo>
                    <a:pt x="189409" y="920211"/>
                  </a:lnTo>
                  <a:lnTo>
                    <a:pt x="189442" y="920204"/>
                  </a:lnTo>
                  <a:lnTo>
                    <a:pt x="189452" y="920196"/>
                  </a:lnTo>
                  <a:lnTo>
                    <a:pt x="189454" y="920178"/>
                  </a:lnTo>
                  <a:lnTo>
                    <a:pt x="189455" y="920157"/>
                  </a:lnTo>
                  <a:lnTo>
                    <a:pt x="189463" y="920139"/>
                  </a:lnTo>
                  <a:lnTo>
                    <a:pt x="189471" y="920124"/>
                  </a:lnTo>
                  <a:lnTo>
                    <a:pt x="189498" y="920107"/>
                  </a:lnTo>
                  <a:lnTo>
                    <a:pt x="189516" y="920084"/>
                  </a:lnTo>
                  <a:lnTo>
                    <a:pt x="189524" y="920074"/>
                  </a:lnTo>
                  <a:lnTo>
                    <a:pt x="189533" y="920061"/>
                  </a:lnTo>
                  <a:lnTo>
                    <a:pt x="189545" y="920044"/>
                  </a:lnTo>
                  <a:lnTo>
                    <a:pt x="189554" y="920028"/>
                  </a:lnTo>
                  <a:lnTo>
                    <a:pt x="189556" y="920022"/>
                  </a:lnTo>
                  <a:lnTo>
                    <a:pt x="189558" y="920015"/>
                  </a:lnTo>
                  <a:lnTo>
                    <a:pt x="189559" y="920004"/>
                  </a:lnTo>
                  <a:lnTo>
                    <a:pt x="189560" y="919995"/>
                  </a:lnTo>
                  <a:lnTo>
                    <a:pt x="189558" y="919945"/>
                  </a:lnTo>
                  <a:lnTo>
                    <a:pt x="189559" y="919909"/>
                  </a:lnTo>
                  <a:lnTo>
                    <a:pt x="189577" y="919850"/>
                  </a:lnTo>
                  <a:lnTo>
                    <a:pt x="189589" y="919809"/>
                  </a:lnTo>
                  <a:lnTo>
                    <a:pt x="189600" y="919771"/>
                  </a:lnTo>
                  <a:lnTo>
                    <a:pt x="189604" y="919747"/>
                  </a:lnTo>
                  <a:lnTo>
                    <a:pt x="189616" y="919732"/>
                  </a:lnTo>
                  <a:lnTo>
                    <a:pt x="189649" y="919704"/>
                  </a:lnTo>
                  <a:lnTo>
                    <a:pt x="189688" y="919673"/>
                  </a:lnTo>
                  <a:lnTo>
                    <a:pt x="189710" y="919661"/>
                  </a:lnTo>
                  <a:lnTo>
                    <a:pt x="189741" y="919649"/>
                  </a:lnTo>
                  <a:lnTo>
                    <a:pt x="189781" y="919629"/>
                  </a:lnTo>
                  <a:lnTo>
                    <a:pt x="189810" y="919612"/>
                  </a:lnTo>
                  <a:lnTo>
                    <a:pt x="189842" y="919600"/>
                  </a:lnTo>
                  <a:lnTo>
                    <a:pt x="189885" y="919596"/>
                  </a:lnTo>
                  <a:lnTo>
                    <a:pt x="189923" y="919594"/>
                  </a:lnTo>
                  <a:lnTo>
                    <a:pt x="189966" y="919587"/>
                  </a:lnTo>
                  <a:lnTo>
                    <a:pt x="190019" y="919585"/>
                  </a:lnTo>
                  <a:lnTo>
                    <a:pt x="190061" y="919580"/>
                  </a:lnTo>
                  <a:lnTo>
                    <a:pt x="190096" y="919580"/>
                  </a:lnTo>
                  <a:lnTo>
                    <a:pt x="190125" y="919583"/>
                  </a:lnTo>
                  <a:lnTo>
                    <a:pt x="190165" y="919584"/>
                  </a:lnTo>
                  <a:lnTo>
                    <a:pt x="190184" y="919576"/>
                  </a:lnTo>
                  <a:lnTo>
                    <a:pt x="190216" y="919560"/>
                  </a:lnTo>
                  <a:lnTo>
                    <a:pt x="190250" y="919549"/>
                  </a:lnTo>
                  <a:lnTo>
                    <a:pt x="190296" y="919522"/>
                  </a:lnTo>
                  <a:lnTo>
                    <a:pt x="190311" y="919502"/>
                  </a:lnTo>
                  <a:lnTo>
                    <a:pt x="190338" y="919485"/>
                  </a:lnTo>
                  <a:lnTo>
                    <a:pt x="190360" y="919470"/>
                  </a:lnTo>
                  <a:lnTo>
                    <a:pt x="190394" y="919459"/>
                  </a:lnTo>
                  <a:lnTo>
                    <a:pt x="190441" y="919460"/>
                  </a:lnTo>
                  <a:lnTo>
                    <a:pt x="190477" y="919456"/>
                  </a:lnTo>
                  <a:lnTo>
                    <a:pt x="190501" y="919442"/>
                  </a:lnTo>
                  <a:lnTo>
                    <a:pt x="190535" y="919433"/>
                  </a:lnTo>
                  <a:lnTo>
                    <a:pt x="190599" y="919431"/>
                  </a:lnTo>
                  <a:lnTo>
                    <a:pt x="190644" y="919428"/>
                  </a:lnTo>
                  <a:lnTo>
                    <a:pt x="190659" y="919429"/>
                  </a:lnTo>
                  <a:lnTo>
                    <a:pt x="190680" y="919430"/>
                  </a:lnTo>
                  <a:lnTo>
                    <a:pt x="190711" y="919428"/>
                  </a:lnTo>
                  <a:lnTo>
                    <a:pt x="190742" y="919423"/>
                  </a:lnTo>
                  <a:lnTo>
                    <a:pt x="190771" y="919421"/>
                  </a:lnTo>
                  <a:lnTo>
                    <a:pt x="190817" y="919416"/>
                  </a:lnTo>
                  <a:lnTo>
                    <a:pt x="190874" y="919400"/>
                  </a:lnTo>
                  <a:lnTo>
                    <a:pt x="190900" y="919388"/>
                  </a:lnTo>
                  <a:lnTo>
                    <a:pt x="190938" y="919374"/>
                  </a:lnTo>
                  <a:lnTo>
                    <a:pt x="190966" y="919348"/>
                  </a:lnTo>
                  <a:lnTo>
                    <a:pt x="190988" y="919331"/>
                  </a:lnTo>
                  <a:lnTo>
                    <a:pt x="191009" y="919320"/>
                  </a:lnTo>
                  <a:lnTo>
                    <a:pt x="191038" y="919312"/>
                  </a:lnTo>
                  <a:lnTo>
                    <a:pt x="191060" y="919296"/>
                  </a:lnTo>
                  <a:lnTo>
                    <a:pt x="191067" y="919288"/>
                  </a:lnTo>
                  <a:lnTo>
                    <a:pt x="191061" y="919266"/>
                  </a:lnTo>
                  <a:lnTo>
                    <a:pt x="191060" y="919247"/>
                  </a:lnTo>
                  <a:lnTo>
                    <a:pt x="191068" y="919231"/>
                  </a:lnTo>
                  <a:lnTo>
                    <a:pt x="191079" y="919209"/>
                  </a:lnTo>
                  <a:lnTo>
                    <a:pt x="191088" y="919193"/>
                  </a:lnTo>
                  <a:lnTo>
                    <a:pt x="191089" y="919160"/>
                  </a:lnTo>
                  <a:lnTo>
                    <a:pt x="191092" y="919131"/>
                  </a:lnTo>
                  <a:lnTo>
                    <a:pt x="191100" y="919107"/>
                  </a:lnTo>
                  <a:lnTo>
                    <a:pt x="191109" y="919088"/>
                  </a:lnTo>
                  <a:lnTo>
                    <a:pt x="191119" y="919078"/>
                  </a:lnTo>
                  <a:lnTo>
                    <a:pt x="191140" y="919078"/>
                  </a:lnTo>
                  <a:lnTo>
                    <a:pt x="191166" y="919086"/>
                  </a:lnTo>
                  <a:lnTo>
                    <a:pt x="191198" y="919098"/>
                  </a:lnTo>
                  <a:lnTo>
                    <a:pt x="191246" y="919115"/>
                  </a:lnTo>
                  <a:lnTo>
                    <a:pt x="191279" y="919123"/>
                  </a:lnTo>
                  <a:lnTo>
                    <a:pt x="191328" y="919124"/>
                  </a:lnTo>
                  <a:lnTo>
                    <a:pt x="191374" y="919126"/>
                  </a:lnTo>
                  <a:lnTo>
                    <a:pt x="191438" y="919130"/>
                  </a:lnTo>
                  <a:lnTo>
                    <a:pt x="191497" y="919132"/>
                  </a:lnTo>
                  <a:lnTo>
                    <a:pt x="191502" y="919132"/>
                  </a:lnTo>
                  <a:lnTo>
                    <a:pt x="191521" y="919134"/>
                  </a:lnTo>
                  <a:lnTo>
                    <a:pt x="191532" y="919134"/>
                  </a:lnTo>
                  <a:lnTo>
                    <a:pt x="191563" y="919129"/>
                  </a:lnTo>
                  <a:lnTo>
                    <a:pt x="191571" y="919127"/>
                  </a:lnTo>
                  <a:lnTo>
                    <a:pt x="191630" y="919134"/>
                  </a:lnTo>
                  <a:lnTo>
                    <a:pt x="191729" y="919150"/>
                  </a:lnTo>
                  <a:lnTo>
                    <a:pt x="191750" y="919155"/>
                  </a:lnTo>
                  <a:lnTo>
                    <a:pt x="191770" y="919167"/>
                  </a:lnTo>
                  <a:lnTo>
                    <a:pt x="191791" y="919178"/>
                  </a:lnTo>
                  <a:lnTo>
                    <a:pt x="191811" y="919186"/>
                  </a:lnTo>
                  <a:lnTo>
                    <a:pt x="191833" y="919199"/>
                  </a:lnTo>
                  <a:lnTo>
                    <a:pt x="191839" y="919203"/>
                  </a:lnTo>
                  <a:lnTo>
                    <a:pt x="191855" y="919218"/>
                  </a:lnTo>
                  <a:lnTo>
                    <a:pt x="191883" y="919256"/>
                  </a:lnTo>
                  <a:lnTo>
                    <a:pt x="191914" y="919284"/>
                  </a:lnTo>
                  <a:lnTo>
                    <a:pt x="191946" y="919286"/>
                  </a:lnTo>
                  <a:lnTo>
                    <a:pt x="192012" y="919286"/>
                  </a:lnTo>
                  <a:lnTo>
                    <a:pt x="192049" y="919278"/>
                  </a:lnTo>
                  <a:lnTo>
                    <a:pt x="192122" y="919263"/>
                  </a:lnTo>
                  <a:lnTo>
                    <a:pt x="192145" y="919255"/>
                  </a:lnTo>
                  <a:lnTo>
                    <a:pt x="192177" y="919245"/>
                  </a:lnTo>
                  <a:lnTo>
                    <a:pt x="192211" y="919237"/>
                  </a:lnTo>
                  <a:lnTo>
                    <a:pt x="192223" y="919226"/>
                  </a:lnTo>
                  <a:lnTo>
                    <a:pt x="192230" y="919209"/>
                  </a:lnTo>
                  <a:lnTo>
                    <a:pt x="192234" y="919182"/>
                  </a:lnTo>
                  <a:lnTo>
                    <a:pt x="192249" y="919159"/>
                  </a:lnTo>
                  <a:lnTo>
                    <a:pt x="192270" y="919134"/>
                  </a:lnTo>
                  <a:lnTo>
                    <a:pt x="192306" y="919102"/>
                  </a:lnTo>
                  <a:lnTo>
                    <a:pt x="192325" y="919085"/>
                  </a:lnTo>
                  <a:lnTo>
                    <a:pt x="192347" y="919067"/>
                  </a:lnTo>
                  <a:lnTo>
                    <a:pt x="192372" y="919061"/>
                  </a:lnTo>
                  <a:lnTo>
                    <a:pt x="192398" y="919061"/>
                  </a:lnTo>
                  <a:lnTo>
                    <a:pt x="192419" y="919055"/>
                  </a:lnTo>
                  <a:lnTo>
                    <a:pt x="192441" y="919039"/>
                  </a:lnTo>
                  <a:lnTo>
                    <a:pt x="192455" y="919026"/>
                  </a:lnTo>
                  <a:lnTo>
                    <a:pt x="192474" y="919004"/>
                  </a:lnTo>
                  <a:lnTo>
                    <a:pt x="192494" y="918979"/>
                  </a:lnTo>
                  <a:lnTo>
                    <a:pt x="192520" y="918957"/>
                  </a:lnTo>
                  <a:lnTo>
                    <a:pt x="192538" y="918939"/>
                  </a:lnTo>
                  <a:lnTo>
                    <a:pt x="192555" y="918918"/>
                  </a:lnTo>
                  <a:lnTo>
                    <a:pt x="192571" y="918905"/>
                  </a:lnTo>
                  <a:lnTo>
                    <a:pt x="192588" y="918896"/>
                  </a:lnTo>
                  <a:lnTo>
                    <a:pt x="192612" y="918904"/>
                  </a:lnTo>
                  <a:lnTo>
                    <a:pt x="192647" y="918918"/>
                  </a:lnTo>
                  <a:lnTo>
                    <a:pt x="192668" y="918935"/>
                  </a:lnTo>
                  <a:lnTo>
                    <a:pt x="192693" y="918948"/>
                  </a:lnTo>
                  <a:lnTo>
                    <a:pt x="192731" y="918963"/>
                  </a:lnTo>
                  <a:lnTo>
                    <a:pt x="192774" y="918988"/>
                  </a:lnTo>
                  <a:lnTo>
                    <a:pt x="192800" y="918990"/>
                  </a:lnTo>
                  <a:lnTo>
                    <a:pt x="192834" y="918982"/>
                  </a:lnTo>
                  <a:lnTo>
                    <a:pt x="192860" y="918979"/>
                  </a:lnTo>
                  <a:lnTo>
                    <a:pt x="192876" y="918977"/>
                  </a:lnTo>
                  <a:lnTo>
                    <a:pt x="192889" y="918975"/>
                  </a:lnTo>
                  <a:lnTo>
                    <a:pt x="192896" y="918972"/>
                  </a:lnTo>
                  <a:lnTo>
                    <a:pt x="192901" y="918971"/>
                  </a:lnTo>
                  <a:lnTo>
                    <a:pt x="192921" y="918962"/>
                  </a:lnTo>
                  <a:lnTo>
                    <a:pt x="192929" y="918956"/>
                  </a:lnTo>
                  <a:lnTo>
                    <a:pt x="192943" y="918947"/>
                  </a:lnTo>
                  <a:lnTo>
                    <a:pt x="192964" y="918930"/>
                  </a:lnTo>
                  <a:lnTo>
                    <a:pt x="192974" y="918910"/>
                  </a:lnTo>
                  <a:lnTo>
                    <a:pt x="193008" y="918856"/>
                  </a:lnTo>
                  <a:lnTo>
                    <a:pt x="193026" y="918814"/>
                  </a:lnTo>
                  <a:lnTo>
                    <a:pt x="193048" y="918782"/>
                  </a:lnTo>
                  <a:lnTo>
                    <a:pt x="193068" y="918748"/>
                  </a:lnTo>
                  <a:lnTo>
                    <a:pt x="193094" y="918702"/>
                  </a:lnTo>
                  <a:lnTo>
                    <a:pt x="193107" y="918675"/>
                  </a:lnTo>
                  <a:lnTo>
                    <a:pt x="193110" y="918640"/>
                  </a:lnTo>
                  <a:lnTo>
                    <a:pt x="193110" y="918617"/>
                  </a:lnTo>
                  <a:lnTo>
                    <a:pt x="193119" y="918591"/>
                  </a:lnTo>
                  <a:lnTo>
                    <a:pt x="193129" y="918559"/>
                  </a:lnTo>
                  <a:lnTo>
                    <a:pt x="193140" y="918540"/>
                  </a:lnTo>
                  <a:lnTo>
                    <a:pt x="193154" y="918519"/>
                  </a:lnTo>
                  <a:lnTo>
                    <a:pt x="193188" y="918482"/>
                  </a:lnTo>
                  <a:lnTo>
                    <a:pt x="193236" y="918422"/>
                  </a:lnTo>
                  <a:lnTo>
                    <a:pt x="193281" y="918372"/>
                  </a:lnTo>
                  <a:lnTo>
                    <a:pt x="193309" y="918352"/>
                  </a:lnTo>
                  <a:lnTo>
                    <a:pt x="193337" y="918335"/>
                  </a:lnTo>
                  <a:lnTo>
                    <a:pt x="193366" y="918310"/>
                  </a:lnTo>
                  <a:lnTo>
                    <a:pt x="193387" y="918293"/>
                  </a:lnTo>
                  <a:lnTo>
                    <a:pt x="193392" y="918268"/>
                  </a:lnTo>
                  <a:lnTo>
                    <a:pt x="193392" y="918225"/>
                  </a:lnTo>
                  <a:lnTo>
                    <a:pt x="193401" y="918196"/>
                  </a:lnTo>
                  <a:lnTo>
                    <a:pt x="193418" y="918175"/>
                  </a:lnTo>
                  <a:lnTo>
                    <a:pt x="193448" y="918104"/>
                  </a:lnTo>
                  <a:lnTo>
                    <a:pt x="193493" y="917965"/>
                  </a:lnTo>
                  <a:lnTo>
                    <a:pt x="193497" y="917937"/>
                  </a:lnTo>
                  <a:lnTo>
                    <a:pt x="193485" y="917820"/>
                  </a:lnTo>
                  <a:lnTo>
                    <a:pt x="193482" y="917790"/>
                  </a:lnTo>
                  <a:lnTo>
                    <a:pt x="193479" y="917743"/>
                  </a:lnTo>
                  <a:lnTo>
                    <a:pt x="193470" y="917699"/>
                  </a:lnTo>
                  <a:lnTo>
                    <a:pt x="193471" y="917675"/>
                  </a:lnTo>
                  <a:lnTo>
                    <a:pt x="193489" y="917633"/>
                  </a:lnTo>
                  <a:lnTo>
                    <a:pt x="193499" y="917616"/>
                  </a:lnTo>
                  <a:lnTo>
                    <a:pt x="193505" y="917598"/>
                  </a:lnTo>
                  <a:lnTo>
                    <a:pt x="193517" y="917589"/>
                  </a:lnTo>
                  <a:lnTo>
                    <a:pt x="193533" y="917588"/>
                  </a:lnTo>
                  <a:lnTo>
                    <a:pt x="193543" y="917592"/>
                  </a:lnTo>
                  <a:lnTo>
                    <a:pt x="193557" y="917600"/>
                  </a:lnTo>
                  <a:lnTo>
                    <a:pt x="193565" y="917612"/>
                  </a:lnTo>
                  <a:lnTo>
                    <a:pt x="193588" y="917631"/>
                  </a:lnTo>
                  <a:lnTo>
                    <a:pt x="193628" y="917652"/>
                  </a:lnTo>
                  <a:lnTo>
                    <a:pt x="193650" y="917656"/>
                  </a:lnTo>
                  <a:lnTo>
                    <a:pt x="193689" y="917650"/>
                  </a:lnTo>
                  <a:lnTo>
                    <a:pt x="193707" y="917641"/>
                  </a:lnTo>
                  <a:lnTo>
                    <a:pt x="193714" y="917627"/>
                  </a:lnTo>
                  <a:lnTo>
                    <a:pt x="193725" y="917602"/>
                  </a:lnTo>
                  <a:lnTo>
                    <a:pt x="193745" y="917574"/>
                  </a:lnTo>
                  <a:lnTo>
                    <a:pt x="193775" y="917558"/>
                  </a:lnTo>
                  <a:lnTo>
                    <a:pt x="193816" y="917534"/>
                  </a:lnTo>
                  <a:lnTo>
                    <a:pt x="193829" y="917520"/>
                  </a:lnTo>
                  <a:lnTo>
                    <a:pt x="193837" y="917499"/>
                  </a:lnTo>
                  <a:lnTo>
                    <a:pt x="193836" y="917479"/>
                  </a:lnTo>
                  <a:lnTo>
                    <a:pt x="193844" y="917450"/>
                  </a:lnTo>
                  <a:lnTo>
                    <a:pt x="193859" y="917407"/>
                  </a:lnTo>
                  <a:lnTo>
                    <a:pt x="193863" y="917361"/>
                  </a:lnTo>
                  <a:lnTo>
                    <a:pt x="193859" y="917334"/>
                  </a:lnTo>
                  <a:lnTo>
                    <a:pt x="193859" y="917323"/>
                  </a:lnTo>
                  <a:lnTo>
                    <a:pt x="193864" y="917305"/>
                  </a:lnTo>
                  <a:lnTo>
                    <a:pt x="193864" y="917300"/>
                  </a:lnTo>
                  <a:lnTo>
                    <a:pt x="193870" y="917292"/>
                  </a:lnTo>
                  <a:lnTo>
                    <a:pt x="193880" y="917296"/>
                  </a:lnTo>
                  <a:lnTo>
                    <a:pt x="193892" y="917305"/>
                  </a:lnTo>
                  <a:lnTo>
                    <a:pt x="193901" y="917320"/>
                  </a:lnTo>
                  <a:lnTo>
                    <a:pt x="193904" y="917341"/>
                  </a:lnTo>
                  <a:lnTo>
                    <a:pt x="193903" y="917367"/>
                  </a:lnTo>
                  <a:lnTo>
                    <a:pt x="193888" y="917435"/>
                  </a:lnTo>
                  <a:lnTo>
                    <a:pt x="193884" y="917478"/>
                  </a:lnTo>
                  <a:lnTo>
                    <a:pt x="193884" y="917518"/>
                  </a:lnTo>
                  <a:lnTo>
                    <a:pt x="193885" y="917553"/>
                  </a:lnTo>
                  <a:lnTo>
                    <a:pt x="193898" y="917602"/>
                  </a:lnTo>
                  <a:lnTo>
                    <a:pt x="193905" y="917645"/>
                  </a:lnTo>
                  <a:lnTo>
                    <a:pt x="193912" y="917696"/>
                  </a:lnTo>
                  <a:lnTo>
                    <a:pt x="193917" y="917726"/>
                  </a:lnTo>
                  <a:lnTo>
                    <a:pt x="193925" y="917740"/>
                  </a:lnTo>
                  <a:lnTo>
                    <a:pt x="193931" y="917743"/>
                  </a:lnTo>
                  <a:lnTo>
                    <a:pt x="193943" y="917738"/>
                  </a:lnTo>
                  <a:lnTo>
                    <a:pt x="193963" y="917730"/>
                  </a:lnTo>
                  <a:lnTo>
                    <a:pt x="193989" y="917720"/>
                  </a:lnTo>
                  <a:lnTo>
                    <a:pt x="194057" y="917704"/>
                  </a:lnTo>
                  <a:lnTo>
                    <a:pt x="194110" y="917678"/>
                  </a:lnTo>
                  <a:lnTo>
                    <a:pt x="194121" y="917674"/>
                  </a:lnTo>
                  <a:lnTo>
                    <a:pt x="194135" y="917668"/>
                  </a:lnTo>
                  <a:lnTo>
                    <a:pt x="194156" y="917660"/>
                  </a:lnTo>
                  <a:lnTo>
                    <a:pt x="194166" y="917658"/>
                  </a:lnTo>
                  <a:lnTo>
                    <a:pt x="194176" y="917658"/>
                  </a:lnTo>
                  <a:lnTo>
                    <a:pt x="194196" y="917662"/>
                  </a:lnTo>
                  <a:lnTo>
                    <a:pt x="194235" y="917668"/>
                  </a:lnTo>
                  <a:lnTo>
                    <a:pt x="194264" y="917672"/>
                  </a:lnTo>
                  <a:lnTo>
                    <a:pt x="194289" y="917677"/>
                  </a:lnTo>
                  <a:lnTo>
                    <a:pt x="194317" y="917688"/>
                  </a:lnTo>
                  <a:lnTo>
                    <a:pt x="194338" y="917687"/>
                  </a:lnTo>
                  <a:lnTo>
                    <a:pt x="194376" y="917685"/>
                  </a:lnTo>
                  <a:lnTo>
                    <a:pt x="194432" y="917675"/>
                  </a:lnTo>
                  <a:lnTo>
                    <a:pt x="194450" y="917676"/>
                  </a:lnTo>
                  <a:lnTo>
                    <a:pt x="194472" y="917670"/>
                  </a:lnTo>
                  <a:lnTo>
                    <a:pt x="194494" y="917662"/>
                  </a:lnTo>
                  <a:lnTo>
                    <a:pt x="194509" y="917648"/>
                  </a:lnTo>
                  <a:lnTo>
                    <a:pt x="194547" y="917628"/>
                  </a:lnTo>
                  <a:lnTo>
                    <a:pt x="194562" y="917628"/>
                  </a:lnTo>
                  <a:lnTo>
                    <a:pt x="194582" y="917630"/>
                  </a:lnTo>
                  <a:lnTo>
                    <a:pt x="194600" y="917633"/>
                  </a:lnTo>
                  <a:lnTo>
                    <a:pt x="194630" y="917640"/>
                  </a:lnTo>
                  <a:lnTo>
                    <a:pt x="194650" y="917644"/>
                  </a:lnTo>
                  <a:lnTo>
                    <a:pt x="194657" y="917644"/>
                  </a:lnTo>
                  <a:lnTo>
                    <a:pt x="194660" y="917640"/>
                  </a:lnTo>
                  <a:lnTo>
                    <a:pt x="194663" y="917620"/>
                  </a:lnTo>
                  <a:lnTo>
                    <a:pt x="194665" y="917603"/>
                  </a:lnTo>
                  <a:lnTo>
                    <a:pt x="194670" y="917585"/>
                  </a:lnTo>
                  <a:lnTo>
                    <a:pt x="194672" y="917563"/>
                  </a:lnTo>
                  <a:lnTo>
                    <a:pt x="194667" y="917518"/>
                  </a:lnTo>
                  <a:lnTo>
                    <a:pt x="194666" y="917465"/>
                  </a:lnTo>
                  <a:lnTo>
                    <a:pt x="194663" y="917427"/>
                  </a:lnTo>
                  <a:lnTo>
                    <a:pt x="194671" y="917415"/>
                  </a:lnTo>
                  <a:lnTo>
                    <a:pt x="194691" y="917412"/>
                  </a:lnTo>
                  <a:lnTo>
                    <a:pt x="194735" y="917426"/>
                  </a:lnTo>
                  <a:lnTo>
                    <a:pt x="194763" y="917439"/>
                  </a:lnTo>
                  <a:lnTo>
                    <a:pt x="194786" y="917449"/>
                  </a:lnTo>
                  <a:lnTo>
                    <a:pt x="194812" y="917456"/>
                  </a:lnTo>
                  <a:lnTo>
                    <a:pt x="194853" y="917463"/>
                  </a:lnTo>
                  <a:lnTo>
                    <a:pt x="194893" y="917471"/>
                  </a:lnTo>
                  <a:lnTo>
                    <a:pt x="194963" y="917487"/>
                  </a:lnTo>
                  <a:lnTo>
                    <a:pt x="195027" y="917497"/>
                  </a:lnTo>
                  <a:lnTo>
                    <a:pt x="195041" y="917496"/>
                  </a:lnTo>
                  <a:lnTo>
                    <a:pt x="195047" y="917490"/>
                  </a:lnTo>
                  <a:lnTo>
                    <a:pt x="195056" y="917455"/>
                  </a:lnTo>
                  <a:lnTo>
                    <a:pt x="195057" y="917428"/>
                  </a:lnTo>
                  <a:lnTo>
                    <a:pt x="195071" y="917400"/>
                  </a:lnTo>
                  <a:lnTo>
                    <a:pt x="195092" y="917344"/>
                  </a:lnTo>
                  <a:lnTo>
                    <a:pt x="195106" y="917312"/>
                  </a:lnTo>
                  <a:lnTo>
                    <a:pt x="195109" y="917288"/>
                  </a:lnTo>
                  <a:lnTo>
                    <a:pt x="195117" y="917254"/>
                  </a:lnTo>
                  <a:lnTo>
                    <a:pt x="195129" y="917226"/>
                  </a:lnTo>
                  <a:lnTo>
                    <a:pt x="195142" y="917202"/>
                  </a:lnTo>
                  <a:lnTo>
                    <a:pt x="195139" y="917186"/>
                  </a:lnTo>
                  <a:lnTo>
                    <a:pt x="195145" y="917174"/>
                  </a:lnTo>
                  <a:lnTo>
                    <a:pt x="195152" y="917182"/>
                  </a:lnTo>
                  <a:lnTo>
                    <a:pt x="195163" y="917206"/>
                  </a:lnTo>
                  <a:lnTo>
                    <a:pt x="195185" y="917227"/>
                  </a:lnTo>
                  <a:lnTo>
                    <a:pt x="195193" y="917232"/>
                  </a:lnTo>
                  <a:lnTo>
                    <a:pt x="195200" y="917235"/>
                  </a:lnTo>
                  <a:lnTo>
                    <a:pt x="195214" y="917239"/>
                  </a:lnTo>
                  <a:lnTo>
                    <a:pt x="195232" y="917253"/>
                  </a:lnTo>
                  <a:lnTo>
                    <a:pt x="195249" y="917265"/>
                  </a:lnTo>
                  <a:lnTo>
                    <a:pt x="195260" y="917284"/>
                  </a:lnTo>
                  <a:lnTo>
                    <a:pt x="195264" y="917304"/>
                  </a:lnTo>
                  <a:lnTo>
                    <a:pt x="195273" y="917343"/>
                  </a:lnTo>
                  <a:lnTo>
                    <a:pt x="195282" y="917376"/>
                  </a:lnTo>
                  <a:lnTo>
                    <a:pt x="195290" y="917393"/>
                  </a:lnTo>
                  <a:lnTo>
                    <a:pt x="195294" y="917430"/>
                  </a:lnTo>
                  <a:lnTo>
                    <a:pt x="195295" y="917457"/>
                  </a:lnTo>
                  <a:lnTo>
                    <a:pt x="195297" y="917490"/>
                  </a:lnTo>
                  <a:lnTo>
                    <a:pt x="195312" y="917527"/>
                  </a:lnTo>
                  <a:lnTo>
                    <a:pt x="195323" y="917540"/>
                  </a:lnTo>
                  <a:lnTo>
                    <a:pt x="195342" y="917547"/>
                  </a:lnTo>
                  <a:lnTo>
                    <a:pt x="195392" y="917548"/>
                  </a:lnTo>
                  <a:lnTo>
                    <a:pt x="195447" y="917554"/>
                  </a:lnTo>
                  <a:lnTo>
                    <a:pt x="195512" y="917553"/>
                  </a:lnTo>
                  <a:lnTo>
                    <a:pt x="195536" y="917544"/>
                  </a:lnTo>
                  <a:lnTo>
                    <a:pt x="195546" y="917521"/>
                  </a:lnTo>
                  <a:lnTo>
                    <a:pt x="195556" y="917480"/>
                  </a:lnTo>
                  <a:lnTo>
                    <a:pt x="195566" y="917447"/>
                  </a:lnTo>
                  <a:lnTo>
                    <a:pt x="195570" y="917392"/>
                  </a:lnTo>
                  <a:lnTo>
                    <a:pt x="195590" y="917327"/>
                  </a:lnTo>
                  <a:lnTo>
                    <a:pt x="195596" y="917299"/>
                  </a:lnTo>
                  <a:lnTo>
                    <a:pt x="195607" y="917260"/>
                  </a:lnTo>
                  <a:lnTo>
                    <a:pt x="195614" y="917220"/>
                  </a:lnTo>
                  <a:lnTo>
                    <a:pt x="195625" y="917189"/>
                  </a:lnTo>
                  <a:lnTo>
                    <a:pt x="195638" y="917182"/>
                  </a:lnTo>
                  <a:lnTo>
                    <a:pt x="195654" y="917178"/>
                  </a:lnTo>
                  <a:lnTo>
                    <a:pt x="195681" y="917174"/>
                  </a:lnTo>
                  <a:lnTo>
                    <a:pt x="195709" y="917172"/>
                  </a:lnTo>
                  <a:lnTo>
                    <a:pt x="195737" y="917175"/>
                  </a:lnTo>
                  <a:lnTo>
                    <a:pt x="195751" y="917176"/>
                  </a:lnTo>
                  <a:lnTo>
                    <a:pt x="195778" y="917188"/>
                  </a:lnTo>
                  <a:lnTo>
                    <a:pt x="195856" y="917212"/>
                  </a:lnTo>
                  <a:lnTo>
                    <a:pt x="195890" y="917229"/>
                  </a:lnTo>
                  <a:lnTo>
                    <a:pt x="195918" y="917246"/>
                  </a:lnTo>
                  <a:lnTo>
                    <a:pt x="195943" y="917279"/>
                  </a:lnTo>
                  <a:lnTo>
                    <a:pt x="195949" y="917287"/>
                  </a:lnTo>
                  <a:lnTo>
                    <a:pt x="195954" y="917296"/>
                  </a:lnTo>
                  <a:lnTo>
                    <a:pt x="195964" y="917311"/>
                  </a:lnTo>
                  <a:lnTo>
                    <a:pt x="195972" y="917320"/>
                  </a:lnTo>
                  <a:lnTo>
                    <a:pt x="195977" y="917320"/>
                  </a:lnTo>
                  <a:lnTo>
                    <a:pt x="195980" y="917317"/>
                  </a:lnTo>
                  <a:lnTo>
                    <a:pt x="195979" y="917308"/>
                  </a:lnTo>
                  <a:lnTo>
                    <a:pt x="195972" y="917286"/>
                  </a:lnTo>
                  <a:lnTo>
                    <a:pt x="195968" y="917274"/>
                  </a:lnTo>
                  <a:lnTo>
                    <a:pt x="195967" y="917262"/>
                  </a:lnTo>
                  <a:lnTo>
                    <a:pt x="195974" y="917232"/>
                  </a:lnTo>
                  <a:lnTo>
                    <a:pt x="195989" y="917193"/>
                  </a:lnTo>
                  <a:lnTo>
                    <a:pt x="195993" y="917160"/>
                  </a:lnTo>
                  <a:lnTo>
                    <a:pt x="195994" y="917134"/>
                  </a:lnTo>
                  <a:lnTo>
                    <a:pt x="195988" y="917098"/>
                  </a:lnTo>
                  <a:lnTo>
                    <a:pt x="195987" y="917057"/>
                  </a:lnTo>
                  <a:lnTo>
                    <a:pt x="196004" y="917014"/>
                  </a:lnTo>
                  <a:lnTo>
                    <a:pt x="196002" y="916989"/>
                  </a:lnTo>
                  <a:lnTo>
                    <a:pt x="195998" y="916977"/>
                  </a:lnTo>
                  <a:lnTo>
                    <a:pt x="195986" y="916951"/>
                  </a:lnTo>
                  <a:lnTo>
                    <a:pt x="195977" y="916931"/>
                  </a:lnTo>
                  <a:lnTo>
                    <a:pt x="195959" y="916897"/>
                  </a:lnTo>
                  <a:lnTo>
                    <a:pt x="195930" y="916865"/>
                  </a:lnTo>
                  <a:lnTo>
                    <a:pt x="195907" y="916832"/>
                  </a:lnTo>
                  <a:lnTo>
                    <a:pt x="195898" y="916801"/>
                  </a:lnTo>
                  <a:lnTo>
                    <a:pt x="195897" y="916779"/>
                  </a:lnTo>
                  <a:lnTo>
                    <a:pt x="195895" y="916754"/>
                  </a:lnTo>
                  <a:lnTo>
                    <a:pt x="195903" y="916726"/>
                  </a:lnTo>
                  <a:lnTo>
                    <a:pt x="195914" y="916705"/>
                  </a:lnTo>
                  <a:lnTo>
                    <a:pt x="195926" y="916660"/>
                  </a:lnTo>
                  <a:lnTo>
                    <a:pt x="195939" y="916628"/>
                  </a:lnTo>
                  <a:lnTo>
                    <a:pt x="195954" y="916598"/>
                  </a:lnTo>
                  <a:lnTo>
                    <a:pt x="195980" y="916558"/>
                  </a:lnTo>
                  <a:lnTo>
                    <a:pt x="195997" y="916541"/>
                  </a:lnTo>
                  <a:lnTo>
                    <a:pt x="196054" y="916501"/>
                  </a:lnTo>
                  <a:lnTo>
                    <a:pt x="196069" y="916490"/>
                  </a:lnTo>
                  <a:lnTo>
                    <a:pt x="196092" y="916476"/>
                  </a:lnTo>
                  <a:lnTo>
                    <a:pt x="196128" y="916434"/>
                  </a:lnTo>
                  <a:lnTo>
                    <a:pt x="196172" y="916386"/>
                  </a:lnTo>
                  <a:lnTo>
                    <a:pt x="196186" y="916370"/>
                  </a:lnTo>
                  <a:lnTo>
                    <a:pt x="196203" y="916367"/>
                  </a:lnTo>
                  <a:lnTo>
                    <a:pt x="196220" y="916365"/>
                  </a:lnTo>
                  <a:lnTo>
                    <a:pt x="196247" y="916365"/>
                  </a:lnTo>
                  <a:lnTo>
                    <a:pt x="196300" y="916369"/>
                  </a:lnTo>
                  <a:lnTo>
                    <a:pt x="196360" y="916389"/>
                  </a:lnTo>
                  <a:lnTo>
                    <a:pt x="196394" y="916405"/>
                  </a:lnTo>
                  <a:lnTo>
                    <a:pt x="196417" y="916414"/>
                  </a:lnTo>
                  <a:lnTo>
                    <a:pt x="196432" y="916423"/>
                  </a:lnTo>
                  <a:lnTo>
                    <a:pt x="196464" y="916450"/>
                  </a:lnTo>
                  <a:lnTo>
                    <a:pt x="196487" y="916471"/>
                  </a:lnTo>
                  <a:lnTo>
                    <a:pt x="196517" y="916487"/>
                  </a:lnTo>
                  <a:lnTo>
                    <a:pt x="196562" y="916511"/>
                  </a:lnTo>
                  <a:lnTo>
                    <a:pt x="196591" y="916526"/>
                  </a:lnTo>
                  <a:lnTo>
                    <a:pt x="196624" y="916530"/>
                  </a:lnTo>
                  <a:lnTo>
                    <a:pt x="196677" y="916520"/>
                  </a:lnTo>
                  <a:lnTo>
                    <a:pt x="196705" y="916514"/>
                  </a:lnTo>
                  <a:lnTo>
                    <a:pt x="196745" y="916514"/>
                  </a:lnTo>
                  <a:lnTo>
                    <a:pt x="196765" y="916520"/>
                  </a:lnTo>
                  <a:lnTo>
                    <a:pt x="196819" y="916549"/>
                  </a:lnTo>
                  <a:lnTo>
                    <a:pt x="196851" y="916563"/>
                  </a:lnTo>
                  <a:lnTo>
                    <a:pt x="196895" y="916571"/>
                  </a:lnTo>
                  <a:lnTo>
                    <a:pt x="196930" y="916579"/>
                  </a:lnTo>
                  <a:lnTo>
                    <a:pt x="197001" y="916591"/>
                  </a:lnTo>
                  <a:lnTo>
                    <a:pt x="197032" y="916602"/>
                  </a:lnTo>
                  <a:lnTo>
                    <a:pt x="197078" y="916620"/>
                  </a:lnTo>
                  <a:lnTo>
                    <a:pt x="197120" y="916637"/>
                  </a:lnTo>
                  <a:lnTo>
                    <a:pt x="197138" y="916649"/>
                  </a:lnTo>
                  <a:lnTo>
                    <a:pt x="197175" y="916668"/>
                  </a:lnTo>
                  <a:lnTo>
                    <a:pt x="197206" y="916680"/>
                  </a:lnTo>
                  <a:lnTo>
                    <a:pt x="197242" y="916697"/>
                  </a:lnTo>
                  <a:lnTo>
                    <a:pt x="197321" y="916742"/>
                  </a:lnTo>
                  <a:lnTo>
                    <a:pt x="197358" y="916752"/>
                  </a:lnTo>
                  <a:lnTo>
                    <a:pt x="197388" y="916763"/>
                  </a:lnTo>
                  <a:lnTo>
                    <a:pt x="197412" y="916767"/>
                  </a:lnTo>
                  <a:lnTo>
                    <a:pt x="197447" y="916781"/>
                  </a:lnTo>
                  <a:lnTo>
                    <a:pt x="197468" y="916792"/>
                  </a:lnTo>
                  <a:lnTo>
                    <a:pt x="197491" y="916804"/>
                  </a:lnTo>
                  <a:lnTo>
                    <a:pt x="197511" y="916817"/>
                  </a:lnTo>
                  <a:lnTo>
                    <a:pt x="197530" y="916824"/>
                  </a:lnTo>
                  <a:lnTo>
                    <a:pt x="197552" y="916830"/>
                  </a:lnTo>
                  <a:lnTo>
                    <a:pt x="197579" y="916828"/>
                  </a:lnTo>
                  <a:lnTo>
                    <a:pt x="197626" y="916826"/>
                  </a:lnTo>
                  <a:lnTo>
                    <a:pt x="197661" y="916830"/>
                  </a:lnTo>
                  <a:lnTo>
                    <a:pt x="197700" y="916824"/>
                  </a:lnTo>
                  <a:lnTo>
                    <a:pt x="197745" y="916808"/>
                  </a:lnTo>
                  <a:lnTo>
                    <a:pt x="197772" y="916791"/>
                  </a:lnTo>
                  <a:lnTo>
                    <a:pt x="197809" y="916777"/>
                  </a:lnTo>
                  <a:lnTo>
                    <a:pt x="197860" y="916751"/>
                  </a:lnTo>
                  <a:lnTo>
                    <a:pt x="197890" y="916733"/>
                  </a:lnTo>
                  <a:lnTo>
                    <a:pt x="197908" y="916716"/>
                  </a:lnTo>
                  <a:lnTo>
                    <a:pt x="197930" y="916697"/>
                  </a:lnTo>
                  <a:lnTo>
                    <a:pt x="197947" y="916676"/>
                  </a:lnTo>
                  <a:lnTo>
                    <a:pt x="197950" y="916661"/>
                  </a:lnTo>
                  <a:lnTo>
                    <a:pt x="197952" y="916619"/>
                  </a:lnTo>
                  <a:lnTo>
                    <a:pt x="197952" y="916599"/>
                  </a:lnTo>
                  <a:lnTo>
                    <a:pt x="197954" y="916579"/>
                  </a:lnTo>
                  <a:lnTo>
                    <a:pt x="197970" y="916547"/>
                  </a:lnTo>
                  <a:lnTo>
                    <a:pt x="197977" y="916523"/>
                  </a:lnTo>
                  <a:lnTo>
                    <a:pt x="197976" y="916499"/>
                  </a:lnTo>
                  <a:lnTo>
                    <a:pt x="197973" y="916465"/>
                  </a:lnTo>
                  <a:lnTo>
                    <a:pt x="197973" y="916439"/>
                  </a:lnTo>
                  <a:lnTo>
                    <a:pt x="197978" y="916417"/>
                  </a:lnTo>
                  <a:lnTo>
                    <a:pt x="197998" y="916387"/>
                  </a:lnTo>
                  <a:lnTo>
                    <a:pt x="198012" y="916369"/>
                  </a:lnTo>
                  <a:lnTo>
                    <a:pt x="198027" y="916341"/>
                  </a:lnTo>
                  <a:lnTo>
                    <a:pt x="198036" y="916321"/>
                  </a:lnTo>
                  <a:lnTo>
                    <a:pt x="198046" y="916297"/>
                  </a:lnTo>
                  <a:lnTo>
                    <a:pt x="198055" y="916257"/>
                  </a:lnTo>
                  <a:lnTo>
                    <a:pt x="198058" y="916237"/>
                  </a:lnTo>
                  <a:lnTo>
                    <a:pt x="198060" y="916193"/>
                  </a:lnTo>
                  <a:lnTo>
                    <a:pt x="198060" y="916171"/>
                  </a:lnTo>
                  <a:lnTo>
                    <a:pt x="198069" y="916157"/>
                  </a:lnTo>
                  <a:lnTo>
                    <a:pt x="198078" y="916143"/>
                  </a:lnTo>
                  <a:lnTo>
                    <a:pt x="198096" y="916127"/>
                  </a:lnTo>
                  <a:lnTo>
                    <a:pt x="198130" y="916119"/>
                  </a:lnTo>
                  <a:lnTo>
                    <a:pt x="198151" y="916121"/>
                  </a:lnTo>
                  <a:lnTo>
                    <a:pt x="198166" y="916128"/>
                  </a:lnTo>
                  <a:lnTo>
                    <a:pt x="198178" y="916144"/>
                  </a:lnTo>
                  <a:lnTo>
                    <a:pt x="198191" y="916151"/>
                  </a:lnTo>
                  <a:lnTo>
                    <a:pt x="198211" y="916154"/>
                  </a:lnTo>
                  <a:lnTo>
                    <a:pt x="198242" y="916149"/>
                  </a:lnTo>
                  <a:lnTo>
                    <a:pt x="198265" y="916143"/>
                  </a:lnTo>
                  <a:lnTo>
                    <a:pt x="198292" y="916127"/>
                  </a:lnTo>
                  <a:lnTo>
                    <a:pt x="198314" y="916116"/>
                  </a:lnTo>
                  <a:lnTo>
                    <a:pt x="198319" y="916105"/>
                  </a:lnTo>
                  <a:lnTo>
                    <a:pt x="198321" y="916087"/>
                  </a:lnTo>
                  <a:lnTo>
                    <a:pt x="198326" y="916070"/>
                  </a:lnTo>
                  <a:lnTo>
                    <a:pt x="198338" y="916065"/>
                  </a:lnTo>
                  <a:lnTo>
                    <a:pt x="198352" y="916058"/>
                  </a:lnTo>
                  <a:lnTo>
                    <a:pt x="198370" y="916057"/>
                  </a:lnTo>
                  <a:lnTo>
                    <a:pt x="198401" y="916062"/>
                  </a:lnTo>
                  <a:lnTo>
                    <a:pt x="198422" y="916055"/>
                  </a:lnTo>
                  <a:lnTo>
                    <a:pt x="198441" y="916039"/>
                  </a:lnTo>
                  <a:lnTo>
                    <a:pt x="198450" y="916018"/>
                  </a:lnTo>
                  <a:lnTo>
                    <a:pt x="198455" y="916004"/>
                  </a:lnTo>
                  <a:lnTo>
                    <a:pt x="198447" y="915992"/>
                  </a:lnTo>
                  <a:lnTo>
                    <a:pt x="198441" y="915971"/>
                  </a:lnTo>
                  <a:lnTo>
                    <a:pt x="198444" y="915939"/>
                  </a:lnTo>
                  <a:lnTo>
                    <a:pt x="198454" y="915924"/>
                  </a:lnTo>
                  <a:lnTo>
                    <a:pt x="198472" y="915913"/>
                  </a:lnTo>
                  <a:lnTo>
                    <a:pt x="198525" y="915901"/>
                  </a:lnTo>
                  <a:lnTo>
                    <a:pt x="198550" y="915898"/>
                  </a:lnTo>
                  <a:lnTo>
                    <a:pt x="198568" y="915888"/>
                  </a:lnTo>
                  <a:lnTo>
                    <a:pt x="198618" y="915853"/>
                  </a:lnTo>
                  <a:lnTo>
                    <a:pt x="198682" y="915821"/>
                  </a:lnTo>
                  <a:lnTo>
                    <a:pt x="198715" y="915809"/>
                  </a:lnTo>
                  <a:lnTo>
                    <a:pt x="198756" y="915791"/>
                  </a:lnTo>
                  <a:lnTo>
                    <a:pt x="198775" y="915779"/>
                  </a:lnTo>
                  <a:lnTo>
                    <a:pt x="198791" y="915761"/>
                  </a:lnTo>
                  <a:lnTo>
                    <a:pt x="198824" y="915710"/>
                  </a:lnTo>
                  <a:lnTo>
                    <a:pt x="198853" y="915676"/>
                  </a:lnTo>
                  <a:lnTo>
                    <a:pt x="198868" y="915653"/>
                  </a:lnTo>
                  <a:lnTo>
                    <a:pt x="198899" y="915641"/>
                  </a:lnTo>
                  <a:lnTo>
                    <a:pt x="198928" y="915628"/>
                  </a:lnTo>
                  <a:lnTo>
                    <a:pt x="198958" y="915611"/>
                  </a:lnTo>
                  <a:lnTo>
                    <a:pt x="199001" y="915602"/>
                  </a:lnTo>
                  <a:lnTo>
                    <a:pt x="199045" y="915590"/>
                  </a:lnTo>
                  <a:lnTo>
                    <a:pt x="199123" y="915569"/>
                  </a:lnTo>
                  <a:lnTo>
                    <a:pt x="199156" y="915564"/>
                  </a:lnTo>
                  <a:lnTo>
                    <a:pt x="199189" y="915553"/>
                  </a:lnTo>
                  <a:lnTo>
                    <a:pt x="199238" y="915538"/>
                  </a:lnTo>
                  <a:lnTo>
                    <a:pt x="199278" y="915525"/>
                  </a:lnTo>
                  <a:lnTo>
                    <a:pt x="199319" y="915511"/>
                  </a:lnTo>
                  <a:lnTo>
                    <a:pt x="199359" y="915490"/>
                  </a:lnTo>
                  <a:lnTo>
                    <a:pt x="199378" y="915478"/>
                  </a:lnTo>
                  <a:lnTo>
                    <a:pt x="199396" y="915464"/>
                  </a:lnTo>
                  <a:lnTo>
                    <a:pt x="199422" y="915436"/>
                  </a:lnTo>
                  <a:lnTo>
                    <a:pt x="199439" y="915417"/>
                  </a:lnTo>
                  <a:lnTo>
                    <a:pt x="199490" y="915372"/>
                  </a:lnTo>
                  <a:lnTo>
                    <a:pt x="199513" y="915352"/>
                  </a:lnTo>
                  <a:lnTo>
                    <a:pt x="199535" y="915336"/>
                  </a:lnTo>
                  <a:lnTo>
                    <a:pt x="199576" y="915314"/>
                  </a:lnTo>
                  <a:lnTo>
                    <a:pt x="199611" y="915294"/>
                  </a:lnTo>
                  <a:lnTo>
                    <a:pt x="199624" y="915281"/>
                  </a:lnTo>
                  <a:lnTo>
                    <a:pt x="199628" y="915278"/>
                  </a:lnTo>
                  <a:lnTo>
                    <a:pt x="199643" y="915269"/>
                  </a:lnTo>
                  <a:lnTo>
                    <a:pt x="199659" y="915259"/>
                  </a:lnTo>
                  <a:lnTo>
                    <a:pt x="199688" y="915242"/>
                  </a:lnTo>
                  <a:lnTo>
                    <a:pt x="199700" y="915236"/>
                  </a:lnTo>
                  <a:lnTo>
                    <a:pt x="199726" y="915202"/>
                  </a:lnTo>
                  <a:lnTo>
                    <a:pt x="199759" y="915163"/>
                  </a:lnTo>
                  <a:lnTo>
                    <a:pt x="199812" y="915093"/>
                  </a:lnTo>
                  <a:lnTo>
                    <a:pt x="199839" y="915060"/>
                  </a:lnTo>
                  <a:lnTo>
                    <a:pt x="199851" y="915026"/>
                  </a:lnTo>
                  <a:lnTo>
                    <a:pt x="199853" y="914973"/>
                  </a:lnTo>
                  <a:lnTo>
                    <a:pt x="199859" y="914916"/>
                  </a:lnTo>
                  <a:lnTo>
                    <a:pt x="199867" y="914844"/>
                  </a:lnTo>
                  <a:lnTo>
                    <a:pt x="199887" y="914755"/>
                  </a:lnTo>
                  <a:lnTo>
                    <a:pt x="199899" y="914713"/>
                  </a:lnTo>
                  <a:lnTo>
                    <a:pt x="199914" y="914660"/>
                  </a:lnTo>
                  <a:lnTo>
                    <a:pt x="199930" y="914646"/>
                  </a:lnTo>
                  <a:lnTo>
                    <a:pt x="199960" y="914616"/>
                  </a:lnTo>
                  <a:lnTo>
                    <a:pt x="200019" y="914576"/>
                  </a:lnTo>
                  <a:lnTo>
                    <a:pt x="200057" y="914560"/>
                  </a:lnTo>
                  <a:lnTo>
                    <a:pt x="200094" y="914555"/>
                  </a:lnTo>
                  <a:lnTo>
                    <a:pt x="200122" y="914551"/>
                  </a:lnTo>
                  <a:lnTo>
                    <a:pt x="200163" y="914542"/>
                  </a:lnTo>
                  <a:lnTo>
                    <a:pt x="200201" y="914530"/>
                  </a:lnTo>
                  <a:lnTo>
                    <a:pt x="200221" y="914518"/>
                  </a:lnTo>
                  <a:lnTo>
                    <a:pt x="200243" y="914501"/>
                  </a:lnTo>
                  <a:lnTo>
                    <a:pt x="200282" y="914477"/>
                  </a:lnTo>
                  <a:lnTo>
                    <a:pt x="200334" y="914431"/>
                  </a:lnTo>
                  <a:lnTo>
                    <a:pt x="200355" y="914417"/>
                  </a:lnTo>
                  <a:lnTo>
                    <a:pt x="200394" y="914404"/>
                  </a:lnTo>
                  <a:lnTo>
                    <a:pt x="200452" y="914392"/>
                  </a:lnTo>
                  <a:lnTo>
                    <a:pt x="200501" y="914387"/>
                  </a:lnTo>
                  <a:lnTo>
                    <a:pt x="200524" y="914398"/>
                  </a:lnTo>
                  <a:lnTo>
                    <a:pt x="200550" y="914409"/>
                  </a:lnTo>
                  <a:lnTo>
                    <a:pt x="200571" y="914411"/>
                  </a:lnTo>
                  <a:lnTo>
                    <a:pt x="200587" y="914407"/>
                  </a:lnTo>
                  <a:lnTo>
                    <a:pt x="200607" y="914402"/>
                  </a:lnTo>
                  <a:lnTo>
                    <a:pt x="200633" y="914395"/>
                  </a:lnTo>
                  <a:lnTo>
                    <a:pt x="200675" y="914388"/>
                  </a:lnTo>
                  <a:lnTo>
                    <a:pt x="200708" y="914381"/>
                  </a:lnTo>
                  <a:lnTo>
                    <a:pt x="200752" y="914362"/>
                  </a:lnTo>
                  <a:lnTo>
                    <a:pt x="200799" y="914340"/>
                  </a:lnTo>
                  <a:lnTo>
                    <a:pt x="200823" y="914328"/>
                  </a:lnTo>
                  <a:lnTo>
                    <a:pt x="200836" y="914330"/>
                  </a:lnTo>
                  <a:lnTo>
                    <a:pt x="200845" y="914340"/>
                  </a:lnTo>
                  <a:lnTo>
                    <a:pt x="200878" y="914366"/>
                  </a:lnTo>
                  <a:lnTo>
                    <a:pt x="200888" y="914368"/>
                  </a:lnTo>
                  <a:lnTo>
                    <a:pt x="200902" y="914356"/>
                  </a:lnTo>
                  <a:lnTo>
                    <a:pt x="200944" y="914324"/>
                  </a:lnTo>
                  <a:lnTo>
                    <a:pt x="201013" y="914258"/>
                  </a:lnTo>
                  <a:lnTo>
                    <a:pt x="201053" y="914195"/>
                  </a:lnTo>
                  <a:lnTo>
                    <a:pt x="201086" y="914135"/>
                  </a:lnTo>
                  <a:lnTo>
                    <a:pt x="201117" y="914083"/>
                  </a:lnTo>
                  <a:lnTo>
                    <a:pt x="201152" y="914033"/>
                  </a:lnTo>
                  <a:lnTo>
                    <a:pt x="201171" y="913993"/>
                  </a:lnTo>
                  <a:lnTo>
                    <a:pt x="201181" y="913956"/>
                  </a:lnTo>
                  <a:lnTo>
                    <a:pt x="201187" y="913915"/>
                  </a:lnTo>
                  <a:lnTo>
                    <a:pt x="201193" y="913876"/>
                  </a:lnTo>
                  <a:lnTo>
                    <a:pt x="201184" y="913825"/>
                  </a:lnTo>
                  <a:lnTo>
                    <a:pt x="201161" y="913785"/>
                  </a:lnTo>
                  <a:lnTo>
                    <a:pt x="201137" y="913767"/>
                  </a:lnTo>
                  <a:lnTo>
                    <a:pt x="201113" y="913749"/>
                  </a:lnTo>
                  <a:lnTo>
                    <a:pt x="201086" y="913732"/>
                  </a:lnTo>
                  <a:lnTo>
                    <a:pt x="201084" y="913724"/>
                  </a:lnTo>
                  <a:lnTo>
                    <a:pt x="201102" y="913718"/>
                  </a:lnTo>
                  <a:lnTo>
                    <a:pt x="201150" y="913675"/>
                  </a:lnTo>
                  <a:lnTo>
                    <a:pt x="201181" y="913666"/>
                  </a:lnTo>
                  <a:lnTo>
                    <a:pt x="201224" y="913662"/>
                  </a:lnTo>
                  <a:lnTo>
                    <a:pt x="201246" y="913666"/>
                  </a:lnTo>
                  <a:lnTo>
                    <a:pt x="201295" y="913663"/>
                  </a:lnTo>
                  <a:lnTo>
                    <a:pt x="201317" y="913656"/>
                  </a:lnTo>
                  <a:lnTo>
                    <a:pt x="201338" y="913648"/>
                  </a:lnTo>
                  <a:lnTo>
                    <a:pt x="201366" y="913634"/>
                  </a:lnTo>
                  <a:lnTo>
                    <a:pt x="201386" y="913636"/>
                  </a:lnTo>
                  <a:lnTo>
                    <a:pt x="201422" y="913636"/>
                  </a:lnTo>
                  <a:lnTo>
                    <a:pt x="201475" y="913639"/>
                  </a:lnTo>
                  <a:lnTo>
                    <a:pt x="201516" y="913639"/>
                  </a:lnTo>
                  <a:lnTo>
                    <a:pt x="201538" y="913647"/>
                  </a:lnTo>
                  <a:lnTo>
                    <a:pt x="201549" y="913645"/>
                  </a:lnTo>
                  <a:lnTo>
                    <a:pt x="201560" y="913640"/>
                  </a:lnTo>
                  <a:lnTo>
                    <a:pt x="201568" y="913632"/>
                  </a:lnTo>
                  <a:lnTo>
                    <a:pt x="201569" y="913619"/>
                  </a:lnTo>
                  <a:lnTo>
                    <a:pt x="201567" y="913586"/>
                  </a:lnTo>
                  <a:lnTo>
                    <a:pt x="201570" y="913569"/>
                  </a:lnTo>
                  <a:lnTo>
                    <a:pt x="201578" y="913552"/>
                  </a:lnTo>
                  <a:lnTo>
                    <a:pt x="201597" y="913535"/>
                  </a:lnTo>
                  <a:lnTo>
                    <a:pt x="201617" y="913506"/>
                  </a:lnTo>
                  <a:lnTo>
                    <a:pt x="201640" y="913468"/>
                  </a:lnTo>
                  <a:lnTo>
                    <a:pt x="201657" y="913457"/>
                  </a:lnTo>
                  <a:lnTo>
                    <a:pt x="201681" y="913443"/>
                  </a:lnTo>
                  <a:lnTo>
                    <a:pt x="201692" y="913421"/>
                  </a:lnTo>
                  <a:lnTo>
                    <a:pt x="201712" y="913393"/>
                  </a:lnTo>
                  <a:lnTo>
                    <a:pt x="201735" y="913385"/>
                  </a:lnTo>
                  <a:lnTo>
                    <a:pt x="201765" y="913387"/>
                  </a:lnTo>
                  <a:lnTo>
                    <a:pt x="201803" y="913402"/>
                  </a:lnTo>
                  <a:lnTo>
                    <a:pt x="201858" y="913424"/>
                  </a:lnTo>
                  <a:lnTo>
                    <a:pt x="201890" y="913439"/>
                  </a:lnTo>
                  <a:lnTo>
                    <a:pt x="201921" y="913453"/>
                  </a:lnTo>
                  <a:lnTo>
                    <a:pt x="201974" y="913485"/>
                  </a:lnTo>
                  <a:lnTo>
                    <a:pt x="202017" y="913504"/>
                  </a:lnTo>
                  <a:lnTo>
                    <a:pt x="202051" y="913504"/>
                  </a:lnTo>
                  <a:lnTo>
                    <a:pt x="202072" y="913502"/>
                  </a:lnTo>
                  <a:lnTo>
                    <a:pt x="202130" y="913487"/>
                  </a:lnTo>
                  <a:lnTo>
                    <a:pt x="202205" y="913448"/>
                  </a:lnTo>
                  <a:lnTo>
                    <a:pt x="202232" y="913439"/>
                  </a:lnTo>
                  <a:lnTo>
                    <a:pt x="202251" y="913444"/>
                  </a:lnTo>
                  <a:lnTo>
                    <a:pt x="202271" y="913462"/>
                  </a:lnTo>
                  <a:lnTo>
                    <a:pt x="202315" y="913507"/>
                  </a:lnTo>
                  <a:lnTo>
                    <a:pt x="202368" y="913563"/>
                  </a:lnTo>
                  <a:lnTo>
                    <a:pt x="202382" y="913585"/>
                  </a:lnTo>
                  <a:lnTo>
                    <a:pt x="202381" y="913599"/>
                  </a:lnTo>
                  <a:lnTo>
                    <a:pt x="202369" y="913616"/>
                  </a:lnTo>
                  <a:lnTo>
                    <a:pt x="202360" y="913637"/>
                  </a:lnTo>
                  <a:lnTo>
                    <a:pt x="202349" y="913677"/>
                  </a:lnTo>
                  <a:lnTo>
                    <a:pt x="202343" y="913702"/>
                  </a:lnTo>
                  <a:lnTo>
                    <a:pt x="202332" y="913729"/>
                  </a:lnTo>
                  <a:lnTo>
                    <a:pt x="202316" y="913756"/>
                  </a:lnTo>
                  <a:lnTo>
                    <a:pt x="202276" y="913815"/>
                  </a:lnTo>
                  <a:lnTo>
                    <a:pt x="202258" y="913845"/>
                  </a:lnTo>
                  <a:lnTo>
                    <a:pt x="202232" y="913883"/>
                  </a:lnTo>
                  <a:lnTo>
                    <a:pt x="202210" y="913928"/>
                  </a:lnTo>
                  <a:lnTo>
                    <a:pt x="202164" y="913985"/>
                  </a:lnTo>
                  <a:lnTo>
                    <a:pt x="202146" y="914007"/>
                  </a:lnTo>
                  <a:lnTo>
                    <a:pt x="202143" y="914020"/>
                  </a:lnTo>
                  <a:lnTo>
                    <a:pt x="202163" y="914051"/>
                  </a:lnTo>
                  <a:lnTo>
                    <a:pt x="202197" y="914077"/>
                  </a:lnTo>
                  <a:lnTo>
                    <a:pt x="202238" y="914119"/>
                  </a:lnTo>
                  <a:lnTo>
                    <a:pt x="202268" y="914140"/>
                  </a:lnTo>
                  <a:lnTo>
                    <a:pt x="202302" y="914142"/>
                  </a:lnTo>
                  <a:lnTo>
                    <a:pt x="202325" y="914144"/>
                  </a:lnTo>
                  <a:lnTo>
                    <a:pt x="202371" y="914164"/>
                  </a:lnTo>
                  <a:lnTo>
                    <a:pt x="202429" y="914196"/>
                  </a:lnTo>
                  <a:lnTo>
                    <a:pt x="202466" y="914230"/>
                  </a:lnTo>
                  <a:lnTo>
                    <a:pt x="202494" y="914264"/>
                  </a:lnTo>
                  <a:lnTo>
                    <a:pt x="202524" y="914308"/>
                  </a:lnTo>
                  <a:lnTo>
                    <a:pt x="202531" y="914314"/>
                  </a:lnTo>
                  <a:lnTo>
                    <a:pt x="202538" y="914337"/>
                  </a:lnTo>
                  <a:lnTo>
                    <a:pt x="202538" y="914383"/>
                  </a:lnTo>
                  <a:lnTo>
                    <a:pt x="202534" y="914400"/>
                  </a:lnTo>
                  <a:lnTo>
                    <a:pt x="202530" y="914409"/>
                  </a:lnTo>
                  <a:lnTo>
                    <a:pt x="202523" y="914421"/>
                  </a:lnTo>
                  <a:lnTo>
                    <a:pt x="202512" y="914442"/>
                  </a:lnTo>
                  <a:lnTo>
                    <a:pt x="202503" y="914472"/>
                  </a:lnTo>
                  <a:lnTo>
                    <a:pt x="202486" y="914536"/>
                  </a:lnTo>
                  <a:lnTo>
                    <a:pt x="202475" y="914566"/>
                  </a:lnTo>
                  <a:lnTo>
                    <a:pt x="202448" y="914603"/>
                  </a:lnTo>
                  <a:lnTo>
                    <a:pt x="202432" y="914638"/>
                  </a:lnTo>
                  <a:lnTo>
                    <a:pt x="202417" y="914660"/>
                  </a:lnTo>
                  <a:lnTo>
                    <a:pt x="202406" y="914677"/>
                  </a:lnTo>
                  <a:lnTo>
                    <a:pt x="202401" y="914706"/>
                  </a:lnTo>
                  <a:lnTo>
                    <a:pt x="202384" y="914760"/>
                  </a:lnTo>
                  <a:lnTo>
                    <a:pt x="202363" y="914815"/>
                  </a:lnTo>
                  <a:lnTo>
                    <a:pt x="202335" y="914854"/>
                  </a:lnTo>
                  <a:lnTo>
                    <a:pt x="202335" y="914874"/>
                  </a:lnTo>
                  <a:lnTo>
                    <a:pt x="202339" y="914905"/>
                  </a:lnTo>
                  <a:lnTo>
                    <a:pt x="202344" y="914964"/>
                  </a:lnTo>
                  <a:lnTo>
                    <a:pt x="202343" y="915004"/>
                  </a:lnTo>
                  <a:lnTo>
                    <a:pt x="202322" y="915027"/>
                  </a:lnTo>
                  <a:lnTo>
                    <a:pt x="202315" y="915058"/>
                  </a:lnTo>
                  <a:lnTo>
                    <a:pt x="202311" y="915087"/>
                  </a:lnTo>
                  <a:lnTo>
                    <a:pt x="202309" y="915135"/>
                  </a:lnTo>
                  <a:lnTo>
                    <a:pt x="202307" y="915170"/>
                  </a:lnTo>
                  <a:lnTo>
                    <a:pt x="202308" y="915220"/>
                  </a:lnTo>
                  <a:lnTo>
                    <a:pt x="202305" y="915254"/>
                  </a:lnTo>
                  <a:lnTo>
                    <a:pt x="202301" y="915271"/>
                  </a:lnTo>
                  <a:lnTo>
                    <a:pt x="202299" y="915280"/>
                  </a:lnTo>
                  <a:lnTo>
                    <a:pt x="202288" y="915285"/>
                  </a:lnTo>
                  <a:lnTo>
                    <a:pt x="202274" y="915292"/>
                  </a:lnTo>
                  <a:lnTo>
                    <a:pt x="202252" y="915312"/>
                  </a:lnTo>
                  <a:lnTo>
                    <a:pt x="202211" y="915356"/>
                  </a:lnTo>
                  <a:lnTo>
                    <a:pt x="202181" y="915384"/>
                  </a:lnTo>
                  <a:lnTo>
                    <a:pt x="202166" y="915411"/>
                  </a:lnTo>
                  <a:lnTo>
                    <a:pt x="202171" y="915433"/>
                  </a:lnTo>
                  <a:lnTo>
                    <a:pt x="202181" y="915454"/>
                  </a:lnTo>
                  <a:lnTo>
                    <a:pt x="202185" y="915485"/>
                  </a:lnTo>
                  <a:lnTo>
                    <a:pt x="202180" y="915515"/>
                  </a:lnTo>
                  <a:lnTo>
                    <a:pt x="202175" y="915544"/>
                  </a:lnTo>
                  <a:lnTo>
                    <a:pt x="202177" y="915566"/>
                  </a:lnTo>
                  <a:lnTo>
                    <a:pt x="202183" y="915590"/>
                  </a:lnTo>
                  <a:lnTo>
                    <a:pt x="202194" y="915625"/>
                  </a:lnTo>
                  <a:lnTo>
                    <a:pt x="202209" y="915659"/>
                  </a:lnTo>
                  <a:lnTo>
                    <a:pt x="202223" y="915695"/>
                  </a:lnTo>
                  <a:lnTo>
                    <a:pt x="202227" y="915740"/>
                  </a:lnTo>
                  <a:lnTo>
                    <a:pt x="202233" y="915766"/>
                  </a:lnTo>
                  <a:lnTo>
                    <a:pt x="202239" y="915793"/>
                  </a:lnTo>
                  <a:lnTo>
                    <a:pt x="202249" y="915810"/>
                  </a:lnTo>
                  <a:lnTo>
                    <a:pt x="202269" y="915820"/>
                  </a:lnTo>
                  <a:lnTo>
                    <a:pt x="202296" y="915835"/>
                  </a:lnTo>
                  <a:lnTo>
                    <a:pt x="202324" y="915857"/>
                  </a:lnTo>
                  <a:lnTo>
                    <a:pt x="202355" y="915886"/>
                  </a:lnTo>
                  <a:lnTo>
                    <a:pt x="202377" y="915916"/>
                  </a:lnTo>
                  <a:lnTo>
                    <a:pt x="202400" y="915946"/>
                  </a:lnTo>
                  <a:lnTo>
                    <a:pt x="202408" y="915955"/>
                  </a:lnTo>
                  <a:lnTo>
                    <a:pt x="202415" y="915978"/>
                  </a:lnTo>
                  <a:lnTo>
                    <a:pt x="202431" y="916019"/>
                  </a:lnTo>
                  <a:lnTo>
                    <a:pt x="202447" y="916042"/>
                  </a:lnTo>
                  <a:lnTo>
                    <a:pt x="202463" y="916050"/>
                  </a:lnTo>
                  <a:lnTo>
                    <a:pt x="202478" y="916054"/>
                  </a:lnTo>
                  <a:lnTo>
                    <a:pt x="202492" y="916061"/>
                  </a:lnTo>
                  <a:lnTo>
                    <a:pt x="202505" y="916076"/>
                  </a:lnTo>
                  <a:lnTo>
                    <a:pt x="202512" y="916084"/>
                  </a:lnTo>
                  <a:lnTo>
                    <a:pt x="202518" y="916087"/>
                  </a:lnTo>
                  <a:lnTo>
                    <a:pt x="202524" y="916086"/>
                  </a:lnTo>
                  <a:lnTo>
                    <a:pt x="202535" y="916114"/>
                  </a:lnTo>
                  <a:lnTo>
                    <a:pt x="202543" y="916119"/>
                  </a:lnTo>
                  <a:lnTo>
                    <a:pt x="202554" y="916126"/>
                  </a:lnTo>
                  <a:lnTo>
                    <a:pt x="202577" y="916138"/>
                  </a:lnTo>
                  <a:lnTo>
                    <a:pt x="202584" y="916143"/>
                  </a:lnTo>
                  <a:lnTo>
                    <a:pt x="202593" y="916159"/>
                  </a:lnTo>
                  <a:lnTo>
                    <a:pt x="202597" y="916176"/>
                  </a:lnTo>
                  <a:lnTo>
                    <a:pt x="202593" y="916225"/>
                  </a:lnTo>
                  <a:lnTo>
                    <a:pt x="202596" y="916271"/>
                  </a:lnTo>
                  <a:lnTo>
                    <a:pt x="202598" y="916293"/>
                  </a:lnTo>
                  <a:lnTo>
                    <a:pt x="202600" y="916371"/>
                  </a:lnTo>
                  <a:lnTo>
                    <a:pt x="202605" y="916396"/>
                  </a:lnTo>
                  <a:lnTo>
                    <a:pt x="202613" y="916418"/>
                  </a:lnTo>
                  <a:lnTo>
                    <a:pt x="202629" y="916438"/>
                  </a:lnTo>
                  <a:lnTo>
                    <a:pt x="202667" y="916467"/>
                  </a:lnTo>
                  <a:lnTo>
                    <a:pt x="202689" y="916486"/>
                  </a:lnTo>
                  <a:lnTo>
                    <a:pt x="202730" y="916517"/>
                  </a:lnTo>
                  <a:lnTo>
                    <a:pt x="202752" y="916533"/>
                  </a:lnTo>
                  <a:lnTo>
                    <a:pt x="202780" y="916543"/>
                  </a:lnTo>
                  <a:lnTo>
                    <a:pt x="202812" y="916564"/>
                  </a:lnTo>
                  <a:lnTo>
                    <a:pt x="202847" y="916588"/>
                  </a:lnTo>
                  <a:lnTo>
                    <a:pt x="202882" y="916614"/>
                  </a:lnTo>
                  <a:lnTo>
                    <a:pt x="202907" y="916618"/>
                  </a:lnTo>
                  <a:lnTo>
                    <a:pt x="202959" y="916646"/>
                  </a:lnTo>
                  <a:lnTo>
                    <a:pt x="203005" y="916664"/>
                  </a:lnTo>
                  <a:lnTo>
                    <a:pt x="203041" y="916677"/>
                  </a:lnTo>
                  <a:lnTo>
                    <a:pt x="203074" y="916692"/>
                  </a:lnTo>
                  <a:lnTo>
                    <a:pt x="203096" y="916700"/>
                  </a:lnTo>
                  <a:lnTo>
                    <a:pt x="203130" y="916722"/>
                  </a:lnTo>
                  <a:lnTo>
                    <a:pt x="203156" y="916744"/>
                  </a:lnTo>
                  <a:lnTo>
                    <a:pt x="203192" y="916766"/>
                  </a:lnTo>
                  <a:lnTo>
                    <a:pt x="203217" y="916781"/>
                  </a:lnTo>
                  <a:lnTo>
                    <a:pt x="203246" y="916800"/>
                  </a:lnTo>
                  <a:lnTo>
                    <a:pt x="203276" y="916818"/>
                  </a:lnTo>
                  <a:lnTo>
                    <a:pt x="203289" y="916844"/>
                  </a:lnTo>
                  <a:lnTo>
                    <a:pt x="203308" y="916874"/>
                  </a:lnTo>
                  <a:lnTo>
                    <a:pt x="203324" y="916905"/>
                  </a:lnTo>
                  <a:lnTo>
                    <a:pt x="203329" y="916918"/>
                  </a:lnTo>
                  <a:lnTo>
                    <a:pt x="203344" y="916937"/>
                  </a:lnTo>
                  <a:lnTo>
                    <a:pt x="203349" y="916965"/>
                  </a:lnTo>
                  <a:lnTo>
                    <a:pt x="203344" y="916995"/>
                  </a:lnTo>
                  <a:lnTo>
                    <a:pt x="203339" y="917004"/>
                  </a:lnTo>
                  <a:lnTo>
                    <a:pt x="203343" y="917024"/>
                  </a:lnTo>
                  <a:lnTo>
                    <a:pt x="203357" y="917050"/>
                  </a:lnTo>
                  <a:lnTo>
                    <a:pt x="203376" y="917085"/>
                  </a:lnTo>
                  <a:lnTo>
                    <a:pt x="203384" y="917111"/>
                  </a:lnTo>
                  <a:lnTo>
                    <a:pt x="203391" y="917141"/>
                  </a:lnTo>
                  <a:lnTo>
                    <a:pt x="203395" y="917167"/>
                  </a:lnTo>
                  <a:lnTo>
                    <a:pt x="203400" y="917183"/>
                  </a:lnTo>
                  <a:lnTo>
                    <a:pt x="203439" y="917275"/>
                  </a:lnTo>
                  <a:lnTo>
                    <a:pt x="203449" y="917294"/>
                  </a:lnTo>
                  <a:lnTo>
                    <a:pt x="203452" y="917303"/>
                  </a:lnTo>
                  <a:lnTo>
                    <a:pt x="203450" y="917325"/>
                  </a:lnTo>
                  <a:lnTo>
                    <a:pt x="203446" y="917338"/>
                  </a:lnTo>
                  <a:lnTo>
                    <a:pt x="203446" y="917344"/>
                  </a:lnTo>
                  <a:lnTo>
                    <a:pt x="203449" y="917352"/>
                  </a:lnTo>
                  <a:lnTo>
                    <a:pt x="203467" y="917369"/>
                  </a:lnTo>
                  <a:lnTo>
                    <a:pt x="203483" y="917378"/>
                  </a:lnTo>
                  <a:lnTo>
                    <a:pt x="203516" y="917398"/>
                  </a:lnTo>
                  <a:lnTo>
                    <a:pt x="203555" y="917413"/>
                  </a:lnTo>
                  <a:lnTo>
                    <a:pt x="203606" y="917422"/>
                  </a:lnTo>
                  <a:lnTo>
                    <a:pt x="203639" y="917432"/>
                  </a:lnTo>
                  <a:lnTo>
                    <a:pt x="203669" y="917446"/>
                  </a:lnTo>
                  <a:lnTo>
                    <a:pt x="203700" y="917460"/>
                  </a:lnTo>
                  <a:lnTo>
                    <a:pt x="203736" y="917473"/>
                  </a:lnTo>
                  <a:lnTo>
                    <a:pt x="203771" y="917487"/>
                  </a:lnTo>
                  <a:lnTo>
                    <a:pt x="203778" y="917494"/>
                  </a:lnTo>
                  <a:lnTo>
                    <a:pt x="203765" y="917507"/>
                  </a:lnTo>
                  <a:lnTo>
                    <a:pt x="203739" y="917550"/>
                  </a:lnTo>
                  <a:lnTo>
                    <a:pt x="203718" y="917588"/>
                  </a:lnTo>
                  <a:lnTo>
                    <a:pt x="203705" y="917616"/>
                  </a:lnTo>
                  <a:lnTo>
                    <a:pt x="203698" y="917645"/>
                  </a:lnTo>
                  <a:lnTo>
                    <a:pt x="203692" y="917676"/>
                  </a:lnTo>
                  <a:lnTo>
                    <a:pt x="203681" y="917723"/>
                  </a:lnTo>
                  <a:lnTo>
                    <a:pt x="203680" y="917744"/>
                  </a:lnTo>
                  <a:lnTo>
                    <a:pt x="203669" y="917777"/>
                  </a:lnTo>
                  <a:lnTo>
                    <a:pt x="203665" y="917792"/>
                  </a:lnTo>
                  <a:lnTo>
                    <a:pt x="203646" y="917800"/>
                  </a:lnTo>
                  <a:lnTo>
                    <a:pt x="203629" y="917814"/>
                  </a:lnTo>
                  <a:lnTo>
                    <a:pt x="203623" y="917832"/>
                  </a:lnTo>
                  <a:lnTo>
                    <a:pt x="203610" y="917883"/>
                  </a:lnTo>
                  <a:lnTo>
                    <a:pt x="203602" y="917910"/>
                  </a:lnTo>
                  <a:lnTo>
                    <a:pt x="203595" y="917931"/>
                  </a:lnTo>
                  <a:lnTo>
                    <a:pt x="203599" y="917961"/>
                  </a:lnTo>
                  <a:lnTo>
                    <a:pt x="203615" y="917992"/>
                  </a:lnTo>
                  <a:lnTo>
                    <a:pt x="203621" y="918037"/>
                  </a:lnTo>
                  <a:lnTo>
                    <a:pt x="203620" y="918097"/>
                  </a:lnTo>
                  <a:lnTo>
                    <a:pt x="203624" y="918168"/>
                  </a:lnTo>
                  <a:lnTo>
                    <a:pt x="203624" y="918200"/>
                  </a:lnTo>
                  <a:lnTo>
                    <a:pt x="203615" y="918223"/>
                  </a:lnTo>
                  <a:lnTo>
                    <a:pt x="203602" y="918255"/>
                  </a:lnTo>
                  <a:lnTo>
                    <a:pt x="203600" y="918282"/>
                  </a:lnTo>
                  <a:lnTo>
                    <a:pt x="203598" y="918309"/>
                  </a:lnTo>
                  <a:lnTo>
                    <a:pt x="203588" y="918358"/>
                  </a:lnTo>
                  <a:lnTo>
                    <a:pt x="203575" y="918403"/>
                  </a:lnTo>
                  <a:lnTo>
                    <a:pt x="203569" y="918436"/>
                  </a:lnTo>
                  <a:lnTo>
                    <a:pt x="203573" y="918474"/>
                  </a:lnTo>
                  <a:lnTo>
                    <a:pt x="203577" y="918494"/>
                  </a:lnTo>
                  <a:lnTo>
                    <a:pt x="203579" y="918520"/>
                  </a:lnTo>
                  <a:lnTo>
                    <a:pt x="203573" y="918527"/>
                  </a:lnTo>
                  <a:lnTo>
                    <a:pt x="203562" y="918540"/>
                  </a:lnTo>
                  <a:lnTo>
                    <a:pt x="203541" y="918564"/>
                  </a:lnTo>
                  <a:lnTo>
                    <a:pt x="203507" y="918599"/>
                  </a:lnTo>
                  <a:lnTo>
                    <a:pt x="203492" y="918622"/>
                  </a:lnTo>
                  <a:lnTo>
                    <a:pt x="203485" y="918648"/>
                  </a:lnTo>
                  <a:lnTo>
                    <a:pt x="203485" y="918667"/>
                  </a:lnTo>
                  <a:lnTo>
                    <a:pt x="203489" y="918713"/>
                  </a:lnTo>
                  <a:lnTo>
                    <a:pt x="203493" y="918756"/>
                  </a:lnTo>
                  <a:lnTo>
                    <a:pt x="203486" y="918796"/>
                  </a:lnTo>
                  <a:lnTo>
                    <a:pt x="203463" y="918838"/>
                  </a:lnTo>
                  <a:lnTo>
                    <a:pt x="203441" y="918869"/>
                  </a:lnTo>
                  <a:lnTo>
                    <a:pt x="203403" y="918910"/>
                  </a:lnTo>
                  <a:lnTo>
                    <a:pt x="203368" y="918942"/>
                  </a:lnTo>
                  <a:lnTo>
                    <a:pt x="203353" y="918954"/>
                  </a:lnTo>
                  <a:lnTo>
                    <a:pt x="203331" y="918982"/>
                  </a:lnTo>
                  <a:lnTo>
                    <a:pt x="203311" y="919009"/>
                  </a:lnTo>
                  <a:lnTo>
                    <a:pt x="203287" y="919023"/>
                  </a:lnTo>
                  <a:lnTo>
                    <a:pt x="203264" y="919039"/>
                  </a:lnTo>
                  <a:lnTo>
                    <a:pt x="203229" y="919055"/>
                  </a:lnTo>
                  <a:lnTo>
                    <a:pt x="203195" y="919066"/>
                  </a:lnTo>
                  <a:lnTo>
                    <a:pt x="203141" y="919093"/>
                  </a:lnTo>
                  <a:lnTo>
                    <a:pt x="203102" y="919107"/>
                  </a:lnTo>
                  <a:lnTo>
                    <a:pt x="203065" y="919114"/>
                  </a:lnTo>
                  <a:lnTo>
                    <a:pt x="203026" y="919109"/>
                  </a:lnTo>
                  <a:lnTo>
                    <a:pt x="203001" y="919100"/>
                  </a:lnTo>
                  <a:lnTo>
                    <a:pt x="202963" y="919081"/>
                  </a:lnTo>
                  <a:lnTo>
                    <a:pt x="202945" y="919072"/>
                  </a:lnTo>
                  <a:lnTo>
                    <a:pt x="202935" y="919074"/>
                  </a:lnTo>
                  <a:lnTo>
                    <a:pt x="202929" y="919080"/>
                  </a:lnTo>
                  <a:lnTo>
                    <a:pt x="202938" y="919122"/>
                  </a:lnTo>
                  <a:lnTo>
                    <a:pt x="202958" y="919180"/>
                  </a:lnTo>
                  <a:lnTo>
                    <a:pt x="202964" y="919246"/>
                  </a:lnTo>
                  <a:lnTo>
                    <a:pt x="202973" y="919313"/>
                  </a:lnTo>
                  <a:lnTo>
                    <a:pt x="202975" y="919352"/>
                  </a:lnTo>
                  <a:lnTo>
                    <a:pt x="202969" y="919371"/>
                  </a:lnTo>
                  <a:lnTo>
                    <a:pt x="202949" y="919402"/>
                  </a:lnTo>
                  <a:lnTo>
                    <a:pt x="202925" y="919431"/>
                  </a:lnTo>
                  <a:lnTo>
                    <a:pt x="202890" y="919476"/>
                  </a:lnTo>
                  <a:lnTo>
                    <a:pt x="202847" y="919528"/>
                  </a:lnTo>
                  <a:lnTo>
                    <a:pt x="202815" y="919555"/>
                  </a:lnTo>
                  <a:lnTo>
                    <a:pt x="202784" y="919594"/>
                  </a:lnTo>
                  <a:lnTo>
                    <a:pt x="202790" y="919619"/>
                  </a:lnTo>
                  <a:lnTo>
                    <a:pt x="202803" y="919654"/>
                  </a:lnTo>
                  <a:lnTo>
                    <a:pt x="202822" y="919699"/>
                  </a:lnTo>
                  <a:lnTo>
                    <a:pt x="202821" y="919728"/>
                  </a:lnTo>
                  <a:lnTo>
                    <a:pt x="202817" y="919746"/>
                  </a:lnTo>
                  <a:lnTo>
                    <a:pt x="202817" y="919753"/>
                  </a:lnTo>
                  <a:lnTo>
                    <a:pt x="202817" y="919764"/>
                  </a:lnTo>
                  <a:lnTo>
                    <a:pt x="202821" y="919776"/>
                  </a:lnTo>
                  <a:lnTo>
                    <a:pt x="202832" y="919793"/>
                  </a:lnTo>
                  <a:lnTo>
                    <a:pt x="202845" y="919807"/>
                  </a:lnTo>
                  <a:lnTo>
                    <a:pt x="202854" y="919812"/>
                  </a:lnTo>
                  <a:lnTo>
                    <a:pt x="202875" y="919827"/>
                  </a:lnTo>
                  <a:lnTo>
                    <a:pt x="202887" y="919852"/>
                  </a:lnTo>
                  <a:lnTo>
                    <a:pt x="202927" y="919927"/>
                  </a:lnTo>
                  <a:lnTo>
                    <a:pt x="202963" y="919999"/>
                  </a:lnTo>
                  <a:lnTo>
                    <a:pt x="202978" y="920028"/>
                  </a:lnTo>
                  <a:lnTo>
                    <a:pt x="202982" y="920043"/>
                  </a:lnTo>
                  <a:lnTo>
                    <a:pt x="202981" y="920056"/>
                  </a:lnTo>
                  <a:lnTo>
                    <a:pt x="202971" y="920068"/>
                  </a:lnTo>
                  <a:lnTo>
                    <a:pt x="202947" y="920070"/>
                  </a:lnTo>
                  <a:lnTo>
                    <a:pt x="202929" y="920062"/>
                  </a:lnTo>
                  <a:lnTo>
                    <a:pt x="202918" y="920059"/>
                  </a:lnTo>
                  <a:lnTo>
                    <a:pt x="202903" y="920053"/>
                  </a:lnTo>
                  <a:lnTo>
                    <a:pt x="202897" y="920051"/>
                  </a:lnTo>
                  <a:lnTo>
                    <a:pt x="202890" y="920052"/>
                  </a:lnTo>
                  <a:lnTo>
                    <a:pt x="202886" y="920055"/>
                  </a:lnTo>
                  <a:lnTo>
                    <a:pt x="202882" y="920061"/>
                  </a:lnTo>
                  <a:lnTo>
                    <a:pt x="202882" y="920069"/>
                  </a:lnTo>
                  <a:lnTo>
                    <a:pt x="202884" y="920076"/>
                  </a:lnTo>
                  <a:lnTo>
                    <a:pt x="202887" y="920086"/>
                  </a:lnTo>
                  <a:lnTo>
                    <a:pt x="202892" y="920093"/>
                  </a:lnTo>
                  <a:lnTo>
                    <a:pt x="202925" y="920142"/>
                  </a:lnTo>
                  <a:lnTo>
                    <a:pt x="202994" y="920238"/>
                  </a:lnTo>
                  <a:lnTo>
                    <a:pt x="203008" y="920262"/>
                  </a:lnTo>
                  <a:lnTo>
                    <a:pt x="203011" y="920301"/>
                  </a:lnTo>
                  <a:lnTo>
                    <a:pt x="203010" y="920341"/>
                  </a:lnTo>
                  <a:lnTo>
                    <a:pt x="203025" y="920384"/>
                  </a:lnTo>
                  <a:lnTo>
                    <a:pt x="203048" y="920422"/>
                  </a:lnTo>
                  <a:lnTo>
                    <a:pt x="203053" y="920443"/>
                  </a:lnTo>
                  <a:lnTo>
                    <a:pt x="203060" y="920471"/>
                  </a:lnTo>
                  <a:lnTo>
                    <a:pt x="203061" y="920483"/>
                  </a:lnTo>
                  <a:lnTo>
                    <a:pt x="203066" y="920500"/>
                  </a:lnTo>
                  <a:lnTo>
                    <a:pt x="203078" y="920512"/>
                  </a:lnTo>
                  <a:lnTo>
                    <a:pt x="203106" y="920527"/>
                  </a:lnTo>
                  <a:lnTo>
                    <a:pt x="203166" y="920578"/>
                  </a:lnTo>
                  <a:lnTo>
                    <a:pt x="203208" y="920622"/>
                  </a:lnTo>
                  <a:lnTo>
                    <a:pt x="203252" y="920666"/>
                  </a:lnTo>
                  <a:lnTo>
                    <a:pt x="203291" y="920696"/>
                  </a:lnTo>
                  <a:lnTo>
                    <a:pt x="203323" y="920748"/>
                  </a:lnTo>
                  <a:lnTo>
                    <a:pt x="203356" y="920793"/>
                  </a:lnTo>
                  <a:lnTo>
                    <a:pt x="203375" y="920843"/>
                  </a:lnTo>
                  <a:lnTo>
                    <a:pt x="203378" y="920869"/>
                  </a:lnTo>
                  <a:lnTo>
                    <a:pt x="203365" y="920880"/>
                  </a:lnTo>
                  <a:lnTo>
                    <a:pt x="203333" y="920890"/>
                  </a:lnTo>
                  <a:lnTo>
                    <a:pt x="203262" y="920926"/>
                  </a:lnTo>
                  <a:lnTo>
                    <a:pt x="203211" y="920963"/>
                  </a:lnTo>
                  <a:lnTo>
                    <a:pt x="203192" y="920982"/>
                  </a:lnTo>
                  <a:lnTo>
                    <a:pt x="203185" y="920992"/>
                  </a:lnTo>
                  <a:lnTo>
                    <a:pt x="203186" y="921000"/>
                  </a:lnTo>
                  <a:lnTo>
                    <a:pt x="203198" y="921014"/>
                  </a:lnTo>
                  <a:lnTo>
                    <a:pt x="203224" y="921040"/>
                  </a:lnTo>
                  <a:lnTo>
                    <a:pt x="203241" y="921061"/>
                  </a:lnTo>
                  <a:lnTo>
                    <a:pt x="203250" y="921148"/>
                  </a:lnTo>
                  <a:lnTo>
                    <a:pt x="203245" y="921194"/>
                  </a:lnTo>
                  <a:lnTo>
                    <a:pt x="203248" y="921238"/>
                  </a:lnTo>
                  <a:lnTo>
                    <a:pt x="203255" y="921273"/>
                  </a:lnTo>
                  <a:lnTo>
                    <a:pt x="203283" y="921314"/>
                  </a:lnTo>
                  <a:lnTo>
                    <a:pt x="203306" y="921352"/>
                  </a:lnTo>
                  <a:lnTo>
                    <a:pt x="203314" y="921379"/>
                  </a:lnTo>
                  <a:lnTo>
                    <a:pt x="203323" y="921400"/>
                  </a:lnTo>
                  <a:lnTo>
                    <a:pt x="203330" y="921441"/>
                  </a:lnTo>
                  <a:lnTo>
                    <a:pt x="203329" y="921463"/>
                  </a:lnTo>
                  <a:lnTo>
                    <a:pt x="203314" y="921490"/>
                  </a:lnTo>
                  <a:lnTo>
                    <a:pt x="203309" y="921509"/>
                  </a:lnTo>
                  <a:lnTo>
                    <a:pt x="203319" y="921533"/>
                  </a:lnTo>
                  <a:lnTo>
                    <a:pt x="203358" y="921573"/>
                  </a:lnTo>
                  <a:lnTo>
                    <a:pt x="203388" y="921610"/>
                  </a:lnTo>
                  <a:lnTo>
                    <a:pt x="203409" y="921630"/>
                  </a:lnTo>
                  <a:lnTo>
                    <a:pt x="203446" y="921659"/>
                  </a:lnTo>
                  <a:lnTo>
                    <a:pt x="203494" y="921695"/>
                  </a:lnTo>
                  <a:lnTo>
                    <a:pt x="203606" y="921805"/>
                  </a:lnTo>
                  <a:lnTo>
                    <a:pt x="203655" y="921846"/>
                  </a:lnTo>
                  <a:lnTo>
                    <a:pt x="203685" y="921876"/>
                  </a:lnTo>
                  <a:lnTo>
                    <a:pt x="203709" y="921890"/>
                  </a:lnTo>
                  <a:lnTo>
                    <a:pt x="203730" y="921905"/>
                  </a:lnTo>
                  <a:lnTo>
                    <a:pt x="203718" y="921925"/>
                  </a:lnTo>
                  <a:lnTo>
                    <a:pt x="203678" y="921977"/>
                  </a:lnTo>
                  <a:lnTo>
                    <a:pt x="203642" y="922023"/>
                  </a:lnTo>
                  <a:lnTo>
                    <a:pt x="203631" y="922058"/>
                  </a:lnTo>
                  <a:lnTo>
                    <a:pt x="203627" y="922068"/>
                  </a:lnTo>
                  <a:lnTo>
                    <a:pt x="203619" y="922089"/>
                  </a:lnTo>
                  <a:lnTo>
                    <a:pt x="203619" y="922100"/>
                  </a:lnTo>
                  <a:lnTo>
                    <a:pt x="203618" y="922107"/>
                  </a:lnTo>
                  <a:lnTo>
                    <a:pt x="203622" y="922117"/>
                  </a:lnTo>
                  <a:lnTo>
                    <a:pt x="203641" y="922152"/>
                  </a:lnTo>
                  <a:lnTo>
                    <a:pt x="203663" y="922206"/>
                  </a:lnTo>
                  <a:lnTo>
                    <a:pt x="203675" y="922240"/>
                  </a:lnTo>
                  <a:lnTo>
                    <a:pt x="203676" y="922329"/>
                  </a:lnTo>
                  <a:lnTo>
                    <a:pt x="203689" y="922388"/>
                  </a:lnTo>
                  <a:lnTo>
                    <a:pt x="203702" y="922431"/>
                  </a:lnTo>
                  <a:lnTo>
                    <a:pt x="203702" y="922485"/>
                  </a:lnTo>
                  <a:lnTo>
                    <a:pt x="203693" y="922515"/>
                  </a:lnTo>
                  <a:lnTo>
                    <a:pt x="203676" y="922561"/>
                  </a:lnTo>
                  <a:lnTo>
                    <a:pt x="203668" y="922571"/>
                  </a:lnTo>
                  <a:lnTo>
                    <a:pt x="203660" y="922581"/>
                  </a:lnTo>
                  <a:lnTo>
                    <a:pt x="203658" y="922587"/>
                  </a:lnTo>
                  <a:lnTo>
                    <a:pt x="203654" y="922600"/>
                  </a:lnTo>
                  <a:lnTo>
                    <a:pt x="203642" y="922633"/>
                  </a:lnTo>
                  <a:lnTo>
                    <a:pt x="203633" y="922667"/>
                  </a:lnTo>
                  <a:lnTo>
                    <a:pt x="203632" y="922694"/>
                  </a:lnTo>
                  <a:lnTo>
                    <a:pt x="203636" y="922710"/>
                  </a:lnTo>
                  <a:lnTo>
                    <a:pt x="203652" y="922731"/>
                  </a:lnTo>
                  <a:lnTo>
                    <a:pt x="203668" y="922756"/>
                  </a:lnTo>
                  <a:lnTo>
                    <a:pt x="203669" y="922770"/>
                  </a:lnTo>
                  <a:lnTo>
                    <a:pt x="203660" y="922799"/>
                  </a:lnTo>
                  <a:lnTo>
                    <a:pt x="203653" y="922813"/>
                  </a:lnTo>
                  <a:lnTo>
                    <a:pt x="203647" y="922847"/>
                  </a:lnTo>
                  <a:lnTo>
                    <a:pt x="203647" y="922870"/>
                  </a:lnTo>
                  <a:lnTo>
                    <a:pt x="203659" y="922910"/>
                  </a:lnTo>
                  <a:lnTo>
                    <a:pt x="203673" y="922945"/>
                  </a:lnTo>
                  <a:lnTo>
                    <a:pt x="203703" y="923021"/>
                  </a:lnTo>
                  <a:lnTo>
                    <a:pt x="203705" y="923042"/>
                  </a:lnTo>
                  <a:lnTo>
                    <a:pt x="203708" y="923105"/>
                  </a:lnTo>
                  <a:lnTo>
                    <a:pt x="203711" y="923120"/>
                  </a:lnTo>
                  <a:lnTo>
                    <a:pt x="203723" y="923150"/>
                  </a:lnTo>
                  <a:lnTo>
                    <a:pt x="203741" y="923176"/>
                  </a:lnTo>
                  <a:lnTo>
                    <a:pt x="203770" y="923201"/>
                  </a:lnTo>
                  <a:lnTo>
                    <a:pt x="203784" y="923213"/>
                  </a:lnTo>
                  <a:lnTo>
                    <a:pt x="203786" y="923231"/>
                  </a:lnTo>
                  <a:lnTo>
                    <a:pt x="203772" y="923261"/>
                  </a:lnTo>
                  <a:lnTo>
                    <a:pt x="203764" y="923307"/>
                  </a:lnTo>
                  <a:lnTo>
                    <a:pt x="203760" y="923339"/>
                  </a:lnTo>
                  <a:lnTo>
                    <a:pt x="203754" y="923383"/>
                  </a:lnTo>
                  <a:lnTo>
                    <a:pt x="203741" y="923412"/>
                  </a:lnTo>
                  <a:lnTo>
                    <a:pt x="203724" y="923450"/>
                  </a:lnTo>
                  <a:lnTo>
                    <a:pt x="203703" y="923482"/>
                  </a:lnTo>
                  <a:lnTo>
                    <a:pt x="203677" y="923522"/>
                  </a:lnTo>
                  <a:lnTo>
                    <a:pt x="203682" y="923531"/>
                  </a:lnTo>
                  <a:lnTo>
                    <a:pt x="203708" y="923537"/>
                  </a:lnTo>
                  <a:lnTo>
                    <a:pt x="203759" y="923545"/>
                  </a:lnTo>
                  <a:lnTo>
                    <a:pt x="203797" y="923552"/>
                  </a:lnTo>
                  <a:lnTo>
                    <a:pt x="203859" y="923556"/>
                  </a:lnTo>
                  <a:lnTo>
                    <a:pt x="203895" y="923554"/>
                  </a:lnTo>
                  <a:lnTo>
                    <a:pt x="203940" y="923556"/>
                  </a:lnTo>
                  <a:lnTo>
                    <a:pt x="203978" y="923567"/>
                  </a:lnTo>
                  <a:lnTo>
                    <a:pt x="204024" y="923584"/>
                  </a:lnTo>
                  <a:lnTo>
                    <a:pt x="204074" y="923596"/>
                  </a:lnTo>
                  <a:lnTo>
                    <a:pt x="204130" y="923602"/>
                  </a:lnTo>
                  <a:lnTo>
                    <a:pt x="204160" y="923605"/>
                  </a:lnTo>
                  <a:lnTo>
                    <a:pt x="204175" y="923614"/>
                  </a:lnTo>
                  <a:lnTo>
                    <a:pt x="204196" y="923634"/>
                  </a:lnTo>
                  <a:lnTo>
                    <a:pt x="204212" y="923645"/>
                  </a:lnTo>
                  <a:lnTo>
                    <a:pt x="204237" y="923648"/>
                  </a:lnTo>
                  <a:lnTo>
                    <a:pt x="204275" y="923646"/>
                  </a:lnTo>
                  <a:lnTo>
                    <a:pt x="204284" y="923658"/>
                  </a:lnTo>
                  <a:lnTo>
                    <a:pt x="204306" y="923677"/>
                  </a:lnTo>
                  <a:lnTo>
                    <a:pt x="204328" y="923702"/>
                  </a:lnTo>
                  <a:lnTo>
                    <a:pt x="204334" y="923718"/>
                  </a:lnTo>
                  <a:lnTo>
                    <a:pt x="204330" y="923738"/>
                  </a:lnTo>
                  <a:lnTo>
                    <a:pt x="204327" y="923769"/>
                  </a:lnTo>
                  <a:lnTo>
                    <a:pt x="204327" y="923795"/>
                  </a:lnTo>
                  <a:lnTo>
                    <a:pt x="204334" y="923820"/>
                  </a:lnTo>
                  <a:lnTo>
                    <a:pt x="204351" y="923848"/>
                  </a:lnTo>
                  <a:lnTo>
                    <a:pt x="204367" y="923867"/>
                  </a:lnTo>
                  <a:lnTo>
                    <a:pt x="204384" y="923882"/>
                  </a:lnTo>
                  <a:lnTo>
                    <a:pt x="204397" y="923895"/>
                  </a:lnTo>
                  <a:lnTo>
                    <a:pt x="204410" y="923917"/>
                  </a:lnTo>
                  <a:lnTo>
                    <a:pt x="204418" y="923958"/>
                  </a:lnTo>
                  <a:lnTo>
                    <a:pt x="204426" y="924014"/>
                  </a:lnTo>
                  <a:lnTo>
                    <a:pt x="204425" y="924037"/>
                  </a:lnTo>
                  <a:lnTo>
                    <a:pt x="204416" y="924060"/>
                  </a:lnTo>
                  <a:lnTo>
                    <a:pt x="204401" y="924089"/>
                  </a:lnTo>
                  <a:lnTo>
                    <a:pt x="204388" y="924116"/>
                  </a:lnTo>
                  <a:lnTo>
                    <a:pt x="204385" y="924139"/>
                  </a:lnTo>
                  <a:lnTo>
                    <a:pt x="204396" y="924156"/>
                  </a:lnTo>
                  <a:lnTo>
                    <a:pt x="204422" y="924183"/>
                  </a:lnTo>
                  <a:lnTo>
                    <a:pt x="204448" y="924212"/>
                  </a:lnTo>
                  <a:lnTo>
                    <a:pt x="204469" y="924242"/>
                  </a:lnTo>
                  <a:lnTo>
                    <a:pt x="204487" y="924262"/>
                  </a:lnTo>
                  <a:lnTo>
                    <a:pt x="204494" y="924276"/>
                  </a:lnTo>
                  <a:lnTo>
                    <a:pt x="204510" y="924292"/>
                  </a:lnTo>
                  <a:lnTo>
                    <a:pt x="204526" y="924316"/>
                  </a:lnTo>
                  <a:lnTo>
                    <a:pt x="204532" y="924327"/>
                  </a:lnTo>
                  <a:lnTo>
                    <a:pt x="204558" y="924379"/>
                  </a:lnTo>
                  <a:lnTo>
                    <a:pt x="204563" y="924405"/>
                  </a:lnTo>
                  <a:lnTo>
                    <a:pt x="204570" y="924434"/>
                  </a:lnTo>
                  <a:lnTo>
                    <a:pt x="204572" y="924458"/>
                  </a:lnTo>
                  <a:lnTo>
                    <a:pt x="204566" y="924488"/>
                  </a:lnTo>
                  <a:lnTo>
                    <a:pt x="204563" y="924506"/>
                  </a:lnTo>
                  <a:lnTo>
                    <a:pt x="204566" y="924522"/>
                  </a:lnTo>
                  <a:lnTo>
                    <a:pt x="204569" y="924536"/>
                  </a:lnTo>
                  <a:lnTo>
                    <a:pt x="204584" y="924557"/>
                  </a:lnTo>
                  <a:lnTo>
                    <a:pt x="204602" y="924580"/>
                  </a:lnTo>
                  <a:lnTo>
                    <a:pt x="204612" y="924597"/>
                  </a:lnTo>
                  <a:lnTo>
                    <a:pt x="204657" y="924700"/>
                  </a:lnTo>
                  <a:lnTo>
                    <a:pt x="204678" y="924727"/>
                  </a:lnTo>
                  <a:lnTo>
                    <a:pt x="204689" y="924762"/>
                  </a:lnTo>
                  <a:lnTo>
                    <a:pt x="204705" y="924808"/>
                  </a:lnTo>
                  <a:lnTo>
                    <a:pt x="204719" y="924852"/>
                  </a:lnTo>
                  <a:lnTo>
                    <a:pt x="204737" y="924890"/>
                  </a:lnTo>
                  <a:lnTo>
                    <a:pt x="204743" y="924934"/>
                  </a:lnTo>
                  <a:lnTo>
                    <a:pt x="204744" y="924989"/>
                  </a:lnTo>
                  <a:lnTo>
                    <a:pt x="204738" y="925029"/>
                  </a:lnTo>
                  <a:lnTo>
                    <a:pt x="204727" y="925077"/>
                  </a:lnTo>
                  <a:lnTo>
                    <a:pt x="204731" y="925098"/>
                  </a:lnTo>
                  <a:lnTo>
                    <a:pt x="204741" y="925132"/>
                  </a:lnTo>
                  <a:lnTo>
                    <a:pt x="204755" y="925163"/>
                  </a:lnTo>
                  <a:lnTo>
                    <a:pt x="204780" y="925186"/>
                  </a:lnTo>
                  <a:lnTo>
                    <a:pt x="204793" y="925207"/>
                  </a:lnTo>
                  <a:lnTo>
                    <a:pt x="204801" y="925266"/>
                  </a:lnTo>
                  <a:lnTo>
                    <a:pt x="204806" y="925300"/>
                  </a:lnTo>
                  <a:lnTo>
                    <a:pt x="204818" y="925324"/>
                  </a:lnTo>
                  <a:lnTo>
                    <a:pt x="204840" y="925342"/>
                  </a:lnTo>
                  <a:lnTo>
                    <a:pt x="204871" y="925369"/>
                  </a:lnTo>
                  <a:lnTo>
                    <a:pt x="204914" y="925402"/>
                  </a:lnTo>
                  <a:lnTo>
                    <a:pt x="204944" y="925435"/>
                  </a:lnTo>
                  <a:lnTo>
                    <a:pt x="204975" y="925470"/>
                  </a:lnTo>
                  <a:lnTo>
                    <a:pt x="204999" y="925495"/>
                  </a:lnTo>
                  <a:lnTo>
                    <a:pt x="205018" y="925506"/>
                  </a:lnTo>
                  <a:lnTo>
                    <a:pt x="205043" y="925515"/>
                  </a:lnTo>
                  <a:lnTo>
                    <a:pt x="205068" y="925526"/>
                  </a:lnTo>
                  <a:lnTo>
                    <a:pt x="205082" y="925543"/>
                  </a:lnTo>
                  <a:lnTo>
                    <a:pt x="205096" y="925560"/>
                  </a:lnTo>
                  <a:lnTo>
                    <a:pt x="205100" y="925584"/>
                  </a:lnTo>
                  <a:lnTo>
                    <a:pt x="205101" y="925599"/>
                  </a:lnTo>
                  <a:lnTo>
                    <a:pt x="205105" y="925606"/>
                  </a:lnTo>
                  <a:lnTo>
                    <a:pt x="205126" y="925600"/>
                  </a:lnTo>
                  <a:lnTo>
                    <a:pt x="205150" y="925585"/>
                  </a:lnTo>
                  <a:lnTo>
                    <a:pt x="205180" y="925572"/>
                  </a:lnTo>
                  <a:lnTo>
                    <a:pt x="205205" y="925570"/>
                  </a:lnTo>
                  <a:lnTo>
                    <a:pt x="205229" y="925580"/>
                  </a:lnTo>
                  <a:lnTo>
                    <a:pt x="205256" y="925601"/>
                  </a:lnTo>
                  <a:lnTo>
                    <a:pt x="205271" y="925615"/>
                  </a:lnTo>
                  <a:lnTo>
                    <a:pt x="205295" y="925633"/>
                  </a:lnTo>
                  <a:lnTo>
                    <a:pt x="205324" y="925669"/>
                  </a:lnTo>
                  <a:lnTo>
                    <a:pt x="205329" y="925680"/>
                  </a:lnTo>
                  <a:lnTo>
                    <a:pt x="205348" y="925690"/>
                  </a:lnTo>
                  <a:lnTo>
                    <a:pt x="205372" y="925704"/>
                  </a:lnTo>
                  <a:lnTo>
                    <a:pt x="205410" y="925717"/>
                  </a:lnTo>
                  <a:lnTo>
                    <a:pt x="205449" y="925721"/>
                  </a:lnTo>
                  <a:lnTo>
                    <a:pt x="205505" y="925725"/>
                  </a:lnTo>
                  <a:lnTo>
                    <a:pt x="205539" y="925728"/>
                  </a:lnTo>
                  <a:lnTo>
                    <a:pt x="205567" y="925736"/>
                  </a:lnTo>
                  <a:lnTo>
                    <a:pt x="205597" y="925737"/>
                  </a:lnTo>
                  <a:lnTo>
                    <a:pt x="205655" y="925739"/>
                  </a:lnTo>
                  <a:lnTo>
                    <a:pt x="205690" y="925741"/>
                  </a:lnTo>
                  <a:lnTo>
                    <a:pt x="205702" y="925746"/>
                  </a:lnTo>
                  <a:lnTo>
                    <a:pt x="205710" y="925761"/>
                  </a:lnTo>
                  <a:lnTo>
                    <a:pt x="205726" y="925784"/>
                  </a:lnTo>
                  <a:lnTo>
                    <a:pt x="205737" y="925812"/>
                  </a:lnTo>
                  <a:lnTo>
                    <a:pt x="205746" y="925845"/>
                  </a:lnTo>
                  <a:lnTo>
                    <a:pt x="205758" y="925880"/>
                  </a:lnTo>
                  <a:lnTo>
                    <a:pt x="205777" y="925918"/>
                  </a:lnTo>
                  <a:lnTo>
                    <a:pt x="205787" y="925947"/>
                  </a:lnTo>
                  <a:lnTo>
                    <a:pt x="205787" y="925970"/>
                  </a:lnTo>
                  <a:lnTo>
                    <a:pt x="205780" y="925992"/>
                  </a:lnTo>
                  <a:lnTo>
                    <a:pt x="205761" y="926026"/>
                  </a:lnTo>
                  <a:lnTo>
                    <a:pt x="205750" y="926067"/>
                  </a:lnTo>
                  <a:lnTo>
                    <a:pt x="205744" y="926087"/>
                  </a:lnTo>
                  <a:lnTo>
                    <a:pt x="205744" y="926127"/>
                  </a:lnTo>
                  <a:lnTo>
                    <a:pt x="205752" y="926153"/>
                  </a:lnTo>
                  <a:lnTo>
                    <a:pt x="205781" y="926212"/>
                  </a:lnTo>
                  <a:lnTo>
                    <a:pt x="205804" y="926239"/>
                  </a:lnTo>
                  <a:lnTo>
                    <a:pt x="205825" y="926263"/>
                  </a:lnTo>
                  <a:lnTo>
                    <a:pt x="205848" y="926287"/>
                  </a:lnTo>
                  <a:lnTo>
                    <a:pt x="205869" y="926316"/>
                  </a:lnTo>
                  <a:lnTo>
                    <a:pt x="205894" y="926330"/>
                  </a:lnTo>
                  <a:lnTo>
                    <a:pt x="205910" y="926343"/>
                  </a:lnTo>
                  <a:lnTo>
                    <a:pt x="205932" y="926378"/>
                  </a:lnTo>
                  <a:lnTo>
                    <a:pt x="205955" y="926407"/>
                  </a:lnTo>
                  <a:lnTo>
                    <a:pt x="205980" y="926430"/>
                  </a:lnTo>
                  <a:lnTo>
                    <a:pt x="206000" y="926442"/>
                  </a:lnTo>
                  <a:lnTo>
                    <a:pt x="206025" y="926454"/>
                  </a:lnTo>
                  <a:lnTo>
                    <a:pt x="206066" y="926465"/>
                  </a:lnTo>
                  <a:lnTo>
                    <a:pt x="206099" y="926480"/>
                  </a:lnTo>
                  <a:lnTo>
                    <a:pt x="206141" y="926502"/>
                  </a:lnTo>
                  <a:lnTo>
                    <a:pt x="206153" y="926506"/>
                  </a:lnTo>
                  <a:lnTo>
                    <a:pt x="206167" y="926498"/>
                  </a:lnTo>
                  <a:lnTo>
                    <a:pt x="206180" y="926484"/>
                  </a:lnTo>
                  <a:lnTo>
                    <a:pt x="206201" y="926470"/>
                  </a:lnTo>
                  <a:lnTo>
                    <a:pt x="206235" y="926455"/>
                  </a:lnTo>
                  <a:lnTo>
                    <a:pt x="206254" y="926437"/>
                  </a:lnTo>
                  <a:lnTo>
                    <a:pt x="206289" y="926418"/>
                  </a:lnTo>
                  <a:lnTo>
                    <a:pt x="206317" y="926407"/>
                  </a:lnTo>
                  <a:lnTo>
                    <a:pt x="206341" y="926395"/>
                  </a:lnTo>
                  <a:lnTo>
                    <a:pt x="206370" y="926390"/>
                  </a:lnTo>
                  <a:lnTo>
                    <a:pt x="206405" y="926391"/>
                  </a:lnTo>
                  <a:lnTo>
                    <a:pt x="206426" y="926393"/>
                  </a:lnTo>
                  <a:lnTo>
                    <a:pt x="206452" y="926400"/>
                  </a:lnTo>
                  <a:lnTo>
                    <a:pt x="206470" y="926400"/>
                  </a:lnTo>
                  <a:lnTo>
                    <a:pt x="206482" y="926397"/>
                  </a:lnTo>
                  <a:lnTo>
                    <a:pt x="206505" y="926386"/>
                  </a:lnTo>
                  <a:lnTo>
                    <a:pt x="206529" y="926371"/>
                  </a:lnTo>
                  <a:lnTo>
                    <a:pt x="206552" y="926361"/>
                  </a:lnTo>
                  <a:lnTo>
                    <a:pt x="206570" y="926356"/>
                  </a:lnTo>
                  <a:lnTo>
                    <a:pt x="206640" y="926338"/>
                  </a:lnTo>
                  <a:lnTo>
                    <a:pt x="206679" y="926336"/>
                  </a:lnTo>
                  <a:lnTo>
                    <a:pt x="206715" y="926348"/>
                  </a:lnTo>
                  <a:lnTo>
                    <a:pt x="206746" y="926369"/>
                  </a:lnTo>
                  <a:lnTo>
                    <a:pt x="206791" y="926382"/>
                  </a:lnTo>
                  <a:lnTo>
                    <a:pt x="206827" y="926386"/>
                  </a:lnTo>
                  <a:lnTo>
                    <a:pt x="206864" y="926384"/>
                  </a:lnTo>
                  <a:lnTo>
                    <a:pt x="206903" y="926381"/>
                  </a:lnTo>
                  <a:lnTo>
                    <a:pt x="206984" y="926384"/>
                  </a:lnTo>
                  <a:lnTo>
                    <a:pt x="207042" y="926380"/>
                  </a:lnTo>
                  <a:lnTo>
                    <a:pt x="207092" y="926373"/>
                  </a:lnTo>
                  <a:lnTo>
                    <a:pt x="207119" y="926368"/>
                  </a:lnTo>
                  <a:lnTo>
                    <a:pt x="207126" y="926371"/>
                  </a:lnTo>
                  <a:lnTo>
                    <a:pt x="207139" y="926389"/>
                  </a:lnTo>
                  <a:lnTo>
                    <a:pt x="207171" y="926426"/>
                  </a:lnTo>
                  <a:lnTo>
                    <a:pt x="207205" y="926462"/>
                  </a:lnTo>
                  <a:lnTo>
                    <a:pt x="207236" y="926503"/>
                  </a:lnTo>
                  <a:lnTo>
                    <a:pt x="207271" y="926569"/>
                  </a:lnTo>
                  <a:lnTo>
                    <a:pt x="207293" y="926604"/>
                  </a:lnTo>
                  <a:lnTo>
                    <a:pt x="207302" y="926617"/>
                  </a:lnTo>
                  <a:lnTo>
                    <a:pt x="207300" y="926633"/>
                  </a:lnTo>
                  <a:lnTo>
                    <a:pt x="207301" y="926647"/>
                  </a:lnTo>
                  <a:lnTo>
                    <a:pt x="207308" y="926668"/>
                  </a:lnTo>
                  <a:lnTo>
                    <a:pt x="207324" y="926700"/>
                  </a:lnTo>
                  <a:lnTo>
                    <a:pt x="207340" y="926732"/>
                  </a:lnTo>
                  <a:lnTo>
                    <a:pt x="207367" y="926766"/>
                  </a:lnTo>
                  <a:lnTo>
                    <a:pt x="207391" y="926802"/>
                  </a:lnTo>
                  <a:lnTo>
                    <a:pt x="207404" y="926821"/>
                  </a:lnTo>
                  <a:lnTo>
                    <a:pt x="207418" y="926842"/>
                  </a:lnTo>
                  <a:lnTo>
                    <a:pt x="207436" y="926864"/>
                  </a:lnTo>
                  <a:lnTo>
                    <a:pt x="207446" y="926880"/>
                  </a:lnTo>
                  <a:lnTo>
                    <a:pt x="207456" y="926898"/>
                  </a:lnTo>
                  <a:lnTo>
                    <a:pt x="207486" y="926917"/>
                  </a:lnTo>
                  <a:lnTo>
                    <a:pt x="207521" y="926941"/>
                  </a:lnTo>
                  <a:lnTo>
                    <a:pt x="207540" y="926962"/>
                  </a:lnTo>
                  <a:lnTo>
                    <a:pt x="207565" y="926986"/>
                  </a:lnTo>
                  <a:lnTo>
                    <a:pt x="207579" y="927005"/>
                  </a:lnTo>
                  <a:lnTo>
                    <a:pt x="207598" y="927023"/>
                  </a:lnTo>
                  <a:lnTo>
                    <a:pt x="207617" y="927041"/>
                  </a:lnTo>
                  <a:lnTo>
                    <a:pt x="207631" y="927050"/>
                  </a:lnTo>
                  <a:lnTo>
                    <a:pt x="207660" y="927050"/>
                  </a:lnTo>
                  <a:lnTo>
                    <a:pt x="207743" y="927050"/>
                  </a:lnTo>
                  <a:lnTo>
                    <a:pt x="207791" y="927042"/>
                  </a:lnTo>
                  <a:lnTo>
                    <a:pt x="207888" y="927011"/>
                  </a:lnTo>
                  <a:lnTo>
                    <a:pt x="207928" y="926995"/>
                  </a:lnTo>
                  <a:lnTo>
                    <a:pt x="207978" y="926975"/>
                  </a:lnTo>
                  <a:lnTo>
                    <a:pt x="208004" y="926960"/>
                  </a:lnTo>
                  <a:lnTo>
                    <a:pt x="208021" y="926950"/>
                  </a:lnTo>
                  <a:lnTo>
                    <a:pt x="208037" y="926944"/>
                  </a:lnTo>
                  <a:lnTo>
                    <a:pt x="208052" y="926954"/>
                  </a:lnTo>
                  <a:lnTo>
                    <a:pt x="208082" y="926984"/>
                  </a:lnTo>
                  <a:lnTo>
                    <a:pt x="208109" y="927011"/>
                  </a:lnTo>
                  <a:lnTo>
                    <a:pt x="208123" y="927035"/>
                  </a:lnTo>
                  <a:lnTo>
                    <a:pt x="208137" y="927059"/>
                  </a:lnTo>
                  <a:lnTo>
                    <a:pt x="208149" y="927084"/>
                  </a:lnTo>
                  <a:lnTo>
                    <a:pt x="208156" y="927120"/>
                  </a:lnTo>
                  <a:lnTo>
                    <a:pt x="208156" y="927142"/>
                  </a:lnTo>
                  <a:lnTo>
                    <a:pt x="208158" y="927175"/>
                  </a:lnTo>
                  <a:lnTo>
                    <a:pt x="208166" y="927192"/>
                  </a:lnTo>
                  <a:lnTo>
                    <a:pt x="208195" y="927199"/>
                  </a:lnTo>
                  <a:lnTo>
                    <a:pt x="208259" y="927198"/>
                  </a:lnTo>
                  <a:lnTo>
                    <a:pt x="208302" y="927201"/>
                  </a:lnTo>
                  <a:lnTo>
                    <a:pt x="208339" y="927201"/>
                  </a:lnTo>
                  <a:lnTo>
                    <a:pt x="208373" y="927195"/>
                  </a:lnTo>
                  <a:lnTo>
                    <a:pt x="208395" y="927200"/>
                  </a:lnTo>
                  <a:lnTo>
                    <a:pt x="208419" y="927214"/>
                  </a:lnTo>
                  <a:lnTo>
                    <a:pt x="208438" y="927235"/>
                  </a:lnTo>
                  <a:lnTo>
                    <a:pt x="208452" y="927262"/>
                  </a:lnTo>
                  <a:lnTo>
                    <a:pt x="208463" y="927283"/>
                  </a:lnTo>
                  <a:lnTo>
                    <a:pt x="208477" y="927309"/>
                  </a:lnTo>
                  <a:lnTo>
                    <a:pt x="208496" y="927337"/>
                  </a:lnTo>
                  <a:lnTo>
                    <a:pt x="208507" y="927357"/>
                  </a:lnTo>
                  <a:lnTo>
                    <a:pt x="208527" y="927396"/>
                  </a:lnTo>
                  <a:lnTo>
                    <a:pt x="208542" y="927424"/>
                  </a:lnTo>
                  <a:lnTo>
                    <a:pt x="208553" y="927433"/>
                  </a:lnTo>
                  <a:lnTo>
                    <a:pt x="208555" y="927440"/>
                  </a:lnTo>
                  <a:lnTo>
                    <a:pt x="208539" y="927456"/>
                  </a:lnTo>
                  <a:lnTo>
                    <a:pt x="208517" y="927484"/>
                  </a:lnTo>
                  <a:lnTo>
                    <a:pt x="208492" y="927508"/>
                  </a:lnTo>
                  <a:lnTo>
                    <a:pt x="208445" y="927547"/>
                  </a:lnTo>
                  <a:lnTo>
                    <a:pt x="208429" y="927564"/>
                  </a:lnTo>
                  <a:lnTo>
                    <a:pt x="208423" y="927590"/>
                  </a:lnTo>
                  <a:lnTo>
                    <a:pt x="208420" y="927612"/>
                  </a:lnTo>
                  <a:lnTo>
                    <a:pt x="208417" y="927642"/>
                  </a:lnTo>
                  <a:lnTo>
                    <a:pt x="208415" y="927682"/>
                  </a:lnTo>
                  <a:lnTo>
                    <a:pt x="208411" y="927736"/>
                  </a:lnTo>
                  <a:lnTo>
                    <a:pt x="208405" y="927762"/>
                  </a:lnTo>
                  <a:lnTo>
                    <a:pt x="208402" y="927781"/>
                  </a:lnTo>
                  <a:lnTo>
                    <a:pt x="208392" y="927797"/>
                  </a:lnTo>
                  <a:lnTo>
                    <a:pt x="208384" y="927806"/>
                  </a:lnTo>
                  <a:lnTo>
                    <a:pt x="208399" y="927814"/>
                  </a:lnTo>
                  <a:lnTo>
                    <a:pt x="208425" y="927820"/>
                  </a:lnTo>
                  <a:lnTo>
                    <a:pt x="208462" y="927837"/>
                  </a:lnTo>
                  <a:lnTo>
                    <a:pt x="208501" y="927861"/>
                  </a:lnTo>
                  <a:lnTo>
                    <a:pt x="208540" y="927889"/>
                  </a:lnTo>
                  <a:lnTo>
                    <a:pt x="208560" y="927912"/>
                  </a:lnTo>
                  <a:lnTo>
                    <a:pt x="208573" y="927928"/>
                  </a:lnTo>
                  <a:lnTo>
                    <a:pt x="208577" y="927940"/>
                  </a:lnTo>
                  <a:lnTo>
                    <a:pt x="208581" y="927974"/>
                  </a:lnTo>
                  <a:lnTo>
                    <a:pt x="208584" y="927994"/>
                  </a:lnTo>
                  <a:lnTo>
                    <a:pt x="208580" y="928032"/>
                  </a:lnTo>
                  <a:lnTo>
                    <a:pt x="208583" y="928067"/>
                  </a:lnTo>
                  <a:lnTo>
                    <a:pt x="208587" y="928078"/>
                  </a:lnTo>
                  <a:lnTo>
                    <a:pt x="208599" y="928102"/>
                  </a:lnTo>
                  <a:lnTo>
                    <a:pt x="208613" y="928127"/>
                  </a:lnTo>
                  <a:lnTo>
                    <a:pt x="208625" y="928152"/>
                  </a:lnTo>
                  <a:lnTo>
                    <a:pt x="208633" y="928168"/>
                  </a:lnTo>
                  <a:lnTo>
                    <a:pt x="208660" y="928187"/>
                  </a:lnTo>
                  <a:lnTo>
                    <a:pt x="208681" y="928199"/>
                  </a:lnTo>
                  <a:lnTo>
                    <a:pt x="208736" y="928221"/>
                  </a:lnTo>
                  <a:lnTo>
                    <a:pt x="208752" y="928234"/>
                  </a:lnTo>
                  <a:lnTo>
                    <a:pt x="208779" y="928261"/>
                  </a:lnTo>
                  <a:lnTo>
                    <a:pt x="208797" y="928279"/>
                  </a:lnTo>
                  <a:lnTo>
                    <a:pt x="208807" y="928293"/>
                  </a:lnTo>
                  <a:lnTo>
                    <a:pt x="208818" y="928320"/>
                  </a:lnTo>
                  <a:lnTo>
                    <a:pt x="208830" y="928346"/>
                  </a:lnTo>
                  <a:lnTo>
                    <a:pt x="208843" y="928357"/>
                  </a:lnTo>
                  <a:lnTo>
                    <a:pt x="208863" y="928368"/>
                  </a:lnTo>
                  <a:lnTo>
                    <a:pt x="208908" y="928385"/>
                  </a:lnTo>
                  <a:lnTo>
                    <a:pt x="208937" y="928393"/>
                  </a:lnTo>
                  <a:lnTo>
                    <a:pt x="208956" y="928394"/>
                  </a:lnTo>
                  <a:lnTo>
                    <a:pt x="208980" y="928400"/>
                  </a:lnTo>
                  <a:lnTo>
                    <a:pt x="209006" y="928419"/>
                  </a:lnTo>
                  <a:lnTo>
                    <a:pt x="209033" y="928431"/>
                  </a:lnTo>
                  <a:lnTo>
                    <a:pt x="209091" y="928447"/>
                  </a:lnTo>
                  <a:lnTo>
                    <a:pt x="209123" y="928458"/>
                  </a:lnTo>
                  <a:lnTo>
                    <a:pt x="209164" y="928467"/>
                  </a:lnTo>
                  <a:lnTo>
                    <a:pt x="209183" y="928484"/>
                  </a:lnTo>
                  <a:lnTo>
                    <a:pt x="209217" y="928502"/>
                  </a:lnTo>
                  <a:lnTo>
                    <a:pt x="209246" y="928514"/>
                  </a:lnTo>
                  <a:lnTo>
                    <a:pt x="209303" y="928536"/>
                  </a:lnTo>
                  <a:lnTo>
                    <a:pt x="209313" y="928541"/>
                  </a:lnTo>
                  <a:lnTo>
                    <a:pt x="209329" y="928552"/>
                  </a:lnTo>
                  <a:lnTo>
                    <a:pt x="209367" y="928564"/>
                  </a:lnTo>
                  <a:lnTo>
                    <a:pt x="209390" y="928567"/>
                  </a:lnTo>
                  <a:lnTo>
                    <a:pt x="209407" y="928569"/>
                  </a:lnTo>
                  <a:lnTo>
                    <a:pt x="209421" y="928570"/>
                  </a:lnTo>
                  <a:lnTo>
                    <a:pt x="209465" y="928571"/>
                  </a:lnTo>
                  <a:lnTo>
                    <a:pt x="209486" y="928576"/>
                  </a:lnTo>
                  <a:lnTo>
                    <a:pt x="209495" y="928587"/>
                  </a:lnTo>
                  <a:lnTo>
                    <a:pt x="209508" y="928609"/>
                  </a:lnTo>
                  <a:lnTo>
                    <a:pt x="209531" y="928665"/>
                  </a:lnTo>
                  <a:lnTo>
                    <a:pt x="209563" y="928710"/>
                  </a:lnTo>
                  <a:lnTo>
                    <a:pt x="209571" y="928722"/>
                  </a:lnTo>
                  <a:lnTo>
                    <a:pt x="209572" y="928733"/>
                  </a:lnTo>
                  <a:lnTo>
                    <a:pt x="209572" y="928747"/>
                  </a:lnTo>
                  <a:lnTo>
                    <a:pt x="209573" y="928754"/>
                  </a:lnTo>
                  <a:lnTo>
                    <a:pt x="209577" y="928755"/>
                  </a:lnTo>
                  <a:lnTo>
                    <a:pt x="209598" y="928745"/>
                  </a:lnTo>
                  <a:lnTo>
                    <a:pt x="209611" y="928741"/>
                  </a:lnTo>
                  <a:lnTo>
                    <a:pt x="209642" y="928737"/>
                  </a:lnTo>
                  <a:lnTo>
                    <a:pt x="209685" y="928735"/>
                  </a:lnTo>
                  <a:lnTo>
                    <a:pt x="209718" y="928733"/>
                  </a:lnTo>
                  <a:lnTo>
                    <a:pt x="209739" y="928728"/>
                  </a:lnTo>
                  <a:lnTo>
                    <a:pt x="209743" y="928728"/>
                  </a:lnTo>
                  <a:lnTo>
                    <a:pt x="209748" y="928732"/>
                  </a:lnTo>
                  <a:lnTo>
                    <a:pt x="209768" y="928744"/>
                  </a:lnTo>
                  <a:lnTo>
                    <a:pt x="209795" y="928765"/>
                  </a:lnTo>
                  <a:lnTo>
                    <a:pt x="209835" y="928800"/>
                  </a:lnTo>
                  <a:lnTo>
                    <a:pt x="209854" y="928816"/>
                  </a:lnTo>
                  <a:lnTo>
                    <a:pt x="209862" y="928828"/>
                  </a:lnTo>
                  <a:lnTo>
                    <a:pt x="209867" y="928849"/>
                  </a:lnTo>
                  <a:lnTo>
                    <a:pt x="209862" y="928887"/>
                  </a:lnTo>
                  <a:lnTo>
                    <a:pt x="209856" y="928930"/>
                  </a:lnTo>
                  <a:lnTo>
                    <a:pt x="209860" y="928948"/>
                  </a:lnTo>
                  <a:lnTo>
                    <a:pt x="209872" y="928955"/>
                  </a:lnTo>
                  <a:lnTo>
                    <a:pt x="209892" y="928962"/>
                  </a:lnTo>
                  <a:lnTo>
                    <a:pt x="209936" y="928974"/>
                  </a:lnTo>
                  <a:lnTo>
                    <a:pt x="209956" y="928984"/>
                  </a:lnTo>
                  <a:lnTo>
                    <a:pt x="209976" y="928994"/>
                  </a:lnTo>
                  <a:lnTo>
                    <a:pt x="209993" y="929004"/>
                  </a:lnTo>
                  <a:lnTo>
                    <a:pt x="210017" y="929016"/>
                  </a:lnTo>
                  <a:lnTo>
                    <a:pt x="210039" y="929025"/>
                  </a:lnTo>
                  <a:lnTo>
                    <a:pt x="210058" y="929029"/>
                  </a:lnTo>
                  <a:lnTo>
                    <a:pt x="210074" y="929033"/>
                  </a:lnTo>
                  <a:lnTo>
                    <a:pt x="210092" y="929043"/>
                  </a:lnTo>
                  <a:lnTo>
                    <a:pt x="210110" y="929053"/>
                  </a:lnTo>
                  <a:lnTo>
                    <a:pt x="210111" y="929059"/>
                  </a:lnTo>
                  <a:lnTo>
                    <a:pt x="210113" y="929086"/>
                  </a:lnTo>
                  <a:lnTo>
                    <a:pt x="210115" y="929121"/>
                  </a:lnTo>
                  <a:lnTo>
                    <a:pt x="210119" y="929135"/>
                  </a:lnTo>
                  <a:lnTo>
                    <a:pt x="210135" y="929150"/>
                  </a:lnTo>
                  <a:lnTo>
                    <a:pt x="210153" y="929160"/>
                  </a:lnTo>
                  <a:lnTo>
                    <a:pt x="210187" y="929168"/>
                  </a:lnTo>
                  <a:lnTo>
                    <a:pt x="210235" y="929179"/>
                  </a:lnTo>
                  <a:lnTo>
                    <a:pt x="210269" y="929192"/>
                  </a:lnTo>
                  <a:lnTo>
                    <a:pt x="210312" y="929213"/>
                  </a:lnTo>
                  <a:lnTo>
                    <a:pt x="210343" y="929226"/>
                  </a:lnTo>
                  <a:lnTo>
                    <a:pt x="210372" y="929244"/>
                  </a:lnTo>
                  <a:lnTo>
                    <a:pt x="210412" y="929277"/>
                  </a:lnTo>
                  <a:lnTo>
                    <a:pt x="210439" y="929301"/>
                  </a:lnTo>
                  <a:lnTo>
                    <a:pt x="210460" y="929323"/>
                  </a:lnTo>
                  <a:lnTo>
                    <a:pt x="210481" y="929348"/>
                  </a:lnTo>
                  <a:lnTo>
                    <a:pt x="210491" y="929362"/>
                  </a:lnTo>
                  <a:lnTo>
                    <a:pt x="210493" y="929369"/>
                  </a:lnTo>
                  <a:lnTo>
                    <a:pt x="210492" y="929386"/>
                  </a:lnTo>
                  <a:lnTo>
                    <a:pt x="210492" y="929394"/>
                  </a:lnTo>
                  <a:lnTo>
                    <a:pt x="210495" y="929404"/>
                  </a:lnTo>
                  <a:lnTo>
                    <a:pt x="210505" y="929425"/>
                  </a:lnTo>
                  <a:lnTo>
                    <a:pt x="210511" y="929436"/>
                  </a:lnTo>
                  <a:lnTo>
                    <a:pt x="210530" y="929471"/>
                  </a:lnTo>
                  <a:lnTo>
                    <a:pt x="210549" y="929493"/>
                  </a:lnTo>
                  <a:lnTo>
                    <a:pt x="210575" y="929511"/>
                  </a:lnTo>
                  <a:lnTo>
                    <a:pt x="210597" y="929527"/>
                  </a:lnTo>
                  <a:lnTo>
                    <a:pt x="210634" y="929542"/>
                  </a:lnTo>
                  <a:lnTo>
                    <a:pt x="210673" y="929542"/>
                  </a:lnTo>
                  <a:lnTo>
                    <a:pt x="210678" y="929546"/>
                  </a:lnTo>
                  <a:lnTo>
                    <a:pt x="210683" y="929557"/>
                  </a:lnTo>
                  <a:lnTo>
                    <a:pt x="210686" y="929579"/>
                  </a:lnTo>
                  <a:lnTo>
                    <a:pt x="210698" y="929602"/>
                  </a:lnTo>
                  <a:lnTo>
                    <a:pt x="210717" y="929627"/>
                  </a:lnTo>
                  <a:lnTo>
                    <a:pt x="210739" y="929646"/>
                  </a:lnTo>
                  <a:lnTo>
                    <a:pt x="210763" y="929663"/>
                  </a:lnTo>
                  <a:lnTo>
                    <a:pt x="210785" y="929677"/>
                  </a:lnTo>
                  <a:lnTo>
                    <a:pt x="210810" y="929692"/>
                  </a:lnTo>
                  <a:lnTo>
                    <a:pt x="210824" y="929702"/>
                  </a:lnTo>
                  <a:lnTo>
                    <a:pt x="210847" y="929718"/>
                  </a:lnTo>
                  <a:lnTo>
                    <a:pt x="210884" y="929740"/>
                  </a:lnTo>
                  <a:lnTo>
                    <a:pt x="210915" y="929754"/>
                  </a:lnTo>
                  <a:lnTo>
                    <a:pt x="210948" y="929768"/>
                  </a:lnTo>
                  <a:lnTo>
                    <a:pt x="210972" y="929777"/>
                  </a:lnTo>
                  <a:lnTo>
                    <a:pt x="210978" y="929775"/>
                  </a:lnTo>
                  <a:lnTo>
                    <a:pt x="210988" y="929767"/>
                  </a:lnTo>
                  <a:lnTo>
                    <a:pt x="211011" y="929751"/>
                  </a:lnTo>
                  <a:lnTo>
                    <a:pt x="211047" y="929737"/>
                  </a:lnTo>
                  <a:lnTo>
                    <a:pt x="211067" y="929732"/>
                  </a:lnTo>
                  <a:lnTo>
                    <a:pt x="211098" y="929712"/>
                  </a:lnTo>
                  <a:lnTo>
                    <a:pt x="211120" y="929696"/>
                  </a:lnTo>
                  <a:lnTo>
                    <a:pt x="211139" y="929674"/>
                  </a:lnTo>
                  <a:lnTo>
                    <a:pt x="211163" y="929637"/>
                  </a:lnTo>
                  <a:lnTo>
                    <a:pt x="211183" y="929604"/>
                  </a:lnTo>
                  <a:lnTo>
                    <a:pt x="211196" y="929571"/>
                  </a:lnTo>
                  <a:lnTo>
                    <a:pt x="211228" y="929505"/>
                  </a:lnTo>
                  <a:lnTo>
                    <a:pt x="211248" y="929475"/>
                  </a:lnTo>
                  <a:lnTo>
                    <a:pt x="211272" y="929437"/>
                  </a:lnTo>
                  <a:lnTo>
                    <a:pt x="211289" y="929419"/>
                  </a:lnTo>
                  <a:lnTo>
                    <a:pt x="211300" y="929399"/>
                  </a:lnTo>
                  <a:lnTo>
                    <a:pt x="211305" y="929367"/>
                  </a:lnTo>
                  <a:lnTo>
                    <a:pt x="211309" y="929346"/>
                  </a:lnTo>
                  <a:lnTo>
                    <a:pt x="211318" y="929332"/>
                  </a:lnTo>
                  <a:lnTo>
                    <a:pt x="211326" y="929321"/>
                  </a:lnTo>
                  <a:lnTo>
                    <a:pt x="211331" y="929305"/>
                  </a:lnTo>
                  <a:lnTo>
                    <a:pt x="211330" y="929286"/>
                  </a:lnTo>
                  <a:lnTo>
                    <a:pt x="211336" y="929270"/>
                  </a:lnTo>
                  <a:lnTo>
                    <a:pt x="211343" y="929252"/>
                  </a:lnTo>
                  <a:lnTo>
                    <a:pt x="211358" y="929223"/>
                  </a:lnTo>
                  <a:lnTo>
                    <a:pt x="211377" y="929191"/>
                  </a:lnTo>
                  <a:lnTo>
                    <a:pt x="211385" y="929159"/>
                  </a:lnTo>
                  <a:lnTo>
                    <a:pt x="211418" y="929090"/>
                  </a:lnTo>
                  <a:lnTo>
                    <a:pt x="211439" y="929044"/>
                  </a:lnTo>
                  <a:lnTo>
                    <a:pt x="211460" y="929011"/>
                  </a:lnTo>
                  <a:lnTo>
                    <a:pt x="211466" y="928990"/>
                  </a:lnTo>
                  <a:lnTo>
                    <a:pt x="211473" y="928939"/>
                  </a:lnTo>
                  <a:lnTo>
                    <a:pt x="211478" y="928912"/>
                  </a:lnTo>
                  <a:lnTo>
                    <a:pt x="211493" y="928873"/>
                  </a:lnTo>
                  <a:lnTo>
                    <a:pt x="211506" y="928853"/>
                  </a:lnTo>
                  <a:lnTo>
                    <a:pt x="211522" y="928821"/>
                  </a:lnTo>
                  <a:lnTo>
                    <a:pt x="211544" y="928784"/>
                  </a:lnTo>
                  <a:lnTo>
                    <a:pt x="211580" y="928715"/>
                  </a:lnTo>
                  <a:lnTo>
                    <a:pt x="211607" y="928660"/>
                  </a:lnTo>
                  <a:lnTo>
                    <a:pt x="211612" y="928642"/>
                  </a:lnTo>
                  <a:lnTo>
                    <a:pt x="211617" y="928628"/>
                  </a:lnTo>
                  <a:lnTo>
                    <a:pt x="211628" y="928610"/>
                  </a:lnTo>
                  <a:lnTo>
                    <a:pt x="211636" y="928598"/>
                  </a:lnTo>
                  <a:lnTo>
                    <a:pt x="211650" y="928562"/>
                  </a:lnTo>
                  <a:lnTo>
                    <a:pt x="211666" y="928521"/>
                  </a:lnTo>
                  <a:lnTo>
                    <a:pt x="211675" y="928476"/>
                  </a:lnTo>
                  <a:lnTo>
                    <a:pt x="211681" y="928436"/>
                  </a:lnTo>
                  <a:lnTo>
                    <a:pt x="211687" y="928421"/>
                  </a:lnTo>
                  <a:lnTo>
                    <a:pt x="211702" y="928401"/>
                  </a:lnTo>
                  <a:lnTo>
                    <a:pt x="211718" y="928376"/>
                  </a:lnTo>
                  <a:lnTo>
                    <a:pt x="211725" y="928364"/>
                  </a:lnTo>
                  <a:lnTo>
                    <a:pt x="211736" y="928354"/>
                  </a:lnTo>
                  <a:lnTo>
                    <a:pt x="211750" y="928340"/>
                  </a:lnTo>
                  <a:lnTo>
                    <a:pt x="211756" y="928324"/>
                  </a:lnTo>
                  <a:lnTo>
                    <a:pt x="211770" y="928299"/>
                  </a:lnTo>
                  <a:lnTo>
                    <a:pt x="211786" y="928267"/>
                  </a:lnTo>
                  <a:lnTo>
                    <a:pt x="211800" y="928242"/>
                  </a:lnTo>
                  <a:lnTo>
                    <a:pt x="211808" y="928231"/>
                  </a:lnTo>
                  <a:lnTo>
                    <a:pt x="211816" y="928224"/>
                  </a:lnTo>
                  <a:lnTo>
                    <a:pt x="211832" y="928201"/>
                  </a:lnTo>
                  <a:lnTo>
                    <a:pt x="211853" y="928193"/>
                  </a:lnTo>
                  <a:lnTo>
                    <a:pt x="211888" y="928179"/>
                  </a:lnTo>
                  <a:lnTo>
                    <a:pt x="211918" y="928156"/>
                  </a:lnTo>
                  <a:lnTo>
                    <a:pt x="211958" y="928135"/>
                  </a:lnTo>
                  <a:lnTo>
                    <a:pt x="211998" y="928117"/>
                  </a:lnTo>
                  <a:lnTo>
                    <a:pt x="212038" y="928093"/>
                  </a:lnTo>
                  <a:lnTo>
                    <a:pt x="212051" y="928078"/>
                  </a:lnTo>
                  <a:lnTo>
                    <a:pt x="212065" y="928065"/>
                  </a:lnTo>
                  <a:lnTo>
                    <a:pt x="212092" y="928055"/>
                  </a:lnTo>
                  <a:lnTo>
                    <a:pt x="212122" y="928054"/>
                  </a:lnTo>
                  <a:lnTo>
                    <a:pt x="212145" y="928047"/>
                  </a:lnTo>
                  <a:lnTo>
                    <a:pt x="212171" y="928041"/>
                  </a:lnTo>
                  <a:lnTo>
                    <a:pt x="212188" y="928034"/>
                  </a:lnTo>
                  <a:lnTo>
                    <a:pt x="212216" y="928025"/>
                  </a:lnTo>
                  <a:lnTo>
                    <a:pt x="212224" y="928022"/>
                  </a:lnTo>
                  <a:lnTo>
                    <a:pt x="212240" y="928017"/>
                  </a:lnTo>
                  <a:lnTo>
                    <a:pt x="212306" y="927985"/>
                  </a:lnTo>
                  <a:lnTo>
                    <a:pt x="212363" y="927957"/>
                  </a:lnTo>
                  <a:lnTo>
                    <a:pt x="212418" y="927921"/>
                  </a:lnTo>
                  <a:lnTo>
                    <a:pt x="212584" y="927837"/>
                  </a:lnTo>
                  <a:lnTo>
                    <a:pt x="212610" y="927831"/>
                  </a:lnTo>
                  <a:lnTo>
                    <a:pt x="212637" y="927821"/>
                  </a:lnTo>
                  <a:lnTo>
                    <a:pt x="212667" y="927810"/>
                  </a:lnTo>
                  <a:lnTo>
                    <a:pt x="212696" y="927795"/>
                  </a:lnTo>
                  <a:lnTo>
                    <a:pt x="212717" y="927788"/>
                  </a:lnTo>
                  <a:lnTo>
                    <a:pt x="212734" y="927786"/>
                  </a:lnTo>
                  <a:lnTo>
                    <a:pt x="212752" y="927785"/>
                  </a:lnTo>
                  <a:lnTo>
                    <a:pt x="212768" y="927789"/>
                  </a:lnTo>
                  <a:lnTo>
                    <a:pt x="212816" y="927803"/>
                  </a:lnTo>
                  <a:lnTo>
                    <a:pt x="212836" y="927798"/>
                  </a:lnTo>
                  <a:lnTo>
                    <a:pt x="212845" y="927795"/>
                  </a:lnTo>
                  <a:lnTo>
                    <a:pt x="212854" y="927792"/>
                  </a:lnTo>
                  <a:lnTo>
                    <a:pt x="212862" y="927787"/>
                  </a:lnTo>
                  <a:lnTo>
                    <a:pt x="212870" y="927781"/>
                  </a:lnTo>
                  <a:lnTo>
                    <a:pt x="212877" y="927774"/>
                  </a:lnTo>
                  <a:lnTo>
                    <a:pt x="212900" y="927755"/>
                  </a:lnTo>
                  <a:lnTo>
                    <a:pt x="212930" y="927728"/>
                  </a:lnTo>
                  <a:lnTo>
                    <a:pt x="212950" y="927705"/>
                  </a:lnTo>
                  <a:lnTo>
                    <a:pt x="212962" y="927686"/>
                  </a:lnTo>
                  <a:lnTo>
                    <a:pt x="212974" y="927668"/>
                  </a:lnTo>
                  <a:lnTo>
                    <a:pt x="212998" y="927658"/>
                  </a:lnTo>
                  <a:lnTo>
                    <a:pt x="213016" y="927657"/>
                  </a:lnTo>
                  <a:lnTo>
                    <a:pt x="213030" y="927660"/>
                  </a:lnTo>
                  <a:lnTo>
                    <a:pt x="213061" y="927674"/>
                  </a:lnTo>
                  <a:lnTo>
                    <a:pt x="213095" y="927693"/>
                  </a:lnTo>
                  <a:lnTo>
                    <a:pt x="213135" y="927718"/>
                  </a:lnTo>
                  <a:lnTo>
                    <a:pt x="213152" y="927731"/>
                  </a:lnTo>
                  <a:lnTo>
                    <a:pt x="213183" y="927749"/>
                  </a:lnTo>
                  <a:lnTo>
                    <a:pt x="213207" y="927761"/>
                  </a:lnTo>
                  <a:lnTo>
                    <a:pt x="213239" y="927778"/>
                  </a:lnTo>
                  <a:lnTo>
                    <a:pt x="213258" y="927785"/>
                  </a:lnTo>
                  <a:lnTo>
                    <a:pt x="213279" y="927797"/>
                  </a:lnTo>
                  <a:lnTo>
                    <a:pt x="213307" y="927812"/>
                  </a:lnTo>
                  <a:lnTo>
                    <a:pt x="213338" y="927815"/>
                  </a:lnTo>
                  <a:lnTo>
                    <a:pt x="213361" y="927807"/>
                  </a:lnTo>
                  <a:lnTo>
                    <a:pt x="213391" y="927799"/>
                  </a:lnTo>
                  <a:lnTo>
                    <a:pt x="213418" y="927789"/>
                  </a:lnTo>
                  <a:lnTo>
                    <a:pt x="213510" y="927748"/>
                  </a:lnTo>
                  <a:lnTo>
                    <a:pt x="213555" y="927720"/>
                  </a:lnTo>
                  <a:lnTo>
                    <a:pt x="213590" y="927708"/>
                  </a:lnTo>
                  <a:lnTo>
                    <a:pt x="213617" y="927703"/>
                  </a:lnTo>
                  <a:lnTo>
                    <a:pt x="213641" y="927704"/>
                  </a:lnTo>
                  <a:lnTo>
                    <a:pt x="213687" y="927710"/>
                  </a:lnTo>
                  <a:lnTo>
                    <a:pt x="213715" y="927722"/>
                  </a:lnTo>
                  <a:lnTo>
                    <a:pt x="213749" y="927733"/>
                  </a:lnTo>
                  <a:lnTo>
                    <a:pt x="213783" y="927738"/>
                  </a:lnTo>
                  <a:lnTo>
                    <a:pt x="213888" y="927720"/>
                  </a:lnTo>
                  <a:lnTo>
                    <a:pt x="213932" y="927707"/>
                  </a:lnTo>
                  <a:lnTo>
                    <a:pt x="213973" y="927698"/>
                  </a:lnTo>
                  <a:lnTo>
                    <a:pt x="214016" y="927692"/>
                  </a:lnTo>
                  <a:lnTo>
                    <a:pt x="214090" y="927674"/>
                  </a:lnTo>
                  <a:lnTo>
                    <a:pt x="214239" y="927606"/>
                  </a:lnTo>
                  <a:lnTo>
                    <a:pt x="214302" y="927569"/>
                  </a:lnTo>
                  <a:lnTo>
                    <a:pt x="214338" y="927554"/>
                  </a:lnTo>
                  <a:lnTo>
                    <a:pt x="214373" y="927540"/>
                  </a:lnTo>
                  <a:lnTo>
                    <a:pt x="214414" y="927528"/>
                  </a:lnTo>
                  <a:lnTo>
                    <a:pt x="214447" y="927523"/>
                  </a:lnTo>
                  <a:lnTo>
                    <a:pt x="214469" y="927519"/>
                  </a:lnTo>
                  <a:lnTo>
                    <a:pt x="214486" y="927520"/>
                  </a:lnTo>
                  <a:lnTo>
                    <a:pt x="214510" y="927529"/>
                  </a:lnTo>
                  <a:lnTo>
                    <a:pt x="214539" y="927533"/>
                  </a:lnTo>
                  <a:lnTo>
                    <a:pt x="214561" y="927532"/>
                  </a:lnTo>
                  <a:lnTo>
                    <a:pt x="214575" y="927538"/>
                  </a:lnTo>
                  <a:lnTo>
                    <a:pt x="214595" y="927546"/>
                  </a:lnTo>
                  <a:lnTo>
                    <a:pt x="214625" y="927553"/>
                  </a:lnTo>
                  <a:lnTo>
                    <a:pt x="214649" y="927558"/>
                  </a:lnTo>
                  <a:lnTo>
                    <a:pt x="214658" y="927561"/>
                  </a:lnTo>
                  <a:lnTo>
                    <a:pt x="214685" y="927577"/>
                  </a:lnTo>
                  <a:lnTo>
                    <a:pt x="214728" y="927597"/>
                  </a:lnTo>
                  <a:lnTo>
                    <a:pt x="214769" y="927608"/>
                  </a:lnTo>
                  <a:lnTo>
                    <a:pt x="214800" y="927616"/>
                  </a:lnTo>
                  <a:lnTo>
                    <a:pt x="214851" y="927633"/>
                  </a:lnTo>
                  <a:lnTo>
                    <a:pt x="214898" y="927646"/>
                  </a:lnTo>
                  <a:lnTo>
                    <a:pt x="214938" y="927652"/>
                  </a:lnTo>
                  <a:lnTo>
                    <a:pt x="214961" y="927659"/>
                  </a:lnTo>
                  <a:lnTo>
                    <a:pt x="214975" y="927670"/>
                  </a:lnTo>
                  <a:lnTo>
                    <a:pt x="214990" y="927685"/>
                  </a:lnTo>
                  <a:lnTo>
                    <a:pt x="215001" y="927695"/>
                  </a:lnTo>
                  <a:lnTo>
                    <a:pt x="215010" y="927708"/>
                  </a:lnTo>
                  <a:lnTo>
                    <a:pt x="215024" y="927722"/>
                  </a:lnTo>
                  <a:lnTo>
                    <a:pt x="215040" y="927734"/>
                  </a:lnTo>
                  <a:lnTo>
                    <a:pt x="215130" y="927790"/>
                  </a:lnTo>
                  <a:lnTo>
                    <a:pt x="215225" y="927821"/>
                  </a:lnTo>
                  <a:lnTo>
                    <a:pt x="215285" y="927840"/>
                  </a:lnTo>
                  <a:lnTo>
                    <a:pt x="215308" y="927846"/>
                  </a:lnTo>
                  <a:lnTo>
                    <a:pt x="215325" y="927850"/>
                  </a:lnTo>
                  <a:lnTo>
                    <a:pt x="215334" y="927853"/>
                  </a:lnTo>
                  <a:lnTo>
                    <a:pt x="215338" y="927857"/>
                  </a:lnTo>
                  <a:lnTo>
                    <a:pt x="215342" y="927863"/>
                  </a:lnTo>
                  <a:lnTo>
                    <a:pt x="215350" y="927879"/>
                  </a:lnTo>
                  <a:lnTo>
                    <a:pt x="215361" y="927901"/>
                  </a:lnTo>
                  <a:lnTo>
                    <a:pt x="215367" y="927914"/>
                  </a:lnTo>
                  <a:lnTo>
                    <a:pt x="215376" y="927927"/>
                  </a:lnTo>
                  <a:lnTo>
                    <a:pt x="215387" y="927946"/>
                  </a:lnTo>
                  <a:lnTo>
                    <a:pt x="215401" y="927978"/>
                  </a:lnTo>
                  <a:lnTo>
                    <a:pt x="215418" y="927999"/>
                  </a:lnTo>
                  <a:lnTo>
                    <a:pt x="215453" y="928031"/>
                  </a:lnTo>
                  <a:lnTo>
                    <a:pt x="215483" y="928052"/>
                  </a:lnTo>
                  <a:lnTo>
                    <a:pt x="215507" y="928079"/>
                  </a:lnTo>
                  <a:lnTo>
                    <a:pt x="215511" y="928088"/>
                  </a:lnTo>
                  <a:lnTo>
                    <a:pt x="215520" y="928100"/>
                  </a:lnTo>
                  <a:lnTo>
                    <a:pt x="215526" y="928112"/>
                  </a:lnTo>
                  <a:lnTo>
                    <a:pt x="215530" y="928122"/>
                  </a:lnTo>
                  <a:lnTo>
                    <a:pt x="215532" y="928146"/>
                  </a:lnTo>
                  <a:lnTo>
                    <a:pt x="215538" y="928165"/>
                  </a:lnTo>
                  <a:lnTo>
                    <a:pt x="215544" y="928174"/>
                  </a:lnTo>
                  <a:lnTo>
                    <a:pt x="215551" y="928177"/>
                  </a:lnTo>
                  <a:lnTo>
                    <a:pt x="215571" y="928174"/>
                  </a:lnTo>
                  <a:lnTo>
                    <a:pt x="215615" y="928170"/>
                  </a:lnTo>
                  <a:lnTo>
                    <a:pt x="215631" y="928170"/>
                  </a:lnTo>
                  <a:lnTo>
                    <a:pt x="215658" y="928173"/>
                  </a:lnTo>
                  <a:lnTo>
                    <a:pt x="215688" y="928182"/>
                  </a:lnTo>
                  <a:lnTo>
                    <a:pt x="215712" y="928189"/>
                  </a:lnTo>
                  <a:lnTo>
                    <a:pt x="215760" y="928213"/>
                  </a:lnTo>
                  <a:lnTo>
                    <a:pt x="215817" y="928228"/>
                  </a:lnTo>
                  <a:lnTo>
                    <a:pt x="215852" y="928230"/>
                  </a:lnTo>
                  <a:lnTo>
                    <a:pt x="215873" y="928231"/>
                  </a:lnTo>
                  <a:lnTo>
                    <a:pt x="215892" y="928238"/>
                  </a:lnTo>
                  <a:lnTo>
                    <a:pt x="215922" y="928249"/>
                  </a:lnTo>
                  <a:lnTo>
                    <a:pt x="215937" y="928256"/>
                  </a:lnTo>
                  <a:lnTo>
                    <a:pt x="215956" y="928265"/>
                  </a:lnTo>
                  <a:lnTo>
                    <a:pt x="215970" y="928270"/>
                  </a:lnTo>
                  <a:lnTo>
                    <a:pt x="215987" y="928275"/>
                  </a:lnTo>
                  <a:lnTo>
                    <a:pt x="215995" y="928275"/>
                  </a:lnTo>
                  <a:lnTo>
                    <a:pt x="216005" y="928274"/>
                  </a:lnTo>
                  <a:lnTo>
                    <a:pt x="216024" y="928268"/>
                  </a:lnTo>
                  <a:lnTo>
                    <a:pt x="216055" y="928248"/>
                  </a:lnTo>
                  <a:lnTo>
                    <a:pt x="216073" y="928234"/>
                  </a:lnTo>
                  <a:lnTo>
                    <a:pt x="216106" y="928210"/>
                  </a:lnTo>
                  <a:lnTo>
                    <a:pt x="216154" y="928171"/>
                  </a:lnTo>
                  <a:lnTo>
                    <a:pt x="216190" y="928133"/>
                  </a:lnTo>
                  <a:lnTo>
                    <a:pt x="216210" y="928111"/>
                  </a:lnTo>
                  <a:lnTo>
                    <a:pt x="216223" y="928093"/>
                  </a:lnTo>
                  <a:lnTo>
                    <a:pt x="216234" y="928058"/>
                  </a:lnTo>
                  <a:lnTo>
                    <a:pt x="216238" y="928040"/>
                  </a:lnTo>
                  <a:lnTo>
                    <a:pt x="216237" y="928021"/>
                  </a:lnTo>
                  <a:lnTo>
                    <a:pt x="216233" y="928007"/>
                  </a:lnTo>
                  <a:lnTo>
                    <a:pt x="216229" y="927990"/>
                  </a:lnTo>
                  <a:lnTo>
                    <a:pt x="216226" y="927978"/>
                  </a:lnTo>
                  <a:lnTo>
                    <a:pt x="216213" y="927964"/>
                  </a:lnTo>
                  <a:lnTo>
                    <a:pt x="216199" y="927955"/>
                  </a:lnTo>
                  <a:lnTo>
                    <a:pt x="216186" y="927944"/>
                  </a:lnTo>
                  <a:lnTo>
                    <a:pt x="216175" y="927933"/>
                  </a:lnTo>
                  <a:lnTo>
                    <a:pt x="216169" y="927920"/>
                  </a:lnTo>
                  <a:lnTo>
                    <a:pt x="216167" y="927911"/>
                  </a:lnTo>
                  <a:lnTo>
                    <a:pt x="216163" y="927887"/>
                  </a:lnTo>
                  <a:lnTo>
                    <a:pt x="216160" y="927873"/>
                  </a:lnTo>
                  <a:lnTo>
                    <a:pt x="216154" y="927804"/>
                  </a:lnTo>
                  <a:lnTo>
                    <a:pt x="216150" y="927771"/>
                  </a:lnTo>
                  <a:lnTo>
                    <a:pt x="216144" y="927716"/>
                  </a:lnTo>
                  <a:lnTo>
                    <a:pt x="216139" y="927659"/>
                  </a:lnTo>
                  <a:lnTo>
                    <a:pt x="216134" y="927632"/>
                  </a:lnTo>
                  <a:lnTo>
                    <a:pt x="216123" y="927593"/>
                  </a:lnTo>
                  <a:lnTo>
                    <a:pt x="216121" y="927565"/>
                  </a:lnTo>
                  <a:lnTo>
                    <a:pt x="216123" y="927549"/>
                  </a:lnTo>
                  <a:lnTo>
                    <a:pt x="216131" y="927524"/>
                  </a:lnTo>
                  <a:lnTo>
                    <a:pt x="216145" y="927509"/>
                  </a:lnTo>
                  <a:lnTo>
                    <a:pt x="216154" y="927500"/>
                  </a:lnTo>
                  <a:lnTo>
                    <a:pt x="216158" y="927497"/>
                  </a:lnTo>
                  <a:lnTo>
                    <a:pt x="216178" y="927480"/>
                  </a:lnTo>
                  <a:lnTo>
                    <a:pt x="216200" y="927464"/>
                  </a:lnTo>
                  <a:lnTo>
                    <a:pt x="216206" y="927455"/>
                  </a:lnTo>
                  <a:lnTo>
                    <a:pt x="216220" y="927435"/>
                  </a:lnTo>
                  <a:lnTo>
                    <a:pt x="216236" y="927416"/>
                  </a:lnTo>
                  <a:lnTo>
                    <a:pt x="216239" y="927407"/>
                  </a:lnTo>
                  <a:lnTo>
                    <a:pt x="216238" y="927388"/>
                  </a:lnTo>
                  <a:lnTo>
                    <a:pt x="216238" y="927376"/>
                  </a:lnTo>
                  <a:lnTo>
                    <a:pt x="216237" y="927363"/>
                  </a:lnTo>
                  <a:lnTo>
                    <a:pt x="216236" y="927348"/>
                  </a:lnTo>
                  <a:lnTo>
                    <a:pt x="216226" y="927337"/>
                  </a:lnTo>
                  <a:lnTo>
                    <a:pt x="216205" y="927327"/>
                  </a:lnTo>
                  <a:lnTo>
                    <a:pt x="216170" y="927318"/>
                  </a:lnTo>
                  <a:lnTo>
                    <a:pt x="216140" y="927300"/>
                  </a:lnTo>
                  <a:lnTo>
                    <a:pt x="216125" y="927291"/>
                  </a:lnTo>
                  <a:lnTo>
                    <a:pt x="216111" y="927273"/>
                  </a:lnTo>
                  <a:lnTo>
                    <a:pt x="216091" y="927244"/>
                  </a:lnTo>
                  <a:lnTo>
                    <a:pt x="216083" y="927227"/>
                  </a:lnTo>
                  <a:lnTo>
                    <a:pt x="216065" y="927163"/>
                  </a:lnTo>
                  <a:lnTo>
                    <a:pt x="216061" y="927153"/>
                  </a:lnTo>
                  <a:lnTo>
                    <a:pt x="216057" y="927133"/>
                  </a:lnTo>
                  <a:lnTo>
                    <a:pt x="216053" y="927109"/>
                  </a:lnTo>
                  <a:lnTo>
                    <a:pt x="216053" y="927098"/>
                  </a:lnTo>
                  <a:lnTo>
                    <a:pt x="216055" y="927086"/>
                  </a:lnTo>
                  <a:lnTo>
                    <a:pt x="216058" y="927079"/>
                  </a:lnTo>
                  <a:lnTo>
                    <a:pt x="216078" y="927076"/>
                  </a:lnTo>
                  <a:lnTo>
                    <a:pt x="216098" y="927073"/>
                  </a:lnTo>
                  <a:lnTo>
                    <a:pt x="216113" y="927065"/>
                  </a:lnTo>
                  <a:lnTo>
                    <a:pt x="216125" y="927055"/>
                  </a:lnTo>
                  <a:lnTo>
                    <a:pt x="216146" y="927038"/>
                  </a:lnTo>
                  <a:lnTo>
                    <a:pt x="216159" y="927031"/>
                  </a:lnTo>
                  <a:lnTo>
                    <a:pt x="216191" y="927006"/>
                  </a:lnTo>
                  <a:lnTo>
                    <a:pt x="216206" y="926986"/>
                  </a:lnTo>
                  <a:lnTo>
                    <a:pt x="216210" y="926966"/>
                  </a:lnTo>
                  <a:lnTo>
                    <a:pt x="216213" y="926939"/>
                  </a:lnTo>
                  <a:lnTo>
                    <a:pt x="216215" y="926912"/>
                  </a:lnTo>
                  <a:lnTo>
                    <a:pt x="216219" y="926894"/>
                  </a:lnTo>
                  <a:lnTo>
                    <a:pt x="216257" y="926794"/>
                  </a:lnTo>
                  <a:lnTo>
                    <a:pt x="216260" y="926785"/>
                  </a:lnTo>
                  <a:lnTo>
                    <a:pt x="216265" y="926768"/>
                  </a:lnTo>
                  <a:lnTo>
                    <a:pt x="216267" y="926755"/>
                  </a:lnTo>
                  <a:lnTo>
                    <a:pt x="216271" y="926745"/>
                  </a:lnTo>
                  <a:lnTo>
                    <a:pt x="216273" y="926732"/>
                  </a:lnTo>
                  <a:lnTo>
                    <a:pt x="216273" y="926724"/>
                  </a:lnTo>
                  <a:lnTo>
                    <a:pt x="216270" y="926713"/>
                  </a:lnTo>
                  <a:lnTo>
                    <a:pt x="216266" y="926685"/>
                  </a:lnTo>
                  <a:lnTo>
                    <a:pt x="216260" y="926643"/>
                  </a:lnTo>
                  <a:lnTo>
                    <a:pt x="216261" y="926631"/>
                  </a:lnTo>
                  <a:lnTo>
                    <a:pt x="216272" y="926621"/>
                  </a:lnTo>
                  <a:lnTo>
                    <a:pt x="216306" y="926596"/>
                  </a:lnTo>
                  <a:lnTo>
                    <a:pt x="216334" y="926573"/>
                  </a:lnTo>
                  <a:lnTo>
                    <a:pt x="216368" y="926549"/>
                  </a:lnTo>
                  <a:lnTo>
                    <a:pt x="216393" y="926534"/>
                  </a:lnTo>
                  <a:lnTo>
                    <a:pt x="216421" y="926525"/>
                  </a:lnTo>
                  <a:lnTo>
                    <a:pt x="216445" y="926520"/>
                  </a:lnTo>
                  <a:lnTo>
                    <a:pt x="216486" y="926506"/>
                  </a:lnTo>
                  <a:lnTo>
                    <a:pt x="216527" y="926475"/>
                  </a:lnTo>
                  <a:lnTo>
                    <a:pt x="216541" y="926466"/>
                  </a:lnTo>
                  <a:lnTo>
                    <a:pt x="216547" y="926457"/>
                  </a:lnTo>
                  <a:lnTo>
                    <a:pt x="216547" y="926452"/>
                  </a:lnTo>
                  <a:lnTo>
                    <a:pt x="216542" y="926430"/>
                  </a:lnTo>
                  <a:lnTo>
                    <a:pt x="216532" y="926402"/>
                  </a:lnTo>
                  <a:lnTo>
                    <a:pt x="216521" y="926370"/>
                  </a:lnTo>
                  <a:lnTo>
                    <a:pt x="216520" y="926345"/>
                  </a:lnTo>
                  <a:lnTo>
                    <a:pt x="216526" y="926321"/>
                  </a:lnTo>
                  <a:lnTo>
                    <a:pt x="216531" y="926309"/>
                  </a:lnTo>
                  <a:lnTo>
                    <a:pt x="216542" y="926291"/>
                  </a:lnTo>
                  <a:lnTo>
                    <a:pt x="216564" y="926242"/>
                  </a:lnTo>
                  <a:lnTo>
                    <a:pt x="216578" y="926215"/>
                  </a:lnTo>
                  <a:lnTo>
                    <a:pt x="216593" y="926187"/>
                  </a:lnTo>
                  <a:lnTo>
                    <a:pt x="216601" y="926173"/>
                  </a:lnTo>
                  <a:lnTo>
                    <a:pt x="216613" y="926161"/>
                  </a:lnTo>
                  <a:lnTo>
                    <a:pt x="216637" y="926161"/>
                  </a:lnTo>
                  <a:lnTo>
                    <a:pt x="216661" y="926168"/>
                  </a:lnTo>
                  <a:lnTo>
                    <a:pt x="216698" y="926183"/>
                  </a:lnTo>
                  <a:lnTo>
                    <a:pt x="216733" y="926192"/>
                  </a:lnTo>
                  <a:lnTo>
                    <a:pt x="216771" y="926194"/>
                  </a:lnTo>
                  <a:lnTo>
                    <a:pt x="216818" y="926190"/>
                  </a:lnTo>
                  <a:lnTo>
                    <a:pt x="216892" y="926174"/>
                  </a:lnTo>
                  <a:lnTo>
                    <a:pt x="216931" y="926167"/>
                  </a:lnTo>
                  <a:lnTo>
                    <a:pt x="216964" y="926160"/>
                  </a:lnTo>
                  <a:lnTo>
                    <a:pt x="217002" y="926154"/>
                  </a:lnTo>
                  <a:lnTo>
                    <a:pt x="217014" y="926146"/>
                  </a:lnTo>
                  <a:lnTo>
                    <a:pt x="217026" y="926129"/>
                  </a:lnTo>
                  <a:lnTo>
                    <a:pt x="217038" y="926101"/>
                  </a:lnTo>
                  <a:lnTo>
                    <a:pt x="217063" y="926044"/>
                  </a:lnTo>
                  <a:lnTo>
                    <a:pt x="217071" y="926022"/>
                  </a:lnTo>
                  <a:lnTo>
                    <a:pt x="217066" y="926001"/>
                  </a:lnTo>
                  <a:lnTo>
                    <a:pt x="217054" y="925962"/>
                  </a:lnTo>
                  <a:lnTo>
                    <a:pt x="217025" y="925903"/>
                  </a:lnTo>
                  <a:lnTo>
                    <a:pt x="217015" y="925878"/>
                  </a:lnTo>
                  <a:lnTo>
                    <a:pt x="216996" y="925838"/>
                  </a:lnTo>
                  <a:lnTo>
                    <a:pt x="216963" y="925772"/>
                  </a:lnTo>
                  <a:lnTo>
                    <a:pt x="216947" y="925747"/>
                  </a:lnTo>
                  <a:lnTo>
                    <a:pt x="216938" y="925729"/>
                  </a:lnTo>
                  <a:lnTo>
                    <a:pt x="216931" y="925705"/>
                  </a:lnTo>
                  <a:lnTo>
                    <a:pt x="216924" y="925675"/>
                  </a:lnTo>
                  <a:lnTo>
                    <a:pt x="216918" y="925657"/>
                  </a:lnTo>
                  <a:lnTo>
                    <a:pt x="216906" y="925579"/>
                  </a:lnTo>
                  <a:lnTo>
                    <a:pt x="216901" y="925471"/>
                  </a:lnTo>
                  <a:lnTo>
                    <a:pt x="216901" y="925449"/>
                  </a:lnTo>
                  <a:lnTo>
                    <a:pt x="216898" y="925438"/>
                  </a:lnTo>
                  <a:lnTo>
                    <a:pt x="216890" y="925426"/>
                  </a:lnTo>
                  <a:lnTo>
                    <a:pt x="216868" y="925415"/>
                  </a:lnTo>
                  <a:lnTo>
                    <a:pt x="216840" y="925400"/>
                  </a:lnTo>
                  <a:lnTo>
                    <a:pt x="216818" y="925389"/>
                  </a:lnTo>
                  <a:lnTo>
                    <a:pt x="216798" y="925379"/>
                  </a:lnTo>
                  <a:lnTo>
                    <a:pt x="216781" y="925369"/>
                  </a:lnTo>
                  <a:lnTo>
                    <a:pt x="216764" y="925357"/>
                  </a:lnTo>
                  <a:lnTo>
                    <a:pt x="216743" y="925340"/>
                  </a:lnTo>
                  <a:lnTo>
                    <a:pt x="216730" y="925328"/>
                  </a:lnTo>
                  <a:lnTo>
                    <a:pt x="216720" y="925317"/>
                  </a:lnTo>
                  <a:lnTo>
                    <a:pt x="216715" y="925295"/>
                  </a:lnTo>
                  <a:lnTo>
                    <a:pt x="216720" y="925256"/>
                  </a:lnTo>
                  <a:lnTo>
                    <a:pt x="216722" y="925241"/>
                  </a:lnTo>
                  <a:lnTo>
                    <a:pt x="216725" y="925196"/>
                  </a:lnTo>
                  <a:lnTo>
                    <a:pt x="216735" y="925156"/>
                  </a:lnTo>
                  <a:lnTo>
                    <a:pt x="216746" y="925119"/>
                  </a:lnTo>
                  <a:lnTo>
                    <a:pt x="216768" y="925087"/>
                  </a:lnTo>
                  <a:lnTo>
                    <a:pt x="216813" y="925018"/>
                  </a:lnTo>
                  <a:lnTo>
                    <a:pt x="216860" y="924923"/>
                  </a:lnTo>
                  <a:lnTo>
                    <a:pt x="216865" y="924906"/>
                  </a:lnTo>
                  <a:lnTo>
                    <a:pt x="216866" y="924886"/>
                  </a:lnTo>
                  <a:lnTo>
                    <a:pt x="216865" y="924879"/>
                  </a:lnTo>
                  <a:lnTo>
                    <a:pt x="216863" y="924874"/>
                  </a:lnTo>
                  <a:lnTo>
                    <a:pt x="216856" y="924869"/>
                  </a:lnTo>
                  <a:lnTo>
                    <a:pt x="216847" y="924861"/>
                  </a:lnTo>
                  <a:lnTo>
                    <a:pt x="216836" y="924850"/>
                  </a:lnTo>
                  <a:lnTo>
                    <a:pt x="216831" y="924844"/>
                  </a:lnTo>
                  <a:lnTo>
                    <a:pt x="216826" y="924840"/>
                  </a:lnTo>
                  <a:lnTo>
                    <a:pt x="216806" y="924818"/>
                  </a:lnTo>
                  <a:lnTo>
                    <a:pt x="216798" y="924799"/>
                  </a:lnTo>
                  <a:lnTo>
                    <a:pt x="216792" y="924769"/>
                  </a:lnTo>
                  <a:lnTo>
                    <a:pt x="216788" y="924742"/>
                  </a:lnTo>
                  <a:lnTo>
                    <a:pt x="216785" y="924713"/>
                  </a:lnTo>
                  <a:lnTo>
                    <a:pt x="216782" y="924688"/>
                  </a:lnTo>
                  <a:lnTo>
                    <a:pt x="216771" y="924654"/>
                  </a:lnTo>
                  <a:lnTo>
                    <a:pt x="216757" y="924636"/>
                  </a:lnTo>
                  <a:lnTo>
                    <a:pt x="216741" y="924607"/>
                  </a:lnTo>
                  <a:lnTo>
                    <a:pt x="216731" y="924590"/>
                  </a:lnTo>
                  <a:lnTo>
                    <a:pt x="216728" y="924571"/>
                  </a:lnTo>
                  <a:lnTo>
                    <a:pt x="216744" y="924554"/>
                  </a:lnTo>
                  <a:lnTo>
                    <a:pt x="216784" y="924535"/>
                  </a:lnTo>
                  <a:lnTo>
                    <a:pt x="216810" y="924518"/>
                  </a:lnTo>
                  <a:lnTo>
                    <a:pt x="216818" y="924493"/>
                  </a:lnTo>
                  <a:lnTo>
                    <a:pt x="216835" y="924424"/>
                  </a:lnTo>
                  <a:lnTo>
                    <a:pt x="216842" y="924410"/>
                  </a:lnTo>
                  <a:lnTo>
                    <a:pt x="216844" y="924403"/>
                  </a:lnTo>
                  <a:lnTo>
                    <a:pt x="216851" y="924392"/>
                  </a:lnTo>
                  <a:lnTo>
                    <a:pt x="216860" y="924382"/>
                  </a:lnTo>
                  <a:lnTo>
                    <a:pt x="216876" y="924368"/>
                  </a:lnTo>
                  <a:lnTo>
                    <a:pt x="216893" y="924358"/>
                  </a:lnTo>
                  <a:lnTo>
                    <a:pt x="216914" y="924351"/>
                  </a:lnTo>
                  <a:lnTo>
                    <a:pt x="216933" y="924345"/>
                  </a:lnTo>
                  <a:lnTo>
                    <a:pt x="216950" y="924342"/>
                  </a:lnTo>
                  <a:lnTo>
                    <a:pt x="216974" y="924332"/>
                  </a:lnTo>
                  <a:lnTo>
                    <a:pt x="217093" y="924294"/>
                  </a:lnTo>
                  <a:lnTo>
                    <a:pt x="217106" y="924290"/>
                  </a:lnTo>
                  <a:lnTo>
                    <a:pt x="217125" y="924287"/>
                  </a:lnTo>
                  <a:lnTo>
                    <a:pt x="217131" y="924283"/>
                  </a:lnTo>
                  <a:lnTo>
                    <a:pt x="217131" y="924277"/>
                  </a:lnTo>
                  <a:lnTo>
                    <a:pt x="217130" y="924267"/>
                  </a:lnTo>
                  <a:lnTo>
                    <a:pt x="217123" y="924246"/>
                  </a:lnTo>
                  <a:lnTo>
                    <a:pt x="217108" y="924202"/>
                  </a:lnTo>
                  <a:lnTo>
                    <a:pt x="217095" y="924166"/>
                  </a:lnTo>
                  <a:lnTo>
                    <a:pt x="217090" y="924131"/>
                  </a:lnTo>
                  <a:lnTo>
                    <a:pt x="217094" y="924105"/>
                  </a:lnTo>
                  <a:lnTo>
                    <a:pt x="217110" y="924078"/>
                  </a:lnTo>
                  <a:lnTo>
                    <a:pt x="217116" y="924068"/>
                  </a:lnTo>
                  <a:lnTo>
                    <a:pt x="217153" y="924038"/>
                  </a:lnTo>
                  <a:lnTo>
                    <a:pt x="217175" y="924029"/>
                  </a:lnTo>
                  <a:lnTo>
                    <a:pt x="217196" y="924015"/>
                  </a:lnTo>
                  <a:lnTo>
                    <a:pt x="217232" y="923987"/>
                  </a:lnTo>
                  <a:lnTo>
                    <a:pt x="217260" y="923958"/>
                  </a:lnTo>
                  <a:lnTo>
                    <a:pt x="217274" y="923942"/>
                  </a:lnTo>
                  <a:lnTo>
                    <a:pt x="217289" y="923914"/>
                  </a:lnTo>
                  <a:lnTo>
                    <a:pt x="217296" y="923883"/>
                  </a:lnTo>
                  <a:lnTo>
                    <a:pt x="217298" y="923862"/>
                  </a:lnTo>
                  <a:lnTo>
                    <a:pt x="217289" y="923823"/>
                  </a:lnTo>
                  <a:lnTo>
                    <a:pt x="217275" y="923805"/>
                  </a:lnTo>
                  <a:lnTo>
                    <a:pt x="217241" y="923762"/>
                  </a:lnTo>
                  <a:lnTo>
                    <a:pt x="217225" y="923743"/>
                  </a:lnTo>
                  <a:lnTo>
                    <a:pt x="217213" y="923727"/>
                  </a:lnTo>
                  <a:lnTo>
                    <a:pt x="217188" y="923661"/>
                  </a:lnTo>
                  <a:lnTo>
                    <a:pt x="217181" y="923621"/>
                  </a:lnTo>
                  <a:lnTo>
                    <a:pt x="217181" y="923600"/>
                  </a:lnTo>
                  <a:lnTo>
                    <a:pt x="217190" y="923542"/>
                  </a:lnTo>
                  <a:lnTo>
                    <a:pt x="217202" y="923520"/>
                  </a:lnTo>
                  <a:lnTo>
                    <a:pt x="217244" y="923452"/>
                  </a:lnTo>
                  <a:lnTo>
                    <a:pt x="217251" y="923432"/>
                  </a:lnTo>
                  <a:lnTo>
                    <a:pt x="217272" y="923427"/>
                  </a:lnTo>
                  <a:lnTo>
                    <a:pt x="217290" y="923426"/>
                  </a:lnTo>
                  <a:lnTo>
                    <a:pt x="217327" y="923435"/>
                  </a:lnTo>
                  <a:lnTo>
                    <a:pt x="217384" y="923450"/>
                  </a:lnTo>
                  <a:lnTo>
                    <a:pt x="217453" y="923457"/>
                  </a:lnTo>
                  <a:lnTo>
                    <a:pt x="217532" y="923470"/>
                  </a:lnTo>
                  <a:lnTo>
                    <a:pt x="217575" y="923477"/>
                  </a:lnTo>
                  <a:lnTo>
                    <a:pt x="217617" y="923496"/>
                  </a:lnTo>
                  <a:lnTo>
                    <a:pt x="217687" y="923539"/>
                  </a:lnTo>
                  <a:lnTo>
                    <a:pt x="217742" y="923566"/>
                  </a:lnTo>
                  <a:lnTo>
                    <a:pt x="217772" y="923577"/>
                  </a:lnTo>
                  <a:lnTo>
                    <a:pt x="217785" y="923585"/>
                  </a:lnTo>
                  <a:lnTo>
                    <a:pt x="217850" y="923609"/>
                  </a:lnTo>
                  <a:lnTo>
                    <a:pt x="217920" y="923617"/>
                  </a:lnTo>
                  <a:lnTo>
                    <a:pt x="217942" y="923614"/>
                  </a:lnTo>
                  <a:lnTo>
                    <a:pt x="217947" y="923610"/>
                  </a:lnTo>
                  <a:lnTo>
                    <a:pt x="217960" y="923593"/>
                  </a:lnTo>
                  <a:lnTo>
                    <a:pt x="217984" y="923561"/>
                  </a:lnTo>
                  <a:lnTo>
                    <a:pt x="217997" y="923525"/>
                  </a:lnTo>
                  <a:lnTo>
                    <a:pt x="218011" y="923479"/>
                  </a:lnTo>
                  <a:lnTo>
                    <a:pt x="218013" y="923441"/>
                  </a:lnTo>
                  <a:lnTo>
                    <a:pt x="218024" y="923381"/>
                  </a:lnTo>
                  <a:lnTo>
                    <a:pt x="218016" y="923349"/>
                  </a:lnTo>
                  <a:lnTo>
                    <a:pt x="218003" y="923311"/>
                  </a:lnTo>
                  <a:lnTo>
                    <a:pt x="218005" y="923254"/>
                  </a:lnTo>
                  <a:lnTo>
                    <a:pt x="218012" y="923194"/>
                  </a:lnTo>
                  <a:lnTo>
                    <a:pt x="218013" y="923170"/>
                  </a:lnTo>
                  <a:lnTo>
                    <a:pt x="218013" y="923113"/>
                  </a:lnTo>
                  <a:lnTo>
                    <a:pt x="218015" y="923086"/>
                  </a:lnTo>
                  <a:lnTo>
                    <a:pt x="218017" y="923076"/>
                  </a:lnTo>
                  <a:lnTo>
                    <a:pt x="218027" y="923063"/>
                  </a:lnTo>
                  <a:lnTo>
                    <a:pt x="218058" y="923044"/>
                  </a:lnTo>
                  <a:lnTo>
                    <a:pt x="218074" y="923033"/>
                  </a:lnTo>
                  <a:lnTo>
                    <a:pt x="218107" y="923004"/>
                  </a:lnTo>
                  <a:lnTo>
                    <a:pt x="218125" y="922979"/>
                  </a:lnTo>
                  <a:lnTo>
                    <a:pt x="218140" y="922963"/>
                  </a:lnTo>
                  <a:lnTo>
                    <a:pt x="218152" y="922940"/>
                  </a:lnTo>
                  <a:lnTo>
                    <a:pt x="218164" y="922910"/>
                  </a:lnTo>
                  <a:lnTo>
                    <a:pt x="218179" y="922874"/>
                  </a:lnTo>
                  <a:lnTo>
                    <a:pt x="218186" y="922844"/>
                  </a:lnTo>
                  <a:lnTo>
                    <a:pt x="218189" y="922833"/>
                  </a:lnTo>
                  <a:lnTo>
                    <a:pt x="218192" y="922830"/>
                  </a:lnTo>
                  <a:lnTo>
                    <a:pt x="218224" y="922820"/>
                  </a:lnTo>
                  <a:lnTo>
                    <a:pt x="218242" y="922811"/>
                  </a:lnTo>
                  <a:lnTo>
                    <a:pt x="218309" y="922763"/>
                  </a:lnTo>
                  <a:lnTo>
                    <a:pt x="218331" y="922738"/>
                  </a:lnTo>
                  <a:lnTo>
                    <a:pt x="218354" y="922727"/>
                  </a:lnTo>
                  <a:lnTo>
                    <a:pt x="218375" y="922739"/>
                  </a:lnTo>
                  <a:lnTo>
                    <a:pt x="218433" y="922778"/>
                  </a:lnTo>
                  <a:lnTo>
                    <a:pt x="218507" y="922817"/>
                  </a:lnTo>
                  <a:lnTo>
                    <a:pt x="218528" y="922827"/>
                  </a:lnTo>
                  <a:lnTo>
                    <a:pt x="218605" y="922867"/>
                  </a:lnTo>
                  <a:lnTo>
                    <a:pt x="218629" y="922880"/>
                  </a:lnTo>
                  <a:lnTo>
                    <a:pt x="218649" y="922881"/>
                  </a:lnTo>
                  <a:lnTo>
                    <a:pt x="218668" y="922876"/>
                  </a:lnTo>
                  <a:lnTo>
                    <a:pt x="218685" y="922869"/>
                  </a:lnTo>
                  <a:lnTo>
                    <a:pt x="218689" y="922868"/>
                  </a:lnTo>
                  <a:lnTo>
                    <a:pt x="218714" y="922861"/>
                  </a:lnTo>
                  <a:lnTo>
                    <a:pt x="218748" y="922843"/>
                  </a:lnTo>
                  <a:lnTo>
                    <a:pt x="218838" y="922784"/>
                  </a:lnTo>
                  <a:lnTo>
                    <a:pt x="218848" y="922775"/>
                  </a:lnTo>
                  <a:lnTo>
                    <a:pt x="218872" y="922773"/>
                  </a:lnTo>
                  <a:lnTo>
                    <a:pt x="218907" y="922774"/>
                  </a:lnTo>
                  <a:lnTo>
                    <a:pt x="219016" y="922750"/>
                  </a:lnTo>
                  <a:lnTo>
                    <a:pt x="219085" y="922738"/>
                  </a:lnTo>
                  <a:lnTo>
                    <a:pt x="219204" y="922722"/>
                  </a:lnTo>
                  <a:lnTo>
                    <a:pt x="219255" y="922715"/>
                  </a:lnTo>
                  <a:lnTo>
                    <a:pt x="219297" y="922702"/>
                  </a:lnTo>
                  <a:lnTo>
                    <a:pt x="219304" y="922698"/>
                  </a:lnTo>
                  <a:lnTo>
                    <a:pt x="219311" y="922692"/>
                  </a:lnTo>
                  <a:lnTo>
                    <a:pt x="219311" y="922683"/>
                  </a:lnTo>
                  <a:lnTo>
                    <a:pt x="219306" y="922670"/>
                  </a:lnTo>
                  <a:lnTo>
                    <a:pt x="219294" y="922648"/>
                  </a:lnTo>
                  <a:lnTo>
                    <a:pt x="219287" y="922638"/>
                  </a:lnTo>
                  <a:lnTo>
                    <a:pt x="219254" y="922586"/>
                  </a:lnTo>
                  <a:lnTo>
                    <a:pt x="219250" y="922580"/>
                  </a:lnTo>
                  <a:lnTo>
                    <a:pt x="219245" y="922570"/>
                  </a:lnTo>
                  <a:lnTo>
                    <a:pt x="219225" y="922531"/>
                  </a:lnTo>
                  <a:lnTo>
                    <a:pt x="219216" y="922507"/>
                  </a:lnTo>
                  <a:lnTo>
                    <a:pt x="219204" y="922472"/>
                  </a:lnTo>
                  <a:lnTo>
                    <a:pt x="219197" y="922456"/>
                  </a:lnTo>
                  <a:lnTo>
                    <a:pt x="219192" y="922438"/>
                  </a:lnTo>
                  <a:lnTo>
                    <a:pt x="219193" y="922432"/>
                  </a:lnTo>
                  <a:lnTo>
                    <a:pt x="219206" y="922424"/>
                  </a:lnTo>
                  <a:lnTo>
                    <a:pt x="219212" y="922417"/>
                  </a:lnTo>
                  <a:lnTo>
                    <a:pt x="219227" y="922386"/>
                  </a:lnTo>
                  <a:lnTo>
                    <a:pt x="219231" y="922377"/>
                  </a:lnTo>
                  <a:lnTo>
                    <a:pt x="219235" y="922366"/>
                  </a:lnTo>
                  <a:lnTo>
                    <a:pt x="219236" y="922352"/>
                  </a:lnTo>
                  <a:lnTo>
                    <a:pt x="219238" y="922343"/>
                  </a:lnTo>
                  <a:lnTo>
                    <a:pt x="219248" y="922323"/>
                  </a:lnTo>
                  <a:lnTo>
                    <a:pt x="219255" y="922284"/>
                  </a:lnTo>
                  <a:lnTo>
                    <a:pt x="219256" y="922271"/>
                  </a:lnTo>
                  <a:lnTo>
                    <a:pt x="219255" y="922255"/>
                  </a:lnTo>
                  <a:lnTo>
                    <a:pt x="219251" y="922234"/>
                  </a:lnTo>
                  <a:lnTo>
                    <a:pt x="219243" y="922212"/>
                  </a:lnTo>
                  <a:lnTo>
                    <a:pt x="219235" y="922201"/>
                  </a:lnTo>
                  <a:lnTo>
                    <a:pt x="219235" y="922156"/>
                  </a:lnTo>
                  <a:lnTo>
                    <a:pt x="219232" y="922134"/>
                  </a:lnTo>
                  <a:lnTo>
                    <a:pt x="219235" y="922115"/>
                  </a:lnTo>
                  <a:lnTo>
                    <a:pt x="219249" y="922096"/>
                  </a:lnTo>
                  <a:lnTo>
                    <a:pt x="219264" y="922067"/>
                  </a:lnTo>
                  <a:lnTo>
                    <a:pt x="219276" y="922045"/>
                  </a:lnTo>
                  <a:lnTo>
                    <a:pt x="219278" y="922038"/>
                  </a:lnTo>
                  <a:lnTo>
                    <a:pt x="219281" y="922034"/>
                  </a:lnTo>
                  <a:lnTo>
                    <a:pt x="219291" y="922026"/>
                  </a:lnTo>
                  <a:lnTo>
                    <a:pt x="219302" y="922021"/>
                  </a:lnTo>
                  <a:lnTo>
                    <a:pt x="219318" y="922016"/>
                  </a:lnTo>
                  <a:lnTo>
                    <a:pt x="219333" y="922013"/>
                  </a:lnTo>
                  <a:lnTo>
                    <a:pt x="219347" y="922006"/>
                  </a:lnTo>
                  <a:lnTo>
                    <a:pt x="219373" y="921987"/>
                  </a:lnTo>
                  <a:lnTo>
                    <a:pt x="219400" y="921972"/>
                  </a:lnTo>
                  <a:lnTo>
                    <a:pt x="219418" y="921960"/>
                  </a:lnTo>
                  <a:lnTo>
                    <a:pt x="219429" y="921952"/>
                  </a:lnTo>
                  <a:lnTo>
                    <a:pt x="219444" y="921923"/>
                  </a:lnTo>
                  <a:lnTo>
                    <a:pt x="219450" y="921916"/>
                  </a:lnTo>
                  <a:lnTo>
                    <a:pt x="219459" y="921911"/>
                  </a:lnTo>
                  <a:lnTo>
                    <a:pt x="219470" y="921912"/>
                  </a:lnTo>
                  <a:lnTo>
                    <a:pt x="219487" y="921917"/>
                  </a:lnTo>
                  <a:lnTo>
                    <a:pt x="219514" y="921926"/>
                  </a:lnTo>
                  <a:lnTo>
                    <a:pt x="219542" y="921936"/>
                  </a:lnTo>
                  <a:lnTo>
                    <a:pt x="219557" y="921938"/>
                  </a:lnTo>
                  <a:lnTo>
                    <a:pt x="219599" y="921947"/>
                  </a:lnTo>
                  <a:lnTo>
                    <a:pt x="219635" y="921950"/>
                  </a:lnTo>
                  <a:lnTo>
                    <a:pt x="219698" y="921968"/>
                  </a:lnTo>
                  <a:lnTo>
                    <a:pt x="219737" y="921982"/>
                  </a:lnTo>
                  <a:lnTo>
                    <a:pt x="219746" y="921994"/>
                  </a:lnTo>
                  <a:lnTo>
                    <a:pt x="219750" y="922007"/>
                  </a:lnTo>
                  <a:lnTo>
                    <a:pt x="219757" y="922029"/>
                  </a:lnTo>
                  <a:lnTo>
                    <a:pt x="219763" y="922053"/>
                  </a:lnTo>
                  <a:lnTo>
                    <a:pt x="219772" y="922079"/>
                  </a:lnTo>
                  <a:lnTo>
                    <a:pt x="219785" y="922096"/>
                  </a:lnTo>
                  <a:lnTo>
                    <a:pt x="219795" y="922106"/>
                  </a:lnTo>
                  <a:lnTo>
                    <a:pt x="219817" y="922110"/>
                  </a:lnTo>
                  <a:lnTo>
                    <a:pt x="219840" y="922109"/>
                  </a:lnTo>
                  <a:lnTo>
                    <a:pt x="219909" y="922103"/>
                  </a:lnTo>
                  <a:lnTo>
                    <a:pt x="219929" y="922100"/>
                  </a:lnTo>
                  <a:lnTo>
                    <a:pt x="219943" y="922094"/>
                  </a:lnTo>
                  <a:lnTo>
                    <a:pt x="219971" y="922079"/>
                  </a:lnTo>
                  <a:lnTo>
                    <a:pt x="219980" y="922074"/>
                  </a:lnTo>
                  <a:lnTo>
                    <a:pt x="219993" y="922074"/>
                  </a:lnTo>
                  <a:lnTo>
                    <a:pt x="220005" y="922078"/>
                  </a:lnTo>
                  <a:lnTo>
                    <a:pt x="220015" y="922082"/>
                  </a:lnTo>
                  <a:lnTo>
                    <a:pt x="220022" y="922088"/>
                  </a:lnTo>
                  <a:lnTo>
                    <a:pt x="220030" y="922097"/>
                  </a:lnTo>
                  <a:lnTo>
                    <a:pt x="220053" y="922116"/>
                  </a:lnTo>
                  <a:lnTo>
                    <a:pt x="220071" y="922130"/>
                  </a:lnTo>
                  <a:lnTo>
                    <a:pt x="220088" y="922135"/>
                  </a:lnTo>
                  <a:lnTo>
                    <a:pt x="220125" y="922143"/>
                  </a:lnTo>
                  <a:lnTo>
                    <a:pt x="220175" y="922148"/>
                  </a:lnTo>
                  <a:lnTo>
                    <a:pt x="220209" y="922140"/>
                  </a:lnTo>
                  <a:lnTo>
                    <a:pt x="220240" y="922132"/>
                  </a:lnTo>
                  <a:lnTo>
                    <a:pt x="220263" y="922124"/>
                  </a:lnTo>
                  <a:lnTo>
                    <a:pt x="220298" y="922108"/>
                  </a:lnTo>
                  <a:lnTo>
                    <a:pt x="220322" y="922093"/>
                  </a:lnTo>
                  <a:lnTo>
                    <a:pt x="220336" y="922088"/>
                  </a:lnTo>
                  <a:lnTo>
                    <a:pt x="220347" y="922088"/>
                  </a:lnTo>
                  <a:lnTo>
                    <a:pt x="220365" y="922093"/>
                  </a:lnTo>
                  <a:lnTo>
                    <a:pt x="220398" y="922105"/>
                  </a:lnTo>
                  <a:lnTo>
                    <a:pt x="220420" y="922110"/>
                  </a:lnTo>
                  <a:lnTo>
                    <a:pt x="220449" y="922116"/>
                  </a:lnTo>
                  <a:lnTo>
                    <a:pt x="220491" y="922133"/>
                  </a:lnTo>
                  <a:lnTo>
                    <a:pt x="220502" y="922137"/>
                  </a:lnTo>
                  <a:lnTo>
                    <a:pt x="220535" y="922150"/>
                  </a:lnTo>
                  <a:lnTo>
                    <a:pt x="220596" y="922169"/>
                  </a:lnTo>
                  <a:lnTo>
                    <a:pt x="220609" y="922171"/>
                  </a:lnTo>
                  <a:lnTo>
                    <a:pt x="220631" y="922168"/>
                  </a:lnTo>
                  <a:lnTo>
                    <a:pt x="220669" y="922165"/>
                  </a:lnTo>
                  <a:lnTo>
                    <a:pt x="220709" y="922164"/>
                  </a:lnTo>
                  <a:lnTo>
                    <a:pt x="220718" y="922163"/>
                  </a:lnTo>
                  <a:lnTo>
                    <a:pt x="220734" y="922164"/>
                  </a:lnTo>
                  <a:lnTo>
                    <a:pt x="220742" y="922162"/>
                  </a:lnTo>
                  <a:lnTo>
                    <a:pt x="220744" y="922155"/>
                  </a:lnTo>
                  <a:lnTo>
                    <a:pt x="220741" y="922115"/>
                  </a:lnTo>
                  <a:lnTo>
                    <a:pt x="220735" y="922079"/>
                  </a:lnTo>
                  <a:lnTo>
                    <a:pt x="220735" y="922064"/>
                  </a:lnTo>
                  <a:lnTo>
                    <a:pt x="220733" y="922046"/>
                  </a:lnTo>
                  <a:lnTo>
                    <a:pt x="220720" y="922014"/>
                  </a:lnTo>
                  <a:lnTo>
                    <a:pt x="220705" y="921981"/>
                  </a:lnTo>
                  <a:lnTo>
                    <a:pt x="220699" y="921973"/>
                  </a:lnTo>
                  <a:lnTo>
                    <a:pt x="220694" y="921964"/>
                  </a:lnTo>
                  <a:lnTo>
                    <a:pt x="220694" y="921957"/>
                  </a:lnTo>
                  <a:lnTo>
                    <a:pt x="220693" y="921946"/>
                  </a:lnTo>
                  <a:lnTo>
                    <a:pt x="220695" y="921935"/>
                  </a:lnTo>
                  <a:lnTo>
                    <a:pt x="220695" y="921929"/>
                  </a:lnTo>
                  <a:lnTo>
                    <a:pt x="220699" y="921917"/>
                  </a:lnTo>
                  <a:lnTo>
                    <a:pt x="220707" y="921892"/>
                  </a:lnTo>
                  <a:lnTo>
                    <a:pt x="220714" y="921868"/>
                  </a:lnTo>
                  <a:lnTo>
                    <a:pt x="220715" y="921841"/>
                  </a:lnTo>
                  <a:lnTo>
                    <a:pt x="220716" y="921809"/>
                  </a:lnTo>
                  <a:lnTo>
                    <a:pt x="220717" y="921755"/>
                  </a:lnTo>
                  <a:lnTo>
                    <a:pt x="220726" y="921724"/>
                  </a:lnTo>
                  <a:lnTo>
                    <a:pt x="220735" y="921687"/>
                  </a:lnTo>
                  <a:lnTo>
                    <a:pt x="220744" y="921651"/>
                  </a:lnTo>
                  <a:lnTo>
                    <a:pt x="220747" y="921641"/>
                  </a:lnTo>
                  <a:lnTo>
                    <a:pt x="220748" y="921636"/>
                  </a:lnTo>
                  <a:lnTo>
                    <a:pt x="220743" y="921627"/>
                  </a:lnTo>
                  <a:lnTo>
                    <a:pt x="220740" y="921610"/>
                  </a:lnTo>
                  <a:lnTo>
                    <a:pt x="220739" y="921591"/>
                  </a:lnTo>
                  <a:lnTo>
                    <a:pt x="220740" y="921575"/>
                  </a:lnTo>
                  <a:lnTo>
                    <a:pt x="220748" y="921551"/>
                  </a:lnTo>
                  <a:lnTo>
                    <a:pt x="220764" y="921533"/>
                  </a:lnTo>
                  <a:lnTo>
                    <a:pt x="220785" y="921520"/>
                  </a:lnTo>
                  <a:lnTo>
                    <a:pt x="220801" y="921510"/>
                  </a:lnTo>
                  <a:lnTo>
                    <a:pt x="220811" y="921510"/>
                  </a:lnTo>
                  <a:lnTo>
                    <a:pt x="220821" y="921514"/>
                  </a:lnTo>
                  <a:lnTo>
                    <a:pt x="220828" y="921521"/>
                  </a:lnTo>
                  <a:lnTo>
                    <a:pt x="220855" y="921551"/>
                  </a:lnTo>
                  <a:lnTo>
                    <a:pt x="220873" y="921566"/>
                  </a:lnTo>
                  <a:lnTo>
                    <a:pt x="220889" y="921579"/>
                  </a:lnTo>
                  <a:lnTo>
                    <a:pt x="220920" y="921604"/>
                  </a:lnTo>
                  <a:lnTo>
                    <a:pt x="220941" y="921613"/>
                  </a:lnTo>
                  <a:lnTo>
                    <a:pt x="220963" y="921625"/>
                  </a:lnTo>
                  <a:lnTo>
                    <a:pt x="220994" y="921641"/>
                  </a:lnTo>
                  <a:lnTo>
                    <a:pt x="221019" y="921653"/>
                  </a:lnTo>
                  <a:lnTo>
                    <a:pt x="221033" y="921666"/>
                  </a:lnTo>
                  <a:lnTo>
                    <a:pt x="221088" y="921701"/>
                  </a:lnTo>
                  <a:lnTo>
                    <a:pt x="221109" y="921720"/>
                  </a:lnTo>
                  <a:lnTo>
                    <a:pt x="221136" y="921736"/>
                  </a:lnTo>
                  <a:lnTo>
                    <a:pt x="221162" y="921746"/>
                  </a:lnTo>
                  <a:lnTo>
                    <a:pt x="221175" y="921753"/>
                  </a:lnTo>
                  <a:lnTo>
                    <a:pt x="221212" y="921767"/>
                  </a:lnTo>
                  <a:lnTo>
                    <a:pt x="221246" y="921774"/>
                  </a:lnTo>
                  <a:lnTo>
                    <a:pt x="221271" y="921778"/>
                  </a:lnTo>
                  <a:lnTo>
                    <a:pt x="221308" y="921785"/>
                  </a:lnTo>
                  <a:lnTo>
                    <a:pt x="221334" y="921787"/>
                  </a:lnTo>
                  <a:lnTo>
                    <a:pt x="221347" y="921786"/>
                  </a:lnTo>
                  <a:lnTo>
                    <a:pt x="221376" y="921786"/>
                  </a:lnTo>
                  <a:lnTo>
                    <a:pt x="221397" y="921788"/>
                  </a:lnTo>
                  <a:lnTo>
                    <a:pt x="221430" y="921798"/>
                  </a:lnTo>
                  <a:lnTo>
                    <a:pt x="221453" y="921808"/>
                  </a:lnTo>
                  <a:lnTo>
                    <a:pt x="221489" y="921822"/>
                  </a:lnTo>
                  <a:lnTo>
                    <a:pt x="221517" y="921826"/>
                  </a:lnTo>
                  <a:lnTo>
                    <a:pt x="221536" y="921830"/>
                  </a:lnTo>
                  <a:lnTo>
                    <a:pt x="221566" y="921832"/>
                  </a:lnTo>
                  <a:lnTo>
                    <a:pt x="221593" y="921831"/>
                  </a:lnTo>
                  <a:lnTo>
                    <a:pt x="221608" y="921829"/>
                  </a:lnTo>
                  <a:lnTo>
                    <a:pt x="221654" y="921830"/>
                  </a:lnTo>
                  <a:lnTo>
                    <a:pt x="221680" y="921833"/>
                  </a:lnTo>
                  <a:lnTo>
                    <a:pt x="221727" y="921851"/>
                  </a:lnTo>
                  <a:lnTo>
                    <a:pt x="221746" y="921856"/>
                  </a:lnTo>
                  <a:lnTo>
                    <a:pt x="221763" y="921856"/>
                  </a:lnTo>
                  <a:lnTo>
                    <a:pt x="221769" y="921856"/>
                  </a:lnTo>
                  <a:lnTo>
                    <a:pt x="221772" y="921852"/>
                  </a:lnTo>
                  <a:lnTo>
                    <a:pt x="221778" y="921843"/>
                  </a:lnTo>
                  <a:lnTo>
                    <a:pt x="221792" y="921819"/>
                  </a:lnTo>
                  <a:lnTo>
                    <a:pt x="221818" y="921761"/>
                  </a:lnTo>
                  <a:lnTo>
                    <a:pt x="221824" y="921760"/>
                  </a:lnTo>
                  <a:lnTo>
                    <a:pt x="221837" y="921746"/>
                  </a:lnTo>
                  <a:lnTo>
                    <a:pt x="221854" y="921727"/>
                  </a:lnTo>
                  <a:lnTo>
                    <a:pt x="221862" y="921716"/>
                  </a:lnTo>
                  <a:lnTo>
                    <a:pt x="221871" y="921712"/>
                  </a:lnTo>
                  <a:lnTo>
                    <a:pt x="221886" y="921704"/>
                  </a:lnTo>
                  <a:lnTo>
                    <a:pt x="221897" y="921697"/>
                  </a:lnTo>
                  <a:lnTo>
                    <a:pt x="221902" y="921692"/>
                  </a:lnTo>
                  <a:lnTo>
                    <a:pt x="221907" y="921689"/>
                  </a:lnTo>
                  <a:lnTo>
                    <a:pt x="221922" y="921680"/>
                  </a:lnTo>
                  <a:lnTo>
                    <a:pt x="221940" y="921673"/>
                  </a:lnTo>
                  <a:lnTo>
                    <a:pt x="221945" y="921668"/>
                  </a:lnTo>
                  <a:lnTo>
                    <a:pt x="221944" y="921661"/>
                  </a:lnTo>
                  <a:lnTo>
                    <a:pt x="221941" y="921656"/>
                  </a:lnTo>
                  <a:lnTo>
                    <a:pt x="221932" y="921639"/>
                  </a:lnTo>
                  <a:lnTo>
                    <a:pt x="221914" y="921614"/>
                  </a:lnTo>
                  <a:lnTo>
                    <a:pt x="221907" y="921602"/>
                  </a:lnTo>
                  <a:lnTo>
                    <a:pt x="221890" y="921579"/>
                  </a:lnTo>
                  <a:lnTo>
                    <a:pt x="221874" y="921557"/>
                  </a:lnTo>
                  <a:lnTo>
                    <a:pt x="221871" y="921550"/>
                  </a:lnTo>
                  <a:lnTo>
                    <a:pt x="221862" y="921535"/>
                  </a:lnTo>
                  <a:lnTo>
                    <a:pt x="221861" y="921523"/>
                  </a:lnTo>
                  <a:lnTo>
                    <a:pt x="221863" y="921509"/>
                  </a:lnTo>
                  <a:lnTo>
                    <a:pt x="221871" y="921489"/>
                  </a:lnTo>
                  <a:lnTo>
                    <a:pt x="221874" y="921481"/>
                  </a:lnTo>
                  <a:lnTo>
                    <a:pt x="221885" y="921459"/>
                  </a:lnTo>
                  <a:lnTo>
                    <a:pt x="221893" y="921440"/>
                  </a:lnTo>
                  <a:lnTo>
                    <a:pt x="221899" y="921421"/>
                  </a:lnTo>
                  <a:lnTo>
                    <a:pt x="221901" y="921416"/>
                  </a:lnTo>
                  <a:lnTo>
                    <a:pt x="221902" y="921410"/>
                  </a:lnTo>
                  <a:lnTo>
                    <a:pt x="221912" y="921401"/>
                  </a:lnTo>
                  <a:lnTo>
                    <a:pt x="221920" y="921390"/>
                  </a:lnTo>
                  <a:lnTo>
                    <a:pt x="221944" y="921372"/>
                  </a:lnTo>
                  <a:lnTo>
                    <a:pt x="221961" y="921360"/>
                  </a:lnTo>
                  <a:lnTo>
                    <a:pt x="221971" y="921354"/>
                  </a:lnTo>
                  <a:lnTo>
                    <a:pt x="221978" y="921346"/>
                  </a:lnTo>
                  <a:lnTo>
                    <a:pt x="221979" y="921340"/>
                  </a:lnTo>
                  <a:lnTo>
                    <a:pt x="221976" y="921311"/>
                  </a:lnTo>
                  <a:lnTo>
                    <a:pt x="221975" y="921282"/>
                  </a:lnTo>
                  <a:lnTo>
                    <a:pt x="221972" y="921249"/>
                  </a:lnTo>
                  <a:lnTo>
                    <a:pt x="221974" y="921220"/>
                  </a:lnTo>
                  <a:lnTo>
                    <a:pt x="221986" y="921182"/>
                  </a:lnTo>
                  <a:lnTo>
                    <a:pt x="221999" y="921135"/>
                  </a:lnTo>
                  <a:lnTo>
                    <a:pt x="222025" y="921088"/>
                  </a:lnTo>
                  <a:lnTo>
                    <a:pt x="222034" y="921071"/>
                  </a:lnTo>
                  <a:lnTo>
                    <a:pt x="222053" y="921034"/>
                  </a:lnTo>
                  <a:lnTo>
                    <a:pt x="222105" y="920975"/>
                  </a:lnTo>
                  <a:lnTo>
                    <a:pt x="222123" y="920956"/>
                  </a:lnTo>
                  <a:lnTo>
                    <a:pt x="222140" y="920949"/>
                  </a:lnTo>
                  <a:lnTo>
                    <a:pt x="222149" y="920951"/>
                  </a:lnTo>
                  <a:lnTo>
                    <a:pt x="222156" y="920955"/>
                  </a:lnTo>
                  <a:lnTo>
                    <a:pt x="222168" y="920967"/>
                  </a:lnTo>
                  <a:lnTo>
                    <a:pt x="222188" y="920984"/>
                  </a:lnTo>
                  <a:lnTo>
                    <a:pt x="222197" y="920995"/>
                  </a:lnTo>
                  <a:lnTo>
                    <a:pt x="222211" y="921005"/>
                  </a:lnTo>
                  <a:lnTo>
                    <a:pt x="222226" y="921011"/>
                  </a:lnTo>
                  <a:lnTo>
                    <a:pt x="222259" y="921016"/>
                  </a:lnTo>
                  <a:lnTo>
                    <a:pt x="222292" y="921019"/>
                  </a:lnTo>
                  <a:lnTo>
                    <a:pt x="222330" y="921011"/>
                  </a:lnTo>
                  <a:lnTo>
                    <a:pt x="222366" y="921001"/>
                  </a:lnTo>
                  <a:lnTo>
                    <a:pt x="222387" y="920991"/>
                  </a:lnTo>
                  <a:lnTo>
                    <a:pt x="222419" y="920977"/>
                  </a:lnTo>
                  <a:lnTo>
                    <a:pt x="222450" y="920958"/>
                  </a:lnTo>
                  <a:lnTo>
                    <a:pt x="222476" y="920936"/>
                  </a:lnTo>
                  <a:lnTo>
                    <a:pt x="222506" y="920906"/>
                  </a:lnTo>
                  <a:lnTo>
                    <a:pt x="222521" y="920890"/>
                  </a:lnTo>
                  <a:lnTo>
                    <a:pt x="222528" y="920869"/>
                  </a:lnTo>
                  <a:lnTo>
                    <a:pt x="222539" y="920832"/>
                  </a:lnTo>
                  <a:lnTo>
                    <a:pt x="222544" y="920809"/>
                  </a:lnTo>
                  <a:lnTo>
                    <a:pt x="222547" y="920791"/>
                  </a:lnTo>
                  <a:lnTo>
                    <a:pt x="222551" y="920774"/>
                  </a:lnTo>
                  <a:lnTo>
                    <a:pt x="222551" y="920746"/>
                  </a:lnTo>
                  <a:lnTo>
                    <a:pt x="222555" y="920717"/>
                  </a:lnTo>
                  <a:lnTo>
                    <a:pt x="222558" y="920696"/>
                  </a:lnTo>
                  <a:lnTo>
                    <a:pt x="222567" y="920678"/>
                  </a:lnTo>
                  <a:lnTo>
                    <a:pt x="222575" y="920669"/>
                  </a:lnTo>
                  <a:lnTo>
                    <a:pt x="222590" y="920661"/>
                  </a:lnTo>
                  <a:lnTo>
                    <a:pt x="222597" y="920657"/>
                  </a:lnTo>
                  <a:lnTo>
                    <a:pt x="222614" y="920643"/>
                  </a:lnTo>
                  <a:lnTo>
                    <a:pt x="222627" y="920637"/>
                  </a:lnTo>
                  <a:lnTo>
                    <a:pt x="222644" y="920624"/>
                  </a:lnTo>
                  <a:lnTo>
                    <a:pt x="222652" y="920616"/>
                  </a:lnTo>
                  <a:lnTo>
                    <a:pt x="222659" y="920607"/>
                  </a:lnTo>
                  <a:lnTo>
                    <a:pt x="222666" y="920596"/>
                  </a:lnTo>
                  <a:lnTo>
                    <a:pt x="222674" y="920584"/>
                  </a:lnTo>
                  <a:lnTo>
                    <a:pt x="222687" y="920556"/>
                  </a:lnTo>
                  <a:lnTo>
                    <a:pt x="222699" y="920535"/>
                  </a:lnTo>
                  <a:lnTo>
                    <a:pt x="222749" y="920426"/>
                  </a:lnTo>
                  <a:lnTo>
                    <a:pt x="222764" y="920377"/>
                  </a:lnTo>
                  <a:lnTo>
                    <a:pt x="222771" y="920363"/>
                  </a:lnTo>
                  <a:lnTo>
                    <a:pt x="222782" y="920344"/>
                  </a:lnTo>
                  <a:lnTo>
                    <a:pt x="222791" y="920321"/>
                  </a:lnTo>
                  <a:lnTo>
                    <a:pt x="222808" y="920283"/>
                  </a:lnTo>
                  <a:lnTo>
                    <a:pt x="222816" y="920267"/>
                  </a:lnTo>
                  <a:lnTo>
                    <a:pt x="222824" y="920250"/>
                  </a:lnTo>
                  <a:lnTo>
                    <a:pt x="222831" y="920229"/>
                  </a:lnTo>
                  <a:lnTo>
                    <a:pt x="222830" y="920199"/>
                  </a:lnTo>
                  <a:lnTo>
                    <a:pt x="222833" y="920157"/>
                  </a:lnTo>
                  <a:lnTo>
                    <a:pt x="222831" y="920127"/>
                  </a:lnTo>
                  <a:lnTo>
                    <a:pt x="222827" y="920105"/>
                  </a:lnTo>
                  <a:lnTo>
                    <a:pt x="222820" y="920106"/>
                  </a:lnTo>
                  <a:lnTo>
                    <a:pt x="222805" y="920106"/>
                  </a:lnTo>
                  <a:lnTo>
                    <a:pt x="222790" y="920107"/>
                  </a:lnTo>
                  <a:lnTo>
                    <a:pt x="222773" y="920106"/>
                  </a:lnTo>
                  <a:lnTo>
                    <a:pt x="222753" y="920108"/>
                  </a:lnTo>
                  <a:lnTo>
                    <a:pt x="222725" y="920109"/>
                  </a:lnTo>
                  <a:lnTo>
                    <a:pt x="222682" y="920101"/>
                  </a:lnTo>
                  <a:lnTo>
                    <a:pt x="222654" y="920091"/>
                  </a:lnTo>
                  <a:lnTo>
                    <a:pt x="222625" y="920080"/>
                  </a:lnTo>
                  <a:lnTo>
                    <a:pt x="222600" y="920073"/>
                  </a:lnTo>
                  <a:lnTo>
                    <a:pt x="222578" y="920066"/>
                  </a:lnTo>
                  <a:lnTo>
                    <a:pt x="222559" y="920054"/>
                  </a:lnTo>
                  <a:lnTo>
                    <a:pt x="222543" y="920032"/>
                  </a:lnTo>
                  <a:lnTo>
                    <a:pt x="222530" y="920018"/>
                  </a:lnTo>
                  <a:lnTo>
                    <a:pt x="222505" y="919989"/>
                  </a:lnTo>
                  <a:lnTo>
                    <a:pt x="222484" y="919961"/>
                  </a:lnTo>
                  <a:lnTo>
                    <a:pt x="222476" y="919947"/>
                  </a:lnTo>
                  <a:lnTo>
                    <a:pt x="222466" y="919928"/>
                  </a:lnTo>
                  <a:lnTo>
                    <a:pt x="222459" y="919890"/>
                  </a:lnTo>
                  <a:lnTo>
                    <a:pt x="222452" y="919877"/>
                  </a:lnTo>
                  <a:lnTo>
                    <a:pt x="222452" y="919870"/>
                  </a:lnTo>
                  <a:lnTo>
                    <a:pt x="222455" y="919865"/>
                  </a:lnTo>
                  <a:lnTo>
                    <a:pt x="222487" y="919849"/>
                  </a:lnTo>
                  <a:lnTo>
                    <a:pt x="222522" y="919834"/>
                  </a:lnTo>
                  <a:lnTo>
                    <a:pt x="222531" y="919828"/>
                  </a:lnTo>
                  <a:lnTo>
                    <a:pt x="222552" y="919814"/>
                  </a:lnTo>
                  <a:lnTo>
                    <a:pt x="222569" y="919799"/>
                  </a:lnTo>
                  <a:lnTo>
                    <a:pt x="222590" y="919772"/>
                  </a:lnTo>
                  <a:lnTo>
                    <a:pt x="222606" y="919754"/>
                  </a:lnTo>
                  <a:lnTo>
                    <a:pt x="222617" y="919739"/>
                  </a:lnTo>
                  <a:lnTo>
                    <a:pt x="222645" y="919724"/>
                  </a:lnTo>
                  <a:lnTo>
                    <a:pt x="222662" y="919715"/>
                  </a:lnTo>
                  <a:lnTo>
                    <a:pt x="222680" y="919694"/>
                  </a:lnTo>
                  <a:lnTo>
                    <a:pt x="222691" y="919672"/>
                  </a:lnTo>
                  <a:lnTo>
                    <a:pt x="222686" y="919660"/>
                  </a:lnTo>
                  <a:lnTo>
                    <a:pt x="222693" y="919636"/>
                  </a:lnTo>
                  <a:lnTo>
                    <a:pt x="222698" y="919624"/>
                  </a:lnTo>
                  <a:lnTo>
                    <a:pt x="222700" y="919619"/>
                  </a:lnTo>
                  <a:lnTo>
                    <a:pt x="222715" y="919603"/>
                  </a:lnTo>
                  <a:lnTo>
                    <a:pt x="222725" y="919593"/>
                  </a:lnTo>
                  <a:lnTo>
                    <a:pt x="222733" y="919583"/>
                  </a:lnTo>
                  <a:lnTo>
                    <a:pt x="222751" y="919566"/>
                  </a:lnTo>
                  <a:lnTo>
                    <a:pt x="222768" y="919546"/>
                  </a:lnTo>
                  <a:lnTo>
                    <a:pt x="222789" y="919527"/>
                  </a:lnTo>
                  <a:lnTo>
                    <a:pt x="222807" y="919505"/>
                  </a:lnTo>
                  <a:lnTo>
                    <a:pt x="222848" y="919461"/>
                  </a:lnTo>
                  <a:lnTo>
                    <a:pt x="222916" y="919364"/>
                  </a:lnTo>
                  <a:lnTo>
                    <a:pt x="222921" y="919286"/>
                  </a:lnTo>
                  <a:lnTo>
                    <a:pt x="222924" y="919254"/>
                  </a:lnTo>
                  <a:lnTo>
                    <a:pt x="222922" y="919235"/>
                  </a:lnTo>
                  <a:lnTo>
                    <a:pt x="222922" y="919219"/>
                  </a:lnTo>
                  <a:lnTo>
                    <a:pt x="222922" y="919210"/>
                  </a:lnTo>
                  <a:lnTo>
                    <a:pt x="222943" y="919202"/>
                  </a:lnTo>
                  <a:lnTo>
                    <a:pt x="222952" y="919200"/>
                  </a:lnTo>
                  <a:lnTo>
                    <a:pt x="222979" y="919190"/>
                  </a:lnTo>
                  <a:lnTo>
                    <a:pt x="223000" y="919183"/>
                  </a:lnTo>
                  <a:lnTo>
                    <a:pt x="223014" y="919173"/>
                  </a:lnTo>
                  <a:lnTo>
                    <a:pt x="223020" y="919135"/>
                  </a:lnTo>
                  <a:lnTo>
                    <a:pt x="223045" y="919080"/>
                  </a:lnTo>
                  <a:lnTo>
                    <a:pt x="223062" y="919035"/>
                  </a:lnTo>
                  <a:lnTo>
                    <a:pt x="223082" y="918995"/>
                  </a:lnTo>
                  <a:lnTo>
                    <a:pt x="223103" y="918951"/>
                  </a:lnTo>
                  <a:lnTo>
                    <a:pt x="223116" y="918909"/>
                  </a:lnTo>
                  <a:lnTo>
                    <a:pt x="223141" y="918902"/>
                  </a:lnTo>
                  <a:lnTo>
                    <a:pt x="223215" y="918859"/>
                  </a:lnTo>
                  <a:lnTo>
                    <a:pt x="223266" y="918833"/>
                  </a:lnTo>
                  <a:lnTo>
                    <a:pt x="223310" y="918811"/>
                  </a:lnTo>
                  <a:lnTo>
                    <a:pt x="223340" y="918794"/>
                  </a:lnTo>
                  <a:lnTo>
                    <a:pt x="223372" y="918771"/>
                  </a:lnTo>
                  <a:lnTo>
                    <a:pt x="223384" y="918753"/>
                  </a:lnTo>
                  <a:lnTo>
                    <a:pt x="223428" y="918651"/>
                  </a:lnTo>
                  <a:lnTo>
                    <a:pt x="223441" y="918624"/>
                  </a:lnTo>
                  <a:lnTo>
                    <a:pt x="223421" y="918604"/>
                  </a:lnTo>
                  <a:lnTo>
                    <a:pt x="223400" y="918584"/>
                  </a:lnTo>
                  <a:lnTo>
                    <a:pt x="223383" y="918570"/>
                  </a:lnTo>
                  <a:lnTo>
                    <a:pt x="223363" y="918551"/>
                  </a:lnTo>
                  <a:lnTo>
                    <a:pt x="223357" y="918543"/>
                  </a:lnTo>
                  <a:lnTo>
                    <a:pt x="223349" y="918532"/>
                  </a:lnTo>
                  <a:lnTo>
                    <a:pt x="223342" y="918522"/>
                  </a:lnTo>
                  <a:lnTo>
                    <a:pt x="223338" y="918512"/>
                  </a:lnTo>
                  <a:lnTo>
                    <a:pt x="223337" y="918507"/>
                  </a:lnTo>
                  <a:lnTo>
                    <a:pt x="223338" y="918488"/>
                  </a:lnTo>
                  <a:lnTo>
                    <a:pt x="223338" y="918464"/>
                  </a:lnTo>
                  <a:lnTo>
                    <a:pt x="223340" y="918458"/>
                  </a:lnTo>
                  <a:lnTo>
                    <a:pt x="223340" y="918450"/>
                  </a:lnTo>
                  <a:lnTo>
                    <a:pt x="223343" y="918430"/>
                  </a:lnTo>
                  <a:lnTo>
                    <a:pt x="223353" y="918404"/>
                  </a:lnTo>
                  <a:lnTo>
                    <a:pt x="223365" y="918380"/>
                  </a:lnTo>
                  <a:lnTo>
                    <a:pt x="223369" y="918371"/>
                  </a:lnTo>
                  <a:lnTo>
                    <a:pt x="223368" y="918360"/>
                  </a:lnTo>
                  <a:lnTo>
                    <a:pt x="223361" y="918334"/>
                  </a:lnTo>
                  <a:lnTo>
                    <a:pt x="223361" y="918326"/>
                  </a:lnTo>
                  <a:lnTo>
                    <a:pt x="223363" y="918317"/>
                  </a:lnTo>
                  <a:lnTo>
                    <a:pt x="223374" y="918312"/>
                  </a:lnTo>
                  <a:lnTo>
                    <a:pt x="223390" y="918309"/>
                  </a:lnTo>
                  <a:lnTo>
                    <a:pt x="223413" y="918308"/>
                  </a:lnTo>
                  <a:lnTo>
                    <a:pt x="223426" y="918305"/>
                  </a:lnTo>
                  <a:lnTo>
                    <a:pt x="223436" y="918299"/>
                  </a:lnTo>
                  <a:lnTo>
                    <a:pt x="223440" y="918290"/>
                  </a:lnTo>
                  <a:lnTo>
                    <a:pt x="223441" y="918279"/>
                  </a:lnTo>
                  <a:lnTo>
                    <a:pt x="223438" y="918271"/>
                  </a:lnTo>
                  <a:lnTo>
                    <a:pt x="223434" y="918263"/>
                  </a:lnTo>
                  <a:lnTo>
                    <a:pt x="223426" y="918254"/>
                  </a:lnTo>
                  <a:lnTo>
                    <a:pt x="223423" y="918247"/>
                  </a:lnTo>
                  <a:lnTo>
                    <a:pt x="223420" y="918237"/>
                  </a:lnTo>
                  <a:lnTo>
                    <a:pt x="223417" y="918229"/>
                  </a:lnTo>
                  <a:lnTo>
                    <a:pt x="223420" y="918224"/>
                  </a:lnTo>
                  <a:lnTo>
                    <a:pt x="223431" y="918220"/>
                  </a:lnTo>
                  <a:lnTo>
                    <a:pt x="223447" y="918220"/>
                  </a:lnTo>
                  <a:lnTo>
                    <a:pt x="223462" y="918223"/>
                  </a:lnTo>
                  <a:lnTo>
                    <a:pt x="223492" y="918221"/>
                  </a:lnTo>
                  <a:lnTo>
                    <a:pt x="223532" y="918220"/>
                  </a:lnTo>
                  <a:lnTo>
                    <a:pt x="223575" y="918209"/>
                  </a:lnTo>
                  <a:lnTo>
                    <a:pt x="223638" y="918204"/>
                  </a:lnTo>
                  <a:lnTo>
                    <a:pt x="223755" y="918198"/>
                  </a:lnTo>
                  <a:lnTo>
                    <a:pt x="223811" y="918192"/>
                  </a:lnTo>
                  <a:lnTo>
                    <a:pt x="223873" y="918177"/>
                  </a:lnTo>
                  <a:lnTo>
                    <a:pt x="223904" y="918162"/>
                  </a:lnTo>
                  <a:lnTo>
                    <a:pt x="223936" y="918140"/>
                  </a:lnTo>
                  <a:lnTo>
                    <a:pt x="223963" y="918118"/>
                  </a:lnTo>
                  <a:lnTo>
                    <a:pt x="223968" y="918110"/>
                  </a:lnTo>
                  <a:lnTo>
                    <a:pt x="223986" y="918096"/>
                  </a:lnTo>
                  <a:lnTo>
                    <a:pt x="223997" y="918085"/>
                  </a:lnTo>
                  <a:lnTo>
                    <a:pt x="223999" y="918078"/>
                  </a:lnTo>
                  <a:lnTo>
                    <a:pt x="223994" y="918066"/>
                  </a:lnTo>
                  <a:lnTo>
                    <a:pt x="223983" y="918051"/>
                  </a:lnTo>
                  <a:lnTo>
                    <a:pt x="223977" y="918042"/>
                  </a:lnTo>
                  <a:lnTo>
                    <a:pt x="223960" y="918023"/>
                  </a:lnTo>
                  <a:lnTo>
                    <a:pt x="223947" y="917999"/>
                  </a:lnTo>
                  <a:lnTo>
                    <a:pt x="223937" y="917975"/>
                  </a:lnTo>
                  <a:lnTo>
                    <a:pt x="223919" y="917934"/>
                  </a:lnTo>
                  <a:lnTo>
                    <a:pt x="223903" y="917909"/>
                  </a:lnTo>
                  <a:lnTo>
                    <a:pt x="223894" y="917864"/>
                  </a:lnTo>
                  <a:lnTo>
                    <a:pt x="223890" y="917817"/>
                  </a:lnTo>
                  <a:lnTo>
                    <a:pt x="223888" y="917805"/>
                  </a:lnTo>
                  <a:lnTo>
                    <a:pt x="223878" y="917777"/>
                  </a:lnTo>
                  <a:lnTo>
                    <a:pt x="223854" y="917743"/>
                  </a:lnTo>
                  <a:lnTo>
                    <a:pt x="223842" y="917721"/>
                  </a:lnTo>
                  <a:lnTo>
                    <a:pt x="223834" y="917707"/>
                  </a:lnTo>
                  <a:lnTo>
                    <a:pt x="223830" y="917701"/>
                  </a:lnTo>
                  <a:lnTo>
                    <a:pt x="223815" y="917675"/>
                  </a:lnTo>
                  <a:lnTo>
                    <a:pt x="223812" y="917664"/>
                  </a:lnTo>
                  <a:lnTo>
                    <a:pt x="223810" y="917655"/>
                  </a:lnTo>
                  <a:lnTo>
                    <a:pt x="223804" y="917640"/>
                  </a:lnTo>
                  <a:lnTo>
                    <a:pt x="223786" y="917624"/>
                  </a:lnTo>
                  <a:lnTo>
                    <a:pt x="223759" y="917596"/>
                  </a:lnTo>
                  <a:lnTo>
                    <a:pt x="223743" y="917573"/>
                  </a:lnTo>
                  <a:lnTo>
                    <a:pt x="223730" y="917548"/>
                  </a:lnTo>
                  <a:lnTo>
                    <a:pt x="223728" y="917540"/>
                  </a:lnTo>
                  <a:lnTo>
                    <a:pt x="223725" y="917534"/>
                  </a:lnTo>
                  <a:lnTo>
                    <a:pt x="223719" y="917511"/>
                  </a:lnTo>
                  <a:lnTo>
                    <a:pt x="223716" y="917490"/>
                  </a:lnTo>
                  <a:lnTo>
                    <a:pt x="223712" y="917472"/>
                  </a:lnTo>
                  <a:lnTo>
                    <a:pt x="223690" y="917403"/>
                  </a:lnTo>
                  <a:lnTo>
                    <a:pt x="223670" y="917342"/>
                  </a:lnTo>
                  <a:lnTo>
                    <a:pt x="223671" y="917319"/>
                  </a:lnTo>
                  <a:lnTo>
                    <a:pt x="223669" y="917310"/>
                  </a:lnTo>
                  <a:lnTo>
                    <a:pt x="223663" y="917306"/>
                  </a:lnTo>
                  <a:lnTo>
                    <a:pt x="223642" y="917294"/>
                  </a:lnTo>
                  <a:lnTo>
                    <a:pt x="223634" y="917287"/>
                  </a:lnTo>
                  <a:lnTo>
                    <a:pt x="223628" y="917283"/>
                  </a:lnTo>
                  <a:lnTo>
                    <a:pt x="223605" y="917265"/>
                  </a:lnTo>
                  <a:lnTo>
                    <a:pt x="223589" y="917251"/>
                  </a:lnTo>
                  <a:lnTo>
                    <a:pt x="223577" y="917242"/>
                  </a:lnTo>
                  <a:lnTo>
                    <a:pt x="223571" y="917234"/>
                  </a:lnTo>
                  <a:lnTo>
                    <a:pt x="223559" y="917219"/>
                  </a:lnTo>
                  <a:lnTo>
                    <a:pt x="223556" y="917215"/>
                  </a:lnTo>
                  <a:lnTo>
                    <a:pt x="223544" y="917195"/>
                  </a:lnTo>
                  <a:lnTo>
                    <a:pt x="223537" y="917176"/>
                  </a:lnTo>
                  <a:lnTo>
                    <a:pt x="223535" y="917165"/>
                  </a:lnTo>
                  <a:lnTo>
                    <a:pt x="223531" y="917147"/>
                  </a:lnTo>
                  <a:lnTo>
                    <a:pt x="223507" y="917119"/>
                  </a:lnTo>
                  <a:lnTo>
                    <a:pt x="223491" y="917099"/>
                  </a:lnTo>
                  <a:lnTo>
                    <a:pt x="223444" y="917055"/>
                  </a:lnTo>
                  <a:lnTo>
                    <a:pt x="223424" y="917034"/>
                  </a:lnTo>
                  <a:lnTo>
                    <a:pt x="223415" y="917019"/>
                  </a:lnTo>
                  <a:lnTo>
                    <a:pt x="223409" y="917002"/>
                  </a:lnTo>
                  <a:lnTo>
                    <a:pt x="223408" y="916980"/>
                  </a:lnTo>
                  <a:lnTo>
                    <a:pt x="223408" y="916961"/>
                  </a:lnTo>
                  <a:lnTo>
                    <a:pt x="223404" y="916926"/>
                  </a:lnTo>
                  <a:lnTo>
                    <a:pt x="223404" y="916889"/>
                  </a:lnTo>
                  <a:lnTo>
                    <a:pt x="223430" y="916844"/>
                  </a:lnTo>
                  <a:lnTo>
                    <a:pt x="223449" y="916814"/>
                  </a:lnTo>
                  <a:lnTo>
                    <a:pt x="223468" y="916798"/>
                  </a:lnTo>
                  <a:lnTo>
                    <a:pt x="223513" y="916759"/>
                  </a:lnTo>
                  <a:lnTo>
                    <a:pt x="223529" y="916744"/>
                  </a:lnTo>
                  <a:lnTo>
                    <a:pt x="223541" y="916728"/>
                  </a:lnTo>
                  <a:lnTo>
                    <a:pt x="223559" y="916700"/>
                  </a:lnTo>
                  <a:lnTo>
                    <a:pt x="223568" y="916680"/>
                  </a:lnTo>
                  <a:lnTo>
                    <a:pt x="223577" y="916658"/>
                  </a:lnTo>
                  <a:lnTo>
                    <a:pt x="223581" y="916636"/>
                  </a:lnTo>
                  <a:lnTo>
                    <a:pt x="223591" y="916607"/>
                  </a:lnTo>
                  <a:lnTo>
                    <a:pt x="223600" y="916584"/>
                  </a:lnTo>
                  <a:lnTo>
                    <a:pt x="223602" y="916577"/>
                  </a:lnTo>
                  <a:lnTo>
                    <a:pt x="223602" y="916545"/>
                  </a:lnTo>
                  <a:lnTo>
                    <a:pt x="223599" y="916523"/>
                  </a:lnTo>
                  <a:lnTo>
                    <a:pt x="223599" y="916499"/>
                  </a:lnTo>
                  <a:lnTo>
                    <a:pt x="223598" y="916465"/>
                  </a:lnTo>
                  <a:lnTo>
                    <a:pt x="223598" y="916436"/>
                  </a:lnTo>
                  <a:lnTo>
                    <a:pt x="223597" y="916427"/>
                  </a:lnTo>
                  <a:lnTo>
                    <a:pt x="223588" y="916423"/>
                  </a:lnTo>
                  <a:lnTo>
                    <a:pt x="223575" y="916419"/>
                  </a:lnTo>
                  <a:lnTo>
                    <a:pt x="223552" y="916409"/>
                  </a:lnTo>
                  <a:lnTo>
                    <a:pt x="223539" y="916405"/>
                  </a:lnTo>
                  <a:lnTo>
                    <a:pt x="223521" y="916395"/>
                  </a:lnTo>
                  <a:lnTo>
                    <a:pt x="223505" y="916386"/>
                  </a:lnTo>
                  <a:lnTo>
                    <a:pt x="223481" y="916361"/>
                  </a:lnTo>
                  <a:lnTo>
                    <a:pt x="223455" y="916334"/>
                  </a:lnTo>
                  <a:lnTo>
                    <a:pt x="223438" y="916317"/>
                  </a:lnTo>
                  <a:lnTo>
                    <a:pt x="223404" y="916283"/>
                  </a:lnTo>
                  <a:lnTo>
                    <a:pt x="223383" y="916269"/>
                  </a:lnTo>
                  <a:lnTo>
                    <a:pt x="223348" y="916242"/>
                  </a:lnTo>
                  <a:lnTo>
                    <a:pt x="223329" y="916229"/>
                  </a:lnTo>
                  <a:lnTo>
                    <a:pt x="223319" y="916202"/>
                  </a:lnTo>
                  <a:lnTo>
                    <a:pt x="223305" y="916174"/>
                  </a:lnTo>
                  <a:lnTo>
                    <a:pt x="223285" y="916144"/>
                  </a:lnTo>
                  <a:lnTo>
                    <a:pt x="223273" y="916123"/>
                  </a:lnTo>
                  <a:lnTo>
                    <a:pt x="223260" y="916082"/>
                  </a:lnTo>
                  <a:lnTo>
                    <a:pt x="223258" y="916075"/>
                  </a:lnTo>
                  <a:lnTo>
                    <a:pt x="223254" y="916053"/>
                  </a:lnTo>
                  <a:lnTo>
                    <a:pt x="223251" y="916031"/>
                  </a:lnTo>
                  <a:lnTo>
                    <a:pt x="223254" y="915998"/>
                  </a:lnTo>
                  <a:lnTo>
                    <a:pt x="223257" y="915977"/>
                  </a:lnTo>
                  <a:lnTo>
                    <a:pt x="223262" y="915956"/>
                  </a:lnTo>
                  <a:lnTo>
                    <a:pt x="223261" y="915951"/>
                  </a:lnTo>
                  <a:lnTo>
                    <a:pt x="223255" y="915950"/>
                  </a:lnTo>
                  <a:lnTo>
                    <a:pt x="223231" y="915945"/>
                  </a:lnTo>
                  <a:lnTo>
                    <a:pt x="223217" y="915939"/>
                  </a:lnTo>
                  <a:lnTo>
                    <a:pt x="223202" y="915936"/>
                  </a:lnTo>
                  <a:lnTo>
                    <a:pt x="223182" y="915924"/>
                  </a:lnTo>
                  <a:lnTo>
                    <a:pt x="223164" y="915915"/>
                  </a:lnTo>
                  <a:lnTo>
                    <a:pt x="223135" y="915900"/>
                  </a:lnTo>
                  <a:lnTo>
                    <a:pt x="223114" y="915890"/>
                  </a:lnTo>
                  <a:lnTo>
                    <a:pt x="223091" y="915875"/>
                  </a:lnTo>
                  <a:lnTo>
                    <a:pt x="223076" y="915841"/>
                  </a:lnTo>
                  <a:lnTo>
                    <a:pt x="223058" y="915822"/>
                  </a:lnTo>
                  <a:lnTo>
                    <a:pt x="223045" y="915806"/>
                  </a:lnTo>
                  <a:lnTo>
                    <a:pt x="223021" y="915780"/>
                  </a:lnTo>
                  <a:lnTo>
                    <a:pt x="223016" y="915776"/>
                  </a:lnTo>
                  <a:lnTo>
                    <a:pt x="223002" y="915764"/>
                  </a:lnTo>
                  <a:lnTo>
                    <a:pt x="222976" y="915735"/>
                  </a:lnTo>
                  <a:lnTo>
                    <a:pt x="222954" y="915712"/>
                  </a:lnTo>
                  <a:lnTo>
                    <a:pt x="222936" y="915693"/>
                  </a:lnTo>
                  <a:lnTo>
                    <a:pt x="222937" y="915686"/>
                  </a:lnTo>
                  <a:lnTo>
                    <a:pt x="222939" y="915675"/>
                  </a:lnTo>
                  <a:lnTo>
                    <a:pt x="222940" y="915660"/>
                  </a:lnTo>
                  <a:lnTo>
                    <a:pt x="222939" y="915648"/>
                  </a:lnTo>
                  <a:lnTo>
                    <a:pt x="222931" y="915632"/>
                  </a:lnTo>
                  <a:lnTo>
                    <a:pt x="222924" y="915610"/>
                  </a:lnTo>
                  <a:lnTo>
                    <a:pt x="222922" y="915591"/>
                  </a:lnTo>
                  <a:lnTo>
                    <a:pt x="222923" y="915577"/>
                  </a:lnTo>
                  <a:lnTo>
                    <a:pt x="222929" y="915558"/>
                  </a:lnTo>
                  <a:lnTo>
                    <a:pt x="222946" y="915529"/>
                  </a:lnTo>
                  <a:lnTo>
                    <a:pt x="222951" y="915516"/>
                  </a:lnTo>
                  <a:lnTo>
                    <a:pt x="222961" y="915476"/>
                  </a:lnTo>
                  <a:lnTo>
                    <a:pt x="222956" y="915443"/>
                  </a:lnTo>
                  <a:lnTo>
                    <a:pt x="222947" y="915416"/>
                  </a:lnTo>
                  <a:lnTo>
                    <a:pt x="222933" y="915395"/>
                  </a:lnTo>
                  <a:lnTo>
                    <a:pt x="222910" y="915368"/>
                  </a:lnTo>
                  <a:lnTo>
                    <a:pt x="222883" y="915349"/>
                  </a:lnTo>
                  <a:lnTo>
                    <a:pt x="222813" y="915280"/>
                  </a:lnTo>
                  <a:lnTo>
                    <a:pt x="222808" y="915271"/>
                  </a:lnTo>
                  <a:lnTo>
                    <a:pt x="222794" y="915247"/>
                  </a:lnTo>
                  <a:lnTo>
                    <a:pt x="222784" y="915229"/>
                  </a:lnTo>
                  <a:lnTo>
                    <a:pt x="222773" y="915202"/>
                  </a:lnTo>
                  <a:lnTo>
                    <a:pt x="222766" y="915181"/>
                  </a:lnTo>
                  <a:lnTo>
                    <a:pt x="222764" y="915170"/>
                  </a:lnTo>
                  <a:lnTo>
                    <a:pt x="222761" y="915154"/>
                  </a:lnTo>
                  <a:lnTo>
                    <a:pt x="222749" y="915128"/>
                  </a:lnTo>
                  <a:lnTo>
                    <a:pt x="222722" y="915049"/>
                  </a:lnTo>
                  <a:lnTo>
                    <a:pt x="222699" y="914973"/>
                  </a:lnTo>
                  <a:lnTo>
                    <a:pt x="222686" y="914949"/>
                  </a:lnTo>
                  <a:lnTo>
                    <a:pt x="222675" y="914939"/>
                  </a:lnTo>
                  <a:lnTo>
                    <a:pt x="222664" y="914935"/>
                  </a:lnTo>
                  <a:lnTo>
                    <a:pt x="222656" y="914935"/>
                  </a:lnTo>
                  <a:lnTo>
                    <a:pt x="222644" y="914938"/>
                  </a:lnTo>
                  <a:lnTo>
                    <a:pt x="222630" y="914942"/>
                  </a:lnTo>
                  <a:lnTo>
                    <a:pt x="222617" y="914944"/>
                  </a:lnTo>
                  <a:lnTo>
                    <a:pt x="222598" y="914947"/>
                  </a:lnTo>
                  <a:lnTo>
                    <a:pt x="222588" y="914945"/>
                  </a:lnTo>
                  <a:lnTo>
                    <a:pt x="222575" y="914937"/>
                  </a:lnTo>
                  <a:lnTo>
                    <a:pt x="222569" y="914931"/>
                  </a:lnTo>
                  <a:lnTo>
                    <a:pt x="222565" y="914927"/>
                  </a:lnTo>
                  <a:lnTo>
                    <a:pt x="222556" y="914918"/>
                  </a:lnTo>
                  <a:lnTo>
                    <a:pt x="222553" y="914895"/>
                  </a:lnTo>
                  <a:lnTo>
                    <a:pt x="222552" y="914866"/>
                  </a:lnTo>
                  <a:lnTo>
                    <a:pt x="222559" y="914788"/>
                  </a:lnTo>
                  <a:lnTo>
                    <a:pt x="222563" y="914764"/>
                  </a:lnTo>
                  <a:lnTo>
                    <a:pt x="222563" y="914695"/>
                  </a:lnTo>
                  <a:lnTo>
                    <a:pt x="222562" y="914660"/>
                  </a:lnTo>
                  <a:lnTo>
                    <a:pt x="222552" y="914611"/>
                  </a:lnTo>
                  <a:lnTo>
                    <a:pt x="222535" y="914576"/>
                  </a:lnTo>
                  <a:lnTo>
                    <a:pt x="222524" y="914542"/>
                  </a:lnTo>
                  <a:lnTo>
                    <a:pt x="222527" y="914517"/>
                  </a:lnTo>
                  <a:lnTo>
                    <a:pt x="222536" y="914499"/>
                  </a:lnTo>
                  <a:lnTo>
                    <a:pt x="222548" y="914487"/>
                  </a:lnTo>
                  <a:lnTo>
                    <a:pt x="222560" y="914472"/>
                  </a:lnTo>
                  <a:lnTo>
                    <a:pt x="222571" y="914457"/>
                  </a:lnTo>
                  <a:lnTo>
                    <a:pt x="222574" y="914454"/>
                  </a:lnTo>
                  <a:lnTo>
                    <a:pt x="222595" y="914444"/>
                  </a:lnTo>
                  <a:lnTo>
                    <a:pt x="222621" y="914433"/>
                  </a:lnTo>
                  <a:lnTo>
                    <a:pt x="222694" y="914425"/>
                  </a:lnTo>
                  <a:lnTo>
                    <a:pt x="222728" y="914410"/>
                  </a:lnTo>
                  <a:lnTo>
                    <a:pt x="222753" y="914392"/>
                  </a:lnTo>
                  <a:lnTo>
                    <a:pt x="222783" y="914360"/>
                  </a:lnTo>
                  <a:lnTo>
                    <a:pt x="222820" y="914339"/>
                  </a:lnTo>
                  <a:lnTo>
                    <a:pt x="222851" y="914335"/>
                  </a:lnTo>
                  <a:lnTo>
                    <a:pt x="222878" y="914338"/>
                  </a:lnTo>
                  <a:lnTo>
                    <a:pt x="222908" y="914357"/>
                  </a:lnTo>
                  <a:lnTo>
                    <a:pt x="222946" y="914382"/>
                  </a:lnTo>
                  <a:lnTo>
                    <a:pt x="222956" y="914388"/>
                  </a:lnTo>
                  <a:lnTo>
                    <a:pt x="222970" y="914397"/>
                  </a:lnTo>
                  <a:lnTo>
                    <a:pt x="222976" y="914397"/>
                  </a:lnTo>
                  <a:lnTo>
                    <a:pt x="222978" y="914387"/>
                  </a:lnTo>
                  <a:lnTo>
                    <a:pt x="222976" y="914376"/>
                  </a:lnTo>
                  <a:lnTo>
                    <a:pt x="222971" y="914359"/>
                  </a:lnTo>
                  <a:lnTo>
                    <a:pt x="222960" y="914342"/>
                  </a:lnTo>
                  <a:lnTo>
                    <a:pt x="222956" y="914334"/>
                  </a:lnTo>
                  <a:lnTo>
                    <a:pt x="222947" y="914321"/>
                  </a:lnTo>
                  <a:lnTo>
                    <a:pt x="222939" y="914301"/>
                  </a:lnTo>
                  <a:lnTo>
                    <a:pt x="222945" y="914283"/>
                  </a:lnTo>
                  <a:lnTo>
                    <a:pt x="222979" y="914250"/>
                  </a:lnTo>
                  <a:lnTo>
                    <a:pt x="223016" y="914200"/>
                  </a:lnTo>
                  <a:lnTo>
                    <a:pt x="223048" y="914167"/>
                  </a:lnTo>
                  <a:lnTo>
                    <a:pt x="223084" y="914137"/>
                  </a:lnTo>
                  <a:lnTo>
                    <a:pt x="223115" y="914113"/>
                  </a:lnTo>
                  <a:lnTo>
                    <a:pt x="223135" y="914064"/>
                  </a:lnTo>
                  <a:lnTo>
                    <a:pt x="223158" y="913966"/>
                  </a:lnTo>
                  <a:lnTo>
                    <a:pt x="223164" y="913953"/>
                  </a:lnTo>
                  <a:lnTo>
                    <a:pt x="223167" y="913936"/>
                  </a:lnTo>
                  <a:lnTo>
                    <a:pt x="223177" y="913918"/>
                  </a:lnTo>
                  <a:lnTo>
                    <a:pt x="223186" y="913887"/>
                  </a:lnTo>
                  <a:lnTo>
                    <a:pt x="223189" y="913870"/>
                  </a:lnTo>
                  <a:lnTo>
                    <a:pt x="223187" y="913849"/>
                  </a:lnTo>
                  <a:lnTo>
                    <a:pt x="223186" y="913831"/>
                  </a:lnTo>
                  <a:lnTo>
                    <a:pt x="223188" y="913816"/>
                  </a:lnTo>
                  <a:lnTo>
                    <a:pt x="223197" y="913785"/>
                  </a:lnTo>
                  <a:lnTo>
                    <a:pt x="223199" y="913769"/>
                  </a:lnTo>
                  <a:lnTo>
                    <a:pt x="223208" y="913731"/>
                  </a:lnTo>
                  <a:lnTo>
                    <a:pt x="223201" y="913695"/>
                  </a:lnTo>
                  <a:lnTo>
                    <a:pt x="223190" y="913675"/>
                  </a:lnTo>
                  <a:lnTo>
                    <a:pt x="223146" y="913639"/>
                  </a:lnTo>
                  <a:lnTo>
                    <a:pt x="223051" y="913580"/>
                  </a:lnTo>
                  <a:lnTo>
                    <a:pt x="222998" y="913539"/>
                  </a:lnTo>
                  <a:lnTo>
                    <a:pt x="222949" y="913484"/>
                  </a:lnTo>
                  <a:lnTo>
                    <a:pt x="222935" y="913466"/>
                  </a:lnTo>
                  <a:lnTo>
                    <a:pt x="222933" y="913448"/>
                  </a:lnTo>
                  <a:lnTo>
                    <a:pt x="222937" y="913425"/>
                  </a:lnTo>
                  <a:lnTo>
                    <a:pt x="222955" y="913386"/>
                  </a:lnTo>
                  <a:lnTo>
                    <a:pt x="222970" y="913355"/>
                  </a:lnTo>
                  <a:lnTo>
                    <a:pt x="222974" y="913342"/>
                  </a:lnTo>
                  <a:lnTo>
                    <a:pt x="222981" y="913324"/>
                  </a:lnTo>
                  <a:lnTo>
                    <a:pt x="222991" y="913312"/>
                  </a:lnTo>
                  <a:lnTo>
                    <a:pt x="223003" y="913303"/>
                  </a:lnTo>
                  <a:lnTo>
                    <a:pt x="223012" y="913294"/>
                  </a:lnTo>
                  <a:lnTo>
                    <a:pt x="223017" y="913278"/>
                  </a:lnTo>
                  <a:lnTo>
                    <a:pt x="223021" y="913249"/>
                  </a:lnTo>
                  <a:lnTo>
                    <a:pt x="223023" y="913222"/>
                  </a:lnTo>
                  <a:lnTo>
                    <a:pt x="223026" y="913208"/>
                  </a:lnTo>
                  <a:lnTo>
                    <a:pt x="223037" y="913196"/>
                  </a:lnTo>
                  <a:lnTo>
                    <a:pt x="223052" y="913190"/>
                  </a:lnTo>
                  <a:lnTo>
                    <a:pt x="223106" y="913190"/>
                  </a:lnTo>
                  <a:lnTo>
                    <a:pt x="223218" y="913188"/>
                  </a:lnTo>
                  <a:lnTo>
                    <a:pt x="223261" y="913184"/>
                  </a:lnTo>
                  <a:lnTo>
                    <a:pt x="223271" y="913181"/>
                  </a:lnTo>
                  <a:lnTo>
                    <a:pt x="223276" y="913175"/>
                  </a:lnTo>
                  <a:lnTo>
                    <a:pt x="223285" y="913164"/>
                  </a:lnTo>
                  <a:lnTo>
                    <a:pt x="223289" y="913157"/>
                  </a:lnTo>
                  <a:lnTo>
                    <a:pt x="223289" y="913150"/>
                  </a:lnTo>
                  <a:lnTo>
                    <a:pt x="223292" y="913125"/>
                  </a:lnTo>
                  <a:lnTo>
                    <a:pt x="223297" y="913092"/>
                  </a:lnTo>
                  <a:lnTo>
                    <a:pt x="223308" y="913069"/>
                  </a:lnTo>
                  <a:lnTo>
                    <a:pt x="223326" y="913048"/>
                  </a:lnTo>
                  <a:lnTo>
                    <a:pt x="223346" y="913034"/>
                  </a:lnTo>
                  <a:lnTo>
                    <a:pt x="223384" y="913017"/>
                  </a:lnTo>
                  <a:lnTo>
                    <a:pt x="223413" y="912988"/>
                  </a:lnTo>
                  <a:lnTo>
                    <a:pt x="223436" y="912969"/>
                  </a:lnTo>
                  <a:lnTo>
                    <a:pt x="223485" y="912948"/>
                  </a:lnTo>
                  <a:lnTo>
                    <a:pt x="223583" y="912917"/>
                  </a:lnTo>
                  <a:lnTo>
                    <a:pt x="223618" y="912896"/>
                  </a:lnTo>
                  <a:lnTo>
                    <a:pt x="223624" y="912887"/>
                  </a:lnTo>
                  <a:lnTo>
                    <a:pt x="223624" y="912874"/>
                  </a:lnTo>
                  <a:lnTo>
                    <a:pt x="223617" y="912852"/>
                  </a:lnTo>
                  <a:lnTo>
                    <a:pt x="223600" y="912817"/>
                  </a:lnTo>
                  <a:lnTo>
                    <a:pt x="223595" y="912799"/>
                  </a:lnTo>
                  <a:lnTo>
                    <a:pt x="223593" y="912773"/>
                  </a:lnTo>
                  <a:lnTo>
                    <a:pt x="223594" y="912741"/>
                  </a:lnTo>
                  <a:lnTo>
                    <a:pt x="223595" y="912711"/>
                  </a:lnTo>
                  <a:lnTo>
                    <a:pt x="223588" y="912683"/>
                  </a:lnTo>
                  <a:lnTo>
                    <a:pt x="223587" y="912664"/>
                  </a:lnTo>
                  <a:lnTo>
                    <a:pt x="223599" y="912616"/>
                  </a:lnTo>
                  <a:lnTo>
                    <a:pt x="223636" y="912553"/>
                  </a:lnTo>
                  <a:lnTo>
                    <a:pt x="223655" y="912520"/>
                  </a:lnTo>
                  <a:lnTo>
                    <a:pt x="223655" y="912515"/>
                  </a:lnTo>
                  <a:lnTo>
                    <a:pt x="223648" y="912510"/>
                  </a:lnTo>
                  <a:lnTo>
                    <a:pt x="223630" y="912505"/>
                  </a:lnTo>
                  <a:lnTo>
                    <a:pt x="223594" y="912505"/>
                  </a:lnTo>
                  <a:lnTo>
                    <a:pt x="223577" y="912496"/>
                  </a:lnTo>
                  <a:lnTo>
                    <a:pt x="223528" y="912469"/>
                  </a:lnTo>
                  <a:lnTo>
                    <a:pt x="223497" y="912467"/>
                  </a:lnTo>
                  <a:lnTo>
                    <a:pt x="223457" y="912459"/>
                  </a:lnTo>
                  <a:lnTo>
                    <a:pt x="223449" y="912454"/>
                  </a:lnTo>
                  <a:lnTo>
                    <a:pt x="223417" y="912434"/>
                  </a:lnTo>
                  <a:lnTo>
                    <a:pt x="223395" y="912419"/>
                  </a:lnTo>
                  <a:lnTo>
                    <a:pt x="223379" y="912402"/>
                  </a:lnTo>
                  <a:lnTo>
                    <a:pt x="223360" y="912375"/>
                  </a:lnTo>
                  <a:lnTo>
                    <a:pt x="223347" y="912354"/>
                  </a:lnTo>
                  <a:lnTo>
                    <a:pt x="223337" y="912335"/>
                  </a:lnTo>
                  <a:lnTo>
                    <a:pt x="223333" y="912319"/>
                  </a:lnTo>
                  <a:lnTo>
                    <a:pt x="223326" y="912305"/>
                  </a:lnTo>
                  <a:lnTo>
                    <a:pt x="223319" y="912262"/>
                  </a:lnTo>
                  <a:lnTo>
                    <a:pt x="223321" y="912225"/>
                  </a:lnTo>
                  <a:lnTo>
                    <a:pt x="223331" y="912199"/>
                  </a:lnTo>
                  <a:lnTo>
                    <a:pt x="223373" y="912119"/>
                  </a:lnTo>
                  <a:lnTo>
                    <a:pt x="223377" y="912107"/>
                  </a:lnTo>
                  <a:lnTo>
                    <a:pt x="223382" y="912083"/>
                  </a:lnTo>
                  <a:lnTo>
                    <a:pt x="223387" y="912065"/>
                  </a:lnTo>
                  <a:lnTo>
                    <a:pt x="223392" y="912037"/>
                  </a:lnTo>
                  <a:lnTo>
                    <a:pt x="223386" y="912017"/>
                  </a:lnTo>
                  <a:lnTo>
                    <a:pt x="223376" y="911998"/>
                  </a:lnTo>
                  <a:lnTo>
                    <a:pt x="223332" y="911964"/>
                  </a:lnTo>
                  <a:lnTo>
                    <a:pt x="223264" y="911916"/>
                  </a:lnTo>
                  <a:lnTo>
                    <a:pt x="223237" y="911891"/>
                  </a:lnTo>
                  <a:lnTo>
                    <a:pt x="223199" y="911842"/>
                  </a:lnTo>
                  <a:lnTo>
                    <a:pt x="223201" y="911799"/>
                  </a:lnTo>
                  <a:lnTo>
                    <a:pt x="223200" y="911756"/>
                  </a:lnTo>
                  <a:lnTo>
                    <a:pt x="223197" y="911741"/>
                  </a:lnTo>
                  <a:lnTo>
                    <a:pt x="223179" y="911724"/>
                  </a:lnTo>
                  <a:lnTo>
                    <a:pt x="223160" y="911705"/>
                  </a:lnTo>
                  <a:lnTo>
                    <a:pt x="223145" y="911682"/>
                  </a:lnTo>
                  <a:lnTo>
                    <a:pt x="223140" y="911674"/>
                  </a:lnTo>
                  <a:lnTo>
                    <a:pt x="223115" y="911646"/>
                  </a:lnTo>
                  <a:lnTo>
                    <a:pt x="223066" y="911613"/>
                  </a:lnTo>
                  <a:lnTo>
                    <a:pt x="223058" y="911603"/>
                  </a:lnTo>
                  <a:lnTo>
                    <a:pt x="223054" y="911582"/>
                  </a:lnTo>
                  <a:lnTo>
                    <a:pt x="223058" y="911562"/>
                  </a:lnTo>
                  <a:lnTo>
                    <a:pt x="223081" y="911539"/>
                  </a:lnTo>
                  <a:lnTo>
                    <a:pt x="223106" y="911500"/>
                  </a:lnTo>
                  <a:lnTo>
                    <a:pt x="223110" y="911479"/>
                  </a:lnTo>
                  <a:lnTo>
                    <a:pt x="223099" y="911442"/>
                  </a:lnTo>
                  <a:lnTo>
                    <a:pt x="223085" y="911412"/>
                  </a:lnTo>
                  <a:lnTo>
                    <a:pt x="223064" y="911363"/>
                  </a:lnTo>
                  <a:lnTo>
                    <a:pt x="223059" y="911323"/>
                  </a:lnTo>
                  <a:lnTo>
                    <a:pt x="223059" y="911289"/>
                  </a:lnTo>
                  <a:lnTo>
                    <a:pt x="223075" y="911246"/>
                  </a:lnTo>
                  <a:lnTo>
                    <a:pt x="223086" y="911220"/>
                  </a:lnTo>
                  <a:lnTo>
                    <a:pt x="223097" y="911196"/>
                  </a:lnTo>
                  <a:lnTo>
                    <a:pt x="223104" y="911177"/>
                  </a:lnTo>
                  <a:lnTo>
                    <a:pt x="223104" y="911165"/>
                  </a:lnTo>
                  <a:lnTo>
                    <a:pt x="223102" y="911152"/>
                  </a:lnTo>
                  <a:lnTo>
                    <a:pt x="223100" y="911143"/>
                  </a:lnTo>
                  <a:lnTo>
                    <a:pt x="223084" y="911136"/>
                  </a:lnTo>
                  <a:lnTo>
                    <a:pt x="223053" y="911119"/>
                  </a:lnTo>
                  <a:lnTo>
                    <a:pt x="223030" y="911104"/>
                  </a:lnTo>
                  <a:lnTo>
                    <a:pt x="223006" y="911068"/>
                  </a:lnTo>
                  <a:lnTo>
                    <a:pt x="222981" y="911054"/>
                  </a:lnTo>
                  <a:lnTo>
                    <a:pt x="222944" y="911042"/>
                  </a:lnTo>
                  <a:lnTo>
                    <a:pt x="222913" y="911025"/>
                  </a:lnTo>
                  <a:lnTo>
                    <a:pt x="222896" y="911004"/>
                  </a:lnTo>
                  <a:lnTo>
                    <a:pt x="222883" y="910975"/>
                  </a:lnTo>
                  <a:lnTo>
                    <a:pt x="222877" y="910928"/>
                  </a:lnTo>
                  <a:lnTo>
                    <a:pt x="222876" y="910917"/>
                  </a:lnTo>
                  <a:lnTo>
                    <a:pt x="222873" y="910895"/>
                  </a:lnTo>
                  <a:lnTo>
                    <a:pt x="222870" y="910883"/>
                  </a:lnTo>
                  <a:lnTo>
                    <a:pt x="222865" y="910866"/>
                  </a:lnTo>
                  <a:lnTo>
                    <a:pt x="222860" y="910855"/>
                  </a:lnTo>
                  <a:lnTo>
                    <a:pt x="222857" y="910829"/>
                  </a:lnTo>
                  <a:lnTo>
                    <a:pt x="222840" y="910773"/>
                  </a:lnTo>
                  <a:lnTo>
                    <a:pt x="222839" y="910752"/>
                  </a:lnTo>
                  <a:lnTo>
                    <a:pt x="222841" y="910737"/>
                  </a:lnTo>
                  <a:lnTo>
                    <a:pt x="222846" y="910724"/>
                  </a:lnTo>
                  <a:lnTo>
                    <a:pt x="222849" y="910711"/>
                  </a:lnTo>
                  <a:lnTo>
                    <a:pt x="222848" y="910703"/>
                  </a:lnTo>
                  <a:lnTo>
                    <a:pt x="222845" y="910688"/>
                  </a:lnTo>
                  <a:lnTo>
                    <a:pt x="222840" y="910682"/>
                  </a:lnTo>
                  <a:lnTo>
                    <a:pt x="222829" y="910643"/>
                  </a:lnTo>
                  <a:lnTo>
                    <a:pt x="222824" y="910620"/>
                  </a:lnTo>
                  <a:lnTo>
                    <a:pt x="222821" y="910601"/>
                  </a:lnTo>
                  <a:lnTo>
                    <a:pt x="222821" y="910582"/>
                  </a:lnTo>
                  <a:lnTo>
                    <a:pt x="222824" y="910562"/>
                  </a:lnTo>
                  <a:lnTo>
                    <a:pt x="222823" y="910534"/>
                  </a:lnTo>
                  <a:lnTo>
                    <a:pt x="222814" y="910469"/>
                  </a:lnTo>
                  <a:lnTo>
                    <a:pt x="222802" y="910435"/>
                  </a:lnTo>
                  <a:lnTo>
                    <a:pt x="222800" y="910430"/>
                  </a:lnTo>
                  <a:lnTo>
                    <a:pt x="222786" y="910403"/>
                  </a:lnTo>
                  <a:lnTo>
                    <a:pt x="222783" y="910389"/>
                  </a:lnTo>
                  <a:lnTo>
                    <a:pt x="222784" y="910361"/>
                  </a:lnTo>
                  <a:lnTo>
                    <a:pt x="222785" y="910334"/>
                  </a:lnTo>
                  <a:lnTo>
                    <a:pt x="222794" y="910283"/>
                  </a:lnTo>
                  <a:lnTo>
                    <a:pt x="222806" y="910234"/>
                  </a:lnTo>
                  <a:lnTo>
                    <a:pt x="222812" y="910209"/>
                  </a:lnTo>
                  <a:lnTo>
                    <a:pt x="222802" y="910204"/>
                  </a:lnTo>
                  <a:lnTo>
                    <a:pt x="222787" y="910213"/>
                  </a:lnTo>
                  <a:lnTo>
                    <a:pt x="222765" y="910232"/>
                  </a:lnTo>
                  <a:lnTo>
                    <a:pt x="222733" y="910262"/>
                  </a:lnTo>
                  <a:lnTo>
                    <a:pt x="222698" y="910271"/>
                  </a:lnTo>
                  <a:lnTo>
                    <a:pt x="222677" y="910271"/>
                  </a:lnTo>
                  <a:lnTo>
                    <a:pt x="222647" y="910265"/>
                  </a:lnTo>
                  <a:lnTo>
                    <a:pt x="222624" y="910245"/>
                  </a:lnTo>
                  <a:lnTo>
                    <a:pt x="222602" y="910229"/>
                  </a:lnTo>
                  <a:lnTo>
                    <a:pt x="222568" y="910192"/>
                  </a:lnTo>
                  <a:lnTo>
                    <a:pt x="222542" y="910170"/>
                  </a:lnTo>
                  <a:lnTo>
                    <a:pt x="222523" y="910159"/>
                  </a:lnTo>
                  <a:lnTo>
                    <a:pt x="222504" y="910148"/>
                  </a:lnTo>
                  <a:lnTo>
                    <a:pt x="222485" y="910139"/>
                  </a:lnTo>
                  <a:lnTo>
                    <a:pt x="222470" y="910127"/>
                  </a:lnTo>
                  <a:lnTo>
                    <a:pt x="222454" y="910114"/>
                  </a:lnTo>
                  <a:lnTo>
                    <a:pt x="222445" y="910108"/>
                  </a:lnTo>
                  <a:lnTo>
                    <a:pt x="222392" y="910071"/>
                  </a:lnTo>
                  <a:lnTo>
                    <a:pt x="222366" y="910046"/>
                  </a:lnTo>
                  <a:lnTo>
                    <a:pt x="222357" y="910033"/>
                  </a:lnTo>
                  <a:lnTo>
                    <a:pt x="222355" y="910007"/>
                  </a:lnTo>
                  <a:lnTo>
                    <a:pt x="222352" y="909973"/>
                  </a:lnTo>
                  <a:lnTo>
                    <a:pt x="222343" y="909961"/>
                  </a:lnTo>
                  <a:lnTo>
                    <a:pt x="222320" y="909947"/>
                  </a:lnTo>
                  <a:lnTo>
                    <a:pt x="222294" y="909941"/>
                  </a:lnTo>
                  <a:lnTo>
                    <a:pt x="222245" y="909934"/>
                  </a:lnTo>
                  <a:lnTo>
                    <a:pt x="222191" y="909928"/>
                  </a:lnTo>
                  <a:lnTo>
                    <a:pt x="222167" y="909922"/>
                  </a:lnTo>
                  <a:lnTo>
                    <a:pt x="222128" y="909899"/>
                  </a:lnTo>
                  <a:lnTo>
                    <a:pt x="222093" y="909888"/>
                  </a:lnTo>
                  <a:lnTo>
                    <a:pt x="222073" y="909889"/>
                  </a:lnTo>
                  <a:lnTo>
                    <a:pt x="222040" y="909894"/>
                  </a:lnTo>
                  <a:lnTo>
                    <a:pt x="221985" y="909896"/>
                  </a:lnTo>
                  <a:lnTo>
                    <a:pt x="221927" y="909892"/>
                  </a:lnTo>
                  <a:lnTo>
                    <a:pt x="221872" y="909880"/>
                  </a:lnTo>
                  <a:lnTo>
                    <a:pt x="221862" y="909877"/>
                  </a:lnTo>
                  <a:lnTo>
                    <a:pt x="221845" y="909875"/>
                  </a:lnTo>
                  <a:lnTo>
                    <a:pt x="221836" y="909875"/>
                  </a:lnTo>
                  <a:lnTo>
                    <a:pt x="221831" y="909875"/>
                  </a:lnTo>
                  <a:lnTo>
                    <a:pt x="221818" y="909880"/>
                  </a:lnTo>
                  <a:lnTo>
                    <a:pt x="221773" y="909866"/>
                  </a:lnTo>
                  <a:lnTo>
                    <a:pt x="221683" y="909840"/>
                  </a:lnTo>
                  <a:lnTo>
                    <a:pt x="221640" y="909825"/>
                  </a:lnTo>
                  <a:lnTo>
                    <a:pt x="221588" y="909812"/>
                  </a:lnTo>
                  <a:lnTo>
                    <a:pt x="221546" y="909806"/>
                  </a:lnTo>
                  <a:lnTo>
                    <a:pt x="221537" y="909809"/>
                  </a:lnTo>
                  <a:lnTo>
                    <a:pt x="221535" y="909813"/>
                  </a:lnTo>
                  <a:lnTo>
                    <a:pt x="221528" y="909845"/>
                  </a:lnTo>
                  <a:lnTo>
                    <a:pt x="221512" y="909886"/>
                  </a:lnTo>
                  <a:lnTo>
                    <a:pt x="221472" y="909938"/>
                  </a:lnTo>
                  <a:lnTo>
                    <a:pt x="221426" y="909977"/>
                  </a:lnTo>
                  <a:lnTo>
                    <a:pt x="221363" y="910010"/>
                  </a:lnTo>
                  <a:lnTo>
                    <a:pt x="221288" y="910059"/>
                  </a:lnTo>
                  <a:lnTo>
                    <a:pt x="221243" y="910098"/>
                  </a:lnTo>
                  <a:lnTo>
                    <a:pt x="221220" y="910121"/>
                  </a:lnTo>
                  <a:lnTo>
                    <a:pt x="221197" y="910128"/>
                  </a:lnTo>
                  <a:lnTo>
                    <a:pt x="221161" y="910126"/>
                  </a:lnTo>
                  <a:lnTo>
                    <a:pt x="221138" y="910117"/>
                  </a:lnTo>
                  <a:lnTo>
                    <a:pt x="221050" y="910046"/>
                  </a:lnTo>
                  <a:lnTo>
                    <a:pt x="220981" y="910003"/>
                  </a:lnTo>
                  <a:lnTo>
                    <a:pt x="220955" y="910000"/>
                  </a:lnTo>
                  <a:lnTo>
                    <a:pt x="220924" y="910003"/>
                  </a:lnTo>
                  <a:lnTo>
                    <a:pt x="220853" y="910010"/>
                  </a:lnTo>
                  <a:lnTo>
                    <a:pt x="220797" y="910011"/>
                  </a:lnTo>
                  <a:lnTo>
                    <a:pt x="220780" y="910006"/>
                  </a:lnTo>
                  <a:lnTo>
                    <a:pt x="220777" y="910000"/>
                  </a:lnTo>
                  <a:lnTo>
                    <a:pt x="220776" y="909993"/>
                  </a:lnTo>
                  <a:lnTo>
                    <a:pt x="220790" y="909983"/>
                  </a:lnTo>
                  <a:lnTo>
                    <a:pt x="220815" y="909963"/>
                  </a:lnTo>
                  <a:lnTo>
                    <a:pt x="220835" y="909936"/>
                  </a:lnTo>
                  <a:lnTo>
                    <a:pt x="220843" y="909915"/>
                  </a:lnTo>
                  <a:lnTo>
                    <a:pt x="220843" y="909881"/>
                  </a:lnTo>
                  <a:lnTo>
                    <a:pt x="220840" y="909871"/>
                  </a:lnTo>
                  <a:lnTo>
                    <a:pt x="220840" y="909862"/>
                  </a:lnTo>
                  <a:lnTo>
                    <a:pt x="220846" y="909849"/>
                  </a:lnTo>
                  <a:lnTo>
                    <a:pt x="220855" y="909838"/>
                  </a:lnTo>
                  <a:lnTo>
                    <a:pt x="220870" y="909815"/>
                  </a:lnTo>
                  <a:lnTo>
                    <a:pt x="220878" y="909782"/>
                  </a:lnTo>
                  <a:lnTo>
                    <a:pt x="220881" y="909758"/>
                  </a:lnTo>
                  <a:lnTo>
                    <a:pt x="220881" y="909735"/>
                  </a:lnTo>
                  <a:lnTo>
                    <a:pt x="220871" y="909699"/>
                  </a:lnTo>
                  <a:lnTo>
                    <a:pt x="220859" y="909667"/>
                  </a:lnTo>
                  <a:lnTo>
                    <a:pt x="220831" y="909621"/>
                  </a:lnTo>
                  <a:lnTo>
                    <a:pt x="220804" y="909595"/>
                  </a:lnTo>
                  <a:lnTo>
                    <a:pt x="220795" y="909588"/>
                  </a:lnTo>
                  <a:lnTo>
                    <a:pt x="220793" y="909570"/>
                  </a:lnTo>
                  <a:lnTo>
                    <a:pt x="220797" y="909544"/>
                  </a:lnTo>
                  <a:lnTo>
                    <a:pt x="220809" y="909505"/>
                  </a:lnTo>
                  <a:lnTo>
                    <a:pt x="220832" y="909447"/>
                  </a:lnTo>
                  <a:lnTo>
                    <a:pt x="220865" y="909378"/>
                  </a:lnTo>
                  <a:lnTo>
                    <a:pt x="220876" y="909341"/>
                  </a:lnTo>
                  <a:lnTo>
                    <a:pt x="220883" y="909292"/>
                  </a:lnTo>
                  <a:lnTo>
                    <a:pt x="220885" y="909222"/>
                  </a:lnTo>
                  <a:lnTo>
                    <a:pt x="220882" y="909204"/>
                  </a:lnTo>
                  <a:lnTo>
                    <a:pt x="220878" y="909182"/>
                  </a:lnTo>
                  <a:lnTo>
                    <a:pt x="220861" y="909163"/>
                  </a:lnTo>
                  <a:lnTo>
                    <a:pt x="220832" y="909127"/>
                  </a:lnTo>
                  <a:lnTo>
                    <a:pt x="220811" y="909093"/>
                  </a:lnTo>
                  <a:lnTo>
                    <a:pt x="220800" y="909059"/>
                  </a:lnTo>
                  <a:lnTo>
                    <a:pt x="220800" y="909047"/>
                  </a:lnTo>
                  <a:lnTo>
                    <a:pt x="220802" y="909035"/>
                  </a:lnTo>
                  <a:lnTo>
                    <a:pt x="220806" y="909027"/>
                  </a:lnTo>
                  <a:lnTo>
                    <a:pt x="220820" y="909019"/>
                  </a:lnTo>
                  <a:lnTo>
                    <a:pt x="220839" y="909013"/>
                  </a:lnTo>
                  <a:lnTo>
                    <a:pt x="220874" y="909000"/>
                  </a:lnTo>
                  <a:lnTo>
                    <a:pt x="220890" y="908990"/>
                  </a:lnTo>
                  <a:lnTo>
                    <a:pt x="220895" y="908977"/>
                  </a:lnTo>
                  <a:lnTo>
                    <a:pt x="220905" y="908961"/>
                  </a:lnTo>
                  <a:lnTo>
                    <a:pt x="220921" y="908927"/>
                  </a:lnTo>
                  <a:lnTo>
                    <a:pt x="220936" y="908905"/>
                  </a:lnTo>
                  <a:lnTo>
                    <a:pt x="220949" y="908884"/>
                  </a:lnTo>
                  <a:lnTo>
                    <a:pt x="220976" y="908857"/>
                  </a:lnTo>
                  <a:lnTo>
                    <a:pt x="221013" y="908811"/>
                  </a:lnTo>
                  <a:lnTo>
                    <a:pt x="221028" y="908784"/>
                  </a:lnTo>
                  <a:lnTo>
                    <a:pt x="221047" y="908747"/>
                  </a:lnTo>
                  <a:lnTo>
                    <a:pt x="221054" y="908723"/>
                  </a:lnTo>
                  <a:lnTo>
                    <a:pt x="221052" y="908708"/>
                  </a:lnTo>
                  <a:lnTo>
                    <a:pt x="221053" y="908690"/>
                  </a:lnTo>
                  <a:lnTo>
                    <a:pt x="221044" y="908664"/>
                  </a:lnTo>
                  <a:lnTo>
                    <a:pt x="221031" y="908640"/>
                  </a:lnTo>
                  <a:lnTo>
                    <a:pt x="221018" y="908573"/>
                  </a:lnTo>
                  <a:lnTo>
                    <a:pt x="221006" y="908553"/>
                  </a:lnTo>
                  <a:lnTo>
                    <a:pt x="221002" y="908548"/>
                  </a:lnTo>
                  <a:lnTo>
                    <a:pt x="220983" y="908529"/>
                  </a:lnTo>
                  <a:lnTo>
                    <a:pt x="220987" y="908523"/>
                  </a:lnTo>
                  <a:lnTo>
                    <a:pt x="221001" y="908518"/>
                  </a:lnTo>
                  <a:lnTo>
                    <a:pt x="221015" y="908515"/>
                  </a:lnTo>
                  <a:lnTo>
                    <a:pt x="221029" y="908510"/>
                  </a:lnTo>
                  <a:lnTo>
                    <a:pt x="221062" y="908498"/>
                  </a:lnTo>
                  <a:lnTo>
                    <a:pt x="221083" y="908489"/>
                  </a:lnTo>
                  <a:lnTo>
                    <a:pt x="221109" y="908465"/>
                  </a:lnTo>
                  <a:lnTo>
                    <a:pt x="221120" y="908441"/>
                  </a:lnTo>
                  <a:lnTo>
                    <a:pt x="221135" y="908416"/>
                  </a:lnTo>
                  <a:lnTo>
                    <a:pt x="221138" y="908402"/>
                  </a:lnTo>
                  <a:lnTo>
                    <a:pt x="221139" y="908392"/>
                  </a:lnTo>
                  <a:lnTo>
                    <a:pt x="221136" y="908385"/>
                  </a:lnTo>
                  <a:lnTo>
                    <a:pt x="221130" y="908377"/>
                  </a:lnTo>
                  <a:lnTo>
                    <a:pt x="221098" y="908359"/>
                  </a:lnTo>
                  <a:lnTo>
                    <a:pt x="221070" y="908341"/>
                  </a:lnTo>
                  <a:lnTo>
                    <a:pt x="221051" y="908319"/>
                  </a:lnTo>
                  <a:lnTo>
                    <a:pt x="221018" y="908286"/>
                  </a:lnTo>
                  <a:lnTo>
                    <a:pt x="220990" y="908266"/>
                  </a:lnTo>
                  <a:lnTo>
                    <a:pt x="220934" y="908229"/>
                  </a:lnTo>
                  <a:lnTo>
                    <a:pt x="220903" y="908201"/>
                  </a:lnTo>
                  <a:lnTo>
                    <a:pt x="220883" y="908178"/>
                  </a:lnTo>
                  <a:lnTo>
                    <a:pt x="220878" y="908157"/>
                  </a:lnTo>
                  <a:lnTo>
                    <a:pt x="220875" y="908108"/>
                  </a:lnTo>
                  <a:lnTo>
                    <a:pt x="220868" y="908074"/>
                  </a:lnTo>
                  <a:lnTo>
                    <a:pt x="220864" y="908044"/>
                  </a:lnTo>
                  <a:lnTo>
                    <a:pt x="220867" y="908020"/>
                  </a:lnTo>
                  <a:lnTo>
                    <a:pt x="220876" y="908010"/>
                  </a:lnTo>
                  <a:lnTo>
                    <a:pt x="220900" y="907984"/>
                  </a:lnTo>
                  <a:lnTo>
                    <a:pt x="220906" y="907978"/>
                  </a:lnTo>
                  <a:lnTo>
                    <a:pt x="220907" y="907970"/>
                  </a:lnTo>
                  <a:lnTo>
                    <a:pt x="220917" y="907954"/>
                  </a:lnTo>
                  <a:lnTo>
                    <a:pt x="220956" y="907920"/>
                  </a:lnTo>
                  <a:lnTo>
                    <a:pt x="220975" y="907900"/>
                  </a:lnTo>
                  <a:lnTo>
                    <a:pt x="220993" y="907851"/>
                  </a:lnTo>
                  <a:lnTo>
                    <a:pt x="220995" y="907825"/>
                  </a:lnTo>
                  <a:lnTo>
                    <a:pt x="221019" y="907790"/>
                  </a:lnTo>
                  <a:lnTo>
                    <a:pt x="221028" y="907760"/>
                  </a:lnTo>
                  <a:lnTo>
                    <a:pt x="221038" y="907708"/>
                  </a:lnTo>
                  <a:lnTo>
                    <a:pt x="221044" y="907668"/>
                  </a:lnTo>
                  <a:lnTo>
                    <a:pt x="221044" y="907623"/>
                  </a:lnTo>
                  <a:lnTo>
                    <a:pt x="221045" y="907597"/>
                  </a:lnTo>
                  <a:lnTo>
                    <a:pt x="221046" y="907586"/>
                  </a:lnTo>
                  <a:lnTo>
                    <a:pt x="221065" y="907580"/>
                  </a:lnTo>
                  <a:lnTo>
                    <a:pt x="221098" y="907575"/>
                  </a:lnTo>
                  <a:lnTo>
                    <a:pt x="221119" y="907566"/>
                  </a:lnTo>
                  <a:lnTo>
                    <a:pt x="221149" y="907542"/>
                  </a:lnTo>
                  <a:lnTo>
                    <a:pt x="221183" y="907511"/>
                  </a:lnTo>
                  <a:lnTo>
                    <a:pt x="221205" y="907473"/>
                  </a:lnTo>
                  <a:lnTo>
                    <a:pt x="221220" y="907447"/>
                  </a:lnTo>
                  <a:lnTo>
                    <a:pt x="221249" y="907400"/>
                  </a:lnTo>
                  <a:lnTo>
                    <a:pt x="221268" y="907365"/>
                  </a:lnTo>
                  <a:lnTo>
                    <a:pt x="221278" y="907337"/>
                  </a:lnTo>
                  <a:lnTo>
                    <a:pt x="221281" y="907323"/>
                  </a:lnTo>
                  <a:lnTo>
                    <a:pt x="221269" y="907313"/>
                  </a:lnTo>
                  <a:lnTo>
                    <a:pt x="221221" y="907291"/>
                  </a:lnTo>
                  <a:lnTo>
                    <a:pt x="221188" y="907270"/>
                  </a:lnTo>
                  <a:lnTo>
                    <a:pt x="221169" y="907250"/>
                  </a:lnTo>
                  <a:lnTo>
                    <a:pt x="221159" y="907222"/>
                  </a:lnTo>
                  <a:lnTo>
                    <a:pt x="221123" y="907179"/>
                  </a:lnTo>
                  <a:lnTo>
                    <a:pt x="221103" y="907161"/>
                  </a:lnTo>
                  <a:lnTo>
                    <a:pt x="221093" y="907148"/>
                  </a:lnTo>
                  <a:lnTo>
                    <a:pt x="221049" y="907113"/>
                  </a:lnTo>
                  <a:lnTo>
                    <a:pt x="221040" y="907101"/>
                  </a:lnTo>
                  <a:lnTo>
                    <a:pt x="221024" y="907079"/>
                  </a:lnTo>
                  <a:lnTo>
                    <a:pt x="221015" y="907049"/>
                  </a:lnTo>
                  <a:lnTo>
                    <a:pt x="221001" y="906998"/>
                  </a:lnTo>
                  <a:lnTo>
                    <a:pt x="220985" y="906949"/>
                  </a:lnTo>
                  <a:lnTo>
                    <a:pt x="220985" y="906927"/>
                  </a:lnTo>
                  <a:lnTo>
                    <a:pt x="220991" y="906879"/>
                  </a:lnTo>
                  <a:lnTo>
                    <a:pt x="220996" y="906826"/>
                  </a:lnTo>
                  <a:lnTo>
                    <a:pt x="221000" y="906801"/>
                  </a:lnTo>
                  <a:lnTo>
                    <a:pt x="220990" y="906758"/>
                  </a:lnTo>
                  <a:lnTo>
                    <a:pt x="220986" y="906717"/>
                  </a:lnTo>
                  <a:lnTo>
                    <a:pt x="220984" y="906697"/>
                  </a:lnTo>
                  <a:lnTo>
                    <a:pt x="221010" y="906637"/>
                  </a:lnTo>
                  <a:lnTo>
                    <a:pt x="221030" y="906581"/>
                  </a:lnTo>
                  <a:lnTo>
                    <a:pt x="221074" y="906524"/>
                  </a:lnTo>
                  <a:lnTo>
                    <a:pt x="221102" y="906492"/>
                  </a:lnTo>
                  <a:lnTo>
                    <a:pt x="221120" y="906464"/>
                  </a:lnTo>
                  <a:lnTo>
                    <a:pt x="221138" y="906431"/>
                  </a:lnTo>
                  <a:lnTo>
                    <a:pt x="221149" y="906388"/>
                  </a:lnTo>
                  <a:lnTo>
                    <a:pt x="221150" y="906365"/>
                  </a:lnTo>
                  <a:lnTo>
                    <a:pt x="221145" y="906336"/>
                  </a:lnTo>
                  <a:lnTo>
                    <a:pt x="221128" y="906299"/>
                  </a:lnTo>
                  <a:lnTo>
                    <a:pt x="221100" y="906252"/>
                  </a:lnTo>
                  <a:lnTo>
                    <a:pt x="221087" y="906230"/>
                  </a:lnTo>
                  <a:lnTo>
                    <a:pt x="221084" y="906220"/>
                  </a:lnTo>
                  <a:lnTo>
                    <a:pt x="221088" y="906210"/>
                  </a:lnTo>
                  <a:lnTo>
                    <a:pt x="221096" y="906207"/>
                  </a:lnTo>
                  <a:lnTo>
                    <a:pt x="221180" y="906155"/>
                  </a:lnTo>
                  <a:lnTo>
                    <a:pt x="221203" y="906134"/>
                  </a:lnTo>
                  <a:lnTo>
                    <a:pt x="221212" y="906086"/>
                  </a:lnTo>
                  <a:lnTo>
                    <a:pt x="221209" y="906042"/>
                  </a:lnTo>
                  <a:lnTo>
                    <a:pt x="221211" y="906008"/>
                  </a:lnTo>
                  <a:lnTo>
                    <a:pt x="221213" y="905979"/>
                  </a:lnTo>
                  <a:lnTo>
                    <a:pt x="221232" y="905950"/>
                  </a:lnTo>
                  <a:lnTo>
                    <a:pt x="221239" y="905930"/>
                  </a:lnTo>
                  <a:lnTo>
                    <a:pt x="221238" y="905912"/>
                  </a:lnTo>
                  <a:lnTo>
                    <a:pt x="221231" y="905894"/>
                  </a:lnTo>
                  <a:lnTo>
                    <a:pt x="221207" y="905860"/>
                  </a:lnTo>
                  <a:lnTo>
                    <a:pt x="221179" y="905811"/>
                  </a:lnTo>
                  <a:lnTo>
                    <a:pt x="221154" y="905757"/>
                  </a:lnTo>
                  <a:lnTo>
                    <a:pt x="221125" y="905719"/>
                  </a:lnTo>
                  <a:lnTo>
                    <a:pt x="221106" y="905695"/>
                  </a:lnTo>
                  <a:lnTo>
                    <a:pt x="221094" y="905668"/>
                  </a:lnTo>
                  <a:lnTo>
                    <a:pt x="221079" y="905648"/>
                  </a:lnTo>
                  <a:lnTo>
                    <a:pt x="221070" y="905641"/>
                  </a:lnTo>
                  <a:lnTo>
                    <a:pt x="221064" y="905638"/>
                  </a:lnTo>
                  <a:lnTo>
                    <a:pt x="221043" y="905629"/>
                  </a:lnTo>
                  <a:lnTo>
                    <a:pt x="221001" y="905615"/>
                  </a:lnTo>
                  <a:lnTo>
                    <a:pt x="220980" y="905608"/>
                  </a:lnTo>
                  <a:lnTo>
                    <a:pt x="220965" y="905596"/>
                  </a:lnTo>
                  <a:lnTo>
                    <a:pt x="220948" y="905578"/>
                  </a:lnTo>
                  <a:lnTo>
                    <a:pt x="220938" y="905557"/>
                  </a:lnTo>
                  <a:lnTo>
                    <a:pt x="220932" y="905532"/>
                  </a:lnTo>
                  <a:lnTo>
                    <a:pt x="220931" y="905502"/>
                  </a:lnTo>
                  <a:lnTo>
                    <a:pt x="220934" y="905467"/>
                  </a:lnTo>
                  <a:lnTo>
                    <a:pt x="220925" y="905445"/>
                  </a:lnTo>
                  <a:lnTo>
                    <a:pt x="220908" y="905424"/>
                  </a:lnTo>
                  <a:lnTo>
                    <a:pt x="220887" y="905400"/>
                  </a:lnTo>
                  <a:lnTo>
                    <a:pt x="220885" y="905387"/>
                  </a:lnTo>
                  <a:lnTo>
                    <a:pt x="220893" y="905372"/>
                  </a:lnTo>
                  <a:lnTo>
                    <a:pt x="220921" y="905343"/>
                  </a:lnTo>
                  <a:lnTo>
                    <a:pt x="220956" y="905304"/>
                  </a:lnTo>
                  <a:lnTo>
                    <a:pt x="220992" y="905271"/>
                  </a:lnTo>
                  <a:lnTo>
                    <a:pt x="221007" y="905250"/>
                  </a:lnTo>
                  <a:lnTo>
                    <a:pt x="221019" y="905234"/>
                  </a:lnTo>
                  <a:lnTo>
                    <a:pt x="221060" y="905181"/>
                  </a:lnTo>
                  <a:lnTo>
                    <a:pt x="221077" y="905147"/>
                  </a:lnTo>
                  <a:lnTo>
                    <a:pt x="221078" y="905110"/>
                  </a:lnTo>
                  <a:lnTo>
                    <a:pt x="221082" y="905097"/>
                  </a:lnTo>
                  <a:lnTo>
                    <a:pt x="221098" y="905080"/>
                  </a:lnTo>
                  <a:lnTo>
                    <a:pt x="221118" y="905067"/>
                  </a:lnTo>
                  <a:lnTo>
                    <a:pt x="221138" y="905050"/>
                  </a:lnTo>
                  <a:lnTo>
                    <a:pt x="221147" y="905036"/>
                  </a:lnTo>
                  <a:lnTo>
                    <a:pt x="221154" y="904998"/>
                  </a:lnTo>
                  <a:lnTo>
                    <a:pt x="221159" y="904945"/>
                  </a:lnTo>
                  <a:lnTo>
                    <a:pt x="221167" y="904910"/>
                  </a:lnTo>
                  <a:lnTo>
                    <a:pt x="221164" y="904888"/>
                  </a:lnTo>
                  <a:lnTo>
                    <a:pt x="221152" y="904862"/>
                  </a:lnTo>
                  <a:lnTo>
                    <a:pt x="221148" y="904848"/>
                  </a:lnTo>
                  <a:lnTo>
                    <a:pt x="221152" y="904815"/>
                  </a:lnTo>
                  <a:lnTo>
                    <a:pt x="221159" y="904797"/>
                  </a:lnTo>
                  <a:lnTo>
                    <a:pt x="221163" y="904787"/>
                  </a:lnTo>
                  <a:lnTo>
                    <a:pt x="221167" y="904779"/>
                  </a:lnTo>
                  <a:lnTo>
                    <a:pt x="221169" y="904750"/>
                  </a:lnTo>
                  <a:lnTo>
                    <a:pt x="221168" y="904727"/>
                  </a:lnTo>
                  <a:lnTo>
                    <a:pt x="221168" y="904721"/>
                  </a:lnTo>
                  <a:lnTo>
                    <a:pt x="221165" y="904718"/>
                  </a:lnTo>
                  <a:lnTo>
                    <a:pt x="221145" y="904708"/>
                  </a:lnTo>
                  <a:lnTo>
                    <a:pt x="221138" y="904698"/>
                  </a:lnTo>
                  <a:lnTo>
                    <a:pt x="221132" y="904689"/>
                  </a:lnTo>
                  <a:lnTo>
                    <a:pt x="221123" y="904665"/>
                  </a:lnTo>
                  <a:lnTo>
                    <a:pt x="221117" y="904644"/>
                  </a:lnTo>
                  <a:lnTo>
                    <a:pt x="221111" y="904628"/>
                  </a:lnTo>
                  <a:lnTo>
                    <a:pt x="221097" y="904595"/>
                  </a:lnTo>
                  <a:lnTo>
                    <a:pt x="221090" y="904558"/>
                  </a:lnTo>
                  <a:lnTo>
                    <a:pt x="221092" y="904532"/>
                  </a:lnTo>
                  <a:lnTo>
                    <a:pt x="221096" y="904516"/>
                  </a:lnTo>
                  <a:lnTo>
                    <a:pt x="221115" y="904480"/>
                  </a:lnTo>
                  <a:lnTo>
                    <a:pt x="221153" y="904422"/>
                  </a:lnTo>
                  <a:lnTo>
                    <a:pt x="221224" y="904355"/>
                  </a:lnTo>
                  <a:lnTo>
                    <a:pt x="221250" y="904312"/>
                  </a:lnTo>
                  <a:lnTo>
                    <a:pt x="221267" y="904283"/>
                  </a:lnTo>
                  <a:lnTo>
                    <a:pt x="221294" y="904231"/>
                  </a:lnTo>
                  <a:lnTo>
                    <a:pt x="221347" y="904141"/>
                  </a:lnTo>
                  <a:lnTo>
                    <a:pt x="221379" y="904084"/>
                  </a:lnTo>
                  <a:lnTo>
                    <a:pt x="221446" y="903970"/>
                  </a:lnTo>
                  <a:lnTo>
                    <a:pt x="221492" y="903892"/>
                  </a:lnTo>
                  <a:lnTo>
                    <a:pt x="221583" y="903729"/>
                  </a:lnTo>
                  <a:lnTo>
                    <a:pt x="221665" y="903588"/>
                  </a:lnTo>
                  <a:lnTo>
                    <a:pt x="221740" y="903450"/>
                  </a:lnTo>
                  <a:lnTo>
                    <a:pt x="221781" y="903383"/>
                  </a:lnTo>
                  <a:lnTo>
                    <a:pt x="221818" y="903317"/>
                  </a:lnTo>
                  <a:lnTo>
                    <a:pt x="221836" y="903289"/>
                  </a:lnTo>
                  <a:lnTo>
                    <a:pt x="221842" y="903280"/>
                  </a:lnTo>
                  <a:lnTo>
                    <a:pt x="221862" y="903248"/>
                  </a:lnTo>
                  <a:lnTo>
                    <a:pt x="221871" y="903238"/>
                  </a:lnTo>
                  <a:lnTo>
                    <a:pt x="221883" y="903224"/>
                  </a:lnTo>
                  <a:lnTo>
                    <a:pt x="221911" y="903190"/>
                  </a:lnTo>
                  <a:lnTo>
                    <a:pt x="221929" y="903176"/>
                  </a:lnTo>
                  <a:lnTo>
                    <a:pt x="221964" y="903154"/>
                  </a:lnTo>
                  <a:lnTo>
                    <a:pt x="221973" y="903147"/>
                  </a:lnTo>
                  <a:lnTo>
                    <a:pt x="221975" y="903129"/>
                  </a:lnTo>
                  <a:lnTo>
                    <a:pt x="221976" y="903118"/>
                  </a:lnTo>
                  <a:lnTo>
                    <a:pt x="221973" y="903097"/>
                  </a:lnTo>
                  <a:lnTo>
                    <a:pt x="221963" y="903078"/>
                  </a:lnTo>
                  <a:lnTo>
                    <a:pt x="221933" y="903049"/>
                  </a:lnTo>
                  <a:lnTo>
                    <a:pt x="221904" y="903025"/>
                  </a:lnTo>
                  <a:lnTo>
                    <a:pt x="221870" y="902991"/>
                  </a:lnTo>
                  <a:lnTo>
                    <a:pt x="221847" y="902985"/>
                  </a:lnTo>
                  <a:lnTo>
                    <a:pt x="221836" y="902984"/>
                  </a:lnTo>
                  <a:lnTo>
                    <a:pt x="221818" y="902983"/>
                  </a:lnTo>
                  <a:lnTo>
                    <a:pt x="221802" y="902942"/>
                  </a:lnTo>
                  <a:lnTo>
                    <a:pt x="221778" y="902901"/>
                  </a:lnTo>
                  <a:lnTo>
                    <a:pt x="221754" y="902877"/>
                  </a:lnTo>
                  <a:lnTo>
                    <a:pt x="221728" y="902858"/>
                  </a:lnTo>
                  <a:lnTo>
                    <a:pt x="221688" y="902843"/>
                  </a:lnTo>
                  <a:lnTo>
                    <a:pt x="221663" y="902829"/>
                  </a:lnTo>
                  <a:lnTo>
                    <a:pt x="221625" y="902812"/>
                  </a:lnTo>
                  <a:lnTo>
                    <a:pt x="221600" y="902790"/>
                  </a:lnTo>
                  <a:lnTo>
                    <a:pt x="221587" y="902768"/>
                  </a:lnTo>
                  <a:lnTo>
                    <a:pt x="221580" y="902758"/>
                  </a:lnTo>
                  <a:lnTo>
                    <a:pt x="221573" y="902744"/>
                  </a:lnTo>
                  <a:lnTo>
                    <a:pt x="221561" y="902729"/>
                  </a:lnTo>
                  <a:lnTo>
                    <a:pt x="221548" y="902715"/>
                  </a:lnTo>
                  <a:lnTo>
                    <a:pt x="221529" y="902702"/>
                  </a:lnTo>
                  <a:lnTo>
                    <a:pt x="221504" y="902696"/>
                  </a:lnTo>
                  <a:lnTo>
                    <a:pt x="221490" y="902688"/>
                  </a:lnTo>
                  <a:lnTo>
                    <a:pt x="221465" y="902669"/>
                  </a:lnTo>
                  <a:lnTo>
                    <a:pt x="221454" y="902660"/>
                  </a:lnTo>
                  <a:lnTo>
                    <a:pt x="221445" y="902656"/>
                  </a:lnTo>
                  <a:lnTo>
                    <a:pt x="221436" y="902653"/>
                  </a:lnTo>
                  <a:lnTo>
                    <a:pt x="221421" y="902651"/>
                  </a:lnTo>
                  <a:lnTo>
                    <a:pt x="221413" y="902649"/>
                  </a:lnTo>
                  <a:lnTo>
                    <a:pt x="221401" y="902638"/>
                  </a:lnTo>
                  <a:lnTo>
                    <a:pt x="221393" y="902624"/>
                  </a:lnTo>
                  <a:lnTo>
                    <a:pt x="221387" y="902612"/>
                  </a:lnTo>
                  <a:lnTo>
                    <a:pt x="221379" y="902603"/>
                  </a:lnTo>
                  <a:lnTo>
                    <a:pt x="221365" y="902582"/>
                  </a:lnTo>
                  <a:lnTo>
                    <a:pt x="221348" y="902570"/>
                  </a:lnTo>
                  <a:lnTo>
                    <a:pt x="221323" y="902566"/>
                  </a:lnTo>
                  <a:lnTo>
                    <a:pt x="221247" y="902554"/>
                  </a:lnTo>
                  <a:lnTo>
                    <a:pt x="221216" y="902549"/>
                  </a:lnTo>
                  <a:lnTo>
                    <a:pt x="221193" y="902548"/>
                  </a:lnTo>
                  <a:lnTo>
                    <a:pt x="221141" y="902539"/>
                  </a:lnTo>
                  <a:lnTo>
                    <a:pt x="221118" y="902523"/>
                  </a:lnTo>
                  <a:lnTo>
                    <a:pt x="221086" y="902491"/>
                  </a:lnTo>
                  <a:lnTo>
                    <a:pt x="221064" y="902476"/>
                  </a:lnTo>
                  <a:lnTo>
                    <a:pt x="221050" y="902461"/>
                  </a:lnTo>
                  <a:lnTo>
                    <a:pt x="221024" y="902440"/>
                  </a:lnTo>
                  <a:lnTo>
                    <a:pt x="221006" y="902426"/>
                  </a:lnTo>
                  <a:lnTo>
                    <a:pt x="220999" y="902412"/>
                  </a:lnTo>
                  <a:lnTo>
                    <a:pt x="220974" y="902366"/>
                  </a:lnTo>
                  <a:lnTo>
                    <a:pt x="220957" y="902313"/>
                  </a:lnTo>
                  <a:lnTo>
                    <a:pt x="220938" y="902253"/>
                  </a:lnTo>
                  <a:lnTo>
                    <a:pt x="220923" y="902195"/>
                  </a:lnTo>
                  <a:lnTo>
                    <a:pt x="220914" y="902139"/>
                  </a:lnTo>
                  <a:lnTo>
                    <a:pt x="220908" y="902111"/>
                  </a:lnTo>
                  <a:lnTo>
                    <a:pt x="220906" y="902093"/>
                  </a:lnTo>
                  <a:lnTo>
                    <a:pt x="220901" y="902086"/>
                  </a:lnTo>
                  <a:lnTo>
                    <a:pt x="220893" y="902084"/>
                  </a:lnTo>
                  <a:lnTo>
                    <a:pt x="220885" y="902093"/>
                  </a:lnTo>
                  <a:lnTo>
                    <a:pt x="220869" y="902143"/>
                  </a:lnTo>
                  <a:lnTo>
                    <a:pt x="220860" y="902174"/>
                  </a:lnTo>
                  <a:lnTo>
                    <a:pt x="220842" y="902209"/>
                  </a:lnTo>
                  <a:lnTo>
                    <a:pt x="220816" y="902243"/>
                  </a:lnTo>
                  <a:lnTo>
                    <a:pt x="220790" y="902277"/>
                  </a:lnTo>
                  <a:lnTo>
                    <a:pt x="220754" y="902332"/>
                  </a:lnTo>
                  <a:lnTo>
                    <a:pt x="220714" y="902368"/>
                  </a:lnTo>
                  <a:lnTo>
                    <a:pt x="220688" y="902385"/>
                  </a:lnTo>
                  <a:lnTo>
                    <a:pt x="220662" y="902396"/>
                  </a:lnTo>
                  <a:lnTo>
                    <a:pt x="220609" y="902421"/>
                  </a:lnTo>
                  <a:lnTo>
                    <a:pt x="220571" y="902426"/>
                  </a:lnTo>
                  <a:lnTo>
                    <a:pt x="220536" y="902428"/>
                  </a:lnTo>
                  <a:lnTo>
                    <a:pt x="220510" y="902421"/>
                  </a:lnTo>
                  <a:lnTo>
                    <a:pt x="220470" y="902407"/>
                  </a:lnTo>
                  <a:lnTo>
                    <a:pt x="220447" y="902398"/>
                  </a:lnTo>
                  <a:lnTo>
                    <a:pt x="220440" y="902381"/>
                  </a:lnTo>
                  <a:lnTo>
                    <a:pt x="220423" y="902352"/>
                  </a:lnTo>
                  <a:lnTo>
                    <a:pt x="220406" y="902322"/>
                  </a:lnTo>
                  <a:lnTo>
                    <a:pt x="220378" y="902287"/>
                  </a:lnTo>
                  <a:lnTo>
                    <a:pt x="220337" y="902241"/>
                  </a:lnTo>
                  <a:lnTo>
                    <a:pt x="220302" y="902212"/>
                  </a:lnTo>
                  <a:lnTo>
                    <a:pt x="220283" y="902200"/>
                  </a:lnTo>
                  <a:lnTo>
                    <a:pt x="220276" y="902196"/>
                  </a:lnTo>
                  <a:lnTo>
                    <a:pt x="220259" y="902197"/>
                  </a:lnTo>
                  <a:lnTo>
                    <a:pt x="220216" y="902201"/>
                  </a:lnTo>
                  <a:lnTo>
                    <a:pt x="220191" y="902204"/>
                  </a:lnTo>
                  <a:lnTo>
                    <a:pt x="220175" y="902203"/>
                  </a:lnTo>
                  <a:lnTo>
                    <a:pt x="220141" y="902198"/>
                  </a:lnTo>
                  <a:lnTo>
                    <a:pt x="220107" y="902187"/>
                  </a:lnTo>
                  <a:lnTo>
                    <a:pt x="220070" y="902173"/>
                  </a:lnTo>
                  <a:lnTo>
                    <a:pt x="220024" y="902168"/>
                  </a:lnTo>
                  <a:lnTo>
                    <a:pt x="219993" y="902161"/>
                  </a:lnTo>
                  <a:lnTo>
                    <a:pt x="219976" y="902144"/>
                  </a:lnTo>
                  <a:lnTo>
                    <a:pt x="219959" y="902122"/>
                  </a:lnTo>
                  <a:lnTo>
                    <a:pt x="219952" y="902070"/>
                  </a:lnTo>
                  <a:lnTo>
                    <a:pt x="219944" y="902036"/>
                  </a:lnTo>
                  <a:lnTo>
                    <a:pt x="219934" y="902004"/>
                  </a:lnTo>
                  <a:lnTo>
                    <a:pt x="219937" y="901962"/>
                  </a:lnTo>
                  <a:lnTo>
                    <a:pt x="219948" y="901914"/>
                  </a:lnTo>
                  <a:lnTo>
                    <a:pt x="219944" y="901893"/>
                  </a:lnTo>
                  <a:lnTo>
                    <a:pt x="219944" y="901879"/>
                  </a:lnTo>
                  <a:lnTo>
                    <a:pt x="219932" y="901852"/>
                  </a:lnTo>
                  <a:lnTo>
                    <a:pt x="219923" y="901825"/>
                  </a:lnTo>
                  <a:lnTo>
                    <a:pt x="219923" y="901798"/>
                  </a:lnTo>
                  <a:lnTo>
                    <a:pt x="219931" y="901782"/>
                  </a:lnTo>
                  <a:lnTo>
                    <a:pt x="219922" y="901742"/>
                  </a:lnTo>
                  <a:lnTo>
                    <a:pt x="219922" y="901715"/>
                  </a:lnTo>
                  <a:lnTo>
                    <a:pt x="219924" y="901692"/>
                  </a:lnTo>
                  <a:lnTo>
                    <a:pt x="219936" y="901645"/>
                  </a:lnTo>
                  <a:lnTo>
                    <a:pt x="219937" y="901624"/>
                  </a:lnTo>
                  <a:lnTo>
                    <a:pt x="219905" y="901568"/>
                  </a:lnTo>
                  <a:lnTo>
                    <a:pt x="219888" y="901551"/>
                  </a:lnTo>
                  <a:lnTo>
                    <a:pt x="219832" y="901526"/>
                  </a:lnTo>
                  <a:lnTo>
                    <a:pt x="219798" y="901514"/>
                  </a:lnTo>
                  <a:lnTo>
                    <a:pt x="219706" y="901493"/>
                  </a:lnTo>
                  <a:lnTo>
                    <a:pt x="219666" y="901489"/>
                  </a:lnTo>
                  <a:lnTo>
                    <a:pt x="219629" y="901485"/>
                  </a:lnTo>
                  <a:lnTo>
                    <a:pt x="219603" y="901466"/>
                  </a:lnTo>
                  <a:lnTo>
                    <a:pt x="219591" y="901438"/>
                  </a:lnTo>
                  <a:lnTo>
                    <a:pt x="219581" y="901410"/>
                  </a:lnTo>
                  <a:lnTo>
                    <a:pt x="219563" y="901376"/>
                  </a:lnTo>
                  <a:lnTo>
                    <a:pt x="219539" y="901351"/>
                  </a:lnTo>
                  <a:lnTo>
                    <a:pt x="219517" y="901340"/>
                  </a:lnTo>
                  <a:lnTo>
                    <a:pt x="219505" y="901332"/>
                  </a:lnTo>
                  <a:lnTo>
                    <a:pt x="219481" y="901311"/>
                  </a:lnTo>
                  <a:lnTo>
                    <a:pt x="219453" y="901300"/>
                  </a:lnTo>
                  <a:lnTo>
                    <a:pt x="219427" y="901298"/>
                  </a:lnTo>
                  <a:lnTo>
                    <a:pt x="219410" y="901300"/>
                  </a:lnTo>
                  <a:lnTo>
                    <a:pt x="219355" y="901332"/>
                  </a:lnTo>
                  <a:lnTo>
                    <a:pt x="219314" y="901364"/>
                  </a:lnTo>
                  <a:lnTo>
                    <a:pt x="219279" y="901397"/>
                  </a:lnTo>
                  <a:lnTo>
                    <a:pt x="219263" y="901425"/>
                  </a:lnTo>
                  <a:lnTo>
                    <a:pt x="219221" y="901462"/>
                  </a:lnTo>
                  <a:lnTo>
                    <a:pt x="219198" y="901474"/>
                  </a:lnTo>
                  <a:lnTo>
                    <a:pt x="219181" y="901480"/>
                  </a:lnTo>
                  <a:lnTo>
                    <a:pt x="219148" y="901486"/>
                  </a:lnTo>
                  <a:lnTo>
                    <a:pt x="219098" y="901488"/>
                  </a:lnTo>
                  <a:lnTo>
                    <a:pt x="219073" y="901481"/>
                  </a:lnTo>
                  <a:lnTo>
                    <a:pt x="219054" y="901474"/>
                  </a:lnTo>
                  <a:lnTo>
                    <a:pt x="218981" y="901429"/>
                  </a:lnTo>
                  <a:lnTo>
                    <a:pt x="218939" y="901380"/>
                  </a:lnTo>
                  <a:lnTo>
                    <a:pt x="218920" y="901339"/>
                  </a:lnTo>
                  <a:lnTo>
                    <a:pt x="218893" y="901304"/>
                  </a:lnTo>
                  <a:lnTo>
                    <a:pt x="218883" y="901269"/>
                  </a:lnTo>
                  <a:lnTo>
                    <a:pt x="218881" y="901240"/>
                  </a:lnTo>
                  <a:lnTo>
                    <a:pt x="218891" y="901182"/>
                  </a:lnTo>
                  <a:lnTo>
                    <a:pt x="218909" y="901110"/>
                  </a:lnTo>
                  <a:lnTo>
                    <a:pt x="218938" y="901048"/>
                  </a:lnTo>
                  <a:lnTo>
                    <a:pt x="218943" y="901028"/>
                  </a:lnTo>
                  <a:lnTo>
                    <a:pt x="218942" y="901004"/>
                  </a:lnTo>
                  <a:lnTo>
                    <a:pt x="218918" y="900959"/>
                  </a:lnTo>
                  <a:lnTo>
                    <a:pt x="218896" y="900926"/>
                  </a:lnTo>
                  <a:lnTo>
                    <a:pt x="218846" y="900890"/>
                  </a:lnTo>
                  <a:lnTo>
                    <a:pt x="218806" y="900857"/>
                  </a:lnTo>
                  <a:lnTo>
                    <a:pt x="218742" y="900810"/>
                  </a:lnTo>
                  <a:lnTo>
                    <a:pt x="218712" y="900779"/>
                  </a:lnTo>
                  <a:lnTo>
                    <a:pt x="218680" y="900739"/>
                  </a:lnTo>
                  <a:lnTo>
                    <a:pt x="218657" y="900697"/>
                  </a:lnTo>
                  <a:lnTo>
                    <a:pt x="218651" y="900683"/>
                  </a:lnTo>
                  <a:lnTo>
                    <a:pt x="218643" y="900667"/>
                  </a:lnTo>
                  <a:lnTo>
                    <a:pt x="218634" y="900646"/>
                  </a:lnTo>
                  <a:lnTo>
                    <a:pt x="218629" y="900614"/>
                  </a:lnTo>
                  <a:lnTo>
                    <a:pt x="218620" y="900559"/>
                  </a:lnTo>
                  <a:lnTo>
                    <a:pt x="218623" y="900524"/>
                  </a:lnTo>
                  <a:lnTo>
                    <a:pt x="218635" y="900494"/>
                  </a:lnTo>
                  <a:lnTo>
                    <a:pt x="218643" y="900439"/>
                  </a:lnTo>
                  <a:lnTo>
                    <a:pt x="218651" y="900402"/>
                  </a:lnTo>
                  <a:lnTo>
                    <a:pt x="218654" y="900336"/>
                  </a:lnTo>
                  <a:lnTo>
                    <a:pt x="218649" y="900308"/>
                  </a:lnTo>
                  <a:lnTo>
                    <a:pt x="218624" y="900259"/>
                  </a:lnTo>
                  <a:lnTo>
                    <a:pt x="218588" y="900224"/>
                  </a:lnTo>
                  <a:lnTo>
                    <a:pt x="218553" y="900189"/>
                  </a:lnTo>
                  <a:lnTo>
                    <a:pt x="218522" y="900175"/>
                  </a:lnTo>
                  <a:lnTo>
                    <a:pt x="218468" y="900140"/>
                  </a:lnTo>
                  <a:lnTo>
                    <a:pt x="218427" y="900114"/>
                  </a:lnTo>
                  <a:lnTo>
                    <a:pt x="218399" y="900057"/>
                  </a:lnTo>
                  <a:lnTo>
                    <a:pt x="218387" y="900031"/>
                  </a:lnTo>
                  <a:lnTo>
                    <a:pt x="218359" y="899890"/>
                  </a:lnTo>
                  <a:lnTo>
                    <a:pt x="218322" y="899702"/>
                  </a:lnTo>
                  <a:lnTo>
                    <a:pt x="218284" y="899507"/>
                  </a:lnTo>
                  <a:lnTo>
                    <a:pt x="218250" y="899335"/>
                  </a:lnTo>
                  <a:lnTo>
                    <a:pt x="218212" y="899144"/>
                  </a:lnTo>
                  <a:lnTo>
                    <a:pt x="218173" y="898949"/>
                  </a:lnTo>
                  <a:lnTo>
                    <a:pt x="218131" y="898735"/>
                  </a:lnTo>
                  <a:lnTo>
                    <a:pt x="218089" y="898532"/>
                  </a:lnTo>
                  <a:lnTo>
                    <a:pt x="218054" y="898358"/>
                  </a:lnTo>
                  <a:lnTo>
                    <a:pt x="218023" y="898213"/>
                  </a:lnTo>
                  <a:lnTo>
                    <a:pt x="218012" y="898138"/>
                  </a:lnTo>
                  <a:lnTo>
                    <a:pt x="217982" y="897996"/>
                  </a:lnTo>
                  <a:lnTo>
                    <a:pt x="217945" y="897813"/>
                  </a:lnTo>
                  <a:lnTo>
                    <a:pt x="217910" y="897639"/>
                  </a:lnTo>
                  <a:lnTo>
                    <a:pt x="217876" y="897484"/>
                  </a:lnTo>
                  <a:lnTo>
                    <a:pt x="217837" y="897267"/>
                  </a:lnTo>
                  <a:lnTo>
                    <a:pt x="217806" y="897105"/>
                  </a:lnTo>
                  <a:lnTo>
                    <a:pt x="217767" y="896910"/>
                  </a:lnTo>
                  <a:lnTo>
                    <a:pt x="217734" y="896755"/>
                  </a:lnTo>
                  <a:lnTo>
                    <a:pt x="217714" y="896660"/>
                  </a:lnTo>
                  <a:lnTo>
                    <a:pt x="217685" y="896518"/>
                  </a:lnTo>
                  <a:lnTo>
                    <a:pt x="217662" y="896392"/>
                  </a:lnTo>
                  <a:lnTo>
                    <a:pt x="217645" y="896305"/>
                  </a:lnTo>
                  <a:lnTo>
                    <a:pt x="217618" y="896185"/>
                  </a:lnTo>
                  <a:lnTo>
                    <a:pt x="217603" y="896101"/>
                  </a:lnTo>
                  <a:lnTo>
                    <a:pt x="217597" y="896067"/>
                  </a:lnTo>
                  <a:lnTo>
                    <a:pt x="217598" y="896047"/>
                  </a:lnTo>
                  <a:lnTo>
                    <a:pt x="217608" y="896021"/>
                  </a:lnTo>
                  <a:lnTo>
                    <a:pt x="217621" y="895982"/>
                  </a:lnTo>
                  <a:lnTo>
                    <a:pt x="217631" y="895945"/>
                  </a:lnTo>
                  <a:lnTo>
                    <a:pt x="217641" y="895916"/>
                  </a:lnTo>
                  <a:lnTo>
                    <a:pt x="217645" y="895881"/>
                  </a:lnTo>
                  <a:lnTo>
                    <a:pt x="217651" y="895831"/>
                  </a:lnTo>
                  <a:lnTo>
                    <a:pt x="217656" y="895806"/>
                  </a:lnTo>
                  <a:lnTo>
                    <a:pt x="217662" y="895770"/>
                  </a:lnTo>
                  <a:lnTo>
                    <a:pt x="217658" y="895735"/>
                  </a:lnTo>
                  <a:lnTo>
                    <a:pt x="217661" y="895656"/>
                  </a:lnTo>
                  <a:lnTo>
                    <a:pt x="217665" y="895613"/>
                  </a:lnTo>
                  <a:lnTo>
                    <a:pt x="217665" y="895564"/>
                  </a:lnTo>
                  <a:lnTo>
                    <a:pt x="217667" y="895522"/>
                  </a:lnTo>
                  <a:lnTo>
                    <a:pt x="217670" y="895473"/>
                  </a:lnTo>
                  <a:lnTo>
                    <a:pt x="217672" y="895445"/>
                  </a:lnTo>
                  <a:lnTo>
                    <a:pt x="217675" y="895421"/>
                  </a:lnTo>
                  <a:lnTo>
                    <a:pt x="217682" y="895401"/>
                  </a:lnTo>
                  <a:lnTo>
                    <a:pt x="217696" y="895380"/>
                  </a:lnTo>
                  <a:lnTo>
                    <a:pt x="217708" y="895358"/>
                  </a:lnTo>
                  <a:lnTo>
                    <a:pt x="217710" y="895343"/>
                  </a:lnTo>
                  <a:lnTo>
                    <a:pt x="217709" y="895325"/>
                  </a:lnTo>
                  <a:lnTo>
                    <a:pt x="217707" y="895301"/>
                  </a:lnTo>
                  <a:lnTo>
                    <a:pt x="217702" y="895275"/>
                  </a:lnTo>
                  <a:lnTo>
                    <a:pt x="217704" y="895254"/>
                  </a:lnTo>
                  <a:lnTo>
                    <a:pt x="217710" y="895235"/>
                  </a:lnTo>
                  <a:lnTo>
                    <a:pt x="217726" y="895205"/>
                  </a:lnTo>
                  <a:lnTo>
                    <a:pt x="217753" y="895165"/>
                  </a:lnTo>
                  <a:lnTo>
                    <a:pt x="217772" y="895149"/>
                  </a:lnTo>
                  <a:lnTo>
                    <a:pt x="217793" y="895133"/>
                  </a:lnTo>
                  <a:lnTo>
                    <a:pt x="217800" y="895116"/>
                  </a:lnTo>
                  <a:lnTo>
                    <a:pt x="217810" y="895090"/>
                  </a:lnTo>
                  <a:lnTo>
                    <a:pt x="217818" y="895063"/>
                  </a:lnTo>
                  <a:lnTo>
                    <a:pt x="217824" y="895032"/>
                  </a:lnTo>
                  <a:lnTo>
                    <a:pt x="217826" y="894994"/>
                  </a:lnTo>
                  <a:lnTo>
                    <a:pt x="217824" y="894963"/>
                  </a:lnTo>
                  <a:lnTo>
                    <a:pt x="217843" y="894889"/>
                  </a:lnTo>
                  <a:lnTo>
                    <a:pt x="217851" y="894837"/>
                  </a:lnTo>
                  <a:lnTo>
                    <a:pt x="217857" y="894785"/>
                  </a:lnTo>
                  <a:lnTo>
                    <a:pt x="217849" y="894720"/>
                  </a:lnTo>
                  <a:lnTo>
                    <a:pt x="217845" y="894687"/>
                  </a:lnTo>
                  <a:lnTo>
                    <a:pt x="217839" y="894667"/>
                  </a:lnTo>
                  <a:lnTo>
                    <a:pt x="217825" y="894645"/>
                  </a:lnTo>
                  <a:lnTo>
                    <a:pt x="217823" y="894632"/>
                  </a:lnTo>
                  <a:lnTo>
                    <a:pt x="217826" y="894618"/>
                  </a:lnTo>
                  <a:lnTo>
                    <a:pt x="217853" y="894568"/>
                  </a:lnTo>
                  <a:lnTo>
                    <a:pt x="217866" y="894536"/>
                  </a:lnTo>
                  <a:lnTo>
                    <a:pt x="217871" y="894514"/>
                  </a:lnTo>
                  <a:lnTo>
                    <a:pt x="217874" y="894463"/>
                  </a:lnTo>
                  <a:lnTo>
                    <a:pt x="217881" y="894395"/>
                  </a:lnTo>
                  <a:lnTo>
                    <a:pt x="217882" y="894371"/>
                  </a:lnTo>
                  <a:lnTo>
                    <a:pt x="217883" y="894346"/>
                  </a:lnTo>
                  <a:lnTo>
                    <a:pt x="217879" y="894331"/>
                  </a:lnTo>
                  <a:lnTo>
                    <a:pt x="217870" y="894311"/>
                  </a:lnTo>
                  <a:lnTo>
                    <a:pt x="217859" y="894289"/>
                  </a:lnTo>
                  <a:lnTo>
                    <a:pt x="217856" y="894241"/>
                  </a:lnTo>
                  <a:lnTo>
                    <a:pt x="217859" y="894214"/>
                  </a:lnTo>
                  <a:lnTo>
                    <a:pt x="217868" y="894185"/>
                  </a:lnTo>
                  <a:lnTo>
                    <a:pt x="217886" y="894132"/>
                  </a:lnTo>
                  <a:lnTo>
                    <a:pt x="217914" y="894055"/>
                  </a:lnTo>
                  <a:lnTo>
                    <a:pt x="217924" y="894026"/>
                  </a:lnTo>
                  <a:lnTo>
                    <a:pt x="217948" y="894004"/>
                  </a:lnTo>
                  <a:lnTo>
                    <a:pt x="217981" y="893970"/>
                  </a:lnTo>
                  <a:lnTo>
                    <a:pt x="218038" y="893921"/>
                  </a:lnTo>
                  <a:lnTo>
                    <a:pt x="218070" y="893890"/>
                  </a:lnTo>
                  <a:lnTo>
                    <a:pt x="218089" y="893875"/>
                  </a:lnTo>
                  <a:lnTo>
                    <a:pt x="218104" y="893847"/>
                  </a:lnTo>
                  <a:lnTo>
                    <a:pt x="218106" y="893826"/>
                  </a:lnTo>
                  <a:lnTo>
                    <a:pt x="218110" y="893793"/>
                  </a:lnTo>
                  <a:lnTo>
                    <a:pt x="218118" y="893734"/>
                  </a:lnTo>
                  <a:lnTo>
                    <a:pt x="218116" y="893674"/>
                  </a:lnTo>
                  <a:lnTo>
                    <a:pt x="218103" y="893652"/>
                  </a:lnTo>
                  <a:lnTo>
                    <a:pt x="218101" y="893648"/>
                  </a:lnTo>
                  <a:lnTo>
                    <a:pt x="218102" y="893643"/>
                  </a:lnTo>
                  <a:lnTo>
                    <a:pt x="218105" y="893637"/>
                  </a:lnTo>
                  <a:lnTo>
                    <a:pt x="218109" y="893623"/>
                  </a:lnTo>
                  <a:lnTo>
                    <a:pt x="218122" y="893596"/>
                  </a:lnTo>
                  <a:lnTo>
                    <a:pt x="218150" y="893569"/>
                  </a:lnTo>
                  <a:lnTo>
                    <a:pt x="218181" y="893548"/>
                  </a:lnTo>
                  <a:lnTo>
                    <a:pt x="218205" y="893539"/>
                  </a:lnTo>
                  <a:lnTo>
                    <a:pt x="218244" y="893519"/>
                  </a:lnTo>
                  <a:lnTo>
                    <a:pt x="218277" y="893498"/>
                  </a:lnTo>
                  <a:lnTo>
                    <a:pt x="218299" y="893474"/>
                  </a:lnTo>
                  <a:lnTo>
                    <a:pt x="218328" y="893446"/>
                  </a:lnTo>
                  <a:lnTo>
                    <a:pt x="218344" y="893430"/>
                  </a:lnTo>
                  <a:lnTo>
                    <a:pt x="218363" y="893415"/>
                  </a:lnTo>
                  <a:lnTo>
                    <a:pt x="218393" y="893399"/>
                  </a:lnTo>
                  <a:lnTo>
                    <a:pt x="218422" y="893389"/>
                  </a:lnTo>
                  <a:lnTo>
                    <a:pt x="218437" y="893382"/>
                  </a:lnTo>
                  <a:lnTo>
                    <a:pt x="218457" y="893374"/>
                  </a:lnTo>
                  <a:lnTo>
                    <a:pt x="218462" y="893366"/>
                  </a:lnTo>
                  <a:lnTo>
                    <a:pt x="218469" y="893356"/>
                  </a:lnTo>
                  <a:lnTo>
                    <a:pt x="218480" y="893341"/>
                  </a:lnTo>
                  <a:lnTo>
                    <a:pt x="218501" y="893315"/>
                  </a:lnTo>
                  <a:lnTo>
                    <a:pt x="218515" y="893287"/>
                  </a:lnTo>
                  <a:lnTo>
                    <a:pt x="218537" y="893256"/>
                  </a:lnTo>
                  <a:lnTo>
                    <a:pt x="218551" y="893234"/>
                  </a:lnTo>
                  <a:lnTo>
                    <a:pt x="218562" y="893200"/>
                  </a:lnTo>
                  <a:lnTo>
                    <a:pt x="218565" y="893184"/>
                  </a:lnTo>
                  <a:lnTo>
                    <a:pt x="218558" y="893162"/>
                  </a:lnTo>
                  <a:lnTo>
                    <a:pt x="218539" y="893122"/>
                  </a:lnTo>
                  <a:lnTo>
                    <a:pt x="218524" y="893099"/>
                  </a:lnTo>
                  <a:lnTo>
                    <a:pt x="218511" y="893088"/>
                  </a:lnTo>
                  <a:lnTo>
                    <a:pt x="218478" y="893069"/>
                  </a:lnTo>
                  <a:lnTo>
                    <a:pt x="218451" y="893045"/>
                  </a:lnTo>
                  <a:lnTo>
                    <a:pt x="218429" y="893030"/>
                  </a:lnTo>
                  <a:lnTo>
                    <a:pt x="218378" y="893010"/>
                  </a:lnTo>
                  <a:lnTo>
                    <a:pt x="218357" y="892995"/>
                  </a:lnTo>
                  <a:lnTo>
                    <a:pt x="218318" y="892968"/>
                  </a:lnTo>
                  <a:lnTo>
                    <a:pt x="218293" y="892953"/>
                  </a:lnTo>
                  <a:lnTo>
                    <a:pt x="218248" y="892932"/>
                  </a:lnTo>
                  <a:lnTo>
                    <a:pt x="218221" y="892921"/>
                  </a:lnTo>
                  <a:lnTo>
                    <a:pt x="218205" y="892909"/>
                  </a:lnTo>
                  <a:lnTo>
                    <a:pt x="218184" y="892888"/>
                  </a:lnTo>
                  <a:lnTo>
                    <a:pt x="218159" y="892865"/>
                  </a:lnTo>
                  <a:lnTo>
                    <a:pt x="218145" y="892848"/>
                  </a:lnTo>
                  <a:lnTo>
                    <a:pt x="218136" y="892824"/>
                  </a:lnTo>
                  <a:lnTo>
                    <a:pt x="218124" y="892802"/>
                  </a:lnTo>
                  <a:lnTo>
                    <a:pt x="218094" y="892760"/>
                  </a:lnTo>
                  <a:lnTo>
                    <a:pt x="218075" y="892724"/>
                  </a:lnTo>
                  <a:lnTo>
                    <a:pt x="218065" y="892699"/>
                  </a:lnTo>
                  <a:lnTo>
                    <a:pt x="218036" y="892687"/>
                  </a:lnTo>
                  <a:lnTo>
                    <a:pt x="217983" y="892658"/>
                  </a:lnTo>
                  <a:lnTo>
                    <a:pt x="217940" y="892631"/>
                  </a:lnTo>
                  <a:lnTo>
                    <a:pt x="217914" y="892621"/>
                  </a:lnTo>
                  <a:lnTo>
                    <a:pt x="217878" y="892601"/>
                  </a:lnTo>
                  <a:lnTo>
                    <a:pt x="217854" y="892587"/>
                  </a:lnTo>
                  <a:lnTo>
                    <a:pt x="217826" y="892572"/>
                  </a:lnTo>
                  <a:lnTo>
                    <a:pt x="217794" y="892550"/>
                  </a:lnTo>
                  <a:lnTo>
                    <a:pt x="217774" y="892538"/>
                  </a:lnTo>
                  <a:lnTo>
                    <a:pt x="217767" y="892523"/>
                  </a:lnTo>
                  <a:lnTo>
                    <a:pt x="217765" y="892508"/>
                  </a:lnTo>
                  <a:lnTo>
                    <a:pt x="217765" y="892455"/>
                  </a:lnTo>
                  <a:lnTo>
                    <a:pt x="217760" y="892421"/>
                  </a:lnTo>
                  <a:lnTo>
                    <a:pt x="217756" y="892393"/>
                  </a:lnTo>
                  <a:lnTo>
                    <a:pt x="217747" y="892376"/>
                  </a:lnTo>
                  <a:lnTo>
                    <a:pt x="217732" y="892360"/>
                  </a:lnTo>
                  <a:lnTo>
                    <a:pt x="217705" y="892338"/>
                  </a:lnTo>
                  <a:lnTo>
                    <a:pt x="217656" y="892306"/>
                  </a:lnTo>
                  <a:lnTo>
                    <a:pt x="217629" y="892289"/>
                  </a:lnTo>
                  <a:lnTo>
                    <a:pt x="217621" y="892278"/>
                  </a:lnTo>
                  <a:lnTo>
                    <a:pt x="217598" y="892255"/>
                  </a:lnTo>
                  <a:lnTo>
                    <a:pt x="217568" y="892233"/>
                  </a:lnTo>
                  <a:lnTo>
                    <a:pt x="217536" y="892232"/>
                  </a:lnTo>
                  <a:lnTo>
                    <a:pt x="217505" y="892234"/>
                  </a:lnTo>
                  <a:lnTo>
                    <a:pt x="217470" y="892233"/>
                  </a:lnTo>
                  <a:lnTo>
                    <a:pt x="217445" y="892225"/>
                  </a:lnTo>
                  <a:lnTo>
                    <a:pt x="217422" y="892214"/>
                  </a:lnTo>
                  <a:lnTo>
                    <a:pt x="217408" y="892196"/>
                  </a:lnTo>
                  <a:lnTo>
                    <a:pt x="217385" y="892177"/>
                  </a:lnTo>
                  <a:lnTo>
                    <a:pt x="217354" y="892153"/>
                  </a:lnTo>
                  <a:lnTo>
                    <a:pt x="217327" y="892126"/>
                  </a:lnTo>
                  <a:lnTo>
                    <a:pt x="217301" y="892068"/>
                  </a:lnTo>
                  <a:lnTo>
                    <a:pt x="217293" y="892031"/>
                  </a:lnTo>
                  <a:lnTo>
                    <a:pt x="217285" y="892000"/>
                  </a:lnTo>
                  <a:lnTo>
                    <a:pt x="217272" y="891968"/>
                  </a:lnTo>
                  <a:lnTo>
                    <a:pt x="217249" y="891932"/>
                  </a:lnTo>
                  <a:lnTo>
                    <a:pt x="217223" y="891905"/>
                  </a:lnTo>
                  <a:lnTo>
                    <a:pt x="217201" y="891889"/>
                  </a:lnTo>
                  <a:lnTo>
                    <a:pt x="217172" y="891872"/>
                  </a:lnTo>
                  <a:lnTo>
                    <a:pt x="217151" y="891859"/>
                  </a:lnTo>
                  <a:lnTo>
                    <a:pt x="217125" y="891852"/>
                  </a:lnTo>
                  <a:lnTo>
                    <a:pt x="217090" y="891847"/>
                  </a:lnTo>
                  <a:lnTo>
                    <a:pt x="217061" y="891838"/>
                  </a:lnTo>
                  <a:lnTo>
                    <a:pt x="217031" y="891827"/>
                  </a:lnTo>
                  <a:lnTo>
                    <a:pt x="217008" y="891814"/>
                  </a:lnTo>
                  <a:lnTo>
                    <a:pt x="216993" y="891812"/>
                  </a:lnTo>
                  <a:lnTo>
                    <a:pt x="216950" y="891814"/>
                  </a:lnTo>
                  <a:lnTo>
                    <a:pt x="216911" y="891826"/>
                  </a:lnTo>
                  <a:lnTo>
                    <a:pt x="216858" y="891833"/>
                  </a:lnTo>
                  <a:lnTo>
                    <a:pt x="216829" y="891842"/>
                  </a:lnTo>
                  <a:lnTo>
                    <a:pt x="216797" y="891858"/>
                  </a:lnTo>
                  <a:lnTo>
                    <a:pt x="216752" y="891886"/>
                  </a:lnTo>
                  <a:lnTo>
                    <a:pt x="216728" y="891897"/>
                  </a:lnTo>
                  <a:lnTo>
                    <a:pt x="216671" y="891917"/>
                  </a:lnTo>
                  <a:lnTo>
                    <a:pt x="216643" y="891917"/>
                  </a:lnTo>
                  <a:lnTo>
                    <a:pt x="216597" y="891917"/>
                  </a:lnTo>
                  <a:lnTo>
                    <a:pt x="216569" y="891911"/>
                  </a:lnTo>
                  <a:lnTo>
                    <a:pt x="216499" y="891904"/>
                  </a:lnTo>
                  <a:lnTo>
                    <a:pt x="216477" y="891902"/>
                  </a:lnTo>
                  <a:lnTo>
                    <a:pt x="216453" y="891904"/>
                  </a:lnTo>
                  <a:lnTo>
                    <a:pt x="216402" y="891914"/>
                  </a:lnTo>
                  <a:lnTo>
                    <a:pt x="216357" y="891922"/>
                  </a:lnTo>
                  <a:lnTo>
                    <a:pt x="216333" y="891925"/>
                  </a:lnTo>
                  <a:lnTo>
                    <a:pt x="216312" y="891909"/>
                  </a:lnTo>
                  <a:lnTo>
                    <a:pt x="216295" y="891890"/>
                  </a:lnTo>
                  <a:lnTo>
                    <a:pt x="216272" y="891853"/>
                  </a:lnTo>
                  <a:lnTo>
                    <a:pt x="216237" y="891793"/>
                  </a:lnTo>
                  <a:lnTo>
                    <a:pt x="216204" y="891705"/>
                  </a:lnTo>
                  <a:lnTo>
                    <a:pt x="216191" y="891653"/>
                  </a:lnTo>
                  <a:lnTo>
                    <a:pt x="216183" y="891627"/>
                  </a:lnTo>
                  <a:lnTo>
                    <a:pt x="216178" y="891606"/>
                  </a:lnTo>
                  <a:lnTo>
                    <a:pt x="216168" y="891600"/>
                  </a:lnTo>
                  <a:lnTo>
                    <a:pt x="216147" y="891597"/>
                  </a:lnTo>
                  <a:lnTo>
                    <a:pt x="216101" y="891597"/>
                  </a:lnTo>
                  <a:lnTo>
                    <a:pt x="216060" y="891594"/>
                  </a:lnTo>
                  <a:lnTo>
                    <a:pt x="216031" y="891591"/>
                  </a:lnTo>
                  <a:lnTo>
                    <a:pt x="216019" y="891580"/>
                  </a:lnTo>
                  <a:lnTo>
                    <a:pt x="216019" y="891569"/>
                  </a:lnTo>
                  <a:lnTo>
                    <a:pt x="215993" y="891503"/>
                  </a:lnTo>
                  <a:lnTo>
                    <a:pt x="215979" y="891484"/>
                  </a:lnTo>
                  <a:lnTo>
                    <a:pt x="215966" y="891471"/>
                  </a:lnTo>
                  <a:lnTo>
                    <a:pt x="215952" y="891463"/>
                  </a:lnTo>
                  <a:lnTo>
                    <a:pt x="215934" y="891465"/>
                  </a:lnTo>
                  <a:lnTo>
                    <a:pt x="215890" y="891457"/>
                  </a:lnTo>
                  <a:lnTo>
                    <a:pt x="215863" y="891446"/>
                  </a:lnTo>
                  <a:lnTo>
                    <a:pt x="215847" y="891438"/>
                  </a:lnTo>
                  <a:lnTo>
                    <a:pt x="215820" y="891420"/>
                  </a:lnTo>
                  <a:lnTo>
                    <a:pt x="215797" y="891399"/>
                  </a:lnTo>
                  <a:lnTo>
                    <a:pt x="215787" y="891383"/>
                  </a:lnTo>
                  <a:lnTo>
                    <a:pt x="215775" y="891346"/>
                  </a:lnTo>
                  <a:lnTo>
                    <a:pt x="215767" y="891307"/>
                  </a:lnTo>
                  <a:lnTo>
                    <a:pt x="215759" y="891295"/>
                  </a:lnTo>
                  <a:lnTo>
                    <a:pt x="215738" y="891287"/>
                  </a:lnTo>
                  <a:lnTo>
                    <a:pt x="215703" y="891275"/>
                  </a:lnTo>
                  <a:lnTo>
                    <a:pt x="215661" y="891263"/>
                  </a:lnTo>
                  <a:lnTo>
                    <a:pt x="215634" y="891250"/>
                  </a:lnTo>
                  <a:lnTo>
                    <a:pt x="215580" y="891216"/>
                  </a:lnTo>
                  <a:lnTo>
                    <a:pt x="215555" y="891188"/>
                  </a:lnTo>
                  <a:lnTo>
                    <a:pt x="215540" y="891171"/>
                  </a:lnTo>
                  <a:lnTo>
                    <a:pt x="215529" y="891151"/>
                  </a:lnTo>
                  <a:lnTo>
                    <a:pt x="215519" y="891132"/>
                  </a:lnTo>
                  <a:lnTo>
                    <a:pt x="215508" y="891114"/>
                  </a:lnTo>
                  <a:lnTo>
                    <a:pt x="215480" y="891091"/>
                  </a:lnTo>
                  <a:lnTo>
                    <a:pt x="215426" y="891053"/>
                  </a:lnTo>
                  <a:lnTo>
                    <a:pt x="215391" y="891028"/>
                  </a:lnTo>
                  <a:lnTo>
                    <a:pt x="215365" y="891016"/>
                  </a:lnTo>
                  <a:lnTo>
                    <a:pt x="215335" y="891010"/>
                  </a:lnTo>
                  <a:lnTo>
                    <a:pt x="215300" y="891003"/>
                  </a:lnTo>
                  <a:lnTo>
                    <a:pt x="215255" y="891002"/>
                  </a:lnTo>
                  <a:lnTo>
                    <a:pt x="215236" y="890997"/>
                  </a:lnTo>
                  <a:lnTo>
                    <a:pt x="215165" y="890972"/>
                  </a:lnTo>
                  <a:lnTo>
                    <a:pt x="215143" y="890963"/>
                  </a:lnTo>
                  <a:lnTo>
                    <a:pt x="215116" y="890960"/>
                  </a:lnTo>
                  <a:lnTo>
                    <a:pt x="215081" y="890953"/>
                  </a:lnTo>
                  <a:lnTo>
                    <a:pt x="215069" y="890949"/>
                  </a:lnTo>
                  <a:lnTo>
                    <a:pt x="215038" y="890928"/>
                  </a:lnTo>
                  <a:lnTo>
                    <a:pt x="215029" y="890917"/>
                  </a:lnTo>
                  <a:lnTo>
                    <a:pt x="214997" y="890888"/>
                  </a:lnTo>
                  <a:lnTo>
                    <a:pt x="214974" y="890868"/>
                  </a:lnTo>
                  <a:lnTo>
                    <a:pt x="214947" y="890847"/>
                  </a:lnTo>
                  <a:lnTo>
                    <a:pt x="214938" y="890838"/>
                  </a:lnTo>
                  <a:lnTo>
                    <a:pt x="214932" y="890827"/>
                  </a:lnTo>
                  <a:lnTo>
                    <a:pt x="214925" y="890809"/>
                  </a:lnTo>
                  <a:lnTo>
                    <a:pt x="214916" y="890781"/>
                  </a:lnTo>
                  <a:lnTo>
                    <a:pt x="214911" y="890757"/>
                  </a:lnTo>
                  <a:lnTo>
                    <a:pt x="214893" y="890700"/>
                  </a:lnTo>
                  <a:lnTo>
                    <a:pt x="214881" y="890680"/>
                  </a:lnTo>
                  <a:lnTo>
                    <a:pt x="214871" y="890665"/>
                  </a:lnTo>
                  <a:lnTo>
                    <a:pt x="214854" y="890640"/>
                  </a:lnTo>
                  <a:lnTo>
                    <a:pt x="214824" y="890605"/>
                  </a:lnTo>
                  <a:lnTo>
                    <a:pt x="214814" y="890590"/>
                  </a:lnTo>
                  <a:lnTo>
                    <a:pt x="214774" y="890533"/>
                  </a:lnTo>
                  <a:lnTo>
                    <a:pt x="214768" y="890501"/>
                  </a:lnTo>
                  <a:lnTo>
                    <a:pt x="214765" y="890471"/>
                  </a:lnTo>
                  <a:lnTo>
                    <a:pt x="214758" y="890444"/>
                  </a:lnTo>
                  <a:lnTo>
                    <a:pt x="214756" y="890418"/>
                  </a:lnTo>
                  <a:lnTo>
                    <a:pt x="214760" y="890353"/>
                  </a:lnTo>
                  <a:lnTo>
                    <a:pt x="214764" y="890332"/>
                  </a:lnTo>
                  <a:lnTo>
                    <a:pt x="214775" y="890288"/>
                  </a:lnTo>
                  <a:lnTo>
                    <a:pt x="214784" y="890265"/>
                  </a:lnTo>
                  <a:lnTo>
                    <a:pt x="214795" y="890254"/>
                  </a:lnTo>
                  <a:lnTo>
                    <a:pt x="214805" y="890248"/>
                  </a:lnTo>
                  <a:lnTo>
                    <a:pt x="214821" y="890246"/>
                  </a:lnTo>
                  <a:lnTo>
                    <a:pt x="214851" y="890242"/>
                  </a:lnTo>
                  <a:lnTo>
                    <a:pt x="214875" y="890238"/>
                  </a:lnTo>
                  <a:lnTo>
                    <a:pt x="214909" y="890229"/>
                  </a:lnTo>
                  <a:lnTo>
                    <a:pt x="214932" y="890219"/>
                  </a:lnTo>
                  <a:lnTo>
                    <a:pt x="214981" y="890194"/>
                  </a:lnTo>
                  <a:lnTo>
                    <a:pt x="215023" y="890175"/>
                  </a:lnTo>
                  <a:lnTo>
                    <a:pt x="215046" y="890163"/>
                  </a:lnTo>
                  <a:lnTo>
                    <a:pt x="215062" y="890148"/>
                  </a:lnTo>
                  <a:lnTo>
                    <a:pt x="215109" y="890098"/>
                  </a:lnTo>
                  <a:lnTo>
                    <a:pt x="215131" y="890074"/>
                  </a:lnTo>
                  <a:lnTo>
                    <a:pt x="215149" y="890059"/>
                  </a:lnTo>
                  <a:lnTo>
                    <a:pt x="215188" y="890029"/>
                  </a:lnTo>
                  <a:lnTo>
                    <a:pt x="215214" y="890005"/>
                  </a:lnTo>
                  <a:lnTo>
                    <a:pt x="215253" y="889965"/>
                  </a:lnTo>
                  <a:lnTo>
                    <a:pt x="215278" y="889946"/>
                  </a:lnTo>
                  <a:lnTo>
                    <a:pt x="215291" y="889930"/>
                  </a:lnTo>
                  <a:lnTo>
                    <a:pt x="215289" y="889925"/>
                  </a:lnTo>
                  <a:lnTo>
                    <a:pt x="215281" y="889924"/>
                  </a:lnTo>
                  <a:lnTo>
                    <a:pt x="215253" y="889916"/>
                  </a:lnTo>
                  <a:lnTo>
                    <a:pt x="215212" y="889896"/>
                  </a:lnTo>
                  <a:lnTo>
                    <a:pt x="215180" y="889879"/>
                  </a:lnTo>
                  <a:lnTo>
                    <a:pt x="215139" y="889852"/>
                  </a:lnTo>
                  <a:lnTo>
                    <a:pt x="215113" y="889840"/>
                  </a:lnTo>
                  <a:lnTo>
                    <a:pt x="215075" y="889809"/>
                  </a:lnTo>
                  <a:lnTo>
                    <a:pt x="215041" y="889770"/>
                  </a:lnTo>
                  <a:lnTo>
                    <a:pt x="215000" y="889731"/>
                  </a:lnTo>
                  <a:lnTo>
                    <a:pt x="214974" y="889703"/>
                  </a:lnTo>
                  <a:lnTo>
                    <a:pt x="214951" y="889675"/>
                  </a:lnTo>
                  <a:lnTo>
                    <a:pt x="214927" y="889653"/>
                  </a:lnTo>
                  <a:lnTo>
                    <a:pt x="214909" y="889635"/>
                  </a:lnTo>
                  <a:lnTo>
                    <a:pt x="214879" y="889623"/>
                  </a:lnTo>
                  <a:lnTo>
                    <a:pt x="214849" y="889610"/>
                  </a:lnTo>
                  <a:lnTo>
                    <a:pt x="214833" y="889597"/>
                  </a:lnTo>
                  <a:lnTo>
                    <a:pt x="214809" y="889582"/>
                  </a:lnTo>
                  <a:lnTo>
                    <a:pt x="214786" y="889574"/>
                  </a:lnTo>
                  <a:lnTo>
                    <a:pt x="214762" y="889568"/>
                  </a:lnTo>
                  <a:lnTo>
                    <a:pt x="214722" y="889565"/>
                  </a:lnTo>
                  <a:lnTo>
                    <a:pt x="214670" y="889560"/>
                  </a:lnTo>
                  <a:lnTo>
                    <a:pt x="214644" y="889557"/>
                  </a:lnTo>
                  <a:lnTo>
                    <a:pt x="214614" y="889545"/>
                  </a:lnTo>
                  <a:lnTo>
                    <a:pt x="214585" y="889536"/>
                  </a:lnTo>
                  <a:lnTo>
                    <a:pt x="214554" y="889522"/>
                  </a:lnTo>
                  <a:lnTo>
                    <a:pt x="214517" y="889505"/>
                  </a:lnTo>
                  <a:lnTo>
                    <a:pt x="214498" y="889490"/>
                  </a:lnTo>
                  <a:lnTo>
                    <a:pt x="214435" y="889439"/>
                  </a:lnTo>
                  <a:lnTo>
                    <a:pt x="214408" y="889411"/>
                  </a:lnTo>
                  <a:lnTo>
                    <a:pt x="214386" y="889396"/>
                  </a:lnTo>
                  <a:lnTo>
                    <a:pt x="214356" y="889382"/>
                  </a:lnTo>
                  <a:lnTo>
                    <a:pt x="214333" y="889370"/>
                  </a:lnTo>
                  <a:lnTo>
                    <a:pt x="214310" y="889350"/>
                  </a:lnTo>
                  <a:lnTo>
                    <a:pt x="214295" y="889327"/>
                  </a:lnTo>
                  <a:lnTo>
                    <a:pt x="214284" y="889273"/>
                  </a:lnTo>
                  <a:lnTo>
                    <a:pt x="214281" y="889245"/>
                  </a:lnTo>
                  <a:lnTo>
                    <a:pt x="214270" y="889221"/>
                  </a:lnTo>
                  <a:lnTo>
                    <a:pt x="214256" y="889211"/>
                  </a:lnTo>
                  <a:lnTo>
                    <a:pt x="214218" y="889207"/>
                  </a:lnTo>
                  <a:lnTo>
                    <a:pt x="214163" y="889205"/>
                  </a:lnTo>
                  <a:lnTo>
                    <a:pt x="214066" y="889206"/>
                  </a:lnTo>
                  <a:lnTo>
                    <a:pt x="214025" y="889216"/>
                  </a:lnTo>
                  <a:lnTo>
                    <a:pt x="213962" y="889244"/>
                  </a:lnTo>
                  <a:lnTo>
                    <a:pt x="213944" y="889258"/>
                  </a:lnTo>
                  <a:lnTo>
                    <a:pt x="213937" y="889256"/>
                  </a:lnTo>
                  <a:lnTo>
                    <a:pt x="213926" y="889246"/>
                  </a:lnTo>
                  <a:lnTo>
                    <a:pt x="213917" y="889232"/>
                  </a:lnTo>
                  <a:lnTo>
                    <a:pt x="213884" y="889190"/>
                  </a:lnTo>
                  <a:lnTo>
                    <a:pt x="213847" y="889147"/>
                  </a:lnTo>
                  <a:lnTo>
                    <a:pt x="213823" y="889115"/>
                  </a:lnTo>
                  <a:lnTo>
                    <a:pt x="213811" y="889083"/>
                  </a:lnTo>
                  <a:lnTo>
                    <a:pt x="213782" y="889026"/>
                  </a:lnTo>
                  <a:lnTo>
                    <a:pt x="213746" y="888967"/>
                  </a:lnTo>
                  <a:lnTo>
                    <a:pt x="213731" y="888941"/>
                  </a:lnTo>
                  <a:lnTo>
                    <a:pt x="213703" y="888910"/>
                  </a:lnTo>
                  <a:lnTo>
                    <a:pt x="213649" y="888861"/>
                  </a:lnTo>
                  <a:lnTo>
                    <a:pt x="213599" y="888809"/>
                  </a:lnTo>
                  <a:lnTo>
                    <a:pt x="213568" y="888777"/>
                  </a:lnTo>
                  <a:lnTo>
                    <a:pt x="213562" y="888763"/>
                  </a:lnTo>
                  <a:lnTo>
                    <a:pt x="213547" y="888723"/>
                  </a:lnTo>
                  <a:lnTo>
                    <a:pt x="213544" y="888688"/>
                  </a:lnTo>
                  <a:lnTo>
                    <a:pt x="213550" y="888666"/>
                  </a:lnTo>
                  <a:lnTo>
                    <a:pt x="213555" y="888647"/>
                  </a:lnTo>
                  <a:lnTo>
                    <a:pt x="213555" y="888629"/>
                  </a:lnTo>
                  <a:lnTo>
                    <a:pt x="213549" y="888606"/>
                  </a:lnTo>
                  <a:lnTo>
                    <a:pt x="213542" y="888592"/>
                  </a:lnTo>
                  <a:lnTo>
                    <a:pt x="213528" y="888566"/>
                  </a:lnTo>
                  <a:lnTo>
                    <a:pt x="213520" y="888548"/>
                  </a:lnTo>
                  <a:lnTo>
                    <a:pt x="213504" y="888532"/>
                  </a:lnTo>
                  <a:lnTo>
                    <a:pt x="213491" y="888515"/>
                  </a:lnTo>
                  <a:lnTo>
                    <a:pt x="213487" y="888500"/>
                  </a:lnTo>
                  <a:lnTo>
                    <a:pt x="213490" y="888479"/>
                  </a:lnTo>
                  <a:lnTo>
                    <a:pt x="213498" y="888451"/>
                  </a:lnTo>
                  <a:lnTo>
                    <a:pt x="213521" y="888415"/>
                  </a:lnTo>
                  <a:lnTo>
                    <a:pt x="213542" y="888373"/>
                  </a:lnTo>
                  <a:lnTo>
                    <a:pt x="213565" y="888346"/>
                  </a:lnTo>
                  <a:lnTo>
                    <a:pt x="213605" y="888290"/>
                  </a:lnTo>
                  <a:lnTo>
                    <a:pt x="213634" y="888245"/>
                  </a:lnTo>
                  <a:lnTo>
                    <a:pt x="213664" y="888198"/>
                  </a:lnTo>
                  <a:lnTo>
                    <a:pt x="213690" y="888168"/>
                  </a:lnTo>
                  <a:lnTo>
                    <a:pt x="213705" y="888155"/>
                  </a:lnTo>
                  <a:lnTo>
                    <a:pt x="213714" y="888146"/>
                  </a:lnTo>
                  <a:lnTo>
                    <a:pt x="213715" y="888133"/>
                  </a:lnTo>
                  <a:lnTo>
                    <a:pt x="213711" y="888110"/>
                  </a:lnTo>
                  <a:lnTo>
                    <a:pt x="213702" y="888083"/>
                  </a:lnTo>
                  <a:lnTo>
                    <a:pt x="213695" y="888053"/>
                  </a:lnTo>
                  <a:lnTo>
                    <a:pt x="213694" y="888011"/>
                  </a:lnTo>
                  <a:lnTo>
                    <a:pt x="213686" y="887930"/>
                  </a:lnTo>
                  <a:lnTo>
                    <a:pt x="213680" y="887917"/>
                  </a:lnTo>
                  <a:lnTo>
                    <a:pt x="213660" y="887912"/>
                  </a:lnTo>
                  <a:lnTo>
                    <a:pt x="213631" y="887910"/>
                  </a:lnTo>
                  <a:lnTo>
                    <a:pt x="213584" y="887907"/>
                  </a:lnTo>
                  <a:lnTo>
                    <a:pt x="213539" y="887903"/>
                  </a:lnTo>
                  <a:lnTo>
                    <a:pt x="213507" y="887892"/>
                  </a:lnTo>
                  <a:lnTo>
                    <a:pt x="213491" y="887885"/>
                  </a:lnTo>
                  <a:lnTo>
                    <a:pt x="213478" y="887876"/>
                  </a:lnTo>
                  <a:lnTo>
                    <a:pt x="213457" y="887852"/>
                  </a:lnTo>
                  <a:lnTo>
                    <a:pt x="213448" y="887836"/>
                  </a:lnTo>
                  <a:lnTo>
                    <a:pt x="213438" y="887807"/>
                  </a:lnTo>
                  <a:lnTo>
                    <a:pt x="213439" y="887785"/>
                  </a:lnTo>
                  <a:lnTo>
                    <a:pt x="213442" y="887763"/>
                  </a:lnTo>
                  <a:lnTo>
                    <a:pt x="213461" y="887731"/>
                  </a:lnTo>
                  <a:lnTo>
                    <a:pt x="213475" y="887695"/>
                  </a:lnTo>
                  <a:lnTo>
                    <a:pt x="213502" y="887650"/>
                  </a:lnTo>
                  <a:lnTo>
                    <a:pt x="213510" y="887630"/>
                  </a:lnTo>
                  <a:lnTo>
                    <a:pt x="213514" y="887603"/>
                  </a:lnTo>
                  <a:lnTo>
                    <a:pt x="213522" y="887582"/>
                  </a:lnTo>
                  <a:lnTo>
                    <a:pt x="213526" y="887554"/>
                  </a:lnTo>
                  <a:lnTo>
                    <a:pt x="213530" y="887532"/>
                  </a:lnTo>
                  <a:lnTo>
                    <a:pt x="213547" y="887495"/>
                  </a:lnTo>
                  <a:lnTo>
                    <a:pt x="213569" y="887459"/>
                  </a:lnTo>
                  <a:lnTo>
                    <a:pt x="213589" y="887427"/>
                  </a:lnTo>
                  <a:lnTo>
                    <a:pt x="213606" y="887404"/>
                  </a:lnTo>
                  <a:lnTo>
                    <a:pt x="213627" y="887361"/>
                  </a:lnTo>
                  <a:lnTo>
                    <a:pt x="213639" y="887322"/>
                  </a:lnTo>
                  <a:lnTo>
                    <a:pt x="213640" y="887282"/>
                  </a:lnTo>
                  <a:lnTo>
                    <a:pt x="213636" y="887253"/>
                  </a:lnTo>
                  <a:lnTo>
                    <a:pt x="213631" y="887229"/>
                  </a:lnTo>
                  <a:lnTo>
                    <a:pt x="213624" y="887207"/>
                  </a:lnTo>
                  <a:lnTo>
                    <a:pt x="213619" y="887197"/>
                  </a:lnTo>
                  <a:lnTo>
                    <a:pt x="213600" y="887196"/>
                  </a:lnTo>
                  <a:lnTo>
                    <a:pt x="213585" y="887198"/>
                  </a:lnTo>
                  <a:lnTo>
                    <a:pt x="213549" y="887204"/>
                  </a:lnTo>
                  <a:lnTo>
                    <a:pt x="213507" y="887207"/>
                  </a:lnTo>
                  <a:lnTo>
                    <a:pt x="213479" y="887202"/>
                  </a:lnTo>
                  <a:lnTo>
                    <a:pt x="213441" y="887200"/>
                  </a:lnTo>
                  <a:lnTo>
                    <a:pt x="213397" y="887198"/>
                  </a:lnTo>
                  <a:lnTo>
                    <a:pt x="213351" y="887198"/>
                  </a:lnTo>
                  <a:lnTo>
                    <a:pt x="213312" y="887197"/>
                  </a:lnTo>
                  <a:lnTo>
                    <a:pt x="213306" y="887176"/>
                  </a:lnTo>
                  <a:lnTo>
                    <a:pt x="213294" y="887147"/>
                  </a:lnTo>
                  <a:lnTo>
                    <a:pt x="213271" y="887103"/>
                  </a:lnTo>
                  <a:lnTo>
                    <a:pt x="213251" y="887075"/>
                  </a:lnTo>
                  <a:lnTo>
                    <a:pt x="213228" y="887052"/>
                  </a:lnTo>
                  <a:lnTo>
                    <a:pt x="213209" y="887021"/>
                  </a:lnTo>
                  <a:lnTo>
                    <a:pt x="213196" y="887004"/>
                  </a:lnTo>
                  <a:lnTo>
                    <a:pt x="213173" y="886981"/>
                  </a:lnTo>
                  <a:lnTo>
                    <a:pt x="213161" y="886963"/>
                  </a:lnTo>
                  <a:lnTo>
                    <a:pt x="213156" y="886948"/>
                  </a:lnTo>
                  <a:lnTo>
                    <a:pt x="213157" y="886940"/>
                  </a:lnTo>
                  <a:lnTo>
                    <a:pt x="213182" y="886885"/>
                  </a:lnTo>
                  <a:lnTo>
                    <a:pt x="213204" y="886833"/>
                  </a:lnTo>
                  <a:lnTo>
                    <a:pt x="213219" y="886797"/>
                  </a:lnTo>
                  <a:lnTo>
                    <a:pt x="213224" y="886757"/>
                  </a:lnTo>
                  <a:lnTo>
                    <a:pt x="213229" y="886700"/>
                  </a:lnTo>
                  <a:lnTo>
                    <a:pt x="213235" y="886657"/>
                  </a:lnTo>
                  <a:lnTo>
                    <a:pt x="213233" y="886648"/>
                  </a:lnTo>
                  <a:lnTo>
                    <a:pt x="213218" y="886639"/>
                  </a:lnTo>
                  <a:lnTo>
                    <a:pt x="213180" y="886618"/>
                  </a:lnTo>
                  <a:lnTo>
                    <a:pt x="213157" y="886601"/>
                  </a:lnTo>
                  <a:lnTo>
                    <a:pt x="213118" y="886571"/>
                  </a:lnTo>
                  <a:lnTo>
                    <a:pt x="213084" y="886539"/>
                  </a:lnTo>
                  <a:lnTo>
                    <a:pt x="213039" y="886505"/>
                  </a:lnTo>
                  <a:lnTo>
                    <a:pt x="213014" y="886482"/>
                  </a:lnTo>
                  <a:lnTo>
                    <a:pt x="212983" y="886457"/>
                  </a:lnTo>
                  <a:lnTo>
                    <a:pt x="212967" y="886449"/>
                  </a:lnTo>
                  <a:lnTo>
                    <a:pt x="212961" y="886448"/>
                  </a:lnTo>
                  <a:lnTo>
                    <a:pt x="212947" y="886452"/>
                  </a:lnTo>
                  <a:lnTo>
                    <a:pt x="212923" y="886471"/>
                  </a:lnTo>
                  <a:lnTo>
                    <a:pt x="212900" y="886487"/>
                  </a:lnTo>
                  <a:lnTo>
                    <a:pt x="212850" y="886509"/>
                  </a:lnTo>
                  <a:lnTo>
                    <a:pt x="212794" y="886526"/>
                  </a:lnTo>
                  <a:lnTo>
                    <a:pt x="212760" y="886531"/>
                  </a:lnTo>
                  <a:lnTo>
                    <a:pt x="212716" y="886529"/>
                  </a:lnTo>
                  <a:lnTo>
                    <a:pt x="212693" y="886523"/>
                  </a:lnTo>
                  <a:lnTo>
                    <a:pt x="212651" y="886523"/>
                  </a:lnTo>
                  <a:lnTo>
                    <a:pt x="212625" y="886519"/>
                  </a:lnTo>
                  <a:lnTo>
                    <a:pt x="212534" y="886489"/>
                  </a:lnTo>
                  <a:lnTo>
                    <a:pt x="212512" y="886475"/>
                  </a:lnTo>
                  <a:lnTo>
                    <a:pt x="212482" y="886458"/>
                  </a:lnTo>
                  <a:lnTo>
                    <a:pt x="212471" y="886450"/>
                  </a:lnTo>
                  <a:lnTo>
                    <a:pt x="212450" y="886425"/>
                  </a:lnTo>
                  <a:lnTo>
                    <a:pt x="212427" y="886406"/>
                  </a:lnTo>
                  <a:lnTo>
                    <a:pt x="212403" y="886371"/>
                  </a:lnTo>
                  <a:lnTo>
                    <a:pt x="212384" y="886346"/>
                  </a:lnTo>
                  <a:lnTo>
                    <a:pt x="212373" y="886341"/>
                  </a:lnTo>
                  <a:lnTo>
                    <a:pt x="212351" y="886338"/>
                  </a:lnTo>
                  <a:lnTo>
                    <a:pt x="212338" y="886339"/>
                  </a:lnTo>
                  <a:lnTo>
                    <a:pt x="212305" y="886344"/>
                  </a:lnTo>
                  <a:lnTo>
                    <a:pt x="212280" y="886346"/>
                  </a:lnTo>
                  <a:lnTo>
                    <a:pt x="212260" y="886349"/>
                  </a:lnTo>
                  <a:lnTo>
                    <a:pt x="212224" y="886365"/>
                  </a:lnTo>
                  <a:lnTo>
                    <a:pt x="212208" y="886372"/>
                  </a:lnTo>
                  <a:lnTo>
                    <a:pt x="212189" y="886383"/>
                  </a:lnTo>
                  <a:lnTo>
                    <a:pt x="212171" y="886394"/>
                  </a:lnTo>
                  <a:lnTo>
                    <a:pt x="212134" y="886412"/>
                  </a:lnTo>
                  <a:lnTo>
                    <a:pt x="212101" y="886425"/>
                  </a:lnTo>
                  <a:lnTo>
                    <a:pt x="212082" y="886431"/>
                  </a:lnTo>
                  <a:lnTo>
                    <a:pt x="212051" y="886450"/>
                  </a:lnTo>
                  <a:lnTo>
                    <a:pt x="212033" y="886457"/>
                  </a:lnTo>
                  <a:lnTo>
                    <a:pt x="212023" y="886455"/>
                  </a:lnTo>
                  <a:lnTo>
                    <a:pt x="212008" y="886445"/>
                  </a:lnTo>
                  <a:lnTo>
                    <a:pt x="211982" y="886434"/>
                  </a:lnTo>
                  <a:lnTo>
                    <a:pt x="211940" y="886421"/>
                  </a:lnTo>
                  <a:lnTo>
                    <a:pt x="211916" y="886416"/>
                  </a:lnTo>
                  <a:lnTo>
                    <a:pt x="211855" y="886414"/>
                  </a:lnTo>
                  <a:lnTo>
                    <a:pt x="211822" y="886414"/>
                  </a:lnTo>
                  <a:lnTo>
                    <a:pt x="211784" y="886416"/>
                  </a:lnTo>
                  <a:lnTo>
                    <a:pt x="211735" y="886421"/>
                  </a:lnTo>
                  <a:lnTo>
                    <a:pt x="211704" y="886420"/>
                  </a:lnTo>
                  <a:lnTo>
                    <a:pt x="211667" y="886416"/>
                  </a:lnTo>
                  <a:lnTo>
                    <a:pt x="211642" y="886412"/>
                  </a:lnTo>
                  <a:lnTo>
                    <a:pt x="211599" y="886402"/>
                  </a:lnTo>
                  <a:lnTo>
                    <a:pt x="211552" y="886392"/>
                  </a:lnTo>
                  <a:lnTo>
                    <a:pt x="211514" y="886384"/>
                  </a:lnTo>
                  <a:lnTo>
                    <a:pt x="211475" y="886373"/>
                  </a:lnTo>
                  <a:lnTo>
                    <a:pt x="211448" y="886358"/>
                  </a:lnTo>
                  <a:lnTo>
                    <a:pt x="211427" y="886339"/>
                  </a:lnTo>
                  <a:lnTo>
                    <a:pt x="211410" y="886324"/>
                  </a:lnTo>
                  <a:lnTo>
                    <a:pt x="211399" y="886311"/>
                  </a:lnTo>
                  <a:lnTo>
                    <a:pt x="211383" y="886286"/>
                  </a:lnTo>
                  <a:lnTo>
                    <a:pt x="211368" y="886267"/>
                  </a:lnTo>
                  <a:lnTo>
                    <a:pt x="211353" y="886251"/>
                  </a:lnTo>
                  <a:lnTo>
                    <a:pt x="211327" y="886231"/>
                  </a:lnTo>
                  <a:lnTo>
                    <a:pt x="211317" y="886224"/>
                  </a:lnTo>
                  <a:lnTo>
                    <a:pt x="211297" y="886209"/>
                  </a:lnTo>
                  <a:lnTo>
                    <a:pt x="211292" y="886202"/>
                  </a:lnTo>
                  <a:lnTo>
                    <a:pt x="211292" y="886194"/>
                  </a:lnTo>
                  <a:lnTo>
                    <a:pt x="211292" y="886184"/>
                  </a:lnTo>
                  <a:lnTo>
                    <a:pt x="211297" y="886174"/>
                  </a:lnTo>
                  <a:lnTo>
                    <a:pt x="211299" y="886165"/>
                  </a:lnTo>
                  <a:lnTo>
                    <a:pt x="211304" y="886144"/>
                  </a:lnTo>
                  <a:lnTo>
                    <a:pt x="211307" y="886128"/>
                  </a:lnTo>
                  <a:lnTo>
                    <a:pt x="211307" y="886122"/>
                  </a:lnTo>
                  <a:lnTo>
                    <a:pt x="211306" y="886115"/>
                  </a:lnTo>
                  <a:lnTo>
                    <a:pt x="211305" y="886107"/>
                  </a:lnTo>
                  <a:lnTo>
                    <a:pt x="211306" y="886097"/>
                  </a:lnTo>
                  <a:lnTo>
                    <a:pt x="211308" y="886083"/>
                  </a:lnTo>
                  <a:lnTo>
                    <a:pt x="211309" y="886074"/>
                  </a:lnTo>
                  <a:lnTo>
                    <a:pt x="211308" y="886066"/>
                  </a:lnTo>
                  <a:lnTo>
                    <a:pt x="211307" y="886055"/>
                  </a:lnTo>
                  <a:lnTo>
                    <a:pt x="211304" y="886046"/>
                  </a:lnTo>
                  <a:lnTo>
                    <a:pt x="211304" y="886042"/>
                  </a:lnTo>
                  <a:lnTo>
                    <a:pt x="211301" y="886029"/>
                  </a:lnTo>
                  <a:lnTo>
                    <a:pt x="211299" y="886024"/>
                  </a:lnTo>
                  <a:lnTo>
                    <a:pt x="211294" y="886023"/>
                  </a:lnTo>
                  <a:lnTo>
                    <a:pt x="211276" y="886021"/>
                  </a:lnTo>
                  <a:lnTo>
                    <a:pt x="211264" y="886020"/>
                  </a:lnTo>
                  <a:lnTo>
                    <a:pt x="211258" y="886019"/>
                  </a:lnTo>
                  <a:lnTo>
                    <a:pt x="211190" y="886013"/>
                  </a:lnTo>
                  <a:lnTo>
                    <a:pt x="211134" y="886007"/>
                  </a:lnTo>
                  <a:lnTo>
                    <a:pt x="211104" y="886003"/>
                  </a:lnTo>
                  <a:lnTo>
                    <a:pt x="211069" y="885993"/>
                  </a:lnTo>
                  <a:lnTo>
                    <a:pt x="211056" y="885980"/>
                  </a:lnTo>
                  <a:lnTo>
                    <a:pt x="211031" y="885958"/>
                  </a:lnTo>
                  <a:lnTo>
                    <a:pt x="210980" y="885917"/>
                  </a:lnTo>
                  <a:lnTo>
                    <a:pt x="210951" y="885903"/>
                  </a:lnTo>
                  <a:lnTo>
                    <a:pt x="210918" y="885887"/>
                  </a:lnTo>
                  <a:lnTo>
                    <a:pt x="210894" y="885878"/>
                  </a:lnTo>
                  <a:lnTo>
                    <a:pt x="210849" y="885870"/>
                  </a:lnTo>
                  <a:lnTo>
                    <a:pt x="210819" y="885858"/>
                  </a:lnTo>
                  <a:lnTo>
                    <a:pt x="210786" y="885837"/>
                  </a:lnTo>
                  <a:lnTo>
                    <a:pt x="210764" y="885817"/>
                  </a:lnTo>
                  <a:lnTo>
                    <a:pt x="210743" y="885800"/>
                  </a:lnTo>
                  <a:lnTo>
                    <a:pt x="210724" y="885772"/>
                  </a:lnTo>
                  <a:lnTo>
                    <a:pt x="210706" y="885745"/>
                  </a:lnTo>
                  <a:lnTo>
                    <a:pt x="210690" y="885708"/>
                  </a:lnTo>
                  <a:lnTo>
                    <a:pt x="210677" y="885682"/>
                  </a:lnTo>
                  <a:lnTo>
                    <a:pt x="210666" y="885655"/>
                  </a:lnTo>
                  <a:lnTo>
                    <a:pt x="210661" y="885628"/>
                  </a:lnTo>
                  <a:lnTo>
                    <a:pt x="210659" y="885588"/>
                  </a:lnTo>
                  <a:lnTo>
                    <a:pt x="210661" y="885557"/>
                  </a:lnTo>
                  <a:lnTo>
                    <a:pt x="210662" y="885509"/>
                  </a:lnTo>
                  <a:lnTo>
                    <a:pt x="210659" y="885476"/>
                  </a:lnTo>
                  <a:lnTo>
                    <a:pt x="210654" y="885463"/>
                  </a:lnTo>
                  <a:lnTo>
                    <a:pt x="210647" y="885457"/>
                  </a:lnTo>
                  <a:lnTo>
                    <a:pt x="210631" y="885452"/>
                  </a:lnTo>
                  <a:lnTo>
                    <a:pt x="210617" y="885448"/>
                  </a:lnTo>
                  <a:lnTo>
                    <a:pt x="210588" y="885445"/>
                  </a:lnTo>
                  <a:lnTo>
                    <a:pt x="210573" y="885442"/>
                  </a:lnTo>
                  <a:lnTo>
                    <a:pt x="210566" y="885438"/>
                  </a:lnTo>
                  <a:lnTo>
                    <a:pt x="210562" y="885430"/>
                  </a:lnTo>
                  <a:lnTo>
                    <a:pt x="210559" y="885414"/>
                  </a:lnTo>
                  <a:lnTo>
                    <a:pt x="210558" y="885407"/>
                  </a:lnTo>
                  <a:lnTo>
                    <a:pt x="210552" y="885373"/>
                  </a:lnTo>
                  <a:lnTo>
                    <a:pt x="210527" y="885314"/>
                  </a:lnTo>
                  <a:lnTo>
                    <a:pt x="210513" y="885296"/>
                  </a:lnTo>
                  <a:lnTo>
                    <a:pt x="210464" y="885234"/>
                  </a:lnTo>
                  <a:lnTo>
                    <a:pt x="210446" y="885212"/>
                  </a:lnTo>
                  <a:lnTo>
                    <a:pt x="210431" y="885185"/>
                  </a:lnTo>
                  <a:lnTo>
                    <a:pt x="210418" y="885157"/>
                  </a:lnTo>
                  <a:lnTo>
                    <a:pt x="210412" y="885134"/>
                  </a:lnTo>
                  <a:lnTo>
                    <a:pt x="210408" y="885118"/>
                  </a:lnTo>
                  <a:lnTo>
                    <a:pt x="210410" y="885106"/>
                  </a:lnTo>
                  <a:lnTo>
                    <a:pt x="210426" y="885089"/>
                  </a:lnTo>
                  <a:lnTo>
                    <a:pt x="210435" y="885081"/>
                  </a:lnTo>
                  <a:lnTo>
                    <a:pt x="210445" y="885074"/>
                  </a:lnTo>
                  <a:lnTo>
                    <a:pt x="210458" y="885057"/>
                  </a:lnTo>
                  <a:lnTo>
                    <a:pt x="210471" y="885043"/>
                  </a:lnTo>
                  <a:lnTo>
                    <a:pt x="210476" y="885038"/>
                  </a:lnTo>
                  <a:lnTo>
                    <a:pt x="210495" y="885028"/>
                  </a:lnTo>
                  <a:lnTo>
                    <a:pt x="210508" y="885013"/>
                  </a:lnTo>
                  <a:lnTo>
                    <a:pt x="210515" y="884995"/>
                  </a:lnTo>
                  <a:lnTo>
                    <a:pt x="210515" y="884967"/>
                  </a:lnTo>
                  <a:lnTo>
                    <a:pt x="210510" y="884948"/>
                  </a:lnTo>
                  <a:lnTo>
                    <a:pt x="210502" y="884936"/>
                  </a:lnTo>
                  <a:lnTo>
                    <a:pt x="210488" y="884928"/>
                  </a:lnTo>
                  <a:lnTo>
                    <a:pt x="210471" y="884918"/>
                  </a:lnTo>
                  <a:lnTo>
                    <a:pt x="210465" y="884910"/>
                  </a:lnTo>
                  <a:lnTo>
                    <a:pt x="210461" y="884900"/>
                  </a:lnTo>
                  <a:lnTo>
                    <a:pt x="210456" y="884894"/>
                  </a:lnTo>
                  <a:lnTo>
                    <a:pt x="210445" y="884885"/>
                  </a:lnTo>
                  <a:lnTo>
                    <a:pt x="210436" y="884879"/>
                  </a:lnTo>
                  <a:lnTo>
                    <a:pt x="210405" y="884854"/>
                  </a:lnTo>
                  <a:lnTo>
                    <a:pt x="210379" y="884830"/>
                  </a:lnTo>
                  <a:lnTo>
                    <a:pt x="210344" y="884798"/>
                  </a:lnTo>
                  <a:lnTo>
                    <a:pt x="210304" y="884762"/>
                  </a:lnTo>
                  <a:lnTo>
                    <a:pt x="210285" y="884750"/>
                  </a:lnTo>
                  <a:lnTo>
                    <a:pt x="210274" y="884739"/>
                  </a:lnTo>
                  <a:lnTo>
                    <a:pt x="210274" y="884727"/>
                  </a:lnTo>
                  <a:lnTo>
                    <a:pt x="210275" y="884707"/>
                  </a:lnTo>
                  <a:lnTo>
                    <a:pt x="210285" y="884682"/>
                  </a:lnTo>
                  <a:lnTo>
                    <a:pt x="210307" y="884639"/>
                  </a:lnTo>
                  <a:lnTo>
                    <a:pt x="210316" y="884613"/>
                  </a:lnTo>
                  <a:lnTo>
                    <a:pt x="210323" y="884596"/>
                  </a:lnTo>
                  <a:lnTo>
                    <a:pt x="210326" y="884573"/>
                  </a:lnTo>
                  <a:lnTo>
                    <a:pt x="210330" y="884552"/>
                  </a:lnTo>
                  <a:lnTo>
                    <a:pt x="210337" y="884535"/>
                  </a:lnTo>
                  <a:lnTo>
                    <a:pt x="210352" y="884510"/>
                  </a:lnTo>
                  <a:lnTo>
                    <a:pt x="210364" y="884489"/>
                  </a:lnTo>
                  <a:lnTo>
                    <a:pt x="210390" y="884455"/>
                  </a:lnTo>
                  <a:lnTo>
                    <a:pt x="210411" y="884429"/>
                  </a:lnTo>
                  <a:lnTo>
                    <a:pt x="210424" y="884417"/>
                  </a:lnTo>
                  <a:lnTo>
                    <a:pt x="210424" y="884408"/>
                  </a:lnTo>
                  <a:lnTo>
                    <a:pt x="210411" y="884392"/>
                  </a:lnTo>
                  <a:lnTo>
                    <a:pt x="210384" y="884370"/>
                  </a:lnTo>
                  <a:lnTo>
                    <a:pt x="210362" y="884345"/>
                  </a:lnTo>
                  <a:lnTo>
                    <a:pt x="210324" y="884306"/>
                  </a:lnTo>
                  <a:lnTo>
                    <a:pt x="210303" y="884283"/>
                  </a:lnTo>
                  <a:lnTo>
                    <a:pt x="210277" y="884246"/>
                  </a:lnTo>
                  <a:lnTo>
                    <a:pt x="210254" y="884203"/>
                  </a:lnTo>
                  <a:lnTo>
                    <a:pt x="210231" y="884175"/>
                  </a:lnTo>
                  <a:lnTo>
                    <a:pt x="210197" y="884147"/>
                  </a:lnTo>
                  <a:lnTo>
                    <a:pt x="210169" y="884128"/>
                  </a:lnTo>
                  <a:lnTo>
                    <a:pt x="210136" y="884107"/>
                  </a:lnTo>
                  <a:lnTo>
                    <a:pt x="210117" y="884089"/>
                  </a:lnTo>
                  <a:lnTo>
                    <a:pt x="210098" y="884065"/>
                  </a:lnTo>
                  <a:lnTo>
                    <a:pt x="210093" y="884058"/>
                  </a:lnTo>
                  <a:lnTo>
                    <a:pt x="210078" y="884047"/>
                  </a:lnTo>
                  <a:lnTo>
                    <a:pt x="210073" y="884045"/>
                  </a:lnTo>
                  <a:lnTo>
                    <a:pt x="210069" y="884045"/>
                  </a:lnTo>
                  <a:lnTo>
                    <a:pt x="210056" y="884047"/>
                  </a:lnTo>
                  <a:lnTo>
                    <a:pt x="210041" y="884051"/>
                  </a:lnTo>
                  <a:lnTo>
                    <a:pt x="210015" y="884053"/>
                  </a:lnTo>
                  <a:lnTo>
                    <a:pt x="209960" y="884052"/>
                  </a:lnTo>
                  <a:lnTo>
                    <a:pt x="209911" y="884048"/>
                  </a:lnTo>
                  <a:lnTo>
                    <a:pt x="209897" y="884046"/>
                  </a:lnTo>
                  <a:lnTo>
                    <a:pt x="209876" y="884043"/>
                  </a:lnTo>
                  <a:lnTo>
                    <a:pt x="209867" y="884040"/>
                  </a:lnTo>
                  <a:lnTo>
                    <a:pt x="209867" y="884036"/>
                  </a:lnTo>
                  <a:lnTo>
                    <a:pt x="209867" y="884028"/>
                  </a:lnTo>
                  <a:lnTo>
                    <a:pt x="209870" y="884017"/>
                  </a:lnTo>
                  <a:lnTo>
                    <a:pt x="209873" y="883999"/>
                  </a:lnTo>
                  <a:lnTo>
                    <a:pt x="209869" y="883972"/>
                  </a:lnTo>
                  <a:lnTo>
                    <a:pt x="209870" y="883930"/>
                  </a:lnTo>
                  <a:lnTo>
                    <a:pt x="209872" y="883909"/>
                  </a:lnTo>
                  <a:lnTo>
                    <a:pt x="209867" y="883891"/>
                  </a:lnTo>
                  <a:lnTo>
                    <a:pt x="209856" y="883874"/>
                  </a:lnTo>
                  <a:lnTo>
                    <a:pt x="209843" y="883860"/>
                  </a:lnTo>
                  <a:lnTo>
                    <a:pt x="209814" y="883831"/>
                  </a:lnTo>
                  <a:lnTo>
                    <a:pt x="209796" y="883807"/>
                  </a:lnTo>
                  <a:lnTo>
                    <a:pt x="209774" y="883781"/>
                  </a:lnTo>
                  <a:lnTo>
                    <a:pt x="209760" y="883759"/>
                  </a:lnTo>
                  <a:lnTo>
                    <a:pt x="209750" y="883746"/>
                  </a:lnTo>
                  <a:lnTo>
                    <a:pt x="209743" y="883731"/>
                  </a:lnTo>
                  <a:lnTo>
                    <a:pt x="209740" y="883727"/>
                  </a:lnTo>
                  <a:lnTo>
                    <a:pt x="209735" y="883726"/>
                  </a:lnTo>
                  <a:lnTo>
                    <a:pt x="209724" y="883730"/>
                  </a:lnTo>
                  <a:lnTo>
                    <a:pt x="209702" y="883735"/>
                  </a:lnTo>
                  <a:lnTo>
                    <a:pt x="209694" y="883735"/>
                  </a:lnTo>
                  <a:lnTo>
                    <a:pt x="209657" y="883730"/>
                  </a:lnTo>
                  <a:lnTo>
                    <a:pt x="209600" y="883707"/>
                  </a:lnTo>
                  <a:lnTo>
                    <a:pt x="209534" y="883687"/>
                  </a:lnTo>
                  <a:lnTo>
                    <a:pt x="209482" y="883673"/>
                  </a:lnTo>
                  <a:lnTo>
                    <a:pt x="209449" y="883658"/>
                  </a:lnTo>
                  <a:lnTo>
                    <a:pt x="209430" y="883647"/>
                  </a:lnTo>
                  <a:lnTo>
                    <a:pt x="209405" y="883626"/>
                  </a:lnTo>
                  <a:lnTo>
                    <a:pt x="209355" y="883584"/>
                  </a:lnTo>
                  <a:lnTo>
                    <a:pt x="209332" y="883564"/>
                  </a:lnTo>
                  <a:lnTo>
                    <a:pt x="209308" y="883524"/>
                  </a:lnTo>
                  <a:lnTo>
                    <a:pt x="209287" y="883492"/>
                  </a:lnTo>
                  <a:lnTo>
                    <a:pt x="209274" y="883466"/>
                  </a:lnTo>
                  <a:lnTo>
                    <a:pt x="209259" y="883435"/>
                  </a:lnTo>
                  <a:lnTo>
                    <a:pt x="209250" y="883417"/>
                  </a:lnTo>
                  <a:lnTo>
                    <a:pt x="209238" y="883404"/>
                  </a:lnTo>
                  <a:lnTo>
                    <a:pt x="209223" y="883397"/>
                  </a:lnTo>
                  <a:lnTo>
                    <a:pt x="209203" y="883392"/>
                  </a:lnTo>
                  <a:lnTo>
                    <a:pt x="209170" y="883387"/>
                  </a:lnTo>
                  <a:lnTo>
                    <a:pt x="209134" y="883384"/>
                  </a:lnTo>
                  <a:lnTo>
                    <a:pt x="209099" y="883378"/>
                  </a:lnTo>
                  <a:lnTo>
                    <a:pt x="209072" y="883362"/>
                  </a:lnTo>
                  <a:lnTo>
                    <a:pt x="209035" y="883337"/>
                  </a:lnTo>
                  <a:lnTo>
                    <a:pt x="209005" y="883308"/>
                  </a:lnTo>
                  <a:lnTo>
                    <a:pt x="208982" y="883294"/>
                  </a:lnTo>
                  <a:lnTo>
                    <a:pt x="208943" y="883270"/>
                  </a:lnTo>
                  <a:lnTo>
                    <a:pt x="208902" y="883254"/>
                  </a:lnTo>
                  <a:lnTo>
                    <a:pt x="208855" y="883231"/>
                  </a:lnTo>
                  <a:lnTo>
                    <a:pt x="208831" y="883217"/>
                  </a:lnTo>
                  <a:lnTo>
                    <a:pt x="208790" y="883191"/>
                  </a:lnTo>
                  <a:lnTo>
                    <a:pt x="208757" y="883169"/>
                  </a:lnTo>
                  <a:lnTo>
                    <a:pt x="208726" y="883158"/>
                  </a:lnTo>
                  <a:lnTo>
                    <a:pt x="208712" y="883148"/>
                  </a:lnTo>
                  <a:lnTo>
                    <a:pt x="208705" y="883134"/>
                  </a:lnTo>
                  <a:lnTo>
                    <a:pt x="208699" y="883117"/>
                  </a:lnTo>
                  <a:lnTo>
                    <a:pt x="208696" y="883092"/>
                  </a:lnTo>
                  <a:lnTo>
                    <a:pt x="208688" y="883052"/>
                  </a:lnTo>
                  <a:lnTo>
                    <a:pt x="208671" y="883011"/>
                  </a:lnTo>
                  <a:lnTo>
                    <a:pt x="208648" y="882968"/>
                  </a:lnTo>
                  <a:lnTo>
                    <a:pt x="208632" y="882932"/>
                  </a:lnTo>
                  <a:lnTo>
                    <a:pt x="208615" y="882910"/>
                  </a:lnTo>
                  <a:lnTo>
                    <a:pt x="208592" y="882890"/>
                  </a:lnTo>
                  <a:lnTo>
                    <a:pt x="208572" y="882868"/>
                  </a:lnTo>
                  <a:lnTo>
                    <a:pt x="208561" y="882845"/>
                  </a:lnTo>
                  <a:lnTo>
                    <a:pt x="208540" y="882814"/>
                  </a:lnTo>
                  <a:lnTo>
                    <a:pt x="208511" y="882786"/>
                  </a:lnTo>
                  <a:lnTo>
                    <a:pt x="208475" y="882752"/>
                  </a:lnTo>
                  <a:lnTo>
                    <a:pt x="208451" y="882730"/>
                  </a:lnTo>
                  <a:lnTo>
                    <a:pt x="208427" y="882711"/>
                  </a:lnTo>
                  <a:lnTo>
                    <a:pt x="208408" y="882705"/>
                  </a:lnTo>
                  <a:lnTo>
                    <a:pt x="208376" y="882700"/>
                  </a:lnTo>
                  <a:lnTo>
                    <a:pt x="208308" y="882695"/>
                  </a:lnTo>
                  <a:lnTo>
                    <a:pt x="208256" y="882689"/>
                  </a:lnTo>
                  <a:lnTo>
                    <a:pt x="208190" y="882679"/>
                  </a:lnTo>
                  <a:lnTo>
                    <a:pt x="208159" y="882669"/>
                  </a:lnTo>
                  <a:lnTo>
                    <a:pt x="208127" y="882651"/>
                  </a:lnTo>
                  <a:lnTo>
                    <a:pt x="208101" y="882620"/>
                  </a:lnTo>
                  <a:lnTo>
                    <a:pt x="208060" y="882590"/>
                  </a:lnTo>
                  <a:lnTo>
                    <a:pt x="208039" y="882569"/>
                  </a:lnTo>
                  <a:lnTo>
                    <a:pt x="208007" y="882548"/>
                  </a:lnTo>
                  <a:lnTo>
                    <a:pt x="208001" y="882542"/>
                  </a:lnTo>
                  <a:lnTo>
                    <a:pt x="207982" y="882532"/>
                  </a:lnTo>
                  <a:lnTo>
                    <a:pt x="207970" y="882529"/>
                  </a:lnTo>
                  <a:lnTo>
                    <a:pt x="207930" y="882523"/>
                  </a:lnTo>
                  <a:lnTo>
                    <a:pt x="207900" y="882521"/>
                  </a:lnTo>
                  <a:lnTo>
                    <a:pt x="207873" y="882523"/>
                  </a:lnTo>
                  <a:lnTo>
                    <a:pt x="207844" y="882527"/>
                  </a:lnTo>
                  <a:lnTo>
                    <a:pt x="207800" y="882536"/>
                  </a:lnTo>
                  <a:lnTo>
                    <a:pt x="207779" y="882539"/>
                  </a:lnTo>
                  <a:lnTo>
                    <a:pt x="207761" y="882541"/>
                  </a:lnTo>
                  <a:lnTo>
                    <a:pt x="207745" y="882540"/>
                  </a:lnTo>
                  <a:lnTo>
                    <a:pt x="207732" y="882539"/>
                  </a:lnTo>
                  <a:lnTo>
                    <a:pt x="207702" y="882535"/>
                  </a:lnTo>
                  <a:lnTo>
                    <a:pt x="207644" y="882522"/>
                  </a:lnTo>
                  <a:lnTo>
                    <a:pt x="207596" y="882511"/>
                  </a:lnTo>
                  <a:lnTo>
                    <a:pt x="207548" y="882506"/>
                  </a:lnTo>
                  <a:lnTo>
                    <a:pt x="207521" y="882503"/>
                  </a:lnTo>
                  <a:lnTo>
                    <a:pt x="207486" y="882508"/>
                  </a:lnTo>
                  <a:lnTo>
                    <a:pt x="207444" y="882513"/>
                  </a:lnTo>
                  <a:lnTo>
                    <a:pt x="207405" y="882524"/>
                  </a:lnTo>
                  <a:lnTo>
                    <a:pt x="207397" y="882525"/>
                  </a:lnTo>
                  <a:lnTo>
                    <a:pt x="207392" y="882525"/>
                  </a:lnTo>
                  <a:lnTo>
                    <a:pt x="207373" y="882523"/>
                  </a:lnTo>
                  <a:lnTo>
                    <a:pt x="207339" y="882531"/>
                  </a:lnTo>
                  <a:lnTo>
                    <a:pt x="207312" y="882534"/>
                  </a:lnTo>
                  <a:lnTo>
                    <a:pt x="207276" y="882535"/>
                  </a:lnTo>
                  <a:lnTo>
                    <a:pt x="207210" y="882537"/>
                  </a:lnTo>
                  <a:lnTo>
                    <a:pt x="207187" y="882536"/>
                  </a:lnTo>
                  <a:lnTo>
                    <a:pt x="207158" y="882525"/>
                  </a:lnTo>
                  <a:lnTo>
                    <a:pt x="207137" y="882508"/>
                  </a:lnTo>
                  <a:lnTo>
                    <a:pt x="207106" y="882458"/>
                  </a:lnTo>
                  <a:lnTo>
                    <a:pt x="207089" y="882434"/>
                  </a:lnTo>
                  <a:lnTo>
                    <a:pt x="207076" y="882407"/>
                  </a:lnTo>
                  <a:lnTo>
                    <a:pt x="207064" y="882391"/>
                  </a:lnTo>
                  <a:lnTo>
                    <a:pt x="207047" y="882383"/>
                  </a:lnTo>
                  <a:lnTo>
                    <a:pt x="207020" y="882382"/>
                  </a:lnTo>
                  <a:lnTo>
                    <a:pt x="206980" y="882386"/>
                  </a:lnTo>
                  <a:lnTo>
                    <a:pt x="206921" y="882389"/>
                  </a:lnTo>
                  <a:lnTo>
                    <a:pt x="206905" y="882390"/>
                  </a:lnTo>
                  <a:lnTo>
                    <a:pt x="206877" y="882392"/>
                  </a:lnTo>
                  <a:lnTo>
                    <a:pt x="206860" y="882395"/>
                  </a:lnTo>
                  <a:lnTo>
                    <a:pt x="206844" y="882401"/>
                  </a:lnTo>
                  <a:lnTo>
                    <a:pt x="206828" y="882411"/>
                  </a:lnTo>
                  <a:lnTo>
                    <a:pt x="206818" y="882415"/>
                  </a:lnTo>
                  <a:lnTo>
                    <a:pt x="206771" y="882428"/>
                  </a:lnTo>
                  <a:lnTo>
                    <a:pt x="206743" y="882445"/>
                  </a:lnTo>
                  <a:lnTo>
                    <a:pt x="206716" y="882459"/>
                  </a:lnTo>
                  <a:lnTo>
                    <a:pt x="206683" y="882459"/>
                  </a:lnTo>
                  <a:lnTo>
                    <a:pt x="206654" y="882458"/>
                  </a:lnTo>
                  <a:lnTo>
                    <a:pt x="206614" y="882447"/>
                  </a:lnTo>
                  <a:lnTo>
                    <a:pt x="206569" y="882433"/>
                  </a:lnTo>
                  <a:lnTo>
                    <a:pt x="206540" y="882421"/>
                  </a:lnTo>
                  <a:lnTo>
                    <a:pt x="206488" y="882379"/>
                  </a:lnTo>
                  <a:lnTo>
                    <a:pt x="206445" y="882349"/>
                  </a:lnTo>
                  <a:lnTo>
                    <a:pt x="206410" y="882328"/>
                  </a:lnTo>
                  <a:lnTo>
                    <a:pt x="206405" y="882325"/>
                  </a:lnTo>
                  <a:lnTo>
                    <a:pt x="206380" y="882311"/>
                  </a:lnTo>
                  <a:lnTo>
                    <a:pt x="206362" y="882306"/>
                  </a:lnTo>
                  <a:lnTo>
                    <a:pt x="206350" y="882306"/>
                  </a:lnTo>
                  <a:lnTo>
                    <a:pt x="206314" y="882313"/>
                  </a:lnTo>
                  <a:lnTo>
                    <a:pt x="206264" y="882318"/>
                  </a:lnTo>
                  <a:lnTo>
                    <a:pt x="206236" y="882316"/>
                  </a:lnTo>
                  <a:lnTo>
                    <a:pt x="206196" y="882312"/>
                  </a:lnTo>
                  <a:lnTo>
                    <a:pt x="206166" y="882304"/>
                  </a:lnTo>
                  <a:lnTo>
                    <a:pt x="206155" y="882299"/>
                  </a:lnTo>
                  <a:lnTo>
                    <a:pt x="206151" y="882289"/>
                  </a:lnTo>
                  <a:lnTo>
                    <a:pt x="206153" y="882282"/>
                  </a:lnTo>
                  <a:lnTo>
                    <a:pt x="206164" y="882277"/>
                  </a:lnTo>
                  <a:lnTo>
                    <a:pt x="206172" y="882270"/>
                  </a:lnTo>
                  <a:lnTo>
                    <a:pt x="206178" y="882259"/>
                  </a:lnTo>
                  <a:lnTo>
                    <a:pt x="206178" y="882251"/>
                  </a:lnTo>
                  <a:lnTo>
                    <a:pt x="206168" y="882239"/>
                  </a:lnTo>
                  <a:lnTo>
                    <a:pt x="206165" y="882228"/>
                  </a:lnTo>
                  <a:lnTo>
                    <a:pt x="206165" y="882213"/>
                  </a:lnTo>
                  <a:lnTo>
                    <a:pt x="206161" y="882205"/>
                  </a:lnTo>
                  <a:lnTo>
                    <a:pt x="206142" y="882189"/>
                  </a:lnTo>
                  <a:lnTo>
                    <a:pt x="206108" y="882167"/>
                  </a:lnTo>
                  <a:lnTo>
                    <a:pt x="206103" y="882153"/>
                  </a:lnTo>
                  <a:lnTo>
                    <a:pt x="206098" y="882137"/>
                  </a:lnTo>
                  <a:lnTo>
                    <a:pt x="206095" y="882116"/>
                  </a:lnTo>
                  <a:lnTo>
                    <a:pt x="206094" y="882057"/>
                  </a:lnTo>
                  <a:lnTo>
                    <a:pt x="206096" y="882035"/>
                  </a:lnTo>
                  <a:lnTo>
                    <a:pt x="206089" y="882026"/>
                  </a:lnTo>
                  <a:lnTo>
                    <a:pt x="206074" y="882021"/>
                  </a:lnTo>
                  <a:lnTo>
                    <a:pt x="206046" y="882017"/>
                  </a:lnTo>
                  <a:lnTo>
                    <a:pt x="206017" y="882022"/>
                  </a:lnTo>
                  <a:lnTo>
                    <a:pt x="205977" y="882030"/>
                  </a:lnTo>
                  <a:lnTo>
                    <a:pt x="205934" y="882040"/>
                  </a:lnTo>
                  <a:lnTo>
                    <a:pt x="205906" y="882047"/>
                  </a:lnTo>
                  <a:lnTo>
                    <a:pt x="205886" y="882045"/>
                  </a:lnTo>
                  <a:lnTo>
                    <a:pt x="205868" y="882043"/>
                  </a:lnTo>
                  <a:lnTo>
                    <a:pt x="205852" y="882033"/>
                  </a:lnTo>
                  <a:lnTo>
                    <a:pt x="205843" y="882023"/>
                  </a:lnTo>
                  <a:lnTo>
                    <a:pt x="205837" y="881993"/>
                  </a:lnTo>
                  <a:lnTo>
                    <a:pt x="205830" y="881968"/>
                  </a:lnTo>
                  <a:lnTo>
                    <a:pt x="205820" y="881954"/>
                  </a:lnTo>
                  <a:lnTo>
                    <a:pt x="205818" y="881942"/>
                  </a:lnTo>
                  <a:lnTo>
                    <a:pt x="205823" y="881932"/>
                  </a:lnTo>
                  <a:lnTo>
                    <a:pt x="205824" y="881924"/>
                  </a:lnTo>
                  <a:lnTo>
                    <a:pt x="205816" y="881899"/>
                  </a:lnTo>
                  <a:lnTo>
                    <a:pt x="205813" y="881857"/>
                  </a:lnTo>
                  <a:lnTo>
                    <a:pt x="205809" y="881826"/>
                  </a:lnTo>
                  <a:lnTo>
                    <a:pt x="205800" y="881798"/>
                  </a:lnTo>
                  <a:lnTo>
                    <a:pt x="205787" y="881773"/>
                  </a:lnTo>
                  <a:lnTo>
                    <a:pt x="205779" y="881762"/>
                  </a:lnTo>
                  <a:lnTo>
                    <a:pt x="205765" y="881749"/>
                  </a:lnTo>
                  <a:lnTo>
                    <a:pt x="205763" y="881741"/>
                  </a:lnTo>
                  <a:lnTo>
                    <a:pt x="205766" y="881730"/>
                  </a:lnTo>
                  <a:lnTo>
                    <a:pt x="205763" y="881724"/>
                  </a:lnTo>
                  <a:lnTo>
                    <a:pt x="205758" y="881720"/>
                  </a:lnTo>
                  <a:lnTo>
                    <a:pt x="205751" y="881717"/>
                  </a:lnTo>
                  <a:lnTo>
                    <a:pt x="205747" y="881714"/>
                  </a:lnTo>
                  <a:lnTo>
                    <a:pt x="205736" y="881710"/>
                  </a:lnTo>
                  <a:lnTo>
                    <a:pt x="205734" y="881701"/>
                  </a:lnTo>
                  <a:lnTo>
                    <a:pt x="205743" y="881694"/>
                  </a:lnTo>
                  <a:lnTo>
                    <a:pt x="205753" y="881683"/>
                  </a:lnTo>
                  <a:lnTo>
                    <a:pt x="205754" y="881668"/>
                  </a:lnTo>
                  <a:lnTo>
                    <a:pt x="205755" y="881651"/>
                  </a:lnTo>
                  <a:lnTo>
                    <a:pt x="205755" y="881628"/>
                  </a:lnTo>
                  <a:lnTo>
                    <a:pt x="205755" y="881604"/>
                  </a:lnTo>
                  <a:lnTo>
                    <a:pt x="205766" y="881591"/>
                  </a:lnTo>
                  <a:lnTo>
                    <a:pt x="205779" y="881575"/>
                  </a:lnTo>
                  <a:lnTo>
                    <a:pt x="205786" y="881554"/>
                  </a:lnTo>
                  <a:lnTo>
                    <a:pt x="205795" y="881541"/>
                  </a:lnTo>
                  <a:lnTo>
                    <a:pt x="205804" y="881533"/>
                  </a:lnTo>
                  <a:lnTo>
                    <a:pt x="205820" y="881529"/>
                  </a:lnTo>
                  <a:lnTo>
                    <a:pt x="205840" y="881522"/>
                  </a:lnTo>
                  <a:lnTo>
                    <a:pt x="205855" y="881513"/>
                  </a:lnTo>
                  <a:lnTo>
                    <a:pt x="205865" y="881507"/>
                  </a:lnTo>
                  <a:lnTo>
                    <a:pt x="205877" y="881495"/>
                  </a:lnTo>
                  <a:lnTo>
                    <a:pt x="205890" y="881481"/>
                  </a:lnTo>
                  <a:lnTo>
                    <a:pt x="205907" y="881472"/>
                  </a:lnTo>
                  <a:lnTo>
                    <a:pt x="205935" y="881461"/>
                  </a:lnTo>
                  <a:lnTo>
                    <a:pt x="205956" y="881455"/>
                  </a:lnTo>
                  <a:lnTo>
                    <a:pt x="205975" y="881443"/>
                  </a:lnTo>
                  <a:lnTo>
                    <a:pt x="205991" y="881430"/>
                  </a:lnTo>
                  <a:lnTo>
                    <a:pt x="206003" y="881425"/>
                  </a:lnTo>
                  <a:lnTo>
                    <a:pt x="206003" y="881419"/>
                  </a:lnTo>
                  <a:lnTo>
                    <a:pt x="205992" y="881414"/>
                  </a:lnTo>
                  <a:lnTo>
                    <a:pt x="205971" y="881408"/>
                  </a:lnTo>
                  <a:lnTo>
                    <a:pt x="205936" y="881401"/>
                  </a:lnTo>
                  <a:lnTo>
                    <a:pt x="205904" y="881387"/>
                  </a:lnTo>
                  <a:lnTo>
                    <a:pt x="205869" y="881373"/>
                  </a:lnTo>
                  <a:lnTo>
                    <a:pt x="205829" y="881349"/>
                  </a:lnTo>
                  <a:lnTo>
                    <a:pt x="205800" y="881331"/>
                  </a:lnTo>
                  <a:lnTo>
                    <a:pt x="205785" y="881327"/>
                  </a:lnTo>
                  <a:lnTo>
                    <a:pt x="205748" y="881313"/>
                  </a:lnTo>
                  <a:lnTo>
                    <a:pt x="205727" y="881306"/>
                  </a:lnTo>
                  <a:lnTo>
                    <a:pt x="205709" y="881306"/>
                  </a:lnTo>
                  <a:lnTo>
                    <a:pt x="205679" y="881307"/>
                  </a:lnTo>
                  <a:lnTo>
                    <a:pt x="205658" y="881297"/>
                  </a:lnTo>
                  <a:lnTo>
                    <a:pt x="205642" y="881278"/>
                  </a:lnTo>
                  <a:lnTo>
                    <a:pt x="205628" y="881253"/>
                  </a:lnTo>
                  <a:lnTo>
                    <a:pt x="205610" y="881225"/>
                  </a:lnTo>
                  <a:lnTo>
                    <a:pt x="205590" y="881192"/>
                  </a:lnTo>
                  <a:lnTo>
                    <a:pt x="205557" y="881158"/>
                  </a:lnTo>
                  <a:lnTo>
                    <a:pt x="205538" y="881133"/>
                  </a:lnTo>
                  <a:lnTo>
                    <a:pt x="205534" y="881117"/>
                  </a:lnTo>
                  <a:lnTo>
                    <a:pt x="205543" y="881104"/>
                  </a:lnTo>
                  <a:lnTo>
                    <a:pt x="205556" y="881092"/>
                  </a:lnTo>
                  <a:lnTo>
                    <a:pt x="205559" y="881075"/>
                  </a:lnTo>
                  <a:lnTo>
                    <a:pt x="205550" y="881048"/>
                  </a:lnTo>
                  <a:lnTo>
                    <a:pt x="205537" y="881012"/>
                  </a:lnTo>
                  <a:lnTo>
                    <a:pt x="205522" y="880992"/>
                  </a:lnTo>
                  <a:lnTo>
                    <a:pt x="205482" y="880966"/>
                  </a:lnTo>
                  <a:lnTo>
                    <a:pt x="205449" y="880948"/>
                  </a:lnTo>
                  <a:lnTo>
                    <a:pt x="205408" y="880933"/>
                  </a:lnTo>
                  <a:lnTo>
                    <a:pt x="205367" y="880919"/>
                  </a:lnTo>
                  <a:lnTo>
                    <a:pt x="205339" y="880908"/>
                  </a:lnTo>
                  <a:lnTo>
                    <a:pt x="205317" y="880893"/>
                  </a:lnTo>
                  <a:lnTo>
                    <a:pt x="205298" y="880868"/>
                  </a:lnTo>
                  <a:lnTo>
                    <a:pt x="205284" y="880844"/>
                  </a:lnTo>
                  <a:lnTo>
                    <a:pt x="205272" y="880815"/>
                  </a:lnTo>
                  <a:lnTo>
                    <a:pt x="205265" y="880789"/>
                  </a:lnTo>
                  <a:lnTo>
                    <a:pt x="205260" y="880763"/>
                  </a:lnTo>
                  <a:lnTo>
                    <a:pt x="205237" y="880717"/>
                  </a:lnTo>
                  <a:lnTo>
                    <a:pt x="205224" y="880692"/>
                  </a:lnTo>
                  <a:lnTo>
                    <a:pt x="205209" y="880672"/>
                  </a:lnTo>
                  <a:lnTo>
                    <a:pt x="205183" y="880641"/>
                  </a:lnTo>
                  <a:lnTo>
                    <a:pt x="205157" y="880616"/>
                  </a:lnTo>
                  <a:lnTo>
                    <a:pt x="205118" y="880581"/>
                  </a:lnTo>
                  <a:lnTo>
                    <a:pt x="205113" y="880578"/>
                  </a:lnTo>
                  <a:lnTo>
                    <a:pt x="205099" y="880571"/>
                  </a:lnTo>
                  <a:lnTo>
                    <a:pt x="205083" y="880557"/>
                  </a:lnTo>
                  <a:lnTo>
                    <a:pt x="205079" y="880552"/>
                  </a:lnTo>
                  <a:lnTo>
                    <a:pt x="205079" y="880543"/>
                  </a:lnTo>
                  <a:lnTo>
                    <a:pt x="205079" y="880538"/>
                  </a:lnTo>
                  <a:lnTo>
                    <a:pt x="205079" y="880528"/>
                  </a:lnTo>
                  <a:lnTo>
                    <a:pt x="205083" y="880515"/>
                  </a:lnTo>
                  <a:lnTo>
                    <a:pt x="205090" y="880488"/>
                  </a:lnTo>
                  <a:lnTo>
                    <a:pt x="205097" y="880448"/>
                  </a:lnTo>
                  <a:lnTo>
                    <a:pt x="205094" y="880418"/>
                  </a:lnTo>
                  <a:lnTo>
                    <a:pt x="205086" y="880394"/>
                  </a:lnTo>
                  <a:lnTo>
                    <a:pt x="205074" y="880363"/>
                  </a:lnTo>
                  <a:lnTo>
                    <a:pt x="205064" y="880339"/>
                  </a:lnTo>
                  <a:lnTo>
                    <a:pt x="205032" y="880299"/>
                  </a:lnTo>
                  <a:lnTo>
                    <a:pt x="205019" y="880283"/>
                  </a:lnTo>
                  <a:lnTo>
                    <a:pt x="204998" y="880261"/>
                  </a:lnTo>
                  <a:lnTo>
                    <a:pt x="204982" y="880253"/>
                  </a:lnTo>
                  <a:lnTo>
                    <a:pt x="204979" y="880248"/>
                  </a:lnTo>
                  <a:lnTo>
                    <a:pt x="204980" y="880243"/>
                  </a:lnTo>
                  <a:lnTo>
                    <a:pt x="204986" y="880225"/>
                  </a:lnTo>
                  <a:lnTo>
                    <a:pt x="204992" y="880211"/>
                  </a:lnTo>
                  <a:lnTo>
                    <a:pt x="204992" y="880202"/>
                  </a:lnTo>
                  <a:lnTo>
                    <a:pt x="204990" y="880194"/>
                  </a:lnTo>
                  <a:lnTo>
                    <a:pt x="204973" y="880173"/>
                  </a:lnTo>
                  <a:lnTo>
                    <a:pt x="204971" y="880167"/>
                  </a:lnTo>
                  <a:lnTo>
                    <a:pt x="204960" y="880149"/>
                  </a:lnTo>
                  <a:lnTo>
                    <a:pt x="204935" y="880121"/>
                  </a:lnTo>
                  <a:lnTo>
                    <a:pt x="204921" y="880098"/>
                  </a:lnTo>
                  <a:lnTo>
                    <a:pt x="204914" y="880070"/>
                  </a:lnTo>
                  <a:lnTo>
                    <a:pt x="204905" y="880019"/>
                  </a:lnTo>
                  <a:lnTo>
                    <a:pt x="204891" y="879985"/>
                  </a:lnTo>
                  <a:lnTo>
                    <a:pt x="204880" y="879954"/>
                  </a:lnTo>
                  <a:lnTo>
                    <a:pt x="204876" y="879922"/>
                  </a:lnTo>
                  <a:lnTo>
                    <a:pt x="204869" y="879893"/>
                  </a:lnTo>
                  <a:lnTo>
                    <a:pt x="204862" y="879865"/>
                  </a:lnTo>
                  <a:lnTo>
                    <a:pt x="204860" y="879839"/>
                  </a:lnTo>
                  <a:lnTo>
                    <a:pt x="204861" y="879803"/>
                  </a:lnTo>
                  <a:lnTo>
                    <a:pt x="204873" y="879767"/>
                  </a:lnTo>
                  <a:lnTo>
                    <a:pt x="204876" y="879753"/>
                  </a:lnTo>
                  <a:lnTo>
                    <a:pt x="204888" y="879732"/>
                  </a:lnTo>
                  <a:lnTo>
                    <a:pt x="204903" y="879707"/>
                  </a:lnTo>
                  <a:lnTo>
                    <a:pt x="204929" y="879678"/>
                  </a:lnTo>
                  <a:lnTo>
                    <a:pt x="204938" y="879653"/>
                  </a:lnTo>
                  <a:lnTo>
                    <a:pt x="204953" y="879625"/>
                  </a:lnTo>
                  <a:lnTo>
                    <a:pt x="204960" y="879602"/>
                  </a:lnTo>
                  <a:lnTo>
                    <a:pt x="204970" y="879585"/>
                  </a:lnTo>
                  <a:lnTo>
                    <a:pt x="204984" y="879570"/>
                  </a:lnTo>
                  <a:lnTo>
                    <a:pt x="204999" y="879563"/>
                  </a:lnTo>
                  <a:lnTo>
                    <a:pt x="205018" y="879553"/>
                  </a:lnTo>
                  <a:lnTo>
                    <a:pt x="205032" y="879541"/>
                  </a:lnTo>
                  <a:lnTo>
                    <a:pt x="205041" y="879524"/>
                  </a:lnTo>
                  <a:lnTo>
                    <a:pt x="205044" y="879514"/>
                  </a:lnTo>
                  <a:lnTo>
                    <a:pt x="205036" y="879507"/>
                  </a:lnTo>
                  <a:lnTo>
                    <a:pt x="204992" y="879492"/>
                  </a:lnTo>
                  <a:lnTo>
                    <a:pt x="204951" y="879478"/>
                  </a:lnTo>
                  <a:lnTo>
                    <a:pt x="204908" y="879456"/>
                  </a:lnTo>
                  <a:lnTo>
                    <a:pt x="204881" y="879438"/>
                  </a:lnTo>
                  <a:lnTo>
                    <a:pt x="204831" y="879406"/>
                  </a:lnTo>
                  <a:lnTo>
                    <a:pt x="204801" y="879385"/>
                  </a:lnTo>
                  <a:lnTo>
                    <a:pt x="204744" y="879348"/>
                  </a:lnTo>
                  <a:lnTo>
                    <a:pt x="204684" y="879310"/>
                  </a:lnTo>
                  <a:lnTo>
                    <a:pt x="204648" y="879283"/>
                  </a:lnTo>
                  <a:lnTo>
                    <a:pt x="204596" y="879243"/>
                  </a:lnTo>
                  <a:lnTo>
                    <a:pt x="204568" y="879224"/>
                  </a:lnTo>
                  <a:lnTo>
                    <a:pt x="204541" y="879201"/>
                  </a:lnTo>
                  <a:lnTo>
                    <a:pt x="204527" y="879185"/>
                  </a:lnTo>
                  <a:lnTo>
                    <a:pt x="204515" y="879160"/>
                  </a:lnTo>
                  <a:lnTo>
                    <a:pt x="204496" y="879127"/>
                  </a:lnTo>
                  <a:lnTo>
                    <a:pt x="204485" y="879114"/>
                  </a:lnTo>
                  <a:lnTo>
                    <a:pt x="204466" y="879108"/>
                  </a:lnTo>
                  <a:lnTo>
                    <a:pt x="204451" y="879098"/>
                  </a:lnTo>
                  <a:lnTo>
                    <a:pt x="204442" y="879087"/>
                  </a:lnTo>
                  <a:lnTo>
                    <a:pt x="204437" y="879073"/>
                  </a:lnTo>
                  <a:lnTo>
                    <a:pt x="204435" y="879038"/>
                  </a:lnTo>
                  <a:lnTo>
                    <a:pt x="204423" y="879012"/>
                  </a:lnTo>
                  <a:lnTo>
                    <a:pt x="204396" y="878975"/>
                  </a:lnTo>
                  <a:lnTo>
                    <a:pt x="204383" y="878956"/>
                  </a:lnTo>
                  <a:lnTo>
                    <a:pt x="204367" y="878924"/>
                  </a:lnTo>
                  <a:lnTo>
                    <a:pt x="204351" y="878895"/>
                  </a:lnTo>
                  <a:lnTo>
                    <a:pt x="204333" y="878879"/>
                  </a:lnTo>
                  <a:lnTo>
                    <a:pt x="204311" y="878866"/>
                  </a:lnTo>
                  <a:lnTo>
                    <a:pt x="204277" y="878849"/>
                  </a:lnTo>
                  <a:lnTo>
                    <a:pt x="204242" y="878838"/>
                  </a:lnTo>
                  <a:lnTo>
                    <a:pt x="204221" y="878827"/>
                  </a:lnTo>
                  <a:lnTo>
                    <a:pt x="204208" y="878810"/>
                  </a:lnTo>
                  <a:lnTo>
                    <a:pt x="204203" y="878791"/>
                  </a:lnTo>
                  <a:lnTo>
                    <a:pt x="204193" y="878781"/>
                  </a:lnTo>
                  <a:lnTo>
                    <a:pt x="204185" y="878773"/>
                  </a:lnTo>
                  <a:lnTo>
                    <a:pt x="204178" y="878765"/>
                  </a:lnTo>
                  <a:lnTo>
                    <a:pt x="204133" y="878715"/>
                  </a:lnTo>
                  <a:lnTo>
                    <a:pt x="204113" y="878698"/>
                  </a:lnTo>
                  <a:lnTo>
                    <a:pt x="204083" y="878675"/>
                  </a:lnTo>
                  <a:lnTo>
                    <a:pt x="204061" y="878661"/>
                  </a:lnTo>
                  <a:lnTo>
                    <a:pt x="204030" y="878648"/>
                  </a:lnTo>
                  <a:lnTo>
                    <a:pt x="203994" y="878631"/>
                  </a:lnTo>
                  <a:lnTo>
                    <a:pt x="203969" y="878616"/>
                  </a:lnTo>
                  <a:lnTo>
                    <a:pt x="203949" y="878595"/>
                  </a:lnTo>
                  <a:lnTo>
                    <a:pt x="203924" y="878572"/>
                  </a:lnTo>
                  <a:lnTo>
                    <a:pt x="203882" y="878550"/>
                  </a:lnTo>
                  <a:lnTo>
                    <a:pt x="203851" y="878530"/>
                  </a:lnTo>
                  <a:lnTo>
                    <a:pt x="203834" y="878515"/>
                  </a:lnTo>
                  <a:lnTo>
                    <a:pt x="203821" y="878496"/>
                  </a:lnTo>
                  <a:lnTo>
                    <a:pt x="203806" y="878477"/>
                  </a:lnTo>
                  <a:lnTo>
                    <a:pt x="203790" y="878455"/>
                  </a:lnTo>
                  <a:lnTo>
                    <a:pt x="203778" y="878432"/>
                  </a:lnTo>
                  <a:lnTo>
                    <a:pt x="203764" y="878399"/>
                  </a:lnTo>
                  <a:lnTo>
                    <a:pt x="203741" y="878358"/>
                  </a:lnTo>
                  <a:lnTo>
                    <a:pt x="203708" y="878296"/>
                  </a:lnTo>
                  <a:lnTo>
                    <a:pt x="203694" y="878267"/>
                  </a:lnTo>
                  <a:lnTo>
                    <a:pt x="203684" y="878246"/>
                  </a:lnTo>
                  <a:lnTo>
                    <a:pt x="203673" y="878219"/>
                  </a:lnTo>
                  <a:lnTo>
                    <a:pt x="203662" y="878198"/>
                  </a:lnTo>
                  <a:lnTo>
                    <a:pt x="203644" y="878184"/>
                  </a:lnTo>
                  <a:lnTo>
                    <a:pt x="203617" y="878173"/>
                  </a:lnTo>
                  <a:lnTo>
                    <a:pt x="203592" y="878161"/>
                  </a:lnTo>
                  <a:lnTo>
                    <a:pt x="203570" y="878151"/>
                  </a:lnTo>
                  <a:lnTo>
                    <a:pt x="203531" y="878140"/>
                  </a:lnTo>
                  <a:lnTo>
                    <a:pt x="203511" y="878135"/>
                  </a:lnTo>
                  <a:lnTo>
                    <a:pt x="203493" y="878123"/>
                  </a:lnTo>
                  <a:lnTo>
                    <a:pt x="203481" y="878110"/>
                  </a:lnTo>
                  <a:lnTo>
                    <a:pt x="203468" y="878091"/>
                  </a:lnTo>
                  <a:lnTo>
                    <a:pt x="203454" y="878066"/>
                  </a:lnTo>
                  <a:lnTo>
                    <a:pt x="203443" y="878037"/>
                  </a:lnTo>
                  <a:lnTo>
                    <a:pt x="203432" y="878010"/>
                  </a:lnTo>
                  <a:lnTo>
                    <a:pt x="203417" y="877971"/>
                  </a:lnTo>
                  <a:lnTo>
                    <a:pt x="203406" y="877944"/>
                  </a:lnTo>
                  <a:lnTo>
                    <a:pt x="203397" y="877913"/>
                  </a:lnTo>
                  <a:lnTo>
                    <a:pt x="203385" y="877866"/>
                  </a:lnTo>
                  <a:lnTo>
                    <a:pt x="203387" y="877846"/>
                  </a:lnTo>
                  <a:lnTo>
                    <a:pt x="203393" y="877830"/>
                  </a:lnTo>
                  <a:lnTo>
                    <a:pt x="203402" y="877807"/>
                  </a:lnTo>
                  <a:lnTo>
                    <a:pt x="203407" y="877791"/>
                  </a:lnTo>
                  <a:lnTo>
                    <a:pt x="203405" y="877772"/>
                  </a:lnTo>
                  <a:lnTo>
                    <a:pt x="203391" y="877751"/>
                  </a:lnTo>
                  <a:lnTo>
                    <a:pt x="203368" y="877736"/>
                  </a:lnTo>
                  <a:lnTo>
                    <a:pt x="203345" y="877721"/>
                  </a:lnTo>
                  <a:lnTo>
                    <a:pt x="203334" y="877711"/>
                  </a:lnTo>
                  <a:lnTo>
                    <a:pt x="203322" y="877689"/>
                  </a:lnTo>
                  <a:lnTo>
                    <a:pt x="203315" y="877667"/>
                  </a:lnTo>
                  <a:lnTo>
                    <a:pt x="203309" y="877642"/>
                  </a:lnTo>
                  <a:lnTo>
                    <a:pt x="203300" y="877615"/>
                  </a:lnTo>
                  <a:lnTo>
                    <a:pt x="203281" y="877590"/>
                  </a:lnTo>
                  <a:lnTo>
                    <a:pt x="203259" y="877558"/>
                  </a:lnTo>
                  <a:lnTo>
                    <a:pt x="203235" y="877510"/>
                  </a:lnTo>
                  <a:lnTo>
                    <a:pt x="203222" y="877496"/>
                  </a:lnTo>
                  <a:lnTo>
                    <a:pt x="203207" y="877492"/>
                  </a:lnTo>
                  <a:lnTo>
                    <a:pt x="203191" y="877492"/>
                  </a:lnTo>
                  <a:lnTo>
                    <a:pt x="203175" y="877493"/>
                  </a:lnTo>
                  <a:lnTo>
                    <a:pt x="203157" y="877498"/>
                  </a:lnTo>
                  <a:lnTo>
                    <a:pt x="203123" y="877517"/>
                  </a:lnTo>
                  <a:lnTo>
                    <a:pt x="203095" y="877528"/>
                  </a:lnTo>
                  <a:lnTo>
                    <a:pt x="203068" y="877535"/>
                  </a:lnTo>
                  <a:lnTo>
                    <a:pt x="203043" y="877537"/>
                  </a:lnTo>
                  <a:lnTo>
                    <a:pt x="203019" y="877533"/>
                  </a:lnTo>
                  <a:lnTo>
                    <a:pt x="202998" y="877524"/>
                  </a:lnTo>
                  <a:lnTo>
                    <a:pt x="202977" y="877512"/>
                  </a:lnTo>
                  <a:lnTo>
                    <a:pt x="202946" y="877492"/>
                  </a:lnTo>
                  <a:lnTo>
                    <a:pt x="202922" y="877473"/>
                  </a:lnTo>
                  <a:lnTo>
                    <a:pt x="202899" y="877451"/>
                  </a:lnTo>
                  <a:lnTo>
                    <a:pt x="202892" y="877435"/>
                  </a:lnTo>
                  <a:lnTo>
                    <a:pt x="202888" y="877418"/>
                  </a:lnTo>
                  <a:lnTo>
                    <a:pt x="202886" y="877405"/>
                  </a:lnTo>
                  <a:lnTo>
                    <a:pt x="202889" y="877388"/>
                  </a:lnTo>
                  <a:lnTo>
                    <a:pt x="202899" y="877365"/>
                  </a:lnTo>
                  <a:lnTo>
                    <a:pt x="202914" y="877339"/>
                  </a:lnTo>
                  <a:lnTo>
                    <a:pt x="202918" y="877323"/>
                  </a:lnTo>
                  <a:lnTo>
                    <a:pt x="202917" y="877309"/>
                  </a:lnTo>
                  <a:lnTo>
                    <a:pt x="202905" y="877296"/>
                  </a:lnTo>
                  <a:lnTo>
                    <a:pt x="202893" y="877286"/>
                  </a:lnTo>
                  <a:lnTo>
                    <a:pt x="202872" y="877276"/>
                  </a:lnTo>
                  <a:lnTo>
                    <a:pt x="202850" y="877267"/>
                  </a:lnTo>
                  <a:lnTo>
                    <a:pt x="202840" y="877260"/>
                  </a:lnTo>
                  <a:lnTo>
                    <a:pt x="202834" y="877252"/>
                  </a:lnTo>
                  <a:lnTo>
                    <a:pt x="202832" y="877241"/>
                  </a:lnTo>
                  <a:lnTo>
                    <a:pt x="202831" y="877227"/>
                  </a:lnTo>
                  <a:lnTo>
                    <a:pt x="202830" y="877208"/>
                  </a:lnTo>
                  <a:lnTo>
                    <a:pt x="202823" y="877182"/>
                  </a:lnTo>
                  <a:lnTo>
                    <a:pt x="202816" y="877165"/>
                  </a:lnTo>
                  <a:lnTo>
                    <a:pt x="202804" y="877140"/>
                  </a:lnTo>
                  <a:lnTo>
                    <a:pt x="202790" y="877121"/>
                  </a:lnTo>
                  <a:lnTo>
                    <a:pt x="202775" y="877102"/>
                  </a:lnTo>
                  <a:lnTo>
                    <a:pt x="202770" y="877090"/>
                  </a:lnTo>
                  <a:lnTo>
                    <a:pt x="202765" y="877078"/>
                  </a:lnTo>
                  <a:lnTo>
                    <a:pt x="202765" y="877049"/>
                  </a:lnTo>
                  <a:lnTo>
                    <a:pt x="202763" y="877016"/>
                  </a:lnTo>
                  <a:lnTo>
                    <a:pt x="202765" y="876998"/>
                  </a:lnTo>
                  <a:lnTo>
                    <a:pt x="202765" y="876961"/>
                  </a:lnTo>
                  <a:lnTo>
                    <a:pt x="202769" y="876920"/>
                  </a:lnTo>
                  <a:lnTo>
                    <a:pt x="202766" y="876899"/>
                  </a:lnTo>
                  <a:lnTo>
                    <a:pt x="202759" y="876888"/>
                  </a:lnTo>
                  <a:lnTo>
                    <a:pt x="202744" y="876877"/>
                  </a:lnTo>
                  <a:lnTo>
                    <a:pt x="202715" y="876863"/>
                  </a:lnTo>
                  <a:lnTo>
                    <a:pt x="202685" y="876848"/>
                  </a:lnTo>
                  <a:lnTo>
                    <a:pt x="202637" y="876823"/>
                  </a:lnTo>
                  <a:lnTo>
                    <a:pt x="202598" y="876796"/>
                  </a:lnTo>
                  <a:lnTo>
                    <a:pt x="202577" y="876786"/>
                  </a:lnTo>
                  <a:lnTo>
                    <a:pt x="202542" y="876768"/>
                  </a:lnTo>
                  <a:lnTo>
                    <a:pt x="202523" y="876758"/>
                  </a:lnTo>
                  <a:lnTo>
                    <a:pt x="202515" y="876749"/>
                  </a:lnTo>
                  <a:lnTo>
                    <a:pt x="202444" y="876696"/>
                  </a:lnTo>
                  <a:lnTo>
                    <a:pt x="202411" y="876670"/>
                  </a:lnTo>
                  <a:lnTo>
                    <a:pt x="202365" y="876633"/>
                  </a:lnTo>
                  <a:lnTo>
                    <a:pt x="202334" y="876602"/>
                  </a:lnTo>
                  <a:lnTo>
                    <a:pt x="202287" y="876552"/>
                  </a:lnTo>
                  <a:lnTo>
                    <a:pt x="202241" y="876515"/>
                  </a:lnTo>
                  <a:lnTo>
                    <a:pt x="202213" y="876493"/>
                  </a:lnTo>
                  <a:lnTo>
                    <a:pt x="202180" y="876464"/>
                  </a:lnTo>
                  <a:lnTo>
                    <a:pt x="202160" y="876440"/>
                  </a:lnTo>
                  <a:lnTo>
                    <a:pt x="202144" y="876419"/>
                  </a:lnTo>
                  <a:lnTo>
                    <a:pt x="202121" y="876378"/>
                  </a:lnTo>
                  <a:lnTo>
                    <a:pt x="202109" y="876360"/>
                  </a:lnTo>
                  <a:lnTo>
                    <a:pt x="202092" y="876321"/>
                  </a:lnTo>
                  <a:lnTo>
                    <a:pt x="202075" y="876279"/>
                  </a:lnTo>
                  <a:lnTo>
                    <a:pt x="202041" y="876196"/>
                  </a:lnTo>
                  <a:lnTo>
                    <a:pt x="202028" y="876159"/>
                  </a:lnTo>
                  <a:lnTo>
                    <a:pt x="202010" y="876117"/>
                  </a:lnTo>
                  <a:lnTo>
                    <a:pt x="202000" y="876077"/>
                  </a:lnTo>
                  <a:lnTo>
                    <a:pt x="201982" y="876016"/>
                  </a:lnTo>
                  <a:lnTo>
                    <a:pt x="201972" y="875986"/>
                  </a:lnTo>
                  <a:lnTo>
                    <a:pt x="201954" y="875941"/>
                  </a:lnTo>
                  <a:lnTo>
                    <a:pt x="201936" y="875893"/>
                  </a:lnTo>
                  <a:lnTo>
                    <a:pt x="201914" y="875840"/>
                  </a:lnTo>
                  <a:lnTo>
                    <a:pt x="201899" y="875810"/>
                  </a:lnTo>
                  <a:lnTo>
                    <a:pt x="201883" y="875782"/>
                  </a:lnTo>
                  <a:lnTo>
                    <a:pt x="201882" y="875769"/>
                  </a:lnTo>
                  <a:lnTo>
                    <a:pt x="201883" y="875759"/>
                  </a:lnTo>
                  <a:lnTo>
                    <a:pt x="201889" y="875753"/>
                  </a:lnTo>
                  <a:lnTo>
                    <a:pt x="201906" y="875742"/>
                  </a:lnTo>
                  <a:lnTo>
                    <a:pt x="201925" y="875727"/>
                  </a:lnTo>
                  <a:lnTo>
                    <a:pt x="201944" y="875710"/>
                  </a:lnTo>
                  <a:lnTo>
                    <a:pt x="201964" y="875693"/>
                  </a:lnTo>
                  <a:lnTo>
                    <a:pt x="201989" y="875665"/>
                  </a:lnTo>
                  <a:lnTo>
                    <a:pt x="202003" y="875651"/>
                  </a:lnTo>
                  <a:lnTo>
                    <a:pt x="202021" y="875621"/>
                  </a:lnTo>
                  <a:lnTo>
                    <a:pt x="202038" y="875590"/>
                  </a:lnTo>
                  <a:lnTo>
                    <a:pt x="202057" y="875561"/>
                  </a:lnTo>
                  <a:lnTo>
                    <a:pt x="202075" y="875538"/>
                  </a:lnTo>
                  <a:lnTo>
                    <a:pt x="202106" y="875500"/>
                  </a:lnTo>
                  <a:lnTo>
                    <a:pt x="202124" y="875482"/>
                  </a:lnTo>
                  <a:lnTo>
                    <a:pt x="202142" y="875471"/>
                  </a:lnTo>
                  <a:lnTo>
                    <a:pt x="202171" y="875453"/>
                  </a:lnTo>
                  <a:lnTo>
                    <a:pt x="202194" y="875437"/>
                  </a:lnTo>
                  <a:lnTo>
                    <a:pt x="202208" y="875424"/>
                  </a:lnTo>
                  <a:lnTo>
                    <a:pt x="202218" y="875405"/>
                  </a:lnTo>
                  <a:lnTo>
                    <a:pt x="202227" y="875385"/>
                  </a:lnTo>
                  <a:lnTo>
                    <a:pt x="202229" y="875364"/>
                  </a:lnTo>
                  <a:lnTo>
                    <a:pt x="202225" y="875294"/>
                  </a:lnTo>
                  <a:lnTo>
                    <a:pt x="202224" y="875245"/>
                  </a:lnTo>
                  <a:lnTo>
                    <a:pt x="202223" y="875206"/>
                  </a:lnTo>
                  <a:lnTo>
                    <a:pt x="202212" y="875123"/>
                  </a:lnTo>
                  <a:lnTo>
                    <a:pt x="202208" y="875071"/>
                  </a:lnTo>
                  <a:lnTo>
                    <a:pt x="202203" y="875032"/>
                  </a:lnTo>
                  <a:lnTo>
                    <a:pt x="202197" y="874949"/>
                  </a:lnTo>
                  <a:lnTo>
                    <a:pt x="202193" y="874912"/>
                  </a:lnTo>
                  <a:lnTo>
                    <a:pt x="202182" y="874849"/>
                  </a:lnTo>
                  <a:lnTo>
                    <a:pt x="202178" y="874815"/>
                  </a:lnTo>
                  <a:lnTo>
                    <a:pt x="202173" y="874771"/>
                  </a:lnTo>
                  <a:lnTo>
                    <a:pt x="202172" y="874729"/>
                  </a:lnTo>
                  <a:lnTo>
                    <a:pt x="202172" y="874712"/>
                  </a:lnTo>
                  <a:lnTo>
                    <a:pt x="202177" y="874695"/>
                  </a:lnTo>
                  <a:lnTo>
                    <a:pt x="202189" y="874673"/>
                  </a:lnTo>
                  <a:lnTo>
                    <a:pt x="202195" y="874648"/>
                  </a:lnTo>
                  <a:lnTo>
                    <a:pt x="202197" y="874628"/>
                  </a:lnTo>
                  <a:lnTo>
                    <a:pt x="202193" y="874606"/>
                  </a:lnTo>
                  <a:lnTo>
                    <a:pt x="202181" y="874545"/>
                  </a:lnTo>
                  <a:lnTo>
                    <a:pt x="202181" y="874513"/>
                  </a:lnTo>
                  <a:lnTo>
                    <a:pt x="202180" y="874469"/>
                  </a:lnTo>
                  <a:lnTo>
                    <a:pt x="202182" y="874438"/>
                  </a:lnTo>
                  <a:lnTo>
                    <a:pt x="202186" y="874422"/>
                  </a:lnTo>
                  <a:lnTo>
                    <a:pt x="202196" y="874402"/>
                  </a:lnTo>
                  <a:lnTo>
                    <a:pt x="202204" y="874388"/>
                  </a:lnTo>
                  <a:lnTo>
                    <a:pt x="202215" y="874373"/>
                  </a:lnTo>
                  <a:lnTo>
                    <a:pt x="202233" y="874357"/>
                  </a:lnTo>
                  <a:lnTo>
                    <a:pt x="202262" y="874333"/>
                  </a:lnTo>
                  <a:lnTo>
                    <a:pt x="202316" y="874290"/>
                  </a:lnTo>
                  <a:lnTo>
                    <a:pt x="202356" y="874250"/>
                  </a:lnTo>
                  <a:lnTo>
                    <a:pt x="202377" y="874229"/>
                  </a:lnTo>
                  <a:lnTo>
                    <a:pt x="202420" y="874184"/>
                  </a:lnTo>
                  <a:lnTo>
                    <a:pt x="202458" y="874148"/>
                  </a:lnTo>
                  <a:lnTo>
                    <a:pt x="202501" y="874111"/>
                  </a:lnTo>
                  <a:lnTo>
                    <a:pt x="202523" y="874090"/>
                  </a:lnTo>
                  <a:lnTo>
                    <a:pt x="202539" y="874067"/>
                  </a:lnTo>
                  <a:lnTo>
                    <a:pt x="202542" y="874063"/>
                  </a:lnTo>
                  <a:lnTo>
                    <a:pt x="202563" y="874034"/>
                  </a:lnTo>
                  <a:lnTo>
                    <a:pt x="202577" y="874017"/>
                  </a:lnTo>
                  <a:lnTo>
                    <a:pt x="202606" y="873979"/>
                  </a:lnTo>
                  <a:lnTo>
                    <a:pt x="202626" y="873953"/>
                  </a:lnTo>
                  <a:lnTo>
                    <a:pt x="202638" y="873933"/>
                  </a:lnTo>
                  <a:lnTo>
                    <a:pt x="202651" y="873909"/>
                  </a:lnTo>
                  <a:lnTo>
                    <a:pt x="202660" y="873880"/>
                  </a:lnTo>
                  <a:lnTo>
                    <a:pt x="202664" y="873862"/>
                  </a:lnTo>
                  <a:lnTo>
                    <a:pt x="202669" y="873830"/>
                  </a:lnTo>
                  <a:lnTo>
                    <a:pt x="202673" y="873789"/>
                  </a:lnTo>
                  <a:lnTo>
                    <a:pt x="202672" y="873768"/>
                  </a:lnTo>
                  <a:lnTo>
                    <a:pt x="202666" y="873740"/>
                  </a:lnTo>
                  <a:lnTo>
                    <a:pt x="202659" y="873717"/>
                  </a:lnTo>
                  <a:lnTo>
                    <a:pt x="202651" y="873694"/>
                  </a:lnTo>
                  <a:lnTo>
                    <a:pt x="202643" y="873668"/>
                  </a:lnTo>
                  <a:lnTo>
                    <a:pt x="202641" y="873654"/>
                  </a:lnTo>
                  <a:lnTo>
                    <a:pt x="202641" y="873640"/>
                  </a:lnTo>
                  <a:lnTo>
                    <a:pt x="202647" y="873621"/>
                  </a:lnTo>
                  <a:lnTo>
                    <a:pt x="202656" y="873603"/>
                  </a:lnTo>
                  <a:lnTo>
                    <a:pt x="202669" y="873586"/>
                  </a:lnTo>
                  <a:lnTo>
                    <a:pt x="202693" y="873560"/>
                  </a:lnTo>
                  <a:lnTo>
                    <a:pt x="202717" y="873540"/>
                  </a:lnTo>
                  <a:lnTo>
                    <a:pt x="202746" y="873522"/>
                  </a:lnTo>
                  <a:lnTo>
                    <a:pt x="202775" y="873502"/>
                  </a:lnTo>
                  <a:lnTo>
                    <a:pt x="202804" y="873478"/>
                  </a:lnTo>
                  <a:lnTo>
                    <a:pt x="202821" y="873459"/>
                  </a:lnTo>
                  <a:lnTo>
                    <a:pt x="202838" y="873442"/>
                  </a:lnTo>
                  <a:lnTo>
                    <a:pt x="202847" y="873427"/>
                  </a:lnTo>
                  <a:lnTo>
                    <a:pt x="202853" y="873417"/>
                  </a:lnTo>
                  <a:lnTo>
                    <a:pt x="202853" y="873404"/>
                  </a:lnTo>
                  <a:lnTo>
                    <a:pt x="202845" y="873386"/>
                  </a:lnTo>
                  <a:lnTo>
                    <a:pt x="202841" y="873378"/>
                  </a:lnTo>
                  <a:lnTo>
                    <a:pt x="202828" y="873362"/>
                  </a:lnTo>
                  <a:lnTo>
                    <a:pt x="202805" y="873345"/>
                  </a:lnTo>
                  <a:lnTo>
                    <a:pt x="202765" y="873318"/>
                  </a:lnTo>
                  <a:lnTo>
                    <a:pt x="202727" y="873299"/>
                  </a:lnTo>
                  <a:lnTo>
                    <a:pt x="202695" y="873279"/>
                  </a:lnTo>
                  <a:lnTo>
                    <a:pt x="202652" y="873254"/>
                  </a:lnTo>
                  <a:lnTo>
                    <a:pt x="202621" y="873240"/>
                  </a:lnTo>
                  <a:lnTo>
                    <a:pt x="202592" y="873235"/>
                  </a:lnTo>
                  <a:lnTo>
                    <a:pt x="202577" y="873233"/>
                  </a:lnTo>
                  <a:lnTo>
                    <a:pt x="202558" y="873231"/>
                  </a:lnTo>
                  <a:lnTo>
                    <a:pt x="202542" y="873232"/>
                  </a:lnTo>
                  <a:lnTo>
                    <a:pt x="202523" y="873232"/>
                  </a:lnTo>
                  <a:lnTo>
                    <a:pt x="202501" y="873242"/>
                  </a:lnTo>
                  <a:lnTo>
                    <a:pt x="202466" y="873253"/>
                  </a:lnTo>
                  <a:lnTo>
                    <a:pt x="202400" y="873271"/>
                  </a:lnTo>
                  <a:lnTo>
                    <a:pt x="202327" y="873291"/>
                  </a:lnTo>
                  <a:lnTo>
                    <a:pt x="202292" y="873296"/>
                  </a:lnTo>
                  <a:lnTo>
                    <a:pt x="202247" y="873303"/>
                  </a:lnTo>
                  <a:lnTo>
                    <a:pt x="202202" y="873304"/>
                  </a:lnTo>
                  <a:lnTo>
                    <a:pt x="202145" y="873306"/>
                  </a:lnTo>
                  <a:lnTo>
                    <a:pt x="202095" y="873305"/>
                  </a:lnTo>
                  <a:lnTo>
                    <a:pt x="202046" y="873308"/>
                  </a:lnTo>
                  <a:lnTo>
                    <a:pt x="202023" y="873309"/>
                  </a:lnTo>
                  <a:lnTo>
                    <a:pt x="201995" y="873316"/>
                  </a:lnTo>
                  <a:lnTo>
                    <a:pt x="201964" y="873324"/>
                  </a:lnTo>
                  <a:lnTo>
                    <a:pt x="201931" y="873334"/>
                  </a:lnTo>
                  <a:lnTo>
                    <a:pt x="201908" y="873345"/>
                  </a:lnTo>
                  <a:lnTo>
                    <a:pt x="201861" y="873370"/>
                  </a:lnTo>
                  <a:lnTo>
                    <a:pt x="201823" y="873380"/>
                  </a:lnTo>
                  <a:lnTo>
                    <a:pt x="201788" y="873383"/>
                  </a:lnTo>
                  <a:lnTo>
                    <a:pt x="201748" y="873390"/>
                  </a:lnTo>
                  <a:lnTo>
                    <a:pt x="201709" y="873401"/>
                  </a:lnTo>
                  <a:lnTo>
                    <a:pt x="201662" y="873417"/>
                  </a:lnTo>
                  <a:lnTo>
                    <a:pt x="201624" y="873423"/>
                  </a:lnTo>
                  <a:lnTo>
                    <a:pt x="201575" y="873425"/>
                  </a:lnTo>
                  <a:lnTo>
                    <a:pt x="201522" y="873427"/>
                  </a:lnTo>
                  <a:lnTo>
                    <a:pt x="201488" y="873421"/>
                  </a:lnTo>
                  <a:lnTo>
                    <a:pt x="201459" y="873412"/>
                  </a:lnTo>
                  <a:lnTo>
                    <a:pt x="201432" y="873404"/>
                  </a:lnTo>
                  <a:lnTo>
                    <a:pt x="201412" y="873403"/>
                  </a:lnTo>
                  <a:lnTo>
                    <a:pt x="201388" y="873406"/>
                  </a:lnTo>
                  <a:lnTo>
                    <a:pt x="201339" y="873418"/>
                  </a:lnTo>
                  <a:lnTo>
                    <a:pt x="201305" y="873423"/>
                  </a:lnTo>
                  <a:lnTo>
                    <a:pt x="201292" y="873419"/>
                  </a:lnTo>
                  <a:lnTo>
                    <a:pt x="201279" y="873406"/>
                  </a:lnTo>
                  <a:lnTo>
                    <a:pt x="201275" y="873396"/>
                  </a:lnTo>
                  <a:lnTo>
                    <a:pt x="201273" y="873377"/>
                  </a:lnTo>
                  <a:lnTo>
                    <a:pt x="201274" y="873365"/>
                  </a:lnTo>
                  <a:lnTo>
                    <a:pt x="201270" y="873356"/>
                  </a:lnTo>
                  <a:lnTo>
                    <a:pt x="201255" y="873346"/>
                  </a:lnTo>
                  <a:lnTo>
                    <a:pt x="201214" y="873324"/>
                  </a:lnTo>
                  <a:lnTo>
                    <a:pt x="201185" y="873305"/>
                  </a:lnTo>
                  <a:lnTo>
                    <a:pt x="201162" y="873286"/>
                  </a:lnTo>
                  <a:lnTo>
                    <a:pt x="201122" y="873256"/>
                  </a:lnTo>
                  <a:lnTo>
                    <a:pt x="201080" y="873215"/>
                  </a:lnTo>
                  <a:lnTo>
                    <a:pt x="201049" y="873185"/>
                  </a:lnTo>
                  <a:lnTo>
                    <a:pt x="201020" y="873160"/>
                  </a:lnTo>
                  <a:lnTo>
                    <a:pt x="200977" y="873128"/>
                  </a:lnTo>
                  <a:lnTo>
                    <a:pt x="200876" y="873055"/>
                  </a:lnTo>
                  <a:lnTo>
                    <a:pt x="200855" y="873041"/>
                  </a:lnTo>
                  <a:lnTo>
                    <a:pt x="200815" y="873022"/>
                  </a:lnTo>
                  <a:lnTo>
                    <a:pt x="200773" y="873001"/>
                  </a:lnTo>
                  <a:lnTo>
                    <a:pt x="200734" y="872983"/>
                  </a:lnTo>
                  <a:lnTo>
                    <a:pt x="200684" y="872955"/>
                  </a:lnTo>
                  <a:lnTo>
                    <a:pt x="200664" y="872937"/>
                  </a:lnTo>
                  <a:lnTo>
                    <a:pt x="200654" y="872924"/>
                  </a:lnTo>
                  <a:lnTo>
                    <a:pt x="200651" y="872914"/>
                  </a:lnTo>
                  <a:lnTo>
                    <a:pt x="200649" y="872887"/>
                  </a:lnTo>
                  <a:lnTo>
                    <a:pt x="200641" y="872867"/>
                  </a:lnTo>
                  <a:lnTo>
                    <a:pt x="200607" y="872831"/>
                  </a:lnTo>
                  <a:lnTo>
                    <a:pt x="200569" y="872791"/>
                  </a:lnTo>
                  <a:lnTo>
                    <a:pt x="200525" y="872758"/>
                  </a:lnTo>
                  <a:lnTo>
                    <a:pt x="200481" y="872722"/>
                  </a:lnTo>
                  <a:lnTo>
                    <a:pt x="200470" y="872711"/>
                  </a:lnTo>
                  <a:lnTo>
                    <a:pt x="200467" y="872697"/>
                  </a:lnTo>
                  <a:lnTo>
                    <a:pt x="200467" y="872680"/>
                  </a:lnTo>
                  <a:lnTo>
                    <a:pt x="200471" y="872655"/>
                  </a:lnTo>
                  <a:lnTo>
                    <a:pt x="200476" y="872622"/>
                  </a:lnTo>
                  <a:lnTo>
                    <a:pt x="200484" y="872560"/>
                  </a:lnTo>
                  <a:lnTo>
                    <a:pt x="200490" y="872525"/>
                  </a:lnTo>
                  <a:lnTo>
                    <a:pt x="200493" y="872493"/>
                  </a:lnTo>
                  <a:lnTo>
                    <a:pt x="200488" y="872460"/>
                  </a:lnTo>
                  <a:lnTo>
                    <a:pt x="200477" y="872428"/>
                  </a:lnTo>
                  <a:lnTo>
                    <a:pt x="200473" y="872413"/>
                  </a:lnTo>
                  <a:lnTo>
                    <a:pt x="200466" y="872397"/>
                  </a:lnTo>
                  <a:lnTo>
                    <a:pt x="200440" y="872362"/>
                  </a:lnTo>
                  <a:lnTo>
                    <a:pt x="200399" y="872318"/>
                  </a:lnTo>
                  <a:lnTo>
                    <a:pt x="200352" y="872266"/>
                  </a:lnTo>
                  <a:lnTo>
                    <a:pt x="200324" y="872227"/>
                  </a:lnTo>
                  <a:lnTo>
                    <a:pt x="200295" y="872186"/>
                  </a:lnTo>
                  <a:lnTo>
                    <a:pt x="200270" y="872154"/>
                  </a:lnTo>
                  <a:lnTo>
                    <a:pt x="200255" y="872139"/>
                  </a:lnTo>
                  <a:lnTo>
                    <a:pt x="200242" y="872131"/>
                  </a:lnTo>
                  <a:lnTo>
                    <a:pt x="200201" y="872121"/>
                  </a:lnTo>
                  <a:lnTo>
                    <a:pt x="200126" y="872106"/>
                  </a:lnTo>
                  <a:lnTo>
                    <a:pt x="200066" y="872091"/>
                  </a:lnTo>
                  <a:lnTo>
                    <a:pt x="200008" y="872072"/>
                  </a:lnTo>
                  <a:lnTo>
                    <a:pt x="199956" y="872053"/>
                  </a:lnTo>
                  <a:lnTo>
                    <a:pt x="199937" y="872042"/>
                  </a:lnTo>
                  <a:lnTo>
                    <a:pt x="199918" y="872026"/>
                  </a:lnTo>
                  <a:lnTo>
                    <a:pt x="199906" y="872008"/>
                  </a:lnTo>
                  <a:lnTo>
                    <a:pt x="199899" y="871986"/>
                  </a:lnTo>
                  <a:lnTo>
                    <a:pt x="199899" y="871975"/>
                  </a:lnTo>
                  <a:lnTo>
                    <a:pt x="199904" y="871952"/>
                  </a:lnTo>
                  <a:lnTo>
                    <a:pt x="199930" y="871852"/>
                  </a:lnTo>
                  <a:lnTo>
                    <a:pt x="199938" y="871811"/>
                  </a:lnTo>
                  <a:lnTo>
                    <a:pt x="199934" y="871780"/>
                  </a:lnTo>
                  <a:lnTo>
                    <a:pt x="199927" y="871754"/>
                  </a:lnTo>
                  <a:lnTo>
                    <a:pt x="199907" y="871709"/>
                  </a:lnTo>
                  <a:lnTo>
                    <a:pt x="199879" y="871668"/>
                  </a:lnTo>
                  <a:lnTo>
                    <a:pt x="199835" y="871595"/>
                  </a:lnTo>
                  <a:lnTo>
                    <a:pt x="199809" y="871547"/>
                  </a:lnTo>
                  <a:lnTo>
                    <a:pt x="199770" y="871480"/>
                  </a:lnTo>
                  <a:lnTo>
                    <a:pt x="199765" y="871471"/>
                  </a:lnTo>
                  <a:lnTo>
                    <a:pt x="199765" y="871462"/>
                  </a:lnTo>
                  <a:lnTo>
                    <a:pt x="199768" y="871450"/>
                  </a:lnTo>
                  <a:lnTo>
                    <a:pt x="199771" y="871444"/>
                  </a:lnTo>
                  <a:lnTo>
                    <a:pt x="199775" y="871441"/>
                  </a:lnTo>
                  <a:lnTo>
                    <a:pt x="199799" y="871434"/>
                  </a:lnTo>
                  <a:lnTo>
                    <a:pt x="199816" y="871430"/>
                  </a:lnTo>
                  <a:lnTo>
                    <a:pt x="199843" y="871421"/>
                  </a:lnTo>
                  <a:lnTo>
                    <a:pt x="199894" y="871396"/>
                  </a:lnTo>
                  <a:lnTo>
                    <a:pt x="199944" y="871380"/>
                  </a:lnTo>
                  <a:lnTo>
                    <a:pt x="199965" y="871370"/>
                  </a:lnTo>
                  <a:lnTo>
                    <a:pt x="199976" y="871363"/>
                  </a:lnTo>
                  <a:lnTo>
                    <a:pt x="199981" y="871356"/>
                  </a:lnTo>
                  <a:lnTo>
                    <a:pt x="199985" y="871337"/>
                  </a:lnTo>
                  <a:lnTo>
                    <a:pt x="200000" y="871293"/>
                  </a:lnTo>
                  <a:lnTo>
                    <a:pt x="200016" y="871275"/>
                  </a:lnTo>
                  <a:lnTo>
                    <a:pt x="200035" y="871255"/>
                  </a:lnTo>
                  <a:lnTo>
                    <a:pt x="200045" y="871250"/>
                  </a:lnTo>
                  <a:lnTo>
                    <a:pt x="200053" y="871251"/>
                  </a:lnTo>
                  <a:lnTo>
                    <a:pt x="200062" y="871255"/>
                  </a:lnTo>
                  <a:lnTo>
                    <a:pt x="200089" y="871279"/>
                  </a:lnTo>
                  <a:lnTo>
                    <a:pt x="200119" y="871331"/>
                  </a:lnTo>
                  <a:lnTo>
                    <a:pt x="200155" y="871368"/>
                  </a:lnTo>
                  <a:lnTo>
                    <a:pt x="200165" y="871375"/>
                  </a:lnTo>
                  <a:lnTo>
                    <a:pt x="200169" y="871379"/>
                  </a:lnTo>
                  <a:lnTo>
                    <a:pt x="200184" y="871390"/>
                  </a:lnTo>
                  <a:lnTo>
                    <a:pt x="200197" y="871398"/>
                  </a:lnTo>
                  <a:lnTo>
                    <a:pt x="200209" y="871403"/>
                  </a:lnTo>
                  <a:lnTo>
                    <a:pt x="200227" y="871405"/>
                  </a:lnTo>
                  <a:lnTo>
                    <a:pt x="200249" y="871402"/>
                  </a:lnTo>
                  <a:lnTo>
                    <a:pt x="200277" y="871394"/>
                  </a:lnTo>
                  <a:lnTo>
                    <a:pt x="200290" y="871389"/>
                  </a:lnTo>
                  <a:lnTo>
                    <a:pt x="200330" y="871373"/>
                  </a:lnTo>
                  <a:lnTo>
                    <a:pt x="200349" y="871362"/>
                  </a:lnTo>
                  <a:lnTo>
                    <a:pt x="200382" y="871344"/>
                  </a:lnTo>
                  <a:lnTo>
                    <a:pt x="200421" y="871325"/>
                  </a:lnTo>
                  <a:lnTo>
                    <a:pt x="200447" y="871315"/>
                  </a:lnTo>
                  <a:lnTo>
                    <a:pt x="200480" y="871301"/>
                  </a:lnTo>
                  <a:lnTo>
                    <a:pt x="200512" y="871281"/>
                  </a:lnTo>
                  <a:lnTo>
                    <a:pt x="200537" y="871263"/>
                  </a:lnTo>
                  <a:lnTo>
                    <a:pt x="200561" y="871242"/>
                  </a:lnTo>
                  <a:lnTo>
                    <a:pt x="200573" y="871231"/>
                  </a:lnTo>
                  <a:lnTo>
                    <a:pt x="200581" y="871229"/>
                  </a:lnTo>
                  <a:lnTo>
                    <a:pt x="200596" y="871228"/>
                  </a:lnTo>
                  <a:lnTo>
                    <a:pt x="200624" y="871234"/>
                  </a:lnTo>
                  <a:lnTo>
                    <a:pt x="200671" y="871243"/>
                  </a:lnTo>
                  <a:lnTo>
                    <a:pt x="200712" y="871247"/>
                  </a:lnTo>
                  <a:lnTo>
                    <a:pt x="200770" y="871246"/>
                  </a:lnTo>
                  <a:lnTo>
                    <a:pt x="200854" y="871244"/>
                  </a:lnTo>
                  <a:lnTo>
                    <a:pt x="200922" y="871239"/>
                  </a:lnTo>
                  <a:lnTo>
                    <a:pt x="200955" y="871234"/>
                  </a:lnTo>
                  <a:lnTo>
                    <a:pt x="200984" y="871220"/>
                  </a:lnTo>
                  <a:lnTo>
                    <a:pt x="201003" y="871204"/>
                  </a:lnTo>
                  <a:lnTo>
                    <a:pt x="201018" y="871185"/>
                  </a:lnTo>
                  <a:lnTo>
                    <a:pt x="201038" y="871140"/>
                  </a:lnTo>
                  <a:lnTo>
                    <a:pt x="201053" y="871119"/>
                  </a:lnTo>
                  <a:lnTo>
                    <a:pt x="201071" y="871097"/>
                  </a:lnTo>
                  <a:lnTo>
                    <a:pt x="201090" y="871084"/>
                  </a:lnTo>
                  <a:lnTo>
                    <a:pt x="201115" y="871071"/>
                  </a:lnTo>
                  <a:lnTo>
                    <a:pt x="201158" y="871049"/>
                  </a:lnTo>
                  <a:lnTo>
                    <a:pt x="201185" y="871033"/>
                  </a:lnTo>
                  <a:lnTo>
                    <a:pt x="201208" y="871014"/>
                  </a:lnTo>
                  <a:lnTo>
                    <a:pt x="201237" y="870989"/>
                  </a:lnTo>
                  <a:lnTo>
                    <a:pt x="201263" y="870956"/>
                  </a:lnTo>
                  <a:lnTo>
                    <a:pt x="201291" y="870931"/>
                  </a:lnTo>
                  <a:lnTo>
                    <a:pt x="201323" y="870916"/>
                  </a:lnTo>
                  <a:lnTo>
                    <a:pt x="201346" y="870906"/>
                  </a:lnTo>
                  <a:lnTo>
                    <a:pt x="201370" y="870901"/>
                  </a:lnTo>
                  <a:lnTo>
                    <a:pt x="201389" y="870894"/>
                  </a:lnTo>
                  <a:lnTo>
                    <a:pt x="201407" y="870879"/>
                  </a:lnTo>
                  <a:lnTo>
                    <a:pt x="201431" y="870855"/>
                  </a:lnTo>
                  <a:lnTo>
                    <a:pt x="201464" y="870836"/>
                  </a:lnTo>
                  <a:lnTo>
                    <a:pt x="201476" y="870829"/>
                  </a:lnTo>
                  <a:lnTo>
                    <a:pt x="201499" y="870824"/>
                  </a:lnTo>
                  <a:lnTo>
                    <a:pt x="201522" y="870816"/>
                  </a:lnTo>
                  <a:lnTo>
                    <a:pt x="201542" y="870811"/>
                  </a:lnTo>
                  <a:lnTo>
                    <a:pt x="201560" y="870809"/>
                  </a:lnTo>
                  <a:lnTo>
                    <a:pt x="201614" y="870807"/>
                  </a:lnTo>
                  <a:lnTo>
                    <a:pt x="201672" y="870802"/>
                  </a:lnTo>
                  <a:lnTo>
                    <a:pt x="201767" y="870799"/>
                  </a:lnTo>
                  <a:lnTo>
                    <a:pt x="201829" y="870796"/>
                  </a:lnTo>
                  <a:lnTo>
                    <a:pt x="201904" y="870793"/>
                  </a:lnTo>
                  <a:lnTo>
                    <a:pt x="201946" y="870787"/>
                  </a:lnTo>
                  <a:lnTo>
                    <a:pt x="201956" y="870783"/>
                  </a:lnTo>
                  <a:lnTo>
                    <a:pt x="201977" y="870765"/>
                  </a:lnTo>
                  <a:lnTo>
                    <a:pt x="202035" y="870714"/>
                  </a:lnTo>
                  <a:lnTo>
                    <a:pt x="202115" y="870646"/>
                  </a:lnTo>
                  <a:lnTo>
                    <a:pt x="202196" y="870582"/>
                  </a:lnTo>
                  <a:lnTo>
                    <a:pt x="202265" y="870519"/>
                  </a:lnTo>
                  <a:lnTo>
                    <a:pt x="202360" y="870438"/>
                  </a:lnTo>
                  <a:lnTo>
                    <a:pt x="202474" y="870347"/>
                  </a:lnTo>
                  <a:lnTo>
                    <a:pt x="202523" y="870307"/>
                  </a:lnTo>
                  <a:lnTo>
                    <a:pt x="202542" y="870293"/>
                  </a:lnTo>
                  <a:lnTo>
                    <a:pt x="202553" y="870285"/>
                  </a:lnTo>
                  <a:lnTo>
                    <a:pt x="202577" y="870266"/>
                  </a:lnTo>
                  <a:lnTo>
                    <a:pt x="202623" y="870230"/>
                  </a:lnTo>
                  <a:lnTo>
                    <a:pt x="202695" y="870173"/>
                  </a:lnTo>
                  <a:lnTo>
                    <a:pt x="202780" y="870102"/>
                  </a:lnTo>
                  <a:lnTo>
                    <a:pt x="202854" y="870044"/>
                  </a:lnTo>
                  <a:lnTo>
                    <a:pt x="202933" y="869985"/>
                  </a:lnTo>
                  <a:lnTo>
                    <a:pt x="203005" y="869927"/>
                  </a:lnTo>
                  <a:lnTo>
                    <a:pt x="203107" y="869844"/>
                  </a:lnTo>
                  <a:lnTo>
                    <a:pt x="203189" y="869780"/>
                  </a:lnTo>
                  <a:lnTo>
                    <a:pt x="203271" y="869716"/>
                  </a:lnTo>
                  <a:lnTo>
                    <a:pt x="203360" y="869648"/>
                  </a:lnTo>
                  <a:lnTo>
                    <a:pt x="203407" y="869608"/>
                  </a:lnTo>
                  <a:lnTo>
                    <a:pt x="203511" y="869528"/>
                  </a:lnTo>
                  <a:lnTo>
                    <a:pt x="203589" y="869465"/>
                  </a:lnTo>
                  <a:lnTo>
                    <a:pt x="203665" y="869406"/>
                  </a:lnTo>
                  <a:lnTo>
                    <a:pt x="203742" y="869346"/>
                  </a:lnTo>
                  <a:lnTo>
                    <a:pt x="203804" y="869296"/>
                  </a:lnTo>
                  <a:lnTo>
                    <a:pt x="203964" y="869171"/>
                  </a:lnTo>
                  <a:lnTo>
                    <a:pt x="204017" y="869131"/>
                  </a:lnTo>
                  <a:lnTo>
                    <a:pt x="204167" y="869012"/>
                  </a:lnTo>
                  <a:lnTo>
                    <a:pt x="204224" y="868968"/>
                  </a:lnTo>
                  <a:lnTo>
                    <a:pt x="204274" y="868927"/>
                  </a:lnTo>
                  <a:lnTo>
                    <a:pt x="204276" y="868922"/>
                  </a:lnTo>
                  <a:lnTo>
                    <a:pt x="204275" y="868913"/>
                  </a:lnTo>
                  <a:lnTo>
                    <a:pt x="204271" y="868906"/>
                  </a:lnTo>
                  <a:lnTo>
                    <a:pt x="204240" y="868893"/>
                  </a:lnTo>
                  <a:lnTo>
                    <a:pt x="204181" y="868878"/>
                  </a:lnTo>
                  <a:lnTo>
                    <a:pt x="204110" y="868850"/>
                  </a:lnTo>
                  <a:lnTo>
                    <a:pt x="204032" y="868824"/>
                  </a:lnTo>
                  <a:lnTo>
                    <a:pt x="204008" y="868818"/>
                  </a:lnTo>
                  <a:lnTo>
                    <a:pt x="204000" y="868813"/>
                  </a:lnTo>
                  <a:lnTo>
                    <a:pt x="203974" y="868792"/>
                  </a:lnTo>
                  <a:lnTo>
                    <a:pt x="203947" y="868774"/>
                  </a:lnTo>
                  <a:lnTo>
                    <a:pt x="203928" y="868764"/>
                  </a:lnTo>
                  <a:lnTo>
                    <a:pt x="203910" y="868758"/>
                  </a:lnTo>
                  <a:lnTo>
                    <a:pt x="203885" y="868754"/>
                  </a:lnTo>
                  <a:lnTo>
                    <a:pt x="203857" y="868746"/>
                  </a:lnTo>
                  <a:lnTo>
                    <a:pt x="203835" y="868739"/>
                  </a:lnTo>
                  <a:lnTo>
                    <a:pt x="203823" y="868732"/>
                  </a:lnTo>
                  <a:lnTo>
                    <a:pt x="203817" y="868722"/>
                  </a:lnTo>
                  <a:lnTo>
                    <a:pt x="203809" y="868694"/>
                  </a:lnTo>
                  <a:lnTo>
                    <a:pt x="203798" y="868656"/>
                  </a:lnTo>
                  <a:lnTo>
                    <a:pt x="203774" y="868596"/>
                  </a:lnTo>
                  <a:lnTo>
                    <a:pt x="203745" y="868542"/>
                  </a:lnTo>
                  <a:lnTo>
                    <a:pt x="203736" y="868516"/>
                  </a:lnTo>
                  <a:lnTo>
                    <a:pt x="203724" y="868501"/>
                  </a:lnTo>
                  <a:lnTo>
                    <a:pt x="203712" y="868491"/>
                  </a:lnTo>
                  <a:lnTo>
                    <a:pt x="203691" y="868463"/>
                  </a:lnTo>
                  <a:lnTo>
                    <a:pt x="203686" y="868450"/>
                  </a:lnTo>
                  <a:lnTo>
                    <a:pt x="203682" y="868439"/>
                  </a:lnTo>
                  <a:lnTo>
                    <a:pt x="203662" y="868417"/>
                  </a:lnTo>
                  <a:lnTo>
                    <a:pt x="203651" y="868409"/>
                  </a:lnTo>
                  <a:lnTo>
                    <a:pt x="203636" y="868399"/>
                  </a:lnTo>
                  <a:lnTo>
                    <a:pt x="203614" y="868392"/>
                  </a:lnTo>
                  <a:lnTo>
                    <a:pt x="203576" y="868383"/>
                  </a:lnTo>
                  <a:lnTo>
                    <a:pt x="203538" y="868373"/>
                  </a:lnTo>
                  <a:lnTo>
                    <a:pt x="203521" y="868370"/>
                  </a:lnTo>
                  <a:lnTo>
                    <a:pt x="203504" y="868368"/>
                  </a:lnTo>
                  <a:lnTo>
                    <a:pt x="203501" y="868363"/>
                  </a:lnTo>
                  <a:lnTo>
                    <a:pt x="203500" y="868358"/>
                  </a:lnTo>
                  <a:lnTo>
                    <a:pt x="203501" y="868351"/>
                  </a:lnTo>
                  <a:lnTo>
                    <a:pt x="203506" y="868337"/>
                  </a:lnTo>
                  <a:lnTo>
                    <a:pt x="203520" y="868308"/>
                  </a:lnTo>
                  <a:lnTo>
                    <a:pt x="203537" y="868269"/>
                  </a:lnTo>
                  <a:lnTo>
                    <a:pt x="203546" y="868226"/>
                  </a:lnTo>
                  <a:lnTo>
                    <a:pt x="203552" y="868203"/>
                  </a:lnTo>
                  <a:lnTo>
                    <a:pt x="203553" y="868169"/>
                  </a:lnTo>
                  <a:lnTo>
                    <a:pt x="203554" y="868140"/>
                  </a:lnTo>
                  <a:lnTo>
                    <a:pt x="203557" y="868116"/>
                  </a:lnTo>
                  <a:lnTo>
                    <a:pt x="203568" y="868084"/>
                  </a:lnTo>
                  <a:lnTo>
                    <a:pt x="203569" y="868058"/>
                  </a:lnTo>
                  <a:lnTo>
                    <a:pt x="203564" y="868027"/>
                  </a:lnTo>
                  <a:lnTo>
                    <a:pt x="203541" y="867991"/>
                  </a:lnTo>
                  <a:lnTo>
                    <a:pt x="203529" y="867967"/>
                  </a:lnTo>
                  <a:lnTo>
                    <a:pt x="203514" y="867951"/>
                  </a:lnTo>
                  <a:lnTo>
                    <a:pt x="203503" y="867944"/>
                  </a:lnTo>
                  <a:lnTo>
                    <a:pt x="203460" y="867930"/>
                  </a:lnTo>
                  <a:lnTo>
                    <a:pt x="203400" y="867905"/>
                  </a:lnTo>
                  <a:lnTo>
                    <a:pt x="203366" y="867889"/>
                  </a:lnTo>
                  <a:lnTo>
                    <a:pt x="203356" y="867880"/>
                  </a:lnTo>
                  <a:lnTo>
                    <a:pt x="203348" y="867867"/>
                  </a:lnTo>
                  <a:lnTo>
                    <a:pt x="203347" y="867858"/>
                  </a:lnTo>
                  <a:lnTo>
                    <a:pt x="203344" y="867844"/>
                  </a:lnTo>
                  <a:lnTo>
                    <a:pt x="203333" y="867832"/>
                  </a:lnTo>
                  <a:lnTo>
                    <a:pt x="203322" y="867821"/>
                  </a:lnTo>
                  <a:lnTo>
                    <a:pt x="203302" y="867798"/>
                  </a:lnTo>
                  <a:lnTo>
                    <a:pt x="203277" y="867770"/>
                  </a:lnTo>
                  <a:lnTo>
                    <a:pt x="203255" y="867754"/>
                  </a:lnTo>
                  <a:lnTo>
                    <a:pt x="203229" y="867744"/>
                  </a:lnTo>
                  <a:lnTo>
                    <a:pt x="203201" y="867741"/>
                  </a:lnTo>
                  <a:lnTo>
                    <a:pt x="203202" y="867733"/>
                  </a:lnTo>
                  <a:lnTo>
                    <a:pt x="203217" y="867723"/>
                  </a:lnTo>
                  <a:lnTo>
                    <a:pt x="203221" y="867716"/>
                  </a:lnTo>
                  <a:lnTo>
                    <a:pt x="203222" y="867703"/>
                  </a:lnTo>
                  <a:lnTo>
                    <a:pt x="203220" y="867677"/>
                  </a:lnTo>
                  <a:lnTo>
                    <a:pt x="203206" y="867651"/>
                  </a:lnTo>
                  <a:lnTo>
                    <a:pt x="203189" y="867605"/>
                  </a:lnTo>
                  <a:lnTo>
                    <a:pt x="203188" y="867583"/>
                  </a:lnTo>
                  <a:lnTo>
                    <a:pt x="203179" y="867562"/>
                  </a:lnTo>
                  <a:lnTo>
                    <a:pt x="203159" y="867524"/>
                  </a:lnTo>
                  <a:lnTo>
                    <a:pt x="203141" y="867497"/>
                  </a:lnTo>
                  <a:lnTo>
                    <a:pt x="203103" y="867470"/>
                  </a:lnTo>
                  <a:lnTo>
                    <a:pt x="203068" y="867448"/>
                  </a:lnTo>
                  <a:lnTo>
                    <a:pt x="203061" y="867443"/>
                  </a:lnTo>
                  <a:lnTo>
                    <a:pt x="203055" y="867440"/>
                  </a:lnTo>
                  <a:lnTo>
                    <a:pt x="203040" y="867425"/>
                  </a:lnTo>
                  <a:lnTo>
                    <a:pt x="203038" y="867421"/>
                  </a:lnTo>
                  <a:lnTo>
                    <a:pt x="203036" y="867416"/>
                  </a:lnTo>
                  <a:lnTo>
                    <a:pt x="203037" y="867408"/>
                  </a:lnTo>
                  <a:lnTo>
                    <a:pt x="203039" y="867400"/>
                  </a:lnTo>
                  <a:lnTo>
                    <a:pt x="203044" y="867379"/>
                  </a:lnTo>
                  <a:lnTo>
                    <a:pt x="203054" y="867353"/>
                  </a:lnTo>
                  <a:lnTo>
                    <a:pt x="203057" y="867340"/>
                  </a:lnTo>
                  <a:lnTo>
                    <a:pt x="203058" y="867325"/>
                  </a:lnTo>
                  <a:lnTo>
                    <a:pt x="203054" y="867316"/>
                  </a:lnTo>
                  <a:lnTo>
                    <a:pt x="203045" y="867293"/>
                  </a:lnTo>
                  <a:lnTo>
                    <a:pt x="203032" y="867239"/>
                  </a:lnTo>
                  <a:lnTo>
                    <a:pt x="203030" y="867204"/>
                  </a:lnTo>
                  <a:lnTo>
                    <a:pt x="203025" y="867128"/>
                  </a:lnTo>
                  <a:lnTo>
                    <a:pt x="203021" y="867046"/>
                  </a:lnTo>
                  <a:lnTo>
                    <a:pt x="203024" y="867029"/>
                  </a:lnTo>
                  <a:lnTo>
                    <a:pt x="203031" y="867007"/>
                  </a:lnTo>
                  <a:lnTo>
                    <a:pt x="203045" y="866971"/>
                  </a:lnTo>
                  <a:lnTo>
                    <a:pt x="203073" y="866901"/>
                  </a:lnTo>
                  <a:lnTo>
                    <a:pt x="203091" y="866841"/>
                  </a:lnTo>
                  <a:lnTo>
                    <a:pt x="203099" y="866804"/>
                  </a:lnTo>
                  <a:lnTo>
                    <a:pt x="203096" y="866776"/>
                  </a:lnTo>
                  <a:lnTo>
                    <a:pt x="203089" y="866760"/>
                  </a:lnTo>
                  <a:lnTo>
                    <a:pt x="203073" y="866736"/>
                  </a:lnTo>
                  <a:lnTo>
                    <a:pt x="203042" y="866695"/>
                  </a:lnTo>
                  <a:lnTo>
                    <a:pt x="203031" y="866668"/>
                  </a:lnTo>
                  <a:lnTo>
                    <a:pt x="203027" y="866650"/>
                  </a:lnTo>
                  <a:lnTo>
                    <a:pt x="203019" y="866628"/>
                  </a:lnTo>
                  <a:lnTo>
                    <a:pt x="203003" y="866606"/>
                  </a:lnTo>
                  <a:lnTo>
                    <a:pt x="202967" y="866584"/>
                  </a:lnTo>
                  <a:lnTo>
                    <a:pt x="202932" y="866556"/>
                  </a:lnTo>
                  <a:lnTo>
                    <a:pt x="202909" y="866531"/>
                  </a:lnTo>
                  <a:lnTo>
                    <a:pt x="202898" y="866519"/>
                  </a:lnTo>
                  <a:lnTo>
                    <a:pt x="202872" y="866507"/>
                  </a:lnTo>
                  <a:lnTo>
                    <a:pt x="202840" y="866501"/>
                  </a:lnTo>
                  <a:lnTo>
                    <a:pt x="202805" y="866493"/>
                  </a:lnTo>
                  <a:lnTo>
                    <a:pt x="202785" y="866480"/>
                  </a:lnTo>
                  <a:lnTo>
                    <a:pt x="202769" y="866466"/>
                  </a:lnTo>
                  <a:lnTo>
                    <a:pt x="202753" y="866442"/>
                  </a:lnTo>
                  <a:lnTo>
                    <a:pt x="202735" y="866416"/>
                  </a:lnTo>
                  <a:lnTo>
                    <a:pt x="202726" y="866388"/>
                  </a:lnTo>
                  <a:lnTo>
                    <a:pt x="202715" y="866368"/>
                  </a:lnTo>
                  <a:lnTo>
                    <a:pt x="202709" y="866360"/>
                  </a:lnTo>
                  <a:lnTo>
                    <a:pt x="202700" y="866345"/>
                  </a:lnTo>
                  <a:lnTo>
                    <a:pt x="202697" y="866336"/>
                  </a:lnTo>
                  <a:lnTo>
                    <a:pt x="202697" y="866329"/>
                  </a:lnTo>
                  <a:lnTo>
                    <a:pt x="202704" y="866311"/>
                  </a:lnTo>
                  <a:lnTo>
                    <a:pt x="202716" y="866274"/>
                  </a:lnTo>
                  <a:lnTo>
                    <a:pt x="202734" y="866228"/>
                  </a:lnTo>
                  <a:lnTo>
                    <a:pt x="202759" y="866156"/>
                  </a:lnTo>
                  <a:lnTo>
                    <a:pt x="202770" y="866120"/>
                  </a:lnTo>
                  <a:lnTo>
                    <a:pt x="202789" y="866058"/>
                  </a:lnTo>
                  <a:lnTo>
                    <a:pt x="202792" y="866028"/>
                  </a:lnTo>
                  <a:lnTo>
                    <a:pt x="202794" y="865994"/>
                  </a:lnTo>
                  <a:lnTo>
                    <a:pt x="202800" y="865967"/>
                  </a:lnTo>
                  <a:lnTo>
                    <a:pt x="202812" y="865929"/>
                  </a:lnTo>
                  <a:lnTo>
                    <a:pt x="202822" y="865898"/>
                  </a:lnTo>
                  <a:lnTo>
                    <a:pt x="202822" y="865881"/>
                  </a:lnTo>
                  <a:lnTo>
                    <a:pt x="202817" y="865850"/>
                  </a:lnTo>
                  <a:lnTo>
                    <a:pt x="202815" y="865845"/>
                  </a:lnTo>
                  <a:lnTo>
                    <a:pt x="202810" y="865821"/>
                  </a:lnTo>
                  <a:lnTo>
                    <a:pt x="202802" y="865791"/>
                  </a:lnTo>
                  <a:lnTo>
                    <a:pt x="202801" y="865784"/>
                  </a:lnTo>
                  <a:lnTo>
                    <a:pt x="202803" y="865774"/>
                  </a:lnTo>
                  <a:lnTo>
                    <a:pt x="202807" y="865767"/>
                  </a:lnTo>
                  <a:lnTo>
                    <a:pt x="202815" y="865744"/>
                  </a:lnTo>
                  <a:lnTo>
                    <a:pt x="202848" y="865675"/>
                  </a:lnTo>
                  <a:lnTo>
                    <a:pt x="202860" y="865646"/>
                  </a:lnTo>
                  <a:lnTo>
                    <a:pt x="202868" y="865634"/>
                  </a:lnTo>
                  <a:lnTo>
                    <a:pt x="202872" y="865620"/>
                  </a:lnTo>
                  <a:lnTo>
                    <a:pt x="202874" y="865604"/>
                  </a:lnTo>
                  <a:lnTo>
                    <a:pt x="202875" y="865571"/>
                  </a:lnTo>
                  <a:lnTo>
                    <a:pt x="202887" y="865496"/>
                  </a:lnTo>
                  <a:lnTo>
                    <a:pt x="202902" y="865433"/>
                  </a:lnTo>
                  <a:lnTo>
                    <a:pt x="202908" y="865409"/>
                  </a:lnTo>
                  <a:lnTo>
                    <a:pt x="202916" y="865378"/>
                  </a:lnTo>
                  <a:lnTo>
                    <a:pt x="202921" y="865360"/>
                  </a:lnTo>
                  <a:lnTo>
                    <a:pt x="202921" y="865347"/>
                  </a:lnTo>
                  <a:lnTo>
                    <a:pt x="202921" y="865327"/>
                  </a:lnTo>
                  <a:lnTo>
                    <a:pt x="202934" y="865274"/>
                  </a:lnTo>
                  <a:lnTo>
                    <a:pt x="202954" y="865225"/>
                  </a:lnTo>
                  <a:lnTo>
                    <a:pt x="202969" y="865157"/>
                  </a:lnTo>
                  <a:lnTo>
                    <a:pt x="202978" y="865111"/>
                  </a:lnTo>
                  <a:lnTo>
                    <a:pt x="202975" y="865054"/>
                  </a:lnTo>
                  <a:lnTo>
                    <a:pt x="202970" y="864990"/>
                  </a:lnTo>
                  <a:lnTo>
                    <a:pt x="202966" y="864975"/>
                  </a:lnTo>
                  <a:lnTo>
                    <a:pt x="202964" y="864966"/>
                  </a:lnTo>
                  <a:lnTo>
                    <a:pt x="202967" y="864959"/>
                  </a:lnTo>
                  <a:lnTo>
                    <a:pt x="202975" y="864941"/>
                  </a:lnTo>
                  <a:lnTo>
                    <a:pt x="202984" y="864917"/>
                  </a:lnTo>
                  <a:lnTo>
                    <a:pt x="202985" y="864895"/>
                  </a:lnTo>
                  <a:lnTo>
                    <a:pt x="202987" y="864866"/>
                  </a:lnTo>
                  <a:lnTo>
                    <a:pt x="202980" y="864829"/>
                  </a:lnTo>
                  <a:lnTo>
                    <a:pt x="202978" y="864779"/>
                  </a:lnTo>
                  <a:lnTo>
                    <a:pt x="202978" y="864718"/>
                  </a:lnTo>
                  <a:lnTo>
                    <a:pt x="202973" y="864655"/>
                  </a:lnTo>
                  <a:lnTo>
                    <a:pt x="202975" y="864636"/>
                  </a:lnTo>
                  <a:lnTo>
                    <a:pt x="202979" y="864622"/>
                  </a:lnTo>
                  <a:lnTo>
                    <a:pt x="202995" y="864587"/>
                  </a:lnTo>
                  <a:lnTo>
                    <a:pt x="203009" y="864554"/>
                  </a:lnTo>
                  <a:lnTo>
                    <a:pt x="203014" y="864527"/>
                  </a:lnTo>
                  <a:lnTo>
                    <a:pt x="203018" y="864492"/>
                  </a:lnTo>
                  <a:lnTo>
                    <a:pt x="203036" y="864417"/>
                  </a:lnTo>
                  <a:lnTo>
                    <a:pt x="203042" y="864388"/>
                  </a:lnTo>
                  <a:lnTo>
                    <a:pt x="203057" y="864353"/>
                  </a:lnTo>
                  <a:lnTo>
                    <a:pt x="203068" y="864331"/>
                  </a:lnTo>
                  <a:lnTo>
                    <a:pt x="203096" y="864267"/>
                  </a:lnTo>
                  <a:lnTo>
                    <a:pt x="203106" y="864237"/>
                  </a:lnTo>
                  <a:lnTo>
                    <a:pt x="203110" y="864199"/>
                  </a:lnTo>
                  <a:lnTo>
                    <a:pt x="203112" y="864179"/>
                  </a:lnTo>
                  <a:lnTo>
                    <a:pt x="203112" y="864171"/>
                  </a:lnTo>
                  <a:lnTo>
                    <a:pt x="203118" y="864162"/>
                  </a:lnTo>
                  <a:lnTo>
                    <a:pt x="203129" y="864130"/>
                  </a:lnTo>
                  <a:lnTo>
                    <a:pt x="203137" y="864097"/>
                  </a:lnTo>
                  <a:lnTo>
                    <a:pt x="203135" y="864072"/>
                  </a:lnTo>
                  <a:lnTo>
                    <a:pt x="203133" y="864057"/>
                  </a:lnTo>
                  <a:lnTo>
                    <a:pt x="203119" y="864019"/>
                  </a:lnTo>
                  <a:lnTo>
                    <a:pt x="203102" y="863985"/>
                  </a:lnTo>
                  <a:lnTo>
                    <a:pt x="203095" y="863966"/>
                  </a:lnTo>
                  <a:lnTo>
                    <a:pt x="203090" y="863929"/>
                  </a:lnTo>
                  <a:lnTo>
                    <a:pt x="203087" y="863907"/>
                  </a:lnTo>
                  <a:lnTo>
                    <a:pt x="203090" y="863876"/>
                  </a:lnTo>
                  <a:lnTo>
                    <a:pt x="203091" y="863860"/>
                  </a:lnTo>
                  <a:lnTo>
                    <a:pt x="203092" y="863848"/>
                  </a:lnTo>
                  <a:lnTo>
                    <a:pt x="203094" y="863804"/>
                  </a:lnTo>
                  <a:lnTo>
                    <a:pt x="203102" y="863781"/>
                  </a:lnTo>
                  <a:lnTo>
                    <a:pt x="203102" y="863770"/>
                  </a:lnTo>
                  <a:lnTo>
                    <a:pt x="203089" y="863756"/>
                  </a:lnTo>
                  <a:lnTo>
                    <a:pt x="203037" y="863713"/>
                  </a:lnTo>
                  <a:lnTo>
                    <a:pt x="203019" y="863693"/>
                  </a:lnTo>
                  <a:lnTo>
                    <a:pt x="203006" y="863683"/>
                  </a:lnTo>
                  <a:lnTo>
                    <a:pt x="202979" y="863671"/>
                  </a:lnTo>
                  <a:lnTo>
                    <a:pt x="202968" y="863664"/>
                  </a:lnTo>
                  <a:lnTo>
                    <a:pt x="202961" y="863654"/>
                  </a:lnTo>
                  <a:lnTo>
                    <a:pt x="202954" y="863639"/>
                  </a:lnTo>
                  <a:lnTo>
                    <a:pt x="202948" y="863621"/>
                  </a:lnTo>
                  <a:lnTo>
                    <a:pt x="202943" y="863599"/>
                  </a:lnTo>
                  <a:lnTo>
                    <a:pt x="202940" y="863566"/>
                  </a:lnTo>
                  <a:lnTo>
                    <a:pt x="202935" y="863519"/>
                  </a:lnTo>
                  <a:lnTo>
                    <a:pt x="202926" y="863442"/>
                  </a:lnTo>
                  <a:lnTo>
                    <a:pt x="202916" y="863355"/>
                  </a:lnTo>
                  <a:lnTo>
                    <a:pt x="202916" y="863322"/>
                  </a:lnTo>
                  <a:lnTo>
                    <a:pt x="202908" y="863298"/>
                  </a:lnTo>
                  <a:lnTo>
                    <a:pt x="202907" y="863291"/>
                  </a:lnTo>
                  <a:lnTo>
                    <a:pt x="202909" y="863285"/>
                  </a:lnTo>
                  <a:lnTo>
                    <a:pt x="202912" y="863278"/>
                  </a:lnTo>
                  <a:lnTo>
                    <a:pt x="202923" y="863265"/>
                  </a:lnTo>
                  <a:lnTo>
                    <a:pt x="202935" y="863254"/>
                  </a:lnTo>
                  <a:lnTo>
                    <a:pt x="202943" y="863241"/>
                  </a:lnTo>
                  <a:lnTo>
                    <a:pt x="202945" y="863235"/>
                  </a:lnTo>
                  <a:lnTo>
                    <a:pt x="202945" y="863229"/>
                  </a:lnTo>
                  <a:lnTo>
                    <a:pt x="202945" y="863225"/>
                  </a:lnTo>
                  <a:lnTo>
                    <a:pt x="202945" y="863202"/>
                  </a:lnTo>
                  <a:lnTo>
                    <a:pt x="202940" y="863149"/>
                  </a:lnTo>
                  <a:lnTo>
                    <a:pt x="202937" y="863129"/>
                  </a:lnTo>
                  <a:lnTo>
                    <a:pt x="202929" y="863104"/>
                  </a:lnTo>
                  <a:lnTo>
                    <a:pt x="202925" y="863086"/>
                  </a:lnTo>
                  <a:lnTo>
                    <a:pt x="202915" y="863066"/>
                  </a:lnTo>
                  <a:lnTo>
                    <a:pt x="202909" y="863053"/>
                  </a:lnTo>
                  <a:lnTo>
                    <a:pt x="202899" y="863040"/>
                  </a:lnTo>
                  <a:lnTo>
                    <a:pt x="202892" y="863028"/>
                  </a:lnTo>
                  <a:lnTo>
                    <a:pt x="202873" y="862989"/>
                  </a:lnTo>
                  <a:lnTo>
                    <a:pt x="202855" y="862952"/>
                  </a:lnTo>
                  <a:lnTo>
                    <a:pt x="202851" y="862933"/>
                  </a:lnTo>
                  <a:lnTo>
                    <a:pt x="202846" y="862902"/>
                  </a:lnTo>
                  <a:lnTo>
                    <a:pt x="202845" y="862882"/>
                  </a:lnTo>
                  <a:lnTo>
                    <a:pt x="202841" y="862836"/>
                  </a:lnTo>
                  <a:lnTo>
                    <a:pt x="202830" y="862784"/>
                  </a:lnTo>
                  <a:lnTo>
                    <a:pt x="202823" y="862746"/>
                  </a:lnTo>
                  <a:lnTo>
                    <a:pt x="202811" y="862688"/>
                  </a:lnTo>
                  <a:lnTo>
                    <a:pt x="202808" y="862660"/>
                  </a:lnTo>
                  <a:lnTo>
                    <a:pt x="202797" y="862587"/>
                  </a:lnTo>
                  <a:lnTo>
                    <a:pt x="202786" y="862549"/>
                  </a:lnTo>
                  <a:lnTo>
                    <a:pt x="202775" y="862521"/>
                  </a:lnTo>
                  <a:lnTo>
                    <a:pt x="202757" y="862494"/>
                  </a:lnTo>
                  <a:lnTo>
                    <a:pt x="202739" y="862471"/>
                  </a:lnTo>
                  <a:lnTo>
                    <a:pt x="202712" y="862448"/>
                  </a:lnTo>
                  <a:lnTo>
                    <a:pt x="202703" y="862439"/>
                  </a:lnTo>
                  <a:lnTo>
                    <a:pt x="202684" y="862426"/>
                  </a:lnTo>
                  <a:lnTo>
                    <a:pt x="202680" y="862421"/>
                  </a:lnTo>
                  <a:lnTo>
                    <a:pt x="202681" y="862412"/>
                  </a:lnTo>
                  <a:lnTo>
                    <a:pt x="202685" y="862405"/>
                  </a:lnTo>
                  <a:lnTo>
                    <a:pt x="202688" y="862398"/>
                  </a:lnTo>
                  <a:lnTo>
                    <a:pt x="202701" y="862370"/>
                  </a:lnTo>
                  <a:lnTo>
                    <a:pt x="202713" y="862334"/>
                  </a:lnTo>
                  <a:lnTo>
                    <a:pt x="202718" y="862301"/>
                  </a:lnTo>
                  <a:lnTo>
                    <a:pt x="202718" y="862275"/>
                  </a:lnTo>
                  <a:lnTo>
                    <a:pt x="202719" y="862268"/>
                  </a:lnTo>
                  <a:lnTo>
                    <a:pt x="202720" y="862238"/>
                  </a:lnTo>
                  <a:lnTo>
                    <a:pt x="202724" y="862204"/>
                  </a:lnTo>
                  <a:lnTo>
                    <a:pt x="202723" y="862188"/>
                  </a:lnTo>
                  <a:lnTo>
                    <a:pt x="202713" y="862170"/>
                  </a:lnTo>
                  <a:lnTo>
                    <a:pt x="202672" y="862120"/>
                  </a:lnTo>
                  <a:lnTo>
                    <a:pt x="202643" y="862080"/>
                  </a:lnTo>
                  <a:lnTo>
                    <a:pt x="202624" y="862051"/>
                  </a:lnTo>
                  <a:lnTo>
                    <a:pt x="202615" y="862029"/>
                  </a:lnTo>
                  <a:lnTo>
                    <a:pt x="202605" y="862002"/>
                  </a:lnTo>
                  <a:lnTo>
                    <a:pt x="202601" y="861992"/>
                  </a:lnTo>
                  <a:lnTo>
                    <a:pt x="202597" y="861985"/>
                  </a:lnTo>
                  <a:lnTo>
                    <a:pt x="202584" y="861940"/>
                  </a:lnTo>
                  <a:lnTo>
                    <a:pt x="202584" y="861930"/>
                  </a:lnTo>
                  <a:lnTo>
                    <a:pt x="202594" y="861920"/>
                  </a:lnTo>
                  <a:lnTo>
                    <a:pt x="202612" y="861900"/>
                  </a:lnTo>
                  <a:lnTo>
                    <a:pt x="202621" y="861890"/>
                  </a:lnTo>
                  <a:lnTo>
                    <a:pt x="202651" y="861864"/>
                  </a:lnTo>
                  <a:lnTo>
                    <a:pt x="202698" y="861830"/>
                  </a:lnTo>
                  <a:lnTo>
                    <a:pt x="202765" y="861796"/>
                  </a:lnTo>
                  <a:lnTo>
                    <a:pt x="202859" y="861752"/>
                  </a:lnTo>
                  <a:lnTo>
                    <a:pt x="202932" y="861723"/>
                  </a:lnTo>
                  <a:lnTo>
                    <a:pt x="202970" y="861709"/>
                  </a:lnTo>
                  <a:lnTo>
                    <a:pt x="202979" y="861704"/>
                  </a:lnTo>
                  <a:lnTo>
                    <a:pt x="202983" y="861696"/>
                  </a:lnTo>
                  <a:lnTo>
                    <a:pt x="202991" y="861667"/>
                  </a:lnTo>
                  <a:lnTo>
                    <a:pt x="203003" y="861599"/>
                  </a:lnTo>
                  <a:lnTo>
                    <a:pt x="203009" y="861551"/>
                  </a:lnTo>
                  <a:lnTo>
                    <a:pt x="203014" y="861514"/>
                  </a:lnTo>
                  <a:lnTo>
                    <a:pt x="203022" y="861490"/>
                  </a:lnTo>
                  <a:lnTo>
                    <a:pt x="203024" y="861479"/>
                  </a:lnTo>
                  <a:lnTo>
                    <a:pt x="203023" y="861465"/>
                  </a:lnTo>
                  <a:lnTo>
                    <a:pt x="203013" y="861442"/>
                  </a:lnTo>
                  <a:lnTo>
                    <a:pt x="202994" y="861396"/>
                  </a:lnTo>
                  <a:lnTo>
                    <a:pt x="202973" y="861348"/>
                  </a:lnTo>
                  <a:lnTo>
                    <a:pt x="202958" y="861314"/>
                  </a:lnTo>
                  <a:lnTo>
                    <a:pt x="202954" y="861298"/>
                  </a:lnTo>
                  <a:lnTo>
                    <a:pt x="202948" y="861274"/>
                  </a:lnTo>
                  <a:lnTo>
                    <a:pt x="202946" y="861229"/>
                  </a:lnTo>
                  <a:lnTo>
                    <a:pt x="202951" y="861188"/>
                  </a:lnTo>
                  <a:lnTo>
                    <a:pt x="202960" y="861136"/>
                  </a:lnTo>
                  <a:lnTo>
                    <a:pt x="202968" y="861110"/>
                  </a:lnTo>
                  <a:lnTo>
                    <a:pt x="202978" y="861093"/>
                  </a:lnTo>
                  <a:lnTo>
                    <a:pt x="203006" y="861066"/>
                  </a:lnTo>
                  <a:lnTo>
                    <a:pt x="203049" y="861045"/>
                  </a:lnTo>
                  <a:lnTo>
                    <a:pt x="203071" y="861031"/>
                  </a:lnTo>
                  <a:lnTo>
                    <a:pt x="203082" y="861018"/>
                  </a:lnTo>
                  <a:lnTo>
                    <a:pt x="203094" y="860980"/>
                  </a:lnTo>
                  <a:lnTo>
                    <a:pt x="203101" y="860955"/>
                  </a:lnTo>
                  <a:lnTo>
                    <a:pt x="203104" y="860929"/>
                  </a:lnTo>
                  <a:lnTo>
                    <a:pt x="203103" y="860909"/>
                  </a:lnTo>
                  <a:lnTo>
                    <a:pt x="203101" y="860889"/>
                  </a:lnTo>
                  <a:lnTo>
                    <a:pt x="203090" y="860864"/>
                  </a:lnTo>
                  <a:lnTo>
                    <a:pt x="203092" y="860829"/>
                  </a:lnTo>
                  <a:lnTo>
                    <a:pt x="203079" y="860760"/>
                  </a:lnTo>
                  <a:lnTo>
                    <a:pt x="203051" y="860693"/>
                  </a:lnTo>
                  <a:lnTo>
                    <a:pt x="203033" y="860645"/>
                  </a:lnTo>
                  <a:lnTo>
                    <a:pt x="203021" y="860622"/>
                  </a:lnTo>
                  <a:lnTo>
                    <a:pt x="203003" y="860602"/>
                  </a:lnTo>
                  <a:lnTo>
                    <a:pt x="202969" y="860588"/>
                  </a:lnTo>
                  <a:lnTo>
                    <a:pt x="202927" y="860579"/>
                  </a:lnTo>
                  <a:lnTo>
                    <a:pt x="202891" y="860575"/>
                  </a:lnTo>
                  <a:lnTo>
                    <a:pt x="202815" y="860578"/>
                  </a:lnTo>
                  <a:lnTo>
                    <a:pt x="202722" y="860591"/>
                  </a:lnTo>
                  <a:lnTo>
                    <a:pt x="202624" y="860604"/>
                  </a:lnTo>
                  <a:lnTo>
                    <a:pt x="202577" y="860608"/>
                  </a:lnTo>
                  <a:lnTo>
                    <a:pt x="202559" y="860610"/>
                  </a:lnTo>
                  <a:lnTo>
                    <a:pt x="202542" y="860610"/>
                  </a:lnTo>
                  <a:lnTo>
                    <a:pt x="202523" y="860609"/>
                  </a:lnTo>
                  <a:lnTo>
                    <a:pt x="202518" y="860611"/>
                  </a:lnTo>
                  <a:lnTo>
                    <a:pt x="202511" y="860611"/>
                  </a:lnTo>
                  <a:lnTo>
                    <a:pt x="202506" y="860609"/>
                  </a:lnTo>
                  <a:lnTo>
                    <a:pt x="202484" y="860588"/>
                  </a:lnTo>
                  <a:lnTo>
                    <a:pt x="202452" y="860554"/>
                  </a:lnTo>
                  <a:lnTo>
                    <a:pt x="202426" y="860517"/>
                  </a:lnTo>
                  <a:lnTo>
                    <a:pt x="202411" y="860485"/>
                  </a:lnTo>
                  <a:lnTo>
                    <a:pt x="202400" y="860457"/>
                  </a:lnTo>
                  <a:lnTo>
                    <a:pt x="202396" y="860437"/>
                  </a:lnTo>
                  <a:lnTo>
                    <a:pt x="202398" y="860422"/>
                  </a:lnTo>
                  <a:lnTo>
                    <a:pt x="202403" y="860409"/>
                  </a:lnTo>
                  <a:lnTo>
                    <a:pt x="202406" y="860396"/>
                  </a:lnTo>
                  <a:lnTo>
                    <a:pt x="202406" y="860389"/>
                  </a:lnTo>
                  <a:lnTo>
                    <a:pt x="202399" y="860385"/>
                  </a:lnTo>
                  <a:lnTo>
                    <a:pt x="202381" y="860383"/>
                  </a:lnTo>
                  <a:lnTo>
                    <a:pt x="202353" y="860380"/>
                  </a:lnTo>
                  <a:lnTo>
                    <a:pt x="202307" y="860380"/>
                  </a:lnTo>
                  <a:lnTo>
                    <a:pt x="202252" y="860373"/>
                  </a:lnTo>
                  <a:lnTo>
                    <a:pt x="202215" y="860361"/>
                  </a:lnTo>
                  <a:lnTo>
                    <a:pt x="202189" y="860354"/>
                  </a:lnTo>
                  <a:lnTo>
                    <a:pt x="202160" y="860354"/>
                  </a:lnTo>
                  <a:lnTo>
                    <a:pt x="202104" y="860365"/>
                  </a:lnTo>
                  <a:lnTo>
                    <a:pt x="202091" y="860369"/>
                  </a:lnTo>
                  <a:lnTo>
                    <a:pt x="202063" y="860374"/>
                  </a:lnTo>
                  <a:lnTo>
                    <a:pt x="202035" y="860378"/>
                  </a:lnTo>
                  <a:lnTo>
                    <a:pt x="202001" y="860377"/>
                  </a:lnTo>
                  <a:lnTo>
                    <a:pt x="201969" y="860376"/>
                  </a:lnTo>
                  <a:lnTo>
                    <a:pt x="201961" y="860375"/>
                  </a:lnTo>
                  <a:lnTo>
                    <a:pt x="201885" y="860368"/>
                  </a:lnTo>
                  <a:lnTo>
                    <a:pt x="201811" y="860356"/>
                  </a:lnTo>
                  <a:lnTo>
                    <a:pt x="201786" y="860344"/>
                  </a:lnTo>
                  <a:lnTo>
                    <a:pt x="201748" y="860306"/>
                  </a:lnTo>
                  <a:lnTo>
                    <a:pt x="201724" y="860283"/>
                  </a:lnTo>
                  <a:lnTo>
                    <a:pt x="201711" y="860273"/>
                  </a:lnTo>
                  <a:lnTo>
                    <a:pt x="201700" y="860261"/>
                  </a:lnTo>
                  <a:lnTo>
                    <a:pt x="201689" y="860235"/>
                  </a:lnTo>
                  <a:lnTo>
                    <a:pt x="201686" y="860218"/>
                  </a:lnTo>
                  <a:lnTo>
                    <a:pt x="201685" y="860210"/>
                  </a:lnTo>
                  <a:lnTo>
                    <a:pt x="201689" y="860202"/>
                  </a:lnTo>
                  <a:lnTo>
                    <a:pt x="201700" y="860191"/>
                  </a:lnTo>
                  <a:lnTo>
                    <a:pt x="201720" y="860169"/>
                  </a:lnTo>
                  <a:lnTo>
                    <a:pt x="201742" y="860129"/>
                  </a:lnTo>
                  <a:lnTo>
                    <a:pt x="201759" y="860103"/>
                  </a:lnTo>
                  <a:lnTo>
                    <a:pt x="201787" y="860082"/>
                  </a:lnTo>
                  <a:lnTo>
                    <a:pt x="201811" y="860062"/>
                  </a:lnTo>
                  <a:lnTo>
                    <a:pt x="201824" y="860041"/>
                  </a:lnTo>
                  <a:lnTo>
                    <a:pt x="201836" y="860024"/>
                  </a:lnTo>
                  <a:lnTo>
                    <a:pt x="201851" y="859976"/>
                  </a:lnTo>
                  <a:lnTo>
                    <a:pt x="201866" y="859950"/>
                  </a:lnTo>
                  <a:lnTo>
                    <a:pt x="201875" y="859912"/>
                  </a:lnTo>
                  <a:lnTo>
                    <a:pt x="201876" y="859882"/>
                  </a:lnTo>
                  <a:lnTo>
                    <a:pt x="201882" y="859819"/>
                  </a:lnTo>
                  <a:lnTo>
                    <a:pt x="201888" y="859785"/>
                  </a:lnTo>
                  <a:lnTo>
                    <a:pt x="201898" y="859751"/>
                  </a:lnTo>
                  <a:lnTo>
                    <a:pt x="201905" y="859720"/>
                  </a:lnTo>
                  <a:lnTo>
                    <a:pt x="201908" y="859685"/>
                  </a:lnTo>
                  <a:lnTo>
                    <a:pt x="201905" y="859614"/>
                  </a:lnTo>
                  <a:lnTo>
                    <a:pt x="201904" y="859572"/>
                  </a:lnTo>
                  <a:lnTo>
                    <a:pt x="201904" y="859554"/>
                  </a:lnTo>
                  <a:lnTo>
                    <a:pt x="201908" y="859544"/>
                  </a:lnTo>
                  <a:lnTo>
                    <a:pt x="201919" y="859526"/>
                  </a:lnTo>
                  <a:lnTo>
                    <a:pt x="201950" y="859502"/>
                  </a:lnTo>
                  <a:lnTo>
                    <a:pt x="201963" y="859482"/>
                  </a:lnTo>
                  <a:lnTo>
                    <a:pt x="201973" y="859453"/>
                  </a:lnTo>
                  <a:lnTo>
                    <a:pt x="201985" y="859423"/>
                  </a:lnTo>
                  <a:lnTo>
                    <a:pt x="201994" y="859388"/>
                  </a:lnTo>
                  <a:lnTo>
                    <a:pt x="201997" y="859363"/>
                  </a:lnTo>
                  <a:lnTo>
                    <a:pt x="201993" y="859340"/>
                  </a:lnTo>
                  <a:lnTo>
                    <a:pt x="201982" y="859315"/>
                  </a:lnTo>
                  <a:lnTo>
                    <a:pt x="201973" y="859283"/>
                  </a:lnTo>
                  <a:lnTo>
                    <a:pt x="201963" y="859249"/>
                  </a:lnTo>
                  <a:lnTo>
                    <a:pt x="201960" y="859231"/>
                  </a:lnTo>
                  <a:lnTo>
                    <a:pt x="201962" y="859222"/>
                  </a:lnTo>
                  <a:lnTo>
                    <a:pt x="201967" y="859208"/>
                  </a:lnTo>
                  <a:lnTo>
                    <a:pt x="201974" y="859193"/>
                  </a:lnTo>
                  <a:lnTo>
                    <a:pt x="201977" y="859169"/>
                  </a:lnTo>
                  <a:lnTo>
                    <a:pt x="201973" y="859131"/>
                  </a:lnTo>
                  <a:lnTo>
                    <a:pt x="201972" y="859075"/>
                  </a:lnTo>
                  <a:lnTo>
                    <a:pt x="201972" y="859031"/>
                  </a:lnTo>
                  <a:lnTo>
                    <a:pt x="201974" y="858994"/>
                  </a:lnTo>
                  <a:lnTo>
                    <a:pt x="201967" y="858956"/>
                  </a:lnTo>
                  <a:lnTo>
                    <a:pt x="201945" y="858901"/>
                  </a:lnTo>
                  <a:lnTo>
                    <a:pt x="201938" y="858884"/>
                  </a:lnTo>
                  <a:lnTo>
                    <a:pt x="201933" y="858875"/>
                  </a:lnTo>
                  <a:lnTo>
                    <a:pt x="201922" y="858852"/>
                  </a:lnTo>
                  <a:lnTo>
                    <a:pt x="201921" y="858845"/>
                  </a:lnTo>
                  <a:lnTo>
                    <a:pt x="201924" y="858833"/>
                  </a:lnTo>
                  <a:lnTo>
                    <a:pt x="201929" y="858818"/>
                  </a:lnTo>
                  <a:lnTo>
                    <a:pt x="201935" y="858802"/>
                  </a:lnTo>
                  <a:lnTo>
                    <a:pt x="201939" y="858796"/>
                  </a:lnTo>
                  <a:lnTo>
                    <a:pt x="201957" y="858749"/>
                  </a:lnTo>
                  <a:lnTo>
                    <a:pt x="201967" y="858736"/>
                  </a:lnTo>
                  <a:lnTo>
                    <a:pt x="201976" y="858722"/>
                  </a:lnTo>
                  <a:lnTo>
                    <a:pt x="201979" y="858710"/>
                  </a:lnTo>
                  <a:lnTo>
                    <a:pt x="201973" y="858691"/>
                  </a:lnTo>
                  <a:lnTo>
                    <a:pt x="201960" y="858682"/>
                  </a:lnTo>
                  <a:lnTo>
                    <a:pt x="201950" y="858674"/>
                  </a:lnTo>
                  <a:lnTo>
                    <a:pt x="201944" y="858659"/>
                  </a:lnTo>
                  <a:lnTo>
                    <a:pt x="201945" y="858640"/>
                  </a:lnTo>
                  <a:lnTo>
                    <a:pt x="201946" y="858628"/>
                  </a:lnTo>
                  <a:lnTo>
                    <a:pt x="201952" y="858614"/>
                  </a:lnTo>
                  <a:lnTo>
                    <a:pt x="201966" y="858604"/>
                  </a:lnTo>
                  <a:lnTo>
                    <a:pt x="201998" y="858584"/>
                  </a:lnTo>
                  <a:lnTo>
                    <a:pt x="202033" y="858565"/>
                  </a:lnTo>
                  <a:lnTo>
                    <a:pt x="202065" y="858549"/>
                  </a:lnTo>
                  <a:lnTo>
                    <a:pt x="202076" y="858537"/>
                  </a:lnTo>
                  <a:lnTo>
                    <a:pt x="202078" y="858516"/>
                  </a:lnTo>
                  <a:lnTo>
                    <a:pt x="202071" y="858489"/>
                  </a:lnTo>
                  <a:lnTo>
                    <a:pt x="202061" y="858461"/>
                  </a:lnTo>
                  <a:lnTo>
                    <a:pt x="202057" y="858434"/>
                  </a:lnTo>
                  <a:lnTo>
                    <a:pt x="202056" y="858420"/>
                  </a:lnTo>
                  <a:lnTo>
                    <a:pt x="202060" y="858407"/>
                  </a:lnTo>
                  <a:lnTo>
                    <a:pt x="202076" y="858370"/>
                  </a:lnTo>
                  <a:lnTo>
                    <a:pt x="202089" y="858354"/>
                  </a:lnTo>
                  <a:lnTo>
                    <a:pt x="202094" y="858341"/>
                  </a:lnTo>
                  <a:lnTo>
                    <a:pt x="202096" y="858319"/>
                  </a:lnTo>
                  <a:lnTo>
                    <a:pt x="202092" y="858292"/>
                  </a:lnTo>
                  <a:lnTo>
                    <a:pt x="202089" y="858270"/>
                  </a:lnTo>
                  <a:lnTo>
                    <a:pt x="202089" y="858250"/>
                  </a:lnTo>
                  <a:lnTo>
                    <a:pt x="202090" y="858233"/>
                  </a:lnTo>
                  <a:lnTo>
                    <a:pt x="202098" y="858199"/>
                  </a:lnTo>
                  <a:lnTo>
                    <a:pt x="202110" y="858154"/>
                  </a:lnTo>
                  <a:lnTo>
                    <a:pt x="202121" y="858114"/>
                  </a:lnTo>
                  <a:lnTo>
                    <a:pt x="202136" y="858081"/>
                  </a:lnTo>
                  <a:lnTo>
                    <a:pt x="202157" y="858047"/>
                  </a:lnTo>
                  <a:lnTo>
                    <a:pt x="202200" y="857999"/>
                  </a:lnTo>
                  <a:lnTo>
                    <a:pt x="202239" y="857958"/>
                  </a:lnTo>
                  <a:lnTo>
                    <a:pt x="202243" y="857953"/>
                  </a:lnTo>
                  <a:lnTo>
                    <a:pt x="202251" y="857944"/>
                  </a:lnTo>
                  <a:lnTo>
                    <a:pt x="202258" y="857934"/>
                  </a:lnTo>
                  <a:lnTo>
                    <a:pt x="202264" y="857919"/>
                  </a:lnTo>
                  <a:lnTo>
                    <a:pt x="202264" y="857911"/>
                  </a:lnTo>
                  <a:lnTo>
                    <a:pt x="202259" y="857902"/>
                  </a:lnTo>
                  <a:lnTo>
                    <a:pt x="202243" y="857888"/>
                  </a:lnTo>
                  <a:lnTo>
                    <a:pt x="202231" y="857879"/>
                  </a:lnTo>
                  <a:lnTo>
                    <a:pt x="202216" y="857866"/>
                  </a:lnTo>
                  <a:lnTo>
                    <a:pt x="202152" y="857824"/>
                  </a:lnTo>
                  <a:lnTo>
                    <a:pt x="202134" y="857804"/>
                  </a:lnTo>
                  <a:lnTo>
                    <a:pt x="202130" y="857792"/>
                  </a:lnTo>
                  <a:lnTo>
                    <a:pt x="202132" y="857780"/>
                  </a:lnTo>
                  <a:lnTo>
                    <a:pt x="202145" y="857757"/>
                  </a:lnTo>
                  <a:lnTo>
                    <a:pt x="202163" y="857729"/>
                  </a:lnTo>
                  <a:lnTo>
                    <a:pt x="202171" y="857712"/>
                  </a:lnTo>
                  <a:lnTo>
                    <a:pt x="202175" y="857695"/>
                  </a:lnTo>
                  <a:lnTo>
                    <a:pt x="202175" y="857665"/>
                  </a:lnTo>
                  <a:lnTo>
                    <a:pt x="202176" y="857634"/>
                  </a:lnTo>
                  <a:lnTo>
                    <a:pt x="202176" y="857617"/>
                  </a:lnTo>
                  <a:lnTo>
                    <a:pt x="202183" y="857600"/>
                  </a:lnTo>
                  <a:lnTo>
                    <a:pt x="202202" y="857582"/>
                  </a:lnTo>
                  <a:lnTo>
                    <a:pt x="202224" y="857565"/>
                  </a:lnTo>
                  <a:lnTo>
                    <a:pt x="202230" y="857552"/>
                  </a:lnTo>
                  <a:lnTo>
                    <a:pt x="202232" y="857540"/>
                  </a:lnTo>
                  <a:lnTo>
                    <a:pt x="202231" y="857529"/>
                  </a:lnTo>
                  <a:lnTo>
                    <a:pt x="202227" y="857512"/>
                  </a:lnTo>
                  <a:lnTo>
                    <a:pt x="202214" y="857491"/>
                  </a:lnTo>
                  <a:lnTo>
                    <a:pt x="202199" y="857470"/>
                  </a:lnTo>
                  <a:lnTo>
                    <a:pt x="202185" y="857443"/>
                  </a:lnTo>
                  <a:lnTo>
                    <a:pt x="202164" y="857383"/>
                  </a:lnTo>
                  <a:lnTo>
                    <a:pt x="202143" y="857338"/>
                  </a:lnTo>
                  <a:lnTo>
                    <a:pt x="202128" y="857301"/>
                  </a:lnTo>
                  <a:lnTo>
                    <a:pt x="202126" y="857289"/>
                  </a:lnTo>
                  <a:lnTo>
                    <a:pt x="202127" y="857276"/>
                  </a:lnTo>
                  <a:lnTo>
                    <a:pt x="202131" y="857262"/>
                  </a:lnTo>
                  <a:lnTo>
                    <a:pt x="202142" y="857229"/>
                  </a:lnTo>
                  <a:lnTo>
                    <a:pt x="202159" y="857182"/>
                  </a:lnTo>
                  <a:lnTo>
                    <a:pt x="202170" y="857140"/>
                  </a:lnTo>
                  <a:lnTo>
                    <a:pt x="202179" y="857085"/>
                  </a:lnTo>
                  <a:lnTo>
                    <a:pt x="202183" y="857042"/>
                  </a:lnTo>
                  <a:lnTo>
                    <a:pt x="202188" y="856986"/>
                  </a:lnTo>
                  <a:lnTo>
                    <a:pt x="202188" y="856973"/>
                  </a:lnTo>
                  <a:lnTo>
                    <a:pt x="202192" y="856958"/>
                  </a:lnTo>
                  <a:lnTo>
                    <a:pt x="202200" y="856942"/>
                  </a:lnTo>
                  <a:lnTo>
                    <a:pt x="202220" y="856911"/>
                  </a:lnTo>
                  <a:lnTo>
                    <a:pt x="202231" y="856876"/>
                  </a:lnTo>
                  <a:lnTo>
                    <a:pt x="202232" y="856871"/>
                  </a:lnTo>
                  <a:lnTo>
                    <a:pt x="202233" y="856861"/>
                  </a:lnTo>
                  <a:lnTo>
                    <a:pt x="202228" y="856850"/>
                  </a:lnTo>
                  <a:lnTo>
                    <a:pt x="202191" y="856816"/>
                  </a:lnTo>
                  <a:lnTo>
                    <a:pt x="202154" y="856769"/>
                  </a:lnTo>
                  <a:lnTo>
                    <a:pt x="202143" y="856759"/>
                  </a:lnTo>
                  <a:lnTo>
                    <a:pt x="202121" y="856739"/>
                  </a:lnTo>
                  <a:lnTo>
                    <a:pt x="202104" y="856722"/>
                  </a:lnTo>
                  <a:lnTo>
                    <a:pt x="202093" y="856710"/>
                  </a:lnTo>
                  <a:lnTo>
                    <a:pt x="202076" y="856697"/>
                  </a:lnTo>
                  <a:lnTo>
                    <a:pt x="202062" y="856673"/>
                  </a:lnTo>
                  <a:lnTo>
                    <a:pt x="202050" y="856655"/>
                  </a:lnTo>
                  <a:lnTo>
                    <a:pt x="202029" y="856633"/>
                  </a:lnTo>
                  <a:lnTo>
                    <a:pt x="201986" y="856619"/>
                  </a:lnTo>
                  <a:lnTo>
                    <a:pt x="201918" y="856598"/>
                  </a:lnTo>
                  <a:lnTo>
                    <a:pt x="201887" y="856587"/>
                  </a:lnTo>
                  <a:lnTo>
                    <a:pt x="201836" y="856562"/>
                  </a:lnTo>
                  <a:lnTo>
                    <a:pt x="201792" y="856551"/>
                  </a:lnTo>
                  <a:lnTo>
                    <a:pt x="201759" y="856539"/>
                  </a:lnTo>
                  <a:lnTo>
                    <a:pt x="201732" y="856518"/>
                  </a:lnTo>
                  <a:lnTo>
                    <a:pt x="201711" y="856501"/>
                  </a:lnTo>
                  <a:lnTo>
                    <a:pt x="201670" y="856424"/>
                  </a:lnTo>
                  <a:lnTo>
                    <a:pt x="201652" y="856385"/>
                  </a:lnTo>
                  <a:lnTo>
                    <a:pt x="201645" y="856356"/>
                  </a:lnTo>
                  <a:lnTo>
                    <a:pt x="201645" y="856336"/>
                  </a:lnTo>
                  <a:lnTo>
                    <a:pt x="201647" y="856307"/>
                  </a:lnTo>
                  <a:lnTo>
                    <a:pt x="201642" y="856229"/>
                  </a:lnTo>
                  <a:lnTo>
                    <a:pt x="201643" y="856198"/>
                  </a:lnTo>
                  <a:lnTo>
                    <a:pt x="201646" y="856187"/>
                  </a:lnTo>
                  <a:lnTo>
                    <a:pt x="201648" y="856166"/>
                  </a:lnTo>
                  <a:lnTo>
                    <a:pt x="201646" y="856160"/>
                  </a:lnTo>
                  <a:lnTo>
                    <a:pt x="201637" y="856159"/>
                  </a:lnTo>
                  <a:lnTo>
                    <a:pt x="201597" y="856174"/>
                  </a:lnTo>
                  <a:lnTo>
                    <a:pt x="201574" y="856183"/>
                  </a:lnTo>
                  <a:lnTo>
                    <a:pt x="201507" y="856202"/>
                  </a:lnTo>
                  <a:lnTo>
                    <a:pt x="201408" y="856216"/>
                  </a:lnTo>
                  <a:lnTo>
                    <a:pt x="201372" y="856222"/>
                  </a:lnTo>
                  <a:lnTo>
                    <a:pt x="201288" y="856201"/>
                  </a:lnTo>
                  <a:lnTo>
                    <a:pt x="201190" y="856168"/>
                  </a:lnTo>
                  <a:lnTo>
                    <a:pt x="201114" y="856133"/>
                  </a:lnTo>
                  <a:lnTo>
                    <a:pt x="201025" y="856096"/>
                  </a:lnTo>
                  <a:lnTo>
                    <a:pt x="200992" y="856091"/>
                  </a:lnTo>
                  <a:lnTo>
                    <a:pt x="200876" y="856098"/>
                  </a:lnTo>
                  <a:lnTo>
                    <a:pt x="200865" y="856085"/>
                  </a:lnTo>
                  <a:lnTo>
                    <a:pt x="200853" y="856068"/>
                  </a:lnTo>
                  <a:lnTo>
                    <a:pt x="200847" y="856047"/>
                  </a:lnTo>
                  <a:lnTo>
                    <a:pt x="200831" y="856025"/>
                  </a:lnTo>
                  <a:lnTo>
                    <a:pt x="200823" y="856010"/>
                  </a:lnTo>
                  <a:lnTo>
                    <a:pt x="200817" y="855997"/>
                  </a:lnTo>
                  <a:lnTo>
                    <a:pt x="200793" y="855961"/>
                  </a:lnTo>
                  <a:lnTo>
                    <a:pt x="200753" y="855921"/>
                  </a:lnTo>
                  <a:lnTo>
                    <a:pt x="200744" y="855914"/>
                  </a:lnTo>
                  <a:lnTo>
                    <a:pt x="200731" y="855906"/>
                  </a:lnTo>
                  <a:lnTo>
                    <a:pt x="200701" y="855884"/>
                  </a:lnTo>
                  <a:lnTo>
                    <a:pt x="200685" y="855872"/>
                  </a:lnTo>
                  <a:lnTo>
                    <a:pt x="200682" y="855866"/>
                  </a:lnTo>
                  <a:lnTo>
                    <a:pt x="200682" y="855858"/>
                  </a:lnTo>
                  <a:lnTo>
                    <a:pt x="200684" y="855851"/>
                  </a:lnTo>
                  <a:lnTo>
                    <a:pt x="200687" y="855824"/>
                  </a:lnTo>
                  <a:lnTo>
                    <a:pt x="200702" y="855787"/>
                  </a:lnTo>
                  <a:lnTo>
                    <a:pt x="200705" y="855762"/>
                  </a:lnTo>
                  <a:lnTo>
                    <a:pt x="200694" y="855704"/>
                  </a:lnTo>
                  <a:lnTo>
                    <a:pt x="200671" y="855637"/>
                  </a:lnTo>
                  <a:lnTo>
                    <a:pt x="200667" y="855627"/>
                  </a:lnTo>
                  <a:lnTo>
                    <a:pt x="200660" y="855628"/>
                  </a:lnTo>
                  <a:lnTo>
                    <a:pt x="200649" y="855635"/>
                  </a:lnTo>
                  <a:lnTo>
                    <a:pt x="200619" y="855671"/>
                  </a:lnTo>
                  <a:lnTo>
                    <a:pt x="200570" y="855710"/>
                  </a:lnTo>
                  <a:lnTo>
                    <a:pt x="200533" y="855733"/>
                  </a:lnTo>
                  <a:lnTo>
                    <a:pt x="200497" y="855747"/>
                  </a:lnTo>
                  <a:lnTo>
                    <a:pt x="200463" y="855755"/>
                  </a:lnTo>
                  <a:lnTo>
                    <a:pt x="200377" y="855771"/>
                  </a:lnTo>
                  <a:lnTo>
                    <a:pt x="200289" y="855779"/>
                  </a:lnTo>
                  <a:lnTo>
                    <a:pt x="200252" y="855793"/>
                  </a:lnTo>
                  <a:lnTo>
                    <a:pt x="200224" y="855807"/>
                  </a:lnTo>
                  <a:lnTo>
                    <a:pt x="200174" y="855825"/>
                  </a:lnTo>
                  <a:lnTo>
                    <a:pt x="200125" y="855833"/>
                  </a:lnTo>
                  <a:lnTo>
                    <a:pt x="200088" y="855841"/>
                  </a:lnTo>
                  <a:lnTo>
                    <a:pt x="200043" y="855847"/>
                  </a:lnTo>
                  <a:lnTo>
                    <a:pt x="199966" y="855843"/>
                  </a:lnTo>
                  <a:lnTo>
                    <a:pt x="199915" y="855828"/>
                  </a:lnTo>
                  <a:lnTo>
                    <a:pt x="199887" y="855822"/>
                  </a:lnTo>
                  <a:lnTo>
                    <a:pt x="199860" y="855817"/>
                  </a:lnTo>
                  <a:lnTo>
                    <a:pt x="199749" y="855821"/>
                  </a:lnTo>
                  <a:lnTo>
                    <a:pt x="199721" y="855821"/>
                  </a:lnTo>
                  <a:lnTo>
                    <a:pt x="199711" y="855817"/>
                  </a:lnTo>
                  <a:lnTo>
                    <a:pt x="199688" y="855791"/>
                  </a:lnTo>
                  <a:lnTo>
                    <a:pt x="199653" y="855771"/>
                  </a:lnTo>
                  <a:lnTo>
                    <a:pt x="199621" y="855750"/>
                  </a:lnTo>
                  <a:lnTo>
                    <a:pt x="199553" y="855707"/>
                  </a:lnTo>
                  <a:lnTo>
                    <a:pt x="199490" y="855646"/>
                  </a:lnTo>
                  <a:lnTo>
                    <a:pt x="199486" y="855638"/>
                  </a:lnTo>
                  <a:lnTo>
                    <a:pt x="199474" y="855623"/>
                  </a:lnTo>
                  <a:lnTo>
                    <a:pt x="199463" y="855603"/>
                  </a:lnTo>
                  <a:lnTo>
                    <a:pt x="199456" y="855589"/>
                  </a:lnTo>
                  <a:lnTo>
                    <a:pt x="199454" y="855579"/>
                  </a:lnTo>
                  <a:lnTo>
                    <a:pt x="199451" y="855573"/>
                  </a:lnTo>
                  <a:lnTo>
                    <a:pt x="199445" y="855546"/>
                  </a:lnTo>
                  <a:lnTo>
                    <a:pt x="199446" y="855523"/>
                  </a:lnTo>
                  <a:lnTo>
                    <a:pt x="199442" y="855506"/>
                  </a:lnTo>
                  <a:lnTo>
                    <a:pt x="199421" y="855478"/>
                  </a:lnTo>
                  <a:lnTo>
                    <a:pt x="199409" y="855463"/>
                  </a:lnTo>
                  <a:lnTo>
                    <a:pt x="199401" y="855463"/>
                  </a:lnTo>
                  <a:lnTo>
                    <a:pt x="199391" y="855467"/>
                  </a:lnTo>
                  <a:lnTo>
                    <a:pt x="199339" y="855480"/>
                  </a:lnTo>
                  <a:lnTo>
                    <a:pt x="199327" y="855482"/>
                  </a:lnTo>
                  <a:lnTo>
                    <a:pt x="199312" y="855487"/>
                  </a:lnTo>
                  <a:lnTo>
                    <a:pt x="199279" y="855494"/>
                  </a:lnTo>
                  <a:lnTo>
                    <a:pt x="199254" y="855499"/>
                  </a:lnTo>
                  <a:lnTo>
                    <a:pt x="199231" y="855504"/>
                  </a:lnTo>
                  <a:lnTo>
                    <a:pt x="199204" y="855505"/>
                  </a:lnTo>
                  <a:lnTo>
                    <a:pt x="199196" y="855506"/>
                  </a:lnTo>
                  <a:lnTo>
                    <a:pt x="199165" y="855501"/>
                  </a:lnTo>
                  <a:lnTo>
                    <a:pt x="199062" y="855487"/>
                  </a:lnTo>
                  <a:lnTo>
                    <a:pt x="199030" y="855491"/>
                  </a:lnTo>
                  <a:lnTo>
                    <a:pt x="198992" y="855488"/>
                  </a:lnTo>
                  <a:lnTo>
                    <a:pt x="198961" y="855482"/>
                  </a:lnTo>
                  <a:lnTo>
                    <a:pt x="198926" y="855477"/>
                  </a:lnTo>
                  <a:lnTo>
                    <a:pt x="198889" y="855475"/>
                  </a:lnTo>
                  <a:lnTo>
                    <a:pt x="198879" y="855473"/>
                  </a:lnTo>
                  <a:lnTo>
                    <a:pt x="198880" y="855468"/>
                  </a:lnTo>
                  <a:lnTo>
                    <a:pt x="198883" y="855459"/>
                  </a:lnTo>
                  <a:lnTo>
                    <a:pt x="198885" y="855450"/>
                  </a:lnTo>
                  <a:lnTo>
                    <a:pt x="198903" y="855408"/>
                  </a:lnTo>
                  <a:lnTo>
                    <a:pt x="198907" y="855362"/>
                  </a:lnTo>
                  <a:lnTo>
                    <a:pt x="198907" y="855343"/>
                  </a:lnTo>
                  <a:lnTo>
                    <a:pt x="198898" y="855317"/>
                  </a:lnTo>
                  <a:lnTo>
                    <a:pt x="198878" y="855296"/>
                  </a:lnTo>
                  <a:lnTo>
                    <a:pt x="198850" y="855204"/>
                  </a:lnTo>
                  <a:lnTo>
                    <a:pt x="198839" y="855162"/>
                  </a:lnTo>
                  <a:lnTo>
                    <a:pt x="198825" y="855140"/>
                  </a:lnTo>
                  <a:lnTo>
                    <a:pt x="198804" y="855104"/>
                  </a:lnTo>
                  <a:lnTo>
                    <a:pt x="198802" y="855076"/>
                  </a:lnTo>
                  <a:lnTo>
                    <a:pt x="198817" y="855042"/>
                  </a:lnTo>
                  <a:lnTo>
                    <a:pt x="198852" y="854981"/>
                  </a:lnTo>
                  <a:lnTo>
                    <a:pt x="198877" y="854958"/>
                  </a:lnTo>
                  <a:lnTo>
                    <a:pt x="198892" y="854937"/>
                  </a:lnTo>
                  <a:lnTo>
                    <a:pt x="198908" y="854912"/>
                  </a:lnTo>
                  <a:lnTo>
                    <a:pt x="198921" y="854881"/>
                  </a:lnTo>
                  <a:lnTo>
                    <a:pt x="198923" y="854859"/>
                  </a:lnTo>
                  <a:lnTo>
                    <a:pt x="198909" y="854811"/>
                  </a:lnTo>
                  <a:lnTo>
                    <a:pt x="198883" y="854723"/>
                  </a:lnTo>
                  <a:lnTo>
                    <a:pt x="198882" y="854676"/>
                  </a:lnTo>
                  <a:lnTo>
                    <a:pt x="198880" y="854649"/>
                  </a:lnTo>
                  <a:lnTo>
                    <a:pt x="198877" y="854621"/>
                  </a:lnTo>
                  <a:lnTo>
                    <a:pt x="198860" y="854572"/>
                  </a:lnTo>
                  <a:lnTo>
                    <a:pt x="198832" y="854532"/>
                  </a:lnTo>
                  <a:lnTo>
                    <a:pt x="198799" y="854508"/>
                  </a:lnTo>
                  <a:lnTo>
                    <a:pt x="198781" y="854494"/>
                  </a:lnTo>
                  <a:lnTo>
                    <a:pt x="198778" y="854487"/>
                  </a:lnTo>
                  <a:lnTo>
                    <a:pt x="198777" y="854476"/>
                  </a:lnTo>
                  <a:lnTo>
                    <a:pt x="198782" y="854461"/>
                  </a:lnTo>
                  <a:lnTo>
                    <a:pt x="198785" y="854453"/>
                  </a:lnTo>
                  <a:lnTo>
                    <a:pt x="198821" y="854415"/>
                  </a:lnTo>
                  <a:lnTo>
                    <a:pt x="198884" y="854383"/>
                  </a:lnTo>
                  <a:lnTo>
                    <a:pt x="198908" y="854374"/>
                  </a:lnTo>
                  <a:lnTo>
                    <a:pt x="198924" y="854372"/>
                  </a:lnTo>
                  <a:lnTo>
                    <a:pt x="198941" y="854368"/>
                  </a:lnTo>
                  <a:lnTo>
                    <a:pt x="198964" y="854358"/>
                  </a:lnTo>
                  <a:lnTo>
                    <a:pt x="198983" y="854348"/>
                  </a:lnTo>
                  <a:lnTo>
                    <a:pt x="198995" y="854341"/>
                  </a:lnTo>
                  <a:lnTo>
                    <a:pt x="199022" y="854329"/>
                  </a:lnTo>
                  <a:lnTo>
                    <a:pt x="199093" y="854315"/>
                  </a:lnTo>
                  <a:lnTo>
                    <a:pt x="199144" y="854315"/>
                  </a:lnTo>
                  <a:lnTo>
                    <a:pt x="199231" y="854318"/>
                  </a:lnTo>
                  <a:lnTo>
                    <a:pt x="199273" y="854314"/>
                  </a:lnTo>
                  <a:lnTo>
                    <a:pt x="199301" y="854309"/>
                  </a:lnTo>
                  <a:lnTo>
                    <a:pt x="199365" y="854292"/>
                  </a:lnTo>
                  <a:lnTo>
                    <a:pt x="199412" y="854284"/>
                  </a:lnTo>
                  <a:lnTo>
                    <a:pt x="199431" y="854273"/>
                  </a:lnTo>
                  <a:lnTo>
                    <a:pt x="199446" y="854239"/>
                  </a:lnTo>
                  <a:lnTo>
                    <a:pt x="199449" y="854175"/>
                  </a:lnTo>
                  <a:lnTo>
                    <a:pt x="199456" y="854123"/>
                  </a:lnTo>
                  <a:lnTo>
                    <a:pt x="199454" y="854090"/>
                  </a:lnTo>
                  <a:lnTo>
                    <a:pt x="199437" y="854054"/>
                  </a:lnTo>
                  <a:lnTo>
                    <a:pt x="199395" y="854003"/>
                  </a:lnTo>
                  <a:lnTo>
                    <a:pt x="199329" y="853910"/>
                  </a:lnTo>
                  <a:lnTo>
                    <a:pt x="199285" y="853849"/>
                  </a:lnTo>
                  <a:lnTo>
                    <a:pt x="199269" y="853770"/>
                  </a:lnTo>
                  <a:lnTo>
                    <a:pt x="199255" y="853729"/>
                  </a:lnTo>
                  <a:lnTo>
                    <a:pt x="199249" y="853714"/>
                  </a:lnTo>
                  <a:lnTo>
                    <a:pt x="199236" y="853705"/>
                  </a:lnTo>
                  <a:lnTo>
                    <a:pt x="199177" y="853689"/>
                  </a:lnTo>
                  <a:lnTo>
                    <a:pt x="199097" y="853673"/>
                  </a:lnTo>
                  <a:lnTo>
                    <a:pt x="199071" y="853666"/>
                  </a:lnTo>
                  <a:lnTo>
                    <a:pt x="198997" y="853633"/>
                  </a:lnTo>
                  <a:lnTo>
                    <a:pt x="198985" y="853618"/>
                  </a:lnTo>
                  <a:lnTo>
                    <a:pt x="198979" y="853601"/>
                  </a:lnTo>
                  <a:lnTo>
                    <a:pt x="198978" y="853582"/>
                  </a:lnTo>
                  <a:lnTo>
                    <a:pt x="199004" y="853495"/>
                  </a:lnTo>
                  <a:lnTo>
                    <a:pt x="199048" y="853403"/>
                  </a:lnTo>
                  <a:lnTo>
                    <a:pt x="199104" y="853318"/>
                  </a:lnTo>
                  <a:lnTo>
                    <a:pt x="199137" y="853251"/>
                  </a:lnTo>
                  <a:lnTo>
                    <a:pt x="199145" y="853173"/>
                  </a:lnTo>
                  <a:lnTo>
                    <a:pt x="199146" y="853119"/>
                  </a:lnTo>
                  <a:lnTo>
                    <a:pt x="199148" y="853111"/>
                  </a:lnTo>
                  <a:lnTo>
                    <a:pt x="199186" y="853073"/>
                  </a:lnTo>
                  <a:lnTo>
                    <a:pt x="199251" y="853023"/>
                  </a:lnTo>
                  <a:lnTo>
                    <a:pt x="199338" y="852968"/>
                  </a:lnTo>
                  <a:lnTo>
                    <a:pt x="199371" y="852925"/>
                  </a:lnTo>
                  <a:lnTo>
                    <a:pt x="199408" y="852873"/>
                  </a:lnTo>
                  <a:lnTo>
                    <a:pt x="199421" y="852849"/>
                  </a:lnTo>
                  <a:lnTo>
                    <a:pt x="199435" y="852846"/>
                  </a:lnTo>
                  <a:lnTo>
                    <a:pt x="199468" y="852859"/>
                  </a:lnTo>
                  <a:lnTo>
                    <a:pt x="199565" y="852901"/>
                  </a:lnTo>
                  <a:lnTo>
                    <a:pt x="199603" y="852914"/>
                  </a:lnTo>
                  <a:lnTo>
                    <a:pt x="199667" y="852931"/>
                  </a:lnTo>
                  <a:lnTo>
                    <a:pt x="199737" y="852935"/>
                  </a:lnTo>
                  <a:lnTo>
                    <a:pt x="199767" y="852946"/>
                  </a:lnTo>
                  <a:lnTo>
                    <a:pt x="199782" y="852974"/>
                  </a:lnTo>
                  <a:lnTo>
                    <a:pt x="199787" y="853064"/>
                  </a:lnTo>
                  <a:lnTo>
                    <a:pt x="199791" y="853089"/>
                  </a:lnTo>
                  <a:lnTo>
                    <a:pt x="199794" y="853122"/>
                  </a:lnTo>
                  <a:lnTo>
                    <a:pt x="199793" y="853129"/>
                  </a:lnTo>
                  <a:lnTo>
                    <a:pt x="199792" y="853155"/>
                  </a:lnTo>
                  <a:lnTo>
                    <a:pt x="199791" y="853182"/>
                  </a:lnTo>
                  <a:lnTo>
                    <a:pt x="199793" y="853213"/>
                  </a:lnTo>
                  <a:lnTo>
                    <a:pt x="199798" y="853235"/>
                  </a:lnTo>
                  <a:lnTo>
                    <a:pt x="199804" y="853255"/>
                  </a:lnTo>
                  <a:lnTo>
                    <a:pt x="199812" y="853279"/>
                  </a:lnTo>
                  <a:lnTo>
                    <a:pt x="199821" y="853297"/>
                  </a:lnTo>
                  <a:lnTo>
                    <a:pt x="199834" y="853317"/>
                  </a:lnTo>
                  <a:lnTo>
                    <a:pt x="199843" y="853331"/>
                  </a:lnTo>
                  <a:lnTo>
                    <a:pt x="199861" y="853349"/>
                  </a:lnTo>
                  <a:lnTo>
                    <a:pt x="199881" y="853362"/>
                  </a:lnTo>
                  <a:lnTo>
                    <a:pt x="199898" y="853371"/>
                  </a:lnTo>
                  <a:lnTo>
                    <a:pt x="199921" y="853378"/>
                  </a:lnTo>
                  <a:lnTo>
                    <a:pt x="199955" y="853386"/>
                  </a:lnTo>
                  <a:lnTo>
                    <a:pt x="199975" y="853390"/>
                  </a:lnTo>
                  <a:lnTo>
                    <a:pt x="199992" y="853388"/>
                  </a:lnTo>
                  <a:lnTo>
                    <a:pt x="200028" y="853380"/>
                  </a:lnTo>
                  <a:lnTo>
                    <a:pt x="200045" y="853375"/>
                  </a:lnTo>
                  <a:lnTo>
                    <a:pt x="200067" y="853359"/>
                  </a:lnTo>
                  <a:lnTo>
                    <a:pt x="200083" y="853347"/>
                  </a:lnTo>
                  <a:lnTo>
                    <a:pt x="200103" y="853338"/>
                  </a:lnTo>
                  <a:lnTo>
                    <a:pt x="200121" y="853333"/>
                  </a:lnTo>
                  <a:lnTo>
                    <a:pt x="200158" y="853328"/>
                  </a:lnTo>
                  <a:lnTo>
                    <a:pt x="200175" y="853326"/>
                  </a:lnTo>
                  <a:lnTo>
                    <a:pt x="200193" y="853323"/>
                  </a:lnTo>
                  <a:lnTo>
                    <a:pt x="200216" y="853312"/>
                  </a:lnTo>
                  <a:lnTo>
                    <a:pt x="200242" y="853296"/>
                  </a:lnTo>
                  <a:lnTo>
                    <a:pt x="200346" y="853246"/>
                  </a:lnTo>
                  <a:lnTo>
                    <a:pt x="200437" y="853220"/>
                  </a:lnTo>
                  <a:lnTo>
                    <a:pt x="200452" y="853200"/>
                  </a:lnTo>
                  <a:lnTo>
                    <a:pt x="200455" y="853177"/>
                  </a:lnTo>
                  <a:lnTo>
                    <a:pt x="200456" y="853160"/>
                  </a:lnTo>
                  <a:lnTo>
                    <a:pt x="200452" y="853144"/>
                  </a:lnTo>
                  <a:lnTo>
                    <a:pt x="200401" y="853106"/>
                  </a:lnTo>
                  <a:lnTo>
                    <a:pt x="200364" y="853072"/>
                  </a:lnTo>
                  <a:lnTo>
                    <a:pt x="200316" y="853026"/>
                  </a:lnTo>
                  <a:lnTo>
                    <a:pt x="200306" y="853005"/>
                  </a:lnTo>
                  <a:lnTo>
                    <a:pt x="200309" y="852983"/>
                  </a:lnTo>
                  <a:lnTo>
                    <a:pt x="200346" y="852949"/>
                  </a:lnTo>
                  <a:lnTo>
                    <a:pt x="200382" y="852904"/>
                  </a:lnTo>
                  <a:lnTo>
                    <a:pt x="200432" y="852834"/>
                  </a:lnTo>
                  <a:lnTo>
                    <a:pt x="200568" y="852787"/>
                  </a:lnTo>
                  <a:lnTo>
                    <a:pt x="200688" y="852748"/>
                  </a:lnTo>
                  <a:lnTo>
                    <a:pt x="200733" y="852744"/>
                  </a:lnTo>
                  <a:lnTo>
                    <a:pt x="200796" y="852729"/>
                  </a:lnTo>
                  <a:lnTo>
                    <a:pt x="200817" y="852724"/>
                  </a:lnTo>
                  <a:lnTo>
                    <a:pt x="200830" y="852723"/>
                  </a:lnTo>
                  <a:lnTo>
                    <a:pt x="200839" y="852726"/>
                  </a:lnTo>
                  <a:lnTo>
                    <a:pt x="200855" y="852735"/>
                  </a:lnTo>
                  <a:lnTo>
                    <a:pt x="200881" y="852749"/>
                  </a:lnTo>
                  <a:lnTo>
                    <a:pt x="200892" y="852756"/>
                  </a:lnTo>
                  <a:lnTo>
                    <a:pt x="200910" y="852771"/>
                  </a:lnTo>
                  <a:lnTo>
                    <a:pt x="200916" y="852776"/>
                  </a:lnTo>
                  <a:lnTo>
                    <a:pt x="200930" y="852791"/>
                  </a:lnTo>
                  <a:lnTo>
                    <a:pt x="200941" y="852800"/>
                  </a:lnTo>
                  <a:lnTo>
                    <a:pt x="200957" y="852804"/>
                  </a:lnTo>
                  <a:lnTo>
                    <a:pt x="201005" y="852819"/>
                  </a:lnTo>
                  <a:lnTo>
                    <a:pt x="201038" y="852828"/>
                  </a:lnTo>
                  <a:lnTo>
                    <a:pt x="201117" y="852849"/>
                  </a:lnTo>
                  <a:lnTo>
                    <a:pt x="201181" y="852896"/>
                  </a:lnTo>
                  <a:lnTo>
                    <a:pt x="201204" y="852917"/>
                  </a:lnTo>
                  <a:lnTo>
                    <a:pt x="201213" y="852923"/>
                  </a:lnTo>
                  <a:lnTo>
                    <a:pt x="201220" y="852924"/>
                  </a:lnTo>
                  <a:lnTo>
                    <a:pt x="201241" y="852922"/>
                  </a:lnTo>
                  <a:lnTo>
                    <a:pt x="201265" y="852921"/>
                  </a:lnTo>
                  <a:lnTo>
                    <a:pt x="201299" y="852918"/>
                  </a:lnTo>
                  <a:lnTo>
                    <a:pt x="201401" y="852893"/>
                  </a:lnTo>
                  <a:lnTo>
                    <a:pt x="201423" y="852890"/>
                  </a:lnTo>
                  <a:lnTo>
                    <a:pt x="201478" y="852893"/>
                  </a:lnTo>
                  <a:lnTo>
                    <a:pt x="201527" y="852912"/>
                  </a:lnTo>
                  <a:lnTo>
                    <a:pt x="201585" y="852931"/>
                  </a:lnTo>
                  <a:lnTo>
                    <a:pt x="201597" y="852937"/>
                  </a:lnTo>
                  <a:lnTo>
                    <a:pt x="201612" y="852943"/>
                  </a:lnTo>
                  <a:lnTo>
                    <a:pt x="201633" y="852943"/>
                  </a:lnTo>
                  <a:lnTo>
                    <a:pt x="201646" y="852943"/>
                  </a:lnTo>
                  <a:lnTo>
                    <a:pt x="201662" y="852947"/>
                  </a:lnTo>
                  <a:lnTo>
                    <a:pt x="201678" y="852958"/>
                  </a:lnTo>
                  <a:lnTo>
                    <a:pt x="201685" y="852960"/>
                  </a:lnTo>
                  <a:lnTo>
                    <a:pt x="201702" y="852954"/>
                  </a:lnTo>
                  <a:lnTo>
                    <a:pt x="201751" y="852929"/>
                  </a:lnTo>
                  <a:lnTo>
                    <a:pt x="201780" y="852919"/>
                  </a:lnTo>
                  <a:lnTo>
                    <a:pt x="201824" y="852895"/>
                  </a:lnTo>
                  <a:lnTo>
                    <a:pt x="201834" y="852888"/>
                  </a:lnTo>
                  <a:lnTo>
                    <a:pt x="201842" y="852885"/>
                  </a:lnTo>
                  <a:lnTo>
                    <a:pt x="201868" y="852888"/>
                  </a:lnTo>
                  <a:lnTo>
                    <a:pt x="201941" y="852906"/>
                  </a:lnTo>
                  <a:lnTo>
                    <a:pt x="201968" y="852899"/>
                  </a:lnTo>
                  <a:lnTo>
                    <a:pt x="201994" y="852895"/>
                  </a:lnTo>
                  <a:lnTo>
                    <a:pt x="202048" y="852878"/>
                  </a:lnTo>
                  <a:lnTo>
                    <a:pt x="202104" y="852850"/>
                  </a:lnTo>
                  <a:lnTo>
                    <a:pt x="202199" y="852821"/>
                  </a:lnTo>
                  <a:lnTo>
                    <a:pt x="202230" y="852822"/>
                  </a:lnTo>
                  <a:lnTo>
                    <a:pt x="202253" y="852831"/>
                  </a:lnTo>
                  <a:lnTo>
                    <a:pt x="202272" y="852846"/>
                  </a:lnTo>
                  <a:lnTo>
                    <a:pt x="202334" y="852872"/>
                  </a:lnTo>
                  <a:lnTo>
                    <a:pt x="202339" y="852874"/>
                  </a:lnTo>
                  <a:lnTo>
                    <a:pt x="202356" y="852886"/>
                  </a:lnTo>
                  <a:lnTo>
                    <a:pt x="202366" y="852888"/>
                  </a:lnTo>
                  <a:lnTo>
                    <a:pt x="202388" y="852883"/>
                  </a:lnTo>
                  <a:lnTo>
                    <a:pt x="202416" y="852874"/>
                  </a:lnTo>
                  <a:lnTo>
                    <a:pt x="202424" y="852871"/>
                  </a:lnTo>
                  <a:lnTo>
                    <a:pt x="202439" y="852854"/>
                  </a:lnTo>
                  <a:lnTo>
                    <a:pt x="202479" y="852784"/>
                  </a:lnTo>
                  <a:lnTo>
                    <a:pt x="202489" y="852755"/>
                  </a:lnTo>
                  <a:lnTo>
                    <a:pt x="202505" y="852698"/>
                  </a:lnTo>
                  <a:lnTo>
                    <a:pt x="202513" y="852662"/>
                  </a:lnTo>
                  <a:lnTo>
                    <a:pt x="202523" y="852588"/>
                  </a:lnTo>
                  <a:lnTo>
                    <a:pt x="202547" y="852584"/>
                  </a:lnTo>
                  <a:lnTo>
                    <a:pt x="202553" y="852580"/>
                  </a:lnTo>
                  <a:lnTo>
                    <a:pt x="202577" y="852565"/>
                  </a:lnTo>
                  <a:lnTo>
                    <a:pt x="202582" y="852562"/>
                  </a:lnTo>
                  <a:lnTo>
                    <a:pt x="202601" y="852557"/>
                  </a:lnTo>
                  <a:lnTo>
                    <a:pt x="202614" y="852556"/>
                  </a:lnTo>
                  <a:lnTo>
                    <a:pt x="202630" y="852560"/>
                  </a:lnTo>
                  <a:lnTo>
                    <a:pt x="202664" y="852568"/>
                  </a:lnTo>
                  <a:lnTo>
                    <a:pt x="202687" y="852572"/>
                  </a:lnTo>
                  <a:lnTo>
                    <a:pt x="202718" y="852569"/>
                  </a:lnTo>
                  <a:lnTo>
                    <a:pt x="202755" y="852568"/>
                  </a:lnTo>
                  <a:lnTo>
                    <a:pt x="202822" y="852566"/>
                  </a:lnTo>
                  <a:lnTo>
                    <a:pt x="202883" y="852556"/>
                  </a:lnTo>
                  <a:lnTo>
                    <a:pt x="202906" y="852538"/>
                  </a:lnTo>
                  <a:lnTo>
                    <a:pt x="202931" y="852498"/>
                  </a:lnTo>
                  <a:lnTo>
                    <a:pt x="202940" y="852433"/>
                  </a:lnTo>
                  <a:lnTo>
                    <a:pt x="202953" y="852375"/>
                  </a:lnTo>
                  <a:lnTo>
                    <a:pt x="202952" y="852361"/>
                  </a:lnTo>
                  <a:lnTo>
                    <a:pt x="202943" y="852301"/>
                  </a:lnTo>
                  <a:lnTo>
                    <a:pt x="202937" y="852274"/>
                  </a:lnTo>
                  <a:lnTo>
                    <a:pt x="202937" y="852269"/>
                  </a:lnTo>
                  <a:lnTo>
                    <a:pt x="202933" y="852259"/>
                  </a:lnTo>
                  <a:lnTo>
                    <a:pt x="202931" y="852244"/>
                  </a:lnTo>
                  <a:lnTo>
                    <a:pt x="202936" y="852205"/>
                  </a:lnTo>
                  <a:lnTo>
                    <a:pt x="202941" y="852182"/>
                  </a:lnTo>
                  <a:lnTo>
                    <a:pt x="202948" y="852176"/>
                  </a:lnTo>
                  <a:lnTo>
                    <a:pt x="202975" y="852174"/>
                  </a:lnTo>
                  <a:lnTo>
                    <a:pt x="203048" y="852179"/>
                  </a:lnTo>
                  <a:lnTo>
                    <a:pt x="203086" y="852180"/>
                  </a:lnTo>
                  <a:lnTo>
                    <a:pt x="203105" y="852177"/>
                  </a:lnTo>
                  <a:lnTo>
                    <a:pt x="203126" y="852171"/>
                  </a:lnTo>
                  <a:lnTo>
                    <a:pt x="203179" y="852161"/>
                  </a:lnTo>
                  <a:lnTo>
                    <a:pt x="203213" y="852145"/>
                  </a:lnTo>
                  <a:lnTo>
                    <a:pt x="203231" y="852141"/>
                  </a:lnTo>
                  <a:lnTo>
                    <a:pt x="203277" y="852120"/>
                  </a:lnTo>
                  <a:lnTo>
                    <a:pt x="203312" y="852082"/>
                  </a:lnTo>
                  <a:lnTo>
                    <a:pt x="203326" y="852045"/>
                  </a:lnTo>
                  <a:lnTo>
                    <a:pt x="203355" y="851997"/>
                  </a:lnTo>
                  <a:lnTo>
                    <a:pt x="203398" y="851943"/>
                  </a:lnTo>
                  <a:lnTo>
                    <a:pt x="203413" y="851922"/>
                  </a:lnTo>
                  <a:lnTo>
                    <a:pt x="203432" y="851890"/>
                  </a:lnTo>
                  <a:lnTo>
                    <a:pt x="203463" y="851865"/>
                  </a:lnTo>
                  <a:lnTo>
                    <a:pt x="203483" y="851846"/>
                  </a:lnTo>
                  <a:lnTo>
                    <a:pt x="203541" y="851804"/>
                  </a:lnTo>
                  <a:lnTo>
                    <a:pt x="203561" y="851780"/>
                  </a:lnTo>
                  <a:lnTo>
                    <a:pt x="203597" y="851756"/>
                  </a:lnTo>
                  <a:lnTo>
                    <a:pt x="203624" y="851739"/>
                  </a:lnTo>
                  <a:lnTo>
                    <a:pt x="203650" y="851707"/>
                  </a:lnTo>
                  <a:lnTo>
                    <a:pt x="203668" y="851696"/>
                  </a:lnTo>
                  <a:lnTo>
                    <a:pt x="203691" y="851694"/>
                  </a:lnTo>
                  <a:lnTo>
                    <a:pt x="203710" y="851696"/>
                  </a:lnTo>
                  <a:lnTo>
                    <a:pt x="203720" y="851691"/>
                  </a:lnTo>
                  <a:lnTo>
                    <a:pt x="203756" y="851679"/>
                  </a:lnTo>
                  <a:lnTo>
                    <a:pt x="203787" y="851660"/>
                  </a:lnTo>
                  <a:lnTo>
                    <a:pt x="203817" y="851645"/>
                  </a:lnTo>
                  <a:lnTo>
                    <a:pt x="203844" y="851639"/>
                  </a:lnTo>
                  <a:lnTo>
                    <a:pt x="203863" y="851633"/>
                  </a:lnTo>
                  <a:lnTo>
                    <a:pt x="203888" y="851625"/>
                  </a:lnTo>
                  <a:lnTo>
                    <a:pt x="203897" y="851619"/>
                  </a:lnTo>
                  <a:lnTo>
                    <a:pt x="203899" y="851614"/>
                  </a:lnTo>
                  <a:lnTo>
                    <a:pt x="203909" y="851579"/>
                  </a:lnTo>
                  <a:lnTo>
                    <a:pt x="203917" y="851557"/>
                  </a:lnTo>
                  <a:lnTo>
                    <a:pt x="203939" y="851499"/>
                  </a:lnTo>
                  <a:lnTo>
                    <a:pt x="203941" y="851491"/>
                  </a:lnTo>
                  <a:lnTo>
                    <a:pt x="203939" y="851480"/>
                  </a:lnTo>
                  <a:lnTo>
                    <a:pt x="203932" y="851451"/>
                  </a:lnTo>
                  <a:lnTo>
                    <a:pt x="203926" y="851433"/>
                  </a:lnTo>
                  <a:lnTo>
                    <a:pt x="203923" y="851412"/>
                  </a:lnTo>
                  <a:lnTo>
                    <a:pt x="203919" y="851386"/>
                  </a:lnTo>
                  <a:lnTo>
                    <a:pt x="203920" y="851363"/>
                  </a:lnTo>
                  <a:lnTo>
                    <a:pt x="203912" y="851307"/>
                  </a:lnTo>
                  <a:lnTo>
                    <a:pt x="203916" y="851280"/>
                  </a:lnTo>
                  <a:lnTo>
                    <a:pt x="203924" y="851266"/>
                  </a:lnTo>
                  <a:lnTo>
                    <a:pt x="203943" y="851259"/>
                  </a:lnTo>
                  <a:lnTo>
                    <a:pt x="203957" y="851249"/>
                  </a:lnTo>
                  <a:lnTo>
                    <a:pt x="203957" y="851234"/>
                  </a:lnTo>
                  <a:lnTo>
                    <a:pt x="203961" y="851223"/>
                  </a:lnTo>
                  <a:lnTo>
                    <a:pt x="203973" y="851206"/>
                  </a:lnTo>
                  <a:lnTo>
                    <a:pt x="203998" y="851194"/>
                  </a:lnTo>
                  <a:lnTo>
                    <a:pt x="204024" y="851189"/>
                  </a:lnTo>
                  <a:lnTo>
                    <a:pt x="204040" y="851172"/>
                  </a:lnTo>
                  <a:lnTo>
                    <a:pt x="204056" y="851163"/>
                  </a:lnTo>
                  <a:lnTo>
                    <a:pt x="204092" y="851131"/>
                  </a:lnTo>
                  <a:lnTo>
                    <a:pt x="204111" y="851107"/>
                  </a:lnTo>
                  <a:lnTo>
                    <a:pt x="204118" y="851074"/>
                  </a:lnTo>
                  <a:lnTo>
                    <a:pt x="204114" y="851026"/>
                  </a:lnTo>
                  <a:lnTo>
                    <a:pt x="204121" y="851008"/>
                  </a:lnTo>
                  <a:lnTo>
                    <a:pt x="204151" y="850960"/>
                  </a:lnTo>
                  <a:lnTo>
                    <a:pt x="204221" y="850859"/>
                  </a:lnTo>
                  <a:lnTo>
                    <a:pt x="204241" y="850837"/>
                  </a:lnTo>
                  <a:lnTo>
                    <a:pt x="204257" y="850830"/>
                  </a:lnTo>
                  <a:lnTo>
                    <a:pt x="204274" y="850830"/>
                  </a:lnTo>
                  <a:lnTo>
                    <a:pt x="204294" y="850834"/>
                  </a:lnTo>
                  <a:lnTo>
                    <a:pt x="204323" y="850842"/>
                  </a:lnTo>
                  <a:lnTo>
                    <a:pt x="204335" y="850849"/>
                  </a:lnTo>
                  <a:lnTo>
                    <a:pt x="204354" y="850869"/>
                  </a:lnTo>
                  <a:lnTo>
                    <a:pt x="204377" y="850896"/>
                  </a:lnTo>
                  <a:lnTo>
                    <a:pt x="204399" y="850922"/>
                  </a:lnTo>
                  <a:lnTo>
                    <a:pt x="204410" y="850937"/>
                  </a:lnTo>
                  <a:lnTo>
                    <a:pt x="204428" y="850942"/>
                  </a:lnTo>
                  <a:lnTo>
                    <a:pt x="204434" y="850942"/>
                  </a:lnTo>
                  <a:lnTo>
                    <a:pt x="204440" y="850943"/>
                  </a:lnTo>
                  <a:lnTo>
                    <a:pt x="204512" y="850919"/>
                  </a:lnTo>
                  <a:lnTo>
                    <a:pt x="204563" y="850907"/>
                  </a:lnTo>
                  <a:lnTo>
                    <a:pt x="204581" y="850915"/>
                  </a:lnTo>
                  <a:lnTo>
                    <a:pt x="204590" y="850926"/>
                  </a:lnTo>
                  <a:lnTo>
                    <a:pt x="204602" y="850950"/>
                  </a:lnTo>
                  <a:lnTo>
                    <a:pt x="204611" y="850963"/>
                  </a:lnTo>
                  <a:lnTo>
                    <a:pt x="204630" y="850965"/>
                  </a:lnTo>
                  <a:lnTo>
                    <a:pt x="204655" y="850978"/>
                  </a:lnTo>
                  <a:lnTo>
                    <a:pt x="204679" y="850997"/>
                  </a:lnTo>
                  <a:lnTo>
                    <a:pt x="204714" y="851020"/>
                  </a:lnTo>
                  <a:lnTo>
                    <a:pt x="204744" y="851050"/>
                  </a:lnTo>
                  <a:lnTo>
                    <a:pt x="204769" y="851070"/>
                  </a:lnTo>
                  <a:lnTo>
                    <a:pt x="204791" y="851078"/>
                  </a:lnTo>
                  <a:lnTo>
                    <a:pt x="204811" y="851083"/>
                  </a:lnTo>
                  <a:lnTo>
                    <a:pt x="204829" y="851085"/>
                  </a:lnTo>
                  <a:lnTo>
                    <a:pt x="204881" y="851084"/>
                  </a:lnTo>
                  <a:lnTo>
                    <a:pt x="204918" y="851081"/>
                  </a:lnTo>
                  <a:lnTo>
                    <a:pt x="204946" y="851070"/>
                  </a:lnTo>
                  <a:lnTo>
                    <a:pt x="204966" y="851068"/>
                  </a:lnTo>
                  <a:lnTo>
                    <a:pt x="204980" y="851067"/>
                  </a:lnTo>
                  <a:lnTo>
                    <a:pt x="204985" y="851073"/>
                  </a:lnTo>
                  <a:lnTo>
                    <a:pt x="205006" y="851093"/>
                  </a:lnTo>
                  <a:lnTo>
                    <a:pt x="205029" y="851114"/>
                  </a:lnTo>
                  <a:lnTo>
                    <a:pt x="205056" y="851127"/>
                  </a:lnTo>
                  <a:lnTo>
                    <a:pt x="205087" y="851148"/>
                  </a:lnTo>
                  <a:lnTo>
                    <a:pt x="205135" y="851167"/>
                  </a:lnTo>
                  <a:lnTo>
                    <a:pt x="205162" y="851187"/>
                  </a:lnTo>
                  <a:lnTo>
                    <a:pt x="205191" y="851214"/>
                  </a:lnTo>
                  <a:lnTo>
                    <a:pt x="205203" y="851229"/>
                  </a:lnTo>
                  <a:lnTo>
                    <a:pt x="205217" y="851237"/>
                  </a:lnTo>
                  <a:lnTo>
                    <a:pt x="205239" y="851246"/>
                  </a:lnTo>
                  <a:lnTo>
                    <a:pt x="205268" y="851248"/>
                  </a:lnTo>
                  <a:lnTo>
                    <a:pt x="205302" y="851250"/>
                  </a:lnTo>
                  <a:lnTo>
                    <a:pt x="205316" y="851253"/>
                  </a:lnTo>
                  <a:lnTo>
                    <a:pt x="205339" y="851265"/>
                  </a:lnTo>
                  <a:lnTo>
                    <a:pt x="205381" y="851298"/>
                  </a:lnTo>
                  <a:lnTo>
                    <a:pt x="205401" y="851313"/>
                  </a:lnTo>
                  <a:lnTo>
                    <a:pt x="205421" y="851341"/>
                  </a:lnTo>
                  <a:lnTo>
                    <a:pt x="205447" y="851375"/>
                  </a:lnTo>
                  <a:lnTo>
                    <a:pt x="205465" y="851399"/>
                  </a:lnTo>
                  <a:lnTo>
                    <a:pt x="205478" y="851415"/>
                  </a:lnTo>
                  <a:lnTo>
                    <a:pt x="205488" y="851416"/>
                  </a:lnTo>
                  <a:lnTo>
                    <a:pt x="205506" y="851412"/>
                  </a:lnTo>
                  <a:lnTo>
                    <a:pt x="205529" y="851407"/>
                  </a:lnTo>
                  <a:lnTo>
                    <a:pt x="205549" y="851405"/>
                  </a:lnTo>
                  <a:lnTo>
                    <a:pt x="205574" y="851397"/>
                  </a:lnTo>
                  <a:lnTo>
                    <a:pt x="205620" y="851376"/>
                  </a:lnTo>
                  <a:lnTo>
                    <a:pt x="205687" y="851345"/>
                  </a:lnTo>
                  <a:lnTo>
                    <a:pt x="205730" y="851319"/>
                  </a:lnTo>
                  <a:lnTo>
                    <a:pt x="205778" y="851282"/>
                  </a:lnTo>
                  <a:lnTo>
                    <a:pt x="205800" y="851259"/>
                  </a:lnTo>
                  <a:lnTo>
                    <a:pt x="205807" y="851252"/>
                  </a:lnTo>
                  <a:lnTo>
                    <a:pt x="205813" y="851243"/>
                  </a:lnTo>
                  <a:lnTo>
                    <a:pt x="205813" y="851231"/>
                  </a:lnTo>
                  <a:lnTo>
                    <a:pt x="205809" y="851204"/>
                  </a:lnTo>
                  <a:lnTo>
                    <a:pt x="205801" y="851166"/>
                  </a:lnTo>
                  <a:lnTo>
                    <a:pt x="205800" y="851144"/>
                  </a:lnTo>
                  <a:lnTo>
                    <a:pt x="205802" y="851094"/>
                  </a:lnTo>
                  <a:lnTo>
                    <a:pt x="205812" y="851001"/>
                  </a:lnTo>
                  <a:lnTo>
                    <a:pt x="205832" y="850953"/>
                  </a:lnTo>
                  <a:lnTo>
                    <a:pt x="205879" y="850933"/>
                  </a:lnTo>
                  <a:lnTo>
                    <a:pt x="205936" y="850899"/>
                  </a:lnTo>
                  <a:lnTo>
                    <a:pt x="205963" y="850873"/>
                  </a:lnTo>
                  <a:lnTo>
                    <a:pt x="205988" y="850841"/>
                  </a:lnTo>
                  <a:lnTo>
                    <a:pt x="206001" y="850805"/>
                  </a:lnTo>
                  <a:lnTo>
                    <a:pt x="206002" y="850787"/>
                  </a:lnTo>
                  <a:lnTo>
                    <a:pt x="206005" y="850756"/>
                  </a:lnTo>
                  <a:lnTo>
                    <a:pt x="206005" y="850729"/>
                  </a:lnTo>
                  <a:lnTo>
                    <a:pt x="206006" y="850719"/>
                  </a:lnTo>
                  <a:lnTo>
                    <a:pt x="206006" y="850705"/>
                  </a:lnTo>
                  <a:lnTo>
                    <a:pt x="206023" y="850654"/>
                  </a:lnTo>
                  <a:lnTo>
                    <a:pt x="206042" y="850639"/>
                  </a:lnTo>
                  <a:lnTo>
                    <a:pt x="206060" y="850634"/>
                  </a:lnTo>
                  <a:lnTo>
                    <a:pt x="206075" y="850632"/>
                  </a:lnTo>
                  <a:lnTo>
                    <a:pt x="206099" y="850634"/>
                  </a:lnTo>
                  <a:lnTo>
                    <a:pt x="206110" y="850638"/>
                  </a:lnTo>
                  <a:lnTo>
                    <a:pt x="206144" y="850640"/>
                  </a:lnTo>
                  <a:lnTo>
                    <a:pt x="206183" y="850644"/>
                  </a:lnTo>
                  <a:lnTo>
                    <a:pt x="206231" y="850641"/>
                  </a:lnTo>
                  <a:lnTo>
                    <a:pt x="206241" y="850641"/>
                  </a:lnTo>
                  <a:lnTo>
                    <a:pt x="206267" y="850640"/>
                  </a:lnTo>
                  <a:lnTo>
                    <a:pt x="206311" y="850642"/>
                  </a:lnTo>
                  <a:lnTo>
                    <a:pt x="206373" y="850658"/>
                  </a:lnTo>
                  <a:lnTo>
                    <a:pt x="206473" y="850659"/>
                  </a:lnTo>
                  <a:lnTo>
                    <a:pt x="206518" y="850658"/>
                  </a:lnTo>
                  <a:lnTo>
                    <a:pt x="206540" y="850667"/>
                  </a:lnTo>
                  <a:lnTo>
                    <a:pt x="206550" y="850670"/>
                  </a:lnTo>
                  <a:lnTo>
                    <a:pt x="206560" y="850667"/>
                  </a:lnTo>
                  <a:lnTo>
                    <a:pt x="206574" y="850658"/>
                  </a:lnTo>
                  <a:lnTo>
                    <a:pt x="206606" y="850633"/>
                  </a:lnTo>
                  <a:lnTo>
                    <a:pt x="206627" y="850614"/>
                  </a:lnTo>
                  <a:lnTo>
                    <a:pt x="206633" y="850609"/>
                  </a:lnTo>
                  <a:lnTo>
                    <a:pt x="206680" y="850569"/>
                  </a:lnTo>
                  <a:lnTo>
                    <a:pt x="206718" y="850522"/>
                  </a:lnTo>
                  <a:lnTo>
                    <a:pt x="206736" y="850504"/>
                  </a:lnTo>
                  <a:lnTo>
                    <a:pt x="206739" y="850500"/>
                  </a:lnTo>
                  <a:lnTo>
                    <a:pt x="206740" y="850486"/>
                  </a:lnTo>
                  <a:lnTo>
                    <a:pt x="206739" y="850473"/>
                  </a:lnTo>
                  <a:lnTo>
                    <a:pt x="206732" y="850454"/>
                  </a:lnTo>
                  <a:lnTo>
                    <a:pt x="206721" y="850438"/>
                  </a:lnTo>
                  <a:lnTo>
                    <a:pt x="206702" y="850366"/>
                  </a:lnTo>
                  <a:lnTo>
                    <a:pt x="206664" y="850308"/>
                  </a:lnTo>
                  <a:lnTo>
                    <a:pt x="206653" y="850278"/>
                  </a:lnTo>
                  <a:lnTo>
                    <a:pt x="206654" y="850233"/>
                  </a:lnTo>
                  <a:lnTo>
                    <a:pt x="206668" y="850196"/>
                  </a:lnTo>
                  <a:lnTo>
                    <a:pt x="206699" y="850121"/>
                  </a:lnTo>
                  <a:lnTo>
                    <a:pt x="206726" y="850035"/>
                  </a:lnTo>
                  <a:lnTo>
                    <a:pt x="206750" y="849956"/>
                  </a:lnTo>
                  <a:lnTo>
                    <a:pt x="206753" y="849936"/>
                  </a:lnTo>
                  <a:lnTo>
                    <a:pt x="206755" y="849904"/>
                  </a:lnTo>
                  <a:lnTo>
                    <a:pt x="206759" y="849893"/>
                  </a:lnTo>
                  <a:lnTo>
                    <a:pt x="206753" y="849862"/>
                  </a:lnTo>
                  <a:lnTo>
                    <a:pt x="206751" y="849834"/>
                  </a:lnTo>
                  <a:lnTo>
                    <a:pt x="206757" y="849814"/>
                  </a:lnTo>
                  <a:lnTo>
                    <a:pt x="206772" y="849789"/>
                  </a:lnTo>
                  <a:lnTo>
                    <a:pt x="206793" y="849768"/>
                  </a:lnTo>
                  <a:lnTo>
                    <a:pt x="206818" y="849749"/>
                  </a:lnTo>
                  <a:lnTo>
                    <a:pt x="206835" y="849716"/>
                  </a:lnTo>
                  <a:lnTo>
                    <a:pt x="206837" y="849699"/>
                  </a:lnTo>
                  <a:lnTo>
                    <a:pt x="206845" y="849671"/>
                  </a:lnTo>
                  <a:lnTo>
                    <a:pt x="206859" y="849644"/>
                  </a:lnTo>
                  <a:lnTo>
                    <a:pt x="206870" y="849629"/>
                  </a:lnTo>
                  <a:lnTo>
                    <a:pt x="206873" y="849627"/>
                  </a:lnTo>
                  <a:lnTo>
                    <a:pt x="206882" y="849627"/>
                  </a:lnTo>
                  <a:lnTo>
                    <a:pt x="206908" y="849635"/>
                  </a:lnTo>
                  <a:lnTo>
                    <a:pt x="206913" y="849637"/>
                  </a:lnTo>
                  <a:lnTo>
                    <a:pt x="206947" y="849643"/>
                  </a:lnTo>
                  <a:lnTo>
                    <a:pt x="207009" y="849644"/>
                  </a:lnTo>
                  <a:lnTo>
                    <a:pt x="207052" y="849641"/>
                  </a:lnTo>
                  <a:lnTo>
                    <a:pt x="207109" y="849633"/>
                  </a:lnTo>
                  <a:lnTo>
                    <a:pt x="207185" y="849627"/>
                  </a:lnTo>
                  <a:lnTo>
                    <a:pt x="207193" y="849627"/>
                  </a:lnTo>
                  <a:lnTo>
                    <a:pt x="207212" y="849623"/>
                  </a:lnTo>
                  <a:lnTo>
                    <a:pt x="207229" y="849621"/>
                  </a:lnTo>
                  <a:lnTo>
                    <a:pt x="207233" y="849622"/>
                  </a:lnTo>
                  <a:lnTo>
                    <a:pt x="207256" y="849638"/>
                  </a:lnTo>
                  <a:lnTo>
                    <a:pt x="207273" y="849652"/>
                  </a:lnTo>
                  <a:lnTo>
                    <a:pt x="207301" y="849672"/>
                  </a:lnTo>
                  <a:lnTo>
                    <a:pt x="207323" y="849683"/>
                  </a:lnTo>
                  <a:lnTo>
                    <a:pt x="207360" y="849696"/>
                  </a:lnTo>
                  <a:lnTo>
                    <a:pt x="207384" y="849710"/>
                  </a:lnTo>
                  <a:lnTo>
                    <a:pt x="207398" y="849728"/>
                  </a:lnTo>
                  <a:lnTo>
                    <a:pt x="207401" y="849735"/>
                  </a:lnTo>
                  <a:lnTo>
                    <a:pt x="207406" y="849757"/>
                  </a:lnTo>
                  <a:lnTo>
                    <a:pt x="207414" y="849783"/>
                  </a:lnTo>
                  <a:lnTo>
                    <a:pt x="207424" y="849813"/>
                  </a:lnTo>
                  <a:lnTo>
                    <a:pt x="207433" y="849839"/>
                  </a:lnTo>
                  <a:lnTo>
                    <a:pt x="207450" y="849864"/>
                  </a:lnTo>
                  <a:lnTo>
                    <a:pt x="207487" y="849901"/>
                  </a:lnTo>
                  <a:lnTo>
                    <a:pt x="207521" y="849930"/>
                  </a:lnTo>
                  <a:lnTo>
                    <a:pt x="207547" y="849955"/>
                  </a:lnTo>
                  <a:lnTo>
                    <a:pt x="207565" y="849969"/>
                  </a:lnTo>
                  <a:lnTo>
                    <a:pt x="207592" y="849983"/>
                  </a:lnTo>
                  <a:lnTo>
                    <a:pt x="207611" y="849991"/>
                  </a:lnTo>
                  <a:lnTo>
                    <a:pt x="207635" y="849995"/>
                  </a:lnTo>
                  <a:lnTo>
                    <a:pt x="207640" y="849997"/>
                  </a:lnTo>
                  <a:lnTo>
                    <a:pt x="207637" y="850013"/>
                  </a:lnTo>
                  <a:lnTo>
                    <a:pt x="207629" y="850038"/>
                  </a:lnTo>
                  <a:lnTo>
                    <a:pt x="207626" y="850066"/>
                  </a:lnTo>
                  <a:lnTo>
                    <a:pt x="207624" y="850089"/>
                  </a:lnTo>
                  <a:lnTo>
                    <a:pt x="207627" y="850107"/>
                  </a:lnTo>
                  <a:lnTo>
                    <a:pt x="207631" y="850124"/>
                  </a:lnTo>
                  <a:lnTo>
                    <a:pt x="207639" y="850142"/>
                  </a:lnTo>
                  <a:lnTo>
                    <a:pt x="207654" y="850162"/>
                  </a:lnTo>
                  <a:lnTo>
                    <a:pt x="207679" y="850182"/>
                  </a:lnTo>
                  <a:lnTo>
                    <a:pt x="207703" y="850202"/>
                  </a:lnTo>
                  <a:lnTo>
                    <a:pt x="207737" y="850230"/>
                  </a:lnTo>
                  <a:lnTo>
                    <a:pt x="207806" y="850277"/>
                  </a:lnTo>
                  <a:lnTo>
                    <a:pt x="207839" y="850295"/>
                  </a:lnTo>
                  <a:lnTo>
                    <a:pt x="207862" y="850312"/>
                  </a:lnTo>
                  <a:lnTo>
                    <a:pt x="207919" y="850353"/>
                  </a:lnTo>
                  <a:lnTo>
                    <a:pt x="207956" y="850379"/>
                  </a:lnTo>
                  <a:lnTo>
                    <a:pt x="207977" y="850392"/>
                  </a:lnTo>
                  <a:lnTo>
                    <a:pt x="207998" y="850396"/>
                  </a:lnTo>
                  <a:lnTo>
                    <a:pt x="208027" y="850397"/>
                  </a:lnTo>
                  <a:lnTo>
                    <a:pt x="208056" y="850400"/>
                  </a:lnTo>
                  <a:lnTo>
                    <a:pt x="208073" y="850402"/>
                  </a:lnTo>
                  <a:lnTo>
                    <a:pt x="208083" y="850399"/>
                  </a:lnTo>
                  <a:lnTo>
                    <a:pt x="208105" y="850391"/>
                  </a:lnTo>
                  <a:lnTo>
                    <a:pt x="208125" y="850381"/>
                  </a:lnTo>
                  <a:lnTo>
                    <a:pt x="208137" y="850376"/>
                  </a:lnTo>
                  <a:lnTo>
                    <a:pt x="208166" y="850372"/>
                  </a:lnTo>
                  <a:lnTo>
                    <a:pt x="208190" y="850371"/>
                  </a:lnTo>
                  <a:lnTo>
                    <a:pt x="208271" y="850388"/>
                  </a:lnTo>
                  <a:lnTo>
                    <a:pt x="208277" y="850395"/>
                  </a:lnTo>
                  <a:lnTo>
                    <a:pt x="208276" y="850401"/>
                  </a:lnTo>
                  <a:lnTo>
                    <a:pt x="208272" y="850411"/>
                  </a:lnTo>
                  <a:lnTo>
                    <a:pt x="208250" y="850442"/>
                  </a:lnTo>
                  <a:lnTo>
                    <a:pt x="208238" y="850485"/>
                  </a:lnTo>
                  <a:lnTo>
                    <a:pt x="208235" y="850514"/>
                  </a:lnTo>
                  <a:lnTo>
                    <a:pt x="208241" y="850539"/>
                  </a:lnTo>
                  <a:lnTo>
                    <a:pt x="208256" y="850560"/>
                  </a:lnTo>
                  <a:lnTo>
                    <a:pt x="208276" y="850586"/>
                  </a:lnTo>
                  <a:lnTo>
                    <a:pt x="208291" y="850593"/>
                  </a:lnTo>
                  <a:lnTo>
                    <a:pt x="208319" y="850585"/>
                  </a:lnTo>
                  <a:lnTo>
                    <a:pt x="208350" y="850575"/>
                  </a:lnTo>
                  <a:lnTo>
                    <a:pt x="208374" y="850581"/>
                  </a:lnTo>
                  <a:lnTo>
                    <a:pt x="208396" y="850600"/>
                  </a:lnTo>
                  <a:lnTo>
                    <a:pt x="208451" y="850654"/>
                  </a:lnTo>
                  <a:lnTo>
                    <a:pt x="208475" y="850670"/>
                  </a:lnTo>
                  <a:lnTo>
                    <a:pt x="208517" y="850682"/>
                  </a:lnTo>
                  <a:lnTo>
                    <a:pt x="208555" y="850688"/>
                  </a:lnTo>
                  <a:lnTo>
                    <a:pt x="208578" y="850689"/>
                  </a:lnTo>
                  <a:lnTo>
                    <a:pt x="208609" y="850680"/>
                  </a:lnTo>
                  <a:lnTo>
                    <a:pt x="208632" y="850657"/>
                  </a:lnTo>
                  <a:lnTo>
                    <a:pt x="208687" y="850594"/>
                  </a:lnTo>
                  <a:lnTo>
                    <a:pt x="208693" y="850563"/>
                  </a:lnTo>
                  <a:lnTo>
                    <a:pt x="208689" y="850521"/>
                  </a:lnTo>
                  <a:lnTo>
                    <a:pt x="208654" y="850454"/>
                  </a:lnTo>
                  <a:lnTo>
                    <a:pt x="208647" y="850420"/>
                  </a:lnTo>
                  <a:lnTo>
                    <a:pt x="208636" y="850378"/>
                  </a:lnTo>
                  <a:lnTo>
                    <a:pt x="208636" y="850354"/>
                  </a:lnTo>
                  <a:lnTo>
                    <a:pt x="208645" y="850335"/>
                  </a:lnTo>
                  <a:lnTo>
                    <a:pt x="208678" y="850304"/>
                  </a:lnTo>
                  <a:lnTo>
                    <a:pt x="208738" y="850283"/>
                  </a:lnTo>
                  <a:lnTo>
                    <a:pt x="208804" y="850244"/>
                  </a:lnTo>
                  <a:lnTo>
                    <a:pt x="208839" y="850217"/>
                  </a:lnTo>
                  <a:lnTo>
                    <a:pt x="208854" y="850195"/>
                  </a:lnTo>
                  <a:lnTo>
                    <a:pt x="208864" y="850181"/>
                  </a:lnTo>
                  <a:lnTo>
                    <a:pt x="208875" y="850179"/>
                  </a:lnTo>
                  <a:lnTo>
                    <a:pt x="208894" y="850178"/>
                  </a:lnTo>
                  <a:lnTo>
                    <a:pt x="208905" y="850182"/>
                  </a:lnTo>
                  <a:lnTo>
                    <a:pt x="208920" y="850200"/>
                  </a:lnTo>
                  <a:lnTo>
                    <a:pt x="208937" y="850212"/>
                  </a:lnTo>
                  <a:lnTo>
                    <a:pt x="208956" y="850216"/>
                  </a:lnTo>
                  <a:lnTo>
                    <a:pt x="209062" y="850191"/>
                  </a:lnTo>
                  <a:lnTo>
                    <a:pt x="209111" y="850181"/>
                  </a:lnTo>
                  <a:lnTo>
                    <a:pt x="209189" y="850176"/>
                  </a:lnTo>
                  <a:lnTo>
                    <a:pt x="209234" y="850152"/>
                  </a:lnTo>
                  <a:lnTo>
                    <a:pt x="209280" y="850125"/>
                  </a:lnTo>
                  <a:lnTo>
                    <a:pt x="209311" y="850102"/>
                  </a:lnTo>
                  <a:lnTo>
                    <a:pt x="209321" y="850078"/>
                  </a:lnTo>
                  <a:lnTo>
                    <a:pt x="209316" y="850032"/>
                  </a:lnTo>
                  <a:lnTo>
                    <a:pt x="209310" y="849943"/>
                  </a:lnTo>
                  <a:lnTo>
                    <a:pt x="209296" y="849879"/>
                  </a:lnTo>
                  <a:lnTo>
                    <a:pt x="209295" y="849870"/>
                  </a:lnTo>
                  <a:lnTo>
                    <a:pt x="209299" y="849844"/>
                  </a:lnTo>
                  <a:lnTo>
                    <a:pt x="209302" y="849816"/>
                  </a:lnTo>
                  <a:lnTo>
                    <a:pt x="209307" y="849798"/>
                  </a:lnTo>
                  <a:lnTo>
                    <a:pt x="209320" y="849741"/>
                  </a:lnTo>
                  <a:lnTo>
                    <a:pt x="209341" y="849684"/>
                  </a:lnTo>
                  <a:lnTo>
                    <a:pt x="209375" y="849638"/>
                  </a:lnTo>
                  <a:lnTo>
                    <a:pt x="209391" y="849604"/>
                  </a:lnTo>
                  <a:lnTo>
                    <a:pt x="209407" y="849586"/>
                  </a:lnTo>
                  <a:lnTo>
                    <a:pt x="209431" y="849575"/>
                  </a:lnTo>
                  <a:lnTo>
                    <a:pt x="209461" y="849568"/>
                  </a:lnTo>
                  <a:lnTo>
                    <a:pt x="209447" y="849560"/>
                  </a:lnTo>
                  <a:lnTo>
                    <a:pt x="209391" y="849529"/>
                  </a:lnTo>
                  <a:lnTo>
                    <a:pt x="209307" y="849455"/>
                  </a:lnTo>
                  <a:lnTo>
                    <a:pt x="209304" y="849450"/>
                  </a:lnTo>
                  <a:lnTo>
                    <a:pt x="209295" y="849435"/>
                  </a:lnTo>
                  <a:lnTo>
                    <a:pt x="209284" y="849418"/>
                  </a:lnTo>
                  <a:lnTo>
                    <a:pt x="209272" y="849402"/>
                  </a:lnTo>
                  <a:lnTo>
                    <a:pt x="209261" y="849391"/>
                  </a:lnTo>
                  <a:lnTo>
                    <a:pt x="209240" y="849356"/>
                  </a:lnTo>
                  <a:lnTo>
                    <a:pt x="209237" y="849328"/>
                  </a:lnTo>
                  <a:lnTo>
                    <a:pt x="209239" y="849310"/>
                  </a:lnTo>
                  <a:lnTo>
                    <a:pt x="209255" y="849275"/>
                  </a:lnTo>
                  <a:lnTo>
                    <a:pt x="209272" y="849245"/>
                  </a:lnTo>
                  <a:lnTo>
                    <a:pt x="209314" y="849197"/>
                  </a:lnTo>
                  <a:lnTo>
                    <a:pt x="209333" y="849167"/>
                  </a:lnTo>
                  <a:lnTo>
                    <a:pt x="209349" y="849126"/>
                  </a:lnTo>
                  <a:lnTo>
                    <a:pt x="209354" y="849086"/>
                  </a:lnTo>
                  <a:lnTo>
                    <a:pt x="209353" y="849043"/>
                  </a:lnTo>
                  <a:lnTo>
                    <a:pt x="209364" y="849005"/>
                  </a:lnTo>
                  <a:lnTo>
                    <a:pt x="209391" y="848965"/>
                  </a:lnTo>
                  <a:lnTo>
                    <a:pt x="209449" y="848897"/>
                  </a:lnTo>
                  <a:lnTo>
                    <a:pt x="209456" y="848862"/>
                  </a:lnTo>
                  <a:lnTo>
                    <a:pt x="209479" y="848822"/>
                  </a:lnTo>
                  <a:lnTo>
                    <a:pt x="209492" y="848782"/>
                  </a:lnTo>
                  <a:lnTo>
                    <a:pt x="209505" y="848762"/>
                  </a:lnTo>
                  <a:lnTo>
                    <a:pt x="209564" y="848711"/>
                  </a:lnTo>
                  <a:lnTo>
                    <a:pt x="209580" y="848692"/>
                  </a:lnTo>
                  <a:lnTo>
                    <a:pt x="209583" y="848669"/>
                  </a:lnTo>
                  <a:lnTo>
                    <a:pt x="209586" y="848616"/>
                  </a:lnTo>
                  <a:lnTo>
                    <a:pt x="209581" y="848578"/>
                  </a:lnTo>
                  <a:lnTo>
                    <a:pt x="209554" y="848490"/>
                  </a:lnTo>
                  <a:lnTo>
                    <a:pt x="209555" y="848450"/>
                  </a:lnTo>
                  <a:lnTo>
                    <a:pt x="209559" y="848436"/>
                  </a:lnTo>
                  <a:lnTo>
                    <a:pt x="209569" y="848422"/>
                  </a:lnTo>
                  <a:lnTo>
                    <a:pt x="209625" y="848403"/>
                  </a:lnTo>
                  <a:lnTo>
                    <a:pt x="209687" y="848384"/>
                  </a:lnTo>
                  <a:lnTo>
                    <a:pt x="209705" y="848363"/>
                  </a:lnTo>
                  <a:lnTo>
                    <a:pt x="209712" y="848341"/>
                  </a:lnTo>
                  <a:lnTo>
                    <a:pt x="209727" y="848292"/>
                  </a:lnTo>
                  <a:lnTo>
                    <a:pt x="209725" y="848222"/>
                  </a:lnTo>
                  <a:lnTo>
                    <a:pt x="209712" y="848154"/>
                  </a:lnTo>
                  <a:lnTo>
                    <a:pt x="209709" y="848148"/>
                  </a:lnTo>
                  <a:lnTo>
                    <a:pt x="209704" y="848124"/>
                  </a:lnTo>
                  <a:lnTo>
                    <a:pt x="209704" y="848110"/>
                  </a:lnTo>
                  <a:lnTo>
                    <a:pt x="209717" y="848091"/>
                  </a:lnTo>
                  <a:lnTo>
                    <a:pt x="209720" y="848080"/>
                  </a:lnTo>
                  <a:lnTo>
                    <a:pt x="209722" y="848068"/>
                  </a:lnTo>
                  <a:lnTo>
                    <a:pt x="209719" y="848027"/>
                  </a:lnTo>
                  <a:lnTo>
                    <a:pt x="209699" y="847976"/>
                  </a:lnTo>
                  <a:lnTo>
                    <a:pt x="209683" y="847953"/>
                  </a:lnTo>
                  <a:lnTo>
                    <a:pt x="209679" y="847944"/>
                  </a:lnTo>
                  <a:lnTo>
                    <a:pt x="209680" y="847937"/>
                  </a:lnTo>
                  <a:lnTo>
                    <a:pt x="209689" y="847928"/>
                  </a:lnTo>
                  <a:lnTo>
                    <a:pt x="209715" y="847902"/>
                  </a:lnTo>
                  <a:lnTo>
                    <a:pt x="209734" y="847876"/>
                  </a:lnTo>
                  <a:lnTo>
                    <a:pt x="209741" y="847857"/>
                  </a:lnTo>
                  <a:lnTo>
                    <a:pt x="209771" y="847815"/>
                  </a:lnTo>
                  <a:lnTo>
                    <a:pt x="209796" y="847788"/>
                  </a:lnTo>
                  <a:lnTo>
                    <a:pt x="209804" y="847778"/>
                  </a:lnTo>
                  <a:lnTo>
                    <a:pt x="209806" y="847750"/>
                  </a:lnTo>
                  <a:lnTo>
                    <a:pt x="209796" y="847707"/>
                  </a:lnTo>
                  <a:lnTo>
                    <a:pt x="209797" y="847701"/>
                  </a:lnTo>
                  <a:lnTo>
                    <a:pt x="209801" y="847676"/>
                  </a:lnTo>
                  <a:lnTo>
                    <a:pt x="209807" y="847651"/>
                  </a:lnTo>
                  <a:lnTo>
                    <a:pt x="209815" y="847629"/>
                  </a:lnTo>
                  <a:lnTo>
                    <a:pt x="209822" y="847616"/>
                  </a:lnTo>
                  <a:lnTo>
                    <a:pt x="209823" y="847611"/>
                  </a:lnTo>
                  <a:lnTo>
                    <a:pt x="209844" y="847566"/>
                  </a:lnTo>
                  <a:lnTo>
                    <a:pt x="209853" y="847529"/>
                  </a:lnTo>
                  <a:lnTo>
                    <a:pt x="209875" y="847482"/>
                  </a:lnTo>
                  <a:lnTo>
                    <a:pt x="209886" y="847428"/>
                  </a:lnTo>
                  <a:lnTo>
                    <a:pt x="209887" y="847402"/>
                  </a:lnTo>
                  <a:lnTo>
                    <a:pt x="209901" y="847298"/>
                  </a:lnTo>
                  <a:lnTo>
                    <a:pt x="209907" y="847247"/>
                  </a:lnTo>
                  <a:lnTo>
                    <a:pt x="209914" y="847224"/>
                  </a:lnTo>
                  <a:lnTo>
                    <a:pt x="209941" y="847193"/>
                  </a:lnTo>
                  <a:lnTo>
                    <a:pt x="209965" y="847166"/>
                  </a:lnTo>
                  <a:lnTo>
                    <a:pt x="209986" y="847118"/>
                  </a:lnTo>
                  <a:lnTo>
                    <a:pt x="209987" y="847111"/>
                  </a:lnTo>
                  <a:lnTo>
                    <a:pt x="209991" y="847104"/>
                  </a:lnTo>
                  <a:lnTo>
                    <a:pt x="209998" y="847065"/>
                  </a:lnTo>
                  <a:lnTo>
                    <a:pt x="209999" y="847017"/>
                  </a:lnTo>
                  <a:lnTo>
                    <a:pt x="209999" y="847010"/>
                  </a:lnTo>
                  <a:lnTo>
                    <a:pt x="210013" y="847004"/>
                  </a:lnTo>
                  <a:lnTo>
                    <a:pt x="210051" y="846987"/>
                  </a:lnTo>
                  <a:lnTo>
                    <a:pt x="210080" y="846971"/>
                  </a:lnTo>
                  <a:lnTo>
                    <a:pt x="210092" y="846966"/>
                  </a:lnTo>
                  <a:lnTo>
                    <a:pt x="210102" y="846966"/>
                  </a:lnTo>
                  <a:lnTo>
                    <a:pt x="210124" y="846966"/>
                  </a:lnTo>
                  <a:lnTo>
                    <a:pt x="210139" y="846965"/>
                  </a:lnTo>
                  <a:lnTo>
                    <a:pt x="210163" y="846962"/>
                  </a:lnTo>
                  <a:lnTo>
                    <a:pt x="210174" y="846961"/>
                  </a:lnTo>
                  <a:lnTo>
                    <a:pt x="210189" y="846962"/>
                  </a:lnTo>
                  <a:lnTo>
                    <a:pt x="210216" y="846968"/>
                  </a:lnTo>
                  <a:lnTo>
                    <a:pt x="210222" y="846969"/>
                  </a:lnTo>
                  <a:lnTo>
                    <a:pt x="210232" y="846968"/>
                  </a:lnTo>
                  <a:lnTo>
                    <a:pt x="210250" y="846962"/>
                  </a:lnTo>
                  <a:lnTo>
                    <a:pt x="210273" y="846951"/>
                  </a:lnTo>
                  <a:lnTo>
                    <a:pt x="210285" y="846941"/>
                  </a:lnTo>
                  <a:lnTo>
                    <a:pt x="210316" y="846923"/>
                  </a:lnTo>
                  <a:lnTo>
                    <a:pt x="210371" y="846886"/>
                  </a:lnTo>
                  <a:lnTo>
                    <a:pt x="210404" y="846866"/>
                  </a:lnTo>
                  <a:lnTo>
                    <a:pt x="210424" y="846840"/>
                  </a:lnTo>
                  <a:lnTo>
                    <a:pt x="210432" y="846804"/>
                  </a:lnTo>
                  <a:lnTo>
                    <a:pt x="210438" y="846790"/>
                  </a:lnTo>
                  <a:lnTo>
                    <a:pt x="210473" y="846766"/>
                  </a:lnTo>
                  <a:lnTo>
                    <a:pt x="210503" y="846736"/>
                  </a:lnTo>
                  <a:lnTo>
                    <a:pt x="210506" y="846730"/>
                  </a:lnTo>
                  <a:lnTo>
                    <a:pt x="210515" y="846719"/>
                  </a:lnTo>
                  <a:lnTo>
                    <a:pt x="210523" y="846708"/>
                  </a:lnTo>
                  <a:lnTo>
                    <a:pt x="210535" y="846687"/>
                  </a:lnTo>
                  <a:lnTo>
                    <a:pt x="210543" y="846670"/>
                  </a:lnTo>
                  <a:lnTo>
                    <a:pt x="210553" y="846654"/>
                  </a:lnTo>
                  <a:lnTo>
                    <a:pt x="210594" y="846611"/>
                  </a:lnTo>
                  <a:lnTo>
                    <a:pt x="210614" y="846584"/>
                  </a:lnTo>
                  <a:lnTo>
                    <a:pt x="210651" y="846557"/>
                  </a:lnTo>
                  <a:lnTo>
                    <a:pt x="210683" y="846529"/>
                  </a:lnTo>
                  <a:lnTo>
                    <a:pt x="210702" y="846512"/>
                  </a:lnTo>
                  <a:lnTo>
                    <a:pt x="210710" y="846500"/>
                  </a:lnTo>
                  <a:lnTo>
                    <a:pt x="210709" y="846487"/>
                  </a:lnTo>
                  <a:lnTo>
                    <a:pt x="210697" y="846464"/>
                  </a:lnTo>
                  <a:lnTo>
                    <a:pt x="210673" y="846424"/>
                  </a:lnTo>
                  <a:lnTo>
                    <a:pt x="210650" y="846396"/>
                  </a:lnTo>
                  <a:lnTo>
                    <a:pt x="210647" y="846385"/>
                  </a:lnTo>
                  <a:lnTo>
                    <a:pt x="210643" y="846366"/>
                  </a:lnTo>
                  <a:lnTo>
                    <a:pt x="210647" y="846316"/>
                  </a:lnTo>
                  <a:lnTo>
                    <a:pt x="210635" y="846287"/>
                  </a:lnTo>
                  <a:lnTo>
                    <a:pt x="210621" y="846269"/>
                  </a:lnTo>
                  <a:lnTo>
                    <a:pt x="210619" y="846250"/>
                  </a:lnTo>
                  <a:lnTo>
                    <a:pt x="210619" y="846230"/>
                  </a:lnTo>
                  <a:lnTo>
                    <a:pt x="210617" y="846214"/>
                  </a:lnTo>
                  <a:lnTo>
                    <a:pt x="210610" y="846195"/>
                  </a:lnTo>
                  <a:lnTo>
                    <a:pt x="210587" y="846177"/>
                  </a:lnTo>
                  <a:lnTo>
                    <a:pt x="210586" y="846165"/>
                  </a:lnTo>
                  <a:lnTo>
                    <a:pt x="210587" y="846160"/>
                  </a:lnTo>
                  <a:lnTo>
                    <a:pt x="210593" y="846160"/>
                  </a:lnTo>
                  <a:lnTo>
                    <a:pt x="210615" y="846159"/>
                  </a:lnTo>
                  <a:lnTo>
                    <a:pt x="210647" y="846151"/>
                  </a:lnTo>
                  <a:lnTo>
                    <a:pt x="210707" y="846122"/>
                  </a:lnTo>
                  <a:lnTo>
                    <a:pt x="210729" y="846103"/>
                  </a:lnTo>
                  <a:lnTo>
                    <a:pt x="210735" y="846077"/>
                  </a:lnTo>
                  <a:lnTo>
                    <a:pt x="210742" y="846041"/>
                  </a:lnTo>
                  <a:lnTo>
                    <a:pt x="210760" y="845990"/>
                  </a:lnTo>
                  <a:lnTo>
                    <a:pt x="210776" y="845960"/>
                  </a:lnTo>
                  <a:lnTo>
                    <a:pt x="210784" y="845938"/>
                  </a:lnTo>
                  <a:lnTo>
                    <a:pt x="210785" y="845915"/>
                  </a:lnTo>
                  <a:lnTo>
                    <a:pt x="210789" y="845860"/>
                  </a:lnTo>
                  <a:lnTo>
                    <a:pt x="210785" y="845838"/>
                  </a:lnTo>
                  <a:lnTo>
                    <a:pt x="210781" y="845824"/>
                  </a:lnTo>
                  <a:lnTo>
                    <a:pt x="210765" y="845789"/>
                  </a:lnTo>
                  <a:lnTo>
                    <a:pt x="210757" y="845770"/>
                  </a:lnTo>
                  <a:lnTo>
                    <a:pt x="210759" y="845762"/>
                  </a:lnTo>
                  <a:lnTo>
                    <a:pt x="210765" y="845755"/>
                  </a:lnTo>
                  <a:lnTo>
                    <a:pt x="210782" y="845743"/>
                  </a:lnTo>
                  <a:lnTo>
                    <a:pt x="210787" y="845736"/>
                  </a:lnTo>
                  <a:lnTo>
                    <a:pt x="210806" y="845701"/>
                  </a:lnTo>
                  <a:lnTo>
                    <a:pt x="210829" y="845660"/>
                  </a:lnTo>
                  <a:lnTo>
                    <a:pt x="210840" y="845627"/>
                  </a:lnTo>
                  <a:lnTo>
                    <a:pt x="210839" y="845595"/>
                  </a:lnTo>
                  <a:lnTo>
                    <a:pt x="210834" y="845560"/>
                  </a:lnTo>
                  <a:lnTo>
                    <a:pt x="210824" y="845543"/>
                  </a:lnTo>
                  <a:lnTo>
                    <a:pt x="210805" y="845528"/>
                  </a:lnTo>
                  <a:lnTo>
                    <a:pt x="210788" y="845518"/>
                  </a:lnTo>
                  <a:lnTo>
                    <a:pt x="210787" y="845512"/>
                  </a:lnTo>
                  <a:lnTo>
                    <a:pt x="210788" y="845506"/>
                  </a:lnTo>
                  <a:lnTo>
                    <a:pt x="210804" y="845477"/>
                  </a:lnTo>
                  <a:lnTo>
                    <a:pt x="210814" y="845460"/>
                  </a:lnTo>
                  <a:lnTo>
                    <a:pt x="210814" y="845446"/>
                  </a:lnTo>
                  <a:lnTo>
                    <a:pt x="210817" y="845424"/>
                  </a:lnTo>
                  <a:lnTo>
                    <a:pt x="210816" y="845417"/>
                  </a:lnTo>
                  <a:lnTo>
                    <a:pt x="210817" y="845374"/>
                  </a:lnTo>
                  <a:lnTo>
                    <a:pt x="210824" y="845343"/>
                  </a:lnTo>
                  <a:lnTo>
                    <a:pt x="210826" y="845319"/>
                  </a:lnTo>
                  <a:lnTo>
                    <a:pt x="210841" y="845290"/>
                  </a:lnTo>
                  <a:lnTo>
                    <a:pt x="210845" y="845269"/>
                  </a:lnTo>
                  <a:lnTo>
                    <a:pt x="210846" y="845253"/>
                  </a:lnTo>
                  <a:lnTo>
                    <a:pt x="210844" y="845221"/>
                  </a:lnTo>
                  <a:lnTo>
                    <a:pt x="210840" y="845208"/>
                  </a:lnTo>
                  <a:lnTo>
                    <a:pt x="210836" y="845202"/>
                  </a:lnTo>
                  <a:lnTo>
                    <a:pt x="210836" y="845197"/>
                  </a:lnTo>
                  <a:lnTo>
                    <a:pt x="210840" y="845186"/>
                  </a:lnTo>
                  <a:lnTo>
                    <a:pt x="210847" y="845177"/>
                  </a:lnTo>
                  <a:lnTo>
                    <a:pt x="210851" y="845170"/>
                  </a:lnTo>
                  <a:lnTo>
                    <a:pt x="210876" y="845143"/>
                  </a:lnTo>
                  <a:lnTo>
                    <a:pt x="210889" y="845120"/>
                  </a:lnTo>
                  <a:lnTo>
                    <a:pt x="210915" y="845078"/>
                  </a:lnTo>
                  <a:lnTo>
                    <a:pt x="210925" y="845073"/>
                  </a:lnTo>
                  <a:lnTo>
                    <a:pt x="210937" y="845067"/>
                  </a:lnTo>
                  <a:lnTo>
                    <a:pt x="210940" y="845061"/>
                  </a:lnTo>
                  <a:lnTo>
                    <a:pt x="210944" y="845028"/>
                  </a:lnTo>
                  <a:lnTo>
                    <a:pt x="210954" y="845013"/>
                  </a:lnTo>
                  <a:lnTo>
                    <a:pt x="210959" y="845007"/>
                  </a:lnTo>
                  <a:lnTo>
                    <a:pt x="210982" y="844976"/>
                  </a:lnTo>
                  <a:lnTo>
                    <a:pt x="210995" y="844942"/>
                  </a:lnTo>
                  <a:lnTo>
                    <a:pt x="210996" y="844911"/>
                  </a:lnTo>
                  <a:lnTo>
                    <a:pt x="211002" y="844887"/>
                  </a:lnTo>
                  <a:lnTo>
                    <a:pt x="211015" y="844851"/>
                  </a:lnTo>
                  <a:lnTo>
                    <a:pt x="211016" y="844790"/>
                  </a:lnTo>
                  <a:lnTo>
                    <a:pt x="211017" y="844756"/>
                  </a:lnTo>
                  <a:lnTo>
                    <a:pt x="211024" y="844721"/>
                  </a:lnTo>
                  <a:lnTo>
                    <a:pt x="211017" y="844675"/>
                  </a:lnTo>
                  <a:lnTo>
                    <a:pt x="211012" y="844641"/>
                  </a:lnTo>
                  <a:lnTo>
                    <a:pt x="211012" y="844612"/>
                  </a:lnTo>
                  <a:lnTo>
                    <a:pt x="211016" y="844596"/>
                  </a:lnTo>
                  <a:lnTo>
                    <a:pt x="211020" y="844585"/>
                  </a:lnTo>
                  <a:lnTo>
                    <a:pt x="211037" y="844572"/>
                  </a:lnTo>
                  <a:lnTo>
                    <a:pt x="211046" y="844569"/>
                  </a:lnTo>
                  <a:lnTo>
                    <a:pt x="211053" y="844570"/>
                  </a:lnTo>
                  <a:lnTo>
                    <a:pt x="211078" y="844569"/>
                  </a:lnTo>
                  <a:lnTo>
                    <a:pt x="211102" y="844566"/>
                  </a:lnTo>
                  <a:lnTo>
                    <a:pt x="211113" y="844563"/>
                  </a:lnTo>
                  <a:lnTo>
                    <a:pt x="211130" y="844557"/>
                  </a:lnTo>
                  <a:lnTo>
                    <a:pt x="211146" y="844549"/>
                  </a:lnTo>
                  <a:lnTo>
                    <a:pt x="211157" y="844538"/>
                  </a:lnTo>
                  <a:lnTo>
                    <a:pt x="211159" y="844534"/>
                  </a:lnTo>
                  <a:lnTo>
                    <a:pt x="211160" y="844530"/>
                  </a:lnTo>
                  <a:lnTo>
                    <a:pt x="211159" y="844521"/>
                  </a:lnTo>
                  <a:lnTo>
                    <a:pt x="211157" y="844499"/>
                  </a:lnTo>
                  <a:lnTo>
                    <a:pt x="211164" y="844462"/>
                  </a:lnTo>
                  <a:lnTo>
                    <a:pt x="211167" y="844435"/>
                  </a:lnTo>
                  <a:lnTo>
                    <a:pt x="211166" y="844405"/>
                  </a:lnTo>
                  <a:lnTo>
                    <a:pt x="211164" y="844385"/>
                  </a:lnTo>
                  <a:lnTo>
                    <a:pt x="211165" y="844372"/>
                  </a:lnTo>
                  <a:lnTo>
                    <a:pt x="211170" y="844360"/>
                  </a:lnTo>
                  <a:lnTo>
                    <a:pt x="211191" y="844336"/>
                  </a:lnTo>
                  <a:lnTo>
                    <a:pt x="211230" y="844313"/>
                  </a:lnTo>
                  <a:lnTo>
                    <a:pt x="211252" y="844295"/>
                  </a:lnTo>
                  <a:lnTo>
                    <a:pt x="211264" y="844287"/>
                  </a:lnTo>
                  <a:lnTo>
                    <a:pt x="211281" y="844264"/>
                  </a:lnTo>
                  <a:lnTo>
                    <a:pt x="211309" y="844205"/>
                  </a:lnTo>
                  <a:lnTo>
                    <a:pt x="211326" y="844164"/>
                  </a:lnTo>
                  <a:lnTo>
                    <a:pt x="211339" y="844133"/>
                  </a:lnTo>
                  <a:lnTo>
                    <a:pt x="211347" y="844127"/>
                  </a:lnTo>
                  <a:lnTo>
                    <a:pt x="211356" y="844124"/>
                  </a:lnTo>
                  <a:lnTo>
                    <a:pt x="211368" y="844127"/>
                  </a:lnTo>
                  <a:lnTo>
                    <a:pt x="211377" y="844127"/>
                  </a:lnTo>
                  <a:lnTo>
                    <a:pt x="211386" y="844127"/>
                  </a:lnTo>
                  <a:lnTo>
                    <a:pt x="211398" y="844125"/>
                  </a:lnTo>
                  <a:lnTo>
                    <a:pt x="211410" y="844118"/>
                  </a:lnTo>
                  <a:lnTo>
                    <a:pt x="211419" y="844106"/>
                  </a:lnTo>
                  <a:lnTo>
                    <a:pt x="211427" y="844098"/>
                  </a:lnTo>
                  <a:lnTo>
                    <a:pt x="211445" y="844073"/>
                  </a:lnTo>
                  <a:lnTo>
                    <a:pt x="211460" y="844045"/>
                  </a:lnTo>
                  <a:lnTo>
                    <a:pt x="211472" y="844020"/>
                  </a:lnTo>
                  <a:lnTo>
                    <a:pt x="211511" y="843937"/>
                  </a:lnTo>
                  <a:lnTo>
                    <a:pt x="211532" y="843904"/>
                  </a:lnTo>
                  <a:lnTo>
                    <a:pt x="211534" y="843879"/>
                  </a:lnTo>
                  <a:lnTo>
                    <a:pt x="211520" y="843824"/>
                  </a:lnTo>
                  <a:lnTo>
                    <a:pt x="211501" y="843782"/>
                  </a:lnTo>
                  <a:lnTo>
                    <a:pt x="211480" y="843757"/>
                  </a:lnTo>
                  <a:lnTo>
                    <a:pt x="211466" y="843744"/>
                  </a:lnTo>
                  <a:lnTo>
                    <a:pt x="211405" y="843659"/>
                  </a:lnTo>
                  <a:lnTo>
                    <a:pt x="211369" y="843599"/>
                  </a:lnTo>
                  <a:lnTo>
                    <a:pt x="211362" y="843587"/>
                  </a:lnTo>
                  <a:lnTo>
                    <a:pt x="211315" y="843497"/>
                  </a:lnTo>
                  <a:lnTo>
                    <a:pt x="211288" y="843422"/>
                  </a:lnTo>
                  <a:lnTo>
                    <a:pt x="211289" y="843400"/>
                  </a:lnTo>
                  <a:lnTo>
                    <a:pt x="211290" y="843346"/>
                  </a:lnTo>
                  <a:lnTo>
                    <a:pt x="211287" y="843268"/>
                  </a:lnTo>
                  <a:lnTo>
                    <a:pt x="211286" y="843217"/>
                  </a:lnTo>
                  <a:lnTo>
                    <a:pt x="211293" y="843149"/>
                  </a:lnTo>
                  <a:lnTo>
                    <a:pt x="211305" y="843117"/>
                  </a:lnTo>
                  <a:lnTo>
                    <a:pt x="211319" y="843095"/>
                  </a:lnTo>
                  <a:lnTo>
                    <a:pt x="211330" y="843077"/>
                  </a:lnTo>
                  <a:lnTo>
                    <a:pt x="211366" y="843052"/>
                  </a:lnTo>
                  <a:lnTo>
                    <a:pt x="211382" y="843051"/>
                  </a:lnTo>
                  <a:lnTo>
                    <a:pt x="211399" y="843054"/>
                  </a:lnTo>
                  <a:lnTo>
                    <a:pt x="211430" y="843059"/>
                  </a:lnTo>
                  <a:lnTo>
                    <a:pt x="211509" y="843092"/>
                  </a:lnTo>
                  <a:lnTo>
                    <a:pt x="211594" y="843120"/>
                  </a:lnTo>
                  <a:lnTo>
                    <a:pt x="211628" y="843126"/>
                  </a:lnTo>
                  <a:lnTo>
                    <a:pt x="211649" y="843126"/>
                  </a:lnTo>
                  <a:lnTo>
                    <a:pt x="211681" y="843123"/>
                  </a:lnTo>
                  <a:lnTo>
                    <a:pt x="211760" y="843103"/>
                  </a:lnTo>
                  <a:lnTo>
                    <a:pt x="211823" y="843090"/>
                  </a:lnTo>
                  <a:lnTo>
                    <a:pt x="211834" y="843087"/>
                  </a:lnTo>
                  <a:lnTo>
                    <a:pt x="211921" y="843082"/>
                  </a:lnTo>
                  <a:lnTo>
                    <a:pt x="211973" y="843074"/>
                  </a:lnTo>
                  <a:lnTo>
                    <a:pt x="212046" y="843055"/>
                  </a:lnTo>
                  <a:lnTo>
                    <a:pt x="212083" y="843048"/>
                  </a:lnTo>
                  <a:lnTo>
                    <a:pt x="212170" y="843036"/>
                  </a:lnTo>
                  <a:lnTo>
                    <a:pt x="212192" y="843033"/>
                  </a:lnTo>
                  <a:lnTo>
                    <a:pt x="212224" y="843017"/>
                  </a:lnTo>
                  <a:lnTo>
                    <a:pt x="212229" y="843015"/>
                  </a:lnTo>
                  <a:lnTo>
                    <a:pt x="212260" y="843008"/>
                  </a:lnTo>
                  <a:lnTo>
                    <a:pt x="212300" y="843002"/>
                  </a:lnTo>
                  <a:lnTo>
                    <a:pt x="212325" y="843005"/>
                  </a:lnTo>
                  <a:lnTo>
                    <a:pt x="212359" y="843023"/>
                  </a:lnTo>
                  <a:lnTo>
                    <a:pt x="212393" y="843047"/>
                  </a:lnTo>
                  <a:lnTo>
                    <a:pt x="212427" y="843074"/>
                  </a:lnTo>
                  <a:lnTo>
                    <a:pt x="212457" y="843095"/>
                  </a:lnTo>
                  <a:lnTo>
                    <a:pt x="212496" y="843096"/>
                  </a:lnTo>
                  <a:lnTo>
                    <a:pt x="212544" y="843097"/>
                  </a:lnTo>
                  <a:lnTo>
                    <a:pt x="212600" y="843102"/>
                  </a:lnTo>
                  <a:lnTo>
                    <a:pt x="212656" y="843102"/>
                  </a:lnTo>
                  <a:lnTo>
                    <a:pt x="212688" y="843095"/>
                  </a:lnTo>
                  <a:lnTo>
                    <a:pt x="212736" y="843079"/>
                  </a:lnTo>
                  <a:lnTo>
                    <a:pt x="212761" y="843066"/>
                  </a:lnTo>
                  <a:lnTo>
                    <a:pt x="212798" y="843047"/>
                  </a:lnTo>
                  <a:lnTo>
                    <a:pt x="212821" y="843029"/>
                  </a:lnTo>
                  <a:lnTo>
                    <a:pt x="212838" y="843014"/>
                  </a:lnTo>
                  <a:lnTo>
                    <a:pt x="212856" y="843009"/>
                  </a:lnTo>
                  <a:lnTo>
                    <a:pt x="212870" y="843011"/>
                  </a:lnTo>
                  <a:lnTo>
                    <a:pt x="212898" y="843018"/>
                  </a:lnTo>
                  <a:lnTo>
                    <a:pt x="212916" y="843025"/>
                  </a:lnTo>
                  <a:lnTo>
                    <a:pt x="212947" y="843024"/>
                  </a:lnTo>
                  <a:lnTo>
                    <a:pt x="212980" y="843017"/>
                  </a:lnTo>
                  <a:lnTo>
                    <a:pt x="213001" y="843006"/>
                  </a:lnTo>
                  <a:lnTo>
                    <a:pt x="213025" y="842995"/>
                  </a:lnTo>
                  <a:lnTo>
                    <a:pt x="213061" y="842986"/>
                  </a:lnTo>
                  <a:lnTo>
                    <a:pt x="213069" y="842984"/>
                  </a:lnTo>
                  <a:lnTo>
                    <a:pt x="213082" y="842981"/>
                  </a:lnTo>
                  <a:lnTo>
                    <a:pt x="213090" y="842980"/>
                  </a:lnTo>
                  <a:lnTo>
                    <a:pt x="213108" y="842988"/>
                  </a:lnTo>
                  <a:lnTo>
                    <a:pt x="213140" y="842998"/>
                  </a:lnTo>
                  <a:lnTo>
                    <a:pt x="213157" y="843003"/>
                  </a:lnTo>
                  <a:lnTo>
                    <a:pt x="213184" y="843007"/>
                  </a:lnTo>
                  <a:lnTo>
                    <a:pt x="213194" y="843008"/>
                  </a:lnTo>
                  <a:lnTo>
                    <a:pt x="213232" y="843010"/>
                  </a:lnTo>
                  <a:lnTo>
                    <a:pt x="213238" y="843009"/>
                  </a:lnTo>
                  <a:lnTo>
                    <a:pt x="213244" y="843009"/>
                  </a:lnTo>
                  <a:lnTo>
                    <a:pt x="213256" y="843008"/>
                  </a:lnTo>
                  <a:lnTo>
                    <a:pt x="213274" y="843006"/>
                  </a:lnTo>
                  <a:lnTo>
                    <a:pt x="213281" y="843004"/>
                  </a:lnTo>
                  <a:lnTo>
                    <a:pt x="213299" y="842988"/>
                  </a:lnTo>
                  <a:lnTo>
                    <a:pt x="213317" y="842972"/>
                  </a:lnTo>
                  <a:lnTo>
                    <a:pt x="213350" y="842950"/>
                  </a:lnTo>
                  <a:lnTo>
                    <a:pt x="213382" y="842939"/>
                  </a:lnTo>
                  <a:lnTo>
                    <a:pt x="213407" y="842928"/>
                  </a:lnTo>
                  <a:lnTo>
                    <a:pt x="213414" y="842914"/>
                  </a:lnTo>
                  <a:lnTo>
                    <a:pt x="213417" y="842900"/>
                  </a:lnTo>
                  <a:lnTo>
                    <a:pt x="213425" y="842885"/>
                  </a:lnTo>
                  <a:lnTo>
                    <a:pt x="213433" y="842878"/>
                  </a:lnTo>
                  <a:lnTo>
                    <a:pt x="213452" y="842876"/>
                  </a:lnTo>
                  <a:lnTo>
                    <a:pt x="213465" y="842877"/>
                  </a:lnTo>
                  <a:lnTo>
                    <a:pt x="213493" y="842886"/>
                  </a:lnTo>
                  <a:lnTo>
                    <a:pt x="213511" y="842887"/>
                  </a:lnTo>
                  <a:lnTo>
                    <a:pt x="213529" y="842881"/>
                  </a:lnTo>
                  <a:lnTo>
                    <a:pt x="213543" y="842876"/>
                  </a:lnTo>
                  <a:lnTo>
                    <a:pt x="213565" y="842871"/>
                  </a:lnTo>
                  <a:lnTo>
                    <a:pt x="213599" y="842863"/>
                  </a:lnTo>
                  <a:lnTo>
                    <a:pt x="213655" y="842845"/>
                  </a:lnTo>
                  <a:lnTo>
                    <a:pt x="213671" y="842829"/>
                  </a:lnTo>
                  <a:lnTo>
                    <a:pt x="213679" y="842813"/>
                  </a:lnTo>
                  <a:lnTo>
                    <a:pt x="213687" y="842786"/>
                  </a:lnTo>
                  <a:lnTo>
                    <a:pt x="213696" y="842765"/>
                  </a:lnTo>
                  <a:lnTo>
                    <a:pt x="213722" y="842745"/>
                  </a:lnTo>
                  <a:lnTo>
                    <a:pt x="213762" y="842731"/>
                  </a:lnTo>
                  <a:lnTo>
                    <a:pt x="213795" y="842729"/>
                  </a:lnTo>
                  <a:lnTo>
                    <a:pt x="213818" y="842721"/>
                  </a:lnTo>
                  <a:lnTo>
                    <a:pt x="213841" y="842702"/>
                  </a:lnTo>
                  <a:lnTo>
                    <a:pt x="213857" y="842683"/>
                  </a:lnTo>
                  <a:lnTo>
                    <a:pt x="213874" y="842663"/>
                  </a:lnTo>
                  <a:lnTo>
                    <a:pt x="213894" y="842648"/>
                  </a:lnTo>
                  <a:lnTo>
                    <a:pt x="213917" y="842640"/>
                  </a:lnTo>
                  <a:lnTo>
                    <a:pt x="213929" y="842631"/>
                  </a:lnTo>
                  <a:lnTo>
                    <a:pt x="213924" y="842625"/>
                  </a:lnTo>
                  <a:lnTo>
                    <a:pt x="213903" y="842609"/>
                  </a:lnTo>
                  <a:lnTo>
                    <a:pt x="213888" y="842596"/>
                  </a:lnTo>
                  <a:lnTo>
                    <a:pt x="213880" y="842583"/>
                  </a:lnTo>
                  <a:lnTo>
                    <a:pt x="213880" y="842560"/>
                  </a:lnTo>
                  <a:lnTo>
                    <a:pt x="213879" y="842516"/>
                  </a:lnTo>
                  <a:lnTo>
                    <a:pt x="213868" y="842491"/>
                  </a:lnTo>
                  <a:lnTo>
                    <a:pt x="213847" y="842463"/>
                  </a:lnTo>
                  <a:lnTo>
                    <a:pt x="213822" y="842438"/>
                  </a:lnTo>
                  <a:lnTo>
                    <a:pt x="213791" y="842407"/>
                  </a:lnTo>
                  <a:lnTo>
                    <a:pt x="213772" y="842394"/>
                  </a:lnTo>
                  <a:lnTo>
                    <a:pt x="213743" y="842365"/>
                  </a:lnTo>
                  <a:lnTo>
                    <a:pt x="213717" y="842341"/>
                  </a:lnTo>
                  <a:lnTo>
                    <a:pt x="213710" y="842336"/>
                  </a:lnTo>
                  <a:lnTo>
                    <a:pt x="213703" y="842326"/>
                  </a:lnTo>
                  <a:lnTo>
                    <a:pt x="213702" y="842321"/>
                  </a:lnTo>
                  <a:lnTo>
                    <a:pt x="213704" y="842304"/>
                  </a:lnTo>
                  <a:lnTo>
                    <a:pt x="213703" y="842289"/>
                  </a:lnTo>
                  <a:lnTo>
                    <a:pt x="213703" y="842276"/>
                  </a:lnTo>
                  <a:lnTo>
                    <a:pt x="213670" y="842237"/>
                  </a:lnTo>
                  <a:lnTo>
                    <a:pt x="213659" y="842228"/>
                  </a:lnTo>
                  <a:lnTo>
                    <a:pt x="213653" y="842224"/>
                  </a:lnTo>
                  <a:lnTo>
                    <a:pt x="213645" y="842219"/>
                  </a:lnTo>
                  <a:lnTo>
                    <a:pt x="213632" y="842211"/>
                  </a:lnTo>
                  <a:lnTo>
                    <a:pt x="213624" y="842205"/>
                  </a:lnTo>
                  <a:lnTo>
                    <a:pt x="213594" y="842190"/>
                  </a:lnTo>
                  <a:lnTo>
                    <a:pt x="213567" y="842179"/>
                  </a:lnTo>
                  <a:lnTo>
                    <a:pt x="213496" y="842156"/>
                  </a:lnTo>
                  <a:lnTo>
                    <a:pt x="213430" y="842141"/>
                  </a:lnTo>
                  <a:lnTo>
                    <a:pt x="213390" y="842136"/>
                  </a:lnTo>
                  <a:lnTo>
                    <a:pt x="213352" y="842133"/>
                  </a:lnTo>
                  <a:lnTo>
                    <a:pt x="213325" y="842129"/>
                  </a:lnTo>
                  <a:lnTo>
                    <a:pt x="213307" y="842117"/>
                  </a:lnTo>
                  <a:lnTo>
                    <a:pt x="213299" y="842109"/>
                  </a:lnTo>
                  <a:lnTo>
                    <a:pt x="213263" y="842090"/>
                  </a:lnTo>
                  <a:lnTo>
                    <a:pt x="213224" y="842074"/>
                  </a:lnTo>
                  <a:lnTo>
                    <a:pt x="213204" y="842070"/>
                  </a:lnTo>
                  <a:lnTo>
                    <a:pt x="213163" y="842051"/>
                  </a:lnTo>
                  <a:lnTo>
                    <a:pt x="213096" y="842021"/>
                  </a:lnTo>
                  <a:lnTo>
                    <a:pt x="213063" y="842013"/>
                  </a:lnTo>
                  <a:lnTo>
                    <a:pt x="213020" y="841987"/>
                  </a:lnTo>
                  <a:lnTo>
                    <a:pt x="212999" y="841965"/>
                  </a:lnTo>
                  <a:lnTo>
                    <a:pt x="212988" y="841948"/>
                  </a:lnTo>
                  <a:lnTo>
                    <a:pt x="212977" y="841948"/>
                  </a:lnTo>
                  <a:lnTo>
                    <a:pt x="212961" y="841953"/>
                  </a:lnTo>
                  <a:lnTo>
                    <a:pt x="212938" y="841942"/>
                  </a:lnTo>
                  <a:lnTo>
                    <a:pt x="212886" y="841912"/>
                  </a:lnTo>
                  <a:lnTo>
                    <a:pt x="212865" y="841896"/>
                  </a:lnTo>
                  <a:lnTo>
                    <a:pt x="212853" y="841873"/>
                  </a:lnTo>
                  <a:lnTo>
                    <a:pt x="212844" y="841856"/>
                  </a:lnTo>
                  <a:lnTo>
                    <a:pt x="212835" y="841847"/>
                  </a:lnTo>
                  <a:lnTo>
                    <a:pt x="212828" y="841839"/>
                  </a:lnTo>
                  <a:lnTo>
                    <a:pt x="212827" y="841822"/>
                  </a:lnTo>
                  <a:lnTo>
                    <a:pt x="212825" y="841814"/>
                  </a:lnTo>
                  <a:lnTo>
                    <a:pt x="212815" y="841805"/>
                  </a:lnTo>
                  <a:lnTo>
                    <a:pt x="212786" y="841799"/>
                  </a:lnTo>
                  <a:lnTo>
                    <a:pt x="212753" y="841798"/>
                  </a:lnTo>
                  <a:lnTo>
                    <a:pt x="212717" y="841799"/>
                  </a:lnTo>
                  <a:lnTo>
                    <a:pt x="212692" y="841799"/>
                  </a:lnTo>
                  <a:lnTo>
                    <a:pt x="212669" y="841802"/>
                  </a:lnTo>
                  <a:lnTo>
                    <a:pt x="212653" y="841803"/>
                  </a:lnTo>
                  <a:lnTo>
                    <a:pt x="212644" y="841800"/>
                  </a:lnTo>
                  <a:lnTo>
                    <a:pt x="212632" y="841786"/>
                  </a:lnTo>
                  <a:lnTo>
                    <a:pt x="212616" y="841771"/>
                  </a:lnTo>
                  <a:lnTo>
                    <a:pt x="212583" y="841746"/>
                  </a:lnTo>
                  <a:lnTo>
                    <a:pt x="212559" y="841736"/>
                  </a:lnTo>
                  <a:lnTo>
                    <a:pt x="212548" y="841732"/>
                  </a:lnTo>
                  <a:lnTo>
                    <a:pt x="212521" y="841732"/>
                  </a:lnTo>
                  <a:lnTo>
                    <a:pt x="212499" y="841731"/>
                  </a:lnTo>
                  <a:lnTo>
                    <a:pt x="212485" y="841727"/>
                  </a:lnTo>
                  <a:lnTo>
                    <a:pt x="212477" y="841718"/>
                  </a:lnTo>
                  <a:lnTo>
                    <a:pt x="212473" y="841700"/>
                  </a:lnTo>
                  <a:lnTo>
                    <a:pt x="212468" y="841680"/>
                  </a:lnTo>
                  <a:lnTo>
                    <a:pt x="212462" y="841660"/>
                  </a:lnTo>
                  <a:lnTo>
                    <a:pt x="212431" y="841630"/>
                  </a:lnTo>
                  <a:lnTo>
                    <a:pt x="212403" y="841614"/>
                  </a:lnTo>
                  <a:lnTo>
                    <a:pt x="212364" y="841598"/>
                  </a:lnTo>
                  <a:lnTo>
                    <a:pt x="212339" y="841592"/>
                  </a:lnTo>
                  <a:lnTo>
                    <a:pt x="212304" y="841584"/>
                  </a:lnTo>
                  <a:lnTo>
                    <a:pt x="212266" y="841576"/>
                  </a:lnTo>
                  <a:lnTo>
                    <a:pt x="212249" y="841566"/>
                  </a:lnTo>
                  <a:lnTo>
                    <a:pt x="212227" y="841549"/>
                  </a:lnTo>
                  <a:lnTo>
                    <a:pt x="212208" y="841517"/>
                  </a:lnTo>
                  <a:lnTo>
                    <a:pt x="212203" y="841504"/>
                  </a:lnTo>
                  <a:lnTo>
                    <a:pt x="212194" y="841484"/>
                  </a:lnTo>
                  <a:lnTo>
                    <a:pt x="212180" y="841454"/>
                  </a:lnTo>
                  <a:lnTo>
                    <a:pt x="212171" y="841442"/>
                  </a:lnTo>
                  <a:lnTo>
                    <a:pt x="212162" y="841433"/>
                  </a:lnTo>
                  <a:lnTo>
                    <a:pt x="212149" y="841426"/>
                  </a:lnTo>
                  <a:lnTo>
                    <a:pt x="212130" y="841393"/>
                  </a:lnTo>
                  <a:lnTo>
                    <a:pt x="212109" y="841364"/>
                  </a:lnTo>
                  <a:lnTo>
                    <a:pt x="212098" y="841351"/>
                  </a:lnTo>
                  <a:lnTo>
                    <a:pt x="212080" y="841348"/>
                  </a:lnTo>
                  <a:lnTo>
                    <a:pt x="212039" y="841351"/>
                  </a:lnTo>
                  <a:lnTo>
                    <a:pt x="212013" y="841357"/>
                  </a:lnTo>
                  <a:lnTo>
                    <a:pt x="211972" y="841362"/>
                  </a:lnTo>
                  <a:lnTo>
                    <a:pt x="211940" y="841358"/>
                  </a:lnTo>
                  <a:lnTo>
                    <a:pt x="211904" y="841349"/>
                  </a:lnTo>
                  <a:lnTo>
                    <a:pt x="211878" y="841342"/>
                  </a:lnTo>
                  <a:lnTo>
                    <a:pt x="211861" y="841344"/>
                  </a:lnTo>
                  <a:lnTo>
                    <a:pt x="211849" y="841352"/>
                  </a:lnTo>
                  <a:lnTo>
                    <a:pt x="211819" y="841358"/>
                  </a:lnTo>
                  <a:lnTo>
                    <a:pt x="211799" y="841359"/>
                  </a:lnTo>
                  <a:lnTo>
                    <a:pt x="211784" y="841354"/>
                  </a:lnTo>
                  <a:lnTo>
                    <a:pt x="211763" y="841345"/>
                  </a:lnTo>
                  <a:lnTo>
                    <a:pt x="211717" y="841339"/>
                  </a:lnTo>
                  <a:lnTo>
                    <a:pt x="211690" y="841324"/>
                  </a:lnTo>
                  <a:lnTo>
                    <a:pt x="211666" y="841324"/>
                  </a:lnTo>
                  <a:lnTo>
                    <a:pt x="211647" y="841318"/>
                  </a:lnTo>
                  <a:lnTo>
                    <a:pt x="211642" y="841301"/>
                  </a:lnTo>
                  <a:lnTo>
                    <a:pt x="211633" y="841279"/>
                  </a:lnTo>
                  <a:lnTo>
                    <a:pt x="211619" y="841265"/>
                  </a:lnTo>
                  <a:lnTo>
                    <a:pt x="211591" y="841246"/>
                  </a:lnTo>
                  <a:lnTo>
                    <a:pt x="211569" y="841236"/>
                  </a:lnTo>
                  <a:lnTo>
                    <a:pt x="211535" y="841220"/>
                  </a:lnTo>
                  <a:lnTo>
                    <a:pt x="211518" y="841218"/>
                  </a:lnTo>
                  <a:lnTo>
                    <a:pt x="211488" y="841221"/>
                  </a:lnTo>
                  <a:lnTo>
                    <a:pt x="211470" y="841221"/>
                  </a:lnTo>
                  <a:lnTo>
                    <a:pt x="211459" y="841214"/>
                  </a:lnTo>
                  <a:lnTo>
                    <a:pt x="211442" y="841197"/>
                  </a:lnTo>
                  <a:lnTo>
                    <a:pt x="211422" y="841185"/>
                  </a:lnTo>
                  <a:lnTo>
                    <a:pt x="211405" y="841162"/>
                  </a:lnTo>
                  <a:lnTo>
                    <a:pt x="211397" y="841132"/>
                  </a:lnTo>
                  <a:lnTo>
                    <a:pt x="211383" y="841101"/>
                  </a:lnTo>
                  <a:lnTo>
                    <a:pt x="211379" y="841092"/>
                  </a:lnTo>
                  <a:lnTo>
                    <a:pt x="211367" y="841086"/>
                  </a:lnTo>
                  <a:lnTo>
                    <a:pt x="211348" y="841086"/>
                  </a:lnTo>
                  <a:lnTo>
                    <a:pt x="211335" y="841086"/>
                  </a:lnTo>
                  <a:lnTo>
                    <a:pt x="211315" y="841090"/>
                  </a:lnTo>
                  <a:lnTo>
                    <a:pt x="211290" y="841092"/>
                  </a:lnTo>
                  <a:lnTo>
                    <a:pt x="211262" y="841090"/>
                  </a:lnTo>
                  <a:lnTo>
                    <a:pt x="211235" y="841074"/>
                  </a:lnTo>
                  <a:lnTo>
                    <a:pt x="211181" y="841048"/>
                  </a:lnTo>
                  <a:lnTo>
                    <a:pt x="211153" y="841032"/>
                  </a:lnTo>
                  <a:lnTo>
                    <a:pt x="211116" y="841021"/>
                  </a:lnTo>
                  <a:lnTo>
                    <a:pt x="211085" y="841011"/>
                  </a:lnTo>
                  <a:lnTo>
                    <a:pt x="211073" y="841007"/>
                  </a:lnTo>
                  <a:lnTo>
                    <a:pt x="211071" y="841001"/>
                  </a:lnTo>
                  <a:lnTo>
                    <a:pt x="211071" y="840994"/>
                  </a:lnTo>
                  <a:lnTo>
                    <a:pt x="211074" y="840980"/>
                  </a:lnTo>
                  <a:lnTo>
                    <a:pt x="211082" y="840969"/>
                  </a:lnTo>
                  <a:lnTo>
                    <a:pt x="211085" y="840955"/>
                  </a:lnTo>
                  <a:lnTo>
                    <a:pt x="211087" y="840942"/>
                  </a:lnTo>
                  <a:lnTo>
                    <a:pt x="211083" y="840928"/>
                  </a:lnTo>
                  <a:lnTo>
                    <a:pt x="211073" y="840911"/>
                  </a:lnTo>
                  <a:lnTo>
                    <a:pt x="211062" y="840898"/>
                  </a:lnTo>
                  <a:lnTo>
                    <a:pt x="211043" y="840888"/>
                  </a:lnTo>
                  <a:lnTo>
                    <a:pt x="211032" y="840879"/>
                  </a:lnTo>
                  <a:lnTo>
                    <a:pt x="211021" y="840858"/>
                  </a:lnTo>
                  <a:lnTo>
                    <a:pt x="211010" y="840838"/>
                  </a:lnTo>
                  <a:lnTo>
                    <a:pt x="211001" y="840828"/>
                  </a:lnTo>
                  <a:lnTo>
                    <a:pt x="210980" y="840808"/>
                  </a:lnTo>
                  <a:lnTo>
                    <a:pt x="210964" y="840784"/>
                  </a:lnTo>
                  <a:lnTo>
                    <a:pt x="210943" y="840763"/>
                  </a:lnTo>
                  <a:lnTo>
                    <a:pt x="210918" y="840739"/>
                  </a:lnTo>
                  <a:lnTo>
                    <a:pt x="210890" y="840717"/>
                  </a:lnTo>
                  <a:lnTo>
                    <a:pt x="210838" y="840687"/>
                  </a:lnTo>
                  <a:lnTo>
                    <a:pt x="210818" y="840674"/>
                  </a:lnTo>
                  <a:lnTo>
                    <a:pt x="210814" y="840667"/>
                  </a:lnTo>
                  <a:lnTo>
                    <a:pt x="210813" y="840653"/>
                  </a:lnTo>
                  <a:lnTo>
                    <a:pt x="210813" y="840636"/>
                  </a:lnTo>
                  <a:lnTo>
                    <a:pt x="210807" y="840616"/>
                  </a:lnTo>
                  <a:lnTo>
                    <a:pt x="210791" y="840601"/>
                  </a:lnTo>
                  <a:lnTo>
                    <a:pt x="210773" y="840585"/>
                  </a:lnTo>
                  <a:lnTo>
                    <a:pt x="210765" y="840579"/>
                  </a:lnTo>
                  <a:lnTo>
                    <a:pt x="210763" y="840573"/>
                  </a:lnTo>
                  <a:lnTo>
                    <a:pt x="210766" y="840561"/>
                  </a:lnTo>
                  <a:lnTo>
                    <a:pt x="210774" y="840545"/>
                  </a:lnTo>
                  <a:lnTo>
                    <a:pt x="210775" y="840523"/>
                  </a:lnTo>
                  <a:lnTo>
                    <a:pt x="210775" y="840508"/>
                  </a:lnTo>
                  <a:lnTo>
                    <a:pt x="210771" y="840495"/>
                  </a:lnTo>
                  <a:lnTo>
                    <a:pt x="210762" y="840483"/>
                  </a:lnTo>
                  <a:lnTo>
                    <a:pt x="210744" y="840457"/>
                  </a:lnTo>
                  <a:lnTo>
                    <a:pt x="210732" y="840435"/>
                  </a:lnTo>
                  <a:lnTo>
                    <a:pt x="210725" y="840424"/>
                  </a:lnTo>
                  <a:lnTo>
                    <a:pt x="210723" y="840413"/>
                  </a:lnTo>
                  <a:lnTo>
                    <a:pt x="210723" y="840402"/>
                  </a:lnTo>
                  <a:lnTo>
                    <a:pt x="210726" y="840383"/>
                  </a:lnTo>
                  <a:lnTo>
                    <a:pt x="210737" y="840361"/>
                  </a:lnTo>
                  <a:lnTo>
                    <a:pt x="210752" y="840333"/>
                  </a:lnTo>
                  <a:lnTo>
                    <a:pt x="210771" y="840304"/>
                  </a:lnTo>
                  <a:lnTo>
                    <a:pt x="210772" y="840295"/>
                  </a:lnTo>
                  <a:lnTo>
                    <a:pt x="210768" y="840280"/>
                  </a:lnTo>
                  <a:lnTo>
                    <a:pt x="210765" y="840266"/>
                  </a:lnTo>
                  <a:lnTo>
                    <a:pt x="210760" y="840254"/>
                  </a:lnTo>
                  <a:lnTo>
                    <a:pt x="210757" y="840236"/>
                  </a:lnTo>
                  <a:lnTo>
                    <a:pt x="210766" y="840185"/>
                  </a:lnTo>
                  <a:lnTo>
                    <a:pt x="210781" y="840096"/>
                  </a:lnTo>
                  <a:lnTo>
                    <a:pt x="210790" y="840036"/>
                  </a:lnTo>
                  <a:lnTo>
                    <a:pt x="210794" y="840004"/>
                  </a:lnTo>
                  <a:lnTo>
                    <a:pt x="210801" y="839975"/>
                  </a:lnTo>
                  <a:lnTo>
                    <a:pt x="210809" y="839955"/>
                  </a:lnTo>
                  <a:lnTo>
                    <a:pt x="210814" y="839923"/>
                  </a:lnTo>
                  <a:lnTo>
                    <a:pt x="210815" y="839908"/>
                  </a:lnTo>
                  <a:lnTo>
                    <a:pt x="210803" y="839896"/>
                  </a:lnTo>
                  <a:lnTo>
                    <a:pt x="210791" y="839894"/>
                  </a:lnTo>
                  <a:lnTo>
                    <a:pt x="210777" y="839888"/>
                  </a:lnTo>
                  <a:lnTo>
                    <a:pt x="210744" y="839881"/>
                  </a:lnTo>
                  <a:lnTo>
                    <a:pt x="210713" y="839877"/>
                  </a:lnTo>
                  <a:lnTo>
                    <a:pt x="210689" y="839878"/>
                  </a:lnTo>
                  <a:lnTo>
                    <a:pt x="210661" y="839889"/>
                  </a:lnTo>
                  <a:lnTo>
                    <a:pt x="210633" y="839894"/>
                  </a:lnTo>
                  <a:lnTo>
                    <a:pt x="210606" y="839896"/>
                  </a:lnTo>
                  <a:lnTo>
                    <a:pt x="210570" y="839889"/>
                  </a:lnTo>
                  <a:lnTo>
                    <a:pt x="210540" y="839872"/>
                  </a:lnTo>
                  <a:lnTo>
                    <a:pt x="210521" y="839865"/>
                  </a:lnTo>
                  <a:lnTo>
                    <a:pt x="210482" y="839854"/>
                  </a:lnTo>
                  <a:lnTo>
                    <a:pt x="210445" y="839852"/>
                  </a:lnTo>
                  <a:lnTo>
                    <a:pt x="210404" y="839844"/>
                  </a:lnTo>
                  <a:lnTo>
                    <a:pt x="210375" y="839831"/>
                  </a:lnTo>
                  <a:lnTo>
                    <a:pt x="210360" y="839816"/>
                  </a:lnTo>
                  <a:lnTo>
                    <a:pt x="210341" y="839799"/>
                  </a:lnTo>
                  <a:lnTo>
                    <a:pt x="210320" y="839793"/>
                  </a:lnTo>
                  <a:lnTo>
                    <a:pt x="210286" y="839789"/>
                  </a:lnTo>
                  <a:lnTo>
                    <a:pt x="210265" y="839789"/>
                  </a:lnTo>
                  <a:lnTo>
                    <a:pt x="210232" y="839794"/>
                  </a:lnTo>
                  <a:lnTo>
                    <a:pt x="210199" y="839800"/>
                  </a:lnTo>
                  <a:lnTo>
                    <a:pt x="210164" y="839809"/>
                  </a:lnTo>
                  <a:lnTo>
                    <a:pt x="210140" y="839812"/>
                  </a:lnTo>
                  <a:lnTo>
                    <a:pt x="210121" y="839818"/>
                  </a:lnTo>
                  <a:lnTo>
                    <a:pt x="210092" y="839831"/>
                  </a:lnTo>
                  <a:lnTo>
                    <a:pt x="210062" y="839848"/>
                  </a:lnTo>
                  <a:lnTo>
                    <a:pt x="210034" y="839863"/>
                  </a:lnTo>
                  <a:lnTo>
                    <a:pt x="210000" y="839879"/>
                  </a:lnTo>
                  <a:lnTo>
                    <a:pt x="209978" y="839894"/>
                  </a:lnTo>
                  <a:lnTo>
                    <a:pt x="209969" y="839909"/>
                  </a:lnTo>
                  <a:lnTo>
                    <a:pt x="209963" y="839951"/>
                  </a:lnTo>
                  <a:lnTo>
                    <a:pt x="209961" y="839970"/>
                  </a:lnTo>
                  <a:lnTo>
                    <a:pt x="209954" y="839996"/>
                  </a:lnTo>
                  <a:lnTo>
                    <a:pt x="209938" y="840014"/>
                  </a:lnTo>
                  <a:lnTo>
                    <a:pt x="209919" y="840024"/>
                  </a:lnTo>
                  <a:lnTo>
                    <a:pt x="209899" y="840028"/>
                  </a:lnTo>
                  <a:lnTo>
                    <a:pt x="209853" y="840036"/>
                  </a:lnTo>
                  <a:lnTo>
                    <a:pt x="209821" y="840044"/>
                  </a:lnTo>
                  <a:lnTo>
                    <a:pt x="209777" y="840054"/>
                  </a:lnTo>
                  <a:lnTo>
                    <a:pt x="209745" y="840068"/>
                  </a:lnTo>
                  <a:lnTo>
                    <a:pt x="209723" y="840076"/>
                  </a:lnTo>
                  <a:lnTo>
                    <a:pt x="209701" y="840093"/>
                  </a:lnTo>
                  <a:lnTo>
                    <a:pt x="209674" y="840120"/>
                  </a:lnTo>
                  <a:lnTo>
                    <a:pt x="209663" y="840139"/>
                  </a:lnTo>
                  <a:lnTo>
                    <a:pt x="209644" y="840161"/>
                  </a:lnTo>
                  <a:lnTo>
                    <a:pt x="209624" y="840175"/>
                  </a:lnTo>
                  <a:lnTo>
                    <a:pt x="209596" y="840194"/>
                  </a:lnTo>
                  <a:lnTo>
                    <a:pt x="209579" y="840200"/>
                  </a:lnTo>
                  <a:lnTo>
                    <a:pt x="209551" y="840206"/>
                  </a:lnTo>
                  <a:lnTo>
                    <a:pt x="209526" y="840211"/>
                  </a:lnTo>
                  <a:lnTo>
                    <a:pt x="209521" y="840217"/>
                  </a:lnTo>
                  <a:lnTo>
                    <a:pt x="209517" y="840233"/>
                  </a:lnTo>
                  <a:lnTo>
                    <a:pt x="209514" y="840264"/>
                  </a:lnTo>
                  <a:lnTo>
                    <a:pt x="209513" y="840284"/>
                  </a:lnTo>
                  <a:lnTo>
                    <a:pt x="209510" y="840306"/>
                  </a:lnTo>
                  <a:lnTo>
                    <a:pt x="209508" y="840323"/>
                  </a:lnTo>
                  <a:lnTo>
                    <a:pt x="209510" y="840346"/>
                  </a:lnTo>
                  <a:lnTo>
                    <a:pt x="209516" y="840362"/>
                  </a:lnTo>
                  <a:lnTo>
                    <a:pt x="209521" y="840388"/>
                  </a:lnTo>
                  <a:lnTo>
                    <a:pt x="209521" y="840403"/>
                  </a:lnTo>
                  <a:lnTo>
                    <a:pt x="209520" y="840413"/>
                  </a:lnTo>
                  <a:lnTo>
                    <a:pt x="209506" y="840425"/>
                  </a:lnTo>
                  <a:lnTo>
                    <a:pt x="209486" y="840449"/>
                  </a:lnTo>
                  <a:lnTo>
                    <a:pt x="209469" y="840475"/>
                  </a:lnTo>
                  <a:lnTo>
                    <a:pt x="209461" y="840495"/>
                  </a:lnTo>
                  <a:lnTo>
                    <a:pt x="209454" y="840544"/>
                  </a:lnTo>
                  <a:lnTo>
                    <a:pt x="209450" y="840569"/>
                  </a:lnTo>
                  <a:lnTo>
                    <a:pt x="209451" y="840596"/>
                  </a:lnTo>
                  <a:lnTo>
                    <a:pt x="209444" y="840618"/>
                  </a:lnTo>
                  <a:lnTo>
                    <a:pt x="209435" y="840643"/>
                  </a:lnTo>
                  <a:lnTo>
                    <a:pt x="209411" y="840684"/>
                  </a:lnTo>
                  <a:lnTo>
                    <a:pt x="209381" y="840743"/>
                  </a:lnTo>
                  <a:lnTo>
                    <a:pt x="209359" y="840766"/>
                  </a:lnTo>
                  <a:lnTo>
                    <a:pt x="209345" y="840788"/>
                  </a:lnTo>
                  <a:lnTo>
                    <a:pt x="209335" y="840809"/>
                  </a:lnTo>
                  <a:lnTo>
                    <a:pt x="209331" y="840833"/>
                  </a:lnTo>
                  <a:lnTo>
                    <a:pt x="209327" y="840850"/>
                  </a:lnTo>
                  <a:lnTo>
                    <a:pt x="209318" y="840853"/>
                  </a:lnTo>
                  <a:lnTo>
                    <a:pt x="209302" y="840850"/>
                  </a:lnTo>
                  <a:lnTo>
                    <a:pt x="209268" y="840844"/>
                  </a:lnTo>
                  <a:lnTo>
                    <a:pt x="209235" y="840835"/>
                  </a:lnTo>
                  <a:lnTo>
                    <a:pt x="209206" y="840829"/>
                  </a:lnTo>
                  <a:lnTo>
                    <a:pt x="209172" y="840828"/>
                  </a:lnTo>
                  <a:lnTo>
                    <a:pt x="209136" y="840822"/>
                  </a:lnTo>
                  <a:lnTo>
                    <a:pt x="209115" y="840824"/>
                  </a:lnTo>
                  <a:lnTo>
                    <a:pt x="209096" y="840836"/>
                  </a:lnTo>
                  <a:lnTo>
                    <a:pt x="209071" y="840848"/>
                  </a:lnTo>
                  <a:lnTo>
                    <a:pt x="209046" y="840848"/>
                  </a:lnTo>
                  <a:lnTo>
                    <a:pt x="209026" y="840857"/>
                  </a:lnTo>
                  <a:lnTo>
                    <a:pt x="209012" y="840869"/>
                  </a:lnTo>
                  <a:lnTo>
                    <a:pt x="208995" y="840874"/>
                  </a:lnTo>
                  <a:lnTo>
                    <a:pt x="208965" y="840873"/>
                  </a:lnTo>
                  <a:lnTo>
                    <a:pt x="208932" y="840869"/>
                  </a:lnTo>
                  <a:lnTo>
                    <a:pt x="208887" y="840866"/>
                  </a:lnTo>
                  <a:lnTo>
                    <a:pt x="208850" y="840862"/>
                  </a:lnTo>
                  <a:lnTo>
                    <a:pt x="208823" y="840863"/>
                  </a:lnTo>
                  <a:lnTo>
                    <a:pt x="208801" y="840866"/>
                  </a:lnTo>
                  <a:lnTo>
                    <a:pt x="208787" y="840858"/>
                  </a:lnTo>
                  <a:lnTo>
                    <a:pt x="208771" y="840840"/>
                  </a:lnTo>
                  <a:lnTo>
                    <a:pt x="208743" y="840820"/>
                  </a:lnTo>
                  <a:lnTo>
                    <a:pt x="208708" y="840814"/>
                  </a:lnTo>
                  <a:lnTo>
                    <a:pt x="208677" y="840814"/>
                  </a:lnTo>
                  <a:lnTo>
                    <a:pt x="208647" y="840822"/>
                  </a:lnTo>
                  <a:lnTo>
                    <a:pt x="208610" y="840831"/>
                  </a:lnTo>
                  <a:lnTo>
                    <a:pt x="208580" y="840840"/>
                  </a:lnTo>
                  <a:lnTo>
                    <a:pt x="208561" y="840845"/>
                  </a:lnTo>
                  <a:lnTo>
                    <a:pt x="208554" y="840848"/>
                  </a:lnTo>
                  <a:lnTo>
                    <a:pt x="208546" y="840868"/>
                  </a:lnTo>
                  <a:lnTo>
                    <a:pt x="208527" y="840921"/>
                  </a:lnTo>
                  <a:lnTo>
                    <a:pt x="208520" y="840963"/>
                  </a:lnTo>
                  <a:lnTo>
                    <a:pt x="208515" y="841008"/>
                  </a:lnTo>
                  <a:lnTo>
                    <a:pt x="208515" y="841041"/>
                  </a:lnTo>
                  <a:lnTo>
                    <a:pt x="208519" y="841066"/>
                  </a:lnTo>
                  <a:lnTo>
                    <a:pt x="208540" y="841089"/>
                  </a:lnTo>
                  <a:lnTo>
                    <a:pt x="208567" y="841111"/>
                  </a:lnTo>
                  <a:lnTo>
                    <a:pt x="208576" y="841119"/>
                  </a:lnTo>
                  <a:lnTo>
                    <a:pt x="208577" y="841130"/>
                  </a:lnTo>
                  <a:lnTo>
                    <a:pt x="208567" y="841146"/>
                  </a:lnTo>
                  <a:lnTo>
                    <a:pt x="208538" y="841188"/>
                  </a:lnTo>
                  <a:lnTo>
                    <a:pt x="208484" y="841248"/>
                  </a:lnTo>
                  <a:lnTo>
                    <a:pt x="208451" y="841298"/>
                  </a:lnTo>
                  <a:lnTo>
                    <a:pt x="208444" y="841322"/>
                  </a:lnTo>
                  <a:lnTo>
                    <a:pt x="208445" y="841349"/>
                  </a:lnTo>
                  <a:lnTo>
                    <a:pt x="208443" y="841362"/>
                  </a:lnTo>
                  <a:lnTo>
                    <a:pt x="208427" y="841363"/>
                  </a:lnTo>
                  <a:lnTo>
                    <a:pt x="208395" y="841355"/>
                  </a:lnTo>
                  <a:lnTo>
                    <a:pt x="208349" y="841335"/>
                  </a:lnTo>
                  <a:lnTo>
                    <a:pt x="208287" y="841309"/>
                  </a:lnTo>
                  <a:lnTo>
                    <a:pt x="208221" y="841291"/>
                  </a:lnTo>
                  <a:lnTo>
                    <a:pt x="208158" y="841270"/>
                  </a:lnTo>
                  <a:lnTo>
                    <a:pt x="208059" y="841240"/>
                  </a:lnTo>
                  <a:lnTo>
                    <a:pt x="208004" y="841219"/>
                  </a:lnTo>
                  <a:lnTo>
                    <a:pt x="207967" y="841194"/>
                  </a:lnTo>
                  <a:lnTo>
                    <a:pt x="207909" y="841168"/>
                  </a:lnTo>
                  <a:lnTo>
                    <a:pt x="207868" y="841152"/>
                  </a:lnTo>
                  <a:lnTo>
                    <a:pt x="207841" y="841132"/>
                  </a:lnTo>
                  <a:lnTo>
                    <a:pt x="207817" y="841111"/>
                  </a:lnTo>
                  <a:lnTo>
                    <a:pt x="207805" y="841084"/>
                  </a:lnTo>
                  <a:lnTo>
                    <a:pt x="207798" y="841062"/>
                  </a:lnTo>
                  <a:lnTo>
                    <a:pt x="207788" y="841050"/>
                  </a:lnTo>
                  <a:lnTo>
                    <a:pt x="207773" y="841040"/>
                  </a:lnTo>
                  <a:lnTo>
                    <a:pt x="207756" y="841038"/>
                  </a:lnTo>
                  <a:lnTo>
                    <a:pt x="207729" y="841030"/>
                  </a:lnTo>
                  <a:lnTo>
                    <a:pt x="207710" y="841019"/>
                  </a:lnTo>
                  <a:lnTo>
                    <a:pt x="207687" y="840994"/>
                  </a:lnTo>
                  <a:lnTo>
                    <a:pt x="207645" y="840970"/>
                  </a:lnTo>
                  <a:lnTo>
                    <a:pt x="207607" y="840944"/>
                  </a:lnTo>
                  <a:lnTo>
                    <a:pt x="207565" y="840910"/>
                  </a:lnTo>
                  <a:lnTo>
                    <a:pt x="207543" y="840888"/>
                  </a:lnTo>
                  <a:lnTo>
                    <a:pt x="207514" y="840846"/>
                  </a:lnTo>
                  <a:lnTo>
                    <a:pt x="207507" y="840830"/>
                  </a:lnTo>
                  <a:lnTo>
                    <a:pt x="207502" y="840804"/>
                  </a:lnTo>
                  <a:lnTo>
                    <a:pt x="207502" y="840769"/>
                  </a:lnTo>
                  <a:lnTo>
                    <a:pt x="207494" y="840757"/>
                  </a:lnTo>
                  <a:lnTo>
                    <a:pt x="207477" y="840749"/>
                  </a:lnTo>
                  <a:lnTo>
                    <a:pt x="207444" y="840736"/>
                  </a:lnTo>
                  <a:lnTo>
                    <a:pt x="207420" y="840718"/>
                  </a:lnTo>
                  <a:lnTo>
                    <a:pt x="207405" y="840701"/>
                  </a:lnTo>
                  <a:lnTo>
                    <a:pt x="207399" y="840693"/>
                  </a:lnTo>
                  <a:lnTo>
                    <a:pt x="207389" y="840688"/>
                  </a:lnTo>
                  <a:lnTo>
                    <a:pt x="207370" y="840687"/>
                  </a:lnTo>
                  <a:lnTo>
                    <a:pt x="207352" y="840685"/>
                  </a:lnTo>
                  <a:lnTo>
                    <a:pt x="207340" y="840676"/>
                  </a:lnTo>
                  <a:lnTo>
                    <a:pt x="207336" y="840667"/>
                  </a:lnTo>
                  <a:lnTo>
                    <a:pt x="207329" y="840656"/>
                  </a:lnTo>
                  <a:lnTo>
                    <a:pt x="207320" y="840650"/>
                  </a:lnTo>
                  <a:lnTo>
                    <a:pt x="207297" y="840646"/>
                  </a:lnTo>
                  <a:lnTo>
                    <a:pt x="207277" y="840644"/>
                  </a:lnTo>
                  <a:lnTo>
                    <a:pt x="207261" y="840639"/>
                  </a:lnTo>
                  <a:lnTo>
                    <a:pt x="207245" y="840608"/>
                  </a:lnTo>
                  <a:lnTo>
                    <a:pt x="207229" y="840591"/>
                  </a:lnTo>
                  <a:lnTo>
                    <a:pt x="207216" y="840568"/>
                  </a:lnTo>
                  <a:lnTo>
                    <a:pt x="207208" y="840546"/>
                  </a:lnTo>
                  <a:lnTo>
                    <a:pt x="207189" y="840511"/>
                  </a:lnTo>
                  <a:lnTo>
                    <a:pt x="207184" y="840494"/>
                  </a:lnTo>
                  <a:lnTo>
                    <a:pt x="207184" y="840476"/>
                  </a:lnTo>
                  <a:lnTo>
                    <a:pt x="207174" y="840458"/>
                  </a:lnTo>
                  <a:lnTo>
                    <a:pt x="207154" y="840423"/>
                  </a:lnTo>
                  <a:lnTo>
                    <a:pt x="207147" y="840394"/>
                  </a:lnTo>
                  <a:lnTo>
                    <a:pt x="207126" y="840366"/>
                  </a:lnTo>
                  <a:lnTo>
                    <a:pt x="207109" y="840351"/>
                  </a:lnTo>
                  <a:lnTo>
                    <a:pt x="207094" y="840340"/>
                  </a:lnTo>
                  <a:lnTo>
                    <a:pt x="207082" y="840322"/>
                  </a:lnTo>
                  <a:lnTo>
                    <a:pt x="207073" y="840296"/>
                  </a:lnTo>
                  <a:lnTo>
                    <a:pt x="207071" y="840275"/>
                  </a:lnTo>
                  <a:lnTo>
                    <a:pt x="207076" y="840246"/>
                  </a:lnTo>
                  <a:lnTo>
                    <a:pt x="207091" y="840226"/>
                  </a:lnTo>
                  <a:lnTo>
                    <a:pt x="207107" y="840212"/>
                  </a:lnTo>
                  <a:lnTo>
                    <a:pt x="207147" y="840184"/>
                  </a:lnTo>
                  <a:lnTo>
                    <a:pt x="207180" y="840170"/>
                  </a:lnTo>
                  <a:lnTo>
                    <a:pt x="207216" y="840146"/>
                  </a:lnTo>
                  <a:lnTo>
                    <a:pt x="207242" y="840118"/>
                  </a:lnTo>
                  <a:lnTo>
                    <a:pt x="207269" y="840075"/>
                  </a:lnTo>
                  <a:lnTo>
                    <a:pt x="207302" y="840016"/>
                  </a:lnTo>
                  <a:lnTo>
                    <a:pt x="207358" y="839927"/>
                  </a:lnTo>
                  <a:lnTo>
                    <a:pt x="207366" y="839919"/>
                  </a:lnTo>
                  <a:lnTo>
                    <a:pt x="207393" y="839869"/>
                  </a:lnTo>
                  <a:lnTo>
                    <a:pt x="207422" y="839810"/>
                  </a:lnTo>
                  <a:lnTo>
                    <a:pt x="207450" y="839774"/>
                  </a:lnTo>
                  <a:lnTo>
                    <a:pt x="207480" y="839749"/>
                  </a:lnTo>
                  <a:lnTo>
                    <a:pt x="207487" y="839734"/>
                  </a:lnTo>
                  <a:lnTo>
                    <a:pt x="207488" y="839723"/>
                  </a:lnTo>
                  <a:lnTo>
                    <a:pt x="207486" y="839702"/>
                  </a:lnTo>
                  <a:lnTo>
                    <a:pt x="207482" y="839675"/>
                  </a:lnTo>
                  <a:lnTo>
                    <a:pt x="207475" y="839655"/>
                  </a:lnTo>
                  <a:lnTo>
                    <a:pt x="207473" y="839626"/>
                  </a:lnTo>
                  <a:lnTo>
                    <a:pt x="207477" y="839584"/>
                  </a:lnTo>
                  <a:lnTo>
                    <a:pt x="207475" y="839558"/>
                  </a:lnTo>
                  <a:lnTo>
                    <a:pt x="207465" y="839545"/>
                  </a:lnTo>
                  <a:lnTo>
                    <a:pt x="207441" y="839533"/>
                  </a:lnTo>
                  <a:lnTo>
                    <a:pt x="207408" y="839503"/>
                  </a:lnTo>
                  <a:lnTo>
                    <a:pt x="207385" y="839484"/>
                  </a:lnTo>
                  <a:lnTo>
                    <a:pt x="207356" y="839480"/>
                  </a:lnTo>
                  <a:lnTo>
                    <a:pt x="207324" y="839480"/>
                  </a:lnTo>
                  <a:lnTo>
                    <a:pt x="207302" y="839467"/>
                  </a:lnTo>
                  <a:lnTo>
                    <a:pt x="207294" y="839452"/>
                  </a:lnTo>
                  <a:lnTo>
                    <a:pt x="207285" y="839437"/>
                  </a:lnTo>
                  <a:lnTo>
                    <a:pt x="207267" y="839417"/>
                  </a:lnTo>
                  <a:lnTo>
                    <a:pt x="207242" y="839404"/>
                  </a:lnTo>
                  <a:lnTo>
                    <a:pt x="207207" y="839372"/>
                  </a:lnTo>
                  <a:lnTo>
                    <a:pt x="207188" y="839351"/>
                  </a:lnTo>
                  <a:lnTo>
                    <a:pt x="207165" y="839333"/>
                  </a:lnTo>
                  <a:lnTo>
                    <a:pt x="207153" y="839327"/>
                  </a:lnTo>
                  <a:lnTo>
                    <a:pt x="207145" y="839315"/>
                  </a:lnTo>
                  <a:lnTo>
                    <a:pt x="207143" y="839295"/>
                  </a:lnTo>
                  <a:lnTo>
                    <a:pt x="207140" y="839272"/>
                  </a:lnTo>
                  <a:lnTo>
                    <a:pt x="207135" y="839230"/>
                  </a:lnTo>
                  <a:lnTo>
                    <a:pt x="207125" y="839216"/>
                  </a:lnTo>
                  <a:lnTo>
                    <a:pt x="207110" y="839208"/>
                  </a:lnTo>
                  <a:lnTo>
                    <a:pt x="207038" y="839198"/>
                  </a:lnTo>
                  <a:lnTo>
                    <a:pt x="206962" y="839175"/>
                  </a:lnTo>
                  <a:lnTo>
                    <a:pt x="206915" y="839158"/>
                  </a:lnTo>
                  <a:lnTo>
                    <a:pt x="206878" y="839148"/>
                  </a:lnTo>
                  <a:lnTo>
                    <a:pt x="206839" y="839140"/>
                  </a:lnTo>
                  <a:lnTo>
                    <a:pt x="206827" y="839134"/>
                  </a:lnTo>
                  <a:lnTo>
                    <a:pt x="206815" y="839113"/>
                  </a:lnTo>
                  <a:lnTo>
                    <a:pt x="206806" y="839087"/>
                  </a:lnTo>
                  <a:lnTo>
                    <a:pt x="206799" y="839063"/>
                  </a:lnTo>
                  <a:lnTo>
                    <a:pt x="206790" y="839048"/>
                  </a:lnTo>
                  <a:lnTo>
                    <a:pt x="206778" y="839041"/>
                  </a:lnTo>
                  <a:lnTo>
                    <a:pt x="206764" y="839039"/>
                  </a:lnTo>
                  <a:lnTo>
                    <a:pt x="206747" y="839038"/>
                  </a:lnTo>
                  <a:lnTo>
                    <a:pt x="206731" y="839024"/>
                  </a:lnTo>
                  <a:lnTo>
                    <a:pt x="206709" y="838993"/>
                  </a:lnTo>
                  <a:lnTo>
                    <a:pt x="206697" y="838977"/>
                  </a:lnTo>
                  <a:lnTo>
                    <a:pt x="206685" y="838960"/>
                  </a:lnTo>
                  <a:lnTo>
                    <a:pt x="206668" y="838906"/>
                  </a:lnTo>
                  <a:lnTo>
                    <a:pt x="206653" y="838890"/>
                  </a:lnTo>
                  <a:lnTo>
                    <a:pt x="206644" y="838879"/>
                  </a:lnTo>
                  <a:lnTo>
                    <a:pt x="206635" y="838871"/>
                  </a:lnTo>
                  <a:lnTo>
                    <a:pt x="206619" y="838864"/>
                  </a:lnTo>
                  <a:lnTo>
                    <a:pt x="206605" y="838858"/>
                  </a:lnTo>
                  <a:lnTo>
                    <a:pt x="206592" y="838847"/>
                  </a:lnTo>
                  <a:lnTo>
                    <a:pt x="206577" y="838821"/>
                  </a:lnTo>
                  <a:lnTo>
                    <a:pt x="206560" y="838792"/>
                  </a:lnTo>
                  <a:lnTo>
                    <a:pt x="206548" y="838782"/>
                  </a:lnTo>
                  <a:lnTo>
                    <a:pt x="206521" y="838762"/>
                  </a:lnTo>
                  <a:lnTo>
                    <a:pt x="206497" y="838747"/>
                  </a:lnTo>
                  <a:lnTo>
                    <a:pt x="206475" y="838724"/>
                  </a:lnTo>
                  <a:lnTo>
                    <a:pt x="206456" y="838701"/>
                  </a:lnTo>
                  <a:lnTo>
                    <a:pt x="206433" y="838682"/>
                  </a:lnTo>
                  <a:lnTo>
                    <a:pt x="206397" y="838658"/>
                  </a:lnTo>
                  <a:lnTo>
                    <a:pt x="206329" y="838634"/>
                  </a:lnTo>
                  <a:lnTo>
                    <a:pt x="206290" y="838610"/>
                  </a:lnTo>
                  <a:lnTo>
                    <a:pt x="206271" y="838604"/>
                  </a:lnTo>
                  <a:lnTo>
                    <a:pt x="206257" y="838586"/>
                  </a:lnTo>
                  <a:lnTo>
                    <a:pt x="206239" y="838562"/>
                  </a:lnTo>
                  <a:lnTo>
                    <a:pt x="206222" y="838549"/>
                  </a:lnTo>
                  <a:lnTo>
                    <a:pt x="206202" y="838543"/>
                  </a:lnTo>
                  <a:lnTo>
                    <a:pt x="206188" y="838543"/>
                  </a:lnTo>
                  <a:lnTo>
                    <a:pt x="206164" y="838546"/>
                  </a:lnTo>
                  <a:lnTo>
                    <a:pt x="206145" y="838558"/>
                  </a:lnTo>
                  <a:lnTo>
                    <a:pt x="206129" y="838566"/>
                  </a:lnTo>
                  <a:lnTo>
                    <a:pt x="206098" y="838577"/>
                  </a:lnTo>
                  <a:lnTo>
                    <a:pt x="206059" y="838588"/>
                  </a:lnTo>
                  <a:lnTo>
                    <a:pt x="206020" y="838591"/>
                  </a:lnTo>
                  <a:lnTo>
                    <a:pt x="205959" y="838598"/>
                  </a:lnTo>
                  <a:lnTo>
                    <a:pt x="205896" y="838607"/>
                  </a:lnTo>
                  <a:lnTo>
                    <a:pt x="205857" y="838604"/>
                  </a:lnTo>
                  <a:lnTo>
                    <a:pt x="205824" y="838589"/>
                  </a:lnTo>
                  <a:lnTo>
                    <a:pt x="205792" y="838573"/>
                  </a:lnTo>
                  <a:lnTo>
                    <a:pt x="205750" y="838563"/>
                  </a:lnTo>
                  <a:lnTo>
                    <a:pt x="205710" y="838549"/>
                  </a:lnTo>
                  <a:lnTo>
                    <a:pt x="205674" y="838547"/>
                  </a:lnTo>
                  <a:lnTo>
                    <a:pt x="205645" y="838547"/>
                  </a:lnTo>
                  <a:lnTo>
                    <a:pt x="205622" y="838541"/>
                  </a:lnTo>
                  <a:lnTo>
                    <a:pt x="205596" y="838527"/>
                  </a:lnTo>
                  <a:lnTo>
                    <a:pt x="205570" y="838520"/>
                  </a:lnTo>
                  <a:lnTo>
                    <a:pt x="205547" y="838517"/>
                  </a:lnTo>
                  <a:lnTo>
                    <a:pt x="205523" y="838522"/>
                  </a:lnTo>
                  <a:lnTo>
                    <a:pt x="205489" y="838530"/>
                  </a:lnTo>
                  <a:lnTo>
                    <a:pt x="205463" y="838534"/>
                  </a:lnTo>
                  <a:lnTo>
                    <a:pt x="205437" y="838546"/>
                  </a:lnTo>
                  <a:lnTo>
                    <a:pt x="205416" y="838557"/>
                  </a:lnTo>
                  <a:lnTo>
                    <a:pt x="205402" y="838557"/>
                  </a:lnTo>
                  <a:lnTo>
                    <a:pt x="205396" y="838542"/>
                  </a:lnTo>
                  <a:lnTo>
                    <a:pt x="205384" y="838523"/>
                  </a:lnTo>
                  <a:lnTo>
                    <a:pt x="205370" y="838512"/>
                  </a:lnTo>
                  <a:lnTo>
                    <a:pt x="205345" y="838494"/>
                  </a:lnTo>
                  <a:lnTo>
                    <a:pt x="205323" y="838483"/>
                  </a:lnTo>
                  <a:lnTo>
                    <a:pt x="205300" y="838477"/>
                  </a:lnTo>
                  <a:lnTo>
                    <a:pt x="205266" y="838475"/>
                  </a:lnTo>
                  <a:lnTo>
                    <a:pt x="205239" y="838476"/>
                  </a:lnTo>
                  <a:lnTo>
                    <a:pt x="205225" y="838475"/>
                  </a:lnTo>
                  <a:lnTo>
                    <a:pt x="205219" y="838467"/>
                  </a:lnTo>
                  <a:lnTo>
                    <a:pt x="205218" y="838452"/>
                  </a:lnTo>
                  <a:lnTo>
                    <a:pt x="205214" y="838439"/>
                  </a:lnTo>
                  <a:lnTo>
                    <a:pt x="205194" y="838425"/>
                  </a:lnTo>
                  <a:lnTo>
                    <a:pt x="205176" y="838417"/>
                  </a:lnTo>
                  <a:lnTo>
                    <a:pt x="205153" y="838409"/>
                  </a:lnTo>
                  <a:lnTo>
                    <a:pt x="205123" y="838400"/>
                  </a:lnTo>
                  <a:lnTo>
                    <a:pt x="205101" y="838393"/>
                  </a:lnTo>
                  <a:lnTo>
                    <a:pt x="205086" y="838384"/>
                  </a:lnTo>
                  <a:lnTo>
                    <a:pt x="205071" y="838358"/>
                  </a:lnTo>
                  <a:lnTo>
                    <a:pt x="205067" y="838330"/>
                  </a:lnTo>
                  <a:lnTo>
                    <a:pt x="205060" y="838304"/>
                  </a:lnTo>
                  <a:lnTo>
                    <a:pt x="205053" y="838265"/>
                  </a:lnTo>
                  <a:lnTo>
                    <a:pt x="205046" y="838233"/>
                  </a:lnTo>
                  <a:lnTo>
                    <a:pt x="205037" y="838198"/>
                  </a:lnTo>
                  <a:lnTo>
                    <a:pt x="205028" y="838180"/>
                  </a:lnTo>
                  <a:lnTo>
                    <a:pt x="205010" y="838165"/>
                  </a:lnTo>
                  <a:lnTo>
                    <a:pt x="204995" y="838146"/>
                  </a:lnTo>
                  <a:lnTo>
                    <a:pt x="204987" y="838128"/>
                  </a:lnTo>
                  <a:lnTo>
                    <a:pt x="204982" y="838111"/>
                  </a:lnTo>
                  <a:lnTo>
                    <a:pt x="204978" y="838094"/>
                  </a:lnTo>
                  <a:lnTo>
                    <a:pt x="204972" y="838083"/>
                  </a:lnTo>
                  <a:lnTo>
                    <a:pt x="204966" y="838074"/>
                  </a:lnTo>
                  <a:lnTo>
                    <a:pt x="204950" y="838062"/>
                  </a:lnTo>
                  <a:lnTo>
                    <a:pt x="204920" y="838046"/>
                  </a:lnTo>
                  <a:lnTo>
                    <a:pt x="204880" y="838042"/>
                  </a:lnTo>
                  <a:lnTo>
                    <a:pt x="204849" y="838041"/>
                  </a:lnTo>
                  <a:lnTo>
                    <a:pt x="204809" y="838043"/>
                  </a:lnTo>
                  <a:lnTo>
                    <a:pt x="204768" y="838049"/>
                  </a:lnTo>
                  <a:lnTo>
                    <a:pt x="204732" y="838050"/>
                  </a:lnTo>
                  <a:lnTo>
                    <a:pt x="204721" y="838044"/>
                  </a:lnTo>
                  <a:lnTo>
                    <a:pt x="204735" y="838026"/>
                  </a:lnTo>
                  <a:lnTo>
                    <a:pt x="204741" y="838008"/>
                  </a:lnTo>
                  <a:lnTo>
                    <a:pt x="204745" y="837990"/>
                  </a:lnTo>
                  <a:lnTo>
                    <a:pt x="204748" y="837973"/>
                  </a:lnTo>
                  <a:lnTo>
                    <a:pt x="204748" y="837960"/>
                  </a:lnTo>
                  <a:lnTo>
                    <a:pt x="204743" y="837930"/>
                  </a:lnTo>
                  <a:lnTo>
                    <a:pt x="204731" y="837923"/>
                  </a:lnTo>
                  <a:lnTo>
                    <a:pt x="204715" y="837906"/>
                  </a:lnTo>
                  <a:lnTo>
                    <a:pt x="204703" y="837891"/>
                  </a:lnTo>
                  <a:lnTo>
                    <a:pt x="204699" y="837878"/>
                  </a:lnTo>
                  <a:lnTo>
                    <a:pt x="204697" y="837860"/>
                  </a:lnTo>
                  <a:lnTo>
                    <a:pt x="204694" y="837824"/>
                  </a:lnTo>
                  <a:lnTo>
                    <a:pt x="204688" y="837804"/>
                  </a:lnTo>
                  <a:lnTo>
                    <a:pt x="204675" y="837784"/>
                  </a:lnTo>
                  <a:lnTo>
                    <a:pt x="204663" y="837771"/>
                  </a:lnTo>
                  <a:lnTo>
                    <a:pt x="204636" y="837755"/>
                  </a:lnTo>
                  <a:lnTo>
                    <a:pt x="204608" y="837743"/>
                  </a:lnTo>
                  <a:lnTo>
                    <a:pt x="204590" y="837739"/>
                  </a:lnTo>
                  <a:lnTo>
                    <a:pt x="204568" y="837741"/>
                  </a:lnTo>
                  <a:lnTo>
                    <a:pt x="204542" y="837743"/>
                  </a:lnTo>
                  <a:lnTo>
                    <a:pt x="204489" y="837745"/>
                  </a:lnTo>
                  <a:lnTo>
                    <a:pt x="204443" y="837746"/>
                  </a:lnTo>
                  <a:lnTo>
                    <a:pt x="204384" y="837739"/>
                  </a:lnTo>
                  <a:lnTo>
                    <a:pt x="204335" y="837727"/>
                  </a:lnTo>
                  <a:lnTo>
                    <a:pt x="204302" y="837717"/>
                  </a:lnTo>
                  <a:lnTo>
                    <a:pt x="204271" y="837702"/>
                  </a:lnTo>
                  <a:lnTo>
                    <a:pt x="204242" y="837686"/>
                  </a:lnTo>
                  <a:lnTo>
                    <a:pt x="204222" y="837669"/>
                  </a:lnTo>
                  <a:lnTo>
                    <a:pt x="204170" y="837636"/>
                  </a:lnTo>
                  <a:lnTo>
                    <a:pt x="204103" y="837587"/>
                  </a:lnTo>
                  <a:lnTo>
                    <a:pt x="204067" y="837569"/>
                  </a:lnTo>
                  <a:lnTo>
                    <a:pt x="204042" y="837560"/>
                  </a:lnTo>
                  <a:lnTo>
                    <a:pt x="204021" y="837557"/>
                  </a:lnTo>
                  <a:lnTo>
                    <a:pt x="204001" y="837558"/>
                  </a:lnTo>
                  <a:lnTo>
                    <a:pt x="203980" y="837554"/>
                  </a:lnTo>
                  <a:lnTo>
                    <a:pt x="203958" y="837544"/>
                  </a:lnTo>
                  <a:lnTo>
                    <a:pt x="203940" y="837530"/>
                  </a:lnTo>
                  <a:lnTo>
                    <a:pt x="203919" y="837519"/>
                  </a:lnTo>
                  <a:lnTo>
                    <a:pt x="203897" y="837503"/>
                  </a:lnTo>
                  <a:lnTo>
                    <a:pt x="203864" y="837483"/>
                  </a:lnTo>
                  <a:lnTo>
                    <a:pt x="203836" y="837474"/>
                  </a:lnTo>
                  <a:lnTo>
                    <a:pt x="203799" y="837471"/>
                  </a:lnTo>
                  <a:lnTo>
                    <a:pt x="203777" y="837472"/>
                  </a:lnTo>
                  <a:lnTo>
                    <a:pt x="203755" y="837479"/>
                  </a:lnTo>
                  <a:lnTo>
                    <a:pt x="203721" y="837494"/>
                  </a:lnTo>
                  <a:lnTo>
                    <a:pt x="203685" y="837516"/>
                  </a:lnTo>
                  <a:lnTo>
                    <a:pt x="203661" y="837529"/>
                  </a:lnTo>
                  <a:lnTo>
                    <a:pt x="203634" y="837536"/>
                  </a:lnTo>
                  <a:lnTo>
                    <a:pt x="203620" y="837547"/>
                  </a:lnTo>
                  <a:lnTo>
                    <a:pt x="203617" y="837567"/>
                  </a:lnTo>
                  <a:lnTo>
                    <a:pt x="203609" y="837597"/>
                  </a:lnTo>
                  <a:lnTo>
                    <a:pt x="203599" y="837619"/>
                  </a:lnTo>
                  <a:lnTo>
                    <a:pt x="203588" y="837636"/>
                  </a:lnTo>
                  <a:lnTo>
                    <a:pt x="203570" y="837655"/>
                  </a:lnTo>
                  <a:lnTo>
                    <a:pt x="203555" y="837661"/>
                  </a:lnTo>
                  <a:lnTo>
                    <a:pt x="203531" y="837656"/>
                  </a:lnTo>
                  <a:lnTo>
                    <a:pt x="203473" y="837644"/>
                  </a:lnTo>
                  <a:lnTo>
                    <a:pt x="203442" y="837635"/>
                  </a:lnTo>
                  <a:lnTo>
                    <a:pt x="203406" y="837622"/>
                  </a:lnTo>
                  <a:lnTo>
                    <a:pt x="203383" y="837617"/>
                  </a:lnTo>
                  <a:lnTo>
                    <a:pt x="203348" y="837615"/>
                  </a:lnTo>
                  <a:lnTo>
                    <a:pt x="203302" y="837608"/>
                  </a:lnTo>
                  <a:lnTo>
                    <a:pt x="203283" y="837603"/>
                  </a:lnTo>
                  <a:lnTo>
                    <a:pt x="203231" y="837601"/>
                  </a:lnTo>
                  <a:lnTo>
                    <a:pt x="203182" y="837601"/>
                  </a:lnTo>
                  <a:lnTo>
                    <a:pt x="203131" y="837602"/>
                  </a:lnTo>
                  <a:lnTo>
                    <a:pt x="203091" y="837599"/>
                  </a:lnTo>
                  <a:lnTo>
                    <a:pt x="203072" y="837597"/>
                  </a:lnTo>
                  <a:lnTo>
                    <a:pt x="203060" y="837589"/>
                  </a:lnTo>
                  <a:lnTo>
                    <a:pt x="203047" y="837573"/>
                  </a:lnTo>
                  <a:lnTo>
                    <a:pt x="203031" y="837557"/>
                  </a:lnTo>
                  <a:lnTo>
                    <a:pt x="203019" y="837538"/>
                  </a:lnTo>
                  <a:lnTo>
                    <a:pt x="202992" y="837498"/>
                  </a:lnTo>
                  <a:lnTo>
                    <a:pt x="202982" y="837475"/>
                  </a:lnTo>
                  <a:lnTo>
                    <a:pt x="202964" y="837449"/>
                  </a:lnTo>
                  <a:lnTo>
                    <a:pt x="202941" y="837428"/>
                  </a:lnTo>
                  <a:lnTo>
                    <a:pt x="202927" y="837416"/>
                  </a:lnTo>
                  <a:lnTo>
                    <a:pt x="202905" y="837391"/>
                  </a:lnTo>
                  <a:lnTo>
                    <a:pt x="202893" y="837374"/>
                  </a:lnTo>
                  <a:lnTo>
                    <a:pt x="202888" y="837361"/>
                  </a:lnTo>
                  <a:lnTo>
                    <a:pt x="202877" y="837337"/>
                  </a:lnTo>
                  <a:lnTo>
                    <a:pt x="202867" y="837316"/>
                  </a:lnTo>
                  <a:lnTo>
                    <a:pt x="202846" y="837287"/>
                  </a:lnTo>
                  <a:lnTo>
                    <a:pt x="202826" y="837267"/>
                  </a:lnTo>
                  <a:lnTo>
                    <a:pt x="202797" y="837234"/>
                  </a:lnTo>
                  <a:lnTo>
                    <a:pt x="202777" y="837222"/>
                  </a:lnTo>
                  <a:lnTo>
                    <a:pt x="202744" y="837222"/>
                  </a:lnTo>
                  <a:lnTo>
                    <a:pt x="202712" y="837218"/>
                  </a:lnTo>
                  <a:lnTo>
                    <a:pt x="202671" y="837208"/>
                  </a:lnTo>
                  <a:lnTo>
                    <a:pt x="202651" y="837201"/>
                  </a:lnTo>
                  <a:lnTo>
                    <a:pt x="202641" y="837194"/>
                  </a:lnTo>
                  <a:lnTo>
                    <a:pt x="202629" y="837184"/>
                  </a:lnTo>
                  <a:lnTo>
                    <a:pt x="202614" y="837175"/>
                  </a:lnTo>
                  <a:lnTo>
                    <a:pt x="202585" y="837157"/>
                  </a:lnTo>
                  <a:lnTo>
                    <a:pt x="202560" y="837143"/>
                  </a:lnTo>
                  <a:lnTo>
                    <a:pt x="202556" y="837142"/>
                  </a:lnTo>
                  <a:lnTo>
                    <a:pt x="202545" y="837139"/>
                  </a:lnTo>
                  <a:lnTo>
                    <a:pt x="202502" y="837131"/>
                  </a:lnTo>
                  <a:lnTo>
                    <a:pt x="202462" y="837132"/>
                  </a:lnTo>
                  <a:lnTo>
                    <a:pt x="202421" y="837133"/>
                  </a:lnTo>
                  <a:lnTo>
                    <a:pt x="202407" y="837132"/>
                  </a:lnTo>
                  <a:lnTo>
                    <a:pt x="202396" y="837125"/>
                  </a:lnTo>
                  <a:lnTo>
                    <a:pt x="202384" y="837116"/>
                  </a:lnTo>
                  <a:lnTo>
                    <a:pt x="202352" y="837093"/>
                  </a:lnTo>
                  <a:lnTo>
                    <a:pt x="202333" y="837079"/>
                  </a:lnTo>
                  <a:lnTo>
                    <a:pt x="202299" y="837060"/>
                  </a:lnTo>
                  <a:lnTo>
                    <a:pt x="202255" y="837040"/>
                  </a:lnTo>
                  <a:lnTo>
                    <a:pt x="202241" y="837035"/>
                  </a:lnTo>
                  <a:lnTo>
                    <a:pt x="202233" y="837033"/>
                  </a:lnTo>
                  <a:lnTo>
                    <a:pt x="202227" y="837022"/>
                  </a:lnTo>
                  <a:lnTo>
                    <a:pt x="202226" y="837012"/>
                  </a:lnTo>
                  <a:lnTo>
                    <a:pt x="202225" y="836990"/>
                  </a:lnTo>
                  <a:lnTo>
                    <a:pt x="202220" y="836971"/>
                  </a:lnTo>
                  <a:lnTo>
                    <a:pt x="202213" y="836964"/>
                  </a:lnTo>
                  <a:lnTo>
                    <a:pt x="202199" y="836954"/>
                  </a:lnTo>
                  <a:lnTo>
                    <a:pt x="202180" y="836941"/>
                  </a:lnTo>
                  <a:lnTo>
                    <a:pt x="202150" y="836922"/>
                  </a:lnTo>
                  <a:lnTo>
                    <a:pt x="202135" y="836908"/>
                  </a:lnTo>
                  <a:lnTo>
                    <a:pt x="202097" y="836881"/>
                  </a:lnTo>
                  <a:lnTo>
                    <a:pt x="202080" y="836867"/>
                  </a:lnTo>
                  <a:lnTo>
                    <a:pt x="202075" y="836859"/>
                  </a:lnTo>
                  <a:lnTo>
                    <a:pt x="202074" y="836854"/>
                  </a:lnTo>
                  <a:lnTo>
                    <a:pt x="202076" y="836842"/>
                  </a:lnTo>
                  <a:lnTo>
                    <a:pt x="202079" y="836828"/>
                  </a:lnTo>
                  <a:lnTo>
                    <a:pt x="202086" y="836794"/>
                  </a:lnTo>
                  <a:lnTo>
                    <a:pt x="202086" y="836776"/>
                  </a:lnTo>
                  <a:lnTo>
                    <a:pt x="202076" y="836750"/>
                  </a:lnTo>
                  <a:lnTo>
                    <a:pt x="202071" y="836723"/>
                  </a:lnTo>
                  <a:lnTo>
                    <a:pt x="202072" y="836714"/>
                  </a:lnTo>
                  <a:lnTo>
                    <a:pt x="202082" y="836706"/>
                  </a:lnTo>
                  <a:lnTo>
                    <a:pt x="202092" y="836702"/>
                  </a:lnTo>
                  <a:lnTo>
                    <a:pt x="202112" y="836709"/>
                  </a:lnTo>
                  <a:lnTo>
                    <a:pt x="202145" y="836714"/>
                  </a:lnTo>
                  <a:lnTo>
                    <a:pt x="202178" y="836716"/>
                  </a:lnTo>
                  <a:lnTo>
                    <a:pt x="202207" y="836719"/>
                  </a:lnTo>
                  <a:lnTo>
                    <a:pt x="202243" y="836718"/>
                  </a:lnTo>
                  <a:lnTo>
                    <a:pt x="202264" y="836717"/>
                  </a:lnTo>
                  <a:lnTo>
                    <a:pt x="202277" y="836713"/>
                  </a:lnTo>
                  <a:lnTo>
                    <a:pt x="202288" y="836702"/>
                  </a:lnTo>
                  <a:lnTo>
                    <a:pt x="202296" y="836691"/>
                  </a:lnTo>
                  <a:lnTo>
                    <a:pt x="202311" y="836674"/>
                  </a:lnTo>
                  <a:lnTo>
                    <a:pt x="202328" y="836665"/>
                  </a:lnTo>
                  <a:lnTo>
                    <a:pt x="202359" y="836646"/>
                  </a:lnTo>
                  <a:lnTo>
                    <a:pt x="202374" y="836638"/>
                  </a:lnTo>
                  <a:lnTo>
                    <a:pt x="202387" y="836638"/>
                  </a:lnTo>
                  <a:lnTo>
                    <a:pt x="202398" y="836639"/>
                  </a:lnTo>
                  <a:lnTo>
                    <a:pt x="202416" y="836642"/>
                  </a:lnTo>
                  <a:lnTo>
                    <a:pt x="202435" y="836647"/>
                  </a:lnTo>
                  <a:lnTo>
                    <a:pt x="202455" y="836650"/>
                  </a:lnTo>
                  <a:lnTo>
                    <a:pt x="202476" y="836649"/>
                  </a:lnTo>
                  <a:lnTo>
                    <a:pt x="202502" y="836639"/>
                  </a:lnTo>
                  <a:lnTo>
                    <a:pt x="202530" y="836628"/>
                  </a:lnTo>
                  <a:lnTo>
                    <a:pt x="202549" y="836623"/>
                  </a:lnTo>
                  <a:lnTo>
                    <a:pt x="202556" y="836621"/>
                  </a:lnTo>
                  <a:lnTo>
                    <a:pt x="202569" y="836619"/>
                  </a:lnTo>
                  <a:lnTo>
                    <a:pt x="202584" y="836616"/>
                  </a:lnTo>
                  <a:lnTo>
                    <a:pt x="202592" y="836611"/>
                  </a:lnTo>
                  <a:lnTo>
                    <a:pt x="202605" y="836600"/>
                  </a:lnTo>
                  <a:lnTo>
                    <a:pt x="202610" y="836589"/>
                  </a:lnTo>
                  <a:lnTo>
                    <a:pt x="202617" y="836576"/>
                  </a:lnTo>
                  <a:lnTo>
                    <a:pt x="202622" y="836563"/>
                  </a:lnTo>
                  <a:lnTo>
                    <a:pt x="202624" y="836550"/>
                  </a:lnTo>
                  <a:lnTo>
                    <a:pt x="202631" y="836541"/>
                  </a:lnTo>
                  <a:lnTo>
                    <a:pt x="202647" y="836527"/>
                  </a:lnTo>
                  <a:lnTo>
                    <a:pt x="202678" y="836509"/>
                  </a:lnTo>
                  <a:lnTo>
                    <a:pt x="202696" y="836493"/>
                  </a:lnTo>
                  <a:lnTo>
                    <a:pt x="202711" y="836482"/>
                  </a:lnTo>
                  <a:lnTo>
                    <a:pt x="202750" y="836459"/>
                  </a:lnTo>
                  <a:lnTo>
                    <a:pt x="202766" y="836451"/>
                  </a:lnTo>
                  <a:lnTo>
                    <a:pt x="202775" y="836442"/>
                  </a:lnTo>
                  <a:lnTo>
                    <a:pt x="202779" y="836434"/>
                  </a:lnTo>
                  <a:lnTo>
                    <a:pt x="202781" y="836422"/>
                  </a:lnTo>
                  <a:lnTo>
                    <a:pt x="202782" y="836405"/>
                  </a:lnTo>
                  <a:lnTo>
                    <a:pt x="202782" y="836390"/>
                  </a:lnTo>
                  <a:lnTo>
                    <a:pt x="202779" y="836365"/>
                  </a:lnTo>
                  <a:lnTo>
                    <a:pt x="202767" y="836337"/>
                  </a:lnTo>
                  <a:lnTo>
                    <a:pt x="202755" y="836316"/>
                  </a:lnTo>
                  <a:lnTo>
                    <a:pt x="202727" y="836280"/>
                  </a:lnTo>
                  <a:lnTo>
                    <a:pt x="202708" y="836245"/>
                  </a:lnTo>
                  <a:lnTo>
                    <a:pt x="202693" y="836206"/>
                  </a:lnTo>
                  <a:lnTo>
                    <a:pt x="202691" y="836181"/>
                  </a:lnTo>
                  <a:lnTo>
                    <a:pt x="202690" y="836143"/>
                  </a:lnTo>
                  <a:lnTo>
                    <a:pt x="202692" y="836113"/>
                  </a:lnTo>
                  <a:lnTo>
                    <a:pt x="202697" y="836089"/>
                  </a:lnTo>
                  <a:lnTo>
                    <a:pt x="202714" y="836057"/>
                  </a:lnTo>
                  <a:lnTo>
                    <a:pt x="202740" y="836025"/>
                  </a:lnTo>
                  <a:lnTo>
                    <a:pt x="202754" y="836009"/>
                  </a:lnTo>
                  <a:lnTo>
                    <a:pt x="202767" y="835989"/>
                  </a:lnTo>
                  <a:lnTo>
                    <a:pt x="202779" y="835954"/>
                  </a:lnTo>
                  <a:lnTo>
                    <a:pt x="202785" y="835932"/>
                  </a:lnTo>
                  <a:lnTo>
                    <a:pt x="202785" y="835913"/>
                  </a:lnTo>
                  <a:lnTo>
                    <a:pt x="202782" y="835894"/>
                  </a:lnTo>
                  <a:lnTo>
                    <a:pt x="202783" y="835882"/>
                  </a:lnTo>
                  <a:lnTo>
                    <a:pt x="202789" y="835878"/>
                  </a:lnTo>
                  <a:lnTo>
                    <a:pt x="202811" y="835870"/>
                  </a:lnTo>
                  <a:lnTo>
                    <a:pt x="202839" y="835861"/>
                  </a:lnTo>
                  <a:lnTo>
                    <a:pt x="202870" y="835852"/>
                  </a:lnTo>
                  <a:lnTo>
                    <a:pt x="202889" y="835841"/>
                  </a:lnTo>
                  <a:lnTo>
                    <a:pt x="202915" y="835835"/>
                  </a:lnTo>
                  <a:lnTo>
                    <a:pt x="202942" y="835826"/>
                  </a:lnTo>
                  <a:lnTo>
                    <a:pt x="202963" y="835820"/>
                  </a:lnTo>
                  <a:lnTo>
                    <a:pt x="202974" y="835816"/>
                  </a:lnTo>
                  <a:lnTo>
                    <a:pt x="202974" y="835807"/>
                  </a:lnTo>
                  <a:lnTo>
                    <a:pt x="202966" y="835788"/>
                  </a:lnTo>
                  <a:lnTo>
                    <a:pt x="202952" y="835765"/>
                  </a:lnTo>
                  <a:lnTo>
                    <a:pt x="202937" y="835746"/>
                  </a:lnTo>
                  <a:lnTo>
                    <a:pt x="202917" y="835710"/>
                  </a:lnTo>
                  <a:lnTo>
                    <a:pt x="202895" y="835692"/>
                  </a:lnTo>
                  <a:lnTo>
                    <a:pt x="202863" y="835671"/>
                  </a:lnTo>
                  <a:lnTo>
                    <a:pt x="202840" y="835659"/>
                  </a:lnTo>
                  <a:lnTo>
                    <a:pt x="202811" y="835652"/>
                  </a:lnTo>
                  <a:lnTo>
                    <a:pt x="202780" y="835645"/>
                  </a:lnTo>
                  <a:lnTo>
                    <a:pt x="202732" y="835641"/>
                  </a:lnTo>
                  <a:lnTo>
                    <a:pt x="202665" y="835631"/>
                  </a:lnTo>
                  <a:lnTo>
                    <a:pt x="202629" y="835627"/>
                  </a:lnTo>
                  <a:lnTo>
                    <a:pt x="202603" y="835623"/>
                  </a:lnTo>
                  <a:lnTo>
                    <a:pt x="202575" y="835614"/>
                  </a:lnTo>
                  <a:lnTo>
                    <a:pt x="202557" y="835603"/>
                  </a:lnTo>
                  <a:lnTo>
                    <a:pt x="202543" y="835591"/>
                  </a:lnTo>
                  <a:lnTo>
                    <a:pt x="202536" y="835578"/>
                  </a:lnTo>
                  <a:lnTo>
                    <a:pt x="202531" y="835562"/>
                  </a:lnTo>
                  <a:lnTo>
                    <a:pt x="202528" y="835538"/>
                  </a:lnTo>
                  <a:lnTo>
                    <a:pt x="202523" y="835521"/>
                  </a:lnTo>
                  <a:lnTo>
                    <a:pt x="202510" y="835502"/>
                  </a:lnTo>
                  <a:lnTo>
                    <a:pt x="202502" y="835495"/>
                  </a:lnTo>
                  <a:lnTo>
                    <a:pt x="202495" y="835475"/>
                  </a:lnTo>
                  <a:lnTo>
                    <a:pt x="202486" y="835462"/>
                  </a:lnTo>
                  <a:lnTo>
                    <a:pt x="202471" y="835446"/>
                  </a:lnTo>
                  <a:lnTo>
                    <a:pt x="202445" y="835433"/>
                  </a:lnTo>
                  <a:lnTo>
                    <a:pt x="202421" y="835427"/>
                  </a:lnTo>
                  <a:lnTo>
                    <a:pt x="202391" y="835416"/>
                  </a:lnTo>
                  <a:lnTo>
                    <a:pt x="202370" y="835406"/>
                  </a:lnTo>
                  <a:lnTo>
                    <a:pt x="202352" y="835397"/>
                  </a:lnTo>
                  <a:lnTo>
                    <a:pt x="202332" y="835392"/>
                  </a:lnTo>
                  <a:lnTo>
                    <a:pt x="202311" y="835383"/>
                  </a:lnTo>
                  <a:lnTo>
                    <a:pt x="202303" y="835375"/>
                  </a:lnTo>
                  <a:lnTo>
                    <a:pt x="202294" y="835359"/>
                  </a:lnTo>
                  <a:lnTo>
                    <a:pt x="202283" y="835338"/>
                  </a:lnTo>
                  <a:lnTo>
                    <a:pt x="202275" y="835326"/>
                  </a:lnTo>
                  <a:lnTo>
                    <a:pt x="202269" y="835319"/>
                  </a:lnTo>
                  <a:lnTo>
                    <a:pt x="202262" y="835316"/>
                  </a:lnTo>
                  <a:lnTo>
                    <a:pt x="202245" y="835316"/>
                  </a:lnTo>
                  <a:lnTo>
                    <a:pt x="202213" y="835314"/>
                  </a:lnTo>
                  <a:lnTo>
                    <a:pt x="202183" y="835306"/>
                  </a:lnTo>
                  <a:lnTo>
                    <a:pt x="202151" y="835292"/>
                  </a:lnTo>
                  <a:lnTo>
                    <a:pt x="202126" y="835277"/>
                  </a:lnTo>
                  <a:lnTo>
                    <a:pt x="202112" y="835267"/>
                  </a:lnTo>
                  <a:lnTo>
                    <a:pt x="202100" y="835266"/>
                  </a:lnTo>
                  <a:lnTo>
                    <a:pt x="202069" y="835270"/>
                  </a:lnTo>
                  <a:lnTo>
                    <a:pt x="202021" y="835273"/>
                  </a:lnTo>
                  <a:lnTo>
                    <a:pt x="201990" y="835278"/>
                  </a:lnTo>
                  <a:lnTo>
                    <a:pt x="201964" y="835278"/>
                  </a:lnTo>
                  <a:lnTo>
                    <a:pt x="201944" y="835268"/>
                  </a:lnTo>
                  <a:lnTo>
                    <a:pt x="201909" y="835243"/>
                  </a:lnTo>
                  <a:lnTo>
                    <a:pt x="201879" y="835225"/>
                  </a:lnTo>
                  <a:lnTo>
                    <a:pt x="201829" y="835200"/>
                  </a:lnTo>
                  <a:lnTo>
                    <a:pt x="201780" y="835181"/>
                  </a:lnTo>
                  <a:lnTo>
                    <a:pt x="201749" y="835169"/>
                  </a:lnTo>
                  <a:lnTo>
                    <a:pt x="201722" y="835163"/>
                  </a:lnTo>
                  <a:lnTo>
                    <a:pt x="201687" y="835156"/>
                  </a:lnTo>
                  <a:lnTo>
                    <a:pt x="201662" y="835147"/>
                  </a:lnTo>
                  <a:lnTo>
                    <a:pt x="201635" y="835135"/>
                  </a:lnTo>
                  <a:lnTo>
                    <a:pt x="201608" y="835113"/>
                  </a:lnTo>
                  <a:lnTo>
                    <a:pt x="201571" y="835085"/>
                  </a:lnTo>
                  <a:lnTo>
                    <a:pt x="201538" y="835059"/>
                  </a:lnTo>
                  <a:lnTo>
                    <a:pt x="201507" y="835039"/>
                  </a:lnTo>
                  <a:lnTo>
                    <a:pt x="201485" y="835028"/>
                  </a:lnTo>
                  <a:lnTo>
                    <a:pt x="201473" y="835009"/>
                  </a:lnTo>
                  <a:lnTo>
                    <a:pt x="201463" y="834999"/>
                  </a:lnTo>
                  <a:lnTo>
                    <a:pt x="201454" y="834989"/>
                  </a:lnTo>
                  <a:lnTo>
                    <a:pt x="201449" y="834984"/>
                  </a:lnTo>
                  <a:lnTo>
                    <a:pt x="201426" y="834981"/>
                  </a:lnTo>
                  <a:lnTo>
                    <a:pt x="201392" y="834969"/>
                  </a:lnTo>
                  <a:lnTo>
                    <a:pt x="201367" y="834955"/>
                  </a:lnTo>
                  <a:lnTo>
                    <a:pt x="201354" y="834947"/>
                  </a:lnTo>
                  <a:lnTo>
                    <a:pt x="201337" y="834939"/>
                  </a:lnTo>
                  <a:lnTo>
                    <a:pt x="201312" y="834938"/>
                  </a:lnTo>
                  <a:lnTo>
                    <a:pt x="201285" y="834937"/>
                  </a:lnTo>
                  <a:lnTo>
                    <a:pt x="201267" y="834931"/>
                  </a:lnTo>
                  <a:lnTo>
                    <a:pt x="201262" y="834921"/>
                  </a:lnTo>
                  <a:lnTo>
                    <a:pt x="201253" y="834900"/>
                  </a:lnTo>
                  <a:lnTo>
                    <a:pt x="201243" y="834878"/>
                  </a:lnTo>
                  <a:lnTo>
                    <a:pt x="201231" y="834865"/>
                  </a:lnTo>
                  <a:lnTo>
                    <a:pt x="201211" y="834850"/>
                  </a:lnTo>
                  <a:lnTo>
                    <a:pt x="201190" y="834837"/>
                  </a:lnTo>
                  <a:lnTo>
                    <a:pt x="201174" y="834834"/>
                  </a:lnTo>
                  <a:lnTo>
                    <a:pt x="201163" y="834828"/>
                  </a:lnTo>
                  <a:lnTo>
                    <a:pt x="201155" y="834816"/>
                  </a:lnTo>
                  <a:lnTo>
                    <a:pt x="201152" y="834802"/>
                  </a:lnTo>
                  <a:lnTo>
                    <a:pt x="201148" y="834774"/>
                  </a:lnTo>
                  <a:lnTo>
                    <a:pt x="201152" y="834733"/>
                  </a:lnTo>
                  <a:lnTo>
                    <a:pt x="201150" y="834706"/>
                  </a:lnTo>
                  <a:lnTo>
                    <a:pt x="201150" y="834690"/>
                  </a:lnTo>
                  <a:lnTo>
                    <a:pt x="201149" y="834678"/>
                  </a:lnTo>
                  <a:lnTo>
                    <a:pt x="201145" y="834660"/>
                  </a:lnTo>
                  <a:lnTo>
                    <a:pt x="201135" y="834634"/>
                  </a:lnTo>
                  <a:lnTo>
                    <a:pt x="201128" y="834618"/>
                  </a:lnTo>
                  <a:lnTo>
                    <a:pt x="201123" y="834604"/>
                  </a:lnTo>
                  <a:lnTo>
                    <a:pt x="201145" y="834574"/>
                  </a:lnTo>
                  <a:lnTo>
                    <a:pt x="201154" y="834557"/>
                  </a:lnTo>
                  <a:lnTo>
                    <a:pt x="201171" y="834534"/>
                  </a:lnTo>
                  <a:lnTo>
                    <a:pt x="201181" y="834508"/>
                  </a:lnTo>
                  <a:lnTo>
                    <a:pt x="201179" y="834491"/>
                  </a:lnTo>
                  <a:lnTo>
                    <a:pt x="201173" y="834478"/>
                  </a:lnTo>
                  <a:lnTo>
                    <a:pt x="201160" y="834463"/>
                  </a:lnTo>
                  <a:lnTo>
                    <a:pt x="201142" y="834445"/>
                  </a:lnTo>
                  <a:lnTo>
                    <a:pt x="201130" y="834428"/>
                  </a:lnTo>
                  <a:lnTo>
                    <a:pt x="201128" y="834400"/>
                  </a:lnTo>
                  <a:lnTo>
                    <a:pt x="201137" y="834363"/>
                  </a:lnTo>
                  <a:lnTo>
                    <a:pt x="201151" y="834333"/>
                  </a:lnTo>
                  <a:lnTo>
                    <a:pt x="201162" y="834297"/>
                  </a:lnTo>
                  <a:lnTo>
                    <a:pt x="201164" y="834281"/>
                  </a:lnTo>
                  <a:lnTo>
                    <a:pt x="201166" y="834269"/>
                  </a:lnTo>
                  <a:lnTo>
                    <a:pt x="201161" y="834259"/>
                  </a:lnTo>
                  <a:lnTo>
                    <a:pt x="201149" y="834254"/>
                  </a:lnTo>
                  <a:lnTo>
                    <a:pt x="201119" y="834250"/>
                  </a:lnTo>
                  <a:lnTo>
                    <a:pt x="201097" y="834249"/>
                  </a:lnTo>
                  <a:lnTo>
                    <a:pt x="201079" y="834251"/>
                  </a:lnTo>
                  <a:lnTo>
                    <a:pt x="201065" y="834253"/>
                  </a:lnTo>
                  <a:lnTo>
                    <a:pt x="201053" y="834253"/>
                  </a:lnTo>
                  <a:lnTo>
                    <a:pt x="201038" y="834247"/>
                  </a:lnTo>
                  <a:lnTo>
                    <a:pt x="201042" y="834213"/>
                  </a:lnTo>
                  <a:lnTo>
                    <a:pt x="201040" y="834177"/>
                  </a:lnTo>
                  <a:lnTo>
                    <a:pt x="201032" y="834159"/>
                  </a:lnTo>
                  <a:lnTo>
                    <a:pt x="201023" y="834144"/>
                  </a:lnTo>
                  <a:lnTo>
                    <a:pt x="201005" y="834122"/>
                  </a:lnTo>
                  <a:lnTo>
                    <a:pt x="200990" y="834100"/>
                  </a:lnTo>
                  <a:lnTo>
                    <a:pt x="200990" y="834086"/>
                  </a:lnTo>
                  <a:lnTo>
                    <a:pt x="201002" y="834055"/>
                  </a:lnTo>
                  <a:lnTo>
                    <a:pt x="201011" y="834035"/>
                  </a:lnTo>
                  <a:lnTo>
                    <a:pt x="201010" y="834022"/>
                  </a:lnTo>
                  <a:lnTo>
                    <a:pt x="201006" y="833999"/>
                  </a:lnTo>
                  <a:lnTo>
                    <a:pt x="200997" y="833983"/>
                  </a:lnTo>
                  <a:lnTo>
                    <a:pt x="200989" y="833969"/>
                  </a:lnTo>
                  <a:lnTo>
                    <a:pt x="200983" y="833956"/>
                  </a:lnTo>
                  <a:lnTo>
                    <a:pt x="200982" y="833936"/>
                  </a:lnTo>
                  <a:lnTo>
                    <a:pt x="200983" y="833910"/>
                  </a:lnTo>
                  <a:lnTo>
                    <a:pt x="200981" y="833878"/>
                  </a:lnTo>
                  <a:lnTo>
                    <a:pt x="200980" y="833864"/>
                  </a:lnTo>
                  <a:lnTo>
                    <a:pt x="200972" y="833845"/>
                  </a:lnTo>
                  <a:lnTo>
                    <a:pt x="200966" y="833837"/>
                  </a:lnTo>
                  <a:lnTo>
                    <a:pt x="200955" y="833829"/>
                  </a:lnTo>
                  <a:lnTo>
                    <a:pt x="200936" y="833821"/>
                  </a:lnTo>
                  <a:lnTo>
                    <a:pt x="200915" y="833820"/>
                  </a:lnTo>
                  <a:lnTo>
                    <a:pt x="200902" y="833820"/>
                  </a:lnTo>
                  <a:lnTo>
                    <a:pt x="200889" y="833821"/>
                  </a:lnTo>
                  <a:lnTo>
                    <a:pt x="200878" y="833820"/>
                  </a:lnTo>
                  <a:lnTo>
                    <a:pt x="200866" y="833807"/>
                  </a:lnTo>
                  <a:lnTo>
                    <a:pt x="200844" y="833788"/>
                  </a:lnTo>
                  <a:lnTo>
                    <a:pt x="200815" y="833769"/>
                  </a:lnTo>
                  <a:lnTo>
                    <a:pt x="200795" y="833759"/>
                  </a:lnTo>
                  <a:lnTo>
                    <a:pt x="200776" y="833753"/>
                  </a:lnTo>
                  <a:lnTo>
                    <a:pt x="200759" y="833748"/>
                  </a:lnTo>
                  <a:lnTo>
                    <a:pt x="200744" y="833749"/>
                  </a:lnTo>
                  <a:lnTo>
                    <a:pt x="200716" y="833757"/>
                  </a:lnTo>
                  <a:lnTo>
                    <a:pt x="200684" y="833772"/>
                  </a:lnTo>
                  <a:lnTo>
                    <a:pt x="200645" y="833785"/>
                  </a:lnTo>
                  <a:lnTo>
                    <a:pt x="200628" y="833795"/>
                  </a:lnTo>
                  <a:lnTo>
                    <a:pt x="200612" y="833803"/>
                  </a:lnTo>
                  <a:lnTo>
                    <a:pt x="200589" y="833803"/>
                  </a:lnTo>
                  <a:lnTo>
                    <a:pt x="200573" y="833797"/>
                  </a:lnTo>
                  <a:lnTo>
                    <a:pt x="200544" y="833788"/>
                  </a:lnTo>
                  <a:lnTo>
                    <a:pt x="200523" y="833783"/>
                  </a:lnTo>
                  <a:lnTo>
                    <a:pt x="200504" y="833783"/>
                  </a:lnTo>
                  <a:lnTo>
                    <a:pt x="200489" y="833784"/>
                  </a:lnTo>
                  <a:lnTo>
                    <a:pt x="200468" y="833790"/>
                  </a:lnTo>
                  <a:lnTo>
                    <a:pt x="200445" y="833794"/>
                  </a:lnTo>
                  <a:lnTo>
                    <a:pt x="200421" y="833790"/>
                  </a:lnTo>
                  <a:lnTo>
                    <a:pt x="200388" y="833780"/>
                  </a:lnTo>
                  <a:lnTo>
                    <a:pt x="200363" y="833767"/>
                  </a:lnTo>
                  <a:lnTo>
                    <a:pt x="200345" y="833756"/>
                  </a:lnTo>
                  <a:lnTo>
                    <a:pt x="200326" y="833754"/>
                  </a:lnTo>
                  <a:lnTo>
                    <a:pt x="200307" y="833753"/>
                  </a:lnTo>
                  <a:lnTo>
                    <a:pt x="200290" y="833753"/>
                  </a:lnTo>
                  <a:lnTo>
                    <a:pt x="200274" y="833757"/>
                  </a:lnTo>
                  <a:lnTo>
                    <a:pt x="200248" y="833776"/>
                  </a:lnTo>
                  <a:lnTo>
                    <a:pt x="200239" y="833788"/>
                  </a:lnTo>
                  <a:lnTo>
                    <a:pt x="200227" y="833794"/>
                  </a:lnTo>
                  <a:lnTo>
                    <a:pt x="200213" y="833788"/>
                  </a:lnTo>
                  <a:lnTo>
                    <a:pt x="200199" y="833782"/>
                  </a:lnTo>
                  <a:lnTo>
                    <a:pt x="200184" y="833771"/>
                  </a:lnTo>
                  <a:lnTo>
                    <a:pt x="200172" y="833771"/>
                  </a:lnTo>
                  <a:lnTo>
                    <a:pt x="200145" y="833775"/>
                  </a:lnTo>
                  <a:lnTo>
                    <a:pt x="200120" y="833782"/>
                  </a:lnTo>
                  <a:lnTo>
                    <a:pt x="200087" y="833777"/>
                  </a:lnTo>
                  <a:lnTo>
                    <a:pt x="200054" y="833768"/>
                  </a:lnTo>
                  <a:lnTo>
                    <a:pt x="200022" y="833756"/>
                  </a:lnTo>
                  <a:lnTo>
                    <a:pt x="199992" y="833730"/>
                  </a:lnTo>
                  <a:lnTo>
                    <a:pt x="199969" y="833700"/>
                  </a:lnTo>
                  <a:lnTo>
                    <a:pt x="199959" y="833682"/>
                  </a:lnTo>
                  <a:lnTo>
                    <a:pt x="199950" y="833655"/>
                  </a:lnTo>
                  <a:lnTo>
                    <a:pt x="199942" y="833636"/>
                  </a:lnTo>
                  <a:lnTo>
                    <a:pt x="199931" y="833624"/>
                  </a:lnTo>
                  <a:lnTo>
                    <a:pt x="199923" y="833615"/>
                  </a:lnTo>
                  <a:lnTo>
                    <a:pt x="199910" y="833610"/>
                  </a:lnTo>
                  <a:lnTo>
                    <a:pt x="199887" y="833603"/>
                  </a:lnTo>
                  <a:lnTo>
                    <a:pt x="199856" y="833602"/>
                  </a:lnTo>
                  <a:lnTo>
                    <a:pt x="199845" y="833598"/>
                  </a:lnTo>
                  <a:lnTo>
                    <a:pt x="199823" y="833587"/>
                  </a:lnTo>
                  <a:lnTo>
                    <a:pt x="199807" y="833578"/>
                  </a:lnTo>
                  <a:lnTo>
                    <a:pt x="199788" y="833562"/>
                  </a:lnTo>
                  <a:lnTo>
                    <a:pt x="199775" y="833555"/>
                  </a:lnTo>
                  <a:lnTo>
                    <a:pt x="199761" y="833551"/>
                  </a:lnTo>
                  <a:lnTo>
                    <a:pt x="199746" y="833551"/>
                  </a:lnTo>
                  <a:lnTo>
                    <a:pt x="199728" y="833558"/>
                  </a:lnTo>
                  <a:lnTo>
                    <a:pt x="199703" y="833568"/>
                  </a:lnTo>
                  <a:lnTo>
                    <a:pt x="199676" y="833572"/>
                  </a:lnTo>
                  <a:lnTo>
                    <a:pt x="199652" y="833574"/>
                  </a:lnTo>
                  <a:lnTo>
                    <a:pt x="199631" y="833577"/>
                  </a:lnTo>
                  <a:lnTo>
                    <a:pt x="199599" y="833581"/>
                  </a:lnTo>
                  <a:lnTo>
                    <a:pt x="199581" y="833589"/>
                  </a:lnTo>
                  <a:lnTo>
                    <a:pt x="199563" y="833590"/>
                  </a:lnTo>
                  <a:lnTo>
                    <a:pt x="199537" y="833582"/>
                  </a:lnTo>
                  <a:lnTo>
                    <a:pt x="199527" y="833576"/>
                  </a:lnTo>
                  <a:lnTo>
                    <a:pt x="199511" y="833571"/>
                  </a:lnTo>
                  <a:lnTo>
                    <a:pt x="199496" y="833571"/>
                  </a:lnTo>
                  <a:lnTo>
                    <a:pt x="199486" y="833566"/>
                  </a:lnTo>
                  <a:lnTo>
                    <a:pt x="199475" y="833552"/>
                  </a:lnTo>
                  <a:lnTo>
                    <a:pt x="199462" y="833518"/>
                  </a:lnTo>
                  <a:lnTo>
                    <a:pt x="199446" y="833505"/>
                  </a:lnTo>
                  <a:lnTo>
                    <a:pt x="199419" y="833491"/>
                  </a:lnTo>
                  <a:lnTo>
                    <a:pt x="199395" y="833478"/>
                  </a:lnTo>
                  <a:lnTo>
                    <a:pt x="199376" y="833474"/>
                  </a:lnTo>
                  <a:lnTo>
                    <a:pt x="199368" y="833482"/>
                  </a:lnTo>
                  <a:lnTo>
                    <a:pt x="199359" y="833501"/>
                  </a:lnTo>
                  <a:lnTo>
                    <a:pt x="199351" y="833514"/>
                  </a:lnTo>
                  <a:lnTo>
                    <a:pt x="199333" y="833518"/>
                  </a:lnTo>
                  <a:lnTo>
                    <a:pt x="199318" y="833518"/>
                  </a:lnTo>
                  <a:lnTo>
                    <a:pt x="199305" y="833510"/>
                  </a:lnTo>
                  <a:lnTo>
                    <a:pt x="199284" y="833500"/>
                  </a:lnTo>
                  <a:lnTo>
                    <a:pt x="199246" y="833485"/>
                  </a:lnTo>
                  <a:lnTo>
                    <a:pt x="199225" y="833476"/>
                  </a:lnTo>
                  <a:lnTo>
                    <a:pt x="199202" y="833469"/>
                  </a:lnTo>
                  <a:lnTo>
                    <a:pt x="199174" y="833465"/>
                  </a:lnTo>
                  <a:lnTo>
                    <a:pt x="199143" y="833457"/>
                  </a:lnTo>
                  <a:lnTo>
                    <a:pt x="199127" y="833444"/>
                  </a:lnTo>
                  <a:lnTo>
                    <a:pt x="199116" y="833426"/>
                  </a:lnTo>
                  <a:lnTo>
                    <a:pt x="199103" y="833403"/>
                  </a:lnTo>
                  <a:lnTo>
                    <a:pt x="199083" y="833385"/>
                  </a:lnTo>
                  <a:lnTo>
                    <a:pt x="199053" y="833363"/>
                  </a:lnTo>
                  <a:lnTo>
                    <a:pt x="199018" y="833338"/>
                  </a:lnTo>
                  <a:lnTo>
                    <a:pt x="198992" y="833326"/>
                  </a:lnTo>
                  <a:lnTo>
                    <a:pt x="198976" y="833316"/>
                  </a:lnTo>
                  <a:lnTo>
                    <a:pt x="198958" y="833313"/>
                  </a:lnTo>
                  <a:lnTo>
                    <a:pt x="198936" y="833314"/>
                  </a:lnTo>
                  <a:lnTo>
                    <a:pt x="198898" y="833320"/>
                  </a:lnTo>
                  <a:lnTo>
                    <a:pt x="198865" y="833317"/>
                  </a:lnTo>
                  <a:lnTo>
                    <a:pt x="198834" y="833308"/>
                  </a:lnTo>
                  <a:lnTo>
                    <a:pt x="198811" y="833301"/>
                  </a:lnTo>
                  <a:lnTo>
                    <a:pt x="198791" y="833290"/>
                  </a:lnTo>
                  <a:lnTo>
                    <a:pt x="198770" y="833274"/>
                  </a:lnTo>
                  <a:lnTo>
                    <a:pt x="198747" y="833251"/>
                  </a:lnTo>
                  <a:lnTo>
                    <a:pt x="198728" y="833237"/>
                  </a:lnTo>
                  <a:lnTo>
                    <a:pt x="198710" y="833224"/>
                  </a:lnTo>
                  <a:lnTo>
                    <a:pt x="198687" y="833217"/>
                  </a:lnTo>
                  <a:lnTo>
                    <a:pt x="198656" y="833209"/>
                  </a:lnTo>
                  <a:lnTo>
                    <a:pt x="198599" y="833195"/>
                  </a:lnTo>
                  <a:lnTo>
                    <a:pt x="198572" y="833189"/>
                  </a:lnTo>
                  <a:lnTo>
                    <a:pt x="198550" y="833191"/>
                  </a:lnTo>
                  <a:lnTo>
                    <a:pt x="198536" y="833193"/>
                  </a:lnTo>
                  <a:lnTo>
                    <a:pt x="198520" y="833201"/>
                  </a:lnTo>
                  <a:lnTo>
                    <a:pt x="198509" y="833211"/>
                  </a:lnTo>
                  <a:lnTo>
                    <a:pt x="198504" y="833223"/>
                  </a:lnTo>
                  <a:lnTo>
                    <a:pt x="198496" y="833252"/>
                  </a:lnTo>
                  <a:lnTo>
                    <a:pt x="198487" y="833272"/>
                  </a:lnTo>
                  <a:lnTo>
                    <a:pt x="198476" y="833283"/>
                  </a:lnTo>
                  <a:lnTo>
                    <a:pt x="198459" y="833281"/>
                  </a:lnTo>
                  <a:lnTo>
                    <a:pt x="198443" y="833274"/>
                  </a:lnTo>
                  <a:lnTo>
                    <a:pt x="198425" y="833261"/>
                  </a:lnTo>
                  <a:lnTo>
                    <a:pt x="198407" y="833246"/>
                  </a:lnTo>
                  <a:lnTo>
                    <a:pt x="198399" y="833228"/>
                  </a:lnTo>
                  <a:lnTo>
                    <a:pt x="198392" y="833213"/>
                  </a:lnTo>
                  <a:lnTo>
                    <a:pt x="198372" y="833193"/>
                  </a:lnTo>
                  <a:lnTo>
                    <a:pt x="198339" y="833167"/>
                  </a:lnTo>
                  <a:lnTo>
                    <a:pt x="198300" y="833142"/>
                  </a:lnTo>
                  <a:lnTo>
                    <a:pt x="198277" y="833130"/>
                  </a:lnTo>
                  <a:lnTo>
                    <a:pt x="198227" y="833118"/>
                  </a:lnTo>
                  <a:lnTo>
                    <a:pt x="198185" y="833116"/>
                  </a:lnTo>
                  <a:lnTo>
                    <a:pt x="198126" y="833111"/>
                  </a:lnTo>
                  <a:lnTo>
                    <a:pt x="198088" y="833112"/>
                  </a:lnTo>
                  <a:lnTo>
                    <a:pt x="198029" y="833120"/>
                  </a:lnTo>
                  <a:lnTo>
                    <a:pt x="197974" y="833135"/>
                  </a:lnTo>
                  <a:lnTo>
                    <a:pt x="197921" y="833162"/>
                  </a:lnTo>
                  <a:lnTo>
                    <a:pt x="197874" y="833198"/>
                  </a:lnTo>
                  <a:lnTo>
                    <a:pt x="197857" y="833213"/>
                  </a:lnTo>
                  <a:lnTo>
                    <a:pt x="197840" y="833222"/>
                  </a:lnTo>
                  <a:lnTo>
                    <a:pt x="197817" y="833224"/>
                  </a:lnTo>
                  <a:lnTo>
                    <a:pt x="197778" y="833220"/>
                  </a:lnTo>
                  <a:lnTo>
                    <a:pt x="197762" y="833220"/>
                  </a:lnTo>
                  <a:lnTo>
                    <a:pt x="197747" y="833231"/>
                  </a:lnTo>
                  <a:lnTo>
                    <a:pt x="197730" y="833253"/>
                  </a:lnTo>
                  <a:lnTo>
                    <a:pt x="197710" y="833278"/>
                  </a:lnTo>
                  <a:lnTo>
                    <a:pt x="197687" y="833289"/>
                  </a:lnTo>
                  <a:lnTo>
                    <a:pt x="197658" y="833288"/>
                  </a:lnTo>
                  <a:lnTo>
                    <a:pt x="197613" y="833287"/>
                  </a:lnTo>
                  <a:lnTo>
                    <a:pt x="197582" y="833287"/>
                  </a:lnTo>
                  <a:lnTo>
                    <a:pt x="197537" y="833303"/>
                  </a:lnTo>
                  <a:lnTo>
                    <a:pt x="197512" y="833305"/>
                  </a:lnTo>
                  <a:lnTo>
                    <a:pt x="197496" y="833307"/>
                  </a:lnTo>
                  <a:lnTo>
                    <a:pt x="197476" y="833303"/>
                  </a:lnTo>
                  <a:lnTo>
                    <a:pt x="197435" y="833283"/>
                  </a:lnTo>
                  <a:lnTo>
                    <a:pt x="197413" y="833273"/>
                  </a:lnTo>
                  <a:lnTo>
                    <a:pt x="197375" y="833262"/>
                  </a:lnTo>
                  <a:lnTo>
                    <a:pt x="197341" y="833246"/>
                  </a:lnTo>
                  <a:lnTo>
                    <a:pt x="197314" y="833233"/>
                  </a:lnTo>
                  <a:lnTo>
                    <a:pt x="197292" y="833220"/>
                  </a:lnTo>
                  <a:lnTo>
                    <a:pt x="197267" y="833215"/>
                  </a:lnTo>
                  <a:lnTo>
                    <a:pt x="197249" y="833216"/>
                  </a:lnTo>
                  <a:lnTo>
                    <a:pt x="197227" y="833216"/>
                  </a:lnTo>
                  <a:lnTo>
                    <a:pt x="197201" y="833238"/>
                  </a:lnTo>
                  <a:lnTo>
                    <a:pt x="197158" y="833273"/>
                  </a:lnTo>
                  <a:lnTo>
                    <a:pt x="197099" y="833304"/>
                  </a:lnTo>
                  <a:lnTo>
                    <a:pt x="197059" y="833328"/>
                  </a:lnTo>
                  <a:lnTo>
                    <a:pt x="197029" y="833350"/>
                  </a:lnTo>
                  <a:lnTo>
                    <a:pt x="197000" y="833363"/>
                  </a:lnTo>
                  <a:lnTo>
                    <a:pt x="196982" y="833363"/>
                  </a:lnTo>
                  <a:lnTo>
                    <a:pt x="196960" y="833368"/>
                  </a:lnTo>
                  <a:lnTo>
                    <a:pt x="196946" y="833376"/>
                  </a:lnTo>
                  <a:lnTo>
                    <a:pt x="196938" y="833390"/>
                  </a:lnTo>
                  <a:lnTo>
                    <a:pt x="196922" y="833403"/>
                  </a:lnTo>
                  <a:lnTo>
                    <a:pt x="196889" y="833422"/>
                  </a:lnTo>
                  <a:lnTo>
                    <a:pt x="196875" y="833429"/>
                  </a:lnTo>
                  <a:lnTo>
                    <a:pt x="196852" y="833441"/>
                  </a:lnTo>
                  <a:lnTo>
                    <a:pt x="196840" y="833449"/>
                  </a:lnTo>
                  <a:lnTo>
                    <a:pt x="196841" y="833462"/>
                  </a:lnTo>
                  <a:lnTo>
                    <a:pt x="196851" y="833475"/>
                  </a:lnTo>
                  <a:lnTo>
                    <a:pt x="196862" y="833485"/>
                  </a:lnTo>
                  <a:lnTo>
                    <a:pt x="196868" y="833504"/>
                  </a:lnTo>
                  <a:lnTo>
                    <a:pt x="196871" y="833518"/>
                  </a:lnTo>
                  <a:lnTo>
                    <a:pt x="196872" y="833530"/>
                  </a:lnTo>
                  <a:lnTo>
                    <a:pt x="196872" y="833545"/>
                  </a:lnTo>
                  <a:lnTo>
                    <a:pt x="196869" y="833557"/>
                  </a:lnTo>
                  <a:lnTo>
                    <a:pt x="196852" y="833568"/>
                  </a:lnTo>
                  <a:lnTo>
                    <a:pt x="196802" y="833588"/>
                  </a:lnTo>
                  <a:lnTo>
                    <a:pt x="196767" y="833606"/>
                  </a:lnTo>
                  <a:lnTo>
                    <a:pt x="196731" y="833626"/>
                  </a:lnTo>
                  <a:lnTo>
                    <a:pt x="196702" y="833638"/>
                  </a:lnTo>
                  <a:lnTo>
                    <a:pt x="196675" y="833645"/>
                  </a:lnTo>
                  <a:lnTo>
                    <a:pt x="196654" y="833646"/>
                  </a:lnTo>
                  <a:lnTo>
                    <a:pt x="196641" y="833647"/>
                  </a:lnTo>
                  <a:lnTo>
                    <a:pt x="196630" y="833649"/>
                  </a:lnTo>
                  <a:lnTo>
                    <a:pt x="196613" y="833660"/>
                  </a:lnTo>
                  <a:lnTo>
                    <a:pt x="196601" y="833674"/>
                  </a:lnTo>
                  <a:lnTo>
                    <a:pt x="196589" y="833686"/>
                  </a:lnTo>
                  <a:lnTo>
                    <a:pt x="196568" y="833690"/>
                  </a:lnTo>
                  <a:lnTo>
                    <a:pt x="196551" y="833695"/>
                  </a:lnTo>
                  <a:lnTo>
                    <a:pt x="196526" y="833698"/>
                  </a:lnTo>
                  <a:lnTo>
                    <a:pt x="196498" y="833699"/>
                  </a:lnTo>
                  <a:lnTo>
                    <a:pt x="196477" y="833696"/>
                  </a:lnTo>
                  <a:lnTo>
                    <a:pt x="196458" y="833693"/>
                  </a:lnTo>
                  <a:lnTo>
                    <a:pt x="196431" y="833689"/>
                  </a:lnTo>
                  <a:lnTo>
                    <a:pt x="196415" y="833684"/>
                  </a:lnTo>
                  <a:lnTo>
                    <a:pt x="196399" y="833685"/>
                  </a:lnTo>
                  <a:lnTo>
                    <a:pt x="196388" y="833689"/>
                  </a:lnTo>
                  <a:lnTo>
                    <a:pt x="196381" y="833703"/>
                  </a:lnTo>
                  <a:lnTo>
                    <a:pt x="196387" y="833737"/>
                  </a:lnTo>
                  <a:lnTo>
                    <a:pt x="196398" y="833775"/>
                  </a:lnTo>
                  <a:lnTo>
                    <a:pt x="196415" y="833804"/>
                  </a:lnTo>
                  <a:lnTo>
                    <a:pt x="196428" y="833841"/>
                  </a:lnTo>
                  <a:lnTo>
                    <a:pt x="196443" y="833862"/>
                  </a:lnTo>
                  <a:lnTo>
                    <a:pt x="196469" y="833893"/>
                  </a:lnTo>
                  <a:lnTo>
                    <a:pt x="196488" y="833916"/>
                  </a:lnTo>
                  <a:lnTo>
                    <a:pt x="196507" y="833944"/>
                  </a:lnTo>
                  <a:lnTo>
                    <a:pt x="196525" y="833978"/>
                  </a:lnTo>
                  <a:lnTo>
                    <a:pt x="196529" y="833992"/>
                  </a:lnTo>
                  <a:lnTo>
                    <a:pt x="196534" y="834014"/>
                  </a:lnTo>
                  <a:lnTo>
                    <a:pt x="196540" y="834041"/>
                  </a:lnTo>
                  <a:lnTo>
                    <a:pt x="196544" y="834057"/>
                  </a:lnTo>
                  <a:lnTo>
                    <a:pt x="196542" y="834069"/>
                  </a:lnTo>
                  <a:lnTo>
                    <a:pt x="196538" y="834080"/>
                  </a:lnTo>
                  <a:lnTo>
                    <a:pt x="196498" y="834147"/>
                  </a:lnTo>
                  <a:lnTo>
                    <a:pt x="196486" y="834176"/>
                  </a:lnTo>
                  <a:lnTo>
                    <a:pt x="196478" y="834214"/>
                  </a:lnTo>
                  <a:lnTo>
                    <a:pt x="196470" y="834245"/>
                  </a:lnTo>
                  <a:lnTo>
                    <a:pt x="196460" y="834258"/>
                  </a:lnTo>
                  <a:lnTo>
                    <a:pt x="196446" y="834273"/>
                  </a:lnTo>
                  <a:lnTo>
                    <a:pt x="196418" y="834288"/>
                  </a:lnTo>
                  <a:lnTo>
                    <a:pt x="196387" y="834313"/>
                  </a:lnTo>
                  <a:lnTo>
                    <a:pt x="196364" y="834329"/>
                  </a:lnTo>
                  <a:lnTo>
                    <a:pt x="196329" y="834372"/>
                  </a:lnTo>
                  <a:lnTo>
                    <a:pt x="196318" y="834393"/>
                  </a:lnTo>
                  <a:lnTo>
                    <a:pt x="196276" y="834448"/>
                  </a:lnTo>
                  <a:lnTo>
                    <a:pt x="196262" y="834469"/>
                  </a:lnTo>
                  <a:lnTo>
                    <a:pt x="196250" y="834495"/>
                  </a:lnTo>
                  <a:lnTo>
                    <a:pt x="196250" y="834505"/>
                  </a:lnTo>
                  <a:lnTo>
                    <a:pt x="196255" y="834523"/>
                  </a:lnTo>
                  <a:lnTo>
                    <a:pt x="196263" y="834542"/>
                  </a:lnTo>
                  <a:lnTo>
                    <a:pt x="196274" y="834566"/>
                  </a:lnTo>
                  <a:lnTo>
                    <a:pt x="196282" y="834592"/>
                  </a:lnTo>
                  <a:lnTo>
                    <a:pt x="196283" y="834612"/>
                  </a:lnTo>
                  <a:lnTo>
                    <a:pt x="196283" y="834626"/>
                  </a:lnTo>
                  <a:lnTo>
                    <a:pt x="196283" y="834638"/>
                  </a:lnTo>
                  <a:lnTo>
                    <a:pt x="196277" y="834642"/>
                  </a:lnTo>
                  <a:lnTo>
                    <a:pt x="196254" y="834651"/>
                  </a:lnTo>
                  <a:lnTo>
                    <a:pt x="196217" y="834658"/>
                  </a:lnTo>
                  <a:lnTo>
                    <a:pt x="196176" y="834674"/>
                  </a:lnTo>
                  <a:lnTo>
                    <a:pt x="196093" y="834702"/>
                  </a:lnTo>
                  <a:lnTo>
                    <a:pt x="196057" y="834713"/>
                  </a:lnTo>
                  <a:lnTo>
                    <a:pt x="196041" y="834712"/>
                  </a:lnTo>
                  <a:lnTo>
                    <a:pt x="196034" y="834712"/>
                  </a:lnTo>
                  <a:lnTo>
                    <a:pt x="196018" y="834721"/>
                  </a:lnTo>
                  <a:lnTo>
                    <a:pt x="195994" y="834738"/>
                  </a:lnTo>
                  <a:lnTo>
                    <a:pt x="195978" y="834748"/>
                  </a:lnTo>
                  <a:lnTo>
                    <a:pt x="195954" y="834757"/>
                  </a:lnTo>
                  <a:lnTo>
                    <a:pt x="195944" y="834755"/>
                  </a:lnTo>
                  <a:lnTo>
                    <a:pt x="195926" y="834742"/>
                  </a:lnTo>
                  <a:lnTo>
                    <a:pt x="195897" y="834700"/>
                  </a:lnTo>
                  <a:lnTo>
                    <a:pt x="195872" y="834666"/>
                  </a:lnTo>
                  <a:lnTo>
                    <a:pt x="195861" y="834657"/>
                  </a:lnTo>
                  <a:lnTo>
                    <a:pt x="195829" y="834643"/>
                  </a:lnTo>
                  <a:lnTo>
                    <a:pt x="195781" y="834641"/>
                  </a:lnTo>
                  <a:lnTo>
                    <a:pt x="195758" y="834637"/>
                  </a:lnTo>
                  <a:lnTo>
                    <a:pt x="195732" y="834630"/>
                  </a:lnTo>
                  <a:lnTo>
                    <a:pt x="195705" y="834615"/>
                  </a:lnTo>
                  <a:lnTo>
                    <a:pt x="195680" y="834594"/>
                  </a:lnTo>
                  <a:lnTo>
                    <a:pt x="195645" y="834563"/>
                  </a:lnTo>
                  <a:lnTo>
                    <a:pt x="195614" y="834539"/>
                  </a:lnTo>
                  <a:lnTo>
                    <a:pt x="195597" y="834527"/>
                  </a:lnTo>
                  <a:lnTo>
                    <a:pt x="195587" y="834526"/>
                  </a:lnTo>
                  <a:lnTo>
                    <a:pt x="195566" y="834527"/>
                  </a:lnTo>
                  <a:lnTo>
                    <a:pt x="195525" y="834540"/>
                  </a:lnTo>
                  <a:lnTo>
                    <a:pt x="195499" y="834557"/>
                  </a:lnTo>
                  <a:lnTo>
                    <a:pt x="195475" y="834569"/>
                  </a:lnTo>
                  <a:lnTo>
                    <a:pt x="195452" y="834573"/>
                  </a:lnTo>
                  <a:lnTo>
                    <a:pt x="195429" y="834569"/>
                  </a:lnTo>
                  <a:lnTo>
                    <a:pt x="195389" y="834556"/>
                  </a:lnTo>
                  <a:lnTo>
                    <a:pt x="195344" y="834543"/>
                  </a:lnTo>
                  <a:lnTo>
                    <a:pt x="195325" y="834540"/>
                  </a:lnTo>
                  <a:lnTo>
                    <a:pt x="195286" y="834525"/>
                  </a:lnTo>
                  <a:lnTo>
                    <a:pt x="195250" y="834510"/>
                  </a:lnTo>
                  <a:lnTo>
                    <a:pt x="195223" y="834496"/>
                  </a:lnTo>
                  <a:lnTo>
                    <a:pt x="195200" y="834481"/>
                  </a:lnTo>
                  <a:lnTo>
                    <a:pt x="195178" y="834461"/>
                  </a:lnTo>
                  <a:lnTo>
                    <a:pt x="195161" y="834441"/>
                  </a:lnTo>
                  <a:lnTo>
                    <a:pt x="195156" y="834431"/>
                  </a:lnTo>
                  <a:lnTo>
                    <a:pt x="195156" y="834413"/>
                  </a:lnTo>
                  <a:lnTo>
                    <a:pt x="195165" y="834380"/>
                  </a:lnTo>
                  <a:lnTo>
                    <a:pt x="195175" y="834358"/>
                  </a:lnTo>
                  <a:lnTo>
                    <a:pt x="195181" y="834346"/>
                  </a:lnTo>
                  <a:lnTo>
                    <a:pt x="195188" y="834307"/>
                  </a:lnTo>
                  <a:lnTo>
                    <a:pt x="195189" y="834271"/>
                  </a:lnTo>
                  <a:lnTo>
                    <a:pt x="195184" y="834252"/>
                  </a:lnTo>
                  <a:lnTo>
                    <a:pt x="195172" y="834230"/>
                  </a:lnTo>
                  <a:lnTo>
                    <a:pt x="195145" y="834196"/>
                  </a:lnTo>
                  <a:lnTo>
                    <a:pt x="195101" y="834154"/>
                  </a:lnTo>
                  <a:lnTo>
                    <a:pt x="195051" y="834105"/>
                  </a:lnTo>
                  <a:lnTo>
                    <a:pt x="195005" y="834053"/>
                  </a:lnTo>
                  <a:lnTo>
                    <a:pt x="194999" y="834038"/>
                  </a:lnTo>
                  <a:lnTo>
                    <a:pt x="194998" y="834031"/>
                  </a:lnTo>
                  <a:lnTo>
                    <a:pt x="195005" y="834023"/>
                  </a:lnTo>
                  <a:lnTo>
                    <a:pt x="195026" y="834004"/>
                  </a:lnTo>
                  <a:lnTo>
                    <a:pt x="195045" y="833997"/>
                  </a:lnTo>
                  <a:lnTo>
                    <a:pt x="195076" y="833986"/>
                  </a:lnTo>
                  <a:lnTo>
                    <a:pt x="195098" y="833979"/>
                  </a:lnTo>
                  <a:lnTo>
                    <a:pt x="195115" y="833968"/>
                  </a:lnTo>
                  <a:lnTo>
                    <a:pt x="195132" y="833952"/>
                  </a:lnTo>
                  <a:lnTo>
                    <a:pt x="195158" y="833923"/>
                  </a:lnTo>
                  <a:lnTo>
                    <a:pt x="195181" y="833892"/>
                  </a:lnTo>
                  <a:lnTo>
                    <a:pt x="195196" y="833862"/>
                  </a:lnTo>
                  <a:lnTo>
                    <a:pt x="195220" y="833813"/>
                  </a:lnTo>
                  <a:lnTo>
                    <a:pt x="195234" y="833776"/>
                  </a:lnTo>
                  <a:lnTo>
                    <a:pt x="195233" y="833756"/>
                  </a:lnTo>
                  <a:lnTo>
                    <a:pt x="195217" y="833734"/>
                  </a:lnTo>
                  <a:lnTo>
                    <a:pt x="195196" y="833703"/>
                  </a:lnTo>
                  <a:lnTo>
                    <a:pt x="195186" y="833681"/>
                  </a:lnTo>
                  <a:lnTo>
                    <a:pt x="195178" y="833659"/>
                  </a:lnTo>
                  <a:lnTo>
                    <a:pt x="195160" y="833627"/>
                  </a:lnTo>
                  <a:lnTo>
                    <a:pt x="195146" y="833614"/>
                  </a:lnTo>
                  <a:lnTo>
                    <a:pt x="195120" y="833590"/>
                  </a:lnTo>
                  <a:lnTo>
                    <a:pt x="195093" y="833555"/>
                  </a:lnTo>
                  <a:lnTo>
                    <a:pt x="195077" y="833531"/>
                  </a:lnTo>
                  <a:lnTo>
                    <a:pt x="195063" y="833511"/>
                  </a:lnTo>
                  <a:lnTo>
                    <a:pt x="195057" y="833490"/>
                  </a:lnTo>
                  <a:lnTo>
                    <a:pt x="195055" y="833472"/>
                  </a:lnTo>
                  <a:lnTo>
                    <a:pt x="195064" y="833450"/>
                  </a:lnTo>
                  <a:lnTo>
                    <a:pt x="195082" y="833412"/>
                  </a:lnTo>
                  <a:lnTo>
                    <a:pt x="195097" y="833370"/>
                  </a:lnTo>
                  <a:lnTo>
                    <a:pt x="195108" y="833337"/>
                  </a:lnTo>
                  <a:lnTo>
                    <a:pt x="195128" y="833293"/>
                  </a:lnTo>
                  <a:lnTo>
                    <a:pt x="195158" y="833259"/>
                  </a:lnTo>
                  <a:lnTo>
                    <a:pt x="195186" y="833227"/>
                  </a:lnTo>
                  <a:lnTo>
                    <a:pt x="195205" y="833209"/>
                  </a:lnTo>
                  <a:lnTo>
                    <a:pt x="195216" y="833192"/>
                  </a:lnTo>
                  <a:lnTo>
                    <a:pt x="195216" y="833188"/>
                  </a:lnTo>
                  <a:lnTo>
                    <a:pt x="195209" y="833177"/>
                  </a:lnTo>
                  <a:lnTo>
                    <a:pt x="195195" y="833149"/>
                  </a:lnTo>
                  <a:lnTo>
                    <a:pt x="195173" y="833120"/>
                  </a:lnTo>
                  <a:lnTo>
                    <a:pt x="195163" y="833101"/>
                  </a:lnTo>
                  <a:lnTo>
                    <a:pt x="195162" y="833074"/>
                  </a:lnTo>
                  <a:lnTo>
                    <a:pt x="195178" y="833020"/>
                  </a:lnTo>
                  <a:lnTo>
                    <a:pt x="195190" y="832994"/>
                  </a:lnTo>
                  <a:lnTo>
                    <a:pt x="195212" y="832947"/>
                  </a:lnTo>
                  <a:lnTo>
                    <a:pt x="195217" y="832927"/>
                  </a:lnTo>
                  <a:lnTo>
                    <a:pt x="195218" y="832911"/>
                  </a:lnTo>
                  <a:lnTo>
                    <a:pt x="195208" y="832877"/>
                  </a:lnTo>
                  <a:lnTo>
                    <a:pt x="195200" y="832844"/>
                  </a:lnTo>
                  <a:lnTo>
                    <a:pt x="195199" y="832834"/>
                  </a:lnTo>
                  <a:lnTo>
                    <a:pt x="195194" y="832803"/>
                  </a:lnTo>
                  <a:lnTo>
                    <a:pt x="195198" y="832764"/>
                  </a:lnTo>
                  <a:lnTo>
                    <a:pt x="195197" y="832717"/>
                  </a:lnTo>
                  <a:lnTo>
                    <a:pt x="195196" y="832698"/>
                  </a:lnTo>
                  <a:lnTo>
                    <a:pt x="195190" y="832682"/>
                  </a:lnTo>
                  <a:lnTo>
                    <a:pt x="195186" y="832661"/>
                  </a:lnTo>
                  <a:lnTo>
                    <a:pt x="195186" y="832640"/>
                  </a:lnTo>
                  <a:lnTo>
                    <a:pt x="195195" y="832609"/>
                  </a:lnTo>
                  <a:lnTo>
                    <a:pt x="195200" y="832593"/>
                  </a:lnTo>
                  <a:lnTo>
                    <a:pt x="195206" y="832563"/>
                  </a:lnTo>
                  <a:lnTo>
                    <a:pt x="195217" y="832525"/>
                  </a:lnTo>
                  <a:lnTo>
                    <a:pt x="195225" y="832501"/>
                  </a:lnTo>
                  <a:lnTo>
                    <a:pt x="195223" y="832492"/>
                  </a:lnTo>
                  <a:lnTo>
                    <a:pt x="195206" y="832485"/>
                  </a:lnTo>
                  <a:lnTo>
                    <a:pt x="195167" y="832472"/>
                  </a:lnTo>
                  <a:lnTo>
                    <a:pt x="195129" y="832469"/>
                  </a:lnTo>
                  <a:lnTo>
                    <a:pt x="195107" y="832468"/>
                  </a:lnTo>
                  <a:lnTo>
                    <a:pt x="195077" y="832469"/>
                  </a:lnTo>
                  <a:lnTo>
                    <a:pt x="195052" y="832475"/>
                  </a:lnTo>
                  <a:lnTo>
                    <a:pt x="195034" y="832470"/>
                  </a:lnTo>
                  <a:lnTo>
                    <a:pt x="195029" y="832433"/>
                  </a:lnTo>
                  <a:lnTo>
                    <a:pt x="195028" y="832386"/>
                  </a:lnTo>
                  <a:lnTo>
                    <a:pt x="195031" y="832362"/>
                  </a:lnTo>
                  <a:lnTo>
                    <a:pt x="195026" y="832319"/>
                  </a:lnTo>
                  <a:lnTo>
                    <a:pt x="195016" y="832293"/>
                  </a:lnTo>
                  <a:lnTo>
                    <a:pt x="195001" y="832268"/>
                  </a:lnTo>
                  <a:lnTo>
                    <a:pt x="194979" y="832254"/>
                  </a:lnTo>
                  <a:lnTo>
                    <a:pt x="194961" y="832237"/>
                  </a:lnTo>
                  <a:lnTo>
                    <a:pt x="194944" y="832216"/>
                  </a:lnTo>
                  <a:lnTo>
                    <a:pt x="194928" y="832205"/>
                  </a:lnTo>
                  <a:lnTo>
                    <a:pt x="194915" y="832199"/>
                  </a:lnTo>
                  <a:lnTo>
                    <a:pt x="194887" y="832202"/>
                  </a:lnTo>
                  <a:lnTo>
                    <a:pt x="194872" y="832206"/>
                  </a:lnTo>
                  <a:lnTo>
                    <a:pt x="194858" y="832211"/>
                  </a:lnTo>
                  <a:lnTo>
                    <a:pt x="194854" y="832208"/>
                  </a:lnTo>
                  <a:lnTo>
                    <a:pt x="194853" y="832202"/>
                  </a:lnTo>
                  <a:lnTo>
                    <a:pt x="194859" y="832187"/>
                  </a:lnTo>
                  <a:lnTo>
                    <a:pt x="194881" y="832159"/>
                  </a:lnTo>
                  <a:lnTo>
                    <a:pt x="194894" y="832136"/>
                  </a:lnTo>
                  <a:lnTo>
                    <a:pt x="194912" y="832113"/>
                  </a:lnTo>
                  <a:lnTo>
                    <a:pt x="194921" y="832099"/>
                  </a:lnTo>
                  <a:lnTo>
                    <a:pt x="194920" y="832084"/>
                  </a:lnTo>
                  <a:lnTo>
                    <a:pt x="194919" y="832068"/>
                  </a:lnTo>
                  <a:lnTo>
                    <a:pt x="194907" y="832044"/>
                  </a:lnTo>
                  <a:lnTo>
                    <a:pt x="194895" y="832023"/>
                  </a:lnTo>
                  <a:lnTo>
                    <a:pt x="194886" y="831981"/>
                  </a:lnTo>
                  <a:lnTo>
                    <a:pt x="194884" y="831949"/>
                  </a:lnTo>
                  <a:lnTo>
                    <a:pt x="194885" y="831916"/>
                  </a:lnTo>
                  <a:lnTo>
                    <a:pt x="194891" y="831891"/>
                  </a:lnTo>
                  <a:lnTo>
                    <a:pt x="194903" y="831859"/>
                  </a:lnTo>
                  <a:lnTo>
                    <a:pt x="194915" y="831826"/>
                  </a:lnTo>
                  <a:lnTo>
                    <a:pt x="194915" y="831813"/>
                  </a:lnTo>
                  <a:lnTo>
                    <a:pt x="194913" y="831807"/>
                  </a:lnTo>
                  <a:lnTo>
                    <a:pt x="194902" y="831807"/>
                  </a:lnTo>
                  <a:lnTo>
                    <a:pt x="194877" y="831815"/>
                  </a:lnTo>
                  <a:lnTo>
                    <a:pt x="194838" y="831818"/>
                  </a:lnTo>
                  <a:lnTo>
                    <a:pt x="194814" y="831819"/>
                  </a:lnTo>
                  <a:lnTo>
                    <a:pt x="194771" y="831813"/>
                  </a:lnTo>
                  <a:lnTo>
                    <a:pt x="194739" y="831803"/>
                  </a:lnTo>
                  <a:lnTo>
                    <a:pt x="194715" y="831800"/>
                  </a:lnTo>
                  <a:lnTo>
                    <a:pt x="194665" y="831806"/>
                  </a:lnTo>
                  <a:lnTo>
                    <a:pt x="194592" y="831810"/>
                  </a:lnTo>
                  <a:lnTo>
                    <a:pt x="194559" y="831806"/>
                  </a:lnTo>
                  <a:lnTo>
                    <a:pt x="194503" y="831800"/>
                  </a:lnTo>
                  <a:lnTo>
                    <a:pt x="194480" y="831796"/>
                  </a:lnTo>
                  <a:lnTo>
                    <a:pt x="194464" y="831795"/>
                  </a:lnTo>
                  <a:lnTo>
                    <a:pt x="194436" y="831791"/>
                  </a:lnTo>
                  <a:lnTo>
                    <a:pt x="194419" y="831786"/>
                  </a:lnTo>
                  <a:lnTo>
                    <a:pt x="194403" y="831776"/>
                  </a:lnTo>
                  <a:lnTo>
                    <a:pt x="194402" y="831766"/>
                  </a:lnTo>
                  <a:lnTo>
                    <a:pt x="194402" y="831748"/>
                  </a:lnTo>
                  <a:lnTo>
                    <a:pt x="194404" y="831730"/>
                  </a:lnTo>
                  <a:lnTo>
                    <a:pt x="194396" y="831711"/>
                  </a:lnTo>
                  <a:lnTo>
                    <a:pt x="194387" y="831706"/>
                  </a:lnTo>
                  <a:lnTo>
                    <a:pt x="194358" y="831690"/>
                  </a:lnTo>
                  <a:lnTo>
                    <a:pt x="194329" y="831685"/>
                  </a:lnTo>
                  <a:lnTo>
                    <a:pt x="194289" y="831684"/>
                  </a:lnTo>
                  <a:lnTo>
                    <a:pt x="194273" y="831685"/>
                  </a:lnTo>
                  <a:lnTo>
                    <a:pt x="194259" y="831695"/>
                  </a:lnTo>
                  <a:lnTo>
                    <a:pt x="194250" y="831708"/>
                  </a:lnTo>
                  <a:lnTo>
                    <a:pt x="194242" y="831714"/>
                  </a:lnTo>
                  <a:lnTo>
                    <a:pt x="194233" y="831711"/>
                  </a:lnTo>
                  <a:lnTo>
                    <a:pt x="194226" y="831703"/>
                  </a:lnTo>
                  <a:lnTo>
                    <a:pt x="194225" y="831691"/>
                  </a:lnTo>
                  <a:lnTo>
                    <a:pt x="194224" y="831669"/>
                  </a:lnTo>
                  <a:lnTo>
                    <a:pt x="194224" y="831650"/>
                  </a:lnTo>
                  <a:lnTo>
                    <a:pt x="194220" y="831638"/>
                  </a:lnTo>
                  <a:lnTo>
                    <a:pt x="194188" y="831615"/>
                  </a:lnTo>
                  <a:lnTo>
                    <a:pt x="194155" y="831590"/>
                  </a:lnTo>
                  <a:lnTo>
                    <a:pt x="194137" y="831577"/>
                  </a:lnTo>
                  <a:lnTo>
                    <a:pt x="194124" y="831561"/>
                  </a:lnTo>
                  <a:lnTo>
                    <a:pt x="194113" y="831556"/>
                  </a:lnTo>
                  <a:lnTo>
                    <a:pt x="194101" y="831556"/>
                  </a:lnTo>
                  <a:lnTo>
                    <a:pt x="194079" y="831571"/>
                  </a:lnTo>
                  <a:lnTo>
                    <a:pt x="194062" y="831595"/>
                  </a:lnTo>
                  <a:lnTo>
                    <a:pt x="194036" y="831620"/>
                  </a:lnTo>
                  <a:lnTo>
                    <a:pt x="194008" y="831632"/>
                  </a:lnTo>
                  <a:lnTo>
                    <a:pt x="193980" y="831644"/>
                  </a:lnTo>
                  <a:lnTo>
                    <a:pt x="193936" y="831656"/>
                  </a:lnTo>
                  <a:lnTo>
                    <a:pt x="193899" y="831661"/>
                  </a:lnTo>
                  <a:lnTo>
                    <a:pt x="193854" y="831668"/>
                  </a:lnTo>
                  <a:lnTo>
                    <a:pt x="193820" y="831669"/>
                  </a:lnTo>
                  <a:lnTo>
                    <a:pt x="193790" y="831667"/>
                  </a:lnTo>
                  <a:lnTo>
                    <a:pt x="193756" y="831667"/>
                  </a:lnTo>
                  <a:lnTo>
                    <a:pt x="193738" y="831667"/>
                  </a:lnTo>
                  <a:lnTo>
                    <a:pt x="193707" y="831672"/>
                  </a:lnTo>
                  <a:lnTo>
                    <a:pt x="193635" y="831698"/>
                  </a:lnTo>
                  <a:lnTo>
                    <a:pt x="193579" y="831723"/>
                  </a:lnTo>
                  <a:lnTo>
                    <a:pt x="193568" y="831733"/>
                  </a:lnTo>
                  <a:lnTo>
                    <a:pt x="193560" y="831744"/>
                  </a:lnTo>
                  <a:lnTo>
                    <a:pt x="193546" y="831754"/>
                  </a:lnTo>
                  <a:lnTo>
                    <a:pt x="193530" y="831758"/>
                  </a:lnTo>
                  <a:lnTo>
                    <a:pt x="193509" y="831759"/>
                  </a:lnTo>
                  <a:lnTo>
                    <a:pt x="193484" y="831754"/>
                  </a:lnTo>
                  <a:lnTo>
                    <a:pt x="193459" y="831747"/>
                  </a:lnTo>
                  <a:lnTo>
                    <a:pt x="193414" y="831739"/>
                  </a:lnTo>
                  <a:lnTo>
                    <a:pt x="193386" y="831730"/>
                  </a:lnTo>
                  <a:lnTo>
                    <a:pt x="193356" y="831712"/>
                  </a:lnTo>
                  <a:lnTo>
                    <a:pt x="193329" y="831689"/>
                  </a:lnTo>
                  <a:lnTo>
                    <a:pt x="193300" y="831669"/>
                  </a:lnTo>
                  <a:lnTo>
                    <a:pt x="193281" y="831658"/>
                  </a:lnTo>
                  <a:lnTo>
                    <a:pt x="193251" y="831642"/>
                  </a:lnTo>
                  <a:lnTo>
                    <a:pt x="193226" y="831633"/>
                  </a:lnTo>
                  <a:lnTo>
                    <a:pt x="193198" y="831623"/>
                  </a:lnTo>
                  <a:lnTo>
                    <a:pt x="193169" y="831610"/>
                  </a:lnTo>
                  <a:lnTo>
                    <a:pt x="193135" y="831599"/>
                  </a:lnTo>
                  <a:lnTo>
                    <a:pt x="193106" y="831596"/>
                  </a:lnTo>
                  <a:lnTo>
                    <a:pt x="193083" y="831595"/>
                  </a:lnTo>
                  <a:lnTo>
                    <a:pt x="193063" y="831585"/>
                  </a:lnTo>
                  <a:lnTo>
                    <a:pt x="193048" y="831567"/>
                  </a:lnTo>
                  <a:lnTo>
                    <a:pt x="193026" y="831531"/>
                  </a:lnTo>
                  <a:lnTo>
                    <a:pt x="193015" y="831510"/>
                  </a:lnTo>
                  <a:lnTo>
                    <a:pt x="193001" y="831489"/>
                  </a:lnTo>
                  <a:lnTo>
                    <a:pt x="192984" y="831450"/>
                  </a:lnTo>
                  <a:lnTo>
                    <a:pt x="192977" y="831429"/>
                  </a:lnTo>
                  <a:lnTo>
                    <a:pt x="192953" y="831397"/>
                  </a:lnTo>
                  <a:lnTo>
                    <a:pt x="192940" y="831383"/>
                  </a:lnTo>
                  <a:lnTo>
                    <a:pt x="192916" y="831363"/>
                  </a:lnTo>
                  <a:lnTo>
                    <a:pt x="192909" y="831358"/>
                  </a:lnTo>
                  <a:lnTo>
                    <a:pt x="192895" y="831349"/>
                  </a:lnTo>
                  <a:lnTo>
                    <a:pt x="192854" y="831315"/>
                  </a:lnTo>
                  <a:lnTo>
                    <a:pt x="192840" y="831304"/>
                  </a:lnTo>
                  <a:lnTo>
                    <a:pt x="192809" y="831304"/>
                  </a:lnTo>
                  <a:lnTo>
                    <a:pt x="192797" y="831306"/>
                  </a:lnTo>
                  <a:lnTo>
                    <a:pt x="192778" y="831322"/>
                  </a:lnTo>
                  <a:lnTo>
                    <a:pt x="192748" y="831353"/>
                  </a:lnTo>
                  <a:lnTo>
                    <a:pt x="192727" y="831372"/>
                  </a:lnTo>
                  <a:lnTo>
                    <a:pt x="192668" y="831406"/>
                  </a:lnTo>
                  <a:lnTo>
                    <a:pt x="192637" y="831421"/>
                  </a:lnTo>
                  <a:lnTo>
                    <a:pt x="192590" y="831450"/>
                  </a:lnTo>
                  <a:lnTo>
                    <a:pt x="192563" y="831458"/>
                  </a:lnTo>
                  <a:lnTo>
                    <a:pt x="192533" y="831461"/>
                  </a:lnTo>
                  <a:lnTo>
                    <a:pt x="192497" y="831462"/>
                  </a:lnTo>
                  <a:lnTo>
                    <a:pt x="192470" y="831464"/>
                  </a:lnTo>
                  <a:lnTo>
                    <a:pt x="192424" y="831470"/>
                  </a:lnTo>
                  <a:lnTo>
                    <a:pt x="192404" y="831475"/>
                  </a:lnTo>
                  <a:lnTo>
                    <a:pt x="192354" y="831463"/>
                  </a:lnTo>
                  <a:lnTo>
                    <a:pt x="192299" y="831453"/>
                  </a:lnTo>
                  <a:lnTo>
                    <a:pt x="192270" y="831451"/>
                  </a:lnTo>
                  <a:lnTo>
                    <a:pt x="192257" y="831451"/>
                  </a:lnTo>
                  <a:lnTo>
                    <a:pt x="192248" y="831459"/>
                  </a:lnTo>
                  <a:lnTo>
                    <a:pt x="192234" y="831478"/>
                  </a:lnTo>
                  <a:lnTo>
                    <a:pt x="192223" y="831492"/>
                  </a:lnTo>
                  <a:lnTo>
                    <a:pt x="192212" y="831516"/>
                  </a:lnTo>
                  <a:lnTo>
                    <a:pt x="192200" y="831532"/>
                  </a:lnTo>
                  <a:lnTo>
                    <a:pt x="192163" y="831561"/>
                  </a:lnTo>
                  <a:lnTo>
                    <a:pt x="192126" y="831586"/>
                  </a:lnTo>
                  <a:lnTo>
                    <a:pt x="192094" y="831609"/>
                  </a:lnTo>
                  <a:lnTo>
                    <a:pt x="192070" y="831622"/>
                  </a:lnTo>
                  <a:lnTo>
                    <a:pt x="192043" y="831642"/>
                  </a:lnTo>
                  <a:lnTo>
                    <a:pt x="192026" y="831661"/>
                  </a:lnTo>
                  <a:lnTo>
                    <a:pt x="192015" y="831681"/>
                  </a:lnTo>
                  <a:lnTo>
                    <a:pt x="192019" y="831698"/>
                  </a:lnTo>
                  <a:lnTo>
                    <a:pt x="192031" y="831725"/>
                  </a:lnTo>
                  <a:lnTo>
                    <a:pt x="192051" y="831765"/>
                  </a:lnTo>
                  <a:lnTo>
                    <a:pt x="192059" y="831782"/>
                  </a:lnTo>
                  <a:lnTo>
                    <a:pt x="192063" y="831814"/>
                  </a:lnTo>
                  <a:lnTo>
                    <a:pt x="192064" y="831837"/>
                  </a:lnTo>
                  <a:lnTo>
                    <a:pt x="192058" y="831857"/>
                  </a:lnTo>
                  <a:lnTo>
                    <a:pt x="192045" y="831874"/>
                  </a:lnTo>
                  <a:lnTo>
                    <a:pt x="192027" y="831897"/>
                  </a:lnTo>
                  <a:lnTo>
                    <a:pt x="191991" y="831920"/>
                  </a:lnTo>
                  <a:lnTo>
                    <a:pt x="191960" y="831935"/>
                  </a:lnTo>
                  <a:lnTo>
                    <a:pt x="191911" y="831961"/>
                  </a:lnTo>
                  <a:lnTo>
                    <a:pt x="191879" y="831977"/>
                  </a:lnTo>
                  <a:lnTo>
                    <a:pt x="191856" y="831983"/>
                  </a:lnTo>
                  <a:lnTo>
                    <a:pt x="191809" y="831986"/>
                  </a:lnTo>
                  <a:lnTo>
                    <a:pt x="191776" y="831986"/>
                  </a:lnTo>
                  <a:lnTo>
                    <a:pt x="191716" y="831986"/>
                  </a:lnTo>
                  <a:lnTo>
                    <a:pt x="191661" y="831990"/>
                  </a:lnTo>
                  <a:lnTo>
                    <a:pt x="191624" y="831991"/>
                  </a:lnTo>
                  <a:lnTo>
                    <a:pt x="191600" y="831984"/>
                  </a:lnTo>
                  <a:lnTo>
                    <a:pt x="191542" y="831974"/>
                  </a:lnTo>
                  <a:lnTo>
                    <a:pt x="191514" y="831971"/>
                  </a:lnTo>
                  <a:lnTo>
                    <a:pt x="191453" y="831962"/>
                  </a:lnTo>
                  <a:lnTo>
                    <a:pt x="191412" y="831951"/>
                  </a:lnTo>
                  <a:lnTo>
                    <a:pt x="191351" y="831926"/>
                  </a:lnTo>
                  <a:lnTo>
                    <a:pt x="191338" y="831922"/>
                  </a:lnTo>
                  <a:lnTo>
                    <a:pt x="191326" y="831921"/>
                  </a:lnTo>
                  <a:lnTo>
                    <a:pt x="191309" y="831935"/>
                  </a:lnTo>
                  <a:lnTo>
                    <a:pt x="191288" y="831942"/>
                  </a:lnTo>
                  <a:lnTo>
                    <a:pt x="191269" y="831956"/>
                  </a:lnTo>
                  <a:lnTo>
                    <a:pt x="191248" y="831965"/>
                  </a:lnTo>
                  <a:lnTo>
                    <a:pt x="191235" y="831977"/>
                  </a:lnTo>
                  <a:lnTo>
                    <a:pt x="191220" y="831993"/>
                  </a:lnTo>
                  <a:lnTo>
                    <a:pt x="191205" y="832012"/>
                  </a:lnTo>
                  <a:lnTo>
                    <a:pt x="191191" y="832037"/>
                  </a:lnTo>
                  <a:lnTo>
                    <a:pt x="191187" y="832049"/>
                  </a:lnTo>
                  <a:lnTo>
                    <a:pt x="191187" y="832062"/>
                  </a:lnTo>
                  <a:lnTo>
                    <a:pt x="191186" y="832085"/>
                  </a:lnTo>
                  <a:lnTo>
                    <a:pt x="191180" y="832113"/>
                  </a:lnTo>
                  <a:lnTo>
                    <a:pt x="191170" y="832122"/>
                  </a:lnTo>
                  <a:lnTo>
                    <a:pt x="191134" y="832159"/>
                  </a:lnTo>
                  <a:lnTo>
                    <a:pt x="191075" y="832219"/>
                  </a:lnTo>
                  <a:lnTo>
                    <a:pt x="191058" y="832252"/>
                  </a:lnTo>
                  <a:lnTo>
                    <a:pt x="191048" y="832286"/>
                  </a:lnTo>
                  <a:lnTo>
                    <a:pt x="191028" y="832322"/>
                  </a:lnTo>
                  <a:lnTo>
                    <a:pt x="191010" y="832343"/>
                  </a:lnTo>
                  <a:lnTo>
                    <a:pt x="190995" y="832360"/>
                  </a:lnTo>
                  <a:lnTo>
                    <a:pt x="190987" y="832382"/>
                  </a:lnTo>
                  <a:lnTo>
                    <a:pt x="190980" y="832413"/>
                  </a:lnTo>
                  <a:lnTo>
                    <a:pt x="190979" y="832435"/>
                  </a:lnTo>
                  <a:lnTo>
                    <a:pt x="190980" y="832513"/>
                  </a:lnTo>
                  <a:lnTo>
                    <a:pt x="190984" y="832565"/>
                  </a:lnTo>
                  <a:lnTo>
                    <a:pt x="190986" y="832580"/>
                  </a:lnTo>
                  <a:lnTo>
                    <a:pt x="191004" y="832612"/>
                  </a:lnTo>
                  <a:lnTo>
                    <a:pt x="191018" y="832640"/>
                  </a:lnTo>
                  <a:lnTo>
                    <a:pt x="191027" y="832657"/>
                  </a:lnTo>
                  <a:lnTo>
                    <a:pt x="191027" y="832663"/>
                  </a:lnTo>
                  <a:lnTo>
                    <a:pt x="191017" y="832668"/>
                  </a:lnTo>
                  <a:lnTo>
                    <a:pt x="190997" y="832675"/>
                  </a:lnTo>
                  <a:lnTo>
                    <a:pt x="190972" y="832691"/>
                  </a:lnTo>
                  <a:lnTo>
                    <a:pt x="190935" y="832720"/>
                  </a:lnTo>
                  <a:lnTo>
                    <a:pt x="190914" y="832740"/>
                  </a:lnTo>
                  <a:lnTo>
                    <a:pt x="190870" y="832794"/>
                  </a:lnTo>
                  <a:lnTo>
                    <a:pt x="190852" y="832816"/>
                  </a:lnTo>
                  <a:lnTo>
                    <a:pt x="190823" y="832863"/>
                  </a:lnTo>
                  <a:lnTo>
                    <a:pt x="190806" y="832894"/>
                  </a:lnTo>
                  <a:lnTo>
                    <a:pt x="190794" y="832925"/>
                  </a:lnTo>
                  <a:lnTo>
                    <a:pt x="190782" y="832960"/>
                  </a:lnTo>
                  <a:lnTo>
                    <a:pt x="190777" y="832996"/>
                  </a:lnTo>
                  <a:lnTo>
                    <a:pt x="190776" y="833023"/>
                  </a:lnTo>
                  <a:lnTo>
                    <a:pt x="190768" y="833056"/>
                  </a:lnTo>
                  <a:lnTo>
                    <a:pt x="190759" y="833067"/>
                  </a:lnTo>
                  <a:lnTo>
                    <a:pt x="190743" y="833074"/>
                  </a:lnTo>
                  <a:lnTo>
                    <a:pt x="190701" y="833082"/>
                  </a:lnTo>
                  <a:lnTo>
                    <a:pt x="190664" y="833089"/>
                  </a:lnTo>
                  <a:lnTo>
                    <a:pt x="190633" y="833094"/>
                  </a:lnTo>
                  <a:lnTo>
                    <a:pt x="190596" y="833103"/>
                  </a:lnTo>
                  <a:lnTo>
                    <a:pt x="190575" y="833106"/>
                  </a:lnTo>
                  <a:lnTo>
                    <a:pt x="190559" y="833107"/>
                  </a:lnTo>
                  <a:lnTo>
                    <a:pt x="190538" y="833108"/>
                  </a:lnTo>
                  <a:lnTo>
                    <a:pt x="190504" y="833100"/>
                  </a:lnTo>
                  <a:lnTo>
                    <a:pt x="190482" y="833099"/>
                  </a:lnTo>
                  <a:lnTo>
                    <a:pt x="190461" y="833099"/>
                  </a:lnTo>
                  <a:lnTo>
                    <a:pt x="190446" y="833102"/>
                  </a:lnTo>
                  <a:lnTo>
                    <a:pt x="190429" y="833107"/>
                  </a:lnTo>
                  <a:lnTo>
                    <a:pt x="190418" y="833110"/>
                  </a:lnTo>
                  <a:lnTo>
                    <a:pt x="190402" y="833120"/>
                  </a:lnTo>
                  <a:lnTo>
                    <a:pt x="190396" y="833119"/>
                  </a:lnTo>
                  <a:lnTo>
                    <a:pt x="190394" y="833113"/>
                  </a:lnTo>
                  <a:lnTo>
                    <a:pt x="190393" y="833105"/>
                  </a:lnTo>
                  <a:lnTo>
                    <a:pt x="190393" y="833096"/>
                  </a:lnTo>
                  <a:lnTo>
                    <a:pt x="190392" y="833087"/>
                  </a:lnTo>
                  <a:lnTo>
                    <a:pt x="190392" y="833080"/>
                  </a:lnTo>
                  <a:lnTo>
                    <a:pt x="190387" y="833070"/>
                  </a:lnTo>
                  <a:lnTo>
                    <a:pt x="190381" y="833060"/>
                  </a:lnTo>
                  <a:lnTo>
                    <a:pt x="190365" y="833024"/>
                  </a:lnTo>
                  <a:lnTo>
                    <a:pt x="190358" y="832995"/>
                  </a:lnTo>
                  <a:lnTo>
                    <a:pt x="190349" y="832974"/>
                  </a:lnTo>
                  <a:lnTo>
                    <a:pt x="190324" y="832913"/>
                  </a:lnTo>
                  <a:lnTo>
                    <a:pt x="190315" y="832885"/>
                  </a:lnTo>
                  <a:lnTo>
                    <a:pt x="190304" y="832860"/>
                  </a:lnTo>
                  <a:lnTo>
                    <a:pt x="190296" y="832815"/>
                  </a:lnTo>
                  <a:lnTo>
                    <a:pt x="190292" y="832796"/>
                  </a:lnTo>
                  <a:lnTo>
                    <a:pt x="190282" y="832777"/>
                  </a:lnTo>
                  <a:lnTo>
                    <a:pt x="190270" y="832761"/>
                  </a:lnTo>
                  <a:lnTo>
                    <a:pt x="190243" y="832726"/>
                  </a:lnTo>
                  <a:lnTo>
                    <a:pt x="190236" y="832702"/>
                  </a:lnTo>
                  <a:lnTo>
                    <a:pt x="190227" y="832678"/>
                  </a:lnTo>
                  <a:lnTo>
                    <a:pt x="190210" y="832619"/>
                  </a:lnTo>
                  <a:lnTo>
                    <a:pt x="190184" y="832560"/>
                  </a:lnTo>
                  <a:lnTo>
                    <a:pt x="190153" y="832507"/>
                  </a:lnTo>
                  <a:lnTo>
                    <a:pt x="190139" y="832482"/>
                  </a:lnTo>
                  <a:lnTo>
                    <a:pt x="190125" y="832463"/>
                  </a:lnTo>
                  <a:lnTo>
                    <a:pt x="190107" y="832442"/>
                  </a:lnTo>
                  <a:lnTo>
                    <a:pt x="190089" y="832418"/>
                  </a:lnTo>
                  <a:lnTo>
                    <a:pt x="190067" y="832388"/>
                  </a:lnTo>
                  <a:lnTo>
                    <a:pt x="190054" y="832361"/>
                  </a:lnTo>
                  <a:lnTo>
                    <a:pt x="190049" y="832336"/>
                  </a:lnTo>
                  <a:lnTo>
                    <a:pt x="190047" y="832299"/>
                  </a:lnTo>
                  <a:lnTo>
                    <a:pt x="190047" y="832285"/>
                  </a:lnTo>
                  <a:lnTo>
                    <a:pt x="190048" y="832269"/>
                  </a:lnTo>
                  <a:lnTo>
                    <a:pt x="190052" y="832261"/>
                  </a:lnTo>
                  <a:lnTo>
                    <a:pt x="190069" y="832251"/>
                  </a:lnTo>
                  <a:lnTo>
                    <a:pt x="190096" y="832227"/>
                  </a:lnTo>
                  <a:lnTo>
                    <a:pt x="190108" y="832218"/>
                  </a:lnTo>
                  <a:lnTo>
                    <a:pt x="190122" y="832207"/>
                  </a:lnTo>
                  <a:lnTo>
                    <a:pt x="190124" y="832201"/>
                  </a:lnTo>
                  <a:lnTo>
                    <a:pt x="190124" y="832176"/>
                  </a:lnTo>
                  <a:lnTo>
                    <a:pt x="190124" y="832153"/>
                  </a:lnTo>
                  <a:lnTo>
                    <a:pt x="190133" y="832131"/>
                  </a:lnTo>
                  <a:lnTo>
                    <a:pt x="190137" y="832112"/>
                  </a:lnTo>
                  <a:lnTo>
                    <a:pt x="190146" y="832086"/>
                  </a:lnTo>
                  <a:lnTo>
                    <a:pt x="190151" y="832061"/>
                  </a:lnTo>
                  <a:lnTo>
                    <a:pt x="190155" y="832041"/>
                  </a:lnTo>
                  <a:lnTo>
                    <a:pt x="190155" y="832025"/>
                  </a:lnTo>
                  <a:lnTo>
                    <a:pt x="190157" y="831995"/>
                  </a:lnTo>
                  <a:lnTo>
                    <a:pt x="190156" y="831976"/>
                  </a:lnTo>
                  <a:lnTo>
                    <a:pt x="190162" y="831952"/>
                  </a:lnTo>
                  <a:lnTo>
                    <a:pt x="190171" y="831944"/>
                  </a:lnTo>
                  <a:lnTo>
                    <a:pt x="190179" y="831926"/>
                  </a:lnTo>
                  <a:lnTo>
                    <a:pt x="190187" y="831899"/>
                  </a:lnTo>
                  <a:lnTo>
                    <a:pt x="190204" y="831871"/>
                  </a:lnTo>
                  <a:lnTo>
                    <a:pt x="190211" y="831855"/>
                  </a:lnTo>
                  <a:lnTo>
                    <a:pt x="190217" y="831833"/>
                  </a:lnTo>
                  <a:lnTo>
                    <a:pt x="190226" y="831793"/>
                  </a:lnTo>
                  <a:lnTo>
                    <a:pt x="190231" y="831758"/>
                  </a:lnTo>
                  <a:lnTo>
                    <a:pt x="190235" y="831690"/>
                  </a:lnTo>
                  <a:lnTo>
                    <a:pt x="190228" y="831665"/>
                  </a:lnTo>
                  <a:lnTo>
                    <a:pt x="190227" y="831630"/>
                  </a:lnTo>
                  <a:lnTo>
                    <a:pt x="190220" y="831609"/>
                  </a:lnTo>
                  <a:lnTo>
                    <a:pt x="190205" y="831560"/>
                  </a:lnTo>
                  <a:lnTo>
                    <a:pt x="190197" y="831536"/>
                  </a:lnTo>
                  <a:lnTo>
                    <a:pt x="190197" y="831518"/>
                  </a:lnTo>
                  <a:lnTo>
                    <a:pt x="190196" y="831497"/>
                  </a:lnTo>
                  <a:lnTo>
                    <a:pt x="190194" y="831483"/>
                  </a:lnTo>
                  <a:lnTo>
                    <a:pt x="190190" y="831475"/>
                  </a:lnTo>
                  <a:lnTo>
                    <a:pt x="190180" y="831425"/>
                  </a:lnTo>
                  <a:lnTo>
                    <a:pt x="190174" y="831372"/>
                  </a:lnTo>
                  <a:lnTo>
                    <a:pt x="190177" y="831320"/>
                  </a:lnTo>
                  <a:lnTo>
                    <a:pt x="190176" y="831306"/>
                  </a:lnTo>
                  <a:lnTo>
                    <a:pt x="190176" y="831293"/>
                  </a:lnTo>
                  <a:lnTo>
                    <a:pt x="190169" y="831284"/>
                  </a:lnTo>
                  <a:lnTo>
                    <a:pt x="190158" y="831271"/>
                  </a:lnTo>
                  <a:lnTo>
                    <a:pt x="190159" y="831253"/>
                  </a:lnTo>
                  <a:lnTo>
                    <a:pt x="190160" y="831241"/>
                  </a:lnTo>
                  <a:lnTo>
                    <a:pt x="190166" y="831179"/>
                  </a:lnTo>
                  <a:lnTo>
                    <a:pt x="190172" y="831146"/>
                  </a:lnTo>
                  <a:lnTo>
                    <a:pt x="190176" y="831103"/>
                  </a:lnTo>
                  <a:lnTo>
                    <a:pt x="190170" y="831063"/>
                  </a:lnTo>
                  <a:lnTo>
                    <a:pt x="190163" y="831031"/>
                  </a:lnTo>
                  <a:lnTo>
                    <a:pt x="190160" y="831010"/>
                  </a:lnTo>
                  <a:lnTo>
                    <a:pt x="190154" y="830994"/>
                  </a:lnTo>
                  <a:lnTo>
                    <a:pt x="190148" y="830988"/>
                  </a:lnTo>
                  <a:lnTo>
                    <a:pt x="190135" y="830983"/>
                  </a:lnTo>
                  <a:lnTo>
                    <a:pt x="190096" y="830971"/>
                  </a:lnTo>
                  <a:lnTo>
                    <a:pt x="190057" y="830960"/>
                  </a:lnTo>
                  <a:lnTo>
                    <a:pt x="190002" y="830951"/>
                  </a:lnTo>
                  <a:lnTo>
                    <a:pt x="189969" y="830927"/>
                  </a:lnTo>
                  <a:lnTo>
                    <a:pt x="189940" y="830906"/>
                  </a:lnTo>
                  <a:lnTo>
                    <a:pt x="189910" y="830882"/>
                  </a:lnTo>
                  <a:lnTo>
                    <a:pt x="189888" y="830868"/>
                  </a:lnTo>
                  <a:lnTo>
                    <a:pt x="189866" y="830845"/>
                  </a:lnTo>
                  <a:lnTo>
                    <a:pt x="189851" y="830819"/>
                  </a:lnTo>
                  <a:lnTo>
                    <a:pt x="189834" y="830805"/>
                  </a:lnTo>
                  <a:lnTo>
                    <a:pt x="189819" y="830800"/>
                  </a:lnTo>
                  <a:lnTo>
                    <a:pt x="189787" y="830795"/>
                  </a:lnTo>
                  <a:lnTo>
                    <a:pt x="189755" y="830789"/>
                  </a:lnTo>
                  <a:lnTo>
                    <a:pt x="189735" y="830787"/>
                  </a:lnTo>
                  <a:lnTo>
                    <a:pt x="189708" y="830796"/>
                  </a:lnTo>
                  <a:lnTo>
                    <a:pt x="189674" y="830799"/>
                  </a:lnTo>
                  <a:lnTo>
                    <a:pt x="189637" y="830803"/>
                  </a:lnTo>
                  <a:lnTo>
                    <a:pt x="189620" y="830803"/>
                  </a:lnTo>
                  <a:lnTo>
                    <a:pt x="189605" y="830794"/>
                  </a:lnTo>
                  <a:lnTo>
                    <a:pt x="189575" y="830766"/>
                  </a:lnTo>
                  <a:lnTo>
                    <a:pt x="189551" y="830750"/>
                  </a:lnTo>
                  <a:lnTo>
                    <a:pt x="189508" y="830728"/>
                  </a:lnTo>
                  <a:lnTo>
                    <a:pt x="189480" y="830722"/>
                  </a:lnTo>
                  <a:lnTo>
                    <a:pt x="189457" y="830723"/>
                  </a:lnTo>
                  <a:lnTo>
                    <a:pt x="189422" y="830742"/>
                  </a:lnTo>
                  <a:lnTo>
                    <a:pt x="189386" y="830749"/>
                  </a:lnTo>
                  <a:lnTo>
                    <a:pt x="189356" y="830747"/>
                  </a:lnTo>
                  <a:lnTo>
                    <a:pt x="189323" y="830748"/>
                  </a:lnTo>
                  <a:lnTo>
                    <a:pt x="189292" y="830740"/>
                  </a:lnTo>
                  <a:lnTo>
                    <a:pt x="189263" y="830722"/>
                  </a:lnTo>
                  <a:lnTo>
                    <a:pt x="189241" y="830707"/>
                  </a:lnTo>
                  <a:lnTo>
                    <a:pt x="189226" y="830690"/>
                  </a:lnTo>
                  <a:lnTo>
                    <a:pt x="189177" y="830641"/>
                  </a:lnTo>
                  <a:lnTo>
                    <a:pt x="189149" y="830618"/>
                  </a:lnTo>
                  <a:lnTo>
                    <a:pt x="189132" y="830608"/>
                  </a:lnTo>
                  <a:lnTo>
                    <a:pt x="189089" y="830582"/>
                  </a:lnTo>
                  <a:lnTo>
                    <a:pt x="189064" y="830568"/>
                  </a:lnTo>
                  <a:lnTo>
                    <a:pt x="189035" y="830555"/>
                  </a:lnTo>
                  <a:lnTo>
                    <a:pt x="188993" y="830535"/>
                  </a:lnTo>
                  <a:lnTo>
                    <a:pt x="188964" y="830517"/>
                  </a:lnTo>
                  <a:lnTo>
                    <a:pt x="188928" y="830500"/>
                  </a:lnTo>
                  <a:lnTo>
                    <a:pt x="188887" y="830475"/>
                  </a:lnTo>
                  <a:lnTo>
                    <a:pt x="188857" y="830465"/>
                  </a:lnTo>
                  <a:lnTo>
                    <a:pt x="188829" y="830455"/>
                  </a:lnTo>
                  <a:lnTo>
                    <a:pt x="188798" y="830427"/>
                  </a:lnTo>
                  <a:lnTo>
                    <a:pt x="188770" y="830402"/>
                  </a:lnTo>
                  <a:lnTo>
                    <a:pt x="188752" y="830395"/>
                  </a:lnTo>
                  <a:lnTo>
                    <a:pt x="188724" y="830385"/>
                  </a:lnTo>
                  <a:lnTo>
                    <a:pt x="188705" y="830366"/>
                  </a:lnTo>
                  <a:lnTo>
                    <a:pt x="188687" y="830364"/>
                  </a:lnTo>
                  <a:lnTo>
                    <a:pt x="188670" y="830369"/>
                  </a:lnTo>
                  <a:lnTo>
                    <a:pt x="188640" y="830379"/>
                  </a:lnTo>
                  <a:lnTo>
                    <a:pt x="188623" y="830383"/>
                  </a:lnTo>
                  <a:lnTo>
                    <a:pt x="188593" y="830381"/>
                  </a:lnTo>
                  <a:lnTo>
                    <a:pt x="188554" y="830366"/>
                  </a:lnTo>
                  <a:lnTo>
                    <a:pt x="188539" y="830365"/>
                  </a:lnTo>
                  <a:lnTo>
                    <a:pt x="188506" y="830348"/>
                  </a:lnTo>
                  <a:lnTo>
                    <a:pt x="188487" y="830329"/>
                  </a:lnTo>
                  <a:lnTo>
                    <a:pt x="188471" y="830304"/>
                  </a:lnTo>
                  <a:lnTo>
                    <a:pt x="188456" y="830290"/>
                  </a:lnTo>
                  <a:lnTo>
                    <a:pt x="188433" y="830281"/>
                  </a:lnTo>
                  <a:lnTo>
                    <a:pt x="188403" y="830272"/>
                  </a:lnTo>
                  <a:lnTo>
                    <a:pt x="188374" y="830272"/>
                  </a:lnTo>
                  <a:lnTo>
                    <a:pt x="188341" y="830267"/>
                  </a:lnTo>
                  <a:lnTo>
                    <a:pt x="188304" y="830267"/>
                  </a:lnTo>
                  <a:lnTo>
                    <a:pt x="188273" y="830269"/>
                  </a:lnTo>
                  <a:lnTo>
                    <a:pt x="188226" y="830277"/>
                  </a:lnTo>
                  <a:lnTo>
                    <a:pt x="188185" y="830280"/>
                  </a:lnTo>
                  <a:lnTo>
                    <a:pt x="188161" y="830287"/>
                  </a:lnTo>
                  <a:lnTo>
                    <a:pt x="188133" y="830295"/>
                  </a:lnTo>
                  <a:lnTo>
                    <a:pt x="188055" y="830314"/>
                  </a:lnTo>
                  <a:lnTo>
                    <a:pt x="188016" y="830322"/>
                  </a:lnTo>
                  <a:lnTo>
                    <a:pt x="187968" y="830326"/>
                  </a:lnTo>
                  <a:lnTo>
                    <a:pt x="187933" y="830328"/>
                  </a:lnTo>
                  <a:lnTo>
                    <a:pt x="187905" y="830321"/>
                  </a:lnTo>
                  <a:lnTo>
                    <a:pt x="187864" y="830305"/>
                  </a:lnTo>
                  <a:lnTo>
                    <a:pt x="187826" y="830286"/>
                  </a:lnTo>
                  <a:lnTo>
                    <a:pt x="187796" y="830261"/>
                  </a:lnTo>
                  <a:lnTo>
                    <a:pt x="187769" y="830247"/>
                  </a:lnTo>
                  <a:lnTo>
                    <a:pt x="187717" y="830218"/>
                  </a:lnTo>
                  <a:lnTo>
                    <a:pt x="187680" y="830199"/>
                  </a:lnTo>
                  <a:lnTo>
                    <a:pt x="187666" y="830195"/>
                  </a:lnTo>
                  <a:lnTo>
                    <a:pt x="187656" y="830198"/>
                  </a:lnTo>
                  <a:lnTo>
                    <a:pt x="187643" y="830222"/>
                  </a:lnTo>
                  <a:lnTo>
                    <a:pt x="187639" y="830251"/>
                  </a:lnTo>
                  <a:lnTo>
                    <a:pt x="187630" y="830296"/>
                  </a:lnTo>
                  <a:lnTo>
                    <a:pt x="187613" y="830319"/>
                  </a:lnTo>
                  <a:lnTo>
                    <a:pt x="187580" y="830344"/>
                  </a:lnTo>
                  <a:lnTo>
                    <a:pt x="187510" y="830374"/>
                  </a:lnTo>
                  <a:lnTo>
                    <a:pt x="187438" y="830400"/>
                  </a:lnTo>
                  <a:lnTo>
                    <a:pt x="187386" y="830421"/>
                  </a:lnTo>
                  <a:lnTo>
                    <a:pt x="187349" y="830438"/>
                  </a:lnTo>
                  <a:lnTo>
                    <a:pt x="187322" y="830440"/>
                  </a:lnTo>
                  <a:lnTo>
                    <a:pt x="187297" y="830436"/>
                  </a:lnTo>
                  <a:lnTo>
                    <a:pt x="187264" y="830426"/>
                  </a:lnTo>
                  <a:lnTo>
                    <a:pt x="187218" y="830409"/>
                  </a:lnTo>
                  <a:lnTo>
                    <a:pt x="187177" y="830391"/>
                  </a:lnTo>
                  <a:lnTo>
                    <a:pt x="187159" y="830376"/>
                  </a:lnTo>
                  <a:lnTo>
                    <a:pt x="187143" y="830374"/>
                  </a:lnTo>
                  <a:lnTo>
                    <a:pt x="187134" y="830376"/>
                  </a:lnTo>
                  <a:lnTo>
                    <a:pt x="187121" y="830394"/>
                  </a:lnTo>
                  <a:lnTo>
                    <a:pt x="187106" y="830414"/>
                  </a:lnTo>
                  <a:lnTo>
                    <a:pt x="187079" y="830433"/>
                  </a:lnTo>
                  <a:lnTo>
                    <a:pt x="187033" y="830446"/>
                  </a:lnTo>
                  <a:lnTo>
                    <a:pt x="186991" y="830444"/>
                  </a:lnTo>
                  <a:lnTo>
                    <a:pt x="186919" y="830443"/>
                  </a:lnTo>
                  <a:lnTo>
                    <a:pt x="186833" y="830457"/>
                  </a:lnTo>
                  <a:lnTo>
                    <a:pt x="186783" y="830465"/>
                  </a:lnTo>
                  <a:lnTo>
                    <a:pt x="186741" y="830463"/>
                  </a:lnTo>
                  <a:lnTo>
                    <a:pt x="186698" y="830451"/>
                  </a:lnTo>
                  <a:lnTo>
                    <a:pt x="186658" y="830442"/>
                  </a:lnTo>
                  <a:lnTo>
                    <a:pt x="186618" y="830439"/>
                  </a:lnTo>
                  <a:lnTo>
                    <a:pt x="186569" y="830428"/>
                  </a:lnTo>
                  <a:lnTo>
                    <a:pt x="186547" y="830414"/>
                  </a:lnTo>
                  <a:lnTo>
                    <a:pt x="186513" y="830403"/>
                  </a:lnTo>
                  <a:lnTo>
                    <a:pt x="186486" y="830387"/>
                  </a:lnTo>
                  <a:lnTo>
                    <a:pt x="186457" y="830367"/>
                  </a:lnTo>
                  <a:lnTo>
                    <a:pt x="186430" y="830339"/>
                  </a:lnTo>
                  <a:lnTo>
                    <a:pt x="186404" y="830313"/>
                  </a:lnTo>
                  <a:lnTo>
                    <a:pt x="186379" y="830296"/>
                  </a:lnTo>
                  <a:lnTo>
                    <a:pt x="186359" y="830284"/>
                  </a:lnTo>
                  <a:lnTo>
                    <a:pt x="186346" y="830275"/>
                  </a:lnTo>
                  <a:lnTo>
                    <a:pt x="186341" y="830266"/>
                  </a:lnTo>
                  <a:lnTo>
                    <a:pt x="186333" y="830255"/>
                  </a:lnTo>
                  <a:lnTo>
                    <a:pt x="186329" y="830242"/>
                  </a:lnTo>
                  <a:lnTo>
                    <a:pt x="186328" y="830229"/>
                  </a:lnTo>
                  <a:lnTo>
                    <a:pt x="186326" y="830217"/>
                  </a:lnTo>
                  <a:lnTo>
                    <a:pt x="186321" y="830208"/>
                  </a:lnTo>
                  <a:lnTo>
                    <a:pt x="186316" y="830195"/>
                  </a:lnTo>
                  <a:lnTo>
                    <a:pt x="186313" y="830167"/>
                  </a:lnTo>
                  <a:lnTo>
                    <a:pt x="186309" y="830130"/>
                  </a:lnTo>
                  <a:lnTo>
                    <a:pt x="186306" y="830106"/>
                  </a:lnTo>
                  <a:lnTo>
                    <a:pt x="186298" y="830084"/>
                  </a:lnTo>
                  <a:lnTo>
                    <a:pt x="186288" y="830071"/>
                  </a:lnTo>
                  <a:lnTo>
                    <a:pt x="186279" y="830064"/>
                  </a:lnTo>
                  <a:lnTo>
                    <a:pt x="186267" y="830057"/>
                  </a:lnTo>
                  <a:lnTo>
                    <a:pt x="186237" y="830050"/>
                  </a:lnTo>
                  <a:lnTo>
                    <a:pt x="186213" y="830048"/>
                  </a:lnTo>
                  <a:lnTo>
                    <a:pt x="186171" y="830044"/>
                  </a:lnTo>
                  <a:lnTo>
                    <a:pt x="186132" y="830040"/>
                  </a:lnTo>
                  <a:lnTo>
                    <a:pt x="186093" y="830039"/>
                  </a:lnTo>
                  <a:lnTo>
                    <a:pt x="186031" y="830033"/>
                  </a:lnTo>
                  <a:lnTo>
                    <a:pt x="185981" y="830041"/>
                  </a:lnTo>
                  <a:lnTo>
                    <a:pt x="185958" y="830041"/>
                  </a:lnTo>
                  <a:lnTo>
                    <a:pt x="185945" y="830038"/>
                  </a:lnTo>
                  <a:lnTo>
                    <a:pt x="185927" y="830022"/>
                  </a:lnTo>
                  <a:lnTo>
                    <a:pt x="185910" y="830001"/>
                  </a:lnTo>
                  <a:lnTo>
                    <a:pt x="185891" y="829982"/>
                  </a:lnTo>
                  <a:lnTo>
                    <a:pt x="185861" y="829960"/>
                  </a:lnTo>
                  <a:lnTo>
                    <a:pt x="185846" y="829951"/>
                  </a:lnTo>
                  <a:lnTo>
                    <a:pt x="185822" y="829945"/>
                  </a:lnTo>
                  <a:lnTo>
                    <a:pt x="185785" y="829950"/>
                  </a:lnTo>
                  <a:lnTo>
                    <a:pt x="185755" y="829959"/>
                  </a:lnTo>
                  <a:lnTo>
                    <a:pt x="185729" y="829966"/>
                  </a:lnTo>
                  <a:lnTo>
                    <a:pt x="185685" y="829988"/>
                  </a:lnTo>
                  <a:lnTo>
                    <a:pt x="185658" y="830000"/>
                  </a:lnTo>
                  <a:lnTo>
                    <a:pt x="185643" y="830002"/>
                  </a:lnTo>
                  <a:lnTo>
                    <a:pt x="185604" y="829996"/>
                  </a:lnTo>
                  <a:lnTo>
                    <a:pt x="185576" y="829990"/>
                  </a:lnTo>
                  <a:lnTo>
                    <a:pt x="185544" y="829990"/>
                  </a:lnTo>
                  <a:lnTo>
                    <a:pt x="185500" y="829992"/>
                  </a:lnTo>
                  <a:lnTo>
                    <a:pt x="185459" y="829988"/>
                  </a:lnTo>
                  <a:lnTo>
                    <a:pt x="185427" y="829982"/>
                  </a:lnTo>
                  <a:lnTo>
                    <a:pt x="185401" y="829972"/>
                  </a:lnTo>
                  <a:lnTo>
                    <a:pt x="185355" y="829956"/>
                  </a:lnTo>
                  <a:lnTo>
                    <a:pt x="185229" y="829928"/>
                  </a:lnTo>
                  <a:lnTo>
                    <a:pt x="185160" y="829905"/>
                  </a:lnTo>
                  <a:lnTo>
                    <a:pt x="185126" y="829889"/>
                  </a:lnTo>
                  <a:lnTo>
                    <a:pt x="185094" y="829875"/>
                  </a:lnTo>
                  <a:lnTo>
                    <a:pt x="185063" y="829866"/>
                  </a:lnTo>
                  <a:lnTo>
                    <a:pt x="185023" y="829844"/>
                  </a:lnTo>
                  <a:lnTo>
                    <a:pt x="184976" y="829818"/>
                  </a:lnTo>
                  <a:lnTo>
                    <a:pt x="184951" y="829807"/>
                  </a:lnTo>
                  <a:lnTo>
                    <a:pt x="184944" y="829807"/>
                  </a:lnTo>
                  <a:lnTo>
                    <a:pt x="184917" y="829817"/>
                  </a:lnTo>
                  <a:lnTo>
                    <a:pt x="184872" y="829838"/>
                  </a:lnTo>
                  <a:lnTo>
                    <a:pt x="184850" y="829854"/>
                  </a:lnTo>
                  <a:lnTo>
                    <a:pt x="184828" y="829869"/>
                  </a:lnTo>
                  <a:lnTo>
                    <a:pt x="184788" y="829889"/>
                  </a:lnTo>
                  <a:lnTo>
                    <a:pt x="184775" y="829897"/>
                  </a:lnTo>
                  <a:lnTo>
                    <a:pt x="184764" y="829898"/>
                  </a:lnTo>
                  <a:lnTo>
                    <a:pt x="184752" y="829895"/>
                  </a:lnTo>
                  <a:lnTo>
                    <a:pt x="184737" y="829884"/>
                  </a:lnTo>
                  <a:lnTo>
                    <a:pt x="184719" y="829868"/>
                  </a:lnTo>
                  <a:lnTo>
                    <a:pt x="184701" y="829849"/>
                  </a:lnTo>
                  <a:lnTo>
                    <a:pt x="184684" y="829824"/>
                  </a:lnTo>
                  <a:lnTo>
                    <a:pt x="184661" y="829797"/>
                  </a:lnTo>
                  <a:lnTo>
                    <a:pt x="184624" y="829751"/>
                  </a:lnTo>
                  <a:lnTo>
                    <a:pt x="184556" y="829677"/>
                  </a:lnTo>
                  <a:lnTo>
                    <a:pt x="184542" y="829662"/>
                  </a:lnTo>
                  <a:lnTo>
                    <a:pt x="184510" y="829631"/>
                  </a:lnTo>
                  <a:lnTo>
                    <a:pt x="184478" y="829600"/>
                  </a:lnTo>
                  <a:lnTo>
                    <a:pt x="184455" y="829569"/>
                  </a:lnTo>
                  <a:lnTo>
                    <a:pt x="184440" y="829548"/>
                  </a:lnTo>
                  <a:lnTo>
                    <a:pt x="184431" y="829539"/>
                  </a:lnTo>
                  <a:lnTo>
                    <a:pt x="184408" y="829529"/>
                  </a:lnTo>
                  <a:lnTo>
                    <a:pt x="184391" y="829523"/>
                  </a:lnTo>
                  <a:lnTo>
                    <a:pt x="184364" y="829510"/>
                  </a:lnTo>
                  <a:lnTo>
                    <a:pt x="184345" y="829494"/>
                  </a:lnTo>
                  <a:lnTo>
                    <a:pt x="184327" y="829473"/>
                  </a:lnTo>
                  <a:lnTo>
                    <a:pt x="184316" y="829456"/>
                  </a:lnTo>
                  <a:lnTo>
                    <a:pt x="184302" y="829446"/>
                  </a:lnTo>
                  <a:lnTo>
                    <a:pt x="184282" y="829430"/>
                  </a:lnTo>
                  <a:lnTo>
                    <a:pt x="184260" y="829415"/>
                  </a:lnTo>
                  <a:lnTo>
                    <a:pt x="184235" y="829394"/>
                  </a:lnTo>
                  <a:lnTo>
                    <a:pt x="184202" y="829365"/>
                  </a:lnTo>
                  <a:lnTo>
                    <a:pt x="184151" y="829313"/>
                  </a:lnTo>
                  <a:lnTo>
                    <a:pt x="184139" y="829301"/>
                  </a:lnTo>
                  <a:lnTo>
                    <a:pt x="184118" y="829271"/>
                  </a:lnTo>
                  <a:lnTo>
                    <a:pt x="184100" y="829240"/>
                  </a:lnTo>
                  <a:lnTo>
                    <a:pt x="184085" y="829208"/>
                  </a:lnTo>
                  <a:lnTo>
                    <a:pt x="184074" y="829182"/>
                  </a:lnTo>
                  <a:lnTo>
                    <a:pt x="184060" y="829148"/>
                  </a:lnTo>
                  <a:lnTo>
                    <a:pt x="184049" y="829128"/>
                  </a:lnTo>
                  <a:lnTo>
                    <a:pt x="184032" y="829104"/>
                  </a:lnTo>
                  <a:lnTo>
                    <a:pt x="184013" y="829090"/>
                  </a:lnTo>
                  <a:lnTo>
                    <a:pt x="183994" y="829075"/>
                  </a:lnTo>
                  <a:lnTo>
                    <a:pt x="183974" y="829056"/>
                  </a:lnTo>
                  <a:lnTo>
                    <a:pt x="183971" y="829048"/>
                  </a:lnTo>
                  <a:lnTo>
                    <a:pt x="183968" y="829029"/>
                  </a:lnTo>
                  <a:lnTo>
                    <a:pt x="183969" y="829008"/>
                  </a:lnTo>
                  <a:lnTo>
                    <a:pt x="183968" y="828993"/>
                  </a:lnTo>
                  <a:lnTo>
                    <a:pt x="183964" y="828982"/>
                  </a:lnTo>
                  <a:lnTo>
                    <a:pt x="183957" y="828970"/>
                  </a:lnTo>
                  <a:lnTo>
                    <a:pt x="183957" y="828951"/>
                  </a:lnTo>
                  <a:lnTo>
                    <a:pt x="183956" y="828939"/>
                  </a:lnTo>
                  <a:lnTo>
                    <a:pt x="183948" y="828914"/>
                  </a:lnTo>
                  <a:lnTo>
                    <a:pt x="183948" y="828897"/>
                  </a:lnTo>
                  <a:lnTo>
                    <a:pt x="183949" y="828879"/>
                  </a:lnTo>
                  <a:lnTo>
                    <a:pt x="183954" y="828863"/>
                  </a:lnTo>
                  <a:lnTo>
                    <a:pt x="183977" y="828811"/>
                  </a:lnTo>
                  <a:lnTo>
                    <a:pt x="183989" y="828779"/>
                  </a:lnTo>
                  <a:lnTo>
                    <a:pt x="184000" y="828750"/>
                  </a:lnTo>
                  <a:lnTo>
                    <a:pt x="183999" y="828737"/>
                  </a:lnTo>
                  <a:lnTo>
                    <a:pt x="183991" y="828723"/>
                  </a:lnTo>
                  <a:lnTo>
                    <a:pt x="183979" y="828710"/>
                  </a:lnTo>
                  <a:lnTo>
                    <a:pt x="183981" y="828696"/>
                  </a:lnTo>
                  <a:lnTo>
                    <a:pt x="183984" y="828686"/>
                  </a:lnTo>
                  <a:lnTo>
                    <a:pt x="183987" y="828672"/>
                  </a:lnTo>
                  <a:lnTo>
                    <a:pt x="183988" y="828650"/>
                  </a:lnTo>
                  <a:lnTo>
                    <a:pt x="183981" y="828613"/>
                  </a:lnTo>
                  <a:lnTo>
                    <a:pt x="183977" y="828576"/>
                  </a:lnTo>
                  <a:lnTo>
                    <a:pt x="183978" y="828531"/>
                  </a:lnTo>
                  <a:lnTo>
                    <a:pt x="183977" y="828496"/>
                  </a:lnTo>
                  <a:lnTo>
                    <a:pt x="183972" y="828455"/>
                  </a:lnTo>
                  <a:lnTo>
                    <a:pt x="183971" y="828428"/>
                  </a:lnTo>
                  <a:lnTo>
                    <a:pt x="183963" y="828397"/>
                  </a:lnTo>
                  <a:lnTo>
                    <a:pt x="183948" y="828366"/>
                  </a:lnTo>
                  <a:lnTo>
                    <a:pt x="183938" y="828357"/>
                  </a:lnTo>
                  <a:lnTo>
                    <a:pt x="183927" y="828342"/>
                  </a:lnTo>
                  <a:lnTo>
                    <a:pt x="183911" y="828325"/>
                  </a:lnTo>
                  <a:lnTo>
                    <a:pt x="183891" y="828306"/>
                  </a:lnTo>
                  <a:lnTo>
                    <a:pt x="183873" y="828290"/>
                  </a:lnTo>
                  <a:lnTo>
                    <a:pt x="183861" y="828274"/>
                  </a:lnTo>
                  <a:lnTo>
                    <a:pt x="183855" y="828265"/>
                  </a:lnTo>
                  <a:lnTo>
                    <a:pt x="183865" y="828245"/>
                  </a:lnTo>
                  <a:lnTo>
                    <a:pt x="183874" y="828214"/>
                  </a:lnTo>
                  <a:lnTo>
                    <a:pt x="183875" y="828168"/>
                  </a:lnTo>
                  <a:lnTo>
                    <a:pt x="183874" y="828142"/>
                  </a:lnTo>
                  <a:lnTo>
                    <a:pt x="183876" y="828096"/>
                  </a:lnTo>
                  <a:lnTo>
                    <a:pt x="183876" y="828077"/>
                  </a:lnTo>
                  <a:lnTo>
                    <a:pt x="183870" y="828063"/>
                  </a:lnTo>
                  <a:lnTo>
                    <a:pt x="183863" y="828051"/>
                  </a:lnTo>
                  <a:lnTo>
                    <a:pt x="183842" y="828033"/>
                  </a:lnTo>
                  <a:lnTo>
                    <a:pt x="183808" y="828016"/>
                  </a:lnTo>
                  <a:lnTo>
                    <a:pt x="183792" y="828007"/>
                  </a:lnTo>
                  <a:lnTo>
                    <a:pt x="183771" y="827988"/>
                  </a:lnTo>
                  <a:lnTo>
                    <a:pt x="183751" y="827973"/>
                  </a:lnTo>
                  <a:lnTo>
                    <a:pt x="183731" y="827961"/>
                  </a:lnTo>
                  <a:lnTo>
                    <a:pt x="183708" y="827952"/>
                  </a:lnTo>
                  <a:lnTo>
                    <a:pt x="183694" y="827946"/>
                  </a:lnTo>
                  <a:lnTo>
                    <a:pt x="183687" y="827936"/>
                  </a:lnTo>
                  <a:lnTo>
                    <a:pt x="183686" y="827921"/>
                  </a:lnTo>
                  <a:lnTo>
                    <a:pt x="183686" y="827897"/>
                  </a:lnTo>
                  <a:lnTo>
                    <a:pt x="183682" y="827865"/>
                  </a:lnTo>
                  <a:lnTo>
                    <a:pt x="183682" y="827850"/>
                  </a:lnTo>
                  <a:lnTo>
                    <a:pt x="183691" y="827841"/>
                  </a:lnTo>
                  <a:lnTo>
                    <a:pt x="183706" y="827827"/>
                  </a:lnTo>
                  <a:lnTo>
                    <a:pt x="183716" y="827817"/>
                  </a:lnTo>
                  <a:lnTo>
                    <a:pt x="183725" y="827803"/>
                  </a:lnTo>
                  <a:lnTo>
                    <a:pt x="183725" y="827791"/>
                  </a:lnTo>
                  <a:lnTo>
                    <a:pt x="183730" y="827757"/>
                  </a:lnTo>
                  <a:lnTo>
                    <a:pt x="183730" y="827745"/>
                  </a:lnTo>
                  <a:lnTo>
                    <a:pt x="183731" y="827733"/>
                  </a:lnTo>
                  <a:lnTo>
                    <a:pt x="183738" y="827725"/>
                  </a:lnTo>
                  <a:lnTo>
                    <a:pt x="183755" y="827715"/>
                  </a:lnTo>
                  <a:lnTo>
                    <a:pt x="183768" y="827713"/>
                  </a:lnTo>
                  <a:lnTo>
                    <a:pt x="183780" y="827712"/>
                  </a:lnTo>
                  <a:lnTo>
                    <a:pt x="183793" y="827707"/>
                  </a:lnTo>
                  <a:lnTo>
                    <a:pt x="183810" y="827700"/>
                  </a:lnTo>
                  <a:lnTo>
                    <a:pt x="183831" y="827692"/>
                  </a:lnTo>
                  <a:lnTo>
                    <a:pt x="183848" y="827684"/>
                  </a:lnTo>
                  <a:lnTo>
                    <a:pt x="183871" y="827673"/>
                  </a:lnTo>
                  <a:lnTo>
                    <a:pt x="183941" y="827647"/>
                  </a:lnTo>
                  <a:lnTo>
                    <a:pt x="183952" y="827639"/>
                  </a:lnTo>
                  <a:lnTo>
                    <a:pt x="183967" y="827629"/>
                  </a:lnTo>
                  <a:lnTo>
                    <a:pt x="183993" y="827615"/>
                  </a:lnTo>
                  <a:lnTo>
                    <a:pt x="184023" y="827585"/>
                  </a:lnTo>
                  <a:lnTo>
                    <a:pt x="184042" y="827564"/>
                  </a:lnTo>
                  <a:lnTo>
                    <a:pt x="184053" y="827544"/>
                  </a:lnTo>
                  <a:lnTo>
                    <a:pt x="184065" y="827515"/>
                  </a:lnTo>
                  <a:lnTo>
                    <a:pt x="184075" y="827482"/>
                  </a:lnTo>
                  <a:lnTo>
                    <a:pt x="184084" y="827449"/>
                  </a:lnTo>
                  <a:lnTo>
                    <a:pt x="184084" y="827412"/>
                  </a:lnTo>
                  <a:lnTo>
                    <a:pt x="184085" y="827392"/>
                  </a:lnTo>
                  <a:lnTo>
                    <a:pt x="184096" y="827382"/>
                  </a:lnTo>
                  <a:lnTo>
                    <a:pt x="184189" y="827329"/>
                  </a:lnTo>
                  <a:lnTo>
                    <a:pt x="184261" y="827284"/>
                  </a:lnTo>
                  <a:lnTo>
                    <a:pt x="184290" y="827271"/>
                  </a:lnTo>
                  <a:lnTo>
                    <a:pt x="184312" y="827257"/>
                  </a:lnTo>
                  <a:lnTo>
                    <a:pt x="184317" y="827244"/>
                  </a:lnTo>
                  <a:lnTo>
                    <a:pt x="184316" y="827230"/>
                  </a:lnTo>
                  <a:lnTo>
                    <a:pt x="184310" y="827198"/>
                  </a:lnTo>
                  <a:lnTo>
                    <a:pt x="184299" y="827163"/>
                  </a:lnTo>
                  <a:lnTo>
                    <a:pt x="184289" y="827137"/>
                  </a:lnTo>
                  <a:lnTo>
                    <a:pt x="184284" y="827122"/>
                  </a:lnTo>
                  <a:lnTo>
                    <a:pt x="184282" y="827099"/>
                  </a:lnTo>
                  <a:lnTo>
                    <a:pt x="184278" y="827075"/>
                  </a:lnTo>
                  <a:lnTo>
                    <a:pt x="184276" y="827049"/>
                  </a:lnTo>
                  <a:lnTo>
                    <a:pt x="184278" y="827019"/>
                  </a:lnTo>
                  <a:lnTo>
                    <a:pt x="184273" y="826999"/>
                  </a:lnTo>
                  <a:lnTo>
                    <a:pt x="184260" y="826970"/>
                  </a:lnTo>
                  <a:lnTo>
                    <a:pt x="184241" y="826941"/>
                  </a:lnTo>
                  <a:lnTo>
                    <a:pt x="184222" y="826913"/>
                  </a:lnTo>
                  <a:lnTo>
                    <a:pt x="184207" y="826888"/>
                  </a:lnTo>
                  <a:lnTo>
                    <a:pt x="184198" y="826861"/>
                  </a:lnTo>
                  <a:lnTo>
                    <a:pt x="184188" y="826830"/>
                  </a:lnTo>
                  <a:lnTo>
                    <a:pt x="184182" y="826814"/>
                  </a:lnTo>
                  <a:lnTo>
                    <a:pt x="184180" y="826801"/>
                  </a:lnTo>
                  <a:lnTo>
                    <a:pt x="184184" y="826791"/>
                  </a:lnTo>
                  <a:lnTo>
                    <a:pt x="184191" y="826783"/>
                  </a:lnTo>
                  <a:lnTo>
                    <a:pt x="184202" y="826775"/>
                  </a:lnTo>
                  <a:lnTo>
                    <a:pt x="184220" y="826768"/>
                  </a:lnTo>
                  <a:lnTo>
                    <a:pt x="184236" y="826755"/>
                  </a:lnTo>
                  <a:lnTo>
                    <a:pt x="184263" y="826735"/>
                  </a:lnTo>
                  <a:lnTo>
                    <a:pt x="184272" y="826719"/>
                  </a:lnTo>
                  <a:lnTo>
                    <a:pt x="184266" y="826696"/>
                  </a:lnTo>
                  <a:lnTo>
                    <a:pt x="184257" y="826689"/>
                  </a:lnTo>
                  <a:lnTo>
                    <a:pt x="184247" y="826674"/>
                  </a:lnTo>
                  <a:lnTo>
                    <a:pt x="184235" y="826656"/>
                  </a:lnTo>
                  <a:lnTo>
                    <a:pt x="184223" y="826628"/>
                  </a:lnTo>
                  <a:lnTo>
                    <a:pt x="184212" y="826607"/>
                  </a:lnTo>
                  <a:lnTo>
                    <a:pt x="184201" y="826578"/>
                  </a:lnTo>
                  <a:lnTo>
                    <a:pt x="184195" y="826539"/>
                  </a:lnTo>
                  <a:lnTo>
                    <a:pt x="184191" y="826527"/>
                  </a:lnTo>
                  <a:lnTo>
                    <a:pt x="184188" y="826515"/>
                  </a:lnTo>
                  <a:lnTo>
                    <a:pt x="184183" y="826502"/>
                  </a:lnTo>
                  <a:lnTo>
                    <a:pt x="184183" y="826492"/>
                  </a:lnTo>
                  <a:lnTo>
                    <a:pt x="184188" y="826482"/>
                  </a:lnTo>
                  <a:lnTo>
                    <a:pt x="184203" y="826465"/>
                  </a:lnTo>
                  <a:lnTo>
                    <a:pt x="184212" y="826446"/>
                  </a:lnTo>
                  <a:lnTo>
                    <a:pt x="184222" y="826428"/>
                  </a:lnTo>
                  <a:lnTo>
                    <a:pt x="184228" y="826401"/>
                  </a:lnTo>
                  <a:lnTo>
                    <a:pt x="184226" y="826387"/>
                  </a:lnTo>
                  <a:lnTo>
                    <a:pt x="184222" y="826376"/>
                  </a:lnTo>
                  <a:lnTo>
                    <a:pt x="184217" y="826366"/>
                  </a:lnTo>
                  <a:lnTo>
                    <a:pt x="184200" y="826348"/>
                  </a:lnTo>
                  <a:lnTo>
                    <a:pt x="184189" y="826338"/>
                  </a:lnTo>
                  <a:lnTo>
                    <a:pt x="184169" y="826327"/>
                  </a:lnTo>
                  <a:lnTo>
                    <a:pt x="184150" y="826313"/>
                  </a:lnTo>
                  <a:lnTo>
                    <a:pt x="184141" y="826301"/>
                  </a:lnTo>
                  <a:lnTo>
                    <a:pt x="184133" y="826287"/>
                  </a:lnTo>
                  <a:lnTo>
                    <a:pt x="184131" y="826273"/>
                  </a:lnTo>
                  <a:lnTo>
                    <a:pt x="184130" y="826241"/>
                  </a:lnTo>
                  <a:lnTo>
                    <a:pt x="184126" y="826224"/>
                  </a:lnTo>
                  <a:lnTo>
                    <a:pt x="184109" y="826183"/>
                  </a:lnTo>
                  <a:lnTo>
                    <a:pt x="184093" y="826159"/>
                  </a:lnTo>
                  <a:lnTo>
                    <a:pt x="184074" y="826138"/>
                  </a:lnTo>
                  <a:lnTo>
                    <a:pt x="184064" y="826130"/>
                  </a:lnTo>
                  <a:lnTo>
                    <a:pt x="184052" y="826126"/>
                  </a:lnTo>
                  <a:lnTo>
                    <a:pt x="184035" y="826124"/>
                  </a:lnTo>
                  <a:lnTo>
                    <a:pt x="184000" y="826120"/>
                  </a:lnTo>
                  <a:lnTo>
                    <a:pt x="183969" y="826119"/>
                  </a:lnTo>
                  <a:lnTo>
                    <a:pt x="183939" y="826120"/>
                  </a:lnTo>
                  <a:lnTo>
                    <a:pt x="183922" y="826122"/>
                  </a:lnTo>
                  <a:lnTo>
                    <a:pt x="183899" y="826120"/>
                  </a:lnTo>
                  <a:lnTo>
                    <a:pt x="183854" y="826117"/>
                  </a:lnTo>
                  <a:lnTo>
                    <a:pt x="183836" y="826111"/>
                  </a:lnTo>
                  <a:lnTo>
                    <a:pt x="183810" y="826100"/>
                  </a:lnTo>
                  <a:lnTo>
                    <a:pt x="183795" y="826094"/>
                  </a:lnTo>
                  <a:lnTo>
                    <a:pt x="183775" y="826082"/>
                  </a:lnTo>
                  <a:lnTo>
                    <a:pt x="183758" y="826068"/>
                  </a:lnTo>
                  <a:lnTo>
                    <a:pt x="183748" y="826056"/>
                  </a:lnTo>
                  <a:lnTo>
                    <a:pt x="183712" y="825997"/>
                  </a:lnTo>
                  <a:lnTo>
                    <a:pt x="183691" y="825970"/>
                  </a:lnTo>
                  <a:lnTo>
                    <a:pt x="183661" y="825940"/>
                  </a:lnTo>
                  <a:lnTo>
                    <a:pt x="183639" y="825915"/>
                  </a:lnTo>
                  <a:lnTo>
                    <a:pt x="183607" y="825880"/>
                  </a:lnTo>
                  <a:lnTo>
                    <a:pt x="183593" y="825860"/>
                  </a:lnTo>
                  <a:lnTo>
                    <a:pt x="183583" y="825846"/>
                  </a:lnTo>
                  <a:lnTo>
                    <a:pt x="183570" y="825840"/>
                  </a:lnTo>
                  <a:lnTo>
                    <a:pt x="183559" y="825836"/>
                  </a:lnTo>
                  <a:lnTo>
                    <a:pt x="183539" y="825833"/>
                  </a:lnTo>
                  <a:lnTo>
                    <a:pt x="183521" y="825832"/>
                  </a:lnTo>
                  <a:lnTo>
                    <a:pt x="183508" y="825829"/>
                  </a:lnTo>
                  <a:lnTo>
                    <a:pt x="183495" y="825829"/>
                  </a:lnTo>
                  <a:lnTo>
                    <a:pt x="183479" y="825831"/>
                  </a:lnTo>
                  <a:lnTo>
                    <a:pt x="183454" y="825835"/>
                  </a:lnTo>
                  <a:lnTo>
                    <a:pt x="183416" y="825839"/>
                  </a:lnTo>
                  <a:lnTo>
                    <a:pt x="183395" y="825844"/>
                  </a:lnTo>
                  <a:lnTo>
                    <a:pt x="183372" y="825846"/>
                  </a:lnTo>
                  <a:lnTo>
                    <a:pt x="183356" y="825847"/>
                  </a:lnTo>
                  <a:lnTo>
                    <a:pt x="183342" y="825847"/>
                  </a:lnTo>
                  <a:lnTo>
                    <a:pt x="183312" y="825844"/>
                  </a:lnTo>
                  <a:lnTo>
                    <a:pt x="183284" y="825842"/>
                  </a:lnTo>
                  <a:lnTo>
                    <a:pt x="183264" y="825840"/>
                  </a:lnTo>
                  <a:lnTo>
                    <a:pt x="183207" y="825828"/>
                  </a:lnTo>
                  <a:lnTo>
                    <a:pt x="183170" y="825825"/>
                  </a:lnTo>
                  <a:lnTo>
                    <a:pt x="183151" y="825819"/>
                  </a:lnTo>
                  <a:lnTo>
                    <a:pt x="183122" y="825806"/>
                  </a:lnTo>
                  <a:lnTo>
                    <a:pt x="183099" y="825788"/>
                  </a:lnTo>
                  <a:lnTo>
                    <a:pt x="183079" y="825763"/>
                  </a:lnTo>
                  <a:lnTo>
                    <a:pt x="183060" y="825744"/>
                  </a:lnTo>
                  <a:lnTo>
                    <a:pt x="183034" y="825722"/>
                  </a:lnTo>
                  <a:lnTo>
                    <a:pt x="183006" y="825692"/>
                  </a:lnTo>
                  <a:lnTo>
                    <a:pt x="182984" y="825680"/>
                  </a:lnTo>
                  <a:lnTo>
                    <a:pt x="182960" y="825669"/>
                  </a:lnTo>
                  <a:lnTo>
                    <a:pt x="182931" y="825648"/>
                  </a:lnTo>
                  <a:lnTo>
                    <a:pt x="182920" y="825637"/>
                  </a:lnTo>
                  <a:lnTo>
                    <a:pt x="182902" y="825614"/>
                  </a:lnTo>
                  <a:lnTo>
                    <a:pt x="182881" y="825581"/>
                  </a:lnTo>
                  <a:lnTo>
                    <a:pt x="182863" y="825563"/>
                  </a:lnTo>
                  <a:lnTo>
                    <a:pt x="182853" y="825559"/>
                  </a:lnTo>
                  <a:lnTo>
                    <a:pt x="182825" y="825555"/>
                  </a:lnTo>
                  <a:lnTo>
                    <a:pt x="182794" y="825549"/>
                  </a:lnTo>
                  <a:lnTo>
                    <a:pt x="182763" y="825550"/>
                  </a:lnTo>
                  <a:lnTo>
                    <a:pt x="182720" y="825550"/>
                  </a:lnTo>
                  <a:lnTo>
                    <a:pt x="182699" y="825554"/>
                  </a:lnTo>
                  <a:lnTo>
                    <a:pt x="182670" y="825555"/>
                  </a:lnTo>
                  <a:lnTo>
                    <a:pt x="182646" y="825561"/>
                  </a:lnTo>
                  <a:lnTo>
                    <a:pt x="182636" y="825563"/>
                  </a:lnTo>
                  <a:lnTo>
                    <a:pt x="182627" y="825569"/>
                  </a:lnTo>
                  <a:lnTo>
                    <a:pt x="182621" y="825577"/>
                  </a:lnTo>
                  <a:lnTo>
                    <a:pt x="182606" y="825578"/>
                  </a:lnTo>
                  <a:lnTo>
                    <a:pt x="182593" y="825575"/>
                  </a:lnTo>
                  <a:lnTo>
                    <a:pt x="182581" y="825568"/>
                  </a:lnTo>
                  <a:lnTo>
                    <a:pt x="182551" y="825548"/>
                  </a:lnTo>
                  <a:lnTo>
                    <a:pt x="182537" y="825539"/>
                  </a:lnTo>
                  <a:lnTo>
                    <a:pt x="182530" y="825539"/>
                  </a:lnTo>
                  <a:lnTo>
                    <a:pt x="182513" y="825544"/>
                  </a:lnTo>
                  <a:lnTo>
                    <a:pt x="182496" y="825547"/>
                  </a:lnTo>
                  <a:lnTo>
                    <a:pt x="182480" y="825540"/>
                  </a:lnTo>
                  <a:lnTo>
                    <a:pt x="182460" y="825530"/>
                  </a:lnTo>
                  <a:lnTo>
                    <a:pt x="182431" y="825524"/>
                  </a:lnTo>
                  <a:lnTo>
                    <a:pt x="182383" y="825509"/>
                  </a:lnTo>
                  <a:lnTo>
                    <a:pt x="182325" y="825491"/>
                  </a:lnTo>
                  <a:lnTo>
                    <a:pt x="182287" y="825472"/>
                  </a:lnTo>
                  <a:lnTo>
                    <a:pt x="182233" y="825436"/>
                  </a:lnTo>
                  <a:lnTo>
                    <a:pt x="182192" y="825413"/>
                  </a:lnTo>
                  <a:lnTo>
                    <a:pt x="182169" y="825402"/>
                  </a:lnTo>
                  <a:lnTo>
                    <a:pt x="182143" y="825398"/>
                  </a:lnTo>
                  <a:lnTo>
                    <a:pt x="182120" y="825404"/>
                  </a:lnTo>
                  <a:lnTo>
                    <a:pt x="182081" y="825418"/>
                  </a:lnTo>
                  <a:lnTo>
                    <a:pt x="182045" y="825429"/>
                  </a:lnTo>
                  <a:lnTo>
                    <a:pt x="181989" y="825443"/>
                  </a:lnTo>
                  <a:lnTo>
                    <a:pt x="181959" y="825445"/>
                  </a:lnTo>
                  <a:lnTo>
                    <a:pt x="181923" y="825441"/>
                  </a:lnTo>
                  <a:lnTo>
                    <a:pt x="181906" y="825442"/>
                  </a:lnTo>
                  <a:lnTo>
                    <a:pt x="181892" y="825446"/>
                  </a:lnTo>
                  <a:lnTo>
                    <a:pt x="181881" y="825446"/>
                  </a:lnTo>
                  <a:lnTo>
                    <a:pt x="181869" y="825445"/>
                  </a:lnTo>
                  <a:lnTo>
                    <a:pt x="181855" y="825435"/>
                  </a:lnTo>
                  <a:lnTo>
                    <a:pt x="181841" y="825414"/>
                  </a:lnTo>
                  <a:lnTo>
                    <a:pt x="181821" y="825399"/>
                  </a:lnTo>
                  <a:lnTo>
                    <a:pt x="181803" y="825393"/>
                  </a:lnTo>
                  <a:lnTo>
                    <a:pt x="181780" y="825388"/>
                  </a:lnTo>
                  <a:lnTo>
                    <a:pt x="181751" y="825375"/>
                  </a:lnTo>
                  <a:lnTo>
                    <a:pt x="181720" y="825366"/>
                  </a:lnTo>
                  <a:lnTo>
                    <a:pt x="181698" y="825352"/>
                  </a:lnTo>
                  <a:lnTo>
                    <a:pt x="181677" y="825330"/>
                  </a:lnTo>
                  <a:lnTo>
                    <a:pt x="181661" y="825320"/>
                  </a:lnTo>
                  <a:lnTo>
                    <a:pt x="181640" y="825292"/>
                  </a:lnTo>
                  <a:lnTo>
                    <a:pt x="181625" y="825268"/>
                  </a:lnTo>
                  <a:lnTo>
                    <a:pt x="181618" y="825259"/>
                  </a:lnTo>
                  <a:lnTo>
                    <a:pt x="181611" y="825245"/>
                  </a:lnTo>
                  <a:lnTo>
                    <a:pt x="181606" y="825221"/>
                  </a:lnTo>
                  <a:lnTo>
                    <a:pt x="181606" y="825205"/>
                  </a:lnTo>
                  <a:lnTo>
                    <a:pt x="181604" y="825190"/>
                  </a:lnTo>
                  <a:lnTo>
                    <a:pt x="181604" y="825185"/>
                  </a:lnTo>
                  <a:lnTo>
                    <a:pt x="181600" y="825177"/>
                  </a:lnTo>
                  <a:lnTo>
                    <a:pt x="181577" y="825142"/>
                  </a:lnTo>
                  <a:lnTo>
                    <a:pt x="181554" y="825105"/>
                  </a:lnTo>
                  <a:lnTo>
                    <a:pt x="181527" y="825058"/>
                  </a:lnTo>
                  <a:lnTo>
                    <a:pt x="181508" y="825027"/>
                  </a:lnTo>
                  <a:lnTo>
                    <a:pt x="181501" y="825002"/>
                  </a:lnTo>
                  <a:lnTo>
                    <a:pt x="181499" y="824980"/>
                  </a:lnTo>
                  <a:lnTo>
                    <a:pt x="181497" y="824959"/>
                  </a:lnTo>
                  <a:lnTo>
                    <a:pt x="181498" y="824942"/>
                  </a:lnTo>
                  <a:lnTo>
                    <a:pt x="181495" y="824924"/>
                  </a:lnTo>
                  <a:lnTo>
                    <a:pt x="181487" y="824896"/>
                  </a:lnTo>
                  <a:lnTo>
                    <a:pt x="181472" y="824859"/>
                  </a:lnTo>
                  <a:lnTo>
                    <a:pt x="181464" y="824847"/>
                  </a:lnTo>
                  <a:lnTo>
                    <a:pt x="181446" y="824794"/>
                  </a:lnTo>
                  <a:lnTo>
                    <a:pt x="181439" y="824760"/>
                  </a:lnTo>
                  <a:lnTo>
                    <a:pt x="181428" y="824717"/>
                  </a:lnTo>
                  <a:lnTo>
                    <a:pt x="181421" y="824696"/>
                  </a:lnTo>
                  <a:lnTo>
                    <a:pt x="181406" y="824659"/>
                  </a:lnTo>
                  <a:lnTo>
                    <a:pt x="181387" y="824586"/>
                  </a:lnTo>
                  <a:lnTo>
                    <a:pt x="181388" y="824573"/>
                  </a:lnTo>
                  <a:lnTo>
                    <a:pt x="181403" y="824556"/>
                  </a:lnTo>
                  <a:lnTo>
                    <a:pt x="181420" y="824544"/>
                  </a:lnTo>
                  <a:lnTo>
                    <a:pt x="181433" y="824529"/>
                  </a:lnTo>
                  <a:lnTo>
                    <a:pt x="181438" y="824512"/>
                  </a:lnTo>
                  <a:lnTo>
                    <a:pt x="181447" y="824480"/>
                  </a:lnTo>
                  <a:lnTo>
                    <a:pt x="181449" y="824441"/>
                  </a:lnTo>
                  <a:lnTo>
                    <a:pt x="181449" y="824423"/>
                  </a:lnTo>
                  <a:lnTo>
                    <a:pt x="181443" y="824401"/>
                  </a:lnTo>
                  <a:lnTo>
                    <a:pt x="181441" y="824377"/>
                  </a:lnTo>
                  <a:lnTo>
                    <a:pt x="181428" y="824344"/>
                  </a:lnTo>
                  <a:lnTo>
                    <a:pt x="181414" y="824312"/>
                  </a:lnTo>
                  <a:lnTo>
                    <a:pt x="181414" y="824299"/>
                  </a:lnTo>
                  <a:lnTo>
                    <a:pt x="181415" y="824292"/>
                  </a:lnTo>
                  <a:lnTo>
                    <a:pt x="181425" y="824280"/>
                  </a:lnTo>
                  <a:lnTo>
                    <a:pt x="181432" y="824267"/>
                  </a:lnTo>
                  <a:lnTo>
                    <a:pt x="181449" y="824207"/>
                  </a:lnTo>
                  <a:lnTo>
                    <a:pt x="181469" y="824145"/>
                  </a:lnTo>
                  <a:lnTo>
                    <a:pt x="181471" y="824139"/>
                  </a:lnTo>
                  <a:lnTo>
                    <a:pt x="181475" y="824113"/>
                  </a:lnTo>
                  <a:lnTo>
                    <a:pt x="181475" y="824087"/>
                  </a:lnTo>
                  <a:lnTo>
                    <a:pt x="181483" y="824063"/>
                  </a:lnTo>
                  <a:lnTo>
                    <a:pt x="181484" y="824044"/>
                  </a:lnTo>
                  <a:lnTo>
                    <a:pt x="181481" y="824025"/>
                  </a:lnTo>
                  <a:lnTo>
                    <a:pt x="181477" y="824010"/>
                  </a:lnTo>
                  <a:lnTo>
                    <a:pt x="181481" y="823989"/>
                  </a:lnTo>
                  <a:lnTo>
                    <a:pt x="181478" y="823955"/>
                  </a:lnTo>
                  <a:lnTo>
                    <a:pt x="181471" y="823913"/>
                  </a:lnTo>
                  <a:lnTo>
                    <a:pt x="181463" y="823896"/>
                  </a:lnTo>
                  <a:lnTo>
                    <a:pt x="181454" y="823878"/>
                  </a:lnTo>
                  <a:lnTo>
                    <a:pt x="181452" y="823861"/>
                  </a:lnTo>
                  <a:lnTo>
                    <a:pt x="181452" y="823851"/>
                  </a:lnTo>
                  <a:lnTo>
                    <a:pt x="181464" y="823843"/>
                  </a:lnTo>
                  <a:lnTo>
                    <a:pt x="181477" y="823835"/>
                  </a:lnTo>
                  <a:lnTo>
                    <a:pt x="181489" y="823835"/>
                  </a:lnTo>
                  <a:lnTo>
                    <a:pt x="181516" y="823827"/>
                  </a:lnTo>
                  <a:lnTo>
                    <a:pt x="181533" y="823813"/>
                  </a:lnTo>
                  <a:lnTo>
                    <a:pt x="181543" y="823795"/>
                  </a:lnTo>
                  <a:lnTo>
                    <a:pt x="181550" y="823780"/>
                  </a:lnTo>
                  <a:lnTo>
                    <a:pt x="181565" y="823738"/>
                  </a:lnTo>
                  <a:lnTo>
                    <a:pt x="181578" y="823710"/>
                  </a:lnTo>
                  <a:lnTo>
                    <a:pt x="181584" y="823697"/>
                  </a:lnTo>
                  <a:lnTo>
                    <a:pt x="181601" y="823684"/>
                  </a:lnTo>
                  <a:lnTo>
                    <a:pt x="181634" y="823663"/>
                  </a:lnTo>
                  <a:lnTo>
                    <a:pt x="181667" y="823637"/>
                  </a:lnTo>
                  <a:lnTo>
                    <a:pt x="181705" y="823602"/>
                  </a:lnTo>
                  <a:lnTo>
                    <a:pt x="181723" y="823577"/>
                  </a:lnTo>
                  <a:lnTo>
                    <a:pt x="181727" y="823564"/>
                  </a:lnTo>
                  <a:lnTo>
                    <a:pt x="181727" y="823545"/>
                  </a:lnTo>
                  <a:lnTo>
                    <a:pt x="181724" y="823525"/>
                  </a:lnTo>
                  <a:lnTo>
                    <a:pt x="181713" y="823513"/>
                  </a:lnTo>
                  <a:lnTo>
                    <a:pt x="181709" y="823494"/>
                  </a:lnTo>
                  <a:lnTo>
                    <a:pt x="181706" y="823480"/>
                  </a:lnTo>
                  <a:lnTo>
                    <a:pt x="181707" y="823467"/>
                  </a:lnTo>
                  <a:lnTo>
                    <a:pt x="181712" y="823454"/>
                  </a:lnTo>
                  <a:lnTo>
                    <a:pt x="181719" y="823432"/>
                  </a:lnTo>
                  <a:lnTo>
                    <a:pt x="181751" y="823358"/>
                  </a:lnTo>
                  <a:lnTo>
                    <a:pt x="181777" y="823279"/>
                  </a:lnTo>
                  <a:lnTo>
                    <a:pt x="181786" y="823224"/>
                  </a:lnTo>
                  <a:lnTo>
                    <a:pt x="181792" y="823179"/>
                  </a:lnTo>
                  <a:lnTo>
                    <a:pt x="181797" y="823153"/>
                  </a:lnTo>
                  <a:lnTo>
                    <a:pt x="181803" y="823151"/>
                  </a:lnTo>
                  <a:lnTo>
                    <a:pt x="181813" y="823152"/>
                  </a:lnTo>
                  <a:lnTo>
                    <a:pt x="181829" y="823153"/>
                  </a:lnTo>
                  <a:lnTo>
                    <a:pt x="181849" y="823153"/>
                  </a:lnTo>
                  <a:lnTo>
                    <a:pt x="181879" y="823151"/>
                  </a:lnTo>
                  <a:lnTo>
                    <a:pt x="181918" y="823154"/>
                  </a:lnTo>
                  <a:lnTo>
                    <a:pt x="181942" y="823153"/>
                  </a:lnTo>
                  <a:lnTo>
                    <a:pt x="181955" y="823146"/>
                  </a:lnTo>
                  <a:lnTo>
                    <a:pt x="181980" y="823125"/>
                  </a:lnTo>
                  <a:lnTo>
                    <a:pt x="181999" y="823107"/>
                  </a:lnTo>
                  <a:lnTo>
                    <a:pt x="182016" y="823101"/>
                  </a:lnTo>
                  <a:lnTo>
                    <a:pt x="182030" y="823099"/>
                  </a:lnTo>
                  <a:lnTo>
                    <a:pt x="182069" y="823097"/>
                  </a:lnTo>
                  <a:lnTo>
                    <a:pt x="182162" y="823097"/>
                  </a:lnTo>
                  <a:lnTo>
                    <a:pt x="182214" y="823095"/>
                  </a:lnTo>
                  <a:lnTo>
                    <a:pt x="182254" y="823091"/>
                  </a:lnTo>
                  <a:lnTo>
                    <a:pt x="182285" y="823083"/>
                  </a:lnTo>
                  <a:lnTo>
                    <a:pt x="182320" y="823076"/>
                  </a:lnTo>
                  <a:lnTo>
                    <a:pt x="182336" y="823070"/>
                  </a:lnTo>
                  <a:lnTo>
                    <a:pt x="182339" y="823063"/>
                  </a:lnTo>
                  <a:lnTo>
                    <a:pt x="182351" y="823039"/>
                  </a:lnTo>
                  <a:lnTo>
                    <a:pt x="182357" y="823027"/>
                  </a:lnTo>
                  <a:lnTo>
                    <a:pt x="182357" y="823017"/>
                  </a:lnTo>
                  <a:lnTo>
                    <a:pt x="182351" y="823003"/>
                  </a:lnTo>
                  <a:lnTo>
                    <a:pt x="182343" y="822983"/>
                  </a:lnTo>
                  <a:lnTo>
                    <a:pt x="182342" y="822971"/>
                  </a:lnTo>
                  <a:lnTo>
                    <a:pt x="182348" y="822953"/>
                  </a:lnTo>
                  <a:lnTo>
                    <a:pt x="182349" y="822922"/>
                  </a:lnTo>
                  <a:lnTo>
                    <a:pt x="182342" y="822902"/>
                  </a:lnTo>
                  <a:lnTo>
                    <a:pt x="182341" y="822889"/>
                  </a:lnTo>
                  <a:lnTo>
                    <a:pt x="182342" y="822869"/>
                  </a:lnTo>
                  <a:lnTo>
                    <a:pt x="182343" y="822830"/>
                  </a:lnTo>
                  <a:lnTo>
                    <a:pt x="182342" y="822804"/>
                  </a:lnTo>
                  <a:lnTo>
                    <a:pt x="182338" y="822786"/>
                  </a:lnTo>
                  <a:lnTo>
                    <a:pt x="182328" y="822770"/>
                  </a:lnTo>
                  <a:lnTo>
                    <a:pt x="182324" y="822760"/>
                  </a:lnTo>
                  <a:lnTo>
                    <a:pt x="182324" y="822746"/>
                  </a:lnTo>
                  <a:lnTo>
                    <a:pt x="182327" y="822728"/>
                  </a:lnTo>
                  <a:lnTo>
                    <a:pt x="182333" y="822716"/>
                  </a:lnTo>
                  <a:lnTo>
                    <a:pt x="182341" y="822705"/>
                  </a:lnTo>
                  <a:lnTo>
                    <a:pt x="182343" y="822689"/>
                  </a:lnTo>
                  <a:lnTo>
                    <a:pt x="182342" y="822675"/>
                  </a:lnTo>
                  <a:lnTo>
                    <a:pt x="182335" y="822657"/>
                  </a:lnTo>
                  <a:lnTo>
                    <a:pt x="182323" y="822637"/>
                  </a:lnTo>
                  <a:lnTo>
                    <a:pt x="182310" y="822617"/>
                  </a:lnTo>
                  <a:lnTo>
                    <a:pt x="182307" y="822608"/>
                  </a:lnTo>
                  <a:lnTo>
                    <a:pt x="182309" y="822597"/>
                  </a:lnTo>
                  <a:lnTo>
                    <a:pt x="182319" y="822583"/>
                  </a:lnTo>
                  <a:lnTo>
                    <a:pt x="182326" y="822565"/>
                  </a:lnTo>
                  <a:lnTo>
                    <a:pt x="182327" y="822528"/>
                  </a:lnTo>
                  <a:lnTo>
                    <a:pt x="182325" y="822516"/>
                  </a:lnTo>
                  <a:lnTo>
                    <a:pt x="182321" y="822493"/>
                  </a:lnTo>
                  <a:lnTo>
                    <a:pt x="182321" y="822469"/>
                  </a:lnTo>
                  <a:lnTo>
                    <a:pt x="182323" y="822453"/>
                  </a:lnTo>
                  <a:lnTo>
                    <a:pt x="182326" y="822433"/>
                  </a:lnTo>
                  <a:lnTo>
                    <a:pt x="182327" y="822414"/>
                  </a:lnTo>
                  <a:lnTo>
                    <a:pt x="182337" y="822389"/>
                  </a:lnTo>
                  <a:lnTo>
                    <a:pt x="182359" y="822373"/>
                  </a:lnTo>
                  <a:lnTo>
                    <a:pt x="182396" y="822349"/>
                  </a:lnTo>
                  <a:lnTo>
                    <a:pt x="182417" y="822330"/>
                  </a:lnTo>
                  <a:lnTo>
                    <a:pt x="182421" y="822308"/>
                  </a:lnTo>
                  <a:lnTo>
                    <a:pt x="182421" y="822281"/>
                  </a:lnTo>
                  <a:lnTo>
                    <a:pt x="182429" y="822254"/>
                  </a:lnTo>
                  <a:lnTo>
                    <a:pt x="182436" y="822225"/>
                  </a:lnTo>
                  <a:lnTo>
                    <a:pt x="182437" y="822166"/>
                  </a:lnTo>
                  <a:lnTo>
                    <a:pt x="182435" y="822136"/>
                  </a:lnTo>
                  <a:lnTo>
                    <a:pt x="182430" y="822110"/>
                  </a:lnTo>
                  <a:lnTo>
                    <a:pt x="182429" y="822081"/>
                  </a:lnTo>
                  <a:lnTo>
                    <a:pt x="182431" y="822060"/>
                  </a:lnTo>
                  <a:lnTo>
                    <a:pt x="182438" y="822030"/>
                  </a:lnTo>
                  <a:lnTo>
                    <a:pt x="182441" y="822009"/>
                  </a:lnTo>
                  <a:lnTo>
                    <a:pt x="182441" y="821994"/>
                  </a:lnTo>
                  <a:lnTo>
                    <a:pt x="182438" y="821981"/>
                  </a:lnTo>
                  <a:lnTo>
                    <a:pt x="182437" y="821967"/>
                  </a:lnTo>
                  <a:lnTo>
                    <a:pt x="182439" y="821953"/>
                  </a:lnTo>
                  <a:lnTo>
                    <a:pt x="182454" y="821939"/>
                  </a:lnTo>
                  <a:lnTo>
                    <a:pt x="182470" y="821931"/>
                  </a:lnTo>
                  <a:lnTo>
                    <a:pt x="182485" y="821927"/>
                  </a:lnTo>
                  <a:lnTo>
                    <a:pt x="182511" y="821919"/>
                  </a:lnTo>
                  <a:lnTo>
                    <a:pt x="182529" y="821909"/>
                  </a:lnTo>
                  <a:lnTo>
                    <a:pt x="182542" y="821901"/>
                  </a:lnTo>
                  <a:lnTo>
                    <a:pt x="182546" y="821887"/>
                  </a:lnTo>
                  <a:lnTo>
                    <a:pt x="182550" y="821880"/>
                  </a:lnTo>
                  <a:lnTo>
                    <a:pt x="182566" y="821863"/>
                  </a:lnTo>
                  <a:lnTo>
                    <a:pt x="182568" y="821849"/>
                  </a:lnTo>
                  <a:lnTo>
                    <a:pt x="182568" y="821843"/>
                  </a:lnTo>
                  <a:lnTo>
                    <a:pt x="182562" y="821835"/>
                  </a:lnTo>
                  <a:lnTo>
                    <a:pt x="182548" y="821816"/>
                  </a:lnTo>
                  <a:lnTo>
                    <a:pt x="182536" y="821795"/>
                  </a:lnTo>
                  <a:lnTo>
                    <a:pt x="182530" y="821750"/>
                  </a:lnTo>
                  <a:lnTo>
                    <a:pt x="182516" y="821659"/>
                  </a:lnTo>
                  <a:lnTo>
                    <a:pt x="182514" y="821626"/>
                  </a:lnTo>
                  <a:lnTo>
                    <a:pt x="182511" y="821614"/>
                  </a:lnTo>
                  <a:lnTo>
                    <a:pt x="182498" y="821597"/>
                  </a:lnTo>
                  <a:lnTo>
                    <a:pt x="182464" y="821563"/>
                  </a:lnTo>
                  <a:lnTo>
                    <a:pt x="182453" y="821554"/>
                  </a:lnTo>
                  <a:lnTo>
                    <a:pt x="182443" y="821539"/>
                  </a:lnTo>
                  <a:lnTo>
                    <a:pt x="182427" y="821499"/>
                  </a:lnTo>
                  <a:lnTo>
                    <a:pt x="182418" y="821472"/>
                  </a:lnTo>
                  <a:lnTo>
                    <a:pt x="182398" y="821438"/>
                  </a:lnTo>
                  <a:lnTo>
                    <a:pt x="182380" y="821414"/>
                  </a:lnTo>
                  <a:lnTo>
                    <a:pt x="182369" y="821407"/>
                  </a:lnTo>
                  <a:lnTo>
                    <a:pt x="182344" y="821386"/>
                  </a:lnTo>
                  <a:lnTo>
                    <a:pt x="182316" y="821351"/>
                  </a:lnTo>
                  <a:lnTo>
                    <a:pt x="182295" y="821327"/>
                  </a:lnTo>
                  <a:lnTo>
                    <a:pt x="182288" y="821306"/>
                  </a:lnTo>
                  <a:lnTo>
                    <a:pt x="182287" y="821294"/>
                  </a:lnTo>
                  <a:lnTo>
                    <a:pt x="182287" y="821284"/>
                  </a:lnTo>
                  <a:lnTo>
                    <a:pt x="182292" y="821271"/>
                  </a:lnTo>
                  <a:lnTo>
                    <a:pt x="182309" y="821255"/>
                  </a:lnTo>
                  <a:lnTo>
                    <a:pt x="182329" y="821235"/>
                  </a:lnTo>
                  <a:lnTo>
                    <a:pt x="182347" y="821205"/>
                  </a:lnTo>
                  <a:lnTo>
                    <a:pt x="182350" y="821190"/>
                  </a:lnTo>
                  <a:lnTo>
                    <a:pt x="182355" y="821163"/>
                  </a:lnTo>
                  <a:lnTo>
                    <a:pt x="182369" y="821133"/>
                  </a:lnTo>
                  <a:lnTo>
                    <a:pt x="182394" y="821068"/>
                  </a:lnTo>
                  <a:lnTo>
                    <a:pt x="182421" y="821023"/>
                  </a:lnTo>
                  <a:lnTo>
                    <a:pt x="182446" y="820993"/>
                  </a:lnTo>
                  <a:lnTo>
                    <a:pt x="182453" y="820975"/>
                  </a:lnTo>
                  <a:lnTo>
                    <a:pt x="182453" y="820965"/>
                  </a:lnTo>
                  <a:lnTo>
                    <a:pt x="182449" y="820956"/>
                  </a:lnTo>
                  <a:lnTo>
                    <a:pt x="182441" y="820939"/>
                  </a:lnTo>
                  <a:lnTo>
                    <a:pt x="182435" y="820907"/>
                  </a:lnTo>
                  <a:lnTo>
                    <a:pt x="182424" y="820878"/>
                  </a:lnTo>
                  <a:lnTo>
                    <a:pt x="182413" y="820847"/>
                  </a:lnTo>
                  <a:lnTo>
                    <a:pt x="182410" y="820823"/>
                  </a:lnTo>
                  <a:lnTo>
                    <a:pt x="182404" y="820784"/>
                  </a:lnTo>
                  <a:lnTo>
                    <a:pt x="182394" y="820728"/>
                  </a:lnTo>
                  <a:lnTo>
                    <a:pt x="182391" y="820708"/>
                  </a:lnTo>
                  <a:lnTo>
                    <a:pt x="182396" y="820682"/>
                  </a:lnTo>
                  <a:lnTo>
                    <a:pt x="182405" y="820669"/>
                  </a:lnTo>
                  <a:lnTo>
                    <a:pt x="182416" y="820665"/>
                  </a:lnTo>
                  <a:lnTo>
                    <a:pt x="182448" y="820644"/>
                  </a:lnTo>
                  <a:lnTo>
                    <a:pt x="182477" y="820638"/>
                  </a:lnTo>
                  <a:lnTo>
                    <a:pt x="182505" y="820627"/>
                  </a:lnTo>
                  <a:lnTo>
                    <a:pt x="182508" y="820623"/>
                  </a:lnTo>
                  <a:lnTo>
                    <a:pt x="182507" y="820610"/>
                  </a:lnTo>
                  <a:lnTo>
                    <a:pt x="182504" y="820586"/>
                  </a:lnTo>
                  <a:lnTo>
                    <a:pt x="182501" y="820565"/>
                  </a:lnTo>
                  <a:lnTo>
                    <a:pt x="182500" y="820543"/>
                  </a:lnTo>
                  <a:lnTo>
                    <a:pt x="182507" y="820524"/>
                  </a:lnTo>
                  <a:lnTo>
                    <a:pt x="182529" y="820490"/>
                  </a:lnTo>
                  <a:lnTo>
                    <a:pt x="182566" y="820423"/>
                  </a:lnTo>
                  <a:lnTo>
                    <a:pt x="182587" y="820346"/>
                  </a:lnTo>
                  <a:lnTo>
                    <a:pt x="182586" y="820338"/>
                  </a:lnTo>
                  <a:lnTo>
                    <a:pt x="182585" y="820325"/>
                  </a:lnTo>
                  <a:lnTo>
                    <a:pt x="182583" y="820299"/>
                  </a:lnTo>
                  <a:lnTo>
                    <a:pt x="182576" y="820276"/>
                  </a:lnTo>
                  <a:lnTo>
                    <a:pt x="182563" y="820251"/>
                  </a:lnTo>
                  <a:lnTo>
                    <a:pt x="182548" y="820226"/>
                  </a:lnTo>
                  <a:lnTo>
                    <a:pt x="182543" y="820205"/>
                  </a:lnTo>
                  <a:lnTo>
                    <a:pt x="182544" y="820182"/>
                  </a:lnTo>
                  <a:lnTo>
                    <a:pt x="182576" y="820149"/>
                  </a:lnTo>
                  <a:lnTo>
                    <a:pt x="182598" y="820135"/>
                  </a:lnTo>
                  <a:lnTo>
                    <a:pt x="182624" y="820118"/>
                  </a:lnTo>
                  <a:lnTo>
                    <a:pt x="182630" y="820109"/>
                  </a:lnTo>
                  <a:lnTo>
                    <a:pt x="182632" y="820104"/>
                  </a:lnTo>
                  <a:lnTo>
                    <a:pt x="182632" y="820095"/>
                  </a:lnTo>
                  <a:lnTo>
                    <a:pt x="182627" y="820080"/>
                  </a:lnTo>
                  <a:lnTo>
                    <a:pt x="182620" y="820039"/>
                  </a:lnTo>
                  <a:lnTo>
                    <a:pt x="182608" y="820009"/>
                  </a:lnTo>
                  <a:lnTo>
                    <a:pt x="182598" y="819985"/>
                  </a:lnTo>
                  <a:lnTo>
                    <a:pt x="182606" y="819972"/>
                  </a:lnTo>
                  <a:lnTo>
                    <a:pt x="182612" y="819968"/>
                  </a:lnTo>
                  <a:lnTo>
                    <a:pt x="182615" y="819946"/>
                  </a:lnTo>
                  <a:lnTo>
                    <a:pt x="182619" y="819916"/>
                  </a:lnTo>
                  <a:lnTo>
                    <a:pt x="182624" y="819875"/>
                  </a:lnTo>
                  <a:lnTo>
                    <a:pt x="182626" y="819859"/>
                  </a:lnTo>
                  <a:lnTo>
                    <a:pt x="182621" y="819847"/>
                  </a:lnTo>
                  <a:lnTo>
                    <a:pt x="182611" y="819836"/>
                  </a:lnTo>
                  <a:lnTo>
                    <a:pt x="182596" y="819833"/>
                  </a:lnTo>
                  <a:lnTo>
                    <a:pt x="182570" y="819827"/>
                  </a:lnTo>
                  <a:lnTo>
                    <a:pt x="182554" y="819819"/>
                  </a:lnTo>
                  <a:lnTo>
                    <a:pt x="182541" y="819811"/>
                  </a:lnTo>
                  <a:lnTo>
                    <a:pt x="182530" y="819793"/>
                  </a:lnTo>
                  <a:lnTo>
                    <a:pt x="182528" y="819781"/>
                  </a:lnTo>
                  <a:lnTo>
                    <a:pt x="182526" y="819754"/>
                  </a:lnTo>
                  <a:lnTo>
                    <a:pt x="182526" y="819726"/>
                  </a:lnTo>
                  <a:lnTo>
                    <a:pt x="182521" y="819714"/>
                  </a:lnTo>
                  <a:lnTo>
                    <a:pt x="182505" y="819706"/>
                  </a:lnTo>
                  <a:lnTo>
                    <a:pt x="182498" y="819698"/>
                  </a:lnTo>
                  <a:lnTo>
                    <a:pt x="182494" y="819689"/>
                  </a:lnTo>
                  <a:lnTo>
                    <a:pt x="182494" y="819677"/>
                  </a:lnTo>
                  <a:lnTo>
                    <a:pt x="182493" y="819654"/>
                  </a:lnTo>
                  <a:lnTo>
                    <a:pt x="182493" y="819634"/>
                  </a:lnTo>
                  <a:lnTo>
                    <a:pt x="182491" y="819620"/>
                  </a:lnTo>
                  <a:lnTo>
                    <a:pt x="182480" y="819606"/>
                  </a:lnTo>
                  <a:lnTo>
                    <a:pt x="182458" y="819588"/>
                  </a:lnTo>
                  <a:lnTo>
                    <a:pt x="182424" y="819570"/>
                  </a:lnTo>
                  <a:lnTo>
                    <a:pt x="182406" y="819546"/>
                  </a:lnTo>
                  <a:lnTo>
                    <a:pt x="182404" y="819531"/>
                  </a:lnTo>
                  <a:lnTo>
                    <a:pt x="182406" y="819517"/>
                  </a:lnTo>
                  <a:lnTo>
                    <a:pt x="182421" y="819481"/>
                  </a:lnTo>
                  <a:lnTo>
                    <a:pt x="182423" y="819461"/>
                  </a:lnTo>
                  <a:lnTo>
                    <a:pt x="182413" y="819440"/>
                  </a:lnTo>
                  <a:lnTo>
                    <a:pt x="182402" y="819415"/>
                  </a:lnTo>
                  <a:lnTo>
                    <a:pt x="182405" y="819401"/>
                  </a:lnTo>
                  <a:lnTo>
                    <a:pt x="182419" y="819387"/>
                  </a:lnTo>
                  <a:lnTo>
                    <a:pt x="182440" y="819383"/>
                  </a:lnTo>
                  <a:lnTo>
                    <a:pt x="182467" y="819376"/>
                  </a:lnTo>
                  <a:lnTo>
                    <a:pt x="182489" y="819363"/>
                  </a:lnTo>
                  <a:lnTo>
                    <a:pt x="182500" y="819346"/>
                  </a:lnTo>
                  <a:lnTo>
                    <a:pt x="182508" y="819309"/>
                  </a:lnTo>
                  <a:lnTo>
                    <a:pt x="182524" y="819260"/>
                  </a:lnTo>
                  <a:lnTo>
                    <a:pt x="182529" y="819242"/>
                  </a:lnTo>
                  <a:lnTo>
                    <a:pt x="182539" y="819231"/>
                  </a:lnTo>
                  <a:lnTo>
                    <a:pt x="182554" y="819217"/>
                  </a:lnTo>
                  <a:lnTo>
                    <a:pt x="182585" y="819189"/>
                  </a:lnTo>
                  <a:lnTo>
                    <a:pt x="182598" y="819168"/>
                  </a:lnTo>
                  <a:lnTo>
                    <a:pt x="182604" y="819150"/>
                  </a:lnTo>
                  <a:lnTo>
                    <a:pt x="182600" y="819125"/>
                  </a:lnTo>
                  <a:lnTo>
                    <a:pt x="182597" y="819103"/>
                  </a:lnTo>
                  <a:lnTo>
                    <a:pt x="182586" y="819083"/>
                  </a:lnTo>
                  <a:lnTo>
                    <a:pt x="182576" y="819057"/>
                  </a:lnTo>
                  <a:lnTo>
                    <a:pt x="182575" y="819039"/>
                  </a:lnTo>
                  <a:lnTo>
                    <a:pt x="182580" y="819019"/>
                  </a:lnTo>
                  <a:lnTo>
                    <a:pt x="182579" y="819003"/>
                  </a:lnTo>
                  <a:lnTo>
                    <a:pt x="182579" y="818995"/>
                  </a:lnTo>
                  <a:lnTo>
                    <a:pt x="182581" y="818989"/>
                  </a:lnTo>
                  <a:lnTo>
                    <a:pt x="182598" y="818973"/>
                  </a:lnTo>
                  <a:lnTo>
                    <a:pt x="182622" y="818953"/>
                  </a:lnTo>
                  <a:lnTo>
                    <a:pt x="182664" y="818914"/>
                  </a:lnTo>
                  <a:lnTo>
                    <a:pt x="182681" y="818896"/>
                  </a:lnTo>
                  <a:lnTo>
                    <a:pt x="182720" y="818881"/>
                  </a:lnTo>
                  <a:lnTo>
                    <a:pt x="182732" y="818872"/>
                  </a:lnTo>
                  <a:lnTo>
                    <a:pt x="182738" y="818864"/>
                  </a:lnTo>
                  <a:lnTo>
                    <a:pt x="182741" y="818844"/>
                  </a:lnTo>
                  <a:lnTo>
                    <a:pt x="182742" y="818800"/>
                  </a:lnTo>
                  <a:lnTo>
                    <a:pt x="182748" y="818776"/>
                  </a:lnTo>
                  <a:lnTo>
                    <a:pt x="182739" y="818754"/>
                  </a:lnTo>
                  <a:lnTo>
                    <a:pt x="182723" y="818731"/>
                  </a:lnTo>
                  <a:lnTo>
                    <a:pt x="182682" y="818689"/>
                  </a:lnTo>
                  <a:lnTo>
                    <a:pt x="182657" y="818669"/>
                  </a:lnTo>
                  <a:lnTo>
                    <a:pt x="182654" y="818663"/>
                  </a:lnTo>
                  <a:lnTo>
                    <a:pt x="182659" y="818653"/>
                  </a:lnTo>
                  <a:lnTo>
                    <a:pt x="182675" y="818630"/>
                  </a:lnTo>
                  <a:lnTo>
                    <a:pt x="182680" y="818615"/>
                  </a:lnTo>
                  <a:lnTo>
                    <a:pt x="182687" y="818595"/>
                  </a:lnTo>
                  <a:lnTo>
                    <a:pt x="182695" y="818567"/>
                  </a:lnTo>
                  <a:lnTo>
                    <a:pt x="182703" y="818513"/>
                  </a:lnTo>
                  <a:lnTo>
                    <a:pt x="182701" y="818477"/>
                  </a:lnTo>
                  <a:lnTo>
                    <a:pt x="182693" y="818456"/>
                  </a:lnTo>
                  <a:lnTo>
                    <a:pt x="182694" y="818434"/>
                  </a:lnTo>
                  <a:lnTo>
                    <a:pt x="182694" y="818414"/>
                  </a:lnTo>
                  <a:lnTo>
                    <a:pt x="182702" y="818397"/>
                  </a:lnTo>
                  <a:lnTo>
                    <a:pt x="182707" y="818358"/>
                  </a:lnTo>
                  <a:lnTo>
                    <a:pt x="182705" y="818319"/>
                  </a:lnTo>
                  <a:lnTo>
                    <a:pt x="182704" y="818300"/>
                  </a:lnTo>
                  <a:lnTo>
                    <a:pt x="182685" y="818269"/>
                  </a:lnTo>
                  <a:lnTo>
                    <a:pt x="182666" y="818241"/>
                  </a:lnTo>
                  <a:lnTo>
                    <a:pt x="182646" y="818219"/>
                  </a:lnTo>
                  <a:lnTo>
                    <a:pt x="182639" y="818209"/>
                  </a:lnTo>
                  <a:lnTo>
                    <a:pt x="182628" y="818203"/>
                  </a:lnTo>
                  <a:lnTo>
                    <a:pt x="182614" y="818200"/>
                  </a:lnTo>
                  <a:lnTo>
                    <a:pt x="182604" y="818198"/>
                  </a:lnTo>
                  <a:lnTo>
                    <a:pt x="182596" y="818190"/>
                  </a:lnTo>
                  <a:lnTo>
                    <a:pt x="182577" y="818172"/>
                  </a:lnTo>
                  <a:lnTo>
                    <a:pt x="182565" y="818168"/>
                  </a:lnTo>
                  <a:lnTo>
                    <a:pt x="182549" y="818164"/>
                  </a:lnTo>
                  <a:lnTo>
                    <a:pt x="182528" y="818158"/>
                  </a:lnTo>
                  <a:lnTo>
                    <a:pt x="182515" y="818149"/>
                  </a:lnTo>
                  <a:lnTo>
                    <a:pt x="182485" y="818124"/>
                  </a:lnTo>
                  <a:lnTo>
                    <a:pt x="182449" y="818108"/>
                  </a:lnTo>
                  <a:lnTo>
                    <a:pt x="182409" y="818079"/>
                  </a:lnTo>
                  <a:lnTo>
                    <a:pt x="182359" y="818054"/>
                  </a:lnTo>
                  <a:lnTo>
                    <a:pt x="182350" y="818043"/>
                  </a:lnTo>
                  <a:lnTo>
                    <a:pt x="182345" y="818020"/>
                  </a:lnTo>
                  <a:lnTo>
                    <a:pt x="182342" y="817988"/>
                  </a:lnTo>
                  <a:lnTo>
                    <a:pt x="182331" y="817961"/>
                  </a:lnTo>
                  <a:lnTo>
                    <a:pt x="182311" y="817929"/>
                  </a:lnTo>
                  <a:lnTo>
                    <a:pt x="182291" y="817911"/>
                  </a:lnTo>
                  <a:lnTo>
                    <a:pt x="182278" y="817907"/>
                  </a:lnTo>
                  <a:lnTo>
                    <a:pt x="182261" y="817905"/>
                  </a:lnTo>
                  <a:lnTo>
                    <a:pt x="182250" y="817906"/>
                  </a:lnTo>
                  <a:lnTo>
                    <a:pt x="182235" y="817904"/>
                  </a:lnTo>
                  <a:lnTo>
                    <a:pt x="182212" y="817893"/>
                  </a:lnTo>
                  <a:lnTo>
                    <a:pt x="182156" y="817880"/>
                  </a:lnTo>
                  <a:lnTo>
                    <a:pt x="182106" y="817878"/>
                  </a:lnTo>
                  <a:lnTo>
                    <a:pt x="182049" y="817884"/>
                  </a:lnTo>
                  <a:lnTo>
                    <a:pt x="182009" y="817900"/>
                  </a:lnTo>
                  <a:lnTo>
                    <a:pt x="181985" y="817910"/>
                  </a:lnTo>
                  <a:lnTo>
                    <a:pt x="181937" y="817913"/>
                  </a:lnTo>
                  <a:lnTo>
                    <a:pt x="181906" y="817917"/>
                  </a:lnTo>
                  <a:lnTo>
                    <a:pt x="181882" y="817922"/>
                  </a:lnTo>
                  <a:lnTo>
                    <a:pt x="181855" y="817919"/>
                  </a:lnTo>
                  <a:lnTo>
                    <a:pt x="181838" y="817904"/>
                  </a:lnTo>
                  <a:lnTo>
                    <a:pt x="181814" y="817884"/>
                  </a:lnTo>
                  <a:lnTo>
                    <a:pt x="181779" y="817865"/>
                  </a:lnTo>
                  <a:lnTo>
                    <a:pt x="181736" y="817850"/>
                  </a:lnTo>
                  <a:lnTo>
                    <a:pt x="181679" y="817843"/>
                  </a:lnTo>
                  <a:lnTo>
                    <a:pt x="181632" y="817845"/>
                  </a:lnTo>
                  <a:lnTo>
                    <a:pt x="181596" y="817843"/>
                  </a:lnTo>
                  <a:lnTo>
                    <a:pt x="181584" y="817843"/>
                  </a:lnTo>
                  <a:lnTo>
                    <a:pt x="181573" y="817834"/>
                  </a:lnTo>
                  <a:lnTo>
                    <a:pt x="181545" y="817820"/>
                  </a:lnTo>
                  <a:lnTo>
                    <a:pt x="181514" y="817814"/>
                  </a:lnTo>
                  <a:lnTo>
                    <a:pt x="181486" y="817814"/>
                  </a:lnTo>
                  <a:lnTo>
                    <a:pt x="181454" y="817818"/>
                  </a:lnTo>
                  <a:lnTo>
                    <a:pt x="181432" y="817823"/>
                  </a:lnTo>
                  <a:lnTo>
                    <a:pt x="181406" y="817828"/>
                  </a:lnTo>
                  <a:lnTo>
                    <a:pt x="181389" y="817828"/>
                  </a:lnTo>
                  <a:lnTo>
                    <a:pt x="181378" y="817827"/>
                  </a:lnTo>
                  <a:lnTo>
                    <a:pt x="181372" y="817824"/>
                  </a:lnTo>
                  <a:lnTo>
                    <a:pt x="181370" y="817818"/>
                  </a:lnTo>
                  <a:lnTo>
                    <a:pt x="181379" y="817801"/>
                  </a:lnTo>
                  <a:lnTo>
                    <a:pt x="181388" y="817775"/>
                  </a:lnTo>
                  <a:lnTo>
                    <a:pt x="181397" y="817715"/>
                  </a:lnTo>
                  <a:lnTo>
                    <a:pt x="181403" y="817665"/>
                  </a:lnTo>
                  <a:lnTo>
                    <a:pt x="181399" y="817616"/>
                  </a:lnTo>
                  <a:lnTo>
                    <a:pt x="181394" y="817573"/>
                  </a:lnTo>
                  <a:lnTo>
                    <a:pt x="181394" y="817549"/>
                  </a:lnTo>
                  <a:lnTo>
                    <a:pt x="181397" y="817522"/>
                  </a:lnTo>
                  <a:lnTo>
                    <a:pt x="181418" y="817471"/>
                  </a:lnTo>
                  <a:lnTo>
                    <a:pt x="181428" y="817456"/>
                  </a:lnTo>
                  <a:lnTo>
                    <a:pt x="181438" y="817449"/>
                  </a:lnTo>
                  <a:lnTo>
                    <a:pt x="181452" y="817447"/>
                  </a:lnTo>
                  <a:lnTo>
                    <a:pt x="181466" y="817446"/>
                  </a:lnTo>
                  <a:lnTo>
                    <a:pt x="181477" y="817440"/>
                  </a:lnTo>
                  <a:lnTo>
                    <a:pt x="181496" y="817421"/>
                  </a:lnTo>
                  <a:lnTo>
                    <a:pt x="181530" y="817386"/>
                  </a:lnTo>
                  <a:lnTo>
                    <a:pt x="181570" y="817361"/>
                  </a:lnTo>
                  <a:lnTo>
                    <a:pt x="181592" y="817339"/>
                  </a:lnTo>
                  <a:lnTo>
                    <a:pt x="181596" y="817329"/>
                  </a:lnTo>
                  <a:lnTo>
                    <a:pt x="181595" y="817317"/>
                  </a:lnTo>
                  <a:lnTo>
                    <a:pt x="181590" y="817301"/>
                  </a:lnTo>
                  <a:lnTo>
                    <a:pt x="181582" y="817257"/>
                  </a:lnTo>
                  <a:lnTo>
                    <a:pt x="181582" y="817236"/>
                  </a:lnTo>
                  <a:lnTo>
                    <a:pt x="181575" y="817215"/>
                  </a:lnTo>
                  <a:lnTo>
                    <a:pt x="181543" y="817183"/>
                  </a:lnTo>
                  <a:lnTo>
                    <a:pt x="181528" y="817171"/>
                  </a:lnTo>
                  <a:lnTo>
                    <a:pt x="181515" y="817162"/>
                  </a:lnTo>
                  <a:lnTo>
                    <a:pt x="181476" y="817145"/>
                  </a:lnTo>
                  <a:lnTo>
                    <a:pt x="181423" y="817125"/>
                  </a:lnTo>
                  <a:lnTo>
                    <a:pt x="181373" y="817106"/>
                  </a:lnTo>
                  <a:lnTo>
                    <a:pt x="181335" y="817089"/>
                  </a:lnTo>
                  <a:lnTo>
                    <a:pt x="181274" y="817073"/>
                  </a:lnTo>
                  <a:lnTo>
                    <a:pt x="181245" y="817059"/>
                  </a:lnTo>
                  <a:lnTo>
                    <a:pt x="181224" y="817033"/>
                  </a:lnTo>
                  <a:lnTo>
                    <a:pt x="181199" y="816986"/>
                  </a:lnTo>
                  <a:lnTo>
                    <a:pt x="181183" y="816945"/>
                  </a:lnTo>
                  <a:lnTo>
                    <a:pt x="181171" y="816930"/>
                  </a:lnTo>
                  <a:lnTo>
                    <a:pt x="181152" y="816911"/>
                  </a:lnTo>
                  <a:lnTo>
                    <a:pt x="181144" y="816897"/>
                  </a:lnTo>
                  <a:lnTo>
                    <a:pt x="181138" y="816871"/>
                  </a:lnTo>
                  <a:lnTo>
                    <a:pt x="181130" y="816837"/>
                  </a:lnTo>
                  <a:lnTo>
                    <a:pt x="181129" y="816823"/>
                  </a:lnTo>
                  <a:lnTo>
                    <a:pt x="181130" y="816810"/>
                  </a:lnTo>
                  <a:lnTo>
                    <a:pt x="181130" y="816800"/>
                  </a:lnTo>
                  <a:lnTo>
                    <a:pt x="181137" y="816787"/>
                  </a:lnTo>
                  <a:lnTo>
                    <a:pt x="181143" y="816775"/>
                  </a:lnTo>
                  <a:lnTo>
                    <a:pt x="181147" y="816768"/>
                  </a:lnTo>
                  <a:lnTo>
                    <a:pt x="181144" y="816760"/>
                  </a:lnTo>
                  <a:lnTo>
                    <a:pt x="181135" y="816754"/>
                  </a:lnTo>
                  <a:lnTo>
                    <a:pt x="181118" y="816747"/>
                  </a:lnTo>
                  <a:lnTo>
                    <a:pt x="181090" y="816739"/>
                  </a:lnTo>
                  <a:lnTo>
                    <a:pt x="181077" y="816736"/>
                  </a:lnTo>
                  <a:lnTo>
                    <a:pt x="181065" y="816732"/>
                  </a:lnTo>
                  <a:lnTo>
                    <a:pt x="181048" y="816719"/>
                  </a:lnTo>
                  <a:lnTo>
                    <a:pt x="181011" y="816687"/>
                  </a:lnTo>
                  <a:lnTo>
                    <a:pt x="180996" y="816677"/>
                  </a:lnTo>
                  <a:lnTo>
                    <a:pt x="180970" y="816665"/>
                  </a:lnTo>
                  <a:lnTo>
                    <a:pt x="180920" y="816645"/>
                  </a:lnTo>
                  <a:lnTo>
                    <a:pt x="180855" y="816635"/>
                  </a:lnTo>
                  <a:lnTo>
                    <a:pt x="180839" y="816633"/>
                  </a:lnTo>
                  <a:lnTo>
                    <a:pt x="180825" y="816625"/>
                  </a:lnTo>
                  <a:lnTo>
                    <a:pt x="180822" y="816618"/>
                  </a:lnTo>
                  <a:lnTo>
                    <a:pt x="180820" y="816605"/>
                  </a:lnTo>
                  <a:lnTo>
                    <a:pt x="180817" y="816590"/>
                  </a:lnTo>
                  <a:lnTo>
                    <a:pt x="180810" y="816581"/>
                  </a:lnTo>
                  <a:lnTo>
                    <a:pt x="180769" y="816549"/>
                  </a:lnTo>
                  <a:lnTo>
                    <a:pt x="180750" y="816529"/>
                  </a:lnTo>
                  <a:lnTo>
                    <a:pt x="180749" y="816524"/>
                  </a:lnTo>
                  <a:lnTo>
                    <a:pt x="180749" y="816515"/>
                  </a:lnTo>
                  <a:lnTo>
                    <a:pt x="180749" y="816506"/>
                  </a:lnTo>
                  <a:lnTo>
                    <a:pt x="180752" y="816494"/>
                  </a:lnTo>
                  <a:lnTo>
                    <a:pt x="180758" y="816484"/>
                  </a:lnTo>
                  <a:lnTo>
                    <a:pt x="180771" y="816458"/>
                  </a:lnTo>
                  <a:lnTo>
                    <a:pt x="180774" y="816445"/>
                  </a:lnTo>
                  <a:lnTo>
                    <a:pt x="180776" y="816435"/>
                  </a:lnTo>
                  <a:lnTo>
                    <a:pt x="180775" y="816426"/>
                  </a:lnTo>
                  <a:lnTo>
                    <a:pt x="180769" y="816414"/>
                  </a:lnTo>
                  <a:lnTo>
                    <a:pt x="180759" y="816402"/>
                  </a:lnTo>
                  <a:lnTo>
                    <a:pt x="180730" y="816379"/>
                  </a:lnTo>
                  <a:lnTo>
                    <a:pt x="180675" y="816343"/>
                  </a:lnTo>
                  <a:lnTo>
                    <a:pt x="180654" y="816327"/>
                  </a:lnTo>
                  <a:lnTo>
                    <a:pt x="180627" y="816301"/>
                  </a:lnTo>
                  <a:lnTo>
                    <a:pt x="180619" y="816294"/>
                  </a:lnTo>
                  <a:lnTo>
                    <a:pt x="180606" y="816291"/>
                  </a:lnTo>
                  <a:lnTo>
                    <a:pt x="180597" y="816292"/>
                  </a:lnTo>
                  <a:lnTo>
                    <a:pt x="180586" y="816299"/>
                  </a:lnTo>
                  <a:lnTo>
                    <a:pt x="180571" y="816297"/>
                  </a:lnTo>
                  <a:lnTo>
                    <a:pt x="180556" y="816294"/>
                  </a:lnTo>
                  <a:lnTo>
                    <a:pt x="180538" y="816279"/>
                  </a:lnTo>
                  <a:lnTo>
                    <a:pt x="180493" y="816236"/>
                  </a:lnTo>
                  <a:lnTo>
                    <a:pt x="180465" y="816188"/>
                  </a:lnTo>
                  <a:lnTo>
                    <a:pt x="180452" y="816164"/>
                  </a:lnTo>
                  <a:lnTo>
                    <a:pt x="180434" y="816152"/>
                  </a:lnTo>
                  <a:lnTo>
                    <a:pt x="180407" y="816131"/>
                  </a:lnTo>
                  <a:lnTo>
                    <a:pt x="180388" y="816109"/>
                  </a:lnTo>
                  <a:lnTo>
                    <a:pt x="180371" y="816076"/>
                  </a:lnTo>
                  <a:lnTo>
                    <a:pt x="180363" y="816035"/>
                  </a:lnTo>
                  <a:lnTo>
                    <a:pt x="180364" y="815991"/>
                  </a:lnTo>
                  <a:lnTo>
                    <a:pt x="180363" y="815967"/>
                  </a:lnTo>
                  <a:lnTo>
                    <a:pt x="180354" y="815943"/>
                  </a:lnTo>
                  <a:lnTo>
                    <a:pt x="180340" y="815924"/>
                  </a:lnTo>
                  <a:lnTo>
                    <a:pt x="180319" y="815908"/>
                  </a:lnTo>
                  <a:lnTo>
                    <a:pt x="180283" y="815885"/>
                  </a:lnTo>
                  <a:lnTo>
                    <a:pt x="180254" y="815857"/>
                  </a:lnTo>
                  <a:lnTo>
                    <a:pt x="180216" y="815810"/>
                  </a:lnTo>
                  <a:lnTo>
                    <a:pt x="180213" y="815797"/>
                  </a:lnTo>
                  <a:lnTo>
                    <a:pt x="180218" y="815775"/>
                  </a:lnTo>
                  <a:lnTo>
                    <a:pt x="180261" y="815703"/>
                  </a:lnTo>
                  <a:lnTo>
                    <a:pt x="180280" y="815672"/>
                  </a:lnTo>
                  <a:lnTo>
                    <a:pt x="180310" y="815627"/>
                  </a:lnTo>
                  <a:lnTo>
                    <a:pt x="180326" y="815608"/>
                  </a:lnTo>
                  <a:lnTo>
                    <a:pt x="180352" y="815597"/>
                  </a:lnTo>
                  <a:lnTo>
                    <a:pt x="180375" y="815588"/>
                  </a:lnTo>
                  <a:lnTo>
                    <a:pt x="180401" y="815577"/>
                  </a:lnTo>
                  <a:lnTo>
                    <a:pt x="180414" y="815572"/>
                  </a:lnTo>
                  <a:lnTo>
                    <a:pt x="180431" y="815566"/>
                  </a:lnTo>
                  <a:lnTo>
                    <a:pt x="180445" y="815561"/>
                  </a:lnTo>
                  <a:lnTo>
                    <a:pt x="180461" y="815560"/>
                  </a:lnTo>
                  <a:lnTo>
                    <a:pt x="180472" y="815562"/>
                  </a:lnTo>
                  <a:lnTo>
                    <a:pt x="180502" y="815580"/>
                  </a:lnTo>
                  <a:lnTo>
                    <a:pt x="180534" y="815604"/>
                  </a:lnTo>
                  <a:lnTo>
                    <a:pt x="180560" y="815619"/>
                  </a:lnTo>
                  <a:lnTo>
                    <a:pt x="180589" y="815626"/>
                  </a:lnTo>
                  <a:lnTo>
                    <a:pt x="180618" y="815627"/>
                  </a:lnTo>
                  <a:lnTo>
                    <a:pt x="180690" y="815627"/>
                  </a:lnTo>
                  <a:lnTo>
                    <a:pt x="180715" y="815622"/>
                  </a:lnTo>
                  <a:lnTo>
                    <a:pt x="180727" y="815612"/>
                  </a:lnTo>
                  <a:lnTo>
                    <a:pt x="180733" y="815605"/>
                  </a:lnTo>
                  <a:lnTo>
                    <a:pt x="180737" y="815589"/>
                  </a:lnTo>
                  <a:lnTo>
                    <a:pt x="180749" y="815574"/>
                  </a:lnTo>
                  <a:lnTo>
                    <a:pt x="180761" y="815551"/>
                  </a:lnTo>
                  <a:lnTo>
                    <a:pt x="180771" y="815527"/>
                  </a:lnTo>
                  <a:lnTo>
                    <a:pt x="180790" y="815504"/>
                  </a:lnTo>
                  <a:lnTo>
                    <a:pt x="180824" y="815465"/>
                  </a:lnTo>
                  <a:lnTo>
                    <a:pt x="180850" y="815438"/>
                  </a:lnTo>
                  <a:lnTo>
                    <a:pt x="180880" y="815420"/>
                  </a:lnTo>
                  <a:lnTo>
                    <a:pt x="180912" y="815406"/>
                  </a:lnTo>
                  <a:lnTo>
                    <a:pt x="180939" y="815390"/>
                  </a:lnTo>
                  <a:lnTo>
                    <a:pt x="180961" y="815366"/>
                  </a:lnTo>
                  <a:lnTo>
                    <a:pt x="180994" y="815340"/>
                  </a:lnTo>
                  <a:lnTo>
                    <a:pt x="181004" y="815322"/>
                  </a:lnTo>
                  <a:lnTo>
                    <a:pt x="181009" y="815302"/>
                  </a:lnTo>
                  <a:lnTo>
                    <a:pt x="181021" y="815281"/>
                  </a:lnTo>
                  <a:lnTo>
                    <a:pt x="181037" y="815270"/>
                  </a:lnTo>
                  <a:lnTo>
                    <a:pt x="181061" y="815264"/>
                  </a:lnTo>
                  <a:lnTo>
                    <a:pt x="181088" y="815261"/>
                  </a:lnTo>
                  <a:lnTo>
                    <a:pt x="181126" y="815251"/>
                  </a:lnTo>
                  <a:lnTo>
                    <a:pt x="181144" y="815237"/>
                  </a:lnTo>
                  <a:lnTo>
                    <a:pt x="181190" y="815202"/>
                  </a:lnTo>
                  <a:lnTo>
                    <a:pt x="181248" y="815135"/>
                  </a:lnTo>
                  <a:lnTo>
                    <a:pt x="181279" y="815093"/>
                  </a:lnTo>
                  <a:lnTo>
                    <a:pt x="181293" y="815061"/>
                  </a:lnTo>
                  <a:lnTo>
                    <a:pt x="181306" y="815039"/>
                  </a:lnTo>
                  <a:lnTo>
                    <a:pt x="181322" y="815020"/>
                  </a:lnTo>
                  <a:lnTo>
                    <a:pt x="181363" y="814991"/>
                  </a:lnTo>
                  <a:lnTo>
                    <a:pt x="181402" y="814967"/>
                  </a:lnTo>
                  <a:lnTo>
                    <a:pt x="181414" y="814958"/>
                  </a:lnTo>
                  <a:lnTo>
                    <a:pt x="181424" y="814940"/>
                  </a:lnTo>
                  <a:lnTo>
                    <a:pt x="181434" y="814883"/>
                  </a:lnTo>
                  <a:lnTo>
                    <a:pt x="181436" y="814838"/>
                  </a:lnTo>
                  <a:lnTo>
                    <a:pt x="181436" y="814812"/>
                  </a:lnTo>
                  <a:lnTo>
                    <a:pt x="181431" y="814804"/>
                  </a:lnTo>
                  <a:lnTo>
                    <a:pt x="181427" y="814793"/>
                  </a:lnTo>
                  <a:lnTo>
                    <a:pt x="181429" y="814785"/>
                  </a:lnTo>
                  <a:lnTo>
                    <a:pt x="181434" y="814775"/>
                  </a:lnTo>
                  <a:lnTo>
                    <a:pt x="181438" y="814759"/>
                  </a:lnTo>
                  <a:lnTo>
                    <a:pt x="181441" y="814731"/>
                  </a:lnTo>
                  <a:lnTo>
                    <a:pt x="181439" y="814685"/>
                  </a:lnTo>
                  <a:lnTo>
                    <a:pt x="181414" y="814645"/>
                  </a:lnTo>
                  <a:lnTo>
                    <a:pt x="181409" y="814626"/>
                  </a:lnTo>
                  <a:lnTo>
                    <a:pt x="181416" y="814588"/>
                  </a:lnTo>
                  <a:lnTo>
                    <a:pt x="181434" y="814539"/>
                  </a:lnTo>
                  <a:lnTo>
                    <a:pt x="181435" y="814527"/>
                  </a:lnTo>
                  <a:lnTo>
                    <a:pt x="181430" y="814507"/>
                  </a:lnTo>
                  <a:lnTo>
                    <a:pt x="181421" y="814478"/>
                  </a:lnTo>
                  <a:lnTo>
                    <a:pt x="181395" y="814396"/>
                  </a:lnTo>
                  <a:lnTo>
                    <a:pt x="181392" y="814361"/>
                  </a:lnTo>
                  <a:lnTo>
                    <a:pt x="181390" y="814313"/>
                  </a:lnTo>
                  <a:lnTo>
                    <a:pt x="181386" y="814288"/>
                  </a:lnTo>
                  <a:lnTo>
                    <a:pt x="181388" y="814237"/>
                  </a:lnTo>
                  <a:lnTo>
                    <a:pt x="181383" y="814221"/>
                  </a:lnTo>
                  <a:lnTo>
                    <a:pt x="181371" y="814210"/>
                  </a:lnTo>
                  <a:lnTo>
                    <a:pt x="181357" y="814202"/>
                  </a:lnTo>
                  <a:lnTo>
                    <a:pt x="181311" y="814188"/>
                  </a:lnTo>
                  <a:lnTo>
                    <a:pt x="181257" y="814180"/>
                  </a:lnTo>
                  <a:lnTo>
                    <a:pt x="181196" y="814165"/>
                  </a:lnTo>
                  <a:lnTo>
                    <a:pt x="181109" y="814139"/>
                  </a:lnTo>
                  <a:lnTo>
                    <a:pt x="181075" y="814126"/>
                  </a:lnTo>
                  <a:lnTo>
                    <a:pt x="181039" y="814114"/>
                  </a:lnTo>
                  <a:lnTo>
                    <a:pt x="181017" y="814096"/>
                  </a:lnTo>
                  <a:lnTo>
                    <a:pt x="180991" y="814069"/>
                  </a:lnTo>
                  <a:lnTo>
                    <a:pt x="180954" y="814040"/>
                  </a:lnTo>
                  <a:lnTo>
                    <a:pt x="180929" y="814012"/>
                  </a:lnTo>
                  <a:lnTo>
                    <a:pt x="180897" y="813991"/>
                  </a:lnTo>
                  <a:lnTo>
                    <a:pt x="180870" y="813969"/>
                  </a:lnTo>
                  <a:lnTo>
                    <a:pt x="180856" y="813963"/>
                  </a:lnTo>
                  <a:lnTo>
                    <a:pt x="180844" y="813960"/>
                  </a:lnTo>
                  <a:lnTo>
                    <a:pt x="180825" y="813952"/>
                  </a:lnTo>
                  <a:lnTo>
                    <a:pt x="180812" y="813936"/>
                  </a:lnTo>
                  <a:lnTo>
                    <a:pt x="180795" y="813911"/>
                  </a:lnTo>
                  <a:lnTo>
                    <a:pt x="180774" y="813887"/>
                  </a:lnTo>
                  <a:lnTo>
                    <a:pt x="180709" y="813835"/>
                  </a:lnTo>
                  <a:lnTo>
                    <a:pt x="180690" y="813813"/>
                  </a:lnTo>
                  <a:lnTo>
                    <a:pt x="180654" y="813791"/>
                  </a:lnTo>
                  <a:lnTo>
                    <a:pt x="180624" y="813771"/>
                  </a:lnTo>
                  <a:lnTo>
                    <a:pt x="180593" y="813762"/>
                  </a:lnTo>
                  <a:lnTo>
                    <a:pt x="180569" y="813762"/>
                  </a:lnTo>
                  <a:lnTo>
                    <a:pt x="180551" y="813760"/>
                  </a:lnTo>
                  <a:lnTo>
                    <a:pt x="180529" y="813752"/>
                  </a:lnTo>
                  <a:lnTo>
                    <a:pt x="180501" y="813731"/>
                  </a:lnTo>
                  <a:lnTo>
                    <a:pt x="180455" y="813684"/>
                  </a:lnTo>
                  <a:lnTo>
                    <a:pt x="180415" y="813625"/>
                  </a:lnTo>
                  <a:lnTo>
                    <a:pt x="180394" y="813597"/>
                  </a:lnTo>
                  <a:lnTo>
                    <a:pt x="180374" y="813590"/>
                  </a:lnTo>
                  <a:lnTo>
                    <a:pt x="180363" y="813589"/>
                  </a:lnTo>
                  <a:lnTo>
                    <a:pt x="180349" y="813590"/>
                  </a:lnTo>
                  <a:lnTo>
                    <a:pt x="180335" y="813596"/>
                  </a:lnTo>
                  <a:lnTo>
                    <a:pt x="180322" y="813608"/>
                  </a:lnTo>
                  <a:lnTo>
                    <a:pt x="180304" y="813627"/>
                  </a:lnTo>
                  <a:lnTo>
                    <a:pt x="180283" y="813645"/>
                  </a:lnTo>
                  <a:lnTo>
                    <a:pt x="180261" y="813658"/>
                  </a:lnTo>
                  <a:lnTo>
                    <a:pt x="180216" y="813665"/>
                  </a:lnTo>
                  <a:lnTo>
                    <a:pt x="180178" y="813668"/>
                  </a:lnTo>
                  <a:lnTo>
                    <a:pt x="180060" y="813647"/>
                  </a:lnTo>
                  <a:lnTo>
                    <a:pt x="180003" y="813634"/>
                  </a:lnTo>
                  <a:lnTo>
                    <a:pt x="179944" y="813609"/>
                  </a:lnTo>
                  <a:lnTo>
                    <a:pt x="179879" y="813593"/>
                  </a:lnTo>
                  <a:lnTo>
                    <a:pt x="179826" y="813583"/>
                  </a:lnTo>
                  <a:lnTo>
                    <a:pt x="179749" y="813563"/>
                  </a:lnTo>
                  <a:lnTo>
                    <a:pt x="179740" y="813561"/>
                  </a:lnTo>
                  <a:lnTo>
                    <a:pt x="179721" y="813561"/>
                  </a:lnTo>
                  <a:lnTo>
                    <a:pt x="179699" y="813561"/>
                  </a:lnTo>
                  <a:lnTo>
                    <a:pt x="179680" y="813561"/>
                  </a:lnTo>
                  <a:lnTo>
                    <a:pt x="179671" y="813555"/>
                  </a:lnTo>
                  <a:lnTo>
                    <a:pt x="179657" y="813543"/>
                  </a:lnTo>
                  <a:lnTo>
                    <a:pt x="179633" y="813506"/>
                  </a:lnTo>
                  <a:lnTo>
                    <a:pt x="179610" y="813483"/>
                  </a:lnTo>
                  <a:lnTo>
                    <a:pt x="179563" y="813442"/>
                  </a:lnTo>
                  <a:lnTo>
                    <a:pt x="179520" y="813402"/>
                  </a:lnTo>
                  <a:lnTo>
                    <a:pt x="179464" y="813326"/>
                  </a:lnTo>
                  <a:lnTo>
                    <a:pt x="179447" y="813299"/>
                  </a:lnTo>
                  <a:lnTo>
                    <a:pt x="179443" y="813273"/>
                  </a:lnTo>
                  <a:lnTo>
                    <a:pt x="179442" y="813245"/>
                  </a:lnTo>
                  <a:lnTo>
                    <a:pt x="179436" y="813182"/>
                  </a:lnTo>
                  <a:lnTo>
                    <a:pt x="179427" y="813159"/>
                  </a:lnTo>
                  <a:lnTo>
                    <a:pt x="179412" y="813136"/>
                  </a:lnTo>
                  <a:lnTo>
                    <a:pt x="179365" y="813094"/>
                  </a:lnTo>
                  <a:lnTo>
                    <a:pt x="179359" y="813090"/>
                  </a:lnTo>
                  <a:lnTo>
                    <a:pt x="179336" y="813069"/>
                  </a:lnTo>
                  <a:lnTo>
                    <a:pt x="179269" y="813069"/>
                  </a:lnTo>
                  <a:lnTo>
                    <a:pt x="179236" y="813023"/>
                  </a:lnTo>
                  <a:lnTo>
                    <a:pt x="179181" y="812965"/>
                  </a:lnTo>
                  <a:lnTo>
                    <a:pt x="179131" y="812898"/>
                  </a:lnTo>
                  <a:lnTo>
                    <a:pt x="179091" y="812806"/>
                  </a:lnTo>
                  <a:lnTo>
                    <a:pt x="179100" y="812711"/>
                  </a:lnTo>
                  <a:lnTo>
                    <a:pt x="179035" y="812582"/>
                  </a:lnTo>
                  <a:lnTo>
                    <a:pt x="178974" y="812528"/>
                  </a:lnTo>
                  <a:lnTo>
                    <a:pt x="178873" y="812459"/>
                  </a:lnTo>
                  <a:lnTo>
                    <a:pt x="178808" y="812436"/>
                  </a:lnTo>
                  <a:lnTo>
                    <a:pt x="178713" y="812370"/>
                  </a:lnTo>
                  <a:lnTo>
                    <a:pt x="178607" y="812312"/>
                  </a:lnTo>
                  <a:lnTo>
                    <a:pt x="178535" y="812256"/>
                  </a:lnTo>
                  <a:lnTo>
                    <a:pt x="178523" y="812199"/>
                  </a:lnTo>
                  <a:lnTo>
                    <a:pt x="178532" y="812103"/>
                  </a:lnTo>
                  <a:lnTo>
                    <a:pt x="178523" y="812046"/>
                  </a:lnTo>
                  <a:lnTo>
                    <a:pt x="178509" y="812023"/>
                  </a:lnTo>
                  <a:lnTo>
                    <a:pt x="178478" y="811984"/>
                  </a:lnTo>
                  <a:lnTo>
                    <a:pt x="178437" y="811940"/>
                  </a:lnTo>
                  <a:lnTo>
                    <a:pt x="178396" y="811901"/>
                  </a:lnTo>
                  <a:lnTo>
                    <a:pt x="178366" y="811881"/>
                  </a:lnTo>
                  <a:lnTo>
                    <a:pt x="178303" y="811840"/>
                  </a:lnTo>
                  <a:lnTo>
                    <a:pt x="178216" y="811802"/>
                  </a:lnTo>
                  <a:lnTo>
                    <a:pt x="178167" y="811790"/>
                  </a:lnTo>
                  <a:lnTo>
                    <a:pt x="178074" y="811697"/>
                  </a:lnTo>
                  <a:lnTo>
                    <a:pt x="178022" y="811663"/>
                  </a:lnTo>
                  <a:lnTo>
                    <a:pt x="178001" y="811573"/>
                  </a:lnTo>
                  <a:lnTo>
                    <a:pt x="178008" y="811520"/>
                  </a:lnTo>
                  <a:lnTo>
                    <a:pt x="178039" y="811465"/>
                  </a:lnTo>
                  <a:lnTo>
                    <a:pt x="178059" y="811426"/>
                  </a:lnTo>
                  <a:lnTo>
                    <a:pt x="178125" y="811357"/>
                  </a:lnTo>
                  <a:lnTo>
                    <a:pt x="178156" y="811334"/>
                  </a:lnTo>
                  <a:lnTo>
                    <a:pt x="178177" y="811299"/>
                  </a:lnTo>
                  <a:lnTo>
                    <a:pt x="178208" y="811256"/>
                  </a:lnTo>
                  <a:lnTo>
                    <a:pt x="178229" y="811203"/>
                  </a:lnTo>
                  <a:lnTo>
                    <a:pt x="178254" y="811137"/>
                  </a:lnTo>
                  <a:lnTo>
                    <a:pt x="178288" y="811094"/>
                  </a:lnTo>
                  <a:lnTo>
                    <a:pt x="178378" y="811034"/>
                  </a:lnTo>
                  <a:lnTo>
                    <a:pt x="178439" y="811003"/>
                  </a:lnTo>
                  <a:lnTo>
                    <a:pt x="178497" y="810969"/>
                  </a:lnTo>
                  <a:lnTo>
                    <a:pt x="178567" y="810962"/>
                  </a:lnTo>
                  <a:lnTo>
                    <a:pt x="178624" y="810961"/>
                  </a:lnTo>
                  <a:lnTo>
                    <a:pt x="178683" y="810957"/>
                  </a:lnTo>
                  <a:lnTo>
                    <a:pt x="178742" y="810946"/>
                  </a:lnTo>
                  <a:lnTo>
                    <a:pt x="178797" y="810908"/>
                  </a:lnTo>
                  <a:lnTo>
                    <a:pt x="178880" y="810780"/>
                  </a:lnTo>
                  <a:lnTo>
                    <a:pt x="178803" y="810679"/>
                  </a:lnTo>
                  <a:lnTo>
                    <a:pt x="178769" y="810615"/>
                  </a:lnTo>
                  <a:lnTo>
                    <a:pt x="178726" y="810523"/>
                  </a:lnTo>
                  <a:lnTo>
                    <a:pt x="178717" y="810488"/>
                  </a:lnTo>
                  <a:lnTo>
                    <a:pt x="178714" y="810456"/>
                  </a:lnTo>
                  <a:lnTo>
                    <a:pt x="178704" y="810396"/>
                  </a:lnTo>
                  <a:lnTo>
                    <a:pt x="178771" y="810347"/>
                  </a:lnTo>
                  <a:lnTo>
                    <a:pt x="178818" y="810309"/>
                  </a:lnTo>
                  <a:lnTo>
                    <a:pt x="178834" y="810290"/>
                  </a:lnTo>
                  <a:lnTo>
                    <a:pt x="178871" y="810247"/>
                  </a:lnTo>
                  <a:lnTo>
                    <a:pt x="178921" y="810201"/>
                  </a:lnTo>
                  <a:lnTo>
                    <a:pt x="178957" y="810160"/>
                  </a:lnTo>
                  <a:lnTo>
                    <a:pt x="179005" y="810129"/>
                  </a:lnTo>
                  <a:lnTo>
                    <a:pt x="179098" y="810097"/>
                  </a:lnTo>
                  <a:lnTo>
                    <a:pt x="179197" y="810060"/>
                  </a:lnTo>
                  <a:lnTo>
                    <a:pt x="179223" y="810004"/>
                  </a:lnTo>
                  <a:lnTo>
                    <a:pt x="179219" y="809977"/>
                  </a:lnTo>
                  <a:lnTo>
                    <a:pt x="179167" y="809913"/>
                  </a:lnTo>
                  <a:lnTo>
                    <a:pt x="179125" y="809841"/>
                  </a:lnTo>
                  <a:lnTo>
                    <a:pt x="179065" y="809799"/>
                  </a:lnTo>
                  <a:lnTo>
                    <a:pt x="179010" y="809763"/>
                  </a:lnTo>
                  <a:lnTo>
                    <a:pt x="178941" y="809667"/>
                  </a:lnTo>
                  <a:lnTo>
                    <a:pt x="178928" y="809597"/>
                  </a:lnTo>
                  <a:lnTo>
                    <a:pt x="178900" y="809538"/>
                  </a:lnTo>
                  <a:lnTo>
                    <a:pt x="178868" y="809443"/>
                  </a:lnTo>
                  <a:lnTo>
                    <a:pt x="178782" y="809329"/>
                  </a:lnTo>
                  <a:lnTo>
                    <a:pt x="178694" y="809249"/>
                  </a:lnTo>
                  <a:lnTo>
                    <a:pt x="178661" y="809199"/>
                  </a:lnTo>
                  <a:lnTo>
                    <a:pt x="178626" y="809124"/>
                  </a:lnTo>
                  <a:lnTo>
                    <a:pt x="178640" y="809021"/>
                  </a:lnTo>
                  <a:lnTo>
                    <a:pt x="178651" y="809004"/>
                  </a:lnTo>
                  <a:lnTo>
                    <a:pt x="178692" y="808955"/>
                  </a:lnTo>
                  <a:lnTo>
                    <a:pt x="178719" y="808945"/>
                  </a:lnTo>
                  <a:lnTo>
                    <a:pt x="178743" y="808942"/>
                  </a:lnTo>
                  <a:lnTo>
                    <a:pt x="178800" y="808928"/>
                  </a:lnTo>
                  <a:lnTo>
                    <a:pt x="178799" y="808898"/>
                  </a:lnTo>
                  <a:lnTo>
                    <a:pt x="178784" y="808841"/>
                  </a:lnTo>
                  <a:lnTo>
                    <a:pt x="178767" y="808806"/>
                  </a:lnTo>
                  <a:lnTo>
                    <a:pt x="178734" y="808769"/>
                  </a:lnTo>
                  <a:lnTo>
                    <a:pt x="178638" y="808718"/>
                  </a:lnTo>
                  <a:lnTo>
                    <a:pt x="178598" y="808699"/>
                  </a:lnTo>
                  <a:lnTo>
                    <a:pt x="178451" y="808652"/>
                  </a:lnTo>
                  <a:lnTo>
                    <a:pt x="178326" y="808610"/>
                  </a:lnTo>
                  <a:lnTo>
                    <a:pt x="178248" y="808571"/>
                  </a:lnTo>
                  <a:lnTo>
                    <a:pt x="178180" y="808552"/>
                  </a:lnTo>
                  <a:lnTo>
                    <a:pt x="178085" y="808509"/>
                  </a:lnTo>
                  <a:lnTo>
                    <a:pt x="178050" y="808500"/>
                  </a:lnTo>
                  <a:lnTo>
                    <a:pt x="177958" y="808477"/>
                  </a:lnTo>
                  <a:lnTo>
                    <a:pt x="177842" y="808462"/>
                  </a:lnTo>
                  <a:lnTo>
                    <a:pt x="177716" y="808514"/>
                  </a:lnTo>
                  <a:lnTo>
                    <a:pt x="177687" y="808533"/>
                  </a:lnTo>
                  <a:lnTo>
                    <a:pt x="177600" y="808587"/>
                  </a:lnTo>
                  <a:lnTo>
                    <a:pt x="177541" y="808621"/>
                  </a:lnTo>
                  <a:lnTo>
                    <a:pt x="177491" y="808649"/>
                  </a:lnTo>
                  <a:lnTo>
                    <a:pt x="177432" y="808661"/>
                  </a:lnTo>
                  <a:lnTo>
                    <a:pt x="177380" y="808652"/>
                  </a:lnTo>
                  <a:lnTo>
                    <a:pt x="177316" y="808643"/>
                  </a:lnTo>
                  <a:lnTo>
                    <a:pt x="177240" y="808624"/>
                  </a:lnTo>
                  <a:lnTo>
                    <a:pt x="177210" y="808620"/>
                  </a:lnTo>
                  <a:lnTo>
                    <a:pt x="177102" y="808590"/>
                  </a:lnTo>
                  <a:lnTo>
                    <a:pt x="177080" y="808583"/>
                  </a:lnTo>
                  <a:lnTo>
                    <a:pt x="177037" y="808564"/>
                  </a:lnTo>
                  <a:lnTo>
                    <a:pt x="176958" y="808558"/>
                  </a:lnTo>
                  <a:lnTo>
                    <a:pt x="176814" y="808593"/>
                  </a:lnTo>
                  <a:lnTo>
                    <a:pt x="176767" y="808639"/>
                  </a:lnTo>
                  <a:lnTo>
                    <a:pt x="176738" y="808688"/>
                  </a:lnTo>
                  <a:lnTo>
                    <a:pt x="176662" y="808764"/>
                  </a:lnTo>
                  <a:lnTo>
                    <a:pt x="176642" y="808838"/>
                  </a:lnTo>
                  <a:lnTo>
                    <a:pt x="176624" y="808860"/>
                  </a:lnTo>
                  <a:lnTo>
                    <a:pt x="176569" y="808929"/>
                  </a:lnTo>
                  <a:lnTo>
                    <a:pt x="176543" y="808957"/>
                  </a:lnTo>
                  <a:lnTo>
                    <a:pt x="176516" y="808970"/>
                  </a:lnTo>
                  <a:lnTo>
                    <a:pt x="176470" y="808972"/>
                  </a:lnTo>
                  <a:lnTo>
                    <a:pt x="176443" y="808959"/>
                  </a:lnTo>
                  <a:lnTo>
                    <a:pt x="176400" y="808925"/>
                  </a:lnTo>
                  <a:lnTo>
                    <a:pt x="176359" y="808911"/>
                  </a:lnTo>
                  <a:lnTo>
                    <a:pt x="176318" y="808887"/>
                  </a:lnTo>
                  <a:lnTo>
                    <a:pt x="176211" y="808821"/>
                  </a:lnTo>
                  <a:lnTo>
                    <a:pt x="176143" y="808773"/>
                  </a:lnTo>
                  <a:lnTo>
                    <a:pt x="176118" y="808738"/>
                  </a:lnTo>
                  <a:lnTo>
                    <a:pt x="176096" y="808706"/>
                  </a:lnTo>
                  <a:lnTo>
                    <a:pt x="175960" y="808554"/>
                  </a:lnTo>
                  <a:lnTo>
                    <a:pt x="175865" y="808403"/>
                  </a:lnTo>
                  <a:lnTo>
                    <a:pt x="175826" y="808339"/>
                  </a:lnTo>
                  <a:lnTo>
                    <a:pt x="175792" y="808292"/>
                  </a:lnTo>
                  <a:lnTo>
                    <a:pt x="175754" y="808260"/>
                  </a:lnTo>
                  <a:lnTo>
                    <a:pt x="175696" y="808214"/>
                  </a:lnTo>
                  <a:lnTo>
                    <a:pt x="175661" y="808182"/>
                  </a:lnTo>
                  <a:lnTo>
                    <a:pt x="175603" y="808143"/>
                  </a:lnTo>
                  <a:lnTo>
                    <a:pt x="175562" y="808129"/>
                  </a:lnTo>
                  <a:lnTo>
                    <a:pt x="175513" y="808100"/>
                  </a:lnTo>
                  <a:lnTo>
                    <a:pt x="175501" y="808052"/>
                  </a:lnTo>
                  <a:lnTo>
                    <a:pt x="175563" y="807918"/>
                  </a:lnTo>
                  <a:lnTo>
                    <a:pt x="175583" y="807893"/>
                  </a:lnTo>
                  <a:lnTo>
                    <a:pt x="175604" y="807852"/>
                  </a:lnTo>
                  <a:lnTo>
                    <a:pt x="175646" y="807824"/>
                  </a:lnTo>
                  <a:lnTo>
                    <a:pt x="175684" y="807808"/>
                  </a:lnTo>
                  <a:lnTo>
                    <a:pt x="175721" y="807800"/>
                  </a:lnTo>
                  <a:lnTo>
                    <a:pt x="175761" y="807789"/>
                  </a:lnTo>
                  <a:lnTo>
                    <a:pt x="175790" y="807768"/>
                  </a:lnTo>
                  <a:lnTo>
                    <a:pt x="175809" y="807740"/>
                  </a:lnTo>
                  <a:lnTo>
                    <a:pt x="175810" y="807688"/>
                  </a:lnTo>
                  <a:lnTo>
                    <a:pt x="175810" y="807665"/>
                  </a:lnTo>
                  <a:lnTo>
                    <a:pt x="175819" y="807604"/>
                  </a:lnTo>
                  <a:lnTo>
                    <a:pt x="175823" y="807555"/>
                  </a:lnTo>
                  <a:lnTo>
                    <a:pt x="175845" y="807464"/>
                  </a:lnTo>
                  <a:lnTo>
                    <a:pt x="175812" y="807422"/>
                  </a:lnTo>
                  <a:lnTo>
                    <a:pt x="175755" y="807400"/>
                  </a:lnTo>
                  <a:lnTo>
                    <a:pt x="175717" y="807389"/>
                  </a:lnTo>
                  <a:lnTo>
                    <a:pt x="175699" y="807346"/>
                  </a:lnTo>
                  <a:lnTo>
                    <a:pt x="175723" y="807308"/>
                  </a:lnTo>
                  <a:lnTo>
                    <a:pt x="175746" y="807273"/>
                  </a:lnTo>
                  <a:lnTo>
                    <a:pt x="175825" y="807214"/>
                  </a:lnTo>
                  <a:lnTo>
                    <a:pt x="175850" y="807123"/>
                  </a:lnTo>
                  <a:lnTo>
                    <a:pt x="175873" y="807057"/>
                  </a:lnTo>
                  <a:lnTo>
                    <a:pt x="175830" y="806955"/>
                  </a:lnTo>
                  <a:lnTo>
                    <a:pt x="175778" y="806937"/>
                  </a:lnTo>
                  <a:lnTo>
                    <a:pt x="175738" y="806917"/>
                  </a:lnTo>
                  <a:lnTo>
                    <a:pt x="175700" y="806906"/>
                  </a:lnTo>
                  <a:lnTo>
                    <a:pt x="175667" y="806886"/>
                  </a:lnTo>
                  <a:lnTo>
                    <a:pt x="175601" y="806842"/>
                  </a:lnTo>
                  <a:lnTo>
                    <a:pt x="175518" y="806757"/>
                  </a:lnTo>
                  <a:lnTo>
                    <a:pt x="175520" y="806701"/>
                  </a:lnTo>
                  <a:lnTo>
                    <a:pt x="175519" y="806671"/>
                  </a:lnTo>
                  <a:lnTo>
                    <a:pt x="175542" y="806636"/>
                  </a:lnTo>
                  <a:lnTo>
                    <a:pt x="175577" y="806607"/>
                  </a:lnTo>
                  <a:lnTo>
                    <a:pt x="175654" y="806598"/>
                  </a:lnTo>
                  <a:lnTo>
                    <a:pt x="175724" y="806572"/>
                  </a:lnTo>
                  <a:lnTo>
                    <a:pt x="175722" y="806489"/>
                  </a:lnTo>
                  <a:lnTo>
                    <a:pt x="175706" y="806417"/>
                  </a:lnTo>
                  <a:lnTo>
                    <a:pt x="175704" y="806397"/>
                  </a:lnTo>
                  <a:lnTo>
                    <a:pt x="175688" y="806322"/>
                  </a:lnTo>
                  <a:lnTo>
                    <a:pt x="175645" y="806203"/>
                  </a:lnTo>
                  <a:lnTo>
                    <a:pt x="175612" y="806163"/>
                  </a:lnTo>
                  <a:lnTo>
                    <a:pt x="175582" y="806051"/>
                  </a:lnTo>
                  <a:lnTo>
                    <a:pt x="175594" y="806008"/>
                  </a:lnTo>
                  <a:lnTo>
                    <a:pt x="175609" y="805950"/>
                  </a:lnTo>
                  <a:lnTo>
                    <a:pt x="175627" y="805915"/>
                  </a:lnTo>
                  <a:lnTo>
                    <a:pt x="175691" y="805863"/>
                  </a:lnTo>
                  <a:lnTo>
                    <a:pt x="175730" y="805832"/>
                  </a:lnTo>
                  <a:lnTo>
                    <a:pt x="175772" y="805787"/>
                  </a:lnTo>
                  <a:lnTo>
                    <a:pt x="175791" y="805776"/>
                  </a:lnTo>
                  <a:lnTo>
                    <a:pt x="175838" y="805720"/>
                  </a:lnTo>
                  <a:lnTo>
                    <a:pt x="175832" y="805602"/>
                  </a:lnTo>
                  <a:lnTo>
                    <a:pt x="175822" y="805528"/>
                  </a:lnTo>
                  <a:lnTo>
                    <a:pt x="175797" y="805458"/>
                  </a:lnTo>
                  <a:lnTo>
                    <a:pt x="175770" y="805361"/>
                  </a:lnTo>
                  <a:lnTo>
                    <a:pt x="175750" y="805318"/>
                  </a:lnTo>
                  <a:lnTo>
                    <a:pt x="175678" y="805235"/>
                  </a:lnTo>
                  <a:lnTo>
                    <a:pt x="175631" y="805193"/>
                  </a:lnTo>
                  <a:lnTo>
                    <a:pt x="175606" y="805174"/>
                  </a:lnTo>
                  <a:lnTo>
                    <a:pt x="175588" y="805076"/>
                  </a:lnTo>
                  <a:lnTo>
                    <a:pt x="175587" y="805036"/>
                  </a:lnTo>
                  <a:lnTo>
                    <a:pt x="175594" y="804999"/>
                  </a:lnTo>
                  <a:lnTo>
                    <a:pt x="175607" y="804961"/>
                  </a:lnTo>
                  <a:lnTo>
                    <a:pt x="175589" y="804901"/>
                  </a:lnTo>
                  <a:lnTo>
                    <a:pt x="175565" y="804897"/>
                  </a:lnTo>
                  <a:lnTo>
                    <a:pt x="175512" y="804858"/>
                  </a:lnTo>
                  <a:lnTo>
                    <a:pt x="175458" y="804834"/>
                  </a:lnTo>
                  <a:lnTo>
                    <a:pt x="175371" y="804785"/>
                  </a:lnTo>
                  <a:lnTo>
                    <a:pt x="175332" y="804759"/>
                  </a:lnTo>
                  <a:lnTo>
                    <a:pt x="175283" y="804712"/>
                  </a:lnTo>
                  <a:lnTo>
                    <a:pt x="175244" y="804653"/>
                  </a:lnTo>
                  <a:lnTo>
                    <a:pt x="175209" y="804578"/>
                  </a:lnTo>
                  <a:lnTo>
                    <a:pt x="175184" y="804524"/>
                  </a:lnTo>
                  <a:lnTo>
                    <a:pt x="175091" y="804345"/>
                  </a:lnTo>
                  <a:lnTo>
                    <a:pt x="175074" y="804331"/>
                  </a:lnTo>
                  <a:lnTo>
                    <a:pt x="175005" y="804280"/>
                  </a:lnTo>
                  <a:lnTo>
                    <a:pt x="174911" y="804169"/>
                  </a:lnTo>
                  <a:lnTo>
                    <a:pt x="174873" y="804162"/>
                  </a:lnTo>
                  <a:lnTo>
                    <a:pt x="174787" y="804147"/>
                  </a:lnTo>
                  <a:lnTo>
                    <a:pt x="174752" y="804145"/>
                  </a:lnTo>
                  <a:lnTo>
                    <a:pt x="174724" y="804130"/>
                  </a:lnTo>
                  <a:lnTo>
                    <a:pt x="174683" y="804104"/>
                  </a:lnTo>
                  <a:lnTo>
                    <a:pt x="174642" y="804072"/>
                  </a:lnTo>
                  <a:lnTo>
                    <a:pt x="174605" y="803980"/>
                  </a:lnTo>
                  <a:lnTo>
                    <a:pt x="174587" y="803930"/>
                  </a:lnTo>
                  <a:lnTo>
                    <a:pt x="174565" y="803888"/>
                  </a:lnTo>
                  <a:lnTo>
                    <a:pt x="174550" y="803819"/>
                  </a:lnTo>
                  <a:lnTo>
                    <a:pt x="174551" y="803753"/>
                  </a:lnTo>
                  <a:lnTo>
                    <a:pt x="174503" y="803667"/>
                  </a:lnTo>
                  <a:lnTo>
                    <a:pt x="174430" y="803651"/>
                  </a:lnTo>
                  <a:lnTo>
                    <a:pt x="174384" y="803647"/>
                  </a:lnTo>
                  <a:lnTo>
                    <a:pt x="174301" y="803678"/>
                  </a:lnTo>
                  <a:lnTo>
                    <a:pt x="174259" y="803730"/>
                  </a:lnTo>
                  <a:lnTo>
                    <a:pt x="174227" y="803738"/>
                  </a:lnTo>
                  <a:lnTo>
                    <a:pt x="174162" y="803724"/>
                  </a:lnTo>
                  <a:lnTo>
                    <a:pt x="174117" y="803655"/>
                  </a:lnTo>
                  <a:lnTo>
                    <a:pt x="174097" y="803608"/>
                  </a:lnTo>
                  <a:lnTo>
                    <a:pt x="174098" y="803522"/>
                  </a:lnTo>
                  <a:lnTo>
                    <a:pt x="174094" y="803470"/>
                  </a:lnTo>
                  <a:lnTo>
                    <a:pt x="174084" y="803400"/>
                  </a:lnTo>
                  <a:lnTo>
                    <a:pt x="174082" y="803340"/>
                  </a:lnTo>
                  <a:lnTo>
                    <a:pt x="174057" y="803285"/>
                  </a:lnTo>
                  <a:lnTo>
                    <a:pt x="174052" y="803185"/>
                  </a:lnTo>
                  <a:lnTo>
                    <a:pt x="174064" y="803155"/>
                  </a:lnTo>
                  <a:lnTo>
                    <a:pt x="174063" y="803115"/>
                  </a:lnTo>
                  <a:lnTo>
                    <a:pt x="174049" y="803085"/>
                  </a:lnTo>
                  <a:lnTo>
                    <a:pt x="173988" y="803009"/>
                  </a:lnTo>
                  <a:lnTo>
                    <a:pt x="173964" y="803002"/>
                  </a:lnTo>
                  <a:lnTo>
                    <a:pt x="173921" y="803015"/>
                  </a:lnTo>
                  <a:lnTo>
                    <a:pt x="173902" y="803033"/>
                  </a:lnTo>
                  <a:lnTo>
                    <a:pt x="173868" y="803046"/>
                  </a:lnTo>
                  <a:lnTo>
                    <a:pt x="173809" y="803060"/>
                  </a:lnTo>
                  <a:lnTo>
                    <a:pt x="173771" y="803051"/>
                  </a:lnTo>
                  <a:lnTo>
                    <a:pt x="173744" y="803036"/>
                  </a:lnTo>
                  <a:lnTo>
                    <a:pt x="173758" y="802981"/>
                  </a:lnTo>
                  <a:lnTo>
                    <a:pt x="173768" y="802948"/>
                  </a:lnTo>
                  <a:lnTo>
                    <a:pt x="173794" y="802888"/>
                  </a:lnTo>
                  <a:lnTo>
                    <a:pt x="173820" y="802857"/>
                  </a:lnTo>
                  <a:lnTo>
                    <a:pt x="173818" y="802792"/>
                  </a:lnTo>
                  <a:lnTo>
                    <a:pt x="173801" y="802755"/>
                  </a:lnTo>
                  <a:lnTo>
                    <a:pt x="173756" y="802678"/>
                  </a:lnTo>
                  <a:lnTo>
                    <a:pt x="173742" y="802643"/>
                  </a:lnTo>
                  <a:lnTo>
                    <a:pt x="173732" y="802596"/>
                  </a:lnTo>
                  <a:lnTo>
                    <a:pt x="173720" y="802531"/>
                  </a:lnTo>
                  <a:lnTo>
                    <a:pt x="173714" y="802501"/>
                  </a:lnTo>
                  <a:lnTo>
                    <a:pt x="173736" y="802290"/>
                  </a:lnTo>
                  <a:lnTo>
                    <a:pt x="173737" y="802240"/>
                  </a:lnTo>
                  <a:lnTo>
                    <a:pt x="173741" y="802162"/>
                  </a:lnTo>
                  <a:lnTo>
                    <a:pt x="173754" y="802042"/>
                  </a:lnTo>
                  <a:lnTo>
                    <a:pt x="173763" y="801981"/>
                  </a:lnTo>
                  <a:lnTo>
                    <a:pt x="173768" y="801843"/>
                  </a:lnTo>
                  <a:lnTo>
                    <a:pt x="173763" y="801773"/>
                  </a:lnTo>
                  <a:lnTo>
                    <a:pt x="173747" y="801656"/>
                  </a:lnTo>
                  <a:lnTo>
                    <a:pt x="173743" y="801609"/>
                  </a:lnTo>
                  <a:lnTo>
                    <a:pt x="173747" y="801548"/>
                  </a:lnTo>
                  <a:lnTo>
                    <a:pt x="173796" y="801454"/>
                  </a:lnTo>
                  <a:lnTo>
                    <a:pt x="173822" y="801439"/>
                  </a:lnTo>
                  <a:lnTo>
                    <a:pt x="173859" y="801383"/>
                  </a:lnTo>
                  <a:lnTo>
                    <a:pt x="173917" y="801347"/>
                  </a:lnTo>
                  <a:lnTo>
                    <a:pt x="173955" y="801261"/>
                  </a:lnTo>
                  <a:lnTo>
                    <a:pt x="173987" y="801230"/>
                  </a:lnTo>
                  <a:lnTo>
                    <a:pt x="174016" y="801209"/>
                  </a:lnTo>
                  <a:lnTo>
                    <a:pt x="174009" y="801134"/>
                  </a:lnTo>
                  <a:lnTo>
                    <a:pt x="174004" y="801051"/>
                  </a:lnTo>
                  <a:lnTo>
                    <a:pt x="173980" y="800952"/>
                  </a:lnTo>
                  <a:lnTo>
                    <a:pt x="173971" y="800895"/>
                  </a:lnTo>
                  <a:lnTo>
                    <a:pt x="173957" y="800790"/>
                  </a:lnTo>
                  <a:lnTo>
                    <a:pt x="173938" y="800687"/>
                  </a:lnTo>
                  <a:lnTo>
                    <a:pt x="173915" y="800630"/>
                  </a:lnTo>
                  <a:lnTo>
                    <a:pt x="173898" y="800583"/>
                  </a:lnTo>
                  <a:lnTo>
                    <a:pt x="173888" y="800488"/>
                  </a:lnTo>
                  <a:lnTo>
                    <a:pt x="173887" y="800455"/>
                  </a:lnTo>
                  <a:lnTo>
                    <a:pt x="173885" y="800405"/>
                  </a:lnTo>
                  <a:lnTo>
                    <a:pt x="173885" y="800363"/>
                  </a:lnTo>
                  <a:lnTo>
                    <a:pt x="173908" y="800219"/>
                  </a:lnTo>
                  <a:lnTo>
                    <a:pt x="173909" y="800162"/>
                  </a:lnTo>
                  <a:lnTo>
                    <a:pt x="173921" y="800106"/>
                  </a:lnTo>
                  <a:lnTo>
                    <a:pt x="173953" y="799993"/>
                  </a:lnTo>
                  <a:lnTo>
                    <a:pt x="173963" y="799948"/>
                  </a:lnTo>
                  <a:lnTo>
                    <a:pt x="173975" y="799867"/>
                  </a:lnTo>
                  <a:lnTo>
                    <a:pt x="173979" y="799817"/>
                  </a:lnTo>
                  <a:lnTo>
                    <a:pt x="173984" y="799712"/>
                  </a:lnTo>
                  <a:lnTo>
                    <a:pt x="173985" y="799641"/>
                  </a:lnTo>
                  <a:lnTo>
                    <a:pt x="173999" y="799546"/>
                  </a:lnTo>
                  <a:lnTo>
                    <a:pt x="174008" y="799488"/>
                  </a:lnTo>
                  <a:lnTo>
                    <a:pt x="174014" y="799390"/>
                  </a:lnTo>
                  <a:lnTo>
                    <a:pt x="174012" y="799320"/>
                  </a:lnTo>
                  <a:lnTo>
                    <a:pt x="174010" y="799220"/>
                  </a:lnTo>
                  <a:lnTo>
                    <a:pt x="174011" y="799163"/>
                  </a:lnTo>
                  <a:lnTo>
                    <a:pt x="174026" y="799099"/>
                  </a:lnTo>
                  <a:lnTo>
                    <a:pt x="174045" y="799019"/>
                  </a:lnTo>
                  <a:lnTo>
                    <a:pt x="174055" y="798969"/>
                  </a:lnTo>
                  <a:lnTo>
                    <a:pt x="174055" y="798873"/>
                  </a:lnTo>
                  <a:lnTo>
                    <a:pt x="174063" y="798763"/>
                  </a:lnTo>
                  <a:lnTo>
                    <a:pt x="174060" y="798623"/>
                  </a:lnTo>
                  <a:lnTo>
                    <a:pt x="174072" y="798480"/>
                  </a:lnTo>
                  <a:lnTo>
                    <a:pt x="174078" y="798374"/>
                  </a:lnTo>
                  <a:lnTo>
                    <a:pt x="174111" y="798306"/>
                  </a:lnTo>
                  <a:lnTo>
                    <a:pt x="174109" y="798225"/>
                  </a:lnTo>
                  <a:lnTo>
                    <a:pt x="174104" y="798145"/>
                  </a:lnTo>
                  <a:lnTo>
                    <a:pt x="174090" y="798008"/>
                  </a:lnTo>
                  <a:lnTo>
                    <a:pt x="174086" y="797858"/>
                  </a:lnTo>
                  <a:lnTo>
                    <a:pt x="174086" y="797820"/>
                  </a:lnTo>
                  <a:lnTo>
                    <a:pt x="174074" y="797680"/>
                  </a:lnTo>
                  <a:lnTo>
                    <a:pt x="174068" y="797550"/>
                  </a:lnTo>
                  <a:lnTo>
                    <a:pt x="174071" y="797475"/>
                  </a:lnTo>
                  <a:lnTo>
                    <a:pt x="174074" y="797372"/>
                  </a:lnTo>
                  <a:lnTo>
                    <a:pt x="174076" y="797332"/>
                  </a:lnTo>
                  <a:lnTo>
                    <a:pt x="174083" y="797292"/>
                  </a:lnTo>
                  <a:lnTo>
                    <a:pt x="174132" y="797190"/>
                  </a:lnTo>
                  <a:lnTo>
                    <a:pt x="174155" y="797160"/>
                  </a:lnTo>
                  <a:lnTo>
                    <a:pt x="174289" y="797041"/>
                  </a:lnTo>
                  <a:lnTo>
                    <a:pt x="174490" y="796927"/>
                  </a:lnTo>
                  <a:lnTo>
                    <a:pt x="174725" y="796844"/>
                  </a:lnTo>
                  <a:lnTo>
                    <a:pt x="174859" y="796756"/>
                  </a:lnTo>
                  <a:lnTo>
                    <a:pt x="175161" y="796567"/>
                  </a:lnTo>
                  <a:lnTo>
                    <a:pt x="175241" y="796473"/>
                  </a:lnTo>
                  <a:lnTo>
                    <a:pt x="175247" y="796442"/>
                  </a:lnTo>
                  <a:lnTo>
                    <a:pt x="175274" y="796410"/>
                  </a:lnTo>
                  <a:lnTo>
                    <a:pt x="175281" y="796379"/>
                  </a:lnTo>
                  <a:lnTo>
                    <a:pt x="175392" y="796066"/>
                  </a:lnTo>
                  <a:lnTo>
                    <a:pt x="175419" y="796034"/>
                  </a:lnTo>
                  <a:lnTo>
                    <a:pt x="175426" y="796003"/>
                  </a:lnTo>
                  <a:lnTo>
                    <a:pt x="175512" y="795878"/>
                  </a:lnTo>
                  <a:lnTo>
                    <a:pt x="175519" y="795846"/>
                  </a:lnTo>
                  <a:lnTo>
                    <a:pt x="175546" y="795815"/>
                  </a:lnTo>
                  <a:lnTo>
                    <a:pt x="175552" y="795783"/>
                  </a:lnTo>
                  <a:lnTo>
                    <a:pt x="175639" y="795646"/>
                  </a:lnTo>
                  <a:lnTo>
                    <a:pt x="175652" y="795627"/>
                  </a:lnTo>
                  <a:lnTo>
                    <a:pt x="175746" y="795547"/>
                  </a:lnTo>
                  <a:lnTo>
                    <a:pt x="175777" y="795524"/>
                  </a:lnTo>
                  <a:lnTo>
                    <a:pt x="175833" y="795482"/>
                  </a:lnTo>
                  <a:lnTo>
                    <a:pt x="176093" y="795237"/>
                  </a:lnTo>
                  <a:lnTo>
                    <a:pt x="176194" y="795180"/>
                  </a:lnTo>
                  <a:lnTo>
                    <a:pt x="176328" y="795086"/>
                  </a:lnTo>
                  <a:lnTo>
                    <a:pt x="176422" y="794960"/>
                  </a:lnTo>
                  <a:lnTo>
                    <a:pt x="176472" y="794913"/>
                  </a:lnTo>
                  <a:lnTo>
                    <a:pt x="176489" y="794897"/>
                  </a:lnTo>
                  <a:lnTo>
                    <a:pt x="176515" y="794853"/>
                  </a:lnTo>
                  <a:lnTo>
                    <a:pt x="176649" y="794753"/>
                  </a:lnTo>
                  <a:lnTo>
                    <a:pt x="176952" y="794614"/>
                  </a:lnTo>
                  <a:lnTo>
                    <a:pt x="176985" y="794607"/>
                  </a:lnTo>
                  <a:lnTo>
                    <a:pt x="177153" y="794532"/>
                  </a:lnTo>
                  <a:lnTo>
                    <a:pt x="177214" y="794469"/>
                  </a:lnTo>
                  <a:lnTo>
                    <a:pt x="177461" y="794223"/>
                  </a:lnTo>
                  <a:lnTo>
                    <a:pt x="177682" y="793941"/>
                  </a:lnTo>
                  <a:lnTo>
                    <a:pt x="177708" y="793879"/>
                  </a:lnTo>
                  <a:lnTo>
                    <a:pt x="177694" y="793722"/>
                  </a:lnTo>
                  <a:lnTo>
                    <a:pt x="177637" y="793410"/>
                  </a:lnTo>
                  <a:lnTo>
                    <a:pt x="177643" y="793316"/>
                  </a:lnTo>
                  <a:lnTo>
                    <a:pt x="177735" y="793034"/>
                  </a:lnTo>
                  <a:lnTo>
                    <a:pt x="177755" y="793003"/>
                  </a:lnTo>
                  <a:lnTo>
                    <a:pt x="177823" y="792781"/>
                  </a:lnTo>
                  <a:lnTo>
                    <a:pt x="177854" y="792727"/>
                  </a:lnTo>
                  <a:lnTo>
                    <a:pt x="177907" y="792508"/>
                  </a:lnTo>
                  <a:lnTo>
                    <a:pt x="177927" y="792476"/>
                  </a:lnTo>
                  <a:lnTo>
                    <a:pt x="177933" y="792445"/>
                  </a:lnTo>
                  <a:lnTo>
                    <a:pt x="177953" y="792414"/>
                  </a:lnTo>
                  <a:lnTo>
                    <a:pt x="178080" y="792295"/>
                  </a:lnTo>
                  <a:lnTo>
                    <a:pt x="178248" y="792181"/>
                  </a:lnTo>
                  <a:lnTo>
                    <a:pt x="178268" y="792150"/>
                  </a:lnTo>
                  <a:lnTo>
                    <a:pt x="178302" y="792131"/>
                  </a:lnTo>
                  <a:lnTo>
                    <a:pt x="178469" y="791974"/>
                  </a:lnTo>
                  <a:lnTo>
                    <a:pt x="178480" y="791970"/>
                  </a:lnTo>
                  <a:lnTo>
                    <a:pt x="178503" y="791961"/>
                  </a:lnTo>
                  <a:lnTo>
                    <a:pt x="178530" y="791930"/>
                  </a:lnTo>
                  <a:lnTo>
                    <a:pt x="178557" y="791923"/>
                  </a:lnTo>
                  <a:lnTo>
                    <a:pt x="178732" y="791825"/>
                  </a:lnTo>
                  <a:lnTo>
                    <a:pt x="178724" y="791734"/>
                  </a:lnTo>
                  <a:lnTo>
                    <a:pt x="178766" y="791700"/>
                  </a:lnTo>
                  <a:lnTo>
                    <a:pt x="178824" y="791637"/>
                  </a:lnTo>
                  <a:lnTo>
                    <a:pt x="178838" y="791619"/>
                  </a:lnTo>
                  <a:lnTo>
                    <a:pt x="178844" y="791566"/>
                  </a:lnTo>
                  <a:lnTo>
                    <a:pt x="178817" y="791549"/>
                  </a:lnTo>
                  <a:lnTo>
                    <a:pt x="178776" y="791530"/>
                  </a:lnTo>
                  <a:lnTo>
                    <a:pt x="178738" y="791515"/>
                  </a:lnTo>
                  <a:lnTo>
                    <a:pt x="178664" y="791495"/>
                  </a:lnTo>
                  <a:lnTo>
                    <a:pt x="178596" y="791463"/>
                  </a:lnTo>
                  <a:lnTo>
                    <a:pt x="178525" y="791435"/>
                  </a:lnTo>
                  <a:lnTo>
                    <a:pt x="178479" y="791426"/>
                  </a:lnTo>
                  <a:lnTo>
                    <a:pt x="178416" y="791420"/>
                  </a:lnTo>
                  <a:lnTo>
                    <a:pt x="178362" y="791421"/>
                  </a:lnTo>
                  <a:lnTo>
                    <a:pt x="178284" y="791437"/>
                  </a:lnTo>
                  <a:lnTo>
                    <a:pt x="178233" y="791451"/>
                  </a:lnTo>
                  <a:lnTo>
                    <a:pt x="178191" y="791477"/>
                  </a:lnTo>
                  <a:lnTo>
                    <a:pt x="178180" y="791495"/>
                  </a:lnTo>
                  <a:lnTo>
                    <a:pt x="178151" y="791520"/>
                  </a:lnTo>
                  <a:lnTo>
                    <a:pt x="178116" y="791519"/>
                  </a:lnTo>
                  <a:lnTo>
                    <a:pt x="178072" y="791497"/>
                  </a:lnTo>
                  <a:lnTo>
                    <a:pt x="178047" y="791462"/>
                  </a:lnTo>
                  <a:lnTo>
                    <a:pt x="177986" y="791423"/>
                  </a:lnTo>
                  <a:lnTo>
                    <a:pt x="177962" y="791411"/>
                  </a:lnTo>
                  <a:lnTo>
                    <a:pt x="177938" y="791404"/>
                  </a:lnTo>
                  <a:lnTo>
                    <a:pt x="177907" y="791395"/>
                  </a:lnTo>
                  <a:lnTo>
                    <a:pt x="177869" y="791378"/>
                  </a:lnTo>
                  <a:lnTo>
                    <a:pt x="177834" y="791359"/>
                  </a:lnTo>
                  <a:lnTo>
                    <a:pt x="177812" y="791352"/>
                  </a:lnTo>
                  <a:lnTo>
                    <a:pt x="177752" y="791326"/>
                  </a:lnTo>
                  <a:lnTo>
                    <a:pt x="177681" y="791294"/>
                  </a:lnTo>
                  <a:lnTo>
                    <a:pt x="177637" y="791288"/>
                  </a:lnTo>
                  <a:lnTo>
                    <a:pt x="177597" y="791284"/>
                  </a:lnTo>
                  <a:lnTo>
                    <a:pt x="177569" y="791277"/>
                  </a:lnTo>
                  <a:lnTo>
                    <a:pt x="177515" y="791263"/>
                  </a:lnTo>
                  <a:lnTo>
                    <a:pt x="177461" y="791254"/>
                  </a:lnTo>
                  <a:lnTo>
                    <a:pt x="177385" y="791248"/>
                  </a:lnTo>
                  <a:lnTo>
                    <a:pt x="177290" y="791262"/>
                  </a:lnTo>
                  <a:lnTo>
                    <a:pt x="177245" y="791288"/>
                  </a:lnTo>
                  <a:lnTo>
                    <a:pt x="177197" y="791315"/>
                  </a:lnTo>
                  <a:lnTo>
                    <a:pt x="177176" y="791333"/>
                  </a:lnTo>
                  <a:lnTo>
                    <a:pt x="177149" y="791346"/>
                  </a:lnTo>
                  <a:lnTo>
                    <a:pt x="177090" y="791352"/>
                  </a:lnTo>
                  <a:lnTo>
                    <a:pt x="177060" y="791353"/>
                  </a:lnTo>
                  <a:lnTo>
                    <a:pt x="176971" y="791352"/>
                  </a:lnTo>
                  <a:lnTo>
                    <a:pt x="176941" y="791352"/>
                  </a:lnTo>
                  <a:lnTo>
                    <a:pt x="176847" y="791390"/>
                  </a:lnTo>
                  <a:lnTo>
                    <a:pt x="176821" y="791408"/>
                  </a:lnTo>
                  <a:lnTo>
                    <a:pt x="176749" y="791464"/>
                  </a:lnTo>
                  <a:lnTo>
                    <a:pt x="176680" y="791516"/>
                  </a:lnTo>
                  <a:lnTo>
                    <a:pt x="176597" y="791523"/>
                  </a:lnTo>
                  <a:lnTo>
                    <a:pt x="176537" y="791524"/>
                  </a:lnTo>
                  <a:lnTo>
                    <a:pt x="176497" y="791530"/>
                  </a:lnTo>
                  <a:lnTo>
                    <a:pt x="176432" y="791551"/>
                  </a:lnTo>
                  <a:lnTo>
                    <a:pt x="176381" y="791560"/>
                  </a:lnTo>
                  <a:lnTo>
                    <a:pt x="176357" y="791566"/>
                  </a:lnTo>
                  <a:lnTo>
                    <a:pt x="176306" y="791592"/>
                  </a:lnTo>
                  <a:lnTo>
                    <a:pt x="176259" y="791653"/>
                  </a:lnTo>
                  <a:lnTo>
                    <a:pt x="176230" y="791696"/>
                  </a:lnTo>
                  <a:lnTo>
                    <a:pt x="176213" y="791746"/>
                  </a:lnTo>
                  <a:lnTo>
                    <a:pt x="176160" y="791788"/>
                  </a:lnTo>
                  <a:lnTo>
                    <a:pt x="176111" y="791786"/>
                  </a:lnTo>
                  <a:lnTo>
                    <a:pt x="176078" y="791782"/>
                  </a:lnTo>
                  <a:lnTo>
                    <a:pt x="176046" y="791777"/>
                  </a:lnTo>
                  <a:lnTo>
                    <a:pt x="175994" y="791746"/>
                  </a:lnTo>
                  <a:lnTo>
                    <a:pt x="175955" y="791722"/>
                  </a:lnTo>
                  <a:lnTo>
                    <a:pt x="175928" y="791705"/>
                  </a:lnTo>
                  <a:lnTo>
                    <a:pt x="175889" y="791675"/>
                  </a:lnTo>
                  <a:lnTo>
                    <a:pt x="175848" y="791651"/>
                  </a:lnTo>
                  <a:lnTo>
                    <a:pt x="175788" y="791625"/>
                  </a:lnTo>
                  <a:lnTo>
                    <a:pt x="175737" y="791619"/>
                  </a:lnTo>
                  <a:lnTo>
                    <a:pt x="175661" y="791616"/>
                  </a:lnTo>
                  <a:lnTo>
                    <a:pt x="175606" y="791612"/>
                  </a:lnTo>
                  <a:lnTo>
                    <a:pt x="175566" y="791612"/>
                  </a:lnTo>
                  <a:lnTo>
                    <a:pt x="175528" y="791616"/>
                  </a:lnTo>
                  <a:lnTo>
                    <a:pt x="175493" y="791629"/>
                  </a:lnTo>
                  <a:lnTo>
                    <a:pt x="175469" y="791635"/>
                  </a:lnTo>
                  <a:lnTo>
                    <a:pt x="175397" y="791646"/>
                  </a:lnTo>
                  <a:lnTo>
                    <a:pt x="175316" y="791655"/>
                  </a:lnTo>
                  <a:lnTo>
                    <a:pt x="175286" y="791661"/>
                  </a:lnTo>
                  <a:lnTo>
                    <a:pt x="175246" y="791680"/>
                  </a:lnTo>
                  <a:lnTo>
                    <a:pt x="175206" y="791700"/>
                  </a:lnTo>
                  <a:lnTo>
                    <a:pt x="175174" y="791723"/>
                  </a:lnTo>
                  <a:lnTo>
                    <a:pt x="175089" y="791798"/>
                  </a:lnTo>
                  <a:lnTo>
                    <a:pt x="175045" y="791847"/>
                  </a:lnTo>
                  <a:lnTo>
                    <a:pt x="175018" y="791880"/>
                  </a:lnTo>
                  <a:lnTo>
                    <a:pt x="174996" y="791958"/>
                  </a:lnTo>
                  <a:lnTo>
                    <a:pt x="174995" y="792020"/>
                  </a:lnTo>
                  <a:lnTo>
                    <a:pt x="174995" y="792040"/>
                  </a:lnTo>
                  <a:lnTo>
                    <a:pt x="175019" y="792115"/>
                  </a:lnTo>
                  <a:lnTo>
                    <a:pt x="174993" y="792158"/>
                  </a:lnTo>
                  <a:lnTo>
                    <a:pt x="174985" y="792179"/>
                  </a:lnTo>
                  <a:lnTo>
                    <a:pt x="174970" y="792229"/>
                  </a:lnTo>
                  <a:lnTo>
                    <a:pt x="174988" y="792274"/>
                  </a:lnTo>
                  <a:lnTo>
                    <a:pt x="175001" y="792293"/>
                  </a:lnTo>
                  <a:lnTo>
                    <a:pt x="175013" y="792323"/>
                  </a:lnTo>
                  <a:lnTo>
                    <a:pt x="175023" y="792376"/>
                  </a:lnTo>
                  <a:lnTo>
                    <a:pt x="174954" y="792447"/>
                  </a:lnTo>
                  <a:lnTo>
                    <a:pt x="174917" y="792463"/>
                  </a:lnTo>
                  <a:lnTo>
                    <a:pt x="174885" y="792501"/>
                  </a:lnTo>
                  <a:lnTo>
                    <a:pt x="174859" y="792529"/>
                  </a:lnTo>
                  <a:lnTo>
                    <a:pt x="174835" y="792530"/>
                  </a:lnTo>
                  <a:lnTo>
                    <a:pt x="174794" y="792513"/>
                  </a:lnTo>
                  <a:lnTo>
                    <a:pt x="174777" y="792499"/>
                  </a:lnTo>
                  <a:lnTo>
                    <a:pt x="174731" y="792490"/>
                  </a:lnTo>
                  <a:lnTo>
                    <a:pt x="174698" y="792490"/>
                  </a:lnTo>
                  <a:lnTo>
                    <a:pt x="174666" y="792499"/>
                  </a:lnTo>
                  <a:lnTo>
                    <a:pt x="174612" y="792502"/>
                  </a:lnTo>
                  <a:lnTo>
                    <a:pt x="174585" y="792503"/>
                  </a:lnTo>
                  <a:lnTo>
                    <a:pt x="174564" y="792506"/>
                  </a:lnTo>
                  <a:lnTo>
                    <a:pt x="174539" y="792484"/>
                  </a:lnTo>
                  <a:lnTo>
                    <a:pt x="174519" y="792469"/>
                  </a:lnTo>
                  <a:lnTo>
                    <a:pt x="174465" y="792445"/>
                  </a:lnTo>
                  <a:lnTo>
                    <a:pt x="174421" y="792421"/>
                  </a:lnTo>
                  <a:lnTo>
                    <a:pt x="174383" y="792397"/>
                  </a:lnTo>
                  <a:lnTo>
                    <a:pt x="174346" y="792360"/>
                  </a:lnTo>
                  <a:lnTo>
                    <a:pt x="174310" y="792328"/>
                  </a:lnTo>
                  <a:lnTo>
                    <a:pt x="174272" y="792299"/>
                  </a:lnTo>
                  <a:lnTo>
                    <a:pt x="174214" y="792263"/>
                  </a:lnTo>
                  <a:lnTo>
                    <a:pt x="174184" y="792244"/>
                  </a:lnTo>
                  <a:lnTo>
                    <a:pt x="174156" y="792207"/>
                  </a:lnTo>
                  <a:lnTo>
                    <a:pt x="174134" y="792174"/>
                  </a:lnTo>
                  <a:lnTo>
                    <a:pt x="174106" y="792142"/>
                  </a:lnTo>
                  <a:lnTo>
                    <a:pt x="174053" y="792086"/>
                  </a:lnTo>
                  <a:lnTo>
                    <a:pt x="174000" y="792042"/>
                  </a:lnTo>
                  <a:lnTo>
                    <a:pt x="173981" y="792017"/>
                  </a:lnTo>
                  <a:lnTo>
                    <a:pt x="173953" y="791966"/>
                  </a:lnTo>
                  <a:lnTo>
                    <a:pt x="173929" y="791898"/>
                  </a:lnTo>
                  <a:lnTo>
                    <a:pt x="173915" y="791876"/>
                  </a:lnTo>
                  <a:lnTo>
                    <a:pt x="173901" y="791829"/>
                  </a:lnTo>
                  <a:lnTo>
                    <a:pt x="173883" y="791784"/>
                  </a:lnTo>
                  <a:lnTo>
                    <a:pt x="173877" y="791747"/>
                  </a:lnTo>
                  <a:lnTo>
                    <a:pt x="173857" y="791702"/>
                  </a:lnTo>
                  <a:lnTo>
                    <a:pt x="173837" y="791655"/>
                  </a:lnTo>
                  <a:lnTo>
                    <a:pt x="173820" y="791633"/>
                  </a:lnTo>
                  <a:lnTo>
                    <a:pt x="173806" y="791615"/>
                  </a:lnTo>
                  <a:lnTo>
                    <a:pt x="173786" y="791591"/>
                  </a:lnTo>
                  <a:lnTo>
                    <a:pt x="173759" y="791574"/>
                  </a:lnTo>
                  <a:lnTo>
                    <a:pt x="173723" y="791547"/>
                  </a:lnTo>
                  <a:lnTo>
                    <a:pt x="173687" y="791505"/>
                  </a:lnTo>
                  <a:lnTo>
                    <a:pt x="173676" y="791488"/>
                  </a:lnTo>
                  <a:lnTo>
                    <a:pt x="173651" y="791474"/>
                  </a:lnTo>
                  <a:lnTo>
                    <a:pt x="173601" y="791436"/>
                  </a:lnTo>
                  <a:lnTo>
                    <a:pt x="173580" y="791430"/>
                  </a:lnTo>
                  <a:lnTo>
                    <a:pt x="173480" y="791444"/>
                  </a:lnTo>
                  <a:lnTo>
                    <a:pt x="173248" y="791532"/>
                  </a:lnTo>
                  <a:lnTo>
                    <a:pt x="172977" y="791540"/>
                  </a:lnTo>
                  <a:lnTo>
                    <a:pt x="172677" y="791542"/>
                  </a:lnTo>
                  <a:lnTo>
                    <a:pt x="172427" y="791648"/>
                  </a:lnTo>
                  <a:lnTo>
                    <a:pt x="172212" y="791839"/>
                  </a:lnTo>
                  <a:lnTo>
                    <a:pt x="172043" y="791938"/>
                  </a:lnTo>
                  <a:lnTo>
                    <a:pt x="171787" y="791978"/>
                  </a:lnTo>
                  <a:lnTo>
                    <a:pt x="171473" y="791938"/>
                  </a:lnTo>
                  <a:lnTo>
                    <a:pt x="171193" y="791800"/>
                  </a:lnTo>
                  <a:lnTo>
                    <a:pt x="170972" y="791588"/>
                  </a:lnTo>
                  <a:lnTo>
                    <a:pt x="170687" y="791384"/>
                  </a:lnTo>
                  <a:lnTo>
                    <a:pt x="170501" y="791337"/>
                  </a:lnTo>
                  <a:lnTo>
                    <a:pt x="170356" y="791370"/>
                  </a:lnTo>
                  <a:lnTo>
                    <a:pt x="170321" y="791443"/>
                  </a:lnTo>
                  <a:lnTo>
                    <a:pt x="170321" y="791582"/>
                  </a:lnTo>
                  <a:lnTo>
                    <a:pt x="170362" y="791773"/>
                  </a:lnTo>
                  <a:lnTo>
                    <a:pt x="170362" y="791991"/>
                  </a:lnTo>
                  <a:lnTo>
                    <a:pt x="170356" y="792222"/>
                  </a:lnTo>
                  <a:lnTo>
                    <a:pt x="170251" y="792493"/>
                  </a:lnTo>
                  <a:lnTo>
                    <a:pt x="170042" y="792612"/>
                  </a:lnTo>
                  <a:lnTo>
                    <a:pt x="169850" y="792632"/>
                  </a:lnTo>
                  <a:lnTo>
                    <a:pt x="169607" y="792531"/>
                  </a:lnTo>
                  <a:lnTo>
                    <a:pt x="169194" y="792145"/>
                  </a:lnTo>
                  <a:lnTo>
                    <a:pt x="168873" y="791697"/>
                  </a:lnTo>
                  <a:lnTo>
                    <a:pt x="168588" y="791363"/>
                  </a:lnTo>
                  <a:lnTo>
                    <a:pt x="168395" y="791228"/>
                  </a:lnTo>
                  <a:lnTo>
                    <a:pt x="168239" y="791228"/>
                  </a:lnTo>
                  <a:lnTo>
                    <a:pt x="168083" y="791405"/>
                  </a:lnTo>
                  <a:lnTo>
                    <a:pt x="167936" y="791593"/>
                  </a:lnTo>
                  <a:lnTo>
                    <a:pt x="167844" y="791593"/>
                  </a:lnTo>
                  <a:lnTo>
                    <a:pt x="167477" y="791259"/>
                  </a:lnTo>
                  <a:lnTo>
                    <a:pt x="166935" y="790832"/>
                  </a:lnTo>
                  <a:lnTo>
                    <a:pt x="166776" y="790556"/>
                  </a:lnTo>
                  <a:lnTo>
                    <a:pt x="166531" y="790269"/>
                  </a:lnTo>
                  <a:lnTo>
                    <a:pt x="166400" y="790250"/>
                  </a:lnTo>
                  <a:lnTo>
                    <a:pt x="166265" y="790269"/>
                  </a:lnTo>
                  <a:lnTo>
                    <a:pt x="166145" y="790381"/>
                  </a:lnTo>
                  <a:lnTo>
                    <a:pt x="166062" y="790594"/>
                  </a:lnTo>
                  <a:lnTo>
                    <a:pt x="165990" y="790800"/>
                  </a:lnTo>
                  <a:lnTo>
                    <a:pt x="165913" y="791032"/>
                  </a:lnTo>
                  <a:lnTo>
                    <a:pt x="165864" y="791263"/>
                  </a:lnTo>
                  <a:lnTo>
                    <a:pt x="165781" y="791388"/>
                  </a:lnTo>
                  <a:lnTo>
                    <a:pt x="165671" y="791451"/>
                  </a:lnTo>
                  <a:lnTo>
                    <a:pt x="165351" y="791482"/>
                  </a:lnTo>
                  <a:lnTo>
                    <a:pt x="164839" y="791376"/>
                  </a:lnTo>
                  <a:lnTo>
                    <a:pt x="164350" y="791252"/>
                  </a:lnTo>
                  <a:lnTo>
                    <a:pt x="164201" y="791271"/>
                  </a:lnTo>
                  <a:lnTo>
                    <a:pt x="164052" y="791369"/>
                  </a:lnTo>
                  <a:lnTo>
                    <a:pt x="163811" y="791629"/>
                  </a:lnTo>
                  <a:lnTo>
                    <a:pt x="163535" y="791825"/>
                  </a:lnTo>
                  <a:lnTo>
                    <a:pt x="163363" y="791981"/>
                  </a:lnTo>
                  <a:lnTo>
                    <a:pt x="163260" y="792138"/>
                  </a:lnTo>
                  <a:lnTo>
                    <a:pt x="163243" y="792281"/>
                  </a:lnTo>
                  <a:lnTo>
                    <a:pt x="163230" y="792610"/>
                  </a:lnTo>
                  <a:lnTo>
                    <a:pt x="163214" y="792743"/>
                  </a:lnTo>
                  <a:lnTo>
                    <a:pt x="163134" y="792841"/>
                  </a:lnTo>
                  <a:lnTo>
                    <a:pt x="162927" y="792932"/>
                  </a:lnTo>
                  <a:lnTo>
                    <a:pt x="162703" y="792991"/>
                  </a:lnTo>
                  <a:lnTo>
                    <a:pt x="162273" y="792958"/>
                  </a:lnTo>
                  <a:lnTo>
                    <a:pt x="162015" y="793030"/>
                  </a:lnTo>
                  <a:lnTo>
                    <a:pt x="161816" y="793195"/>
                  </a:lnTo>
                  <a:lnTo>
                    <a:pt x="161641" y="793341"/>
                  </a:lnTo>
                  <a:lnTo>
                    <a:pt x="161522" y="793330"/>
                  </a:lnTo>
                  <a:lnTo>
                    <a:pt x="161237" y="792965"/>
                  </a:lnTo>
                  <a:lnTo>
                    <a:pt x="160870" y="792580"/>
                  </a:lnTo>
                  <a:lnTo>
                    <a:pt x="160539" y="792288"/>
                  </a:lnTo>
                  <a:lnTo>
                    <a:pt x="160273" y="792152"/>
                  </a:lnTo>
                  <a:lnTo>
                    <a:pt x="160117" y="792121"/>
                  </a:lnTo>
                  <a:lnTo>
                    <a:pt x="159897" y="792121"/>
                  </a:lnTo>
                  <a:lnTo>
                    <a:pt x="159759" y="792194"/>
                  </a:lnTo>
                  <a:lnTo>
                    <a:pt x="159731" y="792340"/>
                  </a:lnTo>
                  <a:lnTo>
                    <a:pt x="159722" y="792872"/>
                  </a:lnTo>
                  <a:lnTo>
                    <a:pt x="159640" y="793018"/>
                  </a:lnTo>
                  <a:lnTo>
                    <a:pt x="159465" y="793028"/>
                  </a:lnTo>
                  <a:lnTo>
                    <a:pt x="159043" y="792882"/>
                  </a:lnTo>
                  <a:lnTo>
                    <a:pt x="158483" y="792663"/>
                  </a:lnTo>
                  <a:lnTo>
                    <a:pt x="158134" y="792663"/>
                  </a:lnTo>
                  <a:lnTo>
                    <a:pt x="157895" y="792726"/>
                  </a:lnTo>
                  <a:lnTo>
                    <a:pt x="157656" y="792840"/>
                  </a:lnTo>
                  <a:lnTo>
                    <a:pt x="157537" y="792830"/>
                  </a:lnTo>
                  <a:lnTo>
                    <a:pt x="157473" y="792694"/>
                  </a:lnTo>
                  <a:lnTo>
                    <a:pt x="157482" y="792267"/>
                  </a:lnTo>
                  <a:lnTo>
                    <a:pt x="157427" y="792132"/>
                  </a:lnTo>
                  <a:lnTo>
                    <a:pt x="157216" y="792090"/>
                  </a:lnTo>
                  <a:lnTo>
                    <a:pt x="156481" y="792006"/>
                  </a:lnTo>
                  <a:lnTo>
                    <a:pt x="155636" y="791902"/>
                  </a:lnTo>
                  <a:lnTo>
                    <a:pt x="155306" y="791871"/>
                  </a:lnTo>
                  <a:lnTo>
                    <a:pt x="154911" y="791881"/>
                  </a:lnTo>
                  <a:lnTo>
                    <a:pt x="154548" y="791928"/>
                  </a:lnTo>
                  <a:lnTo>
                    <a:pt x="154020" y="792096"/>
                  </a:lnTo>
                  <a:lnTo>
                    <a:pt x="153782" y="792154"/>
                  </a:lnTo>
                  <a:lnTo>
                    <a:pt x="153768" y="792164"/>
                  </a:lnTo>
                  <a:lnTo>
                    <a:pt x="153283" y="792373"/>
                  </a:lnTo>
                  <a:lnTo>
                    <a:pt x="153011" y="792464"/>
                  </a:lnTo>
                  <a:lnTo>
                    <a:pt x="152607" y="792614"/>
                  </a:lnTo>
                  <a:lnTo>
                    <a:pt x="152299" y="792748"/>
                  </a:lnTo>
                  <a:lnTo>
                    <a:pt x="152027" y="792798"/>
                  </a:lnTo>
                  <a:lnTo>
                    <a:pt x="151792" y="792806"/>
                  </a:lnTo>
                  <a:lnTo>
                    <a:pt x="151542" y="792748"/>
                  </a:lnTo>
                  <a:lnTo>
                    <a:pt x="151226" y="792573"/>
                  </a:lnTo>
                  <a:lnTo>
                    <a:pt x="151006" y="792523"/>
                  </a:lnTo>
                  <a:lnTo>
                    <a:pt x="150624" y="792498"/>
                  </a:lnTo>
                  <a:lnTo>
                    <a:pt x="150221" y="792471"/>
                  </a:lnTo>
                  <a:lnTo>
                    <a:pt x="149889" y="792423"/>
                  </a:lnTo>
                  <a:lnTo>
                    <a:pt x="149647" y="792256"/>
                  </a:lnTo>
                  <a:lnTo>
                    <a:pt x="149515" y="792031"/>
                  </a:lnTo>
                  <a:lnTo>
                    <a:pt x="149419" y="791722"/>
                  </a:lnTo>
                  <a:lnTo>
                    <a:pt x="149419" y="791447"/>
                  </a:lnTo>
                  <a:lnTo>
                    <a:pt x="149404" y="791355"/>
                  </a:lnTo>
                  <a:lnTo>
                    <a:pt x="149257" y="791330"/>
                  </a:lnTo>
                  <a:lnTo>
                    <a:pt x="148927" y="791372"/>
                  </a:lnTo>
                  <a:lnTo>
                    <a:pt x="148677" y="791414"/>
                  </a:lnTo>
                  <a:lnTo>
                    <a:pt x="148560" y="791389"/>
                  </a:lnTo>
                  <a:lnTo>
                    <a:pt x="148391" y="791247"/>
                  </a:lnTo>
                  <a:lnTo>
                    <a:pt x="148192" y="790847"/>
                  </a:lnTo>
                  <a:lnTo>
                    <a:pt x="148075" y="790471"/>
                  </a:lnTo>
                  <a:lnTo>
                    <a:pt x="147950" y="790121"/>
                  </a:lnTo>
                  <a:lnTo>
                    <a:pt x="147781" y="789921"/>
                  </a:lnTo>
                  <a:lnTo>
                    <a:pt x="147362" y="789621"/>
                  </a:lnTo>
                  <a:lnTo>
                    <a:pt x="146951" y="789429"/>
                  </a:lnTo>
                  <a:lnTo>
                    <a:pt x="146745" y="789304"/>
                  </a:lnTo>
                  <a:lnTo>
                    <a:pt x="146642" y="789262"/>
                  </a:lnTo>
                  <a:lnTo>
                    <a:pt x="146532" y="789271"/>
                  </a:lnTo>
                  <a:lnTo>
                    <a:pt x="146283" y="789346"/>
                  </a:lnTo>
                  <a:lnTo>
                    <a:pt x="146018" y="789437"/>
                  </a:lnTo>
                  <a:lnTo>
                    <a:pt x="145754" y="789479"/>
                  </a:lnTo>
                  <a:lnTo>
                    <a:pt x="145577" y="789487"/>
                  </a:lnTo>
                  <a:lnTo>
                    <a:pt x="145254" y="789462"/>
                  </a:lnTo>
                  <a:lnTo>
                    <a:pt x="145078" y="789521"/>
                  </a:lnTo>
                  <a:lnTo>
                    <a:pt x="144740" y="789729"/>
                  </a:lnTo>
                  <a:lnTo>
                    <a:pt x="144329" y="789838"/>
                  </a:lnTo>
                  <a:lnTo>
                    <a:pt x="144005" y="789963"/>
                  </a:lnTo>
                  <a:lnTo>
                    <a:pt x="143690" y="790146"/>
                  </a:lnTo>
                  <a:lnTo>
                    <a:pt x="143403" y="790313"/>
                  </a:lnTo>
                  <a:lnTo>
                    <a:pt x="143168" y="790396"/>
                  </a:lnTo>
                  <a:lnTo>
                    <a:pt x="142676" y="790396"/>
                  </a:lnTo>
                  <a:lnTo>
                    <a:pt x="142309" y="790330"/>
                  </a:lnTo>
                  <a:lnTo>
                    <a:pt x="142007" y="790179"/>
                  </a:lnTo>
                  <a:lnTo>
                    <a:pt x="141743" y="789896"/>
                  </a:lnTo>
                  <a:lnTo>
                    <a:pt x="141508" y="789688"/>
                  </a:lnTo>
                  <a:lnTo>
                    <a:pt x="141310" y="789587"/>
                  </a:lnTo>
                  <a:lnTo>
                    <a:pt x="140898" y="789512"/>
                  </a:lnTo>
                  <a:lnTo>
                    <a:pt x="140663" y="789446"/>
                  </a:lnTo>
                  <a:lnTo>
                    <a:pt x="140450" y="789221"/>
                  </a:lnTo>
                  <a:lnTo>
                    <a:pt x="140171" y="788912"/>
                  </a:lnTo>
                  <a:lnTo>
                    <a:pt x="139774" y="788779"/>
                  </a:lnTo>
                  <a:lnTo>
                    <a:pt x="139312" y="788545"/>
                  </a:lnTo>
                  <a:lnTo>
                    <a:pt x="138908" y="788412"/>
                  </a:lnTo>
                  <a:lnTo>
                    <a:pt x="138614" y="788270"/>
                  </a:lnTo>
                  <a:lnTo>
                    <a:pt x="138269" y="787895"/>
                  </a:lnTo>
                  <a:lnTo>
                    <a:pt x="137982" y="787553"/>
                  </a:lnTo>
                  <a:lnTo>
                    <a:pt x="137696" y="787194"/>
                  </a:lnTo>
                  <a:lnTo>
                    <a:pt x="137380" y="786977"/>
                  </a:lnTo>
                  <a:lnTo>
                    <a:pt x="137068" y="786930"/>
                  </a:lnTo>
                  <a:lnTo>
                    <a:pt x="136870" y="786910"/>
                  </a:lnTo>
                  <a:lnTo>
                    <a:pt x="136631" y="786904"/>
                  </a:lnTo>
                  <a:lnTo>
                    <a:pt x="136422" y="786844"/>
                  </a:lnTo>
                  <a:lnTo>
                    <a:pt x="135959" y="786586"/>
                  </a:lnTo>
                  <a:lnTo>
                    <a:pt x="135661" y="786417"/>
                  </a:lnTo>
                  <a:lnTo>
                    <a:pt x="135351" y="786299"/>
                  </a:lnTo>
                  <a:lnTo>
                    <a:pt x="135018" y="786313"/>
                  </a:lnTo>
                  <a:lnTo>
                    <a:pt x="134835" y="786417"/>
                  </a:lnTo>
                  <a:lnTo>
                    <a:pt x="134708" y="786612"/>
                  </a:lnTo>
                  <a:lnTo>
                    <a:pt x="134525" y="786756"/>
                  </a:lnTo>
                  <a:lnTo>
                    <a:pt x="134272" y="786808"/>
                  </a:lnTo>
                  <a:lnTo>
                    <a:pt x="134077" y="786789"/>
                  </a:lnTo>
                  <a:lnTo>
                    <a:pt x="133944" y="786789"/>
                  </a:lnTo>
                  <a:lnTo>
                    <a:pt x="133842" y="786856"/>
                  </a:lnTo>
                  <a:lnTo>
                    <a:pt x="133739" y="787065"/>
                  </a:lnTo>
                  <a:lnTo>
                    <a:pt x="133643" y="787140"/>
                  </a:lnTo>
                  <a:lnTo>
                    <a:pt x="133540" y="787165"/>
                  </a:lnTo>
                  <a:lnTo>
                    <a:pt x="133364" y="787098"/>
                  </a:lnTo>
                  <a:lnTo>
                    <a:pt x="133144" y="786873"/>
                  </a:lnTo>
                  <a:lnTo>
                    <a:pt x="132843" y="786723"/>
                  </a:lnTo>
                  <a:lnTo>
                    <a:pt x="132439" y="786539"/>
                  </a:lnTo>
                  <a:lnTo>
                    <a:pt x="131924" y="786397"/>
                  </a:lnTo>
                  <a:lnTo>
                    <a:pt x="131322" y="786231"/>
                  </a:lnTo>
                  <a:lnTo>
                    <a:pt x="130977" y="785939"/>
                  </a:lnTo>
                  <a:lnTo>
                    <a:pt x="130845" y="785655"/>
                  </a:lnTo>
                  <a:lnTo>
                    <a:pt x="130727" y="785455"/>
                  </a:lnTo>
                  <a:lnTo>
                    <a:pt x="130257" y="785105"/>
                  </a:lnTo>
                  <a:lnTo>
                    <a:pt x="129926" y="784846"/>
                  </a:lnTo>
                  <a:lnTo>
                    <a:pt x="129574" y="784530"/>
                  </a:lnTo>
                  <a:lnTo>
                    <a:pt x="129265" y="784088"/>
                  </a:lnTo>
                  <a:lnTo>
                    <a:pt x="129155" y="783854"/>
                  </a:lnTo>
                  <a:lnTo>
                    <a:pt x="129038" y="783762"/>
                  </a:lnTo>
                  <a:lnTo>
                    <a:pt x="128883" y="783771"/>
                  </a:lnTo>
                  <a:lnTo>
                    <a:pt x="128501" y="783938"/>
                  </a:lnTo>
                  <a:lnTo>
                    <a:pt x="128097" y="783946"/>
                  </a:lnTo>
                  <a:lnTo>
                    <a:pt x="127796" y="784029"/>
                  </a:lnTo>
                  <a:lnTo>
                    <a:pt x="127422" y="784129"/>
                  </a:lnTo>
                  <a:lnTo>
                    <a:pt x="126643" y="784321"/>
                  </a:lnTo>
                  <a:lnTo>
                    <a:pt x="126217" y="784413"/>
                  </a:lnTo>
                  <a:lnTo>
                    <a:pt x="126048" y="784413"/>
                  </a:lnTo>
                  <a:lnTo>
                    <a:pt x="125835" y="784313"/>
                  </a:lnTo>
                  <a:lnTo>
                    <a:pt x="125713" y="784150"/>
                  </a:lnTo>
                  <a:lnTo>
                    <a:pt x="125612" y="783890"/>
                  </a:lnTo>
                  <a:lnTo>
                    <a:pt x="125566" y="783483"/>
                  </a:lnTo>
                  <a:lnTo>
                    <a:pt x="125410" y="783170"/>
                  </a:lnTo>
                  <a:lnTo>
                    <a:pt x="125171" y="782972"/>
                  </a:lnTo>
                  <a:lnTo>
                    <a:pt x="124758" y="782503"/>
                  </a:lnTo>
                  <a:lnTo>
                    <a:pt x="124492" y="782211"/>
                  </a:lnTo>
                  <a:lnTo>
                    <a:pt x="124336" y="782034"/>
                  </a:lnTo>
                  <a:lnTo>
                    <a:pt x="124060" y="781795"/>
                  </a:lnTo>
                  <a:lnTo>
                    <a:pt x="123647" y="781544"/>
                  </a:lnTo>
                  <a:lnTo>
                    <a:pt x="123482" y="781461"/>
                  </a:lnTo>
                  <a:lnTo>
                    <a:pt x="123390" y="781190"/>
                  </a:lnTo>
                  <a:lnTo>
                    <a:pt x="123335" y="780836"/>
                  </a:lnTo>
                  <a:lnTo>
                    <a:pt x="123160" y="780387"/>
                  </a:lnTo>
                  <a:lnTo>
                    <a:pt x="122940" y="780221"/>
                  </a:lnTo>
                  <a:lnTo>
                    <a:pt x="122463" y="780127"/>
                  </a:lnTo>
                  <a:lnTo>
                    <a:pt x="122068" y="780085"/>
                  </a:lnTo>
                  <a:lnTo>
                    <a:pt x="121563" y="779939"/>
                  </a:lnTo>
                  <a:lnTo>
                    <a:pt x="121434" y="779783"/>
                  </a:lnTo>
                  <a:lnTo>
                    <a:pt x="121379" y="779564"/>
                  </a:lnTo>
                  <a:lnTo>
                    <a:pt x="121241" y="779439"/>
                  </a:lnTo>
                  <a:lnTo>
                    <a:pt x="121067" y="779408"/>
                  </a:lnTo>
                  <a:lnTo>
                    <a:pt x="120837" y="779460"/>
                  </a:lnTo>
                  <a:lnTo>
                    <a:pt x="120608" y="779595"/>
                  </a:lnTo>
                  <a:lnTo>
                    <a:pt x="120369" y="779731"/>
                  </a:lnTo>
                  <a:lnTo>
                    <a:pt x="120066" y="779679"/>
                  </a:lnTo>
                  <a:lnTo>
                    <a:pt x="119579" y="779481"/>
                  </a:lnTo>
                  <a:lnTo>
                    <a:pt x="119276" y="779272"/>
                  </a:lnTo>
                  <a:lnTo>
                    <a:pt x="119175" y="779095"/>
                  </a:lnTo>
                  <a:lnTo>
                    <a:pt x="119074" y="778855"/>
                  </a:lnTo>
                  <a:lnTo>
                    <a:pt x="119029" y="778459"/>
                  </a:lnTo>
                  <a:lnTo>
                    <a:pt x="118955" y="778251"/>
                  </a:lnTo>
                  <a:lnTo>
                    <a:pt x="118560" y="777886"/>
                  </a:lnTo>
                  <a:lnTo>
                    <a:pt x="118354" y="777588"/>
                  </a:lnTo>
                  <a:lnTo>
                    <a:pt x="118276" y="777302"/>
                  </a:lnTo>
                  <a:lnTo>
                    <a:pt x="118303" y="777031"/>
                  </a:lnTo>
                  <a:lnTo>
                    <a:pt x="118569" y="776677"/>
                  </a:lnTo>
                  <a:lnTo>
                    <a:pt x="118909" y="776395"/>
                  </a:lnTo>
                  <a:lnTo>
                    <a:pt x="119120" y="776197"/>
                  </a:lnTo>
                  <a:lnTo>
                    <a:pt x="119157" y="776093"/>
                  </a:lnTo>
                  <a:lnTo>
                    <a:pt x="119084" y="775843"/>
                  </a:lnTo>
                  <a:lnTo>
                    <a:pt x="118937" y="775426"/>
                  </a:lnTo>
                  <a:lnTo>
                    <a:pt x="118889" y="775097"/>
                  </a:lnTo>
                  <a:lnTo>
                    <a:pt x="118911" y="774784"/>
                  </a:lnTo>
                  <a:lnTo>
                    <a:pt x="119183" y="774347"/>
                  </a:lnTo>
                  <a:lnTo>
                    <a:pt x="119366" y="774003"/>
                  </a:lnTo>
                  <a:lnTo>
                    <a:pt x="119385" y="773784"/>
                  </a:lnTo>
                  <a:lnTo>
                    <a:pt x="119339" y="773575"/>
                  </a:lnTo>
                  <a:lnTo>
                    <a:pt x="119164" y="773252"/>
                  </a:lnTo>
                  <a:lnTo>
                    <a:pt x="118880" y="772919"/>
                  </a:lnTo>
                  <a:lnTo>
                    <a:pt x="118687" y="772689"/>
                  </a:lnTo>
                  <a:lnTo>
                    <a:pt x="118411" y="772606"/>
                  </a:lnTo>
                  <a:lnTo>
                    <a:pt x="118136" y="772554"/>
                  </a:lnTo>
                  <a:lnTo>
                    <a:pt x="117860" y="772554"/>
                  </a:lnTo>
                  <a:lnTo>
                    <a:pt x="117631" y="772648"/>
                  </a:lnTo>
                  <a:lnTo>
                    <a:pt x="117511" y="772773"/>
                  </a:lnTo>
                  <a:lnTo>
                    <a:pt x="117429" y="773033"/>
                  </a:lnTo>
                  <a:lnTo>
                    <a:pt x="117447" y="773377"/>
                  </a:lnTo>
                  <a:lnTo>
                    <a:pt x="117447" y="773513"/>
                  </a:lnTo>
                  <a:lnTo>
                    <a:pt x="117355" y="773638"/>
                  </a:lnTo>
                  <a:lnTo>
                    <a:pt x="117006" y="773805"/>
                  </a:lnTo>
                  <a:lnTo>
                    <a:pt x="116685" y="774034"/>
                  </a:lnTo>
                  <a:lnTo>
                    <a:pt x="116332" y="774468"/>
                  </a:lnTo>
                  <a:lnTo>
                    <a:pt x="116189" y="774461"/>
                  </a:lnTo>
                  <a:lnTo>
                    <a:pt x="115950" y="774294"/>
                  </a:lnTo>
                  <a:lnTo>
                    <a:pt x="115648" y="774149"/>
                  </a:lnTo>
                  <a:lnTo>
                    <a:pt x="115264" y="774055"/>
                  </a:lnTo>
                  <a:lnTo>
                    <a:pt x="114833" y="774117"/>
                  </a:lnTo>
                  <a:lnTo>
                    <a:pt x="114465" y="774243"/>
                  </a:lnTo>
                  <a:lnTo>
                    <a:pt x="114126" y="774357"/>
                  </a:lnTo>
                  <a:lnTo>
                    <a:pt x="113878" y="774545"/>
                  </a:lnTo>
                  <a:lnTo>
                    <a:pt x="113722" y="774785"/>
                  </a:lnTo>
                  <a:lnTo>
                    <a:pt x="113520" y="775170"/>
                  </a:lnTo>
                  <a:lnTo>
                    <a:pt x="113226" y="775504"/>
                  </a:lnTo>
                  <a:lnTo>
                    <a:pt x="113079" y="775775"/>
                  </a:lnTo>
                  <a:lnTo>
                    <a:pt x="112996" y="775785"/>
                  </a:lnTo>
                  <a:lnTo>
                    <a:pt x="112684" y="775681"/>
                  </a:lnTo>
                  <a:lnTo>
                    <a:pt x="112124" y="775618"/>
                  </a:lnTo>
                  <a:lnTo>
                    <a:pt x="111380" y="775462"/>
                  </a:lnTo>
                  <a:lnTo>
                    <a:pt x="111050" y="775452"/>
                  </a:lnTo>
                  <a:lnTo>
                    <a:pt x="110637" y="775358"/>
                  </a:lnTo>
                  <a:lnTo>
                    <a:pt x="110416" y="775389"/>
                  </a:lnTo>
                  <a:lnTo>
                    <a:pt x="110278" y="775514"/>
                  </a:lnTo>
                  <a:lnTo>
                    <a:pt x="110251" y="775712"/>
                  </a:lnTo>
                  <a:lnTo>
                    <a:pt x="110278" y="776067"/>
                  </a:lnTo>
                  <a:lnTo>
                    <a:pt x="110352" y="776348"/>
                  </a:lnTo>
                  <a:lnTo>
                    <a:pt x="110572" y="776828"/>
                  </a:lnTo>
                  <a:lnTo>
                    <a:pt x="110554" y="776953"/>
                  </a:lnTo>
                  <a:lnTo>
                    <a:pt x="110453" y="776994"/>
                  </a:lnTo>
                  <a:lnTo>
                    <a:pt x="110113" y="776828"/>
                  </a:lnTo>
                  <a:lnTo>
                    <a:pt x="109682" y="776692"/>
                  </a:lnTo>
                  <a:lnTo>
                    <a:pt x="109186" y="776577"/>
                  </a:lnTo>
                  <a:lnTo>
                    <a:pt x="108947" y="776536"/>
                  </a:lnTo>
                  <a:lnTo>
                    <a:pt x="108690" y="776567"/>
                  </a:lnTo>
                  <a:lnTo>
                    <a:pt x="108451" y="776598"/>
                  </a:lnTo>
                  <a:lnTo>
                    <a:pt x="108332" y="776567"/>
                  </a:lnTo>
                  <a:lnTo>
                    <a:pt x="108093" y="776244"/>
                  </a:lnTo>
                  <a:lnTo>
                    <a:pt x="107882" y="776213"/>
                  </a:lnTo>
                  <a:lnTo>
                    <a:pt x="107304" y="776244"/>
                  </a:lnTo>
                  <a:lnTo>
                    <a:pt x="106780" y="776358"/>
                  </a:lnTo>
                  <a:lnTo>
                    <a:pt x="106367" y="776400"/>
                  </a:lnTo>
                  <a:lnTo>
                    <a:pt x="105789" y="776338"/>
                  </a:lnTo>
                  <a:lnTo>
                    <a:pt x="105302" y="776358"/>
                  </a:lnTo>
                  <a:lnTo>
                    <a:pt x="105109" y="776431"/>
                  </a:lnTo>
                  <a:lnTo>
                    <a:pt x="105072" y="776671"/>
                  </a:lnTo>
                  <a:lnTo>
                    <a:pt x="105017" y="776786"/>
                  </a:lnTo>
                  <a:lnTo>
                    <a:pt x="104815" y="776880"/>
                  </a:lnTo>
                  <a:lnTo>
                    <a:pt x="104540" y="776973"/>
                  </a:lnTo>
                  <a:lnTo>
                    <a:pt x="104163" y="776984"/>
                  </a:lnTo>
                  <a:lnTo>
                    <a:pt x="103741" y="776973"/>
                  </a:lnTo>
                  <a:lnTo>
                    <a:pt x="103135" y="776973"/>
                  </a:lnTo>
                  <a:lnTo>
                    <a:pt x="102832" y="776963"/>
                  </a:lnTo>
                  <a:lnTo>
                    <a:pt x="102575" y="776848"/>
                  </a:lnTo>
                  <a:lnTo>
                    <a:pt x="102254" y="776619"/>
                  </a:lnTo>
                  <a:lnTo>
                    <a:pt x="102088" y="776452"/>
                  </a:lnTo>
                  <a:lnTo>
                    <a:pt x="102042" y="776192"/>
                  </a:lnTo>
                  <a:lnTo>
                    <a:pt x="102189" y="775764"/>
                  </a:lnTo>
                  <a:lnTo>
                    <a:pt x="102382" y="775316"/>
                  </a:lnTo>
                  <a:lnTo>
                    <a:pt x="102410" y="775035"/>
                  </a:lnTo>
                  <a:lnTo>
                    <a:pt x="102355" y="774347"/>
                  </a:lnTo>
                  <a:lnTo>
                    <a:pt x="102465" y="773815"/>
                  </a:lnTo>
                  <a:lnTo>
                    <a:pt x="102621" y="773398"/>
                  </a:lnTo>
                  <a:lnTo>
                    <a:pt x="102685" y="773169"/>
                  </a:lnTo>
                  <a:lnTo>
                    <a:pt x="102621" y="772835"/>
                  </a:lnTo>
                  <a:lnTo>
                    <a:pt x="102382" y="772429"/>
                  </a:lnTo>
                  <a:lnTo>
                    <a:pt x="102116" y="771918"/>
                  </a:lnTo>
                  <a:lnTo>
                    <a:pt x="101932" y="771647"/>
                  </a:lnTo>
                  <a:lnTo>
                    <a:pt x="101583" y="771178"/>
                  </a:lnTo>
                  <a:lnTo>
                    <a:pt x="100996" y="770438"/>
                  </a:lnTo>
                  <a:lnTo>
                    <a:pt x="100546" y="769813"/>
                  </a:lnTo>
                  <a:lnTo>
                    <a:pt x="100399" y="769583"/>
                  </a:lnTo>
                  <a:lnTo>
                    <a:pt x="100362" y="769405"/>
                  </a:lnTo>
                  <a:lnTo>
                    <a:pt x="100356" y="769266"/>
                  </a:lnTo>
                  <a:lnTo>
                    <a:pt x="100362" y="769072"/>
                  </a:lnTo>
                  <a:lnTo>
                    <a:pt x="100359" y="769064"/>
                  </a:lnTo>
                  <a:lnTo>
                    <a:pt x="100371" y="768923"/>
                  </a:lnTo>
                  <a:lnTo>
                    <a:pt x="100371" y="768752"/>
                  </a:lnTo>
                  <a:lnTo>
                    <a:pt x="100368" y="768736"/>
                  </a:lnTo>
                  <a:lnTo>
                    <a:pt x="100342" y="768582"/>
                  </a:lnTo>
                  <a:lnTo>
                    <a:pt x="100332" y="768560"/>
                  </a:lnTo>
                  <a:lnTo>
                    <a:pt x="100308" y="768510"/>
                  </a:lnTo>
                  <a:lnTo>
                    <a:pt x="100209" y="768405"/>
                  </a:lnTo>
                  <a:lnTo>
                    <a:pt x="99973" y="768287"/>
                  </a:lnTo>
                  <a:lnTo>
                    <a:pt x="99615" y="768221"/>
                  </a:lnTo>
                  <a:lnTo>
                    <a:pt x="99303" y="768182"/>
                  </a:lnTo>
                  <a:lnTo>
                    <a:pt x="98905" y="768123"/>
                  </a:lnTo>
                  <a:lnTo>
                    <a:pt x="98408" y="768110"/>
                  </a:lnTo>
                  <a:lnTo>
                    <a:pt x="98119" y="768090"/>
                  </a:lnTo>
                  <a:lnTo>
                    <a:pt x="97929" y="768195"/>
                  </a:lnTo>
                  <a:lnTo>
                    <a:pt x="97890" y="768224"/>
                  </a:lnTo>
                  <a:lnTo>
                    <a:pt x="97825" y="768261"/>
                  </a:lnTo>
                  <a:lnTo>
                    <a:pt x="97805" y="768276"/>
                  </a:lnTo>
                  <a:lnTo>
                    <a:pt x="97565" y="768457"/>
                  </a:lnTo>
                  <a:lnTo>
                    <a:pt x="97498" y="768511"/>
                  </a:lnTo>
                  <a:lnTo>
                    <a:pt x="97325" y="768606"/>
                  </a:lnTo>
                  <a:lnTo>
                    <a:pt x="97259" y="768621"/>
                  </a:lnTo>
                  <a:lnTo>
                    <a:pt x="97146" y="768621"/>
                  </a:lnTo>
                  <a:lnTo>
                    <a:pt x="97040" y="768621"/>
                  </a:lnTo>
                  <a:lnTo>
                    <a:pt x="96846" y="768590"/>
                  </a:lnTo>
                  <a:lnTo>
                    <a:pt x="96792" y="768582"/>
                  </a:lnTo>
                  <a:lnTo>
                    <a:pt x="96572" y="768562"/>
                  </a:lnTo>
                  <a:lnTo>
                    <a:pt x="96538" y="768537"/>
                  </a:lnTo>
                  <a:lnTo>
                    <a:pt x="96353" y="768398"/>
                  </a:lnTo>
                  <a:lnTo>
                    <a:pt x="96203" y="768234"/>
                  </a:lnTo>
                  <a:lnTo>
                    <a:pt x="95965" y="768083"/>
                  </a:lnTo>
                  <a:lnTo>
                    <a:pt x="95677" y="767900"/>
                  </a:lnTo>
                  <a:lnTo>
                    <a:pt x="95262" y="767586"/>
                  </a:lnTo>
                  <a:lnTo>
                    <a:pt x="95190" y="767517"/>
                  </a:lnTo>
                  <a:lnTo>
                    <a:pt x="95117" y="767448"/>
                  </a:lnTo>
                  <a:lnTo>
                    <a:pt x="94887" y="767120"/>
                  </a:lnTo>
                  <a:lnTo>
                    <a:pt x="94696" y="766766"/>
                  </a:lnTo>
                  <a:lnTo>
                    <a:pt x="94684" y="766629"/>
                  </a:lnTo>
                  <a:lnTo>
                    <a:pt x="94748" y="766485"/>
                  </a:lnTo>
                  <a:lnTo>
                    <a:pt x="94768" y="766392"/>
                  </a:lnTo>
                  <a:lnTo>
                    <a:pt x="94746" y="766325"/>
                  </a:lnTo>
                  <a:lnTo>
                    <a:pt x="94684" y="766268"/>
                  </a:lnTo>
                  <a:lnTo>
                    <a:pt x="94540" y="766222"/>
                  </a:lnTo>
                  <a:lnTo>
                    <a:pt x="94534" y="766211"/>
                  </a:lnTo>
                  <a:lnTo>
                    <a:pt x="94523" y="766209"/>
                  </a:lnTo>
                  <a:lnTo>
                    <a:pt x="94471" y="766183"/>
                  </a:lnTo>
                  <a:lnTo>
                    <a:pt x="94465" y="766144"/>
                  </a:lnTo>
                  <a:lnTo>
                    <a:pt x="94477" y="766065"/>
                  </a:lnTo>
                  <a:lnTo>
                    <a:pt x="94534" y="766000"/>
                  </a:lnTo>
                  <a:lnTo>
                    <a:pt x="94650" y="765908"/>
                  </a:lnTo>
                  <a:lnTo>
                    <a:pt x="94683" y="765891"/>
                  </a:lnTo>
                  <a:lnTo>
                    <a:pt x="94713" y="765875"/>
                  </a:lnTo>
                  <a:lnTo>
                    <a:pt x="94711" y="765844"/>
                  </a:lnTo>
                  <a:lnTo>
                    <a:pt x="94708" y="765809"/>
                  </a:lnTo>
                  <a:lnTo>
                    <a:pt x="94633" y="765724"/>
                  </a:lnTo>
                  <a:lnTo>
                    <a:pt x="94505" y="765606"/>
                  </a:lnTo>
                  <a:lnTo>
                    <a:pt x="94459" y="765516"/>
                  </a:lnTo>
                  <a:lnTo>
                    <a:pt x="94407" y="765416"/>
                  </a:lnTo>
                  <a:lnTo>
                    <a:pt x="94316" y="765192"/>
                  </a:lnTo>
                  <a:lnTo>
                    <a:pt x="94234" y="764990"/>
                  </a:lnTo>
                  <a:lnTo>
                    <a:pt x="94215" y="764907"/>
                  </a:lnTo>
                  <a:lnTo>
                    <a:pt x="94194" y="764813"/>
                  </a:lnTo>
                  <a:lnTo>
                    <a:pt x="94211" y="764669"/>
                  </a:lnTo>
                  <a:lnTo>
                    <a:pt x="94269" y="764545"/>
                  </a:lnTo>
                  <a:lnTo>
                    <a:pt x="94396" y="764420"/>
                  </a:lnTo>
                  <a:lnTo>
                    <a:pt x="94398" y="764415"/>
                  </a:lnTo>
                  <a:lnTo>
                    <a:pt x="94430" y="764328"/>
                  </a:lnTo>
                  <a:lnTo>
                    <a:pt x="94413" y="764184"/>
                  </a:lnTo>
                  <a:lnTo>
                    <a:pt x="94321" y="764053"/>
                  </a:lnTo>
                  <a:lnTo>
                    <a:pt x="94200" y="763942"/>
                  </a:lnTo>
                  <a:lnTo>
                    <a:pt x="94049" y="763837"/>
                  </a:lnTo>
                  <a:lnTo>
                    <a:pt x="93980" y="763789"/>
                  </a:lnTo>
                  <a:lnTo>
                    <a:pt x="93876" y="763719"/>
                  </a:lnTo>
                  <a:lnTo>
                    <a:pt x="93818" y="763614"/>
                  </a:lnTo>
                  <a:lnTo>
                    <a:pt x="93824" y="763496"/>
                  </a:lnTo>
                  <a:lnTo>
                    <a:pt x="93834" y="763380"/>
                  </a:lnTo>
                  <a:lnTo>
                    <a:pt x="93837" y="763364"/>
                  </a:lnTo>
                  <a:lnTo>
                    <a:pt x="93945" y="763280"/>
                  </a:lnTo>
                  <a:lnTo>
                    <a:pt x="94350" y="763214"/>
                  </a:lnTo>
                  <a:lnTo>
                    <a:pt x="94679" y="763096"/>
                  </a:lnTo>
                  <a:lnTo>
                    <a:pt x="95257" y="762876"/>
                  </a:lnTo>
                  <a:lnTo>
                    <a:pt x="95334" y="762814"/>
                  </a:lnTo>
                  <a:lnTo>
                    <a:pt x="95365" y="762736"/>
                  </a:lnTo>
                  <a:lnTo>
                    <a:pt x="95319" y="762631"/>
                  </a:lnTo>
                  <a:lnTo>
                    <a:pt x="95165" y="762482"/>
                  </a:lnTo>
                  <a:lnTo>
                    <a:pt x="95111" y="762395"/>
                  </a:lnTo>
                  <a:lnTo>
                    <a:pt x="95134" y="762316"/>
                  </a:lnTo>
                  <a:lnTo>
                    <a:pt x="95249" y="762238"/>
                  </a:lnTo>
                  <a:lnTo>
                    <a:pt x="95434" y="762168"/>
                  </a:lnTo>
                  <a:lnTo>
                    <a:pt x="95822" y="762139"/>
                  </a:lnTo>
                  <a:lnTo>
                    <a:pt x="95852" y="762146"/>
                  </a:lnTo>
                  <a:lnTo>
                    <a:pt x="96027" y="762137"/>
                  </a:lnTo>
                  <a:lnTo>
                    <a:pt x="96111" y="762133"/>
                  </a:lnTo>
                  <a:lnTo>
                    <a:pt x="96373" y="762129"/>
                  </a:lnTo>
                  <a:lnTo>
                    <a:pt x="96674" y="762083"/>
                  </a:lnTo>
                  <a:lnTo>
                    <a:pt x="96824" y="762070"/>
                  </a:lnTo>
                  <a:lnTo>
                    <a:pt x="96916" y="762024"/>
                  </a:lnTo>
                  <a:lnTo>
                    <a:pt x="96945" y="761906"/>
                  </a:lnTo>
                  <a:lnTo>
                    <a:pt x="96927" y="761757"/>
                  </a:lnTo>
                  <a:lnTo>
                    <a:pt x="96905" y="761572"/>
                  </a:lnTo>
                  <a:lnTo>
                    <a:pt x="96904" y="761551"/>
                  </a:lnTo>
                  <a:lnTo>
                    <a:pt x="96889" y="760781"/>
                  </a:lnTo>
                  <a:lnTo>
                    <a:pt x="96888" y="760723"/>
                  </a:lnTo>
                  <a:lnTo>
                    <a:pt x="96887" y="760667"/>
                  </a:lnTo>
                  <a:lnTo>
                    <a:pt x="96830" y="760038"/>
                  </a:lnTo>
                  <a:lnTo>
                    <a:pt x="96810" y="759925"/>
                  </a:lnTo>
                  <a:lnTo>
                    <a:pt x="96804" y="759891"/>
                  </a:lnTo>
                  <a:lnTo>
                    <a:pt x="96773" y="759706"/>
                  </a:lnTo>
                  <a:lnTo>
                    <a:pt x="96754" y="759453"/>
                  </a:lnTo>
                  <a:lnTo>
                    <a:pt x="96718" y="759308"/>
                  </a:lnTo>
                  <a:lnTo>
                    <a:pt x="96729" y="759206"/>
                  </a:lnTo>
                  <a:lnTo>
                    <a:pt x="96865" y="759104"/>
                  </a:lnTo>
                  <a:lnTo>
                    <a:pt x="97156" y="759018"/>
                  </a:lnTo>
                  <a:lnTo>
                    <a:pt x="97630" y="759039"/>
                  </a:lnTo>
                  <a:lnTo>
                    <a:pt x="97692" y="759066"/>
                  </a:lnTo>
                  <a:lnTo>
                    <a:pt x="98050" y="759225"/>
                  </a:lnTo>
                  <a:lnTo>
                    <a:pt x="98561" y="759370"/>
                  </a:lnTo>
                  <a:lnTo>
                    <a:pt x="98759" y="759389"/>
                  </a:lnTo>
                  <a:lnTo>
                    <a:pt x="98780" y="759391"/>
                  </a:lnTo>
                  <a:lnTo>
                    <a:pt x="98962" y="759287"/>
                  </a:lnTo>
                  <a:lnTo>
                    <a:pt x="99017" y="758997"/>
                  </a:lnTo>
                  <a:lnTo>
                    <a:pt x="98853" y="758562"/>
                  </a:lnTo>
                  <a:lnTo>
                    <a:pt x="98396" y="758148"/>
                  </a:lnTo>
                  <a:lnTo>
                    <a:pt x="98123" y="757900"/>
                  </a:lnTo>
                  <a:lnTo>
                    <a:pt x="97942" y="757721"/>
                  </a:lnTo>
                  <a:lnTo>
                    <a:pt x="97879" y="757659"/>
                  </a:lnTo>
                  <a:lnTo>
                    <a:pt x="97703" y="757485"/>
                  </a:lnTo>
                  <a:lnTo>
                    <a:pt x="97502" y="757278"/>
                  </a:lnTo>
                  <a:lnTo>
                    <a:pt x="97393" y="756698"/>
                  </a:lnTo>
                  <a:lnTo>
                    <a:pt x="97356" y="756450"/>
                  </a:lnTo>
                  <a:lnTo>
                    <a:pt x="97210" y="756180"/>
                  </a:lnTo>
                  <a:lnTo>
                    <a:pt x="97107" y="756098"/>
                  </a:lnTo>
                  <a:lnTo>
                    <a:pt x="97071" y="756070"/>
                  </a:lnTo>
                  <a:lnTo>
                    <a:pt x="97028" y="756035"/>
                  </a:lnTo>
                  <a:lnTo>
                    <a:pt x="96626" y="755849"/>
                  </a:lnTo>
                  <a:lnTo>
                    <a:pt x="96371" y="755683"/>
                  </a:lnTo>
                  <a:lnTo>
                    <a:pt x="96227" y="755421"/>
                  </a:lnTo>
                  <a:lnTo>
                    <a:pt x="96189" y="755352"/>
                  </a:lnTo>
                  <a:lnTo>
                    <a:pt x="95933" y="754855"/>
                  </a:lnTo>
                  <a:lnTo>
                    <a:pt x="95860" y="754503"/>
                  </a:lnTo>
                  <a:lnTo>
                    <a:pt x="95878" y="754353"/>
                  </a:lnTo>
                  <a:lnTo>
                    <a:pt x="95894" y="754223"/>
                  </a:lnTo>
                  <a:lnTo>
                    <a:pt x="95963" y="753897"/>
                  </a:lnTo>
                  <a:lnTo>
                    <a:pt x="96025" y="753786"/>
                  </a:lnTo>
                  <a:lnTo>
                    <a:pt x="96154" y="753555"/>
                  </a:lnTo>
                  <a:lnTo>
                    <a:pt x="96372" y="753240"/>
                  </a:lnTo>
                  <a:lnTo>
                    <a:pt x="96455" y="753120"/>
                  </a:lnTo>
                  <a:lnTo>
                    <a:pt x="96674" y="752654"/>
                  </a:lnTo>
                  <a:lnTo>
                    <a:pt x="96962" y="752374"/>
                  </a:lnTo>
                  <a:lnTo>
                    <a:pt x="97345" y="752188"/>
                  </a:lnTo>
                  <a:lnTo>
                    <a:pt x="97578" y="751986"/>
                  </a:lnTo>
                  <a:lnTo>
                    <a:pt x="97650" y="751576"/>
                  </a:lnTo>
                  <a:lnTo>
                    <a:pt x="97660" y="751520"/>
                  </a:lnTo>
                  <a:lnTo>
                    <a:pt x="97586" y="751049"/>
                  </a:lnTo>
                  <a:lnTo>
                    <a:pt x="97550" y="750821"/>
                  </a:lnTo>
                  <a:lnTo>
                    <a:pt x="97413" y="750464"/>
                  </a:lnTo>
                  <a:lnTo>
                    <a:pt x="97408" y="750449"/>
                  </a:lnTo>
                  <a:lnTo>
                    <a:pt x="97348" y="750277"/>
                  </a:lnTo>
                  <a:lnTo>
                    <a:pt x="97258" y="750137"/>
                  </a:lnTo>
                  <a:lnTo>
                    <a:pt x="97255" y="750132"/>
                  </a:lnTo>
                  <a:lnTo>
                    <a:pt x="97253" y="750128"/>
                  </a:lnTo>
                  <a:lnTo>
                    <a:pt x="97251" y="750124"/>
                  </a:lnTo>
                  <a:lnTo>
                    <a:pt x="97249" y="750119"/>
                  </a:lnTo>
                  <a:lnTo>
                    <a:pt x="97248" y="750115"/>
                  </a:lnTo>
                  <a:lnTo>
                    <a:pt x="97246" y="750110"/>
                  </a:lnTo>
                  <a:lnTo>
                    <a:pt x="97245" y="750106"/>
                  </a:lnTo>
                  <a:lnTo>
                    <a:pt x="97227" y="750080"/>
                  </a:lnTo>
                  <a:lnTo>
                    <a:pt x="96991" y="749777"/>
                  </a:lnTo>
                  <a:lnTo>
                    <a:pt x="96786" y="749450"/>
                  </a:lnTo>
                  <a:lnTo>
                    <a:pt x="96693" y="749276"/>
                  </a:lnTo>
                  <a:lnTo>
                    <a:pt x="96693" y="749162"/>
                  </a:lnTo>
                  <a:lnTo>
                    <a:pt x="96723" y="749089"/>
                  </a:lnTo>
                  <a:lnTo>
                    <a:pt x="96795" y="749002"/>
                  </a:lnTo>
                  <a:lnTo>
                    <a:pt x="96868" y="748914"/>
                  </a:lnTo>
                  <a:lnTo>
                    <a:pt x="96929" y="748798"/>
                  </a:lnTo>
                  <a:lnTo>
                    <a:pt x="96899" y="748565"/>
                  </a:lnTo>
                  <a:lnTo>
                    <a:pt x="96869" y="748531"/>
                  </a:lnTo>
                  <a:lnTo>
                    <a:pt x="96827" y="748484"/>
                  </a:lnTo>
                  <a:lnTo>
                    <a:pt x="96806" y="748460"/>
                  </a:lnTo>
                  <a:lnTo>
                    <a:pt x="96601" y="748402"/>
                  </a:lnTo>
                  <a:lnTo>
                    <a:pt x="96427" y="748367"/>
                  </a:lnTo>
                  <a:lnTo>
                    <a:pt x="96404" y="748367"/>
                  </a:lnTo>
                  <a:lnTo>
                    <a:pt x="96318" y="748334"/>
                  </a:lnTo>
                  <a:lnTo>
                    <a:pt x="96254" y="748262"/>
                  </a:lnTo>
                  <a:lnTo>
                    <a:pt x="96225" y="748183"/>
                  </a:lnTo>
                  <a:lnTo>
                    <a:pt x="96223" y="748170"/>
                  </a:lnTo>
                  <a:lnTo>
                    <a:pt x="96221" y="748164"/>
                  </a:lnTo>
                  <a:lnTo>
                    <a:pt x="96179" y="747967"/>
                  </a:lnTo>
                  <a:lnTo>
                    <a:pt x="96249" y="747698"/>
                  </a:lnTo>
                  <a:lnTo>
                    <a:pt x="96243" y="747613"/>
                  </a:lnTo>
                  <a:lnTo>
                    <a:pt x="96204" y="747520"/>
                  </a:lnTo>
                  <a:lnTo>
                    <a:pt x="96202" y="747515"/>
                  </a:lnTo>
                  <a:lnTo>
                    <a:pt x="96104" y="747390"/>
                  </a:lnTo>
                  <a:lnTo>
                    <a:pt x="96064" y="747331"/>
                  </a:lnTo>
                  <a:lnTo>
                    <a:pt x="95856" y="747235"/>
                  </a:lnTo>
                  <a:lnTo>
                    <a:pt x="95739" y="747167"/>
                  </a:lnTo>
                  <a:lnTo>
                    <a:pt x="95534" y="746975"/>
                  </a:lnTo>
                  <a:lnTo>
                    <a:pt x="95443" y="746897"/>
                  </a:lnTo>
                  <a:lnTo>
                    <a:pt x="95266" y="746704"/>
                  </a:lnTo>
                  <a:lnTo>
                    <a:pt x="95004" y="746399"/>
                  </a:lnTo>
                  <a:lnTo>
                    <a:pt x="94797" y="746014"/>
                  </a:lnTo>
                  <a:lnTo>
                    <a:pt x="94735" y="745839"/>
                  </a:lnTo>
                  <a:lnTo>
                    <a:pt x="94734" y="745831"/>
                  </a:lnTo>
                  <a:lnTo>
                    <a:pt x="94732" y="745806"/>
                  </a:lnTo>
                  <a:lnTo>
                    <a:pt x="94712" y="745560"/>
                  </a:lnTo>
                  <a:lnTo>
                    <a:pt x="94581" y="745210"/>
                  </a:lnTo>
                  <a:lnTo>
                    <a:pt x="94296" y="744764"/>
                  </a:lnTo>
                  <a:lnTo>
                    <a:pt x="94035" y="744476"/>
                  </a:lnTo>
                  <a:lnTo>
                    <a:pt x="93834" y="744258"/>
                  </a:lnTo>
                  <a:lnTo>
                    <a:pt x="93812" y="743947"/>
                  </a:lnTo>
                  <a:lnTo>
                    <a:pt x="93811" y="743934"/>
                  </a:lnTo>
                  <a:lnTo>
                    <a:pt x="93822" y="743870"/>
                  </a:lnTo>
                  <a:lnTo>
                    <a:pt x="93881" y="743506"/>
                  </a:lnTo>
                  <a:lnTo>
                    <a:pt x="94019" y="743235"/>
                  </a:lnTo>
                  <a:lnTo>
                    <a:pt x="94126" y="742959"/>
                  </a:lnTo>
                  <a:lnTo>
                    <a:pt x="94125" y="742946"/>
                  </a:lnTo>
                  <a:lnTo>
                    <a:pt x="94111" y="742807"/>
                  </a:lnTo>
                  <a:lnTo>
                    <a:pt x="94066" y="742792"/>
                  </a:lnTo>
                  <a:lnTo>
                    <a:pt x="93965" y="742740"/>
                  </a:lnTo>
                  <a:lnTo>
                    <a:pt x="93745" y="742573"/>
                  </a:lnTo>
                  <a:lnTo>
                    <a:pt x="93286" y="742052"/>
                  </a:lnTo>
                  <a:lnTo>
                    <a:pt x="93017" y="741799"/>
                  </a:lnTo>
                  <a:lnTo>
                    <a:pt x="92926" y="741675"/>
                  </a:lnTo>
                  <a:lnTo>
                    <a:pt x="92831" y="741584"/>
                  </a:lnTo>
                  <a:lnTo>
                    <a:pt x="92785" y="741522"/>
                  </a:lnTo>
                  <a:lnTo>
                    <a:pt x="92686" y="741503"/>
                  </a:lnTo>
                  <a:lnTo>
                    <a:pt x="92671" y="741504"/>
                  </a:lnTo>
                  <a:lnTo>
                    <a:pt x="92656" y="741504"/>
                  </a:lnTo>
                  <a:lnTo>
                    <a:pt x="92637" y="741503"/>
                  </a:lnTo>
                  <a:lnTo>
                    <a:pt x="92617" y="741501"/>
                  </a:lnTo>
                  <a:lnTo>
                    <a:pt x="92574" y="741495"/>
                  </a:lnTo>
                  <a:lnTo>
                    <a:pt x="92554" y="741492"/>
                  </a:lnTo>
                  <a:lnTo>
                    <a:pt x="92532" y="741488"/>
                  </a:lnTo>
                  <a:lnTo>
                    <a:pt x="92517" y="741484"/>
                  </a:lnTo>
                  <a:lnTo>
                    <a:pt x="92340" y="741431"/>
                  </a:lnTo>
                  <a:lnTo>
                    <a:pt x="92019" y="741140"/>
                  </a:lnTo>
                  <a:lnTo>
                    <a:pt x="91601" y="740587"/>
                  </a:lnTo>
                  <a:lnTo>
                    <a:pt x="91511" y="740453"/>
                  </a:lnTo>
                  <a:lnTo>
                    <a:pt x="90996" y="739895"/>
                  </a:lnTo>
                  <a:lnTo>
                    <a:pt x="90211" y="739285"/>
                  </a:lnTo>
                  <a:lnTo>
                    <a:pt x="89665" y="738873"/>
                  </a:lnTo>
                  <a:lnTo>
                    <a:pt x="89137" y="738764"/>
                  </a:lnTo>
                  <a:lnTo>
                    <a:pt x="88953" y="738587"/>
                  </a:lnTo>
                  <a:lnTo>
                    <a:pt x="88874" y="738448"/>
                  </a:lnTo>
                  <a:lnTo>
                    <a:pt x="88705" y="738250"/>
                  </a:lnTo>
                  <a:lnTo>
                    <a:pt x="88614" y="738171"/>
                  </a:lnTo>
                  <a:lnTo>
                    <a:pt x="88408" y="738079"/>
                  </a:lnTo>
                  <a:lnTo>
                    <a:pt x="88210" y="737895"/>
                  </a:lnTo>
                  <a:lnTo>
                    <a:pt x="88240" y="737812"/>
                  </a:lnTo>
                  <a:lnTo>
                    <a:pt x="88224" y="737682"/>
                  </a:lnTo>
                  <a:lnTo>
                    <a:pt x="88014" y="737617"/>
                  </a:lnTo>
                  <a:lnTo>
                    <a:pt x="87809" y="737600"/>
                  </a:lnTo>
                  <a:lnTo>
                    <a:pt x="87609" y="737538"/>
                  </a:lnTo>
                  <a:lnTo>
                    <a:pt x="87459" y="737510"/>
                  </a:lnTo>
                  <a:lnTo>
                    <a:pt x="87312" y="737446"/>
                  </a:lnTo>
                  <a:lnTo>
                    <a:pt x="87146" y="737296"/>
                  </a:lnTo>
                  <a:lnTo>
                    <a:pt x="86890" y="737089"/>
                  </a:lnTo>
                  <a:lnTo>
                    <a:pt x="86828" y="737040"/>
                  </a:lnTo>
                  <a:lnTo>
                    <a:pt x="86389" y="736728"/>
                  </a:lnTo>
                  <a:lnTo>
                    <a:pt x="86253" y="736632"/>
                  </a:lnTo>
                  <a:lnTo>
                    <a:pt x="86119" y="736549"/>
                  </a:lnTo>
                  <a:lnTo>
                    <a:pt x="85884" y="736402"/>
                  </a:lnTo>
                  <a:lnTo>
                    <a:pt x="85822" y="736364"/>
                  </a:lnTo>
                  <a:lnTo>
                    <a:pt x="85711" y="736344"/>
                  </a:lnTo>
                  <a:lnTo>
                    <a:pt x="85627" y="736329"/>
                  </a:lnTo>
                  <a:lnTo>
                    <a:pt x="85570" y="736357"/>
                  </a:lnTo>
                  <a:lnTo>
                    <a:pt x="85391" y="736445"/>
                  </a:lnTo>
                  <a:lnTo>
                    <a:pt x="85088" y="736560"/>
                  </a:lnTo>
                  <a:lnTo>
                    <a:pt x="85083" y="736562"/>
                  </a:lnTo>
                  <a:lnTo>
                    <a:pt x="84847" y="736573"/>
                  </a:lnTo>
                  <a:lnTo>
                    <a:pt x="84734" y="736515"/>
                  </a:lnTo>
                  <a:lnTo>
                    <a:pt x="84508" y="736166"/>
                  </a:lnTo>
                  <a:lnTo>
                    <a:pt x="84211" y="735933"/>
                  </a:lnTo>
                  <a:lnTo>
                    <a:pt x="84183" y="735918"/>
                  </a:lnTo>
                  <a:lnTo>
                    <a:pt x="83881" y="735756"/>
                  </a:lnTo>
                  <a:lnTo>
                    <a:pt x="83841" y="735735"/>
                  </a:lnTo>
                  <a:lnTo>
                    <a:pt x="83812" y="735728"/>
                  </a:lnTo>
                  <a:lnTo>
                    <a:pt x="83431" y="735641"/>
                  </a:lnTo>
                  <a:lnTo>
                    <a:pt x="83041" y="735537"/>
                  </a:lnTo>
                  <a:lnTo>
                    <a:pt x="82599" y="735455"/>
                  </a:lnTo>
                  <a:lnTo>
                    <a:pt x="82281" y="735455"/>
                  </a:lnTo>
                  <a:lnTo>
                    <a:pt x="81799" y="735525"/>
                  </a:lnTo>
                  <a:lnTo>
                    <a:pt x="81357" y="735583"/>
                  </a:lnTo>
                  <a:lnTo>
                    <a:pt x="81233" y="735622"/>
                  </a:lnTo>
                  <a:lnTo>
                    <a:pt x="81190" y="735622"/>
                  </a:lnTo>
                  <a:lnTo>
                    <a:pt x="80947" y="735676"/>
                  </a:lnTo>
                  <a:lnTo>
                    <a:pt x="80721" y="735828"/>
                  </a:lnTo>
                  <a:lnTo>
                    <a:pt x="80516" y="735886"/>
                  </a:lnTo>
                  <a:lnTo>
                    <a:pt x="80311" y="735886"/>
                  </a:lnTo>
                  <a:lnTo>
                    <a:pt x="80116" y="735758"/>
                  </a:lnTo>
                  <a:lnTo>
                    <a:pt x="80059" y="735700"/>
                  </a:lnTo>
                  <a:lnTo>
                    <a:pt x="79922" y="735566"/>
                  </a:lnTo>
                  <a:lnTo>
                    <a:pt x="79834" y="735504"/>
                  </a:lnTo>
                  <a:lnTo>
                    <a:pt x="79756" y="735467"/>
                  </a:lnTo>
                  <a:lnTo>
                    <a:pt x="79438" y="735455"/>
                  </a:lnTo>
                  <a:lnTo>
                    <a:pt x="79415" y="735456"/>
                  </a:lnTo>
                  <a:lnTo>
                    <a:pt x="79120" y="735467"/>
                  </a:lnTo>
                  <a:lnTo>
                    <a:pt x="78771" y="735443"/>
                  </a:lnTo>
                  <a:lnTo>
                    <a:pt x="78607" y="735397"/>
                  </a:lnTo>
                  <a:lnTo>
                    <a:pt x="78494" y="735397"/>
                  </a:lnTo>
                  <a:lnTo>
                    <a:pt x="78471" y="735449"/>
                  </a:lnTo>
                  <a:lnTo>
                    <a:pt x="78443" y="735513"/>
                  </a:lnTo>
                  <a:lnTo>
                    <a:pt x="78434" y="735559"/>
                  </a:lnTo>
                  <a:lnTo>
                    <a:pt x="78402" y="735735"/>
                  </a:lnTo>
                  <a:lnTo>
                    <a:pt x="78360" y="735956"/>
                  </a:lnTo>
                  <a:lnTo>
                    <a:pt x="78343" y="736026"/>
                  </a:lnTo>
                  <a:lnTo>
                    <a:pt x="78299" y="736201"/>
                  </a:lnTo>
                  <a:lnTo>
                    <a:pt x="78330" y="736342"/>
                  </a:lnTo>
                  <a:lnTo>
                    <a:pt x="78340" y="736387"/>
                  </a:lnTo>
                  <a:lnTo>
                    <a:pt x="78402" y="736865"/>
                  </a:lnTo>
                  <a:lnTo>
                    <a:pt x="78340" y="737179"/>
                  </a:lnTo>
                  <a:lnTo>
                    <a:pt x="78248" y="737366"/>
                  </a:lnTo>
                  <a:lnTo>
                    <a:pt x="78073" y="737424"/>
                  </a:lnTo>
                  <a:lnTo>
                    <a:pt x="77868" y="737401"/>
                  </a:lnTo>
                  <a:lnTo>
                    <a:pt x="77580" y="737273"/>
                  </a:lnTo>
                  <a:lnTo>
                    <a:pt x="77314" y="737028"/>
                  </a:lnTo>
                  <a:lnTo>
                    <a:pt x="77278" y="736829"/>
                  </a:lnTo>
                  <a:lnTo>
                    <a:pt x="77203" y="736664"/>
                  </a:lnTo>
                  <a:lnTo>
                    <a:pt x="76893" y="736725"/>
                  </a:lnTo>
                  <a:lnTo>
                    <a:pt x="76605" y="736888"/>
                  </a:lnTo>
                  <a:lnTo>
                    <a:pt x="76256" y="737226"/>
                  </a:lnTo>
                  <a:lnTo>
                    <a:pt x="76010" y="737506"/>
                  </a:lnTo>
                  <a:lnTo>
                    <a:pt x="75815" y="737610"/>
                  </a:lnTo>
                  <a:lnTo>
                    <a:pt x="75528" y="737587"/>
                  </a:lnTo>
                  <a:lnTo>
                    <a:pt x="75251" y="737482"/>
                  </a:lnTo>
                  <a:lnTo>
                    <a:pt x="75248" y="737478"/>
                  </a:lnTo>
                  <a:lnTo>
                    <a:pt x="75097" y="737273"/>
                  </a:lnTo>
                  <a:lnTo>
                    <a:pt x="74891" y="736841"/>
                  </a:lnTo>
                  <a:lnTo>
                    <a:pt x="74813" y="736541"/>
                  </a:lnTo>
                  <a:lnTo>
                    <a:pt x="74779" y="736410"/>
                  </a:lnTo>
                  <a:lnTo>
                    <a:pt x="74573" y="735991"/>
                  </a:lnTo>
                  <a:lnTo>
                    <a:pt x="74358" y="735583"/>
                  </a:lnTo>
                  <a:lnTo>
                    <a:pt x="74145" y="735097"/>
                  </a:lnTo>
                  <a:lnTo>
                    <a:pt x="74093" y="734891"/>
                  </a:lnTo>
                  <a:lnTo>
                    <a:pt x="74083" y="734448"/>
                  </a:lnTo>
                  <a:lnTo>
                    <a:pt x="74092" y="734303"/>
                  </a:lnTo>
                  <a:lnTo>
                    <a:pt x="74099" y="734190"/>
                  </a:lnTo>
                  <a:lnTo>
                    <a:pt x="74103" y="734122"/>
                  </a:lnTo>
                  <a:lnTo>
                    <a:pt x="74165" y="733737"/>
                  </a:lnTo>
                  <a:lnTo>
                    <a:pt x="74247" y="733562"/>
                  </a:lnTo>
                  <a:lnTo>
                    <a:pt x="74252" y="733545"/>
                  </a:lnTo>
                  <a:lnTo>
                    <a:pt x="74378" y="733126"/>
                  </a:lnTo>
                  <a:lnTo>
                    <a:pt x="74432" y="732945"/>
                  </a:lnTo>
                  <a:lnTo>
                    <a:pt x="74461" y="732668"/>
                  </a:lnTo>
                  <a:lnTo>
                    <a:pt x="74473" y="732549"/>
                  </a:lnTo>
                  <a:lnTo>
                    <a:pt x="74484" y="732346"/>
                  </a:lnTo>
                  <a:lnTo>
                    <a:pt x="74481" y="732269"/>
                  </a:lnTo>
                  <a:lnTo>
                    <a:pt x="74500" y="732147"/>
                  </a:lnTo>
                  <a:lnTo>
                    <a:pt x="74401" y="731887"/>
                  </a:lnTo>
                  <a:lnTo>
                    <a:pt x="74386" y="731835"/>
                  </a:lnTo>
                  <a:lnTo>
                    <a:pt x="74364" y="731725"/>
                  </a:lnTo>
                  <a:lnTo>
                    <a:pt x="74334" y="731580"/>
                  </a:lnTo>
                  <a:lnTo>
                    <a:pt x="74278" y="731069"/>
                  </a:lnTo>
                  <a:lnTo>
                    <a:pt x="74196" y="730766"/>
                  </a:lnTo>
                  <a:lnTo>
                    <a:pt x="74082" y="730560"/>
                  </a:lnTo>
                  <a:lnTo>
                    <a:pt x="74042" y="730486"/>
                  </a:lnTo>
                  <a:lnTo>
                    <a:pt x="73898" y="730265"/>
                  </a:lnTo>
                  <a:lnTo>
                    <a:pt x="73834" y="730218"/>
                  </a:lnTo>
                  <a:lnTo>
                    <a:pt x="73724" y="730137"/>
                  </a:lnTo>
                  <a:lnTo>
                    <a:pt x="73128" y="729706"/>
                  </a:lnTo>
                  <a:lnTo>
                    <a:pt x="72995" y="729578"/>
                  </a:lnTo>
                  <a:lnTo>
                    <a:pt x="72933" y="729426"/>
                  </a:lnTo>
                  <a:lnTo>
                    <a:pt x="72933" y="729146"/>
                  </a:lnTo>
                  <a:lnTo>
                    <a:pt x="72944" y="728925"/>
                  </a:lnTo>
                  <a:lnTo>
                    <a:pt x="73016" y="728611"/>
                  </a:lnTo>
                  <a:lnTo>
                    <a:pt x="73108" y="728459"/>
                  </a:lnTo>
                  <a:lnTo>
                    <a:pt x="73282" y="728389"/>
                  </a:lnTo>
                  <a:lnTo>
                    <a:pt x="73426" y="728378"/>
                  </a:lnTo>
                  <a:lnTo>
                    <a:pt x="73580" y="728319"/>
                  </a:lnTo>
                  <a:lnTo>
                    <a:pt x="73645" y="728235"/>
                  </a:lnTo>
                  <a:lnTo>
                    <a:pt x="73832" y="728083"/>
                  </a:lnTo>
                  <a:lnTo>
                    <a:pt x="73724" y="727748"/>
                  </a:lnTo>
                  <a:lnTo>
                    <a:pt x="73601" y="727597"/>
                  </a:lnTo>
                  <a:lnTo>
                    <a:pt x="73508" y="727457"/>
                  </a:lnTo>
                  <a:lnTo>
                    <a:pt x="73375" y="727387"/>
                  </a:lnTo>
                  <a:lnTo>
                    <a:pt x="73282" y="727376"/>
                  </a:lnTo>
                  <a:lnTo>
                    <a:pt x="73036" y="727447"/>
                  </a:lnTo>
                  <a:lnTo>
                    <a:pt x="72957" y="727445"/>
                  </a:lnTo>
                  <a:lnTo>
                    <a:pt x="72591" y="727471"/>
                  </a:lnTo>
                  <a:lnTo>
                    <a:pt x="72209" y="727341"/>
                  </a:lnTo>
                  <a:lnTo>
                    <a:pt x="71682" y="727159"/>
                  </a:lnTo>
                  <a:lnTo>
                    <a:pt x="71293" y="727159"/>
                  </a:lnTo>
                  <a:lnTo>
                    <a:pt x="70843" y="727081"/>
                  </a:lnTo>
                  <a:lnTo>
                    <a:pt x="70301" y="726856"/>
                  </a:lnTo>
                  <a:lnTo>
                    <a:pt x="69865" y="726677"/>
                  </a:lnTo>
                  <a:lnTo>
                    <a:pt x="69714" y="726653"/>
                  </a:lnTo>
                  <a:lnTo>
                    <a:pt x="69531" y="726653"/>
                  </a:lnTo>
                  <a:lnTo>
                    <a:pt x="69404" y="726667"/>
                  </a:lnTo>
                  <a:lnTo>
                    <a:pt x="69002" y="726584"/>
                  </a:lnTo>
                  <a:lnTo>
                    <a:pt x="68802" y="726547"/>
                  </a:lnTo>
                  <a:lnTo>
                    <a:pt x="68293" y="726622"/>
                  </a:lnTo>
                  <a:lnTo>
                    <a:pt x="68026" y="726674"/>
                  </a:lnTo>
                  <a:lnTo>
                    <a:pt x="67484" y="726951"/>
                  </a:lnTo>
                  <a:lnTo>
                    <a:pt x="67178" y="727046"/>
                  </a:lnTo>
                  <a:lnTo>
                    <a:pt x="66904" y="727003"/>
                  </a:lnTo>
                  <a:lnTo>
                    <a:pt x="66698" y="726821"/>
                  </a:lnTo>
                  <a:lnTo>
                    <a:pt x="66545" y="726613"/>
                  </a:lnTo>
                  <a:lnTo>
                    <a:pt x="66308" y="726526"/>
                  </a:lnTo>
                  <a:lnTo>
                    <a:pt x="65850" y="726457"/>
                  </a:lnTo>
                  <a:lnTo>
                    <a:pt x="65285" y="726301"/>
                  </a:lnTo>
                  <a:lnTo>
                    <a:pt x="64659" y="726145"/>
                  </a:lnTo>
                  <a:lnTo>
                    <a:pt x="64346" y="725946"/>
                  </a:lnTo>
                  <a:lnTo>
                    <a:pt x="64255" y="725755"/>
                  </a:lnTo>
                  <a:lnTo>
                    <a:pt x="64262" y="725504"/>
                  </a:lnTo>
                  <a:lnTo>
                    <a:pt x="64407" y="725001"/>
                  </a:lnTo>
                  <a:lnTo>
                    <a:pt x="64384" y="724758"/>
                  </a:lnTo>
                  <a:lnTo>
                    <a:pt x="64262" y="724654"/>
                  </a:lnTo>
                  <a:lnTo>
                    <a:pt x="63980" y="724576"/>
                  </a:lnTo>
                  <a:lnTo>
                    <a:pt x="63758" y="724377"/>
                  </a:lnTo>
                  <a:lnTo>
                    <a:pt x="63644" y="724319"/>
                  </a:lnTo>
                  <a:lnTo>
                    <a:pt x="63484" y="724273"/>
                  </a:lnTo>
                  <a:lnTo>
                    <a:pt x="63270" y="724267"/>
                  </a:lnTo>
                  <a:lnTo>
                    <a:pt x="63171" y="724264"/>
                  </a:lnTo>
                  <a:lnTo>
                    <a:pt x="63041" y="724360"/>
                  </a:lnTo>
                  <a:lnTo>
                    <a:pt x="62934" y="724490"/>
                  </a:lnTo>
                  <a:lnTo>
                    <a:pt x="62934" y="724620"/>
                  </a:lnTo>
                  <a:lnTo>
                    <a:pt x="62903" y="724776"/>
                  </a:lnTo>
                  <a:lnTo>
                    <a:pt x="62835" y="724888"/>
                  </a:lnTo>
                  <a:lnTo>
                    <a:pt x="62598" y="724949"/>
                  </a:lnTo>
                  <a:lnTo>
                    <a:pt x="62500" y="724958"/>
                  </a:lnTo>
                  <a:lnTo>
                    <a:pt x="62415" y="724958"/>
                  </a:lnTo>
                  <a:lnTo>
                    <a:pt x="62329" y="724964"/>
                  </a:lnTo>
                  <a:lnTo>
                    <a:pt x="62186" y="724975"/>
                  </a:lnTo>
                  <a:lnTo>
                    <a:pt x="61979" y="725006"/>
                  </a:lnTo>
                  <a:lnTo>
                    <a:pt x="61957" y="725010"/>
                  </a:lnTo>
                  <a:lnTo>
                    <a:pt x="61664" y="724961"/>
                  </a:lnTo>
                  <a:lnTo>
                    <a:pt x="61644" y="724958"/>
                  </a:lnTo>
                  <a:lnTo>
                    <a:pt x="61633" y="724959"/>
                  </a:lnTo>
                  <a:lnTo>
                    <a:pt x="61542" y="724966"/>
                  </a:lnTo>
                  <a:lnTo>
                    <a:pt x="61308" y="724984"/>
                  </a:lnTo>
                  <a:lnTo>
                    <a:pt x="61038" y="725093"/>
                  </a:lnTo>
                  <a:lnTo>
                    <a:pt x="60987" y="725114"/>
                  </a:lnTo>
                  <a:lnTo>
                    <a:pt x="60926" y="725130"/>
                  </a:lnTo>
                  <a:lnTo>
                    <a:pt x="60659" y="725200"/>
                  </a:lnTo>
                  <a:lnTo>
                    <a:pt x="60392" y="725200"/>
                  </a:lnTo>
                  <a:lnTo>
                    <a:pt x="60163" y="725183"/>
                  </a:lnTo>
                  <a:lnTo>
                    <a:pt x="60064" y="725131"/>
                  </a:lnTo>
                  <a:lnTo>
                    <a:pt x="59758" y="724932"/>
                  </a:lnTo>
                  <a:lnTo>
                    <a:pt x="59453" y="724810"/>
                  </a:lnTo>
                  <a:lnTo>
                    <a:pt x="59155" y="724732"/>
                  </a:lnTo>
                  <a:lnTo>
                    <a:pt x="58972" y="724732"/>
                  </a:lnTo>
                  <a:lnTo>
                    <a:pt x="58804" y="724802"/>
                  </a:lnTo>
                  <a:lnTo>
                    <a:pt x="58748" y="724882"/>
                  </a:lnTo>
                  <a:lnTo>
                    <a:pt x="58682" y="724975"/>
                  </a:lnTo>
                  <a:lnTo>
                    <a:pt x="58580" y="725088"/>
                  </a:lnTo>
                  <a:lnTo>
                    <a:pt x="58407" y="725278"/>
                  </a:lnTo>
                  <a:lnTo>
                    <a:pt x="58221" y="725433"/>
                  </a:lnTo>
                  <a:lnTo>
                    <a:pt x="58041" y="725582"/>
                  </a:lnTo>
                  <a:lnTo>
                    <a:pt x="57857" y="725686"/>
                  </a:lnTo>
                  <a:lnTo>
                    <a:pt x="57769" y="725688"/>
                  </a:lnTo>
                  <a:lnTo>
                    <a:pt x="57583" y="725694"/>
                  </a:lnTo>
                  <a:lnTo>
                    <a:pt x="57354" y="725668"/>
                  </a:lnTo>
                  <a:lnTo>
                    <a:pt x="57216" y="725608"/>
                  </a:lnTo>
                  <a:lnTo>
                    <a:pt x="57048" y="725573"/>
                  </a:lnTo>
                  <a:lnTo>
                    <a:pt x="56960" y="725595"/>
                  </a:lnTo>
                  <a:lnTo>
                    <a:pt x="56911" y="725608"/>
                  </a:lnTo>
                  <a:lnTo>
                    <a:pt x="56692" y="725716"/>
                  </a:lnTo>
                  <a:lnTo>
                    <a:pt x="56613" y="725755"/>
                  </a:lnTo>
                  <a:lnTo>
                    <a:pt x="56308" y="725876"/>
                  </a:lnTo>
                  <a:lnTo>
                    <a:pt x="56063" y="725911"/>
                  </a:lnTo>
                  <a:lnTo>
                    <a:pt x="55934" y="725957"/>
                  </a:lnTo>
                  <a:lnTo>
                    <a:pt x="55925" y="725955"/>
                  </a:lnTo>
                  <a:lnTo>
                    <a:pt x="55727" y="725989"/>
                  </a:lnTo>
                  <a:lnTo>
                    <a:pt x="55705" y="725997"/>
                  </a:lnTo>
                  <a:lnTo>
                    <a:pt x="55686" y="726004"/>
                  </a:lnTo>
                  <a:lnTo>
                    <a:pt x="55631" y="726033"/>
                  </a:lnTo>
                  <a:lnTo>
                    <a:pt x="55613" y="726045"/>
                  </a:lnTo>
                  <a:lnTo>
                    <a:pt x="55601" y="726053"/>
                  </a:lnTo>
                  <a:lnTo>
                    <a:pt x="55375" y="726168"/>
                  </a:lnTo>
                  <a:lnTo>
                    <a:pt x="55170" y="726265"/>
                  </a:lnTo>
                  <a:lnTo>
                    <a:pt x="55140" y="726292"/>
                  </a:lnTo>
                  <a:lnTo>
                    <a:pt x="55010" y="726483"/>
                  </a:lnTo>
                  <a:lnTo>
                    <a:pt x="54972" y="726726"/>
                  </a:lnTo>
                  <a:lnTo>
                    <a:pt x="54972" y="726934"/>
                  </a:lnTo>
                  <a:lnTo>
                    <a:pt x="55056" y="727124"/>
                  </a:lnTo>
                  <a:lnTo>
                    <a:pt x="55201" y="727306"/>
                  </a:lnTo>
                  <a:lnTo>
                    <a:pt x="55354" y="727644"/>
                  </a:lnTo>
                  <a:lnTo>
                    <a:pt x="55369" y="727774"/>
                  </a:lnTo>
                  <a:lnTo>
                    <a:pt x="55346" y="727852"/>
                  </a:lnTo>
                  <a:lnTo>
                    <a:pt x="55231" y="727887"/>
                  </a:lnTo>
                  <a:lnTo>
                    <a:pt x="55197" y="727880"/>
                  </a:lnTo>
                  <a:lnTo>
                    <a:pt x="55102" y="727861"/>
                  </a:lnTo>
                  <a:lnTo>
                    <a:pt x="54926" y="727818"/>
                  </a:lnTo>
                  <a:lnTo>
                    <a:pt x="54804" y="727783"/>
                  </a:lnTo>
                  <a:lnTo>
                    <a:pt x="54705" y="727818"/>
                  </a:lnTo>
                  <a:lnTo>
                    <a:pt x="54674" y="727930"/>
                  </a:lnTo>
                  <a:lnTo>
                    <a:pt x="54720" y="728130"/>
                  </a:lnTo>
                  <a:lnTo>
                    <a:pt x="54728" y="728251"/>
                  </a:lnTo>
                  <a:lnTo>
                    <a:pt x="54598" y="728312"/>
                  </a:lnTo>
                  <a:lnTo>
                    <a:pt x="54254" y="728320"/>
                  </a:lnTo>
                  <a:lnTo>
                    <a:pt x="53934" y="728277"/>
                  </a:lnTo>
                  <a:lnTo>
                    <a:pt x="53796" y="728216"/>
                  </a:lnTo>
                  <a:lnTo>
                    <a:pt x="53651" y="727991"/>
                  </a:lnTo>
                  <a:lnTo>
                    <a:pt x="53445" y="727653"/>
                  </a:lnTo>
                  <a:lnTo>
                    <a:pt x="53271" y="727234"/>
                  </a:lnTo>
                  <a:lnTo>
                    <a:pt x="53258" y="727202"/>
                  </a:lnTo>
                  <a:lnTo>
                    <a:pt x="53201" y="727064"/>
                  </a:lnTo>
                  <a:lnTo>
                    <a:pt x="53059" y="726740"/>
                  </a:lnTo>
                  <a:lnTo>
                    <a:pt x="52763" y="726064"/>
                  </a:lnTo>
                  <a:lnTo>
                    <a:pt x="52729" y="725989"/>
                  </a:lnTo>
                  <a:lnTo>
                    <a:pt x="52310" y="725278"/>
                  </a:lnTo>
                  <a:lnTo>
                    <a:pt x="52210" y="725018"/>
                  </a:lnTo>
                  <a:lnTo>
                    <a:pt x="52077" y="724672"/>
                  </a:lnTo>
                  <a:lnTo>
                    <a:pt x="52026" y="724198"/>
                  </a:lnTo>
                  <a:lnTo>
                    <a:pt x="52026" y="723863"/>
                  </a:lnTo>
                  <a:lnTo>
                    <a:pt x="51949" y="723527"/>
                  </a:lnTo>
                  <a:lnTo>
                    <a:pt x="51959" y="723262"/>
                  </a:lnTo>
                  <a:lnTo>
                    <a:pt x="52020" y="723003"/>
                  </a:lnTo>
                  <a:lnTo>
                    <a:pt x="51862" y="723003"/>
                  </a:lnTo>
                  <a:lnTo>
                    <a:pt x="51701" y="723008"/>
                  </a:lnTo>
                  <a:lnTo>
                    <a:pt x="51161" y="723019"/>
                  </a:lnTo>
                  <a:lnTo>
                    <a:pt x="50337" y="723043"/>
                  </a:lnTo>
                  <a:lnTo>
                    <a:pt x="50092" y="723100"/>
                  </a:lnTo>
                  <a:lnTo>
                    <a:pt x="49940" y="723274"/>
                  </a:lnTo>
                  <a:lnTo>
                    <a:pt x="49880" y="723431"/>
                  </a:lnTo>
                  <a:lnTo>
                    <a:pt x="49838" y="723539"/>
                  </a:lnTo>
                  <a:lnTo>
                    <a:pt x="49858" y="723794"/>
                  </a:lnTo>
                  <a:lnTo>
                    <a:pt x="49855" y="723868"/>
                  </a:lnTo>
                  <a:lnTo>
                    <a:pt x="49848" y="724036"/>
                  </a:lnTo>
                  <a:lnTo>
                    <a:pt x="49767" y="724163"/>
                  </a:lnTo>
                  <a:lnTo>
                    <a:pt x="49565" y="724236"/>
                  </a:lnTo>
                  <a:lnTo>
                    <a:pt x="49543" y="724244"/>
                  </a:lnTo>
                  <a:lnTo>
                    <a:pt x="49415" y="724257"/>
                  </a:lnTo>
                  <a:lnTo>
                    <a:pt x="48983" y="724302"/>
                  </a:lnTo>
                  <a:lnTo>
                    <a:pt x="48793" y="724323"/>
                  </a:lnTo>
                  <a:lnTo>
                    <a:pt x="48611" y="724342"/>
                  </a:lnTo>
                  <a:lnTo>
                    <a:pt x="48555" y="724348"/>
                  </a:lnTo>
                  <a:lnTo>
                    <a:pt x="48108" y="724325"/>
                  </a:lnTo>
                  <a:lnTo>
                    <a:pt x="47660" y="724221"/>
                  </a:lnTo>
                  <a:lnTo>
                    <a:pt x="47293" y="723921"/>
                  </a:lnTo>
                  <a:lnTo>
                    <a:pt x="47059" y="723528"/>
                  </a:lnTo>
                  <a:lnTo>
                    <a:pt x="46988" y="723239"/>
                  </a:lnTo>
                  <a:lnTo>
                    <a:pt x="46994" y="723217"/>
                  </a:lnTo>
                  <a:lnTo>
                    <a:pt x="47049" y="722996"/>
                  </a:lnTo>
                  <a:lnTo>
                    <a:pt x="47061" y="722891"/>
                  </a:lnTo>
                  <a:lnTo>
                    <a:pt x="47080" y="722719"/>
                  </a:lnTo>
                  <a:lnTo>
                    <a:pt x="47029" y="722603"/>
                  </a:lnTo>
                  <a:lnTo>
                    <a:pt x="46835" y="722511"/>
                  </a:lnTo>
                  <a:lnTo>
                    <a:pt x="46611" y="722222"/>
                  </a:lnTo>
                  <a:lnTo>
                    <a:pt x="46571" y="722026"/>
                  </a:lnTo>
                  <a:lnTo>
                    <a:pt x="46499" y="721621"/>
                  </a:lnTo>
                  <a:lnTo>
                    <a:pt x="46398" y="721448"/>
                  </a:lnTo>
                  <a:lnTo>
                    <a:pt x="46265" y="721425"/>
                  </a:lnTo>
                  <a:lnTo>
                    <a:pt x="46102" y="721448"/>
                  </a:lnTo>
                  <a:lnTo>
                    <a:pt x="45828" y="721564"/>
                  </a:lnTo>
                  <a:lnTo>
                    <a:pt x="45769" y="721599"/>
                  </a:lnTo>
                  <a:lnTo>
                    <a:pt x="45502" y="721760"/>
                  </a:lnTo>
                  <a:lnTo>
                    <a:pt x="45321" y="721913"/>
                  </a:lnTo>
                  <a:lnTo>
                    <a:pt x="44871" y="722107"/>
                  </a:lnTo>
                  <a:lnTo>
                    <a:pt x="44464" y="722257"/>
                  </a:lnTo>
                  <a:lnTo>
                    <a:pt x="44138" y="722338"/>
                  </a:lnTo>
                  <a:lnTo>
                    <a:pt x="43843" y="722407"/>
                  </a:lnTo>
                  <a:lnTo>
                    <a:pt x="43609" y="722557"/>
                  </a:lnTo>
                  <a:lnTo>
                    <a:pt x="43425" y="722742"/>
                  </a:lnTo>
                  <a:lnTo>
                    <a:pt x="43401" y="722781"/>
                  </a:lnTo>
                  <a:lnTo>
                    <a:pt x="43311" y="722929"/>
                  </a:lnTo>
                  <a:lnTo>
                    <a:pt x="43263" y="723008"/>
                  </a:lnTo>
                  <a:lnTo>
                    <a:pt x="43151" y="723262"/>
                  </a:lnTo>
                  <a:lnTo>
                    <a:pt x="42876" y="723482"/>
                  </a:lnTo>
                  <a:lnTo>
                    <a:pt x="42560" y="723632"/>
                  </a:lnTo>
                  <a:lnTo>
                    <a:pt x="42062" y="723747"/>
                  </a:lnTo>
                  <a:lnTo>
                    <a:pt x="41408" y="723916"/>
                  </a:lnTo>
                  <a:lnTo>
                    <a:pt x="41402" y="723910"/>
                  </a:lnTo>
                  <a:lnTo>
                    <a:pt x="41209" y="724052"/>
                  </a:lnTo>
                  <a:lnTo>
                    <a:pt x="40991" y="723750"/>
                  </a:lnTo>
                  <a:lnTo>
                    <a:pt x="40497" y="723230"/>
                  </a:lnTo>
                  <a:lnTo>
                    <a:pt x="40340" y="723093"/>
                  </a:lnTo>
                  <a:lnTo>
                    <a:pt x="40234" y="722959"/>
                  </a:lnTo>
                  <a:lnTo>
                    <a:pt x="40092" y="722755"/>
                  </a:lnTo>
                  <a:lnTo>
                    <a:pt x="39980" y="722439"/>
                  </a:lnTo>
                  <a:lnTo>
                    <a:pt x="39968" y="722357"/>
                  </a:lnTo>
                  <a:lnTo>
                    <a:pt x="39949" y="722235"/>
                  </a:lnTo>
                  <a:lnTo>
                    <a:pt x="39826" y="721996"/>
                  </a:lnTo>
                  <a:lnTo>
                    <a:pt x="39671" y="721869"/>
                  </a:lnTo>
                  <a:lnTo>
                    <a:pt x="39497" y="721799"/>
                  </a:lnTo>
                  <a:lnTo>
                    <a:pt x="39403" y="721805"/>
                  </a:lnTo>
                  <a:lnTo>
                    <a:pt x="39367" y="721801"/>
                  </a:lnTo>
                  <a:lnTo>
                    <a:pt x="39208" y="721869"/>
                  </a:lnTo>
                  <a:lnTo>
                    <a:pt x="39099" y="722011"/>
                  </a:lnTo>
                  <a:lnTo>
                    <a:pt x="39087" y="722042"/>
                  </a:lnTo>
                  <a:lnTo>
                    <a:pt x="39068" y="722065"/>
                  </a:lnTo>
                  <a:lnTo>
                    <a:pt x="38915" y="722382"/>
                  </a:lnTo>
                  <a:lnTo>
                    <a:pt x="38795" y="722533"/>
                  </a:lnTo>
                  <a:lnTo>
                    <a:pt x="38757" y="722551"/>
                  </a:lnTo>
                  <a:lnTo>
                    <a:pt x="38695" y="722579"/>
                  </a:lnTo>
                  <a:lnTo>
                    <a:pt x="38569" y="722533"/>
                  </a:lnTo>
                  <a:lnTo>
                    <a:pt x="38502" y="722443"/>
                  </a:lnTo>
                  <a:lnTo>
                    <a:pt x="38416" y="722314"/>
                  </a:lnTo>
                  <a:lnTo>
                    <a:pt x="38370" y="722174"/>
                  </a:lnTo>
                  <a:lnTo>
                    <a:pt x="38341" y="722123"/>
                  </a:lnTo>
                  <a:lnTo>
                    <a:pt x="38317" y="721801"/>
                  </a:lnTo>
                  <a:lnTo>
                    <a:pt x="38317" y="721571"/>
                  </a:lnTo>
                  <a:lnTo>
                    <a:pt x="38311" y="721128"/>
                  </a:lnTo>
                  <a:lnTo>
                    <a:pt x="38317" y="720874"/>
                  </a:lnTo>
                  <a:lnTo>
                    <a:pt x="38282" y="720525"/>
                  </a:lnTo>
                  <a:lnTo>
                    <a:pt x="38219" y="720393"/>
                  </a:lnTo>
                  <a:lnTo>
                    <a:pt x="38199" y="720350"/>
                  </a:lnTo>
                  <a:lnTo>
                    <a:pt x="38066" y="720239"/>
                  </a:lnTo>
                  <a:lnTo>
                    <a:pt x="37974" y="720162"/>
                  </a:lnTo>
                  <a:lnTo>
                    <a:pt x="37600" y="720037"/>
                  </a:lnTo>
                  <a:lnTo>
                    <a:pt x="37501" y="719988"/>
                  </a:lnTo>
                  <a:lnTo>
                    <a:pt x="37205" y="719827"/>
                  </a:lnTo>
                  <a:lnTo>
                    <a:pt x="37099" y="719733"/>
                  </a:lnTo>
                  <a:lnTo>
                    <a:pt x="37071" y="719657"/>
                  </a:lnTo>
                  <a:lnTo>
                    <a:pt x="37004" y="719477"/>
                  </a:lnTo>
                  <a:lnTo>
                    <a:pt x="37004" y="719465"/>
                  </a:lnTo>
                  <a:lnTo>
                    <a:pt x="37004" y="719276"/>
                  </a:lnTo>
                  <a:lnTo>
                    <a:pt x="37044" y="719069"/>
                  </a:lnTo>
                  <a:lnTo>
                    <a:pt x="37051" y="719034"/>
                  </a:lnTo>
                  <a:lnTo>
                    <a:pt x="37217" y="718806"/>
                  </a:lnTo>
                  <a:lnTo>
                    <a:pt x="37277" y="718770"/>
                  </a:lnTo>
                  <a:lnTo>
                    <a:pt x="37288" y="718752"/>
                  </a:lnTo>
                  <a:lnTo>
                    <a:pt x="37607" y="718524"/>
                  </a:lnTo>
                  <a:lnTo>
                    <a:pt x="37785" y="718430"/>
                  </a:lnTo>
                  <a:lnTo>
                    <a:pt x="38021" y="718416"/>
                  </a:lnTo>
                  <a:lnTo>
                    <a:pt x="38134" y="718354"/>
                  </a:lnTo>
                  <a:lnTo>
                    <a:pt x="38143" y="718339"/>
                  </a:lnTo>
                  <a:lnTo>
                    <a:pt x="38165" y="718059"/>
                  </a:lnTo>
                  <a:lnTo>
                    <a:pt x="38202" y="717804"/>
                  </a:lnTo>
                  <a:lnTo>
                    <a:pt x="38183" y="717606"/>
                  </a:lnTo>
                  <a:lnTo>
                    <a:pt x="38115" y="717447"/>
                  </a:lnTo>
                  <a:lnTo>
                    <a:pt x="38092" y="717409"/>
                  </a:lnTo>
                  <a:lnTo>
                    <a:pt x="37726" y="717087"/>
                  </a:lnTo>
                  <a:lnTo>
                    <a:pt x="37584" y="716939"/>
                  </a:lnTo>
                  <a:lnTo>
                    <a:pt x="37536" y="716778"/>
                  </a:lnTo>
                  <a:lnTo>
                    <a:pt x="37608" y="716568"/>
                  </a:lnTo>
                  <a:lnTo>
                    <a:pt x="37619" y="716536"/>
                  </a:lnTo>
                  <a:lnTo>
                    <a:pt x="37640" y="716513"/>
                  </a:lnTo>
                  <a:lnTo>
                    <a:pt x="37868" y="716348"/>
                  </a:lnTo>
                  <a:lnTo>
                    <a:pt x="38282" y="716160"/>
                  </a:lnTo>
                  <a:lnTo>
                    <a:pt x="38367" y="716069"/>
                  </a:lnTo>
                  <a:lnTo>
                    <a:pt x="38394" y="716040"/>
                  </a:lnTo>
                  <a:lnTo>
                    <a:pt x="38495" y="715932"/>
                  </a:lnTo>
                  <a:lnTo>
                    <a:pt x="38625" y="715583"/>
                  </a:lnTo>
                  <a:lnTo>
                    <a:pt x="38790" y="715140"/>
                  </a:lnTo>
                  <a:lnTo>
                    <a:pt x="38853" y="715062"/>
                  </a:lnTo>
                  <a:lnTo>
                    <a:pt x="39039" y="714831"/>
                  </a:lnTo>
                  <a:lnTo>
                    <a:pt x="39145" y="714763"/>
                  </a:lnTo>
                  <a:lnTo>
                    <a:pt x="39488" y="714669"/>
                  </a:lnTo>
                  <a:lnTo>
                    <a:pt x="40080" y="714629"/>
                  </a:lnTo>
                  <a:lnTo>
                    <a:pt x="40470" y="714643"/>
                  </a:lnTo>
                  <a:lnTo>
                    <a:pt x="40622" y="714716"/>
                  </a:lnTo>
                  <a:lnTo>
                    <a:pt x="40719" y="714737"/>
                  </a:lnTo>
                  <a:lnTo>
                    <a:pt x="40991" y="714871"/>
                  </a:lnTo>
                  <a:lnTo>
                    <a:pt x="41180" y="714965"/>
                  </a:lnTo>
                  <a:lnTo>
                    <a:pt x="41310" y="715126"/>
                  </a:lnTo>
                  <a:lnTo>
                    <a:pt x="41452" y="715234"/>
                  </a:lnTo>
                  <a:lnTo>
                    <a:pt x="41590" y="715254"/>
                  </a:lnTo>
                  <a:lnTo>
                    <a:pt x="41630" y="715260"/>
                  </a:lnTo>
                  <a:lnTo>
                    <a:pt x="41831" y="715247"/>
                  </a:lnTo>
                  <a:lnTo>
                    <a:pt x="42067" y="715113"/>
                  </a:lnTo>
                  <a:lnTo>
                    <a:pt x="42198" y="714857"/>
                  </a:lnTo>
                  <a:lnTo>
                    <a:pt x="42233" y="714481"/>
                  </a:lnTo>
                  <a:lnTo>
                    <a:pt x="42257" y="714132"/>
                  </a:lnTo>
                  <a:lnTo>
                    <a:pt x="42259" y="714128"/>
                  </a:lnTo>
                  <a:lnTo>
                    <a:pt x="42316" y="714038"/>
                  </a:lnTo>
                  <a:lnTo>
                    <a:pt x="42493" y="714025"/>
                  </a:lnTo>
                  <a:lnTo>
                    <a:pt x="42706" y="714052"/>
                  </a:lnTo>
                  <a:lnTo>
                    <a:pt x="42919" y="714173"/>
                  </a:lnTo>
                  <a:lnTo>
                    <a:pt x="43073" y="714226"/>
                  </a:lnTo>
                  <a:lnTo>
                    <a:pt x="43180" y="714226"/>
                  </a:lnTo>
                  <a:lnTo>
                    <a:pt x="43250" y="714105"/>
                  </a:lnTo>
                  <a:lnTo>
                    <a:pt x="43345" y="713877"/>
                  </a:lnTo>
                  <a:lnTo>
                    <a:pt x="43499" y="713783"/>
                  </a:lnTo>
                  <a:lnTo>
                    <a:pt x="43688" y="713783"/>
                  </a:lnTo>
                  <a:lnTo>
                    <a:pt x="43854" y="713891"/>
                  </a:lnTo>
                  <a:lnTo>
                    <a:pt x="44031" y="714119"/>
                  </a:lnTo>
                  <a:lnTo>
                    <a:pt x="44164" y="714408"/>
                  </a:lnTo>
                  <a:lnTo>
                    <a:pt x="44173" y="714428"/>
                  </a:lnTo>
                  <a:lnTo>
                    <a:pt x="44193" y="714458"/>
                  </a:lnTo>
                  <a:lnTo>
                    <a:pt x="44315" y="714643"/>
                  </a:lnTo>
                  <a:lnTo>
                    <a:pt x="44422" y="714857"/>
                  </a:lnTo>
                  <a:lnTo>
                    <a:pt x="44575" y="714992"/>
                  </a:lnTo>
                  <a:lnTo>
                    <a:pt x="44765" y="715019"/>
                  </a:lnTo>
                  <a:lnTo>
                    <a:pt x="44826" y="715019"/>
                  </a:lnTo>
                  <a:lnTo>
                    <a:pt x="44966" y="714966"/>
                  </a:lnTo>
                  <a:lnTo>
                    <a:pt x="44993" y="714923"/>
                  </a:lnTo>
                  <a:lnTo>
                    <a:pt x="45037" y="714848"/>
                  </a:lnTo>
                  <a:lnTo>
                    <a:pt x="45278" y="714597"/>
                  </a:lnTo>
                  <a:lnTo>
                    <a:pt x="45571" y="714167"/>
                  </a:lnTo>
                  <a:lnTo>
                    <a:pt x="45973" y="713793"/>
                  </a:lnTo>
                  <a:lnTo>
                    <a:pt x="46010" y="713759"/>
                  </a:lnTo>
                  <a:lnTo>
                    <a:pt x="46449" y="713434"/>
                  </a:lnTo>
                  <a:lnTo>
                    <a:pt x="46692" y="713281"/>
                  </a:lnTo>
                  <a:lnTo>
                    <a:pt x="46809" y="713207"/>
                  </a:lnTo>
                  <a:lnTo>
                    <a:pt x="46974" y="713124"/>
                  </a:lnTo>
                  <a:lnTo>
                    <a:pt x="47301" y="712958"/>
                  </a:lnTo>
                  <a:lnTo>
                    <a:pt x="47614" y="712867"/>
                  </a:lnTo>
                  <a:lnTo>
                    <a:pt x="47874" y="712913"/>
                  </a:lnTo>
                  <a:lnTo>
                    <a:pt x="48053" y="713003"/>
                  </a:lnTo>
                  <a:lnTo>
                    <a:pt x="48061" y="713010"/>
                  </a:lnTo>
                  <a:lnTo>
                    <a:pt x="48286" y="713192"/>
                  </a:lnTo>
                  <a:lnTo>
                    <a:pt x="48416" y="713318"/>
                  </a:lnTo>
                  <a:lnTo>
                    <a:pt x="48481" y="713397"/>
                  </a:lnTo>
                  <a:lnTo>
                    <a:pt x="48915" y="713774"/>
                  </a:lnTo>
                  <a:lnTo>
                    <a:pt x="49154" y="713966"/>
                  </a:lnTo>
                  <a:lnTo>
                    <a:pt x="49281" y="714141"/>
                  </a:lnTo>
                  <a:lnTo>
                    <a:pt x="49499" y="714357"/>
                  </a:lnTo>
                  <a:lnTo>
                    <a:pt x="49788" y="714437"/>
                  </a:lnTo>
                  <a:lnTo>
                    <a:pt x="49971" y="714589"/>
                  </a:lnTo>
                  <a:lnTo>
                    <a:pt x="50076" y="714789"/>
                  </a:lnTo>
                  <a:lnTo>
                    <a:pt x="50196" y="715092"/>
                  </a:lnTo>
                  <a:lnTo>
                    <a:pt x="50309" y="715356"/>
                  </a:lnTo>
                  <a:lnTo>
                    <a:pt x="50379" y="715580"/>
                  </a:lnTo>
                  <a:lnTo>
                    <a:pt x="50506" y="715812"/>
                  </a:lnTo>
                  <a:lnTo>
                    <a:pt x="50675" y="715923"/>
                  </a:lnTo>
                  <a:lnTo>
                    <a:pt x="50837" y="715931"/>
                  </a:lnTo>
                  <a:lnTo>
                    <a:pt x="51111" y="715899"/>
                  </a:lnTo>
                  <a:lnTo>
                    <a:pt x="51660" y="715804"/>
                  </a:lnTo>
                  <a:lnTo>
                    <a:pt x="52069" y="715780"/>
                  </a:lnTo>
                  <a:lnTo>
                    <a:pt x="52305" y="715741"/>
                  </a:lnTo>
                  <a:lnTo>
                    <a:pt x="52564" y="715699"/>
                  </a:lnTo>
                  <a:lnTo>
                    <a:pt x="52766" y="715667"/>
                  </a:lnTo>
                  <a:lnTo>
                    <a:pt x="52857" y="715652"/>
                  </a:lnTo>
                  <a:lnTo>
                    <a:pt x="52951" y="715635"/>
                  </a:lnTo>
                  <a:lnTo>
                    <a:pt x="53216" y="715588"/>
                  </a:lnTo>
                  <a:lnTo>
                    <a:pt x="53507" y="715426"/>
                  </a:lnTo>
                  <a:lnTo>
                    <a:pt x="53574" y="715369"/>
                  </a:lnTo>
                  <a:lnTo>
                    <a:pt x="53688" y="715267"/>
                  </a:lnTo>
                  <a:lnTo>
                    <a:pt x="54064" y="715204"/>
                  </a:lnTo>
                  <a:lnTo>
                    <a:pt x="54304" y="715118"/>
                  </a:lnTo>
                  <a:lnTo>
                    <a:pt x="54456" y="715018"/>
                  </a:lnTo>
                  <a:lnTo>
                    <a:pt x="54514" y="714734"/>
                  </a:lnTo>
                  <a:lnTo>
                    <a:pt x="54532" y="714645"/>
                  </a:lnTo>
                  <a:lnTo>
                    <a:pt x="54784" y="714071"/>
                  </a:lnTo>
                  <a:lnTo>
                    <a:pt x="54873" y="713669"/>
                  </a:lnTo>
                  <a:lnTo>
                    <a:pt x="54897" y="713584"/>
                  </a:lnTo>
                  <a:lnTo>
                    <a:pt x="54912" y="713516"/>
                  </a:lnTo>
                  <a:lnTo>
                    <a:pt x="54918" y="713506"/>
                  </a:lnTo>
                  <a:lnTo>
                    <a:pt x="55040" y="713322"/>
                  </a:lnTo>
                  <a:lnTo>
                    <a:pt x="55063" y="713286"/>
                  </a:lnTo>
                  <a:lnTo>
                    <a:pt x="55230" y="713114"/>
                  </a:lnTo>
                  <a:lnTo>
                    <a:pt x="55249" y="713095"/>
                  </a:lnTo>
                  <a:lnTo>
                    <a:pt x="55771" y="712999"/>
                  </a:lnTo>
                  <a:lnTo>
                    <a:pt x="56310" y="712980"/>
                  </a:lnTo>
                  <a:lnTo>
                    <a:pt x="56934" y="712923"/>
                  </a:lnTo>
                  <a:lnTo>
                    <a:pt x="56943" y="712921"/>
                  </a:lnTo>
                  <a:lnTo>
                    <a:pt x="57380" y="712858"/>
                  </a:lnTo>
                  <a:lnTo>
                    <a:pt x="57591" y="712827"/>
                  </a:lnTo>
                  <a:lnTo>
                    <a:pt x="57720" y="712782"/>
                  </a:lnTo>
                  <a:lnTo>
                    <a:pt x="57867" y="712730"/>
                  </a:lnTo>
                  <a:lnTo>
                    <a:pt x="58079" y="712655"/>
                  </a:lnTo>
                  <a:lnTo>
                    <a:pt x="58642" y="712474"/>
                  </a:lnTo>
                  <a:lnTo>
                    <a:pt x="58924" y="712368"/>
                  </a:lnTo>
                  <a:lnTo>
                    <a:pt x="58932" y="712362"/>
                  </a:lnTo>
                  <a:lnTo>
                    <a:pt x="59133" y="712250"/>
                  </a:lnTo>
                  <a:lnTo>
                    <a:pt x="59645" y="712073"/>
                  </a:lnTo>
                  <a:lnTo>
                    <a:pt x="59783" y="712026"/>
                  </a:lnTo>
                  <a:lnTo>
                    <a:pt x="60474" y="711684"/>
                  </a:lnTo>
                  <a:lnTo>
                    <a:pt x="60775" y="711531"/>
                  </a:lnTo>
                  <a:lnTo>
                    <a:pt x="60970" y="711497"/>
                  </a:lnTo>
                  <a:lnTo>
                    <a:pt x="61301" y="711565"/>
                  </a:lnTo>
                  <a:lnTo>
                    <a:pt x="61381" y="711584"/>
                  </a:lnTo>
                  <a:lnTo>
                    <a:pt x="61661" y="711650"/>
                  </a:lnTo>
                  <a:lnTo>
                    <a:pt x="61847" y="711642"/>
                  </a:lnTo>
                  <a:lnTo>
                    <a:pt x="62052" y="711633"/>
                  </a:lnTo>
                  <a:lnTo>
                    <a:pt x="62285" y="711613"/>
                  </a:lnTo>
                  <a:lnTo>
                    <a:pt x="62441" y="711544"/>
                  </a:lnTo>
                  <a:lnTo>
                    <a:pt x="62565" y="711326"/>
                  </a:lnTo>
                  <a:lnTo>
                    <a:pt x="62613" y="711019"/>
                  </a:lnTo>
                  <a:lnTo>
                    <a:pt x="62621" y="710968"/>
                  </a:lnTo>
                  <a:lnTo>
                    <a:pt x="62722" y="710636"/>
                  </a:lnTo>
                  <a:lnTo>
                    <a:pt x="62880" y="710329"/>
                  </a:lnTo>
                  <a:lnTo>
                    <a:pt x="63100" y="710033"/>
                  </a:lnTo>
                  <a:lnTo>
                    <a:pt x="63189" y="709846"/>
                  </a:lnTo>
                  <a:lnTo>
                    <a:pt x="63175" y="709446"/>
                  </a:lnTo>
                  <a:lnTo>
                    <a:pt x="63083" y="709292"/>
                  </a:lnTo>
                  <a:lnTo>
                    <a:pt x="62880" y="709049"/>
                  </a:lnTo>
                  <a:lnTo>
                    <a:pt x="62846" y="708806"/>
                  </a:lnTo>
                  <a:lnTo>
                    <a:pt x="62869" y="708333"/>
                  </a:lnTo>
                  <a:lnTo>
                    <a:pt x="62911" y="708225"/>
                  </a:lnTo>
                  <a:lnTo>
                    <a:pt x="63054" y="708133"/>
                  </a:lnTo>
                  <a:lnTo>
                    <a:pt x="63655" y="707723"/>
                  </a:lnTo>
                  <a:lnTo>
                    <a:pt x="63680" y="707624"/>
                  </a:lnTo>
                  <a:lnTo>
                    <a:pt x="63722" y="707458"/>
                  </a:lnTo>
                  <a:lnTo>
                    <a:pt x="63735" y="707405"/>
                  </a:lnTo>
                  <a:lnTo>
                    <a:pt x="63675" y="706927"/>
                  </a:lnTo>
                  <a:lnTo>
                    <a:pt x="62954" y="705540"/>
                  </a:lnTo>
                  <a:lnTo>
                    <a:pt x="62731" y="705265"/>
                  </a:lnTo>
                  <a:lnTo>
                    <a:pt x="62714" y="705245"/>
                  </a:lnTo>
                  <a:lnTo>
                    <a:pt x="62113" y="704790"/>
                  </a:lnTo>
                  <a:lnTo>
                    <a:pt x="62078" y="704759"/>
                  </a:lnTo>
                  <a:lnTo>
                    <a:pt x="61543" y="704282"/>
                  </a:lnTo>
                  <a:lnTo>
                    <a:pt x="61472" y="704218"/>
                  </a:lnTo>
                  <a:lnTo>
                    <a:pt x="61271" y="704039"/>
                  </a:lnTo>
                  <a:lnTo>
                    <a:pt x="61071" y="703766"/>
                  </a:lnTo>
                  <a:lnTo>
                    <a:pt x="61054" y="703702"/>
                  </a:lnTo>
                  <a:lnTo>
                    <a:pt x="60988" y="703455"/>
                  </a:lnTo>
                  <a:lnTo>
                    <a:pt x="60931" y="703243"/>
                  </a:lnTo>
                  <a:lnTo>
                    <a:pt x="60771" y="703084"/>
                  </a:lnTo>
                  <a:lnTo>
                    <a:pt x="60517" y="703002"/>
                  </a:lnTo>
                  <a:lnTo>
                    <a:pt x="60490" y="702993"/>
                  </a:lnTo>
                  <a:lnTo>
                    <a:pt x="60210" y="702993"/>
                  </a:lnTo>
                  <a:lnTo>
                    <a:pt x="59749" y="703198"/>
                  </a:lnTo>
                  <a:lnTo>
                    <a:pt x="59304" y="703396"/>
                  </a:lnTo>
                  <a:lnTo>
                    <a:pt x="59288" y="703403"/>
                  </a:lnTo>
                  <a:lnTo>
                    <a:pt x="59011" y="703442"/>
                  </a:lnTo>
                  <a:lnTo>
                    <a:pt x="58968" y="703448"/>
                  </a:lnTo>
                  <a:lnTo>
                    <a:pt x="58407" y="703289"/>
                  </a:lnTo>
                  <a:lnTo>
                    <a:pt x="57966" y="703130"/>
                  </a:lnTo>
                  <a:lnTo>
                    <a:pt x="57827" y="702954"/>
                  </a:lnTo>
                  <a:lnTo>
                    <a:pt x="57800" y="702845"/>
                  </a:lnTo>
                  <a:lnTo>
                    <a:pt x="57826" y="702743"/>
                  </a:lnTo>
                  <a:lnTo>
                    <a:pt x="57832" y="702731"/>
                  </a:lnTo>
                  <a:lnTo>
                    <a:pt x="57852" y="702625"/>
                  </a:lnTo>
                  <a:lnTo>
                    <a:pt x="57922" y="702540"/>
                  </a:lnTo>
                  <a:lnTo>
                    <a:pt x="57949" y="702484"/>
                  </a:lnTo>
                  <a:lnTo>
                    <a:pt x="57966" y="702448"/>
                  </a:lnTo>
                  <a:lnTo>
                    <a:pt x="57966" y="702288"/>
                  </a:lnTo>
                  <a:lnTo>
                    <a:pt x="57746" y="702152"/>
                  </a:lnTo>
                  <a:lnTo>
                    <a:pt x="57325" y="701879"/>
                  </a:lnTo>
                  <a:lnTo>
                    <a:pt x="56198" y="701363"/>
                  </a:lnTo>
                  <a:lnTo>
                    <a:pt x="56183" y="701356"/>
                  </a:lnTo>
                  <a:lnTo>
                    <a:pt x="55936" y="701249"/>
                  </a:lnTo>
                  <a:lnTo>
                    <a:pt x="55628" y="701117"/>
                  </a:lnTo>
                  <a:lnTo>
                    <a:pt x="55603" y="701106"/>
                  </a:lnTo>
                  <a:lnTo>
                    <a:pt x="55508" y="700924"/>
                  </a:lnTo>
                  <a:lnTo>
                    <a:pt x="55381" y="700781"/>
                  </a:lnTo>
                  <a:lnTo>
                    <a:pt x="55209" y="700546"/>
                  </a:lnTo>
                  <a:lnTo>
                    <a:pt x="55122" y="700333"/>
                  </a:lnTo>
                  <a:lnTo>
                    <a:pt x="55002" y="699878"/>
                  </a:lnTo>
                  <a:lnTo>
                    <a:pt x="54889" y="699092"/>
                  </a:lnTo>
                  <a:lnTo>
                    <a:pt x="54861" y="698900"/>
                  </a:lnTo>
                  <a:lnTo>
                    <a:pt x="54721" y="698445"/>
                  </a:lnTo>
                  <a:lnTo>
                    <a:pt x="54541" y="697899"/>
                  </a:lnTo>
                  <a:lnTo>
                    <a:pt x="54249" y="697530"/>
                  </a:lnTo>
                  <a:lnTo>
                    <a:pt x="53800" y="696808"/>
                  </a:lnTo>
                  <a:lnTo>
                    <a:pt x="53700" y="696558"/>
                  </a:lnTo>
                  <a:lnTo>
                    <a:pt x="53760" y="696330"/>
                  </a:lnTo>
                  <a:lnTo>
                    <a:pt x="53900" y="696103"/>
                  </a:lnTo>
                  <a:lnTo>
                    <a:pt x="53927" y="696076"/>
                  </a:lnTo>
                  <a:lnTo>
                    <a:pt x="53935" y="696062"/>
                  </a:lnTo>
                  <a:lnTo>
                    <a:pt x="53943" y="696008"/>
                  </a:lnTo>
                  <a:lnTo>
                    <a:pt x="53945" y="695997"/>
                  </a:lnTo>
                  <a:lnTo>
                    <a:pt x="54128" y="695836"/>
                  </a:lnTo>
                  <a:lnTo>
                    <a:pt x="54488" y="695682"/>
                  </a:lnTo>
                  <a:lnTo>
                    <a:pt x="54699" y="695478"/>
                  </a:lnTo>
                  <a:lnTo>
                    <a:pt x="54700" y="695472"/>
                  </a:lnTo>
                  <a:lnTo>
                    <a:pt x="54804" y="695154"/>
                  </a:lnTo>
                  <a:lnTo>
                    <a:pt x="54759" y="694352"/>
                  </a:lnTo>
                  <a:lnTo>
                    <a:pt x="54774" y="694147"/>
                  </a:lnTo>
                  <a:lnTo>
                    <a:pt x="54894" y="694028"/>
                  </a:lnTo>
                  <a:lnTo>
                    <a:pt x="55059" y="693960"/>
                  </a:lnTo>
                  <a:lnTo>
                    <a:pt x="55322" y="693920"/>
                  </a:lnTo>
                  <a:lnTo>
                    <a:pt x="55582" y="693897"/>
                  </a:lnTo>
                  <a:lnTo>
                    <a:pt x="55863" y="693693"/>
                  </a:lnTo>
                  <a:lnTo>
                    <a:pt x="56304" y="693215"/>
                  </a:lnTo>
                  <a:lnTo>
                    <a:pt x="56468" y="692962"/>
                  </a:lnTo>
                  <a:lnTo>
                    <a:pt x="56584" y="692783"/>
                  </a:lnTo>
                  <a:lnTo>
                    <a:pt x="56878" y="692533"/>
                  </a:lnTo>
                  <a:lnTo>
                    <a:pt x="56905" y="692510"/>
                  </a:lnTo>
                  <a:lnTo>
                    <a:pt x="57346" y="692212"/>
                  </a:lnTo>
                  <a:lnTo>
                    <a:pt x="57555" y="692071"/>
                  </a:lnTo>
                  <a:lnTo>
                    <a:pt x="57746" y="691942"/>
                  </a:lnTo>
                  <a:lnTo>
                    <a:pt x="57829" y="691863"/>
                  </a:lnTo>
                  <a:lnTo>
                    <a:pt x="57943" y="691755"/>
                  </a:lnTo>
                  <a:lnTo>
                    <a:pt x="58106" y="691600"/>
                  </a:lnTo>
                  <a:lnTo>
                    <a:pt x="58211" y="691400"/>
                  </a:lnTo>
                  <a:lnTo>
                    <a:pt x="58167" y="691146"/>
                  </a:lnTo>
                  <a:lnTo>
                    <a:pt x="57946" y="690827"/>
                  </a:lnTo>
                  <a:lnTo>
                    <a:pt x="57766" y="690645"/>
                  </a:lnTo>
                  <a:lnTo>
                    <a:pt x="57547" y="690510"/>
                  </a:lnTo>
                  <a:lnTo>
                    <a:pt x="57325" y="690372"/>
                  </a:lnTo>
                  <a:lnTo>
                    <a:pt x="56967" y="690130"/>
                  </a:lnTo>
                  <a:lnTo>
                    <a:pt x="56950" y="690118"/>
                  </a:lnTo>
                  <a:lnTo>
                    <a:pt x="56344" y="689690"/>
                  </a:lnTo>
                  <a:lnTo>
                    <a:pt x="55502" y="689235"/>
                  </a:lnTo>
                  <a:lnTo>
                    <a:pt x="54966" y="688965"/>
                  </a:lnTo>
                  <a:lnTo>
                    <a:pt x="54961" y="688963"/>
                  </a:lnTo>
                  <a:lnTo>
                    <a:pt x="54721" y="688735"/>
                  </a:lnTo>
                  <a:lnTo>
                    <a:pt x="54661" y="688508"/>
                  </a:lnTo>
                  <a:lnTo>
                    <a:pt x="54661" y="688356"/>
                  </a:lnTo>
                  <a:lnTo>
                    <a:pt x="54661" y="688212"/>
                  </a:lnTo>
                  <a:lnTo>
                    <a:pt x="54781" y="687916"/>
                  </a:lnTo>
                  <a:lnTo>
                    <a:pt x="55002" y="687621"/>
                  </a:lnTo>
                  <a:lnTo>
                    <a:pt x="55342" y="686984"/>
                  </a:lnTo>
                  <a:lnTo>
                    <a:pt x="55352" y="686905"/>
                  </a:lnTo>
                  <a:lnTo>
                    <a:pt x="55362" y="686825"/>
                  </a:lnTo>
                  <a:lnTo>
                    <a:pt x="55242" y="686507"/>
                  </a:lnTo>
                  <a:lnTo>
                    <a:pt x="54891" y="685910"/>
                  </a:lnTo>
                  <a:lnTo>
                    <a:pt x="54641" y="685483"/>
                  </a:lnTo>
                  <a:lnTo>
                    <a:pt x="54621" y="685233"/>
                  </a:lnTo>
                  <a:lnTo>
                    <a:pt x="54641" y="684983"/>
                  </a:lnTo>
                  <a:lnTo>
                    <a:pt x="54657" y="684879"/>
                  </a:lnTo>
                  <a:lnTo>
                    <a:pt x="54727" y="684412"/>
                  </a:lnTo>
                  <a:lnTo>
                    <a:pt x="54689" y="684333"/>
                  </a:lnTo>
                  <a:lnTo>
                    <a:pt x="54464" y="683630"/>
                  </a:lnTo>
                  <a:lnTo>
                    <a:pt x="54407" y="683233"/>
                  </a:lnTo>
                  <a:lnTo>
                    <a:pt x="54461" y="682957"/>
                  </a:lnTo>
                  <a:lnTo>
                    <a:pt x="54461" y="682868"/>
                  </a:lnTo>
                  <a:lnTo>
                    <a:pt x="54489" y="682801"/>
                  </a:lnTo>
                  <a:lnTo>
                    <a:pt x="54621" y="682482"/>
                  </a:lnTo>
                  <a:lnTo>
                    <a:pt x="54650" y="682408"/>
                  </a:lnTo>
                  <a:lnTo>
                    <a:pt x="54921" y="681733"/>
                  </a:lnTo>
                  <a:lnTo>
                    <a:pt x="54941" y="681367"/>
                  </a:lnTo>
                  <a:lnTo>
                    <a:pt x="54982" y="681082"/>
                  </a:lnTo>
                  <a:lnTo>
                    <a:pt x="54961" y="680776"/>
                  </a:lnTo>
                  <a:lnTo>
                    <a:pt x="54901" y="680435"/>
                  </a:lnTo>
                  <a:lnTo>
                    <a:pt x="54721" y="680276"/>
                  </a:lnTo>
                  <a:lnTo>
                    <a:pt x="54521" y="680208"/>
                  </a:lnTo>
                  <a:lnTo>
                    <a:pt x="54249" y="680242"/>
                  </a:lnTo>
                  <a:lnTo>
                    <a:pt x="54160" y="680253"/>
                  </a:lnTo>
                  <a:lnTo>
                    <a:pt x="53659" y="680435"/>
                  </a:lnTo>
                  <a:lnTo>
                    <a:pt x="53496" y="680415"/>
                  </a:lnTo>
                  <a:lnTo>
                    <a:pt x="53279" y="680389"/>
                  </a:lnTo>
                  <a:lnTo>
                    <a:pt x="52998" y="680298"/>
                  </a:lnTo>
                  <a:lnTo>
                    <a:pt x="52578" y="679821"/>
                  </a:lnTo>
                  <a:lnTo>
                    <a:pt x="52538" y="679594"/>
                  </a:lnTo>
                  <a:lnTo>
                    <a:pt x="52397" y="679139"/>
                  </a:lnTo>
                  <a:lnTo>
                    <a:pt x="52336" y="679028"/>
                  </a:lnTo>
                  <a:lnTo>
                    <a:pt x="52137" y="678775"/>
                  </a:lnTo>
                  <a:lnTo>
                    <a:pt x="51753" y="678409"/>
                  </a:lnTo>
                  <a:lnTo>
                    <a:pt x="51548" y="678206"/>
                  </a:lnTo>
                  <a:lnTo>
                    <a:pt x="50940" y="677375"/>
                  </a:lnTo>
                  <a:lnTo>
                    <a:pt x="50832" y="677010"/>
                  </a:lnTo>
                  <a:lnTo>
                    <a:pt x="50827" y="676991"/>
                  </a:lnTo>
                  <a:lnTo>
                    <a:pt x="50759" y="676633"/>
                  </a:lnTo>
                  <a:lnTo>
                    <a:pt x="50714" y="675955"/>
                  </a:lnTo>
                  <a:lnTo>
                    <a:pt x="50709" y="675876"/>
                  </a:lnTo>
                  <a:lnTo>
                    <a:pt x="50657" y="675106"/>
                  </a:lnTo>
                  <a:lnTo>
                    <a:pt x="50523" y="674753"/>
                  </a:lnTo>
                  <a:lnTo>
                    <a:pt x="50523" y="673896"/>
                  </a:lnTo>
                  <a:lnTo>
                    <a:pt x="50692" y="673000"/>
                  </a:lnTo>
                  <a:lnTo>
                    <a:pt x="50695" y="672625"/>
                  </a:lnTo>
                  <a:lnTo>
                    <a:pt x="50698" y="672357"/>
                  </a:lnTo>
                  <a:lnTo>
                    <a:pt x="50703" y="671836"/>
                  </a:lnTo>
                  <a:lnTo>
                    <a:pt x="50320" y="670954"/>
                  </a:lnTo>
                  <a:lnTo>
                    <a:pt x="49990" y="670260"/>
                  </a:lnTo>
                  <a:lnTo>
                    <a:pt x="49892" y="669994"/>
                  </a:lnTo>
                  <a:lnTo>
                    <a:pt x="49884" y="669722"/>
                  </a:lnTo>
                  <a:lnTo>
                    <a:pt x="50024" y="669503"/>
                  </a:lnTo>
                  <a:lnTo>
                    <a:pt x="50169" y="669310"/>
                  </a:lnTo>
                  <a:lnTo>
                    <a:pt x="50324" y="669172"/>
                  </a:lnTo>
                  <a:lnTo>
                    <a:pt x="50330" y="669154"/>
                  </a:lnTo>
                  <a:lnTo>
                    <a:pt x="50326" y="669149"/>
                  </a:lnTo>
                  <a:lnTo>
                    <a:pt x="50286" y="668945"/>
                  </a:lnTo>
                  <a:lnTo>
                    <a:pt x="50220" y="668775"/>
                  </a:lnTo>
                  <a:lnTo>
                    <a:pt x="50188" y="668640"/>
                  </a:lnTo>
                  <a:lnTo>
                    <a:pt x="49945" y="667922"/>
                  </a:lnTo>
                  <a:lnTo>
                    <a:pt x="49879" y="667728"/>
                  </a:lnTo>
                  <a:lnTo>
                    <a:pt x="49759" y="667229"/>
                  </a:lnTo>
                  <a:lnTo>
                    <a:pt x="49772" y="666926"/>
                  </a:lnTo>
                  <a:lnTo>
                    <a:pt x="49972" y="666668"/>
                  </a:lnTo>
                  <a:lnTo>
                    <a:pt x="50466" y="666078"/>
                  </a:lnTo>
                  <a:lnTo>
                    <a:pt x="50839" y="665766"/>
                  </a:lnTo>
                  <a:lnTo>
                    <a:pt x="50973" y="665654"/>
                  </a:lnTo>
                  <a:lnTo>
                    <a:pt x="51186" y="665654"/>
                  </a:lnTo>
                  <a:lnTo>
                    <a:pt x="51279" y="665715"/>
                  </a:lnTo>
                  <a:lnTo>
                    <a:pt x="51373" y="665715"/>
                  </a:lnTo>
                  <a:lnTo>
                    <a:pt x="51426" y="665639"/>
                  </a:lnTo>
                  <a:lnTo>
                    <a:pt x="51466" y="665472"/>
                  </a:lnTo>
                  <a:lnTo>
                    <a:pt x="51533" y="665397"/>
                  </a:lnTo>
                  <a:lnTo>
                    <a:pt x="51840" y="665033"/>
                  </a:lnTo>
                  <a:lnTo>
                    <a:pt x="52306" y="664276"/>
                  </a:lnTo>
                  <a:lnTo>
                    <a:pt x="52640" y="663656"/>
                  </a:lnTo>
                  <a:lnTo>
                    <a:pt x="52746" y="663141"/>
                  </a:lnTo>
                  <a:lnTo>
                    <a:pt x="52760" y="663003"/>
                  </a:lnTo>
                  <a:lnTo>
                    <a:pt x="52786" y="662732"/>
                  </a:lnTo>
                  <a:lnTo>
                    <a:pt x="52738" y="662409"/>
                  </a:lnTo>
                  <a:lnTo>
                    <a:pt x="52706" y="662202"/>
                  </a:lnTo>
                  <a:lnTo>
                    <a:pt x="52701" y="662152"/>
                  </a:lnTo>
                  <a:lnTo>
                    <a:pt x="52641" y="661630"/>
                  </a:lnTo>
                  <a:lnTo>
                    <a:pt x="52560" y="660915"/>
                  </a:lnTo>
                  <a:lnTo>
                    <a:pt x="52535" y="660796"/>
                  </a:lnTo>
                  <a:lnTo>
                    <a:pt x="52528" y="660791"/>
                  </a:lnTo>
                  <a:lnTo>
                    <a:pt x="52512" y="660709"/>
                  </a:lnTo>
                  <a:lnTo>
                    <a:pt x="52440" y="660381"/>
                  </a:lnTo>
                  <a:lnTo>
                    <a:pt x="52252" y="660119"/>
                  </a:lnTo>
                  <a:lnTo>
                    <a:pt x="52079" y="660004"/>
                  </a:lnTo>
                  <a:lnTo>
                    <a:pt x="51913" y="659988"/>
                  </a:lnTo>
                  <a:lnTo>
                    <a:pt x="51660" y="660064"/>
                  </a:lnTo>
                  <a:lnTo>
                    <a:pt x="51502" y="660087"/>
                  </a:lnTo>
                  <a:lnTo>
                    <a:pt x="51263" y="660122"/>
                  </a:lnTo>
                  <a:lnTo>
                    <a:pt x="50993" y="660122"/>
                  </a:lnTo>
                  <a:lnTo>
                    <a:pt x="50842" y="660054"/>
                  </a:lnTo>
                  <a:lnTo>
                    <a:pt x="50694" y="659729"/>
                  </a:lnTo>
                  <a:lnTo>
                    <a:pt x="50692" y="659724"/>
                  </a:lnTo>
                  <a:lnTo>
                    <a:pt x="50659" y="659643"/>
                  </a:lnTo>
                  <a:lnTo>
                    <a:pt x="50512" y="659281"/>
                  </a:lnTo>
                  <a:lnTo>
                    <a:pt x="50372" y="658873"/>
                  </a:lnTo>
                  <a:lnTo>
                    <a:pt x="50022" y="658419"/>
                  </a:lnTo>
                  <a:lnTo>
                    <a:pt x="49592" y="658067"/>
                  </a:lnTo>
                  <a:lnTo>
                    <a:pt x="49312" y="658021"/>
                  </a:lnTo>
                  <a:lnTo>
                    <a:pt x="48972" y="658044"/>
                  </a:lnTo>
                  <a:lnTo>
                    <a:pt x="48442" y="658169"/>
                  </a:lnTo>
                  <a:lnTo>
                    <a:pt x="48133" y="658215"/>
                  </a:lnTo>
                  <a:lnTo>
                    <a:pt x="47842" y="658260"/>
                  </a:lnTo>
                  <a:lnTo>
                    <a:pt x="47603" y="658218"/>
                  </a:lnTo>
                  <a:lnTo>
                    <a:pt x="47452" y="658191"/>
                  </a:lnTo>
                  <a:lnTo>
                    <a:pt x="47022" y="657987"/>
                  </a:lnTo>
                  <a:lnTo>
                    <a:pt x="46781" y="657805"/>
                  </a:lnTo>
                  <a:lnTo>
                    <a:pt x="46281" y="657333"/>
                  </a:lnTo>
                  <a:lnTo>
                    <a:pt x="46131" y="657192"/>
                  </a:lnTo>
                  <a:lnTo>
                    <a:pt x="45831" y="656984"/>
                  </a:lnTo>
                  <a:lnTo>
                    <a:pt x="45641" y="656852"/>
                  </a:lnTo>
                  <a:lnTo>
                    <a:pt x="44951" y="656261"/>
                  </a:lnTo>
                  <a:lnTo>
                    <a:pt x="44931" y="656246"/>
                  </a:lnTo>
                  <a:lnTo>
                    <a:pt x="44752" y="656088"/>
                  </a:lnTo>
                  <a:lnTo>
                    <a:pt x="44686" y="656031"/>
                  </a:lnTo>
                  <a:lnTo>
                    <a:pt x="44012" y="655528"/>
                  </a:lnTo>
                  <a:lnTo>
                    <a:pt x="43866" y="655409"/>
                  </a:lnTo>
                  <a:lnTo>
                    <a:pt x="43586" y="655152"/>
                  </a:lnTo>
                  <a:lnTo>
                    <a:pt x="43346" y="655107"/>
                  </a:lnTo>
                  <a:lnTo>
                    <a:pt x="43243" y="655172"/>
                  </a:lnTo>
                  <a:lnTo>
                    <a:pt x="43132" y="655243"/>
                  </a:lnTo>
                  <a:lnTo>
                    <a:pt x="42839" y="655531"/>
                  </a:lnTo>
                  <a:lnTo>
                    <a:pt x="42760" y="655535"/>
                  </a:lnTo>
                  <a:lnTo>
                    <a:pt x="42545" y="655546"/>
                  </a:lnTo>
                  <a:lnTo>
                    <a:pt x="42309" y="655442"/>
                  </a:lnTo>
                  <a:lnTo>
                    <a:pt x="42132" y="655364"/>
                  </a:lnTo>
                  <a:lnTo>
                    <a:pt x="41902" y="655282"/>
                  </a:lnTo>
                  <a:lnTo>
                    <a:pt x="41759" y="655243"/>
                  </a:lnTo>
                  <a:lnTo>
                    <a:pt x="41106" y="655077"/>
                  </a:lnTo>
                  <a:lnTo>
                    <a:pt x="40719" y="655062"/>
                  </a:lnTo>
                  <a:lnTo>
                    <a:pt x="40555" y="655001"/>
                  </a:lnTo>
                  <a:lnTo>
                    <a:pt x="40464" y="654968"/>
                  </a:lnTo>
                  <a:lnTo>
                    <a:pt x="40266" y="654895"/>
                  </a:lnTo>
                  <a:lnTo>
                    <a:pt x="40238" y="654876"/>
                  </a:lnTo>
                  <a:lnTo>
                    <a:pt x="40127" y="654801"/>
                  </a:lnTo>
                  <a:lnTo>
                    <a:pt x="39999" y="654713"/>
                  </a:lnTo>
                  <a:lnTo>
                    <a:pt x="39740" y="654379"/>
                  </a:lnTo>
                  <a:lnTo>
                    <a:pt x="39706" y="654335"/>
                  </a:lnTo>
                  <a:lnTo>
                    <a:pt x="39686" y="654321"/>
                  </a:lnTo>
                  <a:lnTo>
                    <a:pt x="39316" y="654045"/>
                  </a:lnTo>
                  <a:lnTo>
                    <a:pt x="39208" y="654000"/>
                  </a:lnTo>
                  <a:lnTo>
                    <a:pt x="39065" y="653941"/>
                  </a:lnTo>
                  <a:lnTo>
                    <a:pt x="38658" y="653869"/>
                  </a:lnTo>
                  <a:lnTo>
                    <a:pt x="38118" y="653790"/>
                  </a:lnTo>
                  <a:lnTo>
                    <a:pt x="37628" y="653862"/>
                  </a:lnTo>
                  <a:lnTo>
                    <a:pt x="37398" y="653896"/>
                  </a:lnTo>
                  <a:lnTo>
                    <a:pt x="36972" y="653911"/>
                  </a:lnTo>
                  <a:lnTo>
                    <a:pt x="36790" y="653862"/>
                  </a:lnTo>
                  <a:lnTo>
                    <a:pt x="36465" y="653775"/>
                  </a:lnTo>
                  <a:lnTo>
                    <a:pt x="35958" y="653517"/>
                  </a:lnTo>
                  <a:lnTo>
                    <a:pt x="35371" y="653245"/>
                  </a:lnTo>
                  <a:lnTo>
                    <a:pt x="35222" y="653217"/>
                  </a:lnTo>
                  <a:lnTo>
                    <a:pt x="35051" y="653184"/>
                  </a:lnTo>
                  <a:lnTo>
                    <a:pt x="34451" y="653139"/>
                  </a:lnTo>
                  <a:lnTo>
                    <a:pt x="34129" y="653084"/>
                  </a:lnTo>
                  <a:lnTo>
                    <a:pt x="34015" y="653064"/>
                  </a:lnTo>
                  <a:lnTo>
                    <a:pt x="33804" y="653028"/>
                  </a:lnTo>
                  <a:lnTo>
                    <a:pt x="32862" y="652951"/>
                  </a:lnTo>
                  <a:lnTo>
                    <a:pt x="31955" y="652951"/>
                  </a:lnTo>
                  <a:lnTo>
                    <a:pt x="31463" y="653048"/>
                  </a:lnTo>
                  <a:lnTo>
                    <a:pt x="31244" y="653092"/>
                  </a:lnTo>
                  <a:lnTo>
                    <a:pt x="31070" y="653076"/>
                  </a:lnTo>
                  <a:lnTo>
                    <a:pt x="30799" y="653051"/>
                  </a:lnTo>
                  <a:lnTo>
                    <a:pt x="30361" y="652920"/>
                  </a:lnTo>
                  <a:lnTo>
                    <a:pt x="30194" y="652870"/>
                  </a:lnTo>
                  <a:lnTo>
                    <a:pt x="29608" y="652749"/>
                  </a:lnTo>
                  <a:lnTo>
                    <a:pt x="29233" y="652771"/>
                  </a:lnTo>
                  <a:lnTo>
                    <a:pt x="28804" y="652798"/>
                  </a:lnTo>
                  <a:lnTo>
                    <a:pt x="28612" y="652809"/>
                  </a:lnTo>
                  <a:lnTo>
                    <a:pt x="27812" y="652769"/>
                  </a:lnTo>
                  <a:lnTo>
                    <a:pt x="27365" y="652700"/>
                  </a:lnTo>
                  <a:lnTo>
                    <a:pt x="27154" y="652668"/>
                  </a:lnTo>
                  <a:lnTo>
                    <a:pt x="26691" y="652527"/>
                  </a:lnTo>
                  <a:lnTo>
                    <a:pt x="25873" y="652365"/>
                  </a:lnTo>
                  <a:lnTo>
                    <a:pt x="25500" y="652305"/>
                  </a:lnTo>
                  <a:lnTo>
                    <a:pt x="25198" y="652163"/>
                  </a:lnTo>
                  <a:lnTo>
                    <a:pt x="24838" y="652047"/>
                  </a:lnTo>
                  <a:lnTo>
                    <a:pt x="24824" y="652042"/>
                  </a:lnTo>
                  <a:lnTo>
                    <a:pt x="24593" y="652062"/>
                  </a:lnTo>
                  <a:lnTo>
                    <a:pt x="24504" y="652183"/>
                  </a:lnTo>
                  <a:lnTo>
                    <a:pt x="24456" y="652258"/>
                  </a:lnTo>
                  <a:lnTo>
                    <a:pt x="24317" y="652382"/>
                  </a:lnTo>
                  <a:lnTo>
                    <a:pt x="23996" y="652819"/>
                  </a:lnTo>
                  <a:lnTo>
                    <a:pt x="23917" y="652927"/>
                  </a:lnTo>
                  <a:lnTo>
                    <a:pt x="23777" y="653369"/>
                  </a:lnTo>
                  <a:lnTo>
                    <a:pt x="23767" y="653721"/>
                  </a:lnTo>
                  <a:lnTo>
                    <a:pt x="23717" y="654369"/>
                  </a:lnTo>
                  <a:lnTo>
                    <a:pt x="23637" y="654630"/>
                  </a:lnTo>
                  <a:lnTo>
                    <a:pt x="23417" y="654766"/>
                  </a:lnTo>
                  <a:lnTo>
                    <a:pt x="23269" y="654803"/>
                  </a:lnTo>
                  <a:lnTo>
                    <a:pt x="23249" y="654790"/>
                  </a:lnTo>
                  <a:lnTo>
                    <a:pt x="22918" y="654826"/>
                  </a:lnTo>
                  <a:lnTo>
                    <a:pt x="22800" y="654829"/>
                  </a:lnTo>
                  <a:lnTo>
                    <a:pt x="22595" y="654834"/>
                  </a:lnTo>
                  <a:lnTo>
                    <a:pt x="22419" y="654890"/>
                  </a:lnTo>
                  <a:lnTo>
                    <a:pt x="22408" y="654894"/>
                  </a:lnTo>
                  <a:lnTo>
                    <a:pt x="22250" y="655064"/>
                  </a:lnTo>
                  <a:lnTo>
                    <a:pt x="22120" y="655293"/>
                  </a:lnTo>
                  <a:lnTo>
                    <a:pt x="22033" y="655447"/>
                  </a:lnTo>
                  <a:lnTo>
                    <a:pt x="21816" y="655767"/>
                  </a:lnTo>
                  <a:lnTo>
                    <a:pt x="21682" y="655929"/>
                  </a:lnTo>
                  <a:lnTo>
                    <a:pt x="21663" y="656002"/>
                  </a:lnTo>
                  <a:lnTo>
                    <a:pt x="21658" y="656121"/>
                  </a:lnTo>
                  <a:lnTo>
                    <a:pt x="21702" y="656273"/>
                  </a:lnTo>
                  <a:lnTo>
                    <a:pt x="21725" y="656325"/>
                  </a:lnTo>
                  <a:lnTo>
                    <a:pt x="22010" y="656733"/>
                  </a:lnTo>
                  <a:lnTo>
                    <a:pt x="22378" y="657449"/>
                  </a:lnTo>
                  <a:lnTo>
                    <a:pt x="22389" y="657481"/>
                  </a:lnTo>
                  <a:lnTo>
                    <a:pt x="22460" y="657679"/>
                  </a:lnTo>
                  <a:lnTo>
                    <a:pt x="22490" y="657823"/>
                  </a:lnTo>
                  <a:lnTo>
                    <a:pt x="22480" y="657842"/>
                  </a:lnTo>
                  <a:lnTo>
                    <a:pt x="22469" y="657859"/>
                  </a:lnTo>
                  <a:lnTo>
                    <a:pt x="22289" y="657904"/>
                  </a:lnTo>
                  <a:lnTo>
                    <a:pt x="21738" y="657882"/>
                  </a:lnTo>
                  <a:lnTo>
                    <a:pt x="21078" y="657836"/>
                  </a:lnTo>
                  <a:lnTo>
                    <a:pt x="20885" y="657843"/>
                  </a:lnTo>
                  <a:lnTo>
                    <a:pt x="20748" y="657848"/>
                  </a:lnTo>
                  <a:lnTo>
                    <a:pt x="20704" y="657854"/>
                  </a:lnTo>
                  <a:lnTo>
                    <a:pt x="20508" y="657882"/>
                  </a:lnTo>
                  <a:lnTo>
                    <a:pt x="20468" y="657904"/>
                  </a:lnTo>
                  <a:lnTo>
                    <a:pt x="20218" y="658041"/>
                  </a:lnTo>
                  <a:lnTo>
                    <a:pt x="19858" y="658347"/>
                  </a:lnTo>
                  <a:lnTo>
                    <a:pt x="19590" y="658503"/>
                  </a:lnTo>
                  <a:lnTo>
                    <a:pt x="19488" y="658563"/>
                  </a:lnTo>
                  <a:lnTo>
                    <a:pt x="19188" y="658654"/>
                  </a:lnTo>
                  <a:lnTo>
                    <a:pt x="18918" y="658665"/>
                  </a:lnTo>
                  <a:lnTo>
                    <a:pt x="18809" y="658613"/>
                  </a:lnTo>
                  <a:lnTo>
                    <a:pt x="18728" y="658574"/>
                  </a:lnTo>
                  <a:lnTo>
                    <a:pt x="18498" y="658370"/>
                  </a:lnTo>
                  <a:lnTo>
                    <a:pt x="18218" y="658234"/>
                  </a:lnTo>
                  <a:lnTo>
                    <a:pt x="18150" y="658226"/>
                  </a:lnTo>
                  <a:lnTo>
                    <a:pt x="17918" y="658200"/>
                  </a:lnTo>
                  <a:lnTo>
                    <a:pt x="17722" y="658273"/>
                  </a:lnTo>
                  <a:lnTo>
                    <a:pt x="17367" y="658338"/>
                  </a:lnTo>
                  <a:lnTo>
                    <a:pt x="16807" y="658245"/>
                  </a:lnTo>
                  <a:lnTo>
                    <a:pt x="16387" y="658188"/>
                  </a:lnTo>
                  <a:lnTo>
                    <a:pt x="16077" y="658154"/>
                  </a:lnTo>
                  <a:lnTo>
                    <a:pt x="15917" y="657973"/>
                  </a:lnTo>
                  <a:lnTo>
                    <a:pt x="15697" y="657666"/>
                  </a:lnTo>
                  <a:lnTo>
                    <a:pt x="15527" y="657280"/>
                  </a:lnTo>
                  <a:lnTo>
                    <a:pt x="15392" y="656721"/>
                  </a:lnTo>
                  <a:lnTo>
                    <a:pt x="15332" y="656564"/>
                  </a:lnTo>
                  <a:lnTo>
                    <a:pt x="15172" y="656345"/>
                  </a:lnTo>
                  <a:lnTo>
                    <a:pt x="15004" y="656278"/>
                  </a:lnTo>
                  <a:lnTo>
                    <a:pt x="14819" y="656278"/>
                  </a:lnTo>
                  <a:lnTo>
                    <a:pt x="14467" y="656336"/>
                  </a:lnTo>
                  <a:lnTo>
                    <a:pt x="14258" y="656319"/>
                  </a:lnTo>
                  <a:lnTo>
                    <a:pt x="13971" y="656269"/>
                  </a:lnTo>
                  <a:lnTo>
                    <a:pt x="13844" y="656231"/>
                  </a:lnTo>
                  <a:lnTo>
                    <a:pt x="13585" y="656155"/>
                  </a:lnTo>
                  <a:lnTo>
                    <a:pt x="13014" y="655857"/>
                  </a:lnTo>
                  <a:lnTo>
                    <a:pt x="12688" y="655727"/>
                  </a:lnTo>
                  <a:lnTo>
                    <a:pt x="12095" y="655384"/>
                  </a:lnTo>
                  <a:lnTo>
                    <a:pt x="11737" y="655155"/>
                  </a:lnTo>
                  <a:lnTo>
                    <a:pt x="11580" y="654977"/>
                  </a:lnTo>
                  <a:lnTo>
                    <a:pt x="11580" y="654786"/>
                  </a:lnTo>
                  <a:lnTo>
                    <a:pt x="11590" y="654746"/>
                  </a:lnTo>
                  <a:lnTo>
                    <a:pt x="11681" y="654380"/>
                  </a:lnTo>
                  <a:lnTo>
                    <a:pt x="11759" y="654125"/>
                  </a:lnTo>
                  <a:lnTo>
                    <a:pt x="11778" y="654014"/>
                  </a:lnTo>
                  <a:lnTo>
                    <a:pt x="11795" y="653916"/>
                  </a:lnTo>
                  <a:lnTo>
                    <a:pt x="11796" y="653876"/>
                  </a:lnTo>
                  <a:lnTo>
                    <a:pt x="11782" y="653743"/>
                  </a:lnTo>
                  <a:lnTo>
                    <a:pt x="11779" y="653714"/>
                  </a:lnTo>
                  <a:lnTo>
                    <a:pt x="11707" y="653624"/>
                  </a:lnTo>
                  <a:lnTo>
                    <a:pt x="11697" y="653611"/>
                  </a:lnTo>
                  <a:lnTo>
                    <a:pt x="11668" y="653582"/>
                  </a:lnTo>
                  <a:lnTo>
                    <a:pt x="11432" y="653329"/>
                  </a:lnTo>
                  <a:lnTo>
                    <a:pt x="11365" y="653218"/>
                  </a:lnTo>
                  <a:lnTo>
                    <a:pt x="11317" y="652920"/>
                  </a:lnTo>
                  <a:lnTo>
                    <a:pt x="11215" y="652727"/>
                  </a:lnTo>
                  <a:lnTo>
                    <a:pt x="10970" y="652523"/>
                  </a:lnTo>
                  <a:lnTo>
                    <a:pt x="10610" y="652201"/>
                  </a:lnTo>
                  <a:lnTo>
                    <a:pt x="10456" y="651924"/>
                  </a:lnTo>
                  <a:lnTo>
                    <a:pt x="10379" y="651471"/>
                  </a:lnTo>
                  <a:lnTo>
                    <a:pt x="10249" y="650786"/>
                  </a:lnTo>
                  <a:lnTo>
                    <a:pt x="10237" y="650726"/>
                  </a:lnTo>
                  <a:lnTo>
                    <a:pt x="10223" y="650663"/>
                  </a:lnTo>
                  <a:lnTo>
                    <a:pt x="10173" y="650449"/>
                  </a:lnTo>
                  <a:lnTo>
                    <a:pt x="10006" y="650303"/>
                  </a:lnTo>
                  <a:lnTo>
                    <a:pt x="9787" y="650215"/>
                  </a:lnTo>
                  <a:lnTo>
                    <a:pt x="9633" y="650069"/>
                  </a:lnTo>
                  <a:lnTo>
                    <a:pt x="9620" y="649865"/>
                  </a:lnTo>
                  <a:lnTo>
                    <a:pt x="9622" y="649483"/>
                  </a:lnTo>
                  <a:lnTo>
                    <a:pt x="9661" y="649033"/>
                  </a:lnTo>
                  <a:lnTo>
                    <a:pt x="9666" y="649029"/>
                  </a:lnTo>
                  <a:lnTo>
                    <a:pt x="9666" y="648792"/>
                  </a:lnTo>
                  <a:lnTo>
                    <a:pt x="9679" y="648539"/>
                  </a:lnTo>
                  <a:lnTo>
                    <a:pt x="9699" y="648440"/>
                  </a:lnTo>
                  <a:lnTo>
                    <a:pt x="9718" y="648345"/>
                  </a:lnTo>
                  <a:lnTo>
                    <a:pt x="9836" y="648182"/>
                  </a:lnTo>
                  <a:lnTo>
                    <a:pt x="10033" y="648048"/>
                  </a:lnTo>
                  <a:lnTo>
                    <a:pt x="10104" y="647885"/>
                  </a:lnTo>
                  <a:lnTo>
                    <a:pt x="10151" y="647780"/>
                  </a:lnTo>
                  <a:lnTo>
                    <a:pt x="10085" y="647512"/>
                  </a:lnTo>
                  <a:lnTo>
                    <a:pt x="9627" y="647006"/>
                  </a:lnTo>
                  <a:lnTo>
                    <a:pt x="9619" y="646985"/>
                  </a:lnTo>
                  <a:lnTo>
                    <a:pt x="9599" y="646967"/>
                  </a:lnTo>
                  <a:lnTo>
                    <a:pt x="9503" y="646817"/>
                  </a:lnTo>
                  <a:lnTo>
                    <a:pt x="9472" y="646541"/>
                  </a:lnTo>
                  <a:lnTo>
                    <a:pt x="9404" y="646307"/>
                  </a:lnTo>
                  <a:lnTo>
                    <a:pt x="9286" y="646069"/>
                  </a:lnTo>
                  <a:lnTo>
                    <a:pt x="9076" y="645786"/>
                  </a:lnTo>
                  <a:lnTo>
                    <a:pt x="8840" y="645578"/>
                  </a:lnTo>
                  <a:lnTo>
                    <a:pt x="8644" y="645370"/>
                  </a:lnTo>
                  <a:lnTo>
                    <a:pt x="8618" y="645221"/>
                  </a:lnTo>
                  <a:lnTo>
                    <a:pt x="8604" y="644998"/>
                  </a:lnTo>
                  <a:lnTo>
                    <a:pt x="8486" y="644814"/>
                  </a:lnTo>
                  <a:lnTo>
                    <a:pt x="8108" y="644563"/>
                  </a:lnTo>
                  <a:lnTo>
                    <a:pt x="7640" y="644319"/>
                  </a:lnTo>
                  <a:lnTo>
                    <a:pt x="7558" y="644207"/>
                  </a:lnTo>
                  <a:lnTo>
                    <a:pt x="7524" y="644107"/>
                  </a:lnTo>
                  <a:lnTo>
                    <a:pt x="7508" y="643682"/>
                  </a:lnTo>
                  <a:lnTo>
                    <a:pt x="7603" y="643204"/>
                  </a:lnTo>
                  <a:lnTo>
                    <a:pt x="7623" y="643104"/>
                  </a:lnTo>
                  <a:lnTo>
                    <a:pt x="7639" y="643021"/>
                  </a:lnTo>
                  <a:lnTo>
                    <a:pt x="7690" y="642910"/>
                  </a:lnTo>
                  <a:lnTo>
                    <a:pt x="7717" y="642806"/>
                  </a:lnTo>
                  <a:lnTo>
                    <a:pt x="7745" y="642706"/>
                  </a:lnTo>
                  <a:lnTo>
                    <a:pt x="7877" y="642431"/>
                  </a:lnTo>
                  <a:lnTo>
                    <a:pt x="7927" y="642318"/>
                  </a:lnTo>
                  <a:lnTo>
                    <a:pt x="8025" y="642238"/>
                  </a:lnTo>
                  <a:lnTo>
                    <a:pt x="8097" y="642127"/>
                  </a:lnTo>
                  <a:lnTo>
                    <a:pt x="8213" y="642056"/>
                  </a:lnTo>
                  <a:lnTo>
                    <a:pt x="8224" y="642050"/>
                  </a:lnTo>
                  <a:lnTo>
                    <a:pt x="8478" y="642050"/>
                  </a:lnTo>
                  <a:lnTo>
                    <a:pt x="8563" y="641944"/>
                  </a:lnTo>
                  <a:lnTo>
                    <a:pt x="8567" y="641845"/>
                  </a:lnTo>
                  <a:lnTo>
                    <a:pt x="8571" y="641722"/>
                  </a:lnTo>
                  <a:lnTo>
                    <a:pt x="8631" y="641463"/>
                  </a:lnTo>
                  <a:lnTo>
                    <a:pt x="8826" y="641126"/>
                  </a:lnTo>
                  <a:lnTo>
                    <a:pt x="9055" y="640866"/>
                  </a:lnTo>
                  <a:lnTo>
                    <a:pt x="9250" y="640703"/>
                  </a:lnTo>
                  <a:lnTo>
                    <a:pt x="9399" y="640660"/>
                  </a:lnTo>
                  <a:lnTo>
                    <a:pt x="9564" y="640688"/>
                  </a:lnTo>
                  <a:lnTo>
                    <a:pt x="9708" y="640697"/>
                  </a:lnTo>
                  <a:lnTo>
                    <a:pt x="9835" y="640668"/>
                  </a:lnTo>
                  <a:lnTo>
                    <a:pt x="9920" y="640534"/>
                  </a:lnTo>
                  <a:lnTo>
                    <a:pt x="9984" y="640443"/>
                  </a:lnTo>
                  <a:lnTo>
                    <a:pt x="10022" y="640389"/>
                  </a:lnTo>
                  <a:lnTo>
                    <a:pt x="10115" y="640332"/>
                  </a:lnTo>
                  <a:lnTo>
                    <a:pt x="10285" y="640341"/>
                  </a:lnTo>
                  <a:lnTo>
                    <a:pt x="10454" y="640418"/>
                  </a:lnTo>
                  <a:lnTo>
                    <a:pt x="10470" y="640432"/>
                  </a:lnTo>
                  <a:lnTo>
                    <a:pt x="10590" y="640534"/>
                  </a:lnTo>
                  <a:lnTo>
                    <a:pt x="10810" y="640697"/>
                  </a:lnTo>
                  <a:lnTo>
                    <a:pt x="10970" y="640718"/>
                  </a:lnTo>
                  <a:lnTo>
                    <a:pt x="11030" y="640726"/>
                  </a:lnTo>
                  <a:lnTo>
                    <a:pt x="11361" y="640707"/>
                  </a:lnTo>
                  <a:lnTo>
                    <a:pt x="11547" y="640697"/>
                  </a:lnTo>
                  <a:lnTo>
                    <a:pt x="11675" y="640755"/>
                  </a:lnTo>
                  <a:lnTo>
                    <a:pt x="11696" y="640785"/>
                  </a:lnTo>
                  <a:lnTo>
                    <a:pt x="11754" y="640865"/>
                  </a:lnTo>
                  <a:lnTo>
                    <a:pt x="11793" y="640919"/>
                  </a:lnTo>
                  <a:lnTo>
                    <a:pt x="11798" y="640952"/>
                  </a:lnTo>
                  <a:lnTo>
                    <a:pt x="11801" y="640958"/>
                  </a:lnTo>
                  <a:lnTo>
                    <a:pt x="11917" y="641208"/>
                  </a:lnTo>
                  <a:lnTo>
                    <a:pt x="12068" y="641406"/>
                  </a:lnTo>
                  <a:lnTo>
                    <a:pt x="12242" y="641459"/>
                  </a:lnTo>
                  <a:lnTo>
                    <a:pt x="12288" y="641432"/>
                  </a:lnTo>
                  <a:lnTo>
                    <a:pt x="12310" y="641410"/>
                  </a:lnTo>
                  <a:lnTo>
                    <a:pt x="12393" y="641327"/>
                  </a:lnTo>
                  <a:lnTo>
                    <a:pt x="12578" y="641037"/>
                  </a:lnTo>
                  <a:lnTo>
                    <a:pt x="13089" y="640352"/>
                  </a:lnTo>
                  <a:lnTo>
                    <a:pt x="13177" y="640153"/>
                  </a:lnTo>
                  <a:lnTo>
                    <a:pt x="13199" y="639979"/>
                  </a:lnTo>
                  <a:lnTo>
                    <a:pt x="13199" y="639823"/>
                  </a:lnTo>
                  <a:lnTo>
                    <a:pt x="13138" y="639285"/>
                  </a:lnTo>
                  <a:lnTo>
                    <a:pt x="13012" y="638647"/>
                  </a:lnTo>
                  <a:lnTo>
                    <a:pt x="13007" y="638444"/>
                  </a:lnTo>
                  <a:lnTo>
                    <a:pt x="12961" y="638086"/>
                  </a:lnTo>
                  <a:lnTo>
                    <a:pt x="12961" y="637783"/>
                  </a:lnTo>
                  <a:lnTo>
                    <a:pt x="12945" y="637739"/>
                  </a:lnTo>
                  <a:lnTo>
                    <a:pt x="12940" y="637646"/>
                  </a:lnTo>
                  <a:lnTo>
                    <a:pt x="12852" y="637403"/>
                  </a:lnTo>
                  <a:lnTo>
                    <a:pt x="12736" y="637240"/>
                  </a:lnTo>
                  <a:lnTo>
                    <a:pt x="12477" y="636846"/>
                  </a:lnTo>
                  <a:lnTo>
                    <a:pt x="12279" y="636446"/>
                  </a:lnTo>
                  <a:lnTo>
                    <a:pt x="12095" y="636081"/>
                  </a:lnTo>
                  <a:lnTo>
                    <a:pt x="11986" y="636056"/>
                  </a:lnTo>
                  <a:lnTo>
                    <a:pt x="11743" y="636056"/>
                  </a:lnTo>
                  <a:lnTo>
                    <a:pt x="11481" y="636110"/>
                  </a:lnTo>
                  <a:lnTo>
                    <a:pt x="11402" y="636110"/>
                  </a:lnTo>
                  <a:lnTo>
                    <a:pt x="11188" y="636141"/>
                  </a:lnTo>
                  <a:lnTo>
                    <a:pt x="11146" y="636166"/>
                  </a:lnTo>
                  <a:lnTo>
                    <a:pt x="11045" y="636226"/>
                  </a:lnTo>
                  <a:lnTo>
                    <a:pt x="10954" y="636523"/>
                  </a:lnTo>
                  <a:lnTo>
                    <a:pt x="10836" y="636693"/>
                  </a:lnTo>
                  <a:lnTo>
                    <a:pt x="10814" y="636695"/>
                  </a:lnTo>
                  <a:lnTo>
                    <a:pt x="10709" y="636705"/>
                  </a:lnTo>
                  <a:lnTo>
                    <a:pt x="10389" y="636646"/>
                  </a:lnTo>
                  <a:lnTo>
                    <a:pt x="10202" y="636646"/>
                  </a:lnTo>
                  <a:lnTo>
                    <a:pt x="9901" y="636821"/>
                  </a:lnTo>
                  <a:lnTo>
                    <a:pt x="9530" y="636902"/>
                  </a:lnTo>
                  <a:lnTo>
                    <a:pt x="9130" y="636897"/>
                  </a:lnTo>
                  <a:lnTo>
                    <a:pt x="8996" y="636760"/>
                  </a:lnTo>
                  <a:lnTo>
                    <a:pt x="8944" y="636443"/>
                  </a:lnTo>
                  <a:lnTo>
                    <a:pt x="8961" y="636147"/>
                  </a:lnTo>
                  <a:lnTo>
                    <a:pt x="8927" y="635831"/>
                  </a:lnTo>
                  <a:lnTo>
                    <a:pt x="8803" y="635485"/>
                  </a:lnTo>
                  <a:lnTo>
                    <a:pt x="8779" y="635416"/>
                  </a:lnTo>
                  <a:lnTo>
                    <a:pt x="8526" y="634981"/>
                  </a:lnTo>
                  <a:lnTo>
                    <a:pt x="8308" y="634793"/>
                  </a:lnTo>
                  <a:lnTo>
                    <a:pt x="8217" y="634684"/>
                  </a:lnTo>
                  <a:lnTo>
                    <a:pt x="8126" y="634576"/>
                  </a:lnTo>
                  <a:lnTo>
                    <a:pt x="8108" y="634345"/>
                  </a:lnTo>
                  <a:lnTo>
                    <a:pt x="8144" y="634204"/>
                  </a:lnTo>
                  <a:lnTo>
                    <a:pt x="8144" y="633905"/>
                  </a:lnTo>
                  <a:lnTo>
                    <a:pt x="8202" y="633071"/>
                  </a:lnTo>
                  <a:lnTo>
                    <a:pt x="8188" y="632882"/>
                  </a:lnTo>
                  <a:lnTo>
                    <a:pt x="8143" y="632761"/>
                  </a:lnTo>
                  <a:lnTo>
                    <a:pt x="8113" y="632678"/>
                  </a:lnTo>
                  <a:lnTo>
                    <a:pt x="7986" y="632328"/>
                  </a:lnTo>
                  <a:lnTo>
                    <a:pt x="7979" y="632302"/>
                  </a:lnTo>
                  <a:lnTo>
                    <a:pt x="7944" y="632227"/>
                  </a:lnTo>
                  <a:lnTo>
                    <a:pt x="7894" y="632118"/>
                  </a:lnTo>
                  <a:lnTo>
                    <a:pt x="7755" y="631947"/>
                  </a:lnTo>
                  <a:lnTo>
                    <a:pt x="7592" y="631881"/>
                  </a:lnTo>
                  <a:lnTo>
                    <a:pt x="7476" y="631868"/>
                  </a:lnTo>
                  <a:lnTo>
                    <a:pt x="7467" y="631858"/>
                  </a:lnTo>
                  <a:lnTo>
                    <a:pt x="7393" y="631845"/>
                  </a:lnTo>
                  <a:lnTo>
                    <a:pt x="7272" y="631696"/>
                  </a:lnTo>
                  <a:lnTo>
                    <a:pt x="7244" y="631509"/>
                  </a:lnTo>
                  <a:lnTo>
                    <a:pt x="7211" y="631281"/>
                  </a:lnTo>
                  <a:lnTo>
                    <a:pt x="7176" y="631074"/>
                  </a:lnTo>
                  <a:lnTo>
                    <a:pt x="7028" y="631005"/>
                  </a:lnTo>
                  <a:lnTo>
                    <a:pt x="6906" y="631005"/>
                  </a:lnTo>
                  <a:lnTo>
                    <a:pt x="6619" y="631113"/>
                  </a:lnTo>
                  <a:lnTo>
                    <a:pt x="6436" y="631173"/>
                  </a:lnTo>
                  <a:lnTo>
                    <a:pt x="6334" y="631160"/>
                  </a:lnTo>
                  <a:lnTo>
                    <a:pt x="6246" y="631130"/>
                  </a:lnTo>
                  <a:lnTo>
                    <a:pt x="5968" y="630938"/>
                  </a:lnTo>
                  <a:lnTo>
                    <a:pt x="5921" y="630906"/>
                  </a:lnTo>
                  <a:lnTo>
                    <a:pt x="5745" y="630719"/>
                  </a:lnTo>
                  <a:lnTo>
                    <a:pt x="5731" y="630570"/>
                  </a:lnTo>
                  <a:lnTo>
                    <a:pt x="5818" y="630244"/>
                  </a:lnTo>
                  <a:lnTo>
                    <a:pt x="5853" y="629927"/>
                  </a:lnTo>
                  <a:lnTo>
                    <a:pt x="5821" y="629729"/>
                  </a:lnTo>
                  <a:lnTo>
                    <a:pt x="5809" y="629651"/>
                  </a:lnTo>
                  <a:lnTo>
                    <a:pt x="5777" y="629550"/>
                  </a:lnTo>
                  <a:lnTo>
                    <a:pt x="5661" y="629511"/>
                  </a:lnTo>
                  <a:lnTo>
                    <a:pt x="5635" y="629503"/>
                  </a:lnTo>
                  <a:lnTo>
                    <a:pt x="5461" y="629463"/>
                  </a:lnTo>
                  <a:lnTo>
                    <a:pt x="5374" y="629344"/>
                  </a:lnTo>
                  <a:lnTo>
                    <a:pt x="5359" y="629279"/>
                  </a:lnTo>
                  <a:lnTo>
                    <a:pt x="5306" y="629193"/>
                  </a:lnTo>
                  <a:lnTo>
                    <a:pt x="5290" y="629029"/>
                  </a:lnTo>
                  <a:lnTo>
                    <a:pt x="5279" y="629007"/>
                  </a:lnTo>
                  <a:lnTo>
                    <a:pt x="5279" y="628918"/>
                  </a:lnTo>
                  <a:lnTo>
                    <a:pt x="5257" y="628885"/>
                  </a:lnTo>
                  <a:lnTo>
                    <a:pt x="5180" y="628429"/>
                  </a:lnTo>
                  <a:lnTo>
                    <a:pt x="5026" y="628032"/>
                  </a:lnTo>
                  <a:lnTo>
                    <a:pt x="4944" y="627913"/>
                  </a:lnTo>
                  <a:lnTo>
                    <a:pt x="4692" y="627628"/>
                  </a:lnTo>
                  <a:lnTo>
                    <a:pt x="4594" y="627516"/>
                  </a:lnTo>
                  <a:lnTo>
                    <a:pt x="4473" y="627361"/>
                  </a:lnTo>
                  <a:lnTo>
                    <a:pt x="4280" y="627286"/>
                  </a:lnTo>
                  <a:lnTo>
                    <a:pt x="4067" y="627293"/>
                  </a:lnTo>
                  <a:lnTo>
                    <a:pt x="3675" y="627422"/>
                  </a:lnTo>
                  <a:lnTo>
                    <a:pt x="3134" y="627480"/>
                  </a:lnTo>
                  <a:lnTo>
                    <a:pt x="3115" y="627482"/>
                  </a:lnTo>
                  <a:lnTo>
                    <a:pt x="2842" y="627391"/>
                  </a:lnTo>
                  <a:lnTo>
                    <a:pt x="2656" y="627248"/>
                  </a:lnTo>
                  <a:lnTo>
                    <a:pt x="2543" y="627074"/>
                  </a:lnTo>
                  <a:lnTo>
                    <a:pt x="2510" y="626825"/>
                  </a:lnTo>
                  <a:lnTo>
                    <a:pt x="2496" y="626439"/>
                  </a:lnTo>
                  <a:lnTo>
                    <a:pt x="2472" y="626278"/>
                  </a:lnTo>
                  <a:lnTo>
                    <a:pt x="2456" y="626175"/>
                  </a:lnTo>
                  <a:lnTo>
                    <a:pt x="2217" y="626046"/>
                  </a:lnTo>
                  <a:lnTo>
                    <a:pt x="1717" y="626069"/>
                  </a:lnTo>
                  <a:lnTo>
                    <a:pt x="1616" y="626052"/>
                  </a:lnTo>
                  <a:lnTo>
                    <a:pt x="1538" y="626039"/>
                  </a:lnTo>
                  <a:lnTo>
                    <a:pt x="1518" y="625918"/>
                  </a:lnTo>
                  <a:lnTo>
                    <a:pt x="1591" y="625691"/>
                  </a:lnTo>
                  <a:lnTo>
                    <a:pt x="1864" y="625411"/>
                  </a:lnTo>
                  <a:lnTo>
                    <a:pt x="1990" y="625124"/>
                  </a:lnTo>
                  <a:lnTo>
                    <a:pt x="1997" y="624928"/>
                  </a:lnTo>
                  <a:lnTo>
                    <a:pt x="1978" y="624791"/>
                  </a:lnTo>
                  <a:lnTo>
                    <a:pt x="1957" y="624648"/>
                  </a:lnTo>
                  <a:lnTo>
                    <a:pt x="1808" y="624443"/>
                  </a:lnTo>
                  <a:lnTo>
                    <a:pt x="1771" y="624391"/>
                  </a:lnTo>
                  <a:lnTo>
                    <a:pt x="1544" y="624112"/>
                  </a:lnTo>
                  <a:lnTo>
                    <a:pt x="1538" y="623915"/>
                  </a:lnTo>
                  <a:lnTo>
                    <a:pt x="1571" y="623749"/>
                  </a:lnTo>
                  <a:lnTo>
                    <a:pt x="1664" y="623560"/>
                  </a:lnTo>
                  <a:lnTo>
                    <a:pt x="1802" y="623279"/>
                  </a:lnTo>
                  <a:lnTo>
                    <a:pt x="1850" y="623135"/>
                  </a:lnTo>
                  <a:lnTo>
                    <a:pt x="1950" y="622665"/>
                  </a:lnTo>
                  <a:lnTo>
                    <a:pt x="1946" y="622532"/>
                  </a:lnTo>
                  <a:lnTo>
                    <a:pt x="1910" y="622386"/>
                  </a:lnTo>
                  <a:lnTo>
                    <a:pt x="1055" y="621768"/>
                  </a:lnTo>
                  <a:lnTo>
                    <a:pt x="280" y="621370"/>
                  </a:lnTo>
                  <a:lnTo>
                    <a:pt x="0" y="621243"/>
                  </a:lnTo>
                  <a:lnTo>
                    <a:pt x="28" y="621100"/>
                  </a:lnTo>
                  <a:lnTo>
                    <a:pt x="68" y="621054"/>
                  </a:lnTo>
                  <a:lnTo>
                    <a:pt x="246" y="621015"/>
                  </a:lnTo>
                  <a:lnTo>
                    <a:pt x="636" y="620963"/>
                  </a:lnTo>
                  <a:lnTo>
                    <a:pt x="727" y="620958"/>
                  </a:lnTo>
                  <a:lnTo>
                    <a:pt x="1412" y="620780"/>
                  </a:lnTo>
                  <a:lnTo>
                    <a:pt x="2013" y="620746"/>
                  </a:lnTo>
                  <a:lnTo>
                    <a:pt x="2915" y="620474"/>
                  </a:lnTo>
                  <a:lnTo>
                    <a:pt x="3225" y="620161"/>
                  </a:lnTo>
                  <a:lnTo>
                    <a:pt x="3467" y="619509"/>
                  </a:lnTo>
                  <a:lnTo>
                    <a:pt x="3575" y="618737"/>
                  </a:lnTo>
                  <a:lnTo>
                    <a:pt x="3703" y="618208"/>
                  </a:lnTo>
                  <a:lnTo>
                    <a:pt x="3813" y="617931"/>
                  </a:lnTo>
                  <a:lnTo>
                    <a:pt x="4039" y="617822"/>
                  </a:lnTo>
                  <a:lnTo>
                    <a:pt x="4135" y="617768"/>
                  </a:lnTo>
                  <a:lnTo>
                    <a:pt x="4166" y="617755"/>
                  </a:lnTo>
                  <a:lnTo>
                    <a:pt x="4517" y="617376"/>
                  </a:lnTo>
                  <a:lnTo>
                    <a:pt x="4860" y="617231"/>
                  </a:lnTo>
                  <a:lnTo>
                    <a:pt x="5506" y="617208"/>
                  </a:lnTo>
                  <a:lnTo>
                    <a:pt x="5567" y="617221"/>
                  </a:lnTo>
                  <a:lnTo>
                    <a:pt x="5872" y="617329"/>
                  </a:lnTo>
                  <a:lnTo>
                    <a:pt x="6755" y="617451"/>
                  </a:lnTo>
                  <a:lnTo>
                    <a:pt x="7570" y="617556"/>
                  </a:lnTo>
                  <a:lnTo>
                    <a:pt x="8286" y="617735"/>
                  </a:lnTo>
                  <a:lnTo>
                    <a:pt x="8920" y="617761"/>
                  </a:lnTo>
                  <a:lnTo>
                    <a:pt x="9410" y="617754"/>
                  </a:lnTo>
                  <a:lnTo>
                    <a:pt x="9708" y="617719"/>
                  </a:lnTo>
                  <a:lnTo>
                    <a:pt x="10589" y="617424"/>
                  </a:lnTo>
                  <a:lnTo>
                    <a:pt x="11095" y="617391"/>
                  </a:lnTo>
                  <a:lnTo>
                    <a:pt x="12009" y="617451"/>
                  </a:lnTo>
                  <a:lnTo>
                    <a:pt x="12655" y="617266"/>
                  </a:lnTo>
                  <a:lnTo>
                    <a:pt x="13367" y="617104"/>
                  </a:lnTo>
                  <a:lnTo>
                    <a:pt x="13507" y="617046"/>
                  </a:lnTo>
                  <a:lnTo>
                    <a:pt x="13661" y="617026"/>
                  </a:lnTo>
                  <a:lnTo>
                    <a:pt x="13847" y="617021"/>
                  </a:lnTo>
                  <a:lnTo>
                    <a:pt x="13935" y="616993"/>
                  </a:lnTo>
                  <a:lnTo>
                    <a:pt x="14002" y="616972"/>
                  </a:lnTo>
                  <a:lnTo>
                    <a:pt x="14078" y="616908"/>
                  </a:lnTo>
                  <a:lnTo>
                    <a:pt x="14114" y="616823"/>
                  </a:lnTo>
                  <a:lnTo>
                    <a:pt x="14119" y="616777"/>
                  </a:lnTo>
                  <a:lnTo>
                    <a:pt x="14137" y="616603"/>
                  </a:lnTo>
                  <a:lnTo>
                    <a:pt x="14173" y="616315"/>
                  </a:lnTo>
                  <a:lnTo>
                    <a:pt x="14274" y="616132"/>
                  </a:lnTo>
                  <a:lnTo>
                    <a:pt x="14320" y="616017"/>
                  </a:lnTo>
                  <a:lnTo>
                    <a:pt x="14415" y="615861"/>
                  </a:lnTo>
                  <a:lnTo>
                    <a:pt x="14653" y="615329"/>
                  </a:lnTo>
                  <a:lnTo>
                    <a:pt x="15000" y="615031"/>
                  </a:lnTo>
                  <a:lnTo>
                    <a:pt x="15085" y="614907"/>
                  </a:lnTo>
                  <a:lnTo>
                    <a:pt x="15097" y="614651"/>
                  </a:lnTo>
                  <a:lnTo>
                    <a:pt x="15082" y="614528"/>
                  </a:lnTo>
                  <a:lnTo>
                    <a:pt x="14851" y="614338"/>
                  </a:lnTo>
                  <a:lnTo>
                    <a:pt x="14775" y="614252"/>
                  </a:lnTo>
                  <a:lnTo>
                    <a:pt x="14773" y="614246"/>
                  </a:lnTo>
                  <a:lnTo>
                    <a:pt x="14753" y="614166"/>
                  </a:lnTo>
                  <a:lnTo>
                    <a:pt x="14856" y="614004"/>
                  </a:lnTo>
                  <a:lnTo>
                    <a:pt x="15091" y="613773"/>
                  </a:lnTo>
                  <a:lnTo>
                    <a:pt x="15309" y="613526"/>
                  </a:lnTo>
                  <a:lnTo>
                    <a:pt x="15335" y="613497"/>
                  </a:lnTo>
                  <a:lnTo>
                    <a:pt x="15493" y="613455"/>
                  </a:lnTo>
                  <a:lnTo>
                    <a:pt x="15725" y="613395"/>
                  </a:lnTo>
                  <a:lnTo>
                    <a:pt x="15968" y="613183"/>
                  </a:lnTo>
                  <a:lnTo>
                    <a:pt x="16106" y="612980"/>
                  </a:lnTo>
                  <a:lnTo>
                    <a:pt x="16106" y="612777"/>
                  </a:lnTo>
                  <a:lnTo>
                    <a:pt x="16009" y="612538"/>
                  </a:lnTo>
                  <a:lnTo>
                    <a:pt x="16009" y="612372"/>
                  </a:lnTo>
                  <a:lnTo>
                    <a:pt x="16025" y="612141"/>
                  </a:lnTo>
                  <a:lnTo>
                    <a:pt x="16053" y="612086"/>
                  </a:lnTo>
                  <a:lnTo>
                    <a:pt x="16084" y="612068"/>
                  </a:lnTo>
                  <a:lnTo>
                    <a:pt x="16351" y="612059"/>
                  </a:lnTo>
                  <a:lnTo>
                    <a:pt x="16704" y="612059"/>
                  </a:lnTo>
                  <a:lnTo>
                    <a:pt x="17003" y="611979"/>
                  </a:lnTo>
                  <a:lnTo>
                    <a:pt x="17270" y="611809"/>
                  </a:lnTo>
                  <a:lnTo>
                    <a:pt x="17387" y="611524"/>
                  </a:lnTo>
                  <a:lnTo>
                    <a:pt x="17435" y="611098"/>
                  </a:lnTo>
                  <a:lnTo>
                    <a:pt x="17366" y="610560"/>
                  </a:lnTo>
                  <a:lnTo>
                    <a:pt x="17230" y="610073"/>
                  </a:lnTo>
                  <a:lnTo>
                    <a:pt x="17157" y="609609"/>
                  </a:lnTo>
                  <a:lnTo>
                    <a:pt x="17104" y="609241"/>
                  </a:lnTo>
                  <a:lnTo>
                    <a:pt x="17010" y="609003"/>
                  </a:lnTo>
                  <a:lnTo>
                    <a:pt x="16853" y="608741"/>
                  </a:lnTo>
                  <a:lnTo>
                    <a:pt x="16838" y="608719"/>
                  </a:lnTo>
                  <a:lnTo>
                    <a:pt x="16665" y="608294"/>
                  </a:lnTo>
                  <a:lnTo>
                    <a:pt x="16637" y="608229"/>
                  </a:lnTo>
                  <a:lnTo>
                    <a:pt x="16633" y="608223"/>
                  </a:lnTo>
                  <a:lnTo>
                    <a:pt x="16557" y="607952"/>
                  </a:lnTo>
                  <a:lnTo>
                    <a:pt x="16556" y="607520"/>
                  </a:lnTo>
                  <a:lnTo>
                    <a:pt x="16525" y="607266"/>
                  </a:lnTo>
                  <a:lnTo>
                    <a:pt x="16371" y="606978"/>
                  </a:lnTo>
                  <a:lnTo>
                    <a:pt x="16265" y="606860"/>
                  </a:lnTo>
                  <a:lnTo>
                    <a:pt x="16120" y="606700"/>
                  </a:lnTo>
                  <a:lnTo>
                    <a:pt x="16056" y="606628"/>
                  </a:lnTo>
                  <a:lnTo>
                    <a:pt x="15994" y="606523"/>
                  </a:lnTo>
                  <a:lnTo>
                    <a:pt x="16002" y="606436"/>
                  </a:lnTo>
                  <a:lnTo>
                    <a:pt x="16095" y="606406"/>
                  </a:lnTo>
                  <a:lnTo>
                    <a:pt x="16112" y="606405"/>
                  </a:lnTo>
                  <a:lnTo>
                    <a:pt x="16184" y="606364"/>
                  </a:lnTo>
                  <a:lnTo>
                    <a:pt x="16236" y="606330"/>
                  </a:lnTo>
                  <a:lnTo>
                    <a:pt x="16237" y="606315"/>
                  </a:lnTo>
                  <a:lnTo>
                    <a:pt x="16238" y="606288"/>
                  </a:lnTo>
                  <a:lnTo>
                    <a:pt x="16241" y="606248"/>
                  </a:lnTo>
                  <a:lnTo>
                    <a:pt x="16200" y="606161"/>
                  </a:lnTo>
                  <a:lnTo>
                    <a:pt x="16177" y="606150"/>
                  </a:lnTo>
                  <a:lnTo>
                    <a:pt x="16017" y="606068"/>
                  </a:lnTo>
                  <a:lnTo>
                    <a:pt x="15923" y="606034"/>
                  </a:lnTo>
                  <a:lnTo>
                    <a:pt x="15852" y="605927"/>
                  </a:lnTo>
                  <a:lnTo>
                    <a:pt x="15843" y="605857"/>
                  </a:lnTo>
                  <a:lnTo>
                    <a:pt x="15817" y="605653"/>
                  </a:lnTo>
                  <a:lnTo>
                    <a:pt x="15770" y="605479"/>
                  </a:lnTo>
                  <a:lnTo>
                    <a:pt x="15737" y="605449"/>
                  </a:lnTo>
                  <a:lnTo>
                    <a:pt x="15725" y="605413"/>
                  </a:lnTo>
                  <a:lnTo>
                    <a:pt x="15622" y="605329"/>
                  </a:lnTo>
                  <a:lnTo>
                    <a:pt x="15586" y="605300"/>
                  </a:lnTo>
                  <a:lnTo>
                    <a:pt x="15378" y="605256"/>
                  </a:lnTo>
                  <a:lnTo>
                    <a:pt x="15194" y="605239"/>
                  </a:lnTo>
                  <a:lnTo>
                    <a:pt x="14955" y="605239"/>
                  </a:lnTo>
                  <a:lnTo>
                    <a:pt x="14732" y="605221"/>
                  </a:lnTo>
                  <a:lnTo>
                    <a:pt x="14562" y="605186"/>
                  </a:lnTo>
                  <a:lnTo>
                    <a:pt x="14533" y="605174"/>
                  </a:lnTo>
                  <a:lnTo>
                    <a:pt x="14454" y="605143"/>
                  </a:lnTo>
                  <a:lnTo>
                    <a:pt x="14370" y="604994"/>
                  </a:lnTo>
                  <a:lnTo>
                    <a:pt x="14239" y="604793"/>
                  </a:lnTo>
                  <a:lnTo>
                    <a:pt x="14116" y="604671"/>
                  </a:lnTo>
                  <a:lnTo>
                    <a:pt x="13969" y="604644"/>
                  </a:lnTo>
                  <a:lnTo>
                    <a:pt x="13816" y="604653"/>
                  </a:lnTo>
                  <a:lnTo>
                    <a:pt x="13810" y="604656"/>
                  </a:lnTo>
                  <a:lnTo>
                    <a:pt x="13785" y="604654"/>
                  </a:lnTo>
                  <a:lnTo>
                    <a:pt x="13623" y="604723"/>
                  </a:lnTo>
                  <a:lnTo>
                    <a:pt x="13408" y="604907"/>
                  </a:lnTo>
                  <a:lnTo>
                    <a:pt x="13300" y="604924"/>
                  </a:lnTo>
                  <a:lnTo>
                    <a:pt x="13246" y="604924"/>
                  </a:lnTo>
                  <a:lnTo>
                    <a:pt x="13146" y="604802"/>
                  </a:lnTo>
                  <a:lnTo>
                    <a:pt x="13145" y="604792"/>
                  </a:lnTo>
                  <a:lnTo>
                    <a:pt x="13123" y="604505"/>
                  </a:lnTo>
                  <a:lnTo>
                    <a:pt x="13138" y="603823"/>
                  </a:lnTo>
                  <a:lnTo>
                    <a:pt x="13230" y="602966"/>
                  </a:lnTo>
                  <a:lnTo>
                    <a:pt x="13230" y="602529"/>
                  </a:lnTo>
                  <a:lnTo>
                    <a:pt x="13246" y="602180"/>
                  </a:lnTo>
                  <a:lnTo>
                    <a:pt x="13400" y="601760"/>
                  </a:lnTo>
                  <a:lnTo>
                    <a:pt x="13762" y="601035"/>
                  </a:lnTo>
                  <a:lnTo>
                    <a:pt x="14247" y="600677"/>
                  </a:lnTo>
                  <a:lnTo>
                    <a:pt x="14839" y="600415"/>
                  </a:lnTo>
                  <a:lnTo>
                    <a:pt x="15163" y="600200"/>
                  </a:lnTo>
                  <a:lnTo>
                    <a:pt x="15378" y="600117"/>
                  </a:lnTo>
                  <a:lnTo>
                    <a:pt x="15401" y="600097"/>
                  </a:lnTo>
                  <a:lnTo>
                    <a:pt x="15647" y="599873"/>
                  </a:lnTo>
                  <a:lnTo>
                    <a:pt x="15902" y="599680"/>
                  </a:lnTo>
                  <a:lnTo>
                    <a:pt x="16040" y="599445"/>
                  </a:lnTo>
                  <a:lnTo>
                    <a:pt x="16094" y="599182"/>
                  </a:lnTo>
                  <a:lnTo>
                    <a:pt x="16079" y="598772"/>
                  </a:lnTo>
                  <a:lnTo>
                    <a:pt x="16033" y="598611"/>
                  </a:lnTo>
                  <a:lnTo>
                    <a:pt x="16018" y="598272"/>
                  </a:lnTo>
                  <a:lnTo>
                    <a:pt x="15902" y="597987"/>
                  </a:lnTo>
                  <a:lnTo>
                    <a:pt x="15885" y="597944"/>
                  </a:lnTo>
                  <a:lnTo>
                    <a:pt x="15810" y="597597"/>
                  </a:lnTo>
                  <a:lnTo>
                    <a:pt x="15815" y="597433"/>
                  </a:lnTo>
                  <a:lnTo>
                    <a:pt x="15867" y="597263"/>
                  </a:lnTo>
                  <a:lnTo>
                    <a:pt x="16254" y="596771"/>
                  </a:lnTo>
                  <a:lnTo>
                    <a:pt x="16526" y="596332"/>
                  </a:lnTo>
                  <a:lnTo>
                    <a:pt x="16702" y="596052"/>
                  </a:lnTo>
                  <a:lnTo>
                    <a:pt x="17050" y="595733"/>
                  </a:lnTo>
                  <a:lnTo>
                    <a:pt x="17327" y="595465"/>
                  </a:lnTo>
                  <a:lnTo>
                    <a:pt x="17483" y="595214"/>
                  </a:lnTo>
                  <a:lnTo>
                    <a:pt x="17880" y="594572"/>
                  </a:lnTo>
                  <a:lnTo>
                    <a:pt x="17886" y="594549"/>
                  </a:lnTo>
                  <a:lnTo>
                    <a:pt x="18025" y="594370"/>
                  </a:lnTo>
                  <a:lnTo>
                    <a:pt x="18179" y="594230"/>
                  </a:lnTo>
                  <a:lnTo>
                    <a:pt x="18192" y="594044"/>
                  </a:lnTo>
                  <a:lnTo>
                    <a:pt x="18216" y="593943"/>
                  </a:lnTo>
                  <a:lnTo>
                    <a:pt x="18197" y="593742"/>
                  </a:lnTo>
                  <a:lnTo>
                    <a:pt x="18194" y="593734"/>
                  </a:lnTo>
                  <a:lnTo>
                    <a:pt x="18101" y="593619"/>
                  </a:lnTo>
                  <a:lnTo>
                    <a:pt x="17992" y="593551"/>
                  </a:lnTo>
                  <a:lnTo>
                    <a:pt x="17806" y="593452"/>
                  </a:lnTo>
                  <a:lnTo>
                    <a:pt x="17618" y="593443"/>
                  </a:lnTo>
                  <a:lnTo>
                    <a:pt x="17390" y="593416"/>
                  </a:lnTo>
                  <a:lnTo>
                    <a:pt x="17150" y="593364"/>
                  </a:lnTo>
                  <a:lnTo>
                    <a:pt x="17044" y="593311"/>
                  </a:lnTo>
                  <a:lnTo>
                    <a:pt x="16969" y="593234"/>
                  </a:lnTo>
                  <a:lnTo>
                    <a:pt x="16992" y="593088"/>
                  </a:lnTo>
                  <a:lnTo>
                    <a:pt x="17178" y="592912"/>
                  </a:lnTo>
                  <a:lnTo>
                    <a:pt x="17636" y="592750"/>
                  </a:lnTo>
                  <a:lnTo>
                    <a:pt x="18850" y="592280"/>
                  </a:lnTo>
                  <a:lnTo>
                    <a:pt x="19219" y="592055"/>
                  </a:lnTo>
                  <a:lnTo>
                    <a:pt x="19401" y="591817"/>
                  </a:lnTo>
                  <a:lnTo>
                    <a:pt x="19459" y="591527"/>
                  </a:lnTo>
                  <a:lnTo>
                    <a:pt x="19616" y="591061"/>
                  </a:lnTo>
                  <a:lnTo>
                    <a:pt x="19748" y="590579"/>
                  </a:lnTo>
                  <a:lnTo>
                    <a:pt x="20156" y="590166"/>
                  </a:lnTo>
                  <a:lnTo>
                    <a:pt x="20751" y="589887"/>
                  </a:lnTo>
                  <a:lnTo>
                    <a:pt x="21098" y="589960"/>
                  </a:lnTo>
                  <a:lnTo>
                    <a:pt x="21159" y="589982"/>
                  </a:lnTo>
                  <a:lnTo>
                    <a:pt x="21696" y="590266"/>
                  </a:lnTo>
                  <a:lnTo>
                    <a:pt x="22258" y="590541"/>
                  </a:lnTo>
                  <a:lnTo>
                    <a:pt x="22456" y="590563"/>
                  </a:lnTo>
                  <a:lnTo>
                    <a:pt x="22592" y="590555"/>
                  </a:lnTo>
                  <a:lnTo>
                    <a:pt x="22641" y="590560"/>
                  </a:lnTo>
                  <a:lnTo>
                    <a:pt x="23070" y="590451"/>
                  </a:lnTo>
                  <a:lnTo>
                    <a:pt x="23379" y="590279"/>
                  </a:lnTo>
                  <a:lnTo>
                    <a:pt x="23775" y="589638"/>
                  </a:lnTo>
                  <a:lnTo>
                    <a:pt x="24032" y="589441"/>
                  </a:lnTo>
                  <a:lnTo>
                    <a:pt x="24657" y="589350"/>
                  </a:lnTo>
                  <a:lnTo>
                    <a:pt x="25335" y="589187"/>
                  </a:lnTo>
                  <a:lnTo>
                    <a:pt x="26249" y="588965"/>
                  </a:lnTo>
                  <a:lnTo>
                    <a:pt x="26836" y="588850"/>
                  </a:lnTo>
                  <a:lnTo>
                    <a:pt x="27362" y="588697"/>
                  </a:lnTo>
                  <a:lnTo>
                    <a:pt x="28235" y="588690"/>
                  </a:lnTo>
                  <a:lnTo>
                    <a:pt x="28993" y="588512"/>
                  </a:lnTo>
                  <a:lnTo>
                    <a:pt x="29411" y="588521"/>
                  </a:lnTo>
                  <a:lnTo>
                    <a:pt x="29560" y="588590"/>
                  </a:lnTo>
                  <a:lnTo>
                    <a:pt x="29610" y="588672"/>
                  </a:lnTo>
                  <a:lnTo>
                    <a:pt x="29731" y="589078"/>
                  </a:lnTo>
                  <a:lnTo>
                    <a:pt x="29802" y="589366"/>
                  </a:lnTo>
                  <a:lnTo>
                    <a:pt x="29918" y="589563"/>
                  </a:lnTo>
                  <a:lnTo>
                    <a:pt x="30081" y="589682"/>
                  </a:lnTo>
                  <a:lnTo>
                    <a:pt x="30287" y="589697"/>
                  </a:lnTo>
                  <a:lnTo>
                    <a:pt x="30571" y="589550"/>
                  </a:lnTo>
                  <a:lnTo>
                    <a:pt x="30819" y="589375"/>
                  </a:lnTo>
                  <a:lnTo>
                    <a:pt x="31012" y="589300"/>
                  </a:lnTo>
                  <a:lnTo>
                    <a:pt x="31284" y="589378"/>
                  </a:lnTo>
                  <a:lnTo>
                    <a:pt x="31449" y="589454"/>
                  </a:lnTo>
                  <a:lnTo>
                    <a:pt x="31453" y="589458"/>
                  </a:lnTo>
                  <a:lnTo>
                    <a:pt x="31458" y="589464"/>
                  </a:lnTo>
                  <a:lnTo>
                    <a:pt x="31733" y="589552"/>
                  </a:lnTo>
                  <a:lnTo>
                    <a:pt x="32144" y="589819"/>
                  </a:lnTo>
                  <a:lnTo>
                    <a:pt x="32180" y="589841"/>
                  </a:lnTo>
                  <a:lnTo>
                    <a:pt x="32320" y="589969"/>
                  </a:lnTo>
                  <a:lnTo>
                    <a:pt x="32610" y="590073"/>
                  </a:lnTo>
                  <a:lnTo>
                    <a:pt x="32798" y="590044"/>
                  </a:lnTo>
                  <a:lnTo>
                    <a:pt x="33334" y="589819"/>
                  </a:lnTo>
                  <a:lnTo>
                    <a:pt x="34443" y="588902"/>
                  </a:lnTo>
                  <a:lnTo>
                    <a:pt x="35380" y="588372"/>
                  </a:lnTo>
                  <a:lnTo>
                    <a:pt x="36243" y="587947"/>
                  </a:lnTo>
                  <a:lnTo>
                    <a:pt x="36672" y="587497"/>
                  </a:lnTo>
                  <a:lnTo>
                    <a:pt x="37187" y="586717"/>
                  </a:lnTo>
                  <a:lnTo>
                    <a:pt x="38020" y="585975"/>
                  </a:lnTo>
                  <a:lnTo>
                    <a:pt x="38715" y="585300"/>
                  </a:lnTo>
                  <a:lnTo>
                    <a:pt x="39807" y="584901"/>
                  </a:lnTo>
                  <a:lnTo>
                    <a:pt x="40062" y="584562"/>
                  </a:lnTo>
                  <a:lnTo>
                    <a:pt x="40392" y="584351"/>
                  </a:lnTo>
                  <a:lnTo>
                    <a:pt x="40759" y="583739"/>
                  </a:lnTo>
                  <a:lnTo>
                    <a:pt x="41173" y="582976"/>
                  </a:lnTo>
                  <a:lnTo>
                    <a:pt x="41784" y="582216"/>
                  </a:lnTo>
                  <a:lnTo>
                    <a:pt x="42464" y="581866"/>
                  </a:lnTo>
                  <a:lnTo>
                    <a:pt x="43058" y="581747"/>
                  </a:lnTo>
                  <a:lnTo>
                    <a:pt x="43575" y="581807"/>
                  </a:lnTo>
                  <a:lnTo>
                    <a:pt x="44012" y="582011"/>
                  </a:lnTo>
                  <a:lnTo>
                    <a:pt x="44338" y="582223"/>
                  </a:lnTo>
                  <a:lnTo>
                    <a:pt x="44710" y="582223"/>
                  </a:lnTo>
                  <a:lnTo>
                    <a:pt x="44967" y="582084"/>
                  </a:lnTo>
                  <a:lnTo>
                    <a:pt x="45570" y="581543"/>
                  </a:lnTo>
                  <a:lnTo>
                    <a:pt x="45803" y="581466"/>
                  </a:lnTo>
                  <a:lnTo>
                    <a:pt x="45819" y="581313"/>
                  </a:lnTo>
                  <a:lnTo>
                    <a:pt x="45730" y="581130"/>
                  </a:lnTo>
                  <a:lnTo>
                    <a:pt x="45994" y="580589"/>
                  </a:lnTo>
                  <a:lnTo>
                    <a:pt x="46315" y="579853"/>
                  </a:lnTo>
                  <a:lnTo>
                    <a:pt x="46229" y="579182"/>
                  </a:lnTo>
                  <a:lnTo>
                    <a:pt x="46345" y="578858"/>
                  </a:lnTo>
                  <a:lnTo>
                    <a:pt x="46445" y="578799"/>
                  </a:lnTo>
                  <a:lnTo>
                    <a:pt x="46849" y="578843"/>
                  </a:lnTo>
                  <a:lnTo>
                    <a:pt x="48111" y="578876"/>
                  </a:lnTo>
                  <a:lnTo>
                    <a:pt x="48800" y="578824"/>
                  </a:lnTo>
                  <a:lnTo>
                    <a:pt x="49569" y="578719"/>
                  </a:lnTo>
                  <a:lnTo>
                    <a:pt x="50407" y="578785"/>
                  </a:lnTo>
                  <a:lnTo>
                    <a:pt x="51027" y="578934"/>
                  </a:lnTo>
                  <a:lnTo>
                    <a:pt x="51819" y="579364"/>
                  </a:lnTo>
                  <a:lnTo>
                    <a:pt x="52461" y="579677"/>
                  </a:lnTo>
                  <a:lnTo>
                    <a:pt x="52880" y="579677"/>
                  </a:lnTo>
                  <a:lnTo>
                    <a:pt x="53156" y="579677"/>
                  </a:lnTo>
                  <a:lnTo>
                    <a:pt x="53586" y="579338"/>
                  </a:lnTo>
                  <a:lnTo>
                    <a:pt x="53747" y="579325"/>
                  </a:lnTo>
                  <a:lnTo>
                    <a:pt x="54085" y="579286"/>
                  </a:lnTo>
                  <a:lnTo>
                    <a:pt x="54211" y="579106"/>
                  </a:lnTo>
                  <a:lnTo>
                    <a:pt x="54274" y="579047"/>
                  </a:lnTo>
                  <a:lnTo>
                    <a:pt x="54325" y="578928"/>
                  </a:lnTo>
                  <a:lnTo>
                    <a:pt x="54328" y="578850"/>
                  </a:lnTo>
                  <a:lnTo>
                    <a:pt x="54314" y="578734"/>
                  </a:lnTo>
                  <a:lnTo>
                    <a:pt x="54057" y="578479"/>
                  </a:lnTo>
                  <a:lnTo>
                    <a:pt x="53503" y="578202"/>
                  </a:lnTo>
                  <a:lnTo>
                    <a:pt x="53272" y="578028"/>
                  </a:lnTo>
                  <a:lnTo>
                    <a:pt x="53217" y="577974"/>
                  </a:lnTo>
                  <a:lnTo>
                    <a:pt x="52989" y="577749"/>
                  </a:lnTo>
                  <a:lnTo>
                    <a:pt x="52651" y="577417"/>
                  </a:lnTo>
                  <a:lnTo>
                    <a:pt x="52347" y="576956"/>
                  </a:lnTo>
                  <a:lnTo>
                    <a:pt x="52071" y="576702"/>
                  </a:lnTo>
                  <a:lnTo>
                    <a:pt x="52004" y="576647"/>
                  </a:lnTo>
                  <a:lnTo>
                    <a:pt x="51712" y="576340"/>
                  </a:lnTo>
                  <a:lnTo>
                    <a:pt x="51247" y="575963"/>
                  </a:lnTo>
                  <a:lnTo>
                    <a:pt x="50466" y="575207"/>
                  </a:lnTo>
                  <a:lnTo>
                    <a:pt x="50030" y="574868"/>
                  </a:lnTo>
                  <a:lnTo>
                    <a:pt x="49864" y="574640"/>
                  </a:lnTo>
                  <a:lnTo>
                    <a:pt x="49852" y="574490"/>
                  </a:lnTo>
                  <a:lnTo>
                    <a:pt x="49898" y="574288"/>
                  </a:lnTo>
                  <a:lnTo>
                    <a:pt x="49953" y="574232"/>
                  </a:lnTo>
                  <a:lnTo>
                    <a:pt x="50220" y="574178"/>
                  </a:lnTo>
                  <a:lnTo>
                    <a:pt x="50524" y="574021"/>
                  </a:lnTo>
                  <a:lnTo>
                    <a:pt x="50627" y="573819"/>
                  </a:lnTo>
                  <a:lnTo>
                    <a:pt x="50708" y="573435"/>
                  </a:lnTo>
                  <a:lnTo>
                    <a:pt x="50759" y="572529"/>
                  </a:lnTo>
                  <a:lnTo>
                    <a:pt x="50786" y="571868"/>
                  </a:lnTo>
                  <a:lnTo>
                    <a:pt x="51098" y="571651"/>
                  </a:lnTo>
                  <a:lnTo>
                    <a:pt x="51151" y="571541"/>
                  </a:lnTo>
                  <a:lnTo>
                    <a:pt x="51326" y="571380"/>
                  </a:lnTo>
                  <a:lnTo>
                    <a:pt x="51561" y="571230"/>
                  </a:lnTo>
                  <a:lnTo>
                    <a:pt x="51925" y="571230"/>
                  </a:lnTo>
                  <a:lnTo>
                    <a:pt x="52404" y="571412"/>
                  </a:lnTo>
                  <a:lnTo>
                    <a:pt x="52604" y="571526"/>
                  </a:lnTo>
                  <a:lnTo>
                    <a:pt x="53129" y="571655"/>
                  </a:lnTo>
                  <a:lnTo>
                    <a:pt x="53724" y="571855"/>
                  </a:lnTo>
                  <a:lnTo>
                    <a:pt x="54147" y="572076"/>
                  </a:lnTo>
                  <a:lnTo>
                    <a:pt x="54529" y="572393"/>
                  </a:lnTo>
                  <a:lnTo>
                    <a:pt x="54903" y="572714"/>
                  </a:lnTo>
                  <a:lnTo>
                    <a:pt x="55682" y="573190"/>
                  </a:lnTo>
                  <a:lnTo>
                    <a:pt x="56159" y="573544"/>
                  </a:lnTo>
                  <a:lnTo>
                    <a:pt x="56474" y="573789"/>
                  </a:lnTo>
                  <a:lnTo>
                    <a:pt x="56953" y="573994"/>
                  </a:lnTo>
                  <a:lnTo>
                    <a:pt x="57276" y="574065"/>
                  </a:lnTo>
                  <a:lnTo>
                    <a:pt x="57515" y="574080"/>
                  </a:lnTo>
                  <a:lnTo>
                    <a:pt x="57952" y="573963"/>
                  </a:lnTo>
                  <a:lnTo>
                    <a:pt x="58387" y="573625"/>
                  </a:lnTo>
                  <a:lnTo>
                    <a:pt x="58486" y="573600"/>
                  </a:lnTo>
                  <a:lnTo>
                    <a:pt x="58585" y="573631"/>
                  </a:lnTo>
                  <a:lnTo>
                    <a:pt x="59362" y="574025"/>
                  </a:lnTo>
                  <a:lnTo>
                    <a:pt x="59880" y="574394"/>
                  </a:lnTo>
                  <a:lnTo>
                    <a:pt x="60580" y="574563"/>
                  </a:lnTo>
                  <a:lnTo>
                    <a:pt x="61461" y="574676"/>
                  </a:lnTo>
                  <a:lnTo>
                    <a:pt x="61518" y="574690"/>
                  </a:lnTo>
                  <a:lnTo>
                    <a:pt x="61808" y="574660"/>
                  </a:lnTo>
                  <a:lnTo>
                    <a:pt x="62125" y="574448"/>
                  </a:lnTo>
                  <a:lnTo>
                    <a:pt x="62485" y="574097"/>
                  </a:lnTo>
                  <a:lnTo>
                    <a:pt x="62819" y="573813"/>
                  </a:lnTo>
                  <a:lnTo>
                    <a:pt x="63105" y="573797"/>
                  </a:lnTo>
                  <a:lnTo>
                    <a:pt x="63461" y="573872"/>
                  </a:lnTo>
                  <a:lnTo>
                    <a:pt x="63874" y="573969"/>
                  </a:lnTo>
                  <a:lnTo>
                    <a:pt x="64224" y="573996"/>
                  </a:lnTo>
                  <a:lnTo>
                    <a:pt x="64813" y="574190"/>
                  </a:lnTo>
                  <a:lnTo>
                    <a:pt x="65447" y="574359"/>
                  </a:lnTo>
                  <a:lnTo>
                    <a:pt x="65729" y="574428"/>
                  </a:lnTo>
                  <a:lnTo>
                    <a:pt x="66477" y="574434"/>
                  </a:lnTo>
                  <a:lnTo>
                    <a:pt x="67017" y="574321"/>
                  </a:lnTo>
                  <a:lnTo>
                    <a:pt x="67320" y="573758"/>
                  </a:lnTo>
                  <a:lnTo>
                    <a:pt x="67538" y="573550"/>
                  </a:lnTo>
                  <a:lnTo>
                    <a:pt x="67865" y="573339"/>
                  </a:lnTo>
                  <a:lnTo>
                    <a:pt x="67981" y="573164"/>
                  </a:lnTo>
                  <a:lnTo>
                    <a:pt x="68085" y="572895"/>
                  </a:lnTo>
                  <a:lnTo>
                    <a:pt x="68273" y="572820"/>
                  </a:lnTo>
                  <a:lnTo>
                    <a:pt x="68939" y="572808"/>
                  </a:lnTo>
                  <a:lnTo>
                    <a:pt x="69369" y="572558"/>
                  </a:lnTo>
                  <a:lnTo>
                    <a:pt x="69463" y="572264"/>
                  </a:lnTo>
                  <a:lnTo>
                    <a:pt x="69667" y="571795"/>
                  </a:lnTo>
                  <a:lnTo>
                    <a:pt x="70278" y="571344"/>
                  </a:lnTo>
                  <a:lnTo>
                    <a:pt x="71038" y="570763"/>
                  </a:lnTo>
                  <a:lnTo>
                    <a:pt x="71218" y="570627"/>
                  </a:lnTo>
                  <a:lnTo>
                    <a:pt x="72008" y="570241"/>
                  </a:lnTo>
                  <a:lnTo>
                    <a:pt x="72268" y="570132"/>
                  </a:lnTo>
                  <a:lnTo>
                    <a:pt x="72645" y="569927"/>
                  </a:lnTo>
                  <a:lnTo>
                    <a:pt x="73314" y="569852"/>
                  </a:lnTo>
                  <a:lnTo>
                    <a:pt x="73705" y="569748"/>
                  </a:lnTo>
                  <a:lnTo>
                    <a:pt x="73758" y="569717"/>
                  </a:lnTo>
                  <a:lnTo>
                    <a:pt x="73934" y="569660"/>
                  </a:lnTo>
                  <a:lnTo>
                    <a:pt x="74430" y="569260"/>
                  </a:lnTo>
                  <a:lnTo>
                    <a:pt x="74691" y="568940"/>
                  </a:lnTo>
                  <a:lnTo>
                    <a:pt x="74992" y="568622"/>
                  </a:lnTo>
                  <a:lnTo>
                    <a:pt x="75333" y="568471"/>
                  </a:lnTo>
                  <a:lnTo>
                    <a:pt x="75570" y="568284"/>
                  </a:lnTo>
                  <a:lnTo>
                    <a:pt x="75735" y="568052"/>
                  </a:lnTo>
                  <a:lnTo>
                    <a:pt x="75845" y="567796"/>
                  </a:lnTo>
                  <a:lnTo>
                    <a:pt x="76082" y="567615"/>
                  </a:lnTo>
                  <a:lnTo>
                    <a:pt x="76914" y="567089"/>
                  </a:lnTo>
                  <a:lnTo>
                    <a:pt x="77867" y="566389"/>
                  </a:lnTo>
                  <a:lnTo>
                    <a:pt x="78694" y="565788"/>
                  </a:lnTo>
                  <a:lnTo>
                    <a:pt x="79107" y="565545"/>
                  </a:lnTo>
                  <a:lnTo>
                    <a:pt x="79658" y="565301"/>
                  </a:lnTo>
                  <a:lnTo>
                    <a:pt x="80162" y="565121"/>
                  </a:lnTo>
                  <a:lnTo>
                    <a:pt x="80401" y="565126"/>
                  </a:lnTo>
                  <a:lnTo>
                    <a:pt x="80749" y="565151"/>
                  </a:lnTo>
                  <a:lnTo>
                    <a:pt x="80952" y="565282"/>
                  </a:lnTo>
                  <a:lnTo>
                    <a:pt x="81041" y="565538"/>
                  </a:lnTo>
                  <a:lnTo>
                    <a:pt x="81244" y="565657"/>
                  </a:lnTo>
                  <a:lnTo>
                    <a:pt x="81475" y="565767"/>
                  </a:lnTo>
                  <a:lnTo>
                    <a:pt x="81509" y="565807"/>
                  </a:lnTo>
                  <a:lnTo>
                    <a:pt x="81575" y="566132"/>
                  </a:lnTo>
                  <a:lnTo>
                    <a:pt x="81729" y="566308"/>
                  </a:lnTo>
                  <a:lnTo>
                    <a:pt x="81824" y="566369"/>
                  </a:lnTo>
                  <a:lnTo>
                    <a:pt x="81883" y="566426"/>
                  </a:lnTo>
                  <a:lnTo>
                    <a:pt x="82071" y="566545"/>
                  </a:lnTo>
                  <a:lnTo>
                    <a:pt x="82247" y="566708"/>
                  </a:lnTo>
                  <a:lnTo>
                    <a:pt x="82275" y="566802"/>
                  </a:lnTo>
                  <a:lnTo>
                    <a:pt x="82236" y="566964"/>
                  </a:lnTo>
                  <a:lnTo>
                    <a:pt x="82029" y="567176"/>
                  </a:lnTo>
                  <a:lnTo>
                    <a:pt x="82002" y="567224"/>
                  </a:lnTo>
                  <a:lnTo>
                    <a:pt x="81939" y="567371"/>
                  </a:lnTo>
                  <a:lnTo>
                    <a:pt x="81905" y="567890"/>
                  </a:lnTo>
                  <a:lnTo>
                    <a:pt x="81950" y="568478"/>
                  </a:lnTo>
                  <a:lnTo>
                    <a:pt x="82010" y="569572"/>
                  </a:lnTo>
                  <a:lnTo>
                    <a:pt x="82054" y="569991"/>
                  </a:lnTo>
                  <a:lnTo>
                    <a:pt x="82093" y="570198"/>
                  </a:lnTo>
                  <a:lnTo>
                    <a:pt x="82451" y="570585"/>
                  </a:lnTo>
                  <a:lnTo>
                    <a:pt x="82578" y="570885"/>
                  </a:lnTo>
                  <a:lnTo>
                    <a:pt x="82660" y="571229"/>
                  </a:lnTo>
                  <a:lnTo>
                    <a:pt x="82809" y="571561"/>
                  </a:lnTo>
                  <a:lnTo>
                    <a:pt x="83145" y="571892"/>
                  </a:lnTo>
                  <a:lnTo>
                    <a:pt x="83498" y="572061"/>
                  </a:lnTo>
                  <a:lnTo>
                    <a:pt x="83605" y="572099"/>
                  </a:lnTo>
                  <a:lnTo>
                    <a:pt x="83828" y="572118"/>
                  </a:lnTo>
                  <a:lnTo>
                    <a:pt x="84236" y="572199"/>
                  </a:lnTo>
                  <a:lnTo>
                    <a:pt x="84517" y="572374"/>
                  </a:lnTo>
                  <a:lnTo>
                    <a:pt x="84726" y="572580"/>
                  </a:lnTo>
                  <a:lnTo>
                    <a:pt x="85051" y="572774"/>
                  </a:lnTo>
                  <a:lnTo>
                    <a:pt x="85486" y="572931"/>
                  </a:lnTo>
                  <a:lnTo>
                    <a:pt x="85740" y="573099"/>
                  </a:lnTo>
                  <a:lnTo>
                    <a:pt x="85900" y="573237"/>
                  </a:lnTo>
                  <a:lnTo>
                    <a:pt x="85960" y="573368"/>
                  </a:lnTo>
                  <a:lnTo>
                    <a:pt x="85922" y="573493"/>
                  </a:lnTo>
                  <a:lnTo>
                    <a:pt x="85795" y="573669"/>
                  </a:lnTo>
                  <a:lnTo>
                    <a:pt x="85704" y="573736"/>
                  </a:lnTo>
                  <a:lnTo>
                    <a:pt x="85580" y="573912"/>
                  </a:lnTo>
                  <a:lnTo>
                    <a:pt x="85442" y="574113"/>
                  </a:lnTo>
                  <a:lnTo>
                    <a:pt x="85415" y="574294"/>
                  </a:lnTo>
                  <a:lnTo>
                    <a:pt x="85365" y="574625"/>
                  </a:lnTo>
                  <a:lnTo>
                    <a:pt x="85051" y="574957"/>
                  </a:lnTo>
                  <a:lnTo>
                    <a:pt x="84633" y="575231"/>
                  </a:lnTo>
                  <a:lnTo>
                    <a:pt x="84412" y="575413"/>
                  </a:lnTo>
                  <a:lnTo>
                    <a:pt x="84230" y="575664"/>
                  </a:lnTo>
                  <a:lnTo>
                    <a:pt x="84049" y="576008"/>
                  </a:lnTo>
                  <a:lnTo>
                    <a:pt x="84060" y="576374"/>
                  </a:lnTo>
                  <a:lnTo>
                    <a:pt x="83870" y="576496"/>
                  </a:lnTo>
                  <a:lnTo>
                    <a:pt x="83806" y="576748"/>
                  </a:lnTo>
                  <a:lnTo>
                    <a:pt x="83839" y="576983"/>
                  </a:lnTo>
                  <a:lnTo>
                    <a:pt x="83845" y="577240"/>
                  </a:lnTo>
                  <a:lnTo>
                    <a:pt x="83845" y="577427"/>
                  </a:lnTo>
                  <a:lnTo>
                    <a:pt x="83641" y="577871"/>
                  </a:lnTo>
                  <a:lnTo>
                    <a:pt x="83569" y="578159"/>
                  </a:lnTo>
                  <a:lnTo>
                    <a:pt x="83567" y="578172"/>
                  </a:lnTo>
                  <a:lnTo>
                    <a:pt x="83630" y="578415"/>
                  </a:lnTo>
                  <a:lnTo>
                    <a:pt x="84043" y="578797"/>
                  </a:lnTo>
                  <a:lnTo>
                    <a:pt x="84236" y="578991"/>
                  </a:lnTo>
                  <a:lnTo>
                    <a:pt x="84329" y="579278"/>
                  </a:lnTo>
                  <a:lnTo>
                    <a:pt x="84671" y="580010"/>
                  </a:lnTo>
                  <a:lnTo>
                    <a:pt x="84831" y="580210"/>
                  </a:lnTo>
                  <a:lnTo>
                    <a:pt x="84980" y="580417"/>
                  </a:lnTo>
                  <a:lnTo>
                    <a:pt x="84924" y="580736"/>
                  </a:lnTo>
                  <a:lnTo>
                    <a:pt x="84787" y="580954"/>
                  </a:lnTo>
                  <a:lnTo>
                    <a:pt x="84715" y="581117"/>
                  </a:lnTo>
                  <a:lnTo>
                    <a:pt x="84704" y="581248"/>
                  </a:lnTo>
                  <a:lnTo>
                    <a:pt x="84732" y="581405"/>
                  </a:lnTo>
                  <a:lnTo>
                    <a:pt x="84798" y="581574"/>
                  </a:lnTo>
                  <a:lnTo>
                    <a:pt x="84941" y="581705"/>
                  </a:lnTo>
                  <a:lnTo>
                    <a:pt x="85051" y="581711"/>
                  </a:lnTo>
                  <a:lnTo>
                    <a:pt x="85283" y="581692"/>
                  </a:lnTo>
                  <a:lnTo>
                    <a:pt x="85486" y="581586"/>
                  </a:lnTo>
                  <a:lnTo>
                    <a:pt x="85723" y="581542"/>
                  </a:lnTo>
                  <a:lnTo>
                    <a:pt x="85872" y="581242"/>
                  </a:lnTo>
                  <a:lnTo>
                    <a:pt x="86171" y="580980"/>
                  </a:lnTo>
                  <a:lnTo>
                    <a:pt x="86329" y="581004"/>
                  </a:lnTo>
                  <a:lnTo>
                    <a:pt x="86665" y="581036"/>
                  </a:lnTo>
                  <a:lnTo>
                    <a:pt x="86924" y="580942"/>
                  </a:lnTo>
                  <a:lnTo>
                    <a:pt x="87211" y="580748"/>
                  </a:lnTo>
                  <a:lnTo>
                    <a:pt x="87508" y="580779"/>
                  </a:lnTo>
                  <a:lnTo>
                    <a:pt x="87712" y="580948"/>
                  </a:lnTo>
                  <a:lnTo>
                    <a:pt x="87839" y="580954"/>
                  </a:lnTo>
                  <a:lnTo>
                    <a:pt x="88032" y="580873"/>
                  </a:lnTo>
                  <a:lnTo>
                    <a:pt x="88544" y="580542"/>
                  </a:lnTo>
                  <a:lnTo>
                    <a:pt x="89172" y="580110"/>
                  </a:lnTo>
                  <a:lnTo>
                    <a:pt x="89409" y="579879"/>
                  </a:lnTo>
                  <a:lnTo>
                    <a:pt x="89618" y="579729"/>
                  </a:lnTo>
                  <a:lnTo>
                    <a:pt x="89789" y="579735"/>
                  </a:lnTo>
                  <a:lnTo>
                    <a:pt x="89867" y="579893"/>
                  </a:lnTo>
                  <a:lnTo>
                    <a:pt x="89883" y="580010"/>
                  </a:lnTo>
                  <a:lnTo>
                    <a:pt x="90114" y="580317"/>
                  </a:lnTo>
                  <a:lnTo>
                    <a:pt x="90467" y="580429"/>
                  </a:lnTo>
                  <a:lnTo>
                    <a:pt x="90874" y="580454"/>
                  </a:lnTo>
                  <a:lnTo>
                    <a:pt x="91464" y="580392"/>
                  </a:lnTo>
                  <a:lnTo>
                    <a:pt x="91800" y="580504"/>
                  </a:lnTo>
                  <a:lnTo>
                    <a:pt x="92257" y="580654"/>
                  </a:lnTo>
                  <a:lnTo>
                    <a:pt x="92577" y="580717"/>
                  </a:lnTo>
                  <a:lnTo>
                    <a:pt x="92869" y="580804"/>
                  </a:lnTo>
                  <a:lnTo>
                    <a:pt x="93144" y="581207"/>
                  </a:lnTo>
                  <a:lnTo>
                    <a:pt x="93271" y="581178"/>
                  </a:lnTo>
                  <a:lnTo>
                    <a:pt x="93370" y="581185"/>
                  </a:lnTo>
                  <a:lnTo>
                    <a:pt x="93492" y="581139"/>
                  </a:lnTo>
                  <a:lnTo>
                    <a:pt x="93574" y="581022"/>
                  </a:lnTo>
                  <a:lnTo>
                    <a:pt x="93646" y="580635"/>
                  </a:lnTo>
                  <a:lnTo>
                    <a:pt x="93705" y="580324"/>
                  </a:lnTo>
                  <a:lnTo>
                    <a:pt x="93677" y="580164"/>
                  </a:lnTo>
                  <a:lnTo>
                    <a:pt x="93618" y="579972"/>
                  </a:lnTo>
                  <a:lnTo>
                    <a:pt x="93556" y="579532"/>
                  </a:lnTo>
                  <a:lnTo>
                    <a:pt x="93786" y="579218"/>
                  </a:lnTo>
                  <a:lnTo>
                    <a:pt x="94108" y="579101"/>
                  </a:lnTo>
                  <a:lnTo>
                    <a:pt x="94251" y="578971"/>
                  </a:lnTo>
                  <a:lnTo>
                    <a:pt x="94475" y="578606"/>
                  </a:lnTo>
                  <a:lnTo>
                    <a:pt x="94693" y="578358"/>
                  </a:lnTo>
                  <a:lnTo>
                    <a:pt x="94676" y="577928"/>
                  </a:lnTo>
                  <a:lnTo>
                    <a:pt x="94613" y="577681"/>
                  </a:lnTo>
                  <a:lnTo>
                    <a:pt x="94632" y="577639"/>
                  </a:lnTo>
                  <a:lnTo>
                    <a:pt x="94665" y="577613"/>
                  </a:lnTo>
                  <a:lnTo>
                    <a:pt x="94678" y="577606"/>
                  </a:lnTo>
                  <a:lnTo>
                    <a:pt x="94691" y="577599"/>
                  </a:lnTo>
                  <a:lnTo>
                    <a:pt x="94723" y="577593"/>
                  </a:lnTo>
                  <a:lnTo>
                    <a:pt x="94759" y="577591"/>
                  </a:lnTo>
                  <a:lnTo>
                    <a:pt x="94831" y="577593"/>
                  </a:lnTo>
                  <a:lnTo>
                    <a:pt x="95261" y="577427"/>
                  </a:lnTo>
                  <a:lnTo>
                    <a:pt x="95577" y="577316"/>
                  </a:lnTo>
                  <a:lnTo>
                    <a:pt x="95984" y="577414"/>
                  </a:lnTo>
                  <a:lnTo>
                    <a:pt x="96180" y="577571"/>
                  </a:lnTo>
                  <a:lnTo>
                    <a:pt x="96323" y="577752"/>
                  </a:lnTo>
                  <a:lnTo>
                    <a:pt x="96816" y="578033"/>
                  </a:lnTo>
                  <a:lnTo>
                    <a:pt x="96954" y="578182"/>
                  </a:lnTo>
                  <a:lnTo>
                    <a:pt x="97102" y="578330"/>
                  </a:lnTo>
                  <a:lnTo>
                    <a:pt x="97330" y="578457"/>
                  </a:lnTo>
                  <a:lnTo>
                    <a:pt x="97591" y="578482"/>
                  </a:lnTo>
                  <a:lnTo>
                    <a:pt x="98017" y="578470"/>
                  </a:lnTo>
                  <a:lnTo>
                    <a:pt x="98142" y="578441"/>
                  </a:lnTo>
                  <a:lnTo>
                    <a:pt x="98248" y="578316"/>
                  </a:lnTo>
                  <a:lnTo>
                    <a:pt x="98193" y="578199"/>
                  </a:lnTo>
                  <a:lnTo>
                    <a:pt x="98053" y="577844"/>
                  </a:lnTo>
                  <a:lnTo>
                    <a:pt x="97958" y="577444"/>
                  </a:lnTo>
                  <a:lnTo>
                    <a:pt x="98028" y="577152"/>
                  </a:lnTo>
                  <a:lnTo>
                    <a:pt x="98230" y="576948"/>
                  </a:lnTo>
                  <a:lnTo>
                    <a:pt x="98597" y="576881"/>
                  </a:lnTo>
                  <a:lnTo>
                    <a:pt x="98814" y="576831"/>
                  </a:lnTo>
                  <a:lnTo>
                    <a:pt x="98994" y="576711"/>
                  </a:lnTo>
                  <a:lnTo>
                    <a:pt x="99350" y="576715"/>
                  </a:lnTo>
                  <a:lnTo>
                    <a:pt x="99765" y="576802"/>
                  </a:lnTo>
                  <a:lnTo>
                    <a:pt x="100040" y="576927"/>
                  </a:lnTo>
                  <a:lnTo>
                    <a:pt x="100202" y="576927"/>
                  </a:lnTo>
                  <a:lnTo>
                    <a:pt x="100529" y="576723"/>
                  </a:lnTo>
                  <a:lnTo>
                    <a:pt x="100804" y="576640"/>
                  </a:lnTo>
                  <a:lnTo>
                    <a:pt x="101509" y="576802"/>
                  </a:lnTo>
                  <a:lnTo>
                    <a:pt x="101983" y="576898"/>
                  </a:lnTo>
                  <a:lnTo>
                    <a:pt x="102733" y="577248"/>
                  </a:lnTo>
                  <a:lnTo>
                    <a:pt x="103081" y="577327"/>
                  </a:lnTo>
                  <a:lnTo>
                    <a:pt x="103309" y="577294"/>
                  </a:lnTo>
                  <a:lnTo>
                    <a:pt x="103720" y="577152"/>
                  </a:lnTo>
                  <a:lnTo>
                    <a:pt x="104451" y="576773"/>
                  </a:lnTo>
                  <a:lnTo>
                    <a:pt x="104932" y="576389"/>
                  </a:lnTo>
                  <a:lnTo>
                    <a:pt x="105274" y="576006"/>
                  </a:lnTo>
                  <a:lnTo>
                    <a:pt x="105428" y="575831"/>
                  </a:lnTo>
                  <a:lnTo>
                    <a:pt x="106027" y="575626"/>
                  </a:lnTo>
                  <a:lnTo>
                    <a:pt x="106203" y="575568"/>
                  </a:lnTo>
                  <a:lnTo>
                    <a:pt x="106501" y="575330"/>
                  </a:lnTo>
                  <a:lnTo>
                    <a:pt x="106776" y="574980"/>
                  </a:lnTo>
                  <a:lnTo>
                    <a:pt x="107000" y="574834"/>
                  </a:lnTo>
                  <a:lnTo>
                    <a:pt x="107155" y="574893"/>
                  </a:lnTo>
                  <a:lnTo>
                    <a:pt x="107279" y="575022"/>
                  </a:lnTo>
                  <a:lnTo>
                    <a:pt x="107357" y="575147"/>
                  </a:lnTo>
                  <a:lnTo>
                    <a:pt x="107338" y="575355"/>
                  </a:lnTo>
                  <a:lnTo>
                    <a:pt x="107221" y="575689"/>
                  </a:lnTo>
                  <a:lnTo>
                    <a:pt x="107155" y="575856"/>
                  </a:lnTo>
                  <a:lnTo>
                    <a:pt x="107169" y="575952"/>
                  </a:lnTo>
                  <a:lnTo>
                    <a:pt x="107210" y="576056"/>
                  </a:lnTo>
                  <a:lnTo>
                    <a:pt x="107349" y="576206"/>
                  </a:lnTo>
                  <a:lnTo>
                    <a:pt x="107617" y="576252"/>
                  </a:lnTo>
                  <a:lnTo>
                    <a:pt x="107793" y="576281"/>
                  </a:lnTo>
                  <a:lnTo>
                    <a:pt x="108021" y="576277"/>
                  </a:lnTo>
                  <a:lnTo>
                    <a:pt x="108344" y="576335"/>
                  </a:lnTo>
                  <a:lnTo>
                    <a:pt x="108491" y="576435"/>
                  </a:lnTo>
                  <a:lnTo>
                    <a:pt x="108557" y="576573"/>
                  </a:lnTo>
                  <a:lnTo>
                    <a:pt x="108613" y="576715"/>
                  </a:lnTo>
                  <a:lnTo>
                    <a:pt x="108752" y="576869"/>
                  </a:lnTo>
                  <a:lnTo>
                    <a:pt x="108884" y="576965"/>
                  </a:lnTo>
                  <a:lnTo>
                    <a:pt x="108936" y="577127"/>
                  </a:lnTo>
                  <a:lnTo>
                    <a:pt x="108837" y="577640"/>
                  </a:lnTo>
                  <a:lnTo>
                    <a:pt x="108804" y="577961"/>
                  </a:lnTo>
                  <a:lnTo>
                    <a:pt x="108837" y="578270"/>
                  </a:lnTo>
                  <a:lnTo>
                    <a:pt x="108892" y="578503"/>
                  </a:lnTo>
                  <a:lnTo>
                    <a:pt x="109002" y="578737"/>
                  </a:lnTo>
                  <a:lnTo>
                    <a:pt x="109127" y="578878"/>
                  </a:lnTo>
                  <a:lnTo>
                    <a:pt x="109226" y="579008"/>
                  </a:lnTo>
                  <a:lnTo>
                    <a:pt x="109310" y="579091"/>
                  </a:lnTo>
                  <a:lnTo>
                    <a:pt x="109388" y="579116"/>
                  </a:lnTo>
                  <a:lnTo>
                    <a:pt x="109490" y="579116"/>
                  </a:lnTo>
                  <a:lnTo>
                    <a:pt x="109579" y="578991"/>
                  </a:lnTo>
                  <a:lnTo>
                    <a:pt x="109659" y="578737"/>
                  </a:lnTo>
                  <a:lnTo>
                    <a:pt x="109683" y="578394"/>
                  </a:lnTo>
                  <a:lnTo>
                    <a:pt x="109697" y="578387"/>
                  </a:lnTo>
                  <a:lnTo>
                    <a:pt x="109882" y="578233"/>
                  </a:lnTo>
                  <a:lnTo>
                    <a:pt x="110023" y="578112"/>
                  </a:lnTo>
                  <a:lnTo>
                    <a:pt x="110039" y="577991"/>
                  </a:lnTo>
                  <a:lnTo>
                    <a:pt x="110140" y="577673"/>
                  </a:lnTo>
                  <a:lnTo>
                    <a:pt x="110161" y="577635"/>
                  </a:lnTo>
                  <a:lnTo>
                    <a:pt x="110383" y="577325"/>
                  </a:lnTo>
                  <a:lnTo>
                    <a:pt x="110396" y="577310"/>
                  </a:lnTo>
                  <a:lnTo>
                    <a:pt x="110410" y="577300"/>
                  </a:lnTo>
                  <a:lnTo>
                    <a:pt x="110422" y="577297"/>
                  </a:lnTo>
                  <a:lnTo>
                    <a:pt x="110438" y="577296"/>
                  </a:lnTo>
                  <a:lnTo>
                    <a:pt x="110456" y="577295"/>
                  </a:lnTo>
                  <a:lnTo>
                    <a:pt x="110468" y="577296"/>
                  </a:lnTo>
                  <a:lnTo>
                    <a:pt x="110710" y="577105"/>
                  </a:lnTo>
                  <a:lnTo>
                    <a:pt x="111003" y="577053"/>
                  </a:lnTo>
                  <a:lnTo>
                    <a:pt x="111095" y="577144"/>
                  </a:lnTo>
                  <a:lnTo>
                    <a:pt x="111141" y="577327"/>
                  </a:lnTo>
                  <a:lnTo>
                    <a:pt x="111227" y="577483"/>
                  </a:lnTo>
                  <a:lnTo>
                    <a:pt x="111422" y="577568"/>
                  </a:lnTo>
                  <a:lnTo>
                    <a:pt x="111646" y="577529"/>
                  </a:lnTo>
                  <a:lnTo>
                    <a:pt x="111887" y="577359"/>
                  </a:lnTo>
                  <a:lnTo>
                    <a:pt x="112317" y="577112"/>
                  </a:lnTo>
                  <a:lnTo>
                    <a:pt x="112782" y="577112"/>
                  </a:lnTo>
                  <a:lnTo>
                    <a:pt x="113063" y="577092"/>
                  </a:lnTo>
                  <a:lnTo>
                    <a:pt x="113281" y="576923"/>
                  </a:lnTo>
                  <a:lnTo>
                    <a:pt x="113401" y="576701"/>
                  </a:lnTo>
                  <a:lnTo>
                    <a:pt x="114021" y="576135"/>
                  </a:lnTo>
                  <a:lnTo>
                    <a:pt x="114155" y="575873"/>
                  </a:lnTo>
                  <a:lnTo>
                    <a:pt x="114463" y="575496"/>
                  </a:lnTo>
                  <a:lnTo>
                    <a:pt x="114602" y="575370"/>
                  </a:lnTo>
                  <a:lnTo>
                    <a:pt x="115146" y="575346"/>
                  </a:lnTo>
                  <a:lnTo>
                    <a:pt x="115513" y="575353"/>
                  </a:lnTo>
                  <a:lnTo>
                    <a:pt x="115818" y="575307"/>
                  </a:lnTo>
                  <a:lnTo>
                    <a:pt x="115932" y="575183"/>
                  </a:lnTo>
                  <a:lnTo>
                    <a:pt x="116036" y="574656"/>
                  </a:lnTo>
                  <a:lnTo>
                    <a:pt x="116136" y="574424"/>
                  </a:lnTo>
                  <a:lnTo>
                    <a:pt x="116667" y="574056"/>
                  </a:lnTo>
                  <a:lnTo>
                    <a:pt x="117097" y="573822"/>
                  </a:lnTo>
                  <a:lnTo>
                    <a:pt x="117189" y="573692"/>
                  </a:lnTo>
                  <a:lnTo>
                    <a:pt x="117235" y="573346"/>
                  </a:lnTo>
                  <a:lnTo>
                    <a:pt x="117274" y="572564"/>
                  </a:lnTo>
                  <a:lnTo>
                    <a:pt x="117195" y="572017"/>
                  </a:lnTo>
                  <a:lnTo>
                    <a:pt x="117137" y="571796"/>
                  </a:lnTo>
                  <a:lnTo>
                    <a:pt x="117178" y="571561"/>
                  </a:lnTo>
                  <a:lnTo>
                    <a:pt x="117511" y="570949"/>
                  </a:lnTo>
                  <a:lnTo>
                    <a:pt x="117757" y="570293"/>
                  </a:lnTo>
                  <a:lnTo>
                    <a:pt x="118343" y="569496"/>
                  </a:lnTo>
                  <a:lnTo>
                    <a:pt x="118767" y="569164"/>
                  </a:lnTo>
                  <a:lnTo>
                    <a:pt x="119215" y="568845"/>
                  </a:lnTo>
                  <a:lnTo>
                    <a:pt x="119496" y="568643"/>
                  </a:lnTo>
                  <a:lnTo>
                    <a:pt x="119767" y="567972"/>
                  </a:lnTo>
                  <a:lnTo>
                    <a:pt x="119835" y="567763"/>
                  </a:lnTo>
                  <a:lnTo>
                    <a:pt x="120171" y="567407"/>
                  </a:lnTo>
                  <a:lnTo>
                    <a:pt x="120700" y="567207"/>
                  </a:lnTo>
                  <a:lnTo>
                    <a:pt x="121168" y="567082"/>
                  </a:lnTo>
                  <a:lnTo>
                    <a:pt x="121636" y="566800"/>
                  </a:lnTo>
                  <a:lnTo>
                    <a:pt x="121708" y="566656"/>
                  </a:lnTo>
                  <a:lnTo>
                    <a:pt x="121768" y="566387"/>
                  </a:lnTo>
                  <a:lnTo>
                    <a:pt x="121559" y="565981"/>
                  </a:lnTo>
                  <a:lnTo>
                    <a:pt x="121487" y="565699"/>
                  </a:lnTo>
                  <a:lnTo>
                    <a:pt x="121493" y="565437"/>
                  </a:lnTo>
                  <a:lnTo>
                    <a:pt x="121566" y="565298"/>
                  </a:lnTo>
                  <a:lnTo>
                    <a:pt x="121730" y="565137"/>
                  </a:lnTo>
                  <a:lnTo>
                    <a:pt x="121796" y="565018"/>
                  </a:lnTo>
                  <a:lnTo>
                    <a:pt x="121785" y="564593"/>
                  </a:lnTo>
                  <a:lnTo>
                    <a:pt x="121713" y="564292"/>
                  </a:lnTo>
                  <a:lnTo>
                    <a:pt x="121807" y="564098"/>
                  </a:lnTo>
                  <a:lnTo>
                    <a:pt x="122093" y="563948"/>
                  </a:lnTo>
                  <a:lnTo>
                    <a:pt x="122314" y="563798"/>
                  </a:lnTo>
                  <a:lnTo>
                    <a:pt x="122358" y="563636"/>
                  </a:lnTo>
                  <a:lnTo>
                    <a:pt x="122356" y="563616"/>
                  </a:lnTo>
                  <a:lnTo>
                    <a:pt x="122077" y="563016"/>
                  </a:lnTo>
                  <a:lnTo>
                    <a:pt x="121658" y="562585"/>
                  </a:lnTo>
                  <a:lnTo>
                    <a:pt x="121410" y="562260"/>
                  </a:lnTo>
                  <a:lnTo>
                    <a:pt x="121311" y="561953"/>
                  </a:lnTo>
                  <a:lnTo>
                    <a:pt x="121201" y="561666"/>
                  </a:lnTo>
                  <a:lnTo>
                    <a:pt x="121196" y="561408"/>
                  </a:lnTo>
                  <a:lnTo>
                    <a:pt x="121172" y="561082"/>
                  </a:lnTo>
                  <a:lnTo>
                    <a:pt x="121204" y="560850"/>
                  </a:lnTo>
                  <a:lnTo>
                    <a:pt x="121298" y="560662"/>
                  </a:lnTo>
                  <a:lnTo>
                    <a:pt x="121595" y="560512"/>
                  </a:lnTo>
                  <a:lnTo>
                    <a:pt x="121876" y="560406"/>
                  </a:lnTo>
                  <a:lnTo>
                    <a:pt x="122009" y="560162"/>
                  </a:lnTo>
                  <a:lnTo>
                    <a:pt x="122086" y="559999"/>
                  </a:lnTo>
                  <a:lnTo>
                    <a:pt x="122196" y="559849"/>
                  </a:lnTo>
                  <a:lnTo>
                    <a:pt x="122317" y="559805"/>
                  </a:lnTo>
                  <a:lnTo>
                    <a:pt x="122609" y="559868"/>
                  </a:lnTo>
                  <a:lnTo>
                    <a:pt x="122835" y="559930"/>
                  </a:lnTo>
                  <a:lnTo>
                    <a:pt x="123061" y="559899"/>
                  </a:lnTo>
                  <a:lnTo>
                    <a:pt x="123299" y="559644"/>
                  </a:lnTo>
                  <a:lnTo>
                    <a:pt x="123485" y="559386"/>
                  </a:lnTo>
                  <a:lnTo>
                    <a:pt x="123708" y="559094"/>
                  </a:lnTo>
                  <a:lnTo>
                    <a:pt x="123854" y="558855"/>
                  </a:lnTo>
                  <a:lnTo>
                    <a:pt x="123931" y="558665"/>
                  </a:lnTo>
                  <a:lnTo>
                    <a:pt x="124124" y="558336"/>
                  </a:lnTo>
                  <a:lnTo>
                    <a:pt x="124405" y="558229"/>
                  </a:lnTo>
                  <a:lnTo>
                    <a:pt x="124471" y="558117"/>
                  </a:lnTo>
                  <a:lnTo>
                    <a:pt x="124460" y="557898"/>
                  </a:lnTo>
                  <a:lnTo>
                    <a:pt x="124080" y="557454"/>
                  </a:lnTo>
                  <a:lnTo>
                    <a:pt x="124064" y="557316"/>
                  </a:lnTo>
                  <a:lnTo>
                    <a:pt x="124080" y="557204"/>
                  </a:lnTo>
                  <a:lnTo>
                    <a:pt x="124196" y="557104"/>
                  </a:lnTo>
                  <a:lnTo>
                    <a:pt x="124321" y="557056"/>
                  </a:lnTo>
                  <a:lnTo>
                    <a:pt x="124526" y="557022"/>
                  </a:lnTo>
                  <a:lnTo>
                    <a:pt x="124582" y="557004"/>
                  </a:lnTo>
                  <a:lnTo>
                    <a:pt x="124591" y="556939"/>
                  </a:lnTo>
                  <a:lnTo>
                    <a:pt x="124594" y="556764"/>
                  </a:lnTo>
                  <a:lnTo>
                    <a:pt x="124502" y="556622"/>
                  </a:lnTo>
                  <a:lnTo>
                    <a:pt x="124473" y="556539"/>
                  </a:lnTo>
                  <a:lnTo>
                    <a:pt x="124495" y="556338"/>
                  </a:lnTo>
                  <a:lnTo>
                    <a:pt x="124546" y="556143"/>
                  </a:lnTo>
                  <a:lnTo>
                    <a:pt x="124668" y="555876"/>
                  </a:lnTo>
                  <a:lnTo>
                    <a:pt x="124668" y="555559"/>
                  </a:lnTo>
                  <a:lnTo>
                    <a:pt x="124644" y="555174"/>
                  </a:lnTo>
                  <a:lnTo>
                    <a:pt x="124686" y="554950"/>
                  </a:lnTo>
                  <a:lnTo>
                    <a:pt x="124690" y="554625"/>
                  </a:lnTo>
                  <a:lnTo>
                    <a:pt x="124789" y="554237"/>
                  </a:lnTo>
                  <a:lnTo>
                    <a:pt x="124840" y="554045"/>
                  </a:lnTo>
                  <a:lnTo>
                    <a:pt x="124942" y="553882"/>
                  </a:lnTo>
                  <a:lnTo>
                    <a:pt x="125285" y="553512"/>
                  </a:lnTo>
                  <a:lnTo>
                    <a:pt x="125410" y="553182"/>
                  </a:lnTo>
                  <a:lnTo>
                    <a:pt x="125523" y="552782"/>
                  </a:lnTo>
                  <a:lnTo>
                    <a:pt x="125630" y="552332"/>
                  </a:lnTo>
                  <a:lnTo>
                    <a:pt x="125747" y="552169"/>
                  </a:lnTo>
                  <a:lnTo>
                    <a:pt x="126023" y="552040"/>
                  </a:lnTo>
                  <a:lnTo>
                    <a:pt x="126416" y="552002"/>
                  </a:lnTo>
                  <a:lnTo>
                    <a:pt x="126765" y="552077"/>
                  </a:lnTo>
                  <a:lnTo>
                    <a:pt x="126978" y="552169"/>
                  </a:lnTo>
                  <a:lnTo>
                    <a:pt x="127095" y="552119"/>
                  </a:lnTo>
                  <a:lnTo>
                    <a:pt x="127220" y="551811"/>
                  </a:lnTo>
                  <a:lnTo>
                    <a:pt x="127246" y="551627"/>
                  </a:lnTo>
                  <a:lnTo>
                    <a:pt x="127657" y="551435"/>
                  </a:lnTo>
                  <a:lnTo>
                    <a:pt x="128098" y="551344"/>
                  </a:lnTo>
                  <a:lnTo>
                    <a:pt x="128469" y="551269"/>
                  </a:lnTo>
                  <a:lnTo>
                    <a:pt x="128759" y="551260"/>
                  </a:lnTo>
                  <a:lnTo>
                    <a:pt x="128987" y="551348"/>
                  </a:lnTo>
                  <a:lnTo>
                    <a:pt x="129097" y="551285"/>
                  </a:lnTo>
                  <a:lnTo>
                    <a:pt x="129183" y="551096"/>
                  </a:lnTo>
                  <a:lnTo>
                    <a:pt x="129241" y="550875"/>
                  </a:lnTo>
                  <a:lnTo>
                    <a:pt x="129234" y="550690"/>
                  </a:lnTo>
                  <a:lnTo>
                    <a:pt x="129309" y="550395"/>
                  </a:lnTo>
                  <a:lnTo>
                    <a:pt x="129411" y="550142"/>
                  </a:lnTo>
                  <a:lnTo>
                    <a:pt x="129673" y="549826"/>
                  </a:lnTo>
                  <a:lnTo>
                    <a:pt x="129899" y="549507"/>
                  </a:lnTo>
                  <a:lnTo>
                    <a:pt x="130031" y="549257"/>
                  </a:lnTo>
                  <a:lnTo>
                    <a:pt x="130274" y="549048"/>
                  </a:lnTo>
                  <a:lnTo>
                    <a:pt x="130395" y="548988"/>
                  </a:lnTo>
                  <a:lnTo>
                    <a:pt x="130577" y="549076"/>
                  </a:lnTo>
                  <a:lnTo>
                    <a:pt x="130802" y="549235"/>
                  </a:lnTo>
                  <a:lnTo>
                    <a:pt x="131014" y="549348"/>
                  </a:lnTo>
                  <a:lnTo>
                    <a:pt x="131315" y="549397"/>
                  </a:lnTo>
                  <a:lnTo>
                    <a:pt x="131643" y="549320"/>
                  </a:lnTo>
                  <a:lnTo>
                    <a:pt x="131943" y="549216"/>
                  </a:lnTo>
                  <a:lnTo>
                    <a:pt x="132538" y="549010"/>
                  </a:lnTo>
                  <a:lnTo>
                    <a:pt x="133020" y="548654"/>
                  </a:lnTo>
                  <a:lnTo>
                    <a:pt x="133287" y="548357"/>
                  </a:lnTo>
                  <a:lnTo>
                    <a:pt x="133549" y="548000"/>
                  </a:lnTo>
                  <a:lnTo>
                    <a:pt x="133860" y="547687"/>
                  </a:lnTo>
                  <a:lnTo>
                    <a:pt x="134270" y="547368"/>
                  </a:lnTo>
                  <a:lnTo>
                    <a:pt x="134590" y="547140"/>
                  </a:lnTo>
                  <a:lnTo>
                    <a:pt x="134962" y="547090"/>
                  </a:lnTo>
                  <a:lnTo>
                    <a:pt x="135090" y="547141"/>
                  </a:lnTo>
                  <a:lnTo>
                    <a:pt x="135325" y="547425"/>
                  </a:lnTo>
                  <a:lnTo>
                    <a:pt x="135485" y="547691"/>
                  </a:lnTo>
                  <a:lnTo>
                    <a:pt x="135557" y="547822"/>
                  </a:lnTo>
                  <a:lnTo>
                    <a:pt x="135642" y="547856"/>
                  </a:lnTo>
                  <a:lnTo>
                    <a:pt x="136066" y="547731"/>
                  </a:lnTo>
                  <a:lnTo>
                    <a:pt x="137008" y="547631"/>
                  </a:lnTo>
                  <a:lnTo>
                    <a:pt x="137922" y="547532"/>
                  </a:lnTo>
                  <a:lnTo>
                    <a:pt x="138323" y="547532"/>
                  </a:lnTo>
                  <a:lnTo>
                    <a:pt x="138834" y="547747"/>
                  </a:lnTo>
                  <a:lnTo>
                    <a:pt x="139098" y="547936"/>
                  </a:lnTo>
                  <a:lnTo>
                    <a:pt x="139201" y="548073"/>
                  </a:lnTo>
                  <a:lnTo>
                    <a:pt x="139201" y="548236"/>
                  </a:lnTo>
                  <a:lnTo>
                    <a:pt x="139110" y="548464"/>
                  </a:lnTo>
                  <a:lnTo>
                    <a:pt x="139087" y="548601"/>
                  </a:lnTo>
                  <a:lnTo>
                    <a:pt x="139121" y="548738"/>
                  </a:lnTo>
                  <a:lnTo>
                    <a:pt x="139270" y="548855"/>
                  </a:lnTo>
                  <a:lnTo>
                    <a:pt x="139586" y="548926"/>
                  </a:lnTo>
                  <a:lnTo>
                    <a:pt x="139942" y="548953"/>
                  </a:lnTo>
                  <a:lnTo>
                    <a:pt x="140123" y="549180"/>
                  </a:lnTo>
                  <a:lnTo>
                    <a:pt x="140407" y="549319"/>
                  </a:lnTo>
                  <a:lnTo>
                    <a:pt x="140810" y="549448"/>
                  </a:lnTo>
                  <a:lnTo>
                    <a:pt x="141111" y="549647"/>
                  </a:lnTo>
                  <a:lnTo>
                    <a:pt x="141382" y="549865"/>
                  </a:lnTo>
                  <a:lnTo>
                    <a:pt x="141562" y="549865"/>
                  </a:lnTo>
                  <a:lnTo>
                    <a:pt x="141971" y="549767"/>
                  </a:lnTo>
                  <a:lnTo>
                    <a:pt x="141998" y="549774"/>
                  </a:lnTo>
                  <a:lnTo>
                    <a:pt x="142111" y="549734"/>
                  </a:lnTo>
                  <a:lnTo>
                    <a:pt x="142237" y="549604"/>
                  </a:lnTo>
                  <a:lnTo>
                    <a:pt x="142415" y="549396"/>
                  </a:lnTo>
                  <a:lnTo>
                    <a:pt x="142994" y="549377"/>
                  </a:lnTo>
                  <a:lnTo>
                    <a:pt x="143145" y="549306"/>
                  </a:lnTo>
                  <a:lnTo>
                    <a:pt x="143155" y="549304"/>
                  </a:lnTo>
                  <a:lnTo>
                    <a:pt x="143505" y="549141"/>
                  </a:lnTo>
                  <a:lnTo>
                    <a:pt x="143804" y="549096"/>
                  </a:lnTo>
                  <a:lnTo>
                    <a:pt x="144027" y="549130"/>
                  </a:lnTo>
                  <a:lnTo>
                    <a:pt x="144378" y="549135"/>
                  </a:lnTo>
                  <a:lnTo>
                    <a:pt x="144561" y="549174"/>
                  </a:lnTo>
                  <a:lnTo>
                    <a:pt x="144676" y="549337"/>
                  </a:lnTo>
                  <a:lnTo>
                    <a:pt x="144728" y="549461"/>
                  </a:lnTo>
                  <a:lnTo>
                    <a:pt x="144889" y="549506"/>
                  </a:lnTo>
                  <a:lnTo>
                    <a:pt x="145032" y="549506"/>
                  </a:lnTo>
                  <a:lnTo>
                    <a:pt x="145130" y="549532"/>
                  </a:lnTo>
                  <a:lnTo>
                    <a:pt x="145233" y="549630"/>
                  </a:lnTo>
                  <a:lnTo>
                    <a:pt x="145262" y="549786"/>
                  </a:lnTo>
                  <a:lnTo>
                    <a:pt x="145348" y="549962"/>
                  </a:lnTo>
                  <a:lnTo>
                    <a:pt x="145416" y="550047"/>
                  </a:lnTo>
                  <a:lnTo>
                    <a:pt x="145571" y="550067"/>
                  </a:lnTo>
                  <a:lnTo>
                    <a:pt x="146145" y="550125"/>
                  </a:lnTo>
                  <a:lnTo>
                    <a:pt x="146685" y="549969"/>
                  </a:lnTo>
                  <a:lnTo>
                    <a:pt x="147184" y="549604"/>
                  </a:lnTo>
                  <a:lnTo>
                    <a:pt x="147586" y="549272"/>
                  </a:lnTo>
                  <a:lnTo>
                    <a:pt x="148183" y="549070"/>
                  </a:lnTo>
                  <a:lnTo>
                    <a:pt x="148745" y="548835"/>
                  </a:lnTo>
                  <a:lnTo>
                    <a:pt x="148878" y="548467"/>
                  </a:lnTo>
                  <a:lnTo>
                    <a:pt x="149009" y="548349"/>
                  </a:lnTo>
                  <a:lnTo>
                    <a:pt x="149347" y="548591"/>
                  </a:lnTo>
                  <a:lnTo>
                    <a:pt x="149763" y="548580"/>
                  </a:lnTo>
                  <a:lnTo>
                    <a:pt x="149840" y="548844"/>
                  </a:lnTo>
                  <a:lnTo>
                    <a:pt x="150030" y="548959"/>
                  </a:lnTo>
                  <a:lnTo>
                    <a:pt x="150340" y="548861"/>
                  </a:lnTo>
                  <a:lnTo>
                    <a:pt x="150456" y="548768"/>
                  </a:lnTo>
                  <a:lnTo>
                    <a:pt x="150805" y="548751"/>
                  </a:lnTo>
                  <a:lnTo>
                    <a:pt x="150881" y="548775"/>
                  </a:lnTo>
                  <a:lnTo>
                    <a:pt x="150950" y="548840"/>
                  </a:lnTo>
                  <a:lnTo>
                    <a:pt x="151029" y="548998"/>
                  </a:lnTo>
                  <a:lnTo>
                    <a:pt x="151241" y="549102"/>
                  </a:lnTo>
                  <a:lnTo>
                    <a:pt x="151465" y="549148"/>
                  </a:lnTo>
                  <a:lnTo>
                    <a:pt x="151723" y="549324"/>
                  </a:lnTo>
                  <a:lnTo>
                    <a:pt x="151850" y="549369"/>
                  </a:lnTo>
                  <a:lnTo>
                    <a:pt x="152177" y="549356"/>
                  </a:lnTo>
                  <a:lnTo>
                    <a:pt x="152733" y="549278"/>
                  </a:lnTo>
                  <a:lnTo>
                    <a:pt x="153049" y="549317"/>
                  </a:lnTo>
                  <a:lnTo>
                    <a:pt x="153112" y="549402"/>
                  </a:lnTo>
                  <a:lnTo>
                    <a:pt x="153106" y="549584"/>
                  </a:lnTo>
                  <a:lnTo>
                    <a:pt x="153049" y="549799"/>
                  </a:lnTo>
                  <a:lnTo>
                    <a:pt x="152997" y="550001"/>
                  </a:lnTo>
                  <a:lnTo>
                    <a:pt x="152986" y="550210"/>
                  </a:lnTo>
                  <a:lnTo>
                    <a:pt x="153032" y="550327"/>
                  </a:lnTo>
                  <a:lnTo>
                    <a:pt x="153233" y="550444"/>
                  </a:lnTo>
                  <a:lnTo>
                    <a:pt x="153824" y="550503"/>
                  </a:lnTo>
                  <a:lnTo>
                    <a:pt x="154307" y="550357"/>
                  </a:lnTo>
                  <a:lnTo>
                    <a:pt x="154580" y="550305"/>
                  </a:lnTo>
                  <a:lnTo>
                    <a:pt x="155241" y="550126"/>
                  </a:lnTo>
                  <a:lnTo>
                    <a:pt x="155421" y="550126"/>
                  </a:lnTo>
                  <a:lnTo>
                    <a:pt x="155549" y="550097"/>
                  </a:lnTo>
                  <a:lnTo>
                    <a:pt x="155685" y="550205"/>
                  </a:lnTo>
                  <a:lnTo>
                    <a:pt x="155817" y="550310"/>
                  </a:lnTo>
                  <a:lnTo>
                    <a:pt x="155913" y="550326"/>
                  </a:lnTo>
                  <a:lnTo>
                    <a:pt x="156295" y="550193"/>
                  </a:lnTo>
                  <a:lnTo>
                    <a:pt x="156508" y="550189"/>
                  </a:lnTo>
                  <a:lnTo>
                    <a:pt x="156699" y="550259"/>
                  </a:lnTo>
                  <a:lnTo>
                    <a:pt x="156794" y="550308"/>
                  </a:lnTo>
                  <a:lnTo>
                    <a:pt x="157073" y="550322"/>
                  </a:lnTo>
                  <a:lnTo>
                    <a:pt x="157319" y="550297"/>
                  </a:lnTo>
                  <a:lnTo>
                    <a:pt x="157635" y="550176"/>
                  </a:lnTo>
                  <a:lnTo>
                    <a:pt x="158069" y="550055"/>
                  </a:lnTo>
                  <a:lnTo>
                    <a:pt x="158487" y="549918"/>
                  </a:lnTo>
                  <a:lnTo>
                    <a:pt x="158579" y="549923"/>
                  </a:lnTo>
                  <a:lnTo>
                    <a:pt x="159057" y="549876"/>
                  </a:lnTo>
                  <a:lnTo>
                    <a:pt x="159582" y="549730"/>
                  </a:lnTo>
                  <a:lnTo>
                    <a:pt x="159825" y="549651"/>
                  </a:lnTo>
                  <a:lnTo>
                    <a:pt x="159909" y="549592"/>
                  </a:lnTo>
                  <a:lnTo>
                    <a:pt x="160063" y="549588"/>
                  </a:lnTo>
                  <a:lnTo>
                    <a:pt x="160173" y="549651"/>
                  </a:lnTo>
                  <a:lnTo>
                    <a:pt x="160482" y="549843"/>
                  </a:lnTo>
                  <a:lnTo>
                    <a:pt x="161000" y="549943"/>
                  </a:lnTo>
                  <a:lnTo>
                    <a:pt x="161635" y="549897"/>
                  </a:lnTo>
                  <a:lnTo>
                    <a:pt x="162138" y="549647"/>
                  </a:lnTo>
                  <a:lnTo>
                    <a:pt x="162469" y="549576"/>
                  </a:lnTo>
                  <a:lnTo>
                    <a:pt x="162821" y="549547"/>
                  </a:lnTo>
                  <a:lnTo>
                    <a:pt x="163009" y="549463"/>
                  </a:lnTo>
                  <a:lnTo>
                    <a:pt x="163108" y="549334"/>
                  </a:lnTo>
                  <a:lnTo>
                    <a:pt x="163174" y="549192"/>
                  </a:lnTo>
                  <a:lnTo>
                    <a:pt x="163222" y="549000"/>
                  </a:lnTo>
                  <a:lnTo>
                    <a:pt x="163262" y="548921"/>
                  </a:lnTo>
                  <a:lnTo>
                    <a:pt x="163350" y="548863"/>
                  </a:lnTo>
                  <a:lnTo>
                    <a:pt x="163431" y="548879"/>
                  </a:lnTo>
                  <a:lnTo>
                    <a:pt x="164114" y="549301"/>
                  </a:lnTo>
                  <a:lnTo>
                    <a:pt x="164382" y="549376"/>
                  </a:lnTo>
                  <a:lnTo>
                    <a:pt x="164569" y="549376"/>
                  </a:lnTo>
                  <a:lnTo>
                    <a:pt x="164781" y="549278"/>
                  </a:lnTo>
                  <a:lnTo>
                    <a:pt x="164922" y="549105"/>
                  </a:lnTo>
                  <a:lnTo>
                    <a:pt x="165091" y="548817"/>
                  </a:lnTo>
                  <a:lnTo>
                    <a:pt x="165238" y="548462"/>
                  </a:lnTo>
                  <a:lnTo>
                    <a:pt x="165377" y="548233"/>
                  </a:lnTo>
                  <a:lnTo>
                    <a:pt x="165491" y="548154"/>
                  </a:lnTo>
                  <a:lnTo>
                    <a:pt x="165719" y="548108"/>
                  </a:lnTo>
                  <a:lnTo>
                    <a:pt x="166130" y="548217"/>
                  </a:lnTo>
                  <a:lnTo>
                    <a:pt x="166299" y="548233"/>
                  </a:lnTo>
                  <a:lnTo>
                    <a:pt x="166365" y="548221"/>
                  </a:lnTo>
                  <a:lnTo>
                    <a:pt x="166472" y="548187"/>
                  </a:lnTo>
                  <a:lnTo>
                    <a:pt x="166552" y="548118"/>
                  </a:lnTo>
                  <a:lnTo>
                    <a:pt x="166559" y="548109"/>
                  </a:lnTo>
                  <a:lnTo>
                    <a:pt x="166570" y="548091"/>
                  </a:lnTo>
                  <a:lnTo>
                    <a:pt x="166664" y="548025"/>
                  </a:lnTo>
                  <a:lnTo>
                    <a:pt x="166774" y="547837"/>
                  </a:lnTo>
                  <a:lnTo>
                    <a:pt x="166741" y="547543"/>
                  </a:lnTo>
                  <a:lnTo>
                    <a:pt x="166675" y="547406"/>
                  </a:lnTo>
                  <a:lnTo>
                    <a:pt x="166465" y="547174"/>
                  </a:lnTo>
                  <a:lnTo>
                    <a:pt x="166250" y="546924"/>
                  </a:lnTo>
                  <a:lnTo>
                    <a:pt x="166074" y="546561"/>
                  </a:lnTo>
                  <a:lnTo>
                    <a:pt x="165942" y="546061"/>
                  </a:lnTo>
                  <a:lnTo>
                    <a:pt x="165854" y="545798"/>
                  </a:lnTo>
                  <a:lnTo>
                    <a:pt x="165876" y="545445"/>
                  </a:lnTo>
                  <a:lnTo>
                    <a:pt x="165978" y="545306"/>
                  </a:lnTo>
                  <a:lnTo>
                    <a:pt x="166018" y="545072"/>
                  </a:lnTo>
                  <a:lnTo>
                    <a:pt x="166040" y="544944"/>
                  </a:lnTo>
                  <a:lnTo>
                    <a:pt x="166126" y="544769"/>
                  </a:lnTo>
                  <a:lnTo>
                    <a:pt x="166303" y="544457"/>
                  </a:lnTo>
                  <a:lnTo>
                    <a:pt x="166463" y="544263"/>
                  </a:lnTo>
                  <a:lnTo>
                    <a:pt x="166581" y="544054"/>
                  </a:lnTo>
                  <a:lnTo>
                    <a:pt x="167002" y="543679"/>
                  </a:lnTo>
                  <a:lnTo>
                    <a:pt x="167109" y="543642"/>
                  </a:lnTo>
                  <a:lnTo>
                    <a:pt x="167136" y="543625"/>
                  </a:lnTo>
                  <a:lnTo>
                    <a:pt x="167320" y="543511"/>
                  </a:lnTo>
                  <a:lnTo>
                    <a:pt x="167379" y="543475"/>
                  </a:lnTo>
                  <a:lnTo>
                    <a:pt x="167536" y="543438"/>
                  </a:lnTo>
                  <a:lnTo>
                    <a:pt x="168152" y="543151"/>
                  </a:lnTo>
                  <a:lnTo>
                    <a:pt x="168741" y="542892"/>
                  </a:lnTo>
                  <a:lnTo>
                    <a:pt x="168934" y="542750"/>
                  </a:lnTo>
                  <a:lnTo>
                    <a:pt x="169020" y="542647"/>
                  </a:lnTo>
                  <a:lnTo>
                    <a:pt x="169123" y="542512"/>
                  </a:lnTo>
                  <a:lnTo>
                    <a:pt x="169439" y="542361"/>
                  </a:lnTo>
                  <a:lnTo>
                    <a:pt x="169650" y="542260"/>
                  </a:lnTo>
                  <a:lnTo>
                    <a:pt x="169797" y="542190"/>
                  </a:lnTo>
                  <a:lnTo>
                    <a:pt x="169937" y="542180"/>
                  </a:lnTo>
                  <a:lnTo>
                    <a:pt x="169973" y="542189"/>
                  </a:lnTo>
                  <a:lnTo>
                    <a:pt x="170433" y="542075"/>
                  </a:lnTo>
                  <a:lnTo>
                    <a:pt x="170678" y="542019"/>
                  </a:lnTo>
                  <a:lnTo>
                    <a:pt x="171833" y="541912"/>
                  </a:lnTo>
                  <a:lnTo>
                    <a:pt x="171878" y="541920"/>
                  </a:lnTo>
                  <a:lnTo>
                    <a:pt x="171985" y="541938"/>
                  </a:lnTo>
                  <a:lnTo>
                    <a:pt x="171999" y="541929"/>
                  </a:lnTo>
                  <a:lnTo>
                    <a:pt x="172199" y="541976"/>
                  </a:lnTo>
                  <a:lnTo>
                    <a:pt x="172381" y="542072"/>
                  </a:lnTo>
                  <a:lnTo>
                    <a:pt x="172465" y="542091"/>
                  </a:lnTo>
                  <a:lnTo>
                    <a:pt x="172734" y="542061"/>
                  </a:lnTo>
                  <a:lnTo>
                    <a:pt x="172903" y="542005"/>
                  </a:lnTo>
                  <a:lnTo>
                    <a:pt x="173325" y="541909"/>
                  </a:lnTo>
                  <a:lnTo>
                    <a:pt x="173521" y="541798"/>
                  </a:lnTo>
                  <a:lnTo>
                    <a:pt x="173555" y="541794"/>
                  </a:lnTo>
                  <a:lnTo>
                    <a:pt x="173601" y="541790"/>
                  </a:lnTo>
                  <a:lnTo>
                    <a:pt x="173615" y="541792"/>
                  </a:lnTo>
                  <a:lnTo>
                    <a:pt x="173621" y="541793"/>
                  </a:lnTo>
                  <a:lnTo>
                    <a:pt x="173641" y="541796"/>
                  </a:lnTo>
                  <a:lnTo>
                    <a:pt x="173656" y="541799"/>
                  </a:lnTo>
                  <a:lnTo>
                    <a:pt x="173674" y="541801"/>
                  </a:lnTo>
                  <a:lnTo>
                    <a:pt x="173698" y="541806"/>
                  </a:lnTo>
                  <a:lnTo>
                    <a:pt x="173780" y="541870"/>
                  </a:lnTo>
                  <a:lnTo>
                    <a:pt x="173915" y="541893"/>
                  </a:lnTo>
                  <a:lnTo>
                    <a:pt x="174169" y="541862"/>
                  </a:lnTo>
                  <a:lnTo>
                    <a:pt x="174637" y="541708"/>
                  </a:lnTo>
                  <a:lnTo>
                    <a:pt x="175262" y="541582"/>
                  </a:lnTo>
                  <a:lnTo>
                    <a:pt x="176073" y="541145"/>
                  </a:lnTo>
                  <a:lnTo>
                    <a:pt x="176150" y="541065"/>
                  </a:lnTo>
                  <a:lnTo>
                    <a:pt x="176503" y="540907"/>
                  </a:lnTo>
                  <a:lnTo>
                    <a:pt x="176914" y="540730"/>
                  </a:lnTo>
                  <a:lnTo>
                    <a:pt x="177438" y="540734"/>
                  </a:lnTo>
                  <a:lnTo>
                    <a:pt x="177662" y="540734"/>
                  </a:lnTo>
                  <a:lnTo>
                    <a:pt x="177911" y="540634"/>
                  </a:lnTo>
                  <a:lnTo>
                    <a:pt x="178157" y="540530"/>
                  </a:lnTo>
                  <a:lnTo>
                    <a:pt x="178594" y="540176"/>
                  </a:lnTo>
                  <a:lnTo>
                    <a:pt x="178627" y="540090"/>
                  </a:lnTo>
                  <a:lnTo>
                    <a:pt x="178636" y="540038"/>
                  </a:lnTo>
                  <a:lnTo>
                    <a:pt x="178698" y="539815"/>
                  </a:lnTo>
                  <a:lnTo>
                    <a:pt x="178753" y="539412"/>
                  </a:lnTo>
                  <a:lnTo>
                    <a:pt x="178791" y="539169"/>
                  </a:lnTo>
                  <a:lnTo>
                    <a:pt x="179094" y="537168"/>
                  </a:lnTo>
                  <a:lnTo>
                    <a:pt x="179149" y="536642"/>
                  </a:lnTo>
                  <a:lnTo>
                    <a:pt x="179231" y="536405"/>
                  </a:lnTo>
                  <a:lnTo>
                    <a:pt x="179639" y="535860"/>
                  </a:lnTo>
                  <a:lnTo>
                    <a:pt x="179766" y="535635"/>
                  </a:lnTo>
                  <a:lnTo>
                    <a:pt x="179791" y="535481"/>
                  </a:lnTo>
                  <a:lnTo>
                    <a:pt x="179595" y="534904"/>
                  </a:lnTo>
                  <a:lnTo>
                    <a:pt x="179551" y="534716"/>
                  </a:lnTo>
                  <a:lnTo>
                    <a:pt x="179501" y="534391"/>
                  </a:lnTo>
                  <a:lnTo>
                    <a:pt x="179567" y="533947"/>
                  </a:lnTo>
                  <a:lnTo>
                    <a:pt x="179738" y="533672"/>
                  </a:lnTo>
                  <a:lnTo>
                    <a:pt x="180399" y="533353"/>
                  </a:lnTo>
                  <a:lnTo>
                    <a:pt x="181562" y="533065"/>
                  </a:lnTo>
                  <a:lnTo>
                    <a:pt x="182366" y="532871"/>
                  </a:lnTo>
                  <a:lnTo>
                    <a:pt x="182750" y="532878"/>
                  </a:lnTo>
                  <a:lnTo>
                    <a:pt x="183892" y="533059"/>
                  </a:lnTo>
                  <a:lnTo>
                    <a:pt x="184355" y="533240"/>
                  </a:lnTo>
                  <a:lnTo>
                    <a:pt x="184674" y="533134"/>
                  </a:lnTo>
                  <a:lnTo>
                    <a:pt x="184917" y="533034"/>
                  </a:lnTo>
                  <a:lnTo>
                    <a:pt x="185198" y="533034"/>
                  </a:lnTo>
                  <a:lnTo>
                    <a:pt x="185352" y="533077"/>
                  </a:lnTo>
                  <a:lnTo>
                    <a:pt x="185644" y="533009"/>
                  </a:lnTo>
                  <a:lnTo>
                    <a:pt x="185798" y="533134"/>
                  </a:lnTo>
                  <a:lnTo>
                    <a:pt x="185936" y="533309"/>
                  </a:lnTo>
                  <a:lnTo>
                    <a:pt x="186018" y="533346"/>
                  </a:lnTo>
                  <a:lnTo>
                    <a:pt x="186178" y="533346"/>
                  </a:lnTo>
                  <a:lnTo>
                    <a:pt x="186355" y="533215"/>
                  </a:lnTo>
                  <a:lnTo>
                    <a:pt x="186400" y="533184"/>
                  </a:lnTo>
                  <a:lnTo>
                    <a:pt x="186702" y="532896"/>
                  </a:lnTo>
                  <a:lnTo>
                    <a:pt x="186999" y="532884"/>
                  </a:lnTo>
                  <a:lnTo>
                    <a:pt x="187578" y="533021"/>
                  </a:lnTo>
                  <a:lnTo>
                    <a:pt x="187930" y="533040"/>
                  </a:lnTo>
                  <a:lnTo>
                    <a:pt x="188327" y="533040"/>
                  </a:lnTo>
                  <a:lnTo>
                    <a:pt x="188465" y="532952"/>
                  </a:lnTo>
                  <a:lnTo>
                    <a:pt x="188564" y="532877"/>
                  </a:lnTo>
                  <a:lnTo>
                    <a:pt x="188641" y="532671"/>
                  </a:lnTo>
                  <a:lnTo>
                    <a:pt x="188646" y="532415"/>
                  </a:lnTo>
                  <a:lnTo>
                    <a:pt x="188878" y="532325"/>
                  </a:lnTo>
                  <a:lnTo>
                    <a:pt x="189309" y="532277"/>
                  </a:lnTo>
                  <a:lnTo>
                    <a:pt x="189318" y="532277"/>
                  </a:lnTo>
                  <a:lnTo>
                    <a:pt x="189326" y="532276"/>
                  </a:lnTo>
                  <a:lnTo>
                    <a:pt x="189341" y="532274"/>
                  </a:lnTo>
                  <a:lnTo>
                    <a:pt x="189353" y="532273"/>
                  </a:lnTo>
                  <a:lnTo>
                    <a:pt x="189395" y="532260"/>
                  </a:lnTo>
                  <a:lnTo>
                    <a:pt x="189421" y="532251"/>
                  </a:lnTo>
                  <a:lnTo>
                    <a:pt x="189482" y="532222"/>
                  </a:lnTo>
                  <a:lnTo>
                    <a:pt x="189607" y="532186"/>
                  </a:lnTo>
                  <a:lnTo>
                    <a:pt x="189907" y="532205"/>
                  </a:lnTo>
                  <a:lnTo>
                    <a:pt x="189976" y="532206"/>
                  </a:lnTo>
                  <a:lnTo>
                    <a:pt x="190161" y="532235"/>
                  </a:lnTo>
                  <a:lnTo>
                    <a:pt x="190734" y="532224"/>
                  </a:lnTo>
                  <a:lnTo>
                    <a:pt x="190991" y="532191"/>
                  </a:lnTo>
                  <a:lnTo>
                    <a:pt x="191307" y="531987"/>
                  </a:lnTo>
                  <a:lnTo>
                    <a:pt x="191744" y="531728"/>
                  </a:lnTo>
                  <a:lnTo>
                    <a:pt x="192236" y="531645"/>
                  </a:lnTo>
                  <a:lnTo>
                    <a:pt x="193055" y="531353"/>
                  </a:lnTo>
                  <a:lnTo>
                    <a:pt x="193610" y="531003"/>
                  </a:lnTo>
                  <a:lnTo>
                    <a:pt x="193981" y="530794"/>
                  </a:lnTo>
                  <a:lnTo>
                    <a:pt x="194125" y="530569"/>
                  </a:lnTo>
                  <a:lnTo>
                    <a:pt x="194148" y="530503"/>
                  </a:lnTo>
                  <a:lnTo>
                    <a:pt x="194491" y="529998"/>
                  </a:lnTo>
                  <a:lnTo>
                    <a:pt x="194976" y="529564"/>
                  </a:lnTo>
                  <a:lnTo>
                    <a:pt x="195310" y="529314"/>
                  </a:lnTo>
                  <a:lnTo>
                    <a:pt x="195354" y="529282"/>
                  </a:lnTo>
                  <a:lnTo>
                    <a:pt x="195666" y="529193"/>
                  </a:lnTo>
                  <a:lnTo>
                    <a:pt x="195835" y="529147"/>
                  </a:lnTo>
                  <a:lnTo>
                    <a:pt x="195960" y="529227"/>
                  </a:lnTo>
                  <a:lnTo>
                    <a:pt x="196092" y="529427"/>
                  </a:lnTo>
                  <a:lnTo>
                    <a:pt x="196243" y="529569"/>
                  </a:lnTo>
                  <a:lnTo>
                    <a:pt x="196504" y="529669"/>
                  </a:lnTo>
                  <a:lnTo>
                    <a:pt x="196754" y="529664"/>
                  </a:lnTo>
                  <a:lnTo>
                    <a:pt x="197033" y="529514"/>
                  </a:lnTo>
                  <a:lnTo>
                    <a:pt x="197315" y="529406"/>
                  </a:lnTo>
                  <a:lnTo>
                    <a:pt x="197587" y="529360"/>
                  </a:lnTo>
                  <a:lnTo>
                    <a:pt x="197955" y="529464"/>
                  </a:lnTo>
                  <a:lnTo>
                    <a:pt x="198226" y="529623"/>
                  </a:lnTo>
                  <a:lnTo>
                    <a:pt x="198344" y="529723"/>
                  </a:lnTo>
                  <a:lnTo>
                    <a:pt x="198436" y="529744"/>
                  </a:lnTo>
                  <a:lnTo>
                    <a:pt x="198520" y="529744"/>
                  </a:lnTo>
                  <a:lnTo>
                    <a:pt x="198616" y="529619"/>
                  </a:lnTo>
                  <a:lnTo>
                    <a:pt x="198718" y="529239"/>
                  </a:lnTo>
                  <a:lnTo>
                    <a:pt x="199049" y="528751"/>
                  </a:lnTo>
                  <a:lnTo>
                    <a:pt x="199405" y="528401"/>
                  </a:lnTo>
                  <a:lnTo>
                    <a:pt x="199897" y="528018"/>
                  </a:lnTo>
                  <a:lnTo>
                    <a:pt x="200386" y="527730"/>
                  </a:lnTo>
                  <a:lnTo>
                    <a:pt x="200573" y="527588"/>
                  </a:lnTo>
                  <a:lnTo>
                    <a:pt x="200658" y="527455"/>
                  </a:lnTo>
                  <a:lnTo>
                    <a:pt x="200672" y="527309"/>
                  </a:lnTo>
                  <a:lnTo>
                    <a:pt x="200533" y="527017"/>
                  </a:lnTo>
                  <a:lnTo>
                    <a:pt x="200345" y="526625"/>
                  </a:lnTo>
                  <a:lnTo>
                    <a:pt x="200364" y="526479"/>
                  </a:lnTo>
                  <a:lnTo>
                    <a:pt x="200742" y="526162"/>
                  </a:lnTo>
                  <a:lnTo>
                    <a:pt x="201043" y="526129"/>
                  </a:lnTo>
                  <a:lnTo>
                    <a:pt x="201546" y="525987"/>
                  </a:lnTo>
                  <a:lnTo>
                    <a:pt x="202347" y="525824"/>
                  </a:lnTo>
                  <a:lnTo>
                    <a:pt x="203030" y="525758"/>
                  </a:lnTo>
                  <a:lnTo>
                    <a:pt x="203574" y="525758"/>
                  </a:lnTo>
                  <a:lnTo>
                    <a:pt x="203779" y="525679"/>
                  </a:lnTo>
                  <a:lnTo>
                    <a:pt x="203993" y="525620"/>
                  </a:lnTo>
                  <a:lnTo>
                    <a:pt x="204128" y="525487"/>
                  </a:lnTo>
                  <a:lnTo>
                    <a:pt x="204195" y="525428"/>
                  </a:lnTo>
                  <a:lnTo>
                    <a:pt x="204443" y="525473"/>
                  </a:lnTo>
                  <a:lnTo>
                    <a:pt x="204569" y="525620"/>
                  </a:lnTo>
                  <a:lnTo>
                    <a:pt x="204654" y="525679"/>
                  </a:lnTo>
                  <a:lnTo>
                    <a:pt x="204804" y="525724"/>
                  </a:lnTo>
                  <a:lnTo>
                    <a:pt x="205061" y="525641"/>
                  </a:lnTo>
                  <a:lnTo>
                    <a:pt x="205557" y="525332"/>
                  </a:lnTo>
                  <a:lnTo>
                    <a:pt x="206248" y="524957"/>
                  </a:lnTo>
                  <a:lnTo>
                    <a:pt x="206339" y="524695"/>
                  </a:lnTo>
                  <a:lnTo>
                    <a:pt x="206365" y="524532"/>
                  </a:lnTo>
                  <a:lnTo>
                    <a:pt x="206608" y="524286"/>
                  </a:lnTo>
                  <a:lnTo>
                    <a:pt x="206909" y="524236"/>
                  </a:lnTo>
                  <a:lnTo>
                    <a:pt x="207111" y="524236"/>
                  </a:lnTo>
                  <a:lnTo>
                    <a:pt x="207265" y="524315"/>
                  </a:lnTo>
                  <a:lnTo>
                    <a:pt x="207485" y="524278"/>
                  </a:lnTo>
                  <a:lnTo>
                    <a:pt x="207955" y="523961"/>
                  </a:lnTo>
                  <a:lnTo>
                    <a:pt x="208572" y="523473"/>
                  </a:lnTo>
                  <a:lnTo>
                    <a:pt x="208843" y="523109"/>
                  </a:lnTo>
                  <a:lnTo>
                    <a:pt x="209050" y="523014"/>
                  </a:lnTo>
                  <a:lnTo>
                    <a:pt x="209248" y="522889"/>
                  </a:lnTo>
                  <a:lnTo>
                    <a:pt x="209314" y="522814"/>
                  </a:lnTo>
                  <a:lnTo>
                    <a:pt x="209344" y="522697"/>
                  </a:lnTo>
                  <a:lnTo>
                    <a:pt x="209344" y="522581"/>
                  </a:lnTo>
                  <a:lnTo>
                    <a:pt x="209355" y="522506"/>
                  </a:lnTo>
                  <a:lnTo>
                    <a:pt x="209443" y="522389"/>
                  </a:lnTo>
                  <a:lnTo>
                    <a:pt x="209590" y="522368"/>
                  </a:lnTo>
                  <a:lnTo>
                    <a:pt x="209748" y="522368"/>
                  </a:lnTo>
                  <a:lnTo>
                    <a:pt x="209891" y="522310"/>
                  </a:lnTo>
                  <a:lnTo>
                    <a:pt x="209942" y="522168"/>
                  </a:lnTo>
                  <a:lnTo>
                    <a:pt x="210011" y="522031"/>
                  </a:lnTo>
                  <a:lnTo>
                    <a:pt x="210266" y="521797"/>
                  </a:lnTo>
                  <a:lnTo>
                    <a:pt x="210640" y="521647"/>
                  </a:lnTo>
                  <a:lnTo>
                    <a:pt x="210930" y="521588"/>
                  </a:lnTo>
                  <a:lnTo>
                    <a:pt x="211415" y="521417"/>
                  </a:lnTo>
                  <a:lnTo>
                    <a:pt x="211757" y="521230"/>
                  </a:lnTo>
                  <a:lnTo>
                    <a:pt x="211951" y="521180"/>
                  </a:lnTo>
                  <a:lnTo>
                    <a:pt x="212208" y="521238"/>
                  </a:lnTo>
                  <a:lnTo>
                    <a:pt x="212330" y="521283"/>
                  </a:lnTo>
                  <a:lnTo>
                    <a:pt x="212414" y="521351"/>
                  </a:lnTo>
                  <a:lnTo>
                    <a:pt x="212664" y="521434"/>
                  </a:lnTo>
                  <a:lnTo>
                    <a:pt x="212870" y="521480"/>
                  </a:lnTo>
                  <a:lnTo>
                    <a:pt x="213031" y="521476"/>
                  </a:lnTo>
                  <a:lnTo>
                    <a:pt x="213211" y="521380"/>
                  </a:lnTo>
                  <a:lnTo>
                    <a:pt x="213243" y="521323"/>
                  </a:lnTo>
                  <a:lnTo>
                    <a:pt x="213398" y="520892"/>
                  </a:lnTo>
                  <a:lnTo>
                    <a:pt x="213461" y="520755"/>
                  </a:lnTo>
                  <a:lnTo>
                    <a:pt x="213498" y="520629"/>
                  </a:lnTo>
                  <a:lnTo>
                    <a:pt x="213510" y="520597"/>
                  </a:lnTo>
                  <a:lnTo>
                    <a:pt x="213663" y="520471"/>
                  </a:lnTo>
                  <a:lnTo>
                    <a:pt x="213854" y="520392"/>
                  </a:lnTo>
                  <a:lnTo>
                    <a:pt x="214298" y="520242"/>
                  </a:lnTo>
                  <a:lnTo>
                    <a:pt x="214761" y="520100"/>
                  </a:lnTo>
                  <a:lnTo>
                    <a:pt x="215684" y="519893"/>
                  </a:lnTo>
                  <a:lnTo>
                    <a:pt x="215915" y="519819"/>
                  </a:lnTo>
                  <a:lnTo>
                    <a:pt x="216203" y="519680"/>
                  </a:lnTo>
                  <a:lnTo>
                    <a:pt x="216614" y="519464"/>
                  </a:lnTo>
                  <a:lnTo>
                    <a:pt x="216682" y="519360"/>
                  </a:lnTo>
                  <a:lnTo>
                    <a:pt x="216749" y="519168"/>
                  </a:lnTo>
                  <a:lnTo>
                    <a:pt x="216956" y="518752"/>
                  </a:lnTo>
                  <a:lnTo>
                    <a:pt x="217429" y="518515"/>
                  </a:lnTo>
                  <a:lnTo>
                    <a:pt x="218132" y="518499"/>
                  </a:lnTo>
                  <a:lnTo>
                    <a:pt x="218955" y="518477"/>
                  </a:lnTo>
                  <a:lnTo>
                    <a:pt x="219553" y="518559"/>
                  </a:lnTo>
                  <a:lnTo>
                    <a:pt x="220016" y="518555"/>
                  </a:lnTo>
                  <a:lnTo>
                    <a:pt x="220322" y="518452"/>
                  </a:lnTo>
                  <a:lnTo>
                    <a:pt x="220754" y="518199"/>
                  </a:lnTo>
                  <a:lnTo>
                    <a:pt x="221024" y="518065"/>
                  </a:lnTo>
                  <a:lnTo>
                    <a:pt x="221138" y="517949"/>
                  </a:lnTo>
                  <a:lnTo>
                    <a:pt x="221299" y="517743"/>
                  </a:lnTo>
                  <a:lnTo>
                    <a:pt x="221811" y="517118"/>
                  </a:lnTo>
                  <a:lnTo>
                    <a:pt x="222023" y="516930"/>
                  </a:lnTo>
                  <a:lnTo>
                    <a:pt x="222459" y="516751"/>
                  </a:lnTo>
                  <a:lnTo>
                    <a:pt x="222562" y="516633"/>
                  </a:lnTo>
                  <a:lnTo>
                    <a:pt x="222597" y="516569"/>
                  </a:lnTo>
                  <a:lnTo>
                    <a:pt x="222619" y="516440"/>
                  </a:lnTo>
                  <a:lnTo>
                    <a:pt x="222587" y="516242"/>
                  </a:lnTo>
                  <a:lnTo>
                    <a:pt x="222555" y="516112"/>
                  </a:lnTo>
                  <a:lnTo>
                    <a:pt x="222576" y="516029"/>
                  </a:lnTo>
                  <a:lnTo>
                    <a:pt x="222753" y="515953"/>
                  </a:lnTo>
                  <a:lnTo>
                    <a:pt x="223292" y="515734"/>
                  </a:lnTo>
                  <a:lnTo>
                    <a:pt x="223785" y="515422"/>
                  </a:lnTo>
                  <a:lnTo>
                    <a:pt x="224212" y="515226"/>
                  </a:lnTo>
                  <a:lnTo>
                    <a:pt x="224483" y="514976"/>
                  </a:lnTo>
                  <a:lnTo>
                    <a:pt x="224605" y="514786"/>
                  </a:lnTo>
                  <a:lnTo>
                    <a:pt x="224722" y="514752"/>
                  </a:lnTo>
                  <a:lnTo>
                    <a:pt x="224899" y="514814"/>
                  </a:lnTo>
                  <a:lnTo>
                    <a:pt x="225020" y="514986"/>
                  </a:lnTo>
                  <a:lnTo>
                    <a:pt x="225330" y="515183"/>
                  </a:lnTo>
                  <a:lnTo>
                    <a:pt x="225484" y="515346"/>
                  </a:lnTo>
                  <a:lnTo>
                    <a:pt x="225695" y="515492"/>
                  </a:lnTo>
                  <a:lnTo>
                    <a:pt x="225886" y="515505"/>
                  </a:lnTo>
                  <a:lnTo>
                    <a:pt x="226040" y="515272"/>
                  </a:lnTo>
                  <a:lnTo>
                    <a:pt x="226122" y="515184"/>
                  </a:lnTo>
                  <a:lnTo>
                    <a:pt x="226288" y="514947"/>
                  </a:lnTo>
                  <a:lnTo>
                    <a:pt x="226795" y="514559"/>
                  </a:lnTo>
                  <a:lnTo>
                    <a:pt x="227222" y="514176"/>
                  </a:lnTo>
                  <a:lnTo>
                    <a:pt x="227741" y="513741"/>
                  </a:lnTo>
                  <a:lnTo>
                    <a:pt x="228145" y="513522"/>
                  </a:lnTo>
                  <a:lnTo>
                    <a:pt x="228693" y="513449"/>
                  </a:lnTo>
                  <a:lnTo>
                    <a:pt x="229205" y="513272"/>
                  </a:lnTo>
                  <a:lnTo>
                    <a:pt x="229712" y="513115"/>
                  </a:lnTo>
                  <a:lnTo>
                    <a:pt x="230103" y="513011"/>
                  </a:lnTo>
                  <a:lnTo>
                    <a:pt x="230417" y="513087"/>
                  </a:lnTo>
                  <a:lnTo>
                    <a:pt x="230663" y="513140"/>
                  </a:lnTo>
                  <a:lnTo>
                    <a:pt x="230809" y="513262"/>
                  </a:lnTo>
                  <a:lnTo>
                    <a:pt x="230837" y="513424"/>
                  </a:lnTo>
                  <a:lnTo>
                    <a:pt x="230842" y="513460"/>
                  </a:lnTo>
                  <a:lnTo>
                    <a:pt x="230845" y="513467"/>
                  </a:lnTo>
                  <a:lnTo>
                    <a:pt x="230857" y="513484"/>
                  </a:lnTo>
                  <a:lnTo>
                    <a:pt x="230878" y="513500"/>
                  </a:lnTo>
                  <a:lnTo>
                    <a:pt x="230896" y="513513"/>
                  </a:lnTo>
                  <a:lnTo>
                    <a:pt x="230920" y="513524"/>
                  </a:lnTo>
                  <a:lnTo>
                    <a:pt x="230937" y="513529"/>
                  </a:lnTo>
                  <a:lnTo>
                    <a:pt x="230949" y="513531"/>
                  </a:lnTo>
                  <a:lnTo>
                    <a:pt x="230991" y="513562"/>
                  </a:lnTo>
                  <a:lnTo>
                    <a:pt x="231322" y="513625"/>
                  </a:lnTo>
                  <a:lnTo>
                    <a:pt x="231802" y="513693"/>
                  </a:lnTo>
                  <a:lnTo>
                    <a:pt x="232642" y="513690"/>
                  </a:lnTo>
                  <a:lnTo>
                    <a:pt x="233290" y="513705"/>
                  </a:lnTo>
                  <a:lnTo>
                    <a:pt x="234010" y="513502"/>
                  </a:lnTo>
                  <a:lnTo>
                    <a:pt x="234647" y="513285"/>
                  </a:lnTo>
                  <a:lnTo>
                    <a:pt x="235333" y="513005"/>
                  </a:lnTo>
                  <a:lnTo>
                    <a:pt x="235580" y="512888"/>
                  </a:lnTo>
                  <a:lnTo>
                    <a:pt x="235848" y="512689"/>
                  </a:lnTo>
                  <a:lnTo>
                    <a:pt x="235917" y="512549"/>
                  </a:lnTo>
                  <a:lnTo>
                    <a:pt x="236192" y="512067"/>
                  </a:lnTo>
                  <a:lnTo>
                    <a:pt x="236600" y="511591"/>
                  </a:lnTo>
                  <a:lnTo>
                    <a:pt x="236919" y="511399"/>
                  </a:lnTo>
                  <a:lnTo>
                    <a:pt x="237505" y="511361"/>
                  </a:lnTo>
                  <a:lnTo>
                    <a:pt x="238400" y="511306"/>
                  </a:lnTo>
                  <a:lnTo>
                    <a:pt x="239022" y="511196"/>
                  </a:lnTo>
                  <a:lnTo>
                    <a:pt x="239414" y="511113"/>
                  </a:lnTo>
                  <a:lnTo>
                    <a:pt x="239462" y="511082"/>
                  </a:lnTo>
                  <a:lnTo>
                    <a:pt x="239943" y="510948"/>
                  </a:lnTo>
                  <a:lnTo>
                    <a:pt x="240573" y="510821"/>
                  </a:lnTo>
                  <a:lnTo>
                    <a:pt x="240941" y="510878"/>
                  </a:lnTo>
                  <a:lnTo>
                    <a:pt x="241366" y="510969"/>
                  </a:lnTo>
                  <a:lnTo>
                    <a:pt x="241598" y="511093"/>
                  </a:lnTo>
                  <a:lnTo>
                    <a:pt x="241714" y="511143"/>
                  </a:lnTo>
                  <a:lnTo>
                    <a:pt x="241814" y="511153"/>
                  </a:lnTo>
                  <a:lnTo>
                    <a:pt x="241904" y="511143"/>
                  </a:lnTo>
                  <a:lnTo>
                    <a:pt x="242014" y="511068"/>
                  </a:lnTo>
                  <a:lnTo>
                    <a:pt x="242158" y="510804"/>
                  </a:lnTo>
                  <a:lnTo>
                    <a:pt x="242278" y="510679"/>
                  </a:lnTo>
                  <a:lnTo>
                    <a:pt x="242606" y="510310"/>
                  </a:lnTo>
                  <a:lnTo>
                    <a:pt x="242867" y="509978"/>
                  </a:lnTo>
                  <a:lnTo>
                    <a:pt x="243038" y="509665"/>
                  </a:lnTo>
                  <a:lnTo>
                    <a:pt x="243153" y="509323"/>
                  </a:lnTo>
                  <a:lnTo>
                    <a:pt x="243258" y="509115"/>
                  </a:lnTo>
                  <a:lnTo>
                    <a:pt x="243333" y="508724"/>
                  </a:lnTo>
                  <a:lnTo>
                    <a:pt x="243363" y="508446"/>
                  </a:lnTo>
                  <a:lnTo>
                    <a:pt x="243505" y="508245"/>
                  </a:lnTo>
                  <a:lnTo>
                    <a:pt x="243955" y="507952"/>
                  </a:lnTo>
                  <a:lnTo>
                    <a:pt x="244377" y="507689"/>
                  </a:lnTo>
                  <a:lnTo>
                    <a:pt x="244903" y="507323"/>
                  </a:lnTo>
                  <a:lnTo>
                    <a:pt x="245010" y="507192"/>
                  </a:lnTo>
                  <a:lnTo>
                    <a:pt x="245109" y="507023"/>
                  </a:lnTo>
                  <a:lnTo>
                    <a:pt x="244974" y="506632"/>
                  </a:lnTo>
                  <a:lnTo>
                    <a:pt x="244922" y="506307"/>
                  </a:lnTo>
                  <a:lnTo>
                    <a:pt x="244936" y="505960"/>
                  </a:lnTo>
                  <a:lnTo>
                    <a:pt x="244972" y="505813"/>
                  </a:lnTo>
                  <a:lnTo>
                    <a:pt x="245123" y="505657"/>
                  </a:lnTo>
                  <a:lnTo>
                    <a:pt x="245465" y="505425"/>
                  </a:lnTo>
                  <a:lnTo>
                    <a:pt x="245925" y="505247"/>
                  </a:lnTo>
                  <a:lnTo>
                    <a:pt x="246064" y="505165"/>
                  </a:lnTo>
                  <a:lnTo>
                    <a:pt x="246498" y="505000"/>
                  </a:lnTo>
                  <a:lnTo>
                    <a:pt x="247005" y="504762"/>
                  </a:lnTo>
                  <a:lnTo>
                    <a:pt x="247511" y="504565"/>
                  </a:lnTo>
                  <a:lnTo>
                    <a:pt x="247900" y="504553"/>
                  </a:lnTo>
                  <a:lnTo>
                    <a:pt x="248390" y="504553"/>
                  </a:lnTo>
                  <a:lnTo>
                    <a:pt x="248856" y="504534"/>
                  </a:lnTo>
                  <a:lnTo>
                    <a:pt x="249343" y="504625"/>
                  </a:lnTo>
                  <a:lnTo>
                    <a:pt x="249773" y="504622"/>
                  </a:lnTo>
                  <a:lnTo>
                    <a:pt x="250170" y="504603"/>
                  </a:lnTo>
                  <a:lnTo>
                    <a:pt x="250376" y="504602"/>
                  </a:lnTo>
                  <a:lnTo>
                    <a:pt x="250652" y="504622"/>
                  </a:lnTo>
                  <a:lnTo>
                    <a:pt x="251164" y="504568"/>
                  </a:lnTo>
                  <a:lnTo>
                    <a:pt x="251955" y="504459"/>
                  </a:lnTo>
                  <a:lnTo>
                    <a:pt x="252668" y="504453"/>
                  </a:lnTo>
                  <a:lnTo>
                    <a:pt x="253315" y="504443"/>
                  </a:lnTo>
                  <a:lnTo>
                    <a:pt x="253726" y="504443"/>
                  </a:lnTo>
                  <a:lnTo>
                    <a:pt x="254142" y="504484"/>
                  </a:lnTo>
                  <a:lnTo>
                    <a:pt x="254421" y="504572"/>
                  </a:lnTo>
                  <a:lnTo>
                    <a:pt x="255009" y="504725"/>
                  </a:lnTo>
                  <a:lnTo>
                    <a:pt x="255733" y="504979"/>
                  </a:lnTo>
                  <a:lnTo>
                    <a:pt x="256345" y="504900"/>
                  </a:lnTo>
                  <a:lnTo>
                    <a:pt x="256575" y="504882"/>
                  </a:lnTo>
                  <a:lnTo>
                    <a:pt x="256761" y="504827"/>
                  </a:lnTo>
                  <a:lnTo>
                    <a:pt x="256827" y="504739"/>
                  </a:lnTo>
                  <a:lnTo>
                    <a:pt x="256835" y="504621"/>
                  </a:lnTo>
                  <a:lnTo>
                    <a:pt x="256779" y="504461"/>
                  </a:lnTo>
                  <a:lnTo>
                    <a:pt x="256860" y="504116"/>
                  </a:lnTo>
                  <a:lnTo>
                    <a:pt x="257102" y="503807"/>
                  </a:lnTo>
                  <a:lnTo>
                    <a:pt x="257734" y="503190"/>
                  </a:lnTo>
                  <a:lnTo>
                    <a:pt x="258059" y="502821"/>
                  </a:lnTo>
                  <a:lnTo>
                    <a:pt x="257923" y="502604"/>
                  </a:lnTo>
                  <a:lnTo>
                    <a:pt x="257617" y="502432"/>
                  </a:lnTo>
                  <a:lnTo>
                    <a:pt x="257160" y="502163"/>
                  </a:lnTo>
                  <a:lnTo>
                    <a:pt x="256932" y="501678"/>
                  </a:lnTo>
                  <a:lnTo>
                    <a:pt x="256565" y="500949"/>
                  </a:lnTo>
                  <a:lnTo>
                    <a:pt x="256248" y="500305"/>
                  </a:lnTo>
                  <a:lnTo>
                    <a:pt x="256206" y="500201"/>
                  </a:lnTo>
                  <a:lnTo>
                    <a:pt x="256105" y="500052"/>
                  </a:lnTo>
                  <a:lnTo>
                    <a:pt x="256000" y="499852"/>
                  </a:lnTo>
                  <a:lnTo>
                    <a:pt x="256017" y="499802"/>
                  </a:lnTo>
                  <a:lnTo>
                    <a:pt x="256251" y="499777"/>
                  </a:lnTo>
                  <a:lnTo>
                    <a:pt x="256656" y="499846"/>
                  </a:lnTo>
                  <a:lnTo>
                    <a:pt x="256766" y="499846"/>
                  </a:lnTo>
                  <a:lnTo>
                    <a:pt x="256921" y="499799"/>
                  </a:lnTo>
                  <a:lnTo>
                    <a:pt x="256956" y="499636"/>
                  </a:lnTo>
                  <a:lnTo>
                    <a:pt x="257009" y="499105"/>
                  </a:lnTo>
                  <a:lnTo>
                    <a:pt x="257064" y="498066"/>
                  </a:lnTo>
                  <a:lnTo>
                    <a:pt x="257251" y="497535"/>
                  </a:lnTo>
                  <a:lnTo>
                    <a:pt x="257560" y="497439"/>
                  </a:lnTo>
                  <a:lnTo>
                    <a:pt x="258118" y="497346"/>
                  </a:lnTo>
                  <a:lnTo>
                    <a:pt x="258816" y="497346"/>
                  </a:lnTo>
                  <a:lnTo>
                    <a:pt x="259712" y="497163"/>
                  </a:lnTo>
                  <a:lnTo>
                    <a:pt x="260304" y="496858"/>
                  </a:lnTo>
                  <a:lnTo>
                    <a:pt x="260851" y="496603"/>
                  </a:lnTo>
                  <a:lnTo>
                    <a:pt x="261428" y="496441"/>
                  </a:lnTo>
                  <a:lnTo>
                    <a:pt x="261653" y="496321"/>
                  </a:lnTo>
                  <a:lnTo>
                    <a:pt x="261813" y="495957"/>
                  </a:lnTo>
                  <a:lnTo>
                    <a:pt x="261872" y="495282"/>
                  </a:lnTo>
                  <a:lnTo>
                    <a:pt x="261868" y="494890"/>
                  </a:lnTo>
                  <a:lnTo>
                    <a:pt x="261696" y="494573"/>
                  </a:lnTo>
                  <a:lnTo>
                    <a:pt x="261189" y="494085"/>
                  </a:lnTo>
                  <a:lnTo>
                    <a:pt x="261145" y="493914"/>
                  </a:lnTo>
                  <a:lnTo>
                    <a:pt x="261130" y="493597"/>
                  </a:lnTo>
                  <a:lnTo>
                    <a:pt x="261189" y="493343"/>
                  </a:lnTo>
                  <a:lnTo>
                    <a:pt x="261310" y="493110"/>
                  </a:lnTo>
                  <a:lnTo>
                    <a:pt x="261501" y="492855"/>
                  </a:lnTo>
                  <a:lnTo>
                    <a:pt x="261525" y="492520"/>
                  </a:lnTo>
                  <a:lnTo>
                    <a:pt x="261265" y="492309"/>
                  </a:lnTo>
                  <a:lnTo>
                    <a:pt x="260841" y="491907"/>
                  </a:lnTo>
                  <a:lnTo>
                    <a:pt x="260049" y="491328"/>
                  </a:lnTo>
                  <a:lnTo>
                    <a:pt x="259793" y="491159"/>
                  </a:lnTo>
                  <a:lnTo>
                    <a:pt x="259619" y="490767"/>
                  </a:lnTo>
                  <a:lnTo>
                    <a:pt x="259642" y="490220"/>
                  </a:lnTo>
                  <a:lnTo>
                    <a:pt x="259728" y="489243"/>
                  </a:lnTo>
                  <a:lnTo>
                    <a:pt x="259435" y="488683"/>
                  </a:lnTo>
                  <a:lnTo>
                    <a:pt x="258867" y="488038"/>
                  </a:lnTo>
                  <a:lnTo>
                    <a:pt x="258706" y="487784"/>
                  </a:lnTo>
                  <a:lnTo>
                    <a:pt x="258706" y="487716"/>
                  </a:lnTo>
                  <a:lnTo>
                    <a:pt x="258696" y="487701"/>
                  </a:lnTo>
                  <a:lnTo>
                    <a:pt x="258670" y="487401"/>
                  </a:lnTo>
                  <a:lnTo>
                    <a:pt x="258817" y="486602"/>
                  </a:lnTo>
                  <a:lnTo>
                    <a:pt x="258912" y="485985"/>
                  </a:lnTo>
                  <a:lnTo>
                    <a:pt x="259221" y="485443"/>
                  </a:lnTo>
                  <a:lnTo>
                    <a:pt x="259838" y="485001"/>
                  </a:lnTo>
                  <a:lnTo>
                    <a:pt x="261337" y="484366"/>
                  </a:lnTo>
                  <a:lnTo>
                    <a:pt x="261432" y="484285"/>
                  </a:lnTo>
                  <a:lnTo>
                    <a:pt x="261496" y="484129"/>
                  </a:lnTo>
                  <a:lnTo>
                    <a:pt x="261416" y="484034"/>
                  </a:lnTo>
                  <a:lnTo>
                    <a:pt x="261240" y="484026"/>
                  </a:lnTo>
                  <a:lnTo>
                    <a:pt x="260894" y="484063"/>
                  </a:lnTo>
                  <a:lnTo>
                    <a:pt x="260637" y="484059"/>
                  </a:lnTo>
                  <a:lnTo>
                    <a:pt x="260487" y="484001"/>
                  </a:lnTo>
                  <a:lnTo>
                    <a:pt x="260424" y="483917"/>
                  </a:lnTo>
                  <a:lnTo>
                    <a:pt x="260391" y="483767"/>
                  </a:lnTo>
                  <a:lnTo>
                    <a:pt x="260109" y="483602"/>
                  </a:lnTo>
                  <a:lnTo>
                    <a:pt x="259930" y="483596"/>
                  </a:lnTo>
                  <a:lnTo>
                    <a:pt x="259664" y="483461"/>
                  </a:lnTo>
                  <a:lnTo>
                    <a:pt x="259489" y="483246"/>
                  </a:lnTo>
                  <a:lnTo>
                    <a:pt x="259454" y="483223"/>
                  </a:lnTo>
                  <a:lnTo>
                    <a:pt x="259411" y="483174"/>
                  </a:lnTo>
                  <a:lnTo>
                    <a:pt x="259387" y="483156"/>
                  </a:lnTo>
                  <a:lnTo>
                    <a:pt x="259343" y="483117"/>
                  </a:lnTo>
                  <a:lnTo>
                    <a:pt x="259321" y="483098"/>
                  </a:lnTo>
                  <a:lnTo>
                    <a:pt x="259313" y="483095"/>
                  </a:lnTo>
                  <a:lnTo>
                    <a:pt x="259308" y="483087"/>
                  </a:lnTo>
                  <a:lnTo>
                    <a:pt x="259304" y="483080"/>
                  </a:lnTo>
                  <a:lnTo>
                    <a:pt x="259016" y="482712"/>
                  </a:lnTo>
                  <a:lnTo>
                    <a:pt x="258882" y="482455"/>
                  </a:lnTo>
                  <a:lnTo>
                    <a:pt x="258835" y="482406"/>
                  </a:lnTo>
                  <a:lnTo>
                    <a:pt x="258700" y="482143"/>
                  </a:lnTo>
                  <a:lnTo>
                    <a:pt x="258157" y="481342"/>
                  </a:lnTo>
                  <a:lnTo>
                    <a:pt x="257800" y="480796"/>
                  </a:lnTo>
                  <a:lnTo>
                    <a:pt x="257628" y="480425"/>
                  </a:lnTo>
                  <a:lnTo>
                    <a:pt x="257110" y="479608"/>
                  </a:lnTo>
                  <a:lnTo>
                    <a:pt x="257047" y="479207"/>
                  </a:lnTo>
                  <a:lnTo>
                    <a:pt x="257063" y="479103"/>
                  </a:lnTo>
                  <a:lnTo>
                    <a:pt x="257055" y="479032"/>
                  </a:lnTo>
                  <a:lnTo>
                    <a:pt x="257117" y="478649"/>
                  </a:lnTo>
                  <a:lnTo>
                    <a:pt x="257220" y="478447"/>
                  </a:lnTo>
                  <a:lnTo>
                    <a:pt x="257476" y="477670"/>
                  </a:lnTo>
                  <a:lnTo>
                    <a:pt x="257544" y="477222"/>
                  </a:lnTo>
                  <a:lnTo>
                    <a:pt x="257559" y="477002"/>
                  </a:lnTo>
                  <a:lnTo>
                    <a:pt x="257720" y="476856"/>
                  </a:lnTo>
                  <a:lnTo>
                    <a:pt x="258620" y="476341"/>
                  </a:lnTo>
                  <a:lnTo>
                    <a:pt x="259561" y="476031"/>
                  </a:lnTo>
                  <a:lnTo>
                    <a:pt x="259109" y="475187"/>
                  </a:lnTo>
                  <a:lnTo>
                    <a:pt x="260814" y="472255"/>
                  </a:lnTo>
                  <a:lnTo>
                    <a:pt x="260735" y="470364"/>
                  </a:lnTo>
                  <a:lnTo>
                    <a:pt x="260791" y="470333"/>
                  </a:lnTo>
                  <a:lnTo>
                    <a:pt x="260848" y="470249"/>
                  </a:lnTo>
                  <a:lnTo>
                    <a:pt x="261173" y="469924"/>
                  </a:lnTo>
                  <a:lnTo>
                    <a:pt x="261385" y="469836"/>
                  </a:lnTo>
                  <a:lnTo>
                    <a:pt x="261553" y="469839"/>
                  </a:lnTo>
                  <a:lnTo>
                    <a:pt x="261727" y="469977"/>
                  </a:lnTo>
                  <a:lnTo>
                    <a:pt x="261859" y="470049"/>
                  </a:lnTo>
                  <a:lnTo>
                    <a:pt x="262013" y="470058"/>
                  </a:lnTo>
                  <a:lnTo>
                    <a:pt x="262198" y="469996"/>
                  </a:lnTo>
                  <a:lnTo>
                    <a:pt x="262259" y="469978"/>
                  </a:lnTo>
                  <a:lnTo>
                    <a:pt x="262517" y="469921"/>
                  </a:lnTo>
                  <a:lnTo>
                    <a:pt x="262806" y="469793"/>
                  </a:lnTo>
                  <a:lnTo>
                    <a:pt x="263027" y="469758"/>
                  </a:lnTo>
                  <a:lnTo>
                    <a:pt x="263222" y="469764"/>
                  </a:lnTo>
                  <a:lnTo>
                    <a:pt x="263382" y="469799"/>
                  </a:lnTo>
                  <a:lnTo>
                    <a:pt x="263421" y="469843"/>
                  </a:lnTo>
                  <a:lnTo>
                    <a:pt x="263390" y="469924"/>
                  </a:lnTo>
                  <a:lnTo>
                    <a:pt x="263311" y="470005"/>
                  </a:lnTo>
                  <a:lnTo>
                    <a:pt x="263278" y="470127"/>
                  </a:lnTo>
                  <a:lnTo>
                    <a:pt x="263316" y="470190"/>
                  </a:lnTo>
                  <a:lnTo>
                    <a:pt x="263401" y="470258"/>
                  </a:lnTo>
                  <a:lnTo>
                    <a:pt x="263627" y="470287"/>
                  </a:lnTo>
                  <a:lnTo>
                    <a:pt x="264162" y="470280"/>
                  </a:lnTo>
                  <a:lnTo>
                    <a:pt x="264346" y="470274"/>
                  </a:lnTo>
                  <a:lnTo>
                    <a:pt x="264398" y="470226"/>
                  </a:lnTo>
                  <a:lnTo>
                    <a:pt x="264432" y="470108"/>
                  </a:lnTo>
                  <a:lnTo>
                    <a:pt x="264490" y="470043"/>
                  </a:lnTo>
                  <a:lnTo>
                    <a:pt x="264558" y="470015"/>
                  </a:lnTo>
                  <a:lnTo>
                    <a:pt x="264636" y="470005"/>
                  </a:lnTo>
                  <a:lnTo>
                    <a:pt x="264710" y="470036"/>
                  </a:lnTo>
                  <a:lnTo>
                    <a:pt x="264801" y="470108"/>
                  </a:lnTo>
                  <a:lnTo>
                    <a:pt x="264870" y="470171"/>
                  </a:lnTo>
                  <a:lnTo>
                    <a:pt x="264983" y="470174"/>
                  </a:lnTo>
                  <a:lnTo>
                    <a:pt x="265109" y="470155"/>
                  </a:lnTo>
                  <a:lnTo>
                    <a:pt x="265225" y="470086"/>
                  </a:lnTo>
                  <a:lnTo>
                    <a:pt x="265262" y="470038"/>
                  </a:lnTo>
                  <a:lnTo>
                    <a:pt x="265354" y="469874"/>
                  </a:lnTo>
                  <a:lnTo>
                    <a:pt x="265556" y="469708"/>
                  </a:lnTo>
                  <a:lnTo>
                    <a:pt x="265633" y="469683"/>
                  </a:lnTo>
                  <a:lnTo>
                    <a:pt x="265759" y="469724"/>
                  </a:lnTo>
                  <a:lnTo>
                    <a:pt x="265845" y="469811"/>
                  </a:lnTo>
                  <a:lnTo>
                    <a:pt x="265939" y="469916"/>
                  </a:lnTo>
                  <a:lnTo>
                    <a:pt x="266049" y="470008"/>
                  </a:lnTo>
                  <a:lnTo>
                    <a:pt x="266175" y="470033"/>
                  </a:lnTo>
                  <a:lnTo>
                    <a:pt x="266274" y="469999"/>
                  </a:lnTo>
                  <a:lnTo>
                    <a:pt x="266522" y="469849"/>
                  </a:lnTo>
                  <a:lnTo>
                    <a:pt x="266715" y="469752"/>
                  </a:lnTo>
                  <a:lnTo>
                    <a:pt x="266849" y="469644"/>
                  </a:lnTo>
                  <a:lnTo>
                    <a:pt x="266919" y="469417"/>
                  </a:lnTo>
                  <a:lnTo>
                    <a:pt x="267043" y="469208"/>
                  </a:lnTo>
                  <a:lnTo>
                    <a:pt x="267564" y="468945"/>
                  </a:lnTo>
                  <a:lnTo>
                    <a:pt x="267817" y="468861"/>
                  </a:lnTo>
                  <a:lnTo>
                    <a:pt x="267905" y="468851"/>
                  </a:lnTo>
                  <a:lnTo>
                    <a:pt x="268123" y="468908"/>
                  </a:lnTo>
                  <a:lnTo>
                    <a:pt x="268197" y="468908"/>
                  </a:lnTo>
                  <a:lnTo>
                    <a:pt x="268371" y="468851"/>
                  </a:lnTo>
                  <a:lnTo>
                    <a:pt x="268533" y="468770"/>
                  </a:lnTo>
                  <a:lnTo>
                    <a:pt x="268668" y="468670"/>
                  </a:lnTo>
                  <a:lnTo>
                    <a:pt x="268817" y="468557"/>
                  </a:lnTo>
                  <a:lnTo>
                    <a:pt x="268911" y="468495"/>
                  </a:lnTo>
                  <a:lnTo>
                    <a:pt x="269112" y="468439"/>
                  </a:lnTo>
                  <a:lnTo>
                    <a:pt x="269327" y="468382"/>
                  </a:lnTo>
                  <a:lnTo>
                    <a:pt x="269577" y="468317"/>
                  </a:lnTo>
                  <a:lnTo>
                    <a:pt x="269731" y="468270"/>
                  </a:lnTo>
                  <a:lnTo>
                    <a:pt x="270005" y="468054"/>
                  </a:lnTo>
                  <a:lnTo>
                    <a:pt x="270158" y="468009"/>
                  </a:lnTo>
                  <a:lnTo>
                    <a:pt x="270286" y="468070"/>
                  </a:lnTo>
                  <a:lnTo>
                    <a:pt x="270556" y="468174"/>
                  </a:lnTo>
                  <a:lnTo>
                    <a:pt x="270779" y="468130"/>
                  </a:lnTo>
                  <a:lnTo>
                    <a:pt x="270963" y="467986"/>
                  </a:lnTo>
                  <a:lnTo>
                    <a:pt x="271009" y="467963"/>
                  </a:lnTo>
                  <a:lnTo>
                    <a:pt x="271032" y="467942"/>
                  </a:lnTo>
                  <a:lnTo>
                    <a:pt x="271272" y="467830"/>
                  </a:lnTo>
                  <a:lnTo>
                    <a:pt x="271423" y="467817"/>
                  </a:lnTo>
                  <a:lnTo>
                    <a:pt x="271434" y="467819"/>
                  </a:lnTo>
                  <a:lnTo>
                    <a:pt x="271591" y="467819"/>
                  </a:lnTo>
                  <a:lnTo>
                    <a:pt x="271946" y="467917"/>
                  </a:lnTo>
                  <a:lnTo>
                    <a:pt x="271960" y="467927"/>
                  </a:lnTo>
                  <a:lnTo>
                    <a:pt x="271967" y="467929"/>
                  </a:lnTo>
                  <a:lnTo>
                    <a:pt x="271980" y="467907"/>
                  </a:lnTo>
                  <a:lnTo>
                    <a:pt x="271963" y="467766"/>
                  </a:lnTo>
                  <a:lnTo>
                    <a:pt x="272003" y="467669"/>
                  </a:lnTo>
                  <a:lnTo>
                    <a:pt x="272012" y="467662"/>
                  </a:lnTo>
                  <a:lnTo>
                    <a:pt x="272018" y="467641"/>
                  </a:lnTo>
                  <a:lnTo>
                    <a:pt x="272096" y="467581"/>
                  </a:lnTo>
                  <a:lnTo>
                    <a:pt x="272259" y="467568"/>
                  </a:lnTo>
                  <a:lnTo>
                    <a:pt x="272445" y="467625"/>
                  </a:lnTo>
                  <a:lnTo>
                    <a:pt x="272617" y="467664"/>
                  </a:lnTo>
                  <a:lnTo>
                    <a:pt x="272695" y="467675"/>
                  </a:lnTo>
                  <a:lnTo>
                    <a:pt x="272755" y="467662"/>
                  </a:lnTo>
                  <a:lnTo>
                    <a:pt x="272796" y="467586"/>
                  </a:lnTo>
                  <a:lnTo>
                    <a:pt x="272764" y="467529"/>
                  </a:lnTo>
                  <a:lnTo>
                    <a:pt x="272764" y="467450"/>
                  </a:lnTo>
                  <a:lnTo>
                    <a:pt x="272826" y="467411"/>
                  </a:lnTo>
                  <a:lnTo>
                    <a:pt x="273010" y="467411"/>
                  </a:lnTo>
                  <a:lnTo>
                    <a:pt x="273136" y="467479"/>
                  </a:lnTo>
                  <a:lnTo>
                    <a:pt x="273382" y="467562"/>
                  </a:lnTo>
                  <a:lnTo>
                    <a:pt x="273528" y="467534"/>
                  </a:lnTo>
                  <a:lnTo>
                    <a:pt x="273659" y="467463"/>
                  </a:lnTo>
                  <a:lnTo>
                    <a:pt x="273799" y="467281"/>
                  </a:lnTo>
                  <a:lnTo>
                    <a:pt x="273820" y="467211"/>
                  </a:lnTo>
                  <a:lnTo>
                    <a:pt x="273836" y="467109"/>
                  </a:lnTo>
                  <a:lnTo>
                    <a:pt x="273829" y="467039"/>
                  </a:lnTo>
                  <a:lnTo>
                    <a:pt x="273776" y="466953"/>
                  </a:lnTo>
                  <a:lnTo>
                    <a:pt x="273673" y="466744"/>
                  </a:lnTo>
                  <a:lnTo>
                    <a:pt x="273356" y="466432"/>
                  </a:lnTo>
                  <a:lnTo>
                    <a:pt x="273136" y="466213"/>
                  </a:lnTo>
                  <a:lnTo>
                    <a:pt x="272849" y="465942"/>
                  </a:lnTo>
                  <a:lnTo>
                    <a:pt x="272411" y="465733"/>
                  </a:lnTo>
                  <a:lnTo>
                    <a:pt x="271766" y="465504"/>
                  </a:lnTo>
                  <a:lnTo>
                    <a:pt x="271433" y="465394"/>
                  </a:lnTo>
                  <a:lnTo>
                    <a:pt x="271132" y="465350"/>
                  </a:lnTo>
                  <a:lnTo>
                    <a:pt x="270699" y="465318"/>
                  </a:lnTo>
                  <a:lnTo>
                    <a:pt x="270684" y="465316"/>
                  </a:lnTo>
                  <a:lnTo>
                    <a:pt x="270085" y="465241"/>
                  </a:lnTo>
                  <a:lnTo>
                    <a:pt x="269810" y="465181"/>
                  </a:lnTo>
                  <a:lnTo>
                    <a:pt x="269757" y="465178"/>
                  </a:lnTo>
                  <a:lnTo>
                    <a:pt x="269457" y="465133"/>
                  </a:lnTo>
                  <a:lnTo>
                    <a:pt x="269170" y="465026"/>
                  </a:lnTo>
                  <a:lnTo>
                    <a:pt x="268833" y="464828"/>
                  </a:lnTo>
                  <a:lnTo>
                    <a:pt x="268282" y="464388"/>
                  </a:lnTo>
                  <a:lnTo>
                    <a:pt x="268050" y="464324"/>
                  </a:lnTo>
                  <a:lnTo>
                    <a:pt x="268037" y="464275"/>
                  </a:lnTo>
                  <a:lnTo>
                    <a:pt x="267795" y="464115"/>
                  </a:lnTo>
                  <a:lnTo>
                    <a:pt x="267321" y="463830"/>
                  </a:lnTo>
                  <a:lnTo>
                    <a:pt x="266852" y="463495"/>
                  </a:lnTo>
                  <a:lnTo>
                    <a:pt x="266192" y="463031"/>
                  </a:lnTo>
                  <a:lnTo>
                    <a:pt x="266117" y="462947"/>
                  </a:lnTo>
                  <a:lnTo>
                    <a:pt x="265997" y="462778"/>
                  </a:lnTo>
                  <a:lnTo>
                    <a:pt x="265896" y="462683"/>
                  </a:lnTo>
                  <a:lnTo>
                    <a:pt x="265814" y="462576"/>
                  </a:lnTo>
                  <a:lnTo>
                    <a:pt x="265793" y="462560"/>
                  </a:lnTo>
                  <a:lnTo>
                    <a:pt x="265775" y="462540"/>
                  </a:lnTo>
                  <a:lnTo>
                    <a:pt x="265763" y="462523"/>
                  </a:lnTo>
                  <a:lnTo>
                    <a:pt x="265721" y="462407"/>
                  </a:lnTo>
                  <a:lnTo>
                    <a:pt x="265711" y="462380"/>
                  </a:lnTo>
                  <a:lnTo>
                    <a:pt x="265394" y="462008"/>
                  </a:lnTo>
                  <a:lnTo>
                    <a:pt x="265297" y="461872"/>
                  </a:lnTo>
                  <a:lnTo>
                    <a:pt x="265240" y="461724"/>
                  </a:lnTo>
                  <a:lnTo>
                    <a:pt x="265203" y="461609"/>
                  </a:lnTo>
                  <a:lnTo>
                    <a:pt x="265212" y="461578"/>
                  </a:lnTo>
                  <a:lnTo>
                    <a:pt x="265350" y="461348"/>
                  </a:lnTo>
                  <a:lnTo>
                    <a:pt x="265495" y="461153"/>
                  </a:lnTo>
                  <a:lnTo>
                    <a:pt x="265994" y="460613"/>
                  </a:lnTo>
                  <a:lnTo>
                    <a:pt x="266605" y="460219"/>
                  </a:lnTo>
                  <a:lnTo>
                    <a:pt x="267333" y="459931"/>
                  </a:lnTo>
                  <a:lnTo>
                    <a:pt x="267394" y="459897"/>
                  </a:lnTo>
                  <a:lnTo>
                    <a:pt x="267828" y="459794"/>
                  </a:lnTo>
                  <a:lnTo>
                    <a:pt x="268616" y="459669"/>
                  </a:lnTo>
                  <a:lnTo>
                    <a:pt x="269310" y="459556"/>
                  </a:lnTo>
                  <a:lnTo>
                    <a:pt x="270335" y="459068"/>
                  </a:lnTo>
                  <a:lnTo>
                    <a:pt x="271112" y="458593"/>
                  </a:lnTo>
                  <a:lnTo>
                    <a:pt x="271481" y="458449"/>
                  </a:lnTo>
                  <a:lnTo>
                    <a:pt x="272076" y="458193"/>
                  </a:lnTo>
                  <a:lnTo>
                    <a:pt x="272732" y="457592"/>
                  </a:lnTo>
                  <a:lnTo>
                    <a:pt x="273013" y="457386"/>
                  </a:lnTo>
                  <a:lnTo>
                    <a:pt x="273305" y="457036"/>
                  </a:lnTo>
                  <a:lnTo>
                    <a:pt x="273597" y="456842"/>
                  </a:lnTo>
                  <a:lnTo>
                    <a:pt x="274076" y="456786"/>
                  </a:lnTo>
                  <a:lnTo>
                    <a:pt x="274627" y="456554"/>
                  </a:lnTo>
                  <a:lnTo>
                    <a:pt x="275128" y="456366"/>
                  </a:lnTo>
                  <a:lnTo>
                    <a:pt x="275795" y="456235"/>
                  </a:lnTo>
                  <a:lnTo>
                    <a:pt x="276355" y="456241"/>
                  </a:lnTo>
                  <a:lnTo>
                    <a:pt x="276781" y="456341"/>
                  </a:lnTo>
                  <a:lnTo>
                    <a:pt x="277657" y="456398"/>
                  </a:lnTo>
                  <a:lnTo>
                    <a:pt x="278070" y="456535"/>
                  </a:lnTo>
                  <a:lnTo>
                    <a:pt x="278301" y="456748"/>
                  </a:lnTo>
                  <a:lnTo>
                    <a:pt x="278643" y="456979"/>
                  </a:lnTo>
                  <a:lnTo>
                    <a:pt x="278891" y="456986"/>
                  </a:lnTo>
                  <a:lnTo>
                    <a:pt x="279232" y="456485"/>
                  </a:lnTo>
                  <a:lnTo>
                    <a:pt x="279531" y="456227"/>
                  </a:lnTo>
                  <a:lnTo>
                    <a:pt x="279882" y="456266"/>
                  </a:lnTo>
                  <a:lnTo>
                    <a:pt x="280428" y="456542"/>
                  </a:lnTo>
                  <a:lnTo>
                    <a:pt x="280698" y="456654"/>
                  </a:lnTo>
                  <a:lnTo>
                    <a:pt x="280962" y="456717"/>
                  </a:lnTo>
                  <a:lnTo>
                    <a:pt x="281105" y="456704"/>
                  </a:lnTo>
                  <a:lnTo>
                    <a:pt x="281287" y="456573"/>
                  </a:lnTo>
                  <a:lnTo>
                    <a:pt x="281320" y="456435"/>
                  </a:lnTo>
                  <a:lnTo>
                    <a:pt x="281320" y="456024"/>
                  </a:lnTo>
                  <a:lnTo>
                    <a:pt x="281369" y="455812"/>
                  </a:lnTo>
                  <a:lnTo>
                    <a:pt x="281422" y="455559"/>
                  </a:lnTo>
                  <a:lnTo>
                    <a:pt x="281437" y="455505"/>
                  </a:lnTo>
                  <a:lnTo>
                    <a:pt x="281482" y="455447"/>
                  </a:lnTo>
                  <a:lnTo>
                    <a:pt x="281522" y="455335"/>
                  </a:lnTo>
                  <a:lnTo>
                    <a:pt x="281596" y="455009"/>
                  </a:lnTo>
                  <a:lnTo>
                    <a:pt x="281527" y="454677"/>
                  </a:lnTo>
                  <a:lnTo>
                    <a:pt x="281275" y="454345"/>
                  </a:lnTo>
                  <a:lnTo>
                    <a:pt x="281166" y="454000"/>
                  </a:lnTo>
                  <a:lnTo>
                    <a:pt x="281028" y="453524"/>
                  </a:lnTo>
                  <a:lnTo>
                    <a:pt x="281011" y="453146"/>
                  </a:lnTo>
                  <a:lnTo>
                    <a:pt x="281006" y="452175"/>
                  </a:lnTo>
                  <a:lnTo>
                    <a:pt x="280994" y="452130"/>
                  </a:lnTo>
                  <a:lnTo>
                    <a:pt x="280879" y="451882"/>
                  </a:lnTo>
                  <a:lnTo>
                    <a:pt x="280546" y="451544"/>
                  </a:lnTo>
                  <a:lnTo>
                    <a:pt x="280362" y="451250"/>
                  </a:lnTo>
                  <a:lnTo>
                    <a:pt x="280334" y="451022"/>
                  </a:lnTo>
                  <a:lnTo>
                    <a:pt x="280351" y="450762"/>
                  </a:lnTo>
                  <a:lnTo>
                    <a:pt x="280414" y="450527"/>
                  </a:lnTo>
                  <a:lnTo>
                    <a:pt x="280517" y="450117"/>
                  </a:lnTo>
                  <a:lnTo>
                    <a:pt x="280632" y="449703"/>
                  </a:lnTo>
                  <a:lnTo>
                    <a:pt x="280662" y="449666"/>
                  </a:lnTo>
                  <a:lnTo>
                    <a:pt x="280670" y="449654"/>
                  </a:lnTo>
                  <a:lnTo>
                    <a:pt x="280681" y="449631"/>
                  </a:lnTo>
                  <a:lnTo>
                    <a:pt x="280684" y="449622"/>
                  </a:lnTo>
                  <a:lnTo>
                    <a:pt x="280682" y="449614"/>
                  </a:lnTo>
                  <a:lnTo>
                    <a:pt x="280615" y="449303"/>
                  </a:lnTo>
                  <a:lnTo>
                    <a:pt x="280586" y="449205"/>
                  </a:lnTo>
                  <a:lnTo>
                    <a:pt x="280431" y="449036"/>
                  </a:lnTo>
                  <a:lnTo>
                    <a:pt x="280047" y="448899"/>
                  </a:lnTo>
                  <a:lnTo>
                    <a:pt x="279382" y="448950"/>
                  </a:lnTo>
                  <a:lnTo>
                    <a:pt x="279072" y="449031"/>
                  </a:lnTo>
                  <a:lnTo>
                    <a:pt x="278604" y="449013"/>
                  </a:lnTo>
                  <a:lnTo>
                    <a:pt x="277855" y="448887"/>
                  </a:lnTo>
                  <a:lnTo>
                    <a:pt x="277524" y="448812"/>
                  </a:lnTo>
                  <a:lnTo>
                    <a:pt x="277354" y="448637"/>
                  </a:lnTo>
                  <a:lnTo>
                    <a:pt x="277216" y="448418"/>
                  </a:lnTo>
                  <a:lnTo>
                    <a:pt x="277150" y="448174"/>
                  </a:lnTo>
                  <a:lnTo>
                    <a:pt x="277535" y="447599"/>
                  </a:lnTo>
                  <a:lnTo>
                    <a:pt x="277789" y="447174"/>
                  </a:lnTo>
                  <a:lnTo>
                    <a:pt x="278004" y="446899"/>
                  </a:lnTo>
                  <a:lnTo>
                    <a:pt x="278588" y="446211"/>
                  </a:lnTo>
                  <a:lnTo>
                    <a:pt x="278825" y="446017"/>
                  </a:lnTo>
                  <a:lnTo>
                    <a:pt x="279028" y="445667"/>
                  </a:lnTo>
                  <a:lnTo>
                    <a:pt x="279056" y="445154"/>
                  </a:lnTo>
                  <a:lnTo>
                    <a:pt x="279115" y="444667"/>
                  </a:lnTo>
                  <a:lnTo>
                    <a:pt x="279210" y="444178"/>
                  </a:lnTo>
                  <a:lnTo>
                    <a:pt x="279309" y="443847"/>
                  </a:lnTo>
                  <a:lnTo>
                    <a:pt x="279364" y="443665"/>
                  </a:lnTo>
                  <a:lnTo>
                    <a:pt x="279475" y="443528"/>
                  </a:lnTo>
                  <a:lnTo>
                    <a:pt x="279667" y="443359"/>
                  </a:lnTo>
                  <a:lnTo>
                    <a:pt x="279849" y="443221"/>
                  </a:lnTo>
                  <a:lnTo>
                    <a:pt x="279970" y="443021"/>
                  </a:lnTo>
                  <a:lnTo>
                    <a:pt x="279786" y="441131"/>
                  </a:lnTo>
                  <a:lnTo>
                    <a:pt x="277307" y="437321"/>
                  </a:lnTo>
                  <a:lnTo>
                    <a:pt x="274341" y="432600"/>
                  </a:lnTo>
                  <a:lnTo>
                    <a:pt x="270798" y="426970"/>
                  </a:lnTo>
                  <a:lnTo>
                    <a:pt x="270852" y="426585"/>
                  </a:lnTo>
                  <a:lnTo>
                    <a:pt x="270856" y="426559"/>
                  </a:lnTo>
                  <a:lnTo>
                    <a:pt x="270848" y="426414"/>
                  </a:lnTo>
                  <a:lnTo>
                    <a:pt x="270763" y="426041"/>
                  </a:lnTo>
                  <a:lnTo>
                    <a:pt x="270734" y="425820"/>
                  </a:lnTo>
                  <a:lnTo>
                    <a:pt x="270784" y="425560"/>
                  </a:lnTo>
                  <a:lnTo>
                    <a:pt x="270792" y="425516"/>
                  </a:lnTo>
                  <a:lnTo>
                    <a:pt x="270748" y="425324"/>
                  </a:lnTo>
                  <a:lnTo>
                    <a:pt x="270704" y="425137"/>
                  </a:lnTo>
                  <a:lnTo>
                    <a:pt x="270713" y="425079"/>
                  </a:lnTo>
                  <a:lnTo>
                    <a:pt x="270691" y="424965"/>
                  </a:lnTo>
                  <a:lnTo>
                    <a:pt x="270631" y="424878"/>
                  </a:lnTo>
                  <a:lnTo>
                    <a:pt x="270536" y="424825"/>
                  </a:lnTo>
                  <a:lnTo>
                    <a:pt x="270426" y="424726"/>
                  </a:lnTo>
                  <a:lnTo>
                    <a:pt x="270405" y="424616"/>
                  </a:lnTo>
                  <a:lnTo>
                    <a:pt x="270391" y="424463"/>
                  </a:lnTo>
                  <a:lnTo>
                    <a:pt x="270405" y="424259"/>
                  </a:lnTo>
                  <a:lnTo>
                    <a:pt x="270430" y="424158"/>
                  </a:lnTo>
                  <a:lnTo>
                    <a:pt x="270434" y="424155"/>
                  </a:lnTo>
                  <a:lnTo>
                    <a:pt x="270442" y="424146"/>
                  </a:lnTo>
                  <a:lnTo>
                    <a:pt x="270462" y="423986"/>
                  </a:lnTo>
                  <a:lnTo>
                    <a:pt x="270453" y="423717"/>
                  </a:lnTo>
                  <a:lnTo>
                    <a:pt x="270453" y="423582"/>
                  </a:lnTo>
                  <a:lnTo>
                    <a:pt x="270418" y="423406"/>
                  </a:lnTo>
                  <a:lnTo>
                    <a:pt x="270444" y="423370"/>
                  </a:lnTo>
                  <a:lnTo>
                    <a:pt x="270391" y="423239"/>
                  </a:lnTo>
                  <a:lnTo>
                    <a:pt x="270284" y="423045"/>
                  </a:lnTo>
                  <a:lnTo>
                    <a:pt x="270094" y="422895"/>
                  </a:lnTo>
                  <a:lnTo>
                    <a:pt x="269975" y="422788"/>
                  </a:lnTo>
                  <a:lnTo>
                    <a:pt x="269840" y="422635"/>
                  </a:lnTo>
                  <a:lnTo>
                    <a:pt x="269770" y="422503"/>
                  </a:lnTo>
                  <a:lnTo>
                    <a:pt x="269580" y="422172"/>
                  </a:lnTo>
                  <a:lnTo>
                    <a:pt x="269418" y="421981"/>
                  </a:lnTo>
                  <a:lnTo>
                    <a:pt x="269236" y="421847"/>
                  </a:lnTo>
                  <a:lnTo>
                    <a:pt x="269150" y="421687"/>
                  </a:lnTo>
                  <a:lnTo>
                    <a:pt x="269115" y="421537"/>
                  </a:lnTo>
                  <a:lnTo>
                    <a:pt x="269126" y="421387"/>
                  </a:lnTo>
                  <a:lnTo>
                    <a:pt x="269217" y="421199"/>
                  </a:lnTo>
                  <a:lnTo>
                    <a:pt x="269470" y="421018"/>
                  </a:lnTo>
                  <a:lnTo>
                    <a:pt x="269542" y="420909"/>
                  </a:lnTo>
                  <a:lnTo>
                    <a:pt x="269528" y="420805"/>
                  </a:lnTo>
                  <a:lnTo>
                    <a:pt x="269451" y="420730"/>
                  </a:lnTo>
                  <a:lnTo>
                    <a:pt x="269211" y="420605"/>
                  </a:lnTo>
                  <a:lnTo>
                    <a:pt x="269117" y="420480"/>
                  </a:lnTo>
                  <a:lnTo>
                    <a:pt x="268977" y="420365"/>
                  </a:lnTo>
                  <a:lnTo>
                    <a:pt x="268770" y="420252"/>
                  </a:lnTo>
                  <a:lnTo>
                    <a:pt x="268583" y="420111"/>
                  </a:lnTo>
                  <a:lnTo>
                    <a:pt x="268547" y="420026"/>
                  </a:lnTo>
                  <a:lnTo>
                    <a:pt x="268500" y="419854"/>
                  </a:lnTo>
                  <a:lnTo>
                    <a:pt x="268383" y="419448"/>
                  </a:lnTo>
                  <a:lnTo>
                    <a:pt x="268328" y="418999"/>
                  </a:lnTo>
                  <a:lnTo>
                    <a:pt x="268296" y="418821"/>
                  </a:lnTo>
                  <a:lnTo>
                    <a:pt x="268266" y="418564"/>
                  </a:lnTo>
                  <a:lnTo>
                    <a:pt x="268271" y="418179"/>
                  </a:lnTo>
                  <a:lnTo>
                    <a:pt x="268323" y="417579"/>
                  </a:lnTo>
                  <a:lnTo>
                    <a:pt x="268332" y="417479"/>
                  </a:lnTo>
                  <a:lnTo>
                    <a:pt x="268296" y="417260"/>
                  </a:lnTo>
                  <a:lnTo>
                    <a:pt x="268254" y="416994"/>
                  </a:lnTo>
                  <a:lnTo>
                    <a:pt x="268208" y="416697"/>
                  </a:lnTo>
                  <a:lnTo>
                    <a:pt x="267951" y="415969"/>
                  </a:lnTo>
                  <a:lnTo>
                    <a:pt x="267925" y="415858"/>
                  </a:lnTo>
                  <a:lnTo>
                    <a:pt x="267927" y="415843"/>
                  </a:lnTo>
                  <a:lnTo>
                    <a:pt x="267951" y="415766"/>
                  </a:lnTo>
                  <a:lnTo>
                    <a:pt x="267969" y="415526"/>
                  </a:lnTo>
                  <a:lnTo>
                    <a:pt x="267879" y="415242"/>
                  </a:lnTo>
                  <a:lnTo>
                    <a:pt x="267717" y="415105"/>
                  </a:lnTo>
                  <a:lnTo>
                    <a:pt x="267553" y="414965"/>
                  </a:lnTo>
                  <a:lnTo>
                    <a:pt x="266954" y="414602"/>
                  </a:lnTo>
                  <a:lnTo>
                    <a:pt x="266401" y="414305"/>
                  </a:lnTo>
                  <a:lnTo>
                    <a:pt x="266367" y="414263"/>
                  </a:lnTo>
                  <a:lnTo>
                    <a:pt x="266055" y="414099"/>
                  </a:lnTo>
                  <a:lnTo>
                    <a:pt x="265899" y="413915"/>
                  </a:lnTo>
                  <a:lnTo>
                    <a:pt x="265854" y="413743"/>
                  </a:lnTo>
                  <a:lnTo>
                    <a:pt x="265831" y="413532"/>
                  </a:lnTo>
                  <a:lnTo>
                    <a:pt x="265930" y="413334"/>
                  </a:lnTo>
                  <a:lnTo>
                    <a:pt x="266198" y="412984"/>
                  </a:lnTo>
                  <a:lnTo>
                    <a:pt x="266277" y="412761"/>
                  </a:lnTo>
                  <a:lnTo>
                    <a:pt x="266238" y="411914"/>
                  </a:lnTo>
                  <a:lnTo>
                    <a:pt x="266175" y="410271"/>
                  </a:lnTo>
                  <a:lnTo>
                    <a:pt x="266242" y="409519"/>
                  </a:lnTo>
                  <a:lnTo>
                    <a:pt x="266355" y="408797"/>
                  </a:lnTo>
                  <a:lnTo>
                    <a:pt x="266353" y="408782"/>
                  </a:lnTo>
                  <a:lnTo>
                    <a:pt x="266420" y="408383"/>
                  </a:lnTo>
                  <a:lnTo>
                    <a:pt x="266471" y="407810"/>
                  </a:lnTo>
                  <a:lnTo>
                    <a:pt x="266471" y="407240"/>
                  </a:lnTo>
                  <a:lnTo>
                    <a:pt x="266396" y="406517"/>
                  </a:lnTo>
                  <a:lnTo>
                    <a:pt x="266369" y="406117"/>
                  </a:lnTo>
                  <a:lnTo>
                    <a:pt x="266333" y="406054"/>
                  </a:lnTo>
                  <a:lnTo>
                    <a:pt x="266203" y="405756"/>
                  </a:lnTo>
                  <a:lnTo>
                    <a:pt x="266191" y="405698"/>
                  </a:lnTo>
                  <a:lnTo>
                    <a:pt x="266177" y="405666"/>
                  </a:lnTo>
                  <a:lnTo>
                    <a:pt x="266154" y="405609"/>
                  </a:lnTo>
                  <a:lnTo>
                    <a:pt x="266138" y="405558"/>
                  </a:lnTo>
                  <a:lnTo>
                    <a:pt x="265906" y="405244"/>
                  </a:lnTo>
                  <a:lnTo>
                    <a:pt x="265644" y="403759"/>
                  </a:lnTo>
                  <a:lnTo>
                    <a:pt x="265571" y="402487"/>
                  </a:lnTo>
                  <a:lnTo>
                    <a:pt x="265428" y="401382"/>
                  </a:lnTo>
                  <a:lnTo>
                    <a:pt x="265281" y="400559"/>
                  </a:lnTo>
                  <a:lnTo>
                    <a:pt x="264832" y="399323"/>
                  </a:lnTo>
                  <a:lnTo>
                    <a:pt x="264315" y="398522"/>
                  </a:lnTo>
                  <a:lnTo>
                    <a:pt x="264177" y="398028"/>
                  </a:lnTo>
                  <a:lnTo>
                    <a:pt x="264155" y="397784"/>
                  </a:lnTo>
                  <a:lnTo>
                    <a:pt x="264272" y="397509"/>
                  </a:lnTo>
                  <a:lnTo>
                    <a:pt x="264287" y="397487"/>
                  </a:lnTo>
                  <a:lnTo>
                    <a:pt x="264361" y="397408"/>
                  </a:lnTo>
                  <a:lnTo>
                    <a:pt x="264393" y="397382"/>
                  </a:lnTo>
                  <a:lnTo>
                    <a:pt x="264777" y="396946"/>
                  </a:lnTo>
                  <a:lnTo>
                    <a:pt x="265080" y="396314"/>
                  </a:lnTo>
                  <a:lnTo>
                    <a:pt x="265169" y="395470"/>
                  </a:lnTo>
                  <a:lnTo>
                    <a:pt x="265461" y="394782"/>
                  </a:lnTo>
                  <a:lnTo>
                    <a:pt x="265758" y="394194"/>
                  </a:lnTo>
                  <a:lnTo>
                    <a:pt x="265929" y="393556"/>
                  </a:lnTo>
                  <a:lnTo>
                    <a:pt x="266044" y="392812"/>
                  </a:lnTo>
                  <a:lnTo>
                    <a:pt x="266413" y="392134"/>
                  </a:lnTo>
                  <a:lnTo>
                    <a:pt x="266431" y="391800"/>
                  </a:lnTo>
                  <a:lnTo>
                    <a:pt x="266326" y="391514"/>
                  </a:lnTo>
                  <a:lnTo>
                    <a:pt x="265793" y="390914"/>
                  </a:lnTo>
                  <a:lnTo>
                    <a:pt x="265025" y="389980"/>
                  </a:lnTo>
                  <a:lnTo>
                    <a:pt x="264166" y="388894"/>
                  </a:lnTo>
                  <a:lnTo>
                    <a:pt x="264111" y="388857"/>
                  </a:lnTo>
                  <a:lnTo>
                    <a:pt x="264001" y="388666"/>
                  </a:lnTo>
                  <a:lnTo>
                    <a:pt x="263444" y="388215"/>
                  </a:lnTo>
                  <a:lnTo>
                    <a:pt x="262841" y="387902"/>
                  </a:lnTo>
                  <a:lnTo>
                    <a:pt x="262635" y="387827"/>
                  </a:lnTo>
                  <a:lnTo>
                    <a:pt x="261864" y="387541"/>
                  </a:lnTo>
                  <a:lnTo>
                    <a:pt x="261070" y="387257"/>
                  </a:lnTo>
                  <a:lnTo>
                    <a:pt x="260516" y="387161"/>
                  </a:lnTo>
                  <a:lnTo>
                    <a:pt x="260031" y="387045"/>
                  </a:lnTo>
                  <a:lnTo>
                    <a:pt x="259598" y="386740"/>
                  </a:lnTo>
                  <a:lnTo>
                    <a:pt x="259146" y="386448"/>
                  </a:lnTo>
                  <a:lnTo>
                    <a:pt x="258602" y="385865"/>
                  </a:lnTo>
                  <a:lnTo>
                    <a:pt x="258455" y="385657"/>
                  </a:lnTo>
                  <a:lnTo>
                    <a:pt x="258457" y="385318"/>
                  </a:lnTo>
                  <a:lnTo>
                    <a:pt x="258468" y="385143"/>
                  </a:lnTo>
                  <a:lnTo>
                    <a:pt x="258358" y="384874"/>
                  </a:lnTo>
                  <a:lnTo>
                    <a:pt x="258066" y="384520"/>
                  </a:lnTo>
                  <a:lnTo>
                    <a:pt x="257763" y="384192"/>
                  </a:lnTo>
                  <a:lnTo>
                    <a:pt x="257669" y="383911"/>
                  </a:lnTo>
                  <a:lnTo>
                    <a:pt x="257651" y="383827"/>
                  </a:lnTo>
                  <a:lnTo>
                    <a:pt x="257698" y="383714"/>
                  </a:lnTo>
                  <a:lnTo>
                    <a:pt x="257776" y="383533"/>
                  </a:lnTo>
                  <a:lnTo>
                    <a:pt x="257894" y="383108"/>
                  </a:lnTo>
                  <a:lnTo>
                    <a:pt x="257927" y="382937"/>
                  </a:lnTo>
                  <a:lnTo>
                    <a:pt x="257853" y="382745"/>
                  </a:lnTo>
                  <a:lnTo>
                    <a:pt x="257848" y="382740"/>
                  </a:lnTo>
                  <a:lnTo>
                    <a:pt x="257682" y="382401"/>
                  </a:lnTo>
                  <a:lnTo>
                    <a:pt x="257270" y="381878"/>
                  </a:lnTo>
                  <a:lnTo>
                    <a:pt x="257204" y="381786"/>
                  </a:lnTo>
                  <a:lnTo>
                    <a:pt x="257038" y="381741"/>
                  </a:lnTo>
                  <a:lnTo>
                    <a:pt x="256822" y="381741"/>
                  </a:lnTo>
                  <a:lnTo>
                    <a:pt x="256741" y="381891"/>
                  </a:lnTo>
                  <a:lnTo>
                    <a:pt x="256698" y="382041"/>
                  </a:lnTo>
                  <a:lnTo>
                    <a:pt x="256669" y="382179"/>
                  </a:lnTo>
                  <a:lnTo>
                    <a:pt x="256562" y="382498"/>
                  </a:lnTo>
                  <a:lnTo>
                    <a:pt x="256184" y="382745"/>
                  </a:lnTo>
                  <a:lnTo>
                    <a:pt x="255840" y="382936"/>
                  </a:lnTo>
                  <a:lnTo>
                    <a:pt x="255474" y="383095"/>
                  </a:lnTo>
                  <a:lnTo>
                    <a:pt x="254859" y="383101"/>
                  </a:lnTo>
                  <a:lnTo>
                    <a:pt x="254805" y="383081"/>
                  </a:lnTo>
                  <a:lnTo>
                    <a:pt x="254450" y="383009"/>
                  </a:lnTo>
                  <a:lnTo>
                    <a:pt x="253193" y="383147"/>
                  </a:lnTo>
                  <a:lnTo>
                    <a:pt x="252472" y="383511"/>
                  </a:lnTo>
                  <a:lnTo>
                    <a:pt x="251681" y="383656"/>
                  </a:lnTo>
                  <a:lnTo>
                    <a:pt x="251466" y="383689"/>
                  </a:lnTo>
                  <a:lnTo>
                    <a:pt x="251186" y="383940"/>
                  </a:lnTo>
                  <a:lnTo>
                    <a:pt x="250831" y="384032"/>
                  </a:lnTo>
                  <a:lnTo>
                    <a:pt x="250610" y="383933"/>
                  </a:lnTo>
                  <a:lnTo>
                    <a:pt x="250517" y="383735"/>
                  </a:lnTo>
                  <a:lnTo>
                    <a:pt x="250546" y="383583"/>
                  </a:lnTo>
                  <a:lnTo>
                    <a:pt x="250669" y="383246"/>
                  </a:lnTo>
                  <a:lnTo>
                    <a:pt x="250692" y="382963"/>
                  </a:lnTo>
                  <a:lnTo>
                    <a:pt x="250669" y="382914"/>
                  </a:lnTo>
                  <a:lnTo>
                    <a:pt x="250669" y="382797"/>
                  </a:lnTo>
                  <a:lnTo>
                    <a:pt x="250575" y="382586"/>
                  </a:lnTo>
                  <a:lnTo>
                    <a:pt x="250069" y="382243"/>
                  </a:lnTo>
                  <a:lnTo>
                    <a:pt x="250002" y="382210"/>
                  </a:lnTo>
                  <a:lnTo>
                    <a:pt x="249869" y="382112"/>
                  </a:lnTo>
                  <a:lnTo>
                    <a:pt x="248997" y="381617"/>
                  </a:lnTo>
                  <a:lnTo>
                    <a:pt x="248822" y="381412"/>
                  </a:lnTo>
                  <a:lnTo>
                    <a:pt x="248764" y="381187"/>
                  </a:lnTo>
                  <a:lnTo>
                    <a:pt x="248793" y="380956"/>
                  </a:lnTo>
                  <a:lnTo>
                    <a:pt x="248886" y="380758"/>
                  </a:lnTo>
                  <a:lnTo>
                    <a:pt x="249084" y="380606"/>
                  </a:lnTo>
                  <a:lnTo>
                    <a:pt x="249375" y="380467"/>
                  </a:lnTo>
                  <a:lnTo>
                    <a:pt x="249427" y="380296"/>
                  </a:lnTo>
                  <a:lnTo>
                    <a:pt x="249282" y="380190"/>
                  </a:lnTo>
                  <a:lnTo>
                    <a:pt x="248688" y="379979"/>
                  </a:lnTo>
                  <a:lnTo>
                    <a:pt x="248121" y="379774"/>
                  </a:lnTo>
                  <a:lnTo>
                    <a:pt x="247775" y="379589"/>
                  </a:lnTo>
                  <a:lnTo>
                    <a:pt x="247472" y="379497"/>
                  </a:lnTo>
                  <a:lnTo>
                    <a:pt x="246891" y="379549"/>
                  </a:lnTo>
                  <a:lnTo>
                    <a:pt x="246664" y="379549"/>
                  </a:lnTo>
                  <a:lnTo>
                    <a:pt x="246565" y="379477"/>
                  </a:lnTo>
                  <a:lnTo>
                    <a:pt x="246472" y="379365"/>
                  </a:lnTo>
                  <a:lnTo>
                    <a:pt x="246385" y="379226"/>
                  </a:lnTo>
                  <a:lnTo>
                    <a:pt x="246390" y="379087"/>
                  </a:lnTo>
                  <a:lnTo>
                    <a:pt x="246496" y="378911"/>
                  </a:lnTo>
                  <a:lnTo>
                    <a:pt x="246571" y="378816"/>
                  </a:lnTo>
                  <a:lnTo>
                    <a:pt x="246885" y="378625"/>
                  </a:lnTo>
                  <a:lnTo>
                    <a:pt x="247246" y="378400"/>
                  </a:lnTo>
                  <a:lnTo>
                    <a:pt x="247900" y="378023"/>
                  </a:lnTo>
                  <a:lnTo>
                    <a:pt x="247987" y="377999"/>
                  </a:lnTo>
                  <a:lnTo>
                    <a:pt x="248139" y="377979"/>
                  </a:lnTo>
                  <a:lnTo>
                    <a:pt x="248153" y="377981"/>
                  </a:lnTo>
                  <a:lnTo>
                    <a:pt x="248172" y="377981"/>
                  </a:lnTo>
                  <a:lnTo>
                    <a:pt x="248188" y="377979"/>
                  </a:lnTo>
                  <a:lnTo>
                    <a:pt x="248204" y="377974"/>
                  </a:lnTo>
                  <a:lnTo>
                    <a:pt x="248216" y="377970"/>
                  </a:lnTo>
                  <a:lnTo>
                    <a:pt x="248242" y="377960"/>
                  </a:lnTo>
                  <a:lnTo>
                    <a:pt x="248260" y="377952"/>
                  </a:lnTo>
                  <a:lnTo>
                    <a:pt x="248276" y="377944"/>
                  </a:lnTo>
                  <a:lnTo>
                    <a:pt x="248287" y="377937"/>
                  </a:lnTo>
                  <a:lnTo>
                    <a:pt x="248522" y="377767"/>
                  </a:lnTo>
                  <a:lnTo>
                    <a:pt x="248635" y="377284"/>
                  </a:lnTo>
                  <a:lnTo>
                    <a:pt x="248681" y="377083"/>
                  </a:lnTo>
                  <a:lnTo>
                    <a:pt x="248905" y="376796"/>
                  </a:lnTo>
                  <a:lnTo>
                    <a:pt x="249410" y="376555"/>
                  </a:lnTo>
                  <a:lnTo>
                    <a:pt x="249915" y="376555"/>
                  </a:lnTo>
                  <a:lnTo>
                    <a:pt x="250064" y="376490"/>
                  </a:lnTo>
                  <a:lnTo>
                    <a:pt x="250627" y="376060"/>
                  </a:lnTo>
                  <a:lnTo>
                    <a:pt x="250864" y="375737"/>
                  </a:lnTo>
                  <a:lnTo>
                    <a:pt x="251539" y="375480"/>
                  </a:lnTo>
                  <a:lnTo>
                    <a:pt x="252067" y="375154"/>
                  </a:lnTo>
                  <a:lnTo>
                    <a:pt x="252572" y="374737"/>
                  </a:lnTo>
                  <a:lnTo>
                    <a:pt x="252846" y="374336"/>
                  </a:lnTo>
                  <a:lnTo>
                    <a:pt x="252871" y="374254"/>
                  </a:lnTo>
                  <a:lnTo>
                    <a:pt x="253168" y="373686"/>
                  </a:lnTo>
                  <a:lnTo>
                    <a:pt x="253503" y="373433"/>
                  </a:lnTo>
                  <a:lnTo>
                    <a:pt x="254146" y="373215"/>
                  </a:lnTo>
                  <a:lnTo>
                    <a:pt x="254471" y="372850"/>
                  </a:lnTo>
                  <a:lnTo>
                    <a:pt x="254829" y="372663"/>
                  </a:lnTo>
                  <a:lnTo>
                    <a:pt x="255165" y="372725"/>
                  </a:lnTo>
                  <a:lnTo>
                    <a:pt x="255542" y="372895"/>
                  </a:lnTo>
                  <a:lnTo>
                    <a:pt x="255819" y="373074"/>
                  </a:lnTo>
                  <a:lnTo>
                    <a:pt x="255918" y="373077"/>
                  </a:lnTo>
                  <a:lnTo>
                    <a:pt x="256152" y="372924"/>
                  </a:lnTo>
                  <a:lnTo>
                    <a:pt x="256195" y="372551"/>
                  </a:lnTo>
                  <a:lnTo>
                    <a:pt x="256197" y="372492"/>
                  </a:lnTo>
                  <a:lnTo>
                    <a:pt x="256245" y="372400"/>
                  </a:lnTo>
                  <a:lnTo>
                    <a:pt x="256403" y="372321"/>
                  </a:lnTo>
                  <a:lnTo>
                    <a:pt x="256685" y="372346"/>
                  </a:lnTo>
                  <a:lnTo>
                    <a:pt x="256898" y="372458"/>
                  </a:lnTo>
                  <a:lnTo>
                    <a:pt x="257131" y="372625"/>
                  </a:lnTo>
                  <a:lnTo>
                    <a:pt x="258192" y="373608"/>
                  </a:lnTo>
                  <a:lnTo>
                    <a:pt x="258738" y="373748"/>
                  </a:lnTo>
                  <a:lnTo>
                    <a:pt x="259531" y="373661"/>
                  </a:lnTo>
                  <a:lnTo>
                    <a:pt x="260372" y="373446"/>
                  </a:lnTo>
                  <a:lnTo>
                    <a:pt x="260756" y="373110"/>
                  </a:lnTo>
                  <a:lnTo>
                    <a:pt x="261047" y="372555"/>
                  </a:lnTo>
                  <a:lnTo>
                    <a:pt x="261571" y="372238"/>
                  </a:lnTo>
                  <a:lnTo>
                    <a:pt x="262304" y="371954"/>
                  </a:lnTo>
                  <a:lnTo>
                    <a:pt x="262990" y="371848"/>
                  </a:lnTo>
                  <a:lnTo>
                    <a:pt x="263456" y="371934"/>
                  </a:lnTo>
                  <a:lnTo>
                    <a:pt x="263537" y="372106"/>
                  </a:lnTo>
                  <a:lnTo>
                    <a:pt x="263694" y="372535"/>
                  </a:lnTo>
                  <a:lnTo>
                    <a:pt x="263950" y="372878"/>
                  </a:lnTo>
                  <a:lnTo>
                    <a:pt x="264415" y="373096"/>
                  </a:lnTo>
                  <a:lnTo>
                    <a:pt x="265253" y="373110"/>
                  </a:lnTo>
                  <a:lnTo>
                    <a:pt x="265975" y="372944"/>
                  </a:lnTo>
                  <a:lnTo>
                    <a:pt x="266428" y="372528"/>
                  </a:lnTo>
                  <a:lnTo>
                    <a:pt x="267179" y="372026"/>
                  </a:lnTo>
                  <a:lnTo>
                    <a:pt x="267639" y="371678"/>
                  </a:lnTo>
                  <a:lnTo>
                    <a:pt x="267807" y="371432"/>
                  </a:lnTo>
                  <a:lnTo>
                    <a:pt x="267871" y="370805"/>
                  </a:lnTo>
                  <a:lnTo>
                    <a:pt x="267936" y="370559"/>
                  </a:lnTo>
                  <a:lnTo>
                    <a:pt x="268697" y="370006"/>
                  </a:lnTo>
                  <a:lnTo>
                    <a:pt x="269455" y="369434"/>
                  </a:lnTo>
                  <a:lnTo>
                    <a:pt x="269616" y="369391"/>
                  </a:lnTo>
                  <a:lnTo>
                    <a:pt x="269797" y="369391"/>
                  </a:lnTo>
                  <a:lnTo>
                    <a:pt x="269977" y="369517"/>
                  </a:lnTo>
                  <a:lnTo>
                    <a:pt x="270123" y="369708"/>
                  </a:lnTo>
                  <a:lnTo>
                    <a:pt x="270204" y="369867"/>
                  </a:lnTo>
                  <a:lnTo>
                    <a:pt x="270315" y="369992"/>
                  </a:lnTo>
                  <a:lnTo>
                    <a:pt x="270594" y="370131"/>
                  </a:lnTo>
                  <a:lnTo>
                    <a:pt x="270932" y="370181"/>
                  </a:lnTo>
                  <a:lnTo>
                    <a:pt x="271746" y="370032"/>
                  </a:lnTo>
                  <a:lnTo>
                    <a:pt x="272106" y="370012"/>
                  </a:lnTo>
                  <a:lnTo>
                    <a:pt x="272665" y="370105"/>
                  </a:lnTo>
                  <a:lnTo>
                    <a:pt x="273345" y="370402"/>
                  </a:lnTo>
                  <a:lnTo>
                    <a:pt x="273547" y="370422"/>
                  </a:lnTo>
                  <a:lnTo>
                    <a:pt x="273840" y="370342"/>
                  </a:lnTo>
                  <a:lnTo>
                    <a:pt x="274221" y="370255"/>
                  </a:lnTo>
                  <a:lnTo>
                    <a:pt x="274893" y="369887"/>
                  </a:lnTo>
                  <a:lnTo>
                    <a:pt x="275684" y="369675"/>
                  </a:lnTo>
                  <a:lnTo>
                    <a:pt x="277255" y="369193"/>
                  </a:lnTo>
                  <a:lnTo>
                    <a:pt x="277656" y="369055"/>
                  </a:lnTo>
                  <a:lnTo>
                    <a:pt x="277988" y="368827"/>
                  </a:lnTo>
                  <a:lnTo>
                    <a:pt x="278516" y="368455"/>
                  </a:lnTo>
                  <a:lnTo>
                    <a:pt x="278560" y="368432"/>
                  </a:lnTo>
                  <a:lnTo>
                    <a:pt x="278796" y="368195"/>
                  </a:lnTo>
                  <a:lnTo>
                    <a:pt x="278808" y="368008"/>
                  </a:lnTo>
                  <a:lnTo>
                    <a:pt x="278692" y="367851"/>
                  </a:lnTo>
                  <a:lnTo>
                    <a:pt x="278416" y="367701"/>
                  </a:lnTo>
                  <a:lnTo>
                    <a:pt x="278333" y="367597"/>
                  </a:lnTo>
                  <a:lnTo>
                    <a:pt x="278303" y="367430"/>
                  </a:lnTo>
                  <a:lnTo>
                    <a:pt x="278369" y="367302"/>
                  </a:lnTo>
                  <a:lnTo>
                    <a:pt x="278460" y="367252"/>
                  </a:lnTo>
                  <a:lnTo>
                    <a:pt x="278677" y="367207"/>
                  </a:lnTo>
                  <a:lnTo>
                    <a:pt x="278951" y="367270"/>
                  </a:lnTo>
                  <a:lnTo>
                    <a:pt x="279215" y="367488"/>
                  </a:lnTo>
                  <a:lnTo>
                    <a:pt x="279491" y="367689"/>
                  </a:lnTo>
                  <a:lnTo>
                    <a:pt x="279864" y="368034"/>
                  </a:lnTo>
                  <a:lnTo>
                    <a:pt x="280311" y="368197"/>
                  </a:lnTo>
                  <a:lnTo>
                    <a:pt x="280325" y="368197"/>
                  </a:lnTo>
                  <a:lnTo>
                    <a:pt x="280449" y="368258"/>
                  </a:lnTo>
                  <a:lnTo>
                    <a:pt x="280888" y="368277"/>
                  </a:lnTo>
                  <a:lnTo>
                    <a:pt x="281585" y="368249"/>
                  </a:lnTo>
                  <a:lnTo>
                    <a:pt x="282176" y="368315"/>
                  </a:lnTo>
                  <a:lnTo>
                    <a:pt x="282779" y="368497"/>
                  </a:lnTo>
                  <a:lnTo>
                    <a:pt x="282980" y="368686"/>
                  </a:lnTo>
                  <a:lnTo>
                    <a:pt x="283387" y="369227"/>
                  </a:lnTo>
                  <a:lnTo>
                    <a:pt x="283554" y="369383"/>
                  </a:lnTo>
                  <a:lnTo>
                    <a:pt x="283835" y="369422"/>
                  </a:lnTo>
                  <a:lnTo>
                    <a:pt x="284414" y="369396"/>
                  </a:lnTo>
                  <a:lnTo>
                    <a:pt x="285011" y="369396"/>
                  </a:lnTo>
                  <a:lnTo>
                    <a:pt x="285361" y="369337"/>
                  </a:lnTo>
                  <a:lnTo>
                    <a:pt x="285395" y="369324"/>
                  </a:lnTo>
                  <a:lnTo>
                    <a:pt x="285941" y="368862"/>
                  </a:lnTo>
                  <a:lnTo>
                    <a:pt x="286285" y="368536"/>
                  </a:lnTo>
                  <a:lnTo>
                    <a:pt x="286683" y="368074"/>
                  </a:lnTo>
                  <a:lnTo>
                    <a:pt x="287139" y="367862"/>
                  </a:lnTo>
                  <a:lnTo>
                    <a:pt x="287712" y="367707"/>
                  </a:lnTo>
                  <a:lnTo>
                    <a:pt x="288208" y="367666"/>
                  </a:lnTo>
                  <a:lnTo>
                    <a:pt x="288641" y="367916"/>
                  </a:lnTo>
                  <a:lnTo>
                    <a:pt x="288666" y="367927"/>
                  </a:lnTo>
                  <a:lnTo>
                    <a:pt x="289246" y="367892"/>
                  </a:lnTo>
                  <a:lnTo>
                    <a:pt x="290302" y="367694"/>
                  </a:lnTo>
                  <a:lnTo>
                    <a:pt x="291101" y="367386"/>
                  </a:lnTo>
                  <a:lnTo>
                    <a:pt x="291234" y="367348"/>
                  </a:lnTo>
                  <a:lnTo>
                    <a:pt x="291702" y="367266"/>
                  </a:lnTo>
                  <a:lnTo>
                    <a:pt x="292386" y="366985"/>
                  </a:lnTo>
                  <a:lnTo>
                    <a:pt x="292556" y="366516"/>
                  </a:lnTo>
                  <a:lnTo>
                    <a:pt x="292725" y="366356"/>
                  </a:lnTo>
                  <a:lnTo>
                    <a:pt x="293254" y="366141"/>
                  </a:lnTo>
                  <a:lnTo>
                    <a:pt x="293368" y="366026"/>
                  </a:lnTo>
                  <a:lnTo>
                    <a:pt x="293396" y="365927"/>
                  </a:lnTo>
                  <a:lnTo>
                    <a:pt x="293387" y="365646"/>
                  </a:lnTo>
                  <a:lnTo>
                    <a:pt x="293414" y="365479"/>
                  </a:lnTo>
                  <a:lnTo>
                    <a:pt x="293492" y="365369"/>
                  </a:lnTo>
                  <a:lnTo>
                    <a:pt x="293754" y="365317"/>
                  </a:lnTo>
                  <a:lnTo>
                    <a:pt x="294108" y="365317"/>
                  </a:lnTo>
                  <a:lnTo>
                    <a:pt x="294420" y="365354"/>
                  </a:lnTo>
                  <a:lnTo>
                    <a:pt x="294640" y="365432"/>
                  </a:lnTo>
                  <a:lnTo>
                    <a:pt x="294865" y="365578"/>
                  </a:lnTo>
                  <a:lnTo>
                    <a:pt x="295072" y="365713"/>
                  </a:lnTo>
                  <a:lnTo>
                    <a:pt x="295366" y="365823"/>
                  </a:lnTo>
                  <a:lnTo>
                    <a:pt x="295543" y="365843"/>
                  </a:lnTo>
                  <a:lnTo>
                    <a:pt x="295623" y="365833"/>
                  </a:lnTo>
                  <a:lnTo>
                    <a:pt x="295705" y="365792"/>
                  </a:lnTo>
                  <a:lnTo>
                    <a:pt x="295792" y="365682"/>
                  </a:lnTo>
                  <a:lnTo>
                    <a:pt x="295857" y="365479"/>
                  </a:lnTo>
                  <a:lnTo>
                    <a:pt x="295860" y="365441"/>
                  </a:lnTo>
                  <a:lnTo>
                    <a:pt x="295875" y="365166"/>
                  </a:lnTo>
                  <a:lnTo>
                    <a:pt x="295981" y="364989"/>
                  </a:lnTo>
                  <a:lnTo>
                    <a:pt x="296412" y="364827"/>
                  </a:lnTo>
                  <a:lnTo>
                    <a:pt x="297294" y="364650"/>
                  </a:lnTo>
                  <a:lnTo>
                    <a:pt x="297693" y="364650"/>
                  </a:lnTo>
                  <a:lnTo>
                    <a:pt x="297803" y="364598"/>
                  </a:lnTo>
                  <a:lnTo>
                    <a:pt x="297987" y="364358"/>
                  </a:lnTo>
                  <a:lnTo>
                    <a:pt x="298143" y="364218"/>
                  </a:lnTo>
                  <a:lnTo>
                    <a:pt x="298354" y="364212"/>
                  </a:lnTo>
                  <a:lnTo>
                    <a:pt x="298593" y="364285"/>
                  </a:lnTo>
                  <a:lnTo>
                    <a:pt x="298896" y="364400"/>
                  </a:lnTo>
                  <a:lnTo>
                    <a:pt x="299326" y="364611"/>
                  </a:lnTo>
                  <a:lnTo>
                    <a:pt x="299938" y="364661"/>
                  </a:lnTo>
                  <a:lnTo>
                    <a:pt x="300393" y="364410"/>
                  </a:lnTo>
                  <a:lnTo>
                    <a:pt x="301274" y="363910"/>
                  </a:lnTo>
                  <a:lnTo>
                    <a:pt x="301830" y="363639"/>
                  </a:lnTo>
                  <a:lnTo>
                    <a:pt x="302445" y="363478"/>
                  </a:lnTo>
                  <a:lnTo>
                    <a:pt x="303118" y="363478"/>
                  </a:lnTo>
                  <a:lnTo>
                    <a:pt x="303657" y="363707"/>
                  </a:lnTo>
                  <a:lnTo>
                    <a:pt x="303900" y="363728"/>
                  </a:lnTo>
                  <a:lnTo>
                    <a:pt x="304042" y="363603"/>
                  </a:lnTo>
                  <a:lnTo>
                    <a:pt x="304235" y="363259"/>
                  </a:lnTo>
                  <a:lnTo>
                    <a:pt x="304580" y="363014"/>
                  </a:lnTo>
                  <a:lnTo>
                    <a:pt x="304995" y="362810"/>
                  </a:lnTo>
                  <a:lnTo>
                    <a:pt x="305355" y="362748"/>
                  </a:lnTo>
                  <a:lnTo>
                    <a:pt x="305782" y="362665"/>
                  </a:lnTo>
                  <a:lnTo>
                    <a:pt x="306062" y="362665"/>
                  </a:lnTo>
                  <a:lnTo>
                    <a:pt x="306191" y="362764"/>
                  </a:lnTo>
                  <a:lnTo>
                    <a:pt x="306333" y="362993"/>
                  </a:lnTo>
                  <a:lnTo>
                    <a:pt x="306343" y="363022"/>
                  </a:lnTo>
                  <a:lnTo>
                    <a:pt x="306586" y="363358"/>
                  </a:lnTo>
                  <a:lnTo>
                    <a:pt x="306723" y="363384"/>
                  </a:lnTo>
                  <a:lnTo>
                    <a:pt x="307196" y="363415"/>
                  </a:lnTo>
                  <a:lnTo>
                    <a:pt x="307766" y="363186"/>
                  </a:lnTo>
                  <a:lnTo>
                    <a:pt x="308436" y="362784"/>
                  </a:lnTo>
                  <a:lnTo>
                    <a:pt x="308646" y="362665"/>
                  </a:lnTo>
                  <a:lnTo>
                    <a:pt x="309331" y="362732"/>
                  </a:lnTo>
                  <a:lnTo>
                    <a:pt x="309630" y="362524"/>
                  </a:lnTo>
                  <a:lnTo>
                    <a:pt x="309726" y="362279"/>
                  </a:lnTo>
                  <a:lnTo>
                    <a:pt x="309919" y="361617"/>
                  </a:lnTo>
                  <a:lnTo>
                    <a:pt x="310213" y="361518"/>
                  </a:lnTo>
                  <a:lnTo>
                    <a:pt x="311414" y="361411"/>
                  </a:lnTo>
                  <a:lnTo>
                    <a:pt x="311444" y="361052"/>
                  </a:lnTo>
                  <a:lnTo>
                    <a:pt x="311455" y="360912"/>
                  </a:lnTo>
                  <a:lnTo>
                    <a:pt x="311492" y="360656"/>
                  </a:lnTo>
                  <a:lnTo>
                    <a:pt x="311580" y="360399"/>
                  </a:lnTo>
                  <a:lnTo>
                    <a:pt x="311738" y="360275"/>
                  </a:lnTo>
                  <a:lnTo>
                    <a:pt x="312550" y="359946"/>
                  </a:lnTo>
                  <a:lnTo>
                    <a:pt x="313331" y="359524"/>
                  </a:lnTo>
                  <a:lnTo>
                    <a:pt x="313872" y="359290"/>
                  </a:lnTo>
                  <a:lnTo>
                    <a:pt x="314442" y="359310"/>
                  </a:lnTo>
                  <a:lnTo>
                    <a:pt x="315061" y="359456"/>
                  </a:lnTo>
                  <a:lnTo>
                    <a:pt x="315218" y="359456"/>
                  </a:lnTo>
                  <a:lnTo>
                    <a:pt x="315644" y="359227"/>
                  </a:lnTo>
                  <a:lnTo>
                    <a:pt x="316050" y="358963"/>
                  </a:lnTo>
                  <a:lnTo>
                    <a:pt x="316292" y="358867"/>
                  </a:lnTo>
                  <a:lnTo>
                    <a:pt x="316526" y="358920"/>
                  </a:lnTo>
                  <a:lnTo>
                    <a:pt x="316925" y="359081"/>
                  </a:lnTo>
                  <a:lnTo>
                    <a:pt x="317251" y="359118"/>
                  </a:lnTo>
                  <a:lnTo>
                    <a:pt x="317403" y="359118"/>
                  </a:lnTo>
                  <a:lnTo>
                    <a:pt x="317697" y="358795"/>
                  </a:lnTo>
                  <a:lnTo>
                    <a:pt x="317926" y="358656"/>
                  </a:lnTo>
                  <a:lnTo>
                    <a:pt x="317943" y="358657"/>
                  </a:lnTo>
                  <a:lnTo>
                    <a:pt x="318156" y="358508"/>
                  </a:lnTo>
                  <a:lnTo>
                    <a:pt x="318532" y="358451"/>
                  </a:lnTo>
                  <a:lnTo>
                    <a:pt x="319111" y="358388"/>
                  </a:lnTo>
                  <a:lnTo>
                    <a:pt x="319341" y="358121"/>
                  </a:lnTo>
                  <a:lnTo>
                    <a:pt x="319540" y="358151"/>
                  </a:lnTo>
                  <a:lnTo>
                    <a:pt x="319912" y="358482"/>
                  </a:lnTo>
                  <a:lnTo>
                    <a:pt x="320113" y="358845"/>
                  </a:lnTo>
                  <a:lnTo>
                    <a:pt x="320138" y="358869"/>
                  </a:lnTo>
                  <a:lnTo>
                    <a:pt x="320160" y="358891"/>
                  </a:lnTo>
                  <a:lnTo>
                    <a:pt x="320468" y="359225"/>
                  </a:lnTo>
                  <a:lnTo>
                    <a:pt x="320787" y="359486"/>
                  </a:lnTo>
                  <a:lnTo>
                    <a:pt x="321302" y="360231"/>
                  </a:lnTo>
                  <a:lnTo>
                    <a:pt x="321412" y="360794"/>
                  </a:lnTo>
                  <a:lnTo>
                    <a:pt x="321431" y="360832"/>
                  </a:lnTo>
                  <a:lnTo>
                    <a:pt x="322258" y="361759"/>
                  </a:lnTo>
                  <a:lnTo>
                    <a:pt x="322307" y="361786"/>
                  </a:lnTo>
                  <a:lnTo>
                    <a:pt x="322337" y="361806"/>
                  </a:lnTo>
                  <a:lnTo>
                    <a:pt x="322342" y="361810"/>
                  </a:lnTo>
                  <a:lnTo>
                    <a:pt x="322350" y="361824"/>
                  </a:lnTo>
                  <a:lnTo>
                    <a:pt x="322354" y="361847"/>
                  </a:lnTo>
                  <a:lnTo>
                    <a:pt x="322353" y="361865"/>
                  </a:lnTo>
                  <a:lnTo>
                    <a:pt x="322777" y="362269"/>
                  </a:lnTo>
                  <a:lnTo>
                    <a:pt x="322931" y="362421"/>
                  </a:lnTo>
                  <a:lnTo>
                    <a:pt x="322940" y="362425"/>
                  </a:lnTo>
                  <a:lnTo>
                    <a:pt x="322965" y="362433"/>
                  </a:lnTo>
                  <a:lnTo>
                    <a:pt x="322999" y="362439"/>
                  </a:lnTo>
                  <a:lnTo>
                    <a:pt x="323014" y="362439"/>
                  </a:lnTo>
                  <a:lnTo>
                    <a:pt x="323053" y="362447"/>
                  </a:lnTo>
                  <a:lnTo>
                    <a:pt x="323117" y="362461"/>
                  </a:lnTo>
                  <a:lnTo>
                    <a:pt x="323139" y="362467"/>
                  </a:lnTo>
                  <a:lnTo>
                    <a:pt x="323147" y="362469"/>
                  </a:lnTo>
                  <a:lnTo>
                    <a:pt x="323153" y="362473"/>
                  </a:lnTo>
                  <a:lnTo>
                    <a:pt x="323218" y="362538"/>
                  </a:lnTo>
                  <a:lnTo>
                    <a:pt x="323314" y="362634"/>
                  </a:lnTo>
                  <a:lnTo>
                    <a:pt x="323358" y="362679"/>
                  </a:lnTo>
                  <a:lnTo>
                    <a:pt x="323434" y="362768"/>
                  </a:lnTo>
                  <a:lnTo>
                    <a:pt x="323684" y="362988"/>
                  </a:lnTo>
                  <a:lnTo>
                    <a:pt x="324137" y="363399"/>
                  </a:lnTo>
                  <a:lnTo>
                    <a:pt x="324602" y="364057"/>
                  </a:lnTo>
                  <a:lnTo>
                    <a:pt x="324757" y="364467"/>
                  </a:lnTo>
                  <a:lnTo>
                    <a:pt x="325024" y="364843"/>
                  </a:lnTo>
                  <a:lnTo>
                    <a:pt x="325109" y="364815"/>
                  </a:lnTo>
                  <a:lnTo>
                    <a:pt x="325219" y="364755"/>
                  </a:lnTo>
                  <a:lnTo>
                    <a:pt x="325404" y="364710"/>
                  </a:lnTo>
                  <a:lnTo>
                    <a:pt x="325990" y="364592"/>
                  </a:lnTo>
                  <a:lnTo>
                    <a:pt x="326719" y="364553"/>
                  </a:lnTo>
                  <a:lnTo>
                    <a:pt x="327401" y="364521"/>
                  </a:lnTo>
                  <a:lnTo>
                    <a:pt x="327565" y="364554"/>
                  </a:lnTo>
                  <a:lnTo>
                    <a:pt x="328188" y="364410"/>
                  </a:lnTo>
                  <a:lnTo>
                    <a:pt x="328566" y="364175"/>
                  </a:lnTo>
                  <a:lnTo>
                    <a:pt x="328894" y="364182"/>
                  </a:lnTo>
                  <a:lnTo>
                    <a:pt x="329180" y="364136"/>
                  </a:lnTo>
                  <a:lnTo>
                    <a:pt x="329381" y="364000"/>
                  </a:lnTo>
                  <a:lnTo>
                    <a:pt x="329858" y="363804"/>
                  </a:lnTo>
                  <a:lnTo>
                    <a:pt x="330294" y="363843"/>
                  </a:lnTo>
                  <a:lnTo>
                    <a:pt x="331080" y="363986"/>
                  </a:lnTo>
                  <a:lnTo>
                    <a:pt x="331384" y="364039"/>
                  </a:lnTo>
                  <a:lnTo>
                    <a:pt x="331419" y="364117"/>
                  </a:lnTo>
                  <a:lnTo>
                    <a:pt x="331424" y="364390"/>
                  </a:lnTo>
                  <a:lnTo>
                    <a:pt x="331298" y="364749"/>
                  </a:lnTo>
                  <a:lnTo>
                    <a:pt x="331264" y="364957"/>
                  </a:lnTo>
                  <a:lnTo>
                    <a:pt x="331264" y="365114"/>
                  </a:lnTo>
                  <a:lnTo>
                    <a:pt x="331331" y="365273"/>
                  </a:lnTo>
                  <a:lnTo>
                    <a:pt x="331545" y="365478"/>
                  </a:lnTo>
                  <a:lnTo>
                    <a:pt x="331826" y="365680"/>
                  </a:lnTo>
                  <a:lnTo>
                    <a:pt x="332101" y="365785"/>
                  </a:lnTo>
                  <a:lnTo>
                    <a:pt x="332406" y="365791"/>
                  </a:lnTo>
                  <a:lnTo>
                    <a:pt x="332819" y="365635"/>
                  </a:lnTo>
                  <a:lnTo>
                    <a:pt x="333232" y="365368"/>
                  </a:lnTo>
                  <a:lnTo>
                    <a:pt x="333783" y="365218"/>
                  </a:lnTo>
                  <a:lnTo>
                    <a:pt x="334185" y="365179"/>
                  </a:lnTo>
                  <a:lnTo>
                    <a:pt x="334661" y="365179"/>
                  </a:lnTo>
                  <a:lnTo>
                    <a:pt x="334965" y="365100"/>
                  </a:lnTo>
                  <a:lnTo>
                    <a:pt x="335378" y="364925"/>
                  </a:lnTo>
                  <a:lnTo>
                    <a:pt x="335872" y="364736"/>
                  </a:lnTo>
                  <a:lnTo>
                    <a:pt x="336687" y="364625"/>
                  </a:lnTo>
                  <a:lnTo>
                    <a:pt x="337582" y="364527"/>
                  </a:lnTo>
                  <a:lnTo>
                    <a:pt x="338110" y="364406"/>
                  </a:lnTo>
                  <a:lnTo>
                    <a:pt x="338333" y="364380"/>
                  </a:lnTo>
                  <a:lnTo>
                    <a:pt x="338475" y="364364"/>
                  </a:lnTo>
                  <a:lnTo>
                    <a:pt x="338794" y="364305"/>
                  </a:lnTo>
                  <a:lnTo>
                    <a:pt x="338996" y="364314"/>
                  </a:lnTo>
                  <a:lnTo>
                    <a:pt x="339178" y="364314"/>
                  </a:lnTo>
                  <a:lnTo>
                    <a:pt x="341671" y="365702"/>
                  </a:lnTo>
                  <a:lnTo>
                    <a:pt x="343342" y="366167"/>
                  </a:lnTo>
                  <a:lnTo>
                    <a:pt x="346448" y="367193"/>
                  </a:lnTo>
                  <a:lnTo>
                    <a:pt x="349153" y="366267"/>
                  </a:lnTo>
                  <a:lnTo>
                    <a:pt x="350509" y="365254"/>
                  </a:lnTo>
                  <a:lnTo>
                    <a:pt x="350984" y="359823"/>
                  </a:lnTo>
                  <a:lnTo>
                    <a:pt x="349598" y="357620"/>
                  </a:lnTo>
                  <a:lnTo>
                    <a:pt x="348971" y="356408"/>
                  </a:lnTo>
                  <a:lnTo>
                    <a:pt x="345042" y="354826"/>
                  </a:lnTo>
                  <a:lnTo>
                    <a:pt x="338675" y="351417"/>
                  </a:lnTo>
                  <a:lnTo>
                    <a:pt x="338684" y="350799"/>
                  </a:lnTo>
                  <a:lnTo>
                    <a:pt x="338092" y="347932"/>
                  </a:lnTo>
                  <a:lnTo>
                    <a:pt x="338846" y="346788"/>
                  </a:lnTo>
                  <a:lnTo>
                    <a:pt x="338968" y="346138"/>
                  </a:lnTo>
                  <a:lnTo>
                    <a:pt x="339001" y="344356"/>
                  </a:lnTo>
                  <a:lnTo>
                    <a:pt x="339028" y="343618"/>
                  </a:lnTo>
                  <a:lnTo>
                    <a:pt x="339183" y="343186"/>
                  </a:lnTo>
                  <a:lnTo>
                    <a:pt x="340114" y="342111"/>
                  </a:lnTo>
                  <a:lnTo>
                    <a:pt x="340508" y="341632"/>
                  </a:lnTo>
                  <a:lnTo>
                    <a:pt x="340753" y="341398"/>
                  </a:lnTo>
                  <a:lnTo>
                    <a:pt x="340995" y="340697"/>
                  </a:lnTo>
                  <a:lnTo>
                    <a:pt x="341173" y="339390"/>
                  </a:lnTo>
                  <a:lnTo>
                    <a:pt x="341180" y="339299"/>
                  </a:lnTo>
                  <a:lnTo>
                    <a:pt x="341259" y="338896"/>
                  </a:lnTo>
                  <a:lnTo>
                    <a:pt x="341260" y="338878"/>
                  </a:lnTo>
                  <a:lnTo>
                    <a:pt x="341248" y="338277"/>
                  </a:lnTo>
                  <a:lnTo>
                    <a:pt x="341094" y="337733"/>
                  </a:lnTo>
                  <a:lnTo>
                    <a:pt x="340930" y="337260"/>
                  </a:lnTo>
                  <a:lnTo>
                    <a:pt x="340780" y="336939"/>
                  </a:lnTo>
                  <a:lnTo>
                    <a:pt x="340725" y="336670"/>
                  </a:lnTo>
                  <a:lnTo>
                    <a:pt x="340830" y="336219"/>
                  </a:lnTo>
                  <a:lnTo>
                    <a:pt x="341001" y="335944"/>
                  </a:lnTo>
                  <a:lnTo>
                    <a:pt x="341089" y="335431"/>
                  </a:lnTo>
                  <a:lnTo>
                    <a:pt x="341023" y="334005"/>
                  </a:lnTo>
                  <a:lnTo>
                    <a:pt x="341136" y="333787"/>
                  </a:lnTo>
                  <a:lnTo>
                    <a:pt x="342431" y="332938"/>
                  </a:lnTo>
                  <a:lnTo>
                    <a:pt x="343136" y="332450"/>
                  </a:lnTo>
                  <a:lnTo>
                    <a:pt x="343742" y="332388"/>
                  </a:lnTo>
                  <a:lnTo>
                    <a:pt x="344601" y="332598"/>
                  </a:lnTo>
                  <a:lnTo>
                    <a:pt x="345537" y="332207"/>
                  </a:lnTo>
                  <a:lnTo>
                    <a:pt x="347936" y="324185"/>
                  </a:lnTo>
                  <a:lnTo>
                    <a:pt x="351271" y="318415"/>
                  </a:lnTo>
                  <a:lnTo>
                    <a:pt x="355927" y="309617"/>
                  </a:lnTo>
                  <a:lnTo>
                    <a:pt x="357761" y="304969"/>
                  </a:lnTo>
                  <a:lnTo>
                    <a:pt x="358215" y="301489"/>
                  </a:lnTo>
                  <a:lnTo>
                    <a:pt x="359755" y="297315"/>
                  </a:lnTo>
                  <a:lnTo>
                    <a:pt x="361701" y="296273"/>
                  </a:lnTo>
                  <a:lnTo>
                    <a:pt x="361611" y="295170"/>
                  </a:lnTo>
                  <a:lnTo>
                    <a:pt x="363498" y="289891"/>
                  </a:lnTo>
                  <a:lnTo>
                    <a:pt x="363849" y="288751"/>
                  </a:lnTo>
                  <a:lnTo>
                    <a:pt x="363921" y="287707"/>
                  </a:lnTo>
                  <a:lnTo>
                    <a:pt x="364042" y="286987"/>
                  </a:lnTo>
                  <a:lnTo>
                    <a:pt x="364134" y="286805"/>
                  </a:lnTo>
                  <a:lnTo>
                    <a:pt x="364140" y="286688"/>
                  </a:lnTo>
                  <a:lnTo>
                    <a:pt x="364218" y="286640"/>
                  </a:lnTo>
                  <a:lnTo>
                    <a:pt x="364872" y="286027"/>
                  </a:lnTo>
                  <a:lnTo>
                    <a:pt x="365437" y="285431"/>
                  </a:lnTo>
                  <a:lnTo>
                    <a:pt x="366021" y="284693"/>
                  </a:lnTo>
                  <a:lnTo>
                    <a:pt x="366143" y="284528"/>
                  </a:lnTo>
                  <a:lnTo>
                    <a:pt x="366289" y="284028"/>
                  </a:lnTo>
                  <a:lnTo>
                    <a:pt x="366408" y="283470"/>
                  </a:lnTo>
                  <a:lnTo>
                    <a:pt x="366815" y="282612"/>
                  </a:lnTo>
                  <a:lnTo>
                    <a:pt x="366923" y="282405"/>
                  </a:lnTo>
                  <a:lnTo>
                    <a:pt x="366922" y="281945"/>
                  </a:lnTo>
                  <a:lnTo>
                    <a:pt x="367017" y="281850"/>
                  </a:lnTo>
                  <a:lnTo>
                    <a:pt x="367142" y="281603"/>
                  </a:lnTo>
                  <a:lnTo>
                    <a:pt x="367267" y="281170"/>
                  </a:lnTo>
                  <a:lnTo>
                    <a:pt x="367396" y="280586"/>
                  </a:lnTo>
                  <a:lnTo>
                    <a:pt x="367521" y="280036"/>
                  </a:lnTo>
                  <a:lnTo>
                    <a:pt x="367535" y="279619"/>
                  </a:lnTo>
                  <a:lnTo>
                    <a:pt x="367503" y="279431"/>
                  </a:lnTo>
                  <a:lnTo>
                    <a:pt x="367477" y="278576"/>
                  </a:lnTo>
                  <a:lnTo>
                    <a:pt x="367440" y="278059"/>
                  </a:lnTo>
                  <a:lnTo>
                    <a:pt x="367466" y="277822"/>
                  </a:lnTo>
                  <a:lnTo>
                    <a:pt x="367513" y="277688"/>
                  </a:lnTo>
                  <a:lnTo>
                    <a:pt x="367846" y="277712"/>
                  </a:lnTo>
                  <a:lnTo>
                    <a:pt x="368067" y="277751"/>
                  </a:lnTo>
                  <a:lnTo>
                    <a:pt x="368323" y="277796"/>
                  </a:lnTo>
                  <a:lnTo>
                    <a:pt x="368565" y="277708"/>
                  </a:lnTo>
                  <a:lnTo>
                    <a:pt x="368969" y="277575"/>
                  </a:lnTo>
                  <a:lnTo>
                    <a:pt x="369310" y="277429"/>
                  </a:lnTo>
                  <a:lnTo>
                    <a:pt x="370007" y="277461"/>
                  </a:lnTo>
                  <a:lnTo>
                    <a:pt x="370420" y="277618"/>
                  </a:lnTo>
                  <a:lnTo>
                    <a:pt x="370922" y="277499"/>
                  </a:lnTo>
                  <a:lnTo>
                    <a:pt x="371351" y="277330"/>
                  </a:lnTo>
                  <a:lnTo>
                    <a:pt x="371836" y="277036"/>
                  </a:lnTo>
                  <a:lnTo>
                    <a:pt x="371942" y="276989"/>
                  </a:lnTo>
                  <a:lnTo>
                    <a:pt x="372216" y="277017"/>
                  </a:lnTo>
                  <a:lnTo>
                    <a:pt x="372486" y="277136"/>
                  </a:lnTo>
                  <a:lnTo>
                    <a:pt x="372993" y="277568"/>
                  </a:lnTo>
                  <a:lnTo>
                    <a:pt x="373522" y="277793"/>
                  </a:lnTo>
                  <a:lnTo>
                    <a:pt x="374244" y="277943"/>
                  </a:lnTo>
                  <a:lnTo>
                    <a:pt x="374425" y="278068"/>
                  </a:lnTo>
                  <a:lnTo>
                    <a:pt x="374624" y="278412"/>
                  </a:lnTo>
                  <a:lnTo>
                    <a:pt x="374795" y="278825"/>
                  </a:lnTo>
                  <a:lnTo>
                    <a:pt x="374866" y="279006"/>
                  </a:lnTo>
                  <a:lnTo>
                    <a:pt x="374954" y="279081"/>
                  </a:lnTo>
                  <a:lnTo>
                    <a:pt x="375175" y="279150"/>
                  </a:lnTo>
                  <a:lnTo>
                    <a:pt x="375472" y="279175"/>
                  </a:lnTo>
                  <a:lnTo>
                    <a:pt x="375675" y="279276"/>
                  </a:lnTo>
                  <a:lnTo>
                    <a:pt x="375995" y="279625"/>
                  </a:lnTo>
                  <a:lnTo>
                    <a:pt x="376447" y="279757"/>
                  </a:lnTo>
                  <a:lnTo>
                    <a:pt x="377439" y="279657"/>
                  </a:lnTo>
                  <a:lnTo>
                    <a:pt x="378045" y="279513"/>
                  </a:lnTo>
                  <a:lnTo>
                    <a:pt x="378464" y="279575"/>
                  </a:lnTo>
                  <a:lnTo>
                    <a:pt x="378573" y="279652"/>
                  </a:lnTo>
                  <a:lnTo>
                    <a:pt x="378761" y="279813"/>
                  </a:lnTo>
                  <a:lnTo>
                    <a:pt x="378926" y="279913"/>
                  </a:lnTo>
                  <a:lnTo>
                    <a:pt x="379070" y="279938"/>
                  </a:lnTo>
                  <a:lnTo>
                    <a:pt x="379389" y="279938"/>
                  </a:lnTo>
                  <a:lnTo>
                    <a:pt x="379780" y="279750"/>
                  </a:lnTo>
                  <a:lnTo>
                    <a:pt x="380034" y="279669"/>
                  </a:lnTo>
                  <a:lnTo>
                    <a:pt x="380298" y="279625"/>
                  </a:lnTo>
                  <a:lnTo>
                    <a:pt x="380594" y="279624"/>
                  </a:lnTo>
                  <a:lnTo>
                    <a:pt x="380676" y="279874"/>
                  </a:lnTo>
                  <a:lnTo>
                    <a:pt x="380690" y="280085"/>
                  </a:lnTo>
                  <a:lnTo>
                    <a:pt x="380868" y="280313"/>
                  </a:lnTo>
                  <a:lnTo>
                    <a:pt x="381241" y="280554"/>
                  </a:lnTo>
                  <a:lnTo>
                    <a:pt x="381694" y="280919"/>
                  </a:lnTo>
                  <a:lnTo>
                    <a:pt x="381935" y="281316"/>
                  </a:lnTo>
                  <a:lnTo>
                    <a:pt x="382176" y="281661"/>
                  </a:lnTo>
                  <a:lnTo>
                    <a:pt x="382435" y="281935"/>
                  </a:lnTo>
                  <a:lnTo>
                    <a:pt x="382544" y="282104"/>
                  </a:lnTo>
                  <a:lnTo>
                    <a:pt x="382756" y="282170"/>
                  </a:lnTo>
                  <a:lnTo>
                    <a:pt x="383015" y="282123"/>
                  </a:lnTo>
                  <a:lnTo>
                    <a:pt x="383479" y="281872"/>
                  </a:lnTo>
                  <a:lnTo>
                    <a:pt x="383978" y="281611"/>
                  </a:lnTo>
                  <a:lnTo>
                    <a:pt x="384323" y="281611"/>
                  </a:lnTo>
                  <a:lnTo>
                    <a:pt x="384483" y="281806"/>
                  </a:lnTo>
                  <a:lnTo>
                    <a:pt x="384604" y="281969"/>
                  </a:lnTo>
                  <a:lnTo>
                    <a:pt x="384915" y="282139"/>
                  </a:lnTo>
                  <a:lnTo>
                    <a:pt x="385038" y="282274"/>
                  </a:lnTo>
                  <a:lnTo>
                    <a:pt x="385184" y="282524"/>
                  </a:lnTo>
                  <a:lnTo>
                    <a:pt x="385270" y="282609"/>
                  </a:lnTo>
                  <a:lnTo>
                    <a:pt x="385369" y="282657"/>
                  </a:lnTo>
                  <a:lnTo>
                    <a:pt x="385774" y="282596"/>
                  </a:lnTo>
                  <a:lnTo>
                    <a:pt x="386033" y="282637"/>
                  </a:lnTo>
                  <a:lnTo>
                    <a:pt x="386201" y="282724"/>
                  </a:lnTo>
                  <a:lnTo>
                    <a:pt x="386327" y="282837"/>
                  </a:lnTo>
                  <a:lnTo>
                    <a:pt x="386476" y="283038"/>
                  </a:lnTo>
                  <a:lnTo>
                    <a:pt x="386793" y="283328"/>
                  </a:lnTo>
                  <a:lnTo>
                    <a:pt x="387024" y="283578"/>
                  </a:lnTo>
                  <a:lnTo>
                    <a:pt x="387289" y="283753"/>
                  </a:lnTo>
                  <a:lnTo>
                    <a:pt x="387636" y="283834"/>
                  </a:lnTo>
                  <a:lnTo>
                    <a:pt x="388121" y="283822"/>
                  </a:lnTo>
                  <a:lnTo>
                    <a:pt x="388374" y="283834"/>
                  </a:lnTo>
                  <a:lnTo>
                    <a:pt x="388473" y="283941"/>
                  </a:lnTo>
                  <a:lnTo>
                    <a:pt x="388506" y="284129"/>
                  </a:lnTo>
                  <a:lnTo>
                    <a:pt x="388407" y="284472"/>
                  </a:lnTo>
                  <a:lnTo>
                    <a:pt x="388435" y="284629"/>
                  </a:lnTo>
                  <a:lnTo>
                    <a:pt x="388556" y="284722"/>
                  </a:lnTo>
                  <a:lnTo>
                    <a:pt x="388908" y="284772"/>
                  </a:lnTo>
                  <a:lnTo>
                    <a:pt x="389250" y="284760"/>
                  </a:lnTo>
                  <a:lnTo>
                    <a:pt x="389619" y="284841"/>
                  </a:lnTo>
                  <a:lnTo>
                    <a:pt x="390197" y="285191"/>
                  </a:lnTo>
                  <a:lnTo>
                    <a:pt x="390893" y="285360"/>
                  </a:lnTo>
                  <a:lnTo>
                    <a:pt x="391163" y="285406"/>
                  </a:lnTo>
                  <a:lnTo>
                    <a:pt x="391548" y="285470"/>
                  </a:lnTo>
                  <a:lnTo>
                    <a:pt x="392125" y="285525"/>
                  </a:lnTo>
                  <a:lnTo>
                    <a:pt x="392914" y="285750"/>
                  </a:lnTo>
                  <a:lnTo>
                    <a:pt x="393315" y="285883"/>
                  </a:lnTo>
                  <a:lnTo>
                    <a:pt x="393388" y="286004"/>
                  </a:lnTo>
                  <a:lnTo>
                    <a:pt x="393391" y="286199"/>
                  </a:lnTo>
                  <a:lnTo>
                    <a:pt x="393348" y="286546"/>
                  </a:lnTo>
                  <a:lnTo>
                    <a:pt x="393385" y="286667"/>
                  </a:lnTo>
                  <a:lnTo>
                    <a:pt x="393469" y="286755"/>
                  </a:lnTo>
                  <a:lnTo>
                    <a:pt x="393623" y="286734"/>
                  </a:lnTo>
                  <a:lnTo>
                    <a:pt x="393719" y="286701"/>
                  </a:lnTo>
                  <a:lnTo>
                    <a:pt x="393957" y="286571"/>
                  </a:lnTo>
                  <a:lnTo>
                    <a:pt x="394238" y="286371"/>
                  </a:lnTo>
                  <a:lnTo>
                    <a:pt x="394731" y="286211"/>
                  </a:lnTo>
                  <a:lnTo>
                    <a:pt x="395072" y="286153"/>
                  </a:lnTo>
                  <a:lnTo>
                    <a:pt x="395459" y="286151"/>
                  </a:lnTo>
                  <a:lnTo>
                    <a:pt x="395819" y="286203"/>
                  </a:lnTo>
                  <a:lnTo>
                    <a:pt x="396219" y="286276"/>
                  </a:lnTo>
                  <a:lnTo>
                    <a:pt x="396355" y="286298"/>
                  </a:lnTo>
                  <a:lnTo>
                    <a:pt x="396809" y="286572"/>
                  </a:lnTo>
                  <a:lnTo>
                    <a:pt x="397082" y="286738"/>
                  </a:lnTo>
                  <a:lnTo>
                    <a:pt x="397787" y="286894"/>
                  </a:lnTo>
                  <a:lnTo>
                    <a:pt x="398327" y="287047"/>
                  </a:lnTo>
                  <a:lnTo>
                    <a:pt x="398817" y="287352"/>
                  </a:lnTo>
                  <a:lnTo>
                    <a:pt x="399184" y="287520"/>
                  </a:lnTo>
                  <a:lnTo>
                    <a:pt x="399490" y="287601"/>
                  </a:lnTo>
                  <a:lnTo>
                    <a:pt x="399969" y="287601"/>
                  </a:lnTo>
                  <a:lnTo>
                    <a:pt x="400250" y="287679"/>
                  </a:lnTo>
                  <a:lnTo>
                    <a:pt x="400371" y="287779"/>
                  </a:lnTo>
                  <a:lnTo>
                    <a:pt x="400454" y="287989"/>
                  </a:lnTo>
                  <a:lnTo>
                    <a:pt x="400503" y="288089"/>
                  </a:lnTo>
                  <a:lnTo>
                    <a:pt x="400580" y="288123"/>
                  </a:lnTo>
                  <a:lnTo>
                    <a:pt x="400872" y="288142"/>
                  </a:lnTo>
                  <a:lnTo>
                    <a:pt x="401308" y="288036"/>
                  </a:lnTo>
                  <a:lnTo>
                    <a:pt x="401542" y="288077"/>
                  </a:lnTo>
                  <a:lnTo>
                    <a:pt x="401633" y="288208"/>
                  </a:lnTo>
                  <a:lnTo>
                    <a:pt x="401726" y="288524"/>
                  </a:lnTo>
                  <a:lnTo>
                    <a:pt x="401958" y="288796"/>
                  </a:lnTo>
                  <a:lnTo>
                    <a:pt x="402073" y="288804"/>
                  </a:lnTo>
                  <a:lnTo>
                    <a:pt x="402324" y="288739"/>
                  </a:lnTo>
                  <a:lnTo>
                    <a:pt x="402553" y="288492"/>
                  </a:lnTo>
                  <a:lnTo>
                    <a:pt x="402850" y="288115"/>
                  </a:lnTo>
                  <a:lnTo>
                    <a:pt x="403133" y="287976"/>
                  </a:lnTo>
                  <a:lnTo>
                    <a:pt x="403417" y="287955"/>
                  </a:lnTo>
                  <a:lnTo>
                    <a:pt x="403563" y="287970"/>
                  </a:lnTo>
                  <a:lnTo>
                    <a:pt x="403703" y="288045"/>
                  </a:lnTo>
                  <a:lnTo>
                    <a:pt x="403855" y="288095"/>
                  </a:lnTo>
                  <a:lnTo>
                    <a:pt x="403982" y="288139"/>
                  </a:lnTo>
                  <a:lnTo>
                    <a:pt x="404161" y="288136"/>
                  </a:lnTo>
                  <a:lnTo>
                    <a:pt x="404464" y="287992"/>
                  </a:lnTo>
                  <a:lnTo>
                    <a:pt x="404863" y="287780"/>
                  </a:lnTo>
                  <a:lnTo>
                    <a:pt x="405130" y="287812"/>
                  </a:lnTo>
                  <a:lnTo>
                    <a:pt x="405136" y="287815"/>
                  </a:lnTo>
                  <a:lnTo>
                    <a:pt x="405142" y="287818"/>
                  </a:lnTo>
                  <a:lnTo>
                    <a:pt x="405147" y="287821"/>
                  </a:lnTo>
                  <a:lnTo>
                    <a:pt x="405153" y="287825"/>
                  </a:lnTo>
                  <a:lnTo>
                    <a:pt x="405163" y="287828"/>
                  </a:lnTo>
                  <a:lnTo>
                    <a:pt x="405168" y="287828"/>
                  </a:lnTo>
                  <a:lnTo>
                    <a:pt x="405180" y="287829"/>
                  </a:lnTo>
                  <a:lnTo>
                    <a:pt x="405185" y="287829"/>
                  </a:lnTo>
                  <a:lnTo>
                    <a:pt x="405203" y="287831"/>
                  </a:lnTo>
                  <a:lnTo>
                    <a:pt x="405214" y="287833"/>
                  </a:lnTo>
                  <a:lnTo>
                    <a:pt x="405223" y="287835"/>
                  </a:lnTo>
                  <a:lnTo>
                    <a:pt x="405231" y="287840"/>
                  </a:lnTo>
                  <a:lnTo>
                    <a:pt x="405239" y="287845"/>
                  </a:lnTo>
                  <a:lnTo>
                    <a:pt x="405246" y="287849"/>
                  </a:lnTo>
                  <a:lnTo>
                    <a:pt x="405260" y="287855"/>
                  </a:lnTo>
                  <a:lnTo>
                    <a:pt x="405268" y="287857"/>
                  </a:lnTo>
                  <a:lnTo>
                    <a:pt x="405279" y="287860"/>
                  </a:lnTo>
                  <a:lnTo>
                    <a:pt x="405292" y="287863"/>
                  </a:lnTo>
                  <a:lnTo>
                    <a:pt x="405303" y="287865"/>
                  </a:lnTo>
                  <a:lnTo>
                    <a:pt x="405308" y="287866"/>
                  </a:lnTo>
                  <a:lnTo>
                    <a:pt x="405317" y="287870"/>
                  </a:lnTo>
                  <a:lnTo>
                    <a:pt x="405324" y="287873"/>
                  </a:lnTo>
                  <a:lnTo>
                    <a:pt x="405330" y="287878"/>
                  </a:lnTo>
                  <a:lnTo>
                    <a:pt x="405357" y="287897"/>
                  </a:lnTo>
                  <a:lnTo>
                    <a:pt x="405407" y="287933"/>
                  </a:lnTo>
                  <a:lnTo>
                    <a:pt x="405443" y="287964"/>
                  </a:lnTo>
                  <a:lnTo>
                    <a:pt x="405455" y="287973"/>
                  </a:lnTo>
                  <a:lnTo>
                    <a:pt x="405466" y="287989"/>
                  </a:lnTo>
                  <a:lnTo>
                    <a:pt x="406237" y="288306"/>
                  </a:lnTo>
                  <a:lnTo>
                    <a:pt x="407366" y="288744"/>
                  </a:lnTo>
                  <a:lnTo>
                    <a:pt x="408738" y="288875"/>
                  </a:lnTo>
                  <a:lnTo>
                    <a:pt x="410137" y="288669"/>
                  </a:lnTo>
                  <a:lnTo>
                    <a:pt x="410980" y="288306"/>
                  </a:lnTo>
                  <a:lnTo>
                    <a:pt x="411795" y="287799"/>
                  </a:lnTo>
                  <a:lnTo>
                    <a:pt x="412572" y="287255"/>
                  </a:lnTo>
                  <a:lnTo>
                    <a:pt x="412985" y="287261"/>
                  </a:lnTo>
                  <a:lnTo>
                    <a:pt x="413514" y="287349"/>
                  </a:lnTo>
                  <a:lnTo>
                    <a:pt x="414253" y="287361"/>
                  </a:lnTo>
                  <a:lnTo>
                    <a:pt x="414506" y="287524"/>
                  </a:lnTo>
                  <a:lnTo>
                    <a:pt x="414715" y="287562"/>
                  </a:lnTo>
                  <a:lnTo>
                    <a:pt x="415266" y="287305"/>
                  </a:lnTo>
                  <a:lnTo>
                    <a:pt x="415520" y="287343"/>
                  </a:lnTo>
                  <a:lnTo>
                    <a:pt x="415889" y="287449"/>
                  </a:lnTo>
                  <a:lnTo>
                    <a:pt x="416318" y="287612"/>
                  </a:lnTo>
                  <a:lnTo>
                    <a:pt x="416847" y="287587"/>
                  </a:lnTo>
                  <a:lnTo>
                    <a:pt x="417354" y="287443"/>
                  </a:lnTo>
                  <a:lnTo>
                    <a:pt x="417844" y="287193"/>
                  </a:lnTo>
                  <a:lnTo>
                    <a:pt x="418109" y="287205"/>
                  </a:lnTo>
                  <a:lnTo>
                    <a:pt x="418406" y="287505"/>
                  </a:lnTo>
                  <a:lnTo>
                    <a:pt x="418520" y="287572"/>
                  </a:lnTo>
                  <a:lnTo>
                    <a:pt x="418699" y="287605"/>
                  </a:lnTo>
                  <a:lnTo>
                    <a:pt x="418800" y="287609"/>
                  </a:lnTo>
                  <a:lnTo>
                    <a:pt x="418935" y="287599"/>
                  </a:lnTo>
                  <a:lnTo>
                    <a:pt x="419662" y="287605"/>
                  </a:lnTo>
                  <a:lnTo>
                    <a:pt x="420219" y="287424"/>
                  </a:lnTo>
                  <a:lnTo>
                    <a:pt x="421194" y="287161"/>
                  </a:lnTo>
                  <a:lnTo>
                    <a:pt x="421695" y="287086"/>
                  </a:lnTo>
                  <a:lnTo>
                    <a:pt x="422169" y="287093"/>
                  </a:lnTo>
                  <a:lnTo>
                    <a:pt x="422417" y="287199"/>
                  </a:lnTo>
                  <a:lnTo>
                    <a:pt x="422527" y="287343"/>
                  </a:lnTo>
                  <a:lnTo>
                    <a:pt x="422759" y="287618"/>
                  </a:lnTo>
                  <a:lnTo>
                    <a:pt x="422825" y="287650"/>
                  </a:lnTo>
                  <a:lnTo>
                    <a:pt x="422834" y="287664"/>
                  </a:lnTo>
                  <a:lnTo>
                    <a:pt x="423196" y="287807"/>
                  </a:lnTo>
                  <a:lnTo>
                    <a:pt x="423735" y="288042"/>
                  </a:lnTo>
                  <a:lnTo>
                    <a:pt x="424430" y="288446"/>
                  </a:lnTo>
                  <a:lnTo>
                    <a:pt x="424740" y="288608"/>
                  </a:lnTo>
                  <a:lnTo>
                    <a:pt x="424849" y="288628"/>
                  </a:lnTo>
                  <a:lnTo>
                    <a:pt x="425543" y="288244"/>
                  </a:lnTo>
                  <a:lnTo>
                    <a:pt x="426312" y="287885"/>
                  </a:lnTo>
                  <a:lnTo>
                    <a:pt x="426932" y="287703"/>
                  </a:lnTo>
                  <a:lnTo>
                    <a:pt x="427772" y="287524"/>
                  </a:lnTo>
                  <a:lnTo>
                    <a:pt x="428592" y="287540"/>
                  </a:lnTo>
                  <a:lnTo>
                    <a:pt x="429395" y="287632"/>
                  </a:lnTo>
                  <a:lnTo>
                    <a:pt x="429682" y="287632"/>
                  </a:lnTo>
                  <a:lnTo>
                    <a:pt x="430193" y="287423"/>
                  </a:lnTo>
                  <a:lnTo>
                    <a:pt x="430422" y="287364"/>
                  </a:lnTo>
                  <a:lnTo>
                    <a:pt x="430589" y="287436"/>
                  </a:lnTo>
                  <a:lnTo>
                    <a:pt x="430755" y="287593"/>
                  </a:lnTo>
                  <a:lnTo>
                    <a:pt x="430876" y="287579"/>
                  </a:lnTo>
                  <a:lnTo>
                    <a:pt x="431208" y="287228"/>
                  </a:lnTo>
                  <a:lnTo>
                    <a:pt x="431547" y="287071"/>
                  </a:lnTo>
                  <a:lnTo>
                    <a:pt x="432913" y="287019"/>
                  </a:lnTo>
                  <a:lnTo>
                    <a:pt x="433969" y="287045"/>
                  </a:lnTo>
                  <a:lnTo>
                    <a:pt x="434135" y="287143"/>
                  </a:lnTo>
                  <a:lnTo>
                    <a:pt x="434520" y="287671"/>
                  </a:lnTo>
                  <a:lnTo>
                    <a:pt x="434979" y="288231"/>
                  </a:lnTo>
                  <a:lnTo>
                    <a:pt x="435719" y="288596"/>
                  </a:lnTo>
                  <a:lnTo>
                    <a:pt x="436508" y="288798"/>
                  </a:lnTo>
                  <a:lnTo>
                    <a:pt x="437414" y="289120"/>
                  </a:lnTo>
                  <a:lnTo>
                    <a:pt x="437455" y="289156"/>
                  </a:lnTo>
                  <a:lnTo>
                    <a:pt x="437773" y="289293"/>
                  </a:lnTo>
                  <a:lnTo>
                    <a:pt x="437814" y="289371"/>
                  </a:lnTo>
                  <a:lnTo>
                    <a:pt x="437917" y="289821"/>
                  </a:lnTo>
                  <a:lnTo>
                    <a:pt x="438083" y="290211"/>
                  </a:lnTo>
                  <a:lnTo>
                    <a:pt x="438474" y="290693"/>
                  </a:lnTo>
                  <a:lnTo>
                    <a:pt x="439897" y="291938"/>
                  </a:lnTo>
                  <a:lnTo>
                    <a:pt x="440270" y="292231"/>
                  </a:lnTo>
                  <a:lnTo>
                    <a:pt x="440637" y="292993"/>
                  </a:lnTo>
                  <a:lnTo>
                    <a:pt x="440981" y="293404"/>
                  </a:lnTo>
                  <a:lnTo>
                    <a:pt x="441298" y="293345"/>
                  </a:lnTo>
                  <a:lnTo>
                    <a:pt x="441606" y="293403"/>
                  </a:lnTo>
                  <a:lnTo>
                    <a:pt x="441696" y="293393"/>
                  </a:lnTo>
                  <a:lnTo>
                    <a:pt x="442243" y="292929"/>
                  </a:lnTo>
                  <a:lnTo>
                    <a:pt x="442638" y="292619"/>
                  </a:lnTo>
                  <a:lnTo>
                    <a:pt x="442725" y="292487"/>
                  </a:lnTo>
                  <a:lnTo>
                    <a:pt x="442667" y="291899"/>
                  </a:lnTo>
                  <a:lnTo>
                    <a:pt x="442650" y="291622"/>
                  </a:lnTo>
                  <a:lnTo>
                    <a:pt x="443010" y="291113"/>
                  </a:lnTo>
                  <a:lnTo>
                    <a:pt x="443325" y="290869"/>
                  </a:lnTo>
                  <a:lnTo>
                    <a:pt x="443797" y="290691"/>
                  </a:lnTo>
                  <a:lnTo>
                    <a:pt x="444093" y="290545"/>
                  </a:lnTo>
                  <a:lnTo>
                    <a:pt x="444826" y="290532"/>
                  </a:lnTo>
                  <a:lnTo>
                    <a:pt x="445431" y="290499"/>
                  </a:lnTo>
                  <a:lnTo>
                    <a:pt x="446152" y="290439"/>
                  </a:lnTo>
                  <a:lnTo>
                    <a:pt x="446489" y="290340"/>
                  </a:lnTo>
                  <a:lnTo>
                    <a:pt x="446780" y="289931"/>
                  </a:lnTo>
                  <a:lnTo>
                    <a:pt x="446922" y="289691"/>
                  </a:lnTo>
                  <a:lnTo>
                    <a:pt x="447153" y="289156"/>
                  </a:lnTo>
                  <a:lnTo>
                    <a:pt x="447934" y="288603"/>
                  </a:lnTo>
                  <a:lnTo>
                    <a:pt x="448645" y="288095"/>
                  </a:lnTo>
                  <a:lnTo>
                    <a:pt x="449007" y="287873"/>
                  </a:lnTo>
                  <a:lnTo>
                    <a:pt x="449621" y="287736"/>
                  </a:lnTo>
                  <a:lnTo>
                    <a:pt x="450200" y="287586"/>
                  </a:lnTo>
                  <a:lnTo>
                    <a:pt x="450568" y="287117"/>
                  </a:lnTo>
                  <a:lnTo>
                    <a:pt x="451045" y="286315"/>
                  </a:lnTo>
                  <a:lnTo>
                    <a:pt x="451104" y="286172"/>
                  </a:lnTo>
                  <a:lnTo>
                    <a:pt x="451506" y="285472"/>
                  </a:lnTo>
                  <a:lnTo>
                    <a:pt x="451848" y="285159"/>
                  </a:lnTo>
                  <a:lnTo>
                    <a:pt x="452013" y="285065"/>
                  </a:lnTo>
                  <a:lnTo>
                    <a:pt x="452814" y="284952"/>
                  </a:lnTo>
                  <a:lnTo>
                    <a:pt x="453666" y="285034"/>
                  </a:lnTo>
                  <a:lnTo>
                    <a:pt x="453925" y="285009"/>
                  </a:lnTo>
                  <a:lnTo>
                    <a:pt x="454032" y="284959"/>
                  </a:lnTo>
                  <a:lnTo>
                    <a:pt x="454101" y="284828"/>
                  </a:lnTo>
                  <a:lnTo>
                    <a:pt x="454134" y="284471"/>
                  </a:lnTo>
                  <a:lnTo>
                    <a:pt x="454255" y="284427"/>
                  </a:lnTo>
                  <a:lnTo>
                    <a:pt x="454503" y="284427"/>
                  </a:lnTo>
                  <a:lnTo>
                    <a:pt x="455043" y="284728"/>
                  </a:lnTo>
                  <a:lnTo>
                    <a:pt x="455473" y="285003"/>
                  </a:lnTo>
                  <a:lnTo>
                    <a:pt x="455902" y="285303"/>
                  </a:lnTo>
                  <a:lnTo>
                    <a:pt x="456189" y="285465"/>
                  </a:lnTo>
                  <a:lnTo>
                    <a:pt x="456376" y="285434"/>
                  </a:lnTo>
                  <a:lnTo>
                    <a:pt x="456789" y="285328"/>
                  </a:lnTo>
                  <a:lnTo>
                    <a:pt x="457280" y="285134"/>
                  </a:lnTo>
                  <a:lnTo>
                    <a:pt x="457458" y="285106"/>
                  </a:lnTo>
                  <a:lnTo>
                    <a:pt x="457501" y="285104"/>
                  </a:lnTo>
                  <a:lnTo>
                    <a:pt x="457558" y="285102"/>
                  </a:lnTo>
                  <a:lnTo>
                    <a:pt x="457585" y="285101"/>
                  </a:lnTo>
                  <a:lnTo>
                    <a:pt x="457652" y="285094"/>
                  </a:lnTo>
                  <a:lnTo>
                    <a:pt x="457675" y="285091"/>
                  </a:lnTo>
                  <a:lnTo>
                    <a:pt x="457702" y="285088"/>
                  </a:lnTo>
                  <a:lnTo>
                    <a:pt x="457735" y="285086"/>
                  </a:lnTo>
                  <a:lnTo>
                    <a:pt x="457764" y="285088"/>
                  </a:lnTo>
                  <a:lnTo>
                    <a:pt x="457792" y="285089"/>
                  </a:lnTo>
                  <a:lnTo>
                    <a:pt x="457826" y="285095"/>
                  </a:lnTo>
                  <a:lnTo>
                    <a:pt x="457831" y="285096"/>
                  </a:lnTo>
                  <a:lnTo>
                    <a:pt x="457869" y="285104"/>
                  </a:lnTo>
                  <a:lnTo>
                    <a:pt x="457911" y="285116"/>
                  </a:lnTo>
                  <a:lnTo>
                    <a:pt x="457941" y="285127"/>
                  </a:lnTo>
                  <a:lnTo>
                    <a:pt x="457973" y="285138"/>
                  </a:lnTo>
                  <a:lnTo>
                    <a:pt x="457987" y="285143"/>
                  </a:lnTo>
                  <a:lnTo>
                    <a:pt x="458009" y="285155"/>
                  </a:lnTo>
                  <a:lnTo>
                    <a:pt x="458017" y="285161"/>
                  </a:lnTo>
                  <a:lnTo>
                    <a:pt x="458382" y="285259"/>
                  </a:lnTo>
                  <a:lnTo>
                    <a:pt x="458740" y="285153"/>
                  </a:lnTo>
                  <a:lnTo>
                    <a:pt x="459302" y="284959"/>
                  </a:lnTo>
                  <a:lnTo>
                    <a:pt x="460122" y="284746"/>
                  </a:lnTo>
                  <a:lnTo>
                    <a:pt x="460811" y="284696"/>
                  </a:lnTo>
                  <a:lnTo>
                    <a:pt x="461291" y="284692"/>
                  </a:lnTo>
                  <a:lnTo>
                    <a:pt x="461296" y="284689"/>
                  </a:lnTo>
                  <a:lnTo>
                    <a:pt x="461489" y="284703"/>
                  </a:lnTo>
                  <a:lnTo>
                    <a:pt x="462194" y="284909"/>
                  </a:lnTo>
                  <a:lnTo>
                    <a:pt x="462971" y="284934"/>
                  </a:lnTo>
                  <a:lnTo>
                    <a:pt x="463742" y="284971"/>
                  </a:lnTo>
                  <a:lnTo>
                    <a:pt x="464443" y="284970"/>
                  </a:lnTo>
                  <a:lnTo>
                    <a:pt x="464592" y="284770"/>
                  </a:lnTo>
                  <a:lnTo>
                    <a:pt x="464552" y="284599"/>
                  </a:lnTo>
                  <a:lnTo>
                    <a:pt x="464482" y="283575"/>
                  </a:lnTo>
                  <a:lnTo>
                    <a:pt x="464532" y="283524"/>
                  </a:lnTo>
                  <a:lnTo>
                    <a:pt x="464583" y="283172"/>
                  </a:lnTo>
                  <a:lnTo>
                    <a:pt x="464908" y="282328"/>
                  </a:lnTo>
                  <a:lnTo>
                    <a:pt x="465508" y="281690"/>
                  </a:lnTo>
                  <a:lnTo>
                    <a:pt x="465927" y="281374"/>
                  </a:lnTo>
                  <a:lnTo>
                    <a:pt x="466252" y="280995"/>
                  </a:lnTo>
                  <a:lnTo>
                    <a:pt x="467398" y="279845"/>
                  </a:lnTo>
                  <a:lnTo>
                    <a:pt x="468494" y="278732"/>
                  </a:lnTo>
                  <a:lnTo>
                    <a:pt x="469077" y="277982"/>
                  </a:lnTo>
                  <a:lnTo>
                    <a:pt x="469387" y="277787"/>
                  </a:lnTo>
                  <a:lnTo>
                    <a:pt x="470042" y="277218"/>
                  </a:lnTo>
                  <a:lnTo>
                    <a:pt x="470257" y="276930"/>
                  </a:lnTo>
                  <a:lnTo>
                    <a:pt x="470345" y="276655"/>
                  </a:lnTo>
                  <a:lnTo>
                    <a:pt x="470257" y="276161"/>
                  </a:lnTo>
                  <a:lnTo>
                    <a:pt x="470262" y="275867"/>
                  </a:lnTo>
                  <a:lnTo>
                    <a:pt x="470395" y="275529"/>
                  </a:lnTo>
                  <a:lnTo>
                    <a:pt x="470491" y="275349"/>
                  </a:lnTo>
                  <a:lnTo>
                    <a:pt x="470511" y="275282"/>
                  </a:lnTo>
                  <a:lnTo>
                    <a:pt x="470599" y="275059"/>
                  </a:lnTo>
                  <a:lnTo>
                    <a:pt x="470593" y="274774"/>
                  </a:lnTo>
                  <a:lnTo>
                    <a:pt x="470593" y="274621"/>
                  </a:lnTo>
                  <a:lnTo>
                    <a:pt x="470462" y="274318"/>
                  </a:lnTo>
                  <a:lnTo>
                    <a:pt x="470088" y="273953"/>
                  </a:lnTo>
                  <a:lnTo>
                    <a:pt x="469715" y="273610"/>
                  </a:lnTo>
                  <a:lnTo>
                    <a:pt x="469706" y="273596"/>
                  </a:lnTo>
                  <a:lnTo>
                    <a:pt x="469695" y="273585"/>
                  </a:lnTo>
                  <a:lnTo>
                    <a:pt x="469687" y="273572"/>
                  </a:lnTo>
                  <a:lnTo>
                    <a:pt x="469681" y="273560"/>
                  </a:lnTo>
                  <a:lnTo>
                    <a:pt x="469575" y="273401"/>
                  </a:lnTo>
                  <a:lnTo>
                    <a:pt x="469577" y="273295"/>
                  </a:lnTo>
                  <a:lnTo>
                    <a:pt x="469634" y="273150"/>
                  </a:lnTo>
                  <a:lnTo>
                    <a:pt x="469724" y="272918"/>
                  </a:lnTo>
                  <a:lnTo>
                    <a:pt x="469890" y="272665"/>
                  </a:lnTo>
                  <a:lnTo>
                    <a:pt x="470085" y="272380"/>
                  </a:lnTo>
                  <a:lnTo>
                    <a:pt x="470145" y="272141"/>
                  </a:lnTo>
                  <a:lnTo>
                    <a:pt x="470180" y="271801"/>
                  </a:lnTo>
                  <a:lnTo>
                    <a:pt x="470308" y="271456"/>
                  </a:lnTo>
                  <a:lnTo>
                    <a:pt x="470526" y="271228"/>
                  </a:lnTo>
                  <a:lnTo>
                    <a:pt x="470575" y="271169"/>
                  </a:lnTo>
                  <a:lnTo>
                    <a:pt x="470696" y="270973"/>
                  </a:lnTo>
                  <a:lnTo>
                    <a:pt x="470731" y="270640"/>
                  </a:lnTo>
                  <a:lnTo>
                    <a:pt x="470658" y="270180"/>
                  </a:lnTo>
                  <a:lnTo>
                    <a:pt x="470568" y="269955"/>
                  </a:lnTo>
                  <a:lnTo>
                    <a:pt x="470266" y="269275"/>
                  </a:lnTo>
                  <a:lnTo>
                    <a:pt x="470273" y="268687"/>
                  </a:lnTo>
                  <a:lnTo>
                    <a:pt x="470200" y="268221"/>
                  </a:lnTo>
                  <a:lnTo>
                    <a:pt x="470090" y="268049"/>
                  </a:lnTo>
                  <a:lnTo>
                    <a:pt x="469757" y="267804"/>
                  </a:lnTo>
                  <a:lnTo>
                    <a:pt x="469746" y="267802"/>
                  </a:lnTo>
                  <a:lnTo>
                    <a:pt x="469594" y="267671"/>
                  </a:lnTo>
                  <a:lnTo>
                    <a:pt x="468843" y="267236"/>
                  </a:lnTo>
                  <a:lnTo>
                    <a:pt x="468472" y="266848"/>
                  </a:lnTo>
                  <a:lnTo>
                    <a:pt x="468237" y="266388"/>
                  </a:lnTo>
                  <a:lnTo>
                    <a:pt x="468168" y="266040"/>
                  </a:lnTo>
                  <a:lnTo>
                    <a:pt x="468091" y="265847"/>
                  </a:lnTo>
                  <a:lnTo>
                    <a:pt x="467797" y="265570"/>
                  </a:lnTo>
                  <a:lnTo>
                    <a:pt x="467662" y="265505"/>
                  </a:lnTo>
                  <a:lnTo>
                    <a:pt x="467435" y="265358"/>
                  </a:lnTo>
                  <a:lnTo>
                    <a:pt x="467423" y="265189"/>
                  </a:lnTo>
                  <a:lnTo>
                    <a:pt x="467370" y="265100"/>
                  </a:lnTo>
                  <a:lnTo>
                    <a:pt x="467400" y="264572"/>
                  </a:lnTo>
                  <a:lnTo>
                    <a:pt x="467551" y="263728"/>
                  </a:lnTo>
                  <a:lnTo>
                    <a:pt x="467494" y="263580"/>
                  </a:lnTo>
                  <a:lnTo>
                    <a:pt x="467387" y="262566"/>
                  </a:lnTo>
                  <a:lnTo>
                    <a:pt x="467246" y="261378"/>
                  </a:lnTo>
                  <a:lnTo>
                    <a:pt x="467109" y="260540"/>
                  </a:lnTo>
                  <a:lnTo>
                    <a:pt x="466979" y="259580"/>
                  </a:lnTo>
                  <a:lnTo>
                    <a:pt x="465823" y="251015"/>
                  </a:lnTo>
                  <a:lnTo>
                    <a:pt x="465153" y="245970"/>
                  </a:lnTo>
                  <a:lnTo>
                    <a:pt x="465089" y="245734"/>
                  </a:lnTo>
                  <a:lnTo>
                    <a:pt x="465026" y="245082"/>
                  </a:lnTo>
                  <a:lnTo>
                    <a:pt x="464935" y="244490"/>
                  </a:lnTo>
                  <a:lnTo>
                    <a:pt x="464826" y="244374"/>
                  </a:lnTo>
                  <a:lnTo>
                    <a:pt x="464822" y="244369"/>
                  </a:lnTo>
                  <a:lnTo>
                    <a:pt x="464803" y="244344"/>
                  </a:lnTo>
                  <a:lnTo>
                    <a:pt x="464757" y="244286"/>
                  </a:lnTo>
                  <a:lnTo>
                    <a:pt x="464708" y="244201"/>
                  </a:lnTo>
                  <a:lnTo>
                    <a:pt x="464649" y="244094"/>
                  </a:lnTo>
                  <a:lnTo>
                    <a:pt x="464594" y="243982"/>
                  </a:lnTo>
                  <a:lnTo>
                    <a:pt x="464557" y="243905"/>
                  </a:lnTo>
                  <a:lnTo>
                    <a:pt x="464548" y="243792"/>
                  </a:lnTo>
                  <a:lnTo>
                    <a:pt x="464550" y="243757"/>
                  </a:lnTo>
                  <a:lnTo>
                    <a:pt x="464683" y="243598"/>
                  </a:lnTo>
                  <a:lnTo>
                    <a:pt x="464664" y="243502"/>
                  </a:lnTo>
                  <a:lnTo>
                    <a:pt x="464693" y="243330"/>
                  </a:lnTo>
                  <a:lnTo>
                    <a:pt x="464654" y="242966"/>
                  </a:lnTo>
                  <a:lnTo>
                    <a:pt x="464532" y="242683"/>
                  </a:lnTo>
                  <a:lnTo>
                    <a:pt x="464488" y="242656"/>
                  </a:lnTo>
                  <a:lnTo>
                    <a:pt x="464414" y="242629"/>
                  </a:lnTo>
                  <a:lnTo>
                    <a:pt x="464285" y="242583"/>
                  </a:lnTo>
                  <a:lnTo>
                    <a:pt x="464241" y="242557"/>
                  </a:lnTo>
                  <a:lnTo>
                    <a:pt x="464187" y="242523"/>
                  </a:lnTo>
                  <a:lnTo>
                    <a:pt x="464171" y="242523"/>
                  </a:lnTo>
                  <a:lnTo>
                    <a:pt x="464158" y="242522"/>
                  </a:lnTo>
                  <a:lnTo>
                    <a:pt x="464039" y="242565"/>
                  </a:lnTo>
                  <a:lnTo>
                    <a:pt x="464038" y="242560"/>
                  </a:lnTo>
                  <a:lnTo>
                    <a:pt x="464037" y="242552"/>
                  </a:lnTo>
                  <a:lnTo>
                    <a:pt x="464035" y="242540"/>
                  </a:lnTo>
                  <a:lnTo>
                    <a:pt x="464044" y="242467"/>
                  </a:lnTo>
                  <a:lnTo>
                    <a:pt x="464159" y="242335"/>
                  </a:lnTo>
                  <a:lnTo>
                    <a:pt x="464256" y="242051"/>
                  </a:lnTo>
                  <a:lnTo>
                    <a:pt x="464291" y="241874"/>
                  </a:lnTo>
                  <a:lnTo>
                    <a:pt x="464328" y="241655"/>
                  </a:lnTo>
                  <a:lnTo>
                    <a:pt x="464383" y="241551"/>
                  </a:lnTo>
                  <a:lnTo>
                    <a:pt x="464489" y="241436"/>
                  </a:lnTo>
                  <a:lnTo>
                    <a:pt x="464590" y="241327"/>
                  </a:lnTo>
                  <a:lnTo>
                    <a:pt x="464636" y="241238"/>
                  </a:lnTo>
                  <a:lnTo>
                    <a:pt x="464695" y="241103"/>
                  </a:lnTo>
                  <a:lnTo>
                    <a:pt x="464686" y="240957"/>
                  </a:lnTo>
                  <a:lnTo>
                    <a:pt x="464631" y="240712"/>
                  </a:lnTo>
                  <a:lnTo>
                    <a:pt x="464594" y="240545"/>
                  </a:lnTo>
                  <a:lnTo>
                    <a:pt x="464585" y="240410"/>
                  </a:lnTo>
                  <a:lnTo>
                    <a:pt x="464599" y="240248"/>
                  </a:lnTo>
                  <a:lnTo>
                    <a:pt x="464602" y="240245"/>
                  </a:lnTo>
                  <a:lnTo>
                    <a:pt x="464767" y="240180"/>
                  </a:lnTo>
                  <a:lnTo>
                    <a:pt x="464842" y="240180"/>
                  </a:lnTo>
                  <a:lnTo>
                    <a:pt x="464929" y="240180"/>
                  </a:lnTo>
                  <a:lnTo>
                    <a:pt x="464950" y="240110"/>
                  </a:lnTo>
                  <a:lnTo>
                    <a:pt x="464920" y="240055"/>
                  </a:lnTo>
                  <a:lnTo>
                    <a:pt x="464792" y="239941"/>
                  </a:lnTo>
                  <a:lnTo>
                    <a:pt x="464691" y="239878"/>
                  </a:lnTo>
                  <a:lnTo>
                    <a:pt x="464691" y="239727"/>
                  </a:lnTo>
                  <a:lnTo>
                    <a:pt x="464796" y="239633"/>
                  </a:lnTo>
                  <a:lnTo>
                    <a:pt x="464888" y="239518"/>
                  </a:lnTo>
                  <a:lnTo>
                    <a:pt x="464920" y="239347"/>
                  </a:lnTo>
                  <a:lnTo>
                    <a:pt x="464920" y="239164"/>
                  </a:lnTo>
                  <a:lnTo>
                    <a:pt x="464920" y="239008"/>
                  </a:lnTo>
                  <a:lnTo>
                    <a:pt x="465017" y="238924"/>
                  </a:lnTo>
                  <a:lnTo>
                    <a:pt x="465177" y="238817"/>
                  </a:lnTo>
                  <a:lnTo>
                    <a:pt x="465160" y="238737"/>
                  </a:lnTo>
                  <a:lnTo>
                    <a:pt x="465145" y="238721"/>
                  </a:lnTo>
                  <a:lnTo>
                    <a:pt x="464998" y="238633"/>
                  </a:lnTo>
                  <a:lnTo>
                    <a:pt x="464916" y="238502"/>
                  </a:lnTo>
                  <a:lnTo>
                    <a:pt x="464925" y="238429"/>
                  </a:lnTo>
                  <a:lnTo>
                    <a:pt x="464980" y="238351"/>
                  </a:lnTo>
                  <a:lnTo>
                    <a:pt x="465067" y="238242"/>
                  </a:lnTo>
                  <a:lnTo>
                    <a:pt x="465095" y="238101"/>
                  </a:lnTo>
                  <a:lnTo>
                    <a:pt x="465154" y="238007"/>
                  </a:lnTo>
                  <a:lnTo>
                    <a:pt x="465306" y="237939"/>
                  </a:lnTo>
                  <a:lnTo>
                    <a:pt x="465411" y="237887"/>
                  </a:lnTo>
                  <a:lnTo>
                    <a:pt x="465503" y="237793"/>
                  </a:lnTo>
                  <a:lnTo>
                    <a:pt x="465558" y="237705"/>
                  </a:lnTo>
                  <a:lnTo>
                    <a:pt x="465563" y="237585"/>
                  </a:lnTo>
                  <a:lnTo>
                    <a:pt x="465485" y="237491"/>
                  </a:lnTo>
                  <a:lnTo>
                    <a:pt x="465448" y="237408"/>
                  </a:lnTo>
                  <a:lnTo>
                    <a:pt x="465540" y="236892"/>
                  </a:lnTo>
                  <a:lnTo>
                    <a:pt x="465696" y="236708"/>
                  </a:lnTo>
                  <a:lnTo>
                    <a:pt x="465788" y="236666"/>
                  </a:lnTo>
                  <a:lnTo>
                    <a:pt x="465874" y="236627"/>
                  </a:lnTo>
                  <a:lnTo>
                    <a:pt x="465938" y="236504"/>
                  </a:lnTo>
                  <a:lnTo>
                    <a:pt x="465994" y="236432"/>
                  </a:lnTo>
                  <a:lnTo>
                    <a:pt x="466002" y="236422"/>
                  </a:lnTo>
                  <a:lnTo>
                    <a:pt x="466155" y="236261"/>
                  </a:lnTo>
                  <a:lnTo>
                    <a:pt x="466159" y="236254"/>
                  </a:lnTo>
                  <a:lnTo>
                    <a:pt x="466164" y="236242"/>
                  </a:lnTo>
                  <a:lnTo>
                    <a:pt x="466181" y="236189"/>
                  </a:lnTo>
                  <a:lnTo>
                    <a:pt x="466224" y="236110"/>
                  </a:lnTo>
                  <a:lnTo>
                    <a:pt x="466226" y="236106"/>
                  </a:lnTo>
                  <a:lnTo>
                    <a:pt x="466236" y="236067"/>
                  </a:lnTo>
                  <a:lnTo>
                    <a:pt x="466230" y="236023"/>
                  </a:lnTo>
                  <a:lnTo>
                    <a:pt x="466217" y="236015"/>
                  </a:lnTo>
                  <a:lnTo>
                    <a:pt x="466256" y="235797"/>
                  </a:lnTo>
                  <a:lnTo>
                    <a:pt x="466500" y="235495"/>
                  </a:lnTo>
                  <a:lnTo>
                    <a:pt x="466509" y="235312"/>
                  </a:lnTo>
                  <a:lnTo>
                    <a:pt x="466522" y="235271"/>
                  </a:lnTo>
                  <a:lnTo>
                    <a:pt x="466545" y="235078"/>
                  </a:lnTo>
                  <a:lnTo>
                    <a:pt x="466555" y="234911"/>
                  </a:lnTo>
                  <a:lnTo>
                    <a:pt x="466637" y="234838"/>
                  </a:lnTo>
                  <a:lnTo>
                    <a:pt x="466803" y="234776"/>
                  </a:lnTo>
                  <a:lnTo>
                    <a:pt x="467083" y="234677"/>
                  </a:lnTo>
                  <a:lnTo>
                    <a:pt x="467321" y="234468"/>
                  </a:lnTo>
                  <a:lnTo>
                    <a:pt x="467505" y="234468"/>
                  </a:lnTo>
                  <a:lnTo>
                    <a:pt x="467583" y="234520"/>
                  </a:lnTo>
                  <a:lnTo>
                    <a:pt x="467679" y="234557"/>
                  </a:lnTo>
                  <a:lnTo>
                    <a:pt x="467790" y="234557"/>
                  </a:lnTo>
                  <a:lnTo>
                    <a:pt x="467858" y="234510"/>
                  </a:lnTo>
                  <a:lnTo>
                    <a:pt x="467946" y="234343"/>
                  </a:lnTo>
                  <a:lnTo>
                    <a:pt x="467946" y="234177"/>
                  </a:lnTo>
                  <a:lnTo>
                    <a:pt x="467928" y="234058"/>
                  </a:lnTo>
                  <a:lnTo>
                    <a:pt x="467971" y="233969"/>
                  </a:lnTo>
                  <a:lnTo>
                    <a:pt x="468069" y="233813"/>
                  </a:lnTo>
                  <a:lnTo>
                    <a:pt x="468267" y="233614"/>
                  </a:lnTo>
                  <a:lnTo>
                    <a:pt x="468368" y="233358"/>
                  </a:lnTo>
                  <a:lnTo>
                    <a:pt x="468574" y="233255"/>
                  </a:lnTo>
                  <a:lnTo>
                    <a:pt x="468712" y="233098"/>
                  </a:lnTo>
                  <a:lnTo>
                    <a:pt x="468855" y="232973"/>
                  </a:lnTo>
                  <a:lnTo>
                    <a:pt x="469070" y="232879"/>
                  </a:lnTo>
                  <a:lnTo>
                    <a:pt x="469227" y="232840"/>
                  </a:lnTo>
                  <a:lnTo>
                    <a:pt x="469235" y="232792"/>
                  </a:lnTo>
                  <a:lnTo>
                    <a:pt x="469236" y="232782"/>
                  </a:lnTo>
                  <a:lnTo>
                    <a:pt x="469265" y="232753"/>
                  </a:lnTo>
                  <a:lnTo>
                    <a:pt x="469278" y="232737"/>
                  </a:lnTo>
                  <a:lnTo>
                    <a:pt x="469284" y="232725"/>
                  </a:lnTo>
                  <a:lnTo>
                    <a:pt x="469290" y="232713"/>
                  </a:lnTo>
                  <a:lnTo>
                    <a:pt x="469474" y="232566"/>
                  </a:lnTo>
                  <a:lnTo>
                    <a:pt x="469507" y="232425"/>
                  </a:lnTo>
                  <a:lnTo>
                    <a:pt x="469525" y="232264"/>
                  </a:lnTo>
                  <a:lnTo>
                    <a:pt x="469603" y="232128"/>
                  </a:lnTo>
                  <a:lnTo>
                    <a:pt x="469837" y="231909"/>
                  </a:lnTo>
                  <a:lnTo>
                    <a:pt x="469883" y="231654"/>
                  </a:lnTo>
                  <a:lnTo>
                    <a:pt x="470223" y="231373"/>
                  </a:lnTo>
                  <a:lnTo>
                    <a:pt x="470198" y="231139"/>
                  </a:lnTo>
                  <a:lnTo>
                    <a:pt x="470149" y="231023"/>
                  </a:lnTo>
                  <a:lnTo>
                    <a:pt x="470177" y="230904"/>
                  </a:lnTo>
                  <a:lnTo>
                    <a:pt x="470241" y="230810"/>
                  </a:lnTo>
                  <a:lnTo>
                    <a:pt x="470282" y="230659"/>
                  </a:lnTo>
                  <a:lnTo>
                    <a:pt x="470278" y="230544"/>
                  </a:lnTo>
                  <a:lnTo>
                    <a:pt x="470287" y="230408"/>
                  </a:lnTo>
                  <a:lnTo>
                    <a:pt x="470312" y="230366"/>
                  </a:lnTo>
                  <a:lnTo>
                    <a:pt x="470484" y="230299"/>
                  </a:lnTo>
                  <a:lnTo>
                    <a:pt x="470572" y="230283"/>
                  </a:lnTo>
                  <a:lnTo>
                    <a:pt x="470599" y="230169"/>
                  </a:lnTo>
                  <a:lnTo>
                    <a:pt x="470572" y="230101"/>
                  </a:lnTo>
                  <a:lnTo>
                    <a:pt x="470512" y="229997"/>
                  </a:lnTo>
                  <a:lnTo>
                    <a:pt x="470526" y="229830"/>
                  </a:lnTo>
                  <a:lnTo>
                    <a:pt x="470625" y="229634"/>
                  </a:lnTo>
                  <a:lnTo>
                    <a:pt x="470595" y="229460"/>
                  </a:lnTo>
                  <a:lnTo>
                    <a:pt x="470549" y="229349"/>
                  </a:lnTo>
                  <a:lnTo>
                    <a:pt x="470549" y="229221"/>
                  </a:lnTo>
                  <a:lnTo>
                    <a:pt x="470622" y="228991"/>
                  </a:lnTo>
                  <a:lnTo>
                    <a:pt x="471063" y="228402"/>
                  </a:lnTo>
                  <a:lnTo>
                    <a:pt x="471325" y="228032"/>
                  </a:lnTo>
                  <a:lnTo>
                    <a:pt x="471340" y="227797"/>
                  </a:lnTo>
                  <a:lnTo>
                    <a:pt x="471372" y="227727"/>
                  </a:lnTo>
                  <a:lnTo>
                    <a:pt x="471414" y="227661"/>
                  </a:lnTo>
                  <a:lnTo>
                    <a:pt x="471418" y="227655"/>
                  </a:lnTo>
                  <a:lnTo>
                    <a:pt x="471421" y="227641"/>
                  </a:lnTo>
                  <a:lnTo>
                    <a:pt x="471423" y="227631"/>
                  </a:lnTo>
                  <a:lnTo>
                    <a:pt x="471425" y="227624"/>
                  </a:lnTo>
                  <a:lnTo>
                    <a:pt x="471430" y="227609"/>
                  </a:lnTo>
                  <a:lnTo>
                    <a:pt x="471437" y="227602"/>
                  </a:lnTo>
                  <a:lnTo>
                    <a:pt x="471448" y="227597"/>
                  </a:lnTo>
                  <a:lnTo>
                    <a:pt x="471462" y="227594"/>
                  </a:lnTo>
                  <a:lnTo>
                    <a:pt x="471478" y="227591"/>
                  </a:lnTo>
                  <a:lnTo>
                    <a:pt x="471484" y="227590"/>
                  </a:lnTo>
                  <a:lnTo>
                    <a:pt x="471492" y="227589"/>
                  </a:lnTo>
                  <a:lnTo>
                    <a:pt x="471506" y="227589"/>
                  </a:lnTo>
                  <a:lnTo>
                    <a:pt x="471514" y="227589"/>
                  </a:lnTo>
                  <a:lnTo>
                    <a:pt x="471998" y="227183"/>
                  </a:lnTo>
                  <a:lnTo>
                    <a:pt x="472528" y="226688"/>
                  </a:lnTo>
                  <a:lnTo>
                    <a:pt x="472778" y="226442"/>
                  </a:lnTo>
                  <a:lnTo>
                    <a:pt x="472789" y="226329"/>
                  </a:lnTo>
                  <a:lnTo>
                    <a:pt x="472787" y="226321"/>
                  </a:lnTo>
                  <a:lnTo>
                    <a:pt x="472768" y="226286"/>
                  </a:lnTo>
                  <a:lnTo>
                    <a:pt x="472754" y="226261"/>
                  </a:lnTo>
                  <a:lnTo>
                    <a:pt x="472764" y="226258"/>
                  </a:lnTo>
                  <a:lnTo>
                    <a:pt x="472769" y="226256"/>
                  </a:lnTo>
                  <a:lnTo>
                    <a:pt x="472792" y="226236"/>
                  </a:lnTo>
                  <a:lnTo>
                    <a:pt x="472868" y="226147"/>
                  </a:lnTo>
                  <a:lnTo>
                    <a:pt x="472967" y="226050"/>
                  </a:lnTo>
                  <a:lnTo>
                    <a:pt x="473395" y="225750"/>
                  </a:lnTo>
                  <a:lnTo>
                    <a:pt x="473808" y="225532"/>
                  </a:lnTo>
                  <a:lnTo>
                    <a:pt x="473883" y="225488"/>
                  </a:lnTo>
                  <a:lnTo>
                    <a:pt x="473887" y="225487"/>
                  </a:lnTo>
                  <a:lnTo>
                    <a:pt x="474006" y="225471"/>
                  </a:lnTo>
                  <a:lnTo>
                    <a:pt x="474012" y="225470"/>
                  </a:lnTo>
                  <a:lnTo>
                    <a:pt x="474024" y="225463"/>
                  </a:lnTo>
                  <a:lnTo>
                    <a:pt x="474042" y="225449"/>
                  </a:lnTo>
                  <a:lnTo>
                    <a:pt x="474063" y="225431"/>
                  </a:lnTo>
                  <a:lnTo>
                    <a:pt x="474071" y="225423"/>
                  </a:lnTo>
                  <a:lnTo>
                    <a:pt x="474075" y="225419"/>
                  </a:lnTo>
                  <a:lnTo>
                    <a:pt x="474080" y="225410"/>
                  </a:lnTo>
                  <a:lnTo>
                    <a:pt x="474082" y="225404"/>
                  </a:lnTo>
                  <a:lnTo>
                    <a:pt x="474080" y="225397"/>
                  </a:lnTo>
                  <a:lnTo>
                    <a:pt x="474072" y="225377"/>
                  </a:lnTo>
                  <a:lnTo>
                    <a:pt x="474071" y="225372"/>
                  </a:lnTo>
                  <a:lnTo>
                    <a:pt x="474069" y="225359"/>
                  </a:lnTo>
                  <a:lnTo>
                    <a:pt x="474070" y="225346"/>
                  </a:lnTo>
                  <a:lnTo>
                    <a:pt x="474073" y="225337"/>
                  </a:lnTo>
                  <a:lnTo>
                    <a:pt x="474078" y="225329"/>
                  </a:lnTo>
                  <a:lnTo>
                    <a:pt x="474084" y="225323"/>
                  </a:lnTo>
                  <a:lnTo>
                    <a:pt x="474094" y="225316"/>
                  </a:lnTo>
                  <a:lnTo>
                    <a:pt x="474102" y="225311"/>
                  </a:lnTo>
                  <a:lnTo>
                    <a:pt x="474109" y="225309"/>
                  </a:lnTo>
                  <a:lnTo>
                    <a:pt x="474116" y="225308"/>
                  </a:lnTo>
                  <a:lnTo>
                    <a:pt x="474123" y="225308"/>
                  </a:lnTo>
                  <a:lnTo>
                    <a:pt x="474129" y="225308"/>
                  </a:lnTo>
                  <a:lnTo>
                    <a:pt x="474216" y="225294"/>
                  </a:lnTo>
                  <a:lnTo>
                    <a:pt x="474244" y="225289"/>
                  </a:lnTo>
                  <a:lnTo>
                    <a:pt x="474249" y="225289"/>
                  </a:lnTo>
                  <a:lnTo>
                    <a:pt x="474363" y="225302"/>
                  </a:lnTo>
                  <a:lnTo>
                    <a:pt x="474554" y="225336"/>
                  </a:lnTo>
                  <a:lnTo>
                    <a:pt x="475018" y="225208"/>
                  </a:lnTo>
                  <a:lnTo>
                    <a:pt x="475553" y="224918"/>
                  </a:lnTo>
                  <a:lnTo>
                    <a:pt x="475845" y="224930"/>
                  </a:lnTo>
                  <a:lnTo>
                    <a:pt x="475903" y="224907"/>
                  </a:lnTo>
                  <a:lnTo>
                    <a:pt x="475987" y="224885"/>
                  </a:lnTo>
                  <a:lnTo>
                    <a:pt x="475991" y="224884"/>
                  </a:lnTo>
                  <a:lnTo>
                    <a:pt x="476004" y="224880"/>
                  </a:lnTo>
                  <a:lnTo>
                    <a:pt x="476013" y="224878"/>
                  </a:lnTo>
                  <a:lnTo>
                    <a:pt x="476028" y="224874"/>
                  </a:lnTo>
                  <a:lnTo>
                    <a:pt x="476043" y="224870"/>
                  </a:lnTo>
                  <a:lnTo>
                    <a:pt x="476056" y="224868"/>
                  </a:lnTo>
                  <a:lnTo>
                    <a:pt x="476072" y="224866"/>
                  </a:lnTo>
                  <a:lnTo>
                    <a:pt x="476101" y="224865"/>
                  </a:lnTo>
                  <a:lnTo>
                    <a:pt x="476129" y="224865"/>
                  </a:lnTo>
                  <a:lnTo>
                    <a:pt x="476186" y="224864"/>
                  </a:lnTo>
                  <a:lnTo>
                    <a:pt x="476195" y="224865"/>
                  </a:lnTo>
                  <a:lnTo>
                    <a:pt x="476200" y="224866"/>
                  </a:lnTo>
                  <a:lnTo>
                    <a:pt x="476214" y="224866"/>
                  </a:lnTo>
                  <a:lnTo>
                    <a:pt x="476228" y="224866"/>
                  </a:lnTo>
                  <a:lnTo>
                    <a:pt x="476243" y="224865"/>
                  </a:lnTo>
                  <a:lnTo>
                    <a:pt x="476353" y="224851"/>
                  </a:lnTo>
                  <a:lnTo>
                    <a:pt x="476554" y="224824"/>
                  </a:lnTo>
                  <a:lnTo>
                    <a:pt x="476563" y="224821"/>
                  </a:lnTo>
                  <a:lnTo>
                    <a:pt x="476570" y="224816"/>
                  </a:lnTo>
                  <a:lnTo>
                    <a:pt x="476581" y="224807"/>
                  </a:lnTo>
                  <a:lnTo>
                    <a:pt x="476610" y="224789"/>
                  </a:lnTo>
                  <a:lnTo>
                    <a:pt x="476638" y="224772"/>
                  </a:lnTo>
                  <a:lnTo>
                    <a:pt x="476650" y="224767"/>
                  </a:lnTo>
                  <a:lnTo>
                    <a:pt x="476654" y="224766"/>
                  </a:lnTo>
                  <a:lnTo>
                    <a:pt x="476843" y="224733"/>
                  </a:lnTo>
                  <a:lnTo>
                    <a:pt x="476851" y="224732"/>
                  </a:lnTo>
                  <a:lnTo>
                    <a:pt x="477278" y="224737"/>
                  </a:lnTo>
                  <a:lnTo>
                    <a:pt x="477399" y="224793"/>
                  </a:lnTo>
                  <a:lnTo>
                    <a:pt x="477408" y="224796"/>
                  </a:lnTo>
                  <a:lnTo>
                    <a:pt x="477414" y="224796"/>
                  </a:lnTo>
                  <a:lnTo>
                    <a:pt x="477480" y="224798"/>
                  </a:lnTo>
                  <a:lnTo>
                    <a:pt x="477704" y="224800"/>
                  </a:lnTo>
                  <a:lnTo>
                    <a:pt x="477884" y="224791"/>
                  </a:lnTo>
                  <a:lnTo>
                    <a:pt x="477961" y="224783"/>
                  </a:lnTo>
                  <a:lnTo>
                    <a:pt x="477975" y="224781"/>
                  </a:lnTo>
                  <a:lnTo>
                    <a:pt x="478185" y="224747"/>
                  </a:lnTo>
                  <a:lnTo>
                    <a:pt x="478367" y="224717"/>
                  </a:lnTo>
                  <a:lnTo>
                    <a:pt x="478372" y="224716"/>
                  </a:lnTo>
                  <a:lnTo>
                    <a:pt x="478846" y="224504"/>
                  </a:lnTo>
                  <a:lnTo>
                    <a:pt x="478982" y="224483"/>
                  </a:lnTo>
                  <a:lnTo>
                    <a:pt x="479001" y="224478"/>
                  </a:lnTo>
                  <a:lnTo>
                    <a:pt x="479010" y="224477"/>
                  </a:lnTo>
                  <a:lnTo>
                    <a:pt x="479017" y="224478"/>
                  </a:lnTo>
                  <a:lnTo>
                    <a:pt x="484779" y="224279"/>
                  </a:lnTo>
                  <a:lnTo>
                    <a:pt x="490863" y="224666"/>
                  </a:lnTo>
                  <a:lnTo>
                    <a:pt x="490880" y="224667"/>
                  </a:lnTo>
                  <a:lnTo>
                    <a:pt x="490897" y="224667"/>
                  </a:lnTo>
                  <a:lnTo>
                    <a:pt x="490913" y="224668"/>
                  </a:lnTo>
                  <a:lnTo>
                    <a:pt x="490927" y="224670"/>
                  </a:lnTo>
                  <a:lnTo>
                    <a:pt x="490961" y="224677"/>
                  </a:lnTo>
                  <a:lnTo>
                    <a:pt x="491090" y="224583"/>
                  </a:lnTo>
                  <a:lnTo>
                    <a:pt x="491236" y="224483"/>
                  </a:lnTo>
                  <a:lnTo>
                    <a:pt x="491377" y="224417"/>
                  </a:lnTo>
                  <a:lnTo>
                    <a:pt x="491581" y="224333"/>
                  </a:lnTo>
                  <a:lnTo>
                    <a:pt x="491807" y="224242"/>
                  </a:lnTo>
                  <a:lnTo>
                    <a:pt x="491958" y="224055"/>
                  </a:lnTo>
                  <a:lnTo>
                    <a:pt x="492183" y="223856"/>
                  </a:lnTo>
                  <a:lnTo>
                    <a:pt x="492492" y="223711"/>
                  </a:lnTo>
                  <a:lnTo>
                    <a:pt x="492892" y="223569"/>
                  </a:lnTo>
                  <a:lnTo>
                    <a:pt x="493134" y="223277"/>
                  </a:lnTo>
                  <a:lnTo>
                    <a:pt x="493249" y="223035"/>
                  </a:lnTo>
                  <a:lnTo>
                    <a:pt x="493414" y="222837"/>
                  </a:lnTo>
                  <a:lnTo>
                    <a:pt x="493432" y="222835"/>
                  </a:lnTo>
                  <a:lnTo>
                    <a:pt x="493462" y="222832"/>
                  </a:lnTo>
                  <a:lnTo>
                    <a:pt x="493489" y="222826"/>
                  </a:lnTo>
                  <a:lnTo>
                    <a:pt x="493525" y="222811"/>
                  </a:lnTo>
                  <a:lnTo>
                    <a:pt x="493607" y="222772"/>
                  </a:lnTo>
                  <a:lnTo>
                    <a:pt x="494140" y="222301"/>
                  </a:lnTo>
                  <a:lnTo>
                    <a:pt x="494273" y="222150"/>
                  </a:lnTo>
                  <a:lnTo>
                    <a:pt x="494639" y="222154"/>
                  </a:lnTo>
                  <a:lnTo>
                    <a:pt x="494972" y="222170"/>
                  </a:lnTo>
                  <a:lnTo>
                    <a:pt x="495297" y="222054"/>
                  </a:lnTo>
                  <a:lnTo>
                    <a:pt x="495652" y="222041"/>
                  </a:lnTo>
                  <a:lnTo>
                    <a:pt x="495983" y="222026"/>
                  </a:lnTo>
                  <a:lnTo>
                    <a:pt x="496198" y="221991"/>
                  </a:lnTo>
                  <a:lnTo>
                    <a:pt x="496338" y="221910"/>
                  </a:lnTo>
                  <a:lnTo>
                    <a:pt x="496515" y="221795"/>
                  </a:lnTo>
                  <a:lnTo>
                    <a:pt x="496519" y="221736"/>
                  </a:lnTo>
                  <a:lnTo>
                    <a:pt x="496524" y="221668"/>
                  </a:lnTo>
                  <a:lnTo>
                    <a:pt x="496526" y="221663"/>
                  </a:lnTo>
                  <a:lnTo>
                    <a:pt x="496532" y="221660"/>
                  </a:lnTo>
                  <a:lnTo>
                    <a:pt x="496539" y="221658"/>
                  </a:lnTo>
                  <a:lnTo>
                    <a:pt x="496619" y="221646"/>
                  </a:lnTo>
                  <a:lnTo>
                    <a:pt x="496740" y="221563"/>
                  </a:lnTo>
                  <a:lnTo>
                    <a:pt x="496817" y="221569"/>
                  </a:lnTo>
                  <a:lnTo>
                    <a:pt x="496944" y="221632"/>
                  </a:lnTo>
                  <a:lnTo>
                    <a:pt x="497019" y="221763"/>
                  </a:lnTo>
                  <a:lnTo>
                    <a:pt x="497098" y="221910"/>
                  </a:lnTo>
                  <a:lnTo>
                    <a:pt x="497200" y="222026"/>
                  </a:lnTo>
                  <a:lnTo>
                    <a:pt x="497366" y="222226"/>
                  </a:lnTo>
                  <a:lnTo>
                    <a:pt x="497666" y="222460"/>
                  </a:lnTo>
                  <a:lnTo>
                    <a:pt x="497836" y="222581"/>
                  </a:lnTo>
                  <a:lnTo>
                    <a:pt x="497937" y="222606"/>
                  </a:lnTo>
                  <a:lnTo>
                    <a:pt x="497969" y="222605"/>
                  </a:lnTo>
                  <a:lnTo>
                    <a:pt x="497977" y="222611"/>
                  </a:lnTo>
                  <a:lnTo>
                    <a:pt x="497994" y="222638"/>
                  </a:lnTo>
                  <a:lnTo>
                    <a:pt x="504820" y="219929"/>
                  </a:lnTo>
                  <a:lnTo>
                    <a:pt x="504938" y="219904"/>
                  </a:lnTo>
                  <a:lnTo>
                    <a:pt x="504957" y="219896"/>
                  </a:lnTo>
                  <a:lnTo>
                    <a:pt x="505004" y="219861"/>
                  </a:lnTo>
                  <a:lnTo>
                    <a:pt x="505023" y="219845"/>
                  </a:lnTo>
                  <a:lnTo>
                    <a:pt x="505033" y="219835"/>
                  </a:lnTo>
                  <a:lnTo>
                    <a:pt x="505045" y="219823"/>
                  </a:lnTo>
                  <a:lnTo>
                    <a:pt x="505231" y="219732"/>
                  </a:lnTo>
                  <a:lnTo>
                    <a:pt x="505463" y="219331"/>
                  </a:lnTo>
                  <a:lnTo>
                    <a:pt x="505523" y="219109"/>
                  </a:lnTo>
                  <a:lnTo>
                    <a:pt x="505515" y="218959"/>
                  </a:lnTo>
                  <a:lnTo>
                    <a:pt x="505441" y="218734"/>
                  </a:lnTo>
                  <a:lnTo>
                    <a:pt x="505415" y="218458"/>
                  </a:lnTo>
                  <a:lnTo>
                    <a:pt x="505443" y="218265"/>
                  </a:lnTo>
                  <a:lnTo>
                    <a:pt x="505520" y="218093"/>
                  </a:lnTo>
                  <a:lnTo>
                    <a:pt x="505620" y="217943"/>
                  </a:lnTo>
                  <a:lnTo>
                    <a:pt x="505771" y="217821"/>
                  </a:lnTo>
                  <a:lnTo>
                    <a:pt x="505890" y="217740"/>
                  </a:lnTo>
                  <a:lnTo>
                    <a:pt x="506005" y="217608"/>
                  </a:lnTo>
                  <a:lnTo>
                    <a:pt x="506114" y="217446"/>
                  </a:lnTo>
                  <a:lnTo>
                    <a:pt x="506205" y="217370"/>
                  </a:lnTo>
                  <a:lnTo>
                    <a:pt x="506210" y="217366"/>
                  </a:lnTo>
                  <a:lnTo>
                    <a:pt x="506219" y="217359"/>
                  </a:lnTo>
                  <a:lnTo>
                    <a:pt x="506354" y="217267"/>
                  </a:lnTo>
                  <a:lnTo>
                    <a:pt x="506504" y="217208"/>
                  </a:lnTo>
                  <a:lnTo>
                    <a:pt x="506639" y="217061"/>
                  </a:lnTo>
                  <a:lnTo>
                    <a:pt x="506743" y="216895"/>
                  </a:lnTo>
                  <a:lnTo>
                    <a:pt x="506763" y="216433"/>
                  </a:lnTo>
                  <a:lnTo>
                    <a:pt x="506807" y="216393"/>
                  </a:lnTo>
                  <a:lnTo>
                    <a:pt x="506815" y="216373"/>
                  </a:lnTo>
                  <a:lnTo>
                    <a:pt x="507052" y="216154"/>
                  </a:lnTo>
                  <a:lnTo>
                    <a:pt x="507300" y="215990"/>
                  </a:lnTo>
                  <a:lnTo>
                    <a:pt x="507330" y="215999"/>
                  </a:lnTo>
                  <a:lnTo>
                    <a:pt x="507388" y="215998"/>
                  </a:lnTo>
                  <a:lnTo>
                    <a:pt x="507408" y="215997"/>
                  </a:lnTo>
                  <a:lnTo>
                    <a:pt x="507437" y="215998"/>
                  </a:lnTo>
                  <a:lnTo>
                    <a:pt x="507471" y="215999"/>
                  </a:lnTo>
                  <a:lnTo>
                    <a:pt x="507502" y="216003"/>
                  </a:lnTo>
                  <a:lnTo>
                    <a:pt x="508282" y="215811"/>
                  </a:lnTo>
                  <a:lnTo>
                    <a:pt x="508777" y="215619"/>
                  </a:lnTo>
                  <a:lnTo>
                    <a:pt x="509067" y="215293"/>
                  </a:lnTo>
                  <a:lnTo>
                    <a:pt x="509424" y="214905"/>
                  </a:lnTo>
                  <a:lnTo>
                    <a:pt x="509424" y="214626"/>
                  </a:lnTo>
                  <a:lnTo>
                    <a:pt x="509438" y="214259"/>
                  </a:lnTo>
                  <a:lnTo>
                    <a:pt x="509784" y="213971"/>
                  </a:lnTo>
                  <a:lnTo>
                    <a:pt x="510589" y="213652"/>
                  </a:lnTo>
                  <a:lnTo>
                    <a:pt x="511443" y="212945"/>
                  </a:lnTo>
                  <a:lnTo>
                    <a:pt x="511966" y="212319"/>
                  </a:lnTo>
                  <a:lnTo>
                    <a:pt x="512141" y="211995"/>
                  </a:lnTo>
                  <a:lnTo>
                    <a:pt x="512330" y="211699"/>
                  </a:lnTo>
                  <a:lnTo>
                    <a:pt x="512440" y="211390"/>
                  </a:lnTo>
                  <a:lnTo>
                    <a:pt x="512426" y="210950"/>
                  </a:lnTo>
                  <a:lnTo>
                    <a:pt x="512280" y="210596"/>
                  </a:lnTo>
                  <a:lnTo>
                    <a:pt x="511917" y="210254"/>
                  </a:lnTo>
                  <a:lnTo>
                    <a:pt x="511669" y="209823"/>
                  </a:lnTo>
                  <a:lnTo>
                    <a:pt x="511671" y="209587"/>
                  </a:lnTo>
                  <a:lnTo>
                    <a:pt x="511738" y="208790"/>
                  </a:lnTo>
                  <a:lnTo>
                    <a:pt x="511721" y="208547"/>
                  </a:lnTo>
                  <a:lnTo>
                    <a:pt x="511723" y="208362"/>
                  </a:lnTo>
                  <a:lnTo>
                    <a:pt x="511803" y="208237"/>
                  </a:lnTo>
                  <a:lnTo>
                    <a:pt x="511959" y="208149"/>
                  </a:lnTo>
                  <a:lnTo>
                    <a:pt x="511966" y="208145"/>
                  </a:lnTo>
                  <a:lnTo>
                    <a:pt x="512225" y="208059"/>
                  </a:lnTo>
                  <a:lnTo>
                    <a:pt x="513197" y="207584"/>
                  </a:lnTo>
                  <a:lnTo>
                    <a:pt x="513694" y="207261"/>
                  </a:lnTo>
                  <a:lnTo>
                    <a:pt x="513725" y="207253"/>
                  </a:lnTo>
                  <a:lnTo>
                    <a:pt x="513745" y="207247"/>
                  </a:lnTo>
                  <a:lnTo>
                    <a:pt x="513757" y="207241"/>
                  </a:lnTo>
                  <a:lnTo>
                    <a:pt x="513857" y="207173"/>
                  </a:lnTo>
                  <a:lnTo>
                    <a:pt x="513868" y="207163"/>
                  </a:lnTo>
                  <a:lnTo>
                    <a:pt x="513874" y="207155"/>
                  </a:lnTo>
                  <a:lnTo>
                    <a:pt x="513876" y="207144"/>
                  </a:lnTo>
                  <a:lnTo>
                    <a:pt x="513873" y="207110"/>
                  </a:lnTo>
                  <a:lnTo>
                    <a:pt x="513865" y="207099"/>
                  </a:lnTo>
                  <a:lnTo>
                    <a:pt x="513905" y="206975"/>
                  </a:lnTo>
                  <a:lnTo>
                    <a:pt x="513935" y="206737"/>
                  </a:lnTo>
                  <a:lnTo>
                    <a:pt x="513949" y="206452"/>
                  </a:lnTo>
                  <a:lnTo>
                    <a:pt x="513893" y="206292"/>
                  </a:lnTo>
                  <a:lnTo>
                    <a:pt x="513735" y="206008"/>
                  </a:lnTo>
                  <a:lnTo>
                    <a:pt x="513642" y="205936"/>
                  </a:lnTo>
                  <a:lnTo>
                    <a:pt x="513611" y="205906"/>
                  </a:lnTo>
                  <a:lnTo>
                    <a:pt x="513449" y="205768"/>
                  </a:lnTo>
                  <a:lnTo>
                    <a:pt x="513438" y="205762"/>
                  </a:lnTo>
                  <a:lnTo>
                    <a:pt x="513434" y="205761"/>
                  </a:lnTo>
                  <a:lnTo>
                    <a:pt x="513426" y="205758"/>
                  </a:lnTo>
                  <a:lnTo>
                    <a:pt x="513399" y="205749"/>
                  </a:lnTo>
                  <a:lnTo>
                    <a:pt x="513395" y="205748"/>
                  </a:lnTo>
                  <a:lnTo>
                    <a:pt x="513317" y="205681"/>
                  </a:lnTo>
                  <a:lnTo>
                    <a:pt x="513249" y="205609"/>
                  </a:lnTo>
                  <a:lnTo>
                    <a:pt x="513093" y="205378"/>
                  </a:lnTo>
                  <a:lnTo>
                    <a:pt x="512431" y="204912"/>
                  </a:lnTo>
                  <a:lnTo>
                    <a:pt x="512397" y="204851"/>
                  </a:lnTo>
                  <a:lnTo>
                    <a:pt x="512385" y="204838"/>
                  </a:lnTo>
                  <a:lnTo>
                    <a:pt x="512295" y="204741"/>
                  </a:lnTo>
                  <a:lnTo>
                    <a:pt x="512286" y="204731"/>
                  </a:lnTo>
                  <a:lnTo>
                    <a:pt x="512273" y="204719"/>
                  </a:lnTo>
                  <a:lnTo>
                    <a:pt x="512253" y="204702"/>
                  </a:lnTo>
                  <a:lnTo>
                    <a:pt x="512224" y="204680"/>
                  </a:lnTo>
                  <a:lnTo>
                    <a:pt x="512211" y="204670"/>
                  </a:lnTo>
                  <a:lnTo>
                    <a:pt x="512197" y="204660"/>
                  </a:lnTo>
                  <a:lnTo>
                    <a:pt x="512160" y="204641"/>
                  </a:lnTo>
                  <a:lnTo>
                    <a:pt x="512146" y="204633"/>
                  </a:lnTo>
                  <a:lnTo>
                    <a:pt x="511999" y="204539"/>
                  </a:lnTo>
                  <a:lnTo>
                    <a:pt x="511989" y="204530"/>
                  </a:lnTo>
                  <a:lnTo>
                    <a:pt x="511973" y="204522"/>
                  </a:lnTo>
                  <a:lnTo>
                    <a:pt x="511957" y="204518"/>
                  </a:lnTo>
                  <a:lnTo>
                    <a:pt x="511944" y="204515"/>
                  </a:lnTo>
                  <a:lnTo>
                    <a:pt x="511934" y="204514"/>
                  </a:lnTo>
                  <a:lnTo>
                    <a:pt x="511682" y="204303"/>
                  </a:lnTo>
                  <a:lnTo>
                    <a:pt x="510932" y="203605"/>
                  </a:lnTo>
                  <a:lnTo>
                    <a:pt x="510894" y="203539"/>
                  </a:lnTo>
                  <a:lnTo>
                    <a:pt x="510888" y="203526"/>
                  </a:lnTo>
                  <a:lnTo>
                    <a:pt x="510885" y="203514"/>
                  </a:lnTo>
                  <a:lnTo>
                    <a:pt x="510885" y="203506"/>
                  </a:lnTo>
                  <a:lnTo>
                    <a:pt x="510885" y="203500"/>
                  </a:lnTo>
                  <a:lnTo>
                    <a:pt x="510890" y="203418"/>
                  </a:lnTo>
                  <a:lnTo>
                    <a:pt x="510886" y="203346"/>
                  </a:lnTo>
                  <a:lnTo>
                    <a:pt x="510885" y="203340"/>
                  </a:lnTo>
                  <a:lnTo>
                    <a:pt x="510882" y="203332"/>
                  </a:lnTo>
                  <a:lnTo>
                    <a:pt x="510879" y="203325"/>
                  </a:lnTo>
                  <a:lnTo>
                    <a:pt x="510871" y="203315"/>
                  </a:lnTo>
                  <a:lnTo>
                    <a:pt x="510865" y="203310"/>
                  </a:lnTo>
                  <a:lnTo>
                    <a:pt x="510897" y="202990"/>
                  </a:lnTo>
                  <a:lnTo>
                    <a:pt x="510836" y="202687"/>
                  </a:lnTo>
                  <a:lnTo>
                    <a:pt x="510580" y="202152"/>
                  </a:lnTo>
                  <a:lnTo>
                    <a:pt x="510484" y="201726"/>
                  </a:lnTo>
                  <a:lnTo>
                    <a:pt x="510489" y="201586"/>
                  </a:lnTo>
                  <a:lnTo>
                    <a:pt x="510591" y="201048"/>
                  </a:lnTo>
                  <a:lnTo>
                    <a:pt x="510545" y="200594"/>
                  </a:lnTo>
                  <a:lnTo>
                    <a:pt x="510558" y="200488"/>
                  </a:lnTo>
                  <a:lnTo>
                    <a:pt x="510584" y="200129"/>
                  </a:lnTo>
                  <a:lnTo>
                    <a:pt x="510628" y="199988"/>
                  </a:lnTo>
                  <a:lnTo>
                    <a:pt x="510696" y="199885"/>
                  </a:lnTo>
                  <a:lnTo>
                    <a:pt x="510722" y="199857"/>
                  </a:lnTo>
                  <a:lnTo>
                    <a:pt x="510785" y="199752"/>
                  </a:lnTo>
                  <a:lnTo>
                    <a:pt x="510848" y="199641"/>
                  </a:lnTo>
                  <a:lnTo>
                    <a:pt x="510853" y="199630"/>
                  </a:lnTo>
                  <a:lnTo>
                    <a:pt x="510861" y="199619"/>
                  </a:lnTo>
                  <a:lnTo>
                    <a:pt x="510869" y="199610"/>
                  </a:lnTo>
                  <a:lnTo>
                    <a:pt x="510886" y="199589"/>
                  </a:lnTo>
                  <a:lnTo>
                    <a:pt x="510907" y="199564"/>
                  </a:lnTo>
                  <a:lnTo>
                    <a:pt x="510926" y="199542"/>
                  </a:lnTo>
                  <a:lnTo>
                    <a:pt x="510944" y="199522"/>
                  </a:lnTo>
                  <a:lnTo>
                    <a:pt x="510952" y="199517"/>
                  </a:lnTo>
                  <a:lnTo>
                    <a:pt x="510959" y="199514"/>
                  </a:lnTo>
                  <a:lnTo>
                    <a:pt x="510967" y="199510"/>
                  </a:lnTo>
                  <a:lnTo>
                    <a:pt x="511012" y="199494"/>
                  </a:lnTo>
                  <a:lnTo>
                    <a:pt x="511023" y="199489"/>
                  </a:lnTo>
                  <a:lnTo>
                    <a:pt x="511074" y="199471"/>
                  </a:lnTo>
                  <a:lnTo>
                    <a:pt x="511357" y="199119"/>
                  </a:lnTo>
                  <a:lnTo>
                    <a:pt x="511636" y="198840"/>
                  </a:lnTo>
                  <a:lnTo>
                    <a:pt x="511976" y="198630"/>
                  </a:lnTo>
                  <a:lnTo>
                    <a:pt x="511988" y="198627"/>
                  </a:lnTo>
                  <a:lnTo>
                    <a:pt x="511996" y="198624"/>
                  </a:lnTo>
                  <a:lnTo>
                    <a:pt x="512103" y="198588"/>
                  </a:lnTo>
                  <a:lnTo>
                    <a:pt x="512112" y="198585"/>
                  </a:lnTo>
                  <a:lnTo>
                    <a:pt x="512118" y="198584"/>
                  </a:lnTo>
                  <a:lnTo>
                    <a:pt x="512124" y="198586"/>
                  </a:lnTo>
                  <a:lnTo>
                    <a:pt x="512133" y="198589"/>
                  </a:lnTo>
                  <a:lnTo>
                    <a:pt x="512313" y="198599"/>
                  </a:lnTo>
                  <a:lnTo>
                    <a:pt x="512407" y="198580"/>
                  </a:lnTo>
                  <a:lnTo>
                    <a:pt x="512437" y="198585"/>
                  </a:lnTo>
                  <a:lnTo>
                    <a:pt x="512452" y="198584"/>
                  </a:lnTo>
                  <a:lnTo>
                    <a:pt x="512460" y="198581"/>
                  </a:lnTo>
                  <a:lnTo>
                    <a:pt x="512469" y="198576"/>
                  </a:lnTo>
                  <a:lnTo>
                    <a:pt x="512481" y="198567"/>
                  </a:lnTo>
                  <a:lnTo>
                    <a:pt x="512780" y="198347"/>
                  </a:lnTo>
                  <a:lnTo>
                    <a:pt x="512791" y="198337"/>
                  </a:lnTo>
                  <a:lnTo>
                    <a:pt x="512819" y="198312"/>
                  </a:lnTo>
                  <a:lnTo>
                    <a:pt x="512829" y="198301"/>
                  </a:lnTo>
                  <a:lnTo>
                    <a:pt x="512839" y="198285"/>
                  </a:lnTo>
                  <a:lnTo>
                    <a:pt x="512846" y="198274"/>
                  </a:lnTo>
                  <a:lnTo>
                    <a:pt x="512876" y="198227"/>
                  </a:lnTo>
                  <a:lnTo>
                    <a:pt x="512890" y="198202"/>
                  </a:lnTo>
                  <a:lnTo>
                    <a:pt x="512894" y="198189"/>
                  </a:lnTo>
                  <a:lnTo>
                    <a:pt x="513079" y="198092"/>
                  </a:lnTo>
                  <a:lnTo>
                    <a:pt x="513142" y="198092"/>
                  </a:lnTo>
                  <a:lnTo>
                    <a:pt x="513162" y="198092"/>
                  </a:lnTo>
                  <a:lnTo>
                    <a:pt x="513174" y="198090"/>
                  </a:lnTo>
                  <a:lnTo>
                    <a:pt x="513178" y="198089"/>
                  </a:lnTo>
                  <a:lnTo>
                    <a:pt x="513192" y="198086"/>
                  </a:lnTo>
                  <a:lnTo>
                    <a:pt x="513210" y="198079"/>
                  </a:lnTo>
                  <a:lnTo>
                    <a:pt x="513432" y="197988"/>
                  </a:lnTo>
                  <a:lnTo>
                    <a:pt x="513920" y="197776"/>
                  </a:lnTo>
                  <a:lnTo>
                    <a:pt x="514004" y="197740"/>
                  </a:lnTo>
                  <a:lnTo>
                    <a:pt x="514012" y="197736"/>
                  </a:lnTo>
                  <a:lnTo>
                    <a:pt x="514019" y="197733"/>
                  </a:lnTo>
                  <a:lnTo>
                    <a:pt x="514026" y="197727"/>
                  </a:lnTo>
                  <a:lnTo>
                    <a:pt x="514030" y="197721"/>
                  </a:lnTo>
                  <a:lnTo>
                    <a:pt x="514032" y="197714"/>
                  </a:lnTo>
                  <a:lnTo>
                    <a:pt x="514035" y="197701"/>
                  </a:lnTo>
                  <a:lnTo>
                    <a:pt x="514042" y="197687"/>
                  </a:lnTo>
                  <a:lnTo>
                    <a:pt x="514047" y="197683"/>
                  </a:lnTo>
                  <a:lnTo>
                    <a:pt x="514062" y="197672"/>
                  </a:lnTo>
                  <a:lnTo>
                    <a:pt x="514079" y="197664"/>
                  </a:lnTo>
                  <a:lnTo>
                    <a:pt x="514095" y="197657"/>
                  </a:lnTo>
                  <a:lnTo>
                    <a:pt x="514113" y="197652"/>
                  </a:lnTo>
                  <a:lnTo>
                    <a:pt x="514131" y="197649"/>
                  </a:lnTo>
                  <a:lnTo>
                    <a:pt x="514156" y="197644"/>
                  </a:lnTo>
                  <a:lnTo>
                    <a:pt x="514172" y="197642"/>
                  </a:lnTo>
                  <a:lnTo>
                    <a:pt x="514222" y="197639"/>
                  </a:lnTo>
                  <a:lnTo>
                    <a:pt x="514253" y="197639"/>
                  </a:lnTo>
                  <a:lnTo>
                    <a:pt x="514289" y="197639"/>
                  </a:lnTo>
                  <a:lnTo>
                    <a:pt x="514353" y="197639"/>
                  </a:lnTo>
                  <a:lnTo>
                    <a:pt x="514375" y="197639"/>
                  </a:lnTo>
                  <a:lnTo>
                    <a:pt x="514386" y="197637"/>
                  </a:lnTo>
                  <a:lnTo>
                    <a:pt x="514392" y="197635"/>
                  </a:lnTo>
                  <a:lnTo>
                    <a:pt x="514402" y="197632"/>
                  </a:lnTo>
                  <a:lnTo>
                    <a:pt x="514474" y="197604"/>
                  </a:lnTo>
                  <a:lnTo>
                    <a:pt x="514484" y="197600"/>
                  </a:lnTo>
                  <a:lnTo>
                    <a:pt x="514490" y="197594"/>
                  </a:lnTo>
                  <a:lnTo>
                    <a:pt x="514518" y="197493"/>
                  </a:lnTo>
                  <a:lnTo>
                    <a:pt x="514536" y="197416"/>
                  </a:lnTo>
                  <a:lnTo>
                    <a:pt x="514589" y="197346"/>
                  </a:lnTo>
                  <a:lnTo>
                    <a:pt x="514595" y="197338"/>
                  </a:lnTo>
                  <a:lnTo>
                    <a:pt x="514604" y="197327"/>
                  </a:lnTo>
                  <a:lnTo>
                    <a:pt x="514664" y="197252"/>
                  </a:lnTo>
                  <a:lnTo>
                    <a:pt x="514796" y="197145"/>
                  </a:lnTo>
                  <a:lnTo>
                    <a:pt x="514823" y="197124"/>
                  </a:lnTo>
                  <a:lnTo>
                    <a:pt x="514829" y="197121"/>
                  </a:lnTo>
                  <a:lnTo>
                    <a:pt x="514938" y="197052"/>
                  </a:lnTo>
                  <a:lnTo>
                    <a:pt x="514946" y="197047"/>
                  </a:lnTo>
                  <a:lnTo>
                    <a:pt x="514954" y="197039"/>
                  </a:lnTo>
                  <a:lnTo>
                    <a:pt x="514957" y="197033"/>
                  </a:lnTo>
                  <a:lnTo>
                    <a:pt x="514997" y="196937"/>
                  </a:lnTo>
                  <a:lnTo>
                    <a:pt x="515004" y="196899"/>
                  </a:lnTo>
                  <a:lnTo>
                    <a:pt x="514990" y="196749"/>
                  </a:lnTo>
                  <a:lnTo>
                    <a:pt x="514987" y="196743"/>
                  </a:lnTo>
                  <a:lnTo>
                    <a:pt x="514981" y="196738"/>
                  </a:lnTo>
                  <a:lnTo>
                    <a:pt x="514969" y="196727"/>
                  </a:lnTo>
                  <a:lnTo>
                    <a:pt x="514956" y="196714"/>
                  </a:lnTo>
                  <a:lnTo>
                    <a:pt x="514949" y="196704"/>
                  </a:lnTo>
                  <a:lnTo>
                    <a:pt x="514942" y="196693"/>
                  </a:lnTo>
                  <a:lnTo>
                    <a:pt x="514895" y="196604"/>
                  </a:lnTo>
                  <a:lnTo>
                    <a:pt x="514892" y="196595"/>
                  </a:lnTo>
                  <a:lnTo>
                    <a:pt x="514886" y="196313"/>
                  </a:lnTo>
                  <a:lnTo>
                    <a:pt x="514843" y="196117"/>
                  </a:lnTo>
                  <a:lnTo>
                    <a:pt x="514836" y="196079"/>
                  </a:lnTo>
                  <a:lnTo>
                    <a:pt x="514833" y="196059"/>
                  </a:lnTo>
                  <a:lnTo>
                    <a:pt x="514831" y="196054"/>
                  </a:lnTo>
                  <a:lnTo>
                    <a:pt x="514825" y="196031"/>
                  </a:lnTo>
                  <a:lnTo>
                    <a:pt x="514821" y="196002"/>
                  </a:lnTo>
                  <a:lnTo>
                    <a:pt x="514832" y="195696"/>
                  </a:lnTo>
                  <a:lnTo>
                    <a:pt x="514834" y="195658"/>
                  </a:lnTo>
                  <a:lnTo>
                    <a:pt x="514879" y="195372"/>
                  </a:lnTo>
                  <a:lnTo>
                    <a:pt x="514921" y="195303"/>
                  </a:lnTo>
                  <a:lnTo>
                    <a:pt x="514932" y="195292"/>
                  </a:lnTo>
                  <a:lnTo>
                    <a:pt x="514943" y="195281"/>
                  </a:lnTo>
                  <a:lnTo>
                    <a:pt x="515005" y="195245"/>
                  </a:lnTo>
                  <a:lnTo>
                    <a:pt x="515101" y="195123"/>
                  </a:lnTo>
                  <a:lnTo>
                    <a:pt x="515210" y="194969"/>
                  </a:lnTo>
                  <a:lnTo>
                    <a:pt x="515228" y="194950"/>
                  </a:lnTo>
                  <a:lnTo>
                    <a:pt x="515258" y="194932"/>
                  </a:lnTo>
                  <a:lnTo>
                    <a:pt x="515282" y="194921"/>
                  </a:lnTo>
                  <a:lnTo>
                    <a:pt x="515311" y="194911"/>
                  </a:lnTo>
                  <a:lnTo>
                    <a:pt x="515342" y="194905"/>
                  </a:lnTo>
                  <a:lnTo>
                    <a:pt x="515363" y="194900"/>
                  </a:lnTo>
                  <a:lnTo>
                    <a:pt x="515436" y="194850"/>
                  </a:lnTo>
                  <a:lnTo>
                    <a:pt x="515455" y="194832"/>
                  </a:lnTo>
                  <a:lnTo>
                    <a:pt x="515467" y="194810"/>
                  </a:lnTo>
                  <a:lnTo>
                    <a:pt x="515473" y="194793"/>
                  </a:lnTo>
                  <a:lnTo>
                    <a:pt x="515477" y="194784"/>
                  </a:lnTo>
                  <a:lnTo>
                    <a:pt x="515577" y="194684"/>
                  </a:lnTo>
                  <a:lnTo>
                    <a:pt x="515591" y="194670"/>
                  </a:lnTo>
                  <a:lnTo>
                    <a:pt x="515623" y="194644"/>
                  </a:lnTo>
                  <a:lnTo>
                    <a:pt x="515722" y="194600"/>
                  </a:lnTo>
                  <a:lnTo>
                    <a:pt x="515814" y="194576"/>
                  </a:lnTo>
                  <a:lnTo>
                    <a:pt x="516065" y="194507"/>
                  </a:lnTo>
                  <a:lnTo>
                    <a:pt x="516075" y="194502"/>
                  </a:lnTo>
                  <a:lnTo>
                    <a:pt x="516085" y="194496"/>
                  </a:lnTo>
                  <a:lnTo>
                    <a:pt x="516067" y="194400"/>
                  </a:lnTo>
                  <a:lnTo>
                    <a:pt x="516066" y="194392"/>
                  </a:lnTo>
                  <a:lnTo>
                    <a:pt x="516069" y="194382"/>
                  </a:lnTo>
                  <a:lnTo>
                    <a:pt x="516076" y="194360"/>
                  </a:lnTo>
                  <a:lnTo>
                    <a:pt x="516086" y="194339"/>
                  </a:lnTo>
                  <a:lnTo>
                    <a:pt x="516103" y="194306"/>
                  </a:lnTo>
                  <a:lnTo>
                    <a:pt x="516106" y="194302"/>
                  </a:lnTo>
                  <a:lnTo>
                    <a:pt x="516110" y="194296"/>
                  </a:lnTo>
                  <a:lnTo>
                    <a:pt x="516180" y="194221"/>
                  </a:lnTo>
                  <a:lnTo>
                    <a:pt x="516191" y="194210"/>
                  </a:lnTo>
                  <a:lnTo>
                    <a:pt x="516203" y="194200"/>
                  </a:lnTo>
                  <a:lnTo>
                    <a:pt x="516215" y="194189"/>
                  </a:lnTo>
                  <a:lnTo>
                    <a:pt x="516230" y="194179"/>
                  </a:lnTo>
                  <a:lnTo>
                    <a:pt x="516244" y="194169"/>
                  </a:lnTo>
                  <a:lnTo>
                    <a:pt x="516259" y="194160"/>
                  </a:lnTo>
                  <a:lnTo>
                    <a:pt x="516522" y="194023"/>
                  </a:lnTo>
                  <a:lnTo>
                    <a:pt x="516530" y="194019"/>
                  </a:lnTo>
                  <a:lnTo>
                    <a:pt x="516550" y="194013"/>
                  </a:lnTo>
                  <a:lnTo>
                    <a:pt x="516824" y="193940"/>
                  </a:lnTo>
                  <a:lnTo>
                    <a:pt x="517336" y="193874"/>
                  </a:lnTo>
                  <a:lnTo>
                    <a:pt x="517743" y="193927"/>
                  </a:lnTo>
                  <a:lnTo>
                    <a:pt x="517916" y="193968"/>
                  </a:lnTo>
                  <a:lnTo>
                    <a:pt x="517976" y="193986"/>
                  </a:lnTo>
                  <a:lnTo>
                    <a:pt x="518033" y="194003"/>
                  </a:lnTo>
                  <a:lnTo>
                    <a:pt x="518058" y="194010"/>
                  </a:lnTo>
                  <a:lnTo>
                    <a:pt x="518081" y="194013"/>
                  </a:lnTo>
                  <a:lnTo>
                    <a:pt x="518093" y="194015"/>
                  </a:lnTo>
                  <a:lnTo>
                    <a:pt x="518108" y="194018"/>
                  </a:lnTo>
                  <a:lnTo>
                    <a:pt x="518113" y="194019"/>
                  </a:lnTo>
                  <a:lnTo>
                    <a:pt x="518169" y="194030"/>
                  </a:lnTo>
                  <a:lnTo>
                    <a:pt x="518256" y="194044"/>
                  </a:lnTo>
                  <a:lnTo>
                    <a:pt x="518327" y="194052"/>
                  </a:lnTo>
                  <a:lnTo>
                    <a:pt x="518404" y="194061"/>
                  </a:lnTo>
                  <a:lnTo>
                    <a:pt x="518428" y="194062"/>
                  </a:lnTo>
                  <a:lnTo>
                    <a:pt x="518851" y="194024"/>
                  </a:lnTo>
                  <a:lnTo>
                    <a:pt x="519257" y="193968"/>
                  </a:lnTo>
                  <a:lnTo>
                    <a:pt x="519605" y="193949"/>
                  </a:lnTo>
                  <a:lnTo>
                    <a:pt x="519616" y="193947"/>
                  </a:lnTo>
                  <a:lnTo>
                    <a:pt x="519718" y="193922"/>
                  </a:lnTo>
                  <a:lnTo>
                    <a:pt x="519808" y="193898"/>
                  </a:lnTo>
                  <a:lnTo>
                    <a:pt x="519831" y="193891"/>
                  </a:lnTo>
                  <a:lnTo>
                    <a:pt x="519852" y="193883"/>
                  </a:lnTo>
                  <a:lnTo>
                    <a:pt x="519897" y="193868"/>
                  </a:lnTo>
                  <a:lnTo>
                    <a:pt x="519908" y="193862"/>
                  </a:lnTo>
                  <a:lnTo>
                    <a:pt x="519919" y="193855"/>
                  </a:lnTo>
                  <a:lnTo>
                    <a:pt x="519933" y="193845"/>
                  </a:lnTo>
                  <a:lnTo>
                    <a:pt x="520092" y="193768"/>
                  </a:lnTo>
                  <a:lnTo>
                    <a:pt x="520240" y="193712"/>
                  </a:lnTo>
                  <a:lnTo>
                    <a:pt x="520633" y="193567"/>
                  </a:lnTo>
                  <a:lnTo>
                    <a:pt x="520695" y="193549"/>
                  </a:lnTo>
                  <a:lnTo>
                    <a:pt x="520719" y="193544"/>
                  </a:lnTo>
                  <a:lnTo>
                    <a:pt x="520746" y="193540"/>
                  </a:lnTo>
                  <a:lnTo>
                    <a:pt x="520771" y="193537"/>
                  </a:lnTo>
                  <a:lnTo>
                    <a:pt x="520789" y="193536"/>
                  </a:lnTo>
                  <a:lnTo>
                    <a:pt x="520852" y="193531"/>
                  </a:lnTo>
                  <a:lnTo>
                    <a:pt x="520871" y="193530"/>
                  </a:lnTo>
                  <a:lnTo>
                    <a:pt x="520916" y="193530"/>
                  </a:lnTo>
                  <a:lnTo>
                    <a:pt x="520937" y="193531"/>
                  </a:lnTo>
                  <a:lnTo>
                    <a:pt x="520956" y="193533"/>
                  </a:lnTo>
                  <a:lnTo>
                    <a:pt x="521492" y="193619"/>
                  </a:lnTo>
                  <a:lnTo>
                    <a:pt x="521528" y="193630"/>
                  </a:lnTo>
                  <a:lnTo>
                    <a:pt x="522140" y="193844"/>
                  </a:lnTo>
                  <a:lnTo>
                    <a:pt x="522428" y="193967"/>
                  </a:lnTo>
                  <a:lnTo>
                    <a:pt x="522467" y="193986"/>
                  </a:lnTo>
                  <a:lnTo>
                    <a:pt x="522476" y="193991"/>
                  </a:lnTo>
                  <a:lnTo>
                    <a:pt x="522534" y="194018"/>
                  </a:lnTo>
                  <a:lnTo>
                    <a:pt x="522557" y="194028"/>
                  </a:lnTo>
                  <a:lnTo>
                    <a:pt x="522574" y="194035"/>
                  </a:lnTo>
                  <a:lnTo>
                    <a:pt x="522591" y="194042"/>
                  </a:lnTo>
                  <a:lnTo>
                    <a:pt x="522598" y="194045"/>
                  </a:lnTo>
                  <a:lnTo>
                    <a:pt x="522890" y="193849"/>
                  </a:lnTo>
                  <a:lnTo>
                    <a:pt x="523126" y="193792"/>
                  </a:lnTo>
                  <a:lnTo>
                    <a:pt x="523242" y="193781"/>
                  </a:lnTo>
                  <a:lnTo>
                    <a:pt x="523775" y="193849"/>
                  </a:lnTo>
                  <a:lnTo>
                    <a:pt x="524017" y="193937"/>
                  </a:lnTo>
                  <a:lnTo>
                    <a:pt x="524091" y="193937"/>
                  </a:lnTo>
                  <a:lnTo>
                    <a:pt x="524352" y="193782"/>
                  </a:lnTo>
                  <a:lnTo>
                    <a:pt x="524792" y="193424"/>
                  </a:lnTo>
                  <a:lnTo>
                    <a:pt x="524934" y="193103"/>
                  </a:lnTo>
                  <a:lnTo>
                    <a:pt x="525022" y="192990"/>
                  </a:lnTo>
                  <a:lnTo>
                    <a:pt x="525149" y="192959"/>
                  </a:lnTo>
                  <a:lnTo>
                    <a:pt x="526232" y="193023"/>
                  </a:lnTo>
                  <a:lnTo>
                    <a:pt x="526849" y="193303"/>
                  </a:lnTo>
                  <a:lnTo>
                    <a:pt x="527036" y="193457"/>
                  </a:lnTo>
                  <a:lnTo>
                    <a:pt x="528575" y="193620"/>
                  </a:lnTo>
                  <a:lnTo>
                    <a:pt x="528823" y="193716"/>
                  </a:lnTo>
                  <a:lnTo>
                    <a:pt x="528878" y="193769"/>
                  </a:lnTo>
                  <a:lnTo>
                    <a:pt x="529835" y="194775"/>
                  </a:lnTo>
                  <a:lnTo>
                    <a:pt x="531581" y="194663"/>
                  </a:lnTo>
                  <a:lnTo>
                    <a:pt x="532118" y="194558"/>
                  </a:lnTo>
                  <a:lnTo>
                    <a:pt x="532763" y="195057"/>
                  </a:lnTo>
                  <a:lnTo>
                    <a:pt x="532779" y="195063"/>
                  </a:lnTo>
                  <a:lnTo>
                    <a:pt x="532830" y="195081"/>
                  </a:lnTo>
                  <a:lnTo>
                    <a:pt x="533624" y="195087"/>
                  </a:lnTo>
                  <a:lnTo>
                    <a:pt x="535257" y="195356"/>
                  </a:lnTo>
                  <a:lnTo>
                    <a:pt x="535566" y="195489"/>
                  </a:lnTo>
                  <a:lnTo>
                    <a:pt x="535993" y="195781"/>
                  </a:lnTo>
                  <a:lnTo>
                    <a:pt x="536488" y="196100"/>
                  </a:lnTo>
                  <a:lnTo>
                    <a:pt x="536898" y="196330"/>
                  </a:lnTo>
                  <a:lnTo>
                    <a:pt x="537596" y="196446"/>
                  </a:lnTo>
                  <a:lnTo>
                    <a:pt x="538022" y="196279"/>
                  </a:lnTo>
                  <a:lnTo>
                    <a:pt x="538809" y="195928"/>
                  </a:lnTo>
                  <a:lnTo>
                    <a:pt x="539163" y="195962"/>
                  </a:lnTo>
                  <a:lnTo>
                    <a:pt x="539517" y="195889"/>
                  </a:lnTo>
                  <a:lnTo>
                    <a:pt x="540211" y="195493"/>
                  </a:lnTo>
                  <a:lnTo>
                    <a:pt x="540459" y="195379"/>
                  </a:lnTo>
                  <a:lnTo>
                    <a:pt x="540583" y="195280"/>
                  </a:lnTo>
                  <a:lnTo>
                    <a:pt x="540596" y="195186"/>
                  </a:lnTo>
                  <a:lnTo>
                    <a:pt x="540592" y="195001"/>
                  </a:lnTo>
                  <a:lnTo>
                    <a:pt x="540348" y="194639"/>
                  </a:lnTo>
                  <a:lnTo>
                    <a:pt x="539825" y="194091"/>
                  </a:lnTo>
                  <a:lnTo>
                    <a:pt x="539825" y="193836"/>
                  </a:lnTo>
                  <a:lnTo>
                    <a:pt x="539853" y="193721"/>
                  </a:lnTo>
                  <a:lnTo>
                    <a:pt x="540045" y="193560"/>
                  </a:lnTo>
                  <a:lnTo>
                    <a:pt x="540385" y="193476"/>
                  </a:lnTo>
                  <a:lnTo>
                    <a:pt x="541689" y="193429"/>
                  </a:lnTo>
                  <a:lnTo>
                    <a:pt x="542433" y="193539"/>
                  </a:lnTo>
                  <a:lnTo>
                    <a:pt x="542855" y="193513"/>
                  </a:lnTo>
                  <a:lnTo>
                    <a:pt x="543512" y="193221"/>
                  </a:lnTo>
                  <a:lnTo>
                    <a:pt x="544017" y="193070"/>
                  </a:lnTo>
                  <a:lnTo>
                    <a:pt x="544489" y="193117"/>
                  </a:lnTo>
                  <a:lnTo>
                    <a:pt x="544898" y="193205"/>
                  </a:lnTo>
                  <a:lnTo>
                    <a:pt x="545242" y="193195"/>
                  </a:lnTo>
                  <a:lnTo>
                    <a:pt x="545674" y="193028"/>
                  </a:lnTo>
                  <a:lnTo>
                    <a:pt x="545871" y="193002"/>
                  </a:lnTo>
                  <a:lnTo>
                    <a:pt x="546441" y="193002"/>
                  </a:lnTo>
                  <a:lnTo>
                    <a:pt x="546594" y="192987"/>
                  </a:lnTo>
                  <a:lnTo>
                    <a:pt x="546627" y="192969"/>
                  </a:lnTo>
                  <a:lnTo>
                    <a:pt x="546872" y="192940"/>
                  </a:lnTo>
                  <a:lnTo>
                    <a:pt x="547180" y="192715"/>
                  </a:lnTo>
                  <a:lnTo>
                    <a:pt x="547455" y="192283"/>
                  </a:lnTo>
                  <a:lnTo>
                    <a:pt x="547507" y="192235"/>
                  </a:lnTo>
                  <a:lnTo>
                    <a:pt x="547751" y="192064"/>
                  </a:lnTo>
                  <a:lnTo>
                    <a:pt x="547778" y="192054"/>
                  </a:lnTo>
                  <a:lnTo>
                    <a:pt x="547809" y="192048"/>
                  </a:lnTo>
                  <a:lnTo>
                    <a:pt x="547855" y="192046"/>
                  </a:lnTo>
                  <a:lnTo>
                    <a:pt x="547894" y="192048"/>
                  </a:lnTo>
                  <a:lnTo>
                    <a:pt x="548433" y="191876"/>
                  </a:lnTo>
                  <a:lnTo>
                    <a:pt x="549227" y="191814"/>
                  </a:lnTo>
                  <a:lnTo>
                    <a:pt x="549705" y="192017"/>
                  </a:lnTo>
                  <a:lnTo>
                    <a:pt x="550191" y="192168"/>
                  </a:lnTo>
                  <a:lnTo>
                    <a:pt x="550508" y="192184"/>
                  </a:lnTo>
                  <a:lnTo>
                    <a:pt x="550917" y="192069"/>
                  </a:lnTo>
                  <a:lnTo>
                    <a:pt x="551128" y="191840"/>
                  </a:lnTo>
                  <a:lnTo>
                    <a:pt x="551390" y="191772"/>
                  </a:lnTo>
                  <a:lnTo>
                    <a:pt x="551656" y="191882"/>
                  </a:lnTo>
                  <a:lnTo>
                    <a:pt x="552503" y="192228"/>
                  </a:lnTo>
                  <a:lnTo>
                    <a:pt x="552455" y="193070"/>
                  </a:lnTo>
                  <a:lnTo>
                    <a:pt x="552499" y="193223"/>
                  </a:lnTo>
                  <a:lnTo>
                    <a:pt x="552577" y="193282"/>
                  </a:lnTo>
                  <a:lnTo>
                    <a:pt x="553193" y="193285"/>
                  </a:lnTo>
                  <a:lnTo>
                    <a:pt x="553357" y="193373"/>
                  </a:lnTo>
                  <a:lnTo>
                    <a:pt x="553611" y="193617"/>
                  </a:lnTo>
                  <a:lnTo>
                    <a:pt x="553804" y="193961"/>
                  </a:lnTo>
                  <a:lnTo>
                    <a:pt x="554123" y="194380"/>
                  </a:lnTo>
                  <a:lnTo>
                    <a:pt x="554283" y="194687"/>
                  </a:lnTo>
                  <a:lnTo>
                    <a:pt x="554338" y="194918"/>
                  </a:lnTo>
                  <a:lnTo>
                    <a:pt x="554304" y="195052"/>
                  </a:lnTo>
                  <a:lnTo>
                    <a:pt x="554258" y="195168"/>
                  </a:lnTo>
                  <a:lnTo>
                    <a:pt x="554034" y="195357"/>
                  </a:lnTo>
                  <a:lnTo>
                    <a:pt x="553689" y="195481"/>
                  </a:lnTo>
                  <a:lnTo>
                    <a:pt x="553454" y="195663"/>
                  </a:lnTo>
                  <a:lnTo>
                    <a:pt x="553454" y="195839"/>
                  </a:lnTo>
                  <a:lnTo>
                    <a:pt x="553463" y="195896"/>
                  </a:lnTo>
                  <a:lnTo>
                    <a:pt x="553441" y="195991"/>
                  </a:lnTo>
                  <a:lnTo>
                    <a:pt x="553515" y="196257"/>
                  </a:lnTo>
                  <a:lnTo>
                    <a:pt x="553634" y="196414"/>
                  </a:lnTo>
                  <a:lnTo>
                    <a:pt x="553744" y="196632"/>
                  </a:lnTo>
                  <a:lnTo>
                    <a:pt x="553703" y="196820"/>
                  </a:lnTo>
                  <a:lnTo>
                    <a:pt x="553405" y="197049"/>
                  </a:lnTo>
                  <a:lnTo>
                    <a:pt x="553290" y="197138"/>
                  </a:lnTo>
                  <a:lnTo>
                    <a:pt x="553060" y="197305"/>
                  </a:lnTo>
                  <a:lnTo>
                    <a:pt x="553001" y="197430"/>
                  </a:lnTo>
                  <a:lnTo>
                    <a:pt x="553014" y="197607"/>
                  </a:lnTo>
                  <a:lnTo>
                    <a:pt x="553093" y="197805"/>
                  </a:lnTo>
                  <a:lnTo>
                    <a:pt x="553228" y="198012"/>
                  </a:lnTo>
                  <a:lnTo>
                    <a:pt x="553659" y="198242"/>
                  </a:lnTo>
                  <a:lnTo>
                    <a:pt x="554026" y="198288"/>
                  </a:lnTo>
                  <a:lnTo>
                    <a:pt x="554476" y="198351"/>
                  </a:lnTo>
                  <a:lnTo>
                    <a:pt x="554756" y="198450"/>
                  </a:lnTo>
                  <a:lnTo>
                    <a:pt x="554843" y="198700"/>
                  </a:lnTo>
                  <a:lnTo>
                    <a:pt x="554843" y="198872"/>
                  </a:lnTo>
                  <a:lnTo>
                    <a:pt x="554806" y="199373"/>
                  </a:lnTo>
                  <a:lnTo>
                    <a:pt x="554848" y="199789"/>
                  </a:lnTo>
                  <a:lnTo>
                    <a:pt x="554940" y="199993"/>
                  </a:lnTo>
                  <a:lnTo>
                    <a:pt x="555086" y="200113"/>
                  </a:lnTo>
                  <a:lnTo>
                    <a:pt x="555167" y="200152"/>
                  </a:lnTo>
                  <a:lnTo>
                    <a:pt x="555649" y="200278"/>
                  </a:lnTo>
                  <a:lnTo>
                    <a:pt x="555878" y="200448"/>
                  </a:lnTo>
                  <a:lnTo>
                    <a:pt x="555924" y="200571"/>
                  </a:lnTo>
                  <a:lnTo>
                    <a:pt x="555919" y="200707"/>
                  </a:lnTo>
                  <a:lnTo>
                    <a:pt x="555876" y="200752"/>
                  </a:lnTo>
                  <a:lnTo>
                    <a:pt x="555276" y="200915"/>
                  </a:lnTo>
                  <a:lnTo>
                    <a:pt x="555166" y="200949"/>
                  </a:lnTo>
                  <a:lnTo>
                    <a:pt x="554758" y="201076"/>
                  </a:lnTo>
                  <a:lnTo>
                    <a:pt x="554510" y="201409"/>
                  </a:lnTo>
                  <a:lnTo>
                    <a:pt x="554541" y="201757"/>
                  </a:lnTo>
                  <a:lnTo>
                    <a:pt x="554587" y="201920"/>
                  </a:lnTo>
                  <a:lnTo>
                    <a:pt x="554552" y="202070"/>
                  </a:lnTo>
                  <a:lnTo>
                    <a:pt x="554420" y="202200"/>
                  </a:lnTo>
                  <a:lnTo>
                    <a:pt x="554174" y="202246"/>
                  </a:lnTo>
                  <a:lnTo>
                    <a:pt x="553393" y="202180"/>
                  </a:lnTo>
                  <a:lnTo>
                    <a:pt x="552768" y="202089"/>
                  </a:lnTo>
                  <a:lnTo>
                    <a:pt x="552383" y="202018"/>
                  </a:lnTo>
                  <a:lnTo>
                    <a:pt x="552211" y="202167"/>
                  </a:lnTo>
                  <a:lnTo>
                    <a:pt x="552068" y="202493"/>
                  </a:lnTo>
                  <a:lnTo>
                    <a:pt x="551843" y="202748"/>
                  </a:lnTo>
                  <a:lnTo>
                    <a:pt x="551656" y="202810"/>
                  </a:lnTo>
                  <a:lnTo>
                    <a:pt x="551475" y="202980"/>
                  </a:lnTo>
                  <a:lnTo>
                    <a:pt x="551148" y="203028"/>
                  </a:lnTo>
                  <a:lnTo>
                    <a:pt x="550840" y="203023"/>
                  </a:lnTo>
                  <a:lnTo>
                    <a:pt x="550337" y="202982"/>
                  </a:lnTo>
                  <a:lnTo>
                    <a:pt x="550098" y="203023"/>
                  </a:lnTo>
                  <a:lnTo>
                    <a:pt x="550039" y="203098"/>
                  </a:lnTo>
                  <a:lnTo>
                    <a:pt x="550038" y="203121"/>
                  </a:lnTo>
                  <a:lnTo>
                    <a:pt x="550069" y="203428"/>
                  </a:lnTo>
                  <a:lnTo>
                    <a:pt x="550080" y="203686"/>
                  </a:lnTo>
                  <a:lnTo>
                    <a:pt x="549980" y="203924"/>
                  </a:lnTo>
                  <a:lnTo>
                    <a:pt x="549661" y="204441"/>
                  </a:lnTo>
                  <a:lnTo>
                    <a:pt x="549371" y="204987"/>
                  </a:lnTo>
                  <a:lnTo>
                    <a:pt x="549367" y="205141"/>
                  </a:lnTo>
                  <a:lnTo>
                    <a:pt x="549407" y="205279"/>
                  </a:lnTo>
                  <a:lnTo>
                    <a:pt x="549452" y="205350"/>
                  </a:lnTo>
                  <a:lnTo>
                    <a:pt x="549657" y="205479"/>
                  </a:lnTo>
                  <a:lnTo>
                    <a:pt x="549947" y="205558"/>
                  </a:lnTo>
                  <a:lnTo>
                    <a:pt x="550304" y="205525"/>
                  </a:lnTo>
                  <a:lnTo>
                    <a:pt x="550837" y="205529"/>
                  </a:lnTo>
                  <a:lnTo>
                    <a:pt x="550877" y="205507"/>
                  </a:lnTo>
                  <a:lnTo>
                    <a:pt x="550884" y="205503"/>
                  </a:lnTo>
                  <a:lnTo>
                    <a:pt x="550889" y="205502"/>
                  </a:lnTo>
                  <a:lnTo>
                    <a:pt x="551020" y="205490"/>
                  </a:lnTo>
                  <a:lnTo>
                    <a:pt x="551034" y="205489"/>
                  </a:lnTo>
                  <a:lnTo>
                    <a:pt x="551041" y="205491"/>
                  </a:lnTo>
                  <a:lnTo>
                    <a:pt x="551046" y="205493"/>
                  </a:lnTo>
                  <a:lnTo>
                    <a:pt x="551053" y="205500"/>
                  </a:lnTo>
                  <a:lnTo>
                    <a:pt x="551067" y="205515"/>
                  </a:lnTo>
                  <a:lnTo>
                    <a:pt x="551084" y="205534"/>
                  </a:lnTo>
                  <a:lnTo>
                    <a:pt x="551186" y="205658"/>
                  </a:lnTo>
                  <a:lnTo>
                    <a:pt x="551242" y="205727"/>
                  </a:lnTo>
                  <a:lnTo>
                    <a:pt x="551250" y="205738"/>
                  </a:lnTo>
                  <a:lnTo>
                    <a:pt x="551255" y="205747"/>
                  </a:lnTo>
                  <a:lnTo>
                    <a:pt x="551299" y="205835"/>
                  </a:lnTo>
                  <a:lnTo>
                    <a:pt x="551336" y="206086"/>
                  </a:lnTo>
                  <a:lnTo>
                    <a:pt x="551402" y="206378"/>
                  </a:lnTo>
                  <a:lnTo>
                    <a:pt x="551527" y="206553"/>
                  </a:lnTo>
                  <a:lnTo>
                    <a:pt x="552055" y="206712"/>
                  </a:lnTo>
                  <a:lnTo>
                    <a:pt x="552511" y="207028"/>
                  </a:lnTo>
                  <a:lnTo>
                    <a:pt x="552739" y="207270"/>
                  </a:lnTo>
                  <a:lnTo>
                    <a:pt x="552731" y="207412"/>
                  </a:lnTo>
                  <a:lnTo>
                    <a:pt x="552562" y="207479"/>
                  </a:lnTo>
                  <a:lnTo>
                    <a:pt x="552070" y="207512"/>
                  </a:lnTo>
                  <a:lnTo>
                    <a:pt x="551850" y="207520"/>
                  </a:lnTo>
                  <a:lnTo>
                    <a:pt x="551666" y="207562"/>
                  </a:lnTo>
                  <a:lnTo>
                    <a:pt x="551615" y="207654"/>
                  </a:lnTo>
                  <a:lnTo>
                    <a:pt x="551681" y="207704"/>
                  </a:lnTo>
                  <a:lnTo>
                    <a:pt x="552259" y="208127"/>
                  </a:lnTo>
                  <a:lnTo>
                    <a:pt x="552492" y="208434"/>
                  </a:lnTo>
                  <a:lnTo>
                    <a:pt x="552712" y="208601"/>
                  </a:lnTo>
                  <a:lnTo>
                    <a:pt x="552891" y="208622"/>
                  </a:lnTo>
                  <a:lnTo>
                    <a:pt x="553419" y="208523"/>
                  </a:lnTo>
                  <a:lnTo>
                    <a:pt x="554002" y="208424"/>
                  </a:lnTo>
                  <a:lnTo>
                    <a:pt x="554521" y="208601"/>
                  </a:lnTo>
                  <a:lnTo>
                    <a:pt x="555196" y="209127"/>
                  </a:lnTo>
                  <a:lnTo>
                    <a:pt x="555963" y="209638"/>
                  </a:lnTo>
                  <a:lnTo>
                    <a:pt x="556605" y="210149"/>
                  </a:lnTo>
                  <a:lnTo>
                    <a:pt x="557046" y="210394"/>
                  </a:lnTo>
                  <a:lnTo>
                    <a:pt x="557128" y="210396"/>
                  </a:lnTo>
                  <a:lnTo>
                    <a:pt x="557138" y="210390"/>
                  </a:lnTo>
                  <a:lnTo>
                    <a:pt x="557147" y="210384"/>
                  </a:lnTo>
                  <a:lnTo>
                    <a:pt x="557464" y="210050"/>
                  </a:lnTo>
                  <a:lnTo>
                    <a:pt x="557863" y="209810"/>
                  </a:lnTo>
                  <a:lnTo>
                    <a:pt x="558148" y="209763"/>
                  </a:lnTo>
                  <a:lnTo>
                    <a:pt x="558644" y="209914"/>
                  </a:lnTo>
                  <a:lnTo>
                    <a:pt x="559534" y="210316"/>
                  </a:lnTo>
                  <a:lnTo>
                    <a:pt x="560347" y="210701"/>
                  </a:lnTo>
                  <a:lnTo>
                    <a:pt x="560921" y="211045"/>
                  </a:lnTo>
                  <a:lnTo>
                    <a:pt x="561334" y="211327"/>
                  </a:lnTo>
                  <a:lnTo>
                    <a:pt x="561637" y="211619"/>
                  </a:lnTo>
                  <a:lnTo>
                    <a:pt x="561632" y="211801"/>
                  </a:lnTo>
                  <a:lnTo>
                    <a:pt x="561628" y="212114"/>
                  </a:lnTo>
                  <a:lnTo>
                    <a:pt x="561701" y="212291"/>
                  </a:lnTo>
                  <a:lnTo>
                    <a:pt x="561761" y="212400"/>
                  </a:lnTo>
                  <a:lnTo>
                    <a:pt x="561844" y="212406"/>
                  </a:lnTo>
                  <a:lnTo>
                    <a:pt x="561942" y="212357"/>
                  </a:lnTo>
                  <a:lnTo>
                    <a:pt x="562175" y="212316"/>
                  </a:lnTo>
                  <a:lnTo>
                    <a:pt x="562704" y="212166"/>
                  </a:lnTo>
                  <a:lnTo>
                    <a:pt x="562833" y="212166"/>
                  </a:lnTo>
                  <a:lnTo>
                    <a:pt x="563016" y="212212"/>
                  </a:lnTo>
                  <a:lnTo>
                    <a:pt x="563134" y="212237"/>
                  </a:lnTo>
                  <a:lnTo>
                    <a:pt x="563224" y="212287"/>
                  </a:lnTo>
                  <a:lnTo>
                    <a:pt x="563234" y="212354"/>
                  </a:lnTo>
                  <a:lnTo>
                    <a:pt x="563116" y="212616"/>
                  </a:lnTo>
                  <a:lnTo>
                    <a:pt x="562969" y="212912"/>
                  </a:lnTo>
                  <a:lnTo>
                    <a:pt x="562495" y="213408"/>
                  </a:lnTo>
                  <a:lnTo>
                    <a:pt x="561867" y="213908"/>
                  </a:lnTo>
                  <a:lnTo>
                    <a:pt x="561630" y="214084"/>
                  </a:lnTo>
                  <a:lnTo>
                    <a:pt x="561477" y="214240"/>
                  </a:lnTo>
                  <a:lnTo>
                    <a:pt x="560577" y="214861"/>
                  </a:lnTo>
                  <a:lnTo>
                    <a:pt x="560412" y="215079"/>
                  </a:lnTo>
                  <a:lnTo>
                    <a:pt x="560320" y="215288"/>
                  </a:lnTo>
                  <a:lnTo>
                    <a:pt x="560324" y="215346"/>
                  </a:lnTo>
                  <a:lnTo>
                    <a:pt x="560551" y="215659"/>
                  </a:lnTo>
                  <a:lnTo>
                    <a:pt x="560580" y="215835"/>
                  </a:lnTo>
                  <a:lnTo>
                    <a:pt x="560494" y="216050"/>
                  </a:lnTo>
                  <a:lnTo>
                    <a:pt x="560006" y="216330"/>
                  </a:lnTo>
                  <a:lnTo>
                    <a:pt x="559361" y="216717"/>
                  </a:lnTo>
                  <a:lnTo>
                    <a:pt x="558744" y="216839"/>
                  </a:lnTo>
                  <a:lnTo>
                    <a:pt x="558395" y="217006"/>
                  </a:lnTo>
                  <a:lnTo>
                    <a:pt x="558036" y="217236"/>
                  </a:lnTo>
                  <a:lnTo>
                    <a:pt x="557859" y="217395"/>
                  </a:lnTo>
                  <a:lnTo>
                    <a:pt x="557880" y="217682"/>
                  </a:lnTo>
                  <a:lnTo>
                    <a:pt x="558068" y="218062"/>
                  </a:lnTo>
                  <a:lnTo>
                    <a:pt x="558380" y="218364"/>
                  </a:lnTo>
                  <a:lnTo>
                    <a:pt x="558557" y="218522"/>
                  </a:lnTo>
                  <a:lnTo>
                    <a:pt x="558573" y="218527"/>
                  </a:lnTo>
                  <a:lnTo>
                    <a:pt x="558584" y="218532"/>
                  </a:lnTo>
                  <a:lnTo>
                    <a:pt x="558597" y="218537"/>
                  </a:lnTo>
                  <a:lnTo>
                    <a:pt x="558607" y="218544"/>
                  </a:lnTo>
                  <a:lnTo>
                    <a:pt x="558618" y="218554"/>
                  </a:lnTo>
                  <a:lnTo>
                    <a:pt x="558665" y="218599"/>
                  </a:lnTo>
                  <a:lnTo>
                    <a:pt x="558728" y="218657"/>
                  </a:lnTo>
                  <a:lnTo>
                    <a:pt x="558746" y="218674"/>
                  </a:lnTo>
                  <a:lnTo>
                    <a:pt x="558771" y="218694"/>
                  </a:lnTo>
                  <a:lnTo>
                    <a:pt x="558783" y="218703"/>
                  </a:lnTo>
                  <a:lnTo>
                    <a:pt x="558792" y="218707"/>
                  </a:lnTo>
                  <a:lnTo>
                    <a:pt x="558808" y="218713"/>
                  </a:lnTo>
                  <a:lnTo>
                    <a:pt x="558876" y="218734"/>
                  </a:lnTo>
                  <a:lnTo>
                    <a:pt x="558907" y="218742"/>
                  </a:lnTo>
                  <a:lnTo>
                    <a:pt x="558922" y="218745"/>
                  </a:lnTo>
                  <a:lnTo>
                    <a:pt x="558994" y="218753"/>
                  </a:lnTo>
                  <a:lnTo>
                    <a:pt x="559048" y="218757"/>
                  </a:lnTo>
                  <a:lnTo>
                    <a:pt x="559078" y="218759"/>
                  </a:lnTo>
                  <a:lnTo>
                    <a:pt x="559098" y="218759"/>
                  </a:lnTo>
                  <a:lnTo>
                    <a:pt x="559115" y="218758"/>
                  </a:lnTo>
                  <a:lnTo>
                    <a:pt x="559134" y="218756"/>
                  </a:lnTo>
                  <a:lnTo>
                    <a:pt x="559141" y="218755"/>
                  </a:lnTo>
                  <a:lnTo>
                    <a:pt x="559154" y="218749"/>
                  </a:lnTo>
                  <a:lnTo>
                    <a:pt x="559161" y="218745"/>
                  </a:lnTo>
                  <a:lnTo>
                    <a:pt x="559662" y="218848"/>
                  </a:lnTo>
                  <a:lnTo>
                    <a:pt x="560157" y="219132"/>
                  </a:lnTo>
                  <a:lnTo>
                    <a:pt x="560396" y="219302"/>
                  </a:lnTo>
                  <a:lnTo>
                    <a:pt x="560577" y="219418"/>
                  </a:lnTo>
                  <a:lnTo>
                    <a:pt x="560927" y="219551"/>
                  </a:lnTo>
                  <a:lnTo>
                    <a:pt x="561166" y="219596"/>
                  </a:lnTo>
                  <a:lnTo>
                    <a:pt x="561431" y="219613"/>
                  </a:lnTo>
                  <a:lnTo>
                    <a:pt x="561728" y="219713"/>
                  </a:lnTo>
                  <a:lnTo>
                    <a:pt x="561930" y="219705"/>
                  </a:lnTo>
                  <a:lnTo>
                    <a:pt x="562162" y="219571"/>
                  </a:lnTo>
                  <a:lnTo>
                    <a:pt x="562514" y="219526"/>
                  </a:lnTo>
                  <a:lnTo>
                    <a:pt x="562704" y="219556"/>
                  </a:lnTo>
                  <a:lnTo>
                    <a:pt x="563179" y="219559"/>
                  </a:lnTo>
                  <a:lnTo>
                    <a:pt x="563542" y="219680"/>
                  </a:lnTo>
                  <a:lnTo>
                    <a:pt x="563682" y="219801"/>
                  </a:lnTo>
                  <a:lnTo>
                    <a:pt x="563840" y="220105"/>
                  </a:lnTo>
                  <a:lnTo>
                    <a:pt x="563958" y="220309"/>
                  </a:lnTo>
                  <a:lnTo>
                    <a:pt x="564086" y="220493"/>
                  </a:lnTo>
                  <a:lnTo>
                    <a:pt x="564174" y="220597"/>
                  </a:lnTo>
                  <a:lnTo>
                    <a:pt x="564251" y="220672"/>
                  </a:lnTo>
                  <a:lnTo>
                    <a:pt x="564336" y="220676"/>
                  </a:lnTo>
                  <a:lnTo>
                    <a:pt x="564538" y="220601"/>
                  </a:lnTo>
                  <a:lnTo>
                    <a:pt x="564802" y="220509"/>
                  </a:lnTo>
                  <a:lnTo>
                    <a:pt x="564852" y="220504"/>
                  </a:lnTo>
                  <a:lnTo>
                    <a:pt x="564997" y="220459"/>
                  </a:lnTo>
                  <a:lnTo>
                    <a:pt x="565259" y="220574"/>
                  </a:lnTo>
                  <a:lnTo>
                    <a:pt x="566314" y="221523"/>
                  </a:lnTo>
                  <a:lnTo>
                    <a:pt x="566604" y="221778"/>
                  </a:lnTo>
                  <a:lnTo>
                    <a:pt x="567073" y="222045"/>
                  </a:lnTo>
                  <a:lnTo>
                    <a:pt x="567522" y="221783"/>
                  </a:lnTo>
                  <a:lnTo>
                    <a:pt x="567834" y="221637"/>
                  </a:lnTo>
                  <a:lnTo>
                    <a:pt x="568033" y="221646"/>
                  </a:lnTo>
                  <a:lnTo>
                    <a:pt x="568556" y="221809"/>
                  </a:lnTo>
                  <a:lnTo>
                    <a:pt x="569140" y="221790"/>
                  </a:lnTo>
                  <a:lnTo>
                    <a:pt x="569631" y="222022"/>
                  </a:lnTo>
                  <a:lnTo>
                    <a:pt x="570925" y="222422"/>
                  </a:lnTo>
                  <a:lnTo>
                    <a:pt x="571592" y="222628"/>
                  </a:lnTo>
                  <a:lnTo>
                    <a:pt x="572583" y="223010"/>
                  </a:lnTo>
                  <a:lnTo>
                    <a:pt x="573134" y="223279"/>
                  </a:lnTo>
                  <a:lnTo>
                    <a:pt x="573256" y="223441"/>
                  </a:lnTo>
                  <a:lnTo>
                    <a:pt x="573260" y="223497"/>
                  </a:lnTo>
                  <a:lnTo>
                    <a:pt x="573112" y="223904"/>
                  </a:lnTo>
                  <a:lnTo>
                    <a:pt x="573063" y="224104"/>
                  </a:lnTo>
                  <a:lnTo>
                    <a:pt x="573057" y="224261"/>
                  </a:lnTo>
                  <a:lnTo>
                    <a:pt x="573123" y="224405"/>
                  </a:lnTo>
                  <a:lnTo>
                    <a:pt x="573261" y="224548"/>
                  </a:lnTo>
                  <a:lnTo>
                    <a:pt x="573438" y="224689"/>
                  </a:lnTo>
                  <a:lnTo>
                    <a:pt x="573451" y="224686"/>
                  </a:lnTo>
                  <a:lnTo>
                    <a:pt x="573492" y="224730"/>
                  </a:lnTo>
                  <a:lnTo>
                    <a:pt x="574286" y="225136"/>
                  </a:lnTo>
                  <a:lnTo>
                    <a:pt x="574930" y="225449"/>
                  </a:lnTo>
                  <a:lnTo>
                    <a:pt x="575569" y="225724"/>
                  </a:lnTo>
                  <a:lnTo>
                    <a:pt x="576032" y="225999"/>
                  </a:lnTo>
                  <a:lnTo>
                    <a:pt x="576374" y="226368"/>
                  </a:lnTo>
                  <a:lnTo>
                    <a:pt x="576594" y="226481"/>
                  </a:lnTo>
                  <a:lnTo>
                    <a:pt x="576699" y="226513"/>
                  </a:lnTo>
                  <a:lnTo>
                    <a:pt x="577236" y="226383"/>
                  </a:lnTo>
                  <a:lnTo>
                    <a:pt x="577948" y="225940"/>
                  </a:lnTo>
                  <a:lnTo>
                    <a:pt x="578401" y="225666"/>
                  </a:lnTo>
                  <a:lnTo>
                    <a:pt x="578895" y="225536"/>
                  </a:lnTo>
                  <a:lnTo>
                    <a:pt x="579256" y="225621"/>
                  </a:lnTo>
                  <a:lnTo>
                    <a:pt x="579549" y="225842"/>
                  </a:lnTo>
                  <a:lnTo>
                    <a:pt x="579583" y="226064"/>
                  </a:lnTo>
                  <a:lnTo>
                    <a:pt x="579575" y="226292"/>
                  </a:lnTo>
                  <a:lnTo>
                    <a:pt x="579641" y="226930"/>
                  </a:lnTo>
                  <a:lnTo>
                    <a:pt x="579750" y="227125"/>
                  </a:lnTo>
                  <a:lnTo>
                    <a:pt x="579968" y="227432"/>
                  </a:lnTo>
                  <a:lnTo>
                    <a:pt x="580124" y="227518"/>
                  </a:lnTo>
                  <a:lnTo>
                    <a:pt x="580583" y="227535"/>
                  </a:lnTo>
                  <a:lnTo>
                    <a:pt x="580697" y="227523"/>
                  </a:lnTo>
                  <a:lnTo>
                    <a:pt x="581207" y="227458"/>
                  </a:lnTo>
                  <a:lnTo>
                    <a:pt x="581304" y="227455"/>
                  </a:lnTo>
                  <a:lnTo>
                    <a:pt x="581483" y="227490"/>
                  </a:lnTo>
                  <a:lnTo>
                    <a:pt x="581529" y="227631"/>
                  </a:lnTo>
                  <a:lnTo>
                    <a:pt x="581456" y="228017"/>
                  </a:lnTo>
                  <a:lnTo>
                    <a:pt x="581501" y="228157"/>
                  </a:lnTo>
                  <a:lnTo>
                    <a:pt x="581598" y="228267"/>
                  </a:lnTo>
                  <a:lnTo>
                    <a:pt x="581965" y="228496"/>
                  </a:lnTo>
                  <a:lnTo>
                    <a:pt x="582493" y="228626"/>
                  </a:lnTo>
                  <a:lnTo>
                    <a:pt x="582862" y="228899"/>
                  </a:lnTo>
                  <a:lnTo>
                    <a:pt x="582875" y="229038"/>
                  </a:lnTo>
                  <a:lnTo>
                    <a:pt x="582640" y="229611"/>
                  </a:lnTo>
                  <a:lnTo>
                    <a:pt x="581969" y="230393"/>
                  </a:lnTo>
                  <a:lnTo>
                    <a:pt x="581703" y="230737"/>
                  </a:lnTo>
                  <a:lnTo>
                    <a:pt x="581618" y="231058"/>
                  </a:lnTo>
                  <a:lnTo>
                    <a:pt x="581573" y="231119"/>
                  </a:lnTo>
                  <a:lnTo>
                    <a:pt x="581568" y="231125"/>
                  </a:lnTo>
                  <a:lnTo>
                    <a:pt x="581563" y="231133"/>
                  </a:lnTo>
                  <a:lnTo>
                    <a:pt x="581556" y="231206"/>
                  </a:lnTo>
                  <a:lnTo>
                    <a:pt x="581648" y="231498"/>
                  </a:lnTo>
                  <a:lnTo>
                    <a:pt x="581859" y="231644"/>
                  </a:lnTo>
                  <a:lnTo>
                    <a:pt x="582079" y="231847"/>
                  </a:lnTo>
                  <a:lnTo>
                    <a:pt x="582199" y="232050"/>
                  </a:lnTo>
                  <a:lnTo>
                    <a:pt x="582327" y="232337"/>
                  </a:lnTo>
                  <a:lnTo>
                    <a:pt x="582473" y="232840"/>
                  </a:lnTo>
                  <a:lnTo>
                    <a:pt x="582456" y="233296"/>
                  </a:lnTo>
                  <a:lnTo>
                    <a:pt x="582461" y="233525"/>
                  </a:lnTo>
                  <a:lnTo>
                    <a:pt x="582497" y="233822"/>
                  </a:lnTo>
                  <a:lnTo>
                    <a:pt x="582557" y="233948"/>
                  </a:lnTo>
                  <a:lnTo>
                    <a:pt x="582672" y="234093"/>
                  </a:lnTo>
                  <a:lnTo>
                    <a:pt x="582868" y="234182"/>
                  </a:lnTo>
                  <a:lnTo>
                    <a:pt x="582872" y="234187"/>
                  </a:lnTo>
                  <a:lnTo>
                    <a:pt x="582875" y="234191"/>
                  </a:lnTo>
                  <a:lnTo>
                    <a:pt x="582879" y="234195"/>
                  </a:lnTo>
                  <a:lnTo>
                    <a:pt x="582884" y="234199"/>
                  </a:lnTo>
                  <a:lnTo>
                    <a:pt x="582889" y="234203"/>
                  </a:lnTo>
                  <a:lnTo>
                    <a:pt x="582892" y="234205"/>
                  </a:lnTo>
                  <a:lnTo>
                    <a:pt x="582896" y="234208"/>
                  </a:lnTo>
                  <a:lnTo>
                    <a:pt x="582900" y="234211"/>
                  </a:lnTo>
                  <a:lnTo>
                    <a:pt x="582904" y="234214"/>
                  </a:lnTo>
                  <a:lnTo>
                    <a:pt x="582909" y="234216"/>
                  </a:lnTo>
                  <a:lnTo>
                    <a:pt x="582913" y="234219"/>
                  </a:lnTo>
                  <a:lnTo>
                    <a:pt x="582918" y="234222"/>
                  </a:lnTo>
                  <a:lnTo>
                    <a:pt x="582923" y="234225"/>
                  </a:lnTo>
                  <a:lnTo>
                    <a:pt x="582928" y="234227"/>
                  </a:lnTo>
                  <a:lnTo>
                    <a:pt x="582933" y="234230"/>
                  </a:lnTo>
                  <a:lnTo>
                    <a:pt x="582938" y="234233"/>
                  </a:lnTo>
                  <a:lnTo>
                    <a:pt x="582944" y="234235"/>
                  </a:lnTo>
                  <a:lnTo>
                    <a:pt x="582956" y="234241"/>
                  </a:lnTo>
                  <a:lnTo>
                    <a:pt x="582962" y="234243"/>
                  </a:lnTo>
                  <a:lnTo>
                    <a:pt x="582969" y="234246"/>
                  </a:lnTo>
                  <a:lnTo>
                    <a:pt x="583150" y="234314"/>
                  </a:lnTo>
                  <a:lnTo>
                    <a:pt x="583157" y="234316"/>
                  </a:lnTo>
                  <a:lnTo>
                    <a:pt x="583163" y="234317"/>
                  </a:lnTo>
                  <a:lnTo>
                    <a:pt x="583170" y="234318"/>
                  </a:lnTo>
                  <a:lnTo>
                    <a:pt x="583177" y="234319"/>
                  </a:lnTo>
                  <a:lnTo>
                    <a:pt x="583182" y="234319"/>
                  </a:lnTo>
                  <a:lnTo>
                    <a:pt x="583260" y="234313"/>
                  </a:lnTo>
                  <a:lnTo>
                    <a:pt x="583673" y="234557"/>
                  </a:lnTo>
                  <a:lnTo>
                    <a:pt x="583792" y="234708"/>
                  </a:lnTo>
                  <a:lnTo>
                    <a:pt x="583861" y="234912"/>
                  </a:lnTo>
                  <a:lnTo>
                    <a:pt x="583870" y="235110"/>
                  </a:lnTo>
                  <a:lnTo>
                    <a:pt x="583897" y="235292"/>
                  </a:lnTo>
                  <a:lnTo>
                    <a:pt x="584142" y="235689"/>
                  </a:lnTo>
                  <a:lnTo>
                    <a:pt x="584334" y="235811"/>
                  </a:lnTo>
                  <a:lnTo>
                    <a:pt x="584872" y="235983"/>
                  </a:lnTo>
                  <a:lnTo>
                    <a:pt x="585448" y="236082"/>
                  </a:lnTo>
                  <a:lnTo>
                    <a:pt x="585844" y="235943"/>
                  </a:lnTo>
                  <a:lnTo>
                    <a:pt x="586192" y="235737"/>
                  </a:lnTo>
                  <a:lnTo>
                    <a:pt x="586363" y="235690"/>
                  </a:lnTo>
                  <a:lnTo>
                    <a:pt x="586635" y="235732"/>
                  </a:lnTo>
                  <a:lnTo>
                    <a:pt x="586751" y="235804"/>
                  </a:lnTo>
                  <a:lnTo>
                    <a:pt x="586949" y="235930"/>
                  </a:lnTo>
                  <a:lnTo>
                    <a:pt x="587135" y="236313"/>
                  </a:lnTo>
                  <a:lnTo>
                    <a:pt x="587223" y="236425"/>
                  </a:lnTo>
                  <a:lnTo>
                    <a:pt x="587321" y="236537"/>
                  </a:lnTo>
                  <a:lnTo>
                    <a:pt x="587465" y="236608"/>
                  </a:lnTo>
                  <a:lnTo>
                    <a:pt x="588299" y="236914"/>
                  </a:lnTo>
                  <a:lnTo>
                    <a:pt x="588520" y="237066"/>
                  </a:lnTo>
                  <a:lnTo>
                    <a:pt x="588892" y="237277"/>
                  </a:lnTo>
                  <a:lnTo>
                    <a:pt x="589154" y="237435"/>
                  </a:lnTo>
                  <a:lnTo>
                    <a:pt x="589340" y="237561"/>
                  </a:lnTo>
                  <a:lnTo>
                    <a:pt x="589800" y="237700"/>
                  </a:lnTo>
                  <a:lnTo>
                    <a:pt x="590405" y="237984"/>
                  </a:lnTo>
                  <a:lnTo>
                    <a:pt x="590573" y="238149"/>
                  </a:lnTo>
                  <a:lnTo>
                    <a:pt x="590841" y="238670"/>
                  </a:lnTo>
                  <a:lnTo>
                    <a:pt x="591103" y="238901"/>
                  </a:lnTo>
                  <a:lnTo>
                    <a:pt x="591446" y="238947"/>
                  </a:lnTo>
                  <a:lnTo>
                    <a:pt x="591772" y="238821"/>
                  </a:lnTo>
                  <a:lnTo>
                    <a:pt x="592057" y="238716"/>
                  </a:lnTo>
                  <a:lnTo>
                    <a:pt x="592601" y="238716"/>
                  </a:lnTo>
                  <a:lnTo>
                    <a:pt x="593185" y="238755"/>
                  </a:lnTo>
                  <a:lnTo>
                    <a:pt x="594099" y="238696"/>
                  </a:lnTo>
                  <a:lnTo>
                    <a:pt x="594744" y="238696"/>
                  </a:lnTo>
                  <a:lnTo>
                    <a:pt x="595320" y="238808"/>
                  </a:lnTo>
                  <a:lnTo>
                    <a:pt x="595541" y="238829"/>
                  </a:lnTo>
                  <a:lnTo>
                    <a:pt x="595660" y="238806"/>
                  </a:lnTo>
                  <a:lnTo>
                    <a:pt x="595702" y="238906"/>
                  </a:lnTo>
                  <a:lnTo>
                    <a:pt x="595730" y="239187"/>
                  </a:lnTo>
                  <a:lnTo>
                    <a:pt x="596122" y="239518"/>
                  </a:lnTo>
                  <a:lnTo>
                    <a:pt x="596127" y="239513"/>
                  </a:lnTo>
                  <a:lnTo>
                    <a:pt x="596135" y="239507"/>
                  </a:lnTo>
                  <a:lnTo>
                    <a:pt x="596139" y="239504"/>
                  </a:lnTo>
                  <a:lnTo>
                    <a:pt x="596148" y="239511"/>
                  </a:lnTo>
                  <a:lnTo>
                    <a:pt x="596164" y="239522"/>
                  </a:lnTo>
                  <a:lnTo>
                    <a:pt x="596196" y="239549"/>
                  </a:lnTo>
                  <a:lnTo>
                    <a:pt x="596217" y="239569"/>
                  </a:lnTo>
                  <a:lnTo>
                    <a:pt x="596228" y="239589"/>
                  </a:lnTo>
                  <a:lnTo>
                    <a:pt x="596237" y="239604"/>
                  </a:lnTo>
                  <a:lnTo>
                    <a:pt x="596239" y="239609"/>
                  </a:lnTo>
                  <a:lnTo>
                    <a:pt x="596242" y="239616"/>
                  </a:lnTo>
                  <a:lnTo>
                    <a:pt x="596245" y="239623"/>
                  </a:lnTo>
                  <a:lnTo>
                    <a:pt x="596248" y="239632"/>
                  </a:lnTo>
                  <a:lnTo>
                    <a:pt x="596250" y="239637"/>
                  </a:lnTo>
                  <a:lnTo>
                    <a:pt x="596252" y="239642"/>
                  </a:lnTo>
                  <a:lnTo>
                    <a:pt x="596253" y="239648"/>
                  </a:lnTo>
                  <a:lnTo>
                    <a:pt x="596255" y="239654"/>
                  </a:lnTo>
                  <a:lnTo>
                    <a:pt x="596256" y="239662"/>
                  </a:lnTo>
                  <a:lnTo>
                    <a:pt x="597597" y="240416"/>
                  </a:lnTo>
                  <a:lnTo>
                    <a:pt x="598555" y="240944"/>
                  </a:lnTo>
                  <a:lnTo>
                    <a:pt x="599333" y="241762"/>
                  </a:lnTo>
                  <a:lnTo>
                    <a:pt x="599343" y="241795"/>
                  </a:lnTo>
                  <a:lnTo>
                    <a:pt x="599530" y="242262"/>
                  </a:lnTo>
                  <a:lnTo>
                    <a:pt x="599504" y="242829"/>
                  </a:lnTo>
                  <a:lnTo>
                    <a:pt x="599530" y="242954"/>
                  </a:lnTo>
                  <a:lnTo>
                    <a:pt x="599592" y="243062"/>
                  </a:lnTo>
                  <a:lnTo>
                    <a:pt x="599598" y="243066"/>
                  </a:lnTo>
                  <a:lnTo>
                    <a:pt x="599623" y="243106"/>
                  </a:lnTo>
                  <a:lnTo>
                    <a:pt x="599630" y="243117"/>
                  </a:lnTo>
                  <a:lnTo>
                    <a:pt x="599637" y="243127"/>
                  </a:lnTo>
                  <a:lnTo>
                    <a:pt x="599645" y="243137"/>
                  </a:lnTo>
                  <a:lnTo>
                    <a:pt x="599654" y="243146"/>
                  </a:lnTo>
                  <a:lnTo>
                    <a:pt x="599663" y="243154"/>
                  </a:lnTo>
                  <a:lnTo>
                    <a:pt x="599672" y="243162"/>
                  </a:lnTo>
                  <a:lnTo>
                    <a:pt x="599682" y="243169"/>
                  </a:lnTo>
                  <a:lnTo>
                    <a:pt x="599693" y="243175"/>
                  </a:lnTo>
                  <a:lnTo>
                    <a:pt x="599703" y="243181"/>
                  </a:lnTo>
                  <a:lnTo>
                    <a:pt x="599746" y="243204"/>
                  </a:lnTo>
                  <a:lnTo>
                    <a:pt x="599777" y="243219"/>
                  </a:lnTo>
                  <a:lnTo>
                    <a:pt x="599799" y="243230"/>
                  </a:lnTo>
                  <a:lnTo>
                    <a:pt x="599944" y="243291"/>
                  </a:lnTo>
                  <a:lnTo>
                    <a:pt x="599964" y="243299"/>
                  </a:lnTo>
                  <a:lnTo>
                    <a:pt x="599990" y="243309"/>
                  </a:lnTo>
                  <a:lnTo>
                    <a:pt x="600002" y="243313"/>
                  </a:lnTo>
                  <a:lnTo>
                    <a:pt x="600022" y="243320"/>
                  </a:lnTo>
                  <a:lnTo>
                    <a:pt x="600042" y="243332"/>
                  </a:lnTo>
                  <a:lnTo>
                    <a:pt x="600116" y="243416"/>
                  </a:lnTo>
                  <a:lnTo>
                    <a:pt x="600128" y="243438"/>
                  </a:lnTo>
                  <a:lnTo>
                    <a:pt x="600152" y="243481"/>
                  </a:lnTo>
                  <a:lnTo>
                    <a:pt x="600196" y="243581"/>
                  </a:lnTo>
                  <a:lnTo>
                    <a:pt x="600227" y="243598"/>
                  </a:lnTo>
                  <a:lnTo>
                    <a:pt x="600230" y="243604"/>
                  </a:lnTo>
                  <a:lnTo>
                    <a:pt x="600238" y="243618"/>
                  </a:lnTo>
                  <a:lnTo>
                    <a:pt x="600258" y="243660"/>
                  </a:lnTo>
                  <a:lnTo>
                    <a:pt x="600273" y="243693"/>
                  </a:lnTo>
                  <a:lnTo>
                    <a:pt x="600289" y="243736"/>
                  </a:lnTo>
                  <a:lnTo>
                    <a:pt x="600305" y="243782"/>
                  </a:lnTo>
                  <a:lnTo>
                    <a:pt x="600317" y="243809"/>
                  </a:lnTo>
                  <a:lnTo>
                    <a:pt x="600327" y="243846"/>
                  </a:lnTo>
                  <a:lnTo>
                    <a:pt x="600339" y="243901"/>
                  </a:lnTo>
                  <a:lnTo>
                    <a:pt x="600356" y="243932"/>
                  </a:lnTo>
                  <a:lnTo>
                    <a:pt x="600370" y="243960"/>
                  </a:lnTo>
                  <a:lnTo>
                    <a:pt x="600371" y="243974"/>
                  </a:lnTo>
                  <a:lnTo>
                    <a:pt x="600367" y="243992"/>
                  </a:lnTo>
                  <a:lnTo>
                    <a:pt x="600350" y="244009"/>
                  </a:lnTo>
                  <a:lnTo>
                    <a:pt x="600331" y="244020"/>
                  </a:lnTo>
                  <a:lnTo>
                    <a:pt x="600364" y="244064"/>
                  </a:lnTo>
                  <a:lnTo>
                    <a:pt x="600380" y="244069"/>
                  </a:lnTo>
                  <a:lnTo>
                    <a:pt x="600395" y="244075"/>
                  </a:lnTo>
                  <a:lnTo>
                    <a:pt x="600412" y="244079"/>
                  </a:lnTo>
                  <a:lnTo>
                    <a:pt x="600431" y="244085"/>
                  </a:lnTo>
                  <a:lnTo>
                    <a:pt x="600437" y="244088"/>
                  </a:lnTo>
                  <a:lnTo>
                    <a:pt x="600441" y="244093"/>
                  </a:lnTo>
                  <a:lnTo>
                    <a:pt x="600448" y="244102"/>
                  </a:lnTo>
                  <a:lnTo>
                    <a:pt x="600456" y="244113"/>
                  </a:lnTo>
                  <a:lnTo>
                    <a:pt x="600462" y="244120"/>
                  </a:lnTo>
                  <a:lnTo>
                    <a:pt x="600467" y="244123"/>
                  </a:lnTo>
                  <a:lnTo>
                    <a:pt x="600471" y="244126"/>
                  </a:lnTo>
                  <a:lnTo>
                    <a:pt x="600476" y="244128"/>
                  </a:lnTo>
                  <a:lnTo>
                    <a:pt x="600480" y="244129"/>
                  </a:lnTo>
                  <a:lnTo>
                    <a:pt x="600486" y="244132"/>
                  </a:lnTo>
                  <a:lnTo>
                    <a:pt x="600492" y="244134"/>
                  </a:lnTo>
                  <a:lnTo>
                    <a:pt x="600497" y="244136"/>
                  </a:lnTo>
                  <a:lnTo>
                    <a:pt x="600502" y="244137"/>
                  </a:lnTo>
                  <a:lnTo>
                    <a:pt x="600509" y="244139"/>
                  </a:lnTo>
                  <a:lnTo>
                    <a:pt x="600514" y="244140"/>
                  </a:lnTo>
                  <a:lnTo>
                    <a:pt x="600518" y="244140"/>
                  </a:lnTo>
                  <a:lnTo>
                    <a:pt x="600522" y="244141"/>
                  </a:lnTo>
                  <a:lnTo>
                    <a:pt x="600527" y="244142"/>
                  </a:lnTo>
                  <a:lnTo>
                    <a:pt x="600532" y="244142"/>
                  </a:lnTo>
                  <a:lnTo>
                    <a:pt x="600544" y="244143"/>
                  </a:lnTo>
                  <a:lnTo>
                    <a:pt x="600558" y="244144"/>
                  </a:lnTo>
                  <a:lnTo>
                    <a:pt x="600585" y="244145"/>
                  </a:lnTo>
                  <a:lnTo>
                    <a:pt x="600607" y="244145"/>
                  </a:lnTo>
                  <a:lnTo>
                    <a:pt x="600629" y="244145"/>
                  </a:lnTo>
                  <a:lnTo>
                    <a:pt x="600640" y="244145"/>
                  </a:lnTo>
                  <a:lnTo>
                    <a:pt x="600650" y="244144"/>
                  </a:lnTo>
                  <a:lnTo>
                    <a:pt x="600661" y="244143"/>
                  </a:lnTo>
                  <a:lnTo>
                    <a:pt x="600671" y="244142"/>
                  </a:lnTo>
                  <a:lnTo>
                    <a:pt x="600680" y="244141"/>
                  </a:lnTo>
                  <a:lnTo>
                    <a:pt x="601030" y="244189"/>
                  </a:lnTo>
                  <a:lnTo>
                    <a:pt x="601805" y="244252"/>
                  </a:lnTo>
                  <a:lnTo>
                    <a:pt x="602751" y="244116"/>
                  </a:lnTo>
                  <a:lnTo>
                    <a:pt x="603550" y="243934"/>
                  </a:lnTo>
                  <a:lnTo>
                    <a:pt x="603706" y="243928"/>
                  </a:lnTo>
                  <a:lnTo>
                    <a:pt x="603982" y="243876"/>
                  </a:lnTo>
                  <a:lnTo>
                    <a:pt x="604491" y="243913"/>
                  </a:lnTo>
                  <a:lnTo>
                    <a:pt x="605001" y="244127"/>
                  </a:lnTo>
                  <a:lnTo>
                    <a:pt x="605575" y="244325"/>
                  </a:lnTo>
                  <a:lnTo>
                    <a:pt x="606025" y="244481"/>
                  </a:lnTo>
                  <a:lnTo>
                    <a:pt x="606566" y="244486"/>
                  </a:lnTo>
                  <a:lnTo>
                    <a:pt x="607347" y="244241"/>
                  </a:lnTo>
                  <a:lnTo>
                    <a:pt x="607352" y="244241"/>
                  </a:lnTo>
                  <a:lnTo>
                    <a:pt x="607457" y="244189"/>
                  </a:lnTo>
                  <a:lnTo>
                    <a:pt x="607833" y="244038"/>
                  </a:lnTo>
                  <a:lnTo>
                    <a:pt x="608444" y="244048"/>
                  </a:lnTo>
                  <a:lnTo>
                    <a:pt x="608904" y="243859"/>
                  </a:lnTo>
                  <a:lnTo>
                    <a:pt x="609124" y="243598"/>
                  </a:lnTo>
                  <a:lnTo>
                    <a:pt x="609123" y="243593"/>
                  </a:lnTo>
                  <a:lnTo>
                    <a:pt x="609124" y="243582"/>
                  </a:lnTo>
                  <a:lnTo>
                    <a:pt x="609126" y="243570"/>
                  </a:lnTo>
                  <a:lnTo>
                    <a:pt x="609131" y="243547"/>
                  </a:lnTo>
                  <a:lnTo>
                    <a:pt x="609140" y="243520"/>
                  </a:lnTo>
                  <a:lnTo>
                    <a:pt x="609174" y="243438"/>
                  </a:lnTo>
                  <a:lnTo>
                    <a:pt x="609179" y="243430"/>
                  </a:lnTo>
                  <a:lnTo>
                    <a:pt x="609199" y="243400"/>
                  </a:lnTo>
                  <a:lnTo>
                    <a:pt x="609202" y="243394"/>
                  </a:lnTo>
                  <a:lnTo>
                    <a:pt x="609251" y="242894"/>
                  </a:lnTo>
                  <a:lnTo>
                    <a:pt x="609496" y="242743"/>
                  </a:lnTo>
                  <a:lnTo>
                    <a:pt x="610732" y="242470"/>
                  </a:lnTo>
                  <a:lnTo>
                    <a:pt x="611478" y="242476"/>
                  </a:lnTo>
                  <a:lnTo>
                    <a:pt x="612008" y="242359"/>
                  </a:lnTo>
                  <a:lnTo>
                    <a:pt x="612317" y="241964"/>
                  </a:lnTo>
                  <a:lnTo>
                    <a:pt x="612697" y="241630"/>
                  </a:lnTo>
                  <a:lnTo>
                    <a:pt x="612947" y="241751"/>
                  </a:lnTo>
                  <a:lnTo>
                    <a:pt x="613455" y="242025"/>
                  </a:lnTo>
                  <a:lnTo>
                    <a:pt x="615201" y="242081"/>
                  </a:lnTo>
                  <a:lnTo>
                    <a:pt x="616152" y="242388"/>
                  </a:lnTo>
                  <a:lnTo>
                    <a:pt x="616621" y="242436"/>
                  </a:lnTo>
                  <a:lnTo>
                    <a:pt x="616761" y="242461"/>
                  </a:lnTo>
                  <a:lnTo>
                    <a:pt x="618332" y="242048"/>
                  </a:lnTo>
                  <a:lnTo>
                    <a:pt x="618338" y="242046"/>
                  </a:lnTo>
                  <a:lnTo>
                    <a:pt x="618346" y="242044"/>
                  </a:lnTo>
                  <a:lnTo>
                    <a:pt x="618361" y="242041"/>
                  </a:lnTo>
                  <a:lnTo>
                    <a:pt x="619089" y="241915"/>
                  </a:lnTo>
                  <a:lnTo>
                    <a:pt x="619735" y="241972"/>
                  </a:lnTo>
                  <a:lnTo>
                    <a:pt x="620459" y="242241"/>
                  </a:lnTo>
                  <a:lnTo>
                    <a:pt x="620892" y="242779"/>
                  </a:lnTo>
                  <a:lnTo>
                    <a:pt x="621002" y="243141"/>
                  </a:lnTo>
                  <a:lnTo>
                    <a:pt x="620978" y="243541"/>
                  </a:lnTo>
                  <a:lnTo>
                    <a:pt x="620973" y="243545"/>
                  </a:lnTo>
                  <a:lnTo>
                    <a:pt x="620967" y="243549"/>
                  </a:lnTo>
                  <a:lnTo>
                    <a:pt x="620960" y="243553"/>
                  </a:lnTo>
                  <a:lnTo>
                    <a:pt x="620951" y="243557"/>
                  </a:lnTo>
                  <a:lnTo>
                    <a:pt x="620941" y="243561"/>
                  </a:lnTo>
                  <a:lnTo>
                    <a:pt x="620930" y="243565"/>
                  </a:lnTo>
                  <a:lnTo>
                    <a:pt x="620918" y="243569"/>
                  </a:lnTo>
                  <a:lnTo>
                    <a:pt x="620893" y="243577"/>
                  </a:lnTo>
                  <a:lnTo>
                    <a:pt x="620824" y="243597"/>
                  </a:lnTo>
                  <a:lnTo>
                    <a:pt x="620796" y="244141"/>
                  </a:lnTo>
                  <a:lnTo>
                    <a:pt x="620769" y="244324"/>
                  </a:lnTo>
                  <a:lnTo>
                    <a:pt x="620839" y="244937"/>
                  </a:lnTo>
                  <a:lnTo>
                    <a:pt x="621048" y="245196"/>
                  </a:lnTo>
                  <a:lnTo>
                    <a:pt x="621489" y="245521"/>
                  </a:lnTo>
                  <a:lnTo>
                    <a:pt x="621611" y="245575"/>
                  </a:lnTo>
                  <a:lnTo>
                    <a:pt x="621709" y="245646"/>
                  </a:lnTo>
                  <a:lnTo>
                    <a:pt x="622167" y="245785"/>
                  </a:lnTo>
                  <a:lnTo>
                    <a:pt x="622668" y="245905"/>
                  </a:lnTo>
                  <a:lnTo>
                    <a:pt x="622933" y="246105"/>
                  </a:lnTo>
                  <a:lnTo>
                    <a:pt x="622958" y="246150"/>
                  </a:lnTo>
                  <a:lnTo>
                    <a:pt x="622881" y="246905"/>
                  </a:lnTo>
                  <a:lnTo>
                    <a:pt x="622888" y="247226"/>
                  </a:lnTo>
                  <a:lnTo>
                    <a:pt x="622969" y="247431"/>
                  </a:lnTo>
                  <a:lnTo>
                    <a:pt x="623281" y="247522"/>
                  </a:lnTo>
                  <a:lnTo>
                    <a:pt x="624335" y="247652"/>
                  </a:lnTo>
                  <a:lnTo>
                    <a:pt x="624738" y="247749"/>
                  </a:lnTo>
                  <a:lnTo>
                    <a:pt x="625548" y="247898"/>
                  </a:lnTo>
                  <a:lnTo>
                    <a:pt x="626080" y="248052"/>
                  </a:lnTo>
                  <a:lnTo>
                    <a:pt x="626561" y="248335"/>
                  </a:lnTo>
                  <a:lnTo>
                    <a:pt x="626643" y="248418"/>
                  </a:lnTo>
                  <a:lnTo>
                    <a:pt x="626826" y="248677"/>
                  </a:lnTo>
                  <a:lnTo>
                    <a:pt x="626921" y="248961"/>
                  </a:lnTo>
                  <a:lnTo>
                    <a:pt x="626903" y="249536"/>
                  </a:lnTo>
                  <a:lnTo>
                    <a:pt x="626995" y="249890"/>
                  </a:lnTo>
                  <a:lnTo>
                    <a:pt x="627045" y="250044"/>
                  </a:lnTo>
                  <a:lnTo>
                    <a:pt x="627121" y="250387"/>
                  </a:lnTo>
                  <a:lnTo>
                    <a:pt x="627250" y="250673"/>
                  </a:lnTo>
                  <a:lnTo>
                    <a:pt x="627392" y="250882"/>
                  </a:lnTo>
                  <a:lnTo>
                    <a:pt x="627502" y="251036"/>
                  </a:lnTo>
                  <a:lnTo>
                    <a:pt x="627640" y="251093"/>
                  </a:lnTo>
                  <a:lnTo>
                    <a:pt x="628092" y="251013"/>
                  </a:lnTo>
                  <a:lnTo>
                    <a:pt x="628723" y="250830"/>
                  </a:lnTo>
                  <a:lnTo>
                    <a:pt x="629303" y="250830"/>
                  </a:lnTo>
                  <a:lnTo>
                    <a:pt x="629928" y="250882"/>
                  </a:lnTo>
                  <a:lnTo>
                    <a:pt x="630671" y="251009"/>
                  </a:lnTo>
                  <a:lnTo>
                    <a:pt x="631278" y="251102"/>
                  </a:lnTo>
                  <a:lnTo>
                    <a:pt x="631537" y="251074"/>
                  </a:lnTo>
                  <a:lnTo>
                    <a:pt x="631738" y="250949"/>
                  </a:lnTo>
                  <a:lnTo>
                    <a:pt x="632002" y="250765"/>
                  </a:lnTo>
                  <a:lnTo>
                    <a:pt x="632371" y="250674"/>
                  </a:lnTo>
                  <a:lnTo>
                    <a:pt x="632619" y="250652"/>
                  </a:lnTo>
                  <a:lnTo>
                    <a:pt x="633027" y="250683"/>
                  </a:lnTo>
                  <a:lnTo>
                    <a:pt x="633255" y="250785"/>
                  </a:lnTo>
                  <a:lnTo>
                    <a:pt x="634156" y="250935"/>
                  </a:lnTo>
                  <a:lnTo>
                    <a:pt x="634587" y="250935"/>
                  </a:lnTo>
                  <a:lnTo>
                    <a:pt x="634845" y="250857"/>
                  </a:lnTo>
                  <a:lnTo>
                    <a:pt x="635034" y="250674"/>
                  </a:lnTo>
                  <a:lnTo>
                    <a:pt x="635080" y="250433"/>
                  </a:lnTo>
                  <a:lnTo>
                    <a:pt x="635057" y="249958"/>
                  </a:lnTo>
                  <a:lnTo>
                    <a:pt x="634983" y="249365"/>
                  </a:lnTo>
                  <a:lnTo>
                    <a:pt x="635075" y="248792"/>
                  </a:lnTo>
                  <a:lnTo>
                    <a:pt x="635121" y="248648"/>
                  </a:lnTo>
                  <a:lnTo>
                    <a:pt x="635247" y="248622"/>
                  </a:lnTo>
                  <a:lnTo>
                    <a:pt x="635394" y="248689"/>
                  </a:lnTo>
                  <a:lnTo>
                    <a:pt x="636108" y="248837"/>
                  </a:lnTo>
                  <a:lnTo>
                    <a:pt x="636657" y="248848"/>
                  </a:lnTo>
                  <a:lnTo>
                    <a:pt x="636863" y="248867"/>
                  </a:lnTo>
                  <a:lnTo>
                    <a:pt x="636888" y="248865"/>
                  </a:lnTo>
                  <a:lnTo>
                    <a:pt x="637476" y="249036"/>
                  </a:lnTo>
                  <a:lnTo>
                    <a:pt x="637905" y="249093"/>
                  </a:lnTo>
                  <a:lnTo>
                    <a:pt x="638192" y="249091"/>
                  </a:lnTo>
                  <a:lnTo>
                    <a:pt x="638529" y="248950"/>
                  </a:lnTo>
                  <a:lnTo>
                    <a:pt x="639034" y="248717"/>
                  </a:lnTo>
                  <a:lnTo>
                    <a:pt x="639258" y="248773"/>
                  </a:lnTo>
                  <a:lnTo>
                    <a:pt x="639558" y="249053"/>
                  </a:lnTo>
                  <a:lnTo>
                    <a:pt x="639840" y="249295"/>
                  </a:lnTo>
                  <a:lnTo>
                    <a:pt x="639871" y="249594"/>
                  </a:lnTo>
                  <a:lnTo>
                    <a:pt x="639796" y="250260"/>
                  </a:lnTo>
                  <a:lnTo>
                    <a:pt x="639644" y="250949"/>
                  </a:lnTo>
                  <a:lnTo>
                    <a:pt x="639474" y="251401"/>
                  </a:lnTo>
                  <a:lnTo>
                    <a:pt x="639430" y="252172"/>
                  </a:lnTo>
                  <a:lnTo>
                    <a:pt x="639456" y="252729"/>
                  </a:lnTo>
                  <a:lnTo>
                    <a:pt x="639582" y="253132"/>
                  </a:lnTo>
                  <a:lnTo>
                    <a:pt x="639824" y="253563"/>
                  </a:lnTo>
                  <a:lnTo>
                    <a:pt x="639977" y="253802"/>
                  </a:lnTo>
                  <a:lnTo>
                    <a:pt x="640543" y="254419"/>
                  </a:lnTo>
                  <a:lnTo>
                    <a:pt x="640941" y="254708"/>
                  </a:lnTo>
                  <a:lnTo>
                    <a:pt x="641685" y="255589"/>
                  </a:lnTo>
                  <a:lnTo>
                    <a:pt x="642308" y="255809"/>
                  </a:lnTo>
                  <a:lnTo>
                    <a:pt x="643416" y="255735"/>
                  </a:lnTo>
                  <a:lnTo>
                    <a:pt x="644144" y="255766"/>
                  </a:lnTo>
                  <a:lnTo>
                    <a:pt x="644422" y="255993"/>
                  </a:lnTo>
                  <a:lnTo>
                    <a:pt x="644816" y="256417"/>
                  </a:lnTo>
                  <a:lnTo>
                    <a:pt x="645177" y="256614"/>
                  </a:lnTo>
                  <a:lnTo>
                    <a:pt x="645384" y="256690"/>
                  </a:lnTo>
                  <a:lnTo>
                    <a:pt x="645707" y="256613"/>
                  </a:lnTo>
                  <a:lnTo>
                    <a:pt x="645995" y="256467"/>
                  </a:lnTo>
                  <a:lnTo>
                    <a:pt x="646190" y="256462"/>
                  </a:lnTo>
                  <a:lnTo>
                    <a:pt x="646324" y="256521"/>
                  </a:lnTo>
                  <a:lnTo>
                    <a:pt x="646989" y="256967"/>
                  </a:lnTo>
                  <a:lnTo>
                    <a:pt x="648128" y="257243"/>
                  </a:lnTo>
                  <a:lnTo>
                    <a:pt x="648979" y="257478"/>
                  </a:lnTo>
                  <a:lnTo>
                    <a:pt x="650118" y="257961"/>
                  </a:lnTo>
                  <a:lnTo>
                    <a:pt x="650465" y="258235"/>
                  </a:lnTo>
                  <a:lnTo>
                    <a:pt x="650915" y="258553"/>
                  </a:lnTo>
                  <a:lnTo>
                    <a:pt x="651188" y="258795"/>
                  </a:lnTo>
                  <a:lnTo>
                    <a:pt x="651773" y="259140"/>
                  </a:lnTo>
                  <a:lnTo>
                    <a:pt x="651731" y="259255"/>
                  </a:lnTo>
                  <a:lnTo>
                    <a:pt x="650658" y="259124"/>
                  </a:lnTo>
                  <a:lnTo>
                    <a:pt x="650374" y="259157"/>
                  </a:lnTo>
                  <a:lnTo>
                    <a:pt x="650153" y="259325"/>
                  </a:lnTo>
                  <a:lnTo>
                    <a:pt x="650055" y="259515"/>
                  </a:lnTo>
                  <a:lnTo>
                    <a:pt x="650056" y="259734"/>
                  </a:lnTo>
                  <a:lnTo>
                    <a:pt x="650148" y="259957"/>
                  </a:lnTo>
                  <a:lnTo>
                    <a:pt x="650262" y="260142"/>
                  </a:lnTo>
                  <a:lnTo>
                    <a:pt x="651241" y="261112"/>
                  </a:lnTo>
                  <a:lnTo>
                    <a:pt x="651591" y="262054"/>
                  </a:lnTo>
                  <a:lnTo>
                    <a:pt x="651905" y="262735"/>
                  </a:lnTo>
                  <a:lnTo>
                    <a:pt x="652049" y="263251"/>
                  </a:lnTo>
                  <a:lnTo>
                    <a:pt x="652111" y="263556"/>
                  </a:lnTo>
                  <a:lnTo>
                    <a:pt x="652435" y="263904"/>
                  </a:lnTo>
                  <a:lnTo>
                    <a:pt x="653493" y="264491"/>
                  </a:lnTo>
                  <a:lnTo>
                    <a:pt x="654255" y="265186"/>
                  </a:lnTo>
                  <a:lnTo>
                    <a:pt x="654711" y="265606"/>
                  </a:lnTo>
                  <a:lnTo>
                    <a:pt x="654774" y="266324"/>
                  </a:lnTo>
                  <a:lnTo>
                    <a:pt x="654847" y="266930"/>
                  </a:lnTo>
                  <a:lnTo>
                    <a:pt x="654849" y="266956"/>
                  </a:lnTo>
                  <a:lnTo>
                    <a:pt x="654925" y="267292"/>
                  </a:lnTo>
                  <a:lnTo>
                    <a:pt x="654878" y="267477"/>
                  </a:lnTo>
                  <a:lnTo>
                    <a:pt x="654746" y="267697"/>
                  </a:lnTo>
                  <a:lnTo>
                    <a:pt x="654601" y="267859"/>
                  </a:lnTo>
                  <a:lnTo>
                    <a:pt x="654451" y="268017"/>
                  </a:lnTo>
                  <a:lnTo>
                    <a:pt x="654310" y="268277"/>
                  </a:lnTo>
                  <a:lnTo>
                    <a:pt x="654341" y="268496"/>
                  </a:lnTo>
                  <a:lnTo>
                    <a:pt x="654435" y="268806"/>
                  </a:lnTo>
                  <a:lnTo>
                    <a:pt x="654437" y="269123"/>
                  </a:lnTo>
                  <a:lnTo>
                    <a:pt x="654396" y="269316"/>
                  </a:lnTo>
                  <a:lnTo>
                    <a:pt x="654433" y="269420"/>
                  </a:lnTo>
                  <a:lnTo>
                    <a:pt x="654548" y="269575"/>
                  </a:lnTo>
                  <a:lnTo>
                    <a:pt x="654699" y="269688"/>
                  </a:lnTo>
                  <a:lnTo>
                    <a:pt x="655091" y="269766"/>
                  </a:lnTo>
                  <a:lnTo>
                    <a:pt x="655728" y="269855"/>
                  </a:lnTo>
                  <a:lnTo>
                    <a:pt x="656072" y="269914"/>
                  </a:lnTo>
                  <a:lnTo>
                    <a:pt x="656245" y="270043"/>
                  </a:lnTo>
                  <a:lnTo>
                    <a:pt x="656560" y="270336"/>
                  </a:lnTo>
                  <a:lnTo>
                    <a:pt x="656807" y="270685"/>
                  </a:lnTo>
                  <a:lnTo>
                    <a:pt x="656819" y="270864"/>
                  </a:lnTo>
                  <a:lnTo>
                    <a:pt x="656759" y="271115"/>
                  </a:lnTo>
                  <a:lnTo>
                    <a:pt x="656498" y="271359"/>
                  </a:lnTo>
                  <a:lnTo>
                    <a:pt x="656062" y="271796"/>
                  </a:lnTo>
                  <a:lnTo>
                    <a:pt x="655972" y="272115"/>
                  </a:lnTo>
                  <a:lnTo>
                    <a:pt x="656098" y="272295"/>
                  </a:lnTo>
                  <a:lnTo>
                    <a:pt x="656222" y="272555"/>
                  </a:lnTo>
                  <a:lnTo>
                    <a:pt x="656178" y="272786"/>
                  </a:lnTo>
                  <a:lnTo>
                    <a:pt x="655740" y="273088"/>
                  </a:lnTo>
                  <a:lnTo>
                    <a:pt x="655518" y="273319"/>
                  </a:lnTo>
                  <a:lnTo>
                    <a:pt x="655468" y="273417"/>
                  </a:lnTo>
                  <a:lnTo>
                    <a:pt x="655605" y="273704"/>
                  </a:lnTo>
                  <a:lnTo>
                    <a:pt x="656492" y="274475"/>
                  </a:lnTo>
                  <a:lnTo>
                    <a:pt x="656976" y="275442"/>
                  </a:lnTo>
                  <a:lnTo>
                    <a:pt x="657439" y="276753"/>
                  </a:lnTo>
                  <a:lnTo>
                    <a:pt x="657619" y="276986"/>
                  </a:lnTo>
                  <a:lnTo>
                    <a:pt x="658066" y="277247"/>
                  </a:lnTo>
                  <a:lnTo>
                    <a:pt x="658259" y="277381"/>
                  </a:lnTo>
                  <a:lnTo>
                    <a:pt x="658245" y="277897"/>
                  </a:lnTo>
                  <a:lnTo>
                    <a:pt x="658307" y="278384"/>
                  </a:lnTo>
                  <a:lnTo>
                    <a:pt x="659275" y="279102"/>
                  </a:lnTo>
                  <a:lnTo>
                    <a:pt x="659473" y="279566"/>
                  </a:lnTo>
                  <a:lnTo>
                    <a:pt x="659695" y="280017"/>
                  </a:lnTo>
                  <a:lnTo>
                    <a:pt x="660039" y="280293"/>
                  </a:lnTo>
                  <a:lnTo>
                    <a:pt x="660414" y="280567"/>
                  </a:lnTo>
                  <a:lnTo>
                    <a:pt x="660657" y="280821"/>
                  </a:lnTo>
                  <a:lnTo>
                    <a:pt x="661031" y="281428"/>
                  </a:lnTo>
                  <a:lnTo>
                    <a:pt x="661240" y="281562"/>
                  </a:lnTo>
                  <a:lnTo>
                    <a:pt x="661580" y="281632"/>
                  </a:lnTo>
                  <a:lnTo>
                    <a:pt x="661869" y="281730"/>
                  </a:lnTo>
                  <a:lnTo>
                    <a:pt x="661944" y="281924"/>
                  </a:lnTo>
                  <a:lnTo>
                    <a:pt x="661908" y="282296"/>
                  </a:lnTo>
                  <a:lnTo>
                    <a:pt x="661893" y="282564"/>
                  </a:lnTo>
                  <a:lnTo>
                    <a:pt x="661991" y="282705"/>
                  </a:lnTo>
                  <a:lnTo>
                    <a:pt x="662294" y="283161"/>
                  </a:lnTo>
                  <a:lnTo>
                    <a:pt x="662361" y="283220"/>
                  </a:lnTo>
                  <a:lnTo>
                    <a:pt x="662505" y="283417"/>
                  </a:lnTo>
                  <a:lnTo>
                    <a:pt x="663134" y="283814"/>
                  </a:lnTo>
                  <a:lnTo>
                    <a:pt x="663345" y="284057"/>
                  </a:lnTo>
                  <a:lnTo>
                    <a:pt x="663711" y="284629"/>
                  </a:lnTo>
                  <a:lnTo>
                    <a:pt x="664124" y="285115"/>
                  </a:lnTo>
                  <a:lnTo>
                    <a:pt x="664581" y="285666"/>
                  </a:lnTo>
                  <a:lnTo>
                    <a:pt x="665047" y="286229"/>
                  </a:lnTo>
                  <a:lnTo>
                    <a:pt x="665522" y="286577"/>
                  </a:lnTo>
                  <a:lnTo>
                    <a:pt x="665845" y="286935"/>
                  </a:lnTo>
                  <a:lnTo>
                    <a:pt x="665901" y="287071"/>
                  </a:lnTo>
                  <a:lnTo>
                    <a:pt x="665984" y="287512"/>
                  </a:lnTo>
                  <a:lnTo>
                    <a:pt x="666051" y="287752"/>
                  </a:lnTo>
                  <a:lnTo>
                    <a:pt x="666263" y="287800"/>
                  </a:lnTo>
                  <a:lnTo>
                    <a:pt x="666665" y="287784"/>
                  </a:lnTo>
                  <a:lnTo>
                    <a:pt x="667315" y="287653"/>
                  </a:lnTo>
                  <a:lnTo>
                    <a:pt x="667793" y="287620"/>
                  </a:lnTo>
                  <a:lnTo>
                    <a:pt x="668522" y="287665"/>
                  </a:lnTo>
                  <a:lnTo>
                    <a:pt x="669282" y="287972"/>
                  </a:lnTo>
                  <a:lnTo>
                    <a:pt x="669543" y="288152"/>
                  </a:lnTo>
                  <a:lnTo>
                    <a:pt x="670123" y="288669"/>
                  </a:lnTo>
                  <a:lnTo>
                    <a:pt x="670626" y="288949"/>
                  </a:lnTo>
                  <a:lnTo>
                    <a:pt x="671071" y="289039"/>
                  </a:lnTo>
                  <a:lnTo>
                    <a:pt x="671303" y="289188"/>
                  </a:lnTo>
                  <a:lnTo>
                    <a:pt x="671531" y="289314"/>
                  </a:lnTo>
                  <a:lnTo>
                    <a:pt x="671643" y="289596"/>
                  </a:lnTo>
                  <a:lnTo>
                    <a:pt x="672038" y="289991"/>
                  </a:lnTo>
                  <a:lnTo>
                    <a:pt x="672128" y="290372"/>
                  </a:lnTo>
                  <a:lnTo>
                    <a:pt x="672140" y="290736"/>
                  </a:lnTo>
                  <a:lnTo>
                    <a:pt x="672104" y="290928"/>
                  </a:lnTo>
                  <a:lnTo>
                    <a:pt x="672059" y="291120"/>
                  </a:lnTo>
                  <a:lnTo>
                    <a:pt x="672056" y="291273"/>
                  </a:lnTo>
                  <a:lnTo>
                    <a:pt x="672123" y="291489"/>
                  </a:lnTo>
                  <a:lnTo>
                    <a:pt x="672241" y="291725"/>
                  </a:lnTo>
                  <a:lnTo>
                    <a:pt x="672394" y="291980"/>
                  </a:lnTo>
                  <a:lnTo>
                    <a:pt x="672488" y="292074"/>
                  </a:lnTo>
                  <a:lnTo>
                    <a:pt x="672572" y="292234"/>
                  </a:lnTo>
                  <a:lnTo>
                    <a:pt x="672824" y="292394"/>
                  </a:lnTo>
                  <a:lnTo>
                    <a:pt x="673373" y="292561"/>
                  </a:lnTo>
                  <a:lnTo>
                    <a:pt x="673489" y="292724"/>
                  </a:lnTo>
                  <a:lnTo>
                    <a:pt x="673440" y="293816"/>
                  </a:lnTo>
                  <a:lnTo>
                    <a:pt x="673209" y="294263"/>
                  </a:lnTo>
                  <a:lnTo>
                    <a:pt x="672979" y="294750"/>
                  </a:lnTo>
                  <a:lnTo>
                    <a:pt x="672962" y="295082"/>
                  </a:lnTo>
                  <a:lnTo>
                    <a:pt x="674072" y="296153"/>
                  </a:lnTo>
                  <a:lnTo>
                    <a:pt x="674615" y="296403"/>
                  </a:lnTo>
                  <a:lnTo>
                    <a:pt x="674797" y="296582"/>
                  </a:lnTo>
                  <a:lnTo>
                    <a:pt x="674822" y="296843"/>
                  </a:lnTo>
                  <a:lnTo>
                    <a:pt x="674978" y="297289"/>
                  </a:lnTo>
                  <a:lnTo>
                    <a:pt x="675126" y="297463"/>
                  </a:lnTo>
                  <a:lnTo>
                    <a:pt x="675508" y="297631"/>
                  </a:lnTo>
                  <a:lnTo>
                    <a:pt x="675718" y="297745"/>
                  </a:lnTo>
                  <a:lnTo>
                    <a:pt x="676042" y="297875"/>
                  </a:lnTo>
                  <a:lnTo>
                    <a:pt x="676141" y="298082"/>
                  </a:lnTo>
                  <a:lnTo>
                    <a:pt x="676160" y="298433"/>
                  </a:lnTo>
                  <a:lnTo>
                    <a:pt x="676913" y="299527"/>
                  </a:lnTo>
                  <a:lnTo>
                    <a:pt x="677287" y="299889"/>
                  </a:lnTo>
                  <a:lnTo>
                    <a:pt x="676591" y="301937"/>
                  </a:lnTo>
                  <a:lnTo>
                    <a:pt x="676029" y="304484"/>
                  </a:lnTo>
                  <a:lnTo>
                    <a:pt x="675812" y="305601"/>
                  </a:lnTo>
                  <a:lnTo>
                    <a:pt x="675909" y="305715"/>
                  </a:lnTo>
                  <a:lnTo>
                    <a:pt x="676040" y="305830"/>
                  </a:lnTo>
                  <a:lnTo>
                    <a:pt x="677714" y="305855"/>
                  </a:lnTo>
                  <a:lnTo>
                    <a:pt x="677732" y="305859"/>
                  </a:lnTo>
                  <a:lnTo>
                    <a:pt x="677744" y="305865"/>
                  </a:lnTo>
                  <a:lnTo>
                    <a:pt x="677748" y="305869"/>
                  </a:lnTo>
                  <a:lnTo>
                    <a:pt x="677761" y="305884"/>
                  </a:lnTo>
                  <a:lnTo>
                    <a:pt x="677776" y="305900"/>
                  </a:lnTo>
                  <a:lnTo>
                    <a:pt x="677812" y="305958"/>
                  </a:lnTo>
                  <a:lnTo>
                    <a:pt x="677949" y="306207"/>
                  </a:lnTo>
                  <a:lnTo>
                    <a:pt x="678003" y="306377"/>
                  </a:lnTo>
                  <a:lnTo>
                    <a:pt x="678032" y="306470"/>
                  </a:lnTo>
                  <a:lnTo>
                    <a:pt x="678064" y="306625"/>
                  </a:lnTo>
                  <a:lnTo>
                    <a:pt x="678064" y="306660"/>
                  </a:lnTo>
                  <a:lnTo>
                    <a:pt x="678094" y="306937"/>
                  </a:lnTo>
                  <a:lnTo>
                    <a:pt x="677994" y="307229"/>
                  </a:lnTo>
                  <a:lnTo>
                    <a:pt x="677880" y="307367"/>
                  </a:lnTo>
                  <a:lnTo>
                    <a:pt x="677643" y="307637"/>
                  </a:lnTo>
                  <a:lnTo>
                    <a:pt x="677512" y="307860"/>
                  </a:lnTo>
                  <a:lnTo>
                    <a:pt x="677471" y="308291"/>
                  </a:lnTo>
                  <a:lnTo>
                    <a:pt x="677189" y="309035"/>
                  </a:lnTo>
                  <a:lnTo>
                    <a:pt x="676576" y="309349"/>
                  </a:lnTo>
                  <a:lnTo>
                    <a:pt x="676545" y="309530"/>
                  </a:lnTo>
                  <a:lnTo>
                    <a:pt x="676582" y="309855"/>
                  </a:lnTo>
                  <a:lnTo>
                    <a:pt x="676270" y="310404"/>
                  </a:lnTo>
                  <a:lnTo>
                    <a:pt x="676047" y="310797"/>
                  </a:lnTo>
                  <a:lnTo>
                    <a:pt x="675945" y="310987"/>
                  </a:lnTo>
                  <a:lnTo>
                    <a:pt x="676033" y="311941"/>
                  </a:lnTo>
                  <a:lnTo>
                    <a:pt x="675246" y="312444"/>
                  </a:lnTo>
                  <a:lnTo>
                    <a:pt x="675213" y="312483"/>
                  </a:lnTo>
                  <a:lnTo>
                    <a:pt x="675036" y="312696"/>
                  </a:lnTo>
                  <a:lnTo>
                    <a:pt x="674973" y="312896"/>
                  </a:lnTo>
                  <a:lnTo>
                    <a:pt x="674898" y="313133"/>
                  </a:lnTo>
                  <a:lnTo>
                    <a:pt x="674765" y="313536"/>
                  </a:lnTo>
                  <a:lnTo>
                    <a:pt x="674600" y="314346"/>
                  </a:lnTo>
                  <a:lnTo>
                    <a:pt x="674382" y="314822"/>
                  </a:lnTo>
                  <a:lnTo>
                    <a:pt x="674020" y="315293"/>
                  </a:lnTo>
                  <a:lnTo>
                    <a:pt x="673187" y="315969"/>
                  </a:lnTo>
                  <a:lnTo>
                    <a:pt x="672515" y="316513"/>
                  </a:lnTo>
                  <a:lnTo>
                    <a:pt x="672094" y="316889"/>
                  </a:lnTo>
                  <a:lnTo>
                    <a:pt x="671978" y="316962"/>
                  </a:lnTo>
                  <a:lnTo>
                    <a:pt x="671921" y="317000"/>
                  </a:lnTo>
                  <a:lnTo>
                    <a:pt x="671908" y="317017"/>
                  </a:lnTo>
                  <a:lnTo>
                    <a:pt x="671836" y="317183"/>
                  </a:lnTo>
                  <a:lnTo>
                    <a:pt x="671706" y="317461"/>
                  </a:lnTo>
                  <a:lnTo>
                    <a:pt x="671510" y="317537"/>
                  </a:lnTo>
                  <a:lnTo>
                    <a:pt x="671236" y="317603"/>
                  </a:lnTo>
                  <a:lnTo>
                    <a:pt x="671313" y="318070"/>
                  </a:lnTo>
                  <a:lnTo>
                    <a:pt x="671325" y="318090"/>
                  </a:lnTo>
                  <a:lnTo>
                    <a:pt x="671817" y="318874"/>
                  </a:lnTo>
                  <a:lnTo>
                    <a:pt x="672183" y="319414"/>
                  </a:lnTo>
                  <a:lnTo>
                    <a:pt x="672246" y="319516"/>
                  </a:lnTo>
                  <a:lnTo>
                    <a:pt x="673305" y="321019"/>
                  </a:lnTo>
                  <a:lnTo>
                    <a:pt x="673072" y="321656"/>
                  </a:lnTo>
                  <a:lnTo>
                    <a:pt x="674548" y="324462"/>
                  </a:lnTo>
                  <a:lnTo>
                    <a:pt x="675788" y="325701"/>
                  </a:lnTo>
                  <a:lnTo>
                    <a:pt x="675789" y="327655"/>
                  </a:lnTo>
                  <a:lnTo>
                    <a:pt x="675792" y="327807"/>
                  </a:lnTo>
                  <a:lnTo>
                    <a:pt x="675623" y="328186"/>
                  </a:lnTo>
                  <a:lnTo>
                    <a:pt x="675644" y="328353"/>
                  </a:lnTo>
                  <a:lnTo>
                    <a:pt x="675923" y="328652"/>
                  </a:lnTo>
                  <a:lnTo>
                    <a:pt x="676082" y="328845"/>
                  </a:lnTo>
                  <a:lnTo>
                    <a:pt x="676114" y="329036"/>
                  </a:lnTo>
                  <a:lnTo>
                    <a:pt x="676177" y="329516"/>
                  </a:lnTo>
                  <a:lnTo>
                    <a:pt x="676157" y="329891"/>
                  </a:lnTo>
                  <a:lnTo>
                    <a:pt x="676105" y="330177"/>
                  </a:lnTo>
                  <a:lnTo>
                    <a:pt x="675802" y="330520"/>
                  </a:lnTo>
                  <a:lnTo>
                    <a:pt x="675313" y="331072"/>
                  </a:lnTo>
                  <a:lnTo>
                    <a:pt x="674794" y="331344"/>
                  </a:lnTo>
                  <a:lnTo>
                    <a:pt x="674791" y="331348"/>
                  </a:lnTo>
                  <a:lnTo>
                    <a:pt x="672787" y="333116"/>
                  </a:lnTo>
                  <a:lnTo>
                    <a:pt x="672763" y="333138"/>
                  </a:lnTo>
                  <a:lnTo>
                    <a:pt x="671644" y="334128"/>
                  </a:lnTo>
                  <a:lnTo>
                    <a:pt x="670852" y="334828"/>
                  </a:lnTo>
                  <a:lnTo>
                    <a:pt x="669359" y="336149"/>
                  </a:lnTo>
                  <a:lnTo>
                    <a:pt x="669337" y="336174"/>
                  </a:lnTo>
                  <a:lnTo>
                    <a:pt x="666496" y="339830"/>
                  </a:lnTo>
                  <a:lnTo>
                    <a:pt x="666478" y="339855"/>
                  </a:lnTo>
                  <a:lnTo>
                    <a:pt x="664212" y="343206"/>
                  </a:lnTo>
                  <a:lnTo>
                    <a:pt x="662775" y="348649"/>
                  </a:lnTo>
                  <a:lnTo>
                    <a:pt x="662382" y="351309"/>
                  </a:lnTo>
                  <a:lnTo>
                    <a:pt x="662474" y="352502"/>
                  </a:lnTo>
                  <a:lnTo>
                    <a:pt x="662520" y="353672"/>
                  </a:lnTo>
                  <a:lnTo>
                    <a:pt x="662522" y="353676"/>
                  </a:lnTo>
                  <a:lnTo>
                    <a:pt x="662520" y="353686"/>
                  </a:lnTo>
                  <a:lnTo>
                    <a:pt x="662532" y="353697"/>
                  </a:lnTo>
                  <a:lnTo>
                    <a:pt x="663074" y="354264"/>
                  </a:lnTo>
                  <a:lnTo>
                    <a:pt x="663087" y="354330"/>
                  </a:lnTo>
                  <a:lnTo>
                    <a:pt x="663160" y="354395"/>
                  </a:lnTo>
                  <a:lnTo>
                    <a:pt x="663536" y="354685"/>
                  </a:lnTo>
                  <a:lnTo>
                    <a:pt x="664343" y="354990"/>
                  </a:lnTo>
                  <a:lnTo>
                    <a:pt x="665282" y="355568"/>
                  </a:lnTo>
                  <a:lnTo>
                    <a:pt x="665954" y="356093"/>
                  </a:lnTo>
                  <a:lnTo>
                    <a:pt x="666320" y="356248"/>
                  </a:lnTo>
                  <a:lnTo>
                    <a:pt x="666435" y="357300"/>
                  </a:lnTo>
                  <a:lnTo>
                    <a:pt x="666637" y="357846"/>
                  </a:lnTo>
                  <a:lnTo>
                    <a:pt x="667131" y="359186"/>
                  </a:lnTo>
                  <a:lnTo>
                    <a:pt x="667855" y="360819"/>
                  </a:lnTo>
                  <a:lnTo>
                    <a:pt x="667799" y="361676"/>
                  </a:lnTo>
                  <a:lnTo>
                    <a:pt x="667683" y="362322"/>
                  </a:lnTo>
                  <a:lnTo>
                    <a:pt x="668789" y="361989"/>
                  </a:lnTo>
                  <a:lnTo>
                    <a:pt x="670431" y="362815"/>
                  </a:lnTo>
                  <a:lnTo>
                    <a:pt x="671157" y="364165"/>
                  </a:lnTo>
                  <a:lnTo>
                    <a:pt x="670050" y="366101"/>
                  </a:lnTo>
                  <a:lnTo>
                    <a:pt x="670759" y="366484"/>
                  </a:lnTo>
                  <a:lnTo>
                    <a:pt x="670596" y="366719"/>
                  </a:lnTo>
                  <a:lnTo>
                    <a:pt x="673754" y="366302"/>
                  </a:lnTo>
                  <a:lnTo>
                    <a:pt x="674983" y="365551"/>
                  </a:lnTo>
                  <a:lnTo>
                    <a:pt x="675859" y="365613"/>
                  </a:lnTo>
                  <a:lnTo>
                    <a:pt x="677143" y="365969"/>
                  </a:lnTo>
                  <a:lnTo>
                    <a:pt x="678323" y="365599"/>
                  </a:lnTo>
                  <a:lnTo>
                    <a:pt x="678861" y="365597"/>
                  </a:lnTo>
                  <a:lnTo>
                    <a:pt x="679496" y="365817"/>
                  </a:lnTo>
                  <a:lnTo>
                    <a:pt x="680018" y="365632"/>
                  </a:lnTo>
                  <a:lnTo>
                    <a:pt x="680540" y="365897"/>
                  </a:lnTo>
                  <a:lnTo>
                    <a:pt x="681711" y="366356"/>
                  </a:lnTo>
                  <a:lnTo>
                    <a:pt x="681748" y="366923"/>
                  </a:lnTo>
                  <a:lnTo>
                    <a:pt x="681882" y="367233"/>
                  </a:lnTo>
                  <a:lnTo>
                    <a:pt x="682043" y="367414"/>
                  </a:lnTo>
                  <a:lnTo>
                    <a:pt x="682540" y="367880"/>
                  </a:lnTo>
                  <a:lnTo>
                    <a:pt x="682721" y="368056"/>
                  </a:lnTo>
                  <a:lnTo>
                    <a:pt x="683315" y="368225"/>
                  </a:lnTo>
                  <a:lnTo>
                    <a:pt x="683805" y="368283"/>
                  </a:lnTo>
                  <a:lnTo>
                    <a:pt x="684093" y="368466"/>
                  </a:lnTo>
                  <a:lnTo>
                    <a:pt x="684350" y="368918"/>
                  </a:lnTo>
                  <a:lnTo>
                    <a:pt x="684427" y="369046"/>
                  </a:lnTo>
                  <a:lnTo>
                    <a:pt x="684586" y="369168"/>
                  </a:lnTo>
                  <a:lnTo>
                    <a:pt x="685037" y="369171"/>
                  </a:lnTo>
                  <a:lnTo>
                    <a:pt x="685808" y="369234"/>
                  </a:lnTo>
                  <a:lnTo>
                    <a:pt x="686825" y="369379"/>
                  </a:lnTo>
                  <a:lnTo>
                    <a:pt x="688004" y="369401"/>
                  </a:lnTo>
                  <a:lnTo>
                    <a:pt x="688768" y="369839"/>
                  </a:lnTo>
                  <a:lnTo>
                    <a:pt x="689645" y="370241"/>
                  </a:lnTo>
                  <a:lnTo>
                    <a:pt x="690170" y="370112"/>
                  </a:lnTo>
                  <a:lnTo>
                    <a:pt x="690124" y="369563"/>
                  </a:lnTo>
                  <a:lnTo>
                    <a:pt x="691754" y="368286"/>
                  </a:lnTo>
                  <a:lnTo>
                    <a:pt x="691858" y="368237"/>
                  </a:lnTo>
                  <a:lnTo>
                    <a:pt x="692454" y="368235"/>
                  </a:lnTo>
                  <a:lnTo>
                    <a:pt x="692807" y="368451"/>
                  </a:lnTo>
                  <a:lnTo>
                    <a:pt x="693494" y="369166"/>
                  </a:lnTo>
                  <a:lnTo>
                    <a:pt x="694010" y="369668"/>
                  </a:lnTo>
                  <a:lnTo>
                    <a:pt x="694339" y="370405"/>
                  </a:lnTo>
                  <a:lnTo>
                    <a:pt x="694406" y="370514"/>
                  </a:lnTo>
                  <a:lnTo>
                    <a:pt x="694531" y="370631"/>
                  </a:lnTo>
                  <a:lnTo>
                    <a:pt x="694540" y="370636"/>
                  </a:lnTo>
                  <a:lnTo>
                    <a:pt x="695850" y="371133"/>
                  </a:lnTo>
                  <a:lnTo>
                    <a:pt x="696843" y="371939"/>
                  </a:lnTo>
                  <a:lnTo>
                    <a:pt x="697303" y="371583"/>
                  </a:lnTo>
                  <a:lnTo>
                    <a:pt x="697680" y="371512"/>
                  </a:lnTo>
                  <a:lnTo>
                    <a:pt x="699056" y="372123"/>
                  </a:lnTo>
                  <a:lnTo>
                    <a:pt x="701099" y="372123"/>
                  </a:lnTo>
                  <a:lnTo>
                    <a:pt x="701520" y="372215"/>
                  </a:lnTo>
                  <a:lnTo>
                    <a:pt x="702411" y="372138"/>
                  </a:lnTo>
                  <a:lnTo>
                    <a:pt x="702732" y="372011"/>
                  </a:lnTo>
                  <a:lnTo>
                    <a:pt x="706241" y="371466"/>
                  </a:lnTo>
                  <a:lnTo>
                    <a:pt x="709627" y="371580"/>
                  </a:lnTo>
                  <a:lnTo>
                    <a:pt x="711429" y="371525"/>
                  </a:lnTo>
                  <a:lnTo>
                    <a:pt x="712435" y="371497"/>
                  </a:lnTo>
                  <a:lnTo>
                    <a:pt x="713239" y="371475"/>
                  </a:lnTo>
                  <a:lnTo>
                    <a:pt x="713833" y="371456"/>
                  </a:lnTo>
                  <a:lnTo>
                    <a:pt x="715838" y="371396"/>
                  </a:lnTo>
                  <a:lnTo>
                    <a:pt x="717555" y="371534"/>
                  </a:lnTo>
                  <a:lnTo>
                    <a:pt x="719344" y="372536"/>
                  </a:lnTo>
                  <a:lnTo>
                    <a:pt x="721470" y="373598"/>
                  </a:lnTo>
                  <a:lnTo>
                    <a:pt x="723094" y="374446"/>
                  </a:lnTo>
                  <a:lnTo>
                    <a:pt x="723413" y="374065"/>
                  </a:lnTo>
                  <a:lnTo>
                    <a:pt x="723594" y="374009"/>
                  </a:lnTo>
                  <a:lnTo>
                    <a:pt x="724061" y="374199"/>
                  </a:lnTo>
                  <a:lnTo>
                    <a:pt x="725992" y="373847"/>
                  </a:lnTo>
                  <a:lnTo>
                    <a:pt x="727075" y="374473"/>
                  </a:lnTo>
                  <a:lnTo>
                    <a:pt x="729775" y="374292"/>
                  </a:lnTo>
                  <a:lnTo>
                    <a:pt x="732626" y="375014"/>
                  </a:lnTo>
                  <a:lnTo>
                    <a:pt x="733828" y="374821"/>
                  </a:lnTo>
                  <a:lnTo>
                    <a:pt x="734724" y="374213"/>
                  </a:lnTo>
                  <a:lnTo>
                    <a:pt x="735768" y="374280"/>
                  </a:lnTo>
                  <a:lnTo>
                    <a:pt x="736654" y="374289"/>
                  </a:lnTo>
                  <a:lnTo>
                    <a:pt x="737430" y="374204"/>
                  </a:lnTo>
                  <a:lnTo>
                    <a:pt x="738992" y="374092"/>
                  </a:lnTo>
                  <a:lnTo>
                    <a:pt x="740328" y="373887"/>
                  </a:lnTo>
                  <a:lnTo>
                    <a:pt x="741330" y="373615"/>
                  </a:lnTo>
                  <a:lnTo>
                    <a:pt x="741363" y="373600"/>
                  </a:lnTo>
                  <a:lnTo>
                    <a:pt x="741744" y="373518"/>
                  </a:lnTo>
                  <a:lnTo>
                    <a:pt x="742003" y="373417"/>
                  </a:lnTo>
                  <a:lnTo>
                    <a:pt x="742798" y="373135"/>
                  </a:lnTo>
                  <a:lnTo>
                    <a:pt x="743800" y="373045"/>
                  </a:lnTo>
                  <a:lnTo>
                    <a:pt x="746397" y="373436"/>
                  </a:lnTo>
                  <a:lnTo>
                    <a:pt x="747599" y="373055"/>
                  </a:lnTo>
                  <a:lnTo>
                    <a:pt x="747929" y="373041"/>
                  </a:lnTo>
                  <a:lnTo>
                    <a:pt x="748398" y="373292"/>
                  </a:lnTo>
                  <a:lnTo>
                    <a:pt x="748714" y="373429"/>
                  </a:lnTo>
                  <a:lnTo>
                    <a:pt x="749414" y="373512"/>
                  </a:lnTo>
                  <a:lnTo>
                    <a:pt x="749622" y="374063"/>
                  </a:lnTo>
                  <a:lnTo>
                    <a:pt x="749747" y="374259"/>
                  </a:lnTo>
                  <a:lnTo>
                    <a:pt x="749902" y="374279"/>
                  </a:lnTo>
                  <a:lnTo>
                    <a:pt x="751032" y="374329"/>
                  </a:lnTo>
                  <a:lnTo>
                    <a:pt x="751236" y="374346"/>
                  </a:lnTo>
                  <a:lnTo>
                    <a:pt x="751406" y="374480"/>
                  </a:lnTo>
                  <a:lnTo>
                    <a:pt x="751612" y="374750"/>
                  </a:lnTo>
                  <a:lnTo>
                    <a:pt x="751768" y="374963"/>
                  </a:lnTo>
                  <a:lnTo>
                    <a:pt x="751980" y="374963"/>
                  </a:lnTo>
                  <a:lnTo>
                    <a:pt x="752136" y="374817"/>
                  </a:lnTo>
                  <a:lnTo>
                    <a:pt x="752420" y="374713"/>
                  </a:lnTo>
                  <a:lnTo>
                    <a:pt x="752882" y="374600"/>
                  </a:lnTo>
                  <a:lnTo>
                    <a:pt x="753030" y="374546"/>
                  </a:lnTo>
                  <a:lnTo>
                    <a:pt x="753172" y="374512"/>
                  </a:lnTo>
                  <a:lnTo>
                    <a:pt x="753892" y="374383"/>
                  </a:lnTo>
                  <a:lnTo>
                    <a:pt x="754231" y="374325"/>
                  </a:lnTo>
                  <a:lnTo>
                    <a:pt x="754265" y="374323"/>
                  </a:lnTo>
                  <a:lnTo>
                    <a:pt x="754711" y="374384"/>
                  </a:lnTo>
                  <a:lnTo>
                    <a:pt x="755697" y="374703"/>
                  </a:lnTo>
                  <a:lnTo>
                    <a:pt x="756096" y="374793"/>
                  </a:lnTo>
                  <a:lnTo>
                    <a:pt x="757968" y="374452"/>
                  </a:lnTo>
                  <a:lnTo>
                    <a:pt x="758467" y="374539"/>
                  </a:lnTo>
                  <a:lnTo>
                    <a:pt x="758912" y="374428"/>
                  </a:lnTo>
                  <a:lnTo>
                    <a:pt x="761543" y="375205"/>
                  </a:lnTo>
                  <a:lnTo>
                    <a:pt x="762068" y="375396"/>
                  </a:lnTo>
                  <a:lnTo>
                    <a:pt x="762607" y="375531"/>
                  </a:lnTo>
                  <a:lnTo>
                    <a:pt x="763538" y="375820"/>
                  </a:lnTo>
                  <a:lnTo>
                    <a:pt x="764273" y="375902"/>
                  </a:lnTo>
                  <a:lnTo>
                    <a:pt x="764419" y="375781"/>
                  </a:lnTo>
                  <a:lnTo>
                    <a:pt x="764545" y="375439"/>
                  </a:lnTo>
                  <a:lnTo>
                    <a:pt x="764659" y="375369"/>
                  </a:lnTo>
                  <a:lnTo>
                    <a:pt x="765119" y="375504"/>
                  </a:lnTo>
                  <a:lnTo>
                    <a:pt x="765647" y="375664"/>
                  </a:lnTo>
                  <a:lnTo>
                    <a:pt x="766305" y="375687"/>
                  </a:lnTo>
                  <a:lnTo>
                    <a:pt x="766500" y="375689"/>
                  </a:lnTo>
                  <a:lnTo>
                    <a:pt x="766811" y="375814"/>
                  </a:lnTo>
                  <a:lnTo>
                    <a:pt x="767240" y="375991"/>
                  </a:lnTo>
                  <a:lnTo>
                    <a:pt x="767773" y="376077"/>
                  </a:lnTo>
                  <a:lnTo>
                    <a:pt x="768031" y="376228"/>
                  </a:lnTo>
                  <a:lnTo>
                    <a:pt x="768164" y="376333"/>
                  </a:lnTo>
                  <a:lnTo>
                    <a:pt x="768345" y="376508"/>
                  </a:lnTo>
                  <a:lnTo>
                    <a:pt x="768891" y="376953"/>
                  </a:lnTo>
                  <a:lnTo>
                    <a:pt x="769040" y="377025"/>
                  </a:lnTo>
                  <a:lnTo>
                    <a:pt x="769231" y="377067"/>
                  </a:lnTo>
                  <a:lnTo>
                    <a:pt x="769703" y="376986"/>
                  </a:lnTo>
                  <a:lnTo>
                    <a:pt x="770335" y="376947"/>
                  </a:lnTo>
                  <a:lnTo>
                    <a:pt x="770906" y="376716"/>
                  </a:lnTo>
                  <a:lnTo>
                    <a:pt x="771237" y="376768"/>
                  </a:lnTo>
                  <a:lnTo>
                    <a:pt x="771592" y="377007"/>
                  </a:lnTo>
                  <a:lnTo>
                    <a:pt x="771841" y="377021"/>
                  </a:lnTo>
                  <a:lnTo>
                    <a:pt x="771893" y="376934"/>
                  </a:lnTo>
                  <a:lnTo>
                    <a:pt x="771933" y="376800"/>
                  </a:lnTo>
                  <a:lnTo>
                    <a:pt x="771886" y="376466"/>
                  </a:lnTo>
                  <a:lnTo>
                    <a:pt x="771928" y="376396"/>
                  </a:lnTo>
                  <a:lnTo>
                    <a:pt x="772037" y="376384"/>
                  </a:lnTo>
                  <a:lnTo>
                    <a:pt x="772629" y="376867"/>
                  </a:lnTo>
                  <a:lnTo>
                    <a:pt x="773588" y="377293"/>
                  </a:lnTo>
                  <a:lnTo>
                    <a:pt x="774651" y="377633"/>
                  </a:lnTo>
                  <a:lnTo>
                    <a:pt x="775207" y="377899"/>
                  </a:lnTo>
                  <a:lnTo>
                    <a:pt x="776119" y="378301"/>
                  </a:lnTo>
                  <a:lnTo>
                    <a:pt x="777207" y="378626"/>
                  </a:lnTo>
                  <a:lnTo>
                    <a:pt x="777531" y="378778"/>
                  </a:lnTo>
                  <a:lnTo>
                    <a:pt x="778327" y="379081"/>
                  </a:lnTo>
                  <a:lnTo>
                    <a:pt x="778854" y="379476"/>
                  </a:lnTo>
                  <a:lnTo>
                    <a:pt x="779017" y="379524"/>
                  </a:lnTo>
                  <a:lnTo>
                    <a:pt x="779950" y="379640"/>
                  </a:lnTo>
                  <a:lnTo>
                    <a:pt x="779984" y="380075"/>
                  </a:lnTo>
                  <a:lnTo>
                    <a:pt x="780055" y="380680"/>
                  </a:lnTo>
                  <a:lnTo>
                    <a:pt x="780327" y="380935"/>
                  </a:lnTo>
                  <a:lnTo>
                    <a:pt x="780732" y="381160"/>
                  </a:lnTo>
                  <a:lnTo>
                    <a:pt x="781750" y="381603"/>
                  </a:lnTo>
                  <a:lnTo>
                    <a:pt x="783661" y="382429"/>
                  </a:lnTo>
                  <a:lnTo>
                    <a:pt x="784297" y="382664"/>
                  </a:lnTo>
                  <a:lnTo>
                    <a:pt x="787145" y="383924"/>
                  </a:lnTo>
                  <a:lnTo>
                    <a:pt x="788949" y="384727"/>
                  </a:lnTo>
                  <a:lnTo>
                    <a:pt x="790344" y="385349"/>
                  </a:lnTo>
                  <a:lnTo>
                    <a:pt x="791909" y="386058"/>
                  </a:lnTo>
                  <a:lnTo>
                    <a:pt x="793411" y="386741"/>
                  </a:lnTo>
                  <a:lnTo>
                    <a:pt x="796797" y="388874"/>
                  </a:lnTo>
                  <a:lnTo>
                    <a:pt x="796843" y="388885"/>
                  </a:lnTo>
                  <a:lnTo>
                    <a:pt x="798095" y="389171"/>
                  </a:lnTo>
                  <a:lnTo>
                    <a:pt x="799301" y="389583"/>
                  </a:lnTo>
                  <a:lnTo>
                    <a:pt x="799622" y="390054"/>
                  </a:lnTo>
                  <a:lnTo>
                    <a:pt x="799726" y="390531"/>
                  </a:lnTo>
                  <a:lnTo>
                    <a:pt x="801092" y="391775"/>
                  </a:lnTo>
                  <a:lnTo>
                    <a:pt x="801853" y="392336"/>
                  </a:lnTo>
                  <a:lnTo>
                    <a:pt x="803565" y="393176"/>
                  </a:lnTo>
                  <a:lnTo>
                    <a:pt x="803807" y="393397"/>
                  </a:lnTo>
                  <a:lnTo>
                    <a:pt x="804184" y="394078"/>
                  </a:lnTo>
                  <a:lnTo>
                    <a:pt x="804554" y="395059"/>
                  </a:lnTo>
                  <a:lnTo>
                    <a:pt x="804567" y="395427"/>
                  </a:lnTo>
                  <a:lnTo>
                    <a:pt x="804456" y="395826"/>
                  </a:lnTo>
                  <a:lnTo>
                    <a:pt x="804593" y="396111"/>
                  </a:lnTo>
                  <a:lnTo>
                    <a:pt x="804899" y="396257"/>
                  </a:lnTo>
                  <a:lnTo>
                    <a:pt x="805882" y="395921"/>
                  </a:lnTo>
                  <a:lnTo>
                    <a:pt x="806537" y="396055"/>
                  </a:lnTo>
                  <a:lnTo>
                    <a:pt x="807940" y="396267"/>
                  </a:lnTo>
                  <a:lnTo>
                    <a:pt x="809798" y="396762"/>
                  </a:lnTo>
                  <a:lnTo>
                    <a:pt x="811666" y="398126"/>
                  </a:lnTo>
                  <a:lnTo>
                    <a:pt x="814427" y="399119"/>
                  </a:lnTo>
                  <a:lnTo>
                    <a:pt x="817063" y="401565"/>
                  </a:lnTo>
                  <a:lnTo>
                    <a:pt x="817536" y="402055"/>
                  </a:lnTo>
                  <a:lnTo>
                    <a:pt x="818612" y="403501"/>
                  </a:lnTo>
                  <a:lnTo>
                    <a:pt x="819161" y="403968"/>
                  </a:lnTo>
                  <a:lnTo>
                    <a:pt x="819950" y="403942"/>
                  </a:lnTo>
                  <a:lnTo>
                    <a:pt x="820564" y="403928"/>
                  </a:lnTo>
                  <a:lnTo>
                    <a:pt x="820976" y="403888"/>
                  </a:lnTo>
                  <a:lnTo>
                    <a:pt x="821552" y="404186"/>
                  </a:lnTo>
                  <a:lnTo>
                    <a:pt x="822084" y="404384"/>
                  </a:lnTo>
                  <a:lnTo>
                    <a:pt x="822346" y="404513"/>
                  </a:lnTo>
                  <a:lnTo>
                    <a:pt x="822956" y="404790"/>
                  </a:lnTo>
                  <a:lnTo>
                    <a:pt x="823490" y="404935"/>
                  </a:lnTo>
                  <a:lnTo>
                    <a:pt x="824189" y="405045"/>
                  </a:lnTo>
                  <a:lnTo>
                    <a:pt x="825003" y="405226"/>
                  </a:lnTo>
                  <a:lnTo>
                    <a:pt x="825252" y="405255"/>
                  </a:lnTo>
                  <a:lnTo>
                    <a:pt x="825385" y="405311"/>
                  </a:lnTo>
                  <a:lnTo>
                    <a:pt x="825611" y="405445"/>
                  </a:lnTo>
                  <a:lnTo>
                    <a:pt x="825735" y="405535"/>
                  </a:lnTo>
                  <a:lnTo>
                    <a:pt x="825795" y="405581"/>
                  </a:lnTo>
                  <a:lnTo>
                    <a:pt x="825899" y="405596"/>
                  </a:lnTo>
                  <a:lnTo>
                    <a:pt x="826090" y="405555"/>
                  </a:lnTo>
                  <a:lnTo>
                    <a:pt x="826284" y="405532"/>
                  </a:lnTo>
                  <a:lnTo>
                    <a:pt x="826715" y="405710"/>
                  </a:lnTo>
                  <a:lnTo>
                    <a:pt x="827223" y="405985"/>
                  </a:lnTo>
                  <a:lnTo>
                    <a:pt x="827470" y="406138"/>
                  </a:lnTo>
                  <a:lnTo>
                    <a:pt x="827608" y="406458"/>
                  </a:lnTo>
                  <a:lnTo>
                    <a:pt x="827899" y="406714"/>
                  </a:lnTo>
                  <a:lnTo>
                    <a:pt x="828677" y="407215"/>
                  </a:lnTo>
                  <a:lnTo>
                    <a:pt x="829502" y="407831"/>
                  </a:lnTo>
                  <a:lnTo>
                    <a:pt x="830750" y="407581"/>
                  </a:lnTo>
                  <a:lnTo>
                    <a:pt x="834364" y="407127"/>
                  </a:lnTo>
                  <a:lnTo>
                    <a:pt x="836868" y="406993"/>
                  </a:lnTo>
                  <a:lnTo>
                    <a:pt x="841659" y="406368"/>
                  </a:lnTo>
                  <a:lnTo>
                    <a:pt x="845411" y="405946"/>
                  </a:lnTo>
                  <a:lnTo>
                    <a:pt x="846128" y="406470"/>
                  </a:lnTo>
                  <a:lnTo>
                    <a:pt x="845904" y="407221"/>
                  </a:lnTo>
                  <a:lnTo>
                    <a:pt x="845185" y="408194"/>
                  </a:lnTo>
                  <a:lnTo>
                    <a:pt x="843936" y="408953"/>
                  </a:lnTo>
                  <a:lnTo>
                    <a:pt x="843201" y="411519"/>
                  </a:lnTo>
                  <a:lnTo>
                    <a:pt x="843199" y="411523"/>
                  </a:lnTo>
                  <a:lnTo>
                    <a:pt x="843041" y="415005"/>
                  </a:lnTo>
                  <a:lnTo>
                    <a:pt x="842067" y="417686"/>
                  </a:lnTo>
                  <a:lnTo>
                    <a:pt x="844055" y="417732"/>
                  </a:lnTo>
                  <a:lnTo>
                    <a:pt x="846056" y="418570"/>
                  </a:lnTo>
                  <a:lnTo>
                    <a:pt x="847829" y="418552"/>
                  </a:lnTo>
                  <a:lnTo>
                    <a:pt x="849771" y="418599"/>
                  </a:lnTo>
                  <a:lnTo>
                    <a:pt x="849896" y="418821"/>
                  </a:lnTo>
                  <a:lnTo>
                    <a:pt x="850777" y="420392"/>
                  </a:lnTo>
                  <a:lnTo>
                    <a:pt x="851291" y="421310"/>
                  </a:lnTo>
                  <a:lnTo>
                    <a:pt x="851714" y="422067"/>
                  </a:lnTo>
                  <a:lnTo>
                    <a:pt x="852191" y="422870"/>
                  </a:lnTo>
                  <a:lnTo>
                    <a:pt x="852790" y="423881"/>
                  </a:lnTo>
                  <a:lnTo>
                    <a:pt x="852820" y="423931"/>
                  </a:lnTo>
                  <a:lnTo>
                    <a:pt x="853599" y="425311"/>
                  </a:lnTo>
                  <a:lnTo>
                    <a:pt x="854580" y="428612"/>
                  </a:lnTo>
                  <a:lnTo>
                    <a:pt x="855619" y="430988"/>
                  </a:lnTo>
                  <a:lnTo>
                    <a:pt x="856786" y="433421"/>
                  </a:lnTo>
                  <a:lnTo>
                    <a:pt x="857058" y="434016"/>
                  </a:lnTo>
                  <a:lnTo>
                    <a:pt x="857679" y="435723"/>
                  </a:lnTo>
                  <a:lnTo>
                    <a:pt x="857916" y="436572"/>
                  </a:lnTo>
                  <a:lnTo>
                    <a:pt x="861029" y="441865"/>
                  </a:lnTo>
                  <a:lnTo>
                    <a:pt x="862615" y="444472"/>
                  </a:lnTo>
                  <a:lnTo>
                    <a:pt x="863396" y="450407"/>
                  </a:lnTo>
                  <a:lnTo>
                    <a:pt x="864674" y="452204"/>
                  </a:lnTo>
                  <a:lnTo>
                    <a:pt x="865661" y="453148"/>
                  </a:lnTo>
                  <a:lnTo>
                    <a:pt x="868185" y="455227"/>
                  </a:lnTo>
                  <a:lnTo>
                    <a:pt x="868204" y="455243"/>
                  </a:lnTo>
                  <a:lnTo>
                    <a:pt x="868302" y="455326"/>
                  </a:lnTo>
                  <a:lnTo>
                    <a:pt x="872536" y="458980"/>
                  </a:lnTo>
                  <a:lnTo>
                    <a:pt x="882104" y="467111"/>
                  </a:lnTo>
                  <a:lnTo>
                    <a:pt x="883033" y="474658"/>
                  </a:lnTo>
                  <a:lnTo>
                    <a:pt x="884800" y="474528"/>
                  </a:lnTo>
                  <a:lnTo>
                    <a:pt x="885729" y="474443"/>
                  </a:lnTo>
                  <a:lnTo>
                    <a:pt x="886517" y="474362"/>
                  </a:lnTo>
                  <a:lnTo>
                    <a:pt x="887480" y="474272"/>
                  </a:lnTo>
                  <a:lnTo>
                    <a:pt x="887742" y="474246"/>
                  </a:lnTo>
                  <a:lnTo>
                    <a:pt x="888749" y="474149"/>
                  </a:lnTo>
                  <a:lnTo>
                    <a:pt x="889420" y="474081"/>
                  </a:lnTo>
                  <a:lnTo>
                    <a:pt x="889972" y="474030"/>
                  </a:lnTo>
                  <a:lnTo>
                    <a:pt x="890818" y="473950"/>
                  </a:lnTo>
                  <a:lnTo>
                    <a:pt x="891827" y="473850"/>
                  </a:lnTo>
                  <a:lnTo>
                    <a:pt x="892939" y="473747"/>
                  </a:lnTo>
                  <a:lnTo>
                    <a:pt x="897062" y="473276"/>
                  </a:lnTo>
                  <a:lnTo>
                    <a:pt x="899580" y="473366"/>
                  </a:lnTo>
                  <a:lnTo>
                    <a:pt x="901853" y="473373"/>
                  </a:lnTo>
                  <a:lnTo>
                    <a:pt x="905914" y="473388"/>
                  </a:lnTo>
                  <a:lnTo>
                    <a:pt x="905929" y="473385"/>
                  </a:lnTo>
                  <a:lnTo>
                    <a:pt x="906774" y="473184"/>
                  </a:lnTo>
                  <a:lnTo>
                    <a:pt x="907644" y="472978"/>
                  </a:lnTo>
                  <a:lnTo>
                    <a:pt x="907839" y="472930"/>
                  </a:lnTo>
                  <a:lnTo>
                    <a:pt x="908310" y="472817"/>
                  </a:lnTo>
                  <a:lnTo>
                    <a:pt x="908513" y="472768"/>
                  </a:lnTo>
                  <a:lnTo>
                    <a:pt x="909042" y="472649"/>
                  </a:lnTo>
                  <a:lnTo>
                    <a:pt x="909486" y="472546"/>
                  </a:lnTo>
                  <a:lnTo>
                    <a:pt x="910912" y="472209"/>
                  </a:lnTo>
                  <a:lnTo>
                    <a:pt x="911780" y="472004"/>
                  </a:lnTo>
                  <a:lnTo>
                    <a:pt x="912479" y="471843"/>
                  </a:lnTo>
                  <a:lnTo>
                    <a:pt x="912929" y="471734"/>
                  </a:lnTo>
                  <a:lnTo>
                    <a:pt x="913400" y="471627"/>
                  </a:lnTo>
                  <a:lnTo>
                    <a:pt x="933505" y="474701"/>
                  </a:lnTo>
                  <a:lnTo>
                    <a:pt x="940960" y="475934"/>
                  </a:lnTo>
                  <a:lnTo>
                    <a:pt x="952865" y="477872"/>
                  </a:lnTo>
                  <a:lnTo>
                    <a:pt x="966376" y="478507"/>
                  </a:lnTo>
                  <a:lnTo>
                    <a:pt x="970561" y="478916"/>
                  </a:lnTo>
                  <a:lnTo>
                    <a:pt x="979309" y="479704"/>
                  </a:lnTo>
                  <a:lnTo>
                    <a:pt x="981906" y="479949"/>
                  </a:lnTo>
                  <a:lnTo>
                    <a:pt x="983949" y="480014"/>
                  </a:lnTo>
                  <a:lnTo>
                    <a:pt x="1003449" y="481573"/>
                  </a:lnTo>
                  <a:lnTo>
                    <a:pt x="1021310" y="478030"/>
                  </a:lnTo>
                  <a:lnTo>
                    <a:pt x="1032860" y="478576"/>
                  </a:lnTo>
                  <a:lnTo>
                    <a:pt x="1032969" y="478323"/>
                  </a:lnTo>
                  <a:lnTo>
                    <a:pt x="1034915" y="476224"/>
                  </a:lnTo>
                  <a:lnTo>
                    <a:pt x="1055270" y="476972"/>
                  </a:lnTo>
                  <a:lnTo>
                    <a:pt x="1077470" y="482087"/>
                  </a:lnTo>
                  <a:lnTo>
                    <a:pt x="1082997" y="483329"/>
                  </a:lnTo>
                  <a:lnTo>
                    <a:pt x="1092053" y="484269"/>
                  </a:lnTo>
                  <a:lnTo>
                    <a:pt x="1099713" y="493172"/>
                  </a:lnTo>
                  <a:lnTo>
                    <a:pt x="1102595" y="496417"/>
                  </a:lnTo>
                  <a:lnTo>
                    <a:pt x="1116960" y="499976"/>
                  </a:lnTo>
                  <a:lnTo>
                    <a:pt x="1120718" y="499323"/>
                  </a:lnTo>
                  <a:lnTo>
                    <a:pt x="1124532" y="499710"/>
                  </a:lnTo>
                  <a:lnTo>
                    <a:pt x="1127103" y="499674"/>
                  </a:lnTo>
                  <a:lnTo>
                    <a:pt x="1135417" y="503576"/>
                  </a:lnTo>
                  <a:lnTo>
                    <a:pt x="1138134" y="504858"/>
                  </a:lnTo>
                  <a:lnTo>
                    <a:pt x="1154416" y="511681"/>
                  </a:lnTo>
                  <a:lnTo>
                    <a:pt x="1158392" y="512475"/>
                  </a:lnTo>
                  <a:lnTo>
                    <a:pt x="1167129" y="514116"/>
                  </a:lnTo>
                  <a:lnTo>
                    <a:pt x="1171419" y="515205"/>
                  </a:lnTo>
                  <a:lnTo>
                    <a:pt x="1179737" y="515028"/>
                  </a:lnTo>
                  <a:lnTo>
                    <a:pt x="1188556" y="513444"/>
                  </a:lnTo>
                  <a:lnTo>
                    <a:pt x="1197157" y="511923"/>
                  </a:lnTo>
                  <a:lnTo>
                    <a:pt x="1196880" y="521372"/>
                  </a:lnTo>
                  <a:lnTo>
                    <a:pt x="1203232" y="522026"/>
                  </a:lnTo>
                  <a:lnTo>
                    <a:pt x="1212327" y="521707"/>
                  </a:lnTo>
                  <a:lnTo>
                    <a:pt x="1215643" y="524897"/>
                  </a:lnTo>
                  <a:lnTo>
                    <a:pt x="1224135" y="517410"/>
                  </a:lnTo>
                  <a:lnTo>
                    <a:pt x="1226456" y="517519"/>
                  </a:lnTo>
                  <a:lnTo>
                    <a:pt x="1229285" y="516142"/>
                  </a:lnTo>
                  <a:lnTo>
                    <a:pt x="1230099" y="515441"/>
                  </a:lnTo>
                  <a:lnTo>
                    <a:pt x="1233974" y="513656"/>
                  </a:lnTo>
                  <a:lnTo>
                    <a:pt x="1237978" y="511450"/>
                  </a:lnTo>
                  <a:lnTo>
                    <a:pt x="1243111" y="509140"/>
                  </a:lnTo>
                  <a:lnTo>
                    <a:pt x="1249651" y="506859"/>
                  </a:lnTo>
                  <a:lnTo>
                    <a:pt x="1257008" y="504081"/>
                  </a:lnTo>
                  <a:lnTo>
                    <a:pt x="1268239" y="499443"/>
                  </a:lnTo>
                  <a:lnTo>
                    <a:pt x="1277443" y="495844"/>
                  </a:lnTo>
                  <a:lnTo>
                    <a:pt x="1284221" y="493578"/>
                  </a:lnTo>
                  <a:lnTo>
                    <a:pt x="1294450" y="492414"/>
                  </a:lnTo>
                  <a:lnTo>
                    <a:pt x="1302963" y="490369"/>
                  </a:lnTo>
                  <a:lnTo>
                    <a:pt x="1303701" y="488305"/>
                  </a:lnTo>
                  <a:lnTo>
                    <a:pt x="1310451" y="486190"/>
                  </a:lnTo>
                  <a:lnTo>
                    <a:pt x="1311766" y="486292"/>
                  </a:lnTo>
                  <a:lnTo>
                    <a:pt x="1314571" y="488268"/>
                  </a:lnTo>
                  <a:lnTo>
                    <a:pt x="1320768" y="488159"/>
                  </a:lnTo>
                  <a:lnTo>
                    <a:pt x="1328603" y="488660"/>
                  </a:lnTo>
                  <a:lnTo>
                    <a:pt x="1329642" y="488194"/>
                  </a:lnTo>
                  <a:lnTo>
                    <a:pt x="1330405" y="488220"/>
                  </a:lnTo>
                  <a:lnTo>
                    <a:pt x="1331241" y="487831"/>
                  </a:lnTo>
                  <a:lnTo>
                    <a:pt x="1331987" y="487413"/>
                  </a:lnTo>
                  <a:lnTo>
                    <a:pt x="1334446" y="487371"/>
                  </a:lnTo>
                  <a:lnTo>
                    <a:pt x="1340561" y="486323"/>
                  </a:lnTo>
                  <a:lnTo>
                    <a:pt x="1342512" y="487285"/>
                  </a:lnTo>
                  <a:lnTo>
                    <a:pt x="1349523" y="487079"/>
                  </a:lnTo>
                  <a:lnTo>
                    <a:pt x="1351480" y="487022"/>
                  </a:lnTo>
                  <a:lnTo>
                    <a:pt x="1358159" y="488415"/>
                  </a:lnTo>
                  <a:lnTo>
                    <a:pt x="1361731" y="488312"/>
                  </a:lnTo>
                  <a:lnTo>
                    <a:pt x="1363150" y="488805"/>
                  </a:lnTo>
                  <a:lnTo>
                    <a:pt x="1363591" y="489186"/>
                  </a:lnTo>
                  <a:lnTo>
                    <a:pt x="1367883" y="487291"/>
                  </a:lnTo>
                  <a:lnTo>
                    <a:pt x="1369116" y="486746"/>
                  </a:lnTo>
                  <a:lnTo>
                    <a:pt x="1369533" y="486562"/>
                  </a:lnTo>
                  <a:lnTo>
                    <a:pt x="1370042" y="486890"/>
                  </a:lnTo>
                  <a:lnTo>
                    <a:pt x="1370525" y="486394"/>
                  </a:lnTo>
                  <a:lnTo>
                    <a:pt x="1379133" y="487274"/>
                  </a:lnTo>
                  <a:lnTo>
                    <a:pt x="1380824" y="487447"/>
                  </a:lnTo>
                  <a:lnTo>
                    <a:pt x="1381570" y="487134"/>
                  </a:lnTo>
                  <a:lnTo>
                    <a:pt x="1384013" y="486899"/>
                  </a:lnTo>
                  <a:lnTo>
                    <a:pt x="1384497" y="486853"/>
                  </a:lnTo>
                  <a:lnTo>
                    <a:pt x="1385080" y="486793"/>
                  </a:lnTo>
                  <a:lnTo>
                    <a:pt x="1385531" y="486746"/>
                  </a:lnTo>
                  <a:lnTo>
                    <a:pt x="1386838" y="486613"/>
                  </a:lnTo>
                  <a:lnTo>
                    <a:pt x="1388309" y="486462"/>
                  </a:lnTo>
                  <a:lnTo>
                    <a:pt x="1388932" y="485954"/>
                  </a:lnTo>
                  <a:lnTo>
                    <a:pt x="1389704" y="485888"/>
                  </a:lnTo>
                  <a:lnTo>
                    <a:pt x="1390480" y="485823"/>
                  </a:lnTo>
                  <a:lnTo>
                    <a:pt x="1395948" y="481995"/>
                  </a:lnTo>
                  <a:lnTo>
                    <a:pt x="1397518" y="481384"/>
                  </a:lnTo>
                  <a:lnTo>
                    <a:pt x="1404612" y="478622"/>
                  </a:lnTo>
                  <a:lnTo>
                    <a:pt x="1407448" y="478548"/>
                  </a:lnTo>
                  <a:lnTo>
                    <a:pt x="1412375" y="478421"/>
                  </a:lnTo>
                  <a:lnTo>
                    <a:pt x="1413550" y="476941"/>
                  </a:lnTo>
                  <a:lnTo>
                    <a:pt x="1414932" y="476458"/>
                  </a:lnTo>
                  <a:lnTo>
                    <a:pt x="1418993" y="475037"/>
                  </a:lnTo>
                  <a:lnTo>
                    <a:pt x="1420276" y="474588"/>
                  </a:lnTo>
                  <a:lnTo>
                    <a:pt x="1421260" y="474243"/>
                  </a:lnTo>
                  <a:lnTo>
                    <a:pt x="1425139" y="472272"/>
                  </a:lnTo>
                  <a:lnTo>
                    <a:pt x="1426290" y="469780"/>
                  </a:lnTo>
                  <a:lnTo>
                    <a:pt x="1430857" y="466651"/>
                  </a:lnTo>
                  <a:lnTo>
                    <a:pt x="1432484" y="465536"/>
                  </a:lnTo>
                  <a:lnTo>
                    <a:pt x="1434754" y="461863"/>
                  </a:lnTo>
                  <a:lnTo>
                    <a:pt x="1434707" y="461003"/>
                  </a:lnTo>
                  <a:lnTo>
                    <a:pt x="1436577" y="458877"/>
                  </a:lnTo>
                  <a:lnTo>
                    <a:pt x="1437959" y="458257"/>
                  </a:lnTo>
                  <a:lnTo>
                    <a:pt x="1442241" y="453741"/>
                  </a:lnTo>
                  <a:lnTo>
                    <a:pt x="1447475" y="448221"/>
                  </a:lnTo>
                  <a:lnTo>
                    <a:pt x="1449139" y="447348"/>
                  </a:lnTo>
                  <a:lnTo>
                    <a:pt x="1449334" y="447035"/>
                  </a:lnTo>
                  <a:lnTo>
                    <a:pt x="1450271" y="446741"/>
                  </a:lnTo>
                  <a:lnTo>
                    <a:pt x="1452429" y="446063"/>
                  </a:lnTo>
                  <a:lnTo>
                    <a:pt x="1453779" y="445392"/>
                  </a:lnTo>
                  <a:lnTo>
                    <a:pt x="1457041" y="444395"/>
                  </a:lnTo>
                  <a:lnTo>
                    <a:pt x="1459010" y="443798"/>
                  </a:lnTo>
                  <a:lnTo>
                    <a:pt x="1459973" y="443738"/>
                  </a:lnTo>
                  <a:lnTo>
                    <a:pt x="1460459" y="443451"/>
                  </a:lnTo>
                  <a:lnTo>
                    <a:pt x="1462100" y="441979"/>
                  </a:lnTo>
                  <a:lnTo>
                    <a:pt x="1464395" y="441067"/>
                  </a:lnTo>
                  <a:lnTo>
                    <a:pt x="1466438" y="441249"/>
                  </a:lnTo>
                  <a:lnTo>
                    <a:pt x="1468555" y="441251"/>
                  </a:lnTo>
                  <a:lnTo>
                    <a:pt x="1470194" y="440156"/>
                  </a:lnTo>
                  <a:lnTo>
                    <a:pt x="1474787" y="435674"/>
                  </a:lnTo>
                  <a:lnTo>
                    <a:pt x="1477294" y="433228"/>
                  </a:lnTo>
                  <a:lnTo>
                    <a:pt x="1481124" y="433139"/>
                  </a:lnTo>
                  <a:lnTo>
                    <a:pt x="1482488" y="432492"/>
                  </a:lnTo>
                  <a:lnTo>
                    <a:pt x="1483361" y="432284"/>
                  </a:lnTo>
                  <a:lnTo>
                    <a:pt x="1484089" y="429930"/>
                  </a:lnTo>
                  <a:lnTo>
                    <a:pt x="1483982" y="427659"/>
                  </a:lnTo>
                  <a:lnTo>
                    <a:pt x="1483733" y="426650"/>
                  </a:lnTo>
                  <a:lnTo>
                    <a:pt x="1480339" y="421570"/>
                  </a:lnTo>
                  <a:lnTo>
                    <a:pt x="1477147" y="418821"/>
                  </a:lnTo>
                  <a:lnTo>
                    <a:pt x="1476919" y="418644"/>
                  </a:lnTo>
                  <a:lnTo>
                    <a:pt x="1475586" y="418251"/>
                  </a:lnTo>
                  <a:lnTo>
                    <a:pt x="1474549" y="417765"/>
                  </a:lnTo>
                  <a:lnTo>
                    <a:pt x="1473224" y="416955"/>
                  </a:lnTo>
                  <a:lnTo>
                    <a:pt x="1472332" y="416253"/>
                  </a:lnTo>
                  <a:lnTo>
                    <a:pt x="1471581" y="415356"/>
                  </a:lnTo>
                  <a:lnTo>
                    <a:pt x="1470238" y="413934"/>
                  </a:lnTo>
                  <a:lnTo>
                    <a:pt x="1469770" y="412965"/>
                  </a:lnTo>
                  <a:lnTo>
                    <a:pt x="1469127" y="412347"/>
                  </a:lnTo>
                  <a:lnTo>
                    <a:pt x="1468476" y="411636"/>
                  </a:lnTo>
                  <a:lnTo>
                    <a:pt x="1468007" y="410763"/>
                  </a:lnTo>
                  <a:lnTo>
                    <a:pt x="1467606" y="409588"/>
                  </a:lnTo>
                  <a:lnTo>
                    <a:pt x="1467277" y="408181"/>
                  </a:lnTo>
                  <a:lnTo>
                    <a:pt x="1467370" y="407288"/>
                  </a:lnTo>
                  <a:lnTo>
                    <a:pt x="1466809" y="406461"/>
                  </a:lnTo>
                  <a:lnTo>
                    <a:pt x="1465597" y="405616"/>
                  </a:lnTo>
                  <a:lnTo>
                    <a:pt x="1463369" y="404825"/>
                  </a:lnTo>
                  <a:lnTo>
                    <a:pt x="1462760" y="403224"/>
                  </a:lnTo>
                  <a:lnTo>
                    <a:pt x="1463201" y="401629"/>
                  </a:lnTo>
                  <a:lnTo>
                    <a:pt x="1465110" y="397611"/>
                  </a:lnTo>
                  <a:lnTo>
                    <a:pt x="1466607" y="396608"/>
                  </a:lnTo>
                  <a:lnTo>
                    <a:pt x="1467282" y="394727"/>
                  </a:lnTo>
                  <a:lnTo>
                    <a:pt x="1468407" y="394065"/>
                  </a:lnTo>
                  <a:lnTo>
                    <a:pt x="1468724" y="393629"/>
                  </a:lnTo>
                  <a:lnTo>
                    <a:pt x="1468361" y="390583"/>
                  </a:lnTo>
                  <a:lnTo>
                    <a:pt x="1469301" y="387974"/>
                  </a:lnTo>
                  <a:lnTo>
                    <a:pt x="1470165" y="386020"/>
                  </a:lnTo>
                  <a:lnTo>
                    <a:pt x="1470826" y="384738"/>
                  </a:lnTo>
                  <a:lnTo>
                    <a:pt x="1472697" y="382064"/>
                  </a:lnTo>
                  <a:lnTo>
                    <a:pt x="1472705" y="382052"/>
                  </a:lnTo>
                  <a:lnTo>
                    <a:pt x="1473721" y="380766"/>
                  </a:lnTo>
                  <a:lnTo>
                    <a:pt x="1475498" y="377530"/>
                  </a:lnTo>
                  <a:lnTo>
                    <a:pt x="1476526" y="376130"/>
                  </a:lnTo>
                  <a:lnTo>
                    <a:pt x="1481103" y="372995"/>
                  </a:lnTo>
                  <a:lnTo>
                    <a:pt x="1483509" y="371931"/>
                  </a:lnTo>
                  <a:lnTo>
                    <a:pt x="1485449" y="371073"/>
                  </a:lnTo>
                  <a:lnTo>
                    <a:pt x="1488054" y="370909"/>
                  </a:lnTo>
                  <a:lnTo>
                    <a:pt x="1489689" y="371874"/>
                  </a:lnTo>
                  <a:lnTo>
                    <a:pt x="1500687" y="372274"/>
                  </a:lnTo>
                  <a:lnTo>
                    <a:pt x="1501988" y="371840"/>
                  </a:lnTo>
                  <a:lnTo>
                    <a:pt x="1506239" y="374997"/>
                  </a:lnTo>
                  <a:lnTo>
                    <a:pt x="1508566" y="378061"/>
                  </a:lnTo>
                  <a:lnTo>
                    <a:pt x="1512760" y="380303"/>
                  </a:lnTo>
                  <a:lnTo>
                    <a:pt x="1518306" y="382002"/>
                  </a:lnTo>
                  <a:lnTo>
                    <a:pt x="1521279" y="382029"/>
                  </a:lnTo>
                  <a:lnTo>
                    <a:pt x="1524189" y="382539"/>
                  </a:lnTo>
                  <a:lnTo>
                    <a:pt x="1524614" y="382643"/>
                  </a:lnTo>
                  <a:lnTo>
                    <a:pt x="1528750" y="383909"/>
                  </a:lnTo>
                  <a:lnTo>
                    <a:pt x="1534700" y="384237"/>
                  </a:lnTo>
                  <a:lnTo>
                    <a:pt x="1543355" y="384846"/>
                  </a:lnTo>
                  <a:lnTo>
                    <a:pt x="1544950" y="385655"/>
                  </a:lnTo>
                  <a:lnTo>
                    <a:pt x="1548208" y="386212"/>
                  </a:lnTo>
                  <a:lnTo>
                    <a:pt x="1551362" y="384382"/>
                  </a:lnTo>
                  <a:lnTo>
                    <a:pt x="1553052" y="382988"/>
                  </a:lnTo>
                  <a:lnTo>
                    <a:pt x="1554705" y="381624"/>
                  </a:lnTo>
                  <a:lnTo>
                    <a:pt x="1557149" y="381095"/>
                  </a:lnTo>
                  <a:lnTo>
                    <a:pt x="1557272" y="380755"/>
                  </a:lnTo>
                  <a:lnTo>
                    <a:pt x="1557390" y="380647"/>
                  </a:lnTo>
                  <a:lnTo>
                    <a:pt x="1557801" y="380555"/>
                  </a:lnTo>
                  <a:lnTo>
                    <a:pt x="1558021" y="380363"/>
                  </a:lnTo>
                  <a:lnTo>
                    <a:pt x="1558095" y="380155"/>
                  </a:lnTo>
                  <a:lnTo>
                    <a:pt x="1558090" y="379958"/>
                  </a:lnTo>
                  <a:lnTo>
                    <a:pt x="1558279" y="379729"/>
                  </a:lnTo>
                  <a:lnTo>
                    <a:pt x="1558521" y="379638"/>
                  </a:lnTo>
                  <a:lnTo>
                    <a:pt x="1558726" y="379471"/>
                  </a:lnTo>
                  <a:lnTo>
                    <a:pt x="1558778" y="378987"/>
                  </a:lnTo>
                  <a:lnTo>
                    <a:pt x="1559009" y="378870"/>
                  </a:lnTo>
                  <a:lnTo>
                    <a:pt x="1559354" y="378819"/>
                  </a:lnTo>
                  <a:lnTo>
                    <a:pt x="1560114" y="378861"/>
                  </a:lnTo>
                  <a:lnTo>
                    <a:pt x="1560761" y="378744"/>
                  </a:lnTo>
                  <a:lnTo>
                    <a:pt x="1561191" y="378548"/>
                  </a:lnTo>
                  <a:lnTo>
                    <a:pt x="1562769" y="378301"/>
                  </a:lnTo>
                  <a:lnTo>
                    <a:pt x="1565024" y="378110"/>
                  </a:lnTo>
                  <a:lnTo>
                    <a:pt x="1566884" y="377000"/>
                  </a:lnTo>
                  <a:lnTo>
                    <a:pt x="1568550" y="375397"/>
                  </a:lnTo>
                  <a:lnTo>
                    <a:pt x="1568717" y="375015"/>
                  </a:lnTo>
                  <a:lnTo>
                    <a:pt x="1569395" y="373459"/>
                  </a:lnTo>
                  <a:lnTo>
                    <a:pt x="1569799" y="373459"/>
                  </a:lnTo>
                  <a:lnTo>
                    <a:pt x="1572271" y="371881"/>
                  </a:lnTo>
                  <a:lnTo>
                    <a:pt x="1575216" y="370001"/>
                  </a:lnTo>
                  <a:lnTo>
                    <a:pt x="1575743" y="369883"/>
                  </a:lnTo>
                  <a:lnTo>
                    <a:pt x="1575919" y="369844"/>
                  </a:lnTo>
                  <a:lnTo>
                    <a:pt x="1578379" y="367192"/>
                  </a:lnTo>
                  <a:lnTo>
                    <a:pt x="1580280" y="365784"/>
                  </a:lnTo>
                  <a:lnTo>
                    <a:pt x="1580619" y="365300"/>
                  </a:lnTo>
                  <a:lnTo>
                    <a:pt x="1582635" y="362423"/>
                  </a:lnTo>
                  <a:lnTo>
                    <a:pt x="1583379" y="360672"/>
                  </a:lnTo>
                  <a:lnTo>
                    <a:pt x="1583764" y="358149"/>
                  </a:lnTo>
                  <a:lnTo>
                    <a:pt x="1591218" y="355859"/>
                  </a:lnTo>
                  <a:lnTo>
                    <a:pt x="1591455" y="355941"/>
                  </a:lnTo>
                  <a:lnTo>
                    <a:pt x="1598299" y="358311"/>
                  </a:lnTo>
                  <a:lnTo>
                    <a:pt x="1600145" y="358577"/>
                  </a:lnTo>
                  <a:lnTo>
                    <a:pt x="1601357" y="358405"/>
                  </a:lnTo>
                  <a:lnTo>
                    <a:pt x="1601566" y="358375"/>
                  </a:lnTo>
                  <a:lnTo>
                    <a:pt x="1602018" y="358311"/>
                  </a:lnTo>
                  <a:lnTo>
                    <a:pt x="1602899" y="358221"/>
                  </a:lnTo>
                  <a:lnTo>
                    <a:pt x="1604263" y="358083"/>
                  </a:lnTo>
                  <a:lnTo>
                    <a:pt x="1605132" y="357994"/>
                  </a:lnTo>
                  <a:lnTo>
                    <a:pt x="1607757" y="357728"/>
                  </a:lnTo>
                  <a:lnTo>
                    <a:pt x="1615166" y="357878"/>
                  </a:lnTo>
                  <a:lnTo>
                    <a:pt x="1615842" y="357711"/>
                  </a:lnTo>
                  <a:lnTo>
                    <a:pt x="1622595" y="356039"/>
                  </a:lnTo>
                  <a:lnTo>
                    <a:pt x="1627974" y="354925"/>
                  </a:lnTo>
                  <a:lnTo>
                    <a:pt x="1629313" y="353927"/>
                  </a:lnTo>
                  <a:lnTo>
                    <a:pt x="1634969" y="349532"/>
                  </a:lnTo>
                  <a:lnTo>
                    <a:pt x="1637290" y="347243"/>
                  </a:lnTo>
                  <a:lnTo>
                    <a:pt x="1639945" y="346417"/>
                  </a:lnTo>
                  <a:lnTo>
                    <a:pt x="1640729" y="346173"/>
                  </a:lnTo>
                  <a:lnTo>
                    <a:pt x="1640991" y="345191"/>
                  </a:lnTo>
                  <a:lnTo>
                    <a:pt x="1641610" y="344932"/>
                  </a:lnTo>
                  <a:lnTo>
                    <a:pt x="1643193" y="345039"/>
                  </a:lnTo>
                  <a:lnTo>
                    <a:pt x="1644321" y="345288"/>
                  </a:lnTo>
                  <a:lnTo>
                    <a:pt x="1645125" y="344871"/>
                  </a:lnTo>
                  <a:lnTo>
                    <a:pt x="1646536" y="344824"/>
                  </a:lnTo>
                  <a:lnTo>
                    <a:pt x="1647643" y="343885"/>
                  </a:lnTo>
                  <a:lnTo>
                    <a:pt x="1648046" y="343376"/>
                  </a:lnTo>
                  <a:lnTo>
                    <a:pt x="1648311" y="342407"/>
                  </a:lnTo>
                  <a:lnTo>
                    <a:pt x="1648867" y="341934"/>
                  </a:lnTo>
                  <a:lnTo>
                    <a:pt x="1649871" y="341079"/>
                  </a:lnTo>
                  <a:lnTo>
                    <a:pt x="1650826" y="340988"/>
                  </a:lnTo>
                  <a:lnTo>
                    <a:pt x="1650410" y="338696"/>
                  </a:lnTo>
                  <a:lnTo>
                    <a:pt x="1650759" y="338309"/>
                  </a:lnTo>
                  <a:lnTo>
                    <a:pt x="1649849" y="337131"/>
                  </a:lnTo>
                  <a:lnTo>
                    <a:pt x="1649009" y="336666"/>
                  </a:lnTo>
                  <a:lnTo>
                    <a:pt x="1650100" y="332728"/>
                  </a:lnTo>
                  <a:lnTo>
                    <a:pt x="1651248" y="331210"/>
                  </a:lnTo>
                  <a:lnTo>
                    <a:pt x="1655549" y="325526"/>
                  </a:lnTo>
                  <a:lnTo>
                    <a:pt x="1656502" y="325292"/>
                  </a:lnTo>
                  <a:lnTo>
                    <a:pt x="1660223" y="321220"/>
                  </a:lnTo>
                  <a:lnTo>
                    <a:pt x="1661594" y="320156"/>
                  </a:lnTo>
                  <a:lnTo>
                    <a:pt x="1662302" y="318500"/>
                  </a:lnTo>
                  <a:lnTo>
                    <a:pt x="1663046" y="317953"/>
                  </a:lnTo>
                  <a:lnTo>
                    <a:pt x="1665746" y="317046"/>
                  </a:lnTo>
                  <a:lnTo>
                    <a:pt x="1668723" y="316870"/>
                  </a:lnTo>
                  <a:lnTo>
                    <a:pt x="1669423" y="316557"/>
                  </a:lnTo>
                  <a:lnTo>
                    <a:pt x="1669733" y="316075"/>
                  </a:lnTo>
                  <a:lnTo>
                    <a:pt x="1670215" y="315880"/>
                  </a:lnTo>
                  <a:lnTo>
                    <a:pt x="1670697" y="315867"/>
                  </a:lnTo>
                  <a:lnTo>
                    <a:pt x="1671041" y="315723"/>
                  </a:lnTo>
                  <a:lnTo>
                    <a:pt x="1671294" y="315189"/>
                  </a:lnTo>
                  <a:lnTo>
                    <a:pt x="1671443" y="314746"/>
                  </a:lnTo>
                  <a:lnTo>
                    <a:pt x="1671650" y="314564"/>
                  </a:lnTo>
                  <a:lnTo>
                    <a:pt x="1671914" y="314499"/>
                  </a:lnTo>
                  <a:lnTo>
                    <a:pt x="1674521" y="314934"/>
                  </a:lnTo>
                  <a:lnTo>
                    <a:pt x="1678533" y="315265"/>
                  </a:lnTo>
                  <a:lnTo>
                    <a:pt x="1679411" y="315338"/>
                  </a:lnTo>
                  <a:lnTo>
                    <a:pt x="1681821" y="315624"/>
                  </a:lnTo>
                  <a:lnTo>
                    <a:pt x="1687752" y="315267"/>
                  </a:lnTo>
                  <a:lnTo>
                    <a:pt x="1692443" y="315459"/>
                  </a:lnTo>
                  <a:lnTo>
                    <a:pt x="1693002" y="313932"/>
                  </a:lnTo>
                  <a:lnTo>
                    <a:pt x="1692685" y="312962"/>
                  </a:lnTo>
                  <a:lnTo>
                    <a:pt x="1693521" y="310543"/>
                  </a:lnTo>
                  <a:lnTo>
                    <a:pt x="1695389" y="308142"/>
                  </a:lnTo>
                  <a:lnTo>
                    <a:pt x="1694301" y="305859"/>
                  </a:lnTo>
                  <a:lnTo>
                    <a:pt x="1695651" y="305671"/>
                  </a:lnTo>
                  <a:lnTo>
                    <a:pt x="1697304" y="305093"/>
                  </a:lnTo>
                  <a:lnTo>
                    <a:pt x="1698171" y="305187"/>
                  </a:lnTo>
                  <a:lnTo>
                    <a:pt x="1699521" y="304983"/>
                  </a:lnTo>
                  <a:lnTo>
                    <a:pt x="1700600" y="305353"/>
                  </a:lnTo>
                  <a:lnTo>
                    <a:pt x="1701192" y="304869"/>
                  </a:lnTo>
                  <a:lnTo>
                    <a:pt x="1702326" y="305266"/>
                  </a:lnTo>
                  <a:lnTo>
                    <a:pt x="1702785" y="305670"/>
                  </a:lnTo>
                  <a:lnTo>
                    <a:pt x="1703003" y="306113"/>
                  </a:lnTo>
                  <a:lnTo>
                    <a:pt x="1703026" y="306790"/>
                  </a:lnTo>
                  <a:lnTo>
                    <a:pt x="1703325" y="307246"/>
                  </a:lnTo>
                  <a:lnTo>
                    <a:pt x="1704220" y="308015"/>
                  </a:lnTo>
                  <a:lnTo>
                    <a:pt x="1705218" y="308628"/>
                  </a:lnTo>
                  <a:lnTo>
                    <a:pt x="1705976" y="308628"/>
                  </a:lnTo>
                  <a:lnTo>
                    <a:pt x="1707158" y="308393"/>
                  </a:lnTo>
                  <a:lnTo>
                    <a:pt x="1707743" y="308041"/>
                  </a:lnTo>
                  <a:lnTo>
                    <a:pt x="1707927" y="307833"/>
                  </a:lnTo>
                  <a:lnTo>
                    <a:pt x="1708237" y="307820"/>
                  </a:lnTo>
                  <a:lnTo>
                    <a:pt x="1709545" y="308054"/>
                  </a:lnTo>
                  <a:lnTo>
                    <a:pt x="1710211" y="308002"/>
                  </a:lnTo>
                  <a:lnTo>
                    <a:pt x="1710888" y="307807"/>
                  </a:lnTo>
                  <a:lnTo>
                    <a:pt x="1711383" y="307557"/>
                  </a:lnTo>
                  <a:lnTo>
                    <a:pt x="1711761" y="307286"/>
                  </a:lnTo>
                  <a:lnTo>
                    <a:pt x="1711428" y="306530"/>
                  </a:lnTo>
                  <a:lnTo>
                    <a:pt x="1711485" y="306243"/>
                  </a:lnTo>
                  <a:lnTo>
                    <a:pt x="1711772" y="306035"/>
                  </a:lnTo>
                  <a:lnTo>
                    <a:pt x="1712507" y="305852"/>
                  </a:lnTo>
                  <a:lnTo>
                    <a:pt x="1712725" y="305722"/>
                  </a:lnTo>
                  <a:lnTo>
                    <a:pt x="1713057" y="305084"/>
                  </a:lnTo>
                  <a:lnTo>
                    <a:pt x="1713585" y="304615"/>
                  </a:lnTo>
                  <a:lnTo>
                    <a:pt x="1713976" y="304406"/>
                  </a:lnTo>
                  <a:lnTo>
                    <a:pt x="1714825" y="304276"/>
                  </a:lnTo>
                  <a:lnTo>
                    <a:pt x="1715617" y="304393"/>
                  </a:lnTo>
                  <a:lnTo>
                    <a:pt x="1715950" y="304393"/>
                  </a:lnTo>
                  <a:lnTo>
                    <a:pt x="1716317" y="304211"/>
                  </a:lnTo>
                  <a:lnTo>
                    <a:pt x="1716524" y="303624"/>
                  </a:lnTo>
                  <a:lnTo>
                    <a:pt x="1717121" y="303658"/>
                  </a:lnTo>
                  <a:lnTo>
                    <a:pt x="1718153" y="303716"/>
                  </a:lnTo>
                  <a:lnTo>
                    <a:pt x="1718555" y="303689"/>
                  </a:lnTo>
                  <a:lnTo>
                    <a:pt x="1719049" y="303572"/>
                  </a:lnTo>
                  <a:lnTo>
                    <a:pt x="1721688" y="301566"/>
                  </a:lnTo>
                  <a:lnTo>
                    <a:pt x="1722561" y="301422"/>
                  </a:lnTo>
                  <a:lnTo>
                    <a:pt x="1723789" y="301422"/>
                  </a:lnTo>
                  <a:lnTo>
                    <a:pt x="1724477" y="301279"/>
                  </a:lnTo>
                  <a:lnTo>
                    <a:pt x="1725373" y="300849"/>
                  </a:lnTo>
                  <a:lnTo>
                    <a:pt x="1725855" y="300302"/>
                  </a:lnTo>
                  <a:lnTo>
                    <a:pt x="1726211" y="300106"/>
                  </a:lnTo>
                  <a:lnTo>
                    <a:pt x="1727411" y="299938"/>
                  </a:lnTo>
                  <a:lnTo>
                    <a:pt x="1728954" y="298938"/>
                  </a:lnTo>
                  <a:lnTo>
                    <a:pt x="1732599" y="299428"/>
                  </a:lnTo>
                  <a:lnTo>
                    <a:pt x="1733976" y="300449"/>
                  </a:lnTo>
                  <a:lnTo>
                    <a:pt x="1739598" y="300917"/>
                  </a:lnTo>
                  <a:lnTo>
                    <a:pt x="1741428" y="299740"/>
                  </a:lnTo>
                  <a:lnTo>
                    <a:pt x="1742031" y="299657"/>
                  </a:lnTo>
                  <a:lnTo>
                    <a:pt x="1742371" y="299876"/>
                  </a:lnTo>
                  <a:lnTo>
                    <a:pt x="1742903" y="300762"/>
                  </a:lnTo>
                  <a:lnTo>
                    <a:pt x="1744767" y="300845"/>
                  </a:lnTo>
                  <a:lnTo>
                    <a:pt x="1747127" y="301283"/>
                  </a:lnTo>
                  <a:lnTo>
                    <a:pt x="1747558" y="301168"/>
                  </a:lnTo>
                  <a:lnTo>
                    <a:pt x="1747696" y="300803"/>
                  </a:lnTo>
                  <a:lnTo>
                    <a:pt x="1747531" y="300355"/>
                  </a:lnTo>
                  <a:lnTo>
                    <a:pt x="1747255" y="299959"/>
                  </a:lnTo>
                  <a:lnTo>
                    <a:pt x="1749431" y="297541"/>
                  </a:lnTo>
                  <a:lnTo>
                    <a:pt x="1750689" y="297583"/>
                  </a:lnTo>
                  <a:lnTo>
                    <a:pt x="1751745" y="297416"/>
                  </a:lnTo>
                  <a:lnTo>
                    <a:pt x="1752131" y="297426"/>
                  </a:lnTo>
                  <a:lnTo>
                    <a:pt x="1752351" y="297749"/>
                  </a:lnTo>
                  <a:lnTo>
                    <a:pt x="1752452" y="298823"/>
                  </a:lnTo>
                  <a:lnTo>
                    <a:pt x="1752131" y="299209"/>
                  </a:lnTo>
                  <a:lnTo>
                    <a:pt x="1752544" y="299553"/>
                  </a:lnTo>
                  <a:lnTo>
                    <a:pt x="1753462" y="299699"/>
                  </a:lnTo>
                  <a:lnTo>
                    <a:pt x="1754298" y="299073"/>
                  </a:lnTo>
                  <a:lnTo>
                    <a:pt x="1755709" y="298618"/>
                  </a:lnTo>
                  <a:lnTo>
                    <a:pt x="1755721" y="298615"/>
                  </a:lnTo>
                  <a:lnTo>
                    <a:pt x="1756474" y="299719"/>
                  </a:lnTo>
                  <a:lnTo>
                    <a:pt x="1757934" y="301460"/>
                  </a:lnTo>
                  <a:lnTo>
                    <a:pt x="1759403" y="302815"/>
                  </a:lnTo>
                  <a:lnTo>
                    <a:pt x="1759926" y="303149"/>
                  </a:lnTo>
                  <a:lnTo>
                    <a:pt x="1760257" y="303076"/>
                  </a:lnTo>
                  <a:lnTo>
                    <a:pt x="1761239" y="302544"/>
                  </a:lnTo>
                  <a:lnTo>
                    <a:pt x="1761597" y="302503"/>
                  </a:lnTo>
                  <a:lnTo>
                    <a:pt x="1763250" y="303013"/>
                  </a:lnTo>
                  <a:lnTo>
                    <a:pt x="1764728" y="302815"/>
                  </a:lnTo>
                  <a:lnTo>
                    <a:pt x="1765564" y="302982"/>
                  </a:lnTo>
                  <a:lnTo>
                    <a:pt x="1765711" y="303357"/>
                  </a:lnTo>
                  <a:lnTo>
                    <a:pt x="1766611" y="303847"/>
                  </a:lnTo>
                  <a:lnTo>
                    <a:pt x="1767547" y="304681"/>
                  </a:lnTo>
                  <a:lnTo>
                    <a:pt x="1767960" y="304712"/>
                  </a:lnTo>
                  <a:lnTo>
                    <a:pt x="1768897" y="304285"/>
                  </a:lnTo>
                  <a:lnTo>
                    <a:pt x="1769246" y="304274"/>
                  </a:lnTo>
                  <a:lnTo>
                    <a:pt x="1769521" y="304514"/>
                  </a:lnTo>
                  <a:lnTo>
                    <a:pt x="1769744" y="304956"/>
                  </a:lnTo>
                  <a:lnTo>
                    <a:pt x="1770256" y="304869"/>
                  </a:lnTo>
                  <a:lnTo>
                    <a:pt x="1770690" y="304413"/>
                  </a:lnTo>
                  <a:lnTo>
                    <a:pt x="1772100" y="303389"/>
                  </a:lnTo>
                  <a:lnTo>
                    <a:pt x="1774214" y="303690"/>
                  </a:lnTo>
                  <a:lnTo>
                    <a:pt x="1774860" y="303657"/>
                  </a:lnTo>
                  <a:lnTo>
                    <a:pt x="1775427" y="303475"/>
                  </a:lnTo>
                  <a:lnTo>
                    <a:pt x="1776934" y="303565"/>
                  </a:lnTo>
                  <a:lnTo>
                    <a:pt x="1777891" y="304191"/>
                  </a:lnTo>
                  <a:lnTo>
                    <a:pt x="1778949" y="304216"/>
                  </a:lnTo>
                  <a:lnTo>
                    <a:pt x="1780207" y="303953"/>
                  </a:lnTo>
                  <a:lnTo>
                    <a:pt x="1780469" y="303932"/>
                  </a:lnTo>
                  <a:lnTo>
                    <a:pt x="1780910" y="304207"/>
                  </a:lnTo>
                  <a:lnTo>
                    <a:pt x="1781483" y="304449"/>
                  </a:lnTo>
                  <a:lnTo>
                    <a:pt x="1781729" y="304777"/>
                  </a:lnTo>
                  <a:lnTo>
                    <a:pt x="1781787" y="305376"/>
                  </a:lnTo>
                  <a:lnTo>
                    <a:pt x="1781574" y="305751"/>
                  </a:lnTo>
                  <a:lnTo>
                    <a:pt x="1783167" y="305116"/>
                  </a:lnTo>
                  <a:lnTo>
                    <a:pt x="1783667" y="304549"/>
                  </a:lnTo>
                  <a:lnTo>
                    <a:pt x="1784130" y="304374"/>
                  </a:lnTo>
                  <a:lnTo>
                    <a:pt x="1784828" y="304391"/>
                  </a:lnTo>
                  <a:lnTo>
                    <a:pt x="1785378" y="304182"/>
                  </a:lnTo>
                  <a:lnTo>
                    <a:pt x="1786062" y="303232"/>
                  </a:lnTo>
                  <a:lnTo>
                    <a:pt x="1786590" y="302540"/>
                  </a:lnTo>
                  <a:lnTo>
                    <a:pt x="1786745" y="301906"/>
                  </a:lnTo>
                  <a:lnTo>
                    <a:pt x="1786385" y="301531"/>
                  </a:lnTo>
                  <a:lnTo>
                    <a:pt x="1789066" y="302081"/>
                  </a:lnTo>
                  <a:lnTo>
                    <a:pt x="1789522" y="302104"/>
                  </a:lnTo>
                  <a:lnTo>
                    <a:pt x="1790596" y="302031"/>
                  </a:lnTo>
                  <a:lnTo>
                    <a:pt x="1790619" y="301234"/>
                  </a:lnTo>
                  <a:lnTo>
                    <a:pt x="1790776" y="300976"/>
                  </a:lnTo>
                  <a:lnTo>
                    <a:pt x="1791271" y="300507"/>
                  </a:lnTo>
                  <a:lnTo>
                    <a:pt x="1791504" y="300124"/>
                  </a:lnTo>
                  <a:lnTo>
                    <a:pt x="1790986" y="299147"/>
                  </a:lnTo>
                  <a:lnTo>
                    <a:pt x="1790747" y="298354"/>
                  </a:lnTo>
                  <a:lnTo>
                    <a:pt x="1790651" y="298093"/>
                  </a:lnTo>
                  <a:lnTo>
                    <a:pt x="1790520" y="297740"/>
                  </a:lnTo>
                  <a:lnTo>
                    <a:pt x="1791563" y="296719"/>
                  </a:lnTo>
                  <a:lnTo>
                    <a:pt x="1791628" y="296271"/>
                  </a:lnTo>
                  <a:lnTo>
                    <a:pt x="1791153" y="295137"/>
                  </a:lnTo>
                  <a:lnTo>
                    <a:pt x="1791197" y="294475"/>
                  </a:lnTo>
                  <a:lnTo>
                    <a:pt x="1791648" y="294188"/>
                  </a:lnTo>
                  <a:lnTo>
                    <a:pt x="1790886" y="293969"/>
                  </a:lnTo>
                  <a:lnTo>
                    <a:pt x="1790859" y="292187"/>
                  </a:lnTo>
                  <a:lnTo>
                    <a:pt x="1791243" y="291682"/>
                  </a:lnTo>
                  <a:lnTo>
                    <a:pt x="1791243" y="291672"/>
                  </a:lnTo>
                  <a:lnTo>
                    <a:pt x="1791213" y="291677"/>
                  </a:lnTo>
                  <a:lnTo>
                    <a:pt x="1788628" y="291093"/>
                  </a:lnTo>
                  <a:lnTo>
                    <a:pt x="1788348" y="289952"/>
                  </a:lnTo>
                  <a:lnTo>
                    <a:pt x="1789201" y="289358"/>
                  </a:lnTo>
                  <a:lnTo>
                    <a:pt x="1789098" y="289227"/>
                  </a:lnTo>
                  <a:lnTo>
                    <a:pt x="1788603" y="289164"/>
                  </a:lnTo>
                  <a:lnTo>
                    <a:pt x="1787983" y="289086"/>
                  </a:lnTo>
                  <a:lnTo>
                    <a:pt x="1786725" y="287627"/>
                  </a:lnTo>
                  <a:lnTo>
                    <a:pt x="1786543" y="287404"/>
                  </a:lnTo>
                  <a:lnTo>
                    <a:pt x="1786137" y="286908"/>
                  </a:lnTo>
                  <a:lnTo>
                    <a:pt x="1785944" y="286501"/>
                  </a:lnTo>
                  <a:lnTo>
                    <a:pt x="1785928" y="286333"/>
                  </a:lnTo>
                  <a:lnTo>
                    <a:pt x="1786016" y="286091"/>
                  </a:lnTo>
                  <a:lnTo>
                    <a:pt x="1785891" y="285850"/>
                  </a:lnTo>
                  <a:lnTo>
                    <a:pt x="1785920" y="285524"/>
                  </a:lnTo>
                  <a:lnTo>
                    <a:pt x="1786559" y="285149"/>
                  </a:lnTo>
                  <a:lnTo>
                    <a:pt x="1784947" y="282010"/>
                  </a:lnTo>
                  <a:lnTo>
                    <a:pt x="1784730" y="281697"/>
                  </a:lnTo>
                  <a:lnTo>
                    <a:pt x="1783587" y="280054"/>
                  </a:lnTo>
                  <a:lnTo>
                    <a:pt x="1783409" y="279797"/>
                  </a:lnTo>
                  <a:lnTo>
                    <a:pt x="1783295" y="279633"/>
                  </a:lnTo>
                  <a:lnTo>
                    <a:pt x="1782529" y="279004"/>
                  </a:lnTo>
                  <a:lnTo>
                    <a:pt x="1781935" y="278662"/>
                  </a:lnTo>
                  <a:lnTo>
                    <a:pt x="1781472" y="278220"/>
                  </a:lnTo>
                  <a:lnTo>
                    <a:pt x="1780749" y="277404"/>
                  </a:lnTo>
                  <a:lnTo>
                    <a:pt x="1780680" y="277326"/>
                  </a:lnTo>
                  <a:lnTo>
                    <a:pt x="1780581" y="277203"/>
                  </a:lnTo>
                  <a:lnTo>
                    <a:pt x="1780579" y="277193"/>
                  </a:lnTo>
                  <a:lnTo>
                    <a:pt x="1780568" y="277161"/>
                  </a:lnTo>
                  <a:lnTo>
                    <a:pt x="1780539" y="277119"/>
                  </a:lnTo>
                  <a:lnTo>
                    <a:pt x="1780522" y="277107"/>
                  </a:lnTo>
                  <a:lnTo>
                    <a:pt x="1780517" y="277105"/>
                  </a:lnTo>
                  <a:lnTo>
                    <a:pt x="1780319" y="277033"/>
                  </a:lnTo>
                  <a:lnTo>
                    <a:pt x="1780158" y="277024"/>
                  </a:lnTo>
                  <a:lnTo>
                    <a:pt x="1780136" y="277022"/>
                  </a:lnTo>
                  <a:lnTo>
                    <a:pt x="1780118" y="277017"/>
                  </a:lnTo>
                  <a:lnTo>
                    <a:pt x="1780110" y="277015"/>
                  </a:lnTo>
                  <a:lnTo>
                    <a:pt x="1780098" y="277001"/>
                  </a:lnTo>
                  <a:lnTo>
                    <a:pt x="1780097" y="276962"/>
                  </a:lnTo>
                  <a:lnTo>
                    <a:pt x="1780097" y="276911"/>
                  </a:lnTo>
                  <a:lnTo>
                    <a:pt x="1780091" y="276883"/>
                  </a:lnTo>
                  <a:lnTo>
                    <a:pt x="1779764" y="276663"/>
                  </a:lnTo>
                  <a:lnTo>
                    <a:pt x="1779698" y="276644"/>
                  </a:lnTo>
                  <a:lnTo>
                    <a:pt x="1779638" y="276627"/>
                  </a:lnTo>
                  <a:lnTo>
                    <a:pt x="1779501" y="276621"/>
                  </a:lnTo>
                  <a:lnTo>
                    <a:pt x="1779476" y="276609"/>
                  </a:lnTo>
                  <a:lnTo>
                    <a:pt x="1779436" y="276590"/>
                  </a:lnTo>
                  <a:lnTo>
                    <a:pt x="1779203" y="276558"/>
                  </a:lnTo>
                  <a:lnTo>
                    <a:pt x="1778927" y="276563"/>
                  </a:lnTo>
                  <a:lnTo>
                    <a:pt x="1778788" y="276589"/>
                  </a:lnTo>
                  <a:lnTo>
                    <a:pt x="1778699" y="276598"/>
                  </a:lnTo>
                  <a:lnTo>
                    <a:pt x="1778522" y="276616"/>
                  </a:lnTo>
                  <a:lnTo>
                    <a:pt x="1778432" y="276625"/>
                  </a:lnTo>
                  <a:lnTo>
                    <a:pt x="1778412" y="276627"/>
                  </a:lnTo>
                  <a:lnTo>
                    <a:pt x="1778404" y="276626"/>
                  </a:lnTo>
                  <a:lnTo>
                    <a:pt x="1778399" y="276622"/>
                  </a:lnTo>
                  <a:lnTo>
                    <a:pt x="1778392" y="276610"/>
                  </a:lnTo>
                  <a:lnTo>
                    <a:pt x="1778390" y="276602"/>
                  </a:lnTo>
                  <a:lnTo>
                    <a:pt x="1778388" y="276598"/>
                  </a:lnTo>
                  <a:lnTo>
                    <a:pt x="1778375" y="276590"/>
                  </a:lnTo>
                  <a:lnTo>
                    <a:pt x="1778266" y="276583"/>
                  </a:lnTo>
                  <a:lnTo>
                    <a:pt x="1778261" y="276583"/>
                  </a:lnTo>
                  <a:lnTo>
                    <a:pt x="1778054" y="276647"/>
                  </a:lnTo>
                  <a:lnTo>
                    <a:pt x="1777818" y="276682"/>
                  </a:lnTo>
                  <a:lnTo>
                    <a:pt x="1777813" y="276678"/>
                  </a:lnTo>
                  <a:lnTo>
                    <a:pt x="1777755" y="276640"/>
                  </a:lnTo>
                  <a:lnTo>
                    <a:pt x="1777746" y="276637"/>
                  </a:lnTo>
                  <a:lnTo>
                    <a:pt x="1777741" y="276637"/>
                  </a:lnTo>
                  <a:lnTo>
                    <a:pt x="1777713" y="276644"/>
                  </a:lnTo>
                  <a:lnTo>
                    <a:pt x="1777708" y="276646"/>
                  </a:lnTo>
                  <a:lnTo>
                    <a:pt x="1777690" y="276660"/>
                  </a:lnTo>
                  <a:lnTo>
                    <a:pt x="1777690" y="276651"/>
                  </a:lnTo>
                  <a:lnTo>
                    <a:pt x="1777685" y="276623"/>
                  </a:lnTo>
                  <a:lnTo>
                    <a:pt x="1777681" y="276614"/>
                  </a:lnTo>
                  <a:lnTo>
                    <a:pt x="1777674" y="276606"/>
                  </a:lnTo>
                  <a:lnTo>
                    <a:pt x="1777669" y="276604"/>
                  </a:lnTo>
                  <a:lnTo>
                    <a:pt x="1777584" y="276586"/>
                  </a:lnTo>
                  <a:lnTo>
                    <a:pt x="1777494" y="276587"/>
                  </a:lnTo>
                  <a:lnTo>
                    <a:pt x="1777430" y="276594"/>
                  </a:lnTo>
                  <a:lnTo>
                    <a:pt x="1777409" y="276597"/>
                  </a:lnTo>
                  <a:lnTo>
                    <a:pt x="1777368" y="276602"/>
                  </a:lnTo>
                  <a:lnTo>
                    <a:pt x="1777340" y="276603"/>
                  </a:lnTo>
                  <a:lnTo>
                    <a:pt x="1777320" y="276603"/>
                  </a:lnTo>
                  <a:lnTo>
                    <a:pt x="1777289" y="276600"/>
                  </a:lnTo>
                  <a:lnTo>
                    <a:pt x="1777272" y="276594"/>
                  </a:lnTo>
                  <a:lnTo>
                    <a:pt x="1777252" y="276579"/>
                  </a:lnTo>
                  <a:lnTo>
                    <a:pt x="1777242" y="276571"/>
                  </a:lnTo>
                  <a:lnTo>
                    <a:pt x="1777240" y="276567"/>
                  </a:lnTo>
                  <a:lnTo>
                    <a:pt x="1777222" y="276490"/>
                  </a:lnTo>
                  <a:lnTo>
                    <a:pt x="1777221" y="276474"/>
                  </a:lnTo>
                  <a:lnTo>
                    <a:pt x="1777051" y="276314"/>
                  </a:lnTo>
                  <a:lnTo>
                    <a:pt x="1777044" y="276318"/>
                  </a:lnTo>
                  <a:lnTo>
                    <a:pt x="1777036" y="276320"/>
                  </a:lnTo>
                  <a:lnTo>
                    <a:pt x="1777026" y="276319"/>
                  </a:lnTo>
                  <a:lnTo>
                    <a:pt x="1777016" y="276317"/>
                  </a:lnTo>
                  <a:lnTo>
                    <a:pt x="1777006" y="276311"/>
                  </a:lnTo>
                  <a:lnTo>
                    <a:pt x="1776998" y="276303"/>
                  </a:lnTo>
                  <a:lnTo>
                    <a:pt x="1776981" y="276283"/>
                  </a:lnTo>
                  <a:lnTo>
                    <a:pt x="1776974" y="276271"/>
                  </a:lnTo>
                  <a:lnTo>
                    <a:pt x="1776932" y="276181"/>
                  </a:lnTo>
                  <a:lnTo>
                    <a:pt x="1776928" y="276165"/>
                  </a:lnTo>
                  <a:lnTo>
                    <a:pt x="1776930" y="276161"/>
                  </a:lnTo>
                  <a:lnTo>
                    <a:pt x="1776936" y="276155"/>
                  </a:lnTo>
                  <a:lnTo>
                    <a:pt x="1776941" y="276152"/>
                  </a:lnTo>
                  <a:lnTo>
                    <a:pt x="1776954" y="276146"/>
                  </a:lnTo>
                  <a:lnTo>
                    <a:pt x="1776967" y="276144"/>
                  </a:lnTo>
                  <a:lnTo>
                    <a:pt x="1777033" y="276136"/>
                  </a:lnTo>
                  <a:lnTo>
                    <a:pt x="1777049" y="276135"/>
                  </a:lnTo>
                  <a:lnTo>
                    <a:pt x="1777062" y="276135"/>
                  </a:lnTo>
                  <a:lnTo>
                    <a:pt x="1777077" y="276139"/>
                  </a:lnTo>
                  <a:lnTo>
                    <a:pt x="1777082" y="276141"/>
                  </a:lnTo>
                  <a:lnTo>
                    <a:pt x="1777087" y="276144"/>
                  </a:lnTo>
                  <a:lnTo>
                    <a:pt x="1777147" y="276167"/>
                  </a:lnTo>
                  <a:lnTo>
                    <a:pt x="1777236" y="276167"/>
                  </a:lnTo>
                  <a:lnTo>
                    <a:pt x="1777246" y="276163"/>
                  </a:lnTo>
                  <a:lnTo>
                    <a:pt x="1777254" y="276156"/>
                  </a:lnTo>
                  <a:lnTo>
                    <a:pt x="1777266" y="276130"/>
                  </a:lnTo>
                  <a:lnTo>
                    <a:pt x="1777266" y="276113"/>
                  </a:lnTo>
                  <a:lnTo>
                    <a:pt x="1777264" y="276101"/>
                  </a:lnTo>
                  <a:lnTo>
                    <a:pt x="1777255" y="276083"/>
                  </a:lnTo>
                  <a:lnTo>
                    <a:pt x="1777243" y="276067"/>
                  </a:lnTo>
                  <a:lnTo>
                    <a:pt x="1777238" y="276061"/>
                  </a:lnTo>
                  <a:lnTo>
                    <a:pt x="1777228" y="276057"/>
                  </a:lnTo>
                  <a:lnTo>
                    <a:pt x="1777216" y="276052"/>
                  </a:lnTo>
                  <a:lnTo>
                    <a:pt x="1777203" y="276050"/>
                  </a:lnTo>
                  <a:lnTo>
                    <a:pt x="1777168" y="275980"/>
                  </a:lnTo>
                  <a:lnTo>
                    <a:pt x="1777158" y="275852"/>
                  </a:lnTo>
                  <a:lnTo>
                    <a:pt x="1777200" y="275768"/>
                  </a:lnTo>
                  <a:lnTo>
                    <a:pt x="1777216" y="275745"/>
                  </a:lnTo>
                  <a:lnTo>
                    <a:pt x="1777229" y="275735"/>
                  </a:lnTo>
                  <a:lnTo>
                    <a:pt x="1777263" y="275712"/>
                  </a:lnTo>
                  <a:lnTo>
                    <a:pt x="1777286" y="275703"/>
                  </a:lnTo>
                  <a:lnTo>
                    <a:pt x="1777295" y="275703"/>
                  </a:lnTo>
                  <a:lnTo>
                    <a:pt x="1777302" y="275703"/>
                  </a:lnTo>
                  <a:lnTo>
                    <a:pt x="1777309" y="275706"/>
                  </a:lnTo>
                  <a:lnTo>
                    <a:pt x="1777320" y="275703"/>
                  </a:lnTo>
                  <a:lnTo>
                    <a:pt x="1777330" y="275698"/>
                  </a:lnTo>
                  <a:lnTo>
                    <a:pt x="1777335" y="275693"/>
                  </a:lnTo>
                  <a:lnTo>
                    <a:pt x="1777395" y="275546"/>
                  </a:lnTo>
                  <a:lnTo>
                    <a:pt x="1777395" y="275538"/>
                  </a:lnTo>
                  <a:lnTo>
                    <a:pt x="1777373" y="275466"/>
                  </a:lnTo>
                  <a:lnTo>
                    <a:pt x="1777361" y="275439"/>
                  </a:lnTo>
                  <a:lnTo>
                    <a:pt x="1777354" y="275429"/>
                  </a:lnTo>
                  <a:lnTo>
                    <a:pt x="1777342" y="275419"/>
                  </a:lnTo>
                  <a:lnTo>
                    <a:pt x="1777230" y="275344"/>
                  </a:lnTo>
                  <a:lnTo>
                    <a:pt x="1777210" y="275338"/>
                  </a:lnTo>
                  <a:lnTo>
                    <a:pt x="1777197" y="275340"/>
                  </a:lnTo>
                  <a:lnTo>
                    <a:pt x="1777182" y="275344"/>
                  </a:lnTo>
                  <a:lnTo>
                    <a:pt x="1777169" y="275353"/>
                  </a:lnTo>
                  <a:lnTo>
                    <a:pt x="1777163" y="275360"/>
                  </a:lnTo>
                  <a:lnTo>
                    <a:pt x="1777163" y="275367"/>
                  </a:lnTo>
                  <a:lnTo>
                    <a:pt x="1777178" y="275385"/>
                  </a:lnTo>
                  <a:lnTo>
                    <a:pt x="1777185" y="275394"/>
                  </a:lnTo>
                  <a:lnTo>
                    <a:pt x="1777192" y="275404"/>
                  </a:lnTo>
                  <a:lnTo>
                    <a:pt x="1777194" y="275409"/>
                  </a:lnTo>
                  <a:lnTo>
                    <a:pt x="1777205" y="275456"/>
                  </a:lnTo>
                  <a:lnTo>
                    <a:pt x="1777202" y="275462"/>
                  </a:lnTo>
                  <a:lnTo>
                    <a:pt x="1777200" y="275468"/>
                  </a:lnTo>
                  <a:lnTo>
                    <a:pt x="1777192" y="275472"/>
                  </a:lnTo>
                  <a:lnTo>
                    <a:pt x="1777184" y="275474"/>
                  </a:lnTo>
                  <a:lnTo>
                    <a:pt x="1777153" y="275471"/>
                  </a:lnTo>
                  <a:lnTo>
                    <a:pt x="1777146" y="275469"/>
                  </a:lnTo>
                  <a:lnTo>
                    <a:pt x="1777138" y="275466"/>
                  </a:lnTo>
                  <a:lnTo>
                    <a:pt x="1777128" y="275460"/>
                  </a:lnTo>
                  <a:lnTo>
                    <a:pt x="1776960" y="275345"/>
                  </a:lnTo>
                  <a:lnTo>
                    <a:pt x="1776940" y="275326"/>
                  </a:lnTo>
                  <a:lnTo>
                    <a:pt x="1776863" y="275233"/>
                  </a:lnTo>
                  <a:lnTo>
                    <a:pt x="1776858" y="275227"/>
                  </a:lnTo>
                  <a:lnTo>
                    <a:pt x="1776853" y="275217"/>
                  </a:lnTo>
                  <a:lnTo>
                    <a:pt x="1776853" y="275212"/>
                  </a:lnTo>
                  <a:lnTo>
                    <a:pt x="1776856" y="275208"/>
                  </a:lnTo>
                  <a:lnTo>
                    <a:pt x="1776864" y="275198"/>
                  </a:lnTo>
                  <a:lnTo>
                    <a:pt x="1776945" y="275157"/>
                  </a:lnTo>
                  <a:lnTo>
                    <a:pt x="1776957" y="275152"/>
                  </a:lnTo>
                  <a:lnTo>
                    <a:pt x="1776966" y="275148"/>
                  </a:lnTo>
                  <a:lnTo>
                    <a:pt x="1777001" y="275157"/>
                  </a:lnTo>
                  <a:lnTo>
                    <a:pt x="1777019" y="275164"/>
                  </a:lnTo>
                  <a:lnTo>
                    <a:pt x="1777099" y="275196"/>
                  </a:lnTo>
                  <a:lnTo>
                    <a:pt x="1777109" y="275201"/>
                  </a:lnTo>
                  <a:lnTo>
                    <a:pt x="1777116" y="275207"/>
                  </a:lnTo>
                  <a:lnTo>
                    <a:pt x="1777121" y="275214"/>
                  </a:lnTo>
                  <a:lnTo>
                    <a:pt x="1777121" y="275222"/>
                  </a:lnTo>
                  <a:lnTo>
                    <a:pt x="1777118" y="275228"/>
                  </a:lnTo>
                  <a:lnTo>
                    <a:pt x="1777110" y="275239"/>
                  </a:lnTo>
                  <a:lnTo>
                    <a:pt x="1777143" y="275291"/>
                  </a:lnTo>
                  <a:lnTo>
                    <a:pt x="1777320" y="275285"/>
                  </a:lnTo>
                  <a:lnTo>
                    <a:pt x="1777330" y="275284"/>
                  </a:lnTo>
                  <a:lnTo>
                    <a:pt x="1777345" y="275277"/>
                  </a:lnTo>
                  <a:lnTo>
                    <a:pt x="1777353" y="275273"/>
                  </a:lnTo>
                  <a:lnTo>
                    <a:pt x="1777356" y="275265"/>
                  </a:lnTo>
                  <a:lnTo>
                    <a:pt x="1777373" y="275115"/>
                  </a:lnTo>
                  <a:lnTo>
                    <a:pt x="1777376" y="275045"/>
                  </a:lnTo>
                  <a:lnTo>
                    <a:pt x="1777376" y="275040"/>
                  </a:lnTo>
                  <a:lnTo>
                    <a:pt x="1777299" y="274986"/>
                  </a:lnTo>
                  <a:lnTo>
                    <a:pt x="1777292" y="274983"/>
                  </a:lnTo>
                  <a:lnTo>
                    <a:pt x="1777284" y="274984"/>
                  </a:lnTo>
                  <a:lnTo>
                    <a:pt x="1777271" y="274989"/>
                  </a:lnTo>
                  <a:lnTo>
                    <a:pt x="1777266" y="274995"/>
                  </a:lnTo>
                  <a:lnTo>
                    <a:pt x="1777263" y="275002"/>
                  </a:lnTo>
                  <a:lnTo>
                    <a:pt x="1777274" y="275035"/>
                  </a:lnTo>
                  <a:lnTo>
                    <a:pt x="1777268" y="275048"/>
                  </a:lnTo>
                  <a:lnTo>
                    <a:pt x="1777213" y="275101"/>
                  </a:lnTo>
                  <a:lnTo>
                    <a:pt x="1777205" y="275107"/>
                  </a:lnTo>
                  <a:lnTo>
                    <a:pt x="1777194" y="275113"/>
                  </a:lnTo>
                  <a:lnTo>
                    <a:pt x="1777179" y="275113"/>
                  </a:lnTo>
                  <a:lnTo>
                    <a:pt x="1777166" y="275113"/>
                  </a:lnTo>
                  <a:lnTo>
                    <a:pt x="1777148" y="275110"/>
                  </a:lnTo>
                  <a:lnTo>
                    <a:pt x="1777138" y="275105"/>
                  </a:lnTo>
                  <a:lnTo>
                    <a:pt x="1777038" y="275002"/>
                  </a:lnTo>
                  <a:lnTo>
                    <a:pt x="1777033" y="274996"/>
                  </a:lnTo>
                  <a:lnTo>
                    <a:pt x="1777031" y="274985"/>
                  </a:lnTo>
                  <a:lnTo>
                    <a:pt x="1777032" y="274980"/>
                  </a:lnTo>
                  <a:lnTo>
                    <a:pt x="1777039" y="274972"/>
                  </a:lnTo>
                  <a:lnTo>
                    <a:pt x="1777053" y="274965"/>
                  </a:lnTo>
                  <a:lnTo>
                    <a:pt x="1777065" y="274962"/>
                  </a:lnTo>
                  <a:lnTo>
                    <a:pt x="1777081" y="274961"/>
                  </a:lnTo>
                  <a:lnTo>
                    <a:pt x="1777109" y="274962"/>
                  </a:lnTo>
                  <a:lnTo>
                    <a:pt x="1777124" y="274964"/>
                  </a:lnTo>
                  <a:lnTo>
                    <a:pt x="1777156" y="274980"/>
                  </a:lnTo>
                  <a:lnTo>
                    <a:pt x="1777171" y="274988"/>
                  </a:lnTo>
                  <a:lnTo>
                    <a:pt x="1777182" y="274987"/>
                  </a:lnTo>
                  <a:lnTo>
                    <a:pt x="1777189" y="274985"/>
                  </a:lnTo>
                  <a:lnTo>
                    <a:pt x="1777288" y="274945"/>
                  </a:lnTo>
                  <a:lnTo>
                    <a:pt x="1777299" y="274938"/>
                  </a:lnTo>
                  <a:lnTo>
                    <a:pt x="1777312" y="274928"/>
                  </a:lnTo>
                  <a:lnTo>
                    <a:pt x="1777315" y="274918"/>
                  </a:lnTo>
                  <a:lnTo>
                    <a:pt x="1777313" y="274903"/>
                  </a:lnTo>
                  <a:lnTo>
                    <a:pt x="1777308" y="274889"/>
                  </a:lnTo>
                  <a:lnTo>
                    <a:pt x="1777298" y="274884"/>
                  </a:lnTo>
                  <a:lnTo>
                    <a:pt x="1777293" y="274883"/>
                  </a:lnTo>
                  <a:lnTo>
                    <a:pt x="1777192" y="274868"/>
                  </a:lnTo>
                  <a:lnTo>
                    <a:pt x="1777138" y="274863"/>
                  </a:lnTo>
                  <a:lnTo>
                    <a:pt x="1777138" y="274886"/>
                  </a:lnTo>
                  <a:lnTo>
                    <a:pt x="1777135" y="274891"/>
                  </a:lnTo>
                  <a:lnTo>
                    <a:pt x="1777129" y="274895"/>
                  </a:lnTo>
                  <a:lnTo>
                    <a:pt x="1777122" y="274897"/>
                  </a:lnTo>
                  <a:lnTo>
                    <a:pt x="1776997" y="274900"/>
                  </a:lnTo>
                  <a:lnTo>
                    <a:pt x="1776992" y="274899"/>
                  </a:lnTo>
                  <a:lnTo>
                    <a:pt x="1776987" y="274898"/>
                  </a:lnTo>
                  <a:lnTo>
                    <a:pt x="1776979" y="274889"/>
                  </a:lnTo>
                  <a:lnTo>
                    <a:pt x="1776975" y="274878"/>
                  </a:lnTo>
                  <a:lnTo>
                    <a:pt x="1776940" y="274732"/>
                  </a:lnTo>
                  <a:lnTo>
                    <a:pt x="1776940" y="274721"/>
                  </a:lnTo>
                  <a:lnTo>
                    <a:pt x="1776948" y="274581"/>
                  </a:lnTo>
                  <a:lnTo>
                    <a:pt x="1776954" y="274458"/>
                  </a:lnTo>
                  <a:lnTo>
                    <a:pt x="1777040" y="274347"/>
                  </a:lnTo>
                  <a:lnTo>
                    <a:pt x="1777001" y="274207"/>
                  </a:lnTo>
                  <a:lnTo>
                    <a:pt x="1776905" y="274228"/>
                  </a:lnTo>
                  <a:lnTo>
                    <a:pt x="1776744" y="274236"/>
                  </a:lnTo>
                  <a:lnTo>
                    <a:pt x="1776657" y="274236"/>
                  </a:lnTo>
                  <a:lnTo>
                    <a:pt x="1776382" y="274236"/>
                  </a:lnTo>
                  <a:lnTo>
                    <a:pt x="1776335" y="274260"/>
                  </a:lnTo>
                  <a:lnTo>
                    <a:pt x="1776315" y="274269"/>
                  </a:lnTo>
                  <a:lnTo>
                    <a:pt x="1776290" y="274270"/>
                  </a:lnTo>
                  <a:lnTo>
                    <a:pt x="1776271" y="274269"/>
                  </a:lnTo>
                  <a:lnTo>
                    <a:pt x="1776263" y="274267"/>
                  </a:lnTo>
                  <a:lnTo>
                    <a:pt x="1776148" y="274208"/>
                  </a:lnTo>
                  <a:lnTo>
                    <a:pt x="1776118" y="274191"/>
                  </a:lnTo>
                  <a:lnTo>
                    <a:pt x="1776094" y="274172"/>
                  </a:lnTo>
                  <a:lnTo>
                    <a:pt x="1776091" y="274168"/>
                  </a:lnTo>
                  <a:lnTo>
                    <a:pt x="1776089" y="274162"/>
                  </a:lnTo>
                  <a:lnTo>
                    <a:pt x="1776089" y="274156"/>
                  </a:lnTo>
                  <a:lnTo>
                    <a:pt x="1776092" y="274150"/>
                  </a:lnTo>
                  <a:lnTo>
                    <a:pt x="1776097" y="274144"/>
                  </a:lnTo>
                  <a:lnTo>
                    <a:pt x="1776121" y="274132"/>
                  </a:lnTo>
                  <a:lnTo>
                    <a:pt x="1776136" y="274128"/>
                  </a:lnTo>
                  <a:lnTo>
                    <a:pt x="1776154" y="274123"/>
                  </a:lnTo>
                  <a:lnTo>
                    <a:pt x="1776191" y="274104"/>
                  </a:lnTo>
                  <a:lnTo>
                    <a:pt x="1776215" y="274086"/>
                  </a:lnTo>
                  <a:lnTo>
                    <a:pt x="1776220" y="274081"/>
                  </a:lnTo>
                  <a:lnTo>
                    <a:pt x="1776223" y="274076"/>
                  </a:lnTo>
                  <a:lnTo>
                    <a:pt x="1776229" y="274059"/>
                  </a:lnTo>
                  <a:lnTo>
                    <a:pt x="1776234" y="274041"/>
                  </a:lnTo>
                  <a:lnTo>
                    <a:pt x="1776233" y="274011"/>
                  </a:lnTo>
                  <a:lnTo>
                    <a:pt x="1776231" y="274006"/>
                  </a:lnTo>
                  <a:lnTo>
                    <a:pt x="1776226" y="274000"/>
                  </a:lnTo>
                  <a:lnTo>
                    <a:pt x="1776219" y="273994"/>
                  </a:lnTo>
                  <a:lnTo>
                    <a:pt x="1776214" y="273990"/>
                  </a:lnTo>
                  <a:lnTo>
                    <a:pt x="1776144" y="273938"/>
                  </a:lnTo>
                  <a:lnTo>
                    <a:pt x="1776139" y="273938"/>
                  </a:lnTo>
                  <a:lnTo>
                    <a:pt x="1776126" y="273938"/>
                  </a:lnTo>
                  <a:lnTo>
                    <a:pt x="1776119" y="273941"/>
                  </a:lnTo>
                  <a:lnTo>
                    <a:pt x="1776103" y="273951"/>
                  </a:lnTo>
                  <a:lnTo>
                    <a:pt x="1776065" y="273993"/>
                  </a:lnTo>
                  <a:lnTo>
                    <a:pt x="1776072" y="274027"/>
                  </a:lnTo>
                  <a:lnTo>
                    <a:pt x="1776081" y="274043"/>
                  </a:lnTo>
                  <a:lnTo>
                    <a:pt x="1776078" y="274048"/>
                  </a:lnTo>
                  <a:lnTo>
                    <a:pt x="1776068" y="274057"/>
                  </a:lnTo>
                  <a:lnTo>
                    <a:pt x="1776013" y="274087"/>
                  </a:lnTo>
                  <a:lnTo>
                    <a:pt x="1775873" y="274147"/>
                  </a:lnTo>
                  <a:lnTo>
                    <a:pt x="1775865" y="274147"/>
                  </a:lnTo>
                  <a:lnTo>
                    <a:pt x="1775788" y="274151"/>
                  </a:lnTo>
                  <a:lnTo>
                    <a:pt x="1775781" y="274151"/>
                  </a:lnTo>
                  <a:lnTo>
                    <a:pt x="1775773" y="274148"/>
                  </a:lnTo>
                  <a:lnTo>
                    <a:pt x="1775763" y="274141"/>
                  </a:lnTo>
                  <a:lnTo>
                    <a:pt x="1775756" y="274134"/>
                  </a:lnTo>
                  <a:lnTo>
                    <a:pt x="1775754" y="274129"/>
                  </a:lnTo>
                  <a:lnTo>
                    <a:pt x="1775655" y="273914"/>
                  </a:lnTo>
                  <a:lnTo>
                    <a:pt x="1775633" y="273834"/>
                  </a:lnTo>
                  <a:lnTo>
                    <a:pt x="1775631" y="273825"/>
                  </a:lnTo>
                  <a:lnTo>
                    <a:pt x="1775639" y="273807"/>
                  </a:lnTo>
                  <a:lnTo>
                    <a:pt x="1775658" y="273793"/>
                  </a:lnTo>
                  <a:lnTo>
                    <a:pt x="1775671" y="273787"/>
                  </a:lnTo>
                  <a:lnTo>
                    <a:pt x="1775681" y="273785"/>
                  </a:lnTo>
                  <a:lnTo>
                    <a:pt x="1775801" y="273782"/>
                  </a:lnTo>
                  <a:lnTo>
                    <a:pt x="1775822" y="273783"/>
                  </a:lnTo>
                  <a:lnTo>
                    <a:pt x="1775837" y="273785"/>
                  </a:lnTo>
                  <a:lnTo>
                    <a:pt x="1775849" y="273791"/>
                  </a:lnTo>
                  <a:lnTo>
                    <a:pt x="1775862" y="273801"/>
                  </a:lnTo>
                  <a:lnTo>
                    <a:pt x="1775867" y="273808"/>
                  </a:lnTo>
                  <a:lnTo>
                    <a:pt x="1775869" y="273815"/>
                  </a:lnTo>
                  <a:lnTo>
                    <a:pt x="1775866" y="273820"/>
                  </a:lnTo>
                  <a:lnTo>
                    <a:pt x="1775853" y="273831"/>
                  </a:lnTo>
                  <a:lnTo>
                    <a:pt x="1775837" y="273834"/>
                  </a:lnTo>
                  <a:lnTo>
                    <a:pt x="1775819" y="273838"/>
                  </a:lnTo>
                  <a:lnTo>
                    <a:pt x="1775806" y="273848"/>
                  </a:lnTo>
                  <a:lnTo>
                    <a:pt x="1775798" y="273854"/>
                  </a:lnTo>
                  <a:lnTo>
                    <a:pt x="1775798" y="273862"/>
                  </a:lnTo>
                  <a:lnTo>
                    <a:pt x="1775800" y="273868"/>
                  </a:lnTo>
                  <a:lnTo>
                    <a:pt x="1775808" y="273874"/>
                  </a:lnTo>
                  <a:lnTo>
                    <a:pt x="1775823" y="273880"/>
                  </a:lnTo>
                  <a:lnTo>
                    <a:pt x="1775833" y="273882"/>
                  </a:lnTo>
                  <a:lnTo>
                    <a:pt x="1775851" y="273879"/>
                  </a:lnTo>
                  <a:lnTo>
                    <a:pt x="1775874" y="273875"/>
                  </a:lnTo>
                  <a:lnTo>
                    <a:pt x="1775892" y="273870"/>
                  </a:lnTo>
                  <a:lnTo>
                    <a:pt x="1775908" y="273863"/>
                  </a:lnTo>
                  <a:lnTo>
                    <a:pt x="1775921" y="273852"/>
                  </a:lnTo>
                  <a:lnTo>
                    <a:pt x="1775926" y="273845"/>
                  </a:lnTo>
                  <a:lnTo>
                    <a:pt x="1775929" y="273838"/>
                  </a:lnTo>
                  <a:lnTo>
                    <a:pt x="1775914" y="273767"/>
                  </a:lnTo>
                  <a:lnTo>
                    <a:pt x="1775882" y="273621"/>
                  </a:lnTo>
                  <a:lnTo>
                    <a:pt x="1775877" y="273614"/>
                  </a:lnTo>
                  <a:lnTo>
                    <a:pt x="1775870" y="273608"/>
                  </a:lnTo>
                  <a:lnTo>
                    <a:pt x="1775857" y="273604"/>
                  </a:lnTo>
                  <a:lnTo>
                    <a:pt x="1775847" y="273604"/>
                  </a:lnTo>
                  <a:lnTo>
                    <a:pt x="1775785" y="273627"/>
                  </a:lnTo>
                  <a:lnTo>
                    <a:pt x="1775774" y="273632"/>
                  </a:lnTo>
                  <a:lnTo>
                    <a:pt x="1775761" y="273643"/>
                  </a:lnTo>
                  <a:lnTo>
                    <a:pt x="1775671" y="273607"/>
                  </a:lnTo>
                  <a:lnTo>
                    <a:pt x="1775543" y="273433"/>
                  </a:lnTo>
                  <a:lnTo>
                    <a:pt x="1775535" y="273426"/>
                  </a:lnTo>
                  <a:lnTo>
                    <a:pt x="1775521" y="273412"/>
                  </a:lnTo>
                  <a:lnTo>
                    <a:pt x="1775503" y="273403"/>
                  </a:lnTo>
                  <a:lnTo>
                    <a:pt x="1775488" y="273395"/>
                  </a:lnTo>
                  <a:lnTo>
                    <a:pt x="1775473" y="273393"/>
                  </a:lnTo>
                  <a:lnTo>
                    <a:pt x="1775440" y="273391"/>
                  </a:lnTo>
                  <a:lnTo>
                    <a:pt x="1775427" y="273388"/>
                  </a:lnTo>
                  <a:lnTo>
                    <a:pt x="1775415" y="273382"/>
                  </a:lnTo>
                  <a:lnTo>
                    <a:pt x="1775397" y="273375"/>
                  </a:lnTo>
                  <a:lnTo>
                    <a:pt x="1775367" y="273354"/>
                  </a:lnTo>
                  <a:lnTo>
                    <a:pt x="1775342" y="273344"/>
                  </a:lnTo>
                  <a:lnTo>
                    <a:pt x="1775327" y="273338"/>
                  </a:lnTo>
                  <a:lnTo>
                    <a:pt x="1775319" y="273338"/>
                  </a:lnTo>
                  <a:lnTo>
                    <a:pt x="1775164" y="273369"/>
                  </a:lnTo>
                  <a:lnTo>
                    <a:pt x="1775145" y="273362"/>
                  </a:lnTo>
                  <a:lnTo>
                    <a:pt x="1775135" y="273356"/>
                  </a:lnTo>
                  <a:lnTo>
                    <a:pt x="1775118" y="273344"/>
                  </a:lnTo>
                  <a:lnTo>
                    <a:pt x="1775109" y="273336"/>
                  </a:lnTo>
                  <a:lnTo>
                    <a:pt x="1774974" y="273282"/>
                  </a:lnTo>
                  <a:lnTo>
                    <a:pt x="1774969" y="273276"/>
                  </a:lnTo>
                  <a:lnTo>
                    <a:pt x="1774967" y="273267"/>
                  </a:lnTo>
                  <a:lnTo>
                    <a:pt x="1774965" y="273253"/>
                  </a:lnTo>
                  <a:lnTo>
                    <a:pt x="1774965" y="273233"/>
                  </a:lnTo>
                  <a:lnTo>
                    <a:pt x="1774966" y="273216"/>
                  </a:lnTo>
                  <a:lnTo>
                    <a:pt x="1774969" y="273204"/>
                  </a:lnTo>
                  <a:lnTo>
                    <a:pt x="1774972" y="273190"/>
                  </a:lnTo>
                  <a:lnTo>
                    <a:pt x="1774981" y="273176"/>
                  </a:lnTo>
                  <a:lnTo>
                    <a:pt x="1774986" y="273162"/>
                  </a:lnTo>
                  <a:lnTo>
                    <a:pt x="1774984" y="273154"/>
                  </a:lnTo>
                  <a:lnTo>
                    <a:pt x="1774982" y="273147"/>
                  </a:lnTo>
                  <a:lnTo>
                    <a:pt x="1774970" y="273134"/>
                  </a:lnTo>
                  <a:lnTo>
                    <a:pt x="1774960" y="273126"/>
                  </a:lnTo>
                  <a:lnTo>
                    <a:pt x="1774942" y="273116"/>
                  </a:lnTo>
                  <a:lnTo>
                    <a:pt x="1774935" y="273115"/>
                  </a:lnTo>
                  <a:lnTo>
                    <a:pt x="1774906" y="273119"/>
                  </a:lnTo>
                  <a:lnTo>
                    <a:pt x="1774880" y="273130"/>
                  </a:lnTo>
                  <a:lnTo>
                    <a:pt x="1774865" y="273140"/>
                  </a:lnTo>
                  <a:lnTo>
                    <a:pt x="1774862" y="273146"/>
                  </a:lnTo>
                  <a:lnTo>
                    <a:pt x="1774862" y="273153"/>
                  </a:lnTo>
                  <a:lnTo>
                    <a:pt x="1774847" y="273196"/>
                  </a:lnTo>
                  <a:lnTo>
                    <a:pt x="1774825" y="273237"/>
                  </a:lnTo>
                  <a:lnTo>
                    <a:pt x="1774819" y="273246"/>
                  </a:lnTo>
                  <a:lnTo>
                    <a:pt x="1774798" y="273263"/>
                  </a:lnTo>
                  <a:lnTo>
                    <a:pt x="1774780" y="273272"/>
                  </a:lnTo>
                  <a:lnTo>
                    <a:pt x="1774767" y="273276"/>
                  </a:lnTo>
                  <a:lnTo>
                    <a:pt x="1774757" y="273278"/>
                  </a:lnTo>
                  <a:lnTo>
                    <a:pt x="1774668" y="273292"/>
                  </a:lnTo>
                  <a:lnTo>
                    <a:pt x="1774647" y="273295"/>
                  </a:lnTo>
                  <a:lnTo>
                    <a:pt x="1774600" y="273302"/>
                  </a:lnTo>
                  <a:lnTo>
                    <a:pt x="1774590" y="273302"/>
                  </a:lnTo>
                  <a:lnTo>
                    <a:pt x="1774560" y="273294"/>
                  </a:lnTo>
                  <a:lnTo>
                    <a:pt x="1774499" y="273275"/>
                  </a:lnTo>
                  <a:lnTo>
                    <a:pt x="1774479" y="273265"/>
                  </a:lnTo>
                  <a:lnTo>
                    <a:pt x="1774467" y="273257"/>
                  </a:lnTo>
                  <a:lnTo>
                    <a:pt x="1774462" y="273252"/>
                  </a:lnTo>
                  <a:lnTo>
                    <a:pt x="1774462" y="273247"/>
                  </a:lnTo>
                  <a:lnTo>
                    <a:pt x="1774465" y="273241"/>
                  </a:lnTo>
                  <a:lnTo>
                    <a:pt x="1774473" y="273236"/>
                  </a:lnTo>
                  <a:lnTo>
                    <a:pt x="1774486" y="273228"/>
                  </a:lnTo>
                  <a:lnTo>
                    <a:pt x="1774496" y="273220"/>
                  </a:lnTo>
                  <a:lnTo>
                    <a:pt x="1774504" y="273211"/>
                  </a:lnTo>
                  <a:lnTo>
                    <a:pt x="1774505" y="273205"/>
                  </a:lnTo>
                  <a:lnTo>
                    <a:pt x="1774505" y="273201"/>
                  </a:lnTo>
                  <a:lnTo>
                    <a:pt x="1774495" y="273190"/>
                  </a:lnTo>
                  <a:lnTo>
                    <a:pt x="1774475" y="273178"/>
                  </a:lnTo>
                  <a:lnTo>
                    <a:pt x="1774468" y="273175"/>
                  </a:lnTo>
                  <a:lnTo>
                    <a:pt x="1774284" y="273099"/>
                  </a:lnTo>
                  <a:lnTo>
                    <a:pt x="1774222" y="273073"/>
                  </a:lnTo>
                  <a:lnTo>
                    <a:pt x="1774206" y="273068"/>
                  </a:lnTo>
                  <a:lnTo>
                    <a:pt x="1774194" y="273066"/>
                  </a:lnTo>
                  <a:lnTo>
                    <a:pt x="1774184" y="273066"/>
                  </a:lnTo>
                  <a:lnTo>
                    <a:pt x="1774176" y="273067"/>
                  </a:lnTo>
                  <a:lnTo>
                    <a:pt x="1774165" y="273074"/>
                  </a:lnTo>
                  <a:lnTo>
                    <a:pt x="1774019" y="273046"/>
                  </a:lnTo>
                  <a:lnTo>
                    <a:pt x="1774072" y="272935"/>
                  </a:lnTo>
                  <a:lnTo>
                    <a:pt x="1774076" y="272929"/>
                  </a:lnTo>
                  <a:lnTo>
                    <a:pt x="1774053" y="272893"/>
                  </a:lnTo>
                  <a:lnTo>
                    <a:pt x="1774046" y="272851"/>
                  </a:lnTo>
                  <a:lnTo>
                    <a:pt x="1774088" y="272821"/>
                  </a:lnTo>
                  <a:lnTo>
                    <a:pt x="1774149" y="272787"/>
                  </a:lnTo>
                  <a:lnTo>
                    <a:pt x="1774190" y="272793"/>
                  </a:lnTo>
                  <a:lnTo>
                    <a:pt x="1774200" y="272780"/>
                  </a:lnTo>
                  <a:lnTo>
                    <a:pt x="1774203" y="272773"/>
                  </a:lnTo>
                  <a:lnTo>
                    <a:pt x="1774205" y="272768"/>
                  </a:lnTo>
                  <a:lnTo>
                    <a:pt x="1774207" y="272761"/>
                  </a:lnTo>
                  <a:lnTo>
                    <a:pt x="1774209" y="272744"/>
                  </a:lnTo>
                  <a:lnTo>
                    <a:pt x="1774206" y="272733"/>
                  </a:lnTo>
                  <a:lnTo>
                    <a:pt x="1774200" y="272720"/>
                  </a:lnTo>
                  <a:lnTo>
                    <a:pt x="1774190" y="272711"/>
                  </a:lnTo>
                  <a:lnTo>
                    <a:pt x="1774177" y="272701"/>
                  </a:lnTo>
                  <a:lnTo>
                    <a:pt x="1774167" y="272694"/>
                  </a:lnTo>
                  <a:lnTo>
                    <a:pt x="1774144" y="272685"/>
                  </a:lnTo>
                  <a:lnTo>
                    <a:pt x="1774130" y="272682"/>
                  </a:lnTo>
                  <a:lnTo>
                    <a:pt x="1773962" y="272651"/>
                  </a:lnTo>
                  <a:lnTo>
                    <a:pt x="1773951" y="272649"/>
                  </a:lnTo>
                  <a:lnTo>
                    <a:pt x="1773920" y="272646"/>
                  </a:lnTo>
                  <a:lnTo>
                    <a:pt x="1773914" y="272646"/>
                  </a:lnTo>
                  <a:lnTo>
                    <a:pt x="1773915" y="272651"/>
                  </a:lnTo>
                  <a:lnTo>
                    <a:pt x="1773917" y="272657"/>
                  </a:lnTo>
                  <a:lnTo>
                    <a:pt x="1773920" y="272673"/>
                  </a:lnTo>
                  <a:lnTo>
                    <a:pt x="1773917" y="272688"/>
                  </a:lnTo>
                  <a:lnTo>
                    <a:pt x="1773911" y="272703"/>
                  </a:lnTo>
                  <a:lnTo>
                    <a:pt x="1773906" y="272712"/>
                  </a:lnTo>
                  <a:lnTo>
                    <a:pt x="1773900" y="272712"/>
                  </a:lnTo>
                  <a:lnTo>
                    <a:pt x="1773896" y="272713"/>
                  </a:lnTo>
                  <a:lnTo>
                    <a:pt x="1773886" y="272706"/>
                  </a:lnTo>
                  <a:lnTo>
                    <a:pt x="1773877" y="272696"/>
                  </a:lnTo>
                  <a:lnTo>
                    <a:pt x="1773868" y="272684"/>
                  </a:lnTo>
                  <a:lnTo>
                    <a:pt x="1773862" y="272670"/>
                  </a:lnTo>
                  <a:lnTo>
                    <a:pt x="1773860" y="272656"/>
                  </a:lnTo>
                  <a:lnTo>
                    <a:pt x="1773858" y="272651"/>
                  </a:lnTo>
                  <a:lnTo>
                    <a:pt x="1773855" y="272647"/>
                  </a:lnTo>
                  <a:lnTo>
                    <a:pt x="1773846" y="272638"/>
                  </a:lnTo>
                  <a:lnTo>
                    <a:pt x="1773827" y="272626"/>
                  </a:lnTo>
                  <a:lnTo>
                    <a:pt x="1773824" y="272622"/>
                  </a:lnTo>
                  <a:lnTo>
                    <a:pt x="1773823" y="272610"/>
                  </a:lnTo>
                  <a:lnTo>
                    <a:pt x="1773812" y="272555"/>
                  </a:lnTo>
                  <a:lnTo>
                    <a:pt x="1773803" y="272543"/>
                  </a:lnTo>
                  <a:lnTo>
                    <a:pt x="1773781" y="272514"/>
                  </a:lnTo>
                  <a:lnTo>
                    <a:pt x="1773757" y="272498"/>
                  </a:lnTo>
                  <a:lnTo>
                    <a:pt x="1773742" y="272488"/>
                  </a:lnTo>
                  <a:lnTo>
                    <a:pt x="1773734" y="272485"/>
                  </a:lnTo>
                  <a:lnTo>
                    <a:pt x="1773710" y="272482"/>
                  </a:lnTo>
                  <a:lnTo>
                    <a:pt x="1773692" y="272484"/>
                  </a:lnTo>
                  <a:lnTo>
                    <a:pt x="1773678" y="272491"/>
                  </a:lnTo>
                  <a:lnTo>
                    <a:pt x="1773649" y="272507"/>
                  </a:lnTo>
                  <a:lnTo>
                    <a:pt x="1773640" y="272513"/>
                  </a:lnTo>
                  <a:lnTo>
                    <a:pt x="1773635" y="272520"/>
                  </a:lnTo>
                  <a:lnTo>
                    <a:pt x="1773631" y="272533"/>
                  </a:lnTo>
                  <a:lnTo>
                    <a:pt x="1773627" y="272540"/>
                  </a:lnTo>
                  <a:lnTo>
                    <a:pt x="1773620" y="272546"/>
                  </a:lnTo>
                  <a:lnTo>
                    <a:pt x="1773616" y="272550"/>
                  </a:lnTo>
                  <a:lnTo>
                    <a:pt x="1773610" y="272553"/>
                  </a:lnTo>
                  <a:lnTo>
                    <a:pt x="1773602" y="272552"/>
                  </a:lnTo>
                  <a:lnTo>
                    <a:pt x="1773547" y="272530"/>
                  </a:lnTo>
                  <a:lnTo>
                    <a:pt x="1773528" y="272523"/>
                  </a:lnTo>
                  <a:lnTo>
                    <a:pt x="1773506" y="272512"/>
                  </a:lnTo>
                  <a:lnTo>
                    <a:pt x="1773455" y="272486"/>
                  </a:lnTo>
                  <a:lnTo>
                    <a:pt x="1773444" y="272481"/>
                  </a:lnTo>
                  <a:lnTo>
                    <a:pt x="1773191" y="272340"/>
                  </a:lnTo>
                  <a:lnTo>
                    <a:pt x="1773182" y="272334"/>
                  </a:lnTo>
                  <a:lnTo>
                    <a:pt x="1773178" y="272326"/>
                  </a:lnTo>
                  <a:lnTo>
                    <a:pt x="1773176" y="272309"/>
                  </a:lnTo>
                  <a:lnTo>
                    <a:pt x="1773175" y="272298"/>
                  </a:lnTo>
                  <a:lnTo>
                    <a:pt x="1773179" y="272287"/>
                  </a:lnTo>
                  <a:lnTo>
                    <a:pt x="1773188" y="272279"/>
                  </a:lnTo>
                  <a:lnTo>
                    <a:pt x="1773203" y="272270"/>
                  </a:lnTo>
                  <a:lnTo>
                    <a:pt x="1773218" y="272263"/>
                  </a:lnTo>
                  <a:lnTo>
                    <a:pt x="1773257" y="272220"/>
                  </a:lnTo>
                  <a:lnTo>
                    <a:pt x="1773274" y="272195"/>
                  </a:lnTo>
                  <a:lnTo>
                    <a:pt x="1773301" y="272075"/>
                  </a:lnTo>
                  <a:lnTo>
                    <a:pt x="1773303" y="272065"/>
                  </a:lnTo>
                  <a:lnTo>
                    <a:pt x="1773300" y="272058"/>
                  </a:lnTo>
                  <a:lnTo>
                    <a:pt x="1773295" y="272053"/>
                  </a:lnTo>
                  <a:lnTo>
                    <a:pt x="1773271" y="272034"/>
                  </a:lnTo>
                  <a:lnTo>
                    <a:pt x="1773258" y="272027"/>
                  </a:lnTo>
                  <a:lnTo>
                    <a:pt x="1773243" y="272021"/>
                  </a:lnTo>
                  <a:lnTo>
                    <a:pt x="1773232" y="272022"/>
                  </a:lnTo>
                  <a:lnTo>
                    <a:pt x="1773220" y="272029"/>
                  </a:lnTo>
                  <a:lnTo>
                    <a:pt x="1773180" y="272062"/>
                  </a:lnTo>
                  <a:lnTo>
                    <a:pt x="1773173" y="272069"/>
                  </a:lnTo>
                  <a:lnTo>
                    <a:pt x="1773168" y="272078"/>
                  </a:lnTo>
                  <a:lnTo>
                    <a:pt x="1773159" y="272093"/>
                  </a:lnTo>
                  <a:lnTo>
                    <a:pt x="1773145" y="272105"/>
                  </a:lnTo>
                  <a:lnTo>
                    <a:pt x="1773130" y="272112"/>
                  </a:lnTo>
                  <a:lnTo>
                    <a:pt x="1773099" y="272124"/>
                  </a:lnTo>
                  <a:lnTo>
                    <a:pt x="1773030" y="272140"/>
                  </a:lnTo>
                  <a:lnTo>
                    <a:pt x="1772993" y="272146"/>
                  </a:lnTo>
                  <a:lnTo>
                    <a:pt x="1772987" y="272147"/>
                  </a:lnTo>
                  <a:lnTo>
                    <a:pt x="1772967" y="272141"/>
                  </a:lnTo>
                  <a:lnTo>
                    <a:pt x="1772886" y="272115"/>
                  </a:lnTo>
                  <a:lnTo>
                    <a:pt x="1772876" y="272107"/>
                  </a:lnTo>
                  <a:lnTo>
                    <a:pt x="1772822" y="272058"/>
                  </a:lnTo>
                  <a:lnTo>
                    <a:pt x="1772816" y="272051"/>
                  </a:lnTo>
                  <a:lnTo>
                    <a:pt x="1772812" y="272045"/>
                  </a:lnTo>
                  <a:lnTo>
                    <a:pt x="1772808" y="271947"/>
                  </a:lnTo>
                  <a:lnTo>
                    <a:pt x="1772816" y="271923"/>
                  </a:lnTo>
                  <a:lnTo>
                    <a:pt x="1772844" y="271847"/>
                  </a:lnTo>
                  <a:lnTo>
                    <a:pt x="1772857" y="271793"/>
                  </a:lnTo>
                  <a:lnTo>
                    <a:pt x="1772857" y="271782"/>
                  </a:lnTo>
                  <a:lnTo>
                    <a:pt x="1772854" y="271773"/>
                  </a:lnTo>
                  <a:lnTo>
                    <a:pt x="1772847" y="271764"/>
                  </a:lnTo>
                  <a:lnTo>
                    <a:pt x="1772838" y="271758"/>
                  </a:lnTo>
                  <a:lnTo>
                    <a:pt x="1772754" y="271733"/>
                  </a:lnTo>
                  <a:lnTo>
                    <a:pt x="1772741" y="271730"/>
                  </a:lnTo>
                  <a:lnTo>
                    <a:pt x="1772734" y="271731"/>
                  </a:lnTo>
                  <a:lnTo>
                    <a:pt x="1772731" y="271735"/>
                  </a:lnTo>
                  <a:lnTo>
                    <a:pt x="1772731" y="271744"/>
                  </a:lnTo>
                  <a:lnTo>
                    <a:pt x="1772653" y="271757"/>
                  </a:lnTo>
                  <a:lnTo>
                    <a:pt x="1772565" y="271709"/>
                  </a:lnTo>
                  <a:lnTo>
                    <a:pt x="1772539" y="271513"/>
                  </a:lnTo>
                  <a:lnTo>
                    <a:pt x="1772520" y="271486"/>
                  </a:lnTo>
                  <a:lnTo>
                    <a:pt x="1772490" y="271447"/>
                  </a:lnTo>
                  <a:lnTo>
                    <a:pt x="1772472" y="271422"/>
                  </a:lnTo>
                  <a:lnTo>
                    <a:pt x="1772457" y="271419"/>
                  </a:lnTo>
                  <a:lnTo>
                    <a:pt x="1772448" y="271414"/>
                  </a:lnTo>
                  <a:lnTo>
                    <a:pt x="1772438" y="271406"/>
                  </a:lnTo>
                  <a:lnTo>
                    <a:pt x="1772424" y="271389"/>
                  </a:lnTo>
                  <a:lnTo>
                    <a:pt x="1772414" y="271370"/>
                  </a:lnTo>
                  <a:lnTo>
                    <a:pt x="1772403" y="271349"/>
                  </a:lnTo>
                  <a:lnTo>
                    <a:pt x="1772400" y="271339"/>
                  </a:lnTo>
                  <a:lnTo>
                    <a:pt x="1772398" y="271330"/>
                  </a:lnTo>
                  <a:lnTo>
                    <a:pt x="1772401" y="271324"/>
                  </a:lnTo>
                  <a:lnTo>
                    <a:pt x="1772406" y="271318"/>
                  </a:lnTo>
                  <a:lnTo>
                    <a:pt x="1772412" y="271313"/>
                  </a:lnTo>
                  <a:lnTo>
                    <a:pt x="1772421" y="271308"/>
                  </a:lnTo>
                  <a:lnTo>
                    <a:pt x="1772436" y="271308"/>
                  </a:lnTo>
                  <a:lnTo>
                    <a:pt x="1772500" y="271322"/>
                  </a:lnTo>
                  <a:lnTo>
                    <a:pt x="1772515" y="271239"/>
                  </a:lnTo>
                  <a:lnTo>
                    <a:pt x="1772347" y="270946"/>
                  </a:lnTo>
                  <a:lnTo>
                    <a:pt x="1772325" y="270910"/>
                  </a:lnTo>
                  <a:lnTo>
                    <a:pt x="1772307" y="270895"/>
                  </a:lnTo>
                  <a:lnTo>
                    <a:pt x="1772286" y="270886"/>
                  </a:lnTo>
                  <a:lnTo>
                    <a:pt x="1772260" y="270877"/>
                  </a:lnTo>
                  <a:lnTo>
                    <a:pt x="1772206" y="270864"/>
                  </a:lnTo>
                  <a:lnTo>
                    <a:pt x="1772175" y="270859"/>
                  </a:lnTo>
                  <a:lnTo>
                    <a:pt x="1772023" y="270857"/>
                  </a:lnTo>
                  <a:lnTo>
                    <a:pt x="1772015" y="270858"/>
                  </a:lnTo>
                  <a:lnTo>
                    <a:pt x="1771998" y="270872"/>
                  </a:lnTo>
                  <a:lnTo>
                    <a:pt x="1771981" y="270888"/>
                  </a:lnTo>
                  <a:lnTo>
                    <a:pt x="1771962" y="270917"/>
                  </a:lnTo>
                  <a:lnTo>
                    <a:pt x="1771933" y="270940"/>
                  </a:lnTo>
                  <a:lnTo>
                    <a:pt x="1771822" y="271004"/>
                  </a:lnTo>
                  <a:lnTo>
                    <a:pt x="1771807" y="271010"/>
                  </a:lnTo>
                  <a:lnTo>
                    <a:pt x="1771790" y="271016"/>
                  </a:lnTo>
                  <a:lnTo>
                    <a:pt x="1771766" y="271022"/>
                  </a:lnTo>
                  <a:lnTo>
                    <a:pt x="1771757" y="271022"/>
                  </a:lnTo>
                  <a:lnTo>
                    <a:pt x="1771740" y="271019"/>
                  </a:lnTo>
                  <a:lnTo>
                    <a:pt x="1771725" y="271015"/>
                  </a:lnTo>
                  <a:lnTo>
                    <a:pt x="1771708" y="271008"/>
                  </a:lnTo>
                  <a:lnTo>
                    <a:pt x="1771684" y="270999"/>
                  </a:lnTo>
                  <a:lnTo>
                    <a:pt x="1771672" y="270993"/>
                  </a:lnTo>
                  <a:lnTo>
                    <a:pt x="1771655" y="270984"/>
                  </a:lnTo>
                  <a:lnTo>
                    <a:pt x="1771643" y="270976"/>
                  </a:lnTo>
                  <a:lnTo>
                    <a:pt x="1771631" y="270967"/>
                  </a:lnTo>
                  <a:lnTo>
                    <a:pt x="1771625" y="270959"/>
                  </a:lnTo>
                  <a:lnTo>
                    <a:pt x="1771616" y="270944"/>
                  </a:lnTo>
                  <a:lnTo>
                    <a:pt x="1771609" y="270928"/>
                  </a:lnTo>
                  <a:lnTo>
                    <a:pt x="1771605" y="270913"/>
                  </a:lnTo>
                  <a:lnTo>
                    <a:pt x="1771607" y="270906"/>
                  </a:lnTo>
                  <a:lnTo>
                    <a:pt x="1771613" y="270895"/>
                  </a:lnTo>
                  <a:lnTo>
                    <a:pt x="1771629" y="270877"/>
                  </a:lnTo>
                  <a:lnTo>
                    <a:pt x="1771636" y="270871"/>
                  </a:lnTo>
                  <a:lnTo>
                    <a:pt x="1771660" y="270852"/>
                  </a:lnTo>
                  <a:lnTo>
                    <a:pt x="1771676" y="270847"/>
                  </a:lnTo>
                  <a:lnTo>
                    <a:pt x="1771697" y="270843"/>
                  </a:lnTo>
                  <a:lnTo>
                    <a:pt x="1771724" y="270842"/>
                  </a:lnTo>
                  <a:lnTo>
                    <a:pt x="1771756" y="270840"/>
                  </a:lnTo>
                  <a:lnTo>
                    <a:pt x="1771772" y="270836"/>
                  </a:lnTo>
                  <a:lnTo>
                    <a:pt x="1771787" y="270828"/>
                  </a:lnTo>
                  <a:lnTo>
                    <a:pt x="1771802" y="270815"/>
                  </a:lnTo>
                  <a:lnTo>
                    <a:pt x="1771807" y="270808"/>
                  </a:lnTo>
                  <a:lnTo>
                    <a:pt x="1771807" y="270798"/>
                  </a:lnTo>
                  <a:lnTo>
                    <a:pt x="1771801" y="270784"/>
                  </a:lnTo>
                  <a:lnTo>
                    <a:pt x="1771787" y="270768"/>
                  </a:lnTo>
                  <a:lnTo>
                    <a:pt x="1771655" y="270700"/>
                  </a:lnTo>
                  <a:lnTo>
                    <a:pt x="1771617" y="270680"/>
                  </a:lnTo>
                  <a:lnTo>
                    <a:pt x="1771584" y="270655"/>
                  </a:lnTo>
                  <a:lnTo>
                    <a:pt x="1771574" y="270639"/>
                  </a:lnTo>
                  <a:lnTo>
                    <a:pt x="1771569" y="270626"/>
                  </a:lnTo>
                  <a:lnTo>
                    <a:pt x="1771573" y="270609"/>
                  </a:lnTo>
                  <a:lnTo>
                    <a:pt x="1771430" y="270492"/>
                  </a:lnTo>
                  <a:lnTo>
                    <a:pt x="1771247" y="270472"/>
                  </a:lnTo>
                  <a:lnTo>
                    <a:pt x="1771230" y="270459"/>
                  </a:lnTo>
                  <a:lnTo>
                    <a:pt x="1770979" y="270319"/>
                  </a:lnTo>
                  <a:lnTo>
                    <a:pt x="1770923" y="270289"/>
                  </a:lnTo>
                  <a:lnTo>
                    <a:pt x="1770620" y="270132"/>
                  </a:lnTo>
                  <a:lnTo>
                    <a:pt x="1770487" y="270084"/>
                  </a:lnTo>
                  <a:lnTo>
                    <a:pt x="1770420" y="270083"/>
                  </a:lnTo>
                  <a:lnTo>
                    <a:pt x="1770347" y="270110"/>
                  </a:lnTo>
                  <a:lnTo>
                    <a:pt x="1770330" y="270113"/>
                  </a:lnTo>
                  <a:lnTo>
                    <a:pt x="1770317" y="270110"/>
                  </a:lnTo>
                  <a:lnTo>
                    <a:pt x="1770186" y="270047"/>
                  </a:lnTo>
                  <a:lnTo>
                    <a:pt x="1770176" y="270041"/>
                  </a:lnTo>
                  <a:lnTo>
                    <a:pt x="1770067" y="269947"/>
                  </a:lnTo>
                  <a:lnTo>
                    <a:pt x="1770053" y="269933"/>
                  </a:lnTo>
                  <a:lnTo>
                    <a:pt x="1770041" y="269914"/>
                  </a:lnTo>
                  <a:lnTo>
                    <a:pt x="1770041" y="269904"/>
                  </a:lnTo>
                  <a:lnTo>
                    <a:pt x="1770044" y="269889"/>
                  </a:lnTo>
                  <a:lnTo>
                    <a:pt x="1770052" y="269875"/>
                  </a:lnTo>
                  <a:lnTo>
                    <a:pt x="1770115" y="269806"/>
                  </a:lnTo>
                  <a:lnTo>
                    <a:pt x="1770127" y="269797"/>
                  </a:lnTo>
                  <a:lnTo>
                    <a:pt x="1770130" y="269782"/>
                  </a:lnTo>
                  <a:lnTo>
                    <a:pt x="1770124" y="269773"/>
                  </a:lnTo>
                  <a:lnTo>
                    <a:pt x="1770106" y="269757"/>
                  </a:lnTo>
                  <a:lnTo>
                    <a:pt x="1770090" y="269746"/>
                  </a:lnTo>
                  <a:lnTo>
                    <a:pt x="1770070" y="269743"/>
                  </a:lnTo>
                  <a:lnTo>
                    <a:pt x="1770023" y="269738"/>
                  </a:lnTo>
                  <a:lnTo>
                    <a:pt x="1769988" y="269735"/>
                  </a:lnTo>
                  <a:lnTo>
                    <a:pt x="1769961" y="269737"/>
                  </a:lnTo>
                  <a:lnTo>
                    <a:pt x="1769938" y="269739"/>
                  </a:lnTo>
                  <a:lnTo>
                    <a:pt x="1769910" y="269745"/>
                  </a:lnTo>
                  <a:lnTo>
                    <a:pt x="1769881" y="269753"/>
                  </a:lnTo>
                  <a:lnTo>
                    <a:pt x="1769844" y="269760"/>
                  </a:lnTo>
                  <a:lnTo>
                    <a:pt x="1769825" y="269763"/>
                  </a:lnTo>
                  <a:lnTo>
                    <a:pt x="1769804" y="269767"/>
                  </a:lnTo>
                  <a:lnTo>
                    <a:pt x="1769769" y="269769"/>
                  </a:lnTo>
                  <a:lnTo>
                    <a:pt x="1769726" y="269765"/>
                  </a:lnTo>
                  <a:lnTo>
                    <a:pt x="1769702" y="269755"/>
                  </a:lnTo>
                  <a:lnTo>
                    <a:pt x="1769681" y="269743"/>
                  </a:lnTo>
                  <a:lnTo>
                    <a:pt x="1769670" y="269728"/>
                  </a:lnTo>
                  <a:lnTo>
                    <a:pt x="1769665" y="269710"/>
                  </a:lnTo>
                  <a:lnTo>
                    <a:pt x="1769672" y="269697"/>
                  </a:lnTo>
                  <a:lnTo>
                    <a:pt x="1769688" y="269669"/>
                  </a:lnTo>
                  <a:lnTo>
                    <a:pt x="1769706" y="269654"/>
                  </a:lnTo>
                  <a:lnTo>
                    <a:pt x="1769720" y="269652"/>
                  </a:lnTo>
                  <a:lnTo>
                    <a:pt x="1769748" y="269654"/>
                  </a:lnTo>
                  <a:lnTo>
                    <a:pt x="1769779" y="269658"/>
                  </a:lnTo>
                  <a:lnTo>
                    <a:pt x="1769801" y="269658"/>
                  </a:lnTo>
                  <a:lnTo>
                    <a:pt x="1769823" y="269651"/>
                  </a:lnTo>
                  <a:lnTo>
                    <a:pt x="1769848" y="269642"/>
                  </a:lnTo>
                  <a:lnTo>
                    <a:pt x="1769874" y="269633"/>
                  </a:lnTo>
                  <a:lnTo>
                    <a:pt x="1769900" y="269626"/>
                  </a:lnTo>
                  <a:lnTo>
                    <a:pt x="1769915" y="269614"/>
                  </a:lnTo>
                  <a:lnTo>
                    <a:pt x="1769925" y="269597"/>
                  </a:lnTo>
                  <a:lnTo>
                    <a:pt x="1769930" y="269571"/>
                  </a:lnTo>
                  <a:lnTo>
                    <a:pt x="1769928" y="269546"/>
                  </a:lnTo>
                  <a:lnTo>
                    <a:pt x="1769924" y="269525"/>
                  </a:lnTo>
                  <a:lnTo>
                    <a:pt x="1769916" y="269507"/>
                  </a:lnTo>
                  <a:lnTo>
                    <a:pt x="1769907" y="269495"/>
                  </a:lnTo>
                  <a:lnTo>
                    <a:pt x="1769897" y="269486"/>
                  </a:lnTo>
                  <a:lnTo>
                    <a:pt x="1769874" y="269479"/>
                  </a:lnTo>
                  <a:lnTo>
                    <a:pt x="1769848" y="269474"/>
                  </a:lnTo>
                  <a:lnTo>
                    <a:pt x="1769816" y="269474"/>
                  </a:lnTo>
                  <a:lnTo>
                    <a:pt x="1769788" y="269480"/>
                  </a:lnTo>
                  <a:lnTo>
                    <a:pt x="1769760" y="269488"/>
                  </a:lnTo>
                  <a:lnTo>
                    <a:pt x="1769735" y="269488"/>
                  </a:lnTo>
                  <a:lnTo>
                    <a:pt x="1769710" y="269478"/>
                  </a:lnTo>
                  <a:lnTo>
                    <a:pt x="1769690" y="269466"/>
                  </a:lnTo>
                  <a:lnTo>
                    <a:pt x="1769677" y="269453"/>
                  </a:lnTo>
                  <a:lnTo>
                    <a:pt x="1769542" y="269344"/>
                  </a:lnTo>
                  <a:lnTo>
                    <a:pt x="1769532" y="269324"/>
                  </a:lnTo>
                  <a:lnTo>
                    <a:pt x="1769529" y="269306"/>
                  </a:lnTo>
                  <a:lnTo>
                    <a:pt x="1769527" y="269296"/>
                  </a:lnTo>
                  <a:lnTo>
                    <a:pt x="1769532" y="269280"/>
                  </a:lnTo>
                  <a:lnTo>
                    <a:pt x="1769574" y="269171"/>
                  </a:lnTo>
                  <a:lnTo>
                    <a:pt x="1769602" y="269100"/>
                  </a:lnTo>
                  <a:lnTo>
                    <a:pt x="1769583" y="269030"/>
                  </a:lnTo>
                  <a:lnTo>
                    <a:pt x="1769546" y="268937"/>
                  </a:lnTo>
                  <a:lnTo>
                    <a:pt x="1769535" y="268923"/>
                  </a:lnTo>
                  <a:lnTo>
                    <a:pt x="1769512" y="268907"/>
                  </a:lnTo>
                  <a:lnTo>
                    <a:pt x="1769498" y="268903"/>
                  </a:lnTo>
                  <a:lnTo>
                    <a:pt x="1769209" y="268835"/>
                  </a:lnTo>
                  <a:lnTo>
                    <a:pt x="1769147" y="268829"/>
                  </a:lnTo>
                  <a:lnTo>
                    <a:pt x="1769117" y="268811"/>
                  </a:lnTo>
                  <a:lnTo>
                    <a:pt x="1769098" y="268810"/>
                  </a:lnTo>
                  <a:lnTo>
                    <a:pt x="1769079" y="268813"/>
                  </a:lnTo>
                  <a:lnTo>
                    <a:pt x="1769072" y="268814"/>
                  </a:lnTo>
                  <a:lnTo>
                    <a:pt x="1769053" y="268819"/>
                  </a:lnTo>
                  <a:lnTo>
                    <a:pt x="1769030" y="268829"/>
                  </a:lnTo>
                  <a:lnTo>
                    <a:pt x="1769005" y="268841"/>
                  </a:lnTo>
                  <a:lnTo>
                    <a:pt x="1768980" y="268851"/>
                  </a:lnTo>
                  <a:lnTo>
                    <a:pt x="1768954" y="268855"/>
                  </a:lnTo>
                  <a:lnTo>
                    <a:pt x="1768932" y="268852"/>
                  </a:lnTo>
                  <a:lnTo>
                    <a:pt x="1768914" y="268844"/>
                  </a:lnTo>
                  <a:lnTo>
                    <a:pt x="1768905" y="268830"/>
                  </a:lnTo>
                  <a:lnTo>
                    <a:pt x="1768905" y="268814"/>
                  </a:lnTo>
                  <a:lnTo>
                    <a:pt x="1768911" y="268802"/>
                  </a:lnTo>
                  <a:lnTo>
                    <a:pt x="1768923" y="268789"/>
                  </a:lnTo>
                  <a:lnTo>
                    <a:pt x="1769011" y="268728"/>
                  </a:lnTo>
                  <a:lnTo>
                    <a:pt x="1769048" y="268710"/>
                  </a:lnTo>
                  <a:lnTo>
                    <a:pt x="1769074" y="268701"/>
                  </a:lnTo>
                  <a:lnTo>
                    <a:pt x="1769103" y="268682"/>
                  </a:lnTo>
                  <a:lnTo>
                    <a:pt x="1769116" y="268669"/>
                  </a:lnTo>
                  <a:lnTo>
                    <a:pt x="1769124" y="268649"/>
                  </a:lnTo>
                  <a:lnTo>
                    <a:pt x="1769122" y="268634"/>
                  </a:lnTo>
                  <a:lnTo>
                    <a:pt x="1769113" y="268620"/>
                  </a:lnTo>
                  <a:lnTo>
                    <a:pt x="1769092" y="268604"/>
                  </a:lnTo>
                  <a:lnTo>
                    <a:pt x="1769064" y="268589"/>
                  </a:lnTo>
                  <a:lnTo>
                    <a:pt x="1769036" y="268581"/>
                  </a:lnTo>
                  <a:lnTo>
                    <a:pt x="1769007" y="268576"/>
                  </a:lnTo>
                  <a:lnTo>
                    <a:pt x="1768977" y="268578"/>
                  </a:lnTo>
                  <a:lnTo>
                    <a:pt x="1768942" y="268587"/>
                  </a:lnTo>
                  <a:lnTo>
                    <a:pt x="1768915" y="268600"/>
                  </a:lnTo>
                  <a:lnTo>
                    <a:pt x="1768843" y="268638"/>
                  </a:lnTo>
                  <a:lnTo>
                    <a:pt x="1768824" y="268652"/>
                  </a:lnTo>
                  <a:lnTo>
                    <a:pt x="1768803" y="268662"/>
                  </a:lnTo>
                  <a:lnTo>
                    <a:pt x="1768774" y="268666"/>
                  </a:lnTo>
                  <a:lnTo>
                    <a:pt x="1768743" y="268663"/>
                  </a:lnTo>
                  <a:lnTo>
                    <a:pt x="1768718" y="268655"/>
                  </a:lnTo>
                  <a:lnTo>
                    <a:pt x="1768700" y="268643"/>
                  </a:lnTo>
                  <a:lnTo>
                    <a:pt x="1768592" y="268545"/>
                  </a:lnTo>
                  <a:lnTo>
                    <a:pt x="1768582" y="268545"/>
                  </a:lnTo>
                  <a:lnTo>
                    <a:pt x="1768568" y="268550"/>
                  </a:lnTo>
                  <a:lnTo>
                    <a:pt x="1768557" y="268558"/>
                  </a:lnTo>
                  <a:lnTo>
                    <a:pt x="1768550" y="268567"/>
                  </a:lnTo>
                  <a:lnTo>
                    <a:pt x="1768547" y="268571"/>
                  </a:lnTo>
                  <a:lnTo>
                    <a:pt x="1768543" y="268589"/>
                  </a:lnTo>
                  <a:lnTo>
                    <a:pt x="1768542" y="268604"/>
                  </a:lnTo>
                  <a:lnTo>
                    <a:pt x="1768554" y="268629"/>
                  </a:lnTo>
                  <a:lnTo>
                    <a:pt x="1768586" y="268652"/>
                  </a:lnTo>
                  <a:lnTo>
                    <a:pt x="1768603" y="268664"/>
                  </a:lnTo>
                  <a:lnTo>
                    <a:pt x="1768616" y="268680"/>
                  </a:lnTo>
                  <a:lnTo>
                    <a:pt x="1768619" y="268700"/>
                  </a:lnTo>
                  <a:lnTo>
                    <a:pt x="1768617" y="268714"/>
                  </a:lnTo>
                  <a:lnTo>
                    <a:pt x="1768478" y="268859"/>
                  </a:lnTo>
                  <a:lnTo>
                    <a:pt x="1768463" y="268874"/>
                  </a:lnTo>
                  <a:lnTo>
                    <a:pt x="1768449" y="268880"/>
                  </a:lnTo>
                  <a:lnTo>
                    <a:pt x="1768428" y="268886"/>
                  </a:lnTo>
                  <a:lnTo>
                    <a:pt x="1768408" y="268888"/>
                  </a:lnTo>
                  <a:lnTo>
                    <a:pt x="1768390" y="268885"/>
                  </a:lnTo>
                  <a:lnTo>
                    <a:pt x="1768371" y="268880"/>
                  </a:lnTo>
                  <a:lnTo>
                    <a:pt x="1768350" y="268871"/>
                  </a:lnTo>
                  <a:lnTo>
                    <a:pt x="1768334" y="268859"/>
                  </a:lnTo>
                  <a:lnTo>
                    <a:pt x="1768315" y="268844"/>
                  </a:lnTo>
                  <a:lnTo>
                    <a:pt x="1768300" y="268829"/>
                  </a:lnTo>
                  <a:lnTo>
                    <a:pt x="1768288" y="268816"/>
                  </a:lnTo>
                  <a:lnTo>
                    <a:pt x="1768272" y="268804"/>
                  </a:lnTo>
                  <a:lnTo>
                    <a:pt x="1768265" y="268801"/>
                  </a:lnTo>
                  <a:lnTo>
                    <a:pt x="1768254" y="268796"/>
                  </a:lnTo>
                  <a:lnTo>
                    <a:pt x="1768239" y="268793"/>
                  </a:lnTo>
                  <a:lnTo>
                    <a:pt x="1768225" y="268793"/>
                  </a:lnTo>
                  <a:lnTo>
                    <a:pt x="1768209" y="268798"/>
                  </a:lnTo>
                  <a:lnTo>
                    <a:pt x="1768196" y="268805"/>
                  </a:lnTo>
                  <a:lnTo>
                    <a:pt x="1768183" y="268816"/>
                  </a:lnTo>
                  <a:lnTo>
                    <a:pt x="1768172" y="268826"/>
                  </a:lnTo>
                  <a:lnTo>
                    <a:pt x="1768167" y="268834"/>
                  </a:lnTo>
                  <a:lnTo>
                    <a:pt x="1768158" y="268851"/>
                  </a:lnTo>
                  <a:lnTo>
                    <a:pt x="1768096" y="268865"/>
                  </a:lnTo>
                  <a:lnTo>
                    <a:pt x="1767949" y="268899"/>
                  </a:lnTo>
                  <a:lnTo>
                    <a:pt x="1767922" y="268906"/>
                  </a:lnTo>
                  <a:lnTo>
                    <a:pt x="1767916" y="268907"/>
                  </a:lnTo>
                  <a:lnTo>
                    <a:pt x="1768001" y="268530"/>
                  </a:lnTo>
                  <a:lnTo>
                    <a:pt x="1769026" y="267160"/>
                  </a:lnTo>
                  <a:lnTo>
                    <a:pt x="1769448" y="266595"/>
                  </a:lnTo>
                  <a:lnTo>
                    <a:pt x="1768455" y="266286"/>
                  </a:lnTo>
                  <a:lnTo>
                    <a:pt x="1763255" y="264666"/>
                  </a:lnTo>
                  <a:lnTo>
                    <a:pt x="1763173" y="264632"/>
                  </a:lnTo>
                  <a:lnTo>
                    <a:pt x="1761200" y="263819"/>
                  </a:lnTo>
                  <a:lnTo>
                    <a:pt x="1761039" y="262611"/>
                  </a:lnTo>
                  <a:lnTo>
                    <a:pt x="1760777" y="260655"/>
                  </a:lnTo>
                  <a:lnTo>
                    <a:pt x="1760721" y="260240"/>
                  </a:lnTo>
                  <a:lnTo>
                    <a:pt x="1760491" y="258520"/>
                  </a:lnTo>
                  <a:lnTo>
                    <a:pt x="1758000" y="257661"/>
                  </a:lnTo>
                  <a:lnTo>
                    <a:pt x="1755709" y="256871"/>
                  </a:lnTo>
                  <a:lnTo>
                    <a:pt x="1753072" y="255961"/>
                  </a:lnTo>
                  <a:lnTo>
                    <a:pt x="1746659" y="253750"/>
                  </a:lnTo>
                  <a:lnTo>
                    <a:pt x="1746262" y="253258"/>
                  </a:lnTo>
                  <a:lnTo>
                    <a:pt x="1742467" y="248549"/>
                  </a:lnTo>
                  <a:lnTo>
                    <a:pt x="1739027" y="244281"/>
                  </a:lnTo>
                  <a:lnTo>
                    <a:pt x="1738580" y="243994"/>
                  </a:lnTo>
                  <a:lnTo>
                    <a:pt x="1737835" y="243953"/>
                  </a:lnTo>
                  <a:lnTo>
                    <a:pt x="1734514" y="243767"/>
                  </a:lnTo>
                  <a:lnTo>
                    <a:pt x="1734488" y="243748"/>
                  </a:lnTo>
                  <a:lnTo>
                    <a:pt x="1734465" y="243728"/>
                  </a:lnTo>
                  <a:lnTo>
                    <a:pt x="1734440" y="243712"/>
                  </a:lnTo>
                  <a:lnTo>
                    <a:pt x="1734410" y="243698"/>
                  </a:lnTo>
                  <a:lnTo>
                    <a:pt x="1734382" y="243690"/>
                  </a:lnTo>
                  <a:lnTo>
                    <a:pt x="1734356" y="243684"/>
                  </a:lnTo>
                  <a:lnTo>
                    <a:pt x="1734330" y="243684"/>
                  </a:lnTo>
                  <a:lnTo>
                    <a:pt x="1734294" y="243686"/>
                  </a:lnTo>
                  <a:lnTo>
                    <a:pt x="1734266" y="243691"/>
                  </a:lnTo>
                  <a:lnTo>
                    <a:pt x="1734239" y="243698"/>
                  </a:lnTo>
                  <a:lnTo>
                    <a:pt x="1734212" y="243714"/>
                  </a:lnTo>
                  <a:lnTo>
                    <a:pt x="1734190" y="243735"/>
                  </a:lnTo>
                  <a:lnTo>
                    <a:pt x="1734163" y="243768"/>
                  </a:lnTo>
                  <a:lnTo>
                    <a:pt x="1734144" y="243799"/>
                  </a:lnTo>
                  <a:lnTo>
                    <a:pt x="1734115" y="243871"/>
                  </a:lnTo>
                  <a:lnTo>
                    <a:pt x="1734096" y="243903"/>
                  </a:lnTo>
                  <a:lnTo>
                    <a:pt x="1734084" y="243917"/>
                  </a:lnTo>
                  <a:lnTo>
                    <a:pt x="1734059" y="243934"/>
                  </a:lnTo>
                  <a:lnTo>
                    <a:pt x="1734026" y="243953"/>
                  </a:lnTo>
                  <a:lnTo>
                    <a:pt x="1734000" y="243962"/>
                  </a:lnTo>
                  <a:lnTo>
                    <a:pt x="1733979" y="243969"/>
                  </a:lnTo>
                  <a:lnTo>
                    <a:pt x="1733954" y="243972"/>
                  </a:lnTo>
                  <a:lnTo>
                    <a:pt x="1733929" y="243971"/>
                  </a:lnTo>
                  <a:lnTo>
                    <a:pt x="1733908" y="243969"/>
                  </a:lnTo>
                  <a:lnTo>
                    <a:pt x="1733891" y="243966"/>
                  </a:lnTo>
                  <a:lnTo>
                    <a:pt x="1733868" y="243955"/>
                  </a:lnTo>
                  <a:lnTo>
                    <a:pt x="1733852" y="243944"/>
                  </a:lnTo>
                  <a:lnTo>
                    <a:pt x="1733843" y="243936"/>
                  </a:lnTo>
                  <a:lnTo>
                    <a:pt x="1733837" y="243925"/>
                  </a:lnTo>
                  <a:lnTo>
                    <a:pt x="1733827" y="243904"/>
                  </a:lnTo>
                  <a:lnTo>
                    <a:pt x="1733826" y="243890"/>
                  </a:lnTo>
                  <a:lnTo>
                    <a:pt x="1733822" y="243875"/>
                  </a:lnTo>
                  <a:lnTo>
                    <a:pt x="1733822" y="243861"/>
                  </a:lnTo>
                  <a:lnTo>
                    <a:pt x="1733826" y="243834"/>
                  </a:lnTo>
                  <a:lnTo>
                    <a:pt x="1733830" y="243828"/>
                  </a:lnTo>
                  <a:lnTo>
                    <a:pt x="1733848" y="243806"/>
                  </a:lnTo>
                  <a:lnTo>
                    <a:pt x="1733856" y="243792"/>
                  </a:lnTo>
                  <a:lnTo>
                    <a:pt x="1733868" y="243781"/>
                  </a:lnTo>
                  <a:lnTo>
                    <a:pt x="1733876" y="243774"/>
                  </a:lnTo>
                  <a:lnTo>
                    <a:pt x="1733890" y="243758"/>
                  </a:lnTo>
                  <a:lnTo>
                    <a:pt x="1733911" y="243744"/>
                  </a:lnTo>
                  <a:lnTo>
                    <a:pt x="1733923" y="243734"/>
                  </a:lnTo>
                  <a:lnTo>
                    <a:pt x="1733933" y="243722"/>
                  </a:lnTo>
                  <a:lnTo>
                    <a:pt x="1733940" y="243703"/>
                  </a:lnTo>
                  <a:lnTo>
                    <a:pt x="1733946" y="243684"/>
                  </a:lnTo>
                  <a:lnTo>
                    <a:pt x="1733951" y="243667"/>
                  </a:lnTo>
                  <a:lnTo>
                    <a:pt x="1733949" y="243653"/>
                  </a:lnTo>
                  <a:lnTo>
                    <a:pt x="1733942" y="243637"/>
                  </a:lnTo>
                  <a:lnTo>
                    <a:pt x="1733942" y="243609"/>
                  </a:lnTo>
                  <a:lnTo>
                    <a:pt x="1733938" y="243598"/>
                  </a:lnTo>
                  <a:lnTo>
                    <a:pt x="1733878" y="243551"/>
                  </a:lnTo>
                  <a:lnTo>
                    <a:pt x="1733852" y="243530"/>
                  </a:lnTo>
                  <a:lnTo>
                    <a:pt x="1733806" y="243494"/>
                  </a:lnTo>
                  <a:lnTo>
                    <a:pt x="1733688" y="243416"/>
                  </a:lnTo>
                  <a:lnTo>
                    <a:pt x="1733660" y="243397"/>
                  </a:lnTo>
                  <a:lnTo>
                    <a:pt x="1733600" y="243339"/>
                  </a:lnTo>
                  <a:lnTo>
                    <a:pt x="1733533" y="243278"/>
                  </a:lnTo>
                  <a:lnTo>
                    <a:pt x="1733453" y="243236"/>
                  </a:lnTo>
                  <a:lnTo>
                    <a:pt x="1733339" y="243121"/>
                  </a:lnTo>
                  <a:lnTo>
                    <a:pt x="1733279" y="243037"/>
                  </a:lnTo>
                  <a:lnTo>
                    <a:pt x="1733232" y="243003"/>
                  </a:lnTo>
                  <a:lnTo>
                    <a:pt x="1733171" y="242984"/>
                  </a:lnTo>
                  <a:lnTo>
                    <a:pt x="1733133" y="242991"/>
                  </a:lnTo>
                  <a:lnTo>
                    <a:pt x="1733070" y="243034"/>
                  </a:lnTo>
                  <a:lnTo>
                    <a:pt x="1733006" y="243124"/>
                  </a:lnTo>
                  <a:lnTo>
                    <a:pt x="1732944" y="243165"/>
                  </a:lnTo>
                  <a:lnTo>
                    <a:pt x="1732918" y="243179"/>
                  </a:lnTo>
                  <a:lnTo>
                    <a:pt x="1732894" y="243187"/>
                  </a:lnTo>
                  <a:lnTo>
                    <a:pt x="1732874" y="243192"/>
                  </a:lnTo>
                  <a:lnTo>
                    <a:pt x="1732845" y="243196"/>
                  </a:lnTo>
                  <a:lnTo>
                    <a:pt x="1732773" y="243204"/>
                  </a:lnTo>
                  <a:lnTo>
                    <a:pt x="1732748" y="243205"/>
                  </a:lnTo>
                  <a:lnTo>
                    <a:pt x="1732315" y="243177"/>
                  </a:lnTo>
                  <a:lnTo>
                    <a:pt x="1731944" y="243147"/>
                  </a:lnTo>
                  <a:lnTo>
                    <a:pt x="1731927" y="243145"/>
                  </a:lnTo>
                  <a:lnTo>
                    <a:pt x="1731747" y="243117"/>
                  </a:lnTo>
                  <a:lnTo>
                    <a:pt x="1731723" y="243110"/>
                  </a:lnTo>
                  <a:lnTo>
                    <a:pt x="1731587" y="243040"/>
                  </a:lnTo>
                  <a:lnTo>
                    <a:pt x="1731574" y="243031"/>
                  </a:lnTo>
                  <a:lnTo>
                    <a:pt x="1731421" y="243002"/>
                  </a:lnTo>
                  <a:lnTo>
                    <a:pt x="1731313" y="242996"/>
                  </a:lnTo>
                  <a:lnTo>
                    <a:pt x="1731231" y="242983"/>
                  </a:lnTo>
                  <a:lnTo>
                    <a:pt x="1731193" y="242978"/>
                  </a:lnTo>
                  <a:lnTo>
                    <a:pt x="1731161" y="242977"/>
                  </a:lnTo>
                  <a:lnTo>
                    <a:pt x="1731145" y="242979"/>
                  </a:lnTo>
                  <a:lnTo>
                    <a:pt x="1730834" y="243087"/>
                  </a:lnTo>
                  <a:lnTo>
                    <a:pt x="1730822" y="243094"/>
                  </a:lnTo>
                  <a:lnTo>
                    <a:pt x="1730808" y="243111"/>
                  </a:lnTo>
                  <a:lnTo>
                    <a:pt x="1730791" y="243138"/>
                  </a:lnTo>
                  <a:lnTo>
                    <a:pt x="1730784" y="243155"/>
                  </a:lnTo>
                  <a:lnTo>
                    <a:pt x="1730780" y="243167"/>
                  </a:lnTo>
                  <a:lnTo>
                    <a:pt x="1730782" y="243176"/>
                  </a:lnTo>
                  <a:lnTo>
                    <a:pt x="1730793" y="243200"/>
                  </a:lnTo>
                  <a:lnTo>
                    <a:pt x="1730806" y="243213"/>
                  </a:lnTo>
                  <a:lnTo>
                    <a:pt x="1730822" y="243222"/>
                  </a:lnTo>
                  <a:lnTo>
                    <a:pt x="1730839" y="243230"/>
                  </a:lnTo>
                  <a:lnTo>
                    <a:pt x="1730861" y="243236"/>
                  </a:lnTo>
                  <a:lnTo>
                    <a:pt x="1730886" y="243239"/>
                  </a:lnTo>
                  <a:lnTo>
                    <a:pt x="1730904" y="243243"/>
                  </a:lnTo>
                  <a:lnTo>
                    <a:pt x="1730921" y="243248"/>
                  </a:lnTo>
                  <a:lnTo>
                    <a:pt x="1730933" y="243259"/>
                  </a:lnTo>
                  <a:lnTo>
                    <a:pt x="1730941" y="243266"/>
                  </a:lnTo>
                  <a:lnTo>
                    <a:pt x="1730946" y="243274"/>
                  </a:lnTo>
                  <a:lnTo>
                    <a:pt x="1730950" y="243289"/>
                  </a:lnTo>
                  <a:lnTo>
                    <a:pt x="1730949" y="243312"/>
                  </a:lnTo>
                  <a:lnTo>
                    <a:pt x="1730948" y="243324"/>
                  </a:lnTo>
                  <a:lnTo>
                    <a:pt x="1730946" y="243331"/>
                  </a:lnTo>
                  <a:lnTo>
                    <a:pt x="1730945" y="243336"/>
                  </a:lnTo>
                  <a:lnTo>
                    <a:pt x="1730939" y="243342"/>
                  </a:lnTo>
                  <a:lnTo>
                    <a:pt x="1730925" y="243358"/>
                  </a:lnTo>
                  <a:lnTo>
                    <a:pt x="1730890" y="243380"/>
                  </a:lnTo>
                  <a:lnTo>
                    <a:pt x="1730868" y="243386"/>
                  </a:lnTo>
                  <a:lnTo>
                    <a:pt x="1730855" y="243385"/>
                  </a:lnTo>
                  <a:lnTo>
                    <a:pt x="1730784" y="243379"/>
                  </a:lnTo>
                  <a:lnTo>
                    <a:pt x="1730726" y="243372"/>
                  </a:lnTo>
                  <a:lnTo>
                    <a:pt x="1730715" y="243370"/>
                  </a:lnTo>
                  <a:lnTo>
                    <a:pt x="1730652" y="243382"/>
                  </a:lnTo>
                  <a:lnTo>
                    <a:pt x="1730625" y="243395"/>
                  </a:lnTo>
                  <a:lnTo>
                    <a:pt x="1730575" y="243423"/>
                  </a:lnTo>
                  <a:lnTo>
                    <a:pt x="1730487" y="243417"/>
                  </a:lnTo>
                  <a:lnTo>
                    <a:pt x="1730389" y="243441"/>
                  </a:lnTo>
                  <a:lnTo>
                    <a:pt x="1730374" y="243448"/>
                  </a:lnTo>
                  <a:lnTo>
                    <a:pt x="1730354" y="243457"/>
                  </a:lnTo>
                  <a:lnTo>
                    <a:pt x="1730336" y="243462"/>
                  </a:lnTo>
                  <a:lnTo>
                    <a:pt x="1730312" y="243464"/>
                  </a:lnTo>
                  <a:lnTo>
                    <a:pt x="1730291" y="243464"/>
                  </a:lnTo>
                  <a:lnTo>
                    <a:pt x="1730259" y="243452"/>
                  </a:lnTo>
                  <a:lnTo>
                    <a:pt x="1730245" y="243441"/>
                  </a:lnTo>
                  <a:lnTo>
                    <a:pt x="1730211" y="243406"/>
                  </a:lnTo>
                  <a:lnTo>
                    <a:pt x="1730201" y="243389"/>
                  </a:lnTo>
                  <a:lnTo>
                    <a:pt x="1730197" y="243378"/>
                  </a:lnTo>
                  <a:lnTo>
                    <a:pt x="1730194" y="243371"/>
                  </a:lnTo>
                  <a:lnTo>
                    <a:pt x="1730192" y="243356"/>
                  </a:lnTo>
                  <a:lnTo>
                    <a:pt x="1730190" y="243343"/>
                  </a:lnTo>
                  <a:lnTo>
                    <a:pt x="1730185" y="243327"/>
                  </a:lnTo>
                  <a:lnTo>
                    <a:pt x="1730182" y="243318"/>
                  </a:lnTo>
                  <a:lnTo>
                    <a:pt x="1730168" y="243307"/>
                  </a:lnTo>
                  <a:lnTo>
                    <a:pt x="1730153" y="243303"/>
                  </a:lnTo>
                  <a:lnTo>
                    <a:pt x="1730137" y="243300"/>
                  </a:lnTo>
                  <a:lnTo>
                    <a:pt x="1730121" y="243300"/>
                  </a:lnTo>
                  <a:lnTo>
                    <a:pt x="1730094" y="243311"/>
                  </a:lnTo>
                  <a:lnTo>
                    <a:pt x="1730069" y="243319"/>
                  </a:lnTo>
                  <a:lnTo>
                    <a:pt x="1730057" y="243320"/>
                  </a:lnTo>
                  <a:lnTo>
                    <a:pt x="1729980" y="243329"/>
                  </a:lnTo>
                  <a:lnTo>
                    <a:pt x="1729899" y="243331"/>
                  </a:lnTo>
                  <a:lnTo>
                    <a:pt x="1729810" y="243339"/>
                  </a:lnTo>
                  <a:lnTo>
                    <a:pt x="1729748" y="243345"/>
                  </a:lnTo>
                  <a:lnTo>
                    <a:pt x="1729736" y="243348"/>
                  </a:lnTo>
                  <a:lnTo>
                    <a:pt x="1729726" y="243355"/>
                  </a:lnTo>
                  <a:lnTo>
                    <a:pt x="1729705" y="243377"/>
                  </a:lnTo>
                  <a:lnTo>
                    <a:pt x="1729686" y="243400"/>
                  </a:lnTo>
                  <a:lnTo>
                    <a:pt x="1729666" y="243418"/>
                  </a:lnTo>
                  <a:lnTo>
                    <a:pt x="1729652" y="243425"/>
                  </a:lnTo>
                  <a:lnTo>
                    <a:pt x="1729611" y="243441"/>
                  </a:lnTo>
                  <a:lnTo>
                    <a:pt x="1729583" y="243444"/>
                  </a:lnTo>
                  <a:lnTo>
                    <a:pt x="1729565" y="243444"/>
                  </a:lnTo>
                  <a:lnTo>
                    <a:pt x="1729547" y="243442"/>
                  </a:lnTo>
                  <a:lnTo>
                    <a:pt x="1729178" y="243346"/>
                  </a:lnTo>
                  <a:lnTo>
                    <a:pt x="1729159" y="243339"/>
                  </a:lnTo>
                  <a:lnTo>
                    <a:pt x="1729142" y="243326"/>
                  </a:lnTo>
                  <a:lnTo>
                    <a:pt x="1729118" y="243300"/>
                  </a:lnTo>
                  <a:lnTo>
                    <a:pt x="1729108" y="243287"/>
                  </a:lnTo>
                  <a:lnTo>
                    <a:pt x="1729097" y="243251"/>
                  </a:lnTo>
                  <a:lnTo>
                    <a:pt x="1729090" y="243232"/>
                  </a:lnTo>
                  <a:lnTo>
                    <a:pt x="1729083" y="243220"/>
                  </a:lnTo>
                  <a:lnTo>
                    <a:pt x="1729039" y="243165"/>
                  </a:lnTo>
                  <a:lnTo>
                    <a:pt x="1729020" y="243153"/>
                  </a:lnTo>
                  <a:lnTo>
                    <a:pt x="1729003" y="243145"/>
                  </a:lnTo>
                  <a:lnTo>
                    <a:pt x="1728979" y="243142"/>
                  </a:lnTo>
                  <a:lnTo>
                    <a:pt x="1728830" y="243128"/>
                  </a:lnTo>
                  <a:lnTo>
                    <a:pt x="1728806" y="243126"/>
                  </a:lnTo>
                  <a:lnTo>
                    <a:pt x="1728774" y="243131"/>
                  </a:lnTo>
                  <a:lnTo>
                    <a:pt x="1728759" y="243139"/>
                  </a:lnTo>
                  <a:lnTo>
                    <a:pt x="1728739" y="243152"/>
                  </a:lnTo>
                  <a:lnTo>
                    <a:pt x="1728730" y="243160"/>
                  </a:lnTo>
                  <a:lnTo>
                    <a:pt x="1728717" y="243175"/>
                  </a:lnTo>
                  <a:lnTo>
                    <a:pt x="1728714" y="243187"/>
                  </a:lnTo>
                  <a:lnTo>
                    <a:pt x="1728715" y="243198"/>
                  </a:lnTo>
                  <a:lnTo>
                    <a:pt x="1728730" y="243216"/>
                  </a:lnTo>
                  <a:lnTo>
                    <a:pt x="1728756" y="243247"/>
                  </a:lnTo>
                  <a:lnTo>
                    <a:pt x="1728757" y="243268"/>
                  </a:lnTo>
                  <a:lnTo>
                    <a:pt x="1728755" y="243302"/>
                  </a:lnTo>
                  <a:lnTo>
                    <a:pt x="1728752" y="243319"/>
                  </a:lnTo>
                  <a:lnTo>
                    <a:pt x="1728749" y="243328"/>
                  </a:lnTo>
                  <a:lnTo>
                    <a:pt x="1728744" y="243341"/>
                  </a:lnTo>
                  <a:lnTo>
                    <a:pt x="1728739" y="243362"/>
                  </a:lnTo>
                  <a:lnTo>
                    <a:pt x="1728726" y="243386"/>
                  </a:lnTo>
                  <a:lnTo>
                    <a:pt x="1728720" y="243393"/>
                  </a:lnTo>
                  <a:lnTo>
                    <a:pt x="1728705" y="243410"/>
                  </a:lnTo>
                  <a:lnTo>
                    <a:pt x="1728694" y="243420"/>
                  </a:lnTo>
                  <a:lnTo>
                    <a:pt x="1728651" y="243446"/>
                  </a:lnTo>
                  <a:lnTo>
                    <a:pt x="1728626" y="243454"/>
                  </a:lnTo>
                  <a:lnTo>
                    <a:pt x="1728315" y="243472"/>
                  </a:lnTo>
                  <a:lnTo>
                    <a:pt x="1728289" y="243472"/>
                  </a:lnTo>
                  <a:lnTo>
                    <a:pt x="1728273" y="243469"/>
                  </a:lnTo>
                  <a:lnTo>
                    <a:pt x="1728246" y="243463"/>
                  </a:lnTo>
                  <a:lnTo>
                    <a:pt x="1727917" y="243317"/>
                  </a:lnTo>
                  <a:lnTo>
                    <a:pt x="1727877" y="243300"/>
                  </a:lnTo>
                  <a:lnTo>
                    <a:pt x="1727864" y="243290"/>
                  </a:lnTo>
                  <a:lnTo>
                    <a:pt x="1727846" y="243276"/>
                  </a:lnTo>
                  <a:lnTo>
                    <a:pt x="1727830" y="243256"/>
                  </a:lnTo>
                  <a:lnTo>
                    <a:pt x="1727824" y="243228"/>
                  </a:lnTo>
                  <a:lnTo>
                    <a:pt x="1727823" y="243201"/>
                  </a:lnTo>
                  <a:lnTo>
                    <a:pt x="1727817" y="243194"/>
                  </a:lnTo>
                  <a:lnTo>
                    <a:pt x="1727804" y="243176"/>
                  </a:lnTo>
                  <a:lnTo>
                    <a:pt x="1727788" y="243168"/>
                  </a:lnTo>
                  <a:lnTo>
                    <a:pt x="1727756" y="243158"/>
                  </a:lnTo>
                  <a:lnTo>
                    <a:pt x="1727738" y="243156"/>
                  </a:lnTo>
                  <a:lnTo>
                    <a:pt x="1727718" y="243153"/>
                  </a:lnTo>
                  <a:lnTo>
                    <a:pt x="1727693" y="243152"/>
                  </a:lnTo>
                  <a:lnTo>
                    <a:pt x="1727657" y="243118"/>
                  </a:lnTo>
                  <a:lnTo>
                    <a:pt x="1727538" y="243008"/>
                  </a:lnTo>
                  <a:lnTo>
                    <a:pt x="1727520" y="242988"/>
                  </a:lnTo>
                  <a:lnTo>
                    <a:pt x="1727433" y="242906"/>
                  </a:lnTo>
                  <a:lnTo>
                    <a:pt x="1727421" y="242894"/>
                  </a:lnTo>
                  <a:lnTo>
                    <a:pt x="1727384" y="242878"/>
                  </a:lnTo>
                  <a:lnTo>
                    <a:pt x="1727366" y="242872"/>
                  </a:lnTo>
                  <a:lnTo>
                    <a:pt x="1727343" y="242868"/>
                  </a:lnTo>
                  <a:lnTo>
                    <a:pt x="1727317" y="242868"/>
                  </a:lnTo>
                  <a:lnTo>
                    <a:pt x="1727280" y="242872"/>
                  </a:lnTo>
                  <a:lnTo>
                    <a:pt x="1727274" y="242873"/>
                  </a:lnTo>
                  <a:lnTo>
                    <a:pt x="1727235" y="242882"/>
                  </a:lnTo>
                  <a:lnTo>
                    <a:pt x="1727219" y="242888"/>
                  </a:lnTo>
                  <a:lnTo>
                    <a:pt x="1727210" y="242888"/>
                  </a:lnTo>
                  <a:lnTo>
                    <a:pt x="1727200" y="242886"/>
                  </a:lnTo>
                  <a:lnTo>
                    <a:pt x="1727145" y="242870"/>
                  </a:lnTo>
                  <a:lnTo>
                    <a:pt x="1727138" y="242867"/>
                  </a:lnTo>
                  <a:lnTo>
                    <a:pt x="1727119" y="242857"/>
                  </a:lnTo>
                  <a:lnTo>
                    <a:pt x="1727099" y="242846"/>
                  </a:lnTo>
                  <a:lnTo>
                    <a:pt x="1727084" y="242835"/>
                  </a:lnTo>
                  <a:lnTo>
                    <a:pt x="1727073" y="242823"/>
                  </a:lnTo>
                  <a:lnTo>
                    <a:pt x="1727060" y="242779"/>
                  </a:lnTo>
                  <a:lnTo>
                    <a:pt x="1727059" y="242733"/>
                  </a:lnTo>
                  <a:lnTo>
                    <a:pt x="1727082" y="242691"/>
                  </a:lnTo>
                  <a:lnTo>
                    <a:pt x="1727099" y="242672"/>
                  </a:lnTo>
                  <a:lnTo>
                    <a:pt x="1727109" y="242656"/>
                  </a:lnTo>
                  <a:lnTo>
                    <a:pt x="1727117" y="242637"/>
                  </a:lnTo>
                  <a:lnTo>
                    <a:pt x="1727121" y="242619"/>
                  </a:lnTo>
                  <a:lnTo>
                    <a:pt x="1727120" y="242604"/>
                  </a:lnTo>
                  <a:lnTo>
                    <a:pt x="1727112" y="242583"/>
                  </a:lnTo>
                  <a:lnTo>
                    <a:pt x="1727098" y="242559"/>
                  </a:lnTo>
                  <a:lnTo>
                    <a:pt x="1727080" y="242538"/>
                  </a:lnTo>
                  <a:lnTo>
                    <a:pt x="1727053" y="242520"/>
                  </a:lnTo>
                  <a:lnTo>
                    <a:pt x="1727023" y="242503"/>
                  </a:lnTo>
                  <a:lnTo>
                    <a:pt x="1727004" y="242497"/>
                  </a:lnTo>
                  <a:lnTo>
                    <a:pt x="1726998" y="242495"/>
                  </a:lnTo>
                  <a:lnTo>
                    <a:pt x="1726976" y="242492"/>
                  </a:lnTo>
                  <a:lnTo>
                    <a:pt x="1726957" y="242493"/>
                  </a:lnTo>
                  <a:lnTo>
                    <a:pt x="1726946" y="242495"/>
                  </a:lnTo>
                  <a:lnTo>
                    <a:pt x="1726901" y="242505"/>
                  </a:lnTo>
                  <a:lnTo>
                    <a:pt x="1726876" y="242515"/>
                  </a:lnTo>
                  <a:lnTo>
                    <a:pt x="1726854" y="242526"/>
                  </a:lnTo>
                  <a:lnTo>
                    <a:pt x="1726725" y="242514"/>
                  </a:lnTo>
                  <a:lnTo>
                    <a:pt x="1726653" y="242498"/>
                  </a:lnTo>
                  <a:lnTo>
                    <a:pt x="1726587" y="242454"/>
                  </a:lnTo>
                  <a:lnTo>
                    <a:pt x="1726557" y="242434"/>
                  </a:lnTo>
                  <a:lnTo>
                    <a:pt x="1726501" y="242417"/>
                  </a:lnTo>
                  <a:lnTo>
                    <a:pt x="1726488" y="242415"/>
                  </a:lnTo>
                  <a:lnTo>
                    <a:pt x="1726460" y="242420"/>
                  </a:lnTo>
                  <a:lnTo>
                    <a:pt x="1726438" y="242426"/>
                  </a:lnTo>
                  <a:lnTo>
                    <a:pt x="1726424" y="242434"/>
                  </a:lnTo>
                  <a:lnTo>
                    <a:pt x="1726411" y="242442"/>
                  </a:lnTo>
                  <a:lnTo>
                    <a:pt x="1726403" y="242453"/>
                  </a:lnTo>
                  <a:lnTo>
                    <a:pt x="1726396" y="242463"/>
                  </a:lnTo>
                  <a:lnTo>
                    <a:pt x="1726390" y="242468"/>
                  </a:lnTo>
                  <a:lnTo>
                    <a:pt x="1726382" y="242471"/>
                  </a:lnTo>
                  <a:lnTo>
                    <a:pt x="1726369" y="242474"/>
                  </a:lnTo>
                  <a:lnTo>
                    <a:pt x="1726362" y="242474"/>
                  </a:lnTo>
                  <a:lnTo>
                    <a:pt x="1726296" y="242456"/>
                  </a:lnTo>
                  <a:lnTo>
                    <a:pt x="1726237" y="242421"/>
                  </a:lnTo>
                  <a:lnTo>
                    <a:pt x="1726143" y="242394"/>
                  </a:lnTo>
                  <a:lnTo>
                    <a:pt x="1726054" y="242371"/>
                  </a:lnTo>
                  <a:lnTo>
                    <a:pt x="1726040" y="242370"/>
                  </a:lnTo>
                  <a:lnTo>
                    <a:pt x="1726010" y="242366"/>
                  </a:lnTo>
                  <a:lnTo>
                    <a:pt x="1725995" y="242361"/>
                  </a:lnTo>
                  <a:lnTo>
                    <a:pt x="1725985" y="242358"/>
                  </a:lnTo>
                  <a:lnTo>
                    <a:pt x="1725968" y="242349"/>
                  </a:lnTo>
                  <a:lnTo>
                    <a:pt x="1725958" y="242339"/>
                  </a:lnTo>
                  <a:lnTo>
                    <a:pt x="1725954" y="242331"/>
                  </a:lnTo>
                  <a:lnTo>
                    <a:pt x="1725949" y="242318"/>
                  </a:lnTo>
                  <a:lnTo>
                    <a:pt x="1725947" y="242305"/>
                  </a:lnTo>
                  <a:lnTo>
                    <a:pt x="1725950" y="242294"/>
                  </a:lnTo>
                  <a:lnTo>
                    <a:pt x="1725955" y="242281"/>
                  </a:lnTo>
                  <a:lnTo>
                    <a:pt x="1725960" y="242271"/>
                  </a:lnTo>
                  <a:lnTo>
                    <a:pt x="1725965" y="242261"/>
                  </a:lnTo>
                  <a:lnTo>
                    <a:pt x="1725975" y="242250"/>
                  </a:lnTo>
                  <a:lnTo>
                    <a:pt x="1725993" y="242237"/>
                  </a:lnTo>
                  <a:lnTo>
                    <a:pt x="1726023" y="242215"/>
                  </a:lnTo>
                  <a:lnTo>
                    <a:pt x="1726078" y="242189"/>
                  </a:lnTo>
                  <a:lnTo>
                    <a:pt x="1726087" y="242183"/>
                  </a:lnTo>
                  <a:lnTo>
                    <a:pt x="1726096" y="242172"/>
                  </a:lnTo>
                  <a:lnTo>
                    <a:pt x="1726104" y="242156"/>
                  </a:lnTo>
                  <a:lnTo>
                    <a:pt x="1726106" y="242148"/>
                  </a:lnTo>
                  <a:lnTo>
                    <a:pt x="1726108" y="242137"/>
                  </a:lnTo>
                  <a:lnTo>
                    <a:pt x="1726109" y="242128"/>
                  </a:lnTo>
                  <a:lnTo>
                    <a:pt x="1726109" y="242109"/>
                  </a:lnTo>
                  <a:lnTo>
                    <a:pt x="1726078" y="241889"/>
                  </a:lnTo>
                  <a:lnTo>
                    <a:pt x="1726071" y="241842"/>
                  </a:lnTo>
                  <a:lnTo>
                    <a:pt x="1726061" y="241831"/>
                  </a:lnTo>
                  <a:lnTo>
                    <a:pt x="1726026" y="241807"/>
                  </a:lnTo>
                  <a:lnTo>
                    <a:pt x="1726002" y="241794"/>
                  </a:lnTo>
                  <a:lnTo>
                    <a:pt x="1725967" y="241785"/>
                  </a:lnTo>
                  <a:lnTo>
                    <a:pt x="1725942" y="241784"/>
                  </a:lnTo>
                  <a:lnTo>
                    <a:pt x="1725923" y="241785"/>
                  </a:lnTo>
                  <a:lnTo>
                    <a:pt x="1725656" y="241823"/>
                  </a:lnTo>
                  <a:lnTo>
                    <a:pt x="1725607" y="241833"/>
                  </a:lnTo>
                  <a:lnTo>
                    <a:pt x="1725599" y="241835"/>
                  </a:lnTo>
                  <a:lnTo>
                    <a:pt x="1725577" y="241841"/>
                  </a:lnTo>
                  <a:lnTo>
                    <a:pt x="1725562" y="241845"/>
                  </a:lnTo>
                  <a:lnTo>
                    <a:pt x="1725522" y="241856"/>
                  </a:lnTo>
                  <a:lnTo>
                    <a:pt x="1725498" y="241862"/>
                  </a:lnTo>
                  <a:lnTo>
                    <a:pt x="1725478" y="241868"/>
                  </a:lnTo>
                  <a:lnTo>
                    <a:pt x="1725431" y="241877"/>
                  </a:lnTo>
                  <a:lnTo>
                    <a:pt x="1725340" y="241891"/>
                  </a:lnTo>
                  <a:lnTo>
                    <a:pt x="1725322" y="241892"/>
                  </a:lnTo>
                  <a:lnTo>
                    <a:pt x="1725286" y="241893"/>
                  </a:lnTo>
                  <a:lnTo>
                    <a:pt x="1725238" y="241887"/>
                  </a:lnTo>
                  <a:lnTo>
                    <a:pt x="1725198" y="241884"/>
                  </a:lnTo>
                  <a:lnTo>
                    <a:pt x="1725176" y="241882"/>
                  </a:lnTo>
                  <a:lnTo>
                    <a:pt x="1725126" y="241873"/>
                  </a:lnTo>
                  <a:lnTo>
                    <a:pt x="1725113" y="241870"/>
                  </a:lnTo>
                  <a:lnTo>
                    <a:pt x="1725073" y="241861"/>
                  </a:lnTo>
                  <a:lnTo>
                    <a:pt x="1724951" y="241834"/>
                  </a:lnTo>
                  <a:lnTo>
                    <a:pt x="1724797" y="241792"/>
                  </a:lnTo>
                  <a:lnTo>
                    <a:pt x="1724782" y="241785"/>
                  </a:lnTo>
                  <a:lnTo>
                    <a:pt x="1724755" y="241764"/>
                  </a:lnTo>
                  <a:lnTo>
                    <a:pt x="1724734" y="241747"/>
                  </a:lnTo>
                  <a:lnTo>
                    <a:pt x="1724714" y="241723"/>
                  </a:lnTo>
                  <a:lnTo>
                    <a:pt x="1724710" y="241713"/>
                  </a:lnTo>
                  <a:lnTo>
                    <a:pt x="1724701" y="241705"/>
                  </a:lnTo>
                  <a:lnTo>
                    <a:pt x="1724688" y="241703"/>
                  </a:lnTo>
                  <a:lnTo>
                    <a:pt x="1724654" y="241704"/>
                  </a:lnTo>
                  <a:lnTo>
                    <a:pt x="1724610" y="241706"/>
                  </a:lnTo>
                  <a:lnTo>
                    <a:pt x="1724579" y="241716"/>
                  </a:lnTo>
                  <a:lnTo>
                    <a:pt x="1724557" y="241726"/>
                  </a:lnTo>
                  <a:lnTo>
                    <a:pt x="1724551" y="241729"/>
                  </a:lnTo>
                  <a:lnTo>
                    <a:pt x="1724528" y="241747"/>
                  </a:lnTo>
                  <a:lnTo>
                    <a:pt x="1724512" y="241768"/>
                  </a:lnTo>
                  <a:lnTo>
                    <a:pt x="1724504" y="241790"/>
                  </a:lnTo>
                  <a:lnTo>
                    <a:pt x="1724499" y="241800"/>
                  </a:lnTo>
                  <a:lnTo>
                    <a:pt x="1724496" y="241806"/>
                  </a:lnTo>
                  <a:lnTo>
                    <a:pt x="1724484" y="241818"/>
                  </a:lnTo>
                  <a:lnTo>
                    <a:pt x="1724465" y="241831"/>
                  </a:lnTo>
                  <a:lnTo>
                    <a:pt x="1724451" y="241836"/>
                  </a:lnTo>
                  <a:lnTo>
                    <a:pt x="1724430" y="241842"/>
                  </a:lnTo>
                  <a:lnTo>
                    <a:pt x="1724126" y="241890"/>
                  </a:lnTo>
                  <a:lnTo>
                    <a:pt x="1724095" y="241890"/>
                  </a:lnTo>
                  <a:lnTo>
                    <a:pt x="1724069" y="241890"/>
                  </a:lnTo>
                  <a:lnTo>
                    <a:pt x="1724046" y="241883"/>
                  </a:lnTo>
                  <a:lnTo>
                    <a:pt x="1724022" y="241870"/>
                  </a:lnTo>
                  <a:lnTo>
                    <a:pt x="1724006" y="241853"/>
                  </a:lnTo>
                  <a:lnTo>
                    <a:pt x="1723998" y="241832"/>
                  </a:lnTo>
                  <a:lnTo>
                    <a:pt x="1723999" y="241818"/>
                  </a:lnTo>
                  <a:lnTo>
                    <a:pt x="1724011" y="241799"/>
                  </a:lnTo>
                  <a:lnTo>
                    <a:pt x="1724019" y="241792"/>
                  </a:lnTo>
                  <a:lnTo>
                    <a:pt x="1724024" y="241773"/>
                  </a:lnTo>
                  <a:lnTo>
                    <a:pt x="1724026" y="241766"/>
                  </a:lnTo>
                  <a:lnTo>
                    <a:pt x="1724032" y="241745"/>
                  </a:lnTo>
                  <a:lnTo>
                    <a:pt x="1724032" y="241729"/>
                  </a:lnTo>
                  <a:lnTo>
                    <a:pt x="1724029" y="241712"/>
                  </a:lnTo>
                  <a:lnTo>
                    <a:pt x="1724021" y="241679"/>
                  </a:lnTo>
                  <a:lnTo>
                    <a:pt x="1724012" y="241657"/>
                  </a:lnTo>
                  <a:lnTo>
                    <a:pt x="1723987" y="241625"/>
                  </a:lnTo>
                  <a:lnTo>
                    <a:pt x="1723960" y="241595"/>
                  </a:lnTo>
                  <a:lnTo>
                    <a:pt x="1723947" y="241585"/>
                  </a:lnTo>
                  <a:lnTo>
                    <a:pt x="1723922" y="241565"/>
                  </a:lnTo>
                  <a:lnTo>
                    <a:pt x="1723858" y="241516"/>
                  </a:lnTo>
                  <a:lnTo>
                    <a:pt x="1723831" y="241499"/>
                  </a:lnTo>
                  <a:lnTo>
                    <a:pt x="1723805" y="241487"/>
                  </a:lnTo>
                  <a:lnTo>
                    <a:pt x="1723770" y="241480"/>
                  </a:lnTo>
                  <a:lnTo>
                    <a:pt x="1723760" y="241479"/>
                  </a:lnTo>
                  <a:lnTo>
                    <a:pt x="1723721" y="241474"/>
                  </a:lnTo>
                  <a:lnTo>
                    <a:pt x="1723681" y="241472"/>
                  </a:lnTo>
                  <a:lnTo>
                    <a:pt x="1723643" y="241478"/>
                  </a:lnTo>
                  <a:lnTo>
                    <a:pt x="1723621" y="241485"/>
                  </a:lnTo>
                  <a:lnTo>
                    <a:pt x="1723594" y="241502"/>
                  </a:lnTo>
                  <a:lnTo>
                    <a:pt x="1723568" y="241519"/>
                  </a:lnTo>
                  <a:lnTo>
                    <a:pt x="1723538" y="241541"/>
                  </a:lnTo>
                  <a:lnTo>
                    <a:pt x="1723505" y="241571"/>
                  </a:lnTo>
                  <a:lnTo>
                    <a:pt x="1723488" y="241591"/>
                  </a:lnTo>
                  <a:lnTo>
                    <a:pt x="1723466" y="241615"/>
                  </a:lnTo>
                  <a:lnTo>
                    <a:pt x="1723440" y="241642"/>
                  </a:lnTo>
                  <a:lnTo>
                    <a:pt x="1723435" y="241647"/>
                  </a:lnTo>
                  <a:lnTo>
                    <a:pt x="1723402" y="241671"/>
                  </a:lnTo>
                  <a:lnTo>
                    <a:pt x="1723304" y="241737"/>
                  </a:lnTo>
                  <a:lnTo>
                    <a:pt x="1723290" y="241744"/>
                  </a:lnTo>
                  <a:lnTo>
                    <a:pt x="1723263" y="241744"/>
                  </a:lnTo>
                  <a:lnTo>
                    <a:pt x="1723225" y="241733"/>
                  </a:lnTo>
                  <a:lnTo>
                    <a:pt x="1723195" y="241719"/>
                  </a:lnTo>
                  <a:lnTo>
                    <a:pt x="1723177" y="241707"/>
                  </a:lnTo>
                  <a:lnTo>
                    <a:pt x="1723172" y="241704"/>
                  </a:lnTo>
                  <a:lnTo>
                    <a:pt x="1723146" y="241693"/>
                  </a:lnTo>
                  <a:lnTo>
                    <a:pt x="1723114" y="241686"/>
                  </a:lnTo>
                  <a:lnTo>
                    <a:pt x="1723090" y="241685"/>
                  </a:lnTo>
                  <a:lnTo>
                    <a:pt x="1723080" y="241685"/>
                  </a:lnTo>
                  <a:lnTo>
                    <a:pt x="1723062" y="241685"/>
                  </a:lnTo>
                  <a:lnTo>
                    <a:pt x="1723034" y="241695"/>
                  </a:lnTo>
                  <a:lnTo>
                    <a:pt x="1723011" y="241708"/>
                  </a:lnTo>
                  <a:lnTo>
                    <a:pt x="1722954" y="241752"/>
                  </a:lnTo>
                  <a:lnTo>
                    <a:pt x="1722927" y="241780"/>
                  </a:lnTo>
                  <a:lnTo>
                    <a:pt x="1722910" y="241801"/>
                  </a:lnTo>
                  <a:lnTo>
                    <a:pt x="1722905" y="241808"/>
                  </a:lnTo>
                  <a:lnTo>
                    <a:pt x="1722903" y="241816"/>
                  </a:lnTo>
                  <a:lnTo>
                    <a:pt x="1722905" y="241826"/>
                  </a:lnTo>
                  <a:lnTo>
                    <a:pt x="1722911" y="241856"/>
                  </a:lnTo>
                  <a:lnTo>
                    <a:pt x="1722913" y="241865"/>
                  </a:lnTo>
                  <a:lnTo>
                    <a:pt x="1722914" y="241871"/>
                  </a:lnTo>
                  <a:lnTo>
                    <a:pt x="1722914" y="241925"/>
                  </a:lnTo>
                  <a:lnTo>
                    <a:pt x="1722912" y="241938"/>
                  </a:lnTo>
                  <a:lnTo>
                    <a:pt x="1722910" y="241952"/>
                  </a:lnTo>
                  <a:lnTo>
                    <a:pt x="1722903" y="241965"/>
                  </a:lnTo>
                  <a:lnTo>
                    <a:pt x="1722665" y="242103"/>
                  </a:lnTo>
                  <a:lnTo>
                    <a:pt x="1722643" y="242113"/>
                  </a:lnTo>
                  <a:lnTo>
                    <a:pt x="1722623" y="242118"/>
                  </a:lnTo>
                  <a:lnTo>
                    <a:pt x="1722591" y="242122"/>
                  </a:lnTo>
                  <a:lnTo>
                    <a:pt x="1722558" y="242118"/>
                  </a:lnTo>
                  <a:lnTo>
                    <a:pt x="1722516" y="242096"/>
                  </a:lnTo>
                  <a:lnTo>
                    <a:pt x="1722480" y="242074"/>
                  </a:lnTo>
                  <a:lnTo>
                    <a:pt x="1722447" y="242051"/>
                  </a:lnTo>
                  <a:lnTo>
                    <a:pt x="1722434" y="242037"/>
                  </a:lnTo>
                  <a:lnTo>
                    <a:pt x="1722428" y="242031"/>
                  </a:lnTo>
                  <a:lnTo>
                    <a:pt x="1722409" y="242021"/>
                  </a:lnTo>
                  <a:lnTo>
                    <a:pt x="1722385" y="242015"/>
                  </a:lnTo>
                  <a:lnTo>
                    <a:pt x="1722357" y="242012"/>
                  </a:lnTo>
                  <a:lnTo>
                    <a:pt x="1722347" y="242015"/>
                  </a:lnTo>
                  <a:lnTo>
                    <a:pt x="1722339" y="242017"/>
                  </a:lnTo>
                  <a:lnTo>
                    <a:pt x="1722315" y="242028"/>
                  </a:lnTo>
                  <a:lnTo>
                    <a:pt x="1722298" y="242042"/>
                  </a:lnTo>
                  <a:lnTo>
                    <a:pt x="1722291" y="242053"/>
                  </a:lnTo>
                  <a:lnTo>
                    <a:pt x="1722284" y="242063"/>
                  </a:lnTo>
                  <a:lnTo>
                    <a:pt x="1722280" y="242085"/>
                  </a:lnTo>
                  <a:lnTo>
                    <a:pt x="1722282" y="242147"/>
                  </a:lnTo>
                  <a:lnTo>
                    <a:pt x="1722278" y="242153"/>
                  </a:lnTo>
                  <a:lnTo>
                    <a:pt x="1722272" y="242160"/>
                  </a:lnTo>
                  <a:lnTo>
                    <a:pt x="1722265" y="242165"/>
                  </a:lnTo>
                  <a:lnTo>
                    <a:pt x="1722259" y="242168"/>
                  </a:lnTo>
                  <a:lnTo>
                    <a:pt x="1722255" y="242168"/>
                  </a:lnTo>
                  <a:lnTo>
                    <a:pt x="1722248" y="242168"/>
                  </a:lnTo>
                  <a:lnTo>
                    <a:pt x="1722243" y="242167"/>
                  </a:lnTo>
                  <a:lnTo>
                    <a:pt x="1722239" y="242166"/>
                  </a:lnTo>
                  <a:lnTo>
                    <a:pt x="1722035" y="242114"/>
                  </a:lnTo>
                  <a:lnTo>
                    <a:pt x="1722029" y="242114"/>
                  </a:lnTo>
                  <a:lnTo>
                    <a:pt x="1722019" y="242109"/>
                  </a:lnTo>
                  <a:lnTo>
                    <a:pt x="1722005" y="242100"/>
                  </a:lnTo>
                  <a:lnTo>
                    <a:pt x="1721995" y="242092"/>
                  </a:lnTo>
                  <a:lnTo>
                    <a:pt x="1721959" y="242069"/>
                  </a:lnTo>
                  <a:lnTo>
                    <a:pt x="1721880" y="241969"/>
                  </a:lnTo>
                  <a:lnTo>
                    <a:pt x="1721876" y="241967"/>
                  </a:lnTo>
                  <a:lnTo>
                    <a:pt x="1721872" y="241961"/>
                  </a:lnTo>
                  <a:lnTo>
                    <a:pt x="1721870" y="241957"/>
                  </a:lnTo>
                  <a:lnTo>
                    <a:pt x="1721869" y="241948"/>
                  </a:lnTo>
                  <a:lnTo>
                    <a:pt x="1721870" y="241940"/>
                  </a:lnTo>
                  <a:lnTo>
                    <a:pt x="1721872" y="241933"/>
                  </a:lnTo>
                  <a:lnTo>
                    <a:pt x="1721877" y="241924"/>
                  </a:lnTo>
                  <a:lnTo>
                    <a:pt x="1721882" y="241917"/>
                  </a:lnTo>
                  <a:lnTo>
                    <a:pt x="1721886" y="241913"/>
                  </a:lnTo>
                  <a:lnTo>
                    <a:pt x="1721892" y="241910"/>
                  </a:lnTo>
                  <a:lnTo>
                    <a:pt x="1721909" y="241881"/>
                  </a:lnTo>
                  <a:lnTo>
                    <a:pt x="1721908" y="241875"/>
                  </a:lnTo>
                  <a:lnTo>
                    <a:pt x="1721906" y="241870"/>
                  </a:lnTo>
                  <a:lnTo>
                    <a:pt x="1721902" y="241857"/>
                  </a:lnTo>
                  <a:lnTo>
                    <a:pt x="1721896" y="241850"/>
                  </a:lnTo>
                  <a:lnTo>
                    <a:pt x="1721890" y="241844"/>
                  </a:lnTo>
                  <a:lnTo>
                    <a:pt x="1721710" y="241688"/>
                  </a:lnTo>
                  <a:lnTo>
                    <a:pt x="1721635" y="241623"/>
                  </a:lnTo>
                  <a:lnTo>
                    <a:pt x="1721572" y="241603"/>
                  </a:lnTo>
                  <a:lnTo>
                    <a:pt x="1721488" y="241635"/>
                  </a:lnTo>
                  <a:lnTo>
                    <a:pt x="1721484" y="241642"/>
                  </a:lnTo>
                  <a:lnTo>
                    <a:pt x="1721472" y="241666"/>
                  </a:lnTo>
                  <a:lnTo>
                    <a:pt x="1721437" y="241694"/>
                  </a:lnTo>
                  <a:lnTo>
                    <a:pt x="1721364" y="241715"/>
                  </a:lnTo>
                  <a:lnTo>
                    <a:pt x="1721285" y="241725"/>
                  </a:lnTo>
                  <a:lnTo>
                    <a:pt x="1721279" y="241725"/>
                  </a:lnTo>
                  <a:lnTo>
                    <a:pt x="1721262" y="241725"/>
                  </a:lnTo>
                  <a:lnTo>
                    <a:pt x="1721254" y="241727"/>
                  </a:lnTo>
                  <a:lnTo>
                    <a:pt x="1721248" y="241730"/>
                  </a:lnTo>
                  <a:lnTo>
                    <a:pt x="1721244" y="241731"/>
                  </a:lnTo>
                  <a:lnTo>
                    <a:pt x="1721233" y="241737"/>
                  </a:lnTo>
                  <a:lnTo>
                    <a:pt x="1721214" y="241750"/>
                  </a:lnTo>
                  <a:lnTo>
                    <a:pt x="1721210" y="241755"/>
                  </a:lnTo>
                  <a:lnTo>
                    <a:pt x="1721125" y="241844"/>
                  </a:lnTo>
                  <a:lnTo>
                    <a:pt x="1721118" y="241853"/>
                  </a:lnTo>
                  <a:lnTo>
                    <a:pt x="1720993" y="242179"/>
                  </a:lnTo>
                  <a:lnTo>
                    <a:pt x="1721020" y="242258"/>
                  </a:lnTo>
                  <a:lnTo>
                    <a:pt x="1721036" y="242292"/>
                  </a:lnTo>
                  <a:lnTo>
                    <a:pt x="1721009" y="242327"/>
                  </a:lnTo>
                  <a:lnTo>
                    <a:pt x="1720946" y="242353"/>
                  </a:lnTo>
                  <a:lnTo>
                    <a:pt x="1720898" y="242295"/>
                  </a:lnTo>
                  <a:lnTo>
                    <a:pt x="1720873" y="242255"/>
                  </a:lnTo>
                  <a:lnTo>
                    <a:pt x="1720797" y="242239"/>
                  </a:lnTo>
                  <a:lnTo>
                    <a:pt x="1720669" y="242235"/>
                  </a:lnTo>
                  <a:lnTo>
                    <a:pt x="1720594" y="242247"/>
                  </a:lnTo>
                  <a:lnTo>
                    <a:pt x="1720563" y="242314"/>
                  </a:lnTo>
                  <a:lnTo>
                    <a:pt x="1720502" y="242385"/>
                  </a:lnTo>
                  <a:lnTo>
                    <a:pt x="1720463" y="242406"/>
                  </a:lnTo>
                  <a:lnTo>
                    <a:pt x="1720449" y="242411"/>
                  </a:lnTo>
                  <a:lnTo>
                    <a:pt x="1720150" y="242478"/>
                  </a:lnTo>
                  <a:lnTo>
                    <a:pt x="1720131" y="242483"/>
                  </a:lnTo>
                  <a:lnTo>
                    <a:pt x="1720092" y="242503"/>
                  </a:lnTo>
                  <a:lnTo>
                    <a:pt x="1720030" y="242492"/>
                  </a:lnTo>
                  <a:lnTo>
                    <a:pt x="1720022" y="242452"/>
                  </a:lnTo>
                  <a:lnTo>
                    <a:pt x="1720036" y="242427"/>
                  </a:lnTo>
                  <a:lnTo>
                    <a:pt x="1720037" y="242417"/>
                  </a:lnTo>
                  <a:lnTo>
                    <a:pt x="1720037" y="242409"/>
                  </a:lnTo>
                  <a:lnTo>
                    <a:pt x="1720037" y="242403"/>
                  </a:lnTo>
                  <a:lnTo>
                    <a:pt x="1720033" y="242394"/>
                  </a:lnTo>
                  <a:lnTo>
                    <a:pt x="1720009" y="242358"/>
                  </a:lnTo>
                  <a:lnTo>
                    <a:pt x="1720006" y="242354"/>
                  </a:lnTo>
                  <a:lnTo>
                    <a:pt x="1720000" y="242351"/>
                  </a:lnTo>
                  <a:lnTo>
                    <a:pt x="1719992" y="242348"/>
                  </a:lnTo>
                  <a:lnTo>
                    <a:pt x="1719978" y="242342"/>
                  </a:lnTo>
                  <a:lnTo>
                    <a:pt x="1719973" y="242341"/>
                  </a:lnTo>
                  <a:lnTo>
                    <a:pt x="1719966" y="242339"/>
                  </a:lnTo>
                  <a:lnTo>
                    <a:pt x="1719955" y="242338"/>
                  </a:lnTo>
                  <a:lnTo>
                    <a:pt x="1719950" y="242339"/>
                  </a:lnTo>
                  <a:lnTo>
                    <a:pt x="1719946" y="242340"/>
                  </a:lnTo>
                  <a:lnTo>
                    <a:pt x="1719902" y="242361"/>
                  </a:lnTo>
                  <a:lnTo>
                    <a:pt x="1719894" y="242365"/>
                  </a:lnTo>
                  <a:lnTo>
                    <a:pt x="1719890" y="242369"/>
                  </a:lnTo>
                  <a:lnTo>
                    <a:pt x="1719886" y="242374"/>
                  </a:lnTo>
                  <a:lnTo>
                    <a:pt x="1719875" y="242388"/>
                  </a:lnTo>
                  <a:lnTo>
                    <a:pt x="1719873" y="242403"/>
                  </a:lnTo>
                  <a:lnTo>
                    <a:pt x="1719873" y="242410"/>
                  </a:lnTo>
                  <a:lnTo>
                    <a:pt x="1719876" y="242421"/>
                  </a:lnTo>
                  <a:lnTo>
                    <a:pt x="1719905" y="242475"/>
                  </a:lnTo>
                  <a:lnTo>
                    <a:pt x="1719905" y="242491"/>
                  </a:lnTo>
                  <a:lnTo>
                    <a:pt x="1719904" y="242508"/>
                  </a:lnTo>
                  <a:lnTo>
                    <a:pt x="1719901" y="242527"/>
                  </a:lnTo>
                  <a:lnTo>
                    <a:pt x="1719897" y="242541"/>
                  </a:lnTo>
                  <a:lnTo>
                    <a:pt x="1719894" y="242549"/>
                  </a:lnTo>
                  <a:lnTo>
                    <a:pt x="1719887" y="242561"/>
                  </a:lnTo>
                  <a:lnTo>
                    <a:pt x="1719875" y="242573"/>
                  </a:lnTo>
                  <a:lnTo>
                    <a:pt x="1719862" y="242584"/>
                  </a:lnTo>
                  <a:lnTo>
                    <a:pt x="1719857" y="242589"/>
                  </a:lnTo>
                  <a:lnTo>
                    <a:pt x="1719841" y="242597"/>
                  </a:lnTo>
                  <a:lnTo>
                    <a:pt x="1719834" y="242599"/>
                  </a:lnTo>
                  <a:lnTo>
                    <a:pt x="1719828" y="242600"/>
                  </a:lnTo>
                  <a:lnTo>
                    <a:pt x="1719723" y="242618"/>
                  </a:lnTo>
                  <a:lnTo>
                    <a:pt x="1719485" y="242681"/>
                  </a:lnTo>
                  <a:lnTo>
                    <a:pt x="1719428" y="242716"/>
                  </a:lnTo>
                  <a:lnTo>
                    <a:pt x="1719356" y="242743"/>
                  </a:lnTo>
                  <a:lnTo>
                    <a:pt x="1719345" y="242745"/>
                  </a:lnTo>
                  <a:lnTo>
                    <a:pt x="1719328" y="242749"/>
                  </a:lnTo>
                  <a:lnTo>
                    <a:pt x="1719321" y="242749"/>
                  </a:lnTo>
                  <a:lnTo>
                    <a:pt x="1719309" y="242748"/>
                  </a:lnTo>
                  <a:lnTo>
                    <a:pt x="1719297" y="242744"/>
                  </a:lnTo>
                  <a:lnTo>
                    <a:pt x="1719283" y="242736"/>
                  </a:lnTo>
                  <a:lnTo>
                    <a:pt x="1719280" y="242731"/>
                  </a:lnTo>
                  <a:lnTo>
                    <a:pt x="1719274" y="242724"/>
                  </a:lnTo>
                  <a:lnTo>
                    <a:pt x="1719268" y="242714"/>
                  </a:lnTo>
                  <a:lnTo>
                    <a:pt x="1719265" y="242706"/>
                  </a:lnTo>
                  <a:lnTo>
                    <a:pt x="1719258" y="242688"/>
                  </a:lnTo>
                  <a:lnTo>
                    <a:pt x="1719245" y="242671"/>
                  </a:lnTo>
                  <a:lnTo>
                    <a:pt x="1719226" y="242656"/>
                  </a:lnTo>
                  <a:lnTo>
                    <a:pt x="1719211" y="242650"/>
                  </a:lnTo>
                  <a:lnTo>
                    <a:pt x="1719200" y="242646"/>
                  </a:lnTo>
                  <a:lnTo>
                    <a:pt x="1719185" y="242642"/>
                  </a:lnTo>
                  <a:lnTo>
                    <a:pt x="1719169" y="242639"/>
                  </a:lnTo>
                  <a:lnTo>
                    <a:pt x="1719153" y="242640"/>
                  </a:lnTo>
                  <a:lnTo>
                    <a:pt x="1719128" y="242647"/>
                  </a:lnTo>
                  <a:lnTo>
                    <a:pt x="1719119" y="242652"/>
                  </a:lnTo>
                  <a:lnTo>
                    <a:pt x="1719107" y="242660"/>
                  </a:lnTo>
                  <a:lnTo>
                    <a:pt x="1719048" y="242689"/>
                  </a:lnTo>
                  <a:lnTo>
                    <a:pt x="1718801" y="242742"/>
                  </a:lnTo>
                  <a:lnTo>
                    <a:pt x="1718720" y="242748"/>
                  </a:lnTo>
                  <a:lnTo>
                    <a:pt x="1718701" y="242750"/>
                  </a:lnTo>
                  <a:lnTo>
                    <a:pt x="1718681" y="242756"/>
                  </a:lnTo>
                  <a:lnTo>
                    <a:pt x="1718661" y="242772"/>
                  </a:lnTo>
                  <a:lnTo>
                    <a:pt x="1718654" y="242781"/>
                  </a:lnTo>
                  <a:lnTo>
                    <a:pt x="1718644" y="242802"/>
                  </a:lnTo>
                  <a:lnTo>
                    <a:pt x="1718636" y="242824"/>
                  </a:lnTo>
                  <a:lnTo>
                    <a:pt x="1718634" y="242832"/>
                  </a:lnTo>
                  <a:lnTo>
                    <a:pt x="1718630" y="242846"/>
                  </a:lnTo>
                  <a:lnTo>
                    <a:pt x="1718629" y="242864"/>
                  </a:lnTo>
                  <a:lnTo>
                    <a:pt x="1718631" y="242873"/>
                  </a:lnTo>
                  <a:lnTo>
                    <a:pt x="1718637" y="242888"/>
                  </a:lnTo>
                  <a:lnTo>
                    <a:pt x="1718641" y="242895"/>
                  </a:lnTo>
                  <a:lnTo>
                    <a:pt x="1718649" y="242901"/>
                  </a:lnTo>
                  <a:lnTo>
                    <a:pt x="1718664" y="242910"/>
                  </a:lnTo>
                  <a:lnTo>
                    <a:pt x="1718672" y="242914"/>
                  </a:lnTo>
                  <a:lnTo>
                    <a:pt x="1718697" y="242920"/>
                  </a:lnTo>
                  <a:lnTo>
                    <a:pt x="1718726" y="242928"/>
                  </a:lnTo>
                  <a:lnTo>
                    <a:pt x="1718743" y="242935"/>
                  </a:lnTo>
                  <a:lnTo>
                    <a:pt x="1718772" y="242948"/>
                  </a:lnTo>
                  <a:lnTo>
                    <a:pt x="1718789" y="242959"/>
                  </a:lnTo>
                  <a:lnTo>
                    <a:pt x="1718796" y="242966"/>
                  </a:lnTo>
                  <a:lnTo>
                    <a:pt x="1718799" y="242974"/>
                  </a:lnTo>
                  <a:lnTo>
                    <a:pt x="1718825" y="243043"/>
                  </a:lnTo>
                  <a:lnTo>
                    <a:pt x="1718829" y="243052"/>
                  </a:lnTo>
                  <a:lnTo>
                    <a:pt x="1718829" y="243059"/>
                  </a:lnTo>
                  <a:lnTo>
                    <a:pt x="1718827" y="243064"/>
                  </a:lnTo>
                  <a:lnTo>
                    <a:pt x="1718825" y="243069"/>
                  </a:lnTo>
                  <a:lnTo>
                    <a:pt x="1718823" y="243074"/>
                  </a:lnTo>
                  <a:lnTo>
                    <a:pt x="1718815" y="243082"/>
                  </a:lnTo>
                  <a:lnTo>
                    <a:pt x="1718807" y="243089"/>
                  </a:lnTo>
                  <a:lnTo>
                    <a:pt x="1718804" y="243091"/>
                  </a:lnTo>
                  <a:lnTo>
                    <a:pt x="1718793" y="243096"/>
                  </a:lnTo>
                  <a:lnTo>
                    <a:pt x="1718783" y="243098"/>
                  </a:lnTo>
                  <a:lnTo>
                    <a:pt x="1718649" y="243115"/>
                  </a:lnTo>
                  <a:lnTo>
                    <a:pt x="1718634" y="243115"/>
                  </a:lnTo>
                  <a:lnTo>
                    <a:pt x="1718630" y="243113"/>
                  </a:lnTo>
                  <a:lnTo>
                    <a:pt x="1718620" y="243104"/>
                  </a:lnTo>
                  <a:lnTo>
                    <a:pt x="1718600" y="243094"/>
                  </a:lnTo>
                  <a:lnTo>
                    <a:pt x="1718530" y="243059"/>
                  </a:lnTo>
                  <a:lnTo>
                    <a:pt x="1718501" y="243045"/>
                  </a:lnTo>
                  <a:lnTo>
                    <a:pt x="1718491" y="243042"/>
                  </a:lnTo>
                  <a:lnTo>
                    <a:pt x="1718487" y="243041"/>
                  </a:lnTo>
                  <a:lnTo>
                    <a:pt x="1718481" y="243040"/>
                  </a:lnTo>
                  <a:lnTo>
                    <a:pt x="1718468" y="243038"/>
                  </a:lnTo>
                  <a:lnTo>
                    <a:pt x="1718400" y="243030"/>
                  </a:lnTo>
                  <a:lnTo>
                    <a:pt x="1718389" y="243030"/>
                  </a:lnTo>
                  <a:lnTo>
                    <a:pt x="1718365" y="243033"/>
                  </a:lnTo>
                  <a:lnTo>
                    <a:pt x="1718357" y="243034"/>
                  </a:lnTo>
                  <a:lnTo>
                    <a:pt x="1718277" y="243063"/>
                  </a:lnTo>
                  <a:lnTo>
                    <a:pt x="1718272" y="243067"/>
                  </a:lnTo>
                  <a:lnTo>
                    <a:pt x="1718268" y="243069"/>
                  </a:lnTo>
                  <a:lnTo>
                    <a:pt x="1718256" y="243073"/>
                  </a:lnTo>
                  <a:lnTo>
                    <a:pt x="1718246" y="243074"/>
                  </a:lnTo>
                  <a:lnTo>
                    <a:pt x="1718236" y="243075"/>
                  </a:lnTo>
                  <a:lnTo>
                    <a:pt x="1718160" y="243071"/>
                  </a:lnTo>
                  <a:lnTo>
                    <a:pt x="1717918" y="243031"/>
                  </a:lnTo>
                  <a:lnTo>
                    <a:pt x="1717904" y="243025"/>
                  </a:lnTo>
                  <a:lnTo>
                    <a:pt x="1717894" y="243021"/>
                  </a:lnTo>
                  <a:lnTo>
                    <a:pt x="1717879" y="243018"/>
                  </a:lnTo>
                  <a:lnTo>
                    <a:pt x="1717867" y="243017"/>
                  </a:lnTo>
                  <a:lnTo>
                    <a:pt x="1717856" y="243016"/>
                  </a:lnTo>
                  <a:lnTo>
                    <a:pt x="1717846" y="243015"/>
                  </a:lnTo>
                  <a:lnTo>
                    <a:pt x="1717837" y="243017"/>
                  </a:lnTo>
                  <a:lnTo>
                    <a:pt x="1717828" y="243020"/>
                  </a:lnTo>
                  <a:lnTo>
                    <a:pt x="1717816" y="243025"/>
                  </a:lnTo>
                  <a:lnTo>
                    <a:pt x="1717807" y="243030"/>
                  </a:lnTo>
                  <a:lnTo>
                    <a:pt x="1717797" y="243039"/>
                  </a:lnTo>
                  <a:lnTo>
                    <a:pt x="1717788" y="243051"/>
                  </a:lnTo>
                  <a:lnTo>
                    <a:pt x="1717768" y="243074"/>
                  </a:lnTo>
                  <a:lnTo>
                    <a:pt x="1717736" y="243081"/>
                  </a:lnTo>
                  <a:lnTo>
                    <a:pt x="1717690" y="243090"/>
                  </a:lnTo>
                  <a:lnTo>
                    <a:pt x="1717631" y="243102"/>
                  </a:lnTo>
                  <a:lnTo>
                    <a:pt x="1717595" y="243110"/>
                  </a:lnTo>
                  <a:lnTo>
                    <a:pt x="1717574" y="243114"/>
                  </a:lnTo>
                  <a:lnTo>
                    <a:pt x="1717540" y="243122"/>
                  </a:lnTo>
                  <a:lnTo>
                    <a:pt x="1717513" y="243108"/>
                  </a:lnTo>
                  <a:lnTo>
                    <a:pt x="1717473" y="243087"/>
                  </a:lnTo>
                  <a:lnTo>
                    <a:pt x="1717479" y="243065"/>
                  </a:lnTo>
                  <a:lnTo>
                    <a:pt x="1717483" y="243050"/>
                  </a:lnTo>
                  <a:lnTo>
                    <a:pt x="1717483" y="243044"/>
                  </a:lnTo>
                  <a:lnTo>
                    <a:pt x="1717482" y="243039"/>
                  </a:lnTo>
                  <a:lnTo>
                    <a:pt x="1717479" y="243033"/>
                  </a:lnTo>
                  <a:lnTo>
                    <a:pt x="1717473" y="243026"/>
                  </a:lnTo>
                  <a:lnTo>
                    <a:pt x="1717463" y="243020"/>
                  </a:lnTo>
                  <a:lnTo>
                    <a:pt x="1717448" y="243014"/>
                  </a:lnTo>
                  <a:lnTo>
                    <a:pt x="1717432" y="243009"/>
                  </a:lnTo>
                  <a:lnTo>
                    <a:pt x="1717412" y="243004"/>
                  </a:lnTo>
                  <a:lnTo>
                    <a:pt x="1717399" y="243004"/>
                  </a:lnTo>
                  <a:lnTo>
                    <a:pt x="1717393" y="243004"/>
                  </a:lnTo>
                  <a:lnTo>
                    <a:pt x="1717377" y="243006"/>
                  </a:lnTo>
                  <a:lnTo>
                    <a:pt x="1717361" y="243010"/>
                  </a:lnTo>
                  <a:lnTo>
                    <a:pt x="1717355" y="243012"/>
                  </a:lnTo>
                  <a:lnTo>
                    <a:pt x="1717316" y="243019"/>
                  </a:lnTo>
                  <a:lnTo>
                    <a:pt x="1717308" y="243020"/>
                  </a:lnTo>
                  <a:lnTo>
                    <a:pt x="1717294" y="243022"/>
                  </a:lnTo>
                  <a:lnTo>
                    <a:pt x="1717281" y="243025"/>
                  </a:lnTo>
                  <a:lnTo>
                    <a:pt x="1717270" y="243030"/>
                  </a:lnTo>
                  <a:lnTo>
                    <a:pt x="1717256" y="243041"/>
                  </a:lnTo>
                  <a:lnTo>
                    <a:pt x="1717241" y="243054"/>
                  </a:lnTo>
                  <a:lnTo>
                    <a:pt x="1717216" y="243081"/>
                  </a:lnTo>
                  <a:lnTo>
                    <a:pt x="1717212" y="243088"/>
                  </a:lnTo>
                  <a:lnTo>
                    <a:pt x="1717201" y="243149"/>
                  </a:lnTo>
                  <a:lnTo>
                    <a:pt x="1717198" y="243163"/>
                  </a:lnTo>
                  <a:lnTo>
                    <a:pt x="1717197" y="243170"/>
                  </a:lnTo>
                  <a:lnTo>
                    <a:pt x="1717195" y="243181"/>
                  </a:lnTo>
                  <a:lnTo>
                    <a:pt x="1717190" y="243209"/>
                  </a:lnTo>
                  <a:lnTo>
                    <a:pt x="1717184" y="243226"/>
                  </a:lnTo>
                  <a:lnTo>
                    <a:pt x="1717179" y="243235"/>
                  </a:lnTo>
                  <a:lnTo>
                    <a:pt x="1717171" y="243243"/>
                  </a:lnTo>
                  <a:lnTo>
                    <a:pt x="1717164" y="243249"/>
                  </a:lnTo>
                  <a:lnTo>
                    <a:pt x="1717121" y="243254"/>
                  </a:lnTo>
                  <a:lnTo>
                    <a:pt x="1716994" y="243263"/>
                  </a:lnTo>
                  <a:lnTo>
                    <a:pt x="1716899" y="243268"/>
                  </a:lnTo>
                  <a:lnTo>
                    <a:pt x="1716754" y="243268"/>
                  </a:lnTo>
                  <a:lnTo>
                    <a:pt x="1716722" y="243256"/>
                  </a:lnTo>
                  <a:lnTo>
                    <a:pt x="1716715" y="243254"/>
                  </a:lnTo>
                  <a:lnTo>
                    <a:pt x="1716627" y="243148"/>
                  </a:lnTo>
                  <a:lnTo>
                    <a:pt x="1716536" y="243021"/>
                  </a:lnTo>
                  <a:lnTo>
                    <a:pt x="1716543" y="242997"/>
                  </a:lnTo>
                  <a:lnTo>
                    <a:pt x="1716543" y="242984"/>
                  </a:lnTo>
                  <a:lnTo>
                    <a:pt x="1716540" y="242976"/>
                  </a:lnTo>
                  <a:lnTo>
                    <a:pt x="1716535" y="242968"/>
                  </a:lnTo>
                  <a:lnTo>
                    <a:pt x="1716524" y="242960"/>
                  </a:lnTo>
                  <a:lnTo>
                    <a:pt x="1716498" y="242948"/>
                  </a:lnTo>
                  <a:lnTo>
                    <a:pt x="1716479" y="242944"/>
                  </a:lnTo>
                  <a:lnTo>
                    <a:pt x="1716257" y="242905"/>
                  </a:lnTo>
                  <a:lnTo>
                    <a:pt x="1716116" y="242892"/>
                  </a:lnTo>
                  <a:lnTo>
                    <a:pt x="1716100" y="242892"/>
                  </a:lnTo>
                  <a:lnTo>
                    <a:pt x="1716093" y="242893"/>
                  </a:lnTo>
                  <a:lnTo>
                    <a:pt x="1716084" y="242896"/>
                  </a:lnTo>
                  <a:lnTo>
                    <a:pt x="1716074" y="242901"/>
                  </a:lnTo>
                  <a:lnTo>
                    <a:pt x="1716069" y="242910"/>
                  </a:lnTo>
                  <a:lnTo>
                    <a:pt x="1716070" y="242931"/>
                  </a:lnTo>
                  <a:lnTo>
                    <a:pt x="1716037" y="243017"/>
                  </a:lnTo>
                  <a:lnTo>
                    <a:pt x="1715977" y="243029"/>
                  </a:lnTo>
                  <a:lnTo>
                    <a:pt x="1715883" y="243048"/>
                  </a:lnTo>
                  <a:lnTo>
                    <a:pt x="1715824" y="243073"/>
                  </a:lnTo>
                  <a:lnTo>
                    <a:pt x="1715778" y="243089"/>
                  </a:lnTo>
                  <a:lnTo>
                    <a:pt x="1715774" y="243092"/>
                  </a:lnTo>
                  <a:lnTo>
                    <a:pt x="1715770" y="243094"/>
                  </a:lnTo>
                  <a:lnTo>
                    <a:pt x="1715765" y="243097"/>
                  </a:lnTo>
                  <a:lnTo>
                    <a:pt x="1715758" y="243100"/>
                  </a:lnTo>
                  <a:lnTo>
                    <a:pt x="1715754" y="243101"/>
                  </a:lnTo>
                  <a:lnTo>
                    <a:pt x="1715748" y="243102"/>
                  </a:lnTo>
                  <a:lnTo>
                    <a:pt x="1715741" y="243103"/>
                  </a:lnTo>
                  <a:lnTo>
                    <a:pt x="1715736" y="243103"/>
                  </a:lnTo>
                  <a:lnTo>
                    <a:pt x="1715732" y="243104"/>
                  </a:lnTo>
                  <a:lnTo>
                    <a:pt x="1715726" y="243104"/>
                  </a:lnTo>
                  <a:lnTo>
                    <a:pt x="1715720" y="243104"/>
                  </a:lnTo>
                  <a:lnTo>
                    <a:pt x="1715716" y="243103"/>
                  </a:lnTo>
                  <a:lnTo>
                    <a:pt x="1715712" y="243103"/>
                  </a:lnTo>
                  <a:lnTo>
                    <a:pt x="1715706" y="243103"/>
                  </a:lnTo>
                  <a:lnTo>
                    <a:pt x="1715699" y="243102"/>
                  </a:lnTo>
                  <a:lnTo>
                    <a:pt x="1715693" y="243101"/>
                  </a:lnTo>
                  <a:lnTo>
                    <a:pt x="1715687" y="243099"/>
                  </a:lnTo>
                  <a:lnTo>
                    <a:pt x="1715683" y="243097"/>
                  </a:lnTo>
                  <a:lnTo>
                    <a:pt x="1715678" y="243094"/>
                  </a:lnTo>
                  <a:lnTo>
                    <a:pt x="1715672" y="243089"/>
                  </a:lnTo>
                  <a:lnTo>
                    <a:pt x="1715669" y="243086"/>
                  </a:lnTo>
                  <a:lnTo>
                    <a:pt x="1715666" y="243082"/>
                  </a:lnTo>
                  <a:lnTo>
                    <a:pt x="1715663" y="243078"/>
                  </a:lnTo>
                  <a:lnTo>
                    <a:pt x="1715661" y="243072"/>
                  </a:lnTo>
                  <a:lnTo>
                    <a:pt x="1715659" y="243066"/>
                  </a:lnTo>
                  <a:lnTo>
                    <a:pt x="1715659" y="243058"/>
                  </a:lnTo>
                  <a:lnTo>
                    <a:pt x="1715659" y="243050"/>
                  </a:lnTo>
                  <a:lnTo>
                    <a:pt x="1715658" y="243043"/>
                  </a:lnTo>
                  <a:lnTo>
                    <a:pt x="1715658" y="243037"/>
                  </a:lnTo>
                  <a:lnTo>
                    <a:pt x="1715656" y="243030"/>
                  </a:lnTo>
                  <a:lnTo>
                    <a:pt x="1715653" y="243023"/>
                  </a:lnTo>
                  <a:lnTo>
                    <a:pt x="1715649" y="243018"/>
                  </a:lnTo>
                  <a:lnTo>
                    <a:pt x="1715646" y="243014"/>
                  </a:lnTo>
                  <a:lnTo>
                    <a:pt x="1715643" y="243009"/>
                  </a:lnTo>
                  <a:lnTo>
                    <a:pt x="1715640" y="243005"/>
                  </a:lnTo>
                  <a:lnTo>
                    <a:pt x="1715636" y="243001"/>
                  </a:lnTo>
                  <a:lnTo>
                    <a:pt x="1715633" y="242997"/>
                  </a:lnTo>
                  <a:lnTo>
                    <a:pt x="1715630" y="242994"/>
                  </a:lnTo>
                  <a:lnTo>
                    <a:pt x="1715626" y="242989"/>
                  </a:lnTo>
                  <a:lnTo>
                    <a:pt x="1715622" y="242984"/>
                  </a:lnTo>
                  <a:lnTo>
                    <a:pt x="1715617" y="242980"/>
                  </a:lnTo>
                  <a:lnTo>
                    <a:pt x="1715613" y="242976"/>
                  </a:lnTo>
                  <a:lnTo>
                    <a:pt x="1715609" y="242972"/>
                  </a:lnTo>
                  <a:lnTo>
                    <a:pt x="1715584" y="242948"/>
                  </a:lnTo>
                  <a:lnTo>
                    <a:pt x="1715579" y="242946"/>
                  </a:lnTo>
                  <a:lnTo>
                    <a:pt x="1715576" y="242945"/>
                  </a:lnTo>
                  <a:lnTo>
                    <a:pt x="1715570" y="242943"/>
                  </a:lnTo>
                  <a:lnTo>
                    <a:pt x="1715564" y="242942"/>
                  </a:lnTo>
                  <a:lnTo>
                    <a:pt x="1715560" y="242941"/>
                  </a:lnTo>
                  <a:lnTo>
                    <a:pt x="1715556" y="242941"/>
                  </a:lnTo>
                  <a:lnTo>
                    <a:pt x="1715550" y="242940"/>
                  </a:lnTo>
                  <a:lnTo>
                    <a:pt x="1715546" y="242939"/>
                  </a:lnTo>
                  <a:lnTo>
                    <a:pt x="1715540" y="242938"/>
                  </a:lnTo>
                  <a:lnTo>
                    <a:pt x="1715534" y="242938"/>
                  </a:lnTo>
                  <a:lnTo>
                    <a:pt x="1715528" y="242937"/>
                  </a:lnTo>
                  <a:lnTo>
                    <a:pt x="1715521" y="242937"/>
                  </a:lnTo>
                  <a:lnTo>
                    <a:pt x="1715516" y="242937"/>
                  </a:lnTo>
                  <a:lnTo>
                    <a:pt x="1715511" y="242937"/>
                  </a:lnTo>
                  <a:lnTo>
                    <a:pt x="1715505" y="242938"/>
                  </a:lnTo>
                  <a:lnTo>
                    <a:pt x="1715500" y="242939"/>
                  </a:lnTo>
                  <a:lnTo>
                    <a:pt x="1715496" y="242940"/>
                  </a:lnTo>
                  <a:lnTo>
                    <a:pt x="1715491" y="242941"/>
                  </a:lnTo>
                  <a:lnTo>
                    <a:pt x="1715487" y="242942"/>
                  </a:lnTo>
                  <a:lnTo>
                    <a:pt x="1715482" y="242944"/>
                  </a:lnTo>
                  <a:lnTo>
                    <a:pt x="1715477" y="242946"/>
                  </a:lnTo>
                  <a:lnTo>
                    <a:pt x="1715472" y="242947"/>
                  </a:lnTo>
                  <a:lnTo>
                    <a:pt x="1715466" y="242950"/>
                  </a:lnTo>
                  <a:lnTo>
                    <a:pt x="1715461" y="242952"/>
                  </a:lnTo>
                  <a:lnTo>
                    <a:pt x="1715456" y="242955"/>
                  </a:lnTo>
                  <a:lnTo>
                    <a:pt x="1715439" y="242971"/>
                  </a:lnTo>
                  <a:lnTo>
                    <a:pt x="1715417" y="242981"/>
                  </a:lnTo>
                  <a:lnTo>
                    <a:pt x="1715376" y="242993"/>
                  </a:lnTo>
                  <a:lnTo>
                    <a:pt x="1715367" y="242995"/>
                  </a:lnTo>
                  <a:lnTo>
                    <a:pt x="1715361" y="242997"/>
                  </a:lnTo>
                  <a:lnTo>
                    <a:pt x="1715356" y="243000"/>
                  </a:lnTo>
                  <a:lnTo>
                    <a:pt x="1715351" y="243003"/>
                  </a:lnTo>
                  <a:lnTo>
                    <a:pt x="1715346" y="243007"/>
                  </a:lnTo>
                  <a:lnTo>
                    <a:pt x="1715344" y="243013"/>
                  </a:lnTo>
                  <a:lnTo>
                    <a:pt x="1715343" y="243020"/>
                  </a:lnTo>
                  <a:lnTo>
                    <a:pt x="1715343" y="243024"/>
                  </a:lnTo>
                  <a:lnTo>
                    <a:pt x="1715341" y="243039"/>
                  </a:lnTo>
                  <a:lnTo>
                    <a:pt x="1715342" y="243044"/>
                  </a:lnTo>
                  <a:lnTo>
                    <a:pt x="1715343" y="243049"/>
                  </a:lnTo>
                  <a:lnTo>
                    <a:pt x="1715345" y="243055"/>
                  </a:lnTo>
                  <a:lnTo>
                    <a:pt x="1715348" y="243060"/>
                  </a:lnTo>
                  <a:lnTo>
                    <a:pt x="1715350" y="243064"/>
                  </a:lnTo>
                  <a:lnTo>
                    <a:pt x="1715355" y="243069"/>
                  </a:lnTo>
                  <a:lnTo>
                    <a:pt x="1715384" y="243085"/>
                  </a:lnTo>
                  <a:lnTo>
                    <a:pt x="1715415" y="243105"/>
                  </a:lnTo>
                  <a:lnTo>
                    <a:pt x="1715420" y="243128"/>
                  </a:lnTo>
                  <a:lnTo>
                    <a:pt x="1715414" y="243152"/>
                  </a:lnTo>
                  <a:lnTo>
                    <a:pt x="1715411" y="243157"/>
                  </a:lnTo>
                  <a:lnTo>
                    <a:pt x="1715408" y="243160"/>
                  </a:lnTo>
                  <a:lnTo>
                    <a:pt x="1715403" y="243164"/>
                  </a:lnTo>
                  <a:lnTo>
                    <a:pt x="1715395" y="243170"/>
                  </a:lnTo>
                  <a:lnTo>
                    <a:pt x="1715390" y="243172"/>
                  </a:lnTo>
                  <a:lnTo>
                    <a:pt x="1715384" y="243175"/>
                  </a:lnTo>
                  <a:lnTo>
                    <a:pt x="1715380" y="243178"/>
                  </a:lnTo>
                  <a:lnTo>
                    <a:pt x="1715372" y="243182"/>
                  </a:lnTo>
                  <a:lnTo>
                    <a:pt x="1715364" y="243185"/>
                  </a:lnTo>
                  <a:lnTo>
                    <a:pt x="1715355" y="243189"/>
                  </a:lnTo>
                  <a:lnTo>
                    <a:pt x="1715348" y="243191"/>
                  </a:lnTo>
                  <a:lnTo>
                    <a:pt x="1715344" y="243192"/>
                  </a:lnTo>
                  <a:lnTo>
                    <a:pt x="1715337" y="243192"/>
                  </a:lnTo>
                  <a:lnTo>
                    <a:pt x="1715327" y="243192"/>
                  </a:lnTo>
                  <a:lnTo>
                    <a:pt x="1715323" y="243192"/>
                  </a:lnTo>
                  <a:lnTo>
                    <a:pt x="1715311" y="243190"/>
                  </a:lnTo>
                  <a:lnTo>
                    <a:pt x="1715295" y="243189"/>
                  </a:lnTo>
                  <a:lnTo>
                    <a:pt x="1715268" y="243185"/>
                  </a:lnTo>
                  <a:lnTo>
                    <a:pt x="1715161" y="243173"/>
                  </a:lnTo>
                  <a:lnTo>
                    <a:pt x="1715134" y="243168"/>
                  </a:lnTo>
                  <a:lnTo>
                    <a:pt x="1715126" y="243166"/>
                  </a:lnTo>
                  <a:lnTo>
                    <a:pt x="1715096" y="243159"/>
                  </a:lnTo>
                  <a:lnTo>
                    <a:pt x="1715083" y="243154"/>
                  </a:lnTo>
                  <a:lnTo>
                    <a:pt x="1714861" y="243078"/>
                  </a:lnTo>
                  <a:lnTo>
                    <a:pt x="1714857" y="243078"/>
                  </a:lnTo>
                  <a:lnTo>
                    <a:pt x="1714852" y="243076"/>
                  </a:lnTo>
                  <a:lnTo>
                    <a:pt x="1714848" y="243074"/>
                  </a:lnTo>
                  <a:lnTo>
                    <a:pt x="1714830" y="243065"/>
                  </a:lnTo>
                  <a:lnTo>
                    <a:pt x="1714808" y="243046"/>
                  </a:lnTo>
                  <a:lnTo>
                    <a:pt x="1714803" y="243043"/>
                  </a:lnTo>
                  <a:lnTo>
                    <a:pt x="1714794" y="243036"/>
                  </a:lnTo>
                  <a:lnTo>
                    <a:pt x="1714791" y="243033"/>
                  </a:lnTo>
                  <a:lnTo>
                    <a:pt x="1714786" y="243024"/>
                  </a:lnTo>
                  <a:lnTo>
                    <a:pt x="1714784" y="243018"/>
                  </a:lnTo>
                  <a:lnTo>
                    <a:pt x="1714784" y="243013"/>
                  </a:lnTo>
                  <a:lnTo>
                    <a:pt x="1714786" y="243004"/>
                  </a:lnTo>
                  <a:lnTo>
                    <a:pt x="1714793" y="242996"/>
                  </a:lnTo>
                  <a:lnTo>
                    <a:pt x="1714794" y="242991"/>
                  </a:lnTo>
                  <a:lnTo>
                    <a:pt x="1714795" y="242985"/>
                  </a:lnTo>
                  <a:lnTo>
                    <a:pt x="1714796" y="242980"/>
                  </a:lnTo>
                  <a:lnTo>
                    <a:pt x="1714793" y="242967"/>
                  </a:lnTo>
                  <a:lnTo>
                    <a:pt x="1714791" y="242960"/>
                  </a:lnTo>
                  <a:lnTo>
                    <a:pt x="1714786" y="242950"/>
                  </a:lnTo>
                  <a:lnTo>
                    <a:pt x="1714780" y="242945"/>
                  </a:lnTo>
                  <a:lnTo>
                    <a:pt x="1714767" y="242940"/>
                  </a:lnTo>
                  <a:lnTo>
                    <a:pt x="1714707" y="242928"/>
                  </a:lnTo>
                  <a:lnTo>
                    <a:pt x="1714702" y="242927"/>
                  </a:lnTo>
                  <a:lnTo>
                    <a:pt x="1714694" y="242925"/>
                  </a:lnTo>
                  <a:lnTo>
                    <a:pt x="1714683" y="242925"/>
                  </a:lnTo>
                  <a:lnTo>
                    <a:pt x="1714676" y="242926"/>
                  </a:lnTo>
                  <a:lnTo>
                    <a:pt x="1714644" y="242930"/>
                  </a:lnTo>
                  <a:lnTo>
                    <a:pt x="1714630" y="242932"/>
                  </a:lnTo>
                  <a:lnTo>
                    <a:pt x="1714625" y="242934"/>
                  </a:lnTo>
                  <a:lnTo>
                    <a:pt x="1714614" y="242941"/>
                  </a:lnTo>
                  <a:lnTo>
                    <a:pt x="1714592" y="242958"/>
                  </a:lnTo>
                  <a:lnTo>
                    <a:pt x="1714583" y="242962"/>
                  </a:lnTo>
                  <a:lnTo>
                    <a:pt x="1714569" y="242970"/>
                  </a:lnTo>
                  <a:lnTo>
                    <a:pt x="1714558" y="242975"/>
                  </a:lnTo>
                  <a:lnTo>
                    <a:pt x="1714537" y="242982"/>
                  </a:lnTo>
                  <a:lnTo>
                    <a:pt x="1714532" y="242984"/>
                  </a:lnTo>
                  <a:lnTo>
                    <a:pt x="1714307" y="243020"/>
                  </a:lnTo>
                  <a:lnTo>
                    <a:pt x="1714076" y="243005"/>
                  </a:lnTo>
                  <a:lnTo>
                    <a:pt x="1714044" y="243003"/>
                  </a:lnTo>
                  <a:lnTo>
                    <a:pt x="1714040" y="243002"/>
                  </a:lnTo>
                  <a:lnTo>
                    <a:pt x="1714033" y="242999"/>
                  </a:lnTo>
                  <a:lnTo>
                    <a:pt x="1713994" y="242978"/>
                  </a:lnTo>
                  <a:lnTo>
                    <a:pt x="1713990" y="242976"/>
                  </a:lnTo>
                  <a:lnTo>
                    <a:pt x="1713983" y="242972"/>
                  </a:lnTo>
                  <a:lnTo>
                    <a:pt x="1713980" y="242969"/>
                  </a:lnTo>
                  <a:lnTo>
                    <a:pt x="1713971" y="242961"/>
                  </a:lnTo>
                  <a:lnTo>
                    <a:pt x="1713967" y="242953"/>
                  </a:lnTo>
                  <a:lnTo>
                    <a:pt x="1713964" y="242942"/>
                  </a:lnTo>
                  <a:lnTo>
                    <a:pt x="1713965" y="242935"/>
                  </a:lnTo>
                  <a:lnTo>
                    <a:pt x="1713966" y="242930"/>
                  </a:lnTo>
                  <a:lnTo>
                    <a:pt x="1713967" y="242920"/>
                  </a:lnTo>
                  <a:lnTo>
                    <a:pt x="1713970" y="242912"/>
                  </a:lnTo>
                  <a:lnTo>
                    <a:pt x="1713977" y="242898"/>
                  </a:lnTo>
                  <a:lnTo>
                    <a:pt x="1713987" y="242878"/>
                  </a:lnTo>
                  <a:lnTo>
                    <a:pt x="1713990" y="242870"/>
                  </a:lnTo>
                  <a:lnTo>
                    <a:pt x="1713992" y="242859"/>
                  </a:lnTo>
                  <a:lnTo>
                    <a:pt x="1713992" y="242853"/>
                  </a:lnTo>
                  <a:lnTo>
                    <a:pt x="1713991" y="242847"/>
                  </a:lnTo>
                  <a:lnTo>
                    <a:pt x="1713990" y="242842"/>
                  </a:lnTo>
                  <a:lnTo>
                    <a:pt x="1713988" y="242833"/>
                  </a:lnTo>
                  <a:lnTo>
                    <a:pt x="1713983" y="242816"/>
                  </a:lnTo>
                  <a:lnTo>
                    <a:pt x="1713980" y="242809"/>
                  </a:lnTo>
                  <a:lnTo>
                    <a:pt x="1713975" y="242798"/>
                  </a:lnTo>
                  <a:lnTo>
                    <a:pt x="1713971" y="242791"/>
                  </a:lnTo>
                  <a:lnTo>
                    <a:pt x="1713965" y="242782"/>
                  </a:lnTo>
                  <a:lnTo>
                    <a:pt x="1713961" y="242775"/>
                  </a:lnTo>
                  <a:lnTo>
                    <a:pt x="1713950" y="242761"/>
                  </a:lnTo>
                  <a:lnTo>
                    <a:pt x="1713925" y="242727"/>
                  </a:lnTo>
                  <a:lnTo>
                    <a:pt x="1713919" y="242719"/>
                  </a:lnTo>
                  <a:lnTo>
                    <a:pt x="1713912" y="242713"/>
                  </a:lnTo>
                  <a:lnTo>
                    <a:pt x="1713904" y="242707"/>
                  </a:lnTo>
                  <a:lnTo>
                    <a:pt x="1713894" y="242700"/>
                  </a:lnTo>
                  <a:lnTo>
                    <a:pt x="1713853" y="242670"/>
                  </a:lnTo>
                  <a:lnTo>
                    <a:pt x="1713849" y="242668"/>
                  </a:lnTo>
                  <a:lnTo>
                    <a:pt x="1713839" y="242665"/>
                  </a:lnTo>
                  <a:lnTo>
                    <a:pt x="1713826" y="242661"/>
                  </a:lnTo>
                  <a:lnTo>
                    <a:pt x="1713819" y="242659"/>
                  </a:lnTo>
                  <a:lnTo>
                    <a:pt x="1713796" y="242652"/>
                  </a:lnTo>
                  <a:lnTo>
                    <a:pt x="1713779" y="242648"/>
                  </a:lnTo>
                  <a:lnTo>
                    <a:pt x="1713711" y="242661"/>
                  </a:lnTo>
                  <a:lnTo>
                    <a:pt x="1713515" y="242680"/>
                  </a:lnTo>
                  <a:lnTo>
                    <a:pt x="1713207" y="242797"/>
                  </a:lnTo>
                  <a:lnTo>
                    <a:pt x="1713194" y="242803"/>
                  </a:lnTo>
                  <a:lnTo>
                    <a:pt x="1713178" y="242809"/>
                  </a:lnTo>
                  <a:lnTo>
                    <a:pt x="1713174" y="242809"/>
                  </a:lnTo>
                  <a:lnTo>
                    <a:pt x="1713168" y="242810"/>
                  </a:lnTo>
                  <a:lnTo>
                    <a:pt x="1713164" y="242810"/>
                  </a:lnTo>
                  <a:lnTo>
                    <a:pt x="1713157" y="242810"/>
                  </a:lnTo>
                  <a:lnTo>
                    <a:pt x="1713152" y="242809"/>
                  </a:lnTo>
                  <a:lnTo>
                    <a:pt x="1713146" y="242808"/>
                  </a:lnTo>
                  <a:lnTo>
                    <a:pt x="1713142" y="242807"/>
                  </a:lnTo>
                  <a:lnTo>
                    <a:pt x="1713138" y="242805"/>
                  </a:lnTo>
                  <a:lnTo>
                    <a:pt x="1713133" y="242803"/>
                  </a:lnTo>
                  <a:lnTo>
                    <a:pt x="1713129" y="242801"/>
                  </a:lnTo>
                  <a:lnTo>
                    <a:pt x="1713126" y="242799"/>
                  </a:lnTo>
                  <a:lnTo>
                    <a:pt x="1713122" y="242795"/>
                  </a:lnTo>
                  <a:lnTo>
                    <a:pt x="1713119" y="242789"/>
                  </a:lnTo>
                  <a:lnTo>
                    <a:pt x="1713115" y="242782"/>
                  </a:lnTo>
                  <a:lnTo>
                    <a:pt x="1713114" y="242775"/>
                  </a:lnTo>
                  <a:lnTo>
                    <a:pt x="1713114" y="242764"/>
                  </a:lnTo>
                  <a:lnTo>
                    <a:pt x="1713117" y="242755"/>
                  </a:lnTo>
                  <a:lnTo>
                    <a:pt x="1713121" y="242749"/>
                  </a:lnTo>
                  <a:lnTo>
                    <a:pt x="1713123" y="242745"/>
                  </a:lnTo>
                  <a:lnTo>
                    <a:pt x="1713126" y="242742"/>
                  </a:lnTo>
                  <a:lnTo>
                    <a:pt x="1713135" y="242730"/>
                  </a:lnTo>
                  <a:lnTo>
                    <a:pt x="1713147" y="242714"/>
                  </a:lnTo>
                  <a:lnTo>
                    <a:pt x="1713156" y="242696"/>
                  </a:lnTo>
                  <a:lnTo>
                    <a:pt x="1713159" y="242689"/>
                  </a:lnTo>
                  <a:lnTo>
                    <a:pt x="1713161" y="242684"/>
                  </a:lnTo>
                  <a:lnTo>
                    <a:pt x="1713163" y="242676"/>
                  </a:lnTo>
                  <a:lnTo>
                    <a:pt x="1713164" y="242668"/>
                  </a:lnTo>
                  <a:lnTo>
                    <a:pt x="1713165" y="242658"/>
                  </a:lnTo>
                  <a:lnTo>
                    <a:pt x="1713166" y="242649"/>
                  </a:lnTo>
                  <a:lnTo>
                    <a:pt x="1713164" y="242635"/>
                  </a:lnTo>
                  <a:lnTo>
                    <a:pt x="1713162" y="242628"/>
                  </a:lnTo>
                  <a:lnTo>
                    <a:pt x="1713153" y="242613"/>
                  </a:lnTo>
                  <a:lnTo>
                    <a:pt x="1713148" y="242607"/>
                  </a:lnTo>
                  <a:lnTo>
                    <a:pt x="1713141" y="242603"/>
                  </a:lnTo>
                  <a:lnTo>
                    <a:pt x="1713135" y="242600"/>
                  </a:lnTo>
                  <a:lnTo>
                    <a:pt x="1712850" y="242452"/>
                  </a:lnTo>
                  <a:lnTo>
                    <a:pt x="1712817" y="242434"/>
                  </a:lnTo>
                  <a:lnTo>
                    <a:pt x="1712794" y="242423"/>
                  </a:lnTo>
                  <a:lnTo>
                    <a:pt x="1712790" y="242424"/>
                  </a:lnTo>
                  <a:lnTo>
                    <a:pt x="1712786" y="242426"/>
                  </a:lnTo>
                  <a:lnTo>
                    <a:pt x="1712780" y="242428"/>
                  </a:lnTo>
                  <a:lnTo>
                    <a:pt x="1712775" y="242429"/>
                  </a:lnTo>
                  <a:lnTo>
                    <a:pt x="1712768" y="242430"/>
                  </a:lnTo>
                  <a:lnTo>
                    <a:pt x="1712761" y="242430"/>
                  </a:lnTo>
                  <a:lnTo>
                    <a:pt x="1712753" y="242430"/>
                  </a:lnTo>
                  <a:lnTo>
                    <a:pt x="1712746" y="242430"/>
                  </a:lnTo>
                  <a:lnTo>
                    <a:pt x="1712741" y="242429"/>
                  </a:lnTo>
                  <a:lnTo>
                    <a:pt x="1712736" y="242429"/>
                  </a:lnTo>
                  <a:lnTo>
                    <a:pt x="1712731" y="242428"/>
                  </a:lnTo>
                  <a:lnTo>
                    <a:pt x="1712726" y="242426"/>
                  </a:lnTo>
                  <a:lnTo>
                    <a:pt x="1712717" y="242423"/>
                  </a:lnTo>
                  <a:lnTo>
                    <a:pt x="1712625" y="242439"/>
                  </a:lnTo>
                  <a:lnTo>
                    <a:pt x="1709691" y="242953"/>
                  </a:lnTo>
                  <a:lnTo>
                    <a:pt x="1709641" y="242960"/>
                  </a:lnTo>
                  <a:lnTo>
                    <a:pt x="1709574" y="242968"/>
                  </a:lnTo>
                  <a:lnTo>
                    <a:pt x="1708994" y="243484"/>
                  </a:lnTo>
                  <a:lnTo>
                    <a:pt x="1708864" y="243598"/>
                  </a:lnTo>
                  <a:lnTo>
                    <a:pt x="1698711" y="253306"/>
                  </a:lnTo>
                  <a:lnTo>
                    <a:pt x="1698688" y="253606"/>
                  </a:lnTo>
                  <a:lnTo>
                    <a:pt x="1698584" y="253905"/>
                  </a:lnTo>
                  <a:lnTo>
                    <a:pt x="1698114" y="254153"/>
                  </a:lnTo>
                  <a:lnTo>
                    <a:pt x="1697262" y="254300"/>
                  </a:lnTo>
                  <a:lnTo>
                    <a:pt x="1697111" y="254485"/>
                  </a:lnTo>
                  <a:lnTo>
                    <a:pt x="1693073" y="259406"/>
                  </a:lnTo>
                  <a:lnTo>
                    <a:pt x="1681848" y="251458"/>
                  </a:lnTo>
                  <a:lnTo>
                    <a:pt x="1678415" y="250168"/>
                  </a:lnTo>
                  <a:lnTo>
                    <a:pt x="1673626" y="248367"/>
                  </a:lnTo>
                  <a:lnTo>
                    <a:pt x="1670235" y="248093"/>
                  </a:lnTo>
                  <a:lnTo>
                    <a:pt x="1665596" y="248476"/>
                  </a:lnTo>
                  <a:lnTo>
                    <a:pt x="1656947" y="250858"/>
                  </a:lnTo>
                  <a:lnTo>
                    <a:pt x="1649937" y="249107"/>
                  </a:lnTo>
                  <a:lnTo>
                    <a:pt x="1644075" y="251700"/>
                  </a:lnTo>
                  <a:lnTo>
                    <a:pt x="1639945" y="255839"/>
                  </a:lnTo>
                  <a:lnTo>
                    <a:pt x="1638432" y="257357"/>
                  </a:lnTo>
                  <a:lnTo>
                    <a:pt x="1637307" y="257615"/>
                  </a:lnTo>
                  <a:lnTo>
                    <a:pt x="1623491" y="247113"/>
                  </a:lnTo>
                  <a:lnTo>
                    <a:pt x="1623239" y="245355"/>
                  </a:lnTo>
                  <a:lnTo>
                    <a:pt x="1622987" y="243598"/>
                  </a:lnTo>
                  <a:lnTo>
                    <a:pt x="1622528" y="241386"/>
                  </a:lnTo>
                  <a:lnTo>
                    <a:pt x="1622076" y="239210"/>
                  </a:lnTo>
                  <a:lnTo>
                    <a:pt x="1622001" y="239185"/>
                  </a:lnTo>
                  <a:lnTo>
                    <a:pt x="1621653" y="239103"/>
                  </a:lnTo>
                  <a:lnTo>
                    <a:pt x="1621610" y="239021"/>
                  </a:lnTo>
                  <a:lnTo>
                    <a:pt x="1621620" y="238908"/>
                  </a:lnTo>
                  <a:lnTo>
                    <a:pt x="1621627" y="238828"/>
                  </a:lnTo>
                  <a:lnTo>
                    <a:pt x="1621827" y="238616"/>
                  </a:lnTo>
                  <a:lnTo>
                    <a:pt x="1622205" y="238322"/>
                  </a:lnTo>
                  <a:lnTo>
                    <a:pt x="1622332" y="238120"/>
                  </a:lnTo>
                  <a:lnTo>
                    <a:pt x="1622358" y="237975"/>
                  </a:lnTo>
                  <a:lnTo>
                    <a:pt x="1622345" y="237864"/>
                  </a:lnTo>
                  <a:lnTo>
                    <a:pt x="1622243" y="237720"/>
                  </a:lnTo>
                  <a:lnTo>
                    <a:pt x="1621997" y="237634"/>
                  </a:lnTo>
                  <a:lnTo>
                    <a:pt x="1621990" y="237629"/>
                  </a:lnTo>
                  <a:lnTo>
                    <a:pt x="1621982" y="237625"/>
                  </a:lnTo>
                  <a:lnTo>
                    <a:pt x="1621964" y="237616"/>
                  </a:lnTo>
                  <a:lnTo>
                    <a:pt x="1621951" y="237612"/>
                  </a:lnTo>
                  <a:lnTo>
                    <a:pt x="1621940" y="237609"/>
                  </a:lnTo>
                  <a:lnTo>
                    <a:pt x="1621934" y="237608"/>
                  </a:lnTo>
                  <a:lnTo>
                    <a:pt x="1621790" y="237611"/>
                  </a:lnTo>
                  <a:lnTo>
                    <a:pt x="1621773" y="237612"/>
                  </a:lnTo>
                  <a:lnTo>
                    <a:pt x="1621838" y="237078"/>
                  </a:lnTo>
                  <a:lnTo>
                    <a:pt x="1632664" y="232325"/>
                  </a:lnTo>
                  <a:lnTo>
                    <a:pt x="1631868" y="220803"/>
                  </a:lnTo>
                  <a:lnTo>
                    <a:pt x="1642470" y="207858"/>
                  </a:lnTo>
                  <a:lnTo>
                    <a:pt x="1642676" y="207607"/>
                  </a:lnTo>
                  <a:lnTo>
                    <a:pt x="1641454" y="205483"/>
                  </a:lnTo>
                  <a:lnTo>
                    <a:pt x="1667448" y="162705"/>
                  </a:lnTo>
                  <a:lnTo>
                    <a:pt x="1667552" y="162535"/>
                  </a:lnTo>
                  <a:lnTo>
                    <a:pt x="1673757" y="165786"/>
                  </a:lnTo>
                  <a:lnTo>
                    <a:pt x="1680608" y="169376"/>
                  </a:lnTo>
                  <a:lnTo>
                    <a:pt x="1683302" y="170252"/>
                  </a:lnTo>
                  <a:lnTo>
                    <a:pt x="1689070" y="172128"/>
                  </a:lnTo>
                  <a:lnTo>
                    <a:pt x="1696872" y="172221"/>
                  </a:lnTo>
                  <a:lnTo>
                    <a:pt x="1702764" y="174755"/>
                  </a:lnTo>
                  <a:lnTo>
                    <a:pt x="1709494" y="177146"/>
                  </a:lnTo>
                  <a:lnTo>
                    <a:pt x="1709519" y="177138"/>
                  </a:lnTo>
                  <a:lnTo>
                    <a:pt x="1709732" y="177060"/>
                  </a:lnTo>
                  <a:lnTo>
                    <a:pt x="1709760" y="177041"/>
                  </a:lnTo>
                  <a:lnTo>
                    <a:pt x="1709769" y="177035"/>
                  </a:lnTo>
                  <a:lnTo>
                    <a:pt x="1709816" y="176940"/>
                  </a:lnTo>
                  <a:lnTo>
                    <a:pt x="1709817" y="176932"/>
                  </a:lnTo>
                  <a:lnTo>
                    <a:pt x="1709813" y="176917"/>
                  </a:lnTo>
                  <a:lnTo>
                    <a:pt x="1709808" y="176913"/>
                  </a:lnTo>
                  <a:lnTo>
                    <a:pt x="1709801" y="176912"/>
                  </a:lnTo>
                  <a:lnTo>
                    <a:pt x="1709797" y="176912"/>
                  </a:lnTo>
                  <a:lnTo>
                    <a:pt x="1709777" y="176917"/>
                  </a:lnTo>
                  <a:lnTo>
                    <a:pt x="1709746" y="176929"/>
                  </a:lnTo>
                  <a:lnTo>
                    <a:pt x="1709727" y="176935"/>
                  </a:lnTo>
                  <a:lnTo>
                    <a:pt x="1709721" y="176936"/>
                  </a:lnTo>
                  <a:lnTo>
                    <a:pt x="1709711" y="176936"/>
                  </a:lnTo>
                  <a:lnTo>
                    <a:pt x="1709664" y="176916"/>
                  </a:lnTo>
                  <a:lnTo>
                    <a:pt x="1709656" y="176909"/>
                  </a:lnTo>
                  <a:lnTo>
                    <a:pt x="1709672" y="176546"/>
                  </a:lnTo>
                  <a:lnTo>
                    <a:pt x="1709677" y="176538"/>
                  </a:lnTo>
                  <a:lnTo>
                    <a:pt x="1709714" y="176489"/>
                  </a:lnTo>
                  <a:lnTo>
                    <a:pt x="1709723" y="176486"/>
                  </a:lnTo>
                  <a:lnTo>
                    <a:pt x="1709740" y="176486"/>
                  </a:lnTo>
                  <a:lnTo>
                    <a:pt x="1709768" y="176489"/>
                  </a:lnTo>
                  <a:lnTo>
                    <a:pt x="1709827" y="176488"/>
                  </a:lnTo>
                  <a:lnTo>
                    <a:pt x="1709856" y="176487"/>
                  </a:lnTo>
                  <a:lnTo>
                    <a:pt x="1709916" y="176485"/>
                  </a:lnTo>
                  <a:lnTo>
                    <a:pt x="1709932" y="176479"/>
                  </a:lnTo>
                  <a:lnTo>
                    <a:pt x="1709967" y="176427"/>
                  </a:lnTo>
                  <a:lnTo>
                    <a:pt x="1709982" y="176396"/>
                  </a:lnTo>
                  <a:lnTo>
                    <a:pt x="1709995" y="176369"/>
                  </a:lnTo>
                  <a:lnTo>
                    <a:pt x="1710017" y="176339"/>
                  </a:lnTo>
                  <a:lnTo>
                    <a:pt x="1710131" y="176239"/>
                  </a:lnTo>
                  <a:lnTo>
                    <a:pt x="1710162" y="176220"/>
                  </a:lnTo>
                  <a:lnTo>
                    <a:pt x="1710197" y="176212"/>
                  </a:lnTo>
                  <a:lnTo>
                    <a:pt x="1710372" y="176146"/>
                  </a:lnTo>
                  <a:lnTo>
                    <a:pt x="1710579" y="176063"/>
                  </a:lnTo>
                  <a:lnTo>
                    <a:pt x="1710601" y="176048"/>
                  </a:lnTo>
                  <a:lnTo>
                    <a:pt x="1710606" y="176029"/>
                  </a:lnTo>
                  <a:lnTo>
                    <a:pt x="1710630" y="176014"/>
                  </a:lnTo>
                  <a:lnTo>
                    <a:pt x="1710630" y="176008"/>
                  </a:lnTo>
                  <a:lnTo>
                    <a:pt x="1710632" y="176000"/>
                  </a:lnTo>
                  <a:lnTo>
                    <a:pt x="1710643" y="175991"/>
                  </a:lnTo>
                  <a:lnTo>
                    <a:pt x="1710802" y="175871"/>
                  </a:lnTo>
                  <a:lnTo>
                    <a:pt x="1710866" y="175822"/>
                  </a:lnTo>
                  <a:lnTo>
                    <a:pt x="1711032" y="175697"/>
                  </a:lnTo>
                  <a:lnTo>
                    <a:pt x="1711074" y="175647"/>
                  </a:lnTo>
                  <a:lnTo>
                    <a:pt x="1711141" y="175503"/>
                  </a:lnTo>
                  <a:lnTo>
                    <a:pt x="1711074" y="175330"/>
                  </a:lnTo>
                  <a:lnTo>
                    <a:pt x="1711033" y="175242"/>
                  </a:lnTo>
                  <a:lnTo>
                    <a:pt x="1711012" y="175232"/>
                  </a:lnTo>
                  <a:lnTo>
                    <a:pt x="1710989" y="175221"/>
                  </a:lnTo>
                  <a:lnTo>
                    <a:pt x="1710979" y="175214"/>
                  </a:lnTo>
                  <a:lnTo>
                    <a:pt x="1710971" y="175205"/>
                  </a:lnTo>
                  <a:lnTo>
                    <a:pt x="1710966" y="175196"/>
                  </a:lnTo>
                  <a:lnTo>
                    <a:pt x="1710963" y="175189"/>
                  </a:lnTo>
                  <a:lnTo>
                    <a:pt x="1710961" y="175179"/>
                  </a:lnTo>
                  <a:lnTo>
                    <a:pt x="1710961" y="175167"/>
                  </a:lnTo>
                  <a:lnTo>
                    <a:pt x="1710964" y="175157"/>
                  </a:lnTo>
                  <a:lnTo>
                    <a:pt x="1710971" y="175149"/>
                  </a:lnTo>
                  <a:lnTo>
                    <a:pt x="1711019" y="175101"/>
                  </a:lnTo>
                  <a:lnTo>
                    <a:pt x="1711039" y="175086"/>
                  </a:lnTo>
                  <a:lnTo>
                    <a:pt x="1711066" y="175069"/>
                  </a:lnTo>
                  <a:lnTo>
                    <a:pt x="1711086" y="175056"/>
                  </a:lnTo>
                  <a:lnTo>
                    <a:pt x="1711107" y="175046"/>
                  </a:lnTo>
                  <a:lnTo>
                    <a:pt x="1711206" y="175008"/>
                  </a:lnTo>
                  <a:lnTo>
                    <a:pt x="1711256" y="174994"/>
                  </a:lnTo>
                  <a:lnTo>
                    <a:pt x="1711283" y="174988"/>
                  </a:lnTo>
                  <a:lnTo>
                    <a:pt x="1711319" y="174978"/>
                  </a:lnTo>
                  <a:lnTo>
                    <a:pt x="1711352" y="174968"/>
                  </a:lnTo>
                  <a:lnTo>
                    <a:pt x="1711394" y="174950"/>
                  </a:lnTo>
                  <a:lnTo>
                    <a:pt x="1711454" y="174919"/>
                  </a:lnTo>
                  <a:lnTo>
                    <a:pt x="1711622" y="174819"/>
                  </a:lnTo>
                  <a:lnTo>
                    <a:pt x="1711656" y="174799"/>
                  </a:lnTo>
                  <a:lnTo>
                    <a:pt x="1711678" y="174780"/>
                  </a:lnTo>
                  <a:lnTo>
                    <a:pt x="1711693" y="174763"/>
                  </a:lnTo>
                  <a:lnTo>
                    <a:pt x="1711705" y="174748"/>
                  </a:lnTo>
                  <a:lnTo>
                    <a:pt x="1711712" y="174730"/>
                  </a:lnTo>
                  <a:lnTo>
                    <a:pt x="1711725" y="174654"/>
                  </a:lnTo>
                  <a:lnTo>
                    <a:pt x="1711727" y="174615"/>
                  </a:lnTo>
                  <a:lnTo>
                    <a:pt x="1711723" y="174597"/>
                  </a:lnTo>
                  <a:lnTo>
                    <a:pt x="1711690" y="174480"/>
                  </a:lnTo>
                  <a:lnTo>
                    <a:pt x="1711568" y="174478"/>
                  </a:lnTo>
                  <a:lnTo>
                    <a:pt x="1711556" y="174474"/>
                  </a:lnTo>
                  <a:lnTo>
                    <a:pt x="1711544" y="174466"/>
                  </a:lnTo>
                  <a:lnTo>
                    <a:pt x="1711536" y="174455"/>
                  </a:lnTo>
                  <a:lnTo>
                    <a:pt x="1711529" y="174441"/>
                  </a:lnTo>
                  <a:lnTo>
                    <a:pt x="1711531" y="174429"/>
                  </a:lnTo>
                  <a:lnTo>
                    <a:pt x="1711535" y="174416"/>
                  </a:lnTo>
                  <a:lnTo>
                    <a:pt x="1711617" y="174246"/>
                  </a:lnTo>
                  <a:lnTo>
                    <a:pt x="1711682" y="173946"/>
                  </a:lnTo>
                  <a:lnTo>
                    <a:pt x="1711686" y="173940"/>
                  </a:lnTo>
                  <a:lnTo>
                    <a:pt x="1711693" y="173936"/>
                  </a:lnTo>
                  <a:lnTo>
                    <a:pt x="1711708" y="173930"/>
                  </a:lnTo>
                  <a:lnTo>
                    <a:pt x="1711936" y="173849"/>
                  </a:lnTo>
                  <a:lnTo>
                    <a:pt x="1712303" y="173732"/>
                  </a:lnTo>
                  <a:lnTo>
                    <a:pt x="1712321" y="173728"/>
                  </a:lnTo>
                  <a:lnTo>
                    <a:pt x="1712341" y="173723"/>
                  </a:lnTo>
                  <a:lnTo>
                    <a:pt x="1712359" y="173721"/>
                  </a:lnTo>
                  <a:lnTo>
                    <a:pt x="1712370" y="173721"/>
                  </a:lnTo>
                  <a:lnTo>
                    <a:pt x="1712385" y="173723"/>
                  </a:lnTo>
                  <a:lnTo>
                    <a:pt x="1712405" y="173726"/>
                  </a:lnTo>
                  <a:lnTo>
                    <a:pt x="1712421" y="173731"/>
                  </a:lnTo>
                  <a:lnTo>
                    <a:pt x="1712439" y="173738"/>
                  </a:lnTo>
                  <a:lnTo>
                    <a:pt x="1712445" y="173747"/>
                  </a:lnTo>
                  <a:lnTo>
                    <a:pt x="1712452" y="173760"/>
                  </a:lnTo>
                  <a:lnTo>
                    <a:pt x="1712453" y="173770"/>
                  </a:lnTo>
                  <a:lnTo>
                    <a:pt x="1712453" y="173776"/>
                  </a:lnTo>
                  <a:lnTo>
                    <a:pt x="1712451" y="173784"/>
                  </a:lnTo>
                  <a:lnTo>
                    <a:pt x="1712451" y="173794"/>
                  </a:lnTo>
                  <a:lnTo>
                    <a:pt x="1712451" y="173804"/>
                  </a:lnTo>
                  <a:lnTo>
                    <a:pt x="1712451" y="173813"/>
                  </a:lnTo>
                  <a:lnTo>
                    <a:pt x="1712455" y="173821"/>
                  </a:lnTo>
                  <a:lnTo>
                    <a:pt x="1712460" y="173828"/>
                  </a:lnTo>
                  <a:lnTo>
                    <a:pt x="1712470" y="173835"/>
                  </a:lnTo>
                  <a:lnTo>
                    <a:pt x="1712483" y="173841"/>
                  </a:lnTo>
                  <a:lnTo>
                    <a:pt x="1712497" y="173844"/>
                  </a:lnTo>
                  <a:lnTo>
                    <a:pt x="1712518" y="173845"/>
                  </a:lnTo>
                  <a:lnTo>
                    <a:pt x="1712542" y="173840"/>
                  </a:lnTo>
                  <a:lnTo>
                    <a:pt x="1712742" y="173779"/>
                  </a:lnTo>
                  <a:lnTo>
                    <a:pt x="1712750" y="173761"/>
                  </a:lnTo>
                  <a:lnTo>
                    <a:pt x="1712760" y="173744"/>
                  </a:lnTo>
                  <a:lnTo>
                    <a:pt x="1712788" y="173723"/>
                  </a:lnTo>
                  <a:lnTo>
                    <a:pt x="1712805" y="173715"/>
                  </a:lnTo>
                  <a:lnTo>
                    <a:pt x="1712831" y="173713"/>
                  </a:lnTo>
                  <a:lnTo>
                    <a:pt x="1712851" y="173715"/>
                  </a:lnTo>
                  <a:lnTo>
                    <a:pt x="1712870" y="173720"/>
                  </a:lnTo>
                  <a:lnTo>
                    <a:pt x="1712886" y="173729"/>
                  </a:lnTo>
                  <a:lnTo>
                    <a:pt x="1712899" y="173742"/>
                  </a:lnTo>
                  <a:lnTo>
                    <a:pt x="1712902" y="173745"/>
                  </a:lnTo>
                  <a:lnTo>
                    <a:pt x="1712904" y="173753"/>
                  </a:lnTo>
                  <a:lnTo>
                    <a:pt x="1712904" y="173760"/>
                  </a:lnTo>
                  <a:lnTo>
                    <a:pt x="1712908" y="173768"/>
                  </a:lnTo>
                  <a:lnTo>
                    <a:pt x="1712911" y="173772"/>
                  </a:lnTo>
                  <a:lnTo>
                    <a:pt x="1712918" y="173775"/>
                  </a:lnTo>
                  <a:lnTo>
                    <a:pt x="1713004" y="173724"/>
                  </a:lnTo>
                  <a:lnTo>
                    <a:pt x="1713016" y="173716"/>
                  </a:lnTo>
                  <a:lnTo>
                    <a:pt x="1713030" y="173713"/>
                  </a:lnTo>
                  <a:lnTo>
                    <a:pt x="1713035" y="173712"/>
                  </a:lnTo>
                  <a:lnTo>
                    <a:pt x="1713047" y="173712"/>
                  </a:lnTo>
                  <a:lnTo>
                    <a:pt x="1713061" y="173714"/>
                  </a:lnTo>
                  <a:lnTo>
                    <a:pt x="1713076" y="173716"/>
                  </a:lnTo>
                  <a:lnTo>
                    <a:pt x="1713234" y="173781"/>
                  </a:lnTo>
                  <a:lnTo>
                    <a:pt x="1713246" y="173790"/>
                  </a:lnTo>
                  <a:lnTo>
                    <a:pt x="1713263" y="173802"/>
                  </a:lnTo>
                  <a:lnTo>
                    <a:pt x="1713270" y="173808"/>
                  </a:lnTo>
                  <a:lnTo>
                    <a:pt x="1713286" y="173854"/>
                  </a:lnTo>
                  <a:lnTo>
                    <a:pt x="1713290" y="173858"/>
                  </a:lnTo>
                  <a:lnTo>
                    <a:pt x="1713311" y="173879"/>
                  </a:lnTo>
                  <a:lnTo>
                    <a:pt x="1713352" y="173887"/>
                  </a:lnTo>
                  <a:lnTo>
                    <a:pt x="1713362" y="173889"/>
                  </a:lnTo>
                  <a:lnTo>
                    <a:pt x="1713662" y="173818"/>
                  </a:lnTo>
                  <a:lnTo>
                    <a:pt x="1713685" y="173812"/>
                  </a:lnTo>
                  <a:lnTo>
                    <a:pt x="1713732" y="173801"/>
                  </a:lnTo>
                  <a:lnTo>
                    <a:pt x="1713741" y="173783"/>
                  </a:lnTo>
                  <a:lnTo>
                    <a:pt x="1713754" y="173761"/>
                  </a:lnTo>
                  <a:lnTo>
                    <a:pt x="1713754" y="173703"/>
                  </a:lnTo>
                  <a:lnTo>
                    <a:pt x="1713748" y="173659"/>
                  </a:lnTo>
                  <a:lnTo>
                    <a:pt x="1713750" y="173653"/>
                  </a:lnTo>
                  <a:lnTo>
                    <a:pt x="1713762" y="173641"/>
                  </a:lnTo>
                  <a:lnTo>
                    <a:pt x="1713785" y="173630"/>
                  </a:lnTo>
                  <a:lnTo>
                    <a:pt x="1713911" y="173580"/>
                  </a:lnTo>
                  <a:lnTo>
                    <a:pt x="1713950" y="173580"/>
                  </a:lnTo>
                  <a:lnTo>
                    <a:pt x="1714248" y="173581"/>
                  </a:lnTo>
                  <a:lnTo>
                    <a:pt x="1714270" y="173590"/>
                  </a:lnTo>
                  <a:lnTo>
                    <a:pt x="1714363" y="173628"/>
                  </a:lnTo>
                  <a:lnTo>
                    <a:pt x="1714369" y="173630"/>
                  </a:lnTo>
                  <a:lnTo>
                    <a:pt x="1714604" y="173685"/>
                  </a:lnTo>
                  <a:lnTo>
                    <a:pt x="1714792" y="173716"/>
                  </a:lnTo>
                  <a:lnTo>
                    <a:pt x="1714959" y="173649"/>
                  </a:lnTo>
                  <a:lnTo>
                    <a:pt x="1714968" y="173645"/>
                  </a:lnTo>
                  <a:lnTo>
                    <a:pt x="1715033" y="173609"/>
                  </a:lnTo>
                  <a:lnTo>
                    <a:pt x="1715037" y="173597"/>
                  </a:lnTo>
                  <a:lnTo>
                    <a:pt x="1715054" y="173550"/>
                  </a:lnTo>
                  <a:lnTo>
                    <a:pt x="1715018" y="173371"/>
                  </a:lnTo>
                  <a:lnTo>
                    <a:pt x="1715002" y="173291"/>
                  </a:lnTo>
                  <a:lnTo>
                    <a:pt x="1715055" y="173165"/>
                  </a:lnTo>
                  <a:lnTo>
                    <a:pt x="1715074" y="173147"/>
                  </a:lnTo>
                  <a:lnTo>
                    <a:pt x="1715103" y="173130"/>
                  </a:lnTo>
                  <a:lnTo>
                    <a:pt x="1715137" y="173112"/>
                  </a:lnTo>
                  <a:lnTo>
                    <a:pt x="1715158" y="173105"/>
                  </a:lnTo>
                  <a:lnTo>
                    <a:pt x="1715420" y="173033"/>
                  </a:lnTo>
                  <a:lnTo>
                    <a:pt x="1715440" y="173032"/>
                  </a:lnTo>
                  <a:lnTo>
                    <a:pt x="1715464" y="173036"/>
                  </a:lnTo>
                  <a:lnTo>
                    <a:pt x="1715492" y="173050"/>
                  </a:lnTo>
                  <a:lnTo>
                    <a:pt x="1715506" y="173059"/>
                  </a:lnTo>
                  <a:lnTo>
                    <a:pt x="1715521" y="173069"/>
                  </a:lnTo>
                  <a:lnTo>
                    <a:pt x="1715554" y="173081"/>
                  </a:lnTo>
                  <a:lnTo>
                    <a:pt x="1715589" y="173090"/>
                  </a:lnTo>
                  <a:lnTo>
                    <a:pt x="1715624" y="173093"/>
                  </a:lnTo>
                  <a:lnTo>
                    <a:pt x="1715652" y="173092"/>
                  </a:lnTo>
                  <a:lnTo>
                    <a:pt x="1715677" y="173091"/>
                  </a:lnTo>
                  <a:lnTo>
                    <a:pt x="1715834" y="173072"/>
                  </a:lnTo>
                  <a:lnTo>
                    <a:pt x="1715845" y="173069"/>
                  </a:lnTo>
                  <a:lnTo>
                    <a:pt x="1715864" y="173061"/>
                  </a:lnTo>
                  <a:lnTo>
                    <a:pt x="1715885" y="173049"/>
                  </a:lnTo>
                  <a:lnTo>
                    <a:pt x="1716017" y="172949"/>
                  </a:lnTo>
                  <a:lnTo>
                    <a:pt x="1716029" y="172939"/>
                  </a:lnTo>
                  <a:lnTo>
                    <a:pt x="1716040" y="172925"/>
                  </a:lnTo>
                  <a:lnTo>
                    <a:pt x="1716085" y="172856"/>
                  </a:lnTo>
                  <a:lnTo>
                    <a:pt x="1716086" y="172848"/>
                  </a:lnTo>
                  <a:lnTo>
                    <a:pt x="1716085" y="172839"/>
                  </a:lnTo>
                  <a:lnTo>
                    <a:pt x="1716075" y="172831"/>
                  </a:lnTo>
                  <a:lnTo>
                    <a:pt x="1716050" y="172820"/>
                  </a:lnTo>
                  <a:lnTo>
                    <a:pt x="1716041" y="172809"/>
                  </a:lnTo>
                  <a:lnTo>
                    <a:pt x="1716037" y="172796"/>
                  </a:lnTo>
                  <a:lnTo>
                    <a:pt x="1716074" y="172686"/>
                  </a:lnTo>
                  <a:lnTo>
                    <a:pt x="1716086" y="172662"/>
                  </a:lnTo>
                  <a:lnTo>
                    <a:pt x="1716096" y="172654"/>
                  </a:lnTo>
                  <a:lnTo>
                    <a:pt x="1716385" y="172574"/>
                  </a:lnTo>
                  <a:lnTo>
                    <a:pt x="1716413" y="172570"/>
                  </a:lnTo>
                  <a:lnTo>
                    <a:pt x="1716667" y="172560"/>
                  </a:lnTo>
                  <a:lnTo>
                    <a:pt x="1716702" y="172559"/>
                  </a:lnTo>
                  <a:lnTo>
                    <a:pt x="1716757" y="172564"/>
                  </a:lnTo>
                  <a:lnTo>
                    <a:pt x="1716786" y="172567"/>
                  </a:lnTo>
                  <a:lnTo>
                    <a:pt x="1716827" y="172580"/>
                  </a:lnTo>
                  <a:lnTo>
                    <a:pt x="1716859" y="172592"/>
                  </a:lnTo>
                  <a:lnTo>
                    <a:pt x="1716887" y="172612"/>
                  </a:lnTo>
                  <a:lnTo>
                    <a:pt x="1716900" y="172629"/>
                  </a:lnTo>
                  <a:lnTo>
                    <a:pt x="1716904" y="172641"/>
                  </a:lnTo>
                  <a:lnTo>
                    <a:pt x="1716906" y="172652"/>
                  </a:lnTo>
                  <a:lnTo>
                    <a:pt x="1716899" y="172668"/>
                  </a:lnTo>
                  <a:lnTo>
                    <a:pt x="1716872" y="172684"/>
                  </a:lnTo>
                  <a:lnTo>
                    <a:pt x="1716851" y="172700"/>
                  </a:lnTo>
                  <a:lnTo>
                    <a:pt x="1716829" y="172723"/>
                  </a:lnTo>
                  <a:lnTo>
                    <a:pt x="1716817" y="172749"/>
                  </a:lnTo>
                  <a:lnTo>
                    <a:pt x="1716808" y="172780"/>
                  </a:lnTo>
                  <a:lnTo>
                    <a:pt x="1716807" y="172815"/>
                  </a:lnTo>
                  <a:lnTo>
                    <a:pt x="1716810" y="172843"/>
                  </a:lnTo>
                  <a:lnTo>
                    <a:pt x="1716822" y="172858"/>
                  </a:lnTo>
                  <a:lnTo>
                    <a:pt x="1716950" y="172931"/>
                  </a:lnTo>
                  <a:lnTo>
                    <a:pt x="1716965" y="172936"/>
                  </a:lnTo>
                  <a:lnTo>
                    <a:pt x="1717262" y="172956"/>
                  </a:lnTo>
                  <a:lnTo>
                    <a:pt x="1717540" y="172957"/>
                  </a:lnTo>
                  <a:lnTo>
                    <a:pt x="1717583" y="172946"/>
                  </a:lnTo>
                  <a:lnTo>
                    <a:pt x="1717635" y="172933"/>
                  </a:lnTo>
                  <a:lnTo>
                    <a:pt x="1717698" y="172926"/>
                  </a:lnTo>
                  <a:lnTo>
                    <a:pt x="1717756" y="172925"/>
                  </a:lnTo>
                  <a:lnTo>
                    <a:pt x="1717845" y="172924"/>
                  </a:lnTo>
                  <a:lnTo>
                    <a:pt x="1717907" y="172926"/>
                  </a:lnTo>
                  <a:lnTo>
                    <a:pt x="1717958" y="172937"/>
                  </a:lnTo>
                  <a:lnTo>
                    <a:pt x="1718265" y="172997"/>
                  </a:lnTo>
                  <a:lnTo>
                    <a:pt x="1718708" y="173084"/>
                  </a:lnTo>
                  <a:lnTo>
                    <a:pt x="1718756" y="173085"/>
                  </a:lnTo>
                  <a:lnTo>
                    <a:pt x="1719037" y="173074"/>
                  </a:lnTo>
                  <a:lnTo>
                    <a:pt x="1719062" y="173070"/>
                  </a:lnTo>
                  <a:lnTo>
                    <a:pt x="1719095" y="173057"/>
                  </a:lnTo>
                  <a:lnTo>
                    <a:pt x="1719125" y="173035"/>
                  </a:lnTo>
                  <a:lnTo>
                    <a:pt x="1719192" y="172980"/>
                  </a:lnTo>
                  <a:lnTo>
                    <a:pt x="1719284" y="172901"/>
                  </a:lnTo>
                  <a:lnTo>
                    <a:pt x="1719297" y="172891"/>
                  </a:lnTo>
                  <a:lnTo>
                    <a:pt x="1719318" y="172883"/>
                  </a:lnTo>
                  <a:lnTo>
                    <a:pt x="1719342" y="172880"/>
                  </a:lnTo>
                  <a:lnTo>
                    <a:pt x="1719368" y="172881"/>
                  </a:lnTo>
                  <a:lnTo>
                    <a:pt x="1719402" y="172889"/>
                  </a:lnTo>
                  <a:lnTo>
                    <a:pt x="1719981" y="172800"/>
                  </a:lnTo>
                  <a:lnTo>
                    <a:pt x="1720117" y="172698"/>
                  </a:lnTo>
                  <a:lnTo>
                    <a:pt x="1720239" y="172376"/>
                  </a:lnTo>
                  <a:lnTo>
                    <a:pt x="1720269" y="172338"/>
                  </a:lnTo>
                  <a:lnTo>
                    <a:pt x="1720451" y="172106"/>
                  </a:lnTo>
                  <a:lnTo>
                    <a:pt x="1720647" y="171944"/>
                  </a:lnTo>
                  <a:lnTo>
                    <a:pt x="1720760" y="171850"/>
                  </a:lnTo>
                  <a:lnTo>
                    <a:pt x="1720844" y="171704"/>
                  </a:lnTo>
                  <a:lnTo>
                    <a:pt x="1720844" y="171456"/>
                  </a:lnTo>
                  <a:lnTo>
                    <a:pt x="1720863" y="171346"/>
                  </a:lnTo>
                  <a:lnTo>
                    <a:pt x="1720869" y="171341"/>
                  </a:lnTo>
                  <a:lnTo>
                    <a:pt x="1720966" y="171258"/>
                  </a:lnTo>
                  <a:lnTo>
                    <a:pt x="1721185" y="171207"/>
                  </a:lnTo>
                  <a:lnTo>
                    <a:pt x="1721301" y="171149"/>
                  </a:lnTo>
                  <a:lnTo>
                    <a:pt x="1721378" y="171002"/>
                  </a:lnTo>
                  <a:lnTo>
                    <a:pt x="1721400" y="170897"/>
                  </a:lnTo>
                  <a:lnTo>
                    <a:pt x="1721443" y="170696"/>
                  </a:lnTo>
                  <a:lnTo>
                    <a:pt x="1721501" y="170464"/>
                  </a:lnTo>
                  <a:lnTo>
                    <a:pt x="1721507" y="170440"/>
                  </a:lnTo>
                  <a:lnTo>
                    <a:pt x="1721597" y="170403"/>
                  </a:lnTo>
                  <a:lnTo>
                    <a:pt x="1722125" y="170637"/>
                  </a:lnTo>
                  <a:lnTo>
                    <a:pt x="1722204" y="170675"/>
                  </a:lnTo>
                  <a:lnTo>
                    <a:pt x="1722423" y="170778"/>
                  </a:lnTo>
                  <a:lnTo>
                    <a:pt x="1722774" y="170944"/>
                  </a:lnTo>
                  <a:lnTo>
                    <a:pt x="1722792" y="170952"/>
                  </a:lnTo>
                  <a:lnTo>
                    <a:pt x="1722810" y="170958"/>
                  </a:lnTo>
                  <a:lnTo>
                    <a:pt x="1722829" y="170960"/>
                  </a:lnTo>
                  <a:lnTo>
                    <a:pt x="1722842" y="170959"/>
                  </a:lnTo>
                  <a:lnTo>
                    <a:pt x="1722869" y="170971"/>
                  </a:lnTo>
                  <a:lnTo>
                    <a:pt x="1723183" y="170974"/>
                  </a:lnTo>
                  <a:lnTo>
                    <a:pt x="1723276" y="170963"/>
                  </a:lnTo>
                  <a:lnTo>
                    <a:pt x="1723403" y="170920"/>
                  </a:lnTo>
                  <a:lnTo>
                    <a:pt x="1723425" y="170919"/>
                  </a:lnTo>
                  <a:lnTo>
                    <a:pt x="1723453" y="170914"/>
                  </a:lnTo>
                  <a:lnTo>
                    <a:pt x="1723477" y="170905"/>
                  </a:lnTo>
                  <a:lnTo>
                    <a:pt x="1723491" y="170893"/>
                  </a:lnTo>
                  <a:lnTo>
                    <a:pt x="1723501" y="170880"/>
                  </a:lnTo>
                  <a:lnTo>
                    <a:pt x="1723504" y="170863"/>
                  </a:lnTo>
                  <a:lnTo>
                    <a:pt x="1723501" y="170845"/>
                  </a:lnTo>
                  <a:lnTo>
                    <a:pt x="1723492" y="170830"/>
                  </a:lnTo>
                  <a:lnTo>
                    <a:pt x="1723481" y="170817"/>
                  </a:lnTo>
                  <a:lnTo>
                    <a:pt x="1723452" y="170796"/>
                  </a:lnTo>
                  <a:lnTo>
                    <a:pt x="1723427" y="170778"/>
                  </a:lnTo>
                  <a:lnTo>
                    <a:pt x="1723401" y="170758"/>
                  </a:lnTo>
                  <a:lnTo>
                    <a:pt x="1723381" y="170739"/>
                  </a:lnTo>
                  <a:lnTo>
                    <a:pt x="1723363" y="170720"/>
                  </a:lnTo>
                  <a:lnTo>
                    <a:pt x="1723356" y="170709"/>
                  </a:lnTo>
                  <a:lnTo>
                    <a:pt x="1723350" y="170693"/>
                  </a:lnTo>
                  <a:lnTo>
                    <a:pt x="1723348" y="170673"/>
                  </a:lnTo>
                  <a:lnTo>
                    <a:pt x="1723353" y="170643"/>
                  </a:lnTo>
                  <a:lnTo>
                    <a:pt x="1723376" y="170589"/>
                  </a:lnTo>
                  <a:lnTo>
                    <a:pt x="1723427" y="170493"/>
                  </a:lnTo>
                  <a:lnTo>
                    <a:pt x="1723446" y="170478"/>
                  </a:lnTo>
                  <a:lnTo>
                    <a:pt x="1723482" y="170455"/>
                  </a:lnTo>
                  <a:lnTo>
                    <a:pt x="1723522" y="170436"/>
                  </a:lnTo>
                  <a:lnTo>
                    <a:pt x="1723572" y="170421"/>
                  </a:lnTo>
                  <a:lnTo>
                    <a:pt x="1723628" y="170403"/>
                  </a:lnTo>
                  <a:lnTo>
                    <a:pt x="1723678" y="170382"/>
                  </a:lnTo>
                  <a:lnTo>
                    <a:pt x="1723716" y="170365"/>
                  </a:lnTo>
                  <a:lnTo>
                    <a:pt x="1723750" y="170342"/>
                  </a:lnTo>
                  <a:lnTo>
                    <a:pt x="1723772" y="170325"/>
                  </a:lnTo>
                  <a:lnTo>
                    <a:pt x="1723788" y="170304"/>
                  </a:lnTo>
                  <a:lnTo>
                    <a:pt x="1723799" y="170285"/>
                  </a:lnTo>
                  <a:lnTo>
                    <a:pt x="1723812" y="170241"/>
                  </a:lnTo>
                  <a:lnTo>
                    <a:pt x="1723821" y="170188"/>
                  </a:lnTo>
                  <a:lnTo>
                    <a:pt x="1723822" y="170141"/>
                  </a:lnTo>
                  <a:lnTo>
                    <a:pt x="1723816" y="170115"/>
                  </a:lnTo>
                  <a:lnTo>
                    <a:pt x="1723798" y="170079"/>
                  </a:lnTo>
                  <a:lnTo>
                    <a:pt x="1723768" y="170041"/>
                  </a:lnTo>
                  <a:lnTo>
                    <a:pt x="1723737" y="170012"/>
                  </a:lnTo>
                  <a:lnTo>
                    <a:pt x="1723721" y="169991"/>
                  </a:lnTo>
                  <a:lnTo>
                    <a:pt x="1723712" y="169967"/>
                  </a:lnTo>
                  <a:lnTo>
                    <a:pt x="1723710" y="169939"/>
                  </a:lnTo>
                  <a:lnTo>
                    <a:pt x="1723721" y="169925"/>
                  </a:lnTo>
                  <a:lnTo>
                    <a:pt x="1723929" y="169754"/>
                  </a:lnTo>
                  <a:lnTo>
                    <a:pt x="1723948" y="169749"/>
                  </a:lnTo>
                  <a:lnTo>
                    <a:pt x="1723971" y="169752"/>
                  </a:lnTo>
                  <a:lnTo>
                    <a:pt x="1724011" y="169773"/>
                  </a:lnTo>
                  <a:lnTo>
                    <a:pt x="1724057" y="169807"/>
                  </a:lnTo>
                  <a:lnTo>
                    <a:pt x="1724114" y="169855"/>
                  </a:lnTo>
                  <a:lnTo>
                    <a:pt x="1724148" y="169897"/>
                  </a:lnTo>
                  <a:lnTo>
                    <a:pt x="1724159" y="169922"/>
                  </a:lnTo>
                  <a:lnTo>
                    <a:pt x="1724163" y="169949"/>
                  </a:lnTo>
                  <a:lnTo>
                    <a:pt x="1724157" y="169975"/>
                  </a:lnTo>
                  <a:lnTo>
                    <a:pt x="1724130" y="170009"/>
                  </a:lnTo>
                  <a:lnTo>
                    <a:pt x="1724120" y="170029"/>
                  </a:lnTo>
                  <a:lnTo>
                    <a:pt x="1724120" y="170039"/>
                  </a:lnTo>
                  <a:lnTo>
                    <a:pt x="1724125" y="170051"/>
                  </a:lnTo>
                  <a:lnTo>
                    <a:pt x="1724138" y="170064"/>
                  </a:lnTo>
                  <a:lnTo>
                    <a:pt x="1724155" y="170071"/>
                  </a:lnTo>
                  <a:lnTo>
                    <a:pt x="1724183" y="170071"/>
                  </a:lnTo>
                  <a:lnTo>
                    <a:pt x="1724216" y="170062"/>
                  </a:lnTo>
                  <a:lnTo>
                    <a:pt x="1724252" y="170043"/>
                  </a:lnTo>
                  <a:lnTo>
                    <a:pt x="1724273" y="170023"/>
                  </a:lnTo>
                  <a:lnTo>
                    <a:pt x="1724283" y="169994"/>
                  </a:lnTo>
                  <a:lnTo>
                    <a:pt x="1724299" y="169936"/>
                  </a:lnTo>
                  <a:lnTo>
                    <a:pt x="1724311" y="169908"/>
                  </a:lnTo>
                  <a:lnTo>
                    <a:pt x="1724332" y="169883"/>
                  </a:lnTo>
                  <a:lnTo>
                    <a:pt x="1724359" y="169861"/>
                  </a:lnTo>
                  <a:lnTo>
                    <a:pt x="1724404" y="169842"/>
                  </a:lnTo>
                  <a:lnTo>
                    <a:pt x="1724439" y="169829"/>
                  </a:lnTo>
                  <a:lnTo>
                    <a:pt x="1724496" y="169817"/>
                  </a:lnTo>
                  <a:lnTo>
                    <a:pt x="1724524" y="169818"/>
                  </a:lnTo>
                  <a:lnTo>
                    <a:pt x="1724560" y="169824"/>
                  </a:lnTo>
                  <a:lnTo>
                    <a:pt x="1724580" y="169834"/>
                  </a:lnTo>
                  <a:lnTo>
                    <a:pt x="1724608" y="169863"/>
                  </a:lnTo>
                  <a:lnTo>
                    <a:pt x="1724636" y="169893"/>
                  </a:lnTo>
                  <a:lnTo>
                    <a:pt x="1724656" y="169902"/>
                  </a:lnTo>
                  <a:lnTo>
                    <a:pt x="1724690" y="169903"/>
                  </a:lnTo>
                  <a:lnTo>
                    <a:pt x="1724729" y="169896"/>
                  </a:lnTo>
                  <a:lnTo>
                    <a:pt x="1724757" y="169882"/>
                  </a:lnTo>
                  <a:lnTo>
                    <a:pt x="1724777" y="169864"/>
                  </a:lnTo>
                  <a:lnTo>
                    <a:pt x="1724988" y="169622"/>
                  </a:lnTo>
                  <a:lnTo>
                    <a:pt x="1725008" y="169595"/>
                  </a:lnTo>
                  <a:lnTo>
                    <a:pt x="1725012" y="169565"/>
                  </a:lnTo>
                  <a:lnTo>
                    <a:pt x="1724997" y="169517"/>
                  </a:lnTo>
                  <a:lnTo>
                    <a:pt x="1724984" y="169461"/>
                  </a:lnTo>
                  <a:lnTo>
                    <a:pt x="1724974" y="169418"/>
                  </a:lnTo>
                  <a:lnTo>
                    <a:pt x="1724975" y="169382"/>
                  </a:lnTo>
                  <a:lnTo>
                    <a:pt x="1724984" y="169334"/>
                  </a:lnTo>
                  <a:lnTo>
                    <a:pt x="1724999" y="169285"/>
                  </a:lnTo>
                  <a:lnTo>
                    <a:pt x="1725032" y="169226"/>
                  </a:lnTo>
                  <a:lnTo>
                    <a:pt x="1725069" y="169175"/>
                  </a:lnTo>
                  <a:lnTo>
                    <a:pt x="1725098" y="169149"/>
                  </a:lnTo>
                  <a:lnTo>
                    <a:pt x="1725132" y="169128"/>
                  </a:lnTo>
                  <a:lnTo>
                    <a:pt x="1725165" y="169114"/>
                  </a:lnTo>
                  <a:lnTo>
                    <a:pt x="1725207" y="169101"/>
                  </a:lnTo>
                  <a:lnTo>
                    <a:pt x="1725233" y="168972"/>
                  </a:lnTo>
                  <a:lnTo>
                    <a:pt x="1725184" y="168958"/>
                  </a:lnTo>
                  <a:lnTo>
                    <a:pt x="1725148" y="168947"/>
                  </a:lnTo>
                  <a:lnTo>
                    <a:pt x="1725124" y="168933"/>
                  </a:lnTo>
                  <a:lnTo>
                    <a:pt x="1725100" y="168913"/>
                  </a:lnTo>
                  <a:lnTo>
                    <a:pt x="1724988" y="168731"/>
                  </a:lnTo>
                  <a:lnTo>
                    <a:pt x="1724983" y="168707"/>
                  </a:lnTo>
                  <a:lnTo>
                    <a:pt x="1724985" y="168679"/>
                  </a:lnTo>
                  <a:lnTo>
                    <a:pt x="1725003" y="168644"/>
                  </a:lnTo>
                  <a:lnTo>
                    <a:pt x="1725025" y="168623"/>
                  </a:lnTo>
                  <a:lnTo>
                    <a:pt x="1725274" y="168418"/>
                  </a:lnTo>
                  <a:lnTo>
                    <a:pt x="1725291" y="168408"/>
                  </a:lnTo>
                  <a:lnTo>
                    <a:pt x="1725307" y="168401"/>
                  </a:lnTo>
                  <a:lnTo>
                    <a:pt x="1725323" y="168400"/>
                  </a:lnTo>
                  <a:lnTo>
                    <a:pt x="1725356" y="168402"/>
                  </a:lnTo>
                  <a:lnTo>
                    <a:pt x="1725379" y="168407"/>
                  </a:lnTo>
                  <a:lnTo>
                    <a:pt x="1725413" y="168423"/>
                  </a:lnTo>
                  <a:lnTo>
                    <a:pt x="1725458" y="168447"/>
                  </a:lnTo>
                  <a:lnTo>
                    <a:pt x="1725497" y="168468"/>
                  </a:lnTo>
                  <a:lnTo>
                    <a:pt x="1725530" y="168485"/>
                  </a:lnTo>
                  <a:lnTo>
                    <a:pt x="1725567" y="168496"/>
                  </a:lnTo>
                  <a:lnTo>
                    <a:pt x="1725635" y="168503"/>
                  </a:lnTo>
                  <a:lnTo>
                    <a:pt x="1725687" y="168502"/>
                  </a:lnTo>
                  <a:lnTo>
                    <a:pt x="1725714" y="168496"/>
                  </a:lnTo>
                  <a:lnTo>
                    <a:pt x="1725752" y="168482"/>
                  </a:lnTo>
                  <a:lnTo>
                    <a:pt x="1725786" y="168461"/>
                  </a:lnTo>
                  <a:lnTo>
                    <a:pt x="1725804" y="168436"/>
                  </a:lnTo>
                  <a:lnTo>
                    <a:pt x="1725811" y="168394"/>
                  </a:lnTo>
                  <a:lnTo>
                    <a:pt x="1725815" y="168330"/>
                  </a:lnTo>
                  <a:lnTo>
                    <a:pt x="1725813" y="168297"/>
                  </a:lnTo>
                  <a:lnTo>
                    <a:pt x="1725803" y="168263"/>
                  </a:lnTo>
                  <a:lnTo>
                    <a:pt x="1725796" y="168216"/>
                  </a:lnTo>
                  <a:lnTo>
                    <a:pt x="1725796" y="168173"/>
                  </a:lnTo>
                  <a:lnTo>
                    <a:pt x="1725801" y="168150"/>
                  </a:lnTo>
                  <a:lnTo>
                    <a:pt x="1725867" y="168011"/>
                  </a:lnTo>
                  <a:lnTo>
                    <a:pt x="1725876" y="167991"/>
                  </a:lnTo>
                  <a:lnTo>
                    <a:pt x="1725896" y="167971"/>
                  </a:lnTo>
                  <a:lnTo>
                    <a:pt x="1725913" y="167958"/>
                  </a:lnTo>
                  <a:lnTo>
                    <a:pt x="1725933" y="167952"/>
                  </a:lnTo>
                  <a:lnTo>
                    <a:pt x="1725962" y="167943"/>
                  </a:lnTo>
                  <a:lnTo>
                    <a:pt x="1725995" y="167937"/>
                  </a:lnTo>
                  <a:lnTo>
                    <a:pt x="1726015" y="167931"/>
                  </a:lnTo>
                  <a:lnTo>
                    <a:pt x="1726160" y="167790"/>
                  </a:lnTo>
                  <a:lnTo>
                    <a:pt x="1726169" y="167763"/>
                  </a:lnTo>
                  <a:lnTo>
                    <a:pt x="1726170" y="167724"/>
                  </a:lnTo>
                  <a:lnTo>
                    <a:pt x="1726160" y="167695"/>
                  </a:lnTo>
                  <a:lnTo>
                    <a:pt x="1726136" y="167672"/>
                  </a:lnTo>
                  <a:lnTo>
                    <a:pt x="1726096" y="167658"/>
                  </a:lnTo>
                  <a:lnTo>
                    <a:pt x="1726055" y="167651"/>
                  </a:lnTo>
                  <a:lnTo>
                    <a:pt x="1726015" y="167651"/>
                  </a:lnTo>
                  <a:lnTo>
                    <a:pt x="1725960" y="167641"/>
                  </a:lnTo>
                  <a:lnTo>
                    <a:pt x="1725927" y="167628"/>
                  </a:lnTo>
                  <a:lnTo>
                    <a:pt x="1725896" y="167599"/>
                  </a:lnTo>
                  <a:lnTo>
                    <a:pt x="1725884" y="167571"/>
                  </a:lnTo>
                  <a:lnTo>
                    <a:pt x="1725886" y="167548"/>
                  </a:lnTo>
                  <a:lnTo>
                    <a:pt x="1725899" y="167531"/>
                  </a:lnTo>
                  <a:lnTo>
                    <a:pt x="1725931" y="167517"/>
                  </a:lnTo>
                  <a:lnTo>
                    <a:pt x="1725978" y="167507"/>
                  </a:lnTo>
                  <a:lnTo>
                    <a:pt x="1726155" y="167487"/>
                  </a:lnTo>
                  <a:lnTo>
                    <a:pt x="1726216" y="167480"/>
                  </a:lnTo>
                  <a:lnTo>
                    <a:pt x="1726269" y="167481"/>
                  </a:lnTo>
                  <a:lnTo>
                    <a:pt x="1726321" y="167489"/>
                  </a:lnTo>
                  <a:lnTo>
                    <a:pt x="1726389" y="167508"/>
                  </a:lnTo>
                  <a:lnTo>
                    <a:pt x="1726432" y="167535"/>
                  </a:lnTo>
                  <a:lnTo>
                    <a:pt x="1726465" y="167575"/>
                  </a:lnTo>
                  <a:lnTo>
                    <a:pt x="1726482" y="167600"/>
                  </a:lnTo>
                  <a:lnTo>
                    <a:pt x="1726508" y="167627"/>
                  </a:lnTo>
                  <a:lnTo>
                    <a:pt x="1726521" y="167637"/>
                  </a:lnTo>
                  <a:lnTo>
                    <a:pt x="1726543" y="167637"/>
                  </a:lnTo>
                  <a:lnTo>
                    <a:pt x="1726563" y="167628"/>
                  </a:lnTo>
                  <a:lnTo>
                    <a:pt x="1726577" y="167602"/>
                  </a:lnTo>
                  <a:lnTo>
                    <a:pt x="1726617" y="167494"/>
                  </a:lnTo>
                  <a:lnTo>
                    <a:pt x="1726652" y="167406"/>
                  </a:lnTo>
                  <a:lnTo>
                    <a:pt x="1726673" y="167384"/>
                  </a:lnTo>
                  <a:lnTo>
                    <a:pt x="1726746" y="167343"/>
                  </a:lnTo>
                  <a:lnTo>
                    <a:pt x="1726768" y="167335"/>
                  </a:lnTo>
                  <a:lnTo>
                    <a:pt x="1726809" y="167325"/>
                  </a:lnTo>
                  <a:lnTo>
                    <a:pt x="1726944" y="167296"/>
                  </a:lnTo>
                  <a:lnTo>
                    <a:pt x="1726985" y="167292"/>
                  </a:lnTo>
                  <a:lnTo>
                    <a:pt x="1727048" y="167286"/>
                  </a:lnTo>
                  <a:lnTo>
                    <a:pt x="1727338" y="167271"/>
                  </a:lnTo>
                  <a:lnTo>
                    <a:pt x="1727471" y="167274"/>
                  </a:lnTo>
                  <a:lnTo>
                    <a:pt x="1727574" y="167280"/>
                  </a:lnTo>
                  <a:lnTo>
                    <a:pt x="1727620" y="167285"/>
                  </a:lnTo>
                  <a:lnTo>
                    <a:pt x="1727651" y="167286"/>
                  </a:lnTo>
                  <a:lnTo>
                    <a:pt x="1727774" y="167274"/>
                  </a:lnTo>
                  <a:lnTo>
                    <a:pt x="1727816" y="167265"/>
                  </a:lnTo>
                  <a:lnTo>
                    <a:pt x="1727860" y="167255"/>
                  </a:lnTo>
                  <a:lnTo>
                    <a:pt x="1727951" y="167230"/>
                  </a:lnTo>
                  <a:lnTo>
                    <a:pt x="1727990" y="167218"/>
                  </a:lnTo>
                  <a:lnTo>
                    <a:pt x="1728021" y="167207"/>
                  </a:lnTo>
                  <a:lnTo>
                    <a:pt x="1728051" y="167190"/>
                  </a:lnTo>
                  <a:lnTo>
                    <a:pt x="1728100" y="167156"/>
                  </a:lnTo>
                  <a:lnTo>
                    <a:pt x="1728292" y="166993"/>
                  </a:lnTo>
                  <a:lnTo>
                    <a:pt x="1728293" y="166986"/>
                  </a:lnTo>
                  <a:lnTo>
                    <a:pt x="1728277" y="166925"/>
                  </a:lnTo>
                  <a:lnTo>
                    <a:pt x="1728252" y="166925"/>
                  </a:lnTo>
                  <a:lnTo>
                    <a:pt x="1728222" y="166921"/>
                  </a:lnTo>
                  <a:lnTo>
                    <a:pt x="1728202" y="166910"/>
                  </a:lnTo>
                  <a:lnTo>
                    <a:pt x="1728185" y="166898"/>
                  </a:lnTo>
                  <a:lnTo>
                    <a:pt x="1728168" y="166873"/>
                  </a:lnTo>
                  <a:lnTo>
                    <a:pt x="1728157" y="166850"/>
                  </a:lnTo>
                  <a:lnTo>
                    <a:pt x="1728152" y="166827"/>
                  </a:lnTo>
                  <a:lnTo>
                    <a:pt x="1728152" y="166803"/>
                  </a:lnTo>
                  <a:lnTo>
                    <a:pt x="1728159" y="166789"/>
                  </a:lnTo>
                  <a:lnTo>
                    <a:pt x="1728175" y="166773"/>
                  </a:lnTo>
                  <a:lnTo>
                    <a:pt x="1728202" y="166751"/>
                  </a:lnTo>
                  <a:lnTo>
                    <a:pt x="1728243" y="166718"/>
                  </a:lnTo>
                  <a:lnTo>
                    <a:pt x="1728271" y="166698"/>
                  </a:lnTo>
                  <a:lnTo>
                    <a:pt x="1728294" y="166686"/>
                  </a:lnTo>
                  <a:lnTo>
                    <a:pt x="1728312" y="166679"/>
                  </a:lnTo>
                  <a:lnTo>
                    <a:pt x="1728329" y="166676"/>
                  </a:lnTo>
                  <a:lnTo>
                    <a:pt x="1728343" y="166675"/>
                  </a:lnTo>
                  <a:lnTo>
                    <a:pt x="1728353" y="166677"/>
                  </a:lnTo>
                  <a:lnTo>
                    <a:pt x="1728363" y="166682"/>
                  </a:lnTo>
                  <a:lnTo>
                    <a:pt x="1728369" y="166688"/>
                  </a:lnTo>
                  <a:lnTo>
                    <a:pt x="1728378" y="166743"/>
                  </a:lnTo>
                  <a:lnTo>
                    <a:pt x="1728380" y="166781"/>
                  </a:lnTo>
                  <a:lnTo>
                    <a:pt x="1728384" y="166801"/>
                  </a:lnTo>
                  <a:lnTo>
                    <a:pt x="1728394" y="166817"/>
                  </a:lnTo>
                  <a:lnTo>
                    <a:pt x="1728412" y="166829"/>
                  </a:lnTo>
                  <a:lnTo>
                    <a:pt x="1728426" y="166835"/>
                  </a:lnTo>
                  <a:lnTo>
                    <a:pt x="1728441" y="166838"/>
                  </a:lnTo>
                  <a:lnTo>
                    <a:pt x="1728461" y="166837"/>
                  </a:lnTo>
                  <a:lnTo>
                    <a:pt x="1728486" y="166826"/>
                  </a:lnTo>
                  <a:lnTo>
                    <a:pt x="1728550" y="166781"/>
                  </a:lnTo>
                  <a:lnTo>
                    <a:pt x="1728568" y="166754"/>
                  </a:lnTo>
                  <a:lnTo>
                    <a:pt x="1728573" y="166732"/>
                  </a:lnTo>
                  <a:lnTo>
                    <a:pt x="1728570" y="166706"/>
                  </a:lnTo>
                  <a:lnTo>
                    <a:pt x="1728555" y="166677"/>
                  </a:lnTo>
                  <a:lnTo>
                    <a:pt x="1728532" y="166635"/>
                  </a:lnTo>
                  <a:lnTo>
                    <a:pt x="1728515" y="166590"/>
                  </a:lnTo>
                  <a:lnTo>
                    <a:pt x="1728514" y="166571"/>
                  </a:lnTo>
                  <a:lnTo>
                    <a:pt x="1728518" y="166554"/>
                  </a:lnTo>
                  <a:lnTo>
                    <a:pt x="1728530" y="166538"/>
                  </a:lnTo>
                  <a:lnTo>
                    <a:pt x="1728564" y="166507"/>
                  </a:lnTo>
                  <a:lnTo>
                    <a:pt x="1728584" y="166496"/>
                  </a:lnTo>
                  <a:lnTo>
                    <a:pt x="1728603" y="166489"/>
                  </a:lnTo>
                  <a:lnTo>
                    <a:pt x="1728622" y="166487"/>
                  </a:lnTo>
                  <a:lnTo>
                    <a:pt x="1728654" y="166487"/>
                  </a:lnTo>
                  <a:lnTo>
                    <a:pt x="1728674" y="166491"/>
                  </a:lnTo>
                  <a:lnTo>
                    <a:pt x="1728829" y="166441"/>
                  </a:lnTo>
                  <a:lnTo>
                    <a:pt x="1728861" y="166396"/>
                  </a:lnTo>
                  <a:lnTo>
                    <a:pt x="1728882" y="166367"/>
                  </a:lnTo>
                  <a:lnTo>
                    <a:pt x="1728954" y="166268"/>
                  </a:lnTo>
                  <a:lnTo>
                    <a:pt x="1729005" y="166250"/>
                  </a:lnTo>
                  <a:lnTo>
                    <a:pt x="1729011" y="166218"/>
                  </a:lnTo>
                  <a:lnTo>
                    <a:pt x="1729004" y="166185"/>
                  </a:lnTo>
                  <a:lnTo>
                    <a:pt x="1729001" y="166181"/>
                  </a:lnTo>
                  <a:lnTo>
                    <a:pt x="1728969" y="166148"/>
                  </a:lnTo>
                  <a:lnTo>
                    <a:pt x="1728925" y="166098"/>
                  </a:lnTo>
                  <a:lnTo>
                    <a:pt x="1728911" y="166073"/>
                  </a:lnTo>
                  <a:lnTo>
                    <a:pt x="1728885" y="166022"/>
                  </a:lnTo>
                  <a:lnTo>
                    <a:pt x="1728871" y="165984"/>
                  </a:lnTo>
                  <a:lnTo>
                    <a:pt x="1728869" y="165978"/>
                  </a:lnTo>
                  <a:lnTo>
                    <a:pt x="1728873" y="165957"/>
                  </a:lnTo>
                  <a:lnTo>
                    <a:pt x="1728888" y="165946"/>
                  </a:lnTo>
                  <a:lnTo>
                    <a:pt x="1728910" y="165940"/>
                  </a:lnTo>
                  <a:lnTo>
                    <a:pt x="1728929" y="165944"/>
                  </a:lnTo>
                  <a:lnTo>
                    <a:pt x="1728945" y="165951"/>
                  </a:lnTo>
                  <a:lnTo>
                    <a:pt x="1728950" y="165953"/>
                  </a:lnTo>
                  <a:lnTo>
                    <a:pt x="1728952" y="165957"/>
                  </a:lnTo>
                  <a:lnTo>
                    <a:pt x="1728970" y="165991"/>
                  </a:lnTo>
                  <a:lnTo>
                    <a:pt x="1728986" y="166015"/>
                  </a:lnTo>
                  <a:lnTo>
                    <a:pt x="1729315" y="166082"/>
                  </a:lnTo>
                  <a:lnTo>
                    <a:pt x="1729346" y="166090"/>
                  </a:lnTo>
                  <a:lnTo>
                    <a:pt x="1729371" y="166102"/>
                  </a:lnTo>
                  <a:lnTo>
                    <a:pt x="1729393" y="166114"/>
                  </a:lnTo>
                  <a:lnTo>
                    <a:pt x="1729410" y="166125"/>
                  </a:lnTo>
                  <a:lnTo>
                    <a:pt x="1729430" y="166143"/>
                  </a:lnTo>
                  <a:lnTo>
                    <a:pt x="1729451" y="166166"/>
                  </a:lnTo>
                  <a:lnTo>
                    <a:pt x="1729468" y="166197"/>
                  </a:lnTo>
                  <a:lnTo>
                    <a:pt x="1729483" y="166224"/>
                  </a:lnTo>
                  <a:lnTo>
                    <a:pt x="1729493" y="166238"/>
                  </a:lnTo>
                  <a:lnTo>
                    <a:pt x="1729502" y="166246"/>
                  </a:lnTo>
                  <a:lnTo>
                    <a:pt x="1729687" y="166290"/>
                  </a:lnTo>
                  <a:lnTo>
                    <a:pt x="1729704" y="166291"/>
                  </a:lnTo>
                  <a:lnTo>
                    <a:pt x="1729729" y="166289"/>
                  </a:lnTo>
                  <a:lnTo>
                    <a:pt x="1729752" y="166285"/>
                  </a:lnTo>
                  <a:lnTo>
                    <a:pt x="1729795" y="166266"/>
                  </a:lnTo>
                  <a:lnTo>
                    <a:pt x="1729831" y="166244"/>
                  </a:lnTo>
                  <a:lnTo>
                    <a:pt x="1729857" y="166225"/>
                  </a:lnTo>
                  <a:lnTo>
                    <a:pt x="1729871" y="166208"/>
                  </a:lnTo>
                  <a:lnTo>
                    <a:pt x="1729878" y="166192"/>
                  </a:lnTo>
                  <a:lnTo>
                    <a:pt x="1729881" y="166174"/>
                  </a:lnTo>
                  <a:lnTo>
                    <a:pt x="1729872" y="166143"/>
                  </a:lnTo>
                  <a:lnTo>
                    <a:pt x="1729859" y="166107"/>
                  </a:lnTo>
                  <a:lnTo>
                    <a:pt x="1729851" y="166084"/>
                  </a:lnTo>
                  <a:lnTo>
                    <a:pt x="1729845" y="166059"/>
                  </a:lnTo>
                  <a:lnTo>
                    <a:pt x="1729842" y="166036"/>
                  </a:lnTo>
                  <a:lnTo>
                    <a:pt x="1729842" y="166011"/>
                  </a:lnTo>
                  <a:lnTo>
                    <a:pt x="1729843" y="165990"/>
                  </a:lnTo>
                  <a:lnTo>
                    <a:pt x="1729847" y="165975"/>
                  </a:lnTo>
                  <a:lnTo>
                    <a:pt x="1729863" y="165948"/>
                  </a:lnTo>
                  <a:lnTo>
                    <a:pt x="1729877" y="165932"/>
                  </a:lnTo>
                  <a:lnTo>
                    <a:pt x="1729890" y="165921"/>
                  </a:lnTo>
                  <a:lnTo>
                    <a:pt x="1729920" y="165898"/>
                  </a:lnTo>
                  <a:lnTo>
                    <a:pt x="1729950" y="165885"/>
                  </a:lnTo>
                  <a:lnTo>
                    <a:pt x="1729970" y="165879"/>
                  </a:lnTo>
                  <a:lnTo>
                    <a:pt x="1729986" y="165877"/>
                  </a:lnTo>
                  <a:lnTo>
                    <a:pt x="1730012" y="165874"/>
                  </a:lnTo>
                  <a:lnTo>
                    <a:pt x="1730042" y="165873"/>
                  </a:lnTo>
                  <a:lnTo>
                    <a:pt x="1730075" y="165877"/>
                  </a:lnTo>
                  <a:lnTo>
                    <a:pt x="1730110" y="165881"/>
                  </a:lnTo>
                  <a:lnTo>
                    <a:pt x="1730135" y="165882"/>
                  </a:lnTo>
                  <a:lnTo>
                    <a:pt x="1730161" y="165882"/>
                  </a:lnTo>
                  <a:lnTo>
                    <a:pt x="1730180" y="165879"/>
                  </a:lnTo>
                  <a:lnTo>
                    <a:pt x="1730198" y="165874"/>
                  </a:lnTo>
                  <a:lnTo>
                    <a:pt x="1730225" y="165863"/>
                  </a:lnTo>
                  <a:lnTo>
                    <a:pt x="1730261" y="165841"/>
                  </a:lnTo>
                  <a:lnTo>
                    <a:pt x="1730291" y="165818"/>
                  </a:lnTo>
                  <a:lnTo>
                    <a:pt x="1730315" y="165795"/>
                  </a:lnTo>
                  <a:lnTo>
                    <a:pt x="1730352" y="165761"/>
                  </a:lnTo>
                  <a:lnTo>
                    <a:pt x="1730384" y="165735"/>
                  </a:lnTo>
                  <a:lnTo>
                    <a:pt x="1730406" y="165724"/>
                  </a:lnTo>
                  <a:lnTo>
                    <a:pt x="1730425" y="165718"/>
                  </a:lnTo>
                  <a:lnTo>
                    <a:pt x="1730445" y="165714"/>
                  </a:lnTo>
                  <a:lnTo>
                    <a:pt x="1730463" y="165713"/>
                  </a:lnTo>
                  <a:lnTo>
                    <a:pt x="1730487" y="165718"/>
                  </a:lnTo>
                  <a:lnTo>
                    <a:pt x="1730505" y="165722"/>
                  </a:lnTo>
                  <a:lnTo>
                    <a:pt x="1730553" y="165740"/>
                  </a:lnTo>
                  <a:lnTo>
                    <a:pt x="1730596" y="165759"/>
                  </a:lnTo>
                  <a:lnTo>
                    <a:pt x="1730646" y="165779"/>
                  </a:lnTo>
                  <a:lnTo>
                    <a:pt x="1730688" y="165794"/>
                  </a:lnTo>
                  <a:lnTo>
                    <a:pt x="1730721" y="165804"/>
                  </a:lnTo>
                  <a:lnTo>
                    <a:pt x="1730745" y="165809"/>
                  </a:lnTo>
                  <a:lnTo>
                    <a:pt x="1730769" y="165812"/>
                  </a:lnTo>
                  <a:lnTo>
                    <a:pt x="1730799" y="165815"/>
                  </a:lnTo>
                  <a:lnTo>
                    <a:pt x="1730818" y="165814"/>
                  </a:lnTo>
                  <a:lnTo>
                    <a:pt x="1730841" y="165808"/>
                  </a:lnTo>
                  <a:lnTo>
                    <a:pt x="1730862" y="165800"/>
                  </a:lnTo>
                  <a:lnTo>
                    <a:pt x="1730881" y="165785"/>
                  </a:lnTo>
                  <a:lnTo>
                    <a:pt x="1730896" y="165761"/>
                  </a:lnTo>
                  <a:lnTo>
                    <a:pt x="1730912" y="165732"/>
                  </a:lnTo>
                  <a:lnTo>
                    <a:pt x="1730927" y="165709"/>
                  </a:lnTo>
                  <a:lnTo>
                    <a:pt x="1730943" y="165690"/>
                  </a:lnTo>
                  <a:lnTo>
                    <a:pt x="1730966" y="165673"/>
                  </a:lnTo>
                  <a:lnTo>
                    <a:pt x="1730985" y="165664"/>
                  </a:lnTo>
                  <a:lnTo>
                    <a:pt x="1731006" y="165658"/>
                  </a:lnTo>
                  <a:lnTo>
                    <a:pt x="1731025" y="165657"/>
                  </a:lnTo>
                  <a:lnTo>
                    <a:pt x="1731061" y="165657"/>
                  </a:lnTo>
                  <a:lnTo>
                    <a:pt x="1731107" y="165666"/>
                  </a:lnTo>
                  <a:lnTo>
                    <a:pt x="1731142" y="165674"/>
                  </a:lnTo>
                  <a:lnTo>
                    <a:pt x="1731180" y="165679"/>
                  </a:lnTo>
                  <a:lnTo>
                    <a:pt x="1731214" y="165683"/>
                  </a:lnTo>
                  <a:lnTo>
                    <a:pt x="1731249" y="165686"/>
                  </a:lnTo>
                  <a:lnTo>
                    <a:pt x="1731288" y="165685"/>
                  </a:lnTo>
                  <a:lnTo>
                    <a:pt x="1731320" y="165681"/>
                  </a:lnTo>
                  <a:lnTo>
                    <a:pt x="1731351" y="165671"/>
                  </a:lnTo>
                  <a:lnTo>
                    <a:pt x="1731393" y="165651"/>
                  </a:lnTo>
                  <a:lnTo>
                    <a:pt x="1731459" y="165614"/>
                  </a:lnTo>
                  <a:lnTo>
                    <a:pt x="1731624" y="165651"/>
                  </a:lnTo>
                  <a:lnTo>
                    <a:pt x="1731627" y="165669"/>
                  </a:lnTo>
                  <a:lnTo>
                    <a:pt x="1731637" y="165686"/>
                  </a:lnTo>
                  <a:lnTo>
                    <a:pt x="1731655" y="165700"/>
                  </a:lnTo>
                  <a:lnTo>
                    <a:pt x="1731683" y="165713"/>
                  </a:lnTo>
                  <a:lnTo>
                    <a:pt x="1731704" y="165720"/>
                  </a:lnTo>
                  <a:lnTo>
                    <a:pt x="1731723" y="165722"/>
                  </a:lnTo>
                  <a:lnTo>
                    <a:pt x="1731745" y="165721"/>
                  </a:lnTo>
                  <a:lnTo>
                    <a:pt x="1731765" y="165713"/>
                  </a:lnTo>
                  <a:lnTo>
                    <a:pt x="1731797" y="165691"/>
                  </a:lnTo>
                  <a:lnTo>
                    <a:pt x="1731822" y="165665"/>
                  </a:lnTo>
                  <a:lnTo>
                    <a:pt x="1731833" y="165644"/>
                  </a:lnTo>
                  <a:lnTo>
                    <a:pt x="1731839" y="165621"/>
                  </a:lnTo>
                  <a:lnTo>
                    <a:pt x="1731842" y="165595"/>
                  </a:lnTo>
                  <a:lnTo>
                    <a:pt x="1731838" y="165561"/>
                  </a:lnTo>
                  <a:lnTo>
                    <a:pt x="1731832" y="165532"/>
                  </a:lnTo>
                  <a:lnTo>
                    <a:pt x="1731810" y="165458"/>
                  </a:lnTo>
                  <a:lnTo>
                    <a:pt x="1731800" y="165442"/>
                  </a:lnTo>
                  <a:lnTo>
                    <a:pt x="1731781" y="165427"/>
                  </a:lnTo>
                  <a:lnTo>
                    <a:pt x="1731760" y="165413"/>
                  </a:lnTo>
                  <a:lnTo>
                    <a:pt x="1731712" y="165387"/>
                  </a:lnTo>
                  <a:lnTo>
                    <a:pt x="1731686" y="165378"/>
                  </a:lnTo>
                  <a:lnTo>
                    <a:pt x="1731667" y="165376"/>
                  </a:lnTo>
                  <a:lnTo>
                    <a:pt x="1731641" y="165377"/>
                  </a:lnTo>
                  <a:lnTo>
                    <a:pt x="1731608" y="165382"/>
                  </a:lnTo>
                  <a:lnTo>
                    <a:pt x="1731581" y="165384"/>
                  </a:lnTo>
                  <a:lnTo>
                    <a:pt x="1731542" y="165382"/>
                  </a:lnTo>
                  <a:lnTo>
                    <a:pt x="1731515" y="165372"/>
                  </a:lnTo>
                  <a:lnTo>
                    <a:pt x="1731482" y="165350"/>
                  </a:lnTo>
                  <a:lnTo>
                    <a:pt x="1731464" y="165331"/>
                  </a:lnTo>
                  <a:lnTo>
                    <a:pt x="1731459" y="165315"/>
                  </a:lnTo>
                  <a:lnTo>
                    <a:pt x="1731458" y="165307"/>
                  </a:lnTo>
                  <a:lnTo>
                    <a:pt x="1731460" y="165257"/>
                  </a:lnTo>
                  <a:lnTo>
                    <a:pt x="1731472" y="165216"/>
                  </a:lnTo>
                  <a:lnTo>
                    <a:pt x="1731487" y="165188"/>
                  </a:lnTo>
                  <a:lnTo>
                    <a:pt x="1731507" y="165164"/>
                  </a:lnTo>
                  <a:lnTo>
                    <a:pt x="1731522" y="165147"/>
                  </a:lnTo>
                  <a:lnTo>
                    <a:pt x="1731562" y="165120"/>
                  </a:lnTo>
                  <a:lnTo>
                    <a:pt x="1731589" y="165106"/>
                  </a:lnTo>
                  <a:lnTo>
                    <a:pt x="1731602" y="165102"/>
                  </a:lnTo>
                  <a:lnTo>
                    <a:pt x="1731645" y="165088"/>
                  </a:lnTo>
                  <a:lnTo>
                    <a:pt x="1731682" y="165082"/>
                  </a:lnTo>
                  <a:lnTo>
                    <a:pt x="1731707" y="165080"/>
                  </a:lnTo>
                  <a:lnTo>
                    <a:pt x="1731729" y="165081"/>
                  </a:lnTo>
                  <a:lnTo>
                    <a:pt x="1731780" y="165101"/>
                  </a:lnTo>
                  <a:lnTo>
                    <a:pt x="1731825" y="165113"/>
                  </a:lnTo>
                  <a:lnTo>
                    <a:pt x="1731829" y="165110"/>
                  </a:lnTo>
                  <a:lnTo>
                    <a:pt x="1731831" y="165060"/>
                  </a:lnTo>
                  <a:lnTo>
                    <a:pt x="1731810" y="164969"/>
                  </a:lnTo>
                  <a:lnTo>
                    <a:pt x="1731803" y="164942"/>
                  </a:lnTo>
                  <a:lnTo>
                    <a:pt x="1731754" y="164875"/>
                  </a:lnTo>
                  <a:lnTo>
                    <a:pt x="1731709" y="164861"/>
                  </a:lnTo>
                  <a:lnTo>
                    <a:pt x="1731679" y="164825"/>
                  </a:lnTo>
                  <a:lnTo>
                    <a:pt x="1731679" y="164804"/>
                  </a:lnTo>
                  <a:lnTo>
                    <a:pt x="1731696" y="164787"/>
                  </a:lnTo>
                  <a:lnTo>
                    <a:pt x="1731746" y="164721"/>
                  </a:lnTo>
                  <a:lnTo>
                    <a:pt x="1731782" y="164661"/>
                  </a:lnTo>
                  <a:lnTo>
                    <a:pt x="1731822" y="164594"/>
                  </a:lnTo>
                  <a:lnTo>
                    <a:pt x="1731837" y="164571"/>
                  </a:lnTo>
                  <a:lnTo>
                    <a:pt x="1731849" y="164560"/>
                  </a:lnTo>
                  <a:lnTo>
                    <a:pt x="1731853" y="164557"/>
                  </a:lnTo>
                  <a:lnTo>
                    <a:pt x="1731863" y="164551"/>
                  </a:lnTo>
                  <a:lnTo>
                    <a:pt x="1731875" y="164548"/>
                  </a:lnTo>
                  <a:lnTo>
                    <a:pt x="1731884" y="164548"/>
                  </a:lnTo>
                  <a:lnTo>
                    <a:pt x="1731897" y="164552"/>
                  </a:lnTo>
                  <a:lnTo>
                    <a:pt x="1731992" y="164597"/>
                  </a:lnTo>
                  <a:lnTo>
                    <a:pt x="1732007" y="164607"/>
                  </a:lnTo>
                  <a:lnTo>
                    <a:pt x="1732018" y="164620"/>
                  </a:lnTo>
                  <a:lnTo>
                    <a:pt x="1732025" y="164640"/>
                  </a:lnTo>
                  <a:lnTo>
                    <a:pt x="1732035" y="164664"/>
                  </a:lnTo>
                  <a:lnTo>
                    <a:pt x="1732047" y="164682"/>
                  </a:lnTo>
                  <a:lnTo>
                    <a:pt x="1732085" y="164723"/>
                  </a:lnTo>
                  <a:lnTo>
                    <a:pt x="1732100" y="164734"/>
                  </a:lnTo>
                  <a:lnTo>
                    <a:pt x="1732114" y="164740"/>
                  </a:lnTo>
                  <a:lnTo>
                    <a:pt x="1732135" y="164745"/>
                  </a:lnTo>
                  <a:lnTo>
                    <a:pt x="1732151" y="164747"/>
                  </a:lnTo>
                  <a:lnTo>
                    <a:pt x="1732170" y="164745"/>
                  </a:lnTo>
                  <a:lnTo>
                    <a:pt x="1732186" y="164740"/>
                  </a:lnTo>
                  <a:lnTo>
                    <a:pt x="1732200" y="164731"/>
                  </a:lnTo>
                  <a:lnTo>
                    <a:pt x="1732203" y="164728"/>
                  </a:lnTo>
                  <a:lnTo>
                    <a:pt x="1732223" y="164721"/>
                  </a:lnTo>
                  <a:lnTo>
                    <a:pt x="1732297" y="164653"/>
                  </a:lnTo>
                  <a:lnTo>
                    <a:pt x="1732367" y="164563"/>
                  </a:lnTo>
                  <a:lnTo>
                    <a:pt x="1732372" y="164556"/>
                  </a:lnTo>
                  <a:lnTo>
                    <a:pt x="1732382" y="164543"/>
                  </a:lnTo>
                  <a:lnTo>
                    <a:pt x="1732382" y="164533"/>
                  </a:lnTo>
                  <a:lnTo>
                    <a:pt x="1732379" y="164523"/>
                  </a:lnTo>
                  <a:lnTo>
                    <a:pt x="1732211" y="164380"/>
                  </a:lnTo>
                  <a:lnTo>
                    <a:pt x="1732200" y="164374"/>
                  </a:lnTo>
                  <a:lnTo>
                    <a:pt x="1732184" y="164370"/>
                  </a:lnTo>
                  <a:lnTo>
                    <a:pt x="1732165" y="164369"/>
                  </a:lnTo>
                  <a:lnTo>
                    <a:pt x="1732134" y="164371"/>
                  </a:lnTo>
                  <a:lnTo>
                    <a:pt x="1732115" y="164369"/>
                  </a:lnTo>
                  <a:lnTo>
                    <a:pt x="1732102" y="164363"/>
                  </a:lnTo>
                  <a:lnTo>
                    <a:pt x="1732096" y="164358"/>
                  </a:lnTo>
                  <a:lnTo>
                    <a:pt x="1732091" y="164350"/>
                  </a:lnTo>
                  <a:lnTo>
                    <a:pt x="1732087" y="164333"/>
                  </a:lnTo>
                  <a:lnTo>
                    <a:pt x="1732089" y="164316"/>
                  </a:lnTo>
                  <a:lnTo>
                    <a:pt x="1732104" y="164200"/>
                  </a:lnTo>
                  <a:lnTo>
                    <a:pt x="1732105" y="164192"/>
                  </a:lnTo>
                  <a:lnTo>
                    <a:pt x="1732126" y="164142"/>
                  </a:lnTo>
                  <a:lnTo>
                    <a:pt x="1732144" y="164111"/>
                  </a:lnTo>
                  <a:lnTo>
                    <a:pt x="1732141" y="164074"/>
                  </a:lnTo>
                  <a:lnTo>
                    <a:pt x="1732074" y="163977"/>
                  </a:lnTo>
                  <a:lnTo>
                    <a:pt x="1732074" y="163956"/>
                  </a:lnTo>
                  <a:lnTo>
                    <a:pt x="1732043" y="163942"/>
                  </a:lnTo>
                  <a:lnTo>
                    <a:pt x="1731993" y="163950"/>
                  </a:lnTo>
                  <a:lnTo>
                    <a:pt x="1731944" y="163960"/>
                  </a:lnTo>
                  <a:lnTo>
                    <a:pt x="1731889" y="163956"/>
                  </a:lnTo>
                  <a:lnTo>
                    <a:pt x="1731800" y="163882"/>
                  </a:lnTo>
                  <a:lnTo>
                    <a:pt x="1731784" y="163872"/>
                  </a:lnTo>
                  <a:lnTo>
                    <a:pt x="1731772" y="163857"/>
                  </a:lnTo>
                  <a:lnTo>
                    <a:pt x="1731710" y="163776"/>
                  </a:lnTo>
                  <a:lnTo>
                    <a:pt x="1731705" y="163765"/>
                  </a:lnTo>
                  <a:lnTo>
                    <a:pt x="1731682" y="163648"/>
                  </a:lnTo>
                  <a:lnTo>
                    <a:pt x="1731685" y="163637"/>
                  </a:lnTo>
                  <a:lnTo>
                    <a:pt x="1731695" y="163628"/>
                  </a:lnTo>
                  <a:lnTo>
                    <a:pt x="1731727" y="163607"/>
                  </a:lnTo>
                  <a:lnTo>
                    <a:pt x="1731762" y="163586"/>
                  </a:lnTo>
                  <a:lnTo>
                    <a:pt x="1731780" y="163579"/>
                  </a:lnTo>
                  <a:lnTo>
                    <a:pt x="1731800" y="163573"/>
                  </a:lnTo>
                  <a:lnTo>
                    <a:pt x="1731985" y="163549"/>
                  </a:lnTo>
                  <a:lnTo>
                    <a:pt x="1732093" y="163535"/>
                  </a:lnTo>
                  <a:lnTo>
                    <a:pt x="1732285" y="163511"/>
                  </a:lnTo>
                  <a:lnTo>
                    <a:pt x="1732325" y="163508"/>
                  </a:lnTo>
                  <a:lnTo>
                    <a:pt x="1732376" y="163509"/>
                  </a:lnTo>
                  <a:lnTo>
                    <a:pt x="1732402" y="163513"/>
                  </a:lnTo>
                  <a:lnTo>
                    <a:pt x="1732429" y="163519"/>
                  </a:lnTo>
                  <a:lnTo>
                    <a:pt x="1732484" y="163538"/>
                  </a:lnTo>
                  <a:lnTo>
                    <a:pt x="1732536" y="163565"/>
                  </a:lnTo>
                  <a:lnTo>
                    <a:pt x="1732584" y="163589"/>
                  </a:lnTo>
                  <a:lnTo>
                    <a:pt x="1732628" y="163614"/>
                  </a:lnTo>
                  <a:lnTo>
                    <a:pt x="1732668" y="163639"/>
                  </a:lnTo>
                  <a:lnTo>
                    <a:pt x="1732686" y="163655"/>
                  </a:lnTo>
                  <a:lnTo>
                    <a:pt x="1732705" y="163679"/>
                  </a:lnTo>
                  <a:lnTo>
                    <a:pt x="1732722" y="163698"/>
                  </a:lnTo>
                  <a:lnTo>
                    <a:pt x="1732744" y="163715"/>
                  </a:lnTo>
                  <a:lnTo>
                    <a:pt x="1732763" y="163728"/>
                  </a:lnTo>
                  <a:lnTo>
                    <a:pt x="1732784" y="163738"/>
                  </a:lnTo>
                  <a:lnTo>
                    <a:pt x="1732813" y="163746"/>
                  </a:lnTo>
                  <a:lnTo>
                    <a:pt x="1732841" y="163750"/>
                  </a:lnTo>
                  <a:lnTo>
                    <a:pt x="1732874" y="163753"/>
                  </a:lnTo>
                  <a:lnTo>
                    <a:pt x="1732988" y="163764"/>
                  </a:lnTo>
                  <a:lnTo>
                    <a:pt x="1733028" y="163765"/>
                  </a:lnTo>
                  <a:lnTo>
                    <a:pt x="1733056" y="163763"/>
                  </a:lnTo>
                  <a:lnTo>
                    <a:pt x="1733232" y="163745"/>
                  </a:lnTo>
                  <a:lnTo>
                    <a:pt x="1733257" y="163739"/>
                  </a:lnTo>
                  <a:lnTo>
                    <a:pt x="1733566" y="163665"/>
                  </a:lnTo>
                  <a:lnTo>
                    <a:pt x="1733566" y="163658"/>
                  </a:lnTo>
                  <a:lnTo>
                    <a:pt x="1733600" y="163657"/>
                  </a:lnTo>
                  <a:lnTo>
                    <a:pt x="1733642" y="163654"/>
                  </a:lnTo>
                  <a:lnTo>
                    <a:pt x="1733660" y="163650"/>
                  </a:lnTo>
                  <a:lnTo>
                    <a:pt x="1733670" y="163640"/>
                  </a:lnTo>
                  <a:lnTo>
                    <a:pt x="1733676" y="163626"/>
                  </a:lnTo>
                  <a:lnTo>
                    <a:pt x="1733675" y="163602"/>
                  </a:lnTo>
                  <a:lnTo>
                    <a:pt x="1733666" y="163590"/>
                  </a:lnTo>
                  <a:lnTo>
                    <a:pt x="1733650" y="163583"/>
                  </a:lnTo>
                  <a:lnTo>
                    <a:pt x="1733625" y="163580"/>
                  </a:lnTo>
                  <a:lnTo>
                    <a:pt x="1733588" y="163577"/>
                  </a:lnTo>
                  <a:lnTo>
                    <a:pt x="1733547" y="163572"/>
                  </a:lnTo>
                  <a:lnTo>
                    <a:pt x="1733525" y="163566"/>
                  </a:lnTo>
                  <a:lnTo>
                    <a:pt x="1733507" y="163555"/>
                  </a:lnTo>
                  <a:lnTo>
                    <a:pt x="1733497" y="163544"/>
                  </a:lnTo>
                  <a:lnTo>
                    <a:pt x="1733494" y="163529"/>
                  </a:lnTo>
                  <a:lnTo>
                    <a:pt x="1733494" y="163524"/>
                  </a:lnTo>
                  <a:lnTo>
                    <a:pt x="1733495" y="163516"/>
                  </a:lnTo>
                  <a:lnTo>
                    <a:pt x="1733503" y="163502"/>
                  </a:lnTo>
                  <a:lnTo>
                    <a:pt x="1733642" y="163347"/>
                  </a:lnTo>
                  <a:lnTo>
                    <a:pt x="1733654" y="163337"/>
                  </a:lnTo>
                  <a:lnTo>
                    <a:pt x="1733674" y="163325"/>
                  </a:lnTo>
                  <a:lnTo>
                    <a:pt x="1733691" y="163315"/>
                  </a:lnTo>
                  <a:lnTo>
                    <a:pt x="1733757" y="163288"/>
                  </a:lnTo>
                  <a:lnTo>
                    <a:pt x="1733779" y="163281"/>
                  </a:lnTo>
                  <a:lnTo>
                    <a:pt x="1733804" y="163275"/>
                  </a:lnTo>
                  <a:lnTo>
                    <a:pt x="1733831" y="163270"/>
                  </a:lnTo>
                  <a:lnTo>
                    <a:pt x="1733857" y="163265"/>
                  </a:lnTo>
                  <a:lnTo>
                    <a:pt x="1733883" y="163264"/>
                  </a:lnTo>
                  <a:lnTo>
                    <a:pt x="1733917" y="163265"/>
                  </a:lnTo>
                  <a:lnTo>
                    <a:pt x="1733942" y="163267"/>
                  </a:lnTo>
                  <a:lnTo>
                    <a:pt x="1733976" y="163273"/>
                  </a:lnTo>
                  <a:lnTo>
                    <a:pt x="1734012" y="163282"/>
                  </a:lnTo>
                  <a:lnTo>
                    <a:pt x="1734037" y="163288"/>
                  </a:lnTo>
                  <a:lnTo>
                    <a:pt x="1734055" y="163295"/>
                  </a:lnTo>
                  <a:lnTo>
                    <a:pt x="1734251" y="163313"/>
                  </a:lnTo>
                  <a:lnTo>
                    <a:pt x="1734345" y="163306"/>
                  </a:lnTo>
                  <a:lnTo>
                    <a:pt x="1734360" y="163304"/>
                  </a:lnTo>
                  <a:lnTo>
                    <a:pt x="1734429" y="163303"/>
                  </a:lnTo>
                  <a:lnTo>
                    <a:pt x="1734530" y="163305"/>
                  </a:lnTo>
                  <a:lnTo>
                    <a:pt x="1734608" y="163281"/>
                  </a:lnTo>
                  <a:lnTo>
                    <a:pt x="1734613" y="163272"/>
                  </a:lnTo>
                  <a:lnTo>
                    <a:pt x="1734631" y="163242"/>
                  </a:lnTo>
                  <a:lnTo>
                    <a:pt x="1734661" y="163214"/>
                  </a:lnTo>
                  <a:lnTo>
                    <a:pt x="1734666" y="163209"/>
                  </a:lnTo>
                  <a:lnTo>
                    <a:pt x="1734684" y="163203"/>
                  </a:lnTo>
                  <a:lnTo>
                    <a:pt x="1734705" y="163208"/>
                  </a:lnTo>
                  <a:lnTo>
                    <a:pt x="1734740" y="163217"/>
                  </a:lnTo>
                  <a:lnTo>
                    <a:pt x="1734746" y="163218"/>
                  </a:lnTo>
                  <a:lnTo>
                    <a:pt x="1734773" y="163248"/>
                  </a:lnTo>
                  <a:lnTo>
                    <a:pt x="1734766" y="163290"/>
                  </a:lnTo>
                  <a:lnTo>
                    <a:pt x="1734760" y="163331"/>
                  </a:lnTo>
                  <a:lnTo>
                    <a:pt x="1734758" y="163387"/>
                  </a:lnTo>
                  <a:lnTo>
                    <a:pt x="1734772" y="163410"/>
                  </a:lnTo>
                  <a:lnTo>
                    <a:pt x="1734783" y="163428"/>
                  </a:lnTo>
                  <a:lnTo>
                    <a:pt x="1734788" y="163436"/>
                  </a:lnTo>
                  <a:lnTo>
                    <a:pt x="1734828" y="163466"/>
                  </a:lnTo>
                  <a:lnTo>
                    <a:pt x="1734842" y="163478"/>
                  </a:lnTo>
                  <a:lnTo>
                    <a:pt x="1734932" y="163692"/>
                  </a:lnTo>
                  <a:lnTo>
                    <a:pt x="1734945" y="163712"/>
                  </a:lnTo>
                  <a:lnTo>
                    <a:pt x="1734959" y="163723"/>
                  </a:lnTo>
                  <a:lnTo>
                    <a:pt x="1734974" y="163730"/>
                  </a:lnTo>
                  <a:lnTo>
                    <a:pt x="1735000" y="163735"/>
                  </a:lnTo>
                  <a:lnTo>
                    <a:pt x="1735026" y="163738"/>
                  </a:lnTo>
                  <a:lnTo>
                    <a:pt x="1735048" y="163737"/>
                  </a:lnTo>
                  <a:lnTo>
                    <a:pt x="1735066" y="163732"/>
                  </a:lnTo>
                  <a:lnTo>
                    <a:pt x="1735086" y="163720"/>
                  </a:lnTo>
                  <a:lnTo>
                    <a:pt x="1735112" y="163699"/>
                  </a:lnTo>
                  <a:lnTo>
                    <a:pt x="1735137" y="163678"/>
                  </a:lnTo>
                  <a:lnTo>
                    <a:pt x="1735161" y="163659"/>
                  </a:lnTo>
                  <a:lnTo>
                    <a:pt x="1735300" y="163554"/>
                  </a:lnTo>
                  <a:lnTo>
                    <a:pt x="1735345" y="163522"/>
                  </a:lnTo>
                  <a:lnTo>
                    <a:pt x="1735358" y="163515"/>
                  </a:lnTo>
                  <a:lnTo>
                    <a:pt x="1735380" y="163509"/>
                  </a:lnTo>
                  <a:lnTo>
                    <a:pt x="1735406" y="163504"/>
                  </a:lnTo>
                  <a:lnTo>
                    <a:pt x="1735422" y="163504"/>
                  </a:lnTo>
                  <a:lnTo>
                    <a:pt x="1735451" y="163508"/>
                  </a:lnTo>
                  <a:lnTo>
                    <a:pt x="1735472" y="163509"/>
                  </a:lnTo>
                  <a:lnTo>
                    <a:pt x="1735489" y="163508"/>
                  </a:lnTo>
                  <a:lnTo>
                    <a:pt x="1735505" y="163506"/>
                  </a:lnTo>
                  <a:lnTo>
                    <a:pt x="1735511" y="163501"/>
                  </a:lnTo>
                  <a:lnTo>
                    <a:pt x="1735515" y="163493"/>
                  </a:lnTo>
                  <a:lnTo>
                    <a:pt x="1735512" y="163480"/>
                  </a:lnTo>
                  <a:lnTo>
                    <a:pt x="1735397" y="163350"/>
                  </a:lnTo>
                  <a:lnTo>
                    <a:pt x="1735384" y="163336"/>
                  </a:lnTo>
                  <a:lnTo>
                    <a:pt x="1735370" y="163327"/>
                  </a:lnTo>
                  <a:lnTo>
                    <a:pt x="1735349" y="163288"/>
                  </a:lnTo>
                  <a:lnTo>
                    <a:pt x="1735317" y="163221"/>
                  </a:lnTo>
                  <a:lnTo>
                    <a:pt x="1735309" y="163204"/>
                  </a:lnTo>
                  <a:lnTo>
                    <a:pt x="1735260" y="163166"/>
                  </a:lnTo>
                  <a:lnTo>
                    <a:pt x="1735177" y="163092"/>
                  </a:lnTo>
                  <a:lnTo>
                    <a:pt x="1735177" y="163082"/>
                  </a:lnTo>
                  <a:lnTo>
                    <a:pt x="1735177" y="163071"/>
                  </a:lnTo>
                  <a:lnTo>
                    <a:pt x="1735200" y="163035"/>
                  </a:lnTo>
                  <a:lnTo>
                    <a:pt x="1735208" y="163027"/>
                  </a:lnTo>
                  <a:lnTo>
                    <a:pt x="1735294" y="162948"/>
                  </a:lnTo>
                  <a:lnTo>
                    <a:pt x="1735373" y="162907"/>
                  </a:lnTo>
                  <a:lnTo>
                    <a:pt x="1735432" y="162884"/>
                  </a:lnTo>
                  <a:lnTo>
                    <a:pt x="1735455" y="162875"/>
                  </a:lnTo>
                  <a:lnTo>
                    <a:pt x="1735461" y="162872"/>
                  </a:lnTo>
                  <a:lnTo>
                    <a:pt x="1735496" y="162882"/>
                  </a:lnTo>
                  <a:lnTo>
                    <a:pt x="1735524" y="162899"/>
                  </a:lnTo>
                  <a:lnTo>
                    <a:pt x="1735565" y="162931"/>
                  </a:lnTo>
                  <a:lnTo>
                    <a:pt x="1735613" y="162976"/>
                  </a:lnTo>
                  <a:lnTo>
                    <a:pt x="1735648" y="163019"/>
                  </a:lnTo>
                  <a:lnTo>
                    <a:pt x="1735681" y="163047"/>
                  </a:lnTo>
                  <a:lnTo>
                    <a:pt x="1735691" y="163052"/>
                  </a:lnTo>
                  <a:lnTo>
                    <a:pt x="1735706" y="163055"/>
                  </a:lnTo>
                  <a:lnTo>
                    <a:pt x="1735724" y="163055"/>
                  </a:lnTo>
                  <a:lnTo>
                    <a:pt x="1736033" y="163033"/>
                  </a:lnTo>
                  <a:lnTo>
                    <a:pt x="1736048" y="163031"/>
                  </a:lnTo>
                  <a:lnTo>
                    <a:pt x="1736059" y="163025"/>
                  </a:lnTo>
                  <a:lnTo>
                    <a:pt x="1736066" y="163018"/>
                  </a:lnTo>
                  <a:lnTo>
                    <a:pt x="1736072" y="163004"/>
                  </a:lnTo>
                  <a:lnTo>
                    <a:pt x="1736073" y="162988"/>
                  </a:lnTo>
                  <a:lnTo>
                    <a:pt x="1736068" y="162959"/>
                  </a:lnTo>
                  <a:lnTo>
                    <a:pt x="1736060" y="162926"/>
                  </a:lnTo>
                  <a:lnTo>
                    <a:pt x="1736045" y="162881"/>
                  </a:lnTo>
                  <a:lnTo>
                    <a:pt x="1736032" y="162855"/>
                  </a:lnTo>
                  <a:lnTo>
                    <a:pt x="1736015" y="162833"/>
                  </a:lnTo>
                  <a:lnTo>
                    <a:pt x="1735997" y="162818"/>
                  </a:lnTo>
                  <a:lnTo>
                    <a:pt x="1735982" y="162808"/>
                  </a:lnTo>
                  <a:lnTo>
                    <a:pt x="1735963" y="162800"/>
                  </a:lnTo>
                  <a:lnTo>
                    <a:pt x="1735935" y="162790"/>
                  </a:lnTo>
                  <a:lnTo>
                    <a:pt x="1735891" y="162777"/>
                  </a:lnTo>
                  <a:lnTo>
                    <a:pt x="1735847" y="162762"/>
                  </a:lnTo>
                  <a:lnTo>
                    <a:pt x="1735747" y="162723"/>
                  </a:lnTo>
                  <a:lnTo>
                    <a:pt x="1735702" y="162704"/>
                  </a:lnTo>
                  <a:lnTo>
                    <a:pt x="1735672" y="162686"/>
                  </a:lnTo>
                  <a:lnTo>
                    <a:pt x="1735654" y="162671"/>
                  </a:lnTo>
                  <a:lnTo>
                    <a:pt x="1735644" y="162657"/>
                  </a:lnTo>
                  <a:lnTo>
                    <a:pt x="1735637" y="162643"/>
                  </a:lnTo>
                  <a:lnTo>
                    <a:pt x="1735634" y="162625"/>
                  </a:lnTo>
                  <a:lnTo>
                    <a:pt x="1735609" y="162347"/>
                  </a:lnTo>
                  <a:lnTo>
                    <a:pt x="1735608" y="162332"/>
                  </a:lnTo>
                  <a:lnTo>
                    <a:pt x="1735614" y="162320"/>
                  </a:lnTo>
                  <a:lnTo>
                    <a:pt x="1735633" y="162308"/>
                  </a:lnTo>
                  <a:lnTo>
                    <a:pt x="1735651" y="162302"/>
                  </a:lnTo>
                  <a:lnTo>
                    <a:pt x="1735724" y="162286"/>
                  </a:lnTo>
                  <a:lnTo>
                    <a:pt x="1735745" y="162219"/>
                  </a:lnTo>
                  <a:lnTo>
                    <a:pt x="1735737" y="162146"/>
                  </a:lnTo>
                  <a:lnTo>
                    <a:pt x="1735723" y="162141"/>
                  </a:lnTo>
                  <a:lnTo>
                    <a:pt x="1735706" y="162128"/>
                  </a:lnTo>
                  <a:lnTo>
                    <a:pt x="1735694" y="162112"/>
                  </a:lnTo>
                  <a:lnTo>
                    <a:pt x="1735562" y="161931"/>
                  </a:lnTo>
                  <a:lnTo>
                    <a:pt x="1735557" y="161923"/>
                  </a:lnTo>
                  <a:lnTo>
                    <a:pt x="1735556" y="161908"/>
                  </a:lnTo>
                  <a:lnTo>
                    <a:pt x="1735562" y="161892"/>
                  </a:lnTo>
                  <a:lnTo>
                    <a:pt x="1735589" y="161857"/>
                  </a:lnTo>
                  <a:lnTo>
                    <a:pt x="1735628" y="161790"/>
                  </a:lnTo>
                  <a:lnTo>
                    <a:pt x="1735670" y="161702"/>
                  </a:lnTo>
                  <a:lnTo>
                    <a:pt x="1735679" y="161644"/>
                  </a:lnTo>
                  <a:lnTo>
                    <a:pt x="1735683" y="161624"/>
                  </a:lnTo>
                  <a:lnTo>
                    <a:pt x="1735724" y="161586"/>
                  </a:lnTo>
                  <a:lnTo>
                    <a:pt x="1735734" y="161577"/>
                  </a:lnTo>
                  <a:lnTo>
                    <a:pt x="1735884" y="161520"/>
                  </a:lnTo>
                  <a:lnTo>
                    <a:pt x="1736036" y="161427"/>
                  </a:lnTo>
                  <a:lnTo>
                    <a:pt x="1736152" y="161348"/>
                  </a:lnTo>
                  <a:lnTo>
                    <a:pt x="1736170" y="161338"/>
                  </a:lnTo>
                  <a:lnTo>
                    <a:pt x="1736196" y="161332"/>
                  </a:lnTo>
                  <a:lnTo>
                    <a:pt x="1736386" y="161282"/>
                  </a:lnTo>
                  <a:lnTo>
                    <a:pt x="1736421" y="161275"/>
                  </a:lnTo>
                  <a:lnTo>
                    <a:pt x="1736434" y="161274"/>
                  </a:lnTo>
                  <a:lnTo>
                    <a:pt x="1736466" y="161271"/>
                  </a:lnTo>
                  <a:lnTo>
                    <a:pt x="1736502" y="161274"/>
                  </a:lnTo>
                  <a:lnTo>
                    <a:pt x="1736527" y="161281"/>
                  </a:lnTo>
                  <a:lnTo>
                    <a:pt x="1736545" y="161289"/>
                  </a:lnTo>
                  <a:lnTo>
                    <a:pt x="1736572" y="161306"/>
                  </a:lnTo>
                  <a:lnTo>
                    <a:pt x="1736608" y="161333"/>
                  </a:lnTo>
                  <a:lnTo>
                    <a:pt x="1736645" y="161359"/>
                  </a:lnTo>
                  <a:lnTo>
                    <a:pt x="1736674" y="161372"/>
                  </a:lnTo>
                  <a:lnTo>
                    <a:pt x="1736710" y="161380"/>
                  </a:lnTo>
                  <a:lnTo>
                    <a:pt x="1736740" y="161383"/>
                  </a:lnTo>
                  <a:lnTo>
                    <a:pt x="1736770" y="161378"/>
                  </a:lnTo>
                  <a:lnTo>
                    <a:pt x="1736801" y="161366"/>
                  </a:lnTo>
                  <a:lnTo>
                    <a:pt x="1736998" y="161276"/>
                  </a:lnTo>
                  <a:lnTo>
                    <a:pt x="1737034" y="161259"/>
                  </a:lnTo>
                  <a:lnTo>
                    <a:pt x="1737039" y="161256"/>
                  </a:lnTo>
                  <a:lnTo>
                    <a:pt x="1737068" y="161237"/>
                  </a:lnTo>
                  <a:lnTo>
                    <a:pt x="1737086" y="161219"/>
                  </a:lnTo>
                  <a:lnTo>
                    <a:pt x="1737096" y="161207"/>
                  </a:lnTo>
                  <a:lnTo>
                    <a:pt x="1737101" y="161189"/>
                  </a:lnTo>
                  <a:lnTo>
                    <a:pt x="1737096" y="161172"/>
                  </a:lnTo>
                  <a:lnTo>
                    <a:pt x="1737086" y="161161"/>
                  </a:lnTo>
                  <a:lnTo>
                    <a:pt x="1737076" y="161154"/>
                  </a:lnTo>
                  <a:lnTo>
                    <a:pt x="1737072" y="161149"/>
                  </a:lnTo>
                  <a:lnTo>
                    <a:pt x="1737071" y="161135"/>
                  </a:lnTo>
                  <a:lnTo>
                    <a:pt x="1737079" y="161112"/>
                  </a:lnTo>
                  <a:lnTo>
                    <a:pt x="1737099" y="161079"/>
                  </a:lnTo>
                  <a:lnTo>
                    <a:pt x="1737128" y="161055"/>
                  </a:lnTo>
                  <a:lnTo>
                    <a:pt x="1737140" y="161048"/>
                  </a:lnTo>
                  <a:lnTo>
                    <a:pt x="1737160" y="161043"/>
                  </a:lnTo>
                  <a:lnTo>
                    <a:pt x="1737193" y="161034"/>
                  </a:lnTo>
                  <a:lnTo>
                    <a:pt x="1737237" y="161021"/>
                  </a:lnTo>
                  <a:lnTo>
                    <a:pt x="1737278" y="161003"/>
                  </a:lnTo>
                  <a:lnTo>
                    <a:pt x="1737306" y="160986"/>
                  </a:lnTo>
                  <a:lnTo>
                    <a:pt x="1737330" y="160968"/>
                  </a:lnTo>
                  <a:lnTo>
                    <a:pt x="1737339" y="160953"/>
                  </a:lnTo>
                  <a:lnTo>
                    <a:pt x="1737341" y="160937"/>
                  </a:lnTo>
                  <a:lnTo>
                    <a:pt x="1737336" y="160926"/>
                  </a:lnTo>
                  <a:lnTo>
                    <a:pt x="1737324" y="160917"/>
                  </a:lnTo>
                  <a:lnTo>
                    <a:pt x="1737309" y="160908"/>
                  </a:lnTo>
                  <a:lnTo>
                    <a:pt x="1737274" y="160895"/>
                  </a:lnTo>
                  <a:lnTo>
                    <a:pt x="1737250" y="160887"/>
                  </a:lnTo>
                  <a:lnTo>
                    <a:pt x="1737229" y="160886"/>
                  </a:lnTo>
                  <a:lnTo>
                    <a:pt x="1737206" y="160889"/>
                  </a:lnTo>
                  <a:lnTo>
                    <a:pt x="1737186" y="160887"/>
                  </a:lnTo>
                  <a:lnTo>
                    <a:pt x="1737176" y="160882"/>
                  </a:lnTo>
                  <a:lnTo>
                    <a:pt x="1737166" y="160872"/>
                  </a:lnTo>
                  <a:lnTo>
                    <a:pt x="1737164" y="160860"/>
                  </a:lnTo>
                  <a:lnTo>
                    <a:pt x="1737169" y="160844"/>
                  </a:lnTo>
                  <a:lnTo>
                    <a:pt x="1737180" y="160825"/>
                  </a:lnTo>
                  <a:lnTo>
                    <a:pt x="1737199" y="160806"/>
                  </a:lnTo>
                  <a:lnTo>
                    <a:pt x="1737224" y="160791"/>
                  </a:lnTo>
                  <a:lnTo>
                    <a:pt x="1737244" y="160785"/>
                  </a:lnTo>
                  <a:lnTo>
                    <a:pt x="1737272" y="160782"/>
                  </a:lnTo>
                  <a:lnTo>
                    <a:pt x="1737296" y="160777"/>
                  </a:lnTo>
                  <a:lnTo>
                    <a:pt x="1737313" y="160772"/>
                  </a:lnTo>
                  <a:lnTo>
                    <a:pt x="1737323" y="160763"/>
                  </a:lnTo>
                  <a:lnTo>
                    <a:pt x="1737326" y="160753"/>
                  </a:lnTo>
                  <a:lnTo>
                    <a:pt x="1737323" y="160739"/>
                  </a:lnTo>
                  <a:lnTo>
                    <a:pt x="1737315" y="160727"/>
                  </a:lnTo>
                  <a:lnTo>
                    <a:pt x="1737294" y="160703"/>
                  </a:lnTo>
                  <a:lnTo>
                    <a:pt x="1737227" y="160625"/>
                  </a:lnTo>
                  <a:lnTo>
                    <a:pt x="1737209" y="160606"/>
                  </a:lnTo>
                  <a:lnTo>
                    <a:pt x="1737183" y="160587"/>
                  </a:lnTo>
                  <a:lnTo>
                    <a:pt x="1737215" y="160542"/>
                  </a:lnTo>
                  <a:lnTo>
                    <a:pt x="1737311" y="160410"/>
                  </a:lnTo>
                  <a:lnTo>
                    <a:pt x="1737330" y="160385"/>
                  </a:lnTo>
                  <a:lnTo>
                    <a:pt x="1737349" y="160370"/>
                  </a:lnTo>
                  <a:lnTo>
                    <a:pt x="1737387" y="160352"/>
                  </a:lnTo>
                  <a:lnTo>
                    <a:pt x="1737417" y="160343"/>
                  </a:lnTo>
                  <a:lnTo>
                    <a:pt x="1737554" y="160319"/>
                  </a:lnTo>
                  <a:lnTo>
                    <a:pt x="1737564" y="160318"/>
                  </a:lnTo>
                  <a:lnTo>
                    <a:pt x="1737584" y="160320"/>
                  </a:lnTo>
                  <a:lnTo>
                    <a:pt x="1737780" y="160357"/>
                  </a:lnTo>
                  <a:lnTo>
                    <a:pt x="1737798" y="160362"/>
                  </a:lnTo>
                  <a:lnTo>
                    <a:pt x="1738019" y="160289"/>
                  </a:lnTo>
                  <a:lnTo>
                    <a:pt x="1738029" y="160278"/>
                  </a:lnTo>
                  <a:lnTo>
                    <a:pt x="1738043" y="160267"/>
                  </a:lnTo>
                  <a:lnTo>
                    <a:pt x="1738055" y="160258"/>
                  </a:lnTo>
                  <a:lnTo>
                    <a:pt x="1738204" y="160172"/>
                  </a:lnTo>
                  <a:lnTo>
                    <a:pt x="1738219" y="160165"/>
                  </a:lnTo>
                  <a:lnTo>
                    <a:pt x="1738233" y="160161"/>
                  </a:lnTo>
                  <a:lnTo>
                    <a:pt x="1738250" y="160159"/>
                  </a:lnTo>
                  <a:lnTo>
                    <a:pt x="1738266" y="160160"/>
                  </a:lnTo>
                  <a:lnTo>
                    <a:pt x="1738535" y="160217"/>
                  </a:lnTo>
                  <a:lnTo>
                    <a:pt x="1738556" y="160223"/>
                  </a:lnTo>
                  <a:lnTo>
                    <a:pt x="1738572" y="160232"/>
                  </a:lnTo>
                  <a:lnTo>
                    <a:pt x="1738583" y="160245"/>
                  </a:lnTo>
                  <a:lnTo>
                    <a:pt x="1738587" y="160259"/>
                  </a:lnTo>
                  <a:lnTo>
                    <a:pt x="1738587" y="160295"/>
                  </a:lnTo>
                  <a:lnTo>
                    <a:pt x="1738592" y="160336"/>
                  </a:lnTo>
                  <a:lnTo>
                    <a:pt x="1738596" y="160344"/>
                  </a:lnTo>
                  <a:lnTo>
                    <a:pt x="1738610" y="160347"/>
                  </a:lnTo>
                  <a:lnTo>
                    <a:pt x="1738622" y="160345"/>
                  </a:lnTo>
                  <a:lnTo>
                    <a:pt x="1738635" y="160342"/>
                  </a:lnTo>
                  <a:lnTo>
                    <a:pt x="1738647" y="160334"/>
                  </a:lnTo>
                  <a:lnTo>
                    <a:pt x="1738656" y="160319"/>
                  </a:lnTo>
                  <a:lnTo>
                    <a:pt x="1738661" y="160303"/>
                  </a:lnTo>
                  <a:lnTo>
                    <a:pt x="1738662" y="160281"/>
                  </a:lnTo>
                  <a:lnTo>
                    <a:pt x="1738652" y="160239"/>
                  </a:lnTo>
                  <a:lnTo>
                    <a:pt x="1738639" y="160218"/>
                  </a:lnTo>
                  <a:lnTo>
                    <a:pt x="1738627" y="160206"/>
                  </a:lnTo>
                  <a:lnTo>
                    <a:pt x="1738441" y="160056"/>
                  </a:lnTo>
                  <a:lnTo>
                    <a:pt x="1738412" y="160040"/>
                  </a:lnTo>
                  <a:lnTo>
                    <a:pt x="1738394" y="160033"/>
                  </a:lnTo>
                  <a:lnTo>
                    <a:pt x="1738386" y="160033"/>
                  </a:lnTo>
                  <a:lnTo>
                    <a:pt x="1738327" y="160031"/>
                  </a:lnTo>
                  <a:lnTo>
                    <a:pt x="1738296" y="160035"/>
                  </a:lnTo>
                  <a:lnTo>
                    <a:pt x="1738271" y="160043"/>
                  </a:lnTo>
                  <a:lnTo>
                    <a:pt x="1738246" y="160054"/>
                  </a:lnTo>
                  <a:lnTo>
                    <a:pt x="1738227" y="160067"/>
                  </a:lnTo>
                  <a:lnTo>
                    <a:pt x="1738189" y="160088"/>
                  </a:lnTo>
                  <a:lnTo>
                    <a:pt x="1738176" y="160090"/>
                  </a:lnTo>
                  <a:lnTo>
                    <a:pt x="1738152" y="160089"/>
                  </a:lnTo>
                  <a:lnTo>
                    <a:pt x="1738127" y="160083"/>
                  </a:lnTo>
                  <a:lnTo>
                    <a:pt x="1738114" y="160075"/>
                  </a:lnTo>
                  <a:lnTo>
                    <a:pt x="1738102" y="160063"/>
                  </a:lnTo>
                  <a:lnTo>
                    <a:pt x="1738098" y="160046"/>
                  </a:lnTo>
                  <a:lnTo>
                    <a:pt x="1738100" y="160031"/>
                  </a:lnTo>
                  <a:lnTo>
                    <a:pt x="1738107" y="160016"/>
                  </a:lnTo>
                  <a:lnTo>
                    <a:pt x="1738118" y="160001"/>
                  </a:lnTo>
                  <a:lnTo>
                    <a:pt x="1738134" y="159990"/>
                  </a:lnTo>
                  <a:lnTo>
                    <a:pt x="1738157" y="159981"/>
                  </a:lnTo>
                  <a:lnTo>
                    <a:pt x="1738453" y="159883"/>
                  </a:lnTo>
                  <a:lnTo>
                    <a:pt x="1738585" y="159905"/>
                  </a:lnTo>
                  <a:lnTo>
                    <a:pt x="1738597" y="159914"/>
                  </a:lnTo>
                  <a:lnTo>
                    <a:pt x="1738614" y="159925"/>
                  </a:lnTo>
                  <a:lnTo>
                    <a:pt x="1738628" y="159931"/>
                  </a:lnTo>
                  <a:lnTo>
                    <a:pt x="1738642" y="159933"/>
                  </a:lnTo>
                  <a:lnTo>
                    <a:pt x="1738657" y="159932"/>
                  </a:lnTo>
                  <a:lnTo>
                    <a:pt x="1738728" y="159919"/>
                  </a:lnTo>
                  <a:lnTo>
                    <a:pt x="1738748" y="159915"/>
                  </a:lnTo>
                  <a:lnTo>
                    <a:pt x="1738759" y="159909"/>
                  </a:lnTo>
                  <a:lnTo>
                    <a:pt x="1738768" y="159903"/>
                  </a:lnTo>
                  <a:lnTo>
                    <a:pt x="1738775" y="159896"/>
                  </a:lnTo>
                  <a:lnTo>
                    <a:pt x="1738777" y="159884"/>
                  </a:lnTo>
                  <a:lnTo>
                    <a:pt x="1738777" y="159849"/>
                  </a:lnTo>
                  <a:lnTo>
                    <a:pt x="1738756" y="159807"/>
                  </a:lnTo>
                  <a:lnTo>
                    <a:pt x="1738741" y="159788"/>
                  </a:lnTo>
                  <a:lnTo>
                    <a:pt x="1738723" y="159773"/>
                  </a:lnTo>
                  <a:lnTo>
                    <a:pt x="1738709" y="159765"/>
                  </a:lnTo>
                  <a:lnTo>
                    <a:pt x="1738697" y="159761"/>
                  </a:lnTo>
                  <a:lnTo>
                    <a:pt x="1738683" y="159761"/>
                  </a:lnTo>
                  <a:lnTo>
                    <a:pt x="1738662" y="159764"/>
                  </a:lnTo>
                  <a:lnTo>
                    <a:pt x="1738622" y="159774"/>
                  </a:lnTo>
                  <a:lnTo>
                    <a:pt x="1738595" y="159784"/>
                  </a:lnTo>
                  <a:lnTo>
                    <a:pt x="1738576" y="159788"/>
                  </a:lnTo>
                  <a:lnTo>
                    <a:pt x="1738561" y="159788"/>
                  </a:lnTo>
                  <a:lnTo>
                    <a:pt x="1738548" y="159787"/>
                  </a:lnTo>
                  <a:lnTo>
                    <a:pt x="1738531" y="159779"/>
                  </a:lnTo>
                  <a:lnTo>
                    <a:pt x="1738515" y="159766"/>
                  </a:lnTo>
                  <a:lnTo>
                    <a:pt x="1738500" y="159751"/>
                  </a:lnTo>
                  <a:lnTo>
                    <a:pt x="1738487" y="159737"/>
                  </a:lnTo>
                  <a:lnTo>
                    <a:pt x="1738483" y="159730"/>
                  </a:lnTo>
                  <a:lnTo>
                    <a:pt x="1738480" y="159719"/>
                  </a:lnTo>
                  <a:lnTo>
                    <a:pt x="1738461" y="159579"/>
                  </a:lnTo>
                  <a:lnTo>
                    <a:pt x="1738461" y="159561"/>
                  </a:lnTo>
                  <a:lnTo>
                    <a:pt x="1738464" y="159546"/>
                  </a:lnTo>
                  <a:lnTo>
                    <a:pt x="1738503" y="159408"/>
                  </a:lnTo>
                  <a:lnTo>
                    <a:pt x="1738506" y="159400"/>
                  </a:lnTo>
                  <a:lnTo>
                    <a:pt x="1738511" y="159394"/>
                  </a:lnTo>
                  <a:lnTo>
                    <a:pt x="1738522" y="159389"/>
                  </a:lnTo>
                  <a:lnTo>
                    <a:pt x="1738548" y="159378"/>
                  </a:lnTo>
                  <a:lnTo>
                    <a:pt x="1738573" y="159363"/>
                  </a:lnTo>
                  <a:lnTo>
                    <a:pt x="1738628" y="159332"/>
                  </a:lnTo>
                  <a:lnTo>
                    <a:pt x="1738655" y="159315"/>
                  </a:lnTo>
                  <a:lnTo>
                    <a:pt x="1738781" y="159232"/>
                  </a:lnTo>
                  <a:lnTo>
                    <a:pt x="1738796" y="159222"/>
                  </a:lnTo>
                  <a:lnTo>
                    <a:pt x="1738806" y="159215"/>
                  </a:lnTo>
                  <a:lnTo>
                    <a:pt x="1738821" y="159198"/>
                  </a:lnTo>
                  <a:lnTo>
                    <a:pt x="1738822" y="159190"/>
                  </a:lnTo>
                  <a:lnTo>
                    <a:pt x="1738825" y="159176"/>
                  </a:lnTo>
                  <a:lnTo>
                    <a:pt x="1738828" y="159161"/>
                  </a:lnTo>
                  <a:lnTo>
                    <a:pt x="1738833" y="159151"/>
                  </a:lnTo>
                  <a:lnTo>
                    <a:pt x="1738845" y="159138"/>
                  </a:lnTo>
                  <a:lnTo>
                    <a:pt x="1738866" y="159124"/>
                  </a:lnTo>
                  <a:lnTo>
                    <a:pt x="1738932" y="159083"/>
                  </a:lnTo>
                  <a:lnTo>
                    <a:pt x="1738963" y="159069"/>
                  </a:lnTo>
                  <a:lnTo>
                    <a:pt x="1738986" y="159061"/>
                  </a:lnTo>
                  <a:lnTo>
                    <a:pt x="1739002" y="159060"/>
                  </a:lnTo>
                  <a:lnTo>
                    <a:pt x="1739028" y="159065"/>
                  </a:lnTo>
                  <a:lnTo>
                    <a:pt x="1739051" y="159075"/>
                  </a:lnTo>
                  <a:lnTo>
                    <a:pt x="1739159" y="159149"/>
                  </a:lnTo>
                  <a:lnTo>
                    <a:pt x="1739253" y="159214"/>
                  </a:lnTo>
                  <a:lnTo>
                    <a:pt x="1739251" y="159231"/>
                  </a:lnTo>
                  <a:lnTo>
                    <a:pt x="1739253" y="159239"/>
                  </a:lnTo>
                  <a:lnTo>
                    <a:pt x="1739263" y="159247"/>
                  </a:lnTo>
                  <a:lnTo>
                    <a:pt x="1739279" y="159254"/>
                  </a:lnTo>
                  <a:lnTo>
                    <a:pt x="1739298" y="159258"/>
                  </a:lnTo>
                  <a:lnTo>
                    <a:pt x="1739325" y="159256"/>
                  </a:lnTo>
                  <a:lnTo>
                    <a:pt x="1739367" y="159247"/>
                  </a:lnTo>
                  <a:lnTo>
                    <a:pt x="1739437" y="159226"/>
                  </a:lnTo>
                  <a:lnTo>
                    <a:pt x="1739474" y="159209"/>
                  </a:lnTo>
                  <a:lnTo>
                    <a:pt x="1739499" y="159194"/>
                  </a:lnTo>
                  <a:lnTo>
                    <a:pt x="1739523" y="159174"/>
                  </a:lnTo>
                  <a:lnTo>
                    <a:pt x="1739544" y="159155"/>
                  </a:lnTo>
                  <a:lnTo>
                    <a:pt x="1739551" y="159143"/>
                  </a:lnTo>
                  <a:lnTo>
                    <a:pt x="1739560" y="159129"/>
                  </a:lnTo>
                  <a:lnTo>
                    <a:pt x="1739565" y="159116"/>
                  </a:lnTo>
                  <a:lnTo>
                    <a:pt x="1739576" y="159100"/>
                  </a:lnTo>
                  <a:lnTo>
                    <a:pt x="1739591" y="159084"/>
                  </a:lnTo>
                  <a:lnTo>
                    <a:pt x="1739633" y="159049"/>
                  </a:lnTo>
                  <a:lnTo>
                    <a:pt x="1739662" y="159026"/>
                  </a:lnTo>
                  <a:lnTo>
                    <a:pt x="1739693" y="159008"/>
                  </a:lnTo>
                  <a:lnTo>
                    <a:pt x="1739708" y="159002"/>
                  </a:lnTo>
                  <a:lnTo>
                    <a:pt x="1739728" y="158998"/>
                  </a:lnTo>
                  <a:lnTo>
                    <a:pt x="1739760" y="158993"/>
                  </a:lnTo>
                  <a:lnTo>
                    <a:pt x="1739815" y="158990"/>
                  </a:lnTo>
                  <a:lnTo>
                    <a:pt x="1739866" y="158988"/>
                  </a:lnTo>
                  <a:lnTo>
                    <a:pt x="1739896" y="158990"/>
                  </a:lnTo>
                  <a:lnTo>
                    <a:pt x="1739920" y="158996"/>
                  </a:lnTo>
                  <a:lnTo>
                    <a:pt x="1739941" y="159008"/>
                  </a:lnTo>
                  <a:lnTo>
                    <a:pt x="1740049" y="159112"/>
                  </a:lnTo>
                  <a:lnTo>
                    <a:pt x="1740055" y="159125"/>
                  </a:lnTo>
                  <a:lnTo>
                    <a:pt x="1740093" y="159184"/>
                  </a:lnTo>
                  <a:lnTo>
                    <a:pt x="1740140" y="159216"/>
                  </a:lnTo>
                  <a:lnTo>
                    <a:pt x="1740181" y="159243"/>
                  </a:lnTo>
                  <a:lnTo>
                    <a:pt x="1740306" y="159292"/>
                  </a:lnTo>
                  <a:lnTo>
                    <a:pt x="1740482" y="159311"/>
                  </a:lnTo>
                  <a:lnTo>
                    <a:pt x="1740543" y="159306"/>
                  </a:lnTo>
                  <a:lnTo>
                    <a:pt x="1740605" y="159302"/>
                  </a:lnTo>
                  <a:lnTo>
                    <a:pt x="1740628" y="159291"/>
                  </a:lnTo>
                  <a:lnTo>
                    <a:pt x="1740644" y="159279"/>
                  </a:lnTo>
                  <a:lnTo>
                    <a:pt x="1740656" y="159265"/>
                  </a:lnTo>
                  <a:lnTo>
                    <a:pt x="1740662" y="159251"/>
                  </a:lnTo>
                  <a:lnTo>
                    <a:pt x="1740665" y="159234"/>
                  </a:lnTo>
                  <a:lnTo>
                    <a:pt x="1740664" y="159210"/>
                  </a:lnTo>
                  <a:lnTo>
                    <a:pt x="1740663" y="159189"/>
                  </a:lnTo>
                  <a:lnTo>
                    <a:pt x="1740657" y="159181"/>
                  </a:lnTo>
                  <a:lnTo>
                    <a:pt x="1740642" y="159165"/>
                  </a:lnTo>
                  <a:lnTo>
                    <a:pt x="1740620" y="159149"/>
                  </a:lnTo>
                  <a:lnTo>
                    <a:pt x="1740581" y="159124"/>
                  </a:lnTo>
                  <a:lnTo>
                    <a:pt x="1740549" y="159106"/>
                  </a:lnTo>
                  <a:lnTo>
                    <a:pt x="1740507" y="159077"/>
                  </a:lnTo>
                  <a:lnTo>
                    <a:pt x="1740481" y="159054"/>
                  </a:lnTo>
                  <a:lnTo>
                    <a:pt x="1740464" y="159032"/>
                  </a:lnTo>
                  <a:lnTo>
                    <a:pt x="1740454" y="159015"/>
                  </a:lnTo>
                  <a:lnTo>
                    <a:pt x="1740444" y="158996"/>
                  </a:lnTo>
                  <a:lnTo>
                    <a:pt x="1740431" y="158966"/>
                  </a:lnTo>
                  <a:lnTo>
                    <a:pt x="1740427" y="158946"/>
                  </a:lnTo>
                  <a:lnTo>
                    <a:pt x="1740428" y="158926"/>
                  </a:lnTo>
                  <a:lnTo>
                    <a:pt x="1740435" y="158900"/>
                  </a:lnTo>
                  <a:lnTo>
                    <a:pt x="1740444" y="158886"/>
                  </a:lnTo>
                  <a:lnTo>
                    <a:pt x="1740464" y="158866"/>
                  </a:lnTo>
                  <a:lnTo>
                    <a:pt x="1740484" y="158850"/>
                  </a:lnTo>
                  <a:lnTo>
                    <a:pt x="1740501" y="158843"/>
                  </a:lnTo>
                  <a:lnTo>
                    <a:pt x="1740515" y="158839"/>
                  </a:lnTo>
                  <a:lnTo>
                    <a:pt x="1740536" y="158836"/>
                  </a:lnTo>
                  <a:lnTo>
                    <a:pt x="1740561" y="158837"/>
                  </a:lnTo>
                  <a:lnTo>
                    <a:pt x="1740594" y="158844"/>
                  </a:lnTo>
                  <a:lnTo>
                    <a:pt x="1740629" y="158851"/>
                  </a:lnTo>
                  <a:lnTo>
                    <a:pt x="1740657" y="158851"/>
                  </a:lnTo>
                  <a:lnTo>
                    <a:pt x="1740695" y="158848"/>
                  </a:lnTo>
                  <a:lnTo>
                    <a:pt x="1740729" y="158842"/>
                  </a:lnTo>
                  <a:lnTo>
                    <a:pt x="1740965" y="158786"/>
                  </a:lnTo>
                  <a:lnTo>
                    <a:pt x="1740984" y="158777"/>
                  </a:lnTo>
                  <a:lnTo>
                    <a:pt x="1740998" y="158765"/>
                  </a:lnTo>
                  <a:lnTo>
                    <a:pt x="1741011" y="158751"/>
                  </a:lnTo>
                  <a:lnTo>
                    <a:pt x="1741014" y="158741"/>
                  </a:lnTo>
                  <a:lnTo>
                    <a:pt x="1741013" y="158731"/>
                  </a:lnTo>
                  <a:lnTo>
                    <a:pt x="1741005" y="158718"/>
                  </a:lnTo>
                  <a:lnTo>
                    <a:pt x="1740994" y="158710"/>
                  </a:lnTo>
                  <a:lnTo>
                    <a:pt x="1740959" y="158702"/>
                  </a:lnTo>
                  <a:lnTo>
                    <a:pt x="1740933" y="158692"/>
                  </a:lnTo>
                  <a:lnTo>
                    <a:pt x="1740908" y="158679"/>
                  </a:lnTo>
                  <a:lnTo>
                    <a:pt x="1740848" y="158647"/>
                  </a:lnTo>
                  <a:lnTo>
                    <a:pt x="1740806" y="158622"/>
                  </a:lnTo>
                  <a:lnTo>
                    <a:pt x="1740761" y="158591"/>
                  </a:lnTo>
                  <a:lnTo>
                    <a:pt x="1740731" y="158563"/>
                  </a:lnTo>
                  <a:lnTo>
                    <a:pt x="1740699" y="158529"/>
                  </a:lnTo>
                  <a:lnTo>
                    <a:pt x="1740678" y="158495"/>
                  </a:lnTo>
                  <a:lnTo>
                    <a:pt x="1740667" y="158470"/>
                  </a:lnTo>
                  <a:lnTo>
                    <a:pt x="1740659" y="158448"/>
                  </a:lnTo>
                  <a:lnTo>
                    <a:pt x="1740657" y="158427"/>
                  </a:lnTo>
                  <a:lnTo>
                    <a:pt x="1740661" y="158401"/>
                  </a:lnTo>
                  <a:lnTo>
                    <a:pt x="1740669" y="158378"/>
                  </a:lnTo>
                  <a:lnTo>
                    <a:pt x="1740679" y="158363"/>
                  </a:lnTo>
                  <a:lnTo>
                    <a:pt x="1740710" y="158330"/>
                  </a:lnTo>
                  <a:lnTo>
                    <a:pt x="1740733" y="158316"/>
                  </a:lnTo>
                  <a:lnTo>
                    <a:pt x="1740770" y="158298"/>
                  </a:lnTo>
                  <a:lnTo>
                    <a:pt x="1740801" y="158287"/>
                  </a:lnTo>
                  <a:lnTo>
                    <a:pt x="1740849" y="158276"/>
                  </a:lnTo>
                  <a:lnTo>
                    <a:pt x="1740877" y="158274"/>
                  </a:lnTo>
                  <a:lnTo>
                    <a:pt x="1740892" y="158277"/>
                  </a:lnTo>
                  <a:lnTo>
                    <a:pt x="1741062" y="158368"/>
                  </a:lnTo>
                  <a:lnTo>
                    <a:pt x="1741078" y="158378"/>
                  </a:lnTo>
                  <a:lnTo>
                    <a:pt x="1741085" y="158388"/>
                  </a:lnTo>
                  <a:lnTo>
                    <a:pt x="1741087" y="158406"/>
                  </a:lnTo>
                  <a:lnTo>
                    <a:pt x="1741086" y="158434"/>
                  </a:lnTo>
                  <a:lnTo>
                    <a:pt x="1741083" y="158500"/>
                  </a:lnTo>
                  <a:lnTo>
                    <a:pt x="1741085" y="158535"/>
                  </a:lnTo>
                  <a:lnTo>
                    <a:pt x="1741091" y="158554"/>
                  </a:lnTo>
                  <a:lnTo>
                    <a:pt x="1741109" y="158573"/>
                  </a:lnTo>
                  <a:lnTo>
                    <a:pt x="1741125" y="158583"/>
                  </a:lnTo>
                  <a:lnTo>
                    <a:pt x="1741155" y="158590"/>
                  </a:lnTo>
                  <a:lnTo>
                    <a:pt x="1741188" y="158589"/>
                  </a:lnTo>
                  <a:lnTo>
                    <a:pt x="1741224" y="158583"/>
                  </a:lnTo>
                  <a:lnTo>
                    <a:pt x="1741255" y="158570"/>
                  </a:lnTo>
                  <a:lnTo>
                    <a:pt x="1741286" y="158563"/>
                  </a:lnTo>
                  <a:lnTo>
                    <a:pt x="1741340" y="158557"/>
                  </a:lnTo>
                  <a:lnTo>
                    <a:pt x="1741371" y="158561"/>
                  </a:lnTo>
                  <a:lnTo>
                    <a:pt x="1741416" y="158567"/>
                  </a:lnTo>
                  <a:lnTo>
                    <a:pt x="1741475" y="158588"/>
                  </a:lnTo>
                  <a:lnTo>
                    <a:pt x="1741524" y="158606"/>
                  </a:lnTo>
                  <a:lnTo>
                    <a:pt x="1741556" y="158624"/>
                  </a:lnTo>
                  <a:lnTo>
                    <a:pt x="1741572" y="158636"/>
                  </a:lnTo>
                  <a:lnTo>
                    <a:pt x="1741593" y="158665"/>
                  </a:lnTo>
                  <a:lnTo>
                    <a:pt x="1741613" y="158696"/>
                  </a:lnTo>
                  <a:lnTo>
                    <a:pt x="1741637" y="158726"/>
                  </a:lnTo>
                  <a:lnTo>
                    <a:pt x="1741665" y="158755"/>
                  </a:lnTo>
                  <a:lnTo>
                    <a:pt x="1741690" y="158778"/>
                  </a:lnTo>
                  <a:lnTo>
                    <a:pt x="1741715" y="158790"/>
                  </a:lnTo>
                  <a:lnTo>
                    <a:pt x="1741742" y="158795"/>
                  </a:lnTo>
                  <a:lnTo>
                    <a:pt x="1741767" y="158795"/>
                  </a:lnTo>
                  <a:lnTo>
                    <a:pt x="1741919" y="158790"/>
                  </a:lnTo>
                  <a:lnTo>
                    <a:pt x="1741978" y="158774"/>
                  </a:lnTo>
                  <a:lnTo>
                    <a:pt x="1742095" y="158743"/>
                  </a:lnTo>
                  <a:lnTo>
                    <a:pt x="1742119" y="158733"/>
                  </a:lnTo>
                  <a:lnTo>
                    <a:pt x="1742137" y="158721"/>
                  </a:lnTo>
                  <a:lnTo>
                    <a:pt x="1742150" y="158704"/>
                  </a:lnTo>
                  <a:lnTo>
                    <a:pt x="1742153" y="158687"/>
                  </a:lnTo>
                  <a:lnTo>
                    <a:pt x="1742154" y="158669"/>
                  </a:lnTo>
                  <a:lnTo>
                    <a:pt x="1742139" y="158644"/>
                  </a:lnTo>
                  <a:lnTo>
                    <a:pt x="1742124" y="158620"/>
                  </a:lnTo>
                  <a:lnTo>
                    <a:pt x="1742083" y="158534"/>
                  </a:lnTo>
                  <a:lnTo>
                    <a:pt x="1742077" y="158509"/>
                  </a:lnTo>
                  <a:lnTo>
                    <a:pt x="1742072" y="158477"/>
                  </a:lnTo>
                  <a:lnTo>
                    <a:pt x="1742076" y="158448"/>
                  </a:lnTo>
                  <a:lnTo>
                    <a:pt x="1742083" y="158430"/>
                  </a:lnTo>
                  <a:lnTo>
                    <a:pt x="1742100" y="158402"/>
                  </a:lnTo>
                  <a:lnTo>
                    <a:pt x="1742111" y="158371"/>
                  </a:lnTo>
                  <a:lnTo>
                    <a:pt x="1742115" y="158353"/>
                  </a:lnTo>
                  <a:lnTo>
                    <a:pt x="1742117" y="158328"/>
                  </a:lnTo>
                  <a:lnTo>
                    <a:pt x="1742111" y="158308"/>
                  </a:lnTo>
                  <a:lnTo>
                    <a:pt x="1742095" y="158294"/>
                  </a:lnTo>
                  <a:lnTo>
                    <a:pt x="1742071" y="158285"/>
                  </a:lnTo>
                  <a:lnTo>
                    <a:pt x="1742040" y="158278"/>
                  </a:lnTo>
                  <a:lnTo>
                    <a:pt x="1741993" y="158273"/>
                  </a:lnTo>
                  <a:lnTo>
                    <a:pt x="1741966" y="158271"/>
                  </a:lnTo>
                  <a:lnTo>
                    <a:pt x="1741950" y="158267"/>
                  </a:lnTo>
                  <a:lnTo>
                    <a:pt x="1741938" y="158255"/>
                  </a:lnTo>
                  <a:lnTo>
                    <a:pt x="1741934" y="158244"/>
                  </a:lnTo>
                  <a:lnTo>
                    <a:pt x="1741936" y="158231"/>
                  </a:lnTo>
                  <a:lnTo>
                    <a:pt x="1741944" y="158219"/>
                  </a:lnTo>
                  <a:lnTo>
                    <a:pt x="1741959" y="158208"/>
                  </a:lnTo>
                  <a:lnTo>
                    <a:pt x="1741979" y="158201"/>
                  </a:lnTo>
                  <a:lnTo>
                    <a:pt x="1742008" y="158196"/>
                  </a:lnTo>
                  <a:lnTo>
                    <a:pt x="1742079" y="158194"/>
                  </a:lnTo>
                  <a:lnTo>
                    <a:pt x="1742393" y="158190"/>
                  </a:lnTo>
                  <a:lnTo>
                    <a:pt x="1742424" y="158193"/>
                  </a:lnTo>
                  <a:lnTo>
                    <a:pt x="1742434" y="158198"/>
                  </a:lnTo>
                  <a:lnTo>
                    <a:pt x="1742440" y="158203"/>
                  </a:lnTo>
                  <a:lnTo>
                    <a:pt x="1742440" y="158215"/>
                  </a:lnTo>
                  <a:lnTo>
                    <a:pt x="1742437" y="158230"/>
                  </a:lnTo>
                  <a:lnTo>
                    <a:pt x="1742424" y="158244"/>
                  </a:lnTo>
                  <a:lnTo>
                    <a:pt x="1742407" y="158263"/>
                  </a:lnTo>
                  <a:lnTo>
                    <a:pt x="1742392" y="158281"/>
                  </a:lnTo>
                  <a:lnTo>
                    <a:pt x="1742383" y="158295"/>
                  </a:lnTo>
                  <a:lnTo>
                    <a:pt x="1742384" y="158305"/>
                  </a:lnTo>
                  <a:lnTo>
                    <a:pt x="1742388" y="158319"/>
                  </a:lnTo>
                  <a:lnTo>
                    <a:pt x="1742394" y="158328"/>
                  </a:lnTo>
                  <a:lnTo>
                    <a:pt x="1742404" y="158331"/>
                  </a:lnTo>
                  <a:lnTo>
                    <a:pt x="1742418" y="158331"/>
                  </a:lnTo>
                  <a:lnTo>
                    <a:pt x="1742441" y="158328"/>
                  </a:lnTo>
                  <a:lnTo>
                    <a:pt x="1742464" y="158324"/>
                  </a:lnTo>
                  <a:lnTo>
                    <a:pt x="1742541" y="158298"/>
                  </a:lnTo>
                  <a:lnTo>
                    <a:pt x="1742561" y="158297"/>
                  </a:lnTo>
                  <a:lnTo>
                    <a:pt x="1742726" y="158266"/>
                  </a:lnTo>
                  <a:lnTo>
                    <a:pt x="1742840" y="158244"/>
                  </a:lnTo>
                  <a:lnTo>
                    <a:pt x="1742857" y="158238"/>
                  </a:lnTo>
                  <a:lnTo>
                    <a:pt x="1742880" y="158229"/>
                  </a:lnTo>
                  <a:lnTo>
                    <a:pt x="1742898" y="158222"/>
                  </a:lnTo>
                  <a:lnTo>
                    <a:pt x="1742935" y="158186"/>
                  </a:lnTo>
                  <a:lnTo>
                    <a:pt x="1742968" y="158147"/>
                  </a:lnTo>
                  <a:lnTo>
                    <a:pt x="1743059" y="158137"/>
                  </a:lnTo>
                  <a:lnTo>
                    <a:pt x="1743074" y="158135"/>
                  </a:lnTo>
                  <a:lnTo>
                    <a:pt x="1743133" y="158151"/>
                  </a:lnTo>
                  <a:lnTo>
                    <a:pt x="1743138" y="158154"/>
                  </a:lnTo>
                  <a:lnTo>
                    <a:pt x="1743171" y="158153"/>
                  </a:lnTo>
                  <a:lnTo>
                    <a:pt x="1743212" y="158138"/>
                  </a:lnTo>
                  <a:lnTo>
                    <a:pt x="1743222" y="158131"/>
                  </a:lnTo>
                  <a:lnTo>
                    <a:pt x="1743251" y="158107"/>
                  </a:lnTo>
                  <a:lnTo>
                    <a:pt x="1743281" y="158059"/>
                  </a:lnTo>
                  <a:lnTo>
                    <a:pt x="1743291" y="158045"/>
                  </a:lnTo>
                  <a:lnTo>
                    <a:pt x="1743305" y="158027"/>
                  </a:lnTo>
                  <a:lnTo>
                    <a:pt x="1743327" y="158021"/>
                  </a:lnTo>
                  <a:lnTo>
                    <a:pt x="1743354" y="158028"/>
                  </a:lnTo>
                  <a:lnTo>
                    <a:pt x="1743371" y="158033"/>
                  </a:lnTo>
                  <a:lnTo>
                    <a:pt x="1743475" y="158056"/>
                  </a:lnTo>
                  <a:lnTo>
                    <a:pt x="1743507" y="158068"/>
                  </a:lnTo>
                  <a:lnTo>
                    <a:pt x="1743525" y="158074"/>
                  </a:lnTo>
                  <a:lnTo>
                    <a:pt x="1743536" y="158076"/>
                  </a:lnTo>
                  <a:lnTo>
                    <a:pt x="1743547" y="158083"/>
                  </a:lnTo>
                  <a:lnTo>
                    <a:pt x="1743555" y="158095"/>
                  </a:lnTo>
                  <a:lnTo>
                    <a:pt x="1743567" y="158140"/>
                  </a:lnTo>
                  <a:lnTo>
                    <a:pt x="1743574" y="158172"/>
                  </a:lnTo>
                  <a:lnTo>
                    <a:pt x="1743576" y="158197"/>
                  </a:lnTo>
                  <a:lnTo>
                    <a:pt x="1743580" y="158215"/>
                  </a:lnTo>
                  <a:lnTo>
                    <a:pt x="1743585" y="158222"/>
                  </a:lnTo>
                  <a:lnTo>
                    <a:pt x="1743592" y="158229"/>
                  </a:lnTo>
                  <a:lnTo>
                    <a:pt x="1743601" y="158233"/>
                  </a:lnTo>
                  <a:lnTo>
                    <a:pt x="1743718" y="158274"/>
                  </a:lnTo>
                  <a:lnTo>
                    <a:pt x="1743729" y="158277"/>
                  </a:lnTo>
                  <a:lnTo>
                    <a:pt x="1743746" y="158273"/>
                  </a:lnTo>
                  <a:lnTo>
                    <a:pt x="1743950" y="158240"/>
                  </a:lnTo>
                  <a:lnTo>
                    <a:pt x="1743980" y="158236"/>
                  </a:lnTo>
                  <a:lnTo>
                    <a:pt x="1744081" y="158209"/>
                  </a:lnTo>
                  <a:lnTo>
                    <a:pt x="1744093" y="158203"/>
                  </a:lnTo>
                  <a:lnTo>
                    <a:pt x="1744097" y="158194"/>
                  </a:lnTo>
                  <a:lnTo>
                    <a:pt x="1744098" y="158182"/>
                  </a:lnTo>
                  <a:lnTo>
                    <a:pt x="1744091" y="158171"/>
                  </a:lnTo>
                  <a:lnTo>
                    <a:pt x="1744076" y="158158"/>
                  </a:lnTo>
                  <a:lnTo>
                    <a:pt x="1744060" y="158147"/>
                  </a:lnTo>
                  <a:lnTo>
                    <a:pt x="1744040" y="158135"/>
                  </a:lnTo>
                  <a:lnTo>
                    <a:pt x="1744034" y="158126"/>
                  </a:lnTo>
                  <a:lnTo>
                    <a:pt x="1744031" y="158111"/>
                  </a:lnTo>
                  <a:lnTo>
                    <a:pt x="1744033" y="158100"/>
                  </a:lnTo>
                  <a:lnTo>
                    <a:pt x="1744040" y="158094"/>
                  </a:lnTo>
                  <a:lnTo>
                    <a:pt x="1744053" y="158088"/>
                  </a:lnTo>
                  <a:lnTo>
                    <a:pt x="1744065" y="158085"/>
                  </a:lnTo>
                  <a:lnTo>
                    <a:pt x="1744086" y="158087"/>
                  </a:lnTo>
                  <a:lnTo>
                    <a:pt x="1744140" y="158091"/>
                  </a:lnTo>
                  <a:lnTo>
                    <a:pt x="1744170" y="158096"/>
                  </a:lnTo>
                  <a:lnTo>
                    <a:pt x="1744200" y="158105"/>
                  </a:lnTo>
                  <a:lnTo>
                    <a:pt x="1744227" y="158115"/>
                  </a:lnTo>
                  <a:lnTo>
                    <a:pt x="1744246" y="158126"/>
                  </a:lnTo>
                  <a:lnTo>
                    <a:pt x="1744263" y="158139"/>
                  </a:lnTo>
                  <a:lnTo>
                    <a:pt x="1744278" y="158159"/>
                  </a:lnTo>
                  <a:lnTo>
                    <a:pt x="1744293" y="158186"/>
                  </a:lnTo>
                  <a:lnTo>
                    <a:pt x="1744313" y="158224"/>
                  </a:lnTo>
                  <a:lnTo>
                    <a:pt x="1744325" y="158249"/>
                  </a:lnTo>
                  <a:lnTo>
                    <a:pt x="1744341" y="158275"/>
                  </a:lnTo>
                  <a:lnTo>
                    <a:pt x="1744357" y="158291"/>
                  </a:lnTo>
                  <a:lnTo>
                    <a:pt x="1744372" y="158295"/>
                  </a:lnTo>
                  <a:lnTo>
                    <a:pt x="1744392" y="158294"/>
                  </a:lnTo>
                  <a:lnTo>
                    <a:pt x="1744409" y="158290"/>
                  </a:lnTo>
                  <a:lnTo>
                    <a:pt x="1744432" y="158279"/>
                  </a:lnTo>
                  <a:lnTo>
                    <a:pt x="1744458" y="158263"/>
                  </a:lnTo>
                  <a:lnTo>
                    <a:pt x="1744483" y="158241"/>
                  </a:lnTo>
                  <a:lnTo>
                    <a:pt x="1744501" y="158227"/>
                  </a:lnTo>
                  <a:lnTo>
                    <a:pt x="1744522" y="158216"/>
                  </a:lnTo>
                  <a:lnTo>
                    <a:pt x="1744550" y="158207"/>
                  </a:lnTo>
                  <a:lnTo>
                    <a:pt x="1744574" y="158205"/>
                  </a:lnTo>
                  <a:lnTo>
                    <a:pt x="1744607" y="158207"/>
                  </a:lnTo>
                  <a:lnTo>
                    <a:pt x="1744665" y="158218"/>
                  </a:lnTo>
                  <a:lnTo>
                    <a:pt x="1744696" y="158227"/>
                  </a:lnTo>
                  <a:lnTo>
                    <a:pt x="1744730" y="158242"/>
                  </a:lnTo>
                  <a:lnTo>
                    <a:pt x="1744763" y="158258"/>
                  </a:lnTo>
                  <a:lnTo>
                    <a:pt x="1744801" y="158277"/>
                  </a:lnTo>
                  <a:lnTo>
                    <a:pt x="1744837" y="158295"/>
                  </a:lnTo>
                  <a:lnTo>
                    <a:pt x="1744860" y="158303"/>
                  </a:lnTo>
                  <a:lnTo>
                    <a:pt x="1744891" y="158309"/>
                  </a:lnTo>
                  <a:lnTo>
                    <a:pt x="1744928" y="158313"/>
                  </a:lnTo>
                  <a:lnTo>
                    <a:pt x="1744963" y="158314"/>
                  </a:lnTo>
                  <a:lnTo>
                    <a:pt x="1745001" y="158312"/>
                  </a:lnTo>
                  <a:lnTo>
                    <a:pt x="1745018" y="158306"/>
                  </a:lnTo>
                  <a:lnTo>
                    <a:pt x="1745033" y="158298"/>
                  </a:lnTo>
                  <a:lnTo>
                    <a:pt x="1745045" y="158287"/>
                  </a:lnTo>
                  <a:lnTo>
                    <a:pt x="1745067" y="158255"/>
                  </a:lnTo>
                  <a:lnTo>
                    <a:pt x="1745081" y="158229"/>
                  </a:lnTo>
                  <a:lnTo>
                    <a:pt x="1745098" y="158189"/>
                  </a:lnTo>
                  <a:lnTo>
                    <a:pt x="1745106" y="158166"/>
                  </a:lnTo>
                  <a:lnTo>
                    <a:pt x="1745121" y="158145"/>
                  </a:lnTo>
                  <a:lnTo>
                    <a:pt x="1745132" y="158134"/>
                  </a:lnTo>
                  <a:lnTo>
                    <a:pt x="1745145" y="158129"/>
                  </a:lnTo>
                  <a:lnTo>
                    <a:pt x="1745165" y="158128"/>
                  </a:lnTo>
                  <a:lnTo>
                    <a:pt x="1745186" y="158130"/>
                  </a:lnTo>
                  <a:lnTo>
                    <a:pt x="1745198" y="158137"/>
                  </a:lnTo>
                  <a:lnTo>
                    <a:pt x="1745213" y="158150"/>
                  </a:lnTo>
                  <a:lnTo>
                    <a:pt x="1745233" y="158178"/>
                  </a:lnTo>
                  <a:lnTo>
                    <a:pt x="1745250" y="158208"/>
                  </a:lnTo>
                  <a:lnTo>
                    <a:pt x="1745255" y="158224"/>
                  </a:lnTo>
                  <a:lnTo>
                    <a:pt x="1745260" y="158271"/>
                  </a:lnTo>
                  <a:lnTo>
                    <a:pt x="1745267" y="158298"/>
                  </a:lnTo>
                  <a:lnTo>
                    <a:pt x="1745280" y="158322"/>
                  </a:lnTo>
                  <a:lnTo>
                    <a:pt x="1745300" y="158354"/>
                  </a:lnTo>
                  <a:lnTo>
                    <a:pt x="1745315" y="158371"/>
                  </a:lnTo>
                  <a:lnTo>
                    <a:pt x="1745334" y="158384"/>
                  </a:lnTo>
                  <a:lnTo>
                    <a:pt x="1745352" y="158390"/>
                  </a:lnTo>
                  <a:lnTo>
                    <a:pt x="1745382" y="158394"/>
                  </a:lnTo>
                  <a:lnTo>
                    <a:pt x="1745407" y="158395"/>
                  </a:lnTo>
                  <a:lnTo>
                    <a:pt x="1745424" y="158392"/>
                  </a:lnTo>
                  <a:lnTo>
                    <a:pt x="1745441" y="158385"/>
                  </a:lnTo>
                  <a:lnTo>
                    <a:pt x="1745473" y="158358"/>
                  </a:lnTo>
                  <a:lnTo>
                    <a:pt x="1745504" y="158325"/>
                  </a:lnTo>
                  <a:lnTo>
                    <a:pt x="1745558" y="158276"/>
                  </a:lnTo>
                  <a:lnTo>
                    <a:pt x="1745582" y="158257"/>
                  </a:lnTo>
                  <a:lnTo>
                    <a:pt x="1745653" y="158210"/>
                  </a:lnTo>
                  <a:lnTo>
                    <a:pt x="1745683" y="158198"/>
                  </a:lnTo>
                  <a:lnTo>
                    <a:pt x="1745710" y="158188"/>
                  </a:lnTo>
                  <a:lnTo>
                    <a:pt x="1745732" y="158186"/>
                  </a:lnTo>
                  <a:lnTo>
                    <a:pt x="1745757" y="158188"/>
                  </a:lnTo>
                  <a:lnTo>
                    <a:pt x="1745776" y="158194"/>
                  </a:lnTo>
                  <a:lnTo>
                    <a:pt x="1745797" y="158210"/>
                  </a:lnTo>
                  <a:lnTo>
                    <a:pt x="1745813" y="158230"/>
                  </a:lnTo>
                  <a:lnTo>
                    <a:pt x="1745829" y="158255"/>
                  </a:lnTo>
                  <a:lnTo>
                    <a:pt x="1745843" y="158279"/>
                  </a:lnTo>
                  <a:lnTo>
                    <a:pt x="1745854" y="158287"/>
                  </a:lnTo>
                  <a:lnTo>
                    <a:pt x="1745875" y="158296"/>
                  </a:lnTo>
                  <a:lnTo>
                    <a:pt x="1745891" y="158297"/>
                  </a:lnTo>
                  <a:lnTo>
                    <a:pt x="1745912" y="158297"/>
                  </a:lnTo>
                  <a:lnTo>
                    <a:pt x="1745933" y="158291"/>
                  </a:lnTo>
                  <a:lnTo>
                    <a:pt x="1745959" y="158273"/>
                  </a:lnTo>
                  <a:lnTo>
                    <a:pt x="1745974" y="158255"/>
                  </a:lnTo>
                  <a:lnTo>
                    <a:pt x="1745984" y="158239"/>
                  </a:lnTo>
                  <a:lnTo>
                    <a:pt x="1745984" y="158227"/>
                  </a:lnTo>
                  <a:lnTo>
                    <a:pt x="1745983" y="158205"/>
                  </a:lnTo>
                  <a:lnTo>
                    <a:pt x="1745980" y="158178"/>
                  </a:lnTo>
                  <a:lnTo>
                    <a:pt x="1745970" y="158153"/>
                  </a:lnTo>
                  <a:lnTo>
                    <a:pt x="1745961" y="158129"/>
                  </a:lnTo>
                  <a:lnTo>
                    <a:pt x="1745960" y="158112"/>
                  </a:lnTo>
                  <a:lnTo>
                    <a:pt x="1745965" y="158090"/>
                  </a:lnTo>
                  <a:lnTo>
                    <a:pt x="1745975" y="158074"/>
                  </a:lnTo>
                  <a:lnTo>
                    <a:pt x="1746205" y="157850"/>
                  </a:lnTo>
                  <a:lnTo>
                    <a:pt x="1746224" y="157834"/>
                  </a:lnTo>
                  <a:lnTo>
                    <a:pt x="1746250" y="157821"/>
                  </a:lnTo>
                  <a:lnTo>
                    <a:pt x="1746285" y="157812"/>
                  </a:lnTo>
                  <a:lnTo>
                    <a:pt x="1746348" y="157817"/>
                  </a:lnTo>
                  <a:lnTo>
                    <a:pt x="1746533" y="157830"/>
                  </a:lnTo>
                  <a:lnTo>
                    <a:pt x="1746546" y="157833"/>
                  </a:lnTo>
                  <a:lnTo>
                    <a:pt x="1746556" y="157837"/>
                  </a:lnTo>
                  <a:lnTo>
                    <a:pt x="1746564" y="157848"/>
                  </a:lnTo>
                  <a:lnTo>
                    <a:pt x="1746570" y="157865"/>
                  </a:lnTo>
                  <a:lnTo>
                    <a:pt x="1746577" y="157915"/>
                  </a:lnTo>
                  <a:lnTo>
                    <a:pt x="1746578" y="157931"/>
                  </a:lnTo>
                  <a:lnTo>
                    <a:pt x="1746578" y="157951"/>
                  </a:lnTo>
                  <a:lnTo>
                    <a:pt x="1746578" y="157969"/>
                  </a:lnTo>
                  <a:lnTo>
                    <a:pt x="1746583" y="157984"/>
                  </a:lnTo>
                  <a:lnTo>
                    <a:pt x="1746595" y="157998"/>
                  </a:lnTo>
                  <a:lnTo>
                    <a:pt x="1746616" y="158009"/>
                  </a:lnTo>
                  <a:lnTo>
                    <a:pt x="1746649" y="158016"/>
                  </a:lnTo>
                  <a:lnTo>
                    <a:pt x="1747015" y="158075"/>
                  </a:lnTo>
                  <a:lnTo>
                    <a:pt x="1747051" y="158077"/>
                  </a:lnTo>
                  <a:lnTo>
                    <a:pt x="1747255" y="158072"/>
                  </a:lnTo>
                  <a:lnTo>
                    <a:pt x="1747274" y="158072"/>
                  </a:lnTo>
                  <a:lnTo>
                    <a:pt x="1747301" y="158067"/>
                  </a:lnTo>
                  <a:lnTo>
                    <a:pt x="1747331" y="158053"/>
                  </a:lnTo>
                  <a:lnTo>
                    <a:pt x="1747357" y="158036"/>
                  </a:lnTo>
                  <a:lnTo>
                    <a:pt x="1747378" y="158012"/>
                  </a:lnTo>
                  <a:lnTo>
                    <a:pt x="1747489" y="157888"/>
                  </a:lnTo>
                  <a:lnTo>
                    <a:pt x="1747494" y="157878"/>
                  </a:lnTo>
                  <a:lnTo>
                    <a:pt x="1747487" y="157867"/>
                  </a:lnTo>
                  <a:lnTo>
                    <a:pt x="1747456" y="157844"/>
                  </a:lnTo>
                  <a:lnTo>
                    <a:pt x="1747434" y="157830"/>
                  </a:lnTo>
                  <a:lnTo>
                    <a:pt x="1747394" y="157820"/>
                  </a:lnTo>
                  <a:lnTo>
                    <a:pt x="1747337" y="157809"/>
                  </a:lnTo>
                  <a:lnTo>
                    <a:pt x="1747291" y="157802"/>
                  </a:lnTo>
                  <a:lnTo>
                    <a:pt x="1747266" y="157796"/>
                  </a:lnTo>
                  <a:lnTo>
                    <a:pt x="1747260" y="157794"/>
                  </a:lnTo>
                  <a:lnTo>
                    <a:pt x="1747250" y="157784"/>
                  </a:lnTo>
                  <a:lnTo>
                    <a:pt x="1747246" y="157763"/>
                  </a:lnTo>
                  <a:lnTo>
                    <a:pt x="1747249" y="157746"/>
                  </a:lnTo>
                  <a:lnTo>
                    <a:pt x="1747265" y="157730"/>
                  </a:lnTo>
                  <a:lnTo>
                    <a:pt x="1747285" y="157715"/>
                  </a:lnTo>
                  <a:lnTo>
                    <a:pt x="1747308" y="157700"/>
                  </a:lnTo>
                  <a:lnTo>
                    <a:pt x="1747330" y="157695"/>
                  </a:lnTo>
                  <a:lnTo>
                    <a:pt x="1747368" y="157694"/>
                  </a:lnTo>
                  <a:lnTo>
                    <a:pt x="1747409" y="157696"/>
                  </a:lnTo>
                  <a:lnTo>
                    <a:pt x="1747558" y="157678"/>
                  </a:lnTo>
                  <a:lnTo>
                    <a:pt x="1747788" y="157634"/>
                  </a:lnTo>
                  <a:lnTo>
                    <a:pt x="1747799" y="157627"/>
                  </a:lnTo>
                  <a:lnTo>
                    <a:pt x="1747806" y="157617"/>
                  </a:lnTo>
                  <a:lnTo>
                    <a:pt x="1747808" y="157538"/>
                  </a:lnTo>
                  <a:lnTo>
                    <a:pt x="1747796" y="157447"/>
                  </a:lnTo>
                  <a:lnTo>
                    <a:pt x="1747792" y="157441"/>
                  </a:lnTo>
                  <a:lnTo>
                    <a:pt x="1747795" y="157431"/>
                  </a:lnTo>
                  <a:lnTo>
                    <a:pt x="1747812" y="157419"/>
                  </a:lnTo>
                  <a:lnTo>
                    <a:pt x="1747854" y="157409"/>
                  </a:lnTo>
                  <a:lnTo>
                    <a:pt x="1747893" y="157404"/>
                  </a:lnTo>
                  <a:lnTo>
                    <a:pt x="1747904" y="157404"/>
                  </a:lnTo>
                  <a:lnTo>
                    <a:pt x="1747914" y="157403"/>
                  </a:lnTo>
                  <a:lnTo>
                    <a:pt x="1747932" y="157404"/>
                  </a:lnTo>
                  <a:lnTo>
                    <a:pt x="1748071" y="157409"/>
                  </a:lnTo>
                  <a:lnTo>
                    <a:pt x="1748083" y="157414"/>
                  </a:lnTo>
                  <a:lnTo>
                    <a:pt x="1748096" y="157425"/>
                  </a:lnTo>
                  <a:lnTo>
                    <a:pt x="1748118" y="157439"/>
                  </a:lnTo>
                  <a:lnTo>
                    <a:pt x="1748135" y="157444"/>
                  </a:lnTo>
                  <a:lnTo>
                    <a:pt x="1748147" y="157445"/>
                  </a:lnTo>
                  <a:lnTo>
                    <a:pt x="1748153" y="157447"/>
                  </a:lnTo>
                  <a:lnTo>
                    <a:pt x="1748243" y="157460"/>
                  </a:lnTo>
                  <a:lnTo>
                    <a:pt x="1748294" y="157468"/>
                  </a:lnTo>
                  <a:lnTo>
                    <a:pt x="1748308" y="157474"/>
                  </a:lnTo>
                  <a:lnTo>
                    <a:pt x="1748348" y="157490"/>
                  </a:lnTo>
                  <a:lnTo>
                    <a:pt x="1748371" y="157488"/>
                  </a:lnTo>
                  <a:lnTo>
                    <a:pt x="1748395" y="157481"/>
                  </a:lnTo>
                  <a:lnTo>
                    <a:pt x="1748402" y="157478"/>
                  </a:lnTo>
                  <a:lnTo>
                    <a:pt x="1748409" y="157473"/>
                  </a:lnTo>
                  <a:lnTo>
                    <a:pt x="1748420" y="157464"/>
                  </a:lnTo>
                  <a:lnTo>
                    <a:pt x="1748460" y="157467"/>
                  </a:lnTo>
                  <a:lnTo>
                    <a:pt x="1748495" y="157499"/>
                  </a:lnTo>
                  <a:lnTo>
                    <a:pt x="1748531" y="157553"/>
                  </a:lnTo>
                  <a:lnTo>
                    <a:pt x="1748552" y="157568"/>
                  </a:lnTo>
                  <a:lnTo>
                    <a:pt x="1748631" y="157628"/>
                  </a:lnTo>
                  <a:lnTo>
                    <a:pt x="1748706" y="157638"/>
                  </a:lnTo>
                  <a:lnTo>
                    <a:pt x="1748787" y="157653"/>
                  </a:lnTo>
                  <a:lnTo>
                    <a:pt x="1748874" y="157680"/>
                  </a:lnTo>
                  <a:lnTo>
                    <a:pt x="1748992" y="157737"/>
                  </a:lnTo>
                  <a:lnTo>
                    <a:pt x="1749001" y="157750"/>
                  </a:lnTo>
                  <a:lnTo>
                    <a:pt x="1749021" y="157763"/>
                  </a:lnTo>
                  <a:lnTo>
                    <a:pt x="1749029" y="157769"/>
                  </a:lnTo>
                  <a:lnTo>
                    <a:pt x="1749043" y="157771"/>
                  </a:lnTo>
                  <a:lnTo>
                    <a:pt x="1749059" y="157769"/>
                  </a:lnTo>
                  <a:lnTo>
                    <a:pt x="1749076" y="157767"/>
                  </a:lnTo>
                  <a:lnTo>
                    <a:pt x="1749088" y="157710"/>
                  </a:lnTo>
                  <a:lnTo>
                    <a:pt x="1749091" y="157690"/>
                  </a:lnTo>
                  <a:lnTo>
                    <a:pt x="1749098" y="157634"/>
                  </a:lnTo>
                  <a:lnTo>
                    <a:pt x="1749101" y="157629"/>
                  </a:lnTo>
                  <a:lnTo>
                    <a:pt x="1749134" y="157581"/>
                  </a:lnTo>
                  <a:lnTo>
                    <a:pt x="1749207" y="157574"/>
                  </a:lnTo>
                  <a:lnTo>
                    <a:pt x="1749291" y="157573"/>
                  </a:lnTo>
                  <a:lnTo>
                    <a:pt x="1749310" y="157573"/>
                  </a:lnTo>
                  <a:lnTo>
                    <a:pt x="1749315" y="157572"/>
                  </a:lnTo>
                  <a:lnTo>
                    <a:pt x="1749395" y="157555"/>
                  </a:lnTo>
                  <a:lnTo>
                    <a:pt x="1749406" y="157553"/>
                  </a:lnTo>
                  <a:lnTo>
                    <a:pt x="1749470" y="157539"/>
                  </a:lnTo>
                  <a:lnTo>
                    <a:pt x="1749473" y="157534"/>
                  </a:lnTo>
                  <a:lnTo>
                    <a:pt x="1749512" y="157486"/>
                  </a:lnTo>
                  <a:lnTo>
                    <a:pt x="1749542" y="157449"/>
                  </a:lnTo>
                  <a:lnTo>
                    <a:pt x="1749546" y="157444"/>
                  </a:lnTo>
                  <a:lnTo>
                    <a:pt x="1749565" y="157430"/>
                  </a:lnTo>
                  <a:lnTo>
                    <a:pt x="1749591" y="157414"/>
                  </a:lnTo>
                  <a:lnTo>
                    <a:pt x="1749595" y="157412"/>
                  </a:lnTo>
                  <a:lnTo>
                    <a:pt x="1749622" y="157398"/>
                  </a:lnTo>
                  <a:lnTo>
                    <a:pt x="1749648" y="157389"/>
                  </a:lnTo>
                  <a:lnTo>
                    <a:pt x="1749676" y="157383"/>
                  </a:lnTo>
                  <a:lnTo>
                    <a:pt x="1749707" y="157377"/>
                  </a:lnTo>
                  <a:lnTo>
                    <a:pt x="1749749" y="157377"/>
                  </a:lnTo>
                  <a:lnTo>
                    <a:pt x="1749927" y="157382"/>
                  </a:lnTo>
                  <a:lnTo>
                    <a:pt x="1749963" y="157400"/>
                  </a:lnTo>
                  <a:lnTo>
                    <a:pt x="1749992" y="157428"/>
                  </a:lnTo>
                  <a:lnTo>
                    <a:pt x="1750009" y="157449"/>
                  </a:lnTo>
                  <a:lnTo>
                    <a:pt x="1750026" y="157456"/>
                  </a:lnTo>
                  <a:lnTo>
                    <a:pt x="1750037" y="157460"/>
                  </a:lnTo>
                  <a:lnTo>
                    <a:pt x="1750067" y="157463"/>
                  </a:lnTo>
                  <a:lnTo>
                    <a:pt x="1750080" y="157464"/>
                  </a:lnTo>
                  <a:lnTo>
                    <a:pt x="1750170" y="157424"/>
                  </a:lnTo>
                  <a:lnTo>
                    <a:pt x="1750304" y="157361"/>
                  </a:lnTo>
                  <a:lnTo>
                    <a:pt x="1750327" y="157351"/>
                  </a:lnTo>
                  <a:lnTo>
                    <a:pt x="1750333" y="157348"/>
                  </a:lnTo>
                  <a:lnTo>
                    <a:pt x="1750349" y="157307"/>
                  </a:lnTo>
                  <a:lnTo>
                    <a:pt x="1750346" y="157293"/>
                  </a:lnTo>
                  <a:lnTo>
                    <a:pt x="1750342" y="157274"/>
                  </a:lnTo>
                  <a:lnTo>
                    <a:pt x="1750341" y="157259"/>
                  </a:lnTo>
                  <a:lnTo>
                    <a:pt x="1750343" y="157238"/>
                  </a:lnTo>
                  <a:lnTo>
                    <a:pt x="1750350" y="157222"/>
                  </a:lnTo>
                  <a:lnTo>
                    <a:pt x="1750363" y="157209"/>
                  </a:lnTo>
                  <a:lnTo>
                    <a:pt x="1750384" y="157199"/>
                  </a:lnTo>
                  <a:lnTo>
                    <a:pt x="1750607" y="157181"/>
                  </a:lnTo>
                  <a:lnTo>
                    <a:pt x="1750669" y="157176"/>
                  </a:lnTo>
                  <a:lnTo>
                    <a:pt x="1750855" y="157167"/>
                  </a:lnTo>
                  <a:lnTo>
                    <a:pt x="1750863" y="157153"/>
                  </a:lnTo>
                  <a:lnTo>
                    <a:pt x="1750866" y="157136"/>
                  </a:lnTo>
                  <a:lnTo>
                    <a:pt x="1750859" y="157120"/>
                  </a:lnTo>
                  <a:lnTo>
                    <a:pt x="1750842" y="157114"/>
                  </a:lnTo>
                  <a:lnTo>
                    <a:pt x="1750806" y="157111"/>
                  </a:lnTo>
                  <a:lnTo>
                    <a:pt x="1750777" y="157111"/>
                  </a:lnTo>
                  <a:lnTo>
                    <a:pt x="1750740" y="157099"/>
                  </a:lnTo>
                  <a:lnTo>
                    <a:pt x="1750713" y="157081"/>
                  </a:lnTo>
                  <a:lnTo>
                    <a:pt x="1750686" y="157059"/>
                  </a:lnTo>
                  <a:lnTo>
                    <a:pt x="1750670" y="157041"/>
                  </a:lnTo>
                  <a:lnTo>
                    <a:pt x="1750658" y="157019"/>
                  </a:lnTo>
                  <a:lnTo>
                    <a:pt x="1750647" y="156997"/>
                  </a:lnTo>
                  <a:lnTo>
                    <a:pt x="1750642" y="156979"/>
                  </a:lnTo>
                  <a:lnTo>
                    <a:pt x="1750643" y="156958"/>
                  </a:lnTo>
                  <a:lnTo>
                    <a:pt x="1750647" y="156936"/>
                  </a:lnTo>
                  <a:lnTo>
                    <a:pt x="1750655" y="156919"/>
                  </a:lnTo>
                  <a:lnTo>
                    <a:pt x="1750665" y="156909"/>
                  </a:lnTo>
                  <a:lnTo>
                    <a:pt x="1750684" y="156902"/>
                  </a:lnTo>
                  <a:lnTo>
                    <a:pt x="1750706" y="156902"/>
                  </a:lnTo>
                  <a:lnTo>
                    <a:pt x="1750732" y="156903"/>
                  </a:lnTo>
                  <a:lnTo>
                    <a:pt x="1750764" y="156910"/>
                  </a:lnTo>
                  <a:lnTo>
                    <a:pt x="1750811" y="156923"/>
                  </a:lnTo>
                  <a:lnTo>
                    <a:pt x="1750868" y="156938"/>
                  </a:lnTo>
                  <a:lnTo>
                    <a:pt x="1750911" y="156952"/>
                  </a:lnTo>
                  <a:lnTo>
                    <a:pt x="1750960" y="156971"/>
                  </a:lnTo>
                  <a:lnTo>
                    <a:pt x="1750994" y="156987"/>
                  </a:lnTo>
                  <a:lnTo>
                    <a:pt x="1751125" y="157086"/>
                  </a:lnTo>
                  <a:lnTo>
                    <a:pt x="1751136" y="157095"/>
                  </a:lnTo>
                  <a:lnTo>
                    <a:pt x="1751140" y="157107"/>
                  </a:lnTo>
                  <a:lnTo>
                    <a:pt x="1751133" y="157118"/>
                  </a:lnTo>
                  <a:lnTo>
                    <a:pt x="1751109" y="157134"/>
                  </a:lnTo>
                  <a:lnTo>
                    <a:pt x="1751096" y="157144"/>
                  </a:lnTo>
                  <a:lnTo>
                    <a:pt x="1751092" y="157153"/>
                  </a:lnTo>
                  <a:lnTo>
                    <a:pt x="1751093" y="157159"/>
                  </a:lnTo>
                  <a:lnTo>
                    <a:pt x="1751098" y="157165"/>
                  </a:lnTo>
                  <a:lnTo>
                    <a:pt x="1751116" y="157170"/>
                  </a:lnTo>
                  <a:lnTo>
                    <a:pt x="1751147" y="157170"/>
                  </a:lnTo>
                  <a:lnTo>
                    <a:pt x="1751164" y="157169"/>
                  </a:lnTo>
                  <a:lnTo>
                    <a:pt x="1751196" y="157159"/>
                  </a:lnTo>
                  <a:lnTo>
                    <a:pt x="1751235" y="157144"/>
                  </a:lnTo>
                  <a:lnTo>
                    <a:pt x="1751259" y="157132"/>
                  </a:lnTo>
                  <a:lnTo>
                    <a:pt x="1751327" y="157096"/>
                  </a:lnTo>
                  <a:lnTo>
                    <a:pt x="1751365" y="157068"/>
                  </a:lnTo>
                  <a:lnTo>
                    <a:pt x="1751374" y="157066"/>
                  </a:lnTo>
                  <a:lnTo>
                    <a:pt x="1751451" y="156988"/>
                  </a:lnTo>
                  <a:lnTo>
                    <a:pt x="1751468" y="156981"/>
                  </a:lnTo>
                  <a:lnTo>
                    <a:pt x="1751486" y="156975"/>
                  </a:lnTo>
                  <a:lnTo>
                    <a:pt x="1751580" y="156942"/>
                  </a:lnTo>
                  <a:lnTo>
                    <a:pt x="1751624" y="156935"/>
                  </a:lnTo>
                  <a:lnTo>
                    <a:pt x="1751631" y="156937"/>
                  </a:lnTo>
                  <a:lnTo>
                    <a:pt x="1751642" y="156940"/>
                  </a:lnTo>
                  <a:lnTo>
                    <a:pt x="1751665" y="156946"/>
                  </a:lnTo>
                  <a:lnTo>
                    <a:pt x="1751690" y="157005"/>
                  </a:lnTo>
                  <a:lnTo>
                    <a:pt x="1751693" y="157012"/>
                  </a:lnTo>
                  <a:lnTo>
                    <a:pt x="1751698" y="157016"/>
                  </a:lnTo>
                  <a:lnTo>
                    <a:pt x="1751736" y="157050"/>
                  </a:lnTo>
                  <a:lnTo>
                    <a:pt x="1751761" y="157061"/>
                  </a:lnTo>
                  <a:lnTo>
                    <a:pt x="1751766" y="157063"/>
                  </a:lnTo>
                  <a:lnTo>
                    <a:pt x="1751983" y="157020"/>
                  </a:lnTo>
                  <a:lnTo>
                    <a:pt x="1752261" y="156929"/>
                  </a:lnTo>
                  <a:lnTo>
                    <a:pt x="1752288" y="156920"/>
                  </a:lnTo>
                  <a:lnTo>
                    <a:pt x="1752311" y="156901"/>
                  </a:lnTo>
                  <a:lnTo>
                    <a:pt x="1752319" y="156888"/>
                  </a:lnTo>
                  <a:lnTo>
                    <a:pt x="1752323" y="156865"/>
                  </a:lnTo>
                  <a:lnTo>
                    <a:pt x="1752325" y="156840"/>
                  </a:lnTo>
                  <a:lnTo>
                    <a:pt x="1752320" y="156819"/>
                  </a:lnTo>
                  <a:lnTo>
                    <a:pt x="1752312" y="156801"/>
                  </a:lnTo>
                  <a:lnTo>
                    <a:pt x="1752295" y="156784"/>
                  </a:lnTo>
                  <a:lnTo>
                    <a:pt x="1752300" y="156723"/>
                  </a:lnTo>
                  <a:lnTo>
                    <a:pt x="1752392" y="156637"/>
                  </a:lnTo>
                  <a:lnTo>
                    <a:pt x="1752431" y="156619"/>
                  </a:lnTo>
                  <a:lnTo>
                    <a:pt x="1752672" y="156503"/>
                  </a:lnTo>
                  <a:lnTo>
                    <a:pt x="1752689" y="156500"/>
                  </a:lnTo>
                  <a:lnTo>
                    <a:pt x="1752716" y="156501"/>
                  </a:lnTo>
                  <a:lnTo>
                    <a:pt x="1752986" y="156524"/>
                  </a:lnTo>
                  <a:lnTo>
                    <a:pt x="1753006" y="156527"/>
                  </a:lnTo>
                  <a:lnTo>
                    <a:pt x="1753026" y="156535"/>
                  </a:lnTo>
                  <a:lnTo>
                    <a:pt x="1753041" y="156549"/>
                  </a:lnTo>
                  <a:lnTo>
                    <a:pt x="1753051" y="156567"/>
                  </a:lnTo>
                  <a:lnTo>
                    <a:pt x="1753052" y="156594"/>
                  </a:lnTo>
                  <a:lnTo>
                    <a:pt x="1753050" y="156600"/>
                  </a:lnTo>
                  <a:lnTo>
                    <a:pt x="1753045" y="156610"/>
                  </a:lnTo>
                  <a:lnTo>
                    <a:pt x="1753044" y="156650"/>
                  </a:lnTo>
                  <a:lnTo>
                    <a:pt x="1753047" y="156656"/>
                  </a:lnTo>
                  <a:lnTo>
                    <a:pt x="1753056" y="156671"/>
                  </a:lnTo>
                  <a:lnTo>
                    <a:pt x="1753063" y="156682"/>
                  </a:lnTo>
                  <a:lnTo>
                    <a:pt x="1753140" y="156677"/>
                  </a:lnTo>
                  <a:lnTo>
                    <a:pt x="1753263" y="156691"/>
                  </a:lnTo>
                  <a:lnTo>
                    <a:pt x="1753268" y="156692"/>
                  </a:lnTo>
                  <a:lnTo>
                    <a:pt x="1753322" y="156697"/>
                  </a:lnTo>
                  <a:lnTo>
                    <a:pt x="1753333" y="156696"/>
                  </a:lnTo>
                  <a:lnTo>
                    <a:pt x="1753352" y="156693"/>
                  </a:lnTo>
                  <a:lnTo>
                    <a:pt x="1753372" y="156690"/>
                  </a:lnTo>
                  <a:lnTo>
                    <a:pt x="1753405" y="156683"/>
                  </a:lnTo>
                  <a:lnTo>
                    <a:pt x="1753437" y="156676"/>
                  </a:lnTo>
                  <a:lnTo>
                    <a:pt x="1753453" y="156669"/>
                  </a:lnTo>
                  <a:lnTo>
                    <a:pt x="1753460" y="156659"/>
                  </a:lnTo>
                  <a:lnTo>
                    <a:pt x="1753464" y="156647"/>
                  </a:lnTo>
                  <a:lnTo>
                    <a:pt x="1753462" y="156629"/>
                  </a:lnTo>
                  <a:lnTo>
                    <a:pt x="1753458" y="156609"/>
                  </a:lnTo>
                  <a:lnTo>
                    <a:pt x="1753420" y="156555"/>
                  </a:lnTo>
                  <a:lnTo>
                    <a:pt x="1753414" y="156546"/>
                  </a:lnTo>
                  <a:lnTo>
                    <a:pt x="1753407" y="156537"/>
                  </a:lnTo>
                  <a:lnTo>
                    <a:pt x="1753405" y="156531"/>
                  </a:lnTo>
                  <a:lnTo>
                    <a:pt x="1753405" y="156522"/>
                  </a:lnTo>
                  <a:lnTo>
                    <a:pt x="1753412" y="156510"/>
                  </a:lnTo>
                  <a:lnTo>
                    <a:pt x="1753416" y="156508"/>
                  </a:lnTo>
                  <a:lnTo>
                    <a:pt x="1753424" y="156507"/>
                  </a:lnTo>
                  <a:lnTo>
                    <a:pt x="1753439" y="156510"/>
                  </a:lnTo>
                  <a:lnTo>
                    <a:pt x="1753528" y="156522"/>
                  </a:lnTo>
                  <a:lnTo>
                    <a:pt x="1753564" y="156523"/>
                  </a:lnTo>
                  <a:lnTo>
                    <a:pt x="1753599" y="156523"/>
                  </a:lnTo>
                  <a:lnTo>
                    <a:pt x="1753671" y="156501"/>
                  </a:lnTo>
                  <a:lnTo>
                    <a:pt x="1753693" y="156503"/>
                  </a:lnTo>
                  <a:lnTo>
                    <a:pt x="1753700" y="156502"/>
                  </a:lnTo>
                  <a:lnTo>
                    <a:pt x="1753718" y="156501"/>
                  </a:lnTo>
                  <a:lnTo>
                    <a:pt x="1753734" y="156505"/>
                  </a:lnTo>
                  <a:lnTo>
                    <a:pt x="1753751" y="156514"/>
                  </a:lnTo>
                  <a:lnTo>
                    <a:pt x="1753757" y="156531"/>
                  </a:lnTo>
                  <a:lnTo>
                    <a:pt x="1753757" y="156547"/>
                  </a:lnTo>
                  <a:lnTo>
                    <a:pt x="1753791" y="156606"/>
                  </a:lnTo>
                  <a:lnTo>
                    <a:pt x="1753961" y="156587"/>
                  </a:lnTo>
                  <a:lnTo>
                    <a:pt x="1754079" y="156557"/>
                  </a:lnTo>
                  <a:lnTo>
                    <a:pt x="1754193" y="156560"/>
                  </a:lnTo>
                  <a:lnTo>
                    <a:pt x="1754448" y="156569"/>
                  </a:lnTo>
                  <a:lnTo>
                    <a:pt x="1754487" y="156575"/>
                  </a:lnTo>
                  <a:lnTo>
                    <a:pt x="1754530" y="156587"/>
                  </a:lnTo>
                  <a:lnTo>
                    <a:pt x="1754560" y="156602"/>
                  </a:lnTo>
                  <a:lnTo>
                    <a:pt x="1754588" y="156626"/>
                  </a:lnTo>
                  <a:lnTo>
                    <a:pt x="1754618" y="156658"/>
                  </a:lnTo>
                  <a:lnTo>
                    <a:pt x="1754638" y="156686"/>
                  </a:lnTo>
                  <a:lnTo>
                    <a:pt x="1754649" y="156716"/>
                  </a:lnTo>
                  <a:lnTo>
                    <a:pt x="1754649" y="156740"/>
                  </a:lnTo>
                  <a:lnTo>
                    <a:pt x="1754642" y="156752"/>
                  </a:lnTo>
                  <a:lnTo>
                    <a:pt x="1754632" y="156756"/>
                  </a:lnTo>
                  <a:lnTo>
                    <a:pt x="1754611" y="156755"/>
                  </a:lnTo>
                  <a:lnTo>
                    <a:pt x="1754580" y="156744"/>
                  </a:lnTo>
                  <a:lnTo>
                    <a:pt x="1754544" y="156725"/>
                  </a:lnTo>
                  <a:lnTo>
                    <a:pt x="1754516" y="156712"/>
                  </a:lnTo>
                  <a:lnTo>
                    <a:pt x="1754477" y="156704"/>
                  </a:lnTo>
                  <a:lnTo>
                    <a:pt x="1754435" y="156695"/>
                  </a:lnTo>
                  <a:lnTo>
                    <a:pt x="1754394" y="156691"/>
                  </a:lnTo>
                  <a:lnTo>
                    <a:pt x="1754367" y="156695"/>
                  </a:lnTo>
                  <a:lnTo>
                    <a:pt x="1754337" y="156702"/>
                  </a:lnTo>
                  <a:lnTo>
                    <a:pt x="1754319" y="156711"/>
                  </a:lnTo>
                  <a:lnTo>
                    <a:pt x="1754316" y="156719"/>
                  </a:lnTo>
                  <a:lnTo>
                    <a:pt x="1754317" y="156730"/>
                  </a:lnTo>
                  <a:lnTo>
                    <a:pt x="1754328" y="156739"/>
                  </a:lnTo>
                  <a:lnTo>
                    <a:pt x="1754393" y="156779"/>
                  </a:lnTo>
                  <a:lnTo>
                    <a:pt x="1754399" y="156782"/>
                  </a:lnTo>
                  <a:lnTo>
                    <a:pt x="1754419" y="156792"/>
                  </a:lnTo>
                  <a:lnTo>
                    <a:pt x="1754437" y="156798"/>
                  </a:lnTo>
                  <a:lnTo>
                    <a:pt x="1754447" y="156798"/>
                  </a:lnTo>
                  <a:lnTo>
                    <a:pt x="1754463" y="156807"/>
                  </a:lnTo>
                  <a:lnTo>
                    <a:pt x="1754698" y="156905"/>
                  </a:lnTo>
                  <a:lnTo>
                    <a:pt x="1754711" y="156920"/>
                  </a:lnTo>
                  <a:lnTo>
                    <a:pt x="1754720" y="156965"/>
                  </a:lnTo>
                  <a:lnTo>
                    <a:pt x="1754732" y="156974"/>
                  </a:lnTo>
                  <a:lnTo>
                    <a:pt x="1754751" y="156987"/>
                  </a:lnTo>
                  <a:lnTo>
                    <a:pt x="1754757" y="156991"/>
                  </a:lnTo>
                  <a:lnTo>
                    <a:pt x="1754763" y="156990"/>
                  </a:lnTo>
                  <a:lnTo>
                    <a:pt x="1754805" y="156982"/>
                  </a:lnTo>
                  <a:lnTo>
                    <a:pt x="1754844" y="156943"/>
                  </a:lnTo>
                  <a:lnTo>
                    <a:pt x="1754859" y="156903"/>
                  </a:lnTo>
                  <a:lnTo>
                    <a:pt x="1754881" y="156857"/>
                  </a:lnTo>
                  <a:lnTo>
                    <a:pt x="1754892" y="156834"/>
                  </a:lnTo>
                  <a:lnTo>
                    <a:pt x="1754912" y="156791"/>
                  </a:lnTo>
                  <a:lnTo>
                    <a:pt x="1754914" y="156786"/>
                  </a:lnTo>
                  <a:lnTo>
                    <a:pt x="1754948" y="156772"/>
                  </a:lnTo>
                  <a:lnTo>
                    <a:pt x="1754977" y="156766"/>
                  </a:lnTo>
                  <a:lnTo>
                    <a:pt x="1754984" y="156765"/>
                  </a:lnTo>
                  <a:lnTo>
                    <a:pt x="1754989" y="156767"/>
                  </a:lnTo>
                  <a:lnTo>
                    <a:pt x="1755021" y="156776"/>
                  </a:lnTo>
                  <a:lnTo>
                    <a:pt x="1755062" y="156826"/>
                  </a:lnTo>
                  <a:lnTo>
                    <a:pt x="1755063" y="156832"/>
                  </a:lnTo>
                  <a:lnTo>
                    <a:pt x="1755062" y="156877"/>
                  </a:lnTo>
                  <a:lnTo>
                    <a:pt x="1755061" y="156882"/>
                  </a:lnTo>
                  <a:lnTo>
                    <a:pt x="1755066" y="156883"/>
                  </a:lnTo>
                  <a:lnTo>
                    <a:pt x="1755067" y="156933"/>
                  </a:lnTo>
                  <a:lnTo>
                    <a:pt x="1755071" y="156949"/>
                  </a:lnTo>
                  <a:lnTo>
                    <a:pt x="1755141" y="157110"/>
                  </a:lnTo>
                  <a:lnTo>
                    <a:pt x="1755154" y="157122"/>
                  </a:lnTo>
                  <a:lnTo>
                    <a:pt x="1755174" y="157134"/>
                  </a:lnTo>
                  <a:lnTo>
                    <a:pt x="1755200" y="157142"/>
                  </a:lnTo>
                  <a:lnTo>
                    <a:pt x="1755242" y="157145"/>
                  </a:lnTo>
                  <a:lnTo>
                    <a:pt x="1755283" y="157142"/>
                  </a:lnTo>
                  <a:lnTo>
                    <a:pt x="1755320" y="157139"/>
                  </a:lnTo>
                  <a:lnTo>
                    <a:pt x="1755355" y="157130"/>
                  </a:lnTo>
                  <a:lnTo>
                    <a:pt x="1755395" y="157118"/>
                  </a:lnTo>
                  <a:lnTo>
                    <a:pt x="1755420" y="157105"/>
                  </a:lnTo>
                  <a:lnTo>
                    <a:pt x="1755444" y="157083"/>
                  </a:lnTo>
                  <a:lnTo>
                    <a:pt x="1755464" y="157060"/>
                  </a:lnTo>
                  <a:lnTo>
                    <a:pt x="1755473" y="157036"/>
                  </a:lnTo>
                  <a:lnTo>
                    <a:pt x="1755478" y="157008"/>
                  </a:lnTo>
                  <a:lnTo>
                    <a:pt x="1755580" y="156884"/>
                  </a:lnTo>
                  <a:lnTo>
                    <a:pt x="1755731" y="156876"/>
                  </a:lnTo>
                  <a:lnTo>
                    <a:pt x="1755960" y="156864"/>
                  </a:lnTo>
                  <a:lnTo>
                    <a:pt x="1756239" y="156885"/>
                  </a:lnTo>
                  <a:lnTo>
                    <a:pt x="1756254" y="156885"/>
                  </a:lnTo>
                  <a:lnTo>
                    <a:pt x="1756265" y="156881"/>
                  </a:lnTo>
                  <a:lnTo>
                    <a:pt x="1756484" y="156806"/>
                  </a:lnTo>
                  <a:lnTo>
                    <a:pt x="1756486" y="156800"/>
                  </a:lnTo>
                  <a:lnTo>
                    <a:pt x="1756497" y="156770"/>
                  </a:lnTo>
                  <a:lnTo>
                    <a:pt x="1756526" y="156690"/>
                  </a:lnTo>
                  <a:lnTo>
                    <a:pt x="1756563" y="156587"/>
                  </a:lnTo>
                  <a:lnTo>
                    <a:pt x="1756572" y="156577"/>
                  </a:lnTo>
                  <a:lnTo>
                    <a:pt x="1756589" y="156565"/>
                  </a:lnTo>
                  <a:lnTo>
                    <a:pt x="1756604" y="156555"/>
                  </a:lnTo>
                  <a:lnTo>
                    <a:pt x="1756618" y="156547"/>
                  </a:lnTo>
                  <a:lnTo>
                    <a:pt x="1756631" y="156543"/>
                  </a:lnTo>
                  <a:lnTo>
                    <a:pt x="1756900" y="156519"/>
                  </a:lnTo>
                  <a:lnTo>
                    <a:pt x="1756917" y="156512"/>
                  </a:lnTo>
                  <a:lnTo>
                    <a:pt x="1756938" y="156507"/>
                  </a:lnTo>
                  <a:lnTo>
                    <a:pt x="1756963" y="156509"/>
                  </a:lnTo>
                  <a:lnTo>
                    <a:pt x="1756969" y="156509"/>
                  </a:lnTo>
                  <a:lnTo>
                    <a:pt x="1756978" y="156510"/>
                  </a:lnTo>
                  <a:lnTo>
                    <a:pt x="1757160" y="156525"/>
                  </a:lnTo>
                  <a:lnTo>
                    <a:pt x="1757172" y="156528"/>
                  </a:lnTo>
                  <a:lnTo>
                    <a:pt x="1757300" y="156601"/>
                  </a:lnTo>
                  <a:lnTo>
                    <a:pt x="1757310" y="156608"/>
                  </a:lnTo>
                  <a:lnTo>
                    <a:pt x="1757318" y="156618"/>
                  </a:lnTo>
                  <a:lnTo>
                    <a:pt x="1757321" y="156629"/>
                  </a:lnTo>
                  <a:lnTo>
                    <a:pt x="1757330" y="156742"/>
                  </a:lnTo>
                  <a:lnTo>
                    <a:pt x="1757342" y="156881"/>
                  </a:lnTo>
                  <a:lnTo>
                    <a:pt x="1757350" y="156890"/>
                  </a:lnTo>
                  <a:lnTo>
                    <a:pt x="1757360" y="156903"/>
                  </a:lnTo>
                  <a:lnTo>
                    <a:pt x="1757369" y="156911"/>
                  </a:lnTo>
                  <a:lnTo>
                    <a:pt x="1757390" y="156919"/>
                  </a:lnTo>
                  <a:lnTo>
                    <a:pt x="1757420" y="156926"/>
                  </a:lnTo>
                  <a:lnTo>
                    <a:pt x="1757461" y="156932"/>
                  </a:lnTo>
                  <a:lnTo>
                    <a:pt x="1757505" y="156938"/>
                  </a:lnTo>
                  <a:lnTo>
                    <a:pt x="1757540" y="156940"/>
                  </a:lnTo>
                  <a:lnTo>
                    <a:pt x="1757555" y="156939"/>
                  </a:lnTo>
                  <a:lnTo>
                    <a:pt x="1757569" y="156934"/>
                  </a:lnTo>
                  <a:lnTo>
                    <a:pt x="1757580" y="156925"/>
                  </a:lnTo>
                  <a:lnTo>
                    <a:pt x="1757586" y="156911"/>
                  </a:lnTo>
                  <a:lnTo>
                    <a:pt x="1757589" y="156880"/>
                  </a:lnTo>
                  <a:lnTo>
                    <a:pt x="1757591" y="156839"/>
                  </a:lnTo>
                  <a:lnTo>
                    <a:pt x="1757596" y="156801"/>
                  </a:lnTo>
                  <a:lnTo>
                    <a:pt x="1757609" y="156767"/>
                  </a:lnTo>
                  <a:lnTo>
                    <a:pt x="1757625" y="156741"/>
                  </a:lnTo>
                  <a:lnTo>
                    <a:pt x="1757640" y="156719"/>
                  </a:lnTo>
                  <a:lnTo>
                    <a:pt x="1757666" y="156683"/>
                  </a:lnTo>
                  <a:lnTo>
                    <a:pt x="1757683" y="156671"/>
                  </a:lnTo>
                  <a:lnTo>
                    <a:pt x="1757699" y="156660"/>
                  </a:lnTo>
                  <a:lnTo>
                    <a:pt x="1757749" y="156633"/>
                  </a:lnTo>
                  <a:lnTo>
                    <a:pt x="1757901" y="156530"/>
                  </a:lnTo>
                  <a:lnTo>
                    <a:pt x="1757908" y="156526"/>
                  </a:lnTo>
                  <a:lnTo>
                    <a:pt x="1758027" y="156461"/>
                  </a:lnTo>
                  <a:lnTo>
                    <a:pt x="1758214" y="156413"/>
                  </a:lnTo>
                  <a:lnTo>
                    <a:pt x="1758363" y="156446"/>
                  </a:lnTo>
                  <a:lnTo>
                    <a:pt x="1758468" y="156470"/>
                  </a:lnTo>
                  <a:lnTo>
                    <a:pt x="1758737" y="156528"/>
                  </a:lnTo>
                  <a:lnTo>
                    <a:pt x="1759051" y="156503"/>
                  </a:lnTo>
                  <a:lnTo>
                    <a:pt x="1759157" y="156463"/>
                  </a:lnTo>
                  <a:lnTo>
                    <a:pt x="1759324" y="156401"/>
                  </a:lnTo>
                  <a:lnTo>
                    <a:pt x="1759394" y="156342"/>
                  </a:lnTo>
                  <a:lnTo>
                    <a:pt x="1759675" y="156213"/>
                  </a:lnTo>
                  <a:lnTo>
                    <a:pt x="1759893" y="156038"/>
                  </a:lnTo>
                  <a:lnTo>
                    <a:pt x="1760012" y="155980"/>
                  </a:lnTo>
                  <a:lnTo>
                    <a:pt x="1760099" y="155940"/>
                  </a:lnTo>
                  <a:lnTo>
                    <a:pt x="1760221" y="155781"/>
                  </a:lnTo>
                  <a:lnTo>
                    <a:pt x="1760264" y="155725"/>
                  </a:lnTo>
                  <a:lnTo>
                    <a:pt x="1760283" y="155610"/>
                  </a:lnTo>
                  <a:lnTo>
                    <a:pt x="1760275" y="155581"/>
                  </a:lnTo>
                  <a:lnTo>
                    <a:pt x="1760233" y="155411"/>
                  </a:lnTo>
                  <a:lnTo>
                    <a:pt x="1760241" y="155217"/>
                  </a:lnTo>
                  <a:lnTo>
                    <a:pt x="1760242" y="155182"/>
                  </a:lnTo>
                  <a:lnTo>
                    <a:pt x="1760303" y="155089"/>
                  </a:lnTo>
                  <a:lnTo>
                    <a:pt x="1760391" y="155018"/>
                  </a:lnTo>
                  <a:lnTo>
                    <a:pt x="1760477" y="155010"/>
                  </a:lnTo>
                  <a:lnTo>
                    <a:pt x="1760527" y="155013"/>
                  </a:lnTo>
                  <a:lnTo>
                    <a:pt x="1760690" y="155025"/>
                  </a:lnTo>
                  <a:lnTo>
                    <a:pt x="1760903" y="155060"/>
                  </a:lnTo>
                  <a:lnTo>
                    <a:pt x="1760988" y="155052"/>
                  </a:lnTo>
                  <a:lnTo>
                    <a:pt x="1761019" y="154990"/>
                  </a:lnTo>
                  <a:lnTo>
                    <a:pt x="1760981" y="154874"/>
                  </a:lnTo>
                  <a:lnTo>
                    <a:pt x="1760996" y="154717"/>
                  </a:lnTo>
                  <a:lnTo>
                    <a:pt x="1761000" y="154674"/>
                  </a:lnTo>
                  <a:lnTo>
                    <a:pt x="1761009" y="154660"/>
                  </a:lnTo>
                  <a:lnTo>
                    <a:pt x="1761128" y="154623"/>
                  </a:lnTo>
                  <a:lnTo>
                    <a:pt x="1761191" y="154631"/>
                  </a:lnTo>
                  <a:lnTo>
                    <a:pt x="1761196" y="154633"/>
                  </a:lnTo>
                  <a:lnTo>
                    <a:pt x="1761333" y="154693"/>
                  </a:lnTo>
                  <a:lnTo>
                    <a:pt x="1761483" y="154776"/>
                  </a:lnTo>
                  <a:lnTo>
                    <a:pt x="1761580" y="154837"/>
                  </a:lnTo>
                  <a:lnTo>
                    <a:pt x="1761669" y="154865"/>
                  </a:lnTo>
                  <a:lnTo>
                    <a:pt x="1761778" y="154868"/>
                  </a:lnTo>
                  <a:lnTo>
                    <a:pt x="1761806" y="154842"/>
                  </a:lnTo>
                  <a:lnTo>
                    <a:pt x="1761799" y="154809"/>
                  </a:lnTo>
                  <a:lnTo>
                    <a:pt x="1761793" y="154783"/>
                  </a:lnTo>
                  <a:lnTo>
                    <a:pt x="1761790" y="154769"/>
                  </a:lnTo>
                  <a:lnTo>
                    <a:pt x="1761749" y="154669"/>
                  </a:lnTo>
                  <a:lnTo>
                    <a:pt x="1761734" y="154603"/>
                  </a:lnTo>
                  <a:lnTo>
                    <a:pt x="1761737" y="154517"/>
                  </a:lnTo>
                  <a:lnTo>
                    <a:pt x="1761832" y="154393"/>
                  </a:lnTo>
                  <a:lnTo>
                    <a:pt x="1761969" y="154223"/>
                  </a:lnTo>
                  <a:lnTo>
                    <a:pt x="1761989" y="154181"/>
                  </a:lnTo>
                  <a:lnTo>
                    <a:pt x="1762168" y="153997"/>
                  </a:lnTo>
                  <a:lnTo>
                    <a:pt x="1762258" y="153873"/>
                  </a:lnTo>
                  <a:lnTo>
                    <a:pt x="1762325" y="153645"/>
                  </a:lnTo>
                  <a:lnTo>
                    <a:pt x="1762353" y="153516"/>
                  </a:lnTo>
                  <a:lnTo>
                    <a:pt x="1762359" y="153490"/>
                  </a:lnTo>
                  <a:lnTo>
                    <a:pt x="1762362" y="153427"/>
                  </a:lnTo>
                  <a:lnTo>
                    <a:pt x="1762376" y="153411"/>
                  </a:lnTo>
                  <a:lnTo>
                    <a:pt x="1762369" y="153396"/>
                  </a:lnTo>
                  <a:lnTo>
                    <a:pt x="1762369" y="153366"/>
                  </a:lnTo>
                  <a:lnTo>
                    <a:pt x="1762375" y="153350"/>
                  </a:lnTo>
                  <a:lnTo>
                    <a:pt x="1762388" y="153335"/>
                  </a:lnTo>
                  <a:lnTo>
                    <a:pt x="1762403" y="153323"/>
                  </a:lnTo>
                  <a:lnTo>
                    <a:pt x="1762423" y="153313"/>
                  </a:lnTo>
                  <a:lnTo>
                    <a:pt x="1762430" y="153311"/>
                  </a:lnTo>
                  <a:lnTo>
                    <a:pt x="1762483" y="153299"/>
                  </a:lnTo>
                  <a:lnTo>
                    <a:pt x="1762603" y="153273"/>
                  </a:lnTo>
                  <a:lnTo>
                    <a:pt x="1762648" y="153263"/>
                  </a:lnTo>
                  <a:lnTo>
                    <a:pt x="1762775" y="153224"/>
                  </a:lnTo>
                  <a:lnTo>
                    <a:pt x="1762892" y="153160"/>
                  </a:lnTo>
                  <a:lnTo>
                    <a:pt x="1762939" y="153119"/>
                  </a:lnTo>
                  <a:lnTo>
                    <a:pt x="1762941" y="153077"/>
                  </a:lnTo>
                  <a:lnTo>
                    <a:pt x="1762908" y="153039"/>
                  </a:lnTo>
                  <a:lnTo>
                    <a:pt x="1762875" y="153001"/>
                  </a:lnTo>
                  <a:lnTo>
                    <a:pt x="1762851" y="152985"/>
                  </a:lnTo>
                  <a:lnTo>
                    <a:pt x="1762778" y="152967"/>
                  </a:lnTo>
                  <a:lnTo>
                    <a:pt x="1762685" y="152927"/>
                  </a:lnTo>
                  <a:lnTo>
                    <a:pt x="1762610" y="152888"/>
                  </a:lnTo>
                  <a:lnTo>
                    <a:pt x="1762569" y="152844"/>
                  </a:lnTo>
                  <a:lnTo>
                    <a:pt x="1762571" y="152787"/>
                  </a:lnTo>
                  <a:lnTo>
                    <a:pt x="1762611" y="152767"/>
                  </a:lnTo>
                  <a:lnTo>
                    <a:pt x="1762667" y="152739"/>
                  </a:lnTo>
                  <a:lnTo>
                    <a:pt x="1762830" y="152743"/>
                  </a:lnTo>
                  <a:lnTo>
                    <a:pt x="1762892" y="152694"/>
                  </a:lnTo>
                  <a:lnTo>
                    <a:pt x="1762902" y="152644"/>
                  </a:lnTo>
                  <a:lnTo>
                    <a:pt x="1762846" y="152543"/>
                  </a:lnTo>
                  <a:lnTo>
                    <a:pt x="1762748" y="152434"/>
                  </a:lnTo>
                  <a:lnTo>
                    <a:pt x="1762739" y="152424"/>
                  </a:lnTo>
                  <a:lnTo>
                    <a:pt x="1762683" y="152352"/>
                  </a:lnTo>
                  <a:lnTo>
                    <a:pt x="1762652" y="152257"/>
                  </a:lnTo>
                  <a:lnTo>
                    <a:pt x="1762680" y="152195"/>
                  </a:lnTo>
                  <a:lnTo>
                    <a:pt x="1762750" y="152165"/>
                  </a:lnTo>
                  <a:lnTo>
                    <a:pt x="1762794" y="152166"/>
                  </a:lnTo>
                  <a:lnTo>
                    <a:pt x="1762887" y="152168"/>
                  </a:lnTo>
                  <a:lnTo>
                    <a:pt x="1763064" y="152247"/>
                  </a:lnTo>
                  <a:lnTo>
                    <a:pt x="1763212" y="152342"/>
                  </a:lnTo>
                  <a:lnTo>
                    <a:pt x="1763270" y="152408"/>
                  </a:lnTo>
                  <a:lnTo>
                    <a:pt x="1763384" y="152460"/>
                  </a:lnTo>
                  <a:lnTo>
                    <a:pt x="1763408" y="152471"/>
                  </a:lnTo>
                  <a:lnTo>
                    <a:pt x="1763606" y="152502"/>
                  </a:lnTo>
                  <a:lnTo>
                    <a:pt x="1763618" y="152502"/>
                  </a:lnTo>
                  <a:lnTo>
                    <a:pt x="1763780" y="152487"/>
                  </a:lnTo>
                  <a:lnTo>
                    <a:pt x="1763958" y="152496"/>
                  </a:lnTo>
                  <a:lnTo>
                    <a:pt x="1763963" y="152498"/>
                  </a:lnTo>
                  <a:lnTo>
                    <a:pt x="1764022" y="152513"/>
                  </a:lnTo>
                  <a:lnTo>
                    <a:pt x="1764070" y="152546"/>
                  </a:lnTo>
                  <a:lnTo>
                    <a:pt x="1764123" y="152614"/>
                  </a:lnTo>
                  <a:lnTo>
                    <a:pt x="1764127" y="152619"/>
                  </a:lnTo>
                  <a:lnTo>
                    <a:pt x="1764145" y="152641"/>
                  </a:lnTo>
                  <a:lnTo>
                    <a:pt x="1764185" y="152728"/>
                  </a:lnTo>
                  <a:lnTo>
                    <a:pt x="1764203" y="152733"/>
                  </a:lnTo>
                  <a:lnTo>
                    <a:pt x="1764246" y="152744"/>
                  </a:lnTo>
                  <a:lnTo>
                    <a:pt x="1764270" y="152751"/>
                  </a:lnTo>
                  <a:lnTo>
                    <a:pt x="1764310" y="152762"/>
                  </a:lnTo>
                  <a:lnTo>
                    <a:pt x="1764341" y="152771"/>
                  </a:lnTo>
                  <a:lnTo>
                    <a:pt x="1764361" y="152773"/>
                  </a:lnTo>
                  <a:lnTo>
                    <a:pt x="1764392" y="152776"/>
                  </a:lnTo>
                  <a:lnTo>
                    <a:pt x="1764438" y="152776"/>
                  </a:lnTo>
                  <a:lnTo>
                    <a:pt x="1764469" y="152763"/>
                  </a:lnTo>
                  <a:lnTo>
                    <a:pt x="1764537" y="152735"/>
                  </a:lnTo>
                  <a:lnTo>
                    <a:pt x="1764554" y="152728"/>
                  </a:lnTo>
                  <a:lnTo>
                    <a:pt x="1764568" y="152708"/>
                  </a:lnTo>
                  <a:lnTo>
                    <a:pt x="1764596" y="152666"/>
                  </a:lnTo>
                  <a:lnTo>
                    <a:pt x="1764618" y="152558"/>
                  </a:lnTo>
                  <a:lnTo>
                    <a:pt x="1764625" y="152521"/>
                  </a:lnTo>
                  <a:lnTo>
                    <a:pt x="1764640" y="152442"/>
                  </a:lnTo>
                  <a:lnTo>
                    <a:pt x="1764668" y="152309"/>
                  </a:lnTo>
                  <a:lnTo>
                    <a:pt x="1764681" y="152272"/>
                  </a:lnTo>
                  <a:lnTo>
                    <a:pt x="1764729" y="152223"/>
                  </a:lnTo>
                  <a:lnTo>
                    <a:pt x="1764766" y="152203"/>
                  </a:lnTo>
                  <a:lnTo>
                    <a:pt x="1764785" y="152189"/>
                  </a:lnTo>
                  <a:lnTo>
                    <a:pt x="1764878" y="152125"/>
                  </a:lnTo>
                  <a:lnTo>
                    <a:pt x="1764970" y="152061"/>
                  </a:lnTo>
                  <a:lnTo>
                    <a:pt x="1764985" y="152051"/>
                  </a:lnTo>
                  <a:lnTo>
                    <a:pt x="1765005" y="152042"/>
                  </a:lnTo>
                  <a:lnTo>
                    <a:pt x="1765041" y="152025"/>
                  </a:lnTo>
                  <a:lnTo>
                    <a:pt x="1765094" y="152005"/>
                  </a:lnTo>
                  <a:lnTo>
                    <a:pt x="1765128" y="151992"/>
                  </a:lnTo>
                  <a:lnTo>
                    <a:pt x="1765156" y="151984"/>
                  </a:lnTo>
                  <a:lnTo>
                    <a:pt x="1765184" y="151980"/>
                  </a:lnTo>
                  <a:lnTo>
                    <a:pt x="1765199" y="151963"/>
                  </a:lnTo>
                  <a:lnTo>
                    <a:pt x="1765205" y="151951"/>
                  </a:lnTo>
                  <a:lnTo>
                    <a:pt x="1765234" y="151864"/>
                  </a:lnTo>
                  <a:lnTo>
                    <a:pt x="1765256" y="151740"/>
                  </a:lnTo>
                  <a:lnTo>
                    <a:pt x="1765276" y="151671"/>
                  </a:lnTo>
                  <a:lnTo>
                    <a:pt x="1765320" y="151653"/>
                  </a:lnTo>
                  <a:lnTo>
                    <a:pt x="1765388" y="151637"/>
                  </a:lnTo>
                  <a:lnTo>
                    <a:pt x="1765446" y="151613"/>
                  </a:lnTo>
                  <a:lnTo>
                    <a:pt x="1765537" y="151580"/>
                  </a:lnTo>
                  <a:lnTo>
                    <a:pt x="1765542" y="151580"/>
                  </a:lnTo>
                  <a:lnTo>
                    <a:pt x="1765608" y="151572"/>
                  </a:lnTo>
                  <a:lnTo>
                    <a:pt x="1765707" y="151567"/>
                  </a:lnTo>
                  <a:lnTo>
                    <a:pt x="1765776" y="151561"/>
                  </a:lnTo>
                  <a:lnTo>
                    <a:pt x="1765801" y="151553"/>
                  </a:lnTo>
                  <a:lnTo>
                    <a:pt x="1765823" y="151537"/>
                  </a:lnTo>
                  <a:lnTo>
                    <a:pt x="1765824" y="151529"/>
                  </a:lnTo>
                  <a:lnTo>
                    <a:pt x="1765853" y="151515"/>
                  </a:lnTo>
                  <a:lnTo>
                    <a:pt x="1765949" y="151348"/>
                  </a:lnTo>
                  <a:lnTo>
                    <a:pt x="1765962" y="151329"/>
                  </a:lnTo>
                  <a:lnTo>
                    <a:pt x="1766022" y="151244"/>
                  </a:lnTo>
                  <a:lnTo>
                    <a:pt x="1766067" y="151222"/>
                  </a:lnTo>
                  <a:lnTo>
                    <a:pt x="1766103" y="151211"/>
                  </a:lnTo>
                  <a:lnTo>
                    <a:pt x="1766137" y="151208"/>
                  </a:lnTo>
                  <a:lnTo>
                    <a:pt x="1766178" y="151216"/>
                  </a:lnTo>
                  <a:lnTo>
                    <a:pt x="1766208" y="151227"/>
                  </a:lnTo>
                  <a:lnTo>
                    <a:pt x="1766220" y="151241"/>
                  </a:lnTo>
                  <a:lnTo>
                    <a:pt x="1766223" y="151256"/>
                  </a:lnTo>
                  <a:lnTo>
                    <a:pt x="1766367" y="151299"/>
                  </a:lnTo>
                  <a:lnTo>
                    <a:pt x="1766471" y="151309"/>
                  </a:lnTo>
                  <a:lnTo>
                    <a:pt x="1766539" y="151316"/>
                  </a:lnTo>
                  <a:lnTo>
                    <a:pt x="1766630" y="151298"/>
                  </a:lnTo>
                  <a:lnTo>
                    <a:pt x="1766705" y="151247"/>
                  </a:lnTo>
                  <a:lnTo>
                    <a:pt x="1766714" y="151241"/>
                  </a:lnTo>
                  <a:lnTo>
                    <a:pt x="1766792" y="151110"/>
                  </a:lnTo>
                  <a:lnTo>
                    <a:pt x="1766794" y="151071"/>
                  </a:lnTo>
                  <a:lnTo>
                    <a:pt x="1766800" y="150970"/>
                  </a:lnTo>
                  <a:lnTo>
                    <a:pt x="1766804" y="150889"/>
                  </a:lnTo>
                  <a:lnTo>
                    <a:pt x="1766828" y="150609"/>
                  </a:lnTo>
                  <a:lnTo>
                    <a:pt x="1766834" y="150549"/>
                  </a:lnTo>
                  <a:lnTo>
                    <a:pt x="1766787" y="150090"/>
                  </a:lnTo>
                  <a:lnTo>
                    <a:pt x="1766778" y="150073"/>
                  </a:lnTo>
                  <a:lnTo>
                    <a:pt x="1766790" y="150013"/>
                  </a:lnTo>
                  <a:lnTo>
                    <a:pt x="1766837" y="149981"/>
                  </a:lnTo>
                  <a:lnTo>
                    <a:pt x="1766915" y="149982"/>
                  </a:lnTo>
                  <a:lnTo>
                    <a:pt x="1767294" y="149984"/>
                  </a:lnTo>
                  <a:lnTo>
                    <a:pt x="1767557" y="149855"/>
                  </a:lnTo>
                  <a:lnTo>
                    <a:pt x="1767676" y="149743"/>
                  </a:lnTo>
                  <a:lnTo>
                    <a:pt x="1767710" y="149618"/>
                  </a:lnTo>
                  <a:lnTo>
                    <a:pt x="1767715" y="149493"/>
                  </a:lnTo>
                  <a:lnTo>
                    <a:pt x="1767719" y="149399"/>
                  </a:lnTo>
                  <a:lnTo>
                    <a:pt x="1767651" y="149314"/>
                  </a:lnTo>
                  <a:lnTo>
                    <a:pt x="1767571" y="149198"/>
                  </a:lnTo>
                  <a:lnTo>
                    <a:pt x="1767499" y="149065"/>
                  </a:lnTo>
                  <a:lnTo>
                    <a:pt x="1767514" y="148989"/>
                  </a:lnTo>
                  <a:lnTo>
                    <a:pt x="1767516" y="148982"/>
                  </a:lnTo>
                  <a:lnTo>
                    <a:pt x="1767544" y="148923"/>
                  </a:lnTo>
                  <a:lnTo>
                    <a:pt x="1767684" y="148879"/>
                  </a:lnTo>
                  <a:lnTo>
                    <a:pt x="1767976" y="148846"/>
                  </a:lnTo>
                  <a:lnTo>
                    <a:pt x="1768157" y="148851"/>
                  </a:lnTo>
                  <a:lnTo>
                    <a:pt x="1768383" y="148869"/>
                  </a:lnTo>
                  <a:lnTo>
                    <a:pt x="1768446" y="148863"/>
                  </a:lnTo>
                  <a:lnTo>
                    <a:pt x="1768610" y="148848"/>
                  </a:lnTo>
                  <a:lnTo>
                    <a:pt x="1768704" y="148818"/>
                  </a:lnTo>
                  <a:lnTo>
                    <a:pt x="1768720" y="148773"/>
                  </a:lnTo>
                  <a:lnTo>
                    <a:pt x="1768710" y="148739"/>
                  </a:lnTo>
                  <a:lnTo>
                    <a:pt x="1768672" y="148692"/>
                  </a:lnTo>
                  <a:lnTo>
                    <a:pt x="1768644" y="148657"/>
                  </a:lnTo>
                  <a:lnTo>
                    <a:pt x="1768624" y="148648"/>
                  </a:lnTo>
                  <a:lnTo>
                    <a:pt x="1768598" y="148632"/>
                  </a:lnTo>
                  <a:lnTo>
                    <a:pt x="1768562" y="148605"/>
                  </a:lnTo>
                  <a:lnTo>
                    <a:pt x="1768550" y="148592"/>
                  </a:lnTo>
                  <a:lnTo>
                    <a:pt x="1768548" y="148586"/>
                  </a:lnTo>
                  <a:lnTo>
                    <a:pt x="1768545" y="148579"/>
                  </a:lnTo>
                  <a:lnTo>
                    <a:pt x="1768543" y="148574"/>
                  </a:lnTo>
                  <a:lnTo>
                    <a:pt x="1768522" y="148537"/>
                  </a:lnTo>
                  <a:lnTo>
                    <a:pt x="1768518" y="148530"/>
                  </a:lnTo>
                  <a:lnTo>
                    <a:pt x="1768515" y="148524"/>
                  </a:lnTo>
                  <a:lnTo>
                    <a:pt x="1768513" y="148512"/>
                  </a:lnTo>
                  <a:lnTo>
                    <a:pt x="1768499" y="148491"/>
                  </a:lnTo>
                  <a:lnTo>
                    <a:pt x="1768459" y="148432"/>
                  </a:lnTo>
                  <a:lnTo>
                    <a:pt x="1768452" y="148421"/>
                  </a:lnTo>
                  <a:lnTo>
                    <a:pt x="1768438" y="148414"/>
                  </a:lnTo>
                  <a:lnTo>
                    <a:pt x="1768292" y="148219"/>
                  </a:lnTo>
                  <a:lnTo>
                    <a:pt x="1768251" y="148132"/>
                  </a:lnTo>
                  <a:lnTo>
                    <a:pt x="1768273" y="148034"/>
                  </a:lnTo>
                  <a:lnTo>
                    <a:pt x="1768349" y="147928"/>
                  </a:lnTo>
                  <a:lnTo>
                    <a:pt x="1768499" y="147841"/>
                  </a:lnTo>
                  <a:lnTo>
                    <a:pt x="1768694" y="147739"/>
                  </a:lnTo>
                  <a:lnTo>
                    <a:pt x="1769037" y="147646"/>
                  </a:lnTo>
                  <a:lnTo>
                    <a:pt x="1769118" y="147624"/>
                  </a:lnTo>
                  <a:lnTo>
                    <a:pt x="1769184" y="147599"/>
                  </a:lnTo>
                  <a:lnTo>
                    <a:pt x="1769254" y="147572"/>
                  </a:lnTo>
                  <a:lnTo>
                    <a:pt x="1769277" y="147552"/>
                  </a:lnTo>
                  <a:lnTo>
                    <a:pt x="1769302" y="147514"/>
                  </a:lnTo>
                  <a:lnTo>
                    <a:pt x="1769316" y="147482"/>
                  </a:lnTo>
                  <a:lnTo>
                    <a:pt x="1769313" y="147460"/>
                  </a:lnTo>
                  <a:lnTo>
                    <a:pt x="1769303" y="147444"/>
                  </a:lnTo>
                  <a:lnTo>
                    <a:pt x="1769292" y="147433"/>
                  </a:lnTo>
                  <a:lnTo>
                    <a:pt x="1769002" y="147242"/>
                  </a:lnTo>
                  <a:lnTo>
                    <a:pt x="1768859" y="147148"/>
                  </a:lnTo>
                  <a:lnTo>
                    <a:pt x="1768854" y="147145"/>
                  </a:lnTo>
                  <a:lnTo>
                    <a:pt x="1768759" y="147083"/>
                  </a:lnTo>
                  <a:lnTo>
                    <a:pt x="1768407" y="146844"/>
                  </a:lnTo>
                  <a:lnTo>
                    <a:pt x="1768386" y="146831"/>
                  </a:lnTo>
                  <a:lnTo>
                    <a:pt x="1768356" y="146829"/>
                  </a:lnTo>
                  <a:lnTo>
                    <a:pt x="1768334" y="146831"/>
                  </a:lnTo>
                  <a:lnTo>
                    <a:pt x="1768298" y="146841"/>
                  </a:lnTo>
                  <a:lnTo>
                    <a:pt x="1768249" y="146848"/>
                  </a:lnTo>
                  <a:lnTo>
                    <a:pt x="1768209" y="146847"/>
                  </a:lnTo>
                  <a:lnTo>
                    <a:pt x="1768164" y="146837"/>
                  </a:lnTo>
                  <a:lnTo>
                    <a:pt x="1768134" y="146816"/>
                  </a:lnTo>
                  <a:lnTo>
                    <a:pt x="1768123" y="146809"/>
                  </a:lnTo>
                  <a:lnTo>
                    <a:pt x="1768098" y="146775"/>
                  </a:lnTo>
                  <a:lnTo>
                    <a:pt x="1768096" y="146770"/>
                  </a:lnTo>
                  <a:lnTo>
                    <a:pt x="1768087" y="146733"/>
                  </a:lnTo>
                  <a:lnTo>
                    <a:pt x="1768069" y="146606"/>
                  </a:lnTo>
                  <a:lnTo>
                    <a:pt x="1768059" y="146596"/>
                  </a:lnTo>
                  <a:lnTo>
                    <a:pt x="1768047" y="146592"/>
                  </a:lnTo>
                  <a:lnTo>
                    <a:pt x="1768014" y="146594"/>
                  </a:lnTo>
                  <a:lnTo>
                    <a:pt x="1767960" y="146612"/>
                  </a:lnTo>
                  <a:lnTo>
                    <a:pt x="1767931" y="146625"/>
                  </a:lnTo>
                  <a:lnTo>
                    <a:pt x="1767884" y="146627"/>
                  </a:lnTo>
                  <a:lnTo>
                    <a:pt x="1767852" y="146624"/>
                  </a:lnTo>
                  <a:lnTo>
                    <a:pt x="1767825" y="146615"/>
                  </a:lnTo>
                  <a:lnTo>
                    <a:pt x="1767792" y="146598"/>
                  </a:lnTo>
                  <a:lnTo>
                    <a:pt x="1767758" y="146566"/>
                  </a:lnTo>
                  <a:lnTo>
                    <a:pt x="1767729" y="146516"/>
                  </a:lnTo>
                  <a:lnTo>
                    <a:pt x="1767707" y="146469"/>
                  </a:lnTo>
                  <a:lnTo>
                    <a:pt x="1767703" y="146415"/>
                  </a:lnTo>
                  <a:lnTo>
                    <a:pt x="1767706" y="146391"/>
                  </a:lnTo>
                  <a:lnTo>
                    <a:pt x="1767714" y="146367"/>
                  </a:lnTo>
                  <a:lnTo>
                    <a:pt x="1767737" y="146353"/>
                  </a:lnTo>
                  <a:lnTo>
                    <a:pt x="1767811" y="146268"/>
                  </a:lnTo>
                  <a:lnTo>
                    <a:pt x="1767909" y="146157"/>
                  </a:lnTo>
                  <a:lnTo>
                    <a:pt x="1767924" y="146126"/>
                  </a:lnTo>
                  <a:lnTo>
                    <a:pt x="1767927" y="146103"/>
                  </a:lnTo>
                  <a:lnTo>
                    <a:pt x="1767923" y="146073"/>
                  </a:lnTo>
                  <a:lnTo>
                    <a:pt x="1767891" y="146022"/>
                  </a:lnTo>
                  <a:lnTo>
                    <a:pt x="1767855" y="145986"/>
                  </a:lnTo>
                  <a:lnTo>
                    <a:pt x="1767840" y="145962"/>
                  </a:lnTo>
                  <a:lnTo>
                    <a:pt x="1767839" y="145940"/>
                  </a:lnTo>
                  <a:lnTo>
                    <a:pt x="1767840" y="145924"/>
                  </a:lnTo>
                  <a:lnTo>
                    <a:pt x="1767888" y="145740"/>
                  </a:lnTo>
                  <a:lnTo>
                    <a:pt x="1767915" y="145715"/>
                  </a:lnTo>
                  <a:lnTo>
                    <a:pt x="1767999" y="145566"/>
                  </a:lnTo>
                  <a:lnTo>
                    <a:pt x="1768006" y="145539"/>
                  </a:lnTo>
                  <a:lnTo>
                    <a:pt x="1768042" y="145504"/>
                  </a:lnTo>
                  <a:lnTo>
                    <a:pt x="1768077" y="145488"/>
                  </a:lnTo>
                  <a:lnTo>
                    <a:pt x="1768182" y="145474"/>
                  </a:lnTo>
                  <a:lnTo>
                    <a:pt x="1768256" y="145463"/>
                  </a:lnTo>
                  <a:lnTo>
                    <a:pt x="1768470" y="145392"/>
                  </a:lnTo>
                  <a:lnTo>
                    <a:pt x="1768508" y="145377"/>
                  </a:lnTo>
                  <a:lnTo>
                    <a:pt x="1768526" y="145357"/>
                  </a:lnTo>
                  <a:lnTo>
                    <a:pt x="1768531" y="145335"/>
                  </a:lnTo>
                  <a:lnTo>
                    <a:pt x="1768529" y="145311"/>
                  </a:lnTo>
                  <a:lnTo>
                    <a:pt x="1768498" y="145279"/>
                  </a:lnTo>
                  <a:lnTo>
                    <a:pt x="1768447" y="145236"/>
                  </a:lnTo>
                  <a:lnTo>
                    <a:pt x="1768418" y="145188"/>
                  </a:lnTo>
                  <a:lnTo>
                    <a:pt x="1768415" y="145161"/>
                  </a:lnTo>
                  <a:lnTo>
                    <a:pt x="1768423" y="145122"/>
                  </a:lnTo>
                  <a:lnTo>
                    <a:pt x="1768446" y="145054"/>
                  </a:lnTo>
                  <a:lnTo>
                    <a:pt x="1768455" y="145010"/>
                  </a:lnTo>
                  <a:lnTo>
                    <a:pt x="1768446" y="144980"/>
                  </a:lnTo>
                  <a:lnTo>
                    <a:pt x="1768420" y="144948"/>
                  </a:lnTo>
                  <a:lnTo>
                    <a:pt x="1768390" y="144916"/>
                  </a:lnTo>
                  <a:lnTo>
                    <a:pt x="1768360" y="144882"/>
                  </a:lnTo>
                  <a:lnTo>
                    <a:pt x="1768349" y="144855"/>
                  </a:lnTo>
                  <a:lnTo>
                    <a:pt x="1768349" y="144828"/>
                  </a:lnTo>
                  <a:lnTo>
                    <a:pt x="1768377" y="144789"/>
                  </a:lnTo>
                  <a:lnTo>
                    <a:pt x="1768417" y="144759"/>
                  </a:lnTo>
                  <a:lnTo>
                    <a:pt x="1768450" y="144746"/>
                  </a:lnTo>
                  <a:lnTo>
                    <a:pt x="1768493" y="144744"/>
                  </a:lnTo>
                  <a:lnTo>
                    <a:pt x="1768528" y="144749"/>
                  </a:lnTo>
                  <a:lnTo>
                    <a:pt x="1768568" y="144766"/>
                  </a:lnTo>
                  <a:lnTo>
                    <a:pt x="1768604" y="144792"/>
                  </a:lnTo>
                  <a:lnTo>
                    <a:pt x="1768639" y="144822"/>
                  </a:lnTo>
                  <a:lnTo>
                    <a:pt x="1768666" y="144851"/>
                  </a:lnTo>
                  <a:lnTo>
                    <a:pt x="1768701" y="144880"/>
                  </a:lnTo>
                  <a:lnTo>
                    <a:pt x="1768715" y="144890"/>
                  </a:lnTo>
                  <a:lnTo>
                    <a:pt x="1768742" y="144896"/>
                  </a:lnTo>
                  <a:lnTo>
                    <a:pt x="1768763" y="144895"/>
                  </a:lnTo>
                  <a:lnTo>
                    <a:pt x="1768789" y="144878"/>
                  </a:lnTo>
                  <a:lnTo>
                    <a:pt x="1768815" y="144848"/>
                  </a:lnTo>
                  <a:lnTo>
                    <a:pt x="1768825" y="144814"/>
                  </a:lnTo>
                  <a:lnTo>
                    <a:pt x="1768828" y="144738"/>
                  </a:lnTo>
                  <a:lnTo>
                    <a:pt x="1768829" y="144690"/>
                  </a:lnTo>
                  <a:lnTo>
                    <a:pt x="1768816" y="144646"/>
                  </a:lnTo>
                  <a:lnTo>
                    <a:pt x="1768784" y="144608"/>
                  </a:lnTo>
                  <a:lnTo>
                    <a:pt x="1768745" y="144574"/>
                  </a:lnTo>
                  <a:lnTo>
                    <a:pt x="1768694" y="144556"/>
                  </a:lnTo>
                  <a:lnTo>
                    <a:pt x="1768626" y="144542"/>
                  </a:lnTo>
                  <a:lnTo>
                    <a:pt x="1768569" y="144540"/>
                  </a:lnTo>
                  <a:lnTo>
                    <a:pt x="1768495" y="144552"/>
                  </a:lnTo>
                  <a:lnTo>
                    <a:pt x="1768398" y="144578"/>
                  </a:lnTo>
                  <a:lnTo>
                    <a:pt x="1768341" y="144580"/>
                  </a:lnTo>
                  <a:lnTo>
                    <a:pt x="1768320" y="144577"/>
                  </a:lnTo>
                  <a:lnTo>
                    <a:pt x="1768286" y="144554"/>
                  </a:lnTo>
                  <a:lnTo>
                    <a:pt x="1768249" y="144529"/>
                  </a:lnTo>
                  <a:lnTo>
                    <a:pt x="1768236" y="144509"/>
                  </a:lnTo>
                  <a:lnTo>
                    <a:pt x="1768236" y="144486"/>
                  </a:lnTo>
                  <a:lnTo>
                    <a:pt x="1768242" y="144464"/>
                  </a:lnTo>
                  <a:lnTo>
                    <a:pt x="1768318" y="144238"/>
                  </a:lnTo>
                  <a:lnTo>
                    <a:pt x="1768332" y="144213"/>
                  </a:lnTo>
                  <a:lnTo>
                    <a:pt x="1768372" y="144191"/>
                  </a:lnTo>
                  <a:lnTo>
                    <a:pt x="1768422" y="144178"/>
                  </a:lnTo>
                  <a:lnTo>
                    <a:pt x="1768491" y="144177"/>
                  </a:lnTo>
                  <a:lnTo>
                    <a:pt x="1768535" y="144173"/>
                  </a:lnTo>
                  <a:lnTo>
                    <a:pt x="1768567" y="144164"/>
                  </a:lnTo>
                  <a:lnTo>
                    <a:pt x="1768582" y="144152"/>
                  </a:lnTo>
                  <a:lnTo>
                    <a:pt x="1768587" y="144131"/>
                  </a:lnTo>
                  <a:lnTo>
                    <a:pt x="1768567" y="143920"/>
                  </a:lnTo>
                  <a:lnTo>
                    <a:pt x="1768563" y="143912"/>
                  </a:lnTo>
                  <a:lnTo>
                    <a:pt x="1768546" y="143894"/>
                  </a:lnTo>
                  <a:lnTo>
                    <a:pt x="1768496" y="143887"/>
                  </a:lnTo>
                  <a:lnTo>
                    <a:pt x="1768433" y="143880"/>
                  </a:lnTo>
                  <a:lnTo>
                    <a:pt x="1768345" y="143883"/>
                  </a:lnTo>
                  <a:lnTo>
                    <a:pt x="1768286" y="143901"/>
                  </a:lnTo>
                  <a:lnTo>
                    <a:pt x="1768243" y="143915"/>
                  </a:lnTo>
                  <a:lnTo>
                    <a:pt x="1768219" y="143917"/>
                  </a:lnTo>
                  <a:lnTo>
                    <a:pt x="1768189" y="143909"/>
                  </a:lnTo>
                  <a:lnTo>
                    <a:pt x="1768166" y="143899"/>
                  </a:lnTo>
                  <a:lnTo>
                    <a:pt x="1768117" y="143803"/>
                  </a:lnTo>
                  <a:lnTo>
                    <a:pt x="1768051" y="143785"/>
                  </a:lnTo>
                  <a:lnTo>
                    <a:pt x="1768018" y="143770"/>
                  </a:lnTo>
                  <a:lnTo>
                    <a:pt x="1767977" y="143749"/>
                  </a:lnTo>
                  <a:lnTo>
                    <a:pt x="1767945" y="143712"/>
                  </a:lnTo>
                  <a:lnTo>
                    <a:pt x="1767944" y="143705"/>
                  </a:lnTo>
                  <a:lnTo>
                    <a:pt x="1767940" y="143667"/>
                  </a:lnTo>
                  <a:lnTo>
                    <a:pt x="1767954" y="143633"/>
                  </a:lnTo>
                  <a:lnTo>
                    <a:pt x="1768001" y="143592"/>
                  </a:lnTo>
                  <a:lnTo>
                    <a:pt x="1768068" y="143570"/>
                  </a:lnTo>
                  <a:lnTo>
                    <a:pt x="1768138" y="143552"/>
                  </a:lnTo>
                  <a:lnTo>
                    <a:pt x="1768213" y="143548"/>
                  </a:lnTo>
                  <a:lnTo>
                    <a:pt x="1768567" y="143527"/>
                  </a:lnTo>
                  <a:lnTo>
                    <a:pt x="1768668" y="143523"/>
                  </a:lnTo>
                  <a:lnTo>
                    <a:pt x="1768746" y="143527"/>
                  </a:lnTo>
                  <a:lnTo>
                    <a:pt x="1768805" y="143541"/>
                  </a:lnTo>
                  <a:lnTo>
                    <a:pt x="1768867" y="143551"/>
                  </a:lnTo>
                  <a:lnTo>
                    <a:pt x="1768904" y="143555"/>
                  </a:lnTo>
                  <a:lnTo>
                    <a:pt x="1768933" y="143555"/>
                  </a:lnTo>
                  <a:lnTo>
                    <a:pt x="1768958" y="143548"/>
                  </a:lnTo>
                  <a:lnTo>
                    <a:pt x="1768974" y="143537"/>
                  </a:lnTo>
                  <a:lnTo>
                    <a:pt x="1768984" y="143519"/>
                  </a:lnTo>
                  <a:lnTo>
                    <a:pt x="1768987" y="143498"/>
                  </a:lnTo>
                  <a:lnTo>
                    <a:pt x="1768985" y="143455"/>
                  </a:lnTo>
                  <a:lnTo>
                    <a:pt x="1768962" y="143422"/>
                  </a:lnTo>
                  <a:lnTo>
                    <a:pt x="1768869" y="143353"/>
                  </a:lnTo>
                  <a:lnTo>
                    <a:pt x="1768834" y="143321"/>
                  </a:lnTo>
                  <a:lnTo>
                    <a:pt x="1768814" y="143293"/>
                  </a:lnTo>
                  <a:lnTo>
                    <a:pt x="1768810" y="143259"/>
                  </a:lnTo>
                  <a:lnTo>
                    <a:pt x="1768826" y="142998"/>
                  </a:lnTo>
                  <a:lnTo>
                    <a:pt x="1768838" y="142966"/>
                  </a:lnTo>
                  <a:lnTo>
                    <a:pt x="1768946" y="142742"/>
                  </a:lnTo>
                  <a:lnTo>
                    <a:pt x="1768962" y="142716"/>
                  </a:lnTo>
                  <a:lnTo>
                    <a:pt x="1769126" y="142632"/>
                  </a:lnTo>
                  <a:lnTo>
                    <a:pt x="1769163" y="142618"/>
                  </a:lnTo>
                  <a:lnTo>
                    <a:pt x="1769236" y="142598"/>
                  </a:lnTo>
                  <a:lnTo>
                    <a:pt x="1769339" y="142574"/>
                  </a:lnTo>
                  <a:lnTo>
                    <a:pt x="1769398" y="142573"/>
                  </a:lnTo>
                  <a:lnTo>
                    <a:pt x="1769464" y="142572"/>
                  </a:lnTo>
                  <a:lnTo>
                    <a:pt x="1769580" y="142553"/>
                  </a:lnTo>
                  <a:lnTo>
                    <a:pt x="1769615" y="142534"/>
                  </a:lnTo>
                  <a:lnTo>
                    <a:pt x="1769701" y="142484"/>
                  </a:lnTo>
                  <a:lnTo>
                    <a:pt x="1769791" y="142424"/>
                  </a:lnTo>
                  <a:lnTo>
                    <a:pt x="1769859" y="142374"/>
                  </a:lnTo>
                  <a:lnTo>
                    <a:pt x="1769874" y="142343"/>
                  </a:lnTo>
                  <a:lnTo>
                    <a:pt x="1769881" y="142298"/>
                  </a:lnTo>
                  <a:lnTo>
                    <a:pt x="1769898" y="142175"/>
                  </a:lnTo>
                  <a:lnTo>
                    <a:pt x="1769912" y="142134"/>
                  </a:lnTo>
                  <a:lnTo>
                    <a:pt x="1769939" y="142105"/>
                  </a:lnTo>
                  <a:lnTo>
                    <a:pt x="1769975" y="142079"/>
                  </a:lnTo>
                  <a:lnTo>
                    <a:pt x="1770070" y="142046"/>
                  </a:lnTo>
                  <a:lnTo>
                    <a:pt x="1770150" y="142030"/>
                  </a:lnTo>
                  <a:lnTo>
                    <a:pt x="1770221" y="142025"/>
                  </a:lnTo>
                  <a:lnTo>
                    <a:pt x="1770265" y="142018"/>
                  </a:lnTo>
                  <a:lnTo>
                    <a:pt x="1770291" y="142004"/>
                  </a:lnTo>
                  <a:lnTo>
                    <a:pt x="1770312" y="141983"/>
                  </a:lnTo>
                  <a:lnTo>
                    <a:pt x="1770318" y="141956"/>
                  </a:lnTo>
                  <a:lnTo>
                    <a:pt x="1770312" y="141927"/>
                  </a:lnTo>
                  <a:lnTo>
                    <a:pt x="1770300" y="141911"/>
                  </a:lnTo>
                  <a:lnTo>
                    <a:pt x="1770248" y="141887"/>
                  </a:lnTo>
                  <a:lnTo>
                    <a:pt x="1770162" y="141862"/>
                  </a:lnTo>
                  <a:lnTo>
                    <a:pt x="1770037" y="141848"/>
                  </a:lnTo>
                  <a:lnTo>
                    <a:pt x="1769985" y="141847"/>
                  </a:lnTo>
                  <a:lnTo>
                    <a:pt x="1769893" y="141863"/>
                  </a:lnTo>
                  <a:lnTo>
                    <a:pt x="1769747" y="141890"/>
                  </a:lnTo>
                  <a:lnTo>
                    <a:pt x="1769702" y="141890"/>
                  </a:lnTo>
                  <a:lnTo>
                    <a:pt x="1769658" y="141885"/>
                  </a:lnTo>
                  <a:lnTo>
                    <a:pt x="1769578" y="141871"/>
                  </a:lnTo>
                  <a:lnTo>
                    <a:pt x="1769479" y="141847"/>
                  </a:lnTo>
                  <a:lnTo>
                    <a:pt x="1769367" y="141792"/>
                  </a:lnTo>
                  <a:lnTo>
                    <a:pt x="1769279" y="141728"/>
                  </a:lnTo>
                  <a:lnTo>
                    <a:pt x="1769246" y="141686"/>
                  </a:lnTo>
                  <a:lnTo>
                    <a:pt x="1769235" y="141645"/>
                  </a:lnTo>
                  <a:lnTo>
                    <a:pt x="1769249" y="141606"/>
                  </a:lnTo>
                  <a:lnTo>
                    <a:pt x="1769274" y="141573"/>
                  </a:lnTo>
                  <a:lnTo>
                    <a:pt x="1769331" y="141532"/>
                  </a:lnTo>
                  <a:lnTo>
                    <a:pt x="1769386" y="141511"/>
                  </a:lnTo>
                  <a:lnTo>
                    <a:pt x="1769434" y="141510"/>
                  </a:lnTo>
                  <a:lnTo>
                    <a:pt x="1769503" y="141516"/>
                  </a:lnTo>
                  <a:lnTo>
                    <a:pt x="1769585" y="141521"/>
                  </a:lnTo>
                  <a:lnTo>
                    <a:pt x="1769655" y="141518"/>
                  </a:lnTo>
                  <a:lnTo>
                    <a:pt x="1769705" y="141504"/>
                  </a:lnTo>
                  <a:lnTo>
                    <a:pt x="1769739" y="141486"/>
                  </a:lnTo>
                  <a:lnTo>
                    <a:pt x="1769758" y="141464"/>
                  </a:lnTo>
                  <a:lnTo>
                    <a:pt x="1769762" y="141433"/>
                  </a:lnTo>
                  <a:lnTo>
                    <a:pt x="1769760" y="141125"/>
                  </a:lnTo>
                  <a:lnTo>
                    <a:pt x="1769758" y="141111"/>
                  </a:lnTo>
                  <a:lnTo>
                    <a:pt x="1769746" y="141090"/>
                  </a:lnTo>
                  <a:lnTo>
                    <a:pt x="1769725" y="141066"/>
                  </a:lnTo>
                  <a:lnTo>
                    <a:pt x="1769705" y="141046"/>
                  </a:lnTo>
                  <a:lnTo>
                    <a:pt x="1769690" y="141033"/>
                  </a:lnTo>
                  <a:lnTo>
                    <a:pt x="1769673" y="141025"/>
                  </a:lnTo>
                  <a:lnTo>
                    <a:pt x="1769646" y="141015"/>
                  </a:lnTo>
                  <a:lnTo>
                    <a:pt x="1769596" y="141001"/>
                  </a:lnTo>
                  <a:lnTo>
                    <a:pt x="1769564" y="140993"/>
                  </a:lnTo>
                  <a:lnTo>
                    <a:pt x="1769493" y="140988"/>
                  </a:lnTo>
                  <a:lnTo>
                    <a:pt x="1769458" y="140987"/>
                  </a:lnTo>
                  <a:lnTo>
                    <a:pt x="1769421" y="140985"/>
                  </a:lnTo>
                  <a:lnTo>
                    <a:pt x="1769374" y="140976"/>
                  </a:lnTo>
                  <a:lnTo>
                    <a:pt x="1769355" y="140967"/>
                  </a:lnTo>
                  <a:lnTo>
                    <a:pt x="1769338" y="140954"/>
                  </a:lnTo>
                  <a:lnTo>
                    <a:pt x="1769323" y="140943"/>
                  </a:lnTo>
                  <a:lnTo>
                    <a:pt x="1769307" y="140927"/>
                  </a:lnTo>
                  <a:lnTo>
                    <a:pt x="1769295" y="140910"/>
                  </a:lnTo>
                  <a:lnTo>
                    <a:pt x="1769281" y="140889"/>
                  </a:lnTo>
                  <a:lnTo>
                    <a:pt x="1769269" y="140860"/>
                  </a:lnTo>
                  <a:lnTo>
                    <a:pt x="1769267" y="140838"/>
                  </a:lnTo>
                  <a:lnTo>
                    <a:pt x="1769278" y="140814"/>
                  </a:lnTo>
                  <a:lnTo>
                    <a:pt x="1769307" y="140792"/>
                  </a:lnTo>
                  <a:lnTo>
                    <a:pt x="1769337" y="140776"/>
                  </a:lnTo>
                  <a:lnTo>
                    <a:pt x="1769378" y="140764"/>
                  </a:lnTo>
                  <a:lnTo>
                    <a:pt x="1769401" y="140761"/>
                  </a:lnTo>
                  <a:lnTo>
                    <a:pt x="1769439" y="140761"/>
                  </a:lnTo>
                  <a:lnTo>
                    <a:pt x="1769494" y="140773"/>
                  </a:lnTo>
                  <a:lnTo>
                    <a:pt x="1769534" y="140779"/>
                  </a:lnTo>
                  <a:lnTo>
                    <a:pt x="1769555" y="140779"/>
                  </a:lnTo>
                  <a:lnTo>
                    <a:pt x="1769589" y="140774"/>
                  </a:lnTo>
                  <a:lnTo>
                    <a:pt x="1769627" y="140765"/>
                  </a:lnTo>
                  <a:lnTo>
                    <a:pt x="1769648" y="140753"/>
                  </a:lnTo>
                  <a:lnTo>
                    <a:pt x="1769656" y="140727"/>
                  </a:lnTo>
                  <a:lnTo>
                    <a:pt x="1769658" y="140709"/>
                  </a:lnTo>
                  <a:lnTo>
                    <a:pt x="1769652" y="140693"/>
                  </a:lnTo>
                  <a:lnTo>
                    <a:pt x="1769631" y="140679"/>
                  </a:lnTo>
                  <a:lnTo>
                    <a:pt x="1769605" y="140671"/>
                  </a:lnTo>
                  <a:lnTo>
                    <a:pt x="1769570" y="140667"/>
                  </a:lnTo>
                  <a:lnTo>
                    <a:pt x="1769502" y="140660"/>
                  </a:lnTo>
                  <a:lnTo>
                    <a:pt x="1769449" y="140653"/>
                  </a:lnTo>
                  <a:lnTo>
                    <a:pt x="1769408" y="140647"/>
                  </a:lnTo>
                  <a:lnTo>
                    <a:pt x="1769382" y="140640"/>
                  </a:lnTo>
                  <a:lnTo>
                    <a:pt x="1769365" y="140635"/>
                  </a:lnTo>
                  <a:lnTo>
                    <a:pt x="1769344" y="140625"/>
                  </a:lnTo>
                  <a:lnTo>
                    <a:pt x="1769323" y="140612"/>
                  </a:lnTo>
                  <a:lnTo>
                    <a:pt x="1769306" y="140601"/>
                  </a:lnTo>
                  <a:lnTo>
                    <a:pt x="1769293" y="140586"/>
                  </a:lnTo>
                  <a:lnTo>
                    <a:pt x="1769285" y="140572"/>
                  </a:lnTo>
                  <a:lnTo>
                    <a:pt x="1769278" y="140553"/>
                  </a:lnTo>
                  <a:lnTo>
                    <a:pt x="1769274" y="140528"/>
                  </a:lnTo>
                  <a:lnTo>
                    <a:pt x="1769275" y="140504"/>
                  </a:lnTo>
                  <a:lnTo>
                    <a:pt x="1769281" y="140476"/>
                  </a:lnTo>
                  <a:lnTo>
                    <a:pt x="1769285" y="140441"/>
                  </a:lnTo>
                  <a:lnTo>
                    <a:pt x="1769283" y="140419"/>
                  </a:lnTo>
                  <a:lnTo>
                    <a:pt x="1769280" y="140397"/>
                  </a:lnTo>
                  <a:lnTo>
                    <a:pt x="1769274" y="140380"/>
                  </a:lnTo>
                  <a:lnTo>
                    <a:pt x="1769256" y="140355"/>
                  </a:lnTo>
                  <a:lnTo>
                    <a:pt x="1769243" y="140343"/>
                  </a:lnTo>
                  <a:lnTo>
                    <a:pt x="1769207" y="140321"/>
                  </a:lnTo>
                  <a:lnTo>
                    <a:pt x="1769180" y="140308"/>
                  </a:lnTo>
                  <a:lnTo>
                    <a:pt x="1769154" y="140300"/>
                  </a:lnTo>
                  <a:lnTo>
                    <a:pt x="1769113" y="140291"/>
                  </a:lnTo>
                  <a:lnTo>
                    <a:pt x="1769092" y="140290"/>
                  </a:lnTo>
                  <a:lnTo>
                    <a:pt x="1769063" y="140291"/>
                  </a:lnTo>
                  <a:lnTo>
                    <a:pt x="1769024" y="140298"/>
                  </a:lnTo>
                  <a:lnTo>
                    <a:pt x="1768987" y="140305"/>
                  </a:lnTo>
                  <a:lnTo>
                    <a:pt x="1768947" y="140316"/>
                  </a:lnTo>
                  <a:lnTo>
                    <a:pt x="1768915" y="140327"/>
                  </a:lnTo>
                  <a:lnTo>
                    <a:pt x="1768883" y="140353"/>
                  </a:lnTo>
                  <a:lnTo>
                    <a:pt x="1768860" y="140384"/>
                  </a:lnTo>
                  <a:lnTo>
                    <a:pt x="1768829" y="140404"/>
                  </a:lnTo>
                  <a:lnTo>
                    <a:pt x="1768776" y="140423"/>
                  </a:lnTo>
                  <a:lnTo>
                    <a:pt x="1768720" y="140436"/>
                  </a:lnTo>
                  <a:lnTo>
                    <a:pt x="1768647" y="140440"/>
                  </a:lnTo>
                  <a:lnTo>
                    <a:pt x="1768592" y="140440"/>
                  </a:lnTo>
                  <a:lnTo>
                    <a:pt x="1768550" y="140435"/>
                  </a:lnTo>
                  <a:lnTo>
                    <a:pt x="1768508" y="140419"/>
                  </a:lnTo>
                  <a:lnTo>
                    <a:pt x="1768477" y="140400"/>
                  </a:lnTo>
                  <a:lnTo>
                    <a:pt x="1768467" y="140394"/>
                  </a:lnTo>
                  <a:lnTo>
                    <a:pt x="1768455" y="140373"/>
                  </a:lnTo>
                  <a:lnTo>
                    <a:pt x="1768408" y="140309"/>
                  </a:lnTo>
                  <a:lnTo>
                    <a:pt x="1768394" y="140292"/>
                  </a:lnTo>
                  <a:lnTo>
                    <a:pt x="1768375" y="140274"/>
                  </a:lnTo>
                  <a:lnTo>
                    <a:pt x="1768352" y="140254"/>
                  </a:lnTo>
                  <a:lnTo>
                    <a:pt x="1768326" y="140240"/>
                  </a:lnTo>
                  <a:lnTo>
                    <a:pt x="1768305" y="140230"/>
                  </a:lnTo>
                  <a:lnTo>
                    <a:pt x="1768286" y="140223"/>
                  </a:lnTo>
                  <a:lnTo>
                    <a:pt x="1768258" y="140216"/>
                  </a:lnTo>
                  <a:lnTo>
                    <a:pt x="1768224" y="140209"/>
                  </a:lnTo>
                  <a:lnTo>
                    <a:pt x="1768185" y="140205"/>
                  </a:lnTo>
                  <a:lnTo>
                    <a:pt x="1768157" y="140203"/>
                  </a:lnTo>
                  <a:lnTo>
                    <a:pt x="1768137" y="140204"/>
                  </a:lnTo>
                  <a:lnTo>
                    <a:pt x="1768113" y="140206"/>
                  </a:lnTo>
                  <a:lnTo>
                    <a:pt x="1768085" y="140214"/>
                  </a:lnTo>
                  <a:lnTo>
                    <a:pt x="1768043" y="140232"/>
                  </a:lnTo>
                  <a:lnTo>
                    <a:pt x="1768000" y="140253"/>
                  </a:lnTo>
                  <a:lnTo>
                    <a:pt x="1767965" y="140274"/>
                  </a:lnTo>
                  <a:lnTo>
                    <a:pt x="1767940" y="140292"/>
                  </a:lnTo>
                  <a:lnTo>
                    <a:pt x="1767920" y="140312"/>
                  </a:lnTo>
                  <a:lnTo>
                    <a:pt x="1767899" y="140337"/>
                  </a:lnTo>
                  <a:lnTo>
                    <a:pt x="1767885" y="140364"/>
                  </a:lnTo>
                  <a:lnTo>
                    <a:pt x="1767870" y="140400"/>
                  </a:lnTo>
                  <a:lnTo>
                    <a:pt x="1767860" y="140431"/>
                  </a:lnTo>
                  <a:lnTo>
                    <a:pt x="1767855" y="140457"/>
                  </a:lnTo>
                  <a:lnTo>
                    <a:pt x="1767852" y="140516"/>
                  </a:lnTo>
                  <a:lnTo>
                    <a:pt x="1767851" y="140552"/>
                  </a:lnTo>
                  <a:lnTo>
                    <a:pt x="1767847" y="140594"/>
                  </a:lnTo>
                  <a:lnTo>
                    <a:pt x="1767840" y="140608"/>
                  </a:lnTo>
                  <a:lnTo>
                    <a:pt x="1767826" y="140625"/>
                  </a:lnTo>
                  <a:lnTo>
                    <a:pt x="1767801" y="140644"/>
                  </a:lnTo>
                  <a:lnTo>
                    <a:pt x="1767773" y="140656"/>
                  </a:lnTo>
                  <a:lnTo>
                    <a:pt x="1767722" y="140666"/>
                  </a:lnTo>
                  <a:lnTo>
                    <a:pt x="1767705" y="140668"/>
                  </a:lnTo>
                  <a:lnTo>
                    <a:pt x="1767685" y="140671"/>
                  </a:lnTo>
                  <a:lnTo>
                    <a:pt x="1767666" y="140669"/>
                  </a:lnTo>
                  <a:lnTo>
                    <a:pt x="1767651" y="140666"/>
                  </a:lnTo>
                  <a:lnTo>
                    <a:pt x="1767634" y="140660"/>
                  </a:lnTo>
                  <a:lnTo>
                    <a:pt x="1767612" y="140649"/>
                  </a:lnTo>
                  <a:lnTo>
                    <a:pt x="1767575" y="140618"/>
                  </a:lnTo>
                  <a:lnTo>
                    <a:pt x="1767556" y="140594"/>
                  </a:lnTo>
                  <a:lnTo>
                    <a:pt x="1767544" y="140576"/>
                  </a:lnTo>
                  <a:lnTo>
                    <a:pt x="1767529" y="140550"/>
                  </a:lnTo>
                  <a:lnTo>
                    <a:pt x="1767517" y="140527"/>
                  </a:lnTo>
                  <a:lnTo>
                    <a:pt x="1767472" y="140454"/>
                  </a:lnTo>
                  <a:lnTo>
                    <a:pt x="1767450" y="140440"/>
                  </a:lnTo>
                  <a:lnTo>
                    <a:pt x="1767419" y="140422"/>
                  </a:lnTo>
                  <a:lnTo>
                    <a:pt x="1767385" y="140413"/>
                  </a:lnTo>
                  <a:lnTo>
                    <a:pt x="1767333" y="140410"/>
                  </a:lnTo>
                  <a:lnTo>
                    <a:pt x="1767285" y="140415"/>
                  </a:lnTo>
                  <a:lnTo>
                    <a:pt x="1767238" y="140428"/>
                  </a:lnTo>
                  <a:lnTo>
                    <a:pt x="1767198" y="140445"/>
                  </a:lnTo>
                  <a:lnTo>
                    <a:pt x="1767172" y="140465"/>
                  </a:lnTo>
                  <a:lnTo>
                    <a:pt x="1767158" y="140485"/>
                  </a:lnTo>
                  <a:lnTo>
                    <a:pt x="1767153" y="140508"/>
                  </a:lnTo>
                  <a:lnTo>
                    <a:pt x="1767158" y="140530"/>
                  </a:lnTo>
                  <a:lnTo>
                    <a:pt x="1767172" y="140564"/>
                  </a:lnTo>
                  <a:lnTo>
                    <a:pt x="1767203" y="140607"/>
                  </a:lnTo>
                  <a:lnTo>
                    <a:pt x="1767240" y="140646"/>
                  </a:lnTo>
                  <a:lnTo>
                    <a:pt x="1767313" y="140731"/>
                  </a:lnTo>
                  <a:lnTo>
                    <a:pt x="1767322" y="140750"/>
                  </a:lnTo>
                  <a:lnTo>
                    <a:pt x="1767323" y="140767"/>
                  </a:lnTo>
                  <a:lnTo>
                    <a:pt x="1767318" y="140788"/>
                  </a:lnTo>
                  <a:lnTo>
                    <a:pt x="1767308" y="140808"/>
                  </a:lnTo>
                  <a:lnTo>
                    <a:pt x="1767286" y="140834"/>
                  </a:lnTo>
                  <a:lnTo>
                    <a:pt x="1767262" y="140856"/>
                  </a:lnTo>
                  <a:lnTo>
                    <a:pt x="1767232" y="140875"/>
                  </a:lnTo>
                  <a:lnTo>
                    <a:pt x="1767185" y="140893"/>
                  </a:lnTo>
                  <a:lnTo>
                    <a:pt x="1767141" y="140903"/>
                  </a:lnTo>
                  <a:lnTo>
                    <a:pt x="1767104" y="140903"/>
                  </a:lnTo>
                  <a:lnTo>
                    <a:pt x="1767073" y="140902"/>
                  </a:lnTo>
                  <a:lnTo>
                    <a:pt x="1767049" y="140894"/>
                  </a:lnTo>
                  <a:lnTo>
                    <a:pt x="1767021" y="140875"/>
                  </a:lnTo>
                  <a:lnTo>
                    <a:pt x="1767006" y="140851"/>
                  </a:lnTo>
                  <a:lnTo>
                    <a:pt x="1766991" y="140820"/>
                  </a:lnTo>
                  <a:lnTo>
                    <a:pt x="1766977" y="140773"/>
                  </a:lnTo>
                  <a:lnTo>
                    <a:pt x="1766967" y="140738"/>
                  </a:lnTo>
                  <a:lnTo>
                    <a:pt x="1766960" y="140704"/>
                  </a:lnTo>
                  <a:lnTo>
                    <a:pt x="1766962" y="140665"/>
                  </a:lnTo>
                  <a:lnTo>
                    <a:pt x="1766966" y="140621"/>
                  </a:lnTo>
                  <a:lnTo>
                    <a:pt x="1766968" y="140581"/>
                  </a:lnTo>
                  <a:lnTo>
                    <a:pt x="1766963" y="140544"/>
                  </a:lnTo>
                  <a:lnTo>
                    <a:pt x="1766951" y="140504"/>
                  </a:lnTo>
                  <a:lnTo>
                    <a:pt x="1766935" y="140473"/>
                  </a:lnTo>
                  <a:lnTo>
                    <a:pt x="1766920" y="140451"/>
                  </a:lnTo>
                  <a:lnTo>
                    <a:pt x="1766901" y="140430"/>
                  </a:lnTo>
                  <a:lnTo>
                    <a:pt x="1766889" y="140419"/>
                  </a:lnTo>
                  <a:lnTo>
                    <a:pt x="1766877" y="140410"/>
                  </a:lnTo>
                  <a:lnTo>
                    <a:pt x="1766853" y="140399"/>
                  </a:lnTo>
                  <a:lnTo>
                    <a:pt x="1766768" y="140370"/>
                  </a:lnTo>
                  <a:lnTo>
                    <a:pt x="1766643" y="140353"/>
                  </a:lnTo>
                  <a:lnTo>
                    <a:pt x="1766558" y="140329"/>
                  </a:lnTo>
                  <a:lnTo>
                    <a:pt x="1766511" y="140274"/>
                  </a:lnTo>
                  <a:lnTo>
                    <a:pt x="1766482" y="140263"/>
                  </a:lnTo>
                  <a:lnTo>
                    <a:pt x="1766355" y="140163"/>
                  </a:lnTo>
                  <a:lnTo>
                    <a:pt x="1766343" y="140153"/>
                  </a:lnTo>
                  <a:lnTo>
                    <a:pt x="1766256" y="140084"/>
                  </a:lnTo>
                  <a:lnTo>
                    <a:pt x="1766242" y="140077"/>
                  </a:lnTo>
                  <a:lnTo>
                    <a:pt x="1766123" y="140022"/>
                  </a:lnTo>
                  <a:lnTo>
                    <a:pt x="1766110" y="140019"/>
                  </a:lnTo>
                  <a:lnTo>
                    <a:pt x="1766090" y="140019"/>
                  </a:lnTo>
                  <a:lnTo>
                    <a:pt x="1766061" y="140030"/>
                  </a:lnTo>
                  <a:lnTo>
                    <a:pt x="1766019" y="140053"/>
                  </a:lnTo>
                  <a:lnTo>
                    <a:pt x="1765961" y="140086"/>
                  </a:lnTo>
                  <a:lnTo>
                    <a:pt x="1765905" y="140123"/>
                  </a:lnTo>
                  <a:lnTo>
                    <a:pt x="1765866" y="140158"/>
                  </a:lnTo>
                  <a:lnTo>
                    <a:pt x="1765857" y="140175"/>
                  </a:lnTo>
                  <a:lnTo>
                    <a:pt x="1765829" y="140248"/>
                  </a:lnTo>
                  <a:lnTo>
                    <a:pt x="1765821" y="140270"/>
                  </a:lnTo>
                  <a:lnTo>
                    <a:pt x="1765820" y="140285"/>
                  </a:lnTo>
                  <a:lnTo>
                    <a:pt x="1765829" y="140305"/>
                  </a:lnTo>
                  <a:lnTo>
                    <a:pt x="1765846" y="140331"/>
                  </a:lnTo>
                  <a:lnTo>
                    <a:pt x="1765868" y="140360"/>
                  </a:lnTo>
                  <a:lnTo>
                    <a:pt x="1765875" y="140384"/>
                  </a:lnTo>
                  <a:lnTo>
                    <a:pt x="1765880" y="140407"/>
                  </a:lnTo>
                  <a:lnTo>
                    <a:pt x="1765873" y="140432"/>
                  </a:lnTo>
                  <a:lnTo>
                    <a:pt x="1765855" y="140467"/>
                  </a:lnTo>
                  <a:lnTo>
                    <a:pt x="1765851" y="140472"/>
                  </a:lnTo>
                  <a:lnTo>
                    <a:pt x="1765831" y="140499"/>
                  </a:lnTo>
                  <a:lnTo>
                    <a:pt x="1765820" y="140513"/>
                  </a:lnTo>
                  <a:lnTo>
                    <a:pt x="1765786" y="140542"/>
                  </a:lnTo>
                  <a:lnTo>
                    <a:pt x="1765757" y="140561"/>
                  </a:lnTo>
                  <a:lnTo>
                    <a:pt x="1765725" y="140574"/>
                  </a:lnTo>
                  <a:lnTo>
                    <a:pt x="1765675" y="140584"/>
                  </a:lnTo>
                  <a:lnTo>
                    <a:pt x="1765620" y="140584"/>
                  </a:lnTo>
                  <a:lnTo>
                    <a:pt x="1765575" y="140580"/>
                  </a:lnTo>
                  <a:lnTo>
                    <a:pt x="1765537" y="140573"/>
                  </a:lnTo>
                  <a:lnTo>
                    <a:pt x="1765491" y="140570"/>
                  </a:lnTo>
                  <a:lnTo>
                    <a:pt x="1765433" y="140576"/>
                  </a:lnTo>
                  <a:lnTo>
                    <a:pt x="1765398" y="140583"/>
                  </a:lnTo>
                  <a:lnTo>
                    <a:pt x="1765372" y="140593"/>
                  </a:lnTo>
                  <a:lnTo>
                    <a:pt x="1765356" y="140604"/>
                  </a:lnTo>
                  <a:lnTo>
                    <a:pt x="1765349" y="140610"/>
                  </a:lnTo>
                  <a:lnTo>
                    <a:pt x="1765343" y="140615"/>
                  </a:lnTo>
                  <a:lnTo>
                    <a:pt x="1765326" y="140632"/>
                  </a:lnTo>
                  <a:lnTo>
                    <a:pt x="1765320" y="140660"/>
                  </a:lnTo>
                  <a:lnTo>
                    <a:pt x="1765327" y="140687"/>
                  </a:lnTo>
                  <a:lnTo>
                    <a:pt x="1765339" y="140711"/>
                  </a:lnTo>
                  <a:lnTo>
                    <a:pt x="1765356" y="140733"/>
                  </a:lnTo>
                  <a:lnTo>
                    <a:pt x="1765374" y="140749"/>
                  </a:lnTo>
                  <a:lnTo>
                    <a:pt x="1765381" y="140752"/>
                  </a:lnTo>
                  <a:lnTo>
                    <a:pt x="1765393" y="140758"/>
                  </a:lnTo>
                  <a:lnTo>
                    <a:pt x="1765495" y="140794"/>
                  </a:lnTo>
                  <a:lnTo>
                    <a:pt x="1765498" y="140814"/>
                  </a:lnTo>
                  <a:lnTo>
                    <a:pt x="1765500" y="140835"/>
                  </a:lnTo>
                  <a:lnTo>
                    <a:pt x="1765494" y="140856"/>
                  </a:lnTo>
                  <a:lnTo>
                    <a:pt x="1765487" y="140867"/>
                  </a:lnTo>
                  <a:lnTo>
                    <a:pt x="1765476" y="140884"/>
                  </a:lnTo>
                  <a:lnTo>
                    <a:pt x="1765447" y="140913"/>
                  </a:lnTo>
                  <a:lnTo>
                    <a:pt x="1765437" y="140923"/>
                  </a:lnTo>
                  <a:lnTo>
                    <a:pt x="1765410" y="140949"/>
                  </a:lnTo>
                  <a:lnTo>
                    <a:pt x="1765384" y="140966"/>
                  </a:lnTo>
                  <a:lnTo>
                    <a:pt x="1765356" y="140978"/>
                  </a:lnTo>
                  <a:lnTo>
                    <a:pt x="1765333" y="140986"/>
                  </a:lnTo>
                  <a:lnTo>
                    <a:pt x="1765300" y="140997"/>
                  </a:lnTo>
                  <a:lnTo>
                    <a:pt x="1765249" y="141004"/>
                  </a:lnTo>
                  <a:lnTo>
                    <a:pt x="1765205" y="141006"/>
                  </a:lnTo>
                  <a:lnTo>
                    <a:pt x="1765141" y="141005"/>
                  </a:lnTo>
                  <a:lnTo>
                    <a:pt x="1765058" y="140990"/>
                  </a:lnTo>
                  <a:lnTo>
                    <a:pt x="1764623" y="140892"/>
                  </a:lnTo>
                  <a:lnTo>
                    <a:pt x="1764558" y="140866"/>
                  </a:lnTo>
                  <a:lnTo>
                    <a:pt x="1764516" y="140830"/>
                  </a:lnTo>
                  <a:lnTo>
                    <a:pt x="1764480" y="140775"/>
                  </a:lnTo>
                  <a:lnTo>
                    <a:pt x="1764462" y="140735"/>
                  </a:lnTo>
                  <a:lnTo>
                    <a:pt x="1764459" y="140688"/>
                  </a:lnTo>
                  <a:lnTo>
                    <a:pt x="1764471" y="140649"/>
                  </a:lnTo>
                  <a:lnTo>
                    <a:pt x="1764498" y="140601"/>
                  </a:lnTo>
                  <a:lnTo>
                    <a:pt x="1764544" y="140555"/>
                  </a:lnTo>
                  <a:lnTo>
                    <a:pt x="1764559" y="140533"/>
                  </a:lnTo>
                  <a:lnTo>
                    <a:pt x="1764562" y="140498"/>
                  </a:lnTo>
                  <a:lnTo>
                    <a:pt x="1764565" y="140454"/>
                  </a:lnTo>
                  <a:lnTo>
                    <a:pt x="1764500" y="140120"/>
                  </a:lnTo>
                  <a:lnTo>
                    <a:pt x="1764489" y="140089"/>
                  </a:lnTo>
                  <a:lnTo>
                    <a:pt x="1764474" y="140065"/>
                  </a:lnTo>
                  <a:lnTo>
                    <a:pt x="1764454" y="140052"/>
                  </a:lnTo>
                  <a:lnTo>
                    <a:pt x="1764425" y="140042"/>
                  </a:lnTo>
                  <a:lnTo>
                    <a:pt x="1764387" y="140038"/>
                  </a:lnTo>
                  <a:lnTo>
                    <a:pt x="1764357" y="140038"/>
                  </a:lnTo>
                  <a:lnTo>
                    <a:pt x="1764310" y="140045"/>
                  </a:lnTo>
                  <a:lnTo>
                    <a:pt x="1764231" y="140063"/>
                  </a:lnTo>
                  <a:lnTo>
                    <a:pt x="1763839" y="140085"/>
                  </a:lnTo>
                  <a:lnTo>
                    <a:pt x="1763765" y="140082"/>
                  </a:lnTo>
                  <a:lnTo>
                    <a:pt x="1763727" y="140085"/>
                  </a:lnTo>
                  <a:lnTo>
                    <a:pt x="1763675" y="140099"/>
                  </a:lnTo>
                  <a:lnTo>
                    <a:pt x="1763607" y="140127"/>
                  </a:lnTo>
                  <a:lnTo>
                    <a:pt x="1763523" y="140170"/>
                  </a:lnTo>
                  <a:lnTo>
                    <a:pt x="1763449" y="140211"/>
                  </a:lnTo>
                  <a:lnTo>
                    <a:pt x="1763390" y="140248"/>
                  </a:lnTo>
                  <a:lnTo>
                    <a:pt x="1763352" y="140281"/>
                  </a:lnTo>
                  <a:lnTo>
                    <a:pt x="1763171" y="140467"/>
                  </a:lnTo>
                  <a:lnTo>
                    <a:pt x="1763019" y="140636"/>
                  </a:lnTo>
                  <a:lnTo>
                    <a:pt x="1762949" y="140714"/>
                  </a:lnTo>
                  <a:lnTo>
                    <a:pt x="1762893" y="140762"/>
                  </a:lnTo>
                  <a:lnTo>
                    <a:pt x="1762847" y="140781"/>
                  </a:lnTo>
                  <a:lnTo>
                    <a:pt x="1762791" y="140796"/>
                  </a:lnTo>
                  <a:lnTo>
                    <a:pt x="1762703" y="140806"/>
                  </a:lnTo>
                  <a:lnTo>
                    <a:pt x="1762594" y="140806"/>
                  </a:lnTo>
                  <a:lnTo>
                    <a:pt x="1762505" y="140790"/>
                  </a:lnTo>
                  <a:lnTo>
                    <a:pt x="1762434" y="140764"/>
                  </a:lnTo>
                  <a:lnTo>
                    <a:pt x="1762375" y="140727"/>
                  </a:lnTo>
                  <a:lnTo>
                    <a:pt x="1762341" y="140689"/>
                  </a:lnTo>
                  <a:lnTo>
                    <a:pt x="1762319" y="140646"/>
                  </a:lnTo>
                  <a:lnTo>
                    <a:pt x="1762316" y="140595"/>
                  </a:lnTo>
                  <a:lnTo>
                    <a:pt x="1762336" y="140540"/>
                  </a:lnTo>
                  <a:lnTo>
                    <a:pt x="1762367" y="140505"/>
                  </a:lnTo>
                  <a:lnTo>
                    <a:pt x="1762406" y="140479"/>
                  </a:lnTo>
                  <a:lnTo>
                    <a:pt x="1762474" y="140456"/>
                  </a:lnTo>
                  <a:lnTo>
                    <a:pt x="1762606" y="140422"/>
                  </a:lnTo>
                  <a:lnTo>
                    <a:pt x="1762783" y="140360"/>
                  </a:lnTo>
                  <a:lnTo>
                    <a:pt x="1762831" y="140340"/>
                  </a:lnTo>
                  <a:lnTo>
                    <a:pt x="1762880" y="140302"/>
                  </a:lnTo>
                  <a:lnTo>
                    <a:pt x="1762930" y="140251"/>
                  </a:lnTo>
                  <a:lnTo>
                    <a:pt x="1762943" y="140226"/>
                  </a:lnTo>
                  <a:lnTo>
                    <a:pt x="1762953" y="140208"/>
                  </a:lnTo>
                  <a:lnTo>
                    <a:pt x="1762953" y="140167"/>
                  </a:lnTo>
                  <a:lnTo>
                    <a:pt x="1762941" y="140138"/>
                  </a:lnTo>
                  <a:lnTo>
                    <a:pt x="1762916" y="140119"/>
                  </a:lnTo>
                  <a:lnTo>
                    <a:pt x="1762881" y="140115"/>
                  </a:lnTo>
                  <a:lnTo>
                    <a:pt x="1762849" y="140117"/>
                  </a:lnTo>
                  <a:lnTo>
                    <a:pt x="1762784" y="140133"/>
                  </a:lnTo>
                  <a:lnTo>
                    <a:pt x="1762741" y="140149"/>
                  </a:lnTo>
                  <a:lnTo>
                    <a:pt x="1762704" y="140163"/>
                  </a:lnTo>
                  <a:lnTo>
                    <a:pt x="1762612" y="140200"/>
                  </a:lnTo>
                  <a:lnTo>
                    <a:pt x="1762515" y="140253"/>
                  </a:lnTo>
                  <a:lnTo>
                    <a:pt x="1762426" y="140297"/>
                  </a:lnTo>
                  <a:lnTo>
                    <a:pt x="1762372" y="140318"/>
                  </a:lnTo>
                  <a:lnTo>
                    <a:pt x="1762308" y="140332"/>
                  </a:lnTo>
                  <a:lnTo>
                    <a:pt x="1762243" y="140340"/>
                  </a:lnTo>
                  <a:lnTo>
                    <a:pt x="1762167" y="140344"/>
                  </a:lnTo>
                  <a:lnTo>
                    <a:pt x="1762098" y="140341"/>
                  </a:lnTo>
                  <a:lnTo>
                    <a:pt x="1761923" y="140316"/>
                  </a:lnTo>
                  <a:lnTo>
                    <a:pt x="1761524" y="140280"/>
                  </a:lnTo>
                  <a:lnTo>
                    <a:pt x="1761474" y="140247"/>
                  </a:lnTo>
                  <a:lnTo>
                    <a:pt x="1761436" y="140205"/>
                  </a:lnTo>
                  <a:lnTo>
                    <a:pt x="1761416" y="140150"/>
                  </a:lnTo>
                  <a:lnTo>
                    <a:pt x="1761414" y="140083"/>
                  </a:lnTo>
                  <a:lnTo>
                    <a:pt x="1761433" y="140038"/>
                  </a:lnTo>
                  <a:lnTo>
                    <a:pt x="1761471" y="139984"/>
                  </a:lnTo>
                  <a:lnTo>
                    <a:pt x="1761517" y="139938"/>
                  </a:lnTo>
                  <a:lnTo>
                    <a:pt x="1761578" y="139893"/>
                  </a:lnTo>
                  <a:lnTo>
                    <a:pt x="1761814" y="139819"/>
                  </a:lnTo>
                  <a:lnTo>
                    <a:pt x="1761938" y="139776"/>
                  </a:lnTo>
                  <a:lnTo>
                    <a:pt x="1762150" y="139693"/>
                  </a:lnTo>
                  <a:lnTo>
                    <a:pt x="1762186" y="139658"/>
                  </a:lnTo>
                  <a:lnTo>
                    <a:pt x="1762216" y="139607"/>
                  </a:lnTo>
                  <a:lnTo>
                    <a:pt x="1762230" y="139548"/>
                  </a:lnTo>
                  <a:lnTo>
                    <a:pt x="1762231" y="139497"/>
                  </a:lnTo>
                  <a:lnTo>
                    <a:pt x="1762226" y="139485"/>
                  </a:lnTo>
                  <a:lnTo>
                    <a:pt x="1762216" y="139458"/>
                  </a:lnTo>
                  <a:lnTo>
                    <a:pt x="1762190" y="139430"/>
                  </a:lnTo>
                  <a:lnTo>
                    <a:pt x="1762150" y="139404"/>
                  </a:lnTo>
                  <a:lnTo>
                    <a:pt x="1762092" y="139385"/>
                  </a:lnTo>
                  <a:lnTo>
                    <a:pt x="1762037" y="139377"/>
                  </a:lnTo>
                  <a:lnTo>
                    <a:pt x="1762009" y="139375"/>
                  </a:lnTo>
                  <a:lnTo>
                    <a:pt x="1761975" y="139373"/>
                  </a:lnTo>
                  <a:lnTo>
                    <a:pt x="1761909" y="139379"/>
                  </a:lnTo>
                  <a:lnTo>
                    <a:pt x="1761831" y="139394"/>
                  </a:lnTo>
                  <a:lnTo>
                    <a:pt x="1761817" y="139398"/>
                  </a:lnTo>
                  <a:lnTo>
                    <a:pt x="1761748" y="139415"/>
                  </a:lnTo>
                  <a:lnTo>
                    <a:pt x="1761725" y="139417"/>
                  </a:lnTo>
                  <a:lnTo>
                    <a:pt x="1761703" y="139420"/>
                  </a:lnTo>
                  <a:lnTo>
                    <a:pt x="1761641" y="139419"/>
                  </a:lnTo>
                  <a:lnTo>
                    <a:pt x="1761582" y="139409"/>
                  </a:lnTo>
                  <a:lnTo>
                    <a:pt x="1761567" y="139405"/>
                  </a:lnTo>
                  <a:lnTo>
                    <a:pt x="1761516" y="139394"/>
                  </a:lnTo>
                  <a:lnTo>
                    <a:pt x="1761454" y="139371"/>
                  </a:lnTo>
                  <a:lnTo>
                    <a:pt x="1761396" y="139338"/>
                  </a:lnTo>
                  <a:lnTo>
                    <a:pt x="1761361" y="139307"/>
                  </a:lnTo>
                  <a:lnTo>
                    <a:pt x="1761351" y="139292"/>
                  </a:lnTo>
                  <a:lnTo>
                    <a:pt x="1761320" y="139195"/>
                  </a:lnTo>
                  <a:lnTo>
                    <a:pt x="1761303" y="139142"/>
                  </a:lnTo>
                  <a:lnTo>
                    <a:pt x="1761308" y="139079"/>
                  </a:lnTo>
                  <a:lnTo>
                    <a:pt x="1761301" y="139022"/>
                  </a:lnTo>
                  <a:lnTo>
                    <a:pt x="1761275" y="138964"/>
                  </a:lnTo>
                  <a:lnTo>
                    <a:pt x="1761236" y="138920"/>
                  </a:lnTo>
                  <a:lnTo>
                    <a:pt x="1761186" y="138893"/>
                  </a:lnTo>
                  <a:lnTo>
                    <a:pt x="1761125" y="138880"/>
                  </a:lnTo>
                  <a:lnTo>
                    <a:pt x="1761071" y="138880"/>
                  </a:lnTo>
                  <a:lnTo>
                    <a:pt x="1761013" y="138893"/>
                  </a:lnTo>
                  <a:lnTo>
                    <a:pt x="1760965" y="138914"/>
                  </a:lnTo>
                  <a:lnTo>
                    <a:pt x="1760936" y="138934"/>
                  </a:lnTo>
                  <a:lnTo>
                    <a:pt x="1760913" y="138951"/>
                  </a:lnTo>
                  <a:lnTo>
                    <a:pt x="1760884" y="138984"/>
                  </a:lnTo>
                  <a:lnTo>
                    <a:pt x="1760869" y="139017"/>
                  </a:lnTo>
                  <a:lnTo>
                    <a:pt x="1760867" y="139067"/>
                  </a:lnTo>
                  <a:lnTo>
                    <a:pt x="1760873" y="139152"/>
                  </a:lnTo>
                  <a:lnTo>
                    <a:pt x="1760873" y="139199"/>
                  </a:lnTo>
                  <a:lnTo>
                    <a:pt x="1760866" y="139230"/>
                  </a:lnTo>
                  <a:lnTo>
                    <a:pt x="1760848" y="139261"/>
                  </a:lnTo>
                  <a:lnTo>
                    <a:pt x="1760779" y="139316"/>
                  </a:lnTo>
                  <a:lnTo>
                    <a:pt x="1760743" y="139331"/>
                  </a:lnTo>
                  <a:lnTo>
                    <a:pt x="1760717" y="139335"/>
                  </a:lnTo>
                  <a:lnTo>
                    <a:pt x="1760696" y="139338"/>
                  </a:lnTo>
                  <a:lnTo>
                    <a:pt x="1760657" y="139334"/>
                  </a:lnTo>
                  <a:lnTo>
                    <a:pt x="1760628" y="139330"/>
                  </a:lnTo>
                  <a:lnTo>
                    <a:pt x="1760569" y="139314"/>
                  </a:lnTo>
                  <a:lnTo>
                    <a:pt x="1760498" y="139282"/>
                  </a:lnTo>
                  <a:lnTo>
                    <a:pt x="1760491" y="139279"/>
                  </a:lnTo>
                  <a:lnTo>
                    <a:pt x="1760394" y="139203"/>
                  </a:lnTo>
                  <a:lnTo>
                    <a:pt x="1760375" y="139178"/>
                  </a:lnTo>
                  <a:lnTo>
                    <a:pt x="1760355" y="139152"/>
                  </a:lnTo>
                  <a:lnTo>
                    <a:pt x="1760268" y="139064"/>
                  </a:lnTo>
                  <a:lnTo>
                    <a:pt x="1760247" y="139027"/>
                  </a:lnTo>
                  <a:lnTo>
                    <a:pt x="1760250" y="138987"/>
                  </a:lnTo>
                  <a:lnTo>
                    <a:pt x="1760272" y="138939"/>
                  </a:lnTo>
                  <a:lnTo>
                    <a:pt x="1760289" y="138922"/>
                  </a:lnTo>
                  <a:lnTo>
                    <a:pt x="1760307" y="138903"/>
                  </a:lnTo>
                  <a:lnTo>
                    <a:pt x="1760375" y="138865"/>
                  </a:lnTo>
                  <a:lnTo>
                    <a:pt x="1760452" y="138831"/>
                  </a:lnTo>
                  <a:lnTo>
                    <a:pt x="1760601" y="138744"/>
                  </a:lnTo>
                  <a:lnTo>
                    <a:pt x="1760696" y="138739"/>
                  </a:lnTo>
                  <a:lnTo>
                    <a:pt x="1760729" y="138733"/>
                  </a:lnTo>
                  <a:lnTo>
                    <a:pt x="1760761" y="138727"/>
                  </a:lnTo>
                  <a:lnTo>
                    <a:pt x="1760799" y="138697"/>
                  </a:lnTo>
                  <a:lnTo>
                    <a:pt x="1760817" y="138653"/>
                  </a:lnTo>
                  <a:lnTo>
                    <a:pt x="1760830" y="138609"/>
                  </a:lnTo>
                  <a:lnTo>
                    <a:pt x="1760832" y="138565"/>
                  </a:lnTo>
                  <a:lnTo>
                    <a:pt x="1760849" y="138525"/>
                  </a:lnTo>
                  <a:lnTo>
                    <a:pt x="1760903" y="138461"/>
                  </a:lnTo>
                  <a:lnTo>
                    <a:pt x="1760941" y="138413"/>
                  </a:lnTo>
                  <a:lnTo>
                    <a:pt x="1760978" y="138364"/>
                  </a:lnTo>
                  <a:lnTo>
                    <a:pt x="1760991" y="138324"/>
                  </a:lnTo>
                  <a:lnTo>
                    <a:pt x="1761000" y="138251"/>
                  </a:lnTo>
                  <a:lnTo>
                    <a:pt x="1761018" y="138160"/>
                  </a:lnTo>
                  <a:lnTo>
                    <a:pt x="1761037" y="138093"/>
                  </a:lnTo>
                  <a:lnTo>
                    <a:pt x="1761068" y="138046"/>
                  </a:lnTo>
                  <a:lnTo>
                    <a:pt x="1761115" y="138006"/>
                  </a:lnTo>
                  <a:lnTo>
                    <a:pt x="1761151" y="137990"/>
                  </a:lnTo>
                  <a:lnTo>
                    <a:pt x="1761187" y="137982"/>
                  </a:lnTo>
                  <a:lnTo>
                    <a:pt x="1761232" y="137983"/>
                  </a:lnTo>
                  <a:lnTo>
                    <a:pt x="1761267" y="137991"/>
                  </a:lnTo>
                  <a:lnTo>
                    <a:pt x="1761299" y="137998"/>
                  </a:lnTo>
                  <a:lnTo>
                    <a:pt x="1761331" y="138006"/>
                  </a:lnTo>
                  <a:lnTo>
                    <a:pt x="1761378" y="138017"/>
                  </a:lnTo>
                  <a:lnTo>
                    <a:pt x="1761424" y="138019"/>
                  </a:lnTo>
                  <a:lnTo>
                    <a:pt x="1761443" y="138020"/>
                  </a:lnTo>
                  <a:lnTo>
                    <a:pt x="1761473" y="138018"/>
                  </a:lnTo>
                  <a:lnTo>
                    <a:pt x="1761543" y="138012"/>
                  </a:lnTo>
                  <a:lnTo>
                    <a:pt x="1761624" y="137993"/>
                  </a:lnTo>
                  <a:lnTo>
                    <a:pt x="1761658" y="137974"/>
                  </a:lnTo>
                  <a:lnTo>
                    <a:pt x="1761664" y="137971"/>
                  </a:lnTo>
                  <a:lnTo>
                    <a:pt x="1761697" y="137940"/>
                  </a:lnTo>
                  <a:lnTo>
                    <a:pt x="1761717" y="137905"/>
                  </a:lnTo>
                  <a:lnTo>
                    <a:pt x="1761725" y="137864"/>
                  </a:lnTo>
                  <a:lnTo>
                    <a:pt x="1761720" y="137822"/>
                  </a:lnTo>
                  <a:lnTo>
                    <a:pt x="1761687" y="137759"/>
                  </a:lnTo>
                  <a:lnTo>
                    <a:pt x="1761667" y="137710"/>
                  </a:lnTo>
                  <a:lnTo>
                    <a:pt x="1761663" y="137671"/>
                  </a:lnTo>
                  <a:lnTo>
                    <a:pt x="1761677" y="137638"/>
                  </a:lnTo>
                  <a:lnTo>
                    <a:pt x="1761709" y="137583"/>
                  </a:lnTo>
                  <a:lnTo>
                    <a:pt x="1761750" y="137539"/>
                  </a:lnTo>
                  <a:lnTo>
                    <a:pt x="1761799" y="137515"/>
                  </a:lnTo>
                  <a:lnTo>
                    <a:pt x="1761847" y="137505"/>
                  </a:lnTo>
                  <a:lnTo>
                    <a:pt x="1761895" y="137505"/>
                  </a:lnTo>
                  <a:lnTo>
                    <a:pt x="1761948" y="137521"/>
                  </a:lnTo>
                  <a:lnTo>
                    <a:pt x="1761995" y="137542"/>
                  </a:lnTo>
                  <a:lnTo>
                    <a:pt x="1762032" y="137564"/>
                  </a:lnTo>
                  <a:lnTo>
                    <a:pt x="1762073" y="137584"/>
                  </a:lnTo>
                  <a:lnTo>
                    <a:pt x="1762110" y="137592"/>
                  </a:lnTo>
                  <a:lnTo>
                    <a:pt x="1762158" y="137592"/>
                  </a:lnTo>
                  <a:lnTo>
                    <a:pt x="1762246" y="137577"/>
                  </a:lnTo>
                  <a:lnTo>
                    <a:pt x="1762368" y="137537"/>
                  </a:lnTo>
                  <a:lnTo>
                    <a:pt x="1762463" y="137506"/>
                  </a:lnTo>
                  <a:lnTo>
                    <a:pt x="1762524" y="137497"/>
                  </a:lnTo>
                  <a:lnTo>
                    <a:pt x="1762598" y="137495"/>
                  </a:lnTo>
                  <a:lnTo>
                    <a:pt x="1762610" y="137494"/>
                  </a:lnTo>
                  <a:lnTo>
                    <a:pt x="1762693" y="137502"/>
                  </a:lnTo>
                  <a:lnTo>
                    <a:pt x="1762729" y="137513"/>
                  </a:lnTo>
                  <a:lnTo>
                    <a:pt x="1762765" y="137532"/>
                  </a:lnTo>
                  <a:lnTo>
                    <a:pt x="1762793" y="137561"/>
                  </a:lnTo>
                  <a:lnTo>
                    <a:pt x="1762798" y="137567"/>
                  </a:lnTo>
                  <a:lnTo>
                    <a:pt x="1762826" y="137599"/>
                  </a:lnTo>
                  <a:lnTo>
                    <a:pt x="1762861" y="137652"/>
                  </a:lnTo>
                  <a:lnTo>
                    <a:pt x="1762873" y="137668"/>
                  </a:lnTo>
                  <a:lnTo>
                    <a:pt x="1762890" y="137689"/>
                  </a:lnTo>
                  <a:lnTo>
                    <a:pt x="1762911" y="137707"/>
                  </a:lnTo>
                  <a:lnTo>
                    <a:pt x="1762924" y="137719"/>
                  </a:lnTo>
                  <a:lnTo>
                    <a:pt x="1762999" y="137771"/>
                  </a:lnTo>
                  <a:lnTo>
                    <a:pt x="1763022" y="137787"/>
                  </a:lnTo>
                  <a:lnTo>
                    <a:pt x="1763070" y="137820"/>
                  </a:lnTo>
                  <a:lnTo>
                    <a:pt x="1763145" y="137863"/>
                  </a:lnTo>
                  <a:lnTo>
                    <a:pt x="1763195" y="137898"/>
                  </a:lnTo>
                  <a:lnTo>
                    <a:pt x="1763223" y="137928"/>
                  </a:lnTo>
                  <a:lnTo>
                    <a:pt x="1763257" y="137982"/>
                  </a:lnTo>
                  <a:lnTo>
                    <a:pt x="1763273" y="138015"/>
                  </a:lnTo>
                  <a:lnTo>
                    <a:pt x="1763301" y="138038"/>
                  </a:lnTo>
                  <a:lnTo>
                    <a:pt x="1763332" y="138052"/>
                  </a:lnTo>
                  <a:lnTo>
                    <a:pt x="1763391" y="138067"/>
                  </a:lnTo>
                  <a:lnTo>
                    <a:pt x="1763488" y="138085"/>
                  </a:lnTo>
                  <a:lnTo>
                    <a:pt x="1763579" y="138093"/>
                  </a:lnTo>
                  <a:lnTo>
                    <a:pt x="1763629" y="138089"/>
                  </a:lnTo>
                  <a:lnTo>
                    <a:pt x="1763674" y="138074"/>
                  </a:lnTo>
                  <a:lnTo>
                    <a:pt x="1763703" y="138052"/>
                  </a:lnTo>
                  <a:lnTo>
                    <a:pt x="1763737" y="138007"/>
                  </a:lnTo>
                  <a:lnTo>
                    <a:pt x="1763757" y="137953"/>
                  </a:lnTo>
                  <a:lnTo>
                    <a:pt x="1763770" y="137893"/>
                  </a:lnTo>
                  <a:lnTo>
                    <a:pt x="1763773" y="137838"/>
                  </a:lnTo>
                  <a:lnTo>
                    <a:pt x="1763757" y="137798"/>
                  </a:lnTo>
                  <a:lnTo>
                    <a:pt x="1763742" y="137764"/>
                  </a:lnTo>
                  <a:lnTo>
                    <a:pt x="1763711" y="137720"/>
                  </a:lnTo>
                  <a:lnTo>
                    <a:pt x="1763625" y="137615"/>
                  </a:lnTo>
                  <a:lnTo>
                    <a:pt x="1763609" y="137588"/>
                  </a:lnTo>
                  <a:lnTo>
                    <a:pt x="1763594" y="137564"/>
                  </a:lnTo>
                  <a:lnTo>
                    <a:pt x="1763584" y="137522"/>
                  </a:lnTo>
                  <a:lnTo>
                    <a:pt x="1763592" y="137493"/>
                  </a:lnTo>
                  <a:lnTo>
                    <a:pt x="1763633" y="137441"/>
                  </a:lnTo>
                  <a:lnTo>
                    <a:pt x="1763675" y="137404"/>
                  </a:lnTo>
                  <a:lnTo>
                    <a:pt x="1763707" y="137392"/>
                  </a:lnTo>
                  <a:lnTo>
                    <a:pt x="1763741" y="137383"/>
                  </a:lnTo>
                  <a:lnTo>
                    <a:pt x="1763753" y="137380"/>
                  </a:lnTo>
                  <a:lnTo>
                    <a:pt x="1763816" y="137375"/>
                  </a:lnTo>
                  <a:lnTo>
                    <a:pt x="1763848" y="137370"/>
                  </a:lnTo>
                  <a:lnTo>
                    <a:pt x="1763889" y="137365"/>
                  </a:lnTo>
                  <a:lnTo>
                    <a:pt x="1763949" y="137351"/>
                  </a:lnTo>
                  <a:lnTo>
                    <a:pt x="1763960" y="137344"/>
                  </a:lnTo>
                  <a:lnTo>
                    <a:pt x="1764017" y="137308"/>
                  </a:lnTo>
                  <a:lnTo>
                    <a:pt x="1764068" y="137249"/>
                  </a:lnTo>
                  <a:lnTo>
                    <a:pt x="1764078" y="137224"/>
                  </a:lnTo>
                  <a:lnTo>
                    <a:pt x="1764088" y="137202"/>
                  </a:lnTo>
                  <a:lnTo>
                    <a:pt x="1764091" y="137126"/>
                  </a:lnTo>
                  <a:lnTo>
                    <a:pt x="1764087" y="137073"/>
                  </a:lnTo>
                  <a:lnTo>
                    <a:pt x="1764084" y="137038"/>
                  </a:lnTo>
                  <a:lnTo>
                    <a:pt x="1764057" y="136851"/>
                  </a:lnTo>
                  <a:lnTo>
                    <a:pt x="1764043" y="136793"/>
                  </a:lnTo>
                  <a:lnTo>
                    <a:pt x="1764030" y="136745"/>
                  </a:lnTo>
                  <a:lnTo>
                    <a:pt x="1764030" y="136703"/>
                  </a:lnTo>
                  <a:lnTo>
                    <a:pt x="1764060" y="136672"/>
                  </a:lnTo>
                  <a:lnTo>
                    <a:pt x="1764109" y="136646"/>
                  </a:lnTo>
                  <a:lnTo>
                    <a:pt x="1764173" y="136628"/>
                  </a:lnTo>
                  <a:lnTo>
                    <a:pt x="1764213" y="136625"/>
                  </a:lnTo>
                  <a:lnTo>
                    <a:pt x="1764258" y="136621"/>
                  </a:lnTo>
                  <a:lnTo>
                    <a:pt x="1764358" y="136622"/>
                  </a:lnTo>
                  <a:lnTo>
                    <a:pt x="1764371" y="136622"/>
                  </a:lnTo>
                  <a:lnTo>
                    <a:pt x="1764414" y="136631"/>
                  </a:lnTo>
                  <a:lnTo>
                    <a:pt x="1764443" y="136636"/>
                  </a:lnTo>
                  <a:lnTo>
                    <a:pt x="1764656" y="136707"/>
                  </a:lnTo>
                  <a:lnTo>
                    <a:pt x="1764672" y="136706"/>
                  </a:lnTo>
                  <a:lnTo>
                    <a:pt x="1764679" y="136706"/>
                  </a:lnTo>
                  <a:lnTo>
                    <a:pt x="1764707" y="136705"/>
                  </a:lnTo>
                  <a:lnTo>
                    <a:pt x="1764758" y="136688"/>
                  </a:lnTo>
                  <a:lnTo>
                    <a:pt x="1764810" y="136645"/>
                  </a:lnTo>
                  <a:lnTo>
                    <a:pt x="1764855" y="136576"/>
                  </a:lnTo>
                  <a:lnTo>
                    <a:pt x="1764887" y="136529"/>
                  </a:lnTo>
                  <a:lnTo>
                    <a:pt x="1764996" y="136473"/>
                  </a:lnTo>
                  <a:lnTo>
                    <a:pt x="1765045" y="136447"/>
                  </a:lnTo>
                  <a:lnTo>
                    <a:pt x="1765074" y="136410"/>
                  </a:lnTo>
                  <a:lnTo>
                    <a:pt x="1765093" y="136371"/>
                  </a:lnTo>
                  <a:lnTo>
                    <a:pt x="1765096" y="136363"/>
                  </a:lnTo>
                  <a:lnTo>
                    <a:pt x="1765098" y="136325"/>
                  </a:lnTo>
                  <a:lnTo>
                    <a:pt x="1765078" y="136289"/>
                  </a:lnTo>
                  <a:lnTo>
                    <a:pt x="1765041" y="136225"/>
                  </a:lnTo>
                  <a:lnTo>
                    <a:pt x="1765029" y="136208"/>
                  </a:lnTo>
                  <a:lnTo>
                    <a:pt x="1765009" y="136181"/>
                  </a:lnTo>
                  <a:lnTo>
                    <a:pt x="1764981" y="136161"/>
                  </a:lnTo>
                  <a:lnTo>
                    <a:pt x="1764952" y="136144"/>
                  </a:lnTo>
                  <a:lnTo>
                    <a:pt x="1764943" y="136139"/>
                  </a:lnTo>
                  <a:lnTo>
                    <a:pt x="1764906" y="136132"/>
                  </a:lnTo>
                  <a:lnTo>
                    <a:pt x="1764885" y="136128"/>
                  </a:lnTo>
                  <a:lnTo>
                    <a:pt x="1764863" y="136124"/>
                  </a:lnTo>
                  <a:lnTo>
                    <a:pt x="1764739" y="136023"/>
                  </a:lnTo>
                  <a:lnTo>
                    <a:pt x="1764683" y="135959"/>
                  </a:lnTo>
                  <a:lnTo>
                    <a:pt x="1764678" y="135949"/>
                  </a:lnTo>
                  <a:lnTo>
                    <a:pt x="1764673" y="135939"/>
                  </a:lnTo>
                  <a:lnTo>
                    <a:pt x="1764674" y="135929"/>
                  </a:lnTo>
                  <a:lnTo>
                    <a:pt x="1764682" y="135884"/>
                  </a:lnTo>
                  <a:lnTo>
                    <a:pt x="1764696" y="135843"/>
                  </a:lnTo>
                  <a:lnTo>
                    <a:pt x="1764736" y="135795"/>
                  </a:lnTo>
                  <a:lnTo>
                    <a:pt x="1764800" y="135743"/>
                  </a:lnTo>
                  <a:lnTo>
                    <a:pt x="1764833" y="135723"/>
                  </a:lnTo>
                  <a:lnTo>
                    <a:pt x="1764872" y="135700"/>
                  </a:lnTo>
                  <a:lnTo>
                    <a:pt x="1765055" y="135678"/>
                  </a:lnTo>
                  <a:lnTo>
                    <a:pt x="1765116" y="135669"/>
                  </a:lnTo>
                  <a:lnTo>
                    <a:pt x="1765131" y="135666"/>
                  </a:lnTo>
                  <a:lnTo>
                    <a:pt x="1765142" y="135663"/>
                  </a:lnTo>
                  <a:lnTo>
                    <a:pt x="1765175" y="135654"/>
                  </a:lnTo>
                  <a:lnTo>
                    <a:pt x="1765269" y="135607"/>
                  </a:lnTo>
                  <a:lnTo>
                    <a:pt x="1765435" y="135573"/>
                  </a:lnTo>
                  <a:lnTo>
                    <a:pt x="1765490" y="135561"/>
                  </a:lnTo>
                  <a:lnTo>
                    <a:pt x="1765500" y="135558"/>
                  </a:lnTo>
                  <a:lnTo>
                    <a:pt x="1765549" y="135541"/>
                  </a:lnTo>
                  <a:lnTo>
                    <a:pt x="1765576" y="135521"/>
                  </a:lnTo>
                  <a:lnTo>
                    <a:pt x="1765586" y="135513"/>
                  </a:lnTo>
                  <a:lnTo>
                    <a:pt x="1765614" y="135471"/>
                  </a:lnTo>
                  <a:lnTo>
                    <a:pt x="1765625" y="135449"/>
                  </a:lnTo>
                  <a:lnTo>
                    <a:pt x="1765636" y="135426"/>
                  </a:lnTo>
                  <a:lnTo>
                    <a:pt x="1765642" y="135402"/>
                  </a:lnTo>
                  <a:lnTo>
                    <a:pt x="1765643" y="135367"/>
                  </a:lnTo>
                  <a:lnTo>
                    <a:pt x="1765641" y="135335"/>
                  </a:lnTo>
                  <a:lnTo>
                    <a:pt x="1765646" y="135228"/>
                  </a:lnTo>
                  <a:lnTo>
                    <a:pt x="1765547" y="135088"/>
                  </a:lnTo>
                  <a:lnTo>
                    <a:pt x="1765464" y="134880"/>
                  </a:lnTo>
                  <a:lnTo>
                    <a:pt x="1765557" y="134716"/>
                  </a:lnTo>
                  <a:lnTo>
                    <a:pt x="1765564" y="134669"/>
                  </a:lnTo>
                  <a:lnTo>
                    <a:pt x="1765419" y="134488"/>
                  </a:lnTo>
                  <a:lnTo>
                    <a:pt x="1765402" y="134464"/>
                  </a:lnTo>
                  <a:lnTo>
                    <a:pt x="1765380" y="134434"/>
                  </a:lnTo>
                  <a:lnTo>
                    <a:pt x="1765333" y="134387"/>
                  </a:lnTo>
                  <a:lnTo>
                    <a:pt x="1765302" y="134362"/>
                  </a:lnTo>
                  <a:lnTo>
                    <a:pt x="1765267" y="134345"/>
                  </a:lnTo>
                  <a:lnTo>
                    <a:pt x="1765224" y="134323"/>
                  </a:lnTo>
                  <a:lnTo>
                    <a:pt x="1765162" y="134296"/>
                  </a:lnTo>
                  <a:lnTo>
                    <a:pt x="1765096" y="134279"/>
                  </a:lnTo>
                  <a:lnTo>
                    <a:pt x="1765051" y="134277"/>
                  </a:lnTo>
                  <a:lnTo>
                    <a:pt x="1765011" y="134277"/>
                  </a:lnTo>
                  <a:lnTo>
                    <a:pt x="1765000" y="134277"/>
                  </a:lnTo>
                  <a:lnTo>
                    <a:pt x="1764977" y="134278"/>
                  </a:lnTo>
                  <a:lnTo>
                    <a:pt x="1764911" y="134281"/>
                  </a:lnTo>
                  <a:lnTo>
                    <a:pt x="1764815" y="134284"/>
                  </a:lnTo>
                  <a:lnTo>
                    <a:pt x="1764744" y="134282"/>
                  </a:lnTo>
                  <a:lnTo>
                    <a:pt x="1764703" y="134276"/>
                  </a:lnTo>
                  <a:lnTo>
                    <a:pt x="1764692" y="134274"/>
                  </a:lnTo>
                  <a:lnTo>
                    <a:pt x="1764667" y="134266"/>
                  </a:lnTo>
                  <a:lnTo>
                    <a:pt x="1764640" y="134257"/>
                  </a:lnTo>
                  <a:lnTo>
                    <a:pt x="1764622" y="134248"/>
                  </a:lnTo>
                  <a:lnTo>
                    <a:pt x="1764569" y="134223"/>
                  </a:lnTo>
                  <a:lnTo>
                    <a:pt x="1764522" y="134194"/>
                  </a:lnTo>
                  <a:lnTo>
                    <a:pt x="1764483" y="134156"/>
                  </a:lnTo>
                  <a:lnTo>
                    <a:pt x="1764462" y="134120"/>
                  </a:lnTo>
                  <a:lnTo>
                    <a:pt x="1764459" y="134109"/>
                  </a:lnTo>
                  <a:lnTo>
                    <a:pt x="1764455" y="134089"/>
                  </a:lnTo>
                  <a:lnTo>
                    <a:pt x="1764454" y="134084"/>
                  </a:lnTo>
                  <a:lnTo>
                    <a:pt x="1764451" y="134044"/>
                  </a:lnTo>
                  <a:lnTo>
                    <a:pt x="1764452" y="134015"/>
                  </a:lnTo>
                  <a:lnTo>
                    <a:pt x="1764470" y="133984"/>
                  </a:lnTo>
                  <a:lnTo>
                    <a:pt x="1764480" y="133975"/>
                  </a:lnTo>
                  <a:lnTo>
                    <a:pt x="1764515" y="133944"/>
                  </a:lnTo>
                  <a:lnTo>
                    <a:pt x="1764577" y="133907"/>
                  </a:lnTo>
                  <a:lnTo>
                    <a:pt x="1764653" y="133877"/>
                  </a:lnTo>
                  <a:lnTo>
                    <a:pt x="1764728" y="133866"/>
                  </a:lnTo>
                  <a:lnTo>
                    <a:pt x="1764819" y="133864"/>
                  </a:lnTo>
                  <a:lnTo>
                    <a:pt x="1764946" y="133869"/>
                  </a:lnTo>
                  <a:lnTo>
                    <a:pt x="1765026" y="133880"/>
                  </a:lnTo>
                  <a:lnTo>
                    <a:pt x="1765126" y="133892"/>
                  </a:lnTo>
                  <a:lnTo>
                    <a:pt x="1765220" y="133895"/>
                  </a:lnTo>
                  <a:lnTo>
                    <a:pt x="1765263" y="133891"/>
                  </a:lnTo>
                  <a:lnTo>
                    <a:pt x="1765296" y="133878"/>
                  </a:lnTo>
                  <a:lnTo>
                    <a:pt x="1765337" y="133852"/>
                  </a:lnTo>
                  <a:lnTo>
                    <a:pt x="1765356" y="133836"/>
                  </a:lnTo>
                  <a:lnTo>
                    <a:pt x="1765374" y="133820"/>
                  </a:lnTo>
                  <a:lnTo>
                    <a:pt x="1765411" y="133791"/>
                  </a:lnTo>
                  <a:lnTo>
                    <a:pt x="1765455" y="133753"/>
                  </a:lnTo>
                  <a:lnTo>
                    <a:pt x="1765496" y="133718"/>
                  </a:lnTo>
                  <a:lnTo>
                    <a:pt x="1765521" y="133694"/>
                  </a:lnTo>
                  <a:lnTo>
                    <a:pt x="1765537" y="133669"/>
                  </a:lnTo>
                  <a:lnTo>
                    <a:pt x="1765543" y="133647"/>
                  </a:lnTo>
                  <a:lnTo>
                    <a:pt x="1765549" y="133625"/>
                  </a:lnTo>
                  <a:lnTo>
                    <a:pt x="1765551" y="133619"/>
                  </a:lnTo>
                  <a:lnTo>
                    <a:pt x="1765583" y="133381"/>
                  </a:lnTo>
                  <a:lnTo>
                    <a:pt x="1765587" y="133354"/>
                  </a:lnTo>
                  <a:lnTo>
                    <a:pt x="1765588" y="133347"/>
                  </a:lnTo>
                  <a:lnTo>
                    <a:pt x="1765599" y="133312"/>
                  </a:lnTo>
                  <a:lnTo>
                    <a:pt x="1765610" y="133287"/>
                  </a:lnTo>
                  <a:lnTo>
                    <a:pt x="1765644" y="133237"/>
                  </a:lnTo>
                  <a:lnTo>
                    <a:pt x="1765672" y="133200"/>
                  </a:lnTo>
                  <a:lnTo>
                    <a:pt x="1765705" y="133146"/>
                  </a:lnTo>
                  <a:lnTo>
                    <a:pt x="1765722" y="133106"/>
                  </a:lnTo>
                  <a:lnTo>
                    <a:pt x="1765776" y="132901"/>
                  </a:lnTo>
                  <a:lnTo>
                    <a:pt x="1765774" y="132863"/>
                  </a:lnTo>
                  <a:lnTo>
                    <a:pt x="1765763" y="132832"/>
                  </a:lnTo>
                  <a:lnTo>
                    <a:pt x="1765738" y="132800"/>
                  </a:lnTo>
                  <a:lnTo>
                    <a:pt x="1765665" y="132733"/>
                  </a:lnTo>
                  <a:lnTo>
                    <a:pt x="1765652" y="132703"/>
                  </a:lnTo>
                  <a:lnTo>
                    <a:pt x="1765645" y="132686"/>
                  </a:lnTo>
                  <a:lnTo>
                    <a:pt x="1765648" y="132611"/>
                  </a:lnTo>
                  <a:lnTo>
                    <a:pt x="1765611" y="132510"/>
                  </a:lnTo>
                  <a:lnTo>
                    <a:pt x="1765615" y="132492"/>
                  </a:lnTo>
                  <a:lnTo>
                    <a:pt x="1765626" y="132468"/>
                  </a:lnTo>
                  <a:lnTo>
                    <a:pt x="1765649" y="132441"/>
                  </a:lnTo>
                  <a:lnTo>
                    <a:pt x="1765694" y="132416"/>
                  </a:lnTo>
                  <a:lnTo>
                    <a:pt x="1765761" y="132394"/>
                  </a:lnTo>
                  <a:lnTo>
                    <a:pt x="1765829" y="132372"/>
                  </a:lnTo>
                  <a:lnTo>
                    <a:pt x="1765890" y="132348"/>
                  </a:lnTo>
                  <a:lnTo>
                    <a:pt x="1765960" y="132318"/>
                  </a:lnTo>
                  <a:lnTo>
                    <a:pt x="1766059" y="132280"/>
                  </a:lnTo>
                  <a:lnTo>
                    <a:pt x="1766117" y="132241"/>
                  </a:lnTo>
                  <a:lnTo>
                    <a:pt x="1766178" y="132200"/>
                  </a:lnTo>
                  <a:lnTo>
                    <a:pt x="1766203" y="132114"/>
                  </a:lnTo>
                  <a:lnTo>
                    <a:pt x="1766292" y="131913"/>
                  </a:lnTo>
                  <a:lnTo>
                    <a:pt x="1766319" y="131868"/>
                  </a:lnTo>
                  <a:lnTo>
                    <a:pt x="1766322" y="131837"/>
                  </a:lnTo>
                  <a:lnTo>
                    <a:pt x="1766322" y="131806"/>
                  </a:lnTo>
                  <a:lnTo>
                    <a:pt x="1766306" y="131764"/>
                  </a:lnTo>
                  <a:lnTo>
                    <a:pt x="1766277" y="131696"/>
                  </a:lnTo>
                  <a:lnTo>
                    <a:pt x="1766252" y="131658"/>
                  </a:lnTo>
                  <a:lnTo>
                    <a:pt x="1766226" y="131627"/>
                  </a:lnTo>
                  <a:lnTo>
                    <a:pt x="1766190" y="131607"/>
                  </a:lnTo>
                  <a:lnTo>
                    <a:pt x="1766175" y="131603"/>
                  </a:lnTo>
                  <a:lnTo>
                    <a:pt x="1766131" y="131592"/>
                  </a:lnTo>
                  <a:lnTo>
                    <a:pt x="1766060" y="131590"/>
                  </a:lnTo>
                  <a:lnTo>
                    <a:pt x="1765982" y="131602"/>
                  </a:lnTo>
                  <a:lnTo>
                    <a:pt x="1765862" y="131633"/>
                  </a:lnTo>
                  <a:lnTo>
                    <a:pt x="1765856" y="131631"/>
                  </a:lnTo>
                  <a:lnTo>
                    <a:pt x="1765832" y="131623"/>
                  </a:lnTo>
                  <a:lnTo>
                    <a:pt x="1765805" y="131610"/>
                  </a:lnTo>
                  <a:lnTo>
                    <a:pt x="1765766" y="131582"/>
                  </a:lnTo>
                  <a:lnTo>
                    <a:pt x="1765728" y="131548"/>
                  </a:lnTo>
                  <a:lnTo>
                    <a:pt x="1765717" y="131529"/>
                  </a:lnTo>
                  <a:lnTo>
                    <a:pt x="1765704" y="131507"/>
                  </a:lnTo>
                  <a:lnTo>
                    <a:pt x="1765699" y="131480"/>
                  </a:lnTo>
                  <a:lnTo>
                    <a:pt x="1765696" y="131463"/>
                  </a:lnTo>
                  <a:lnTo>
                    <a:pt x="1765700" y="131432"/>
                  </a:lnTo>
                  <a:lnTo>
                    <a:pt x="1765715" y="131411"/>
                  </a:lnTo>
                  <a:lnTo>
                    <a:pt x="1765751" y="131384"/>
                  </a:lnTo>
                  <a:lnTo>
                    <a:pt x="1765778" y="131345"/>
                  </a:lnTo>
                  <a:lnTo>
                    <a:pt x="1765787" y="131303"/>
                  </a:lnTo>
                  <a:lnTo>
                    <a:pt x="1765789" y="131235"/>
                  </a:lnTo>
                  <a:lnTo>
                    <a:pt x="1765792" y="131169"/>
                  </a:lnTo>
                  <a:lnTo>
                    <a:pt x="1765797" y="131145"/>
                  </a:lnTo>
                  <a:lnTo>
                    <a:pt x="1765813" y="131130"/>
                  </a:lnTo>
                  <a:lnTo>
                    <a:pt x="1765853" y="131097"/>
                  </a:lnTo>
                  <a:lnTo>
                    <a:pt x="1765923" y="131047"/>
                  </a:lnTo>
                  <a:lnTo>
                    <a:pt x="1765966" y="131031"/>
                  </a:lnTo>
                  <a:lnTo>
                    <a:pt x="1766024" y="131020"/>
                  </a:lnTo>
                  <a:lnTo>
                    <a:pt x="1766111" y="131023"/>
                  </a:lnTo>
                  <a:lnTo>
                    <a:pt x="1766175" y="131034"/>
                  </a:lnTo>
                  <a:lnTo>
                    <a:pt x="1766234" y="131048"/>
                  </a:lnTo>
                  <a:lnTo>
                    <a:pt x="1766272" y="131052"/>
                  </a:lnTo>
                  <a:lnTo>
                    <a:pt x="1766351" y="131049"/>
                  </a:lnTo>
                  <a:lnTo>
                    <a:pt x="1766417" y="131041"/>
                  </a:lnTo>
                  <a:lnTo>
                    <a:pt x="1766465" y="131032"/>
                  </a:lnTo>
                  <a:lnTo>
                    <a:pt x="1766599" y="131006"/>
                  </a:lnTo>
                  <a:lnTo>
                    <a:pt x="1766660" y="130990"/>
                  </a:lnTo>
                  <a:lnTo>
                    <a:pt x="1766711" y="130975"/>
                  </a:lnTo>
                  <a:lnTo>
                    <a:pt x="1766760" y="130949"/>
                  </a:lnTo>
                  <a:lnTo>
                    <a:pt x="1766800" y="130914"/>
                  </a:lnTo>
                  <a:lnTo>
                    <a:pt x="1766831" y="130876"/>
                  </a:lnTo>
                  <a:lnTo>
                    <a:pt x="1766848" y="130813"/>
                  </a:lnTo>
                  <a:lnTo>
                    <a:pt x="1766859" y="130747"/>
                  </a:lnTo>
                  <a:lnTo>
                    <a:pt x="1766934" y="130522"/>
                  </a:lnTo>
                  <a:lnTo>
                    <a:pt x="1766943" y="130494"/>
                  </a:lnTo>
                  <a:lnTo>
                    <a:pt x="1766942" y="130443"/>
                  </a:lnTo>
                  <a:lnTo>
                    <a:pt x="1766912" y="130399"/>
                  </a:lnTo>
                  <a:lnTo>
                    <a:pt x="1766863" y="130357"/>
                  </a:lnTo>
                  <a:lnTo>
                    <a:pt x="1766803" y="130321"/>
                  </a:lnTo>
                  <a:lnTo>
                    <a:pt x="1766739" y="130295"/>
                  </a:lnTo>
                  <a:lnTo>
                    <a:pt x="1766578" y="130231"/>
                  </a:lnTo>
                  <a:lnTo>
                    <a:pt x="1766490" y="130095"/>
                  </a:lnTo>
                  <a:lnTo>
                    <a:pt x="1766500" y="129995"/>
                  </a:lnTo>
                  <a:lnTo>
                    <a:pt x="1766494" y="129903"/>
                  </a:lnTo>
                  <a:lnTo>
                    <a:pt x="1766493" y="129886"/>
                  </a:lnTo>
                  <a:lnTo>
                    <a:pt x="1766461" y="129851"/>
                  </a:lnTo>
                  <a:lnTo>
                    <a:pt x="1766414" y="129817"/>
                  </a:lnTo>
                  <a:lnTo>
                    <a:pt x="1766347" y="129776"/>
                  </a:lnTo>
                  <a:lnTo>
                    <a:pt x="1766299" y="129742"/>
                  </a:lnTo>
                  <a:lnTo>
                    <a:pt x="1766271" y="129706"/>
                  </a:lnTo>
                  <a:lnTo>
                    <a:pt x="1766276" y="129694"/>
                  </a:lnTo>
                  <a:lnTo>
                    <a:pt x="1766361" y="129499"/>
                  </a:lnTo>
                  <a:lnTo>
                    <a:pt x="1766437" y="129466"/>
                  </a:lnTo>
                  <a:lnTo>
                    <a:pt x="1766456" y="129453"/>
                  </a:lnTo>
                  <a:lnTo>
                    <a:pt x="1766471" y="129443"/>
                  </a:lnTo>
                  <a:lnTo>
                    <a:pt x="1766512" y="129412"/>
                  </a:lnTo>
                  <a:lnTo>
                    <a:pt x="1766575" y="129349"/>
                  </a:lnTo>
                  <a:lnTo>
                    <a:pt x="1766600" y="129325"/>
                  </a:lnTo>
                  <a:lnTo>
                    <a:pt x="1766613" y="129309"/>
                  </a:lnTo>
                  <a:lnTo>
                    <a:pt x="1766637" y="129280"/>
                  </a:lnTo>
                  <a:lnTo>
                    <a:pt x="1766677" y="129219"/>
                  </a:lnTo>
                  <a:lnTo>
                    <a:pt x="1766746" y="129125"/>
                  </a:lnTo>
                  <a:lnTo>
                    <a:pt x="1766765" y="129106"/>
                  </a:lnTo>
                  <a:lnTo>
                    <a:pt x="1766820" y="129068"/>
                  </a:lnTo>
                  <a:lnTo>
                    <a:pt x="1766862" y="129048"/>
                  </a:lnTo>
                  <a:lnTo>
                    <a:pt x="1766928" y="129036"/>
                  </a:lnTo>
                  <a:lnTo>
                    <a:pt x="1767001" y="129034"/>
                  </a:lnTo>
                  <a:lnTo>
                    <a:pt x="1767063" y="129041"/>
                  </a:lnTo>
                  <a:lnTo>
                    <a:pt x="1767149" y="129055"/>
                  </a:lnTo>
                  <a:lnTo>
                    <a:pt x="1767240" y="129080"/>
                  </a:lnTo>
                  <a:lnTo>
                    <a:pt x="1767367" y="129113"/>
                  </a:lnTo>
                  <a:lnTo>
                    <a:pt x="1767395" y="129120"/>
                  </a:lnTo>
                  <a:lnTo>
                    <a:pt x="1767441" y="129127"/>
                  </a:lnTo>
                  <a:lnTo>
                    <a:pt x="1767475" y="129123"/>
                  </a:lnTo>
                  <a:lnTo>
                    <a:pt x="1767504" y="129112"/>
                  </a:lnTo>
                  <a:lnTo>
                    <a:pt x="1767627" y="129009"/>
                  </a:lnTo>
                  <a:lnTo>
                    <a:pt x="1767884" y="128834"/>
                  </a:lnTo>
                  <a:lnTo>
                    <a:pt x="1767934" y="128801"/>
                  </a:lnTo>
                  <a:lnTo>
                    <a:pt x="1767981" y="128780"/>
                  </a:lnTo>
                  <a:lnTo>
                    <a:pt x="1768003" y="128771"/>
                  </a:lnTo>
                  <a:lnTo>
                    <a:pt x="1768043" y="128756"/>
                  </a:lnTo>
                  <a:lnTo>
                    <a:pt x="1768153" y="128728"/>
                  </a:lnTo>
                  <a:lnTo>
                    <a:pt x="1768210" y="128713"/>
                  </a:lnTo>
                  <a:lnTo>
                    <a:pt x="1768247" y="128697"/>
                  </a:lnTo>
                  <a:lnTo>
                    <a:pt x="1768278" y="128679"/>
                  </a:lnTo>
                  <a:lnTo>
                    <a:pt x="1768305" y="128657"/>
                  </a:lnTo>
                  <a:lnTo>
                    <a:pt x="1768349" y="128613"/>
                  </a:lnTo>
                  <a:lnTo>
                    <a:pt x="1768382" y="128570"/>
                  </a:lnTo>
                  <a:lnTo>
                    <a:pt x="1768402" y="128509"/>
                  </a:lnTo>
                  <a:lnTo>
                    <a:pt x="1768401" y="128477"/>
                  </a:lnTo>
                  <a:lnTo>
                    <a:pt x="1768389" y="128432"/>
                  </a:lnTo>
                  <a:lnTo>
                    <a:pt x="1768349" y="128360"/>
                  </a:lnTo>
                  <a:lnTo>
                    <a:pt x="1768331" y="128335"/>
                  </a:lnTo>
                  <a:lnTo>
                    <a:pt x="1768294" y="128284"/>
                  </a:lnTo>
                  <a:lnTo>
                    <a:pt x="1768245" y="128190"/>
                  </a:lnTo>
                  <a:lnTo>
                    <a:pt x="1768229" y="128131"/>
                  </a:lnTo>
                  <a:lnTo>
                    <a:pt x="1768229" y="128090"/>
                  </a:lnTo>
                  <a:lnTo>
                    <a:pt x="1768234" y="128057"/>
                  </a:lnTo>
                  <a:lnTo>
                    <a:pt x="1768249" y="128022"/>
                  </a:lnTo>
                  <a:lnTo>
                    <a:pt x="1768284" y="127985"/>
                  </a:lnTo>
                  <a:lnTo>
                    <a:pt x="1768335" y="127953"/>
                  </a:lnTo>
                  <a:lnTo>
                    <a:pt x="1768398" y="127931"/>
                  </a:lnTo>
                  <a:lnTo>
                    <a:pt x="1768446" y="127924"/>
                  </a:lnTo>
                  <a:lnTo>
                    <a:pt x="1768512" y="127925"/>
                  </a:lnTo>
                  <a:lnTo>
                    <a:pt x="1768616" y="127972"/>
                  </a:lnTo>
                  <a:lnTo>
                    <a:pt x="1768662" y="128033"/>
                  </a:lnTo>
                  <a:lnTo>
                    <a:pt x="1768715" y="128144"/>
                  </a:lnTo>
                  <a:lnTo>
                    <a:pt x="1768742" y="128223"/>
                  </a:lnTo>
                  <a:lnTo>
                    <a:pt x="1768771" y="128306"/>
                  </a:lnTo>
                  <a:lnTo>
                    <a:pt x="1768798" y="128354"/>
                  </a:lnTo>
                  <a:lnTo>
                    <a:pt x="1768938" y="128470"/>
                  </a:lnTo>
                  <a:lnTo>
                    <a:pt x="1769001" y="128484"/>
                  </a:lnTo>
                  <a:lnTo>
                    <a:pt x="1769021" y="128486"/>
                  </a:lnTo>
                  <a:lnTo>
                    <a:pt x="1769052" y="128490"/>
                  </a:lnTo>
                  <a:lnTo>
                    <a:pt x="1769092" y="128476"/>
                  </a:lnTo>
                  <a:lnTo>
                    <a:pt x="1769146" y="128453"/>
                  </a:lnTo>
                  <a:lnTo>
                    <a:pt x="1769275" y="128382"/>
                  </a:lnTo>
                  <a:lnTo>
                    <a:pt x="1769329" y="128338"/>
                  </a:lnTo>
                  <a:lnTo>
                    <a:pt x="1769381" y="128287"/>
                  </a:lnTo>
                  <a:lnTo>
                    <a:pt x="1769563" y="128071"/>
                  </a:lnTo>
                  <a:lnTo>
                    <a:pt x="1769729" y="127907"/>
                  </a:lnTo>
                  <a:lnTo>
                    <a:pt x="1769792" y="127791"/>
                  </a:lnTo>
                  <a:lnTo>
                    <a:pt x="1769825" y="127695"/>
                  </a:lnTo>
                  <a:lnTo>
                    <a:pt x="1769874" y="127548"/>
                  </a:lnTo>
                  <a:lnTo>
                    <a:pt x="1769888" y="127507"/>
                  </a:lnTo>
                  <a:lnTo>
                    <a:pt x="1769915" y="127426"/>
                  </a:lnTo>
                  <a:lnTo>
                    <a:pt x="1769930" y="127381"/>
                  </a:lnTo>
                  <a:lnTo>
                    <a:pt x="1769949" y="127348"/>
                  </a:lnTo>
                  <a:lnTo>
                    <a:pt x="1769978" y="127313"/>
                  </a:lnTo>
                  <a:lnTo>
                    <a:pt x="1770024" y="127273"/>
                  </a:lnTo>
                  <a:lnTo>
                    <a:pt x="1770089" y="127224"/>
                  </a:lnTo>
                  <a:lnTo>
                    <a:pt x="1770157" y="127191"/>
                  </a:lnTo>
                  <a:lnTo>
                    <a:pt x="1770390" y="127138"/>
                  </a:lnTo>
                  <a:lnTo>
                    <a:pt x="1770436" y="127127"/>
                  </a:lnTo>
                  <a:lnTo>
                    <a:pt x="1770471" y="127112"/>
                  </a:lnTo>
                  <a:lnTo>
                    <a:pt x="1770529" y="127075"/>
                  </a:lnTo>
                  <a:lnTo>
                    <a:pt x="1770568" y="127043"/>
                  </a:lnTo>
                  <a:lnTo>
                    <a:pt x="1770604" y="126991"/>
                  </a:lnTo>
                  <a:lnTo>
                    <a:pt x="1770619" y="126949"/>
                  </a:lnTo>
                  <a:lnTo>
                    <a:pt x="1770621" y="126900"/>
                  </a:lnTo>
                  <a:lnTo>
                    <a:pt x="1770615" y="126860"/>
                  </a:lnTo>
                  <a:lnTo>
                    <a:pt x="1770602" y="126826"/>
                  </a:lnTo>
                  <a:lnTo>
                    <a:pt x="1770581" y="126797"/>
                  </a:lnTo>
                  <a:lnTo>
                    <a:pt x="1770561" y="126783"/>
                  </a:lnTo>
                  <a:lnTo>
                    <a:pt x="1770529" y="126763"/>
                  </a:lnTo>
                  <a:lnTo>
                    <a:pt x="1770456" y="126731"/>
                  </a:lnTo>
                  <a:lnTo>
                    <a:pt x="1770376" y="126704"/>
                  </a:lnTo>
                  <a:lnTo>
                    <a:pt x="1770275" y="126670"/>
                  </a:lnTo>
                  <a:lnTo>
                    <a:pt x="1770183" y="126626"/>
                  </a:lnTo>
                  <a:lnTo>
                    <a:pt x="1770115" y="126581"/>
                  </a:lnTo>
                  <a:lnTo>
                    <a:pt x="1770061" y="126510"/>
                  </a:lnTo>
                  <a:lnTo>
                    <a:pt x="1770044" y="126458"/>
                  </a:lnTo>
                  <a:lnTo>
                    <a:pt x="1770041" y="126410"/>
                  </a:lnTo>
                  <a:lnTo>
                    <a:pt x="1770050" y="126357"/>
                  </a:lnTo>
                  <a:lnTo>
                    <a:pt x="1770091" y="126267"/>
                  </a:lnTo>
                  <a:lnTo>
                    <a:pt x="1770148" y="126207"/>
                  </a:lnTo>
                  <a:lnTo>
                    <a:pt x="1770206" y="126172"/>
                  </a:lnTo>
                  <a:lnTo>
                    <a:pt x="1770232" y="126165"/>
                  </a:lnTo>
                  <a:lnTo>
                    <a:pt x="1770279" y="126151"/>
                  </a:lnTo>
                  <a:lnTo>
                    <a:pt x="1770391" y="126142"/>
                  </a:lnTo>
                  <a:lnTo>
                    <a:pt x="1770497" y="126141"/>
                  </a:lnTo>
                  <a:lnTo>
                    <a:pt x="1770764" y="126135"/>
                  </a:lnTo>
                  <a:lnTo>
                    <a:pt x="1770855" y="126133"/>
                  </a:lnTo>
                  <a:lnTo>
                    <a:pt x="1770874" y="126134"/>
                  </a:lnTo>
                  <a:lnTo>
                    <a:pt x="1770925" y="126138"/>
                  </a:lnTo>
                  <a:lnTo>
                    <a:pt x="1771027" y="126146"/>
                  </a:lnTo>
                  <a:lnTo>
                    <a:pt x="1771043" y="126147"/>
                  </a:lnTo>
                  <a:lnTo>
                    <a:pt x="1771080" y="126150"/>
                  </a:lnTo>
                  <a:lnTo>
                    <a:pt x="1771089" y="126148"/>
                  </a:lnTo>
                  <a:lnTo>
                    <a:pt x="1771105" y="126143"/>
                  </a:lnTo>
                  <a:lnTo>
                    <a:pt x="1771111" y="126141"/>
                  </a:lnTo>
                  <a:lnTo>
                    <a:pt x="1771156" y="126127"/>
                  </a:lnTo>
                  <a:lnTo>
                    <a:pt x="1771245" y="126088"/>
                  </a:lnTo>
                  <a:lnTo>
                    <a:pt x="1771330" y="126040"/>
                  </a:lnTo>
                  <a:lnTo>
                    <a:pt x="1771392" y="126004"/>
                  </a:lnTo>
                  <a:lnTo>
                    <a:pt x="1771440" y="125991"/>
                  </a:lnTo>
                  <a:lnTo>
                    <a:pt x="1771521" y="125981"/>
                  </a:lnTo>
                  <a:lnTo>
                    <a:pt x="1771605" y="125979"/>
                  </a:lnTo>
                  <a:lnTo>
                    <a:pt x="1771682" y="125984"/>
                  </a:lnTo>
                  <a:lnTo>
                    <a:pt x="1771758" y="125991"/>
                  </a:lnTo>
                  <a:lnTo>
                    <a:pt x="1771802" y="126004"/>
                  </a:lnTo>
                  <a:lnTo>
                    <a:pt x="1771842" y="126026"/>
                  </a:lnTo>
                  <a:lnTo>
                    <a:pt x="1771915" y="126063"/>
                  </a:lnTo>
                  <a:lnTo>
                    <a:pt x="1771972" y="126083"/>
                  </a:lnTo>
                  <a:lnTo>
                    <a:pt x="1772016" y="126093"/>
                  </a:lnTo>
                  <a:lnTo>
                    <a:pt x="1772064" y="126092"/>
                  </a:lnTo>
                  <a:lnTo>
                    <a:pt x="1772113" y="126078"/>
                  </a:lnTo>
                  <a:lnTo>
                    <a:pt x="1772159" y="126054"/>
                  </a:lnTo>
                  <a:lnTo>
                    <a:pt x="1772342" y="125919"/>
                  </a:lnTo>
                  <a:lnTo>
                    <a:pt x="1772747" y="125639"/>
                  </a:lnTo>
                  <a:lnTo>
                    <a:pt x="1772769" y="125618"/>
                  </a:lnTo>
                  <a:lnTo>
                    <a:pt x="1772789" y="125584"/>
                  </a:lnTo>
                  <a:lnTo>
                    <a:pt x="1772795" y="125544"/>
                  </a:lnTo>
                  <a:lnTo>
                    <a:pt x="1772817" y="125378"/>
                  </a:lnTo>
                  <a:lnTo>
                    <a:pt x="1772813" y="125356"/>
                  </a:lnTo>
                  <a:lnTo>
                    <a:pt x="1772798" y="125287"/>
                  </a:lnTo>
                  <a:lnTo>
                    <a:pt x="1772788" y="125241"/>
                  </a:lnTo>
                  <a:lnTo>
                    <a:pt x="1772766" y="125157"/>
                  </a:lnTo>
                  <a:lnTo>
                    <a:pt x="1772755" y="125109"/>
                  </a:lnTo>
                  <a:lnTo>
                    <a:pt x="1772756" y="125074"/>
                  </a:lnTo>
                  <a:lnTo>
                    <a:pt x="1772767" y="125043"/>
                  </a:lnTo>
                  <a:lnTo>
                    <a:pt x="1772809" y="124995"/>
                  </a:lnTo>
                  <a:lnTo>
                    <a:pt x="1772850" y="124974"/>
                  </a:lnTo>
                  <a:lnTo>
                    <a:pt x="1772904" y="124958"/>
                  </a:lnTo>
                  <a:lnTo>
                    <a:pt x="1772951" y="124955"/>
                  </a:lnTo>
                  <a:lnTo>
                    <a:pt x="1773021" y="124960"/>
                  </a:lnTo>
                  <a:lnTo>
                    <a:pt x="1773052" y="124968"/>
                  </a:lnTo>
                  <a:lnTo>
                    <a:pt x="1773083" y="124966"/>
                  </a:lnTo>
                  <a:lnTo>
                    <a:pt x="1773119" y="124957"/>
                  </a:lnTo>
                  <a:lnTo>
                    <a:pt x="1773167" y="124939"/>
                  </a:lnTo>
                  <a:lnTo>
                    <a:pt x="1773326" y="124860"/>
                  </a:lnTo>
                  <a:lnTo>
                    <a:pt x="1773373" y="124836"/>
                  </a:lnTo>
                  <a:lnTo>
                    <a:pt x="1773399" y="124810"/>
                  </a:lnTo>
                  <a:lnTo>
                    <a:pt x="1773414" y="124781"/>
                  </a:lnTo>
                  <a:lnTo>
                    <a:pt x="1773430" y="124701"/>
                  </a:lnTo>
                  <a:lnTo>
                    <a:pt x="1773445" y="124648"/>
                  </a:lnTo>
                  <a:lnTo>
                    <a:pt x="1773494" y="124508"/>
                  </a:lnTo>
                  <a:lnTo>
                    <a:pt x="1773526" y="124460"/>
                  </a:lnTo>
                  <a:lnTo>
                    <a:pt x="1773555" y="124420"/>
                  </a:lnTo>
                  <a:lnTo>
                    <a:pt x="1773583" y="124400"/>
                  </a:lnTo>
                  <a:lnTo>
                    <a:pt x="1773602" y="124395"/>
                  </a:lnTo>
                  <a:lnTo>
                    <a:pt x="1773637" y="124396"/>
                  </a:lnTo>
                  <a:lnTo>
                    <a:pt x="1773661" y="124390"/>
                  </a:lnTo>
                  <a:lnTo>
                    <a:pt x="1773681" y="124381"/>
                  </a:lnTo>
                  <a:lnTo>
                    <a:pt x="1773727" y="124328"/>
                  </a:lnTo>
                  <a:lnTo>
                    <a:pt x="1773766" y="124279"/>
                  </a:lnTo>
                  <a:lnTo>
                    <a:pt x="1773781" y="124258"/>
                  </a:lnTo>
                  <a:lnTo>
                    <a:pt x="1773843" y="124148"/>
                  </a:lnTo>
                  <a:lnTo>
                    <a:pt x="1773859" y="124119"/>
                  </a:lnTo>
                  <a:lnTo>
                    <a:pt x="1773957" y="123945"/>
                  </a:lnTo>
                  <a:lnTo>
                    <a:pt x="1774048" y="123777"/>
                  </a:lnTo>
                  <a:lnTo>
                    <a:pt x="1774071" y="123729"/>
                  </a:lnTo>
                  <a:lnTo>
                    <a:pt x="1774120" y="123659"/>
                  </a:lnTo>
                  <a:lnTo>
                    <a:pt x="1774171" y="123609"/>
                  </a:lnTo>
                  <a:lnTo>
                    <a:pt x="1774187" y="123593"/>
                  </a:lnTo>
                  <a:lnTo>
                    <a:pt x="1774245" y="123544"/>
                  </a:lnTo>
                  <a:lnTo>
                    <a:pt x="1774311" y="123500"/>
                  </a:lnTo>
                  <a:lnTo>
                    <a:pt x="1774532" y="123413"/>
                  </a:lnTo>
                  <a:lnTo>
                    <a:pt x="1774620" y="123340"/>
                  </a:lnTo>
                  <a:lnTo>
                    <a:pt x="1774707" y="123215"/>
                  </a:lnTo>
                  <a:lnTo>
                    <a:pt x="1774723" y="123161"/>
                  </a:lnTo>
                  <a:lnTo>
                    <a:pt x="1774726" y="123079"/>
                  </a:lnTo>
                  <a:lnTo>
                    <a:pt x="1774710" y="122961"/>
                  </a:lnTo>
                  <a:lnTo>
                    <a:pt x="1774703" y="122912"/>
                  </a:lnTo>
                  <a:lnTo>
                    <a:pt x="1774704" y="122894"/>
                  </a:lnTo>
                  <a:lnTo>
                    <a:pt x="1774717" y="122864"/>
                  </a:lnTo>
                  <a:lnTo>
                    <a:pt x="1774749" y="122827"/>
                  </a:lnTo>
                  <a:lnTo>
                    <a:pt x="1774833" y="122755"/>
                  </a:lnTo>
                  <a:lnTo>
                    <a:pt x="1774886" y="122696"/>
                  </a:lnTo>
                  <a:lnTo>
                    <a:pt x="1774924" y="122639"/>
                  </a:lnTo>
                  <a:lnTo>
                    <a:pt x="1774947" y="122604"/>
                  </a:lnTo>
                  <a:lnTo>
                    <a:pt x="1774969" y="122547"/>
                  </a:lnTo>
                  <a:lnTo>
                    <a:pt x="1774966" y="122488"/>
                  </a:lnTo>
                  <a:lnTo>
                    <a:pt x="1774946" y="122447"/>
                  </a:lnTo>
                  <a:lnTo>
                    <a:pt x="1774920" y="122420"/>
                  </a:lnTo>
                  <a:lnTo>
                    <a:pt x="1774858" y="122377"/>
                  </a:lnTo>
                  <a:lnTo>
                    <a:pt x="1774775" y="122338"/>
                  </a:lnTo>
                  <a:lnTo>
                    <a:pt x="1774640" y="122279"/>
                  </a:lnTo>
                  <a:lnTo>
                    <a:pt x="1774574" y="122239"/>
                  </a:lnTo>
                  <a:lnTo>
                    <a:pt x="1774550" y="122214"/>
                  </a:lnTo>
                  <a:lnTo>
                    <a:pt x="1774532" y="122195"/>
                  </a:lnTo>
                  <a:lnTo>
                    <a:pt x="1774527" y="122167"/>
                  </a:lnTo>
                  <a:lnTo>
                    <a:pt x="1774526" y="122162"/>
                  </a:lnTo>
                  <a:lnTo>
                    <a:pt x="1774524" y="122139"/>
                  </a:lnTo>
                  <a:lnTo>
                    <a:pt x="1774525" y="122134"/>
                  </a:lnTo>
                  <a:lnTo>
                    <a:pt x="1774533" y="122095"/>
                  </a:lnTo>
                  <a:lnTo>
                    <a:pt x="1774558" y="122066"/>
                  </a:lnTo>
                  <a:lnTo>
                    <a:pt x="1774594" y="122034"/>
                  </a:lnTo>
                  <a:lnTo>
                    <a:pt x="1774648" y="122011"/>
                  </a:lnTo>
                  <a:lnTo>
                    <a:pt x="1774698" y="121999"/>
                  </a:lnTo>
                  <a:lnTo>
                    <a:pt x="1774765" y="122002"/>
                  </a:lnTo>
                  <a:lnTo>
                    <a:pt x="1774811" y="122009"/>
                  </a:lnTo>
                  <a:lnTo>
                    <a:pt x="1774859" y="122027"/>
                  </a:lnTo>
                  <a:lnTo>
                    <a:pt x="1774900" y="122046"/>
                  </a:lnTo>
                  <a:lnTo>
                    <a:pt x="1774931" y="122055"/>
                  </a:lnTo>
                  <a:lnTo>
                    <a:pt x="1774961" y="122056"/>
                  </a:lnTo>
                  <a:lnTo>
                    <a:pt x="1775003" y="122049"/>
                  </a:lnTo>
                  <a:lnTo>
                    <a:pt x="1775023" y="122043"/>
                  </a:lnTo>
                  <a:lnTo>
                    <a:pt x="1775057" y="122025"/>
                  </a:lnTo>
                  <a:lnTo>
                    <a:pt x="1775087" y="121996"/>
                  </a:lnTo>
                  <a:lnTo>
                    <a:pt x="1775098" y="121973"/>
                  </a:lnTo>
                  <a:lnTo>
                    <a:pt x="1775098" y="121943"/>
                  </a:lnTo>
                  <a:lnTo>
                    <a:pt x="1775074" y="121904"/>
                  </a:lnTo>
                  <a:lnTo>
                    <a:pt x="1775042" y="121862"/>
                  </a:lnTo>
                  <a:lnTo>
                    <a:pt x="1775023" y="121839"/>
                  </a:lnTo>
                  <a:lnTo>
                    <a:pt x="1775003" y="121815"/>
                  </a:lnTo>
                  <a:lnTo>
                    <a:pt x="1774987" y="121802"/>
                  </a:lnTo>
                  <a:lnTo>
                    <a:pt x="1774948" y="121777"/>
                  </a:lnTo>
                  <a:lnTo>
                    <a:pt x="1774908" y="121753"/>
                  </a:lnTo>
                  <a:lnTo>
                    <a:pt x="1774876" y="121715"/>
                  </a:lnTo>
                  <a:lnTo>
                    <a:pt x="1774870" y="121677"/>
                  </a:lnTo>
                  <a:lnTo>
                    <a:pt x="1774872" y="121670"/>
                  </a:lnTo>
                  <a:lnTo>
                    <a:pt x="1774879" y="121627"/>
                  </a:lnTo>
                  <a:lnTo>
                    <a:pt x="1774911" y="121585"/>
                  </a:lnTo>
                  <a:lnTo>
                    <a:pt x="1774945" y="121567"/>
                  </a:lnTo>
                  <a:lnTo>
                    <a:pt x="1774988" y="121549"/>
                  </a:lnTo>
                  <a:lnTo>
                    <a:pt x="1775083" y="121513"/>
                  </a:lnTo>
                  <a:lnTo>
                    <a:pt x="1775107" y="121503"/>
                  </a:lnTo>
                  <a:lnTo>
                    <a:pt x="1775251" y="121470"/>
                  </a:lnTo>
                  <a:lnTo>
                    <a:pt x="1775296" y="121460"/>
                  </a:lnTo>
                  <a:lnTo>
                    <a:pt x="1775341" y="121453"/>
                  </a:lnTo>
                  <a:lnTo>
                    <a:pt x="1775362" y="121453"/>
                  </a:lnTo>
                  <a:lnTo>
                    <a:pt x="1775380" y="121452"/>
                  </a:lnTo>
                  <a:lnTo>
                    <a:pt x="1775452" y="121457"/>
                  </a:lnTo>
                  <a:lnTo>
                    <a:pt x="1775624" y="121472"/>
                  </a:lnTo>
                  <a:lnTo>
                    <a:pt x="1775630" y="121459"/>
                  </a:lnTo>
                  <a:lnTo>
                    <a:pt x="1775631" y="121436"/>
                  </a:lnTo>
                  <a:lnTo>
                    <a:pt x="1775631" y="121425"/>
                  </a:lnTo>
                  <a:lnTo>
                    <a:pt x="1775618" y="121410"/>
                  </a:lnTo>
                  <a:lnTo>
                    <a:pt x="1775582" y="121392"/>
                  </a:lnTo>
                  <a:lnTo>
                    <a:pt x="1775522" y="121369"/>
                  </a:lnTo>
                  <a:lnTo>
                    <a:pt x="1775476" y="121349"/>
                  </a:lnTo>
                  <a:lnTo>
                    <a:pt x="1775449" y="121334"/>
                  </a:lnTo>
                  <a:lnTo>
                    <a:pt x="1775417" y="121313"/>
                  </a:lnTo>
                  <a:lnTo>
                    <a:pt x="1775402" y="121301"/>
                  </a:lnTo>
                  <a:lnTo>
                    <a:pt x="1775362" y="121270"/>
                  </a:lnTo>
                  <a:lnTo>
                    <a:pt x="1775285" y="121197"/>
                  </a:lnTo>
                  <a:lnTo>
                    <a:pt x="1775242" y="121151"/>
                  </a:lnTo>
                  <a:lnTo>
                    <a:pt x="1775212" y="121092"/>
                  </a:lnTo>
                  <a:lnTo>
                    <a:pt x="1775141" y="120722"/>
                  </a:lnTo>
                  <a:lnTo>
                    <a:pt x="1775133" y="120671"/>
                  </a:lnTo>
                  <a:lnTo>
                    <a:pt x="1775137" y="120642"/>
                  </a:lnTo>
                  <a:lnTo>
                    <a:pt x="1775153" y="120601"/>
                  </a:lnTo>
                  <a:lnTo>
                    <a:pt x="1775180" y="120561"/>
                  </a:lnTo>
                  <a:lnTo>
                    <a:pt x="1775222" y="120521"/>
                  </a:lnTo>
                  <a:lnTo>
                    <a:pt x="1775255" y="120501"/>
                  </a:lnTo>
                  <a:lnTo>
                    <a:pt x="1775286" y="120481"/>
                  </a:lnTo>
                  <a:lnTo>
                    <a:pt x="1775302" y="120465"/>
                  </a:lnTo>
                  <a:lnTo>
                    <a:pt x="1775306" y="120450"/>
                  </a:lnTo>
                  <a:lnTo>
                    <a:pt x="1775307" y="120395"/>
                  </a:lnTo>
                  <a:lnTo>
                    <a:pt x="1775294" y="120351"/>
                  </a:lnTo>
                  <a:lnTo>
                    <a:pt x="1775264" y="120299"/>
                  </a:lnTo>
                  <a:lnTo>
                    <a:pt x="1775211" y="120244"/>
                  </a:lnTo>
                  <a:lnTo>
                    <a:pt x="1775184" y="120216"/>
                  </a:lnTo>
                  <a:lnTo>
                    <a:pt x="1775098" y="120136"/>
                  </a:lnTo>
                  <a:lnTo>
                    <a:pt x="1775032" y="120086"/>
                  </a:lnTo>
                  <a:lnTo>
                    <a:pt x="1775003" y="120071"/>
                  </a:lnTo>
                  <a:lnTo>
                    <a:pt x="1774944" y="120040"/>
                  </a:lnTo>
                  <a:lnTo>
                    <a:pt x="1774897" y="120008"/>
                  </a:lnTo>
                  <a:lnTo>
                    <a:pt x="1774834" y="119963"/>
                  </a:lnTo>
                  <a:lnTo>
                    <a:pt x="1774743" y="119873"/>
                  </a:lnTo>
                  <a:lnTo>
                    <a:pt x="1774655" y="119775"/>
                  </a:lnTo>
                  <a:lnTo>
                    <a:pt x="1774570" y="119658"/>
                  </a:lnTo>
                  <a:lnTo>
                    <a:pt x="1774553" y="119599"/>
                  </a:lnTo>
                  <a:lnTo>
                    <a:pt x="1774542" y="119556"/>
                  </a:lnTo>
                  <a:lnTo>
                    <a:pt x="1774537" y="119518"/>
                  </a:lnTo>
                  <a:lnTo>
                    <a:pt x="1774528" y="119089"/>
                  </a:lnTo>
                  <a:lnTo>
                    <a:pt x="1774528" y="119060"/>
                  </a:lnTo>
                  <a:lnTo>
                    <a:pt x="1774532" y="119040"/>
                  </a:lnTo>
                  <a:lnTo>
                    <a:pt x="1774538" y="119013"/>
                  </a:lnTo>
                  <a:lnTo>
                    <a:pt x="1774546" y="118995"/>
                  </a:lnTo>
                  <a:lnTo>
                    <a:pt x="1774558" y="118974"/>
                  </a:lnTo>
                  <a:lnTo>
                    <a:pt x="1774577" y="118947"/>
                  </a:lnTo>
                  <a:lnTo>
                    <a:pt x="1774597" y="118927"/>
                  </a:lnTo>
                  <a:lnTo>
                    <a:pt x="1774613" y="118912"/>
                  </a:lnTo>
                  <a:lnTo>
                    <a:pt x="1774650" y="118884"/>
                  </a:lnTo>
                  <a:lnTo>
                    <a:pt x="1774677" y="118865"/>
                  </a:lnTo>
                  <a:lnTo>
                    <a:pt x="1774741" y="118814"/>
                  </a:lnTo>
                  <a:lnTo>
                    <a:pt x="1774771" y="118783"/>
                  </a:lnTo>
                  <a:lnTo>
                    <a:pt x="1774824" y="118717"/>
                  </a:lnTo>
                  <a:lnTo>
                    <a:pt x="1774841" y="118691"/>
                  </a:lnTo>
                  <a:lnTo>
                    <a:pt x="1774848" y="118676"/>
                  </a:lnTo>
                  <a:lnTo>
                    <a:pt x="1774850" y="118656"/>
                  </a:lnTo>
                  <a:lnTo>
                    <a:pt x="1774849" y="118637"/>
                  </a:lnTo>
                  <a:lnTo>
                    <a:pt x="1774841" y="118619"/>
                  </a:lnTo>
                  <a:lnTo>
                    <a:pt x="1774824" y="118597"/>
                  </a:lnTo>
                  <a:lnTo>
                    <a:pt x="1774738" y="118220"/>
                  </a:lnTo>
                  <a:lnTo>
                    <a:pt x="1774726" y="118184"/>
                  </a:lnTo>
                  <a:lnTo>
                    <a:pt x="1774702" y="118156"/>
                  </a:lnTo>
                  <a:lnTo>
                    <a:pt x="1774679" y="118139"/>
                  </a:lnTo>
                  <a:lnTo>
                    <a:pt x="1774651" y="118132"/>
                  </a:lnTo>
                  <a:lnTo>
                    <a:pt x="1774613" y="118130"/>
                  </a:lnTo>
                  <a:lnTo>
                    <a:pt x="1774555" y="118134"/>
                  </a:lnTo>
                  <a:lnTo>
                    <a:pt x="1774509" y="118137"/>
                  </a:lnTo>
                  <a:lnTo>
                    <a:pt x="1774476" y="118137"/>
                  </a:lnTo>
                  <a:lnTo>
                    <a:pt x="1774454" y="118133"/>
                  </a:lnTo>
                  <a:lnTo>
                    <a:pt x="1774429" y="118124"/>
                  </a:lnTo>
                  <a:lnTo>
                    <a:pt x="1774406" y="118111"/>
                  </a:lnTo>
                  <a:lnTo>
                    <a:pt x="1774384" y="118095"/>
                  </a:lnTo>
                  <a:lnTo>
                    <a:pt x="1774367" y="118079"/>
                  </a:lnTo>
                  <a:lnTo>
                    <a:pt x="1774349" y="118058"/>
                  </a:lnTo>
                  <a:lnTo>
                    <a:pt x="1774335" y="118034"/>
                  </a:lnTo>
                  <a:lnTo>
                    <a:pt x="1774325" y="118005"/>
                  </a:lnTo>
                  <a:lnTo>
                    <a:pt x="1774320" y="117970"/>
                  </a:lnTo>
                  <a:lnTo>
                    <a:pt x="1774316" y="117936"/>
                  </a:lnTo>
                  <a:lnTo>
                    <a:pt x="1774307" y="117820"/>
                  </a:lnTo>
                  <a:lnTo>
                    <a:pt x="1774308" y="117773"/>
                  </a:lnTo>
                  <a:lnTo>
                    <a:pt x="1774329" y="117613"/>
                  </a:lnTo>
                  <a:lnTo>
                    <a:pt x="1774334" y="117588"/>
                  </a:lnTo>
                  <a:lnTo>
                    <a:pt x="1774345" y="117566"/>
                  </a:lnTo>
                  <a:lnTo>
                    <a:pt x="1774362" y="117540"/>
                  </a:lnTo>
                  <a:lnTo>
                    <a:pt x="1774377" y="117525"/>
                  </a:lnTo>
                  <a:lnTo>
                    <a:pt x="1774429" y="117491"/>
                  </a:lnTo>
                  <a:lnTo>
                    <a:pt x="1774536" y="117433"/>
                  </a:lnTo>
                  <a:lnTo>
                    <a:pt x="1774556" y="117424"/>
                  </a:lnTo>
                  <a:lnTo>
                    <a:pt x="1774579" y="117419"/>
                  </a:lnTo>
                  <a:lnTo>
                    <a:pt x="1774603" y="117418"/>
                  </a:lnTo>
                  <a:lnTo>
                    <a:pt x="1774672" y="117419"/>
                  </a:lnTo>
                  <a:lnTo>
                    <a:pt x="1774726" y="117420"/>
                  </a:lnTo>
                  <a:lnTo>
                    <a:pt x="1774769" y="117419"/>
                  </a:lnTo>
                  <a:lnTo>
                    <a:pt x="1774797" y="117418"/>
                  </a:lnTo>
                  <a:lnTo>
                    <a:pt x="1774819" y="117411"/>
                  </a:lnTo>
                  <a:lnTo>
                    <a:pt x="1774851" y="117395"/>
                  </a:lnTo>
                  <a:lnTo>
                    <a:pt x="1774869" y="117379"/>
                  </a:lnTo>
                  <a:lnTo>
                    <a:pt x="1774881" y="117364"/>
                  </a:lnTo>
                  <a:lnTo>
                    <a:pt x="1774891" y="117338"/>
                  </a:lnTo>
                  <a:lnTo>
                    <a:pt x="1774900" y="117292"/>
                  </a:lnTo>
                  <a:lnTo>
                    <a:pt x="1775068" y="117189"/>
                  </a:lnTo>
                  <a:lnTo>
                    <a:pt x="1775104" y="117167"/>
                  </a:lnTo>
                  <a:lnTo>
                    <a:pt x="1775257" y="117072"/>
                  </a:lnTo>
                  <a:lnTo>
                    <a:pt x="1775280" y="117053"/>
                  </a:lnTo>
                  <a:lnTo>
                    <a:pt x="1775282" y="117049"/>
                  </a:lnTo>
                  <a:lnTo>
                    <a:pt x="1775290" y="117031"/>
                  </a:lnTo>
                  <a:lnTo>
                    <a:pt x="1775349" y="116894"/>
                  </a:lnTo>
                  <a:lnTo>
                    <a:pt x="1775357" y="116883"/>
                  </a:lnTo>
                  <a:lnTo>
                    <a:pt x="1775363" y="116874"/>
                  </a:lnTo>
                  <a:lnTo>
                    <a:pt x="1775369" y="116847"/>
                  </a:lnTo>
                  <a:lnTo>
                    <a:pt x="1775371" y="116810"/>
                  </a:lnTo>
                  <a:lnTo>
                    <a:pt x="1775373" y="116763"/>
                  </a:lnTo>
                  <a:lnTo>
                    <a:pt x="1775381" y="116733"/>
                  </a:lnTo>
                  <a:lnTo>
                    <a:pt x="1775391" y="116709"/>
                  </a:lnTo>
                  <a:lnTo>
                    <a:pt x="1775400" y="116693"/>
                  </a:lnTo>
                  <a:lnTo>
                    <a:pt x="1775403" y="116689"/>
                  </a:lnTo>
                  <a:lnTo>
                    <a:pt x="1775408" y="116681"/>
                  </a:lnTo>
                  <a:lnTo>
                    <a:pt x="1775415" y="116671"/>
                  </a:lnTo>
                  <a:lnTo>
                    <a:pt x="1775421" y="116659"/>
                  </a:lnTo>
                  <a:lnTo>
                    <a:pt x="1775516" y="116494"/>
                  </a:lnTo>
                  <a:lnTo>
                    <a:pt x="1775596" y="116355"/>
                  </a:lnTo>
                  <a:lnTo>
                    <a:pt x="1775613" y="116330"/>
                  </a:lnTo>
                  <a:lnTo>
                    <a:pt x="1775656" y="116294"/>
                  </a:lnTo>
                  <a:lnTo>
                    <a:pt x="1775898" y="116141"/>
                  </a:lnTo>
                  <a:lnTo>
                    <a:pt x="1775918" y="116131"/>
                  </a:lnTo>
                  <a:lnTo>
                    <a:pt x="1775972" y="116108"/>
                  </a:lnTo>
                  <a:lnTo>
                    <a:pt x="1776024" y="116090"/>
                  </a:lnTo>
                  <a:lnTo>
                    <a:pt x="1776153" y="116057"/>
                  </a:lnTo>
                  <a:lnTo>
                    <a:pt x="1776358" y="115924"/>
                  </a:lnTo>
                  <a:lnTo>
                    <a:pt x="1776412" y="115873"/>
                  </a:lnTo>
                  <a:lnTo>
                    <a:pt x="1776428" y="115857"/>
                  </a:lnTo>
                  <a:lnTo>
                    <a:pt x="1776442" y="115845"/>
                  </a:lnTo>
                  <a:lnTo>
                    <a:pt x="1776458" y="115833"/>
                  </a:lnTo>
                  <a:lnTo>
                    <a:pt x="1776489" y="115813"/>
                  </a:lnTo>
                  <a:lnTo>
                    <a:pt x="1776541" y="115786"/>
                  </a:lnTo>
                  <a:lnTo>
                    <a:pt x="1776563" y="115776"/>
                  </a:lnTo>
                  <a:lnTo>
                    <a:pt x="1776633" y="115752"/>
                  </a:lnTo>
                  <a:lnTo>
                    <a:pt x="1776677" y="115741"/>
                  </a:lnTo>
                  <a:lnTo>
                    <a:pt x="1776733" y="115718"/>
                  </a:lnTo>
                  <a:lnTo>
                    <a:pt x="1776765" y="115703"/>
                  </a:lnTo>
                  <a:lnTo>
                    <a:pt x="1776798" y="115684"/>
                  </a:lnTo>
                  <a:lnTo>
                    <a:pt x="1776835" y="115658"/>
                  </a:lnTo>
                  <a:lnTo>
                    <a:pt x="1776869" y="115624"/>
                  </a:lnTo>
                  <a:lnTo>
                    <a:pt x="1776893" y="115593"/>
                  </a:lnTo>
                  <a:lnTo>
                    <a:pt x="1776903" y="115571"/>
                  </a:lnTo>
                  <a:lnTo>
                    <a:pt x="1776908" y="115554"/>
                  </a:lnTo>
                  <a:lnTo>
                    <a:pt x="1776913" y="115534"/>
                  </a:lnTo>
                  <a:lnTo>
                    <a:pt x="1776929" y="115514"/>
                  </a:lnTo>
                  <a:lnTo>
                    <a:pt x="1777145" y="115325"/>
                  </a:lnTo>
                  <a:lnTo>
                    <a:pt x="1777199" y="115290"/>
                  </a:lnTo>
                  <a:lnTo>
                    <a:pt x="1777247" y="115262"/>
                  </a:lnTo>
                  <a:lnTo>
                    <a:pt x="1777283" y="115237"/>
                  </a:lnTo>
                  <a:lnTo>
                    <a:pt x="1777308" y="115218"/>
                  </a:lnTo>
                  <a:lnTo>
                    <a:pt x="1777331" y="115199"/>
                  </a:lnTo>
                  <a:lnTo>
                    <a:pt x="1777405" y="115130"/>
                  </a:lnTo>
                  <a:lnTo>
                    <a:pt x="1777435" y="115101"/>
                  </a:lnTo>
                  <a:lnTo>
                    <a:pt x="1777454" y="115076"/>
                  </a:lnTo>
                  <a:lnTo>
                    <a:pt x="1777470" y="115050"/>
                  </a:lnTo>
                  <a:lnTo>
                    <a:pt x="1777490" y="115009"/>
                  </a:lnTo>
                  <a:lnTo>
                    <a:pt x="1777497" y="114986"/>
                  </a:lnTo>
                  <a:lnTo>
                    <a:pt x="1777510" y="114944"/>
                  </a:lnTo>
                  <a:lnTo>
                    <a:pt x="1777523" y="114870"/>
                  </a:lnTo>
                  <a:lnTo>
                    <a:pt x="1777536" y="114825"/>
                  </a:lnTo>
                  <a:lnTo>
                    <a:pt x="1777562" y="114734"/>
                  </a:lnTo>
                  <a:lnTo>
                    <a:pt x="1777581" y="114676"/>
                  </a:lnTo>
                  <a:lnTo>
                    <a:pt x="1777588" y="114654"/>
                  </a:lnTo>
                  <a:lnTo>
                    <a:pt x="1777603" y="114625"/>
                  </a:lnTo>
                  <a:lnTo>
                    <a:pt x="1777617" y="114595"/>
                  </a:lnTo>
                  <a:lnTo>
                    <a:pt x="1777637" y="114559"/>
                  </a:lnTo>
                  <a:lnTo>
                    <a:pt x="1777648" y="114545"/>
                  </a:lnTo>
                  <a:lnTo>
                    <a:pt x="1777662" y="114530"/>
                  </a:lnTo>
                  <a:lnTo>
                    <a:pt x="1777743" y="114467"/>
                  </a:lnTo>
                  <a:lnTo>
                    <a:pt x="1777797" y="114431"/>
                  </a:lnTo>
                  <a:lnTo>
                    <a:pt x="1777821" y="114419"/>
                  </a:lnTo>
                  <a:lnTo>
                    <a:pt x="1777833" y="114413"/>
                  </a:lnTo>
                  <a:lnTo>
                    <a:pt x="1777842" y="114407"/>
                  </a:lnTo>
                  <a:lnTo>
                    <a:pt x="1777858" y="114393"/>
                  </a:lnTo>
                  <a:lnTo>
                    <a:pt x="1777868" y="114375"/>
                  </a:lnTo>
                  <a:lnTo>
                    <a:pt x="1777882" y="114347"/>
                  </a:lnTo>
                  <a:lnTo>
                    <a:pt x="1777895" y="114300"/>
                  </a:lnTo>
                  <a:lnTo>
                    <a:pt x="1777900" y="114241"/>
                  </a:lnTo>
                  <a:lnTo>
                    <a:pt x="1777902" y="114215"/>
                  </a:lnTo>
                  <a:lnTo>
                    <a:pt x="1777899" y="114177"/>
                  </a:lnTo>
                  <a:lnTo>
                    <a:pt x="1777896" y="114148"/>
                  </a:lnTo>
                  <a:lnTo>
                    <a:pt x="1777900" y="114119"/>
                  </a:lnTo>
                  <a:lnTo>
                    <a:pt x="1777906" y="114096"/>
                  </a:lnTo>
                  <a:lnTo>
                    <a:pt x="1777913" y="114084"/>
                  </a:lnTo>
                  <a:lnTo>
                    <a:pt x="1777946" y="114031"/>
                  </a:lnTo>
                  <a:lnTo>
                    <a:pt x="1777960" y="114010"/>
                  </a:lnTo>
                  <a:lnTo>
                    <a:pt x="1777976" y="113993"/>
                  </a:lnTo>
                  <a:lnTo>
                    <a:pt x="1778021" y="113940"/>
                  </a:lnTo>
                  <a:lnTo>
                    <a:pt x="1778078" y="113854"/>
                  </a:lnTo>
                  <a:lnTo>
                    <a:pt x="1778085" y="113840"/>
                  </a:lnTo>
                  <a:lnTo>
                    <a:pt x="1778092" y="113826"/>
                  </a:lnTo>
                  <a:lnTo>
                    <a:pt x="1778163" y="113682"/>
                  </a:lnTo>
                  <a:lnTo>
                    <a:pt x="1778186" y="113612"/>
                  </a:lnTo>
                  <a:lnTo>
                    <a:pt x="1778216" y="113496"/>
                  </a:lnTo>
                  <a:lnTo>
                    <a:pt x="1778220" y="113465"/>
                  </a:lnTo>
                  <a:lnTo>
                    <a:pt x="1778217" y="113430"/>
                  </a:lnTo>
                  <a:lnTo>
                    <a:pt x="1778210" y="113389"/>
                  </a:lnTo>
                  <a:lnTo>
                    <a:pt x="1778209" y="113358"/>
                  </a:lnTo>
                  <a:lnTo>
                    <a:pt x="1778209" y="113321"/>
                  </a:lnTo>
                  <a:lnTo>
                    <a:pt x="1778212" y="113298"/>
                  </a:lnTo>
                  <a:lnTo>
                    <a:pt x="1778218" y="113282"/>
                  </a:lnTo>
                  <a:lnTo>
                    <a:pt x="1778227" y="113265"/>
                  </a:lnTo>
                  <a:lnTo>
                    <a:pt x="1778360" y="113070"/>
                  </a:lnTo>
                  <a:lnTo>
                    <a:pt x="1778386" y="113036"/>
                  </a:lnTo>
                  <a:lnTo>
                    <a:pt x="1778414" y="113002"/>
                  </a:lnTo>
                  <a:lnTo>
                    <a:pt x="1778444" y="112970"/>
                  </a:lnTo>
                  <a:lnTo>
                    <a:pt x="1778467" y="112945"/>
                  </a:lnTo>
                  <a:lnTo>
                    <a:pt x="1778497" y="112922"/>
                  </a:lnTo>
                  <a:lnTo>
                    <a:pt x="1778531" y="112896"/>
                  </a:lnTo>
                  <a:lnTo>
                    <a:pt x="1778565" y="112873"/>
                  </a:lnTo>
                  <a:lnTo>
                    <a:pt x="1778697" y="112790"/>
                  </a:lnTo>
                  <a:lnTo>
                    <a:pt x="1778719" y="112776"/>
                  </a:lnTo>
                  <a:lnTo>
                    <a:pt x="1778744" y="112763"/>
                  </a:lnTo>
                  <a:lnTo>
                    <a:pt x="1778767" y="112752"/>
                  </a:lnTo>
                  <a:lnTo>
                    <a:pt x="1778796" y="112741"/>
                  </a:lnTo>
                  <a:lnTo>
                    <a:pt x="1778818" y="112732"/>
                  </a:lnTo>
                  <a:lnTo>
                    <a:pt x="1778847" y="112728"/>
                  </a:lnTo>
                  <a:lnTo>
                    <a:pt x="1778869" y="112730"/>
                  </a:lnTo>
                  <a:lnTo>
                    <a:pt x="1778893" y="112732"/>
                  </a:lnTo>
                  <a:lnTo>
                    <a:pt x="1778922" y="112733"/>
                  </a:lnTo>
                  <a:lnTo>
                    <a:pt x="1778946" y="112733"/>
                  </a:lnTo>
                  <a:lnTo>
                    <a:pt x="1778979" y="112734"/>
                  </a:lnTo>
                  <a:lnTo>
                    <a:pt x="1779005" y="112732"/>
                  </a:lnTo>
                  <a:lnTo>
                    <a:pt x="1779027" y="112728"/>
                  </a:lnTo>
                  <a:lnTo>
                    <a:pt x="1779144" y="112691"/>
                  </a:lnTo>
                  <a:lnTo>
                    <a:pt x="1779287" y="112636"/>
                  </a:lnTo>
                  <a:lnTo>
                    <a:pt x="1779417" y="112586"/>
                  </a:lnTo>
                  <a:lnTo>
                    <a:pt x="1779581" y="112513"/>
                  </a:lnTo>
                  <a:lnTo>
                    <a:pt x="1779644" y="112485"/>
                  </a:lnTo>
                  <a:lnTo>
                    <a:pt x="1779669" y="112465"/>
                  </a:lnTo>
                  <a:lnTo>
                    <a:pt x="1779695" y="112439"/>
                  </a:lnTo>
                  <a:lnTo>
                    <a:pt x="1779760" y="112370"/>
                  </a:lnTo>
                  <a:lnTo>
                    <a:pt x="1779788" y="112339"/>
                  </a:lnTo>
                  <a:lnTo>
                    <a:pt x="1779800" y="112320"/>
                  </a:lnTo>
                  <a:lnTo>
                    <a:pt x="1779805" y="112294"/>
                  </a:lnTo>
                  <a:lnTo>
                    <a:pt x="1779804" y="112278"/>
                  </a:lnTo>
                  <a:lnTo>
                    <a:pt x="1779799" y="112252"/>
                  </a:lnTo>
                  <a:lnTo>
                    <a:pt x="1779793" y="112230"/>
                  </a:lnTo>
                  <a:lnTo>
                    <a:pt x="1779755" y="112179"/>
                  </a:lnTo>
                  <a:lnTo>
                    <a:pt x="1779720" y="112145"/>
                  </a:lnTo>
                  <a:lnTo>
                    <a:pt x="1779703" y="112132"/>
                  </a:lnTo>
                  <a:lnTo>
                    <a:pt x="1779663" y="112099"/>
                  </a:lnTo>
                  <a:lnTo>
                    <a:pt x="1779646" y="112083"/>
                  </a:lnTo>
                  <a:lnTo>
                    <a:pt x="1779639" y="112067"/>
                  </a:lnTo>
                  <a:lnTo>
                    <a:pt x="1779637" y="112056"/>
                  </a:lnTo>
                  <a:lnTo>
                    <a:pt x="1779640" y="112028"/>
                  </a:lnTo>
                  <a:lnTo>
                    <a:pt x="1779648" y="112001"/>
                  </a:lnTo>
                  <a:lnTo>
                    <a:pt x="1779659" y="111968"/>
                  </a:lnTo>
                  <a:lnTo>
                    <a:pt x="1779673" y="111936"/>
                  </a:lnTo>
                  <a:lnTo>
                    <a:pt x="1779702" y="111889"/>
                  </a:lnTo>
                  <a:lnTo>
                    <a:pt x="1779723" y="111866"/>
                  </a:lnTo>
                  <a:lnTo>
                    <a:pt x="1779751" y="111840"/>
                  </a:lnTo>
                  <a:lnTo>
                    <a:pt x="1779783" y="111819"/>
                  </a:lnTo>
                  <a:lnTo>
                    <a:pt x="1779809" y="111808"/>
                  </a:lnTo>
                  <a:lnTo>
                    <a:pt x="1779837" y="111801"/>
                  </a:lnTo>
                  <a:lnTo>
                    <a:pt x="1779892" y="111791"/>
                  </a:lnTo>
                  <a:lnTo>
                    <a:pt x="1779943" y="111785"/>
                  </a:lnTo>
                  <a:lnTo>
                    <a:pt x="1780002" y="111780"/>
                  </a:lnTo>
                  <a:lnTo>
                    <a:pt x="1780111" y="111775"/>
                  </a:lnTo>
                  <a:lnTo>
                    <a:pt x="1780154" y="111773"/>
                  </a:lnTo>
                  <a:lnTo>
                    <a:pt x="1780220" y="111772"/>
                  </a:lnTo>
                  <a:lnTo>
                    <a:pt x="1780249" y="111771"/>
                  </a:lnTo>
                  <a:lnTo>
                    <a:pt x="1780280" y="111767"/>
                  </a:lnTo>
                  <a:lnTo>
                    <a:pt x="1780334" y="111756"/>
                  </a:lnTo>
                  <a:lnTo>
                    <a:pt x="1780393" y="111738"/>
                  </a:lnTo>
                  <a:lnTo>
                    <a:pt x="1780543" y="111691"/>
                  </a:lnTo>
                  <a:lnTo>
                    <a:pt x="1780664" y="111647"/>
                  </a:lnTo>
                  <a:lnTo>
                    <a:pt x="1780707" y="111637"/>
                  </a:lnTo>
                  <a:lnTo>
                    <a:pt x="1780791" y="111631"/>
                  </a:lnTo>
                  <a:lnTo>
                    <a:pt x="1780868" y="111628"/>
                  </a:lnTo>
                  <a:lnTo>
                    <a:pt x="1780939" y="111639"/>
                  </a:lnTo>
                  <a:lnTo>
                    <a:pt x="1781063" y="111678"/>
                  </a:lnTo>
                  <a:lnTo>
                    <a:pt x="1781116" y="111688"/>
                  </a:lnTo>
                  <a:lnTo>
                    <a:pt x="1781143" y="111688"/>
                  </a:lnTo>
                  <a:lnTo>
                    <a:pt x="1781169" y="111684"/>
                  </a:lnTo>
                  <a:lnTo>
                    <a:pt x="1781249" y="111663"/>
                  </a:lnTo>
                  <a:lnTo>
                    <a:pt x="1781332" y="111637"/>
                  </a:lnTo>
                  <a:lnTo>
                    <a:pt x="1781542" y="111540"/>
                  </a:lnTo>
                  <a:lnTo>
                    <a:pt x="1781640" y="111495"/>
                  </a:lnTo>
                  <a:lnTo>
                    <a:pt x="1781718" y="111451"/>
                  </a:lnTo>
                  <a:lnTo>
                    <a:pt x="1781821" y="111384"/>
                  </a:lnTo>
                  <a:lnTo>
                    <a:pt x="1781946" y="111295"/>
                  </a:lnTo>
                  <a:lnTo>
                    <a:pt x="1782004" y="111244"/>
                  </a:lnTo>
                  <a:lnTo>
                    <a:pt x="1782024" y="111214"/>
                  </a:lnTo>
                  <a:lnTo>
                    <a:pt x="1782086" y="111089"/>
                  </a:lnTo>
                  <a:lnTo>
                    <a:pt x="1782101" y="111046"/>
                  </a:lnTo>
                  <a:lnTo>
                    <a:pt x="1782120" y="110986"/>
                  </a:lnTo>
                  <a:lnTo>
                    <a:pt x="1782122" y="110945"/>
                  </a:lnTo>
                  <a:lnTo>
                    <a:pt x="1782123" y="110921"/>
                  </a:lnTo>
                  <a:lnTo>
                    <a:pt x="1782097" y="110880"/>
                  </a:lnTo>
                  <a:lnTo>
                    <a:pt x="1782058" y="110857"/>
                  </a:lnTo>
                  <a:lnTo>
                    <a:pt x="1782011" y="110848"/>
                  </a:lnTo>
                  <a:lnTo>
                    <a:pt x="1781968" y="110851"/>
                  </a:lnTo>
                  <a:lnTo>
                    <a:pt x="1781935" y="110866"/>
                  </a:lnTo>
                  <a:lnTo>
                    <a:pt x="1781919" y="110872"/>
                  </a:lnTo>
                  <a:lnTo>
                    <a:pt x="1781887" y="110875"/>
                  </a:lnTo>
                  <a:lnTo>
                    <a:pt x="1781858" y="110873"/>
                  </a:lnTo>
                  <a:lnTo>
                    <a:pt x="1781820" y="110861"/>
                  </a:lnTo>
                  <a:lnTo>
                    <a:pt x="1781771" y="110836"/>
                  </a:lnTo>
                  <a:lnTo>
                    <a:pt x="1781733" y="110804"/>
                  </a:lnTo>
                  <a:lnTo>
                    <a:pt x="1781721" y="110793"/>
                  </a:lnTo>
                  <a:lnTo>
                    <a:pt x="1781712" y="110777"/>
                  </a:lnTo>
                  <a:lnTo>
                    <a:pt x="1781708" y="110761"/>
                  </a:lnTo>
                  <a:lnTo>
                    <a:pt x="1781707" y="110746"/>
                  </a:lnTo>
                  <a:lnTo>
                    <a:pt x="1781713" y="110731"/>
                  </a:lnTo>
                  <a:lnTo>
                    <a:pt x="1781742" y="110713"/>
                  </a:lnTo>
                  <a:lnTo>
                    <a:pt x="1781820" y="110677"/>
                  </a:lnTo>
                  <a:lnTo>
                    <a:pt x="1781899" y="110652"/>
                  </a:lnTo>
                  <a:lnTo>
                    <a:pt x="1782006" y="110634"/>
                  </a:lnTo>
                  <a:lnTo>
                    <a:pt x="1782085" y="110635"/>
                  </a:lnTo>
                  <a:lnTo>
                    <a:pt x="1782152" y="110646"/>
                  </a:lnTo>
                  <a:lnTo>
                    <a:pt x="1782191" y="110656"/>
                  </a:lnTo>
                  <a:lnTo>
                    <a:pt x="1782238" y="110676"/>
                  </a:lnTo>
                  <a:lnTo>
                    <a:pt x="1782271" y="110677"/>
                  </a:lnTo>
                  <a:lnTo>
                    <a:pt x="1782311" y="110672"/>
                  </a:lnTo>
                  <a:lnTo>
                    <a:pt x="1782362" y="110651"/>
                  </a:lnTo>
                  <a:lnTo>
                    <a:pt x="1782393" y="110630"/>
                  </a:lnTo>
                  <a:lnTo>
                    <a:pt x="1782502" y="110538"/>
                  </a:lnTo>
                  <a:lnTo>
                    <a:pt x="1782528" y="110510"/>
                  </a:lnTo>
                  <a:lnTo>
                    <a:pt x="1782543" y="110485"/>
                  </a:lnTo>
                  <a:lnTo>
                    <a:pt x="1782565" y="110448"/>
                  </a:lnTo>
                  <a:lnTo>
                    <a:pt x="1782590" y="110421"/>
                  </a:lnTo>
                  <a:lnTo>
                    <a:pt x="1782841" y="110228"/>
                  </a:lnTo>
                  <a:lnTo>
                    <a:pt x="1782874" y="110208"/>
                  </a:lnTo>
                  <a:lnTo>
                    <a:pt x="1782906" y="110193"/>
                  </a:lnTo>
                  <a:lnTo>
                    <a:pt x="1782936" y="110179"/>
                  </a:lnTo>
                  <a:lnTo>
                    <a:pt x="1782959" y="110170"/>
                  </a:lnTo>
                  <a:lnTo>
                    <a:pt x="1782992" y="110162"/>
                  </a:lnTo>
                  <a:lnTo>
                    <a:pt x="1783034" y="110152"/>
                  </a:lnTo>
                  <a:lnTo>
                    <a:pt x="1783100" y="110142"/>
                  </a:lnTo>
                  <a:lnTo>
                    <a:pt x="1783152" y="110142"/>
                  </a:lnTo>
                  <a:lnTo>
                    <a:pt x="1783204" y="110143"/>
                  </a:lnTo>
                  <a:lnTo>
                    <a:pt x="1783242" y="110143"/>
                  </a:lnTo>
                  <a:lnTo>
                    <a:pt x="1783266" y="110138"/>
                  </a:lnTo>
                  <a:lnTo>
                    <a:pt x="1783293" y="110133"/>
                  </a:lnTo>
                  <a:lnTo>
                    <a:pt x="1783318" y="110126"/>
                  </a:lnTo>
                  <a:lnTo>
                    <a:pt x="1783340" y="110115"/>
                  </a:lnTo>
                  <a:lnTo>
                    <a:pt x="1783373" y="110098"/>
                  </a:lnTo>
                  <a:lnTo>
                    <a:pt x="1783411" y="110064"/>
                  </a:lnTo>
                  <a:lnTo>
                    <a:pt x="1783445" y="110026"/>
                  </a:lnTo>
                  <a:lnTo>
                    <a:pt x="1783456" y="109995"/>
                  </a:lnTo>
                  <a:lnTo>
                    <a:pt x="1783460" y="109972"/>
                  </a:lnTo>
                  <a:lnTo>
                    <a:pt x="1783456" y="109939"/>
                  </a:lnTo>
                  <a:lnTo>
                    <a:pt x="1783497" y="109745"/>
                  </a:lnTo>
                  <a:lnTo>
                    <a:pt x="1783568" y="109565"/>
                  </a:lnTo>
                  <a:lnTo>
                    <a:pt x="1783588" y="109504"/>
                  </a:lnTo>
                  <a:lnTo>
                    <a:pt x="1783592" y="109474"/>
                  </a:lnTo>
                  <a:lnTo>
                    <a:pt x="1783590" y="109453"/>
                  </a:lnTo>
                  <a:lnTo>
                    <a:pt x="1783543" y="109311"/>
                  </a:lnTo>
                  <a:lnTo>
                    <a:pt x="1783527" y="109288"/>
                  </a:lnTo>
                  <a:lnTo>
                    <a:pt x="1783504" y="109273"/>
                  </a:lnTo>
                  <a:lnTo>
                    <a:pt x="1783466" y="109265"/>
                  </a:lnTo>
                  <a:lnTo>
                    <a:pt x="1783418" y="109258"/>
                  </a:lnTo>
                  <a:lnTo>
                    <a:pt x="1783345" y="109251"/>
                  </a:lnTo>
                  <a:lnTo>
                    <a:pt x="1783294" y="109248"/>
                  </a:lnTo>
                  <a:lnTo>
                    <a:pt x="1783256" y="109246"/>
                  </a:lnTo>
                  <a:lnTo>
                    <a:pt x="1783231" y="109243"/>
                  </a:lnTo>
                  <a:lnTo>
                    <a:pt x="1783196" y="109234"/>
                  </a:lnTo>
                  <a:lnTo>
                    <a:pt x="1783170" y="109218"/>
                  </a:lnTo>
                  <a:lnTo>
                    <a:pt x="1783127" y="109178"/>
                  </a:lnTo>
                  <a:lnTo>
                    <a:pt x="1783101" y="109143"/>
                  </a:lnTo>
                  <a:lnTo>
                    <a:pt x="1783094" y="109122"/>
                  </a:lnTo>
                  <a:lnTo>
                    <a:pt x="1783090" y="109098"/>
                  </a:lnTo>
                  <a:lnTo>
                    <a:pt x="1783095" y="109068"/>
                  </a:lnTo>
                  <a:lnTo>
                    <a:pt x="1783116" y="109017"/>
                  </a:lnTo>
                  <a:lnTo>
                    <a:pt x="1783138" y="108988"/>
                  </a:lnTo>
                  <a:lnTo>
                    <a:pt x="1783167" y="108963"/>
                  </a:lnTo>
                  <a:lnTo>
                    <a:pt x="1783199" y="108941"/>
                  </a:lnTo>
                  <a:lnTo>
                    <a:pt x="1783235" y="108923"/>
                  </a:lnTo>
                  <a:lnTo>
                    <a:pt x="1783304" y="108904"/>
                  </a:lnTo>
                  <a:lnTo>
                    <a:pt x="1783362" y="108897"/>
                  </a:lnTo>
                  <a:lnTo>
                    <a:pt x="1783421" y="108897"/>
                  </a:lnTo>
                  <a:lnTo>
                    <a:pt x="1783452" y="108905"/>
                  </a:lnTo>
                  <a:lnTo>
                    <a:pt x="1783477" y="108915"/>
                  </a:lnTo>
                  <a:lnTo>
                    <a:pt x="1783495" y="108927"/>
                  </a:lnTo>
                  <a:lnTo>
                    <a:pt x="1783512" y="108942"/>
                  </a:lnTo>
                  <a:lnTo>
                    <a:pt x="1783532" y="108954"/>
                  </a:lnTo>
                  <a:lnTo>
                    <a:pt x="1783557" y="108958"/>
                  </a:lnTo>
                  <a:lnTo>
                    <a:pt x="1783594" y="108962"/>
                  </a:lnTo>
                  <a:lnTo>
                    <a:pt x="1783692" y="108970"/>
                  </a:lnTo>
                  <a:lnTo>
                    <a:pt x="1783772" y="108976"/>
                  </a:lnTo>
                  <a:lnTo>
                    <a:pt x="1783839" y="108976"/>
                  </a:lnTo>
                  <a:lnTo>
                    <a:pt x="1783901" y="108972"/>
                  </a:lnTo>
                  <a:lnTo>
                    <a:pt x="1783949" y="108967"/>
                  </a:lnTo>
                  <a:lnTo>
                    <a:pt x="1784026" y="108954"/>
                  </a:lnTo>
                  <a:lnTo>
                    <a:pt x="1784076" y="108942"/>
                  </a:lnTo>
                  <a:lnTo>
                    <a:pt x="1784108" y="108925"/>
                  </a:lnTo>
                  <a:lnTo>
                    <a:pt x="1784142" y="108901"/>
                  </a:lnTo>
                  <a:lnTo>
                    <a:pt x="1784170" y="108870"/>
                  </a:lnTo>
                  <a:lnTo>
                    <a:pt x="1784198" y="108825"/>
                  </a:lnTo>
                  <a:lnTo>
                    <a:pt x="1784202" y="108795"/>
                  </a:lnTo>
                  <a:lnTo>
                    <a:pt x="1784200" y="108757"/>
                  </a:lnTo>
                  <a:lnTo>
                    <a:pt x="1784192" y="108730"/>
                  </a:lnTo>
                  <a:lnTo>
                    <a:pt x="1784160" y="108665"/>
                  </a:lnTo>
                  <a:lnTo>
                    <a:pt x="1784105" y="108581"/>
                  </a:lnTo>
                  <a:lnTo>
                    <a:pt x="1784069" y="108524"/>
                  </a:lnTo>
                  <a:lnTo>
                    <a:pt x="1784061" y="108508"/>
                  </a:lnTo>
                  <a:lnTo>
                    <a:pt x="1784055" y="108492"/>
                  </a:lnTo>
                  <a:lnTo>
                    <a:pt x="1784057" y="108475"/>
                  </a:lnTo>
                  <a:lnTo>
                    <a:pt x="1784079" y="108414"/>
                  </a:lnTo>
                  <a:lnTo>
                    <a:pt x="1784113" y="108360"/>
                  </a:lnTo>
                  <a:lnTo>
                    <a:pt x="1784128" y="108342"/>
                  </a:lnTo>
                  <a:lnTo>
                    <a:pt x="1784157" y="108323"/>
                  </a:lnTo>
                  <a:lnTo>
                    <a:pt x="1784194" y="108306"/>
                  </a:lnTo>
                  <a:lnTo>
                    <a:pt x="1784241" y="108293"/>
                  </a:lnTo>
                  <a:lnTo>
                    <a:pt x="1784279" y="108286"/>
                  </a:lnTo>
                  <a:lnTo>
                    <a:pt x="1784339" y="108286"/>
                  </a:lnTo>
                  <a:lnTo>
                    <a:pt x="1784401" y="108291"/>
                  </a:lnTo>
                  <a:lnTo>
                    <a:pt x="1784463" y="108302"/>
                  </a:lnTo>
                  <a:lnTo>
                    <a:pt x="1784549" y="108317"/>
                  </a:lnTo>
                  <a:lnTo>
                    <a:pt x="1784578" y="108318"/>
                  </a:lnTo>
                  <a:lnTo>
                    <a:pt x="1784611" y="108318"/>
                  </a:lnTo>
                  <a:lnTo>
                    <a:pt x="1784635" y="108317"/>
                  </a:lnTo>
                  <a:lnTo>
                    <a:pt x="1784665" y="108313"/>
                  </a:lnTo>
                  <a:lnTo>
                    <a:pt x="1784691" y="108306"/>
                  </a:lnTo>
                  <a:lnTo>
                    <a:pt x="1784725" y="108295"/>
                  </a:lnTo>
                  <a:lnTo>
                    <a:pt x="1784789" y="108271"/>
                  </a:lnTo>
                  <a:lnTo>
                    <a:pt x="1784866" y="108231"/>
                  </a:lnTo>
                  <a:lnTo>
                    <a:pt x="1784890" y="108211"/>
                  </a:lnTo>
                  <a:lnTo>
                    <a:pt x="1784902" y="108181"/>
                  </a:lnTo>
                  <a:lnTo>
                    <a:pt x="1784907" y="108147"/>
                  </a:lnTo>
                  <a:lnTo>
                    <a:pt x="1784915" y="108029"/>
                  </a:lnTo>
                  <a:lnTo>
                    <a:pt x="1784916" y="108010"/>
                  </a:lnTo>
                  <a:lnTo>
                    <a:pt x="1784920" y="107954"/>
                  </a:lnTo>
                  <a:lnTo>
                    <a:pt x="1784918" y="107932"/>
                  </a:lnTo>
                  <a:lnTo>
                    <a:pt x="1784915" y="107898"/>
                  </a:lnTo>
                  <a:lnTo>
                    <a:pt x="1784909" y="107864"/>
                  </a:lnTo>
                  <a:lnTo>
                    <a:pt x="1784899" y="107840"/>
                  </a:lnTo>
                  <a:lnTo>
                    <a:pt x="1784891" y="107821"/>
                  </a:lnTo>
                  <a:lnTo>
                    <a:pt x="1784845" y="107768"/>
                  </a:lnTo>
                  <a:lnTo>
                    <a:pt x="1784747" y="107661"/>
                  </a:lnTo>
                  <a:lnTo>
                    <a:pt x="1784532" y="107381"/>
                  </a:lnTo>
                  <a:lnTo>
                    <a:pt x="1784511" y="107360"/>
                  </a:lnTo>
                  <a:lnTo>
                    <a:pt x="1784497" y="107344"/>
                  </a:lnTo>
                  <a:lnTo>
                    <a:pt x="1784477" y="107318"/>
                  </a:lnTo>
                  <a:lnTo>
                    <a:pt x="1784459" y="107293"/>
                  </a:lnTo>
                  <a:lnTo>
                    <a:pt x="1784439" y="107253"/>
                  </a:lnTo>
                  <a:lnTo>
                    <a:pt x="1784422" y="107209"/>
                  </a:lnTo>
                  <a:lnTo>
                    <a:pt x="1784419" y="107177"/>
                  </a:lnTo>
                  <a:lnTo>
                    <a:pt x="1784422" y="107161"/>
                  </a:lnTo>
                  <a:lnTo>
                    <a:pt x="1784461" y="107091"/>
                  </a:lnTo>
                  <a:lnTo>
                    <a:pt x="1784610" y="106874"/>
                  </a:lnTo>
                  <a:lnTo>
                    <a:pt x="1784628" y="106849"/>
                  </a:lnTo>
                  <a:lnTo>
                    <a:pt x="1784643" y="106831"/>
                  </a:lnTo>
                  <a:lnTo>
                    <a:pt x="1784650" y="106823"/>
                  </a:lnTo>
                  <a:lnTo>
                    <a:pt x="1784675" y="106803"/>
                  </a:lnTo>
                  <a:lnTo>
                    <a:pt x="1784722" y="106782"/>
                  </a:lnTo>
                  <a:lnTo>
                    <a:pt x="1784773" y="106775"/>
                  </a:lnTo>
                  <a:lnTo>
                    <a:pt x="1784820" y="106773"/>
                  </a:lnTo>
                  <a:lnTo>
                    <a:pt x="1784951" y="106782"/>
                  </a:lnTo>
                  <a:lnTo>
                    <a:pt x="1785022" y="106789"/>
                  </a:lnTo>
                  <a:lnTo>
                    <a:pt x="1785081" y="106791"/>
                  </a:lnTo>
                  <a:lnTo>
                    <a:pt x="1785148" y="106788"/>
                  </a:lnTo>
                  <a:lnTo>
                    <a:pt x="1785195" y="106782"/>
                  </a:lnTo>
                  <a:lnTo>
                    <a:pt x="1785220" y="106774"/>
                  </a:lnTo>
                  <a:lnTo>
                    <a:pt x="1785238" y="106755"/>
                  </a:lnTo>
                  <a:lnTo>
                    <a:pt x="1785378" y="106492"/>
                  </a:lnTo>
                  <a:lnTo>
                    <a:pt x="1785396" y="106445"/>
                  </a:lnTo>
                  <a:lnTo>
                    <a:pt x="1785422" y="106369"/>
                  </a:lnTo>
                  <a:lnTo>
                    <a:pt x="1785426" y="106327"/>
                  </a:lnTo>
                  <a:lnTo>
                    <a:pt x="1785386" y="106110"/>
                  </a:lnTo>
                  <a:lnTo>
                    <a:pt x="1785356" y="105959"/>
                  </a:lnTo>
                  <a:lnTo>
                    <a:pt x="1785356" y="105924"/>
                  </a:lnTo>
                  <a:lnTo>
                    <a:pt x="1785363" y="105898"/>
                  </a:lnTo>
                  <a:lnTo>
                    <a:pt x="1785378" y="105866"/>
                  </a:lnTo>
                  <a:lnTo>
                    <a:pt x="1785404" y="105825"/>
                  </a:lnTo>
                  <a:lnTo>
                    <a:pt x="1785422" y="105794"/>
                  </a:lnTo>
                  <a:lnTo>
                    <a:pt x="1785425" y="105788"/>
                  </a:lnTo>
                  <a:lnTo>
                    <a:pt x="1785431" y="105772"/>
                  </a:lnTo>
                  <a:lnTo>
                    <a:pt x="1785439" y="105742"/>
                  </a:lnTo>
                  <a:lnTo>
                    <a:pt x="1785449" y="105714"/>
                  </a:lnTo>
                  <a:lnTo>
                    <a:pt x="1785463" y="105691"/>
                  </a:lnTo>
                  <a:lnTo>
                    <a:pt x="1785478" y="105673"/>
                  </a:lnTo>
                  <a:lnTo>
                    <a:pt x="1785500" y="105650"/>
                  </a:lnTo>
                  <a:lnTo>
                    <a:pt x="1785541" y="105612"/>
                  </a:lnTo>
                  <a:lnTo>
                    <a:pt x="1785579" y="105581"/>
                  </a:lnTo>
                  <a:lnTo>
                    <a:pt x="1785609" y="105541"/>
                  </a:lnTo>
                  <a:lnTo>
                    <a:pt x="1785645" y="105490"/>
                  </a:lnTo>
                  <a:lnTo>
                    <a:pt x="1785649" y="105464"/>
                  </a:lnTo>
                  <a:lnTo>
                    <a:pt x="1785642" y="105441"/>
                  </a:lnTo>
                  <a:lnTo>
                    <a:pt x="1785632" y="105427"/>
                  </a:lnTo>
                  <a:lnTo>
                    <a:pt x="1785616" y="105407"/>
                  </a:lnTo>
                  <a:lnTo>
                    <a:pt x="1785564" y="105358"/>
                  </a:lnTo>
                  <a:lnTo>
                    <a:pt x="1785472" y="105298"/>
                  </a:lnTo>
                  <a:lnTo>
                    <a:pt x="1785388" y="105260"/>
                  </a:lnTo>
                  <a:lnTo>
                    <a:pt x="1785296" y="105236"/>
                  </a:lnTo>
                  <a:lnTo>
                    <a:pt x="1785207" y="105227"/>
                  </a:lnTo>
                  <a:lnTo>
                    <a:pt x="1785144" y="105228"/>
                  </a:lnTo>
                  <a:lnTo>
                    <a:pt x="1785076" y="105238"/>
                  </a:lnTo>
                  <a:lnTo>
                    <a:pt x="1785024" y="105251"/>
                  </a:lnTo>
                  <a:lnTo>
                    <a:pt x="1784978" y="105256"/>
                  </a:lnTo>
                  <a:lnTo>
                    <a:pt x="1784909" y="105251"/>
                  </a:lnTo>
                  <a:lnTo>
                    <a:pt x="1784873" y="105241"/>
                  </a:lnTo>
                  <a:lnTo>
                    <a:pt x="1784825" y="105221"/>
                  </a:lnTo>
                  <a:lnTo>
                    <a:pt x="1784791" y="105201"/>
                  </a:lnTo>
                  <a:lnTo>
                    <a:pt x="1784770" y="105177"/>
                  </a:lnTo>
                  <a:lnTo>
                    <a:pt x="1784751" y="105145"/>
                  </a:lnTo>
                  <a:lnTo>
                    <a:pt x="1784745" y="105111"/>
                  </a:lnTo>
                  <a:lnTo>
                    <a:pt x="1784748" y="105063"/>
                  </a:lnTo>
                  <a:lnTo>
                    <a:pt x="1784772" y="105017"/>
                  </a:lnTo>
                  <a:lnTo>
                    <a:pt x="1784803" y="104984"/>
                  </a:lnTo>
                  <a:lnTo>
                    <a:pt x="1784825" y="104968"/>
                  </a:lnTo>
                  <a:lnTo>
                    <a:pt x="1784843" y="104954"/>
                  </a:lnTo>
                  <a:lnTo>
                    <a:pt x="1784901" y="104926"/>
                  </a:lnTo>
                  <a:lnTo>
                    <a:pt x="1784983" y="104900"/>
                  </a:lnTo>
                  <a:lnTo>
                    <a:pt x="1785036" y="104894"/>
                  </a:lnTo>
                  <a:lnTo>
                    <a:pt x="1785083" y="104897"/>
                  </a:lnTo>
                  <a:lnTo>
                    <a:pt x="1785118" y="104903"/>
                  </a:lnTo>
                  <a:lnTo>
                    <a:pt x="1785174" y="104924"/>
                  </a:lnTo>
                  <a:lnTo>
                    <a:pt x="1785295" y="104967"/>
                  </a:lnTo>
                  <a:lnTo>
                    <a:pt x="1785387" y="105005"/>
                  </a:lnTo>
                  <a:lnTo>
                    <a:pt x="1785467" y="105033"/>
                  </a:lnTo>
                  <a:lnTo>
                    <a:pt x="1785512" y="105045"/>
                  </a:lnTo>
                  <a:lnTo>
                    <a:pt x="1785587" y="105066"/>
                  </a:lnTo>
                  <a:lnTo>
                    <a:pt x="1785643" y="105072"/>
                  </a:lnTo>
                  <a:lnTo>
                    <a:pt x="1785677" y="105075"/>
                  </a:lnTo>
                  <a:lnTo>
                    <a:pt x="1785706" y="105071"/>
                  </a:lnTo>
                  <a:lnTo>
                    <a:pt x="1785727" y="105066"/>
                  </a:lnTo>
                  <a:lnTo>
                    <a:pt x="1785749" y="105058"/>
                  </a:lnTo>
                  <a:lnTo>
                    <a:pt x="1785758" y="105048"/>
                  </a:lnTo>
                  <a:lnTo>
                    <a:pt x="1785786" y="105025"/>
                  </a:lnTo>
                  <a:lnTo>
                    <a:pt x="1785809" y="104978"/>
                  </a:lnTo>
                  <a:lnTo>
                    <a:pt x="1785832" y="104912"/>
                  </a:lnTo>
                  <a:lnTo>
                    <a:pt x="1785840" y="104886"/>
                  </a:lnTo>
                  <a:lnTo>
                    <a:pt x="1785841" y="104879"/>
                  </a:lnTo>
                  <a:lnTo>
                    <a:pt x="1785841" y="104868"/>
                  </a:lnTo>
                  <a:lnTo>
                    <a:pt x="1785842" y="104857"/>
                  </a:lnTo>
                  <a:lnTo>
                    <a:pt x="1785842" y="104852"/>
                  </a:lnTo>
                  <a:lnTo>
                    <a:pt x="1785842" y="104839"/>
                  </a:lnTo>
                  <a:lnTo>
                    <a:pt x="1785841" y="104819"/>
                  </a:lnTo>
                  <a:lnTo>
                    <a:pt x="1785840" y="104754"/>
                  </a:lnTo>
                  <a:lnTo>
                    <a:pt x="1785834" y="104691"/>
                  </a:lnTo>
                  <a:lnTo>
                    <a:pt x="1785833" y="104667"/>
                  </a:lnTo>
                  <a:lnTo>
                    <a:pt x="1785827" y="104607"/>
                  </a:lnTo>
                  <a:lnTo>
                    <a:pt x="1785806" y="104550"/>
                  </a:lnTo>
                  <a:lnTo>
                    <a:pt x="1785755" y="104484"/>
                  </a:lnTo>
                  <a:lnTo>
                    <a:pt x="1785701" y="104432"/>
                  </a:lnTo>
                  <a:lnTo>
                    <a:pt x="1785674" y="104417"/>
                  </a:lnTo>
                  <a:lnTo>
                    <a:pt x="1785637" y="104395"/>
                  </a:lnTo>
                  <a:lnTo>
                    <a:pt x="1785554" y="104372"/>
                  </a:lnTo>
                  <a:lnTo>
                    <a:pt x="1785436" y="104337"/>
                  </a:lnTo>
                  <a:lnTo>
                    <a:pt x="1785416" y="104329"/>
                  </a:lnTo>
                  <a:lnTo>
                    <a:pt x="1785364" y="104307"/>
                  </a:lnTo>
                  <a:lnTo>
                    <a:pt x="1785319" y="104269"/>
                  </a:lnTo>
                  <a:lnTo>
                    <a:pt x="1785287" y="104221"/>
                  </a:lnTo>
                  <a:lnTo>
                    <a:pt x="1785244" y="104151"/>
                  </a:lnTo>
                  <a:lnTo>
                    <a:pt x="1785229" y="104103"/>
                  </a:lnTo>
                  <a:lnTo>
                    <a:pt x="1785228" y="104046"/>
                  </a:lnTo>
                  <a:lnTo>
                    <a:pt x="1785243" y="104020"/>
                  </a:lnTo>
                  <a:lnTo>
                    <a:pt x="1785210" y="103945"/>
                  </a:lnTo>
                  <a:lnTo>
                    <a:pt x="1785172" y="103825"/>
                  </a:lnTo>
                  <a:lnTo>
                    <a:pt x="1785128" y="103726"/>
                  </a:lnTo>
                  <a:lnTo>
                    <a:pt x="1785089" y="103651"/>
                  </a:lnTo>
                  <a:lnTo>
                    <a:pt x="1785084" y="103628"/>
                  </a:lnTo>
                  <a:lnTo>
                    <a:pt x="1785037" y="103570"/>
                  </a:lnTo>
                  <a:lnTo>
                    <a:pt x="1785000" y="103507"/>
                  </a:lnTo>
                  <a:lnTo>
                    <a:pt x="1784975" y="103424"/>
                  </a:lnTo>
                  <a:lnTo>
                    <a:pt x="1784975" y="103348"/>
                  </a:lnTo>
                  <a:lnTo>
                    <a:pt x="1784990" y="103271"/>
                  </a:lnTo>
                  <a:lnTo>
                    <a:pt x="1785009" y="103207"/>
                  </a:lnTo>
                  <a:lnTo>
                    <a:pt x="1784996" y="103169"/>
                  </a:lnTo>
                  <a:lnTo>
                    <a:pt x="1784961" y="103116"/>
                  </a:lnTo>
                  <a:lnTo>
                    <a:pt x="1784904" y="103063"/>
                  </a:lnTo>
                  <a:lnTo>
                    <a:pt x="1784875" y="103036"/>
                  </a:lnTo>
                  <a:lnTo>
                    <a:pt x="1784822" y="102996"/>
                  </a:lnTo>
                  <a:lnTo>
                    <a:pt x="1784759" y="102931"/>
                  </a:lnTo>
                  <a:lnTo>
                    <a:pt x="1784748" y="102879"/>
                  </a:lnTo>
                  <a:lnTo>
                    <a:pt x="1784761" y="102847"/>
                  </a:lnTo>
                  <a:lnTo>
                    <a:pt x="1784912" y="102707"/>
                  </a:lnTo>
                  <a:lnTo>
                    <a:pt x="1784971" y="102672"/>
                  </a:lnTo>
                  <a:lnTo>
                    <a:pt x="1785034" y="102651"/>
                  </a:lnTo>
                  <a:lnTo>
                    <a:pt x="1785148" y="102628"/>
                  </a:lnTo>
                  <a:lnTo>
                    <a:pt x="1785277" y="102600"/>
                  </a:lnTo>
                  <a:lnTo>
                    <a:pt x="1785332" y="102571"/>
                  </a:lnTo>
                  <a:lnTo>
                    <a:pt x="1785372" y="102533"/>
                  </a:lnTo>
                  <a:lnTo>
                    <a:pt x="1785394" y="102493"/>
                  </a:lnTo>
                  <a:lnTo>
                    <a:pt x="1785414" y="102451"/>
                  </a:lnTo>
                  <a:lnTo>
                    <a:pt x="1785413" y="102412"/>
                  </a:lnTo>
                  <a:lnTo>
                    <a:pt x="1785417" y="102381"/>
                  </a:lnTo>
                  <a:lnTo>
                    <a:pt x="1785449" y="102358"/>
                  </a:lnTo>
                  <a:lnTo>
                    <a:pt x="1785483" y="102344"/>
                  </a:lnTo>
                  <a:lnTo>
                    <a:pt x="1785537" y="102337"/>
                  </a:lnTo>
                  <a:lnTo>
                    <a:pt x="1785614" y="102337"/>
                  </a:lnTo>
                  <a:lnTo>
                    <a:pt x="1785702" y="102352"/>
                  </a:lnTo>
                  <a:lnTo>
                    <a:pt x="1785789" y="102382"/>
                  </a:lnTo>
                  <a:lnTo>
                    <a:pt x="1785864" y="102426"/>
                  </a:lnTo>
                  <a:lnTo>
                    <a:pt x="1785935" y="102469"/>
                  </a:lnTo>
                  <a:lnTo>
                    <a:pt x="1785980" y="102489"/>
                  </a:lnTo>
                  <a:lnTo>
                    <a:pt x="1786012" y="102508"/>
                  </a:lnTo>
                  <a:lnTo>
                    <a:pt x="1786123" y="102572"/>
                  </a:lnTo>
                  <a:lnTo>
                    <a:pt x="1786201" y="102606"/>
                  </a:lnTo>
                  <a:lnTo>
                    <a:pt x="1786258" y="102617"/>
                  </a:lnTo>
                  <a:lnTo>
                    <a:pt x="1786345" y="102632"/>
                  </a:lnTo>
                  <a:lnTo>
                    <a:pt x="1786448" y="102653"/>
                  </a:lnTo>
                  <a:lnTo>
                    <a:pt x="1786487" y="102667"/>
                  </a:lnTo>
                  <a:lnTo>
                    <a:pt x="1786523" y="102696"/>
                  </a:lnTo>
                  <a:lnTo>
                    <a:pt x="1786531" y="102716"/>
                  </a:lnTo>
                  <a:lnTo>
                    <a:pt x="1786535" y="102730"/>
                  </a:lnTo>
                  <a:lnTo>
                    <a:pt x="1786537" y="102776"/>
                  </a:lnTo>
                  <a:lnTo>
                    <a:pt x="1786693" y="102835"/>
                  </a:lnTo>
                  <a:lnTo>
                    <a:pt x="1786969" y="102847"/>
                  </a:lnTo>
                  <a:lnTo>
                    <a:pt x="1786986" y="102848"/>
                  </a:lnTo>
                  <a:lnTo>
                    <a:pt x="1787058" y="102851"/>
                  </a:lnTo>
                  <a:lnTo>
                    <a:pt x="1787112" y="102840"/>
                  </a:lnTo>
                  <a:lnTo>
                    <a:pt x="1787156" y="102811"/>
                  </a:lnTo>
                  <a:lnTo>
                    <a:pt x="1787187" y="102773"/>
                  </a:lnTo>
                  <a:lnTo>
                    <a:pt x="1787222" y="102693"/>
                  </a:lnTo>
                  <a:lnTo>
                    <a:pt x="1787257" y="102568"/>
                  </a:lnTo>
                  <a:lnTo>
                    <a:pt x="1787248" y="102500"/>
                  </a:lnTo>
                  <a:lnTo>
                    <a:pt x="1787235" y="102450"/>
                  </a:lnTo>
                  <a:lnTo>
                    <a:pt x="1787222" y="102400"/>
                  </a:lnTo>
                  <a:lnTo>
                    <a:pt x="1787190" y="102344"/>
                  </a:lnTo>
                  <a:lnTo>
                    <a:pt x="1787145" y="102305"/>
                  </a:lnTo>
                  <a:lnTo>
                    <a:pt x="1787001" y="102202"/>
                  </a:lnTo>
                  <a:lnTo>
                    <a:pt x="1786884" y="102112"/>
                  </a:lnTo>
                  <a:lnTo>
                    <a:pt x="1786848" y="102086"/>
                  </a:lnTo>
                  <a:lnTo>
                    <a:pt x="1786805" y="102066"/>
                  </a:lnTo>
                  <a:lnTo>
                    <a:pt x="1786759" y="102044"/>
                  </a:lnTo>
                  <a:lnTo>
                    <a:pt x="1786712" y="102015"/>
                  </a:lnTo>
                  <a:lnTo>
                    <a:pt x="1786665" y="101988"/>
                  </a:lnTo>
                  <a:lnTo>
                    <a:pt x="1786622" y="101965"/>
                  </a:lnTo>
                  <a:lnTo>
                    <a:pt x="1786564" y="101933"/>
                  </a:lnTo>
                  <a:lnTo>
                    <a:pt x="1786500" y="101892"/>
                  </a:lnTo>
                  <a:lnTo>
                    <a:pt x="1786428" y="101833"/>
                  </a:lnTo>
                  <a:lnTo>
                    <a:pt x="1786376" y="101779"/>
                  </a:lnTo>
                  <a:lnTo>
                    <a:pt x="1786326" y="101708"/>
                  </a:lnTo>
                  <a:lnTo>
                    <a:pt x="1786287" y="101655"/>
                  </a:lnTo>
                  <a:lnTo>
                    <a:pt x="1786226" y="101608"/>
                  </a:lnTo>
                  <a:lnTo>
                    <a:pt x="1786203" y="101577"/>
                  </a:lnTo>
                  <a:lnTo>
                    <a:pt x="1786182" y="101520"/>
                  </a:lnTo>
                  <a:lnTo>
                    <a:pt x="1786170" y="101453"/>
                  </a:lnTo>
                  <a:lnTo>
                    <a:pt x="1786176" y="101419"/>
                  </a:lnTo>
                  <a:lnTo>
                    <a:pt x="1786203" y="101369"/>
                  </a:lnTo>
                  <a:lnTo>
                    <a:pt x="1786237" y="101302"/>
                  </a:lnTo>
                  <a:lnTo>
                    <a:pt x="1786287" y="101250"/>
                  </a:lnTo>
                  <a:lnTo>
                    <a:pt x="1786358" y="101202"/>
                  </a:lnTo>
                  <a:lnTo>
                    <a:pt x="1786459" y="101137"/>
                  </a:lnTo>
                  <a:lnTo>
                    <a:pt x="1786516" y="101102"/>
                  </a:lnTo>
                  <a:lnTo>
                    <a:pt x="1786617" y="101037"/>
                  </a:lnTo>
                  <a:lnTo>
                    <a:pt x="1786671" y="101016"/>
                  </a:lnTo>
                  <a:lnTo>
                    <a:pt x="1786729" y="101001"/>
                  </a:lnTo>
                  <a:lnTo>
                    <a:pt x="1786774" y="100992"/>
                  </a:lnTo>
                  <a:lnTo>
                    <a:pt x="1786876" y="100963"/>
                  </a:lnTo>
                  <a:lnTo>
                    <a:pt x="1787007" y="100931"/>
                  </a:lnTo>
                  <a:lnTo>
                    <a:pt x="1787128" y="100909"/>
                  </a:lnTo>
                  <a:lnTo>
                    <a:pt x="1787224" y="100888"/>
                  </a:lnTo>
                  <a:lnTo>
                    <a:pt x="1787301" y="100858"/>
                  </a:lnTo>
                  <a:lnTo>
                    <a:pt x="1787338" y="100825"/>
                  </a:lnTo>
                  <a:lnTo>
                    <a:pt x="1787362" y="100793"/>
                  </a:lnTo>
                  <a:lnTo>
                    <a:pt x="1787383" y="100729"/>
                  </a:lnTo>
                  <a:lnTo>
                    <a:pt x="1787370" y="100684"/>
                  </a:lnTo>
                  <a:lnTo>
                    <a:pt x="1787327" y="100618"/>
                  </a:lnTo>
                  <a:lnTo>
                    <a:pt x="1787249" y="100547"/>
                  </a:lnTo>
                  <a:lnTo>
                    <a:pt x="1787235" y="100524"/>
                  </a:lnTo>
                  <a:lnTo>
                    <a:pt x="1787219" y="100486"/>
                  </a:lnTo>
                  <a:lnTo>
                    <a:pt x="1787209" y="100473"/>
                  </a:lnTo>
                  <a:lnTo>
                    <a:pt x="1787173" y="100444"/>
                  </a:lnTo>
                  <a:lnTo>
                    <a:pt x="1787122" y="100405"/>
                  </a:lnTo>
                  <a:lnTo>
                    <a:pt x="1787074" y="100347"/>
                  </a:lnTo>
                  <a:lnTo>
                    <a:pt x="1787040" y="100321"/>
                  </a:lnTo>
                  <a:lnTo>
                    <a:pt x="1787012" y="100301"/>
                  </a:lnTo>
                  <a:lnTo>
                    <a:pt x="1786938" y="100275"/>
                  </a:lnTo>
                  <a:lnTo>
                    <a:pt x="1786901" y="100262"/>
                  </a:lnTo>
                  <a:lnTo>
                    <a:pt x="1786867" y="100229"/>
                  </a:lnTo>
                  <a:lnTo>
                    <a:pt x="1786857" y="100220"/>
                  </a:lnTo>
                  <a:lnTo>
                    <a:pt x="1786804" y="100155"/>
                  </a:lnTo>
                  <a:lnTo>
                    <a:pt x="1786793" y="100141"/>
                  </a:lnTo>
                  <a:lnTo>
                    <a:pt x="1786737" y="100074"/>
                  </a:lnTo>
                  <a:lnTo>
                    <a:pt x="1786717" y="100030"/>
                  </a:lnTo>
                  <a:lnTo>
                    <a:pt x="1786708" y="99992"/>
                  </a:lnTo>
                  <a:lnTo>
                    <a:pt x="1786712" y="99953"/>
                  </a:lnTo>
                  <a:lnTo>
                    <a:pt x="1786758" y="99889"/>
                  </a:lnTo>
                  <a:lnTo>
                    <a:pt x="1786858" y="99796"/>
                  </a:lnTo>
                  <a:lnTo>
                    <a:pt x="1787037" y="99681"/>
                  </a:lnTo>
                  <a:lnTo>
                    <a:pt x="1787152" y="99607"/>
                  </a:lnTo>
                  <a:lnTo>
                    <a:pt x="1787229" y="99568"/>
                  </a:lnTo>
                  <a:lnTo>
                    <a:pt x="1787310" y="99542"/>
                  </a:lnTo>
                  <a:lnTo>
                    <a:pt x="1787471" y="99463"/>
                  </a:lnTo>
                  <a:lnTo>
                    <a:pt x="1787573" y="99423"/>
                  </a:lnTo>
                  <a:lnTo>
                    <a:pt x="1787717" y="99373"/>
                  </a:lnTo>
                  <a:lnTo>
                    <a:pt x="1787888" y="99331"/>
                  </a:lnTo>
                  <a:lnTo>
                    <a:pt x="1788015" y="99311"/>
                  </a:lnTo>
                  <a:lnTo>
                    <a:pt x="1788162" y="99297"/>
                  </a:lnTo>
                  <a:lnTo>
                    <a:pt x="1788300" y="99295"/>
                  </a:lnTo>
                  <a:lnTo>
                    <a:pt x="1788417" y="99293"/>
                  </a:lnTo>
                  <a:lnTo>
                    <a:pt x="1788521" y="99306"/>
                  </a:lnTo>
                  <a:lnTo>
                    <a:pt x="1788545" y="99312"/>
                  </a:lnTo>
                  <a:lnTo>
                    <a:pt x="1788574" y="99318"/>
                  </a:lnTo>
                  <a:lnTo>
                    <a:pt x="1788625" y="99329"/>
                  </a:lnTo>
                  <a:lnTo>
                    <a:pt x="1788697" y="99342"/>
                  </a:lnTo>
                  <a:lnTo>
                    <a:pt x="1788834" y="99355"/>
                  </a:lnTo>
                  <a:lnTo>
                    <a:pt x="1789006" y="99357"/>
                  </a:lnTo>
                  <a:lnTo>
                    <a:pt x="1789099" y="99344"/>
                  </a:lnTo>
                  <a:lnTo>
                    <a:pt x="1789172" y="99325"/>
                  </a:lnTo>
                  <a:lnTo>
                    <a:pt x="1789307" y="99272"/>
                  </a:lnTo>
                  <a:lnTo>
                    <a:pt x="1789361" y="99233"/>
                  </a:lnTo>
                  <a:lnTo>
                    <a:pt x="1789443" y="99128"/>
                  </a:lnTo>
                  <a:lnTo>
                    <a:pt x="1789490" y="99076"/>
                  </a:lnTo>
                  <a:lnTo>
                    <a:pt x="1789533" y="99031"/>
                  </a:lnTo>
                  <a:lnTo>
                    <a:pt x="1789565" y="98980"/>
                  </a:lnTo>
                  <a:lnTo>
                    <a:pt x="1789595" y="98883"/>
                  </a:lnTo>
                  <a:lnTo>
                    <a:pt x="1789618" y="98734"/>
                  </a:lnTo>
                  <a:lnTo>
                    <a:pt x="1789624" y="98650"/>
                  </a:lnTo>
                  <a:lnTo>
                    <a:pt x="1789622" y="98583"/>
                  </a:lnTo>
                  <a:lnTo>
                    <a:pt x="1789594" y="98438"/>
                  </a:lnTo>
                  <a:lnTo>
                    <a:pt x="1789566" y="98298"/>
                  </a:lnTo>
                  <a:lnTo>
                    <a:pt x="1789528" y="98102"/>
                  </a:lnTo>
                  <a:lnTo>
                    <a:pt x="1789522" y="98077"/>
                  </a:lnTo>
                  <a:lnTo>
                    <a:pt x="1789500" y="97995"/>
                  </a:lnTo>
                  <a:lnTo>
                    <a:pt x="1789473" y="97881"/>
                  </a:lnTo>
                  <a:lnTo>
                    <a:pt x="1789471" y="97839"/>
                  </a:lnTo>
                  <a:lnTo>
                    <a:pt x="1789474" y="97810"/>
                  </a:lnTo>
                  <a:lnTo>
                    <a:pt x="1789480" y="97792"/>
                  </a:lnTo>
                  <a:lnTo>
                    <a:pt x="1789495" y="97754"/>
                  </a:lnTo>
                  <a:lnTo>
                    <a:pt x="1789500" y="97704"/>
                  </a:lnTo>
                  <a:lnTo>
                    <a:pt x="1789501" y="97602"/>
                  </a:lnTo>
                  <a:lnTo>
                    <a:pt x="1789504" y="97577"/>
                  </a:lnTo>
                  <a:lnTo>
                    <a:pt x="1789512" y="97535"/>
                  </a:lnTo>
                  <a:lnTo>
                    <a:pt x="1789519" y="97517"/>
                  </a:lnTo>
                  <a:lnTo>
                    <a:pt x="1789525" y="97500"/>
                  </a:lnTo>
                  <a:lnTo>
                    <a:pt x="1789542" y="97471"/>
                  </a:lnTo>
                  <a:lnTo>
                    <a:pt x="1789561" y="97445"/>
                  </a:lnTo>
                  <a:lnTo>
                    <a:pt x="1789590" y="97415"/>
                  </a:lnTo>
                  <a:lnTo>
                    <a:pt x="1789636" y="97370"/>
                  </a:lnTo>
                  <a:lnTo>
                    <a:pt x="1789669" y="97343"/>
                  </a:lnTo>
                  <a:lnTo>
                    <a:pt x="1789713" y="97308"/>
                  </a:lnTo>
                  <a:lnTo>
                    <a:pt x="1789741" y="97291"/>
                  </a:lnTo>
                  <a:lnTo>
                    <a:pt x="1789793" y="97264"/>
                  </a:lnTo>
                  <a:lnTo>
                    <a:pt x="1789841" y="97242"/>
                  </a:lnTo>
                  <a:lnTo>
                    <a:pt x="1789882" y="97221"/>
                  </a:lnTo>
                  <a:lnTo>
                    <a:pt x="1789901" y="97214"/>
                  </a:lnTo>
                  <a:lnTo>
                    <a:pt x="1789940" y="97198"/>
                  </a:lnTo>
                  <a:lnTo>
                    <a:pt x="1790069" y="97138"/>
                  </a:lnTo>
                  <a:lnTo>
                    <a:pt x="1790155" y="97092"/>
                  </a:lnTo>
                  <a:lnTo>
                    <a:pt x="1790248" y="97044"/>
                  </a:lnTo>
                  <a:lnTo>
                    <a:pt x="1790310" y="97030"/>
                  </a:lnTo>
                  <a:lnTo>
                    <a:pt x="1790356" y="97027"/>
                  </a:lnTo>
                  <a:lnTo>
                    <a:pt x="1790426" y="97031"/>
                  </a:lnTo>
                  <a:lnTo>
                    <a:pt x="1790446" y="97033"/>
                  </a:lnTo>
                  <a:lnTo>
                    <a:pt x="1790562" y="97058"/>
                  </a:lnTo>
                  <a:lnTo>
                    <a:pt x="1790664" y="97092"/>
                  </a:lnTo>
                  <a:lnTo>
                    <a:pt x="1790784" y="97127"/>
                  </a:lnTo>
                  <a:lnTo>
                    <a:pt x="1790848" y="97135"/>
                  </a:lnTo>
                  <a:lnTo>
                    <a:pt x="1790944" y="97132"/>
                  </a:lnTo>
                  <a:lnTo>
                    <a:pt x="1790950" y="97132"/>
                  </a:lnTo>
                  <a:lnTo>
                    <a:pt x="1791007" y="97116"/>
                  </a:lnTo>
                  <a:lnTo>
                    <a:pt x="1791041" y="97092"/>
                  </a:lnTo>
                  <a:lnTo>
                    <a:pt x="1791104" y="97023"/>
                  </a:lnTo>
                  <a:lnTo>
                    <a:pt x="1791235" y="96911"/>
                  </a:lnTo>
                  <a:lnTo>
                    <a:pt x="1791317" y="96870"/>
                  </a:lnTo>
                  <a:lnTo>
                    <a:pt x="1791448" y="96813"/>
                  </a:lnTo>
                  <a:lnTo>
                    <a:pt x="1791589" y="96754"/>
                  </a:lnTo>
                  <a:lnTo>
                    <a:pt x="1791683" y="96702"/>
                  </a:lnTo>
                  <a:lnTo>
                    <a:pt x="1791743" y="96656"/>
                  </a:lnTo>
                  <a:lnTo>
                    <a:pt x="1791809" y="96591"/>
                  </a:lnTo>
                  <a:lnTo>
                    <a:pt x="1791813" y="96586"/>
                  </a:lnTo>
                  <a:lnTo>
                    <a:pt x="1791822" y="96575"/>
                  </a:lnTo>
                  <a:lnTo>
                    <a:pt x="1791841" y="96551"/>
                  </a:lnTo>
                  <a:lnTo>
                    <a:pt x="1791866" y="96522"/>
                  </a:lnTo>
                  <a:lnTo>
                    <a:pt x="1791896" y="96485"/>
                  </a:lnTo>
                  <a:lnTo>
                    <a:pt x="1791899" y="96481"/>
                  </a:lnTo>
                  <a:lnTo>
                    <a:pt x="1791923" y="96452"/>
                  </a:lnTo>
                  <a:lnTo>
                    <a:pt x="1791926" y="96448"/>
                  </a:lnTo>
                  <a:lnTo>
                    <a:pt x="1791962" y="96393"/>
                  </a:lnTo>
                  <a:lnTo>
                    <a:pt x="1791963" y="96388"/>
                  </a:lnTo>
                  <a:lnTo>
                    <a:pt x="1791981" y="96327"/>
                  </a:lnTo>
                  <a:lnTo>
                    <a:pt x="1791972" y="96289"/>
                  </a:lnTo>
                  <a:lnTo>
                    <a:pt x="1791955" y="96247"/>
                  </a:lnTo>
                  <a:lnTo>
                    <a:pt x="1791938" y="96219"/>
                  </a:lnTo>
                  <a:lnTo>
                    <a:pt x="1791907" y="96189"/>
                  </a:lnTo>
                  <a:lnTo>
                    <a:pt x="1791872" y="96169"/>
                  </a:lnTo>
                  <a:lnTo>
                    <a:pt x="1791832" y="96147"/>
                  </a:lnTo>
                  <a:lnTo>
                    <a:pt x="1791767" y="96118"/>
                  </a:lnTo>
                  <a:lnTo>
                    <a:pt x="1791682" y="96088"/>
                  </a:lnTo>
                  <a:lnTo>
                    <a:pt x="1791531" y="96049"/>
                  </a:lnTo>
                  <a:lnTo>
                    <a:pt x="1791437" y="96032"/>
                  </a:lnTo>
                  <a:lnTo>
                    <a:pt x="1791267" y="96013"/>
                  </a:lnTo>
                  <a:lnTo>
                    <a:pt x="1791138" y="95979"/>
                  </a:lnTo>
                  <a:lnTo>
                    <a:pt x="1790888" y="95901"/>
                  </a:lnTo>
                  <a:lnTo>
                    <a:pt x="1790766" y="95862"/>
                  </a:lnTo>
                  <a:lnTo>
                    <a:pt x="1790686" y="95823"/>
                  </a:lnTo>
                  <a:lnTo>
                    <a:pt x="1790656" y="95797"/>
                  </a:lnTo>
                  <a:lnTo>
                    <a:pt x="1790636" y="95765"/>
                  </a:lnTo>
                  <a:lnTo>
                    <a:pt x="1790624" y="95733"/>
                  </a:lnTo>
                  <a:lnTo>
                    <a:pt x="1790613" y="95695"/>
                  </a:lnTo>
                  <a:lnTo>
                    <a:pt x="1790605" y="95641"/>
                  </a:lnTo>
                  <a:lnTo>
                    <a:pt x="1790583" y="95596"/>
                  </a:lnTo>
                  <a:lnTo>
                    <a:pt x="1790554" y="95563"/>
                  </a:lnTo>
                  <a:lnTo>
                    <a:pt x="1790540" y="95537"/>
                  </a:lnTo>
                  <a:lnTo>
                    <a:pt x="1790526" y="95469"/>
                  </a:lnTo>
                  <a:lnTo>
                    <a:pt x="1790516" y="95374"/>
                  </a:lnTo>
                  <a:lnTo>
                    <a:pt x="1790522" y="95234"/>
                  </a:lnTo>
                  <a:lnTo>
                    <a:pt x="1790535" y="95161"/>
                  </a:lnTo>
                  <a:lnTo>
                    <a:pt x="1790559" y="95130"/>
                  </a:lnTo>
                  <a:lnTo>
                    <a:pt x="1790643" y="95052"/>
                  </a:lnTo>
                  <a:lnTo>
                    <a:pt x="1790723" y="94994"/>
                  </a:lnTo>
                  <a:lnTo>
                    <a:pt x="1790817" y="94941"/>
                  </a:lnTo>
                  <a:lnTo>
                    <a:pt x="1790918" y="94892"/>
                  </a:lnTo>
                  <a:lnTo>
                    <a:pt x="1791001" y="94869"/>
                  </a:lnTo>
                  <a:lnTo>
                    <a:pt x="1791034" y="94863"/>
                  </a:lnTo>
                  <a:lnTo>
                    <a:pt x="1791088" y="94853"/>
                  </a:lnTo>
                  <a:lnTo>
                    <a:pt x="1791217" y="94849"/>
                  </a:lnTo>
                  <a:lnTo>
                    <a:pt x="1791282" y="94841"/>
                  </a:lnTo>
                  <a:lnTo>
                    <a:pt x="1791446" y="94802"/>
                  </a:lnTo>
                  <a:lnTo>
                    <a:pt x="1791491" y="94798"/>
                  </a:lnTo>
                  <a:lnTo>
                    <a:pt x="1791594" y="94809"/>
                  </a:lnTo>
                  <a:lnTo>
                    <a:pt x="1791632" y="94810"/>
                  </a:lnTo>
                  <a:lnTo>
                    <a:pt x="1791769" y="94823"/>
                  </a:lnTo>
                  <a:lnTo>
                    <a:pt x="1791800" y="94829"/>
                  </a:lnTo>
                  <a:lnTo>
                    <a:pt x="1791917" y="94864"/>
                  </a:lnTo>
                  <a:lnTo>
                    <a:pt x="1791937" y="94866"/>
                  </a:lnTo>
                  <a:lnTo>
                    <a:pt x="1791982" y="94866"/>
                  </a:lnTo>
                  <a:lnTo>
                    <a:pt x="1792280" y="94838"/>
                  </a:lnTo>
                  <a:lnTo>
                    <a:pt x="1792356" y="94815"/>
                  </a:lnTo>
                  <a:lnTo>
                    <a:pt x="1792471" y="94810"/>
                  </a:lnTo>
                  <a:lnTo>
                    <a:pt x="1792593" y="94808"/>
                  </a:lnTo>
                  <a:lnTo>
                    <a:pt x="1792678" y="94796"/>
                  </a:lnTo>
                  <a:lnTo>
                    <a:pt x="1792772" y="94772"/>
                  </a:lnTo>
                  <a:lnTo>
                    <a:pt x="1792853" y="94735"/>
                  </a:lnTo>
                  <a:lnTo>
                    <a:pt x="1792901" y="94698"/>
                  </a:lnTo>
                  <a:lnTo>
                    <a:pt x="1792918" y="94666"/>
                  </a:lnTo>
                  <a:lnTo>
                    <a:pt x="1792929" y="94636"/>
                  </a:lnTo>
                  <a:lnTo>
                    <a:pt x="1792930" y="94631"/>
                  </a:lnTo>
                  <a:lnTo>
                    <a:pt x="1792943" y="94584"/>
                  </a:lnTo>
                  <a:lnTo>
                    <a:pt x="1792956" y="94501"/>
                  </a:lnTo>
                  <a:lnTo>
                    <a:pt x="1792959" y="94492"/>
                  </a:lnTo>
                  <a:lnTo>
                    <a:pt x="1792962" y="94484"/>
                  </a:lnTo>
                  <a:lnTo>
                    <a:pt x="1792971" y="94473"/>
                  </a:lnTo>
                  <a:lnTo>
                    <a:pt x="1792978" y="94467"/>
                  </a:lnTo>
                  <a:lnTo>
                    <a:pt x="1793007" y="94429"/>
                  </a:lnTo>
                  <a:lnTo>
                    <a:pt x="1793015" y="94396"/>
                  </a:lnTo>
                  <a:lnTo>
                    <a:pt x="1793031" y="94327"/>
                  </a:lnTo>
                  <a:lnTo>
                    <a:pt x="1793053" y="94252"/>
                  </a:lnTo>
                  <a:lnTo>
                    <a:pt x="1793079" y="94176"/>
                  </a:lnTo>
                  <a:lnTo>
                    <a:pt x="1793078" y="94167"/>
                  </a:lnTo>
                  <a:lnTo>
                    <a:pt x="1793067" y="94108"/>
                  </a:lnTo>
                  <a:lnTo>
                    <a:pt x="1793042" y="94004"/>
                  </a:lnTo>
                  <a:lnTo>
                    <a:pt x="1793017" y="93903"/>
                  </a:lnTo>
                  <a:lnTo>
                    <a:pt x="1792975" y="93790"/>
                  </a:lnTo>
                  <a:lnTo>
                    <a:pt x="1792947" y="93735"/>
                  </a:lnTo>
                  <a:lnTo>
                    <a:pt x="1792929" y="93702"/>
                  </a:lnTo>
                  <a:lnTo>
                    <a:pt x="1792934" y="93671"/>
                  </a:lnTo>
                  <a:lnTo>
                    <a:pt x="1792957" y="93635"/>
                  </a:lnTo>
                  <a:lnTo>
                    <a:pt x="1792987" y="93604"/>
                  </a:lnTo>
                  <a:lnTo>
                    <a:pt x="1793032" y="93565"/>
                  </a:lnTo>
                  <a:lnTo>
                    <a:pt x="1793054" y="93534"/>
                  </a:lnTo>
                  <a:lnTo>
                    <a:pt x="1793068" y="93492"/>
                  </a:lnTo>
                  <a:lnTo>
                    <a:pt x="1793072" y="93451"/>
                  </a:lnTo>
                  <a:lnTo>
                    <a:pt x="1793069" y="93378"/>
                  </a:lnTo>
                  <a:lnTo>
                    <a:pt x="1793058" y="93332"/>
                  </a:lnTo>
                  <a:lnTo>
                    <a:pt x="1793037" y="93288"/>
                  </a:lnTo>
                  <a:lnTo>
                    <a:pt x="1793032" y="93246"/>
                  </a:lnTo>
                  <a:lnTo>
                    <a:pt x="1793037" y="93201"/>
                  </a:lnTo>
                  <a:lnTo>
                    <a:pt x="1793065" y="93106"/>
                  </a:lnTo>
                  <a:lnTo>
                    <a:pt x="1793127" y="92984"/>
                  </a:lnTo>
                  <a:lnTo>
                    <a:pt x="1793199" y="92890"/>
                  </a:lnTo>
                  <a:lnTo>
                    <a:pt x="1793270" y="92823"/>
                  </a:lnTo>
                  <a:lnTo>
                    <a:pt x="1793333" y="92762"/>
                  </a:lnTo>
                  <a:lnTo>
                    <a:pt x="1793384" y="92727"/>
                  </a:lnTo>
                  <a:lnTo>
                    <a:pt x="1793441" y="92704"/>
                  </a:lnTo>
                  <a:lnTo>
                    <a:pt x="1793500" y="92682"/>
                  </a:lnTo>
                  <a:lnTo>
                    <a:pt x="1793597" y="92653"/>
                  </a:lnTo>
                  <a:lnTo>
                    <a:pt x="1793678" y="92636"/>
                  </a:lnTo>
                  <a:lnTo>
                    <a:pt x="1793790" y="92625"/>
                  </a:lnTo>
                  <a:lnTo>
                    <a:pt x="1793949" y="92588"/>
                  </a:lnTo>
                  <a:lnTo>
                    <a:pt x="1793997" y="92562"/>
                  </a:lnTo>
                  <a:lnTo>
                    <a:pt x="1794054" y="92523"/>
                  </a:lnTo>
                  <a:lnTo>
                    <a:pt x="1794082" y="92484"/>
                  </a:lnTo>
                  <a:lnTo>
                    <a:pt x="1794100" y="92442"/>
                  </a:lnTo>
                  <a:lnTo>
                    <a:pt x="1794114" y="92398"/>
                  </a:lnTo>
                  <a:lnTo>
                    <a:pt x="1794127" y="92352"/>
                  </a:lnTo>
                  <a:lnTo>
                    <a:pt x="1794135" y="92301"/>
                  </a:lnTo>
                  <a:lnTo>
                    <a:pt x="1794134" y="92234"/>
                  </a:lnTo>
                  <a:lnTo>
                    <a:pt x="1794116" y="92171"/>
                  </a:lnTo>
                  <a:lnTo>
                    <a:pt x="1794105" y="92130"/>
                  </a:lnTo>
                  <a:lnTo>
                    <a:pt x="1794070" y="92041"/>
                  </a:lnTo>
                  <a:lnTo>
                    <a:pt x="1794054" y="92012"/>
                  </a:lnTo>
                  <a:lnTo>
                    <a:pt x="1794012" y="91929"/>
                  </a:lnTo>
                  <a:lnTo>
                    <a:pt x="1793973" y="91873"/>
                  </a:lnTo>
                  <a:lnTo>
                    <a:pt x="1793940" y="91825"/>
                  </a:lnTo>
                  <a:lnTo>
                    <a:pt x="1793918" y="91786"/>
                  </a:lnTo>
                  <a:lnTo>
                    <a:pt x="1793900" y="91742"/>
                  </a:lnTo>
                  <a:lnTo>
                    <a:pt x="1793885" y="91705"/>
                  </a:lnTo>
                  <a:lnTo>
                    <a:pt x="1793864" y="91671"/>
                  </a:lnTo>
                  <a:lnTo>
                    <a:pt x="1793836" y="91630"/>
                  </a:lnTo>
                  <a:lnTo>
                    <a:pt x="1793800" y="91595"/>
                  </a:lnTo>
                  <a:lnTo>
                    <a:pt x="1793778" y="91560"/>
                  </a:lnTo>
                  <a:lnTo>
                    <a:pt x="1793768" y="91525"/>
                  </a:lnTo>
                  <a:lnTo>
                    <a:pt x="1793749" y="91474"/>
                  </a:lnTo>
                  <a:lnTo>
                    <a:pt x="1793724" y="91440"/>
                  </a:lnTo>
                  <a:lnTo>
                    <a:pt x="1793701" y="91416"/>
                  </a:lnTo>
                  <a:lnTo>
                    <a:pt x="1793683" y="91390"/>
                  </a:lnTo>
                  <a:lnTo>
                    <a:pt x="1793671" y="91374"/>
                  </a:lnTo>
                  <a:lnTo>
                    <a:pt x="1793658" y="91355"/>
                  </a:lnTo>
                  <a:lnTo>
                    <a:pt x="1793610" y="91311"/>
                  </a:lnTo>
                  <a:lnTo>
                    <a:pt x="1793539" y="91272"/>
                  </a:lnTo>
                  <a:lnTo>
                    <a:pt x="1793484" y="91215"/>
                  </a:lnTo>
                  <a:lnTo>
                    <a:pt x="1793455" y="91185"/>
                  </a:lnTo>
                  <a:lnTo>
                    <a:pt x="1793420" y="91162"/>
                  </a:lnTo>
                  <a:lnTo>
                    <a:pt x="1793386" y="91146"/>
                  </a:lnTo>
                  <a:lnTo>
                    <a:pt x="1793351" y="91127"/>
                  </a:lnTo>
                  <a:lnTo>
                    <a:pt x="1793337" y="91097"/>
                  </a:lnTo>
                  <a:lnTo>
                    <a:pt x="1793336" y="91072"/>
                  </a:lnTo>
                  <a:lnTo>
                    <a:pt x="1793335" y="91057"/>
                  </a:lnTo>
                  <a:lnTo>
                    <a:pt x="1793339" y="91031"/>
                  </a:lnTo>
                  <a:lnTo>
                    <a:pt x="1793346" y="90983"/>
                  </a:lnTo>
                  <a:lnTo>
                    <a:pt x="1793346" y="90970"/>
                  </a:lnTo>
                  <a:lnTo>
                    <a:pt x="1793347" y="90935"/>
                  </a:lnTo>
                  <a:lnTo>
                    <a:pt x="1793347" y="90861"/>
                  </a:lnTo>
                  <a:lnTo>
                    <a:pt x="1793357" y="90835"/>
                  </a:lnTo>
                  <a:lnTo>
                    <a:pt x="1793365" y="90817"/>
                  </a:lnTo>
                  <a:lnTo>
                    <a:pt x="1793416" y="90742"/>
                  </a:lnTo>
                  <a:lnTo>
                    <a:pt x="1793442" y="90704"/>
                  </a:lnTo>
                  <a:lnTo>
                    <a:pt x="1793499" y="90637"/>
                  </a:lnTo>
                  <a:lnTo>
                    <a:pt x="1793553" y="90604"/>
                  </a:lnTo>
                  <a:lnTo>
                    <a:pt x="1793662" y="90551"/>
                  </a:lnTo>
                  <a:lnTo>
                    <a:pt x="1793695" y="90515"/>
                  </a:lnTo>
                  <a:lnTo>
                    <a:pt x="1793706" y="90486"/>
                  </a:lnTo>
                  <a:lnTo>
                    <a:pt x="1793703" y="90462"/>
                  </a:lnTo>
                  <a:lnTo>
                    <a:pt x="1793684" y="90435"/>
                  </a:lnTo>
                  <a:lnTo>
                    <a:pt x="1793656" y="90418"/>
                  </a:lnTo>
                  <a:lnTo>
                    <a:pt x="1793591" y="90385"/>
                  </a:lnTo>
                  <a:lnTo>
                    <a:pt x="1793561" y="90365"/>
                  </a:lnTo>
                  <a:lnTo>
                    <a:pt x="1793540" y="90350"/>
                  </a:lnTo>
                  <a:lnTo>
                    <a:pt x="1793519" y="90328"/>
                  </a:lnTo>
                  <a:lnTo>
                    <a:pt x="1793488" y="90288"/>
                  </a:lnTo>
                  <a:lnTo>
                    <a:pt x="1793481" y="90278"/>
                  </a:lnTo>
                  <a:lnTo>
                    <a:pt x="1793478" y="90269"/>
                  </a:lnTo>
                  <a:lnTo>
                    <a:pt x="1793469" y="90251"/>
                  </a:lnTo>
                  <a:lnTo>
                    <a:pt x="1793466" y="90243"/>
                  </a:lnTo>
                  <a:lnTo>
                    <a:pt x="1793460" y="90228"/>
                  </a:lnTo>
                  <a:lnTo>
                    <a:pt x="1793458" y="90219"/>
                  </a:lnTo>
                  <a:lnTo>
                    <a:pt x="1793454" y="90208"/>
                  </a:lnTo>
                  <a:lnTo>
                    <a:pt x="1793453" y="90198"/>
                  </a:lnTo>
                  <a:lnTo>
                    <a:pt x="1793449" y="90182"/>
                  </a:lnTo>
                  <a:lnTo>
                    <a:pt x="1793448" y="90162"/>
                  </a:lnTo>
                  <a:lnTo>
                    <a:pt x="1793449" y="90140"/>
                  </a:lnTo>
                  <a:lnTo>
                    <a:pt x="1793450" y="90123"/>
                  </a:lnTo>
                  <a:lnTo>
                    <a:pt x="1793469" y="90083"/>
                  </a:lnTo>
                  <a:lnTo>
                    <a:pt x="1793520" y="90042"/>
                  </a:lnTo>
                  <a:lnTo>
                    <a:pt x="1793597" y="90011"/>
                  </a:lnTo>
                  <a:lnTo>
                    <a:pt x="1793635" y="90002"/>
                  </a:lnTo>
                  <a:lnTo>
                    <a:pt x="1793690" y="89990"/>
                  </a:lnTo>
                  <a:lnTo>
                    <a:pt x="1793784" y="89972"/>
                  </a:lnTo>
                  <a:lnTo>
                    <a:pt x="1793841" y="89957"/>
                  </a:lnTo>
                  <a:lnTo>
                    <a:pt x="1793871" y="89942"/>
                  </a:lnTo>
                  <a:lnTo>
                    <a:pt x="1793921" y="89910"/>
                  </a:lnTo>
                  <a:lnTo>
                    <a:pt x="1794008" y="89842"/>
                  </a:lnTo>
                  <a:lnTo>
                    <a:pt x="1794068" y="89796"/>
                  </a:lnTo>
                  <a:lnTo>
                    <a:pt x="1794116" y="89773"/>
                  </a:lnTo>
                  <a:lnTo>
                    <a:pt x="1794135" y="89764"/>
                  </a:lnTo>
                  <a:lnTo>
                    <a:pt x="1794159" y="89755"/>
                  </a:lnTo>
                  <a:lnTo>
                    <a:pt x="1794192" y="89742"/>
                  </a:lnTo>
                  <a:lnTo>
                    <a:pt x="1794234" y="89730"/>
                  </a:lnTo>
                  <a:lnTo>
                    <a:pt x="1794261" y="89720"/>
                  </a:lnTo>
                  <a:lnTo>
                    <a:pt x="1794286" y="89701"/>
                  </a:lnTo>
                  <a:lnTo>
                    <a:pt x="1794299" y="89690"/>
                  </a:lnTo>
                  <a:lnTo>
                    <a:pt x="1794314" y="89678"/>
                  </a:lnTo>
                  <a:lnTo>
                    <a:pt x="1794322" y="89672"/>
                  </a:lnTo>
                  <a:lnTo>
                    <a:pt x="1794326" y="89669"/>
                  </a:lnTo>
                  <a:lnTo>
                    <a:pt x="1794333" y="89662"/>
                  </a:lnTo>
                  <a:lnTo>
                    <a:pt x="1794369" y="89636"/>
                  </a:lnTo>
                  <a:lnTo>
                    <a:pt x="1794386" y="89623"/>
                  </a:lnTo>
                  <a:lnTo>
                    <a:pt x="1794393" y="89619"/>
                  </a:lnTo>
                  <a:lnTo>
                    <a:pt x="1794425" y="89598"/>
                  </a:lnTo>
                  <a:lnTo>
                    <a:pt x="1794476" y="89562"/>
                  </a:lnTo>
                  <a:lnTo>
                    <a:pt x="1794504" y="89544"/>
                  </a:lnTo>
                  <a:lnTo>
                    <a:pt x="1794532" y="89524"/>
                  </a:lnTo>
                  <a:lnTo>
                    <a:pt x="1794570" y="89493"/>
                  </a:lnTo>
                  <a:lnTo>
                    <a:pt x="1794598" y="89473"/>
                  </a:lnTo>
                  <a:lnTo>
                    <a:pt x="1794634" y="89444"/>
                  </a:lnTo>
                  <a:lnTo>
                    <a:pt x="1794659" y="89427"/>
                  </a:lnTo>
                  <a:lnTo>
                    <a:pt x="1794710" y="89370"/>
                  </a:lnTo>
                  <a:lnTo>
                    <a:pt x="1794741" y="89320"/>
                  </a:lnTo>
                  <a:lnTo>
                    <a:pt x="1794768" y="89294"/>
                  </a:lnTo>
                  <a:lnTo>
                    <a:pt x="1794854" y="89229"/>
                  </a:lnTo>
                  <a:lnTo>
                    <a:pt x="1794903" y="89199"/>
                  </a:lnTo>
                  <a:lnTo>
                    <a:pt x="1794958" y="89157"/>
                  </a:lnTo>
                  <a:lnTo>
                    <a:pt x="1794990" y="89125"/>
                  </a:lnTo>
                  <a:lnTo>
                    <a:pt x="1795076" y="89038"/>
                  </a:lnTo>
                  <a:lnTo>
                    <a:pt x="1795100" y="89010"/>
                  </a:lnTo>
                  <a:lnTo>
                    <a:pt x="1795130" y="88977"/>
                  </a:lnTo>
                  <a:lnTo>
                    <a:pt x="1795157" y="88924"/>
                  </a:lnTo>
                  <a:lnTo>
                    <a:pt x="1795178" y="88859"/>
                  </a:lnTo>
                  <a:lnTo>
                    <a:pt x="1795178" y="88797"/>
                  </a:lnTo>
                  <a:lnTo>
                    <a:pt x="1795177" y="88712"/>
                  </a:lnTo>
                  <a:lnTo>
                    <a:pt x="1795196" y="88628"/>
                  </a:lnTo>
                  <a:lnTo>
                    <a:pt x="1795198" y="88569"/>
                  </a:lnTo>
                  <a:lnTo>
                    <a:pt x="1795235" y="88474"/>
                  </a:lnTo>
                  <a:lnTo>
                    <a:pt x="1795240" y="88429"/>
                  </a:lnTo>
                  <a:lnTo>
                    <a:pt x="1795242" y="88404"/>
                  </a:lnTo>
                  <a:lnTo>
                    <a:pt x="1795268" y="88363"/>
                  </a:lnTo>
                  <a:lnTo>
                    <a:pt x="1795306" y="88333"/>
                  </a:lnTo>
                  <a:lnTo>
                    <a:pt x="1795365" y="88300"/>
                  </a:lnTo>
                  <a:lnTo>
                    <a:pt x="1795449" y="88277"/>
                  </a:lnTo>
                  <a:lnTo>
                    <a:pt x="1795517" y="88273"/>
                  </a:lnTo>
                  <a:lnTo>
                    <a:pt x="1795614" y="88276"/>
                  </a:lnTo>
                  <a:lnTo>
                    <a:pt x="1795649" y="88275"/>
                  </a:lnTo>
                  <a:lnTo>
                    <a:pt x="1795687" y="88273"/>
                  </a:lnTo>
                  <a:lnTo>
                    <a:pt x="1795738" y="88260"/>
                  </a:lnTo>
                  <a:lnTo>
                    <a:pt x="1795794" y="88230"/>
                  </a:lnTo>
                  <a:lnTo>
                    <a:pt x="1795835" y="88208"/>
                  </a:lnTo>
                  <a:lnTo>
                    <a:pt x="1795856" y="88185"/>
                  </a:lnTo>
                  <a:lnTo>
                    <a:pt x="1795872" y="88138"/>
                  </a:lnTo>
                  <a:lnTo>
                    <a:pt x="1795869" y="88111"/>
                  </a:lnTo>
                  <a:lnTo>
                    <a:pt x="1795881" y="88093"/>
                  </a:lnTo>
                  <a:lnTo>
                    <a:pt x="1795898" y="88074"/>
                  </a:lnTo>
                  <a:lnTo>
                    <a:pt x="1795916" y="88065"/>
                  </a:lnTo>
                  <a:lnTo>
                    <a:pt x="1795950" y="88060"/>
                  </a:lnTo>
                  <a:lnTo>
                    <a:pt x="1795984" y="88051"/>
                  </a:lnTo>
                  <a:lnTo>
                    <a:pt x="1796002" y="88036"/>
                  </a:lnTo>
                  <a:lnTo>
                    <a:pt x="1796019" y="88007"/>
                  </a:lnTo>
                  <a:lnTo>
                    <a:pt x="1796019" y="87964"/>
                  </a:lnTo>
                  <a:lnTo>
                    <a:pt x="1795990" y="87851"/>
                  </a:lnTo>
                  <a:lnTo>
                    <a:pt x="1795988" y="87825"/>
                  </a:lnTo>
                  <a:lnTo>
                    <a:pt x="1796002" y="87788"/>
                  </a:lnTo>
                  <a:lnTo>
                    <a:pt x="1796018" y="87724"/>
                  </a:lnTo>
                  <a:lnTo>
                    <a:pt x="1796019" y="87683"/>
                  </a:lnTo>
                  <a:lnTo>
                    <a:pt x="1796004" y="87654"/>
                  </a:lnTo>
                  <a:lnTo>
                    <a:pt x="1795987" y="87616"/>
                  </a:lnTo>
                  <a:lnTo>
                    <a:pt x="1795988" y="87587"/>
                  </a:lnTo>
                  <a:lnTo>
                    <a:pt x="1795986" y="87554"/>
                  </a:lnTo>
                  <a:lnTo>
                    <a:pt x="1795970" y="87533"/>
                  </a:lnTo>
                  <a:lnTo>
                    <a:pt x="1795942" y="87493"/>
                  </a:lnTo>
                  <a:lnTo>
                    <a:pt x="1795925" y="87463"/>
                  </a:lnTo>
                  <a:lnTo>
                    <a:pt x="1795919" y="87436"/>
                  </a:lnTo>
                  <a:lnTo>
                    <a:pt x="1795933" y="87376"/>
                  </a:lnTo>
                  <a:lnTo>
                    <a:pt x="1795934" y="87316"/>
                  </a:lnTo>
                  <a:lnTo>
                    <a:pt x="1795933" y="87300"/>
                  </a:lnTo>
                  <a:lnTo>
                    <a:pt x="1795929" y="87266"/>
                  </a:lnTo>
                  <a:lnTo>
                    <a:pt x="1795921" y="87237"/>
                  </a:lnTo>
                  <a:lnTo>
                    <a:pt x="1795913" y="87212"/>
                  </a:lnTo>
                  <a:lnTo>
                    <a:pt x="1795897" y="87177"/>
                  </a:lnTo>
                  <a:lnTo>
                    <a:pt x="1795877" y="87143"/>
                  </a:lnTo>
                  <a:lnTo>
                    <a:pt x="1795856" y="87112"/>
                  </a:lnTo>
                  <a:lnTo>
                    <a:pt x="1795836" y="87082"/>
                  </a:lnTo>
                  <a:lnTo>
                    <a:pt x="1795787" y="87035"/>
                  </a:lnTo>
                  <a:lnTo>
                    <a:pt x="1795744" y="86995"/>
                  </a:lnTo>
                  <a:lnTo>
                    <a:pt x="1795681" y="86937"/>
                  </a:lnTo>
                  <a:lnTo>
                    <a:pt x="1795633" y="86899"/>
                  </a:lnTo>
                  <a:lnTo>
                    <a:pt x="1795605" y="86876"/>
                  </a:lnTo>
                  <a:lnTo>
                    <a:pt x="1795527" y="86799"/>
                  </a:lnTo>
                  <a:lnTo>
                    <a:pt x="1795497" y="86759"/>
                  </a:lnTo>
                  <a:lnTo>
                    <a:pt x="1795458" y="86741"/>
                  </a:lnTo>
                  <a:lnTo>
                    <a:pt x="1795417" y="86728"/>
                  </a:lnTo>
                  <a:lnTo>
                    <a:pt x="1795397" y="86709"/>
                  </a:lnTo>
                  <a:lnTo>
                    <a:pt x="1795375" y="86652"/>
                  </a:lnTo>
                  <a:lnTo>
                    <a:pt x="1795359" y="86594"/>
                  </a:lnTo>
                  <a:lnTo>
                    <a:pt x="1795369" y="86568"/>
                  </a:lnTo>
                  <a:lnTo>
                    <a:pt x="1795398" y="86534"/>
                  </a:lnTo>
                  <a:lnTo>
                    <a:pt x="1795449" y="86486"/>
                  </a:lnTo>
                  <a:lnTo>
                    <a:pt x="1795479" y="86445"/>
                  </a:lnTo>
                  <a:lnTo>
                    <a:pt x="1795534" y="86358"/>
                  </a:lnTo>
                  <a:lnTo>
                    <a:pt x="1795553" y="86332"/>
                  </a:lnTo>
                  <a:lnTo>
                    <a:pt x="1795592" y="86282"/>
                  </a:lnTo>
                  <a:lnTo>
                    <a:pt x="1795606" y="86254"/>
                  </a:lnTo>
                  <a:lnTo>
                    <a:pt x="1795612" y="86203"/>
                  </a:lnTo>
                  <a:lnTo>
                    <a:pt x="1795632" y="86137"/>
                  </a:lnTo>
                  <a:lnTo>
                    <a:pt x="1795643" y="86102"/>
                  </a:lnTo>
                  <a:lnTo>
                    <a:pt x="1795659" y="86079"/>
                  </a:lnTo>
                  <a:lnTo>
                    <a:pt x="1795697" y="86032"/>
                  </a:lnTo>
                  <a:lnTo>
                    <a:pt x="1795707" y="86013"/>
                  </a:lnTo>
                  <a:lnTo>
                    <a:pt x="1795718" y="85994"/>
                  </a:lnTo>
                  <a:lnTo>
                    <a:pt x="1795724" y="85982"/>
                  </a:lnTo>
                  <a:lnTo>
                    <a:pt x="1795731" y="85950"/>
                  </a:lnTo>
                  <a:lnTo>
                    <a:pt x="1795736" y="85920"/>
                  </a:lnTo>
                  <a:lnTo>
                    <a:pt x="1795737" y="85901"/>
                  </a:lnTo>
                  <a:lnTo>
                    <a:pt x="1795742" y="85880"/>
                  </a:lnTo>
                  <a:lnTo>
                    <a:pt x="1795746" y="85867"/>
                  </a:lnTo>
                  <a:lnTo>
                    <a:pt x="1795759" y="85846"/>
                  </a:lnTo>
                  <a:lnTo>
                    <a:pt x="1795789" y="85824"/>
                  </a:lnTo>
                  <a:lnTo>
                    <a:pt x="1795842" y="85791"/>
                  </a:lnTo>
                  <a:lnTo>
                    <a:pt x="1795859" y="85777"/>
                  </a:lnTo>
                  <a:lnTo>
                    <a:pt x="1795888" y="85741"/>
                  </a:lnTo>
                  <a:lnTo>
                    <a:pt x="1795926" y="85692"/>
                  </a:lnTo>
                  <a:lnTo>
                    <a:pt x="1795966" y="85646"/>
                  </a:lnTo>
                  <a:lnTo>
                    <a:pt x="1795993" y="85608"/>
                  </a:lnTo>
                  <a:lnTo>
                    <a:pt x="1796016" y="85550"/>
                  </a:lnTo>
                  <a:lnTo>
                    <a:pt x="1796019" y="85491"/>
                  </a:lnTo>
                  <a:lnTo>
                    <a:pt x="1796009" y="85433"/>
                  </a:lnTo>
                  <a:lnTo>
                    <a:pt x="1795999" y="85392"/>
                  </a:lnTo>
                  <a:lnTo>
                    <a:pt x="1795989" y="85361"/>
                  </a:lnTo>
                  <a:lnTo>
                    <a:pt x="1795969" y="85327"/>
                  </a:lnTo>
                  <a:lnTo>
                    <a:pt x="1795947" y="85287"/>
                  </a:lnTo>
                  <a:lnTo>
                    <a:pt x="1795939" y="85262"/>
                  </a:lnTo>
                  <a:lnTo>
                    <a:pt x="1795933" y="85238"/>
                  </a:lnTo>
                  <a:lnTo>
                    <a:pt x="1795934" y="85218"/>
                  </a:lnTo>
                  <a:lnTo>
                    <a:pt x="1795936" y="85211"/>
                  </a:lnTo>
                  <a:lnTo>
                    <a:pt x="1795942" y="85202"/>
                  </a:lnTo>
                  <a:lnTo>
                    <a:pt x="1795953" y="85190"/>
                  </a:lnTo>
                  <a:lnTo>
                    <a:pt x="1795974" y="85180"/>
                  </a:lnTo>
                  <a:lnTo>
                    <a:pt x="1795994" y="85172"/>
                  </a:lnTo>
                  <a:lnTo>
                    <a:pt x="1796041" y="85156"/>
                  </a:lnTo>
                  <a:lnTo>
                    <a:pt x="1796081" y="85136"/>
                  </a:lnTo>
                  <a:lnTo>
                    <a:pt x="1796109" y="85120"/>
                  </a:lnTo>
                  <a:lnTo>
                    <a:pt x="1796131" y="85107"/>
                  </a:lnTo>
                  <a:lnTo>
                    <a:pt x="1796146" y="85094"/>
                  </a:lnTo>
                  <a:lnTo>
                    <a:pt x="1796158" y="85082"/>
                  </a:lnTo>
                  <a:lnTo>
                    <a:pt x="1796180" y="85069"/>
                  </a:lnTo>
                  <a:lnTo>
                    <a:pt x="1796206" y="85052"/>
                  </a:lnTo>
                  <a:lnTo>
                    <a:pt x="1796232" y="85042"/>
                  </a:lnTo>
                  <a:lnTo>
                    <a:pt x="1796249" y="85035"/>
                  </a:lnTo>
                  <a:lnTo>
                    <a:pt x="1796273" y="85025"/>
                  </a:lnTo>
                  <a:lnTo>
                    <a:pt x="1796295" y="85014"/>
                  </a:lnTo>
                  <a:lnTo>
                    <a:pt x="1796312" y="85005"/>
                  </a:lnTo>
                  <a:lnTo>
                    <a:pt x="1796321" y="84997"/>
                  </a:lnTo>
                  <a:lnTo>
                    <a:pt x="1796331" y="84980"/>
                  </a:lnTo>
                  <a:lnTo>
                    <a:pt x="1796332" y="84965"/>
                  </a:lnTo>
                  <a:lnTo>
                    <a:pt x="1796331" y="84953"/>
                  </a:lnTo>
                  <a:lnTo>
                    <a:pt x="1796331" y="84942"/>
                  </a:lnTo>
                  <a:lnTo>
                    <a:pt x="1796323" y="84923"/>
                  </a:lnTo>
                  <a:lnTo>
                    <a:pt x="1796315" y="84906"/>
                  </a:lnTo>
                  <a:lnTo>
                    <a:pt x="1796303" y="84887"/>
                  </a:lnTo>
                  <a:lnTo>
                    <a:pt x="1796274" y="84852"/>
                  </a:lnTo>
                  <a:lnTo>
                    <a:pt x="1796250" y="84820"/>
                  </a:lnTo>
                  <a:lnTo>
                    <a:pt x="1796233" y="84787"/>
                  </a:lnTo>
                  <a:lnTo>
                    <a:pt x="1796223" y="84768"/>
                  </a:lnTo>
                  <a:lnTo>
                    <a:pt x="1796215" y="84753"/>
                  </a:lnTo>
                  <a:lnTo>
                    <a:pt x="1796204" y="84712"/>
                  </a:lnTo>
                  <a:lnTo>
                    <a:pt x="1796202" y="84660"/>
                  </a:lnTo>
                  <a:lnTo>
                    <a:pt x="1796214" y="84607"/>
                  </a:lnTo>
                  <a:lnTo>
                    <a:pt x="1796237" y="84558"/>
                  </a:lnTo>
                  <a:lnTo>
                    <a:pt x="1796266" y="84514"/>
                  </a:lnTo>
                  <a:lnTo>
                    <a:pt x="1796317" y="84461"/>
                  </a:lnTo>
                  <a:lnTo>
                    <a:pt x="1796335" y="84436"/>
                  </a:lnTo>
                  <a:lnTo>
                    <a:pt x="1796386" y="84390"/>
                  </a:lnTo>
                  <a:lnTo>
                    <a:pt x="1796424" y="84355"/>
                  </a:lnTo>
                  <a:lnTo>
                    <a:pt x="1796488" y="84298"/>
                  </a:lnTo>
                  <a:lnTo>
                    <a:pt x="1796528" y="84260"/>
                  </a:lnTo>
                  <a:lnTo>
                    <a:pt x="1796569" y="84229"/>
                  </a:lnTo>
                  <a:lnTo>
                    <a:pt x="1796592" y="84214"/>
                  </a:lnTo>
                  <a:lnTo>
                    <a:pt x="1796605" y="84204"/>
                  </a:lnTo>
                  <a:lnTo>
                    <a:pt x="1796682" y="84158"/>
                  </a:lnTo>
                  <a:lnTo>
                    <a:pt x="1796723" y="84137"/>
                  </a:lnTo>
                  <a:lnTo>
                    <a:pt x="1796770" y="84122"/>
                  </a:lnTo>
                  <a:lnTo>
                    <a:pt x="1796820" y="84110"/>
                  </a:lnTo>
                  <a:lnTo>
                    <a:pt x="1796876" y="84092"/>
                  </a:lnTo>
                  <a:lnTo>
                    <a:pt x="1796922" y="84073"/>
                  </a:lnTo>
                  <a:lnTo>
                    <a:pt x="1796956" y="84055"/>
                  </a:lnTo>
                  <a:lnTo>
                    <a:pt x="1796989" y="84034"/>
                  </a:lnTo>
                  <a:lnTo>
                    <a:pt x="1797009" y="84019"/>
                  </a:lnTo>
                  <a:lnTo>
                    <a:pt x="1797051" y="84002"/>
                  </a:lnTo>
                  <a:lnTo>
                    <a:pt x="1797116" y="83987"/>
                  </a:lnTo>
                  <a:lnTo>
                    <a:pt x="1797236" y="83971"/>
                  </a:lnTo>
                  <a:lnTo>
                    <a:pt x="1797394" y="83954"/>
                  </a:lnTo>
                  <a:lnTo>
                    <a:pt x="1797533" y="83939"/>
                  </a:lnTo>
                  <a:lnTo>
                    <a:pt x="1797624" y="83925"/>
                  </a:lnTo>
                  <a:lnTo>
                    <a:pt x="1797719" y="83897"/>
                  </a:lnTo>
                  <a:lnTo>
                    <a:pt x="1797838" y="83848"/>
                  </a:lnTo>
                  <a:lnTo>
                    <a:pt x="1797872" y="83828"/>
                  </a:lnTo>
                  <a:lnTo>
                    <a:pt x="1797890" y="83811"/>
                  </a:lnTo>
                  <a:lnTo>
                    <a:pt x="1797919" y="83785"/>
                  </a:lnTo>
                  <a:lnTo>
                    <a:pt x="1797934" y="83767"/>
                  </a:lnTo>
                  <a:lnTo>
                    <a:pt x="1797946" y="83745"/>
                  </a:lnTo>
                  <a:lnTo>
                    <a:pt x="1797960" y="83722"/>
                  </a:lnTo>
                  <a:lnTo>
                    <a:pt x="1797984" y="83660"/>
                  </a:lnTo>
                  <a:lnTo>
                    <a:pt x="1797993" y="83624"/>
                  </a:lnTo>
                  <a:lnTo>
                    <a:pt x="1798003" y="83564"/>
                  </a:lnTo>
                  <a:lnTo>
                    <a:pt x="1798002" y="83502"/>
                  </a:lnTo>
                  <a:lnTo>
                    <a:pt x="1797995" y="83457"/>
                  </a:lnTo>
                  <a:lnTo>
                    <a:pt x="1797989" y="83430"/>
                  </a:lnTo>
                  <a:lnTo>
                    <a:pt x="1797981" y="83411"/>
                  </a:lnTo>
                  <a:lnTo>
                    <a:pt x="1797969" y="83394"/>
                  </a:lnTo>
                  <a:lnTo>
                    <a:pt x="1797957" y="83379"/>
                  </a:lnTo>
                  <a:lnTo>
                    <a:pt x="1797928" y="83351"/>
                  </a:lnTo>
                  <a:lnTo>
                    <a:pt x="1797865" y="83303"/>
                  </a:lnTo>
                  <a:lnTo>
                    <a:pt x="1797802" y="83248"/>
                  </a:lnTo>
                  <a:lnTo>
                    <a:pt x="1797750" y="83197"/>
                  </a:lnTo>
                  <a:lnTo>
                    <a:pt x="1797717" y="83160"/>
                  </a:lnTo>
                  <a:lnTo>
                    <a:pt x="1797686" y="83125"/>
                  </a:lnTo>
                  <a:lnTo>
                    <a:pt x="1797659" y="83091"/>
                  </a:lnTo>
                  <a:lnTo>
                    <a:pt x="1797628" y="83046"/>
                  </a:lnTo>
                  <a:lnTo>
                    <a:pt x="1797596" y="82989"/>
                  </a:lnTo>
                  <a:lnTo>
                    <a:pt x="1797588" y="82975"/>
                  </a:lnTo>
                  <a:lnTo>
                    <a:pt x="1797578" y="82963"/>
                  </a:lnTo>
                  <a:lnTo>
                    <a:pt x="1797575" y="82952"/>
                  </a:lnTo>
                  <a:lnTo>
                    <a:pt x="1797565" y="82937"/>
                  </a:lnTo>
                  <a:lnTo>
                    <a:pt x="1797555" y="82920"/>
                  </a:lnTo>
                  <a:lnTo>
                    <a:pt x="1797535" y="82884"/>
                  </a:lnTo>
                  <a:lnTo>
                    <a:pt x="1797500" y="82816"/>
                  </a:lnTo>
                  <a:lnTo>
                    <a:pt x="1797474" y="82777"/>
                  </a:lnTo>
                  <a:lnTo>
                    <a:pt x="1797434" y="82718"/>
                  </a:lnTo>
                  <a:lnTo>
                    <a:pt x="1797412" y="82680"/>
                  </a:lnTo>
                  <a:lnTo>
                    <a:pt x="1797390" y="82639"/>
                  </a:lnTo>
                  <a:lnTo>
                    <a:pt x="1797376" y="82602"/>
                  </a:lnTo>
                  <a:lnTo>
                    <a:pt x="1797369" y="82584"/>
                  </a:lnTo>
                  <a:lnTo>
                    <a:pt x="1797365" y="82563"/>
                  </a:lnTo>
                  <a:lnTo>
                    <a:pt x="1797366" y="82544"/>
                  </a:lnTo>
                  <a:lnTo>
                    <a:pt x="1797370" y="82530"/>
                  </a:lnTo>
                  <a:lnTo>
                    <a:pt x="1797383" y="82512"/>
                  </a:lnTo>
                  <a:lnTo>
                    <a:pt x="1797399" y="82493"/>
                  </a:lnTo>
                  <a:lnTo>
                    <a:pt x="1797423" y="82473"/>
                  </a:lnTo>
                  <a:lnTo>
                    <a:pt x="1797442" y="82457"/>
                  </a:lnTo>
                  <a:lnTo>
                    <a:pt x="1797453" y="82448"/>
                  </a:lnTo>
                  <a:lnTo>
                    <a:pt x="1797466" y="82440"/>
                  </a:lnTo>
                  <a:lnTo>
                    <a:pt x="1797479" y="82432"/>
                  </a:lnTo>
                  <a:lnTo>
                    <a:pt x="1797504" y="82416"/>
                  </a:lnTo>
                  <a:lnTo>
                    <a:pt x="1797541" y="82397"/>
                  </a:lnTo>
                  <a:lnTo>
                    <a:pt x="1797568" y="82389"/>
                  </a:lnTo>
                  <a:lnTo>
                    <a:pt x="1797612" y="82381"/>
                  </a:lnTo>
                  <a:lnTo>
                    <a:pt x="1797647" y="82378"/>
                  </a:lnTo>
                  <a:lnTo>
                    <a:pt x="1797701" y="82375"/>
                  </a:lnTo>
                  <a:lnTo>
                    <a:pt x="1797759" y="82380"/>
                  </a:lnTo>
                  <a:lnTo>
                    <a:pt x="1797818" y="82389"/>
                  </a:lnTo>
                  <a:lnTo>
                    <a:pt x="1797872" y="82402"/>
                  </a:lnTo>
                  <a:lnTo>
                    <a:pt x="1797960" y="82428"/>
                  </a:lnTo>
                  <a:lnTo>
                    <a:pt x="1798004" y="82442"/>
                  </a:lnTo>
                  <a:lnTo>
                    <a:pt x="1798054" y="82460"/>
                  </a:lnTo>
                  <a:lnTo>
                    <a:pt x="1798113" y="82480"/>
                  </a:lnTo>
                  <a:lnTo>
                    <a:pt x="1798165" y="82499"/>
                  </a:lnTo>
                  <a:lnTo>
                    <a:pt x="1798215" y="82517"/>
                  </a:lnTo>
                  <a:lnTo>
                    <a:pt x="1798268" y="82536"/>
                  </a:lnTo>
                  <a:lnTo>
                    <a:pt x="1798306" y="82546"/>
                  </a:lnTo>
                  <a:lnTo>
                    <a:pt x="1798338" y="82551"/>
                  </a:lnTo>
                  <a:lnTo>
                    <a:pt x="1798358" y="82554"/>
                  </a:lnTo>
                  <a:lnTo>
                    <a:pt x="1798383" y="82555"/>
                  </a:lnTo>
                  <a:lnTo>
                    <a:pt x="1798407" y="82554"/>
                  </a:lnTo>
                  <a:lnTo>
                    <a:pt x="1798436" y="82553"/>
                  </a:lnTo>
                  <a:lnTo>
                    <a:pt x="1798463" y="82552"/>
                  </a:lnTo>
                  <a:lnTo>
                    <a:pt x="1798494" y="82555"/>
                  </a:lnTo>
                  <a:lnTo>
                    <a:pt x="1798539" y="82560"/>
                  </a:lnTo>
                  <a:lnTo>
                    <a:pt x="1798598" y="82571"/>
                  </a:lnTo>
                  <a:lnTo>
                    <a:pt x="1798632" y="82579"/>
                  </a:lnTo>
                  <a:lnTo>
                    <a:pt x="1798671" y="82594"/>
                  </a:lnTo>
                  <a:lnTo>
                    <a:pt x="1798723" y="82613"/>
                  </a:lnTo>
                  <a:lnTo>
                    <a:pt x="1798750" y="82625"/>
                  </a:lnTo>
                  <a:lnTo>
                    <a:pt x="1798776" y="82637"/>
                  </a:lnTo>
                  <a:lnTo>
                    <a:pt x="1798803" y="82648"/>
                  </a:lnTo>
                  <a:lnTo>
                    <a:pt x="1798826" y="82656"/>
                  </a:lnTo>
                  <a:lnTo>
                    <a:pt x="1798848" y="82660"/>
                  </a:lnTo>
                  <a:lnTo>
                    <a:pt x="1798878" y="82665"/>
                  </a:lnTo>
                  <a:lnTo>
                    <a:pt x="1798932" y="82670"/>
                  </a:lnTo>
                  <a:lnTo>
                    <a:pt x="1799005" y="82674"/>
                  </a:lnTo>
                  <a:lnTo>
                    <a:pt x="1799075" y="82677"/>
                  </a:lnTo>
                  <a:lnTo>
                    <a:pt x="1799131" y="82676"/>
                  </a:lnTo>
                  <a:lnTo>
                    <a:pt x="1799182" y="82671"/>
                  </a:lnTo>
                  <a:lnTo>
                    <a:pt x="1799233" y="82666"/>
                  </a:lnTo>
                  <a:lnTo>
                    <a:pt x="1799286" y="82657"/>
                  </a:lnTo>
                  <a:lnTo>
                    <a:pt x="1799312" y="82653"/>
                  </a:lnTo>
                  <a:lnTo>
                    <a:pt x="1799335" y="82653"/>
                  </a:lnTo>
                  <a:lnTo>
                    <a:pt x="1799350" y="82655"/>
                  </a:lnTo>
                  <a:lnTo>
                    <a:pt x="1799371" y="82658"/>
                  </a:lnTo>
                  <a:lnTo>
                    <a:pt x="1799407" y="82668"/>
                  </a:lnTo>
                  <a:lnTo>
                    <a:pt x="1799450" y="82686"/>
                  </a:lnTo>
                  <a:lnTo>
                    <a:pt x="1799489" y="82697"/>
                  </a:lnTo>
                  <a:lnTo>
                    <a:pt x="1799523" y="82706"/>
                  </a:lnTo>
                  <a:lnTo>
                    <a:pt x="1799552" y="82705"/>
                  </a:lnTo>
                  <a:lnTo>
                    <a:pt x="1799572" y="82703"/>
                  </a:lnTo>
                  <a:lnTo>
                    <a:pt x="1799596" y="82694"/>
                  </a:lnTo>
                  <a:lnTo>
                    <a:pt x="1799637" y="82677"/>
                  </a:lnTo>
                  <a:lnTo>
                    <a:pt x="1799716" y="82648"/>
                  </a:lnTo>
                  <a:lnTo>
                    <a:pt x="1799764" y="82631"/>
                  </a:lnTo>
                  <a:lnTo>
                    <a:pt x="1799834" y="82606"/>
                  </a:lnTo>
                  <a:lnTo>
                    <a:pt x="1799884" y="82587"/>
                  </a:lnTo>
                  <a:lnTo>
                    <a:pt x="1799913" y="82581"/>
                  </a:lnTo>
                  <a:lnTo>
                    <a:pt x="1799958" y="82577"/>
                  </a:lnTo>
                  <a:lnTo>
                    <a:pt x="1800029" y="82578"/>
                  </a:lnTo>
                  <a:lnTo>
                    <a:pt x="1800091" y="82576"/>
                  </a:lnTo>
                  <a:lnTo>
                    <a:pt x="1800127" y="82571"/>
                  </a:lnTo>
                  <a:lnTo>
                    <a:pt x="1800171" y="82565"/>
                  </a:lnTo>
                  <a:lnTo>
                    <a:pt x="1800209" y="82559"/>
                  </a:lnTo>
                  <a:lnTo>
                    <a:pt x="1800284" y="82544"/>
                  </a:lnTo>
                  <a:lnTo>
                    <a:pt x="1800350" y="82530"/>
                  </a:lnTo>
                  <a:lnTo>
                    <a:pt x="1800436" y="82506"/>
                  </a:lnTo>
                  <a:lnTo>
                    <a:pt x="1800493" y="82493"/>
                  </a:lnTo>
                  <a:lnTo>
                    <a:pt x="1800537" y="82484"/>
                  </a:lnTo>
                  <a:lnTo>
                    <a:pt x="1800584" y="82476"/>
                  </a:lnTo>
                  <a:lnTo>
                    <a:pt x="1800615" y="82472"/>
                  </a:lnTo>
                  <a:lnTo>
                    <a:pt x="1800648" y="82468"/>
                  </a:lnTo>
                  <a:lnTo>
                    <a:pt x="1800674" y="82463"/>
                  </a:lnTo>
                  <a:lnTo>
                    <a:pt x="1800694" y="82456"/>
                  </a:lnTo>
                  <a:lnTo>
                    <a:pt x="1800718" y="82444"/>
                  </a:lnTo>
                  <a:lnTo>
                    <a:pt x="1800742" y="82434"/>
                  </a:lnTo>
                  <a:lnTo>
                    <a:pt x="1800764" y="82419"/>
                  </a:lnTo>
                  <a:lnTo>
                    <a:pt x="1800783" y="82406"/>
                  </a:lnTo>
                  <a:lnTo>
                    <a:pt x="1800811" y="82383"/>
                  </a:lnTo>
                  <a:lnTo>
                    <a:pt x="1800838" y="82357"/>
                  </a:lnTo>
                  <a:lnTo>
                    <a:pt x="1800868" y="82333"/>
                  </a:lnTo>
                  <a:lnTo>
                    <a:pt x="1800903" y="82310"/>
                  </a:lnTo>
                  <a:lnTo>
                    <a:pt x="1800937" y="82287"/>
                  </a:lnTo>
                  <a:lnTo>
                    <a:pt x="1800974" y="82267"/>
                  </a:lnTo>
                  <a:lnTo>
                    <a:pt x="1801028" y="82240"/>
                  </a:lnTo>
                  <a:lnTo>
                    <a:pt x="1801065" y="82224"/>
                  </a:lnTo>
                  <a:lnTo>
                    <a:pt x="1801102" y="82208"/>
                  </a:lnTo>
                  <a:lnTo>
                    <a:pt x="1801148" y="82185"/>
                  </a:lnTo>
                  <a:lnTo>
                    <a:pt x="1801185" y="82161"/>
                  </a:lnTo>
                  <a:lnTo>
                    <a:pt x="1801219" y="82138"/>
                  </a:lnTo>
                  <a:lnTo>
                    <a:pt x="1801258" y="82108"/>
                  </a:lnTo>
                  <a:lnTo>
                    <a:pt x="1801305" y="82075"/>
                  </a:lnTo>
                  <a:lnTo>
                    <a:pt x="1801348" y="82047"/>
                  </a:lnTo>
                  <a:lnTo>
                    <a:pt x="1801372" y="82034"/>
                  </a:lnTo>
                  <a:lnTo>
                    <a:pt x="1801391" y="82021"/>
                  </a:lnTo>
                  <a:lnTo>
                    <a:pt x="1801413" y="82002"/>
                  </a:lnTo>
                  <a:lnTo>
                    <a:pt x="1801429" y="81984"/>
                  </a:lnTo>
                  <a:lnTo>
                    <a:pt x="1801444" y="81968"/>
                  </a:lnTo>
                  <a:lnTo>
                    <a:pt x="1801471" y="81926"/>
                  </a:lnTo>
                  <a:lnTo>
                    <a:pt x="1801516" y="81849"/>
                  </a:lnTo>
                  <a:lnTo>
                    <a:pt x="1801541" y="81811"/>
                  </a:lnTo>
                  <a:lnTo>
                    <a:pt x="1801567" y="81770"/>
                  </a:lnTo>
                  <a:lnTo>
                    <a:pt x="1801595" y="81738"/>
                  </a:lnTo>
                  <a:lnTo>
                    <a:pt x="1801639" y="81690"/>
                  </a:lnTo>
                  <a:lnTo>
                    <a:pt x="1801690" y="81635"/>
                  </a:lnTo>
                  <a:lnTo>
                    <a:pt x="1801725" y="81595"/>
                  </a:lnTo>
                  <a:lnTo>
                    <a:pt x="1801750" y="81561"/>
                  </a:lnTo>
                  <a:lnTo>
                    <a:pt x="1801783" y="81513"/>
                  </a:lnTo>
                  <a:lnTo>
                    <a:pt x="1801813" y="81480"/>
                  </a:lnTo>
                  <a:lnTo>
                    <a:pt x="1801834" y="81462"/>
                  </a:lnTo>
                  <a:lnTo>
                    <a:pt x="1801858" y="81446"/>
                  </a:lnTo>
                  <a:lnTo>
                    <a:pt x="1801897" y="81426"/>
                  </a:lnTo>
                  <a:lnTo>
                    <a:pt x="1801936" y="81408"/>
                  </a:lnTo>
                  <a:lnTo>
                    <a:pt x="1801964" y="81391"/>
                  </a:lnTo>
                  <a:lnTo>
                    <a:pt x="1801986" y="81375"/>
                  </a:lnTo>
                  <a:lnTo>
                    <a:pt x="1802009" y="81357"/>
                  </a:lnTo>
                  <a:lnTo>
                    <a:pt x="1802041" y="81328"/>
                  </a:lnTo>
                  <a:lnTo>
                    <a:pt x="1802082" y="81290"/>
                  </a:lnTo>
                  <a:lnTo>
                    <a:pt x="1802103" y="81269"/>
                  </a:lnTo>
                  <a:lnTo>
                    <a:pt x="1802118" y="81251"/>
                  </a:lnTo>
                  <a:lnTo>
                    <a:pt x="1802137" y="81235"/>
                  </a:lnTo>
                  <a:lnTo>
                    <a:pt x="1802163" y="81223"/>
                  </a:lnTo>
                  <a:lnTo>
                    <a:pt x="1802191" y="81212"/>
                  </a:lnTo>
                  <a:lnTo>
                    <a:pt x="1802224" y="81201"/>
                  </a:lnTo>
                  <a:lnTo>
                    <a:pt x="1802251" y="81193"/>
                  </a:lnTo>
                  <a:lnTo>
                    <a:pt x="1802275" y="81186"/>
                  </a:lnTo>
                  <a:lnTo>
                    <a:pt x="1802297" y="81176"/>
                  </a:lnTo>
                  <a:lnTo>
                    <a:pt x="1802307" y="81169"/>
                  </a:lnTo>
                  <a:lnTo>
                    <a:pt x="1802323" y="81161"/>
                  </a:lnTo>
                  <a:lnTo>
                    <a:pt x="1802337" y="81148"/>
                  </a:lnTo>
                  <a:lnTo>
                    <a:pt x="1802354" y="81132"/>
                  </a:lnTo>
                  <a:lnTo>
                    <a:pt x="1802380" y="81110"/>
                  </a:lnTo>
                  <a:lnTo>
                    <a:pt x="1802433" y="81065"/>
                  </a:lnTo>
                  <a:lnTo>
                    <a:pt x="1802493" y="81018"/>
                  </a:lnTo>
                  <a:lnTo>
                    <a:pt x="1802547" y="80974"/>
                  </a:lnTo>
                  <a:lnTo>
                    <a:pt x="1802570" y="80953"/>
                  </a:lnTo>
                  <a:lnTo>
                    <a:pt x="1802602" y="80925"/>
                  </a:lnTo>
                  <a:lnTo>
                    <a:pt x="1802639" y="80894"/>
                  </a:lnTo>
                  <a:lnTo>
                    <a:pt x="1802664" y="80873"/>
                  </a:lnTo>
                  <a:lnTo>
                    <a:pt x="1802677" y="80865"/>
                  </a:lnTo>
                  <a:lnTo>
                    <a:pt x="1802684" y="80860"/>
                  </a:lnTo>
                  <a:lnTo>
                    <a:pt x="1802701" y="80845"/>
                  </a:lnTo>
                  <a:lnTo>
                    <a:pt x="1802711" y="80838"/>
                  </a:lnTo>
                  <a:lnTo>
                    <a:pt x="1802730" y="80820"/>
                  </a:lnTo>
                  <a:lnTo>
                    <a:pt x="1802743" y="80804"/>
                  </a:lnTo>
                  <a:lnTo>
                    <a:pt x="1802753" y="80785"/>
                  </a:lnTo>
                  <a:lnTo>
                    <a:pt x="1802760" y="80759"/>
                  </a:lnTo>
                  <a:lnTo>
                    <a:pt x="1802766" y="80737"/>
                  </a:lnTo>
                  <a:lnTo>
                    <a:pt x="1802771" y="80710"/>
                  </a:lnTo>
                  <a:lnTo>
                    <a:pt x="1802783" y="80674"/>
                  </a:lnTo>
                  <a:lnTo>
                    <a:pt x="1802796" y="80637"/>
                  </a:lnTo>
                  <a:lnTo>
                    <a:pt x="1802810" y="80597"/>
                  </a:lnTo>
                  <a:lnTo>
                    <a:pt x="1802819" y="80570"/>
                  </a:lnTo>
                  <a:lnTo>
                    <a:pt x="1802829" y="80550"/>
                  </a:lnTo>
                  <a:lnTo>
                    <a:pt x="1802844" y="80527"/>
                  </a:lnTo>
                  <a:lnTo>
                    <a:pt x="1802861" y="80511"/>
                  </a:lnTo>
                  <a:lnTo>
                    <a:pt x="1802893" y="80479"/>
                  </a:lnTo>
                  <a:lnTo>
                    <a:pt x="1802933" y="80438"/>
                  </a:lnTo>
                  <a:lnTo>
                    <a:pt x="1802969" y="80407"/>
                  </a:lnTo>
                  <a:lnTo>
                    <a:pt x="1802986" y="80393"/>
                  </a:lnTo>
                  <a:lnTo>
                    <a:pt x="1803006" y="80383"/>
                  </a:lnTo>
                  <a:lnTo>
                    <a:pt x="1803039" y="80371"/>
                  </a:lnTo>
                  <a:lnTo>
                    <a:pt x="1803055" y="80368"/>
                  </a:lnTo>
                  <a:lnTo>
                    <a:pt x="1803075" y="80367"/>
                  </a:lnTo>
                  <a:lnTo>
                    <a:pt x="1803108" y="80366"/>
                  </a:lnTo>
                  <a:lnTo>
                    <a:pt x="1803153" y="80364"/>
                  </a:lnTo>
                  <a:lnTo>
                    <a:pt x="1803193" y="80359"/>
                  </a:lnTo>
                  <a:lnTo>
                    <a:pt x="1803226" y="80357"/>
                  </a:lnTo>
                  <a:lnTo>
                    <a:pt x="1803286" y="80349"/>
                  </a:lnTo>
                  <a:lnTo>
                    <a:pt x="1803357" y="80344"/>
                  </a:lnTo>
                  <a:lnTo>
                    <a:pt x="1803404" y="80339"/>
                  </a:lnTo>
                  <a:lnTo>
                    <a:pt x="1803453" y="80337"/>
                  </a:lnTo>
                  <a:lnTo>
                    <a:pt x="1803484" y="80334"/>
                  </a:lnTo>
                  <a:lnTo>
                    <a:pt x="1803542" y="80325"/>
                  </a:lnTo>
                  <a:lnTo>
                    <a:pt x="1803590" y="80312"/>
                  </a:lnTo>
                  <a:lnTo>
                    <a:pt x="1803647" y="80294"/>
                  </a:lnTo>
                  <a:lnTo>
                    <a:pt x="1803718" y="80271"/>
                  </a:lnTo>
                  <a:lnTo>
                    <a:pt x="1803748" y="80261"/>
                  </a:lnTo>
                  <a:lnTo>
                    <a:pt x="1803792" y="80244"/>
                  </a:lnTo>
                  <a:lnTo>
                    <a:pt x="1803836" y="80226"/>
                  </a:lnTo>
                  <a:lnTo>
                    <a:pt x="1803853" y="80217"/>
                  </a:lnTo>
                  <a:lnTo>
                    <a:pt x="1803875" y="80209"/>
                  </a:lnTo>
                  <a:lnTo>
                    <a:pt x="1803906" y="80192"/>
                  </a:lnTo>
                  <a:lnTo>
                    <a:pt x="1803936" y="80176"/>
                  </a:lnTo>
                  <a:lnTo>
                    <a:pt x="1803945" y="80169"/>
                  </a:lnTo>
                  <a:lnTo>
                    <a:pt x="1803968" y="80153"/>
                  </a:lnTo>
                  <a:lnTo>
                    <a:pt x="1803975" y="80152"/>
                  </a:lnTo>
                  <a:lnTo>
                    <a:pt x="1803997" y="80140"/>
                  </a:lnTo>
                  <a:lnTo>
                    <a:pt x="1804043" y="80110"/>
                  </a:lnTo>
                  <a:lnTo>
                    <a:pt x="1804081" y="80084"/>
                  </a:lnTo>
                  <a:lnTo>
                    <a:pt x="1804112" y="80064"/>
                  </a:lnTo>
                  <a:lnTo>
                    <a:pt x="1804148" y="80038"/>
                  </a:lnTo>
                  <a:lnTo>
                    <a:pt x="1804174" y="80017"/>
                  </a:lnTo>
                  <a:lnTo>
                    <a:pt x="1804193" y="79998"/>
                  </a:lnTo>
                  <a:lnTo>
                    <a:pt x="1804201" y="79983"/>
                  </a:lnTo>
                  <a:lnTo>
                    <a:pt x="1804213" y="79956"/>
                  </a:lnTo>
                  <a:lnTo>
                    <a:pt x="1804227" y="79920"/>
                  </a:lnTo>
                  <a:lnTo>
                    <a:pt x="1804236" y="79889"/>
                  </a:lnTo>
                  <a:lnTo>
                    <a:pt x="1804244" y="79858"/>
                  </a:lnTo>
                  <a:lnTo>
                    <a:pt x="1804249" y="79837"/>
                  </a:lnTo>
                  <a:lnTo>
                    <a:pt x="1804255" y="79815"/>
                  </a:lnTo>
                  <a:lnTo>
                    <a:pt x="1804258" y="79791"/>
                  </a:lnTo>
                  <a:lnTo>
                    <a:pt x="1804263" y="79756"/>
                  </a:lnTo>
                  <a:lnTo>
                    <a:pt x="1804267" y="79711"/>
                  </a:lnTo>
                  <a:lnTo>
                    <a:pt x="1804270" y="79689"/>
                  </a:lnTo>
                  <a:lnTo>
                    <a:pt x="1804277" y="79649"/>
                  </a:lnTo>
                  <a:lnTo>
                    <a:pt x="1804289" y="79612"/>
                  </a:lnTo>
                  <a:lnTo>
                    <a:pt x="1804303" y="79581"/>
                  </a:lnTo>
                  <a:lnTo>
                    <a:pt x="1804321" y="79550"/>
                  </a:lnTo>
                  <a:lnTo>
                    <a:pt x="1804346" y="79517"/>
                  </a:lnTo>
                  <a:lnTo>
                    <a:pt x="1804371" y="79481"/>
                  </a:lnTo>
                  <a:lnTo>
                    <a:pt x="1804403" y="79448"/>
                  </a:lnTo>
                  <a:lnTo>
                    <a:pt x="1804426" y="79422"/>
                  </a:lnTo>
                  <a:lnTo>
                    <a:pt x="1804445" y="79405"/>
                  </a:lnTo>
                  <a:lnTo>
                    <a:pt x="1804480" y="79379"/>
                  </a:lnTo>
                  <a:lnTo>
                    <a:pt x="1804512" y="79358"/>
                  </a:lnTo>
                  <a:lnTo>
                    <a:pt x="1804538" y="79343"/>
                  </a:lnTo>
                  <a:lnTo>
                    <a:pt x="1804567" y="79333"/>
                  </a:lnTo>
                  <a:lnTo>
                    <a:pt x="1804593" y="79324"/>
                  </a:lnTo>
                  <a:lnTo>
                    <a:pt x="1804608" y="79321"/>
                  </a:lnTo>
                  <a:lnTo>
                    <a:pt x="1804635" y="79319"/>
                  </a:lnTo>
                  <a:lnTo>
                    <a:pt x="1804657" y="79316"/>
                  </a:lnTo>
                  <a:lnTo>
                    <a:pt x="1804682" y="79316"/>
                  </a:lnTo>
                  <a:lnTo>
                    <a:pt x="1804722" y="79322"/>
                  </a:lnTo>
                  <a:lnTo>
                    <a:pt x="1804761" y="79327"/>
                  </a:lnTo>
                  <a:lnTo>
                    <a:pt x="1804862" y="79345"/>
                  </a:lnTo>
                  <a:lnTo>
                    <a:pt x="1804975" y="79366"/>
                  </a:lnTo>
                  <a:lnTo>
                    <a:pt x="1805043" y="79378"/>
                  </a:lnTo>
                  <a:lnTo>
                    <a:pt x="1805101" y="79385"/>
                  </a:lnTo>
                  <a:lnTo>
                    <a:pt x="1805131" y="79389"/>
                  </a:lnTo>
                  <a:lnTo>
                    <a:pt x="1805173" y="79386"/>
                  </a:lnTo>
                  <a:lnTo>
                    <a:pt x="1805206" y="79383"/>
                  </a:lnTo>
                  <a:lnTo>
                    <a:pt x="1805248" y="79378"/>
                  </a:lnTo>
                  <a:lnTo>
                    <a:pt x="1805286" y="79370"/>
                  </a:lnTo>
                  <a:lnTo>
                    <a:pt x="1805323" y="79358"/>
                  </a:lnTo>
                  <a:lnTo>
                    <a:pt x="1805358" y="79345"/>
                  </a:lnTo>
                  <a:lnTo>
                    <a:pt x="1805375" y="79332"/>
                  </a:lnTo>
                  <a:lnTo>
                    <a:pt x="1805381" y="79321"/>
                  </a:lnTo>
                  <a:lnTo>
                    <a:pt x="1805388" y="79311"/>
                  </a:lnTo>
                  <a:lnTo>
                    <a:pt x="1805391" y="79297"/>
                  </a:lnTo>
                  <a:lnTo>
                    <a:pt x="1805392" y="79264"/>
                  </a:lnTo>
                  <a:lnTo>
                    <a:pt x="1805388" y="79229"/>
                  </a:lnTo>
                  <a:lnTo>
                    <a:pt x="1805393" y="79204"/>
                  </a:lnTo>
                  <a:lnTo>
                    <a:pt x="1805396" y="79182"/>
                  </a:lnTo>
                  <a:lnTo>
                    <a:pt x="1805406" y="79159"/>
                  </a:lnTo>
                  <a:lnTo>
                    <a:pt x="1805414" y="79135"/>
                  </a:lnTo>
                  <a:lnTo>
                    <a:pt x="1805418" y="79121"/>
                  </a:lnTo>
                  <a:lnTo>
                    <a:pt x="1805416" y="79093"/>
                  </a:lnTo>
                  <a:lnTo>
                    <a:pt x="1805419" y="79060"/>
                  </a:lnTo>
                  <a:lnTo>
                    <a:pt x="1805424" y="79033"/>
                  </a:lnTo>
                  <a:lnTo>
                    <a:pt x="1805438" y="78987"/>
                  </a:lnTo>
                  <a:lnTo>
                    <a:pt x="1805449" y="78953"/>
                  </a:lnTo>
                  <a:lnTo>
                    <a:pt x="1805457" y="78937"/>
                  </a:lnTo>
                  <a:lnTo>
                    <a:pt x="1805469" y="78913"/>
                  </a:lnTo>
                  <a:lnTo>
                    <a:pt x="1805484" y="78897"/>
                  </a:lnTo>
                  <a:lnTo>
                    <a:pt x="1805499" y="78880"/>
                  </a:lnTo>
                  <a:lnTo>
                    <a:pt x="1805524" y="78855"/>
                  </a:lnTo>
                  <a:lnTo>
                    <a:pt x="1805561" y="78826"/>
                  </a:lnTo>
                  <a:lnTo>
                    <a:pt x="1805595" y="78800"/>
                  </a:lnTo>
                  <a:lnTo>
                    <a:pt x="1805639" y="78773"/>
                  </a:lnTo>
                  <a:lnTo>
                    <a:pt x="1805678" y="78752"/>
                  </a:lnTo>
                  <a:lnTo>
                    <a:pt x="1805717" y="78734"/>
                  </a:lnTo>
                  <a:lnTo>
                    <a:pt x="1805732" y="78725"/>
                  </a:lnTo>
                  <a:lnTo>
                    <a:pt x="1805743" y="78717"/>
                  </a:lnTo>
                  <a:lnTo>
                    <a:pt x="1805756" y="78706"/>
                  </a:lnTo>
                  <a:lnTo>
                    <a:pt x="1805760" y="78698"/>
                  </a:lnTo>
                  <a:lnTo>
                    <a:pt x="1805770" y="78677"/>
                  </a:lnTo>
                  <a:lnTo>
                    <a:pt x="1805777" y="78647"/>
                  </a:lnTo>
                  <a:lnTo>
                    <a:pt x="1805785" y="78620"/>
                  </a:lnTo>
                  <a:lnTo>
                    <a:pt x="1805796" y="78576"/>
                  </a:lnTo>
                  <a:lnTo>
                    <a:pt x="1805803" y="78535"/>
                  </a:lnTo>
                  <a:lnTo>
                    <a:pt x="1805816" y="78497"/>
                  </a:lnTo>
                  <a:lnTo>
                    <a:pt x="1805826" y="78462"/>
                  </a:lnTo>
                  <a:lnTo>
                    <a:pt x="1805844" y="78417"/>
                  </a:lnTo>
                  <a:lnTo>
                    <a:pt x="1805860" y="78381"/>
                  </a:lnTo>
                  <a:lnTo>
                    <a:pt x="1805878" y="78353"/>
                  </a:lnTo>
                  <a:lnTo>
                    <a:pt x="1805889" y="78340"/>
                  </a:lnTo>
                  <a:lnTo>
                    <a:pt x="1805899" y="78323"/>
                  </a:lnTo>
                  <a:lnTo>
                    <a:pt x="1805907" y="78307"/>
                  </a:lnTo>
                  <a:lnTo>
                    <a:pt x="1805915" y="78285"/>
                  </a:lnTo>
                  <a:lnTo>
                    <a:pt x="1805923" y="78259"/>
                  </a:lnTo>
                  <a:lnTo>
                    <a:pt x="1805930" y="78235"/>
                  </a:lnTo>
                  <a:lnTo>
                    <a:pt x="1805942" y="78204"/>
                  </a:lnTo>
                  <a:lnTo>
                    <a:pt x="1805954" y="78169"/>
                  </a:lnTo>
                  <a:lnTo>
                    <a:pt x="1805967" y="78124"/>
                  </a:lnTo>
                  <a:lnTo>
                    <a:pt x="1805983" y="78088"/>
                  </a:lnTo>
                  <a:lnTo>
                    <a:pt x="1805994" y="78053"/>
                  </a:lnTo>
                  <a:lnTo>
                    <a:pt x="1806006" y="78027"/>
                  </a:lnTo>
                  <a:lnTo>
                    <a:pt x="1806021" y="78003"/>
                  </a:lnTo>
                  <a:lnTo>
                    <a:pt x="1806042" y="77974"/>
                  </a:lnTo>
                  <a:lnTo>
                    <a:pt x="1806065" y="77947"/>
                  </a:lnTo>
                  <a:lnTo>
                    <a:pt x="1806090" y="77922"/>
                  </a:lnTo>
                  <a:lnTo>
                    <a:pt x="1806112" y="77903"/>
                  </a:lnTo>
                  <a:lnTo>
                    <a:pt x="1806129" y="77890"/>
                  </a:lnTo>
                  <a:lnTo>
                    <a:pt x="1806157" y="77872"/>
                  </a:lnTo>
                  <a:lnTo>
                    <a:pt x="1806170" y="77862"/>
                  </a:lnTo>
                  <a:lnTo>
                    <a:pt x="1806199" y="77850"/>
                  </a:lnTo>
                  <a:lnTo>
                    <a:pt x="1806225" y="77837"/>
                  </a:lnTo>
                  <a:lnTo>
                    <a:pt x="1806247" y="77830"/>
                  </a:lnTo>
                  <a:lnTo>
                    <a:pt x="1806273" y="77823"/>
                  </a:lnTo>
                  <a:lnTo>
                    <a:pt x="1806306" y="77818"/>
                  </a:lnTo>
                  <a:lnTo>
                    <a:pt x="1806342" y="77810"/>
                  </a:lnTo>
                  <a:lnTo>
                    <a:pt x="1806399" y="77799"/>
                  </a:lnTo>
                  <a:lnTo>
                    <a:pt x="1806449" y="77797"/>
                  </a:lnTo>
                  <a:lnTo>
                    <a:pt x="1806504" y="77792"/>
                  </a:lnTo>
                  <a:lnTo>
                    <a:pt x="1806573" y="77787"/>
                  </a:lnTo>
                  <a:lnTo>
                    <a:pt x="1806638" y="77783"/>
                  </a:lnTo>
                  <a:lnTo>
                    <a:pt x="1806707" y="77778"/>
                  </a:lnTo>
                  <a:lnTo>
                    <a:pt x="1806792" y="77773"/>
                  </a:lnTo>
                  <a:lnTo>
                    <a:pt x="1806843" y="77769"/>
                  </a:lnTo>
                  <a:lnTo>
                    <a:pt x="1806881" y="77765"/>
                  </a:lnTo>
                  <a:lnTo>
                    <a:pt x="1806925" y="77756"/>
                  </a:lnTo>
                  <a:lnTo>
                    <a:pt x="1806970" y="77748"/>
                  </a:lnTo>
                  <a:lnTo>
                    <a:pt x="1807001" y="77743"/>
                  </a:lnTo>
                  <a:lnTo>
                    <a:pt x="1807070" y="77734"/>
                  </a:lnTo>
                  <a:lnTo>
                    <a:pt x="1807112" y="77730"/>
                  </a:lnTo>
                  <a:lnTo>
                    <a:pt x="1807192" y="77720"/>
                  </a:lnTo>
                  <a:lnTo>
                    <a:pt x="1807232" y="77716"/>
                  </a:lnTo>
                  <a:lnTo>
                    <a:pt x="1807267" y="77709"/>
                  </a:lnTo>
                  <a:lnTo>
                    <a:pt x="1807323" y="77698"/>
                  </a:lnTo>
                  <a:lnTo>
                    <a:pt x="1807378" y="77684"/>
                  </a:lnTo>
                  <a:lnTo>
                    <a:pt x="1807416" y="77678"/>
                  </a:lnTo>
                  <a:lnTo>
                    <a:pt x="1807447" y="77674"/>
                  </a:lnTo>
                  <a:lnTo>
                    <a:pt x="1807474" y="77672"/>
                  </a:lnTo>
                  <a:lnTo>
                    <a:pt x="1807514" y="77671"/>
                  </a:lnTo>
                  <a:lnTo>
                    <a:pt x="1807545" y="77672"/>
                  </a:lnTo>
                  <a:lnTo>
                    <a:pt x="1807595" y="77675"/>
                  </a:lnTo>
                  <a:lnTo>
                    <a:pt x="1807661" y="77681"/>
                  </a:lnTo>
                  <a:lnTo>
                    <a:pt x="1807693" y="77685"/>
                  </a:lnTo>
                  <a:lnTo>
                    <a:pt x="1807722" y="77688"/>
                  </a:lnTo>
                  <a:lnTo>
                    <a:pt x="1807767" y="77691"/>
                  </a:lnTo>
                  <a:lnTo>
                    <a:pt x="1807823" y="77695"/>
                  </a:lnTo>
                  <a:lnTo>
                    <a:pt x="1807866" y="77696"/>
                  </a:lnTo>
                  <a:lnTo>
                    <a:pt x="1807888" y="77696"/>
                  </a:lnTo>
                  <a:lnTo>
                    <a:pt x="1807906" y="77694"/>
                  </a:lnTo>
                  <a:lnTo>
                    <a:pt x="1807928" y="77692"/>
                  </a:lnTo>
                  <a:lnTo>
                    <a:pt x="1807955" y="77685"/>
                  </a:lnTo>
                  <a:lnTo>
                    <a:pt x="1807988" y="77671"/>
                  </a:lnTo>
                  <a:lnTo>
                    <a:pt x="1808009" y="77660"/>
                  </a:lnTo>
                  <a:lnTo>
                    <a:pt x="1808024" y="77648"/>
                  </a:lnTo>
                  <a:lnTo>
                    <a:pt x="1808037" y="77634"/>
                  </a:lnTo>
                  <a:lnTo>
                    <a:pt x="1808049" y="77613"/>
                  </a:lnTo>
                  <a:lnTo>
                    <a:pt x="1808060" y="77592"/>
                  </a:lnTo>
                  <a:lnTo>
                    <a:pt x="1808067" y="77573"/>
                  </a:lnTo>
                  <a:lnTo>
                    <a:pt x="1808077" y="77549"/>
                  </a:lnTo>
                  <a:lnTo>
                    <a:pt x="1808085" y="77522"/>
                  </a:lnTo>
                  <a:lnTo>
                    <a:pt x="1808110" y="77438"/>
                  </a:lnTo>
                  <a:lnTo>
                    <a:pt x="1808136" y="77376"/>
                  </a:lnTo>
                  <a:lnTo>
                    <a:pt x="1808152" y="77338"/>
                  </a:lnTo>
                  <a:lnTo>
                    <a:pt x="1808176" y="77284"/>
                  </a:lnTo>
                  <a:lnTo>
                    <a:pt x="1808196" y="77245"/>
                  </a:lnTo>
                  <a:lnTo>
                    <a:pt x="1808221" y="77204"/>
                  </a:lnTo>
                  <a:lnTo>
                    <a:pt x="1808242" y="77172"/>
                  </a:lnTo>
                  <a:lnTo>
                    <a:pt x="1808259" y="77148"/>
                  </a:lnTo>
                  <a:lnTo>
                    <a:pt x="1808271" y="77131"/>
                  </a:lnTo>
                  <a:lnTo>
                    <a:pt x="1808283" y="77115"/>
                  </a:lnTo>
                  <a:lnTo>
                    <a:pt x="1808313" y="77082"/>
                  </a:lnTo>
                  <a:lnTo>
                    <a:pt x="1808338" y="77048"/>
                  </a:lnTo>
                  <a:lnTo>
                    <a:pt x="1808368" y="77014"/>
                  </a:lnTo>
                  <a:lnTo>
                    <a:pt x="1808393" y="76987"/>
                  </a:lnTo>
                  <a:lnTo>
                    <a:pt x="1808416" y="76959"/>
                  </a:lnTo>
                  <a:lnTo>
                    <a:pt x="1808436" y="76941"/>
                  </a:lnTo>
                  <a:lnTo>
                    <a:pt x="1808452" y="76920"/>
                  </a:lnTo>
                  <a:lnTo>
                    <a:pt x="1808465" y="76903"/>
                  </a:lnTo>
                  <a:lnTo>
                    <a:pt x="1808490" y="76871"/>
                  </a:lnTo>
                  <a:lnTo>
                    <a:pt x="1808507" y="76850"/>
                  </a:lnTo>
                  <a:lnTo>
                    <a:pt x="1808522" y="76835"/>
                  </a:lnTo>
                  <a:lnTo>
                    <a:pt x="1808546" y="76820"/>
                  </a:lnTo>
                  <a:lnTo>
                    <a:pt x="1808578" y="76801"/>
                  </a:lnTo>
                  <a:lnTo>
                    <a:pt x="1808600" y="76789"/>
                  </a:lnTo>
                  <a:lnTo>
                    <a:pt x="1808631" y="76779"/>
                  </a:lnTo>
                  <a:lnTo>
                    <a:pt x="1808651" y="76774"/>
                  </a:lnTo>
                  <a:lnTo>
                    <a:pt x="1808680" y="76771"/>
                  </a:lnTo>
                  <a:lnTo>
                    <a:pt x="1808724" y="76769"/>
                  </a:lnTo>
                  <a:lnTo>
                    <a:pt x="1808800" y="76767"/>
                  </a:lnTo>
                  <a:lnTo>
                    <a:pt x="1808863" y="76767"/>
                  </a:lnTo>
                  <a:lnTo>
                    <a:pt x="1808917" y="76767"/>
                  </a:lnTo>
                  <a:lnTo>
                    <a:pt x="1809065" y="76766"/>
                  </a:lnTo>
                  <a:lnTo>
                    <a:pt x="1809136" y="76768"/>
                  </a:lnTo>
                  <a:lnTo>
                    <a:pt x="1809177" y="76767"/>
                  </a:lnTo>
                  <a:lnTo>
                    <a:pt x="1809210" y="76766"/>
                  </a:lnTo>
                  <a:lnTo>
                    <a:pt x="1809228" y="76764"/>
                  </a:lnTo>
                  <a:lnTo>
                    <a:pt x="1809248" y="76762"/>
                  </a:lnTo>
                  <a:lnTo>
                    <a:pt x="1809281" y="76755"/>
                  </a:lnTo>
                  <a:lnTo>
                    <a:pt x="1809321" y="76744"/>
                  </a:lnTo>
                  <a:lnTo>
                    <a:pt x="1809361" y="76735"/>
                  </a:lnTo>
                  <a:lnTo>
                    <a:pt x="1809394" y="76725"/>
                  </a:lnTo>
                  <a:lnTo>
                    <a:pt x="1809440" y="76714"/>
                  </a:lnTo>
                  <a:lnTo>
                    <a:pt x="1809464" y="76707"/>
                  </a:lnTo>
                  <a:lnTo>
                    <a:pt x="1809498" y="76697"/>
                  </a:lnTo>
                  <a:lnTo>
                    <a:pt x="1809522" y="76688"/>
                  </a:lnTo>
                  <a:lnTo>
                    <a:pt x="1809550" y="76675"/>
                  </a:lnTo>
                  <a:lnTo>
                    <a:pt x="1809576" y="76660"/>
                  </a:lnTo>
                  <a:lnTo>
                    <a:pt x="1809606" y="76637"/>
                  </a:lnTo>
                  <a:lnTo>
                    <a:pt x="1809637" y="76613"/>
                  </a:lnTo>
                  <a:lnTo>
                    <a:pt x="1809660" y="76591"/>
                  </a:lnTo>
                  <a:lnTo>
                    <a:pt x="1809681" y="76566"/>
                  </a:lnTo>
                  <a:lnTo>
                    <a:pt x="1809696" y="76542"/>
                  </a:lnTo>
                  <a:lnTo>
                    <a:pt x="1809704" y="76523"/>
                  </a:lnTo>
                  <a:lnTo>
                    <a:pt x="1809705" y="76507"/>
                  </a:lnTo>
                  <a:lnTo>
                    <a:pt x="1809702" y="76486"/>
                  </a:lnTo>
                  <a:lnTo>
                    <a:pt x="1809696" y="76469"/>
                  </a:lnTo>
                  <a:lnTo>
                    <a:pt x="1809686" y="76449"/>
                  </a:lnTo>
                  <a:lnTo>
                    <a:pt x="1809660" y="76409"/>
                  </a:lnTo>
                  <a:lnTo>
                    <a:pt x="1809640" y="76378"/>
                  </a:lnTo>
                  <a:lnTo>
                    <a:pt x="1809633" y="76369"/>
                  </a:lnTo>
                  <a:lnTo>
                    <a:pt x="1809609" y="76332"/>
                  </a:lnTo>
                  <a:lnTo>
                    <a:pt x="1809592" y="76310"/>
                  </a:lnTo>
                  <a:lnTo>
                    <a:pt x="1809582" y="76294"/>
                  </a:lnTo>
                  <a:lnTo>
                    <a:pt x="1809558" y="76265"/>
                  </a:lnTo>
                  <a:lnTo>
                    <a:pt x="1809542" y="76244"/>
                  </a:lnTo>
                  <a:lnTo>
                    <a:pt x="1809527" y="76222"/>
                  </a:lnTo>
                  <a:lnTo>
                    <a:pt x="1809522" y="76205"/>
                  </a:lnTo>
                  <a:lnTo>
                    <a:pt x="1809516" y="76176"/>
                  </a:lnTo>
                  <a:lnTo>
                    <a:pt x="1809513" y="76159"/>
                  </a:lnTo>
                  <a:lnTo>
                    <a:pt x="1809508" y="76151"/>
                  </a:lnTo>
                  <a:lnTo>
                    <a:pt x="1809485" y="76105"/>
                  </a:lnTo>
                  <a:lnTo>
                    <a:pt x="1809458" y="76058"/>
                  </a:lnTo>
                  <a:lnTo>
                    <a:pt x="1809444" y="76040"/>
                  </a:lnTo>
                  <a:lnTo>
                    <a:pt x="1809432" y="76024"/>
                  </a:lnTo>
                  <a:lnTo>
                    <a:pt x="1809425" y="76018"/>
                  </a:lnTo>
                  <a:lnTo>
                    <a:pt x="1809408" y="76003"/>
                  </a:lnTo>
                  <a:lnTo>
                    <a:pt x="1809399" y="75990"/>
                  </a:lnTo>
                  <a:lnTo>
                    <a:pt x="1809393" y="75970"/>
                  </a:lnTo>
                  <a:lnTo>
                    <a:pt x="1809390" y="75951"/>
                  </a:lnTo>
                  <a:lnTo>
                    <a:pt x="1809384" y="75915"/>
                  </a:lnTo>
                  <a:lnTo>
                    <a:pt x="1809382" y="75882"/>
                  </a:lnTo>
                  <a:lnTo>
                    <a:pt x="1809385" y="75844"/>
                  </a:lnTo>
                  <a:lnTo>
                    <a:pt x="1809388" y="75824"/>
                  </a:lnTo>
                  <a:lnTo>
                    <a:pt x="1809394" y="75808"/>
                  </a:lnTo>
                  <a:lnTo>
                    <a:pt x="1809398" y="75798"/>
                  </a:lnTo>
                  <a:lnTo>
                    <a:pt x="1809409" y="75784"/>
                  </a:lnTo>
                  <a:lnTo>
                    <a:pt x="1809421" y="75768"/>
                  </a:lnTo>
                  <a:lnTo>
                    <a:pt x="1809436" y="75758"/>
                  </a:lnTo>
                  <a:lnTo>
                    <a:pt x="1809454" y="75746"/>
                  </a:lnTo>
                  <a:lnTo>
                    <a:pt x="1809471" y="75737"/>
                  </a:lnTo>
                  <a:lnTo>
                    <a:pt x="1809489" y="75733"/>
                  </a:lnTo>
                  <a:lnTo>
                    <a:pt x="1809515" y="75726"/>
                  </a:lnTo>
                  <a:lnTo>
                    <a:pt x="1809524" y="75726"/>
                  </a:lnTo>
                  <a:lnTo>
                    <a:pt x="1809533" y="75725"/>
                  </a:lnTo>
                  <a:lnTo>
                    <a:pt x="1809560" y="75726"/>
                  </a:lnTo>
                  <a:lnTo>
                    <a:pt x="1809587" y="75726"/>
                  </a:lnTo>
                  <a:lnTo>
                    <a:pt x="1809614" y="75725"/>
                  </a:lnTo>
                  <a:lnTo>
                    <a:pt x="1809629" y="75723"/>
                  </a:lnTo>
                  <a:lnTo>
                    <a:pt x="1809636" y="75723"/>
                  </a:lnTo>
                  <a:lnTo>
                    <a:pt x="1809649" y="75721"/>
                  </a:lnTo>
                  <a:lnTo>
                    <a:pt x="1809672" y="75714"/>
                  </a:lnTo>
                  <a:lnTo>
                    <a:pt x="1809702" y="75705"/>
                  </a:lnTo>
                  <a:lnTo>
                    <a:pt x="1809735" y="75694"/>
                  </a:lnTo>
                  <a:lnTo>
                    <a:pt x="1809762" y="75684"/>
                  </a:lnTo>
                  <a:lnTo>
                    <a:pt x="1809785" y="75674"/>
                  </a:lnTo>
                  <a:lnTo>
                    <a:pt x="1809835" y="75648"/>
                  </a:lnTo>
                  <a:lnTo>
                    <a:pt x="1809892" y="75617"/>
                  </a:lnTo>
                  <a:lnTo>
                    <a:pt x="1809938" y="75592"/>
                  </a:lnTo>
                  <a:lnTo>
                    <a:pt x="1809977" y="75575"/>
                  </a:lnTo>
                  <a:lnTo>
                    <a:pt x="1810014" y="75563"/>
                  </a:lnTo>
                  <a:lnTo>
                    <a:pt x="1810040" y="75559"/>
                  </a:lnTo>
                  <a:lnTo>
                    <a:pt x="1810067" y="75559"/>
                  </a:lnTo>
                  <a:lnTo>
                    <a:pt x="1810168" y="75557"/>
                  </a:lnTo>
                  <a:lnTo>
                    <a:pt x="1810252" y="75557"/>
                  </a:lnTo>
                  <a:lnTo>
                    <a:pt x="1810326" y="75555"/>
                  </a:lnTo>
                  <a:lnTo>
                    <a:pt x="1810393" y="75551"/>
                  </a:lnTo>
                  <a:lnTo>
                    <a:pt x="1810452" y="75547"/>
                  </a:lnTo>
                  <a:lnTo>
                    <a:pt x="1810510" y="75541"/>
                  </a:lnTo>
                  <a:lnTo>
                    <a:pt x="1810575" y="75533"/>
                  </a:lnTo>
                  <a:lnTo>
                    <a:pt x="1810638" y="75523"/>
                  </a:lnTo>
                  <a:lnTo>
                    <a:pt x="1810710" y="75509"/>
                  </a:lnTo>
                  <a:lnTo>
                    <a:pt x="1810771" y="75494"/>
                  </a:lnTo>
                  <a:lnTo>
                    <a:pt x="1810830" y="75483"/>
                  </a:lnTo>
                  <a:lnTo>
                    <a:pt x="1810885" y="75468"/>
                  </a:lnTo>
                  <a:lnTo>
                    <a:pt x="1810942" y="75454"/>
                  </a:lnTo>
                  <a:lnTo>
                    <a:pt x="1811002" y="75436"/>
                  </a:lnTo>
                  <a:lnTo>
                    <a:pt x="1811070" y="75412"/>
                  </a:lnTo>
                  <a:lnTo>
                    <a:pt x="1811134" y="75391"/>
                  </a:lnTo>
                  <a:lnTo>
                    <a:pt x="1811175" y="75378"/>
                  </a:lnTo>
                  <a:lnTo>
                    <a:pt x="1811213" y="75368"/>
                  </a:lnTo>
                  <a:lnTo>
                    <a:pt x="1811266" y="75356"/>
                  </a:lnTo>
                  <a:lnTo>
                    <a:pt x="1811311" y="75347"/>
                  </a:lnTo>
                  <a:lnTo>
                    <a:pt x="1811349" y="75339"/>
                  </a:lnTo>
                  <a:lnTo>
                    <a:pt x="1811389" y="75330"/>
                  </a:lnTo>
                  <a:lnTo>
                    <a:pt x="1811421" y="75324"/>
                  </a:lnTo>
                  <a:lnTo>
                    <a:pt x="1811431" y="75324"/>
                  </a:lnTo>
                  <a:lnTo>
                    <a:pt x="1811445" y="75321"/>
                  </a:lnTo>
                  <a:lnTo>
                    <a:pt x="1811475" y="75313"/>
                  </a:lnTo>
                  <a:lnTo>
                    <a:pt x="1811521" y="75300"/>
                  </a:lnTo>
                  <a:lnTo>
                    <a:pt x="1811577" y="75285"/>
                  </a:lnTo>
                  <a:lnTo>
                    <a:pt x="1811604" y="75274"/>
                  </a:lnTo>
                  <a:lnTo>
                    <a:pt x="1811640" y="75262"/>
                  </a:lnTo>
                  <a:lnTo>
                    <a:pt x="1811685" y="75248"/>
                  </a:lnTo>
                  <a:lnTo>
                    <a:pt x="1811736" y="75233"/>
                  </a:lnTo>
                  <a:lnTo>
                    <a:pt x="1811775" y="75217"/>
                  </a:lnTo>
                  <a:lnTo>
                    <a:pt x="1811800" y="75205"/>
                  </a:lnTo>
                  <a:lnTo>
                    <a:pt x="1811841" y="75184"/>
                  </a:lnTo>
                  <a:lnTo>
                    <a:pt x="1811885" y="75163"/>
                  </a:lnTo>
                  <a:lnTo>
                    <a:pt x="1811927" y="75143"/>
                  </a:lnTo>
                  <a:lnTo>
                    <a:pt x="1811955" y="75128"/>
                  </a:lnTo>
                  <a:lnTo>
                    <a:pt x="1811993" y="75107"/>
                  </a:lnTo>
                  <a:lnTo>
                    <a:pt x="1812023" y="75089"/>
                  </a:lnTo>
                  <a:lnTo>
                    <a:pt x="1812051" y="75077"/>
                  </a:lnTo>
                  <a:lnTo>
                    <a:pt x="1812076" y="75066"/>
                  </a:lnTo>
                  <a:lnTo>
                    <a:pt x="1812109" y="75054"/>
                  </a:lnTo>
                  <a:lnTo>
                    <a:pt x="1812150" y="75040"/>
                  </a:lnTo>
                  <a:lnTo>
                    <a:pt x="1812177" y="75032"/>
                  </a:lnTo>
                  <a:lnTo>
                    <a:pt x="1812204" y="75023"/>
                  </a:lnTo>
                  <a:lnTo>
                    <a:pt x="1812231" y="75011"/>
                  </a:lnTo>
                  <a:lnTo>
                    <a:pt x="1812258" y="74998"/>
                  </a:lnTo>
                  <a:lnTo>
                    <a:pt x="1812281" y="74986"/>
                  </a:lnTo>
                  <a:lnTo>
                    <a:pt x="1812313" y="74966"/>
                  </a:lnTo>
                  <a:lnTo>
                    <a:pt x="1812341" y="74948"/>
                  </a:lnTo>
                  <a:lnTo>
                    <a:pt x="1812362" y="74931"/>
                  </a:lnTo>
                  <a:lnTo>
                    <a:pt x="1812382" y="74917"/>
                  </a:lnTo>
                  <a:lnTo>
                    <a:pt x="1812409" y="74894"/>
                  </a:lnTo>
                  <a:lnTo>
                    <a:pt x="1812442" y="74867"/>
                  </a:lnTo>
                  <a:lnTo>
                    <a:pt x="1812470" y="74845"/>
                  </a:lnTo>
                  <a:lnTo>
                    <a:pt x="1812503" y="74819"/>
                  </a:lnTo>
                  <a:lnTo>
                    <a:pt x="1812526" y="74798"/>
                  </a:lnTo>
                  <a:lnTo>
                    <a:pt x="1812554" y="74765"/>
                  </a:lnTo>
                  <a:lnTo>
                    <a:pt x="1812582" y="74727"/>
                  </a:lnTo>
                  <a:lnTo>
                    <a:pt x="1812598" y="74696"/>
                  </a:lnTo>
                  <a:lnTo>
                    <a:pt x="1812611" y="74661"/>
                  </a:lnTo>
                  <a:lnTo>
                    <a:pt x="1812624" y="74622"/>
                  </a:lnTo>
                  <a:lnTo>
                    <a:pt x="1812634" y="74586"/>
                  </a:lnTo>
                  <a:lnTo>
                    <a:pt x="1812636" y="74562"/>
                  </a:lnTo>
                  <a:lnTo>
                    <a:pt x="1812636" y="74530"/>
                  </a:lnTo>
                  <a:lnTo>
                    <a:pt x="1812634" y="74494"/>
                  </a:lnTo>
                  <a:lnTo>
                    <a:pt x="1812630" y="74455"/>
                  </a:lnTo>
                  <a:lnTo>
                    <a:pt x="1812626" y="74426"/>
                  </a:lnTo>
                  <a:lnTo>
                    <a:pt x="1812620" y="74406"/>
                  </a:lnTo>
                  <a:lnTo>
                    <a:pt x="1812610" y="74372"/>
                  </a:lnTo>
                  <a:lnTo>
                    <a:pt x="1812600" y="74343"/>
                  </a:lnTo>
                  <a:lnTo>
                    <a:pt x="1812596" y="74322"/>
                  </a:lnTo>
                  <a:lnTo>
                    <a:pt x="1812591" y="74291"/>
                  </a:lnTo>
                  <a:lnTo>
                    <a:pt x="1812583" y="74269"/>
                  </a:lnTo>
                  <a:lnTo>
                    <a:pt x="1812573" y="74252"/>
                  </a:lnTo>
                  <a:lnTo>
                    <a:pt x="1812553" y="74223"/>
                  </a:lnTo>
                  <a:lnTo>
                    <a:pt x="1812539" y="74206"/>
                  </a:lnTo>
                  <a:lnTo>
                    <a:pt x="1812511" y="74178"/>
                  </a:lnTo>
                  <a:lnTo>
                    <a:pt x="1812487" y="74150"/>
                  </a:lnTo>
                  <a:lnTo>
                    <a:pt x="1812465" y="74126"/>
                  </a:lnTo>
                  <a:lnTo>
                    <a:pt x="1812421" y="74079"/>
                  </a:lnTo>
                  <a:lnTo>
                    <a:pt x="1812391" y="74049"/>
                  </a:lnTo>
                  <a:lnTo>
                    <a:pt x="1812359" y="74015"/>
                  </a:lnTo>
                  <a:lnTo>
                    <a:pt x="1812325" y="73981"/>
                  </a:lnTo>
                  <a:lnTo>
                    <a:pt x="1812294" y="73948"/>
                  </a:lnTo>
                  <a:lnTo>
                    <a:pt x="1812266" y="73915"/>
                  </a:lnTo>
                  <a:lnTo>
                    <a:pt x="1812252" y="73897"/>
                  </a:lnTo>
                  <a:lnTo>
                    <a:pt x="1812243" y="73880"/>
                  </a:lnTo>
                  <a:lnTo>
                    <a:pt x="1812233" y="73855"/>
                  </a:lnTo>
                  <a:lnTo>
                    <a:pt x="1812228" y="73836"/>
                  </a:lnTo>
                  <a:lnTo>
                    <a:pt x="1812226" y="73820"/>
                  </a:lnTo>
                  <a:lnTo>
                    <a:pt x="1812227" y="73796"/>
                  </a:lnTo>
                  <a:lnTo>
                    <a:pt x="1812231" y="73764"/>
                  </a:lnTo>
                  <a:lnTo>
                    <a:pt x="1812235" y="73727"/>
                  </a:lnTo>
                  <a:lnTo>
                    <a:pt x="1812242" y="73705"/>
                  </a:lnTo>
                  <a:lnTo>
                    <a:pt x="1812253" y="73681"/>
                  </a:lnTo>
                  <a:lnTo>
                    <a:pt x="1812270" y="73658"/>
                  </a:lnTo>
                  <a:lnTo>
                    <a:pt x="1812282" y="73643"/>
                  </a:lnTo>
                  <a:lnTo>
                    <a:pt x="1812300" y="73627"/>
                  </a:lnTo>
                  <a:lnTo>
                    <a:pt x="1812319" y="73611"/>
                  </a:lnTo>
                  <a:lnTo>
                    <a:pt x="1812352" y="73582"/>
                  </a:lnTo>
                  <a:lnTo>
                    <a:pt x="1812379" y="73560"/>
                  </a:lnTo>
                  <a:lnTo>
                    <a:pt x="1812413" y="73535"/>
                  </a:lnTo>
                  <a:lnTo>
                    <a:pt x="1812438" y="73517"/>
                  </a:lnTo>
                  <a:lnTo>
                    <a:pt x="1812463" y="73501"/>
                  </a:lnTo>
                  <a:lnTo>
                    <a:pt x="1812497" y="73481"/>
                  </a:lnTo>
                  <a:lnTo>
                    <a:pt x="1812522" y="73468"/>
                  </a:lnTo>
                  <a:lnTo>
                    <a:pt x="1812550" y="73459"/>
                  </a:lnTo>
                  <a:lnTo>
                    <a:pt x="1812577" y="73451"/>
                  </a:lnTo>
                  <a:lnTo>
                    <a:pt x="1812608" y="73442"/>
                  </a:lnTo>
                  <a:lnTo>
                    <a:pt x="1812634" y="73435"/>
                  </a:lnTo>
                  <a:lnTo>
                    <a:pt x="1812660" y="73431"/>
                  </a:lnTo>
                  <a:lnTo>
                    <a:pt x="1812706" y="73424"/>
                  </a:lnTo>
                  <a:lnTo>
                    <a:pt x="1812751" y="73419"/>
                  </a:lnTo>
                  <a:lnTo>
                    <a:pt x="1812813" y="73411"/>
                  </a:lnTo>
                  <a:lnTo>
                    <a:pt x="1812844" y="73409"/>
                  </a:lnTo>
                  <a:lnTo>
                    <a:pt x="1812876" y="73404"/>
                  </a:lnTo>
                  <a:lnTo>
                    <a:pt x="1812912" y="73399"/>
                  </a:lnTo>
                  <a:lnTo>
                    <a:pt x="1812980" y="73392"/>
                  </a:lnTo>
                  <a:lnTo>
                    <a:pt x="1813040" y="73387"/>
                  </a:lnTo>
                  <a:lnTo>
                    <a:pt x="1813087" y="73384"/>
                  </a:lnTo>
                  <a:lnTo>
                    <a:pt x="1813141" y="73378"/>
                  </a:lnTo>
                  <a:lnTo>
                    <a:pt x="1813175" y="73375"/>
                  </a:lnTo>
                  <a:lnTo>
                    <a:pt x="1813233" y="73374"/>
                  </a:lnTo>
                  <a:lnTo>
                    <a:pt x="1813294" y="73375"/>
                  </a:lnTo>
                  <a:lnTo>
                    <a:pt x="1813356" y="73379"/>
                  </a:lnTo>
                  <a:lnTo>
                    <a:pt x="1813394" y="73383"/>
                  </a:lnTo>
                  <a:lnTo>
                    <a:pt x="1813436" y="73391"/>
                  </a:lnTo>
                  <a:lnTo>
                    <a:pt x="1813474" y="73397"/>
                  </a:lnTo>
                  <a:lnTo>
                    <a:pt x="1813514" y="73405"/>
                  </a:lnTo>
                  <a:lnTo>
                    <a:pt x="1813557" y="73414"/>
                  </a:lnTo>
                  <a:lnTo>
                    <a:pt x="1813592" y="73420"/>
                  </a:lnTo>
                  <a:lnTo>
                    <a:pt x="1813613" y="73428"/>
                  </a:lnTo>
                  <a:lnTo>
                    <a:pt x="1813622" y="73431"/>
                  </a:lnTo>
                  <a:lnTo>
                    <a:pt x="1813647" y="73439"/>
                  </a:lnTo>
                  <a:lnTo>
                    <a:pt x="1813679" y="73449"/>
                  </a:lnTo>
                  <a:lnTo>
                    <a:pt x="1813695" y="73455"/>
                  </a:lnTo>
                  <a:lnTo>
                    <a:pt x="1813711" y="73461"/>
                  </a:lnTo>
                  <a:lnTo>
                    <a:pt x="1813752" y="73475"/>
                  </a:lnTo>
                  <a:lnTo>
                    <a:pt x="1813791" y="73490"/>
                  </a:lnTo>
                  <a:lnTo>
                    <a:pt x="1813819" y="73505"/>
                  </a:lnTo>
                  <a:lnTo>
                    <a:pt x="1813858" y="73530"/>
                  </a:lnTo>
                  <a:lnTo>
                    <a:pt x="1813920" y="73566"/>
                  </a:lnTo>
                  <a:lnTo>
                    <a:pt x="1813966" y="73592"/>
                  </a:lnTo>
                  <a:lnTo>
                    <a:pt x="1814011" y="73609"/>
                  </a:lnTo>
                  <a:lnTo>
                    <a:pt x="1814040" y="73621"/>
                  </a:lnTo>
                  <a:lnTo>
                    <a:pt x="1814071" y="73631"/>
                  </a:lnTo>
                  <a:lnTo>
                    <a:pt x="1814107" y="73639"/>
                  </a:lnTo>
                  <a:lnTo>
                    <a:pt x="1814144" y="73648"/>
                  </a:lnTo>
                  <a:lnTo>
                    <a:pt x="1814182" y="73652"/>
                  </a:lnTo>
                  <a:lnTo>
                    <a:pt x="1814253" y="73659"/>
                  </a:lnTo>
                  <a:lnTo>
                    <a:pt x="1814301" y="73665"/>
                  </a:lnTo>
                  <a:lnTo>
                    <a:pt x="1814339" y="73667"/>
                  </a:lnTo>
                  <a:lnTo>
                    <a:pt x="1814374" y="73673"/>
                  </a:lnTo>
                  <a:lnTo>
                    <a:pt x="1814403" y="73679"/>
                  </a:lnTo>
                  <a:lnTo>
                    <a:pt x="1814429" y="73688"/>
                  </a:lnTo>
                  <a:lnTo>
                    <a:pt x="1814462" y="73698"/>
                  </a:lnTo>
                  <a:lnTo>
                    <a:pt x="1814529" y="73713"/>
                  </a:lnTo>
                  <a:lnTo>
                    <a:pt x="1814624" y="73729"/>
                  </a:lnTo>
                  <a:lnTo>
                    <a:pt x="1814704" y="73737"/>
                  </a:lnTo>
                  <a:lnTo>
                    <a:pt x="1814762" y="73739"/>
                  </a:lnTo>
                  <a:lnTo>
                    <a:pt x="1814847" y="73733"/>
                  </a:lnTo>
                  <a:lnTo>
                    <a:pt x="1814881" y="73728"/>
                  </a:lnTo>
                  <a:lnTo>
                    <a:pt x="1814923" y="73721"/>
                  </a:lnTo>
                  <a:lnTo>
                    <a:pt x="1814957" y="73709"/>
                  </a:lnTo>
                  <a:lnTo>
                    <a:pt x="1814984" y="73695"/>
                  </a:lnTo>
                  <a:lnTo>
                    <a:pt x="1815020" y="73674"/>
                  </a:lnTo>
                  <a:lnTo>
                    <a:pt x="1815055" y="73659"/>
                  </a:lnTo>
                  <a:lnTo>
                    <a:pt x="1815092" y="73638"/>
                  </a:lnTo>
                  <a:lnTo>
                    <a:pt x="1815131" y="73619"/>
                  </a:lnTo>
                  <a:lnTo>
                    <a:pt x="1815167" y="73602"/>
                  </a:lnTo>
                  <a:lnTo>
                    <a:pt x="1815201" y="73581"/>
                  </a:lnTo>
                  <a:lnTo>
                    <a:pt x="1815217" y="73569"/>
                  </a:lnTo>
                  <a:lnTo>
                    <a:pt x="1815240" y="73540"/>
                  </a:lnTo>
                  <a:lnTo>
                    <a:pt x="1815257" y="73519"/>
                  </a:lnTo>
                  <a:lnTo>
                    <a:pt x="1815269" y="73500"/>
                  </a:lnTo>
                  <a:lnTo>
                    <a:pt x="1815282" y="73478"/>
                  </a:lnTo>
                  <a:lnTo>
                    <a:pt x="1815292" y="73457"/>
                  </a:lnTo>
                  <a:lnTo>
                    <a:pt x="1815306" y="73425"/>
                  </a:lnTo>
                  <a:lnTo>
                    <a:pt x="1815332" y="73362"/>
                  </a:lnTo>
                  <a:lnTo>
                    <a:pt x="1815342" y="73333"/>
                  </a:lnTo>
                  <a:lnTo>
                    <a:pt x="1815348" y="73321"/>
                  </a:lnTo>
                  <a:lnTo>
                    <a:pt x="1815352" y="73301"/>
                  </a:lnTo>
                  <a:lnTo>
                    <a:pt x="1815354" y="73272"/>
                  </a:lnTo>
                  <a:lnTo>
                    <a:pt x="1815351" y="73239"/>
                  </a:lnTo>
                  <a:lnTo>
                    <a:pt x="1815349" y="73217"/>
                  </a:lnTo>
                  <a:lnTo>
                    <a:pt x="1815342" y="73189"/>
                  </a:lnTo>
                  <a:lnTo>
                    <a:pt x="1815334" y="73145"/>
                  </a:lnTo>
                  <a:lnTo>
                    <a:pt x="1815332" y="73105"/>
                  </a:lnTo>
                  <a:lnTo>
                    <a:pt x="1815332" y="73075"/>
                  </a:lnTo>
                  <a:lnTo>
                    <a:pt x="1815334" y="73019"/>
                  </a:lnTo>
                  <a:lnTo>
                    <a:pt x="1815333" y="72923"/>
                  </a:lnTo>
                  <a:lnTo>
                    <a:pt x="1815329" y="72864"/>
                  </a:lnTo>
                  <a:lnTo>
                    <a:pt x="1815320" y="72832"/>
                  </a:lnTo>
                  <a:lnTo>
                    <a:pt x="1815307" y="72793"/>
                  </a:lnTo>
                  <a:lnTo>
                    <a:pt x="1815293" y="72766"/>
                  </a:lnTo>
                  <a:lnTo>
                    <a:pt x="1815275" y="72733"/>
                  </a:lnTo>
                  <a:lnTo>
                    <a:pt x="1815263" y="72711"/>
                  </a:lnTo>
                  <a:lnTo>
                    <a:pt x="1815241" y="72680"/>
                  </a:lnTo>
                  <a:lnTo>
                    <a:pt x="1815222" y="72656"/>
                  </a:lnTo>
                  <a:lnTo>
                    <a:pt x="1815201" y="72631"/>
                  </a:lnTo>
                  <a:lnTo>
                    <a:pt x="1815186" y="72611"/>
                  </a:lnTo>
                  <a:lnTo>
                    <a:pt x="1815181" y="72597"/>
                  </a:lnTo>
                  <a:lnTo>
                    <a:pt x="1815174" y="72584"/>
                  </a:lnTo>
                  <a:lnTo>
                    <a:pt x="1815168" y="72570"/>
                  </a:lnTo>
                  <a:lnTo>
                    <a:pt x="1815168" y="72558"/>
                  </a:lnTo>
                  <a:lnTo>
                    <a:pt x="1815165" y="72540"/>
                  </a:lnTo>
                  <a:lnTo>
                    <a:pt x="1815166" y="72528"/>
                  </a:lnTo>
                  <a:lnTo>
                    <a:pt x="1815168" y="72513"/>
                  </a:lnTo>
                  <a:lnTo>
                    <a:pt x="1815172" y="72498"/>
                  </a:lnTo>
                  <a:lnTo>
                    <a:pt x="1815176" y="72490"/>
                  </a:lnTo>
                  <a:lnTo>
                    <a:pt x="1815186" y="72475"/>
                  </a:lnTo>
                  <a:lnTo>
                    <a:pt x="1815199" y="72461"/>
                  </a:lnTo>
                  <a:lnTo>
                    <a:pt x="1815216" y="72446"/>
                  </a:lnTo>
                  <a:lnTo>
                    <a:pt x="1815249" y="72417"/>
                  </a:lnTo>
                  <a:lnTo>
                    <a:pt x="1815285" y="72386"/>
                  </a:lnTo>
                  <a:lnTo>
                    <a:pt x="1815313" y="72365"/>
                  </a:lnTo>
                  <a:lnTo>
                    <a:pt x="1815346" y="72342"/>
                  </a:lnTo>
                  <a:lnTo>
                    <a:pt x="1815396" y="72308"/>
                  </a:lnTo>
                  <a:lnTo>
                    <a:pt x="1815430" y="72280"/>
                  </a:lnTo>
                  <a:lnTo>
                    <a:pt x="1815459" y="72261"/>
                  </a:lnTo>
                  <a:lnTo>
                    <a:pt x="1815481" y="72251"/>
                  </a:lnTo>
                  <a:lnTo>
                    <a:pt x="1815505" y="72241"/>
                  </a:lnTo>
                  <a:lnTo>
                    <a:pt x="1815527" y="72234"/>
                  </a:lnTo>
                  <a:lnTo>
                    <a:pt x="1815547" y="72230"/>
                  </a:lnTo>
                  <a:lnTo>
                    <a:pt x="1815565" y="72225"/>
                  </a:lnTo>
                  <a:lnTo>
                    <a:pt x="1815593" y="72218"/>
                  </a:lnTo>
                  <a:lnTo>
                    <a:pt x="1815625" y="72212"/>
                  </a:lnTo>
                  <a:lnTo>
                    <a:pt x="1815672" y="72211"/>
                  </a:lnTo>
                  <a:lnTo>
                    <a:pt x="1815696" y="72214"/>
                  </a:lnTo>
                  <a:lnTo>
                    <a:pt x="1815744" y="72221"/>
                  </a:lnTo>
                  <a:lnTo>
                    <a:pt x="1815780" y="72229"/>
                  </a:lnTo>
                  <a:lnTo>
                    <a:pt x="1815828" y="72245"/>
                  </a:lnTo>
                  <a:lnTo>
                    <a:pt x="1815899" y="72269"/>
                  </a:lnTo>
                  <a:lnTo>
                    <a:pt x="1815976" y="72292"/>
                  </a:lnTo>
                  <a:lnTo>
                    <a:pt x="1816040" y="72310"/>
                  </a:lnTo>
                  <a:lnTo>
                    <a:pt x="1816074" y="72318"/>
                  </a:lnTo>
                  <a:lnTo>
                    <a:pt x="1816124" y="72331"/>
                  </a:lnTo>
                  <a:lnTo>
                    <a:pt x="1816208" y="72350"/>
                  </a:lnTo>
                  <a:lnTo>
                    <a:pt x="1816251" y="72358"/>
                  </a:lnTo>
                  <a:lnTo>
                    <a:pt x="1816276" y="72363"/>
                  </a:lnTo>
                  <a:lnTo>
                    <a:pt x="1816320" y="72365"/>
                  </a:lnTo>
                  <a:lnTo>
                    <a:pt x="1816374" y="72366"/>
                  </a:lnTo>
                  <a:lnTo>
                    <a:pt x="1816423" y="72368"/>
                  </a:lnTo>
                  <a:lnTo>
                    <a:pt x="1816457" y="72371"/>
                  </a:lnTo>
                  <a:lnTo>
                    <a:pt x="1816496" y="72378"/>
                  </a:lnTo>
                  <a:lnTo>
                    <a:pt x="1816518" y="72377"/>
                  </a:lnTo>
                  <a:lnTo>
                    <a:pt x="1816541" y="72377"/>
                  </a:lnTo>
                  <a:lnTo>
                    <a:pt x="1816578" y="72371"/>
                  </a:lnTo>
                  <a:lnTo>
                    <a:pt x="1816614" y="72366"/>
                  </a:lnTo>
                  <a:lnTo>
                    <a:pt x="1816652" y="72355"/>
                  </a:lnTo>
                  <a:lnTo>
                    <a:pt x="1816692" y="72345"/>
                  </a:lnTo>
                  <a:lnTo>
                    <a:pt x="1816747" y="72326"/>
                  </a:lnTo>
                  <a:lnTo>
                    <a:pt x="1816850" y="72292"/>
                  </a:lnTo>
                  <a:lnTo>
                    <a:pt x="1816916" y="72269"/>
                  </a:lnTo>
                  <a:lnTo>
                    <a:pt x="1816986" y="72244"/>
                  </a:lnTo>
                  <a:lnTo>
                    <a:pt x="1817039" y="72222"/>
                  </a:lnTo>
                  <a:lnTo>
                    <a:pt x="1817063" y="72210"/>
                  </a:lnTo>
                  <a:lnTo>
                    <a:pt x="1817076" y="72204"/>
                  </a:lnTo>
                  <a:lnTo>
                    <a:pt x="1817089" y="72197"/>
                  </a:lnTo>
                  <a:lnTo>
                    <a:pt x="1817126" y="72179"/>
                  </a:lnTo>
                  <a:lnTo>
                    <a:pt x="1817141" y="72174"/>
                  </a:lnTo>
                  <a:lnTo>
                    <a:pt x="1817167" y="72165"/>
                  </a:lnTo>
                  <a:lnTo>
                    <a:pt x="1817240" y="72141"/>
                  </a:lnTo>
                  <a:lnTo>
                    <a:pt x="1817304" y="72121"/>
                  </a:lnTo>
                  <a:lnTo>
                    <a:pt x="1817345" y="72109"/>
                  </a:lnTo>
                  <a:lnTo>
                    <a:pt x="1817404" y="72095"/>
                  </a:lnTo>
                  <a:lnTo>
                    <a:pt x="1817488" y="72073"/>
                  </a:lnTo>
                  <a:lnTo>
                    <a:pt x="1817599" y="72045"/>
                  </a:lnTo>
                  <a:lnTo>
                    <a:pt x="1817663" y="72026"/>
                  </a:lnTo>
                  <a:lnTo>
                    <a:pt x="1817734" y="72004"/>
                  </a:lnTo>
                  <a:lnTo>
                    <a:pt x="1817787" y="71985"/>
                  </a:lnTo>
                  <a:lnTo>
                    <a:pt x="1817833" y="71969"/>
                  </a:lnTo>
                  <a:lnTo>
                    <a:pt x="1817864" y="71960"/>
                  </a:lnTo>
                  <a:lnTo>
                    <a:pt x="1817906" y="71946"/>
                  </a:lnTo>
                  <a:lnTo>
                    <a:pt x="1817942" y="71938"/>
                  </a:lnTo>
                  <a:lnTo>
                    <a:pt x="1817946" y="71935"/>
                  </a:lnTo>
                  <a:lnTo>
                    <a:pt x="1817971" y="71928"/>
                  </a:lnTo>
                  <a:lnTo>
                    <a:pt x="1817998" y="71919"/>
                  </a:lnTo>
                  <a:lnTo>
                    <a:pt x="1818039" y="71906"/>
                  </a:lnTo>
                  <a:lnTo>
                    <a:pt x="1818081" y="71894"/>
                  </a:lnTo>
                  <a:lnTo>
                    <a:pt x="1818121" y="71884"/>
                  </a:lnTo>
                  <a:lnTo>
                    <a:pt x="1818156" y="71879"/>
                  </a:lnTo>
                  <a:lnTo>
                    <a:pt x="1818223" y="71872"/>
                  </a:lnTo>
                  <a:lnTo>
                    <a:pt x="1818277" y="71869"/>
                  </a:lnTo>
                  <a:lnTo>
                    <a:pt x="1818450" y="71865"/>
                  </a:lnTo>
                  <a:lnTo>
                    <a:pt x="1818624" y="71868"/>
                  </a:lnTo>
                  <a:lnTo>
                    <a:pt x="1818679" y="71866"/>
                  </a:lnTo>
                  <a:lnTo>
                    <a:pt x="1818751" y="71862"/>
                  </a:lnTo>
                  <a:lnTo>
                    <a:pt x="1818795" y="71858"/>
                  </a:lnTo>
                  <a:lnTo>
                    <a:pt x="1818820" y="71853"/>
                  </a:lnTo>
                  <a:lnTo>
                    <a:pt x="1818862" y="71841"/>
                  </a:lnTo>
                  <a:lnTo>
                    <a:pt x="1818894" y="71823"/>
                  </a:lnTo>
                  <a:lnTo>
                    <a:pt x="1818965" y="71779"/>
                  </a:lnTo>
                  <a:lnTo>
                    <a:pt x="1818988" y="71770"/>
                  </a:lnTo>
                  <a:lnTo>
                    <a:pt x="1819027" y="71761"/>
                  </a:lnTo>
                  <a:lnTo>
                    <a:pt x="1819062" y="71754"/>
                  </a:lnTo>
                  <a:lnTo>
                    <a:pt x="1819160" y="71731"/>
                  </a:lnTo>
                  <a:lnTo>
                    <a:pt x="1819204" y="71721"/>
                  </a:lnTo>
                  <a:lnTo>
                    <a:pt x="1819235" y="71712"/>
                  </a:lnTo>
                  <a:lnTo>
                    <a:pt x="1819264" y="71703"/>
                  </a:lnTo>
                  <a:lnTo>
                    <a:pt x="1819329" y="71679"/>
                  </a:lnTo>
                  <a:lnTo>
                    <a:pt x="1819360" y="71666"/>
                  </a:lnTo>
                  <a:lnTo>
                    <a:pt x="1819394" y="71645"/>
                  </a:lnTo>
                  <a:lnTo>
                    <a:pt x="1819423" y="71624"/>
                  </a:lnTo>
                  <a:lnTo>
                    <a:pt x="1819485" y="71565"/>
                  </a:lnTo>
                  <a:lnTo>
                    <a:pt x="1819501" y="71551"/>
                  </a:lnTo>
                  <a:lnTo>
                    <a:pt x="1819519" y="71534"/>
                  </a:lnTo>
                  <a:lnTo>
                    <a:pt x="1819534" y="71514"/>
                  </a:lnTo>
                  <a:lnTo>
                    <a:pt x="1819549" y="71485"/>
                  </a:lnTo>
                  <a:lnTo>
                    <a:pt x="1819556" y="71453"/>
                  </a:lnTo>
                  <a:lnTo>
                    <a:pt x="1819557" y="71426"/>
                  </a:lnTo>
                  <a:lnTo>
                    <a:pt x="1819551" y="71395"/>
                  </a:lnTo>
                  <a:lnTo>
                    <a:pt x="1819541" y="71352"/>
                  </a:lnTo>
                  <a:lnTo>
                    <a:pt x="1819522" y="71298"/>
                  </a:lnTo>
                  <a:lnTo>
                    <a:pt x="1819510" y="71265"/>
                  </a:lnTo>
                  <a:lnTo>
                    <a:pt x="1819504" y="71237"/>
                  </a:lnTo>
                  <a:lnTo>
                    <a:pt x="1819495" y="71202"/>
                  </a:lnTo>
                  <a:lnTo>
                    <a:pt x="1819492" y="71172"/>
                  </a:lnTo>
                  <a:lnTo>
                    <a:pt x="1819495" y="71139"/>
                  </a:lnTo>
                  <a:lnTo>
                    <a:pt x="1819496" y="71123"/>
                  </a:lnTo>
                  <a:lnTo>
                    <a:pt x="1819506" y="71092"/>
                  </a:lnTo>
                  <a:lnTo>
                    <a:pt x="1819522" y="71043"/>
                  </a:lnTo>
                  <a:lnTo>
                    <a:pt x="1819542" y="70984"/>
                  </a:lnTo>
                  <a:lnTo>
                    <a:pt x="1819556" y="70950"/>
                  </a:lnTo>
                  <a:lnTo>
                    <a:pt x="1819569" y="70904"/>
                  </a:lnTo>
                  <a:lnTo>
                    <a:pt x="1819581" y="70868"/>
                  </a:lnTo>
                  <a:lnTo>
                    <a:pt x="1819584" y="70843"/>
                  </a:lnTo>
                  <a:lnTo>
                    <a:pt x="1819578" y="70802"/>
                  </a:lnTo>
                  <a:lnTo>
                    <a:pt x="1819569" y="70745"/>
                  </a:lnTo>
                  <a:lnTo>
                    <a:pt x="1819558" y="70705"/>
                  </a:lnTo>
                  <a:lnTo>
                    <a:pt x="1819547" y="70666"/>
                  </a:lnTo>
                  <a:lnTo>
                    <a:pt x="1819534" y="70617"/>
                  </a:lnTo>
                  <a:lnTo>
                    <a:pt x="1819530" y="70587"/>
                  </a:lnTo>
                  <a:lnTo>
                    <a:pt x="1819526" y="70557"/>
                  </a:lnTo>
                  <a:lnTo>
                    <a:pt x="1819527" y="70521"/>
                  </a:lnTo>
                  <a:lnTo>
                    <a:pt x="1819531" y="70466"/>
                  </a:lnTo>
                  <a:lnTo>
                    <a:pt x="1819534" y="70437"/>
                  </a:lnTo>
                  <a:lnTo>
                    <a:pt x="1819543" y="70388"/>
                  </a:lnTo>
                  <a:lnTo>
                    <a:pt x="1819559" y="70349"/>
                  </a:lnTo>
                  <a:lnTo>
                    <a:pt x="1819580" y="70309"/>
                  </a:lnTo>
                  <a:lnTo>
                    <a:pt x="1819601" y="70272"/>
                  </a:lnTo>
                  <a:lnTo>
                    <a:pt x="1819629" y="70240"/>
                  </a:lnTo>
                  <a:lnTo>
                    <a:pt x="1819650" y="70216"/>
                  </a:lnTo>
                  <a:lnTo>
                    <a:pt x="1819667" y="70201"/>
                  </a:lnTo>
                  <a:lnTo>
                    <a:pt x="1819706" y="70172"/>
                  </a:lnTo>
                  <a:lnTo>
                    <a:pt x="1819732" y="70148"/>
                  </a:lnTo>
                  <a:lnTo>
                    <a:pt x="1819769" y="70112"/>
                  </a:lnTo>
                  <a:lnTo>
                    <a:pt x="1819788" y="70091"/>
                  </a:lnTo>
                  <a:lnTo>
                    <a:pt x="1819813" y="70059"/>
                  </a:lnTo>
                  <a:lnTo>
                    <a:pt x="1819847" y="70015"/>
                  </a:lnTo>
                  <a:lnTo>
                    <a:pt x="1819879" y="69974"/>
                  </a:lnTo>
                  <a:lnTo>
                    <a:pt x="1819896" y="69957"/>
                  </a:lnTo>
                  <a:lnTo>
                    <a:pt x="1819906" y="69942"/>
                  </a:lnTo>
                  <a:lnTo>
                    <a:pt x="1819921" y="69926"/>
                  </a:lnTo>
                  <a:lnTo>
                    <a:pt x="1819947" y="69905"/>
                  </a:lnTo>
                  <a:lnTo>
                    <a:pt x="1819978" y="69886"/>
                  </a:lnTo>
                  <a:lnTo>
                    <a:pt x="1819995" y="69877"/>
                  </a:lnTo>
                  <a:lnTo>
                    <a:pt x="1820020" y="69869"/>
                  </a:lnTo>
                  <a:lnTo>
                    <a:pt x="1820047" y="69864"/>
                  </a:lnTo>
                  <a:lnTo>
                    <a:pt x="1820084" y="69858"/>
                  </a:lnTo>
                  <a:lnTo>
                    <a:pt x="1820104" y="69854"/>
                  </a:lnTo>
                  <a:lnTo>
                    <a:pt x="1820150" y="69853"/>
                  </a:lnTo>
                  <a:lnTo>
                    <a:pt x="1820198" y="69856"/>
                  </a:lnTo>
                  <a:lnTo>
                    <a:pt x="1820216" y="69855"/>
                  </a:lnTo>
                  <a:lnTo>
                    <a:pt x="1820243" y="69851"/>
                  </a:lnTo>
                  <a:lnTo>
                    <a:pt x="1820262" y="69848"/>
                  </a:lnTo>
                  <a:lnTo>
                    <a:pt x="1820278" y="69846"/>
                  </a:lnTo>
                  <a:lnTo>
                    <a:pt x="1820298" y="69841"/>
                  </a:lnTo>
                  <a:lnTo>
                    <a:pt x="1820324" y="69829"/>
                  </a:lnTo>
                  <a:lnTo>
                    <a:pt x="1820339" y="69818"/>
                  </a:lnTo>
                  <a:lnTo>
                    <a:pt x="1820370" y="69801"/>
                  </a:lnTo>
                  <a:lnTo>
                    <a:pt x="1820403" y="69781"/>
                  </a:lnTo>
                  <a:lnTo>
                    <a:pt x="1820437" y="69762"/>
                  </a:lnTo>
                  <a:lnTo>
                    <a:pt x="1820480" y="69740"/>
                  </a:lnTo>
                  <a:lnTo>
                    <a:pt x="1820500" y="69731"/>
                  </a:lnTo>
                  <a:lnTo>
                    <a:pt x="1820524" y="69718"/>
                  </a:lnTo>
                  <a:lnTo>
                    <a:pt x="1820547" y="69703"/>
                  </a:lnTo>
                  <a:lnTo>
                    <a:pt x="1820573" y="69684"/>
                  </a:lnTo>
                  <a:lnTo>
                    <a:pt x="1820604" y="69661"/>
                  </a:lnTo>
                  <a:lnTo>
                    <a:pt x="1820633" y="69638"/>
                  </a:lnTo>
                  <a:lnTo>
                    <a:pt x="1820653" y="69625"/>
                  </a:lnTo>
                  <a:lnTo>
                    <a:pt x="1820669" y="69615"/>
                  </a:lnTo>
                  <a:lnTo>
                    <a:pt x="1820691" y="69593"/>
                  </a:lnTo>
                  <a:lnTo>
                    <a:pt x="1820701" y="69577"/>
                  </a:lnTo>
                  <a:lnTo>
                    <a:pt x="1820708" y="69566"/>
                  </a:lnTo>
                  <a:lnTo>
                    <a:pt x="1820727" y="69517"/>
                  </a:lnTo>
                  <a:lnTo>
                    <a:pt x="1820730" y="69509"/>
                  </a:lnTo>
                  <a:lnTo>
                    <a:pt x="1820734" y="69502"/>
                  </a:lnTo>
                  <a:lnTo>
                    <a:pt x="1820745" y="69489"/>
                  </a:lnTo>
                  <a:lnTo>
                    <a:pt x="1820759" y="69471"/>
                  </a:lnTo>
                  <a:lnTo>
                    <a:pt x="1820782" y="69447"/>
                  </a:lnTo>
                  <a:lnTo>
                    <a:pt x="1820808" y="69427"/>
                  </a:lnTo>
                  <a:lnTo>
                    <a:pt x="1820849" y="69404"/>
                  </a:lnTo>
                  <a:lnTo>
                    <a:pt x="1820926" y="69370"/>
                  </a:lnTo>
                  <a:lnTo>
                    <a:pt x="1820957" y="69360"/>
                  </a:lnTo>
                  <a:lnTo>
                    <a:pt x="1821007" y="69338"/>
                  </a:lnTo>
                  <a:lnTo>
                    <a:pt x="1821039" y="69320"/>
                  </a:lnTo>
                  <a:lnTo>
                    <a:pt x="1821073" y="69295"/>
                  </a:lnTo>
                  <a:lnTo>
                    <a:pt x="1821115" y="69254"/>
                  </a:lnTo>
                  <a:lnTo>
                    <a:pt x="1821136" y="69233"/>
                  </a:lnTo>
                  <a:lnTo>
                    <a:pt x="1821154" y="69217"/>
                  </a:lnTo>
                  <a:lnTo>
                    <a:pt x="1821199" y="69173"/>
                  </a:lnTo>
                  <a:lnTo>
                    <a:pt x="1821212" y="69162"/>
                  </a:lnTo>
                  <a:lnTo>
                    <a:pt x="1821221" y="69152"/>
                  </a:lnTo>
                  <a:lnTo>
                    <a:pt x="1821234" y="69128"/>
                  </a:lnTo>
                  <a:lnTo>
                    <a:pt x="1821264" y="69074"/>
                  </a:lnTo>
                  <a:lnTo>
                    <a:pt x="1821283" y="69048"/>
                  </a:lnTo>
                  <a:lnTo>
                    <a:pt x="1821325" y="68975"/>
                  </a:lnTo>
                  <a:lnTo>
                    <a:pt x="1821340" y="68953"/>
                  </a:lnTo>
                  <a:lnTo>
                    <a:pt x="1821369" y="68904"/>
                  </a:lnTo>
                  <a:lnTo>
                    <a:pt x="1821382" y="68887"/>
                  </a:lnTo>
                  <a:lnTo>
                    <a:pt x="1821393" y="68872"/>
                  </a:lnTo>
                  <a:lnTo>
                    <a:pt x="1821403" y="68856"/>
                  </a:lnTo>
                  <a:lnTo>
                    <a:pt x="1821420" y="68831"/>
                  </a:lnTo>
                  <a:lnTo>
                    <a:pt x="1821454" y="68732"/>
                  </a:lnTo>
                  <a:lnTo>
                    <a:pt x="1821470" y="68682"/>
                  </a:lnTo>
                  <a:lnTo>
                    <a:pt x="1821477" y="68655"/>
                  </a:lnTo>
                  <a:lnTo>
                    <a:pt x="1821483" y="68636"/>
                  </a:lnTo>
                  <a:lnTo>
                    <a:pt x="1821491" y="68610"/>
                  </a:lnTo>
                  <a:lnTo>
                    <a:pt x="1821505" y="68574"/>
                  </a:lnTo>
                  <a:lnTo>
                    <a:pt x="1821534" y="68519"/>
                  </a:lnTo>
                  <a:lnTo>
                    <a:pt x="1821557" y="68475"/>
                  </a:lnTo>
                  <a:lnTo>
                    <a:pt x="1821581" y="68414"/>
                  </a:lnTo>
                  <a:lnTo>
                    <a:pt x="1821598" y="68384"/>
                  </a:lnTo>
                  <a:lnTo>
                    <a:pt x="1821630" y="68376"/>
                  </a:lnTo>
                  <a:lnTo>
                    <a:pt x="1821656" y="68270"/>
                  </a:lnTo>
                  <a:lnTo>
                    <a:pt x="1821670" y="68230"/>
                  </a:lnTo>
                  <a:lnTo>
                    <a:pt x="1821694" y="68175"/>
                  </a:lnTo>
                  <a:lnTo>
                    <a:pt x="1821703" y="68158"/>
                  </a:lnTo>
                  <a:lnTo>
                    <a:pt x="1821722" y="68133"/>
                  </a:lnTo>
                  <a:lnTo>
                    <a:pt x="1821750" y="68083"/>
                  </a:lnTo>
                  <a:lnTo>
                    <a:pt x="1821771" y="68034"/>
                  </a:lnTo>
                  <a:lnTo>
                    <a:pt x="1821781" y="68009"/>
                  </a:lnTo>
                  <a:lnTo>
                    <a:pt x="1821790" y="67960"/>
                  </a:lnTo>
                  <a:lnTo>
                    <a:pt x="1821792" y="67934"/>
                  </a:lnTo>
                  <a:lnTo>
                    <a:pt x="1821787" y="67885"/>
                  </a:lnTo>
                  <a:lnTo>
                    <a:pt x="1821784" y="67859"/>
                  </a:lnTo>
                  <a:lnTo>
                    <a:pt x="1821777" y="67834"/>
                  </a:lnTo>
                  <a:lnTo>
                    <a:pt x="1821769" y="67809"/>
                  </a:lnTo>
                  <a:lnTo>
                    <a:pt x="1821758" y="67784"/>
                  </a:lnTo>
                  <a:lnTo>
                    <a:pt x="1821739" y="67760"/>
                  </a:lnTo>
                  <a:lnTo>
                    <a:pt x="1821710" y="67735"/>
                  </a:lnTo>
                  <a:lnTo>
                    <a:pt x="1821676" y="67710"/>
                  </a:lnTo>
                  <a:lnTo>
                    <a:pt x="1821640" y="67687"/>
                  </a:lnTo>
                  <a:lnTo>
                    <a:pt x="1821442" y="67560"/>
                  </a:lnTo>
                  <a:lnTo>
                    <a:pt x="1821395" y="67539"/>
                  </a:lnTo>
                  <a:lnTo>
                    <a:pt x="1821323" y="67514"/>
                  </a:lnTo>
                  <a:lnTo>
                    <a:pt x="1821287" y="67504"/>
                  </a:lnTo>
                  <a:lnTo>
                    <a:pt x="1821254" y="67494"/>
                  </a:lnTo>
                  <a:lnTo>
                    <a:pt x="1821183" y="67473"/>
                  </a:lnTo>
                  <a:lnTo>
                    <a:pt x="1821111" y="67450"/>
                  </a:lnTo>
                  <a:lnTo>
                    <a:pt x="1821075" y="67438"/>
                  </a:lnTo>
                  <a:lnTo>
                    <a:pt x="1820932" y="67387"/>
                  </a:lnTo>
                  <a:lnTo>
                    <a:pt x="1820896" y="67374"/>
                  </a:lnTo>
                  <a:lnTo>
                    <a:pt x="1820861" y="67357"/>
                  </a:lnTo>
                  <a:lnTo>
                    <a:pt x="1820825" y="67336"/>
                  </a:lnTo>
                  <a:lnTo>
                    <a:pt x="1820793" y="67311"/>
                  </a:lnTo>
                  <a:lnTo>
                    <a:pt x="1820770" y="67286"/>
                  </a:lnTo>
                  <a:lnTo>
                    <a:pt x="1820592" y="67083"/>
                  </a:lnTo>
                  <a:lnTo>
                    <a:pt x="1820583" y="67063"/>
                  </a:lnTo>
                  <a:lnTo>
                    <a:pt x="1820513" y="66913"/>
                  </a:lnTo>
                  <a:lnTo>
                    <a:pt x="1820505" y="66888"/>
                  </a:lnTo>
                  <a:lnTo>
                    <a:pt x="1820503" y="66863"/>
                  </a:lnTo>
                  <a:lnTo>
                    <a:pt x="1820503" y="66838"/>
                  </a:lnTo>
                  <a:lnTo>
                    <a:pt x="1820518" y="66712"/>
                  </a:lnTo>
                  <a:lnTo>
                    <a:pt x="1820525" y="66687"/>
                  </a:lnTo>
                  <a:lnTo>
                    <a:pt x="1820534" y="66662"/>
                  </a:lnTo>
                  <a:lnTo>
                    <a:pt x="1820701" y="66338"/>
                  </a:lnTo>
                  <a:lnTo>
                    <a:pt x="1820735" y="66288"/>
                  </a:lnTo>
                  <a:lnTo>
                    <a:pt x="1821020" y="65940"/>
                  </a:lnTo>
                  <a:lnTo>
                    <a:pt x="1821044" y="65914"/>
                  </a:lnTo>
                  <a:lnTo>
                    <a:pt x="1821070" y="65889"/>
                  </a:lnTo>
                  <a:lnTo>
                    <a:pt x="1821098" y="65864"/>
                  </a:lnTo>
                  <a:lnTo>
                    <a:pt x="1821134" y="65839"/>
                  </a:lnTo>
                  <a:lnTo>
                    <a:pt x="1821169" y="65814"/>
                  </a:lnTo>
                  <a:lnTo>
                    <a:pt x="1821202" y="65789"/>
                  </a:lnTo>
                  <a:lnTo>
                    <a:pt x="1821231" y="65764"/>
                  </a:lnTo>
                  <a:lnTo>
                    <a:pt x="1821259" y="65738"/>
                  </a:lnTo>
                  <a:lnTo>
                    <a:pt x="1821468" y="65541"/>
                  </a:lnTo>
                  <a:lnTo>
                    <a:pt x="1821493" y="65516"/>
                  </a:lnTo>
                  <a:lnTo>
                    <a:pt x="1821518" y="65490"/>
                  </a:lnTo>
                  <a:lnTo>
                    <a:pt x="1821541" y="65465"/>
                  </a:lnTo>
                  <a:lnTo>
                    <a:pt x="1821560" y="65440"/>
                  </a:lnTo>
                  <a:lnTo>
                    <a:pt x="1821577" y="65415"/>
                  </a:lnTo>
                  <a:lnTo>
                    <a:pt x="1821600" y="65365"/>
                  </a:lnTo>
                  <a:lnTo>
                    <a:pt x="1821704" y="65241"/>
                  </a:lnTo>
                  <a:lnTo>
                    <a:pt x="1822064" y="64955"/>
                  </a:lnTo>
                  <a:lnTo>
                    <a:pt x="1822097" y="64929"/>
                  </a:lnTo>
                  <a:lnTo>
                    <a:pt x="1822133" y="64909"/>
                  </a:lnTo>
                  <a:lnTo>
                    <a:pt x="1822169" y="64892"/>
                  </a:lnTo>
                  <a:lnTo>
                    <a:pt x="1822204" y="64878"/>
                  </a:lnTo>
                  <a:lnTo>
                    <a:pt x="1822240" y="64867"/>
                  </a:lnTo>
                  <a:lnTo>
                    <a:pt x="1822276" y="64865"/>
                  </a:lnTo>
                  <a:lnTo>
                    <a:pt x="1822312" y="64870"/>
                  </a:lnTo>
                  <a:lnTo>
                    <a:pt x="1822347" y="64879"/>
                  </a:lnTo>
                  <a:lnTo>
                    <a:pt x="1822383" y="64889"/>
                  </a:lnTo>
                  <a:lnTo>
                    <a:pt x="1822491" y="64920"/>
                  </a:lnTo>
                  <a:lnTo>
                    <a:pt x="1822527" y="64933"/>
                  </a:lnTo>
                  <a:lnTo>
                    <a:pt x="1822562" y="64953"/>
                  </a:lnTo>
                  <a:lnTo>
                    <a:pt x="1822598" y="64971"/>
                  </a:lnTo>
                  <a:lnTo>
                    <a:pt x="1822667" y="65004"/>
                  </a:lnTo>
                  <a:lnTo>
                    <a:pt x="1822739" y="65038"/>
                  </a:lnTo>
                  <a:lnTo>
                    <a:pt x="1822775" y="65049"/>
                  </a:lnTo>
                  <a:lnTo>
                    <a:pt x="1822810" y="65059"/>
                  </a:lnTo>
                  <a:lnTo>
                    <a:pt x="1822846" y="65062"/>
                  </a:lnTo>
                  <a:lnTo>
                    <a:pt x="1822882" y="65060"/>
                  </a:lnTo>
                  <a:lnTo>
                    <a:pt x="1822918" y="65057"/>
                  </a:lnTo>
                  <a:lnTo>
                    <a:pt x="1822953" y="65049"/>
                  </a:lnTo>
                  <a:lnTo>
                    <a:pt x="1822989" y="65037"/>
                  </a:lnTo>
                  <a:lnTo>
                    <a:pt x="1823025" y="65015"/>
                  </a:lnTo>
                  <a:lnTo>
                    <a:pt x="1823053" y="64990"/>
                  </a:lnTo>
                  <a:lnTo>
                    <a:pt x="1823072" y="64965"/>
                  </a:lnTo>
                  <a:lnTo>
                    <a:pt x="1823084" y="64941"/>
                  </a:lnTo>
                  <a:lnTo>
                    <a:pt x="1823096" y="64916"/>
                  </a:lnTo>
                  <a:lnTo>
                    <a:pt x="1823102" y="64891"/>
                  </a:lnTo>
                  <a:lnTo>
                    <a:pt x="1823110" y="64841"/>
                  </a:lnTo>
                  <a:lnTo>
                    <a:pt x="1823114" y="64791"/>
                  </a:lnTo>
                  <a:lnTo>
                    <a:pt x="1823109" y="64741"/>
                  </a:lnTo>
                  <a:lnTo>
                    <a:pt x="1823097" y="64691"/>
                  </a:lnTo>
                  <a:lnTo>
                    <a:pt x="1823072" y="64649"/>
                  </a:lnTo>
                  <a:lnTo>
                    <a:pt x="1823063" y="64641"/>
                  </a:lnTo>
                  <a:lnTo>
                    <a:pt x="1823032" y="64618"/>
                  </a:lnTo>
                  <a:lnTo>
                    <a:pt x="1822996" y="64598"/>
                  </a:lnTo>
                  <a:lnTo>
                    <a:pt x="1822960" y="64586"/>
                  </a:lnTo>
                  <a:lnTo>
                    <a:pt x="1822934" y="64580"/>
                  </a:lnTo>
                  <a:lnTo>
                    <a:pt x="1822925" y="64580"/>
                  </a:lnTo>
                  <a:lnTo>
                    <a:pt x="1822889" y="64577"/>
                  </a:lnTo>
                  <a:lnTo>
                    <a:pt x="1822853" y="64570"/>
                  </a:lnTo>
                  <a:lnTo>
                    <a:pt x="1822817" y="64559"/>
                  </a:lnTo>
                  <a:lnTo>
                    <a:pt x="1822784" y="64545"/>
                  </a:lnTo>
                  <a:lnTo>
                    <a:pt x="1822748" y="64523"/>
                  </a:lnTo>
                  <a:lnTo>
                    <a:pt x="1822717" y="64499"/>
                  </a:lnTo>
                  <a:lnTo>
                    <a:pt x="1822697" y="64472"/>
                  </a:lnTo>
                  <a:lnTo>
                    <a:pt x="1822686" y="64447"/>
                  </a:lnTo>
                  <a:lnTo>
                    <a:pt x="1822676" y="64422"/>
                  </a:lnTo>
                  <a:lnTo>
                    <a:pt x="1822669" y="64397"/>
                  </a:lnTo>
                  <a:lnTo>
                    <a:pt x="1822664" y="64372"/>
                  </a:lnTo>
                  <a:lnTo>
                    <a:pt x="1822664" y="64359"/>
                  </a:lnTo>
                  <a:lnTo>
                    <a:pt x="1822670" y="64322"/>
                  </a:lnTo>
                  <a:lnTo>
                    <a:pt x="1822678" y="64297"/>
                  </a:lnTo>
                  <a:lnTo>
                    <a:pt x="1822689" y="64272"/>
                  </a:lnTo>
                  <a:lnTo>
                    <a:pt x="1822732" y="64223"/>
                  </a:lnTo>
                  <a:lnTo>
                    <a:pt x="1822756" y="64198"/>
                  </a:lnTo>
                  <a:lnTo>
                    <a:pt x="1822779" y="64173"/>
                  </a:lnTo>
                  <a:lnTo>
                    <a:pt x="1822805" y="64148"/>
                  </a:lnTo>
                  <a:lnTo>
                    <a:pt x="1822836" y="64123"/>
                  </a:lnTo>
                  <a:lnTo>
                    <a:pt x="1822903" y="64073"/>
                  </a:lnTo>
                  <a:lnTo>
                    <a:pt x="1822922" y="64061"/>
                  </a:lnTo>
                  <a:lnTo>
                    <a:pt x="1822940" y="64049"/>
                  </a:lnTo>
                  <a:lnTo>
                    <a:pt x="1822976" y="64029"/>
                  </a:lnTo>
                  <a:lnTo>
                    <a:pt x="1823012" y="64012"/>
                  </a:lnTo>
                  <a:lnTo>
                    <a:pt x="1823083" y="63982"/>
                  </a:lnTo>
                  <a:lnTo>
                    <a:pt x="1823119" y="63968"/>
                  </a:lnTo>
                  <a:lnTo>
                    <a:pt x="1823154" y="63960"/>
                  </a:lnTo>
                  <a:lnTo>
                    <a:pt x="1823191" y="63952"/>
                  </a:lnTo>
                  <a:lnTo>
                    <a:pt x="1823226" y="63941"/>
                  </a:lnTo>
                  <a:lnTo>
                    <a:pt x="1823239" y="63937"/>
                  </a:lnTo>
                  <a:lnTo>
                    <a:pt x="1823262" y="63928"/>
                  </a:lnTo>
                  <a:lnTo>
                    <a:pt x="1823298" y="63913"/>
                  </a:lnTo>
                  <a:lnTo>
                    <a:pt x="1823369" y="63883"/>
                  </a:lnTo>
                  <a:lnTo>
                    <a:pt x="1823404" y="63866"/>
                  </a:lnTo>
                  <a:lnTo>
                    <a:pt x="1823440" y="63847"/>
                  </a:lnTo>
                  <a:lnTo>
                    <a:pt x="1823476" y="63826"/>
                  </a:lnTo>
                  <a:lnTo>
                    <a:pt x="1823507" y="63801"/>
                  </a:lnTo>
                  <a:lnTo>
                    <a:pt x="1823530" y="63775"/>
                  </a:lnTo>
                  <a:lnTo>
                    <a:pt x="1823552" y="63750"/>
                  </a:lnTo>
                  <a:lnTo>
                    <a:pt x="1823587" y="63702"/>
                  </a:lnTo>
                  <a:lnTo>
                    <a:pt x="1823691" y="63503"/>
                  </a:lnTo>
                  <a:lnTo>
                    <a:pt x="1823700" y="63478"/>
                  </a:lnTo>
                  <a:lnTo>
                    <a:pt x="1823708" y="63453"/>
                  </a:lnTo>
                  <a:lnTo>
                    <a:pt x="1823715" y="63428"/>
                  </a:lnTo>
                  <a:lnTo>
                    <a:pt x="1823719" y="63403"/>
                  </a:lnTo>
                  <a:lnTo>
                    <a:pt x="1823726" y="63353"/>
                  </a:lnTo>
                  <a:lnTo>
                    <a:pt x="1823730" y="63303"/>
                  </a:lnTo>
                  <a:lnTo>
                    <a:pt x="1823733" y="63277"/>
                  </a:lnTo>
                  <a:lnTo>
                    <a:pt x="1823735" y="63227"/>
                  </a:lnTo>
                  <a:lnTo>
                    <a:pt x="1823737" y="63127"/>
                  </a:lnTo>
                  <a:lnTo>
                    <a:pt x="1823737" y="63103"/>
                  </a:lnTo>
                  <a:lnTo>
                    <a:pt x="1823734" y="63077"/>
                  </a:lnTo>
                  <a:lnTo>
                    <a:pt x="1823681" y="62926"/>
                  </a:lnTo>
                  <a:lnTo>
                    <a:pt x="1823672" y="62901"/>
                  </a:lnTo>
                  <a:lnTo>
                    <a:pt x="1823661" y="62876"/>
                  </a:lnTo>
                  <a:lnTo>
                    <a:pt x="1823650" y="62851"/>
                  </a:lnTo>
                  <a:lnTo>
                    <a:pt x="1823621" y="62801"/>
                  </a:lnTo>
                  <a:lnTo>
                    <a:pt x="1823615" y="62791"/>
                  </a:lnTo>
                  <a:lnTo>
                    <a:pt x="1823606" y="62776"/>
                  </a:lnTo>
                  <a:lnTo>
                    <a:pt x="1823589" y="62751"/>
                  </a:lnTo>
                  <a:lnTo>
                    <a:pt x="1823570" y="62726"/>
                  </a:lnTo>
                  <a:lnTo>
                    <a:pt x="1823551" y="62701"/>
                  </a:lnTo>
                  <a:lnTo>
                    <a:pt x="1823529" y="62676"/>
                  </a:lnTo>
                  <a:lnTo>
                    <a:pt x="1823505" y="62651"/>
                  </a:lnTo>
                  <a:lnTo>
                    <a:pt x="1823481" y="62626"/>
                  </a:lnTo>
                  <a:lnTo>
                    <a:pt x="1823460" y="62601"/>
                  </a:lnTo>
                  <a:lnTo>
                    <a:pt x="1823441" y="62576"/>
                  </a:lnTo>
                  <a:lnTo>
                    <a:pt x="1823422" y="62551"/>
                  </a:lnTo>
                  <a:lnTo>
                    <a:pt x="1823405" y="62526"/>
                  </a:lnTo>
                  <a:lnTo>
                    <a:pt x="1823392" y="62501"/>
                  </a:lnTo>
                  <a:lnTo>
                    <a:pt x="1823385" y="62476"/>
                  </a:lnTo>
                  <a:lnTo>
                    <a:pt x="1823370" y="62426"/>
                  </a:lnTo>
                  <a:lnTo>
                    <a:pt x="1823363" y="62401"/>
                  </a:lnTo>
                  <a:lnTo>
                    <a:pt x="1823361" y="62376"/>
                  </a:lnTo>
                  <a:lnTo>
                    <a:pt x="1823360" y="62326"/>
                  </a:lnTo>
                  <a:lnTo>
                    <a:pt x="1823363" y="62301"/>
                  </a:lnTo>
                  <a:lnTo>
                    <a:pt x="1823368" y="62276"/>
                  </a:lnTo>
                  <a:lnTo>
                    <a:pt x="1823377" y="62251"/>
                  </a:lnTo>
                  <a:lnTo>
                    <a:pt x="1823389" y="62226"/>
                  </a:lnTo>
                  <a:lnTo>
                    <a:pt x="1823417" y="62201"/>
                  </a:lnTo>
                  <a:lnTo>
                    <a:pt x="1823608" y="62080"/>
                  </a:lnTo>
                  <a:lnTo>
                    <a:pt x="1823765" y="61998"/>
                  </a:lnTo>
                  <a:lnTo>
                    <a:pt x="1823800" y="61988"/>
                  </a:lnTo>
                  <a:lnTo>
                    <a:pt x="1823836" y="61974"/>
                  </a:lnTo>
                  <a:lnTo>
                    <a:pt x="1823872" y="61958"/>
                  </a:lnTo>
                  <a:lnTo>
                    <a:pt x="1823908" y="61939"/>
                  </a:lnTo>
                  <a:lnTo>
                    <a:pt x="1823979" y="61896"/>
                  </a:lnTo>
                  <a:lnTo>
                    <a:pt x="1824014" y="61870"/>
                  </a:lnTo>
                  <a:lnTo>
                    <a:pt x="1824046" y="61845"/>
                  </a:lnTo>
                  <a:lnTo>
                    <a:pt x="1824074" y="61820"/>
                  </a:lnTo>
                  <a:lnTo>
                    <a:pt x="1824238" y="61673"/>
                  </a:lnTo>
                  <a:lnTo>
                    <a:pt x="1824283" y="61623"/>
                  </a:lnTo>
                  <a:lnTo>
                    <a:pt x="1824302" y="61598"/>
                  </a:lnTo>
                  <a:lnTo>
                    <a:pt x="1824318" y="61573"/>
                  </a:lnTo>
                  <a:lnTo>
                    <a:pt x="1824335" y="61548"/>
                  </a:lnTo>
                  <a:lnTo>
                    <a:pt x="1824347" y="61523"/>
                  </a:lnTo>
                  <a:lnTo>
                    <a:pt x="1824356" y="61498"/>
                  </a:lnTo>
                  <a:lnTo>
                    <a:pt x="1824363" y="61473"/>
                  </a:lnTo>
                  <a:lnTo>
                    <a:pt x="1824368" y="61447"/>
                  </a:lnTo>
                  <a:lnTo>
                    <a:pt x="1824373" y="61423"/>
                  </a:lnTo>
                  <a:lnTo>
                    <a:pt x="1824389" y="61286"/>
                  </a:lnTo>
                  <a:lnTo>
                    <a:pt x="1824391" y="61256"/>
                  </a:lnTo>
                  <a:lnTo>
                    <a:pt x="1824391" y="61247"/>
                  </a:lnTo>
                  <a:lnTo>
                    <a:pt x="1824381" y="61222"/>
                  </a:lnTo>
                  <a:lnTo>
                    <a:pt x="1824362" y="61197"/>
                  </a:lnTo>
                  <a:lnTo>
                    <a:pt x="1824321" y="61147"/>
                  </a:lnTo>
                  <a:lnTo>
                    <a:pt x="1824300" y="61122"/>
                  </a:lnTo>
                  <a:lnTo>
                    <a:pt x="1824275" y="61097"/>
                  </a:lnTo>
                  <a:lnTo>
                    <a:pt x="1824114" y="60941"/>
                  </a:lnTo>
                  <a:lnTo>
                    <a:pt x="1824056" y="60891"/>
                  </a:lnTo>
                  <a:lnTo>
                    <a:pt x="1824020" y="60867"/>
                  </a:lnTo>
                  <a:lnTo>
                    <a:pt x="1823917" y="60796"/>
                  </a:lnTo>
                  <a:lnTo>
                    <a:pt x="1823884" y="60771"/>
                  </a:lnTo>
                  <a:lnTo>
                    <a:pt x="1823852" y="60746"/>
                  </a:lnTo>
                  <a:lnTo>
                    <a:pt x="1823800" y="60702"/>
                  </a:lnTo>
                  <a:lnTo>
                    <a:pt x="1823771" y="60678"/>
                  </a:lnTo>
                  <a:lnTo>
                    <a:pt x="1823718" y="60628"/>
                  </a:lnTo>
                  <a:lnTo>
                    <a:pt x="1823691" y="60603"/>
                  </a:lnTo>
                  <a:lnTo>
                    <a:pt x="1823668" y="60578"/>
                  </a:lnTo>
                  <a:lnTo>
                    <a:pt x="1823646" y="60553"/>
                  </a:lnTo>
                  <a:lnTo>
                    <a:pt x="1823499" y="60378"/>
                  </a:lnTo>
                  <a:lnTo>
                    <a:pt x="1823437" y="60292"/>
                  </a:lnTo>
                  <a:lnTo>
                    <a:pt x="1823391" y="60203"/>
                  </a:lnTo>
                  <a:lnTo>
                    <a:pt x="1823381" y="60178"/>
                  </a:lnTo>
                  <a:lnTo>
                    <a:pt x="1823369" y="60153"/>
                  </a:lnTo>
                  <a:lnTo>
                    <a:pt x="1823357" y="60128"/>
                  </a:lnTo>
                  <a:lnTo>
                    <a:pt x="1823301" y="60028"/>
                  </a:lnTo>
                  <a:lnTo>
                    <a:pt x="1823270" y="59979"/>
                  </a:lnTo>
                  <a:lnTo>
                    <a:pt x="1823188" y="59855"/>
                  </a:lnTo>
                  <a:lnTo>
                    <a:pt x="1823171" y="59830"/>
                  </a:lnTo>
                  <a:lnTo>
                    <a:pt x="1823136" y="59784"/>
                  </a:lnTo>
                  <a:lnTo>
                    <a:pt x="1823089" y="59731"/>
                  </a:lnTo>
                  <a:lnTo>
                    <a:pt x="1823067" y="59706"/>
                  </a:lnTo>
                  <a:lnTo>
                    <a:pt x="1823044" y="59681"/>
                  </a:lnTo>
                  <a:lnTo>
                    <a:pt x="1823017" y="59656"/>
                  </a:lnTo>
                  <a:lnTo>
                    <a:pt x="1822991" y="59631"/>
                  </a:lnTo>
                  <a:lnTo>
                    <a:pt x="1822940" y="59580"/>
                  </a:lnTo>
                  <a:lnTo>
                    <a:pt x="1822916" y="59554"/>
                  </a:lnTo>
                  <a:lnTo>
                    <a:pt x="1822896" y="59533"/>
                  </a:lnTo>
                  <a:lnTo>
                    <a:pt x="1822871" y="59506"/>
                  </a:lnTo>
                  <a:lnTo>
                    <a:pt x="1822849" y="59481"/>
                  </a:lnTo>
                  <a:lnTo>
                    <a:pt x="1822810" y="59432"/>
                  </a:lnTo>
                  <a:lnTo>
                    <a:pt x="1822793" y="59406"/>
                  </a:lnTo>
                  <a:lnTo>
                    <a:pt x="1822774" y="59356"/>
                  </a:lnTo>
                  <a:lnTo>
                    <a:pt x="1822767" y="59331"/>
                  </a:lnTo>
                  <a:lnTo>
                    <a:pt x="1822764" y="59307"/>
                  </a:lnTo>
                  <a:lnTo>
                    <a:pt x="1822766" y="59281"/>
                  </a:lnTo>
                  <a:lnTo>
                    <a:pt x="1822774" y="59256"/>
                  </a:lnTo>
                  <a:lnTo>
                    <a:pt x="1822778" y="59231"/>
                  </a:lnTo>
                  <a:lnTo>
                    <a:pt x="1822783" y="59206"/>
                  </a:lnTo>
                  <a:lnTo>
                    <a:pt x="1822789" y="59133"/>
                  </a:lnTo>
                  <a:lnTo>
                    <a:pt x="1822787" y="59081"/>
                  </a:lnTo>
                  <a:lnTo>
                    <a:pt x="1822771" y="58906"/>
                  </a:lnTo>
                  <a:lnTo>
                    <a:pt x="1822764" y="58881"/>
                  </a:lnTo>
                  <a:lnTo>
                    <a:pt x="1822757" y="58866"/>
                  </a:lnTo>
                  <a:lnTo>
                    <a:pt x="1822747" y="58856"/>
                  </a:lnTo>
                  <a:lnTo>
                    <a:pt x="1822728" y="58831"/>
                  </a:lnTo>
                  <a:lnTo>
                    <a:pt x="1822713" y="58806"/>
                  </a:lnTo>
                  <a:lnTo>
                    <a:pt x="1822701" y="58781"/>
                  </a:lnTo>
                  <a:lnTo>
                    <a:pt x="1822694" y="58756"/>
                  </a:lnTo>
                  <a:lnTo>
                    <a:pt x="1822691" y="58731"/>
                  </a:lnTo>
                  <a:lnTo>
                    <a:pt x="1822691" y="58706"/>
                  </a:lnTo>
                  <a:lnTo>
                    <a:pt x="1822694" y="58681"/>
                  </a:lnTo>
                  <a:lnTo>
                    <a:pt x="1822705" y="58631"/>
                  </a:lnTo>
                  <a:lnTo>
                    <a:pt x="1822750" y="58506"/>
                  </a:lnTo>
                  <a:lnTo>
                    <a:pt x="1822756" y="58492"/>
                  </a:lnTo>
                  <a:lnTo>
                    <a:pt x="1822761" y="58481"/>
                  </a:lnTo>
                  <a:lnTo>
                    <a:pt x="1822854" y="58332"/>
                  </a:lnTo>
                  <a:lnTo>
                    <a:pt x="1822976" y="58006"/>
                  </a:lnTo>
                  <a:lnTo>
                    <a:pt x="1822985" y="57981"/>
                  </a:lnTo>
                  <a:lnTo>
                    <a:pt x="1823009" y="57956"/>
                  </a:lnTo>
                  <a:lnTo>
                    <a:pt x="1823040" y="57932"/>
                  </a:lnTo>
                  <a:lnTo>
                    <a:pt x="1823148" y="57858"/>
                  </a:lnTo>
                  <a:lnTo>
                    <a:pt x="1823252" y="57786"/>
                  </a:lnTo>
                  <a:lnTo>
                    <a:pt x="1823286" y="57761"/>
                  </a:lnTo>
                  <a:lnTo>
                    <a:pt x="1823312" y="57736"/>
                  </a:lnTo>
                  <a:lnTo>
                    <a:pt x="1823335" y="57711"/>
                  </a:lnTo>
                  <a:lnTo>
                    <a:pt x="1823355" y="57686"/>
                  </a:lnTo>
                  <a:lnTo>
                    <a:pt x="1823404" y="57611"/>
                  </a:lnTo>
                  <a:lnTo>
                    <a:pt x="1823416" y="57585"/>
                  </a:lnTo>
                  <a:lnTo>
                    <a:pt x="1823421" y="57564"/>
                  </a:lnTo>
                  <a:lnTo>
                    <a:pt x="1823419" y="57547"/>
                  </a:lnTo>
                  <a:lnTo>
                    <a:pt x="1823348" y="57285"/>
                  </a:lnTo>
                  <a:lnTo>
                    <a:pt x="1823340" y="57260"/>
                  </a:lnTo>
                  <a:lnTo>
                    <a:pt x="1823326" y="57235"/>
                  </a:lnTo>
                  <a:lnTo>
                    <a:pt x="1823309" y="57211"/>
                  </a:lnTo>
                  <a:lnTo>
                    <a:pt x="1823285" y="57185"/>
                  </a:lnTo>
                  <a:lnTo>
                    <a:pt x="1823253" y="57161"/>
                  </a:lnTo>
                  <a:lnTo>
                    <a:pt x="1823238" y="57150"/>
                  </a:lnTo>
                  <a:lnTo>
                    <a:pt x="1823220" y="57137"/>
                  </a:lnTo>
                  <a:lnTo>
                    <a:pt x="1823184" y="57118"/>
                  </a:lnTo>
                  <a:lnTo>
                    <a:pt x="1823148" y="57101"/>
                  </a:lnTo>
                  <a:lnTo>
                    <a:pt x="1823112" y="57089"/>
                  </a:lnTo>
                  <a:lnTo>
                    <a:pt x="1823076" y="57079"/>
                  </a:lnTo>
                  <a:lnTo>
                    <a:pt x="1823004" y="57065"/>
                  </a:lnTo>
                  <a:lnTo>
                    <a:pt x="1822968" y="57058"/>
                  </a:lnTo>
                  <a:lnTo>
                    <a:pt x="1822932" y="57052"/>
                  </a:lnTo>
                  <a:lnTo>
                    <a:pt x="1822681" y="57011"/>
                  </a:lnTo>
                  <a:lnTo>
                    <a:pt x="1822609" y="56999"/>
                  </a:lnTo>
                  <a:lnTo>
                    <a:pt x="1822537" y="56989"/>
                  </a:lnTo>
                  <a:lnTo>
                    <a:pt x="1822501" y="56985"/>
                  </a:lnTo>
                  <a:lnTo>
                    <a:pt x="1822465" y="56982"/>
                  </a:lnTo>
                  <a:lnTo>
                    <a:pt x="1822429" y="56978"/>
                  </a:lnTo>
                  <a:lnTo>
                    <a:pt x="1822393" y="56977"/>
                  </a:lnTo>
                  <a:lnTo>
                    <a:pt x="1822358" y="56977"/>
                  </a:lnTo>
                  <a:lnTo>
                    <a:pt x="1822322" y="56980"/>
                  </a:lnTo>
                  <a:lnTo>
                    <a:pt x="1822250" y="56991"/>
                  </a:lnTo>
                  <a:lnTo>
                    <a:pt x="1822214" y="56999"/>
                  </a:lnTo>
                  <a:lnTo>
                    <a:pt x="1822178" y="57008"/>
                  </a:lnTo>
                  <a:lnTo>
                    <a:pt x="1822106" y="57023"/>
                  </a:lnTo>
                  <a:lnTo>
                    <a:pt x="1822035" y="57033"/>
                  </a:lnTo>
                  <a:lnTo>
                    <a:pt x="1821999" y="57037"/>
                  </a:lnTo>
                  <a:lnTo>
                    <a:pt x="1821927" y="57037"/>
                  </a:lnTo>
                  <a:lnTo>
                    <a:pt x="1821855" y="57027"/>
                  </a:lnTo>
                  <a:lnTo>
                    <a:pt x="1821783" y="57017"/>
                  </a:lnTo>
                  <a:lnTo>
                    <a:pt x="1821748" y="57011"/>
                  </a:lnTo>
                  <a:lnTo>
                    <a:pt x="1821712" y="57001"/>
                  </a:lnTo>
                  <a:lnTo>
                    <a:pt x="1821676" y="56984"/>
                  </a:lnTo>
                  <a:lnTo>
                    <a:pt x="1821640" y="56960"/>
                  </a:lnTo>
                  <a:lnTo>
                    <a:pt x="1821569" y="56910"/>
                  </a:lnTo>
                  <a:lnTo>
                    <a:pt x="1821538" y="56885"/>
                  </a:lnTo>
                  <a:lnTo>
                    <a:pt x="1821473" y="56812"/>
                  </a:lnTo>
                  <a:lnTo>
                    <a:pt x="1821470" y="56807"/>
                  </a:lnTo>
                  <a:lnTo>
                    <a:pt x="1821454" y="56787"/>
                  </a:lnTo>
                  <a:lnTo>
                    <a:pt x="1821439" y="56762"/>
                  </a:lnTo>
                  <a:lnTo>
                    <a:pt x="1821427" y="56737"/>
                  </a:lnTo>
                  <a:lnTo>
                    <a:pt x="1821267" y="56414"/>
                  </a:lnTo>
                  <a:lnTo>
                    <a:pt x="1821248" y="56363"/>
                  </a:lnTo>
                  <a:lnTo>
                    <a:pt x="1821240" y="56339"/>
                  </a:lnTo>
                  <a:lnTo>
                    <a:pt x="1821235" y="56314"/>
                  </a:lnTo>
                  <a:lnTo>
                    <a:pt x="1821230" y="56289"/>
                  </a:lnTo>
                  <a:lnTo>
                    <a:pt x="1821225" y="56263"/>
                  </a:lnTo>
                  <a:lnTo>
                    <a:pt x="1821214" y="56202"/>
                  </a:lnTo>
                  <a:lnTo>
                    <a:pt x="1821200" y="56114"/>
                  </a:lnTo>
                  <a:lnTo>
                    <a:pt x="1821198" y="56088"/>
                  </a:lnTo>
                  <a:lnTo>
                    <a:pt x="1821185" y="56038"/>
                  </a:lnTo>
                  <a:lnTo>
                    <a:pt x="1821176" y="56012"/>
                  </a:lnTo>
                  <a:lnTo>
                    <a:pt x="1821164" y="55987"/>
                  </a:lnTo>
                  <a:lnTo>
                    <a:pt x="1821149" y="55962"/>
                  </a:lnTo>
                  <a:lnTo>
                    <a:pt x="1821113" y="55912"/>
                  </a:lnTo>
                  <a:lnTo>
                    <a:pt x="1821065" y="55862"/>
                  </a:lnTo>
                  <a:lnTo>
                    <a:pt x="1821053" y="55851"/>
                  </a:lnTo>
                  <a:lnTo>
                    <a:pt x="1821036" y="55837"/>
                  </a:lnTo>
                  <a:lnTo>
                    <a:pt x="1820937" y="55764"/>
                  </a:lnTo>
                  <a:lnTo>
                    <a:pt x="1820901" y="55741"/>
                  </a:lnTo>
                  <a:lnTo>
                    <a:pt x="1820884" y="55731"/>
                  </a:lnTo>
                  <a:lnTo>
                    <a:pt x="1820865" y="55724"/>
                  </a:lnTo>
                  <a:lnTo>
                    <a:pt x="1820859" y="55723"/>
                  </a:lnTo>
                  <a:lnTo>
                    <a:pt x="1820843" y="55719"/>
                  </a:lnTo>
                  <a:lnTo>
                    <a:pt x="1820613" y="55673"/>
                  </a:lnTo>
                  <a:lnTo>
                    <a:pt x="1820328" y="55614"/>
                  </a:lnTo>
                  <a:lnTo>
                    <a:pt x="1820219" y="55587"/>
                  </a:lnTo>
                  <a:lnTo>
                    <a:pt x="1820184" y="55577"/>
                  </a:lnTo>
                  <a:lnTo>
                    <a:pt x="1820148" y="55563"/>
                  </a:lnTo>
                  <a:lnTo>
                    <a:pt x="1820114" y="55550"/>
                  </a:lnTo>
                  <a:lnTo>
                    <a:pt x="1820042" y="55522"/>
                  </a:lnTo>
                  <a:lnTo>
                    <a:pt x="1820006" y="55507"/>
                  </a:lnTo>
                  <a:lnTo>
                    <a:pt x="1819576" y="55332"/>
                  </a:lnTo>
                  <a:lnTo>
                    <a:pt x="1819541" y="55317"/>
                  </a:lnTo>
                  <a:lnTo>
                    <a:pt x="1819504" y="55301"/>
                  </a:lnTo>
                  <a:lnTo>
                    <a:pt x="1819432" y="55264"/>
                  </a:lnTo>
                  <a:lnTo>
                    <a:pt x="1819359" y="55228"/>
                  </a:lnTo>
                  <a:lnTo>
                    <a:pt x="1819323" y="55206"/>
                  </a:lnTo>
                  <a:lnTo>
                    <a:pt x="1819290" y="55185"/>
                  </a:lnTo>
                  <a:lnTo>
                    <a:pt x="1819254" y="55160"/>
                  </a:lnTo>
                  <a:lnTo>
                    <a:pt x="1819220" y="55135"/>
                  </a:lnTo>
                  <a:lnTo>
                    <a:pt x="1819191" y="55110"/>
                  </a:lnTo>
                  <a:lnTo>
                    <a:pt x="1819162" y="55085"/>
                  </a:lnTo>
                  <a:lnTo>
                    <a:pt x="1819109" y="55035"/>
                  </a:lnTo>
                  <a:lnTo>
                    <a:pt x="1818733" y="54773"/>
                  </a:lnTo>
                  <a:lnTo>
                    <a:pt x="1818697" y="54748"/>
                  </a:lnTo>
                  <a:lnTo>
                    <a:pt x="1818666" y="54723"/>
                  </a:lnTo>
                  <a:lnTo>
                    <a:pt x="1818639" y="54698"/>
                  </a:lnTo>
                  <a:lnTo>
                    <a:pt x="1818509" y="54574"/>
                  </a:lnTo>
                  <a:lnTo>
                    <a:pt x="1818259" y="54250"/>
                  </a:lnTo>
                  <a:lnTo>
                    <a:pt x="1818247" y="54225"/>
                  </a:lnTo>
                  <a:lnTo>
                    <a:pt x="1818237" y="54199"/>
                  </a:lnTo>
                  <a:lnTo>
                    <a:pt x="1818230" y="54175"/>
                  </a:lnTo>
                  <a:lnTo>
                    <a:pt x="1818225" y="54150"/>
                  </a:lnTo>
                  <a:lnTo>
                    <a:pt x="1818222" y="54124"/>
                  </a:lnTo>
                  <a:lnTo>
                    <a:pt x="1818222" y="54099"/>
                  </a:lnTo>
                  <a:lnTo>
                    <a:pt x="1818222" y="54074"/>
                  </a:lnTo>
                  <a:lnTo>
                    <a:pt x="1818223" y="54024"/>
                  </a:lnTo>
                  <a:lnTo>
                    <a:pt x="1818229" y="53999"/>
                  </a:lnTo>
                  <a:lnTo>
                    <a:pt x="1818238" y="53974"/>
                  </a:lnTo>
                  <a:lnTo>
                    <a:pt x="1818256" y="53924"/>
                  </a:lnTo>
                  <a:lnTo>
                    <a:pt x="1818266" y="53899"/>
                  </a:lnTo>
                  <a:lnTo>
                    <a:pt x="1818275" y="53874"/>
                  </a:lnTo>
                  <a:lnTo>
                    <a:pt x="1818282" y="53849"/>
                  </a:lnTo>
                  <a:lnTo>
                    <a:pt x="1818286" y="53824"/>
                  </a:lnTo>
                  <a:lnTo>
                    <a:pt x="1818289" y="53799"/>
                  </a:lnTo>
                  <a:lnTo>
                    <a:pt x="1818294" y="53704"/>
                  </a:lnTo>
                  <a:lnTo>
                    <a:pt x="1818294" y="53679"/>
                  </a:lnTo>
                  <a:lnTo>
                    <a:pt x="1818293" y="53604"/>
                  </a:lnTo>
                  <a:lnTo>
                    <a:pt x="1818289" y="53429"/>
                  </a:lnTo>
                  <a:lnTo>
                    <a:pt x="1818284" y="53404"/>
                  </a:lnTo>
                  <a:lnTo>
                    <a:pt x="1818269" y="53379"/>
                  </a:lnTo>
                  <a:lnTo>
                    <a:pt x="1818243" y="53356"/>
                  </a:lnTo>
                  <a:lnTo>
                    <a:pt x="1818214" y="53331"/>
                  </a:lnTo>
                  <a:lnTo>
                    <a:pt x="1818183" y="53306"/>
                  </a:lnTo>
                  <a:lnTo>
                    <a:pt x="1818115" y="53256"/>
                  </a:lnTo>
                  <a:lnTo>
                    <a:pt x="1818105" y="53250"/>
                  </a:lnTo>
                  <a:lnTo>
                    <a:pt x="1818079" y="53236"/>
                  </a:lnTo>
                  <a:lnTo>
                    <a:pt x="1818057" y="53219"/>
                  </a:lnTo>
                  <a:lnTo>
                    <a:pt x="1818043" y="53198"/>
                  </a:lnTo>
                  <a:lnTo>
                    <a:pt x="1817962" y="52936"/>
                  </a:lnTo>
                  <a:lnTo>
                    <a:pt x="1817957" y="52911"/>
                  </a:lnTo>
                  <a:lnTo>
                    <a:pt x="1817956" y="52901"/>
                  </a:lnTo>
                  <a:lnTo>
                    <a:pt x="1817954" y="52886"/>
                  </a:lnTo>
                  <a:lnTo>
                    <a:pt x="1817956" y="52861"/>
                  </a:lnTo>
                  <a:lnTo>
                    <a:pt x="1817961" y="52836"/>
                  </a:lnTo>
                  <a:lnTo>
                    <a:pt x="1817968" y="52811"/>
                  </a:lnTo>
                  <a:lnTo>
                    <a:pt x="1817975" y="52786"/>
                  </a:lnTo>
                  <a:lnTo>
                    <a:pt x="1817986" y="52761"/>
                  </a:lnTo>
                  <a:lnTo>
                    <a:pt x="1818026" y="52685"/>
                  </a:lnTo>
                  <a:lnTo>
                    <a:pt x="1818041" y="52660"/>
                  </a:lnTo>
                  <a:lnTo>
                    <a:pt x="1818060" y="52635"/>
                  </a:lnTo>
                  <a:lnTo>
                    <a:pt x="1818084" y="52610"/>
                  </a:lnTo>
                  <a:lnTo>
                    <a:pt x="1818115" y="52587"/>
                  </a:lnTo>
                  <a:lnTo>
                    <a:pt x="1818122" y="52582"/>
                  </a:lnTo>
                  <a:lnTo>
                    <a:pt x="1818131" y="52576"/>
                  </a:lnTo>
                  <a:lnTo>
                    <a:pt x="1818151" y="52570"/>
                  </a:lnTo>
                  <a:lnTo>
                    <a:pt x="1818187" y="52561"/>
                  </a:lnTo>
                  <a:lnTo>
                    <a:pt x="1818222" y="52556"/>
                  </a:lnTo>
                  <a:lnTo>
                    <a:pt x="1818294" y="52556"/>
                  </a:lnTo>
                  <a:lnTo>
                    <a:pt x="1818402" y="52555"/>
                  </a:lnTo>
                  <a:lnTo>
                    <a:pt x="1818510" y="52558"/>
                  </a:lnTo>
                  <a:lnTo>
                    <a:pt x="1818546" y="52560"/>
                  </a:lnTo>
                  <a:lnTo>
                    <a:pt x="1818690" y="52568"/>
                  </a:lnTo>
                  <a:lnTo>
                    <a:pt x="1818726" y="52572"/>
                  </a:lnTo>
                  <a:lnTo>
                    <a:pt x="1818762" y="52577"/>
                  </a:lnTo>
                  <a:lnTo>
                    <a:pt x="1818798" y="52584"/>
                  </a:lnTo>
                  <a:lnTo>
                    <a:pt x="1818834" y="52590"/>
                  </a:lnTo>
                  <a:lnTo>
                    <a:pt x="1818870" y="52590"/>
                  </a:lnTo>
                  <a:lnTo>
                    <a:pt x="1818906" y="52585"/>
                  </a:lnTo>
                  <a:lnTo>
                    <a:pt x="1818920" y="52581"/>
                  </a:lnTo>
                  <a:lnTo>
                    <a:pt x="1818942" y="52576"/>
                  </a:lnTo>
                  <a:lnTo>
                    <a:pt x="1818978" y="52565"/>
                  </a:lnTo>
                  <a:lnTo>
                    <a:pt x="1819014" y="52548"/>
                  </a:lnTo>
                  <a:lnTo>
                    <a:pt x="1819047" y="52522"/>
                  </a:lnTo>
                  <a:lnTo>
                    <a:pt x="1819073" y="52497"/>
                  </a:lnTo>
                  <a:lnTo>
                    <a:pt x="1819097" y="52472"/>
                  </a:lnTo>
                  <a:lnTo>
                    <a:pt x="1819118" y="52447"/>
                  </a:lnTo>
                  <a:lnTo>
                    <a:pt x="1819137" y="52422"/>
                  </a:lnTo>
                  <a:lnTo>
                    <a:pt x="1819154" y="52397"/>
                  </a:lnTo>
                  <a:lnTo>
                    <a:pt x="1819187" y="52346"/>
                  </a:lnTo>
                  <a:lnTo>
                    <a:pt x="1819193" y="52335"/>
                  </a:lnTo>
                  <a:lnTo>
                    <a:pt x="1819201" y="52321"/>
                  </a:lnTo>
                  <a:lnTo>
                    <a:pt x="1819220" y="52282"/>
                  </a:lnTo>
                  <a:lnTo>
                    <a:pt x="1819225" y="52271"/>
                  </a:lnTo>
                  <a:lnTo>
                    <a:pt x="1819232" y="52246"/>
                  </a:lnTo>
                  <a:lnTo>
                    <a:pt x="1819239" y="52221"/>
                  </a:lnTo>
                  <a:lnTo>
                    <a:pt x="1819244" y="52196"/>
                  </a:lnTo>
                  <a:lnTo>
                    <a:pt x="1819248" y="52171"/>
                  </a:lnTo>
                  <a:lnTo>
                    <a:pt x="1819248" y="52146"/>
                  </a:lnTo>
                  <a:lnTo>
                    <a:pt x="1819247" y="52096"/>
                  </a:lnTo>
                  <a:lnTo>
                    <a:pt x="1819245" y="52071"/>
                  </a:lnTo>
                  <a:lnTo>
                    <a:pt x="1819235" y="52021"/>
                  </a:lnTo>
                  <a:lnTo>
                    <a:pt x="1819228" y="51996"/>
                  </a:lnTo>
                  <a:lnTo>
                    <a:pt x="1819218" y="51971"/>
                  </a:lnTo>
                  <a:lnTo>
                    <a:pt x="1819137" y="51771"/>
                  </a:lnTo>
                  <a:lnTo>
                    <a:pt x="1819125" y="51746"/>
                  </a:lnTo>
                  <a:lnTo>
                    <a:pt x="1819110" y="51721"/>
                  </a:lnTo>
                  <a:lnTo>
                    <a:pt x="1819096" y="51696"/>
                  </a:lnTo>
                  <a:lnTo>
                    <a:pt x="1819055" y="51621"/>
                  </a:lnTo>
                  <a:lnTo>
                    <a:pt x="1819045" y="51596"/>
                  </a:lnTo>
                  <a:lnTo>
                    <a:pt x="1819038" y="51571"/>
                  </a:lnTo>
                  <a:lnTo>
                    <a:pt x="1819032" y="51546"/>
                  </a:lnTo>
                  <a:lnTo>
                    <a:pt x="1819030" y="51521"/>
                  </a:lnTo>
                  <a:lnTo>
                    <a:pt x="1819029" y="51471"/>
                  </a:lnTo>
                  <a:lnTo>
                    <a:pt x="1819034" y="51421"/>
                  </a:lnTo>
                  <a:lnTo>
                    <a:pt x="1819041" y="51396"/>
                  </a:lnTo>
                  <a:lnTo>
                    <a:pt x="1819050" y="51372"/>
                  </a:lnTo>
                  <a:lnTo>
                    <a:pt x="1819072" y="51347"/>
                  </a:lnTo>
                  <a:lnTo>
                    <a:pt x="1819350" y="51070"/>
                  </a:lnTo>
                  <a:lnTo>
                    <a:pt x="1819436" y="50995"/>
                  </a:lnTo>
                  <a:lnTo>
                    <a:pt x="1819472" y="50970"/>
                  </a:lnTo>
                  <a:lnTo>
                    <a:pt x="1819508" y="50950"/>
                  </a:lnTo>
                  <a:lnTo>
                    <a:pt x="1819544" y="50929"/>
                  </a:lnTo>
                  <a:lnTo>
                    <a:pt x="1819579" y="50912"/>
                  </a:lnTo>
                  <a:lnTo>
                    <a:pt x="1819615" y="50897"/>
                  </a:lnTo>
                  <a:lnTo>
                    <a:pt x="1819651" y="50876"/>
                  </a:lnTo>
                  <a:lnTo>
                    <a:pt x="1819703" y="50825"/>
                  </a:lnTo>
                  <a:lnTo>
                    <a:pt x="1819720" y="50800"/>
                  </a:lnTo>
                  <a:lnTo>
                    <a:pt x="1819727" y="50775"/>
                  </a:lnTo>
                  <a:lnTo>
                    <a:pt x="1819729" y="50750"/>
                  </a:lnTo>
                  <a:lnTo>
                    <a:pt x="1819720" y="50700"/>
                  </a:lnTo>
                  <a:lnTo>
                    <a:pt x="1819712" y="50675"/>
                  </a:lnTo>
                  <a:lnTo>
                    <a:pt x="1819703" y="50650"/>
                  </a:lnTo>
                  <a:lnTo>
                    <a:pt x="1819695" y="50625"/>
                  </a:lnTo>
                  <a:lnTo>
                    <a:pt x="1819697" y="50609"/>
                  </a:lnTo>
                  <a:lnTo>
                    <a:pt x="1819697" y="50600"/>
                  </a:lnTo>
                  <a:lnTo>
                    <a:pt x="1819704" y="50575"/>
                  </a:lnTo>
                  <a:lnTo>
                    <a:pt x="1819716" y="50550"/>
                  </a:lnTo>
                  <a:lnTo>
                    <a:pt x="1819730" y="50525"/>
                  </a:lnTo>
                  <a:lnTo>
                    <a:pt x="1819747" y="50502"/>
                  </a:lnTo>
                  <a:lnTo>
                    <a:pt x="1819866" y="50352"/>
                  </a:lnTo>
                  <a:lnTo>
                    <a:pt x="1819906" y="50302"/>
                  </a:lnTo>
                  <a:lnTo>
                    <a:pt x="1819949" y="50252"/>
                  </a:lnTo>
                  <a:lnTo>
                    <a:pt x="1819992" y="50202"/>
                  </a:lnTo>
                  <a:lnTo>
                    <a:pt x="1820040" y="50151"/>
                  </a:lnTo>
                  <a:lnTo>
                    <a:pt x="1820092" y="50101"/>
                  </a:lnTo>
                  <a:lnTo>
                    <a:pt x="1820121" y="50076"/>
                  </a:lnTo>
                  <a:lnTo>
                    <a:pt x="1820149" y="50051"/>
                  </a:lnTo>
                  <a:lnTo>
                    <a:pt x="1820228" y="49984"/>
                  </a:lnTo>
                  <a:lnTo>
                    <a:pt x="1820302" y="49925"/>
                  </a:lnTo>
                  <a:lnTo>
                    <a:pt x="1820338" y="49900"/>
                  </a:lnTo>
                  <a:lnTo>
                    <a:pt x="1820484" y="49776"/>
                  </a:lnTo>
                  <a:lnTo>
                    <a:pt x="1820538" y="49725"/>
                  </a:lnTo>
                  <a:lnTo>
                    <a:pt x="1820565" y="49700"/>
                  </a:lnTo>
                  <a:lnTo>
                    <a:pt x="1820587" y="49677"/>
                  </a:lnTo>
                  <a:lnTo>
                    <a:pt x="1820608" y="49652"/>
                  </a:lnTo>
                  <a:lnTo>
                    <a:pt x="1820625" y="49627"/>
                  </a:lnTo>
                  <a:lnTo>
                    <a:pt x="1820639" y="49602"/>
                  </a:lnTo>
                  <a:lnTo>
                    <a:pt x="1820648" y="49577"/>
                  </a:lnTo>
                  <a:lnTo>
                    <a:pt x="1820653" y="49552"/>
                  </a:lnTo>
                  <a:lnTo>
                    <a:pt x="1820655" y="49526"/>
                  </a:lnTo>
                  <a:lnTo>
                    <a:pt x="1820676" y="49153"/>
                  </a:lnTo>
                  <a:lnTo>
                    <a:pt x="1820674" y="49127"/>
                  </a:lnTo>
                  <a:lnTo>
                    <a:pt x="1820671" y="49103"/>
                  </a:lnTo>
                  <a:lnTo>
                    <a:pt x="1820656" y="49053"/>
                  </a:lnTo>
                  <a:lnTo>
                    <a:pt x="1820644" y="49028"/>
                  </a:lnTo>
                  <a:lnTo>
                    <a:pt x="1820630" y="49002"/>
                  </a:lnTo>
                  <a:lnTo>
                    <a:pt x="1820596" y="48953"/>
                  </a:lnTo>
                  <a:lnTo>
                    <a:pt x="1820579" y="48933"/>
                  </a:lnTo>
                  <a:lnTo>
                    <a:pt x="1820574" y="48928"/>
                  </a:lnTo>
                  <a:lnTo>
                    <a:pt x="1820552" y="48903"/>
                  </a:lnTo>
                  <a:lnTo>
                    <a:pt x="1820533" y="48878"/>
                  </a:lnTo>
                  <a:lnTo>
                    <a:pt x="1820518" y="48855"/>
                  </a:lnTo>
                  <a:lnTo>
                    <a:pt x="1820504" y="48830"/>
                  </a:lnTo>
                  <a:lnTo>
                    <a:pt x="1820479" y="48779"/>
                  </a:lnTo>
                  <a:lnTo>
                    <a:pt x="1820467" y="48754"/>
                  </a:lnTo>
                  <a:lnTo>
                    <a:pt x="1820447" y="48705"/>
                  </a:lnTo>
                  <a:lnTo>
                    <a:pt x="1820438" y="48680"/>
                  </a:lnTo>
                  <a:lnTo>
                    <a:pt x="1820432" y="48654"/>
                  </a:lnTo>
                  <a:lnTo>
                    <a:pt x="1820423" y="48604"/>
                  </a:lnTo>
                  <a:lnTo>
                    <a:pt x="1820373" y="48104"/>
                  </a:lnTo>
                  <a:lnTo>
                    <a:pt x="1820373" y="48079"/>
                  </a:lnTo>
                  <a:lnTo>
                    <a:pt x="1820380" y="48030"/>
                  </a:lnTo>
                  <a:lnTo>
                    <a:pt x="1820385" y="48005"/>
                  </a:lnTo>
                  <a:lnTo>
                    <a:pt x="1820397" y="47955"/>
                  </a:lnTo>
                  <a:lnTo>
                    <a:pt x="1820415" y="47905"/>
                  </a:lnTo>
                  <a:lnTo>
                    <a:pt x="1820425" y="47880"/>
                  </a:lnTo>
                  <a:lnTo>
                    <a:pt x="1820487" y="47729"/>
                  </a:lnTo>
                  <a:lnTo>
                    <a:pt x="1820498" y="47704"/>
                  </a:lnTo>
                  <a:lnTo>
                    <a:pt x="1820517" y="47680"/>
                  </a:lnTo>
                  <a:lnTo>
                    <a:pt x="1820577" y="47604"/>
                  </a:lnTo>
                  <a:lnTo>
                    <a:pt x="1820598" y="47579"/>
                  </a:lnTo>
                  <a:lnTo>
                    <a:pt x="1820620" y="47554"/>
                  </a:lnTo>
                  <a:lnTo>
                    <a:pt x="1820814" y="47378"/>
                  </a:lnTo>
                  <a:lnTo>
                    <a:pt x="1820842" y="47353"/>
                  </a:lnTo>
                  <a:lnTo>
                    <a:pt x="1820878" y="47328"/>
                  </a:lnTo>
                  <a:lnTo>
                    <a:pt x="1820900" y="47315"/>
                  </a:lnTo>
                  <a:lnTo>
                    <a:pt x="1820914" y="47306"/>
                  </a:lnTo>
                  <a:lnTo>
                    <a:pt x="1820950" y="47286"/>
                  </a:lnTo>
                  <a:lnTo>
                    <a:pt x="1820986" y="47269"/>
                  </a:lnTo>
                  <a:lnTo>
                    <a:pt x="1821022" y="47247"/>
                  </a:lnTo>
                  <a:lnTo>
                    <a:pt x="1821055" y="47222"/>
                  </a:lnTo>
                  <a:lnTo>
                    <a:pt x="1821086" y="47197"/>
                  </a:lnTo>
                  <a:lnTo>
                    <a:pt x="1821139" y="47147"/>
                  </a:lnTo>
                  <a:lnTo>
                    <a:pt x="1821163" y="47121"/>
                  </a:lnTo>
                  <a:lnTo>
                    <a:pt x="1821185" y="47097"/>
                  </a:lnTo>
                  <a:lnTo>
                    <a:pt x="1821223" y="47047"/>
                  </a:lnTo>
                  <a:lnTo>
                    <a:pt x="1821239" y="47021"/>
                  </a:lnTo>
                  <a:lnTo>
                    <a:pt x="1821270" y="46971"/>
                  </a:lnTo>
                  <a:lnTo>
                    <a:pt x="1821284" y="46946"/>
                  </a:lnTo>
                  <a:lnTo>
                    <a:pt x="1821291" y="46921"/>
                  </a:lnTo>
                  <a:lnTo>
                    <a:pt x="1821294" y="46896"/>
                  </a:lnTo>
                  <a:lnTo>
                    <a:pt x="1821293" y="46888"/>
                  </a:lnTo>
                  <a:lnTo>
                    <a:pt x="1821291" y="46871"/>
                  </a:lnTo>
                  <a:lnTo>
                    <a:pt x="1821286" y="46846"/>
                  </a:lnTo>
                  <a:lnTo>
                    <a:pt x="1821276" y="46821"/>
                  </a:lnTo>
                  <a:lnTo>
                    <a:pt x="1821262" y="46796"/>
                  </a:lnTo>
                  <a:lnTo>
                    <a:pt x="1821245" y="46771"/>
                  </a:lnTo>
                  <a:lnTo>
                    <a:pt x="1821225" y="46746"/>
                  </a:lnTo>
                  <a:lnTo>
                    <a:pt x="1821027" y="46521"/>
                  </a:lnTo>
                  <a:lnTo>
                    <a:pt x="1821005" y="46496"/>
                  </a:lnTo>
                  <a:lnTo>
                    <a:pt x="1820960" y="46447"/>
                  </a:lnTo>
                  <a:lnTo>
                    <a:pt x="1820955" y="46444"/>
                  </a:lnTo>
                  <a:lnTo>
                    <a:pt x="1820832" y="46380"/>
                  </a:lnTo>
                  <a:lnTo>
                    <a:pt x="1820796" y="46361"/>
                  </a:lnTo>
                  <a:lnTo>
                    <a:pt x="1820763" y="46346"/>
                  </a:lnTo>
                  <a:lnTo>
                    <a:pt x="1820727" y="46332"/>
                  </a:lnTo>
                  <a:lnTo>
                    <a:pt x="1820690" y="46315"/>
                  </a:lnTo>
                  <a:lnTo>
                    <a:pt x="1820652" y="46295"/>
                  </a:lnTo>
                  <a:lnTo>
                    <a:pt x="1820618" y="46272"/>
                  </a:lnTo>
                  <a:lnTo>
                    <a:pt x="1820614" y="46268"/>
                  </a:lnTo>
                  <a:lnTo>
                    <a:pt x="1820594" y="46247"/>
                  </a:lnTo>
                  <a:lnTo>
                    <a:pt x="1820574" y="46222"/>
                  </a:lnTo>
                  <a:lnTo>
                    <a:pt x="1820565" y="46197"/>
                  </a:lnTo>
                  <a:lnTo>
                    <a:pt x="1820558" y="46172"/>
                  </a:lnTo>
                  <a:lnTo>
                    <a:pt x="1820553" y="46147"/>
                  </a:lnTo>
                  <a:lnTo>
                    <a:pt x="1820548" y="46122"/>
                  </a:lnTo>
                  <a:lnTo>
                    <a:pt x="1820543" y="46072"/>
                  </a:lnTo>
                  <a:lnTo>
                    <a:pt x="1820543" y="46047"/>
                  </a:lnTo>
                  <a:lnTo>
                    <a:pt x="1820552" y="45997"/>
                  </a:lnTo>
                  <a:lnTo>
                    <a:pt x="1820557" y="45972"/>
                  </a:lnTo>
                  <a:lnTo>
                    <a:pt x="1820566" y="45947"/>
                  </a:lnTo>
                  <a:lnTo>
                    <a:pt x="1820590" y="45895"/>
                  </a:lnTo>
                  <a:lnTo>
                    <a:pt x="1820607" y="45870"/>
                  </a:lnTo>
                  <a:lnTo>
                    <a:pt x="1820645" y="45820"/>
                  </a:lnTo>
                  <a:lnTo>
                    <a:pt x="1820664" y="45800"/>
                  </a:lnTo>
                  <a:lnTo>
                    <a:pt x="1820669" y="45795"/>
                  </a:lnTo>
                  <a:lnTo>
                    <a:pt x="1820675" y="45790"/>
                  </a:lnTo>
                  <a:lnTo>
                    <a:pt x="1820700" y="45770"/>
                  </a:lnTo>
                  <a:lnTo>
                    <a:pt x="1820737" y="45746"/>
                  </a:lnTo>
                  <a:lnTo>
                    <a:pt x="1820808" y="45708"/>
                  </a:lnTo>
                  <a:lnTo>
                    <a:pt x="1820844" y="45691"/>
                  </a:lnTo>
                  <a:lnTo>
                    <a:pt x="1820916" y="45661"/>
                  </a:lnTo>
                  <a:lnTo>
                    <a:pt x="1820950" y="45649"/>
                  </a:lnTo>
                  <a:lnTo>
                    <a:pt x="1820986" y="45637"/>
                  </a:lnTo>
                  <a:lnTo>
                    <a:pt x="1821238" y="45560"/>
                  </a:lnTo>
                  <a:lnTo>
                    <a:pt x="1821311" y="45545"/>
                  </a:lnTo>
                  <a:lnTo>
                    <a:pt x="1821347" y="45538"/>
                  </a:lnTo>
                  <a:lnTo>
                    <a:pt x="1821383" y="45530"/>
                  </a:lnTo>
                  <a:lnTo>
                    <a:pt x="1821419" y="45521"/>
                  </a:lnTo>
                  <a:lnTo>
                    <a:pt x="1821491" y="45496"/>
                  </a:lnTo>
                  <a:lnTo>
                    <a:pt x="1821849" y="45362"/>
                  </a:lnTo>
                  <a:lnTo>
                    <a:pt x="1821885" y="45347"/>
                  </a:lnTo>
                  <a:lnTo>
                    <a:pt x="1821921" y="45332"/>
                  </a:lnTo>
                  <a:lnTo>
                    <a:pt x="1821957" y="45315"/>
                  </a:lnTo>
                  <a:lnTo>
                    <a:pt x="1822026" y="45278"/>
                  </a:lnTo>
                  <a:lnTo>
                    <a:pt x="1822062" y="45257"/>
                  </a:lnTo>
                  <a:lnTo>
                    <a:pt x="1822096" y="45230"/>
                  </a:lnTo>
                  <a:lnTo>
                    <a:pt x="1822128" y="45205"/>
                  </a:lnTo>
                  <a:lnTo>
                    <a:pt x="1822151" y="45181"/>
                  </a:lnTo>
                  <a:lnTo>
                    <a:pt x="1822170" y="45161"/>
                  </a:lnTo>
                  <a:lnTo>
                    <a:pt x="1822197" y="45131"/>
                  </a:lnTo>
                  <a:lnTo>
                    <a:pt x="1822219" y="45106"/>
                  </a:lnTo>
                  <a:lnTo>
                    <a:pt x="1822262" y="45056"/>
                  </a:lnTo>
                  <a:lnTo>
                    <a:pt x="1822283" y="45031"/>
                  </a:lnTo>
                  <a:lnTo>
                    <a:pt x="1822321" y="44979"/>
                  </a:lnTo>
                  <a:lnTo>
                    <a:pt x="1822336" y="44954"/>
                  </a:lnTo>
                  <a:lnTo>
                    <a:pt x="1822348" y="44929"/>
                  </a:lnTo>
                  <a:lnTo>
                    <a:pt x="1822357" y="44904"/>
                  </a:lnTo>
                  <a:lnTo>
                    <a:pt x="1822365" y="44879"/>
                  </a:lnTo>
                  <a:lnTo>
                    <a:pt x="1822367" y="44837"/>
                  </a:lnTo>
                  <a:lnTo>
                    <a:pt x="1822354" y="44779"/>
                  </a:lnTo>
                  <a:lnTo>
                    <a:pt x="1822348" y="44754"/>
                  </a:lnTo>
                  <a:lnTo>
                    <a:pt x="1822335" y="44729"/>
                  </a:lnTo>
                  <a:lnTo>
                    <a:pt x="1822319" y="44704"/>
                  </a:lnTo>
                  <a:lnTo>
                    <a:pt x="1822299" y="44679"/>
                  </a:lnTo>
                  <a:lnTo>
                    <a:pt x="1822255" y="44629"/>
                  </a:lnTo>
                  <a:lnTo>
                    <a:pt x="1822232" y="44604"/>
                  </a:lnTo>
                  <a:lnTo>
                    <a:pt x="1822207" y="44581"/>
                  </a:lnTo>
                  <a:lnTo>
                    <a:pt x="1822181" y="44556"/>
                  </a:lnTo>
                  <a:lnTo>
                    <a:pt x="1822154" y="44531"/>
                  </a:lnTo>
                  <a:lnTo>
                    <a:pt x="1822041" y="44431"/>
                  </a:lnTo>
                  <a:lnTo>
                    <a:pt x="1822012" y="44406"/>
                  </a:lnTo>
                  <a:lnTo>
                    <a:pt x="1821976" y="44382"/>
                  </a:lnTo>
                  <a:lnTo>
                    <a:pt x="1821939" y="44361"/>
                  </a:lnTo>
                  <a:lnTo>
                    <a:pt x="1821901" y="44345"/>
                  </a:lnTo>
                  <a:lnTo>
                    <a:pt x="1821865" y="44332"/>
                  </a:lnTo>
                  <a:lnTo>
                    <a:pt x="1821829" y="44320"/>
                  </a:lnTo>
                  <a:lnTo>
                    <a:pt x="1821793" y="44310"/>
                  </a:lnTo>
                  <a:lnTo>
                    <a:pt x="1821720" y="44290"/>
                  </a:lnTo>
                  <a:lnTo>
                    <a:pt x="1821648" y="44275"/>
                  </a:lnTo>
                  <a:lnTo>
                    <a:pt x="1821612" y="44269"/>
                  </a:lnTo>
                  <a:lnTo>
                    <a:pt x="1821576" y="44264"/>
                  </a:lnTo>
                  <a:lnTo>
                    <a:pt x="1821539" y="44260"/>
                  </a:lnTo>
                  <a:lnTo>
                    <a:pt x="1821503" y="44261"/>
                  </a:lnTo>
                  <a:lnTo>
                    <a:pt x="1821467" y="44264"/>
                  </a:lnTo>
                  <a:lnTo>
                    <a:pt x="1821431" y="44268"/>
                  </a:lnTo>
                  <a:lnTo>
                    <a:pt x="1821395" y="44271"/>
                  </a:lnTo>
                  <a:lnTo>
                    <a:pt x="1821359" y="44276"/>
                  </a:lnTo>
                  <a:lnTo>
                    <a:pt x="1821287" y="44288"/>
                  </a:lnTo>
                  <a:lnTo>
                    <a:pt x="1821142" y="44313"/>
                  </a:lnTo>
                  <a:lnTo>
                    <a:pt x="1821070" y="44328"/>
                  </a:lnTo>
                  <a:lnTo>
                    <a:pt x="1821034" y="44338"/>
                  </a:lnTo>
                  <a:lnTo>
                    <a:pt x="1820998" y="44350"/>
                  </a:lnTo>
                  <a:lnTo>
                    <a:pt x="1820962" y="44364"/>
                  </a:lnTo>
                  <a:lnTo>
                    <a:pt x="1820926" y="44379"/>
                  </a:lnTo>
                  <a:lnTo>
                    <a:pt x="1820890" y="44392"/>
                  </a:lnTo>
                  <a:lnTo>
                    <a:pt x="1820856" y="44404"/>
                  </a:lnTo>
                  <a:lnTo>
                    <a:pt x="1820784" y="44421"/>
                  </a:lnTo>
                  <a:lnTo>
                    <a:pt x="1820748" y="44428"/>
                  </a:lnTo>
                  <a:lnTo>
                    <a:pt x="1820712" y="44431"/>
                  </a:lnTo>
                  <a:lnTo>
                    <a:pt x="1820676" y="44433"/>
                  </a:lnTo>
                  <a:lnTo>
                    <a:pt x="1820640" y="44433"/>
                  </a:lnTo>
                  <a:lnTo>
                    <a:pt x="1820604" y="44431"/>
                  </a:lnTo>
                  <a:lnTo>
                    <a:pt x="1820568" y="44428"/>
                  </a:lnTo>
                  <a:lnTo>
                    <a:pt x="1820513" y="44413"/>
                  </a:lnTo>
                  <a:lnTo>
                    <a:pt x="1820493" y="44403"/>
                  </a:lnTo>
                  <a:lnTo>
                    <a:pt x="1820457" y="44380"/>
                  </a:lnTo>
                  <a:lnTo>
                    <a:pt x="1820428" y="44355"/>
                  </a:lnTo>
                  <a:lnTo>
                    <a:pt x="1820406" y="44330"/>
                  </a:lnTo>
                  <a:lnTo>
                    <a:pt x="1820387" y="44305"/>
                  </a:lnTo>
                  <a:lnTo>
                    <a:pt x="1820285" y="44157"/>
                  </a:lnTo>
                  <a:lnTo>
                    <a:pt x="1820176" y="43984"/>
                  </a:lnTo>
                  <a:lnTo>
                    <a:pt x="1820157" y="43958"/>
                  </a:lnTo>
                  <a:lnTo>
                    <a:pt x="1820123" y="43934"/>
                  </a:lnTo>
                  <a:lnTo>
                    <a:pt x="1819708" y="43674"/>
                  </a:lnTo>
                  <a:lnTo>
                    <a:pt x="1819669" y="43656"/>
                  </a:lnTo>
                  <a:lnTo>
                    <a:pt x="1819597" y="43630"/>
                  </a:lnTo>
                  <a:lnTo>
                    <a:pt x="1819488" y="43598"/>
                  </a:lnTo>
                  <a:lnTo>
                    <a:pt x="1819337" y="43558"/>
                  </a:lnTo>
                  <a:lnTo>
                    <a:pt x="1819316" y="43553"/>
                  </a:lnTo>
                  <a:lnTo>
                    <a:pt x="1819280" y="43548"/>
                  </a:lnTo>
                  <a:lnTo>
                    <a:pt x="1819224" y="43542"/>
                  </a:lnTo>
                  <a:lnTo>
                    <a:pt x="1819149" y="43534"/>
                  </a:lnTo>
                  <a:lnTo>
                    <a:pt x="1818872" y="43512"/>
                  </a:lnTo>
                  <a:lnTo>
                    <a:pt x="1818802" y="43508"/>
                  </a:lnTo>
                  <a:lnTo>
                    <a:pt x="1818781" y="43507"/>
                  </a:lnTo>
                  <a:lnTo>
                    <a:pt x="1818712" y="43499"/>
                  </a:lnTo>
                  <a:lnTo>
                    <a:pt x="1818701" y="43497"/>
                  </a:lnTo>
                  <a:lnTo>
                    <a:pt x="1818410" y="43455"/>
                  </a:lnTo>
                  <a:lnTo>
                    <a:pt x="1818333" y="43442"/>
                  </a:lnTo>
                  <a:lnTo>
                    <a:pt x="1818253" y="43422"/>
                  </a:lnTo>
                  <a:lnTo>
                    <a:pt x="1818183" y="43401"/>
                  </a:lnTo>
                  <a:lnTo>
                    <a:pt x="1818135" y="43379"/>
                  </a:lnTo>
                  <a:lnTo>
                    <a:pt x="1818099" y="43356"/>
                  </a:lnTo>
                  <a:lnTo>
                    <a:pt x="1817790" y="43138"/>
                  </a:lnTo>
                  <a:lnTo>
                    <a:pt x="1817730" y="43093"/>
                  </a:lnTo>
                  <a:lnTo>
                    <a:pt x="1817697" y="43064"/>
                  </a:lnTo>
                  <a:lnTo>
                    <a:pt x="1817689" y="43056"/>
                  </a:lnTo>
                  <a:lnTo>
                    <a:pt x="1817658" y="43024"/>
                  </a:lnTo>
                  <a:lnTo>
                    <a:pt x="1817650" y="43011"/>
                  </a:lnTo>
                  <a:lnTo>
                    <a:pt x="1817634" y="42983"/>
                  </a:lnTo>
                  <a:lnTo>
                    <a:pt x="1817595" y="42921"/>
                  </a:lnTo>
                  <a:lnTo>
                    <a:pt x="1817513" y="42804"/>
                  </a:lnTo>
                  <a:lnTo>
                    <a:pt x="1817465" y="42738"/>
                  </a:lnTo>
                  <a:lnTo>
                    <a:pt x="1817424" y="42686"/>
                  </a:lnTo>
                  <a:lnTo>
                    <a:pt x="1817399" y="42656"/>
                  </a:lnTo>
                  <a:lnTo>
                    <a:pt x="1817361" y="42609"/>
                  </a:lnTo>
                  <a:lnTo>
                    <a:pt x="1817320" y="42573"/>
                  </a:lnTo>
                  <a:lnTo>
                    <a:pt x="1817272" y="42541"/>
                  </a:lnTo>
                  <a:lnTo>
                    <a:pt x="1817204" y="42506"/>
                  </a:lnTo>
                  <a:lnTo>
                    <a:pt x="1817137" y="42479"/>
                  </a:lnTo>
                  <a:lnTo>
                    <a:pt x="1817064" y="42460"/>
                  </a:lnTo>
                  <a:lnTo>
                    <a:pt x="1816989" y="42448"/>
                  </a:lnTo>
                  <a:lnTo>
                    <a:pt x="1816903" y="42440"/>
                  </a:lnTo>
                  <a:lnTo>
                    <a:pt x="1816821" y="42436"/>
                  </a:lnTo>
                  <a:lnTo>
                    <a:pt x="1816592" y="42435"/>
                  </a:lnTo>
                  <a:lnTo>
                    <a:pt x="1816404" y="42440"/>
                  </a:lnTo>
                  <a:lnTo>
                    <a:pt x="1816264" y="42435"/>
                  </a:lnTo>
                  <a:lnTo>
                    <a:pt x="1816155" y="42430"/>
                  </a:lnTo>
                  <a:lnTo>
                    <a:pt x="1816054" y="42422"/>
                  </a:lnTo>
                  <a:lnTo>
                    <a:pt x="1815950" y="42410"/>
                  </a:lnTo>
                  <a:lnTo>
                    <a:pt x="1815839" y="42387"/>
                  </a:lnTo>
                  <a:lnTo>
                    <a:pt x="1815726" y="42356"/>
                  </a:lnTo>
                  <a:lnTo>
                    <a:pt x="1815678" y="42337"/>
                  </a:lnTo>
                  <a:lnTo>
                    <a:pt x="1815572" y="42279"/>
                  </a:lnTo>
                  <a:lnTo>
                    <a:pt x="1815512" y="42241"/>
                  </a:lnTo>
                  <a:lnTo>
                    <a:pt x="1815444" y="42191"/>
                  </a:lnTo>
                  <a:lnTo>
                    <a:pt x="1815389" y="42151"/>
                  </a:lnTo>
                  <a:lnTo>
                    <a:pt x="1815326" y="42108"/>
                  </a:lnTo>
                  <a:lnTo>
                    <a:pt x="1815070" y="41948"/>
                  </a:lnTo>
                  <a:lnTo>
                    <a:pt x="1814937" y="41875"/>
                  </a:lnTo>
                  <a:lnTo>
                    <a:pt x="1814871" y="41841"/>
                  </a:lnTo>
                  <a:lnTo>
                    <a:pt x="1814746" y="41797"/>
                  </a:lnTo>
                  <a:lnTo>
                    <a:pt x="1814051" y="41515"/>
                  </a:lnTo>
                  <a:lnTo>
                    <a:pt x="1813727" y="41355"/>
                  </a:lnTo>
                  <a:lnTo>
                    <a:pt x="1812978" y="40965"/>
                  </a:lnTo>
                  <a:lnTo>
                    <a:pt x="1812841" y="40902"/>
                  </a:lnTo>
                  <a:lnTo>
                    <a:pt x="1812759" y="40867"/>
                  </a:lnTo>
                  <a:lnTo>
                    <a:pt x="1812703" y="40842"/>
                  </a:lnTo>
                  <a:lnTo>
                    <a:pt x="1812678" y="40827"/>
                  </a:lnTo>
                  <a:lnTo>
                    <a:pt x="1812640" y="40797"/>
                  </a:lnTo>
                  <a:lnTo>
                    <a:pt x="1812347" y="40528"/>
                  </a:lnTo>
                  <a:lnTo>
                    <a:pt x="1812323" y="40503"/>
                  </a:lnTo>
                  <a:lnTo>
                    <a:pt x="1812279" y="40449"/>
                  </a:lnTo>
                  <a:lnTo>
                    <a:pt x="1812253" y="40412"/>
                  </a:lnTo>
                  <a:lnTo>
                    <a:pt x="1812202" y="40363"/>
                  </a:lnTo>
                  <a:lnTo>
                    <a:pt x="1812167" y="40329"/>
                  </a:lnTo>
                  <a:lnTo>
                    <a:pt x="1812100" y="40269"/>
                  </a:lnTo>
                  <a:lnTo>
                    <a:pt x="1812049" y="40234"/>
                  </a:lnTo>
                  <a:lnTo>
                    <a:pt x="1811993" y="40203"/>
                  </a:lnTo>
                  <a:lnTo>
                    <a:pt x="1811952" y="40189"/>
                  </a:lnTo>
                  <a:lnTo>
                    <a:pt x="1811934" y="40186"/>
                  </a:lnTo>
                  <a:lnTo>
                    <a:pt x="1811919" y="40183"/>
                  </a:lnTo>
                  <a:lnTo>
                    <a:pt x="1811880" y="40178"/>
                  </a:lnTo>
                  <a:lnTo>
                    <a:pt x="1811832" y="40179"/>
                  </a:lnTo>
                  <a:lnTo>
                    <a:pt x="1811776" y="40183"/>
                  </a:lnTo>
                  <a:lnTo>
                    <a:pt x="1811696" y="40196"/>
                  </a:lnTo>
                  <a:lnTo>
                    <a:pt x="1811564" y="40225"/>
                  </a:lnTo>
                  <a:lnTo>
                    <a:pt x="1811492" y="40244"/>
                  </a:lnTo>
                  <a:lnTo>
                    <a:pt x="1811427" y="40262"/>
                  </a:lnTo>
                  <a:lnTo>
                    <a:pt x="1810964" y="40395"/>
                  </a:lnTo>
                  <a:lnTo>
                    <a:pt x="1810918" y="40408"/>
                  </a:lnTo>
                  <a:lnTo>
                    <a:pt x="1810880" y="40425"/>
                  </a:lnTo>
                  <a:lnTo>
                    <a:pt x="1810841" y="40447"/>
                  </a:lnTo>
                  <a:lnTo>
                    <a:pt x="1810790" y="40485"/>
                  </a:lnTo>
                  <a:lnTo>
                    <a:pt x="1810776" y="40502"/>
                  </a:lnTo>
                  <a:lnTo>
                    <a:pt x="1810764" y="40524"/>
                  </a:lnTo>
                  <a:lnTo>
                    <a:pt x="1810754" y="40549"/>
                  </a:lnTo>
                  <a:lnTo>
                    <a:pt x="1810738" y="40570"/>
                  </a:lnTo>
                  <a:lnTo>
                    <a:pt x="1810714" y="40594"/>
                  </a:lnTo>
                  <a:lnTo>
                    <a:pt x="1810615" y="40664"/>
                  </a:lnTo>
                  <a:lnTo>
                    <a:pt x="1810589" y="40682"/>
                  </a:lnTo>
                  <a:lnTo>
                    <a:pt x="1810555" y="40699"/>
                  </a:lnTo>
                  <a:lnTo>
                    <a:pt x="1810514" y="40714"/>
                  </a:lnTo>
                  <a:lnTo>
                    <a:pt x="1810480" y="40731"/>
                  </a:lnTo>
                  <a:lnTo>
                    <a:pt x="1810416" y="40765"/>
                  </a:lnTo>
                  <a:lnTo>
                    <a:pt x="1810389" y="40781"/>
                  </a:lnTo>
                  <a:lnTo>
                    <a:pt x="1810041" y="41031"/>
                  </a:lnTo>
                  <a:lnTo>
                    <a:pt x="1809889" y="41149"/>
                  </a:lnTo>
                  <a:lnTo>
                    <a:pt x="1809776" y="41246"/>
                  </a:lnTo>
                  <a:lnTo>
                    <a:pt x="1809766" y="41257"/>
                  </a:lnTo>
                  <a:lnTo>
                    <a:pt x="1809726" y="41289"/>
                  </a:lnTo>
                  <a:lnTo>
                    <a:pt x="1809681" y="41321"/>
                  </a:lnTo>
                  <a:lnTo>
                    <a:pt x="1809622" y="41354"/>
                  </a:lnTo>
                  <a:lnTo>
                    <a:pt x="1809564" y="41379"/>
                  </a:lnTo>
                  <a:lnTo>
                    <a:pt x="1809499" y="41400"/>
                  </a:lnTo>
                  <a:lnTo>
                    <a:pt x="1809439" y="41418"/>
                  </a:lnTo>
                  <a:lnTo>
                    <a:pt x="1809376" y="41433"/>
                  </a:lnTo>
                  <a:lnTo>
                    <a:pt x="1809304" y="41443"/>
                  </a:lnTo>
                  <a:lnTo>
                    <a:pt x="1809214" y="41448"/>
                  </a:lnTo>
                  <a:lnTo>
                    <a:pt x="1809132" y="41450"/>
                  </a:lnTo>
                  <a:lnTo>
                    <a:pt x="1808621" y="41451"/>
                  </a:lnTo>
                  <a:lnTo>
                    <a:pt x="1808566" y="41451"/>
                  </a:lnTo>
                  <a:lnTo>
                    <a:pt x="1808489" y="41444"/>
                  </a:lnTo>
                  <a:lnTo>
                    <a:pt x="1808399" y="41429"/>
                  </a:lnTo>
                  <a:lnTo>
                    <a:pt x="1808291" y="41405"/>
                  </a:lnTo>
                  <a:lnTo>
                    <a:pt x="1808214" y="41391"/>
                  </a:lnTo>
                  <a:lnTo>
                    <a:pt x="1808142" y="41381"/>
                  </a:lnTo>
                  <a:lnTo>
                    <a:pt x="1808098" y="41377"/>
                  </a:lnTo>
                  <a:lnTo>
                    <a:pt x="1808031" y="41374"/>
                  </a:lnTo>
                  <a:lnTo>
                    <a:pt x="1807978" y="41375"/>
                  </a:lnTo>
                  <a:lnTo>
                    <a:pt x="1807960" y="41377"/>
                  </a:lnTo>
                  <a:lnTo>
                    <a:pt x="1807934" y="41380"/>
                  </a:lnTo>
                  <a:lnTo>
                    <a:pt x="1807852" y="41398"/>
                  </a:lnTo>
                  <a:lnTo>
                    <a:pt x="1807756" y="41412"/>
                  </a:lnTo>
                  <a:lnTo>
                    <a:pt x="1807674" y="41413"/>
                  </a:lnTo>
                  <a:lnTo>
                    <a:pt x="1807606" y="41412"/>
                  </a:lnTo>
                  <a:lnTo>
                    <a:pt x="1807524" y="41403"/>
                  </a:lnTo>
                  <a:lnTo>
                    <a:pt x="1807389" y="41386"/>
                  </a:lnTo>
                  <a:lnTo>
                    <a:pt x="1807312" y="41376"/>
                  </a:lnTo>
                  <a:lnTo>
                    <a:pt x="1807263" y="41368"/>
                  </a:lnTo>
                  <a:lnTo>
                    <a:pt x="1807201" y="41358"/>
                  </a:lnTo>
                  <a:lnTo>
                    <a:pt x="1807103" y="41340"/>
                  </a:lnTo>
                  <a:lnTo>
                    <a:pt x="1807023" y="41329"/>
                  </a:lnTo>
                  <a:lnTo>
                    <a:pt x="1806965" y="41325"/>
                  </a:lnTo>
                  <a:lnTo>
                    <a:pt x="1806897" y="41321"/>
                  </a:lnTo>
                  <a:lnTo>
                    <a:pt x="1806871" y="41320"/>
                  </a:lnTo>
                  <a:lnTo>
                    <a:pt x="1806782" y="41316"/>
                  </a:lnTo>
                  <a:lnTo>
                    <a:pt x="1806700" y="41316"/>
                  </a:lnTo>
                  <a:lnTo>
                    <a:pt x="1806569" y="41321"/>
                  </a:lnTo>
                  <a:lnTo>
                    <a:pt x="1806522" y="41323"/>
                  </a:lnTo>
                  <a:lnTo>
                    <a:pt x="1806391" y="41326"/>
                  </a:lnTo>
                  <a:lnTo>
                    <a:pt x="1806302" y="41322"/>
                  </a:lnTo>
                  <a:lnTo>
                    <a:pt x="1806290" y="41321"/>
                  </a:lnTo>
                  <a:lnTo>
                    <a:pt x="1806167" y="41306"/>
                  </a:lnTo>
                  <a:lnTo>
                    <a:pt x="1806063" y="41289"/>
                  </a:lnTo>
                  <a:lnTo>
                    <a:pt x="1805950" y="41269"/>
                  </a:lnTo>
                  <a:lnTo>
                    <a:pt x="1805827" y="41242"/>
                  </a:lnTo>
                  <a:lnTo>
                    <a:pt x="1805690" y="41212"/>
                  </a:lnTo>
                  <a:lnTo>
                    <a:pt x="1805533" y="41177"/>
                  </a:lnTo>
                  <a:lnTo>
                    <a:pt x="1805456" y="41159"/>
                  </a:lnTo>
                  <a:lnTo>
                    <a:pt x="1805376" y="41142"/>
                  </a:lnTo>
                  <a:lnTo>
                    <a:pt x="1805309" y="41129"/>
                  </a:lnTo>
                  <a:lnTo>
                    <a:pt x="1805248" y="41125"/>
                  </a:lnTo>
                  <a:lnTo>
                    <a:pt x="1805194" y="41125"/>
                  </a:lnTo>
                  <a:lnTo>
                    <a:pt x="1805186" y="41125"/>
                  </a:lnTo>
                  <a:lnTo>
                    <a:pt x="1805133" y="41132"/>
                  </a:lnTo>
                  <a:lnTo>
                    <a:pt x="1805080" y="41144"/>
                  </a:lnTo>
                  <a:lnTo>
                    <a:pt x="1805017" y="41167"/>
                  </a:lnTo>
                  <a:lnTo>
                    <a:pt x="1804860" y="41229"/>
                  </a:lnTo>
                  <a:lnTo>
                    <a:pt x="1804802" y="41253"/>
                  </a:lnTo>
                  <a:lnTo>
                    <a:pt x="1804665" y="41314"/>
                  </a:lnTo>
                  <a:lnTo>
                    <a:pt x="1804576" y="41359"/>
                  </a:lnTo>
                  <a:lnTo>
                    <a:pt x="1804469" y="41417"/>
                  </a:lnTo>
                  <a:lnTo>
                    <a:pt x="1804419" y="41451"/>
                  </a:lnTo>
                  <a:lnTo>
                    <a:pt x="1804373" y="41486"/>
                  </a:lnTo>
                  <a:lnTo>
                    <a:pt x="1804320" y="41526"/>
                  </a:lnTo>
                  <a:lnTo>
                    <a:pt x="1804206" y="41609"/>
                  </a:lnTo>
                  <a:lnTo>
                    <a:pt x="1804146" y="41652"/>
                  </a:lnTo>
                  <a:lnTo>
                    <a:pt x="1804112" y="41672"/>
                  </a:lnTo>
                  <a:lnTo>
                    <a:pt x="1804037" y="41716"/>
                  </a:lnTo>
                  <a:lnTo>
                    <a:pt x="1803867" y="41812"/>
                  </a:lnTo>
                  <a:lnTo>
                    <a:pt x="1803772" y="41866"/>
                  </a:lnTo>
                  <a:lnTo>
                    <a:pt x="1803688" y="41911"/>
                  </a:lnTo>
                  <a:lnTo>
                    <a:pt x="1803589" y="41958"/>
                  </a:lnTo>
                  <a:lnTo>
                    <a:pt x="1803491" y="41998"/>
                  </a:lnTo>
                  <a:lnTo>
                    <a:pt x="1803401" y="42041"/>
                  </a:lnTo>
                  <a:lnTo>
                    <a:pt x="1803182" y="42148"/>
                  </a:lnTo>
                  <a:lnTo>
                    <a:pt x="1803045" y="42216"/>
                  </a:lnTo>
                  <a:lnTo>
                    <a:pt x="1802736" y="42372"/>
                  </a:lnTo>
                  <a:lnTo>
                    <a:pt x="1802642" y="42422"/>
                  </a:lnTo>
                  <a:lnTo>
                    <a:pt x="1802529" y="42485"/>
                  </a:lnTo>
                  <a:lnTo>
                    <a:pt x="1802462" y="42525"/>
                  </a:lnTo>
                  <a:lnTo>
                    <a:pt x="1802392" y="42567"/>
                  </a:lnTo>
                  <a:lnTo>
                    <a:pt x="1802359" y="42588"/>
                  </a:lnTo>
                  <a:lnTo>
                    <a:pt x="1802314" y="42619"/>
                  </a:lnTo>
                  <a:lnTo>
                    <a:pt x="1802194" y="42704"/>
                  </a:lnTo>
                  <a:lnTo>
                    <a:pt x="1802141" y="42744"/>
                  </a:lnTo>
                  <a:lnTo>
                    <a:pt x="1802088" y="42788"/>
                  </a:lnTo>
                  <a:lnTo>
                    <a:pt x="1802042" y="42826"/>
                  </a:lnTo>
                  <a:lnTo>
                    <a:pt x="1801975" y="42881"/>
                  </a:lnTo>
                  <a:lnTo>
                    <a:pt x="1801916" y="42923"/>
                  </a:lnTo>
                  <a:lnTo>
                    <a:pt x="1801867" y="42955"/>
                  </a:lnTo>
                  <a:lnTo>
                    <a:pt x="1801775" y="43001"/>
                  </a:lnTo>
                  <a:lnTo>
                    <a:pt x="1801702" y="43033"/>
                  </a:lnTo>
                  <a:lnTo>
                    <a:pt x="1801643" y="43053"/>
                  </a:lnTo>
                  <a:lnTo>
                    <a:pt x="1801575" y="43068"/>
                  </a:lnTo>
                  <a:lnTo>
                    <a:pt x="1801527" y="43076"/>
                  </a:lnTo>
                  <a:lnTo>
                    <a:pt x="1801513" y="43078"/>
                  </a:lnTo>
                  <a:lnTo>
                    <a:pt x="1801450" y="43082"/>
                  </a:lnTo>
                  <a:lnTo>
                    <a:pt x="1801356" y="43078"/>
                  </a:lnTo>
                  <a:lnTo>
                    <a:pt x="1801281" y="43073"/>
                  </a:lnTo>
                  <a:lnTo>
                    <a:pt x="1801182" y="43060"/>
                  </a:lnTo>
                  <a:lnTo>
                    <a:pt x="1801079" y="43044"/>
                  </a:lnTo>
                  <a:lnTo>
                    <a:pt x="1800924" y="43017"/>
                  </a:lnTo>
                  <a:lnTo>
                    <a:pt x="1800823" y="42999"/>
                  </a:lnTo>
                  <a:lnTo>
                    <a:pt x="1800758" y="42987"/>
                  </a:lnTo>
                  <a:lnTo>
                    <a:pt x="1800121" y="42889"/>
                  </a:lnTo>
                  <a:lnTo>
                    <a:pt x="1799872" y="42852"/>
                  </a:lnTo>
                  <a:lnTo>
                    <a:pt x="1799800" y="42842"/>
                  </a:lnTo>
                  <a:lnTo>
                    <a:pt x="1799689" y="42827"/>
                  </a:lnTo>
                  <a:lnTo>
                    <a:pt x="1798942" y="42745"/>
                  </a:lnTo>
                  <a:lnTo>
                    <a:pt x="1798878" y="42743"/>
                  </a:lnTo>
                  <a:lnTo>
                    <a:pt x="1798812" y="42741"/>
                  </a:lnTo>
                  <a:lnTo>
                    <a:pt x="1798726" y="42748"/>
                  </a:lnTo>
                  <a:lnTo>
                    <a:pt x="1798437" y="42790"/>
                  </a:lnTo>
                  <a:lnTo>
                    <a:pt x="1798345" y="42805"/>
                  </a:lnTo>
                  <a:lnTo>
                    <a:pt x="1798169" y="42826"/>
                  </a:lnTo>
                  <a:lnTo>
                    <a:pt x="1798151" y="42826"/>
                  </a:lnTo>
                  <a:lnTo>
                    <a:pt x="1798135" y="42826"/>
                  </a:lnTo>
                  <a:lnTo>
                    <a:pt x="1798068" y="42825"/>
                  </a:lnTo>
                  <a:lnTo>
                    <a:pt x="1798022" y="42818"/>
                  </a:lnTo>
                  <a:lnTo>
                    <a:pt x="1797947" y="42800"/>
                  </a:lnTo>
                  <a:lnTo>
                    <a:pt x="1797853" y="42783"/>
                  </a:lnTo>
                  <a:lnTo>
                    <a:pt x="1797755" y="42775"/>
                  </a:lnTo>
                  <a:lnTo>
                    <a:pt x="1797677" y="42771"/>
                  </a:lnTo>
                  <a:lnTo>
                    <a:pt x="1797579" y="42778"/>
                  </a:lnTo>
                  <a:lnTo>
                    <a:pt x="1797475" y="42791"/>
                  </a:lnTo>
                  <a:lnTo>
                    <a:pt x="1797410" y="42803"/>
                  </a:lnTo>
                  <a:lnTo>
                    <a:pt x="1797365" y="42810"/>
                  </a:lnTo>
                  <a:lnTo>
                    <a:pt x="1797326" y="42811"/>
                  </a:lnTo>
                  <a:lnTo>
                    <a:pt x="1797271" y="42808"/>
                  </a:lnTo>
                  <a:lnTo>
                    <a:pt x="1797150" y="42800"/>
                  </a:lnTo>
                  <a:lnTo>
                    <a:pt x="1797037" y="42786"/>
                  </a:lnTo>
                  <a:lnTo>
                    <a:pt x="1796962" y="42775"/>
                  </a:lnTo>
                  <a:lnTo>
                    <a:pt x="1796868" y="42752"/>
                  </a:lnTo>
                  <a:lnTo>
                    <a:pt x="1796825" y="42739"/>
                  </a:lnTo>
                  <a:lnTo>
                    <a:pt x="1796779" y="42726"/>
                  </a:lnTo>
                  <a:lnTo>
                    <a:pt x="1796680" y="42692"/>
                  </a:lnTo>
                  <a:lnTo>
                    <a:pt x="1796574" y="42652"/>
                  </a:lnTo>
                  <a:lnTo>
                    <a:pt x="1796461" y="42600"/>
                  </a:lnTo>
                  <a:lnTo>
                    <a:pt x="1796286" y="42500"/>
                  </a:lnTo>
                  <a:lnTo>
                    <a:pt x="1796199" y="42447"/>
                  </a:lnTo>
                  <a:lnTo>
                    <a:pt x="1796158" y="42420"/>
                  </a:lnTo>
                  <a:lnTo>
                    <a:pt x="1796122" y="42396"/>
                  </a:lnTo>
                  <a:lnTo>
                    <a:pt x="1796035" y="42332"/>
                  </a:lnTo>
                  <a:lnTo>
                    <a:pt x="1795936" y="42253"/>
                  </a:lnTo>
                  <a:lnTo>
                    <a:pt x="1795876" y="42196"/>
                  </a:lnTo>
                  <a:lnTo>
                    <a:pt x="1795864" y="42175"/>
                  </a:lnTo>
                  <a:lnTo>
                    <a:pt x="1795772" y="41995"/>
                  </a:lnTo>
                  <a:lnTo>
                    <a:pt x="1795722" y="41847"/>
                  </a:lnTo>
                  <a:lnTo>
                    <a:pt x="1795702" y="41788"/>
                  </a:lnTo>
                  <a:lnTo>
                    <a:pt x="1795700" y="41772"/>
                  </a:lnTo>
                  <a:lnTo>
                    <a:pt x="1795699" y="41752"/>
                  </a:lnTo>
                  <a:lnTo>
                    <a:pt x="1795709" y="41502"/>
                  </a:lnTo>
                  <a:lnTo>
                    <a:pt x="1795719" y="41347"/>
                  </a:lnTo>
                  <a:lnTo>
                    <a:pt x="1795714" y="41307"/>
                  </a:lnTo>
                  <a:lnTo>
                    <a:pt x="1795704" y="41253"/>
                  </a:lnTo>
                  <a:lnTo>
                    <a:pt x="1795688" y="41207"/>
                  </a:lnTo>
                  <a:lnTo>
                    <a:pt x="1795663" y="41167"/>
                  </a:lnTo>
                  <a:lnTo>
                    <a:pt x="1795634" y="41130"/>
                  </a:lnTo>
                  <a:lnTo>
                    <a:pt x="1795584" y="41071"/>
                  </a:lnTo>
                  <a:lnTo>
                    <a:pt x="1795540" y="41008"/>
                  </a:lnTo>
                  <a:lnTo>
                    <a:pt x="1795521" y="40978"/>
                  </a:lnTo>
                  <a:lnTo>
                    <a:pt x="1795420" y="40760"/>
                  </a:lnTo>
                  <a:lnTo>
                    <a:pt x="1795388" y="40692"/>
                  </a:lnTo>
                  <a:lnTo>
                    <a:pt x="1795364" y="40638"/>
                  </a:lnTo>
                  <a:lnTo>
                    <a:pt x="1795337" y="40565"/>
                  </a:lnTo>
                  <a:lnTo>
                    <a:pt x="1795323" y="40510"/>
                  </a:lnTo>
                  <a:lnTo>
                    <a:pt x="1795319" y="40471"/>
                  </a:lnTo>
                  <a:lnTo>
                    <a:pt x="1795314" y="40402"/>
                  </a:lnTo>
                  <a:lnTo>
                    <a:pt x="1795316" y="40325"/>
                  </a:lnTo>
                  <a:lnTo>
                    <a:pt x="1795323" y="40233"/>
                  </a:lnTo>
                  <a:lnTo>
                    <a:pt x="1795333" y="40155"/>
                  </a:lnTo>
                  <a:lnTo>
                    <a:pt x="1795347" y="40098"/>
                  </a:lnTo>
                  <a:lnTo>
                    <a:pt x="1795366" y="40051"/>
                  </a:lnTo>
                  <a:lnTo>
                    <a:pt x="1795535" y="39673"/>
                  </a:lnTo>
                  <a:lnTo>
                    <a:pt x="1795644" y="39448"/>
                  </a:lnTo>
                  <a:lnTo>
                    <a:pt x="1795660" y="39423"/>
                  </a:lnTo>
                  <a:lnTo>
                    <a:pt x="1795675" y="39393"/>
                  </a:lnTo>
                  <a:lnTo>
                    <a:pt x="1795728" y="39283"/>
                  </a:lnTo>
                  <a:lnTo>
                    <a:pt x="1795808" y="39093"/>
                  </a:lnTo>
                  <a:lnTo>
                    <a:pt x="1795825" y="39041"/>
                  </a:lnTo>
                  <a:lnTo>
                    <a:pt x="1795832" y="38981"/>
                  </a:lnTo>
                  <a:lnTo>
                    <a:pt x="1795878" y="38787"/>
                  </a:lnTo>
                  <a:lnTo>
                    <a:pt x="1796067" y="38410"/>
                  </a:lnTo>
                  <a:lnTo>
                    <a:pt x="1796132" y="38294"/>
                  </a:lnTo>
                  <a:lnTo>
                    <a:pt x="1796173" y="38239"/>
                  </a:lnTo>
                  <a:lnTo>
                    <a:pt x="1796204" y="38199"/>
                  </a:lnTo>
                  <a:lnTo>
                    <a:pt x="1796410" y="37989"/>
                  </a:lnTo>
                  <a:lnTo>
                    <a:pt x="1796422" y="37977"/>
                  </a:lnTo>
                  <a:lnTo>
                    <a:pt x="1796449" y="37958"/>
                  </a:lnTo>
                  <a:lnTo>
                    <a:pt x="1796472" y="37944"/>
                  </a:lnTo>
                  <a:lnTo>
                    <a:pt x="1796492" y="37933"/>
                  </a:lnTo>
                  <a:lnTo>
                    <a:pt x="1796512" y="37919"/>
                  </a:lnTo>
                  <a:lnTo>
                    <a:pt x="1796516" y="37916"/>
                  </a:lnTo>
                  <a:lnTo>
                    <a:pt x="1796527" y="37903"/>
                  </a:lnTo>
                  <a:lnTo>
                    <a:pt x="1796545" y="37881"/>
                  </a:lnTo>
                  <a:lnTo>
                    <a:pt x="1796582" y="37824"/>
                  </a:lnTo>
                  <a:lnTo>
                    <a:pt x="1796628" y="37749"/>
                  </a:lnTo>
                  <a:lnTo>
                    <a:pt x="1796639" y="37730"/>
                  </a:lnTo>
                  <a:lnTo>
                    <a:pt x="1796672" y="37672"/>
                  </a:lnTo>
                  <a:lnTo>
                    <a:pt x="1796698" y="37604"/>
                  </a:lnTo>
                  <a:lnTo>
                    <a:pt x="1796707" y="37576"/>
                  </a:lnTo>
                  <a:lnTo>
                    <a:pt x="1796711" y="37563"/>
                  </a:lnTo>
                  <a:lnTo>
                    <a:pt x="1796713" y="37537"/>
                  </a:lnTo>
                  <a:lnTo>
                    <a:pt x="1796708" y="37477"/>
                  </a:lnTo>
                  <a:lnTo>
                    <a:pt x="1796704" y="37444"/>
                  </a:lnTo>
                  <a:lnTo>
                    <a:pt x="1796685" y="37416"/>
                  </a:lnTo>
                  <a:lnTo>
                    <a:pt x="1796639" y="37359"/>
                  </a:lnTo>
                  <a:lnTo>
                    <a:pt x="1796596" y="37314"/>
                  </a:lnTo>
                  <a:lnTo>
                    <a:pt x="1796572" y="37287"/>
                  </a:lnTo>
                  <a:lnTo>
                    <a:pt x="1796543" y="37267"/>
                  </a:lnTo>
                  <a:lnTo>
                    <a:pt x="1796485" y="37217"/>
                  </a:lnTo>
                  <a:lnTo>
                    <a:pt x="1796439" y="37166"/>
                  </a:lnTo>
                  <a:lnTo>
                    <a:pt x="1796388" y="37104"/>
                  </a:lnTo>
                  <a:lnTo>
                    <a:pt x="1796364" y="37065"/>
                  </a:lnTo>
                  <a:lnTo>
                    <a:pt x="1796337" y="37003"/>
                  </a:lnTo>
                  <a:lnTo>
                    <a:pt x="1796326" y="36980"/>
                  </a:lnTo>
                  <a:lnTo>
                    <a:pt x="1796294" y="36909"/>
                  </a:lnTo>
                  <a:lnTo>
                    <a:pt x="1796268" y="36827"/>
                  </a:lnTo>
                  <a:lnTo>
                    <a:pt x="1796254" y="36750"/>
                  </a:lnTo>
                  <a:lnTo>
                    <a:pt x="1796247" y="36700"/>
                  </a:lnTo>
                  <a:lnTo>
                    <a:pt x="1796247" y="36647"/>
                  </a:lnTo>
                  <a:lnTo>
                    <a:pt x="1796257" y="36590"/>
                  </a:lnTo>
                  <a:lnTo>
                    <a:pt x="1796252" y="36537"/>
                  </a:lnTo>
                  <a:lnTo>
                    <a:pt x="1796243" y="36460"/>
                  </a:lnTo>
                  <a:lnTo>
                    <a:pt x="1796228" y="36384"/>
                  </a:lnTo>
                  <a:lnTo>
                    <a:pt x="1796210" y="36310"/>
                  </a:lnTo>
                  <a:lnTo>
                    <a:pt x="1796173" y="36215"/>
                  </a:lnTo>
                  <a:lnTo>
                    <a:pt x="1796142" y="36140"/>
                  </a:lnTo>
                  <a:lnTo>
                    <a:pt x="1796111" y="36075"/>
                  </a:lnTo>
                  <a:lnTo>
                    <a:pt x="1796080" y="36015"/>
                  </a:lnTo>
                  <a:lnTo>
                    <a:pt x="1796065" y="35990"/>
                  </a:lnTo>
                  <a:lnTo>
                    <a:pt x="1795986" y="35856"/>
                  </a:lnTo>
                  <a:lnTo>
                    <a:pt x="1795723" y="35486"/>
                  </a:lnTo>
                  <a:lnTo>
                    <a:pt x="1795562" y="35311"/>
                  </a:lnTo>
                  <a:lnTo>
                    <a:pt x="1795494" y="35251"/>
                  </a:lnTo>
                  <a:lnTo>
                    <a:pt x="1795446" y="35199"/>
                  </a:lnTo>
                  <a:lnTo>
                    <a:pt x="1795412" y="35157"/>
                  </a:lnTo>
                  <a:lnTo>
                    <a:pt x="1795376" y="35109"/>
                  </a:lnTo>
                  <a:lnTo>
                    <a:pt x="1795357" y="35070"/>
                  </a:lnTo>
                  <a:lnTo>
                    <a:pt x="1795275" y="34905"/>
                  </a:lnTo>
                  <a:lnTo>
                    <a:pt x="1795258" y="34862"/>
                  </a:lnTo>
                  <a:lnTo>
                    <a:pt x="1795236" y="34806"/>
                  </a:lnTo>
                  <a:lnTo>
                    <a:pt x="1795215" y="34729"/>
                  </a:lnTo>
                  <a:lnTo>
                    <a:pt x="1795208" y="34674"/>
                  </a:lnTo>
                  <a:lnTo>
                    <a:pt x="1795205" y="34630"/>
                  </a:lnTo>
                  <a:lnTo>
                    <a:pt x="1795203" y="34587"/>
                  </a:lnTo>
                  <a:lnTo>
                    <a:pt x="1795208" y="34560"/>
                  </a:lnTo>
                  <a:lnTo>
                    <a:pt x="1795225" y="34520"/>
                  </a:lnTo>
                  <a:lnTo>
                    <a:pt x="1795261" y="34460"/>
                  </a:lnTo>
                  <a:lnTo>
                    <a:pt x="1795270" y="34446"/>
                  </a:lnTo>
                  <a:lnTo>
                    <a:pt x="1795281" y="34428"/>
                  </a:lnTo>
                  <a:lnTo>
                    <a:pt x="1795319" y="34389"/>
                  </a:lnTo>
                  <a:lnTo>
                    <a:pt x="1795375" y="34340"/>
                  </a:lnTo>
                  <a:lnTo>
                    <a:pt x="1795428" y="34298"/>
                  </a:lnTo>
                  <a:lnTo>
                    <a:pt x="1795485" y="34270"/>
                  </a:lnTo>
                  <a:lnTo>
                    <a:pt x="1795540" y="34250"/>
                  </a:lnTo>
                  <a:lnTo>
                    <a:pt x="1795591" y="34242"/>
                  </a:lnTo>
                  <a:lnTo>
                    <a:pt x="1795663" y="34237"/>
                  </a:lnTo>
                  <a:lnTo>
                    <a:pt x="1795816" y="34236"/>
                  </a:lnTo>
                  <a:lnTo>
                    <a:pt x="1795896" y="34239"/>
                  </a:lnTo>
                  <a:lnTo>
                    <a:pt x="1796010" y="34246"/>
                  </a:lnTo>
                  <a:lnTo>
                    <a:pt x="1796080" y="34251"/>
                  </a:lnTo>
                  <a:lnTo>
                    <a:pt x="1796210" y="34264"/>
                  </a:lnTo>
                  <a:lnTo>
                    <a:pt x="1796280" y="34269"/>
                  </a:lnTo>
                  <a:lnTo>
                    <a:pt x="1796433" y="34272"/>
                  </a:lnTo>
                  <a:lnTo>
                    <a:pt x="1796515" y="34264"/>
                  </a:lnTo>
                  <a:lnTo>
                    <a:pt x="1796617" y="34252"/>
                  </a:lnTo>
                  <a:lnTo>
                    <a:pt x="1796655" y="34246"/>
                  </a:lnTo>
                  <a:lnTo>
                    <a:pt x="1796730" y="34226"/>
                  </a:lnTo>
                  <a:lnTo>
                    <a:pt x="1796939" y="34155"/>
                  </a:lnTo>
                  <a:lnTo>
                    <a:pt x="1796963" y="34146"/>
                  </a:lnTo>
                  <a:lnTo>
                    <a:pt x="1797021" y="34123"/>
                  </a:lnTo>
                  <a:lnTo>
                    <a:pt x="1797072" y="34101"/>
                  </a:lnTo>
                  <a:lnTo>
                    <a:pt x="1797099" y="34090"/>
                  </a:lnTo>
                  <a:lnTo>
                    <a:pt x="1797142" y="34078"/>
                  </a:lnTo>
                  <a:lnTo>
                    <a:pt x="1797169" y="34073"/>
                  </a:lnTo>
                  <a:lnTo>
                    <a:pt x="1797280" y="34077"/>
                  </a:lnTo>
                  <a:lnTo>
                    <a:pt x="1797392" y="34080"/>
                  </a:lnTo>
                  <a:lnTo>
                    <a:pt x="1797486" y="34080"/>
                  </a:lnTo>
                  <a:lnTo>
                    <a:pt x="1797530" y="34075"/>
                  </a:lnTo>
                  <a:lnTo>
                    <a:pt x="1797770" y="33981"/>
                  </a:lnTo>
                  <a:lnTo>
                    <a:pt x="1797826" y="33949"/>
                  </a:lnTo>
                  <a:lnTo>
                    <a:pt x="1797862" y="33921"/>
                  </a:lnTo>
                  <a:lnTo>
                    <a:pt x="1797886" y="33888"/>
                  </a:lnTo>
                  <a:lnTo>
                    <a:pt x="1797901" y="33867"/>
                  </a:lnTo>
                  <a:lnTo>
                    <a:pt x="1797925" y="33827"/>
                  </a:lnTo>
                  <a:lnTo>
                    <a:pt x="1797954" y="33757"/>
                  </a:lnTo>
                  <a:lnTo>
                    <a:pt x="1797986" y="33694"/>
                  </a:lnTo>
                  <a:lnTo>
                    <a:pt x="1798016" y="33646"/>
                  </a:lnTo>
                  <a:lnTo>
                    <a:pt x="1798042" y="33604"/>
                  </a:lnTo>
                  <a:lnTo>
                    <a:pt x="1798135" y="33492"/>
                  </a:lnTo>
                  <a:lnTo>
                    <a:pt x="1798185" y="33447"/>
                  </a:lnTo>
                  <a:lnTo>
                    <a:pt x="1798249" y="33411"/>
                  </a:lnTo>
                  <a:lnTo>
                    <a:pt x="1798314" y="33381"/>
                  </a:lnTo>
                  <a:lnTo>
                    <a:pt x="1798395" y="33354"/>
                  </a:lnTo>
                  <a:lnTo>
                    <a:pt x="1798423" y="33345"/>
                  </a:lnTo>
                  <a:lnTo>
                    <a:pt x="1798678" y="33267"/>
                  </a:lnTo>
                  <a:lnTo>
                    <a:pt x="1798836" y="33220"/>
                  </a:lnTo>
                  <a:lnTo>
                    <a:pt x="1798923" y="33189"/>
                  </a:lnTo>
                  <a:lnTo>
                    <a:pt x="1798960" y="33170"/>
                  </a:lnTo>
                  <a:lnTo>
                    <a:pt x="1798986" y="33157"/>
                  </a:lnTo>
                  <a:lnTo>
                    <a:pt x="1799056" y="33111"/>
                  </a:lnTo>
                  <a:lnTo>
                    <a:pt x="1799129" y="33054"/>
                  </a:lnTo>
                  <a:lnTo>
                    <a:pt x="1799212" y="32978"/>
                  </a:lnTo>
                  <a:lnTo>
                    <a:pt x="1799280" y="32929"/>
                  </a:lnTo>
                  <a:lnTo>
                    <a:pt x="1799348" y="32883"/>
                  </a:lnTo>
                  <a:lnTo>
                    <a:pt x="1799435" y="32836"/>
                  </a:lnTo>
                  <a:lnTo>
                    <a:pt x="1799481" y="32821"/>
                  </a:lnTo>
                  <a:lnTo>
                    <a:pt x="1799559" y="32798"/>
                  </a:lnTo>
                  <a:lnTo>
                    <a:pt x="1799639" y="32776"/>
                  </a:lnTo>
                  <a:lnTo>
                    <a:pt x="1799707" y="32764"/>
                  </a:lnTo>
                  <a:lnTo>
                    <a:pt x="1799784" y="32758"/>
                  </a:lnTo>
                  <a:lnTo>
                    <a:pt x="1799879" y="32754"/>
                  </a:lnTo>
                  <a:lnTo>
                    <a:pt x="1800058" y="32752"/>
                  </a:lnTo>
                  <a:lnTo>
                    <a:pt x="1800116" y="32757"/>
                  </a:lnTo>
                  <a:lnTo>
                    <a:pt x="1800226" y="32780"/>
                  </a:lnTo>
                  <a:lnTo>
                    <a:pt x="1800265" y="32792"/>
                  </a:lnTo>
                  <a:lnTo>
                    <a:pt x="1800293" y="32805"/>
                  </a:lnTo>
                  <a:lnTo>
                    <a:pt x="1800328" y="32827"/>
                  </a:lnTo>
                  <a:lnTo>
                    <a:pt x="1800381" y="32860"/>
                  </a:lnTo>
                  <a:lnTo>
                    <a:pt x="1800432" y="32888"/>
                  </a:lnTo>
                  <a:lnTo>
                    <a:pt x="1800569" y="32952"/>
                  </a:lnTo>
                  <a:lnTo>
                    <a:pt x="1800916" y="33074"/>
                  </a:lnTo>
                  <a:lnTo>
                    <a:pt x="1800974" y="33084"/>
                  </a:lnTo>
                  <a:lnTo>
                    <a:pt x="1801049" y="33086"/>
                  </a:lnTo>
                  <a:lnTo>
                    <a:pt x="1801109" y="33080"/>
                  </a:lnTo>
                  <a:lnTo>
                    <a:pt x="1801180" y="33067"/>
                  </a:lnTo>
                  <a:lnTo>
                    <a:pt x="1801247" y="33045"/>
                  </a:lnTo>
                  <a:lnTo>
                    <a:pt x="1801295" y="33016"/>
                  </a:lnTo>
                  <a:lnTo>
                    <a:pt x="1801327" y="32986"/>
                  </a:lnTo>
                  <a:lnTo>
                    <a:pt x="1801357" y="32942"/>
                  </a:lnTo>
                  <a:lnTo>
                    <a:pt x="1801379" y="32892"/>
                  </a:lnTo>
                  <a:lnTo>
                    <a:pt x="1801398" y="32834"/>
                  </a:lnTo>
                  <a:lnTo>
                    <a:pt x="1801415" y="32796"/>
                  </a:lnTo>
                  <a:lnTo>
                    <a:pt x="1801446" y="32737"/>
                  </a:lnTo>
                  <a:lnTo>
                    <a:pt x="1801470" y="32695"/>
                  </a:lnTo>
                  <a:lnTo>
                    <a:pt x="1801575" y="32513"/>
                  </a:lnTo>
                  <a:lnTo>
                    <a:pt x="1801596" y="32483"/>
                  </a:lnTo>
                  <a:lnTo>
                    <a:pt x="1801628" y="32443"/>
                  </a:lnTo>
                  <a:lnTo>
                    <a:pt x="1801688" y="32374"/>
                  </a:lnTo>
                  <a:lnTo>
                    <a:pt x="1801873" y="32173"/>
                  </a:lnTo>
                  <a:lnTo>
                    <a:pt x="1801909" y="32138"/>
                  </a:lnTo>
                  <a:lnTo>
                    <a:pt x="1801962" y="32092"/>
                  </a:lnTo>
                  <a:lnTo>
                    <a:pt x="1802034" y="32032"/>
                  </a:lnTo>
                  <a:lnTo>
                    <a:pt x="1802075" y="32000"/>
                  </a:lnTo>
                  <a:lnTo>
                    <a:pt x="1802106" y="31982"/>
                  </a:lnTo>
                  <a:lnTo>
                    <a:pt x="1802152" y="31956"/>
                  </a:lnTo>
                  <a:lnTo>
                    <a:pt x="1802208" y="31930"/>
                  </a:lnTo>
                  <a:lnTo>
                    <a:pt x="1802251" y="31899"/>
                  </a:lnTo>
                  <a:lnTo>
                    <a:pt x="1802302" y="31861"/>
                  </a:lnTo>
                  <a:lnTo>
                    <a:pt x="1802345" y="31820"/>
                  </a:lnTo>
                  <a:lnTo>
                    <a:pt x="1802381" y="31783"/>
                  </a:lnTo>
                  <a:lnTo>
                    <a:pt x="1802386" y="31778"/>
                  </a:lnTo>
                  <a:lnTo>
                    <a:pt x="1802394" y="31766"/>
                  </a:lnTo>
                  <a:lnTo>
                    <a:pt x="1802415" y="31735"/>
                  </a:lnTo>
                  <a:lnTo>
                    <a:pt x="1802432" y="31690"/>
                  </a:lnTo>
                  <a:lnTo>
                    <a:pt x="1802451" y="31651"/>
                  </a:lnTo>
                  <a:lnTo>
                    <a:pt x="1802464" y="31630"/>
                  </a:lnTo>
                  <a:lnTo>
                    <a:pt x="1802472" y="31617"/>
                  </a:lnTo>
                  <a:lnTo>
                    <a:pt x="1802518" y="31570"/>
                  </a:lnTo>
                  <a:lnTo>
                    <a:pt x="1802561" y="31539"/>
                  </a:lnTo>
                  <a:lnTo>
                    <a:pt x="1802614" y="31512"/>
                  </a:lnTo>
                  <a:lnTo>
                    <a:pt x="1802687" y="31477"/>
                  </a:lnTo>
                  <a:lnTo>
                    <a:pt x="1802772" y="31442"/>
                  </a:lnTo>
                  <a:lnTo>
                    <a:pt x="1802966" y="31380"/>
                  </a:lnTo>
                  <a:lnTo>
                    <a:pt x="1803035" y="31359"/>
                  </a:lnTo>
                  <a:lnTo>
                    <a:pt x="1803084" y="31344"/>
                  </a:lnTo>
                  <a:lnTo>
                    <a:pt x="1803148" y="31321"/>
                  </a:lnTo>
                  <a:lnTo>
                    <a:pt x="1803199" y="31304"/>
                  </a:lnTo>
                  <a:lnTo>
                    <a:pt x="1803243" y="31287"/>
                  </a:lnTo>
                  <a:lnTo>
                    <a:pt x="1803296" y="31262"/>
                  </a:lnTo>
                  <a:lnTo>
                    <a:pt x="1803417" y="31195"/>
                  </a:lnTo>
                  <a:lnTo>
                    <a:pt x="1803470" y="31163"/>
                  </a:lnTo>
                  <a:lnTo>
                    <a:pt x="1803489" y="31152"/>
                  </a:lnTo>
                  <a:lnTo>
                    <a:pt x="1803499" y="31146"/>
                  </a:lnTo>
                  <a:lnTo>
                    <a:pt x="1803581" y="31100"/>
                  </a:lnTo>
                  <a:lnTo>
                    <a:pt x="1803660" y="31062"/>
                  </a:lnTo>
                  <a:lnTo>
                    <a:pt x="1803673" y="31055"/>
                  </a:lnTo>
                  <a:lnTo>
                    <a:pt x="1803888" y="30954"/>
                  </a:lnTo>
                  <a:lnTo>
                    <a:pt x="1803945" y="30929"/>
                  </a:lnTo>
                  <a:lnTo>
                    <a:pt x="1804002" y="30909"/>
                  </a:lnTo>
                  <a:lnTo>
                    <a:pt x="1804011" y="30907"/>
                  </a:lnTo>
                  <a:lnTo>
                    <a:pt x="1804020" y="30904"/>
                  </a:lnTo>
                  <a:lnTo>
                    <a:pt x="1804058" y="30894"/>
                  </a:lnTo>
                  <a:lnTo>
                    <a:pt x="1804128" y="30877"/>
                  </a:lnTo>
                  <a:lnTo>
                    <a:pt x="1804200" y="30860"/>
                  </a:lnTo>
                  <a:lnTo>
                    <a:pt x="1804283" y="30848"/>
                  </a:lnTo>
                  <a:lnTo>
                    <a:pt x="1804467" y="30822"/>
                  </a:lnTo>
                  <a:lnTo>
                    <a:pt x="1804554" y="30810"/>
                  </a:lnTo>
                  <a:lnTo>
                    <a:pt x="1804675" y="30798"/>
                  </a:lnTo>
                  <a:lnTo>
                    <a:pt x="1804724" y="30792"/>
                  </a:lnTo>
                  <a:lnTo>
                    <a:pt x="1804796" y="30778"/>
                  </a:lnTo>
                  <a:lnTo>
                    <a:pt x="1804869" y="30760"/>
                  </a:lnTo>
                  <a:lnTo>
                    <a:pt x="1804939" y="30736"/>
                  </a:lnTo>
                  <a:lnTo>
                    <a:pt x="1804997" y="30714"/>
                  </a:lnTo>
                  <a:lnTo>
                    <a:pt x="1805060" y="30682"/>
                  </a:lnTo>
                  <a:lnTo>
                    <a:pt x="1805130" y="30642"/>
                  </a:lnTo>
                  <a:lnTo>
                    <a:pt x="1805201" y="30595"/>
                  </a:lnTo>
                  <a:lnTo>
                    <a:pt x="1805208" y="30590"/>
                  </a:lnTo>
                  <a:lnTo>
                    <a:pt x="1805292" y="30533"/>
                  </a:lnTo>
                  <a:lnTo>
                    <a:pt x="1805312" y="30517"/>
                  </a:lnTo>
                  <a:lnTo>
                    <a:pt x="1805333" y="30500"/>
                  </a:lnTo>
                  <a:lnTo>
                    <a:pt x="1805355" y="30483"/>
                  </a:lnTo>
                  <a:lnTo>
                    <a:pt x="1805415" y="30426"/>
                  </a:lnTo>
                  <a:lnTo>
                    <a:pt x="1805444" y="30389"/>
                  </a:lnTo>
                  <a:lnTo>
                    <a:pt x="1805456" y="30364"/>
                  </a:lnTo>
                  <a:lnTo>
                    <a:pt x="1805461" y="30354"/>
                  </a:lnTo>
                  <a:lnTo>
                    <a:pt x="1805470" y="30296"/>
                  </a:lnTo>
                  <a:lnTo>
                    <a:pt x="1805473" y="30243"/>
                  </a:lnTo>
                  <a:lnTo>
                    <a:pt x="1805475" y="30219"/>
                  </a:lnTo>
                  <a:lnTo>
                    <a:pt x="1805462" y="30052"/>
                  </a:lnTo>
                  <a:lnTo>
                    <a:pt x="1805452" y="29947"/>
                  </a:lnTo>
                  <a:lnTo>
                    <a:pt x="1805421" y="29775"/>
                  </a:lnTo>
                  <a:lnTo>
                    <a:pt x="1805419" y="29763"/>
                  </a:lnTo>
                  <a:lnTo>
                    <a:pt x="1805402" y="29687"/>
                  </a:lnTo>
                  <a:lnTo>
                    <a:pt x="1805389" y="29635"/>
                  </a:lnTo>
                  <a:lnTo>
                    <a:pt x="1805382" y="29572"/>
                  </a:lnTo>
                  <a:lnTo>
                    <a:pt x="1805377" y="29536"/>
                  </a:lnTo>
                  <a:lnTo>
                    <a:pt x="1805374" y="29505"/>
                  </a:lnTo>
                  <a:lnTo>
                    <a:pt x="1805383" y="29445"/>
                  </a:lnTo>
                  <a:lnTo>
                    <a:pt x="1805400" y="29388"/>
                  </a:lnTo>
                  <a:lnTo>
                    <a:pt x="1805414" y="29362"/>
                  </a:lnTo>
                  <a:lnTo>
                    <a:pt x="1805422" y="29347"/>
                  </a:lnTo>
                  <a:lnTo>
                    <a:pt x="1805437" y="29329"/>
                  </a:lnTo>
                  <a:lnTo>
                    <a:pt x="1805458" y="29305"/>
                  </a:lnTo>
                  <a:lnTo>
                    <a:pt x="1805506" y="29266"/>
                  </a:lnTo>
                  <a:lnTo>
                    <a:pt x="1805584" y="29214"/>
                  </a:lnTo>
                  <a:lnTo>
                    <a:pt x="1805666" y="29172"/>
                  </a:lnTo>
                  <a:lnTo>
                    <a:pt x="1805750" y="29136"/>
                  </a:lnTo>
                  <a:lnTo>
                    <a:pt x="1805828" y="29109"/>
                  </a:lnTo>
                  <a:lnTo>
                    <a:pt x="1805879" y="29094"/>
                  </a:lnTo>
                  <a:lnTo>
                    <a:pt x="1805923" y="29085"/>
                  </a:lnTo>
                  <a:lnTo>
                    <a:pt x="1806020" y="29072"/>
                  </a:lnTo>
                  <a:lnTo>
                    <a:pt x="1806093" y="29068"/>
                  </a:lnTo>
                  <a:lnTo>
                    <a:pt x="1806539" y="29057"/>
                  </a:lnTo>
                  <a:lnTo>
                    <a:pt x="1806928" y="29055"/>
                  </a:lnTo>
                  <a:lnTo>
                    <a:pt x="1806997" y="29051"/>
                  </a:lnTo>
                  <a:lnTo>
                    <a:pt x="1807029" y="29049"/>
                  </a:lnTo>
                  <a:lnTo>
                    <a:pt x="1807103" y="29038"/>
                  </a:lnTo>
                  <a:lnTo>
                    <a:pt x="1807206" y="29010"/>
                  </a:lnTo>
                  <a:lnTo>
                    <a:pt x="1807286" y="28980"/>
                  </a:lnTo>
                  <a:lnTo>
                    <a:pt x="1807335" y="28957"/>
                  </a:lnTo>
                  <a:lnTo>
                    <a:pt x="1807393" y="28918"/>
                  </a:lnTo>
                  <a:lnTo>
                    <a:pt x="1807412" y="28901"/>
                  </a:lnTo>
                  <a:lnTo>
                    <a:pt x="1807425" y="28890"/>
                  </a:lnTo>
                  <a:lnTo>
                    <a:pt x="1807433" y="28883"/>
                  </a:lnTo>
                  <a:lnTo>
                    <a:pt x="1807446" y="28872"/>
                  </a:lnTo>
                  <a:lnTo>
                    <a:pt x="1807499" y="28811"/>
                  </a:lnTo>
                  <a:lnTo>
                    <a:pt x="1807523" y="28755"/>
                  </a:lnTo>
                  <a:lnTo>
                    <a:pt x="1807540" y="28691"/>
                  </a:lnTo>
                  <a:lnTo>
                    <a:pt x="1807540" y="28641"/>
                  </a:lnTo>
                  <a:lnTo>
                    <a:pt x="1807535" y="28604"/>
                  </a:lnTo>
                  <a:lnTo>
                    <a:pt x="1807524" y="28575"/>
                  </a:lnTo>
                  <a:lnTo>
                    <a:pt x="1807517" y="28560"/>
                  </a:lnTo>
                  <a:lnTo>
                    <a:pt x="1807515" y="28554"/>
                  </a:lnTo>
                  <a:lnTo>
                    <a:pt x="1807505" y="28534"/>
                  </a:lnTo>
                  <a:lnTo>
                    <a:pt x="1807496" y="28514"/>
                  </a:lnTo>
                  <a:lnTo>
                    <a:pt x="1807486" y="28495"/>
                  </a:lnTo>
                  <a:lnTo>
                    <a:pt x="1807471" y="28468"/>
                  </a:lnTo>
                  <a:lnTo>
                    <a:pt x="1807456" y="28415"/>
                  </a:lnTo>
                  <a:lnTo>
                    <a:pt x="1807442" y="28348"/>
                  </a:lnTo>
                  <a:lnTo>
                    <a:pt x="1807434" y="28276"/>
                  </a:lnTo>
                  <a:lnTo>
                    <a:pt x="1807434" y="28213"/>
                  </a:lnTo>
                  <a:lnTo>
                    <a:pt x="1807440" y="28189"/>
                  </a:lnTo>
                  <a:lnTo>
                    <a:pt x="1807455" y="28132"/>
                  </a:lnTo>
                  <a:lnTo>
                    <a:pt x="1807482" y="28048"/>
                  </a:lnTo>
                  <a:lnTo>
                    <a:pt x="1807517" y="27971"/>
                  </a:lnTo>
                  <a:lnTo>
                    <a:pt x="1807561" y="27898"/>
                  </a:lnTo>
                  <a:lnTo>
                    <a:pt x="1807585" y="27869"/>
                  </a:lnTo>
                  <a:lnTo>
                    <a:pt x="1807636" y="27813"/>
                  </a:lnTo>
                  <a:lnTo>
                    <a:pt x="1807705" y="27741"/>
                  </a:lnTo>
                  <a:lnTo>
                    <a:pt x="1807738" y="27705"/>
                  </a:lnTo>
                  <a:lnTo>
                    <a:pt x="1807756" y="27686"/>
                  </a:lnTo>
                  <a:lnTo>
                    <a:pt x="1807776" y="27656"/>
                  </a:lnTo>
                  <a:lnTo>
                    <a:pt x="1807788" y="27631"/>
                  </a:lnTo>
                  <a:lnTo>
                    <a:pt x="1807800" y="27598"/>
                  </a:lnTo>
                  <a:lnTo>
                    <a:pt x="1807813" y="27549"/>
                  </a:lnTo>
                  <a:lnTo>
                    <a:pt x="1807825" y="27498"/>
                  </a:lnTo>
                  <a:lnTo>
                    <a:pt x="1807827" y="27489"/>
                  </a:lnTo>
                  <a:lnTo>
                    <a:pt x="1807830" y="27466"/>
                  </a:lnTo>
                  <a:lnTo>
                    <a:pt x="1807855" y="27406"/>
                  </a:lnTo>
                  <a:lnTo>
                    <a:pt x="1807896" y="27339"/>
                  </a:lnTo>
                  <a:lnTo>
                    <a:pt x="1807918" y="27309"/>
                  </a:lnTo>
                  <a:lnTo>
                    <a:pt x="1807979" y="27249"/>
                  </a:lnTo>
                  <a:lnTo>
                    <a:pt x="1808053" y="27179"/>
                  </a:lnTo>
                  <a:lnTo>
                    <a:pt x="1808096" y="27144"/>
                  </a:lnTo>
                  <a:lnTo>
                    <a:pt x="1808155" y="27106"/>
                  </a:lnTo>
                  <a:lnTo>
                    <a:pt x="1808204" y="27083"/>
                  </a:lnTo>
                  <a:lnTo>
                    <a:pt x="1808252" y="27064"/>
                  </a:lnTo>
                  <a:lnTo>
                    <a:pt x="1808318" y="27040"/>
                  </a:lnTo>
                  <a:lnTo>
                    <a:pt x="1808340" y="27033"/>
                  </a:lnTo>
                  <a:lnTo>
                    <a:pt x="1808379" y="27020"/>
                  </a:lnTo>
                  <a:lnTo>
                    <a:pt x="1808437" y="27007"/>
                  </a:lnTo>
                  <a:lnTo>
                    <a:pt x="1808483" y="27003"/>
                  </a:lnTo>
                  <a:lnTo>
                    <a:pt x="1808515" y="27003"/>
                  </a:lnTo>
                  <a:lnTo>
                    <a:pt x="1808546" y="27005"/>
                  </a:lnTo>
                  <a:lnTo>
                    <a:pt x="1808598" y="27010"/>
                  </a:lnTo>
                  <a:lnTo>
                    <a:pt x="1808653" y="27018"/>
                  </a:lnTo>
                  <a:lnTo>
                    <a:pt x="1808660" y="27019"/>
                  </a:lnTo>
                  <a:lnTo>
                    <a:pt x="1808665" y="27020"/>
                  </a:lnTo>
                  <a:lnTo>
                    <a:pt x="1808724" y="27024"/>
                  </a:lnTo>
                  <a:lnTo>
                    <a:pt x="1808767" y="27024"/>
                  </a:lnTo>
                  <a:lnTo>
                    <a:pt x="1808828" y="27017"/>
                  </a:lnTo>
                  <a:lnTo>
                    <a:pt x="1808860" y="27011"/>
                  </a:lnTo>
                  <a:lnTo>
                    <a:pt x="1808901" y="26997"/>
                  </a:lnTo>
                  <a:lnTo>
                    <a:pt x="1808943" y="26977"/>
                  </a:lnTo>
                  <a:lnTo>
                    <a:pt x="1809077" y="26896"/>
                  </a:lnTo>
                  <a:lnTo>
                    <a:pt x="1809206" y="26818"/>
                  </a:lnTo>
                  <a:lnTo>
                    <a:pt x="1809259" y="26786"/>
                  </a:lnTo>
                  <a:lnTo>
                    <a:pt x="1809291" y="26769"/>
                  </a:lnTo>
                  <a:lnTo>
                    <a:pt x="1809347" y="26741"/>
                  </a:lnTo>
                  <a:lnTo>
                    <a:pt x="1809433" y="26700"/>
                  </a:lnTo>
                  <a:lnTo>
                    <a:pt x="1809489" y="26675"/>
                  </a:lnTo>
                  <a:lnTo>
                    <a:pt x="1809555" y="26645"/>
                  </a:lnTo>
                  <a:lnTo>
                    <a:pt x="1809813" y="26519"/>
                  </a:lnTo>
                  <a:lnTo>
                    <a:pt x="1809839" y="26502"/>
                  </a:lnTo>
                  <a:lnTo>
                    <a:pt x="1809901" y="26457"/>
                  </a:lnTo>
                  <a:lnTo>
                    <a:pt x="1809942" y="26420"/>
                  </a:lnTo>
                  <a:lnTo>
                    <a:pt x="1809961" y="26397"/>
                  </a:lnTo>
                  <a:lnTo>
                    <a:pt x="1809969" y="26386"/>
                  </a:lnTo>
                  <a:lnTo>
                    <a:pt x="1810001" y="26338"/>
                  </a:lnTo>
                  <a:lnTo>
                    <a:pt x="1810036" y="26281"/>
                  </a:lnTo>
                  <a:lnTo>
                    <a:pt x="1810055" y="26248"/>
                  </a:lnTo>
                  <a:lnTo>
                    <a:pt x="1810065" y="26231"/>
                  </a:lnTo>
                  <a:lnTo>
                    <a:pt x="1810073" y="26212"/>
                  </a:lnTo>
                  <a:lnTo>
                    <a:pt x="1810085" y="26184"/>
                  </a:lnTo>
                  <a:lnTo>
                    <a:pt x="1810105" y="26131"/>
                  </a:lnTo>
                  <a:lnTo>
                    <a:pt x="1810114" y="26084"/>
                  </a:lnTo>
                  <a:lnTo>
                    <a:pt x="1810132" y="25986"/>
                  </a:lnTo>
                  <a:lnTo>
                    <a:pt x="1810155" y="25877"/>
                  </a:lnTo>
                  <a:lnTo>
                    <a:pt x="1810157" y="25870"/>
                  </a:lnTo>
                  <a:lnTo>
                    <a:pt x="1810177" y="25809"/>
                  </a:lnTo>
                  <a:lnTo>
                    <a:pt x="1810184" y="25791"/>
                  </a:lnTo>
                  <a:lnTo>
                    <a:pt x="1810194" y="25766"/>
                  </a:lnTo>
                  <a:lnTo>
                    <a:pt x="1810217" y="25726"/>
                  </a:lnTo>
                  <a:lnTo>
                    <a:pt x="1810251" y="25678"/>
                  </a:lnTo>
                  <a:lnTo>
                    <a:pt x="1810293" y="25620"/>
                  </a:lnTo>
                  <a:lnTo>
                    <a:pt x="1810332" y="25568"/>
                  </a:lnTo>
                  <a:lnTo>
                    <a:pt x="1810358" y="25531"/>
                  </a:lnTo>
                  <a:lnTo>
                    <a:pt x="1810374" y="25510"/>
                  </a:lnTo>
                  <a:lnTo>
                    <a:pt x="1810383" y="25494"/>
                  </a:lnTo>
                  <a:lnTo>
                    <a:pt x="1810401" y="25465"/>
                  </a:lnTo>
                  <a:lnTo>
                    <a:pt x="1810425" y="25420"/>
                  </a:lnTo>
                  <a:lnTo>
                    <a:pt x="1810430" y="25410"/>
                  </a:lnTo>
                  <a:lnTo>
                    <a:pt x="1810501" y="25263"/>
                  </a:lnTo>
                  <a:lnTo>
                    <a:pt x="1810515" y="25234"/>
                  </a:lnTo>
                  <a:lnTo>
                    <a:pt x="1810534" y="25195"/>
                  </a:lnTo>
                  <a:lnTo>
                    <a:pt x="1810560" y="25150"/>
                  </a:lnTo>
                  <a:lnTo>
                    <a:pt x="1810590" y="25105"/>
                  </a:lnTo>
                  <a:lnTo>
                    <a:pt x="1810708" y="24962"/>
                  </a:lnTo>
                  <a:lnTo>
                    <a:pt x="1810997" y="24623"/>
                  </a:lnTo>
                  <a:lnTo>
                    <a:pt x="1811039" y="24581"/>
                  </a:lnTo>
                  <a:lnTo>
                    <a:pt x="1811054" y="24568"/>
                  </a:lnTo>
                  <a:lnTo>
                    <a:pt x="1811203" y="24438"/>
                  </a:lnTo>
                  <a:lnTo>
                    <a:pt x="1811301" y="24357"/>
                  </a:lnTo>
                  <a:lnTo>
                    <a:pt x="1811457" y="24234"/>
                  </a:lnTo>
                  <a:lnTo>
                    <a:pt x="1811469" y="24227"/>
                  </a:lnTo>
                  <a:lnTo>
                    <a:pt x="1811536" y="24183"/>
                  </a:lnTo>
                  <a:lnTo>
                    <a:pt x="1811623" y="24131"/>
                  </a:lnTo>
                  <a:lnTo>
                    <a:pt x="1811707" y="24087"/>
                  </a:lnTo>
                  <a:lnTo>
                    <a:pt x="1811757" y="24064"/>
                  </a:lnTo>
                  <a:lnTo>
                    <a:pt x="1811802" y="24045"/>
                  </a:lnTo>
                  <a:lnTo>
                    <a:pt x="1811880" y="24016"/>
                  </a:lnTo>
                  <a:lnTo>
                    <a:pt x="1811950" y="23994"/>
                  </a:lnTo>
                  <a:lnTo>
                    <a:pt x="1812012" y="23979"/>
                  </a:lnTo>
                  <a:lnTo>
                    <a:pt x="1812046" y="23973"/>
                  </a:lnTo>
                  <a:lnTo>
                    <a:pt x="1812072" y="23964"/>
                  </a:lnTo>
                  <a:lnTo>
                    <a:pt x="1812109" y="23951"/>
                  </a:lnTo>
                  <a:lnTo>
                    <a:pt x="1812161" y="23924"/>
                  </a:lnTo>
                  <a:lnTo>
                    <a:pt x="1812224" y="23883"/>
                  </a:lnTo>
                  <a:lnTo>
                    <a:pt x="1812297" y="23830"/>
                  </a:lnTo>
                  <a:lnTo>
                    <a:pt x="1812346" y="23797"/>
                  </a:lnTo>
                  <a:lnTo>
                    <a:pt x="1812405" y="23769"/>
                  </a:lnTo>
                  <a:lnTo>
                    <a:pt x="1812476" y="23739"/>
                  </a:lnTo>
                  <a:lnTo>
                    <a:pt x="1812595" y="23690"/>
                  </a:lnTo>
                  <a:lnTo>
                    <a:pt x="1812715" y="23641"/>
                  </a:lnTo>
                  <a:lnTo>
                    <a:pt x="1812835" y="23594"/>
                  </a:lnTo>
                  <a:lnTo>
                    <a:pt x="1813025" y="23518"/>
                  </a:lnTo>
                  <a:lnTo>
                    <a:pt x="1813081" y="23493"/>
                  </a:lnTo>
                  <a:lnTo>
                    <a:pt x="1813138" y="23465"/>
                  </a:lnTo>
                  <a:lnTo>
                    <a:pt x="1813196" y="23431"/>
                  </a:lnTo>
                  <a:lnTo>
                    <a:pt x="1813201" y="23428"/>
                  </a:lnTo>
                  <a:lnTo>
                    <a:pt x="1813238" y="23403"/>
                  </a:lnTo>
                  <a:lnTo>
                    <a:pt x="1813339" y="23330"/>
                  </a:lnTo>
                  <a:lnTo>
                    <a:pt x="1813392" y="23287"/>
                  </a:lnTo>
                  <a:lnTo>
                    <a:pt x="1813439" y="23242"/>
                  </a:lnTo>
                  <a:lnTo>
                    <a:pt x="1813483" y="23194"/>
                  </a:lnTo>
                  <a:lnTo>
                    <a:pt x="1813508" y="23155"/>
                  </a:lnTo>
                  <a:lnTo>
                    <a:pt x="1813522" y="23111"/>
                  </a:lnTo>
                  <a:lnTo>
                    <a:pt x="1813540" y="23068"/>
                  </a:lnTo>
                  <a:lnTo>
                    <a:pt x="1813580" y="22986"/>
                  </a:lnTo>
                  <a:lnTo>
                    <a:pt x="1813597" y="22963"/>
                  </a:lnTo>
                  <a:lnTo>
                    <a:pt x="1813633" y="22921"/>
                  </a:lnTo>
                  <a:lnTo>
                    <a:pt x="1813685" y="22869"/>
                  </a:lnTo>
                  <a:lnTo>
                    <a:pt x="1813738" y="22834"/>
                  </a:lnTo>
                  <a:lnTo>
                    <a:pt x="1813797" y="22806"/>
                  </a:lnTo>
                  <a:lnTo>
                    <a:pt x="1813846" y="22789"/>
                  </a:lnTo>
                  <a:lnTo>
                    <a:pt x="1813897" y="22778"/>
                  </a:lnTo>
                  <a:lnTo>
                    <a:pt x="1813953" y="22768"/>
                  </a:lnTo>
                  <a:lnTo>
                    <a:pt x="1814033" y="22760"/>
                  </a:lnTo>
                  <a:lnTo>
                    <a:pt x="1814223" y="22740"/>
                  </a:lnTo>
                  <a:lnTo>
                    <a:pt x="1814294" y="22727"/>
                  </a:lnTo>
                  <a:lnTo>
                    <a:pt x="1814343" y="22709"/>
                  </a:lnTo>
                  <a:lnTo>
                    <a:pt x="1814391" y="22682"/>
                  </a:lnTo>
                  <a:lnTo>
                    <a:pt x="1814421" y="22659"/>
                  </a:lnTo>
                  <a:lnTo>
                    <a:pt x="1814453" y="22624"/>
                  </a:lnTo>
                  <a:lnTo>
                    <a:pt x="1814467" y="22592"/>
                  </a:lnTo>
                  <a:lnTo>
                    <a:pt x="1814482" y="22556"/>
                  </a:lnTo>
                  <a:lnTo>
                    <a:pt x="1814490" y="22516"/>
                  </a:lnTo>
                  <a:lnTo>
                    <a:pt x="1814495" y="22482"/>
                  </a:lnTo>
                  <a:lnTo>
                    <a:pt x="1814505" y="22432"/>
                  </a:lnTo>
                  <a:lnTo>
                    <a:pt x="1814547" y="22240"/>
                  </a:lnTo>
                  <a:lnTo>
                    <a:pt x="1814569" y="22162"/>
                  </a:lnTo>
                  <a:lnTo>
                    <a:pt x="1814592" y="22096"/>
                  </a:lnTo>
                  <a:lnTo>
                    <a:pt x="1814624" y="22019"/>
                  </a:lnTo>
                  <a:lnTo>
                    <a:pt x="1814742" y="21856"/>
                  </a:lnTo>
                  <a:lnTo>
                    <a:pt x="1814849" y="21723"/>
                  </a:lnTo>
                  <a:lnTo>
                    <a:pt x="1814898" y="21663"/>
                  </a:lnTo>
                  <a:lnTo>
                    <a:pt x="1814940" y="21613"/>
                  </a:lnTo>
                  <a:lnTo>
                    <a:pt x="1815029" y="21518"/>
                  </a:lnTo>
                  <a:lnTo>
                    <a:pt x="1815085" y="21470"/>
                  </a:lnTo>
                  <a:lnTo>
                    <a:pt x="1815146" y="21425"/>
                  </a:lnTo>
                  <a:lnTo>
                    <a:pt x="1815613" y="21107"/>
                  </a:lnTo>
                  <a:lnTo>
                    <a:pt x="1815662" y="21078"/>
                  </a:lnTo>
                  <a:lnTo>
                    <a:pt x="1815723" y="21048"/>
                  </a:lnTo>
                  <a:lnTo>
                    <a:pt x="1815789" y="21018"/>
                  </a:lnTo>
                  <a:lnTo>
                    <a:pt x="1815825" y="21006"/>
                  </a:lnTo>
                  <a:lnTo>
                    <a:pt x="1815897" y="20986"/>
                  </a:lnTo>
                  <a:lnTo>
                    <a:pt x="1815955" y="20973"/>
                  </a:lnTo>
                  <a:lnTo>
                    <a:pt x="1816003" y="20962"/>
                  </a:lnTo>
                  <a:lnTo>
                    <a:pt x="1816062" y="20945"/>
                  </a:lnTo>
                  <a:lnTo>
                    <a:pt x="1816123" y="20927"/>
                  </a:lnTo>
                  <a:lnTo>
                    <a:pt x="1816191" y="20894"/>
                  </a:lnTo>
                  <a:lnTo>
                    <a:pt x="1816238" y="20869"/>
                  </a:lnTo>
                  <a:lnTo>
                    <a:pt x="1816282" y="20836"/>
                  </a:lnTo>
                  <a:lnTo>
                    <a:pt x="1816314" y="20813"/>
                  </a:lnTo>
                  <a:lnTo>
                    <a:pt x="1816345" y="20796"/>
                  </a:lnTo>
                  <a:lnTo>
                    <a:pt x="1816380" y="20788"/>
                  </a:lnTo>
                  <a:lnTo>
                    <a:pt x="1816424" y="20785"/>
                  </a:lnTo>
                  <a:lnTo>
                    <a:pt x="1816507" y="20787"/>
                  </a:lnTo>
                  <a:lnTo>
                    <a:pt x="1816626" y="20783"/>
                  </a:lnTo>
                  <a:lnTo>
                    <a:pt x="1816707" y="20772"/>
                  </a:lnTo>
                  <a:lnTo>
                    <a:pt x="1816763" y="20762"/>
                  </a:lnTo>
                  <a:lnTo>
                    <a:pt x="1816826" y="20743"/>
                  </a:lnTo>
                  <a:lnTo>
                    <a:pt x="1816865" y="20728"/>
                  </a:lnTo>
                  <a:lnTo>
                    <a:pt x="1816924" y="20693"/>
                  </a:lnTo>
                  <a:lnTo>
                    <a:pt x="1816968" y="20663"/>
                  </a:lnTo>
                  <a:lnTo>
                    <a:pt x="1817113" y="20558"/>
                  </a:lnTo>
                  <a:lnTo>
                    <a:pt x="1817181" y="20504"/>
                  </a:lnTo>
                  <a:lnTo>
                    <a:pt x="1817331" y="20397"/>
                  </a:lnTo>
                  <a:lnTo>
                    <a:pt x="1817389" y="20359"/>
                  </a:lnTo>
                  <a:lnTo>
                    <a:pt x="1817450" y="20328"/>
                  </a:lnTo>
                  <a:lnTo>
                    <a:pt x="1817524" y="20296"/>
                  </a:lnTo>
                  <a:lnTo>
                    <a:pt x="1817597" y="20268"/>
                  </a:lnTo>
                  <a:lnTo>
                    <a:pt x="1817637" y="20256"/>
                  </a:lnTo>
                  <a:lnTo>
                    <a:pt x="1817709" y="20235"/>
                  </a:lnTo>
                  <a:lnTo>
                    <a:pt x="1817766" y="20220"/>
                  </a:lnTo>
                  <a:lnTo>
                    <a:pt x="1817831" y="20209"/>
                  </a:lnTo>
                  <a:lnTo>
                    <a:pt x="1818056" y="20183"/>
                  </a:lnTo>
                  <a:lnTo>
                    <a:pt x="1818159" y="20172"/>
                  </a:lnTo>
                  <a:lnTo>
                    <a:pt x="1818295" y="20159"/>
                  </a:lnTo>
                  <a:lnTo>
                    <a:pt x="1818427" y="20148"/>
                  </a:lnTo>
                  <a:lnTo>
                    <a:pt x="1818542" y="20133"/>
                  </a:lnTo>
                  <a:lnTo>
                    <a:pt x="1818622" y="20119"/>
                  </a:lnTo>
                  <a:lnTo>
                    <a:pt x="1818688" y="20102"/>
                  </a:lnTo>
                  <a:lnTo>
                    <a:pt x="1818752" y="20081"/>
                  </a:lnTo>
                  <a:lnTo>
                    <a:pt x="1818803" y="20054"/>
                  </a:lnTo>
                  <a:lnTo>
                    <a:pt x="1818845" y="20023"/>
                  </a:lnTo>
                  <a:lnTo>
                    <a:pt x="1818869" y="19988"/>
                  </a:lnTo>
                  <a:lnTo>
                    <a:pt x="1818889" y="19949"/>
                  </a:lnTo>
                  <a:lnTo>
                    <a:pt x="1818902" y="19898"/>
                  </a:lnTo>
                  <a:lnTo>
                    <a:pt x="1818915" y="19849"/>
                  </a:lnTo>
                  <a:lnTo>
                    <a:pt x="1818932" y="19800"/>
                  </a:lnTo>
                  <a:lnTo>
                    <a:pt x="1818957" y="19743"/>
                  </a:lnTo>
                  <a:lnTo>
                    <a:pt x="1818979" y="19705"/>
                  </a:lnTo>
                  <a:lnTo>
                    <a:pt x="1819008" y="19668"/>
                  </a:lnTo>
                  <a:lnTo>
                    <a:pt x="1819043" y="19633"/>
                  </a:lnTo>
                  <a:lnTo>
                    <a:pt x="1819070" y="19592"/>
                  </a:lnTo>
                  <a:lnTo>
                    <a:pt x="1819087" y="19550"/>
                  </a:lnTo>
                  <a:lnTo>
                    <a:pt x="1819092" y="19498"/>
                  </a:lnTo>
                  <a:lnTo>
                    <a:pt x="1819086" y="19425"/>
                  </a:lnTo>
                  <a:lnTo>
                    <a:pt x="1819079" y="19364"/>
                  </a:lnTo>
                  <a:lnTo>
                    <a:pt x="1819072" y="19320"/>
                  </a:lnTo>
                  <a:lnTo>
                    <a:pt x="1819075" y="19283"/>
                  </a:lnTo>
                  <a:lnTo>
                    <a:pt x="1819083" y="19237"/>
                  </a:lnTo>
                  <a:lnTo>
                    <a:pt x="1819100" y="19187"/>
                  </a:lnTo>
                  <a:lnTo>
                    <a:pt x="1819273" y="18871"/>
                  </a:lnTo>
                  <a:lnTo>
                    <a:pt x="1819310" y="18818"/>
                  </a:lnTo>
                  <a:lnTo>
                    <a:pt x="1819357" y="18758"/>
                  </a:lnTo>
                  <a:lnTo>
                    <a:pt x="1819389" y="18726"/>
                  </a:lnTo>
                  <a:lnTo>
                    <a:pt x="1819418" y="18698"/>
                  </a:lnTo>
                  <a:lnTo>
                    <a:pt x="1819434" y="18685"/>
                  </a:lnTo>
                  <a:lnTo>
                    <a:pt x="1819478" y="18658"/>
                  </a:lnTo>
                  <a:lnTo>
                    <a:pt x="1819529" y="18636"/>
                  </a:lnTo>
                  <a:lnTo>
                    <a:pt x="1819580" y="18619"/>
                  </a:lnTo>
                  <a:lnTo>
                    <a:pt x="1819644" y="18605"/>
                  </a:lnTo>
                  <a:lnTo>
                    <a:pt x="1819805" y="18579"/>
                  </a:lnTo>
                  <a:lnTo>
                    <a:pt x="1819927" y="18562"/>
                  </a:lnTo>
                  <a:lnTo>
                    <a:pt x="1820041" y="18547"/>
                  </a:lnTo>
                  <a:lnTo>
                    <a:pt x="1820148" y="18530"/>
                  </a:lnTo>
                  <a:lnTo>
                    <a:pt x="1820261" y="18506"/>
                  </a:lnTo>
                  <a:lnTo>
                    <a:pt x="1820412" y="18463"/>
                  </a:lnTo>
                  <a:lnTo>
                    <a:pt x="1820509" y="18428"/>
                  </a:lnTo>
                  <a:lnTo>
                    <a:pt x="1820597" y="18389"/>
                  </a:lnTo>
                  <a:lnTo>
                    <a:pt x="1820758" y="18292"/>
                  </a:lnTo>
                  <a:lnTo>
                    <a:pt x="1820809" y="18248"/>
                  </a:lnTo>
                  <a:lnTo>
                    <a:pt x="1820831" y="18213"/>
                  </a:lnTo>
                  <a:lnTo>
                    <a:pt x="1820845" y="18158"/>
                  </a:lnTo>
                  <a:lnTo>
                    <a:pt x="1820842" y="18120"/>
                  </a:lnTo>
                  <a:lnTo>
                    <a:pt x="1820830" y="18090"/>
                  </a:lnTo>
                  <a:lnTo>
                    <a:pt x="1820800" y="18058"/>
                  </a:lnTo>
                  <a:lnTo>
                    <a:pt x="1820759" y="18005"/>
                  </a:lnTo>
                  <a:lnTo>
                    <a:pt x="1820742" y="17968"/>
                  </a:lnTo>
                  <a:lnTo>
                    <a:pt x="1820739" y="17930"/>
                  </a:lnTo>
                  <a:lnTo>
                    <a:pt x="1820751" y="17895"/>
                  </a:lnTo>
                  <a:lnTo>
                    <a:pt x="1820777" y="17858"/>
                  </a:lnTo>
                  <a:lnTo>
                    <a:pt x="1820819" y="17823"/>
                  </a:lnTo>
                  <a:lnTo>
                    <a:pt x="1820873" y="17788"/>
                  </a:lnTo>
                  <a:lnTo>
                    <a:pt x="1820919" y="17761"/>
                  </a:lnTo>
                  <a:lnTo>
                    <a:pt x="1820948" y="17738"/>
                  </a:lnTo>
                  <a:lnTo>
                    <a:pt x="1820967" y="17713"/>
                  </a:lnTo>
                  <a:lnTo>
                    <a:pt x="1820982" y="17675"/>
                  </a:lnTo>
                  <a:lnTo>
                    <a:pt x="1820969" y="17508"/>
                  </a:lnTo>
                  <a:lnTo>
                    <a:pt x="1820967" y="17481"/>
                  </a:lnTo>
                  <a:lnTo>
                    <a:pt x="1820950" y="17439"/>
                  </a:lnTo>
                  <a:lnTo>
                    <a:pt x="1820915" y="17385"/>
                  </a:lnTo>
                  <a:lnTo>
                    <a:pt x="1820871" y="17313"/>
                  </a:lnTo>
                  <a:lnTo>
                    <a:pt x="1820822" y="17245"/>
                  </a:lnTo>
                  <a:lnTo>
                    <a:pt x="1820773" y="17188"/>
                  </a:lnTo>
                  <a:lnTo>
                    <a:pt x="1820722" y="17130"/>
                  </a:lnTo>
                  <a:lnTo>
                    <a:pt x="1820692" y="17080"/>
                  </a:lnTo>
                  <a:lnTo>
                    <a:pt x="1820677" y="17037"/>
                  </a:lnTo>
                  <a:lnTo>
                    <a:pt x="1820675" y="17012"/>
                  </a:lnTo>
                  <a:lnTo>
                    <a:pt x="1820674" y="16997"/>
                  </a:lnTo>
                  <a:lnTo>
                    <a:pt x="1820684" y="16962"/>
                  </a:lnTo>
                  <a:lnTo>
                    <a:pt x="1820692" y="16947"/>
                  </a:lnTo>
                  <a:lnTo>
                    <a:pt x="1820716" y="16908"/>
                  </a:lnTo>
                  <a:lnTo>
                    <a:pt x="1820760" y="16873"/>
                  </a:lnTo>
                  <a:lnTo>
                    <a:pt x="1820796" y="16855"/>
                  </a:lnTo>
                  <a:lnTo>
                    <a:pt x="1820842" y="16843"/>
                  </a:lnTo>
                  <a:lnTo>
                    <a:pt x="1820918" y="16828"/>
                  </a:lnTo>
                  <a:lnTo>
                    <a:pt x="1821030" y="16808"/>
                  </a:lnTo>
                  <a:lnTo>
                    <a:pt x="1821137" y="16783"/>
                  </a:lnTo>
                  <a:lnTo>
                    <a:pt x="1821211" y="16759"/>
                  </a:lnTo>
                  <a:lnTo>
                    <a:pt x="1821255" y="16734"/>
                  </a:lnTo>
                  <a:lnTo>
                    <a:pt x="1821289" y="16705"/>
                  </a:lnTo>
                  <a:lnTo>
                    <a:pt x="1821325" y="16655"/>
                  </a:lnTo>
                  <a:lnTo>
                    <a:pt x="1821362" y="16609"/>
                  </a:lnTo>
                  <a:lnTo>
                    <a:pt x="1821410" y="16557"/>
                  </a:lnTo>
                  <a:lnTo>
                    <a:pt x="1821459" y="16517"/>
                  </a:lnTo>
                  <a:lnTo>
                    <a:pt x="1821495" y="16493"/>
                  </a:lnTo>
                  <a:lnTo>
                    <a:pt x="1821729" y="16346"/>
                  </a:lnTo>
                  <a:lnTo>
                    <a:pt x="1821810" y="16296"/>
                  </a:lnTo>
                  <a:lnTo>
                    <a:pt x="1821871" y="16261"/>
                  </a:lnTo>
                  <a:lnTo>
                    <a:pt x="1821951" y="16214"/>
                  </a:lnTo>
                  <a:lnTo>
                    <a:pt x="1821983" y="16194"/>
                  </a:lnTo>
                  <a:lnTo>
                    <a:pt x="1822019" y="16164"/>
                  </a:lnTo>
                  <a:lnTo>
                    <a:pt x="1822046" y="16132"/>
                  </a:lnTo>
                  <a:lnTo>
                    <a:pt x="1822076" y="16090"/>
                  </a:lnTo>
                  <a:lnTo>
                    <a:pt x="1822110" y="16030"/>
                  </a:lnTo>
                  <a:lnTo>
                    <a:pt x="1822141" y="15965"/>
                  </a:lnTo>
                  <a:lnTo>
                    <a:pt x="1822177" y="15898"/>
                  </a:lnTo>
                  <a:lnTo>
                    <a:pt x="1822226" y="15842"/>
                  </a:lnTo>
                  <a:lnTo>
                    <a:pt x="1822265" y="15802"/>
                  </a:lnTo>
                  <a:lnTo>
                    <a:pt x="1822314" y="15763"/>
                  </a:lnTo>
                  <a:lnTo>
                    <a:pt x="1822375" y="15723"/>
                  </a:lnTo>
                  <a:lnTo>
                    <a:pt x="1822858" y="15457"/>
                  </a:lnTo>
                  <a:lnTo>
                    <a:pt x="1822912" y="15431"/>
                  </a:lnTo>
                  <a:lnTo>
                    <a:pt x="1823112" y="15342"/>
                  </a:lnTo>
                  <a:lnTo>
                    <a:pt x="1823161" y="15325"/>
                  </a:lnTo>
                  <a:lnTo>
                    <a:pt x="1823210" y="15319"/>
                  </a:lnTo>
                  <a:lnTo>
                    <a:pt x="1823305" y="15313"/>
                  </a:lnTo>
                  <a:lnTo>
                    <a:pt x="1823417" y="15310"/>
                  </a:lnTo>
                  <a:lnTo>
                    <a:pt x="1823476" y="15301"/>
                  </a:lnTo>
                  <a:lnTo>
                    <a:pt x="1823581" y="15281"/>
                  </a:lnTo>
                  <a:lnTo>
                    <a:pt x="1823701" y="15248"/>
                  </a:lnTo>
                  <a:lnTo>
                    <a:pt x="1823769" y="15221"/>
                  </a:lnTo>
                  <a:lnTo>
                    <a:pt x="1823901" y="15164"/>
                  </a:lnTo>
                  <a:lnTo>
                    <a:pt x="1823989" y="15124"/>
                  </a:lnTo>
                  <a:lnTo>
                    <a:pt x="1824204" y="15025"/>
                  </a:lnTo>
                  <a:lnTo>
                    <a:pt x="1824299" y="14979"/>
                  </a:lnTo>
                  <a:lnTo>
                    <a:pt x="1824411" y="14905"/>
                  </a:lnTo>
                  <a:lnTo>
                    <a:pt x="1824443" y="14872"/>
                  </a:lnTo>
                  <a:lnTo>
                    <a:pt x="1824492" y="14832"/>
                  </a:lnTo>
                  <a:lnTo>
                    <a:pt x="1824550" y="14788"/>
                  </a:lnTo>
                  <a:lnTo>
                    <a:pt x="1824597" y="14763"/>
                  </a:lnTo>
                  <a:lnTo>
                    <a:pt x="1824668" y="14728"/>
                  </a:lnTo>
                  <a:lnTo>
                    <a:pt x="1824805" y="14661"/>
                  </a:lnTo>
                  <a:lnTo>
                    <a:pt x="1824887" y="14615"/>
                  </a:lnTo>
                  <a:lnTo>
                    <a:pt x="1824980" y="14548"/>
                  </a:lnTo>
                  <a:lnTo>
                    <a:pt x="1825042" y="14496"/>
                  </a:lnTo>
                  <a:lnTo>
                    <a:pt x="1825108" y="14435"/>
                  </a:lnTo>
                  <a:lnTo>
                    <a:pt x="1825168" y="14371"/>
                  </a:lnTo>
                  <a:lnTo>
                    <a:pt x="1825358" y="14225"/>
                  </a:lnTo>
                  <a:lnTo>
                    <a:pt x="1825446" y="14160"/>
                  </a:lnTo>
                  <a:lnTo>
                    <a:pt x="1825507" y="14118"/>
                  </a:lnTo>
                  <a:lnTo>
                    <a:pt x="1825577" y="14079"/>
                  </a:lnTo>
                  <a:lnTo>
                    <a:pt x="1825645" y="14051"/>
                  </a:lnTo>
                  <a:lnTo>
                    <a:pt x="1825711" y="14032"/>
                  </a:lnTo>
                  <a:lnTo>
                    <a:pt x="1825765" y="14025"/>
                  </a:lnTo>
                  <a:lnTo>
                    <a:pt x="1825804" y="14025"/>
                  </a:lnTo>
                  <a:lnTo>
                    <a:pt x="1825871" y="14035"/>
                  </a:lnTo>
                  <a:lnTo>
                    <a:pt x="1825937" y="14053"/>
                  </a:lnTo>
                  <a:lnTo>
                    <a:pt x="1826003" y="14080"/>
                  </a:lnTo>
                  <a:lnTo>
                    <a:pt x="1826069" y="14113"/>
                  </a:lnTo>
                  <a:lnTo>
                    <a:pt x="1826140" y="14158"/>
                  </a:lnTo>
                  <a:lnTo>
                    <a:pt x="1826174" y="14171"/>
                  </a:lnTo>
                  <a:lnTo>
                    <a:pt x="1826228" y="14182"/>
                  </a:lnTo>
                  <a:lnTo>
                    <a:pt x="1826282" y="14184"/>
                  </a:lnTo>
                  <a:lnTo>
                    <a:pt x="1826343" y="14171"/>
                  </a:lnTo>
                  <a:lnTo>
                    <a:pt x="1826394" y="14150"/>
                  </a:lnTo>
                  <a:lnTo>
                    <a:pt x="1826441" y="14115"/>
                  </a:lnTo>
                  <a:lnTo>
                    <a:pt x="1826462" y="14083"/>
                  </a:lnTo>
                  <a:lnTo>
                    <a:pt x="1826474" y="14038"/>
                  </a:lnTo>
                  <a:lnTo>
                    <a:pt x="1826479" y="13987"/>
                  </a:lnTo>
                  <a:lnTo>
                    <a:pt x="1826481" y="13933"/>
                  </a:lnTo>
                  <a:lnTo>
                    <a:pt x="1826471" y="13852"/>
                  </a:lnTo>
                  <a:lnTo>
                    <a:pt x="1826454" y="13792"/>
                  </a:lnTo>
                  <a:lnTo>
                    <a:pt x="1826421" y="13700"/>
                  </a:lnTo>
                  <a:lnTo>
                    <a:pt x="1826379" y="13619"/>
                  </a:lnTo>
                  <a:lnTo>
                    <a:pt x="1826315" y="13512"/>
                  </a:lnTo>
                  <a:lnTo>
                    <a:pt x="1826234" y="13406"/>
                  </a:lnTo>
                  <a:lnTo>
                    <a:pt x="1826187" y="13358"/>
                  </a:lnTo>
                  <a:lnTo>
                    <a:pt x="1826115" y="13303"/>
                  </a:lnTo>
                  <a:lnTo>
                    <a:pt x="1826045" y="13261"/>
                  </a:lnTo>
                  <a:lnTo>
                    <a:pt x="1825932" y="13205"/>
                  </a:lnTo>
                  <a:lnTo>
                    <a:pt x="1825809" y="13147"/>
                  </a:lnTo>
                  <a:lnTo>
                    <a:pt x="1825747" y="13109"/>
                  </a:lnTo>
                  <a:lnTo>
                    <a:pt x="1825703" y="13069"/>
                  </a:lnTo>
                  <a:lnTo>
                    <a:pt x="1825664" y="13011"/>
                  </a:lnTo>
                  <a:lnTo>
                    <a:pt x="1825654" y="12969"/>
                  </a:lnTo>
                  <a:lnTo>
                    <a:pt x="1825656" y="12934"/>
                  </a:lnTo>
                  <a:lnTo>
                    <a:pt x="1825668" y="12904"/>
                  </a:lnTo>
                  <a:lnTo>
                    <a:pt x="1825712" y="12862"/>
                  </a:lnTo>
                  <a:lnTo>
                    <a:pt x="1825763" y="12833"/>
                  </a:lnTo>
                  <a:lnTo>
                    <a:pt x="1826110" y="12700"/>
                  </a:lnTo>
                  <a:lnTo>
                    <a:pt x="1826178" y="12676"/>
                  </a:lnTo>
                  <a:lnTo>
                    <a:pt x="1826222" y="12666"/>
                  </a:lnTo>
                  <a:lnTo>
                    <a:pt x="1826269" y="12668"/>
                  </a:lnTo>
                  <a:lnTo>
                    <a:pt x="1826369" y="12667"/>
                  </a:lnTo>
                  <a:lnTo>
                    <a:pt x="1826513" y="12650"/>
                  </a:lnTo>
                  <a:lnTo>
                    <a:pt x="1826645" y="12626"/>
                  </a:lnTo>
                  <a:lnTo>
                    <a:pt x="1826775" y="12586"/>
                  </a:lnTo>
                  <a:lnTo>
                    <a:pt x="1827014" y="12530"/>
                  </a:lnTo>
                  <a:lnTo>
                    <a:pt x="1827246" y="12485"/>
                  </a:lnTo>
                  <a:lnTo>
                    <a:pt x="1827374" y="12456"/>
                  </a:lnTo>
                  <a:lnTo>
                    <a:pt x="1827508" y="12414"/>
                  </a:lnTo>
                  <a:lnTo>
                    <a:pt x="1827603" y="12372"/>
                  </a:lnTo>
                  <a:lnTo>
                    <a:pt x="1827667" y="12345"/>
                  </a:lnTo>
                  <a:lnTo>
                    <a:pt x="1827750" y="12318"/>
                  </a:lnTo>
                  <a:lnTo>
                    <a:pt x="1827860" y="12283"/>
                  </a:lnTo>
                  <a:lnTo>
                    <a:pt x="1827957" y="12260"/>
                  </a:lnTo>
                  <a:lnTo>
                    <a:pt x="1828034" y="12243"/>
                  </a:lnTo>
                  <a:lnTo>
                    <a:pt x="1828090" y="12219"/>
                  </a:lnTo>
                  <a:lnTo>
                    <a:pt x="1828128" y="12186"/>
                  </a:lnTo>
                  <a:lnTo>
                    <a:pt x="1828146" y="12146"/>
                  </a:lnTo>
                  <a:lnTo>
                    <a:pt x="1828143" y="12109"/>
                  </a:lnTo>
                  <a:lnTo>
                    <a:pt x="1828120" y="12058"/>
                  </a:lnTo>
                  <a:lnTo>
                    <a:pt x="1828086" y="11988"/>
                  </a:lnTo>
                  <a:lnTo>
                    <a:pt x="1828044" y="11916"/>
                  </a:lnTo>
                  <a:lnTo>
                    <a:pt x="1828022" y="11856"/>
                  </a:lnTo>
                  <a:lnTo>
                    <a:pt x="1828024" y="11808"/>
                  </a:lnTo>
                  <a:lnTo>
                    <a:pt x="1828046" y="11766"/>
                  </a:lnTo>
                  <a:lnTo>
                    <a:pt x="1828090" y="11733"/>
                  </a:lnTo>
                  <a:lnTo>
                    <a:pt x="1828129" y="11718"/>
                  </a:lnTo>
                  <a:lnTo>
                    <a:pt x="1828180" y="11709"/>
                  </a:lnTo>
                  <a:lnTo>
                    <a:pt x="1828234" y="11711"/>
                  </a:lnTo>
                  <a:lnTo>
                    <a:pt x="1828305" y="11726"/>
                  </a:lnTo>
                  <a:lnTo>
                    <a:pt x="1828371" y="11757"/>
                  </a:lnTo>
                  <a:lnTo>
                    <a:pt x="1828430" y="11789"/>
                  </a:lnTo>
                  <a:lnTo>
                    <a:pt x="1828644" y="11911"/>
                  </a:lnTo>
                  <a:lnTo>
                    <a:pt x="1828700" y="11950"/>
                  </a:lnTo>
                  <a:lnTo>
                    <a:pt x="1828786" y="12008"/>
                  </a:lnTo>
                  <a:lnTo>
                    <a:pt x="1828867" y="12054"/>
                  </a:lnTo>
                  <a:lnTo>
                    <a:pt x="1828931" y="12081"/>
                  </a:lnTo>
                  <a:lnTo>
                    <a:pt x="1828998" y="12092"/>
                  </a:lnTo>
                  <a:lnTo>
                    <a:pt x="1829076" y="12091"/>
                  </a:lnTo>
                  <a:lnTo>
                    <a:pt x="1829161" y="12075"/>
                  </a:lnTo>
                  <a:lnTo>
                    <a:pt x="1829252" y="12057"/>
                  </a:lnTo>
                  <a:lnTo>
                    <a:pt x="1829315" y="12050"/>
                  </a:lnTo>
                  <a:lnTo>
                    <a:pt x="1829391" y="12048"/>
                  </a:lnTo>
                  <a:lnTo>
                    <a:pt x="1829504" y="12053"/>
                  </a:lnTo>
                  <a:lnTo>
                    <a:pt x="1829641" y="12064"/>
                  </a:lnTo>
                  <a:lnTo>
                    <a:pt x="1829812" y="12081"/>
                  </a:lnTo>
                  <a:lnTo>
                    <a:pt x="1829947" y="12083"/>
                  </a:lnTo>
                  <a:lnTo>
                    <a:pt x="1830031" y="12078"/>
                  </a:lnTo>
                  <a:lnTo>
                    <a:pt x="1830089" y="12067"/>
                  </a:lnTo>
                  <a:lnTo>
                    <a:pt x="1830140" y="12045"/>
                  </a:lnTo>
                  <a:lnTo>
                    <a:pt x="1830194" y="12010"/>
                  </a:lnTo>
                  <a:lnTo>
                    <a:pt x="1830218" y="11990"/>
                  </a:lnTo>
                  <a:lnTo>
                    <a:pt x="1830255" y="11957"/>
                  </a:lnTo>
                  <a:lnTo>
                    <a:pt x="1830323" y="11890"/>
                  </a:lnTo>
                  <a:lnTo>
                    <a:pt x="1830433" y="11778"/>
                  </a:lnTo>
                  <a:lnTo>
                    <a:pt x="1830519" y="11710"/>
                  </a:lnTo>
                  <a:lnTo>
                    <a:pt x="1830587" y="11663"/>
                  </a:lnTo>
                  <a:lnTo>
                    <a:pt x="1830670" y="11624"/>
                  </a:lnTo>
                  <a:lnTo>
                    <a:pt x="1830732" y="11606"/>
                  </a:lnTo>
                  <a:lnTo>
                    <a:pt x="1830812" y="11592"/>
                  </a:lnTo>
                  <a:lnTo>
                    <a:pt x="1830893" y="11592"/>
                  </a:lnTo>
                  <a:lnTo>
                    <a:pt x="1830964" y="11601"/>
                  </a:lnTo>
                  <a:lnTo>
                    <a:pt x="1831099" y="11627"/>
                  </a:lnTo>
                  <a:lnTo>
                    <a:pt x="1831317" y="11675"/>
                  </a:lnTo>
                  <a:lnTo>
                    <a:pt x="1831432" y="11688"/>
                  </a:lnTo>
                  <a:lnTo>
                    <a:pt x="1831518" y="11691"/>
                  </a:lnTo>
                  <a:lnTo>
                    <a:pt x="1831581" y="11689"/>
                  </a:lnTo>
                  <a:lnTo>
                    <a:pt x="1831633" y="11694"/>
                  </a:lnTo>
                  <a:lnTo>
                    <a:pt x="1831699" y="11714"/>
                  </a:lnTo>
                  <a:lnTo>
                    <a:pt x="1831770" y="11737"/>
                  </a:lnTo>
                  <a:lnTo>
                    <a:pt x="1831915" y="11790"/>
                  </a:lnTo>
                  <a:lnTo>
                    <a:pt x="1832091" y="11845"/>
                  </a:lnTo>
                  <a:lnTo>
                    <a:pt x="1832241" y="11890"/>
                  </a:lnTo>
                  <a:lnTo>
                    <a:pt x="1832321" y="11907"/>
                  </a:lnTo>
                  <a:lnTo>
                    <a:pt x="1832434" y="11916"/>
                  </a:lnTo>
                  <a:lnTo>
                    <a:pt x="1832535" y="11916"/>
                  </a:lnTo>
                  <a:lnTo>
                    <a:pt x="1832635" y="11911"/>
                  </a:lnTo>
                  <a:lnTo>
                    <a:pt x="1832731" y="11892"/>
                  </a:lnTo>
                  <a:lnTo>
                    <a:pt x="1832821" y="11876"/>
                  </a:lnTo>
                  <a:lnTo>
                    <a:pt x="1832886" y="11870"/>
                  </a:lnTo>
                  <a:lnTo>
                    <a:pt x="1832897" y="11869"/>
                  </a:lnTo>
                  <a:lnTo>
                    <a:pt x="1832965" y="11867"/>
                  </a:lnTo>
                  <a:lnTo>
                    <a:pt x="1833531" y="11868"/>
                  </a:lnTo>
                  <a:lnTo>
                    <a:pt x="1833599" y="11878"/>
                  </a:lnTo>
                  <a:lnTo>
                    <a:pt x="1833671" y="11897"/>
                  </a:lnTo>
                  <a:lnTo>
                    <a:pt x="1833734" y="11923"/>
                  </a:lnTo>
                  <a:lnTo>
                    <a:pt x="1833795" y="11943"/>
                  </a:lnTo>
                  <a:lnTo>
                    <a:pt x="1833883" y="11963"/>
                  </a:lnTo>
                  <a:lnTo>
                    <a:pt x="1834028" y="11984"/>
                  </a:lnTo>
                  <a:lnTo>
                    <a:pt x="1834156" y="11997"/>
                  </a:lnTo>
                  <a:lnTo>
                    <a:pt x="1834266" y="12001"/>
                  </a:lnTo>
                  <a:lnTo>
                    <a:pt x="1834396" y="11991"/>
                  </a:lnTo>
                  <a:lnTo>
                    <a:pt x="1834496" y="11972"/>
                  </a:lnTo>
                  <a:lnTo>
                    <a:pt x="1834576" y="11937"/>
                  </a:lnTo>
                  <a:lnTo>
                    <a:pt x="1834657" y="11887"/>
                  </a:lnTo>
                  <a:lnTo>
                    <a:pt x="1834755" y="11812"/>
                  </a:lnTo>
                  <a:lnTo>
                    <a:pt x="1834848" y="11734"/>
                  </a:lnTo>
                  <a:lnTo>
                    <a:pt x="1834930" y="11663"/>
                  </a:lnTo>
                  <a:lnTo>
                    <a:pt x="1835045" y="11558"/>
                  </a:lnTo>
                  <a:lnTo>
                    <a:pt x="1835143" y="11476"/>
                  </a:lnTo>
                  <a:lnTo>
                    <a:pt x="1835243" y="11397"/>
                  </a:lnTo>
                  <a:lnTo>
                    <a:pt x="1835282" y="11368"/>
                  </a:lnTo>
                  <a:lnTo>
                    <a:pt x="1835331" y="11341"/>
                  </a:lnTo>
                  <a:lnTo>
                    <a:pt x="1835397" y="11318"/>
                  </a:lnTo>
                  <a:lnTo>
                    <a:pt x="1835483" y="11296"/>
                  </a:lnTo>
                  <a:lnTo>
                    <a:pt x="1835564" y="11283"/>
                  </a:lnTo>
                  <a:lnTo>
                    <a:pt x="1835745" y="11273"/>
                  </a:lnTo>
                  <a:lnTo>
                    <a:pt x="1836034" y="11238"/>
                  </a:lnTo>
                  <a:lnTo>
                    <a:pt x="1836146" y="11213"/>
                  </a:lnTo>
                  <a:lnTo>
                    <a:pt x="1836237" y="11200"/>
                  </a:lnTo>
                  <a:lnTo>
                    <a:pt x="1836296" y="11198"/>
                  </a:lnTo>
                  <a:lnTo>
                    <a:pt x="1836365" y="11209"/>
                  </a:lnTo>
                  <a:lnTo>
                    <a:pt x="1836389" y="11214"/>
                  </a:lnTo>
                  <a:lnTo>
                    <a:pt x="1836416" y="11229"/>
                  </a:lnTo>
                  <a:lnTo>
                    <a:pt x="1836431" y="11245"/>
                  </a:lnTo>
                  <a:lnTo>
                    <a:pt x="1836448" y="11277"/>
                  </a:lnTo>
                  <a:lnTo>
                    <a:pt x="1836455" y="11327"/>
                  </a:lnTo>
                  <a:lnTo>
                    <a:pt x="1836457" y="11359"/>
                  </a:lnTo>
                  <a:lnTo>
                    <a:pt x="1836450" y="11404"/>
                  </a:lnTo>
                  <a:lnTo>
                    <a:pt x="1836450" y="11448"/>
                  </a:lnTo>
                  <a:lnTo>
                    <a:pt x="1836455" y="11470"/>
                  </a:lnTo>
                  <a:lnTo>
                    <a:pt x="1836506" y="11565"/>
                  </a:lnTo>
                  <a:lnTo>
                    <a:pt x="1836526" y="11587"/>
                  </a:lnTo>
                  <a:lnTo>
                    <a:pt x="1836550" y="11603"/>
                  </a:lnTo>
                  <a:lnTo>
                    <a:pt x="1836585" y="11622"/>
                  </a:lnTo>
                  <a:lnTo>
                    <a:pt x="1836658" y="11632"/>
                  </a:lnTo>
                  <a:lnTo>
                    <a:pt x="1836775" y="11632"/>
                  </a:lnTo>
                  <a:lnTo>
                    <a:pt x="1836839" y="11630"/>
                  </a:lnTo>
                  <a:lnTo>
                    <a:pt x="1836873" y="11632"/>
                  </a:lnTo>
                  <a:lnTo>
                    <a:pt x="1836924" y="11642"/>
                  </a:lnTo>
                  <a:lnTo>
                    <a:pt x="1837022" y="11675"/>
                  </a:lnTo>
                  <a:lnTo>
                    <a:pt x="1837076" y="11702"/>
                  </a:lnTo>
                  <a:lnTo>
                    <a:pt x="1837123" y="11730"/>
                  </a:lnTo>
                  <a:lnTo>
                    <a:pt x="1837159" y="11770"/>
                  </a:lnTo>
                  <a:lnTo>
                    <a:pt x="1837182" y="11809"/>
                  </a:lnTo>
                  <a:lnTo>
                    <a:pt x="1837199" y="11872"/>
                  </a:lnTo>
                  <a:lnTo>
                    <a:pt x="1837203" y="11950"/>
                  </a:lnTo>
                  <a:lnTo>
                    <a:pt x="1837201" y="12008"/>
                  </a:lnTo>
                  <a:lnTo>
                    <a:pt x="1837215" y="12165"/>
                  </a:lnTo>
                  <a:lnTo>
                    <a:pt x="1837234" y="12240"/>
                  </a:lnTo>
                  <a:lnTo>
                    <a:pt x="1837251" y="12278"/>
                  </a:lnTo>
                  <a:lnTo>
                    <a:pt x="1837288" y="12333"/>
                  </a:lnTo>
                  <a:lnTo>
                    <a:pt x="1837329" y="12383"/>
                  </a:lnTo>
                  <a:lnTo>
                    <a:pt x="1837403" y="12442"/>
                  </a:lnTo>
                  <a:lnTo>
                    <a:pt x="1837447" y="12473"/>
                  </a:lnTo>
                  <a:lnTo>
                    <a:pt x="1837523" y="12505"/>
                  </a:lnTo>
                  <a:lnTo>
                    <a:pt x="1837589" y="12520"/>
                  </a:lnTo>
                  <a:lnTo>
                    <a:pt x="1837665" y="12523"/>
                  </a:lnTo>
                  <a:lnTo>
                    <a:pt x="1837797" y="12512"/>
                  </a:lnTo>
                  <a:lnTo>
                    <a:pt x="1837885" y="12492"/>
                  </a:lnTo>
                  <a:lnTo>
                    <a:pt x="1837964" y="12461"/>
                  </a:lnTo>
                  <a:lnTo>
                    <a:pt x="1838071" y="12397"/>
                  </a:lnTo>
                  <a:lnTo>
                    <a:pt x="1838177" y="12329"/>
                  </a:lnTo>
                  <a:lnTo>
                    <a:pt x="1838262" y="12271"/>
                  </a:lnTo>
                  <a:lnTo>
                    <a:pt x="1838329" y="12236"/>
                  </a:lnTo>
                  <a:lnTo>
                    <a:pt x="1838395" y="12204"/>
                  </a:lnTo>
                  <a:lnTo>
                    <a:pt x="1838456" y="12183"/>
                  </a:lnTo>
                  <a:lnTo>
                    <a:pt x="1838520" y="12163"/>
                  </a:lnTo>
                  <a:lnTo>
                    <a:pt x="1838600" y="12150"/>
                  </a:lnTo>
                  <a:lnTo>
                    <a:pt x="1838666" y="12148"/>
                  </a:lnTo>
                  <a:lnTo>
                    <a:pt x="1838720" y="12153"/>
                  </a:lnTo>
                  <a:lnTo>
                    <a:pt x="1838777" y="12166"/>
                  </a:lnTo>
                  <a:lnTo>
                    <a:pt x="1838904" y="12211"/>
                  </a:lnTo>
                  <a:lnTo>
                    <a:pt x="1838997" y="12247"/>
                  </a:lnTo>
                  <a:lnTo>
                    <a:pt x="1839099" y="12275"/>
                  </a:lnTo>
                  <a:lnTo>
                    <a:pt x="1839183" y="12292"/>
                  </a:lnTo>
                  <a:lnTo>
                    <a:pt x="1839244" y="12292"/>
                  </a:lnTo>
                  <a:lnTo>
                    <a:pt x="1839307" y="12280"/>
                  </a:lnTo>
                  <a:lnTo>
                    <a:pt x="1839408" y="12252"/>
                  </a:lnTo>
                  <a:lnTo>
                    <a:pt x="1839614" y="12196"/>
                  </a:lnTo>
                  <a:lnTo>
                    <a:pt x="1839680" y="12181"/>
                  </a:lnTo>
                  <a:lnTo>
                    <a:pt x="1839736" y="12176"/>
                  </a:lnTo>
                  <a:lnTo>
                    <a:pt x="1839807" y="12176"/>
                  </a:lnTo>
                  <a:lnTo>
                    <a:pt x="1839876" y="12181"/>
                  </a:lnTo>
                  <a:lnTo>
                    <a:pt x="1840037" y="12205"/>
                  </a:lnTo>
                  <a:lnTo>
                    <a:pt x="1840172" y="12225"/>
                  </a:lnTo>
                  <a:lnTo>
                    <a:pt x="1840458" y="12265"/>
                  </a:lnTo>
                  <a:lnTo>
                    <a:pt x="1840942" y="12330"/>
                  </a:lnTo>
                  <a:lnTo>
                    <a:pt x="1841023" y="12339"/>
                  </a:lnTo>
                  <a:lnTo>
                    <a:pt x="1841241" y="12349"/>
                  </a:lnTo>
                  <a:lnTo>
                    <a:pt x="1841314" y="12353"/>
                  </a:lnTo>
                  <a:lnTo>
                    <a:pt x="1841388" y="12351"/>
                  </a:lnTo>
                  <a:lnTo>
                    <a:pt x="1841476" y="12343"/>
                  </a:lnTo>
                  <a:lnTo>
                    <a:pt x="1841586" y="12330"/>
                  </a:lnTo>
                  <a:lnTo>
                    <a:pt x="1841699" y="12315"/>
                  </a:lnTo>
                  <a:lnTo>
                    <a:pt x="1841777" y="12297"/>
                  </a:lnTo>
                  <a:lnTo>
                    <a:pt x="1841872" y="12269"/>
                  </a:lnTo>
                  <a:lnTo>
                    <a:pt x="1841943" y="12234"/>
                  </a:lnTo>
                  <a:lnTo>
                    <a:pt x="1841995" y="12201"/>
                  </a:lnTo>
                  <a:lnTo>
                    <a:pt x="1842052" y="12153"/>
                  </a:lnTo>
                  <a:lnTo>
                    <a:pt x="1842128" y="12084"/>
                  </a:lnTo>
                  <a:lnTo>
                    <a:pt x="1842194" y="12013"/>
                  </a:lnTo>
                  <a:lnTo>
                    <a:pt x="1842268" y="11945"/>
                  </a:lnTo>
                  <a:lnTo>
                    <a:pt x="1842307" y="11913"/>
                  </a:lnTo>
                  <a:lnTo>
                    <a:pt x="1842381" y="11864"/>
                  </a:lnTo>
                  <a:lnTo>
                    <a:pt x="1842452" y="11829"/>
                  </a:lnTo>
                  <a:lnTo>
                    <a:pt x="1842514" y="11805"/>
                  </a:lnTo>
                  <a:lnTo>
                    <a:pt x="1842668" y="11754"/>
                  </a:lnTo>
                  <a:lnTo>
                    <a:pt x="1842732" y="11740"/>
                  </a:lnTo>
                  <a:lnTo>
                    <a:pt x="1842785" y="11734"/>
                  </a:lnTo>
                  <a:lnTo>
                    <a:pt x="1842832" y="11736"/>
                  </a:lnTo>
                  <a:lnTo>
                    <a:pt x="1842871" y="11741"/>
                  </a:lnTo>
                  <a:lnTo>
                    <a:pt x="1842922" y="11760"/>
                  </a:lnTo>
                  <a:lnTo>
                    <a:pt x="1842993" y="11793"/>
                  </a:lnTo>
                  <a:lnTo>
                    <a:pt x="1842998" y="11795"/>
                  </a:lnTo>
                  <a:lnTo>
                    <a:pt x="1843115" y="11837"/>
                  </a:lnTo>
                  <a:lnTo>
                    <a:pt x="1843311" y="11895"/>
                  </a:lnTo>
                  <a:lnTo>
                    <a:pt x="1843365" y="11902"/>
                  </a:lnTo>
                  <a:lnTo>
                    <a:pt x="1843429" y="11904"/>
                  </a:lnTo>
                  <a:lnTo>
                    <a:pt x="1843527" y="11896"/>
                  </a:lnTo>
                  <a:lnTo>
                    <a:pt x="1843608" y="11876"/>
                  </a:lnTo>
                  <a:lnTo>
                    <a:pt x="1843671" y="11848"/>
                  </a:lnTo>
                  <a:lnTo>
                    <a:pt x="1843733" y="11815"/>
                  </a:lnTo>
                  <a:lnTo>
                    <a:pt x="1843770" y="11795"/>
                  </a:lnTo>
                  <a:lnTo>
                    <a:pt x="1843981" y="11689"/>
                  </a:lnTo>
                  <a:lnTo>
                    <a:pt x="1844027" y="11668"/>
                  </a:lnTo>
                  <a:lnTo>
                    <a:pt x="1844079" y="11646"/>
                  </a:lnTo>
                  <a:lnTo>
                    <a:pt x="1844132" y="11628"/>
                  </a:lnTo>
                  <a:lnTo>
                    <a:pt x="1844189" y="11611"/>
                  </a:lnTo>
                  <a:lnTo>
                    <a:pt x="1844231" y="11595"/>
                  </a:lnTo>
                  <a:lnTo>
                    <a:pt x="1844272" y="11577"/>
                  </a:lnTo>
                  <a:lnTo>
                    <a:pt x="1844334" y="11547"/>
                  </a:lnTo>
                  <a:lnTo>
                    <a:pt x="1844395" y="11512"/>
                  </a:lnTo>
                  <a:lnTo>
                    <a:pt x="1844487" y="11452"/>
                  </a:lnTo>
                  <a:lnTo>
                    <a:pt x="1844502" y="11440"/>
                  </a:lnTo>
                  <a:lnTo>
                    <a:pt x="1844557" y="11382"/>
                  </a:lnTo>
                  <a:lnTo>
                    <a:pt x="1844594" y="11335"/>
                  </a:lnTo>
                  <a:lnTo>
                    <a:pt x="1844704" y="11188"/>
                  </a:lnTo>
                  <a:lnTo>
                    <a:pt x="1844986" y="10863"/>
                  </a:lnTo>
                  <a:lnTo>
                    <a:pt x="1845103" y="10697"/>
                  </a:lnTo>
                  <a:lnTo>
                    <a:pt x="1845176" y="10614"/>
                  </a:lnTo>
                  <a:lnTo>
                    <a:pt x="1845215" y="10580"/>
                  </a:lnTo>
                  <a:lnTo>
                    <a:pt x="1845232" y="10566"/>
                  </a:lnTo>
                  <a:lnTo>
                    <a:pt x="1845303" y="10516"/>
                  </a:lnTo>
                  <a:lnTo>
                    <a:pt x="1845334" y="10498"/>
                  </a:lnTo>
                  <a:lnTo>
                    <a:pt x="1845403" y="10457"/>
                  </a:lnTo>
                  <a:lnTo>
                    <a:pt x="1845452" y="10439"/>
                  </a:lnTo>
                  <a:lnTo>
                    <a:pt x="1845513" y="10423"/>
                  </a:lnTo>
                  <a:lnTo>
                    <a:pt x="1845623" y="10396"/>
                  </a:lnTo>
                  <a:lnTo>
                    <a:pt x="1845728" y="10378"/>
                  </a:lnTo>
                  <a:lnTo>
                    <a:pt x="1845855" y="10363"/>
                  </a:lnTo>
                  <a:lnTo>
                    <a:pt x="1845978" y="10354"/>
                  </a:lnTo>
                  <a:lnTo>
                    <a:pt x="1846013" y="10352"/>
                  </a:lnTo>
                  <a:lnTo>
                    <a:pt x="1846110" y="10348"/>
                  </a:lnTo>
                  <a:lnTo>
                    <a:pt x="1846247" y="10347"/>
                  </a:lnTo>
                  <a:lnTo>
                    <a:pt x="1846342" y="10350"/>
                  </a:lnTo>
                  <a:lnTo>
                    <a:pt x="1846472" y="10361"/>
                  </a:lnTo>
                  <a:lnTo>
                    <a:pt x="1846815" y="10391"/>
                  </a:lnTo>
                  <a:lnTo>
                    <a:pt x="1846921" y="10403"/>
                  </a:lnTo>
                  <a:lnTo>
                    <a:pt x="1846977" y="10411"/>
                  </a:lnTo>
                  <a:lnTo>
                    <a:pt x="1847039" y="10426"/>
                  </a:lnTo>
                  <a:lnTo>
                    <a:pt x="1847460" y="10526"/>
                  </a:lnTo>
                  <a:lnTo>
                    <a:pt x="1847888" y="10635"/>
                  </a:lnTo>
                  <a:lnTo>
                    <a:pt x="1848181" y="10667"/>
                  </a:lnTo>
                  <a:lnTo>
                    <a:pt x="1848531" y="10696"/>
                  </a:lnTo>
                  <a:lnTo>
                    <a:pt x="1848583" y="10699"/>
                  </a:lnTo>
                  <a:lnTo>
                    <a:pt x="1848634" y="10692"/>
                  </a:lnTo>
                  <a:lnTo>
                    <a:pt x="1848680" y="10682"/>
                  </a:lnTo>
                  <a:lnTo>
                    <a:pt x="1848778" y="10649"/>
                  </a:lnTo>
                  <a:lnTo>
                    <a:pt x="1848805" y="10632"/>
                  </a:lnTo>
                  <a:lnTo>
                    <a:pt x="1848809" y="10630"/>
                  </a:lnTo>
                  <a:lnTo>
                    <a:pt x="1848861" y="10591"/>
                  </a:lnTo>
                  <a:lnTo>
                    <a:pt x="1848934" y="10528"/>
                  </a:lnTo>
                  <a:lnTo>
                    <a:pt x="1848996" y="10475"/>
                  </a:lnTo>
                  <a:lnTo>
                    <a:pt x="1849028" y="10439"/>
                  </a:lnTo>
                  <a:lnTo>
                    <a:pt x="1849049" y="10411"/>
                  </a:lnTo>
                  <a:lnTo>
                    <a:pt x="1849074" y="10389"/>
                  </a:lnTo>
                  <a:lnTo>
                    <a:pt x="1849093" y="10382"/>
                  </a:lnTo>
                  <a:lnTo>
                    <a:pt x="1849111" y="10375"/>
                  </a:lnTo>
                  <a:lnTo>
                    <a:pt x="1849164" y="10364"/>
                  </a:lnTo>
                  <a:lnTo>
                    <a:pt x="1849225" y="10362"/>
                  </a:lnTo>
                  <a:lnTo>
                    <a:pt x="1849267" y="10363"/>
                  </a:lnTo>
                  <a:lnTo>
                    <a:pt x="1849336" y="10373"/>
                  </a:lnTo>
                  <a:lnTo>
                    <a:pt x="1849422" y="10392"/>
                  </a:lnTo>
                  <a:lnTo>
                    <a:pt x="1849520" y="10415"/>
                  </a:lnTo>
                  <a:lnTo>
                    <a:pt x="1849644" y="10440"/>
                  </a:lnTo>
                  <a:lnTo>
                    <a:pt x="1849767" y="10460"/>
                  </a:lnTo>
                  <a:lnTo>
                    <a:pt x="1849899" y="10471"/>
                  </a:lnTo>
                  <a:lnTo>
                    <a:pt x="1849998" y="10472"/>
                  </a:lnTo>
                  <a:lnTo>
                    <a:pt x="1850061" y="10465"/>
                  </a:lnTo>
                  <a:lnTo>
                    <a:pt x="1850130" y="10455"/>
                  </a:lnTo>
                  <a:lnTo>
                    <a:pt x="1850208" y="10436"/>
                  </a:lnTo>
                  <a:lnTo>
                    <a:pt x="1850279" y="10411"/>
                  </a:lnTo>
                  <a:lnTo>
                    <a:pt x="1850454" y="10336"/>
                  </a:lnTo>
                  <a:lnTo>
                    <a:pt x="1850639" y="10254"/>
                  </a:lnTo>
                  <a:lnTo>
                    <a:pt x="1850695" y="10232"/>
                  </a:lnTo>
                  <a:lnTo>
                    <a:pt x="1850999" y="10153"/>
                  </a:lnTo>
                  <a:lnTo>
                    <a:pt x="1851403" y="10013"/>
                  </a:lnTo>
                  <a:lnTo>
                    <a:pt x="1851449" y="9987"/>
                  </a:lnTo>
                  <a:lnTo>
                    <a:pt x="1851507" y="9968"/>
                  </a:lnTo>
                  <a:lnTo>
                    <a:pt x="1851525" y="9966"/>
                  </a:lnTo>
                  <a:lnTo>
                    <a:pt x="1851569" y="9961"/>
                  </a:lnTo>
                  <a:lnTo>
                    <a:pt x="1851914" y="9949"/>
                  </a:lnTo>
                  <a:lnTo>
                    <a:pt x="1851951" y="9946"/>
                  </a:lnTo>
                  <a:lnTo>
                    <a:pt x="1852049" y="9936"/>
                  </a:lnTo>
                  <a:lnTo>
                    <a:pt x="1852180" y="9928"/>
                  </a:lnTo>
                  <a:lnTo>
                    <a:pt x="1852235" y="9923"/>
                  </a:lnTo>
                  <a:lnTo>
                    <a:pt x="1852328" y="9915"/>
                  </a:lnTo>
                  <a:lnTo>
                    <a:pt x="1852436" y="9901"/>
                  </a:lnTo>
                  <a:lnTo>
                    <a:pt x="1852500" y="9891"/>
                  </a:lnTo>
                  <a:lnTo>
                    <a:pt x="1852600" y="9870"/>
                  </a:lnTo>
                  <a:lnTo>
                    <a:pt x="1852691" y="9854"/>
                  </a:lnTo>
                  <a:lnTo>
                    <a:pt x="1852796" y="9836"/>
                  </a:lnTo>
                  <a:lnTo>
                    <a:pt x="1852892" y="9821"/>
                  </a:lnTo>
                  <a:lnTo>
                    <a:pt x="1852911" y="9819"/>
                  </a:lnTo>
                  <a:lnTo>
                    <a:pt x="1852995" y="9802"/>
                  </a:lnTo>
                  <a:lnTo>
                    <a:pt x="1853066" y="9786"/>
                  </a:lnTo>
                  <a:lnTo>
                    <a:pt x="1853176" y="9757"/>
                  </a:lnTo>
                  <a:lnTo>
                    <a:pt x="1853284" y="9725"/>
                  </a:lnTo>
                  <a:lnTo>
                    <a:pt x="1853392" y="9691"/>
                  </a:lnTo>
                  <a:lnTo>
                    <a:pt x="1853460" y="9671"/>
                  </a:lnTo>
                  <a:lnTo>
                    <a:pt x="1853509" y="9661"/>
                  </a:lnTo>
                  <a:lnTo>
                    <a:pt x="1853590" y="9644"/>
                  </a:lnTo>
                  <a:lnTo>
                    <a:pt x="1853632" y="9638"/>
                  </a:lnTo>
                  <a:lnTo>
                    <a:pt x="1853668" y="9634"/>
                  </a:lnTo>
                  <a:lnTo>
                    <a:pt x="1853808" y="9610"/>
                  </a:lnTo>
                  <a:lnTo>
                    <a:pt x="1853960" y="9582"/>
                  </a:lnTo>
                  <a:lnTo>
                    <a:pt x="1854021" y="9570"/>
                  </a:lnTo>
                  <a:lnTo>
                    <a:pt x="1854068" y="9568"/>
                  </a:lnTo>
                  <a:lnTo>
                    <a:pt x="1854145" y="9559"/>
                  </a:lnTo>
                  <a:lnTo>
                    <a:pt x="1854163" y="9558"/>
                  </a:lnTo>
                  <a:lnTo>
                    <a:pt x="1854292" y="9525"/>
                  </a:lnTo>
                  <a:lnTo>
                    <a:pt x="1854338" y="9512"/>
                  </a:lnTo>
                  <a:lnTo>
                    <a:pt x="1854428" y="9491"/>
                  </a:lnTo>
                  <a:lnTo>
                    <a:pt x="1854555" y="9457"/>
                  </a:lnTo>
                  <a:lnTo>
                    <a:pt x="1854578" y="9451"/>
                  </a:lnTo>
                  <a:lnTo>
                    <a:pt x="1854663" y="9426"/>
                  </a:lnTo>
                  <a:lnTo>
                    <a:pt x="1855112" y="9329"/>
                  </a:lnTo>
                  <a:lnTo>
                    <a:pt x="1855421" y="9243"/>
                  </a:lnTo>
                  <a:lnTo>
                    <a:pt x="1855694" y="9139"/>
                  </a:lnTo>
                  <a:lnTo>
                    <a:pt x="1855914" y="9042"/>
                  </a:lnTo>
                  <a:lnTo>
                    <a:pt x="1855924" y="9039"/>
                  </a:lnTo>
                  <a:lnTo>
                    <a:pt x="1856002" y="9005"/>
                  </a:lnTo>
                  <a:lnTo>
                    <a:pt x="1856058" y="8984"/>
                  </a:lnTo>
                  <a:lnTo>
                    <a:pt x="1856093" y="8972"/>
                  </a:lnTo>
                  <a:lnTo>
                    <a:pt x="1856156" y="8950"/>
                  </a:lnTo>
                  <a:lnTo>
                    <a:pt x="1856165" y="8947"/>
                  </a:lnTo>
                  <a:lnTo>
                    <a:pt x="1856195" y="8936"/>
                  </a:lnTo>
                  <a:lnTo>
                    <a:pt x="1856237" y="8917"/>
                  </a:lnTo>
                  <a:lnTo>
                    <a:pt x="1856298" y="8883"/>
                  </a:lnTo>
                  <a:lnTo>
                    <a:pt x="1856425" y="8803"/>
                  </a:lnTo>
                  <a:lnTo>
                    <a:pt x="1856433" y="8798"/>
                  </a:lnTo>
                  <a:lnTo>
                    <a:pt x="1856486" y="8764"/>
                  </a:lnTo>
                  <a:lnTo>
                    <a:pt x="1856569" y="8713"/>
                  </a:lnTo>
                  <a:lnTo>
                    <a:pt x="1856667" y="8649"/>
                  </a:lnTo>
                  <a:lnTo>
                    <a:pt x="1856723" y="8613"/>
                  </a:lnTo>
                  <a:lnTo>
                    <a:pt x="1856762" y="8587"/>
                  </a:lnTo>
                  <a:lnTo>
                    <a:pt x="1856855" y="8535"/>
                  </a:lnTo>
                  <a:lnTo>
                    <a:pt x="1856946" y="8492"/>
                  </a:lnTo>
                  <a:lnTo>
                    <a:pt x="1857020" y="8463"/>
                  </a:lnTo>
                  <a:lnTo>
                    <a:pt x="1857098" y="8436"/>
                  </a:lnTo>
                  <a:lnTo>
                    <a:pt x="1857134" y="8425"/>
                  </a:lnTo>
                  <a:lnTo>
                    <a:pt x="1857186" y="8408"/>
                  </a:lnTo>
                  <a:lnTo>
                    <a:pt x="1857311" y="8378"/>
                  </a:lnTo>
                  <a:lnTo>
                    <a:pt x="1857357" y="8366"/>
                  </a:lnTo>
                  <a:lnTo>
                    <a:pt x="1857407" y="8353"/>
                  </a:lnTo>
                  <a:lnTo>
                    <a:pt x="1857514" y="8326"/>
                  </a:lnTo>
                  <a:lnTo>
                    <a:pt x="1857600" y="8307"/>
                  </a:lnTo>
                  <a:lnTo>
                    <a:pt x="1857642" y="8302"/>
                  </a:lnTo>
                  <a:lnTo>
                    <a:pt x="1857698" y="8297"/>
                  </a:lnTo>
                  <a:lnTo>
                    <a:pt x="1857776" y="8282"/>
                  </a:lnTo>
                  <a:lnTo>
                    <a:pt x="1857840" y="8269"/>
                  </a:lnTo>
                  <a:lnTo>
                    <a:pt x="1857894" y="8255"/>
                  </a:lnTo>
                  <a:lnTo>
                    <a:pt x="1857958" y="8235"/>
                  </a:lnTo>
                  <a:lnTo>
                    <a:pt x="1857994" y="8220"/>
                  </a:lnTo>
                  <a:lnTo>
                    <a:pt x="1858056" y="8203"/>
                  </a:lnTo>
                  <a:lnTo>
                    <a:pt x="1858159" y="8181"/>
                  </a:lnTo>
                  <a:lnTo>
                    <a:pt x="1858163" y="8180"/>
                  </a:lnTo>
                  <a:lnTo>
                    <a:pt x="1858220" y="8166"/>
                  </a:lnTo>
                  <a:lnTo>
                    <a:pt x="1858274" y="8148"/>
                  </a:lnTo>
                  <a:lnTo>
                    <a:pt x="1858325" y="8124"/>
                  </a:lnTo>
                  <a:lnTo>
                    <a:pt x="1858377" y="8096"/>
                  </a:lnTo>
                  <a:lnTo>
                    <a:pt x="1858484" y="8008"/>
                  </a:lnTo>
                  <a:lnTo>
                    <a:pt x="1858558" y="7939"/>
                  </a:lnTo>
                  <a:lnTo>
                    <a:pt x="1858566" y="7932"/>
                  </a:lnTo>
                  <a:lnTo>
                    <a:pt x="1858619" y="7887"/>
                  </a:lnTo>
                  <a:lnTo>
                    <a:pt x="1858660" y="7856"/>
                  </a:lnTo>
                  <a:lnTo>
                    <a:pt x="1858692" y="7834"/>
                  </a:lnTo>
                  <a:lnTo>
                    <a:pt x="1858756" y="7784"/>
                  </a:lnTo>
                  <a:lnTo>
                    <a:pt x="1858849" y="7707"/>
                  </a:lnTo>
                  <a:lnTo>
                    <a:pt x="1858905" y="7662"/>
                  </a:lnTo>
                  <a:lnTo>
                    <a:pt x="1858969" y="7622"/>
                  </a:lnTo>
                  <a:lnTo>
                    <a:pt x="1859040" y="7584"/>
                  </a:lnTo>
                  <a:lnTo>
                    <a:pt x="1859077" y="7557"/>
                  </a:lnTo>
                  <a:lnTo>
                    <a:pt x="1859128" y="7532"/>
                  </a:lnTo>
                  <a:lnTo>
                    <a:pt x="1859214" y="7495"/>
                  </a:lnTo>
                  <a:lnTo>
                    <a:pt x="1859297" y="7463"/>
                  </a:lnTo>
                  <a:lnTo>
                    <a:pt x="1859373" y="7440"/>
                  </a:lnTo>
                  <a:lnTo>
                    <a:pt x="1859449" y="7425"/>
                  </a:lnTo>
                  <a:lnTo>
                    <a:pt x="1859530" y="7420"/>
                  </a:lnTo>
                  <a:lnTo>
                    <a:pt x="1859609" y="7426"/>
                  </a:lnTo>
                  <a:lnTo>
                    <a:pt x="1859667" y="7435"/>
                  </a:lnTo>
                  <a:lnTo>
                    <a:pt x="1859736" y="7445"/>
                  </a:lnTo>
                  <a:lnTo>
                    <a:pt x="1859790" y="7453"/>
                  </a:lnTo>
                  <a:lnTo>
                    <a:pt x="1859952" y="7478"/>
                  </a:lnTo>
                  <a:lnTo>
                    <a:pt x="1860019" y="7484"/>
                  </a:lnTo>
                  <a:lnTo>
                    <a:pt x="1860065" y="7488"/>
                  </a:lnTo>
                  <a:lnTo>
                    <a:pt x="1860097" y="7487"/>
                  </a:lnTo>
                  <a:lnTo>
                    <a:pt x="1860149" y="7499"/>
                  </a:lnTo>
                  <a:lnTo>
                    <a:pt x="1860257" y="7530"/>
                  </a:lnTo>
                  <a:lnTo>
                    <a:pt x="1860370" y="7553"/>
                  </a:lnTo>
                  <a:lnTo>
                    <a:pt x="1860549" y="7599"/>
                  </a:lnTo>
                  <a:lnTo>
                    <a:pt x="1860701" y="7631"/>
                  </a:lnTo>
                  <a:lnTo>
                    <a:pt x="1860723" y="7635"/>
                  </a:lnTo>
                  <a:lnTo>
                    <a:pt x="1860826" y="7651"/>
                  </a:lnTo>
                  <a:lnTo>
                    <a:pt x="1860844" y="7654"/>
                  </a:lnTo>
                  <a:lnTo>
                    <a:pt x="1860974" y="7673"/>
                  </a:lnTo>
                  <a:lnTo>
                    <a:pt x="1861074" y="7686"/>
                  </a:lnTo>
                  <a:lnTo>
                    <a:pt x="1861148" y="7689"/>
                  </a:lnTo>
                  <a:lnTo>
                    <a:pt x="1861217" y="7688"/>
                  </a:lnTo>
                  <a:lnTo>
                    <a:pt x="1861305" y="7683"/>
                  </a:lnTo>
                  <a:lnTo>
                    <a:pt x="1861376" y="7672"/>
                  </a:lnTo>
                  <a:lnTo>
                    <a:pt x="1861474" y="7651"/>
                  </a:lnTo>
                  <a:lnTo>
                    <a:pt x="1861577" y="7624"/>
                  </a:lnTo>
                  <a:lnTo>
                    <a:pt x="1861700" y="7581"/>
                  </a:lnTo>
                  <a:lnTo>
                    <a:pt x="1861800" y="7544"/>
                  </a:lnTo>
                  <a:lnTo>
                    <a:pt x="1861826" y="7533"/>
                  </a:lnTo>
                  <a:lnTo>
                    <a:pt x="1861862" y="7517"/>
                  </a:lnTo>
                  <a:lnTo>
                    <a:pt x="1861904" y="7501"/>
                  </a:lnTo>
                  <a:lnTo>
                    <a:pt x="1861947" y="7489"/>
                  </a:lnTo>
                  <a:lnTo>
                    <a:pt x="1862007" y="7474"/>
                  </a:lnTo>
                  <a:lnTo>
                    <a:pt x="1862075" y="7450"/>
                  </a:lnTo>
                  <a:lnTo>
                    <a:pt x="1862134" y="7429"/>
                  </a:lnTo>
                  <a:lnTo>
                    <a:pt x="1862225" y="7389"/>
                  </a:lnTo>
                  <a:lnTo>
                    <a:pt x="1862298" y="7355"/>
                  </a:lnTo>
                  <a:lnTo>
                    <a:pt x="1862355" y="7329"/>
                  </a:lnTo>
                  <a:lnTo>
                    <a:pt x="1862480" y="7269"/>
                  </a:lnTo>
                  <a:lnTo>
                    <a:pt x="1862659" y="7177"/>
                  </a:lnTo>
                  <a:lnTo>
                    <a:pt x="1862739" y="7145"/>
                  </a:lnTo>
                  <a:lnTo>
                    <a:pt x="1862774" y="7131"/>
                  </a:lnTo>
                  <a:lnTo>
                    <a:pt x="1862817" y="7112"/>
                  </a:lnTo>
                  <a:lnTo>
                    <a:pt x="1862895" y="7077"/>
                  </a:lnTo>
                  <a:lnTo>
                    <a:pt x="1862983" y="7044"/>
                  </a:lnTo>
                  <a:lnTo>
                    <a:pt x="1863115" y="6991"/>
                  </a:lnTo>
                  <a:lnTo>
                    <a:pt x="1863179" y="6964"/>
                  </a:lnTo>
                  <a:lnTo>
                    <a:pt x="1863253" y="6932"/>
                  </a:lnTo>
                  <a:lnTo>
                    <a:pt x="1863380" y="6876"/>
                  </a:lnTo>
                  <a:lnTo>
                    <a:pt x="1863461" y="6841"/>
                  </a:lnTo>
                  <a:lnTo>
                    <a:pt x="1863567" y="6801"/>
                  </a:lnTo>
                  <a:lnTo>
                    <a:pt x="1863678" y="6757"/>
                  </a:lnTo>
                  <a:lnTo>
                    <a:pt x="1863753" y="6724"/>
                  </a:lnTo>
                  <a:lnTo>
                    <a:pt x="1863795" y="6705"/>
                  </a:lnTo>
                  <a:lnTo>
                    <a:pt x="1863824" y="6693"/>
                  </a:lnTo>
                  <a:lnTo>
                    <a:pt x="1863864" y="6671"/>
                  </a:lnTo>
                  <a:lnTo>
                    <a:pt x="1863873" y="6666"/>
                  </a:lnTo>
                  <a:lnTo>
                    <a:pt x="1863895" y="6651"/>
                  </a:lnTo>
                  <a:lnTo>
                    <a:pt x="1863934" y="6632"/>
                  </a:lnTo>
                  <a:lnTo>
                    <a:pt x="1863983" y="6604"/>
                  </a:lnTo>
                  <a:lnTo>
                    <a:pt x="1864010" y="6589"/>
                  </a:lnTo>
                  <a:lnTo>
                    <a:pt x="1864042" y="6571"/>
                  </a:lnTo>
                  <a:lnTo>
                    <a:pt x="1864079" y="6547"/>
                  </a:lnTo>
                  <a:lnTo>
                    <a:pt x="1864094" y="6534"/>
                  </a:lnTo>
                  <a:lnTo>
                    <a:pt x="1864111" y="6524"/>
                  </a:lnTo>
                  <a:lnTo>
                    <a:pt x="1864155" y="6502"/>
                  </a:lnTo>
                  <a:lnTo>
                    <a:pt x="1864174" y="6492"/>
                  </a:lnTo>
                  <a:lnTo>
                    <a:pt x="1864212" y="6472"/>
                  </a:lnTo>
                  <a:lnTo>
                    <a:pt x="1864231" y="6463"/>
                  </a:lnTo>
                  <a:lnTo>
                    <a:pt x="1864261" y="6450"/>
                  </a:lnTo>
                  <a:lnTo>
                    <a:pt x="1864310" y="6430"/>
                  </a:lnTo>
                  <a:lnTo>
                    <a:pt x="1864346" y="6420"/>
                  </a:lnTo>
                  <a:lnTo>
                    <a:pt x="1864408" y="6404"/>
                  </a:lnTo>
                  <a:lnTo>
                    <a:pt x="1864447" y="6394"/>
                  </a:lnTo>
                  <a:lnTo>
                    <a:pt x="1864514" y="6380"/>
                  </a:lnTo>
                  <a:lnTo>
                    <a:pt x="1864555" y="6369"/>
                  </a:lnTo>
                  <a:lnTo>
                    <a:pt x="1864600" y="6357"/>
                  </a:lnTo>
                  <a:lnTo>
                    <a:pt x="1864668" y="6349"/>
                  </a:lnTo>
                  <a:lnTo>
                    <a:pt x="1864749" y="6340"/>
                  </a:lnTo>
                  <a:lnTo>
                    <a:pt x="1864825" y="6332"/>
                  </a:lnTo>
                  <a:lnTo>
                    <a:pt x="1864889" y="6332"/>
                  </a:lnTo>
                  <a:lnTo>
                    <a:pt x="1864963" y="6331"/>
                  </a:lnTo>
                  <a:lnTo>
                    <a:pt x="1865007" y="6330"/>
                  </a:lnTo>
                  <a:lnTo>
                    <a:pt x="1865056" y="6332"/>
                  </a:lnTo>
                  <a:lnTo>
                    <a:pt x="1865081" y="6331"/>
                  </a:lnTo>
                  <a:lnTo>
                    <a:pt x="1865105" y="6330"/>
                  </a:lnTo>
                  <a:lnTo>
                    <a:pt x="1865134" y="6329"/>
                  </a:lnTo>
                  <a:lnTo>
                    <a:pt x="1865152" y="6328"/>
                  </a:lnTo>
                  <a:lnTo>
                    <a:pt x="1865198" y="6327"/>
                  </a:lnTo>
                  <a:lnTo>
                    <a:pt x="1865289" y="6316"/>
                  </a:lnTo>
                  <a:lnTo>
                    <a:pt x="1865349" y="6307"/>
                  </a:lnTo>
                  <a:lnTo>
                    <a:pt x="1865392" y="6300"/>
                  </a:lnTo>
                  <a:lnTo>
                    <a:pt x="1865405" y="6297"/>
                  </a:lnTo>
                  <a:lnTo>
                    <a:pt x="1865441" y="6288"/>
                  </a:lnTo>
                  <a:lnTo>
                    <a:pt x="1865493" y="6280"/>
                  </a:lnTo>
                  <a:lnTo>
                    <a:pt x="1865557" y="6258"/>
                  </a:lnTo>
                  <a:lnTo>
                    <a:pt x="1865611" y="6238"/>
                  </a:lnTo>
                  <a:lnTo>
                    <a:pt x="1865665" y="6216"/>
                  </a:lnTo>
                  <a:lnTo>
                    <a:pt x="1865741" y="6183"/>
                  </a:lnTo>
                  <a:lnTo>
                    <a:pt x="1865807" y="6146"/>
                  </a:lnTo>
                  <a:lnTo>
                    <a:pt x="1865864" y="6113"/>
                  </a:lnTo>
                  <a:lnTo>
                    <a:pt x="1865925" y="6076"/>
                  </a:lnTo>
                  <a:lnTo>
                    <a:pt x="1865991" y="6039"/>
                  </a:lnTo>
                  <a:lnTo>
                    <a:pt x="1866026" y="6018"/>
                  </a:lnTo>
                  <a:lnTo>
                    <a:pt x="1866094" y="5981"/>
                  </a:lnTo>
                  <a:lnTo>
                    <a:pt x="1866141" y="5961"/>
                  </a:lnTo>
                  <a:lnTo>
                    <a:pt x="1866164" y="5953"/>
                  </a:lnTo>
                  <a:lnTo>
                    <a:pt x="1866202" y="5941"/>
                  </a:lnTo>
                  <a:lnTo>
                    <a:pt x="1866261" y="5926"/>
                  </a:lnTo>
                  <a:lnTo>
                    <a:pt x="1866327" y="5909"/>
                  </a:lnTo>
                  <a:lnTo>
                    <a:pt x="1866384" y="5899"/>
                  </a:lnTo>
                  <a:lnTo>
                    <a:pt x="1866445" y="5886"/>
                  </a:lnTo>
                  <a:lnTo>
                    <a:pt x="1866502" y="5879"/>
                  </a:lnTo>
                  <a:lnTo>
                    <a:pt x="1866544" y="5879"/>
                  </a:lnTo>
                  <a:lnTo>
                    <a:pt x="1866580" y="5884"/>
                  </a:lnTo>
                  <a:lnTo>
                    <a:pt x="1866603" y="5889"/>
                  </a:lnTo>
                  <a:lnTo>
                    <a:pt x="1866629" y="5896"/>
                  </a:lnTo>
                  <a:lnTo>
                    <a:pt x="1866657" y="5903"/>
                  </a:lnTo>
                  <a:lnTo>
                    <a:pt x="1866688" y="5911"/>
                  </a:lnTo>
                  <a:lnTo>
                    <a:pt x="1866771" y="5932"/>
                  </a:lnTo>
                  <a:lnTo>
                    <a:pt x="1867023" y="6010"/>
                  </a:lnTo>
                  <a:lnTo>
                    <a:pt x="1867204" y="6053"/>
                  </a:lnTo>
                  <a:lnTo>
                    <a:pt x="1867460" y="6077"/>
                  </a:lnTo>
                  <a:lnTo>
                    <a:pt x="1867489" y="6081"/>
                  </a:lnTo>
                  <a:lnTo>
                    <a:pt x="1867521" y="6085"/>
                  </a:lnTo>
                  <a:lnTo>
                    <a:pt x="1867531" y="6086"/>
                  </a:lnTo>
                  <a:lnTo>
                    <a:pt x="1867560" y="6089"/>
                  </a:lnTo>
                  <a:lnTo>
                    <a:pt x="1867583" y="6092"/>
                  </a:lnTo>
                  <a:lnTo>
                    <a:pt x="1867668" y="6094"/>
                  </a:lnTo>
                  <a:lnTo>
                    <a:pt x="1867750" y="6091"/>
                  </a:lnTo>
                  <a:lnTo>
                    <a:pt x="1867816" y="6092"/>
                  </a:lnTo>
                  <a:lnTo>
                    <a:pt x="1867870" y="6090"/>
                  </a:lnTo>
                  <a:lnTo>
                    <a:pt x="1867931" y="6091"/>
                  </a:lnTo>
                  <a:lnTo>
                    <a:pt x="1868022" y="6087"/>
                  </a:lnTo>
                  <a:lnTo>
                    <a:pt x="1868098" y="6081"/>
                  </a:lnTo>
                  <a:lnTo>
                    <a:pt x="1868165" y="6065"/>
                  </a:lnTo>
                  <a:lnTo>
                    <a:pt x="1868263" y="6039"/>
                  </a:lnTo>
                  <a:lnTo>
                    <a:pt x="1868351" y="6011"/>
                  </a:lnTo>
                  <a:lnTo>
                    <a:pt x="1868417" y="5986"/>
                  </a:lnTo>
                  <a:lnTo>
                    <a:pt x="1868454" y="5975"/>
                  </a:lnTo>
                  <a:lnTo>
                    <a:pt x="1868479" y="5967"/>
                  </a:lnTo>
                  <a:lnTo>
                    <a:pt x="1868505" y="5963"/>
                  </a:lnTo>
                  <a:lnTo>
                    <a:pt x="1868562" y="5952"/>
                  </a:lnTo>
                  <a:lnTo>
                    <a:pt x="1868641" y="5939"/>
                  </a:lnTo>
                  <a:lnTo>
                    <a:pt x="1868727" y="5932"/>
                  </a:lnTo>
                  <a:lnTo>
                    <a:pt x="1868820" y="5919"/>
                  </a:lnTo>
                  <a:lnTo>
                    <a:pt x="1868877" y="5915"/>
                  </a:lnTo>
                  <a:lnTo>
                    <a:pt x="1868896" y="5914"/>
                  </a:lnTo>
                  <a:lnTo>
                    <a:pt x="1868932" y="5910"/>
                  </a:lnTo>
                  <a:lnTo>
                    <a:pt x="1868963" y="5907"/>
                  </a:lnTo>
                  <a:lnTo>
                    <a:pt x="1869595" y="5806"/>
                  </a:lnTo>
                  <a:lnTo>
                    <a:pt x="1869773" y="5785"/>
                  </a:lnTo>
                  <a:lnTo>
                    <a:pt x="1870058" y="5775"/>
                  </a:lnTo>
                  <a:lnTo>
                    <a:pt x="1870097" y="5773"/>
                  </a:lnTo>
                  <a:lnTo>
                    <a:pt x="1870162" y="5771"/>
                  </a:lnTo>
                  <a:lnTo>
                    <a:pt x="1870196" y="5770"/>
                  </a:lnTo>
                  <a:lnTo>
                    <a:pt x="1870308" y="5770"/>
                  </a:lnTo>
                  <a:lnTo>
                    <a:pt x="1870397" y="5773"/>
                  </a:lnTo>
                  <a:lnTo>
                    <a:pt x="1870424" y="5775"/>
                  </a:lnTo>
                  <a:lnTo>
                    <a:pt x="1870466" y="5778"/>
                  </a:lnTo>
                  <a:lnTo>
                    <a:pt x="1870532" y="5775"/>
                  </a:lnTo>
                  <a:lnTo>
                    <a:pt x="1870631" y="5768"/>
                  </a:lnTo>
                  <a:lnTo>
                    <a:pt x="1870704" y="5770"/>
                  </a:lnTo>
                  <a:lnTo>
                    <a:pt x="1870734" y="5772"/>
                  </a:lnTo>
                  <a:lnTo>
                    <a:pt x="1870792" y="5775"/>
                  </a:lnTo>
                  <a:lnTo>
                    <a:pt x="1870817" y="5777"/>
                  </a:lnTo>
                  <a:lnTo>
                    <a:pt x="1870878" y="5782"/>
                  </a:lnTo>
                  <a:lnTo>
                    <a:pt x="1870960" y="5784"/>
                  </a:lnTo>
                  <a:lnTo>
                    <a:pt x="1871058" y="5795"/>
                  </a:lnTo>
                  <a:lnTo>
                    <a:pt x="1871125" y="5797"/>
                  </a:lnTo>
                  <a:lnTo>
                    <a:pt x="1871174" y="5797"/>
                  </a:lnTo>
                  <a:lnTo>
                    <a:pt x="1871712" y="5840"/>
                  </a:lnTo>
                  <a:lnTo>
                    <a:pt x="1871735" y="5844"/>
                  </a:lnTo>
                  <a:lnTo>
                    <a:pt x="1871799" y="5854"/>
                  </a:lnTo>
                  <a:lnTo>
                    <a:pt x="1871883" y="5869"/>
                  </a:lnTo>
                  <a:lnTo>
                    <a:pt x="1871969" y="5884"/>
                  </a:lnTo>
                  <a:lnTo>
                    <a:pt x="1872054" y="5901"/>
                  </a:lnTo>
                  <a:lnTo>
                    <a:pt x="1872150" y="5911"/>
                  </a:lnTo>
                  <a:lnTo>
                    <a:pt x="1872246" y="5925"/>
                  </a:lnTo>
                  <a:lnTo>
                    <a:pt x="1872332" y="5943"/>
                  </a:lnTo>
                  <a:lnTo>
                    <a:pt x="1872401" y="5955"/>
                  </a:lnTo>
                  <a:lnTo>
                    <a:pt x="1872474" y="5971"/>
                  </a:lnTo>
                  <a:lnTo>
                    <a:pt x="1872597" y="5996"/>
                  </a:lnTo>
                  <a:lnTo>
                    <a:pt x="1872764" y="6023"/>
                  </a:lnTo>
                  <a:lnTo>
                    <a:pt x="1872885" y="6042"/>
                  </a:lnTo>
                  <a:lnTo>
                    <a:pt x="1872948" y="6049"/>
                  </a:lnTo>
                  <a:lnTo>
                    <a:pt x="1873005" y="6057"/>
                  </a:lnTo>
                  <a:lnTo>
                    <a:pt x="1873594" y="6140"/>
                  </a:lnTo>
                  <a:lnTo>
                    <a:pt x="1873664" y="6152"/>
                  </a:lnTo>
                  <a:lnTo>
                    <a:pt x="1873794" y="6166"/>
                  </a:lnTo>
                  <a:lnTo>
                    <a:pt x="1873910" y="6170"/>
                  </a:lnTo>
                  <a:lnTo>
                    <a:pt x="1874074" y="6174"/>
                  </a:lnTo>
                  <a:lnTo>
                    <a:pt x="1874111" y="6174"/>
                  </a:lnTo>
                  <a:lnTo>
                    <a:pt x="1874152" y="6177"/>
                  </a:lnTo>
                  <a:lnTo>
                    <a:pt x="1874171" y="6177"/>
                  </a:lnTo>
                  <a:lnTo>
                    <a:pt x="1874256" y="6179"/>
                  </a:lnTo>
                  <a:lnTo>
                    <a:pt x="1874334" y="6180"/>
                  </a:lnTo>
                  <a:lnTo>
                    <a:pt x="1874442" y="6177"/>
                  </a:lnTo>
                  <a:lnTo>
                    <a:pt x="1874472" y="6174"/>
                  </a:lnTo>
                  <a:lnTo>
                    <a:pt x="1874614" y="6165"/>
                  </a:lnTo>
                  <a:lnTo>
                    <a:pt x="1874690" y="6158"/>
                  </a:lnTo>
                  <a:lnTo>
                    <a:pt x="1874857" y="6149"/>
                  </a:lnTo>
                  <a:lnTo>
                    <a:pt x="1875005" y="6130"/>
                  </a:lnTo>
                  <a:lnTo>
                    <a:pt x="1875097" y="6114"/>
                  </a:lnTo>
                  <a:lnTo>
                    <a:pt x="1875176" y="6098"/>
                  </a:lnTo>
                  <a:lnTo>
                    <a:pt x="1875227" y="6078"/>
                  </a:lnTo>
                  <a:lnTo>
                    <a:pt x="1875334" y="6031"/>
                  </a:lnTo>
                  <a:lnTo>
                    <a:pt x="1875488" y="5941"/>
                  </a:lnTo>
                  <a:lnTo>
                    <a:pt x="1875612" y="5862"/>
                  </a:lnTo>
                  <a:lnTo>
                    <a:pt x="1875685" y="5809"/>
                  </a:lnTo>
                  <a:lnTo>
                    <a:pt x="1875763" y="5760"/>
                  </a:lnTo>
                  <a:lnTo>
                    <a:pt x="1875860" y="5694"/>
                  </a:lnTo>
                  <a:lnTo>
                    <a:pt x="1875975" y="5605"/>
                  </a:lnTo>
                  <a:lnTo>
                    <a:pt x="1876089" y="5498"/>
                  </a:lnTo>
                  <a:lnTo>
                    <a:pt x="1876212" y="5375"/>
                  </a:lnTo>
                  <a:lnTo>
                    <a:pt x="1876290" y="5307"/>
                  </a:lnTo>
                  <a:lnTo>
                    <a:pt x="1876380" y="5224"/>
                  </a:lnTo>
                  <a:lnTo>
                    <a:pt x="1876484" y="5129"/>
                  </a:lnTo>
                  <a:lnTo>
                    <a:pt x="1876569" y="5042"/>
                  </a:lnTo>
                  <a:lnTo>
                    <a:pt x="1876652" y="4945"/>
                  </a:lnTo>
                  <a:lnTo>
                    <a:pt x="1876697" y="4886"/>
                  </a:lnTo>
                  <a:lnTo>
                    <a:pt x="1876732" y="4853"/>
                  </a:lnTo>
                  <a:lnTo>
                    <a:pt x="1876773" y="4821"/>
                  </a:lnTo>
                  <a:lnTo>
                    <a:pt x="1876802" y="4789"/>
                  </a:lnTo>
                  <a:lnTo>
                    <a:pt x="1876866" y="4706"/>
                  </a:lnTo>
                  <a:lnTo>
                    <a:pt x="1876875" y="4695"/>
                  </a:lnTo>
                  <a:lnTo>
                    <a:pt x="1876940" y="4616"/>
                  </a:lnTo>
                  <a:lnTo>
                    <a:pt x="1876991" y="4564"/>
                  </a:lnTo>
                  <a:lnTo>
                    <a:pt x="1877042" y="4506"/>
                  </a:lnTo>
                  <a:lnTo>
                    <a:pt x="1877100" y="4429"/>
                  </a:lnTo>
                  <a:lnTo>
                    <a:pt x="1877158" y="4359"/>
                  </a:lnTo>
                  <a:lnTo>
                    <a:pt x="1877211" y="4295"/>
                  </a:lnTo>
                  <a:lnTo>
                    <a:pt x="1877262" y="4248"/>
                  </a:lnTo>
                  <a:lnTo>
                    <a:pt x="1877319" y="4206"/>
                  </a:lnTo>
                  <a:lnTo>
                    <a:pt x="1877396" y="4146"/>
                  </a:lnTo>
                  <a:lnTo>
                    <a:pt x="1877484" y="4085"/>
                  </a:lnTo>
                  <a:lnTo>
                    <a:pt x="1877511" y="4069"/>
                  </a:lnTo>
                  <a:lnTo>
                    <a:pt x="1877542" y="4053"/>
                  </a:lnTo>
                  <a:lnTo>
                    <a:pt x="1877616" y="4025"/>
                  </a:lnTo>
                  <a:lnTo>
                    <a:pt x="1877770" y="3964"/>
                  </a:lnTo>
                  <a:lnTo>
                    <a:pt x="1877815" y="3946"/>
                  </a:lnTo>
                  <a:lnTo>
                    <a:pt x="1878007" y="3936"/>
                  </a:lnTo>
                  <a:lnTo>
                    <a:pt x="1878197" y="3961"/>
                  </a:lnTo>
                  <a:lnTo>
                    <a:pt x="1878477" y="4004"/>
                  </a:lnTo>
                  <a:lnTo>
                    <a:pt x="1878701" y="4053"/>
                  </a:lnTo>
                  <a:lnTo>
                    <a:pt x="1878853" y="4085"/>
                  </a:lnTo>
                  <a:lnTo>
                    <a:pt x="1878910" y="4111"/>
                  </a:lnTo>
                  <a:lnTo>
                    <a:pt x="1878994" y="4146"/>
                  </a:lnTo>
                  <a:lnTo>
                    <a:pt x="1879050" y="4168"/>
                  </a:lnTo>
                  <a:lnTo>
                    <a:pt x="1879078" y="4178"/>
                  </a:lnTo>
                  <a:lnTo>
                    <a:pt x="1879169" y="4216"/>
                  </a:lnTo>
                  <a:lnTo>
                    <a:pt x="1879253" y="4251"/>
                  </a:lnTo>
                  <a:lnTo>
                    <a:pt x="1879384" y="4308"/>
                  </a:lnTo>
                  <a:lnTo>
                    <a:pt x="1879500" y="4346"/>
                  </a:lnTo>
                  <a:lnTo>
                    <a:pt x="1879614" y="4376"/>
                  </a:lnTo>
                  <a:lnTo>
                    <a:pt x="1879717" y="4393"/>
                  </a:lnTo>
                  <a:lnTo>
                    <a:pt x="1879815" y="4404"/>
                  </a:lnTo>
                  <a:lnTo>
                    <a:pt x="1879891" y="4411"/>
                  </a:lnTo>
                  <a:lnTo>
                    <a:pt x="1880012" y="4413"/>
                  </a:lnTo>
                  <a:lnTo>
                    <a:pt x="1880130" y="4408"/>
                  </a:lnTo>
                  <a:lnTo>
                    <a:pt x="1880250" y="4399"/>
                  </a:lnTo>
                  <a:lnTo>
                    <a:pt x="1880351" y="4392"/>
                  </a:lnTo>
                  <a:lnTo>
                    <a:pt x="1880429" y="4388"/>
                  </a:lnTo>
                  <a:lnTo>
                    <a:pt x="1880537" y="4377"/>
                  </a:lnTo>
                  <a:lnTo>
                    <a:pt x="1880577" y="4373"/>
                  </a:lnTo>
                  <a:lnTo>
                    <a:pt x="1880638" y="4367"/>
                  </a:lnTo>
                  <a:lnTo>
                    <a:pt x="1880734" y="4353"/>
                  </a:lnTo>
                  <a:lnTo>
                    <a:pt x="1880844" y="4338"/>
                  </a:lnTo>
                  <a:lnTo>
                    <a:pt x="1880969" y="4322"/>
                  </a:lnTo>
                  <a:lnTo>
                    <a:pt x="1881048" y="4308"/>
                  </a:lnTo>
                  <a:lnTo>
                    <a:pt x="1881073" y="4303"/>
                  </a:lnTo>
                  <a:lnTo>
                    <a:pt x="1881104" y="4293"/>
                  </a:lnTo>
                  <a:lnTo>
                    <a:pt x="1881120" y="4288"/>
                  </a:lnTo>
                  <a:lnTo>
                    <a:pt x="1881161" y="4274"/>
                  </a:lnTo>
                  <a:lnTo>
                    <a:pt x="1881219" y="4251"/>
                  </a:lnTo>
                  <a:lnTo>
                    <a:pt x="1881337" y="4194"/>
                  </a:lnTo>
                  <a:lnTo>
                    <a:pt x="1881459" y="4130"/>
                  </a:lnTo>
                  <a:lnTo>
                    <a:pt x="1881567" y="4075"/>
                  </a:lnTo>
                  <a:lnTo>
                    <a:pt x="1881615" y="4046"/>
                  </a:lnTo>
                  <a:lnTo>
                    <a:pt x="1881670" y="4023"/>
                  </a:lnTo>
                  <a:lnTo>
                    <a:pt x="1881779" y="3977"/>
                  </a:lnTo>
                  <a:lnTo>
                    <a:pt x="1881786" y="3974"/>
                  </a:lnTo>
                  <a:lnTo>
                    <a:pt x="1881858" y="3943"/>
                  </a:lnTo>
                  <a:lnTo>
                    <a:pt x="1881929" y="3910"/>
                  </a:lnTo>
                  <a:lnTo>
                    <a:pt x="1882000" y="3883"/>
                  </a:lnTo>
                  <a:lnTo>
                    <a:pt x="1882107" y="3847"/>
                  </a:lnTo>
                  <a:lnTo>
                    <a:pt x="1882182" y="3825"/>
                  </a:lnTo>
                  <a:lnTo>
                    <a:pt x="1882233" y="3805"/>
                  </a:lnTo>
                  <a:lnTo>
                    <a:pt x="1882316" y="3767"/>
                  </a:lnTo>
                  <a:lnTo>
                    <a:pt x="1882409" y="3718"/>
                  </a:lnTo>
                  <a:lnTo>
                    <a:pt x="1882509" y="3666"/>
                  </a:lnTo>
                  <a:lnTo>
                    <a:pt x="1882573" y="3634"/>
                  </a:lnTo>
                  <a:lnTo>
                    <a:pt x="1882624" y="3609"/>
                  </a:lnTo>
                  <a:lnTo>
                    <a:pt x="1882637" y="3603"/>
                  </a:lnTo>
                  <a:lnTo>
                    <a:pt x="1882695" y="3575"/>
                  </a:lnTo>
                  <a:lnTo>
                    <a:pt x="1882793" y="3512"/>
                  </a:lnTo>
                  <a:lnTo>
                    <a:pt x="1882866" y="3450"/>
                  </a:lnTo>
                  <a:lnTo>
                    <a:pt x="1882935" y="3383"/>
                  </a:lnTo>
                  <a:lnTo>
                    <a:pt x="1882980" y="3333"/>
                  </a:lnTo>
                  <a:lnTo>
                    <a:pt x="1883049" y="3248"/>
                  </a:lnTo>
                  <a:lnTo>
                    <a:pt x="1883085" y="3191"/>
                  </a:lnTo>
                  <a:lnTo>
                    <a:pt x="1883090" y="3185"/>
                  </a:lnTo>
                  <a:lnTo>
                    <a:pt x="1883112" y="3162"/>
                  </a:lnTo>
                  <a:lnTo>
                    <a:pt x="1883290" y="2956"/>
                  </a:lnTo>
                  <a:lnTo>
                    <a:pt x="1883417" y="2850"/>
                  </a:lnTo>
                  <a:lnTo>
                    <a:pt x="1883544" y="2787"/>
                  </a:lnTo>
                  <a:lnTo>
                    <a:pt x="1883717" y="2740"/>
                  </a:lnTo>
                  <a:lnTo>
                    <a:pt x="1884092" y="2679"/>
                  </a:lnTo>
                  <a:lnTo>
                    <a:pt x="1884121" y="2678"/>
                  </a:lnTo>
                  <a:lnTo>
                    <a:pt x="1884179" y="2675"/>
                  </a:lnTo>
                  <a:lnTo>
                    <a:pt x="1884257" y="2665"/>
                  </a:lnTo>
                  <a:lnTo>
                    <a:pt x="1884310" y="2658"/>
                  </a:lnTo>
                  <a:lnTo>
                    <a:pt x="1884495" y="2625"/>
                  </a:lnTo>
                  <a:lnTo>
                    <a:pt x="1884601" y="2606"/>
                  </a:lnTo>
                  <a:lnTo>
                    <a:pt x="1884655" y="2600"/>
                  </a:lnTo>
                  <a:lnTo>
                    <a:pt x="1884711" y="2600"/>
                  </a:lnTo>
                  <a:lnTo>
                    <a:pt x="1884793" y="2610"/>
                  </a:lnTo>
                  <a:lnTo>
                    <a:pt x="1884834" y="2621"/>
                  </a:lnTo>
                  <a:lnTo>
                    <a:pt x="1884921" y="2662"/>
                  </a:lnTo>
                  <a:lnTo>
                    <a:pt x="1884932" y="2667"/>
                  </a:lnTo>
                  <a:lnTo>
                    <a:pt x="1884974" y="2691"/>
                  </a:lnTo>
                  <a:lnTo>
                    <a:pt x="1885116" y="2851"/>
                  </a:lnTo>
                  <a:lnTo>
                    <a:pt x="1885224" y="3024"/>
                  </a:lnTo>
                  <a:lnTo>
                    <a:pt x="1885349" y="3195"/>
                  </a:lnTo>
                  <a:lnTo>
                    <a:pt x="1885370" y="3237"/>
                  </a:lnTo>
                  <a:lnTo>
                    <a:pt x="1885402" y="3305"/>
                  </a:lnTo>
                  <a:lnTo>
                    <a:pt x="1885427" y="3357"/>
                  </a:lnTo>
                  <a:lnTo>
                    <a:pt x="1885454" y="3417"/>
                  </a:lnTo>
                  <a:lnTo>
                    <a:pt x="1885478" y="3446"/>
                  </a:lnTo>
                  <a:lnTo>
                    <a:pt x="1885491" y="3471"/>
                  </a:lnTo>
                  <a:lnTo>
                    <a:pt x="1885515" y="3518"/>
                  </a:lnTo>
                  <a:lnTo>
                    <a:pt x="1885532" y="3560"/>
                  </a:lnTo>
                  <a:lnTo>
                    <a:pt x="1885545" y="3616"/>
                  </a:lnTo>
                  <a:lnTo>
                    <a:pt x="1885552" y="3660"/>
                  </a:lnTo>
                  <a:lnTo>
                    <a:pt x="1885554" y="3736"/>
                  </a:lnTo>
                  <a:lnTo>
                    <a:pt x="1885562" y="3762"/>
                  </a:lnTo>
                  <a:lnTo>
                    <a:pt x="1885574" y="3798"/>
                  </a:lnTo>
                  <a:lnTo>
                    <a:pt x="1885608" y="3862"/>
                  </a:lnTo>
                  <a:lnTo>
                    <a:pt x="1885636" y="3899"/>
                  </a:lnTo>
                  <a:lnTo>
                    <a:pt x="1885660" y="3927"/>
                  </a:lnTo>
                  <a:lnTo>
                    <a:pt x="1885712" y="3978"/>
                  </a:lnTo>
                  <a:lnTo>
                    <a:pt x="1885780" y="4023"/>
                  </a:lnTo>
                  <a:lnTo>
                    <a:pt x="1885928" y="4118"/>
                  </a:lnTo>
                  <a:lnTo>
                    <a:pt x="1885941" y="4127"/>
                  </a:lnTo>
                  <a:lnTo>
                    <a:pt x="1886029" y="4185"/>
                  </a:lnTo>
                  <a:lnTo>
                    <a:pt x="1886126" y="4238"/>
                  </a:lnTo>
                  <a:lnTo>
                    <a:pt x="1886259" y="4309"/>
                  </a:lnTo>
                  <a:lnTo>
                    <a:pt x="1886307" y="4330"/>
                  </a:lnTo>
                  <a:lnTo>
                    <a:pt x="1886326" y="4338"/>
                  </a:lnTo>
                  <a:lnTo>
                    <a:pt x="1886422" y="4384"/>
                  </a:lnTo>
                  <a:lnTo>
                    <a:pt x="1886547" y="4440"/>
                  </a:lnTo>
                  <a:lnTo>
                    <a:pt x="1886640" y="4478"/>
                  </a:lnTo>
                  <a:lnTo>
                    <a:pt x="1886775" y="4524"/>
                  </a:lnTo>
                  <a:lnTo>
                    <a:pt x="1886866" y="4555"/>
                  </a:lnTo>
                  <a:lnTo>
                    <a:pt x="1886913" y="4570"/>
                  </a:lnTo>
                  <a:lnTo>
                    <a:pt x="1886940" y="4582"/>
                  </a:lnTo>
                  <a:lnTo>
                    <a:pt x="1886984" y="4607"/>
                  </a:lnTo>
                  <a:lnTo>
                    <a:pt x="1887048" y="4647"/>
                  </a:lnTo>
                  <a:lnTo>
                    <a:pt x="1887105" y="4687"/>
                  </a:lnTo>
                  <a:lnTo>
                    <a:pt x="1887146" y="4717"/>
                  </a:lnTo>
                  <a:lnTo>
                    <a:pt x="1887202" y="4760"/>
                  </a:lnTo>
                  <a:lnTo>
                    <a:pt x="1887247" y="4804"/>
                  </a:lnTo>
                  <a:lnTo>
                    <a:pt x="1887284" y="4842"/>
                  </a:lnTo>
                  <a:lnTo>
                    <a:pt x="1887318" y="4872"/>
                  </a:lnTo>
                  <a:lnTo>
                    <a:pt x="1887362" y="4908"/>
                  </a:lnTo>
                  <a:lnTo>
                    <a:pt x="1887418" y="4930"/>
                  </a:lnTo>
                  <a:lnTo>
                    <a:pt x="1887477" y="4955"/>
                  </a:lnTo>
                  <a:lnTo>
                    <a:pt x="1887529" y="4985"/>
                  </a:lnTo>
                  <a:lnTo>
                    <a:pt x="1887573" y="5012"/>
                  </a:lnTo>
                  <a:lnTo>
                    <a:pt x="1887612" y="5050"/>
                  </a:lnTo>
                  <a:lnTo>
                    <a:pt x="1887651" y="5082"/>
                  </a:lnTo>
                  <a:lnTo>
                    <a:pt x="1887691" y="5097"/>
                  </a:lnTo>
                  <a:lnTo>
                    <a:pt x="1887760" y="5107"/>
                  </a:lnTo>
                  <a:lnTo>
                    <a:pt x="1887792" y="5109"/>
                  </a:lnTo>
                  <a:lnTo>
                    <a:pt x="1887853" y="5119"/>
                  </a:lnTo>
                  <a:lnTo>
                    <a:pt x="1887946" y="5139"/>
                  </a:lnTo>
                  <a:lnTo>
                    <a:pt x="1888034" y="5164"/>
                  </a:lnTo>
                  <a:lnTo>
                    <a:pt x="1888128" y="5189"/>
                  </a:lnTo>
                  <a:lnTo>
                    <a:pt x="1888204" y="5210"/>
                  </a:lnTo>
                  <a:lnTo>
                    <a:pt x="1888258" y="5217"/>
                  </a:lnTo>
                  <a:lnTo>
                    <a:pt x="1888352" y="5232"/>
                  </a:lnTo>
                  <a:lnTo>
                    <a:pt x="1888435" y="5239"/>
                  </a:lnTo>
                  <a:lnTo>
                    <a:pt x="1888528" y="5234"/>
                  </a:lnTo>
                  <a:lnTo>
                    <a:pt x="1888644" y="5230"/>
                  </a:lnTo>
                  <a:lnTo>
                    <a:pt x="1888747" y="5217"/>
                  </a:lnTo>
                  <a:lnTo>
                    <a:pt x="1888848" y="5194"/>
                  </a:lnTo>
                  <a:lnTo>
                    <a:pt x="1888956" y="5164"/>
                  </a:lnTo>
                  <a:lnTo>
                    <a:pt x="1889131" y="5114"/>
                  </a:lnTo>
                  <a:lnTo>
                    <a:pt x="1889288" y="5058"/>
                  </a:lnTo>
                  <a:lnTo>
                    <a:pt x="1889409" y="4998"/>
                  </a:lnTo>
                  <a:lnTo>
                    <a:pt x="1889428" y="4987"/>
                  </a:lnTo>
                  <a:lnTo>
                    <a:pt x="1889579" y="4905"/>
                  </a:lnTo>
                  <a:lnTo>
                    <a:pt x="1889709" y="4831"/>
                  </a:lnTo>
                  <a:lnTo>
                    <a:pt x="1889786" y="4777"/>
                  </a:lnTo>
                  <a:lnTo>
                    <a:pt x="1889899" y="4708"/>
                  </a:lnTo>
                  <a:lnTo>
                    <a:pt x="1890054" y="4634"/>
                  </a:lnTo>
                  <a:lnTo>
                    <a:pt x="1890194" y="4581"/>
                  </a:lnTo>
                  <a:lnTo>
                    <a:pt x="1890325" y="4539"/>
                  </a:lnTo>
                  <a:lnTo>
                    <a:pt x="1890372" y="4532"/>
                  </a:lnTo>
                  <a:lnTo>
                    <a:pt x="1890438" y="4537"/>
                  </a:lnTo>
                  <a:lnTo>
                    <a:pt x="1890531" y="4553"/>
                  </a:lnTo>
                  <a:lnTo>
                    <a:pt x="1890681" y="4583"/>
                  </a:lnTo>
                  <a:lnTo>
                    <a:pt x="1890767" y="4603"/>
                  </a:lnTo>
                  <a:lnTo>
                    <a:pt x="1890794" y="4609"/>
                  </a:lnTo>
                  <a:lnTo>
                    <a:pt x="1890924" y="4648"/>
                  </a:lnTo>
                  <a:lnTo>
                    <a:pt x="1890976" y="4666"/>
                  </a:lnTo>
                  <a:lnTo>
                    <a:pt x="1891089" y="4693"/>
                  </a:lnTo>
                  <a:lnTo>
                    <a:pt x="1891212" y="4715"/>
                  </a:lnTo>
                  <a:lnTo>
                    <a:pt x="1891359" y="4740"/>
                  </a:lnTo>
                  <a:lnTo>
                    <a:pt x="1891469" y="4762"/>
                  </a:lnTo>
                  <a:lnTo>
                    <a:pt x="1891541" y="4782"/>
                  </a:lnTo>
                  <a:lnTo>
                    <a:pt x="1891649" y="4800"/>
                  </a:lnTo>
                  <a:lnTo>
                    <a:pt x="1891720" y="4807"/>
                  </a:lnTo>
                  <a:lnTo>
                    <a:pt x="1891833" y="4817"/>
                  </a:lnTo>
                  <a:lnTo>
                    <a:pt x="1891929" y="4822"/>
                  </a:lnTo>
                  <a:lnTo>
                    <a:pt x="1892029" y="4816"/>
                  </a:lnTo>
                  <a:lnTo>
                    <a:pt x="1892160" y="4793"/>
                  </a:lnTo>
                  <a:lnTo>
                    <a:pt x="1892332" y="4743"/>
                  </a:lnTo>
                  <a:lnTo>
                    <a:pt x="1892485" y="4693"/>
                  </a:lnTo>
                  <a:lnTo>
                    <a:pt x="1892623" y="4647"/>
                  </a:lnTo>
                  <a:lnTo>
                    <a:pt x="1892737" y="4600"/>
                  </a:lnTo>
                  <a:lnTo>
                    <a:pt x="1892797" y="4590"/>
                  </a:lnTo>
                  <a:lnTo>
                    <a:pt x="1892874" y="4572"/>
                  </a:lnTo>
                  <a:lnTo>
                    <a:pt x="1892953" y="4550"/>
                  </a:lnTo>
                  <a:lnTo>
                    <a:pt x="1892997" y="4535"/>
                  </a:lnTo>
                  <a:lnTo>
                    <a:pt x="1893036" y="4517"/>
                  </a:lnTo>
                  <a:lnTo>
                    <a:pt x="1893098" y="4501"/>
                  </a:lnTo>
                  <a:lnTo>
                    <a:pt x="1893135" y="4491"/>
                  </a:lnTo>
                  <a:lnTo>
                    <a:pt x="1893154" y="4490"/>
                  </a:lnTo>
                  <a:lnTo>
                    <a:pt x="1893196" y="4491"/>
                  </a:lnTo>
                  <a:lnTo>
                    <a:pt x="1893238" y="4485"/>
                  </a:lnTo>
                  <a:lnTo>
                    <a:pt x="1893312" y="4480"/>
                  </a:lnTo>
                  <a:lnTo>
                    <a:pt x="1893338" y="4476"/>
                  </a:lnTo>
                  <a:lnTo>
                    <a:pt x="1893413" y="4456"/>
                  </a:lnTo>
                  <a:lnTo>
                    <a:pt x="1893459" y="4444"/>
                  </a:lnTo>
                  <a:lnTo>
                    <a:pt x="1893511" y="4434"/>
                  </a:lnTo>
                  <a:lnTo>
                    <a:pt x="1893584" y="4416"/>
                  </a:lnTo>
                  <a:lnTo>
                    <a:pt x="1893708" y="4384"/>
                  </a:lnTo>
                  <a:lnTo>
                    <a:pt x="1893764" y="4368"/>
                  </a:lnTo>
                  <a:lnTo>
                    <a:pt x="1893831" y="4349"/>
                  </a:lnTo>
                  <a:lnTo>
                    <a:pt x="1893902" y="4328"/>
                  </a:lnTo>
                  <a:lnTo>
                    <a:pt x="1893975" y="4299"/>
                  </a:lnTo>
                  <a:lnTo>
                    <a:pt x="1894017" y="4286"/>
                  </a:lnTo>
                  <a:lnTo>
                    <a:pt x="1894049" y="4283"/>
                  </a:lnTo>
                  <a:lnTo>
                    <a:pt x="1894098" y="4284"/>
                  </a:lnTo>
                  <a:lnTo>
                    <a:pt x="1894187" y="4289"/>
                  </a:lnTo>
                  <a:lnTo>
                    <a:pt x="1894263" y="4294"/>
                  </a:lnTo>
                  <a:lnTo>
                    <a:pt x="1894359" y="4307"/>
                  </a:lnTo>
                  <a:lnTo>
                    <a:pt x="1894430" y="4311"/>
                  </a:lnTo>
                  <a:lnTo>
                    <a:pt x="1894526" y="4311"/>
                  </a:lnTo>
                  <a:lnTo>
                    <a:pt x="1894538" y="4311"/>
                  </a:lnTo>
                  <a:lnTo>
                    <a:pt x="1894686" y="4316"/>
                  </a:lnTo>
                  <a:lnTo>
                    <a:pt x="1894774" y="4316"/>
                  </a:lnTo>
                  <a:lnTo>
                    <a:pt x="1894868" y="4314"/>
                  </a:lnTo>
                  <a:lnTo>
                    <a:pt x="1895006" y="4311"/>
                  </a:lnTo>
                  <a:lnTo>
                    <a:pt x="1895133" y="4306"/>
                  </a:lnTo>
                  <a:lnTo>
                    <a:pt x="1895227" y="4302"/>
                  </a:lnTo>
                  <a:lnTo>
                    <a:pt x="1895286" y="4302"/>
                  </a:lnTo>
                  <a:lnTo>
                    <a:pt x="1895355" y="4309"/>
                  </a:lnTo>
                  <a:lnTo>
                    <a:pt x="1895453" y="4324"/>
                  </a:lnTo>
                  <a:lnTo>
                    <a:pt x="1895539" y="4342"/>
                  </a:lnTo>
                  <a:lnTo>
                    <a:pt x="1895630" y="4364"/>
                  </a:lnTo>
                  <a:lnTo>
                    <a:pt x="1895662" y="4369"/>
                  </a:lnTo>
                  <a:lnTo>
                    <a:pt x="1895719" y="4366"/>
                  </a:lnTo>
                  <a:lnTo>
                    <a:pt x="1895773" y="4371"/>
                  </a:lnTo>
                  <a:lnTo>
                    <a:pt x="1895817" y="4379"/>
                  </a:lnTo>
                  <a:lnTo>
                    <a:pt x="1895890" y="4396"/>
                  </a:lnTo>
                  <a:lnTo>
                    <a:pt x="1895999" y="4423"/>
                  </a:lnTo>
                  <a:lnTo>
                    <a:pt x="1896075" y="4439"/>
                  </a:lnTo>
                  <a:lnTo>
                    <a:pt x="1896169" y="4456"/>
                  </a:lnTo>
                  <a:lnTo>
                    <a:pt x="1896274" y="4468"/>
                  </a:lnTo>
                  <a:lnTo>
                    <a:pt x="1896367" y="4478"/>
                  </a:lnTo>
                  <a:lnTo>
                    <a:pt x="1896439" y="4474"/>
                  </a:lnTo>
                  <a:lnTo>
                    <a:pt x="1896532" y="4478"/>
                  </a:lnTo>
                  <a:lnTo>
                    <a:pt x="1896621" y="4486"/>
                  </a:lnTo>
                  <a:lnTo>
                    <a:pt x="1897636" y="4517"/>
                  </a:lnTo>
                  <a:lnTo>
                    <a:pt x="1898239" y="4504"/>
                  </a:lnTo>
                  <a:lnTo>
                    <a:pt x="1898976" y="4436"/>
                  </a:lnTo>
                  <a:lnTo>
                    <a:pt x="1899838" y="4370"/>
                  </a:lnTo>
                  <a:lnTo>
                    <a:pt x="1900288" y="4343"/>
                  </a:lnTo>
                  <a:lnTo>
                    <a:pt x="1900459" y="4354"/>
                  </a:lnTo>
                  <a:lnTo>
                    <a:pt x="1900499" y="4359"/>
                  </a:lnTo>
                  <a:lnTo>
                    <a:pt x="1900567" y="4364"/>
                  </a:lnTo>
                  <a:lnTo>
                    <a:pt x="1900609" y="4363"/>
                  </a:lnTo>
                  <a:lnTo>
                    <a:pt x="1900658" y="4370"/>
                  </a:lnTo>
                  <a:lnTo>
                    <a:pt x="1900734" y="4383"/>
                  </a:lnTo>
                  <a:lnTo>
                    <a:pt x="1900847" y="4407"/>
                  </a:lnTo>
                  <a:lnTo>
                    <a:pt x="1900955" y="4422"/>
                  </a:lnTo>
                  <a:lnTo>
                    <a:pt x="1901019" y="4425"/>
                  </a:lnTo>
                  <a:lnTo>
                    <a:pt x="1901122" y="4429"/>
                  </a:lnTo>
                  <a:lnTo>
                    <a:pt x="1901233" y="4434"/>
                  </a:lnTo>
                  <a:lnTo>
                    <a:pt x="1901371" y="4439"/>
                  </a:lnTo>
                  <a:lnTo>
                    <a:pt x="1901494" y="4441"/>
                  </a:lnTo>
                  <a:lnTo>
                    <a:pt x="1901602" y="4444"/>
                  </a:lnTo>
                  <a:lnTo>
                    <a:pt x="1901681" y="4446"/>
                  </a:lnTo>
                  <a:lnTo>
                    <a:pt x="1901720" y="4448"/>
                  </a:lnTo>
                  <a:lnTo>
                    <a:pt x="1901793" y="4456"/>
                  </a:lnTo>
                  <a:lnTo>
                    <a:pt x="1901897" y="4470"/>
                  </a:lnTo>
                  <a:lnTo>
                    <a:pt x="1901941" y="4475"/>
                  </a:lnTo>
                  <a:lnTo>
                    <a:pt x="1901980" y="4480"/>
                  </a:lnTo>
                  <a:lnTo>
                    <a:pt x="1902054" y="4488"/>
                  </a:lnTo>
                  <a:lnTo>
                    <a:pt x="1902130" y="4495"/>
                  </a:lnTo>
                  <a:lnTo>
                    <a:pt x="1902238" y="4512"/>
                  </a:lnTo>
                  <a:lnTo>
                    <a:pt x="1902336" y="4529"/>
                  </a:lnTo>
                  <a:lnTo>
                    <a:pt x="1902383" y="4537"/>
                  </a:lnTo>
                  <a:lnTo>
                    <a:pt x="1902412" y="4535"/>
                  </a:lnTo>
                  <a:lnTo>
                    <a:pt x="1902494" y="4535"/>
                  </a:lnTo>
                  <a:lnTo>
                    <a:pt x="1902538" y="4538"/>
                  </a:lnTo>
                  <a:lnTo>
                    <a:pt x="1902585" y="4543"/>
                  </a:lnTo>
                  <a:lnTo>
                    <a:pt x="1902612" y="4551"/>
                  </a:lnTo>
                  <a:lnTo>
                    <a:pt x="1902666" y="4560"/>
                  </a:lnTo>
                  <a:lnTo>
                    <a:pt x="1902809" y="4590"/>
                  </a:lnTo>
                  <a:lnTo>
                    <a:pt x="1902834" y="4596"/>
                  </a:lnTo>
                  <a:lnTo>
                    <a:pt x="1902870" y="4606"/>
                  </a:lnTo>
                  <a:lnTo>
                    <a:pt x="1902910" y="4612"/>
                  </a:lnTo>
                  <a:lnTo>
                    <a:pt x="1902977" y="4622"/>
                  </a:lnTo>
                  <a:lnTo>
                    <a:pt x="1903129" y="4636"/>
                  </a:lnTo>
                  <a:lnTo>
                    <a:pt x="1903228" y="4635"/>
                  </a:lnTo>
                  <a:lnTo>
                    <a:pt x="1903292" y="4633"/>
                  </a:lnTo>
                  <a:lnTo>
                    <a:pt x="1903331" y="4630"/>
                  </a:lnTo>
                  <a:lnTo>
                    <a:pt x="1903375" y="4626"/>
                  </a:lnTo>
                  <a:lnTo>
                    <a:pt x="1903400" y="4622"/>
                  </a:lnTo>
                  <a:lnTo>
                    <a:pt x="1903436" y="4616"/>
                  </a:lnTo>
                  <a:lnTo>
                    <a:pt x="1903505" y="4604"/>
                  </a:lnTo>
                  <a:lnTo>
                    <a:pt x="1903552" y="4597"/>
                  </a:lnTo>
                  <a:lnTo>
                    <a:pt x="1903620" y="4589"/>
                  </a:lnTo>
                  <a:lnTo>
                    <a:pt x="1903706" y="4577"/>
                  </a:lnTo>
                  <a:lnTo>
                    <a:pt x="1903768" y="4575"/>
                  </a:lnTo>
                  <a:lnTo>
                    <a:pt x="1903829" y="4571"/>
                  </a:lnTo>
                  <a:lnTo>
                    <a:pt x="1903896" y="4571"/>
                  </a:lnTo>
                  <a:lnTo>
                    <a:pt x="1903992" y="4574"/>
                  </a:lnTo>
                  <a:lnTo>
                    <a:pt x="1904095" y="4578"/>
                  </a:lnTo>
                  <a:lnTo>
                    <a:pt x="1904171" y="4574"/>
                  </a:lnTo>
                  <a:lnTo>
                    <a:pt x="1904230" y="4571"/>
                  </a:lnTo>
                  <a:lnTo>
                    <a:pt x="1904294" y="4567"/>
                  </a:lnTo>
                  <a:lnTo>
                    <a:pt x="1904335" y="4564"/>
                  </a:lnTo>
                  <a:lnTo>
                    <a:pt x="1904490" y="4542"/>
                  </a:lnTo>
                  <a:lnTo>
                    <a:pt x="1904552" y="4536"/>
                  </a:lnTo>
                  <a:lnTo>
                    <a:pt x="1904586" y="4529"/>
                  </a:lnTo>
                  <a:lnTo>
                    <a:pt x="1904628" y="4517"/>
                  </a:lnTo>
                  <a:lnTo>
                    <a:pt x="1904667" y="4508"/>
                  </a:lnTo>
                  <a:lnTo>
                    <a:pt x="1904719" y="4496"/>
                  </a:lnTo>
                  <a:lnTo>
                    <a:pt x="1904765" y="4491"/>
                  </a:lnTo>
                  <a:lnTo>
                    <a:pt x="1904819" y="4484"/>
                  </a:lnTo>
                  <a:lnTo>
                    <a:pt x="1904853" y="4477"/>
                  </a:lnTo>
                  <a:lnTo>
                    <a:pt x="1904897" y="4470"/>
                  </a:lnTo>
                  <a:lnTo>
                    <a:pt x="1904959" y="4462"/>
                  </a:lnTo>
                  <a:lnTo>
                    <a:pt x="1905028" y="4448"/>
                  </a:lnTo>
                  <a:lnTo>
                    <a:pt x="1905812" y="4324"/>
                  </a:lnTo>
                  <a:lnTo>
                    <a:pt x="1906134" y="4238"/>
                  </a:lnTo>
                  <a:lnTo>
                    <a:pt x="1906473" y="4120"/>
                  </a:lnTo>
                  <a:lnTo>
                    <a:pt x="1906712" y="4026"/>
                  </a:lnTo>
                  <a:lnTo>
                    <a:pt x="1906853" y="3966"/>
                  </a:lnTo>
                  <a:lnTo>
                    <a:pt x="1906933" y="3912"/>
                  </a:lnTo>
                  <a:lnTo>
                    <a:pt x="1906970" y="3884"/>
                  </a:lnTo>
                  <a:lnTo>
                    <a:pt x="1907157" y="3812"/>
                  </a:lnTo>
                  <a:lnTo>
                    <a:pt x="1907890" y="3528"/>
                  </a:lnTo>
                  <a:lnTo>
                    <a:pt x="1909027" y="3212"/>
                  </a:lnTo>
                  <a:lnTo>
                    <a:pt x="1909054" y="3205"/>
                  </a:lnTo>
                  <a:lnTo>
                    <a:pt x="1909103" y="3198"/>
                  </a:lnTo>
                  <a:lnTo>
                    <a:pt x="1909206" y="3183"/>
                  </a:lnTo>
                  <a:lnTo>
                    <a:pt x="1909356" y="3149"/>
                  </a:lnTo>
                  <a:lnTo>
                    <a:pt x="1909420" y="3137"/>
                  </a:lnTo>
                  <a:lnTo>
                    <a:pt x="1909516" y="3106"/>
                  </a:lnTo>
                  <a:lnTo>
                    <a:pt x="1909592" y="3086"/>
                  </a:lnTo>
                  <a:lnTo>
                    <a:pt x="1909631" y="3078"/>
                  </a:lnTo>
                  <a:lnTo>
                    <a:pt x="1909734" y="3056"/>
                  </a:lnTo>
                  <a:lnTo>
                    <a:pt x="1909796" y="3040"/>
                  </a:lnTo>
                  <a:lnTo>
                    <a:pt x="1909854" y="3030"/>
                  </a:lnTo>
                  <a:lnTo>
                    <a:pt x="1909911" y="3021"/>
                  </a:lnTo>
                  <a:lnTo>
                    <a:pt x="1909943" y="3011"/>
                  </a:lnTo>
                  <a:lnTo>
                    <a:pt x="1909967" y="3001"/>
                  </a:lnTo>
                  <a:lnTo>
                    <a:pt x="1909989" y="2988"/>
                  </a:lnTo>
                  <a:lnTo>
                    <a:pt x="1910026" y="2963"/>
                  </a:lnTo>
                  <a:lnTo>
                    <a:pt x="1910061" y="2940"/>
                  </a:lnTo>
                  <a:lnTo>
                    <a:pt x="1910083" y="2926"/>
                  </a:lnTo>
                  <a:lnTo>
                    <a:pt x="1910127" y="2900"/>
                  </a:lnTo>
                  <a:lnTo>
                    <a:pt x="1910178" y="2877"/>
                  </a:lnTo>
                  <a:lnTo>
                    <a:pt x="1910220" y="2859"/>
                  </a:lnTo>
                  <a:lnTo>
                    <a:pt x="1910254" y="2845"/>
                  </a:lnTo>
                  <a:lnTo>
                    <a:pt x="1910291" y="2837"/>
                  </a:lnTo>
                  <a:lnTo>
                    <a:pt x="1910325" y="2826"/>
                  </a:lnTo>
                  <a:lnTo>
                    <a:pt x="1910372" y="2820"/>
                  </a:lnTo>
                  <a:lnTo>
                    <a:pt x="1910431" y="2813"/>
                  </a:lnTo>
                  <a:lnTo>
                    <a:pt x="1910447" y="2811"/>
                  </a:lnTo>
                  <a:lnTo>
                    <a:pt x="1910517" y="2804"/>
                  </a:lnTo>
                  <a:lnTo>
                    <a:pt x="1910559" y="2799"/>
                  </a:lnTo>
                  <a:lnTo>
                    <a:pt x="1910588" y="2792"/>
                  </a:lnTo>
                  <a:lnTo>
                    <a:pt x="1910642" y="2785"/>
                  </a:lnTo>
                  <a:lnTo>
                    <a:pt x="1910692" y="2779"/>
                  </a:lnTo>
                  <a:lnTo>
                    <a:pt x="1910768" y="2770"/>
                  </a:lnTo>
                  <a:lnTo>
                    <a:pt x="1910822" y="2768"/>
                  </a:lnTo>
                  <a:lnTo>
                    <a:pt x="1910861" y="2763"/>
                  </a:lnTo>
                  <a:lnTo>
                    <a:pt x="1910908" y="2754"/>
                  </a:lnTo>
                  <a:lnTo>
                    <a:pt x="1910967" y="2742"/>
                  </a:lnTo>
                  <a:lnTo>
                    <a:pt x="1911035" y="2722"/>
                  </a:lnTo>
                  <a:lnTo>
                    <a:pt x="1911156" y="2692"/>
                  </a:lnTo>
                  <a:lnTo>
                    <a:pt x="1911212" y="2673"/>
                  </a:lnTo>
                  <a:lnTo>
                    <a:pt x="1911229" y="2666"/>
                  </a:lnTo>
                  <a:lnTo>
                    <a:pt x="1911298" y="2636"/>
                  </a:lnTo>
                  <a:lnTo>
                    <a:pt x="1911401" y="2584"/>
                  </a:lnTo>
                  <a:lnTo>
                    <a:pt x="1911430" y="2570"/>
                  </a:lnTo>
                  <a:lnTo>
                    <a:pt x="1911455" y="2559"/>
                  </a:lnTo>
                  <a:lnTo>
                    <a:pt x="1911487" y="2547"/>
                  </a:lnTo>
                  <a:lnTo>
                    <a:pt x="1911519" y="2535"/>
                  </a:lnTo>
                  <a:lnTo>
                    <a:pt x="1911553" y="2528"/>
                  </a:lnTo>
                  <a:lnTo>
                    <a:pt x="1911597" y="2518"/>
                  </a:lnTo>
                  <a:lnTo>
                    <a:pt x="1911693" y="2501"/>
                  </a:lnTo>
                  <a:lnTo>
                    <a:pt x="1911765" y="2490"/>
                  </a:lnTo>
                  <a:lnTo>
                    <a:pt x="1911840" y="2474"/>
                  </a:lnTo>
                  <a:lnTo>
                    <a:pt x="1911857" y="2471"/>
                  </a:lnTo>
                  <a:lnTo>
                    <a:pt x="1911939" y="2454"/>
                  </a:lnTo>
                  <a:lnTo>
                    <a:pt x="1912030" y="2434"/>
                  </a:lnTo>
                  <a:lnTo>
                    <a:pt x="1912249" y="2398"/>
                  </a:lnTo>
                  <a:lnTo>
                    <a:pt x="1912689" y="2366"/>
                  </a:lnTo>
                  <a:lnTo>
                    <a:pt x="1912728" y="2368"/>
                  </a:lnTo>
                  <a:lnTo>
                    <a:pt x="1912765" y="2368"/>
                  </a:lnTo>
                  <a:lnTo>
                    <a:pt x="1912802" y="2368"/>
                  </a:lnTo>
                  <a:lnTo>
                    <a:pt x="1912964" y="2370"/>
                  </a:lnTo>
                  <a:lnTo>
                    <a:pt x="1913082" y="2375"/>
                  </a:lnTo>
                  <a:lnTo>
                    <a:pt x="1913169" y="2376"/>
                  </a:lnTo>
                  <a:lnTo>
                    <a:pt x="1913250" y="2376"/>
                  </a:lnTo>
                  <a:lnTo>
                    <a:pt x="1913277" y="2376"/>
                  </a:lnTo>
                  <a:lnTo>
                    <a:pt x="1913297" y="2377"/>
                  </a:lnTo>
                  <a:lnTo>
                    <a:pt x="1913324" y="2384"/>
                  </a:lnTo>
                  <a:lnTo>
                    <a:pt x="1913371" y="2392"/>
                  </a:lnTo>
                  <a:lnTo>
                    <a:pt x="1913459" y="2407"/>
                  </a:lnTo>
                  <a:lnTo>
                    <a:pt x="1913533" y="2425"/>
                  </a:lnTo>
                  <a:lnTo>
                    <a:pt x="1913583" y="2437"/>
                  </a:lnTo>
                  <a:lnTo>
                    <a:pt x="1913671" y="2461"/>
                  </a:lnTo>
                  <a:lnTo>
                    <a:pt x="1913730" y="2478"/>
                  </a:lnTo>
                  <a:lnTo>
                    <a:pt x="1913770" y="2488"/>
                  </a:lnTo>
                  <a:lnTo>
                    <a:pt x="1913807" y="2494"/>
                  </a:lnTo>
                  <a:lnTo>
                    <a:pt x="1913851" y="2497"/>
                  </a:lnTo>
                  <a:lnTo>
                    <a:pt x="1913893" y="2502"/>
                  </a:lnTo>
                  <a:lnTo>
                    <a:pt x="1913920" y="2502"/>
                  </a:lnTo>
                  <a:lnTo>
                    <a:pt x="1913955" y="2500"/>
                  </a:lnTo>
                  <a:lnTo>
                    <a:pt x="1913989" y="2499"/>
                  </a:lnTo>
                  <a:lnTo>
                    <a:pt x="1914016" y="2502"/>
                  </a:lnTo>
                  <a:lnTo>
                    <a:pt x="1914045" y="2508"/>
                  </a:lnTo>
                  <a:lnTo>
                    <a:pt x="1914085" y="2520"/>
                  </a:lnTo>
                  <a:lnTo>
                    <a:pt x="1914112" y="2528"/>
                  </a:lnTo>
                  <a:lnTo>
                    <a:pt x="1914127" y="2533"/>
                  </a:lnTo>
                  <a:lnTo>
                    <a:pt x="1914154" y="2550"/>
                  </a:lnTo>
                  <a:lnTo>
                    <a:pt x="1914176" y="2563"/>
                  </a:lnTo>
                  <a:lnTo>
                    <a:pt x="1914194" y="2575"/>
                  </a:lnTo>
                  <a:lnTo>
                    <a:pt x="1914216" y="2591"/>
                  </a:lnTo>
                  <a:lnTo>
                    <a:pt x="1914238" y="2605"/>
                  </a:lnTo>
                  <a:lnTo>
                    <a:pt x="1914260" y="2614"/>
                  </a:lnTo>
                  <a:lnTo>
                    <a:pt x="1914290" y="2626"/>
                  </a:lnTo>
                  <a:lnTo>
                    <a:pt x="1914349" y="2644"/>
                  </a:lnTo>
                  <a:lnTo>
                    <a:pt x="1914419" y="2664"/>
                  </a:lnTo>
                  <a:lnTo>
                    <a:pt x="1914453" y="2674"/>
                  </a:lnTo>
                  <a:lnTo>
                    <a:pt x="1914580" y="2708"/>
                  </a:lnTo>
                  <a:lnTo>
                    <a:pt x="1914677" y="2736"/>
                  </a:lnTo>
                  <a:lnTo>
                    <a:pt x="1914763" y="2768"/>
                  </a:lnTo>
                  <a:lnTo>
                    <a:pt x="1914825" y="2786"/>
                  </a:lnTo>
                  <a:lnTo>
                    <a:pt x="1914852" y="2793"/>
                  </a:lnTo>
                  <a:lnTo>
                    <a:pt x="1914874" y="2798"/>
                  </a:lnTo>
                  <a:lnTo>
                    <a:pt x="1914911" y="2802"/>
                  </a:lnTo>
                  <a:lnTo>
                    <a:pt x="1914945" y="2804"/>
                  </a:lnTo>
                  <a:lnTo>
                    <a:pt x="1914992" y="2802"/>
                  </a:lnTo>
                  <a:lnTo>
                    <a:pt x="1915036" y="2801"/>
                  </a:lnTo>
                  <a:lnTo>
                    <a:pt x="1915078" y="2797"/>
                  </a:lnTo>
                  <a:lnTo>
                    <a:pt x="1915115" y="2795"/>
                  </a:lnTo>
                  <a:lnTo>
                    <a:pt x="1915152" y="2795"/>
                  </a:lnTo>
                  <a:lnTo>
                    <a:pt x="1915194" y="2795"/>
                  </a:lnTo>
                  <a:lnTo>
                    <a:pt x="1915240" y="2797"/>
                  </a:lnTo>
                  <a:lnTo>
                    <a:pt x="1915290" y="2801"/>
                  </a:lnTo>
                  <a:lnTo>
                    <a:pt x="1915306" y="2803"/>
                  </a:lnTo>
                  <a:lnTo>
                    <a:pt x="1915334" y="2806"/>
                  </a:lnTo>
                  <a:lnTo>
                    <a:pt x="1915371" y="2809"/>
                  </a:lnTo>
                  <a:lnTo>
                    <a:pt x="1915420" y="2811"/>
                  </a:lnTo>
                  <a:lnTo>
                    <a:pt x="1915452" y="2811"/>
                  </a:lnTo>
                  <a:lnTo>
                    <a:pt x="1915486" y="2808"/>
                  </a:lnTo>
                  <a:lnTo>
                    <a:pt x="1915526" y="2799"/>
                  </a:lnTo>
                  <a:lnTo>
                    <a:pt x="1915555" y="2794"/>
                  </a:lnTo>
                  <a:lnTo>
                    <a:pt x="1915594" y="2787"/>
                  </a:lnTo>
                  <a:lnTo>
                    <a:pt x="1915624" y="2782"/>
                  </a:lnTo>
                  <a:lnTo>
                    <a:pt x="1915663" y="2769"/>
                  </a:lnTo>
                  <a:lnTo>
                    <a:pt x="1915737" y="2744"/>
                  </a:lnTo>
                  <a:lnTo>
                    <a:pt x="1915786" y="2723"/>
                  </a:lnTo>
                  <a:lnTo>
                    <a:pt x="1915799" y="2717"/>
                  </a:lnTo>
                  <a:lnTo>
                    <a:pt x="1915862" y="2688"/>
                  </a:lnTo>
                  <a:lnTo>
                    <a:pt x="1915912" y="2665"/>
                  </a:lnTo>
                  <a:lnTo>
                    <a:pt x="1915919" y="2661"/>
                  </a:lnTo>
                  <a:lnTo>
                    <a:pt x="1916012" y="2623"/>
                  </a:lnTo>
                  <a:lnTo>
                    <a:pt x="1916216" y="2536"/>
                  </a:lnTo>
                  <a:lnTo>
                    <a:pt x="1916274" y="2514"/>
                  </a:lnTo>
                  <a:lnTo>
                    <a:pt x="1916319" y="2497"/>
                  </a:lnTo>
                  <a:lnTo>
                    <a:pt x="1916360" y="2484"/>
                  </a:lnTo>
                  <a:lnTo>
                    <a:pt x="1916404" y="2465"/>
                  </a:lnTo>
                  <a:lnTo>
                    <a:pt x="1916444" y="2448"/>
                  </a:lnTo>
                  <a:lnTo>
                    <a:pt x="1916475" y="2431"/>
                  </a:lnTo>
                  <a:lnTo>
                    <a:pt x="1916505" y="2415"/>
                  </a:lnTo>
                  <a:lnTo>
                    <a:pt x="1916530" y="2398"/>
                  </a:lnTo>
                  <a:lnTo>
                    <a:pt x="1916554" y="2380"/>
                  </a:lnTo>
                  <a:lnTo>
                    <a:pt x="1916583" y="2358"/>
                  </a:lnTo>
                  <a:lnTo>
                    <a:pt x="1916608" y="2338"/>
                  </a:lnTo>
                  <a:lnTo>
                    <a:pt x="1916625" y="2323"/>
                  </a:lnTo>
                  <a:lnTo>
                    <a:pt x="1916643" y="2308"/>
                  </a:lnTo>
                  <a:lnTo>
                    <a:pt x="1916647" y="2305"/>
                  </a:lnTo>
                  <a:lnTo>
                    <a:pt x="1916689" y="2258"/>
                  </a:lnTo>
                  <a:lnTo>
                    <a:pt x="1916716" y="2224"/>
                  </a:lnTo>
                  <a:lnTo>
                    <a:pt x="1917158" y="1830"/>
                  </a:lnTo>
                  <a:lnTo>
                    <a:pt x="1917438" y="1610"/>
                  </a:lnTo>
                  <a:lnTo>
                    <a:pt x="1917468" y="1596"/>
                  </a:lnTo>
                  <a:lnTo>
                    <a:pt x="1917499" y="1580"/>
                  </a:lnTo>
                  <a:lnTo>
                    <a:pt x="1917524" y="1563"/>
                  </a:lnTo>
                  <a:lnTo>
                    <a:pt x="1917546" y="1545"/>
                  </a:lnTo>
                  <a:lnTo>
                    <a:pt x="1917568" y="1521"/>
                  </a:lnTo>
                  <a:lnTo>
                    <a:pt x="1917585" y="1498"/>
                  </a:lnTo>
                  <a:lnTo>
                    <a:pt x="1917608" y="1463"/>
                  </a:lnTo>
                  <a:lnTo>
                    <a:pt x="1917624" y="1435"/>
                  </a:lnTo>
                  <a:lnTo>
                    <a:pt x="1917641" y="1409"/>
                  </a:lnTo>
                  <a:lnTo>
                    <a:pt x="1917666" y="1381"/>
                  </a:lnTo>
                  <a:lnTo>
                    <a:pt x="1917695" y="1354"/>
                  </a:lnTo>
                  <a:lnTo>
                    <a:pt x="1917717" y="1334"/>
                  </a:lnTo>
                  <a:lnTo>
                    <a:pt x="1917739" y="1313"/>
                  </a:lnTo>
                  <a:lnTo>
                    <a:pt x="1917750" y="1302"/>
                  </a:lnTo>
                  <a:lnTo>
                    <a:pt x="1917781" y="1268"/>
                  </a:lnTo>
                  <a:lnTo>
                    <a:pt x="1917810" y="1238"/>
                  </a:lnTo>
                  <a:lnTo>
                    <a:pt x="1917840" y="1211"/>
                  </a:lnTo>
                  <a:lnTo>
                    <a:pt x="1917879" y="1176"/>
                  </a:lnTo>
                  <a:lnTo>
                    <a:pt x="1917906" y="1154"/>
                  </a:lnTo>
                  <a:lnTo>
                    <a:pt x="1917938" y="1129"/>
                  </a:lnTo>
                  <a:lnTo>
                    <a:pt x="1917965" y="1111"/>
                  </a:lnTo>
                  <a:lnTo>
                    <a:pt x="1918051" y="1050"/>
                  </a:lnTo>
                  <a:lnTo>
                    <a:pt x="1918116" y="1006"/>
                  </a:lnTo>
                  <a:lnTo>
                    <a:pt x="1918134" y="994"/>
                  </a:lnTo>
                  <a:lnTo>
                    <a:pt x="1918186" y="952"/>
                  </a:lnTo>
                  <a:lnTo>
                    <a:pt x="1918235" y="914"/>
                  </a:lnTo>
                  <a:lnTo>
                    <a:pt x="1918265" y="885"/>
                  </a:lnTo>
                  <a:lnTo>
                    <a:pt x="1918296" y="857"/>
                  </a:lnTo>
                  <a:lnTo>
                    <a:pt x="1918318" y="837"/>
                  </a:lnTo>
                  <a:lnTo>
                    <a:pt x="1918341" y="818"/>
                  </a:lnTo>
                  <a:lnTo>
                    <a:pt x="1918363" y="792"/>
                  </a:lnTo>
                  <a:lnTo>
                    <a:pt x="1918387" y="765"/>
                  </a:lnTo>
                  <a:lnTo>
                    <a:pt x="1918402" y="748"/>
                  </a:lnTo>
                  <a:lnTo>
                    <a:pt x="1918414" y="737"/>
                  </a:lnTo>
                  <a:lnTo>
                    <a:pt x="1918434" y="720"/>
                  </a:lnTo>
                  <a:lnTo>
                    <a:pt x="1918458" y="702"/>
                  </a:lnTo>
                  <a:lnTo>
                    <a:pt x="1918480" y="688"/>
                  </a:lnTo>
                  <a:lnTo>
                    <a:pt x="1918515" y="670"/>
                  </a:lnTo>
                  <a:lnTo>
                    <a:pt x="1918564" y="643"/>
                  </a:lnTo>
                  <a:lnTo>
                    <a:pt x="1918610" y="615"/>
                  </a:lnTo>
                  <a:lnTo>
                    <a:pt x="1918637" y="600"/>
                  </a:lnTo>
                  <a:lnTo>
                    <a:pt x="1918662" y="585"/>
                  </a:lnTo>
                  <a:lnTo>
                    <a:pt x="1918687" y="566"/>
                  </a:lnTo>
                  <a:lnTo>
                    <a:pt x="1918874" y="465"/>
                  </a:lnTo>
                  <a:lnTo>
                    <a:pt x="1918931" y="433"/>
                  </a:lnTo>
                  <a:lnTo>
                    <a:pt x="1919429" y="248"/>
                  </a:lnTo>
                  <a:lnTo>
                    <a:pt x="1919939" y="92"/>
                  </a:lnTo>
                  <a:lnTo>
                    <a:pt x="1920019" y="74"/>
                  </a:lnTo>
                  <a:lnTo>
                    <a:pt x="1920340" y="0"/>
                  </a:lnTo>
                  <a:lnTo>
                    <a:pt x="1920601" y="13"/>
                  </a:lnTo>
                  <a:lnTo>
                    <a:pt x="1920862" y="27"/>
                  </a:lnTo>
                  <a:lnTo>
                    <a:pt x="1920993" y="40"/>
                  </a:lnTo>
                  <a:lnTo>
                    <a:pt x="1921295" y="69"/>
                  </a:lnTo>
                  <a:lnTo>
                    <a:pt x="1921688" y="129"/>
                  </a:lnTo>
                  <a:lnTo>
                    <a:pt x="1921897" y="211"/>
                  </a:lnTo>
                  <a:lnTo>
                    <a:pt x="1922051" y="272"/>
                  </a:lnTo>
                  <a:lnTo>
                    <a:pt x="1922121" y="297"/>
                  </a:lnTo>
                  <a:lnTo>
                    <a:pt x="1922900" y="538"/>
                  </a:lnTo>
                  <a:lnTo>
                    <a:pt x="1923747" y="859"/>
                  </a:lnTo>
                  <a:lnTo>
                    <a:pt x="1924370" y="993"/>
                  </a:lnTo>
                  <a:lnTo>
                    <a:pt x="1924959" y="1056"/>
                  </a:lnTo>
                  <a:lnTo>
                    <a:pt x="1925593" y="1131"/>
                  </a:lnTo>
                  <a:lnTo>
                    <a:pt x="1925678" y="1132"/>
                  </a:lnTo>
                  <a:lnTo>
                    <a:pt x="1925841" y="1132"/>
                  </a:lnTo>
                  <a:lnTo>
                    <a:pt x="1925900" y="1127"/>
                  </a:lnTo>
                  <a:lnTo>
                    <a:pt x="1925942" y="1125"/>
                  </a:lnTo>
                  <a:lnTo>
                    <a:pt x="1925996" y="1121"/>
                  </a:lnTo>
                  <a:lnTo>
                    <a:pt x="1926033" y="1118"/>
                  </a:lnTo>
                  <a:lnTo>
                    <a:pt x="1926087" y="1116"/>
                  </a:lnTo>
                  <a:lnTo>
                    <a:pt x="1926156" y="1113"/>
                  </a:lnTo>
                  <a:lnTo>
                    <a:pt x="1926195" y="1111"/>
                  </a:lnTo>
                  <a:lnTo>
                    <a:pt x="1926235" y="1107"/>
                  </a:lnTo>
                  <a:lnTo>
                    <a:pt x="1926267" y="1109"/>
                  </a:lnTo>
                  <a:lnTo>
                    <a:pt x="1926292" y="1109"/>
                  </a:lnTo>
                  <a:lnTo>
                    <a:pt x="1926317" y="1114"/>
                  </a:lnTo>
                  <a:lnTo>
                    <a:pt x="1926343" y="1120"/>
                  </a:lnTo>
                  <a:lnTo>
                    <a:pt x="1926383" y="1125"/>
                  </a:lnTo>
                  <a:lnTo>
                    <a:pt x="1926454" y="1128"/>
                  </a:lnTo>
                  <a:lnTo>
                    <a:pt x="1926531" y="1133"/>
                  </a:lnTo>
                  <a:lnTo>
                    <a:pt x="1926572" y="1130"/>
                  </a:lnTo>
                  <a:lnTo>
                    <a:pt x="1926607" y="1125"/>
                  </a:lnTo>
                  <a:lnTo>
                    <a:pt x="1926641" y="1119"/>
                  </a:lnTo>
                  <a:lnTo>
                    <a:pt x="1926666" y="1118"/>
                  </a:lnTo>
                  <a:lnTo>
                    <a:pt x="1926683" y="1115"/>
                  </a:lnTo>
                  <a:lnTo>
                    <a:pt x="1926691" y="1114"/>
                  </a:lnTo>
                  <a:lnTo>
                    <a:pt x="1926713" y="1116"/>
                  </a:lnTo>
                  <a:lnTo>
                    <a:pt x="1926727" y="1116"/>
                  </a:lnTo>
                  <a:lnTo>
                    <a:pt x="1926797" y="1121"/>
                  </a:lnTo>
                  <a:lnTo>
                    <a:pt x="1926858" y="1125"/>
                  </a:lnTo>
                  <a:lnTo>
                    <a:pt x="1926900" y="1129"/>
                  </a:lnTo>
                  <a:lnTo>
                    <a:pt x="1926942" y="1135"/>
                  </a:lnTo>
                  <a:lnTo>
                    <a:pt x="1926984" y="1144"/>
                  </a:lnTo>
                  <a:lnTo>
                    <a:pt x="1927011" y="1145"/>
                  </a:lnTo>
                  <a:lnTo>
                    <a:pt x="1927035" y="1152"/>
                  </a:lnTo>
                  <a:lnTo>
                    <a:pt x="1927075" y="1151"/>
                  </a:lnTo>
                  <a:lnTo>
                    <a:pt x="1927124" y="1151"/>
                  </a:lnTo>
                  <a:lnTo>
                    <a:pt x="1927186" y="1155"/>
                  </a:lnTo>
                  <a:lnTo>
                    <a:pt x="1927242" y="1158"/>
                  </a:lnTo>
                  <a:lnTo>
                    <a:pt x="1927289" y="1164"/>
                  </a:lnTo>
                  <a:lnTo>
                    <a:pt x="1927343" y="1171"/>
                  </a:lnTo>
                  <a:lnTo>
                    <a:pt x="1927390" y="1181"/>
                  </a:lnTo>
                  <a:lnTo>
                    <a:pt x="1927417" y="1187"/>
                  </a:lnTo>
                  <a:lnTo>
                    <a:pt x="1927444" y="1194"/>
                  </a:lnTo>
                  <a:lnTo>
                    <a:pt x="1927456" y="1197"/>
                  </a:lnTo>
                  <a:lnTo>
                    <a:pt x="1927472" y="1202"/>
                  </a:lnTo>
                  <a:lnTo>
                    <a:pt x="1927499" y="1215"/>
                  </a:lnTo>
                  <a:lnTo>
                    <a:pt x="1927513" y="1222"/>
                  </a:lnTo>
                  <a:lnTo>
                    <a:pt x="1927536" y="1240"/>
                  </a:lnTo>
                  <a:lnTo>
                    <a:pt x="1927555" y="1259"/>
                  </a:lnTo>
                  <a:lnTo>
                    <a:pt x="1927568" y="1272"/>
                  </a:lnTo>
                  <a:lnTo>
                    <a:pt x="1927580" y="1290"/>
                  </a:lnTo>
                  <a:lnTo>
                    <a:pt x="1927593" y="1308"/>
                  </a:lnTo>
                  <a:lnTo>
                    <a:pt x="1927602" y="1330"/>
                  </a:lnTo>
                  <a:lnTo>
                    <a:pt x="1927610" y="1345"/>
                  </a:lnTo>
                  <a:lnTo>
                    <a:pt x="1927618" y="1380"/>
                  </a:lnTo>
                  <a:lnTo>
                    <a:pt x="1927628" y="1415"/>
                  </a:lnTo>
                  <a:lnTo>
                    <a:pt x="1927629" y="1428"/>
                  </a:lnTo>
                  <a:lnTo>
                    <a:pt x="1927630" y="1435"/>
                  </a:lnTo>
                  <a:lnTo>
                    <a:pt x="1927633" y="1450"/>
                  </a:lnTo>
                  <a:lnTo>
                    <a:pt x="1927640" y="1475"/>
                  </a:lnTo>
                  <a:lnTo>
                    <a:pt x="1927643" y="1482"/>
                  </a:lnTo>
                  <a:lnTo>
                    <a:pt x="1927653" y="1510"/>
                  </a:lnTo>
                  <a:lnTo>
                    <a:pt x="1927665" y="1531"/>
                  </a:lnTo>
                  <a:lnTo>
                    <a:pt x="1927690" y="1585"/>
                  </a:lnTo>
                  <a:lnTo>
                    <a:pt x="1927730" y="1654"/>
                  </a:lnTo>
                  <a:lnTo>
                    <a:pt x="1927747" y="1686"/>
                  </a:lnTo>
                  <a:lnTo>
                    <a:pt x="1927757" y="1704"/>
                  </a:lnTo>
                  <a:lnTo>
                    <a:pt x="1927770" y="1727"/>
                  </a:lnTo>
                  <a:lnTo>
                    <a:pt x="1927775" y="1751"/>
                  </a:lnTo>
                  <a:lnTo>
                    <a:pt x="1927787" y="1784"/>
                  </a:lnTo>
                  <a:lnTo>
                    <a:pt x="1927794" y="1828"/>
                  </a:lnTo>
                  <a:lnTo>
                    <a:pt x="1927810" y="1889"/>
                  </a:lnTo>
                  <a:lnTo>
                    <a:pt x="1927823" y="1982"/>
                  </a:lnTo>
                  <a:lnTo>
                    <a:pt x="1927830" y="2017"/>
                  </a:lnTo>
                  <a:lnTo>
                    <a:pt x="1927840" y="2049"/>
                  </a:lnTo>
                  <a:lnTo>
                    <a:pt x="1927850" y="2095"/>
                  </a:lnTo>
                  <a:lnTo>
                    <a:pt x="1927855" y="2115"/>
                  </a:lnTo>
                  <a:lnTo>
                    <a:pt x="1927858" y="2129"/>
                  </a:lnTo>
                  <a:lnTo>
                    <a:pt x="1927860" y="2137"/>
                  </a:lnTo>
                  <a:lnTo>
                    <a:pt x="1927868" y="2147"/>
                  </a:lnTo>
                  <a:lnTo>
                    <a:pt x="1927877" y="2162"/>
                  </a:lnTo>
                  <a:lnTo>
                    <a:pt x="1927885" y="2177"/>
                  </a:lnTo>
                  <a:lnTo>
                    <a:pt x="1927895" y="2210"/>
                  </a:lnTo>
                  <a:lnTo>
                    <a:pt x="1927898" y="2240"/>
                  </a:lnTo>
                  <a:lnTo>
                    <a:pt x="1927898" y="2265"/>
                  </a:lnTo>
                  <a:lnTo>
                    <a:pt x="1927903" y="2293"/>
                  </a:lnTo>
                  <a:lnTo>
                    <a:pt x="1927911" y="2328"/>
                  </a:lnTo>
                  <a:lnTo>
                    <a:pt x="1927920" y="2358"/>
                  </a:lnTo>
                  <a:lnTo>
                    <a:pt x="1927938" y="2391"/>
                  </a:lnTo>
                  <a:lnTo>
                    <a:pt x="1927963" y="2428"/>
                  </a:lnTo>
                  <a:lnTo>
                    <a:pt x="1928002" y="2478"/>
                  </a:lnTo>
                  <a:lnTo>
                    <a:pt x="1928056" y="2541"/>
                  </a:lnTo>
                  <a:lnTo>
                    <a:pt x="1928091" y="2581"/>
                  </a:lnTo>
                  <a:lnTo>
                    <a:pt x="1928118" y="2609"/>
                  </a:lnTo>
                  <a:lnTo>
                    <a:pt x="1928180" y="2666"/>
                  </a:lnTo>
                  <a:lnTo>
                    <a:pt x="1928244" y="2719"/>
                  </a:lnTo>
                  <a:lnTo>
                    <a:pt x="1928304" y="2762"/>
                  </a:lnTo>
                  <a:lnTo>
                    <a:pt x="1928333" y="2780"/>
                  </a:lnTo>
                  <a:lnTo>
                    <a:pt x="1928375" y="2802"/>
                  </a:lnTo>
                  <a:lnTo>
                    <a:pt x="1928405" y="2818"/>
                  </a:lnTo>
                  <a:lnTo>
                    <a:pt x="1928427" y="2828"/>
                  </a:lnTo>
                  <a:lnTo>
                    <a:pt x="1928464" y="2840"/>
                  </a:lnTo>
                  <a:lnTo>
                    <a:pt x="1928498" y="2850"/>
                  </a:lnTo>
                  <a:lnTo>
                    <a:pt x="1928563" y="2856"/>
                  </a:lnTo>
                  <a:lnTo>
                    <a:pt x="1928607" y="2863"/>
                  </a:lnTo>
                  <a:lnTo>
                    <a:pt x="1928666" y="2871"/>
                  </a:lnTo>
                  <a:lnTo>
                    <a:pt x="1928718" y="2881"/>
                  </a:lnTo>
                  <a:lnTo>
                    <a:pt x="1928734" y="2884"/>
                  </a:lnTo>
                  <a:lnTo>
                    <a:pt x="1928769" y="2891"/>
                  </a:lnTo>
                  <a:lnTo>
                    <a:pt x="1928804" y="2896"/>
                  </a:lnTo>
                  <a:lnTo>
                    <a:pt x="1928863" y="2902"/>
                  </a:lnTo>
                  <a:lnTo>
                    <a:pt x="1928907" y="2904"/>
                  </a:lnTo>
                  <a:lnTo>
                    <a:pt x="1928956" y="2902"/>
                  </a:lnTo>
                  <a:lnTo>
                    <a:pt x="1928995" y="2898"/>
                  </a:lnTo>
                  <a:lnTo>
                    <a:pt x="1929012" y="2896"/>
                  </a:lnTo>
                  <a:lnTo>
                    <a:pt x="1929030" y="2893"/>
                  </a:lnTo>
                  <a:lnTo>
                    <a:pt x="1929067" y="2887"/>
                  </a:lnTo>
                  <a:lnTo>
                    <a:pt x="1929106" y="2877"/>
                  </a:lnTo>
                  <a:lnTo>
                    <a:pt x="1929143" y="2866"/>
                  </a:lnTo>
                  <a:lnTo>
                    <a:pt x="1929170" y="2856"/>
                  </a:lnTo>
                  <a:lnTo>
                    <a:pt x="1929199" y="2845"/>
                  </a:lnTo>
                  <a:lnTo>
                    <a:pt x="1929224" y="2833"/>
                  </a:lnTo>
                  <a:lnTo>
                    <a:pt x="1929246" y="2821"/>
                  </a:lnTo>
                  <a:lnTo>
                    <a:pt x="1929275" y="2801"/>
                  </a:lnTo>
                  <a:lnTo>
                    <a:pt x="1929290" y="2789"/>
                  </a:lnTo>
                  <a:lnTo>
                    <a:pt x="1929310" y="2771"/>
                  </a:lnTo>
                  <a:lnTo>
                    <a:pt x="1929332" y="2753"/>
                  </a:lnTo>
                  <a:lnTo>
                    <a:pt x="1929355" y="2724"/>
                  </a:lnTo>
                  <a:lnTo>
                    <a:pt x="1929374" y="2698"/>
                  </a:lnTo>
                  <a:lnTo>
                    <a:pt x="1929388" y="2674"/>
                  </a:lnTo>
                  <a:lnTo>
                    <a:pt x="1929393" y="2667"/>
                  </a:lnTo>
                  <a:lnTo>
                    <a:pt x="1929408" y="2648"/>
                  </a:lnTo>
                  <a:lnTo>
                    <a:pt x="1929420" y="2621"/>
                  </a:lnTo>
                  <a:lnTo>
                    <a:pt x="1929435" y="2594"/>
                  </a:lnTo>
                  <a:lnTo>
                    <a:pt x="1929449" y="2566"/>
                  </a:lnTo>
                  <a:lnTo>
                    <a:pt x="1929464" y="2534"/>
                  </a:lnTo>
                  <a:lnTo>
                    <a:pt x="1929471" y="2504"/>
                  </a:lnTo>
                  <a:lnTo>
                    <a:pt x="1929478" y="2479"/>
                  </a:lnTo>
                  <a:lnTo>
                    <a:pt x="1929483" y="2451"/>
                  </a:lnTo>
                  <a:lnTo>
                    <a:pt x="1929483" y="2426"/>
                  </a:lnTo>
                  <a:lnTo>
                    <a:pt x="1929483" y="2399"/>
                  </a:lnTo>
                  <a:lnTo>
                    <a:pt x="1929478" y="2379"/>
                  </a:lnTo>
                  <a:lnTo>
                    <a:pt x="1929468" y="2348"/>
                  </a:lnTo>
                  <a:lnTo>
                    <a:pt x="1929456" y="2316"/>
                  </a:lnTo>
                  <a:lnTo>
                    <a:pt x="1929448" y="2293"/>
                  </a:lnTo>
                  <a:lnTo>
                    <a:pt x="1929438" y="2270"/>
                  </a:lnTo>
                  <a:lnTo>
                    <a:pt x="1929419" y="2236"/>
                  </a:lnTo>
                  <a:lnTo>
                    <a:pt x="1929401" y="2215"/>
                  </a:lnTo>
                  <a:lnTo>
                    <a:pt x="1929389" y="2200"/>
                  </a:lnTo>
                  <a:lnTo>
                    <a:pt x="1929371" y="2176"/>
                  </a:lnTo>
                  <a:lnTo>
                    <a:pt x="1929355" y="2161"/>
                  </a:lnTo>
                  <a:lnTo>
                    <a:pt x="1929324" y="2140"/>
                  </a:lnTo>
                  <a:lnTo>
                    <a:pt x="1929304" y="2130"/>
                  </a:lnTo>
                  <a:lnTo>
                    <a:pt x="1929280" y="2117"/>
                  </a:lnTo>
                  <a:lnTo>
                    <a:pt x="1929245" y="2100"/>
                  </a:lnTo>
                  <a:lnTo>
                    <a:pt x="1929204" y="2079"/>
                  </a:lnTo>
                  <a:lnTo>
                    <a:pt x="1929132" y="2041"/>
                  </a:lnTo>
                  <a:lnTo>
                    <a:pt x="1929070" y="2007"/>
                  </a:lnTo>
                  <a:lnTo>
                    <a:pt x="1929033" y="1986"/>
                  </a:lnTo>
                  <a:lnTo>
                    <a:pt x="1929006" y="1972"/>
                  </a:lnTo>
                  <a:lnTo>
                    <a:pt x="1928974" y="1951"/>
                  </a:lnTo>
                  <a:lnTo>
                    <a:pt x="1928939" y="1928"/>
                  </a:lnTo>
                  <a:lnTo>
                    <a:pt x="1928893" y="1896"/>
                  </a:lnTo>
                  <a:lnTo>
                    <a:pt x="1928846" y="1861"/>
                  </a:lnTo>
                  <a:lnTo>
                    <a:pt x="1928799" y="1827"/>
                  </a:lnTo>
                  <a:lnTo>
                    <a:pt x="1928749" y="1790"/>
                  </a:lnTo>
                  <a:lnTo>
                    <a:pt x="1928715" y="1764"/>
                  </a:lnTo>
                  <a:lnTo>
                    <a:pt x="1928673" y="1728"/>
                  </a:lnTo>
                  <a:lnTo>
                    <a:pt x="1928638" y="1697"/>
                  </a:lnTo>
                  <a:lnTo>
                    <a:pt x="1928613" y="1672"/>
                  </a:lnTo>
                  <a:lnTo>
                    <a:pt x="1928601" y="1657"/>
                  </a:lnTo>
                  <a:lnTo>
                    <a:pt x="1928594" y="1642"/>
                  </a:lnTo>
                  <a:lnTo>
                    <a:pt x="1928589" y="1629"/>
                  </a:lnTo>
                  <a:lnTo>
                    <a:pt x="1928581" y="1612"/>
                  </a:lnTo>
                  <a:lnTo>
                    <a:pt x="1928574" y="1592"/>
                  </a:lnTo>
                  <a:lnTo>
                    <a:pt x="1928574" y="1567"/>
                  </a:lnTo>
                  <a:lnTo>
                    <a:pt x="1928564" y="1549"/>
                  </a:lnTo>
                  <a:lnTo>
                    <a:pt x="1928549" y="1529"/>
                  </a:lnTo>
                  <a:lnTo>
                    <a:pt x="1928536" y="1503"/>
                  </a:lnTo>
                  <a:lnTo>
                    <a:pt x="1928534" y="1488"/>
                  </a:lnTo>
                  <a:lnTo>
                    <a:pt x="1928534" y="1471"/>
                  </a:lnTo>
                  <a:lnTo>
                    <a:pt x="1928534" y="1456"/>
                  </a:lnTo>
                  <a:lnTo>
                    <a:pt x="1928551" y="1426"/>
                  </a:lnTo>
                  <a:lnTo>
                    <a:pt x="1928566" y="1386"/>
                  </a:lnTo>
                  <a:lnTo>
                    <a:pt x="1928585" y="1341"/>
                  </a:lnTo>
                  <a:lnTo>
                    <a:pt x="1928602" y="1292"/>
                  </a:lnTo>
                  <a:lnTo>
                    <a:pt x="1928621" y="1234"/>
                  </a:lnTo>
                  <a:lnTo>
                    <a:pt x="1928628" y="1206"/>
                  </a:lnTo>
                  <a:lnTo>
                    <a:pt x="1928631" y="1179"/>
                  </a:lnTo>
                  <a:lnTo>
                    <a:pt x="1928636" y="1152"/>
                  </a:lnTo>
                  <a:lnTo>
                    <a:pt x="1928636" y="1129"/>
                  </a:lnTo>
                  <a:lnTo>
                    <a:pt x="1928636" y="1113"/>
                  </a:lnTo>
                  <a:lnTo>
                    <a:pt x="1928635" y="1081"/>
                  </a:lnTo>
                  <a:lnTo>
                    <a:pt x="1928635" y="1054"/>
                  </a:lnTo>
                  <a:lnTo>
                    <a:pt x="1928635" y="1034"/>
                  </a:lnTo>
                  <a:lnTo>
                    <a:pt x="1928640" y="1013"/>
                  </a:lnTo>
                  <a:lnTo>
                    <a:pt x="1928647" y="996"/>
                  </a:lnTo>
                  <a:lnTo>
                    <a:pt x="1928662" y="974"/>
                  </a:lnTo>
                  <a:lnTo>
                    <a:pt x="1928689" y="936"/>
                  </a:lnTo>
                  <a:lnTo>
                    <a:pt x="1928711" y="901"/>
                  </a:lnTo>
                  <a:lnTo>
                    <a:pt x="1928723" y="879"/>
                  </a:lnTo>
                  <a:lnTo>
                    <a:pt x="1928740" y="854"/>
                  </a:lnTo>
                  <a:lnTo>
                    <a:pt x="1928755" y="836"/>
                  </a:lnTo>
                  <a:lnTo>
                    <a:pt x="1928772" y="812"/>
                  </a:lnTo>
                  <a:lnTo>
                    <a:pt x="1928791" y="787"/>
                  </a:lnTo>
                  <a:lnTo>
                    <a:pt x="1928806" y="766"/>
                  </a:lnTo>
                  <a:lnTo>
                    <a:pt x="1928823" y="744"/>
                  </a:lnTo>
                  <a:lnTo>
                    <a:pt x="1928848" y="716"/>
                  </a:lnTo>
                  <a:lnTo>
                    <a:pt x="1928872" y="682"/>
                  </a:lnTo>
                  <a:lnTo>
                    <a:pt x="1928889" y="659"/>
                  </a:lnTo>
                  <a:lnTo>
                    <a:pt x="1928909" y="636"/>
                  </a:lnTo>
                  <a:lnTo>
                    <a:pt x="1928936" y="611"/>
                  </a:lnTo>
                  <a:lnTo>
                    <a:pt x="1928963" y="587"/>
                  </a:lnTo>
                  <a:lnTo>
                    <a:pt x="1928985" y="571"/>
                  </a:lnTo>
                  <a:lnTo>
                    <a:pt x="1929007" y="555"/>
                  </a:lnTo>
                  <a:lnTo>
                    <a:pt x="1929034" y="541"/>
                  </a:lnTo>
                  <a:lnTo>
                    <a:pt x="1929071" y="520"/>
                  </a:lnTo>
                  <a:lnTo>
                    <a:pt x="1929100" y="505"/>
                  </a:lnTo>
                  <a:lnTo>
                    <a:pt x="1929133" y="490"/>
                  </a:lnTo>
                  <a:lnTo>
                    <a:pt x="1929165" y="473"/>
                  </a:lnTo>
                  <a:lnTo>
                    <a:pt x="1929202" y="452"/>
                  </a:lnTo>
                  <a:lnTo>
                    <a:pt x="1929248" y="429"/>
                  </a:lnTo>
                  <a:lnTo>
                    <a:pt x="1929283" y="412"/>
                  </a:lnTo>
                  <a:lnTo>
                    <a:pt x="1929309" y="393"/>
                  </a:lnTo>
                  <a:lnTo>
                    <a:pt x="1929334" y="382"/>
                  </a:lnTo>
                  <a:lnTo>
                    <a:pt x="1929355" y="372"/>
                  </a:lnTo>
                  <a:lnTo>
                    <a:pt x="1929378" y="362"/>
                  </a:lnTo>
                  <a:lnTo>
                    <a:pt x="1929413" y="348"/>
                  </a:lnTo>
                  <a:lnTo>
                    <a:pt x="1929440" y="338"/>
                  </a:lnTo>
                  <a:lnTo>
                    <a:pt x="1929464" y="328"/>
                  </a:lnTo>
                  <a:lnTo>
                    <a:pt x="1929491" y="316"/>
                  </a:lnTo>
                  <a:lnTo>
                    <a:pt x="1929526" y="300"/>
                  </a:lnTo>
                  <a:lnTo>
                    <a:pt x="1929565" y="283"/>
                  </a:lnTo>
                  <a:lnTo>
                    <a:pt x="1929597" y="270"/>
                  </a:lnTo>
                  <a:lnTo>
                    <a:pt x="1929646" y="246"/>
                  </a:lnTo>
                  <a:lnTo>
                    <a:pt x="1929701" y="225"/>
                  </a:lnTo>
                  <a:lnTo>
                    <a:pt x="1929730" y="214"/>
                  </a:lnTo>
                  <a:lnTo>
                    <a:pt x="1929762" y="203"/>
                  </a:lnTo>
                  <a:lnTo>
                    <a:pt x="1929789" y="196"/>
                  </a:lnTo>
                  <a:lnTo>
                    <a:pt x="1929816" y="191"/>
                  </a:lnTo>
                  <a:lnTo>
                    <a:pt x="1929861" y="182"/>
                  </a:lnTo>
                  <a:lnTo>
                    <a:pt x="1929892" y="176"/>
                  </a:lnTo>
                  <a:lnTo>
                    <a:pt x="1929927" y="172"/>
                  </a:lnTo>
                  <a:lnTo>
                    <a:pt x="1929962" y="171"/>
                  </a:lnTo>
                  <a:lnTo>
                    <a:pt x="1929991" y="169"/>
                  </a:lnTo>
                  <a:lnTo>
                    <a:pt x="1930026" y="172"/>
                  </a:lnTo>
                  <a:lnTo>
                    <a:pt x="1930050" y="175"/>
                  </a:lnTo>
                  <a:lnTo>
                    <a:pt x="1930077" y="180"/>
                  </a:lnTo>
                  <a:lnTo>
                    <a:pt x="1930159" y="202"/>
                  </a:lnTo>
                  <a:lnTo>
                    <a:pt x="1930250" y="223"/>
                  </a:lnTo>
                  <a:lnTo>
                    <a:pt x="1930307" y="237"/>
                  </a:lnTo>
                  <a:lnTo>
                    <a:pt x="1930363" y="253"/>
                  </a:lnTo>
                  <a:lnTo>
                    <a:pt x="1930430" y="268"/>
                  </a:lnTo>
                  <a:lnTo>
                    <a:pt x="1930487" y="281"/>
                  </a:lnTo>
                  <a:lnTo>
                    <a:pt x="1930580" y="302"/>
                  </a:lnTo>
                  <a:lnTo>
                    <a:pt x="1930612" y="311"/>
                  </a:lnTo>
                  <a:lnTo>
                    <a:pt x="1930637" y="319"/>
                  </a:lnTo>
                  <a:lnTo>
                    <a:pt x="1930669" y="329"/>
                  </a:lnTo>
                  <a:lnTo>
                    <a:pt x="1930703" y="340"/>
                  </a:lnTo>
                  <a:lnTo>
                    <a:pt x="1930733" y="352"/>
                  </a:lnTo>
                  <a:lnTo>
                    <a:pt x="1930760" y="364"/>
                  </a:lnTo>
                  <a:lnTo>
                    <a:pt x="1930787" y="379"/>
                  </a:lnTo>
                  <a:lnTo>
                    <a:pt x="1930817" y="402"/>
                  </a:lnTo>
                  <a:lnTo>
                    <a:pt x="1930859" y="425"/>
                  </a:lnTo>
                  <a:lnTo>
                    <a:pt x="1930906" y="458"/>
                  </a:lnTo>
                  <a:lnTo>
                    <a:pt x="1930940" y="482"/>
                  </a:lnTo>
                  <a:lnTo>
                    <a:pt x="1930973" y="505"/>
                  </a:lnTo>
                  <a:lnTo>
                    <a:pt x="1931004" y="532"/>
                  </a:lnTo>
                  <a:lnTo>
                    <a:pt x="1931019" y="545"/>
                  </a:lnTo>
                  <a:lnTo>
                    <a:pt x="1931047" y="568"/>
                  </a:lnTo>
                  <a:lnTo>
                    <a:pt x="1931064" y="586"/>
                  </a:lnTo>
                  <a:lnTo>
                    <a:pt x="1931084" y="610"/>
                  </a:lnTo>
                  <a:lnTo>
                    <a:pt x="1931101" y="629"/>
                  </a:lnTo>
                  <a:lnTo>
                    <a:pt x="1931116" y="644"/>
                  </a:lnTo>
                  <a:lnTo>
                    <a:pt x="1931136" y="663"/>
                  </a:lnTo>
                  <a:lnTo>
                    <a:pt x="1931170" y="693"/>
                  </a:lnTo>
                  <a:lnTo>
                    <a:pt x="1931190" y="709"/>
                  </a:lnTo>
                  <a:lnTo>
                    <a:pt x="1931242" y="754"/>
                  </a:lnTo>
                  <a:lnTo>
                    <a:pt x="1931286" y="794"/>
                  </a:lnTo>
                  <a:lnTo>
                    <a:pt x="1931304" y="806"/>
                  </a:lnTo>
                  <a:lnTo>
                    <a:pt x="1931322" y="820"/>
                  </a:lnTo>
                  <a:lnTo>
                    <a:pt x="1931335" y="831"/>
                  </a:lnTo>
                  <a:lnTo>
                    <a:pt x="1931344" y="846"/>
                  </a:lnTo>
                  <a:lnTo>
                    <a:pt x="1931367" y="885"/>
                  </a:lnTo>
                  <a:lnTo>
                    <a:pt x="1931376" y="912"/>
                  </a:lnTo>
                  <a:lnTo>
                    <a:pt x="1931384" y="933"/>
                  </a:lnTo>
                  <a:lnTo>
                    <a:pt x="1931391" y="955"/>
                  </a:lnTo>
                  <a:lnTo>
                    <a:pt x="1931396" y="985"/>
                  </a:lnTo>
                  <a:lnTo>
                    <a:pt x="1931404" y="1007"/>
                  </a:lnTo>
                  <a:lnTo>
                    <a:pt x="1931406" y="1025"/>
                  </a:lnTo>
                  <a:lnTo>
                    <a:pt x="1931408" y="1042"/>
                  </a:lnTo>
                  <a:lnTo>
                    <a:pt x="1931406" y="1060"/>
                  </a:lnTo>
                  <a:lnTo>
                    <a:pt x="1931396" y="1083"/>
                  </a:lnTo>
                  <a:lnTo>
                    <a:pt x="1931384" y="1106"/>
                  </a:lnTo>
                  <a:lnTo>
                    <a:pt x="1931374" y="1132"/>
                  </a:lnTo>
                  <a:lnTo>
                    <a:pt x="1931370" y="1150"/>
                  </a:lnTo>
                  <a:lnTo>
                    <a:pt x="1931363" y="1173"/>
                  </a:lnTo>
                  <a:lnTo>
                    <a:pt x="1931363" y="1192"/>
                  </a:lnTo>
                  <a:lnTo>
                    <a:pt x="1931363" y="1200"/>
                  </a:lnTo>
                  <a:lnTo>
                    <a:pt x="1931366" y="1218"/>
                  </a:lnTo>
                  <a:lnTo>
                    <a:pt x="1931368" y="1242"/>
                  </a:lnTo>
                  <a:lnTo>
                    <a:pt x="1931371" y="1253"/>
                  </a:lnTo>
                  <a:lnTo>
                    <a:pt x="1931368" y="1270"/>
                  </a:lnTo>
                  <a:lnTo>
                    <a:pt x="1931363" y="1298"/>
                  </a:lnTo>
                  <a:lnTo>
                    <a:pt x="1931359" y="1328"/>
                  </a:lnTo>
                  <a:lnTo>
                    <a:pt x="1931351" y="1357"/>
                  </a:lnTo>
                  <a:lnTo>
                    <a:pt x="1931349" y="1382"/>
                  </a:lnTo>
                  <a:lnTo>
                    <a:pt x="1931342" y="1402"/>
                  </a:lnTo>
                  <a:lnTo>
                    <a:pt x="1931334" y="1413"/>
                  </a:lnTo>
                  <a:lnTo>
                    <a:pt x="1931322" y="1425"/>
                  </a:lnTo>
                  <a:lnTo>
                    <a:pt x="1931293" y="1450"/>
                  </a:lnTo>
                  <a:lnTo>
                    <a:pt x="1931254" y="1482"/>
                  </a:lnTo>
                  <a:lnTo>
                    <a:pt x="1931188" y="1532"/>
                  </a:lnTo>
                  <a:lnTo>
                    <a:pt x="1931074" y="1617"/>
                  </a:lnTo>
                  <a:lnTo>
                    <a:pt x="1930999" y="1672"/>
                  </a:lnTo>
                  <a:lnTo>
                    <a:pt x="1930950" y="1705"/>
                  </a:lnTo>
                  <a:lnTo>
                    <a:pt x="1930903" y="1743"/>
                  </a:lnTo>
                  <a:lnTo>
                    <a:pt x="1930859" y="1777"/>
                  </a:lnTo>
                  <a:lnTo>
                    <a:pt x="1930817" y="1807"/>
                  </a:lnTo>
                  <a:lnTo>
                    <a:pt x="1930782" y="1832"/>
                  </a:lnTo>
                  <a:lnTo>
                    <a:pt x="1930751" y="1860"/>
                  </a:lnTo>
                  <a:lnTo>
                    <a:pt x="1930731" y="1877"/>
                  </a:lnTo>
                  <a:lnTo>
                    <a:pt x="1930714" y="1892"/>
                  </a:lnTo>
                  <a:lnTo>
                    <a:pt x="1930689" y="1917"/>
                  </a:lnTo>
                  <a:lnTo>
                    <a:pt x="1930662" y="1944"/>
                  </a:lnTo>
                  <a:lnTo>
                    <a:pt x="1930638" y="1966"/>
                  </a:lnTo>
                  <a:lnTo>
                    <a:pt x="1930591" y="2004"/>
                  </a:lnTo>
                  <a:lnTo>
                    <a:pt x="1930557" y="2032"/>
                  </a:lnTo>
                  <a:lnTo>
                    <a:pt x="1930532" y="2051"/>
                  </a:lnTo>
                  <a:lnTo>
                    <a:pt x="1930500" y="2078"/>
                  </a:lnTo>
                  <a:lnTo>
                    <a:pt x="1930480" y="2092"/>
                  </a:lnTo>
                  <a:lnTo>
                    <a:pt x="1930461" y="2107"/>
                  </a:lnTo>
                  <a:lnTo>
                    <a:pt x="1930436" y="2123"/>
                  </a:lnTo>
                  <a:lnTo>
                    <a:pt x="1930419" y="2141"/>
                  </a:lnTo>
                  <a:lnTo>
                    <a:pt x="1930397" y="2162"/>
                  </a:lnTo>
                  <a:lnTo>
                    <a:pt x="1930363" y="2199"/>
                  </a:lnTo>
                  <a:lnTo>
                    <a:pt x="1930334" y="2231"/>
                  </a:lnTo>
                  <a:lnTo>
                    <a:pt x="1930295" y="2281"/>
                  </a:lnTo>
                  <a:lnTo>
                    <a:pt x="1930280" y="2304"/>
                  </a:lnTo>
                  <a:lnTo>
                    <a:pt x="1930263" y="2334"/>
                  </a:lnTo>
                  <a:lnTo>
                    <a:pt x="1930248" y="2361"/>
                  </a:lnTo>
                  <a:lnTo>
                    <a:pt x="1930234" y="2389"/>
                  </a:lnTo>
                  <a:lnTo>
                    <a:pt x="1930223" y="2411"/>
                  </a:lnTo>
                  <a:lnTo>
                    <a:pt x="1930219" y="2429"/>
                  </a:lnTo>
                  <a:lnTo>
                    <a:pt x="1930211" y="2459"/>
                  </a:lnTo>
                  <a:lnTo>
                    <a:pt x="1930217" y="2491"/>
                  </a:lnTo>
                  <a:lnTo>
                    <a:pt x="1930219" y="2511"/>
                  </a:lnTo>
                  <a:lnTo>
                    <a:pt x="1930222" y="2531"/>
                  </a:lnTo>
                  <a:lnTo>
                    <a:pt x="1930232" y="2558"/>
                  </a:lnTo>
                  <a:lnTo>
                    <a:pt x="1930241" y="2582"/>
                  </a:lnTo>
                  <a:lnTo>
                    <a:pt x="1930254" y="2604"/>
                  </a:lnTo>
                  <a:lnTo>
                    <a:pt x="1930266" y="2622"/>
                  </a:lnTo>
                  <a:lnTo>
                    <a:pt x="1930286" y="2639"/>
                  </a:lnTo>
                  <a:lnTo>
                    <a:pt x="1930300" y="2656"/>
                  </a:lnTo>
                  <a:lnTo>
                    <a:pt x="1930311" y="2666"/>
                  </a:lnTo>
                  <a:lnTo>
                    <a:pt x="1930321" y="2675"/>
                  </a:lnTo>
                  <a:lnTo>
                    <a:pt x="1930343" y="2690"/>
                  </a:lnTo>
                  <a:lnTo>
                    <a:pt x="1930360" y="2705"/>
                  </a:lnTo>
                  <a:lnTo>
                    <a:pt x="1930387" y="2722"/>
                  </a:lnTo>
                  <a:lnTo>
                    <a:pt x="1930407" y="2732"/>
                  </a:lnTo>
                  <a:lnTo>
                    <a:pt x="1930434" y="2748"/>
                  </a:lnTo>
                  <a:lnTo>
                    <a:pt x="1930468" y="2765"/>
                  </a:lnTo>
                  <a:lnTo>
                    <a:pt x="1930506" y="2780"/>
                  </a:lnTo>
                  <a:lnTo>
                    <a:pt x="1930542" y="2795"/>
                  </a:lnTo>
                  <a:lnTo>
                    <a:pt x="1930569" y="2805"/>
                  </a:lnTo>
                  <a:lnTo>
                    <a:pt x="1930599" y="2813"/>
                  </a:lnTo>
                  <a:lnTo>
                    <a:pt x="1930631" y="2820"/>
                  </a:lnTo>
                  <a:lnTo>
                    <a:pt x="1930670" y="2828"/>
                  </a:lnTo>
                  <a:lnTo>
                    <a:pt x="1930705" y="2836"/>
                  </a:lnTo>
                  <a:lnTo>
                    <a:pt x="1930727" y="2840"/>
                  </a:lnTo>
                  <a:lnTo>
                    <a:pt x="1930769" y="2846"/>
                  </a:lnTo>
                  <a:lnTo>
                    <a:pt x="1930801" y="2849"/>
                  </a:lnTo>
                  <a:lnTo>
                    <a:pt x="1930860" y="2849"/>
                  </a:lnTo>
                  <a:lnTo>
                    <a:pt x="1930919" y="2849"/>
                  </a:lnTo>
                  <a:lnTo>
                    <a:pt x="1930987" y="2847"/>
                  </a:lnTo>
                  <a:lnTo>
                    <a:pt x="1931029" y="2844"/>
                  </a:lnTo>
                  <a:lnTo>
                    <a:pt x="1931069" y="2839"/>
                  </a:lnTo>
                  <a:lnTo>
                    <a:pt x="1931115" y="2832"/>
                  </a:lnTo>
                  <a:lnTo>
                    <a:pt x="1931152" y="2825"/>
                  </a:lnTo>
                  <a:lnTo>
                    <a:pt x="1931194" y="2818"/>
                  </a:lnTo>
                  <a:lnTo>
                    <a:pt x="1931236" y="2810"/>
                  </a:lnTo>
                  <a:lnTo>
                    <a:pt x="1931270" y="2803"/>
                  </a:lnTo>
                  <a:lnTo>
                    <a:pt x="1931303" y="2796"/>
                  </a:lnTo>
                  <a:lnTo>
                    <a:pt x="1931316" y="2791"/>
                  </a:lnTo>
                  <a:lnTo>
                    <a:pt x="1931326" y="2786"/>
                  </a:lnTo>
                  <a:lnTo>
                    <a:pt x="1931344" y="2781"/>
                  </a:lnTo>
                  <a:lnTo>
                    <a:pt x="1931373" y="2770"/>
                  </a:lnTo>
                  <a:lnTo>
                    <a:pt x="1931399" y="2757"/>
                  </a:lnTo>
                  <a:lnTo>
                    <a:pt x="1931432" y="2740"/>
                  </a:lnTo>
                  <a:lnTo>
                    <a:pt x="1931471" y="2719"/>
                  </a:lnTo>
                  <a:lnTo>
                    <a:pt x="1931508" y="2695"/>
                  </a:lnTo>
                  <a:lnTo>
                    <a:pt x="1931542" y="2677"/>
                  </a:lnTo>
                  <a:lnTo>
                    <a:pt x="1931559" y="2665"/>
                  </a:lnTo>
                  <a:lnTo>
                    <a:pt x="1931584" y="2648"/>
                  </a:lnTo>
                  <a:lnTo>
                    <a:pt x="1931626" y="2623"/>
                  </a:lnTo>
                  <a:lnTo>
                    <a:pt x="1931670" y="2595"/>
                  </a:lnTo>
                  <a:lnTo>
                    <a:pt x="1931712" y="2572"/>
                  </a:lnTo>
                  <a:lnTo>
                    <a:pt x="1931751" y="2541"/>
                  </a:lnTo>
                  <a:lnTo>
                    <a:pt x="1931788" y="2513"/>
                  </a:lnTo>
                  <a:lnTo>
                    <a:pt x="1931807" y="2495"/>
                  </a:lnTo>
                  <a:lnTo>
                    <a:pt x="1931827" y="2475"/>
                  </a:lnTo>
                  <a:lnTo>
                    <a:pt x="1931842" y="2460"/>
                  </a:lnTo>
                  <a:lnTo>
                    <a:pt x="1931864" y="2438"/>
                  </a:lnTo>
                  <a:lnTo>
                    <a:pt x="1931893" y="2406"/>
                  </a:lnTo>
                  <a:lnTo>
                    <a:pt x="1931913" y="2383"/>
                  </a:lnTo>
                  <a:lnTo>
                    <a:pt x="1931933" y="2358"/>
                  </a:lnTo>
                  <a:lnTo>
                    <a:pt x="1931962" y="2318"/>
                  </a:lnTo>
                  <a:lnTo>
                    <a:pt x="1931989" y="2279"/>
                  </a:lnTo>
                  <a:lnTo>
                    <a:pt x="1932014" y="2239"/>
                  </a:lnTo>
                  <a:lnTo>
                    <a:pt x="1932028" y="2213"/>
                  </a:lnTo>
                  <a:lnTo>
                    <a:pt x="1932048" y="2171"/>
                  </a:lnTo>
                  <a:lnTo>
                    <a:pt x="1932074" y="2117"/>
                  </a:lnTo>
                  <a:lnTo>
                    <a:pt x="1932092" y="2082"/>
                  </a:lnTo>
                  <a:lnTo>
                    <a:pt x="1932107" y="2059"/>
                  </a:lnTo>
                  <a:lnTo>
                    <a:pt x="1932129" y="2017"/>
                  </a:lnTo>
                  <a:lnTo>
                    <a:pt x="1932148" y="1972"/>
                  </a:lnTo>
                  <a:lnTo>
                    <a:pt x="1932160" y="1937"/>
                  </a:lnTo>
                  <a:lnTo>
                    <a:pt x="1932180" y="1889"/>
                  </a:lnTo>
                  <a:lnTo>
                    <a:pt x="1932190" y="1856"/>
                  </a:lnTo>
                  <a:lnTo>
                    <a:pt x="1932202" y="1822"/>
                  </a:lnTo>
                  <a:lnTo>
                    <a:pt x="1932214" y="1780"/>
                  </a:lnTo>
                  <a:lnTo>
                    <a:pt x="1932234" y="1736"/>
                  </a:lnTo>
                  <a:lnTo>
                    <a:pt x="1932246" y="1710"/>
                  </a:lnTo>
                  <a:lnTo>
                    <a:pt x="1932260" y="1692"/>
                  </a:lnTo>
                  <a:lnTo>
                    <a:pt x="1932275" y="1674"/>
                  </a:lnTo>
                  <a:lnTo>
                    <a:pt x="1932295" y="1655"/>
                  </a:lnTo>
                  <a:lnTo>
                    <a:pt x="1932305" y="1644"/>
                  </a:lnTo>
                  <a:lnTo>
                    <a:pt x="1932312" y="1634"/>
                  </a:lnTo>
                  <a:lnTo>
                    <a:pt x="1932322" y="1612"/>
                  </a:lnTo>
                  <a:lnTo>
                    <a:pt x="1932339" y="1584"/>
                  </a:lnTo>
                  <a:lnTo>
                    <a:pt x="1932349" y="1560"/>
                  </a:lnTo>
                  <a:lnTo>
                    <a:pt x="1932359" y="1537"/>
                  </a:lnTo>
                  <a:lnTo>
                    <a:pt x="1932376" y="1485"/>
                  </a:lnTo>
                  <a:lnTo>
                    <a:pt x="1932386" y="1440"/>
                  </a:lnTo>
                  <a:lnTo>
                    <a:pt x="1932390" y="1407"/>
                  </a:lnTo>
                  <a:lnTo>
                    <a:pt x="1932392" y="1353"/>
                  </a:lnTo>
                  <a:lnTo>
                    <a:pt x="1932395" y="1332"/>
                  </a:lnTo>
                  <a:lnTo>
                    <a:pt x="1932395" y="1282"/>
                  </a:lnTo>
                  <a:lnTo>
                    <a:pt x="1932395" y="1252"/>
                  </a:lnTo>
                  <a:lnTo>
                    <a:pt x="1932397" y="1225"/>
                  </a:lnTo>
                  <a:lnTo>
                    <a:pt x="1932400" y="1189"/>
                  </a:lnTo>
                  <a:lnTo>
                    <a:pt x="1932402" y="1142"/>
                  </a:lnTo>
                  <a:lnTo>
                    <a:pt x="1932404" y="1107"/>
                  </a:lnTo>
                  <a:lnTo>
                    <a:pt x="1932404" y="1087"/>
                  </a:lnTo>
                  <a:lnTo>
                    <a:pt x="1932409" y="1058"/>
                  </a:lnTo>
                  <a:lnTo>
                    <a:pt x="1932409" y="1032"/>
                  </a:lnTo>
                  <a:lnTo>
                    <a:pt x="1932411" y="993"/>
                  </a:lnTo>
                  <a:lnTo>
                    <a:pt x="1932411" y="958"/>
                  </a:lnTo>
                  <a:lnTo>
                    <a:pt x="1932413" y="925"/>
                  </a:lnTo>
                  <a:lnTo>
                    <a:pt x="1932414" y="893"/>
                  </a:lnTo>
                  <a:lnTo>
                    <a:pt x="1932413" y="867"/>
                  </a:lnTo>
                  <a:lnTo>
                    <a:pt x="1932413" y="843"/>
                  </a:lnTo>
                  <a:lnTo>
                    <a:pt x="1932418" y="814"/>
                  </a:lnTo>
                  <a:lnTo>
                    <a:pt x="1932418" y="800"/>
                  </a:lnTo>
                  <a:lnTo>
                    <a:pt x="1932425" y="762"/>
                  </a:lnTo>
                  <a:lnTo>
                    <a:pt x="1932430" y="740"/>
                  </a:lnTo>
                  <a:lnTo>
                    <a:pt x="1932440" y="716"/>
                  </a:lnTo>
                  <a:lnTo>
                    <a:pt x="1932445" y="705"/>
                  </a:lnTo>
                  <a:lnTo>
                    <a:pt x="1932452" y="692"/>
                  </a:lnTo>
                  <a:lnTo>
                    <a:pt x="1932469" y="667"/>
                  </a:lnTo>
                  <a:lnTo>
                    <a:pt x="1932486" y="647"/>
                  </a:lnTo>
                  <a:lnTo>
                    <a:pt x="1932492" y="636"/>
                  </a:lnTo>
                  <a:lnTo>
                    <a:pt x="1932514" y="620"/>
                  </a:lnTo>
                  <a:lnTo>
                    <a:pt x="1932536" y="600"/>
                  </a:lnTo>
                  <a:lnTo>
                    <a:pt x="1932563" y="585"/>
                  </a:lnTo>
                  <a:lnTo>
                    <a:pt x="1932592" y="567"/>
                  </a:lnTo>
                  <a:lnTo>
                    <a:pt x="1932617" y="551"/>
                  </a:lnTo>
                  <a:lnTo>
                    <a:pt x="1932647" y="537"/>
                  </a:lnTo>
                  <a:lnTo>
                    <a:pt x="1932686" y="515"/>
                  </a:lnTo>
                  <a:lnTo>
                    <a:pt x="1932713" y="503"/>
                  </a:lnTo>
                  <a:lnTo>
                    <a:pt x="1932745" y="491"/>
                  </a:lnTo>
                  <a:lnTo>
                    <a:pt x="1932770" y="481"/>
                  </a:lnTo>
                  <a:lnTo>
                    <a:pt x="1932806" y="474"/>
                  </a:lnTo>
                  <a:lnTo>
                    <a:pt x="1932851" y="471"/>
                  </a:lnTo>
                  <a:lnTo>
                    <a:pt x="1932883" y="469"/>
                  </a:lnTo>
                  <a:lnTo>
                    <a:pt x="1932937" y="466"/>
                  </a:lnTo>
                  <a:lnTo>
                    <a:pt x="1933028" y="466"/>
                  </a:lnTo>
                  <a:lnTo>
                    <a:pt x="1933120" y="468"/>
                  </a:lnTo>
                  <a:lnTo>
                    <a:pt x="1933171" y="469"/>
                  </a:lnTo>
                  <a:lnTo>
                    <a:pt x="1933213" y="471"/>
                  </a:lnTo>
                  <a:lnTo>
                    <a:pt x="1933235" y="473"/>
                  </a:lnTo>
                  <a:lnTo>
                    <a:pt x="1933275" y="479"/>
                  </a:lnTo>
                  <a:lnTo>
                    <a:pt x="1933327" y="489"/>
                  </a:lnTo>
                  <a:lnTo>
                    <a:pt x="1933369" y="496"/>
                  </a:lnTo>
                  <a:lnTo>
                    <a:pt x="1933400" y="5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7322347" y="1803018"/>
              <a:ext cx="5538" cy="1478"/>
            </a:xfrm>
            <a:custGeom>
              <a:avLst/>
              <a:pathLst>
                <a:path w="5538" h="1478">
                  <a:moveTo>
                    <a:pt x="0" y="1478"/>
                  </a:moveTo>
                  <a:lnTo>
                    <a:pt x="1097" y="1311"/>
                  </a:lnTo>
                  <a:lnTo>
                    <a:pt x="2068" y="995"/>
                  </a:lnTo>
                  <a:lnTo>
                    <a:pt x="3450" y="602"/>
                  </a:lnTo>
                  <a:lnTo>
                    <a:pt x="4494" y="316"/>
                  </a:lnTo>
                  <a:lnTo>
                    <a:pt x="553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7311617" y="1805808"/>
              <a:ext cx="5397" cy="453"/>
            </a:xfrm>
            <a:custGeom>
              <a:avLst/>
              <a:pathLst>
                <a:path w="5397" h="453">
                  <a:moveTo>
                    <a:pt x="0" y="453"/>
                  </a:moveTo>
                  <a:lnTo>
                    <a:pt x="780" y="439"/>
                  </a:lnTo>
                  <a:lnTo>
                    <a:pt x="1355" y="409"/>
                  </a:lnTo>
                  <a:lnTo>
                    <a:pt x="1940" y="399"/>
                  </a:lnTo>
                  <a:lnTo>
                    <a:pt x="2679" y="286"/>
                  </a:lnTo>
                  <a:lnTo>
                    <a:pt x="3632" y="190"/>
                  </a:lnTo>
                  <a:lnTo>
                    <a:pt x="4567" y="154"/>
                  </a:lnTo>
                  <a:lnTo>
                    <a:pt x="539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7298045" y="1807440"/>
              <a:ext cx="4819" cy="2258"/>
            </a:xfrm>
            <a:custGeom>
              <a:avLst/>
              <a:pathLst>
                <a:path w="4819" h="2258">
                  <a:moveTo>
                    <a:pt x="0" y="2258"/>
                  </a:moveTo>
                  <a:lnTo>
                    <a:pt x="576" y="1844"/>
                  </a:lnTo>
                  <a:lnTo>
                    <a:pt x="1216" y="1519"/>
                  </a:lnTo>
                  <a:lnTo>
                    <a:pt x="1886" y="1174"/>
                  </a:lnTo>
                  <a:lnTo>
                    <a:pt x="2423" y="841"/>
                  </a:lnTo>
                  <a:lnTo>
                    <a:pt x="3034" y="568"/>
                  </a:lnTo>
                  <a:lnTo>
                    <a:pt x="3677" y="374"/>
                  </a:lnTo>
                  <a:lnTo>
                    <a:pt x="4279" y="211"/>
                  </a:lnTo>
                  <a:lnTo>
                    <a:pt x="481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7289481" y="1811528"/>
              <a:ext cx="4755" cy="2035"/>
            </a:xfrm>
            <a:custGeom>
              <a:avLst/>
              <a:pathLst>
                <a:path w="4755" h="2035">
                  <a:moveTo>
                    <a:pt x="0" y="2035"/>
                  </a:moveTo>
                  <a:lnTo>
                    <a:pt x="736" y="1908"/>
                  </a:lnTo>
                  <a:lnTo>
                    <a:pt x="1278" y="1825"/>
                  </a:lnTo>
                  <a:lnTo>
                    <a:pt x="2114" y="1596"/>
                  </a:lnTo>
                  <a:lnTo>
                    <a:pt x="3028" y="1214"/>
                  </a:lnTo>
                  <a:lnTo>
                    <a:pt x="3808" y="774"/>
                  </a:lnTo>
                  <a:lnTo>
                    <a:pt x="4464" y="287"/>
                  </a:lnTo>
                  <a:lnTo>
                    <a:pt x="475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7281121" y="1814161"/>
              <a:ext cx="3430" cy="674"/>
            </a:xfrm>
            <a:custGeom>
              <a:avLst/>
              <a:pathLst>
                <a:path w="3430" h="674">
                  <a:moveTo>
                    <a:pt x="0" y="674"/>
                  </a:moveTo>
                  <a:lnTo>
                    <a:pt x="407" y="574"/>
                  </a:lnTo>
                  <a:lnTo>
                    <a:pt x="783" y="454"/>
                  </a:lnTo>
                  <a:lnTo>
                    <a:pt x="1089" y="376"/>
                  </a:lnTo>
                  <a:lnTo>
                    <a:pt x="1385" y="289"/>
                  </a:lnTo>
                  <a:lnTo>
                    <a:pt x="1536" y="204"/>
                  </a:lnTo>
                  <a:lnTo>
                    <a:pt x="1873" y="136"/>
                  </a:lnTo>
                  <a:lnTo>
                    <a:pt x="2456" y="72"/>
                  </a:lnTo>
                  <a:lnTo>
                    <a:pt x="2957" y="0"/>
                  </a:lnTo>
                  <a:lnTo>
                    <a:pt x="3430" y="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7317229" y="2082669"/>
              <a:ext cx="10886" cy="48383"/>
            </a:xfrm>
            <a:custGeom>
              <a:avLst/>
              <a:pathLst>
                <a:path w="10886" h="48383">
                  <a:moveTo>
                    <a:pt x="0" y="48383"/>
                  </a:moveTo>
                  <a:lnTo>
                    <a:pt x="1088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7265807" y="2208597"/>
              <a:ext cx="28464" cy="38153"/>
            </a:xfrm>
            <a:custGeom>
              <a:avLst/>
              <a:pathLst>
                <a:path w="28464" h="38153">
                  <a:moveTo>
                    <a:pt x="0" y="38153"/>
                  </a:moveTo>
                  <a:lnTo>
                    <a:pt x="2846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7095744" y="2248853"/>
              <a:ext cx="3815" cy="487"/>
            </a:xfrm>
            <a:custGeom>
              <a:avLst/>
              <a:pathLst>
                <a:path w="3815" h="487">
                  <a:moveTo>
                    <a:pt x="0" y="487"/>
                  </a:moveTo>
                  <a:lnTo>
                    <a:pt x="394" y="379"/>
                  </a:lnTo>
                  <a:lnTo>
                    <a:pt x="665" y="183"/>
                  </a:lnTo>
                  <a:lnTo>
                    <a:pt x="937" y="127"/>
                  </a:lnTo>
                  <a:lnTo>
                    <a:pt x="1143" y="13"/>
                  </a:lnTo>
                  <a:lnTo>
                    <a:pt x="1331" y="0"/>
                  </a:lnTo>
                  <a:lnTo>
                    <a:pt x="1643" y="4"/>
                  </a:lnTo>
                  <a:lnTo>
                    <a:pt x="2020" y="47"/>
                  </a:lnTo>
                  <a:lnTo>
                    <a:pt x="2341" y="62"/>
                  </a:lnTo>
                  <a:lnTo>
                    <a:pt x="2616" y="97"/>
                  </a:lnTo>
                  <a:lnTo>
                    <a:pt x="3191" y="127"/>
                  </a:lnTo>
                  <a:lnTo>
                    <a:pt x="3503" y="121"/>
                  </a:lnTo>
                  <a:lnTo>
                    <a:pt x="3815" y="196"/>
                  </a:lnTo>
                  <a:lnTo>
                    <a:pt x="3815" y="18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7093453" y="2250834"/>
              <a:ext cx="603" cy="479"/>
            </a:xfrm>
            <a:custGeom>
              <a:avLst/>
              <a:pathLst>
                <a:path w="603" h="479">
                  <a:moveTo>
                    <a:pt x="531" y="460"/>
                  </a:moveTo>
                  <a:lnTo>
                    <a:pt x="603" y="297"/>
                  </a:lnTo>
                  <a:lnTo>
                    <a:pt x="525" y="138"/>
                  </a:lnTo>
                  <a:lnTo>
                    <a:pt x="391" y="0"/>
                  </a:lnTo>
                  <a:lnTo>
                    <a:pt x="221" y="3"/>
                  </a:lnTo>
                  <a:lnTo>
                    <a:pt x="100" y="65"/>
                  </a:lnTo>
                  <a:lnTo>
                    <a:pt x="0" y="279"/>
                  </a:lnTo>
                  <a:lnTo>
                    <a:pt x="49" y="398"/>
                  </a:lnTo>
                  <a:lnTo>
                    <a:pt x="107" y="468"/>
                  </a:lnTo>
                  <a:lnTo>
                    <a:pt x="123" y="47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7095869" y="2251259"/>
              <a:ext cx="342" cy="204"/>
            </a:xfrm>
            <a:custGeom>
              <a:avLst/>
              <a:pathLst>
                <a:path w="342" h="204">
                  <a:moveTo>
                    <a:pt x="0" y="0"/>
                  </a:moveTo>
                  <a:lnTo>
                    <a:pt x="95" y="38"/>
                  </a:lnTo>
                  <a:lnTo>
                    <a:pt x="227" y="56"/>
                  </a:lnTo>
                  <a:lnTo>
                    <a:pt x="332" y="174"/>
                  </a:lnTo>
                  <a:lnTo>
                    <a:pt x="342" y="20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7096840" y="2251067"/>
              <a:ext cx="368" cy="441"/>
            </a:xfrm>
            <a:custGeom>
              <a:avLst/>
              <a:pathLst>
                <a:path w="368" h="441">
                  <a:moveTo>
                    <a:pt x="368" y="187"/>
                  </a:moveTo>
                  <a:lnTo>
                    <a:pt x="310" y="88"/>
                  </a:lnTo>
                  <a:lnTo>
                    <a:pt x="176" y="0"/>
                  </a:lnTo>
                  <a:lnTo>
                    <a:pt x="36" y="73"/>
                  </a:lnTo>
                  <a:lnTo>
                    <a:pt x="0" y="154"/>
                  </a:lnTo>
                  <a:lnTo>
                    <a:pt x="1" y="254"/>
                  </a:lnTo>
                  <a:lnTo>
                    <a:pt x="86" y="303"/>
                  </a:lnTo>
                  <a:lnTo>
                    <a:pt x="173" y="392"/>
                  </a:lnTo>
                  <a:lnTo>
                    <a:pt x="196" y="44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7095759" y="2251403"/>
              <a:ext cx="276" cy="285"/>
            </a:xfrm>
            <a:custGeom>
              <a:avLst/>
              <a:pathLst>
                <a:path w="276" h="285">
                  <a:moveTo>
                    <a:pt x="276" y="285"/>
                  </a:moveTo>
                  <a:lnTo>
                    <a:pt x="115" y="218"/>
                  </a:lnTo>
                  <a:lnTo>
                    <a:pt x="48" y="179"/>
                  </a:lnTo>
                  <a:lnTo>
                    <a:pt x="0" y="59"/>
                  </a:lnTo>
                  <a:lnTo>
                    <a:pt x="1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7093284" y="2251421"/>
              <a:ext cx="197" cy="436"/>
            </a:xfrm>
            <a:custGeom>
              <a:avLst/>
              <a:pathLst>
                <a:path w="197" h="436">
                  <a:moveTo>
                    <a:pt x="197" y="0"/>
                  </a:moveTo>
                  <a:lnTo>
                    <a:pt x="44" y="136"/>
                  </a:lnTo>
                  <a:lnTo>
                    <a:pt x="0" y="308"/>
                  </a:lnTo>
                  <a:lnTo>
                    <a:pt x="76" y="327"/>
                  </a:lnTo>
                  <a:lnTo>
                    <a:pt x="124" y="427"/>
                  </a:lnTo>
                  <a:lnTo>
                    <a:pt x="181" y="436"/>
                  </a:lnTo>
                  <a:lnTo>
                    <a:pt x="190" y="42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7096973" y="2251680"/>
              <a:ext cx="321" cy="421"/>
            </a:xfrm>
            <a:custGeom>
              <a:avLst/>
              <a:pathLst>
                <a:path w="321" h="421">
                  <a:moveTo>
                    <a:pt x="119" y="0"/>
                  </a:moveTo>
                  <a:lnTo>
                    <a:pt x="35" y="91"/>
                  </a:lnTo>
                  <a:lnTo>
                    <a:pt x="0" y="173"/>
                  </a:lnTo>
                  <a:lnTo>
                    <a:pt x="11" y="283"/>
                  </a:lnTo>
                  <a:lnTo>
                    <a:pt x="30" y="353"/>
                  </a:lnTo>
                  <a:lnTo>
                    <a:pt x="116" y="412"/>
                  </a:lnTo>
                  <a:lnTo>
                    <a:pt x="154" y="421"/>
                  </a:lnTo>
                  <a:lnTo>
                    <a:pt x="285" y="349"/>
                  </a:lnTo>
                  <a:lnTo>
                    <a:pt x="321" y="277"/>
                  </a:lnTo>
                  <a:lnTo>
                    <a:pt x="301" y="187"/>
                  </a:lnTo>
                  <a:lnTo>
                    <a:pt x="301" y="16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7093679" y="2251791"/>
              <a:ext cx="744" cy="562"/>
            </a:xfrm>
            <a:custGeom>
              <a:avLst/>
              <a:pathLst>
                <a:path w="744" h="562">
                  <a:moveTo>
                    <a:pt x="149" y="0"/>
                  </a:moveTo>
                  <a:lnTo>
                    <a:pt x="338" y="70"/>
                  </a:lnTo>
                  <a:lnTo>
                    <a:pt x="555" y="200"/>
                  </a:lnTo>
                  <a:lnTo>
                    <a:pt x="696" y="291"/>
                  </a:lnTo>
                  <a:lnTo>
                    <a:pt x="744" y="452"/>
                  </a:lnTo>
                  <a:lnTo>
                    <a:pt x="697" y="562"/>
                  </a:lnTo>
                  <a:lnTo>
                    <a:pt x="508" y="532"/>
                  </a:lnTo>
                  <a:lnTo>
                    <a:pt x="273" y="523"/>
                  </a:lnTo>
                  <a:lnTo>
                    <a:pt x="9" y="463"/>
                  </a:lnTo>
                  <a:lnTo>
                    <a:pt x="0" y="352"/>
                  </a:lnTo>
                  <a:lnTo>
                    <a:pt x="56" y="302"/>
                  </a:lnTo>
                  <a:lnTo>
                    <a:pt x="141" y="271"/>
                  </a:lnTo>
                  <a:lnTo>
                    <a:pt x="235" y="261"/>
                  </a:lnTo>
                  <a:lnTo>
                    <a:pt x="187" y="150"/>
                  </a:lnTo>
                  <a:lnTo>
                    <a:pt x="140" y="50"/>
                  </a:lnTo>
                  <a:lnTo>
                    <a:pt x="14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7093127" y="2251954"/>
              <a:ext cx="904" cy="550"/>
            </a:xfrm>
            <a:custGeom>
              <a:avLst/>
              <a:pathLst>
                <a:path w="904" h="550">
                  <a:moveTo>
                    <a:pt x="0" y="0"/>
                  </a:moveTo>
                  <a:lnTo>
                    <a:pt x="20" y="120"/>
                  </a:lnTo>
                  <a:lnTo>
                    <a:pt x="71" y="350"/>
                  </a:lnTo>
                  <a:lnTo>
                    <a:pt x="233" y="428"/>
                  </a:lnTo>
                  <a:lnTo>
                    <a:pt x="376" y="506"/>
                  </a:lnTo>
                  <a:lnTo>
                    <a:pt x="546" y="532"/>
                  </a:lnTo>
                  <a:lnTo>
                    <a:pt x="688" y="550"/>
                  </a:lnTo>
                  <a:lnTo>
                    <a:pt x="885" y="526"/>
                  </a:lnTo>
                  <a:lnTo>
                    <a:pt x="904" y="50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7094846" y="2249372"/>
              <a:ext cx="6819" cy="8058"/>
            </a:xfrm>
            <a:custGeom>
              <a:avLst/>
              <a:pathLst>
                <a:path w="6819" h="8058">
                  <a:moveTo>
                    <a:pt x="848" y="7877"/>
                  </a:moveTo>
                  <a:lnTo>
                    <a:pt x="959" y="7940"/>
                  </a:lnTo>
                  <a:lnTo>
                    <a:pt x="1015" y="7979"/>
                  </a:lnTo>
                  <a:lnTo>
                    <a:pt x="1128" y="7985"/>
                  </a:lnTo>
                  <a:lnTo>
                    <a:pt x="1250" y="7941"/>
                  </a:lnTo>
                  <a:lnTo>
                    <a:pt x="1401" y="7967"/>
                  </a:lnTo>
                  <a:lnTo>
                    <a:pt x="1515" y="8003"/>
                  </a:lnTo>
                  <a:lnTo>
                    <a:pt x="1780" y="8035"/>
                  </a:lnTo>
                  <a:lnTo>
                    <a:pt x="2036" y="8058"/>
                  </a:lnTo>
                  <a:lnTo>
                    <a:pt x="2252" y="8031"/>
                  </a:lnTo>
                  <a:lnTo>
                    <a:pt x="2467" y="7964"/>
                  </a:lnTo>
                  <a:lnTo>
                    <a:pt x="2692" y="7887"/>
                  </a:lnTo>
                  <a:lnTo>
                    <a:pt x="2963" y="7798"/>
                  </a:lnTo>
                  <a:lnTo>
                    <a:pt x="3142" y="7782"/>
                  </a:lnTo>
                  <a:lnTo>
                    <a:pt x="3367" y="7735"/>
                  </a:lnTo>
                  <a:lnTo>
                    <a:pt x="3517" y="7700"/>
                  </a:lnTo>
                  <a:lnTo>
                    <a:pt x="3658" y="7676"/>
                  </a:lnTo>
                  <a:lnTo>
                    <a:pt x="3854" y="7610"/>
                  </a:lnTo>
                  <a:lnTo>
                    <a:pt x="4134" y="7490"/>
                  </a:lnTo>
                  <a:lnTo>
                    <a:pt x="4376" y="7373"/>
                  </a:lnTo>
                  <a:lnTo>
                    <a:pt x="4638" y="7274"/>
                  </a:lnTo>
                  <a:lnTo>
                    <a:pt x="4879" y="7106"/>
                  </a:lnTo>
                  <a:lnTo>
                    <a:pt x="5089" y="6878"/>
                  </a:lnTo>
                  <a:lnTo>
                    <a:pt x="5153" y="6796"/>
                  </a:lnTo>
                  <a:lnTo>
                    <a:pt x="5288" y="6550"/>
                  </a:lnTo>
                  <a:lnTo>
                    <a:pt x="5391" y="6487"/>
                  </a:lnTo>
                  <a:lnTo>
                    <a:pt x="5603" y="6330"/>
                  </a:lnTo>
                  <a:lnTo>
                    <a:pt x="5824" y="6102"/>
                  </a:lnTo>
                  <a:lnTo>
                    <a:pt x="6007" y="5885"/>
                  </a:lnTo>
                  <a:lnTo>
                    <a:pt x="6169" y="5599"/>
                  </a:lnTo>
                  <a:lnTo>
                    <a:pt x="6311" y="5253"/>
                  </a:lnTo>
                  <a:lnTo>
                    <a:pt x="6365" y="5150"/>
                  </a:lnTo>
                  <a:lnTo>
                    <a:pt x="6417" y="4998"/>
                  </a:lnTo>
                  <a:lnTo>
                    <a:pt x="6507" y="4814"/>
                  </a:lnTo>
                  <a:lnTo>
                    <a:pt x="6585" y="4540"/>
                  </a:lnTo>
                  <a:lnTo>
                    <a:pt x="6682" y="4276"/>
                  </a:lnTo>
                  <a:lnTo>
                    <a:pt x="6732" y="4033"/>
                  </a:lnTo>
                  <a:lnTo>
                    <a:pt x="6764" y="3811"/>
                  </a:lnTo>
                  <a:lnTo>
                    <a:pt x="6788" y="3639"/>
                  </a:lnTo>
                  <a:lnTo>
                    <a:pt x="6819" y="3387"/>
                  </a:lnTo>
                  <a:lnTo>
                    <a:pt x="6819" y="3045"/>
                  </a:lnTo>
                  <a:lnTo>
                    <a:pt x="6768" y="2544"/>
                  </a:lnTo>
                  <a:lnTo>
                    <a:pt x="6762" y="2292"/>
                  </a:lnTo>
                  <a:lnTo>
                    <a:pt x="6755" y="2051"/>
                  </a:lnTo>
                  <a:lnTo>
                    <a:pt x="6713" y="1871"/>
                  </a:lnTo>
                  <a:lnTo>
                    <a:pt x="6640" y="1602"/>
                  </a:lnTo>
                  <a:lnTo>
                    <a:pt x="6499" y="1275"/>
                  </a:lnTo>
                  <a:lnTo>
                    <a:pt x="6347" y="867"/>
                  </a:lnTo>
                  <a:lnTo>
                    <a:pt x="6173" y="359"/>
                  </a:lnTo>
                  <a:lnTo>
                    <a:pt x="5919" y="75"/>
                  </a:lnTo>
                  <a:lnTo>
                    <a:pt x="5757" y="0"/>
                  </a:lnTo>
                  <a:lnTo>
                    <a:pt x="5681" y="12"/>
                  </a:lnTo>
                  <a:lnTo>
                    <a:pt x="5551" y="76"/>
                  </a:lnTo>
                  <a:lnTo>
                    <a:pt x="5345" y="123"/>
                  </a:lnTo>
                  <a:lnTo>
                    <a:pt x="5290" y="215"/>
                  </a:lnTo>
                  <a:lnTo>
                    <a:pt x="5327" y="515"/>
                  </a:lnTo>
                  <a:lnTo>
                    <a:pt x="5424" y="603"/>
                  </a:lnTo>
                  <a:lnTo>
                    <a:pt x="5662" y="1048"/>
                  </a:lnTo>
                  <a:lnTo>
                    <a:pt x="5742" y="1227"/>
                  </a:lnTo>
                  <a:lnTo>
                    <a:pt x="5825" y="1506"/>
                  </a:lnTo>
                  <a:lnTo>
                    <a:pt x="5897" y="1725"/>
                  </a:lnTo>
                  <a:lnTo>
                    <a:pt x="5972" y="2055"/>
                  </a:lnTo>
                  <a:lnTo>
                    <a:pt x="5997" y="2295"/>
                  </a:lnTo>
                  <a:lnTo>
                    <a:pt x="6020" y="2465"/>
                  </a:lnTo>
                  <a:lnTo>
                    <a:pt x="6095" y="2775"/>
                  </a:lnTo>
                  <a:lnTo>
                    <a:pt x="6097" y="2865"/>
                  </a:lnTo>
                  <a:lnTo>
                    <a:pt x="6081" y="2997"/>
                  </a:lnTo>
                  <a:lnTo>
                    <a:pt x="6073" y="3379"/>
                  </a:lnTo>
                  <a:lnTo>
                    <a:pt x="6071" y="3661"/>
                  </a:lnTo>
                  <a:lnTo>
                    <a:pt x="6058" y="3882"/>
                  </a:lnTo>
                  <a:lnTo>
                    <a:pt x="5988" y="4096"/>
                  </a:lnTo>
                  <a:lnTo>
                    <a:pt x="5900" y="4340"/>
                  </a:lnTo>
                  <a:lnTo>
                    <a:pt x="5794" y="4594"/>
                  </a:lnTo>
                  <a:lnTo>
                    <a:pt x="5686" y="4789"/>
                  </a:lnTo>
                  <a:lnTo>
                    <a:pt x="5633" y="4961"/>
                  </a:lnTo>
                  <a:lnTo>
                    <a:pt x="5368" y="5281"/>
                  </a:lnTo>
                  <a:lnTo>
                    <a:pt x="5231" y="5446"/>
                  </a:lnTo>
                  <a:lnTo>
                    <a:pt x="5012" y="5744"/>
                  </a:lnTo>
                  <a:lnTo>
                    <a:pt x="4921" y="5878"/>
                  </a:lnTo>
                  <a:lnTo>
                    <a:pt x="4803" y="6032"/>
                  </a:lnTo>
                  <a:lnTo>
                    <a:pt x="4593" y="6320"/>
                  </a:lnTo>
                  <a:lnTo>
                    <a:pt x="4484" y="6464"/>
                  </a:lnTo>
                  <a:lnTo>
                    <a:pt x="4318" y="6600"/>
                  </a:lnTo>
                  <a:lnTo>
                    <a:pt x="4114" y="6747"/>
                  </a:lnTo>
                  <a:lnTo>
                    <a:pt x="3927" y="6823"/>
                  </a:lnTo>
                  <a:lnTo>
                    <a:pt x="3685" y="6921"/>
                  </a:lnTo>
                  <a:lnTo>
                    <a:pt x="3329" y="7032"/>
                  </a:lnTo>
                  <a:lnTo>
                    <a:pt x="3179" y="7077"/>
                  </a:lnTo>
                  <a:lnTo>
                    <a:pt x="3010" y="7092"/>
                  </a:lnTo>
                  <a:lnTo>
                    <a:pt x="2878" y="7096"/>
                  </a:lnTo>
                  <a:lnTo>
                    <a:pt x="2653" y="7164"/>
                  </a:lnTo>
                  <a:lnTo>
                    <a:pt x="2485" y="7219"/>
                  </a:lnTo>
                  <a:lnTo>
                    <a:pt x="2270" y="7306"/>
                  </a:lnTo>
                  <a:lnTo>
                    <a:pt x="1877" y="7429"/>
                  </a:lnTo>
                  <a:lnTo>
                    <a:pt x="1592" y="7357"/>
                  </a:lnTo>
                  <a:lnTo>
                    <a:pt x="1383" y="7283"/>
                  </a:lnTo>
                  <a:lnTo>
                    <a:pt x="1135" y="7190"/>
                  </a:lnTo>
                  <a:lnTo>
                    <a:pt x="876" y="7048"/>
                  </a:lnTo>
                  <a:lnTo>
                    <a:pt x="644" y="6854"/>
                  </a:lnTo>
                  <a:lnTo>
                    <a:pt x="394" y="6680"/>
                  </a:lnTo>
                  <a:lnTo>
                    <a:pt x="206" y="6676"/>
                  </a:lnTo>
                  <a:lnTo>
                    <a:pt x="113" y="6739"/>
                  </a:lnTo>
                  <a:lnTo>
                    <a:pt x="42" y="6913"/>
                  </a:lnTo>
                  <a:lnTo>
                    <a:pt x="0" y="7085"/>
                  </a:lnTo>
                  <a:lnTo>
                    <a:pt x="16" y="7336"/>
                  </a:lnTo>
                  <a:lnTo>
                    <a:pt x="193" y="7602"/>
                  </a:lnTo>
                  <a:lnTo>
                    <a:pt x="347" y="7738"/>
                  </a:lnTo>
                  <a:lnTo>
                    <a:pt x="482" y="7814"/>
                  </a:lnTo>
                  <a:lnTo>
                    <a:pt x="557" y="7802"/>
                  </a:lnTo>
                  <a:lnTo>
                    <a:pt x="708" y="7787"/>
                  </a:lnTo>
                  <a:lnTo>
                    <a:pt x="734" y="779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7200171" y="2325697"/>
              <a:ext cx="21074" cy="44190"/>
            </a:xfrm>
            <a:custGeom>
              <a:avLst/>
              <a:pathLst>
                <a:path w="21074" h="44190">
                  <a:moveTo>
                    <a:pt x="0" y="44190"/>
                  </a:moveTo>
                  <a:lnTo>
                    <a:pt x="609" y="42707"/>
                  </a:lnTo>
                  <a:lnTo>
                    <a:pt x="1132" y="41422"/>
                  </a:lnTo>
                  <a:lnTo>
                    <a:pt x="1741" y="40136"/>
                  </a:lnTo>
                  <a:lnTo>
                    <a:pt x="2351" y="38654"/>
                  </a:lnTo>
                  <a:lnTo>
                    <a:pt x="3047" y="37072"/>
                  </a:lnTo>
                  <a:lnTo>
                    <a:pt x="3918" y="34996"/>
                  </a:lnTo>
                  <a:lnTo>
                    <a:pt x="4702" y="33414"/>
                  </a:lnTo>
                  <a:lnTo>
                    <a:pt x="5573" y="31635"/>
                  </a:lnTo>
                  <a:lnTo>
                    <a:pt x="6269" y="29954"/>
                  </a:lnTo>
                  <a:lnTo>
                    <a:pt x="6967" y="28669"/>
                  </a:lnTo>
                  <a:lnTo>
                    <a:pt x="7663" y="27186"/>
                  </a:lnTo>
                  <a:lnTo>
                    <a:pt x="8691" y="25036"/>
                  </a:lnTo>
                  <a:lnTo>
                    <a:pt x="9702" y="23297"/>
                  </a:lnTo>
                  <a:lnTo>
                    <a:pt x="10452" y="21631"/>
                  </a:lnTo>
                  <a:lnTo>
                    <a:pt x="11059" y="20463"/>
                  </a:lnTo>
                  <a:lnTo>
                    <a:pt x="11636" y="19013"/>
                  </a:lnTo>
                  <a:lnTo>
                    <a:pt x="12220" y="17985"/>
                  </a:lnTo>
                  <a:lnTo>
                    <a:pt x="13411" y="15520"/>
                  </a:lnTo>
                  <a:lnTo>
                    <a:pt x="14543" y="13148"/>
                  </a:lnTo>
                  <a:lnTo>
                    <a:pt x="15500" y="11368"/>
                  </a:lnTo>
                  <a:lnTo>
                    <a:pt x="16284" y="9589"/>
                  </a:lnTo>
                  <a:lnTo>
                    <a:pt x="17242" y="7809"/>
                  </a:lnTo>
                  <a:lnTo>
                    <a:pt x="18374" y="5733"/>
                  </a:lnTo>
                  <a:lnTo>
                    <a:pt x="19245" y="3558"/>
                  </a:lnTo>
                  <a:lnTo>
                    <a:pt x="20290" y="1680"/>
                  </a:lnTo>
                  <a:lnTo>
                    <a:pt x="2107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7017699" y="2447284"/>
              <a:ext cx="2625" cy="745"/>
            </a:xfrm>
            <a:custGeom>
              <a:avLst/>
              <a:pathLst>
                <a:path w="2625" h="745">
                  <a:moveTo>
                    <a:pt x="0" y="745"/>
                  </a:moveTo>
                  <a:lnTo>
                    <a:pt x="417" y="677"/>
                  </a:lnTo>
                  <a:lnTo>
                    <a:pt x="895" y="338"/>
                  </a:lnTo>
                  <a:lnTo>
                    <a:pt x="1193" y="203"/>
                  </a:lnTo>
                  <a:lnTo>
                    <a:pt x="1551" y="67"/>
                  </a:lnTo>
                  <a:lnTo>
                    <a:pt x="2147" y="0"/>
                  </a:lnTo>
                  <a:lnTo>
                    <a:pt x="2565" y="67"/>
                  </a:lnTo>
                  <a:lnTo>
                    <a:pt x="2625" y="13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7015074" y="2448503"/>
              <a:ext cx="1252" cy="474"/>
            </a:xfrm>
            <a:custGeom>
              <a:avLst/>
              <a:pathLst>
                <a:path w="1252" h="474">
                  <a:moveTo>
                    <a:pt x="0" y="474"/>
                  </a:moveTo>
                  <a:lnTo>
                    <a:pt x="357" y="203"/>
                  </a:lnTo>
                  <a:lnTo>
                    <a:pt x="775" y="67"/>
                  </a:lnTo>
                  <a:lnTo>
                    <a:pt x="125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7017878" y="2448503"/>
              <a:ext cx="2565" cy="880"/>
            </a:xfrm>
            <a:custGeom>
              <a:avLst/>
              <a:pathLst>
                <a:path w="2565" h="880">
                  <a:moveTo>
                    <a:pt x="2565" y="0"/>
                  </a:moveTo>
                  <a:lnTo>
                    <a:pt x="2565" y="135"/>
                  </a:lnTo>
                  <a:lnTo>
                    <a:pt x="2266" y="744"/>
                  </a:lnTo>
                  <a:lnTo>
                    <a:pt x="1849" y="880"/>
                  </a:lnTo>
                  <a:lnTo>
                    <a:pt x="1312" y="677"/>
                  </a:lnTo>
                  <a:lnTo>
                    <a:pt x="775" y="609"/>
                  </a:lnTo>
                  <a:lnTo>
                    <a:pt x="298" y="541"/>
                  </a:lnTo>
                  <a:lnTo>
                    <a:pt x="0" y="54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7015313" y="2449384"/>
              <a:ext cx="1073" cy="406"/>
            </a:xfrm>
            <a:custGeom>
              <a:avLst/>
              <a:pathLst>
                <a:path w="1073" h="406">
                  <a:moveTo>
                    <a:pt x="1073" y="0"/>
                  </a:moveTo>
                  <a:lnTo>
                    <a:pt x="716" y="135"/>
                  </a:lnTo>
                  <a:lnTo>
                    <a:pt x="298" y="270"/>
                  </a:lnTo>
                  <a:lnTo>
                    <a:pt x="0" y="40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7012270" y="2449180"/>
              <a:ext cx="1969" cy="1354"/>
            </a:xfrm>
            <a:custGeom>
              <a:avLst/>
              <a:pathLst>
                <a:path w="1969" h="1354">
                  <a:moveTo>
                    <a:pt x="0" y="1354"/>
                  </a:moveTo>
                  <a:lnTo>
                    <a:pt x="178" y="1151"/>
                  </a:lnTo>
                  <a:lnTo>
                    <a:pt x="477" y="1015"/>
                  </a:lnTo>
                  <a:lnTo>
                    <a:pt x="835" y="812"/>
                  </a:lnTo>
                  <a:lnTo>
                    <a:pt x="1133" y="609"/>
                  </a:lnTo>
                  <a:lnTo>
                    <a:pt x="1372" y="338"/>
                  </a:lnTo>
                  <a:lnTo>
                    <a:pt x="1610" y="203"/>
                  </a:lnTo>
                  <a:lnTo>
                    <a:pt x="196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7012389" y="2449993"/>
              <a:ext cx="1908" cy="1151"/>
            </a:xfrm>
            <a:custGeom>
              <a:avLst/>
              <a:pathLst>
                <a:path w="1908" h="1151">
                  <a:moveTo>
                    <a:pt x="1908" y="0"/>
                  </a:moveTo>
                  <a:lnTo>
                    <a:pt x="1789" y="135"/>
                  </a:lnTo>
                  <a:lnTo>
                    <a:pt x="1372" y="338"/>
                  </a:lnTo>
                  <a:lnTo>
                    <a:pt x="775" y="677"/>
                  </a:lnTo>
                  <a:lnTo>
                    <a:pt x="59" y="1083"/>
                  </a:lnTo>
                  <a:lnTo>
                    <a:pt x="0" y="115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7002068" y="2452499"/>
              <a:ext cx="7338" cy="1625"/>
            </a:xfrm>
            <a:custGeom>
              <a:avLst/>
              <a:pathLst>
                <a:path w="7338" h="1625">
                  <a:moveTo>
                    <a:pt x="0" y="1625"/>
                  </a:moveTo>
                  <a:lnTo>
                    <a:pt x="358" y="1286"/>
                  </a:lnTo>
                  <a:lnTo>
                    <a:pt x="715" y="948"/>
                  </a:lnTo>
                  <a:lnTo>
                    <a:pt x="1372" y="948"/>
                  </a:lnTo>
                  <a:lnTo>
                    <a:pt x="2028" y="1083"/>
                  </a:lnTo>
                  <a:lnTo>
                    <a:pt x="2565" y="1015"/>
                  </a:lnTo>
                  <a:lnTo>
                    <a:pt x="3341" y="1015"/>
                  </a:lnTo>
                  <a:lnTo>
                    <a:pt x="4295" y="948"/>
                  </a:lnTo>
                  <a:lnTo>
                    <a:pt x="5071" y="812"/>
                  </a:lnTo>
                  <a:lnTo>
                    <a:pt x="5667" y="677"/>
                  </a:lnTo>
                  <a:lnTo>
                    <a:pt x="6323" y="406"/>
                  </a:lnTo>
                  <a:lnTo>
                    <a:pt x="6861" y="203"/>
                  </a:lnTo>
                  <a:lnTo>
                    <a:pt x="733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7002248" y="2453312"/>
              <a:ext cx="7218" cy="1963"/>
            </a:xfrm>
            <a:custGeom>
              <a:avLst/>
              <a:pathLst>
                <a:path w="7218" h="1963">
                  <a:moveTo>
                    <a:pt x="7218" y="0"/>
                  </a:moveTo>
                  <a:lnTo>
                    <a:pt x="6920" y="203"/>
                  </a:lnTo>
                  <a:lnTo>
                    <a:pt x="6681" y="474"/>
                  </a:lnTo>
                  <a:lnTo>
                    <a:pt x="6323" y="880"/>
                  </a:lnTo>
                  <a:lnTo>
                    <a:pt x="5906" y="1083"/>
                  </a:lnTo>
                  <a:lnTo>
                    <a:pt x="5309" y="1083"/>
                  </a:lnTo>
                  <a:lnTo>
                    <a:pt x="4832" y="1151"/>
                  </a:lnTo>
                  <a:lnTo>
                    <a:pt x="4534" y="1286"/>
                  </a:lnTo>
                  <a:lnTo>
                    <a:pt x="4176" y="1557"/>
                  </a:lnTo>
                  <a:lnTo>
                    <a:pt x="3877" y="1760"/>
                  </a:lnTo>
                  <a:lnTo>
                    <a:pt x="3519" y="1963"/>
                  </a:lnTo>
                  <a:lnTo>
                    <a:pt x="3042" y="1963"/>
                  </a:lnTo>
                  <a:lnTo>
                    <a:pt x="2624" y="1828"/>
                  </a:lnTo>
                  <a:lnTo>
                    <a:pt x="1968" y="1693"/>
                  </a:lnTo>
                  <a:lnTo>
                    <a:pt x="1192" y="1557"/>
                  </a:lnTo>
                  <a:lnTo>
                    <a:pt x="357" y="1422"/>
                  </a:lnTo>
                  <a:lnTo>
                    <a:pt x="0" y="135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6996222" y="2454666"/>
              <a:ext cx="4534" cy="880"/>
            </a:xfrm>
            <a:custGeom>
              <a:avLst/>
              <a:pathLst>
                <a:path w="4534" h="880">
                  <a:moveTo>
                    <a:pt x="0" y="880"/>
                  </a:moveTo>
                  <a:lnTo>
                    <a:pt x="417" y="677"/>
                  </a:lnTo>
                  <a:lnTo>
                    <a:pt x="954" y="609"/>
                  </a:lnTo>
                  <a:lnTo>
                    <a:pt x="1610" y="406"/>
                  </a:lnTo>
                  <a:lnTo>
                    <a:pt x="1968" y="406"/>
                  </a:lnTo>
                  <a:lnTo>
                    <a:pt x="2445" y="406"/>
                  </a:lnTo>
                  <a:lnTo>
                    <a:pt x="3102" y="270"/>
                  </a:lnTo>
                  <a:lnTo>
                    <a:pt x="3519" y="67"/>
                  </a:lnTo>
                  <a:lnTo>
                    <a:pt x="3818" y="0"/>
                  </a:lnTo>
                  <a:lnTo>
                    <a:pt x="4235" y="0"/>
                  </a:lnTo>
                  <a:lnTo>
                    <a:pt x="4534" y="20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6996341" y="2455817"/>
              <a:ext cx="4474" cy="541"/>
            </a:xfrm>
            <a:custGeom>
              <a:avLst/>
              <a:pathLst>
                <a:path w="4474" h="541">
                  <a:moveTo>
                    <a:pt x="4474" y="0"/>
                  </a:moveTo>
                  <a:lnTo>
                    <a:pt x="4295" y="135"/>
                  </a:lnTo>
                  <a:lnTo>
                    <a:pt x="3937" y="270"/>
                  </a:lnTo>
                  <a:lnTo>
                    <a:pt x="3340" y="406"/>
                  </a:lnTo>
                  <a:lnTo>
                    <a:pt x="2803" y="406"/>
                  </a:lnTo>
                  <a:lnTo>
                    <a:pt x="2386" y="338"/>
                  </a:lnTo>
                  <a:lnTo>
                    <a:pt x="1909" y="406"/>
                  </a:lnTo>
                  <a:lnTo>
                    <a:pt x="1133" y="474"/>
                  </a:lnTo>
                  <a:lnTo>
                    <a:pt x="477" y="541"/>
                  </a:lnTo>
                  <a:lnTo>
                    <a:pt x="119" y="406"/>
                  </a:lnTo>
                  <a:lnTo>
                    <a:pt x="0" y="27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7023128" y="2453582"/>
              <a:ext cx="1789" cy="3521"/>
            </a:xfrm>
            <a:custGeom>
              <a:avLst/>
              <a:pathLst>
                <a:path w="1789" h="3521">
                  <a:moveTo>
                    <a:pt x="0" y="0"/>
                  </a:moveTo>
                  <a:lnTo>
                    <a:pt x="178" y="67"/>
                  </a:lnTo>
                  <a:lnTo>
                    <a:pt x="715" y="270"/>
                  </a:lnTo>
                  <a:lnTo>
                    <a:pt x="1193" y="677"/>
                  </a:lnTo>
                  <a:lnTo>
                    <a:pt x="1431" y="1083"/>
                  </a:lnTo>
                  <a:lnTo>
                    <a:pt x="1670" y="1557"/>
                  </a:lnTo>
                  <a:lnTo>
                    <a:pt x="1789" y="1964"/>
                  </a:lnTo>
                  <a:lnTo>
                    <a:pt x="1730" y="2573"/>
                  </a:lnTo>
                  <a:lnTo>
                    <a:pt x="1491" y="3115"/>
                  </a:lnTo>
                  <a:lnTo>
                    <a:pt x="1372" y="352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7022293" y="2453582"/>
              <a:ext cx="1669" cy="3928"/>
            </a:xfrm>
            <a:custGeom>
              <a:avLst/>
              <a:pathLst>
                <a:path w="1669" h="3928">
                  <a:moveTo>
                    <a:pt x="1669" y="3928"/>
                  </a:moveTo>
                  <a:lnTo>
                    <a:pt x="1550" y="3521"/>
                  </a:lnTo>
                  <a:lnTo>
                    <a:pt x="1491" y="3183"/>
                  </a:lnTo>
                  <a:lnTo>
                    <a:pt x="1252" y="2573"/>
                  </a:lnTo>
                  <a:lnTo>
                    <a:pt x="954" y="2099"/>
                  </a:lnTo>
                  <a:lnTo>
                    <a:pt x="476" y="1354"/>
                  </a:lnTo>
                  <a:lnTo>
                    <a:pt x="119" y="880"/>
                  </a:lnTo>
                  <a:lnTo>
                    <a:pt x="0" y="406"/>
                  </a:lnTo>
                  <a:lnTo>
                    <a:pt x="11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6990554" y="2457646"/>
              <a:ext cx="2863" cy="1422"/>
            </a:xfrm>
            <a:custGeom>
              <a:avLst/>
              <a:pathLst>
                <a:path w="2863" h="1422">
                  <a:moveTo>
                    <a:pt x="0" y="1422"/>
                  </a:moveTo>
                  <a:lnTo>
                    <a:pt x="417" y="948"/>
                  </a:lnTo>
                  <a:lnTo>
                    <a:pt x="894" y="609"/>
                  </a:lnTo>
                  <a:lnTo>
                    <a:pt x="1431" y="338"/>
                  </a:lnTo>
                  <a:lnTo>
                    <a:pt x="1908" y="67"/>
                  </a:lnTo>
                  <a:lnTo>
                    <a:pt x="2326" y="0"/>
                  </a:lnTo>
                  <a:lnTo>
                    <a:pt x="286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6991032" y="2458594"/>
              <a:ext cx="3042" cy="1015"/>
            </a:xfrm>
            <a:custGeom>
              <a:avLst/>
              <a:pathLst>
                <a:path w="3042" h="1015">
                  <a:moveTo>
                    <a:pt x="3042" y="0"/>
                  </a:moveTo>
                  <a:lnTo>
                    <a:pt x="2922" y="67"/>
                  </a:lnTo>
                  <a:lnTo>
                    <a:pt x="2684" y="135"/>
                  </a:lnTo>
                  <a:lnTo>
                    <a:pt x="2147" y="203"/>
                  </a:lnTo>
                  <a:lnTo>
                    <a:pt x="1789" y="135"/>
                  </a:lnTo>
                  <a:lnTo>
                    <a:pt x="1371" y="135"/>
                  </a:lnTo>
                  <a:lnTo>
                    <a:pt x="1073" y="135"/>
                  </a:lnTo>
                  <a:lnTo>
                    <a:pt x="715" y="338"/>
                  </a:lnTo>
                  <a:lnTo>
                    <a:pt x="476" y="609"/>
                  </a:lnTo>
                  <a:lnTo>
                    <a:pt x="297" y="948"/>
                  </a:lnTo>
                  <a:lnTo>
                    <a:pt x="0" y="101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7021457" y="2460220"/>
              <a:ext cx="238" cy="1083"/>
            </a:xfrm>
            <a:custGeom>
              <a:avLst/>
              <a:pathLst>
                <a:path w="238" h="1083">
                  <a:moveTo>
                    <a:pt x="0" y="0"/>
                  </a:moveTo>
                  <a:lnTo>
                    <a:pt x="178" y="135"/>
                  </a:lnTo>
                  <a:lnTo>
                    <a:pt x="238" y="474"/>
                  </a:lnTo>
                  <a:lnTo>
                    <a:pt x="178" y="812"/>
                  </a:lnTo>
                  <a:lnTo>
                    <a:pt x="59" y="108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7020741" y="2460287"/>
              <a:ext cx="238" cy="1083"/>
            </a:xfrm>
            <a:custGeom>
              <a:avLst/>
              <a:pathLst>
                <a:path w="238" h="1083">
                  <a:moveTo>
                    <a:pt x="238" y="1083"/>
                  </a:moveTo>
                  <a:lnTo>
                    <a:pt x="60" y="880"/>
                  </a:lnTo>
                  <a:lnTo>
                    <a:pt x="0" y="609"/>
                  </a:lnTo>
                  <a:lnTo>
                    <a:pt x="60" y="270"/>
                  </a:lnTo>
                  <a:lnTo>
                    <a:pt x="60" y="135"/>
                  </a:lnTo>
                  <a:lnTo>
                    <a:pt x="23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6987154" y="2461303"/>
              <a:ext cx="895" cy="1557"/>
            </a:xfrm>
            <a:custGeom>
              <a:avLst/>
              <a:pathLst>
                <a:path w="895" h="1557">
                  <a:moveTo>
                    <a:pt x="0" y="1557"/>
                  </a:moveTo>
                  <a:lnTo>
                    <a:pt x="238" y="1354"/>
                  </a:lnTo>
                  <a:lnTo>
                    <a:pt x="536" y="677"/>
                  </a:lnTo>
                  <a:lnTo>
                    <a:pt x="656" y="270"/>
                  </a:lnTo>
                  <a:lnTo>
                    <a:pt x="89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6987572" y="2461777"/>
              <a:ext cx="1014" cy="1760"/>
            </a:xfrm>
            <a:custGeom>
              <a:avLst/>
              <a:pathLst>
                <a:path w="1014" h="1760">
                  <a:moveTo>
                    <a:pt x="1014" y="0"/>
                  </a:moveTo>
                  <a:lnTo>
                    <a:pt x="835" y="338"/>
                  </a:lnTo>
                  <a:lnTo>
                    <a:pt x="775" y="812"/>
                  </a:lnTo>
                  <a:lnTo>
                    <a:pt x="715" y="1219"/>
                  </a:lnTo>
                  <a:lnTo>
                    <a:pt x="536" y="1489"/>
                  </a:lnTo>
                  <a:lnTo>
                    <a:pt x="0" y="176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6985245" y="2463877"/>
              <a:ext cx="656" cy="812"/>
            </a:xfrm>
            <a:custGeom>
              <a:avLst/>
              <a:pathLst>
                <a:path w="656" h="812">
                  <a:moveTo>
                    <a:pt x="0" y="812"/>
                  </a:moveTo>
                  <a:lnTo>
                    <a:pt x="0" y="541"/>
                  </a:lnTo>
                  <a:lnTo>
                    <a:pt x="298" y="203"/>
                  </a:lnTo>
                  <a:lnTo>
                    <a:pt x="65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7019309" y="2461913"/>
              <a:ext cx="656" cy="2979"/>
            </a:xfrm>
            <a:custGeom>
              <a:avLst/>
              <a:pathLst>
                <a:path w="656" h="2979">
                  <a:moveTo>
                    <a:pt x="0" y="0"/>
                  </a:moveTo>
                  <a:lnTo>
                    <a:pt x="179" y="203"/>
                  </a:lnTo>
                  <a:lnTo>
                    <a:pt x="477" y="406"/>
                  </a:lnTo>
                  <a:lnTo>
                    <a:pt x="656" y="1151"/>
                  </a:lnTo>
                  <a:lnTo>
                    <a:pt x="656" y="1760"/>
                  </a:lnTo>
                  <a:lnTo>
                    <a:pt x="477" y="2505"/>
                  </a:lnTo>
                  <a:lnTo>
                    <a:pt x="418" y="297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6985603" y="2464283"/>
              <a:ext cx="894" cy="677"/>
            </a:xfrm>
            <a:custGeom>
              <a:avLst/>
              <a:pathLst>
                <a:path w="894" h="677">
                  <a:moveTo>
                    <a:pt x="894" y="0"/>
                  </a:moveTo>
                  <a:lnTo>
                    <a:pt x="656" y="270"/>
                  </a:lnTo>
                  <a:lnTo>
                    <a:pt x="357" y="474"/>
                  </a:lnTo>
                  <a:lnTo>
                    <a:pt x="0" y="67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7018355" y="2462116"/>
              <a:ext cx="596" cy="2979"/>
            </a:xfrm>
            <a:custGeom>
              <a:avLst/>
              <a:pathLst>
                <a:path w="596" h="2979">
                  <a:moveTo>
                    <a:pt x="596" y="2979"/>
                  </a:moveTo>
                  <a:lnTo>
                    <a:pt x="357" y="2302"/>
                  </a:lnTo>
                  <a:lnTo>
                    <a:pt x="238" y="1693"/>
                  </a:lnTo>
                  <a:lnTo>
                    <a:pt x="59" y="1083"/>
                  </a:lnTo>
                  <a:lnTo>
                    <a:pt x="0" y="609"/>
                  </a:lnTo>
                  <a:lnTo>
                    <a:pt x="17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7017162" y="2464215"/>
              <a:ext cx="298" cy="1219"/>
            </a:xfrm>
            <a:custGeom>
              <a:avLst/>
              <a:pathLst>
                <a:path w="298" h="1219">
                  <a:moveTo>
                    <a:pt x="0" y="0"/>
                  </a:moveTo>
                  <a:lnTo>
                    <a:pt x="119" y="338"/>
                  </a:lnTo>
                  <a:lnTo>
                    <a:pt x="239" y="812"/>
                  </a:lnTo>
                  <a:lnTo>
                    <a:pt x="298" y="121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7016387" y="2464215"/>
              <a:ext cx="596" cy="1693"/>
            </a:xfrm>
            <a:custGeom>
              <a:avLst/>
              <a:pathLst>
                <a:path w="596" h="1693">
                  <a:moveTo>
                    <a:pt x="596" y="1693"/>
                  </a:moveTo>
                  <a:lnTo>
                    <a:pt x="536" y="1557"/>
                  </a:lnTo>
                  <a:lnTo>
                    <a:pt x="298" y="1151"/>
                  </a:lnTo>
                  <a:lnTo>
                    <a:pt x="119" y="744"/>
                  </a:lnTo>
                  <a:lnTo>
                    <a:pt x="0" y="338"/>
                  </a:lnTo>
                  <a:lnTo>
                    <a:pt x="5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6984827" y="2467398"/>
              <a:ext cx="298" cy="744"/>
            </a:xfrm>
            <a:custGeom>
              <a:avLst/>
              <a:pathLst>
                <a:path w="298" h="744">
                  <a:moveTo>
                    <a:pt x="298" y="744"/>
                  </a:moveTo>
                  <a:lnTo>
                    <a:pt x="119" y="609"/>
                  </a:lnTo>
                  <a:lnTo>
                    <a:pt x="60" y="406"/>
                  </a:lnTo>
                  <a:lnTo>
                    <a:pt x="0" y="0"/>
                  </a:lnTo>
                  <a:lnTo>
                    <a:pt x="6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6985304" y="2467195"/>
              <a:ext cx="179" cy="948"/>
            </a:xfrm>
            <a:custGeom>
              <a:avLst/>
              <a:pathLst>
                <a:path w="179" h="948">
                  <a:moveTo>
                    <a:pt x="0" y="0"/>
                  </a:moveTo>
                  <a:lnTo>
                    <a:pt x="119" y="203"/>
                  </a:lnTo>
                  <a:lnTo>
                    <a:pt x="179" y="609"/>
                  </a:lnTo>
                  <a:lnTo>
                    <a:pt x="179" y="94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7014537" y="2470446"/>
              <a:ext cx="656" cy="1422"/>
            </a:xfrm>
            <a:custGeom>
              <a:avLst/>
              <a:pathLst>
                <a:path w="656" h="1422">
                  <a:moveTo>
                    <a:pt x="0" y="1422"/>
                  </a:moveTo>
                  <a:lnTo>
                    <a:pt x="60" y="880"/>
                  </a:lnTo>
                  <a:lnTo>
                    <a:pt x="238" y="474"/>
                  </a:lnTo>
                  <a:lnTo>
                    <a:pt x="417" y="135"/>
                  </a:lnTo>
                  <a:lnTo>
                    <a:pt x="65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7014835" y="2470988"/>
              <a:ext cx="954" cy="1354"/>
            </a:xfrm>
            <a:custGeom>
              <a:avLst/>
              <a:pathLst>
                <a:path w="954" h="1354">
                  <a:moveTo>
                    <a:pt x="954" y="0"/>
                  </a:moveTo>
                  <a:lnTo>
                    <a:pt x="894" y="338"/>
                  </a:lnTo>
                  <a:lnTo>
                    <a:pt x="775" y="609"/>
                  </a:lnTo>
                  <a:lnTo>
                    <a:pt x="656" y="812"/>
                  </a:lnTo>
                  <a:lnTo>
                    <a:pt x="417" y="1015"/>
                  </a:lnTo>
                  <a:lnTo>
                    <a:pt x="238" y="1219"/>
                  </a:lnTo>
                  <a:lnTo>
                    <a:pt x="0" y="135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6984350" y="2471394"/>
              <a:ext cx="418" cy="1286"/>
            </a:xfrm>
            <a:custGeom>
              <a:avLst/>
              <a:pathLst>
                <a:path w="418" h="1286">
                  <a:moveTo>
                    <a:pt x="418" y="1286"/>
                  </a:moveTo>
                  <a:lnTo>
                    <a:pt x="298" y="1219"/>
                  </a:lnTo>
                  <a:lnTo>
                    <a:pt x="119" y="880"/>
                  </a:lnTo>
                  <a:lnTo>
                    <a:pt x="0" y="609"/>
                  </a:lnTo>
                  <a:lnTo>
                    <a:pt x="0" y="203"/>
                  </a:lnTo>
                  <a:lnTo>
                    <a:pt x="35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6985006" y="2471665"/>
              <a:ext cx="178" cy="1151"/>
            </a:xfrm>
            <a:custGeom>
              <a:avLst/>
              <a:pathLst>
                <a:path w="178" h="1151">
                  <a:moveTo>
                    <a:pt x="0" y="0"/>
                  </a:moveTo>
                  <a:lnTo>
                    <a:pt x="59" y="67"/>
                  </a:lnTo>
                  <a:lnTo>
                    <a:pt x="178" y="406"/>
                  </a:lnTo>
                  <a:lnTo>
                    <a:pt x="178" y="812"/>
                  </a:lnTo>
                  <a:lnTo>
                    <a:pt x="119" y="115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7011136" y="2473358"/>
              <a:ext cx="1551" cy="744"/>
            </a:xfrm>
            <a:custGeom>
              <a:avLst/>
              <a:pathLst>
                <a:path w="1551" h="744">
                  <a:moveTo>
                    <a:pt x="0" y="744"/>
                  </a:moveTo>
                  <a:lnTo>
                    <a:pt x="298" y="406"/>
                  </a:lnTo>
                  <a:lnTo>
                    <a:pt x="715" y="135"/>
                  </a:lnTo>
                  <a:lnTo>
                    <a:pt x="1073" y="0"/>
                  </a:lnTo>
                  <a:lnTo>
                    <a:pt x="1551" y="6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7011375" y="2473968"/>
              <a:ext cx="1492" cy="812"/>
            </a:xfrm>
            <a:custGeom>
              <a:avLst/>
              <a:pathLst>
                <a:path w="1492" h="812">
                  <a:moveTo>
                    <a:pt x="1492" y="0"/>
                  </a:moveTo>
                  <a:lnTo>
                    <a:pt x="1431" y="0"/>
                  </a:lnTo>
                  <a:lnTo>
                    <a:pt x="1193" y="270"/>
                  </a:lnTo>
                  <a:lnTo>
                    <a:pt x="775" y="609"/>
                  </a:lnTo>
                  <a:lnTo>
                    <a:pt x="119" y="812"/>
                  </a:lnTo>
                  <a:lnTo>
                    <a:pt x="0" y="81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6978324" y="2473832"/>
              <a:ext cx="1073" cy="1015"/>
            </a:xfrm>
            <a:custGeom>
              <a:avLst/>
              <a:pathLst>
                <a:path w="1073" h="1015">
                  <a:moveTo>
                    <a:pt x="0" y="0"/>
                  </a:moveTo>
                  <a:lnTo>
                    <a:pt x="298" y="67"/>
                  </a:lnTo>
                  <a:lnTo>
                    <a:pt x="835" y="338"/>
                  </a:lnTo>
                  <a:lnTo>
                    <a:pt x="1014" y="677"/>
                  </a:lnTo>
                  <a:lnTo>
                    <a:pt x="1073" y="101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7004097" y="2474645"/>
              <a:ext cx="1252" cy="474"/>
            </a:xfrm>
            <a:custGeom>
              <a:avLst/>
              <a:pathLst>
                <a:path w="1252" h="474">
                  <a:moveTo>
                    <a:pt x="0" y="67"/>
                  </a:moveTo>
                  <a:lnTo>
                    <a:pt x="238" y="0"/>
                  </a:lnTo>
                  <a:lnTo>
                    <a:pt x="477" y="67"/>
                  </a:lnTo>
                  <a:lnTo>
                    <a:pt x="835" y="203"/>
                  </a:lnTo>
                  <a:lnTo>
                    <a:pt x="1193" y="406"/>
                  </a:lnTo>
                  <a:lnTo>
                    <a:pt x="1252" y="47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7004037" y="2475322"/>
              <a:ext cx="1252" cy="135"/>
            </a:xfrm>
            <a:custGeom>
              <a:avLst/>
              <a:pathLst>
                <a:path w="1252" h="135">
                  <a:moveTo>
                    <a:pt x="1252" y="135"/>
                  </a:moveTo>
                  <a:lnTo>
                    <a:pt x="1014" y="135"/>
                  </a:lnTo>
                  <a:lnTo>
                    <a:pt x="656" y="135"/>
                  </a:lnTo>
                  <a:lnTo>
                    <a:pt x="298" y="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6977131" y="2474306"/>
              <a:ext cx="1729" cy="1354"/>
            </a:xfrm>
            <a:custGeom>
              <a:avLst/>
              <a:pathLst>
                <a:path w="1729" h="1354">
                  <a:moveTo>
                    <a:pt x="1729" y="1354"/>
                  </a:moveTo>
                  <a:lnTo>
                    <a:pt x="1491" y="1354"/>
                  </a:lnTo>
                  <a:lnTo>
                    <a:pt x="1133" y="1219"/>
                  </a:lnTo>
                  <a:lnTo>
                    <a:pt x="656" y="948"/>
                  </a:lnTo>
                  <a:lnTo>
                    <a:pt x="298" y="677"/>
                  </a:lnTo>
                  <a:lnTo>
                    <a:pt x="60" y="474"/>
                  </a:lnTo>
                  <a:lnTo>
                    <a:pt x="0" y="135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6999026" y="2477354"/>
              <a:ext cx="656" cy="948"/>
            </a:xfrm>
            <a:custGeom>
              <a:avLst/>
              <a:pathLst>
                <a:path w="656" h="948">
                  <a:moveTo>
                    <a:pt x="0" y="0"/>
                  </a:moveTo>
                  <a:lnTo>
                    <a:pt x="60" y="0"/>
                  </a:lnTo>
                  <a:lnTo>
                    <a:pt x="358" y="270"/>
                  </a:lnTo>
                  <a:lnTo>
                    <a:pt x="477" y="474"/>
                  </a:lnTo>
                  <a:lnTo>
                    <a:pt x="656" y="744"/>
                  </a:lnTo>
                  <a:lnTo>
                    <a:pt x="656" y="94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6998668" y="2477693"/>
              <a:ext cx="715" cy="812"/>
            </a:xfrm>
            <a:custGeom>
              <a:avLst/>
              <a:pathLst>
                <a:path w="715" h="812">
                  <a:moveTo>
                    <a:pt x="715" y="812"/>
                  </a:moveTo>
                  <a:lnTo>
                    <a:pt x="536" y="745"/>
                  </a:lnTo>
                  <a:lnTo>
                    <a:pt x="179" y="474"/>
                  </a:lnTo>
                  <a:lnTo>
                    <a:pt x="0" y="270"/>
                  </a:lnTo>
                  <a:lnTo>
                    <a:pt x="6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6979756" y="2477963"/>
              <a:ext cx="1192" cy="1151"/>
            </a:xfrm>
            <a:custGeom>
              <a:avLst/>
              <a:pathLst>
                <a:path w="1192" h="1151">
                  <a:moveTo>
                    <a:pt x="0" y="0"/>
                  </a:moveTo>
                  <a:lnTo>
                    <a:pt x="178" y="67"/>
                  </a:lnTo>
                  <a:lnTo>
                    <a:pt x="536" y="135"/>
                  </a:lnTo>
                  <a:lnTo>
                    <a:pt x="835" y="406"/>
                  </a:lnTo>
                  <a:lnTo>
                    <a:pt x="1073" y="812"/>
                  </a:lnTo>
                  <a:lnTo>
                    <a:pt x="1192" y="115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6979339" y="2478370"/>
              <a:ext cx="1073" cy="1354"/>
            </a:xfrm>
            <a:custGeom>
              <a:avLst/>
              <a:pathLst>
                <a:path w="1073" h="1354">
                  <a:moveTo>
                    <a:pt x="1073" y="1354"/>
                  </a:moveTo>
                  <a:lnTo>
                    <a:pt x="895" y="1286"/>
                  </a:lnTo>
                  <a:lnTo>
                    <a:pt x="536" y="1015"/>
                  </a:lnTo>
                  <a:lnTo>
                    <a:pt x="238" y="744"/>
                  </a:lnTo>
                  <a:lnTo>
                    <a:pt x="0" y="338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6982918" y="2479724"/>
              <a:ext cx="1014" cy="948"/>
            </a:xfrm>
            <a:custGeom>
              <a:avLst/>
              <a:pathLst>
                <a:path w="1014" h="948">
                  <a:moveTo>
                    <a:pt x="0" y="0"/>
                  </a:moveTo>
                  <a:lnTo>
                    <a:pt x="298" y="0"/>
                  </a:lnTo>
                  <a:lnTo>
                    <a:pt x="656" y="270"/>
                  </a:lnTo>
                  <a:lnTo>
                    <a:pt x="894" y="609"/>
                  </a:lnTo>
                  <a:lnTo>
                    <a:pt x="1014" y="94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6982679" y="2480198"/>
              <a:ext cx="1133" cy="1286"/>
            </a:xfrm>
            <a:custGeom>
              <a:avLst/>
              <a:pathLst>
                <a:path w="1133" h="1286">
                  <a:moveTo>
                    <a:pt x="1133" y="1219"/>
                  </a:moveTo>
                  <a:lnTo>
                    <a:pt x="1133" y="1286"/>
                  </a:lnTo>
                  <a:lnTo>
                    <a:pt x="537" y="1151"/>
                  </a:lnTo>
                  <a:lnTo>
                    <a:pt x="178" y="812"/>
                  </a:lnTo>
                  <a:lnTo>
                    <a:pt x="59" y="609"/>
                  </a:lnTo>
                  <a:lnTo>
                    <a:pt x="0" y="135"/>
                  </a:lnTo>
                  <a:lnTo>
                    <a:pt x="11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6995268" y="2482027"/>
              <a:ext cx="1013" cy="744"/>
            </a:xfrm>
            <a:custGeom>
              <a:avLst/>
              <a:pathLst>
                <a:path w="1013" h="744">
                  <a:moveTo>
                    <a:pt x="0" y="0"/>
                  </a:moveTo>
                  <a:lnTo>
                    <a:pt x="357" y="67"/>
                  </a:lnTo>
                  <a:lnTo>
                    <a:pt x="715" y="270"/>
                  </a:lnTo>
                  <a:lnTo>
                    <a:pt x="954" y="609"/>
                  </a:lnTo>
                  <a:lnTo>
                    <a:pt x="1013" y="74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6987870" y="2482162"/>
              <a:ext cx="2445" cy="677"/>
            </a:xfrm>
            <a:custGeom>
              <a:avLst/>
              <a:pathLst>
                <a:path w="2445" h="677">
                  <a:moveTo>
                    <a:pt x="0" y="0"/>
                  </a:moveTo>
                  <a:lnTo>
                    <a:pt x="60" y="0"/>
                  </a:lnTo>
                  <a:lnTo>
                    <a:pt x="536" y="0"/>
                  </a:lnTo>
                  <a:lnTo>
                    <a:pt x="1193" y="203"/>
                  </a:lnTo>
                  <a:lnTo>
                    <a:pt x="2147" y="406"/>
                  </a:lnTo>
                  <a:lnTo>
                    <a:pt x="2386" y="677"/>
                  </a:lnTo>
                  <a:lnTo>
                    <a:pt x="2445" y="67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6995208" y="2482366"/>
              <a:ext cx="954" cy="812"/>
            </a:xfrm>
            <a:custGeom>
              <a:avLst/>
              <a:pathLst>
                <a:path w="954" h="812">
                  <a:moveTo>
                    <a:pt x="954" y="812"/>
                  </a:moveTo>
                  <a:lnTo>
                    <a:pt x="715" y="744"/>
                  </a:lnTo>
                  <a:lnTo>
                    <a:pt x="357" y="474"/>
                  </a:lnTo>
                  <a:lnTo>
                    <a:pt x="59" y="135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6987751" y="2482975"/>
              <a:ext cx="2386" cy="609"/>
            </a:xfrm>
            <a:custGeom>
              <a:avLst/>
              <a:pathLst>
                <a:path w="2386" h="609">
                  <a:moveTo>
                    <a:pt x="2386" y="541"/>
                  </a:moveTo>
                  <a:lnTo>
                    <a:pt x="1729" y="609"/>
                  </a:lnTo>
                  <a:lnTo>
                    <a:pt x="1192" y="541"/>
                  </a:lnTo>
                  <a:lnTo>
                    <a:pt x="417" y="406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7132584" y="2491931"/>
              <a:ext cx="234" cy="252"/>
            </a:xfrm>
            <a:custGeom>
              <a:avLst/>
              <a:pathLst>
                <a:path w="234" h="252">
                  <a:moveTo>
                    <a:pt x="12" y="0"/>
                  </a:moveTo>
                  <a:lnTo>
                    <a:pt x="111" y="20"/>
                  </a:lnTo>
                  <a:lnTo>
                    <a:pt x="200" y="103"/>
                  </a:lnTo>
                  <a:lnTo>
                    <a:pt x="234" y="197"/>
                  </a:lnTo>
                  <a:lnTo>
                    <a:pt x="167" y="252"/>
                  </a:lnTo>
                  <a:lnTo>
                    <a:pt x="95" y="213"/>
                  </a:lnTo>
                  <a:lnTo>
                    <a:pt x="7" y="181"/>
                  </a:lnTo>
                  <a:lnTo>
                    <a:pt x="0" y="124"/>
                  </a:lnTo>
                  <a:lnTo>
                    <a:pt x="1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6807671" y="2449440"/>
              <a:ext cx="21361" cy="45583"/>
            </a:xfrm>
            <a:custGeom>
              <a:avLst/>
              <a:pathLst>
                <a:path w="21361" h="45583">
                  <a:moveTo>
                    <a:pt x="0" y="0"/>
                  </a:moveTo>
                  <a:lnTo>
                    <a:pt x="1035" y="1828"/>
                  </a:lnTo>
                  <a:lnTo>
                    <a:pt x="2407" y="3781"/>
                  </a:lnTo>
                  <a:lnTo>
                    <a:pt x="3795" y="5837"/>
                  </a:lnTo>
                  <a:lnTo>
                    <a:pt x="4881" y="7482"/>
                  </a:lnTo>
                  <a:lnTo>
                    <a:pt x="5603" y="8509"/>
                  </a:lnTo>
                  <a:lnTo>
                    <a:pt x="6907" y="10273"/>
                  </a:lnTo>
                  <a:lnTo>
                    <a:pt x="8507" y="12318"/>
                  </a:lnTo>
                  <a:lnTo>
                    <a:pt x="9469" y="13992"/>
                  </a:lnTo>
                  <a:lnTo>
                    <a:pt x="10797" y="15911"/>
                  </a:lnTo>
                  <a:lnTo>
                    <a:pt x="11582" y="17487"/>
                  </a:lnTo>
                  <a:lnTo>
                    <a:pt x="12548" y="19132"/>
                  </a:lnTo>
                  <a:lnTo>
                    <a:pt x="13332" y="20639"/>
                  </a:lnTo>
                  <a:lnTo>
                    <a:pt x="14178" y="22352"/>
                  </a:lnTo>
                  <a:lnTo>
                    <a:pt x="14902" y="23997"/>
                  </a:lnTo>
                  <a:lnTo>
                    <a:pt x="15626" y="25642"/>
                  </a:lnTo>
                  <a:lnTo>
                    <a:pt x="16390" y="27477"/>
                  </a:lnTo>
                  <a:lnTo>
                    <a:pt x="17437" y="30233"/>
                  </a:lnTo>
                  <a:lnTo>
                    <a:pt x="18343" y="32974"/>
                  </a:lnTo>
                  <a:lnTo>
                    <a:pt x="18886" y="34893"/>
                  </a:lnTo>
                  <a:lnTo>
                    <a:pt x="19248" y="36606"/>
                  </a:lnTo>
                  <a:lnTo>
                    <a:pt x="19852" y="38456"/>
                  </a:lnTo>
                  <a:lnTo>
                    <a:pt x="20456" y="40923"/>
                  </a:lnTo>
                  <a:lnTo>
                    <a:pt x="20818" y="42774"/>
                  </a:lnTo>
                  <a:lnTo>
                    <a:pt x="21059" y="44418"/>
                  </a:lnTo>
                  <a:lnTo>
                    <a:pt x="21240" y="45241"/>
                  </a:lnTo>
                  <a:lnTo>
                    <a:pt x="21361" y="4558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7137031" y="2495132"/>
              <a:ext cx="187" cy="1285"/>
            </a:xfrm>
            <a:custGeom>
              <a:avLst/>
              <a:pathLst>
                <a:path w="187" h="1285">
                  <a:moveTo>
                    <a:pt x="0" y="0"/>
                  </a:moveTo>
                  <a:lnTo>
                    <a:pt x="91" y="150"/>
                  </a:lnTo>
                  <a:lnTo>
                    <a:pt x="187" y="656"/>
                  </a:lnTo>
                  <a:lnTo>
                    <a:pt x="141" y="1037"/>
                  </a:lnTo>
                  <a:lnTo>
                    <a:pt x="29" y="128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7135788" y="2496538"/>
              <a:ext cx="385" cy="256"/>
            </a:xfrm>
            <a:custGeom>
              <a:avLst/>
              <a:pathLst>
                <a:path w="385" h="256">
                  <a:moveTo>
                    <a:pt x="385" y="182"/>
                  </a:moveTo>
                  <a:lnTo>
                    <a:pt x="331" y="49"/>
                  </a:lnTo>
                  <a:lnTo>
                    <a:pt x="189" y="0"/>
                  </a:lnTo>
                  <a:lnTo>
                    <a:pt x="73" y="66"/>
                  </a:lnTo>
                  <a:lnTo>
                    <a:pt x="0" y="150"/>
                  </a:lnTo>
                  <a:lnTo>
                    <a:pt x="26" y="204"/>
                  </a:lnTo>
                  <a:lnTo>
                    <a:pt x="77" y="222"/>
                  </a:lnTo>
                  <a:lnTo>
                    <a:pt x="216" y="256"/>
                  </a:lnTo>
                  <a:lnTo>
                    <a:pt x="385" y="18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7132373" y="2492303"/>
              <a:ext cx="4364" cy="4681"/>
            </a:xfrm>
            <a:custGeom>
              <a:avLst/>
              <a:pathLst>
                <a:path w="4364" h="4681">
                  <a:moveTo>
                    <a:pt x="2083" y="4681"/>
                  </a:moveTo>
                  <a:lnTo>
                    <a:pt x="1875" y="4544"/>
                  </a:lnTo>
                  <a:lnTo>
                    <a:pt x="1423" y="4402"/>
                  </a:lnTo>
                  <a:lnTo>
                    <a:pt x="999" y="4472"/>
                  </a:lnTo>
                  <a:lnTo>
                    <a:pt x="763" y="4455"/>
                  </a:lnTo>
                  <a:lnTo>
                    <a:pt x="347" y="4274"/>
                  </a:lnTo>
                  <a:lnTo>
                    <a:pt x="154" y="3937"/>
                  </a:lnTo>
                  <a:lnTo>
                    <a:pt x="108" y="3473"/>
                  </a:lnTo>
                  <a:lnTo>
                    <a:pt x="73" y="3070"/>
                  </a:lnTo>
                  <a:lnTo>
                    <a:pt x="26" y="2626"/>
                  </a:lnTo>
                  <a:lnTo>
                    <a:pt x="0" y="2203"/>
                  </a:lnTo>
                  <a:lnTo>
                    <a:pt x="7" y="1801"/>
                  </a:lnTo>
                  <a:lnTo>
                    <a:pt x="0" y="1358"/>
                  </a:lnTo>
                  <a:lnTo>
                    <a:pt x="7" y="1046"/>
                  </a:lnTo>
                  <a:lnTo>
                    <a:pt x="69" y="787"/>
                  </a:lnTo>
                  <a:lnTo>
                    <a:pt x="119" y="506"/>
                  </a:lnTo>
                  <a:lnTo>
                    <a:pt x="208" y="147"/>
                  </a:lnTo>
                  <a:lnTo>
                    <a:pt x="247" y="178"/>
                  </a:lnTo>
                  <a:lnTo>
                    <a:pt x="447" y="32"/>
                  </a:lnTo>
                  <a:lnTo>
                    <a:pt x="752" y="0"/>
                  </a:lnTo>
                  <a:lnTo>
                    <a:pt x="1091" y="270"/>
                  </a:lnTo>
                  <a:lnTo>
                    <a:pt x="1257" y="586"/>
                  </a:lnTo>
                  <a:lnTo>
                    <a:pt x="1373" y="830"/>
                  </a:lnTo>
                  <a:lnTo>
                    <a:pt x="1701" y="1241"/>
                  </a:lnTo>
                  <a:lnTo>
                    <a:pt x="1867" y="1537"/>
                  </a:lnTo>
                  <a:lnTo>
                    <a:pt x="2025" y="1792"/>
                  </a:lnTo>
                  <a:lnTo>
                    <a:pt x="2276" y="2060"/>
                  </a:lnTo>
                  <a:lnTo>
                    <a:pt x="2492" y="2196"/>
                  </a:lnTo>
                  <a:lnTo>
                    <a:pt x="2755" y="2314"/>
                  </a:lnTo>
                  <a:lnTo>
                    <a:pt x="3036" y="2442"/>
                  </a:lnTo>
                  <a:lnTo>
                    <a:pt x="3604" y="2688"/>
                  </a:lnTo>
                  <a:lnTo>
                    <a:pt x="3920" y="2797"/>
                  </a:lnTo>
                  <a:lnTo>
                    <a:pt x="4186" y="2864"/>
                  </a:lnTo>
                  <a:lnTo>
                    <a:pt x="4364" y="3100"/>
                  </a:lnTo>
                  <a:lnTo>
                    <a:pt x="4217" y="3448"/>
                  </a:lnTo>
                  <a:lnTo>
                    <a:pt x="4036" y="3836"/>
                  </a:lnTo>
                  <a:lnTo>
                    <a:pt x="3847" y="4132"/>
                  </a:lnTo>
                  <a:lnTo>
                    <a:pt x="3820" y="416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7134788" y="2497084"/>
              <a:ext cx="1196" cy="69"/>
            </a:xfrm>
            <a:custGeom>
              <a:avLst/>
              <a:pathLst>
                <a:path w="1196" h="69">
                  <a:moveTo>
                    <a:pt x="1196" y="0"/>
                  </a:moveTo>
                  <a:lnTo>
                    <a:pt x="776" y="69"/>
                  </a:lnTo>
                  <a:lnTo>
                    <a:pt x="529" y="63"/>
                  </a:lnTo>
                  <a:lnTo>
                    <a:pt x="120" y="42"/>
                  </a:lnTo>
                  <a:lnTo>
                    <a:pt x="0" y="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7131906" y="2491652"/>
              <a:ext cx="4923" cy="5503"/>
            </a:xfrm>
            <a:custGeom>
              <a:avLst/>
              <a:pathLst>
                <a:path w="4923" h="5503">
                  <a:moveTo>
                    <a:pt x="1651" y="5499"/>
                  </a:moveTo>
                  <a:lnTo>
                    <a:pt x="1396" y="5503"/>
                  </a:lnTo>
                  <a:lnTo>
                    <a:pt x="1068" y="5495"/>
                  </a:lnTo>
                  <a:lnTo>
                    <a:pt x="740" y="5466"/>
                  </a:lnTo>
                  <a:lnTo>
                    <a:pt x="401" y="5407"/>
                  </a:lnTo>
                  <a:lnTo>
                    <a:pt x="173" y="5070"/>
                  </a:lnTo>
                  <a:lnTo>
                    <a:pt x="65" y="4614"/>
                  </a:lnTo>
                  <a:lnTo>
                    <a:pt x="34" y="4312"/>
                  </a:lnTo>
                  <a:lnTo>
                    <a:pt x="11" y="4030"/>
                  </a:lnTo>
                  <a:lnTo>
                    <a:pt x="30" y="3648"/>
                  </a:lnTo>
                  <a:lnTo>
                    <a:pt x="22" y="3225"/>
                  </a:lnTo>
                  <a:lnTo>
                    <a:pt x="0" y="2872"/>
                  </a:lnTo>
                  <a:lnTo>
                    <a:pt x="7" y="2591"/>
                  </a:lnTo>
                  <a:lnTo>
                    <a:pt x="3" y="2259"/>
                  </a:lnTo>
                  <a:lnTo>
                    <a:pt x="69" y="1898"/>
                  </a:lnTo>
                  <a:lnTo>
                    <a:pt x="161" y="1388"/>
                  </a:lnTo>
                  <a:lnTo>
                    <a:pt x="227" y="907"/>
                  </a:lnTo>
                  <a:lnTo>
                    <a:pt x="269" y="505"/>
                  </a:lnTo>
                  <a:lnTo>
                    <a:pt x="412" y="238"/>
                  </a:lnTo>
                  <a:lnTo>
                    <a:pt x="729" y="55"/>
                  </a:lnTo>
                  <a:lnTo>
                    <a:pt x="1049" y="22"/>
                  </a:lnTo>
                  <a:lnTo>
                    <a:pt x="1331" y="0"/>
                  </a:lnTo>
                  <a:lnTo>
                    <a:pt x="1547" y="196"/>
                  </a:lnTo>
                  <a:lnTo>
                    <a:pt x="1778" y="463"/>
                  </a:lnTo>
                  <a:lnTo>
                    <a:pt x="1991" y="710"/>
                  </a:lnTo>
                  <a:lnTo>
                    <a:pt x="2241" y="1028"/>
                  </a:lnTo>
                  <a:lnTo>
                    <a:pt x="2373" y="1253"/>
                  </a:lnTo>
                  <a:lnTo>
                    <a:pt x="2469" y="1497"/>
                  </a:lnTo>
                  <a:lnTo>
                    <a:pt x="2600" y="1732"/>
                  </a:lnTo>
                  <a:lnTo>
                    <a:pt x="2866" y="2051"/>
                  </a:lnTo>
                  <a:lnTo>
                    <a:pt x="3252" y="2372"/>
                  </a:lnTo>
                  <a:lnTo>
                    <a:pt x="3607" y="2512"/>
                  </a:lnTo>
                  <a:lnTo>
                    <a:pt x="3951" y="2672"/>
                  </a:lnTo>
                  <a:lnTo>
                    <a:pt x="4194" y="2758"/>
                  </a:lnTo>
                  <a:lnTo>
                    <a:pt x="4449" y="2856"/>
                  </a:lnTo>
                  <a:lnTo>
                    <a:pt x="4738" y="2973"/>
                  </a:lnTo>
                  <a:lnTo>
                    <a:pt x="4923" y="313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7183943" y="2456914"/>
              <a:ext cx="413" cy="44684"/>
            </a:xfrm>
            <a:custGeom>
              <a:avLst/>
              <a:pathLst>
                <a:path w="413" h="44684">
                  <a:moveTo>
                    <a:pt x="251" y="44684"/>
                  </a:moveTo>
                  <a:lnTo>
                    <a:pt x="163" y="43893"/>
                  </a:lnTo>
                  <a:lnTo>
                    <a:pt x="251" y="42509"/>
                  </a:lnTo>
                  <a:lnTo>
                    <a:pt x="72" y="41106"/>
                  </a:lnTo>
                  <a:lnTo>
                    <a:pt x="151" y="39288"/>
                  </a:lnTo>
                  <a:lnTo>
                    <a:pt x="48" y="37345"/>
                  </a:lnTo>
                  <a:lnTo>
                    <a:pt x="47" y="35808"/>
                  </a:lnTo>
                  <a:lnTo>
                    <a:pt x="225" y="32902"/>
                  </a:lnTo>
                  <a:lnTo>
                    <a:pt x="246" y="30436"/>
                  </a:lnTo>
                  <a:lnTo>
                    <a:pt x="234" y="27767"/>
                  </a:lnTo>
                  <a:lnTo>
                    <a:pt x="1" y="25133"/>
                  </a:lnTo>
                  <a:lnTo>
                    <a:pt x="243" y="22593"/>
                  </a:lnTo>
                  <a:lnTo>
                    <a:pt x="287" y="20735"/>
                  </a:lnTo>
                  <a:lnTo>
                    <a:pt x="230" y="18429"/>
                  </a:lnTo>
                  <a:lnTo>
                    <a:pt x="118" y="15314"/>
                  </a:lnTo>
                  <a:lnTo>
                    <a:pt x="97" y="13051"/>
                  </a:lnTo>
                  <a:lnTo>
                    <a:pt x="0" y="10906"/>
                  </a:lnTo>
                  <a:lnTo>
                    <a:pt x="355" y="6714"/>
                  </a:lnTo>
                  <a:lnTo>
                    <a:pt x="413" y="4170"/>
                  </a:lnTo>
                  <a:lnTo>
                    <a:pt x="33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7003429" y="2656632"/>
              <a:ext cx="630" cy="513"/>
            </a:xfrm>
            <a:custGeom>
              <a:avLst/>
              <a:pathLst>
                <a:path w="630" h="513">
                  <a:moveTo>
                    <a:pt x="35" y="411"/>
                  </a:moveTo>
                  <a:lnTo>
                    <a:pt x="233" y="492"/>
                  </a:lnTo>
                  <a:lnTo>
                    <a:pt x="448" y="513"/>
                  </a:lnTo>
                  <a:lnTo>
                    <a:pt x="566" y="433"/>
                  </a:lnTo>
                  <a:lnTo>
                    <a:pt x="630" y="242"/>
                  </a:lnTo>
                  <a:lnTo>
                    <a:pt x="513" y="101"/>
                  </a:lnTo>
                  <a:lnTo>
                    <a:pt x="315" y="0"/>
                  </a:lnTo>
                  <a:lnTo>
                    <a:pt x="73" y="99"/>
                  </a:lnTo>
                  <a:lnTo>
                    <a:pt x="0" y="32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7002411" y="2657264"/>
              <a:ext cx="187" cy="174"/>
            </a:xfrm>
            <a:custGeom>
              <a:avLst/>
              <a:pathLst>
                <a:path w="187" h="174">
                  <a:moveTo>
                    <a:pt x="0" y="131"/>
                  </a:moveTo>
                  <a:lnTo>
                    <a:pt x="36" y="11"/>
                  </a:lnTo>
                  <a:lnTo>
                    <a:pt x="128" y="0"/>
                  </a:lnTo>
                  <a:lnTo>
                    <a:pt x="187" y="64"/>
                  </a:lnTo>
                  <a:lnTo>
                    <a:pt x="121" y="159"/>
                  </a:lnTo>
                  <a:lnTo>
                    <a:pt x="54" y="174"/>
                  </a:lnTo>
                  <a:lnTo>
                    <a:pt x="0" y="13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7002131" y="2657021"/>
              <a:ext cx="874" cy="611"/>
            </a:xfrm>
            <a:custGeom>
              <a:avLst/>
              <a:pathLst>
                <a:path w="874" h="611">
                  <a:moveTo>
                    <a:pt x="0" y="611"/>
                  </a:moveTo>
                  <a:lnTo>
                    <a:pt x="233" y="582"/>
                  </a:lnTo>
                  <a:lnTo>
                    <a:pt x="549" y="502"/>
                  </a:lnTo>
                  <a:lnTo>
                    <a:pt x="711" y="332"/>
                  </a:lnTo>
                  <a:lnTo>
                    <a:pt x="874" y="182"/>
                  </a:lnTo>
                  <a:lnTo>
                    <a:pt x="847" y="30"/>
                  </a:lnTo>
                  <a:lnTo>
                    <a:pt x="650" y="0"/>
                  </a:lnTo>
                  <a:lnTo>
                    <a:pt x="370" y="79"/>
                  </a:lnTo>
                  <a:lnTo>
                    <a:pt x="199" y="98"/>
                  </a:lnTo>
                  <a:lnTo>
                    <a:pt x="1" y="339"/>
                  </a:lnTo>
                  <a:lnTo>
                    <a:pt x="0" y="54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7001531" y="2658255"/>
              <a:ext cx="196" cy="236"/>
            </a:xfrm>
            <a:custGeom>
              <a:avLst/>
              <a:pathLst>
                <a:path w="196" h="236">
                  <a:moveTo>
                    <a:pt x="136" y="0"/>
                  </a:moveTo>
                  <a:lnTo>
                    <a:pt x="41" y="40"/>
                  </a:lnTo>
                  <a:lnTo>
                    <a:pt x="0" y="145"/>
                  </a:lnTo>
                  <a:lnTo>
                    <a:pt x="37" y="236"/>
                  </a:lnTo>
                  <a:lnTo>
                    <a:pt x="109" y="230"/>
                  </a:lnTo>
                  <a:lnTo>
                    <a:pt x="196" y="130"/>
                  </a:lnTo>
                  <a:lnTo>
                    <a:pt x="13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7001355" y="2657913"/>
              <a:ext cx="494" cy="733"/>
            </a:xfrm>
            <a:custGeom>
              <a:avLst/>
              <a:pathLst>
                <a:path w="494" h="733">
                  <a:moveTo>
                    <a:pt x="276" y="43"/>
                  </a:moveTo>
                  <a:lnTo>
                    <a:pt x="95" y="193"/>
                  </a:lnTo>
                  <a:lnTo>
                    <a:pt x="36" y="300"/>
                  </a:lnTo>
                  <a:lnTo>
                    <a:pt x="0" y="541"/>
                  </a:lnTo>
                  <a:lnTo>
                    <a:pt x="134" y="733"/>
                  </a:lnTo>
                  <a:lnTo>
                    <a:pt x="304" y="724"/>
                  </a:lnTo>
                  <a:lnTo>
                    <a:pt x="431" y="634"/>
                  </a:lnTo>
                  <a:lnTo>
                    <a:pt x="494" y="493"/>
                  </a:lnTo>
                  <a:lnTo>
                    <a:pt x="486" y="322"/>
                  </a:lnTo>
                  <a:lnTo>
                    <a:pt x="478" y="151"/>
                  </a:lnTo>
                  <a:lnTo>
                    <a:pt x="388" y="0"/>
                  </a:lnTo>
                  <a:lnTo>
                    <a:pt x="361" y="4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7000026" y="2659789"/>
              <a:ext cx="459" cy="874"/>
            </a:xfrm>
            <a:custGeom>
              <a:avLst/>
              <a:pathLst>
                <a:path w="459" h="874">
                  <a:moveTo>
                    <a:pt x="458" y="664"/>
                  </a:moveTo>
                  <a:lnTo>
                    <a:pt x="458" y="543"/>
                  </a:lnTo>
                  <a:lnTo>
                    <a:pt x="459" y="312"/>
                  </a:lnTo>
                  <a:lnTo>
                    <a:pt x="451" y="171"/>
                  </a:lnTo>
                  <a:lnTo>
                    <a:pt x="343" y="0"/>
                  </a:lnTo>
                  <a:lnTo>
                    <a:pt x="172" y="9"/>
                  </a:lnTo>
                  <a:lnTo>
                    <a:pt x="55" y="119"/>
                  </a:lnTo>
                  <a:lnTo>
                    <a:pt x="10" y="270"/>
                  </a:lnTo>
                  <a:lnTo>
                    <a:pt x="0" y="381"/>
                  </a:lnTo>
                  <a:lnTo>
                    <a:pt x="0" y="622"/>
                  </a:lnTo>
                  <a:lnTo>
                    <a:pt x="17" y="723"/>
                  </a:lnTo>
                  <a:lnTo>
                    <a:pt x="169" y="874"/>
                  </a:lnTo>
                  <a:lnTo>
                    <a:pt x="169" y="86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6837148" y="2622868"/>
              <a:ext cx="10015" cy="43322"/>
            </a:xfrm>
            <a:custGeom>
              <a:avLst/>
              <a:pathLst>
                <a:path w="10015" h="43322">
                  <a:moveTo>
                    <a:pt x="9949" y="0"/>
                  </a:moveTo>
                  <a:lnTo>
                    <a:pt x="9888" y="2106"/>
                  </a:lnTo>
                  <a:lnTo>
                    <a:pt x="9970" y="3847"/>
                  </a:lnTo>
                  <a:lnTo>
                    <a:pt x="10015" y="5459"/>
                  </a:lnTo>
                  <a:lnTo>
                    <a:pt x="9928" y="7634"/>
                  </a:lnTo>
                  <a:lnTo>
                    <a:pt x="9928" y="10106"/>
                  </a:lnTo>
                  <a:lnTo>
                    <a:pt x="9666" y="12083"/>
                  </a:lnTo>
                  <a:lnTo>
                    <a:pt x="9579" y="13862"/>
                  </a:lnTo>
                  <a:lnTo>
                    <a:pt x="9318" y="16136"/>
                  </a:lnTo>
                  <a:lnTo>
                    <a:pt x="9057" y="18311"/>
                  </a:lnTo>
                  <a:lnTo>
                    <a:pt x="8534" y="21178"/>
                  </a:lnTo>
                  <a:lnTo>
                    <a:pt x="8012" y="24045"/>
                  </a:lnTo>
                  <a:lnTo>
                    <a:pt x="7402" y="26319"/>
                  </a:lnTo>
                  <a:lnTo>
                    <a:pt x="6967" y="28197"/>
                  </a:lnTo>
                  <a:lnTo>
                    <a:pt x="6270" y="30075"/>
                  </a:lnTo>
                  <a:lnTo>
                    <a:pt x="5747" y="31756"/>
                  </a:lnTo>
                  <a:lnTo>
                    <a:pt x="5225" y="32646"/>
                  </a:lnTo>
                  <a:lnTo>
                    <a:pt x="4615" y="34326"/>
                  </a:lnTo>
                  <a:lnTo>
                    <a:pt x="4093" y="35512"/>
                  </a:lnTo>
                  <a:lnTo>
                    <a:pt x="3483" y="36699"/>
                  </a:lnTo>
                  <a:lnTo>
                    <a:pt x="2786" y="37885"/>
                  </a:lnTo>
                  <a:lnTo>
                    <a:pt x="2177" y="39269"/>
                  </a:lnTo>
                  <a:lnTo>
                    <a:pt x="1306" y="40851"/>
                  </a:lnTo>
                  <a:lnTo>
                    <a:pt x="784" y="41938"/>
                  </a:lnTo>
                  <a:lnTo>
                    <a:pt x="348" y="42630"/>
                  </a:lnTo>
                  <a:lnTo>
                    <a:pt x="0" y="4332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7019286" y="2670690"/>
              <a:ext cx="1105" cy="595"/>
            </a:xfrm>
            <a:custGeom>
              <a:avLst/>
              <a:pathLst>
                <a:path w="1105" h="595">
                  <a:moveTo>
                    <a:pt x="313" y="531"/>
                  </a:moveTo>
                  <a:lnTo>
                    <a:pt x="448" y="521"/>
                  </a:lnTo>
                  <a:lnTo>
                    <a:pt x="655" y="532"/>
                  </a:lnTo>
                  <a:lnTo>
                    <a:pt x="888" y="554"/>
                  </a:lnTo>
                  <a:lnTo>
                    <a:pt x="1077" y="595"/>
                  </a:lnTo>
                  <a:lnTo>
                    <a:pt x="1105" y="434"/>
                  </a:lnTo>
                  <a:lnTo>
                    <a:pt x="1088" y="253"/>
                  </a:lnTo>
                  <a:lnTo>
                    <a:pt x="747" y="0"/>
                  </a:lnTo>
                  <a:lnTo>
                    <a:pt x="271" y="87"/>
                  </a:lnTo>
                  <a:lnTo>
                    <a:pt x="0" y="418"/>
                  </a:lnTo>
                  <a:lnTo>
                    <a:pt x="152" y="57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7099792" y="2671065"/>
              <a:ext cx="2001" cy="2562"/>
            </a:xfrm>
            <a:custGeom>
              <a:avLst/>
              <a:pathLst>
                <a:path w="2001" h="2562">
                  <a:moveTo>
                    <a:pt x="0" y="0"/>
                  </a:moveTo>
                  <a:lnTo>
                    <a:pt x="359" y="58"/>
                  </a:lnTo>
                  <a:lnTo>
                    <a:pt x="1077" y="291"/>
                  </a:lnTo>
                  <a:lnTo>
                    <a:pt x="1590" y="698"/>
                  </a:lnTo>
                  <a:lnTo>
                    <a:pt x="1949" y="1281"/>
                  </a:lnTo>
                  <a:lnTo>
                    <a:pt x="2001" y="1980"/>
                  </a:lnTo>
                  <a:lnTo>
                    <a:pt x="1795" y="256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7099176" y="2672288"/>
              <a:ext cx="1744" cy="1397"/>
            </a:xfrm>
            <a:custGeom>
              <a:avLst/>
              <a:pathLst>
                <a:path w="1744" h="1397">
                  <a:moveTo>
                    <a:pt x="1744" y="1397"/>
                  </a:moveTo>
                  <a:lnTo>
                    <a:pt x="1282" y="1339"/>
                  </a:lnTo>
                  <a:lnTo>
                    <a:pt x="513" y="873"/>
                  </a:lnTo>
                  <a:lnTo>
                    <a:pt x="51" y="407"/>
                  </a:lnTo>
                  <a:lnTo>
                    <a:pt x="0" y="58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7028320" y="2673695"/>
              <a:ext cx="304" cy="343"/>
            </a:xfrm>
            <a:custGeom>
              <a:avLst/>
              <a:pathLst>
                <a:path w="304" h="343">
                  <a:moveTo>
                    <a:pt x="185" y="343"/>
                  </a:moveTo>
                  <a:lnTo>
                    <a:pt x="262" y="256"/>
                  </a:lnTo>
                  <a:lnTo>
                    <a:pt x="304" y="29"/>
                  </a:lnTo>
                  <a:lnTo>
                    <a:pt x="158" y="0"/>
                  </a:lnTo>
                  <a:lnTo>
                    <a:pt x="0" y="34"/>
                  </a:lnTo>
                  <a:lnTo>
                    <a:pt x="84" y="254"/>
                  </a:lnTo>
                  <a:lnTo>
                    <a:pt x="185" y="34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7002984" y="2673741"/>
              <a:ext cx="485" cy="825"/>
            </a:xfrm>
            <a:custGeom>
              <a:avLst/>
              <a:pathLst>
                <a:path w="485" h="825">
                  <a:moveTo>
                    <a:pt x="214" y="825"/>
                  </a:moveTo>
                  <a:lnTo>
                    <a:pt x="358" y="684"/>
                  </a:lnTo>
                  <a:lnTo>
                    <a:pt x="485" y="494"/>
                  </a:lnTo>
                  <a:lnTo>
                    <a:pt x="485" y="353"/>
                  </a:lnTo>
                  <a:lnTo>
                    <a:pt x="468" y="232"/>
                  </a:lnTo>
                  <a:lnTo>
                    <a:pt x="405" y="71"/>
                  </a:lnTo>
                  <a:lnTo>
                    <a:pt x="244" y="0"/>
                  </a:lnTo>
                  <a:lnTo>
                    <a:pt x="28" y="119"/>
                  </a:lnTo>
                  <a:lnTo>
                    <a:pt x="0" y="462"/>
                  </a:lnTo>
                  <a:lnTo>
                    <a:pt x="26" y="582"/>
                  </a:lnTo>
                  <a:lnTo>
                    <a:pt x="52" y="703"/>
                  </a:lnTo>
                  <a:lnTo>
                    <a:pt x="133" y="804"/>
                  </a:lnTo>
                  <a:lnTo>
                    <a:pt x="142" y="80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6998987" y="2674359"/>
              <a:ext cx="142" cy="292"/>
            </a:xfrm>
            <a:custGeom>
              <a:avLst/>
              <a:pathLst>
                <a:path w="142" h="292">
                  <a:moveTo>
                    <a:pt x="142" y="292"/>
                  </a:moveTo>
                  <a:lnTo>
                    <a:pt x="125" y="91"/>
                  </a:lnTo>
                  <a:lnTo>
                    <a:pt x="8" y="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7027939" y="2673467"/>
              <a:ext cx="784" cy="1209"/>
            </a:xfrm>
            <a:custGeom>
              <a:avLst/>
              <a:pathLst>
                <a:path w="784" h="1209">
                  <a:moveTo>
                    <a:pt x="784" y="52"/>
                  </a:moveTo>
                  <a:lnTo>
                    <a:pt x="524" y="31"/>
                  </a:lnTo>
                  <a:lnTo>
                    <a:pt x="371" y="0"/>
                  </a:lnTo>
                  <a:lnTo>
                    <a:pt x="155" y="79"/>
                  </a:lnTo>
                  <a:lnTo>
                    <a:pt x="20" y="239"/>
                  </a:lnTo>
                  <a:lnTo>
                    <a:pt x="0" y="591"/>
                  </a:lnTo>
                  <a:lnTo>
                    <a:pt x="61" y="763"/>
                  </a:lnTo>
                  <a:lnTo>
                    <a:pt x="132" y="985"/>
                  </a:lnTo>
                  <a:lnTo>
                    <a:pt x="221" y="1116"/>
                  </a:lnTo>
                  <a:lnTo>
                    <a:pt x="562" y="1209"/>
                  </a:lnTo>
                  <a:lnTo>
                    <a:pt x="571" y="120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7028753" y="2673632"/>
              <a:ext cx="327" cy="1045"/>
            </a:xfrm>
            <a:custGeom>
              <a:avLst/>
              <a:pathLst>
                <a:path w="327" h="1045">
                  <a:moveTo>
                    <a:pt x="0" y="1045"/>
                  </a:moveTo>
                  <a:lnTo>
                    <a:pt x="189" y="835"/>
                  </a:lnTo>
                  <a:lnTo>
                    <a:pt x="263" y="573"/>
                  </a:lnTo>
                  <a:lnTo>
                    <a:pt x="309" y="382"/>
                  </a:lnTo>
                  <a:lnTo>
                    <a:pt x="327" y="201"/>
                  </a:lnTo>
                  <a:lnTo>
                    <a:pt x="248" y="0"/>
                  </a:lnTo>
                  <a:lnTo>
                    <a:pt x="247" y="1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6998762" y="2674398"/>
              <a:ext cx="187" cy="363"/>
            </a:xfrm>
            <a:custGeom>
              <a:avLst/>
              <a:pathLst>
                <a:path w="187" h="363">
                  <a:moveTo>
                    <a:pt x="0" y="0"/>
                  </a:moveTo>
                  <a:lnTo>
                    <a:pt x="35" y="181"/>
                  </a:lnTo>
                  <a:lnTo>
                    <a:pt x="106" y="332"/>
                  </a:lnTo>
                  <a:lnTo>
                    <a:pt x="178" y="362"/>
                  </a:lnTo>
                  <a:lnTo>
                    <a:pt x="187" y="36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6997700" y="2674908"/>
              <a:ext cx="332" cy="81"/>
            </a:xfrm>
            <a:custGeom>
              <a:avLst/>
              <a:pathLst>
                <a:path w="332" h="81">
                  <a:moveTo>
                    <a:pt x="332" y="81"/>
                  </a:moveTo>
                  <a:lnTo>
                    <a:pt x="278" y="20"/>
                  </a:lnTo>
                  <a:lnTo>
                    <a:pt x="152" y="0"/>
                  </a:lnTo>
                  <a:lnTo>
                    <a:pt x="27" y="9"/>
                  </a:lnTo>
                  <a:lnTo>
                    <a:pt x="0" y="2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6997305" y="2675018"/>
              <a:ext cx="206" cy="39"/>
            </a:xfrm>
            <a:custGeom>
              <a:avLst/>
              <a:pathLst>
                <a:path w="206" h="39">
                  <a:moveTo>
                    <a:pt x="206" y="0"/>
                  </a:moveTo>
                  <a:lnTo>
                    <a:pt x="0" y="39"/>
                  </a:lnTo>
                  <a:lnTo>
                    <a:pt x="8" y="2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6997636" y="2675100"/>
              <a:ext cx="306" cy="130"/>
            </a:xfrm>
            <a:custGeom>
              <a:avLst/>
              <a:pathLst>
                <a:path w="306" h="130">
                  <a:moveTo>
                    <a:pt x="0" y="119"/>
                  </a:moveTo>
                  <a:lnTo>
                    <a:pt x="134" y="130"/>
                  </a:lnTo>
                  <a:lnTo>
                    <a:pt x="296" y="0"/>
                  </a:lnTo>
                  <a:lnTo>
                    <a:pt x="30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6997142" y="2675189"/>
              <a:ext cx="377" cy="79"/>
            </a:xfrm>
            <a:custGeom>
              <a:avLst/>
              <a:pathLst>
                <a:path w="377" h="79">
                  <a:moveTo>
                    <a:pt x="0" y="59"/>
                  </a:moveTo>
                  <a:lnTo>
                    <a:pt x="125" y="79"/>
                  </a:lnTo>
                  <a:lnTo>
                    <a:pt x="296" y="39"/>
                  </a:lnTo>
                  <a:lnTo>
                    <a:pt x="368" y="20"/>
                  </a:lnTo>
                  <a:lnTo>
                    <a:pt x="37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6999832" y="2675232"/>
              <a:ext cx="189" cy="200"/>
            </a:xfrm>
            <a:custGeom>
              <a:avLst/>
              <a:pathLst>
                <a:path w="189" h="200">
                  <a:moveTo>
                    <a:pt x="115" y="0"/>
                  </a:moveTo>
                  <a:lnTo>
                    <a:pt x="189" y="110"/>
                  </a:lnTo>
                  <a:lnTo>
                    <a:pt x="162" y="162"/>
                  </a:lnTo>
                  <a:lnTo>
                    <a:pt x="78" y="200"/>
                  </a:lnTo>
                  <a:lnTo>
                    <a:pt x="0" y="196"/>
                  </a:lnTo>
                  <a:lnTo>
                    <a:pt x="17" y="70"/>
                  </a:lnTo>
                  <a:lnTo>
                    <a:pt x="11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7001004" y="2674811"/>
              <a:ext cx="823" cy="645"/>
            </a:xfrm>
            <a:custGeom>
              <a:avLst/>
              <a:pathLst>
                <a:path w="823" h="645">
                  <a:moveTo>
                    <a:pt x="823" y="522"/>
                  </a:moveTo>
                  <a:lnTo>
                    <a:pt x="778" y="461"/>
                  </a:lnTo>
                  <a:lnTo>
                    <a:pt x="647" y="463"/>
                  </a:lnTo>
                  <a:lnTo>
                    <a:pt x="548" y="382"/>
                  </a:lnTo>
                  <a:lnTo>
                    <a:pt x="512" y="241"/>
                  </a:lnTo>
                  <a:lnTo>
                    <a:pt x="585" y="131"/>
                  </a:lnTo>
                  <a:lnTo>
                    <a:pt x="451" y="0"/>
                  </a:lnTo>
                  <a:lnTo>
                    <a:pt x="163" y="49"/>
                  </a:lnTo>
                  <a:lnTo>
                    <a:pt x="55" y="199"/>
                  </a:lnTo>
                  <a:lnTo>
                    <a:pt x="23" y="304"/>
                  </a:lnTo>
                  <a:lnTo>
                    <a:pt x="0" y="471"/>
                  </a:lnTo>
                  <a:lnTo>
                    <a:pt x="251" y="532"/>
                  </a:lnTo>
                  <a:lnTo>
                    <a:pt x="358" y="573"/>
                  </a:lnTo>
                  <a:lnTo>
                    <a:pt x="457" y="644"/>
                  </a:lnTo>
                  <a:lnTo>
                    <a:pt x="592" y="644"/>
                  </a:lnTo>
                  <a:lnTo>
                    <a:pt x="655" y="645"/>
                  </a:lnTo>
                  <a:lnTo>
                    <a:pt x="710" y="612"/>
                  </a:lnTo>
                  <a:lnTo>
                    <a:pt x="763" y="61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7000008" y="2675087"/>
              <a:ext cx="304" cy="403"/>
            </a:xfrm>
            <a:custGeom>
              <a:avLst/>
              <a:pathLst>
                <a:path w="304" h="403">
                  <a:moveTo>
                    <a:pt x="115" y="403"/>
                  </a:moveTo>
                  <a:lnTo>
                    <a:pt x="268" y="303"/>
                  </a:lnTo>
                  <a:lnTo>
                    <a:pt x="304" y="182"/>
                  </a:lnTo>
                  <a:lnTo>
                    <a:pt x="233" y="81"/>
                  </a:lnTo>
                  <a:lnTo>
                    <a:pt x="134" y="3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6999684" y="2675257"/>
              <a:ext cx="115" cy="402"/>
            </a:xfrm>
            <a:custGeom>
              <a:avLst/>
              <a:pathLst>
                <a:path w="115" h="402">
                  <a:moveTo>
                    <a:pt x="54" y="0"/>
                  </a:moveTo>
                  <a:lnTo>
                    <a:pt x="0" y="150"/>
                  </a:lnTo>
                  <a:lnTo>
                    <a:pt x="17" y="382"/>
                  </a:lnTo>
                  <a:lnTo>
                    <a:pt x="115" y="40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6996036" y="2675517"/>
              <a:ext cx="404" cy="673"/>
            </a:xfrm>
            <a:custGeom>
              <a:avLst/>
              <a:pathLst>
                <a:path w="404" h="673">
                  <a:moveTo>
                    <a:pt x="155" y="81"/>
                  </a:moveTo>
                  <a:lnTo>
                    <a:pt x="36" y="200"/>
                  </a:lnTo>
                  <a:lnTo>
                    <a:pt x="0" y="331"/>
                  </a:lnTo>
                  <a:lnTo>
                    <a:pt x="25" y="532"/>
                  </a:lnTo>
                  <a:lnTo>
                    <a:pt x="97" y="673"/>
                  </a:lnTo>
                  <a:lnTo>
                    <a:pt x="259" y="624"/>
                  </a:lnTo>
                  <a:lnTo>
                    <a:pt x="376" y="493"/>
                  </a:lnTo>
                  <a:lnTo>
                    <a:pt x="394" y="362"/>
                  </a:lnTo>
                  <a:lnTo>
                    <a:pt x="404" y="211"/>
                  </a:lnTo>
                  <a:lnTo>
                    <a:pt x="368" y="111"/>
                  </a:lnTo>
                  <a:lnTo>
                    <a:pt x="261" y="17"/>
                  </a:lnTo>
                  <a:lnTo>
                    <a:pt x="23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6993342" y="2681074"/>
              <a:ext cx="205" cy="222"/>
            </a:xfrm>
            <a:custGeom>
              <a:avLst/>
              <a:pathLst>
                <a:path w="205" h="222">
                  <a:moveTo>
                    <a:pt x="0" y="0"/>
                  </a:moveTo>
                  <a:lnTo>
                    <a:pt x="98" y="90"/>
                  </a:lnTo>
                  <a:lnTo>
                    <a:pt x="178" y="181"/>
                  </a:lnTo>
                  <a:lnTo>
                    <a:pt x="205" y="22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7164111" y="2634295"/>
              <a:ext cx="16961" cy="47008"/>
            </a:xfrm>
            <a:custGeom>
              <a:avLst/>
              <a:pathLst>
                <a:path w="16961" h="47008">
                  <a:moveTo>
                    <a:pt x="0" y="47008"/>
                  </a:moveTo>
                  <a:lnTo>
                    <a:pt x="1045" y="44932"/>
                  </a:lnTo>
                  <a:lnTo>
                    <a:pt x="1915" y="43350"/>
                  </a:lnTo>
                  <a:lnTo>
                    <a:pt x="2699" y="41571"/>
                  </a:lnTo>
                  <a:lnTo>
                    <a:pt x="3483" y="40187"/>
                  </a:lnTo>
                  <a:lnTo>
                    <a:pt x="4093" y="38506"/>
                  </a:lnTo>
                  <a:lnTo>
                    <a:pt x="4877" y="36825"/>
                  </a:lnTo>
                  <a:lnTo>
                    <a:pt x="5747" y="34848"/>
                  </a:lnTo>
                  <a:lnTo>
                    <a:pt x="6705" y="32476"/>
                  </a:lnTo>
                  <a:lnTo>
                    <a:pt x="7402" y="30696"/>
                  </a:lnTo>
                  <a:lnTo>
                    <a:pt x="8099" y="29114"/>
                  </a:lnTo>
                  <a:lnTo>
                    <a:pt x="9057" y="26841"/>
                  </a:lnTo>
                  <a:lnTo>
                    <a:pt x="9840" y="24764"/>
                  </a:lnTo>
                  <a:lnTo>
                    <a:pt x="10450" y="22886"/>
                  </a:lnTo>
                  <a:lnTo>
                    <a:pt x="11234" y="20316"/>
                  </a:lnTo>
                  <a:lnTo>
                    <a:pt x="11843" y="18734"/>
                  </a:lnTo>
                  <a:lnTo>
                    <a:pt x="12540" y="16559"/>
                  </a:lnTo>
                  <a:lnTo>
                    <a:pt x="13236" y="14483"/>
                  </a:lnTo>
                  <a:lnTo>
                    <a:pt x="13846" y="12407"/>
                  </a:lnTo>
                  <a:lnTo>
                    <a:pt x="14456" y="10232"/>
                  </a:lnTo>
                  <a:lnTo>
                    <a:pt x="14804" y="9244"/>
                  </a:lnTo>
                  <a:lnTo>
                    <a:pt x="15065" y="7860"/>
                  </a:lnTo>
                  <a:lnTo>
                    <a:pt x="15762" y="5487"/>
                  </a:lnTo>
                  <a:lnTo>
                    <a:pt x="16110" y="3707"/>
                  </a:lnTo>
                  <a:lnTo>
                    <a:pt x="16546" y="1829"/>
                  </a:lnTo>
                  <a:lnTo>
                    <a:pt x="1696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6993448" y="2681487"/>
              <a:ext cx="63" cy="342"/>
            </a:xfrm>
            <a:custGeom>
              <a:avLst/>
              <a:pathLst>
                <a:path w="63" h="342">
                  <a:moveTo>
                    <a:pt x="63" y="0"/>
                  </a:moveTo>
                  <a:lnTo>
                    <a:pt x="36" y="120"/>
                  </a:lnTo>
                  <a:lnTo>
                    <a:pt x="18" y="261"/>
                  </a:lnTo>
                  <a:lnTo>
                    <a:pt x="0" y="34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6993060" y="2682101"/>
              <a:ext cx="386" cy="69"/>
            </a:xfrm>
            <a:custGeom>
              <a:avLst/>
              <a:pathLst>
                <a:path w="386" h="69">
                  <a:moveTo>
                    <a:pt x="386" y="0"/>
                  </a:moveTo>
                  <a:lnTo>
                    <a:pt x="269" y="19"/>
                  </a:lnTo>
                  <a:lnTo>
                    <a:pt x="143" y="39"/>
                  </a:lnTo>
                  <a:lnTo>
                    <a:pt x="0" y="6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6992550" y="2681033"/>
              <a:ext cx="613" cy="1146"/>
            </a:xfrm>
            <a:custGeom>
              <a:avLst/>
              <a:pathLst>
                <a:path w="613" h="1146">
                  <a:moveTo>
                    <a:pt x="250" y="1146"/>
                  </a:moveTo>
                  <a:lnTo>
                    <a:pt x="88" y="1065"/>
                  </a:lnTo>
                  <a:lnTo>
                    <a:pt x="0" y="934"/>
                  </a:lnTo>
                  <a:lnTo>
                    <a:pt x="90" y="743"/>
                  </a:lnTo>
                  <a:lnTo>
                    <a:pt x="108" y="572"/>
                  </a:lnTo>
                  <a:lnTo>
                    <a:pt x="225" y="431"/>
                  </a:lnTo>
                  <a:lnTo>
                    <a:pt x="325" y="280"/>
                  </a:lnTo>
                  <a:lnTo>
                    <a:pt x="388" y="110"/>
                  </a:lnTo>
                  <a:lnTo>
                    <a:pt x="451" y="59"/>
                  </a:lnTo>
                  <a:lnTo>
                    <a:pt x="514" y="39"/>
                  </a:lnTo>
                  <a:lnTo>
                    <a:pt x="61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6993707" y="2681719"/>
              <a:ext cx="54" cy="523"/>
            </a:xfrm>
            <a:custGeom>
              <a:avLst/>
              <a:pathLst>
                <a:path w="54" h="523">
                  <a:moveTo>
                    <a:pt x="0" y="523"/>
                  </a:moveTo>
                  <a:lnTo>
                    <a:pt x="36" y="392"/>
                  </a:lnTo>
                  <a:lnTo>
                    <a:pt x="54" y="322"/>
                  </a:lnTo>
                  <a:lnTo>
                    <a:pt x="37" y="130"/>
                  </a:lnTo>
                  <a:lnTo>
                    <a:pt x="37" y="10"/>
                  </a:lnTo>
                  <a:lnTo>
                    <a:pt x="2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7024561" y="2681129"/>
              <a:ext cx="921" cy="1364"/>
            </a:xfrm>
            <a:custGeom>
              <a:avLst/>
              <a:pathLst>
                <a:path w="921" h="1364">
                  <a:moveTo>
                    <a:pt x="737" y="1126"/>
                  </a:moveTo>
                  <a:lnTo>
                    <a:pt x="819" y="946"/>
                  </a:lnTo>
                  <a:lnTo>
                    <a:pt x="820" y="704"/>
                  </a:lnTo>
                  <a:lnTo>
                    <a:pt x="857" y="614"/>
                  </a:lnTo>
                  <a:lnTo>
                    <a:pt x="921" y="322"/>
                  </a:lnTo>
                  <a:lnTo>
                    <a:pt x="824" y="0"/>
                  </a:lnTo>
                  <a:lnTo>
                    <a:pt x="527" y="28"/>
                  </a:lnTo>
                  <a:lnTo>
                    <a:pt x="391" y="299"/>
                  </a:lnTo>
                  <a:lnTo>
                    <a:pt x="235" y="922"/>
                  </a:lnTo>
                  <a:lnTo>
                    <a:pt x="0" y="1364"/>
                  </a:lnTo>
                  <a:lnTo>
                    <a:pt x="0" y="135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6993060" y="2682423"/>
              <a:ext cx="431" cy="89"/>
            </a:xfrm>
            <a:custGeom>
              <a:avLst/>
              <a:pathLst>
                <a:path w="431" h="89">
                  <a:moveTo>
                    <a:pt x="0" y="38"/>
                  </a:moveTo>
                  <a:lnTo>
                    <a:pt x="71" y="89"/>
                  </a:lnTo>
                  <a:lnTo>
                    <a:pt x="287" y="39"/>
                  </a:lnTo>
                  <a:lnTo>
                    <a:pt x="431" y="10"/>
                  </a:lnTo>
                  <a:lnTo>
                    <a:pt x="43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6991875" y="2680570"/>
              <a:ext cx="1995" cy="1971"/>
            </a:xfrm>
            <a:custGeom>
              <a:avLst/>
              <a:pathLst>
                <a:path w="1995" h="1971">
                  <a:moveTo>
                    <a:pt x="1986" y="938"/>
                  </a:moveTo>
                  <a:lnTo>
                    <a:pt x="1995" y="787"/>
                  </a:lnTo>
                  <a:lnTo>
                    <a:pt x="1888" y="555"/>
                  </a:lnTo>
                  <a:lnTo>
                    <a:pt x="1718" y="343"/>
                  </a:lnTo>
                  <a:lnTo>
                    <a:pt x="1477" y="111"/>
                  </a:lnTo>
                  <a:lnTo>
                    <a:pt x="1225" y="0"/>
                  </a:lnTo>
                  <a:lnTo>
                    <a:pt x="946" y="220"/>
                  </a:lnTo>
                  <a:lnTo>
                    <a:pt x="838" y="391"/>
                  </a:lnTo>
                  <a:lnTo>
                    <a:pt x="622" y="602"/>
                  </a:lnTo>
                  <a:lnTo>
                    <a:pt x="288" y="1034"/>
                  </a:lnTo>
                  <a:lnTo>
                    <a:pt x="162" y="1255"/>
                  </a:lnTo>
                  <a:lnTo>
                    <a:pt x="0" y="1596"/>
                  </a:lnTo>
                  <a:lnTo>
                    <a:pt x="124" y="1788"/>
                  </a:lnTo>
                  <a:lnTo>
                    <a:pt x="286" y="1889"/>
                  </a:lnTo>
                  <a:lnTo>
                    <a:pt x="447" y="1950"/>
                  </a:lnTo>
                  <a:lnTo>
                    <a:pt x="708" y="1971"/>
                  </a:lnTo>
                  <a:lnTo>
                    <a:pt x="797" y="1941"/>
                  </a:lnTo>
                  <a:lnTo>
                    <a:pt x="932" y="1911"/>
                  </a:lnTo>
                  <a:lnTo>
                    <a:pt x="932" y="190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7025089" y="2682507"/>
              <a:ext cx="127" cy="402"/>
            </a:xfrm>
            <a:custGeom>
              <a:avLst/>
              <a:pathLst>
                <a:path w="127" h="402">
                  <a:moveTo>
                    <a:pt x="0" y="402"/>
                  </a:moveTo>
                  <a:lnTo>
                    <a:pt x="27" y="251"/>
                  </a:lnTo>
                  <a:lnTo>
                    <a:pt x="109" y="151"/>
                  </a:lnTo>
                  <a:lnTo>
                    <a:pt x="127" y="90"/>
                  </a:lnTo>
                  <a:lnTo>
                    <a:pt x="100" y="10"/>
                  </a:lnTo>
                  <a:lnTo>
                    <a:pt x="10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7024289" y="2682664"/>
              <a:ext cx="609" cy="655"/>
            </a:xfrm>
            <a:custGeom>
              <a:avLst/>
              <a:pathLst>
                <a:path w="609" h="655">
                  <a:moveTo>
                    <a:pt x="91" y="0"/>
                  </a:moveTo>
                  <a:lnTo>
                    <a:pt x="0" y="190"/>
                  </a:lnTo>
                  <a:lnTo>
                    <a:pt x="0" y="341"/>
                  </a:lnTo>
                  <a:lnTo>
                    <a:pt x="26" y="442"/>
                  </a:lnTo>
                  <a:lnTo>
                    <a:pt x="160" y="604"/>
                  </a:lnTo>
                  <a:lnTo>
                    <a:pt x="249" y="655"/>
                  </a:lnTo>
                  <a:lnTo>
                    <a:pt x="357" y="655"/>
                  </a:lnTo>
                  <a:lnTo>
                    <a:pt x="474" y="576"/>
                  </a:lnTo>
                  <a:lnTo>
                    <a:pt x="609" y="516"/>
                  </a:lnTo>
                  <a:lnTo>
                    <a:pt x="609" y="49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7022851" y="2683300"/>
              <a:ext cx="215" cy="351"/>
            </a:xfrm>
            <a:custGeom>
              <a:avLst/>
              <a:pathLst>
                <a:path w="215" h="351">
                  <a:moveTo>
                    <a:pt x="215" y="0"/>
                  </a:moveTo>
                  <a:lnTo>
                    <a:pt x="0" y="89"/>
                  </a:lnTo>
                  <a:lnTo>
                    <a:pt x="44" y="240"/>
                  </a:lnTo>
                  <a:lnTo>
                    <a:pt x="88" y="35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7023064" y="2683483"/>
              <a:ext cx="279" cy="381"/>
            </a:xfrm>
            <a:custGeom>
              <a:avLst/>
              <a:pathLst>
                <a:path w="279" h="381">
                  <a:moveTo>
                    <a:pt x="0" y="381"/>
                  </a:moveTo>
                  <a:lnTo>
                    <a:pt x="134" y="341"/>
                  </a:lnTo>
                  <a:lnTo>
                    <a:pt x="189" y="251"/>
                  </a:lnTo>
                  <a:lnTo>
                    <a:pt x="279" y="171"/>
                  </a:lnTo>
                  <a:lnTo>
                    <a:pt x="271" y="20"/>
                  </a:lnTo>
                  <a:lnTo>
                    <a:pt x="27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7096143" y="2683119"/>
              <a:ext cx="2207" cy="1431"/>
            </a:xfrm>
            <a:custGeom>
              <a:avLst/>
              <a:pathLst>
                <a:path w="2207" h="1431">
                  <a:moveTo>
                    <a:pt x="0" y="1431"/>
                  </a:moveTo>
                  <a:lnTo>
                    <a:pt x="315" y="835"/>
                  </a:lnTo>
                  <a:lnTo>
                    <a:pt x="841" y="357"/>
                  </a:lnTo>
                  <a:lnTo>
                    <a:pt x="220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7059895" y="2683544"/>
              <a:ext cx="1056" cy="1112"/>
            </a:xfrm>
            <a:custGeom>
              <a:avLst/>
              <a:pathLst>
                <a:path w="1056" h="1112">
                  <a:moveTo>
                    <a:pt x="5" y="119"/>
                  </a:moveTo>
                  <a:lnTo>
                    <a:pt x="0" y="340"/>
                  </a:lnTo>
                  <a:lnTo>
                    <a:pt x="96" y="573"/>
                  </a:lnTo>
                  <a:lnTo>
                    <a:pt x="355" y="756"/>
                  </a:lnTo>
                  <a:lnTo>
                    <a:pt x="596" y="990"/>
                  </a:lnTo>
                  <a:lnTo>
                    <a:pt x="765" y="1112"/>
                  </a:lnTo>
                  <a:lnTo>
                    <a:pt x="991" y="953"/>
                  </a:lnTo>
                  <a:lnTo>
                    <a:pt x="1056" y="702"/>
                  </a:lnTo>
                  <a:lnTo>
                    <a:pt x="907" y="248"/>
                  </a:lnTo>
                  <a:lnTo>
                    <a:pt x="683" y="115"/>
                  </a:lnTo>
                  <a:lnTo>
                    <a:pt x="487" y="12"/>
                  </a:lnTo>
                  <a:lnTo>
                    <a:pt x="164" y="0"/>
                  </a:lnTo>
                  <a:lnTo>
                    <a:pt x="112" y="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7059308" y="2684699"/>
              <a:ext cx="380" cy="303"/>
            </a:xfrm>
            <a:custGeom>
              <a:avLst/>
              <a:pathLst>
                <a:path w="380" h="303">
                  <a:moveTo>
                    <a:pt x="380" y="303"/>
                  </a:moveTo>
                  <a:lnTo>
                    <a:pt x="377" y="183"/>
                  </a:lnTo>
                  <a:lnTo>
                    <a:pt x="340" y="55"/>
                  </a:lnTo>
                  <a:lnTo>
                    <a:pt x="240" y="0"/>
                  </a:lnTo>
                  <a:lnTo>
                    <a:pt x="168" y="0"/>
                  </a:lnTo>
                  <a:lnTo>
                    <a:pt x="0" y="51"/>
                  </a:lnTo>
                  <a:lnTo>
                    <a:pt x="17" y="215"/>
                  </a:lnTo>
                  <a:lnTo>
                    <a:pt x="302" y="289"/>
                  </a:lnTo>
                  <a:lnTo>
                    <a:pt x="380" y="30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7058867" y="2684209"/>
              <a:ext cx="1402" cy="1649"/>
            </a:xfrm>
            <a:custGeom>
              <a:avLst/>
              <a:pathLst>
                <a:path w="1402" h="1649">
                  <a:moveTo>
                    <a:pt x="137" y="0"/>
                  </a:moveTo>
                  <a:lnTo>
                    <a:pt x="0" y="361"/>
                  </a:lnTo>
                  <a:lnTo>
                    <a:pt x="6" y="673"/>
                  </a:lnTo>
                  <a:lnTo>
                    <a:pt x="120" y="996"/>
                  </a:lnTo>
                  <a:lnTo>
                    <a:pt x="414" y="1230"/>
                  </a:lnTo>
                  <a:lnTo>
                    <a:pt x="745" y="1505"/>
                  </a:lnTo>
                  <a:lnTo>
                    <a:pt x="914" y="1617"/>
                  </a:lnTo>
                  <a:lnTo>
                    <a:pt x="1093" y="1649"/>
                  </a:lnTo>
                  <a:lnTo>
                    <a:pt x="1292" y="1500"/>
                  </a:lnTo>
                  <a:lnTo>
                    <a:pt x="1402" y="1128"/>
                  </a:lnTo>
                  <a:lnTo>
                    <a:pt x="987" y="319"/>
                  </a:lnTo>
                  <a:lnTo>
                    <a:pt x="781" y="176"/>
                  </a:lnTo>
                  <a:lnTo>
                    <a:pt x="511" y="91"/>
                  </a:lnTo>
                  <a:lnTo>
                    <a:pt x="368" y="49"/>
                  </a:lnTo>
                  <a:lnTo>
                    <a:pt x="298" y="2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7096563" y="2684313"/>
              <a:ext cx="2523" cy="1909"/>
            </a:xfrm>
            <a:custGeom>
              <a:avLst/>
              <a:pathLst>
                <a:path w="2523" h="1909">
                  <a:moveTo>
                    <a:pt x="2523" y="0"/>
                  </a:moveTo>
                  <a:lnTo>
                    <a:pt x="2417" y="596"/>
                  </a:lnTo>
                  <a:lnTo>
                    <a:pt x="1997" y="1193"/>
                  </a:lnTo>
                  <a:lnTo>
                    <a:pt x="1051" y="1789"/>
                  </a:lnTo>
                  <a:lnTo>
                    <a:pt x="315" y="1789"/>
                  </a:lnTo>
                  <a:lnTo>
                    <a:pt x="0" y="190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7010807" y="2686749"/>
              <a:ext cx="286" cy="112"/>
            </a:xfrm>
            <a:custGeom>
              <a:avLst/>
              <a:pathLst>
                <a:path w="286" h="112">
                  <a:moveTo>
                    <a:pt x="286" y="112"/>
                  </a:moveTo>
                  <a:lnTo>
                    <a:pt x="161" y="30"/>
                  </a:lnTo>
                  <a:lnTo>
                    <a:pt x="0" y="0"/>
                  </a:lnTo>
                  <a:lnTo>
                    <a:pt x="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7135154" y="2684085"/>
              <a:ext cx="1235" cy="2803"/>
            </a:xfrm>
            <a:custGeom>
              <a:avLst/>
              <a:pathLst>
                <a:path w="1235" h="2803">
                  <a:moveTo>
                    <a:pt x="0" y="0"/>
                  </a:moveTo>
                  <a:lnTo>
                    <a:pt x="617" y="280"/>
                  </a:lnTo>
                  <a:lnTo>
                    <a:pt x="1111" y="700"/>
                  </a:lnTo>
                  <a:lnTo>
                    <a:pt x="1235" y="1401"/>
                  </a:lnTo>
                  <a:lnTo>
                    <a:pt x="1235" y="2102"/>
                  </a:lnTo>
                  <a:lnTo>
                    <a:pt x="1111" y="280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7010806" y="2686991"/>
              <a:ext cx="251" cy="61"/>
            </a:xfrm>
            <a:custGeom>
              <a:avLst/>
              <a:pathLst>
                <a:path w="251" h="61">
                  <a:moveTo>
                    <a:pt x="0" y="0"/>
                  </a:moveTo>
                  <a:lnTo>
                    <a:pt x="89" y="40"/>
                  </a:lnTo>
                  <a:lnTo>
                    <a:pt x="251" y="61"/>
                  </a:lnTo>
                  <a:lnTo>
                    <a:pt x="251" y="4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7134290" y="2685067"/>
              <a:ext cx="740" cy="2803"/>
            </a:xfrm>
            <a:custGeom>
              <a:avLst/>
              <a:pathLst>
                <a:path w="740" h="2803">
                  <a:moveTo>
                    <a:pt x="740" y="2803"/>
                  </a:moveTo>
                  <a:lnTo>
                    <a:pt x="493" y="2663"/>
                  </a:lnTo>
                  <a:lnTo>
                    <a:pt x="246" y="2242"/>
                  </a:lnTo>
                  <a:lnTo>
                    <a:pt x="0" y="1401"/>
                  </a:lnTo>
                  <a:lnTo>
                    <a:pt x="0" y="981"/>
                  </a:lnTo>
                  <a:lnTo>
                    <a:pt x="0" y="560"/>
                  </a:lnTo>
                  <a:lnTo>
                    <a:pt x="12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7010622" y="2687826"/>
              <a:ext cx="215" cy="152"/>
            </a:xfrm>
            <a:custGeom>
              <a:avLst/>
              <a:pathLst>
                <a:path w="215" h="152">
                  <a:moveTo>
                    <a:pt x="215" y="152"/>
                  </a:moveTo>
                  <a:lnTo>
                    <a:pt x="143" y="40"/>
                  </a:lnTo>
                  <a:lnTo>
                    <a:pt x="9" y="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7010460" y="2688006"/>
              <a:ext cx="268" cy="212"/>
            </a:xfrm>
            <a:custGeom>
              <a:avLst/>
              <a:pathLst>
                <a:path w="268" h="212">
                  <a:moveTo>
                    <a:pt x="0" y="0"/>
                  </a:moveTo>
                  <a:lnTo>
                    <a:pt x="98" y="171"/>
                  </a:lnTo>
                  <a:lnTo>
                    <a:pt x="268" y="21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7002093" y="2688576"/>
              <a:ext cx="432" cy="421"/>
            </a:xfrm>
            <a:custGeom>
              <a:avLst/>
              <a:pathLst>
                <a:path w="432" h="421">
                  <a:moveTo>
                    <a:pt x="432" y="0"/>
                  </a:moveTo>
                  <a:lnTo>
                    <a:pt x="225" y="109"/>
                  </a:lnTo>
                  <a:lnTo>
                    <a:pt x="54" y="219"/>
                  </a:lnTo>
                  <a:lnTo>
                    <a:pt x="0" y="42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7008921" y="2689047"/>
              <a:ext cx="368" cy="71"/>
            </a:xfrm>
            <a:custGeom>
              <a:avLst/>
              <a:pathLst>
                <a:path w="368" h="71">
                  <a:moveTo>
                    <a:pt x="368" y="71"/>
                  </a:moveTo>
                  <a:lnTo>
                    <a:pt x="188" y="0"/>
                  </a:lnTo>
                  <a:lnTo>
                    <a:pt x="53" y="29"/>
                  </a:lnTo>
                  <a:lnTo>
                    <a:pt x="9" y="29"/>
                  </a:lnTo>
                  <a:lnTo>
                    <a:pt x="0" y="2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7058438" y="2688758"/>
              <a:ext cx="350" cy="400"/>
            </a:xfrm>
            <a:custGeom>
              <a:avLst/>
              <a:pathLst>
                <a:path w="350" h="400">
                  <a:moveTo>
                    <a:pt x="305" y="341"/>
                  </a:moveTo>
                  <a:lnTo>
                    <a:pt x="350" y="242"/>
                  </a:lnTo>
                  <a:lnTo>
                    <a:pt x="305" y="96"/>
                  </a:lnTo>
                  <a:lnTo>
                    <a:pt x="181" y="0"/>
                  </a:lnTo>
                  <a:lnTo>
                    <a:pt x="62" y="62"/>
                  </a:lnTo>
                  <a:lnTo>
                    <a:pt x="0" y="109"/>
                  </a:lnTo>
                  <a:lnTo>
                    <a:pt x="83" y="306"/>
                  </a:lnTo>
                  <a:lnTo>
                    <a:pt x="187" y="400"/>
                  </a:lnTo>
                  <a:lnTo>
                    <a:pt x="305" y="34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7002334" y="2688849"/>
              <a:ext cx="387" cy="381"/>
            </a:xfrm>
            <a:custGeom>
              <a:avLst/>
              <a:pathLst>
                <a:path w="387" h="381">
                  <a:moveTo>
                    <a:pt x="0" y="381"/>
                  </a:moveTo>
                  <a:lnTo>
                    <a:pt x="152" y="331"/>
                  </a:lnTo>
                  <a:lnTo>
                    <a:pt x="260" y="220"/>
                  </a:lnTo>
                  <a:lnTo>
                    <a:pt x="350" y="140"/>
                  </a:lnTo>
                  <a:lnTo>
                    <a:pt x="386" y="40"/>
                  </a:lnTo>
                  <a:lnTo>
                    <a:pt x="38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7008857" y="2689328"/>
              <a:ext cx="394" cy="111"/>
            </a:xfrm>
            <a:custGeom>
              <a:avLst/>
              <a:pathLst>
                <a:path w="394" h="111">
                  <a:moveTo>
                    <a:pt x="0" y="0"/>
                  </a:moveTo>
                  <a:lnTo>
                    <a:pt x="143" y="111"/>
                  </a:lnTo>
                  <a:lnTo>
                    <a:pt x="313" y="102"/>
                  </a:lnTo>
                  <a:lnTo>
                    <a:pt x="394" y="42"/>
                  </a:lnTo>
                  <a:lnTo>
                    <a:pt x="394" y="3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7058036" y="2688364"/>
              <a:ext cx="1252" cy="1449"/>
            </a:xfrm>
            <a:custGeom>
              <a:avLst/>
              <a:pathLst>
                <a:path w="1252" h="1449">
                  <a:moveTo>
                    <a:pt x="11" y="433"/>
                  </a:moveTo>
                  <a:lnTo>
                    <a:pt x="0" y="546"/>
                  </a:lnTo>
                  <a:lnTo>
                    <a:pt x="15" y="648"/>
                  </a:lnTo>
                  <a:lnTo>
                    <a:pt x="67" y="860"/>
                  </a:lnTo>
                  <a:lnTo>
                    <a:pt x="137" y="1062"/>
                  </a:lnTo>
                  <a:lnTo>
                    <a:pt x="333" y="1305"/>
                  </a:lnTo>
                  <a:lnTo>
                    <a:pt x="502" y="1427"/>
                  </a:lnTo>
                  <a:lnTo>
                    <a:pt x="709" y="1449"/>
                  </a:lnTo>
                  <a:lnTo>
                    <a:pt x="924" y="1371"/>
                  </a:lnTo>
                  <a:lnTo>
                    <a:pt x="1060" y="1221"/>
                  </a:lnTo>
                  <a:lnTo>
                    <a:pt x="1187" y="1071"/>
                  </a:lnTo>
                  <a:lnTo>
                    <a:pt x="1252" y="870"/>
                  </a:lnTo>
                  <a:lnTo>
                    <a:pt x="1200" y="588"/>
                  </a:lnTo>
                  <a:lnTo>
                    <a:pt x="1066" y="436"/>
                  </a:lnTo>
                  <a:lnTo>
                    <a:pt x="871" y="222"/>
                  </a:lnTo>
                  <a:lnTo>
                    <a:pt x="711" y="0"/>
                  </a:lnTo>
                  <a:lnTo>
                    <a:pt x="244" y="15"/>
                  </a:lnTo>
                  <a:lnTo>
                    <a:pt x="36" y="20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7001209" y="2689298"/>
              <a:ext cx="674" cy="1076"/>
            </a:xfrm>
            <a:custGeom>
              <a:avLst/>
              <a:pathLst>
                <a:path w="674" h="1076">
                  <a:moveTo>
                    <a:pt x="514" y="0"/>
                  </a:moveTo>
                  <a:lnTo>
                    <a:pt x="262" y="321"/>
                  </a:lnTo>
                  <a:lnTo>
                    <a:pt x="163" y="471"/>
                  </a:lnTo>
                  <a:lnTo>
                    <a:pt x="54" y="712"/>
                  </a:lnTo>
                  <a:lnTo>
                    <a:pt x="0" y="904"/>
                  </a:lnTo>
                  <a:lnTo>
                    <a:pt x="44" y="1045"/>
                  </a:lnTo>
                  <a:lnTo>
                    <a:pt x="223" y="1076"/>
                  </a:lnTo>
                  <a:lnTo>
                    <a:pt x="268" y="1035"/>
                  </a:lnTo>
                  <a:lnTo>
                    <a:pt x="385" y="905"/>
                  </a:lnTo>
                  <a:lnTo>
                    <a:pt x="448" y="855"/>
                  </a:lnTo>
                  <a:lnTo>
                    <a:pt x="529" y="755"/>
                  </a:lnTo>
                  <a:lnTo>
                    <a:pt x="584" y="674"/>
                  </a:lnTo>
                  <a:lnTo>
                    <a:pt x="674" y="423"/>
                  </a:lnTo>
                  <a:lnTo>
                    <a:pt x="674" y="41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7006294" y="2690615"/>
              <a:ext cx="278" cy="71"/>
            </a:xfrm>
            <a:custGeom>
              <a:avLst/>
              <a:pathLst>
                <a:path w="278" h="71">
                  <a:moveTo>
                    <a:pt x="278" y="71"/>
                  </a:moveTo>
                  <a:lnTo>
                    <a:pt x="170" y="0"/>
                  </a:lnTo>
                  <a:lnTo>
                    <a:pt x="0" y="1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7006195" y="2690866"/>
              <a:ext cx="268" cy="91"/>
            </a:xfrm>
            <a:custGeom>
              <a:avLst/>
              <a:pathLst>
                <a:path w="268" h="91">
                  <a:moveTo>
                    <a:pt x="0" y="0"/>
                  </a:moveTo>
                  <a:lnTo>
                    <a:pt x="268" y="91"/>
                  </a:lnTo>
                  <a:lnTo>
                    <a:pt x="259" y="7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7004915" y="2691135"/>
              <a:ext cx="241" cy="198"/>
            </a:xfrm>
            <a:custGeom>
              <a:avLst/>
              <a:pathLst>
                <a:path w="241" h="198">
                  <a:moveTo>
                    <a:pt x="0" y="55"/>
                  </a:moveTo>
                  <a:lnTo>
                    <a:pt x="33" y="186"/>
                  </a:lnTo>
                  <a:lnTo>
                    <a:pt x="108" y="198"/>
                  </a:lnTo>
                  <a:lnTo>
                    <a:pt x="209" y="167"/>
                  </a:lnTo>
                  <a:lnTo>
                    <a:pt x="241" y="64"/>
                  </a:lnTo>
                  <a:lnTo>
                    <a:pt x="155" y="0"/>
                  </a:lnTo>
                  <a:lnTo>
                    <a:pt x="55" y="23"/>
                  </a:lnTo>
                  <a:lnTo>
                    <a:pt x="0" y="5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7004822" y="2690962"/>
              <a:ext cx="573" cy="494"/>
            </a:xfrm>
            <a:custGeom>
              <a:avLst/>
              <a:pathLst>
                <a:path w="573" h="494">
                  <a:moveTo>
                    <a:pt x="321" y="494"/>
                  </a:moveTo>
                  <a:lnTo>
                    <a:pt x="464" y="494"/>
                  </a:lnTo>
                  <a:lnTo>
                    <a:pt x="545" y="474"/>
                  </a:lnTo>
                  <a:lnTo>
                    <a:pt x="573" y="313"/>
                  </a:lnTo>
                  <a:lnTo>
                    <a:pt x="412" y="71"/>
                  </a:lnTo>
                  <a:lnTo>
                    <a:pt x="305" y="20"/>
                  </a:lnTo>
                  <a:lnTo>
                    <a:pt x="134" y="0"/>
                  </a:lnTo>
                  <a:lnTo>
                    <a:pt x="0" y="79"/>
                  </a:lnTo>
                  <a:lnTo>
                    <a:pt x="0" y="6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7112226" y="2687535"/>
              <a:ext cx="8934" cy="4415"/>
            </a:xfrm>
            <a:custGeom>
              <a:avLst/>
              <a:pathLst>
                <a:path w="8934" h="4415">
                  <a:moveTo>
                    <a:pt x="0" y="357"/>
                  </a:moveTo>
                  <a:lnTo>
                    <a:pt x="1471" y="357"/>
                  </a:lnTo>
                  <a:lnTo>
                    <a:pt x="2312" y="238"/>
                  </a:lnTo>
                  <a:lnTo>
                    <a:pt x="3574" y="0"/>
                  </a:lnTo>
                  <a:lnTo>
                    <a:pt x="5676" y="119"/>
                  </a:lnTo>
                  <a:lnTo>
                    <a:pt x="7252" y="835"/>
                  </a:lnTo>
                  <a:lnTo>
                    <a:pt x="8094" y="1551"/>
                  </a:lnTo>
                  <a:lnTo>
                    <a:pt x="8514" y="2147"/>
                  </a:lnTo>
                  <a:lnTo>
                    <a:pt x="8829" y="3460"/>
                  </a:lnTo>
                  <a:lnTo>
                    <a:pt x="8829" y="4415"/>
                  </a:lnTo>
                  <a:lnTo>
                    <a:pt x="8934" y="441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7072386" y="2691234"/>
              <a:ext cx="946" cy="2625"/>
            </a:xfrm>
            <a:custGeom>
              <a:avLst/>
              <a:pathLst>
                <a:path w="946" h="2625">
                  <a:moveTo>
                    <a:pt x="0" y="2625"/>
                  </a:moveTo>
                  <a:lnTo>
                    <a:pt x="0" y="2028"/>
                  </a:lnTo>
                  <a:lnTo>
                    <a:pt x="0" y="1431"/>
                  </a:lnTo>
                  <a:lnTo>
                    <a:pt x="315" y="596"/>
                  </a:lnTo>
                  <a:lnTo>
                    <a:pt x="94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7110439" y="2689682"/>
              <a:ext cx="10301" cy="4176"/>
            </a:xfrm>
            <a:custGeom>
              <a:avLst/>
              <a:pathLst>
                <a:path w="10301" h="4176">
                  <a:moveTo>
                    <a:pt x="10301" y="3699"/>
                  </a:moveTo>
                  <a:lnTo>
                    <a:pt x="9986" y="4057"/>
                  </a:lnTo>
                  <a:lnTo>
                    <a:pt x="8619" y="4176"/>
                  </a:lnTo>
                  <a:lnTo>
                    <a:pt x="7463" y="3937"/>
                  </a:lnTo>
                  <a:lnTo>
                    <a:pt x="6096" y="3221"/>
                  </a:lnTo>
                  <a:lnTo>
                    <a:pt x="4309" y="2744"/>
                  </a:lnTo>
                  <a:lnTo>
                    <a:pt x="2943" y="2267"/>
                  </a:lnTo>
                  <a:lnTo>
                    <a:pt x="1471" y="1670"/>
                  </a:lnTo>
                  <a:lnTo>
                    <a:pt x="420" y="954"/>
                  </a:lnTo>
                  <a:lnTo>
                    <a:pt x="0" y="0"/>
                  </a:lnTo>
                  <a:lnTo>
                    <a:pt x="10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7073648" y="2691472"/>
              <a:ext cx="1156" cy="2505"/>
            </a:xfrm>
            <a:custGeom>
              <a:avLst/>
              <a:pathLst>
                <a:path w="1156" h="2505">
                  <a:moveTo>
                    <a:pt x="1156" y="0"/>
                  </a:moveTo>
                  <a:lnTo>
                    <a:pt x="1156" y="477"/>
                  </a:lnTo>
                  <a:lnTo>
                    <a:pt x="1156" y="1193"/>
                  </a:lnTo>
                  <a:lnTo>
                    <a:pt x="945" y="1789"/>
                  </a:lnTo>
                  <a:lnTo>
                    <a:pt x="525" y="2386"/>
                  </a:lnTo>
                  <a:lnTo>
                    <a:pt x="0" y="250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7057587" y="2696891"/>
              <a:ext cx="920" cy="962"/>
            </a:xfrm>
            <a:custGeom>
              <a:avLst/>
              <a:pathLst>
                <a:path w="920" h="962">
                  <a:moveTo>
                    <a:pt x="35" y="111"/>
                  </a:moveTo>
                  <a:lnTo>
                    <a:pt x="132" y="353"/>
                  </a:lnTo>
                  <a:lnTo>
                    <a:pt x="219" y="565"/>
                  </a:lnTo>
                  <a:lnTo>
                    <a:pt x="441" y="869"/>
                  </a:lnTo>
                  <a:lnTo>
                    <a:pt x="665" y="962"/>
                  </a:lnTo>
                  <a:lnTo>
                    <a:pt x="864" y="702"/>
                  </a:lnTo>
                  <a:lnTo>
                    <a:pt x="920" y="501"/>
                  </a:lnTo>
                  <a:lnTo>
                    <a:pt x="501" y="165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7055046" y="2697230"/>
              <a:ext cx="1092" cy="878"/>
            </a:xfrm>
            <a:custGeom>
              <a:avLst/>
              <a:pathLst>
                <a:path w="1092" h="878">
                  <a:moveTo>
                    <a:pt x="79" y="877"/>
                  </a:moveTo>
                  <a:lnTo>
                    <a:pt x="172" y="878"/>
                  </a:lnTo>
                  <a:lnTo>
                    <a:pt x="370" y="860"/>
                  </a:lnTo>
                  <a:lnTo>
                    <a:pt x="576" y="852"/>
                  </a:lnTo>
                  <a:lnTo>
                    <a:pt x="847" y="643"/>
                  </a:lnTo>
                  <a:lnTo>
                    <a:pt x="964" y="493"/>
                  </a:lnTo>
                  <a:lnTo>
                    <a:pt x="1092" y="252"/>
                  </a:lnTo>
                  <a:lnTo>
                    <a:pt x="995" y="0"/>
                  </a:lnTo>
                  <a:lnTo>
                    <a:pt x="725" y="88"/>
                  </a:lnTo>
                  <a:lnTo>
                    <a:pt x="410" y="266"/>
                  </a:lnTo>
                  <a:lnTo>
                    <a:pt x="194" y="405"/>
                  </a:lnTo>
                  <a:lnTo>
                    <a:pt x="34" y="667"/>
                  </a:lnTo>
                  <a:lnTo>
                    <a:pt x="0" y="80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7054501" y="2698369"/>
              <a:ext cx="729" cy="1588"/>
            </a:xfrm>
            <a:custGeom>
              <a:avLst/>
              <a:pathLst>
                <a:path w="729" h="1588">
                  <a:moveTo>
                    <a:pt x="155" y="149"/>
                  </a:moveTo>
                  <a:lnTo>
                    <a:pt x="156" y="429"/>
                  </a:lnTo>
                  <a:lnTo>
                    <a:pt x="74" y="549"/>
                  </a:lnTo>
                  <a:lnTo>
                    <a:pt x="73" y="610"/>
                  </a:lnTo>
                  <a:lnTo>
                    <a:pt x="0" y="931"/>
                  </a:lnTo>
                  <a:lnTo>
                    <a:pt x="25" y="1153"/>
                  </a:lnTo>
                  <a:lnTo>
                    <a:pt x="85" y="1446"/>
                  </a:lnTo>
                  <a:lnTo>
                    <a:pt x="246" y="1588"/>
                  </a:lnTo>
                  <a:lnTo>
                    <a:pt x="408" y="1458"/>
                  </a:lnTo>
                  <a:lnTo>
                    <a:pt x="510" y="1026"/>
                  </a:lnTo>
                  <a:lnTo>
                    <a:pt x="638" y="695"/>
                  </a:lnTo>
                  <a:lnTo>
                    <a:pt x="729" y="505"/>
                  </a:lnTo>
                  <a:lnTo>
                    <a:pt x="722" y="263"/>
                  </a:lnTo>
                  <a:lnTo>
                    <a:pt x="509" y="0"/>
                  </a:lnTo>
                  <a:lnTo>
                    <a:pt x="204" y="7"/>
                  </a:lnTo>
                  <a:lnTo>
                    <a:pt x="176" y="2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7055407" y="2700267"/>
              <a:ext cx="680" cy="514"/>
            </a:xfrm>
            <a:custGeom>
              <a:avLst/>
              <a:pathLst>
                <a:path w="680" h="514">
                  <a:moveTo>
                    <a:pt x="18" y="311"/>
                  </a:moveTo>
                  <a:lnTo>
                    <a:pt x="88" y="431"/>
                  </a:lnTo>
                  <a:lnTo>
                    <a:pt x="329" y="514"/>
                  </a:lnTo>
                  <a:lnTo>
                    <a:pt x="563" y="486"/>
                  </a:lnTo>
                  <a:lnTo>
                    <a:pt x="680" y="356"/>
                  </a:lnTo>
                  <a:lnTo>
                    <a:pt x="556" y="194"/>
                  </a:lnTo>
                  <a:lnTo>
                    <a:pt x="199" y="0"/>
                  </a:lnTo>
                  <a:lnTo>
                    <a:pt x="97" y="100"/>
                  </a:lnTo>
                  <a:lnTo>
                    <a:pt x="0" y="25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7056864" y="2700155"/>
              <a:ext cx="1063" cy="1143"/>
            </a:xfrm>
            <a:custGeom>
              <a:avLst/>
              <a:pathLst>
                <a:path w="1063" h="1143">
                  <a:moveTo>
                    <a:pt x="116" y="1074"/>
                  </a:moveTo>
                  <a:lnTo>
                    <a:pt x="228" y="1121"/>
                  </a:lnTo>
                  <a:lnTo>
                    <a:pt x="339" y="1143"/>
                  </a:lnTo>
                  <a:lnTo>
                    <a:pt x="591" y="1024"/>
                  </a:lnTo>
                  <a:lnTo>
                    <a:pt x="771" y="834"/>
                  </a:lnTo>
                  <a:lnTo>
                    <a:pt x="963" y="403"/>
                  </a:lnTo>
                  <a:lnTo>
                    <a:pt x="1063" y="182"/>
                  </a:lnTo>
                  <a:lnTo>
                    <a:pt x="877" y="0"/>
                  </a:lnTo>
                  <a:lnTo>
                    <a:pt x="301" y="246"/>
                  </a:lnTo>
                  <a:lnTo>
                    <a:pt x="120" y="496"/>
                  </a:lnTo>
                  <a:lnTo>
                    <a:pt x="0" y="96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7010736" y="2702607"/>
              <a:ext cx="798" cy="553"/>
            </a:xfrm>
            <a:custGeom>
              <a:avLst/>
              <a:pathLst>
                <a:path w="798" h="553">
                  <a:moveTo>
                    <a:pt x="89" y="483"/>
                  </a:moveTo>
                  <a:lnTo>
                    <a:pt x="124" y="522"/>
                  </a:lnTo>
                  <a:lnTo>
                    <a:pt x="348" y="553"/>
                  </a:lnTo>
                  <a:lnTo>
                    <a:pt x="483" y="534"/>
                  </a:lnTo>
                  <a:lnTo>
                    <a:pt x="599" y="504"/>
                  </a:lnTo>
                  <a:lnTo>
                    <a:pt x="698" y="434"/>
                  </a:lnTo>
                  <a:lnTo>
                    <a:pt x="761" y="344"/>
                  </a:lnTo>
                  <a:lnTo>
                    <a:pt x="798" y="102"/>
                  </a:lnTo>
                  <a:lnTo>
                    <a:pt x="771" y="82"/>
                  </a:lnTo>
                  <a:lnTo>
                    <a:pt x="610" y="1"/>
                  </a:lnTo>
                  <a:lnTo>
                    <a:pt x="324" y="0"/>
                  </a:lnTo>
                  <a:lnTo>
                    <a:pt x="198" y="69"/>
                  </a:lnTo>
                  <a:lnTo>
                    <a:pt x="63" y="210"/>
                  </a:lnTo>
                  <a:lnTo>
                    <a:pt x="0" y="330"/>
                  </a:lnTo>
                  <a:lnTo>
                    <a:pt x="50" y="40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7004583" y="2703676"/>
              <a:ext cx="456" cy="182"/>
            </a:xfrm>
            <a:custGeom>
              <a:avLst/>
              <a:pathLst>
                <a:path w="456" h="182">
                  <a:moveTo>
                    <a:pt x="456" y="182"/>
                  </a:moveTo>
                  <a:lnTo>
                    <a:pt x="331" y="91"/>
                  </a:lnTo>
                  <a:lnTo>
                    <a:pt x="161" y="20"/>
                  </a:lnTo>
                  <a:lnTo>
                    <a:pt x="45" y="0"/>
                  </a:lnTo>
                  <a:lnTo>
                    <a:pt x="8" y="70"/>
                  </a:lnTo>
                  <a:lnTo>
                    <a:pt x="0" y="5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7004502" y="2703937"/>
              <a:ext cx="348" cy="192"/>
            </a:xfrm>
            <a:custGeom>
              <a:avLst/>
              <a:pathLst>
                <a:path w="348" h="192">
                  <a:moveTo>
                    <a:pt x="0" y="0"/>
                  </a:moveTo>
                  <a:lnTo>
                    <a:pt x="115" y="141"/>
                  </a:lnTo>
                  <a:lnTo>
                    <a:pt x="267" y="182"/>
                  </a:lnTo>
                  <a:lnTo>
                    <a:pt x="339" y="192"/>
                  </a:lnTo>
                  <a:lnTo>
                    <a:pt x="348" y="18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7007171" y="2704093"/>
              <a:ext cx="215" cy="272"/>
            </a:xfrm>
            <a:custGeom>
              <a:avLst/>
              <a:pathLst>
                <a:path w="215" h="272">
                  <a:moveTo>
                    <a:pt x="129" y="0"/>
                  </a:moveTo>
                  <a:lnTo>
                    <a:pt x="215" y="94"/>
                  </a:lnTo>
                  <a:lnTo>
                    <a:pt x="199" y="190"/>
                  </a:lnTo>
                  <a:lnTo>
                    <a:pt x="105" y="272"/>
                  </a:lnTo>
                  <a:lnTo>
                    <a:pt x="0" y="184"/>
                  </a:lnTo>
                  <a:lnTo>
                    <a:pt x="46" y="80"/>
                  </a:lnTo>
                  <a:lnTo>
                    <a:pt x="12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7002645" y="2704249"/>
              <a:ext cx="257" cy="224"/>
            </a:xfrm>
            <a:custGeom>
              <a:avLst/>
              <a:pathLst>
                <a:path w="257" h="224">
                  <a:moveTo>
                    <a:pt x="0" y="127"/>
                  </a:moveTo>
                  <a:lnTo>
                    <a:pt x="65" y="71"/>
                  </a:lnTo>
                  <a:lnTo>
                    <a:pt x="188" y="0"/>
                  </a:lnTo>
                  <a:lnTo>
                    <a:pt x="239" y="18"/>
                  </a:lnTo>
                  <a:lnTo>
                    <a:pt x="257" y="113"/>
                  </a:lnTo>
                  <a:lnTo>
                    <a:pt x="221" y="177"/>
                  </a:lnTo>
                  <a:lnTo>
                    <a:pt x="112" y="224"/>
                  </a:lnTo>
                  <a:lnTo>
                    <a:pt x="19" y="163"/>
                  </a:lnTo>
                  <a:lnTo>
                    <a:pt x="0" y="12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7007010" y="2703879"/>
              <a:ext cx="564" cy="774"/>
            </a:xfrm>
            <a:custGeom>
              <a:avLst/>
              <a:pathLst>
                <a:path w="564" h="774">
                  <a:moveTo>
                    <a:pt x="9" y="270"/>
                  </a:moveTo>
                  <a:lnTo>
                    <a:pt x="0" y="431"/>
                  </a:lnTo>
                  <a:lnTo>
                    <a:pt x="17" y="562"/>
                  </a:lnTo>
                  <a:lnTo>
                    <a:pt x="177" y="724"/>
                  </a:lnTo>
                  <a:lnTo>
                    <a:pt x="267" y="774"/>
                  </a:lnTo>
                  <a:lnTo>
                    <a:pt x="402" y="705"/>
                  </a:lnTo>
                  <a:lnTo>
                    <a:pt x="474" y="614"/>
                  </a:lnTo>
                  <a:lnTo>
                    <a:pt x="564" y="403"/>
                  </a:lnTo>
                  <a:lnTo>
                    <a:pt x="556" y="313"/>
                  </a:lnTo>
                  <a:lnTo>
                    <a:pt x="521" y="161"/>
                  </a:lnTo>
                  <a:lnTo>
                    <a:pt x="422" y="80"/>
                  </a:lnTo>
                  <a:lnTo>
                    <a:pt x="324" y="0"/>
                  </a:lnTo>
                  <a:lnTo>
                    <a:pt x="198" y="8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7002365" y="2703941"/>
              <a:ext cx="853" cy="784"/>
            </a:xfrm>
            <a:custGeom>
              <a:avLst/>
              <a:pathLst>
                <a:path w="853" h="784">
                  <a:moveTo>
                    <a:pt x="0" y="631"/>
                  </a:moveTo>
                  <a:lnTo>
                    <a:pt x="251" y="683"/>
                  </a:lnTo>
                  <a:lnTo>
                    <a:pt x="394" y="784"/>
                  </a:lnTo>
                  <a:lnTo>
                    <a:pt x="609" y="694"/>
                  </a:lnTo>
                  <a:lnTo>
                    <a:pt x="735" y="564"/>
                  </a:lnTo>
                  <a:lnTo>
                    <a:pt x="826" y="353"/>
                  </a:lnTo>
                  <a:lnTo>
                    <a:pt x="853" y="131"/>
                  </a:lnTo>
                  <a:lnTo>
                    <a:pt x="755" y="10"/>
                  </a:lnTo>
                  <a:lnTo>
                    <a:pt x="612" y="0"/>
                  </a:lnTo>
                  <a:lnTo>
                    <a:pt x="432" y="29"/>
                  </a:lnTo>
                  <a:lnTo>
                    <a:pt x="325" y="69"/>
                  </a:lnTo>
                  <a:lnTo>
                    <a:pt x="37" y="329"/>
                  </a:lnTo>
                  <a:lnTo>
                    <a:pt x="1" y="3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7016480" y="2704971"/>
              <a:ext cx="306" cy="370"/>
            </a:xfrm>
            <a:custGeom>
              <a:avLst/>
              <a:pathLst>
                <a:path w="306" h="370">
                  <a:moveTo>
                    <a:pt x="0" y="370"/>
                  </a:moveTo>
                  <a:lnTo>
                    <a:pt x="36" y="260"/>
                  </a:lnTo>
                  <a:lnTo>
                    <a:pt x="135" y="190"/>
                  </a:lnTo>
                  <a:lnTo>
                    <a:pt x="224" y="140"/>
                  </a:lnTo>
                  <a:lnTo>
                    <a:pt x="234" y="120"/>
                  </a:lnTo>
                  <a:lnTo>
                    <a:pt x="306" y="30"/>
                  </a:lnTo>
                  <a:lnTo>
                    <a:pt x="30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7015780" y="2704227"/>
              <a:ext cx="1349" cy="1433"/>
            </a:xfrm>
            <a:custGeom>
              <a:avLst/>
              <a:pathLst>
                <a:path w="1349" h="1433">
                  <a:moveTo>
                    <a:pt x="1177" y="493"/>
                  </a:moveTo>
                  <a:lnTo>
                    <a:pt x="1222" y="453"/>
                  </a:lnTo>
                  <a:lnTo>
                    <a:pt x="1294" y="322"/>
                  </a:lnTo>
                  <a:lnTo>
                    <a:pt x="1349" y="141"/>
                  </a:lnTo>
                  <a:lnTo>
                    <a:pt x="1189" y="0"/>
                  </a:lnTo>
                  <a:lnTo>
                    <a:pt x="981" y="200"/>
                  </a:lnTo>
                  <a:lnTo>
                    <a:pt x="801" y="360"/>
                  </a:lnTo>
                  <a:lnTo>
                    <a:pt x="612" y="591"/>
                  </a:lnTo>
                  <a:lnTo>
                    <a:pt x="414" y="851"/>
                  </a:lnTo>
                  <a:lnTo>
                    <a:pt x="287" y="981"/>
                  </a:lnTo>
                  <a:lnTo>
                    <a:pt x="126" y="1061"/>
                  </a:lnTo>
                  <a:lnTo>
                    <a:pt x="0" y="1212"/>
                  </a:lnTo>
                  <a:lnTo>
                    <a:pt x="70" y="1433"/>
                  </a:lnTo>
                  <a:lnTo>
                    <a:pt x="61" y="142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7016359" y="2705563"/>
              <a:ext cx="64" cy="442"/>
            </a:xfrm>
            <a:custGeom>
              <a:avLst/>
              <a:pathLst>
                <a:path w="64" h="442">
                  <a:moveTo>
                    <a:pt x="0" y="442"/>
                  </a:moveTo>
                  <a:lnTo>
                    <a:pt x="53" y="372"/>
                  </a:lnTo>
                  <a:lnTo>
                    <a:pt x="45" y="241"/>
                  </a:lnTo>
                  <a:lnTo>
                    <a:pt x="64" y="111"/>
                  </a:lnTo>
                  <a:lnTo>
                    <a:pt x="29" y="20"/>
                  </a:lnTo>
                  <a:lnTo>
                    <a:pt x="1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7083845" y="2703525"/>
              <a:ext cx="3889" cy="2625"/>
            </a:xfrm>
            <a:custGeom>
              <a:avLst/>
              <a:pathLst>
                <a:path w="3889" h="2625">
                  <a:moveTo>
                    <a:pt x="0" y="2625"/>
                  </a:moveTo>
                  <a:lnTo>
                    <a:pt x="209" y="1909"/>
                  </a:lnTo>
                  <a:lnTo>
                    <a:pt x="735" y="1073"/>
                  </a:lnTo>
                  <a:lnTo>
                    <a:pt x="1576" y="477"/>
                  </a:lnTo>
                  <a:lnTo>
                    <a:pt x="2627" y="119"/>
                  </a:lnTo>
                  <a:lnTo>
                    <a:pt x="3363" y="0"/>
                  </a:lnTo>
                  <a:lnTo>
                    <a:pt x="3889" y="477"/>
                  </a:lnTo>
                  <a:lnTo>
                    <a:pt x="3889" y="35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7016287" y="2706187"/>
              <a:ext cx="96" cy="332"/>
            </a:xfrm>
            <a:custGeom>
              <a:avLst/>
              <a:pathLst>
                <a:path w="96" h="332">
                  <a:moveTo>
                    <a:pt x="96" y="332"/>
                  </a:moveTo>
                  <a:lnTo>
                    <a:pt x="79" y="252"/>
                  </a:lnTo>
                  <a:lnTo>
                    <a:pt x="35" y="120"/>
                  </a:lnTo>
                  <a:lnTo>
                    <a:pt x="8" y="2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7015804" y="2705933"/>
              <a:ext cx="197" cy="655"/>
            </a:xfrm>
            <a:custGeom>
              <a:avLst/>
              <a:pathLst>
                <a:path w="197" h="655">
                  <a:moveTo>
                    <a:pt x="0" y="0"/>
                  </a:moveTo>
                  <a:lnTo>
                    <a:pt x="70" y="151"/>
                  </a:lnTo>
                  <a:lnTo>
                    <a:pt x="197" y="51"/>
                  </a:lnTo>
                  <a:lnTo>
                    <a:pt x="196" y="162"/>
                  </a:lnTo>
                  <a:lnTo>
                    <a:pt x="196" y="272"/>
                  </a:lnTo>
                  <a:lnTo>
                    <a:pt x="158" y="635"/>
                  </a:lnTo>
                  <a:lnTo>
                    <a:pt x="158" y="65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7015781" y="2706710"/>
              <a:ext cx="494" cy="522"/>
            </a:xfrm>
            <a:custGeom>
              <a:avLst/>
              <a:pathLst>
                <a:path w="494" h="522">
                  <a:moveTo>
                    <a:pt x="36" y="88"/>
                  </a:moveTo>
                  <a:lnTo>
                    <a:pt x="0" y="218"/>
                  </a:lnTo>
                  <a:lnTo>
                    <a:pt x="71" y="410"/>
                  </a:lnTo>
                  <a:lnTo>
                    <a:pt x="142" y="511"/>
                  </a:lnTo>
                  <a:lnTo>
                    <a:pt x="240" y="522"/>
                  </a:lnTo>
                  <a:lnTo>
                    <a:pt x="348" y="472"/>
                  </a:lnTo>
                  <a:lnTo>
                    <a:pt x="385" y="361"/>
                  </a:lnTo>
                  <a:lnTo>
                    <a:pt x="476" y="110"/>
                  </a:lnTo>
                  <a:lnTo>
                    <a:pt x="494" y="20"/>
                  </a:lnTo>
                  <a:lnTo>
                    <a:pt x="48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7084055" y="2706389"/>
              <a:ext cx="4414" cy="2147"/>
            </a:xfrm>
            <a:custGeom>
              <a:avLst/>
              <a:pathLst>
                <a:path w="4414" h="2147">
                  <a:moveTo>
                    <a:pt x="4414" y="0"/>
                  </a:moveTo>
                  <a:lnTo>
                    <a:pt x="4414" y="119"/>
                  </a:lnTo>
                  <a:lnTo>
                    <a:pt x="4204" y="596"/>
                  </a:lnTo>
                  <a:lnTo>
                    <a:pt x="3994" y="1312"/>
                  </a:lnTo>
                  <a:lnTo>
                    <a:pt x="3048" y="2028"/>
                  </a:lnTo>
                  <a:lnTo>
                    <a:pt x="1892" y="2147"/>
                  </a:lnTo>
                  <a:lnTo>
                    <a:pt x="945" y="2147"/>
                  </a:lnTo>
                  <a:lnTo>
                    <a:pt x="0" y="167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6973645" y="2709674"/>
              <a:ext cx="710" cy="668"/>
            </a:xfrm>
            <a:custGeom>
              <a:avLst/>
              <a:pathLst>
                <a:path w="710" h="668">
                  <a:moveTo>
                    <a:pt x="0" y="98"/>
                  </a:moveTo>
                  <a:lnTo>
                    <a:pt x="142" y="0"/>
                  </a:lnTo>
                  <a:lnTo>
                    <a:pt x="420" y="64"/>
                  </a:lnTo>
                  <a:lnTo>
                    <a:pt x="617" y="188"/>
                  </a:lnTo>
                  <a:lnTo>
                    <a:pt x="710" y="421"/>
                  </a:lnTo>
                  <a:lnTo>
                    <a:pt x="655" y="581"/>
                  </a:lnTo>
                  <a:lnTo>
                    <a:pt x="385" y="668"/>
                  </a:lnTo>
                  <a:lnTo>
                    <a:pt x="169" y="584"/>
                  </a:lnTo>
                  <a:lnTo>
                    <a:pt x="30" y="410"/>
                  </a:lnTo>
                  <a:lnTo>
                    <a:pt x="8" y="17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7041706" y="2709915"/>
              <a:ext cx="733" cy="813"/>
            </a:xfrm>
            <a:custGeom>
              <a:avLst/>
              <a:pathLst>
                <a:path w="733" h="813">
                  <a:moveTo>
                    <a:pt x="157" y="813"/>
                  </a:moveTo>
                  <a:lnTo>
                    <a:pt x="409" y="704"/>
                  </a:lnTo>
                  <a:lnTo>
                    <a:pt x="562" y="685"/>
                  </a:lnTo>
                  <a:lnTo>
                    <a:pt x="733" y="485"/>
                  </a:lnTo>
                  <a:lnTo>
                    <a:pt x="717" y="213"/>
                  </a:lnTo>
                  <a:lnTo>
                    <a:pt x="610" y="81"/>
                  </a:lnTo>
                  <a:lnTo>
                    <a:pt x="494" y="0"/>
                  </a:lnTo>
                  <a:lnTo>
                    <a:pt x="252" y="38"/>
                  </a:lnTo>
                  <a:lnTo>
                    <a:pt x="72" y="218"/>
                  </a:lnTo>
                  <a:lnTo>
                    <a:pt x="0" y="288"/>
                  </a:lnTo>
                  <a:lnTo>
                    <a:pt x="8" y="28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6997600" y="2711472"/>
              <a:ext cx="97" cy="423"/>
            </a:xfrm>
            <a:custGeom>
              <a:avLst/>
              <a:pathLst>
                <a:path w="97" h="423">
                  <a:moveTo>
                    <a:pt x="70" y="423"/>
                  </a:moveTo>
                  <a:lnTo>
                    <a:pt x="97" y="403"/>
                  </a:lnTo>
                  <a:lnTo>
                    <a:pt x="70" y="211"/>
                  </a:lnTo>
                  <a:lnTo>
                    <a:pt x="71" y="110"/>
                  </a:lnTo>
                  <a:lnTo>
                    <a:pt x="0" y="3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6997303" y="2711612"/>
              <a:ext cx="98" cy="372"/>
            </a:xfrm>
            <a:custGeom>
              <a:avLst/>
              <a:pathLst>
                <a:path w="98" h="372">
                  <a:moveTo>
                    <a:pt x="18" y="0"/>
                  </a:moveTo>
                  <a:lnTo>
                    <a:pt x="0" y="181"/>
                  </a:lnTo>
                  <a:lnTo>
                    <a:pt x="26" y="251"/>
                  </a:lnTo>
                  <a:lnTo>
                    <a:pt x="88" y="372"/>
                  </a:lnTo>
                  <a:lnTo>
                    <a:pt x="98" y="36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7038707" y="2712208"/>
              <a:ext cx="593" cy="329"/>
            </a:xfrm>
            <a:custGeom>
              <a:avLst/>
              <a:pathLst>
                <a:path w="593" h="329">
                  <a:moveTo>
                    <a:pt x="593" y="41"/>
                  </a:moveTo>
                  <a:lnTo>
                    <a:pt x="414" y="0"/>
                  </a:lnTo>
                  <a:lnTo>
                    <a:pt x="243" y="59"/>
                  </a:lnTo>
                  <a:lnTo>
                    <a:pt x="109" y="88"/>
                  </a:lnTo>
                  <a:lnTo>
                    <a:pt x="0" y="228"/>
                  </a:lnTo>
                  <a:lnTo>
                    <a:pt x="0" y="32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7002621" y="2712519"/>
              <a:ext cx="724" cy="353"/>
            </a:xfrm>
            <a:custGeom>
              <a:avLst/>
              <a:pathLst>
                <a:path w="724" h="353">
                  <a:moveTo>
                    <a:pt x="724" y="353"/>
                  </a:moveTo>
                  <a:lnTo>
                    <a:pt x="653" y="182"/>
                  </a:lnTo>
                  <a:lnTo>
                    <a:pt x="546" y="101"/>
                  </a:lnTo>
                  <a:lnTo>
                    <a:pt x="349" y="0"/>
                  </a:lnTo>
                  <a:lnTo>
                    <a:pt x="0" y="48"/>
                  </a:lnTo>
                  <a:lnTo>
                    <a:pt x="9" y="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7002895" y="2712728"/>
              <a:ext cx="215" cy="201"/>
            </a:xfrm>
            <a:custGeom>
              <a:avLst/>
              <a:pathLst>
                <a:path w="215" h="201">
                  <a:moveTo>
                    <a:pt x="0" y="80"/>
                  </a:moveTo>
                  <a:lnTo>
                    <a:pt x="8" y="195"/>
                  </a:lnTo>
                  <a:lnTo>
                    <a:pt x="143" y="201"/>
                  </a:lnTo>
                  <a:lnTo>
                    <a:pt x="191" y="164"/>
                  </a:lnTo>
                  <a:lnTo>
                    <a:pt x="215" y="108"/>
                  </a:lnTo>
                  <a:lnTo>
                    <a:pt x="185" y="20"/>
                  </a:lnTo>
                  <a:lnTo>
                    <a:pt x="78" y="0"/>
                  </a:lnTo>
                  <a:lnTo>
                    <a:pt x="0" y="8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7039209" y="2712621"/>
              <a:ext cx="444" cy="405"/>
            </a:xfrm>
            <a:custGeom>
              <a:avLst/>
              <a:pathLst>
                <a:path w="444" h="405">
                  <a:moveTo>
                    <a:pt x="0" y="0"/>
                  </a:moveTo>
                  <a:lnTo>
                    <a:pt x="178" y="112"/>
                  </a:lnTo>
                  <a:lnTo>
                    <a:pt x="284" y="263"/>
                  </a:lnTo>
                  <a:lnTo>
                    <a:pt x="382" y="345"/>
                  </a:lnTo>
                  <a:lnTo>
                    <a:pt x="444" y="405"/>
                  </a:lnTo>
                  <a:lnTo>
                    <a:pt x="444" y="38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7002316" y="2712808"/>
              <a:ext cx="608" cy="294"/>
            </a:xfrm>
            <a:custGeom>
              <a:avLst/>
              <a:pathLst>
                <a:path w="608" h="294">
                  <a:moveTo>
                    <a:pt x="0" y="0"/>
                  </a:moveTo>
                  <a:lnTo>
                    <a:pt x="124" y="171"/>
                  </a:lnTo>
                  <a:lnTo>
                    <a:pt x="285" y="212"/>
                  </a:lnTo>
                  <a:lnTo>
                    <a:pt x="438" y="283"/>
                  </a:lnTo>
                  <a:lnTo>
                    <a:pt x="608" y="294"/>
                  </a:lnTo>
                  <a:lnTo>
                    <a:pt x="608" y="27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7039633" y="2713180"/>
              <a:ext cx="234" cy="199"/>
            </a:xfrm>
            <a:custGeom>
              <a:avLst/>
              <a:pathLst>
                <a:path w="234" h="199">
                  <a:moveTo>
                    <a:pt x="234" y="0"/>
                  </a:moveTo>
                  <a:lnTo>
                    <a:pt x="117" y="69"/>
                  </a:lnTo>
                  <a:lnTo>
                    <a:pt x="72" y="129"/>
                  </a:lnTo>
                  <a:lnTo>
                    <a:pt x="0" y="199"/>
                  </a:lnTo>
                  <a:lnTo>
                    <a:pt x="9" y="19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7039595" y="2712413"/>
              <a:ext cx="956" cy="1100"/>
            </a:xfrm>
            <a:custGeom>
              <a:avLst/>
              <a:pathLst>
                <a:path w="956" h="1100">
                  <a:moveTo>
                    <a:pt x="449" y="1100"/>
                  </a:moveTo>
                  <a:lnTo>
                    <a:pt x="620" y="1001"/>
                  </a:lnTo>
                  <a:lnTo>
                    <a:pt x="738" y="800"/>
                  </a:lnTo>
                  <a:lnTo>
                    <a:pt x="864" y="650"/>
                  </a:lnTo>
                  <a:lnTo>
                    <a:pt x="946" y="570"/>
                  </a:lnTo>
                  <a:lnTo>
                    <a:pt x="956" y="379"/>
                  </a:lnTo>
                  <a:lnTo>
                    <a:pt x="706" y="216"/>
                  </a:lnTo>
                  <a:lnTo>
                    <a:pt x="250" y="11"/>
                  </a:lnTo>
                  <a:lnTo>
                    <a:pt x="80" y="1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7039144" y="2712913"/>
              <a:ext cx="327" cy="606"/>
            </a:xfrm>
            <a:custGeom>
              <a:avLst/>
              <a:pathLst>
                <a:path w="327" h="606">
                  <a:moveTo>
                    <a:pt x="327" y="606"/>
                  </a:moveTo>
                  <a:lnTo>
                    <a:pt x="284" y="404"/>
                  </a:lnTo>
                  <a:lnTo>
                    <a:pt x="186" y="212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6998559" y="2713500"/>
              <a:ext cx="384" cy="392"/>
            </a:xfrm>
            <a:custGeom>
              <a:avLst/>
              <a:pathLst>
                <a:path w="384" h="392">
                  <a:moveTo>
                    <a:pt x="0" y="160"/>
                  </a:moveTo>
                  <a:lnTo>
                    <a:pt x="35" y="241"/>
                  </a:lnTo>
                  <a:lnTo>
                    <a:pt x="107" y="281"/>
                  </a:lnTo>
                  <a:lnTo>
                    <a:pt x="178" y="332"/>
                  </a:lnTo>
                  <a:lnTo>
                    <a:pt x="277" y="392"/>
                  </a:lnTo>
                  <a:lnTo>
                    <a:pt x="339" y="383"/>
                  </a:lnTo>
                  <a:lnTo>
                    <a:pt x="384" y="332"/>
                  </a:lnTo>
                  <a:lnTo>
                    <a:pt x="349" y="272"/>
                  </a:lnTo>
                  <a:lnTo>
                    <a:pt x="295" y="161"/>
                  </a:lnTo>
                  <a:lnTo>
                    <a:pt x="224" y="60"/>
                  </a:lnTo>
                  <a:lnTo>
                    <a:pt x="188" y="20"/>
                  </a:lnTo>
                  <a:lnTo>
                    <a:pt x="18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7038686" y="2712900"/>
              <a:ext cx="1178" cy="1011"/>
            </a:xfrm>
            <a:custGeom>
              <a:avLst/>
              <a:pathLst>
                <a:path w="1178" h="1011">
                  <a:moveTo>
                    <a:pt x="1" y="0"/>
                  </a:moveTo>
                  <a:lnTo>
                    <a:pt x="0" y="191"/>
                  </a:lnTo>
                  <a:lnTo>
                    <a:pt x="150" y="474"/>
                  </a:lnTo>
                  <a:lnTo>
                    <a:pt x="238" y="686"/>
                  </a:lnTo>
                  <a:lnTo>
                    <a:pt x="344" y="878"/>
                  </a:lnTo>
                  <a:lnTo>
                    <a:pt x="505" y="1000"/>
                  </a:lnTo>
                  <a:lnTo>
                    <a:pt x="711" y="1011"/>
                  </a:lnTo>
                  <a:lnTo>
                    <a:pt x="882" y="932"/>
                  </a:lnTo>
                  <a:lnTo>
                    <a:pt x="1178" y="753"/>
                  </a:lnTo>
                  <a:lnTo>
                    <a:pt x="1178" y="74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7070452" y="2714878"/>
              <a:ext cx="1000" cy="897"/>
            </a:xfrm>
            <a:custGeom>
              <a:avLst/>
              <a:pathLst>
                <a:path w="1000" h="897">
                  <a:moveTo>
                    <a:pt x="819" y="849"/>
                  </a:moveTo>
                  <a:lnTo>
                    <a:pt x="919" y="729"/>
                  </a:lnTo>
                  <a:lnTo>
                    <a:pt x="1000" y="619"/>
                  </a:lnTo>
                  <a:lnTo>
                    <a:pt x="904" y="387"/>
                  </a:lnTo>
                  <a:lnTo>
                    <a:pt x="691" y="133"/>
                  </a:lnTo>
                  <a:lnTo>
                    <a:pt x="423" y="0"/>
                  </a:lnTo>
                  <a:lnTo>
                    <a:pt x="37" y="86"/>
                  </a:lnTo>
                  <a:lnTo>
                    <a:pt x="0" y="317"/>
                  </a:lnTo>
                  <a:lnTo>
                    <a:pt x="78" y="520"/>
                  </a:lnTo>
                  <a:lnTo>
                    <a:pt x="139" y="711"/>
                  </a:lnTo>
                  <a:lnTo>
                    <a:pt x="237" y="823"/>
                  </a:lnTo>
                  <a:lnTo>
                    <a:pt x="362" y="845"/>
                  </a:lnTo>
                  <a:lnTo>
                    <a:pt x="523" y="897"/>
                  </a:lnTo>
                  <a:lnTo>
                    <a:pt x="524" y="88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7118533" y="2714622"/>
              <a:ext cx="840" cy="2983"/>
            </a:xfrm>
            <a:custGeom>
              <a:avLst/>
              <a:pathLst>
                <a:path w="840" h="2983">
                  <a:moveTo>
                    <a:pt x="0" y="0"/>
                  </a:moveTo>
                  <a:lnTo>
                    <a:pt x="315" y="238"/>
                  </a:lnTo>
                  <a:lnTo>
                    <a:pt x="735" y="835"/>
                  </a:lnTo>
                  <a:lnTo>
                    <a:pt x="840" y="1789"/>
                  </a:lnTo>
                  <a:lnTo>
                    <a:pt x="840" y="2505"/>
                  </a:lnTo>
                  <a:lnTo>
                    <a:pt x="735" y="298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7117166" y="2714980"/>
              <a:ext cx="946" cy="2744"/>
            </a:xfrm>
            <a:custGeom>
              <a:avLst/>
              <a:pathLst>
                <a:path w="946" h="2744">
                  <a:moveTo>
                    <a:pt x="946" y="2744"/>
                  </a:moveTo>
                  <a:lnTo>
                    <a:pt x="525" y="2505"/>
                  </a:lnTo>
                  <a:lnTo>
                    <a:pt x="0" y="1909"/>
                  </a:lnTo>
                  <a:lnTo>
                    <a:pt x="0" y="954"/>
                  </a:lnTo>
                  <a:lnTo>
                    <a:pt x="10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6989986" y="2719694"/>
              <a:ext cx="815" cy="200"/>
            </a:xfrm>
            <a:custGeom>
              <a:avLst/>
              <a:pathLst>
                <a:path w="815" h="200">
                  <a:moveTo>
                    <a:pt x="815" y="112"/>
                  </a:moveTo>
                  <a:lnTo>
                    <a:pt x="654" y="21"/>
                  </a:lnTo>
                  <a:lnTo>
                    <a:pt x="439" y="30"/>
                  </a:lnTo>
                  <a:lnTo>
                    <a:pt x="296" y="0"/>
                  </a:lnTo>
                  <a:lnTo>
                    <a:pt x="0" y="20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6990039" y="2720219"/>
              <a:ext cx="752" cy="139"/>
            </a:xfrm>
            <a:custGeom>
              <a:avLst/>
              <a:pathLst>
                <a:path w="752" h="139">
                  <a:moveTo>
                    <a:pt x="0" y="17"/>
                  </a:moveTo>
                  <a:lnTo>
                    <a:pt x="89" y="139"/>
                  </a:lnTo>
                  <a:lnTo>
                    <a:pt x="304" y="99"/>
                  </a:lnTo>
                  <a:lnTo>
                    <a:pt x="438" y="99"/>
                  </a:lnTo>
                  <a:lnTo>
                    <a:pt x="743" y="0"/>
                  </a:lnTo>
                  <a:lnTo>
                    <a:pt x="75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6982867" y="2716378"/>
              <a:ext cx="1563" cy="5661"/>
            </a:xfrm>
            <a:custGeom>
              <a:avLst/>
              <a:pathLst>
                <a:path w="1563" h="5661">
                  <a:moveTo>
                    <a:pt x="38" y="5029"/>
                  </a:moveTo>
                  <a:lnTo>
                    <a:pt x="166" y="4740"/>
                  </a:lnTo>
                  <a:lnTo>
                    <a:pt x="382" y="4109"/>
                  </a:lnTo>
                  <a:lnTo>
                    <a:pt x="482" y="3356"/>
                  </a:lnTo>
                  <a:lnTo>
                    <a:pt x="556" y="2572"/>
                  </a:lnTo>
                  <a:lnTo>
                    <a:pt x="687" y="2031"/>
                  </a:lnTo>
                  <a:lnTo>
                    <a:pt x="803" y="1499"/>
                  </a:lnTo>
                  <a:lnTo>
                    <a:pt x="806" y="1117"/>
                  </a:lnTo>
                  <a:lnTo>
                    <a:pt x="668" y="863"/>
                  </a:lnTo>
                  <a:lnTo>
                    <a:pt x="498" y="739"/>
                  </a:lnTo>
                  <a:lnTo>
                    <a:pt x="474" y="508"/>
                  </a:lnTo>
                  <a:lnTo>
                    <a:pt x="656" y="219"/>
                  </a:lnTo>
                  <a:lnTo>
                    <a:pt x="768" y="0"/>
                  </a:lnTo>
                  <a:lnTo>
                    <a:pt x="884" y="11"/>
                  </a:lnTo>
                  <a:lnTo>
                    <a:pt x="1339" y="59"/>
                  </a:lnTo>
                  <a:lnTo>
                    <a:pt x="1416" y="343"/>
                  </a:lnTo>
                  <a:lnTo>
                    <a:pt x="1470" y="1048"/>
                  </a:lnTo>
                  <a:lnTo>
                    <a:pt x="1551" y="1532"/>
                  </a:lnTo>
                  <a:lnTo>
                    <a:pt x="1563" y="2187"/>
                  </a:lnTo>
                  <a:lnTo>
                    <a:pt x="1509" y="2890"/>
                  </a:lnTo>
                  <a:lnTo>
                    <a:pt x="1354" y="3582"/>
                  </a:lnTo>
                  <a:lnTo>
                    <a:pt x="1285" y="4245"/>
                  </a:lnTo>
                  <a:lnTo>
                    <a:pt x="1134" y="4776"/>
                  </a:lnTo>
                  <a:lnTo>
                    <a:pt x="965" y="5297"/>
                  </a:lnTo>
                  <a:lnTo>
                    <a:pt x="803" y="5566"/>
                  </a:lnTo>
                  <a:lnTo>
                    <a:pt x="494" y="5661"/>
                  </a:lnTo>
                  <a:lnTo>
                    <a:pt x="274" y="5587"/>
                  </a:lnTo>
                  <a:lnTo>
                    <a:pt x="42" y="5402"/>
                  </a:lnTo>
                  <a:lnTo>
                    <a:pt x="27" y="5267"/>
                  </a:lnTo>
                  <a:lnTo>
                    <a:pt x="0" y="517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7012914" y="2722423"/>
              <a:ext cx="529" cy="188"/>
            </a:xfrm>
            <a:custGeom>
              <a:avLst/>
              <a:pathLst>
                <a:path w="529" h="188">
                  <a:moveTo>
                    <a:pt x="0" y="188"/>
                  </a:moveTo>
                  <a:lnTo>
                    <a:pt x="196" y="159"/>
                  </a:lnTo>
                  <a:lnTo>
                    <a:pt x="385" y="110"/>
                  </a:lnTo>
                  <a:lnTo>
                    <a:pt x="529" y="30"/>
                  </a:lnTo>
                  <a:lnTo>
                    <a:pt x="51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7011992" y="2721879"/>
              <a:ext cx="1551" cy="799"/>
            </a:xfrm>
            <a:custGeom>
              <a:avLst/>
              <a:pathLst>
                <a:path w="1551" h="799">
                  <a:moveTo>
                    <a:pt x="1551" y="21"/>
                  </a:moveTo>
                  <a:lnTo>
                    <a:pt x="1355" y="0"/>
                  </a:lnTo>
                  <a:lnTo>
                    <a:pt x="1122" y="29"/>
                  </a:lnTo>
                  <a:lnTo>
                    <a:pt x="915" y="88"/>
                  </a:lnTo>
                  <a:lnTo>
                    <a:pt x="718" y="157"/>
                  </a:lnTo>
                  <a:lnTo>
                    <a:pt x="315" y="256"/>
                  </a:lnTo>
                  <a:lnTo>
                    <a:pt x="117" y="376"/>
                  </a:lnTo>
                  <a:lnTo>
                    <a:pt x="0" y="728"/>
                  </a:lnTo>
                  <a:lnTo>
                    <a:pt x="196" y="79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7012341" y="2722641"/>
              <a:ext cx="349" cy="109"/>
            </a:xfrm>
            <a:custGeom>
              <a:avLst/>
              <a:pathLst>
                <a:path w="349" h="109">
                  <a:moveTo>
                    <a:pt x="0" y="78"/>
                  </a:moveTo>
                  <a:lnTo>
                    <a:pt x="134" y="109"/>
                  </a:lnTo>
                  <a:lnTo>
                    <a:pt x="277" y="70"/>
                  </a:lnTo>
                  <a:lnTo>
                    <a:pt x="349" y="30"/>
                  </a:lnTo>
                  <a:lnTo>
                    <a:pt x="34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7013733" y="2721430"/>
              <a:ext cx="707" cy="1469"/>
            </a:xfrm>
            <a:custGeom>
              <a:avLst/>
              <a:pathLst>
                <a:path w="707" h="1469">
                  <a:moveTo>
                    <a:pt x="388" y="1469"/>
                  </a:moveTo>
                  <a:lnTo>
                    <a:pt x="542" y="1198"/>
                  </a:lnTo>
                  <a:lnTo>
                    <a:pt x="615" y="896"/>
                  </a:lnTo>
                  <a:lnTo>
                    <a:pt x="634" y="584"/>
                  </a:lnTo>
                  <a:lnTo>
                    <a:pt x="707" y="252"/>
                  </a:lnTo>
                  <a:lnTo>
                    <a:pt x="539" y="0"/>
                  </a:lnTo>
                  <a:lnTo>
                    <a:pt x="287" y="250"/>
                  </a:lnTo>
                  <a:lnTo>
                    <a:pt x="8" y="389"/>
                  </a:lnTo>
                  <a:lnTo>
                    <a:pt x="0" y="37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7011122" y="2722724"/>
              <a:ext cx="527" cy="595"/>
            </a:xfrm>
            <a:custGeom>
              <a:avLst/>
              <a:pathLst>
                <a:path w="527" h="595">
                  <a:moveTo>
                    <a:pt x="63" y="40"/>
                  </a:moveTo>
                  <a:lnTo>
                    <a:pt x="0" y="251"/>
                  </a:lnTo>
                  <a:lnTo>
                    <a:pt x="7" y="432"/>
                  </a:lnTo>
                  <a:lnTo>
                    <a:pt x="141" y="523"/>
                  </a:lnTo>
                  <a:lnTo>
                    <a:pt x="374" y="595"/>
                  </a:lnTo>
                  <a:lnTo>
                    <a:pt x="446" y="464"/>
                  </a:lnTo>
                  <a:lnTo>
                    <a:pt x="527" y="304"/>
                  </a:lnTo>
                  <a:lnTo>
                    <a:pt x="322" y="51"/>
                  </a:lnTo>
                  <a:lnTo>
                    <a:pt x="117" y="10"/>
                  </a:lnTo>
                  <a:lnTo>
                    <a:pt x="10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7009982" y="2723176"/>
              <a:ext cx="1048" cy="853"/>
            </a:xfrm>
            <a:custGeom>
              <a:avLst/>
              <a:pathLst>
                <a:path w="1048" h="853">
                  <a:moveTo>
                    <a:pt x="425" y="29"/>
                  </a:moveTo>
                  <a:lnTo>
                    <a:pt x="368" y="77"/>
                  </a:lnTo>
                  <a:lnTo>
                    <a:pt x="225" y="147"/>
                  </a:lnTo>
                  <a:lnTo>
                    <a:pt x="72" y="347"/>
                  </a:lnTo>
                  <a:lnTo>
                    <a:pt x="0" y="609"/>
                  </a:lnTo>
                  <a:lnTo>
                    <a:pt x="178" y="841"/>
                  </a:lnTo>
                  <a:lnTo>
                    <a:pt x="500" y="853"/>
                  </a:lnTo>
                  <a:lnTo>
                    <a:pt x="769" y="753"/>
                  </a:lnTo>
                  <a:lnTo>
                    <a:pt x="948" y="633"/>
                  </a:lnTo>
                  <a:lnTo>
                    <a:pt x="1048" y="433"/>
                  </a:lnTo>
                  <a:lnTo>
                    <a:pt x="1040" y="221"/>
                  </a:lnTo>
                  <a:lnTo>
                    <a:pt x="932" y="130"/>
                  </a:lnTo>
                  <a:lnTo>
                    <a:pt x="727" y="79"/>
                  </a:lnTo>
                  <a:lnTo>
                    <a:pt x="52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7013194" y="2722806"/>
              <a:ext cx="791" cy="1398"/>
            </a:xfrm>
            <a:custGeom>
              <a:avLst/>
              <a:pathLst>
                <a:path w="791" h="1398">
                  <a:moveTo>
                    <a:pt x="345" y="0"/>
                  </a:moveTo>
                  <a:lnTo>
                    <a:pt x="299" y="120"/>
                  </a:lnTo>
                  <a:lnTo>
                    <a:pt x="156" y="260"/>
                  </a:lnTo>
                  <a:lnTo>
                    <a:pt x="83" y="482"/>
                  </a:lnTo>
                  <a:lnTo>
                    <a:pt x="2" y="703"/>
                  </a:lnTo>
                  <a:lnTo>
                    <a:pt x="0" y="1065"/>
                  </a:lnTo>
                  <a:lnTo>
                    <a:pt x="35" y="1277"/>
                  </a:lnTo>
                  <a:lnTo>
                    <a:pt x="133" y="1398"/>
                  </a:lnTo>
                  <a:lnTo>
                    <a:pt x="384" y="1278"/>
                  </a:lnTo>
                  <a:lnTo>
                    <a:pt x="519" y="1027"/>
                  </a:lnTo>
                  <a:lnTo>
                    <a:pt x="609" y="857"/>
                  </a:lnTo>
                  <a:lnTo>
                    <a:pt x="745" y="666"/>
                  </a:lnTo>
                  <a:lnTo>
                    <a:pt x="791" y="394"/>
                  </a:lnTo>
                  <a:lnTo>
                    <a:pt x="791" y="38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7047076" y="2725111"/>
              <a:ext cx="671" cy="117"/>
            </a:xfrm>
            <a:custGeom>
              <a:avLst/>
              <a:pathLst>
                <a:path w="671" h="117">
                  <a:moveTo>
                    <a:pt x="671" y="0"/>
                  </a:moveTo>
                  <a:lnTo>
                    <a:pt x="510" y="69"/>
                  </a:lnTo>
                  <a:lnTo>
                    <a:pt x="385" y="58"/>
                  </a:lnTo>
                  <a:lnTo>
                    <a:pt x="259" y="87"/>
                  </a:lnTo>
                  <a:lnTo>
                    <a:pt x="196" y="117"/>
                  </a:lnTo>
                  <a:lnTo>
                    <a:pt x="0" y="95"/>
                  </a:lnTo>
                  <a:lnTo>
                    <a:pt x="0" y="8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7048043" y="2725115"/>
              <a:ext cx="884" cy="186"/>
            </a:xfrm>
            <a:custGeom>
              <a:avLst/>
              <a:pathLst>
                <a:path w="884" h="186">
                  <a:moveTo>
                    <a:pt x="884" y="186"/>
                  </a:moveTo>
                  <a:lnTo>
                    <a:pt x="429" y="91"/>
                  </a:lnTo>
                  <a:lnTo>
                    <a:pt x="393" y="61"/>
                  </a:lnTo>
                  <a:lnTo>
                    <a:pt x="268" y="0"/>
                  </a:lnTo>
                  <a:lnTo>
                    <a:pt x="26" y="58"/>
                  </a:lnTo>
                  <a:lnTo>
                    <a:pt x="0" y="5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7008250" y="2724423"/>
              <a:ext cx="697" cy="997"/>
            </a:xfrm>
            <a:custGeom>
              <a:avLst/>
              <a:pathLst>
                <a:path w="697" h="997">
                  <a:moveTo>
                    <a:pt x="18" y="210"/>
                  </a:moveTo>
                  <a:lnTo>
                    <a:pt x="0" y="411"/>
                  </a:lnTo>
                  <a:lnTo>
                    <a:pt x="52" y="583"/>
                  </a:lnTo>
                  <a:lnTo>
                    <a:pt x="124" y="714"/>
                  </a:lnTo>
                  <a:lnTo>
                    <a:pt x="239" y="916"/>
                  </a:lnTo>
                  <a:lnTo>
                    <a:pt x="382" y="997"/>
                  </a:lnTo>
                  <a:lnTo>
                    <a:pt x="579" y="937"/>
                  </a:lnTo>
                  <a:lnTo>
                    <a:pt x="678" y="757"/>
                  </a:lnTo>
                  <a:lnTo>
                    <a:pt x="697" y="565"/>
                  </a:lnTo>
                  <a:lnTo>
                    <a:pt x="689" y="253"/>
                  </a:lnTo>
                  <a:lnTo>
                    <a:pt x="601" y="102"/>
                  </a:lnTo>
                  <a:lnTo>
                    <a:pt x="431" y="10"/>
                  </a:lnTo>
                  <a:lnTo>
                    <a:pt x="252" y="10"/>
                  </a:lnTo>
                  <a:lnTo>
                    <a:pt x="24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7047118" y="2725514"/>
              <a:ext cx="699" cy="205"/>
            </a:xfrm>
            <a:custGeom>
              <a:avLst/>
              <a:pathLst>
                <a:path w="699" h="205">
                  <a:moveTo>
                    <a:pt x="0" y="205"/>
                  </a:moveTo>
                  <a:lnTo>
                    <a:pt x="161" y="166"/>
                  </a:lnTo>
                  <a:lnTo>
                    <a:pt x="305" y="127"/>
                  </a:lnTo>
                  <a:lnTo>
                    <a:pt x="538" y="49"/>
                  </a:lnTo>
                  <a:lnTo>
                    <a:pt x="69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7048094" y="2725607"/>
              <a:ext cx="607" cy="186"/>
            </a:xfrm>
            <a:custGeom>
              <a:avLst/>
              <a:pathLst>
                <a:path w="607" h="186">
                  <a:moveTo>
                    <a:pt x="0" y="0"/>
                  </a:moveTo>
                  <a:lnTo>
                    <a:pt x="151" y="31"/>
                  </a:lnTo>
                  <a:lnTo>
                    <a:pt x="241" y="52"/>
                  </a:lnTo>
                  <a:lnTo>
                    <a:pt x="383" y="93"/>
                  </a:lnTo>
                  <a:lnTo>
                    <a:pt x="544" y="145"/>
                  </a:lnTo>
                  <a:lnTo>
                    <a:pt x="607" y="186"/>
                  </a:lnTo>
                  <a:lnTo>
                    <a:pt x="607" y="17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7049178" y="2725435"/>
              <a:ext cx="462" cy="476"/>
            </a:xfrm>
            <a:custGeom>
              <a:avLst/>
              <a:pathLst>
                <a:path w="462" h="476">
                  <a:moveTo>
                    <a:pt x="462" y="476"/>
                  </a:moveTo>
                  <a:lnTo>
                    <a:pt x="356" y="224"/>
                  </a:lnTo>
                  <a:lnTo>
                    <a:pt x="231" y="112"/>
                  </a:lnTo>
                  <a:lnTo>
                    <a:pt x="71" y="50"/>
                  </a:lnTo>
                  <a:lnTo>
                    <a:pt x="0" y="0"/>
                  </a:lnTo>
                  <a:lnTo>
                    <a:pt x="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7007207" y="2724924"/>
              <a:ext cx="725" cy="1388"/>
            </a:xfrm>
            <a:custGeom>
              <a:avLst/>
              <a:pathLst>
                <a:path w="725" h="1388">
                  <a:moveTo>
                    <a:pt x="549" y="70"/>
                  </a:moveTo>
                  <a:lnTo>
                    <a:pt x="442" y="99"/>
                  </a:lnTo>
                  <a:lnTo>
                    <a:pt x="253" y="169"/>
                  </a:lnTo>
                  <a:lnTo>
                    <a:pt x="100" y="380"/>
                  </a:lnTo>
                  <a:lnTo>
                    <a:pt x="55" y="661"/>
                  </a:lnTo>
                  <a:lnTo>
                    <a:pt x="0" y="943"/>
                  </a:lnTo>
                  <a:lnTo>
                    <a:pt x="132" y="1316"/>
                  </a:lnTo>
                  <a:lnTo>
                    <a:pt x="436" y="1388"/>
                  </a:lnTo>
                  <a:lnTo>
                    <a:pt x="553" y="1258"/>
                  </a:lnTo>
                  <a:lnTo>
                    <a:pt x="670" y="1037"/>
                  </a:lnTo>
                  <a:lnTo>
                    <a:pt x="725" y="715"/>
                  </a:lnTo>
                  <a:lnTo>
                    <a:pt x="708" y="533"/>
                  </a:lnTo>
                  <a:lnTo>
                    <a:pt x="647" y="110"/>
                  </a:lnTo>
                  <a:lnTo>
                    <a:pt x="62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7046460" y="2725315"/>
              <a:ext cx="329" cy="1074"/>
            </a:xfrm>
            <a:custGeom>
              <a:avLst/>
              <a:pathLst>
                <a:path w="329" h="1074">
                  <a:moveTo>
                    <a:pt x="329" y="0"/>
                  </a:moveTo>
                  <a:lnTo>
                    <a:pt x="265" y="210"/>
                  </a:lnTo>
                  <a:lnTo>
                    <a:pt x="166" y="351"/>
                  </a:lnTo>
                  <a:lnTo>
                    <a:pt x="75" y="602"/>
                  </a:lnTo>
                  <a:lnTo>
                    <a:pt x="10" y="823"/>
                  </a:lnTo>
                  <a:lnTo>
                    <a:pt x="0" y="1064"/>
                  </a:lnTo>
                  <a:lnTo>
                    <a:pt x="0" y="107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7010204" y="2726083"/>
              <a:ext cx="228" cy="351"/>
            </a:xfrm>
            <a:custGeom>
              <a:avLst/>
              <a:pathLst>
                <a:path w="228" h="351">
                  <a:moveTo>
                    <a:pt x="96" y="0"/>
                  </a:moveTo>
                  <a:lnTo>
                    <a:pt x="15" y="67"/>
                  </a:lnTo>
                  <a:lnTo>
                    <a:pt x="0" y="162"/>
                  </a:lnTo>
                  <a:lnTo>
                    <a:pt x="71" y="326"/>
                  </a:lnTo>
                  <a:lnTo>
                    <a:pt x="107" y="351"/>
                  </a:lnTo>
                  <a:lnTo>
                    <a:pt x="179" y="338"/>
                  </a:lnTo>
                  <a:lnTo>
                    <a:pt x="228" y="259"/>
                  </a:lnTo>
                  <a:lnTo>
                    <a:pt x="225" y="115"/>
                  </a:lnTo>
                  <a:lnTo>
                    <a:pt x="151" y="22"/>
                  </a:lnTo>
                  <a:lnTo>
                    <a:pt x="9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7046961" y="2725921"/>
              <a:ext cx="55" cy="523"/>
            </a:xfrm>
            <a:custGeom>
              <a:avLst/>
              <a:pathLst>
                <a:path w="55" h="523">
                  <a:moveTo>
                    <a:pt x="7" y="523"/>
                  </a:moveTo>
                  <a:lnTo>
                    <a:pt x="0" y="402"/>
                  </a:lnTo>
                  <a:lnTo>
                    <a:pt x="10" y="251"/>
                  </a:lnTo>
                  <a:lnTo>
                    <a:pt x="55" y="90"/>
                  </a:lnTo>
                  <a:lnTo>
                    <a:pt x="4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7001540" y="2725824"/>
              <a:ext cx="609" cy="665"/>
            </a:xfrm>
            <a:custGeom>
              <a:avLst/>
              <a:pathLst>
                <a:path w="609" h="665">
                  <a:moveTo>
                    <a:pt x="0" y="422"/>
                  </a:moveTo>
                  <a:lnTo>
                    <a:pt x="169" y="634"/>
                  </a:lnTo>
                  <a:lnTo>
                    <a:pt x="348" y="665"/>
                  </a:lnTo>
                  <a:lnTo>
                    <a:pt x="509" y="625"/>
                  </a:lnTo>
                  <a:lnTo>
                    <a:pt x="590" y="535"/>
                  </a:lnTo>
                  <a:lnTo>
                    <a:pt x="609" y="263"/>
                  </a:lnTo>
                  <a:lnTo>
                    <a:pt x="529" y="152"/>
                  </a:lnTo>
                  <a:lnTo>
                    <a:pt x="413" y="41"/>
                  </a:lnTo>
                  <a:lnTo>
                    <a:pt x="207" y="10"/>
                  </a:lnTo>
                  <a:lnTo>
                    <a:pt x="100" y="0"/>
                  </a:lnTo>
                  <a:lnTo>
                    <a:pt x="46" y="80"/>
                  </a:lnTo>
                  <a:lnTo>
                    <a:pt x="46" y="7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7005649" y="2725741"/>
              <a:ext cx="1287" cy="979"/>
            </a:xfrm>
            <a:custGeom>
              <a:avLst/>
              <a:pathLst>
                <a:path w="1287" h="979">
                  <a:moveTo>
                    <a:pt x="0" y="280"/>
                  </a:moveTo>
                  <a:lnTo>
                    <a:pt x="25" y="593"/>
                  </a:lnTo>
                  <a:lnTo>
                    <a:pt x="247" y="815"/>
                  </a:lnTo>
                  <a:lnTo>
                    <a:pt x="382" y="876"/>
                  </a:lnTo>
                  <a:lnTo>
                    <a:pt x="632" y="958"/>
                  </a:lnTo>
                  <a:lnTo>
                    <a:pt x="954" y="979"/>
                  </a:lnTo>
                  <a:lnTo>
                    <a:pt x="1115" y="940"/>
                  </a:lnTo>
                  <a:lnTo>
                    <a:pt x="1232" y="829"/>
                  </a:lnTo>
                  <a:lnTo>
                    <a:pt x="1287" y="558"/>
                  </a:lnTo>
                  <a:lnTo>
                    <a:pt x="1118" y="275"/>
                  </a:lnTo>
                  <a:lnTo>
                    <a:pt x="894" y="143"/>
                  </a:lnTo>
                  <a:lnTo>
                    <a:pt x="653" y="92"/>
                  </a:lnTo>
                  <a:lnTo>
                    <a:pt x="430" y="10"/>
                  </a:lnTo>
                  <a:lnTo>
                    <a:pt x="233" y="0"/>
                  </a:lnTo>
                  <a:lnTo>
                    <a:pt x="125" y="90"/>
                  </a:lnTo>
                  <a:lnTo>
                    <a:pt x="71" y="220"/>
                  </a:lnTo>
                  <a:lnTo>
                    <a:pt x="35" y="21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7011232" y="2725908"/>
              <a:ext cx="771" cy="835"/>
            </a:xfrm>
            <a:custGeom>
              <a:avLst/>
              <a:pathLst>
                <a:path w="771" h="835">
                  <a:moveTo>
                    <a:pt x="0" y="441"/>
                  </a:moveTo>
                  <a:lnTo>
                    <a:pt x="0" y="602"/>
                  </a:lnTo>
                  <a:lnTo>
                    <a:pt x="160" y="744"/>
                  </a:lnTo>
                  <a:lnTo>
                    <a:pt x="347" y="835"/>
                  </a:lnTo>
                  <a:lnTo>
                    <a:pt x="535" y="776"/>
                  </a:lnTo>
                  <a:lnTo>
                    <a:pt x="707" y="535"/>
                  </a:lnTo>
                  <a:lnTo>
                    <a:pt x="771" y="364"/>
                  </a:lnTo>
                  <a:lnTo>
                    <a:pt x="583" y="111"/>
                  </a:lnTo>
                  <a:lnTo>
                    <a:pt x="351" y="0"/>
                  </a:lnTo>
                  <a:lnTo>
                    <a:pt x="100" y="99"/>
                  </a:lnTo>
                  <a:lnTo>
                    <a:pt x="37" y="159"/>
                  </a:lnTo>
                  <a:lnTo>
                    <a:pt x="37" y="16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7009703" y="2725619"/>
              <a:ext cx="1019" cy="1158"/>
            </a:xfrm>
            <a:custGeom>
              <a:avLst/>
              <a:pathLst>
                <a:path w="1019" h="1158">
                  <a:moveTo>
                    <a:pt x="45" y="249"/>
                  </a:moveTo>
                  <a:lnTo>
                    <a:pt x="0" y="460"/>
                  </a:lnTo>
                  <a:lnTo>
                    <a:pt x="221" y="935"/>
                  </a:lnTo>
                  <a:lnTo>
                    <a:pt x="373" y="1036"/>
                  </a:lnTo>
                  <a:lnTo>
                    <a:pt x="632" y="1158"/>
                  </a:lnTo>
                  <a:lnTo>
                    <a:pt x="856" y="1119"/>
                  </a:lnTo>
                  <a:lnTo>
                    <a:pt x="973" y="1019"/>
                  </a:lnTo>
                  <a:lnTo>
                    <a:pt x="1019" y="797"/>
                  </a:lnTo>
                  <a:lnTo>
                    <a:pt x="957" y="505"/>
                  </a:lnTo>
                  <a:lnTo>
                    <a:pt x="761" y="222"/>
                  </a:lnTo>
                  <a:lnTo>
                    <a:pt x="512" y="0"/>
                  </a:lnTo>
                  <a:lnTo>
                    <a:pt x="297" y="39"/>
                  </a:lnTo>
                  <a:lnTo>
                    <a:pt x="126" y="16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7001447" y="2726589"/>
              <a:ext cx="332" cy="271"/>
            </a:xfrm>
            <a:custGeom>
              <a:avLst/>
              <a:pathLst>
                <a:path w="332" h="271">
                  <a:moveTo>
                    <a:pt x="0" y="62"/>
                  </a:moveTo>
                  <a:lnTo>
                    <a:pt x="159" y="0"/>
                  </a:lnTo>
                  <a:lnTo>
                    <a:pt x="296" y="69"/>
                  </a:lnTo>
                  <a:lnTo>
                    <a:pt x="328" y="178"/>
                  </a:lnTo>
                  <a:lnTo>
                    <a:pt x="332" y="259"/>
                  </a:lnTo>
                  <a:lnTo>
                    <a:pt x="166" y="271"/>
                  </a:lnTo>
                  <a:lnTo>
                    <a:pt x="37" y="235"/>
                  </a:lnTo>
                  <a:lnTo>
                    <a:pt x="0" y="6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7048907" y="2725835"/>
              <a:ext cx="292" cy="1088"/>
            </a:xfrm>
            <a:custGeom>
              <a:avLst/>
              <a:pathLst>
                <a:path w="292" h="1088">
                  <a:moveTo>
                    <a:pt x="0" y="0"/>
                  </a:moveTo>
                  <a:lnTo>
                    <a:pt x="150" y="202"/>
                  </a:lnTo>
                  <a:lnTo>
                    <a:pt x="257" y="324"/>
                  </a:lnTo>
                  <a:lnTo>
                    <a:pt x="292" y="485"/>
                  </a:lnTo>
                  <a:lnTo>
                    <a:pt x="281" y="707"/>
                  </a:lnTo>
                  <a:lnTo>
                    <a:pt x="235" y="887"/>
                  </a:lnTo>
                  <a:lnTo>
                    <a:pt x="144" y="1088"/>
                  </a:lnTo>
                  <a:lnTo>
                    <a:pt x="135" y="106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7003167" y="2726064"/>
              <a:ext cx="689" cy="1037"/>
            </a:xfrm>
            <a:custGeom>
              <a:avLst/>
              <a:pathLst>
                <a:path w="689" h="1037">
                  <a:moveTo>
                    <a:pt x="368" y="40"/>
                  </a:moveTo>
                  <a:lnTo>
                    <a:pt x="207" y="139"/>
                  </a:lnTo>
                  <a:lnTo>
                    <a:pt x="37" y="239"/>
                  </a:lnTo>
                  <a:lnTo>
                    <a:pt x="0" y="531"/>
                  </a:lnTo>
                  <a:lnTo>
                    <a:pt x="115" y="844"/>
                  </a:lnTo>
                  <a:lnTo>
                    <a:pt x="356" y="1006"/>
                  </a:lnTo>
                  <a:lnTo>
                    <a:pt x="526" y="1037"/>
                  </a:lnTo>
                  <a:lnTo>
                    <a:pt x="634" y="755"/>
                  </a:lnTo>
                  <a:lnTo>
                    <a:pt x="689" y="564"/>
                  </a:lnTo>
                  <a:lnTo>
                    <a:pt x="662" y="373"/>
                  </a:lnTo>
                  <a:lnTo>
                    <a:pt x="476" y="10"/>
                  </a:lnTo>
                  <a:lnTo>
                    <a:pt x="48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7049407" y="2726203"/>
              <a:ext cx="238" cy="954"/>
            </a:xfrm>
            <a:custGeom>
              <a:avLst/>
              <a:pathLst>
                <a:path w="238" h="954">
                  <a:moveTo>
                    <a:pt x="0" y="954"/>
                  </a:moveTo>
                  <a:lnTo>
                    <a:pt x="172" y="694"/>
                  </a:lnTo>
                  <a:lnTo>
                    <a:pt x="182" y="523"/>
                  </a:lnTo>
                  <a:lnTo>
                    <a:pt x="219" y="362"/>
                  </a:lnTo>
                  <a:lnTo>
                    <a:pt x="238" y="171"/>
                  </a:lnTo>
                  <a:lnTo>
                    <a:pt x="20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7048280" y="2727084"/>
              <a:ext cx="662" cy="146"/>
            </a:xfrm>
            <a:custGeom>
              <a:avLst/>
              <a:pathLst>
                <a:path w="662" h="146">
                  <a:moveTo>
                    <a:pt x="662" y="0"/>
                  </a:moveTo>
                  <a:lnTo>
                    <a:pt x="519" y="49"/>
                  </a:lnTo>
                  <a:lnTo>
                    <a:pt x="259" y="47"/>
                  </a:lnTo>
                  <a:lnTo>
                    <a:pt x="98" y="146"/>
                  </a:lnTo>
                  <a:lnTo>
                    <a:pt x="0" y="11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7047546" y="2727204"/>
              <a:ext cx="492" cy="30"/>
            </a:xfrm>
            <a:custGeom>
              <a:avLst/>
              <a:pathLst>
                <a:path w="492" h="30">
                  <a:moveTo>
                    <a:pt x="492" y="3"/>
                  </a:moveTo>
                  <a:lnTo>
                    <a:pt x="322" y="12"/>
                  </a:lnTo>
                  <a:lnTo>
                    <a:pt x="241" y="1"/>
                  </a:lnTo>
                  <a:lnTo>
                    <a:pt x="80" y="30"/>
                  </a:lnTo>
                  <a:lnTo>
                    <a:pt x="0" y="1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7008984" y="2726540"/>
              <a:ext cx="715" cy="716"/>
            </a:xfrm>
            <a:custGeom>
              <a:avLst/>
              <a:pathLst>
                <a:path w="715" h="716">
                  <a:moveTo>
                    <a:pt x="0" y="432"/>
                  </a:moveTo>
                  <a:lnTo>
                    <a:pt x="142" y="594"/>
                  </a:lnTo>
                  <a:lnTo>
                    <a:pt x="293" y="705"/>
                  </a:lnTo>
                  <a:lnTo>
                    <a:pt x="490" y="716"/>
                  </a:lnTo>
                  <a:lnTo>
                    <a:pt x="598" y="686"/>
                  </a:lnTo>
                  <a:lnTo>
                    <a:pt x="688" y="596"/>
                  </a:lnTo>
                  <a:lnTo>
                    <a:pt x="715" y="485"/>
                  </a:lnTo>
                  <a:lnTo>
                    <a:pt x="475" y="122"/>
                  </a:lnTo>
                  <a:lnTo>
                    <a:pt x="332" y="41"/>
                  </a:lnTo>
                  <a:lnTo>
                    <a:pt x="13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7000750" y="2726275"/>
              <a:ext cx="849" cy="998"/>
            </a:xfrm>
            <a:custGeom>
              <a:avLst/>
              <a:pathLst>
                <a:path w="849" h="998">
                  <a:moveTo>
                    <a:pt x="619" y="162"/>
                  </a:moveTo>
                  <a:lnTo>
                    <a:pt x="449" y="61"/>
                  </a:lnTo>
                  <a:lnTo>
                    <a:pt x="208" y="0"/>
                  </a:lnTo>
                  <a:lnTo>
                    <a:pt x="100" y="100"/>
                  </a:lnTo>
                  <a:lnTo>
                    <a:pt x="45" y="331"/>
                  </a:lnTo>
                  <a:lnTo>
                    <a:pt x="0" y="563"/>
                  </a:lnTo>
                  <a:lnTo>
                    <a:pt x="35" y="673"/>
                  </a:lnTo>
                  <a:lnTo>
                    <a:pt x="213" y="855"/>
                  </a:lnTo>
                  <a:lnTo>
                    <a:pt x="302" y="926"/>
                  </a:lnTo>
                  <a:lnTo>
                    <a:pt x="428" y="987"/>
                  </a:lnTo>
                  <a:lnTo>
                    <a:pt x="580" y="998"/>
                  </a:lnTo>
                  <a:lnTo>
                    <a:pt x="652" y="968"/>
                  </a:lnTo>
                  <a:lnTo>
                    <a:pt x="759" y="888"/>
                  </a:lnTo>
                  <a:lnTo>
                    <a:pt x="840" y="797"/>
                  </a:lnTo>
                  <a:lnTo>
                    <a:pt x="849" y="77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7046923" y="2726625"/>
              <a:ext cx="353" cy="687"/>
            </a:xfrm>
            <a:custGeom>
              <a:avLst/>
              <a:pathLst>
                <a:path w="353" h="687">
                  <a:moveTo>
                    <a:pt x="353" y="687"/>
                  </a:moveTo>
                  <a:lnTo>
                    <a:pt x="309" y="515"/>
                  </a:lnTo>
                  <a:lnTo>
                    <a:pt x="221" y="344"/>
                  </a:lnTo>
                  <a:lnTo>
                    <a:pt x="114" y="222"/>
                  </a:lnTo>
                  <a:lnTo>
                    <a:pt x="52" y="101"/>
                  </a:lnTo>
                  <a:lnTo>
                    <a:pt x="0" y="1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7046403" y="2726741"/>
              <a:ext cx="362" cy="586"/>
            </a:xfrm>
            <a:custGeom>
              <a:avLst/>
              <a:pathLst>
                <a:path w="362" h="586">
                  <a:moveTo>
                    <a:pt x="0" y="0"/>
                  </a:moveTo>
                  <a:lnTo>
                    <a:pt x="25" y="141"/>
                  </a:lnTo>
                  <a:lnTo>
                    <a:pt x="132" y="303"/>
                  </a:lnTo>
                  <a:lnTo>
                    <a:pt x="247" y="475"/>
                  </a:lnTo>
                  <a:lnTo>
                    <a:pt x="362" y="586"/>
                  </a:lnTo>
                  <a:lnTo>
                    <a:pt x="362" y="57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6999827" y="2726736"/>
              <a:ext cx="673" cy="744"/>
            </a:xfrm>
            <a:custGeom>
              <a:avLst/>
              <a:pathLst>
                <a:path w="673" h="744">
                  <a:moveTo>
                    <a:pt x="673" y="60"/>
                  </a:moveTo>
                  <a:lnTo>
                    <a:pt x="539" y="0"/>
                  </a:lnTo>
                  <a:lnTo>
                    <a:pt x="350" y="29"/>
                  </a:lnTo>
                  <a:lnTo>
                    <a:pt x="153" y="99"/>
                  </a:lnTo>
                  <a:lnTo>
                    <a:pt x="90" y="209"/>
                  </a:lnTo>
                  <a:lnTo>
                    <a:pt x="0" y="430"/>
                  </a:lnTo>
                  <a:lnTo>
                    <a:pt x="26" y="602"/>
                  </a:lnTo>
                  <a:lnTo>
                    <a:pt x="169" y="723"/>
                  </a:lnTo>
                  <a:lnTo>
                    <a:pt x="357" y="744"/>
                  </a:lnTo>
                  <a:lnTo>
                    <a:pt x="554" y="634"/>
                  </a:lnTo>
                  <a:lnTo>
                    <a:pt x="536" y="62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7048206" y="2727318"/>
              <a:ext cx="1048" cy="365"/>
            </a:xfrm>
            <a:custGeom>
              <a:avLst/>
              <a:pathLst>
                <a:path w="1048" h="365">
                  <a:moveTo>
                    <a:pt x="0" y="213"/>
                  </a:moveTo>
                  <a:lnTo>
                    <a:pt x="186" y="365"/>
                  </a:lnTo>
                  <a:lnTo>
                    <a:pt x="393" y="317"/>
                  </a:lnTo>
                  <a:lnTo>
                    <a:pt x="599" y="288"/>
                  </a:lnTo>
                  <a:lnTo>
                    <a:pt x="849" y="230"/>
                  </a:lnTo>
                  <a:lnTo>
                    <a:pt x="1048" y="30"/>
                  </a:lnTo>
                  <a:lnTo>
                    <a:pt x="103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7047033" y="2727532"/>
              <a:ext cx="831" cy="155"/>
            </a:xfrm>
            <a:custGeom>
              <a:avLst/>
              <a:pathLst>
                <a:path w="831" h="155">
                  <a:moveTo>
                    <a:pt x="0" y="0"/>
                  </a:moveTo>
                  <a:lnTo>
                    <a:pt x="312" y="82"/>
                  </a:lnTo>
                  <a:lnTo>
                    <a:pt x="437" y="114"/>
                  </a:lnTo>
                  <a:lnTo>
                    <a:pt x="598" y="155"/>
                  </a:lnTo>
                  <a:lnTo>
                    <a:pt x="768" y="136"/>
                  </a:lnTo>
                  <a:lnTo>
                    <a:pt x="831" y="6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6999127" y="2727215"/>
              <a:ext cx="501" cy="583"/>
            </a:xfrm>
            <a:custGeom>
              <a:avLst/>
              <a:pathLst>
                <a:path w="501" h="583">
                  <a:moveTo>
                    <a:pt x="350" y="0"/>
                  </a:moveTo>
                  <a:lnTo>
                    <a:pt x="152" y="89"/>
                  </a:lnTo>
                  <a:lnTo>
                    <a:pt x="54" y="160"/>
                  </a:lnTo>
                  <a:lnTo>
                    <a:pt x="0" y="260"/>
                  </a:lnTo>
                  <a:lnTo>
                    <a:pt x="35" y="461"/>
                  </a:lnTo>
                  <a:lnTo>
                    <a:pt x="115" y="583"/>
                  </a:lnTo>
                  <a:lnTo>
                    <a:pt x="249" y="583"/>
                  </a:lnTo>
                  <a:lnTo>
                    <a:pt x="438" y="493"/>
                  </a:lnTo>
                  <a:lnTo>
                    <a:pt x="501" y="443"/>
                  </a:lnTo>
                  <a:lnTo>
                    <a:pt x="474" y="201"/>
                  </a:lnTo>
                  <a:lnTo>
                    <a:pt x="394" y="8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7007699" y="2727552"/>
              <a:ext cx="929" cy="998"/>
            </a:xfrm>
            <a:custGeom>
              <a:avLst/>
              <a:pathLst>
                <a:path w="929" h="998">
                  <a:moveTo>
                    <a:pt x="131" y="84"/>
                  </a:moveTo>
                  <a:lnTo>
                    <a:pt x="54" y="321"/>
                  </a:lnTo>
                  <a:lnTo>
                    <a:pt x="0" y="482"/>
                  </a:lnTo>
                  <a:lnTo>
                    <a:pt x="124" y="664"/>
                  </a:lnTo>
                  <a:lnTo>
                    <a:pt x="329" y="927"/>
                  </a:lnTo>
                  <a:lnTo>
                    <a:pt x="516" y="998"/>
                  </a:lnTo>
                  <a:lnTo>
                    <a:pt x="678" y="988"/>
                  </a:lnTo>
                  <a:lnTo>
                    <a:pt x="821" y="858"/>
                  </a:lnTo>
                  <a:lnTo>
                    <a:pt x="929" y="688"/>
                  </a:lnTo>
                  <a:lnTo>
                    <a:pt x="921" y="446"/>
                  </a:lnTo>
                  <a:lnTo>
                    <a:pt x="851" y="274"/>
                  </a:lnTo>
                  <a:lnTo>
                    <a:pt x="627" y="92"/>
                  </a:lnTo>
                  <a:lnTo>
                    <a:pt x="368" y="71"/>
                  </a:lnTo>
                  <a:lnTo>
                    <a:pt x="16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6998685" y="2728060"/>
              <a:ext cx="688" cy="966"/>
            </a:xfrm>
            <a:custGeom>
              <a:avLst/>
              <a:pathLst>
                <a:path w="688" h="966">
                  <a:moveTo>
                    <a:pt x="465" y="12"/>
                  </a:moveTo>
                  <a:lnTo>
                    <a:pt x="368" y="49"/>
                  </a:lnTo>
                  <a:lnTo>
                    <a:pt x="225" y="89"/>
                  </a:lnTo>
                  <a:lnTo>
                    <a:pt x="108" y="310"/>
                  </a:lnTo>
                  <a:lnTo>
                    <a:pt x="0" y="561"/>
                  </a:lnTo>
                  <a:lnTo>
                    <a:pt x="141" y="924"/>
                  </a:lnTo>
                  <a:lnTo>
                    <a:pt x="446" y="966"/>
                  </a:lnTo>
                  <a:lnTo>
                    <a:pt x="652" y="866"/>
                  </a:lnTo>
                  <a:lnTo>
                    <a:pt x="688" y="735"/>
                  </a:lnTo>
                  <a:lnTo>
                    <a:pt x="654" y="312"/>
                  </a:lnTo>
                  <a:lnTo>
                    <a:pt x="573" y="97"/>
                  </a:lnTo>
                  <a:lnTo>
                    <a:pt x="52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7007043" y="2728435"/>
              <a:ext cx="608" cy="675"/>
            </a:xfrm>
            <a:custGeom>
              <a:avLst/>
              <a:pathLst>
                <a:path w="608" h="675">
                  <a:moveTo>
                    <a:pt x="134" y="47"/>
                  </a:moveTo>
                  <a:lnTo>
                    <a:pt x="72" y="150"/>
                  </a:lnTo>
                  <a:lnTo>
                    <a:pt x="0" y="391"/>
                  </a:lnTo>
                  <a:lnTo>
                    <a:pt x="124" y="553"/>
                  </a:lnTo>
                  <a:lnTo>
                    <a:pt x="312" y="674"/>
                  </a:lnTo>
                  <a:lnTo>
                    <a:pt x="392" y="675"/>
                  </a:lnTo>
                  <a:lnTo>
                    <a:pt x="518" y="585"/>
                  </a:lnTo>
                  <a:lnTo>
                    <a:pt x="608" y="444"/>
                  </a:lnTo>
                  <a:lnTo>
                    <a:pt x="591" y="192"/>
                  </a:lnTo>
                  <a:lnTo>
                    <a:pt x="457" y="101"/>
                  </a:lnTo>
                  <a:lnTo>
                    <a:pt x="378" y="66"/>
                  </a:lnTo>
                  <a:lnTo>
                    <a:pt x="25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7006110" y="2729026"/>
              <a:ext cx="751" cy="885"/>
            </a:xfrm>
            <a:custGeom>
              <a:avLst/>
              <a:pathLst>
                <a:path w="751" h="885">
                  <a:moveTo>
                    <a:pt x="63" y="89"/>
                  </a:moveTo>
                  <a:lnTo>
                    <a:pt x="0" y="350"/>
                  </a:lnTo>
                  <a:lnTo>
                    <a:pt x="52" y="602"/>
                  </a:lnTo>
                  <a:lnTo>
                    <a:pt x="158" y="774"/>
                  </a:lnTo>
                  <a:lnTo>
                    <a:pt x="328" y="885"/>
                  </a:lnTo>
                  <a:lnTo>
                    <a:pt x="481" y="815"/>
                  </a:lnTo>
                  <a:lnTo>
                    <a:pt x="615" y="735"/>
                  </a:lnTo>
                  <a:lnTo>
                    <a:pt x="733" y="424"/>
                  </a:lnTo>
                  <a:lnTo>
                    <a:pt x="751" y="202"/>
                  </a:lnTo>
                  <a:lnTo>
                    <a:pt x="662" y="61"/>
                  </a:lnTo>
                  <a:lnTo>
                    <a:pt x="457" y="10"/>
                  </a:lnTo>
                  <a:lnTo>
                    <a:pt x="314" y="29"/>
                  </a:lnTo>
                  <a:lnTo>
                    <a:pt x="221" y="0"/>
                  </a:lnTo>
                  <a:lnTo>
                    <a:pt x="112" y="1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7083969" y="2729085"/>
              <a:ext cx="613" cy="857"/>
            </a:xfrm>
            <a:custGeom>
              <a:avLst/>
              <a:pathLst>
                <a:path w="613" h="857">
                  <a:moveTo>
                    <a:pt x="517" y="355"/>
                  </a:moveTo>
                  <a:lnTo>
                    <a:pt x="613" y="638"/>
                  </a:lnTo>
                  <a:lnTo>
                    <a:pt x="414" y="857"/>
                  </a:lnTo>
                  <a:lnTo>
                    <a:pt x="137" y="773"/>
                  </a:lnTo>
                  <a:lnTo>
                    <a:pt x="59" y="531"/>
                  </a:lnTo>
                  <a:lnTo>
                    <a:pt x="0" y="208"/>
                  </a:lnTo>
                  <a:lnTo>
                    <a:pt x="90" y="58"/>
                  </a:lnTo>
                  <a:lnTo>
                    <a:pt x="269" y="0"/>
                  </a:lnTo>
                  <a:lnTo>
                    <a:pt x="403" y="122"/>
                  </a:lnTo>
                  <a:lnTo>
                    <a:pt x="412" y="9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7082155" y="2729678"/>
              <a:ext cx="605" cy="1421"/>
            </a:xfrm>
            <a:custGeom>
              <a:avLst/>
              <a:pathLst>
                <a:path w="605" h="1421">
                  <a:moveTo>
                    <a:pt x="537" y="236"/>
                  </a:moveTo>
                  <a:lnTo>
                    <a:pt x="605" y="569"/>
                  </a:lnTo>
                  <a:lnTo>
                    <a:pt x="575" y="951"/>
                  </a:lnTo>
                  <a:lnTo>
                    <a:pt x="564" y="1142"/>
                  </a:lnTo>
                  <a:lnTo>
                    <a:pt x="482" y="1312"/>
                  </a:lnTo>
                  <a:lnTo>
                    <a:pt x="383" y="1331"/>
                  </a:lnTo>
                  <a:lnTo>
                    <a:pt x="302" y="1421"/>
                  </a:lnTo>
                  <a:lnTo>
                    <a:pt x="9" y="1206"/>
                  </a:lnTo>
                  <a:lnTo>
                    <a:pt x="66" y="834"/>
                  </a:lnTo>
                  <a:lnTo>
                    <a:pt x="51" y="512"/>
                  </a:lnTo>
                  <a:lnTo>
                    <a:pt x="0" y="290"/>
                  </a:lnTo>
                  <a:lnTo>
                    <a:pt x="13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7003635" y="2730455"/>
              <a:ext cx="607" cy="815"/>
            </a:xfrm>
            <a:custGeom>
              <a:avLst/>
              <a:pathLst>
                <a:path w="607" h="815">
                  <a:moveTo>
                    <a:pt x="382" y="815"/>
                  </a:moveTo>
                  <a:lnTo>
                    <a:pt x="453" y="745"/>
                  </a:lnTo>
                  <a:lnTo>
                    <a:pt x="544" y="564"/>
                  </a:lnTo>
                  <a:lnTo>
                    <a:pt x="607" y="413"/>
                  </a:lnTo>
                  <a:lnTo>
                    <a:pt x="474" y="191"/>
                  </a:lnTo>
                  <a:lnTo>
                    <a:pt x="340" y="0"/>
                  </a:lnTo>
                  <a:lnTo>
                    <a:pt x="143" y="109"/>
                  </a:lnTo>
                  <a:lnTo>
                    <a:pt x="0" y="310"/>
                  </a:lnTo>
                  <a:lnTo>
                    <a:pt x="43" y="502"/>
                  </a:lnTo>
                  <a:lnTo>
                    <a:pt x="34" y="49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7086606" y="2731438"/>
              <a:ext cx="319" cy="245"/>
            </a:xfrm>
            <a:custGeom>
              <a:avLst/>
              <a:pathLst>
                <a:path w="319" h="245">
                  <a:moveTo>
                    <a:pt x="0" y="0"/>
                  </a:moveTo>
                  <a:lnTo>
                    <a:pt x="178" y="62"/>
                  </a:lnTo>
                  <a:lnTo>
                    <a:pt x="319" y="24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7086433" y="2731728"/>
              <a:ext cx="400" cy="285"/>
            </a:xfrm>
            <a:custGeom>
              <a:avLst/>
              <a:pathLst>
                <a:path w="400" h="285">
                  <a:moveTo>
                    <a:pt x="0" y="0"/>
                  </a:moveTo>
                  <a:lnTo>
                    <a:pt x="87" y="182"/>
                  </a:lnTo>
                  <a:lnTo>
                    <a:pt x="274" y="285"/>
                  </a:lnTo>
                  <a:lnTo>
                    <a:pt x="391" y="246"/>
                  </a:lnTo>
                  <a:lnTo>
                    <a:pt x="400" y="23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7002109" y="2731445"/>
              <a:ext cx="573" cy="895"/>
            </a:xfrm>
            <a:custGeom>
              <a:avLst/>
              <a:pathLst>
                <a:path w="573" h="895">
                  <a:moveTo>
                    <a:pt x="136" y="79"/>
                  </a:moveTo>
                  <a:lnTo>
                    <a:pt x="10" y="200"/>
                  </a:lnTo>
                  <a:lnTo>
                    <a:pt x="0" y="371"/>
                  </a:lnTo>
                  <a:lnTo>
                    <a:pt x="0" y="572"/>
                  </a:lnTo>
                  <a:lnTo>
                    <a:pt x="44" y="733"/>
                  </a:lnTo>
                  <a:lnTo>
                    <a:pt x="213" y="895"/>
                  </a:lnTo>
                  <a:lnTo>
                    <a:pt x="428" y="795"/>
                  </a:lnTo>
                  <a:lnTo>
                    <a:pt x="536" y="574"/>
                  </a:lnTo>
                  <a:lnTo>
                    <a:pt x="573" y="313"/>
                  </a:lnTo>
                  <a:lnTo>
                    <a:pt x="476" y="91"/>
                  </a:lnTo>
                  <a:lnTo>
                    <a:pt x="315" y="0"/>
                  </a:lnTo>
                  <a:lnTo>
                    <a:pt x="199" y="1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7087406" y="2731811"/>
              <a:ext cx="492" cy="614"/>
            </a:xfrm>
            <a:custGeom>
              <a:avLst/>
              <a:pathLst>
                <a:path w="492" h="614">
                  <a:moveTo>
                    <a:pt x="457" y="44"/>
                  </a:moveTo>
                  <a:lnTo>
                    <a:pt x="492" y="165"/>
                  </a:lnTo>
                  <a:lnTo>
                    <a:pt x="391" y="365"/>
                  </a:lnTo>
                  <a:lnTo>
                    <a:pt x="264" y="555"/>
                  </a:lnTo>
                  <a:lnTo>
                    <a:pt x="165" y="614"/>
                  </a:lnTo>
                  <a:lnTo>
                    <a:pt x="40" y="542"/>
                  </a:lnTo>
                  <a:lnTo>
                    <a:pt x="7" y="290"/>
                  </a:lnTo>
                  <a:lnTo>
                    <a:pt x="0" y="139"/>
                  </a:lnTo>
                  <a:lnTo>
                    <a:pt x="108" y="0"/>
                  </a:lnTo>
                  <a:lnTo>
                    <a:pt x="287" y="4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6998260" y="2732075"/>
              <a:ext cx="715" cy="916"/>
            </a:xfrm>
            <a:custGeom>
              <a:avLst/>
              <a:pathLst>
                <a:path w="715" h="916">
                  <a:moveTo>
                    <a:pt x="117" y="120"/>
                  </a:moveTo>
                  <a:lnTo>
                    <a:pt x="0" y="361"/>
                  </a:lnTo>
                  <a:lnTo>
                    <a:pt x="70" y="683"/>
                  </a:lnTo>
                  <a:lnTo>
                    <a:pt x="266" y="825"/>
                  </a:lnTo>
                  <a:lnTo>
                    <a:pt x="418" y="916"/>
                  </a:lnTo>
                  <a:lnTo>
                    <a:pt x="651" y="837"/>
                  </a:lnTo>
                  <a:lnTo>
                    <a:pt x="705" y="706"/>
                  </a:lnTo>
                  <a:lnTo>
                    <a:pt x="715" y="555"/>
                  </a:lnTo>
                  <a:lnTo>
                    <a:pt x="662" y="353"/>
                  </a:lnTo>
                  <a:lnTo>
                    <a:pt x="555" y="172"/>
                  </a:lnTo>
                  <a:lnTo>
                    <a:pt x="358" y="90"/>
                  </a:lnTo>
                  <a:lnTo>
                    <a:pt x="26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7089269" y="2732637"/>
              <a:ext cx="192" cy="425"/>
            </a:xfrm>
            <a:custGeom>
              <a:avLst/>
              <a:pathLst>
                <a:path w="192" h="425">
                  <a:moveTo>
                    <a:pt x="0" y="0"/>
                  </a:moveTo>
                  <a:lnTo>
                    <a:pt x="132" y="192"/>
                  </a:lnTo>
                  <a:lnTo>
                    <a:pt x="183" y="425"/>
                  </a:lnTo>
                  <a:lnTo>
                    <a:pt x="192" y="42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7060223" y="2729867"/>
              <a:ext cx="2272" cy="3355"/>
            </a:xfrm>
            <a:custGeom>
              <a:avLst/>
              <a:pathLst>
                <a:path w="2272" h="3355">
                  <a:moveTo>
                    <a:pt x="82" y="3355"/>
                  </a:moveTo>
                  <a:lnTo>
                    <a:pt x="41" y="2831"/>
                  </a:lnTo>
                  <a:lnTo>
                    <a:pt x="0" y="2418"/>
                  </a:lnTo>
                  <a:lnTo>
                    <a:pt x="111" y="1885"/>
                  </a:lnTo>
                  <a:lnTo>
                    <a:pt x="114" y="1563"/>
                  </a:lnTo>
                  <a:lnTo>
                    <a:pt x="288" y="1011"/>
                  </a:lnTo>
                  <a:lnTo>
                    <a:pt x="452" y="630"/>
                  </a:lnTo>
                  <a:lnTo>
                    <a:pt x="749" y="381"/>
                  </a:lnTo>
                  <a:lnTo>
                    <a:pt x="956" y="242"/>
                  </a:lnTo>
                  <a:lnTo>
                    <a:pt x="1136" y="173"/>
                  </a:lnTo>
                  <a:lnTo>
                    <a:pt x="1969" y="0"/>
                  </a:lnTo>
                  <a:lnTo>
                    <a:pt x="2211" y="2"/>
                  </a:lnTo>
                  <a:lnTo>
                    <a:pt x="2272" y="204"/>
                  </a:lnTo>
                  <a:lnTo>
                    <a:pt x="2186" y="857"/>
                  </a:lnTo>
                  <a:lnTo>
                    <a:pt x="1866" y="1700"/>
                  </a:lnTo>
                  <a:lnTo>
                    <a:pt x="1666" y="2131"/>
                  </a:lnTo>
                  <a:lnTo>
                    <a:pt x="1627" y="2473"/>
                  </a:lnTo>
                  <a:lnTo>
                    <a:pt x="1597" y="290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7088999" y="2732875"/>
              <a:ext cx="219" cy="395"/>
            </a:xfrm>
            <a:custGeom>
              <a:avLst/>
              <a:pathLst>
                <a:path w="219" h="395">
                  <a:moveTo>
                    <a:pt x="0" y="0"/>
                  </a:moveTo>
                  <a:lnTo>
                    <a:pt x="33" y="221"/>
                  </a:lnTo>
                  <a:lnTo>
                    <a:pt x="210" y="395"/>
                  </a:lnTo>
                  <a:lnTo>
                    <a:pt x="219" y="39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7060841" y="2730858"/>
              <a:ext cx="893" cy="3451"/>
            </a:xfrm>
            <a:custGeom>
              <a:avLst/>
              <a:pathLst>
                <a:path w="893" h="3451">
                  <a:moveTo>
                    <a:pt x="20" y="2228"/>
                  </a:moveTo>
                  <a:lnTo>
                    <a:pt x="15" y="1735"/>
                  </a:lnTo>
                  <a:lnTo>
                    <a:pt x="10" y="1221"/>
                  </a:lnTo>
                  <a:lnTo>
                    <a:pt x="78" y="437"/>
                  </a:lnTo>
                  <a:lnTo>
                    <a:pt x="62" y="205"/>
                  </a:lnTo>
                  <a:lnTo>
                    <a:pt x="349" y="67"/>
                  </a:lnTo>
                  <a:lnTo>
                    <a:pt x="493" y="28"/>
                  </a:lnTo>
                  <a:lnTo>
                    <a:pt x="708" y="0"/>
                  </a:lnTo>
                  <a:lnTo>
                    <a:pt x="824" y="91"/>
                  </a:lnTo>
                  <a:lnTo>
                    <a:pt x="893" y="283"/>
                  </a:lnTo>
                  <a:lnTo>
                    <a:pt x="866" y="394"/>
                  </a:lnTo>
                  <a:lnTo>
                    <a:pt x="775" y="594"/>
                  </a:lnTo>
                  <a:lnTo>
                    <a:pt x="683" y="815"/>
                  </a:lnTo>
                  <a:lnTo>
                    <a:pt x="664" y="1036"/>
                  </a:lnTo>
                  <a:lnTo>
                    <a:pt x="645" y="1227"/>
                  </a:lnTo>
                  <a:lnTo>
                    <a:pt x="544" y="1488"/>
                  </a:lnTo>
                  <a:lnTo>
                    <a:pt x="525" y="1659"/>
                  </a:lnTo>
                  <a:lnTo>
                    <a:pt x="478" y="1890"/>
                  </a:lnTo>
                  <a:lnTo>
                    <a:pt x="422" y="2212"/>
                  </a:lnTo>
                  <a:lnTo>
                    <a:pt x="430" y="2383"/>
                  </a:lnTo>
                  <a:lnTo>
                    <a:pt x="455" y="2565"/>
                  </a:lnTo>
                  <a:lnTo>
                    <a:pt x="471" y="2847"/>
                  </a:lnTo>
                  <a:lnTo>
                    <a:pt x="487" y="3038"/>
                  </a:lnTo>
                  <a:lnTo>
                    <a:pt x="467" y="3300"/>
                  </a:lnTo>
                  <a:lnTo>
                    <a:pt x="439" y="3451"/>
                  </a:lnTo>
                  <a:lnTo>
                    <a:pt x="279" y="3359"/>
                  </a:lnTo>
                  <a:lnTo>
                    <a:pt x="218" y="3167"/>
                  </a:lnTo>
                  <a:lnTo>
                    <a:pt x="166" y="2904"/>
                  </a:lnTo>
                  <a:lnTo>
                    <a:pt x="105" y="2753"/>
                  </a:lnTo>
                  <a:lnTo>
                    <a:pt x="0" y="2480"/>
                  </a:lnTo>
                  <a:lnTo>
                    <a:pt x="9" y="248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6999023" y="2733638"/>
              <a:ext cx="1213" cy="1884"/>
            </a:xfrm>
            <a:custGeom>
              <a:avLst/>
              <a:pathLst>
                <a:path w="1213" h="1884">
                  <a:moveTo>
                    <a:pt x="91" y="90"/>
                  </a:moveTo>
                  <a:lnTo>
                    <a:pt x="55" y="291"/>
                  </a:lnTo>
                  <a:lnTo>
                    <a:pt x="0" y="492"/>
                  </a:lnTo>
                  <a:lnTo>
                    <a:pt x="0" y="764"/>
                  </a:lnTo>
                  <a:lnTo>
                    <a:pt x="52" y="1097"/>
                  </a:lnTo>
                  <a:lnTo>
                    <a:pt x="96" y="1349"/>
                  </a:lnTo>
                  <a:lnTo>
                    <a:pt x="184" y="1570"/>
                  </a:lnTo>
                  <a:lnTo>
                    <a:pt x="345" y="1792"/>
                  </a:lnTo>
                  <a:lnTo>
                    <a:pt x="478" y="1863"/>
                  </a:lnTo>
                  <a:lnTo>
                    <a:pt x="604" y="1884"/>
                  </a:lnTo>
                  <a:lnTo>
                    <a:pt x="792" y="1834"/>
                  </a:lnTo>
                  <a:lnTo>
                    <a:pt x="952" y="1754"/>
                  </a:lnTo>
                  <a:lnTo>
                    <a:pt x="1123" y="1675"/>
                  </a:lnTo>
                  <a:lnTo>
                    <a:pt x="1213" y="1554"/>
                  </a:lnTo>
                  <a:lnTo>
                    <a:pt x="1151" y="1292"/>
                  </a:lnTo>
                  <a:lnTo>
                    <a:pt x="1081" y="990"/>
                  </a:lnTo>
                  <a:lnTo>
                    <a:pt x="903" y="667"/>
                  </a:lnTo>
                  <a:lnTo>
                    <a:pt x="787" y="465"/>
                  </a:lnTo>
                  <a:lnTo>
                    <a:pt x="681" y="304"/>
                  </a:lnTo>
                  <a:lnTo>
                    <a:pt x="484" y="162"/>
                  </a:lnTo>
                  <a:lnTo>
                    <a:pt x="297" y="91"/>
                  </a:lnTo>
                  <a:lnTo>
                    <a:pt x="12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7060357" y="2733065"/>
              <a:ext cx="1398" cy="2740"/>
            </a:xfrm>
            <a:custGeom>
              <a:avLst/>
              <a:pathLst>
                <a:path w="1398" h="2740">
                  <a:moveTo>
                    <a:pt x="1398" y="0"/>
                  </a:moveTo>
                  <a:lnTo>
                    <a:pt x="1385" y="503"/>
                  </a:lnTo>
                  <a:lnTo>
                    <a:pt x="1320" y="804"/>
                  </a:lnTo>
                  <a:lnTo>
                    <a:pt x="1254" y="1196"/>
                  </a:lnTo>
                  <a:lnTo>
                    <a:pt x="1161" y="1639"/>
                  </a:lnTo>
                  <a:lnTo>
                    <a:pt x="931" y="2462"/>
                  </a:lnTo>
                  <a:lnTo>
                    <a:pt x="930" y="2613"/>
                  </a:lnTo>
                  <a:lnTo>
                    <a:pt x="679" y="2721"/>
                  </a:lnTo>
                  <a:lnTo>
                    <a:pt x="446" y="2740"/>
                  </a:lnTo>
                  <a:lnTo>
                    <a:pt x="341" y="2457"/>
                  </a:lnTo>
                  <a:lnTo>
                    <a:pt x="334" y="2235"/>
                  </a:lnTo>
                  <a:lnTo>
                    <a:pt x="381" y="1883"/>
                  </a:lnTo>
                  <a:lnTo>
                    <a:pt x="375" y="1591"/>
                  </a:lnTo>
                  <a:lnTo>
                    <a:pt x="297" y="1248"/>
                  </a:lnTo>
                  <a:lnTo>
                    <a:pt x="155" y="1035"/>
                  </a:lnTo>
                  <a:lnTo>
                    <a:pt x="0" y="379"/>
                  </a:lnTo>
                  <a:lnTo>
                    <a:pt x="0" y="36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6950874" y="2734936"/>
              <a:ext cx="1076" cy="1053"/>
            </a:xfrm>
            <a:custGeom>
              <a:avLst/>
              <a:pathLst>
                <a:path w="1076" h="1053">
                  <a:moveTo>
                    <a:pt x="46" y="67"/>
                  </a:moveTo>
                  <a:lnTo>
                    <a:pt x="235" y="0"/>
                  </a:lnTo>
                  <a:lnTo>
                    <a:pt x="520" y="24"/>
                  </a:lnTo>
                  <a:lnTo>
                    <a:pt x="736" y="107"/>
                  </a:lnTo>
                  <a:lnTo>
                    <a:pt x="910" y="331"/>
                  </a:lnTo>
                  <a:lnTo>
                    <a:pt x="1026" y="604"/>
                  </a:lnTo>
                  <a:lnTo>
                    <a:pt x="1076" y="776"/>
                  </a:lnTo>
                  <a:lnTo>
                    <a:pt x="956" y="996"/>
                  </a:lnTo>
                  <a:lnTo>
                    <a:pt x="725" y="1053"/>
                  </a:lnTo>
                  <a:lnTo>
                    <a:pt x="458" y="949"/>
                  </a:lnTo>
                  <a:lnTo>
                    <a:pt x="262" y="724"/>
                  </a:lnTo>
                  <a:lnTo>
                    <a:pt x="103" y="471"/>
                  </a:lnTo>
                  <a:lnTo>
                    <a:pt x="0" y="197"/>
                  </a:lnTo>
                  <a:lnTo>
                    <a:pt x="12" y="16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6949223" y="2735691"/>
              <a:ext cx="891" cy="621"/>
            </a:xfrm>
            <a:custGeom>
              <a:avLst/>
              <a:pathLst>
                <a:path w="891" h="621">
                  <a:moveTo>
                    <a:pt x="783" y="587"/>
                  </a:moveTo>
                  <a:lnTo>
                    <a:pt x="524" y="614"/>
                  </a:lnTo>
                  <a:lnTo>
                    <a:pt x="316" y="621"/>
                  </a:lnTo>
                  <a:lnTo>
                    <a:pt x="138" y="538"/>
                  </a:lnTo>
                  <a:lnTo>
                    <a:pt x="0" y="204"/>
                  </a:lnTo>
                  <a:lnTo>
                    <a:pt x="223" y="66"/>
                  </a:lnTo>
                  <a:lnTo>
                    <a:pt x="501" y="0"/>
                  </a:lnTo>
                  <a:lnTo>
                    <a:pt x="705" y="43"/>
                  </a:lnTo>
                  <a:lnTo>
                    <a:pt x="833" y="155"/>
                  </a:lnTo>
                  <a:lnTo>
                    <a:pt x="891" y="389"/>
                  </a:lnTo>
                  <a:lnTo>
                    <a:pt x="878" y="47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6950257" y="2735801"/>
              <a:ext cx="420" cy="577"/>
            </a:xfrm>
            <a:custGeom>
              <a:avLst/>
              <a:pathLst>
                <a:path w="420" h="577">
                  <a:moveTo>
                    <a:pt x="155" y="8"/>
                  </a:moveTo>
                  <a:lnTo>
                    <a:pt x="281" y="32"/>
                  </a:lnTo>
                  <a:lnTo>
                    <a:pt x="385" y="114"/>
                  </a:lnTo>
                  <a:lnTo>
                    <a:pt x="420" y="376"/>
                  </a:lnTo>
                  <a:lnTo>
                    <a:pt x="355" y="577"/>
                  </a:lnTo>
                  <a:lnTo>
                    <a:pt x="166" y="574"/>
                  </a:lnTo>
                  <a:lnTo>
                    <a:pt x="0" y="451"/>
                  </a:lnTo>
                  <a:lnTo>
                    <a:pt x="0" y="239"/>
                  </a:lnTo>
                  <a:lnTo>
                    <a:pt x="11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6950828" y="2736040"/>
              <a:ext cx="374" cy="504"/>
            </a:xfrm>
            <a:custGeom>
              <a:avLst/>
              <a:pathLst>
                <a:path w="374" h="504">
                  <a:moveTo>
                    <a:pt x="92" y="0"/>
                  </a:moveTo>
                  <a:lnTo>
                    <a:pt x="223" y="22"/>
                  </a:lnTo>
                  <a:lnTo>
                    <a:pt x="358" y="164"/>
                  </a:lnTo>
                  <a:lnTo>
                    <a:pt x="374" y="336"/>
                  </a:lnTo>
                  <a:lnTo>
                    <a:pt x="193" y="504"/>
                  </a:lnTo>
                  <a:lnTo>
                    <a:pt x="7" y="441"/>
                  </a:lnTo>
                  <a:lnTo>
                    <a:pt x="0" y="280"/>
                  </a:lnTo>
                  <a:lnTo>
                    <a:pt x="73" y="5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6947745" y="2736805"/>
              <a:ext cx="420" cy="328"/>
            </a:xfrm>
            <a:custGeom>
              <a:avLst/>
              <a:pathLst>
                <a:path w="420" h="328">
                  <a:moveTo>
                    <a:pt x="92" y="7"/>
                  </a:moveTo>
                  <a:lnTo>
                    <a:pt x="267" y="1"/>
                  </a:lnTo>
                  <a:lnTo>
                    <a:pt x="304" y="0"/>
                  </a:lnTo>
                  <a:lnTo>
                    <a:pt x="420" y="72"/>
                  </a:lnTo>
                  <a:lnTo>
                    <a:pt x="374" y="222"/>
                  </a:lnTo>
                  <a:lnTo>
                    <a:pt x="223" y="320"/>
                  </a:lnTo>
                  <a:lnTo>
                    <a:pt x="26" y="328"/>
                  </a:lnTo>
                  <a:lnTo>
                    <a:pt x="0" y="207"/>
                  </a:lnTo>
                  <a:lnTo>
                    <a:pt x="18" y="13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6948389" y="2736523"/>
              <a:ext cx="683" cy="652"/>
            </a:xfrm>
            <a:custGeom>
              <a:avLst/>
              <a:pathLst>
                <a:path w="683" h="652">
                  <a:moveTo>
                    <a:pt x="0" y="527"/>
                  </a:moveTo>
                  <a:lnTo>
                    <a:pt x="81" y="287"/>
                  </a:lnTo>
                  <a:lnTo>
                    <a:pt x="200" y="118"/>
                  </a:lnTo>
                  <a:lnTo>
                    <a:pt x="389" y="0"/>
                  </a:lnTo>
                  <a:lnTo>
                    <a:pt x="621" y="63"/>
                  </a:lnTo>
                  <a:lnTo>
                    <a:pt x="683" y="195"/>
                  </a:lnTo>
                  <a:lnTo>
                    <a:pt x="517" y="474"/>
                  </a:lnTo>
                  <a:lnTo>
                    <a:pt x="328" y="562"/>
                  </a:lnTo>
                  <a:lnTo>
                    <a:pt x="138" y="652"/>
                  </a:lnTo>
                  <a:lnTo>
                    <a:pt x="37" y="61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6947416" y="2737293"/>
              <a:ext cx="432" cy="117"/>
            </a:xfrm>
            <a:custGeom>
              <a:avLst/>
              <a:pathLst>
                <a:path w="432" h="117">
                  <a:moveTo>
                    <a:pt x="0" y="117"/>
                  </a:moveTo>
                  <a:lnTo>
                    <a:pt x="270" y="0"/>
                  </a:lnTo>
                  <a:lnTo>
                    <a:pt x="432" y="10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6947429" y="2737454"/>
              <a:ext cx="401" cy="129"/>
            </a:xfrm>
            <a:custGeom>
              <a:avLst/>
              <a:pathLst>
                <a:path w="401" h="129">
                  <a:moveTo>
                    <a:pt x="401" y="0"/>
                  </a:moveTo>
                  <a:lnTo>
                    <a:pt x="335" y="82"/>
                  </a:lnTo>
                  <a:lnTo>
                    <a:pt x="123" y="129"/>
                  </a:lnTo>
                  <a:lnTo>
                    <a:pt x="82" y="94"/>
                  </a:lnTo>
                  <a:lnTo>
                    <a:pt x="0" y="2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7072370" y="2738587"/>
              <a:ext cx="554" cy="474"/>
            </a:xfrm>
            <a:custGeom>
              <a:avLst/>
              <a:pathLst>
                <a:path w="554" h="474">
                  <a:moveTo>
                    <a:pt x="381" y="474"/>
                  </a:moveTo>
                  <a:lnTo>
                    <a:pt x="122" y="432"/>
                  </a:lnTo>
                  <a:lnTo>
                    <a:pt x="0" y="169"/>
                  </a:lnTo>
                  <a:lnTo>
                    <a:pt x="81" y="59"/>
                  </a:lnTo>
                  <a:lnTo>
                    <a:pt x="206" y="0"/>
                  </a:lnTo>
                  <a:lnTo>
                    <a:pt x="376" y="82"/>
                  </a:lnTo>
                  <a:lnTo>
                    <a:pt x="554" y="21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6945331" y="2739440"/>
              <a:ext cx="377" cy="258"/>
            </a:xfrm>
            <a:custGeom>
              <a:avLst/>
              <a:pathLst>
                <a:path w="377" h="258">
                  <a:moveTo>
                    <a:pt x="0" y="258"/>
                  </a:moveTo>
                  <a:lnTo>
                    <a:pt x="37" y="65"/>
                  </a:lnTo>
                  <a:lnTo>
                    <a:pt x="173" y="13"/>
                  </a:lnTo>
                  <a:lnTo>
                    <a:pt x="294" y="12"/>
                  </a:lnTo>
                  <a:lnTo>
                    <a:pt x="37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6945398" y="2739535"/>
              <a:ext cx="348" cy="285"/>
            </a:xfrm>
            <a:custGeom>
              <a:avLst/>
              <a:pathLst>
                <a:path w="348" h="285">
                  <a:moveTo>
                    <a:pt x="348" y="0"/>
                  </a:moveTo>
                  <a:lnTo>
                    <a:pt x="324" y="136"/>
                  </a:lnTo>
                  <a:lnTo>
                    <a:pt x="135" y="285"/>
                  </a:lnTo>
                  <a:lnTo>
                    <a:pt x="0" y="26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6946043" y="2738873"/>
              <a:ext cx="621" cy="987"/>
            </a:xfrm>
            <a:custGeom>
              <a:avLst/>
              <a:pathLst>
                <a:path w="621" h="987">
                  <a:moveTo>
                    <a:pt x="522" y="89"/>
                  </a:moveTo>
                  <a:lnTo>
                    <a:pt x="598" y="197"/>
                  </a:lnTo>
                  <a:lnTo>
                    <a:pt x="621" y="499"/>
                  </a:lnTo>
                  <a:lnTo>
                    <a:pt x="567" y="750"/>
                  </a:lnTo>
                  <a:lnTo>
                    <a:pt x="428" y="919"/>
                  </a:lnTo>
                  <a:lnTo>
                    <a:pt x="231" y="987"/>
                  </a:lnTo>
                  <a:lnTo>
                    <a:pt x="73" y="924"/>
                  </a:lnTo>
                  <a:lnTo>
                    <a:pt x="15" y="511"/>
                  </a:lnTo>
                  <a:lnTo>
                    <a:pt x="0" y="259"/>
                  </a:lnTo>
                  <a:lnTo>
                    <a:pt x="0" y="88"/>
                  </a:lnTo>
                  <a:lnTo>
                    <a:pt x="135" y="0"/>
                  </a:lnTo>
                  <a:lnTo>
                    <a:pt x="324" y="12"/>
                  </a:lnTo>
                  <a:lnTo>
                    <a:pt x="466" y="2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6945284" y="2740656"/>
              <a:ext cx="319" cy="242"/>
            </a:xfrm>
            <a:custGeom>
              <a:avLst/>
              <a:pathLst>
                <a:path w="319" h="242">
                  <a:moveTo>
                    <a:pt x="0" y="51"/>
                  </a:moveTo>
                  <a:lnTo>
                    <a:pt x="25" y="9"/>
                  </a:lnTo>
                  <a:lnTo>
                    <a:pt x="159" y="0"/>
                  </a:lnTo>
                  <a:lnTo>
                    <a:pt x="248" y="50"/>
                  </a:lnTo>
                  <a:lnTo>
                    <a:pt x="319" y="131"/>
                  </a:lnTo>
                  <a:lnTo>
                    <a:pt x="256" y="242"/>
                  </a:lnTo>
                  <a:lnTo>
                    <a:pt x="113" y="201"/>
                  </a:lnTo>
                  <a:lnTo>
                    <a:pt x="24" y="160"/>
                  </a:lnTo>
                  <a:lnTo>
                    <a:pt x="0" y="5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6944577" y="2740215"/>
              <a:ext cx="1265" cy="1354"/>
            </a:xfrm>
            <a:custGeom>
              <a:avLst/>
              <a:pathLst>
                <a:path w="1265" h="1354">
                  <a:moveTo>
                    <a:pt x="638" y="1025"/>
                  </a:moveTo>
                  <a:lnTo>
                    <a:pt x="567" y="1109"/>
                  </a:lnTo>
                  <a:lnTo>
                    <a:pt x="350" y="1287"/>
                  </a:lnTo>
                  <a:lnTo>
                    <a:pt x="115" y="1354"/>
                  </a:lnTo>
                  <a:lnTo>
                    <a:pt x="0" y="1272"/>
                  </a:lnTo>
                  <a:lnTo>
                    <a:pt x="65" y="971"/>
                  </a:lnTo>
                  <a:lnTo>
                    <a:pt x="211" y="732"/>
                  </a:lnTo>
                  <a:lnTo>
                    <a:pt x="408" y="583"/>
                  </a:lnTo>
                  <a:lnTo>
                    <a:pt x="516" y="484"/>
                  </a:lnTo>
                  <a:lnTo>
                    <a:pt x="594" y="284"/>
                  </a:lnTo>
                  <a:lnTo>
                    <a:pt x="817" y="116"/>
                  </a:lnTo>
                  <a:lnTo>
                    <a:pt x="1130" y="0"/>
                  </a:lnTo>
                  <a:lnTo>
                    <a:pt x="1265" y="172"/>
                  </a:lnTo>
                  <a:lnTo>
                    <a:pt x="1161" y="584"/>
                  </a:lnTo>
                  <a:lnTo>
                    <a:pt x="991" y="742"/>
                  </a:lnTo>
                  <a:lnTo>
                    <a:pt x="736" y="92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7101133" y="2744883"/>
              <a:ext cx="1226" cy="1204"/>
            </a:xfrm>
            <a:custGeom>
              <a:avLst/>
              <a:pathLst>
                <a:path w="1226" h="1204">
                  <a:moveTo>
                    <a:pt x="169" y="224"/>
                  </a:moveTo>
                  <a:lnTo>
                    <a:pt x="314" y="95"/>
                  </a:lnTo>
                  <a:lnTo>
                    <a:pt x="644" y="119"/>
                  </a:lnTo>
                  <a:lnTo>
                    <a:pt x="717" y="0"/>
                  </a:lnTo>
                  <a:lnTo>
                    <a:pt x="904" y="52"/>
                  </a:lnTo>
                  <a:lnTo>
                    <a:pt x="1001" y="184"/>
                  </a:lnTo>
                  <a:lnTo>
                    <a:pt x="1159" y="438"/>
                  </a:lnTo>
                  <a:lnTo>
                    <a:pt x="1201" y="741"/>
                  </a:lnTo>
                  <a:lnTo>
                    <a:pt x="1226" y="862"/>
                  </a:lnTo>
                  <a:lnTo>
                    <a:pt x="1028" y="980"/>
                  </a:lnTo>
                  <a:lnTo>
                    <a:pt x="804" y="1078"/>
                  </a:lnTo>
                  <a:lnTo>
                    <a:pt x="445" y="1204"/>
                  </a:lnTo>
                  <a:lnTo>
                    <a:pt x="195" y="1161"/>
                  </a:lnTo>
                  <a:lnTo>
                    <a:pt x="9" y="1038"/>
                  </a:lnTo>
                  <a:lnTo>
                    <a:pt x="0" y="823"/>
                  </a:lnTo>
                  <a:lnTo>
                    <a:pt x="55" y="579"/>
                  </a:lnTo>
                  <a:lnTo>
                    <a:pt x="117" y="40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7044032" y="2747828"/>
              <a:ext cx="709" cy="1292"/>
            </a:xfrm>
            <a:custGeom>
              <a:avLst/>
              <a:pathLst>
                <a:path w="709" h="1292">
                  <a:moveTo>
                    <a:pt x="226" y="43"/>
                  </a:moveTo>
                  <a:lnTo>
                    <a:pt x="286" y="111"/>
                  </a:lnTo>
                  <a:lnTo>
                    <a:pt x="357" y="283"/>
                  </a:lnTo>
                  <a:lnTo>
                    <a:pt x="427" y="475"/>
                  </a:lnTo>
                  <a:lnTo>
                    <a:pt x="550" y="707"/>
                  </a:lnTo>
                  <a:lnTo>
                    <a:pt x="648" y="809"/>
                  </a:lnTo>
                  <a:lnTo>
                    <a:pt x="709" y="1000"/>
                  </a:lnTo>
                  <a:lnTo>
                    <a:pt x="618" y="1292"/>
                  </a:lnTo>
                  <a:lnTo>
                    <a:pt x="547" y="1271"/>
                  </a:lnTo>
                  <a:lnTo>
                    <a:pt x="351" y="1078"/>
                  </a:lnTo>
                  <a:lnTo>
                    <a:pt x="237" y="826"/>
                  </a:lnTo>
                  <a:lnTo>
                    <a:pt x="113" y="654"/>
                  </a:lnTo>
                  <a:lnTo>
                    <a:pt x="43" y="432"/>
                  </a:lnTo>
                  <a:lnTo>
                    <a:pt x="0" y="230"/>
                  </a:lnTo>
                  <a:lnTo>
                    <a:pt x="0" y="169"/>
                  </a:lnTo>
                  <a:lnTo>
                    <a:pt x="73" y="65"/>
                  </a:lnTo>
                  <a:lnTo>
                    <a:pt x="16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7043648" y="2746789"/>
              <a:ext cx="1486" cy="2805"/>
            </a:xfrm>
            <a:custGeom>
              <a:avLst/>
              <a:pathLst>
                <a:path w="1486" h="2805">
                  <a:moveTo>
                    <a:pt x="289" y="73"/>
                  </a:moveTo>
                  <a:lnTo>
                    <a:pt x="165" y="542"/>
                  </a:lnTo>
                  <a:lnTo>
                    <a:pt x="65" y="853"/>
                  </a:lnTo>
                  <a:lnTo>
                    <a:pt x="0" y="1205"/>
                  </a:lnTo>
                  <a:lnTo>
                    <a:pt x="15" y="1527"/>
                  </a:lnTo>
                  <a:lnTo>
                    <a:pt x="138" y="1901"/>
                  </a:lnTo>
                  <a:lnTo>
                    <a:pt x="234" y="2113"/>
                  </a:lnTo>
                  <a:lnTo>
                    <a:pt x="403" y="2356"/>
                  </a:lnTo>
                  <a:lnTo>
                    <a:pt x="680" y="2429"/>
                  </a:lnTo>
                  <a:lnTo>
                    <a:pt x="972" y="2753"/>
                  </a:lnTo>
                  <a:lnTo>
                    <a:pt x="1151" y="2805"/>
                  </a:lnTo>
                  <a:lnTo>
                    <a:pt x="1410" y="2756"/>
                  </a:lnTo>
                  <a:lnTo>
                    <a:pt x="1483" y="2525"/>
                  </a:lnTo>
                  <a:lnTo>
                    <a:pt x="1486" y="2032"/>
                  </a:lnTo>
                  <a:lnTo>
                    <a:pt x="1301" y="1628"/>
                  </a:lnTo>
                  <a:lnTo>
                    <a:pt x="1073" y="982"/>
                  </a:lnTo>
                  <a:lnTo>
                    <a:pt x="879" y="688"/>
                  </a:lnTo>
                  <a:lnTo>
                    <a:pt x="622" y="294"/>
                  </a:lnTo>
                  <a:lnTo>
                    <a:pt x="498" y="121"/>
                  </a:lnTo>
                  <a:lnTo>
                    <a:pt x="469" y="70"/>
                  </a:lnTo>
                  <a:lnTo>
                    <a:pt x="34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7063630" y="2749982"/>
              <a:ext cx="591" cy="246"/>
            </a:xfrm>
            <a:custGeom>
              <a:avLst/>
              <a:pathLst>
                <a:path w="591" h="246">
                  <a:moveTo>
                    <a:pt x="0" y="246"/>
                  </a:moveTo>
                  <a:lnTo>
                    <a:pt x="125" y="177"/>
                  </a:lnTo>
                  <a:lnTo>
                    <a:pt x="206" y="138"/>
                  </a:lnTo>
                  <a:lnTo>
                    <a:pt x="340" y="68"/>
                  </a:lnTo>
                  <a:lnTo>
                    <a:pt x="511" y="0"/>
                  </a:lnTo>
                  <a:lnTo>
                    <a:pt x="591" y="81"/>
                  </a:lnTo>
                  <a:lnTo>
                    <a:pt x="591" y="7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7063771" y="2750375"/>
              <a:ext cx="420" cy="77"/>
            </a:xfrm>
            <a:custGeom>
              <a:avLst/>
              <a:pathLst>
                <a:path w="420" h="77">
                  <a:moveTo>
                    <a:pt x="0" y="76"/>
                  </a:moveTo>
                  <a:lnTo>
                    <a:pt x="143" y="77"/>
                  </a:lnTo>
                  <a:lnTo>
                    <a:pt x="268" y="38"/>
                  </a:lnTo>
                  <a:lnTo>
                    <a:pt x="411" y="0"/>
                  </a:lnTo>
                  <a:lnTo>
                    <a:pt x="42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7063019" y="2750227"/>
              <a:ext cx="378" cy="389"/>
            </a:xfrm>
            <a:custGeom>
              <a:avLst/>
              <a:pathLst>
                <a:path w="378" h="389">
                  <a:moveTo>
                    <a:pt x="0" y="389"/>
                  </a:moveTo>
                  <a:lnTo>
                    <a:pt x="82" y="138"/>
                  </a:lnTo>
                  <a:lnTo>
                    <a:pt x="226" y="28"/>
                  </a:lnTo>
                  <a:lnTo>
                    <a:pt x="369" y="0"/>
                  </a:lnTo>
                  <a:lnTo>
                    <a:pt x="37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7063251" y="2750501"/>
              <a:ext cx="376" cy="157"/>
            </a:xfrm>
            <a:custGeom>
              <a:avLst/>
              <a:pathLst>
                <a:path w="376" h="157">
                  <a:moveTo>
                    <a:pt x="0" y="157"/>
                  </a:moveTo>
                  <a:lnTo>
                    <a:pt x="233" y="59"/>
                  </a:lnTo>
                  <a:lnTo>
                    <a:pt x="376" y="10"/>
                  </a:lnTo>
                  <a:lnTo>
                    <a:pt x="37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7064019" y="2750428"/>
              <a:ext cx="509" cy="338"/>
            </a:xfrm>
            <a:custGeom>
              <a:avLst/>
              <a:pathLst>
                <a:path w="509" h="338">
                  <a:moveTo>
                    <a:pt x="386" y="0"/>
                  </a:moveTo>
                  <a:lnTo>
                    <a:pt x="509" y="212"/>
                  </a:lnTo>
                  <a:lnTo>
                    <a:pt x="303" y="281"/>
                  </a:lnTo>
                  <a:lnTo>
                    <a:pt x="0" y="33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7063455" y="2750814"/>
              <a:ext cx="304" cy="97"/>
            </a:xfrm>
            <a:custGeom>
              <a:avLst/>
              <a:pathLst>
                <a:path w="304" h="97">
                  <a:moveTo>
                    <a:pt x="304" y="0"/>
                  </a:moveTo>
                  <a:lnTo>
                    <a:pt x="134" y="18"/>
                  </a:lnTo>
                  <a:lnTo>
                    <a:pt x="0" y="97"/>
                  </a:lnTo>
                  <a:lnTo>
                    <a:pt x="9" y="9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7063045" y="2750076"/>
              <a:ext cx="1788" cy="1067"/>
            </a:xfrm>
            <a:custGeom>
              <a:avLst/>
              <a:pathLst>
                <a:path w="1788" h="1067">
                  <a:moveTo>
                    <a:pt x="1417" y="0"/>
                  </a:moveTo>
                  <a:lnTo>
                    <a:pt x="1630" y="143"/>
                  </a:lnTo>
                  <a:lnTo>
                    <a:pt x="1692" y="294"/>
                  </a:lnTo>
                  <a:lnTo>
                    <a:pt x="1762" y="466"/>
                  </a:lnTo>
                  <a:lnTo>
                    <a:pt x="1788" y="557"/>
                  </a:lnTo>
                  <a:lnTo>
                    <a:pt x="1742" y="717"/>
                  </a:lnTo>
                  <a:lnTo>
                    <a:pt x="1463" y="967"/>
                  </a:lnTo>
                  <a:lnTo>
                    <a:pt x="1123" y="1004"/>
                  </a:lnTo>
                  <a:lnTo>
                    <a:pt x="828" y="1021"/>
                  </a:lnTo>
                  <a:lnTo>
                    <a:pt x="613" y="1029"/>
                  </a:lnTo>
                  <a:lnTo>
                    <a:pt x="318" y="1067"/>
                  </a:lnTo>
                  <a:lnTo>
                    <a:pt x="131" y="994"/>
                  </a:lnTo>
                  <a:lnTo>
                    <a:pt x="34" y="832"/>
                  </a:lnTo>
                  <a:lnTo>
                    <a:pt x="0" y="701"/>
                  </a:lnTo>
                  <a:lnTo>
                    <a:pt x="8" y="70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7083855" y="2757215"/>
              <a:ext cx="411" cy="291"/>
            </a:xfrm>
            <a:custGeom>
              <a:avLst/>
              <a:pathLst>
                <a:path w="411" h="291">
                  <a:moveTo>
                    <a:pt x="76" y="58"/>
                  </a:moveTo>
                  <a:lnTo>
                    <a:pt x="206" y="0"/>
                  </a:lnTo>
                  <a:lnTo>
                    <a:pt x="295" y="21"/>
                  </a:lnTo>
                  <a:lnTo>
                    <a:pt x="411" y="52"/>
                  </a:lnTo>
                  <a:lnTo>
                    <a:pt x="410" y="203"/>
                  </a:lnTo>
                  <a:lnTo>
                    <a:pt x="248" y="272"/>
                  </a:lnTo>
                  <a:lnTo>
                    <a:pt x="150" y="291"/>
                  </a:lnTo>
                  <a:lnTo>
                    <a:pt x="0" y="98"/>
                  </a:lnTo>
                  <a:lnTo>
                    <a:pt x="0" y="10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7083441" y="2756832"/>
              <a:ext cx="1154" cy="1087"/>
            </a:xfrm>
            <a:custGeom>
              <a:avLst/>
              <a:pathLst>
                <a:path w="1154" h="1087">
                  <a:moveTo>
                    <a:pt x="802" y="72"/>
                  </a:moveTo>
                  <a:lnTo>
                    <a:pt x="926" y="144"/>
                  </a:lnTo>
                  <a:lnTo>
                    <a:pt x="1059" y="267"/>
                  </a:lnTo>
                  <a:lnTo>
                    <a:pt x="1129" y="398"/>
                  </a:lnTo>
                  <a:lnTo>
                    <a:pt x="1154" y="570"/>
                  </a:lnTo>
                  <a:lnTo>
                    <a:pt x="1046" y="780"/>
                  </a:lnTo>
                  <a:lnTo>
                    <a:pt x="892" y="909"/>
                  </a:lnTo>
                  <a:lnTo>
                    <a:pt x="578" y="1087"/>
                  </a:lnTo>
                  <a:lnTo>
                    <a:pt x="399" y="1065"/>
                  </a:lnTo>
                  <a:lnTo>
                    <a:pt x="186" y="1012"/>
                  </a:lnTo>
                  <a:lnTo>
                    <a:pt x="0" y="849"/>
                  </a:lnTo>
                  <a:lnTo>
                    <a:pt x="29" y="527"/>
                  </a:lnTo>
                  <a:lnTo>
                    <a:pt x="156" y="317"/>
                  </a:lnTo>
                  <a:lnTo>
                    <a:pt x="310" y="137"/>
                  </a:lnTo>
                  <a:lnTo>
                    <a:pt x="444" y="119"/>
                  </a:lnTo>
                  <a:lnTo>
                    <a:pt x="579" y="0"/>
                  </a:lnTo>
                  <a:lnTo>
                    <a:pt x="58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7093245" y="2762255"/>
              <a:ext cx="443" cy="287"/>
            </a:xfrm>
            <a:custGeom>
              <a:avLst/>
              <a:pathLst>
                <a:path w="443" h="287">
                  <a:moveTo>
                    <a:pt x="0" y="0"/>
                  </a:moveTo>
                  <a:lnTo>
                    <a:pt x="249" y="53"/>
                  </a:lnTo>
                  <a:lnTo>
                    <a:pt x="381" y="205"/>
                  </a:lnTo>
                  <a:lnTo>
                    <a:pt x="443" y="287"/>
                  </a:lnTo>
                  <a:lnTo>
                    <a:pt x="443" y="27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7092732" y="2762222"/>
              <a:ext cx="719" cy="849"/>
            </a:xfrm>
            <a:custGeom>
              <a:avLst/>
              <a:pathLst>
                <a:path w="719" h="849">
                  <a:moveTo>
                    <a:pt x="228" y="0"/>
                  </a:moveTo>
                  <a:lnTo>
                    <a:pt x="47" y="209"/>
                  </a:lnTo>
                  <a:lnTo>
                    <a:pt x="0" y="460"/>
                  </a:lnTo>
                  <a:lnTo>
                    <a:pt x="87" y="612"/>
                  </a:lnTo>
                  <a:lnTo>
                    <a:pt x="283" y="715"/>
                  </a:lnTo>
                  <a:lnTo>
                    <a:pt x="398" y="787"/>
                  </a:lnTo>
                  <a:lnTo>
                    <a:pt x="567" y="849"/>
                  </a:lnTo>
                  <a:lnTo>
                    <a:pt x="719" y="80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6977730" y="2764256"/>
              <a:ext cx="296" cy="250"/>
            </a:xfrm>
            <a:custGeom>
              <a:avLst/>
              <a:pathLst>
                <a:path w="296" h="250">
                  <a:moveTo>
                    <a:pt x="294" y="51"/>
                  </a:moveTo>
                  <a:lnTo>
                    <a:pt x="179" y="0"/>
                  </a:lnTo>
                  <a:lnTo>
                    <a:pt x="98" y="39"/>
                  </a:lnTo>
                  <a:lnTo>
                    <a:pt x="0" y="109"/>
                  </a:lnTo>
                  <a:lnTo>
                    <a:pt x="17" y="199"/>
                  </a:lnTo>
                  <a:lnTo>
                    <a:pt x="70" y="250"/>
                  </a:lnTo>
                  <a:lnTo>
                    <a:pt x="159" y="221"/>
                  </a:lnTo>
                  <a:lnTo>
                    <a:pt x="249" y="201"/>
                  </a:lnTo>
                  <a:lnTo>
                    <a:pt x="294" y="131"/>
                  </a:lnTo>
                  <a:lnTo>
                    <a:pt x="296" y="101"/>
                  </a:lnTo>
                  <a:lnTo>
                    <a:pt x="294" y="5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6974849" y="2763867"/>
              <a:ext cx="3573" cy="2525"/>
            </a:xfrm>
            <a:custGeom>
              <a:avLst/>
              <a:pathLst>
                <a:path w="3573" h="2525">
                  <a:moveTo>
                    <a:pt x="2583" y="294"/>
                  </a:moveTo>
                  <a:lnTo>
                    <a:pt x="2457" y="372"/>
                  </a:lnTo>
                  <a:lnTo>
                    <a:pt x="2183" y="558"/>
                  </a:lnTo>
                  <a:lnTo>
                    <a:pt x="1504" y="758"/>
                  </a:lnTo>
                  <a:lnTo>
                    <a:pt x="1030" y="911"/>
                  </a:lnTo>
                  <a:lnTo>
                    <a:pt x="590" y="1065"/>
                  </a:lnTo>
                  <a:lnTo>
                    <a:pt x="254" y="1331"/>
                  </a:lnTo>
                  <a:lnTo>
                    <a:pt x="65" y="1600"/>
                  </a:lnTo>
                  <a:lnTo>
                    <a:pt x="0" y="1880"/>
                  </a:lnTo>
                  <a:lnTo>
                    <a:pt x="131" y="2134"/>
                  </a:lnTo>
                  <a:lnTo>
                    <a:pt x="339" y="2399"/>
                  </a:lnTo>
                  <a:lnTo>
                    <a:pt x="625" y="2525"/>
                  </a:lnTo>
                  <a:lnTo>
                    <a:pt x="929" y="2308"/>
                  </a:lnTo>
                  <a:lnTo>
                    <a:pt x="1273" y="2113"/>
                  </a:lnTo>
                  <a:lnTo>
                    <a:pt x="1620" y="2118"/>
                  </a:lnTo>
                  <a:lnTo>
                    <a:pt x="1836" y="2031"/>
                  </a:lnTo>
                  <a:lnTo>
                    <a:pt x="2052" y="1773"/>
                  </a:lnTo>
                  <a:lnTo>
                    <a:pt x="2450" y="1407"/>
                  </a:lnTo>
                  <a:lnTo>
                    <a:pt x="2809" y="1182"/>
                  </a:lnTo>
                  <a:lnTo>
                    <a:pt x="3036" y="994"/>
                  </a:lnTo>
                  <a:lnTo>
                    <a:pt x="3310" y="969"/>
                  </a:lnTo>
                  <a:lnTo>
                    <a:pt x="3492" y="911"/>
                  </a:lnTo>
                  <a:lnTo>
                    <a:pt x="3573" y="762"/>
                  </a:lnTo>
                  <a:lnTo>
                    <a:pt x="3549" y="510"/>
                  </a:lnTo>
                  <a:lnTo>
                    <a:pt x="3445" y="317"/>
                  </a:lnTo>
                  <a:lnTo>
                    <a:pt x="3279" y="123"/>
                  </a:lnTo>
                  <a:lnTo>
                    <a:pt x="3121" y="0"/>
                  </a:lnTo>
                  <a:lnTo>
                    <a:pt x="2721" y="24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6925556" y="2767235"/>
              <a:ext cx="694" cy="737"/>
            </a:xfrm>
            <a:custGeom>
              <a:avLst/>
              <a:pathLst>
                <a:path w="694" h="737">
                  <a:moveTo>
                    <a:pt x="290" y="14"/>
                  </a:moveTo>
                  <a:lnTo>
                    <a:pt x="349" y="0"/>
                  </a:lnTo>
                  <a:lnTo>
                    <a:pt x="395" y="3"/>
                  </a:lnTo>
                  <a:lnTo>
                    <a:pt x="513" y="16"/>
                  </a:lnTo>
                  <a:lnTo>
                    <a:pt x="625" y="159"/>
                  </a:lnTo>
                  <a:lnTo>
                    <a:pt x="694" y="381"/>
                  </a:lnTo>
                  <a:lnTo>
                    <a:pt x="648" y="551"/>
                  </a:lnTo>
                  <a:lnTo>
                    <a:pt x="424" y="659"/>
                  </a:lnTo>
                  <a:lnTo>
                    <a:pt x="219" y="737"/>
                  </a:lnTo>
                  <a:lnTo>
                    <a:pt x="69" y="736"/>
                  </a:lnTo>
                  <a:lnTo>
                    <a:pt x="0" y="584"/>
                  </a:lnTo>
                  <a:lnTo>
                    <a:pt x="19" y="232"/>
                  </a:lnTo>
                  <a:lnTo>
                    <a:pt x="146" y="72"/>
                  </a:lnTo>
                  <a:lnTo>
                    <a:pt x="222" y="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6944138" y="2768467"/>
              <a:ext cx="231" cy="161"/>
            </a:xfrm>
            <a:custGeom>
              <a:avLst/>
              <a:pathLst>
                <a:path w="231" h="161">
                  <a:moveTo>
                    <a:pt x="231" y="132"/>
                  </a:moveTo>
                  <a:lnTo>
                    <a:pt x="231" y="31"/>
                  </a:lnTo>
                  <a:lnTo>
                    <a:pt x="133" y="0"/>
                  </a:lnTo>
                  <a:lnTo>
                    <a:pt x="44" y="0"/>
                  </a:lnTo>
                  <a:lnTo>
                    <a:pt x="0" y="29"/>
                  </a:lnTo>
                  <a:lnTo>
                    <a:pt x="8" y="100"/>
                  </a:lnTo>
                  <a:lnTo>
                    <a:pt x="70" y="141"/>
                  </a:lnTo>
                  <a:lnTo>
                    <a:pt x="168" y="161"/>
                  </a:lnTo>
                  <a:lnTo>
                    <a:pt x="231" y="13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7076545" y="2768417"/>
              <a:ext cx="699" cy="385"/>
            </a:xfrm>
            <a:custGeom>
              <a:avLst/>
              <a:pathLst>
                <a:path w="699" h="385">
                  <a:moveTo>
                    <a:pt x="0" y="385"/>
                  </a:moveTo>
                  <a:lnTo>
                    <a:pt x="152" y="306"/>
                  </a:lnTo>
                  <a:lnTo>
                    <a:pt x="250" y="257"/>
                  </a:lnTo>
                  <a:lnTo>
                    <a:pt x="430" y="158"/>
                  </a:lnTo>
                  <a:lnTo>
                    <a:pt x="582" y="69"/>
                  </a:lnTo>
                  <a:lnTo>
                    <a:pt x="69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6945038" y="2768715"/>
              <a:ext cx="239" cy="192"/>
            </a:xfrm>
            <a:custGeom>
              <a:avLst/>
              <a:pathLst>
                <a:path w="239" h="192">
                  <a:moveTo>
                    <a:pt x="0" y="15"/>
                  </a:moveTo>
                  <a:lnTo>
                    <a:pt x="70" y="0"/>
                  </a:lnTo>
                  <a:lnTo>
                    <a:pt x="159" y="40"/>
                  </a:lnTo>
                  <a:lnTo>
                    <a:pt x="239" y="111"/>
                  </a:lnTo>
                  <a:lnTo>
                    <a:pt x="193" y="192"/>
                  </a:lnTo>
                  <a:lnTo>
                    <a:pt x="86" y="191"/>
                  </a:lnTo>
                  <a:lnTo>
                    <a:pt x="16" y="130"/>
                  </a:lnTo>
                  <a:lnTo>
                    <a:pt x="0" y="1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7076799" y="2768388"/>
              <a:ext cx="952" cy="1109"/>
            </a:xfrm>
            <a:custGeom>
              <a:avLst/>
              <a:pathLst>
                <a:path w="952" h="1109">
                  <a:moveTo>
                    <a:pt x="579" y="0"/>
                  </a:moveTo>
                  <a:lnTo>
                    <a:pt x="820" y="32"/>
                  </a:lnTo>
                  <a:lnTo>
                    <a:pt x="952" y="215"/>
                  </a:lnTo>
                  <a:lnTo>
                    <a:pt x="922" y="537"/>
                  </a:lnTo>
                  <a:lnTo>
                    <a:pt x="929" y="768"/>
                  </a:lnTo>
                  <a:lnTo>
                    <a:pt x="856" y="1019"/>
                  </a:lnTo>
                  <a:lnTo>
                    <a:pt x="756" y="1109"/>
                  </a:lnTo>
                  <a:lnTo>
                    <a:pt x="694" y="1108"/>
                  </a:lnTo>
                  <a:lnTo>
                    <a:pt x="589" y="956"/>
                  </a:lnTo>
                  <a:lnTo>
                    <a:pt x="509" y="784"/>
                  </a:lnTo>
                  <a:lnTo>
                    <a:pt x="440" y="622"/>
                  </a:lnTo>
                  <a:lnTo>
                    <a:pt x="351" y="531"/>
                  </a:lnTo>
                  <a:lnTo>
                    <a:pt x="163" y="649"/>
                  </a:lnTo>
                  <a:lnTo>
                    <a:pt x="90" y="810"/>
                  </a:lnTo>
                  <a:lnTo>
                    <a:pt x="0" y="889"/>
                  </a:lnTo>
                  <a:lnTo>
                    <a:pt x="0" y="87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7076378" y="2769073"/>
              <a:ext cx="66" cy="462"/>
            </a:xfrm>
            <a:custGeom>
              <a:avLst/>
              <a:pathLst>
                <a:path w="66" h="462">
                  <a:moveTo>
                    <a:pt x="0" y="462"/>
                  </a:moveTo>
                  <a:lnTo>
                    <a:pt x="9" y="361"/>
                  </a:lnTo>
                  <a:lnTo>
                    <a:pt x="46" y="201"/>
                  </a:lnTo>
                  <a:lnTo>
                    <a:pt x="66" y="10"/>
                  </a:lnTo>
                  <a:lnTo>
                    <a:pt x="6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6920860" y="2769156"/>
              <a:ext cx="640" cy="394"/>
            </a:xfrm>
            <a:custGeom>
              <a:avLst/>
              <a:pathLst>
                <a:path w="640" h="394">
                  <a:moveTo>
                    <a:pt x="33" y="93"/>
                  </a:moveTo>
                  <a:lnTo>
                    <a:pt x="80" y="78"/>
                  </a:lnTo>
                  <a:lnTo>
                    <a:pt x="216" y="0"/>
                  </a:lnTo>
                  <a:lnTo>
                    <a:pt x="455" y="2"/>
                  </a:lnTo>
                  <a:lnTo>
                    <a:pt x="597" y="4"/>
                  </a:lnTo>
                  <a:lnTo>
                    <a:pt x="632" y="155"/>
                  </a:lnTo>
                  <a:lnTo>
                    <a:pt x="640" y="316"/>
                  </a:lnTo>
                  <a:lnTo>
                    <a:pt x="432" y="394"/>
                  </a:lnTo>
                  <a:lnTo>
                    <a:pt x="281" y="352"/>
                  </a:lnTo>
                  <a:lnTo>
                    <a:pt x="123" y="330"/>
                  </a:lnTo>
                  <a:lnTo>
                    <a:pt x="0" y="15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6943363" y="2768147"/>
              <a:ext cx="2301" cy="1417"/>
            </a:xfrm>
            <a:custGeom>
              <a:avLst/>
              <a:pathLst>
                <a:path w="2301" h="1417">
                  <a:moveTo>
                    <a:pt x="100" y="143"/>
                  </a:moveTo>
                  <a:lnTo>
                    <a:pt x="151" y="82"/>
                  </a:lnTo>
                  <a:lnTo>
                    <a:pt x="418" y="5"/>
                  </a:lnTo>
                  <a:lnTo>
                    <a:pt x="776" y="0"/>
                  </a:lnTo>
                  <a:lnTo>
                    <a:pt x="981" y="43"/>
                  </a:lnTo>
                  <a:lnTo>
                    <a:pt x="1247" y="247"/>
                  </a:lnTo>
                  <a:lnTo>
                    <a:pt x="1433" y="230"/>
                  </a:lnTo>
                  <a:lnTo>
                    <a:pt x="1710" y="264"/>
                  </a:lnTo>
                  <a:lnTo>
                    <a:pt x="1888" y="296"/>
                  </a:lnTo>
                  <a:lnTo>
                    <a:pt x="2119" y="450"/>
                  </a:lnTo>
                  <a:lnTo>
                    <a:pt x="2231" y="714"/>
                  </a:lnTo>
                  <a:lnTo>
                    <a:pt x="2301" y="996"/>
                  </a:lnTo>
                  <a:lnTo>
                    <a:pt x="2092" y="1144"/>
                  </a:lnTo>
                  <a:lnTo>
                    <a:pt x="1896" y="1293"/>
                  </a:lnTo>
                  <a:lnTo>
                    <a:pt x="1664" y="1400"/>
                  </a:lnTo>
                  <a:lnTo>
                    <a:pt x="1429" y="1417"/>
                  </a:lnTo>
                  <a:lnTo>
                    <a:pt x="1147" y="1343"/>
                  </a:lnTo>
                  <a:lnTo>
                    <a:pt x="746" y="1227"/>
                  </a:lnTo>
                  <a:lnTo>
                    <a:pt x="426" y="941"/>
                  </a:lnTo>
                  <a:lnTo>
                    <a:pt x="190" y="696"/>
                  </a:lnTo>
                  <a:lnTo>
                    <a:pt x="40" y="503"/>
                  </a:lnTo>
                  <a:lnTo>
                    <a:pt x="0" y="330"/>
                  </a:lnTo>
                  <a:lnTo>
                    <a:pt x="42" y="21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7076446" y="2769550"/>
              <a:ext cx="470" cy="743"/>
            </a:xfrm>
            <a:custGeom>
              <a:avLst/>
              <a:pathLst>
                <a:path w="470" h="743">
                  <a:moveTo>
                    <a:pt x="359" y="0"/>
                  </a:moveTo>
                  <a:lnTo>
                    <a:pt x="376" y="80"/>
                  </a:lnTo>
                  <a:lnTo>
                    <a:pt x="463" y="373"/>
                  </a:lnTo>
                  <a:lnTo>
                    <a:pt x="470" y="504"/>
                  </a:lnTo>
                  <a:lnTo>
                    <a:pt x="433" y="695"/>
                  </a:lnTo>
                  <a:lnTo>
                    <a:pt x="227" y="743"/>
                  </a:lnTo>
                  <a:lnTo>
                    <a:pt x="147" y="672"/>
                  </a:lnTo>
                  <a:lnTo>
                    <a:pt x="33" y="489"/>
                  </a:lnTo>
                  <a:lnTo>
                    <a:pt x="0" y="278"/>
                  </a:lnTo>
                  <a:lnTo>
                    <a:pt x="9" y="27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6921481" y="2770155"/>
              <a:ext cx="214" cy="412"/>
            </a:xfrm>
            <a:custGeom>
              <a:avLst/>
              <a:pathLst>
                <a:path w="214" h="412">
                  <a:moveTo>
                    <a:pt x="125" y="0"/>
                  </a:moveTo>
                  <a:lnTo>
                    <a:pt x="54" y="130"/>
                  </a:lnTo>
                  <a:lnTo>
                    <a:pt x="35" y="200"/>
                  </a:lnTo>
                  <a:lnTo>
                    <a:pt x="0" y="301"/>
                  </a:lnTo>
                  <a:lnTo>
                    <a:pt x="88" y="412"/>
                  </a:lnTo>
                  <a:lnTo>
                    <a:pt x="168" y="402"/>
                  </a:lnTo>
                  <a:lnTo>
                    <a:pt x="213" y="393"/>
                  </a:lnTo>
                  <a:lnTo>
                    <a:pt x="214" y="272"/>
                  </a:lnTo>
                  <a:lnTo>
                    <a:pt x="205" y="171"/>
                  </a:lnTo>
                  <a:lnTo>
                    <a:pt x="187" y="100"/>
                  </a:lnTo>
                  <a:lnTo>
                    <a:pt x="143" y="30"/>
                  </a:lnTo>
                  <a:lnTo>
                    <a:pt x="12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6921065" y="2769829"/>
              <a:ext cx="937" cy="1061"/>
            </a:xfrm>
            <a:custGeom>
              <a:avLst/>
              <a:pathLst>
                <a:path w="937" h="1061">
                  <a:moveTo>
                    <a:pt x="60" y="671"/>
                  </a:moveTo>
                  <a:lnTo>
                    <a:pt x="100" y="772"/>
                  </a:lnTo>
                  <a:lnTo>
                    <a:pt x="57" y="907"/>
                  </a:lnTo>
                  <a:lnTo>
                    <a:pt x="77" y="1037"/>
                  </a:lnTo>
                  <a:lnTo>
                    <a:pt x="227" y="969"/>
                  </a:lnTo>
                  <a:lnTo>
                    <a:pt x="370" y="1061"/>
                  </a:lnTo>
                  <a:lnTo>
                    <a:pt x="505" y="1012"/>
                  </a:lnTo>
                  <a:lnTo>
                    <a:pt x="690" y="944"/>
                  </a:lnTo>
                  <a:lnTo>
                    <a:pt x="791" y="855"/>
                  </a:lnTo>
                  <a:lnTo>
                    <a:pt x="879" y="624"/>
                  </a:lnTo>
                  <a:lnTo>
                    <a:pt x="937" y="383"/>
                  </a:lnTo>
                  <a:lnTo>
                    <a:pt x="876" y="262"/>
                  </a:lnTo>
                  <a:lnTo>
                    <a:pt x="799" y="0"/>
                  </a:lnTo>
                  <a:lnTo>
                    <a:pt x="663" y="28"/>
                  </a:lnTo>
                  <a:lnTo>
                    <a:pt x="413" y="45"/>
                  </a:lnTo>
                  <a:lnTo>
                    <a:pt x="208" y="234"/>
                  </a:lnTo>
                  <a:lnTo>
                    <a:pt x="46" y="444"/>
                  </a:lnTo>
                  <a:lnTo>
                    <a:pt x="0" y="584"/>
                  </a:lnTo>
                  <a:lnTo>
                    <a:pt x="9" y="60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7012893" y="2770329"/>
              <a:ext cx="1330" cy="962"/>
            </a:xfrm>
            <a:custGeom>
              <a:avLst/>
              <a:pathLst>
                <a:path w="1330" h="962">
                  <a:moveTo>
                    <a:pt x="564" y="889"/>
                  </a:moveTo>
                  <a:lnTo>
                    <a:pt x="327" y="962"/>
                  </a:lnTo>
                  <a:lnTo>
                    <a:pt x="211" y="962"/>
                  </a:lnTo>
                  <a:lnTo>
                    <a:pt x="0" y="882"/>
                  </a:lnTo>
                  <a:lnTo>
                    <a:pt x="149" y="700"/>
                  </a:lnTo>
                  <a:lnTo>
                    <a:pt x="409" y="429"/>
                  </a:lnTo>
                  <a:lnTo>
                    <a:pt x="562" y="299"/>
                  </a:lnTo>
                  <a:lnTo>
                    <a:pt x="750" y="109"/>
                  </a:lnTo>
                  <a:lnTo>
                    <a:pt x="1063" y="0"/>
                  </a:lnTo>
                  <a:lnTo>
                    <a:pt x="1205" y="20"/>
                  </a:lnTo>
                  <a:lnTo>
                    <a:pt x="1330" y="112"/>
                  </a:lnTo>
                  <a:lnTo>
                    <a:pt x="1311" y="252"/>
                  </a:lnTo>
                  <a:lnTo>
                    <a:pt x="1203" y="433"/>
                  </a:lnTo>
                  <a:lnTo>
                    <a:pt x="1024" y="674"/>
                  </a:lnTo>
                  <a:lnTo>
                    <a:pt x="809" y="794"/>
                  </a:lnTo>
                  <a:lnTo>
                    <a:pt x="728" y="854"/>
                  </a:lnTo>
                  <a:lnTo>
                    <a:pt x="693" y="83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6918777" y="2769604"/>
              <a:ext cx="1134" cy="1714"/>
            </a:xfrm>
            <a:custGeom>
              <a:avLst/>
              <a:pathLst>
                <a:path w="1134" h="1714">
                  <a:moveTo>
                    <a:pt x="0" y="1246"/>
                  </a:moveTo>
                  <a:lnTo>
                    <a:pt x="46" y="1105"/>
                  </a:lnTo>
                  <a:lnTo>
                    <a:pt x="173" y="855"/>
                  </a:lnTo>
                  <a:lnTo>
                    <a:pt x="281" y="595"/>
                  </a:lnTo>
                  <a:lnTo>
                    <a:pt x="408" y="345"/>
                  </a:lnTo>
                  <a:lnTo>
                    <a:pt x="555" y="155"/>
                  </a:lnTo>
                  <a:lnTo>
                    <a:pt x="794" y="7"/>
                  </a:lnTo>
                  <a:lnTo>
                    <a:pt x="1018" y="0"/>
                  </a:lnTo>
                  <a:lnTo>
                    <a:pt x="1134" y="142"/>
                  </a:lnTo>
                  <a:lnTo>
                    <a:pt x="1014" y="442"/>
                  </a:lnTo>
                  <a:lnTo>
                    <a:pt x="833" y="732"/>
                  </a:lnTo>
                  <a:lnTo>
                    <a:pt x="609" y="1001"/>
                  </a:lnTo>
                  <a:lnTo>
                    <a:pt x="501" y="1211"/>
                  </a:lnTo>
                  <a:lnTo>
                    <a:pt x="516" y="1523"/>
                  </a:lnTo>
                  <a:lnTo>
                    <a:pt x="513" y="1714"/>
                  </a:lnTo>
                  <a:lnTo>
                    <a:pt x="327" y="1642"/>
                  </a:lnTo>
                  <a:lnTo>
                    <a:pt x="111" y="1619"/>
                  </a:lnTo>
                  <a:lnTo>
                    <a:pt x="42" y="1487"/>
                  </a:lnTo>
                  <a:lnTo>
                    <a:pt x="27" y="134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6988128" y="2770029"/>
              <a:ext cx="847" cy="1307"/>
            </a:xfrm>
            <a:custGeom>
              <a:avLst/>
              <a:pathLst>
                <a:path w="847" h="1307">
                  <a:moveTo>
                    <a:pt x="847" y="190"/>
                  </a:moveTo>
                  <a:lnTo>
                    <a:pt x="578" y="81"/>
                  </a:lnTo>
                  <a:lnTo>
                    <a:pt x="274" y="14"/>
                  </a:lnTo>
                  <a:lnTo>
                    <a:pt x="144" y="0"/>
                  </a:lnTo>
                  <a:lnTo>
                    <a:pt x="68" y="67"/>
                  </a:lnTo>
                  <a:lnTo>
                    <a:pt x="10" y="169"/>
                  </a:lnTo>
                  <a:lnTo>
                    <a:pt x="0" y="466"/>
                  </a:lnTo>
                  <a:lnTo>
                    <a:pt x="91" y="614"/>
                  </a:lnTo>
                  <a:lnTo>
                    <a:pt x="335" y="797"/>
                  </a:lnTo>
                  <a:lnTo>
                    <a:pt x="413" y="867"/>
                  </a:lnTo>
                  <a:lnTo>
                    <a:pt x="600" y="1127"/>
                  </a:lnTo>
                  <a:lnTo>
                    <a:pt x="691" y="1228"/>
                  </a:lnTo>
                  <a:lnTo>
                    <a:pt x="776" y="130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6985194" y="2770076"/>
              <a:ext cx="1512" cy="1414"/>
            </a:xfrm>
            <a:custGeom>
              <a:avLst/>
              <a:pathLst>
                <a:path w="1512" h="1414">
                  <a:moveTo>
                    <a:pt x="1158" y="69"/>
                  </a:moveTo>
                  <a:lnTo>
                    <a:pt x="1080" y="48"/>
                  </a:lnTo>
                  <a:lnTo>
                    <a:pt x="821" y="25"/>
                  </a:lnTo>
                  <a:lnTo>
                    <a:pt x="520" y="0"/>
                  </a:lnTo>
                  <a:lnTo>
                    <a:pt x="269" y="25"/>
                  </a:lnTo>
                  <a:lnTo>
                    <a:pt x="123" y="154"/>
                  </a:lnTo>
                  <a:lnTo>
                    <a:pt x="57" y="394"/>
                  </a:lnTo>
                  <a:lnTo>
                    <a:pt x="0" y="755"/>
                  </a:lnTo>
                  <a:lnTo>
                    <a:pt x="34" y="987"/>
                  </a:lnTo>
                  <a:lnTo>
                    <a:pt x="235" y="1102"/>
                  </a:lnTo>
                  <a:lnTo>
                    <a:pt x="385" y="1295"/>
                  </a:lnTo>
                  <a:lnTo>
                    <a:pt x="652" y="1381"/>
                  </a:lnTo>
                  <a:lnTo>
                    <a:pt x="841" y="1414"/>
                  </a:lnTo>
                  <a:lnTo>
                    <a:pt x="879" y="1173"/>
                  </a:lnTo>
                  <a:lnTo>
                    <a:pt x="844" y="1082"/>
                  </a:lnTo>
                  <a:lnTo>
                    <a:pt x="791" y="920"/>
                  </a:lnTo>
                  <a:lnTo>
                    <a:pt x="1007" y="763"/>
                  </a:lnTo>
                  <a:lnTo>
                    <a:pt x="1296" y="687"/>
                  </a:lnTo>
                  <a:lnTo>
                    <a:pt x="1431" y="609"/>
                  </a:lnTo>
                  <a:lnTo>
                    <a:pt x="1512" y="520"/>
                  </a:lnTo>
                  <a:lnTo>
                    <a:pt x="1477" y="318"/>
                  </a:lnTo>
                  <a:lnTo>
                    <a:pt x="1275" y="12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6932706" y="2771581"/>
              <a:ext cx="247" cy="160"/>
            </a:xfrm>
            <a:custGeom>
              <a:avLst/>
              <a:pathLst>
                <a:path w="247" h="160">
                  <a:moveTo>
                    <a:pt x="247" y="3"/>
                  </a:moveTo>
                  <a:lnTo>
                    <a:pt x="125" y="0"/>
                  </a:lnTo>
                  <a:lnTo>
                    <a:pt x="44" y="19"/>
                  </a:lnTo>
                  <a:lnTo>
                    <a:pt x="0" y="89"/>
                  </a:lnTo>
                  <a:lnTo>
                    <a:pt x="62" y="160"/>
                  </a:lnTo>
                  <a:lnTo>
                    <a:pt x="160" y="141"/>
                  </a:lnTo>
                  <a:lnTo>
                    <a:pt x="214" y="60"/>
                  </a:lnTo>
                  <a:lnTo>
                    <a:pt x="247" y="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6987390" y="2771262"/>
              <a:ext cx="480" cy="507"/>
            </a:xfrm>
            <a:custGeom>
              <a:avLst/>
              <a:pathLst>
                <a:path w="480" h="507">
                  <a:moveTo>
                    <a:pt x="470" y="236"/>
                  </a:moveTo>
                  <a:lnTo>
                    <a:pt x="453" y="280"/>
                  </a:lnTo>
                  <a:lnTo>
                    <a:pt x="381" y="502"/>
                  </a:lnTo>
                  <a:lnTo>
                    <a:pt x="164" y="507"/>
                  </a:lnTo>
                  <a:lnTo>
                    <a:pt x="24" y="378"/>
                  </a:lnTo>
                  <a:lnTo>
                    <a:pt x="0" y="151"/>
                  </a:lnTo>
                  <a:lnTo>
                    <a:pt x="47" y="75"/>
                  </a:lnTo>
                  <a:lnTo>
                    <a:pt x="133" y="0"/>
                  </a:lnTo>
                  <a:lnTo>
                    <a:pt x="313" y="28"/>
                  </a:lnTo>
                  <a:lnTo>
                    <a:pt x="412" y="35"/>
                  </a:lnTo>
                  <a:lnTo>
                    <a:pt x="480" y="15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6919514" y="2771110"/>
              <a:ext cx="1408" cy="674"/>
            </a:xfrm>
            <a:custGeom>
              <a:avLst/>
              <a:pathLst>
                <a:path w="1408" h="674">
                  <a:moveTo>
                    <a:pt x="123" y="38"/>
                  </a:moveTo>
                  <a:lnTo>
                    <a:pt x="250" y="62"/>
                  </a:lnTo>
                  <a:lnTo>
                    <a:pt x="536" y="45"/>
                  </a:lnTo>
                  <a:lnTo>
                    <a:pt x="937" y="0"/>
                  </a:lnTo>
                  <a:lnTo>
                    <a:pt x="1169" y="2"/>
                  </a:lnTo>
                  <a:lnTo>
                    <a:pt x="1408" y="75"/>
                  </a:lnTo>
                  <a:lnTo>
                    <a:pt x="1327" y="316"/>
                  </a:lnTo>
                  <a:lnTo>
                    <a:pt x="1246" y="496"/>
                  </a:lnTo>
                  <a:lnTo>
                    <a:pt x="1200" y="667"/>
                  </a:lnTo>
                  <a:lnTo>
                    <a:pt x="984" y="674"/>
                  </a:lnTo>
                  <a:lnTo>
                    <a:pt x="636" y="670"/>
                  </a:lnTo>
                  <a:lnTo>
                    <a:pt x="405" y="657"/>
                  </a:lnTo>
                  <a:lnTo>
                    <a:pt x="208" y="645"/>
                  </a:lnTo>
                  <a:lnTo>
                    <a:pt x="104" y="503"/>
                  </a:lnTo>
                  <a:lnTo>
                    <a:pt x="69" y="332"/>
                  </a:lnTo>
                  <a:lnTo>
                    <a:pt x="0" y="8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6987920" y="2771434"/>
              <a:ext cx="290" cy="444"/>
            </a:xfrm>
            <a:custGeom>
              <a:avLst/>
              <a:pathLst>
                <a:path w="290" h="444">
                  <a:moveTo>
                    <a:pt x="111" y="84"/>
                  </a:moveTo>
                  <a:lnTo>
                    <a:pt x="161" y="35"/>
                  </a:lnTo>
                  <a:lnTo>
                    <a:pt x="232" y="3"/>
                  </a:lnTo>
                  <a:lnTo>
                    <a:pt x="290" y="0"/>
                  </a:lnTo>
                  <a:lnTo>
                    <a:pt x="246" y="164"/>
                  </a:lnTo>
                  <a:lnTo>
                    <a:pt x="179" y="403"/>
                  </a:lnTo>
                  <a:lnTo>
                    <a:pt x="99" y="444"/>
                  </a:lnTo>
                  <a:lnTo>
                    <a:pt x="3" y="324"/>
                  </a:lnTo>
                  <a:lnTo>
                    <a:pt x="0" y="194"/>
                  </a:lnTo>
                  <a:lnTo>
                    <a:pt x="48" y="1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7012182" y="2769796"/>
              <a:ext cx="2549" cy="2365"/>
            </a:xfrm>
            <a:custGeom>
              <a:avLst/>
              <a:pathLst>
                <a:path w="2549" h="2365">
                  <a:moveTo>
                    <a:pt x="138" y="2308"/>
                  </a:moveTo>
                  <a:lnTo>
                    <a:pt x="79" y="2245"/>
                  </a:lnTo>
                  <a:lnTo>
                    <a:pt x="0" y="2135"/>
                  </a:lnTo>
                  <a:lnTo>
                    <a:pt x="90" y="1712"/>
                  </a:lnTo>
                  <a:lnTo>
                    <a:pt x="405" y="1221"/>
                  </a:lnTo>
                  <a:lnTo>
                    <a:pt x="845" y="740"/>
                  </a:lnTo>
                  <a:lnTo>
                    <a:pt x="1159" y="298"/>
                  </a:lnTo>
                  <a:lnTo>
                    <a:pt x="1838" y="0"/>
                  </a:lnTo>
                  <a:lnTo>
                    <a:pt x="1998" y="111"/>
                  </a:lnTo>
                  <a:lnTo>
                    <a:pt x="2256" y="263"/>
                  </a:lnTo>
                  <a:lnTo>
                    <a:pt x="2416" y="415"/>
                  </a:lnTo>
                  <a:lnTo>
                    <a:pt x="2549" y="718"/>
                  </a:lnTo>
                  <a:lnTo>
                    <a:pt x="2503" y="979"/>
                  </a:lnTo>
                  <a:lnTo>
                    <a:pt x="2064" y="1410"/>
                  </a:lnTo>
                  <a:lnTo>
                    <a:pt x="1777" y="1570"/>
                  </a:lnTo>
                  <a:lnTo>
                    <a:pt x="1590" y="1700"/>
                  </a:lnTo>
                  <a:lnTo>
                    <a:pt x="1553" y="1730"/>
                  </a:lnTo>
                  <a:lnTo>
                    <a:pt x="1312" y="1890"/>
                  </a:lnTo>
                  <a:lnTo>
                    <a:pt x="1098" y="1939"/>
                  </a:lnTo>
                  <a:lnTo>
                    <a:pt x="803" y="1998"/>
                  </a:lnTo>
                  <a:lnTo>
                    <a:pt x="570" y="2178"/>
                  </a:lnTo>
                  <a:lnTo>
                    <a:pt x="391" y="2348"/>
                  </a:lnTo>
                  <a:lnTo>
                    <a:pt x="220" y="236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6988241" y="2771603"/>
              <a:ext cx="296" cy="730"/>
            </a:xfrm>
            <a:custGeom>
              <a:avLst/>
              <a:pathLst>
                <a:path w="296" h="730">
                  <a:moveTo>
                    <a:pt x="49" y="261"/>
                  </a:moveTo>
                  <a:lnTo>
                    <a:pt x="80" y="113"/>
                  </a:lnTo>
                  <a:lnTo>
                    <a:pt x="127" y="0"/>
                  </a:lnTo>
                  <a:lnTo>
                    <a:pt x="223" y="50"/>
                  </a:lnTo>
                  <a:lnTo>
                    <a:pt x="296" y="298"/>
                  </a:lnTo>
                  <a:lnTo>
                    <a:pt x="214" y="617"/>
                  </a:lnTo>
                  <a:lnTo>
                    <a:pt x="100" y="730"/>
                  </a:lnTo>
                  <a:lnTo>
                    <a:pt x="20" y="676"/>
                  </a:lnTo>
                  <a:lnTo>
                    <a:pt x="0" y="500"/>
                  </a:lnTo>
                  <a:lnTo>
                    <a:pt x="31" y="35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6936063" y="2772062"/>
              <a:ext cx="195" cy="332"/>
            </a:xfrm>
            <a:custGeom>
              <a:avLst/>
              <a:pathLst>
                <a:path w="195" h="332">
                  <a:moveTo>
                    <a:pt x="36" y="20"/>
                  </a:moveTo>
                  <a:lnTo>
                    <a:pt x="0" y="150"/>
                  </a:lnTo>
                  <a:lnTo>
                    <a:pt x="26" y="281"/>
                  </a:lnTo>
                  <a:lnTo>
                    <a:pt x="52" y="332"/>
                  </a:lnTo>
                  <a:lnTo>
                    <a:pt x="151" y="272"/>
                  </a:lnTo>
                  <a:lnTo>
                    <a:pt x="195" y="262"/>
                  </a:lnTo>
                  <a:lnTo>
                    <a:pt x="169" y="151"/>
                  </a:lnTo>
                  <a:lnTo>
                    <a:pt x="143" y="91"/>
                  </a:lnTo>
                  <a:lnTo>
                    <a:pt x="45" y="0"/>
                  </a:lnTo>
                  <a:lnTo>
                    <a:pt x="36" y="2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6933398" y="2772208"/>
              <a:ext cx="231" cy="222"/>
            </a:xfrm>
            <a:custGeom>
              <a:avLst/>
              <a:pathLst>
                <a:path w="231" h="222">
                  <a:moveTo>
                    <a:pt x="231" y="151"/>
                  </a:moveTo>
                  <a:lnTo>
                    <a:pt x="160" y="50"/>
                  </a:lnTo>
                  <a:lnTo>
                    <a:pt x="71" y="0"/>
                  </a:lnTo>
                  <a:lnTo>
                    <a:pt x="0" y="39"/>
                  </a:lnTo>
                  <a:lnTo>
                    <a:pt x="17" y="140"/>
                  </a:lnTo>
                  <a:lnTo>
                    <a:pt x="70" y="201"/>
                  </a:lnTo>
                  <a:lnTo>
                    <a:pt x="123" y="221"/>
                  </a:lnTo>
                  <a:lnTo>
                    <a:pt x="230" y="222"/>
                  </a:lnTo>
                  <a:lnTo>
                    <a:pt x="231" y="15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6933852" y="2772362"/>
              <a:ext cx="177" cy="241"/>
            </a:xfrm>
            <a:custGeom>
              <a:avLst/>
              <a:pathLst>
                <a:path w="177" h="241">
                  <a:moveTo>
                    <a:pt x="0" y="49"/>
                  </a:moveTo>
                  <a:lnTo>
                    <a:pt x="62" y="0"/>
                  </a:lnTo>
                  <a:lnTo>
                    <a:pt x="169" y="20"/>
                  </a:lnTo>
                  <a:lnTo>
                    <a:pt x="159" y="161"/>
                  </a:lnTo>
                  <a:lnTo>
                    <a:pt x="177" y="232"/>
                  </a:lnTo>
                  <a:lnTo>
                    <a:pt x="88" y="241"/>
                  </a:lnTo>
                  <a:lnTo>
                    <a:pt x="43" y="211"/>
                  </a:lnTo>
                  <a:lnTo>
                    <a:pt x="26" y="130"/>
                  </a:lnTo>
                  <a:lnTo>
                    <a:pt x="0" y="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6932378" y="2770911"/>
              <a:ext cx="4110" cy="1928"/>
            </a:xfrm>
            <a:custGeom>
              <a:avLst/>
              <a:pathLst>
                <a:path w="4110" h="1928">
                  <a:moveTo>
                    <a:pt x="87" y="368"/>
                  </a:moveTo>
                  <a:lnTo>
                    <a:pt x="135" y="294"/>
                  </a:lnTo>
                  <a:lnTo>
                    <a:pt x="255" y="204"/>
                  </a:lnTo>
                  <a:lnTo>
                    <a:pt x="509" y="298"/>
                  </a:lnTo>
                  <a:lnTo>
                    <a:pt x="760" y="211"/>
                  </a:lnTo>
                  <a:lnTo>
                    <a:pt x="1081" y="205"/>
                  </a:lnTo>
                  <a:lnTo>
                    <a:pt x="1466" y="149"/>
                  </a:lnTo>
                  <a:lnTo>
                    <a:pt x="1833" y="63"/>
                  </a:lnTo>
                  <a:lnTo>
                    <a:pt x="2126" y="27"/>
                  </a:lnTo>
                  <a:lnTo>
                    <a:pt x="2342" y="0"/>
                  </a:lnTo>
                  <a:lnTo>
                    <a:pt x="2562" y="83"/>
                  </a:lnTo>
                  <a:lnTo>
                    <a:pt x="2910" y="470"/>
                  </a:lnTo>
                  <a:lnTo>
                    <a:pt x="3048" y="642"/>
                  </a:lnTo>
                  <a:lnTo>
                    <a:pt x="3238" y="675"/>
                  </a:lnTo>
                  <a:lnTo>
                    <a:pt x="3566" y="790"/>
                  </a:lnTo>
                  <a:lnTo>
                    <a:pt x="3786" y="893"/>
                  </a:lnTo>
                  <a:lnTo>
                    <a:pt x="3982" y="1107"/>
                  </a:lnTo>
                  <a:lnTo>
                    <a:pt x="4110" y="1461"/>
                  </a:lnTo>
                  <a:lnTo>
                    <a:pt x="4063" y="1692"/>
                  </a:lnTo>
                  <a:lnTo>
                    <a:pt x="3770" y="1819"/>
                  </a:lnTo>
                  <a:lnTo>
                    <a:pt x="3315" y="1873"/>
                  </a:lnTo>
                  <a:lnTo>
                    <a:pt x="2859" y="1928"/>
                  </a:lnTo>
                  <a:lnTo>
                    <a:pt x="2369" y="1891"/>
                  </a:lnTo>
                  <a:lnTo>
                    <a:pt x="2037" y="1907"/>
                  </a:lnTo>
                  <a:lnTo>
                    <a:pt x="1682" y="1893"/>
                  </a:lnTo>
                  <a:lnTo>
                    <a:pt x="1281" y="1898"/>
                  </a:lnTo>
                  <a:lnTo>
                    <a:pt x="942" y="1783"/>
                  </a:lnTo>
                  <a:lnTo>
                    <a:pt x="606" y="1597"/>
                  </a:lnTo>
                  <a:lnTo>
                    <a:pt x="347" y="1393"/>
                  </a:lnTo>
                  <a:lnTo>
                    <a:pt x="139" y="1109"/>
                  </a:lnTo>
                  <a:lnTo>
                    <a:pt x="15" y="745"/>
                  </a:lnTo>
                  <a:lnTo>
                    <a:pt x="0" y="549"/>
                  </a:lnTo>
                  <a:lnTo>
                    <a:pt x="34" y="46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6988554" y="2772266"/>
              <a:ext cx="421" cy="701"/>
            </a:xfrm>
            <a:custGeom>
              <a:avLst/>
              <a:pathLst>
                <a:path w="421" h="701">
                  <a:moveTo>
                    <a:pt x="421" y="368"/>
                  </a:moveTo>
                  <a:lnTo>
                    <a:pt x="264" y="208"/>
                  </a:lnTo>
                  <a:lnTo>
                    <a:pt x="143" y="0"/>
                  </a:lnTo>
                  <a:lnTo>
                    <a:pt x="80" y="140"/>
                  </a:lnTo>
                  <a:lnTo>
                    <a:pt x="0" y="327"/>
                  </a:lnTo>
                  <a:lnTo>
                    <a:pt x="89" y="519"/>
                  </a:lnTo>
                  <a:lnTo>
                    <a:pt x="278" y="680"/>
                  </a:lnTo>
                  <a:lnTo>
                    <a:pt x="299" y="70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6988976" y="2772701"/>
              <a:ext cx="255" cy="514"/>
            </a:xfrm>
            <a:custGeom>
              <a:avLst/>
              <a:pathLst>
                <a:path w="255" h="514">
                  <a:moveTo>
                    <a:pt x="0" y="337"/>
                  </a:moveTo>
                  <a:lnTo>
                    <a:pt x="79" y="514"/>
                  </a:lnTo>
                  <a:lnTo>
                    <a:pt x="254" y="498"/>
                  </a:lnTo>
                  <a:lnTo>
                    <a:pt x="255" y="287"/>
                  </a:lnTo>
                  <a:lnTo>
                    <a:pt x="202" y="85"/>
                  </a:lnTo>
                  <a:lnTo>
                    <a:pt x="140" y="55"/>
                  </a:lnTo>
                  <a:lnTo>
                    <a:pt x="6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6988976" y="2770370"/>
              <a:ext cx="2573" cy="4216"/>
            </a:xfrm>
            <a:custGeom>
              <a:avLst/>
              <a:pathLst>
                <a:path w="2573" h="4216">
                  <a:moveTo>
                    <a:pt x="0" y="1025"/>
                  </a:moveTo>
                  <a:lnTo>
                    <a:pt x="171" y="1342"/>
                  </a:lnTo>
                  <a:lnTo>
                    <a:pt x="518" y="1676"/>
                  </a:lnTo>
                  <a:lnTo>
                    <a:pt x="803" y="1978"/>
                  </a:lnTo>
                  <a:lnTo>
                    <a:pt x="1202" y="2443"/>
                  </a:lnTo>
                  <a:lnTo>
                    <a:pt x="1504" y="3048"/>
                  </a:lnTo>
                  <a:lnTo>
                    <a:pt x="1263" y="3168"/>
                  </a:lnTo>
                  <a:lnTo>
                    <a:pt x="986" y="3116"/>
                  </a:lnTo>
                  <a:lnTo>
                    <a:pt x="710" y="3156"/>
                  </a:lnTo>
                  <a:lnTo>
                    <a:pt x="549" y="3196"/>
                  </a:lnTo>
                  <a:lnTo>
                    <a:pt x="450" y="3417"/>
                  </a:lnTo>
                  <a:lnTo>
                    <a:pt x="530" y="3679"/>
                  </a:lnTo>
                  <a:lnTo>
                    <a:pt x="992" y="3962"/>
                  </a:lnTo>
                  <a:lnTo>
                    <a:pt x="1207" y="4043"/>
                  </a:lnTo>
                  <a:lnTo>
                    <a:pt x="1545" y="4165"/>
                  </a:lnTo>
                  <a:lnTo>
                    <a:pt x="1804" y="4216"/>
                  </a:lnTo>
                  <a:lnTo>
                    <a:pt x="1991" y="4136"/>
                  </a:lnTo>
                  <a:lnTo>
                    <a:pt x="2232" y="4036"/>
                  </a:lnTo>
                  <a:lnTo>
                    <a:pt x="2482" y="3785"/>
                  </a:lnTo>
                  <a:lnTo>
                    <a:pt x="2573" y="3302"/>
                  </a:lnTo>
                  <a:lnTo>
                    <a:pt x="2326" y="2567"/>
                  </a:lnTo>
                  <a:lnTo>
                    <a:pt x="2131" y="2194"/>
                  </a:lnTo>
                  <a:lnTo>
                    <a:pt x="1794" y="1730"/>
                  </a:lnTo>
                  <a:lnTo>
                    <a:pt x="1509" y="1316"/>
                  </a:lnTo>
                  <a:lnTo>
                    <a:pt x="1367" y="1094"/>
                  </a:lnTo>
                  <a:lnTo>
                    <a:pt x="1198" y="882"/>
                  </a:lnTo>
                  <a:lnTo>
                    <a:pt x="1003" y="741"/>
                  </a:lnTo>
                  <a:lnTo>
                    <a:pt x="700" y="468"/>
                  </a:lnTo>
                  <a:lnTo>
                    <a:pt x="281" y="104"/>
                  </a:lnTo>
                  <a:lnTo>
                    <a:pt x="239" y="72"/>
                  </a:lnTo>
                  <a:lnTo>
                    <a:pt x="16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6996566" y="2774376"/>
              <a:ext cx="2117" cy="3465"/>
            </a:xfrm>
            <a:custGeom>
              <a:avLst/>
              <a:pathLst>
                <a:path w="2117" h="3465">
                  <a:moveTo>
                    <a:pt x="990" y="3465"/>
                  </a:moveTo>
                  <a:lnTo>
                    <a:pt x="821" y="3439"/>
                  </a:lnTo>
                  <a:lnTo>
                    <a:pt x="616" y="3281"/>
                  </a:lnTo>
                  <a:lnTo>
                    <a:pt x="403" y="2847"/>
                  </a:lnTo>
                  <a:lnTo>
                    <a:pt x="262" y="2605"/>
                  </a:lnTo>
                  <a:lnTo>
                    <a:pt x="138" y="2172"/>
                  </a:lnTo>
                  <a:lnTo>
                    <a:pt x="85" y="1860"/>
                  </a:lnTo>
                  <a:lnTo>
                    <a:pt x="34" y="1417"/>
                  </a:lnTo>
                  <a:lnTo>
                    <a:pt x="0" y="1004"/>
                  </a:lnTo>
                  <a:lnTo>
                    <a:pt x="18" y="652"/>
                  </a:lnTo>
                  <a:lnTo>
                    <a:pt x="126" y="310"/>
                  </a:lnTo>
                  <a:lnTo>
                    <a:pt x="476" y="29"/>
                  </a:lnTo>
                  <a:lnTo>
                    <a:pt x="681" y="0"/>
                  </a:lnTo>
                  <a:lnTo>
                    <a:pt x="1064" y="122"/>
                  </a:lnTo>
                  <a:lnTo>
                    <a:pt x="1313" y="425"/>
                  </a:lnTo>
                  <a:lnTo>
                    <a:pt x="1596" y="919"/>
                  </a:lnTo>
                  <a:lnTo>
                    <a:pt x="1809" y="1302"/>
                  </a:lnTo>
                  <a:lnTo>
                    <a:pt x="1923" y="1675"/>
                  </a:lnTo>
                  <a:lnTo>
                    <a:pt x="2047" y="2169"/>
                  </a:lnTo>
                  <a:lnTo>
                    <a:pt x="2117" y="2491"/>
                  </a:lnTo>
                  <a:lnTo>
                    <a:pt x="2098" y="2753"/>
                  </a:lnTo>
                  <a:lnTo>
                    <a:pt x="1919" y="2893"/>
                  </a:lnTo>
                  <a:lnTo>
                    <a:pt x="1731" y="3043"/>
                  </a:lnTo>
                  <a:lnTo>
                    <a:pt x="1589" y="3023"/>
                  </a:lnTo>
                  <a:lnTo>
                    <a:pt x="1500" y="2851"/>
                  </a:lnTo>
                  <a:lnTo>
                    <a:pt x="1421" y="2468"/>
                  </a:lnTo>
                  <a:lnTo>
                    <a:pt x="1245" y="1783"/>
                  </a:lnTo>
                  <a:lnTo>
                    <a:pt x="1140" y="1350"/>
                  </a:lnTo>
                  <a:lnTo>
                    <a:pt x="1015" y="1179"/>
                  </a:lnTo>
                  <a:lnTo>
                    <a:pt x="784" y="1168"/>
                  </a:lnTo>
                  <a:lnTo>
                    <a:pt x="658" y="1449"/>
                  </a:lnTo>
                  <a:lnTo>
                    <a:pt x="941" y="2145"/>
                  </a:lnTo>
                  <a:lnTo>
                    <a:pt x="1100" y="2638"/>
                  </a:lnTo>
                  <a:lnTo>
                    <a:pt x="1126" y="2870"/>
                  </a:lnTo>
                  <a:lnTo>
                    <a:pt x="1222" y="3243"/>
                  </a:lnTo>
                  <a:lnTo>
                    <a:pt x="1124" y="3363"/>
                  </a:lnTo>
                  <a:lnTo>
                    <a:pt x="1097" y="340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6908330" y="2780166"/>
              <a:ext cx="475" cy="323"/>
            </a:xfrm>
            <a:custGeom>
              <a:avLst/>
              <a:pathLst>
                <a:path w="475" h="323">
                  <a:moveTo>
                    <a:pt x="475" y="0"/>
                  </a:moveTo>
                  <a:lnTo>
                    <a:pt x="197" y="129"/>
                  </a:lnTo>
                  <a:lnTo>
                    <a:pt x="0" y="32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6897808" y="2779107"/>
              <a:ext cx="1871" cy="1386"/>
            </a:xfrm>
            <a:custGeom>
              <a:avLst/>
              <a:pathLst>
                <a:path w="1871" h="1386">
                  <a:moveTo>
                    <a:pt x="43" y="1206"/>
                  </a:moveTo>
                  <a:lnTo>
                    <a:pt x="127" y="1061"/>
                  </a:lnTo>
                  <a:lnTo>
                    <a:pt x="297" y="852"/>
                  </a:lnTo>
                  <a:lnTo>
                    <a:pt x="532" y="492"/>
                  </a:lnTo>
                  <a:lnTo>
                    <a:pt x="571" y="231"/>
                  </a:lnTo>
                  <a:lnTo>
                    <a:pt x="883" y="93"/>
                  </a:lnTo>
                  <a:lnTo>
                    <a:pt x="1204" y="56"/>
                  </a:lnTo>
                  <a:lnTo>
                    <a:pt x="1640" y="0"/>
                  </a:lnTo>
                  <a:lnTo>
                    <a:pt x="1871" y="62"/>
                  </a:lnTo>
                  <a:lnTo>
                    <a:pt x="1751" y="524"/>
                  </a:lnTo>
                  <a:lnTo>
                    <a:pt x="1616" y="774"/>
                  </a:lnTo>
                  <a:lnTo>
                    <a:pt x="1319" y="1173"/>
                  </a:lnTo>
                  <a:lnTo>
                    <a:pt x="953" y="1301"/>
                  </a:lnTo>
                  <a:lnTo>
                    <a:pt x="706" y="1318"/>
                  </a:lnTo>
                  <a:lnTo>
                    <a:pt x="447" y="1386"/>
                  </a:lnTo>
                  <a:lnTo>
                    <a:pt x="204" y="1374"/>
                  </a:lnTo>
                  <a:lnTo>
                    <a:pt x="0" y="137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6908432" y="2780544"/>
              <a:ext cx="411" cy="331"/>
            </a:xfrm>
            <a:custGeom>
              <a:avLst/>
              <a:pathLst>
                <a:path w="411" h="331">
                  <a:moveTo>
                    <a:pt x="411" y="75"/>
                  </a:moveTo>
                  <a:lnTo>
                    <a:pt x="312" y="20"/>
                  </a:lnTo>
                  <a:lnTo>
                    <a:pt x="250" y="0"/>
                  </a:lnTo>
                  <a:lnTo>
                    <a:pt x="143" y="19"/>
                  </a:lnTo>
                  <a:lnTo>
                    <a:pt x="81" y="39"/>
                  </a:lnTo>
                  <a:lnTo>
                    <a:pt x="0" y="109"/>
                  </a:lnTo>
                  <a:lnTo>
                    <a:pt x="0" y="250"/>
                  </a:lnTo>
                  <a:lnTo>
                    <a:pt x="71" y="331"/>
                  </a:lnTo>
                  <a:lnTo>
                    <a:pt x="178" y="281"/>
                  </a:lnTo>
                  <a:lnTo>
                    <a:pt x="303" y="221"/>
                  </a:lnTo>
                  <a:lnTo>
                    <a:pt x="347" y="221"/>
                  </a:lnTo>
                  <a:lnTo>
                    <a:pt x="392" y="181"/>
                  </a:lnTo>
                  <a:lnTo>
                    <a:pt x="411" y="7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6909035" y="2780388"/>
              <a:ext cx="129" cy="683"/>
            </a:xfrm>
            <a:custGeom>
              <a:avLst/>
              <a:pathLst>
                <a:path w="129" h="683">
                  <a:moveTo>
                    <a:pt x="0" y="683"/>
                  </a:moveTo>
                  <a:lnTo>
                    <a:pt x="80" y="592"/>
                  </a:lnTo>
                  <a:lnTo>
                    <a:pt x="129" y="517"/>
                  </a:lnTo>
                  <a:lnTo>
                    <a:pt x="98" y="205"/>
                  </a:lnTo>
                  <a:lnTo>
                    <a:pt x="43" y="79"/>
                  </a:lnTo>
                  <a:lnTo>
                    <a:pt x="2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6908139" y="2780725"/>
              <a:ext cx="315" cy="478"/>
            </a:xfrm>
            <a:custGeom>
              <a:avLst/>
              <a:pathLst>
                <a:path w="315" h="478">
                  <a:moveTo>
                    <a:pt x="2" y="0"/>
                  </a:moveTo>
                  <a:lnTo>
                    <a:pt x="0" y="219"/>
                  </a:lnTo>
                  <a:lnTo>
                    <a:pt x="134" y="362"/>
                  </a:lnTo>
                  <a:lnTo>
                    <a:pt x="315" y="47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7034709" y="2792598"/>
              <a:ext cx="452" cy="184"/>
            </a:xfrm>
            <a:custGeom>
              <a:avLst/>
              <a:pathLst>
                <a:path w="452" h="184">
                  <a:moveTo>
                    <a:pt x="452" y="184"/>
                  </a:moveTo>
                  <a:lnTo>
                    <a:pt x="346" y="143"/>
                  </a:lnTo>
                  <a:lnTo>
                    <a:pt x="185" y="91"/>
                  </a:lnTo>
                  <a:lnTo>
                    <a:pt x="17" y="1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7035411" y="2792717"/>
              <a:ext cx="2672" cy="585"/>
            </a:xfrm>
            <a:custGeom>
              <a:avLst/>
              <a:pathLst>
                <a:path w="2672" h="585">
                  <a:moveTo>
                    <a:pt x="428" y="0"/>
                  </a:moveTo>
                  <a:lnTo>
                    <a:pt x="606" y="1"/>
                  </a:lnTo>
                  <a:lnTo>
                    <a:pt x="819" y="53"/>
                  </a:lnTo>
                  <a:lnTo>
                    <a:pt x="917" y="73"/>
                  </a:lnTo>
                  <a:lnTo>
                    <a:pt x="1051" y="105"/>
                  </a:lnTo>
                  <a:lnTo>
                    <a:pt x="1273" y="106"/>
                  </a:lnTo>
                  <a:lnTo>
                    <a:pt x="1451" y="218"/>
                  </a:lnTo>
                  <a:lnTo>
                    <a:pt x="1620" y="239"/>
                  </a:lnTo>
                  <a:lnTo>
                    <a:pt x="2012" y="242"/>
                  </a:lnTo>
                  <a:lnTo>
                    <a:pt x="2226" y="203"/>
                  </a:lnTo>
                  <a:lnTo>
                    <a:pt x="2386" y="194"/>
                  </a:lnTo>
                  <a:lnTo>
                    <a:pt x="2609" y="156"/>
                  </a:lnTo>
                  <a:lnTo>
                    <a:pt x="2672" y="207"/>
                  </a:lnTo>
                  <a:lnTo>
                    <a:pt x="2563" y="377"/>
                  </a:lnTo>
                  <a:lnTo>
                    <a:pt x="2340" y="536"/>
                  </a:lnTo>
                  <a:lnTo>
                    <a:pt x="2099" y="585"/>
                  </a:lnTo>
                  <a:lnTo>
                    <a:pt x="1938" y="544"/>
                  </a:lnTo>
                  <a:lnTo>
                    <a:pt x="1663" y="491"/>
                  </a:lnTo>
                  <a:lnTo>
                    <a:pt x="1521" y="470"/>
                  </a:lnTo>
                  <a:lnTo>
                    <a:pt x="1298" y="438"/>
                  </a:lnTo>
                  <a:lnTo>
                    <a:pt x="1173" y="438"/>
                  </a:lnTo>
                  <a:lnTo>
                    <a:pt x="986" y="406"/>
                  </a:lnTo>
                  <a:lnTo>
                    <a:pt x="817" y="395"/>
                  </a:lnTo>
                  <a:lnTo>
                    <a:pt x="630" y="353"/>
                  </a:lnTo>
                  <a:lnTo>
                    <a:pt x="444" y="312"/>
                  </a:lnTo>
                  <a:lnTo>
                    <a:pt x="0" y="8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7033322" y="2791618"/>
              <a:ext cx="5198" cy="2128"/>
            </a:xfrm>
            <a:custGeom>
              <a:avLst/>
              <a:pathLst>
                <a:path w="5198" h="2128">
                  <a:moveTo>
                    <a:pt x="39" y="358"/>
                  </a:moveTo>
                  <a:lnTo>
                    <a:pt x="331" y="86"/>
                  </a:lnTo>
                  <a:lnTo>
                    <a:pt x="546" y="7"/>
                  </a:lnTo>
                  <a:lnTo>
                    <a:pt x="866" y="0"/>
                  </a:lnTo>
                  <a:lnTo>
                    <a:pt x="1240" y="42"/>
                  </a:lnTo>
                  <a:lnTo>
                    <a:pt x="1472" y="74"/>
                  </a:lnTo>
                  <a:lnTo>
                    <a:pt x="1747" y="227"/>
                  </a:lnTo>
                  <a:lnTo>
                    <a:pt x="1916" y="309"/>
                  </a:lnTo>
                  <a:lnTo>
                    <a:pt x="2102" y="421"/>
                  </a:lnTo>
                  <a:lnTo>
                    <a:pt x="2555" y="625"/>
                  </a:lnTo>
                  <a:lnTo>
                    <a:pt x="2742" y="737"/>
                  </a:lnTo>
                  <a:lnTo>
                    <a:pt x="3053" y="870"/>
                  </a:lnTo>
                  <a:lnTo>
                    <a:pt x="3275" y="882"/>
                  </a:lnTo>
                  <a:lnTo>
                    <a:pt x="3436" y="883"/>
                  </a:lnTo>
                  <a:lnTo>
                    <a:pt x="3748" y="895"/>
                  </a:lnTo>
                  <a:lnTo>
                    <a:pt x="3899" y="886"/>
                  </a:lnTo>
                  <a:lnTo>
                    <a:pt x="4318" y="929"/>
                  </a:lnTo>
                  <a:lnTo>
                    <a:pt x="4514" y="901"/>
                  </a:lnTo>
                  <a:lnTo>
                    <a:pt x="4852" y="973"/>
                  </a:lnTo>
                  <a:lnTo>
                    <a:pt x="5065" y="1005"/>
                  </a:lnTo>
                  <a:lnTo>
                    <a:pt x="5198" y="1217"/>
                  </a:lnTo>
                  <a:lnTo>
                    <a:pt x="5169" y="1469"/>
                  </a:lnTo>
                  <a:lnTo>
                    <a:pt x="4953" y="1800"/>
                  </a:lnTo>
                  <a:lnTo>
                    <a:pt x="4648" y="2069"/>
                  </a:lnTo>
                  <a:lnTo>
                    <a:pt x="4417" y="2128"/>
                  </a:lnTo>
                  <a:lnTo>
                    <a:pt x="3945" y="2004"/>
                  </a:lnTo>
                  <a:lnTo>
                    <a:pt x="3607" y="2001"/>
                  </a:lnTo>
                  <a:lnTo>
                    <a:pt x="3295" y="1969"/>
                  </a:lnTo>
                  <a:lnTo>
                    <a:pt x="2727" y="1744"/>
                  </a:lnTo>
                  <a:lnTo>
                    <a:pt x="2513" y="1651"/>
                  </a:lnTo>
                  <a:lnTo>
                    <a:pt x="2211" y="1579"/>
                  </a:lnTo>
                  <a:lnTo>
                    <a:pt x="1962" y="1537"/>
                  </a:lnTo>
                  <a:lnTo>
                    <a:pt x="1579" y="1464"/>
                  </a:lnTo>
                  <a:lnTo>
                    <a:pt x="1312" y="1392"/>
                  </a:lnTo>
                  <a:lnTo>
                    <a:pt x="948" y="1168"/>
                  </a:lnTo>
                  <a:lnTo>
                    <a:pt x="505" y="923"/>
                  </a:lnTo>
                  <a:lnTo>
                    <a:pt x="265" y="791"/>
                  </a:lnTo>
                  <a:lnTo>
                    <a:pt x="117" y="621"/>
                  </a:lnTo>
                  <a:lnTo>
                    <a:pt x="88" y="588"/>
                  </a:lnTo>
                  <a:lnTo>
                    <a:pt x="0" y="44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6839590" y="2793739"/>
              <a:ext cx="2226" cy="1015"/>
            </a:xfrm>
            <a:custGeom>
              <a:avLst/>
              <a:pathLst>
                <a:path w="2226" h="1015">
                  <a:moveTo>
                    <a:pt x="0" y="1015"/>
                  </a:moveTo>
                  <a:lnTo>
                    <a:pt x="59" y="519"/>
                  </a:lnTo>
                  <a:lnTo>
                    <a:pt x="298" y="270"/>
                  </a:lnTo>
                  <a:lnTo>
                    <a:pt x="715" y="90"/>
                  </a:lnTo>
                  <a:lnTo>
                    <a:pt x="1153" y="0"/>
                  </a:lnTo>
                  <a:lnTo>
                    <a:pt x="2226" y="2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6964246" y="2795132"/>
              <a:ext cx="270" cy="263"/>
            </a:xfrm>
            <a:custGeom>
              <a:avLst/>
              <a:pathLst>
                <a:path w="270" h="263">
                  <a:moveTo>
                    <a:pt x="0" y="66"/>
                  </a:moveTo>
                  <a:lnTo>
                    <a:pt x="103" y="0"/>
                  </a:lnTo>
                  <a:lnTo>
                    <a:pt x="182" y="10"/>
                  </a:lnTo>
                  <a:lnTo>
                    <a:pt x="253" y="91"/>
                  </a:lnTo>
                  <a:lnTo>
                    <a:pt x="270" y="192"/>
                  </a:lnTo>
                  <a:lnTo>
                    <a:pt x="261" y="263"/>
                  </a:lnTo>
                  <a:lnTo>
                    <a:pt x="181" y="262"/>
                  </a:lnTo>
                  <a:lnTo>
                    <a:pt x="119" y="251"/>
                  </a:lnTo>
                  <a:lnTo>
                    <a:pt x="74" y="210"/>
                  </a:lnTo>
                  <a:lnTo>
                    <a:pt x="31" y="186"/>
                  </a:lnTo>
                  <a:lnTo>
                    <a:pt x="0" y="6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6964594" y="2795548"/>
              <a:ext cx="214" cy="207"/>
            </a:xfrm>
            <a:custGeom>
              <a:avLst/>
              <a:pathLst>
                <a:path w="214" h="207">
                  <a:moveTo>
                    <a:pt x="0" y="130"/>
                  </a:moveTo>
                  <a:lnTo>
                    <a:pt x="45" y="9"/>
                  </a:lnTo>
                  <a:lnTo>
                    <a:pt x="98" y="0"/>
                  </a:lnTo>
                  <a:lnTo>
                    <a:pt x="214" y="31"/>
                  </a:lnTo>
                  <a:lnTo>
                    <a:pt x="195" y="202"/>
                  </a:lnTo>
                  <a:lnTo>
                    <a:pt x="142" y="207"/>
                  </a:lnTo>
                  <a:lnTo>
                    <a:pt x="80" y="195"/>
                  </a:lnTo>
                  <a:lnTo>
                    <a:pt x="43" y="174"/>
                  </a:lnTo>
                  <a:lnTo>
                    <a:pt x="0" y="13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6839590" y="2794551"/>
              <a:ext cx="2962" cy="1602"/>
            </a:xfrm>
            <a:custGeom>
              <a:avLst/>
              <a:pathLst>
                <a:path w="2962" h="1602">
                  <a:moveTo>
                    <a:pt x="2962" y="0"/>
                  </a:moveTo>
                  <a:lnTo>
                    <a:pt x="2962" y="293"/>
                  </a:lnTo>
                  <a:lnTo>
                    <a:pt x="2902" y="677"/>
                  </a:lnTo>
                  <a:lnTo>
                    <a:pt x="2306" y="1218"/>
                  </a:lnTo>
                  <a:lnTo>
                    <a:pt x="1749" y="1512"/>
                  </a:lnTo>
                  <a:lnTo>
                    <a:pt x="1133" y="1602"/>
                  </a:lnTo>
                  <a:lnTo>
                    <a:pt x="377" y="1308"/>
                  </a:lnTo>
                  <a:lnTo>
                    <a:pt x="0" y="72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6964189" y="2797698"/>
              <a:ext cx="159" cy="251"/>
            </a:xfrm>
            <a:custGeom>
              <a:avLst/>
              <a:pathLst>
                <a:path w="159" h="251">
                  <a:moveTo>
                    <a:pt x="98" y="0"/>
                  </a:moveTo>
                  <a:lnTo>
                    <a:pt x="0" y="69"/>
                  </a:lnTo>
                  <a:lnTo>
                    <a:pt x="8" y="190"/>
                  </a:lnTo>
                  <a:lnTo>
                    <a:pt x="43" y="251"/>
                  </a:lnTo>
                  <a:lnTo>
                    <a:pt x="96" y="251"/>
                  </a:lnTo>
                  <a:lnTo>
                    <a:pt x="159" y="141"/>
                  </a:lnTo>
                  <a:lnTo>
                    <a:pt x="138" y="69"/>
                  </a:lnTo>
                  <a:lnTo>
                    <a:pt x="9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7015685" y="2798956"/>
              <a:ext cx="1288" cy="610"/>
            </a:xfrm>
            <a:custGeom>
              <a:avLst/>
              <a:pathLst>
                <a:path w="1288" h="610">
                  <a:moveTo>
                    <a:pt x="0" y="0"/>
                  </a:moveTo>
                  <a:lnTo>
                    <a:pt x="338" y="31"/>
                  </a:lnTo>
                  <a:lnTo>
                    <a:pt x="640" y="63"/>
                  </a:lnTo>
                  <a:lnTo>
                    <a:pt x="854" y="24"/>
                  </a:lnTo>
                  <a:lnTo>
                    <a:pt x="1058" y="126"/>
                  </a:lnTo>
                  <a:lnTo>
                    <a:pt x="1139" y="187"/>
                  </a:lnTo>
                  <a:lnTo>
                    <a:pt x="1200" y="328"/>
                  </a:lnTo>
                  <a:lnTo>
                    <a:pt x="1288" y="610"/>
                  </a:lnTo>
                  <a:lnTo>
                    <a:pt x="1279" y="61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7015434" y="2799488"/>
              <a:ext cx="1573" cy="478"/>
            </a:xfrm>
            <a:custGeom>
              <a:avLst/>
              <a:pathLst>
                <a:path w="1573" h="478">
                  <a:moveTo>
                    <a:pt x="0" y="0"/>
                  </a:moveTo>
                  <a:lnTo>
                    <a:pt x="194" y="232"/>
                  </a:lnTo>
                  <a:lnTo>
                    <a:pt x="496" y="435"/>
                  </a:lnTo>
                  <a:lnTo>
                    <a:pt x="647" y="466"/>
                  </a:lnTo>
                  <a:lnTo>
                    <a:pt x="985" y="478"/>
                  </a:lnTo>
                  <a:lnTo>
                    <a:pt x="1199" y="428"/>
                  </a:lnTo>
                  <a:lnTo>
                    <a:pt x="1324" y="399"/>
                  </a:lnTo>
                  <a:lnTo>
                    <a:pt x="1573" y="350"/>
                  </a:lnTo>
                  <a:lnTo>
                    <a:pt x="1556" y="33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6963370" y="2800540"/>
              <a:ext cx="142" cy="281"/>
            </a:xfrm>
            <a:custGeom>
              <a:avLst/>
              <a:pathLst>
                <a:path w="142" h="281">
                  <a:moveTo>
                    <a:pt x="107" y="0"/>
                  </a:moveTo>
                  <a:lnTo>
                    <a:pt x="36" y="79"/>
                  </a:lnTo>
                  <a:lnTo>
                    <a:pt x="0" y="160"/>
                  </a:lnTo>
                  <a:lnTo>
                    <a:pt x="35" y="240"/>
                  </a:lnTo>
                  <a:lnTo>
                    <a:pt x="70" y="281"/>
                  </a:lnTo>
                  <a:lnTo>
                    <a:pt x="115" y="271"/>
                  </a:lnTo>
                  <a:lnTo>
                    <a:pt x="115" y="171"/>
                  </a:lnTo>
                  <a:lnTo>
                    <a:pt x="142" y="131"/>
                  </a:lnTo>
                  <a:lnTo>
                    <a:pt x="10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6963055" y="2801010"/>
              <a:ext cx="148" cy="211"/>
            </a:xfrm>
            <a:custGeom>
              <a:avLst/>
              <a:pathLst>
                <a:path w="148" h="211">
                  <a:moveTo>
                    <a:pt x="108" y="0"/>
                  </a:moveTo>
                  <a:lnTo>
                    <a:pt x="27" y="49"/>
                  </a:lnTo>
                  <a:lnTo>
                    <a:pt x="0" y="109"/>
                  </a:lnTo>
                  <a:lnTo>
                    <a:pt x="0" y="200"/>
                  </a:lnTo>
                  <a:lnTo>
                    <a:pt x="79" y="211"/>
                  </a:lnTo>
                  <a:lnTo>
                    <a:pt x="133" y="161"/>
                  </a:lnTo>
                  <a:lnTo>
                    <a:pt x="142" y="121"/>
                  </a:lnTo>
                  <a:lnTo>
                    <a:pt x="148" y="36"/>
                  </a:lnTo>
                  <a:lnTo>
                    <a:pt x="10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6852101" y="2800345"/>
              <a:ext cx="5821" cy="1573"/>
            </a:xfrm>
            <a:custGeom>
              <a:avLst/>
              <a:pathLst>
                <a:path w="5821" h="1573">
                  <a:moveTo>
                    <a:pt x="0" y="1573"/>
                  </a:moveTo>
                  <a:lnTo>
                    <a:pt x="346" y="1258"/>
                  </a:lnTo>
                  <a:lnTo>
                    <a:pt x="831" y="865"/>
                  </a:lnTo>
                  <a:lnTo>
                    <a:pt x="1802" y="235"/>
                  </a:lnTo>
                  <a:lnTo>
                    <a:pt x="3118" y="0"/>
                  </a:lnTo>
                  <a:lnTo>
                    <a:pt x="4365" y="78"/>
                  </a:lnTo>
                  <a:lnTo>
                    <a:pt x="5405" y="235"/>
                  </a:lnTo>
                  <a:lnTo>
                    <a:pt x="5821" y="55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7011095" y="2801755"/>
              <a:ext cx="873" cy="258"/>
            </a:xfrm>
            <a:custGeom>
              <a:avLst/>
              <a:pathLst>
                <a:path w="873" h="258">
                  <a:moveTo>
                    <a:pt x="0" y="227"/>
                  </a:moveTo>
                  <a:lnTo>
                    <a:pt x="115" y="258"/>
                  </a:lnTo>
                  <a:lnTo>
                    <a:pt x="409" y="128"/>
                  </a:lnTo>
                  <a:lnTo>
                    <a:pt x="570" y="119"/>
                  </a:lnTo>
                  <a:lnTo>
                    <a:pt x="828" y="19"/>
                  </a:lnTo>
                  <a:lnTo>
                    <a:pt x="873" y="10"/>
                  </a:lnTo>
                  <a:lnTo>
                    <a:pt x="87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7009472" y="2802151"/>
              <a:ext cx="954" cy="337"/>
            </a:xfrm>
            <a:custGeom>
              <a:avLst/>
              <a:pathLst>
                <a:path w="954" h="337">
                  <a:moveTo>
                    <a:pt x="0" y="337"/>
                  </a:moveTo>
                  <a:lnTo>
                    <a:pt x="276" y="268"/>
                  </a:lnTo>
                  <a:lnTo>
                    <a:pt x="597" y="149"/>
                  </a:lnTo>
                  <a:lnTo>
                    <a:pt x="740" y="9"/>
                  </a:lnTo>
                  <a:lnTo>
                    <a:pt x="954" y="10"/>
                  </a:lnTo>
                  <a:lnTo>
                    <a:pt x="94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7011626" y="2801676"/>
              <a:ext cx="1124" cy="983"/>
            </a:xfrm>
            <a:custGeom>
              <a:avLst/>
              <a:pathLst>
                <a:path w="1124" h="983">
                  <a:moveTo>
                    <a:pt x="680" y="0"/>
                  </a:moveTo>
                  <a:lnTo>
                    <a:pt x="965" y="41"/>
                  </a:lnTo>
                  <a:lnTo>
                    <a:pt x="1080" y="132"/>
                  </a:lnTo>
                  <a:lnTo>
                    <a:pt x="1124" y="364"/>
                  </a:lnTo>
                  <a:lnTo>
                    <a:pt x="784" y="654"/>
                  </a:lnTo>
                  <a:lnTo>
                    <a:pt x="481" y="814"/>
                  </a:lnTo>
                  <a:lnTo>
                    <a:pt x="240" y="923"/>
                  </a:lnTo>
                  <a:lnTo>
                    <a:pt x="0" y="983"/>
                  </a:lnTo>
                  <a:lnTo>
                    <a:pt x="8" y="97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6962041" y="2802592"/>
              <a:ext cx="141" cy="170"/>
            </a:xfrm>
            <a:custGeom>
              <a:avLst/>
              <a:pathLst>
                <a:path w="141" h="170">
                  <a:moveTo>
                    <a:pt x="0" y="110"/>
                  </a:moveTo>
                  <a:lnTo>
                    <a:pt x="17" y="49"/>
                  </a:lnTo>
                  <a:lnTo>
                    <a:pt x="80" y="0"/>
                  </a:lnTo>
                  <a:lnTo>
                    <a:pt x="107" y="10"/>
                  </a:lnTo>
                  <a:lnTo>
                    <a:pt x="141" y="101"/>
                  </a:lnTo>
                  <a:lnTo>
                    <a:pt x="106" y="151"/>
                  </a:lnTo>
                  <a:lnTo>
                    <a:pt x="17" y="170"/>
                  </a:lnTo>
                  <a:lnTo>
                    <a:pt x="0" y="11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6961692" y="2802951"/>
              <a:ext cx="142" cy="171"/>
            </a:xfrm>
            <a:custGeom>
              <a:avLst/>
              <a:pathLst>
                <a:path w="142" h="171">
                  <a:moveTo>
                    <a:pt x="34" y="124"/>
                  </a:moveTo>
                  <a:lnTo>
                    <a:pt x="0" y="80"/>
                  </a:lnTo>
                  <a:lnTo>
                    <a:pt x="44" y="0"/>
                  </a:lnTo>
                  <a:lnTo>
                    <a:pt x="133" y="30"/>
                  </a:lnTo>
                  <a:lnTo>
                    <a:pt x="142" y="111"/>
                  </a:lnTo>
                  <a:lnTo>
                    <a:pt x="123" y="171"/>
                  </a:lnTo>
                  <a:lnTo>
                    <a:pt x="35" y="150"/>
                  </a:lnTo>
                  <a:lnTo>
                    <a:pt x="34" y="12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7008134" y="2802767"/>
              <a:ext cx="660" cy="369"/>
            </a:xfrm>
            <a:custGeom>
              <a:avLst/>
              <a:pathLst>
                <a:path w="660" h="369">
                  <a:moveTo>
                    <a:pt x="0" y="369"/>
                  </a:moveTo>
                  <a:lnTo>
                    <a:pt x="160" y="259"/>
                  </a:lnTo>
                  <a:lnTo>
                    <a:pt x="347" y="219"/>
                  </a:lnTo>
                  <a:lnTo>
                    <a:pt x="463" y="109"/>
                  </a:lnTo>
                  <a:lnTo>
                    <a:pt x="651" y="10"/>
                  </a:lnTo>
                  <a:lnTo>
                    <a:pt x="66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7009451" y="2802657"/>
              <a:ext cx="1738" cy="595"/>
            </a:xfrm>
            <a:custGeom>
              <a:avLst/>
              <a:pathLst>
                <a:path w="1738" h="595">
                  <a:moveTo>
                    <a:pt x="1738" y="0"/>
                  </a:moveTo>
                  <a:lnTo>
                    <a:pt x="1533" y="69"/>
                  </a:lnTo>
                  <a:lnTo>
                    <a:pt x="1105" y="127"/>
                  </a:lnTo>
                  <a:lnTo>
                    <a:pt x="856" y="227"/>
                  </a:lnTo>
                  <a:lnTo>
                    <a:pt x="454" y="487"/>
                  </a:lnTo>
                  <a:lnTo>
                    <a:pt x="231" y="586"/>
                  </a:lnTo>
                  <a:lnTo>
                    <a:pt x="9" y="595"/>
                  </a:lnTo>
                  <a:lnTo>
                    <a:pt x="0" y="59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6960482" y="2794956"/>
              <a:ext cx="4619" cy="8633"/>
            </a:xfrm>
            <a:custGeom>
              <a:avLst/>
              <a:pathLst>
                <a:path w="4619" h="8633">
                  <a:moveTo>
                    <a:pt x="673" y="7491"/>
                  </a:moveTo>
                  <a:lnTo>
                    <a:pt x="856" y="7173"/>
                  </a:lnTo>
                  <a:lnTo>
                    <a:pt x="1099" y="6704"/>
                  </a:lnTo>
                  <a:lnTo>
                    <a:pt x="1443" y="6226"/>
                  </a:lnTo>
                  <a:lnTo>
                    <a:pt x="1717" y="5808"/>
                  </a:lnTo>
                  <a:lnTo>
                    <a:pt x="2076" y="5481"/>
                  </a:lnTo>
                  <a:lnTo>
                    <a:pt x="2365" y="5174"/>
                  </a:lnTo>
                  <a:lnTo>
                    <a:pt x="2554" y="4955"/>
                  </a:lnTo>
                  <a:lnTo>
                    <a:pt x="2759" y="4838"/>
                  </a:lnTo>
                  <a:lnTo>
                    <a:pt x="2909" y="4991"/>
                  </a:lnTo>
                  <a:lnTo>
                    <a:pt x="2963" y="5113"/>
                  </a:lnTo>
                  <a:lnTo>
                    <a:pt x="2797" y="5382"/>
                  </a:lnTo>
                  <a:lnTo>
                    <a:pt x="2519" y="5750"/>
                  </a:lnTo>
                  <a:lnTo>
                    <a:pt x="2319" y="6058"/>
                  </a:lnTo>
                  <a:lnTo>
                    <a:pt x="2072" y="6487"/>
                  </a:lnTo>
                  <a:lnTo>
                    <a:pt x="1890" y="6857"/>
                  </a:lnTo>
                  <a:lnTo>
                    <a:pt x="1655" y="7245"/>
                  </a:lnTo>
                  <a:lnTo>
                    <a:pt x="1454" y="7534"/>
                  </a:lnTo>
                  <a:lnTo>
                    <a:pt x="1346" y="7693"/>
                  </a:lnTo>
                  <a:lnTo>
                    <a:pt x="1165" y="7972"/>
                  </a:lnTo>
                  <a:lnTo>
                    <a:pt x="1011" y="8171"/>
                  </a:lnTo>
                  <a:lnTo>
                    <a:pt x="922" y="8260"/>
                  </a:lnTo>
                  <a:lnTo>
                    <a:pt x="887" y="8370"/>
                  </a:lnTo>
                  <a:lnTo>
                    <a:pt x="937" y="8633"/>
                  </a:lnTo>
                  <a:lnTo>
                    <a:pt x="1285" y="8457"/>
                  </a:lnTo>
                  <a:lnTo>
                    <a:pt x="1458" y="8238"/>
                  </a:lnTo>
                  <a:lnTo>
                    <a:pt x="1933" y="7763"/>
                  </a:lnTo>
                  <a:lnTo>
                    <a:pt x="2207" y="7364"/>
                  </a:lnTo>
                  <a:lnTo>
                    <a:pt x="2550" y="6927"/>
                  </a:lnTo>
                  <a:lnTo>
                    <a:pt x="2909" y="6510"/>
                  </a:lnTo>
                  <a:lnTo>
                    <a:pt x="3218" y="6042"/>
                  </a:lnTo>
                  <a:lnTo>
                    <a:pt x="3480" y="5523"/>
                  </a:lnTo>
                  <a:lnTo>
                    <a:pt x="3712" y="5034"/>
                  </a:lnTo>
                  <a:lnTo>
                    <a:pt x="3955" y="4595"/>
                  </a:lnTo>
                  <a:lnTo>
                    <a:pt x="4183" y="4186"/>
                  </a:lnTo>
                  <a:lnTo>
                    <a:pt x="4387" y="3565"/>
                  </a:lnTo>
                  <a:lnTo>
                    <a:pt x="4518" y="3014"/>
                  </a:lnTo>
                  <a:lnTo>
                    <a:pt x="4545" y="2280"/>
                  </a:lnTo>
                  <a:lnTo>
                    <a:pt x="4557" y="1757"/>
                  </a:lnTo>
                  <a:lnTo>
                    <a:pt x="4619" y="1295"/>
                  </a:lnTo>
                  <a:lnTo>
                    <a:pt x="4588" y="761"/>
                  </a:lnTo>
                  <a:lnTo>
                    <a:pt x="4449" y="407"/>
                  </a:lnTo>
                  <a:lnTo>
                    <a:pt x="4256" y="213"/>
                  </a:lnTo>
                  <a:lnTo>
                    <a:pt x="4109" y="0"/>
                  </a:lnTo>
                  <a:lnTo>
                    <a:pt x="3735" y="24"/>
                  </a:lnTo>
                  <a:lnTo>
                    <a:pt x="3526" y="101"/>
                  </a:lnTo>
                  <a:lnTo>
                    <a:pt x="3392" y="280"/>
                  </a:lnTo>
                  <a:lnTo>
                    <a:pt x="3337" y="521"/>
                  </a:lnTo>
                  <a:lnTo>
                    <a:pt x="3268" y="1003"/>
                  </a:lnTo>
                  <a:lnTo>
                    <a:pt x="3229" y="1394"/>
                  </a:lnTo>
                  <a:lnTo>
                    <a:pt x="3376" y="1628"/>
                  </a:lnTo>
                  <a:lnTo>
                    <a:pt x="3469" y="1972"/>
                  </a:lnTo>
                  <a:lnTo>
                    <a:pt x="3445" y="2444"/>
                  </a:lnTo>
                  <a:lnTo>
                    <a:pt x="3380" y="2886"/>
                  </a:lnTo>
                  <a:lnTo>
                    <a:pt x="3341" y="3187"/>
                  </a:lnTo>
                  <a:lnTo>
                    <a:pt x="3210" y="3477"/>
                  </a:lnTo>
                  <a:lnTo>
                    <a:pt x="2917" y="3754"/>
                  </a:lnTo>
                  <a:lnTo>
                    <a:pt x="2581" y="4101"/>
                  </a:lnTo>
                  <a:lnTo>
                    <a:pt x="2311" y="4388"/>
                  </a:lnTo>
                  <a:lnTo>
                    <a:pt x="1987" y="4695"/>
                  </a:lnTo>
                  <a:lnTo>
                    <a:pt x="1763" y="4963"/>
                  </a:lnTo>
                  <a:lnTo>
                    <a:pt x="1535" y="5282"/>
                  </a:lnTo>
                  <a:lnTo>
                    <a:pt x="1281" y="5590"/>
                  </a:lnTo>
                  <a:lnTo>
                    <a:pt x="1084" y="5878"/>
                  </a:lnTo>
                  <a:lnTo>
                    <a:pt x="918" y="6198"/>
                  </a:lnTo>
                  <a:lnTo>
                    <a:pt x="756" y="6477"/>
                  </a:lnTo>
                  <a:lnTo>
                    <a:pt x="555" y="6917"/>
                  </a:lnTo>
                  <a:lnTo>
                    <a:pt x="401" y="7317"/>
                  </a:lnTo>
                  <a:lnTo>
                    <a:pt x="227" y="7616"/>
                  </a:lnTo>
                  <a:lnTo>
                    <a:pt x="108" y="7795"/>
                  </a:lnTo>
                  <a:lnTo>
                    <a:pt x="0" y="8065"/>
                  </a:lnTo>
                  <a:lnTo>
                    <a:pt x="88" y="8177"/>
                  </a:lnTo>
                  <a:lnTo>
                    <a:pt x="212" y="8249"/>
                  </a:lnTo>
                  <a:lnTo>
                    <a:pt x="335" y="8211"/>
                  </a:lnTo>
                  <a:lnTo>
                    <a:pt x="528" y="7741"/>
                  </a:lnTo>
                  <a:lnTo>
                    <a:pt x="605" y="761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7008052" y="2803413"/>
              <a:ext cx="1051" cy="187"/>
            </a:xfrm>
            <a:custGeom>
              <a:avLst/>
              <a:pathLst>
                <a:path w="1051" h="187">
                  <a:moveTo>
                    <a:pt x="0" y="146"/>
                  </a:moveTo>
                  <a:lnTo>
                    <a:pt x="231" y="187"/>
                  </a:lnTo>
                  <a:lnTo>
                    <a:pt x="427" y="178"/>
                  </a:lnTo>
                  <a:lnTo>
                    <a:pt x="756" y="159"/>
                  </a:lnTo>
                  <a:lnTo>
                    <a:pt x="105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6960108" y="2803237"/>
              <a:ext cx="806" cy="366"/>
            </a:xfrm>
            <a:custGeom>
              <a:avLst/>
              <a:pathLst>
                <a:path w="806" h="366">
                  <a:moveTo>
                    <a:pt x="806" y="32"/>
                  </a:moveTo>
                  <a:lnTo>
                    <a:pt x="637" y="0"/>
                  </a:lnTo>
                  <a:lnTo>
                    <a:pt x="513" y="18"/>
                  </a:lnTo>
                  <a:lnTo>
                    <a:pt x="405" y="26"/>
                  </a:lnTo>
                  <a:lnTo>
                    <a:pt x="309" y="15"/>
                  </a:lnTo>
                  <a:lnTo>
                    <a:pt x="220" y="104"/>
                  </a:lnTo>
                  <a:lnTo>
                    <a:pt x="38" y="332"/>
                  </a:lnTo>
                  <a:lnTo>
                    <a:pt x="0" y="36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7018914" y="2801381"/>
              <a:ext cx="1407" cy="2317"/>
            </a:xfrm>
            <a:custGeom>
              <a:avLst/>
              <a:pathLst>
                <a:path w="1407" h="2317">
                  <a:moveTo>
                    <a:pt x="517" y="0"/>
                  </a:moveTo>
                  <a:lnTo>
                    <a:pt x="739" y="152"/>
                  </a:lnTo>
                  <a:lnTo>
                    <a:pt x="1022" y="546"/>
                  </a:lnTo>
                  <a:lnTo>
                    <a:pt x="1171" y="879"/>
                  </a:lnTo>
                  <a:lnTo>
                    <a:pt x="1268" y="1121"/>
                  </a:lnTo>
                  <a:lnTo>
                    <a:pt x="1364" y="1504"/>
                  </a:lnTo>
                  <a:lnTo>
                    <a:pt x="1407" y="1806"/>
                  </a:lnTo>
                  <a:lnTo>
                    <a:pt x="1397" y="2057"/>
                  </a:lnTo>
                  <a:lnTo>
                    <a:pt x="1334" y="2188"/>
                  </a:lnTo>
                  <a:lnTo>
                    <a:pt x="977" y="2317"/>
                  </a:lnTo>
                  <a:lnTo>
                    <a:pt x="853" y="2316"/>
                  </a:lnTo>
                  <a:lnTo>
                    <a:pt x="319" y="2293"/>
                  </a:lnTo>
                  <a:lnTo>
                    <a:pt x="0" y="2050"/>
                  </a:lnTo>
                  <a:lnTo>
                    <a:pt x="249" y="1880"/>
                  </a:lnTo>
                  <a:lnTo>
                    <a:pt x="491" y="1529"/>
                  </a:lnTo>
                  <a:lnTo>
                    <a:pt x="448" y="1197"/>
                  </a:lnTo>
                  <a:lnTo>
                    <a:pt x="352" y="914"/>
                  </a:lnTo>
                  <a:lnTo>
                    <a:pt x="326" y="753"/>
                  </a:lnTo>
                  <a:lnTo>
                    <a:pt x="291" y="602"/>
                  </a:lnTo>
                  <a:lnTo>
                    <a:pt x="247" y="451"/>
                  </a:lnTo>
                  <a:lnTo>
                    <a:pt x="230" y="44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6960770" y="2803740"/>
              <a:ext cx="205" cy="200"/>
            </a:xfrm>
            <a:custGeom>
              <a:avLst/>
              <a:pathLst>
                <a:path w="205" h="200">
                  <a:moveTo>
                    <a:pt x="187" y="0"/>
                  </a:moveTo>
                  <a:lnTo>
                    <a:pt x="45" y="19"/>
                  </a:lnTo>
                  <a:lnTo>
                    <a:pt x="0" y="119"/>
                  </a:lnTo>
                  <a:lnTo>
                    <a:pt x="0" y="189"/>
                  </a:lnTo>
                  <a:lnTo>
                    <a:pt x="62" y="200"/>
                  </a:lnTo>
                  <a:lnTo>
                    <a:pt x="169" y="110"/>
                  </a:lnTo>
                  <a:lnTo>
                    <a:pt x="205" y="70"/>
                  </a:lnTo>
                  <a:lnTo>
                    <a:pt x="18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6993168" y="2803241"/>
              <a:ext cx="1015" cy="1086"/>
            </a:xfrm>
            <a:custGeom>
              <a:avLst/>
              <a:pathLst>
                <a:path w="1015" h="1086">
                  <a:moveTo>
                    <a:pt x="134" y="109"/>
                  </a:moveTo>
                  <a:lnTo>
                    <a:pt x="0" y="461"/>
                  </a:lnTo>
                  <a:lnTo>
                    <a:pt x="114" y="925"/>
                  </a:lnTo>
                  <a:lnTo>
                    <a:pt x="274" y="1086"/>
                  </a:lnTo>
                  <a:lnTo>
                    <a:pt x="586" y="936"/>
                  </a:lnTo>
                  <a:lnTo>
                    <a:pt x="791" y="756"/>
                  </a:lnTo>
                  <a:lnTo>
                    <a:pt x="1015" y="475"/>
                  </a:lnTo>
                  <a:lnTo>
                    <a:pt x="971" y="253"/>
                  </a:lnTo>
                  <a:lnTo>
                    <a:pt x="784" y="112"/>
                  </a:lnTo>
                  <a:lnTo>
                    <a:pt x="651" y="61"/>
                  </a:lnTo>
                  <a:lnTo>
                    <a:pt x="562" y="30"/>
                  </a:lnTo>
                  <a:lnTo>
                    <a:pt x="375" y="0"/>
                  </a:lnTo>
                  <a:lnTo>
                    <a:pt x="366" y="2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6851478" y="2801997"/>
              <a:ext cx="6513" cy="3146"/>
            </a:xfrm>
            <a:custGeom>
              <a:avLst/>
              <a:pathLst>
                <a:path w="6513" h="3146">
                  <a:moveTo>
                    <a:pt x="6513" y="0"/>
                  </a:moveTo>
                  <a:lnTo>
                    <a:pt x="6374" y="314"/>
                  </a:lnTo>
                  <a:lnTo>
                    <a:pt x="6167" y="707"/>
                  </a:lnTo>
                  <a:lnTo>
                    <a:pt x="5751" y="1258"/>
                  </a:lnTo>
                  <a:lnTo>
                    <a:pt x="5335" y="1966"/>
                  </a:lnTo>
                  <a:lnTo>
                    <a:pt x="4919" y="2517"/>
                  </a:lnTo>
                  <a:lnTo>
                    <a:pt x="4018" y="2989"/>
                  </a:lnTo>
                  <a:lnTo>
                    <a:pt x="2771" y="3067"/>
                  </a:lnTo>
                  <a:lnTo>
                    <a:pt x="1385" y="3146"/>
                  </a:lnTo>
                  <a:lnTo>
                    <a:pt x="277" y="2753"/>
                  </a:lnTo>
                  <a:lnTo>
                    <a:pt x="0" y="196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6959109" y="2805055"/>
              <a:ext cx="213" cy="140"/>
            </a:xfrm>
            <a:custGeom>
              <a:avLst/>
              <a:pathLst>
                <a:path w="213" h="140">
                  <a:moveTo>
                    <a:pt x="213" y="41"/>
                  </a:moveTo>
                  <a:lnTo>
                    <a:pt x="44" y="0"/>
                  </a:lnTo>
                  <a:lnTo>
                    <a:pt x="0" y="19"/>
                  </a:lnTo>
                  <a:lnTo>
                    <a:pt x="8" y="90"/>
                  </a:lnTo>
                  <a:lnTo>
                    <a:pt x="43" y="140"/>
                  </a:lnTo>
                  <a:lnTo>
                    <a:pt x="148" y="124"/>
                  </a:lnTo>
                  <a:lnTo>
                    <a:pt x="201" y="84"/>
                  </a:lnTo>
                  <a:lnTo>
                    <a:pt x="213" y="4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6958785" y="2803353"/>
              <a:ext cx="2515" cy="2273"/>
            </a:xfrm>
            <a:custGeom>
              <a:avLst/>
              <a:pathLst>
                <a:path w="2515" h="2273">
                  <a:moveTo>
                    <a:pt x="1204" y="344"/>
                  </a:moveTo>
                  <a:lnTo>
                    <a:pt x="1146" y="404"/>
                  </a:lnTo>
                  <a:lnTo>
                    <a:pt x="1030" y="523"/>
                  </a:lnTo>
                  <a:lnTo>
                    <a:pt x="802" y="731"/>
                  </a:lnTo>
                  <a:lnTo>
                    <a:pt x="625" y="929"/>
                  </a:lnTo>
                  <a:lnTo>
                    <a:pt x="443" y="1208"/>
                  </a:lnTo>
                  <a:lnTo>
                    <a:pt x="200" y="1496"/>
                  </a:lnTo>
                  <a:lnTo>
                    <a:pt x="73" y="1736"/>
                  </a:lnTo>
                  <a:lnTo>
                    <a:pt x="0" y="1956"/>
                  </a:lnTo>
                  <a:lnTo>
                    <a:pt x="77" y="2199"/>
                  </a:lnTo>
                  <a:lnTo>
                    <a:pt x="351" y="2273"/>
                  </a:lnTo>
                  <a:lnTo>
                    <a:pt x="574" y="2216"/>
                  </a:lnTo>
                  <a:lnTo>
                    <a:pt x="941" y="1910"/>
                  </a:lnTo>
                  <a:lnTo>
                    <a:pt x="1257" y="1593"/>
                  </a:lnTo>
                  <a:lnTo>
                    <a:pt x="1624" y="1266"/>
                  </a:lnTo>
                  <a:lnTo>
                    <a:pt x="1887" y="989"/>
                  </a:lnTo>
                  <a:lnTo>
                    <a:pt x="2164" y="761"/>
                  </a:lnTo>
                  <a:lnTo>
                    <a:pt x="2427" y="504"/>
                  </a:lnTo>
                  <a:lnTo>
                    <a:pt x="2515" y="374"/>
                  </a:lnTo>
                  <a:lnTo>
                    <a:pt x="2473" y="233"/>
                  </a:lnTo>
                  <a:lnTo>
                    <a:pt x="2361" y="40"/>
                  </a:lnTo>
                  <a:lnTo>
                    <a:pt x="226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6984747" y="2807615"/>
              <a:ext cx="1939" cy="1011"/>
            </a:xfrm>
            <a:custGeom>
              <a:avLst/>
              <a:pathLst>
                <a:path w="1939" h="1011">
                  <a:moveTo>
                    <a:pt x="207" y="1011"/>
                  </a:moveTo>
                  <a:lnTo>
                    <a:pt x="103" y="782"/>
                  </a:lnTo>
                  <a:lnTo>
                    <a:pt x="0" y="579"/>
                  </a:lnTo>
                  <a:lnTo>
                    <a:pt x="73" y="379"/>
                  </a:lnTo>
                  <a:lnTo>
                    <a:pt x="254" y="160"/>
                  </a:lnTo>
                  <a:lnTo>
                    <a:pt x="470" y="64"/>
                  </a:lnTo>
                  <a:lnTo>
                    <a:pt x="729" y="48"/>
                  </a:lnTo>
                  <a:lnTo>
                    <a:pt x="1145" y="35"/>
                  </a:lnTo>
                  <a:lnTo>
                    <a:pt x="1412" y="0"/>
                  </a:lnTo>
                  <a:lnTo>
                    <a:pt x="1747" y="136"/>
                  </a:lnTo>
                  <a:lnTo>
                    <a:pt x="1832" y="590"/>
                  </a:lnTo>
                  <a:lnTo>
                    <a:pt x="1904" y="775"/>
                  </a:lnTo>
                  <a:lnTo>
                    <a:pt x="1939" y="88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6985924" y="2809191"/>
              <a:ext cx="393" cy="243"/>
            </a:xfrm>
            <a:custGeom>
              <a:avLst/>
              <a:pathLst>
                <a:path w="393" h="243">
                  <a:moveTo>
                    <a:pt x="393" y="174"/>
                  </a:moveTo>
                  <a:lnTo>
                    <a:pt x="358" y="53"/>
                  </a:lnTo>
                  <a:lnTo>
                    <a:pt x="177" y="21"/>
                  </a:lnTo>
                  <a:lnTo>
                    <a:pt x="46" y="0"/>
                  </a:lnTo>
                  <a:lnTo>
                    <a:pt x="0" y="80"/>
                  </a:lnTo>
                  <a:lnTo>
                    <a:pt x="19" y="150"/>
                  </a:lnTo>
                  <a:lnTo>
                    <a:pt x="150" y="242"/>
                  </a:lnTo>
                  <a:lnTo>
                    <a:pt x="301" y="243"/>
                  </a:lnTo>
                  <a:lnTo>
                    <a:pt x="393" y="17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6857368" y="2806166"/>
              <a:ext cx="554" cy="3775"/>
            </a:xfrm>
            <a:custGeom>
              <a:avLst/>
              <a:pathLst>
                <a:path w="554" h="3775">
                  <a:moveTo>
                    <a:pt x="554" y="3775"/>
                  </a:moveTo>
                  <a:lnTo>
                    <a:pt x="207" y="3539"/>
                  </a:lnTo>
                  <a:lnTo>
                    <a:pt x="0" y="2202"/>
                  </a:lnTo>
                  <a:lnTo>
                    <a:pt x="69" y="1258"/>
                  </a:lnTo>
                  <a:lnTo>
                    <a:pt x="138" y="550"/>
                  </a:lnTo>
                  <a:lnTo>
                    <a:pt x="27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6858269" y="2805301"/>
              <a:ext cx="970" cy="4641"/>
            </a:xfrm>
            <a:custGeom>
              <a:avLst/>
              <a:pathLst>
                <a:path w="970" h="4641">
                  <a:moveTo>
                    <a:pt x="0" y="0"/>
                  </a:moveTo>
                  <a:lnTo>
                    <a:pt x="415" y="314"/>
                  </a:lnTo>
                  <a:lnTo>
                    <a:pt x="761" y="786"/>
                  </a:lnTo>
                  <a:lnTo>
                    <a:pt x="970" y="1573"/>
                  </a:lnTo>
                  <a:lnTo>
                    <a:pt x="970" y="2674"/>
                  </a:lnTo>
                  <a:lnTo>
                    <a:pt x="970" y="3618"/>
                  </a:lnTo>
                  <a:lnTo>
                    <a:pt x="554" y="4483"/>
                  </a:lnTo>
                  <a:lnTo>
                    <a:pt x="484" y="464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6985013" y="2808626"/>
              <a:ext cx="2465" cy="2419"/>
            </a:xfrm>
            <a:custGeom>
              <a:avLst/>
              <a:pathLst>
                <a:path w="2465" h="2419">
                  <a:moveTo>
                    <a:pt x="1682" y="0"/>
                  </a:moveTo>
                  <a:lnTo>
                    <a:pt x="1921" y="496"/>
                  </a:lnTo>
                  <a:lnTo>
                    <a:pt x="2102" y="877"/>
                  </a:lnTo>
                  <a:lnTo>
                    <a:pt x="2318" y="1269"/>
                  </a:lnTo>
                  <a:lnTo>
                    <a:pt x="2426" y="1590"/>
                  </a:lnTo>
                  <a:lnTo>
                    <a:pt x="2465" y="1993"/>
                  </a:lnTo>
                  <a:lnTo>
                    <a:pt x="2407" y="2306"/>
                  </a:lnTo>
                  <a:lnTo>
                    <a:pt x="2056" y="2419"/>
                  </a:lnTo>
                  <a:lnTo>
                    <a:pt x="1686" y="2149"/>
                  </a:lnTo>
                  <a:lnTo>
                    <a:pt x="1473" y="1929"/>
                  </a:lnTo>
                  <a:lnTo>
                    <a:pt x="1272" y="1658"/>
                  </a:lnTo>
                  <a:lnTo>
                    <a:pt x="1033" y="1348"/>
                  </a:lnTo>
                  <a:lnTo>
                    <a:pt x="833" y="1128"/>
                  </a:lnTo>
                  <a:lnTo>
                    <a:pt x="516" y="747"/>
                  </a:lnTo>
                  <a:lnTo>
                    <a:pt x="335" y="527"/>
                  </a:lnTo>
                  <a:lnTo>
                    <a:pt x="138" y="287"/>
                  </a:lnTo>
                  <a:lnTo>
                    <a:pt x="0" y="8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6831521" y="2809942"/>
              <a:ext cx="3187" cy="2831"/>
            </a:xfrm>
            <a:custGeom>
              <a:avLst/>
              <a:pathLst>
                <a:path w="3187" h="2831">
                  <a:moveTo>
                    <a:pt x="0" y="2831"/>
                  </a:moveTo>
                  <a:lnTo>
                    <a:pt x="485" y="1730"/>
                  </a:lnTo>
                  <a:lnTo>
                    <a:pt x="762" y="1101"/>
                  </a:lnTo>
                  <a:lnTo>
                    <a:pt x="1455" y="471"/>
                  </a:lnTo>
                  <a:lnTo>
                    <a:pt x="2633" y="78"/>
                  </a:lnTo>
                  <a:lnTo>
                    <a:pt x="318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6898016" y="2810792"/>
              <a:ext cx="3192" cy="2007"/>
            </a:xfrm>
            <a:custGeom>
              <a:avLst/>
              <a:pathLst>
                <a:path w="3192" h="2007">
                  <a:moveTo>
                    <a:pt x="0" y="613"/>
                  </a:moveTo>
                  <a:lnTo>
                    <a:pt x="98" y="501"/>
                  </a:lnTo>
                  <a:lnTo>
                    <a:pt x="392" y="223"/>
                  </a:lnTo>
                  <a:lnTo>
                    <a:pt x="982" y="55"/>
                  </a:lnTo>
                  <a:lnTo>
                    <a:pt x="1719" y="0"/>
                  </a:lnTo>
                  <a:lnTo>
                    <a:pt x="2308" y="167"/>
                  </a:lnTo>
                  <a:lnTo>
                    <a:pt x="2799" y="501"/>
                  </a:lnTo>
                  <a:lnTo>
                    <a:pt x="3045" y="1059"/>
                  </a:lnTo>
                  <a:lnTo>
                    <a:pt x="3192" y="1672"/>
                  </a:lnTo>
                  <a:lnTo>
                    <a:pt x="3192" y="200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6898115" y="2812632"/>
              <a:ext cx="2946" cy="892"/>
            </a:xfrm>
            <a:custGeom>
              <a:avLst/>
              <a:pathLst>
                <a:path w="2946" h="892">
                  <a:moveTo>
                    <a:pt x="2946" y="780"/>
                  </a:moveTo>
                  <a:lnTo>
                    <a:pt x="2750" y="892"/>
                  </a:lnTo>
                  <a:lnTo>
                    <a:pt x="2603" y="780"/>
                  </a:lnTo>
                  <a:lnTo>
                    <a:pt x="2308" y="334"/>
                  </a:lnTo>
                  <a:lnTo>
                    <a:pt x="1915" y="167"/>
                  </a:lnTo>
                  <a:lnTo>
                    <a:pt x="1424" y="55"/>
                  </a:lnTo>
                  <a:lnTo>
                    <a:pt x="638" y="111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6832076" y="2810571"/>
              <a:ext cx="3672" cy="3539"/>
            </a:xfrm>
            <a:custGeom>
              <a:avLst/>
              <a:pathLst>
                <a:path w="3672" h="3539">
                  <a:moveTo>
                    <a:pt x="3672" y="0"/>
                  </a:moveTo>
                  <a:lnTo>
                    <a:pt x="3672" y="78"/>
                  </a:lnTo>
                  <a:lnTo>
                    <a:pt x="3603" y="1022"/>
                  </a:lnTo>
                  <a:lnTo>
                    <a:pt x="3326" y="1887"/>
                  </a:lnTo>
                  <a:lnTo>
                    <a:pt x="2702" y="2674"/>
                  </a:lnTo>
                  <a:lnTo>
                    <a:pt x="1940" y="3146"/>
                  </a:lnTo>
                  <a:lnTo>
                    <a:pt x="1316" y="3382"/>
                  </a:lnTo>
                  <a:lnTo>
                    <a:pt x="0" y="353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6946529" y="2814548"/>
              <a:ext cx="300" cy="337"/>
            </a:xfrm>
            <a:custGeom>
              <a:avLst/>
              <a:pathLst>
                <a:path w="300" h="337">
                  <a:moveTo>
                    <a:pt x="28" y="337"/>
                  </a:moveTo>
                  <a:lnTo>
                    <a:pt x="0" y="203"/>
                  </a:lnTo>
                  <a:lnTo>
                    <a:pt x="50" y="32"/>
                  </a:lnTo>
                  <a:lnTo>
                    <a:pt x="169" y="0"/>
                  </a:lnTo>
                  <a:lnTo>
                    <a:pt x="300" y="55"/>
                  </a:lnTo>
                  <a:lnTo>
                    <a:pt x="286" y="251"/>
                  </a:lnTo>
                  <a:lnTo>
                    <a:pt x="164" y="327"/>
                  </a:lnTo>
                  <a:lnTo>
                    <a:pt x="28" y="33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6946189" y="2814225"/>
              <a:ext cx="860" cy="801"/>
            </a:xfrm>
            <a:custGeom>
              <a:avLst/>
              <a:pathLst>
                <a:path w="860" h="801">
                  <a:moveTo>
                    <a:pt x="860" y="361"/>
                  </a:moveTo>
                  <a:lnTo>
                    <a:pt x="690" y="0"/>
                  </a:lnTo>
                  <a:lnTo>
                    <a:pt x="424" y="72"/>
                  </a:lnTo>
                  <a:lnTo>
                    <a:pt x="104" y="196"/>
                  </a:lnTo>
                  <a:lnTo>
                    <a:pt x="0" y="529"/>
                  </a:lnTo>
                  <a:lnTo>
                    <a:pt x="54" y="80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6851339" y="2816157"/>
              <a:ext cx="3603" cy="2045"/>
            </a:xfrm>
            <a:custGeom>
              <a:avLst/>
              <a:pathLst>
                <a:path w="3603" h="2045">
                  <a:moveTo>
                    <a:pt x="0" y="2045"/>
                  </a:moveTo>
                  <a:lnTo>
                    <a:pt x="207" y="1494"/>
                  </a:lnTo>
                  <a:lnTo>
                    <a:pt x="970" y="629"/>
                  </a:lnTo>
                  <a:lnTo>
                    <a:pt x="1524" y="78"/>
                  </a:lnTo>
                  <a:lnTo>
                    <a:pt x="2425" y="0"/>
                  </a:lnTo>
                  <a:lnTo>
                    <a:pt x="3118" y="78"/>
                  </a:lnTo>
                  <a:lnTo>
                    <a:pt x="3603" y="39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6851617" y="2817258"/>
              <a:ext cx="3464" cy="2517"/>
            </a:xfrm>
            <a:custGeom>
              <a:avLst/>
              <a:pathLst>
                <a:path w="3464" h="2517">
                  <a:moveTo>
                    <a:pt x="3464" y="0"/>
                  </a:moveTo>
                  <a:lnTo>
                    <a:pt x="3395" y="235"/>
                  </a:lnTo>
                  <a:lnTo>
                    <a:pt x="3187" y="943"/>
                  </a:lnTo>
                  <a:lnTo>
                    <a:pt x="2771" y="1415"/>
                  </a:lnTo>
                  <a:lnTo>
                    <a:pt x="2286" y="2045"/>
                  </a:lnTo>
                  <a:lnTo>
                    <a:pt x="1385" y="2359"/>
                  </a:lnTo>
                  <a:lnTo>
                    <a:pt x="554" y="2517"/>
                  </a:lnTo>
                  <a:lnTo>
                    <a:pt x="0" y="2438"/>
                  </a:lnTo>
                  <a:lnTo>
                    <a:pt x="0" y="235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6899441" y="2820382"/>
              <a:ext cx="2406" cy="3011"/>
            </a:xfrm>
            <a:custGeom>
              <a:avLst/>
              <a:pathLst>
                <a:path w="2406" h="3011">
                  <a:moveTo>
                    <a:pt x="0" y="3011"/>
                  </a:moveTo>
                  <a:lnTo>
                    <a:pt x="48" y="2676"/>
                  </a:lnTo>
                  <a:lnTo>
                    <a:pt x="98" y="2063"/>
                  </a:lnTo>
                  <a:lnTo>
                    <a:pt x="245" y="1672"/>
                  </a:lnTo>
                  <a:lnTo>
                    <a:pt x="589" y="1170"/>
                  </a:lnTo>
                  <a:lnTo>
                    <a:pt x="933" y="836"/>
                  </a:lnTo>
                  <a:lnTo>
                    <a:pt x="1375" y="390"/>
                  </a:lnTo>
                  <a:lnTo>
                    <a:pt x="1866" y="55"/>
                  </a:lnTo>
                  <a:lnTo>
                    <a:pt x="2357" y="0"/>
                  </a:lnTo>
                  <a:lnTo>
                    <a:pt x="240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6899735" y="2821051"/>
              <a:ext cx="2898" cy="3066"/>
            </a:xfrm>
            <a:custGeom>
              <a:avLst/>
              <a:pathLst>
                <a:path w="2898" h="3066">
                  <a:moveTo>
                    <a:pt x="2898" y="0"/>
                  </a:moveTo>
                  <a:lnTo>
                    <a:pt x="2848" y="390"/>
                  </a:lnTo>
                  <a:lnTo>
                    <a:pt x="2505" y="1115"/>
                  </a:lnTo>
                  <a:lnTo>
                    <a:pt x="1866" y="1728"/>
                  </a:lnTo>
                  <a:lnTo>
                    <a:pt x="1473" y="2063"/>
                  </a:lnTo>
                  <a:lnTo>
                    <a:pt x="884" y="2509"/>
                  </a:lnTo>
                  <a:lnTo>
                    <a:pt x="393" y="2899"/>
                  </a:lnTo>
                  <a:lnTo>
                    <a:pt x="49" y="3066"/>
                  </a:lnTo>
                  <a:lnTo>
                    <a:pt x="0" y="306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6979499" y="2824185"/>
              <a:ext cx="956" cy="409"/>
            </a:xfrm>
            <a:custGeom>
              <a:avLst/>
              <a:pathLst>
                <a:path w="956" h="409">
                  <a:moveTo>
                    <a:pt x="956" y="0"/>
                  </a:moveTo>
                  <a:lnTo>
                    <a:pt x="609" y="83"/>
                  </a:lnTo>
                  <a:lnTo>
                    <a:pt x="571" y="101"/>
                  </a:lnTo>
                  <a:lnTo>
                    <a:pt x="223" y="243"/>
                  </a:lnTo>
                  <a:lnTo>
                    <a:pt x="173" y="280"/>
                  </a:lnTo>
                  <a:lnTo>
                    <a:pt x="0" y="40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6979811" y="2823973"/>
              <a:ext cx="2743" cy="864"/>
            </a:xfrm>
            <a:custGeom>
              <a:avLst/>
              <a:pathLst>
                <a:path w="2743" h="864">
                  <a:moveTo>
                    <a:pt x="0" y="719"/>
                  </a:moveTo>
                  <a:lnTo>
                    <a:pt x="470" y="615"/>
                  </a:lnTo>
                  <a:lnTo>
                    <a:pt x="814" y="562"/>
                  </a:lnTo>
                  <a:lnTo>
                    <a:pt x="1223" y="479"/>
                  </a:lnTo>
                  <a:lnTo>
                    <a:pt x="1508" y="426"/>
                  </a:lnTo>
                  <a:lnTo>
                    <a:pt x="1971" y="332"/>
                  </a:lnTo>
                  <a:lnTo>
                    <a:pt x="2361" y="340"/>
                  </a:lnTo>
                  <a:lnTo>
                    <a:pt x="2052" y="664"/>
                  </a:lnTo>
                  <a:lnTo>
                    <a:pt x="2303" y="864"/>
                  </a:lnTo>
                  <a:lnTo>
                    <a:pt x="2701" y="710"/>
                  </a:lnTo>
                  <a:lnTo>
                    <a:pt x="2743" y="317"/>
                  </a:lnTo>
                  <a:lnTo>
                    <a:pt x="2523" y="77"/>
                  </a:lnTo>
                  <a:lnTo>
                    <a:pt x="2049" y="0"/>
                  </a:lnTo>
                  <a:lnTo>
                    <a:pt x="1585" y="3"/>
                  </a:lnTo>
                  <a:lnTo>
                    <a:pt x="1257" y="45"/>
                  </a:lnTo>
                  <a:lnTo>
                    <a:pt x="895" y="4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6979642" y="2824621"/>
              <a:ext cx="1805" cy="314"/>
            </a:xfrm>
            <a:custGeom>
              <a:avLst/>
              <a:pathLst>
                <a:path w="1805" h="314">
                  <a:moveTo>
                    <a:pt x="1805" y="0"/>
                  </a:moveTo>
                  <a:lnTo>
                    <a:pt x="1485" y="62"/>
                  </a:lnTo>
                  <a:lnTo>
                    <a:pt x="1207" y="195"/>
                  </a:lnTo>
                  <a:lnTo>
                    <a:pt x="675" y="219"/>
                  </a:lnTo>
                  <a:lnTo>
                    <a:pt x="300" y="262"/>
                  </a:lnTo>
                  <a:lnTo>
                    <a:pt x="0" y="31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6979395" y="2824922"/>
              <a:ext cx="2188" cy="354"/>
            </a:xfrm>
            <a:custGeom>
              <a:avLst/>
              <a:pathLst>
                <a:path w="2188" h="354">
                  <a:moveTo>
                    <a:pt x="2188" y="0"/>
                  </a:moveTo>
                  <a:lnTo>
                    <a:pt x="1759" y="143"/>
                  </a:lnTo>
                  <a:lnTo>
                    <a:pt x="1296" y="268"/>
                  </a:lnTo>
                  <a:lnTo>
                    <a:pt x="906" y="260"/>
                  </a:lnTo>
                  <a:lnTo>
                    <a:pt x="524" y="354"/>
                  </a:lnTo>
                  <a:lnTo>
                    <a:pt x="131" y="346"/>
                  </a:lnTo>
                  <a:lnTo>
                    <a:pt x="0" y="24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6985619" y="2824255"/>
              <a:ext cx="1585" cy="1116"/>
            </a:xfrm>
            <a:custGeom>
              <a:avLst/>
              <a:pathLst>
                <a:path w="1585" h="1116">
                  <a:moveTo>
                    <a:pt x="85" y="893"/>
                  </a:moveTo>
                  <a:lnTo>
                    <a:pt x="222" y="1088"/>
                  </a:lnTo>
                  <a:lnTo>
                    <a:pt x="625" y="1098"/>
                  </a:lnTo>
                  <a:lnTo>
                    <a:pt x="956" y="1116"/>
                  </a:lnTo>
                  <a:lnTo>
                    <a:pt x="1284" y="1074"/>
                  </a:lnTo>
                  <a:lnTo>
                    <a:pt x="1477" y="861"/>
                  </a:lnTo>
                  <a:lnTo>
                    <a:pt x="1585" y="488"/>
                  </a:lnTo>
                  <a:lnTo>
                    <a:pt x="1423" y="217"/>
                  </a:lnTo>
                  <a:lnTo>
                    <a:pt x="1084" y="88"/>
                  </a:lnTo>
                  <a:lnTo>
                    <a:pt x="763" y="0"/>
                  </a:lnTo>
                  <a:lnTo>
                    <a:pt x="266" y="104"/>
                  </a:lnTo>
                  <a:lnTo>
                    <a:pt x="88" y="346"/>
                  </a:lnTo>
                  <a:lnTo>
                    <a:pt x="0" y="66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6821335" y="2827642"/>
              <a:ext cx="2702" cy="943"/>
            </a:xfrm>
            <a:custGeom>
              <a:avLst/>
              <a:pathLst>
                <a:path w="2702" h="943">
                  <a:moveTo>
                    <a:pt x="0" y="943"/>
                  </a:moveTo>
                  <a:lnTo>
                    <a:pt x="138" y="865"/>
                  </a:lnTo>
                  <a:lnTo>
                    <a:pt x="831" y="157"/>
                  </a:lnTo>
                  <a:lnTo>
                    <a:pt x="1386" y="0"/>
                  </a:lnTo>
                  <a:lnTo>
                    <a:pt x="2148" y="0"/>
                  </a:lnTo>
                  <a:lnTo>
                    <a:pt x="270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6827432" y="2827720"/>
              <a:ext cx="4850" cy="1966"/>
            </a:xfrm>
            <a:custGeom>
              <a:avLst/>
              <a:pathLst>
                <a:path w="4850" h="1966">
                  <a:moveTo>
                    <a:pt x="0" y="0"/>
                  </a:moveTo>
                  <a:lnTo>
                    <a:pt x="762" y="0"/>
                  </a:lnTo>
                  <a:lnTo>
                    <a:pt x="1455" y="157"/>
                  </a:lnTo>
                  <a:lnTo>
                    <a:pt x="2287" y="629"/>
                  </a:lnTo>
                  <a:lnTo>
                    <a:pt x="3326" y="707"/>
                  </a:lnTo>
                  <a:lnTo>
                    <a:pt x="3880" y="865"/>
                  </a:lnTo>
                  <a:lnTo>
                    <a:pt x="4365" y="1101"/>
                  </a:lnTo>
                  <a:lnTo>
                    <a:pt x="4712" y="1494"/>
                  </a:lnTo>
                  <a:lnTo>
                    <a:pt x="4850" y="1887"/>
                  </a:lnTo>
                  <a:lnTo>
                    <a:pt x="4781" y="196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6893498" y="2825679"/>
              <a:ext cx="1325" cy="4014"/>
            </a:xfrm>
            <a:custGeom>
              <a:avLst/>
              <a:pathLst>
                <a:path w="1325" h="4014">
                  <a:moveTo>
                    <a:pt x="146" y="4014"/>
                  </a:moveTo>
                  <a:lnTo>
                    <a:pt x="48" y="3903"/>
                  </a:lnTo>
                  <a:lnTo>
                    <a:pt x="0" y="3234"/>
                  </a:lnTo>
                  <a:lnTo>
                    <a:pt x="48" y="2787"/>
                  </a:lnTo>
                  <a:lnTo>
                    <a:pt x="146" y="2286"/>
                  </a:lnTo>
                  <a:lnTo>
                    <a:pt x="294" y="1449"/>
                  </a:lnTo>
                  <a:lnTo>
                    <a:pt x="540" y="669"/>
                  </a:lnTo>
                  <a:lnTo>
                    <a:pt x="132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6894676" y="2826070"/>
              <a:ext cx="933" cy="3791"/>
            </a:xfrm>
            <a:custGeom>
              <a:avLst/>
              <a:pathLst>
                <a:path w="933" h="3791">
                  <a:moveTo>
                    <a:pt x="835" y="0"/>
                  </a:moveTo>
                  <a:lnTo>
                    <a:pt x="933" y="334"/>
                  </a:lnTo>
                  <a:lnTo>
                    <a:pt x="933" y="1059"/>
                  </a:lnTo>
                  <a:lnTo>
                    <a:pt x="835" y="1784"/>
                  </a:lnTo>
                  <a:lnTo>
                    <a:pt x="638" y="2397"/>
                  </a:lnTo>
                  <a:lnTo>
                    <a:pt x="393" y="3011"/>
                  </a:lnTo>
                  <a:lnTo>
                    <a:pt x="49" y="3680"/>
                  </a:lnTo>
                  <a:lnTo>
                    <a:pt x="0" y="379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6822513" y="2830002"/>
              <a:ext cx="2563" cy="707"/>
            </a:xfrm>
            <a:custGeom>
              <a:avLst/>
              <a:pathLst>
                <a:path w="2563" h="707">
                  <a:moveTo>
                    <a:pt x="2563" y="0"/>
                  </a:moveTo>
                  <a:lnTo>
                    <a:pt x="2286" y="235"/>
                  </a:lnTo>
                  <a:lnTo>
                    <a:pt x="1940" y="550"/>
                  </a:lnTo>
                  <a:lnTo>
                    <a:pt x="1454" y="707"/>
                  </a:lnTo>
                  <a:lnTo>
                    <a:pt x="900" y="707"/>
                  </a:lnTo>
                  <a:lnTo>
                    <a:pt x="0" y="62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6827641" y="2830002"/>
              <a:ext cx="4712" cy="1101"/>
            </a:xfrm>
            <a:custGeom>
              <a:avLst/>
              <a:pathLst>
                <a:path w="4712" h="1101">
                  <a:moveTo>
                    <a:pt x="4712" y="629"/>
                  </a:moveTo>
                  <a:lnTo>
                    <a:pt x="4642" y="865"/>
                  </a:lnTo>
                  <a:lnTo>
                    <a:pt x="4296" y="1022"/>
                  </a:lnTo>
                  <a:lnTo>
                    <a:pt x="3533" y="1101"/>
                  </a:lnTo>
                  <a:lnTo>
                    <a:pt x="3049" y="943"/>
                  </a:lnTo>
                  <a:lnTo>
                    <a:pt x="2356" y="629"/>
                  </a:lnTo>
                  <a:lnTo>
                    <a:pt x="1663" y="471"/>
                  </a:lnTo>
                  <a:lnTo>
                    <a:pt x="1039" y="393"/>
                  </a:lnTo>
                  <a:lnTo>
                    <a:pt x="138" y="157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6818078" y="2829372"/>
              <a:ext cx="1940" cy="2359"/>
            </a:xfrm>
            <a:custGeom>
              <a:avLst/>
              <a:pathLst>
                <a:path w="1940" h="2359">
                  <a:moveTo>
                    <a:pt x="0" y="2359"/>
                  </a:moveTo>
                  <a:lnTo>
                    <a:pt x="554" y="1258"/>
                  </a:lnTo>
                  <a:lnTo>
                    <a:pt x="900" y="865"/>
                  </a:lnTo>
                  <a:lnTo>
                    <a:pt x="1871" y="78"/>
                  </a:lnTo>
                  <a:lnTo>
                    <a:pt x="194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6819187" y="2831182"/>
              <a:ext cx="2286" cy="1966"/>
            </a:xfrm>
            <a:custGeom>
              <a:avLst/>
              <a:pathLst>
                <a:path w="2286" h="1966">
                  <a:moveTo>
                    <a:pt x="2286" y="0"/>
                  </a:moveTo>
                  <a:lnTo>
                    <a:pt x="2147" y="471"/>
                  </a:lnTo>
                  <a:lnTo>
                    <a:pt x="1940" y="707"/>
                  </a:lnTo>
                  <a:lnTo>
                    <a:pt x="1593" y="1101"/>
                  </a:lnTo>
                  <a:lnTo>
                    <a:pt x="970" y="1573"/>
                  </a:lnTo>
                  <a:lnTo>
                    <a:pt x="277" y="1887"/>
                  </a:lnTo>
                  <a:lnTo>
                    <a:pt x="0" y="196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6982817" y="2834644"/>
              <a:ext cx="61" cy="393"/>
            </a:xfrm>
            <a:custGeom>
              <a:avLst/>
              <a:pathLst>
                <a:path w="61" h="393">
                  <a:moveTo>
                    <a:pt x="0" y="393"/>
                  </a:moveTo>
                  <a:lnTo>
                    <a:pt x="6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6982296" y="2834920"/>
              <a:ext cx="185" cy="160"/>
            </a:xfrm>
            <a:custGeom>
              <a:avLst/>
              <a:pathLst>
                <a:path w="185" h="160">
                  <a:moveTo>
                    <a:pt x="69" y="160"/>
                  </a:moveTo>
                  <a:lnTo>
                    <a:pt x="131" y="150"/>
                  </a:lnTo>
                  <a:lnTo>
                    <a:pt x="185" y="110"/>
                  </a:lnTo>
                  <a:lnTo>
                    <a:pt x="162" y="0"/>
                  </a:lnTo>
                  <a:lnTo>
                    <a:pt x="81" y="29"/>
                  </a:lnTo>
                  <a:lnTo>
                    <a:pt x="19" y="59"/>
                  </a:lnTo>
                  <a:lnTo>
                    <a:pt x="0" y="89"/>
                  </a:lnTo>
                  <a:lnTo>
                    <a:pt x="15" y="139"/>
                  </a:lnTo>
                  <a:lnTo>
                    <a:pt x="69" y="16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6980730" y="2834515"/>
              <a:ext cx="1863" cy="728"/>
            </a:xfrm>
            <a:custGeom>
              <a:avLst/>
              <a:pathLst>
                <a:path w="1863" h="728">
                  <a:moveTo>
                    <a:pt x="1863" y="0"/>
                  </a:moveTo>
                  <a:lnTo>
                    <a:pt x="1412" y="43"/>
                  </a:lnTo>
                  <a:lnTo>
                    <a:pt x="895" y="187"/>
                  </a:lnTo>
                  <a:lnTo>
                    <a:pt x="424" y="422"/>
                  </a:lnTo>
                  <a:lnTo>
                    <a:pt x="61" y="677"/>
                  </a:lnTo>
                  <a:lnTo>
                    <a:pt x="0" y="72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6980529" y="2835230"/>
              <a:ext cx="1998" cy="722"/>
            </a:xfrm>
            <a:custGeom>
              <a:avLst/>
              <a:pathLst>
                <a:path w="1998" h="722">
                  <a:moveTo>
                    <a:pt x="1998" y="0"/>
                  </a:moveTo>
                  <a:lnTo>
                    <a:pt x="1667" y="123"/>
                  </a:lnTo>
                  <a:lnTo>
                    <a:pt x="1339" y="266"/>
                  </a:lnTo>
                  <a:lnTo>
                    <a:pt x="1065" y="489"/>
                  </a:lnTo>
                  <a:lnTo>
                    <a:pt x="864" y="722"/>
                  </a:lnTo>
                  <a:lnTo>
                    <a:pt x="497" y="675"/>
                  </a:lnTo>
                  <a:lnTo>
                    <a:pt x="150" y="617"/>
                  </a:lnTo>
                  <a:lnTo>
                    <a:pt x="0" y="55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7048560" y="2809395"/>
              <a:ext cx="26936" cy="36100"/>
            </a:xfrm>
            <a:custGeom>
              <a:avLst/>
              <a:pathLst>
                <a:path w="26936" h="36100">
                  <a:moveTo>
                    <a:pt x="0" y="36100"/>
                  </a:moveTo>
                  <a:lnTo>
                    <a:pt x="469" y="35502"/>
                  </a:lnTo>
                  <a:lnTo>
                    <a:pt x="1159" y="34382"/>
                  </a:lnTo>
                  <a:lnTo>
                    <a:pt x="2138" y="32984"/>
                  </a:lnTo>
                  <a:lnTo>
                    <a:pt x="3225" y="31467"/>
                  </a:lnTo>
                  <a:lnTo>
                    <a:pt x="4456" y="29912"/>
                  </a:lnTo>
                  <a:lnTo>
                    <a:pt x="5398" y="28635"/>
                  </a:lnTo>
                  <a:lnTo>
                    <a:pt x="6702" y="26920"/>
                  </a:lnTo>
                  <a:lnTo>
                    <a:pt x="7935" y="25203"/>
                  </a:lnTo>
                  <a:lnTo>
                    <a:pt x="9024" y="23686"/>
                  </a:lnTo>
                  <a:lnTo>
                    <a:pt x="10547" y="21652"/>
                  </a:lnTo>
                  <a:lnTo>
                    <a:pt x="12069" y="19779"/>
                  </a:lnTo>
                  <a:lnTo>
                    <a:pt x="13267" y="18183"/>
                  </a:lnTo>
                  <a:lnTo>
                    <a:pt x="14611" y="16388"/>
                  </a:lnTo>
                  <a:lnTo>
                    <a:pt x="15703" y="14630"/>
                  </a:lnTo>
                  <a:lnTo>
                    <a:pt x="16720" y="13314"/>
                  </a:lnTo>
                  <a:lnTo>
                    <a:pt x="18099" y="11641"/>
                  </a:lnTo>
                  <a:lnTo>
                    <a:pt x="19695" y="9689"/>
                  </a:lnTo>
                  <a:lnTo>
                    <a:pt x="21224" y="7534"/>
                  </a:lnTo>
                  <a:lnTo>
                    <a:pt x="22137" y="6055"/>
                  </a:lnTo>
                  <a:lnTo>
                    <a:pt x="23156" y="4619"/>
                  </a:lnTo>
                  <a:lnTo>
                    <a:pt x="24175" y="3263"/>
                  </a:lnTo>
                  <a:lnTo>
                    <a:pt x="25118" y="2270"/>
                  </a:lnTo>
                  <a:lnTo>
                    <a:pt x="26317" y="837"/>
                  </a:lnTo>
                  <a:lnTo>
                    <a:pt x="2693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6973259" y="2854897"/>
              <a:ext cx="193" cy="241"/>
            </a:xfrm>
            <a:custGeom>
              <a:avLst/>
              <a:pathLst>
                <a:path w="193" h="241">
                  <a:moveTo>
                    <a:pt x="104" y="0"/>
                  </a:moveTo>
                  <a:lnTo>
                    <a:pt x="42" y="9"/>
                  </a:lnTo>
                  <a:lnTo>
                    <a:pt x="7" y="19"/>
                  </a:lnTo>
                  <a:lnTo>
                    <a:pt x="0" y="69"/>
                  </a:lnTo>
                  <a:lnTo>
                    <a:pt x="7" y="140"/>
                  </a:lnTo>
                  <a:lnTo>
                    <a:pt x="69" y="211"/>
                  </a:lnTo>
                  <a:lnTo>
                    <a:pt x="123" y="241"/>
                  </a:lnTo>
                  <a:lnTo>
                    <a:pt x="193" y="192"/>
                  </a:lnTo>
                  <a:lnTo>
                    <a:pt x="166" y="121"/>
                  </a:lnTo>
                  <a:lnTo>
                    <a:pt x="131" y="60"/>
                  </a:lnTo>
                  <a:lnTo>
                    <a:pt x="10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6972790" y="2854324"/>
              <a:ext cx="909" cy="1049"/>
            </a:xfrm>
            <a:custGeom>
              <a:avLst/>
              <a:pathLst>
                <a:path w="909" h="1049">
                  <a:moveTo>
                    <a:pt x="839" y="151"/>
                  </a:moveTo>
                  <a:lnTo>
                    <a:pt x="573" y="0"/>
                  </a:lnTo>
                  <a:lnTo>
                    <a:pt x="256" y="62"/>
                  </a:lnTo>
                  <a:lnTo>
                    <a:pt x="0" y="367"/>
                  </a:lnTo>
                  <a:lnTo>
                    <a:pt x="17" y="809"/>
                  </a:lnTo>
                  <a:lnTo>
                    <a:pt x="322" y="1049"/>
                  </a:lnTo>
                  <a:lnTo>
                    <a:pt x="588" y="977"/>
                  </a:lnTo>
                  <a:lnTo>
                    <a:pt x="816" y="783"/>
                  </a:lnTo>
                  <a:lnTo>
                    <a:pt x="885" y="501"/>
                  </a:lnTo>
                  <a:lnTo>
                    <a:pt x="909" y="26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6959826" y="2881348"/>
              <a:ext cx="239" cy="241"/>
            </a:xfrm>
            <a:custGeom>
              <a:avLst/>
              <a:pathLst>
                <a:path w="239" h="241">
                  <a:moveTo>
                    <a:pt x="239" y="0"/>
                  </a:moveTo>
                  <a:lnTo>
                    <a:pt x="158" y="0"/>
                  </a:lnTo>
                  <a:lnTo>
                    <a:pt x="69" y="59"/>
                  </a:lnTo>
                  <a:lnTo>
                    <a:pt x="34" y="129"/>
                  </a:lnTo>
                  <a:lnTo>
                    <a:pt x="0" y="220"/>
                  </a:lnTo>
                  <a:lnTo>
                    <a:pt x="42" y="240"/>
                  </a:lnTo>
                  <a:lnTo>
                    <a:pt x="138" y="241"/>
                  </a:lnTo>
                  <a:lnTo>
                    <a:pt x="212" y="161"/>
                  </a:lnTo>
                  <a:lnTo>
                    <a:pt x="23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6959251" y="2882069"/>
              <a:ext cx="258" cy="210"/>
            </a:xfrm>
            <a:custGeom>
              <a:avLst/>
              <a:pathLst>
                <a:path w="258" h="210">
                  <a:moveTo>
                    <a:pt x="258" y="0"/>
                  </a:moveTo>
                  <a:lnTo>
                    <a:pt x="169" y="19"/>
                  </a:lnTo>
                  <a:lnTo>
                    <a:pt x="80" y="59"/>
                  </a:lnTo>
                  <a:lnTo>
                    <a:pt x="0" y="118"/>
                  </a:lnTo>
                  <a:lnTo>
                    <a:pt x="27" y="169"/>
                  </a:lnTo>
                  <a:lnTo>
                    <a:pt x="100" y="210"/>
                  </a:lnTo>
                  <a:lnTo>
                    <a:pt x="162" y="190"/>
                  </a:lnTo>
                  <a:lnTo>
                    <a:pt x="216" y="150"/>
                  </a:lnTo>
                  <a:lnTo>
                    <a:pt x="25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6765183" y="2849197"/>
              <a:ext cx="3918" cy="46562"/>
            </a:xfrm>
            <a:custGeom>
              <a:avLst/>
              <a:pathLst>
                <a:path w="3918" h="46562">
                  <a:moveTo>
                    <a:pt x="1305" y="0"/>
                  </a:moveTo>
                  <a:lnTo>
                    <a:pt x="1045" y="1680"/>
                  </a:lnTo>
                  <a:lnTo>
                    <a:pt x="870" y="3064"/>
                  </a:lnTo>
                  <a:lnTo>
                    <a:pt x="435" y="5338"/>
                  </a:lnTo>
                  <a:lnTo>
                    <a:pt x="348" y="7908"/>
                  </a:lnTo>
                  <a:lnTo>
                    <a:pt x="348" y="9688"/>
                  </a:lnTo>
                  <a:lnTo>
                    <a:pt x="261" y="11962"/>
                  </a:lnTo>
                  <a:lnTo>
                    <a:pt x="0" y="14730"/>
                  </a:lnTo>
                  <a:lnTo>
                    <a:pt x="87" y="16509"/>
                  </a:lnTo>
                  <a:lnTo>
                    <a:pt x="0" y="18289"/>
                  </a:lnTo>
                  <a:lnTo>
                    <a:pt x="174" y="20661"/>
                  </a:lnTo>
                  <a:lnTo>
                    <a:pt x="174" y="23232"/>
                  </a:lnTo>
                  <a:lnTo>
                    <a:pt x="497" y="25848"/>
                  </a:lnTo>
                  <a:lnTo>
                    <a:pt x="750" y="29151"/>
                  </a:lnTo>
                  <a:lnTo>
                    <a:pt x="906" y="30277"/>
                  </a:lnTo>
                  <a:lnTo>
                    <a:pt x="1045" y="32425"/>
                  </a:lnTo>
                  <a:lnTo>
                    <a:pt x="1305" y="34600"/>
                  </a:lnTo>
                  <a:lnTo>
                    <a:pt x="1654" y="36380"/>
                  </a:lnTo>
                  <a:lnTo>
                    <a:pt x="1997" y="38203"/>
                  </a:lnTo>
                  <a:lnTo>
                    <a:pt x="2351" y="40829"/>
                  </a:lnTo>
                  <a:lnTo>
                    <a:pt x="2651" y="42384"/>
                  </a:lnTo>
                  <a:lnTo>
                    <a:pt x="2987" y="43749"/>
                  </a:lnTo>
                  <a:lnTo>
                    <a:pt x="3355" y="44832"/>
                  </a:lnTo>
                  <a:lnTo>
                    <a:pt x="3918" y="4656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6931067" y="2896999"/>
              <a:ext cx="470" cy="4091"/>
            </a:xfrm>
            <a:custGeom>
              <a:avLst/>
              <a:pathLst>
                <a:path w="470" h="4091">
                  <a:moveTo>
                    <a:pt x="391" y="4091"/>
                  </a:moveTo>
                  <a:lnTo>
                    <a:pt x="78" y="3824"/>
                  </a:lnTo>
                  <a:lnTo>
                    <a:pt x="0" y="3113"/>
                  </a:lnTo>
                  <a:lnTo>
                    <a:pt x="0" y="2401"/>
                  </a:lnTo>
                  <a:lnTo>
                    <a:pt x="0" y="1423"/>
                  </a:lnTo>
                  <a:lnTo>
                    <a:pt x="156" y="266"/>
                  </a:lnTo>
                  <a:lnTo>
                    <a:pt x="47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6932320" y="2897177"/>
              <a:ext cx="470" cy="3913"/>
            </a:xfrm>
            <a:custGeom>
              <a:avLst/>
              <a:pathLst>
                <a:path w="470" h="3913">
                  <a:moveTo>
                    <a:pt x="78" y="0"/>
                  </a:moveTo>
                  <a:lnTo>
                    <a:pt x="156" y="88"/>
                  </a:lnTo>
                  <a:lnTo>
                    <a:pt x="313" y="533"/>
                  </a:lnTo>
                  <a:lnTo>
                    <a:pt x="392" y="1423"/>
                  </a:lnTo>
                  <a:lnTo>
                    <a:pt x="392" y="1956"/>
                  </a:lnTo>
                  <a:lnTo>
                    <a:pt x="470" y="2757"/>
                  </a:lnTo>
                  <a:lnTo>
                    <a:pt x="313" y="3557"/>
                  </a:lnTo>
                  <a:lnTo>
                    <a:pt x="78" y="3913"/>
                  </a:lnTo>
                  <a:lnTo>
                    <a:pt x="0" y="391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6930753" y="2903581"/>
              <a:ext cx="2742" cy="1601"/>
            </a:xfrm>
            <a:custGeom>
              <a:avLst/>
              <a:pathLst>
                <a:path w="2742" h="1601">
                  <a:moveTo>
                    <a:pt x="0" y="1601"/>
                  </a:moveTo>
                  <a:lnTo>
                    <a:pt x="313" y="1512"/>
                  </a:lnTo>
                  <a:lnTo>
                    <a:pt x="470" y="1156"/>
                  </a:lnTo>
                  <a:lnTo>
                    <a:pt x="940" y="533"/>
                  </a:lnTo>
                  <a:lnTo>
                    <a:pt x="1488" y="0"/>
                  </a:lnTo>
                  <a:lnTo>
                    <a:pt x="2037" y="0"/>
                  </a:lnTo>
                  <a:lnTo>
                    <a:pt x="2429" y="177"/>
                  </a:lnTo>
                  <a:lnTo>
                    <a:pt x="2664" y="889"/>
                  </a:lnTo>
                  <a:lnTo>
                    <a:pt x="2742" y="88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6931223" y="2905983"/>
              <a:ext cx="2350" cy="1778"/>
            </a:xfrm>
            <a:custGeom>
              <a:avLst/>
              <a:pathLst>
                <a:path w="2350" h="1778">
                  <a:moveTo>
                    <a:pt x="2350" y="0"/>
                  </a:moveTo>
                  <a:lnTo>
                    <a:pt x="2350" y="266"/>
                  </a:lnTo>
                  <a:lnTo>
                    <a:pt x="2350" y="711"/>
                  </a:lnTo>
                  <a:lnTo>
                    <a:pt x="2350" y="1334"/>
                  </a:lnTo>
                  <a:lnTo>
                    <a:pt x="2037" y="1778"/>
                  </a:lnTo>
                  <a:lnTo>
                    <a:pt x="1645" y="1778"/>
                  </a:lnTo>
                  <a:lnTo>
                    <a:pt x="1096" y="1601"/>
                  </a:lnTo>
                  <a:lnTo>
                    <a:pt x="626" y="1334"/>
                  </a:lnTo>
                  <a:lnTo>
                    <a:pt x="0" y="106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6929186" y="2906072"/>
              <a:ext cx="548" cy="2668"/>
            </a:xfrm>
            <a:custGeom>
              <a:avLst/>
              <a:pathLst>
                <a:path w="548" h="2668">
                  <a:moveTo>
                    <a:pt x="313" y="2668"/>
                  </a:moveTo>
                  <a:lnTo>
                    <a:pt x="78" y="2312"/>
                  </a:lnTo>
                  <a:lnTo>
                    <a:pt x="0" y="1689"/>
                  </a:lnTo>
                  <a:lnTo>
                    <a:pt x="235" y="889"/>
                  </a:lnTo>
                  <a:lnTo>
                    <a:pt x="391" y="355"/>
                  </a:lnTo>
                  <a:lnTo>
                    <a:pt x="54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6927306" y="2909096"/>
              <a:ext cx="2350" cy="2045"/>
            </a:xfrm>
            <a:custGeom>
              <a:avLst/>
              <a:pathLst>
                <a:path w="2350" h="2045">
                  <a:moveTo>
                    <a:pt x="470" y="2045"/>
                  </a:moveTo>
                  <a:lnTo>
                    <a:pt x="156" y="1601"/>
                  </a:lnTo>
                  <a:lnTo>
                    <a:pt x="0" y="978"/>
                  </a:lnTo>
                  <a:lnTo>
                    <a:pt x="234" y="88"/>
                  </a:lnTo>
                  <a:lnTo>
                    <a:pt x="783" y="0"/>
                  </a:lnTo>
                  <a:lnTo>
                    <a:pt x="1253" y="88"/>
                  </a:lnTo>
                  <a:lnTo>
                    <a:pt x="1723" y="444"/>
                  </a:lnTo>
                  <a:lnTo>
                    <a:pt x="2115" y="889"/>
                  </a:lnTo>
                  <a:lnTo>
                    <a:pt x="2350" y="151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6924641" y="2912209"/>
              <a:ext cx="2272" cy="1778"/>
            </a:xfrm>
            <a:custGeom>
              <a:avLst/>
              <a:pathLst>
                <a:path w="2272" h="1778">
                  <a:moveTo>
                    <a:pt x="78" y="1778"/>
                  </a:moveTo>
                  <a:lnTo>
                    <a:pt x="0" y="1245"/>
                  </a:lnTo>
                  <a:lnTo>
                    <a:pt x="313" y="533"/>
                  </a:lnTo>
                  <a:lnTo>
                    <a:pt x="940" y="0"/>
                  </a:lnTo>
                  <a:lnTo>
                    <a:pt x="1410" y="0"/>
                  </a:lnTo>
                  <a:lnTo>
                    <a:pt x="1959" y="88"/>
                  </a:lnTo>
                  <a:lnTo>
                    <a:pt x="2272" y="35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6932555" y="2909897"/>
              <a:ext cx="783" cy="4091"/>
            </a:xfrm>
            <a:custGeom>
              <a:avLst/>
              <a:pathLst>
                <a:path w="783" h="4091">
                  <a:moveTo>
                    <a:pt x="313" y="0"/>
                  </a:moveTo>
                  <a:lnTo>
                    <a:pt x="391" y="266"/>
                  </a:lnTo>
                  <a:lnTo>
                    <a:pt x="548" y="800"/>
                  </a:lnTo>
                  <a:lnTo>
                    <a:pt x="783" y="2045"/>
                  </a:lnTo>
                  <a:lnTo>
                    <a:pt x="783" y="2490"/>
                  </a:lnTo>
                  <a:lnTo>
                    <a:pt x="705" y="3024"/>
                  </a:lnTo>
                  <a:lnTo>
                    <a:pt x="548" y="3557"/>
                  </a:lnTo>
                  <a:lnTo>
                    <a:pt x="78" y="4091"/>
                  </a:lnTo>
                  <a:lnTo>
                    <a:pt x="0" y="409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6928951" y="2917546"/>
              <a:ext cx="3760" cy="1245"/>
            </a:xfrm>
            <a:custGeom>
              <a:avLst/>
              <a:pathLst>
                <a:path w="3760" h="1245">
                  <a:moveTo>
                    <a:pt x="0" y="533"/>
                  </a:moveTo>
                  <a:lnTo>
                    <a:pt x="313" y="266"/>
                  </a:lnTo>
                  <a:lnTo>
                    <a:pt x="1096" y="0"/>
                  </a:lnTo>
                  <a:lnTo>
                    <a:pt x="1958" y="177"/>
                  </a:lnTo>
                  <a:lnTo>
                    <a:pt x="2664" y="444"/>
                  </a:lnTo>
                  <a:lnTo>
                    <a:pt x="3525" y="978"/>
                  </a:lnTo>
                  <a:lnTo>
                    <a:pt x="3760" y="124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6929030" y="2918703"/>
              <a:ext cx="3447" cy="1512"/>
            </a:xfrm>
            <a:custGeom>
              <a:avLst/>
              <a:pathLst>
                <a:path w="3447" h="1512">
                  <a:moveTo>
                    <a:pt x="3447" y="978"/>
                  </a:moveTo>
                  <a:lnTo>
                    <a:pt x="3290" y="1334"/>
                  </a:lnTo>
                  <a:lnTo>
                    <a:pt x="2585" y="1512"/>
                  </a:lnTo>
                  <a:lnTo>
                    <a:pt x="1802" y="1245"/>
                  </a:lnTo>
                  <a:lnTo>
                    <a:pt x="1018" y="978"/>
                  </a:lnTo>
                  <a:lnTo>
                    <a:pt x="313" y="444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6936451" y="2923065"/>
              <a:ext cx="437" cy="788"/>
            </a:xfrm>
            <a:custGeom>
              <a:avLst/>
              <a:pathLst>
                <a:path w="437" h="788">
                  <a:moveTo>
                    <a:pt x="149" y="62"/>
                  </a:moveTo>
                  <a:lnTo>
                    <a:pt x="60" y="74"/>
                  </a:lnTo>
                  <a:lnTo>
                    <a:pt x="0" y="195"/>
                  </a:lnTo>
                  <a:lnTo>
                    <a:pt x="1" y="347"/>
                  </a:lnTo>
                  <a:lnTo>
                    <a:pt x="29" y="467"/>
                  </a:lnTo>
                  <a:lnTo>
                    <a:pt x="110" y="668"/>
                  </a:lnTo>
                  <a:lnTo>
                    <a:pt x="147" y="788"/>
                  </a:lnTo>
                  <a:lnTo>
                    <a:pt x="227" y="777"/>
                  </a:lnTo>
                  <a:lnTo>
                    <a:pt x="324" y="745"/>
                  </a:lnTo>
                  <a:lnTo>
                    <a:pt x="420" y="673"/>
                  </a:lnTo>
                  <a:lnTo>
                    <a:pt x="437" y="512"/>
                  </a:lnTo>
                  <a:lnTo>
                    <a:pt x="434" y="290"/>
                  </a:lnTo>
                  <a:lnTo>
                    <a:pt x="407" y="240"/>
                  </a:lnTo>
                  <a:lnTo>
                    <a:pt x="325" y="0"/>
                  </a:lnTo>
                  <a:lnTo>
                    <a:pt x="281" y="10"/>
                  </a:lnTo>
                  <a:lnTo>
                    <a:pt x="299" y="1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6922226" y="2984556"/>
              <a:ext cx="668" cy="1136"/>
            </a:xfrm>
            <a:custGeom>
              <a:avLst/>
              <a:pathLst>
                <a:path w="668" h="1136">
                  <a:moveTo>
                    <a:pt x="536" y="262"/>
                  </a:moveTo>
                  <a:lnTo>
                    <a:pt x="496" y="209"/>
                  </a:lnTo>
                  <a:lnTo>
                    <a:pt x="391" y="125"/>
                  </a:lnTo>
                  <a:lnTo>
                    <a:pt x="272" y="36"/>
                  </a:lnTo>
                  <a:lnTo>
                    <a:pt x="161" y="5"/>
                  </a:lnTo>
                  <a:lnTo>
                    <a:pt x="75" y="0"/>
                  </a:lnTo>
                  <a:lnTo>
                    <a:pt x="8" y="90"/>
                  </a:lnTo>
                  <a:lnTo>
                    <a:pt x="41" y="209"/>
                  </a:lnTo>
                  <a:lnTo>
                    <a:pt x="74" y="245"/>
                  </a:lnTo>
                  <a:lnTo>
                    <a:pt x="53" y="364"/>
                  </a:lnTo>
                  <a:lnTo>
                    <a:pt x="37" y="460"/>
                  </a:lnTo>
                  <a:lnTo>
                    <a:pt x="17" y="566"/>
                  </a:lnTo>
                  <a:lnTo>
                    <a:pt x="0" y="649"/>
                  </a:lnTo>
                  <a:lnTo>
                    <a:pt x="5" y="816"/>
                  </a:lnTo>
                  <a:lnTo>
                    <a:pt x="40" y="917"/>
                  </a:lnTo>
                  <a:lnTo>
                    <a:pt x="95" y="993"/>
                  </a:lnTo>
                  <a:lnTo>
                    <a:pt x="177" y="1075"/>
                  </a:lnTo>
                  <a:lnTo>
                    <a:pt x="273" y="1121"/>
                  </a:lnTo>
                  <a:lnTo>
                    <a:pt x="348" y="1136"/>
                  </a:lnTo>
                  <a:lnTo>
                    <a:pt x="436" y="1136"/>
                  </a:lnTo>
                  <a:lnTo>
                    <a:pt x="552" y="1104"/>
                  </a:lnTo>
                  <a:lnTo>
                    <a:pt x="616" y="1056"/>
                  </a:lnTo>
                  <a:lnTo>
                    <a:pt x="654" y="998"/>
                  </a:lnTo>
                  <a:lnTo>
                    <a:pt x="668" y="885"/>
                  </a:lnTo>
                  <a:lnTo>
                    <a:pt x="668" y="761"/>
                  </a:lnTo>
                  <a:lnTo>
                    <a:pt x="658" y="670"/>
                  </a:lnTo>
                  <a:lnTo>
                    <a:pt x="654" y="526"/>
                  </a:lnTo>
                  <a:lnTo>
                    <a:pt x="568" y="358"/>
                  </a:lnTo>
                  <a:lnTo>
                    <a:pt x="557" y="34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6922262" y="2988634"/>
              <a:ext cx="761" cy="684"/>
            </a:xfrm>
            <a:custGeom>
              <a:avLst/>
              <a:pathLst>
                <a:path w="761" h="684">
                  <a:moveTo>
                    <a:pt x="761" y="438"/>
                  </a:moveTo>
                  <a:lnTo>
                    <a:pt x="758" y="380"/>
                  </a:lnTo>
                  <a:lnTo>
                    <a:pt x="734" y="259"/>
                  </a:lnTo>
                  <a:lnTo>
                    <a:pt x="690" y="178"/>
                  </a:lnTo>
                  <a:lnTo>
                    <a:pt x="653" y="104"/>
                  </a:lnTo>
                  <a:lnTo>
                    <a:pt x="566" y="28"/>
                  </a:lnTo>
                  <a:lnTo>
                    <a:pt x="480" y="23"/>
                  </a:lnTo>
                  <a:lnTo>
                    <a:pt x="425" y="22"/>
                  </a:lnTo>
                  <a:lnTo>
                    <a:pt x="370" y="0"/>
                  </a:lnTo>
                  <a:lnTo>
                    <a:pt x="327" y="37"/>
                  </a:lnTo>
                  <a:lnTo>
                    <a:pt x="200" y="125"/>
                  </a:lnTo>
                  <a:lnTo>
                    <a:pt x="114" y="211"/>
                  </a:lnTo>
                  <a:lnTo>
                    <a:pt x="58" y="253"/>
                  </a:lnTo>
                  <a:lnTo>
                    <a:pt x="9" y="369"/>
                  </a:lnTo>
                  <a:lnTo>
                    <a:pt x="0" y="460"/>
                  </a:lnTo>
                  <a:lnTo>
                    <a:pt x="26" y="551"/>
                  </a:lnTo>
                  <a:lnTo>
                    <a:pt x="81" y="589"/>
                  </a:lnTo>
                  <a:lnTo>
                    <a:pt x="161" y="658"/>
                  </a:lnTo>
                  <a:lnTo>
                    <a:pt x="198" y="683"/>
                  </a:lnTo>
                  <a:lnTo>
                    <a:pt x="300" y="684"/>
                  </a:lnTo>
                  <a:lnTo>
                    <a:pt x="351" y="671"/>
                  </a:lnTo>
                  <a:lnTo>
                    <a:pt x="391" y="641"/>
                  </a:lnTo>
                  <a:lnTo>
                    <a:pt x="451" y="609"/>
                  </a:lnTo>
                  <a:lnTo>
                    <a:pt x="518" y="581"/>
                  </a:lnTo>
                  <a:lnTo>
                    <a:pt x="591" y="531"/>
                  </a:lnTo>
                  <a:lnTo>
                    <a:pt x="655" y="521"/>
                  </a:lnTo>
                  <a:lnTo>
                    <a:pt x="702" y="539"/>
                  </a:lnTo>
                  <a:lnTo>
                    <a:pt x="737" y="560"/>
                  </a:lnTo>
                  <a:lnTo>
                    <a:pt x="757" y="51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6913458" y="2989532"/>
              <a:ext cx="671" cy="724"/>
            </a:xfrm>
            <a:custGeom>
              <a:avLst/>
              <a:pathLst>
                <a:path w="671" h="724">
                  <a:moveTo>
                    <a:pt x="662" y="240"/>
                  </a:moveTo>
                  <a:lnTo>
                    <a:pt x="651" y="179"/>
                  </a:lnTo>
                  <a:lnTo>
                    <a:pt x="596" y="76"/>
                  </a:lnTo>
                  <a:lnTo>
                    <a:pt x="525" y="27"/>
                  </a:lnTo>
                  <a:lnTo>
                    <a:pt x="430" y="0"/>
                  </a:lnTo>
                  <a:lnTo>
                    <a:pt x="302" y="4"/>
                  </a:lnTo>
                  <a:lnTo>
                    <a:pt x="182" y="77"/>
                  </a:lnTo>
                  <a:lnTo>
                    <a:pt x="93" y="138"/>
                  </a:lnTo>
                  <a:lnTo>
                    <a:pt x="27" y="229"/>
                  </a:lnTo>
                  <a:lnTo>
                    <a:pt x="2" y="297"/>
                  </a:lnTo>
                  <a:lnTo>
                    <a:pt x="0" y="443"/>
                  </a:lnTo>
                  <a:lnTo>
                    <a:pt x="19" y="542"/>
                  </a:lnTo>
                  <a:lnTo>
                    <a:pt x="57" y="595"/>
                  </a:lnTo>
                  <a:lnTo>
                    <a:pt x="143" y="661"/>
                  </a:lnTo>
                  <a:lnTo>
                    <a:pt x="216" y="711"/>
                  </a:lnTo>
                  <a:lnTo>
                    <a:pt x="307" y="724"/>
                  </a:lnTo>
                  <a:lnTo>
                    <a:pt x="400" y="714"/>
                  </a:lnTo>
                  <a:lnTo>
                    <a:pt x="498" y="679"/>
                  </a:lnTo>
                  <a:lnTo>
                    <a:pt x="564" y="636"/>
                  </a:lnTo>
                  <a:lnTo>
                    <a:pt x="620" y="573"/>
                  </a:lnTo>
                  <a:lnTo>
                    <a:pt x="650" y="493"/>
                  </a:lnTo>
                  <a:lnTo>
                    <a:pt x="669" y="389"/>
                  </a:lnTo>
                  <a:lnTo>
                    <a:pt x="671" y="32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6903872" y="2995021"/>
              <a:ext cx="40707" cy="14739"/>
            </a:xfrm>
            <a:custGeom>
              <a:avLst/>
              <a:pathLst>
                <a:path w="40707" h="14739">
                  <a:moveTo>
                    <a:pt x="0" y="14739"/>
                  </a:moveTo>
                  <a:lnTo>
                    <a:pt x="2438" y="14146"/>
                  </a:lnTo>
                  <a:lnTo>
                    <a:pt x="4963" y="13454"/>
                  </a:lnTo>
                  <a:lnTo>
                    <a:pt x="7433" y="12736"/>
                  </a:lnTo>
                  <a:lnTo>
                    <a:pt x="10188" y="11971"/>
                  </a:lnTo>
                  <a:lnTo>
                    <a:pt x="12017" y="11477"/>
                  </a:lnTo>
                  <a:lnTo>
                    <a:pt x="14107" y="10884"/>
                  </a:lnTo>
                  <a:lnTo>
                    <a:pt x="16981" y="10291"/>
                  </a:lnTo>
                  <a:lnTo>
                    <a:pt x="19419" y="9599"/>
                  </a:lnTo>
                  <a:lnTo>
                    <a:pt x="21858" y="8709"/>
                  </a:lnTo>
                  <a:lnTo>
                    <a:pt x="24296" y="7918"/>
                  </a:lnTo>
                  <a:lnTo>
                    <a:pt x="26909" y="7028"/>
                  </a:lnTo>
                  <a:lnTo>
                    <a:pt x="28990" y="6148"/>
                  </a:lnTo>
                  <a:lnTo>
                    <a:pt x="30566" y="5446"/>
                  </a:lnTo>
                  <a:lnTo>
                    <a:pt x="32308" y="4656"/>
                  </a:lnTo>
                  <a:lnTo>
                    <a:pt x="34224" y="3667"/>
                  </a:lnTo>
                  <a:lnTo>
                    <a:pt x="35791" y="2777"/>
                  </a:lnTo>
                  <a:lnTo>
                    <a:pt x="37561" y="1822"/>
                  </a:lnTo>
                  <a:lnTo>
                    <a:pt x="39465" y="787"/>
                  </a:lnTo>
                  <a:lnTo>
                    <a:pt x="4070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tx2084"/>
            <p:cNvSpPr/>
            <p:nvPr/>
          </p:nvSpPr>
          <p:spPr>
            <a:xfrm>
              <a:off x="8033393" y="1241812"/>
              <a:ext cx="44467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Province</a:t>
              </a:r>
            </a:p>
          </p:txBody>
        </p:sp>
        <p:sp>
          <p:nvSpPr>
            <p:cNvPr id="2085" name="tx2085"/>
            <p:cNvSpPr/>
            <p:nvPr/>
          </p:nvSpPr>
          <p:spPr>
            <a:xfrm>
              <a:off x="8033393" y="1365256"/>
              <a:ext cx="45729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multiplier</a:t>
              </a:r>
            </a:p>
          </p:txBody>
        </p:sp>
        <p:pic>
          <p:nvPicPr>
            <p:cNvPr id="2086" name="pic208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033393" y="1516010"/>
              <a:ext cx="101220" cy="1097280"/>
            </a:xfrm>
            <a:prstGeom prst="rect">
              <a:avLst/>
            </a:prstGeom>
          </p:spPr>
        </p:pic>
        <p:sp>
          <p:nvSpPr>
            <p:cNvPr id="2087" name="pl2087"/>
            <p:cNvSpPr/>
            <p:nvPr/>
          </p:nvSpPr>
          <p:spPr>
            <a:xfrm>
              <a:off x="8090723" y="256013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8090723" y="226650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8090723" y="185266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8090723" y="155904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8033393" y="256013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8033393" y="226650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8033393" y="185266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8033393" y="155904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tx2095"/>
            <p:cNvSpPr/>
            <p:nvPr/>
          </p:nvSpPr>
          <p:spPr>
            <a:xfrm>
              <a:off x="8191550" y="2527442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096" name="tx2096"/>
            <p:cNvSpPr/>
            <p:nvPr/>
          </p:nvSpPr>
          <p:spPr>
            <a:xfrm>
              <a:off x="8191550" y="2233819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097" name="tx2097"/>
            <p:cNvSpPr/>
            <p:nvPr/>
          </p:nvSpPr>
          <p:spPr>
            <a:xfrm>
              <a:off x="8191550" y="1819979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1.50</a:t>
              </a:r>
            </a:p>
          </p:txBody>
        </p:sp>
        <p:sp>
          <p:nvSpPr>
            <p:cNvPr id="2098" name="tx2098"/>
            <p:cNvSpPr/>
            <p:nvPr/>
          </p:nvSpPr>
          <p:spPr>
            <a:xfrm>
              <a:off x="8191550" y="1526356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2.00</a:t>
              </a:r>
            </a:p>
          </p:txBody>
        </p:sp>
        <p:sp>
          <p:nvSpPr>
            <p:cNvPr id="2099" name="tx2099"/>
            <p:cNvSpPr/>
            <p:nvPr/>
          </p:nvSpPr>
          <p:spPr>
            <a:xfrm>
              <a:off x="5447239" y="509330"/>
              <a:ext cx="244574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Province random intercepts. Base map GS(2019)1822</a:t>
              </a:r>
            </a:p>
          </p:txBody>
        </p:sp>
        <p:sp>
          <p:nvSpPr>
            <p:cNvPr id="2100" name="tx2100"/>
            <p:cNvSpPr/>
            <p:nvPr/>
          </p:nvSpPr>
          <p:spPr>
            <a:xfrm>
              <a:off x="5447239" y="328384"/>
              <a:ext cx="26612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Regional baselines, net of effort and climate</a:t>
              </a:r>
            </a:p>
          </p:txBody>
        </p:sp>
        <p:sp>
          <p:nvSpPr>
            <p:cNvPr id="2101" name="tx2101"/>
            <p:cNvSpPr/>
            <p:nvPr/>
          </p:nvSpPr>
          <p:spPr>
            <a:xfrm>
              <a:off x="5447239" y="3526116"/>
              <a:ext cx="1378092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595959">
                      <a:alpha val="100000"/>
                    </a:srgbClr>
                  </a:solidFill>
                  <a:latin typeface="Arial"/>
                  <a:cs typeface="Arial"/>
                </a:rPr>
                <a:t>Grey: outside the analysis scope</a:t>
              </a:r>
            </a:p>
          </p:txBody>
        </p:sp>
        <p:sp>
          <p:nvSpPr>
            <p:cNvPr id="2102" name="tx2102"/>
            <p:cNvSpPr/>
            <p:nvPr/>
          </p:nvSpPr>
          <p:spPr>
            <a:xfrm>
              <a:off x="5447239" y="3628986"/>
              <a:ext cx="2415479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595959">
                      <a:alpha val="100000"/>
                    </a:srgbClr>
                  </a:solidFill>
                  <a:latin typeface="Arial"/>
                  <a:cs typeface="Arial"/>
                </a:rPr>
                <a:t>(Taiwan, Hong Kong and Macao have no effort coverage)</a:t>
              </a:r>
            </a:p>
          </p:txBody>
        </p:sp>
        <p:sp>
          <p:nvSpPr>
            <p:cNvPr id="2103" name="tx2103"/>
            <p:cNvSpPr/>
            <p:nvPr/>
          </p:nvSpPr>
          <p:spPr>
            <a:xfrm>
              <a:off x="5214485" y="324627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104" name="rc2104"/>
            <p:cNvSpPr/>
            <p:nvPr/>
          </p:nvSpPr>
          <p:spPr>
            <a:xfrm>
              <a:off x="252469" y="3793141"/>
              <a:ext cx="4530311" cy="36353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rc2105"/>
            <p:cNvSpPr/>
            <p:nvPr/>
          </p:nvSpPr>
          <p:spPr>
            <a:xfrm>
              <a:off x="4782781" y="3793141"/>
              <a:ext cx="3834429" cy="36353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rc2106"/>
            <p:cNvSpPr/>
            <p:nvPr/>
          </p:nvSpPr>
          <p:spPr>
            <a:xfrm>
              <a:off x="1190785" y="4347626"/>
              <a:ext cx="2729866" cy="28538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1190785" y="7146574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1190785" y="7055105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1190785" y="6963636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1190785" y="6872167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1190785" y="6780699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1190785" y="6689230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1190785" y="6597761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1190785" y="6506292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1190785" y="6414823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1190785" y="6323354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1190785" y="6231885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1190785" y="6140416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1190785" y="6048947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1190785" y="5957479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1190785" y="5866010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1190785" y="5774541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1190785" y="5683072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1190785" y="5591603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1190785" y="5500134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1190785" y="5408665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1190785" y="5317196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1190785" y="5225728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1190785" y="5134259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1190785" y="5042790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1190785" y="4951321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1190785" y="4859852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1190785" y="4768383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1190785" y="4676914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1190785" y="4585445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1190785" y="4493976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1190785" y="4402508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rc2138"/>
            <p:cNvSpPr/>
            <p:nvPr/>
          </p:nvSpPr>
          <p:spPr>
            <a:xfrm>
              <a:off x="1190785" y="5088524"/>
              <a:ext cx="118689" cy="91468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39" name="rc2139"/>
            <p:cNvSpPr/>
            <p:nvPr/>
          </p:nvSpPr>
          <p:spPr>
            <a:xfrm>
              <a:off x="1190785" y="6186151"/>
              <a:ext cx="118689" cy="91468"/>
            </a:xfrm>
            <a:prstGeom prst="rect">
              <a:avLst/>
            </a:prstGeom>
            <a:solidFill>
              <a:srgbClr val="E1F3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0" name="rc2140"/>
            <p:cNvSpPr/>
            <p:nvPr/>
          </p:nvSpPr>
          <p:spPr>
            <a:xfrm>
              <a:off x="1190785" y="6460557"/>
              <a:ext cx="118689" cy="91468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1" name="rc2141"/>
            <p:cNvSpPr/>
            <p:nvPr/>
          </p:nvSpPr>
          <p:spPr>
            <a:xfrm>
              <a:off x="1190785" y="7100840"/>
              <a:ext cx="118689" cy="91468"/>
            </a:xfrm>
            <a:prstGeom prst="rect">
              <a:avLst/>
            </a:prstGeom>
            <a:solidFill>
              <a:srgbClr val="99C4D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2" name="rc2142"/>
            <p:cNvSpPr/>
            <p:nvPr/>
          </p:nvSpPr>
          <p:spPr>
            <a:xfrm>
              <a:off x="1190785" y="4722649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3" name="rc2143"/>
            <p:cNvSpPr/>
            <p:nvPr/>
          </p:nvSpPr>
          <p:spPr>
            <a:xfrm>
              <a:off x="1190785" y="6826433"/>
              <a:ext cx="118689" cy="91468"/>
            </a:xfrm>
            <a:prstGeom prst="rect">
              <a:avLst/>
            </a:prstGeom>
            <a:solidFill>
              <a:srgbClr val="90BE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4" name="rc2144"/>
            <p:cNvSpPr/>
            <p:nvPr/>
          </p:nvSpPr>
          <p:spPr>
            <a:xfrm>
              <a:off x="1190785" y="5179993"/>
              <a:ext cx="118689" cy="91468"/>
            </a:xfrm>
            <a:prstGeom prst="rect">
              <a:avLst/>
            </a:prstGeom>
            <a:solidFill>
              <a:srgbClr val="D9EE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5" name="rc2145"/>
            <p:cNvSpPr/>
            <p:nvPr/>
          </p:nvSpPr>
          <p:spPr>
            <a:xfrm>
              <a:off x="1190785" y="4448242"/>
              <a:ext cx="118689" cy="91468"/>
            </a:xfrm>
            <a:prstGeom prst="rect">
              <a:avLst/>
            </a:prstGeom>
            <a:solidFill>
              <a:srgbClr val="85B2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6" name="rc2146"/>
            <p:cNvSpPr/>
            <p:nvPr/>
          </p:nvSpPr>
          <p:spPr>
            <a:xfrm>
              <a:off x="1190785" y="5362931"/>
              <a:ext cx="118689" cy="91468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7" name="rc2147"/>
            <p:cNvSpPr/>
            <p:nvPr/>
          </p:nvSpPr>
          <p:spPr>
            <a:xfrm>
              <a:off x="1190785" y="6917902"/>
              <a:ext cx="118689" cy="91468"/>
            </a:xfrm>
            <a:prstGeom prst="rect">
              <a:avLst/>
            </a:prstGeom>
            <a:solidFill>
              <a:srgbClr val="8CBA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8" name="rc2148"/>
            <p:cNvSpPr/>
            <p:nvPr/>
          </p:nvSpPr>
          <p:spPr>
            <a:xfrm>
              <a:off x="1190785" y="4539711"/>
              <a:ext cx="118689" cy="91468"/>
            </a:xfrm>
            <a:prstGeom prst="rect">
              <a:avLst/>
            </a:prstGeom>
            <a:solidFill>
              <a:srgbClr val="F9FC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9" name="rc2149"/>
            <p:cNvSpPr/>
            <p:nvPr/>
          </p:nvSpPr>
          <p:spPr>
            <a:xfrm>
              <a:off x="1190785" y="5728806"/>
              <a:ext cx="118689" cy="91468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0" name="rc2150"/>
            <p:cNvSpPr/>
            <p:nvPr/>
          </p:nvSpPr>
          <p:spPr>
            <a:xfrm>
              <a:off x="1190785" y="6094682"/>
              <a:ext cx="118689" cy="91468"/>
            </a:xfrm>
            <a:prstGeom prst="rect">
              <a:avLst/>
            </a:prstGeom>
            <a:solidFill>
              <a:srgbClr val="7EAA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1" name="rc2151"/>
            <p:cNvSpPr/>
            <p:nvPr/>
          </p:nvSpPr>
          <p:spPr>
            <a:xfrm>
              <a:off x="1190785" y="4356773"/>
              <a:ext cx="118689" cy="91468"/>
            </a:xfrm>
            <a:prstGeom prst="rect">
              <a:avLst/>
            </a:prstGeom>
            <a:solidFill>
              <a:srgbClr val="608DC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2" name="rc2152"/>
            <p:cNvSpPr/>
            <p:nvPr/>
          </p:nvSpPr>
          <p:spPr>
            <a:xfrm>
              <a:off x="1190785" y="5820275"/>
              <a:ext cx="118689" cy="91468"/>
            </a:xfrm>
            <a:prstGeom prst="rect">
              <a:avLst/>
            </a:prstGeom>
            <a:solidFill>
              <a:srgbClr val="7A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3" name="rc2153"/>
            <p:cNvSpPr/>
            <p:nvPr/>
          </p:nvSpPr>
          <p:spPr>
            <a:xfrm>
              <a:off x="1190785" y="5545869"/>
              <a:ext cx="118689" cy="91468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4" name="rc2154"/>
            <p:cNvSpPr/>
            <p:nvPr/>
          </p:nvSpPr>
          <p:spPr>
            <a:xfrm>
              <a:off x="1190785" y="5271462"/>
              <a:ext cx="118689" cy="91468"/>
            </a:xfrm>
            <a:prstGeom prst="rect">
              <a:avLst/>
            </a:prstGeom>
            <a:solidFill>
              <a:srgbClr val="87B4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5" name="rc2155"/>
            <p:cNvSpPr/>
            <p:nvPr/>
          </p:nvSpPr>
          <p:spPr>
            <a:xfrm>
              <a:off x="1190785" y="5637337"/>
              <a:ext cx="118689" cy="91468"/>
            </a:xfrm>
            <a:prstGeom prst="rect">
              <a:avLst/>
            </a:prstGeom>
            <a:solidFill>
              <a:srgbClr val="D5EC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6" name="rc2156"/>
            <p:cNvSpPr/>
            <p:nvPr/>
          </p:nvSpPr>
          <p:spPr>
            <a:xfrm>
              <a:off x="1190785" y="4997055"/>
              <a:ext cx="118689" cy="91468"/>
            </a:xfrm>
            <a:prstGeom prst="rect">
              <a:avLst/>
            </a:prstGeom>
            <a:solidFill>
              <a:srgbClr val="E6F5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7" name="rc2157"/>
            <p:cNvSpPr/>
            <p:nvPr/>
          </p:nvSpPr>
          <p:spPr>
            <a:xfrm>
              <a:off x="1190785" y="5454400"/>
              <a:ext cx="118689" cy="91468"/>
            </a:xfrm>
            <a:prstGeom prst="rect">
              <a:avLst/>
            </a:prstGeom>
            <a:solidFill>
              <a:srgbClr val="7DA9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8" name="rc2158"/>
            <p:cNvSpPr/>
            <p:nvPr/>
          </p:nvSpPr>
          <p:spPr>
            <a:xfrm>
              <a:off x="1190785" y="4905586"/>
              <a:ext cx="118689" cy="91468"/>
            </a:xfrm>
            <a:prstGeom prst="rect">
              <a:avLst/>
            </a:prstGeom>
            <a:solidFill>
              <a:srgbClr val="B3D4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9" name="rc2159"/>
            <p:cNvSpPr/>
            <p:nvPr/>
          </p:nvSpPr>
          <p:spPr>
            <a:xfrm>
              <a:off x="1190785" y="6277620"/>
              <a:ext cx="118689" cy="91468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0" name="rc2160"/>
            <p:cNvSpPr/>
            <p:nvPr/>
          </p:nvSpPr>
          <p:spPr>
            <a:xfrm>
              <a:off x="1190785" y="7009371"/>
              <a:ext cx="118689" cy="91468"/>
            </a:xfrm>
            <a:prstGeom prst="rect">
              <a:avLst/>
            </a:prstGeom>
            <a:solidFill>
              <a:srgbClr val="97C3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1" name="rc2161"/>
            <p:cNvSpPr/>
            <p:nvPr/>
          </p:nvSpPr>
          <p:spPr>
            <a:xfrm>
              <a:off x="1190785" y="6643495"/>
              <a:ext cx="118689" cy="91468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2" name="rc2162"/>
            <p:cNvSpPr/>
            <p:nvPr/>
          </p:nvSpPr>
          <p:spPr>
            <a:xfrm>
              <a:off x="1190785" y="6003213"/>
              <a:ext cx="118689" cy="91468"/>
            </a:xfrm>
            <a:prstGeom prst="rect">
              <a:avLst/>
            </a:prstGeom>
            <a:solidFill>
              <a:srgbClr val="E9F6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3" name="rc2163"/>
            <p:cNvSpPr/>
            <p:nvPr/>
          </p:nvSpPr>
          <p:spPr>
            <a:xfrm>
              <a:off x="1190785" y="4814118"/>
              <a:ext cx="118689" cy="91468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4" name="rc2164"/>
            <p:cNvSpPr/>
            <p:nvPr/>
          </p:nvSpPr>
          <p:spPr>
            <a:xfrm>
              <a:off x="1190785" y="6734964"/>
              <a:ext cx="118689" cy="91468"/>
            </a:xfrm>
            <a:prstGeom prst="rect">
              <a:avLst/>
            </a:prstGeom>
            <a:solidFill>
              <a:srgbClr val="8EBB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5" name="rc2165"/>
            <p:cNvSpPr/>
            <p:nvPr/>
          </p:nvSpPr>
          <p:spPr>
            <a:xfrm>
              <a:off x="1190785" y="6552026"/>
              <a:ext cx="118689" cy="91468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6" name="rc2166"/>
            <p:cNvSpPr/>
            <p:nvPr/>
          </p:nvSpPr>
          <p:spPr>
            <a:xfrm>
              <a:off x="1190785" y="6369089"/>
              <a:ext cx="118689" cy="91468"/>
            </a:xfrm>
            <a:prstGeom prst="rect">
              <a:avLst/>
            </a:prstGeom>
            <a:solidFill>
              <a:srgbClr val="DAEF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7" name="rc2167"/>
            <p:cNvSpPr/>
            <p:nvPr/>
          </p:nvSpPr>
          <p:spPr>
            <a:xfrm>
              <a:off x="1309475" y="6186151"/>
              <a:ext cx="118689" cy="91468"/>
            </a:xfrm>
            <a:prstGeom prst="rect">
              <a:avLst/>
            </a:prstGeom>
            <a:solidFill>
              <a:srgbClr val="90BE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8" name="rc2168"/>
            <p:cNvSpPr/>
            <p:nvPr/>
          </p:nvSpPr>
          <p:spPr>
            <a:xfrm>
              <a:off x="1309475" y="6460557"/>
              <a:ext cx="118689" cy="91468"/>
            </a:xfrm>
            <a:prstGeom prst="rect">
              <a:avLst/>
            </a:prstGeom>
            <a:solidFill>
              <a:srgbClr val="8FBC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9" name="rc2169"/>
            <p:cNvSpPr/>
            <p:nvPr/>
          </p:nvSpPr>
          <p:spPr>
            <a:xfrm>
              <a:off x="1309475" y="7100840"/>
              <a:ext cx="118689" cy="91468"/>
            </a:xfrm>
            <a:prstGeom prst="rect">
              <a:avLst/>
            </a:prstGeom>
            <a:solidFill>
              <a:srgbClr val="8FBD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0" name="rc2170"/>
            <p:cNvSpPr/>
            <p:nvPr/>
          </p:nvSpPr>
          <p:spPr>
            <a:xfrm>
              <a:off x="1309475" y="6826433"/>
              <a:ext cx="118689" cy="91468"/>
            </a:xfrm>
            <a:prstGeom prst="rect">
              <a:avLst/>
            </a:prstGeom>
            <a:solidFill>
              <a:srgbClr val="92C0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1" name="rc2171"/>
            <p:cNvSpPr/>
            <p:nvPr/>
          </p:nvSpPr>
          <p:spPr>
            <a:xfrm>
              <a:off x="1309475" y="5179993"/>
              <a:ext cx="118689" cy="91468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2" name="rc2172"/>
            <p:cNvSpPr/>
            <p:nvPr/>
          </p:nvSpPr>
          <p:spPr>
            <a:xfrm>
              <a:off x="1309475" y="5362931"/>
              <a:ext cx="118689" cy="91468"/>
            </a:xfrm>
            <a:prstGeom prst="rect">
              <a:avLst/>
            </a:prstGeom>
            <a:solidFill>
              <a:srgbClr val="8BB8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3" name="rc2173"/>
            <p:cNvSpPr/>
            <p:nvPr/>
          </p:nvSpPr>
          <p:spPr>
            <a:xfrm>
              <a:off x="1309475" y="6917902"/>
              <a:ext cx="118689" cy="91468"/>
            </a:xfrm>
            <a:prstGeom prst="rect">
              <a:avLst/>
            </a:prstGeom>
            <a:solidFill>
              <a:srgbClr val="94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4" name="rc2174"/>
            <p:cNvSpPr/>
            <p:nvPr/>
          </p:nvSpPr>
          <p:spPr>
            <a:xfrm>
              <a:off x="1309475" y="5728806"/>
              <a:ext cx="118689" cy="91468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5" name="rc2175"/>
            <p:cNvSpPr/>
            <p:nvPr/>
          </p:nvSpPr>
          <p:spPr>
            <a:xfrm>
              <a:off x="1309475" y="6094682"/>
              <a:ext cx="118689" cy="91468"/>
            </a:xfrm>
            <a:prstGeom prst="rect">
              <a:avLst/>
            </a:prstGeom>
            <a:solidFill>
              <a:srgbClr val="E1F3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6" name="rc2176"/>
            <p:cNvSpPr/>
            <p:nvPr/>
          </p:nvSpPr>
          <p:spPr>
            <a:xfrm>
              <a:off x="1309475" y="4356773"/>
              <a:ext cx="118689" cy="91468"/>
            </a:xfrm>
            <a:prstGeom prst="rect">
              <a:avLst/>
            </a:prstGeom>
            <a:solidFill>
              <a:srgbClr val="6B97C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7" name="rc2177"/>
            <p:cNvSpPr/>
            <p:nvPr/>
          </p:nvSpPr>
          <p:spPr>
            <a:xfrm>
              <a:off x="1309475" y="4631180"/>
              <a:ext cx="118689" cy="91468"/>
            </a:xfrm>
            <a:prstGeom prst="rect">
              <a:avLst/>
            </a:prstGeom>
            <a:solidFill>
              <a:srgbClr val="739F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8" name="rc2178"/>
            <p:cNvSpPr/>
            <p:nvPr/>
          </p:nvSpPr>
          <p:spPr>
            <a:xfrm>
              <a:off x="1309475" y="5820275"/>
              <a:ext cx="118689" cy="91468"/>
            </a:xfrm>
            <a:prstGeom prst="rect">
              <a:avLst/>
            </a:prstGeom>
            <a:solidFill>
              <a:srgbClr val="80AD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9" name="rc2179"/>
            <p:cNvSpPr/>
            <p:nvPr/>
          </p:nvSpPr>
          <p:spPr>
            <a:xfrm>
              <a:off x="1309475" y="5545869"/>
              <a:ext cx="118689" cy="91468"/>
            </a:xfrm>
            <a:prstGeom prst="rect">
              <a:avLst/>
            </a:prstGeom>
            <a:solidFill>
              <a:srgbClr val="FFFBB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0" name="rc2180"/>
            <p:cNvSpPr/>
            <p:nvPr/>
          </p:nvSpPr>
          <p:spPr>
            <a:xfrm>
              <a:off x="1309475" y="5271462"/>
              <a:ext cx="118689" cy="91468"/>
            </a:xfrm>
            <a:prstGeom prst="rect">
              <a:avLst/>
            </a:prstGeom>
            <a:solidFill>
              <a:srgbClr val="83B0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1" name="rc2181"/>
            <p:cNvSpPr/>
            <p:nvPr/>
          </p:nvSpPr>
          <p:spPr>
            <a:xfrm>
              <a:off x="1309475" y="5454400"/>
              <a:ext cx="118689" cy="91468"/>
            </a:xfrm>
            <a:prstGeom prst="rect">
              <a:avLst/>
            </a:prstGeom>
            <a:solidFill>
              <a:srgbClr val="96C2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2" name="rc2182"/>
            <p:cNvSpPr/>
            <p:nvPr/>
          </p:nvSpPr>
          <p:spPr>
            <a:xfrm>
              <a:off x="1309475" y="4905586"/>
              <a:ext cx="118689" cy="91468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3" name="rc2183"/>
            <p:cNvSpPr/>
            <p:nvPr/>
          </p:nvSpPr>
          <p:spPr>
            <a:xfrm>
              <a:off x="1309475" y="5911744"/>
              <a:ext cx="118689" cy="91468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4" name="rc2184"/>
            <p:cNvSpPr/>
            <p:nvPr/>
          </p:nvSpPr>
          <p:spPr>
            <a:xfrm>
              <a:off x="1309475" y="6277620"/>
              <a:ext cx="118689" cy="91468"/>
            </a:xfrm>
            <a:prstGeom prst="rect">
              <a:avLst/>
            </a:prstGeom>
            <a:solidFill>
              <a:srgbClr val="87B4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5" name="rc2185"/>
            <p:cNvSpPr/>
            <p:nvPr/>
          </p:nvSpPr>
          <p:spPr>
            <a:xfrm>
              <a:off x="1309475" y="6643495"/>
              <a:ext cx="118689" cy="91468"/>
            </a:xfrm>
            <a:prstGeom prst="rect">
              <a:avLst/>
            </a:prstGeom>
            <a:solidFill>
              <a:srgbClr val="8AB7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6" name="rc2186"/>
            <p:cNvSpPr/>
            <p:nvPr/>
          </p:nvSpPr>
          <p:spPr>
            <a:xfrm>
              <a:off x="1309475" y="6003213"/>
              <a:ext cx="118689" cy="91468"/>
            </a:xfrm>
            <a:prstGeom prst="rect">
              <a:avLst/>
            </a:prstGeom>
            <a:solidFill>
              <a:srgbClr val="93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7" name="rc2187"/>
            <p:cNvSpPr/>
            <p:nvPr/>
          </p:nvSpPr>
          <p:spPr>
            <a:xfrm>
              <a:off x="1309475" y="4814118"/>
              <a:ext cx="118689" cy="91468"/>
            </a:xfrm>
            <a:prstGeom prst="rect">
              <a:avLst/>
            </a:prstGeom>
            <a:solidFill>
              <a:srgbClr val="DFF2F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8" name="rc2188"/>
            <p:cNvSpPr/>
            <p:nvPr/>
          </p:nvSpPr>
          <p:spPr>
            <a:xfrm>
              <a:off x="1309475" y="6734964"/>
              <a:ext cx="118689" cy="91468"/>
            </a:xfrm>
            <a:prstGeom prst="rect">
              <a:avLst/>
            </a:prstGeom>
            <a:solidFill>
              <a:srgbClr val="8EBC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9" name="rc2189"/>
            <p:cNvSpPr/>
            <p:nvPr/>
          </p:nvSpPr>
          <p:spPr>
            <a:xfrm>
              <a:off x="1309475" y="6552026"/>
              <a:ext cx="118689" cy="91468"/>
            </a:xfrm>
            <a:prstGeom prst="rect">
              <a:avLst/>
            </a:prstGeom>
            <a:solidFill>
              <a:srgbClr val="CDE6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0" name="rc2190"/>
            <p:cNvSpPr/>
            <p:nvPr/>
          </p:nvSpPr>
          <p:spPr>
            <a:xfrm>
              <a:off x="1309475" y="6369089"/>
              <a:ext cx="118689" cy="91468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1" name="rc2191"/>
            <p:cNvSpPr/>
            <p:nvPr/>
          </p:nvSpPr>
          <p:spPr>
            <a:xfrm>
              <a:off x="1428164" y="5088524"/>
              <a:ext cx="118689" cy="91468"/>
            </a:xfrm>
            <a:prstGeom prst="rect">
              <a:avLst/>
            </a:prstGeom>
            <a:solidFill>
              <a:srgbClr val="7A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2" name="rc2192"/>
            <p:cNvSpPr/>
            <p:nvPr/>
          </p:nvSpPr>
          <p:spPr>
            <a:xfrm>
              <a:off x="1428164" y="6186151"/>
              <a:ext cx="118689" cy="91468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3" name="rc2193"/>
            <p:cNvSpPr/>
            <p:nvPr/>
          </p:nvSpPr>
          <p:spPr>
            <a:xfrm>
              <a:off x="1428164" y="6460557"/>
              <a:ext cx="118689" cy="91468"/>
            </a:xfrm>
            <a:prstGeom prst="rect">
              <a:avLst/>
            </a:prstGeom>
            <a:solidFill>
              <a:srgbClr val="92C0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4" name="rc2194"/>
            <p:cNvSpPr/>
            <p:nvPr/>
          </p:nvSpPr>
          <p:spPr>
            <a:xfrm>
              <a:off x="1428164" y="7100840"/>
              <a:ext cx="118689" cy="91468"/>
            </a:xfrm>
            <a:prstGeom prst="rect">
              <a:avLst/>
            </a:prstGeom>
            <a:solidFill>
              <a:srgbClr val="E8F6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5" name="rc2195"/>
            <p:cNvSpPr/>
            <p:nvPr/>
          </p:nvSpPr>
          <p:spPr>
            <a:xfrm>
              <a:off x="1428164" y="4722649"/>
              <a:ext cx="118689" cy="91468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6" name="rc2196"/>
            <p:cNvSpPr/>
            <p:nvPr/>
          </p:nvSpPr>
          <p:spPr>
            <a:xfrm>
              <a:off x="1428164" y="6826433"/>
              <a:ext cx="118689" cy="91468"/>
            </a:xfrm>
            <a:prstGeom prst="rect">
              <a:avLst/>
            </a:prstGeom>
            <a:solidFill>
              <a:srgbClr val="98C4D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7" name="rc2197"/>
            <p:cNvSpPr/>
            <p:nvPr/>
          </p:nvSpPr>
          <p:spPr>
            <a:xfrm>
              <a:off x="1428164" y="5179993"/>
              <a:ext cx="118689" cy="91468"/>
            </a:xfrm>
            <a:prstGeom prst="rect">
              <a:avLst/>
            </a:prstGeom>
            <a:solidFill>
              <a:srgbClr val="FFE79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8" name="rc2198"/>
            <p:cNvSpPr/>
            <p:nvPr/>
          </p:nvSpPr>
          <p:spPr>
            <a:xfrm>
              <a:off x="1428164" y="4448242"/>
              <a:ext cx="118689" cy="91468"/>
            </a:xfrm>
            <a:prstGeom prst="rect">
              <a:avLst/>
            </a:prstGeom>
            <a:solidFill>
              <a:srgbClr val="7CA8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9" name="rc2199"/>
            <p:cNvSpPr/>
            <p:nvPr/>
          </p:nvSpPr>
          <p:spPr>
            <a:xfrm>
              <a:off x="1428164" y="5362931"/>
              <a:ext cx="118689" cy="91468"/>
            </a:xfrm>
            <a:prstGeom prst="rect">
              <a:avLst/>
            </a:prstGeom>
            <a:solidFill>
              <a:srgbClr val="E1F3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0" name="rc2200"/>
            <p:cNvSpPr/>
            <p:nvPr/>
          </p:nvSpPr>
          <p:spPr>
            <a:xfrm>
              <a:off x="1428164" y="6917902"/>
              <a:ext cx="118689" cy="91468"/>
            </a:xfrm>
            <a:prstGeom prst="rect">
              <a:avLst/>
            </a:prstGeom>
            <a:solidFill>
              <a:srgbClr val="E7F5E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1" name="rc2201"/>
            <p:cNvSpPr/>
            <p:nvPr/>
          </p:nvSpPr>
          <p:spPr>
            <a:xfrm>
              <a:off x="1428164" y="4539711"/>
              <a:ext cx="118689" cy="91468"/>
            </a:xfrm>
            <a:prstGeom prst="rect">
              <a:avLst/>
            </a:prstGeom>
            <a:solidFill>
              <a:srgbClr val="81AE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2" name="rc2202"/>
            <p:cNvSpPr/>
            <p:nvPr/>
          </p:nvSpPr>
          <p:spPr>
            <a:xfrm>
              <a:off x="1428164" y="5728806"/>
              <a:ext cx="118689" cy="91468"/>
            </a:xfrm>
            <a:prstGeom prst="rect">
              <a:avLst/>
            </a:prstGeom>
            <a:solidFill>
              <a:srgbClr val="7EA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3" name="rc2203"/>
            <p:cNvSpPr/>
            <p:nvPr/>
          </p:nvSpPr>
          <p:spPr>
            <a:xfrm>
              <a:off x="1428164" y="4356773"/>
              <a:ext cx="118689" cy="91468"/>
            </a:xfrm>
            <a:prstGeom prst="rect">
              <a:avLst/>
            </a:prstGeom>
            <a:solidFill>
              <a:srgbClr val="6995C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4" name="rc2204"/>
            <p:cNvSpPr/>
            <p:nvPr/>
          </p:nvSpPr>
          <p:spPr>
            <a:xfrm>
              <a:off x="1428164" y="4631180"/>
              <a:ext cx="118689" cy="91468"/>
            </a:xfrm>
            <a:prstGeom prst="rect">
              <a:avLst/>
            </a:prstGeom>
            <a:solidFill>
              <a:srgbClr val="C0DD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5" name="rc2205"/>
            <p:cNvSpPr/>
            <p:nvPr/>
          </p:nvSpPr>
          <p:spPr>
            <a:xfrm>
              <a:off x="1428164" y="5820275"/>
              <a:ext cx="118689" cy="91468"/>
            </a:xfrm>
            <a:prstGeom prst="rect">
              <a:avLst/>
            </a:prstGeom>
            <a:solidFill>
              <a:srgbClr val="7A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6" name="rc2206"/>
            <p:cNvSpPr/>
            <p:nvPr/>
          </p:nvSpPr>
          <p:spPr>
            <a:xfrm>
              <a:off x="1428164" y="5545869"/>
              <a:ext cx="118689" cy="91468"/>
            </a:xfrm>
            <a:prstGeom prst="rect">
              <a:avLst/>
            </a:prstGeom>
            <a:solidFill>
              <a:srgbClr val="FEE39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7" name="rc2207"/>
            <p:cNvSpPr/>
            <p:nvPr/>
          </p:nvSpPr>
          <p:spPr>
            <a:xfrm>
              <a:off x="1428164" y="5271462"/>
              <a:ext cx="118689" cy="91468"/>
            </a:xfrm>
            <a:prstGeom prst="rect">
              <a:avLst/>
            </a:prstGeom>
            <a:solidFill>
              <a:srgbClr val="83B0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8" name="rc2208"/>
            <p:cNvSpPr/>
            <p:nvPr/>
          </p:nvSpPr>
          <p:spPr>
            <a:xfrm>
              <a:off x="1428164" y="5637337"/>
              <a:ext cx="118689" cy="91468"/>
            </a:xfrm>
            <a:prstGeom prst="rect">
              <a:avLst/>
            </a:prstGeom>
            <a:solidFill>
              <a:srgbClr val="F8FC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9" name="rc2209"/>
            <p:cNvSpPr/>
            <p:nvPr/>
          </p:nvSpPr>
          <p:spPr>
            <a:xfrm>
              <a:off x="1428164" y="5454400"/>
              <a:ext cx="118689" cy="91468"/>
            </a:xfrm>
            <a:prstGeom prst="rect">
              <a:avLst/>
            </a:prstGeom>
            <a:solidFill>
              <a:srgbClr val="7BA7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0" name="rc2210"/>
            <p:cNvSpPr/>
            <p:nvPr/>
          </p:nvSpPr>
          <p:spPr>
            <a:xfrm>
              <a:off x="1428164" y="4905586"/>
              <a:ext cx="118689" cy="91468"/>
            </a:xfrm>
            <a:prstGeom prst="rect">
              <a:avLst/>
            </a:prstGeom>
            <a:solidFill>
              <a:srgbClr val="E7F5E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1" name="rc2211"/>
            <p:cNvSpPr/>
            <p:nvPr/>
          </p:nvSpPr>
          <p:spPr>
            <a:xfrm>
              <a:off x="1428164" y="5911744"/>
              <a:ext cx="118689" cy="91468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2" name="rc2212"/>
            <p:cNvSpPr/>
            <p:nvPr/>
          </p:nvSpPr>
          <p:spPr>
            <a:xfrm>
              <a:off x="1428164" y="6277620"/>
              <a:ext cx="118689" cy="91468"/>
            </a:xfrm>
            <a:prstGeom prst="rect">
              <a:avLst/>
            </a:prstGeom>
            <a:solidFill>
              <a:srgbClr val="D3EA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3" name="rc2213"/>
            <p:cNvSpPr/>
            <p:nvPr/>
          </p:nvSpPr>
          <p:spPr>
            <a:xfrm>
              <a:off x="1428164" y="6643495"/>
              <a:ext cx="118689" cy="91468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4" name="rc2214"/>
            <p:cNvSpPr/>
            <p:nvPr/>
          </p:nvSpPr>
          <p:spPr>
            <a:xfrm>
              <a:off x="1428164" y="4814118"/>
              <a:ext cx="118689" cy="91468"/>
            </a:xfrm>
            <a:prstGeom prst="rect">
              <a:avLst/>
            </a:prstGeom>
            <a:solidFill>
              <a:srgbClr val="67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5" name="rc2215"/>
            <p:cNvSpPr/>
            <p:nvPr/>
          </p:nvSpPr>
          <p:spPr>
            <a:xfrm>
              <a:off x="1428164" y="6734964"/>
              <a:ext cx="118689" cy="91468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6" name="rc2216"/>
            <p:cNvSpPr/>
            <p:nvPr/>
          </p:nvSpPr>
          <p:spPr>
            <a:xfrm>
              <a:off x="1428164" y="6552026"/>
              <a:ext cx="118689" cy="91468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7" name="rc2217"/>
            <p:cNvSpPr/>
            <p:nvPr/>
          </p:nvSpPr>
          <p:spPr>
            <a:xfrm>
              <a:off x="1428164" y="6369089"/>
              <a:ext cx="118689" cy="91468"/>
            </a:xfrm>
            <a:prstGeom prst="rect">
              <a:avLst/>
            </a:prstGeom>
            <a:solidFill>
              <a:srgbClr val="80AC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8" name="rc2218"/>
            <p:cNvSpPr/>
            <p:nvPr/>
          </p:nvSpPr>
          <p:spPr>
            <a:xfrm>
              <a:off x="1546854" y="5088524"/>
              <a:ext cx="118689" cy="91468"/>
            </a:xfrm>
            <a:prstGeom prst="rect">
              <a:avLst/>
            </a:prstGeom>
            <a:solidFill>
              <a:srgbClr val="CA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9" name="rc2219"/>
            <p:cNvSpPr/>
            <p:nvPr/>
          </p:nvSpPr>
          <p:spPr>
            <a:xfrm>
              <a:off x="1546854" y="6186151"/>
              <a:ext cx="118689" cy="91468"/>
            </a:xfrm>
            <a:prstGeom prst="rect">
              <a:avLst/>
            </a:prstGeom>
            <a:solidFill>
              <a:srgbClr val="E5F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0" name="rc2220"/>
            <p:cNvSpPr/>
            <p:nvPr/>
          </p:nvSpPr>
          <p:spPr>
            <a:xfrm>
              <a:off x="1546854" y="6460557"/>
              <a:ext cx="118689" cy="91468"/>
            </a:xfrm>
            <a:prstGeom prst="rect">
              <a:avLst/>
            </a:prstGeom>
            <a:solidFill>
              <a:srgbClr val="95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1" name="rc2221"/>
            <p:cNvSpPr/>
            <p:nvPr/>
          </p:nvSpPr>
          <p:spPr>
            <a:xfrm>
              <a:off x="1546854" y="7100840"/>
              <a:ext cx="118689" cy="91468"/>
            </a:xfrm>
            <a:prstGeom prst="rect">
              <a:avLst/>
            </a:prstGeom>
            <a:solidFill>
              <a:srgbClr val="97C2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2" name="rc2222"/>
            <p:cNvSpPr/>
            <p:nvPr/>
          </p:nvSpPr>
          <p:spPr>
            <a:xfrm>
              <a:off x="1546854" y="4722649"/>
              <a:ext cx="118689" cy="91468"/>
            </a:xfrm>
            <a:prstGeom prst="rect">
              <a:avLst/>
            </a:prstGeom>
            <a:solidFill>
              <a:srgbClr val="7AA7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3" name="rc2223"/>
            <p:cNvSpPr/>
            <p:nvPr/>
          </p:nvSpPr>
          <p:spPr>
            <a:xfrm>
              <a:off x="1546854" y="6826433"/>
              <a:ext cx="118689" cy="91468"/>
            </a:xfrm>
            <a:prstGeom prst="rect">
              <a:avLst/>
            </a:prstGeom>
            <a:solidFill>
              <a:srgbClr val="95C2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4" name="rc2224"/>
            <p:cNvSpPr/>
            <p:nvPr/>
          </p:nvSpPr>
          <p:spPr>
            <a:xfrm>
              <a:off x="1546854" y="5179993"/>
              <a:ext cx="118689" cy="91468"/>
            </a:xfrm>
            <a:prstGeom prst="rect">
              <a:avLst/>
            </a:prstGeom>
            <a:solidFill>
              <a:srgbClr val="FFC67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5" name="rc2225"/>
            <p:cNvSpPr/>
            <p:nvPr/>
          </p:nvSpPr>
          <p:spPr>
            <a:xfrm>
              <a:off x="1546854" y="5362931"/>
              <a:ext cx="118689" cy="91468"/>
            </a:xfrm>
            <a:prstGeom prst="rect">
              <a:avLst/>
            </a:prstGeom>
            <a:solidFill>
              <a:srgbClr val="E2F4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6" name="rc2226"/>
            <p:cNvSpPr/>
            <p:nvPr/>
          </p:nvSpPr>
          <p:spPr>
            <a:xfrm>
              <a:off x="1546854" y="6917902"/>
              <a:ext cx="118689" cy="91468"/>
            </a:xfrm>
            <a:prstGeom prst="rect">
              <a:avLst/>
            </a:prstGeom>
            <a:solidFill>
              <a:srgbClr val="8C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7" name="rc2227"/>
            <p:cNvSpPr/>
            <p:nvPr/>
          </p:nvSpPr>
          <p:spPr>
            <a:xfrm>
              <a:off x="1546854" y="4539711"/>
              <a:ext cx="118689" cy="91468"/>
            </a:xfrm>
            <a:prstGeom prst="rect">
              <a:avLst/>
            </a:prstGeom>
            <a:solidFill>
              <a:srgbClr val="FDFE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8" name="rc2228"/>
            <p:cNvSpPr/>
            <p:nvPr/>
          </p:nvSpPr>
          <p:spPr>
            <a:xfrm>
              <a:off x="1546854" y="5728806"/>
              <a:ext cx="118689" cy="91468"/>
            </a:xfrm>
            <a:prstGeom prst="rect">
              <a:avLst/>
            </a:prstGeom>
            <a:solidFill>
              <a:srgbClr val="7FA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9" name="rc2229"/>
            <p:cNvSpPr/>
            <p:nvPr/>
          </p:nvSpPr>
          <p:spPr>
            <a:xfrm>
              <a:off x="1546854" y="6094682"/>
              <a:ext cx="118689" cy="91468"/>
            </a:xfrm>
            <a:prstGeom prst="rect">
              <a:avLst/>
            </a:prstGeom>
            <a:solidFill>
              <a:srgbClr val="80AD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0" name="rc2230"/>
            <p:cNvSpPr/>
            <p:nvPr/>
          </p:nvSpPr>
          <p:spPr>
            <a:xfrm>
              <a:off x="1546854" y="4356773"/>
              <a:ext cx="118689" cy="91468"/>
            </a:xfrm>
            <a:prstGeom prst="rect">
              <a:avLst/>
            </a:prstGeom>
            <a:solidFill>
              <a:srgbClr val="719D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1" name="rc2231"/>
            <p:cNvSpPr/>
            <p:nvPr/>
          </p:nvSpPr>
          <p:spPr>
            <a:xfrm>
              <a:off x="1546854" y="4631180"/>
              <a:ext cx="118689" cy="91468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2" name="rc2232"/>
            <p:cNvSpPr/>
            <p:nvPr/>
          </p:nvSpPr>
          <p:spPr>
            <a:xfrm>
              <a:off x="1546854" y="5820275"/>
              <a:ext cx="118689" cy="91468"/>
            </a:xfrm>
            <a:prstGeom prst="rect">
              <a:avLst/>
            </a:prstGeom>
            <a:solidFill>
              <a:srgbClr val="79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3" name="rc2233"/>
            <p:cNvSpPr/>
            <p:nvPr/>
          </p:nvSpPr>
          <p:spPr>
            <a:xfrm>
              <a:off x="1546854" y="5545869"/>
              <a:ext cx="118689" cy="91468"/>
            </a:xfrm>
            <a:prstGeom prst="rect">
              <a:avLst/>
            </a:prstGeom>
            <a:solidFill>
              <a:srgbClr val="87B4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4" name="rc2234"/>
            <p:cNvSpPr/>
            <p:nvPr/>
          </p:nvSpPr>
          <p:spPr>
            <a:xfrm>
              <a:off x="1546854" y="5271462"/>
              <a:ext cx="118689" cy="91468"/>
            </a:xfrm>
            <a:prstGeom prst="rect">
              <a:avLst/>
            </a:prstGeom>
            <a:solidFill>
              <a:srgbClr val="85B2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5" name="rc2235"/>
            <p:cNvSpPr/>
            <p:nvPr/>
          </p:nvSpPr>
          <p:spPr>
            <a:xfrm>
              <a:off x="1546854" y="5454400"/>
              <a:ext cx="118689" cy="91468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6" name="rc2236"/>
            <p:cNvSpPr/>
            <p:nvPr/>
          </p:nvSpPr>
          <p:spPr>
            <a:xfrm>
              <a:off x="1546854" y="4905586"/>
              <a:ext cx="118689" cy="91468"/>
            </a:xfrm>
            <a:prstGeom prst="rect">
              <a:avLst/>
            </a:prstGeom>
            <a:solidFill>
              <a:srgbClr val="EAF6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7" name="rc2237"/>
            <p:cNvSpPr/>
            <p:nvPr/>
          </p:nvSpPr>
          <p:spPr>
            <a:xfrm>
              <a:off x="1546854" y="5911744"/>
              <a:ext cx="118689" cy="91468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8" name="rc2238"/>
            <p:cNvSpPr/>
            <p:nvPr/>
          </p:nvSpPr>
          <p:spPr>
            <a:xfrm>
              <a:off x="1546854" y="6277620"/>
              <a:ext cx="118689" cy="91468"/>
            </a:xfrm>
            <a:prstGeom prst="rect">
              <a:avLst/>
            </a:prstGeom>
            <a:solidFill>
              <a:srgbClr val="CA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9" name="rc2239"/>
            <p:cNvSpPr/>
            <p:nvPr/>
          </p:nvSpPr>
          <p:spPr>
            <a:xfrm>
              <a:off x="1546854" y="7009371"/>
              <a:ext cx="118689" cy="91468"/>
            </a:xfrm>
            <a:prstGeom prst="rect">
              <a:avLst/>
            </a:prstGeom>
            <a:solidFill>
              <a:srgbClr val="94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0" name="rc2240"/>
            <p:cNvSpPr/>
            <p:nvPr/>
          </p:nvSpPr>
          <p:spPr>
            <a:xfrm>
              <a:off x="1546854" y="6643495"/>
              <a:ext cx="118689" cy="91468"/>
            </a:xfrm>
            <a:prstGeom prst="rect">
              <a:avLst/>
            </a:prstGeom>
            <a:solidFill>
              <a:srgbClr val="85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1" name="rc2241"/>
            <p:cNvSpPr/>
            <p:nvPr/>
          </p:nvSpPr>
          <p:spPr>
            <a:xfrm>
              <a:off x="1546854" y="6003213"/>
              <a:ext cx="118689" cy="91468"/>
            </a:xfrm>
            <a:prstGeom prst="rect">
              <a:avLst/>
            </a:prstGeom>
            <a:solidFill>
              <a:srgbClr val="EBF6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2" name="rc2242"/>
            <p:cNvSpPr/>
            <p:nvPr/>
          </p:nvSpPr>
          <p:spPr>
            <a:xfrm>
              <a:off x="1546854" y="4814118"/>
              <a:ext cx="118689" cy="91468"/>
            </a:xfrm>
            <a:prstGeom prst="rect">
              <a:avLst/>
            </a:prstGeom>
            <a:solidFill>
              <a:srgbClr val="729E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3" name="rc2243"/>
            <p:cNvSpPr/>
            <p:nvPr/>
          </p:nvSpPr>
          <p:spPr>
            <a:xfrm>
              <a:off x="1546854" y="6734964"/>
              <a:ext cx="118689" cy="91468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4" name="rc2244"/>
            <p:cNvSpPr/>
            <p:nvPr/>
          </p:nvSpPr>
          <p:spPr>
            <a:xfrm>
              <a:off x="1546854" y="6552026"/>
              <a:ext cx="118689" cy="91468"/>
            </a:xfrm>
            <a:prstGeom prst="rect">
              <a:avLst/>
            </a:prstGeom>
            <a:solidFill>
              <a:srgbClr val="7A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5" name="rc2245"/>
            <p:cNvSpPr/>
            <p:nvPr/>
          </p:nvSpPr>
          <p:spPr>
            <a:xfrm>
              <a:off x="1546854" y="6369089"/>
              <a:ext cx="118689" cy="91468"/>
            </a:xfrm>
            <a:prstGeom prst="rect">
              <a:avLst/>
            </a:prstGeom>
            <a:solidFill>
              <a:srgbClr val="77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6" name="rc2246"/>
            <p:cNvSpPr/>
            <p:nvPr/>
          </p:nvSpPr>
          <p:spPr>
            <a:xfrm>
              <a:off x="1665544" y="5088524"/>
              <a:ext cx="118689" cy="91468"/>
            </a:xfrm>
            <a:prstGeom prst="rect">
              <a:avLst/>
            </a:prstGeom>
            <a:solidFill>
              <a:srgbClr val="F0F9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7" name="rc2247"/>
            <p:cNvSpPr/>
            <p:nvPr/>
          </p:nvSpPr>
          <p:spPr>
            <a:xfrm>
              <a:off x="1665544" y="6186151"/>
              <a:ext cx="118689" cy="91468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8" name="rc2248"/>
            <p:cNvSpPr/>
            <p:nvPr/>
          </p:nvSpPr>
          <p:spPr>
            <a:xfrm>
              <a:off x="1665544" y="6460557"/>
              <a:ext cx="118689" cy="91468"/>
            </a:xfrm>
            <a:prstGeom prst="rect">
              <a:avLst/>
            </a:prstGeom>
            <a:solidFill>
              <a:srgbClr val="FFF9B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9" name="rc2249"/>
            <p:cNvSpPr/>
            <p:nvPr/>
          </p:nvSpPr>
          <p:spPr>
            <a:xfrm>
              <a:off x="1665544" y="7100840"/>
              <a:ext cx="118689" cy="91468"/>
            </a:xfrm>
            <a:prstGeom prst="rect">
              <a:avLst/>
            </a:prstGeom>
            <a:solidFill>
              <a:srgbClr val="EFF8D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0" name="rc2250"/>
            <p:cNvSpPr/>
            <p:nvPr/>
          </p:nvSpPr>
          <p:spPr>
            <a:xfrm>
              <a:off x="1665544" y="4722649"/>
              <a:ext cx="118689" cy="91468"/>
            </a:xfrm>
            <a:prstGeom prst="rect">
              <a:avLst/>
            </a:prstGeom>
            <a:solidFill>
              <a:srgbClr val="C2DFE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1" name="rc2251"/>
            <p:cNvSpPr/>
            <p:nvPr/>
          </p:nvSpPr>
          <p:spPr>
            <a:xfrm>
              <a:off x="1665544" y="6826433"/>
              <a:ext cx="118689" cy="91468"/>
            </a:xfrm>
            <a:prstGeom prst="rect">
              <a:avLst/>
            </a:prstGeom>
            <a:solidFill>
              <a:srgbClr val="94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2" name="rc2252"/>
            <p:cNvSpPr/>
            <p:nvPr/>
          </p:nvSpPr>
          <p:spPr>
            <a:xfrm>
              <a:off x="1665544" y="5179993"/>
              <a:ext cx="118689" cy="91468"/>
            </a:xfrm>
            <a:prstGeom prst="rect">
              <a:avLst/>
            </a:prstGeom>
            <a:solidFill>
              <a:srgbClr val="E2F4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3" name="rc2253"/>
            <p:cNvSpPr/>
            <p:nvPr/>
          </p:nvSpPr>
          <p:spPr>
            <a:xfrm>
              <a:off x="1665544" y="4448242"/>
              <a:ext cx="118689" cy="91468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4" name="rc2254"/>
            <p:cNvSpPr/>
            <p:nvPr/>
          </p:nvSpPr>
          <p:spPr>
            <a:xfrm>
              <a:off x="1665544" y="5362931"/>
              <a:ext cx="118689" cy="91468"/>
            </a:xfrm>
            <a:prstGeom prst="rect">
              <a:avLst/>
            </a:prstGeom>
            <a:solidFill>
              <a:srgbClr val="FFFEB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5" name="rc2255"/>
            <p:cNvSpPr/>
            <p:nvPr/>
          </p:nvSpPr>
          <p:spPr>
            <a:xfrm>
              <a:off x="1665544" y="6917902"/>
              <a:ext cx="118689" cy="91468"/>
            </a:xfrm>
            <a:prstGeom prst="rect">
              <a:avLst/>
            </a:prstGeom>
            <a:solidFill>
              <a:srgbClr val="8FBC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6" name="rc2256"/>
            <p:cNvSpPr/>
            <p:nvPr/>
          </p:nvSpPr>
          <p:spPr>
            <a:xfrm>
              <a:off x="1665544" y="4539711"/>
              <a:ext cx="118689" cy="91468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7" name="rc2257"/>
            <p:cNvSpPr/>
            <p:nvPr/>
          </p:nvSpPr>
          <p:spPr>
            <a:xfrm>
              <a:off x="1665544" y="5728806"/>
              <a:ext cx="118689" cy="91468"/>
            </a:xfrm>
            <a:prstGeom prst="rect">
              <a:avLst/>
            </a:prstGeom>
            <a:solidFill>
              <a:srgbClr val="CA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8" name="rc2258"/>
            <p:cNvSpPr/>
            <p:nvPr/>
          </p:nvSpPr>
          <p:spPr>
            <a:xfrm>
              <a:off x="1665544" y="6094682"/>
              <a:ext cx="118689" cy="91468"/>
            </a:xfrm>
            <a:prstGeom prst="rect">
              <a:avLst/>
            </a:prstGeom>
            <a:solidFill>
              <a:srgbClr val="77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9" name="rc2259"/>
            <p:cNvSpPr/>
            <p:nvPr/>
          </p:nvSpPr>
          <p:spPr>
            <a:xfrm>
              <a:off x="1665544" y="4356773"/>
              <a:ext cx="118689" cy="91468"/>
            </a:xfrm>
            <a:prstGeom prst="rect">
              <a:avLst/>
            </a:prstGeom>
            <a:solidFill>
              <a:srgbClr val="BBDAE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0" name="rc2260"/>
            <p:cNvSpPr/>
            <p:nvPr/>
          </p:nvSpPr>
          <p:spPr>
            <a:xfrm>
              <a:off x="1665544" y="4631180"/>
              <a:ext cx="118689" cy="91468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1" name="rc2261"/>
            <p:cNvSpPr/>
            <p:nvPr/>
          </p:nvSpPr>
          <p:spPr>
            <a:xfrm>
              <a:off x="1665544" y="5820275"/>
              <a:ext cx="118689" cy="91468"/>
            </a:xfrm>
            <a:prstGeom prst="rect">
              <a:avLst/>
            </a:prstGeom>
            <a:solidFill>
              <a:srgbClr val="F5FA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2" name="rc2262"/>
            <p:cNvSpPr/>
            <p:nvPr/>
          </p:nvSpPr>
          <p:spPr>
            <a:xfrm>
              <a:off x="1665544" y="5545869"/>
              <a:ext cx="118689" cy="91468"/>
            </a:xfrm>
            <a:prstGeom prst="rect">
              <a:avLst/>
            </a:prstGeom>
            <a:solidFill>
              <a:srgbClr val="DBEF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3" name="rc2263"/>
            <p:cNvSpPr/>
            <p:nvPr/>
          </p:nvSpPr>
          <p:spPr>
            <a:xfrm>
              <a:off x="1665544" y="5271462"/>
              <a:ext cx="118689" cy="91468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4" name="rc2264"/>
            <p:cNvSpPr/>
            <p:nvPr/>
          </p:nvSpPr>
          <p:spPr>
            <a:xfrm>
              <a:off x="1665544" y="5637337"/>
              <a:ext cx="118689" cy="91468"/>
            </a:xfrm>
            <a:prstGeom prst="rect">
              <a:avLst/>
            </a:prstGeom>
            <a:solidFill>
              <a:srgbClr val="E0F3F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5" name="rc2265"/>
            <p:cNvSpPr/>
            <p:nvPr/>
          </p:nvSpPr>
          <p:spPr>
            <a:xfrm>
              <a:off x="1665544" y="5454400"/>
              <a:ext cx="118689" cy="91468"/>
            </a:xfrm>
            <a:prstGeom prst="rect">
              <a:avLst/>
            </a:prstGeom>
            <a:solidFill>
              <a:srgbClr val="DEF2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6" name="rc2266"/>
            <p:cNvSpPr/>
            <p:nvPr/>
          </p:nvSpPr>
          <p:spPr>
            <a:xfrm>
              <a:off x="1665544" y="4905586"/>
              <a:ext cx="118689" cy="91468"/>
            </a:xfrm>
            <a:prstGeom prst="rect">
              <a:avLst/>
            </a:prstGeom>
            <a:solidFill>
              <a:srgbClr val="FFF9B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7" name="rc2267"/>
            <p:cNvSpPr/>
            <p:nvPr/>
          </p:nvSpPr>
          <p:spPr>
            <a:xfrm>
              <a:off x="1665544" y="5911744"/>
              <a:ext cx="118689" cy="91468"/>
            </a:xfrm>
            <a:prstGeom prst="rect">
              <a:avLst/>
            </a:prstGeom>
            <a:solidFill>
              <a:srgbClr val="7DAA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8" name="rc2268"/>
            <p:cNvSpPr/>
            <p:nvPr/>
          </p:nvSpPr>
          <p:spPr>
            <a:xfrm>
              <a:off x="1665544" y="6277620"/>
              <a:ext cx="118689" cy="91468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9" name="rc2269"/>
            <p:cNvSpPr/>
            <p:nvPr/>
          </p:nvSpPr>
          <p:spPr>
            <a:xfrm>
              <a:off x="1665544" y="6643495"/>
              <a:ext cx="118689" cy="91468"/>
            </a:xfrm>
            <a:prstGeom prst="rect">
              <a:avLst/>
            </a:prstGeom>
            <a:solidFill>
              <a:srgbClr val="7DA9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0" name="rc2270"/>
            <p:cNvSpPr/>
            <p:nvPr/>
          </p:nvSpPr>
          <p:spPr>
            <a:xfrm>
              <a:off x="1665544" y="4814118"/>
              <a:ext cx="118689" cy="91468"/>
            </a:xfrm>
            <a:prstGeom prst="rect">
              <a:avLst/>
            </a:prstGeom>
            <a:solidFill>
              <a:srgbClr val="6F9B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1" name="rc2271"/>
            <p:cNvSpPr/>
            <p:nvPr/>
          </p:nvSpPr>
          <p:spPr>
            <a:xfrm>
              <a:off x="1665544" y="6734964"/>
              <a:ext cx="118689" cy="91468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2" name="rc2272"/>
            <p:cNvSpPr/>
            <p:nvPr/>
          </p:nvSpPr>
          <p:spPr>
            <a:xfrm>
              <a:off x="1665544" y="6552026"/>
              <a:ext cx="118689" cy="91468"/>
            </a:xfrm>
            <a:prstGeom prst="rect">
              <a:avLst/>
            </a:prstGeom>
            <a:solidFill>
              <a:srgbClr val="CA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3" name="rc2273"/>
            <p:cNvSpPr/>
            <p:nvPr/>
          </p:nvSpPr>
          <p:spPr>
            <a:xfrm>
              <a:off x="1665544" y="6369089"/>
              <a:ext cx="118689" cy="91468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4" name="rc2274"/>
            <p:cNvSpPr/>
            <p:nvPr/>
          </p:nvSpPr>
          <p:spPr>
            <a:xfrm>
              <a:off x="1784234" y="5088524"/>
              <a:ext cx="118689" cy="91468"/>
            </a:xfrm>
            <a:prstGeom prst="rect">
              <a:avLst/>
            </a:prstGeom>
            <a:solidFill>
              <a:srgbClr val="FFF7B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5" name="rc2275"/>
            <p:cNvSpPr/>
            <p:nvPr/>
          </p:nvSpPr>
          <p:spPr>
            <a:xfrm>
              <a:off x="1784234" y="6186151"/>
              <a:ext cx="118689" cy="91468"/>
            </a:xfrm>
            <a:prstGeom prst="rect">
              <a:avLst/>
            </a:prstGeom>
            <a:solidFill>
              <a:srgbClr val="E1F3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6" name="rc2276"/>
            <p:cNvSpPr/>
            <p:nvPr/>
          </p:nvSpPr>
          <p:spPr>
            <a:xfrm>
              <a:off x="1784234" y="6460557"/>
              <a:ext cx="118689" cy="91468"/>
            </a:xfrm>
            <a:prstGeom prst="rect">
              <a:avLst/>
            </a:prstGeom>
            <a:solidFill>
              <a:srgbClr val="FD965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7" name="rc2277"/>
            <p:cNvSpPr/>
            <p:nvPr/>
          </p:nvSpPr>
          <p:spPr>
            <a:xfrm>
              <a:off x="1784234" y="7100840"/>
              <a:ext cx="118689" cy="91468"/>
            </a:xfrm>
            <a:prstGeom prst="rect">
              <a:avLst/>
            </a:prstGeom>
            <a:solidFill>
              <a:srgbClr val="8EBC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8" name="rc2278"/>
            <p:cNvSpPr/>
            <p:nvPr/>
          </p:nvSpPr>
          <p:spPr>
            <a:xfrm>
              <a:off x="1784234" y="4722649"/>
              <a:ext cx="118689" cy="91468"/>
            </a:xfrm>
            <a:prstGeom prst="rect">
              <a:avLst/>
            </a:prstGeom>
            <a:solidFill>
              <a:srgbClr val="B3D4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9" name="rc2279"/>
            <p:cNvSpPr/>
            <p:nvPr/>
          </p:nvSpPr>
          <p:spPr>
            <a:xfrm>
              <a:off x="1784234" y="6826433"/>
              <a:ext cx="118689" cy="91468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0" name="rc2280"/>
            <p:cNvSpPr/>
            <p:nvPr/>
          </p:nvSpPr>
          <p:spPr>
            <a:xfrm>
              <a:off x="1784234" y="5179993"/>
              <a:ext cx="118689" cy="91468"/>
            </a:xfrm>
            <a:prstGeom prst="rect">
              <a:avLst/>
            </a:prstGeom>
            <a:solidFill>
              <a:srgbClr val="88B6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1" name="rc2281"/>
            <p:cNvSpPr/>
            <p:nvPr/>
          </p:nvSpPr>
          <p:spPr>
            <a:xfrm>
              <a:off x="1784234" y="4448242"/>
              <a:ext cx="118689" cy="91468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2" name="rc2282"/>
            <p:cNvSpPr/>
            <p:nvPr/>
          </p:nvSpPr>
          <p:spPr>
            <a:xfrm>
              <a:off x="1784234" y="5362931"/>
              <a:ext cx="118689" cy="91468"/>
            </a:xfrm>
            <a:prstGeom prst="rect">
              <a:avLst/>
            </a:prstGeom>
            <a:solidFill>
              <a:srgbClr val="FFFCB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3" name="rc2283"/>
            <p:cNvSpPr/>
            <p:nvPr/>
          </p:nvSpPr>
          <p:spPr>
            <a:xfrm>
              <a:off x="1784234" y="6917902"/>
              <a:ext cx="118689" cy="91468"/>
            </a:xfrm>
            <a:prstGeom prst="rect">
              <a:avLst/>
            </a:prstGeom>
            <a:solidFill>
              <a:srgbClr val="8AB7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4" name="rc2284"/>
            <p:cNvSpPr/>
            <p:nvPr/>
          </p:nvSpPr>
          <p:spPr>
            <a:xfrm>
              <a:off x="1784234" y="4539711"/>
              <a:ext cx="118689" cy="91468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5" name="rc2285"/>
            <p:cNvSpPr/>
            <p:nvPr/>
          </p:nvSpPr>
          <p:spPr>
            <a:xfrm>
              <a:off x="1784234" y="5728806"/>
              <a:ext cx="118689" cy="91468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6" name="rc2286"/>
            <p:cNvSpPr/>
            <p:nvPr/>
          </p:nvSpPr>
          <p:spPr>
            <a:xfrm>
              <a:off x="1784234" y="6094682"/>
              <a:ext cx="118689" cy="91468"/>
            </a:xfrm>
            <a:prstGeom prst="rect">
              <a:avLst/>
            </a:prstGeom>
            <a:solidFill>
              <a:srgbClr val="739F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7" name="rc2287"/>
            <p:cNvSpPr/>
            <p:nvPr/>
          </p:nvSpPr>
          <p:spPr>
            <a:xfrm>
              <a:off x="1784234" y="4356773"/>
              <a:ext cx="118689" cy="91468"/>
            </a:xfrm>
            <a:prstGeom prst="rect">
              <a:avLst/>
            </a:prstGeom>
            <a:solidFill>
              <a:srgbClr val="6D99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8" name="rc2288"/>
            <p:cNvSpPr/>
            <p:nvPr/>
          </p:nvSpPr>
          <p:spPr>
            <a:xfrm>
              <a:off x="1784234" y="4631180"/>
              <a:ext cx="118689" cy="91468"/>
            </a:xfrm>
            <a:prstGeom prst="rect">
              <a:avLst/>
            </a:prstGeom>
            <a:solidFill>
              <a:srgbClr val="BEDC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9" name="rc2289"/>
            <p:cNvSpPr/>
            <p:nvPr/>
          </p:nvSpPr>
          <p:spPr>
            <a:xfrm>
              <a:off x="1784234" y="5820275"/>
              <a:ext cx="118689" cy="91468"/>
            </a:xfrm>
            <a:prstGeom prst="rect">
              <a:avLst/>
            </a:prstGeom>
            <a:solidFill>
              <a:srgbClr val="FFF7B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0" name="rc2290"/>
            <p:cNvSpPr/>
            <p:nvPr/>
          </p:nvSpPr>
          <p:spPr>
            <a:xfrm>
              <a:off x="1784234" y="5545869"/>
              <a:ext cx="118689" cy="91468"/>
            </a:xfrm>
            <a:prstGeom prst="rect">
              <a:avLst/>
            </a:prstGeom>
            <a:solidFill>
              <a:srgbClr val="81AD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1" name="rc2291"/>
            <p:cNvSpPr/>
            <p:nvPr/>
          </p:nvSpPr>
          <p:spPr>
            <a:xfrm>
              <a:off x="1784234" y="5271462"/>
              <a:ext cx="118689" cy="91468"/>
            </a:xfrm>
            <a:prstGeom prst="rect">
              <a:avLst/>
            </a:prstGeom>
            <a:solidFill>
              <a:srgbClr val="82AE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2" name="rc2292"/>
            <p:cNvSpPr/>
            <p:nvPr/>
          </p:nvSpPr>
          <p:spPr>
            <a:xfrm>
              <a:off x="1784234" y="5637337"/>
              <a:ext cx="118689" cy="91468"/>
            </a:xfrm>
            <a:prstGeom prst="rect">
              <a:avLst/>
            </a:prstGeom>
            <a:solidFill>
              <a:srgbClr val="D6EC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3" name="rc2293"/>
            <p:cNvSpPr/>
            <p:nvPr/>
          </p:nvSpPr>
          <p:spPr>
            <a:xfrm>
              <a:off x="1784234" y="4997055"/>
              <a:ext cx="118689" cy="91468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4" name="rc2294"/>
            <p:cNvSpPr/>
            <p:nvPr/>
          </p:nvSpPr>
          <p:spPr>
            <a:xfrm>
              <a:off x="1784234" y="5454400"/>
              <a:ext cx="118689" cy="91468"/>
            </a:xfrm>
            <a:prstGeom prst="rect">
              <a:avLst/>
            </a:prstGeom>
            <a:solidFill>
              <a:srgbClr val="79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5" name="rc2295"/>
            <p:cNvSpPr/>
            <p:nvPr/>
          </p:nvSpPr>
          <p:spPr>
            <a:xfrm>
              <a:off x="1784234" y="4905586"/>
              <a:ext cx="118689" cy="91468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6" name="rc2296"/>
            <p:cNvSpPr/>
            <p:nvPr/>
          </p:nvSpPr>
          <p:spPr>
            <a:xfrm>
              <a:off x="1784234" y="5911744"/>
              <a:ext cx="118689" cy="91468"/>
            </a:xfrm>
            <a:prstGeom prst="rect">
              <a:avLst/>
            </a:prstGeom>
            <a:solidFill>
              <a:srgbClr val="DCF0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7" name="rc2297"/>
            <p:cNvSpPr/>
            <p:nvPr/>
          </p:nvSpPr>
          <p:spPr>
            <a:xfrm>
              <a:off x="1784234" y="6277620"/>
              <a:ext cx="118689" cy="91468"/>
            </a:xfrm>
            <a:prstGeom prst="rect">
              <a:avLst/>
            </a:prstGeom>
            <a:solidFill>
              <a:srgbClr val="7A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8" name="rc2298"/>
            <p:cNvSpPr/>
            <p:nvPr/>
          </p:nvSpPr>
          <p:spPr>
            <a:xfrm>
              <a:off x="1784234" y="7009371"/>
              <a:ext cx="118689" cy="91468"/>
            </a:xfrm>
            <a:prstGeom prst="rect">
              <a:avLst/>
            </a:prstGeom>
            <a:solidFill>
              <a:srgbClr val="8BB8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9" name="rc2299"/>
            <p:cNvSpPr/>
            <p:nvPr/>
          </p:nvSpPr>
          <p:spPr>
            <a:xfrm>
              <a:off x="1784234" y="6643495"/>
              <a:ext cx="118689" cy="91468"/>
            </a:xfrm>
            <a:prstGeom prst="rect">
              <a:avLst/>
            </a:prstGeom>
            <a:solidFill>
              <a:srgbClr val="7DA9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0" name="rc2300"/>
            <p:cNvSpPr/>
            <p:nvPr/>
          </p:nvSpPr>
          <p:spPr>
            <a:xfrm>
              <a:off x="1784234" y="4814118"/>
              <a:ext cx="118689" cy="91468"/>
            </a:xfrm>
            <a:prstGeom prst="rect">
              <a:avLst/>
            </a:prstGeom>
            <a:solidFill>
              <a:srgbClr val="5A87B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1" name="rc2301"/>
            <p:cNvSpPr/>
            <p:nvPr/>
          </p:nvSpPr>
          <p:spPr>
            <a:xfrm>
              <a:off x="1784234" y="6734964"/>
              <a:ext cx="118689" cy="91468"/>
            </a:xfrm>
            <a:prstGeom prst="rect">
              <a:avLst/>
            </a:prstGeom>
            <a:solidFill>
              <a:srgbClr val="7FA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2" name="rc2302"/>
            <p:cNvSpPr/>
            <p:nvPr/>
          </p:nvSpPr>
          <p:spPr>
            <a:xfrm>
              <a:off x="1784234" y="6552026"/>
              <a:ext cx="118689" cy="91468"/>
            </a:xfrm>
            <a:prstGeom prst="rect">
              <a:avLst/>
            </a:prstGeom>
            <a:solidFill>
              <a:srgbClr val="F4FA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3" name="rc2303"/>
            <p:cNvSpPr/>
            <p:nvPr/>
          </p:nvSpPr>
          <p:spPr>
            <a:xfrm>
              <a:off x="1784234" y="6369089"/>
              <a:ext cx="118689" cy="91468"/>
            </a:xfrm>
            <a:prstGeom prst="rect">
              <a:avLst/>
            </a:prstGeom>
            <a:solidFill>
              <a:srgbClr val="739F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4" name="rc2304"/>
            <p:cNvSpPr/>
            <p:nvPr/>
          </p:nvSpPr>
          <p:spPr>
            <a:xfrm>
              <a:off x="1902924" y="5088524"/>
              <a:ext cx="118689" cy="91468"/>
            </a:xfrm>
            <a:prstGeom prst="rect">
              <a:avLst/>
            </a:prstGeom>
            <a:solidFill>
              <a:srgbClr val="6895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5" name="rc2305"/>
            <p:cNvSpPr/>
            <p:nvPr/>
          </p:nvSpPr>
          <p:spPr>
            <a:xfrm>
              <a:off x="1902924" y="6186151"/>
              <a:ext cx="118689" cy="91468"/>
            </a:xfrm>
            <a:prstGeom prst="rect">
              <a:avLst/>
            </a:prstGeom>
            <a:solidFill>
              <a:srgbClr val="89B6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6" name="rc2306"/>
            <p:cNvSpPr/>
            <p:nvPr/>
          </p:nvSpPr>
          <p:spPr>
            <a:xfrm>
              <a:off x="1902924" y="6460557"/>
              <a:ext cx="118689" cy="91468"/>
            </a:xfrm>
            <a:prstGeom prst="rect">
              <a:avLst/>
            </a:prstGeom>
            <a:solidFill>
              <a:srgbClr val="E2F4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7" name="rc2307"/>
            <p:cNvSpPr/>
            <p:nvPr/>
          </p:nvSpPr>
          <p:spPr>
            <a:xfrm>
              <a:off x="1902924" y="7100840"/>
              <a:ext cx="118689" cy="91468"/>
            </a:xfrm>
            <a:prstGeom prst="rect">
              <a:avLst/>
            </a:prstGeom>
            <a:solidFill>
              <a:srgbClr val="92C0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8" name="rc2308"/>
            <p:cNvSpPr/>
            <p:nvPr/>
          </p:nvSpPr>
          <p:spPr>
            <a:xfrm>
              <a:off x="1902924" y="4722649"/>
              <a:ext cx="118689" cy="91468"/>
            </a:xfrm>
            <a:prstGeom prst="rect">
              <a:avLst/>
            </a:prstGeom>
            <a:solidFill>
              <a:srgbClr val="C8E2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9" name="rc2309"/>
            <p:cNvSpPr/>
            <p:nvPr/>
          </p:nvSpPr>
          <p:spPr>
            <a:xfrm>
              <a:off x="1902924" y="6826433"/>
              <a:ext cx="118689" cy="91468"/>
            </a:xfrm>
            <a:prstGeom prst="rect">
              <a:avLst/>
            </a:prstGeom>
            <a:solidFill>
              <a:srgbClr val="96C2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0" name="rc2310"/>
            <p:cNvSpPr/>
            <p:nvPr/>
          </p:nvSpPr>
          <p:spPr>
            <a:xfrm>
              <a:off x="1902924" y="5179993"/>
              <a:ext cx="118689" cy="91468"/>
            </a:xfrm>
            <a:prstGeom prst="rect">
              <a:avLst/>
            </a:prstGeom>
            <a:solidFill>
              <a:srgbClr val="8AB7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1" name="rc2311"/>
            <p:cNvSpPr/>
            <p:nvPr/>
          </p:nvSpPr>
          <p:spPr>
            <a:xfrm>
              <a:off x="1902924" y="4448242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2" name="rc2312"/>
            <p:cNvSpPr/>
            <p:nvPr/>
          </p:nvSpPr>
          <p:spPr>
            <a:xfrm>
              <a:off x="1902924" y="5362931"/>
              <a:ext cx="118689" cy="91468"/>
            </a:xfrm>
            <a:prstGeom prst="rect">
              <a:avLst/>
            </a:prstGeom>
            <a:solidFill>
              <a:srgbClr val="96C2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3" name="rc2313"/>
            <p:cNvSpPr/>
            <p:nvPr/>
          </p:nvSpPr>
          <p:spPr>
            <a:xfrm>
              <a:off x="1902924" y="6917902"/>
              <a:ext cx="118689" cy="91468"/>
            </a:xfrm>
            <a:prstGeom prst="rect">
              <a:avLst/>
            </a:prstGeom>
            <a:solidFill>
              <a:srgbClr val="8AB7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4" name="rc2314"/>
            <p:cNvSpPr/>
            <p:nvPr/>
          </p:nvSpPr>
          <p:spPr>
            <a:xfrm>
              <a:off x="1902924" y="4539711"/>
              <a:ext cx="118689" cy="91468"/>
            </a:xfrm>
            <a:prstGeom prst="rect">
              <a:avLst/>
            </a:prstGeom>
            <a:solidFill>
              <a:srgbClr val="E3F4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5" name="rc2315"/>
            <p:cNvSpPr/>
            <p:nvPr/>
          </p:nvSpPr>
          <p:spPr>
            <a:xfrm>
              <a:off x="1902924" y="5728806"/>
              <a:ext cx="118689" cy="91468"/>
            </a:xfrm>
            <a:prstGeom prst="rect">
              <a:avLst/>
            </a:prstGeom>
            <a:solidFill>
              <a:srgbClr val="B2D4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6" name="rc2316"/>
            <p:cNvSpPr/>
            <p:nvPr/>
          </p:nvSpPr>
          <p:spPr>
            <a:xfrm>
              <a:off x="1902924" y="6094682"/>
              <a:ext cx="118689" cy="91468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7" name="rc2317"/>
            <p:cNvSpPr/>
            <p:nvPr/>
          </p:nvSpPr>
          <p:spPr>
            <a:xfrm>
              <a:off x="1902924" y="4356773"/>
              <a:ext cx="118689" cy="91468"/>
            </a:xfrm>
            <a:prstGeom prst="rect">
              <a:avLst/>
            </a:prstGeom>
            <a:solidFill>
              <a:srgbClr val="6592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8" name="rc2318"/>
            <p:cNvSpPr/>
            <p:nvPr/>
          </p:nvSpPr>
          <p:spPr>
            <a:xfrm>
              <a:off x="1902924" y="4631180"/>
              <a:ext cx="118689" cy="91468"/>
            </a:xfrm>
            <a:prstGeom prst="rect">
              <a:avLst/>
            </a:prstGeom>
            <a:solidFill>
              <a:srgbClr val="719D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9" name="rc2319"/>
            <p:cNvSpPr/>
            <p:nvPr/>
          </p:nvSpPr>
          <p:spPr>
            <a:xfrm>
              <a:off x="1902924" y="5820275"/>
              <a:ext cx="118689" cy="91468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0" name="rc2320"/>
            <p:cNvSpPr/>
            <p:nvPr/>
          </p:nvSpPr>
          <p:spPr>
            <a:xfrm>
              <a:off x="1902924" y="5545869"/>
              <a:ext cx="118689" cy="91468"/>
            </a:xfrm>
            <a:prstGeom prst="rect">
              <a:avLst/>
            </a:prstGeom>
            <a:solidFill>
              <a:srgbClr val="F8FC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1" name="rc2321"/>
            <p:cNvSpPr/>
            <p:nvPr/>
          </p:nvSpPr>
          <p:spPr>
            <a:xfrm>
              <a:off x="1902924" y="5271462"/>
              <a:ext cx="118689" cy="91468"/>
            </a:xfrm>
            <a:prstGeom prst="rect">
              <a:avLst/>
            </a:prstGeom>
            <a:solidFill>
              <a:srgbClr val="87B4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2" name="rc2322"/>
            <p:cNvSpPr/>
            <p:nvPr/>
          </p:nvSpPr>
          <p:spPr>
            <a:xfrm>
              <a:off x="1902924" y="5637337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3" name="rc2323"/>
            <p:cNvSpPr/>
            <p:nvPr/>
          </p:nvSpPr>
          <p:spPr>
            <a:xfrm>
              <a:off x="1902924" y="5454400"/>
              <a:ext cx="118689" cy="91468"/>
            </a:xfrm>
            <a:prstGeom prst="rect">
              <a:avLst/>
            </a:prstGeom>
            <a:solidFill>
              <a:srgbClr val="85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4" name="rc2324"/>
            <p:cNvSpPr/>
            <p:nvPr/>
          </p:nvSpPr>
          <p:spPr>
            <a:xfrm>
              <a:off x="1902924" y="4905586"/>
              <a:ext cx="118689" cy="91468"/>
            </a:xfrm>
            <a:prstGeom prst="rect">
              <a:avLst/>
            </a:prstGeom>
            <a:solidFill>
              <a:srgbClr val="507EB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5" name="rc2325"/>
            <p:cNvSpPr/>
            <p:nvPr/>
          </p:nvSpPr>
          <p:spPr>
            <a:xfrm>
              <a:off x="1902924" y="5911744"/>
              <a:ext cx="118689" cy="91468"/>
            </a:xfrm>
            <a:prstGeom prst="rect">
              <a:avLst/>
            </a:prstGeom>
            <a:solidFill>
              <a:srgbClr val="80AC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6" name="rc2326"/>
            <p:cNvSpPr/>
            <p:nvPr/>
          </p:nvSpPr>
          <p:spPr>
            <a:xfrm>
              <a:off x="1902924" y="6277620"/>
              <a:ext cx="118689" cy="91468"/>
            </a:xfrm>
            <a:prstGeom prst="rect">
              <a:avLst/>
            </a:prstGeom>
            <a:solidFill>
              <a:srgbClr val="CC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7" name="rc2327"/>
            <p:cNvSpPr/>
            <p:nvPr/>
          </p:nvSpPr>
          <p:spPr>
            <a:xfrm>
              <a:off x="1902924" y="7009371"/>
              <a:ext cx="118689" cy="91468"/>
            </a:xfrm>
            <a:prstGeom prst="rect">
              <a:avLst/>
            </a:prstGeom>
            <a:solidFill>
              <a:srgbClr val="89B7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8" name="rc2328"/>
            <p:cNvSpPr/>
            <p:nvPr/>
          </p:nvSpPr>
          <p:spPr>
            <a:xfrm>
              <a:off x="1902924" y="6643495"/>
              <a:ext cx="118689" cy="91468"/>
            </a:xfrm>
            <a:prstGeom prst="rect">
              <a:avLst/>
            </a:prstGeom>
            <a:solidFill>
              <a:srgbClr val="85B2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9" name="rc2329"/>
            <p:cNvSpPr/>
            <p:nvPr/>
          </p:nvSpPr>
          <p:spPr>
            <a:xfrm>
              <a:off x="1902924" y="6003213"/>
              <a:ext cx="118689" cy="91468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0" name="rc2330"/>
            <p:cNvSpPr/>
            <p:nvPr/>
          </p:nvSpPr>
          <p:spPr>
            <a:xfrm>
              <a:off x="1902924" y="4814118"/>
              <a:ext cx="118689" cy="91468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1" name="rc2331"/>
            <p:cNvSpPr/>
            <p:nvPr/>
          </p:nvSpPr>
          <p:spPr>
            <a:xfrm>
              <a:off x="1902924" y="6734964"/>
              <a:ext cx="118689" cy="91468"/>
            </a:xfrm>
            <a:prstGeom prst="rect">
              <a:avLst/>
            </a:prstGeom>
            <a:solidFill>
              <a:srgbClr val="D0E8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2" name="rc2332"/>
            <p:cNvSpPr/>
            <p:nvPr/>
          </p:nvSpPr>
          <p:spPr>
            <a:xfrm>
              <a:off x="1902924" y="6552026"/>
              <a:ext cx="118689" cy="91468"/>
            </a:xfrm>
            <a:prstGeom prst="rect">
              <a:avLst/>
            </a:prstGeom>
            <a:solidFill>
              <a:srgbClr val="739F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3" name="rc2333"/>
            <p:cNvSpPr/>
            <p:nvPr/>
          </p:nvSpPr>
          <p:spPr>
            <a:xfrm>
              <a:off x="1902924" y="6369089"/>
              <a:ext cx="118689" cy="91468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4" name="rc2334"/>
            <p:cNvSpPr/>
            <p:nvPr/>
          </p:nvSpPr>
          <p:spPr>
            <a:xfrm>
              <a:off x="2021614" y="5088524"/>
              <a:ext cx="118689" cy="91468"/>
            </a:xfrm>
            <a:prstGeom prst="rect">
              <a:avLst/>
            </a:prstGeom>
            <a:solidFill>
              <a:srgbClr val="6692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5" name="rc2335"/>
            <p:cNvSpPr/>
            <p:nvPr/>
          </p:nvSpPr>
          <p:spPr>
            <a:xfrm>
              <a:off x="2021614" y="6186151"/>
              <a:ext cx="118689" cy="91468"/>
            </a:xfrm>
            <a:prstGeom prst="rect">
              <a:avLst/>
            </a:prstGeom>
            <a:solidFill>
              <a:srgbClr val="E0F3F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6" name="rc2336"/>
            <p:cNvSpPr/>
            <p:nvPr/>
          </p:nvSpPr>
          <p:spPr>
            <a:xfrm>
              <a:off x="2021614" y="6460557"/>
              <a:ext cx="118689" cy="91468"/>
            </a:xfrm>
            <a:prstGeom prst="rect">
              <a:avLst/>
            </a:prstGeom>
            <a:solidFill>
              <a:srgbClr val="90BE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7" name="rc2337"/>
            <p:cNvSpPr/>
            <p:nvPr/>
          </p:nvSpPr>
          <p:spPr>
            <a:xfrm>
              <a:off x="2021614" y="7100840"/>
              <a:ext cx="118689" cy="91468"/>
            </a:xfrm>
            <a:prstGeom prst="rect">
              <a:avLst/>
            </a:prstGeom>
            <a:solidFill>
              <a:srgbClr val="9BC5D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8" name="rc2338"/>
            <p:cNvSpPr/>
            <p:nvPr/>
          </p:nvSpPr>
          <p:spPr>
            <a:xfrm>
              <a:off x="2021614" y="4722649"/>
              <a:ext cx="118689" cy="91468"/>
            </a:xfrm>
            <a:prstGeom prst="rect">
              <a:avLst/>
            </a:prstGeom>
            <a:solidFill>
              <a:srgbClr val="B0D3E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9" name="rc2339"/>
            <p:cNvSpPr/>
            <p:nvPr/>
          </p:nvSpPr>
          <p:spPr>
            <a:xfrm>
              <a:off x="2021614" y="6826433"/>
              <a:ext cx="118689" cy="91468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0" name="rc2340"/>
            <p:cNvSpPr/>
            <p:nvPr/>
          </p:nvSpPr>
          <p:spPr>
            <a:xfrm>
              <a:off x="2021614" y="5179993"/>
              <a:ext cx="118689" cy="91468"/>
            </a:xfrm>
            <a:prstGeom prst="rect">
              <a:avLst/>
            </a:prstGeom>
            <a:solidFill>
              <a:srgbClr val="E6F5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1" name="rc2341"/>
            <p:cNvSpPr/>
            <p:nvPr/>
          </p:nvSpPr>
          <p:spPr>
            <a:xfrm>
              <a:off x="2021614" y="4448242"/>
              <a:ext cx="118689" cy="91468"/>
            </a:xfrm>
            <a:prstGeom prst="rect">
              <a:avLst/>
            </a:prstGeom>
            <a:solidFill>
              <a:srgbClr val="FFF5B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2" name="rc2342"/>
            <p:cNvSpPr/>
            <p:nvPr/>
          </p:nvSpPr>
          <p:spPr>
            <a:xfrm>
              <a:off x="2021614" y="5362931"/>
              <a:ext cx="118689" cy="91468"/>
            </a:xfrm>
            <a:prstGeom prst="rect">
              <a:avLst/>
            </a:prstGeom>
            <a:solidFill>
              <a:srgbClr val="8DBB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3" name="rc2343"/>
            <p:cNvSpPr/>
            <p:nvPr/>
          </p:nvSpPr>
          <p:spPr>
            <a:xfrm>
              <a:off x="2021614" y="6917902"/>
              <a:ext cx="118689" cy="91468"/>
            </a:xfrm>
            <a:prstGeom prst="rect">
              <a:avLst/>
            </a:prstGeom>
            <a:solidFill>
              <a:srgbClr val="8C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4" name="rc2344"/>
            <p:cNvSpPr/>
            <p:nvPr/>
          </p:nvSpPr>
          <p:spPr>
            <a:xfrm>
              <a:off x="2021614" y="4539711"/>
              <a:ext cx="118689" cy="91468"/>
            </a:xfrm>
            <a:prstGeom prst="rect">
              <a:avLst/>
            </a:prstGeom>
            <a:solidFill>
              <a:srgbClr val="E0F3F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5" name="rc2345"/>
            <p:cNvSpPr/>
            <p:nvPr/>
          </p:nvSpPr>
          <p:spPr>
            <a:xfrm>
              <a:off x="2021614" y="5728806"/>
              <a:ext cx="118689" cy="91468"/>
            </a:xfrm>
            <a:prstGeom prst="rect">
              <a:avLst/>
            </a:prstGeom>
            <a:solidFill>
              <a:srgbClr val="68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6" name="rc2346"/>
            <p:cNvSpPr/>
            <p:nvPr/>
          </p:nvSpPr>
          <p:spPr>
            <a:xfrm>
              <a:off x="2021614" y="6094682"/>
              <a:ext cx="118689" cy="91468"/>
            </a:xfrm>
            <a:prstGeom prst="rect">
              <a:avLst/>
            </a:prstGeom>
            <a:solidFill>
              <a:srgbClr val="C1DE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7" name="rc2347"/>
            <p:cNvSpPr/>
            <p:nvPr/>
          </p:nvSpPr>
          <p:spPr>
            <a:xfrm>
              <a:off x="2021614" y="4356773"/>
              <a:ext cx="118689" cy="91468"/>
            </a:xfrm>
            <a:prstGeom prst="rect">
              <a:avLst/>
            </a:prstGeom>
            <a:solidFill>
              <a:srgbClr val="FFF7B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8" name="rc2348"/>
            <p:cNvSpPr/>
            <p:nvPr/>
          </p:nvSpPr>
          <p:spPr>
            <a:xfrm>
              <a:off x="2021614" y="4631180"/>
              <a:ext cx="118689" cy="91468"/>
            </a:xfrm>
            <a:prstGeom prst="rect">
              <a:avLst/>
            </a:prstGeom>
            <a:solidFill>
              <a:srgbClr val="BCDAE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9" name="rc2349"/>
            <p:cNvSpPr/>
            <p:nvPr/>
          </p:nvSpPr>
          <p:spPr>
            <a:xfrm>
              <a:off x="2021614" y="5820275"/>
              <a:ext cx="118689" cy="91468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0" name="rc2350"/>
            <p:cNvSpPr/>
            <p:nvPr/>
          </p:nvSpPr>
          <p:spPr>
            <a:xfrm>
              <a:off x="2021614" y="5545869"/>
              <a:ext cx="118689" cy="91468"/>
            </a:xfrm>
            <a:prstGeom prst="rect">
              <a:avLst/>
            </a:prstGeom>
            <a:solidFill>
              <a:srgbClr val="CB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1" name="rc2351"/>
            <p:cNvSpPr/>
            <p:nvPr/>
          </p:nvSpPr>
          <p:spPr>
            <a:xfrm>
              <a:off x="2021614" y="5271462"/>
              <a:ext cx="118689" cy="91468"/>
            </a:xfrm>
            <a:prstGeom prst="rect">
              <a:avLst/>
            </a:prstGeom>
            <a:solidFill>
              <a:srgbClr val="E2F4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2" name="rc2352"/>
            <p:cNvSpPr/>
            <p:nvPr/>
          </p:nvSpPr>
          <p:spPr>
            <a:xfrm>
              <a:off x="2021614" y="5637337"/>
              <a:ext cx="118689" cy="91468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3" name="rc2353"/>
            <p:cNvSpPr/>
            <p:nvPr/>
          </p:nvSpPr>
          <p:spPr>
            <a:xfrm>
              <a:off x="2021614" y="5454400"/>
              <a:ext cx="118689" cy="91468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4" name="rc2354"/>
            <p:cNvSpPr/>
            <p:nvPr/>
          </p:nvSpPr>
          <p:spPr>
            <a:xfrm>
              <a:off x="2021614" y="4905586"/>
              <a:ext cx="118689" cy="91468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5" name="rc2355"/>
            <p:cNvSpPr/>
            <p:nvPr/>
          </p:nvSpPr>
          <p:spPr>
            <a:xfrm>
              <a:off x="2021614" y="5911744"/>
              <a:ext cx="118689" cy="91468"/>
            </a:xfrm>
            <a:prstGeom prst="rect">
              <a:avLst/>
            </a:prstGeom>
            <a:solidFill>
              <a:srgbClr val="FFE89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6" name="rc2356"/>
            <p:cNvSpPr/>
            <p:nvPr/>
          </p:nvSpPr>
          <p:spPr>
            <a:xfrm>
              <a:off x="2021614" y="6277620"/>
              <a:ext cx="118689" cy="91468"/>
            </a:xfrm>
            <a:prstGeom prst="rect">
              <a:avLst/>
            </a:prstGeom>
            <a:solidFill>
              <a:srgbClr val="CEE7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7" name="rc2357"/>
            <p:cNvSpPr/>
            <p:nvPr/>
          </p:nvSpPr>
          <p:spPr>
            <a:xfrm>
              <a:off x="2021614" y="7009371"/>
              <a:ext cx="118689" cy="91468"/>
            </a:xfrm>
            <a:prstGeom prst="rect">
              <a:avLst/>
            </a:prstGeom>
            <a:solidFill>
              <a:srgbClr val="8CBA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8" name="rc2358"/>
            <p:cNvSpPr/>
            <p:nvPr/>
          </p:nvSpPr>
          <p:spPr>
            <a:xfrm>
              <a:off x="2021614" y="6643495"/>
              <a:ext cx="118689" cy="91468"/>
            </a:xfrm>
            <a:prstGeom prst="rect">
              <a:avLst/>
            </a:prstGeom>
            <a:solidFill>
              <a:srgbClr val="85B2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9" name="rc2359"/>
            <p:cNvSpPr/>
            <p:nvPr/>
          </p:nvSpPr>
          <p:spPr>
            <a:xfrm>
              <a:off x="2021614" y="6003213"/>
              <a:ext cx="118689" cy="91468"/>
            </a:xfrm>
            <a:prstGeom prst="rect">
              <a:avLst/>
            </a:prstGeom>
            <a:solidFill>
              <a:srgbClr val="95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0" name="rc2360"/>
            <p:cNvSpPr/>
            <p:nvPr/>
          </p:nvSpPr>
          <p:spPr>
            <a:xfrm>
              <a:off x="2021614" y="4814118"/>
              <a:ext cx="118689" cy="91468"/>
            </a:xfrm>
            <a:prstGeom prst="rect">
              <a:avLst/>
            </a:prstGeom>
            <a:solidFill>
              <a:srgbClr val="618DC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1" name="rc2361"/>
            <p:cNvSpPr/>
            <p:nvPr/>
          </p:nvSpPr>
          <p:spPr>
            <a:xfrm>
              <a:off x="2021614" y="6552026"/>
              <a:ext cx="118689" cy="91468"/>
            </a:xfrm>
            <a:prstGeom prst="rect">
              <a:avLst/>
            </a:prstGeom>
            <a:solidFill>
              <a:srgbClr val="C8E3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2" name="rc2362"/>
            <p:cNvSpPr/>
            <p:nvPr/>
          </p:nvSpPr>
          <p:spPr>
            <a:xfrm>
              <a:off x="2021614" y="6369089"/>
              <a:ext cx="118689" cy="91468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3" name="rc2363"/>
            <p:cNvSpPr/>
            <p:nvPr/>
          </p:nvSpPr>
          <p:spPr>
            <a:xfrm>
              <a:off x="2140303" y="5088524"/>
              <a:ext cx="118689" cy="91468"/>
            </a:xfrm>
            <a:prstGeom prst="rect">
              <a:avLst/>
            </a:prstGeom>
            <a:solidFill>
              <a:srgbClr val="6793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4" name="rc2364"/>
            <p:cNvSpPr/>
            <p:nvPr/>
          </p:nvSpPr>
          <p:spPr>
            <a:xfrm>
              <a:off x="2140303" y="6186151"/>
              <a:ext cx="118689" cy="91468"/>
            </a:xfrm>
            <a:prstGeom prst="rect">
              <a:avLst/>
            </a:prstGeom>
            <a:solidFill>
              <a:srgbClr val="85B2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5" name="rc2365"/>
            <p:cNvSpPr/>
            <p:nvPr/>
          </p:nvSpPr>
          <p:spPr>
            <a:xfrm>
              <a:off x="2140303" y="6460557"/>
              <a:ext cx="118689" cy="91468"/>
            </a:xfrm>
            <a:prstGeom prst="rect">
              <a:avLst/>
            </a:prstGeom>
            <a:solidFill>
              <a:srgbClr val="E2F4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6" name="rc2366"/>
            <p:cNvSpPr/>
            <p:nvPr/>
          </p:nvSpPr>
          <p:spPr>
            <a:xfrm>
              <a:off x="2140303" y="7100840"/>
              <a:ext cx="118689" cy="91468"/>
            </a:xfrm>
            <a:prstGeom prst="rect">
              <a:avLst/>
            </a:prstGeom>
            <a:solidFill>
              <a:srgbClr val="94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7" name="rc2367"/>
            <p:cNvSpPr/>
            <p:nvPr/>
          </p:nvSpPr>
          <p:spPr>
            <a:xfrm>
              <a:off x="2140303" y="4722649"/>
              <a:ext cx="118689" cy="91468"/>
            </a:xfrm>
            <a:prstGeom prst="rect">
              <a:avLst/>
            </a:prstGeom>
            <a:solidFill>
              <a:srgbClr val="68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8" name="rc2368"/>
            <p:cNvSpPr/>
            <p:nvPr/>
          </p:nvSpPr>
          <p:spPr>
            <a:xfrm>
              <a:off x="2140303" y="6826433"/>
              <a:ext cx="118689" cy="91468"/>
            </a:xfrm>
            <a:prstGeom prst="rect">
              <a:avLst/>
            </a:prstGeom>
            <a:solidFill>
              <a:srgbClr val="92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9" name="rc2369"/>
            <p:cNvSpPr/>
            <p:nvPr/>
          </p:nvSpPr>
          <p:spPr>
            <a:xfrm>
              <a:off x="2140303" y="5179993"/>
              <a:ext cx="118689" cy="91468"/>
            </a:xfrm>
            <a:prstGeom prst="rect">
              <a:avLst/>
            </a:prstGeom>
            <a:solidFill>
              <a:srgbClr val="83B0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0" name="rc2370"/>
            <p:cNvSpPr/>
            <p:nvPr/>
          </p:nvSpPr>
          <p:spPr>
            <a:xfrm>
              <a:off x="2140303" y="4448242"/>
              <a:ext cx="118689" cy="91468"/>
            </a:xfrm>
            <a:prstGeom prst="rect">
              <a:avLst/>
            </a:prstGeom>
            <a:solidFill>
              <a:srgbClr val="8AB7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1" name="rc2371"/>
            <p:cNvSpPr/>
            <p:nvPr/>
          </p:nvSpPr>
          <p:spPr>
            <a:xfrm>
              <a:off x="2140303" y="5362931"/>
              <a:ext cx="118689" cy="91468"/>
            </a:xfrm>
            <a:prstGeom prst="rect">
              <a:avLst/>
            </a:prstGeom>
            <a:solidFill>
              <a:srgbClr val="E5F5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2" name="rc2372"/>
            <p:cNvSpPr/>
            <p:nvPr/>
          </p:nvSpPr>
          <p:spPr>
            <a:xfrm>
              <a:off x="2140303" y="6917902"/>
              <a:ext cx="118689" cy="91468"/>
            </a:xfrm>
            <a:prstGeom prst="rect">
              <a:avLst/>
            </a:prstGeom>
            <a:solidFill>
              <a:srgbClr val="87B4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3" name="rc2373"/>
            <p:cNvSpPr/>
            <p:nvPr/>
          </p:nvSpPr>
          <p:spPr>
            <a:xfrm>
              <a:off x="2140303" y="4539711"/>
              <a:ext cx="118689" cy="91468"/>
            </a:xfrm>
            <a:prstGeom prst="rect">
              <a:avLst/>
            </a:prstGeom>
            <a:solidFill>
              <a:srgbClr val="FFC57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4" name="rc2374"/>
            <p:cNvSpPr/>
            <p:nvPr/>
          </p:nvSpPr>
          <p:spPr>
            <a:xfrm>
              <a:off x="2140303" y="5728806"/>
              <a:ext cx="118689" cy="91468"/>
            </a:xfrm>
            <a:prstGeom prst="rect">
              <a:avLst/>
            </a:prstGeom>
            <a:solidFill>
              <a:srgbClr val="AED2E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5" name="rc2375"/>
            <p:cNvSpPr/>
            <p:nvPr/>
          </p:nvSpPr>
          <p:spPr>
            <a:xfrm>
              <a:off x="2140303" y="6094682"/>
              <a:ext cx="118689" cy="91468"/>
            </a:xfrm>
            <a:prstGeom prst="rect">
              <a:avLst/>
            </a:prstGeom>
            <a:solidFill>
              <a:srgbClr val="6E9A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6" name="rc2376"/>
            <p:cNvSpPr/>
            <p:nvPr/>
          </p:nvSpPr>
          <p:spPr>
            <a:xfrm>
              <a:off x="2140303" y="4356773"/>
              <a:ext cx="118689" cy="91468"/>
            </a:xfrm>
            <a:prstGeom prst="rect">
              <a:avLst/>
            </a:prstGeom>
            <a:solidFill>
              <a:srgbClr val="F1F9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7" name="rc2377"/>
            <p:cNvSpPr/>
            <p:nvPr/>
          </p:nvSpPr>
          <p:spPr>
            <a:xfrm>
              <a:off x="2140303" y="4631180"/>
              <a:ext cx="118689" cy="91468"/>
            </a:xfrm>
            <a:prstGeom prst="rect">
              <a:avLst/>
            </a:prstGeom>
            <a:solidFill>
              <a:srgbClr val="C6E2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8" name="rc2378"/>
            <p:cNvSpPr/>
            <p:nvPr/>
          </p:nvSpPr>
          <p:spPr>
            <a:xfrm>
              <a:off x="2140303" y="5820275"/>
              <a:ext cx="118689" cy="91468"/>
            </a:xfrm>
            <a:prstGeom prst="rect">
              <a:avLst/>
            </a:prstGeom>
            <a:solidFill>
              <a:srgbClr val="6692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9" name="rc2379"/>
            <p:cNvSpPr/>
            <p:nvPr/>
          </p:nvSpPr>
          <p:spPr>
            <a:xfrm>
              <a:off x="2140303" y="5545869"/>
              <a:ext cx="118689" cy="91468"/>
            </a:xfrm>
            <a:prstGeom prst="rect">
              <a:avLst/>
            </a:prstGeom>
            <a:solidFill>
              <a:srgbClr val="CB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0" name="rc2380"/>
            <p:cNvSpPr/>
            <p:nvPr/>
          </p:nvSpPr>
          <p:spPr>
            <a:xfrm>
              <a:off x="2140303" y="5271462"/>
              <a:ext cx="118689" cy="91468"/>
            </a:xfrm>
            <a:prstGeom prst="rect">
              <a:avLst/>
            </a:prstGeom>
            <a:solidFill>
              <a:srgbClr val="FFF8B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1" name="rc2381"/>
            <p:cNvSpPr/>
            <p:nvPr/>
          </p:nvSpPr>
          <p:spPr>
            <a:xfrm>
              <a:off x="2140303" y="5637337"/>
              <a:ext cx="118689" cy="91468"/>
            </a:xfrm>
            <a:prstGeom prst="rect">
              <a:avLst/>
            </a:prstGeom>
            <a:solidFill>
              <a:srgbClr val="7EAA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2" name="rc2382"/>
            <p:cNvSpPr/>
            <p:nvPr/>
          </p:nvSpPr>
          <p:spPr>
            <a:xfrm>
              <a:off x="2140303" y="5454400"/>
              <a:ext cx="118689" cy="91468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3" name="rc2383"/>
            <p:cNvSpPr/>
            <p:nvPr/>
          </p:nvSpPr>
          <p:spPr>
            <a:xfrm>
              <a:off x="2140303" y="4905586"/>
              <a:ext cx="118689" cy="91468"/>
            </a:xfrm>
            <a:prstGeom prst="rect">
              <a:avLst/>
            </a:prstGeom>
            <a:solidFill>
              <a:srgbClr val="CA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4" name="rc2384"/>
            <p:cNvSpPr/>
            <p:nvPr/>
          </p:nvSpPr>
          <p:spPr>
            <a:xfrm>
              <a:off x="2140303" y="5911744"/>
              <a:ext cx="118689" cy="91468"/>
            </a:xfrm>
            <a:prstGeom prst="rect">
              <a:avLst/>
            </a:prstGeom>
            <a:solidFill>
              <a:srgbClr val="80AC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5" name="rc2385"/>
            <p:cNvSpPr/>
            <p:nvPr/>
          </p:nvSpPr>
          <p:spPr>
            <a:xfrm>
              <a:off x="2140303" y="6277620"/>
              <a:ext cx="118689" cy="91468"/>
            </a:xfrm>
            <a:prstGeom prst="rect">
              <a:avLst/>
            </a:prstGeom>
            <a:solidFill>
              <a:srgbClr val="78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6" name="rc2386"/>
            <p:cNvSpPr/>
            <p:nvPr/>
          </p:nvSpPr>
          <p:spPr>
            <a:xfrm>
              <a:off x="2140303" y="7009371"/>
              <a:ext cx="118689" cy="91468"/>
            </a:xfrm>
            <a:prstGeom prst="rect">
              <a:avLst/>
            </a:prstGeom>
            <a:solidFill>
              <a:srgbClr val="8AB7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7" name="rc2387"/>
            <p:cNvSpPr/>
            <p:nvPr/>
          </p:nvSpPr>
          <p:spPr>
            <a:xfrm>
              <a:off x="2140303" y="6643495"/>
              <a:ext cx="118689" cy="91468"/>
            </a:xfrm>
            <a:prstGeom prst="rect">
              <a:avLst/>
            </a:prstGeom>
            <a:solidFill>
              <a:srgbClr val="79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8" name="rc2388"/>
            <p:cNvSpPr/>
            <p:nvPr/>
          </p:nvSpPr>
          <p:spPr>
            <a:xfrm>
              <a:off x="2140303" y="6003213"/>
              <a:ext cx="118689" cy="91468"/>
            </a:xfrm>
            <a:prstGeom prst="rect">
              <a:avLst/>
            </a:prstGeom>
            <a:solidFill>
              <a:srgbClr val="99C4D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9" name="rc2389"/>
            <p:cNvSpPr/>
            <p:nvPr/>
          </p:nvSpPr>
          <p:spPr>
            <a:xfrm>
              <a:off x="2140303" y="4814118"/>
              <a:ext cx="118689" cy="91468"/>
            </a:xfrm>
            <a:prstGeom prst="rect">
              <a:avLst/>
            </a:prstGeom>
            <a:solidFill>
              <a:srgbClr val="E1F3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0" name="rc2390"/>
            <p:cNvSpPr/>
            <p:nvPr/>
          </p:nvSpPr>
          <p:spPr>
            <a:xfrm>
              <a:off x="2140303" y="6734964"/>
              <a:ext cx="118689" cy="91468"/>
            </a:xfrm>
            <a:prstGeom prst="rect">
              <a:avLst/>
            </a:prstGeom>
            <a:solidFill>
              <a:srgbClr val="D7302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1" name="rc2391"/>
            <p:cNvSpPr/>
            <p:nvPr/>
          </p:nvSpPr>
          <p:spPr>
            <a:xfrm>
              <a:off x="2140303" y="6552026"/>
              <a:ext cx="118689" cy="91468"/>
            </a:xfrm>
            <a:prstGeom prst="rect">
              <a:avLst/>
            </a:prstGeom>
            <a:solidFill>
              <a:srgbClr val="C5E1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2" name="rc2392"/>
            <p:cNvSpPr/>
            <p:nvPr/>
          </p:nvSpPr>
          <p:spPr>
            <a:xfrm>
              <a:off x="2140303" y="6369089"/>
              <a:ext cx="118689" cy="91468"/>
            </a:xfrm>
            <a:prstGeom prst="rect">
              <a:avLst/>
            </a:prstGeom>
            <a:solidFill>
              <a:srgbClr val="6995C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3" name="rc2393"/>
            <p:cNvSpPr/>
            <p:nvPr/>
          </p:nvSpPr>
          <p:spPr>
            <a:xfrm>
              <a:off x="2258993" y="5088524"/>
              <a:ext cx="118689" cy="91468"/>
            </a:xfrm>
            <a:prstGeom prst="rect">
              <a:avLst/>
            </a:prstGeom>
            <a:solidFill>
              <a:srgbClr val="FCFD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4" name="rc2394"/>
            <p:cNvSpPr/>
            <p:nvPr/>
          </p:nvSpPr>
          <p:spPr>
            <a:xfrm>
              <a:off x="2258993" y="6186151"/>
              <a:ext cx="118689" cy="91468"/>
            </a:xfrm>
            <a:prstGeom prst="rect">
              <a:avLst/>
            </a:prstGeom>
            <a:solidFill>
              <a:srgbClr val="E0F3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5" name="rc2395"/>
            <p:cNvSpPr/>
            <p:nvPr/>
          </p:nvSpPr>
          <p:spPr>
            <a:xfrm>
              <a:off x="2258993" y="6460557"/>
              <a:ext cx="118689" cy="91468"/>
            </a:xfrm>
            <a:prstGeom prst="rect">
              <a:avLst/>
            </a:prstGeom>
            <a:solidFill>
              <a:srgbClr val="8EBB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6" name="rc2396"/>
            <p:cNvSpPr/>
            <p:nvPr/>
          </p:nvSpPr>
          <p:spPr>
            <a:xfrm>
              <a:off x="2258993" y="7100840"/>
              <a:ext cx="118689" cy="91468"/>
            </a:xfrm>
            <a:prstGeom prst="rect">
              <a:avLst/>
            </a:prstGeom>
            <a:solidFill>
              <a:srgbClr val="98C3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7" name="rc2397"/>
            <p:cNvSpPr/>
            <p:nvPr/>
          </p:nvSpPr>
          <p:spPr>
            <a:xfrm>
              <a:off x="2258993" y="4722649"/>
              <a:ext cx="118689" cy="91468"/>
            </a:xfrm>
            <a:prstGeom prst="rect">
              <a:avLst/>
            </a:prstGeom>
            <a:solidFill>
              <a:srgbClr val="5986B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8" name="rc2398"/>
            <p:cNvSpPr/>
            <p:nvPr/>
          </p:nvSpPr>
          <p:spPr>
            <a:xfrm>
              <a:off x="2258993" y="6826433"/>
              <a:ext cx="118689" cy="91468"/>
            </a:xfrm>
            <a:prstGeom prst="rect">
              <a:avLst/>
            </a:prstGeom>
            <a:solidFill>
              <a:srgbClr val="99C4D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9" name="rc2399"/>
            <p:cNvSpPr/>
            <p:nvPr/>
          </p:nvSpPr>
          <p:spPr>
            <a:xfrm>
              <a:off x="2258993" y="5179993"/>
              <a:ext cx="118689" cy="91468"/>
            </a:xfrm>
            <a:prstGeom prst="rect">
              <a:avLst/>
            </a:prstGeom>
            <a:solidFill>
              <a:srgbClr val="85B2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0" name="rc2400"/>
            <p:cNvSpPr/>
            <p:nvPr/>
          </p:nvSpPr>
          <p:spPr>
            <a:xfrm>
              <a:off x="2258993" y="4448242"/>
              <a:ext cx="118689" cy="91468"/>
            </a:xfrm>
            <a:prstGeom prst="rect">
              <a:avLst/>
            </a:prstGeom>
            <a:solidFill>
              <a:srgbClr val="EAF6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1" name="rc2401"/>
            <p:cNvSpPr/>
            <p:nvPr/>
          </p:nvSpPr>
          <p:spPr>
            <a:xfrm>
              <a:off x="2258993" y="5362931"/>
              <a:ext cx="118689" cy="91468"/>
            </a:xfrm>
            <a:prstGeom prst="rect">
              <a:avLst/>
            </a:prstGeom>
            <a:solidFill>
              <a:srgbClr val="9EC7E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2" name="rc2402"/>
            <p:cNvSpPr/>
            <p:nvPr/>
          </p:nvSpPr>
          <p:spPr>
            <a:xfrm>
              <a:off x="2258993" y="6917902"/>
              <a:ext cx="118689" cy="91468"/>
            </a:xfrm>
            <a:prstGeom prst="rect">
              <a:avLst/>
            </a:prstGeom>
            <a:solidFill>
              <a:srgbClr val="8AB7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3" name="rc2403"/>
            <p:cNvSpPr/>
            <p:nvPr/>
          </p:nvSpPr>
          <p:spPr>
            <a:xfrm>
              <a:off x="2258993" y="4539711"/>
              <a:ext cx="118689" cy="91468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4" name="rc2404"/>
            <p:cNvSpPr/>
            <p:nvPr/>
          </p:nvSpPr>
          <p:spPr>
            <a:xfrm>
              <a:off x="2258993" y="5728806"/>
              <a:ext cx="118689" cy="91468"/>
            </a:xfrm>
            <a:prstGeom prst="rect">
              <a:avLst/>
            </a:prstGeom>
            <a:solidFill>
              <a:srgbClr val="FBFD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5" name="rc2405"/>
            <p:cNvSpPr/>
            <p:nvPr/>
          </p:nvSpPr>
          <p:spPr>
            <a:xfrm>
              <a:off x="2258993" y="6094682"/>
              <a:ext cx="118689" cy="91468"/>
            </a:xfrm>
            <a:prstGeom prst="rect">
              <a:avLst/>
            </a:prstGeom>
            <a:solidFill>
              <a:srgbClr val="ECF7E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6" name="rc2406"/>
            <p:cNvSpPr/>
            <p:nvPr/>
          </p:nvSpPr>
          <p:spPr>
            <a:xfrm>
              <a:off x="2258993" y="4356773"/>
              <a:ext cx="118689" cy="91468"/>
            </a:xfrm>
            <a:prstGeom prst="rect">
              <a:avLst/>
            </a:prstGeom>
            <a:solidFill>
              <a:srgbClr val="FFEFA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7" name="rc2407"/>
            <p:cNvSpPr/>
            <p:nvPr/>
          </p:nvSpPr>
          <p:spPr>
            <a:xfrm>
              <a:off x="2258993" y="4631180"/>
              <a:ext cx="118689" cy="91468"/>
            </a:xfrm>
            <a:prstGeom prst="rect">
              <a:avLst/>
            </a:prstGeom>
            <a:solidFill>
              <a:srgbClr val="C5E0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8" name="rc2408"/>
            <p:cNvSpPr/>
            <p:nvPr/>
          </p:nvSpPr>
          <p:spPr>
            <a:xfrm>
              <a:off x="2258993" y="5820275"/>
              <a:ext cx="118689" cy="91468"/>
            </a:xfrm>
            <a:prstGeom prst="rect">
              <a:avLst/>
            </a:prstGeom>
            <a:solidFill>
              <a:srgbClr val="638FC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9" name="rc2409"/>
            <p:cNvSpPr/>
            <p:nvPr/>
          </p:nvSpPr>
          <p:spPr>
            <a:xfrm>
              <a:off x="2258993" y="5545869"/>
              <a:ext cx="118689" cy="91468"/>
            </a:xfrm>
            <a:prstGeom prst="rect">
              <a:avLst/>
            </a:prstGeom>
            <a:solidFill>
              <a:srgbClr val="F9FC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0" name="rc2410"/>
            <p:cNvSpPr/>
            <p:nvPr/>
          </p:nvSpPr>
          <p:spPr>
            <a:xfrm>
              <a:off x="2258993" y="5271462"/>
              <a:ext cx="118689" cy="91468"/>
            </a:xfrm>
            <a:prstGeom prst="rect">
              <a:avLst/>
            </a:prstGeom>
            <a:solidFill>
              <a:srgbClr val="8CBA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1" name="rc2411"/>
            <p:cNvSpPr/>
            <p:nvPr/>
          </p:nvSpPr>
          <p:spPr>
            <a:xfrm>
              <a:off x="2258993" y="5637337"/>
              <a:ext cx="118689" cy="91468"/>
            </a:xfrm>
            <a:prstGeom prst="rect">
              <a:avLst/>
            </a:prstGeom>
            <a:solidFill>
              <a:srgbClr val="D0E8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2" name="rc2412"/>
            <p:cNvSpPr/>
            <p:nvPr/>
          </p:nvSpPr>
          <p:spPr>
            <a:xfrm>
              <a:off x="2258993" y="4997055"/>
              <a:ext cx="118689" cy="91468"/>
            </a:xfrm>
            <a:prstGeom prst="rect">
              <a:avLst/>
            </a:prstGeom>
            <a:solidFill>
              <a:srgbClr val="CCE6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3" name="rc2413"/>
            <p:cNvSpPr/>
            <p:nvPr/>
          </p:nvSpPr>
          <p:spPr>
            <a:xfrm>
              <a:off x="2258993" y="5454400"/>
              <a:ext cx="118689" cy="91468"/>
            </a:xfrm>
            <a:prstGeom prst="rect">
              <a:avLst/>
            </a:prstGeom>
            <a:solidFill>
              <a:srgbClr val="7BA7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4" name="rc2414"/>
            <p:cNvSpPr/>
            <p:nvPr/>
          </p:nvSpPr>
          <p:spPr>
            <a:xfrm>
              <a:off x="2258993" y="4905586"/>
              <a:ext cx="118689" cy="91468"/>
            </a:xfrm>
            <a:prstGeom prst="rect">
              <a:avLst/>
            </a:prstGeom>
            <a:solidFill>
              <a:srgbClr val="C4E0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5" name="rc2415"/>
            <p:cNvSpPr/>
            <p:nvPr/>
          </p:nvSpPr>
          <p:spPr>
            <a:xfrm>
              <a:off x="2258993" y="5911744"/>
              <a:ext cx="118689" cy="91468"/>
            </a:xfrm>
            <a:prstGeom prst="rect">
              <a:avLst/>
            </a:prstGeom>
            <a:solidFill>
              <a:srgbClr val="D2E9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6" name="rc2416"/>
            <p:cNvSpPr/>
            <p:nvPr/>
          </p:nvSpPr>
          <p:spPr>
            <a:xfrm>
              <a:off x="2258993" y="6277620"/>
              <a:ext cx="118689" cy="91468"/>
            </a:xfrm>
            <a:prstGeom prst="rect">
              <a:avLst/>
            </a:prstGeom>
            <a:solidFill>
              <a:srgbClr val="FFD28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7" name="rc2417"/>
            <p:cNvSpPr/>
            <p:nvPr/>
          </p:nvSpPr>
          <p:spPr>
            <a:xfrm>
              <a:off x="2258993" y="7009371"/>
              <a:ext cx="118689" cy="91468"/>
            </a:xfrm>
            <a:prstGeom prst="rect">
              <a:avLst/>
            </a:prstGeom>
            <a:solidFill>
              <a:srgbClr val="87B4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8" name="rc2418"/>
            <p:cNvSpPr/>
            <p:nvPr/>
          </p:nvSpPr>
          <p:spPr>
            <a:xfrm>
              <a:off x="2258993" y="6643495"/>
              <a:ext cx="118689" cy="91468"/>
            </a:xfrm>
            <a:prstGeom prst="rect">
              <a:avLst/>
            </a:prstGeom>
            <a:solidFill>
              <a:srgbClr val="F8FC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9" name="rc2419"/>
            <p:cNvSpPr/>
            <p:nvPr/>
          </p:nvSpPr>
          <p:spPr>
            <a:xfrm>
              <a:off x="2258993" y="6003213"/>
              <a:ext cx="118689" cy="91468"/>
            </a:xfrm>
            <a:prstGeom prst="rect">
              <a:avLst/>
            </a:prstGeom>
            <a:solidFill>
              <a:srgbClr val="99C4D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0" name="rc2420"/>
            <p:cNvSpPr/>
            <p:nvPr/>
          </p:nvSpPr>
          <p:spPr>
            <a:xfrm>
              <a:off x="2258993" y="4814118"/>
              <a:ext cx="118689" cy="91468"/>
            </a:xfrm>
            <a:prstGeom prst="rect">
              <a:avLst/>
            </a:prstGeom>
            <a:solidFill>
              <a:srgbClr val="5C89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1" name="rc2421"/>
            <p:cNvSpPr/>
            <p:nvPr/>
          </p:nvSpPr>
          <p:spPr>
            <a:xfrm>
              <a:off x="2258993" y="6734964"/>
              <a:ext cx="118689" cy="91468"/>
            </a:xfrm>
            <a:prstGeom prst="rect">
              <a:avLst/>
            </a:prstGeom>
            <a:solidFill>
              <a:srgbClr val="739F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2" name="rc2422"/>
            <p:cNvSpPr/>
            <p:nvPr/>
          </p:nvSpPr>
          <p:spPr>
            <a:xfrm>
              <a:off x="2258993" y="6552026"/>
              <a:ext cx="118689" cy="91468"/>
            </a:xfrm>
            <a:prstGeom prst="rect">
              <a:avLst/>
            </a:prstGeom>
            <a:solidFill>
              <a:srgbClr val="F3FA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3" name="rc2423"/>
            <p:cNvSpPr/>
            <p:nvPr/>
          </p:nvSpPr>
          <p:spPr>
            <a:xfrm>
              <a:off x="2258993" y="6369089"/>
              <a:ext cx="118689" cy="91468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4" name="rc2424"/>
            <p:cNvSpPr/>
            <p:nvPr/>
          </p:nvSpPr>
          <p:spPr>
            <a:xfrm>
              <a:off x="2377683" y="5088524"/>
              <a:ext cx="118689" cy="91468"/>
            </a:xfrm>
            <a:prstGeom prst="rect">
              <a:avLst/>
            </a:prstGeom>
            <a:solidFill>
              <a:srgbClr val="ABD0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5" name="rc2425"/>
            <p:cNvSpPr/>
            <p:nvPr/>
          </p:nvSpPr>
          <p:spPr>
            <a:xfrm>
              <a:off x="2377683" y="6186151"/>
              <a:ext cx="118689" cy="91468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6" name="rc2426"/>
            <p:cNvSpPr/>
            <p:nvPr/>
          </p:nvSpPr>
          <p:spPr>
            <a:xfrm>
              <a:off x="2377683" y="6460557"/>
              <a:ext cx="118689" cy="91468"/>
            </a:xfrm>
            <a:prstGeom prst="rect">
              <a:avLst/>
            </a:prstGeom>
            <a:solidFill>
              <a:srgbClr val="94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7" name="rc2427"/>
            <p:cNvSpPr/>
            <p:nvPr/>
          </p:nvSpPr>
          <p:spPr>
            <a:xfrm>
              <a:off x="2377683" y="7100840"/>
              <a:ext cx="118689" cy="91468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8" name="rc2428"/>
            <p:cNvSpPr/>
            <p:nvPr/>
          </p:nvSpPr>
          <p:spPr>
            <a:xfrm>
              <a:off x="2377683" y="4722649"/>
              <a:ext cx="118689" cy="91468"/>
            </a:xfrm>
            <a:prstGeom prst="rect">
              <a:avLst/>
            </a:prstGeom>
            <a:solidFill>
              <a:srgbClr val="A2C9E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9" name="rc2429"/>
            <p:cNvSpPr/>
            <p:nvPr/>
          </p:nvSpPr>
          <p:spPr>
            <a:xfrm>
              <a:off x="2377683" y="6826433"/>
              <a:ext cx="118689" cy="91468"/>
            </a:xfrm>
            <a:prstGeom prst="rect">
              <a:avLst/>
            </a:prstGeom>
            <a:solidFill>
              <a:srgbClr val="95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0" name="rc2430"/>
            <p:cNvSpPr/>
            <p:nvPr/>
          </p:nvSpPr>
          <p:spPr>
            <a:xfrm>
              <a:off x="2377683" y="5179993"/>
              <a:ext cx="118689" cy="91468"/>
            </a:xfrm>
            <a:prstGeom prst="rect">
              <a:avLst/>
            </a:prstGeom>
            <a:solidFill>
              <a:srgbClr val="FFFF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1" name="rc2431"/>
            <p:cNvSpPr/>
            <p:nvPr/>
          </p:nvSpPr>
          <p:spPr>
            <a:xfrm>
              <a:off x="2377683" y="4448242"/>
              <a:ext cx="118689" cy="91468"/>
            </a:xfrm>
            <a:prstGeom prst="rect">
              <a:avLst/>
            </a:prstGeom>
            <a:solidFill>
              <a:srgbClr val="7FAC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2" name="rc2432"/>
            <p:cNvSpPr/>
            <p:nvPr/>
          </p:nvSpPr>
          <p:spPr>
            <a:xfrm>
              <a:off x="2377683" y="5362931"/>
              <a:ext cx="118689" cy="91468"/>
            </a:xfrm>
            <a:prstGeom prst="rect">
              <a:avLst/>
            </a:prstGeom>
            <a:solidFill>
              <a:srgbClr val="8EBC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3" name="rc2433"/>
            <p:cNvSpPr/>
            <p:nvPr/>
          </p:nvSpPr>
          <p:spPr>
            <a:xfrm>
              <a:off x="2377683" y="6917902"/>
              <a:ext cx="118689" cy="91468"/>
            </a:xfrm>
            <a:prstGeom prst="rect">
              <a:avLst/>
            </a:prstGeom>
            <a:solidFill>
              <a:srgbClr val="8DBA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4" name="rc2434"/>
            <p:cNvSpPr/>
            <p:nvPr/>
          </p:nvSpPr>
          <p:spPr>
            <a:xfrm>
              <a:off x="2377683" y="4539711"/>
              <a:ext cx="118689" cy="91468"/>
            </a:xfrm>
            <a:prstGeom prst="rect">
              <a:avLst/>
            </a:prstGeom>
            <a:solidFill>
              <a:srgbClr val="E6F5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5" name="rc2435"/>
            <p:cNvSpPr/>
            <p:nvPr/>
          </p:nvSpPr>
          <p:spPr>
            <a:xfrm>
              <a:off x="2377683" y="5728806"/>
              <a:ext cx="118689" cy="91468"/>
            </a:xfrm>
            <a:prstGeom prst="rect">
              <a:avLst/>
            </a:prstGeom>
            <a:solidFill>
              <a:srgbClr val="618DC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6" name="rc2436"/>
            <p:cNvSpPr/>
            <p:nvPr/>
          </p:nvSpPr>
          <p:spPr>
            <a:xfrm>
              <a:off x="2377683" y="6094682"/>
              <a:ext cx="118689" cy="91468"/>
            </a:xfrm>
            <a:prstGeom prst="rect">
              <a:avLst/>
            </a:prstGeom>
            <a:solidFill>
              <a:srgbClr val="6B97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7" name="rc2437"/>
            <p:cNvSpPr/>
            <p:nvPr/>
          </p:nvSpPr>
          <p:spPr>
            <a:xfrm>
              <a:off x="2377683" y="4356773"/>
              <a:ext cx="118689" cy="91468"/>
            </a:xfrm>
            <a:prstGeom prst="rect">
              <a:avLst/>
            </a:prstGeom>
            <a:solidFill>
              <a:srgbClr val="FFF7B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8" name="rc2438"/>
            <p:cNvSpPr/>
            <p:nvPr/>
          </p:nvSpPr>
          <p:spPr>
            <a:xfrm>
              <a:off x="2377683" y="4631180"/>
              <a:ext cx="118689" cy="91468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9" name="rc2439"/>
            <p:cNvSpPr/>
            <p:nvPr/>
          </p:nvSpPr>
          <p:spPr>
            <a:xfrm>
              <a:off x="2377683" y="5820275"/>
              <a:ext cx="118689" cy="91468"/>
            </a:xfrm>
            <a:prstGeom prst="rect">
              <a:avLst/>
            </a:prstGeom>
            <a:solidFill>
              <a:srgbClr val="628FC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0" name="rc2440"/>
            <p:cNvSpPr/>
            <p:nvPr/>
          </p:nvSpPr>
          <p:spPr>
            <a:xfrm>
              <a:off x="2377683" y="5545869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1" name="rc2441"/>
            <p:cNvSpPr/>
            <p:nvPr/>
          </p:nvSpPr>
          <p:spPr>
            <a:xfrm>
              <a:off x="2377683" y="5271462"/>
              <a:ext cx="118689" cy="91468"/>
            </a:xfrm>
            <a:prstGeom prst="rect">
              <a:avLst/>
            </a:prstGeom>
            <a:solidFill>
              <a:srgbClr val="94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2" name="rc2442"/>
            <p:cNvSpPr/>
            <p:nvPr/>
          </p:nvSpPr>
          <p:spPr>
            <a:xfrm>
              <a:off x="2377683" y="5637337"/>
              <a:ext cx="118689" cy="91468"/>
            </a:xfrm>
            <a:prstGeom prst="rect">
              <a:avLst/>
            </a:prstGeom>
            <a:solidFill>
              <a:srgbClr val="FFEDA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3" name="rc2443"/>
            <p:cNvSpPr/>
            <p:nvPr/>
          </p:nvSpPr>
          <p:spPr>
            <a:xfrm>
              <a:off x="2377683" y="4997055"/>
              <a:ext cx="118689" cy="91468"/>
            </a:xfrm>
            <a:prstGeom prst="rect">
              <a:avLst/>
            </a:prstGeom>
            <a:solidFill>
              <a:srgbClr val="7BA7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4" name="rc2444"/>
            <p:cNvSpPr/>
            <p:nvPr/>
          </p:nvSpPr>
          <p:spPr>
            <a:xfrm>
              <a:off x="2377683" y="5454400"/>
              <a:ext cx="118689" cy="91468"/>
            </a:xfrm>
            <a:prstGeom prst="rect">
              <a:avLst/>
            </a:prstGeom>
            <a:solidFill>
              <a:srgbClr val="BEDC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5" name="rc2445"/>
            <p:cNvSpPr/>
            <p:nvPr/>
          </p:nvSpPr>
          <p:spPr>
            <a:xfrm>
              <a:off x="2377683" y="4905586"/>
              <a:ext cx="118689" cy="91468"/>
            </a:xfrm>
            <a:prstGeom prst="rect">
              <a:avLst/>
            </a:prstGeom>
            <a:solidFill>
              <a:srgbClr val="8CBA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6" name="rc2446"/>
            <p:cNvSpPr/>
            <p:nvPr/>
          </p:nvSpPr>
          <p:spPr>
            <a:xfrm>
              <a:off x="2377683" y="5911744"/>
              <a:ext cx="118689" cy="91468"/>
            </a:xfrm>
            <a:prstGeom prst="rect">
              <a:avLst/>
            </a:prstGeom>
            <a:solidFill>
              <a:srgbClr val="83B0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7" name="rc2447"/>
            <p:cNvSpPr/>
            <p:nvPr/>
          </p:nvSpPr>
          <p:spPr>
            <a:xfrm>
              <a:off x="2377683" y="6277620"/>
              <a:ext cx="118689" cy="91468"/>
            </a:xfrm>
            <a:prstGeom prst="rect">
              <a:avLst/>
            </a:prstGeom>
            <a:solidFill>
              <a:srgbClr val="FEDA8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8" name="rc2448"/>
            <p:cNvSpPr/>
            <p:nvPr/>
          </p:nvSpPr>
          <p:spPr>
            <a:xfrm>
              <a:off x="2377683" y="7009371"/>
              <a:ext cx="118689" cy="91468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9" name="rc2449"/>
            <p:cNvSpPr/>
            <p:nvPr/>
          </p:nvSpPr>
          <p:spPr>
            <a:xfrm>
              <a:off x="2377683" y="6643495"/>
              <a:ext cx="118689" cy="91468"/>
            </a:xfrm>
            <a:prstGeom prst="rect">
              <a:avLst/>
            </a:prstGeom>
            <a:solidFill>
              <a:srgbClr val="FFF1A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0" name="rc2450"/>
            <p:cNvSpPr/>
            <p:nvPr/>
          </p:nvSpPr>
          <p:spPr>
            <a:xfrm>
              <a:off x="2377683" y="6003213"/>
              <a:ext cx="118689" cy="91468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1" name="rc2451"/>
            <p:cNvSpPr/>
            <p:nvPr/>
          </p:nvSpPr>
          <p:spPr>
            <a:xfrm>
              <a:off x="2377683" y="4814118"/>
              <a:ext cx="118689" cy="91468"/>
            </a:xfrm>
            <a:prstGeom prst="rect">
              <a:avLst/>
            </a:prstGeom>
            <a:solidFill>
              <a:srgbClr val="D5EB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2" name="rc2452"/>
            <p:cNvSpPr/>
            <p:nvPr/>
          </p:nvSpPr>
          <p:spPr>
            <a:xfrm>
              <a:off x="2377683" y="6734964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3" name="rc2453"/>
            <p:cNvSpPr/>
            <p:nvPr/>
          </p:nvSpPr>
          <p:spPr>
            <a:xfrm>
              <a:off x="2377683" y="6552026"/>
              <a:ext cx="118689" cy="91468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4" name="rc2454"/>
            <p:cNvSpPr/>
            <p:nvPr/>
          </p:nvSpPr>
          <p:spPr>
            <a:xfrm>
              <a:off x="2377683" y="6369089"/>
              <a:ext cx="118689" cy="91468"/>
            </a:xfrm>
            <a:prstGeom prst="rect">
              <a:avLst/>
            </a:prstGeom>
            <a:solidFill>
              <a:srgbClr val="6B97C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5" name="rc2455"/>
            <p:cNvSpPr/>
            <p:nvPr/>
          </p:nvSpPr>
          <p:spPr>
            <a:xfrm>
              <a:off x="2496373" y="5088524"/>
              <a:ext cx="118689" cy="91468"/>
            </a:xfrm>
            <a:prstGeom prst="rect">
              <a:avLst/>
            </a:prstGeom>
            <a:solidFill>
              <a:srgbClr val="A4CBE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6" name="rc2456"/>
            <p:cNvSpPr/>
            <p:nvPr/>
          </p:nvSpPr>
          <p:spPr>
            <a:xfrm>
              <a:off x="2496373" y="6186151"/>
              <a:ext cx="118689" cy="91468"/>
            </a:xfrm>
            <a:prstGeom prst="rect">
              <a:avLst/>
            </a:prstGeom>
            <a:solidFill>
              <a:srgbClr val="FEE59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7" name="rc2457"/>
            <p:cNvSpPr/>
            <p:nvPr/>
          </p:nvSpPr>
          <p:spPr>
            <a:xfrm>
              <a:off x="2496373" y="6460557"/>
              <a:ext cx="118689" cy="91468"/>
            </a:xfrm>
            <a:prstGeom prst="rect">
              <a:avLst/>
            </a:prstGeom>
            <a:solidFill>
              <a:srgbClr val="8EBC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8" name="rc2458"/>
            <p:cNvSpPr/>
            <p:nvPr/>
          </p:nvSpPr>
          <p:spPr>
            <a:xfrm>
              <a:off x="2496373" y="7100840"/>
              <a:ext cx="118689" cy="91468"/>
            </a:xfrm>
            <a:prstGeom prst="rect">
              <a:avLst/>
            </a:prstGeom>
            <a:solidFill>
              <a:srgbClr val="8DBA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9" name="rc2459"/>
            <p:cNvSpPr/>
            <p:nvPr/>
          </p:nvSpPr>
          <p:spPr>
            <a:xfrm>
              <a:off x="2496373" y="4722649"/>
              <a:ext cx="118689" cy="91468"/>
            </a:xfrm>
            <a:prstGeom prst="rect">
              <a:avLst/>
            </a:prstGeom>
            <a:solidFill>
              <a:srgbClr val="9EC7E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0" name="rc2460"/>
            <p:cNvSpPr/>
            <p:nvPr/>
          </p:nvSpPr>
          <p:spPr>
            <a:xfrm>
              <a:off x="2496373" y="6826433"/>
              <a:ext cx="118689" cy="91468"/>
            </a:xfrm>
            <a:prstGeom prst="rect">
              <a:avLst/>
            </a:prstGeom>
            <a:solidFill>
              <a:srgbClr val="E6F5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1" name="rc2461"/>
            <p:cNvSpPr/>
            <p:nvPr/>
          </p:nvSpPr>
          <p:spPr>
            <a:xfrm>
              <a:off x="2496373" y="5179993"/>
              <a:ext cx="118689" cy="91468"/>
            </a:xfrm>
            <a:prstGeom prst="rect">
              <a:avLst/>
            </a:prstGeom>
            <a:solidFill>
              <a:srgbClr val="FFE79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2" name="rc2462"/>
            <p:cNvSpPr/>
            <p:nvPr/>
          </p:nvSpPr>
          <p:spPr>
            <a:xfrm>
              <a:off x="2496373" y="4448242"/>
              <a:ext cx="118689" cy="91468"/>
            </a:xfrm>
            <a:prstGeom prst="rect">
              <a:avLst/>
            </a:prstGeom>
            <a:solidFill>
              <a:srgbClr val="90BE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3" name="rc2463"/>
            <p:cNvSpPr/>
            <p:nvPr/>
          </p:nvSpPr>
          <p:spPr>
            <a:xfrm>
              <a:off x="2496373" y="5362931"/>
              <a:ext cx="118689" cy="91468"/>
            </a:xfrm>
            <a:prstGeom prst="rect">
              <a:avLst/>
            </a:prstGeom>
            <a:solidFill>
              <a:srgbClr val="8EBC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4" name="rc2464"/>
            <p:cNvSpPr/>
            <p:nvPr/>
          </p:nvSpPr>
          <p:spPr>
            <a:xfrm>
              <a:off x="2496373" y="6917902"/>
              <a:ext cx="118689" cy="91468"/>
            </a:xfrm>
            <a:prstGeom prst="rect">
              <a:avLst/>
            </a:prstGeom>
            <a:solidFill>
              <a:srgbClr val="8CBA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5" name="rc2465"/>
            <p:cNvSpPr/>
            <p:nvPr/>
          </p:nvSpPr>
          <p:spPr>
            <a:xfrm>
              <a:off x="2496373" y="4539711"/>
              <a:ext cx="118689" cy="91468"/>
            </a:xfrm>
            <a:prstGeom prst="rect">
              <a:avLst/>
            </a:prstGeom>
            <a:solidFill>
              <a:srgbClr val="8FBD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6" name="rc2466"/>
            <p:cNvSpPr/>
            <p:nvPr/>
          </p:nvSpPr>
          <p:spPr>
            <a:xfrm>
              <a:off x="2496373" y="5728806"/>
              <a:ext cx="118689" cy="91468"/>
            </a:xfrm>
            <a:prstGeom prst="rect">
              <a:avLst/>
            </a:prstGeom>
            <a:solidFill>
              <a:srgbClr val="E5F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7" name="rc2467"/>
            <p:cNvSpPr/>
            <p:nvPr/>
          </p:nvSpPr>
          <p:spPr>
            <a:xfrm>
              <a:off x="2496373" y="6094682"/>
              <a:ext cx="118689" cy="91468"/>
            </a:xfrm>
            <a:prstGeom prst="rect">
              <a:avLst/>
            </a:prstGeom>
            <a:solidFill>
              <a:srgbClr val="6995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8" name="rc2468"/>
            <p:cNvSpPr/>
            <p:nvPr/>
          </p:nvSpPr>
          <p:spPr>
            <a:xfrm>
              <a:off x="2496373" y="4356773"/>
              <a:ext cx="118689" cy="91468"/>
            </a:xfrm>
            <a:prstGeom prst="rect">
              <a:avLst/>
            </a:prstGeom>
            <a:solidFill>
              <a:srgbClr val="E2F4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9" name="rc2469"/>
            <p:cNvSpPr/>
            <p:nvPr/>
          </p:nvSpPr>
          <p:spPr>
            <a:xfrm>
              <a:off x="2496373" y="4631180"/>
              <a:ext cx="118689" cy="91468"/>
            </a:xfrm>
            <a:prstGeom prst="rect">
              <a:avLst/>
            </a:prstGeom>
            <a:solidFill>
              <a:srgbClr val="F1F9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0" name="rc2470"/>
            <p:cNvSpPr/>
            <p:nvPr/>
          </p:nvSpPr>
          <p:spPr>
            <a:xfrm>
              <a:off x="2496373" y="5820275"/>
              <a:ext cx="118689" cy="91468"/>
            </a:xfrm>
            <a:prstGeom prst="rect">
              <a:avLst/>
            </a:prstGeom>
            <a:solidFill>
              <a:srgbClr val="ABCF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1" name="rc2471"/>
            <p:cNvSpPr/>
            <p:nvPr/>
          </p:nvSpPr>
          <p:spPr>
            <a:xfrm>
              <a:off x="2496373" y="5545869"/>
              <a:ext cx="118689" cy="91468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2" name="rc2472"/>
            <p:cNvSpPr/>
            <p:nvPr/>
          </p:nvSpPr>
          <p:spPr>
            <a:xfrm>
              <a:off x="2496373" y="5271462"/>
              <a:ext cx="118689" cy="91468"/>
            </a:xfrm>
            <a:prstGeom prst="rect">
              <a:avLst/>
            </a:prstGeom>
            <a:solidFill>
              <a:srgbClr val="98C3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3" name="rc2473"/>
            <p:cNvSpPr/>
            <p:nvPr/>
          </p:nvSpPr>
          <p:spPr>
            <a:xfrm>
              <a:off x="2496373" y="5637337"/>
              <a:ext cx="118689" cy="91468"/>
            </a:xfrm>
            <a:prstGeom prst="rect">
              <a:avLst/>
            </a:prstGeom>
            <a:solidFill>
              <a:srgbClr val="7DA9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4" name="rc2474"/>
            <p:cNvSpPr/>
            <p:nvPr/>
          </p:nvSpPr>
          <p:spPr>
            <a:xfrm>
              <a:off x="2496373" y="4997055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5" name="rc2475"/>
            <p:cNvSpPr/>
            <p:nvPr/>
          </p:nvSpPr>
          <p:spPr>
            <a:xfrm>
              <a:off x="2496373" y="5454400"/>
              <a:ext cx="118689" cy="91468"/>
            </a:xfrm>
            <a:prstGeom prst="rect">
              <a:avLst/>
            </a:prstGeom>
            <a:solidFill>
              <a:srgbClr val="FE9E6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6" name="rc2476"/>
            <p:cNvSpPr/>
            <p:nvPr/>
          </p:nvSpPr>
          <p:spPr>
            <a:xfrm>
              <a:off x="2496373" y="4905586"/>
              <a:ext cx="118689" cy="91468"/>
            </a:xfrm>
            <a:prstGeom prst="rect">
              <a:avLst/>
            </a:prstGeom>
            <a:solidFill>
              <a:srgbClr val="4575B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7" name="rc2477"/>
            <p:cNvSpPr/>
            <p:nvPr/>
          </p:nvSpPr>
          <p:spPr>
            <a:xfrm>
              <a:off x="2496373" y="5911744"/>
              <a:ext cx="118689" cy="91468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8" name="rc2478"/>
            <p:cNvSpPr/>
            <p:nvPr/>
          </p:nvSpPr>
          <p:spPr>
            <a:xfrm>
              <a:off x="2496373" y="6277620"/>
              <a:ext cx="118689" cy="91468"/>
            </a:xfrm>
            <a:prstGeom prst="rect">
              <a:avLst/>
            </a:prstGeom>
            <a:solidFill>
              <a:srgbClr val="FEA86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9" name="rc2479"/>
            <p:cNvSpPr/>
            <p:nvPr/>
          </p:nvSpPr>
          <p:spPr>
            <a:xfrm>
              <a:off x="2496373" y="7009371"/>
              <a:ext cx="118689" cy="91468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0" name="rc2480"/>
            <p:cNvSpPr/>
            <p:nvPr/>
          </p:nvSpPr>
          <p:spPr>
            <a:xfrm>
              <a:off x="2496373" y="6643495"/>
              <a:ext cx="118689" cy="91468"/>
            </a:xfrm>
            <a:prstGeom prst="rect">
              <a:avLst/>
            </a:prstGeom>
            <a:solidFill>
              <a:srgbClr val="739F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1" name="rc2481"/>
            <p:cNvSpPr/>
            <p:nvPr/>
          </p:nvSpPr>
          <p:spPr>
            <a:xfrm>
              <a:off x="2496373" y="6003213"/>
              <a:ext cx="118689" cy="91468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2" name="rc2482"/>
            <p:cNvSpPr/>
            <p:nvPr/>
          </p:nvSpPr>
          <p:spPr>
            <a:xfrm>
              <a:off x="2496373" y="4814118"/>
              <a:ext cx="118689" cy="91468"/>
            </a:xfrm>
            <a:prstGeom prst="rect">
              <a:avLst/>
            </a:prstGeom>
            <a:solidFill>
              <a:srgbClr val="FEE59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3" name="rc2483"/>
            <p:cNvSpPr/>
            <p:nvPr/>
          </p:nvSpPr>
          <p:spPr>
            <a:xfrm>
              <a:off x="2496373" y="6734964"/>
              <a:ext cx="118689" cy="91468"/>
            </a:xfrm>
            <a:prstGeom prst="rect">
              <a:avLst/>
            </a:prstGeom>
            <a:solidFill>
              <a:srgbClr val="729E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4" name="rc2484"/>
            <p:cNvSpPr/>
            <p:nvPr/>
          </p:nvSpPr>
          <p:spPr>
            <a:xfrm>
              <a:off x="2496373" y="6552026"/>
              <a:ext cx="118689" cy="91468"/>
            </a:xfrm>
            <a:prstGeom prst="rect">
              <a:avLst/>
            </a:prstGeom>
            <a:solidFill>
              <a:srgbClr val="B6D7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5" name="rc2485"/>
            <p:cNvSpPr/>
            <p:nvPr/>
          </p:nvSpPr>
          <p:spPr>
            <a:xfrm>
              <a:off x="2496373" y="6369089"/>
              <a:ext cx="118689" cy="91468"/>
            </a:xfrm>
            <a:prstGeom prst="rect">
              <a:avLst/>
            </a:prstGeom>
            <a:solidFill>
              <a:srgbClr val="B6D6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6" name="rc2486"/>
            <p:cNvSpPr/>
            <p:nvPr/>
          </p:nvSpPr>
          <p:spPr>
            <a:xfrm>
              <a:off x="2615063" y="5088524"/>
              <a:ext cx="118689" cy="91468"/>
            </a:xfrm>
            <a:prstGeom prst="rect">
              <a:avLst/>
            </a:prstGeom>
            <a:solidFill>
              <a:srgbClr val="5D89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7" name="rc2487"/>
            <p:cNvSpPr/>
            <p:nvPr/>
          </p:nvSpPr>
          <p:spPr>
            <a:xfrm>
              <a:off x="2615063" y="6186151"/>
              <a:ext cx="118689" cy="91468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8" name="rc2488"/>
            <p:cNvSpPr/>
            <p:nvPr/>
          </p:nvSpPr>
          <p:spPr>
            <a:xfrm>
              <a:off x="2615063" y="6460557"/>
              <a:ext cx="118689" cy="91468"/>
            </a:xfrm>
            <a:prstGeom prst="rect">
              <a:avLst/>
            </a:prstGeom>
            <a:solidFill>
              <a:srgbClr val="8CBA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9" name="rc2489"/>
            <p:cNvSpPr/>
            <p:nvPr/>
          </p:nvSpPr>
          <p:spPr>
            <a:xfrm>
              <a:off x="2615063" y="7100840"/>
              <a:ext cx="118689" cy="91468"/>
            </a:xfrm>
            <a:prstGeom prst="rect">
              <a:avLst/>
            </a:prstGeom>
            <a:solidFill>
              <a:srgbClr val="E5F4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0" name="rc2490"/>
            <p:cNvSpPr/>
            <p:nvPr/>
          </p:nvSpPr>
          <p:spPr>
            <a:xfrm>
              <a:off x="2615063" y="4722649"/>
              <a:ext cx="118689" cy="91468"/>
            </a:xfrm>
            <a:prstGeom prst="rect">
              <a:avLst/>
            </a:prstGeom>
            <a:solidFill>
              <a:srgbClr val="A0C8E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1" name="rc2491"/>
            <p:cNvSpPr/>
            <p:nvPr/>
          </p:nvSpPr>
          <p:spPr>
            <a:xfrm>
              <a:off x="2615063" y="6826433"/>
              <a:ext cx="118689" cy="91468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2" name="rc2492"/>
            <p:cNvSpPr/>
            <p:nvPr/>
          </p:nvSpPr>
          <p:spPr>
            <a:xfrm>
              <a:off x="2615063" y="5179993"/>
              <a:ext cx="118689" cy="91468"/>
            </a:xfrm>
            <a:prstGeom prst="rect">
              <a:avLst/>
            </a:prstGeom>
            <a:solidFill>
              <a:srgbClr val="C8E2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3" name="rc2493"/>
            <p:cNvSpPr/>
            <p:nvPr/>
          </p:nvSpPr>
          <p:spPr>
            <a:xfrm>
              <a:off x="2615063" y="4448242"/>
              <a:ext cx="118689" cy="91468"/>
            </a:xfrm>
            <a:prstGeom prst="rect">
              <a:avLst/>
            </a:prstGeom>
            <a:solidFill>
              <a:srgbClr val="F8FC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4" name="rc2494"/>
            <p:cNvSpPr/>
            <p:nvPr/>
          </p:nvSpPr>
          <p:spPr>
            <a:xfrm>
              <a:off x="2615063" y="5362931"/>
              <a:ext cx="118689" cy="91468"/>
            </a:xfrm>
            <a:prstGeom prst="rect">
              <a:avLst/>
            </a:prstGeom>
            <a:solidFill>
              <a:srgbClr val="90BD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5" name="rc2495"/>
            <p:cNvSpPr/>
            <p:nvPr/>
          </p:nvSpPr>
          <p:spPr>
            <a:xfrm>
              <a:off x="2615063" y="6917902"/>
              <a:ext cx="118689" cy="91468"/>
            </a:xfrm>
            <a:prstGeom prst="rect">
              <a:avLst/>
            </a:prstGeom>
            <a:solidFill>
              <a:srgbClr val="8CBA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6" name="rc2496"/>
            <p:cNvSpPr/>
            <p:nvPr/>
          </p:nvSpPr>
          <p:spPr>
            <a:xfrm>
              <a:off x="2615063" y="4539711"/>
              <a:ext cx="118689" cy="91468"/>
            </a:xfrm>
            <a:prstGeom prst="rect">
              <a:avLst/>
            </a:prstGeom>
            <a:solidFill>
              <a:srgbClr val="9CC6D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7" name="rc2497"/>
            <p:cNvSpPr/>
            <p:nvPr/>
          </p:nvSpPr>
          <p:spPr>
            <a:xfrm>
              <a:off x="2615063" y="5728806"/>
              <a:ext cx="118689" cy="91468"/>
            </a:xfrm>
            <a:prstGeom prst="rect">
              <a:avLst/>
            </a:prstGeom>
            <a:solidFill>
              <a:srgbClr val="A6CCE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8" name="rc2498"/>
            <p:cNvSpPr/>
            <p:nvPr/>
          </p:nvSpPr>
          <p:spPr>
            <a:xfrm>
              <a:off x="2615063" y="6094682"/>
              <a:ext cx="118689" cy="91468"/>
            </a:xfrm>
            <a:prstGeom prst="rect">
              <a:avLst/>
            </a:prstGeom>
            <a:solidFill>
              <a:srgbClr val="ECF7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9" name="rc2499"/>
            <p:cNvSpPr/>
            <p:nvPr/>
          </p:nvSpPr>
          <p:spPr>
            <a:xfrm>
              <a:off x="2615063" y="4356773"/>
              <a:ext cx="118689" cy="91468"/>
            </a:xfrm>
            <a:prstGeom prst="rect">
              <a:avLst/>
            </a:prstGeom>
            <a:solidFill>
              <a:srgbClr val="E3F4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0" name="rc2500"/>
            <p:cNvSpPr/>
            <p:nvPr/>
          </p:nvSpPr>
          <p:spPr>
            <a:xfrm>
              <a:off x="2615063" y="4631180"/>
              <a:ext cx="118689" cy="91468"/>
            </a:xfrm>
            <a:prstGeom prst="rect">
              <a:avLst/>
            </a:prstGeom>
            <a:solidFill>
              <a:srgbClr val="FFBF7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1" name="rc2501"/>
            <p:cNvSpPr/>
            <p:nvPr/>
          </p:nvSpPr>
          <p:spPr>
            <a:xfrm>
              <a:off x="2615063" y="5820275"/>
              <a:ext cx="118689" cy="91468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2" name="rc2502"/>
            <p:cNvSpPr/>
            <p:nvPr/>
          </p:nvSpPr>
          <p:spPr>
            <a:xfrm>
              <a:off x="2615063" y="5545869"/>
              <a:ext cx="118689" cy="91468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3" name="rc2503"/>
            <p:cNvSpPr/>
            <p:nvPr/>
          </p:nvSpPr>
          <p:spPr>
            <a:xfrm>
              <a:off x="2615063" y="5271462"/>
              <a:ext cx="118689" cy="91468"/>
            </a:xfrm>
            <a:prstGeom prst="rect">
              <a:avLst/>
            </a:prstGeom>
            <a:solidFill>
              <a:srgbClr val="90BE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4" name="rc2504"/>
            <p:cNvSpPr/>
            <p:nvPr/>
          </p:nvSpPr>
          <p:spPr>
            <a:xfrm>
              <a:off x="2615063" y="5637337"/>
              <a:ext cx="118689" cy="91468"/>
            </a:xfrm>
            <a:prstGeom prst="rect">
              <a:avLst/>
            </a:prstGeom>
            <a:solidFill>
              <a:srgbClr val="7CA9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5" name="rc2505"/>
            <p:cNvSpPr/>
            <p:nvPr/>
          </p:nvSpPr>
          <p:spPr>
            <a:xfrm>
              <a:off x="2615063" y="4997055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6" name="rc2506"/>
            <p:cNvSpPr/>
            <p:nvPr/>
          </p:nvSpPr>
          <p:spPr>
            <a:xfrm>
              <a:off x="2615063" y="5454400"/>
              <a:ext cx="118689" cy="91468"/>
            </a:xfrm>
            <a:prstGeom prst="rect">
              <a:avLst/>
            </a:prstGeom>
            <a:solidFill>
              <a:srgbClr val="FFE69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7" name="rc2507"/>
            <p:cNvSpPr/>
            <p:nvPr/>
          </p:nvSpPr>
          <p:spPr>
            <a:xfrm>
              <a:off x="2615063" y="4905586"/>
              <a:ext cx="118689" cy="91468"/>
            </a:xfrm>
            <a:prstGeom prst="rect">
              <a:avLst/>
            </a:prstGeom>
            <a:solidFill>
              <a:srgbClr val="EBF7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8" name="rc2508"/>
            <p:cNvSpPr/>
            <p:nvPr/>
          </p:nvSpPr>
          <p:spPr>
            <a:xfrm>
              <a:off x="2615063" y="5911744"/>
              <a:ext cx="118689" cy="91468"/>
            </a:xfrm>
            <a:prstGeom prst="rect">
              <a:avLst/>
            </a:prstGeom>
            <a:solidFill>
              <a:srgbClr val="81AD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9" name="rc2509"/>
            <p:cNvSpPr/>
            <p:nvPr/>
          </p:nvSpPr>
          <p:spPr>
            <a:xfrm>
              <a:off x="2615063" y="6277620"/>
              <a:ext cx="118689" cy="91468"/>
            </a:xfrm>
            <a:prstGeom prst="rect">
              <a:avLst/>
            </a:prstGeom>
            <a:solidFill>
              <a:srgbClr val="C8E3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0" name="rc2510"/>
            <p:cNvSpPr/>
            <p:nvPr/>
          </p:nvSpPr>
          <p:spPr>
            <a:xfrm>
              <a:off x="2615063" y="7009371"/>
              <a:ext cx="118689" cy="91468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1" name="rc2511"/>
            <p:cNvSpPr/>
            <p:nvPr/>
          </p:nvSpPr>
          <p:spPr>
            <a:xfrm>
              <a:off x="2615063" y="6643495"/>
              <a:ext cx="118689" cy="91468"/>
            </a:xfrm>
            <a:prstGeom prst="rect">
              <a:avLst/>
            </a:prstGeom>
            <a:solidFill>
              <a:srgbClr val="F1F9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2" name="rc2512"/>
            <p:cNvSpPr/>
            <p:nvPr/>
          </p:nvSpPr>
          <p:spPr>
            <a:xfrm>
              <a:off x="2615063" y="6003213"/>
              <a:ext cx="118689" cy="91468"/>
            </a:xfrm>
            <a:prstGeom prst="rect">
              <a:avLst/>
            </a:prstGeom>
            <a:solidFill>
              <a:srgbClr val="FFFBB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3" name="rc2513"/>
            <p:cNvSpPr/>
            <p:nvPr/>
          </p:nvSpPr>
          <p:spPr>
            <a:xfrm>
              <a:off x="2615063" y="4814118"/>
              <a:ext cx="118689" cy="91468"/>
            </a:xfrm>
            <a:prstGeom prst="rect">
              <a:avLst/>
            </a:prstGeom>
            <a:solidFill>
              <a:srgbClr val="F0F9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4" name="rc2514"/>
            <p:cNvSpPr/>
            <p:nvPr/>
          </p:nvSpPr>
          <p:spPr>
            <a:xfrm>
              <a:off x="2615063" y="6734964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5" name="rc2515"/>
            <p:cNvSpPr/>
            <p:nvPr/>
          </p:nvSpPr>
          <p:spPr>
            <a:xfrm>
              <a:off x="2615063" y="6552026"/>
              <a:ext cx="118689" cy="91468"/>
            </a:xfrm>
            <a:prstGeom prst="rect">
              <a:avLst/>
            </a:prstGeom>
            <a:solidFill>
              <a:srgbClr val="B3D4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6" name="rc2516"/>
            <p:cNvSpPr/>
            <p:nvPr/>
          </p:nvSpPr>
          <p:spPr>
            <a:xfrm>
              <a:off x="2615063" y="6369089"/>
              <a:ext cx="118689" cy="91468"/>
            </a:xfrm>
            <a:prstGeom prst="rect">
              <a:avLst/>
            </a:prstGeom>
            <a:solidFill>
              <a:srgbClr val="EBF7E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7" name="rc2517"/>
            <p:cNvSpPr/>
            <p:nvPr/>
          </p:nvSpPr>
          <p:spPr>
            <a:xfrm>
              <a:off x="2733753" y="5088524"/>
              <a:ext cx="118689" cy="91468"/>
            </a:xfrm>
            <a:prstGeom prst="rect">
              <a:avLst/>
            </a:prstGeom>
            <a:solidFill>
              <a:srgbClr val="E9F6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8" name="rc2518"/>
            <p:cNvSpPr/>
            <p:nvPr/>
          </p:nvSpPr>
          <p:spPr>
            <a:xfrm>
              <a:off x="2733753" y="6186151"/>
              <a:ext cx="118689" cy="91468"/>
            </a:xfrm>
            <a:prstGeom prst="rect">
              <a:avLst/>
            </a:prstGeom>
            <a:solidFill>
              <a:srgbClr val="DAEF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9" name="rc2519"/>
            <p:cNvSpPr/>
            <p:nvPr/>
          </p:nvSpPr>
          <p:spPr>
            <a:xfrm>
              <a:off x="2733753" y="6460557"/>
              <a:ext cx="118689" cy="91468"/>
            </a:xfrm>
            <a:prstGeom prst="rect">
              <a:avLst/>
            </a:prstGeom>
            <a:solidFill>
              <a:srgbClr val="87B4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0" name="rc2520"/>
            <p:cNvSpPr/>
            <p:nvPr/>
          </p:nvSpPr>
          <p:spPr>
            <a:xfrm>
              <a:off x="2733753" y="7100840"/>
              <a:ext cx="118689" cy="91468"/>
            </a:xfrm>
            <a:prstGeom prst="rect">
              <a:avLst/>
            </a:prstGeom>
            <a:solidFill>
              <a:srgbClr val="89B6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1" name="rc2521"/>
            <p:cNvSpPr/>
            <p:nvPr/>
          </p:nvSpPr>
          <p:spPr>
            <a:xfrm>
              <a:off x="2733753" y="4722649"/>
              <a:ext cx="118689" cy="91468"/>
            </a:xfrm>
            <a:prstGeom prst="rect">
              <a:avLst/>
            </a:prstGeom>
            <a:solidFill>
              <a:srgbClr val="A1C9E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2" name="rc2522"/>
            <p:cNvSpPr/>
            <p:nvPr/>
          </p:nvSpPr>
          <p:spPr>
            <a:xfrm>
              <a:off x="2733753" y="6826433"/>
              <a:ext cx="118689" cy="91468"/>
            </a:xfrm>
            <a:prstGeom prst="rect">
              <a:avLst/>
            </a:prstGeom>
            <a:solidFill>
              <a:srgbClr val="8AB8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3" name="rc2523"/>
            <p:cNvSpPr/>
            <p:nvPr/>
          </p:nvSpPr>
          <p:spPr>
            <a:xfrm>
              <a:off x="2733753" y="5179993"/>
              <a:ext cx="118689" cy="91468"/>
            </a:xfrm>
            <a:prstGeom prst="rect">
              <a:avLst/>
            </a:prstGeom>
            <a:solidFill>
              <a:srgbClr val="C9E3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4" name="rc2524"/>
            <p:cNvSpPr/>
            <p:nvPr/>
          </p:nvSpPr>
          <p:spPr>
            <a:xfrm>
              <a:off x="2733753" y="4448242"/>
              <a:ext cx="118689" cy="91468"/>
            </a:xfrm>
            <a:prstGeom prst="rect">
              <a:avLst/>
            </a:prstGeom>
            <a:solidFill>
              <a:srgbClr val="F5FB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5" name="rc2525"/>
            <p:cNvSpPr/>
            <p:nvPr/>
          </p:nvSpPr>
          <p:spPr>
            <a:xfrm>
              <a:off x="2733753" y="5362931"/>
              <a:ext cx="118689" cy="91468"/>
            </a:xfrm>
            <a:prstGeom prst="rect">
              <a:avLst/>
            </a:prstGeom>
            <a:solidFill>
              <a:srgbClr val="90BD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6" name="rc2526"/>
            <p:cNvSpPr/>
            <p:nvPr/>
          </p:nvSpPr>
          <p:spPr>
            <a:xfrm>
              <a:off x="2733753" y="6917902"/>
              <a:ext cx="118689" cy="91468"/>
            </a:xfrm>
            <a:prstGeom prst="rect">
              <a:avLst/>
            </a:prstGeom>
            <a:solidFill>
              <a:srgbClr val="E6F5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7" name="rc2527"/>
            <p:cNvSpPr/>
            <p:nvPr/>
          </p:nvSpPr>
          <p:spPr>
            <a:xfrm>
              <a:off x="2733753" y="4539711"/>
              <a:ext cx="118689" cy="91468"/>
            </a:xfrm>
            <a:prstGeom prst="rect">
              <a:avLst/>
            </a:prstGeom>
            <a:solidFill>
              <a:srgbClr val="DAEF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8" name="rc2528"/>
            <p:cNvSpPr/>
            <p:nvPr/>
          </p:nvSpPr>
          <p:spPr>
            <a:xfrm>
              <a:off x="2733753" y="5728806"/>
              <a:ext cx="118689" cy="91468"/>
            </a:xfrm>
            <a:prstGeom prst="rect">
              <a:avLst/>
            </a:prstGeom>
            <a:solidFill>
              <a:srgbClr val="AACF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9" name="rc2529"/>
            <p:cNvSpPr/>
            <p:nvPr/>
          </p:nvSpPr>
          <p:spPr>
            <a:xfrm>
              <a:off x="2733753" y="6094682"/>
              <a:ext cx="118689" cy="91468"/>
            </a:xfrm>
            <a:prstGeom prst="rect">
              <a:avLst/>
            </a:prstGeom>
            <a:solidFill>
              <a:srgbClr val="B4D5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0" name="rc2530"/>
            <p:cNvSpPr/>
            <p:nvPr/>
          </p:nvSpPr>
          <p:spPr>
            <a:xfrm>
              <a:off x="2733753" y="4356773"/>
              <a:ext cx="118689" cy="91468"/>
            </a:xfrm>
            <a:prstGeom prst="rect">
              <a:avLst/>
            </a:prstGeom>
            <a:solidFill>
              <a:srgbClr val="FFEBA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1" name="rc2531"/>
            <p:cNvSpPr/>
            <p:nvPr/>
          </p:nvSpPr>
          <p:spPr>
            <a:xfrm>
              <a:off x="2733753" y="4631180"/>
              <a:ext cx="118689" cy="91468"/>
            </a:xfrm>
            <a:prstGeom prst="rect">
              <a:avLst/>
            </a:prstGeom>
            <a:solidFill>
              <a:srgbClr val="6B97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2" name="rc2532"/>
            <p:cNvSpPr/>
            <p:nvPr/>
          </p:nvSpPr>
          <p:spPr>
            <a:xfrm>
              <a:off x="2733753" y="5820275"/>
              <a:ext cx="118689" cy="91468"/>
            </a:xfrm>
            <a:prstGeom prst="rect">
              <a:avLst/>
            </a:prstGeom>
            <a:solidFill>
              <a:srgbClr val="5E8BC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3" name="rc2533"/>
            <p:cNvSpPr/>
            <p:nvPr/>
          </p:nvSpPr>
          <p:spPr>
            <a:xfrm>
              <a:off x="2733753" y="5545869"/>
              <a:ext cx="118689" cy="91468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4" name="rc2534"/>
            <p:cNvSpPr/>
            <p:nvPr/>
          </p:nvSpPr>
          <p:spPr>
            <a:xfrm>
              <a:off x="2733753" y="5271462"/>
              <a:ext cx="118689" cy="91468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5" name="rc2535"/>
            <p:cNvSpPr/>
            <p:nvPr/>
          </p:nvSpPr>
          <p:spPr>
            <a:xfrm>
              <a:off x="2733753" y="5637337"/>
              <a:ext cx="118689" cy="91468"/>
            </a:xfrm>
            <a:prstGeom prst="rect">
              <a:avLst/>
            </a:prstGeom>
            <a:solidFill>
              <a:srgbClr val="F4FA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6" name="rc2536"/>
            <p:cNvSpPr/>
            <p:nvPr/>
          </p:nvSpPr>
          <p:spPr>
            <a:xfrm>
              <a:off x="2733753" y="4997055"/>
              <a:ext cx="118689" cy="91468"/>
            </a:xfrm>
            <a:prstGeom prst="rect">
              <a:avLst/>
            </a:prstGeom>
            <a:solidFill>
              <a:srgbClr val="76A3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7" name="rc2537"/>
            <p:cNvSpPr/>
            <p:nvPr/>
          </p:nvSpPr>
          <p:spPr>
            <a:xfrm>
              <a:off x="2733753" y="5454400"/>
              <a:ext cx="118689" cy="91468"/>
            </a:xfrm>
            <a:prstGeom prst="rect">
              <a:avLst/>
            </a:prstGeom>
            <a:solidFill>
              <a:srgbClr val="F3F9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8" name="rc2538"/>
            <p:cNvSpPr/>
            <p:nvPr/>
          </p:nvSpPr>
          <p:spPr>
            <a:xfrm>
              <a:off x="2733753" y="4905586"/>
              <a:ext cx="118689" cy="91468"/>
            </a:xfrm>
            <a:prstGeom prst="rect">
              <a:avLst/>
            </a:prstGeom>
            <a:solidFill>
              <a:srgbClr val="FFFF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9" name="rc2539"/>
            <p:cNvSpPr/>
            <p:nvPr/>
          </p:nvSpPr>
          <p:spPr>
            <a:xfrm>
              <a:off x="2733753" y="5911744"/>
              <a:ext cx="118689" cy="91468"/>
            </a:xfrm>
            <a:prstGeom prst="rect">
              <a:avLst/>
            </a:prstGeom>
            <a:solidFill>
              <a:srgbClr val="DFF2F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0" name="rc2540"/>
            <p:cNvSpPr/>
            <p:nvPr/>
          </p:nvSpPr>
          <p:spPr>
            <a:xfrm>
              <a:off x="2733753" y="6277620"/>
              <a:ext cx="118689" cy="91468"/>
            </a:xfrm>
            <a:prstGeom prst="rect">
              <a:avLst/>
            </a:prstGeom>
            <a:solidFill>
              <a:srgbClr val="C5E1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1" name="rc2541"/>
            <p:cNvSpPr/>
            <p:nvPr/>
          </p:nvSpPr>
          <p:spPr>
            <a:xfrm>
              <a:off x="2733753" y="7009371"/>
              <a:ext cx="118689" cy="91468"/>
            </a:xfrm>
            <a:prstGeom prst="rect">
              <a:avLst/>
            </a:prstGeom>
            <a:solidFill>
              <a:srgbClr val="8BB8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2" name="rc2542"/>
            <p:cNvSpPr/>
            <p:nvPr/>
          </p:nvSpPr>
          <p:spPr>
            <a:xfrm>
              <a:off x="2733753" y="6643495"/>
              <a:ext cx="118689" cy="91468"/>
            </a:xfrm>
            <a:prstGeom prst="rect">
              <a:avLst/>
            </a:prstGeom>
            <a:solidFill>
              <a:srgbClr val="F0F9D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3" name="rc2543"/>
            <p:cNvSpPr/>
            <p:nvPr/>
          </p:nvSpPr>
          <p:spPr>
            <a:xfrm>
              <a:off x="2733753" y="6003213"/>
              <a:ext cx="118689" cy="91468"/>
            </a:xfrm>
            <a:prstGeom prst="rect">
              <a:avLst/>
            </a:prstGeom>
            <a:solidFill>
              <a:srgbClr val="8AB8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4" name="rc2544"/>
            <p:cNvSpPr/>
            <p:nvPr/>
          </p:nvSpPr>
          <p:spPr>
            <a:xfrm>
              <a:off x="2733753" y="4814118"/>
              <a:ext cx="118689" cy="91468"/>
            </a:xfrm>
            <a:prstGeom prst="rect">
              <a:avLst/>
            </a:prstGeom>
            <a:solidFill>
              <a:srgbClr val="F1F9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5" name="rc2545"/>
            <p:cNvSpPr/>
            <p:nvPr/>
          </p:nvSpPr>
          <p:spPr>
            <a:xfrm>
              <a:off x="2733753" y="6734964"/>
              <a:ext cx="118689" cy="91468"/>
            </a:xfrm>
            <a:prstGeom prst="rect">
              <a:avLst/>
            </a:prstGeom>
            <a:solidFill>
              <a:srgbClr val="FFF3A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6" name="rc2546"/>
            <p:cNvSpPr/>
            <p:nvPr/>
          </p:nvSpPr>
          <p:spPr>
            <a:xfrm>
              <a:off x="2733753" y="6552026"/>
              <a:ext cx="118689" cy="91468"/>
            </a:xfrm>
            <a:prstGeom prst="rect">
              <a:avLst/>
            </a:prstGeom>
            <a:solidFill>
              <a:srgbClr val="6793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7" name="rc2547"/>
            <p:cNvSpPr/>
            <p:nvPr/>
          </p:nvSpPr>
          <p:spPr>
            <a:xfrm>
              <a:off x="2733753" y="6369089"/>
              <a:ext cx="118689" cy="91468"/>
            </a:xfrm>
            <a:prstGeom prst="rect">
              <a:avLst/>
            </a:prstGeom>
            <a:solidFill>
              <a:srgbClr val="68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8" name="rc2548"/>
            <p:cNvSpPr/>
            <p:nvPr/>
          </p:nvSpPr>
          <p:spPr>
            <a:xfrm>
              <a:off x="2852443" y="5088524"/>
              <a:ext cx="118689" cy="91468"/>
            </a:xfrm>
            <a:prstGeom prst="rect">
              <a:avLst/>
            </a:prstGeom>
            <a:solidFill>
              <a:srgbClr val="FFEDA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9" name="rc2549"/>
            <p:cNvSpPr/>
            <p:nvPr/>
          </p:nvSpPr>
          <p:spPr>
            <a:xfrm>
              <a:off x="2852443" y="6186151"/>
              <a:ext cx="118689" cy="91468"/>
            </a:xfrm>
            <a:prstGeom prst="rect">
              <a:avLst/>
            </a:prstGeom>
            <a:solidFill>
              <a:srgbClr val="81AD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0" name="rc2550"/>
            <p:cNvSpPr/>
            <p:nvPr/>
          </p:nvSpPr>
          <p:spPr>
            <a:xfrm>
              <a:off x="2852443" y="6460557"/>
              <a:ext cx="118689" cy="91468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1" name="rc2551"/>
            <p:cNvSpPr/>
            <p:nvPr/>
          </p:nvSpPr>
          <p:spPr>
            <a:xfrm>
              <a:off x="2852443" y="7100840"/>
              <a:ext cx="118689" cy="91468"/>
            </a:xfrm>
            <a:prstGeom prst="rect">
              <a:avLst/>
            </a:prstGeom>
            <a:solidFill>
              <a:srgbClr val="89B6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2" name="rc2552"/>
            <p:cNvSpPr/>
            <p:nvPr/>
          </p:nvSpPr>
          <p:spPr>
            <a:xfrm>
              <a:off x="2852443" y="4722649"/>
              <a:ext cx="118689" cy="91468"/>
            </a:xfrm>
            <a:prstGeom prst="rect">
              <a:avLst/>
            </a:prstGeom>
            <a:solidFill>
              <a:srgbClr val="FFF6B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3" name="rc2553"/>
            <p:cNvSpPr/>
            <p:nvPr/>
          </p:nvSpPr>
          <p:spPr>
            <a:xfrm>
              <a:off x="2852443" y="6826433"/>
              <a:ext cx="118689" cy="91468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4" name="rc2554"/>
            <p:cNvSpPr/>
            <p:nvPr/>
          </p:nvSpPr>
          <p:spPr>
            <a:xfrm>
              <a:off x="2852443" y="5179993"/>
              <a:ext cx="118689" cy="91468"/>
            </a:xfrm>
            <a:prstGeom prst="rect">
              <a:avLst/>
            </a:prstGeom>
            <a:solidFill>
              <a:srgbClr val="D2E9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5" name="rc2555"/>
            <p:cNvSpPr/>
            <p:nvPr/>
          </p:nvSpPr>
          <p:spPr>
            <a:xfrm>
              <a:off x="2852443" y="4448242"/>
              <a:ext cx="118689" cy="91468"/>
            </a:xfrm>
            <a:prstGeom prst="rect">
              <a:avLst/>
            </a:prstGeom>
            <a:solidFill>
              <a:srgbClr val="CC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6" name="rc2556"/>
            <p:cNvSpPr/>
            <p:nvPr/>
          </p:nvSpPr>
          <p:spPr>
            <a:xfrm>
              <a:off x="2852443" y="5362931"/>
              <a:ext cx="118689" cy="91468"/>
            </a:xfrm>
            <a:prstGeom prst="rect">
              <a:avLst/>
            </a:prstGeom>
            <a:solidFill>
              <a:srgbClr val="8C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7" name="rc2557"/>
            <p:cNvSpPr/>
            <p:nvPr/>
          </p:nvSpPr>
          <p:spPr>
            <a:xfrm>
              <a:off x="2852443" y="6917902"/>
              <a:ext cx="118689" cy="91468"/>
            </a:xfrm>
            <a:prstGeom prst="rect">
              <a:avLst/>
            </a:prstGeom>
            <a:solidFill>
              <a:srgbClr val="8CBA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8" name="rc2558"/>
            <p:cNvSpPr/>
            <p:nvPr/>
          </p:nvSpPr>
          <p:spPr>
            <a:xfrm>
              <a:off x="2852443" y="4539711"/>
              <a:ext cx="118689" cy="91468"/>
            </a:xfrm>
            <a:prstGeom prst="rect">
              <a:avLst/>
            </a:prstGeom>
            <a:solidFill>
              <a:srgbClr val="87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9" name="rc2559"/>
            <p:cNvSpPr/>
            <p:nvPr/>
          </p:nvSpPr>
          <p:spPr>
            <a:xfrm>
              <a:off x="2852443" y="5728806"/>
              <a:ext cx="118689" cy="91468"/>
            </a:xfrm>
            <a:prstGeom prst="rect">
              <a:avLst/>
            </a:prstGeom>
            <a:solidFill>
              <a:srgbClr val="FFBF7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0" name="rc2560"/>
            <p:cNvSpPr/>
            <p:nvPr/>
          </p:nvSpPr>
          <p:spPr>
            <a:xfrm>
              <a:off x="2852443" y="6094682"/>
              <a:ext cx="118689" cy="91468"/>
            </a:xfrm>
            <a:prstGeom prst="rect">
              <a:avLst/>
            </a:prstGeom>
            <a:solidFill>
              <a:srgbClr val="6793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1" name="rc2561"/>
            <p:cNvSpPr/>
            <p:nvPr/>
          </p:nvSpPr>
          <p:spPr>
            <a:xfrm>
              <a:off x="2852443" y="4356773"/>
              <a:ext cx="118689" cy="91468"/>
            </a:xfrm>
            <a:prstGeom prst="rect">
              <a:avLst/>
            </a:prstGeom>
            <a:solidFill>
              <a:srgbClr val="5582B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2" name="rc2562"/>
            <p:cNvSpPr/>
            <p:nvPr/>
          </p:nvSpPr>
          <p:spPr>
            <a:xfrm>
              <a:off x="2852443" y="4631180"/>
              <a:ext cx="118689" cy="91468"/>
            </a:xfrm>
            <a:prstGeom prst="rect">
              <a:avLst/>
            </a:prstGeom>
            <a:solidFill>
              <a:srgbClr val="6D99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3" name="rc2563"/>
            <p:cNvSpPr/>
            <p:nvPr/>
          </p:nvSpPr>
          <p:spPr>
            <a:xfrm>
              <a:off x="2852443" y="5820275"/>
              <a:ext cx="118689" cy="91468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4" name="rc2564"/>
            <p:cNvSpPr/>
            <p:nvPr/>
          </p:nvSpPr>
          <p:spPr>
            <a:xfrm>
              <a:off x="2852443" y="5545869"/>
              <a:ext cx="118689" cy="91468"/>
            </a:xfrm>
            <a:prstGeom prst="rect">
              <a:avLst/>
            </a:prstGeom>
            <a:solidFill>
              <a:srgbClr val="BCDB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5" name="rc2565"/>
            <p:cNvSpPr/>
            <p:nvPr/>
          </p:nvSpPr>
          <p:spPr>
            <a:xfrm>
              <a:off x="2852443" y="5271462"/>
              <a:ext cx="118689" cy="91468"/>
            </a:xfrm>
            <a:prstGeom prst="rect">
              <a:avLst/>
            </a:prstGeom>
            <a:solidFill>
              <a:srgbClr val="FFF6B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6" name="rc2566"/>
            <p:cNvSpPr/>
            <p:nvPr/>
          </p:nvSpPr>
          <p:spPr>
            <a:xfrm>
              <a:off x="2852443" y="5637337"/>
              <a:ext cx="118689" cy="91468"/>
            </a:xfrm>
            <a:prstGeom prst="rect">
              <a:avLst/>
            </a:prstGeom>
            <a:solidFill>
              <a:srgbClr val="7A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7" name="rc2567"/>
            <p:cNvSpPr/>
            <p:nvPr/>
          </p:nvSpPr>
          <p:spPr>
            <a:xfrm>
              <a:off x="2852443" y="4997055"/>
              <a:ext cx="118689" cy="91468"/>
            </a:xfrm>
            <a:prstGeom prst="rect">
              <a:avLst/>
            </a:prstGeom>
            <a:solidFill>
              <a:srgbClr val="F7FB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8" name="rc2568"/>
            <p:cNvSpPr/>
            <p:nvPr/>
          </p:nvSpPr>
          <p:spPr>
            <a:xfrm>
              <a:off x="2852443" y="5454400"/>
              <a:ext cx="118689" cy="91468"/>
            </a:xfrm>
            <a:prstGeom prst="rect">
              <a:avLst/>
            </a:prstGeom>
            <a:solidFill>
              <a:srgbClr val="6D99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9" name="rc2569"/>
            <p:cNvSpPr/>
            <p:nvPr/>
          </p:nvSpPr>
          <p:spPr>
            <a:xfrm>
              <a:off x="2852443" y="4905586"/>
              <a:ext cx="118689" cy="91468"/>
            </a:xfrm>
            <a:prstGeom prst="rect">
              <a:avLst/>
            </a:prstGeom>
            <a:solidFill>
              <a:srgbClr val="FFFDB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0" name="rc2570"/>
            <p:cNvSpPr/>
            <p:nvPr/>
          </p:nvSpPr>
          <p:spPr>
            <a:xfrm>
              <a:off x="2852443" y="5911744"/>
              <a:ext cx="118689" cy="91468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1" name="rc2571"/>
            <p:cNvSpPr/>
            <p:nvPr/>
          </p:nvSpPr>
          <p:spPr>
            <a:xfrm>
              <a:off x="2852443" y="6277620"/>
              <a:ext cx="118689" cy="91468"/>
            </a:xfrm>
            <a:prstGeom prst="rect">
              <a:avLst/>
            </a:prstGeom>
            <a:solidFill>
              <a:srgbClr val="719D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2" name="rc2572"/>
            <p:cNvSpPr/>
            <p:nvPr/>
          </p:nvSpPr>
          <p:spPr>
            <a:xfrm>
              <a:off x="2852443" y="7009371"/>
              <a:ext cx="118689" cy="91468"/>
            </a:xfrm>
            <a:prstGeom prst="rect">
              <a:avLst/>
            </a:prstGeom>
            <a:solidFill>
              <a:srgbClr val="FFFDB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3" name="rc2573"/>
            <p:cNvSpPr/>
            <p:nvPr/>
          </p:nvSpPr>
          <p:spPr>
            <a:xfrm>
              <a:off x="2852443" y="6643495"/>
              <a:ext cx="118689" cy="91468"/>
            </a:xfrm>
            <a:prstGeom prst="rect">
              <a:avLst/>
            </a:prstGeom>
            <a:solidFill>
              <a:srgbClr val="BDDB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4" name="rc2574"/>
            <p:cNvSpPr/>
            <p:nvPr/>
          </p:nvSpPr>
          <p:spPr>
            <a:xfrm>
              <a:off x="2852443" y="6003213"/>
              <a:ext cx="118689" cy="91468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5" name="rc2575"/>
            <p:cNvSpPr/>
            <p:nvPr/>
          </p:nvSpPr>
          <p:spPr>
            <a:xfrm>
              <a:off x="2852443" y="4814118"/>
              <a:ext cx="118689" cy="91468"/>
            </a:xfrm>
            <a:prstGeom prst="rect">
              <a:avLst/>
            </a:prstGeom>
            <a:solidFill>
              <a:srgbClr val="FEA86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6" name="rc2576"/>
            <p:cNvSpPr/>
            <p:nvPr/>
          </p:nvSpPr>
          <p:spPr>
            <a:xfrm>
              <a:off x="2852443" y="6734964"/>
              <a:ext cx="118689" cy="91468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7" name="rc2577"/>
            <p:cNvSpPr/>
            <p:nvPr/>
          </p:nvSpPr>
          <p:spPr>
            <a:xfrm>
              <a:off x="2852443" y="6552026"/>
              <a:ext cx="118689" cy="91468"/>
            </a:xfrm>
            <a:prstGeom prst="rect">
              <a:avLst/>
            </a:prstGeom>
            <a:solidFill>
              <a:srgbClr val="FFEDA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8" name="rc2578"/>
            <p:cNvSpPr/>
            <p:nvPr/>
          </p:nvSpPr>
          <p:spPr>
            <a:xfrm>
              <a:off x="2852443" y="6369089"/>
              <a:ext cx="118689" cy="91468"/>
            </a:xfrm>
            <a:prstGeom prst="rect">
              <a:avLst/>
            </a:prstGeom>
            <a:solidFill>
              <a:srgbClr val="EAF6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9" name="rc2579"/>
            <p:cNvSpPr/>
            <p:nvPr/>
          </p:nvSpPr>
          <p:spPr>
            <a:xfrm>
              <a:off x="2971132" y="5088524"/>
              <a:ext cx="118689" cy="91468"/>
            </a:xfrm>
            <a:prstGeom prst="rect">
              <a:avLst/>
            </a:prstGeom>
            <a:solidFill>
              <a:srgbClr val="AED1E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0" name="rc2580"/>
            <p:cNvSpPr/>
            <p:nvPr/>
          </p:nvSpPr>
          <p:spPr>
            <a:xfrm>
              <a:off x="2971132" y="6186151"/>
              <a:ext cx="118689" cy="91468"/>
            </a:xfrm>
            <a:prstGeom prst="rect">
              <a:avLst/>
            </a:prstGeom>
            <a:solidFill>
              <a:srgbClr val="D1E9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2971132" y="6460557"/>
              <a:ext cx="118689" cy="91468"/>
            </a:xfrm>
            <a:prstGeom prst="rect">
              <a:avLst/>
            </a:prstGeom>
            <a:solidFill>
              <a:srgbClr val="D5EB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2" name="rc2582"/>
            <p:cNvSpPr/>
            <p:nvPr/>
          </p:nvSpPr>
          <p:spPr>
            <a:xfrm>
              <a:off x="2971132" y="7100840"/>
              <a:ext cx="118689" cy="91468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3" name="rc2583"/>
            <p:cNvSpPr/>
            <p:nvPr/>
          </p:nvSpPr>
          <p:spPr>
            <a:xfrm>
              <a:off x="2971132" y="4722649"/>
              <a:ext cx="118689" cy="91468"/>
            </a:xfrm>
            <a:prstGeom prst="rect">
              <a:avLst/>
            </a:prstGeom>
            <a:solidFill>
              <a:srgbClr val="DCF0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4" name="rc2584"/>
            <p:cNvSpPr/>
            <p:nvPr/>
          </p:nvSpPr>
          <p:spPr>
            <a:xfrm>
              <a:off x="2971132" y="6826433"/>
              <a:ext cx="118689" cy="91468"/>
            </a:xfrm>
            <a:prstGeom prst="rect">
              <a:avLst/>
            </a:prstGeom>
            <a:solidFill>
              <a:srgbClr val="83B0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5" name="rc2585"/>
            <p:cNvSpPr/>
            <p:nvPr/>
          </p:nvSpPr>
          <p:spPr>
            <a:xfrm>
              <a:off x="2971132" y="5179993"/>
              <a:ext cx="118689" cy="91468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6" name="rc2586"/>
            <p:cNvSpPr/>
            <p:nvPr/>
          </p:nvSpPr>
          <p:spPr>
            <a:xfrm>
              <a:off x="2971132" y="4448242"/>
              <a:ext cx="118689" cy="91468"/>
            </a:xfrm>
            <a:prstGeom prst="rect">
              <a:avLst/>
            </a:prstGeom>
            <a:solidFill>
              <a:srgbClr val="FFCF8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7" name="rc2587"/>
            <p:cNvSpPr/>
            <p:nvPr/>
          </p:nvSpPr>
          <p:spPr>
            <a:xfrm>
              <a:off x="2971132" y="5362931"/>
              <a:ext cx="118689" cy="91468"/>
            </a:xfrm>
            <a:prstGeom prst="rect">
              <a:avLst/>
            </a:prstGeom>
            <a:solidFill>
              <a:srgbClr val="FFFEB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8" name="rc2588"/>
            <p:cNvSpPr/>
            <p:nvPr/>
          </p:nvSpPr>
          <p:spPr>
            <a:xfrm>
              <a:off x="2971132" y="6917902"/>
              <a:ext cx="118689" cy="91468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9" name="rc2589"/>
            <p:cNvSpPr/>
            <p:nvPr/>
          </p:nvSpPr>
          <p:spPr>
            <a:xfrm>
              <a:off x="2971132" y="4539711"/>
              <a:ext cx="118689" cy="91468"/>
            </a:xfrm>
            <a:prstGeom prst="rect">
              <a:avLst/>
            </a:prstGeom>
            <a:solidFill>
              <a:srgbClr val="8DBB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0" name="rc2590"/>
            <p:cNvSpPr/>
            <p:nvPr/>
          </p:nvSpPr>
          <p:spPr>
            <a:xfrm>
              <a:off x="2971132" y="5728806"/>
              <a:ext cx="118689" cy="91468"/>
            </a:xfrm>
            <a:prstGeom prst="rect">
              <a:avLst/>
            </a:prstGeom>
            <a:solidFill>
              <a:srgbClr val="E4F4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1" name="rc2591"/>
            <p:cNvSpPr/>
            <p:nvPr/>
          </p:nvSpPr>
          <p:spPr>
            <a:xfrm>
              <a:off x="2971132" y="6094682"/>
              <a:ext cx="118689" cy="91468"/>
            </a:xfrm>
            <a:prstGeom prst="rect">
              <a:avLst/>
            </a:prstGeom>
            <a:solidFill>
              <a:srgbClr val="FFECA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2" name="rc2592"/>
            <p:cNvSpPr/>
            <p:nvPr/>
          </p:nvSpPr>
          <p:spPr>
            <a:xfrm>
              <a:off x="2971132" y="4356773"/>
              <a:ext cx="118689" cy="91468"/>
            </a:xfrm>
            <a:prstGeom prst="rect">
              <a:avLst/>
            </a:prstGeom>
            <a:solidFill>
              <a:srgbClr val="FEDB8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3" name="rc2593"/>
            <p:cNvSpPr/>
            <p:nvPr/>
          </p:nvSpPr>
          <p:spPr>
            <a:xfrm>
              <a:off x="2971132" y="4631180"/>
              <a:ext cx="118689" cy="91468"/>
            </a:xfrm>
            <a:prstGeom prst="rect">
              <a:avLst/>
            </a:prstGeom>
            <a:solidFill>
              <a:srgbClr val="BAD9E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4" name="rc2594"/>
            <p:cNvSpPr/>
            <p:nvPr/>
          </p:nvSpPr>
          <p:spPr>
            <a:xfrm>
              <a:off x="2971132" y="5820275"/>
              <a:ext cx="118689" cy="91468"/>
            </a:xfrm>
            <a:prstGeom prst="rect">
              <a:avLst/>
            </a:prstGeom>
            <a:solidFill>
              <a:srgbClr val="A6CCE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5" name="rc2595"/>
            <p:cNvSpPr/>
            <p:nvPr/>
          </p:nvSpPr>
          <p:spPr>
            <a:xfrm>
              <a:off x="2971132" y="5545869"/>
              <a:ext cx="118689" cy="91468"/>
            </a:xfrm>
            <a:prstGeom prst="rect">
              <a:avLst/>
            </a:prstGeom>
            <a:solidFill>
              <a:srgbClr val="FFFBB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6" name="rc2596"/>
            <p:cNvSpPr/>
            <p:nvPr/>
          </p:nvSpPr>
          <p:spPr>
            <a:xfrm>
              <a:off x="2971132" y="5271462"/>
              <a:ext cx="118689" cy="91468"/>
            </a:xfrm>
            <a:prstGeom prst="rect">
              <a:avLst/>
            </a:prstGeom>
            <a:solidFill>
              <a:srgbClr val="8DBB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7" name="rc2597"/>
            <p:cNvSpPr/>
            <p:nvPr/>
          </p:nvSpPr>
          <p:spPr>
            <a:xfrm>
              <a:off x="2971132" y="5637337"/>
              <a:ext cx="118689" cy="91468"/>
            </a:xfrm>
            <a:prstGeom prst="rect">
              <a:avLst/>
            </a:prstGeom>
            <a:solidFill>
              <a:srgbClr val="F8FC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8" name="rc2598"/>
            <p:cNvSpPr/>
            <p:nvPr/>
          </p:nvSpPr>
          <p:spPr>
            <a:xfrm>
              <a:off x="2971132" y="4997055"/>
              <a:ext cx="118689" cy="91468"/>
            </a:xfrm>
            <a:prstGeom prst="rect">
              <a:avLst/>
            </a:prstGeom>
            <a:solidFill>
              <a:srgbClr val="F5FA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9" name="rc2599"/>
            <p:cNvSpPr/>
            <p:nvPr/>
          </p:nvSpPr>
          <p:spPr>
            <a:xfrm>
              <a:off x="2971132" y="5454400"/>
              <a:ext cx="118689" cy="91468"/>
            </a:xfrm>
            <a:prstGeom prst="rect">
              <a:avLst/>
            </a:prstGeom>
            <a:solidFill>
              <a:srgbClr val="FFCB8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0" name="rc2600"/>
            <p:cNvSpPr/>
            <p:nvPr/>
          </p:nvSpPr>
          <p:spPr>
            <a:xfrm>
              <a:off x="2971132" y="4905586"/>
              <a:ext cx="118689" cy="91468"/>
            </a:xfrm>
            <a:prstGeom prst="rect">
              <a:avLst/>
            </a:prstGeom>
            <a:solidFill>
              <a:srgbClr val="90BE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1" name="rc2601"/>
            <p:cNvSpPr/>
            <p:nvPr/>
          </p:nvSpPr>
          <p:spPr>
            <a:xfrm>
              <a:off x="2971132" y="5911744"/>
              <a:ext cx="118689" cy="91468"/>
            </a:xfrm>
            <a:prstGeom prst="rect">
              <a:avLst/>
            </a:prstGeom>
            <a:solidFill>
              <a:srgbClr val="C0DD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2" name="rc2602"/>
            <p:cNvSpPr/>
            <p:nvPr/>
          </p:nvSpPr>
          <p:spPr>
            <a:xfrm>
              <a:off x="2971132" y="6277620"/>
              <a:ext cx="118689" cy="91468"/>
            </a:xfrm>
            <a:prstGeom prst="rect">
              <a:avLst/>
            </a:prstGeom>
            <a:solidFill>
              <a:srgbClr val="6F9B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3" name="rc2603"/>
            <p:cNvSpPr/>
            <p:nvPr/>
          </p:nvSpPr>
          <p:spPr>
            <a:xfrm>
              <a:off x="2971132" y="7009371"/>
              <a:ext cx="118689" cy="91468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4" name="rc2604"/>
            <p:cNvSpPr/>
            <p:nvPr/>
          </p:nvSpPr>
          <p:spPr>
            <a:xfrm>
              <a:off x="2971132" y="6643495"/>
              <a:ext cx="118689" cy="91468"/>
            </a:xfrm>
            <a:prstGeom prst="rect">
              <a:avLst/>
            </a:prstGeom>
            <a:solidFill>
              <a:srgbClr val="6D9A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5" name="rc2605"/>
            <p:cNvSpPr/>
            <p:nvPr/>
          </p:nvSpPr>
          <p:spPr>
            <a:xfrm>
              <a:off x="2971132" y="6003213"/>
              <a:ext cx="118689" cy="91468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6" name="rc2606"/>
            <p:cNvSpPr/>
            <p:nvPr/>
          </p:nvSpPr>
          <p:spPr>
            <a:xfrm>
              <a:off x="2971132" y="4814118"/>
              <a:ext cx="118689" cy="91468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7" name="rc2607"/>
            <p:cNvSpPr/>
            <p:nvPr/>
          </p:nvSpPr>
          <p:spPr>
            <a:xfrm>
              <a:off x="2971132" y="6734964"/>
              <a:ext cx="118689" cy="91468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8" name="rc2608"/>
            <p:cNvSpPr/>
            <p:nvPr/>
          </p:nvSpPr>
          <p:spPr>
            <a:xfrm>
              <a:off x="2971132" y="6552026"/>
              <a:ext cx="118689" cy="91468"/>
            </a:xfrm>
            <a:prstGeom prst="rect">
              <a:avLst/>
            </a:prstGeom>
            <a:solidFill>
              <a:srgbClr val="E8F6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9" name="rc2609"/>
            <p:cNvSpPr/>
            <p:nvPr/>
          </p:nvSpPr>
          <p:spPr>
            <a:xfrm>
              <a:off x="2971132" y="6369089"/>
              <a:ext cx="118689" cy="91468"/>
            </a:xfrm>
            <a:prstGeom prst="rect">
              <a:avLst/>
            </a:prstGeom>
            <a:solidFill>
              <a:srgbClr val="FFFFC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0" name="rc2610"/>
            <p:cNvSpPr/>
            <p:nvPr/>
          </p:nvSpPr>
          <p:spPr>
            <a:xfrm>
              <a:off x="3089822" y="5088524"/>
              <a:ext cx="118689" cy="91468"/>
            </a:xfrm>
            <a:prstGeom prst="rect">
              <a:avLst/>
            </a:prstGeom>
            <a:solidFill>
              <a:srgbClr val="A6CCE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1" name="rc2611"/>
            <p:cNvSpPr/>
            <p:nvPr/>
          </p:nvSpPr>
          <p:spPr>
            <a:xfrm>
              <a:off x="3089822" y="6186151"/>
              <a:ext cx="118689" cy="91468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2" name="rc2612"/>
            <p:cNvSpPr/>
            <p:nvPr/>
          </p:nvSpPr>
          <p:spPr>
            <a:xfrm>
              <a:off x="3089822" y="6460557"/>
              <a:ext cx="118689" cy="91468"/>
            </a:xfrm>
            <a:prstGeom prst="rect">
              <a:avLst/>
            </a:prstGeom>
            <a:solidFill>
              <a:srgbClr val="D9EE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3" name="rc2613"/>
            <p:cNvSpPr/>
            <p:nvPr/>
          </p:nvSpPr>
          <p:spPr>
            <a:xfrm>
              <a:off x="3089822" y="7100840"/>
              <a:ext cx="118689" cy="91468"/>
            </a:xfrm>
            <a:prstGeom prst="rect">
              <a:avLst/>
            </a:prstGeom>
            <a:solidFill>
              <a:srgbClr val="7FAC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4" name="rc2614"/>
            <p:cNvSpPr/>
            <p:nvPr/>
          </p:nvSpPr>
          <p:spPr>
            <a:xfrm>
              <a:off x="3089822" y="4722649"/>
              <a:ext cx="118689" cy="91468"/>
            </a:xfrm>
            <a:prstGeom prst="rect">
              <a:avLst/>
            </a:prstGeom>
            <a:solidFill>
              <a:srgbClr val="F4FA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5" name="rc2615"/>
            <p:cNvSpPr/>
            <p:nvPr/>
          </p:nvSpPr>
          <p:spPr>
            <a:xfrm>
              <a:off x="3089822" y="6826433"/>
              <a:ext cx="118689" cy="91468"/>
            </a:xfrm>
            <a:prstGeom prst="rect">
              <a:avLst/>
            </a:prstGeom>
            <a:solidFill>
              <a:srgbClr val="7CA9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6" name="rc2616"/>
            <p:cNvSpPr/>
            <p:nvPr/>
          </p:nvSpPr>
          <p:spPr>
            <a:xfrm>
              <a:off x="3089822" y="5179993"/>
              <a:ext cx="118689" cy="91468"/>
            </a:xfrm>
            <a:prstGeom prst="rect">
              <a:avLst/>
            </a:prstGeom>
            <a:solidFill>
              <a:srgbClr val="719D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7" name="rc2617"/>
            <p:cNvSpPr/>
            <p:nvPr/>
          </p:nvSpPr>
          <p:spPr>
            <a:xfrm>
              <a:off x="3089822" y="4448242"/>
              <a:ext cx="118689" cy="91468"/>
            </a:xfrm>
            <a:prstGeom prst="rect">
              <a:avLst/>
            </a:prstGeom>
            <a:solidFill>
              <a:srgbClr val="B4D6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8" name="rc2618"/>
            <p:cNvSpPr/>
            <p:nvPr/>
          </p:nvSpPr>
          <p:spPr>
            <a:xfrm>
              <a:off x="3089822" y="5362931"/>
              <a:ext cx="118689" cy="91468"/>
            </a:xfrm>
            <a:prstGeom prst="rect">
              <a:avLst/>
            </a:prstGeom>
            <a:solidFill>
              <a:srgbClr val="FEE59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9" name="rc2619"/>
            <p:cNvSpPr/>
            <p:nvPr/>
          </p:nvSpPr>
          <p:spPr>
            <a:xfrm>
              <a:off x="3089822" y="6917902"/>
              <a:ext cx="118689" cy="91468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0" name="rc2620"/>
            <p:cNvSpPr/>
            <p:nvPr/>
          </p:nvSpPr>
          <p:spPr>
            <a:xfrm>
              <a:off x="3089822" y="4539711"/>
              <a:ext cx="118689" cy="91468"/>
            </a:xfrm>
            <a:prstGeom prst="rect">
              <a:avLst/>
            </a:prstGeom>
            <a:solidFill>
              <a:srgbClr val="E5F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1" name="rc2621"/>
            <p:cNvSpPr/>
            <p:nvPr/>
          </p:nvSpPr>
          <p:spPr>
            <a:xfrm>
              <a:off x="3089822" y="5728806"/>
              <a:ext cx="118689" cy="91468"/>
            </a:xfrm>
            <a:prstGeom prst="rect">
              <a:avLst/>
            </a:prstGeom>
            <a:solidFill>
              <a:srgbClr val="5C89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2" name="rc2622"/>
            <p:cNvSpPr/>
            <p:nvPr/>
          </p:nvSpPr>
          <p:spPr>
            <a:xfrm>
              <a:off x="3089822" y="6094682"/>
              <a:ext cx="118689" cy="91468"/>
            </a:xfrm>
            <a:prstGeom prst="rect">
              <a:avLst/>
            </a:prstGeom>
            <a:solidFill>
              <a:srgbClr val="B2D4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3" name="rc2623"/>
            <p:cNvSpPr/>
            <p:nvPr/>
          </p:nvSpPr>
          <p:spPr>
            <a:xfrm>
              <a:off x="3089822" y="4356773"/>
              <a:ext cx="118689" cy="91468"/>
            </a:xfrm>
            <a:prstGeom prst="rect">
              <a:avLst/>
            </a:prstGeom>
            <a:solidFill>
              <a:srgbClr val="D1E9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4" name="rc2624"/>
            <p:cNvSpPr/>
            <p:nvPr/>
          </p:nvSpPr>
          <p:spPr>
            <a:xfrm>
              <a:off x="3089822" y="4631180"/>
              <a:ext cx="118689" cy="91468"/>
            </a:xfrm>
            <a:prstGeom prst="rect">
              <a:avLst/>
            </a:prstGeom>
            <a:solidFill>
              <a:srgbClr val="B2D4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5" name="rc2625"/>
            <p:cNvSpPr/>
            <p:nvPr/>
          </p:nvSpPr>
          <p:spPr>
            <a:xfrm>
              <a:off x="3089822" y="5820275"/>
              <a:ext cx="118689" cy="91468"/>
            </a:xfrm>
            <a:prstGeom prst="rect">
              <a:avLst/>
            </a:prstGeom>
            <a:solidFill>
              <a:srgbClr val="A5CBE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6" name="rc2626"/>
            <p:cNvSpPr/>
            <p:nvPr/>
          </p:nvSpPr>
          <p:spPr>
            <a:xfrm>
              <a:off x="3089822" y="5545869"/>
              <a:ext cx="118689" cy="91468"/>
            </a:xfrm>
            <a:prstGeom prst="rect">
              <a:avLst/>
            </a:prstGeom>
            <a:solidFill>
              <a:srgbClr val="6895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7" name="rc2627"/>
            <p:cNvSpPr/>
            <p:nvPr/>
          </p:nvSpPr>
          <p:spPr>
            <a:xfrm>
              <a:off x="3089822" y="5271462"/>
              <a:ext cx="118689" cy="91468"/>
            </a:xfrm>
            <a:prstGeom prst="rect">
              <a:avLst/>
            </a:prstGeom>
            <a:solidFill>
              <a:srgbClr val="E2F4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8" name="rc2628"/>
            <p:cNvSpPr/>
            <p:nvPr/>
          </p:nvSpPr>
          <p:spPr>
            <a:xfrm>
              <a:off x="3089822" y="5637337"/>
              <a:ext cx="118689" cy="91468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9" name="rc2629"/>
            <p:cNvSpPr/>
            <p:nvPr/>
          </p:nvSpPr>
          <p:spPr>
            <a:xfrm>
              <a:off x="3089822" y="4997055"/>
              <a:ext cx="118689" cy="91468"/>
            </a:xfrm>
            <a:prstGeom prst="rect">
              <a:avLst/>
            </a:prstGeom>
            <a:solidFill>
              <a:srgbClr val="C4E0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0" name="rc2630"/>
            <p:cNvSpPr/>
            <p:nvPr/>
          </p:nvSpPr>
          <p:spPr>
            <a:xfrm>
              <a:off x="3089822" y="5454400"/>
              <a:ext cx="118689" cy="91468"/>
            </a:xfrm>
            <a:prstGeom prst="rect">
              <a:avLst/>
            </a:prstGeom>
            <a:solidFill>
              <a:srgbClr val="B7D7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1" name="rc2631"/>
            <p:cNvSpPr/>
            <p:nvPr/>
          </p:nvSpPr>
          <p:spPr>
            <a:xfrm>
              <a:off x="3089822" y="4905586"/>
              <a:ext cx="118689" cy="91468"/>
            </a:xfrm>
            <a:prstGeom prst="rect">
              <a:avLst/>
            </a:prstGeom>
            <a:solidFill>
              <a:srgbClr val="FDFEC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2" name="rc2632"/>
            <p:cNvSpPr/>
            <p:nvPr/>
          </p:nvSpPr>
          <p:spPr>
            <a:xfrm>
              <a:off x="3089822" y="5911744"/>
              <a:ext cx="118689" cy="91468"/>
            </a:xfrm>
            <a:prstGeom prst="rect">
              <a:avLst/>
            </a:prstGeom>
            <a:solidFill>
              <a:srgbClr val="EFF8E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3" name="rc2633"/>
            <p:cNvSpPr/>
            <p:nvPr/>
          </p:nvSpPr>
          <p:spPr>
            <a:xfrm>
              <a:off x="3089822" y="6277620"/>
              <a:ext cx="118689" cy="91468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4" name="rc2634"/>
            <p:cNvSpPr/>
            <p:nvPr/>
          </p:nvSpPr>
          <p:spPr>
            <a:xfrm>
              <a:off x="3089822" y="7009371"/>
              <a:ext cx="118689" cy="91468"/>
            </a:xfrm>
            <a:prstGeom prst="rect">
              <a:avLst/>
            </a:prstGeom>
            <a:solidFill>
              <a:srgbClr val="DAEF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5" name="rc2635"/>
            <p:cNvSpPr/>
            <p:nvPr/>
          </p:nvSpPr>
          <p:spPr>
            <a:xfrm>
              <a:off x="3089822" y="6643495"/>
              <a:ext cx="118689" cy="91468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6" name="rc2636"/>
            <p:cNvSpPr/>
            <p:nvPr/>
          </p:nvSpPr>
          <p:spPr>
            <a:xfrm>
              <a:off x="3089822" y="6003213"/>
              <a:ext cx="118689" cy="91468"/>
            </a:xfrm>
            <a:prstGeom prst="rect">
              <a:avLst/>
            </a:prstGeom>
            <a:solidFill>
              <a:srgbClr val="DEF1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7" name="rc2637"/>
            <p:cNvSpPr/>
            <p:nvPr/>
          </p:nvSpPr>
          <p:spPr>
            <a:xfrm>
              <a:off x="3089822" y="4814118"/>
              <a:ext cx="118689" cy="91468"/>
            </a:xfrm>
            <a:prstGeom prst="rect">
              <a:avLst/>
            </a:prstGeom>
            <a:solidFill>
              <a:srgbClr val="4A79B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8" name="rc2638"/>
            <p:cNvSpPr/>
            <p:nvPr/>
          </p:nvSpPr>
          <p:spPr>
            <a:xfrm>
              <a:off x="3089822" y="6734964"/>
              <a:ext cx="118689" cy="91468"/>
            </a:xfrm>
            <a:prstGeom prst="rect">
              <a:avLst/>
            </a:prstGeom>
            <a:solidFill>
              <a:srgbClr val="729E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9" name="rc2639"/>
            <p:cNvSpPr/>
            <p:nvPr/>
          </p:nvSpPr>
          <p:spPr>
            <a:xfrm>
              <a:off x="3089822" y="6552026"/>
              <a:ext cx="118689" cy="91468"/>
            </a:xfrm>
            <a:prstGeom prst="rect">
              <a:avLst/>
            </a:prstGeom>
            <a:solidFill>
              <a:srgbClr val="6490C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0" name="rc2640"/>
            <p:cNvSpPr/>
            <p:nvPr/>
          </p:nvSpPr>
          <p:spPr>
            <a:xfrm>
              <a:off x="3089822" y="6369089"/>
              <a:ext cx="118689" cy="91468"/>
            </a:xfrm>
            <a:prstGeom prst="rect">
              <a:avLst/>
            </a:prstGeom>
            <a:solidFill>
              <a:srgbClr val="FDFE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1" name="rc2641"/>
            <p:cNvSpPr/>
            <p:nvPr/>
          </p:nvSpPr>
          <p:spPr>
            <a:xfrm>
              <a:off x="3208512" y="5088524"/>
              <a:ext cx="118689" cy="91468"/>
            </a:xfrm>
            <a:prstGeom prst="rect">
              <a:avLst/>
            </a:prstGeom>
            <a:solidFill>
              <a:srgbClr val="5C89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2" name="rc2642"/>
            <p:cNvSpPr/>
            <p:nvPr/>
          </p:nvSpPr>
          <p:spPr>
            <a:xfrm>
              <a:off x="3208512" y="6186151"/>
              <a:ext cx="118689" cy="91468"/>
            </a:xfrm>
            <a:prstGeom prst="rect">
              <a:avLst/>
            </a:prstGeom>
            <a:solidFill>
              <a:srgbClr val="CB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3" name="rc2643"/>
            <p:cNvSpPr/>
            <p:nvPr/>
          </p:nvSpPr>
          <p:spPr>
            <a:xfrm>
              <a:off x="3208512" y="6460557"/>
              <a:ext cx="118689" cy="91468"/>
            </a:xfrm>
            <a:prstGeom prst="rect">
              <a:avLst/>
            </a:prstGeom>
            <a:solidFill>
              <a:srgbClr val="80AC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4" name="rc2644"/>
            <p:cNvSpPr/>
            <p:nvPr/>
          </p:nvSpPr>
          <p:spPr>
            <a:xfrm>
              <a:off x="3208512" y="7100840"/>
              <a:ext cx="118689" cy="91468"/>
            </a:xfrm>
            <a:prstGeom prst="rect">
              <a:avLst/>
            </a:prstGeom>
            <a:solidFill>
              <a:srgbClr val="FAFD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5" name="rc2645"/>
            <p:cNvSpPr/>
            <p:nvPr/>
          </p:nvSpPr>
          <p:spPr>
            <a:xfrm>
              <a:off x="3208512" y="4722649"/>
              <a:ext cx="118689" cy="91468"/>
            </a:xfrm>
            <a:prstGeom prst="rect">
              <a:avLst/>
            </a:prstGeom>
            <a:solidFill>
              <a:srgbClr val="FFFBB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6" name="rc2646"/>
            <p:cNvSpPr/>
            <p:nvPr/>
          </p:nvSpPr>
          <p:spPr>
            <a:xfrm>
              <a:off x="3208512" y="6826433"/>
              <a:ext cx="118689" cy="91468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7" name="rc2647"/>
            <p:cNvSpPr/>
            <p:nvPr/>
          </p:nvSpPr>
          <p:spPr>
            <a:xfrm>
              <a:off x="3208512" y="5179993"/>
              <a:ext cx="118689" cy="91468"/>
            </a:xfrm>
            <a:prstGeom prst="rect">
              <a:avLst/>
            </a:prstGeom>
            <a:solidFill>
              <a:srgbClr val="6D99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8" name="rc2648"/>
            <p:cNvSpPr/>
            <p:nvPr/>
          </p:nvSpPr>
          <p:spPr>
            <a:xfrm>
              <a:off x="3208512" y="4448242"/>
              <a:ext cx="118689" cy="91468"/>
            </a:xfrm>
            <a:prstGeom prst="rect">
              <a:avLst/>
            </a:prstGeom>
            <a:solidFill>
              <a:srgbClr val="B3D5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9" name="rc2649"/>
            <p:cNvSpPr/>
            <p:nvPr/>
          </p:nvSpPr>
          <p:spPr>
            <a:xfrm>
              <a:off x="3208512" y="5362931"/>
              <a:ext cx="118689" cy="91468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0" name="rc2650"/>
            <p:cNvSpPr/>
            <p:nvPr/>
          </p:nvSpPr>
          <p:spPr>
            <a:xfrm>
              <a:off x="3208512" y="6917902"/>
              <a:ext cx="118689" cy="91468"/>
            </a:xfrm>
            <a:prstGeom prst="rect">
              <a:avLst/>
            </a:prstGeom>
            <a:solidFill>
              <a:srgbClr val="DCF0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1" name="rc2651"/>
            <p:cNvSpPr/>
            <p:nvPr/>
          </p:nvSpPr>
          <p:spPr>
            <a:xfrm>
              <a:off x="3208512" y="4539711"/>
              <a:ext cx="118689" cy="91468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2" name="rc2652"/>
            <p:cNvSpPr/>
            <p:nvPr/>
          </p:nvSpPr>
          <p:spPr>
            <a:xfrm>
              <a:off x="3208512" y="5728806"/>
              <a:ext cx="118689" cy="91468"/>
            </a:xfrm>
            <a:prstGeom prst="rect">
              <a:avLst/>
            </a:prstGeom>
            <a:solidFill>
              <a:srgbClr val="FFF3A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3" name="rc2653"/>
            <p:cNvSpPr/>
            <p:nvPr/>
          </p:nvSpPr>
          <p:spPr>
            <a:xfrm>
              <a:off x="3208512" y="6094682"/>
              <a:ext cx="118689" cy="91468"/>
            </a:xfrm>
            <a:prstGeom prst="rect">
              <a:avLst/>
            </a:prstGeom>
            <a:solidFill>
              <a:srgbClr val="FFEA9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4" name="rc2654"/>
            <p:cNvSpPr/>
            <p:nvPr/>
          </p:nvSpPr>
          <p:spPr>
            <a:xfrm>
              <a:off x="3208512" y="4356773"/>
              <a:ext cx="118689" cy="91468"/>
            </a:xfrm>
            <a:prstGeom prst="rect">
              <a:avLst/>
            </a:prstGeom>
            <a:solidFill>
              <a:srgbClr val="94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5" name="rc2655"/>
            <p:cNvSpPr/>
            <p:nvPr/>
          </p:nvSpPr>
          <p:spPr>
            <a:xfrm>
              <a:off x="3208512" y="4631180"/>
              <a:ext cx="118689" cy="91468"/>
            </a:xfrm>
            <a:prstGeom prst="rect">
              <a:avLst/>
            </a:prstGeom>
            <a:solidFill>
              <a:srgbClr val="FFE99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6" name="rc2656"/>
            <p:cNvSpPr/>
            <p:nvPr/>
          </p:nvSpPr>
          <p:spPr>
            <a:xfrm>
              <a:off x="3208512" y="5820275"/>
              <a:ext cx="118689" cy="91468"/>
            </a:xfrm>
            <a:prstGeom prst="rect">
              <a:avLst/>
            </a:prstGeom>
            <a:solidFill>
              <a:srgbClr val="F6FB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7" name="rc2657"/>
            <p:cNvSpPr/>
            <p:nvPr/>
          </p:nvSpPr>
          <p:spPr>
            <a:xfrm>
              <a:off x="3208512" y="5545869"/>
              <a:ext cx="118689" cy="91468"/>
            </a:xfrm>
            <a:prstGeom prst="rect">
              <a:avLst/>
            </a:prstGeom>
            <a:solidFill>
              <a:srgbClr val="FFFFB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8" name="rc2658"/>
            <p:cNvSpPr/>
            <p:nvPr/>
          </p:nvSpPr>
          <p:spPr>
            <a:xfrm>
              <a:off x="3208512" y="5271462"/>
              <a:ext cx="118689" cy="91468"/>
            </a:xfrm>
            <a:prstGeom prst="rect">
              <a:avLst/>
            </a:prstGeom>
            <a:solidFill>
              <a:srgbClr val="FEDB8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9" name="rc2659"/>
            <p:cNvSpPr/>
            <p:nvPr/>
          </p:nvSpPr>
          <p:spPr>
            <a:xfrm>
              <a:off x="3208512" y="5637337"/>
              <a:ext cx="118689" cy="91468"/>
            </a:xfrm>
            <a:prstGeom prst="rect">
              <a:avLst/>
            </a:prstGeom>
            <a:solidFill>
              <a:srgbClr val="D0E8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0" name="rc2660"/>
            <p:cNvSpPr/>
            <p:nvPr/>
          </p:nvSpPr>
          <p:spPr>
            <a:xfrm>
              <a:off x="3208512" y="4997055"/>
              <a:ext cx="118689" cy="91468"/>
            </a:xfrm>
            <a:prstGeom prst="rect">
              <a:avLst/>
            </a:prstGeom>
            <a:solidFill>
              <a:srgbClr val="FFF4A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1" name="rc2661"/>
            <p:cNvSpPr/>
            <p:nvPr/>
          </p:nvSpPr>
          <p:spPr>
            <a:xfrm>
              <a:off x="3208512" y="5454400"/>
              <a:ext cx="118689" cy="91468"/>
            </a:xfrm>
            <a:prstGeom prst="rect">
              <a:avLst/>
            </a:prstGeom>
            <a:solidFill>
              <a:srgbClr val="6F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2" name="rc2662"/>
            <p:cNvSpPr/>
            <p:nvPr/>
          </p:nvSpPr>
          <p:spPr>
            <a:xfrm>
              <a:off x="3208512" y="4905586"/>
              <a:ext cx="118689" cy="91468"/>
            </a:xfrm>
            <a:prstGeom prst="rect">
              <a:avLst/>
            </a:prstGeom>
            <a:solidFill>
              <a:srgbClr val="EFF8D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3" name="rc2663"/>
            <p:cNvSpPr/>
            <p:nvPr/>
          </p:nvSpPr>
          <p:spPr>
            <a:xfrm>
              <a:off x="3208512" y="5911744"/>
              <a:ext cx="118689" cy="91468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4" name="rc2664"/>
            <p:cNvSpPr/>
            <p:nvPr/>
          </p:nvSpPr>
          <p:spPr>
            <a:xfrm>
              <a:off x="3208512" y="6277620"/>
              <a:ext cx="118689" cy="91468"/>
            </a:xfrm>
            <a:prstGeom prst="rect">
              <a:avLst/>
            </a:prstGeom>
            <a:solidFill>
              <a:srgbClr val="B7D7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5" name="rc2665"/>
            <p:cNvSpPr/>
            <p:nvPr/>
          </p:nvSpPr>
          <p:spPr>
            <a:xfrm>
              <a:off x="3208512" y="7009371"/>
              <a:ext cx="118689" cy="91468"/>
            </a:xfrm>
            <a:prstGeom prst="rect">
              <a:avLst/>
            </a:prstGeom>
            <a:solidFill>
              <a:srgbClr val="FCFE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6" name="rc2666"/>
            <p:cNvSpPr/>
            <p:nvPr/>
          </p:nvSpPr>
          <p:spPr>
            <a:xfrm>
              <a:off x="3208512" y="6643495"/>
              <a:ext cx="118689" cy="91468"/>
            </a:xfrm>
            <a:prstGeom prst="rect">
              <a:avLst/>
            </a:prstGeom>
            <a:solidFill>
              <a:srgbClr val="6B97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7" name="rc2667"/>
            <p:cNvSpPr/>
            <p:nvPr/>
          </p:nvSpPr>
          <p:spPr>
            <a:xfrm>
              <a:off x="3208512" y="6003213"/>
              <a:ext cx="118689" cy="91468"/>
            </a:xfrm>
            <a:prstGeom prst="rect">
              <a:avLst/>
            </a:prstGeom>
            <a:solidFill>
              <a:srgbClr val="DBF0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8" name="rc2668"/>
            <p:cNvSpPr/>
            <p:nvPr/>
          </p:nvSpPr>
          <p:spPr>
            <a:xfrm>
              <a:off x="3208512" y="4814118"/>
              <a:ext cx="118689" cy="91468"/>
            </a:xfrm>
            <a:prstGeom prst="rect">
              <a:avLst/>
            </a:prstGeom>
            <a:solidFill>
              <a:srgbClr val="D9362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9" name="rc2669"/>
            <p:cNvSpPr/>
            <p:nvPr/>
          </p:nvSpPr>
          <p:spPr>
            <a:xfrm>
              <a:off x="3208512" y="6734964"/>
              <a:ext cx="118689" cy="91468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0" name="rc2670"/>
            <p:cNvSpPr/>
            <p:nvPr/>
          </p:nvSpPr>
          <p:spPr>
            <a:xfrm>
              <a:off x="3208512" y="6552026"/>
              <a:ext cx="118689" cy="91468"/>
            </a:xfrm>
            <a:prstGeom prst="rect">
              <a:avLst/>
            </a:prstGeom>
            <a:solidFill>
              <a:srgbClr val="6390C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1" name="rc2671"/>
            <p:cNvSpPr/>
            <p:nvPr/>
          </p:nvSpPr>
          <p:spPr>
            <a:xfrm>
              <a:off x="3208512" y="6369089"/>
              <a:ext cx="118689" cy="91468"/>
            </a:xfrm>
            <a:prstGeom prst="rect">
              <a:avLst/>
            </a:prstGeom>
            <a:solidFill>
              <a:srgbClr val="E6F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2" name="rc2672"/>
            <p:cNvSpPr/>
            <p:nvPr/>
          </p:nvSpPr>
          <p:spPr>
            <a:xfrm>
              <a:off x="3327202" y="5088524"/>
              <a:ext cx="118689" cy="91468"/>
            </a:xfrm>
            <a:prstGeom prst="rect">
              <a:avLst/>
            </a:prstGeom>
            <a:solidFill>
              <a:srgbClr val="E4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3" name="rc2673"/>
            <p:cNvSpPr/>
            <p:nvPr/>
          </p:nvSpPr>
          <p:spPr>
            <a:xfrm>
              <a:off x="3327202" y="6186151"/>
              <a:ext cx="118689" cy="91468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4" name="rc2674"/>
            <p:cNvSpPr/>
            <p:nvPr/>
          </p:nvSpPr>
          <p:spPr>
            <a:xfrm>
              <a:off x="3327202" y="6460557"/>
              <a:ext cx="118689" cy="91468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5" name="rc2675"/>
            <p:cNvSpPr/>
            <p:nvPr/>
          </p:nvSpPr>
          <p:spPr>
            <a:xfrm>
              <a:off x="3327202" y="7100840"/>
              <a:ext cx="118689" cy="91468"/>
            </a:xfrm>
            <a:prstGeom prst="rect">
              <a:avLst/>
            </a:prstGeom>
            <a:solidFill>
              <a:srgbClr val="80AD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6" name="rc2676"/>
            <p:cNvSpPr/>
            <p:nvPr/>
          </p:nvSpPr>
          <p:spPr>
            <a:xfrm>
              <a:off x="3327202" y="4722649"/>
              <a:ext cx="118689" cy="91468"/>
            </a:xfrm>
            <a:prstGeom prst="rect">
              <a:avLst/>
            </a:prstGeom>
            <a:solidFill>
              <a:srgbClr val="FFE79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7" name="rc2677"/>
            <p:cNvSpPr/>
            <p:nvPr/>
          </p:nvSpPr>
          <p:spPr>
            <a:xfrm>
              <a:off x="3327202" y="6826433"/>
              <a:ext cx="118689" cy="91468"/>
            </a:xfrm>
            <a:prstGeom prst="rect">
              <a:avLst/>
            </a:prstGeom>
            <a:solidFill>
              <a:srgbClr val="CC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8" name="rc2678"/>
            <p:cNvSpPr/>
            <p:nvPr/>
          </p:nvSpPr>
          <p:spPr>
            <a:xfrm>
              <a:off x="3327202" y="5179993"/>
              <a:ext cx="118689" cy="91468"/>
            </a:xfrm>
            <a:prstGeom prst="rect">
              <a:avLst/>
            </a:prstGeom>
            <a:solidFill>
              <a:srgbClr val="C0DD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9" name="rc2679"/>
            <p:cNvSpPr/>
            <p:nvPr/>
          </p:nvSpPr>
          <p:spPr>
            <a:xfrm>
              <a:off x="3327202" y="4448242"/>
              <a:ext cx="118689" cy="91468"/>
            </a:xfrm>
            <a:prstGeom prst="rect">
              <a:avLst/>
            </a:prstGeom>
            <a:solidFill>
              <a:srgbClr val="EAF6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0" name="rc2680"/>
            <p:cNvSpPr/>
            <p:nvPr/>
          </p:nvSpPr>
          <p:spPr>
            <a:xfrm>
              <a:off x="3327202" y="5362931"/>
              <a:ext cx="118689" cy="91468"/>
            </a:xfrm>
            <a:prstGeom prst="rect">
              <a:avLst/>
            </a:prstGeom>
            <a:solidFill>
              <a:srgbClr val="87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1" name="rc2681"/>
            <p:cNvSpPr/>
            <p:nvPr/>
          </p:nvSpPr>
          <p:spPr>
            <a:xfrm>
              <a:off x="3327202" y="6917902"/>
              <a:ext cx="118689" cy="91468"/>
            </a:xfrm>
            <a:prstGeom prst="rect">
              <a:avLst/>
            </a:prstGeom>
            <a:solidFill>
              <a:srgbClr val="87B4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2" name="rc2682"/>
            <p:cNvSpPr/>
            <p:nvPr/>
          </p:nvSpPr>
          <p:spPr>
            <a:xfrm>
              <a:off x="3327202" y="4539711"/>
              <a:ext cx="118689" cy="91468"/>
            </a:xfrm>
            <a:prstGeom prst="rect">
              <a:avLst/>
            </a:prstGeom>
            <a:solidFill>
              <a:srgbClr val="96C2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3" name="rc2683"/>
            <p:cNvSpPr/>
            <p:nvPr/>
          </p:nvSpPr>
          <p:spPr>
            <a:xfrm>
              <a:off x="3327202" y="5728806"/>
              <a:ext cx="118689" cy="91468"/>
            </a:xfrm>
            <a:prstGeom prst="rect">
              <a:avLst/>
            </a:prstGeom>
            <a:solidFill>
              <a:srgbClr val="608DC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4" name="rc2684"/>
            <p:cNvSpPr/>
            <p:nvPr/>
          </p:nvSpPr>
          <p:spPr>
            <a:xfrm>
              <a:off x="3327202" y="6094682"/>
              <a:ext cx="118689" cy="91468"/>
            </a:xfrm>
            <a:prstGeom prst="rect">
              <a:avLst/>
            </a:prstGeom>
            <a:solidFill>
              <a:srgbClr val="FFE99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5" name="rc2685"/>
            <p:cNvSpPr/>
            <p:nvPr/>
          </p:nvSpPr>
          <p:spPr>
            <a:xfrm>
              <a:off x="3327202" y="4356773"/>
              <a:ext cx="118689" cy="91468"/>
            </a:xfrm>
            <a:prstGeom prst="rect">
              <a:avLst/>
            </a:prstGeom>
            <a:solidFill>
              <a:srgbClr val="FFEA9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6" name="rc2686"/>
            <p:cNvSpPr/>
            <p:nvPr/>
          </p:nvSpPr>
          <p:spPr>
            <a:xfrm>
              <a:off x="3327202" y="4631180"/>
              <a:ext cx="118689" cy="91468"/>
            </a:xfrm>
            <a:prstGeom prst="rect">
              <a:avLst/>
            </a:prstGeom>
            <a:solidFill>
              <a:srgbClr val="FFE89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7" name="rc2687"/>
            <p:cNvSpPr/>
            <p:nvPr/>
          </p:nvSpPr>
          <p:spPr>
            <a:xfrm>
              <a:off x="3327202" y="5820275"/>
              <a:ext cx="118689" cy="91468"/>
            </a:xfrm>
            <a:prstGeom prst="rect">
              <a:avLst/>
            </a:prstGeom>
            <a:solidFill>
              <a:srgbClr val="5B88B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8" name="rc2688"/>
            <p:cNvSpPr/>
            <p:nvPr/>
          </p:nvSpPr>
          <p:spPr>
            <a:xfrm>
              <a:off x="3327202" y="5545869"/>
              <a:ext cx="118689" cy="91468"/>
            </a:xfrm>
            <a:prstGeom prst="rect">
              <a:avLst/>
            </a:prstGeom>
            <a:solidFill>
              <a:srgbClr val="B9D9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9" name="rc2689"/>
            <p:cNvSpPr/>
            <p:nvPr/>
          </p:nvSpPr>
          <p:spPr>
            <a:xfrm>
              <a:off x="3327202" y="5271462"/>
              <a:ext cx="118689" cy="91468"/>
            </a:xfrm>
            <a:prstGeom prst="rect">
              <a:avLst/>
            </a:prstGeom>
            <a:solidFill>
              <a:srgbClr val="FFEFA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0" name="rc2690"/>
            <p:cNvSpPr/>
            <p:nvPr/>
          </p:nvSpPr>
          <p:spPr>
            <a:xfrm>
              <a:off x="3327202" y="5637337"/>
              <a:ext cx="118689" cy="91468"/>
            </a:xfrm>
            <a:prstGeom prst="rect">
              <a:avLst/>
            </a:prstGeom>
            <a:solidFill>
              <a:srgbClr val="CFE7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1" name="rc2691"/>
            <p:cNvSpPr/>
            <p:nvPr/>
          </p:nvSpPr>
          <p:spPr>
            <a:xfrm>
              <a:off x="3327202" y="4997055"/>
              <a:ext cx="118689" cy="91468"/>
            </a:xfrm>
            <a:prstGeom prst="rect">
              <a:avLst/>
            </a:prstGeom>
            <a:solidFill>
              <a:srgbClr val="CA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2" name="rc2692"/>
            <p:cNvSpPr/>
            <p:nvPr/>
          </p:nvSpPr>
          <p:spPr>
            <a:xfrm>
              <a:off x="3327202" y="5454400"/>
              <a:ext cx="118689" cy="91468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3" name="rc2693"/>
            <p:cNvSpPr/>
            <p:nvPr/>
          </p:nvSpPr>
          <p:spPr>
            <a:xfrm>
              <a:off x="3327202" y="4905586"/>
              <a:ext cx="118689" cy="91468"/>
            </a:xfrm>
            <a:prstGeom prst="rect">
              <a:avLst/>
            </a:prstGeom>
            <a:solidFill>
              <a:srgbClr val="FFF9B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4" name="rc2694"/>
            <p:cNvSpPr/>
            <p:nvPr/>
          </p:nvSpPr>
          <p:spPr>
            <a:xfrm>
              <a:off x="3327202" y="5911744"/>
              <a:ext cx="118689" cy="91468"/>
            </a:xfrm>
            <a:prstGeom prst="rect">
              <a:avLst/>
            </a:prstGeom>
            <a:solidFill>
              <a:srgbClr val="FFF8B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5" name="rc2695"/>
            <p:cNvSpPr/>
            <p:nvPr/>
          </p:nvSpPr>
          <p:spPr>
            <a:xfrm>
              <a:off x="3327202" y="6277620"/>
              <a:ext cx="118689" cy="91468"/>
            </a:xfrm>
            <a:prstGeom prst="rect">
              <a:avLst/>
            </a:prstGeom>
            <a:solidFill>
              <a:srgbClr val="6B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6" name="rc2696"/>
            <p:cNvSpPr/>
            <p:nvPr/>
          </p:nvSpPr>
          <p:spPr>
            <a:xfrm>
              <a:off x="3327202" y="7009371"/>
              <a:ext cx="118689" cy="91468"/>
            </a:xfrm>
            <a:prstGeom prst="rect">
              <a:avLst/>
            </a:prstGeom>
            <a:solidFill>
              <a:srgbClr val="83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7" name="rc2697"/>
            <p:cNvSpPr/>
            <p:nvPr/>
          </p:nvSpPr>
          <p:spPr>
            <a:xfrm>
              <a:off x="3327202" y="6643495"/>
              <a:ext cx="118689" cy="91468"/>
            </a:xfrm>
            <a:prstGeom prst="rect">
              <a:avLst/>
            </a:prstGeom>
            <a:solidFill>
              <a:srgbClr val="EEF8E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8" name="rc2698"/>
            <p:cNvSpPr/>
            <p:nvPr/>
          </p:nvSpPr>
          <p:spPr>
            <a:xfrm>
              <a:off x="3327202" y="6003213"/>
              <a:ext cx="118689" cy="91468"/>
            </a:xfrm>
            <a:prstGeom prst="rect">
              <a:avLst/>
            </a:prstGeom>
            <a:solidFill>
              <a:srgbClr val="FEFEC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9" name="rc2699"/>
            <p:cNvSpPr/>
            <p:nvPr/>
          </p:nvSpPr>
          <p:spPr>
            <a:xfrm>
              <a:off x="3327202" y="4814118"/>
              <a:ext cx="118689" cy="91468"/>
            </a:xfrm>
            <a:prstGeom prst="rect">
              <a:avLst/>
            </a:prstGeom>
            <a:solidFill>
              <a:srgbClr val="F2F9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0" name="rc2700"/>
            <p:cNvSpPr/>
            <p:nvPr/>
          </p:nvSpPr>
          <p:spPr>
            <a:xfrm>
              <a:off x="3327202" y="6734964"/>
              <a:ext cx="118689" cy="91468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1" name="rc2701"/>
            <p:cNvSpPr/>
            <p:nvPr/>
          </p:nvSpPr>
          <p:spPr>
            <a:xfrm>
              <a:off x="3327202" y="6552026"/>
              <a:ext cx="118689" cy="91468"/>
            </a:xfrm>
            <a:prstGeom prst="rect">
              <a:avLst/>
            </a:prstGeom>
            <a:solidFill>
              <a:srgbClr val="68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2" name="rc2702"/>
            <p:cNvSpPr/>
            <p:nvPr/>
          </p:nvSpPr>
          <p:spPr>
            <a:xfrm>
              <a:off x="3327202" y="6369089"/>
              <a:ext cx="118689" cy="91468"/>
            </a:xfrm>
            <a:prstGeom prst="rect">
              <a:avLst/>
            </a:prstGeom>
            <a:solidFill>
              <a:srgbClr val="E4F4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3" name="rc2703"/>
            <p:cNvSpPr/>
            <p:nvPr/>
          </p:nvSpPr>
          <p:spPr>
            <a:xfrm>
              <a:off x="3445892" y="5088524"/>
              <a:ext cx="118689" cy="91468"/>
            </a:xfrm>
            <a:prstGeom prst="rect">
              <a:avLst/>
            </a:prstGeom>
            <a:solidFill>
              <a:srgbClr val="A9CE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4" name="rc2704"/>
            <p:cNvSpPr/>
            <p:nvPr/>
          </p:nvSpPr>
          <p:spPr>
            <a:xfrm>
              <a:off x="3445892" y="6186151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5" name="rc2705"/>
            <p:cNvSpPr/>
            <p:nvPr/>
          </p:nvSpPr>
          <p:spPr>
            <a:xfrm>
              <a:off x="3445892" y="6460557"/>
              <a:ext cx="118689" cy="91468"/>
            </a:xfrm>
            <a:prstGeom prst="rect">
              <a:avLst/>
            </a:prstGeom>
            <a:solidFill>
              <a:srgbClr val="D0E8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6" name="rc2706"/>
            <p:cNvSpPr/>
            <p:nvPr/>
          </p:nvSpPr>
          <p:spPr>
            <a:xfrm>
              <a:off x="3445892" y="7100840"/>
              <a:ext cx="118689" cy="91468"/>
            </a:xfrm>
            <a:prstGeom prst="rect">
              <a:avLst/>
            </a:prstGeom>
            <a:solidFill>
              <a:srgbClr val="7BA7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7" name="rc2707"/>
            <p:cNvSpPr/>
            <p:nvPr/>
          </p:nvSpPr>
          <p:spPr>
            <a:xfrm>
              <a:off x="3445892" y="4722649"/>
              <a:ext cx="118689" cy="91468"/>
            </a:xfrm>
            <a:prstGeom prst="rect">
              <a:avLst/>
            </a:prstGeom>
            <a:solidFill>
              <a:srgbClr val="FEE39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8" name="rc2708"/>
            <p:cNvSpPr/>
            <p:nvPr/>
          </p:nvSpPr>
          <p:spPr>
            <a:xfrm>
              <a:off x="3445892" y="6826433"/>
              <a:ext cx="118689" cy="91468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9" name="rc2709"/>
            <p:cNvSpPr/>
            <p:nvPr/>
          </p:nvSpPr>
          <p:spPr>
            <a:xfrm>
              <a:off x="3445892" y="5179993"/>
              <a:ext cx="118689" cy="91468"/>
            </a:xfrm>
            <a:prstGeom prst="rect">
              <a:avLst/>
            </a:prstGeom>
            <a:solidFill>
              <a:srgbClr val="6490C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0" name="rc2710"/>
            <p:cNvSpPr/>
            <p:nvPr/>
          </p:nvSpPr>
          <p:spPr>
            <a:xfrm>
              <a:off x="3445892" y="4448242"/>
              <a:ext cx="118689" cy="91468"/>
            </a:xfrm>
            <a:prstGeom prst="rect">
              <a:avLst/>
            </a:prstGeom>
            <a:solidFill>
              <a:srgbClr val="B7D8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1" name="rc2711"/>
            <p:cNvSpPr/>
            <p:nvPr/>
          </p:nvSpPr>
          <p:spPr>
            <a:xfrm>
              <a:off x="3445892" y="5362931"/>
              <a:ext cx="118689" cy="91468"/>
            </a:xfrm>
            <a:prstGeom prst="rect">
              <a:avLst/>
            </a:prstGeom>
            <a:solidFill>
              <a:srgbClr val="D0E8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2" name="rc2712"/>
            <p:cNvSpPr/>
            <p:nvPr/>
          </p:nvSpPr>
          <p:spPr>
            <a:xfrm>
              <a:off x="3445892" y="6917902"/>
              <a:ext cx="118689" cy="91468"/>
            </a:xfrm>
            <a:prstGeom prst="rect">
              <a:avLst/>
            </a:prstGeom>
            <a:solidFill>
              <a:srgbClr val="DFF2F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3" name="rc2713"/>
            <p:cNvSpPr/>
            <p:nvPr/>
          </p:nvSpPr>
          <p:spPr>
            <a:xfrm>
              <a:off x="3445892" y="4539711"/>
              <a:ext cx="118689" cy="91468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4" name="rc2714"/>
            <p:cNvSpPr/>
            <p:nvPr/>
          </p:nvSpPr>
          <p:spPr>
            <a:xfrm>
              <a:off x="3445892" y="5728806"/>
              <a:ext cx="118689" cy="91468"/>
            </a:xfrm>
            <a:prstGeom prst="rect">
              <a:avLst/>
            </a:prstGeom>
            <a:solidFill>
              <a:srgbClr val="AACF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5" name="rc2715"/>
            <p:cNvSpPr/>
            <p:nvPr/>
          </p:nvSpPr>
          <p:spPr>
            <a:xfrm>
              <a:off x="3445892" y="6094682"/>
              <a:ext cx="118689" cy="91468"/>
            </a:xfrm>
            <a:prstGeom prst="rect">
              <a:avLst/>
            </a:prstGeom>
            <a:solidFill>
              <a:srgbClr val="E8F5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6" name="rc2716"/>
            <p:cNvSpPr/>
            <p:nvPr/>
          </p:nvSpPr>
          <p:spPr>
            <a:xfrm>
              <a:off x="3445892" y="4356773"/>
              <a:ext cx="118689" cy="91468"/>
            </a:xfrm>
            <a:prstGeom prst="rect">
              <a:avLst/>
            </a:prstGeom>
            <a:solidFill>
              <a:srgbClr val="EBF7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7" name="rc2717"/>
            <p:cNvSpPr/>
            <p:nvPr/>
          </p:nvSpPr>
          <p:spPr>
            <a:xfrm>
              <a:off x="3445892" y="4631180"/>
              <a:ext cx="118689" cy="91468"/>
            </a:xfrm>
            <a:prstGeom prst="rect">
              <a:avLst/>
            </a:prstGeom>
            <a:solidFill>
              <a:srgbClr val="EDF7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8" name="rc2718"/>
            <p:cNvSpPr/>
            <p:nvPr/>
          </p:nvSpPr>
          <p:spPr>
            <a:xfrm>
              <a:off x="3445892" y="5820275"/>
              <a:ext cx="118689" cy="91468"/>
            </a:xfrm>
            <a:prstGeom prst="rect">
              <a:avLst/>
            </a:prstGeom>
            <a:solidFill>
              <a:srgbClr val="FFF7B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9" name="rc2719"/>
            <p:cNvSpPr/>
            <p:nvPr/>
          </p:nvSpPr>
          <p:spPr>
            <a:xfrm>
              <a:off x="3445892" y="5545869"/>
              <a:ext cx="118689" cy="91468"/>
            </a:xfrm>
            <a:prstGeom prst="rect">
              <a:avLst/>
            </a:prstGeom>
            <a:solidFill>
              <a:srgbClr val="68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0" name="rc2720"/>
            <p:cNvSpPr/>
            <p:nvPr/>
          </p:nvSpPr>
          <p:spPr>
            <a:xfrm>
              <a:off x="3445892" y="5271462"/>
              <a:ext cx="118689" cy="91468"/>
            </a:xfrm>
            <a:prstGeom prst="rect">
              <a:avLst/>
            </a:prstGeom>
            <a:solidFill>
              <a:srgbClr val="DDF1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1" name="rc2721"/>
            <p:cNvSpPr/>
            <p:nvPr/>
          </p:nvSpPr>
          <p:spPr>
            <a:xfrm>
              <a:off x="3445892" y="5637337"/>
              <a:ext cx="118689" cy="91468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2" name="rc2722"/>
            <p:cNvSpPr/>
            <p:nvPr/>
          </p:nvSpPr>
          <p:spPr>
            <a:xfrm>
              <a:off x="3445892" y="4997055"/>
              <a:ext cx="118689" cy="91468"/>
            </a:xfrm>
            <a:prstGeom prst="rect">
              <a:avLst/>
            </a:prstGeom>
            <a:solidFill>
              <a:srgbClr val="FFD08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3" name="rc2723"/>
            <p:cNvSpPr/>
            <p:nvPr/>
          </p:nvSpPr>
          <p:spPr>
            <a:xfrm>
              <a:off x="3445892" y="5454400"/>
              <a:ext cx="118689" cy="91468"/>
            </a:xfrm>
            <a:prstGeom prst="rect">
              <a:avLst/>
            </a:prstGeom>
            <a:solidFill>
              <a:srgbClr val="C0DE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4" name="rc2724"/>
            <p:cNvSpPr/>
            <p:nvPr/>
          </p:nvSpPr>
          <p:spPr>
            <a:xfrm>
              <a:off x="3445892" y="4905586"/>
              <a:ext cx="118689" cy="91468"/>
            </a:xfrm>
            <a:prstGeom prst="rect">
              <a:avLst/>
            </a:prstGeom>
            <a:solidFill>
              <a:srgbClr val="5C89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5" name="rc2725"/>
            <p:cNvSpPr/>
            <p:nvPr/>
          </p:nvSpPr>
          <p:spPr>
            <a:xfrm>
              <a:off x="3445892" y="5911744"/>
              <a:ext cx="118689" cy="91468"/>
            </a:xfrm>
            <a:prstGeom prst="rect">
              <a:avLst/>
            </a:prstGeom>
            <a:solidFill>
              <a:srgbClr val="EBF7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6" name="rc2726"/>
            <p:cNvSpPr/>
            <p:nvPr/>
          </p:nvSpPr>
          <p:spPr>
            <a:xfrm>
              <a:off x="3445892" y="6277620"/>
              <a:ext cx="118689" cy="91468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7" name="rc2727"/>
            <p:cNvSpPr/>
            <p:nvPr/>
          </p:nvSpPr>
          <p:spPr>
            <a:xfrm>
              <a:off x="3445892" y="7009371"/>
              <a:ext cx="118689" cy="91468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8" name="rc2728"/>
            <p:cNvSpPr/>
            <p:nvPr/>
          </p:nvSpPr>
          <p:spPr>
            <a:xfrm>
              <a:off x="3445892" y="6643495"/>
              <a:ext cx="118689" cy="91468"/>
            </a:xfrm>
            <a:prstGeom prst="rect">
              <a:avLst/>
            </a:prstGeom>
            <a:solidFill>
              <a:srgbClr val="B7D8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9" name="rc2729"/>
            <p:cNvSpPr/>
            <p:nvPr/>
          </p:nvSpPr>
          <p:spPr>
            <a:xfrm>
              <a:off x="3445892" y="6003213"/>
              <a:ext cx="118689" cy="91468"/>
            </a:xfrm>
            <a:prstGeom prst="rect">
              <a:avLst/>
            </a:prstGeom>
            <a:solidFill>
              <a:srgbClr val="81AE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0" name="rc2730"/>
            <p:cNvSpPr/>
            <p:nvPr/>
          </p:nvSpPr>
          <p:spPr>
            <a:xfrm>
              <a:off x="3445892" y="4814118"/>
              <a:ext cx="118689" cy="91468"/>
            </a:xfrm>
            <a:prstGeom prst="rect">
              <a:avLst/>
            </a:prstGeom>
            <a:solidFill>
              <a:srgbClr val="96C2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1" name="rc2731"/>
            <p:cNvSpPr/>
            <p:nvPr/>
          </p:nvSpPr>
          <p:spPr>
            <a:xfrm>
              <a:off x="3445892" y="6734964"/>
              <a:ext cx="118689" cy="91468"/>
            </a:xfrm>
            <a:prstGeom prst="rect">
              <a:avLst/>
            </a:prstGeom>
            <a:solidFill>
              <a:srgbClr val="76A3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2" name="rc2732"/>
            <p:cNvSpPr/>
            <p:nvPr/>
          </p:nvSpPr>
          <p:spPr>
            <a:xfrm>
              <a:off x="3445892" y="6552026"/>
              <a:ext cx="118689" cy="91468"/>
            </a:xfrm>
            <a:prstGeom prst="rect">
              <a:avLst/>
            </a:prstGeom>
            <a:solidFill>
              <a:srgbClr val="B9D8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3" name="rc2733"/>
            <p:cNvSpPr/>
            <p:nvPr/>
          </p:nvSpPr>
          <p:spPr>
            <a:xfrm>
              <a:off x="3445892" y="6369089"/>
              <a:ext cx="118689" cy="91468"/>
            </a:xfrm>
            <a:prstGeom prst="rect">
              <a:avLst/>
            </a:prstGeom>
            <a:solidFill>
              <a:srgbClr val="FFC67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4" name="rc2734"/>
            <p:cNvSpPr/>
            <p:nvPr/>
          </p:nvSpPr>
          <p:spPr>
            <a:xfrm>
              <a:off x="3564582" y="5088524"/>
              <a:ext cx="118689" cy="91468"/>
            </a:xfrm>
            <a:prstGeom prst="rect">
              <a:avLst/>
            </a:prstGeom>
            <a:solidFill>
              <a:srgbClr val="FEE09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5" name="rc2735"/>
            <p:cNvSpPr/>
            <p:nvPr/>
          </p:nvSpPr>
          <p:spPr>
            <a:xfrm>
              <a:off x="3564582" y="6186151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6" name="rc2736"/>
            <p:cNvSpPr/>
            <p:nvPr/>
          </p:nvSpPr>
          <p:spPr>
            <a:xfrm>
              <a:off x="3564582" y="6460557"/>
              <a:ext cx="118689" cy="91468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7" name="rc2737"/>
            <p:cNvSpPr/>
            <p:nvPr/>
          </p:nvSpPr>
          <p:spPr>
            <a:xfrm>
              <a:off x="3564582" y="7100840"/>
              <a:ext cx="118689" cy="91468"/>
            </a:xfrm>
            <a:prstGeom prst="rect">
              <a:avLst/>
            </a:prstGeom>
            <a:solidFill>
              <a:srgbClr val="79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8" name="rc2738"/>
            <p:cNvSpPr/>
            <p:nvPr/>
          </p:nvSpPr>
          <p:spPr>
            <a:xfrm>
              <a:off x="3564582" y="4722649"/>
              <a:ext cx="118689" cy="91468"/>
            </a:xfrm>
            <a:prstGeom prst="rect">
              <a:avLst/>
            </a:prstGeom>
            <a:solidFill>
              <a:srgbClr val="F9FC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9" name="rc2739"/>
            <p:cNvSpPr/>
            <p:nvPr/>
          </p:nvSpPr>
          <p:spPr>
            <a:xfrm>
              <a:off x="3564582" y="6826433"/>
              <a:ext cx="118689" cy="91468"/>
            </a:xfrm>
            <a:prstGeom prst="rect">
              <a:avLst/>
            </a:prstGeom>
            <a:solidFill>
              <a:srgbClr val="FFF6B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0" name="rc2740"/>
            <p:cNvSpPr/>
            <p:nvPr/>
          </p:nvSpPr>
          <p:spPr>
            <a:xfrm>
              <a:off x="3564582" y="5179993"/>
              <a:ext cx="118689" cy="91468"/>
            </a:xfrm>
            <a:prstGeom prst="rect">
              <a:avLst/>
            </a:prstGeom>
            <a:solidFill>
              <a:srgbClr val="6793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1" name="rc2741"/>
            <p:cNvSpPr/>
            <p:nvPr/>
          </p:nvSpPr>
          <p:spPr>
            <a:xfrm>
              <a:off x="3564582" y="4448242"/>
              <a:ext cx="118689" cy="91468"/>
            </a:xfrm>
            <a:prstGeom prst="rect">
              <a:avLst/>
            </a:prstGeom>
            <a:solidFill>
              <a:srgbClr val="6692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2" name="rc2742"/>
            <p:cNvSpPr/>
            <p:nvPr/>
          </p:nvSpPr>
          <p:spPr>
            <a:xfrm>
              <a:off x="3564582" y="5362931"/>
              <a:ext cx="118689" cy="91468"/>
            </a:xfrm>
            <a:prstGeom prst="rect">
              <a:avLst/>
            </a:prstGeom>
            <a:solidFill>
              <a:srgbClr val="CC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3" name="rc2743"/>
            <p:cNvSpPr/>
            <p:nvPr/>
          </p:nvSpPr>
          <p:spPr>
            <a:xfrm>
              <a:off x="3564582" y="6917902"/>
              <a:ext cx="118689" cy="91468"/>
            </a:xfrm>
            <a:prstGeom prst="rect">
              <a:avLst/>
            </a:prstGeom>
            <a:solidFill>
              <a:srgbClr val="E3F4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4" name="rc2744"/>
            <p:cNvSpPr/>
            <p:nvPr/>
          </p:nvSpPr>
          <p:spPr>
            <a:xfrm>
              <a:off x="3564582" y="4539711"/>
              <a:ext cx="118689" cy="91468"/>
            </a:xfrm>
            <a:prstGeom prst="rect">
              <a:avLst/>
            </a:prstGeom>
            <a:solidFill>
              <a:srgbClr val="8C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5" name="rc2745"/>
            <p:cNvSpPr/>
            <p:nvPr/>
          </p:nvSpPr>
          <p:spPr>
            <a:xfrm>
              <a:off x="3564582" y="5728806"/>
              <a:ext cx="118689" cy="91468"/>
            </a:xfrm>
            <a:prstGeom prst="rect">
              <a:avLst/>
            </a:prstGeom>
            <a:solidFill>
              <a:srgbClr val="FFEDA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6" name="rc2746"/>
            <p:cNvSpPr/>
            <p:nvPr/>
          </p:nvSpPr>
          <p:spPr>
            <a:xfrm>
              <a:off x="3564582" y="6094682"/>
              <a:ext cx="118689" cy="91468"/>
            </a:xfrm>
            <a:prstGeom prst="rect">
              <a:avLst/>
            </a:prstGeom>
            <a:solidFill>
              <a:srgbClr val="6490C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7" name="rc2747"/>
            <p:cNvSpPr/>
            <p:nvPr/>
          </p:nvSpPr>
          <p:spPr>
            <a:xfrm>
              <a:off x="3564582" y="4356773"/>
              <a:ext cx="118689" cy="91468"/>
            </a:xfrm>
            <a:prstGeom prst="rect">
              <a:avLst/>
            </a:prstGeom>
            <a:solidFill>
              <a:srgbClr val="E7F5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8" name="rc2748"/>
            <p:cNvSpPr/>
            <p:nvPr/>
          </p:nvSpPr>
          <p:spPr>
            <a:xfrm>
              <a:off x="3564582" y="4631180"/>
              <a:ext cx="118689" cy="91468"/>
            </a:xfrm>
            <a:prstGeom prst="rect">
              <a:avLst/>
            </a:prstGeom>
            <a:solidFill>
              <a:srgbClr val="F2F9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9" name="rc2749"/>
            <p:cNvSpPr/>
            <p:nvPr/>
          </p:nvSpPr>
          <p:spPr>
            <a:xfrm>
              <a:off x="3564582" y="5820275"/>
              <a:ext cx="118689" cy="91468"/>
            </a:xfrm>
            <a:prstGeom prst="rect">
              <a:avLst/>
            </a:prstGeom>
            <a:solidFill>
              <a:srgbClr val="F7F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0" name="rc2750"/>
            <p:cNvSpPr/>
            <p:nvPr/>
          </p:nvSpPr>
          <p:spPr>
            <a:xfrm>
              <a:off x="3564582" y="5545869"/>
              <a:ext cx="118689" cy="91468"/>
            </a:xfrm>
            <a:prstGeom prst="rect">
              <a:avLst/>
            </a:prstGeom>
            <a:solidFill>
              <a:srgbClr val="6B97C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1" name="rc2751"/>
            <p:cNvSpPr/>
            <p:nvPr/>
          </p:nvSpPr>
          <p:spPr>
            <a:xfrm>
              <a:off x="3564582" y="5271462"/>
              <a:ext cx="118689" cy="91468"/>
            </a:xfrm>
            <a:prstGeom prst="rect">
              <a:avLst/>
            </a:prstGeom>
            <a:solidFill>
              <a:srgbClr val="8FBD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2" name="rc2752"/>
            <p:cNvSpPr/>
            <p:nvPr/>
          </p:nvSpPr>
          <p:spPr>
            <a:xfrm>
              <a:off x="3564582" y="5637337"/>
              <a:ext cx="118689" cy="91468"/>
            </a:xfrm>
            <a:prstGeom prst="rect">
              <a:avLst/>
            </a:prstGeom>
            <a:solidFill>
              <a:srgbClr val="F1F9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3" name="rc2753"/>
            <p:cNvSpPr/>
            <p:nvPr/>
          </p:nvSpPr>
          <p:spPr>
            <a:xfrm>
              <a:off x="3564582" y="4997055"/>
              <a:ext cx="118689" cy="91468"/>
            </a:xfrm>
            <a:prstGeom prst="rect">
              <a:avLst/>
            </a:prstGeom>
            <a:solidFill>
              <a:srgbClr val="7DAA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4" name="rc2754"/>
            <p:cNvSpPr/>
            <p:nvPr/>
          </p:nvSpPr>
          <p:spPr>
            <a:xfrm>
              <a:off x="3564582" y="5454400"/>
              <a:ext cx="118689" cy="91468"/>
            </a:xfrm>
            <a:prstGeom prst="rect">
              <a:avLst/>
            </a:prstGeom>
            <a:solidFill>
              <a:srgbClr val="729E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5" name="rc2755"/>
            <p:cNvSpPr/>
            <p:nvPr/>
          </p:nvSpPr>
          <p:spPr>
            <a:xfrm>
              <a:off x="3564582" y="4905586"/>
              <a:ext cx="118689" cy="91468"/>
            </a:xfrm>
            <a:prstGeom prst="rect">
              <a:avLst/>
            </a:prstGeom>
            <a:solidFill>
              <a:srgbClr val="A9CE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6" name="rc2756"/>
            <p:cNvSpPr/>
            <p:nvPr/>
          </p:nvSpPr>
          <p:spPr>
            <a:xfrm>
              <a:off x="3564582" y="5911744"/>
              <a:ext cx="118689" cy="91468"/>
            </a:xfrm>
            <a:prstGeom prst="rect">
              <a:avLst/>
            </a:prstGeom>
            <a:solidFill>
              <a:srgbClr val="ECF7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7" name="rc2757"/>
            <p:cNvSpPr/>
            <p:nvPr/>
          </p:nvSpPr>
          <p:spPr>
            <a:xfrm>
              <a:off x="3564582" y="6277620"/>
              <a:ext cx="118689" cy="91468"/>
            </a:xfrm>
            <a:prstGeom prst="rect">
              <a:avLst/>
            </a:prstGeom>
            <a:solidFill>
              <a:srgbClr val="6E9A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8" name="rc2758"/>
            <p:cNvSpPr/>
            <p:nvPr/>
          </p:nvSpPr>
          <p:spPr>
            <a:xfrm>
              <a:off x="3564582" y="7009371"/>
              <a:ext cx="118689" cy="91468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9" name="rc2759"/>
            <p:cNvSpPr/>
            <p:nvPr/>
          </p:nvSpPr>
          <p:spPr>
            <a:xfrm>
              <a:off x="3564582" y="6643495"/>
              <a:ext cx="118689" cy="91468"/>
            </a:xfrm>
            <a:prstGeom prst="rect">
              <a:avLst/>
            </a:prstGeom>
            <a:solidFill>
              <a:srgbClr val="6B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0" name="rc2760"/>
            <p:cNvSpPr/>
            <p:nvPr/>
          </p:nvSpPr>
          <p:spPr>
            <a:xfrm>
              <a:off x="3564582" y="6003213"/>
              <a:ext cx="118689" cy="91468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1" name="rc2761"/>
            <p:cNvSpPr/>
            <p:nvPr/>
          </p:nvSpPr>
          <p:spPr>
            <a:xfrm>
              <a:off x="3564582" y="4814118"/>
              <a:ext cx="118689" cy="91468"/>
            </a:xfrm>
            <a:prstGeom prst="rect">
              <a:avLst/>
            </a:prstGeom>
            <a:solidFill>
              <a:srgbClr val="A6CCE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2" name="rc2762"/>
            <p:cNvSpPr/>
            <p:nvPr/>
          </p:nvSpPr>
          <p:spPr>
            <a:xfrm>
              <a:off x="3564582" y="6734964"/>
              <a:ext cx="118689" cy="91468"/>
            </a:xfrm>
            <a:prstGeom prst="rect">
              <a:avLst/>
            </a:prstGeom>
            <a:solidFill>
              <a:srgbClr val="CC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3" name="rc2763"/>
            <p:cNvSpPr/>
            <p:nvPr/>
          </p:nvSpPr>
          <p:spPr>
            <a:xfrm>
              <a:off x="3564582" y="6552026"/>
              <a:ext cx="118689" cy="91468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4" name="rc2764"/>
            <p:cNvSpPr/>
            <p:nvPr/>
          </p:nvSpPr>
          <p:spPr>
            <a:xfrm>
              <a:off x="3564582" y="6369089"/>
              <a:ext cx="118689" cy="91468"/>
            </a:xfrm>
            <a:prstGeom prst="rect">
              <a:avLst/>
            </a:prstGeom>
            <a:solidFill>
              <a:srgbClr val="E3F4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5" name="rc2765"/>
            <p:cNvSpPr/>
            <p:nvPr/>
          </p:nvSpPr>
          <p:spPr>
            <a:xfrm>
              <a:off x="3683272" y="5088524"/>
              <a:ext cx="118689" cy="91468"/>
            </a:xfrm>
            <a:prstGeom prst="rect">
              <a:avLst/>
            </a:prstGeom>
            <a:solidFill>
              <a:srgbClr val="E8F6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6" name="rc2766"/>
            <p:cNvSpPr/>
            <p:nvPr/>
          </p:nvSpPr>
          <p:spPr>
            <a:xfrm>
              <a:off x="3683272" y="6186151"/>
              <a:ext cx="118689" cy="91468"/>
            </a:xfrm>
            <a:prstGeom prst="rect">
              <a:avLst/>
            </a:prstGeom>
            <a:solidFill>
              <a:srgbClr val="7A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7" name="rc2767"/>
            <p:cNvSpPr/>
            <p:nvPr/>
          </p:nvSpPr>
          <p:spPr>
            <a:xfrm>
              <a:off x="3683272" y="6460557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8" name="rc2768"/>
            <p:cNvSpPr/>
            <p:nvPr/>
          </p:nvSpPr>
          <p:spPr>
            <a:xfrm>
              <a:off x="3683272" y="7100840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9" name="rc2769"/>
            <p:cNvSpPr/>
            <p:nvPr/>
          </p:nvSpPr>
          <p:spPr>
            <a:xfrm>
              <a:off x="3683272" y="4722649"/>
              <a:ext cx="118689" cy="91468"/>
            </a:xfrm>
            <a:prstGeom prst="rect">
              <a:avLst/>
            </a:prstGeom>
            <a:solidFill>
              <a:srgbClr val="E2F4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0" name="rc2770"/>
            <p:cNvSpPr/>
            <p:nvPr/>
          </p:nvSpPr>
          <p:spPr>
            <a:xfrm>
              <a:off x="3683272" y="6826433"/>
              <a:ext cx="118689" cy="91468"/>
            </a:xfrm>
            <a:prstGeom prst="rect">
              <a:avLst/>
            </a:prstGeom>
            <a:solidFill>
              <a:srgbClr val="BEDC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1" name="rc2771"/>
            <p:cNvSpPr/>
            <p:nvPr/>
          </p:nvSpPr>
          <p:spPr>
            <a:xfrm>
              <a:off x="3683272" y="5179993"/>
              <a:ext cx="118689" cy="91468"/>
            </a:xfrm>
            <a:prstGeom prst="rect">
              <a:avLst/>
            </a:prstGeom>
            <a:solidFill>
              <a:srgbClr val="A9CE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2" name="rc2772"/>
            <p:cNvSpPr/>
            <p:nvPr/>
          </p:nvSpPr>
          <p:spPr>
            <a:xfrm>
              <a:off x="3683272" y="4448242"/>
              <a:ext cx="118689" cy="91468"/>
            </a:xfrm>
            <a:prstGeom prst="rect">
              <a:avLst/>
            </a:prstGeom>
            <a:solidFill>
              <a:srgbClr val="FEDA8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3" name="rc2773"/>
            <p:cNvSpPr/>
            <p:nvPr/>
          </p:nvSpPr>
          <p:spPr>
            <a:xfrm>
              <a:off x="3683272" y="5362931"/>
              <a:ext cx="118689" cy="91468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4" name="rc2774"/>
            <p:cNvSpPr/>
            <p:nvPr/>
          </p:nvSpPr>
          <p:spPr>
            <a:xfrm>
              <a:off x="3683272" y="6917902"/>
              <a:ext cx="118689" cy="91468"/>
            </a:xfrm>
            <a:prstGeom prst="rect">
              <a:avLst/>
            </a:prstGeom>
            <a:solidFill>
              <a:srgbClr val="87B4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5" name="rc2775"/>
            <p:cNvSpPr/>
            <p:nvPr/>
          </p:nvSpPr>
          <p:spPr>
            <a:xfrm>
              <a:off x="3683272" y="4539711"/>
              <a:ext cx="118689" cy="91468"/>
            </a:xfrm>
            <a:prstGeom prst="rect">
              <a:avLst/>
            </a:prstGeom>
            <a:solidFill>
              <a:srgbClr val="E0F3F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6" name="rc2776"/>
            <p:cNvSpPr/>
            <p:nvPr/>
          </p:nvSpPr>
          <p:spPr>
            <a:xfrm>
              <a:off x="3683272" y="5728806"/>
              <a:ext cx="118689" cy="91468"/>
            </a:xfrm>
            <a:prstGeom prst="rect">
              <a:avLst/>
            </a:prstGeom>
            <a:solidFill>
              <a:srgbClr val="EDF7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7" name="rc2777"/>
            <p:cNvSpPr/>
            <p:nvPr/>
          </p:nvSpPr>
          <p:spPr>
            <a:xfrm>
              <a:off x="3683272" y="6094682"/>
              <a:ext cx="118689" cy="91468"/>
            </a:xfrm>
            <a:prstGeom prst="rect">
              <a:avLst/>
            </a:prstGeom>
            <a:solidFill>
              <a:srgbClr val="B1D3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8" name="rc2778"/>
            <p:cNvSpPr/>
            <p:nvPr/>
          </p:nvSpPr>
          <p:spPr>
            <a:xfrm>
              <a:off x="3683272" y="4356773"/>
              <a:ext cx="118689" cy="91468"/>
            </a:xfrm>
            <a:prstGeom prst="rect">
              <a:avLst/>
            </a:prstGeom>
            <a:solidFill>
              <a:srgbClr val="C3DFE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9" name="rc2779"/>
            <p:cNvSpPr/>
            <p:nvPr/>
          </p:nvSpPr>
          <p:spPr>
            <a:xfrm>
              <a:off x="3683272" y="4631180"/>
              <a:ext cx="118689" cy="91468"/>
            </a:xfrm>
            <a:prstGeom prst="rect">
              <a:avLst/>
            </a:prstGeom>
            <a:solidFill>
              <a:srgbClr val="BFDC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0" name="rc2780"/>
            <p:cNvSpPr/>
            <p:nvPr/>
          </p:nvSpPr>
          <p:spPr>
            <a:xfrm>
              <a:off x="3683272" y="5820275"/>
              <a:ext cx="118689" cy="91468"/>
            </a:xfrm>
            <a:prstGeom prst="rect">
              <a:avLst/>
            </a:prstGeom>
            <a:solidFill>
              <a:srgbClr val="FEAA6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1" name="rc2781"/>
            <p:cNvSpPr/>
            <p:nvPr/>
          </p:nvSpPr>
          <p:spPr>
            <a:xfrm>
              <a:off x="3683272" y="5545869"/>
              <a:ext cx="118689" cy="91468"/>
            </a:xfrm>
            <a:prstGeom prst="rect">
              <a:avLst/>
            </a:prstGeom>
            <a:solidFill>
              <a:srgbClr val="6793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2" name="rc2782"/>
            <p:cNvSpPr/>
            <p:nvPr/>
          </p:nvSpPr>
          <p:spPr>
            <a:xfrm>
              <a:off x="3683272" y="5271462"/>
              <a:ext cx="118689" cy="91468"/>
            </a:xfrm>
            <a:prstGeom prst="rect">
              <a:avLst/>
            </a:prstGeom>
            <a:solidFill>
              <a:srgbClr val="83B0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3" name="rc2783"/>
            <p:cNvSpPr/>
            <p:nvPr/>
          </p:nvSpPr>
          <p:spPr>
            <a:xfrm>
              <a:off x="3683272" y="5637337"/>
              <a:ext cx="118689" cy="91468"/>
            </a:xfrm>
            <a:prstGeom prst="rect">
              <a:avLst/>
            </a:prstGeom>
            <a:solidFill>
              <a:srgbClr val="79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4" name="rc2784"/>
            <p:cNvSpPr/>
            <p:nvPr/>
          </p:nvSpPr>
          <p:spPr>
            <a:xfrm>
              <a:off x="3683272" y="4997055"/>
              <a:ext cx="118689" cy="91468"/>
            </a:xfrm>
            <a:prstGeom prst="rect">
              <a:avLst/>
            </a:prstGeom>
            <a:solidFill>
              <a:srgbClr val="7EA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5" name="rc2785"/>
            <p:cNvSpPr/>
            <p:nvPr/>
          </p:nvSpPr>
          <p:spPr>
            <a:xfrm>
              <a:off x="3683272" y="5454400"/>
              <a:ext cx="118689" cy="91468"/>
            </a:xfrm>
            <a:prstGeom prst="rect">
              <a:avLst/>
            </a:prstGeom>
            <a:solidFill>
              <a:srgbClr val="F3FA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6" name="rc2786"/>
            <p:cNvSpPr/>
            <p:nvPr/>
          </p:nvSpPr>
          <p:spPr>
            <a:xfrm>
              <a:off x="3683272" y="4905586"/>
              <a:ext cx="118689" cy="91468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7" name="rc2787"/>
            <p:cNvSpPr/>
            <p:nvPr/>
          </p:nvSpPr>
          <p:spPr>
            <a:xfrm>
              <a:off x="3683272" y="5911744"/>
              <a:ext cx="118689" cy="91468"/>
            </a:xfrm>
            <a:prstGeom prst="rect">
              <a:avLst/>
            </a:prstGeom>
            <a:solidFill>
              <a:srgbClr val="FFFEB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8" name="rc2788"/>
            <p:cNvSpPr/>
            <p:nvPr/>
          </p:nvSpPr>
          <p:spPr>
            <a:xfrm>
              <a:off x="3683272" y="6277620"/>
              <a:ext cx="118689" cy="91468"/>
            </a:xfrm>
            <a:prstGeom prst="rect">
              <a:avLst/>
            </a:prstGeom>
            <a:solidFill>
              <a:srgbClr val="6F9B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9" name="rc2789"/>
            <p:cNvSpPr/>
            <p:nvPr/>
          </p:nvSpPr>
          <p:spPr>
            <a:xfrm>
              <a:off x="3683272" y="7009371"/>
              <a:ext cx="118689" cy="91468"/>
            </a:xfrm>
            <a:prstGeom prst="rect">
              <a:avLst/>
            </a:prstGeom>
            <a:solidFill>
              <a:srgbClr val="87B4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0" name="rc2790"/>
            <p:cNvSpPr/>
            <p:nvPr/>
          </p:nvSpPr>
          <p:spPr>
            <a:xfrm>
              <a:off x="3683272" y="6643495"/>
              <a:ext cx="118689" cy="91468"/>
            </a:xfrm>
            <a:prstGeom prst="rect">
              <a:avLst/>
            </a:prstGeom>
            <a:solidFill>
              <a:srgbClr val="ECF7E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1" name="rc2791"/>
            <p:cNvSpPr/>
            <p:nvPr/>
          </p:nvSpPr>
          <p:spPr>
            <a:xfrm>
              <a:off x="3683272" y="6003213"/>
              <a:ext cx="118689" cy="91468"/>
            </a:xfrm>
            <a:prstGeom prst="rect">
              <a:avLst/>
            </a:prstGeom>
            <a:solidFill>
              <a:srgbClr val="81AE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2" name="rc2792"/>
            <p:cNvSpPr/>
            <p:nvPr/>
          </p:nvSpPr>
          <p:spPr>
            <a:xfrm>
              <a:off x="3683272" y="4814118"/>
              <a:ext cx="118689" cy="91468"/>
            </a:xfrm>
            <a:prstGeom prst="rect">
              <a:avLst/>
            </a:prstGeom>
            <a:solidFill>
              <a:srgbClr val="FFF5B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3" name="rc2793"/>
            <p:cNvSpPr/>
            <p:nvPr/>
          </p:nvSpPr>
          <p:spPr>
            <a:xfrm>
              <a:off x="3683272" y="6734964"/>
              <a:ext cx="118689" cy="91468"/>
            </a:xfrm>
            <a:prstGeom prst="rect">
              <a:avLst/>
            </a:prstGeom>
            <a:solidFill>
              <a:srgbClr val="7CA8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4" name="rc2794"/>
            <p:cNvSpPr/>
            <p:nvPr/>
          </p:nvSpPr>
          <p:spPr>
            <a:xfrm>
              <a:off x="3683272" y="6552026"/>
              <a:ext cx="118689" cy="91468"/>
            </a:xfrm>
            <a:prstGeom prst="rect">
              <a:avLst/>
            </a:prstGeom>
            <a:solidFill>
              <a:srgbClr val="6E9A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5" name="rc2795"/>
            <p:cNvSpPr/>
            <p:nvPr/>
          </p:nvSpPr>
          <p:spPr>
            <a:xfrm>
              <a:off x="3683272" y="6369089"/>
              <a:ext cx="118689" cy="91468"/>
            </a:xfrm>
            <a:prstGeom prst="rect">
              <a:avLst/>
            </a:prstGeom>
            <a:solidFill>
              <a:srgbClr val="A9CEE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6" name="rc2796"/>
            <p:cNvSpPr/>
            <p:nvPr/>
          </p:nvSpPr>
          <p:spPr>
            <a:xfrm>
              <a:off x="3801961" y="5088524"/>
              <a:ext cx="118689" cy="91468"/>
            </a:xfrm>
            <a:prstGeom prst="rect">
              <a:avLst/>
            </a:prstGeom>
            <a:solidFill>
              <a:srgbClr val="6B97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7" name="rc2797"/>
            <p:cNvSpPr/>
            <p:nvPr/>
          </p:nvSpPr>
          <p:spPr>
            <a:xfrm>
              <a:off x="3801961" y="6186151"/>
              <a:ext cx="118689" cy="91468"/>
            </a:xfrm>
            <a:prstGeom prst="rect">
              <a:avLst/>
            </a:prstGeom>
            <a:solidFill>
              <a:srgbClr val="7FA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8" name="rc2798"/>
            <p:cNvSpPr/>
            <p:nvPr/>
          </p:nvSpPr>
          <p:spPr>
            <a:xfrm>
              <a:off x="3801961" y="6460557"/>
              <a:ext cx="118689" cy="91468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9" name="rc2799"/>
            <p:cNvSpPr/>
            <p:nvPr/>
          </p:nvSpPr>
          <p:spPr>
            <a:xfrm>
              <a:off x="3801961" y="7100840"/>
              <a:ext cx="118689" cy="91468"/>
            </a:xfrm>
            <a:prstGeom prst="rect">
              <a:avLst/>
            </a:prstGeom>
            <a:solidFill>
              <a:srgbClr val="CC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0" name="rc2800"/>
            <p:cNvSpPr/>
            <p:nvPr/>
          </p:nvSpPr>
          <p:spPr>
            <a:xfrm>
              <a:off x="3801961" y="4722649"/>
              <a:ext cx="118689" cy="91468"/>
            </a:xfrm>
            <a:prstGeom prst="rect">
              <a:avLst/>
            </a:prstGeom>
            <a:solidFill>
              <a:srgbClr val="6591C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1" name="rc2801"/>
            <p:cNvSpPr/>
            <p:nvPr/>
          </p:nvSpPr>
          <p:spPr>
            <a:xfrm>
              <a:off x="3801961" y="5179993"/>
              <a:ext cx="118689" cy="91468"/>
            </a:xfrm>
            <a:prstGeom prst="rect">
              <a:avLst/>
            </a:prstGeom>
            <a:solidFill>
              <a:srgbClr val="618DC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2" name="rc2802"/>
            <p:cNvSpPr/>
            <p:nvPr/>
          </p:nvSpPr>
          <p:spPr>
            <a:xfrm>
              <a:off x="3801961" y="4448242"/>
              <a:ext cx="118689" cy="91468"/>
            </a:xfrm>
            <a:prstGeom prst="rect">
              <a:avLst/>
            </a:prstGeom>
            <a:solidFill>
              <a:srgbClr val="E5F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3" name="rc2803"/>
            <p:cNvSpPr/>
            <p:nvPr/>
          </p:nvSpPr>
          <p:spPr>
            <a:xfrm>
              <a:off x="3801961" y="5362931"/>
              <a:ext cx="118689" cy="91468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4" name="rc2804"/>
            <p:cNvSpPr/>
            <p:nvPr/>
          </p:nvSpPr>
          <p:spPr>
            <a:xfrm>
              <a:off x="3801961" y="6917902"/>
              <a:ext cx="118689" cy="91468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5" name="rc2805"/>
            <p:cNvSpPr/>
            <p:nvPr/>
          </p:nvSpPr>
          <p:spPr>
            <a:xfrm>
              <a:off x="3801961" y="4539711"/>
              <a:ext cx="118689" cy="91468"/>
            </a:xfrm>
            <a:prstGeom prst="rect">
              <a:avLst/>
            </a:prstGeom>
            <a:solidFill>
              <a:srgbClr val="7FA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6" name="rc2806"/>
            <p:cNvSpPr/>
            <p:nvPr/>
          </p:nvSpPr>
          <p:spPr>
            <a:xfrm>
              <a:off x="3801961" y="5728806"/>
              <a:ext cx="118689" cy="91468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7" name="rc2807"/>
            <p:cNvSpPr/>
            <p:nvPr/>
          </p:nvSpPr>
          <p:spPr>
            <a:xfrm>
              <a:off x="3801961" y="6094682"/>
              <a:ext cx="118689" cy="91468"/>
            </a:xfrm>
            <a:prstGeom prst="rect">
              <a:avLst/>
            </a:prstGeom>
            <a:solidFill>
              <a:srgbClr val="6B97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8" name="rc2808"/>
            <p:cNvSpPr/>
            <p:nvPr/>
          </p:nvSpPr>
          <p:spPr>
            <a:xfrm>
              <a:off x="3801961" y="4356773"/>
              <a:ext cx="118689" cy="91468"/>
            </a:xfrm>
            <a:prstGeom prst="rect">
              <a:avLst/>
            </a:prstGeom>
            <a:solidFill>
              <a:srgbClr val="8DBB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9" name="rc2809"/>
            <p:cNvSpPr/>
            <p:nvPr/>
          </p:nvSpPr>
          <p:spPr>
            <a:xfrm>
              <a:off x="3801961" y="4631180"/>
              <a:ext cx="118689" cy="91468"/>
            </a:xfrm>
            <a:prstGeom prst="rect">
              <a:avLst/>
            </a:prstGeom>
            <a:solidFill>
              <a:srgbClr val="C2DFE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0" name="rc2810"/>
            <p:cNvSpPr/>
            <p:nvPr/>
          </p:nvSpPr>
          <p:spPr>
            <a:xfrm>
              <a:off x="3801961" y="5820275"/>
              <a:ext cx="118689" cy="91468"/>
            </a:xfrm>
            <a:prstGeom prst="rect">
              <a:avLst/>
            </a:prstGeom>
            <a:solidFill>
              <a:srgbClr val="E6F5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1" name="rc2811"/>
            <p:cNvSpPr/>
            <p:nvPr/>
          </p:nvSpPr>
          <p:spPr>
            <a:xfrm>
              <a:off x="3801961" y="5545869"/>
              <a:ext cx="118689" cy="91468"/>
            </a:xfrm>
            <a:prstGeom prst="rect">
              <a:avLst/>
            </a:prstGeom>
            <a:solidFill>
              <a:srgbClr val="BCDAE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2" name="rc2812"/>
            <p:cNvSpPr/>
            <p:nvPr/>
          </p:nvSpPr>
          <p:spPr>
            <a:xfrm>
              <a:off x="3801961" y="5271462"/>
              <a:ext cx="118689" cy="91468"/>
            </a:xfrm>
            <a:prstGeom prst="rect">
              <a:avLst/>
            </a:prstGeom>
            <a:solidFill>
              <a:srgbClr val="83B0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3" name="rc2813"/>
            <p:cNvSpPr/>
            <p:nvPr/>
          </p:nvSpPr>
          <p:spPr>
            <a:xfrm>
              <a:off x="3801961" y="5637337"/>
              <a:ext cx="118689" cy="91468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4" name="rc2814"/>
            <p:cNvSpPr/>
            <p:nvPr/>
          </p:nvSpPr>
          <p:spPr>
            <a:xfrm>
              <a:off x="3801961" y="4997055"/>
              <a:ext cx="118689" cy="91468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5" name="rc2815"/>
            <p:cNvSpPr/>
            <p:nvPr/>
          </p:nvSpPr>
          <p:spPr>
            <a:xfrm>
              <a:off x="3801961" y="5454400"/>
              <a:ext cx="118689" cy="91468"/>
            </a:xfrm>
            <a:prstGeom prst="rect">
              <a:avLst/>
            </a:prstGeom>
            <a:solidFill>
              <a:srgbClr val="CB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6" name="rc2816"/>
            <p:cNvSpPr/>
            <p:nvPr/>
          </p:nvSpPr>
          <p:spPr>
            <a:xfrm>
              <a:off x="3801961" y="4905586"/>
              <a:ext cx="118689" cy="91468"/>
            </a:xfrm>
            <a:prstGeom prst="rect">
              <a:avLst/>
            </a:prstGeom>
            <a:solidFill>
              <a:srgbClr val="6693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7" name="rc2817"/>
            <p:cNvSpPr/>
            <p:nvPr/>
          </p:nvSpPr>
          <p:spPr>
            <a:xfrm>
              <a:off x="3801961" y="5911744"/>
              <a:ext cx="118689" cy="91468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8" name="rc2818"/>
            <p:cNvSpPr/>
            <p:nvPr/>
          </p:nvSpPr>
          <p:spPr>
            <a:xfrm>
              <a:off x="3801961" y="6277620"/>
              <a:ext cx="118689" cy="91468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9" name="rc2819"/>
            <p:cNvSpPr/>
            <p:nvPr/>
          </p:nvSpPr>
          <p:spPr>
            <a:xfrm>
              <a:off x="3801961" y="7009371"/>
              <a:ext cx="118689" cy="91468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0" name="rc2820"/>
            <p:cNvSpPr/>
            <p:nvPr/>
          </p:nvSpPr>
          <p:spPr>
            <a:xfrm>
              <a:off x="3801961" y="6643495"/>
              <a:ext cx="118689" cy="91468"/>
            </a:xfrm>
            <a:prstGeom prst="rect">
              <a:avLst/>
            </a:prstGeom>
            <a:solidFill>
              <a:srgbClr val="6B97C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1" name="rc2821"/>
            <p:cNvSpPr/>
            <p:nvPr/>
          </p:nvSpPr>
          <p:spPr>
            <a:xfrm>
              <a:off x="3801961" y="6003213"/>
              <a:ext cx="118689" cy="91468"/>
            </a:xfrm>
            <a:prstGeom prst="rect">
              <a:avLst/>
            </a:prstGeom>
            <a:solidFill>
              <a:srgbClr val="85B2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2" name="rc2822"/>
            <p:cNvSpPr/>
            <p:nvPr/>
          </p:nvSpPr>
          <p:spPr>
            <a:xfrm>
              <a:off x="3801961" y="4814118"/>
              <a:ext cx="118689" cy="91468"/>
            </a:xfrm>
            <a:prstGeom prst="rect">
              <a:avLst/>
            </a:prstGeom>
            <a:solidFill>
              <a:srgbClr val="6692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3" name="rc2823"/>
            <p:cNvSpPr/>
            <p:nvPr/>
          </p:nvSpPr>
          <p:spPr>
            <a:xfrm>
              <a:off x="3801961" y="6734964"/>
              <a:ext cx="118689" cy="91468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4" name="rc2824"/>
            <p:cNvSpPr/>
            <p:nvPr/>
          </p:nvSpPr>
          <p:spPr>
            <a:xfrm>
              <a:off x="3801961" y="6552026"/>
              <a:ext cx="118689" cy="91468"/>
            </a:xfrm>
            <a:prstGeom prst="rect">
              <a:avLst/>
            </a:prstGeom>
            <a:solidFill>
              <a:srgbClr val="FFF2A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5" name="rc2825"/>
            <p:cNvSpPr/>
            <p:nvPr/>
          </p:nvSpPr>
          <p:spPr>
            <a:xfrm>
              <a:off x="3801961" y="6369089"/>
              <a:ext cx="118689" cy="91468"/>
            </a:xfrm>
            <a:prstGeom prst="rect">
              <a:avLst/>
            </a:prstGeom>
            <a:solidFill>
              <a:srgbClr val="6995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1190785" y="4347626"/>
              <a:ext cx="0" cy="2853829"/>
            </a:xfrm>
            <a:custGeom>
              <a:avLst/>
              <a:pathLst>
                <a:path w="0" h="2853829">
                  <a:moveTo>
                    <a:pt x="0" y="285382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tx2827"/>
            <p:cNvSpPr/>
            <p:nvPr/>
          </p:nvSpPr>
          <p:spPr>
            <a:xfrm>
              <a:off x="874067" y="7112467"/>
              <a:ext cx="259781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Fujian</a:t>
              </a:r>
            </a:p>
          </p:txBody>
        </p:sp>
        <p:sp>
          <p:nvSpPr>
            <p:cNvPr id="2828" name="tx2828"/>
            <p:cNvSpPr/>
            <p:nvPr/>
          </p:nvSpPr>
          <p:spPr>
            <a:xfrm>
              <a:off x="842337" y="7020998"/>
              <a:ext cx="291510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Shanxi</a:t>
              </a:r>
            </a:p>
          </p:txBody>
        </p:sp>
        <p:sp>
          <p:nvSpPr>
            <p:cNvPr id="2829" name="tx2829"/>
            <p:cNvSpPr/>
            <p:nvPr/>
          </p:nvSpPr>
          <p:spPr>
            <a:xfrm>
              <a:off x="884674" y="6929529"/>
              <a:ext cx="249174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Hebei</a:t>
              </a:r>
            </a:p>
          </p:txBody>
        </p:sp>
        <p:sp>
          <p:nvSpPr>
            <p:cNvPr id="2830" name="tx2830"/>
            <p:cNvSpPr/>
            <p:nvPr/>
          </p:nvSpPr>
          <p:spPr>
            <a:xfrm>
              <a:off x="635409" y="6838060"/>
              <a:ext cx="498439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Guangdong</a:t>
              </a:r>
            </a:p>
          </p:txBody>
        </p:sp>
        <p:sp>
          <p:nvSpPr>
            <p:cNvPr id="2831" name="tx2831"/>
            <p:cNvSpPr/>
            <p:nvPr/>
          </p:nvSpPr>
          <p:spPr>
            <a:xfrm>
              <a:off x="794514" y="6746591"/>
              <a:ext cx="339333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Xinjiang</a:t>
              </a:r>
            </a:p>
          </p:txBody>
        </p:sp>
        <p:sp>
          <p:nvSpPr>
            <p:cNvPr id="2832" name="tx2832"/>
            <p:cNvSpPr/>
            <p:nvPr/>
          </p:nvSpPr>
          <p:spPr>
            <a:xfrm>
              <a:off x="789302" y="6655123"/>
              <a:ext cx="344545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Sichuan</a:t>
              </a:r>
            </a:p>
          </p:txBody>
        </p:sp>
        <p:sp>
          <p:nvSpPr>
            <p:cNvPr id="2833" name="tx2833"/>
            <p:cNvSpPr/>
            <p:nvPr/>
          </p:nvSpPr>
          <p:spPr>
            <a:xfrm>
              <a:off x="810333" y="6563654"/>
              <a:ext cx="323514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Yunnan</a:t>
              </a:r>
            </a:p>
          </p:txBody>
        </p:sp>
        <p:sp>
          <p:nvSpPr>
            <p:cNvPr id="2834" name="tx2834"/>
            <p:cNvSpPr/>
            <p:nvPr/>
          </p:nvSpPr>
          <p:spPr>
            <a:xfrm>
              <a:off x="672533" y="6472185"/>
              <a:ext cx="461314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Chongqing</a:t>
              </a:r>
            </a:p>
          </p:txBody>
        </p:sp>
        <p:sp>
          <p:nvSpPr>
            <p:cNvPr id="2835" name="tx2835"/>
            <p:cNvSpPr/>
            <p:nvPr/>
          </p:nvSpPr>
          <p:spPr>
            <a:xfrm>
              <a:off x="767997" y="6380716"/>
              <a:ext cx="365851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Zhejiang</a:t>
              </a:r>
            </a:p>
          </p:txBody>
        </p:sp>
        <p:sp>
          <p:nvSpPr>
            <p:cNvPr id="2836" name="tx2836"/>
            <p:cNvSpPr/>
            <p:nvPr/>
          </p:nvSpPr>
          <p:spPr>
            <a:xfrm>
              <a:off x="730872" y="6289247"/>
              <a:ext cx="402976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Shanghai</a:t>
              </a:r>
            </a:p>
          </p:txBody>
        </p:sp>
        <p:sp>
          <p:nvSpPr>
            <p:cNvPr id="2837" name="tx2837"/>
            <p:cNvSpPr/>
            <p:nvPr/>
          </p:nvSpPr>
          <p:spPr>
            <a:xfrm>
              <a:off x="847550" y="6197778"/>
              <a:ext cx="286298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Beijing</a:t>
              </a:r>
            </a:p>
          </p:txBody>
        </p:sp>
        <p:sp>
          <p:nvSpPr>
            <p:cNvPr id="2838" name="tx2838"/>
            <p:cNvSpPr/>
            <p:nvPr/>
          </p:nvSpPr>
          <p:spPr>
            <a:xfrm>
              <a:off x="884674" y="6106309"/>
              <a:ext cx="249174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Hubei</a:t>
              </a:r>
            </a:p>
          </p:txBody>
        </p:sp>
        <p:sp>
          <p:nvSpPr>
            <p:cNvPr id="2839" name="tx2839"/>
            <p:cNvSpPr/>
            <p:nvPr/>
          </p:nvSpPr>
          <p:spPr>
            <a:xfrm>
              <a:off x="856419" y="6014840"/>
              <a:ext cx="277428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Tianjin</a:t>
              </a:r>
            </a:p>
          </p:txBody>
        </p:sp>
        <p:sp>
          <p:nvSpPr>
            <p:cNvPr id="2840" name="tx2840"/>
            <p:cNvSpPr/>
            <p:nvPr/>
          </p:nvSpPr>
          <p:spPr>
            <a:xfrm>
              <a:off x="699051" y="5923371"/>
              <a:ext cx="434797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Shandong</a:t>
              </a:r>
            </a:p>
          </p:txBody>
        </p:sp>
        <p:sp>
          <p:nvSpPr>
            <p:cNvPr id="2841" name="tx2841"/>
            <p:cNvSpPr/>
            <p:nvPr/>
          </p:nvSpPr>
          <p:spPr>
            <a:xfrm>
              <a:off x="805213" y="5831903"/>
              <a:ext cx="328635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Jiangsu</a:t>
              </a:r>
            </a:p>
          </p:txBody>
        </p:sp>
        <p:sp>
          <p:nvSpPr>
            <p:cNvPr id="2842" name="tx2842"/>
            <p:cNvSpPr/>
            <p:nvPr/>
          </p:nvSpPr>
          <p:spPr>
            <a:xfrm>
              <a:off x="852853" y="5740434"/>
              <a:ext cx="280995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Henan</a:t>
              </a:r>
            </a:p>
          </p:txBody>
        </p:sp>
        <p:sp>
          <p:nvSpPr>
            <p:cNvPr id="2843" name="tx2843"/>
            <p:cNvSpPr/>
            <p:nvPr/>
          </p:nvSpPr>
          <p:spPr>
            <a:xfrm>
              <a:off x="773209" y="5648965"/>
              <a:ext cx="360639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Liaoning</a:t>
              </a:r>
            </a:p>
          </p:txBody>
        </p:sp>
        <p:sp>
          <p:nvSpPr>
            <p:cNvPr id="2844" name="tx2844"/>
            <p:cNvSpPr/>
            <p:nvPr/>
          </p:nvSpPr>
          <p:spPr>
            <a:xfrm>
              <a:off x="837034" y="5557496"/>
              <a:ext cx="296814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Jiangxi</a:t>
              </a:r>
            </a:p>
          </p:txBody>
        </p:sp>
        <p:sp>
          <p:nvSpPr>
            <p:cNvPr id="2845" name="tx2845"/>
            <p:cNvSpPr/>
            <p:nvPr/>
          </p:nvSpPr>
          <p:spPr>
            <a:xfrm>
              <a:off x="805121" y="5466027"/>
              <a:ext cx="328726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Qinghai</a:t>
              </a:r>
            </a:p>
          </p:txBody>
        </p:sp>
        <p:sp>
          <p:nvSpPr>
            <p:cNvPr id="2846" name="tx2846"/>
            <p:cNvSpPr/>
            <p:nvPr/>
          </p:nvSpPr>
          <p:spPr>
            <a:xfrm>
              <a:off x="831639" y="5374558"/>
              <a:ext cx="302209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Hainan</a:t>
              </a:r>
            </a:p>
          </p:txBody>
        </p:sp>
        <p:sp>
          <p:nvSpPr>
            <p:cNvPr id="2847" name="tx2847"/>
            <p:cNvSpPr/>
            <p:nvPr/>
          </p:nvSpPr>
          <p:spPr>
            <a:xfrm>
              <a:off x="969531" y="5283089"/>
              <a:ext cx="164317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Jilin</a:t>
              </a:r>
            </a:p>
          </p:txBody>
        </p:sp>
        <p:sp>
          <p:nvSpPr>
            <p:cNvPr id="2848" name="tx2848"/>
            <p:cNvSpPr/>
            <p:nvPr/>
          </p:nvSpPr>
          <p:spPr>
            <a:xfrm>
              <a:off x="778695" y="5191620"/>
              <a:ext cx="355152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Guangxi</a:t>
              </a:r>
            </a:p>
          </p:txBody>
        </p:sp>
        <p:sp>
          <p:nvSpPr>
            <p:cNvPr id="2849" name="tx2849"/>
            <p:cNvSpPr/>
            <p:nvPr/>
          </p:nvSpPr>
          <p:spPr>
            <a:xfrm>
              <a:off x="889978" y="5100151"/>
              <a:ext cx="243870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Anhui</a:t>
              </a:r>
            </a:p>
          </p:txBody>
        </p:sp>
        <p:sp>
          <p:nvSpPr>
            <p:cNvPr id="2850" name="tx2850"/>
            <p:cNvSpPr/>
            <p:nvPr/>
          </p:nvSpPr>
          <p:spPr>
            <a:xfrm>
              <a:off x="815820" y="5008683"/>
              <a:ext cx="318028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Ningxia</a:t>
              </a:r>
            </a:p>
          </p:txBody>
        </p:sp>
        <p:sp>
          <p:nvSpPr>
            <p:cNvPr id="2851" name="tx2851"/>
            <p:cNvSpPr/>
            <p:nvPr/>
          </p:nvSpPr>
          <p:spPr>
            <a:xfrm>
              <a:off x="789302" y="4917214"/>
              <a:ext cx="344545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Shaanxi</a:t>
              </a:r>
            </a:p>
          </p:txBody>
        </p:sp>
        <p:sp>
          <p:nvSpPr>
            <p:cNvPr id="2852" name="tx2852"/>
            <p:cNvSpPr/>
            <p:nvPr/>
          </p:nvSpPr>
          <p:spPr>
            <a:xfrm>
              <a:off x="925365" y="4825745"/>
              <a:ext cx="208483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Tibet</a:t>
              </a:r>
            </a:p>
          </p:txBody>
        </p:sp>
        <p:sp>
          <p:nvSpPr>
            <p:cNvPr id="2853" name="tx2853"/>
            <p:cNvSpPr/>
            <p:nvPr/>
          </p:nvSpPr>
          <p:spPr>
            <a:xfrm>
              <a:off x="852945" y="4734276"/>
              <a:ext cx="280903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Gansu</a:t>
              </a:r>
            </a:p>
          </p:txBody>
        </p:sp>
        <p:sp>
          <p:nvSpPr>
            <p:cNvPr id="2854" name="tx2854"/>
            <p:cNvSpPr/>
            <p:nvPr/>
          </p:nvSpPr>
          <p:spPr>
            <a:xfrm>
              <a:off x="503004" y="4642807"/>
              <a:ext cx="630844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Inner Mongolia</a:t>
              </a:r>
            </a:p>
          </p:txBody>
        </p:sp>
        <p:sp>
          <p:nvSpPr>
            <p:cNvPr id="2855" name="tx2855"/>
            <p:cNvSpPr/>
            <p:nvPr/>
          </p:nvSpPr>
          <p:spPr>
            <a:xfrm>
              <a:off x="608891" y="4551338"/>
              <a:ext cx="524957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Heilongjiang</a:t>
              </a:r>
            </a:p>
          </p:txBody>
        </p:sp>
        <p:sp>
          <p:nvSpPr>
            <p:cNvPr id="2856" name="tx2856"/>
            <p:cNvSpPr/>
            <p:nvPr/>
          </p:nvSpPr>
          <p:spPr>
            <a:xfrm>
              <a:off x="778695" y="4459869"/>
              <a:ext cx="355152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Guizhou</a:t>
              </a:r>
            </a:p>
          </p:txBody>
        </p:sp>
        <p:sp>
          <p:nvSpPr>
            <p:cNvPr id="2857" name="tx2857"/>
            <p:cNvSpPr/>
            <p:nvPr/>
          </p:nvSpPr>
          <p:spPr>
            <a:xfrm>
              <a:off x="852853" y="4368400"/>
              <a:ext cx="280995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Hunan</a:t>
              </a:r>
            </a:p>
          </p:txBody>
        </p:sp>
        <p:sp>
          <p:nvSpPr>
            <p:cNvPr id="2858" name="pl2858"/>
            <p:cNvSpPr/>
            <p:nvPr/>
          </p:nvSpPr>
          <p:spPr>
            <a:xfrm>
              <a:off x="1159153" y="71465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1159153" y="705510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1159153" y="696363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1159153" y="687216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1159153" y="678069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1159153" y="668923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1159153" y="65977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1159153" y="650629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1159153" y="641482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1159153" y="632335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1159153" y="62318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1159153" y="61404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1159153" y="604894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1159153" y="595747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1159153" y="58660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1159153" y="577454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1159153" y="568307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1159153" y="559160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1159153" y="55001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1159153" y="540866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1159153" y="53171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1159153" y="52257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1159153" y="51342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1159153" y="504279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1159153" y="49513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1159153" y="48598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1159153" y="476838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1159153" y="467691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1159153" y="458544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1159153" y="449397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1159153" y="44025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1190785" y="7201455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1250130" y="720145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1724889" y="720145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2199648" y="720145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2674408" y="720145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3149167" y="720145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3623927" y="720145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tx2896"/>
            <p:cNvSpPr/>
            <p:nvPr/>
          </p:nvSpPr>
          <p:spPr>
            <a:xfrm>
              <a:off x="1137110" y="7258392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2002</a:t>
              </a:r>
            </a:p>
          </p:txBody>
        </p:sp>
        <p:sp>
          <p:nvSpPr>
            <p:cNvPr id="2897" name="tx2897"/>
            <p:cNvSpPr/>
            <p:nvPr/>
          </p:nvSpPr>
          <p:spPr>
            <a:xfrm>
              <a:off x="1611869" y="7258392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2006</a:t>
              </a:r>
            </a:p>
          </p:txBody>
        </p:sp>
        <p:sp>
          <p:nvSpPr>
            <p:cNvPr id="2898" name="tx2898"/>
            <p:cNvSpPr/>
            <p:nvPr/>
          </p:nvSpPr>
          <p:spPr>
            <a:xfrm>
              <a:off x="2086629" y="7258392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2010</a:t>
              </a:r>
            </a:p>
          </p:txBody>
        </p:sp>
        <p:sp>
          <p:nvSpPr>
            <p:cNvPr id="2899" name="tx2899"/>
            <p:cNvSpPr/>
            <p:nvPr/>
          </p:nvSpPr>
          <p:spPr>
            <a:xfrm>
              <a:off x="2561388" y="7258392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2014</a:t>
              </a:r>
            </a:p>
          </p:txBody>
        </p:sp>
        <p:sp>
          <p:nvSpPr>
            <p:cNvPr id="2900" name="tx2900"/>
            <p:cNvSpPr/>
            <p:nvPr/>
          </p:nvSpPr>
          <p:spPr>
            <a:xfrm>
              <a:off x="3036147" y="7258392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2018</a:t>
              </a:r>
            </a:p>
          </p:txBody>
        </p:sp>
        <p:sp>
          <p:nvSpPr>
            <p:cNvPr id="2901" name="tx2901"/>
            <p:cNvSpPr/>
            <p:nvPr/>
          </p:nvSpPr>
          <p:spPr>
            <a:xfrm>
              <a:off x="3510907" y="7258392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2902" name="rc2902"/>
            <p:cNvSpPr/>
            <p:nvPr/>
          </p:nvSpPr>
          <p:spPr>
            <a:xfrm>
              <a:off x="4047177" y="5342066"/>
              <a:ext cx="634383" cy="8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3" name="tx2903"/>
            <p:cNvSpPr/>
            <p:nvPr/>
          </p:nvSpPr>
          <p:spPr>
            <a:xfrm>
              <a:off x="4110440" y="5417308"/>
              <a:ext cx="50785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Multiplier</a:t>
              </a:r>
            </a:p>
          </p:txBody>
        </p:sp>
        <p:pic>
          <p:nvPicPr>
            <p:cNvPr id="2904" name="pic290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10440" y="5574388"/>
              <a:ext cx="113872" cy="569364"/>
            </a:xfrm>
            <a:prstGeom prst="rect">
              <a:avLst/>
            </a:prstGeom>
          </p:spPr>
        </p:pic>
        <p:sp>
          <p:nvSpPr>
            <p:cNvPr id="2905" name="pl2905"/>
            <p:cNvSpPr/>
            <p:nvPr/>
          </p:nvSpPr>
          <p:spPr>
            <a:xfrm>
              <a:off x="4201538" y="6124036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4201538" y="6009856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4201538" y="5854922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4201538" y="5699988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4110440" y="6124036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4110440" y="6009856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4110440" y="5854922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4110440" y="5699988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tx2913"/>
            <p:cNvSpPr/>
            <p:nvPr/>
          </p:nvSpPr>
          <p:spPr>
            <a:xfrm>
              <a:off x="4287575" y="6083117"/>
              <a:ext cx="15883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2914" name="tx2914"/>
            <p:cNvSpPr/>
            <p:nvPr/>
          </p:nvSpPr>
          <p:spPr>
            <a:xfrm>
              <a:off x="4287575" y="5968936"/>
              <a:ext cx="15883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915" name="tx2915"/>
            <p:cNvSpPr/>
            <p:nvPr/>
          </p:nvSpPr>
          <p:spPr>
            <a:xfrm>
              <a:off x="4287575" y="5814003"/>
              <a:ext cx="15883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</a:t>
              </a:r>
            </a:p>
          </p:txBody>
        </p:sp>
        <p:sp>
          <p:nvSpPr>
            <p:cNvPr id="2916" name="tx2916"/>
            <p:cNvSpPr/>
            <p:nvPr/>
          </p:nvSpPr>
          <p:spPr>
            <a:xfrm>
              <a:off x="4287575" y="5659069"/>
              <a:ext cx="15883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2917" name="tx2917"/>
            <p:cNvSpPr/>
            <p:nvPr/>
          </p:nvSpPr>
          <p:spPr>
            <a:xfrm>
              <a:off x="1190785" y="4050003"/>
              <a:ext cx="2458730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Province-by-year random intercepts: the largest</a:t>
              </a:r>
            </a:p>
          </p:txBody>
        </p:sp>
        <p:sp>
          <p:nvSpPr>
            <p:cNvPr id="2918" name="tx2918"/>
            <p:cNvSpPr/>
            <p:nvPr/>
          </p:nvSpPr>
          <p:spPr>
            <a:xfrm>
              <a:off x="1190785" y="4176190"/>
              <a:ext cx="2854573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variance component (SD 0.798, multipliers up to 7-fold)</a:t>
              </a:r>
            </a:p>
          </p:txBody>
        </p:sp>
        <p:sp>
          <p:nvSpPr>
            <p:cNvPr id="2919" name="tx2919"/>
            <p:cNvSpPr/>
            <p:nvPr/>
          </p:nvSpPr>
          <p:spPr>
            <a:xfrm>
              <a:off x="1190785" y="3869057"/>
              <a:ext cx="295753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Where and when the observation process moved</a:t>
              </a:r>
            </a:p>
          </p:txBody>
        </p:sp>
        <p:sp>
          <p:nvSpPr>
            <p:cNvPr id="2920" name="tx2920"/>
            <p:cNvSpPr/>
            <p:nvPr/>
          </p:nvSpPr>
          <p:spPr>
            <a:xfrm>
              <a:off x="329425" y="3862193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921" name="rc2921"/>
            <p:cNvSpPr/>
            <p:nvPr/>
          </p:nvSpPr>
          <p:spPr>
            <a:xfrm>
              <a:off x="5231527" y="4347626"/>
              <a:ext cx="2729866" cy="28538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5231527" y="6971989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5231527" y="6296630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5231527" y="5621271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5231527" y="4945911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5231527" y="6971989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  <a:lnTo>
                    <a:pt x="2729866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5355612" y="4477346"/>
              <a:ext cx="2481696" cy="2594390"/>
            </a:xfrm>
            <a:custGeom>
              <a:avLst/>
              <a:pathLst>
                <a:path w="2481696" h="2594390">
                  <a:moveTo>
                    <a:pt x="0" y="0"/>
                  </a:moveTo>
                  <a:lnTo>
                    <a:pt x="112804" y="171990"/>
                  </a:lnTo>
                  <a:lnTo>
                    <a:pt x="225608" y="335327"/>
                  </a:lnTo>
                  <a:lnTo>
                    <a:pt x="338413" y="490291"/>
                  </a:lnTo>
                  <a:lnTo>
                    <a:pt x="451217" y="637123"/>
                  </a:lnTo>
                  <a:lnTo>
                    <a:pt x="564022" y="776013"/>
                  </a:lnTo>
                  <a:lnTo>
                    <a:pt x="676826" y="907096"/>
                  </a:lnTo>
                  <a:lnTo>
                    <a:pt x="789630" y="1030443"/>
                  </a:lnTo>
                  <a:lnTo>
                    <a:pt x="902435" y="1146048"/>
                  </a:lnTo>
                  <a:lnTo>
                    <a:pt x="1015239" y="1253831"/>
                  </a:lnTo>
                  <a:lnTo>
                    <a:pt x="1128044" y="1353634"/>
                  </a:lnTo>
                  <a:lnTo>
                    <a:pt x="1240848" y="1445257"/>
                  </a:lnTo>
                  <a:lnTo>
                    <a:pt x="1353652" y="1528514"/>
                  </a:lnTo>
                  <a:lnTo>
                    <a:pt x="1466457" y="1603332"/>
                  </a:lnTo>
                  <a:lnTo>
                    <a:pt x="1579261" y="1669868"/>
                  </a:lnTo>
                  <a:lnTo>
                    <a:pt x="1692066" y="1728587"/>
                  </a:lnTo>
                  <a:lnTo>
                    <a:pt x="1804870" y="1780252"/>
                  </a:lnTo>
                  <a:lnTo>
                    <a:pt x="1917674" y="1825823"/>
                  </a:lnTo>
                  <a:lnTo>
                    <a:pt x="2030479" y="1866313"/>
                  </a:lnTo>
                  <a:lnTo>
                    <a:pt x="2143283" y="1902669"/>
                  </a:lnTo>
                  <a:lnTo>
                    <a:pt x="2256088" y="1935704"/>
                  </a:lnTo>
                  <a:lnTo>
                    <a:pt x="2368892" y="1966081"/>
                  </a:lnTo>
                  <a:lnTo>
                    <a:pt x="2481696" y="1994325"/>
                  </a:lnTo>
                  <a:lnTo>
                    <a:pt x="2481696" y="2594390"/>
                  </a:lnTo>
                  <a:lnTo>
                    <a:pt x="2368892" y="2539273"/>
                  </a:lnTo>
                  <a:lnTo>
                    <a:pt x="2256088" y="2482943"/>
                  </a:lnTo>
                  <a:lnTo>
                    <a:pt x="2143283" y="2425769"/>
                  </a:lnTo>
                  <a:lnTo>
                    <a:pt x="2030479" y="2368250"/>
                  </a:lnTo>
                  <a:lnTo>
                    <a:pt x="1917674" y="2311030"/>
                  </a:lnTo>
                  <a:lnTo>
                    <a:pt x="1804870" y="2254875"/>
                  </a:lnTo>
                  <a:lnTo>
                    <a:pt x="1692066" y="2200610"/>
                  </a:lnTo>
                  <a:lnTo>
                    <a:pt x="1579261" y="2148998"/>
                  </a:lnTo>
                  <a:lnTo>
                    <a:pt x="1466457" y="2100596"/>
                  </a:lnTo>
                  <a:lnTo>
                    <a:pt x="1353652" y="2055651"/>
                  </a:lnTo>
                  <a:lnTo>
                    <a:pt x="1240848" y="2014094"/>
                  </a:lnTo>
                  <a:lnTo>
                    <a:pt x="1128044" y="1975613"/>
                  </a:lnTo>
                  <a:lnTo>
                    <a:pt x="1015239" y="1939773"/>
                  </a:lnTo>
                  <a:lnTo>
                    <a:pt x="902435" y="1906110"/>
                  </a:lnTo>
                  <a:lnTo>
                    <a:pt x="789630" y="1874195"/>
                  </a:lnTo>
                  <a:lnTo>
                    <a:pt x="676826" y="1843657"/>
                  </a:lnTo>
                  <a:lnTo>
                    <a:pt x="564022" y="1814191"/>
                  </a:lnTo>
                  <a:lnTo>
                    <a:pt x="451217" y="1785549"/>
                  </a:lnTo>
                  <a:lnTo>
                    <a:pt x="338413" y="1757534"/>
                  </a:lnTo>
                  <a:lnTo>
                    <a:pt x="225608" y="1729991"/>
                  </a:lnTo>
                  <a:lnTo>
                    <a:pt x="112804" y="1702792"/>
                  </a:lnTo>
                  <a:lnTo>
                    <a:pt x="0" y="1675839"/>
                  </a:lnTo>
                  <a:close/>
                </a:path>
              </a:pathLst>
            </a:custGeom>
            <a:solidFill>
              <a:srgbClr val="0072B2">
                <a:alpha val="16078"/>
              </a:srgbClr>
            </a:solidFill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5355612" y="4477346"/>
              <a:ext cx="2481696" cy="1994325"/>
            </a:xfrm>
            <a:custGeom>
              <a:avLst/>
              <a:pathLst>
                <a:path w="2481696" h="1994325">
                  <a:moveTo>
                    <a:pt x="0" y="0"/>
                  </a:moveTo>
                  <a:lnTo>
                    <a:pt x="112804" y="171990"/>
                  </a:lnTo>
                  <a:lnTo>
                    <a:pt x="225608" y="335327"/>
                  </a:lnTo>
                  <a:lnTo>
                    <a:pt x="338413" y="490291"/>
                  </a:lnTo>
                  <a:lnTo>
                    <a:pt x="451217" y="637123"/>
                  </a:lnTo>
                  <a:lnTo>
                    <a:pt x="564022" y="776013"/>
                  </a:lnTo>
                  <a:lnTo>
                    <a:pt x="676826" y="907096"/>
                  </a:lnTo>
                  <a:lnTo>
                    <a:pt x="789630" y="1030443"/>
                  </a:lnTo>
                  <a:lnTo>
                    <a:pt x="902435" y="1146048"/>
                  </a:lnTo>
                  <a:lnTo>
                    <a:pt x="1015239" y="1253831"/>
                  </a:lnTo>
                  <a:lnTo>
                    <a:pt x="1128044" y="1353634"/>
                  </a:lnTo>
                  <a:lnTo>
                    <a:pt x="1240848" y="1445257"/>
                  </a:lnTo>
                  <a:lnTo>
                    <a:pt x="1353652" y="1528514"/>
                  </a:lnTo>
                  <a:lnTo>
                    <a:pt x="1466457" y="1603332"/>
                  </a:lnTo>
                  <a:lnTo>
                    <a:pt x="1579261" y="1669868"/>
                  </a:lnTo>
                  <a:lnTo>
                    <a:pt x="1692066" y="1728587"/>
                  </a:lnTo>
                  <a:lnTo>
                    <a:pt x="1804870" y="1780252"/>
                  </a:lnTo>
                  <a:lnTo>
                    <a:pt x="1917674" y="1825823"/>
                  </a:lnTo>
                  <a:lnTo>
                    <a:pt x="2030479" y="1866313"/>
                  </a:lnTo>
                  <a:lnTo>
                    <a:pt x="2143283" y="1902669"/>
                  </a:lnTo>
                  <a:lnTo>
                    <a:pt x="2256088" y="1935704"/>
                  </a:lnTo>
                  <a:lnTo>
                    <a:pt x="2368892" y="1966081"/>
                  </a:lnTo>
                  <a:lnTo>
                    <a:pt x="2481696" y="19943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355612" y="6153185"/>
              <a:ext cx="2481696" cy="918551"/>
            </a:xfrm>
            <a:custGeom>
              <a:avLst/>
              <a:pathLst>
                <a:path w="2481696" h="918551">
                  <a:moveTo>
                    <a:pt x="2481696" y="918551"/>
                  </a:moveTo>
                  <a:lnTo>
                    <a:pt x="2368892" y="863434"/>
                  </a:lnTo>
                  <a:lnTo>
                    <a:pt x="2256088" y="807104"/>
                  </a:lnTo>
                  <a:lnTo>
                    <a:pt x="2143283" y="749930"/>
                  </a:lnTo>
                  <a:lnTo>
                    <a:pt x="2030479" y="692411"/>
                  </a:lnTo>
                  <a:lnTo>
                    <a:pt x="1917674" y="635191"/>
                  </a:lnTo>
                  <a:lnTo>
                    <a:pt x="1804870" y="579036"/>
                  </a:lnTo>
                  <a:lnTo>
                    <a:pt x="1692066" y="524771"/>
                  </a:lnTo>
                  <a:lnTo>
                    <a:pt x="1579261" y="473159"/>
                  </a:lnTo>
                  <a:lnTo>
                    <a:pt x="1466457" y="424757"/>
                  </a:lnTo>
                  <a:lnTo>
                    <a:pt x="1353652" y="379812"/>
                  </a:lnTo>
                  <a:lnTo>
                    <a:pt x="1240848" y="338255"/>
                  </a:lnTo>
                  <a:lnTo>
                    <a:pt x="1128044" y="299774"/>
                  </a:lnTo>
                  <a:lnTo>
                    <a:pt x="1015239" y="263934"/>
                  </a:lnTo>
                  <a:lnTo>
                    <a:pt x="902435" y="230271"/>
                  </a:lnTo>
                  <a:lnTo>
                    <a:pt x="789630" y="198356"/>
                  </a:lnTo>
                  <a:lnTo>
                    <a:pt x="676826" y="167818"/>
                  </a:lnTo>
                  <a:lnTo>
                    <a:pt x="564022" y="138352"/>
                  </a:lnTo>
                  <a:lnTo>
                    <a:pt x="451217" y="109710"/>
                  </a:lnTo>
                  <a:lnTo>
                    <a:pt x="338413" y="81695"/>
                  </a:lnTo>
                  <a:lnTo>
                    <a:pt x="225608" y="54152"/>
                  </a:lnTo>
                  <a:lnTo>
                    <a:pt x="112804" y="269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5355612" y="5434352"/>
              <a:ext cx="2481696" cy="1366648"/>
            </a:xfrm>
            <a:custGeom>
              <a:avLst/>
              <a:pathLst>
                <a:path w="2481696" h="1366648">
                  <a:moveTo>
                    <a:pt x="0" y="0"/>
                  </a:moveTo>
                  <a:lnTo>
                    <a:pt x="112804" y="82923"/>
                  </a:lnTo>
                  <a:lnTo>
                    <a:pt x="225608" y="163466"/>
                  </a:lnTo>
                  <a:lnTo>
                    <a:pt x="338413" y="241696"/>
                  </a:lnTo>
                  <a:lnTo>
                    <a:pt x="451217" y="317680"/>
                  </a:lnTo>
                  <a:lnTo>
                    <a:pt x="564022" y="391483"/>
                  </a:lnTo>
                  <a:lnTo>
                    <a:pt x="676826" y="463168"/>
                  </a:lnTo>
                  <a:lnTo>
                    <a:pt x="789630" y="532794"/>
                  </a:lnTo>
                  <a:lnTo>
                    <a:pt x="902435" y="600421"/>
                  </a:lnTo>
                  <a:lnTo>
                    <a:pt x="1015239" y="666106"/>
                  </a:lnTo>
                  <a:lnTo>
                    <a:pt x="1128044" y="729906"/>
                  </a:lnTo>
                  <a:lnTo>
                    <a:pt x="1240848" y="791874"/>
                  </a:lnTo>
                  <a:lnTo>
                    <a:pt x="1353652" y="852063"/>
                  </a:lnTo>
                  <a:lnTo>
                    <a:pt x="1466457" y="910524"/>
                  </a:lnTo>
                  <a:lnTo>
                    <a:pt x="1579261" y="967307"/>
                  </a:lnTo>
                  <a:lnTo>
                    <a:pt x="1692066" y="1022460"/>
                  </a:lnTo>
                  <a:lnTo>
                    <a:pt x="1804870" y="1076029"/>
                  </a:lnTo>
                  <a:lnTo>
                    <a:pt x="1917674" y="1128060"/>
                  </a:lnTo>
                  <a:lnTo>
                    <a:pt x="2030479" y="1178597"/>
                  </a:lnTo>
                  <a:lnTo>
                    <a:pt x="2143283" y="1227683"/>
                  </a:lnTo>
                  <a:lnTo>
                    <a:pt x="2256088" y="1275361"/>
                  </a:lnTo>
                  <a:lnTo>
                    <a:pt x="2368892" y="1321669"/>
                  </a:lnTo>
                  <a:lnTo>
                    <a:pt x="2481696" y="1366648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231527" y="4347626"/>
              <a:ext cx="0" cy="2853829"/>
            </a:xfrm>
            <a:custGeom>
              <a:avLst/>
              <a:pathLst>
                <a:path w="0" h="2853829">
                  <a:moveTo>
                    <a:pt x="0" y="285382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tx2932"/>
            <p:cNvSpPr/>
            <p:nvPr/>
          </p:nvSpPr>
          <p:spPr>
            <a:xfrm>
              <a:off x="5033316" y="6935596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933" name="tx2933"/>
            <p:cNvSpPr/>
            <p:nvPr/>
          </p:nvSpPr>
          <p:spPr>
            <a:xfrm>
              <a:off x="5033316" y="6260236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2934" name="tx2934"/>
            <p:cNvSpPr/>
            <p:nvPr/>
          </p:nvSpPr>
          <p:spPr>
            <a:xfrm>
              <a:off x="5033316" y="558487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2.0</a:t>
              </a:r>
            </a:p>
          </p:txBody>
        </p:sp>
        <p:sp>
          <p:nvSpPr>
            <p:cNvPr id="2935" name="tx2935"/>
            <p:cNvSpPr/>
            <p:nvPr/>
          </p:nvSpPr>
          <p:spPr>
            <a:xfrm>
              <a:off x="5033316" y="490951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936" name="pl2936"/>
            <p:cNvSpPr/>
            <p:nvPr/>
          </p:nvSpPr>
          <p:spPr>
            <a:xfrm>
              <a:off x="5199896" y="697198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199896" y="629663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199896" y="56212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199896" y="494591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5231527" y="7201455"/>
              <a:ext cx="2729866" cy="0"/>
            </a:xfrm>
            <a:custGeom>
              <a:avLst/>
              <a:pathLst>
                <a:path w="2729866" h="0">
                  <a:moveTo>
                    <a:pt x="0" y="0"/>
                  </a:moveTo>
                  <a:lnTo>
                    <a:pt x="2729866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5694025" y="720145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58047" y="720145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822069" y="720145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7386091" y="720145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7950113" y="720145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tx2946"/>
            <p:cNvSpPr/>
            <p:nvPr/>
          </p:nvSpPr>
          <p:spPr>
            <a:xfrm>
              <a:off x="5581005" y="7258392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2005</a:t>
              </a:r>
            </a:p>
          </p:txBody>
        </p:sp>
        <p:sp>
          <p:nvSpPr>
            <p:cNvPr id="2947" name="tx2947"/>
            <p:cNvSpPr/>
            <p:nvPr/>
          </p:nvSpPr>
          <p:spPr>
            <a:xfrm>
              <a:off x="6145027" y="7258392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2010</a:t>
              </a:r>
            </a:p>
          </p:txBody>
        </p:sp>
        <p:sp>
          <p:nvSpPr>
            <p:cNvPr id="2948" name="tx2948"/>
            <p:cNvSpPr/>
            <p:nvPr/>
          </p:nvSpPr>
          <p:spPr>
            <a:xfrm>
              <a:off x="6709049" y="7258392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2015</a:t>
              </a:r>
            </a:p>
          </p:txBody>
        </p:sp>
        <p:sp>
          <p:nvSpPr>
            <p:cNvPr id="2949" name="tx2949"/>
            <p:cNvSpPr/>
            <p:nvPr/>
          </p:nvSpPr>
          <p:spPr>
            <a:xfrm>
              <a:off x="7273071" y="7258392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2950" name="tx2950"/>
            <p:cNvSpPr/>
            <p:nvPr/>
          </p:nvSpPr>
          <p:spPr>
            <a:xfrm>
              <a:off x="7837093" y="7258392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2025</a:t>
              </a:r>
            </a:p>
          </p:txBody>
        </p:sp>
        <p:sp>
          <p:nvSpPr>
            <p:cNvPr id="2951" name="tx2951"/>
            <p:cNvSpPr/>
            <p:nvPr/>
          </p:nvSpPr>
          <p:spPr>
            <a:xfrm rot="-5400000">
              <a:off x="4083124" y="5729049"/>
              <a:ext cx="169273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 of effort</a:t>
              </a:r>
            </a:p>
          </p:txBody>
        </p:sp>
        <p:sp>
          <p:nvSpPr>
            <p:cNvPr id="2952" name="tx2952"/>
            <p:cNvSpPr/>
            <p:nvPr/>
          </p:nvSpPr>
          <p:spPr>
            <a:xfrm>
              <a:off x="5231527" y="4050003"/>
              <a:ext cx="1796247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Effort x time interaction P = 7.7e-4;</a:t>
              </a:r>
            </a:p>
          </p:txBody>
        </p:sp>
        <p:sp>
          <p:nvSpPr>
            <p:cNvPr id="2953" name="tx2953"/>
            <p:cNvSpPr/>
            <p:nvPr/>
          </p:nvSpPr>
          <p:spPr>
            <a:xfrm>
              <a:off x="5231527" y="4176190"/>
              <a:ext cx="2154509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easily detectable gaps are being used up</a:t>
              </a:r>
            </a:p>
          </p:txBody>
        </p:sp>
        <p:sp>
          <p:nvSpPr>
            <p:cNvPr id="2954" name="tx2954"/>
            <p:cNvSpPr/>
            <p:nvPr/>
          </p:nvSpPr>
          <p:spPr>
            <a:xfrm>
              <a:off x="5231527" y="3869057"/>
              <a:ext cx="217407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return on survey effort is falling</a:t>
              </a:r>
            </a:p>
          </p:txBody>
        </p:sp>
        <p:sp>
          <p:nvSpPr>
            <p:cNvPr id="2955" name="tx2955"/>
            <p:cNvSpPr/>
            <p:nvPr/>
          </p:nvSpPr>
          <p:spPr>
            <a:xfrm>
              <a:off x="4851605" y="3862193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2026-10-13T21:31:51Z</dcterms:modified>
  <cp:category/>
</cp:coreProperties>
</file>